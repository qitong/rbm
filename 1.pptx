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13"/>
  </p:notesMasterIdLst>
  <p:handoutMasterIdLst>
    <p:handoutMasterId r:id="rId14"/>
  </p:handoutMasterIdLst>
  <p:sldIdLst>
    <p:sldId id="11090166" r:id="rId2"/>
    <p:sldId id="11090206" r:id="rId3"/>
    <p:sldId id="11090195" r:id="rId4"/>
    <p:sldId id="11090196" r:id="rId5"/>
    <p:sldId id="11090197" r:id="rId6"/>
    <p:sldId id="11090198" r:id="rId7"/>
    <p:sldId id="11090199" r:id="rId8"/>
    <p:sldId id="11090200" r:id="rId9"/>
    <p:sldId id="11090201" r:id="rId10"/>
    <p:sldId id="11090202" r:id="rId11"/>
    <p:sldId id="11090203" r:id="rId12"/>
  </p:sldIdLst>
  <p:sldSz cx="12192000" cy="6858000"/>
  <p:notesSz cx="6858000" cy="9144000"/>
  <p:custDataLst>
    <p:tags r:id="rId15"/>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3642">
          <p15:clr>
            <a:srgbClr val="A4A3A4"/>
          </p15:clr>
        </p15:guide>
        <p15:guide id="2" pos="279">
          <p15:clr>
            <a:srgbClr val="A4A3A4"/>
          </p15:clr>
        </p15:guide>
        <p15:guide id="3" pos="7378">
          <p15:clr>
            <a:srgbClr val="A4A3A4"/>
          </p15:clr>
        </p15:guide>
        <p15:guide id="4" pos="960">
          <p15:clr>
            <a:srgbClr val="A4A3A4"/>
          </p15:clr>
        </p15:guide>
        <p15:guide id="5" pos="3273">
          <p15:clr>
            <a:srgbClr val="A4A3A4"/>
          </p15:clr>
        </p15:guide>
        <p15:guide id="6" orient="horz" pos="1933">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李 程朝" initials="李" lastIdx="2" clrIdx="0"/>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036EB6"/>
    <a:srgbClr val="70B3E5"/>
    <a:srgbClr val="2F719C"/>
    <a:srgbClr val="ADD75E"/>
    <a:srgbClr val="B9D9F2"/>
    <a:srgbClr val="598EB0"/>
    <a:srgbClr val="C2E186"/>
    <a:srgbClr val="92CA2A"/>
    <a:srgbClr val="186D3B"/>
    <a:srgbClr val="C5C5C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592" autoAdjust="0"/>
    <p:restoredTop sz="89184" autoAdjust="0"/>
  </p:normalViewPr>
  <p:slideViewPr>
    <p:cSldViewPr snapToGrid="0" showGuides="1">
      <p:cViewPr varScale="1">
        <p:scale>
          <a:sx n="113" d="100"/>
          <a:sy n="113" d="100"/>
        </p:scale>
        <p:origin x="456" y="184"/>
      </p:cViewPr>
      <p:guideLst>
        <p:guide pos="3642"/>
        <p:guide pos="279"/>
        <p:guide pos="7378"/>
        <p:guide pos="960"/>
        <p:guide pos="3273"/>
        <p:guide orient="horz" pos="1933"/>
      </p:guideLst>
    </p:cSldViewPr>
  </p:slideViewPr>
  <p:notesTextViewPr>
    <p:cViewPr>
      <p:scale>
        <a:sx n="55" d="100"/>
        <a:sy n="55" d="100"/>
      </p:scale>
      <p:origin x="0" y="0"/>
    </p:cViewPr>
  </p:notesTextViewPr>
  <p:sorterViewPr>
    <p:cViewPr>
      <p:scale>
        <a:sx n="100" d="100"/>
        <a:sy n="100" d="100"/>
      </p:scale>
      <p:origin x="0" y="-4762"/>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notesMaster" Target="notesMasters/notesMaster1.xml"/><Relationship Id="rId18" Type="http://schemas.openxmlformats.org/officeDocument/2006/relationships/viewProps" Target="viewProps.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commentAuthors" Target="commentAuthors.xml"/><Relationship Id="rId20"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handoutMaster" Target="handoutMasters/handout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t>2026/3/30</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t>‹#›</a:t>
            </a:fld>
            <a:endParaRPr lang="zh-CN"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905C2FE-BA7F-476B-B7DF-F80655F55505}" type="datetimeFigureOut">
              <a:rPr lang="zh-CN" altLang="en-US" smtClean="0"/>
              <a:t>2026/3/30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B0CEC09-D237-4441-A893-6FE62B1FEE60}" type="slidenum">
              <a:rPr lang="zh-CN" altLang="en-US" smtClean="0"/>
              <a:t>‹#›</a:t>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6B0CEC09-D237-4441-A893-6FE62B1FEE60}" type="slidenum">
              <a:rPr lang="zh-CN" altLang="en-US" smtClean="0"/>
              <a:t>1</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en-US" dirty="0"/>
              <a:t>这里可以提一句，为什么会选择方案违背这个“靶点”？考虑以下几点：</a:t>
            </a:r>
            <a:endParaRPr lang="en-US" altLang="zh-CN" dirty="0"/>
          </a:p>
          <a:p>
            <a:pPr>
              <a:lnSpc>
                <a:spcPct val="100000"/>
              </a:lnSpc>
            </a:pPr>
            <a:r>
              <a:rPr lang="zh-CN" altLang="en-US" sz="1200" b="1" dirty="0">
                <a:solidFill>
                  <a:schemeClr val="tx1">
                    <a:lumMod val="85000"/>
                    <a:lumOff val="15000"/>
                  </a:schemeClr>
                </a:solidFill>
                <a:latin typeface="思源黑体 CN Light" panose="020B0300000000000000" charset="-122"/>
                <a:ea typeface="思源黑体 CN Light" panose="020B0300000000000000" charset="-122"/>
                <a:cs typeface="+mn-ea"/>
                <a:sym typeface="+mn-lt"/>
              </a:rPr>
              <a:t>法规要求</a:t>
            </a:r>
            <a:r>
              <a:rPr lang="en-US" altLang="zh-CN" sz="1200" b="1" dirty="0">
                <a:solidFill>
                  <a:schemeClr val="tx1">
                    <a:lumMod val="85000"/>
                    <a:lumOff val="15000"/>
                  </a:schemeClr>
                </a:solidFill>
                <a:latin typeface="思源黑体 CN Light" panose="020B0300000000000000" charset="-122"/>
                <a:ea typeface="思源黑体 CN Light" panose="020B0300000000000000" charset="-122"/>
                <a:cs typeface="+mn-ea"/>
                <a:sym typeface="+mn-lt"/>
              </a:rPr>
              <a:t>: </a:t>
            </a:r>
            <a:r>
              <a:rPr lang="en-US" altLang="zh-CN" sz="1200" dirty="0">
                <a:solidFill>
                  <a:schemeClr val="tx1">
                    <a:lumMod val="85000"/>
                    <a:lumOff val="15000"/>
                  </a:schemeClr>
                </a:solidFill>
                <a:latin typeface="思源黑体 CN Light" panose="020B0300000000000000" charset="-122"/>
                <a:ea typeface="思源黑体 CN Light" panose="020B0300000000000000" charset="-122"/>
                <a:cs typeface="+mn-ea"/>
                <a:sym typeface="+mn-lt"/>
              </a:rPr>
              <a:t>ICH GCP &amp; China GCP</a:t>
            </a:r>
          </a:p>
          <a:p>
            <a:pPr>
              <a:lnSpc>
                <a:spcPct val="100000"/>
              </a:lnSpc>
            </a:pPr>
            <a:r>
              <a:rPr lang="zh-CN" altLang="en-US" sz="1200" b="1" dirty="0">
                <a:solidFill>
                  <a:schemeClr val="tx1">
                    <a:lumMod val="85000"/>
                    <a:lumOff val="15000"/>
                  </a:schemeClr>
                </a:solidFill>
                <a:latin typeface="思源黑体 CN Light" panose="020B0300000000000000" charset="-122"/>
                <a:ea typeface="思源黑体 CN Light" panose="020B0300000000000000" charset="-122"/>
                <a:cs typeface="+mn-ea"/>
                <a:sym typeface="+mn-lt"/>
              </a:rPr>
              <a:t>影响面大：</a:t>
            </a:r>
            <a:r>
              <a:rPr lang="zh-CN" altLang="en-US" sz="1200" dirty="0">
                <a:solidFill>
                  <a:schemeClr val="tx1">
                    <a:lumMod val="85000"/>
                    <a:lumOff val="15000"/>
                  </a:schemeClr>
                </a:solidFill>
                <a:latin typeface="思源黑体 CN Light" panose="020B0300000000000000" charset="-122"/>
                <a:ea typeface="思源黑体 CN Light" panose="020B0300000000000000" charset="-122"/>
                <a:cs typeface="+mn-ea"/>
                <a:sym typeface="+mn-lt"/>
              </a:rPr>
              <a:t>贯穿整个临床试验活动，影响到试验结果真实性，可靠性以及受试者安全</a:t>
            </a:r>
          </a:p>
          <a:p>
            <a:pPr>
              <a:lnSpc>
                <a:spcPct val="100000"/>
              </a:lnSpc>
            </a:pPr>
            <a:r>
              <a:rPr lang="zh-CN" altLang="en-US" sz="1200" b="1" dirty="0">
                <a:solidFill>
                  <a:schemeClr val="tx1">
                    <a:lumMod val="85000"/>
                    <a:lumOff val="15000"/>
                  </a:schemeClr>
                </a:solidFill>
                <a:latin typeface="思源黑体 CN Light" panose="020B0300000000000000" charset="-122"/>
                <a:ea typeface="思源黑体 CN Light" panose="020B0300000000000000" charset="-122"/>
                <a:cs typeface="+mn-ea"/>
                <a:sym typeface="+mn-lt"/>
              </a:rPr>
              <a:t>信息量：</a:t>
            </a:r>
            <a:r>
              <a:rPr lang="zh-CN" altLang="en-US" sz="1200" dirty="0">
                <a:solidFill>
                  <a:schemeClr val="tx1">
                    <a:lumMod val="85000"/>
                    <a:lumOff val="15000"/>
                  </a:schemeClr>
                </a:solidFill>
                <a:latin typeface="思源黑体 CN Light" panose="020B0300000000000000" charset="-122"/>
                <a:ea typeface="思源黑体 CN Light" panose="020B0300000000000000" charset="-122"/>
                <a:cs typeface="+mn-ea"/>
                <a:sym typeface="+mn-lt"/>
              </a:rPr>
              <a:t>方案偏离数据量大</a:t>
            </a:r>
          </a:p>
          <a:p>
            <a:endParaRPr lang="en-US" dirty="0"/>
          </a:p>
        </p:txBody>
      </p:sp>
      <p:sp>
        <p:nvSpPr>
          <p:cNvPr id="4" name="Slide Number Placeholder 3"/>
          <p:cNvSpPr>
            <a:spLocks noGrp="1"/>
          </p:cNvSpPr>
          <p:nvPr>
            <p:ph type="sldNum" sz="quarter" idx="5"/>
          </p:nvPr>
        </p:nvSpPr>
        <p:spPr/>
        <p:txBody>
          <a:bodyPr/>
          <a:lstStyle/>
          <a:p>
            <a:fld id="{47A48DA9-255D-4021-9152-50E7A9D6F49F}" type="slidenum">
              <a:rPr lang="en-US" smtClean="0"/>
              <a:t>3</a:t>
            </a:fld>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7A48DA9-255D-4021-9152-50E7A9D6F49F}" type="slidenum">
              <a:rPr lang="en-US" smtClean="0"/>
              <a:t>4</a:t>
            </a:fld>
            <a:endParaRPr 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7A48DA9-255D-4021-9152-50E7A9D6F49F}" type="slidenum">
              <a:rPr lang="en-US" smtClean="0"/>
              <a:t>5</a:t>
            </a:fld>
            <a:endParaRPr 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7A48DA9-255D-4021-9152-50E7A9D6F49F}" type="slidenum">
              <a:rPr lang="en-US" smtClean="0"/>
              <a:t>6</a:t>
            </a:fld>
            <a:endParaRPr 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7A48DA9-255D-4021-9152-50E7A9D6F49F}" type="slidenum">
              <a:rPr lang="en-US" smtClean="0"/>
              <a:t>7</a:t>
            </a:fld>
            <a:endParaRPr 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zh-CN" altLang="en-US" dirty="0"/>
          </a:p>
        </p:txBody>
      </p:sp>
      <p:sp>
        <p:nvSpPr>
          <p:cNvPr id="4" name="Slide Number Placeholder 3"/>
          <p:cNvSpPr>
            <a:spLocks noGrp="1"/>
          </p:cNvSpPr>
          <p:nvPr>
            <p:ph type="sldNum" sz="quarter" idx="5"/>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defRPr/>
            </a:pPr>
            <a:fld id="{D5F8523C-8729-40F0-9536-D6C4CA3AD238}" type="slidenum">
              <a:rPr kumimoji="0" lang="en-US" sz="900" b="0" i="0" u="none" strike="noStrike" kern="1200" cap="none" spc="0" normalizeH="0" baseline="0" noProof="0" smtClean="0">
                <a:ln>
                  <a:noFill/>
                </a:ln>
                <a:solidFill>
                  <a:srgbClr val="000000"/>
                </a:solidFill>
                <a:effectLst/>
                <a:uLnTx/>
                <a:uFillTx/>
                <a:latin typeface="Arial" panose="020B0604020202020204"/>
                <a:ea typeface="+mn-ea"/>
                <a:cs typeface="Arial" panose="020B0604020202020204" pitchFamily="34" charset="0"/>
              </a:rPr>
              <a:t>8</a:t>
            </a:fld>
            <a:endParaRPr kumimoji="0" lang="en-US" sz="9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None/>
            </a:pPr>
            <a:endParaRPr lang="en-US" dirty="0"/>
          </a:p>
        </p:txBody>
      </p:sp>
      <p:sp>
        <p:nvSpPr>
          <p:cNvPr id="4" name="Slide Number Placeholder 3"/>
          <p:cNvSpPr>
            <a:spLocks noGrp="1"/>
          </p:cNvSpPr>
          <p:nvPr>
            <p:ph type="sldNum" sz="quarter" idx="5"/>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defRPr/>
            </a:pPr>
            <a:fld id="{D5F8523C-8729-40F0-9536-D6C4CA3AD238}" type="slidenum">
              <a:rPr kumimoji="0" lang="en-US" sz="900" b="0" i="0" u="none" strike="noStrike" kern="1200" cap="none" spc="0" normalizeH="0" baseline="0" noProof="0" smtClean="0">
                <a:ln>
                  <a:noFill/>
                </a:ln>
                <a:solidFill>
                  <a:srgbClr val="000000"/>
                </a:solidFill>
                <a:effectLst/>
                <a:uLnTx/>
                <a:uFillTx/>
                <a:latin typeface="Arial" panose="020B0604020202020204"/>
                <a:ea typeface="+mn-ea"/>
                <a:cs typeface="Arial" panose="020B0604020202020204" pitchFamily="34" charset="0"/>
              </a:rPr>
              <a:t>9</a:t>
            </a:fld>
            <a:endParaRPr kumimoji="0" lang="en-US" sz="9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7A48DA9-255D-4021-9152-50E7A9D6F49F}" type="slidenum">
              <a:rPr lang="en-US" smtClean="0"/>
              <a:t>10</a:t>
            </a:fld>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6.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image" Target="../media/image8.png"/><Relationship Id="rId1" Type="http://schemas.openxmlformats.org/officeDocument/2006/relationships/slideMaster" Target="../slideMasters/slideMaster1.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页">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2" cstate="print">
            <a:extLst>
              <a:ext uri="{28A0092B-C50C-407E-A947-70E740481C1C}">
                <a14:useLocalDpi xmlns:a14="http://schemas.microsoft.com/office/drawing/2010/main" val="0"/>
              </a:ext>
            </a:extLst>
          </a:blip>
          <a:srcRect t="8395" r="14057" b="5108"/>
          <a:stretch>
            <a:fillRect/>
          </a:stretch>
        </p:blipFill>
        <p:spPr>
          <a:xfrm>
            <a:off x="0" y="0"/>
            <a:ext cx="12192000" cy="6858000"/>
          </a:xfrm>
          <a:prstGeom prst="rect">
            <a:avLst/>
          </a:prstGeom>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页">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2" cstate="print">
            <a:extLst>
              <a:ext uri="{28A0092B-C50C-407E-A947-70E740481C1C}">
                <a14:useLocalDpi xmlns:a14="http://schemas.microsoft.com/office/drawing/2010/main" val="0"/>
              </a:ext>
            </a:extLst>
          </a:blip>
          <a:srcRect t="433" b="1192"/>
          <a:stretch>
            <a:fillRect/>
          </a:stretch>
        </p:blipFill>
        <p:spPr>
          <a:xfrm>
            <a:off x="0" y="0"/>
            <a:ext cx="12192000" cy="6858000"/>
          </a:xfrm>
          <a:prstGeom prst="rect">
            <a:avLst/>
          </a:prstGeom>
        </p:spPr>
      </p:pic>
      <p:pic>
        <p:nvPicPr>
          <p:cNvPr id="3" name="图片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11863" y="865343"/>
            <a:ext cx="1361006" cy="1559805"/>
          </a:xfrm>
          <a:prstGeom prst="rect">
            <a:avLst/>
          </a:prstGeom>
        </p:spPr>
      </p:pic>
      <p:grpSp>
        <p:nvGrpSpPr>
          <p:cNvPr id="74" name="组合 73"/>
          <p:cNvGrpSpPr/>
          <p:nvPr userDrawn="1"/>
        </p:nvGrpSpPr>
        <p:grpSpPr>
          <a:xfrm>
            <a:off x="7548585" y="821788"/>
            <a:ext cx="4041466" cy="422810"/>
            <a:chOff x="-341545" y="273657"/>
            <a:chExt cx="12164003" cy="1604824"/>
          </a:xfrm>
          <a:solidFill>
            <a:schemeClr val="bg1"/>
          </a:solidFill>
        </p:grpSpPr>
        <p:sp>
          <p:nvSpPr>
            <p:cNvPr id="75" name="任意多边形: 形状 74"/>
            <p:cNvSpPr/>
            <p:nvPr/>
          </p:nvSpPr>
          <p:spPr>
            <a:xfrm>
              <a:off x="-299447" y="845498"/>
              <a:ext cx="1219313" cy="640117"/>
            </a:xfrm>
            <a:custGeom>
              <a:avLst/>
              <a:gdLst>
                <a:gd name="connsiteX0" fmla="*/ 856634 w 1219313"/>
                <a:gd name="connsiteY0" fmla="*/ 1263 h 640117"/>
                <a:gd name="connsiteX1" fmla="*/ 859616 w 1219313"/>
                <a:gd name="connsiteY1" fmla="*/ 886 h 640117"/>
                <a:gd name="connsiteX2" fmla="*/ 861517 w 1219313"/>
                <a:gd name="connsiteY2" fmla="*/ 862 h 640117"/>
                <a:gd name="connsiteX3" fmla="*/ 863617 w 1219313"/>
                <a:gd name="connsiteY3" fmla="*/ 880 h 640117"/>
                <a:gd name="connsiteX4" fmla="*/ 865838 w 1219313"/>
                <a:gd name="connsiteY4" fmla="*/ 865 h 640117"/>
                <a:gd name="connsiteX5" fmla="*/ 873254 w 1219313"/>
                <a:gd name="connsiteY5" fmla="*/ 866 h 640117"/>
                <a:gd name="connsiteX6" fmla="*/ 878552 w 1219313"/>
                <a:gd name="connsiteY6" fmla="*/ 847 h 640117"/>
                <a:gd name="connsiteX7" fmla="*/ 891475 w 1219313"/>
                <a:gd name="connsiteY7" fmla="*/ 837 h 640117"/>
                <a:gd name="connsiteX8" fmla="*/ 901972 w 1219313"/>
                <a:gd name="connsiteY8" fmla="*/ 836 h 640117"/>
                <a:gd name="connsiteX9" fmla="*/ 903479 w 1219313"/>
                <a:gd name="connsiteY9" fmla="*/ 834 h 640117"/>
                <a:gd name="connsiteX10" fmla="*/ 906510 w 1219313"/>
                <a:gd name="connsiteY10" fmla="*/ 830 h 640117"/>
                <a:gd name="connsiteX11" fmla="*/ 934949 w 1219313"/>
                <a:gd name="connsiteY11" fmla="*/ 836 h 640117"/>
                <a:gd name="connsiteX12" fmla="*/ 960997 w 1219313"/>
                <a:gd name="connsiteY12" fmla="*/ 815 h 640117"/>
                <a:gd name="connsiteX13" fmla="*/ 987715 w 1219313"/>
                <a:gd name="connsiteY13" fmla="*/ 792 h 640117"/>
                <a:gd name="connsiteX14" fmla="*/ 990734 w 1219313"/>
                <a:gd name="connsiteY14" fmla="*/ 794 h 640117"/>
                <a:gd name="connsiteX15" fmla="*/ 992234 w 1219313"/>
                <a:gd name="connsiteY15" fmla="*/ 795 h 640117"/>
                <a:gd name="connsiteX16" fmla="*/ 1002727 w 1219313"/>
                <a:gd name="connsiteY16" fmla="*/ 779 h 640117"/>
                <a:gd name="connsiteX17" fmla="*/ 1016834 w 1219313"/>
                <a:gd name="connsiteY17" fmla="*/ 788 h 640117"/>
                <a:gd name="connsiteX18" fmla="*/ 1022027 w 1219313"/>
                <a:gd name="connsiteY18" fmla="*/ 780 h 640117"/>
                <a:gd name="connsiteX19" fmla="*/ 1029085 w 1219313"/>
                <a:gd name="connsiteY19" fmla="*/ 796 h 640117"/>
                <a:gd name="connsiteX20" fmla="*/ 1031189 w 1219313"/>
                <a:gd name="connsiteY20" fmla="*/ 769 h 640117"/>
                <a:gd name="connsiteX21" fmla="*/ 1035972 w 1219313"/>
                <a:gd name="connsiteY21" fmla="*/ 1263 h 640117"/>
                <a:gd name="connsiteX22" fmla="*/ 1036716 w 1219313"/>
                <a:gd name="connsiteY22" fmla="*/ 4984 h 640117"/>
                <a:gd name="connsiteX23" fmla="*/ 1040205 w 1219313"/>
                <a:gd name="connsiteY23" fmla="*/ 5371 h 640117"/>
                <a:gd name="connsiteX24" fmla="*/ 1042455 w 1219313"/>
                <a:gd name="connsiteY24" fmla="*/ 5348 h 640117"/>
                <a:gd name="connsiteX25" fmla="*/ 1044902 w 1219313"/>
                <a:gd name="connsiteY25" fmla="*/ 5269 h 640117"/>
                <a:gd name="connsiteX26" fmla="*/ 1047396 w 1219313"/>
                <a:gd name="connsiteY26" fmla="*/ 5237 h 640117"/>
                <a:gd name="connsiteX27" fmla="*/ 1055320 w 1219313"/>
                <a:gd name="connsiteY27" fmla="*/ 5077 h 640117"/>
                <a:gd name="connsiteX28" fmla="*/ 1063244 w 1219313"/>
                <a:gd name="connsiteY28" fmla="*/ 4933 h 640117"/>
                <a:gd name="connsiteX29" fmla="*/ 1068186 w 1219313"/>
                <a:gd name="connsiteY29" fmla="*/ 4826 h 640117"/>
                <a:gd name="connsiteX30" fmla="*/ 1070435 w 1219313"/>
                <a:gd name="connsiteY30" fmla="*/ 4789 h 640117"/>
                <a:gd name="connsiteX31" fmla="*/ 1072427 w 1219313"/>
                <a:gd name="connsiteY31" fmla="*/ 4740 h 640117"/>
                <a:gd name="connsiteX32" fmla="*/ 1073924 w 1219313"/>
                <a:gd name="connsiteY32" fmla="*/ 4984 h 640117"/>
                <a:gd name="connsiteX33" fmla="*/ 1074668 w 1219313"/>
                <a:gd name="connsiteY33" fmla="*/ 7216 h 640117"/>
                <a:gd name="connsiteX34" fmla="*/ 1080574 w 1219313"/>
                <a:gd name="connsiteY34" fmla="*/ 7466 h 640117"/>
                <a:gd name="connsiteX35" fmla="*/ 1084219 w 1219313"/>
                <a:gd name="connsiteY35" fmla="*/ 7495 h 640117"/>
                <a:gd name="connsiteX36" fmla="*/ 1089996 w 1219313"/>
                <a:gd name="connsiteY36" fmla="*/ 7484 h 640117"/>
                <a:gd name="connsiteX37" fmla="*/ 1095550 w 1219313"/>
                <a:gd name="connsiteY37" fmla="*/ 7513 h 640117"/>
                <a:gd name="connsiteX38" fmla="*/ 1097307 w 1219313"/>
                <a:gd name="connsiteY38" fmla="*/ 7483 h 640117"/>
                <a:gd name="connsiteX39" fmla="*/ 1101457 w 1219313"/>
                <a:gd name="connsiteY39" fmla="*/ 7960 h 640117"/>
                <a:gd name="connsiteX40" fmla="*/ 1102201 w 1219313"/>
                <a:gd name="connsiteY40" fmla="*/ 11681 h 640117"/>
                <a:gd name="connsiteX41" fmla="*/ 1107430 w 1219313"/>
                <a:gd name="connsiteY41" fmla="*/ 11940 h 640117"/>
                <a:gd name="connsiteX42" fmla="*/ 1109018 w 1219313"/>
                <a:gd name="connsiteY42" fmla="*/ 11902 h 640117"/>
                <a:gd name="connsiteX43" fmla="*/ 1114061 w 1219313"/>
                <a:gd name="connsiteY43" fmla="*/ 11728 h 640117"/>
                <a:gd name="connsiteX44" fmla="*/ 1119095 w 1219313"/>
                <a:gd name="connsiteY44" fmla="*/ 11561 h 640117"/>
                <a:gd name="connsiteX45" fmla="*/ 1122233 w 1219313"/>
                <a:gd name="connsiteY45" fmla="*/ 11439 h 640117"/>
                <a:gd name="connsiteX46" fmla="*/ 1126013 w 1219313"/>
                <a:gd name="connsiteY46" fmla="*/ 11681 h 640117"/>
                <a:gd name="connsiteX47" fmla="*/ 1127502 w 1219313"/>
                <a:gd name="connsiteY47" fmla="*/ 14658 h 640117"/>
                <a:gd name="connsiteX48" fmla="*/ 1131150 w 1219313"/>
                <a:gd name="connsiteY48" fmla="*/ 14922 h 640117"/>
                <a:gd name="connsiteX49" fmla="*/ 1133343 w 1219313"/>
                <a:gd name="connsiteY49" fmla="*/ 14883 h 640117"/>
                <a:gd name="connsiteX50" fmla="*/ 1135641 w 1219313"/>
                <a:gd name="connsiteY50" fmla="*/ 14797 h 640117"/>
                <a:gd name="connsiteX51" fmla="*/ 1140126 w 1219313"/>
                <a:gd name="connsiteY51" fmla="*/ 14690 h 640117"/>
                <a:gd name="connsiteX52" fmla="*/ 1142140 w 1219313"/>
                <a:gd name="connsiteY52" fmla="*/ 14620 h 640117"/>
                <a:gd name="connsiteX53" fmla="*/ 1146105 w 1219313"/>
                <a:gd name="connsiteY53" fmla="*/ 15402 h 640117"/>
                <a:gd name="connsiteX54" fmla="*/ 1146849 w 1219313"/>
                <a:gd name="connsiteY54" fmla="*/ 17634 h 640117"/>
                <a:gd name="connsiteX55" fmla="*/ 1150803 w 1219313"/>
                <a:gd name="connsiteY55" fmla="*/ 17910 h 640117"/>
                <a:gd name="connsiteX56" fmla="*/ 1153227 w 1219313"/>
                <a:gd name="connsiteY56" fmla="*/ 17950 h 640117"/>
                <a:gd name="connsiteX57" fmla="*/ 1158331 w 1219313"/>
                <a:gd name="connsiteY57" fmla="*/ 17961 h 640117"/>
                <a:gd name="connsiteX58" fmla="*/ 1160755 w 1219313"/>
                <a:gd name="connsiteY58" fmla="*/ 18003 h 640117"/>
                <a:gd name="connsiteX59" fmla="*/ 1162997 w 1219313"/>
                <a:gd name="connsiteY59" fmla="*/ 18008 h 640117"/>
                <a:gd name="connsiteX60" fmla="*/ 1164709 w 1219313"/>
                <a:gd name="connsiteY60" fmla="*/ 18378 h 640117"/>
                <a:gd name="connsiteX61" fmla="*/ 1165453 w 1219313"/>
                <a:gd name="connsiteY61" fmla="*/ 21355 h 640117"/>
                <a:gd name="connsiteX62" fmla="*/ 1168944 w 1219313"/>
                <a:gd name="connsiteY62" fmla="*/ 21808 h 640117"/>
                <a:gd name="connsiteX63" fmla="*/ 1171073 w 1219313"/>
                <a:gd name="connsiteY63" fmla="*/ 21881 h 640117"/>
                <a:gd name="connsiteX64" fmla="*/ 1173313 w 1219313"/>
                <a:gd name="connsiteY64" fmla="*/ 21913 h 640117"/>
                <a:gd name="connsiteX65" fmla="*/ 1175561 w 1219313"/>
                <a:gd name="connsiteY65" fmla="*/ 21980 h 640117"/>
                <a:gd name="connsiteX66" fmla="*/ 1181080 w 1219313"/>
                <a:gd name="connsiteY66" fmla="*/ 22099 h 640117"/>
                <a:gd name="connsiteX67" fmla="*/ 1181080 w 1219313"/>
                <a:gd name="connsiteY67" fmla="*/ 25076 h 640117"/>
                <a:gd name="connsiteX68" fmla="*/ 1182491 w 1219313"/>
                <a:gd name="connsiteY68" fmla="*/ 25028 h 640117"/>
                <a:gd name="connsiteX69" fmla="*/ 1188800 w 1219313"/>
                <a:gd name="connsiteY69" fmla="*/ 24890 h 640117"/>
                <a:gd name="connsiteX70" fmla="*/ 1191021 w 1219313"/>
                <a:gd name="connsiteY70" fmla="*/ 24814 h 640117"/>
                <a:gd name="connsiteX71" fmla="*/ 1193143 w 1219313"/>
                <a:gd name="connsiteY71" fmla="*/ 24785 h 640117"/>
                <a:gd name="connsiteX72" fmla="*/ 1195103 w 1219313"/>
                <a:gd name="connsiteY72" fmla="*/ 24738 h 640117"/>
                <a:gd name="connsiteX73" fmla="*/ 1196707 w 1219313"/>
                <a:gd name="connsiteY73" fmla="*/ 25076 h 640117"/>
                <a:gd name="connsiteX74" fmla="*/ 1198195 w 1219313"/>
                <a:gd name="connsiteY74" fmla="*/ 28052 h 640117"/>
                <a:gd name="connsiteX75" fmla="*/ 1204520 w 1219313"/>
                <a:gd name="connsiteY75" fmla="*/ 28424 h 640117"/>
                <a:gd name="connsiteX76" fmla="*/ 1210845 w 1219313"/>
                <a:gd name="connsiteY76" fmla="*/ 28796 h 640117"/>
                <a:gd name="connsiteX77" fmla="*/ 1212334 w 1219313"/>
                <a:gd name="connsiteY77" fmla="*/ 31773 h 640117"/>
                <a:gd name="connsiteX78" fmla="*/ 1213839 w 1219313"/>
                <a:gd name="connsiteY78" fmla="*/ 32407 h 640117"/>
                <a:gd name="connsiteX79" fmla="*/ 1215310 w 1219313"/>
                <a:gd name="connsiteY79" fmla="*/ 33261 h 640117"/>
                <a:gd name="connsiteX80" fmla="*/ 1215575 w 1219313"/>
                <a:gd name="connsiteY80" fmla="*/ 36584 h 640117"/>
                <a:gd name="connsiteX81" fmla="*/ 1215536 w 1219313"/>
                <a:gd name="connsiteY81" fmla="*/ 38573 h 640117"/>
                <a:gd name="connsiteX82" fmla="*/ 1215450 w 1219313"/>
                <a:gd name="connsiteY82" fmla="*/ 40656 h 640117"/>
                <a:gd name="connsiteX83" fmla="*/ 1215342 w 1219313"/>
                <a:gd name="connsiteY83" fmla="*/ 44723 h 640117"/>
                <a:gd name="connsiteX84" fmla="*/ 1215273 w 1219313"/>
                <a:gd name="connsiteY84" fmla="*/ 46548 h 640117"/>
                <a:gd name="connsiteX85" fmla="*/ 1216054 w 1219313"/>
                <a:gd name="connsiteY85" fmla="*/ 50376 h 640117"/>
                <a:gd name="connsiteX86" fmla="*/ 1217543 w 1219313"/>
                <a:gd name="connsiteY86" fmla="*/ 51121 h 640117"/>
                <a:gd name="connsiteX87" fmla="*/ 1217851 w 1219313"/>
                <a:gd name="connsiteY87" fmla="*/ 57867 h 640117"/>
                <a:gd name="connsiteX88" fmla="*/ 1217894 w 1219313"/>
                <a:gd name="connsiteY88" fmla="*/ 59916 h 640117"/>
                <a:gd name="connsiteX89" fmla="*/ 1218008 w 1219313"/>
                <a:gd name="connsiteY89" fmla="*/ 66422 h 640117"/>
                <a:gd name="connsiteX90" fmla="*/ 1218095 w 1219313"/>
                <a:gd name="connsiteY90" fmla="*/ 70821 h 640117"/>
                <a:gd name="connsiteX91" fmla="*/ 1218287 w 1219313"/>
                <a:gd name="connsiteY91" fmla="*/ 81630 h 640117"/>
                <a:gd name="connsiteX92" fmla="*/ 1220519 w 1219313"/>
                <a:gd name="connsiteY92" fmla="*/ 81630 h 640117"/>
                <a:gd name="connsiteX93" fmla="*/ 1220519 w 1219313"/>
                <a:gd name="connsiteY93" fmla="*/ 198460 h 640117"/>
                <a:gd name="connsiteX94" fmla="*/ 1218287 w 1219313"/>
                <a:gd name="connsiteY94" fmla="*/ 198460 h 640117"/>
                <a:gd name="connsiteX95" fmla="*/ 1218242 w 1219313"/>
                <a:gd name="connsiteY95" fmla="*/ 201113 h 640117"/>
                <a:gd name="connsiteX96" fmla="*/ 1218051 w 1219313"/>
                <a:gd name="connsiteY96" fmla="*/ 210819 h 640117"/>
                <a:gd name="connsiteX97" fmla="*/ 1217973 w 1219313"/>
                <a:gd name="connsiteY97" fmla="*/ 215026 h 640117"/>
                <a:gd name="connsiteX98" fmla="*/ 1217851 w 1219313"/>
                <a:gd name="connsiteY98" fmla="*/ 221061 h 640117"/>
                <a:gd name="connsiteX99" fmla="*/ 1217825 w 1219313"/>
                <a:gd name="connsiteY99" fmla="*/ 222973 h 640117"/>
                <a:gd name="connsiteX100" fmla="*/ 1217543 w 1219313"/>
                <a:gd name="connsiteY100" fmla="*/ 227482 h 640117"/>
                <a:gd name="connsiteX101" fmla="*/ 1216054 w 1219313"/>
                <a:gd name="connsiteY101" fmla="*/ 228226 h 640117"/>
                <a:gd name="connsiteX102" fmla="*/ 1215825 w 1219313"/>
                <a:gd name="connsiteY102" fmla="*/ 232342 h 640117"/>
                <a:gd name="connsiteX103" fmla="*/ 1215768 w 1219313"/>
                <a:gd name="connsiteY103" fmla="*/ 234868 h 640117"/>
                <a:gd name="connsiteX104" fmla="*/ 1215698 w 1219313"/>
                <a:gd name="connsiteY104" fmla="*/ 240187 h 640117"/>
                <a:gd name="connsiteX105" fmla="*/ 1215639 w 1219313"/>
                <a:gd name="connsiteY105" fmla="*/ 242713 h 640117"/>
                <a:gd name="connsiteX106" fmla="*/ 1215608 w 1219313"/>
                <a:gd name="connsiteY106" fmla="*/ 245049 h 640117"/>
                <a:gd name="connsiteX107" fmla="*/ 1215310 w 1219313"/>
                <a:gd name="connsiteY107" fmla="*/ 246830 h 640117"/>
                <a:gd name="connsiteX108" fmla="*/ 1213078 w 1219313"/>
                <a:gd name="connsiteY108" fmla="*/ 247574 h 640117"/>
                <a:gd name="connsiteX109" fmla="*/ 1212697 w 1219313"/>
                <a:gd name="connsiteY109" fmla="*/ 251390 h 640117"/>
                <a:gd name="connsiteX110" fmla="*/ 1212617 w 1219313"/>
                <a:gd name="connsiteY110" fmla="*/ 253723 h 640117"/>
                <a:gd name="connsiteX111" fmla="*/ 1212566 w 1219313"/>
                <a:gd name="connsiteY111" fmla="*/ 256178 h 640117"/>
                <a:gd name="connsiteX112" fmla="*/ 1212489 w 1219313"/>
                <a:gd name="connsiteY112" fmla="*/ 258641 h 640117"/>
                <a:gd name="connsiteX113" fmla="*/ 1212334 w 1219313"/>
                <a:gd name="connsiteY113" fmla="*/ 264689 h 640117"/>
                <a:gd name="connsiteX114" fmla="*/ 1210101 w 1219313"/>
                <a:gd name="connsiteY114" fmla="*/ 264689 h 640117"/>
                <a:gd name="connsiteX115" fmla="*/ 1210068 w 1219313"/>
                <a:gd name="connsiteY115" fmla="*/ 266020 h 640117"/>
                <a:gd name="connsiteX116" fmla="*/ 1209869 w 1219313"/>
                <a:gd name="connsiteY116" fmla="*/ 271991 h 640117"/>
                <a:gd name="connsiteX117" fmla="*/ 1209818 w 1219313"/>
                <a:gd name="connsiteY117" fmla="*/ 274085 h 640117"/>
                <a:gd name="connsiteX118" fmla="*/ 1209738 w 1219313"/>
                <a:gd name="connsiteY118" fmla="*/ 276098 h 640117"/>
                <a:gd name="connsiteX119" fmla="*/ 1209679 w 1219313"/>
                <a:gd name="connsiteY119" fmla="*/ 277952 h 640117"/>
                <a:gd name="connsiteX120" fmla="*/ 1207125 w 1219313"/>
                <a:gd name="connsiteY120" fmla="*/ 281804 h 640117"/>
                <a:gd name="connsiteX121" fmla="*/ 1207125 w 1219313"/>
                <a:gd name="connsiteY121" fmla="*/ 287060 h 640117"/>
                <a:gd name="connsiteX122" fmla="*/ 1207125 w 1219313"/>
                <a:gd name="connsiteY122" fmla="*/ 292222 h 640117"/>
                <a:gd name="connsiteX123" fmla="*/ 1204892 w 1219313"/>
                <a:gd name="connsiteY123" fmla="*/ 293710 h 640117"/>
                <a:gd name="connsiteX124" fmla="*/ 1204381 w 1219313"/>
                <a:gd name="connsiteY124" fmla="*/ 300129 h 640117"/>
                <a:gd name="connsiteX125" fmla="*/ 1204304 w 1219313"/>
                <a:gd name="connsiteY125" fmla="*/ 301937 h 640117"/>
                <a:gd name="connsiteX126" fmla="*/ 1204148 w 1219313"/>
                <a:gd name="connsiteY126" fmla="*/ 306361 h 640117"/>
                <a:gd name="connsiteX127" fmla="*/ 1201916 w 1219313"/>
                <a:gd name="connsiteY127" fmla="*/ 305617 h 640117"/>
                <a:gd name="connsiteX128" fmla="*/ 1201805 w 1219313"/>
                <a:gd name="connsiteY128" fmla="*/ 308032 h 640117"/>
                <a:gd name="connsiteX129" fmla="*/ 1201637 w 1219313"/>
                <a:gd name="connsiteY129" fmla="*/ 311151 h 640117"/>
                <a:gd name="connsiteX130" fmla="*/ 1201567 w 1219313"/>
                <a:gd name="connsiteY130" fmla="*/ 312746 h 640117"/>
                <a:gd name="connsiteX131" fmla="*/ 1201172 w 1219313"/>
                <a:gd name="connsiteY131" fmla="*/ 316779 h 640117"/>
                <a:gd name="connsiteX132" fmla="*/ 1199683 w 1219313"/>
                <a:gd name="connsiteY132" fmla="*/ 317523 h 640117"/>
                <a:gd name="connsiteX133" fmla="*/ 1199032 w 1219313"/>
                <a:gd name="connsiteY133" fmla="*/ 324360 h 640117"/>
                <a:gd name="connsiteX134" fmla="*/ 1198939 w 1219313"/>
                <a:gd name="connsiteY134" fmla="*/ 327197 h 640117"/>
                <a:gd name="connsiteX135" fmla="*/ 1196707 w 1219313"/>
                <a:gd name="connsiteY135" fmla="*/ 328685 h 640117"/>
                <a:gd name="connsiteX136" fmla="*/ 1196265 w 1219313"/>
                <a:gd name="connsiteY136" fmla="*/ 336222 h 640117"/>
                <a:gd name="connsiteX137" fmla="*/ 1195963 w 1219313"/>
                <a:gd name="connsiteY137" fmla="*/ 338359 h 640117"/>
                <a:gd name="connsiteX138" fmla="*/ 1193730 w 1219313"/>
                <a:gd name="connsiteY138" fmla="*/ 339103 h 640117"/>
                <a:gd name="connsiteX139" fmla="*/ 1193219 w 1219313"/>
                <a:gd name="connsiteY139" fmla="*/ 343614 h 640117"/>
                <a:gd name="connsiteX140" fmla="*/ 1193070 w 1219313"/>
                <a:gd name="connsiteY140" fmla="*/ 346105 h 640117"/>
                <a:gd name="connsiteX141" fmla="*/ 1192986 w 1219313"/>
                <a:gd name="connsiteY141" fmla="*/ 348033 h 640117"/>
                <a:gd name="connsiteX142" fmla="*/ 1190754 w 1219313"/>
                <a:gd name="connsiteY142" fmla="*/ 348033 h 640117"/>
                <a:gd name="connsiteX143" fmla="*/ 1190832 w 1219313"/>
                <a:gd name="connsiteY143" fmla="*/ 349582 h 640117"/>
                <a:gd name="connsiteX144" fmla="*/ 1190893 w 1219313"/>
                <a:gd name="connsiteY144" fmla="*/ 351614 h 640117"/>
                <a:gd name="connsiteX145" fmla="*/ 1190972 w 1219313"/>
                <a:gd name="connsiteY145" fmla="*/ 353628 h 640117"/>
                <a:gd name="connsiteX146" fmla="*/ 1189652 w 1219313"/>
                <a:gd name="connsiteY146" fmla="*/ 356570 h 640117"/>
                <a:gd name="connsiteX147" fmla="*/ 1188079 w 1219313"/>
                <a:gd name="connsiteY147" fmla="*/ 364107 h 640117"/>
                <a:gd name="connsiteX148" fmla="*/ 1187777 w 1219313"/>
                <a:gd name="connsiteY148" fmla="*/ 365892 h 640117"/>
                <a:gd name="connsiteX149" fmla="*/ 1185545 w 1219313"/>
                <a:gd name="connsiteY149" fmla="*/ 366636 h 640117"/>
                <a:gd name="connsiteX150" fmla="*/ 1185175 w 1219313"/>
                <a:gd name="connsiteY150" fmla="*/ 372185 h 640117"/>
                <a:gd name="connsiteX151" fmla="*/ 1183806 w 1219313"/>
                <a:gd name="connsiteY151" fmla="*/ 375784 h 640117"/>
                <a:gd name="connsiteX152" fmla="*/ 1173499 w 1219313"/>
                <a:gd name="connsiteY152" fmla="*/ 377426 h 640117"/>
                <a:gd name="connsiteX153" fmla="*/ 1169002 w 1219313"/>
                <a:gd name="connsiteY153" fmla="*/ 377449 h 640117"/>
                <a:gd name="connsiteX154" fmla="*/ 1166993 w 1219313"/>
                <a:gd name="connsiteY154" fmla="*/ 377439 h 640117"/>
                <a:gd name="connsiteX155" fmla="*/ 1165453 w 1219313"/>
                <a:gd name="connsiteY155" fmla="*/ 377798 h 640117"/>
                <a:gd name="connsiteX156" fmla="*/ 1165086 w 1219313"/>
                <a:gd name="connsiteY156" fmla="*/ 379285 h 640117"/>
                <a:gd name="connsiteX157" fmla="*/ 1164709 w 1219313"/>
                <a:gd name="connsiteY157" fmla="*/ 380775 h 640117"/>
                <a:gd name="connsiteX158" fmla="*/ 1161081 w 1219313"/>
                <a:gd name="connsiteY158" fmla="*/ 381150 h 640117"/>
                <a:gd name="connsiteX159" fmla="*/ 1158860 w 1219313"/>
                <a:gd name="connsiteY159" fmla="*/ 381192 h 640117"/>
                <a:gd name="connsiteX160" fmla="*/ 1156523 w 1219313"/>
                <a:gd name="connsiteY160" fmla="*/ 381193 h 640117"/>
                <a:gd name="connsiteX161" fmla="*/ 1151965 w 1219313"/>
                <a:gd name="connsiteY161" fmla="*/ 381243 h 640117"/>
                <a:gd name="connsiteX162" fmla="*/ 1149913 w 1219313"/>
                <a:gd name="connsiteY162" fmla="*/ 381244 h 640117"/>
                <a:gd name="connsiteX163" fmla="*/ 1148338 w 1219313"/>
                <a:gd name="connsiteY163" fmla="*/ 381519 h 640117"/>
                <a:gd name="connsiteX164" fmla="*/ 1147593 w 1219313"/>
                <a:gd name="connsiteY164" fmla="*/ 383751 h 640117"/>
                <a:gd name="connsiteX165" fmla="*/ 1144318 w 1219313"/>
                <a:gd name="connsiteY165" fmla="*/ 384028 h 640117"/>
                <a:gd name="connsiteX166" fmla="*/ 1142310 w 1219313"/>
                <a:gd name="connsiteY166" fmla="*/ 384067 h 640117"/>
                <a:gd name="connsiteX167" fmla="*/ 1138096 w 1219313"/>
                <a:gd name="connsiteY167" fmla="*/ 384078 h 640117"/>
                <a:gd name="connsiteX168" fmla="*/ 1136085 w 1219313"/>
                <a:gd name="connsiteY168" fmla="*/ 384121 h 640117"/>
                <a:gd name="connsiteX169" fmla="*/ 1134234 w 1219313"/>
                <a:gd name="connsiteY169" fmla="*/ 384125 h 640117"/>
                <a:gd name="connsiteX170" fmla="*/ 1132711 w 1219313"/>
                <a:gd name="connsiteY170" fmla="*/ 384496 h 640117"/>
                <a:gd name="connsiteX171" fmla="*/ 1131999 w 1219313"/>
                <a:gd name="connsiteY171" fmla="*/ 385979 h 640117"/>
                <a:gd name="connsiteX172" fmla="*/ 1131222 w 1219313"/>
                <a:gd name="connsiteY172" fmla="*/ 387472 h 640117"/>
                <a:gd name="connsiteX173" fmla="*/ 1127333 w 1219313"/>
                <a:gd name="connsiteY173" fmla="*/ 387926 h 640117"/>
                <a:gd name="connsiteX174" fmla="*/ 1125008 w 1219313"/>
                <a:gd name="connsiteY174" fmla="*/ 387998 h 640117"/>
                <a:gd name="connsiteX175" fmla="*/ 1122572 w 1219313"/>
                <a:gd name="connsiteY175" fmla="*/ 388030 h 640117"/>
                <a:gd name="connsiteX176" fmla="*/ 1120118 w 1219313"/>
                <a:gd name="connsiteY176" fmla="*/ 388097 h 640117"/>
                <a:gd name="connsiteX177" fmla="*/ 1114107 w 1219313"/>
                <a:gd name="connsiteY177" fmla="*/ 388216 h 640117"/>
                <a:gd name="connsiteX178" fmla="*/ 1114107 w 1219313"/>
                <a:gd name="connsiteY178" fmla="*/ 390449 h 640117"/>
                <a:gd name="connsiteX179" fmla="*/ 1112833 w 1219313"/>
                <a:gd name="connsiteY179" fmla="*/ 390505 h 640117"/>
                <a:gd name="connsiteX180" fmla="*/ 1107131 w 1219313"/>
                <a:gd name="connsiteY180" fmla="*/ 390774 h 640117"/>
                <a:gd name="connsiteX181" fmla="*/ 1105125 w 1219313"/>
                <a:gd name="connsiteY181" fmla="*/ 390863 h 640117"/>
                <a:gd name="connsiteX182" fmla="*/ 1103207 w 1219313"/>
                <a:gd name="connsiteY182" fmla="*/ 390957 h 640117"/>
                <a:gd name="connsiteX183" fmla="*/ 1101435 w 1219313"/>
                <a:gd name="connsiteY183" fmla="*/ 391040 h 640117"/>
                <a:gd name="connsiteX184" fmla="*/ 1098480 w 1219313"/>
                <a:gd name="connsiteY184" fmla="*/ 391937 h 640117"/>
                <a:gd name="connsiteX185" fmla="*/ 1097736 w 1219313"/>
                <a:gd name="connsiteY185" fmla="*/ 394169 h 640117"/>
                <a:gd name="connsiteX186" fmla="*/ 1094082 w 1219313"/>
                <a:gd name="connsiteY186" fmla="*/ 394550 h 640117"/>
                <a:gd name="connsiteX187" fmla="*/ 1091851 w 1219313"/>
                <a:gd name="connsiteY187" fmla="*/ 394630 h 640117"/>
                <a:gd name="connsiteX188" fmla="*/ 1089504 w 1219313"/>
                <a:gd name="connsiteY188" fmla="*/ 394681 h 640117"/>
                <a:gd name="connsiteX189" fmla="*/ 1087148 w 1219313"/>
                <a:gd name="connsiteY189" fmla="*/ 394758 h 640117"/>
                <a:gd name="connsiteX190" fmla="*/ 1081365 w 1219313"/>
                <a:gd name="connsiteY190" fmla="*/ 394913 h 640117"/>
                <a:gd name="connsiteX191" fmla="*/ 1081365 w 1219313"/>
                <a:gd name="connsiteY191" fmla="*/ 397890 h 640117"/>
                <a:gd name="connsiteX192" fmla="*/ 1079942 w 1219313"/>
                <a:gd name="connsiteY192" fmla="*/ 397923 h 640117"/>
                <a:gd name="connsiteX193" fmla="*/ 1073598 w 1219313"/>
                <a:gd name="connsiteY193" fmla="*/ 398123 h 640117"/>
                <a:gd name="connsiteX194" fmla="*/ 1071358 w 1219313"/>
                <a:gd name="connsiteY194" fmla="*/ 398173 h 640117"/>
                <a:gd name="connsiteX195" fmla="*/ 1069229 w 1219313"/>
                <a:gd name="connsiteY195" fmla="*/ 398253 h 640117"/>
                <a:gd name="connsiteX196" fmla="*/ 1067257 w 1219313"/>
                <a:gd name="connsiteY196" fmla="*/ 398312 h 640117"/>
                <a:gd name="connsiteX197" fmla="*/ 1065738 w 1219313"/>
                <a:gd name="connsiteY197" fmla="*/ 398634 h 640117"/>
                <a:gd name="connsiteX198" fmla="*/ 1064994 w 1219313"/>
                <a:gd name="connsiteY198" fmla="*/ 400867 h 640117"/>
                <a:gd name="connsiteX199" fmla="*/ 1061718 w 1219313"/>
                <a:gd name="connsiteY199" fmla="*/ 401143 h 640117"/>
                <a:gd name="connsiteX200" fmla="*/ 1059711 w 1219313"/>
                <a:gd name="connsiteY200" fmla="*/ 401182 h 640117"/>
                <a:gd name="connsiteX201" fmla="*/ 1055496 w 1219313"/>
                <a:gd name="connsiteY201" fmla="*/ 401194 h 640117"/>
                <a:gd name="connsiteX202" fmla="*/ 1053486 w 1219313"/>
                <a:gd name="connsiteY202" fmla="*/ 401236 h 640117"/>
                <a:gd name="connsiteX203" fmla="*/ 1051634 w 1219313"/>
                <a:gd name="connsiteY203" fmla="*/ 401240 h 640117"/>
                <a:gd name="connsiteX204" fmla="*/ 1050111 w 1219313"/>
                <a:gd name="connsiteY204" fmla="*/ 401611 h 640117"/>
                <a:gd name="connsiteX205" fmla="*/ 1049377 w 1219313"/>
                <a:gd name="connsiteY205" fmla="*/ 403099 h 640117"/>
                <a:gd name="connsiteX206" fmla="*/ 1048623 w 1219313"/>
                <a:gd name="connsiteY206" fmla="*/ 404587 h 640117"/>
                <a:gd name="connsiteX207" fmla="*/ 1045085 w 1219313"/>
                <a:gd name="connsiteY207" fmla="*/ 404962 h 640117"/>
                <a:gd name="connsiteX208" fmla="*/ 1042973 w 1219313"/>
                <a:gd name="connsiteY208" fmla="*/ 405004 h 640117"/>
                <a:gd name="connsiteX209" fmla="*/ 1040763 w 1219313"/>
                <a:gd name="connsiteY209" fmla="*/ 405006 h 640117"/>
                <a:gd name="connsiteX210" fmla="*/ 1036435 w 1219313"/>
                <a:gd name="connsiteY210" fmla="*/ 405055 h 640117"/>
                <a:gd name="connsiteX211" fmla="*/ 1034491 w 1219313"/>
                <a:gd name="connsiteY211" fmla="*/ 405057 h 640117"/>
                <a:gd name="connsiteX212" fmla="*/ 1032996 w 1219313"/>
                <a:gd name="connsiteY212" fmla="*/ 405331 h 640117"/>
                <a:gd name="connsiteX213" fmla="*/ 1032252 w 1219313"/>
                <a:gd name="connsiteY213" fmla="*/ 407564 h 640117"/>
                <a:gd name="connsiteX214" fmla="*/ 1029138 w 1219313"/>
                <a:gd name="connsiteY214" fmla="*/ 407919 h 640117"/>
                <a:gd name="connsiteX215" fmla="*/ 1027233 w 1219313"/>
                <a:gd name="connsiteY215" fmla="*/ 407988 h 640117"/>
                <a:gd name="connsiteX216" fmla="*/ 1025229 w 1219313"/>
                <a:gd name="connsiteY216" fmla="*/ 408029 h 640117"/>
                <a:gd name="connsiteX217" fmla="*/ 1021325 w 1219313"/>
                <a:gd name="connsiteY217" fmla="*/ 408151 h 640117"/>
                <a:gd name="connsiteX218" fmla="*/ 1019568 w 1219313"/>
                <a:gd name="connsiteY218" fmla="*/ 408191 h 640117"/>
                <a:gd name="connsiteX219" fmla="*/ 1016625 w 1219313"/>
                <a:gd name="connsiteY219" fmla="*/ 409052 h 640117"/>
                <a:gd name="connsiteX220" fmla="*/ 1015881 w 1219313"/>
                <a:gd name="connsiteY220" fmla="*/ 411285 h 640117"/>
                <a:gd name="connsiteX221" fmla="*/ 1012578 w 1219313"/>
                <a:gd name="connsiteY221" fmla="*/ 411561 h 640117"/>
                <a:gd name="connsiteX222" fmla="*/ 1010561 w 1219313"/>
                <a:gd name="connsiteY222" fmla="*/ 411600 h 640117"/>
                <a:gd name="connsiteX223" fmla="*/ 1006317 w 1219313"/>
                <a:gd name="connsiteY223" fmla="*/ 411612 h 640117"/>
                <a:gd name="connsiteX224" fmla="*/ 1004300 w 1219313"/>
                <a:gd name="connsiteY224" fmla="*/ 411654 h 640117"/>
                <a:gd name="connsiteX225" fmla="*/ 1002437 w 1219313"/>
                <a:gd name="connsiteY225" fmla="*/ 411658 h 640117"/>
                <a:gd name="connsiteX226" fmla="*/ 1000998 w 1219313"/>
                <a:gd name="connsiteY226" fmla="*/ 412029 h 640117"/>
                <a:gd name="connsiteX227" fmla="*/ 1000636 w 1219313"/>
                <a:gd name="connsiteY227" fmla="*/ 413517 h 640117"/>
                <a:gd name="connsiteX228" fmla="*/ 1000254 w 1219313"/>
                <a:gd name="connsiteY228" fmla="*/ 415005 h 640117"/>
                <a:gd name="connsiteX229" fmla="*/ 996789 w 1219313"/>
                <a:gd name="connsiteY229" fmla="*/ 415380 h 640117"/>
                <a:gd name="connsiteX230" fmla="*/ 994670 w 1219313"/>
                <a:gd name="connsiteY230" fmla="*/ 415422 h 640117"/>
                <a:gd name="connsiteX231" fmla="*/ 992440 w 1219313"/>
                <a:gd name="connsiteY231" fmla="*/ 415424 h 640117"/>
                <a:gd name="connsiteX232" fmla="*/ 988092 w 1219313"/>
                <a:gd name="connsiteY232" fmla="*/ 415473 h 640117"/>
                <a:gd name="connsiteX233" fmla="*/ 986134 w 1219313"/>
                <a:gd name="connsiteY233" fmla="*/ 415475 h 640117"/>
                <a:gd name="connsiteX234" fmla="*/ 984627 w 1219313"/>
                <a:gd name="connsiteY234" fmla="*/ 415749 h 640117"/>
                <a:gd name="connsiteX235" fmla="*/ 983883 w 1219313"/>
                <a:gd name="connsiteY235" fmla="*/ 417982 h 640117"/>
                <a:gd name="connsiteX236" fmla="*/ 980418 w 1219313"/>
                <a:gd name="connsiteY236" fmla="*/ 418069 h 640117"/>
                <a:gd name="connsiteX237" fmla="*/ 978299 w 1219313"/>
                <a:gd name="connsiteY237" fmla="*/ 417996 h 640117"/>
                <a:gd name="connsiteX238" fmla="*/ 973840 w 1219313"/>
                <a:gd name="connsiteY238" fmla="*/ 417764 h 640117"/>
                <a:gd name="connsiteX239" fmla="*/ 971720 w 1219313"/>
                <a:gd name="connsiteY239" fmla="*/ 417697 h 640117"/>
                <a:gd name="connsiteX240" fmla="*/ 969763 w 1219313"/>
                <a:gd name="connsiteY240" fmla="*/ 417595 h 640117"/>
                <a:gd name="connsiteX241" fmla="*/ 968256 w 1219313"/>
                <a:gd name="connsiteY241" fmla="*/ 417982 h 640117"/>
                <a:gd name="connsiteX242" fmla="*/ 967511 w 1219313"/>
                <a:gd name="connsiteY242" fmla="*/ 421703 h 640117"/>
                <a:gd name="connsiteX243" fmla="*/ 964209 w 1219313"/>
                <a:gd name="connsiteY243" fmla="*/ 422150 h 640117"/>
                <a:gd name="connsiteX244" fmla="*/ 962192 w 1219313"/>
                <a:gd name="connsiteY244" fmla="*/ 422185 h 640117"/>
                <a:gd name="connsiteX245" fmla="*/ 960070 w 1219313"/>
                <a:gd name="connsiteY245" fmla="*/ 422168 h 640117"/>
                <a:gd name="connsiteX246" fmla="*/ 955931 w 1219313"/>
                <a:gd name="connsiteY246" fmla="*/ 422197 h 640117"/>
                <a:gd name="connsiteX247" fmla="*/ 954067 w 1219313"/>
                <a:gd name="connsiteY247" fmla="*/ 422184 h 640117"/>
                <a:gd name="connsiteX248" fmla="*/ 952629 w 1219313"/>
                <a:gd name="connsiteY248" fmla="*/ 422447 h 640117"/>
                <a:gd name="connsiteX249" fmla="*/ 951884 w 1219313"/>
                <a:gd name="connsiteY249" fmla="*/ 424679 h 640117"/>
                <a:gd name="connsiteX250" fmla="*/ 945234 w 1219313"/>
                <a:gd name="connsiteY250" fmla="*/ 425144 h 640117"/>
                <a:gd name="connsiteX251" fmla="*/ 941539 w 1219313"/>
                <a:gd name="connsiteY251" fmla="*/ 425266 h 640117"/>
                <a:gd name="connsiteX252" fmla="*/ 939877 w 1219313"/>
                <a:gd name="connsiteY252" fmla="*/ 425306 h 640117"/>
                <a:gd name="connsiteX253" fmla="*/ 937002 w 1219313"/>
                <a:gd name="connsiteY253" fmla="*/ 426167 h 640117"/>
                <a:gd name="connsiteX254" fmla="*/ 937002 w 1219313"/>
                <a:gd name="connsiteY254" fmla="*/ 428400 h 640117"/>
                <a:gd name="connsiteX255" fmla="*/ 935659 w 1219313"/>
                <a:gd name="connsiteY255" fmla="*/ 428421 h 640117"/>
                <a:gd name="connsiteX256" fmla="*/ 929653 w 1219313"/>
                <a:gd name="connsiteY256" fmla="*/ 428586 h 640117"/>
                <a:gd name="connsiteX257" fmla="*/ 927540 w 1219313"/>
                <a:gd name="connsiteY257" fmla="*/ 428618 h 640117"/>
                <a:gd name="connsiteX258" fmla="*/ 925520 w 1219313"/>
                <a:gd name="connsiteY258" fmla="*/ 428690 h 640117"/>
                <a:gd name="connsiteX259" fmla="*/ 923654 w 1219313"/>
                <a:gd name="connsiteY259" fmla="*/ 428738 h 640117"/>
                <a:gd name="connsiteX260" fmla="*/ 922119 w 1219313"/>
                <a:gd name="connsiteY260" fmla="*/ 429144 h 640117"/>
                <a:gd name="connsiteX261" fmla="*/ 920631 w 1219313"/>
                <a:gd name="connsiteY261" fmla="*/ 432121 h 640117"/>
                <a:gd name="connsiteX262" fmla="*/ 915096 w 1219313"/>
                <a:gd name="connsiteY262" fmla="*/ 432260 h 640117"/>
                <a:gd name="connsiteX263" fmla="*/ 907236 w 1219313"/>
                <a:gd name="connsiteY263" fmla="*/ 432865 h 640117"/>
                <a:gd name="connsiteX264" fmla="*/ 906492 w 1219313"/>
                <a:gd name="connsiteY264" fmla="*/ 435097 h 640117"/>
                <a:gd name="connsiteX265" fmla="*/ 903190 w 1219313"/>
                <a:gd name="connsiteY265" fmla="*/ 435373 h 640117"/>
                <a:gd name="connsiteX266" fmla="*/ 901172 w 1219313"/>
                <a:gd name="connsiteY266" fmla="*/ 435412 h 640117"/>
                <a:gd name="connsiteX267" fmla="*/ 896929 w 1219313"/>
                <a:gd name="connsiteY267" fmla="*/ 435424 h 640117"/>
                <a:gd name="connsiteX268" fmla="*/ 894911 w 1219313"/>
                <a:gd name="connsiteY268" fmla="*/ 435466 h 640117"/>
                <a:gd name="connsiteX269" fmla="*/ 893048 w 1219313"/>
                <a:gd name="connsiteY269" fmla="*/ 435470 h 640117"/>
                <a:gd name="connsiteX270" fmla="*/ 891609 w 1219313"/>
                <a:gd name="connsiteY270" fmla="*/ 435841 h 640117"/>
                <a:gd name="connsiteX271" fmla="*/ 891237 w 1219313"/>
                <a:gd name="connsiteY271" fmla="*/ 437329 h 640117"/>
                <a:gd name="connsiteX272" fmla="*/ 890865 w 1219313"/>
                <a:gd name="connsiteY272" fmla="*/ 438818 h 640117"/>
                <a:gd name="connsiteX273" fmla="*/ 887563 w 1219313"/>
                <a:gd name="connsiteY273" fmla="*/ 439193 h 640117"/>
                <a:gd name="connsiteX274" fmla="*/ 885545 w 1219313"/>
                <a:gd name="connsiteY274" fmla="*/ 439235 h 640117"/>
                <a:gd name="connsiteX275" fmla="*/ 883424 w 1219313"/>
                <a:gd name="connsiteY275" fmla="*/ 439236 h 640117"/>
                <a:gd name="connsiteX276" fmla="*/ 879284 w 1219313"/>
                <a:gd name="connsiteY276" fmla="*/ 439286 h 640117"/>
                <a:gd name="connsiteX277" fmla="*/ 877421 w 1219313"/>
                <a:gd name="connsiteY277" fmla="*/ 439287 h 640117"/>
                <a:gd name="connsiteX278" fmla="*/ 875982 w 1219313"/>
                <a:gd name="connsiteY278" fmla="*/ 439562 h 640117"/>
                <a:gd name="connsiteX279" fmla="*/ 875238 w 1219313"/>
                <a:gd name="connsiteY279" fmla="*/ 441794 h 640117"/>
                <a:gd name="connsiteX280" fmla="*/ 872261 w 1219313"/>
                <a:gd name="connsiteY280" fmla="*/ 442070 h 640117"/>
                <a:gd name="connsiteX281" fmla="*/ 870448 w 1219313"/>
                <a:gd name="connsiteY281" fmla="*/ 442110 h 640117"/>
                <a:gd name="connsiteX282" fmla="*/ 866634 w 1219313"/>
                <a:gd name="connsiteY282" fmla="*/ 442121 h 640117"/>
                <a:gd name="connsiteX283" fmla="*/ 864820 w 1219313"/>
                <a:gd name="connsiteY283" fmla="*/ 442164 h 640117"/>
                <a:gd name="connsiteX284" fmla="*/ 863146 w 1219313"/>
                <a:gd name="connsiteY284" fmla="*/ 442168 h 640117"/>
                <a:gd name="connsiteX285" fmla="*/ 861843 w 1219313"/>
                <a:gd name="connsiteY285" fmla="*/ 442538 h 640117"/>
                <a:gd name="connsiteX286" fmla="*/ 861493 w 1219313"/>
                <a:gd name="connsiteY286" fmla="*/ 444022 h 640117"/>
                <a:gd name="connsiteX287" fmla="*/ 861099 w 1219313"/>
                <a:gd name="connsiteY287" fmla="*/ 445515 h 640117"/>
                <a:gd name="connsiteX288" fmla="*/ 857771 w 1219313"/>
                <a:gd name="connsiteY288" fmla="*/ 445969 h 640117"/>
                <a:gd name="connsiteX289" fmla="*/ 855744 w 1219313"/>
                <a:gd name="connsiteY289" fmla="*/ 446041 h 640117"/>
                <a:gd name="connsiteX290" fmla="*/ 853611 w 1219313"/>
                <a:gd name="connsiteY290" fmla="*/ 446073 h 640117"/>
                <a:gd name="connsiteX291" fmla="*/ 851471 w 1219313"/>
                <a:gd name="connsiteY291" fmla="*/ 446140 h 640117"/>
                <a:gd name="connsiteX292" fmla="*/ 846216 w 1219313"/>
                <a:gd name="connsiteY292" fmla="*/ 446259 h 640117"/>
                <a:gd name="connsiteX293" fmla="*/ 846216 w 1219313"/>
                <a:gd name="connsiteY293" fmla="*/ 448492 h 640117"/>
                <a:gd name="connsiteX294" fmla="*/ 837874 w 1219313"/>
                <a:gd name="connsiteY294" fmla="*/ 449189 h 640117"/>
                <a:gd name="connsiteX295" fmla="*/ 832078 w 1219313"/>
                <a:gd name="connsiteY295" fmla="*/ 449980 h 640117"/>
                <a:gd name="connsiteX296" fmla="*/ 832078 w 1219313"/>
                <a:gd name="connsiteY296" fmla="*/ 452212 h 640117"/>
                <a:gd name="connsiteX297" fmla="*/ 830792 w 1219313"/>
                <a:gd name="connsiteY297" fmla="*/ 452153 h 640117"/>
                <a:gd name="connsiteX298" fmla="*/ 825055 w 1219313"/>
                <a:gd name="connsiteY298" fmla="*/ 451980 h 640117"/>
                <a:gd name="connsiteX299" fmla="*/ 823030 w 1219313"/>
                <a:gd name="connsiteY299" fmla="*/ 451885 h 640117"/>
                <a:gd name="connsiteX300" fmla="*/ 817939 w 1219313"/>
                <a:gd name="connsiteY300" fmla="*/ 452212 h 640117"/>
                <a:gd name="connsiteX301" fmla="*/ 817195 w 1219313"/>
                <a:gd name="connsiteY301" fmla="*/ 455933 h 640117"/>
                <a:gd name="connsiteX302" fmla="*/ 810498 w 1219313"/>
                <a:gd name="connsiteY302" fmla="*/ 456398 h 640117"/>
                <a:gd name="connsiteX303" fmla="*/ 806777 w 1219313"/>
                <a:gd name="connsiteY303" fmla="*/ 456427 h 640117"/>
                <a:gd name="connsiteX304" fmla="*/ 805103 w 1219313"/>
                <a:gd name="connsiteY304" fmla="*/ 456414 h 640117"/>
                <a:gd name="connsiteX305" fmla="*/ 803800 w 1219313"/>
                <a:gd name="connsiteY305" fmla="*/ 456677 h 640117"/>
                <a:gd name="connsiteX306" fmla="*/ 803056 w 1219313"/>
                <a:gd name="connsiteY306" fmla="*/ 458910 h 640117"/>
                <a:gd name="connsiteX307" fmla="*/ 797150 w 1219313"/>
                <a:gd name="connsiteY307" fmla="*/ 459375 h 640117"/>
                <a:gd name="connsiteX308" fmla="*/ 789662 w 1219313"/>
                <a:gd name="connsiteY308" fmla="*/ 460398 h 640117"/>
                <a:gd name="connsiteX309" fmla="*/ 788918 w 1219313"/>
                <a:gd name="connsiteY309" fmla="*/ 462630 h 640117"/>
                <a:gd name="connsiteX310" fmla="*/ 785589 w 1219313"/>
                <a:gd name="connsiteY310" fmla="*/ 463011 h 640117"/>
                <a:gd name="connsiteX311" fmla="*/ 783562 w 1219313"/>
                <a:gd name="connsiteY311" fmla="*/ 463091 h 640117"/>
                <a:gd name="connsiteX312" fmla="*/ 781430 w 1219313"/>
                <a:gd name="connsiteY312" fmla="*/ 463142 h 640117"/>
                <a:gd name="connsiteX313" fmla="*/ 779289 w 1219313"/>
                <a:gd name="connsiteY313" fmla="*/ 463219 h 640117"/>
                <a:gd name="connsiteX314" fmla="*/ 774035 w 1219313"/>
                <a:gd name="connsiteY314" fmla="*/ 463374 h 640117"/>
                <a:gd name="connsiteX315" fmla="*/ 774035 w 1219313"/>
                <a:gd name="connsiteY315" fmla="*/ 465607 h 640117"/>
                <a:gd name="connsiteX316" fmla="*/ 772023 w 1219313"/>
                <a:gd name="connsiteY316" fmla="*/ 465743 h 640117"/>
                <a:gd name="connsiteX317" fmla="*/ 769384 w 1219313"/>
                <a:gd name="connsiteY317" fmla="*/ 465932 h 640117"/>
                <a:gd name="connsiteX318" fmla="*/ 766768 w 1219313"/>
                <a:gd name="connsiteY318" fmla="*/ 466116 h 640117"/>
                <a:gd name="connsiteX319" fmla="*/ 761384 w 1219313"/>
                <a:gd name="connsiteY319" fmla="*/ 467095 h 640117"/>
                <a:gd name="connsiteX320" fmla="*/ 760640 w 1219313"/>
                <a:gd name="connsiteY320" fmla="*/ 469328 h 640117"/>
                <a:gd name="connsiteX321" fmla="*/ 752581 w 1219313"/>
                <a:gd name="connsiteY321" fmla="*/ 469655 h 640117"/>
                <a:gd name="connsiteX322" fmla="*/ 747990 w 1219313"/>
                <a:gd name="connsiteY322" fmla="*/ 470072 h 640117"/>
                <a:gd name="connsiteX323" fmla="*/ 747246 w 1219313"/>
                <a:gd name="connsiteY323" fmla="*/ 471560 h 640117"/>
                <a:gd name="connsiteX324" fmla="*/ 746502 w 1219313"/>
                <a:gd name="connsiteY324" fmla="*/ 473048 h 640117"/>
                <a:gd name="connsiteX325" fmla="*/ 740130 w 1219313"/>
                <a:gd name="connsiteY325" fmla="*/ 473467 h 640117"/>
                <a:gd name="connsiteX326" fmla="*/ 733851 w 1219313"/>
                <a:gd name="connsiteY326" fmla="*/ 473792 h 640117"/>
                <a:gd name="connsiteX327" fmla="*/ 733107 w 1219313"/>
                <a:gd name="connsiteY327" fmla="*/ 476025 h 640117"/>
                <a:gd name="connsiteX328" fmla="*/ 730104 w 1219313"/>
                <a:gd name="connsiteY328" fmla="*/ 476406 h 640117"/>
                <a:gd name="connsiteX329" fmla="*/ 728280 w 1219313"/>
                <a:gd name="connsiteY329" fmla="*/ 476486 h 640117"/>
                <a:gd name="connsiteX330" fmla="*/ 726363 w 1219313"/>
                <a:gd name="connsiteY330" fmla="*/ 476536 h 640117"/>
                <a:gd name="connsiteX331" fmla="*/ 724438 w 1219313"/>
                <a:gd name="connsiteY331" fmla="*/ 476613 h 640117"/>
                <a:gd name="connsiteX332" fmla="*/ 719713 w 1219313"/>
                <a:gd name="connsiteY332" fmla="*/ 476769 h 640117"/>
                <a:gd name="connsiteX333" fmla="*/ 719713 w 1219313"/>
                <a:gd name="connsiteY333" fmla="*/ 479746 h 640117"/>
                <a:gd name="connsiteX334" fmla="*/ 716971 w 1219313"/>
                <a:gd name="connsiteY334" fmla="*/ 479830 h 640117"/>
                <a:gd name="connsiteX335" fmla="*/ 713434 w 1219313"/>
                <a:gd name="connsiteY335" fmla="*/ 479978 h 640117"/>
                <a:gd name="connsiteX336" fmla="*/ 711624 w 1219313"/>
                <a:gd name="connsiteY336" fmla="*/ 480029 h 640117"/>
                <a:gd name="connsiteX337" fmla="*/ 707062 w 1219313"/>
                <a:gd name="connsiteY337" fmla="*/ 480490 h 640117"/>
                <a:gd name="connsiteX338" fmla="*/ 706318 w 1219313"/>
                <a:gd name="connsiteY338" fmla="*/ 482722 h 640117"/>
                <a:gd name="connsiteX339" fmla="*/ 699946 w 1219313"/>
                <a:gd name="connsiteY339" fmla="*/ 483234 h 640117"/>
                <a:gd name="connsiteX340" fmla="*/ 698128 w 1219313"/>
                <a:gd name="connsiteY340" fmla="*/ 483311 h 640117"/>
                <a:gd name="connsiteX341" fmla="*/ 693668 w 1219313"/>
                <a:gd name="connsiteY341" fmla="*/ 483466 h 640117"/>
                <a:gd name="connsiteX342" fmla="*/ 693668 w 1219313"/>
                <a:gd name="connsiteY342" fmla="*/ 486443 h 640117"/>
                <a:gd name="connsiteX343" fmla="*/ 690927 w 1219313"/>
                <a:gd name="connsiteY343" fmla="*/ 486501 h 640117"/>
                <a:gd name="connsiteX344" fmla="*/ 687389 w 1219313"/>
                <a:gd name="connsiteY344" fmla="*/ 486629 h 640117"/>
                <a:gd name="connsiteX345" fmla="*/ 685579 w 1219313"/>
                <a:gd name="connsiteY345" fmla="*/ 486661 h 640117"/>
                <a:gd name="connsiteX346" fmla="*/ 681017 w 1219313"/>
                <a:gd name="connsiteY346" fmla="*/ 487187 h 640117"/>
                <a:gd name="connsiteX347" fmla="*/ 680273 w 1219313"/>
                <a:gd name="connsiteY347" fmla="*/ 490163 h 640117"/>
                <a:gd name="connsiteX348" fmla="*/ 674739 w 1219313"/>
                <a:gd name="connsiteY348" fmla="*/ 490303 h 640117"/>
                <a:gd name="connsiteX349" fmla="*/ 667623 w 1219313"/>
                <a:gd name="connsiteY349" fmla="*/ 490908 h 640117"/>
                <a:gd name="connsiteX350" fmla="*/ 666879 w 1219313"/>
                <a:gd name="connsiteY350" fmla="*/ 493140 h 640117"/>
                <a:gd name="connsiteX351" fmla="*/ 661344 w 1219313"/>
                <a:gd name="connsiteY351" fmla="*/ 493605 h 640117"/>
                <a:gd name="connsiteX352" fmla="*/ 654228 w 1219313"/>
                <a:gd name="connsiteY352" fmla="*/ 494628 h 640117"/>
                <a:gd name="connsiteX353" fmla="*/ 654228 w 1219313"/>
                <a:gd name="connsiteY353" fmla="*/ 496861 h 640117"/>
                <a:gd name="connsiteX354" fmla="*/ 651650 w 1219313"/>
                <a:gd name="connsiteY354" fmla="*/ 496945 h 640117"/>
                <a:gd name="connsiteX355" fmla="*/ 648322 w 1219313"/>
                <a:gd name="connsiteY355" fmla="*/ 497093 h 640117"/>
                <a:gd name="connsiteX356" fmla="*/ 646620 w 1219313"/>
                <a:gd name="connsiteY356" fmla="*/ 497144 h 640117"/>
                <a:gd name="connsiteX357" fmla="*/ 642322 w 1219313"/>
                <a:gd name="connsiteY357" fmla="*/ 497605 h 640117"/>
                <a:gd name="connsiteX358" fmla="*/ 641578 w 1219313"/>
                <a:gd name="connsiteY358" fmla="*/ 499837 h 640117"/>
                <a:gd name="connsiteX359" fmla="*/ 633933 w 1219313"/>
                <a:gd name="connsiteY359" fmla="*/ 500164 h 640117"/>
                <a:gd name="connsiteX360" fmla="*/ 629672 w 1219313"/>
                <a:gd name="connsiteY360" fmla="*/ 500581 h 640117"/>
                <a:gd name="connsiteX361" fmla="*/ 628927 w 1219313"/>
                <a:gd name="connsiteY361" fmla="*/ 503558 h 640117"/>
                <a:gd name="connsiteX362" fmla="*/ 621348 w 1219313"/>
                <a:gd name="connsiteY362" fmla="*/ 503921 h 640117"/>
                <a:gd name="connsiteX363" fmla="*/ 617021 w 1219313"/>
                <a:gd name="connsiteY363" fmla="*/ 504302 h 640117"/>
                <a:gd name="connsiteX364" fmla="*/ 615533 w 1219313"/>
                <a:gd name="connsiteY364" fmla="*/ 507279 h 640117"/>
                <a:gd name="connsiteX365" fmla="*/ 610696 w 1219313"/>
                <a:gd name="connsiteY365" fmla="*/ 507418 h 640117"/>
                <a:gd name="connsiteX366" fmla="*/ 604371 w 1219313"/>
                <a:gd name="connsiteY366" fmla="*/ 508023 h 640117"/>
                <a:gd name="connsiteX367" fmla="*/ 603627 w 1219313"/>
                <a:gd name="connsiteY367" fmla="*/ 510255 h 640117"/>
                <a:gd name="connsiteX368" fmla="*/ 596461 w 1219313"/>
                <a:gd name="connsiteY368" fmla="*/ 510582 h 640117"/>
                <a:gd name="connsiteX369" fmla="*/ 592465 w 1219313"/>
                <a:gd name="connsiteY369" fmla="*/ 510999 h 640117"/>
                <a:gd name="connsiteX370" fmla="*/ 592116 w 1219313"/>
                <a:gd name="connsiteY370" fmla="*/ 512488 h 640117"/>
                <a:gd name="connsiteX371" fmla="*/ 591720 w 1219313"/>
                <a:gd name="connsiteY371" fmla="*/ 513976 h 640117"/>
                <a:gd name="connsiteX372" fmla="*/ 585767 w 1219313"/>
                <a:gd name="connsiteY372" fmla="*/ 514395 h 640117"/>
                <a:gd name="connsiteX373" fmla="*/ 579814 w 1219313"/>
                <a:gd name="connsiteY373" fmla="*/ 514720 h 640117"/>
                <a:gd name="connsiteX374" fmla="*/ 579070 w 1219313"/>
                <a:gd name="connsiteY374" fmla="*/ 516953 h 640117"/>
                <a:gd name="connsiteX375" fmla="*/ 573442 w 1219313"/>
                <a:gd name="connsiteY375" fmla="*/ 517464 h 640117"/>
                <a:gd name="connsiteX376" fmla="*/ 571839 w 1219313"/>
                <a:gd name="connsiteY376" fmla="*/ 517541 h 640117"/>
                <a:gd name="connsiteX377" fmla="*/ 567908 w 1219313"/>
                <a:gd name="connsiteY377" fmla="*/ 517697 h 640117"/>
                <a:gd name="connsiteX378" fmla="*/ 567908 w 1219313"/>
                <a:gd name="connsiteY378" fmla="*/ 520673 h 640117"/>
                <a:gd name="connsiteX379" fmla="*/ 565330 w 1219313"/>
                <a:gd name="connsiteY379" fmla="*/ 520758 h 640117"/>
                <a:gd name="connsiteX380" fmla="*/ 562001 w 1219313"/>
                <a:gd name="connsiteY380" fmla="*/ 520906 h 640117"/>
                <a:gd name="connsiteX381" fmla="*/ 560299 w 1219313"/>
                <a:gd name="connsiteY381" fmla="*/ 520957 h 640117"/>
                <a:gd name="connsiteX382" fmla="*/ 556002 w 1219313"/>
                <a:gd name="connsiteY382" fmla="*/ 521417 h 640117"/>
                <a:gd name="connsiteX383" fmla="*/ 555258 w 1219313"/>
                <a:gd name="connsiteY383" fmla="*/ 523650 h 640117"/>
                <a:gd name="connsiteX384" fmla="*/ 548839 w 1219313"/>
                <a:gd name="connsiteY384" fmla="*/ 524440 h 640117"/>
                <a:gd name="connsiteX385" fmla="*/ 546159 w 1219313"/>
                <a:gd name="connsiteY385" fmla="*/ 524420 h 640117"/>
                <a:gd name="connsiteX386" fmla="*/ 544095 w 1219313"/>
                <a:gd name="connsiteY386" fmla="*/ 524394 h 640117"/>
                <a:gd name="connsiteX387" fmla="*/ 544095 w 1219313"/>
                <a:gd name="connsiteY387" fmla="*/ 527371 h 640117"/>
                <a:gd name="connsiteX388" fmla="*/ 532189 w 1219313"/>
                <a:gd name="connsiteY388" fmla="*/ 528115 h 640117"/>
                <a:gd name="connsiteX389" fmla="*/ 532189 w 1219313"/>
                <a:gd name="connsiteY389" fmla="*/ 531091 h 640117"/>
                <a:gd name="connsiteX390" fmla="*/ 529774 w 1219313"/>
                <a:gd name="connsiteY390" fmla="*/ 531176 h 640117"/>
                <a:gd name="connsiteX391" fmla="*/ 526655 w 1219313"/>
                <a:gd name="connsiteY391" fmla="*/ 531324 h 640117"/>
                <a:gd name="connsiteX392" fmla="*/ 525060 w 1219313"/>
                <a:gd name="connsiteY392" fmla="*/ 531375 h 640117"/>
                <a:gd name="connsiteX393" fmla="*/ 521027 w 1219313"/>
                <a:gd name="connsiteY393" fmla="*/ 531835 h 640117"/>
                <a:gd name="connsiteX394" fmla="*/ 520283 w 1219313"/>
                <a:gd name="connsiteY394" fmla="*/ 534068 h 640117"/>
                <a:gd name="connsiteX395" fmla="*/ 512263 w 1219313"/>
                <a:gd name="connsiteY395" fmla="*/ 534437 h 640117"/>
                <a:gd name="connsiteX396" fmla="*/ 509865 w 1219313"/>
                <a:gd name="connsiteY396" fmla="*/ 534812 h 640117"/>
                <a:gd name="connsiteX397" fmla="*/ 509121 w 1219313"/>
                <a:gd name="connsiteY397" fmla="*/ 536300 h 640117"/>
                <a:gd name="connsiteX398" fmla="*/ 508377 w 1219313"/>
                <a:gd name="connsiteY398" fmla="*/ 537788 h 640117"/>
                <a:gd name="connsiteX399" fmla="*/ 503121 w 1219313"/>
                <a:gd name="connsiteY399" fmla="*/ 538207 h 640117"/>
                <a:gd name="connsiteX400" fmla="*/ 497959 w 1219313"/>
                <a:gd name="connsiteY400" fmla="*/ 538533 h 640117"/>
                <a:gd name="connsiteX401" fmla="*/ 497215 w 1219313"/>
                <a:gd name="connsiteY401" fmla="*/ 540765 h 640117"/>
                <a:gd name="connsiteX402" fmla="*/ 492843 w 1219313"/>
                <a:gd name="connsiteY402" fmla="*/ 541230 h 640117"/>
                <a:gd name="connsiteX403" fmla="*/ 486052 w 1219313"/>
                <a:gd name="connsiteY403" fmla="*/ 542253 h 640117"/>
                <a:gd name="connsiteX404" fmla="*/ 486052 w 1219313"/>
                <a:gd name="connsiteY404" fmla="*/ 544486 h 640117"/>
                <a:gd name="connsiteX405" fmla="*/ 474890 w 1219313"/>
                <a:gd name="connsiteY405" fmla="*/ 545230 h 640117"/>
                <a:gd name="connsiteX406" fmla="*/ 474890 w 1219313"/>
                <a:gd name="connsiteY406" fmla="*/ 548206 h 640117"/>
                <a:gd name="connsiteX407" fmla="*/ 472638 w 1219313"/>
                <a:gd name="connsiteY407" fmla="*/ 548291 h 640117"/>
                <a:gd name="connsiteX408" fmla="*/ 469728 w 1219313"/>
                <a:gd name="connsiteY408" fmla="*/ 548439 h 640117"/>
                <a:gd name="connsiteX409" fmla="*/ 466824 w 1219313"/>
                <a:gd name="connsiteY409" fmla="*/ 548570 h 640117"/>
                <a:gd name="connsiteX410" fmla="*/ 464472 w 1219313"/>
                <a:gd name="connsiteY410" fmla="*/ 548951 h 640117"/>
                <a:gd name="connsiteX411" fmla="*/ 463728 w 1219313"/>
                <a:gd name="connsiteY411" fmla="*/ 551183 h 640117"/>
                <a:gd name="connsiteX412" fmla="*/ 459310 w 1219313"/>
                <a:gd name="connsiteY412" fmla="*/ 551648 h 640117"/>
                <a:gd name="connsiteX413" fmla="*/ 453310 w 1219313"/>
                <a:gd name="connsiteY413" fmla="*/ 552671 h 640117"/>
                <a:gd name="connsiteX414" fmla="*/ 453310 w 1219313"/>
                <a:gd name="connsiteY414" fmla="*/ 554904 h 640117"/>
                <a:gd name="connsiteX415" fmla="*/ 451057 w 1219313"/>
                <a:gd name="connsiteY415" fmla="*/ 554988 h 640117"/>
                <a:gd name="connsiteX416" fmla="*/ 448148 w 1219313"/>
                <a:gd name="connsiteY416" fmla="*/ 555136 h 640117"/>
                <a:gd name="connsiteX417" fmla="*/ 445244 w 1219313"/>
                <a:gd name="connsiteY417" fmla="*/ 555267 h 640117"/>
                <a:gd name="connsiteX418" fmla="*/ 442892 w 1219313"/>
                <a:gd name="connsiteY418" fmla="*/ 555648 h 640117"/>
                <a:gd name="connsiteX419" fmla="*/ 442148 w 1219313"/>
                <a:gd name="connsiteY419" fmla="*/ 557880 h 640117"/>
                <a:gd name="connsiteX420" fmla="*/ 437730 w 1219313"/>
                <a:gd name="connsiteY420" fmla="*/ 558345 h 640117"/>
                <a:gd name="connsiteX421" fmla="*/ 431730 w 1219313"/>
                <a:gd name="connsiteY421" fmla="*/ 559369 h 640117"/>
                <a:gd name="connsiteX422" fmla="*/ 430986 w 1219313"/>
                <a:gd name="connsiteY422" fmla="*/ 561601 h 640117"/>
                <a:gd name="connsiteX423" fmla="*/ 423548 w 1219313"/>
                <a:gd name="connsiteY423" fmla="*/ 561970 h 640117"/>
                <a:gd name="connsiteX424" fmla="*/ 421312 w 1219313"/>
                <a:gd name="connsiteY424" fmla="*/ 562345 h 640117"/>
                <a:gd name="connsiteX425" fmla="*/ 420594 w 1219313"/>
                <a:gd name="connsiteY425" fmla="*/ 563848 h 640117"/>
                <a:gd name="connsiteX426" fmla="*/ 419824 w 1219313"/>
                <a:gd name="connsiteY426" fmla="*/ 565322 h 640117"/>
                <a:gd name="connsiteX427" fmla="*/ 414522 w 1219313"/>
                <a:gd name="connsiteY427" fmla="*/ 565508 h 640117"/>
                <a:gd name="connsiteX428" fmla="*/ 411633 w 1219313"/>
                <a:gd name="connsiteY428" fmla="*/ 565426 h 640117"/>
                <a:gd name="connsiteX429" fmla="*/ 409406 w 1219313"/>
                <a:gd name="connsiteY429" fmla="*/ 565322 h 640117"/>
                <a:gd name="connsiteX430" fmla="*/ 409406 w 1219313"/>
                <a:gd name="connsiteY430" fmla="*/ 568298 h 640117"/>
                <a:gd name="connsiteX431" fmla="*/ 407316 w 1219313"/>
                <a:gd name="connsiteY431" fmla="*/ 568356 h 640117"/>
                <a:gd name="connsiteX432" fmla="*/ 404616 w 1219313"/>
                <a:gd name="connsiteY432" fmla="*/ 568484 h 640117"/>
                <a:gd name="connsiteX433" fmla="*/ 401921 w 1219313"/>
                <a:gd name="connsiteY433" fmla="*/ 568589 h 640117"/>
                <a:gd name="connsiteX434" fmla="*/ 399732 w 1219313"/>
                <a:gd name="connsiteY434" fmla="*/ 569042 h 640117"/>
                <a:gd name="connsiteX435" fmla="*/ 399383 w 1219313"/>
                <a:gd name="connsiteY435" fmla="*/ 570554 h 640117"/>
                <a:gd name="connsiteX436" fmla="*/ 398988 w 1219313"/>
                <a:gd name="connsiteY436" fmla="*/ 572019 h 640117"/>
                <a:gd name="connsiteX437" fmla="*/ 393732 w 1219313"/>
                <a:gd name="connsiteY437" fmla="*/ 572205 h 640117"/>
                <a:gd name="connsiteX438" fmla="*/ 390823 w 1219313"/>
                <a:gd name="connsiteY438" fmla="*/ 572124 h 640117"/>
                <a:gd name="connsiteX439" fmla="*/ 388570 w 1219313"/>
                <a:gd name="connsiteY439" fmla="*/ 572019 h 640117"/>
                <a:gd name="connsiteX440" fmla="*/ 388570 w 1219313"/>
                <a:gd name="connsiteY440" fmla="*/ 574996 h 640117"/>
                <a:gd name="connsiteX441" fmla="*/ 378152 w 1219313"/>
                <a:gd name="connsiteY441" fmla="*/ 575740 h 640117"/>
                <a:gd name="connsiteX442" fmla="*/ 378152 w 1219313"/>
                <a:gd name="connsiteY442" fmla="*/ 578716 h 640117"/>
                <a:gd name="connsiteX443" fmla="*/ 366990 w 1219313"/>
                <a:gd name="connsiteY443" fmla="*/ 579460 h 640117"/>
                <a:gd name="connsiteX444" fmla="*/ 366990 w 1219313"/>
                <a:gd name="connsiteY444" fmla="*/ 582437 h 640117"/>
                <a:gd name="connsiteX445" fmla="*/ 365063 w 1219313"/>
                <a:gd name="connsiteY445" fmla="*/ 582521 h 640117"/>
                <a:gd name="connsiteX446" fmla="*/ 362572 w 1219313"/>
                <a:gd name="connsiteY446" fmla="*/ 582669 h 640117"/>
                <a:gd name="connsiteX447" fmla="*/ 360086 w 1219313"/>
                <a:gd name="connsiteY447" fmla="*/ 582800 h 640117"/>
                <a:gd name="connsiteX448" fmla="*/ 358060 w 1219313"/>
                <a:gd name="connsiteY448" fmla="*/ 583181 h 640117"/>
                <a:gd name="connsiteX449" fmla="*/ 357316 w 1219313"/>
                <a:gd name="connsiteY449" fmla="*/ 585413 h 640117"/>
                <a:gd name="connsiteX450" fmla="*/ 351689 w 1219313"/>
                <a:gd name="connsiteY450" fmla="*/ 585925 h 640117"/>
                <a:gd name="connsiteX451" fmla="*/ 350085 w 1219313"/>
                <a:gd name="connsiteY451" fmla="*/ 586002 h 640117"/>
                <a:gd name="connsiteX452" fmla="*/ 346154 w 1219313"/>
                <a:gd name="connsiteY452" fmla="*/ 586158 h 640117"/>
                <a:gd name="connsiteX453" fmla="*/ 346154 w 1219313"/>
                <a:gd name="connsiteY453" fmla="*/ 589134 h 640117"/>
                <a:gd name="connsiteX454" fmla="*/ 334992 w 1219313"/>
                <a:gd name="connsiteY454" fmla="*/ 589878 h 640117"/>
                <a:gd name="connsiteX455" fmla="*/ 334992 w 1219313"/>
                <a:gd name="connsiteY455" fmla="*/ 592111 h 640117"/>
                <a:gd name="connsiteX456" fmla="*/ 324574 w 1219313"/>
                <a:gd name="connsiteY456" fmla="*/ 592855 h 640117"/>
                <a:gd name="connsiteX457" fmla="*/ 324574 w 1219313"/>
                <a:gd name="connsiteY457" fmla="*/ 595831 h 640117"/>
                <a:gd name="connsiteX458" fmla="*/ 322158 w 1219313"/>
                <a:gd name="connsiteY458" fmla="*/ 595890 h 640117"/>
                <a:gd name="connsiteX459" fmla="*/ 319039 w 1219313"/>
                <a:gd name="connsiteY459" fmla="*/ 596017 h 640117"/>
                <a:gd name="connsiteX460" fmla="*/ 317445 w 1219313"/>
                <a:gd name="connsiteY460" fmla="*/ 596049 h 640117"/>
                <a:gd name="connsiteX461" fmla="*/ 313412 w 1219313"/>
                <a:gd name="connsiteY461" fmla="*/ 596576 h 640117"/>
                <a:gd name="connsiteX462" fmla="*/ 312668 w 1219313"/>
                <a:gd name="connsiteY462" fmla="*/ 599552 h 640117"/>
                <a:gd name="connsiteX463" fmla="*/ 309040 w 1219313"/>
                <a:gd name="connsiteY463" fmla="*/ 599692 h 640117"/>
                <a:gd name="connsiteX464" fmla="*/ 302994 w 1219313"/>
                <a:gd name="connsiteY464" fmla="*/ 600296 h 640117"/>
                <a:gd name="connsiteX465" fmla="*/ 302994 w 1219313"/>
                <a:gd name="connsiteY465" fmla="*/ 602529 h 640117"/>
                <a:gd name="connsiteX466" fmla="*/ 300578 w 1219313"/>
                <a:gd name="connsiteY466" fmla="*/ 602587 h 640117"/>
                <a:gd name="connsiteX467" fmla="*/ 297459 w 1219313"/>
                <a:gd name="connsiteY467" fmla="*/ 602715 h 640117"/>
                <a:gd name="connsiteX468" fmla="*/ 295865 w 1219313"/>
                <a:gd name="connsiteY468" fmla="*/ 602747 h 640117"/>
                <a:gd name="connsiteX469" fmla="*/ 291832 w 1219313"/>
                <a:gd name="connsiteY469" fmla="*/ 603273 h 640117"/>
                <a:gd name="connsiteX470" fmla="*/ 291483 w 1219313"/>
                <a:gd name="connsiteY470" fmla="*/ 604784 h 640117"/>
                <a:gd name="connsiteX471" fmla="*/ 291088 w 1219313"/>
                <a:gd name="connsiteY471" fmla="*/ 606249 h 640117"/>
                <a:gd name="connsiteX472" fmla="*/ 285088 w 1219313"/>
                <a:gd name="connsiteY472" fmla="*/ 606435 h 640117"/>
                <a:gd name="connsiteX473" fmla="*/ 283377 w 1219313"/>
                <a:gd name="connsiteY473" fmla="*/ 606395 h 640117"/>
                <a:gd name="connsiteX474" fmla="*/ 279181 w 1219313"/>
                <a:gd name="connsiteY474" fmla="*/ 606249 h 640117"/>
                <a:gd name="connsiteX475" fmla="*/ 279181 w 1219313"/>
                <a:gd name="connsiteY475" fmla="*/ 609226 h 640117"/>
                <a:gd name="connsiteX476" fmla="*/ 276929 w 1219313"/>
                <a:gd name="connsiteY476" fmla="*/ 609284 h 640117"/>
                <a:gd name="connsiteX477" fmla="*/ 274019 w 1219313"/>
                <a:gd name="connsiteY477" fmla="*/ 609412 h 640117"/>
                <a:gd name="connsiteX478" fmla="*/ 271115 w 1219313"/>
                <a:gd name="connsiteY478" fmla="*/ 609517 h 640117"/>
                <a:gd name="connsiteX479" fmla="*/ 268763 w 1219313"/>
                <a:gd name="connsiteY479" fmla="*/ 609970 h 640117"/>
                <a:gd name="connsiteX480" fmla="*/ 268412 w 1219313"/>
                <a:gd name="connsiteY480" fmla="*/ 611467 h 640117"/>
                <a:gd name="connsiteX481" fmla="*/ 268019 w 1219313"/>
                <a:gd name="connsiteY481" fmla="*/ 612947 h 640117"/>
                <a:gd name="connsiteX482" fmla="*/ 262438 w 1219313"/>
                <a:gd name="connsiteY482" fmla="*/ 613365 h 640117"/>
                <a:gd name="connsiteX483" fmla="*/ 256857 w 1219313"/>
                <a:gd name="connsiteY483" fmla="*/ 613691 h 640117"/>
                <a:gd name="connsiteX484" fmla="*/ 256113 w 1219313"/>
                <a:gd name="connsiteY484" fmla="*/ 615923 h 640117"/>
                <a:gd name="connsiteX485" fmla="*/ 251834 w 1219313"/>
                <a:gd name="connsiteY485" fmla="*/ 616435 h 640117"/>
                <a:gd name="connsiteX486" fmla="*/ 249474 w 1219313"/>
                <a:gd name="connsiteY486" fmla="*/ 616583 h 640117"/>
                <a:gd name="connsiteX487" fmla="*/ 243463 w 1219313"/>
                <a:gd name="connsiteY487" fmla="*/ 616667 h 640117"/>
                <a:gd name="connsiteX488" fmla="*/ 243463 w 1219313"/>
                <a:gd name="connsiteY488" fmla="*/ 619644 h 640117"/>
                <a:gd name="connsiteX489" fmla="*/ 231556 w 1219313"/>
                <a:gd name="connsiteY489" fmla="*/ 620388 h 640117"/>
                <a:gd name="connsiteX490" fmla="*/ 231556 w 1219313"/>
                <a:gd name="connsiteY490" fmla="*/ 623365 h 640117"/>
                <a:gd name="connsiteX491" fmla="*/ 228978 w 1219313"/>
                <a:gd name="connsiteY491" fmla="*/ 623449 h 640117"/>
                <a:gd name="connsiteX492" fmla="*/ 225650 w 1219313"/>
                <a:gd name="connsiteY492" fmla="*/ 623597 h 640117"/>
                <a:gd name="connsiteX493" fmla="*/ 223948 w 1219313"/>
                <a:gd name="connsiteY493" fmla="*/ 623648 h 640117"/>
                <a:gd name="connsiteX494" fmla="*/ 219650 w 1219313"/>
                <a:gd name="connsiteY494" fmla="*/ 624109 h 640117"/>
                <a:gd name="connsiteX495" fmla="*/ 218906 w 1219313"/>
                <a:gd name="connsiteY495" fmla="*/ 626341 h 640117"/>
                <a:gd name="connsiteX496" fmla="*/ 213371 w 1219313"/>
                <a:gd name="connsiteY496" fmla="*/ 626806 h 640117"/>
                <a:gd name="connsiteX497" fmla="*/ 206256 w 1219313"/>
                <a:gd name="connsiteY497" fmla="*/ 627829 h 640117"/>
                <a:gd name="connsiteX498" fmla="*/ 206256 w 1219313"/>
                <a:gd name="connsiteY498" fmla="*/ 630062 h 640117"/>
                <a:gd name="connsiteX499" fmla="*/ 203703 w 1219313"/>
                <a:gd name="connsiteY499" fmla="*/ 630146 h 640117"/>
                <a:gd name="connsiteX500" fmla="*/ 200395 w 1219313"/>
                <a:gd name="connsiteY500" fmla="*/ 630294 h 640117"/>
                <a:gd name="connsiteX501" fmla="*/ 198712 w 1219313"/>
                <a:gd name="connsiteY501" fmla="*/ 630345 h 640117"/>
                <a:gd name="connsiteX502" fmla="*/ 194349 w 1219313"/>
                <a:gd name="connsiteY502" fmla="*/ 630806 h 640117"/>
                <a:gd name="connsiteX503" fmla="*/ 192861 w 1219313"/>
                <a:gd name="connsiteY503" fmla="*/ 633038 h 640117"/>
                <a:gd name="connsiteX504" fmla="*/ 185725 w 1219313"/>
                <a:gd name="connsiteY504" fmla="*/ 633365 h 640117"/>
                <a:gd name="connsiteX505" fmla="*/ 181699 w 1219313"/>
                <a:gd name="connsiteY505" fmla="*/ 633783 h 640117"/>
                <a:gd name="connsiteX506" fmla="*/ 180987 w 1219313"/>
                <a:gd name="connsiteY506" fmla="*/ 635273 h 640117"/>
                <a:gd name="connsiteX507" fmla="*/ 180211 w 1219313"/>
                <a:gd name="connsiteY507" fmla="*/ 636759 h 640117"/>
                <a:gd name="connsiteX508" fmla="*/ 177161 w 1219313"/>
                <a:gd name="connsiteY508" fmla="*/ 637108 h 640117"/>
                <a:gd name="connsiteX509" fmla="*/ 175355 w 1219313"/>
                <a:gd name="connsiteY509" fmla="*/ 637140 h 640117"/>
                <a:gd name="connsiteX510" fmla="*/ 173467 w 1219313"/>
                <a:gd name="connsiteY510" fmla="*/ 637131 h 640117"/>
                <a:gd name="connsiteX511" fmla="*/ 166816 w 1219313"/>
                <a:gd name="connsiteY511" fmla="*/ 637503 h 640117"/>
                <a:gd name="connsiteX512" fmla="*/ 166497 w 1219313"/>
                <a:gd name="connsiteY512" fmla="*/ 638989 h 640117"/>
                <a:gd name="connsiteX513" fmla="*/ 166072 w 1219313"/>
                <a:gd name="connsiteY513" fmla="*/ 640480 h 640117"/>
                <a:gd name="connsiteX514" fmla="*/ 162281 w 1219313"/>
                <a:gd name="connsiteY514" fmla="*/ 640875 h 640117"/>
                <a:gd name="connsiteX515" fmla="*/ 159959 w 1219313"/>
                <a:gd name="connsiteY515" fmla="*/ 640887 h 640117"/>
                <a:gd name="connsiteX516" fmla="*/ 157514 w 1219313"/>
                <a:gd name="connsiteY516" fmla="*/ 640852 h 640117"/>
                <a:gd name="connsiteX517" fmla="*/ 155070 w 1219313"/>
                <a:gd name="connsiteY517" fmla="*/ 640887 h 640117"/>
                <a:gd name="connsiteX518" fmla="*/ 152747 w 1219313"/>
                <a:gd name="connsiteY518" fmla="*/ 640875 h 640117"/>
                <a:gd name="connsiteX519" fmla="*/ 150600 w 1219313"/>
                <a:gd name="connsiteY519" fmla="*/ 640865 h 640117"/>
                <a:gd name="connsiteX520" fmla="*/ 148957 w 1219313"/>
                <a:gd name="connsiteY520" fmla="*/ 640480 h 640117"/>
                <a:gd name="connsiteX521" fmla="*/ 148213 w 1219313"/>
                <a:gd name="connsiteY521" fmla="*/ 637503 h 640117"/>
                <a:gd name="connsiteX522" fmla="*/ 145236 w 1219313"/>
                <a:gd name="connsiteY522" fmla="*/ 636015 h 640117"/>
                <a:gd name="connsiteX523" fmla="*/ 138539 w 1219313"/>
                <a:gd name="connsiteY523" fmla="*/ 626341 h 640117"/>
                <a:gd name="connsiteX524" fmla="*/ 136306 w 1219313"/>
                <a:gd name="connsiteY524" fmla="*/ 625597 h 640117"/>
                <a:gd name="connsiteX525" fmla="*/ 135934 w 1219313"/>
                <a:gd name="connsiteY525" fmla="*/ 624062 h 640117"/>
                <a:gd name="connsiteX526" fmla="*/ 135562 w 1219313"/>
                <a:gd name="connsiteY526" fmla="*/ 622620 h 640117"/>
                <a:gd name="connsiteX527" fmla="*/ 133330 w 1219313"/>
                <a:gd name="connsiteY527" fmla="*/ 622620 h 640117"/>
                <a:gd name="connsiteX528" fmla="*/ 131841 w 1219313"/>
                <a:gd name="connsiteY528" fmla="*/ 619644 h 640117"/>
                <a:gd name="connsiteX529" fmla="*/ 130353 w 1219313"/>
                <a:gd name="connsiteY529" fmla="*/ 618900 h 640117"/>
                <a:gd name="connsiteX530" fmla="*/ 130353 w 1219313"/>
                <a:gd name="connsiteY530" fmla="*/ 615923 h 640117"/>
                <a:gd name="connsiteX531" fmla="*/ 128121 w 1219313"/>
                <a:gd name="connsiteY531" fmla="*/ 615923 h 640117"/>
                <a:gd name="connsiteX532" fmla="*/ 126632 w 1219313"/>
                <a:gd name="connsiteY532" fmla="*/ 612947 h 640117"/>
                <a:gd name="connsiteX533" fmla="*/ 125144 w 1219313"/>
                <a:gd name="connsiteY533" fmla="*/ 612203 h 640117"/>
                <a:gd name="connsiteX534" fmla="*/ 123656 w 1219313"/>
                <a:gd name="connsiteY534" fmla="*/ 609226 h 640117"/>
                <a:gd name="connsiteX535" fmla="*/ 122168 w 1219313"/>
                <a:gd name="connsiteY535" fmla="*/ 608482 h 640117"/>
                <a:gd name="connsiteX536" fmla="*/ 121423 w 1219313"/>
                <a:gd name="connsiteY536" fmla="*/ 606249 h 640117"/>
                <a:gd name="connsiteX537" fmla="*/ 119191 w 1219313"/>
                <a:gd name="connsiteY537" fmla="*/ 604017 h 640117"/>
                <a:gd name="connsiteX538" fmla="*/ 116215 w 1219313"/>
                <a:gd name="connsiteY538" fmla="*/ 599552 h 640117"/>
                <a:gd name="connsiteX539" fmla="*/ 113982 w 1219313"/>
                <a:gd name="connsiteY539" fmla="*/ 598064 h 640117"/>
                <a:gd name="connsiteX540" fmla="*/ 113238 w 1219313"/>
                <a:gd name="connsiteY540" fmla="*/ 595831 h 640117"/>
                <a:gd name="connsiteX541" fmla="*/ 112075 w 1219313"/>
                <a:gd name="connsiteY541" fmla="*/ 594669 h 640117"/>
                <a:gd name="connsiteX542" fmla="*/ 111006 w 1219313"/>
                <a:gd name="connsiteY542" fmla="*/ 592111 h 640117"/>
                <a:gd name="connsiteX543" fmla="*/ 108773 w 1219313"/>
                <a:gd name="connsiteY543" fmla="*/ 591367 h 640117"/>
                <a:gd name="connsiteX544" fmla="*/ 108029 w 1219313"/>
                <a:gd name="connsiteY544" fmla="*/ 589134 h 640117"/>
                <a:gd name="connsiteX545" fmla="*/ 105797 w 1219313"/>
                <a:gd name="connsiteY545" fmla="*/ 587646 h 640117"/>
                <a:gd name="connsiteX546" fmla="*/ 102820 w 1219313"/>
                <a:gd name="connsiteY546" fmla="*/ 581693 h 640117"/>
                <a:gd name="connsiteX547" fmla="*/ 100588 w 1219313"/>
                <a:gd name="connsiteY547" fmla="*/ 580949 h 640117"/>
                <a:gd name="connsiteX548" fmla="*/ 99099 w 1219313"/>
                <a:gd name="connsiteY548" fmla="*/ 577972 h 640117"/>
                <a:gd name="connsiteX549" fmla="*/ 97611 w 1219313"/>
                <a:gd name="connsiteY549" fmla="*/ 577228 h 640117"/>
                <a:gd name="connsiteX550" fmla="*/ 94634 w 1219313"/>
                <a:gd name="connsiteY550" fmla="*/ 571042 h 640117"/>
                <a:gd name="connsiteX551" fmla="*/ 91658 w 1219313"/>
                <a:gd name="connsiteY551" fmla="*/ 569042 h 640117"/>
                <a:gd name="connsiteX552" fmla="*/ 90914 w 1219313"/>
                <a:gd name="connsiteY552" fmla="*/ 565322 h 640117"/>
                <a:gd name="connsiteX553" fmla="*/ 89425 w 1219313"/>
                <a:gd name="connsiteY553" fmla="*/ 564578 h 640117"/>
                <a:gd name="connsiteX554" fmla="*/ 89100 w 1219313"/>
                <a:gd name="connsiteY554" fmla="*/ 563136 h 640117"/>
                <a:gd name="connsiteX555" fmla="*/ 86449 w 1219313"/>
                <a:gd name="connsiteY555" fmla="*/ 560113 h 640117"/>
                <a:gd name="connsiteX556" fmla="*/ 85705 w 1219313"/>
                <a:gd name="connsiteY556" fmla="*/ 557880 h 640117"/>
                <a:gd name="connsiteX557" fmla="*/ 84542 w 1219313"/>
                <a:gd name="connsiteY557" fmla="*/ 556718 h 640117"/>
                <a:gd name="connsiteX558" fmla="*/ 83472 w 1219313"/>
                <a:gd name="connsiteY558" fmla="*/ 554160 h 640117"/>
                <a:gd name="connsiteX559" fmla="*/ 81240 w 1219313"/>
                <a:gd name="connsiteY559" fmla="*/ 553415 h 640117"/>
                <a:gd name="connsiteX560" fmla="*/ 79752 w 1219313"/>
                <a:gd name="connsiteY560" fmla="*/ 549695 h 640117"/>
                <a:gd name="connsiteX561" fmla="*/ 78263 w 1219313"/>
                <a:gd name="connsiteY561" fmla="*/ 548951 h 640117"/>
                <a:gd name="connsiteX562" fmla="*/ 77519 w 1219313"/>
                <a:gd name="connsiteY562" fmla="*/ 545230 h 640117"/>
                <a:gd name="connsiteX563" fmla="*/ 76031 w 1219313"/>
                <a:gd name="connsiteY563" fmla="*/ 544486 h 640117"/>
                <a:gd name="connsiteX564" fmla="*/ 74543 w 1219313"/>
                <a:gd name="connsiteY564" fmla="*/ 540765 h 640117"/>
                <a:gd name="connsiteX565" fmla="*/ 73054 w 1219313"/>
                <a:gd name="connsiteY565" fmla="*/ 540021 h 640117"/>
                <a:gd name="connsiteX566" fmla="*/ 71566 w 1219313"/>
                <a:gd name="connsiteY566" fmla="*/ 537044 h 640117"/>
                <a:gd name="connsiteX567" fmla="*/ 70078 w 1219313"/>
                <a:gd name="connsiteY567" fmla="*/ 536300 h 640117"/>
                <a:gd name="connsiteX568" fmla="*/ 69334 w 1219313"/>
                <a:gd name="connsiteY568" fmla="*/ 531835 h 640117"/>
                <a:gd name="connsiteX569" fmla="*/ 67101 w 1219313"/>
                <a:gd name="connsiteY569" fmla="*/ 531835 h 640117"/>
                <a:gd name="connsiteX570" fmla="*/ 67101 w 1219313"/>
                <a:gd name="connsiteY570" fmla="*/ 527371 h 640117"/>
                <a:gd name="connsiteX571" fmla="*/ 64869 w 1219313"/>
                <a:gd name="connsiteY571" fmla="*/ 527371 h 640117"/>
                <a:gd name="connsiteX572" fmla="*/ 64636 w 1219313"/>
                <a:gd name="connsiteY572" fmla="*/ 525185 h 640117"/>
                <a:gd name="connsiteX573" fmla="*/ 64125 w 1219313"/>
                <a:gd name="connsiteY573" fmla="*/ 522906 h 640117"/>
                <a:gd name="connsiteX574" fmla="*/ 61892 w 1219313"/>
                <a:gd name="connsiteY574" fmla="*/ 522162 h 640117"/>
                <a:gd name="connsiteX575" fmla="*/ 61520 w 1219313"/>
                <a:gd name="connsiteY575" fmla="*/ 520255 h 640117"/>
                <a:gd name="connsiteX576" fmla="*/ 61148 w 1219313"/>
                <a:gd name="connsiteY576" fmla="*/ 518441 h 640117"/>
                <a:gd name="connsiteX577" fmla="*/ 58916 w 1219313"/>
                <a:gd name="connsiteY577" fmla="*/ 518441 h 640117"/>
                <a:gd name="connsiteX578" fmla="*/ 59055 w 1219313"/>
                <a:gd name="connsiteY578" fmla="*/ 515883 h 640117"/>
                <a:gd name="connsiteX579" fmla="*/ 58916 w 1219313"/>
                <a:gd name="connsiteY579" fmla="*/ 513232 h 640117"/>
                <a:gd name="connsiteX580" fmla="*/ 56683 w 1219313"/>
                <a:gd name="connsiteY580" fmla="*/ 512488 h 640117"/>
                <a:gd name="connsiteX581" fmla="*/ 55195 w 1219313"/>
                <a:gd name="connsiteY581" fmla="*/ 508767 h 640117"/>
                <a:gd name="connsiteX582" fmla="*/ 53707 w 1219313"/>
                <a:gd name="connsiteY582" fmla="*/ 508023 h 640117"/>
                <a:gd name="connsiteX583" fmla="*/ 52218 w 1219313"/>
                <a:gd name="connsiteY583" fmla="*/ 503558 h 640117"/>
                <a:gd name="connsiteX584" fmla="*/ 50730 w 1219313"/>
                <a:gd name="connsiteY584" fmla="*/ 502814 h 640117"/>
                <a:gd name="connsiteX585" fmla="*/ 50405 w 1219313"/>
                <a:gd name="connsiteY585" fmla="*/ 501047 h 640117"/>
                <a:gd name="connsiteX586" fmla="*/ 48823 w 1219313"/>
                <a:gd name="connsiteY586" fmla="*/ 497977 h 640117"/>
                <a:gd name="connsiteX587" fmla="*/ 47614 w 1219313"/>
                <a:gd name="connsiteY587" fmla="*/ 494861 h 640117"/>
                <a:gd name="connsiteX588" fmla="*/ 47754 w 1219313"/>
                <a:gd name="connsiteY588" fmla="*/ 493140 h 640117"/>
                <a:gd name="connsiteX589" fmla="*/ 45521 w 1219313"/>
                <a:gd name="connsiteY589" fmla="*/ 493140 h 640117"/>
                <a:gd name="connsiteX590" fmla="*/ 44033 w 1219313"/>
                <a:gd name="connsiteY590" fmla="*/ 488675 h 640117"/>
                <a:gd name="connsiteX591" fmla="*/ 42545 w 1219313"/>
                <a:gd name="connsiteY591" fmla="*/ 487931 h 640117"/>
                <a:gd name="connsiteX592" fmla="*/ 41800 w 1219313"/>
                <a:gd name="connsiteY592" fmla="*/ 483466 h 640117"/>
                <a:gd name="connsiteX593" fmla="*/ 40312 w 1219313"/>
                <a:gd name="connsiteY593" fmla="*/ 482722 h 640117"/>
                <a:gd name="connsiteX594" fmla="*/ 38824 w 1219313"/>
                <a:gd name="connsiteY594" fmla="*/ 478257 h 640117"/>
                <a:gd name="connsiteX595" fmla="*/ 37336 w 1219313"/>
                <a:gd name="connsiteY595" fmla="*/ 477513 h 640117"/>
                <a:gd name="connsiteX596" fmla="*/ 36591 w 1219313"/>
                <a:gd name="connsiteY596" fmla="*/ 472304 h 640117"/>
                <a:gd name="connsiteX597" fmla="*/ 34359 w 1219313"/>
                <a:gd name="connsiteY597" fmla="*/ 472304 h 640117"/>
                <a:gd name="connsiteX598" fmla="*/ 34126 w 1219313"/>
                <a:gd name="connsiteY598" fmla="*/ 469793 h 640117"/>
                <a:gd name="connsiteX599" fmla="*/ 33615 w 1219313"/>
                <a:gd name="connsiteY599" fmla="*/ 467095 h 640117"/>
                <a:gd name="connsiteX600" fmla="*/ 31382 w 1219313"/>
                <a:gd name="connsiteY600" fmla="*/ 465607 h 640117"/>
                <a:gd name="connsiteX601" fmla="*/ 31382 w 1219313"/>
                <a:gd name="connsiteY601" fmla="*/ 461142 h 640117"/>
                <a:gd name="connsiteX602" fmla="*/ 29150 w 1219313"/>
                <a:gd name="connsiteY602" fmla="*/ 461142 h 640117"/>
                <a:gd name="connsiteX603" fmla="*/ 28406 w 1219313"/>
                <a:gd name="connsiteY603" fmla="*/ 455189 h 640117"/>
                <a:gd name="connsiteX604" fmla="*/ 26173 w 1219313"/>
                <a:gd name="connsiteY604" fmla="*/ 455189 h 640117"/>
                <a:gd name="connsiteX605" fmla="*/ 25941 w 1219313"/>
                <a:gd name="connsiteY605" fmla="*/ 452677 h 640117"/>
                <a:gd name="connsiteX606" fmla="*/ 25429 w 1219313"/>
                <a:gd name="connsiteY606" fmla="*/ 449980 h 640117"/>
                <a:gd name="connsiteX607" fmla="*/ 23197 w 1219313"/>
                <a:gd name="connsiteY607" fmla="*/ 448492 h 640117"/>
                <a:gd name="connsiteX608" fmla="*/ 23197 w 1219313"/>
                <a:gd name="connsiteY608" fmla="*/ 443283 h 640117"/>
                <a:gd name="connsiteX609" fmla="*/ 20965 w 1219313"/>
                <a:gd name="connsiteY609" fmla="*/ 443283 h 640117"/>
                <a:gd name="connsiteX610" fmla="*/ 20732 w 1219313"/>
                <a:gd name="connsiteY610" fmla="*/ 440725 h 640117"/>
                <a:gd name="connsiteX611" fmla="*/ 20220 w 1219313"/>
                <a:gd name="connsiteY611" fmla="*/ 438074 h 640117"/>
                <a:gd name="connsiteX612" fmla="*/ 17988 w 1219313"/>
                <a:gd name="connsiteY612" fmla="*/ 437329 h 640117"/>
                <a:gd name="connsiteX613" fmla="*/ 17546 w 1219313"/>
                <a:gd name="connsiteY613" fmla="*/ 432725 h 640117"/>
                <a:gd name="connsiteX614" fmla="*/ 17244 w 1219313"/>
                <a:gd name="connsiteY614" fmla="*/ 431376 h 640117"/>
                <a:gd name="connsiteX615" fmla="*/ 15011 w 1219313"/>
                <a:gd name="connsiteY615" fmla="*/ 430632 h 640117"/>
                <a:gd name="connsiteX616" fmla="*/ 14872 w 1219313"/>
                <a:gd name="connsiteY616" fmla="*/ 427237 h 640117"/>
                <a:gd name="connsiteX617" fmla="*/ 14933 w 1219313"/>
                <a:gd name="connsiteY617" fmla="*/ 425374 h 640117"/>
                <a:gd name="connsiteX618" fmla="*/ 15011 w 1219313"/>
                <a:gd name="connsiteY618" fmla="*/ 423935 h 640117"/>
                <a:gd name="connsiteX619" fmla="*/ 12779 w 1219313"/>
                <a:gd name="connsiteY619" fmla="*/ 423935 h 640117"/>
                <a:gd name="connsiteX620" fmla="*/ 12416 w 1219313"/>
                <a:gd name="connsiteY620" fmla="*/ 419357 h 640117"/>
                <a:gd name="connsiteX621" fmla="*/ 12035 w 1219313"/>
                <a:gd name="connsiteY621" fmla="*/ 417982 h 640117"/>
                <a:gd name="connsiteX622" fmla="*/ 9802 w 1219313"/>
                <a:gd name="connsiteY622" fmla="*/ 417238 h 640117"/>
                <a:gd name="connsiteX623" fmla="*/ 9361 w 1219313"/>
                <a:gd name="connsiteY623" fmla="*/ 412052 h 640117"/>
                <a:gd name="connsiteX624" fmla="*/ 9058 w 1219313"/>
                <a:gd name="connsiteY624" fmla="*/ 410540 h 640117"/>
                <a:gd name="connsiteX625" fmla="*/ 6826 w 1219313"/>
                <a:gd name="connsiteY625" fmla="*/ 409796 h 640117"/>
                <a:gd name="connsiteX626" fmla="*/ 6407 w 1219313"/>
                <a:gd name="connsiteY626" fmla="*/ 406448 h 640117"/>
                <a:gd name="connsiteX627" fmla="*/ 6082 w 1219313"/>
                <a:gd name="connsiteY627" fmla="*/ 403099 h 640117"/>
                <a:gd name="connsiteX628" fmla="*/ 4593 w 1219313"/>
                <a:gd name="connsiteY628" fmla="*/ 402355 h 640117"/>
                <a:gd name="connsiteX629" fmla="*/ 3524 w 1219313"/>
                <a:gd name="connsiteY629" fmla="*/ 397096 h 640117"/>
                <a:gd name="connsiteX630" fmla="*/ 3105 w 1219313"/>
                <a:gd name="connsiteY630" fmla="*/ 395658 h 640117"/>
                <a:gd name="connsiteX631" fmla="*/ 1617 w 1219313"/>
                <a:gd name="connsiteY631" fmla="*/ 395658 h 640117"/>
                <a:gd name="connsiteX632" fmla="*/ 1338 w 1219313"/>
                <a:gd name="connsiteY632" fmla="*/ 390170 h 640117"/>
                <a:gd name="connsiteX633" fmla="*/ 1224 w 1219313"/>
                <a:gd name="connsiteY633" fmla="*/ 388594 h 640117"/>
                <a:gd name="connsiteX634" fmla="*/ 1617 w 1219313"/>
                <a:gd name="connsiteY634" fmla="*/ 384496 h 640117"/>
                <a:gd name="connsiteX635" fmla="*/ 6082 w 1219313"/>
                <a:gd name="connsiteY635" fmla="*/ 383007 h 640117"/>
                <a:gd name="connsiteX636" fmla="*/ 6826 w 1219313"/>
                <a:gd name="connsiteY636" fmla="*/ 380775 h 640117"/>
                <a:gd name="connsiteX637" fmla="*/ 9802 w 1219313"/>
                <a:gd name="connsiteY637" fmla="*/ 380031 h 640117"/>
                <a:gd name="connsiteX638" fmla="*/ 10547 w 1219313"/>
                <a:gd name="connsiteY638" fmla="*/ 377798 h 640117"/>
                <a:gd name="connsiteX639" fmla="*/ 13523 w 1219313"/>
                <a:gd name="connsiteY639" fmla="*/ 376310 h 640117"/>
                <a:gd name="connsiteX640" fmla="*/ 14267 w 1219313"/>
                <a:gd name="connsiteY640" fmla="*/ 374078 h 640117"/>
                <a:gd name="connsiteX641" fmla="*/ 17244 w 1219313"/>
                <a:gd name="connsiteY641" fmla="*/ 373333 h 640117"/>
                <a:gd name="connsiteX642" fmla="*/ 17988 w 1219313"/>
                <a:gd name="connsiteY642" fmla="*/ 371101 h 640117"/>
                <a:gd name="connsiteX643" fmla="*/ 20965 w 1219313"/>
                <a:gd name="connsiteY643" fmla="*/ 369613 h 640117"/>
                <a:gd name="connsiteX644" fmla="*/ 21709 w 1219313"/>
                <a:gd name="connsiteY644" fmla="*/ 367380 h 640117"/>
                <a:gd name="connsiteX645" fmla="*/ 25429 w 1219313"/>
                <a:gd name="connsiteY645" fmla="*/ 365892 h 640117"/>
                <a:gd name="connsiteX646" fmla="*/ 26173 w 1219313"/>
                <a:gd name="connsiteY646" fmla="*/ 363660 h 640117"/>
                <a:gd name="connsiteX647" fmla="*/ 29150 w 1219313"/>
                <a:gd name="connsiteY647" fmla="*/ 363660 h 640117"/>
                <a:gd name="connsiteX648" fmla="*/ 30638 w 1219313"/>
                <a:gd name="connsiteY648" fmla="*/ 359939 h 640117"/>
                <a:gd name="connsiteX649" fmla="*/ 32871 w 1219313"/>
                <a:gd name="connsiteY649" fmla="*/ 359195 h 640117"/>
                <a:gd name="connsiteX650" fmla="*/ 33615 w 1219313"/>
                <a:gd name="connsiteY650" fmla="*/ 356962 h 640117"/>
                <a:gd name="connsiteX651" fmla="*/ 35057 w 1219313"/>
                <a:gd name="connsiteY651" fmla="*/ 356637 h 640117"/>
                <a:gd name="connsiteX652" fmla="*/ 36591 w 1219313"/>
                <a:gd name="connsiteY652" fmla="*/ 356218 h 640117"/>
                <a:gd name="connsiteX653" fmla="*/ 38080 w 1219313"/>
                <a:gd name="connsiteY653" fmla="*/ 353242 h 640117"/>
                <a:gd name="connsiteX654" fmla="*/ 40312 w 1219313"/>
                <a:gd name="connsiteY654" fmla="*/ 352497 h 640117"/>
                <a:gd name="connsiteX655" fmla="*/ 41800 w 1219313"/>
                <a:gd name="connsiteY655" fmla="*/ 350963 h 640117"/>
                <a:gd name="connsiteX656" fmla="*/ 45521 w 1219313"/>
                <a:gd name="connsiteY656" fmla="*/ 349521 h 640117"/>
                <a:gd name="connsiteX657" fmla="*/ 45521 w 1219313"/>
                <a:gd name="connsiteY657" fmla="*/ 346544 h 640117"/>
                <a:gd name="connsiteX658" fmla="*/ 48498 w 1219313"/>
                <a:gd name="connsiteY658" fmla="*/ 345800 h 640117"/>
                <a:gd name="connsiteX659" fmla="*/ 49195 w 1219313"/>
                <a:gd name="connsiteY659" fmla="*/ 344265 h 640117"/>
                <a:gd name="connsiteX660" fmla="*/ 49986 w 1219313"/>
                <a:gd name="connsiteY660" fmla="*/ 342824 h 640117"/>
                <a:gd name="connsiteX661" fmla="*/ 53707 w 1219313"/>
                <a:gd name="connsiteY661" fmla="*/ 342824 h 640117"/>
                <a:gd name="connsiteX662" fmla="*/ 53707 w 1219313"/>
                <a:gd name="connsiteY662" fmla="*/ 339847 h 640117"/>
                <a:gd name="connsiteX663" fmla="*/ 56683 w 1219313"/>
                <a:gd name="connsiteY663" fmla="*/ 339103 h 640117"/>
                <a:gd name="connsiteX664" fmla="*/ 57427 w 1219313"/>
                <a:gd name="connsiteY664" fmla="*/ 337615 h 640117"/>
                <a:gd name="connsiteX665" fmla="*/ 58172 w 1219313"/>
                <a:gd name="connsiteY665" fmla="*/ 336126 h 640117"/>
                <a:gd name="connsiteX666" fmla="*/ 61148 w 1219313"/>
                <a:gd name="connsiteY666" fmla="*/ 335382 h 640117"/>
                <a:gd name="connsiteX667" fmla="*/ 61892 w 1219313"/>
                <a:gd name="connsiteY667" fmla="*/ 333150 h 640117"/>
                <a:gd name="connsiteX668" fmla="*/ 63753 w 1219313"/>
                <a:gd name="connsiteY668" fmla="*/ 332824 h 640117"/>
                <a:gd name="connsiteX669" fmla="*/ 65613 w 1219313"/>
                <a:gd name="connsiteY669" fmla="*/ 332406 h 640117"/>
                <a:gd name="connsiteX670" fmla="*/ 66357 w 1219313"/>
                <a:gd name="connsiteY670" fmla="*/ 329429 h 640117"/>
                <a:gd name="connsiteX671" fmla="*/ 69334 w 1219313"/>
                <a:gd name="connsiteY671" fmla="*/ 328685 h 640117"/>
                <a:gd name="connsiteX672" fmla="*/ 70078 w 1219313"/>
                <a:gd name="connsiteY672" fmla="*/ 326453 h 640117"/>
                <a:gd name="connsiteX673" fmla="*/ 71985 w 1219313"/>
                <a:gd name="connsiteY673" fmla="*/ 326127 h 640117"/>
                <a:gd name="connsiteX674" fmla="*/ 73798 w 1219313"/>
                <a:gd name="connsiteY674" fmla="*/ 325708 h 640117"/>
                <a:gd name="connsiteX675" fmla="*/ 73798 w 1219313"/>
                <a:gd name="connsiteY675" fmla="*/ 322732 h 640117"/>
                <a:gd name="connsiteX676" fmla="*/ 75938 w 1219313"/>
                <a:gd name="connsiteY676" fmla="*/ 322546 h 640117"/>
                <a:gd name="connsiteX677" fmla="*/ 78263 w 1219313"/>
                <a:gd name="connsiteY677" fmla="*/ 321988 h 640117"/>
                <a:gd name="connsiteX678" fmla="*/ 79752 w 1219313"/>
                <a:gd name="connsiteY678" fmla="*/ 319011 h 640117"/>
                <a:gd name="connsiteX679" fmla="*/ 82728 w 1219313"/>
                <a:gd name="connsiteY679" fmla="*/ 318267 h 640117"/>
                <a:gd name="connsiteX680" fmla="*/ 83472 w 1219313"/>
                <a:gd name="connsiteY680" fmla="*/ 316035 h 640117"/>
                <a:gd name="connsiteX681" fmla="*/ 84961 w 1219313"/>
                <a:gd name="connsiteY681" fmla="*/ 315709 h 640117"/>
                <a:gd name="connsiteX682" fmla="*/ 86449 w 1219313"/>
                <a:gd name="connsiteY682" fmla="*/ 315290 h 640117"/>
                <a:gd name="connsiteX683" fmla="*/ 86728 w 1219313"/>
                <a:gd name="connsiteY683" fmla="*/ 313756 h 640117"/>
                <a:gd name="connsiteX684" fmla="*/ 87193 w 1219313"/>
                <a:gd name="connsiteY684" fmla="*/ 312314 h 640117"/>
                <a:gd name="connsiteX685" fmla="*/ 91658 w 1219313"/>
                <a:gd name="connsiteY685" fmla="*/ 312314 h 640117"/>
                <a:gd name="connsiteX686" fmla="*/ 92402 w 1219313"/>
                <a:gd name="connsiteY686" fmla="*/ 309337 h 640117"/>
                <a:gd name="connsiteX687" fmla="*/ 95379 w 1219313"/>
                <a:gd name="connsiteY687" fmla="*/ 307849 h 640117"/>
                <a:gd name="connsiteX688" fmla="*/ 96123 w 1219313"/>
                <a:gd name="connsiteY688" fmla="*/ 305617 h 640117"/>
                <a:gd name="connsiteX689" fmla="*/ 97937 w 1219313"/>
                <a:gd name="connsiteY689" fmla="*/ 305291 h 640117"/>
                <a:gd name="connsiteX690" fmla="*/ 99843 w 1219313"/>
                <a:gd name="connsiteY690" fmla="*/ 304872 h 640117"/>
                <a:gd name="connsiteX691" fmla="*/ 101332 w 1219313"/>
                <a:gd name="connsiteY691" fmla="*/ 301896 h 640117"/>
                <a:gd name="connsiteX692" fmla="*/ 104308 w 1219313"/>
                <a:gd name="connsiteY692" fmla="*/ 301152 h 640117"/>
                <a:gd name="connsiteX693" fmla="*/ 105052 w 1219313"/>
                <a:gd name="connsiteY693" fmla="*/ 298919 h 640117"/>
                <a:gd name="connsiteX694" fmla="*/ 109517 w 1219313"/>
                <a:gd name="connsiteY694" fmla="*/ 298175 h 640117"/>
                <a:gd name="connsiteX695" fmla="*/ 109517 w 1219313"/>
                <a:gd name="connsiteY695" fmla="*/ 295199 h 640117"/>
                <a:gd name="connsiteX696" fmla="*/ 111703 w 1219313"/>
                <a:gd name="connsiteY696" fmla="*/ 295385 h 640117"/>
                <a:gd name="connsiteX697" fmla="*/ 113982 w 1219313"/>
                <a:gd name="connsiteY697" fmla="*/ 295199 h 640117"/>
                <a:gd name="connsiteX698" fmla="*/ 114726 w 1219313"/>
                <a:gd name="connsiteY698" fmla="*/ 292222 h 640117"/>
                <a:gd name="connsiteX699" fmla="*/ 118447 w 1219313"/>
                <a:gd name="connsiteY699" fmla="*/ 290734 h 640117"/>
                <a:gd name="connsiteX700" fmla="*/ 118447 w 1219313"/>
                <a:gd name="connsiteY700" fmla="*/ 288501 h 640117"/>
                <a:gd name="connsiteX701" fmla="*/ 122912 w 1219313"/>
                <a:gd name="connsiteY701" fmla="*/ 287013 h 640117"/>
                <a:gd name="connsiteX702" fmla="*/ 122912 w 1219313"/>
                <a:gd name="connsiteY702" fmla="*/ 284781 h 640117"/>
                <a:gd name="connsiteX703" fmla="*/ 128121 w 1219313"/>
                <a:gd name="connsiteY703" fmla="*/ 284781 h 640117"/>
                <a:gd name="connsiteX704" fmla="*/ 128121 w 1219313"/>
                <a:gd name="connsiteY704" fmla="*/ 281804 h 640117"/>
                <a:gd name="connsiteX705" fmla="*/ 132586 w 1219313"/>
                <a:gd name="connsiteY705" fmla="*/ 280316 h 640117"/>
                <a:gd name="connsiteX706" fmla="*/ 133330 w 1219313"/>
                <a:gd name="connsiteY706" fmla="*/ 278083 h 640117"/>
                <a:gd name="connsiteX707" fmla="*/ 137050 w 1219313"/>
                <a:gd name="connsiteY707" fmla="*/ 276595 h 640117"/>
                <a:gd name="connsiteX708" fmla="*/ 137795 w 1219313"/>
                <a:gd name="connsiteY708" fmla="*/ 275107 h 640117"/>
                <a:gd name="connsiteX709" fmla="*/ 139655 w 1219313"/>
                <a:gd name="connsiteY709" fmla="*/ 274409 h 640117"/>
                <a:gd name="connsiteX710" fmla="*/ 141515 w 1219313"/>
                <a:gd name="connsiteY710" fmla="*/ 273619 h 640117"/>
                <a:gd name="connsiteX711" fmla="*/ 142259 w 1219313"/>
                <a:gd name="connsiteY711" fmla="*/ 271386 h 640117"/>
                <a:gd name="connsiteX712" fmla="*/ 144492 w 1219313"/>
                <a:gd name="connsiteY712" fmla="*/ 271061 h 640117"/>
                <a:gd name="connsiteX713" fmla="*/ 146724 w 1219313"/>
                <a:gd name="connsiteY713" fmla="*/ 270642 h 640117"/>
                <a:gd name="connsiteX714" fmla="*/ 147096 w 1219313"/>
                <a:gd name="connsiteY714" fmla="*/ 269107 h 640117"/>
                <a:gd name="connsiteX715" fmla="*/ 147468 w 1219313"/>
                <a:gd name="connsiteY715" fmla="*/ 267665 h 640117"/>
                <a:gd name="connsiteX716" fmla="*/ 151933 w 1219313"/>
                <a:gd name="connsiteY716" fmla="*/ 267665 h 640117"/>
                <a:gd name="connsiteX717" fmla="*/ 151933 w 1219313"/>
                <a:gd name="connsiteY717" fmla="*/ 264689 h 640117"/>
                <a:gd name="connsiteX718" fmla="*/ 157142 w 1219313"/>
                <a:gd name="connsiteY718" fmla="*/ 263945 h 640117"/>
                <a:gd name="connsiteX719" fmla="*/ 157142 w 1219313"/>
                <a:gd name="connsiteY719" fmla="*/ 260968 h 640117"/>
                <a:gd name="connsiteX720" fmla="*/ 160863 w 1219313"/>
                <a:gd name="connsiteY720" fmla="*/ 260224 h 640117"/>
                <a:gd name="connsiteX721" fmla="*/ 161607 w 1219313"/>
                <a:gd name="connsiteY721" fmla="*/ 257992 h 640117"/>
                <a:gd name="connsiteX722" fmla="*/ 166072 w 1219313"/>
                <a:gd name="connsiteY722" fmla="*/ 256503 h 640117"/>
                <a:gd name="connsiteX723" fmla="*/ 166816 w 1219313"/>
                <a:gd name="connsiteY723" fmla="*/ 254271 h 640117"/>
                <a:gd name="connsiteX724" fmla="*/ 169002 w 1219313"/>
                <a:gd name="connsiteY724" fmla="*/ 253945 h 640117"/>
                <a:gd name="connsiteX725" fmla="*/ 171281 w 1219313"/>
                <a:gd name="connsiteY725" fmla="*/ 253527 h 640117"/>
                <a:gd name="connsiteX726" fmla="*/ 172769 w 1219313"/>
                <a:gd name="connsiteY726" fmla="*/ 250550 h 640117"/>
                <a:gd name="connsiteX727" fmla="*/ 176490 w 1219313"/>
                <a:gd name="connsiteY727" fmla="*/ 250550 h 640117"/>
                <a:gd name="connsiteX728" fmla="*/ 176769 w 1219313"/>
                <a:gd name="connsiteY728" fmla="*/ 249108 h 640117"/>
                <a:gd name="connsiteX729" fmla="*/ 177234 w 1219313"/>
                <a:gd name="connsiteY729" fmla="*/ 247574 h 640117"/>
                <a:gd name="connsiteX730" fmla="*/ 182443 w 1219313"/>
                <a:gd name="connsiteY730" fmla="*/ 246830 h 640117"/>
                <a:gd name="connsiteX731" fmla="*/ 182443 w 1219313"/>
                <a:gd name="connsiteY731" fmla="*/ 243853 h 640117"/>
                <a:gd name="connsiteX732" fmla="*/ 186908 w 1219313"/>
                <a:gd name="connsiteY732" fmla="*/ 242365 h 640117"/>
                <a:gd name="connsiteX733" fmla="*/ 186908 w 1219313"/>
                <a:gd name="connsiteY733" fmla="*/ 240876 h 640117"/>
                <a:gd name="connsiteX734" fmla="*/ 189466 w 1219313"/>
                <a:gd name="connsiteY734" fmla="*/ 240179 h 640117"/>
                <a:gd name="connsiteX735" fmla="*/ 192117 w 1219313"/>
                <a:gd name="connsiteY735" fmla="*/ 239388 h 640117"/>
                <a:gd name="connsiteX736" fmla="*/ 192861 w 1219313"/>
                <a:gd name="connsiteY736" fmla="*/ 237156 h 640117"/>
                <a:gd name="connsiteX737" fmla="*/ 195047 w 1219313"/>
                <a:gd name="connsiteY737" fmla="*/ 236830 h 640117"/>
                <a:gd name="connsiteX738" fmla="*/ 197326 w 1219313"/>
                <a:gd name="connsiteY738" fmla="*/ 236412 h 640117"/>
                <a:gd name="connsiteX739" fmla="*/ 198814 w 1219313"/>
                <a:gd name="connsiteY739" fmla="*/ 233435 h 640117"/>
                <a:gd name="connsiteX740" fmla="*/ 201791 w 1219313"/>
                <a:gd name="connsiteY740" fmla="*/ 232691 h 640117"/>
                <a:gd name="connsiteX741" fmla="*/ 202535 w 1219313"/>
                <a:gd name="connsiteY741" fmla="*/ 230458 h 640117"/>
                <a:gd name="connsiteX742" fmla="*/ 204767 w 1219313"/>
                <a:gd name="connsiteY742" fmla="*/ 230133 h 640117"/>
                <a:gd name="connsiteX743" fmla="*/ 207000 w 1219313"/>
                <a:gd name="connsiteY743" fmla="*/ 229714 h 640117"/>
                <a:gd name="connsiteX744" fmla="*/ 207325 w 1219313"/>
                <a:gd name="connsiteY744" fmla="*/ 228226 h 640117"/>
                <a:gd name="connsiteX745" fmla="*/ 207744 w 1219313"/>
                <a:gd name="connsiteY745" fmla="*/ 226738 h 640117"/>
                <a:gd name="connsiteX746" fmla="*/ 212953 w 1219313"/>
                <a:gd name="connsiteY746" fmla="*/ 225994 h 640117"/>
                <a:gd name="connsiteX747" fmla="*/ 213697 w 1219313"/>
                <a:gd name="connsiteY747" fmla="*/ 223761 h 640117"/>
                <a:gd name="connsiteX748" fmla="*/ 218906 w 1219313"/>
                <a:gd name="connsiteY748" fmla="*/ 223017 h 640117"/>
                <a:gd name="connsiteX749" fmla="*/ 218906 w 1219313"/>
                <a:gd name="connsiteY749" fmla="*/ 220040 h 640117"/>
                <a:gd name="connsiteX750" fmla="*/ 221045 w 1219313"/>
                <a:gd name="connsiteY750" fmla="*/ 219854 h 640117"/>
                <a:gd name="connsiteX751" fmla="*/ 223371 w 1219313"/>
                <a:gd name="connsiteY751" fmla="*/ 219296 h 640117"/>
                <a:gd name="connsiteX752" fmla="*/ 224115 w 1219313"/>
                <a:gd name="connsiteY752" fmla="*/ 217808 h 640117"/>
                <a:gd name="connsiteX753" fmla="*/ 224859 w 1219313"/>
                <a:gd name="connsiteY753" fmla="*/ 216320 h 640117"/>
                <a:gd name="connsiteX754" fmla="*/ 229324 w 1219313"/>
                <a:gd name="connsiteY754" fmla="*/ 215576 h 640117"/>
                <a:gd name="connsiteX755" fmla="*/ 230068 w 1219313"/>
                <a:gd name="connsiteY755" fmla="*/ 213343 h 640117"/>
                <a:gd name="connsiteX756" fmla="*/ 232300 w 1219313"/>
                <a:gd name="connsiteY756" fmla="*/ 213018 h 640117"/>
                <a:gd name="connsiteX757" fmla="*/ 234533 w 1219313"/>
                <a:gd name="connsiteY757" fmla="*/ 212599 h 640117"/>
                <a:gd name="connsiteX758" fmla="*/ 234812 w 1219313"/>
                <a:gd name="connsiteY758" fmla="*/ 211111 h 640117"/>
                <a:gd name="connsiteX759" fmla="*/ 235277 w 1219313"/>
                <a:gd name="connsiteY759" fmla="*/ 209622 h 640117"/>
                <a:gd name="connsiteX760" fmla="*/ 239881 w 1219313"/>
                <a:gd name="connsiteY760" fmla="*/ 209155 h 640117"/>
                <a:gd name="connsiteX761" fmla="*/ 241230 w 1219313"/>
                <a:gd name="connsiteY761" fmla="*/ 208878 h 640117"/>
                <a:gd name="connsiteX762" fmla="*/ 241974 w 1219313"/>
                <a:gd name="connsiteY762" fmla="*/ 206646 h 640117"/>
                <a:gd name="connsiteX763" fmla="*/ 247183 w 1219313"/>
                <a:gd name="connsiteY763" fmla="*/ 205902 h 640117"/>
                <a:gd name="connsiteX764" fmla="*/ 247183 w 1219313"/>
                <a:gd name="connsiteY764" fmla="*/ 202925 h 640117"/>
                <a:gd name="connsiteX765" fmla="*/ 252392 w 1219313"/>
                <a:gd name="connsiteY765" fmla="*/ 201437 h 640117"/>
                <a:gd name="connsiteX766" fmla="*/ 254625 w 1219313"/>
                <a:gd name="connsiteY766" fmla="*/ 199205 h 640117"/>
                <a:gd name="connsiteX767" fmla="*/ 256578 w 1219313"/>
                <a:gd name="connsiteY767" fmla="*/ 198832 h 640117"/>
                <a:gd name="connsiteX768" fmla="*/ 258345 w 1219313"/>
                <a:gd name="connsiteY768" fmla="*/ 198460 h 640117"/>
                <a:gd name="connsiteX769" fmla="*/ 259090 w 1219313"/>
                <a:gd name="connsiteY769" fmla="*/ 196228 h 640117"/>
                <a:gd name="connsiteX770" fmla="*/ 261322 w 1219313"/>
                <a:gd name="connsiteY770" fmla="*/ 195902 h 640117"/>
                <a:gd name="connsiteX771" fmla="*/ 263554 w 1219313"/>
                <a:gd name="connsiteY771" fmla="*/ 195484 h 640117"/>
                <a:gd name="connsiteX772" fmla="*/ 263833 w 1219313"/>
                <a:gd name="connsiteY772" fmla="*/ 193949 h 640117"/>
                <a:gd name="connsiteX773" fmla="*/ 264299 w 1219313"/>
                <a:gd name="connsiteY773" fmla="*/ 192507 h 640117"/>
                <a:gd name="connsiteX774" fmla="*/ 270252 w 1219313"/>
                <a:gd name="connsiteY774" fmla="*/ 192507 h 640117"/>
                <a:gd name="connsiteX775" fmla="*/ 270252 w 1219313"/>
                <a:gd name="connsiteY775" fmla="*/ 189531 h 640117"/>
                <a:gd name="connsiteX776" fmla="*/ 272810 w 1219313"/>
                <a:gd name="connsiteY776" fmla="*/ 189345 h 640117"/>
                <a:gd name="connsiteX777" fmla="*/ 275461 w 1219313"/>
                <a:gd name="connsiteY777" fmla="*/ 188787 h 640117"/>
                <a:gd name="connsiteX778" fmla="*/ 275833 w 1219313"/>
                <a:gd name="connsiteY778" fmla="*/ 187298 h 640117"/>
                <a:gd name="connsiteX779" fmla="*/ 276205 w 1219313"/>
                <a:gd name="connsiteY779" fmla="*/ 185810 h 640117"/>
                <a:gd name="connsiteX780" fmla="*/ 281414 w 1219313"/>
                <a:gd name="connsiteY780" fmla="*/ 185066 h 640117"/>
                <a:gd name="connsiteX781" fmla="*/ 282158 w 1219313"/>
                <a:gd name="connsiteY781" fmla="*/ 182833 h 640117"/>
                <a:gd name="connsiteX782" fmla="*/ 287367 w 1219313"/>
                <a:gd name="connsiteY782" fmla="*/ 181345 h 640117"/>
                <a:gd name="connsiteX783" fmla="*/ 288111 w 1219313"/>
                <a:gd name="connsiteY783" fmla="*/ 179113 h 640117"/>
                <a:gd name="connsiteX784" fmla="*/ 290669 w 1219313"/>
                <a:gd name="connsiteY784" fmla="*/ 178787 h 640117"/>
                <a:gd name="connsiteX785" fmla="*/ 293320 w 1219313"/>
                <a:gd name="connsiteY785" fmla="*/ 178369 h 640117"/>
                <a:gd name="connsiteX786" fmla="*/ 294064 w 1219313"/>
                <a:gd name="connsiteY786" fmla="*/ 176880 h 640117"/>
                <a:gd name="connsiteX787" fmla="*/ 294808 w 1219313"/>
                <a:gd name="connsiteY787" fmla="*/ 175392 h 640117"/>
                <a:gd name="connsiteX788" fmla="*/ 300017 w 1219313"/>
                <a:gd name="connsiteY788" fmla="*/ 174648 h 640117"/>
                <a:gd name="connsiteX789" fmla="*/ 300761 w 1219313"/>
                <a:gd name="connsiteY789" fmla="*/ 172415 h 640117"/>
                <a:gd name="connsiteX790" fmla="*/ 303784 w 1219313"/>
                <a:gd name="connsiteY790" fmla="*/ 171904 h 640117"/>
                <a:gd name="connsiteX791" fmla="*/ 306715 w 1219313"/>
                <a:gd name="connsiteY791" fmla="*/ 171671 h 640117"/>
                <a:gd name="connsiteX792" fmla="*/ 306715 w 1219313"/>
                <a:gd name="connsiteY792" fmla="*/ 168695 h 640117"/>
                <a:gd name="connsiteX793" fmla="*/ 311293 w 1219313"/>
                <a:gd name="connsiteY793" fmla="*/ 168331 h 640117"/>
                <a:gd name="connsiteX794" fmla="*/ 312668 w 1219313"/>
                <a:gd name="connsiteY794" fmla="*/ 167951 h 640117"/>
                <a:gd name="connsiteX795" fmla="*/ 313412 w 1219313"/>
                <a:gd name="connsiteY795" fmla="*/ 165718 h 640117"/>
                <a:gd name="connsiteX796" fmla="*/ 316016 w 1219313"/>
                <a:gd name="connsiteY796" fmla="*/ 165393 h 640117"/>
                <a:gd name="connsiteX797" fmla="*/ 318621 w 1219313"/>
                <a:gd name="connsiteY797" fmla="*/ 164974 h 640117"/>
                <a:gd name="connsiteX798" fmla="*/ 318920 w 1219313"/>
                <a:gd name="connsiteY798" fmla="*/ 163495 h 640117"/>
                <a:gd name="connsiteX799" fmla="*/ 319365 w 1219313"/>
                <a:gd name="connsiteY799" fmla="*/ 161998 h 640117"/>
                <a:gd name="connsiteX800" fmla="*/ 323132 w 1219313"/>
                <a:gd name="connsiteY800" fmla="*/ 161439 h 640117"/>
                <a:gd name="connsiteX801" fmla="*/ 325205 w 1219313"/>
                <a:gd name="connsiteY801" fmla="*/ 161312 h 640117"/>
                <a:gd name="connsiteX802" fmla="*/ 326806 w 1219313"/>
                <a:gd name="connsiteY802" fmla="*/ 161253 h 640117"/>
                <a:gd name="connsiteX803" fmla="*/ 326806 w 1219313"/>
                <a:gd name="connsiteY803" fmla="*/ 158277 h 640117"/>
                <a:gd name="connsiteX804" fmla="*/ 329364 w 1219313"/>
                <a:gd name="connsiteY804" fmla="*/ 158044 h 640117"/>
                <a:gd name="connsiteX805" fmla="*/ 332015 w 1219313"/>
                <a:gd name="connsiteY805" fmla="*/ 157533 h 640117"/>
                <a:gd name="connsiteX806" fmla="*/ 332759 w 1219313"/>
                <a:gd name="connsiteY806" fmla="*/ 155300 h 640117"/>
                <a:gd name="connsiteX807" fmla="*/ 335364 w 1219313"/>
                <a:gd name="connsiteY807" fmla="*/ 154975 h 640117"/>
                <a:gd name="connsiteX808" fmla="*/ 337968 w 1219313"/>
                <a:gd name="connsiteY808" fmla="*/ 154556 h 640117"/>
                <a:gd name="connsiteX809" fmla="*/ 338294 w 1219313"/>
                <a:gd name="connsiteY809" fmla="*/ 153068 h 640117"/>
                <a:gd name="connsiteX810" fmla="*/ 338713 w 1219313"/>
                <a:gd name="connsiteY810" fmla="*/ 151580 h 640117"/>
                <a:gd name="connsiteX811" fmla="*/ 343317 w 1219313"/>
                <a:gd name="connsiteY811" fmla="*/ 151112 h 640117"/>
                <a:gd name="connsiteX812" fmla="*/ 344666 w 1219313"/>
                <a:gd name="connsiteY812" fmla="*/ 150835 h 640117"/>
                <a:gd name="connsiteX813" fmla="*/ 345410 w 1219313"/>
                <a:gd name="connsiteY813" fmla="*/ 148603 h 640117"/>
                <a:gd name="connsiteX814" fmla="*/ 348386 w 1219313"/>
                <a:gd name="connsiteY814" fmla="*/ 148277 h 640117"/>
                <a:gd name="connsiteX815" fmla="*/ 351363 w 1219313"/>
                <a:gd name="connsiteY815" fmla="*/ 147859 h 640117"/>
                <a:gd name="connsiteX816" fmla="*/ 351735 w 1219313"/>
                <a:gd name="connsiteY816" fmla="*/ 146371 h 640117"/>
                <a:gd name="connsiteX817" fmla="*/ 352107 w 1219313"/>
                <a:gd name="connsiteY817" fmla="*/ 144882 h 640117"/>
                <a:gd name="connsiteX818" fmla="*/ 356682 w 1219313"/>
                <a:gd name="connsiteY818" fmla="*/ 144397 h 640117"/>
                <a:gd name="connsiteX819" fmla="*/ 358060 w 1219313"/>
                <a:gd name="connsiteY819" fmla="*/ 144138 h 640117"/>
                <a:gd name="connsiteX820" fmla="*/ 359549 w 1219313"/>
                <a:gd name="connsiteY820" fmla="*/ 141162 h 640117"/>
                <a:gd name="connsiteX821" fmla="*/ 364757 w 1219313"/>
                <a:gd name="connsiteY821" fmla="*/ 141162 h 640117"/>
                <a:gd name="connsiteX822" fmla="*/ 365449 w 1219313"/>
                <a:gd name="connsiteY822" fmla="*/ 139708 h 640117"/>
                <a:gd name="connsiteX823" fmla="*/ 366246 w 1219313"/>
                <a:gd name="connsiteY823" fmla="*/ 138185 h 640117"/>
                <a:gd name="connsiteX824" fmla="*/ 369687 w 1219313"/>
                <a:gd name="connsiteY824" fmla="*/ 137627 h 640117"/>
                <a:gd name="connsiteX825" fmla="*/ 371530 w 1219313"/>
                <a:gd name="connsiteY825" fmla="*/ 137499 h 640117"/>
                <a:gd name="connsiteX826" fmla="*/ 372943 w 1219313"/>
                <a:gd name="connsiteY826" fmla="*/ 137441 h 640117"/>
                <a:gd name="connsiteX827" fmla="*/ 372943 w 1219313"/>
                <a:gd name="connsiteY827" fmla="*/ 134464 h 640117"/>
                <a:gd name="connsiteX828" fmla="*/ 374382 w 1219313"/>
                <a:gd name="connsiteY828" fmla="*/ 134380 h 640117"/>
                <a:gd name="connsiteX829" fmla="*/ 376245 w 1219313"/>
                <a:gd name="connsiteY829" fmla="*/ 134232 h 640117"/>
                <a:gd name="connsiteX830" fmla="*/ 378103 w 1219313"/>
                <a:gd name="connsiteY830" fmla="*/ 134101 h 640117"/>
                <a:gd name="connsiteX831" fmla="*/ 379640 w 1219313"/>
                <a:gd name="connsiteY831" fmla="*/ 133720 h 640117"/>
                <a:gd name="connsiteX832" fmla="*/ 380384 w 1219313"/>
                <a:gd name="connsiteY832" fmla="*/ 131488 h 640117"/>
                <a:gd name="connsiteX833" fmla="*/ 385643 w 1219313"/>
                <a:gd name="connsiteY833" fmla="*/ 130465 h 640117"/>
                <a:gd name="connsiteX834" fmla="*/ 387082 w 1219313"/>
                <a:gd name="connsiteY834" fmla="*/ 129999 h 640117"/>
                <a:gd name="connsiteX835" fmla="*/ 387082 w 1219313"/>
                <a:gd name="connsiteY835" fmla="*/ 127767 h 640117"/>
                <a:gd name="connsiteX836" fmla="*/ 388494 w 1219313"/>
                <a:gd name="connsiteY836" fmla="*/ 127709 h 640117"/>
                <a:gd name="connsiteX837" fmla="*/ 390337 w 1219313"/>
                <a:gd name="connsiteY837" fmla="*/ 127581 h 640117"/>
                <a:gd name="connsiteX838" fmla="*/ 392169 w 1219313"/>
                <a:gd name="connsiteY838" fmla="*/ 127476 h 640117"/>
                <a:gd name="connsiteX839" fmla="*/ 393779 w 1219313"/>
                <a:gd name="connsiteY839" fmla="*/ 127023 h 640117"/>
                <a:gd name="connsiteX840" fmla="*/ 395267 w 1219313"/>
                <a:gd name="connsiteY840" fmla="*/ 124046 h 640117"/>
                <a:gd name="connsiteX841" fmla="*/ 400476 w 1219313"/>
                <a:gd name="connsiteY841" fmla="*/ 124046 h 640117"/>
                <a:gd name="connsiteX842" fmla="*/ 401145 w 1219313"/>
                <a:gd name="connsiteY842" fmla="*/ 122593 h 640117"/>
                <a:gd name="connsiteX843" fmla="*/ 401965 w 1219313"/>
                <a:gd name="connsiteY843" fmla="*/ 121070 h 640117"/>
                <a:gd name="connsiteX844" fmla="*/ 405778 w 1219313"/>
                <a:gd name="connsiteY844" fmla="*/ 120512 h 640117"/>
                <a:gd name="connsiteX845" fmla="*/ 407830 w 1219313"/>
                <a:gd name="connsiteY845" fmla="*/ 120384 h 640117"/>
                <a:gd name="connsiteX846" fmla="*/ 409406 w 1219313"/>
                <a:gd name="connsiteY846" fmla="*/ 120326 h 640117"/>
                <a:gd name="connsiteX847" fmla="*/ 409406 w 1219313"/>
                <a:gd name="connsiteY847" fmla="*/ 117349 h 640117"/>
                <a:gd name="connsiteX848" fmla="*/ 410845 w 1219313"/>
                <a:gd name="connsiteY848" fmla="*/ 117265 h 640117"/>
                <a:gd name="connsiteX849" fmla="*/ 412708 w 1219313"/>
                <a:gd name="connsiteY849" fmla="*/ 117117 h 640117"/>
                <a:gd name="connsiteX850" fmla="*/ 414565 w 1219313"/>
                <a:gd name="connsiteY850" fmla="*/ 116986 h 640117"/>
                <a:gd name="connsiteX851" fmla="*/ 416103 w 1219313"/>
                <a:gd name="connsiteY851" fmla="*/ 116605 h 640117"/>
                <a:gd name="connsiteX852" fmla="*/ 416847 w 1219313"/>
                <a:gd name="connsiteY852" fmla="*/ 114373 h 640117"/>
                <a:gd name="connsiteX853" fmla="*/ 420615 w 1219313"/>
                <a:gd name="connsiteY853" fmla="*/ 113861 h 640117"/>
                <a:gd name="connsiteX854" fmla="*/ 422687 w 1219313"/>
                <a:gd name="connsiteY854" fmla="*/ 113713 h 640117"/>
                <a:gd name="connsiteX855" fmla="*/ 424289 w 1219313"/>
                <a:gd name="connsiteY855" fmla="*/ 113628 h 640117"/>
                <a:gd name="connsiteX856" fmla="*/ 424289 w 1219313"/>
                <a:gd name="connsiteY856" fmla="*/ 110652 h 640117"/>
                <a:gd name="connsiteX857" fmla="*/ 425701 w 1219313"/>
                <a:gd name="connsiteY857" fmla="*/ 110594 h 640117"/>
                <a:gd name="connsiteX858" fmla="*/ 427544 w 1219313"/>
                <a:gd name="connsiteY858" fmla="*/ 110466 h 640117"/>
                <a:gd name="connsiteX859" fmla="*/ 429376 w 1219313"/>
                <a:gd name="connsiteY859" fmla="*/ 110361 h 640117"/>
                <a:gd name="connsiteX860" fmla="*/ 430986 w 1219313"/>
                <a:gd name="connsiteY860" fmla="*/ 109908 h 640117"/>
                <a:gd name="connsiteX861" fmla="*/ 431707 w 1219313"/>
                <a:gd name="connsiteY861" fmla="*/ 108396 h 640117"/>
                <a:gd name="connsiteX862" fmla="*/ 432474 w 1219313"/>
                <a:gd name="connsiteY862" fmla="*/ 106931 h 640117"/>
                <a:gd name="connsiteX863" fmla="*/ 436288 w 1219313"/>
                <a:gd name="connsiteY863" fmla="*/ 106745 h 640117"/>
                <a:gd name="connsiteX864" fmla="*/ 438340 w 1219313"/>
                <a:gd name="connsiteY864" fmla="*/ 106826 h 640117"/>
                <a:gd name="connsiteX865" fmla="*/ 439916 w 1219313"/>
                <a:gd name="connsiteY865" fmla="*/ 106931 h 640117"/>
                <a:gd name="connsiteX866" fmla="*/ 439916 w 1219313"/>
                <a:gd name="connsiteY866" fmla="*/ 103955 h 640117"/>
                <a:gd name="connsiteX867" fmla="*/ 441517 w 1219313"/>
                <a:gd name="connsiteY867" fmla="*/ 103896 h 640117"/>
                <a:gd name="connsiteX868" fmla="*/ 443590 w 1219313"/>
                <a:gd name="connsiteY868" fmla="*/ 103769 h 640117"/>
                <a:gd name="connsiteX869" fmla="*/ 445657 w 1219313"/>
                <a:gd name="connsiteY869" fmla="*/ 103664 h 640117"/>
                <a:gd name="connsiteX870" fmla="*/ 447357 w 1219313"/>
                <a:gd name="connsiteY870" fmla="*/ 103210 h 640117"/>
                <a:gd name="connsiteX871" fmla="*/ 447706 w 1219313"/>
                <a:gd name="connsiteY871" fmla="*/ 101699 h 640117"/>
                <a:gd name="connsiteX872" fmla="*/ 448101 w 1219313"/>
                <a:gd name="connsiteY872" fmla="*/ 100234 h 640117"/>
                <a:gd name="connsiteX873" fmla="*/ 452241 w 1219313"/>
                <a:gd name="connsiteY873" fmla="*/ 100048 h 640117"/>
                <a:gd name="connsiteX874" fmla="*/ 454522 w 1219313"/>
                <a:gd name="connsiteY874" fmla="*/ 100129 h 640117"/>
                <a:gd name="connsiteX875" fmla="*/ 456287 w 1219313"/>
                <a:gd name="connsiteY875" fmla="*/ 100234 h 640117"/>
                <a:gd name="connsiteX876" fmla="*/ 456287 w 1219313"/>
                <a:gd name="connsiteY876" fmla="*/ 97257 h 640117"/>
                <a:gd name="connsiteX877" fmla="*/ 457888 w 1219313"/>
                <a:gd name="connsiteY877" fmla="*/ 97199 h 640117"/>
                <a:gd name="connsiteX878" fmla="*/ 459961 w 1219313"/>
                <a:gd name="connsiteY878" fmla="*/ 97071 h 640117"/>
                <a:gd name="connsiteX879" fmla="*/ 462028 w 1219313"/>
                <a:gd name="connsiteY879" fmla="*/ 96967 h 640117"/>
                <a:gd name="connsiteX880" fmla="*/ 463728 w 1219313"/>
                <a:gd name="connsiteY880" fmla="*/ 96513 h 640117"/>
                <a:gd name="connsiteX881" fmla="*/ 464472 w 1219313"/>
                <a:gd name="connsiteY881" fmla="*/ 93537 h 640117"/>
                <a:gd name="connsiteX882" fmla="*/ 468193 w 1219313"/>
                <a:gd name="connsiteY882" fmla="*/ 93118 h 640117"/>
                <a:gd name="connsiteX883" fmla="*/ 471914 w 1219313"/>
                <a:gd name="connsiteY883" fmla="*/ 92792 h 640117"/>
                <a:gd name="connsiteX884" fmla="*/ 472658 w 1219313"/>
                <a:gd name="connsiteY884" fmla="*/ 90560 h 640117"/>
                <a:gd name="connsiteX885" fmla="*/ 476332 w 1219313"/>
                <a:gd name="connsiteY885" fmla="*/ 90048 h 640117"/>
                <a:gd name="connsiteX886" fmla="*/ 478352 w 1219313"/>
                <a:gd name="connsiteY886" fmla="*/ 89900 h 640117"/>
                <a:gd name="connsiteX887" fmla="*/ 481588 w 1219313"/>
                <a:gd name="connsiteY887" fmla="*/ 89816 h 640117"/>
                <a:gd name="connsiteX888" fmla="*/ 481588 w 1219313"/>
                <a:gd name="connsiteY888" fmla="*/ 86839 h 640117"/>
                <a:gd name="connsiteX889" fmla="*/ 490517 w 1219313"/>
                <a:gd name="connsiteY889" fmla="*/ 86095 h 640117"/>
                <a:gd name="connsiteX890" fmla="*/ 490517 w 1219313"/>
                <a:gd name="connsiteY890" fmla="*/ 83119 h 640117"/>
                <a:gd name="connsiteX891" fmla="*/ 492282 w 1219313"/>
                <a:gd name="connsiteY891" fmla="*/ 83034 h 640117"/>
                <a:gd name="connsiteX892" fmla="*/ 494564 w 1219313"/>
                <a:gd name="connsiteY892" fmla="*/ 82886 h 640117"/>
                <a:gd name="connsiteX893" fmla="*/ 496840 w 1219313"/>
                <a:gd name="connsiteY893" fmla="*/ 82755 h 640117"/>
                <a:gd name="connsiteX894" fmla="*/ 498703 w 1219313"/>
                <a:gd name="connsiteY894" fmla="*/ 82374 h 640117"/>
                <a:gd name="connsiteX895" fmla="*/ 499447 w 1219313"/>
                <a:gd name="connsiteY895" fmla="*/ 80142 h 640117"/>
                <a:gd name="connsiteX896" fmla="*/ 505795 w 1219313"/>
                <a:gd name="connsiteY896" fmla="*/ 79773 h 640117"/>
                <a:gd name="connsiteX897" fmla="*/ 507632 w 1219313"/>
                <a:gd name="connsiteY897" fmla="*/ 79398 h 640117"/>
                <a:gd name="connsiteX898" fmla="*/ 507955 w 1219313"/>
                <a:gd name="connsiteY898" fmla="*/ 77918 h 640117"/>
                <a:gd name="connsiteX899" fmla="*/ 508377 w 1219313"/>
                <a:gd name="connsiteY899" fmla="*/ 76421 h 640117"/>
                <a:gd name="connsiteX900" fmla="*/ 513260 w 1219313"/>
                <a:gd name="connsiteY900" fmla="*/ 75863 h 640117"/>
                <a:gd name="connsiteX901" fmla="*/ 515960 w 1219313"/>
                <a:gd name="connsiteY901" fmla="*/ 75735 h 640117"/>
                <a:gd name="connsiteX902" fmla="*/ 518050 w 1219313"/>
                <a:gd name="connsiteY902" fmla="*/ 75677 h 640117"/>
                <a:gd name="connsiteX903" fmla="*/ 518050 w 1219313"/>
                <a:gd name="connsiteY903" fmla="*/ 73445 h 640117"/>
                <a:gd name="connsiteX904" fmla="*/ 519789 w 1219313"/>
                <a:gd name="connsiteY904" fmla="*/ 73387 h 640117"/>
                <a:gd name="connsiteX905" fmla="*/ 522050 w 1219313"/>
                <a:gd name="connsiteY905" fmla="*/ 73259 h 640117"/>
                <a:gd name="connsiteX906" fmla="*/ 524300 w 1219313"/>
                <a:gd name="connsiteY906" fmla="*/ 73154 h 640117"/>
                <a:gd name="connsiteX907" fmla="*/ 526236 w 1219313"/>
                <a:gd name="connsiteY907" fmla="*/ 72701 h 640117"/>
                <a:gd name="connsiteX908" fmla="*/ 526963 w 1219313"/>
                <a:gd name="connsiteY908" fmla="*/ 71201 h 640117"/>
                <a:gd name="connsiteX909" fmla="*/ 527724 w 1219313"/>
                <a:gd name="connsiteY909" fmla="*/ 69724 h 640117"/>
                <a:gd name="connsiteX910" fmla="*/ 534608 w 1219313"/>
                <a:gd name="connsiteY910" fmla="*/ 69329 h 640117"/>
                <a:gd name="connsiteX911" fmla="*/ 536654 w 1219313"/>
                <a:gd name="connsiteY911" fmla="*/ 68980 h 640117"/>
                <a:gd name="connsiteX912" fmla="*/ 537395 w 1219313"/>
                <a:gd name="connsiteY912" fmla="*/ 67495 h 640117"/>
                <a:gd name="connsiteX913" fmla="*/ 538142 w 1219313"/>
                <a:gd name="connsiteY913" fmla="*/ 66003 h 640117"/>
                <a:gd name="connsiteX914" fmla="*/ 542654 w 1219313"/>
                <a:gd name="connsiteY914" fmla="*/ 65585 h 640117"/>
                <a:gd name="connsiteX915" fmla="*/ 547072 w 1219313"/>
                <a:gd name="connsiteY915" fmla="*/ 65259 h 640117"/>
                <a:gd name="connsiteX916" fmla="*/ 547816 w 1219313"/>
                <a:gd name="connsiteY916" fmla="*/ 63027 h 640117"/>
                <a:gd name="connsiteX917" fmla="*/ 554673 w 1219313"/>
                <a:gd name="connsiteY917" fmla="*/ 62658 h 640117"/>
                <a:gd name="connsiteX918" fmla="*/ 556746 w 1219313"/>
                <a:gd name="connsiteY918" fmla="*/ 62283 h 640117"/>
                <a:gd name="connsiteX919" fmla="*/ 557443 w 1219313"/>
                <a:gd name="connsiteY919" fmla="*/ 60768 h 640117"/>
                <a:gd name="connsiteX920" fmla="*/ 558234 w 1219313"/>
                <a:gd name="connsiteY920" fmla="*/ 59306 h 640117"/>
                <a:gd name="connsiteX921" fmla="*/ 563490 w 1219313"/>
                <a:gd name="connsiteY921" fmla="*/ 59306 h 640117"/>
                <a:gd name="connsiteX922" fmla="*/ 568652 w 1219313"/>
                <a:gd name="connsiteY922" fmla="*/ 59306 h 640117"/>
                <a:gd name="connsiteX923" fmla="*/ 569396 w 1219313"/>
                <a:gd name="connsiteY923" fmla="*/ 56330 h 640117"/>
                <a:gd name="connsiteX924" fmla="*/ 574652 w 1219313"/>
                <a:gd name="connsiteY924" fmla="*/ 55771 h 640117"/>
                <a:gd name="connsiteX925" fmla="*/ 577561 w 1219313"/>
                <a:gd name="connsiteY925" fmla="*/ 55644 h 640117"/>
                <a:gd name="connsiteX926" fmla="*/ 579814 w 1219313"/>
                <a:gd name="connsiteY926" fmla="*/ 55585 h 640117"/>
                <a:gd name="connsiteX927" fmla="*/ 579814 w 1219313"/>
                <a:gd name="connsiteY927" fmla="*/ 52609 h 640117"/>
                <a:gd name="connsiteX928" fmla="*/ 582392 w 1219313"/>
                <a:gd name="connsiteY928" fmla="*/ 52551 h 640117"/>
                <a:gd name="connsiteX929" fmla="*/ 585721 w 1219313"/>
                <a:gd name="connsiteY929" fmla="*/ 52423 h 640117"/>
                <a:gd name="connsiteX930" fmla="*/ 587423 w 1219313"/>
                <a:gd name="connsiteY930" fmla="*/ 52391 h 640117"/>
                <a:gd name="connsiteX931" fmla="*/ 591720 w 1219313"/>
                <a:gd name="connsiteY931" fmla="*/ 51865 h 640117"/>
                <a:gd name="connsiteX932" fmla="*/ 592465 w 1219313"/>
                <a:gd name="connsiteY932" fmla="*/ 48888 h 640117"/>
                <a:gd name="connsiteX933" fmla="*/ 597255 w 1219313"/>
                <a:gd name="connsiteY933" fmla="*/ 48749 h 640117"/>
                <a:gd name="connsiteX934" fmla="*/ 603627 w 1219313"/>
                <a:gd name="connsiteY934" fmla="*/ 48144 h 640117"/>
                <a:gd name="connsiteX935" fmla="*/ 604371 w 1219313"/>
                <a:gd name="connsiteY935" fmla="*/ 45912 h 640117"/>
                <a:gd name="connsiteX936" fmla="*/ 612391 w 1219313"/>
                <a:gd name="connsiteY936" fmla="*/ 45542 h 640117"/>
                <a:gd name="connsiteX937" fmla="*/ 614789 w 1219313"/>
                <a:gd name="connsiteY937" fmla="*/ 45167 h 640117"/>
                <a:gd name="connsiteX938" fmla="*/ 615486 w 1219313"/>
                <a:gd name="connsiteY938" fmla="*/ 43679 h 640117"/>
                <a:gd name="connsiteX939" fmla="*/ 616277 w 1219313"/>
                <a:gd name="connsiteY939" fmla="*/ 42191 h 640117"/>
                <a:gd name="connsiteX940" fmla="*/ 622277 w 1219313"/>
                <a:gd name="connsiteY940" fmla="*/ 41772 h 640117"/>
                <a:gd name="connsiteX941" fmla="*/ 628183 w 1219313"/>
                <a:gd name="connsiteY941" fmla="*/ 41447 h 640117"/>
                <a:gd name="connsiteX942" fmla="*/ 628927 w 1219313"/>
                <a:gd name="connsiteY942" fmla="*/ 39214 h 640117"/>
                <a:gd name="connsiteX943" fmla="*/ 637052 w 1219313"/>
                <a:gd name="connsiteY943" fmla="*/ 38887 h 640117"/>
                <a:gd name="connsiteX944" fmla="*/ 641578 w 1219313"/>
                <a:gd name="connsiteY944" fmla="*/ 38470 h 640117"/>
                <a:gd name="connsiteX945" fmla="*/ 641941 w 1219313"/>
                <a:gd name="connsiteY945" fmla="*/ 36980 h 640117"/>
                <a:gd name="connsiteX946" fmla="*/ 642322 w 1219313"/>
                <a:gd name="connsiteY946" fmla="*/ 35494 h 640117"/>
                <a:gd name="connsiteX947" fmla="*/ 650861 w 1219313"/>
                <a:gd name="connsiteY947" fmla="*/ 35130 h 640117"/>
                <a:gd name="connsiteX948" fmla="*/ 652667 w 1219313"/>
                <a:gd name="connsiteY948" fmla="*/ 35098 h 640117"/>
                <a:gd name="connsiteX949" fmla="*/ 654330 w 1219313"/>
                <a:gd name="connsiteY949" fmla="*/ 35108 h 640117"/>
                <a:gd name="connsiteX950" fmla="*/ 655716 w 1219313"/>
                <a:gd name="connsiteY950" fmla="*/ 34749 h 640117"/>
                <a:gd name="connsiteX951" fmla="*/ 656450 w 1219313"/>
                <a:gd name="connsiteY951" fmla="*/ 33263 h 640117"/>
                <a:gd name="connsiteX952" fmla="*/ 657205 w 1219313"/>
                <a:gd name="connsiteY952" fmla="*/ 31773 h 640117"/>
                <a:gd name="connsiteX953" fmla="*/ 660417 w 1219313"/>
                <a:gd name="connsiteY953" fmla="*/ 31398 h 640117"/>
                <a:gd name="connsiteX954" fmla="*/ 662325 w 1219313"/>
                <a:gd name="connsiteY954" fmla="*/ 31356 h 640117"/>
                <a:gd name="connsiteX955" fmla="*/ 664321 w 1219313"/>
                <a:gd name="connsiteY955" fmla="*/ 31354 h 640117"/>
                <a:gd name="connsiteX956" fmla="*/ 668230 w 1219313"/>
                <a:gd name="connsiteY956" fmla="*/ 31305 h 640117"/>
                <a:gd name="connsiteX957" fmla="*/ 669985 w 1219313"/>
                <a:gd name="connsiteY957" fmla="*/ 31303 h 640117"/>
                <a:gd name="connsiteX958" fmla="*/ 671343 w 1219313"/>
                <a:gd name="connsiteY958" fmla="*/ 31029 h 640117"/>
                <a:gd name="connsiteX959" fmla="*/ 672088 w 1219313"/>
                <a:gd name="connsiteY959" fmla="*/ 28796 h 640117"/>
                <a:gd name="connsiteX960" fmla="*/ 675416 w 1219313"/>
                <a:gd name="connsiteY960" fmla="*/ 28416 h 640117"/>
                <a:gd name="connsiteX961" fmla="*/ 677443 w 1219313"/>
                <a:gd name="connsiteY961" fmla="*/ 28336 h 640117"/>
                <a:gd name="connsiteX962" fmla="*/ 679576 w 1219313"/>
                <a:gd name="connsiteY962" fmla="*/ 28285 h 640117"/>
                <a:gd name="connsiteX963" fmla="*/ 681716 w 1219313"/>
                <a:gd name="connsiteY963" fmla="*/ 28208 h 640117"/>
                <a:gd name="connsiteX964" fmla="*/ 686970 w 1219313"/>
                <a:gd name="connsiteY964" fmla="*/ 28052 h 640117"/>
                <a:gd name="connsiteX965" fmla="*/ 686970 w 1219313"/>
                <a:gd name="connsiteY965" fmla="*/ 25076 h 640117"/>
                <a:gd name="connsiteX966" fmla="*/ 688530 w 1219313"/>
                <a:gd name="connsiteY966" fmla="*/ 25043 h 640117"/>
                <a:gd name="connsiteX967" fmla="*/ 695482 w 1219313"/>
                <a:gd name="connsiteY967" fmla="*/ 24843 h 640117"/>
                <a:gd name="connsiteX968" fmla="*/ 697936 w 1219313"/>
                <a:gd name="connsiteY968" fmla="*/ 24792 h 640117"/>
                <a:gd name="connsiteX969" fmla="*/ 700269 w 1219313"/>
                <a:gd name="connsiteY969" fmla="*/ 24712 h 640117"/>
                <a:gd name="connsiteX970" fmla="*/ 702430 w 1219313"/>
                <a:gd name="connsiteY970" fmla="*/ 24653 h 640117"/>
                <a:gd name="connsiteX971" fmla="*/ 704086 w 1219313"/>
                <a:gd name="connsiteY971" fmla="*/ 24332 h 640117"/>
                <a:gd name="connsiteX972" fmla="*/ 704830 w 1219313"/>
                <a:gd name="connsiteY972" fmla="*/ 22099 h 640117"/>
                <a:gd name="connsiteX973" fmla="*/ 708646 w 1219313"/>
                <a:gd name="connsiteY973" fmla="*/ 21718 h 640117"/>
                <a:gd name="connsiteX974" fmla="*/ 710979 w 1219313"/>
                <a:gd name="connsiteY974" fmla="*/ 21638 h 640117"/>
                <a:gd name="connsiteX975" fmla="*/ 713434 w 1219313"/>
                <a:gd name="connsiteY975" fmla="*/ 21587 h 640117"/>
                <a:gd name="connsiteX976" fmla="*/ 715897 w 1219313"/>
                <a:gd name="connsiteY976" fmla="*/ 21510 h 640117"/>
                <a:gd name="connsiteX977" fmla="*/ 721945 w 1219313"/>
                <a:gd name="connsiteY977" fmla="*/ 21355 h 640117"/>
                <a:gd name="connsiteX978" fmla="*/ 721945 w 1219313"/>
                <a:gd name="connsiteY978" fmla="*/ 18378 h 640117"/>
                <a:gd name="connsiteX979" fmla="*/ 723629 w 1219313"/>
                <a:gd name="connsiteY979" fmla="*/ 18345 h 640117"/>
                <a:gd name="connsiteX980" fmla="*/ 731154 w 1219313"/>
                <a:gd name="connsiteY980" fmla="*/ 18146 h 640117"/>
                <a:gd name="connsiteX981" fmla="*/ 733805 w 1219313"/>
                <a:gd name="connsiteY981" fmla="*/ 18095 h 640117"/>
                <a:gd name="connsiteX982" fmla="*/ 736334 w 1219313"/>
                <a:gd name="connsiteY982" fmla="*/ 18015 h 640117"/>
                <a:gd name="connsiteX983" fmla="*/ 738672 w 1219313"/>
                <a:gd name="connsiteY983" fmla="*/ 17956 h 640117"/>
                <a:gd name="connsiteX984" fmla="*/ 740549 w 1219313"/>
                <a:gd name="connsiteY984" fmla="*/ 17634 h 640117"/>
                <a:gd name="connsiteX985" fmla="*/ 742037 w 1219313"/>
                <a:gd name="connsiteY985" fmla="*/ 15402 h 640117"/>
                <a:gd name="connsiteX986" fmla="*/ 748833 w 1219313"/>
                <a:gd name="connsiteY986" fmla="*/ 14611 h 640117"/>
                <a:gd name="connsiteX987" fmla="*/ 751022 w 1219313"/>
                <a:gd name="connsiteY987" fmla="*/ 14629 h 640117"/>
                <a:gd name="connsiteX988" fmla="*/ 753292 w 1219313"/>
                <a:gd name="connsiteY988" fmla="*/ 14658 h 640117"/>
                <a:gd name="connsiteX989" fmla="*/ 757763 w 1219313"/>
                <a:gd name="connsiteY989" fmla="*/ 14704 h 640117"/>
                <a:gd name="connsiteX990" fmla="*/ 759760 w 1219313"/>
                <a:gd name="connsiteY990" fmla="*/ 14730 h 640117"/>
                <a:gd name="connsiteX991" fmla="*/ 762873 w 1219313"/>
                <a:gd name="connsiteY991" fmla="*/ 13914 h 640117"/>
                <a:gd name="connsiteX992" fmla="*/ 763617 w 1219313"/>
                <a:gd name="connsiteY992" fmla="*/ 11681 h 640117"/>
                <a:gd name="connsiteX993" fmla="*/ 769061 w 1219313"/>
                <a:gd name="connsiteY993" fmla="*/ 11300 h 640117"/>
                <a:gd name="connsiteX994" fmla="*/ 770710 w 1219313"/>
                <a:gd name="connsiteY994" fmla="*/ 11260 h 640117"/>
                <a:gd name="connsiteX995" fmla="*/ 775942 w 1219313"/>
                <a:gd name="connsiteY995" fmla="*/ 11170 h 640117"/>
                <a:gd name="connsiteX996" fmla="*/ 779481 w 1219313"/>
                <a:gd name="connsiteY996" fmla="*/ 11092 h 640117"/>
                <a:gd name="connsiteX997" fmla="*/ 788174 w 1219313"/>
                <a:gd name="connsiteY997" fmla="*/ 10937 h 640117"/>
                <a:gd name="connsiteX998" fmla="*/ 788174 w 1219313"/>
                <a:gd name="connsiteY998" fmla="*/ 7960 h 640117"/>
                <a:gd name="connsiteX999" fmla="*/ 817195 w 1219313"/>
                <a:gd name="connsiteY999" fmla="*/ 7960 h 640117"/>
                <a:gd name="connsiteX1000" fmla="*/ 817195 w 1219313"/>
                <a:gd name="connsiteY1000" fmla="*/ 4984 h 640117"/>
                <a:gd name="connsiteX1001" fmla="*/ 818626 w 1219313"/>
                <a:gd name="connsiteY1001" fmla="*/ 4976 h 640117"/>
                <a:gd name="connsiteX1002" fmla="*/ 833328 w 1219313"/>
                <a:gd name="connsiteY1002" fmla="*/ 4829 h 640117"/>
                <a:gd name="connsiteX1003" fmla="*/ 838819 w 1219313"/>
                <a:gd name="connsiteY1003" fmla="*/ 4782 h 640117"/>
                <a:gd name="connsiteX1004" fmla="*/ 846699 w 1219313"/>
                <a:gd name="connsiteY1004" fmla="*/ 4693 h 640117"/>
                <a:gd name="connsiteX1005" fmla="*/ 849191 w 1219313"/>
                <a:gd name="connsiteY1005" fmla="*/ 4690 h 640117"/>
                <a:gd name="connsiteX1006" fmla="*/ 851493 w 1219313"/>
                <a:gd name="connsiteY1006" fmla="*/ 4646 h 640117"/>
                <a:gd name="connsiteX1007" fmla="*/ 853526 w 1219313"/>
                <a:gd name="connsiteY1007" fmla="*/ 4626 h 640117"/>
                <a:gd name="connsiteX1008" fmla="*/ 855146 w 1219313"/>
                <a:gd name="connsiteY1008" fmla="*/ 4240 h 640117"/>
                <a:gd name="connsiteX1009" fmla="*/ 855805 w 1219313"/>
                <a:gd name="connsiteY1009" fmla="*/ 2751 h 640117"/>
                <a:gd name="connsiteX1010" fmla="*/ 856634 w 1219313"/>
                <a:gd name="connsiteY1010" fmla="*/ 1263 h 64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Lst>
              <a:rect l="l" t="t" r="r" b="b"/>
              <a:pathLst>
                <a:path w="1219313" h="640117">
                  <a:moveTo>
                    <a:pt x="856634" y="1263"/>
                  </a:moveTo>
                  <a:cubicBezTo>
                    <a:pt x="857968" y="889"/>
                    <a:pt x="857968" y="889"/>
                    <a:pt x="859616" y="886"/>
                  </a:cubicBezTo>
                  <a:cubicBezTo>
                    <a:pt x="860244" y="878"/>
                    <a:pt x="860871" y="870"/>
                    <a:pt x="861517" y="862"/>
                  </a:cubicBezTo>
                  <a:cubicBezTo>
                    <a:pt x="862210" y="868"/>
                    <a:pt x="862903" y="874"/>
                    <a:pt x="863617" y="880"/>
                  </a:cubicBezTo>
                  <a:cubicBezTo>
                    <a:pt x="864350" y="875"/>
                    <a:pt x="865083" y="870"/>
                    <a:pt x="865838" y="865"/>
                  </a:cubicBezTo>
                  <a:cubicBezTo>
                    <a:pt x="868310" y="851"/>
                    <a:pt x="870782" y="859"/>
                    <a:pt x="873254" y="866"/>
                  </a:cubicBezTo>
                  <a:cubicBezTo>
                    <a:pt x="875020" y="861"/>
                    <a:pt x="876786" y="854"/>
                    <a:pt x="878552" y="847"/>
                  </a:cubicBezTo>
                  <a:cubicBezTo>
                    <a:pt x="882859" y="832"/>
                    <a:pt x="887167" y="831"/>
                    <a:pt x="891475" y="837"/>
                  </a:cubicBezTo>
                  <a:cubicBezTo>
                    <a:pt x="894974" y="841"/>
                    <a:pt x="898473" y="841"/>
                    <a:pt x="901972" y="836"/>
                  </a:cubicBezTo>
                  <a:cubicBezTo>
                    <a:pt x="902470" y="835"/>
                    <a:pt x="902967" y="835"/>
                    <a:pt x="903479" y="834"/>
                  </a:cubicBezTo>
                  <a:cubicBezTo>
                    <a:pt x="904490" y="832"/>
                    <a:pt x="905500" y="831"/>
                    <a:pt x="906510" y="830"/>
                  </a:cubicBezTo>
                  <a:cubicBezTo>
                    <a:pt x="915990" y="817"/>
                    <a:pt x="925470" y="824"/>
                    <a:pt x="934949" y="836"/>
                  </a:cubicBezTo>
                  <a:cubicBezTo>
                    <a:pt x="943632" y="847"/>
                    <a:pt x="952315" y="836"/>
                    <a:pt x="960997" y="815"/>
                  </a:cubicBezTo>
                  <a:cubicBezTo>
                    <a:pt x="969903" y="793"/>
                    <a:pt x="978809" y="785"/>
                    <a:pt x="987715" y="792"/>
                  </a:cubicBezTo>
                  <a:cubicBezTo>
                    <a:pt x="988721" y="793"/>
                    <a:pt x="989728" y="794"/>
                    <a:pt x="990734" y="794"/>
                  </a:cubicBezTo>
                  <a:cubicBezTo>
                    <a:pt x="991229" y="795"/>
                    <a:pt x="991724" y="795"/>
                    <a:pt x="992234" y="795"/>
                  </a:cubicBezTo>
                  <a:cubicBezTo>
                    <a:pt x="995732" y="797"/>
                    <a:pt x="999229" y="790"/>
                    <a:pt x="1002727" y="779"/>
                  </a:cubicBezTo>
                  <a:cubicBezTo>
                    <a:pt x="1007429" y="765"/>
                    <a:pt x="1012131" y="769"/>
                    <a:pt x="1016834" y="788"/>
                  </a:cubicBezTo>
                  <a:cubicBezTo>
                    <a:pt x="1018565" y="792"/>
                    <a:pt x="1020296" y="789"/>
                    <a:pt x="1022027" y="780"/>
                  </a:cubicBezTo>
                  <a:cubicBezTo>
                    <a:pt x="1024380" y="768"/>
                    <a:pt x="1026732" y="779"/>
                    <a:pt x="1029085" y="796"/>
                  </a:cubicBezTo>
                  <a:cubicBezTo>
                    <a:pt x="1029779" y="787"/>
                    <a:pt x="1030474" y="778"/>
                    <a:pt x="1031189" y="769"/>
                  </a:cubicBezTo>
                  <a:cubicBezTo>
                    <a:pt x="1033084" y="797"/>
                    <a:pt x="1033084" y="797"/>
                    <a:pt x="1035972" y="1263"/>
                  </a:cubicBezTo>
                  <a:cubicBezTo>
                    <a:pt x="1036681" y="3126"/>
                    <a:pt x="1036681" y="3126"/>
                    <a:pt x="1036716" y="4984"/>
                  </a:cubicBezTo>
                  <a:cubicBezTo>
                    <a:pt x="1038273" y="5514"/>
                    <a:pt x="1038273" y="5514"/>
                    <a:pt x="1040205" y="5371"/>
                  </a:cubicBezTo>
                  <a:cubicBezTo>
                    <a:pt x="1040947" y="5363"/>
                    <a:pt x="1041690" y="5356"/>
                    <a:pt x="1042455" y="5348"/>
                  </a:cubicBezTo>
                  <a:cubicBezTo>
                    <a:pt x="1043262" y="5322"/>
                    <a:pt x="1044070" y="5296"/>
                    <a:pt x="1044902" y="5269"/>
                  </a:cubicBezTo>
                  <a:cubicBezTo>
                    <a:pt x="1046137" y="5253"/>
                    <a:pt x="1046137" y="5253"/>
                    <a:pt x="1047396" y="5237"/>
                  </a:cubicBezTo>
                  <a:cubicBezTo>
                    <a:pt x="1050038" y="5201"/>
                    <a:pt x="1052679" y="5141"/>
                    <a:pt x="1055320" y="5077"/>
                  </a:cubicBezTo>
                  <a:cubicBezTo>
                    <a:pt x="1057961" y="5021"/>
                    <a:pt x="1060602" y="4970"/>
                    <a:pt x="1063244" y="4933"/>
                  </a:cubicBezTo>
                  <a:cubicBezTo>
                    <a:pt x="1064891" y="4909"/>
                    <a:pt x="1066539" y="4874"/>
                    <a:pt x="1068186" y="4826"/>
                  </a:cubicBezTo>
                  <a:cubicBezTo>
                    <a:pt x="1068928" y="4814"/>
                    <a:pt x="1069670" y="4802"/>
                    <a:pt x="1070435" y="4789"/>
                  </a:cubicBezTo>
                  <a:cubicBezTo>
                    <a:pt x="1071092" y="4773"/>
                    <a:pt x="1071750" y="4757"/>
                    <a:pt x="1072427" y="4740"/>
                  </a:cubicBezTo>
                  <a:cubicBezTo>
                    <a:pt x="1072921" y="4821"/>
                    <a:pt x="1073415" y="4901"/>
                    <a:pt x="1073924" y="4984"/>
                  </a:cubicBezTo>
                  <a:cubicBezTo>
                    <a:pt x="1074169" y="5721"/>
                    <a:pt x="1074415" y="6457"/>
                    <a:pt x="1074668" y="7216"/>
                  </a:cubicBezTo>
                  <a:cubicBezTo>
                    <a:pt x="1076689" y="7426"/>
                    <a:pt x="1078552" y="7490"/>
                    <a:pt x="1080574" y="7466"/>
                  </a:cubicBezTo>
                  <a:cubicBezTo>
                    <a:pt x="1081789" y="7476"/>
                    <a:pt x="1083004" y="7485"/>
                    <a:pt x="1084219" y="7495"/>
                  </a:cubicBezTo>
                  <a:cubicBezTo>
                    <a:pt x="1086145" y="7498"/>
                    <a:pt x="1088070" y="7495"/>
                    <a:pt x="1089996" y="7484"/>
                  </a:cubicBezTo>
                  <a:cubicBezTo>
                    <a:pt x="1091848" y="7478"/>
                    <a:pt x="1093698" y="7494"/>
                    <a:pt x="1095550" y="7513"/>
                  </a:cubicBezTo>
                  <a:cubicBezTo>
                    <a:pt x="1096420" y="7498"/>
                    <a:pt x="1096420" y="7498"/>
                    <a:pt x="1097307" y="7483"/>
                  </a:cubicBezTo>
                  <a:cubicBezTo>
                    <a:pt x="1098925" y="7505"/>
                    <a:pt x="1098925" y="7505"/>
                    <a:pt x="1101457" y="7960"/>
                  </a:cubicBezTo>
                  <a:cubicBezTo>
                    <a:pt x="1101730" y="9195"/>
                    <a:pt x="1101979" y="10436"/>
                    <a:pt x="1102201" y="11681"/>
                  </a:cubicBezTo>
                  <a:cubicBezTo>
                    <a:pt x="1104103" y="11999"/>
                    <a:pt x="1105533" y="12045"/>
                    <a:pt x="1107430" y="11940"/>
                  </a:cubicBezTo>
                  <a:cubicBezTo>
                    <a:pt x="1107954" y="11927"/>
                    <a:pt x="1108478" y="11915"/>
                    <a:pt x="1109018" y="11902"/>
                  </a:cubicBezTo>
                  <a:cubicBezTo>
                    <a:pt x="1110700" y="11862"/>
                    <a:pt x="1112380" y="11797"/>
                    <a:pt x="1114061" y="11728"/>
                  </a:cubicBezTo>
                  <a:cubicBezTo>
                    <a:pt x="1115739" y="11662"/>
                    <a:pt x="1117416" y="11602"/>
                    <a:pt x="1119095" y="11561"/>
                  </a:cubicBezTo>
                  <a:cubicBezTo>
                    <a:pt x="1120142" y="11535"/>
                    <a:pt x="1121188" y="11495"/>
                    <a:pt x="1122233" y="11439"/>
                  </a:cubicBezTo>
                  <a:cubicBezTo>
                    <a:pt x="1123670" y="11402"/>
                    <a:pt x="1123670" y="11402"/>
                    <a:pt x="1126013" y="11681"/>
                  </a:cubicBezTo>
                  <a:cubicBezTo>
                    <a:pt x="1126863" y="13163"/>
                    <a:pt x="1126863" y="13163"/>
                    <a:pt x="1127502" y="14658"/>
                  </a:cubicBezTo>
                  <a:cubicBezTo>
                    <a:pt x="1129189" y="15058"/>
                    <a:pt x="1129189" y="15058"/>
                    <a:pt x="1131150" y="14922"/>
                  </a:cubicBezTo>
                  <a:cubicBezTo>
                    <a:pt x="1131873" y="14909"/>
                    <a:pt x="1132597" y="14896"/>
                    <a:pt x="1133343" y="14883"/>
                  </a:cubicBezTo>
                  <a:cubicBezTo>
                    <a:pt x="1134101" y="14855"/>
                    <a:pt x="1134859" y="14826"/>
                    <a:pt x="1135641" y="14797"/>
                  </a:cubicBezTo>
                  <a:cubicBezTo>
                    <a:pt x="1137136" y="14758"/>
                    <a:pt x="1138631" y="14722"/>
                    <a:pt x="1140126" y="14690"/>
                  </a:cubicBezTo>
                  <a:cubicBezTo>
                    <a:pt x="1140791" y="14667"/>
                    <a:pt x="1141455" y="14644"/>
                    <a:pt x="1142140" y="14620"/>
                  </a:cubicBezTo>
                  <a:cubicBezTo>
                    <a:pt x="1143873" y="14658"/>
                    <a:pt x="1143873" y="14658"/>
                    <a:pt x="1146105" y="15402"/>
                  </a:cubicBezTo>
                  <a:cubicBezTo>
                    <a:pt x="1146351" y="16139"/>
                    <a:pt x="1146596" y="16875"/>
                    <a:pt x="1146849" y="17634"/>
                  </a:cubicBezTo>
                  <a:cubicBezTo>
                    <a:pt x="1148641" y="17968"/>
                    <a:pt x="1148641" y="17968"/>
                    <a:pt x="1150803" y="17910"/>
                  </a:cubicBezTo>
                  <a:cubicBezTo>
                    <a:pt x="1151603" y="17923"/>
                    <a:pt x="1152403" y="17936"/>
                    <a:pt x="1153227" y="17950"/>
                  </a:cubicBezTo>
                  <a:cubicBezTo>
                    <a:pt x="1154928" y="17956"/>
                    <a:pt x="1156630" y="17960"/>
                    <a:pt x="1158331" y="17961"/>
                  </a:cubicBezTo>
                  <a:cubicBezTo>
                    <a:pt x="1159131" y="17975"/>
                    <a:pt x="1159931" y="17989"/>
                    <a:pt x="1160755" y="18003"/>
                  </a:cubicBezTo>
                  <a:cubicBezTo>
                    <a:pt x="1161495" y="18005"/>
                    <a:pt x="1162235" y="18006"/>
                    <a:pt x="1162997" y="18008"/>
                  </a:cubicBezTo>
                  <a:cubicBezTo>
                    <a:pt x="1163844" y="18191"/>
                    <a:pt x="1163844" y="18191"/>
                    <a:pt x="1164709" y="18378"/>
                  </a:cubicBezTo>
                  <a:cubicBezTo>
                    <a:pt x="1164976" y="19366"/>
                    <a:pt x="1165224" y="20358"/>
                    <a:pt x="1165453" y="21355"/>
                  </a:cubicBezTo>
                  <a:cubicBezTo>
                    <a:pt x="1167027" y="21840"/>
                    <a:pt x="1167027" y="21840"/>
                    <a:pt x="1168944" y="21808"/>
                  </a:cubicBezTo>
                  <a:cubicBezTo>
                    <a:pt x="1169647" y="21832"/>
                    <a:pt x="1170349" y="21856"/>
                    <a:pt x="1171073" y="21881"/>
                  </a:cubicBezTo>
                  <a:cubicBezTo>
                    <a:pt x="1172182" y="21897"/>
                    <a:pt x="1172182" y="21897"/>
                    <a:pt x="1173313" y="21913"/>
                  </a:cubicBezTo>
                  <a:cubicBezTo>
                    <a:pt x="1174426" y="21946"/>
                    <a:pt x="1174426" y="21946"/>
                    <a:pt x="1175561" y="21980"/>
                  </a:cubicBezTo>
                  <a:cubicBezTo>
                    <a:pt x="1177401" y="22033"/>
                    <a:pt x="1179240" y="22072"/>
                    <a:pt x="1181080" y="22099"/>
                  </a:cubicBezTo>
                  <a:cubicBezTo>
                    <a:pt x="1181080" y="23081"/>
                    <a:pt x="1181080" y="24064"/>
                    <a:pt x="1181080" y="25076"/>
                  </a:cubicBezTo>
                  <a:cubicBezTo>
                    <a:pt x="1181545" y="25060"/>
                    <a:pt x="1182011" y="25044"/>
                    <a:pt x="1182491" y="25028"/>
                  </a:cubicBezTo>
                  <a:cubicBezTo>
                    <a:pt x="1184594" y="24967"/>
                    <a:pt x="1186697" y="24928"/>
                    <a:pt x="1188800" y="24890"/>
                  </a:cubicBezTo>
                  <a:cubicBezTo>
                    <a:pt x="1189533" y="24865"/>
                    <a:pt x="1190266" y="24840"/>
                    <a:pt x="1191021" y="24814"/>
                  </a:cubicBezTo>
                  <a:cubicBezTo>
                    <a:pt x="1192071" y="24800"/>
                    <a:pt x="1192071" y="24800"/>
                    <a:pt x="1193143" y="24785"/>
                  </a:cubicBezTo>
                  <a:cubicBezTo>
                    <a:pt x="1193790" y="24769"/>
                    <a:pt x="1194437" y="24754"/>
                    <a:pt x="1195103" y="24738"/>
                  </a:cubicBezTo>
                  <a:cubicBezTo>
                    <a:pt x="1195632" y="24849"/>
                    <a:pt x="1196162" y="24961"/>
                    <a:pt x="1196707" y="25076"/>
                  </a:cubicBezTo>
                  <a:cubicBezTo>
                    <a:pt x="1197227" y="26055"/>
                    <a:pt x="1197724" y="27048"/>
                    <a:pt x="1198195" y="28052"/>
                  </a:cubicBezTo>
                  <a:cubicBezTo>
                    <a:pt x="1200375" y="28318"/>
                    <a:pt x="1202340" y="28435"/>
                    <a:pt x="1204520" y="28424"/>
                  </a:cubicBezTo>
                  <a:cubicBezTo>
                    <a:pt x="1206700" y="28414"/>
                    <a:pt x="1208666" y="28531"/>
                    <a:pt x="1210845" y="28796"/>
                  </a:cubicBezTo>
                  <a:cubicBezTo>
                    <a:pt x="1211799" y="30215"/>
                    <a:pt x="1211799" y="30215"/>
                    <a:pt x="1212334" y="31773"/>
                  </a:cubicBezTo>
                  <a:cubicBezTo>
                    <a:pt x="1213079" y="32087"/>
                    <a:pt x="1213079" y="32087"/>
                    <a:pt x="1213839" y="32407"/>
                  </a:cubicBezTo>
                  <a:cubicBezTo>
                    <a:pt x="1214567" y="32830"/>
                    <a:pt x="1214567" y="32830"/>
                    <a:pt x="1215310" y="33261"/>
                  </a:cubicBezTo>
                  <a:cubicBezTo>
                    <a:pt x="1215636" y="34761"/>
                    <a:pt x="1215636" y="34761"/>
                    <a:pt x="1215575" y="36584"/>
                  </a:cubicBezTo>
                  <a:cubicBezTo>
                    <a:pt x="1215562" y="37240"/>
                    <a:pt x="1215549" y="37897"/>
                    <a:pt x="1215536" y="38573"/>
                  </a:cubicBezTo>
                  <a:cubicBezTo>
                    <a:pt x="1215507" y="39261"/>
                    <a:pt x="1215479" y="39948"/>
                    <a:pt x="1215450" y="40656"/>
                  </a:cubicBezTo>
                  <a:cubicBezTo>
                    <a:pt x="1215411" y="42012"/>
                    <a:pt x="1215375" y="43367"/>
                    <a:pt x="1215342" y="44723"/>
                  </a:cubicBezTo>
                  <a:cubicBezTo>
                    <a:pt x="1215319" y="45325"/>
                    <a:pt x="1215297" y="45927"/>
                    <a:pt x="1215273" y="46548"/>
                  </a:cubicBezTo>
                  <a:cubicBezTo>
                    <a:pt x="1215235" y="48284"/>
                    <a:pt x="1215235" y="48284"/>
                    <a:pt x="1216054" y="50376"/>
                  </a:cubicBezTo>
                  <a:cubicBezTo>
                    <a:pt x="1216546" y="50622"/>
                    <a:pt x="1217037" y="50868"/>
                    <a:pt x="1217543" y="51121"/>
                  </a:cubicBezTo>
                  <a:cubicBezTo>
                    <a:pt x="1217729" y="53389"/>
                    <a:pt x="1217821" y="55595"/>
                    <a:pt x="1217851" y="57867"/>
                  </a:cubicBezTo>
                  <a:cubicBezTo>
                    <a:pt x="1217865" y="58543"/>
                    <a:pt x="1217880" y="59220"/>
                    <a:pt x="1217894" y="59916"/>
                  </a:cubicBezTo>
                  <a:cubicBezTo>
                    <a:pt x="1217939" y="62085"/>
                    <a:pt x="1217974" y="64253"/>
                    <a:pt x="1218008" y="66422"/>
                  </a:cubicBezTo>
                  <a:cubicBezTo>
                    <a:pt x="1218036" y="67888"/>
                    <a:pt x="1218065" y="69355"/>
                    <a:pt x="1218095" y="70821"/>
                  </a:cubicBezTo>
                  <a:cubicBezTo>
                    <a:pt x="1218167" y="74424"/>
                    <a:pt x="1218229" y="78027"/>
                    <a:pt x="1218287" y="81630"/>
                  </a:cubicBezTo>
                  <a:cubicBezTo>
                    <a:pt x="1219024" y="81630"/>
                    <a:pt x="1219760" y="81630"/>
                    <a:pt x="1220519" y="81630"/>
                  </a:cubicBezTo>
                  <a:cubicBezTo>
                    <a:pt x="1220519" y="120184"/>
                    <a:pt x="1220519" y="158738"/>
                    <a:pt x="1220519" y="198460"/>
                  </a:cubicBezTo>
                  <a:cubicBezTo>
                    <a:pt x="1219783" y="198460"/>
                    <a:pt x="1219046" y="198460"/>
                    <a:pt x="1218287" y="198460"/>
                  </a:cubicBezTo>
                  <a:cubicBezTo>
                    <a:pt x="1218272" y="199336"/>
                    <a:pt x="1218257" y="200211"/>
                    <a:pt x="1218242" y="201113"/>
                  </a:cubicBezTo>
                  <a:cubicBezTo>
                    <a:pt x="1218186" y="204348"/>
                    <a:pt x="1218120" y="207584"/>
                    <a:pt x="1218051" y="210819"/>
                  </a:cubicBezTo>
                  <a:cubicBezTo>
                    <a:pt x="1218022" y="212221"/>
                    <a:pt x="1217996" y="213624"/>
                    <a:pt x="1217973" y="215026"/>
                  </a:cubicBezTo>
                  <a:cubicBezTo>
                    <a:pt x="1217939" y="217038"/>
                    <a:pt x="1217896" y="219049"/>
                    <a:pt x="1217851" y="221061"/>
                  </a:cubicBezTo>
                  <a:cubicBezTo>
                    <a:pt x="1217842" y="221692"/>
                    <a:pt x="1217834" y="222323"/>
                    <a:pt x="1217825" y="222973"/>
                  </a:cubicBezTo>
                  <a:cubicBezTo>
                    <a:pt x="1217786" y="224478"/>
                    <a:pt x="1217672" y="225981"/>
                    <a:pt x="1217543" y="227482"/>
                  </a:cubicBezTo>
                  <a:cubicBezTo>
                    <a:pt x="1217052" y="227727"/>
                    <a:pt x="1216560" y="227973"/>
                    <a:pt x="1216054" y="228226"/>
                  </a:cubicBezTo>
                  <a:cubicBezTo>
                    <a:pt x="1215812" y="230095"/>
                    <a:pt x="1215812" y="230095"/>
                    <a:pt x="1215825" y="232342"/>
                  </a:cubicBezTo>
                  <a:cubicBezTo>
                    <a:pt x="1215806" y="233176"/>
                    <a:pt x="1215787" y="234009"/>
                    <a:pt x="1215768" y="234868"/>
                  </a:cubicBezTo>
                  <a:cubicBezTo>
                    <a:pt x="1215742" y="236641"/>
                    <a:pt x="1215719" y="238414"/>
                    <a:pt x="1215698" y="240187"/>
                  </a:cubicBezTo>
                  <a:cubicBezTo>
                    <a:pt x="1215669" y="241438"/>
                    <a:pt x="1215669" y="241438"/>
                    <a:pt x="1215639" y="242713"/>
                  </a:cubicBezTo>
                  <a:cubicBezTo>
                    <a:pt x="1215629" y="243484"/>
                    <a:pt x="1215619" y="244255"/>
                    <a:pt x="1215608" y="245049"/>
                  </a:cubicBezTo>
                  <a:cubicBezTo>
                    <a:pt x="1215510" y="245637"/>
                    <a:pt x="1215412" y="246224"/>
                    <a:pt x="1215310" y="246830"/>
                  </a:cubicBezTo>
                  <a:cubicBezTo>
                    <a:pt x="1214574" y="247075"/>
                    <a:pt x="1213837" y="247321"/>
                    <a:pt x="1213078" y="247574"/>
                  </a:cubicBezTo>
                  <a:cubicBezTo>
                    <a:pt x="1212695" y="249302"/>
                    <a:pt x="1212695" y="249302"/>
                    <a:pt x="1212697" y="251390"/>
                  </a:cubicBezTo>
                  <a:cubicBezTo>
                    <a:pt x="1212658" y="252545"/>
                    <a:pt x="1212658" y="252545"/>
                    <a:pt x="1212617" y="253723"/>
                  </a:cubicBezTo>
                  <a:cubicBezTo>
                    <a:pt x="1212600" y="254533"/>
                    <a:pt x="1212584" y="255343"/>
                    <a:pt x="1212566" y="256178"/>
                  </a:cubicBezTo>
                  <a:cubicBezTo>
                    <a:pt x="1212541" y="256991"/>
                    <a:pt x="1212515" y="257804"/>
                    <a:pt x="1212489" y="258641"/>
                  </a:cubicBezTo>
                  <a:cubicBezTo>
                    <a:pt x="1212428" y="260657"/>
                    <a:pt x="1212376" y="262673"/>
                    <a:pt x="1212334" y="264689"/>
                  </a:cubicBezTo>
                  <a:cubicBezTo>
                    <a:pt x="1211597" y="264689"/>
                    <a:pt x="1210860" y="264689"/>
                    <a:pt x="1210101" y="264689"/>
                  </a:cubicBezTo>
                  <a:cubicBezTo>
                    <a:pt x="1210090" y="265128"/>
                    <a:pt x="1210080" y="265567"/>
                    <a:pt x="1210068" y="266020"/>
                  </a:cubicBezTo>
                  <a:cubicBezTo>
                    <a:pt x="1210013" y="268011"/>
                    <a:pt x="1209941" y="270000"/>
                    <a:pt x="1209869" y="271991"/>
                  </a:cubicBezTo>
                  <a:cubicBezTo>
                    <a:pt x="1209852" y="272682"/>
                    <a:pt x="1209835" y="273373"/>
                    <a:pt x="1209818" y="274085"/>
                  </a:cubicBezTo>
                  <a:cubicBezTo>
                    <a:pt x="1209791" y="274749"/>
                    <a:pt x="1209765" y="275414"/>
                    <a:pt x="1209738" y="276098"/>
                  </a:cubicBezTo>
                  <a:cubicBezTo>
                    <a:pt x="1209718" y="276710"/>
                    <a:pt x="1209699" y="277322"/>
                    <a:pt x="1209679" y="277952"/>
                  </a:cubicBezTo>
                  <a:cubicBezTo>
                    <a:pt x="1209289" y="279915"/>
                    <a:pt x="1208541" y="280452"/>
                    <a:pt x="1207125" y="281804"/>
                  </a:cubicBezTo>
                  <a:cubicBezTo>
                    <a:pt x="1206938" y="284309"/>
                    <a:pt x="1206938" y="284309"/>
                    <a:pt x="1207125" y="287060"/>
                  </a:cubicBezTo>
                  <a:cubicBezTo>
                    <a:pt x="1207264" y="289876"/>
                    <a:pt x="1207264" y="289876"/>
                    <a:pt x="1207125" y="292222"/>
                  </a:cubicBezTo>
                  <a:cubicBezTo>
                    <a:pt x="1206388" y="292713"/>
                    <a:pt x="1205651" y="293204"/>
                    <a:pt x="1204892" y="293710"/>
                  </a:cubicBezTo>
                  <a:cubicBezTo>
                    <a:pt x="1204607" y="295895"/>
                    <a:pt x="1204443" y="297937"/>
                    <a:pt x="1204381" y="300129"/>
                  </a:cubicBezTo>
                  <a:cubicBezTo>
                    <a:pt x="1204343" y="301024"/>
                    <a:pt x="1204343" y="301024"/>
                    <a:pt x="1204304" y="301937"/>
                  </a:cubicBezTo>
                  <a:cubicBezTo>
                    <a:pt x="1204242" y="303411"/>
                    <a:pt x="1204194" y="304886"/>
                    <a:pt x="1204148" y="306361"/>
                  </a:cubicBezTo>
                  <a:cubicBezTo>
                    <a:pt x="1203411" y="306115"/>
                    <a:pt x="1202675" y="305870"/>
                    <a:pt x="1201916" y="305617"/>
                  </a:cubicBezTo>
                  <a:cubicBezTo>
                    <a:pt x="1201879" y="306414"/>
                    <a:pt x="1201843" y="307211"/>
                    <a:pt x="1201805" y="308032"/>
                  </a:cubicBezTo>
                  <a:cubicBezTo>
                    <a:pt x="1201749" y="309072"/>
                    <a:pt x="1201693" y="310112"/>
                    <a:pt x="1201637" y="311151"/>
                  </a:cubicBezTo>
                  <a:cubicBezTo>
                    <a:pt x="1201614" y="311677"/>
                    <a:pt x="1201591" y="312203"/>
                    <a:pt x="1201567" y="312746"/>
                  </a:cubicBezTo>
                  <a:cubicBezTo>
                    <a:pt x="1201489" y="314094"/>
                    <a:pt x="1201336" y="315438"/>
                    <a:pt x="1201172" y="316779"/>
                  </a:cubicBezTo>
                  <a:cubicBezTo>
                    <a:pt x="1200680" y="317024"/>
                    <a:pt x="1200189" y="317270"/>
                    <a:pt x="1199683" y="317523"/>
                  </a:cubicBezTo>
                  <a:cubicBezTo>
                    <a:pt x="1198977" y="319852"/>
                    <a:pt x="1198945" y="321956"/>
                    <a:pt x="1199032" y="324360"/>
                  </a:cubicBezTo>
                  <a:cubicBezTo>
                    <a:pt x="1199001" y="325296"/>
                    <a:pt x="1198971" y="326232"/>
                    <a:pt x="1198939" y="327197"/>
                  </a:cubicBezTo>
                  <a:cubicBezTo>
                    <a:pt x="1198202" y="327688"/>
                    <a:pt x="1197466" y="328179"/>
                    <a:pt x="1196707" y="328685"/>
                  </a:cubicBezTo>
                  <a:cubicBezTo>
                    <a:pt x="1196366" y="331206"/>
                    <a:pt x="1196332" y="333680"/>
                    <a:pt x="1196265" y="336222"/>
                  </a:cubicBezTo>
                  <a:cubicBezTo>
                    <a:pt x="1196115" y="337280"/>
                    <a:pt x="1196115" y="337280"/>
                    <a:pt x="1195963" y="338359"/>
                  </a:cubicBezTo>
                  <a:cubicBezTo>
                    <a:pt x="1195226" y="338604"/>
                    <a:pt x="1194489" y="338850"/>
                    <a:pt x="1193730" y="339103"/>
                  </a:cubicBezTo>
                  <a:cubicBezTo>
                    <a:pt x="1193291" y="341194"/>
                    <a:pt x="1193291" y="341194"/>
                    <a:pt x="1193219" y="343614"/>
                  </a:cubicBezTo>
                  <a:cubicBezTo>
                    <a:pt x="1193170" y="344436"/>
                    <a:pt x="1193121" y="345258"/>
                    <a:pt x="1193070" y="346105"/>
                  </a:cubicBezTo>
                  <a:cubicBezTo>
                    <a:pt x="1193043" y="346741"/>
                    <a:pt x="1193015" y="347377"/>
                    <a:pt x="1192986" y="348033"/>
                  </a:cubicBezTo>
                  <a:cubicBezTo>
                    <a:pt x="1192249" y="348033"/>
                    <a:pt x="1191513" y="348033"/>
                    <a:pt x="1190754" y="348033"/>
                  </a:cubicBezTo>
                  <a:cubicBezTo>
                    <a:pt x="1190780" y="348544"/>
                    <a:pt x="1190805" y="349055"/>
                    <a:pt x="1190832" y="349582"/>
                  </a:cubicBezTo>
                  <a:cubicBezTo>
                    <a:pt x="1190862" y="350588"/>
                    <a:pt x="1190862" y="350588"/>
                    <a:pt x="1190893" y="351614"/>
                  </a:cubicBezTo>
                  <a:cubicBezTo>
                    <a:pt x="1190919" y="352279"/>
                    <a:pt x="1190945" y="352943"/>
                    <a:pt x="1190972" y="353628"/>
                  </a:cubicBezTo>
                  <a:cubicBezTo>
                    <a:pt x="1190754" y="355474"/>
                    <a:pt x="1190754" y="355474"/>
                    <a:pt x="1189652" y="356570"/>
                  </a:cubicBezTo>
                  <a:cubicBezTo>
                    <a:pt x="1187642" y="358591"/>
                    <a:pt x="1188165" y="361389"/>
                    <a:pt x="1188079" y="364107"/>
                  </a:cubicBezTo>
                  <a:cubicBezTo>
                    <a:pt x="1187980" y="364696"/>
                    <a:pt x="1187880" y="365285"/>
                    <a:pt x="1187777" y="365892"/>
                  </a:cubicBezTo>
                  <a:cubicBezTo>
                    <a:pt x="1187040" y="366138"/>
                    <a:pt x="1186304" y="366383"/>
                    <a:pt x="1185545" y="366636"/>
                  </a:cubicBezTo>
                  <a:cubicBezTo>
                    <a:pt x="1185223" y="368497"/>
                    <a:pt x="1185217" y="370299"/>
                    <a:pt x="1185175" y="372185"/>
                  </a:cubicBezTo>
                  <a:cubicBezTo>
                    <a:pt x="1184801" y="374078"/>
                    <a:pt x="1184801" y="374078"/>
                    <a:pt x="1183806" y="375784"/>
                  </a:cubicBezTo>
                  <a:cubicBezTo>
                    <a:pt x="1180602" y="377837"/>
                    <a:pt x="1177222" y="377440"/>
                    <a:pt x="1173499" y="377426"/>
                  </a:cubicBezTo>
                  <a:cubicBezTo>
                    <a:pt x="1172000" y="377421"/>
                    <a:pt x="1170501" y="377428"/>
                    <a:pt x="1169002" y="377449"/>
                  </a:cubicBezTo>
                  <a:cubicBezTo>
                    <a:pt x="1168339" y="377446"/>
                    <a:pt x="1167676" y="377443"/>
                    <a:pt x="1166993" y="377439"/>
                  </a:cubicBezTo>
                  <a:cubicBezTo>
                    <a:pt x="1166485" y="377558"/>
                    <a:pt x="1165976" y="377676"/>
                    <a:pt x="1165453" y="377798"/>
                  </a:cubicBezTo>
                  <a:cubicBezTo>
                    <a:pt x="1165332" y="378289"/>
                    <a:pt x="1165211" y="378779"/>
                    <a:pt x="1165086" y="379285"/>
                  </a:cubicBezTo>
                  <a:cubicBezTo>
                    <a:pt x="1164961" y="379777"/>
                    <a:pt x="1164837" y="380268"/>
                    <a:pt x="1164709" y="380775"/>
                  </a:cubicBezTo>
                  <a:cubicBezTo>
                    <a:pt x="1163133" y="381146"/>
                    <a:pt x="1163133" y="381146"/>
                    <a:pt x="1161081" y="381150"/>
                  </a:cubicBezTo>
                  <a:cubicBezTo>
                    <a:pt x="1160348" y="381164"/>
                    <a:pt x="1159615" y="381178"/>
                    <a:pt x="1158860" y="381192"/>
                  </a:cubicBezTo>
                  <a:cubicBezTo>
                    <a:pt x="1157703" y="381193"/>
                    <a:pt x="1157703" y="381193"/>
                    <a:pt x="1156523" y="381193"/>
                  </a:cubicBezTo>
                  <a:cubicBezTo>
                    <a:pt x="1155004" y="381200"/>
                    <a:pt x="1153484" y="381216"/>
                    <a:pt x="1151965" y="381243"/>
                  </a:cubicBezTo>
                  <a:cubicBezTo>
                    <a:pt x="1150949" y="381244"/>
                    <a:pt x="1150949" y="381244"/>
                    <a:pt x="1149913" y="381244"/>
                  </a:cubicBezTo>
                  <a:cubicBezTo>
                    <a:pt x="1149393" y="381335"/>
                    <a:pt x="1148873" y="381426"/>
                    <a:pt x="1148338" y="381519"/>
                  </a:cubicBezTo>
                  <a:cubicBezTo>
                    <a:pt x="1148092" y="382256"/>
                    <a:pt x="1147846" y="382992"/>
                    <a:pt x="1147593" y="383751"/>
                  </a:cubicBezTo>
                  <a:cubicBezTo>
                    <a:pt x="1146166" y="384026"/>
                    <a:pt x="1146166" y="384026"/>
                    <a:pt x="1144318" y="384028"/>
                  </a:cubicBezTo>
                  <a:cubicBezTo>
                    <a:pt x="1143655" y="384040"/>
                    <a:pt x="1142993" y="384053"/>
                    <a:pt x="1142310" y="384067"/>
                  </a:cubicBezTo>
                  <a:cubicBezTo>
                    <a:pt x="1140905" y="384074"/>
                    <a:pt x="1139500" y="384077"/>
                    <a:pt x="1138096" y="384078"/>
                  </a:cubicBezTo>
                  <a:cubicBezTo>
                    <a:pt x="1137432" y="384092"/>
                    <a:pt x="1136769" y="384106"/>
                    <a:pt x="1136085" y="384121"/>
                  </a:cubicBezTo>
                  <a:cubicBezTo>
                    <a:pt x="1135474" y="384122"/>
                    <a:pt x="1134864" y="384123"/>
                    <a:pt x="1134234" y="384125"/>
                  </a:cubicBezTo>
                  <a:cubicBezTo>
                    <a:pt x="1133731" y="384247"/>
                    <a:pt x="1133229" y="384369"/>
                    <a:pt x="1132711" y="384496"/>
                  </a:cubicBezTo>
                  <a:cubicBezTo>
                    <a:pt x="1132476" y="384985"/>
                    <a:pt x="1132241" y="385475"/>
                    <a:pt x="1131999" y="385979"/>
                  </a:cubicBezTo>
                  <a:cubicBezTo>
                    <a:pt x="1131742" y="386472"/>
                    <a:pt x="1131486" y="386964"/>
                    <a:pt x="1131222" y="387472"/>
                  </a:cubicBezTo>
                  <a:cubicBezTo>
                    <a:pt x="1129482" y="387878"/>
                    <a:pt x="1129482" y="387878"/>
                    <a:pt x="1127333" y="387926"/>
                  </a:cubicBezTo>
                  <a:cubicBezTo>
                    <a:pt x="1126182" y="387962"/>
                    <a:pt x="1126182" y="387962"/>
                    <a:pt x="1125008" y="387998"/>
                  </a:cubicBezTo>
                  <a:cubicBezTo>
                    <a:pt x="1124204" y="388009"/>
                    <a:pt x="1123400" y="388019"/>
                    <a:pt x="1122572" y="388030"/>
                  </a:cubicBezTo>
                  <a:cubicBezTo>
                    <a:pt x="1121762" y="388052"/>
                    <a:pt x="1120953" y="388074"/>
                    <a:pt x="1120118" y="388097"/>
                  </a:cubicBezTo>
                  <a:cubicBezTo>
                    <a:pt x="1118115" y="388150"/>
                    <a:pt x="1116111" y="388189"/>
                    <a:pt x="1114107" y="388216"/>
                  </a:cubicBezTo>
                  <a:cubicBezTo>
                    <a:pt x="1114107" y="388953"/>
                    <a:pt x="1114107" y="389690"/>
                    <a:pt x="1114107" y="390449"/>
                  </a:cubicBezTo>
                  <a:cubicBezTo>
                    <a:pt x="1113476" y="390477"/>
                    <a:pt x="1113476" y="390477"/>
                    <a:pt x="1112833" y="390505"/>
                  </a:cubicBezTo>
                  <a:cubicBezTo>
                    <a:pt x="1110932" y="390591"/>
                    <a:pt x="1109031" y="390683"/>
                    <a:pt x="1107131" y="390774"/>
                  </a:cubicBezTo>
                  <a:cubicBezTo>
                    <a:pt x="1106469" y="390803"/>
                    <a:pt x="1105807" y="390833"/>
                    <a:pt x="1105125" y="390863"/>
                  </a:cubicBezTo>
                  <a:cubicBezTo>
                    <a:pt x="1104492" y="390894"/>
                    <a:pt x="1103859" y="390925"/>
                    <a:pt x="1103207" y="390957"/>
                  </a:cubicBezTo>
                  <a:cubicBezTo>
                    <a:pt x="1102330" y="390998"/>
                    <a:pt x="1102330" y="390998"/>
                    <a:pt x="1101435" y="391040"/>
                  </a:cubicBezTo>
                  <a:cubicBezTo>
                    <a:pt x="1099912" y="391112"/>
                    <a:pt x="1099912" y="391112"/>
                    <a:pt x="1098480" y="391937"/>
                  </a:cubicBezTo>
                  <a:cubicBezTo>
                    <a:pt x="1098235" y="392674"/>
                    <a:pt x="1097989" y="393410"/>
                    <a:pt x="1097736" y="394169"/>
                  </a:cubicBezTo>
                  <a:cubicBezTo>
                    <a:pt x="1096149" y="394491"/>
                    <a:pt x="1096149" y="394491"/>
                    <a:pt x="1094082" y="394550"/>
                  </a:cubicBezTo>
                  <a:cubicBezTo>
                    <a:pt x="1093346" y="394577"/>
                    <a:pt x="1092610" y="394603"/>
                    <a:pt x="1091851" y="394630"/>
                  </a:cubicBezTo>
                  <a:cubicBezTo>
                    <a:pt x="1090689" y="394655"/>
                    <a:pt x="1090689" y="394655"/>
                    <a:pt x="1089504" y="394681"/>
                  </a:cubicBezTo>
                  <a:cubicBezTo>
                    <a:pt x="1088727" y="394706"/>
                    <a:pt x="1087949" y="394732"/>
                    <a:pt x="1087148" y="394758"/>
                  </a:cubicBezTo>
                  <a:cubicBezTo>
                    <a:pt x="1085220" y="394820"/>
                    <a:pt x="1083293" y="394871"/>
                    <a:pt x="1081365" y="394913"/>
                  </a:cubicBezTo>
                  <a:cubicBezTo>
                    <a:pt x="1081365" y="395896"/>
                    <a:pt x="1081365" y="396878"/>
                    <a:pt x="1081365" y="397890"/>
                  </a:cubicBezTo>
                  <a:cubicBezTo>
                    <a:pt x="1080895" y="397901"/>
                    <a:pt x="1080426" y="397912"/>
                    <a:pt x="1079942" y="397923"/>
                  </a:cubicBezTo>
                  <a:cubicBezTo>
                    <a:pt x="1077827" y="397978"/>
                    <a:pt x="1075713" y="398050"/>
                    <a:pt x="1073598" y="398123"/>
                  </a:cubicBezTo>
                  <a:cubicBezTo>
                    <a:pt x="1072489" y="398148"/>
                    <a:pt x="1072489" y="398148"/>
                    <a:pt x="1071358" y="398173"/>
                  </a:cubicBezTo>
                  <a:cubicBezTo>
                    <a:pt x="1070656" y="398200"/>
                    <a:pt x="1069953" y="398226"/>
                    <a:pt x="1069229" y="398253"/>
                  </a:cubicBezTo>
                  <a:cubicBezTo>
                    <a:pt x="1068578" y="398273"/>
                    <a:pt x="1067928" y="398292"/>
                    <a:pt x="1067257" y="398312"/>
                  </a:cubicBezTo>
                  <a:cubicBezTo>
                    <a:pt x="1066756" y="398419"/>
                    <a:pt x="1066254" y="398525"/>
                    <a:pt x="1065738" y="398634"/>
                  </a:cubicBezTo>
                  <a:cubicBezTo>
                    <a:pt x="1065492" y="399371"/>
                    <a:pt x="1065247" y="400108"/>
                    <a:pt x="1064994" y="400867"/>
                  </a:cubicBezTo>
                  <a:cubicBezTo>
                    <a:pt x="1063567" y="401141"/>
                    <a:pt x="1063567" y="401141"/>
                    <a:pt x="1061718" y="401143"/>
                  </a:cubicBezTo>
                  <a:cubicBezTo>
                    <a:pt x="1061056" y="401156"/>
                    <a:pt x="1060393" y="401169"/>
                    <a:pt x="1059711" y="401182"/>
                  </a:cubicBezTo>
                  <a:cubicBezTo>
                    <a:pt x="1058306" y="401189"/>
                    <a:pt x="1056901" y="401193"/>
                    <a:pt x="1055496" y="401194"/>
                  </a:cubicBezTo>
                  <a:cubicBezTo>
                    <a:pt x="1054833" y="401208"/>
                    <a:pt x="1054169" y="401221"/>
                    <a:pt x="1053486" y="401236"/>
                  </a:cubicBezTo>
                  <a:cubicBezTo>
                    <a:pt x="1052875" y="401237"/>
                    <a:pt x="1052264" y="401239"/>
                    <a:pt x="1051634" y="401240"/>
                  </a:cubicBezTo>
                  <a:cubicBezTo>
                    <a:pt x="1051132" y="401362"/>
                    <a:pt x="1050629" y="401485"/>
                    <a:pt x="1050111" y="401611"/>
                  </a:cubicBezTo>
                  <a:cubicBezTo>
                    <a:pt x="1049869" y="402102"/>
                    <a:pt x="1049627" y="402593"/>
                    <a:pt x="1049377" y="403099"/>
                  </a:cubicBezTo>
                  <a:cubicBezTo>
                    <a:pt x="1049128" y="403590"/>
                    <a:pt x="1048879" y="404081"/>
                    <a:pt x="1048623" y="404587"/>
                  </a:cubicBezTo>
                  <a:cubicBezTo>
                    <a:pt x="1047031" y="404958"/>
                    <a:pt x="1047031" y="404958"/>
                    <a:pt x="1045085" y="404962"/>
                  </a:cubicBezTo>
                  <a:cubicBezTo>
                    <a:pt x="1044388" y="404976"/>
                    <a:pt x="1043691" y="404990"/>
                    <a:pt x="1042973" y="405004"/>
                  </a:cubicBezTo>
                  <a:cubicBezTo>
                    <a:pt x="1041879" y="405005"/>
                    <a:pt x="1041879" y="405005"/>
                    <a:pt x="1040763" y="405006"/>
                  </a:cubicBezTo>
                  <a:cubicBezTo>
                    <a:pt x="1039320" y="405013"/>
                    <a:pt x="1037877" y="405028"/>
                    <a:pt x="1036435" y="405055"/>
                  </a:cubicBezTo>
                  <a:cubicBezTo>
                    <a:pt x="1035793" y="405056"/>
                    <a:pt x="1035152" y="405056"/>
                    <a:pt x="1034491" y="405057"/>
                  </a:cubicBezTo>
                  <a:cubicBezTo>
                    <a:pt x="1033998" y="405148"/>
                    <a:pt x="1033504" y="405238"/>
                    <a:pt x="1032996" y="405331"/>
                  </a:cubicBezTo>
                  <a:cubicBezTo>
                    <a:pt x="1032750" y="406068"/>
                    <a:pt x="1032505" y="406805"/>
                    <a:pt x="1032252" y="407564"/>
                  </a:cubicBezTo>
                  <a:cubicBezTo>
                    <a:pt x="1030893" y="407874"/>
                    <a:pt x="1030893" y="407874"/>
                    <a:pt x="1029138" y="407919"/>
                  </a:cubicBezTo>
                  <a:cubicBezTo>
                    <a:pt x="1028510" y="407942"/>
                    <a:pt x="1027881" y="407965"/>
                    <a:pt x="1027233" y="407988"/>
                  </a:cubicBezTo>
                  <a:cubicBezTo>
                    <a:pt x="1026241" y="408008"/>
                    <a:pt x="1026241" y="408008"/>
                    <a:pt x="1025229" y="408029"/>
                  </a:cubicBezTo>
                  <a:cubicBezTo>
                    <a:pt x="1023927" y="408067"/>
                    <a:pt x="1022626" y="408107"/>
                    <a:pt x="1021325" y="408151"/>
                  </a:cubicBezTo>
                  <a:cubicBezTo>
                    <a:pt x="1020455" y="408171"/>
                    <a:pt x="1020455" y="408171"/>
                    <a:pt x="1019568" y="408191"/>
                  </a:cubicBezTo>
                  <a:cubicBezTo>
                    <a:pt x="1018054" y="408221"/>
                    <a:pt x="1018054" y="408221"/>
                    <a:pt x="1016625" y="409052"/>
                  </a:cubicBezTo>
                  <a:cubicBezTo>
                    <a:pt x="1016379" y="409789"/>
                    <a:pt x="1016134" y="410526"/>
                    <a:pt x="1015881" y="411285"/>
                  </a:cubicBezTo>
                  <a:cubicBezTo>
                    <a:pt x="1014442" y="411559"/>
                    <a:pt x="1014442" y="411559"/>
                    <a:pt x="1012578" y="411561"/>
                  </a:cubicBezTo>
                  <a:cubicBezTo>
                    <a:pt x="1011913" y="411574"/>
                    <a:pt x="1011247" y="411587"/>
                    <a:pt x="1010561" y="411600"/>
                  </a:cubicBezTo>
                  <a:cubicBezTo>
                    <a:pt x="1009146" y="411607"/>
                    <a:pt x="1007732" y="411611"/>
                    <a:pt x="1006317" y="411612"/>
                  </a:cubicBezTo>
                  <a:cubicBezTo>
                    <a:pt x="1005319" y="411632"/>
                    <a:pt x="1005319" y="411632"/>
                    <a:pt x="1004300" y="411654"/>
                  </a:cubicBezTo>
                  <a:cubicBezTo>
                    <a:pt x="1003685" y="411655"/>
                    <a:pt x="1003070" y="411657"/>
                    <a:pt x="1002437" y="411658"/>
                  </a:cubicBezTo>
                  <a:cubicBezTo>
                    <a:pt x="1001962" y="411780"/>
                    <a:pt x="1001487" y="411903"/>
                    <a:pt x="1000998" y="412029"/>
                  </a:cubicBezTo>
                  <a:cubicBezTo>
                    <a:pt x="1000878" y="412520"/>
                    <a:pt x="1000759" y="413011"/>
                    <a:pt x="1000636" y="413517"/>
                  </a:cubicBezTo>
                  <a:cubicBezTo>
                    <a:pt x="1000510" y="414008"/>
                    <a:pt x="1000384" y="414499"/>
                    <a:pt x="1000254" y="415005"/>
                  </a:cubicBezTo>
                  <a:cubicBezTo>
                    <a:pt x="998746" y="415376"/>
                    <a:pt x="998746" y="415376"/>
                    <a:pt x="996789" y="415380"/>
                  </a:cubicBezTo>
                  <a:cubicBezTo>
                    <a:pt x="996089" y="415394"/>
                    <a:pt x="995390" y="415408"/>
                    <a:pt x="994670" y="415422"/>
                  </a:cubicBezTo>
                  <a:cubicBezTo>
                    <a:pt x="993934" y="415423"/>
                    <a:pt x="993198" y="415423"/>
                    <a:pt x="992440" y="415424"/>
                  </a:cubicBezTo>
                  <a:cubicBezTo>
                    <a:pt x="990991" y="415430"/>
                    <a:pt x="989541" y="415446"/>
                    <a:pt x="988092" y="415473"/>
                  </a:cubicBezTo>
                  <a:cubicBezTo>
                    <a:pt x="987446" y="415474"/>
                    <a:pt x="986799" y="415474"/>
                    <a:pt x="986134" y="415475"/>
                  </a:cubicBezTo>
                  <a:cubicBezTo>
                    <a:pt x="985388" y="415611"/>
                    <a:pt x="985388" y="415611"/>
                    <a:pt x="984627" y="415749"/>
                  </a:cubicBezTo>
                  <a:cubicBezTo>
                    <a:pt x="984381" y="416486"/>
                    <a:pt x="984136" y="417223"/>
                    <a:pt x="983883" y="417982"/>
                  </a:cubicBezTo>
                  <a:cubicBezTo>
                    <a:pt x="982375" y="418176"/>
                    <a:pt x="982375" y="418176"/>
                    <a:pt x="980418" y="418069"/>
                  </a:cubicBezTo>
                  <a:cubicBezTo>
                    <a:pt x="979718" y="418045"/>
                    <a:pt x="979019" y="418021"/>
                    <a:pt x="978299" y="417996"/>
                  </a:cubicBezTo>
                  <a:cubicBezTo>
                    <a:pt x="976812" y="417925"/>
                    <a:pt x="975326" y="417847"/>
                    <a:pt x="973840" y="417764"/>
                  </a:cubicBezTo>
                  <a:cubicBezTo>
                    <a:pt x="973140" y="417742"/>
                    <a:pt x="972441" y="417720"/>
                    <a:pt x="971720" y="417697"/>
                  </a:cubicBezTo>
                  <a:cubicBezTo>
                    <a:pt x="971074" y="417663"/>
                    <a:pt x="970428" y="417630"/>
                    <a:pt x="969763" y="417595"/>
                  </a:cubicBezTo>
                  <a:cubicBezTo>
                    <a:pt x="969017" y="417786"/>
                    <a:pt x="969017" y="417786"/>
                    <a:pt x="968256" y="417982"/>
                  </a:cubicBezTo>
                  <a:cubicBezTo>
                    <a:pt x="968000" y="419221"/>
                    <a:pt x="967752" y="420461"/>
                    <a:pt x="967511" y="421703"/>
                  </a:cubicBezTo>
                  <a:cubicBezTo>
                    <a:pt x="966073" y="422158"/>
                    <a:pt x="966073" y="422158"/>
                    <a:pt x="964209" y="422150"/>
                  </a:cubicBezTo>
                  <a:cubicBezTo>
                    <a:pt x="963544" y="422162"/>
                    <a:pt x="962878" y="422173"/>
                    <a:pt x="962192" y="422185"/>
                  </a:cubicBezTo>
                  <a:cubicBezTo>
                    <a:pt x="961492" y="422179"/>
                    <a:pt x="960791" y="422174"/>
                    <a:pt x="960070" y="422168"/>
                  </a:cubicBezTo>
                  <a:cubicBezTo>
                    <a:pt x="958690" y="422168"/>
                    <a:pt x="957310" y="422177"/>
                    <a:pt x="955931" y="422197"/>
                  </a:cubicBezTo>
                  <a:cubicBezTo>
                    <a:pt x="955008" y="422190"/>
                    <a:pt x="955008" y="422190"/>
                    <a:pt x="954067" y="422184"/>
                  </a:cubicBezTo>
                  <a:cubicBezTo>
                    <a:pt x="953593" y="422271"/>
                    <a:pt x="953118" y="422357"/>
                    <a:pt x="952629" y="422447"/>
                  </a:cubicBezTo>
                  <a:cubicBezTo>
                    <a:pt x="952383" y="423183"/>
                    <a:pt x="952137" y="423920"/>
                    <a:pt x="951884" y="424679"/>
                  </a:cubicBezTo>
                  <a:cubicBezTo>
                    <a:pt x="949626" y="424951"/>
                    <a:pt x="947499" y="425096"/>
                    <a:pt x="945234" y="425144"/>
                  </a:cubicBezTo>
                  <a:cubicBezTo>
                    <a:pt x="944002" y="425182"/>
                    <a:pt x="942771" y="425223"/>
                    <a:pt x="941539" y="425266"/>
                  </a:cubicBezTo>
                  <a:cubicBezTo>
                    <a:pt x="940716" y="425286"/>
                    <a:pt x="940716" y="425286"/>
                    <a:pt x="939877" y="425306"/>
                  </a:cubicBezTo>
                  <a:cubicBezTo>
                    <a:pt x="938421" y="425343"/>
                    <a:pt x="938421" y="425343"/>
                    <a:pt x="937002" y="426167"/>
                  </a:cubicBezTo>
                  <a:cubicBezTo>
                    <a:pt x="937002" y="426904"/>
                    <a:pt x="937002" y="427641"/>
                    <a:pt x="937002" y="428400"/>
                  </a:cubicBezTo>
                  <a:cubicBezTo>
                    <a:pt x="936559" y="428407"/>
                    <a:pt x="936116" y="428414"/>
                    <a:pt x="935659" y="428421"/>
                  </a:cubicBezTo>
                  <a:cubicBezTo>
                    <a:pt x="933657" y="428461"/>
                    <a:pt x="931655" y="428523"/>
                    <a:pt x="929653" y="428586"/>
                  </a:cubicBezTo>
                  <a:cubicBezTo>
                    <a:pt x="928956" y="428596"/>
                    <a:pt x="928259" y="428607"/>
                    <a:pt x="927540" y="428618"/>
                  </a:cubicBezTo>
                  <a:cubicBezTo>
                    <a:pt x="926873" y="428642"/>
                    <a:pt x="926207" y="428666"/>
                    <a:pt x="925520" y="428690"/>
                  </a:cubicBezTo>
                  <a:cubicBezTo>
                    <a:pt x="924904" y="428706"/>
                    <a:pt x="924288" y="428722"/>
                    <a:pt x="923654" y="428738"/>
                  </a:cubicBezTo>
                  <a:cubicBezTo>
                    <a:pt x="922894" y="428939"/>
                    <a:pt x="922894" y="428939"/>
                    <a:pt x="922119" y="429144"/>
                  </a:cubicBezTo>
                  <a:cubicBezTo>
                    <a:pt x="921597" y="430123"/>
                    <a:pt x="921099" y="431115"/>
                    <a:pt x="920631" y="432121"/>
                  </a:cubicBezTo>
                  <a:cubicBezTo>
                    <a:pt x="918680" y="432326"/>
                    <a:pt x="917032" y="432368"/>
                    <a:pt x="915096" y="432260"/>
                  </a:cubicBezTo>
                  <a:cubicBezTo>
                    <a:pt x="911117" y="432060"/>
                    <a:pt x="911117" y="432060"/>
                    <a:pt x="907236" y="432865"/>
                  </a:cubicBezTo>
                  <a:cubicBezTo>
                    <a:pt x="906990" y="433601"/>
                    <a:pt x="906745" y="434338"/>
                    <a:pt x="906492" y="435097"/>
                  </a:cubicBezTo>
                  <a:cubicBezTo>
                    <a:pt x="905053" y="435372"/>
                    <a:pt x="905053" y="435372"/>
                    <a:pt x="903190" y="435373"/>
                  </a:cubicBezTo>
                  <a:cubicBezTo>
                    <a:pt x="902524" y="435386"/>
                    <a:pt x="901858" y="435399"/>
                    <a:pt x="901172" y="435412"/>
                  </a:cubicBezTo>
                  <a:cubicBezTo>
                    <a:pt x="899758" y="435419"/>
                    <a:pt x="898343" y="435423"/>
                    <a:pt x="896929" y="435424"/>
                  </a:cubicBezTo>
                  <a:cubicBezTo>
                    <a:pt x="895930" y="435445"/>
                    <a:pt x="895930" y="435445"/>
                    <a:pt x="894911" y="435466"/>
                  </a:cubicBezTo>
                  <a:cubicBezTo>
                    <a:pt x="894296" y="435468"/>
                    <a:pt x="893681" y="435469"/>
                    <a:pt x="893048" y="435470"/>
                  </a:cubicBezTo>
                  <a:cubicBezTo>
                    <a:pt x="892573" y="435593"/>
                    <a:pt x="892098" y="435715"/>
                    <a:pt x="891609" y="435841"/>
                  </a:cubicBezTo>
                  <a:cubicBezTo>
                    <a:pt x="891425" y="436578"/>
                    <a:pt x="891425" y="436578"/>
                    <a:pt x="891237" y="437329"/>
                  </a:cubicBezTo>
                  <a:cubicBezTo>
                    <a:pt x="891053" y="438066"/>
                    <a:pt x="891053" y="438066"/>
                    <a:pt x="890865" y="438818"/>
                  </a:cubicBezTo>
                  <a:cubicBezTo>
                    <a:pt x="889426" y="439189"/>
                    <a:pt x="889426" y="439189"/>
                    <a:pt x="887563" y="439193"/>
                  </a:cubicBezTo>
                  <a:cubicBezTo>
                    <a:pt x="886564" y="439214"/>
                    <a:pt x="886564" y="439214"/>
                    <a:pt x="885545" y="439235"/>
                  </a:cubicBezTo>
                  <a:cubicBezTo>
                    <a:pt x="884845" y="439235"/>
                    <a:pt x="884145" y="439236"/>
                    <a:pt x="883424" y="439236"/>
                  </a:cubicBezTo>
                  <a:cubicBezTo>
                    <a:pt x="882044" y="439243"/>
                    <a:pt x="880664" y="439259"/>
                    <a:pt x="879284" y="439286"/>
                  </a:cubicBezTo>
                  <a:cubicBezTo>
                    <a:pt x="878362" y="439287"/>
                    <a:pt x="878362" y="439287"/>
                    <a:pt x="877421" y="439287"/>
                  </a:cubicBezTo>
                  <a:cubicBezTo>
                    <a:pt x="876709" y="439423"/>
                    <a:pt x="876709" y="439423"/>
                    <a:pt x="875982" y="439562"/>
                  </a:cubicBezTo>
                  <a:cubicBezTo>
                    <a:pt x="875737" y="440299"/>
                    <a:pt x="875491" y="441035"/>
                    <a:pt x="875238" y="441794"/>
                  </a:cubicBezTo>
                  <a:cubicBezTo>
                    <a:pt x="873936" y="442069"/>
                    <a:pt x="873936" y="442069"/>
                    <a:pt x="872261" y="442070"/>
                  </a:cubicBezTo>
                  <a:cubicBezTo>
                    <a:pt x="871663" y="442083"/>
                    <a:pt x="871064" y="442096"/>
                    <a:pt x="870448" y="442110"/>
                  </a:cubicBezTo>
                  <a:cubicBezTo>
                    <a:pt x="869176" y="442116"/>
                    <a:pt x="867905" y="442120"/>
                    <a:pt x="866634" y="442121"/>
                  </a:cubicBezTo>
                  <a:cubicBezTo>
                    <a:pt x="866035" y="442135"/>
                    <a:pt x="865437" y="442149"/>
                    <a:pt x="864820" y="442164"/>
                  </a:cubicBezTo>
                  <a:cubicBezTo>
                    <a:pt x="864267" y="442165"/>
                    <a:pt x="863715" y="442166"/>
                    <a:pt x="863146" y="442168"/>
                  </a:cubicBezTo>
                  <a:cubicBezTo>
                    <a:pt x="862716" y="442290"/>
                    <a:pt x="862286" y="442412"/>
                    <a:pt x="861843" y="442538"/>
                  </a:cubicBezTo>
                  <a:cubicBezTo>
                    <a:pt x="861670" y="443273"/>
                    <a:pt x="861670" y="443273"/>
                    <a:pt x="861493" y="444022"/>
                  </a:cubicBezTo>
                  <a:cubicBezTo>
                    <a:pt x="861363" y="444515"/>
                    <a:pt x="861233" y="445007"/>
                    <a:pt x="861099" y="445515"/>
                  </a:cubicBezTo>
                  <a:cubicBezTo>
                    <a:pt x="859649" y="445921"/>
                    <a:pt x="859649" y="445921"/>
                    <a:pt x="857771" y="445969"/>
                  </a:cubicBezTo>
                  <a:cubicBezTo>
                    <a:pt x="857102" y="445992"/>
                    <a:pt x="856433" y="446016"/>
                    <a:pt x="855744" y="446041"/>
                  </a:cubicBezTo>
                  <a:cubicBezTo>
                    <a:pt x="855040" y="446052"/>
                    <a:pt x="854336" y="446062"/>
                    <a:pt x="853611" y="446073"/>
                  </a:cubicBezTo>
                  <a:cubicBezTo>
                    <a:pt x="852552" y="446106"/>
                    <a:pt x="852552" y="446106"/>
                    <a:pt x="851471" y="446140"/>
                  </a:cubicBezTo>
                  <a:cubicBezTo>
                    <a:pt x="849719" y="446193"/>
                    <a:pt x="847968" y="446232"/>
                    <a:pt x="846216" y="446259"/>
                  </a:cubicBezTo>
                  <a:cubicBezTo>
                    <a:pt x="846216" y="446996"/>
                    <a:pt x="846216" y="447733"/>
                    <a:pt x="846216" y="448492"/>
                  </a:cubicBezTo>
                  <a:cubicBezTo>
                    <a:pt x="843362" y="449443"/>
                    <a:pt x="840860" y="449255"/>
                    <a:pt x="837874" y="449189"/>
                  </a:cubicBezTo>
                  <a:cubicBezTo>
                    <a:pt x="835815" y="449235"/>
                    <a:pt x="834043" y="449351"/>
                    <a:pt x="832078" y="449980"/>
                  </a:cubicBezTo>
                  <a:cubicBezTo>
                    <a:pt x="832078" y="450717"/>
                    <a:pt x="832078" y="451453"/>
                    <a:pt x="832078" y="452212"/>
                  </a:cubicBezTo>
                  <a:cubicBezTo>
                    <a:pt x="831653" y="452193"/>
                    <a:pt x="831229" y="452173"/>
                    <a:pt x="830792" y="452153"/>
                  </a:cubicBezTo>
                  <a:cubicBezTo>
                    <a:pt x="828880" y="452076"/>
                    <a:pt x="826968" y="452028"/>
                    <a:pt x="825055" y="451980"/>
                  </a:cubicBezTo>
                  <a:cubicBezTo>
                    <a:pt x="824387" y="451949"/>
                    <a:pt x="823719" y="451917"/>
                    <a:pt x="823030" y="451885"/>
                  </a:cubicBezTo>
                  <a:cubicBezTo>
                    <a:pt x="821262" y="451852"/>
                    <a:pt x="819667" y="451825"/>
                    <a:pt x="817939" y="452212"/>
                  </a:cubicBezTo>
                  <a:cubicBezTo>
                    <a:pt x="817672" y="453449"/>
                    <a:pt x="817424" y="454689"/>
                    <a:pt x="817195" y="455933"/>
                  </a:cubicBezTo>
                  <a:cubicBezTo>
                    <a:pt x="814995" y="456518"/>
                    <a:pt x="812762" y="456419"/>
                    <a:pt x="810498" y="456398"/>
                  </a:cubicBezTo>
                  <a:cubicBezTo>
                    <a:pt x="809257" y="456398"/>
                    <a:pt x="808017" y="456407"/>
                    <a:pt x="806777" y="456427"/>
                  </a:cubicBezTo>
                  <a:cubicBezTo>
                    <a:pt x="806225" y="456423"/>
                    <a:pt x="805672" y="456419"/>
                    <a:pt x="805103" y="456414"/>
                  </a:cubicBezTo>
                  <a:cubicBezTo>
                    <a:pt x="804673" y="456501"/>
                    <a:pt x="804243" y="456588"/>
                    <a:pt x="803800" y="456677"/>
                  </a:cubicBezTo>
                  <a:cubicBezTo>
                    <a:pt x="803555" y="457414"/>
                    <a:pt x="803309" y="458151"/>
                    <a:pt x="803056" y="458910"/>
                  </a:cubicBezTo>
                  <a:cubicBezTo>
                    <a:pt x="801041" y="459182"/>
                    <a:pt x="799172" y="459326"/>
                    <a:pt x="797150" y="459375"/>
                  </a:cubicBezTo>
                  <a:cubicBezTo>
                    <a:pt x="793288" y="459345"/>
                    <a:pt x="793288" y="459345"/>
                    <a:pt x="789662" y="460398"/>
                  </a:cubicBezTo>
                  <a:cubicBezTo>
                    <a:pt x="789416" y="461135"/>
                    <a:pt x="789171" y="461871"/>
                    <a:pt x="788918" y="462630"/>
                  </a:cubicBezTo>
                  <a:cubicBezTo>
                    <a:pt x="787467" y="462952"/>
                    <a:pt x="787467" y="462952"/>
                    <a:pt x="785589" y="463011"/>
                  </a:cubicBezTo>
                  <a:cubicBezTo>
                    <a:pt x="784920" y="463037"/>
                    <a:pt x="784251" y="463064"/>
                    <a:pt x="783562" y="463091"/>
                  </a:cubicBezTo>
                  <a:cubicBezTo>
                    <a:pt x="782506" y="463116"/>
                    <a:pt x="782506" y="463116"/>
                    <a:pt x="781430" y="463142"/>
                  </a:cubicBezTo>
                  <a:cubicBezTo>
                    <a:pt x="780370" y="463180"/>
                    <a:pt x="780370" y="463180"/>
                    <a:pt x="779289" y="463219"/>
                  </a:cubicBezTo>
                  <a:cubicBezTo>
                    <a:pt x="777538" y="463280"/>
                    <a:pt x="775787" y="463332"/>
                    <a:pt x="774035" y="463374"/>
                  </a:cubicBezTo>
                  <a:cubicBezTo>
                    <a:pt x="774035" y="464111"/>
                    <a:pt x="774035" y="464848"/>
                    <a:pt x="774035" y="465607"/>
                  </a:cubicBezTo>
                  <a:cubicBezTo>
                    <a:pt x="773371" y="465652"/>
                    <a:pt x="772707" y="465697"/>
                    <a:pt x="772023" y="465743"/>
                  </a:cubicBezTo>
                  <a:cubicBezTo>
                    <a:pt x="771152" y="465806"/>
                    <a:pt x="770281" y="465868"/>
                    <a:pt x="769384" y="465932"/>
                  </a:cubicBezTo>
                  <a:cubicBezTo>
                    <a:pt x="768521" y="465993"/>
                    <a:pt x="767657" y="466053"/>
                    <a:pt x="766768" y="466116"/>
                  </a:cubicBezTo>
                  <a:cubicBezTo>
                    <a:pt x="764011" y="466345"/>
                    <a:pt x="764011" y="466345"/>
                    <a:pt x="761384" y="467095"/>
                  </a:cubicBezTo>
                  <a:cubicBezTo>
                    <a:pt x="761139" y="467832"/>
                    <a:pt x="760893" y="468569"/>
                    <a:pt x="760640" y="469328"/>
                  </a:cubicBezTo>
                  <a:cubicBezTo>
                    <a:pt x="757933" y="469596"/>
                    <a:pt x="755298" y="469652"/>
                    <a:pt x="752581" y="469655"/>
                  </a:cubicBezTo>
                  <a:cubicBezTo>
                    <a:pt x="750673" y="469672"/>
                    <a:pt x="750673" y="469672"/>
                    <a:pt x="747990" y="470072"/>
                  </a:cubicBezTo>
                  <a:cubicBezTo>
                    <a:pt x="747744" y="470563"/>
                    <a:pt x="747499" y="471054"/>
                    <a:pt x="747246" y="471560"/>
                  </a:cubicBezTo>
                  <a:cubicBezTo>
                    <a:pt x="747000" y="472051"/>
                    <a:pt x="746755" y="472542"/>
                    <a:pt x="746502" y="473048"/>
                  </a:cubicBezTo>
                  <a:cubicBezTo>
                    <a:pt x="744304" y="473334"/>
                    <a:pt x="742329" y="473465"/>
                    <a:pt x="740130" y="473467"/>
                  </a:cubicBezTo>
                  <a:cubicBezTo>
                    <a:pt x="737998" y="473479"/>
                    <a:pt x="735981" y="473581"/>
                    <a:pt x="733851" y="473792"/>
                  </a:cubicBezTo>
                  <a:cubicBezTo>
                    <a:pt x="733606" y="474529"/>
                    <a:pt x="733360" y="475266"/>
                    <a:pt x="733107" y="476025"/>
                  </a:cubicBezTo>
                  <a:cubicBezTo>
                    <a:pt x="731793" y="476347"/>
                    <a:pt x="731793" y="476347"/>
                    <a:pt x="730104" y="476406"/>
                  </a:cubicBezTo>
                  <a:cubicBezTo>
                    <a:pt x="729502" y="476432"/>
                    <a:pt x="728901" y="476458"/>
                    <a:pt x="728280" y="476486"/>
                  </a:cubicBezTo>
                  <a:cubicBezTo>
                    <a:pt x="727648" y="476502"/>
                    <a:pt x="727015" y="476519"/>
                    <a:pt x="726363" y="476536"/>
                  </a:cubicBezTo>
                  <a:cubicBezTo>
                    <a:pt x="725410" y="476575"/>
                    <a:pt x="725410" y="476575"/>
                    <a:pt x="724438" y="476613"/>
                  </a:cubicBezTo>
                  <a:cubicBezTo>
                    <a:pt x="722863" y="476675"/>
                    <a:pt x="721288" y="476723"/>
                    <a:pt x="719713" y="476769"/>
                  </a:cubicBezTo>
                  <a:cubicBezTo>
                    <a:pt x="719713" y="477751"/>
                    <a:pt x="719713" y="478733"/>
                    <a:pt x="719713" y="479746"/>
                  </a:cubicBezTo>
                  <a:cubicBezTo>
                    <a:pt x="718808" y="479773"/>
                    <a:pt x="717903" y="479801"/>
                    <a:pt x="716971" y="479830"/>
                  </a:cubicBezTo>
                  <a:cubicBezTo>
                    <a:pt x="715792" y="479879"/>
                    <a:pt x="714613" y="479928"/>
                    <a:pt x="713434" y="479978"/>
                  </a:cubicBezTo>
                  <a:cubicBezTo>
                    <a:pt x="712538" y="480003"/>
                    <a:pt x="712538" y="480003"/>
                    <a:pt x="711624" y="480029"/>
                  </a:cubicBezTo>
                  <a:cubicBezTo>
                    <a:pt x="709710" y="480093"/>
                    <a:pt x="709710" y="480093"/>
                    <a:pt x="707062" y="480490"/>
                  </a:cubicBezTo>
                  <a:cubicBezTo>
                    <a:pt x="706817" y="481226"/>
                    <a:pt x="706571" y="481963"/>
                    <a:pt x="706318" y="482722"/>
                  </a:cubicBezTo>
                  <a:cubicBezTo>
                    <a:pt x="704148" y="483013"/>
                    <a:pt x="702124" y="483172"/>
                    <a:pt x="699946" y="483234"/>
                  </a:cubicBezTo>
                  <a:cubicBezTo>
                    <a:pt x="699346" y="483259"/>
                    <a:pt x="698746" y="483284"/>
                    <a:pt x="698128" y="483311"/>
                  </a:cubicBezTo>
                  <a:cubicBezTo>
                    <a:pt x="696642" y="483372"/>
                    <a:pt x="695155" y="483420"/>
                    <a:pt x="693668" y="483466"/>
                  </a:cubicBezTo>
                  <a:cubicBezTo>
                    <a:pt x="693668" y="484448"/>
                    <a:pt x="693668" y="485431"/>
                    <a:pt x="693668" y="486443"/>
                  </a:cubicBezTo>
                  <a:cubicBezTo>
                    <a:pt x="692763" y="486462"/>
                    <a:pt x="691859" y="486481"/>
                    <a:pt x="690927" y="486501"/>
                  </a:cubicBezTo>
                  <a:cubicBezTo>
                    <a:pt x="689747" y="486543"/>
                    <a:pt x="688568" y="486585"/>
                    <a:pt x="687389" y="486629"/>
                  </a:cubicBezTo>
                  <a:cubicBezTo>
                    <a:pt x="686792" y="486639"/>
                    <a:pt x="686195" y="486650"/>
                    <a:pt x="685579" y="486661"/>
                  </a:cubicBezTo>
                  <a:cubicBezTo>
                    <a:pt x="683662" y="486708"/>
                    <a:pt x="683662" y="486708"/>
                    <a:pt x="681017" y="487187"/>
                  </a:cubicBezTo>
                  <a:cubicBezTo>
                    <a:pt x="680756" y="488176"/>
                    <a:pt x="680508" y="489168"/>
                    <a:pt x="680273" y="490163"/>
                  </a:cubicBezTo>
                  <a:cubicBezTo>
                    <a:pt x="678326" y="490373"/>
                    <a:pt x="676674" y="490408"/>
                    <a:pt x="674739" y="490303"/>
                  </a:cubicBezTo>
                  <a:cubicBezTo>
                    <a:pt x="671075" y="489990"/>
                    <a:pt x="671075" y="489990"/>
                    <a:pt x="667623" y="490908"/>
                  </a:cubicBezTo>
                  <a:cubicBezTo>
                    <a:pt x="667377" y="491644"/>
                    <a:pt x="667132" y="492381"/>
                    <a:pt x="666879" y="493140"/>
                  </a:cubicBezTo>
                  <a:cubicBezTo>
                    <a:pt x="664985" y="493413"/>
                    <a:pt x="663246" y="493556"/>
                    <a:pt x="661344" y="493605"/>
                  </a:cubicBezTo>
                  <a:cubicBezTo>
                    <a:pt x="657674" y="493600"/>
                    <a:pt x="657674" y="493600"/>
                    <a:pt x="654228" y="494628"/>
                  </a:cubicBezTo>
                  <a:cubicBezTo>
                    <a:pt x="654228" y="495365"/>
                    <a:pt x="654228" y="496102"/>
                    <a:pt x="654228" y="496861"/>
                  </a:cubicBezTo>
                  <a:cubicBezTo>
                    <a:pt x="653377" y="496889"/>
                    <a:pt x="652527" y="496916"/>
                    <a:pt x="651650" y="496945"/>
                  </a:cubicBezTo>
                  <a:cubicBezTo>
                    <a:pt x="650540" y="496994"/>
                    <a:pt x="649431" y="497043"/>
                    <a:pt x="648322" y="497093"/>
                  </a:cubicBezTo>
                  <a:cubicBezTo>
                    <a:pt x="647479" y="497118"/>
                    <a:pt x="647479" y="497118"/>
                    <a:pt x="646620" y="497144"/>
                  </a:cubicBezTo>
                  <a:cubicBezTo>
                    <a:pt x="644817" y="497208"/>
                    <a:pt x="644817" y="497208"/>
                    <a:pt x="642322" y="497605"/>
                  </a:cubicBezTo>
                  <a:cubicBezTo>
                    <a:pt x="642076" y="498342"/>
                    <a:pt x="641831" y="499078"/>
                    <a:pt x="641578" y="499837"/>
                  </a:cubicBezTo>
                  <a:cubicBezTo>
                    <a:pt x="639007" y="500105"/>
                    <a:pt x="636514" y="500162"/>
                    <a:pt x="633933" y="500164"/>
                  </a:cubicBezTo>
                  <a:cubicBezTo>
                    <a:pt x="632142" y="500181"/>
                    <a:pt x="632142" y="500181"/>
                    <a:pt x="629672" y="500581"/>
                  </a:cubicBezTo>
                  <a:cubicBezTo>
                    <a:pt x="629422" y="501573"/>
                    <a:pt x="629174" y="502565"/>
                    <a:pt x="628927" y="503558"/>
                  </a:cubicBezTo>
                  <a:cubicBezTo>
                    <a:pt x="626357" y="503900"/>
                    <a:pt x="623933" y="503935"/>
                    <a:pt x="621348" y="503921"/>
                  </a:cubicBezTo>
                  <a:cubicBezTo>
                    <a:pt x="619552" y="503929"/>
                    <a:pt x="619552" y="503929"/>
                    <a:pt x="617021" y="504302"/>
                  </a:cubicBezTo>
                  <a:cubicBezTo>
                    <a:pt x="616491" y="505277"/>
                    <a:pt x="615993" y="506269"/>
                    <a:pt x="615533" y="507279"/>
                  </a:cubicBezTo>
                  <a:cubicBezTo>
                    <a:pt x="613324" y="507543"/>
                    <a:pt x="613324" y="507543"/>
                    <a:pt x="610696" y="507418"/>
                  </a:cubicBezTo>
                  <a:cubicBezTo>
                    <a:pt x="607415" y="507138"/>
                    <a:pt x="607415" y="507138"/>
                    <a:pt x="604371" y="508023"/>
                  </a:cubicBezTo>
                  <a:cubicBezTo>
                    <a:pt x="604125" y="508760"/>
                    <a:pt x="603880" y="509496"/>
                    <a:pt x="603627" y="510255"/>
                  </a:cubicBezTo>
                  <a:cubicBezTo>
                    <a:pt x="601214" y="510523"/>
                    <a:pt x="598884" y="510580"/>
                    <a:pt x="596461" y="510582"/>
                  </a:cubicBezTo>
                  <a:cubicBezTo>
                    <a:pt x="594782" y="510599"/>
                    <a:pt x="594782" y="510599"/>
                    <a:pt x="592465" y="510999"/>
                  </a:cubicBezTo>
                  <a:cubicBezTo>
                    <a:pt x="592349" y="511491"/>
                    <a:pt x="592234" y="511982"/>
                    <a:pt x="592116" y="512488"/>
                  </a:cubicBezTo>
                  <a:cubicBezTo>
                    <a:pt x="591985" y="512979"/>
                    <a:pt x="591855" y="513470"/>
                    <a:pt x="591720" y="513976"/>
                  </a:cubicBezTo>
                  <a:cubicBezTo>
                    <a:pt x="589658" y="514268"/>
                    <a:pt x="587833" y="514393"/>
                    <a:pt x="585767" y="514395"/>
                  </a:cubicBezTo>
                  <a:cubicBezTo>
                    <a:pt x="583742" y="514407"/>
                    <a:pt x="581837" y="514509"/>
                    <a:pt x="579814" y="514720"/>
                  </a:cubicBezTo>
                  <a:cubicBezTo>
                    <a:pt x="579569" y="515457"/>
                    <a:pt x="579323" y="516193"/>
                    <a:pt x="579070" y="516953"/>
                  </a:cubicBezTo>
                  <a:cubicBezTo>
                    <a:pt x="577143" y="517244"/>
                    <a:pt x="575378" y="517402"/>
                    <a:pt x="573442" y="517464"/>
                  </a:cubicBezTo>
                  <a:cubicBezTo>
                    <a:pt x="572649" y="517502"/>
                    <a:pt x="572649" y="517502"/>
                    <a:pt x="571839" y="517541"/>
                  </a:cubicBezTo>
                  <a:cubicBezTo>
                    <a:pt x="570529" y="517603"/>
                    <a:pt x="569219" y="517651"/>
                    <a:pt x="567908" y="517697"/>
                  </a:cubicBezTo>
                  <a:cubicBezTo>
                    <a:pt x="567908" y="518679"/>
                    <a:pt x="567908" y="519661"/>
                    <a:pt x="567908" y="520673"/>
                  </a:cubicBezTo>
                  <a:cubicBezTo>
                    <a:pt x="567057" y="520701"/>
                    <a:pt x="566206" y="520729"/>
                    <a:pt x="565330" y="520758"/>
                  </a:cubicBezTo>
                  <a:cubicBezTo>
                    <a:pt x="564220" y="520806"/>
                    <a:pt x="563111" y="520856"/>
                    <a:pt x="562001" y="520906"/>
                  </a:cubicBezTo>
                  <a:cubicBezTo>
                    <a:pt x="561159" y="520931"/>
                    <a:pt x="561159" y="520931"/>
                    <a:pt x="560299" y="520957"/>
                  </a:cubicBezTo>
                  <a:cubicBezTo>
                    <a:pt x="558496" y="521021"/>
                    <a:pt x="558496" y="521021"/>
                    <a:pt x="556002" y="521417"/>
                  </a:cubicBezTo>
                  <a:cubicBezTo>
                    <a:pt x="555756" y="522154"/>
                    <a:pt x="555511" y="522891"/>
                    <a:pt x="555258" y="523650"/>
                  </a:cubicBezTo>
                  <a:cubicBezTo>
                    <a:pt x="553111" y="524723"/>
                    <a:pt x="551226" y="524464"/>
                    <a:pt x="548839" y="524440"/>
                  </a:cubicBezTo>
                  <a:cubicBezTo>
                    <a:pt x="547955" y="524434"/>
                    <a:pt x="547070" y="524427"/>
                    <a:pt x="546159" y="524420"/>
                  </a:cubicBezTo>
                  <a:cubicBezTo>
                    <a:pt x="545478" y="524411"/>
                    <a:pt x="544797" y="524403"/>
                    <a:pt x="544095" y="524394"/>
                  </a:cubicBezTo>
                  <a:cubicBezTo>
                    <a:pt x="544095" y="525376"/>
                    <a:pt x="544095" y="526358"/>
                    <a:pt x="544095" y="527371"/>
                  </a:cubicBezTo>
                  <a:cubicBezTo>
                    <a:pt x="540166" y="527616"/>
                    <a:pt x="536237" y="527862"/>
                    <a:pt x="532189" y="528115"/>
                  </a:cubicBezTo>
                  <a:cubicBezTo>
                    <a:pt x="532189" y="529097"/>
                    <a:pt x="532189" y="530079"/>
                    <a:pt x="532189" y="531091"/>
                  </a:cubicBezTo>
                  <a:cubicBezTo>
                    <a:pt x="531392" y="531119"/>
                    <a:pt x="530595" y="531147"/>
                    <a:pt x="529774" y="531176"/>
                  </a:cubicBezTo>
                  <a:cubicBezTo>
                    <a:pt x="528734" y="531224"/>
                    <a:pt x="527694" y="531274"/>
                    <a:pt x="526655" y="531324"/>
                  </a:cubicBezTo>
                  <a:cubicBezTo>
                    <a:pt x="525865" y="531349"/>
                    <a:pt x="525865" y="531349"/>
                    <a:pt x="525060" y="531375"/>
                  </a:cubicBezTo>
                  <a:cubicBezTo>
                    <a:pt x="523369" y="531439"/>
                    <a:pt x="523369" y="531439"/>
                    <a:pt x="521027" y="531835"/>
                  </a:cubicBezTo>
                  <a:cubicBezTo>
                    <a:pt x="520781" y="532572"/>
                    <a:pt x="520536" y="533309"/>
                    <a:pt x="520283" y="534068"/>
                  </a:cubicBezTo>
                  <a:cubicBezTo>
                    <a:pt x="517602" y="534390"/>
                    <a:pt x="514962" y="534396"/>
                    <a:pt x="512263" y="534437"/>
                  </a:cubicBezTo>
                  <a:cubicBezTo>
                    <a:pt x="511472" y="534561"/>
                    <a:pt x="510680" y="534684"/>
                    <a:pt x="509865" y="534812"/>
                  </a:cubicBezTo>
                  <a:cubicBezTo>
                    <a:pt x="509619" y="535303"/>
                    <a:pt x="509374" y="535794"/>
                    <a:pt x="509121" y="536300"/>
                  </a:cubicBezTo>
                  <a:cubicBezTo>
                    <a:pt x="508875" y="536791"/>
                    <a:pt x="508630" y="537282"/>
                    <a:pt x="508377" y="537788"/>
                  </a:cubicBezTo>
                  <a:cubicBezTo>
                    <a:pt x="505979" y="538163"/>
                    <a:pt x="505979" y="538163"/>
                    <a:pt x="503121" y="538207"/>
                  </a:cubicBezTo>
                  <a:cubicBezTo>
                    <a:pt x="500346" y="538206"/>
                    <a:pt x="500346" y="538206"/>
                    <a:pt x="497959" y="538533"/>
                  </a:cubicBezTo>
                  <a:cubicBezTo>
                    <a:pt x="497713" y="539269"/>
                    <a:pt x="497468" y="540006"/>
                    <a:pt x="497215" y="540765"/>
                  </a:cubicBezTo>
                  <a:cubicBezTo>
                    <a:pt x="495267" y="541120"/>
                    <a:pt x="495267" y="541120"/>
                    <a:pt x="492843" y="541230"/>
                  </a:cubicBezTo>
                  <a:cubicBezTo>
                    <a:pt x="490357" y="541356"/>
                    <a:pt x="488420" y="541464"/>
                    <a:pt x="486052" y="542253"/>
                  </a:cubicBezTo>
                  <a:cubicBezTo>
                    <a:pt x="486052" y="542990"/>
                    <a:pt x="486052" y="543727"/>
                    <a:pt x="486052" y="544486"/>
                  </a:cubicBezTo>
                  <a:cubicBezTo>
                    <a:pt x="482369" y="544731"/>
                    <a:pt x="478685" y="544977"/>
                    <a:pt x="474890" y="545230"/>
                  </a:cubicBezTo>
                  <a:cubicBezTo>
                    <a:pt x="474890" y="546212"/>
                    <a:pt x="474890" y="547194"/>
                    <a:pt x="474890" y="548206"/>
                  </a:cubicBezTo>
                  <a:cubicBezTo>
                    <a:pt x="474147" y="548234"/>
                    <a:pt x="473403" y="548262"/>
                    <a:pt x="472638" y="548291"/>
                  </a:cubicBezTo>
                  <a:cubicBezTo>
                    <a:pt x="471677" y="548340"/>
                    <a:pt x="470717" y="548389"/>
                    <a:pt x="469728" y="548439"/>
                  </a:cubicBezTo>
                  <a:cubicBezTo>
                    <a:pt x="468290" y="548504"/>
                    <a:pt x="468290" y="548504"/>
                    <a:pt x="466824" y="548570"/>
                  </a:cubicBezTo>
                  <a:cubicBezTo>
                    <a:pt x="466048" y="548695"/>
                    <a:pt x="465272" y="548821"/>
                    <a:pt x="464472" y="548951"/>
                  </a:cubicBezTo>
                  <a:cubicBezTo>
                    <a:pt x="464227" y="549687"/>
                    <a:pt x="463981" y="550424"/>
                    <a:pt x="463728" y="551183"/>
                  </a:cubicBezTo>
                  <a:cubicBezTo>
                    <a:pt x="461754" y="551538"/>
                    <a:pt x="461754" y="551538"/>
                    <a:pt x="459310" y="551648"/>
                  </a:cubicBezTo>
                  <a:cubicBezTo>
                    <a:pt x="456195" y="551713"/>
                    <a:pt x="456195" y="551713"/>
                    <a:pt x="453310" y="552671"/>
                  </a:cubicBezTo>
                  <a:cubicBezTo>
                    <a:pt x="453310" y="553408"/>
                    <a:pt x="453310" y="554145"/>
                    <a:pt x="453310" y="554904"/>
                  </a:cubicBezTo>
                  <a:cubicBezTo>
                    <a:pt x="452567" y="554932"/>
                    <a:pt x="451823" y="554959"/>
                    <a:pt x="451057" y="554988"/>
                  </a:cubicBezTo>
                  <a:cubicBezTo>
                    <a:pt x="450097" y="555037"/>
                    <a:pt x="449137" y="555086"/>
                    <a:pt x="448148" y="555136"/>
                  </a:cubicBezTo>
                  <a:cubicBezTo>
                    <a:pt x="446710" y="555201"/>
                    <a:pt x="446710" y="555201"/>
                    <a:pt x="445244" y="555267"/>
                  </a:cubicBezTo>
                  <a:cubicBezTo>
                    <a:pt x="444468" y="555393"/>
                    <a:pt x="443692" y="555518"/>
                    <a:pt x="442892" y="555648"/>
                  </a:cubicBezTo>
                  <a:cubicBezTo>
                    <a:pt x="442647" y="556385"/>
                    <a:pt x="442401" y="557121"/>
                    <a:pt x="442148" y="557880"/>
                  </a:cubicBezTo>
                  <a:cubicBezTo>
                    <a:pt x="440174" y="558235"/>
                    <a:pt x="440174" y="558235"/>
                    <a:pt x="437730" y="558345"/>
                  </a:cubicBezTo>
                  <a:cubicBezTo>
                    <a:pt x="434615" y="558411"/>
                    <a:pt x="434615" y="558411"/>
                    <a:pt x="431730" y="559369"/>
                  </a:cubicBezTo>
                  <a:cubicBezTo>
                    <a:pt x="431485" y="560105"/>
                    <a:pt x="431239" y="560842"/>
                    <a:pt x="430986" y="561601"/>
                  </a:cubicBezTo>
                  <a:cubicBezTo>
                    <a:pt x="428498" y="561923"/>
                    <a:pt x="426055" y="561929"/>
                    <a:pt x="423548" y="561970"/>
                  </a:cubicBezTo>
                  <a:cubicBezTo>
                    <a:pt x="422810" y="562094"/>
                    <a:pt x="422072" y="562218"/>
                    <a:pt x="421312" y="562345"/>
                  </a:cubicBezTo>
                  <a:cubicBezTo>
                    <a:pt x="421075" y="562841"/>
                    <a:pt x="420838" y="563337"/>
                    <a:pt x="420594" y="563848"/>
                  </a:cubicBezTo>
                  <a:cubicBezTo>
                    <a:pt x="420340" y="564334"/>
                    <a:pt x="420086" y="564821"/>
                    <a:pt x="419824" y="565322"/>
                  </a:cubicBezTo>
                  <a:cubicBezTo>
                    <a:pt x="417400" y="565612"/>
                    <a:pt x="417400" y="565612"/>
                    <a:pt x="414522" y="565508"/>
                  </a:cubicBezTo>
                  <a:cubicBezTo>
                    <a:pt x="413568" y="565481"/>
                    <a:pt x="412615" y="565454"/>
                    <a:pt x="411633" y="565426"/>
                  </a:cubicBezTo>
                  <a:cubicBezTo>
                    <a:pt x="410530" y="565375"/>
                    <a:pt x="410530" y="565375"/>
                    <a:pt x="409406" y="565322"/>
                  </a:cubicBezTo>
                  <a:cubicBezTo>
                    <a:pt x="409406" y="566304"/>
                    <a:pt x="409406" y="567286"/>
                    <a:pt x="409406" y="568298"/>
                  </a:cubicBezTo>
                  <a:cubicBezTo>
                    <a:pt x="408716" y="568317"/>
                    <a:pt x="408027" y="568337"/>
                    <a:pt x="407316" y="568356"/>
                  </a:cubicBezTo>
                  <a:cubicBezTo>
                    <a:pt x="406425" y="568399"/>
                    <a:pt x="405534" y="568441"/>
                    <a:pt x="404616" y="568484"/>
                  </a:cubicBezTo>
                  <a:cubicBezTo>
                    <a:pt x="403726" y="568519"/>
                    <a:pt x="402837" y="568553"/>
                    <a:pt x="401921" y="568589"/>
                  </a:cubicBezTo>
                  <a:cubicBezTo>
                    <a:pt x="401199" y="568739"/>
                    <a:pt x="400476" y="568888"/>
                    <a:pt x="399732" y="569042"/>
                  </a:cubicBezTo>
                  <a:cubicBezTo>
                    <a:pt x="399559" y="569791"/>
                    <a:pt x="399559" y="569791"/>
                    <a:pt x="399383" y="570554"/>
                  </a:cubicBezTo>
                  <a:cubicBezTo>
                    <a:pt x="399188" y="571279"/>
                    <a:pt x="399188" y="571279"/>
                    <a:pt x="398988" y="572019"/>
                  </a:cubicBezTo>
                  <a:cubicBezTo>
                    <a:pt x="396636" y="572310"/>
                    <a:pt x="396636" y="572310"/>
                    <a:pt x="393732" y="572205"/>
                  </a:cubicBezTo>
                  <a:cubicBezTo>
                    <a:pt x="392772" y="572178"/>
                    <a:pt x="391812" y="572151"/>
                    <a:pt x="390823" y="572124"/>
                  </a:cubicBezTo>
                  <a:cubicBezTo>
                    <a:pt x="389708" y="572072"/>
                    <a:pt x="389708" y="572072"/>
                    <a:pt x="388570" y="572019"/>
                  </a:cubicBezTo>
                  <a:cubicBezTo>
                    <a:pt x="388570" y="573001"/>
                    <a:pt x="388570" y="573983"/>
                    <a:pt x="388570" y="574996"/>
                  </a:cubicBezTo>
                  <a:cubicBezTo>
                    <a:pt x="385132" y="575241"/>
                    <a:pt x="381694" y="575487"/>
                    <a:pt x="378152" y="575740"/>
                  </a:cubicBezTo>
                  <a:cubicBezTo>
                    <a:pt x="378152" y="576722"/>
                    <a:pt x="378152" y="577704"/>
                    <a:pt x="378152" y="578716"/>
                  </a:cubicBezTo>
                  <a:cubicBezTo>
                    <a:pt x="374469" y="578962"/>
                    <a:pt x="370785" y="579207"/>
                    <a:pt x="366990" y="579460"/>
                  </a:cubicBezTo>
                  <a:cubicBezTo>
                    <a:pt x="366990" y="580443"/>
                    <a:pt x="366990" y="581425"/>
                    <a:pt x="366990" y="582437"/>
                  </a:cubicBezTo>
                  <a:cubicBezTo>
                    <a:pt x="366354" y="582465"/>
                    <a:pt x="365718" y="582493"/>
                    <a:pt x="365063" y="582521"/>
                  </a:cubicBezTo>
                  <a:cubicBezTo>
                    <a:pt x="364241" y="582570"/>
                    <a:pt x="363419" y="582619"/>
                    <a:pt x="362572" y="582669"/>
                  </a:cubicBezTo>
                  <a:cubicBezTo>
                    <a:pt x="361751" y="582713"/>
                    <a:pt x="360931" y="582756"/>
                    <a:pt x="360086" y="582800"/>
                  </a:cubicBezTo>
                  <a:cubicBezTo>
                    <a:pt x="359418" y="582926"/>
                    <a:pt x="358749" y="583052"/>
                    <a:pt x="358060" y="583181"/>
                  </a:cubicBezTo>
                  <a:cubicBezTo>
                    <a:pt x="357815" y="583918"/>
                    <a:pt x="357569" y="584654"/>
                    <a:pt x="357316" y="585413"/>
                  </a:cubicBezTo>
                  <a:cubicBezTo>
                    <a:pt x="355389" y="585705"/>
                    <a:pt x="353624" y="585863"/>
                    <a:pt x="351689" y="585925"/>
                  </a:cubicBezTo>
                  <a:cubicBezTo>
                    <a:pt x="350895" y="585963"/>
                    <a:pt x="350895" y="585963"/>
                    <a:pt x="350085" y="586002"/>
                  </a:cubicBezTo>
                  <a:cubicBezTo>
                    <a:pt x="348775" y="586064"/>
                    <a:pt x="347465" y="586112"/>
                    <a:pt x="346154" y="586158"/>
                  </a:cubicBezTo>
                  <a:cubicBezTo>
                    <a:pt x="346154" y="587140"/>
                    <a:pt x="346154" y="588122"/>
                    <a:pt x="346154" y="589134"/>
                  </a:cubicBezTo>
                  <a:cubicBezTo>
                    <a:pt x="342470" y="589380"/>
                    <a:pt x="338787" y="589625"/>
                    <a:pt x="334992" y="589878"/>
                  </a:cubicBezTo>
                  <a:cubicBezTo>
                    <a:pt x="334992" y="590615"/>
                    <a:pt x="334992" y="591352"/>
                    <a:pt x="334992" y="592111"/>
                  </a:cubicBezTo>
                  <a:cubicBezTo>
                    <a:pt x="331554" y="592356"/>
                    <a:pt x="328116" y="592602"/>
                    <a:pt x="324574" y="592855"/>
                  </a:cubicBezTo>
                  <a:cubicBezTo>
                    <a:pt x="324574" y="593837"/>
                    <a:pt x="324574" y="594819"/>
                    <a:pt x="324574" y="595831"/>
                  </a:cubicBezTo>
                  <a:cubicBezTo>
                    <a:pt x="323777" y="595851"/>
                    <a:pt x="322980" y="595870"/>
                    <a:pt x="322158" y="595890"/>
                  </a:cubicBezTo>
                  <a:cubicBezTo>
                    <a:pt x="321119" y="595931"/>
                    <a:pt x="320079" y="595974"/>
                    <a:pt x="319039" y="596017"/>
                  </a:cubicBezTo>
                  <a:cubicBezTo>
                    <a:pt x="318513" y="596028"/>
                    <a:pt x="317987" y="596039"/>
                    <a:pt x="317445" y="596049"/>
                  </a:cubicBezTo>
                  <a:cubicBezTo>
                    <a:pt x="315750" y="596098"/>
                    <a:pt x="315750" y="596098"/>
                    <a:pt x="313412" y="596576"/>
                  </a:cubicBezTo>
                  <a:cubicBezTo>
                    <a:pt x="312882" y="598063"/>
                    <a:pt x="312882" y="598063"/>
                    <a:pt x="312668" y="599552"/>
                  </a:cubicBezTo>
                  <a:cubicBezTo>
                    <a:pt x="311046" y="599817"/>
                    <a:pt x="311046" y="599817"/>
                    <a:pt x="309040" y="599692"/>
                  </a:cubicBezTo>
                  <a:cubicBezTo>
                    <a:pt x="306654" y="599563"/>
                    <a:pt x="305292" y="599530"/>
                    <a:pt x="302994" y="600296"/>
                  </a:cubicBezTo>
                  <a:cubicBezTo>
                    <a:pt x="302994" y="601033"/>
                    <a:pt x="302994" y="601770"/>
                    <a:pt x="302994" y="602529"/>
                  </a:cubicBezTo>
                  <a:cubicBezTo>
                    <a:pt x="302197" y="602548"/>
                    <a:pt x="301400" y="602567"/>
                    <a:pt x="300578" y="602587"/>
                  </a:cubicBezTo>
                  <a:cubicBezTo>
                    <a:pt x="299539" y="602629"/>
                    <a:pt x="298499" y="602671"/>
                    <a:pt x="297459" y="602715"/>
                  </a:cubicBezTo>
                  <a:cubicBezTo>
                    <a:pt x="296933" y="602725"/>
                    <a:pt x="296407" y="602736"/>
                    <a:pt x="295865" y="602747"/>
                  </a:cubicBezTo>
                  <a:cubicBezTo>
                    <a:pt x="294170" y="602795"/>
                    <a:pt x="294170" y="602795"/>
                    <a:pt x="291832" y="603273"/>
                  </a:cubicBezTo>
                  <a:cubicBezTo>
                    <a:pt x="291717" y="603772"/>
                    <a:pt x="291601" y="604270"/>
                    <a:pt x="291483" y="604784"/>
                  </a:cubicBezTo>
                  <a:cubicBezTo>
                    <a:pt x="291352" y="605268"/>
                    <a:pt x="291222" y="605751"/>
                    <a:pt x="291088" y="606249"/>
                  </a:cubicBezTo>
                  <a:cubicBezTo>
                    <a:pt x="288988" y="606477"/>
                    <a:pt x="287178" y="606528"/>
                    <a:pt x="285088" y="606435"/>
                  </a:cubicBezTo>
                  <a:cubicBezTo>
                    <a:pt x="284523" y="606422"/>
                    <a:pt x="283959" y="606409"/>
                    <a:pt x="283377" y="606395"/>
                  </a:cubicBezTo>
                  <a:cubicBezTo>
                    <a:pt x="281978" y="606360"/>
                    <a:pt x="280580" y="606306"/>
                    <a:pt x="279181" y="606249"/>
                  </a:cubicBezTo>
                  <a:cubicBezTo>
                    <a:pt x="279181" y="607232"/>
                    <a:pt x="279181" y="608214"/>
                    <a:pt x="279181" y="609226"/>
                  </a:cubicBezTo>
                  <a:cubicBezTo>
                    <a:pt x="278438" y="609245"/>
                    <a:pt x="277694" y="609264"/>
                    <a:pt x="276929" y="609284"/>
                  </a:cubicBezTo>
                  <a:cubicBezTo>
                    <a:pt x="275968" y="609326"/>
                    <a:pt x="275008" y="609369"/>
                    <a:pt x="274019" y="609412"/>
                  </a:cubicBezTo>
                  <a:cubicBezTo>
                    <a:pt x="273061" y="609447"/>
                    <a:pt x="272102" y="609481"/>
                    <a:pt x="271115" y="609517"/>
                  </a:cubicBezTo>
                  <a:cubicBezTo>
                    <a:pt x="270339" y="609666"/>
                    <a:pt x="269563" y="609816"/>
                    <a:pt x="268763" y="609970"/>
                  </a:cubicBezTo>
                  <a:cubicBezTo>
                    <a:pt x="268647" y="610464"/>
                    <a:pt x="268531" y="610958"/>
                    <a:pt x="268412" y="611467"/>
                  </a:cubicBezTo>
                  <a:cubicBezTo>
                    <a:pt x="268217" y="612199"/>
                    <a:pt x="268217" y="612199"/>
                    <a:pt x="268019" y="612947"/>
                  </a:cubicBezTo>
                  <a:cubicBezTo>
                    <a:pt x="266077" y="613239"/>
                    <a:pt x="264385" y="613363"/>
                    <a:pt x="262438" y="613365"/>
                  </a:cubicBezTo>
                  <a:cubicBezTo>
                    <a:pt x="260534" y="613377"/>
                    <a:pt x="258758" y="613480"/>
                    <a:pt x="256857" y="613691"/>
                  </a:cubicBezTo>
                  <a:cubicBezTo>
                    <a:pt x="256612" y="614428"/>
                    <a:pt x="256366" y="615164"/>
                    <a:pt x="256113" y="615923"/>
                  </a:cubicBezTo>
                  <a:cubicBezTo>
                    <a:pt x="254218" y="616304"/>
                    <a:pt x="254218" y="616304"/>
                    <a:pt x="251834" y="616435"/>
                  </a:cubicBezTo>
                  <a:cubicBezTo>
                    <a:pt x="251055" y="616484"/>
                    <a:pt x="250276" y="616533"/>
                    <a:pt x="249474" y="616583"/>
                  </a:cubicBezTo>
                  <a:cubicBezTo>
                    <a:pt x="247467" y="616657"/>
                    <a:pt x="245470" y="616686"/>
                    <a:pt x="243463" y="616667"/>
                  </a:cubicBezTo>
                  <a:cubicBezTo>
                    <a:pt x="243463" y="617650"/>
                    <a:pt x="243463" y="618632"/>
                    <a:pt x="243463" y="619644"/>
                  </a:cubicBezTo>
                  <a:cubicBezTo>
                    <a:pt x="239533" y="619890"/>
                    <a:pt x="235604" y="620135"/>
                    <a:pt x="231556" y="620388"/>
                  </a:cubicBezTo>
                  <a:cubicBezTo>
                    <a:pt x="231556" y="621370"/>
                    <a:pt x="231556" y="622353"/>
                    <a:pt x="231556" y="623365"/>
                  </a:cubicBezTo>
                  <a:cubicBezTo>
                    <a:pt x="230705" y="623392"/>
                    <a:pt x="229855" y="623420"/>
                    <a:pt x="228978" y="623449"/>
                  </a:cubicBezTo>
                  <a:cubicBezTo>
                    <a:pt x="227869" y="623498"/>
                    <a:pt x="226759" y="623547"/>
                    <a:pt x="225650" y="623597"/>
                  </a:cubicBezTo>
                  <a:cubicBezTo>
                    <a:pt x="224807" y="623622"/>
                    <a:pt x="224807" y="623622"/>
                    <a:pt x="223948" y="623648"/>
                  </a:cubicBezTo>
                  <a:cubicBezTo>
                    <a:pt x="222145" y="623712"/>
                    <a:pt x="222145" y="623712"/>
                    <a:pt x="219650" y="624109"/>
                  </a:cubicBezTo>
                  <a:cubicBezTo>
                    <a:pt x="219404" y="624845"/>
                    <a:pt x="219159" y="625582"/>
                    <a:pt x="218906" y="626341"/>
                  </a:cubicBezTo>
                  <a:cubicBezTo>
                    <a:pt x="217012" y="626614"/>
                    <a:pt x="215273" y="626757"/>
                    <a:pt x="213371" y="626806"/>
                  </a:cubicBezTo>
                  <a:cubicBezTo>
                    <a:pt x="209701" y="626801"/>
                    <a:pt x="209701" y="626801"/>
                    <a:pt x="206256" y="627829"/>
                  </a:cubicBezTo>
                  <a:cubicBezTo>
                    <a:pt x="206256" y="628566"/>
                    <a:pt x="206256" y="629303"/>
                    <a:pt x="206256" y="630062"/>
                  </a:cubicBezTo>
                  <a:cubicBezTo>
                    <a:pt x="204992" y="630104"/>
                    <a:pt x="204992" y="630104"/>
                    <a:pt x="203703" y="630146"/>
                  </a:cubicBezTo>
                  <a:cubicBezTo>
                    <a:pt x="202601" y="630195"/>
                    <a:pt x="201498" y="630244"/>
                    <a:pt x="200395" y="630294"/>
                  </a:cubicBezTo>
                  <a:cubicBezTo>
                    <a:pt x="199840" y="630311"/>
                    <a:pt x="199285" y="630328"/>
                    <a:pt x="198712" y="630345"/>
                  </a:cubicBezTo>
                  <a:cubicBezTo>
                    <a:pt x="197252" y="630418"/>
                    <a:pt x="195798" y="630605"/>
                    <a:pt x="194349" y="630806"/>
                  </a:cubicBezTo>
                  <a:cubicBezTo>
                    <a:pt x="193858" y="631543"/>
                    <a:pt x="193367" y="632279"/>
                    <a:pt x="192861" y="633038"/>
                  </a:cubicBezTo>
                  <a:cubicBezTo>
                    <a:pt x="190457" y="633300"/>
                    <a:pt x="188138" y="633363"/>
                    <a:pt x="185725" y="633365"/>
                  </a:cubicBezTo>
                  <a:cubicBezTo>
                    <a:pt x="184053" y="633383"/>
                    <a:pt x="184053" y="633383"/>
                    <a:pt x="181699" y="633783"/>
                  </a:cubicBezTo>
                  <a:cubicBezTo>
                    <a:pt x="181464" y="634274"/>
                    <a:pt x="181229" y="634766"/>
                    <a:pt x="180987" y="635273"/>
                  </a:cubicBezTo>
                  <a:cubicBezTo>
                    <a:pt x="180731" y="635763"/>
                    <a:pt x="180475" y="636254"/>
                    <a:pt x="180211" y="636759"/>
                  </a:cubicBezTo>
                  <a:cubicBezTo>
                    <a:pt x="178824" y="637118"/>
                    <a:pt x="178824" y="637118"/>
                    <a:pt x="177161" y="637108"/>
                  </a:cubicBezTo>
                  <a:cubicBezTo>
                    <a:pt x="176565" y="637119"/>
                    <a:pt x="175969" y="637129"/>
                    <a:pt x="175355" y="637140"/>
                  </a:cubicBezTo>
                  <a:cubicBezTo>
                    <a:pt x="174732" y="637137"/>
                    <a:pt x="174109" y="637134"/>
                    <a:pt x="173467" y="637131"/>
                  </a:cubicBezTo>
                  <a:cubicBezTo>
                    <a:pt x="171181" y="637121"/>
                    <a:pt x="169100" y="637233"/>
                    <a:pt x="166816" y="637503"/>
                  </a:cubicBezTo>
                  <a:cubicBezTo>
                    <a:pt x="166711" y="637993"/>
                    <a:pt x="166605" y="638484"/>
                    <a:pt x="166497" y="638989"/>
                  </a:cubicBezTo>
                  <a:cubicBezTo>
                    <a:pt x="166356" y="639481"/>
                    <a:pt x="166216" y="639973"/>
                    <a:pt x="166072" y="640480"/>
                  </a:cubicBezTo>
                  <a:cubicBezTo>
                    <a:pt x="164428" y="640865"/>
                    <a:pt x="164428" y="640865"/>
                    <a:pt x="162281" y="640875"/>
                  </a:cubicBezTo>
                  <a:cubicBezTo>
                    <a:pt x="161515" y="640879"/>
                    <a:pt x="160749" y="640883"/>
                    <a:pt x="159959" y="640887"/>
                  </a:cubicBezTo>
                  <a:cubicBezTo>
                    <a:pt x="159152" y="640875"/>
                    <a:pt x="158345" y="640864"/>
                    <a:pt x="157514" y="640852"/>
                  </a:cubicBezTo>
                  <a:cubicBezTo>
                    <a:pt x="156708" y="640863"/>
                    <a:pt x="155901" y="640875"/>
                    <a:pt x="155070" y="640887"/>
                  </a:cubicBezTo>
                  <a:cubicBezTo>
                    <a:pt x="153920" y="640881"/>
                    <a:pt x="153920" y="640881"/>
                    <a:pt x="152747" y="640875"/>
                  </a:cubicBezTo>
                  <a:cubicBezTo>
                    <a:pt x="152039" y="640872"/>
                    <a:pt x="151330" y="640868"/>
                    <a:pt x="150600" y="640865"/>
                  </a:cubicBezTo>
                  <a:cubicBezTo>
                    <a:pt x="150058" y="640738"/>
                    <a:pt x="149516" y="640611"/>
                    <a:pt x="148957" y="640480"/>
                  </a:cubicBezTo>
                  <a:cubicBezTo>
                    <a:pt x="148429" y="639010"/>
                    <a:pt x="148429" y="639010"/>
                    <a:pt x="148213" y="637503"/>
                  </a:cubicBezTo>
                  <a:cubicBezTo>
                    <a:pt x="147235" y="636979"/>
                    <a:pt x="146239" y="636489"/>
                    <a:pt x="145236" y="636015"/>
                  </a:cubicBezTo>
                  <a:cubicBezTo>
                    <a:pt x="142062" y="633151"/>
                    <a:pt x="139895" y="630409"/>
                    <a:pt x="138539" y="626341"/>
                  </a:cubicBezTo>
                  <a:cubicBezTo>
                    <a:pt x="137802" y="626096"/>
                    <a:pt x="137065" y="625850"/>
                    <a:pt x="136306" y="625597"/>
                  </a:cubicBezTo>
                  <a:cubicBezTo>
                    <a:pt x="136122" y="624837"/>
                    <a:pt x="136122" y="624837"/>
                    <a:pt x="135934" y="624062"/>
                  </a:cubicBezTo>
                  <a:cubicBezTo>
                    <a:pt x="135811" y="623586"/>
                    <a:pt x="135689" y="623111"/>
                    <a:pt x="135562" y="622620"/>
                  </a:cubicBezTo>
                  <a:cubicBezTo>
                    <a:pt x="134825" y="622620"/>
                    <a:pt x="134089" y="622620"/>
                    <a:pt x="133330" y="622620"/>
                  </a:cubicBezTo>
                  <a:cubicBezTo>
                    <a:pt x="132539" y="621179"/>
                    <a:pt x="132539" y="621179"/>
                    <a:pt x="131841" y="619644"/>
                  </a:cubicBezTo>
                  <a:cubicBezTo>
                    <a:pt x="131350" y="619398"/>
                    <a:pt x="130859" y="619153"/>
                    <a:pt x="130353" y="618900"/>
                  </a:cubicBezTo>
                  <a:cubicBezTo>
                    <a:pt x="130353" y="617918"/>
                    <a:pt x="130353" y="616935"/>
                    <a:pt x="130353" y="615923"/>
                  </a:cubicBezTo>
                  <a:cubicBezTo>
                    <a:pt x="129616" y="615923"/>
                    <a:pt x="128880" y="615923"/>
                    <a:pt x="128121" y="615923"/>
                  </a:cubicBezTo>
                  <a:cubicBezTo>
                    <a:pt x="127330" y="614481"/>
                    <a:pt x="127330" y="614481"/>
                    <a:pt x="126632" y="612947"/>
                  </a:cubicBezTo>
                  <a:cubicBezTo>
                    <a:pt x="126141" y="612701"/>
                    <a:pt x="125650" y="612456"/>
                    <a:pt x="125144" y="612203"/>
                  </a:cubicBezTo>
                  <a:cubicBezTo>
                    <a:pt x="124648" y="611210"/>
                    <a:pt x="124152" y="610218"/>
                    <a:pt x="123656" y="609226"/>
                  </a:cubicBezTo>
                  <a:cubicBezTo>
                    <a:pt x="123165" y="608980"/>
                    <a:pt x="122674" y="608735"/>
                    <a:pt x="122168" y="608482"/>
                  </a:cubicBezTo>
                  <a:cubicBezTo>
                    <a:pt x="121922" y="607745"/>
                    <a:pt x="121677" y="607008"/>
                    <a:pt x="121423" y="606249"/>
                  </a:cubicBezTo>
                  <a:cubicBezTo>
                    <a:pt x="120400" y="605102"/>
                    <a:pt x="120400" y="605102"/>
                    <a:pt x="119191" y="604017"/>
                  </a:cubicBezTo>
                  <a:cubicBezTo>
                    <a:pt x="117480" y="602438"/>
                    <a:pt x="116979" y="601847"/>
                    <a:pt x="116215" y="599552"/>
                  </a:cubicBezTo>
                  <a:cubicBezTo>
                    <a:pt x="115478" y="599061"/>
                    <a:pt x="114741" y="598570"/>
                    <a:pt x="113982" y="598064"/>
                  </a:cubicBezTo>
                  <a:cubicBezTo>
                    <a:pt x="113737" y="597327"/>
                    <a:pt x="113491" y="596590"/>
                    <a:pt x="113238" y="595831"/>
                  </a:cubicBezTo>
                  <a:cubicBezTo>
                    <a:pt x="112854" y="595448"/>
                    <a:pt x="112471" y="595064"/>
                    <a:pt x="112075" y="594669"/>
                  </a:cubicBezTo>
                  <a:cubicBezTo>
                    <a:pt x="111006" y="593599"/>
                    <a:pt x="111006" y="593599"/>
                    <a:pt x="111006" y="592111"/>
                  </a:cubicBezTo>
                  <a:cubicBezTo>
                    <a:pt x="110269" y="591865"/>
                    <a:pt x="109532" y="591620"/>
                    <a:pt x="108773" y="591367"/>
                  </a:cubicBezTo>
                  <a:cubicBezTo>
                    <a:pt x="108528" y="590630"/>
                    <a:pt x="108282" y="589893"/>
                    <a:pt x="108029" y="589134"/>
                  </a:cubicBezTo>
                  <a:cubicBezTo>
                    <a:pt x="107292" y="588643"/>
                    <a:pt x="106556" y="588152"/>
                    <a:pt x="105797" y="587646"/>
                  </a:cubicBezTo>
                  <a:cubicBezTo>
                    <a:pt x="104475" y="585664"/>
                    <a:pt x="103575" y="583957"/>
                    <a:pt x="102820" y="581693"/>
                  </a:cubicBezTo>
                  <a:cubicBezTo>
                    <a:pt x="102083" y="581447"/>
                    <a:pt x="101347" y="581202"/>
                    <a:pt x="100588" y="580949"/>
                  </a:cubicBezTo>
                  <a:cubicBezTo>
                    <a:pt x="100067" y="579969"/>
                    <a:pt x="99570" y="578977"/>
                    <a:pt x="99099" y="577972"/>
                  </a:cubicBezTo>
                  <a:cubicBezTo>
                    <a:pt x="98608" y="577726"/>
                    <a:pt x="98117" y="577481"/>
                    <a:pt x="97611" y="577228"/>
                  </a:cubicBezTo>
                  <a:cubicBezTo>
                    <a:pt x="96529" y="575199"/>
                    <a:pt x="95547" y="573153"/>
                    <a:pt x="94634" y="571042"/>
                  </a:cubicBezTo>
                  <a:cubicBezTo>
                    <a:pt x="93921" y="569526"/>
                    <a:pt x="93921" y="569526"/>
                    <a:pt x="91658" y="569042"/>
                  </a:cubicBezTo>
                  <a:cubicBezTo>
                    <a:pt x="91380" y="567808"/>
                    <a:pt x="91132" y="566568"/>
                    <a:pt x="90914" y="565322"/>
                  </a:cubicBezTo>
                  <a:cubicBezTo>
                    <a:pt x="90423" y="565076"/>
                    <a:pt x="89932" y="564831"/>
                    <a:pt x="89425" y="564578"/>
                  </a:cubicBezTo>
                  <a:cubicBezTo>
                    <a:pt x="89318" y="564102"/>
                    <a:pt x="89211" y="563626"/>
                    <a:pt x="89100" y="563136"/>
                  </a:cubicBezTo>
                  <a:cubicBezTo>
                    <a:pt x="88784" y="561317"/>
                    <a:pt x="88784" y="561317"/>
                    <a:pt x="86449" y="560113"/>
                  </a:cubicBezTo>
                  <a:cubicBezTo>
                    <a:pt x="86081" y="559008"/>
                    <a:pt x="86081" y="559008"/>
                    <a:pt x="85705" y="557880"/>
                  </a:cubicBezTo>
                  <a:cubicBezTo>
                    <a:pt x="85321" y="557497"/>
                    <a:pt x="84937" y="557113"/>
                    <a:pt x="84542" y="556718"/>
                  </a:cubicBezTo>
                  <a:cubicBezTo>
                    <a:pt x="83472" y="555648"/>
                    <a:pt x="83472" y="555648"/>
                    <a:pt x="83472" y="554160"/>
                  </a:cubicBezTo>
                  <a:cubicBezTo>
                    <a:pt x="82736" y="553914"/>
                    <a:pt x="81999" y="553668"/>
                    <a:pt x="81240" y="553415"/>
                  </a:cubicBezTo>
                  <a:cubicBezTo>
                    <a:pt x="80717" y="552186"/>
                    <a:pt x="80221" y="550945"/>
                    <a:pt x="79752" y="549695"/>
                  </a:cubicBezTo>
                  <a:cubicBezTo>
                    <a:pt x="79260" y="549449"/>
                    <a:pt x="78769" y="549204"/>
                    <a:pt x="78263" y="548951"/>
                  </a:cubicBezTo>
                  <a:cubicBezTo>
                    <a:pt x="78015" y="547710"/>
                    <a:pt x="77767" y="546470"/>
                    <a:pt x="77519" y="545230"/>
                  </a:cubicBezTo>
                  <a:cubicBezTo>
                    <a:pt x="77028" y="544984"/>
                    <a:pt x="76537" y="544739"/>
                    <a:pt x="76031" y="544486"/>
                  </a:cubicBezTo>
                  <a:cubicBezTo>
                    <a:pt x="75535" y="543245"/>
                    <a:pt x="75039" y="542005"/>
                    <a:pt x="74543" y="540765"/>
                  </a:cubicBezTo>
                  <a:cubicBezTo>
                    <a:pt x="74051" y="540519"/>
                    <a:pt x="73560" y="540274"/>
                    <a:pt x="73054" y="540021"/>
                  </a:cubicBezTo>
                  <a:cubicBezTo>
                    <a:pt x="72558" y="539029"/>
                    <a:pt x="72062" y="538037"/>
                    <a:pt x="71566" y="537044"/>
                  </a:cubicBezTo>
                  <a:cubicBezTo>
                    <a:pt x="71075" y="536799"/>
                    <a:pt x="70584" y="536553"/>
                    <a:pt x="70078" y="536300"/>
                  </a:cubicBezTo>
                  <a:cubicBezTo>
                    <a:pt x="69613" y="534021"/>
                    <a:pt x="69613" y="534021"/>
                    <a:pt x="69334" y="531835"/>
                  </a:cubicBezTo>
                  <a:cubicBezTo>
                    <a:pt x="68597" y="531835"/>
                    <a:pt x="67860" y="531835"/>
                    <a:pt x="67101" y="531835"/>
                  </a:cubicBezTo>
                  <a:cubicBezTo>
                    <a:pt x="67101" y="530362"/>
                    <a:pt x="67101" y="528889"/>
                    <a:pt x="67101" y="527371"/>
                  </a:cubicBezTo>
                  <a:cubicBezTo>
                    <a:pt x="66365" y="527371"/>
                    <a:pt x="65628" y="527371"/>
                    <a:pt x="64869" y="527371"/>
                  </a:cubicBezTo>
                  <a:cubicBezTo>
                    <a:pt x="64792" y="526649"/>
                    <a:pt x="64715" y="525928"/>
                    <a:pt x="64636" y="525185"/>
                  </a:cubicBezTo>
                  <a:cubicBezTo>
                    <a:pt x="64467" y="524433"/>
                    <a:pt x="64299" y="523680"/>
                    <a:pt x="64125" y="522906"/>
                  </a:cubicBezTo>
                  <a:cubicBezTo>
                    <a:pt x="63388" y="522660"/>
                    <a:pt x="62651" y="522415"/>
                    <a:pt x="61892" y="522162"/>
                  </a:cubicBezTo>
                  <a:cubicBezTo>
                    <a:pt x="61769" y="521532"/>
                    <a:pt x="61647" y="520903"/>
                    <a:pt x="61520" y="520255"/>
                  </a:cubicBezTo>
                  <a:cubicBezTo>
                    <a:pt x="61397" y="519656"/>
                    <a:pt x="61275" y="519058"/>
                    <a:pt x="61148" y="518441"/>
                  </a:cubicBezTo>
                  <a:cubicBezTo>
                    <a:pt x="60411" y="518441"/>
                    <a:pt x="59675" y="518441"/>
                    <a:pt x="58916" y="518441"/>
                  </a:cubicBezTo>
                  <a:cubicBezTo>
                    <a:pt x="58985" y="517175"/>
                    <a:pt x="58985" y="517175"/>
                    <a:pt x="59055" y="515883"/>
                  </a:cubicBezTo>
                  <a:cubicBezTo>
                    <a:pt x="59009" y="515008"/>
                    <a:pt x="58963" y="514133"/>
                    <a:pt x="58916" y="513232"/>
                  </a:cubicBezTo>
                  <a:cubicBezTo>
                    <a:pt x="58179" y="512986"/>
                    <a:pt x="57442" y="512741"/>
                    <a:pt x="56683" y="512488"/>
                  </a:cubicBezTo>
                  <a:cubicBezTo>
                    <a:pt x="56161" y="511258"/>
                    <a:pt x="55664" y="510018"/>
                    <a:pt x="55195" y="508767"/>
                  </a:cubicBezTo>
                  <a:cubicBezTo>
                    <a:pt x="54704" y="508521"/>
                    <a:pt x="54213" y="508276"/>
                    <a:pt x="53707" y="508023"/>
                  </a:cubicBezTo>
                  <a:cubicBezTo>
                    <a:pt x="53211" y="506535"/>
                    <a:pt x="52714" y="505046"/>
                    <a:pt x="52218" y="503558"/>
                  </a:cubicBezTo>
                  <a:cubicBezTo>
                    <a:pt x="51727" y="503312"/>
                    <a:pt x="51236" y="503067"/>
                    <a:pt x="50730" y="502814"/>
                  </a:cubicBezTo>
                  <a:cubicBezTo>
                    <a:pt x="50623" y="502231"/>
                    <a:pt x="50515" y="501647"/>
                    <a:pt x="50405" y="501047"/>
                  </a:cubicBezTo>
                  <a:cubicBezTo>
                    <a:pt x="50170" y="499061"/>
                    <a:pt x="50170" y="499061"/>
                    <a:pt x="48823" y="497977"/>
                  </a:cubicBezTo>
                  <a:cubicBezTo>
                    <a:pt x="47754" y="496861"/>
                    <a:pt x="47754" y="496861"/>
                    <a:pt x="47614" y="494861"/>
                  </a:cubicBezTo>
                  <a:cubicBezTo>
                    <a:pt x="47660" y="494293"/>
                    <a:pt x="47706" y="493725"/>
                    <a:pt x="47754" y="493140"/>
                  </a:cubicBezTo>
                  <a:cubicBezTo>
                    <a:pt x="47017" y="493140"/>
                    <a:pt x="46280" y="493140"/>
                    <a:pt x="45521" y="493140"/>
                  </a:cubicBezTo>
                  <a:cubicBezTo>
                    <a:pt x="44988" y="491665"/>
                    <a:pt x="44492" y="490175"/>
                    <a:pt x="44033" y="488675"/>
                  </a:cubicBezTo>
                  <a:cubicBezTo>
                    <a:pt x="43542" y="488430"/>
                    <a:pt x="43051" y="488184"/>
                    <a:pt x="42545" y="487931"/>
                  </a:cubicBezTo>
                  <a:cubicBezTo>
                    <a:pt x="42297" y="486443"/>
                    <a:pt x="42049" y="484954"/>
                    <a:pt x="41800" y="483466"/>
                  </a:cubicBezTo>
                  <a:cubicBezTo>
                    <a:pt x="41309" y="483221"/>
                    <a:pt x="40818" y="482975"/>
                    <a:pt x="40312" y="482722"/>
                  </a:cubicBezTo>
                  <a:cubicBezTo>
                    <a:pt x="39816" y="481234"/>
                    <a:pt x="39320" y="479746"/>
                    <a:pt x="38824" y="478257"/>
                  </a:cubicBezTo>
                  <a:cubicBezTo>
                    <a:pt x="38333" y="478012"/>
                    <a:pt x="37842" y="477766"/>
                    <a:pt x="37336" y="477513"/>
                  </a:cubicBezTo>
                  <a:cubicBezTo>
                    <a:pt x="37032" y="475785"/>
                    <a:pt x="36782" y="474048"/>
                    <a:pt x="36591" y="472304"/>
                  </a:cubicBezTo>
                  <a:cubicBezTo>
                    <a:pt x="35855" y="472304"/>
                    <a:pt x="35118" y="472304"/>
                    <a:pt x="34359" y="472304"/>
                  </a:cubicBezTo>
                  <a:cubicBezTo>
                    <a:pt x="34282" y="471475"/>
                    <a:pt x="34206" y="470647"/>
                    <a:pt x="34126" y="469793"/>
                  </a:cubicBezTo>
                  <a:cubicBezTo>
                    <a:pt x="33958" y="468902"/>
                    <a:pt x="33789" y="468012"/>
                    <a:pt x="33615" y="467095"/>
                  </a:cubicBezTo>
                  <a:cubicBezTo>
                    <a:pt x="32878" y="466604"/>
                    <a:pt x="32142" y="466113"/>
                    <a:pt x="31382" y="465607"/>
                  </a:cubicBezTo>
                  <a:cubicBezTo>
                    <a:pt x="31243" y="463281"/>
                    <a:pt x="31243" y="463281"/>
                    <a:pt x="31382" y="461142"/>
                  </a:cubicBezTo>
                  <a:cubicBezTo>
                    <a:pt x="30646" y="461142"/>
                    <a:pt x="29909" y="461142"/>
                    <a:pt x="29150" y="461142"/>
                  </a:cubicBezTo>
                  <a:cubicBezTo>
                    <a:pt x="28905" y="459177"/>
                    <a:pt x="28659" y="457213"/>
                    <a:pt x="28406" y="455189"/>
                  </a:cubicBezTo>
                  <a:cubicBezTo>
                    <a:pt x="27669" y="455189"/>
                    <a:pt x="26933" y="455189"/>
                    <a:pt x="26173" y="455189"/>
                  </a:cubicBezTo>
                  <a:cubicBezTo>
                    <a:pt x="26097" y="454360"/>
                    <a:pt x="26020" y="453531"/>
                    <a:pt x="25941" y="452677"/>
                  </a:cubicBezTo>
                  <a:cubicBezTo>
                    <a:pt x="25772" y="451787"/>
                    <a:pt x="25603" y="450897"/>
                    <a:pt x="25429" y="449980"/>
                  </a:cubicBezTo>
                  <a:cubicBezTo>
                    <a:pt x="24693" y="449489"/>
                    <a:pt x="23956" y="448998"/>
                    <a:pt x="23197" y="448492"/>
                  </a:cubicBezTo>
                  <a:cubicBezTo>
                    <a:pt x="23057" y="445794"/>
                    <a:pt x="23057" y="445794"/>
                    <a:pt x="23197" y="443283"/>
                  </a:cubicBezTo>
                  <a:cubicBezTo>
                    <a:pt x="22460" y="443283"/>
                    <a:pt x="21724" y="443283"/>
                    <a:pt x="20965" y="443283"/>
                  </a:cubicBezTo>
                  <a:cubicBezTo>
                    <a:pt x="20849" y="442016"/>
                    <a:pt x="20849" y="442016"/>
                    <a:pt x="20732" y="440725"/>
                  </a:cubicBezTo>
                  <a:cubicBezTo>
                    <a:pt x="20563" y="439850"/>
                    <a:pt x="20394" y="438975"/>
                    <a:pt x="20220" y="438074"/>
                  </a:cubicBezTo>
                  <a:cubicBezTo>
                    <a:pt x="19484" y="437828"/>
                    <a:pt x="18747" y="437583"/>
                    <a:pt x="17988" y="437329"/>
                  </a:cubicBezTo>
                  <a:cubicBezTo>
                    <a:pt x="17641" y="435782"/>
                    <a:pt x="17614" y="434307"/>
                    <a:pt x="17546" y="432725"/>
                  </a:cubicBezTo>
                  <a:cubicBezTo>
                    <a:pt x="17397" y="432057"/>
                    <a:pt x="17397" y="432057"/>
                    <a:pt x="17244" y="431376"/>
                  </a:cubicBezTo>
                  <a:cubicBezTo>
                    <a:pt x="16507" y="431131"/>
                    <a:pt x="15770" y="430885"/>
                    <a:pt x="15011" y="430632"/>
                  </a:cubicBezTo>
                  <a:cubicBezTo>
                    <a:pt x="14793" y="429095"/>
                    <a:pt x="14793" y="429095"/>
                    <a:pt x="14872" y="427237"/>
                  </a:cubicBezTo>
                  <a:cubicBezTo>
                    <a:pt x="14892" y="426622"/>
                    <a:pt x="14912" y="426007"/>
                    <a:pt x="14933" y="425374"/>
                  </a:cubicBezTo>
                  <a:cubicBezTo>
                    <a:pt x="14959" y="424899"/>
                    <a:pt x="14985" y="424424"/>
                    <a:pt x="15011" y="423935"/>
                  </a:cubicBezTo>
                  <a:cubicBezTo>
                    <a:pt x="14275" y="423935"/>
                    <a:pt x="13538" y="423935"/>
                    <a:pt x="12779" y="423935"/>
                  </a:cubicBezTo>
                  <a:cubicBezTo>
                    <a:pt x="12658" y="422409"/>
                    <a:pt x="12537" y="420883"/>
                    <a:pt x="12416" y="419357"/>
                  </a:cubicBezTo>
                  <a:cubicBezTo>
                    <a:pt x="12290" y="418903"/>
                    <a:pt x="12164" y="418449"/>
                    <a:pt x="12035" y="417982"/>
                  </a:cubicBezTo>
                  <a:cubicBezTo>
                    <a:pt x="11298" y="417736"/>
                    <a:pt x="10561" y="417491"/>
                    <a:pt x="9802" y="417238"/>
                  </a:cubicBezTo>
                  <a:cubicBezTo>
                    <a:pt x="9454" y="415498"/>
                    <a:pt x="9428" y="413823"/>
                    <a:pt x="9361" y="412052"/>
                  </a:cubicBezTo>
                  <a:cubicBezTo>
                    <a:pt x="9211" y="411304"/>
                    <a:pt x="9211" y="411304"/>
                    <a:pt x="9058" y="410540"/>
                  </a:cubicBezTo>
                  <a:cubicBezTo>
                    <a:pt x="8322" y="410295"/>
                    <a:pt x="7585" y="410049"/>
                    <a:pt x="6826" y="409796"/>
                  </a:cubicBezTo>
                  <a:cubicBezTo>
                    <a:pt x="6497" y="408285"/>
                    <a:pt x="6497" y="408285"/>
                    <a:pt x="6407" y="406448"/>
                  </a:cubicBezTo>
                  <a:cubicBezTo>
                    <a:pt x="6344" y="404659"/>
                    <a:pt x="6344" y="404659"/>
                    <a:pt x="6082" y="403099"/>
                  </a:cubicBezTo>
                  <a:cubicBezTo>
                    <a:pt x="5591" y="402853"/>
                    <a:pt x="5099" y="402608"/>
                    <a:pt x="4593" y="402355"/>
                  </a:cubicBezTo>
                  <a:cubicBezTo>
                    <a:pt x="4120" y="400615"/>
                    <a:pt x="3834" y="398872"/>
                    <a:pt x="3524" y="397096"/>
                  </a:cubicBezTo>
                  <a:cubicBezTo>
                    <a:pt x="3317" y="396384"/>
                    <a:pt x="3317" y="396384"/>
                    <a:pt x="3105" y="395658"/>
                  </a:cubicBezTo>
                  <a:cubicBezTo>
                    <a:pt x="2614" y="395658"/>
                    <a:pt x="2123" y="395658"/>
                    <a:pt x="1617" y="395658"/>
                  </a:cubicBezTo>
                  <a:cubicBezTo>
                    <a:pt x="1497" y="393826"/>
                    <a:pt x="1408" y="392003"/>
                    <a:pt x="1338" y="390170"/>
                  </a:cubicBezTo>
                  <a:cubicBezTo>
                    <a:pt x="1300" y="389650"/>
                    <a:pt x="1263" y="389130"/>
                    <a:pt x="1224" y="388594"/>
                  </a:cubicBezTo>
                  <a:cubicBezTo>
                    <a:pt x="1181" y="387083"/>
                    <a:pt x="1181" y="387083"/>
                    <a:pt x="1617" y="384496"/>
                  </a:cubicBezTo>
                  <a:cubicBezTo>
                    <a:pt x="3820" y="383536"/>
                    <a:pt x="3820" y="383536"/>
                    <a:pt x="6082" y="383007"/>
                  </a:cubicBezTo>
                  <a:cubicBezTo>
                    <a:pt x="6327" y="382271"/>
                    <a:pt x="6573" y="381534"/>
                    <a:pt x="6826" y="380775"/>
                  </a:cubicBezTo>
                  <a:cubicBezTo>
                    <a:pt x="7818" y="380527"/>
                    <a:pt x="8810" y="380279"/>
                    <a:pt x="9802" y="380031"/>
                  </a:cubicBezTo>
                  <a:cubicBezTo>
                    <a:pt x="10048" y="379294"/>
                    <a:pt x="10294" y="378557"/>
                    <a:pt x="10547" y="377798"/>
                  </a:cubicBezTo>
                  <a:cubicBezTo>
                    <a:pt x="11539" y="377302"/>
                    <a:pt x="12531" y="376806"/>
                    <a:pt x="13523" y="376310"/>
                  </a:cubicBezTo>
                  <a:cubicBezTo>
                    <a:pt x="13769" y="375573"/>
                    <a:pt x="14014" y="374837"/>
                    <a:pt x="14267" y="374078"/>
                  </a:cubicBezTo>
                  <a:cubicBezTo>
                    <a:pt x="15259" y="373830"/>
                    <a:pt x="16252" y="373581"/>
                    <a:pt x="17244" y="373333"/>
                  </a:cubicBezTo>
                  <a:cubicBezTo>
                    <a:pt x="17489" y="372597"/>
                    <a:pt x="17735" y="371860"/>
                    <a:pt x="17988" y="371101"/>
                  </a:cubicBezTo>
                  <a:cubicBezTo>
                    <a:pt x="18980" y="370605"/>
                    <a:pt x="19972" y="370109"/>
                    <a:pt x="20965" y="369613"/>
                  </a:cubicBezTo>
                  <a:cubicBezTo>
                    <a:pt x="21210" y="368876"/>
                    <a:pt x="21456" y="368139"/>
                    <a:pt x="21709" y="367380"/>
                  </a:cubicBezTo>
                  <a:cubicBezTo>
                    <a:pt x="22949" y="366884"/>
                    <a:pt x="24189" y="366388"/>
                    <a:pt x="25429" y="365892"/>
                  </a:cubicBezTo>
                  <a:cubicBezTo>
                    <a:pt x="25675" y="365155"/>
                    <a:pt x="25921" y="364419"/>
                    <a:pt x="26173" y="363660"/>
                  </a:cubicBezTo>
                  <a:cubicBezTo>
                    <a:pt x="27156" y="363660"/>
                    <a:pt x="28138" y="363660"/>
                    <a:pt x="29150" y="363660"/>
                  </a:cubicBezTo>
                  <a:cubicBezTo>
                    <a:pt x="29684" y="362435"/>
                    <a:pt x="30179" y="361193"/>
                    <a:pt x="30638" y="359939"/>
                  </a:cubicBezTo>
                  <a:cubicBezTo>
                    <a:pt x="31375" y="359693"/>
                    <a:pt x="32112" y="359448"/>
                    <a:pt x="32871" y="359195"/>
                  </a:cubicBezTo>
                  <a:cubicBezTo>
                    <a:pt x="33116" y="358458"/>
                    <a:pt x="33362" y="357721"/>
                    <a:pt x="33615" y="356962"/>
                  </a:cubicBezTo>
                  <a:cubicBezTo>
                    <a:pt x="34091" y="356855"/>
                    <a:pt x="34567" y="356747"/>
                    <a:pt x="35057" y="356637"/>
                  </a:cubicBezTo>
                  <a:cubicBezTo>
                    <a:pt x="35563" y="356499"/>
                    <a:pt x="36070" y="356361"/>
                    <a:pt x="36591" y="356218"/>
                  </a:cubicBezTo>
                  <a:cubicBezTo>
                    <a:pt x="37112" y="355239"/>
                    <a:pt x="37609" y="354246"/>
                    <a:pt x="38080" y="353242"/>
                  </a:cubicBezTo>
                  <a:cubicBezTo>
                    <a:pt x="38816" y="352996"/>
                    <a:pt x="39553" y="352750"/>
                    <a:pt x="40312" y="352497"/>
                  </a:cubicBezTo>
                  <a:cubicBezTo>
                    <a:pt x="40803" y="351991"/>
                    <a:pt x="41294" y="351485"/>
                    <a:pt x="41800" y="350963"/>
                  </a:cubicBezTo>
                  <a:cubicBezTo>
                    <a:pt x="43289" y="349521"/>
                    <a:pt x="43289" y="349521"/>
                    <a:pt x="45521" y="349521"/>
                  </a:cubicBezTo>
                  <a:cubicBezTo>
                    <a:pt x="45521" y="348539"/>
                    <a:pt x="45521" y="347556"/>
                    <a:pt x="45521" y="346544"/>
                  </a:cubicBezTo>
                  <a:cubicBezTo>
                    <a:pt x="46509" y="346281"/>
                    <a:pt x="47502" y="346034"/>
                    <a:pt x="48498" y="345800"/>
                  </a:cubicBezTo>
                  <a:cubicBezTo>
                    <a:pt x="48728" y="345294"/>
                    <a:pt x="48958" y="344787"/>
                    <a:pt x="49195" y="344265"/>
                  </a:cubicBezTo>
                  <a:cubicBezTo>
                    <a:pt x="49456" y="343790"/>
                    <a:pt x="49717" y="343314"/>
                    <a:pt x="49986" y="342824"/>
                  </a:cubicBezTo>
                  <a:cubicBezTo>
                    <a:pt x="51939" y="342638"/>
                    <a:pt x="51939" y="342638"/>
                    <a:pt x="53707" y="342824"/>
                  </a:cubicBezTo>
                  <a:cubicBezTo>
                    <a:pt x="53707" y="341841"/>
                    <a:pt x="53707" y="340859"/>
                    <a:pt x="53707" y="339847"/>
                  </a:cubicBezTo>
                  <a:cubicBezTo>
                    <a:pt x="54695" y="339584"/>
                    <a:pt x="55688" y="339337"/>
                    <a:pt x="56683" y="339103"/>
                  </a:cubicBezTo>
                  <a:cubicBezTo>
                    <a:pt x="56929" y="338612"/>
                    <a:pt x="57174" y="338121"/>
                    <a:pt x="57427" y="337615"/>
                  </a:cubicBezTo>
                  <a:cubicBezTo>
                    <a:pt x="57673" y="337124"/>
                    <a:pt x="57919" y="336632"/>
                    <a:pt x="58172" y="336126"/>
                  </a:cubicBezTo>
                  <a:cubicBezTo>
                    <a:pt x="59158" y="335857"/>
                    <a:pt x="60151" y="335608"/>
                    <a:pt x="61148" y="335382"/>
                  </a:cubicBezTo>
                  <a:cubicBezTo>
                    <a:pt x="61394" y="334646"/>
                    <a:pt x="61639" y="333909"/>
                    <a:pt x="61892" y="333150"/>
                  </a:cubicBezTo>
                  <a:cubicBezTo>
                    <a:pt x="62506" y="333042"/>
                    <a:pt x="63120" y="332935"/>
                    <a:pt x="63753" y="332824"/>
                  </a:cubicBezTo>
                  <a:cubicBezTo>
                    <a:pt x="64366" y="332686"/>
                    <a:pt x="64980" y="332548"/>
                    <a:pt x="65613" y="332406"/>
                  </a:cubicBezTo>
                  <a:cubicBezTo>
                    <a:pt x="65890" y="331421"/>
                    <a:pt x="66139" y="330428"/>
                    <a:pt x="66357" y="329429"/>
                  </a:cubicBezTo>
                  <a:cubicBezTo>
                    <a:pt x="67342" y="329152"/>
                    <a:pt x="68335" y="328904"/>
                    <a:pt x="69334" y="328685"/>
                  </a:cubicBezTo>
                  <a:cubicBezTo>
                    <a:pt x="69579" y="327948"/>
                    <a:pt x="69825" y="327212"/>
                    <a:pt x="70078" y="326453"/>
                  </a:cubicBezTo>
                  <a:cubicBezTo>
                    <a:pt x="70707" y="326345"/>
                    <a:pt x="71336" y="326238"/>
                    <a:pt x="71985" y="326127"/>
                  </a:cubicBezTo>
                  <a:cubicBezTo>
                    <a:pt x="72583" y="325989"/>
                    <a:pt x="73182" y="325851"/>
                    <a:pt x="73798" y="325708"/>
                  </a:cubicBezTo>
                  <a:cubicBezTo>
                    <a:pt x="73798" y="324726"/>
                    <a:pt x="73798" y="323744"/>
                    <a:pt x="73798" y="322732"/>
                  </a:cubicBezTo>
                  <a:cubicBezTo>
                    <a:pt x="74504" y="322670"/>
                    <a:pt x="75210" y="322609"/>
                    <a:pt x="75938" y="322546"/>
                  </a:cubicBezTo>
                  <a:cubicBezTo>
                    <a:pt x="76705" y="322362"/>
                    <a:pt x="77473" y="322177"/>
                    <a:pt x="78263" y="321988"/>
                  </a:cubicBezTo>
                  <a:cubicBezTo>
                    <a:pt x="79119" y="320524"/>
                    <a:pt x="79119" y="320524"/>
                    <a:pt x="79752" y="319011"/>
                  </a:cubicBezTo>
                  <a:cubicBezTo>
                    <a:pt x="80738" y="318742"/>
                    <a:pt x="81731" y="318492"/>
                    <a:pt x="82728" y="318267"/>
                  </a:cubicBezTo>
                  <a:cubicBezTo>
                    <a:pt x="82974" y="317530"/>
                    <a:pt x="83219" y="316794"/>
                    <a:pt x="83472" y="316035"/>
                  </a:cubicBezTo>
                  <a:cubicBezTo>
                    <a:pt x="83963" y="315927"/>
                    <a:pt x="84455" y="315820"/>
                    <a:pt x="84961" y="315709"/>
                  </a:cubicBezTo>
                  <a:cubicBezTo>
                    <a:pt x="85452" y="315571"/>
                    <a:pt x="85943" y="315433"/>
                    <a:pt x="86449" y="315290"/>
                  </a:cubicBezTo>
                  <a:cubicBezTo>
                    <a:pt x="86541" y="314784"/>
                    <a:pt x="86633" y="314278"/>
                    <a:pt x="86728" y="313756"/>
                  </a:cubicBezTo>
                  <a:cubicBezTo>
                    <a:pt x="86881" y="313280"/>
                    <a:pt x="87035" y="312804"/>
                    <a:pt x="87193" y="312314"/>
                  </a:cubicBezTo>
                  <a:cubicBezTo>
                    <a:pt x="88681" y="312314"/>
                    <a:pt x="90170" y="312314"/>
                    <a:pt x="91658" y="312314"/>
                  </a:cubicBezTo>
                  <a:cubicBezTo>
                    <a:pt x="92165" y="310906"/>
                    <a:pt x="92165" y="310906"/>
                    <a:pt x="92402" y="309337"/>
                  </a:cubicBezTo>
                  <a:cubicBezTo>
                    <a:pt x="93382" y="308817"/>
                    <a:pt x="94374" y="308320"/>
                    <a:pt x="95379" y="307849"/>
                  </a:cubicBezTo>
                  <a:cubicBezTo>
                    <a:pt x="95624" y="307112"/>
                    <a:pt x="95870" y="306376"/>
                    <a:pt x="96123" y="305617"/>
                  </a:cubicBezTo>
                  <a:cubicBezTo>
                    <a:pt x="96721" y="305509"/>
                    <a:pt x="97320" y="305402"/>
                    <a:pt x="97937" y="305291"/>
                  </a:cubicBezTo>
                  <a:cubicBezTo>
                    <a:pt x="98566" y="305153"/>
                    <a:pt x="99195" y="305015"/>
                    <a:pt x="99843" y="304872"/>
                  </a:cubicBezTo>
                  <a:cubicBezTo>
                    <a:pt x="100364" y="303893"/>
                    <a:pt x="100861" y="302900"/>
                    <a:pt x="101332" y="301896"/>
                  </a:cubicBezTo>
                  <a:cubicBezTo>
                    <a:pt x="102318" y="301627"/>
                    <a:pt x="103311" y="301377"/>
                    <a:pt x="104308" y="301152"/>
                  </a:cubicBezTo>
                  <a:cubicBezTo>
                    <a:pt x="104554" y="300415"/>
                    <a:pt x="104799" y="299678"/>
                    <a:pt x="105052" y="298919"/>
                  </a:cubicBezTo>
                  <a:cubicBezTo>
                    <a:pt x="107331" y="298408"/>
                    <a:pt x="107331" y="298408"/>
                    <a:pt x="109517" y="298175"/>
                  </a:cubicBezTo>
                  <a:cubicBezTo>
                    <a:pt x="109517" y="297193"/>
                    <a:pt x="109517" y="296211"/>
                    <a:pt x="109517" y="295199"/>
                  </a:cubicBezTo>
                  <a:cubicBezTo>
                    <a:pt x="110239" y="295260"/>
                    <a:pt x="110960" y="295321"/>
                    <a:pt x="111703" y="295385"/>
                  </a:cubicBezTo>
                  <a:cubicBezTo>
                    <a:pt x="112455" y="295323"/>
                    <a:pt x="113207" y="295262"/>
                    <a:pt x="113982" y="295199"/>
                  </a:cubicBezTo>
                  <a:cubicBezTo>
                    <a:pt x="114429" y="293783"/>
                    <a:pt x="114429" y="293783"/>
                    <a:pt x="114726" y="292222"/>
                  </a:cubicBezTo>
                  <a:cubicBezTo>
                    <a:pt x="115960" y="291710"/>
                    <a:pt x="117200" y="291213"/>
                    <a:pt x="118447" y="290734"/>
                  </a:cubicBezTo>
                  <a:cubicBezTo>
                    <a:pt x="118447" y="289997"/>
                    <a:pt x="118447" y="289260"/>
                    <a:pt x="118447" y="288501"/>
                  </a:cubicBezTo>
                  <a:cubicBezTo>
                    <a:pt x="119935" y="288005"/>
                    <a:pt x="121423" y="287509"/>
                    <a:pt x="122912" y="287013"/>
                  </a:cubicBezTo>
                  <a:cubicBezTo>
                    <a:pt x="122912" y="286276"/>
                    <a:pt x="122912" y="285540"/>
                    <a:pt x="122912" y="284781"/>
                  </a:cubicBezTo>
                  <a:cubicBezTo>
                    <a:pt x="124631" y="284781"/>
                    <a:pt x="126350" y="284781"/>
                    <a:pt x="128121" y="284781"/>
                  </a:cubicBezTo>
                  <a:cubicBezTo>
                    <a:pt x="128121" y="283798"/>
                    <a:pt x="128121" y="282816"/>
                    <a:pt x="128121" y="281804"/>
                  </a:cubicBezTo>
                  <a:cubicBezTo>
                    <a:pt x="129596" y="281271"/>
                    <a:pt x="131086" y="280775"/>
                    <a:pt x="132586" y="280316"/>
                  </a:cubicBezTo>
                  <a:cubicBezTo>
                    <a:pt x="132831" y="279579"/>
                    <a:pt x="133077" y="278842"/>
                    <a:pt x="133330" y="278083"/>
                  </a:cubicBezTo>
                  <a:cubicBezTo>
                    <a:pt x="134559" y="277561"/>
                    <a:pt x="135800" y="277064"/>
                    <a:pt x="137050" y="276595"/>
                  </a:cubicBezTo>
                  <a:cubicBezTo>
                    <a:pt x="137296" y="276104"/>
                    <a:pt x="137542" y="275613"/>
                    <a:pt x="137795" y="275107"/>
                  </a:cubicBezTo>
                  <a:cubicBezTo>
                    <a:pt x="138715" y="274762"/>
                    <a:pt x="138715" y="274762"/>
                    <a:pt x="139655" y="274409"/>
                  </a:cubicBezTo>
                  <a:cubicBezTo>
                    <a:pt x="140269" y="274148"/>
                    <a:pt x="140883" y="273887"/>
                    <a:pt x="141515" y="273619"/>
                  </a:cubicBezTo>
                  <a:cubicBezTo>
                    <a:pt x="141761" y="272882"/>
                    <a:pt x="142006" y="272145"/>
                    <a:pt x="142259" y="271386"/>
                  </a:cubicBezTo>
                  <a:cubicBezTo>
                    <a:pt x="142996" y="271279"/>
                    <a:pt x="143733" y="271171"/>
                    <a:pt x="144492" y="271061"/>
                  </a:cubicBezTo>
                  <a:cubicBezTo>
                    <a:pt x="145229" y="270922"/>
                    <a:pt x="145965" y="270784"/>
                    <a:pt x="146724" y="270642"/>
                  </a:cubicBezTo>
                  <a:cubicBezTo>
                    <a:pt x="146847" y="270136"/>
                    <a:pt x="146970" y="269629"/>
                    <a:pt x="147096" y="269107"/>
                  </a:cubicBezTo>
                  <a:cubicBezTo>
                    <a:pt x="147219" y="268631"/>
                    <a:pt x="147342" y="268156"/>
                    <a:pt x="147468" y="267665"/>
                  </a:cubicBezTo>
                  <a:cubicBezTo>
                    <a:pt x="149747" y="267479"/>
                    <a:pt x="149747" y="267479"/>
                    <a:pt x="151933" y="267665"/>
                  </a:cubicBezTo>
                  <a:cubicBezTo>
                    <a:pt x="151933" y="266683"/>
                    <a:pt x="151933" y="265701"/>
                    <a:pt x="151933" y="264689"/>
                  </a:cubicBezTo>
                  <a:cubicBezTo>
                    <a:pt x="153652" y="264443"/>
                    <a:pt x="155371" y="264198"/>
                    <a:pt x="157142" y="263945"/>
                  </a:cubicBezTo>
                  <a:cubicBezTo>
                    <a:pt x="157142" y="262962"/>
                    <a:pt x="157142" y="261980"/>
                    <a:pt x="157142" y="260968"/>
                  </a:cubicBezTo>
                  <a:cubicBezTo>
                    <a:pt x="158375" y="260684"/>
                    <a:pt x="159616" y="260437"/>
                    <a:pt x="160863" y="260224"/>
                  </a:cubicBezTo>
                  <a:cubicBezTo>
                    <a:pt x="161109" y="259487"/>
                    <a:pt x="161354" y="258751"/>
                    <a:pt x="161607" y="257992"/>
                  </a:cubicBezTo>
                  <a:cubicBezTo>
                    <a:pt x="163095" y="257496"/>
                    <a:pt x="164584" y="256999"/>
                    <a:pt x="166072" y="256503"/>
                  </a:cubicBezTo>
                  <a:cubicBezTo>
                    <a:pt x="166318" y="255767"/>
                    <a:pt x="166563" y="255030"/>
                    <a:pt x="166816" y="254271"/>
                  </a:cubicBezTo>
                  <a:cubicBezTo>
                    <a:pt x="167537" y="254163"/>
                    <a:pt x="168259" y="254056"/>
                    <a:pt x="169002" y="253945"/>
                  </a:cubicBezTo>
                  <a:cubicBezTo>
                    <a:pt x="169754" y="253807"/>
                    <a:pt x="170506" y="253669"/>
                    <a:pt x="171281" y="253527"/>
                  </a:cubicBezTo>
                  <a:cubicBezTo>
                    <a:pt x="171789" y="252541"/>
                    <a:pt x="172286" y="251549"/>
                    <a:pt x="172769" y="250550"/>
                  </a:cubicBezTo>
                  <a:cubicBezTo>
                    <a:pt x="174009" y="250550"/>
                    <a:pt x="175250" y="250550"/>
                    <a:pt x="176490" y="250550"/>
                  </a:cubicBezTo>
                  <a:cubicBezTo>
                    <a:pt x="176582" y="250074"/>
                    <a:pt x="176674" y="249599"/>
                    <a:pt x="176769" y="249108"/>
                  </a:cubicBezTo>
                  <a:cubicBezTo>
                    <a:pt x="176922" y="248602"/>
                    <a:pt x="177076" y="248096"/>
                    <a:pt x="177234" y="247574"/>
                  </a:cubicBezTo>
                  <a:cubicBezTo>
                    <a:pt x="179885" y="247016"/>
                    <a:pt x="179885" y="247016"/>
                    <a:pt x="182443" y="246830"/>
                  </a:cubicBezTo>
                  <a:cubicBezTo>
                    <a:pt x="182443" y="245847"/>
                    <a:pt x="182443" y="244865"/>
                    <a:pt x="182443" y="243853"/>
                  </a:cubicBezTo>
                  <a:cubicBezTo>
                    <a:pt x="184675" y="243016"/>
                    <a:pt x="184675" y="243016"/>
                    <a:pt x="186908" y="242365"/>
                  </a:cubicBezTo>
                  <a:cubicBezTo>
                    <a:pt x="186908" y="241874"/>
                    <a:pt x="186908" y="241382"/>
                    <a:pt x="186908" y="240876"/>
                  </a:cubicBezTo>
                  <a:cubicBezTo>
                    <a:pt x="188174" y="240531"/>
                    <a:pt x="188174" y="240531"/>
                    <a:pt x="189466" y="240179"/>
                  </a:cubicBezTo>
                  <a:cubicBezTo>
                    <a:pt x="190341" y="239918"/>
                    <a:pt x="191216" y="239657"/>
                    <a:pt x="192117" y="239388"/>
                  </a:cubicBezTo>
                  <a:cubicBezTo>
                    <a:pt x="192362" y="238651"/>
                    <a:pt x="192608" y="237915"/>
                    <a:pt x="192861" y="237156"/>
                  </a:cubicBezTo>
                  <a:cubicBezTo>
                    <a:pt x="193582" y="237048"/>
                    <a:pt x="194304" y="236941"/>
                    <a:pt x="195047" y="236830"/>
                  </a:cubicBezTo>
                  <a:cubicBezTo>
                    <a:pt x="195799" y="236692"/>
                    <a:pt x="196551" y="236554"/>
                    <a:pt x="197326" y="236412"/>
                  </a:cubicBezTo>
                  <a:cubicBezTo>
                    <a:pt x="198182" y="234948"/>
                    <a:pt x="198182" y="234948"/>
                    <a:pt x="198814" y="233435"/>
                  </a:cubicBezTo>
                  <a:cubicBezTo>
                    <a:pt x="199801" y="233166"/>
                    <a:pt x="200793" y="232916"/>
                    <a:pt x="201791" y="232691"/>
                  </a:cubicBezTo>
                  <a:cubicBezTo>
                    <a:pt x="202036" y="231954"/>
                    <a:pt x="202282" y="231217"/>
                    <a:pt x="202535" y="230458"/>
                  </a:cubicBezTo>
                  <a:cubicBezTo>
                    <a:pt x="203272" y="230351"/>
                    <a:pt x="204008" y="230244"/>
                    <a:pt x="204767" y="230133"/>
                  </a:cubicBezTo>
                  <a:cubicBezTo>
                    <a:pt x="205504" y="229995"/>
                    <a:pt x="206241" y="229857"/>
                    <a:pt x="207000" y="229714"/>
                  </a:cubicBezTo>
                  <a:cubicBezTo>
                    <a:pt x="207107" y="229223"/>
                    <a:pt x="207215" y="228732"/>
                    <a:pt x="207325" y="228226"/>
                  </a:cubicBezTo>
                  <a:cubicBezTo>
                    <a:pt x="207463" y="227735"/>
                    <a:pt x="207602" y="227244"/>
                    <a:pt x="207744" y="226738"/>
                  </a:cubicBezTo>
                  <a:cubicBezTo>
                    <a:pt x="209476" y="226459"/>
                    <a:pt x="211212" y="226211"/>
                    <a:pt x="212953" y="225994"/>
                  </a:cubicBezTo>
                  <a:cubicBezTo>
                    <a:pt x="213198" y="225257"/>
                    <a:pt x="213444" y="224520"/>
                    <a:pt x="213697" y="223761"/>
                  </a:cubicBezTo>
                  <a:cubicBezTo>
                    <a:pt x="216348" y="223250"/>
                    <a:pt x="216348" y="223250"/>
                    <a:pt x="218906" y="223017"/>
                  </a:cubicBezTo>
                  <a:cubicBezTo>
                    <a:pt x="218906" y="222035"/>
                    <a:pt x="218906" y="221052"/>
                    <a:pt x="218906" y="220040"/>
                  </a:cubicBezTo>
                  <a:cubicBezTo>
                    <a:pt x="219612" y="219979"/>
                    <a:pt x="220318" y="219918"/>
                    <a:pt x="221045" y="219854"/>
                  </a:cubicBezTo>
                  <a:cubicBezTo>
                    <a:pt x="221813" y="219670"/>
                    <a:pt x="222580" y="219486"/>
                    <a:pt x="223371" y="219296"/>
                  </a:cubicBezTo>
                  <a:cubicBezTo>
                    <a:pt x="223616" y="218805"/>
                    <a:pt x="223862" y="218314"/>
                    <a:pt x="224115" y="217808"/>
                  </a:cubicBezTo>
                  <a:cubicBezTo>
                    <a:pt x="224360" y="217317"/>
                    <a:pt x="224606" y="216826"/>
                    <a:pt x="224859" y="216320"/>
                  </a:cubicBezTo>
                  <a:cubicBezTo>
                    <a:pt x="226343" y="216047"/>
                    <a:pt x="227832" y="215798"/>
                    <a:pt x="229324" y="215576"/>
                  </a:cubicBezTo>
                  <a:cubicBezTo>
                    <a:pt x="229569" y="214839"/>
                    <a:pt x="229815" y="214102"/>
                    <a:pt x="230068" y="213343"/>
                  </a:cubicBezTo>
                  <a:cubicBezTo>
                    <a:pt x="230805" y="213236"/>
                    <a:pt x="231541" y="213128"/>
                    <a:pt x="232300" y="213018"/>
                  </a:cubicBezTo>
                  <a:cubicBezTo>
                    <a:pt x="233037" y="212879"/>
                    <a:pt x="233774" y="212741"/>
                    <a:pt x="234533" y="212599"/>
                  </a:cubicBezTo>
                  <a:cubicBezTo>
                    <a:pt x="234625" y="212108"/>
                    <a:pt x="234717" y="211617"/>
                    <a:pt x="234812" y="211111"/>
                  </a:cubicBezTo>
                  <a:cubicBezTo>
                    <a:pt x="235042" y="210374"/>
                    <a:pt x="235042" y="210374"/>
                    <a:pt x="235277" y="209622"/>
                  </a:cubicBezTo>
                  <a:cubicBezTo>
                    <a:pt x="236825" y="209295"/>
                    <a:pt x="238301" y="209202"/>
                    <a:pt x="239881" y="209155"/>
                  </a:cubicBezTo>
                  <a:cubicBezTo>
                    <a:pt x="240326" y="209063"/>
                    <a:pt x="240772" y="208972"/>
                    <a:pt x="241230" y="208878"/>
                  </a:cubicBezTo>
                  <a:cubicBezTo>
                    <a:pt x="241476" y="208142"/>
                    <a:pt x="241721" y="207405"/>
                    <a:pt x="241974" y="206646"/>
                  </a:cubicBezTo>
                  <a:cubicBezTo>
                    <a:pt x="244625" y="206134"/>
                    <a:pt x="244625" y="206134"/>
                    <a:pt x="247183" y="205902"/>
                  </a:cubicBezTo>
                  <a:cubicBezTo>
                    <a:pt x="247183" y="204920"/>
                    <a:pt x="247183" y="203937"/>
                    <a:pt x="247183" y="202925"/>
                  </a:cubicBezTo>
                  <a:cubicBezTo>
                    <a:pt x="248903" y="202374"/>
                    <a:pt x="250642" y="201882"/>
                    <a:pt x="252392" y="201437"/>
                  </a:cubicBezTo>
                  <a:cubicBezTo>
                    <a:pt x="253151" y="200708"/>
                    <a:pt x="253897" y="199965"/>
                    <a:pt x="254625" y="199205"/>
                  </a:cubicBezTo>
                  <a:cubicBezTo>
                    <a:pt x="255269" y="199082"/>
                    <a:pt x="255914" y="198959"/>
                    <a:pt x="256578" y="198832"/>
                  </a:cubicBezTo>
                  <a:cubicBezTo>
                    <a:pt x="257161" y="198710"/>
                    <a:pt x="257744" y="198587"/>
                    <a:pt x="258345" y="198460"/>
                  </a:cubicBezTo>
                  <a:cubicBezTo>
                    <a:pt x="258591" y="197724"/>
                    <a:pt x="258836" y="196987"/>
                    <a:pt x="259090" y="196228"/>
                  </a:cubicBezTo>
                  <a:cubicBezTo>
                    <a:pt x="259826" y="196121"/>
                    <a:pt x="260563" y="196013"/>
                    <a:pt x="261322" y="195902"/>
                  </a:cubicBezTo>
                  <a:cubicBezTo>
                    <a:pt x="262059" y="195764"/>
                    <a:pt x="262795" y="195626"/>
                    <a:pt x="263554" y="195484"/>
                  </a:cubicBezTo>
                  <a:cubicBezTo>
                    <a:pt x="263646" y="194977"/>
                    <a:pt x="263739" y="194471"/>
                    <a:pt x="263833" y="193949"/>
                  </a:cubicBezTo>
                  <a:cubicBezTo>
                    <a:pt x="263987" y="193473"/>
                    <a:pt x="264140" y="192997"/>
                    <a:pt x="264299" y="192507"/>
                  </a:cubicBezTo>
                  <a:cubicBezTo>
                    <a:pt x="266337" y="192215"/>
                    <a:pt x="268180" y="192376"/>
                    <a:pt x="270252" y="192507"/>
                  </a:cubicBezTo>
                  <a:cubicBezTo>
                    <a:pt x="270252" y="191525"/>
                    <a:pt x="270252" y="190543"/>
                    <a:pt x="270252" y="189531"/>
                  </a:cubicBezTo>
                  <a:cubicBezTo>
                    <a:pt x="271096" y="189469"/>
                    <a:pt x="271940" y="189408"/>
                    <a:pt x="272810" y="189345"/>
                  </a:cubicBezTo>
                  <a:cubicBezTo>
                    <a:pt x="273684" y="189160"/>
                    <a:pt x="274559" y="188976"/>
                    <a:pt x="275461" y="188787"/>
                  </a:cubicBezTo>
                  <a:cubicBezTo>
                    <a:pt x="275583" y="188295"/>
                    <a:pt x="275706" y="187804"/>
                    <a:pt x="275833" y="187298"/>
                  </a:cubicBezTo>
                  <a:cubicBezTo>
                    <a:pt x="275955" y="186807"/>
                    <a:pt x="276078" y="186316"/>
                    <a:pt x="276205" y="185810"/>
                  </a:cubicBezTo>
                  <a:cubicBezTo>
                    <a:pt x="277936" y="185532"/>
                    <a:pt x="279673" y="185283"/>
                    <a:pt x="281414" y="185066"/>
                  </a:cubicBezTo>
                  <a:cubicBezTo>
                    <a:pt x="281659" y="184329"/>
                    <a:pt x="281905" y="183592"/>
                    <a:pt x="282158" y="182833"/>
                  </a:cubicBezTo>
                  <a:cubicBezTo>
                    <a:pt x="283894" y="182337"/>
                    <a:pt x="285631" y="181841"/>
                    <a:pt x="287367" y="181345"/>
                  </a:cubicBezTo>
                  <a:cubicBezTo>
                    <a:pt x="287612" y="180608"/>
                    <a:pt x="287858" y="179872"/>
                    <a:pt x="288111" y="179113"/>
                  </a:cubicBezTo>
                  <a:cubicBezTo>
                    <a:pt x="289377" y="178952"/>
                    <a:pt x="289377" y="178952"/>
                    <a:pt x="290669" y="178787"/>
                  </a:cubicBezTo>
                  <a:cubicBezTo>
                    <a:pt x="291544" y="178649"/>
                    <a:pt x="292419" y="178511"/>
                    <a:pt x="293320" y="178369"/>
                  </a:cubicBezTo>
                  <a:cubicBezTo>
                    <a:pt x="293566" y="177877"/>
                    <a:pt x="293811" y="177386"/>
                    <a:pt x="294064" y="176880"/>
                  </a:cubicBezTo>
                  <a:cubicBezTo>
                    <a:pt x="294310" y="176389"/>
                    <a:pt x="294555" y="175898"/>
                    <a:pt x="294808" y="175392"/>
                  </a:cubicBezTo>
                  <a:cubicBezTo>
                    <a:pt x="296541" y="175118"/>
                    <a:pt x="298277" y="174869"/>
                    <a:pt x="300017" y="174648"/>
                  </a:cubicBezTo>
                  <a:cubicBezTo>
                    <a:pt x="300263" y="173911"/>
                    <a:pt x="300508" y="173174"/>
                    <a:pt x="300761" y="172415"/>
                  </a:cubicBezTo>
                  <a:cubicBezTo>
                    <a:pt x="302136" y="172035"/>
                    <a:pt x="302136" y="172035"/>
                    <a:pt x="303784" y="171904"/>
                  </a:cubicBezTo>
                  <a:cubicBezTo>
                    <a:pt x="304751" y="171827"/>
                    <a:pt x="305718" y="171750"/>
                    <a:pt x="306715" y="171671"/>
                  </a:cubicBezTo>
                  <a:cubicBezTo>
                    <a:pt x="306715" y="170689"/>
                    <a:pt x="306715" y="169707"/>
                    <a:pt x="306715" y="168695"/>
                  </a:cubicBezTo>
                  <a:cubicBezTo>
                    <a:pt x="308241" y="168574"/>
                    <a:pt x="309767" y="168453"/>
                    <a:pt x="311293" y="168331"/>
                  </a:cubicBezTo>
                  <a:cubicBezTo>
                    <a:pt x="311746" y="168206"/>
                    <a:pt x="312200" y="168080"/>
                    <a:pt x="312668" y="167951"/>
                  </a:cubicBezTo>
                  <a:cubicBezTo>
                    <a:pt x="312913" y="167214"/>
                    <a:pt x="313159" y="166477"/>
                    <a:pt x="313412" y="165718"/>
                  </a:cubicBezTo>
                  <a:cubicBezTo>
                    <a:pt x="314271" y="165611"/>
                    <a:pt x="315131" y="165503"/>
                    <a:pt x="316016" y="165393"/>
                  </a:cubicBezTo>
                  <a:cubicBezTo>
                    <a:pt x="316876" y="165255"/>
                    <a:pt x="317735" y="165116"/>
                    <a:pt x="318621" y="164974"/>
                  </a:cubicBezTo>
                  <a:cubicBezTo>
                    <a:pt x="318720" y="164486"/>
                    <a:pt x="318818" y="163998"/>
                    <a:pt x="318920" y="163495"/>
                  </a:cubicBezTo>
                  <a:cubicBezTo>
                    <a:pt x="319067" y="163000"/>
                    <a:pt x="319214" y="162506"/>
                    <a:pt x="319365" y="161998"/>
                  </a:cubicBezTo>
                  <a:cubicBezTo>
                    <a:pt x="321065" y="161544"/>
                    <a:pt x="321065" y="161544"/>
                    <a:pt x="323132" y="161439"/>
                  </a:cubicBezTo>
                  <a:cubicBezTo>
                    <a:pt x="323816" y="161397"/>
                    <a:pt x="324500" y="161355"/>
                    <a:pt x="325205" y="161312"/>
                  </a:cubicBezTo>
                  <a:cubicBezTo>
                    <a:pt x="325998" y="161283"/>
                    <a:pt x="325998" y="161283"/>
                    <a:pt x="326806" y="161253"/>
                  </a:cubicBezTo>
                  <a:cubicBezTo>
                    <a:pt x="326806" y="160271"/>
                    <a:pt x="326806" y="159289"/>
                    <a:pt x="326806" y="158277"/>
                  </a:cubicBezTo>
                  <a:cubicBezTo>
                    <a:pt x="327650" y="158200"/>
                    <a:pt x="328495" y="158123"/>
                    <a:pt x="329364" y="158044"/>
                  </a:cubicBezTo>
                  <a:cubicBezTo>
                    <a:pt x="330677" y="157791"/>
                    <a:pt x="330677" y="157791"/>
                    <a:pt x="332015" y="157533"/>
                  </a:cubicBezTo>
                  <a:cubicBezTo>
                    <a:pt x="332261" y="156796"/>
                    <a:pt x="332506" y="156059"/>
                    <a:pt x="332759" y="155300"/>
                  </a:cubicBezTo>
                  <a:cubicBezTo>
                    <a:pt x="333619" y="155193"/>
                    <a:pt x="334478" y="155085"/>
                    <a:pt x="335364" y="154975"/>
                  </a:cubicBezTo>
                  <a:cubicBezTo>
                    <a:pt x="336223" y="154837"/>
                    <a:pt x="337083" y="154698"/>
                    <a:pt x="337968" y="154556"/>
                  </a:cubicBezTo>
                  <a:cubicBezTo>
                    <a:pt x="338076" y="154065"/>
                    <a:pt x="338183" y="153574"/>
                    <a:pt x="338294" y="153068"/>
                  </a:cubicBezTo>
                  <a:cubicBezTo>
                    <a:pt x="338432" y="152577"/>
                    <a:pt x="338570" y="152086"/>
                    <a:pt x="338713" y="151580"/>
                  </a:cubicBezTo>
                  <a:cubicBezTo>
                    <a:pt x="340260" y="151251"/>
                    <a:pt x="341736" y="151160"/>
                    <a:pt x="343317" y="151112"/>
                  </a:cubicBezTo>
                  <a:cubicBezTo>
                    <a:pt x="343985" y="150975"/>
                    <a:pt x="343985" y="150975"/>
                    <a:pt x="344666" y="150835"/>
                  </a:cubicBezTo>
                  <a:cubicBezTo>
                    <a:pt x="344911" y="150099"/>
                    <a:pt x="345157" y="149362"/>
                    <a:pt x="345410" y="148603"/>
                  </a:cubicBezTo>
                  <a:cubicBezTo>
                    <a:pt x="346759" y="148327"/>
                    <a:pt x="346759" y="148327"/>
                    <a:pt x="348386" y="148277"/>
                  </a:cubicBezTo>
                  <a:cubicBezTo>
                    <a:pt x="349992" y="148180"/>
                    <a:pt x="349992" y="148180"/>
                    <a:pt x="351363" y="147859"/>
                  </a:cubicBezTo>
                  <a:cubicBezTo>
                    <a:pt x="351486" y="147368"/>
                    <a:pt x="351609" y="146877"/>
                    <a:pt x="351735" y="146371"/>
                  </a:cubicBezTo>
                  <a:cubicBezTo>
                    <a:pt x="351858" y="145879"/>
                    <a:pt x="351981" y="145388"/>
                    <a:pt x="352107" y="144882"/>
                  </a:cubicBezTo>
                  <a:cubicBezTo>
                    <a:pt x="353629" y="144689"/>
                    <a:pt x="355152" y="144502"/>
                    <a:pt x="356682" y="144397"/>
                  </a:cubicBezTo>
                  <a:cubicBezTo>
                    <a:pt x="357137" y="144311"/>
                    <a:pt x="357592" y="144226"/>
                    <a:pt x="358060" y="144138"/>
                  </a:cubicBezTo>
                  <a:cubicBezTo>
                    <a:pt x="358568" y="143152"/>
                    <a:pt x="359065" y="142160"/>
                    <a:pt x="359549" y="141162"/>
                  </a:cubicBezTo>
                  <a:cubicBezTo>
                    <a:pt x="361285" y="141162"/>
                    <a:pt x="363021" y="141162"/>
                    <a:pt x="364757" y="141162"/>
                  </a:cubicBezTo>
                  <a:cubicBezTo>
                    <a:pt x="364986" y="140682"/>
                    <a:pt x="365214" y="140202"/>
                    <a:pt x="365449" y="139708"/>
                  </a:cubicBezTo>
                  <a:cubicBezTo>
                    <a:pt x="365712" y="139206"/>
                    <a:pt x="365975" y="138703"/>
                    <a:pt x="366246" y="138185"/>
                  </a:cubicBezTo>
                  <a:cubicBezTo>
                    <a:pt x="367856" y="137732"/>
                    <a:pt x="367856" y="137732"/>
                    <a:pt x="369687" y="137627"/>
                  </a:cubicBezTo>
                  <a:cubicBezTo>
                    <a:pt x="370296" y="137585"/>
                    <a:pt x="370904" y="137542"/>
                    <a:pt x="371530" y="137499"/>
                  </a:cubicBezTo>
                  <a:cubicBezTo>
                    <a:pt x="371997" y="137480"/>
                    <a:pt x="372463" y="137461"/>
                    <a:pt x="372943" y="137441"/>
                  </a:cubicBezTo>
                  <a:cubicBezTo>
                    <a:pt x="372943" y="136459"/>
                    <a:pt x="372943" y="135476"/>
                    <a:pt x="372943" y="134464"/>
                  </a:cubicBezTo>
                  <a:cubicBezTo>
                    <a:pt x="373418" y="134436"/>
                    <a:pt x="373893" y="134409"/>
                    <a:pt x="374382" y="134380"/>
                  </a:cubicBezTo>
                  <a:cubicBezTo>
                    <a:pt x="374997" y="134331"/>
                    <a:pt x="375612" y="134282"/>
                    <a:pt x="376245" y="134232"/>
                  </a:cubicBezTo>
                  <a:cubicBezTo>
                    <a:pt x="377165" y="134167"/>
                    <a:pt x="377165" y="134167"/>
                    <a:pt x="378103" y="134101"/>
                  </a:cubicBezTo>
                  <a:cubicBezTo>
                    <a:pt x="378610" y="133975"/>
                    <a:pt x="379117" y="133850"/>
                    <a:pt x="379640" y="133720"/>
                  </a:cubicBezTo>
                  <a:cubicBezTo>
                    <a:pt x="379886" y="132983"/>
                    <a:pt x="380131" y="132247"/>
                    <a:pt x="380384" y="131488"/>
                  </a:cubicBezTo>
                  <a:cubicBezTo>
                    <a:pt x="382127" y="130961"/>
                    <a:pt x="383844" y="130734"/>
                    <a:pt x="385643" y="130465"/>
                  </a:cubicBezTo>
                  <a:cubicBezTo>
                    <a:pt x="386118" y="130311"/>
                    <a:pt x="386593" y="130158"/>
                    <a:pt x="387082" y="129999"/>
                  </a:cubicBezTo>
                  <a:cubicBezTo>
                    <a:pt x="387082" y="129263"/>
                    <a:pt x="387082" y="128526"/>
                    <a:pt x="387082" y="127767"/>
                  </a:cubicBezTo>
                  <a:cubicBezTo>
                    <a:pt x="387781" y="127738"/>
                    <a:pt x="387781" y="127738"/>
                    <a:pt x="388494" y="127709"/>
                  </a:cubicBezTo>
                  <a:cubicBezTo>
                    <a:pt x="389103" y="127667"/>
                    <a:pt x="389711" y="127624"/>
                    <a:pt x="390337" y="127581"/>
                  </a:cubicBezTo>
                  <a:cubicBezTo>
                    <a:pt x="390942" y="127546"/>
                    <a:pt x="391546" y="127512"/>
                    <a:pt x="392169" y="127476"/>
                  </a:cubicBezTo>
                  <a:cubicBezTo>
                    <a:pt x="392700" y="127327"/>
                    <a:pt x="393231" y="127177"/>
                    <a:pt x="393779" y="127023"/>
                  </a:cubicBezTo>
                  <a:cubicBezTo>
                    <a:pt x="394293" y="126040"/>
                    <a:pt x="394790" y="125048"/>
                    <a:pt x="395267" y="124046"/>
                  </a:cubicBezTo>
                  <a:cubicBezTo>
                    <a:pt x="397004" y="124046"/>
                    <a:pt x="398740" y="124046"/>
                    <a:pt x="400476" y="124046"/>
                  </a:cubicBezTo>
                  <a:cubicBezTo>
                    <a:pt x="400697" y="123567"/>
                    <a:pt x="400917" y="123087"/>
                    <a:pt x="401145" y="122593"/>
                  </a:cubicBezTo>
                  <a:cubicBezTo>
                    <a:pt x="401415" y="122090"/>
                    <a:pt x="401686" y="121588"/>
                    <a:pt x="401965" y="121070"/>
                  </a:cubicBezTo>
                  <a:cubicBezTo>
                    <a:pt x="403738" y="120616"/>
                    <a:pt x="403738" y="120616"/>
                    <a:pt x="405778" y="120512"/>
                  </a:cubicBezTo>
                  <a:cubicBezTo>
                    <a:pt x="406455" y="120469"/>
                    <a:pt x="407133" y="120427"/>
                    <a:pt x="407830" y="120384"/>
                  </a:cubicBezTo>
                  <a:cubicBezTo>
                    <a:pt x="408610" y="120355"/>
                    <a:pt x="408610" y="120355"/>
                    <a:pt x="409406" y="120326"/>
                  </a:cubicBezTo>
                  <a:cubicBezTo>
                    <a:pt x="409406" y="119343"/>
                    <a:pt x="409406" y="118361"/>
                    <a:pt x="409406" y="117349"/>
                  </a:cubicBezTo>
                  <a:cubicBezTo>
                    <a:pt x="410118" y="117307"/>
                    <a:pt x="410118" y="117307"/>
                    <a:pt x="410845" y="117265"/>
                  </a:cubicBezTo>
                  <a:cubicBezTo>
                    <a:pt x="411460" y="117216"/>
                    <a:pt x="412075" y="117167"/>
                    <a:pt x="412708" y="117117"/>
                  </a:cubicBezTo>
                  <a:cubicBezTo>
                    <a:pt x="413628" y="117052"/>
                    <a:pt x="413628" y="117052"/>
                    <a:pt x="414565" y="116986"/>
                  </a:cubicBezTo>
                  <a:cubicBezTo>
                    <a:pt x="415073" y="116860"/>
                    <a:pt x="415580" y="116734"/>
                    <a:pt x="416103" y="116605"/>
                  </a:cubicBezTo>
                  <a:cubicBezTo>
                    <a:pt x="416349" y="115868"/>
                    <a:pt x="416594" y="115132"/>
                    <a:pt x="416847" y="114373"/>
                  </a:cubicBezTo>
                  <a:cubicBezTo>
                    <a:pt x="418548" y="113992"/>
                    <a:pt x="418548" y="113992"/>
                    <a:pt x="420615" y="113861"/>
                  </a:cubicBezTo>
                  <a:cubicBezTo>
                    <a:pt x="421640" y="113788"/>
                    <a:pt x="421640" y="113788"/>
                    <a:pt x="422687" y="113713"/>
                  </a:cubicBezTo>
                  <a:cubicBezTo>
                    <a:pt x="423216" y="113685"/>
                    <a:pt x="423744" y="113657"/>
                    <a:pt x="424289" y="113628"/>
                  </a:cubicBezTo>
                  <a:cubicBezTo>
                    <a:pt x="424289" y="112646"/>
                    <a:pt x="424289" y="111664"/>
                    <a:pt x="424289" y="110652"/>
                  </a:cubicBezTo>
                  <a:cubicBezTo>
                    <a:pt x="424988" y="110623"/>
                    <a:pt x="424988" y="110623"/>
                    <a:pt x="425701" y="110594"/>
                  </a:cubicBezTo>
                  <a:cubicBezTo>
                    <a:pt x="426310" y="110551"/>
                    <a:pt x="426918" y="110509"/>
                    <a:pt x="427544" y="110466"/>
                  </a:cubicBezTo>
                  <a:cubicBezTo>
                    <a:pt x="428149" y="110431"/>
                    <a:pt x="428753" y="110397"/>
                    <a:pt x="429376" y="110361"/>
                  </a:cubicBezTo>
                  <a:cubicBezTo>
                    <a:pt x="429907" y="110211"/>
                    <a:pt x="430438" y="110062"/>
                    <a:pt x="430986" y="109908"/>
                  </a:cubicBezTo>
                  <a:cubicBezTo>
                    <a:pt x="431224" y="109409"/>
                    <a:pt x="431462" y="108910"/>
                    <a:pt x="431707" y="108396"/>
                  </a:cubicBezTo>
                  <a:cubicBezTo>
                    <a:pt x="431960" y="107913"/>
                    <a:pt x="432213" y="107429"/>
                    <a:pt x="432474" y="106931"/>
                  </a:cubicBezTo>
                  <a:cubicBezTo>
                    <a:pt x="434247" y="106640"/>
                    <a:pt x="434247" y="106640"/>
                    <a:pt x="436288" y="106745"/>
                  </a:cubicBezTo>
                  <a:cubicBezTo>
                    <a:pt x="436965" y="106772"/>
                    <a:pt x="437642" y="106799"/>
                    <a:pt x="438340" y="106826"/>
                  </a:cubicBezTo>
                  <a:cubicBezTo>
                    <a:pt x="438860" y="106861"/>
                    <a:pt x="439380" y="106896"/>
                    <a:pt x="439916" y="106931"/>
                  </a:cubicBezTo>
                  <a:cubicBezTo>
                    <a:pt x="439916" y="105949"/>
                    <a:pt x="439916" y="104967"/>
                    <a:pt x="439916" y="103955"/>
                  </a:cubicBezTo>
                  <a:cubicBezTo>
                    <a:pt x="440709" y="103926"/>
                    <a:pt x="440709" y="103926"/>
                    <a:pt x="441517" y="103896"/>
                  </a:cubicBezTo>
                  <a:cubicBezTo>
                    <a:pt x="442201" y="103854"/>
                    <a:pt x="442885" y="103812"/>
                    <a:pt x="443590" y="103769"/>
                  </a:cubicBezTo>
                  <a:cubicBezTo>
                    <a:pt x="444272" y="103734"/>
                    <a:pt x="444954" y="103699"/>
                    <a:pt x="445657" y="103664"/>
                  </a:cubicBezTo>
                  <a:cubicBezTo>
                    <a:pt x="446218" y="103514"/>
                    <a:pt x="446779" y="103365"/>
                    <a:pt x="447357" y="103210"/>
                  </a:cubicBezTo>
                  <a:cubicBezTo>
                    <a:pt x="447530" y="102462"/>
                    <a:pt x="447530" y="102462"/>
                    <a:pt x="447706" y="101699"/>
                  </a:cubicBezTo>
                  <a:cubicBezTo>
                    <a:pt x="447902" y="100974"/>
                    <a:pt x="447902" y="100974"/>
                    <a:pt x="448101" y="100234"/>
                  </a:cubicBezTo>
                  <a:cubicBezTo>
                    <a:pt x="449965" y="99943"/>
                    <a:pt x="449965" y="99943"/>
                    <a:pt x="452241" y="100048"/>
                  </a:cubicBezTo>
                  <a:cubicBezTo>
                    <a:pt x="452994" y="100075"/>
                    <a:pt x="453747" y="100102"/>
                    <a:pt x="454522" y="100129"/>
                  </a:cubicBezTo>
                  <a:cubicBezTo>
                    <a:pt x="455105" y="100164"/>
                    <a:pt x="455687" y="100198"/>
                    <a:pt x="456287" y="100234"/>
                  </a:cubicBezTo>
                  <a:cubicBezTo>
                    <a:pt x="456287" y="99252"/>
                    <a:pt x="456287" y="98269"/>
                    <a:pt x="456287" y="97257"/>
                  </a:cubicBezTo>
                  <a:cubicBezTo>
                    <a:pt x="457080" y="97229"/>
                    <a:pt x="457080" y="97229"/>
                    <a:pt x="457888" y="97199"/>
                  </a:cubicBezTo>
                  <a:cubicBezTo>
                    <a:pt x="458572" y="97157"/>
                    <a:pt x="459256" y="97115"/>
                    <a:pt x="459961" y="97071"/>
                  </a:cubicBezTo>
                  <a:cubicBezTo>
                    <a:pt x="460643" y="97037"/>
                    <a:pt x="461325" y="97002"/>
                    <a:pt x="462028" y="96967"/>
                  </a:cubicBezTo>
                  <a:cubicBezTo>
                    <a:pt x="462589" y="96817"/>
                    <a:pt x="463150" y="96667"/>
                    <a:pt x="463728" y="96513"/>
                  </a:cubicBezTo>
                  <a:cubicBezTo>
                    <a:pt x="463977" y="95521"/>
                    <a:pt x="464225" y="94529"/>
                    <a:pt x="464472" y="93537"/>
                  </a:cubicBezTo>
                  <a:cubicBezTo>
                    <a:pt x="466147" y="93162"/>
                    <a:pt x="466147" y="93162"/>
                    <a:pt x="468193" y="93118"/>
                  </a:cubicBezTo>
                  <a:cubicBezTo>
                    <a:pt x="470186" y="93117"/>
                    <a:pt x="470186" y="93117"/>
                    <a:pt x="471914" y="92792"/>
                  </a:cubicBezTo>
                  <a:cubicBezTo>
                    <a:pt x="472159" y="92056"/>
                    <a:pt x="472405" y="91319"/>
                    <a:pt x="472658" y="90560"/>
                  </a:cubicBezTo>
                  <a:cubicBezTo>
                    <a:pt x="474306" y="90179"/>
                    <a:pt x="474306" y="90179"/>
                    <a:pt x="476332" y="90048"/>
                  </a:cubicBezTo>
                  <a:cubicBezTo>
                    <a:pt x="476999" y="89999"/>
                    <a:pt x="477665" y="89951"/>
                    <a:pt x="478352" y="89900"/>
                  </a:cubicBezTo>
                  <a:cubicBezTo>
                    <a:pt x="479430" y="89848"/>
                    <a:pt x="480509" y="89816"/>
                    <a:pt x="481588" y="89816"/>
                  </a:cubicBezTo>
                  <a:cubicBezTo>
                    <a:pt x="481588" y="88834"/>
                    <a:pt x="481588" y="87851"/>
                    <a:pt x="481588" y="86839"/>
                  </a:cubicBezTo>
                  <a:cubicBezTo>
                    <a:pt x="484534" y="86594"/>
                    <a:pt x="487481" y="86348"/>
                    <a:pt x="490517" y="86095"/>
                  </a:cubicBezTo>
                  <a:cubicBezTo>
                    <a:pt x="490517" y="85113"/>
                    <a:pt x="490517" y="84131"/>
                    <a:pt x="490517" y="83119"/>
                  </a:cubicBezTo>
                  <a:cubicBezTo>
                    <a:pt x="491100" y="83091"/>
                    <a:pt x="491682" y="83063"/>
                    <a:pt x="492282" y="83034"/>
                  </a:cubicBezTo>
                  <a:cubicBezTo>
                    <a:pt x="493035" y="82985"/>
                    <a:pt x="493788" y="82936"/>
                    <a:pt x="494564" y="82886"/>
                  </a:cubicBezTo>
                  <a:cubicBezTo>
                    <a:pt x="495315" y="82843"/>
                    <a:pt x="496066" y="82800"/>
                    <a:pt x="496840" y="82755"/>
                  </a:cubicBezTo>
                  <a:cubicBezTo>
                    <a:pt x="497762" y="82567"/>
                    <a:pt x="497762" y="82567"/>
                    <a:pt x="498703" y="82374"/>
                  </a:cubicBezTo>
                  <a:cubicBezTo>
                    <a:pt x="498948" y="81638"/>
                    <a:pt x="499194" y="80901"/>
                    <a:pt x="499447" y="80142"/>
                  </a:cubicBezTo>
                  <a:cubicBezTo>
                    <a:pt x="501574" y="79822"/>
                    <a:pt x="503647" y="79814"/>
                    <a:pt x="505795" y="79773"/>
                  </a:cubicBezTo>
                  <a:cubicBezTo>
                    <a:pt x="506402" y="79649"/>
                    <a:pt x="507008" y="79525"/>
                    <a:pt x="507632" y="79398"/>
                  </a:cubicBezTo>
                  <a:cubicBezTo>
                    <a:pt x="507792" y="78666"/>
                    <a:pt x="507792" y="78666"/>
                    <a:pt x="507955" y="77918"/>
                  </a:cubicBezTo>
                  <a:cubicBezTo>
                    <a:pt x="508164" y="77177"/>
                    <a:pt x="508164" y="77177"/>
                    <a:pt x="508377" y="76421"/>
                  </a:cubicBezTo>
                  <a:cubicBezTo>
                    <a:pt x="510565" y="75968"/>
                    <a:pt x="510565" y="75968"/>
                    <a:pt x="513260" y="75863"/>
                  </a:cubicBezTo>
                  <a:cubicBezTo>
                    <a:pt x="514151" y="75821"/>
                    <a:pt x="515042" y="75779"/>
                    <a:pt x="515960" y="75735"/>
                  </a:cubicBezTo>
                  <a:cubicBezTo>
                    <a:pt x="516650" y="75716"/>
                    <a:pt x="517340" y="75697"/>
                    <a:pt x="518050" y="75677"/>
                  </a:cubicBezTo>
                  <a:cubicBezTo>
                    <a:pt x="518050" y="74941"/>
                    <a:pt x="518050" y="74204"/>
                    <a:pt x="518050" y="73445"/>
                  </a:cubicBezTo>
                  <a:cubicBezTo>
                    <a:pt x="518624" y="73426"/>
                    <a:pt x="519198" y="73406"/>
                    <a:pt x="519789" y="73387"/>
                  </a:cubicBezTo>
                  <a:cubicBezTo>
                    <a:pt x="520535" y="73344"/>
                    <a:pt x="521281" y="73302"/>
                    <a:pt x="522050" y="73259"/>
                  </a:cubicBezTo>
                  <a:cubicBezTo>
                    <a:pt x="522793" y="73224"/>
                    <a:pt x="523535" y="73190"/>
                    <a:pt x="524300" y="73154"/>
                  </a:cubicBezTo>
                  <a:cubicBezTo>
                    <a:pt x="524939" y="73004"/>
                    <a:pt x="525578" y="72855"/>
                    <a:pt x="526236" y="72701"/>
                  </a:cubicBezTo>
                  <a:cubicBezTo>
                    <a:pt x="526476" y="72206"/>
                    <a:pt x="526716" y="71711"/>
                    <a:pt x="526963" y="71201"/>
                  </a:cubicBezTo>
                  <a:cubicBezTo>
                    <a:pt x="527214" y="70713"/>
                    <a:pt x="527465" y="70226"/>
                    <a:pt x="527724" y="69724"/>
                  </a:cubicBezTo>
                  <a:cubicBezTo>
                    <a:pt x="530043" y="69329"/>
                    <a:pt x="532258" y="69351"/>
                    <a:pt x="534608" y="69329"/>
                  </a:cubicBezTo>
                  <a:cubicBezTo>
                    <a:pt x="535283" y="69214"/>
                    <a:pt x="535958" y="69099"/>
                    <a:pt x="536654" y="68980"/>
                  </a:cubicBezTo>
                  <a:cubicBezTo>
                    <a:pt x="536899" y="68490"/>
                    <a:pt x="537143" y="68000"/>
                    <a:pt x="537395" y="67495"/>
                  </a:cubicBezTo>
                  <a:cubicBezTo>
                    <a:pt x="537642" y="67002"/>
                    <a:pt x="537888" y="66510"/>
                    <a:pt x="538142" y="66003"/>
                  </a:cubicBezTo>
                  <a:cubicBezTo>
                    <a:pt x="540215" y="65628"/>
                    <a:pt x="540215" y="65628"/>
                    <a:pt x="542654" y="65585"/>
                  </a:cubicBezTo>
                  <a:cubicBezTo>
                    <a:pt x="545027" y="65585"/>
                    <a:pt x="545027" y="65585"/>
                    <a:pt x="547072" y="65259"/>
                  </a:cubicBezTo>
                  <a:cubicBezTo>
                    <a:pt x="547318" y="64523"/>
                    <a:pt x="547563" y="63786"/>
                    <a:pt x="547816" y="63027"/>
                  </a:cubicBezTo>
                  <a:cubicBezTo>
                    <a:pt x="550111" y="62706"/>
                    <a:pt x="552357" y="62699"/>
                    <a:pt x="554673" y="62658"/>
                  </a:cubicBezTo>
                  <a:cubicBezTo>
                    <a:pt x="555357" y="62534"/>
                    <a:pt x="556041" y="62410"/>
                    <a:pt x="556746" y="62283"/>
                  </a:cubicBezTo>
                  <a:cubicBezTo>
                    <a:pt x="556976" y="61783"/>
                    <a:pt x="557206" y="61283"/>
                    <a:pt x="557443" y="60768"/>
                  </a:cubicBezTo>
                  <a:cubicBezTo>
                    <a:pt x="557704" y="60286"/>
                    <a:pt x="557965" y="59803"/>
                    <a:pt x="558234" y="59306"/>
                  </a:cubicBezTo>
                  <a:cubicBezTo>
                    <a:pt x="560632" y="59120"/>
                    <a:pt x="560632" y="59120"/>
                    <a:pt x="563490" y="59306"/>
                  </a:cubicBezTo>
                  <a:cubicBezTo>
                    <a:pt x="566260" y="59556"/>
                    <a:pt x="566260" y="59556"/>
                    <a:pt x="568652" y="59306"/>
                  </a:cubicBezTo>
                  <a:cubicBezTo>
                    <a:pt x="568902" y="58314"/>
                    <a:pt x="569150" y="57322"/>
                    <a:pt x="569396" y="56330"/>
                  </a:cubicBezTo>
                  <a:cubicBezTo>
                    <a:pt x="571748" y="55876"/>
                    <a:pt x="571748" y="55876"/>
                    <a:pt x="574652" y="55771"/>
                  </a:cubicBezTo>
                  <a:cubicBezTo>
                    <a:pt x="575612" y="55729"/>
                    <a:pt x="576572" y="55687"/>
                    <a:pt x="577561" y="55644"/>
                  </a:cubicBezTo>
                  <a:cubicBezTo>
                    <a:pt x="578305" y="55624"/>
                    <a:pt x="579048" y="55605"/>
                    <a:pt x="579814" y="55585"/>
                  </a:cubicBezTo>
                  <a:cubicBezTo>
                    <a:pt x="579814" y="54603"/>
                    <a:pt x="579814" y="53621"/>
                    <a:pt x="579814" y="52609"/>
                  </a:cubicBezTo>
                  <a:cubicBezTo>
                    <a:pt x="580665" y="52590"/>
                    <a:pt x="581516" y="52570"/>
                    <a:pt x="582392" y="52551"/>
                  </a:cubicBezTo>
                  <a:cubicBezTo>
                    <a:pt x="583502" y="52509"/>
                    <a:pt x="584611" y="52466"/>
                    <a:pt x="585721" y="52423"/>
                  </a:cubicBezTo>
                  <a:cubicBezTo>
                    <a:pt x="586282" y="52412"/>
                    <a:pt x="586844" y="52402"/>
                    <a:pt x="587423" y="52391"/>
                  </a:cubicBezTo>
                  <a:cubicBezTo>
                    <a:pt x="589229" y="52343"/>
                    <a:pt x="589229" y="52343"/>
                    <a:pt x="591720" y="51865"/>
                  </a:cubicBezTo>
                  <a:cubicBezTo>
                    <a:pt x="592186" y="50370"/>
                    <a:pt x="592186" y="50370"/>
                    <a:pt x="592465" y="48888"/>
                  </a:cubicBezTo>
                  <a:cubicBezTo>
                    <a:pt x="594601" y="48624"/>
                    <a:pt x="594601" y="48624"/>
                    <a:pt x="597255" y="48749"/>
                  </a:cubicBezTo>
                  <a:cubicBezTo>
                    <a:pt x="600560" y="49032"/>
                    <a:pt x="600560" y="49032"/>
                    <a:pt x="603627" y="48144"/>
                  </a:cubicBezTo>
                  <a:cubicBezTo>
                    <a:pt x="603872" y="47407"/>
                    <a:pt x="604118" y="46671"/>
                    <a:pt x="604371" y="45912"/>
                  </a:cubicBezTo>
                  <a:cubicBezTo>
                    <a:pt x="607052" y="45590"/>
                    <a:pt x="609691" y="45584"/>
                    <a:pt x="612391" y="45542"/>
                  </a:cubicBezTo>
                  <a:cubicBezTo>
                    <a:pt x="613182" y="45419"/>
                    <a:pt x="613973" y="45295"/>
                    <a:pt x="614789" y="45167"/>
                  </a:cubicBezTo>
                  <a:cubicBezTo>
                    <a:pt x="615019" y="44676"/>
                    <a:pt x="615249" y="44185"/>
                    <a:pt x="615486" y="43679"/>
                  </a:cubicBezTo>
                  <a:cubicBezTo>
                    <a:pt x="615747" y="43188"/>
                    <a:pt x="616008" y="42697"/>
                    <a:pt x="616277" y="42191"/>
                  </a:cubicBezTo>
                  <a:cubicBezTo>
                    <a:pt x="618355" y="41905"/>
                    <a:pt x="620197" y="41774"/>
                    <a:pt x="622277" y="41772"/>
                  </a:cubicBezTo>
                  <a:cubicBezTo>
                    <a:pt x="624287" y="41760"/>
                    <a:pt x="626176" y="41658"/>
                    <a:pt x="628183" y="41447"/>
                  </a:cubicBezTo>
                  <a:cubicBezTo>
                    <a:pt x="628429" y="40710"/>
                    <a:pt x="628674" y="39973"/>
                    <a:pt x="628927" y="39214"/>
                  </a:cubicBezTo>
                  <a:cubicBezTo>
                    <a:pt x="631657" y="38946"/>
                    <a:pt x="634313" y="38890"/>
                    <a:pt x="637052" y="38887"/>
                  </a:cubicBezTo>
                  <a:cubicBezTo>
                    <a:pt x="638954" y="38871"/>
                    <a:pt x="638954" y="38871"/>
                    <a:pt x="641578" y="38470"/>
                  </a:cubicBezTo>
                  <a:cubicBezTo>
                    <a:pt x="641698" y="37979"/>
                    <a:pt x="641818" y="37487"/>
                    <a:pt x="641941" y="36980"/>
                  </a:cubicBezTo>
                  <a:cubicBezTo>
                    <a:pt x="642130" y="36244"/>
                    <a:pt x="642130" y="36244"/>
                    <a:pt x="642322" y="35494"/>
                  </a:cubicBezTo>
                  <a:cubicBezTo>
                    <a:pt x="645207" y="35152"/>
                    <a:pt x="647962" y="35117"/>
                    <a:pt x="650861" y="35130"/>
                  </a:cubicBezTo>
                  <a:cubicBezTo>
                    <a:pt x="651457" y="35120"/>
                    <a:pt x="652053" y="35109"/>
                    <a:pt x="652667" y="35098"/>
                  </a:cubicBezTo>
                  <a:cubicBezTo>
                    <a:pt x="653216" y="35102"/>
                    <a:pt x="653765" y="35105"/>
                    <a:pt x="654330" y="35108"/>
                  </a:cubicBezTo>
                  <a:cubicBezTo>
                    <a:pt x="654787" y="34990"/>
                    <a:pt x="655245" y="34872"/>
                    <a:pt x="655716" y="34749"/>
                  </a:cubicBezTo>
                  <a:cubicBezTo>
                    <a:pt x="655959" y="34259"/>
                    <a:pt x="656201" y="33768"/>
                    <a:pt x="656450" y="33263"/>
                  </a:cubicBezTo>
                  <a:cubicBezTo>
                    <a:pt x="656699" y="32771"/>
                    <a:pt x="656948" y="32279"/>
                    <a:pt x="657205" y="31773"/>
                  </a:cubicBezTo>
                  <a:cubicBezTo>
                    <a:pt x="658660" y="31402"/>
                    <a:pt x="658660" y="31402"/>
                    <a:pt x="660417" y="31398"/>
                  </a:cubicBezTo>
                  <a:cubicBezTo>
                    <a:pt x="661047" y="31384"/>
                    <a:pt x="661676" y="31370"/>
                    <a:pt x="662325" y="31356"/>
                  </a:cubicBezTo>
                  <a:cubicBezTo>
                    <a:pt x="662984" y="31355"/>
                    <a:pt x="663642" y="31355"/>
                    <a:pt x="664321" y="31354"/>
                  </a:cubicBezTo>
                  <a:cubicBezTo>
                    <a:pt x="665624" y="31348"/>
                    <a:pt x="666927" y="31332"/>
                    <a:pt x="668230" y="31305"/>
                  </a:cubicBezTo>
                  <a:cubicBezTo>
                    <a:pt x="668809" y="31304"/>
                    <a:pt x="669388" y="31304"/>
                    <a:pt x="669985" y="31303"/>
                  </a:cubicBezTo>
                  <a:cubicBezTo>
                    <a:pt x="670433" y="31213"/>
                    <a:pt x="670881" y="31122"/>
                    <a:pt x="671343" y="31029"/>
                  </a:cubicBezTo>
                  <a:cubicBezTo>
                    <a:pt x="671589" y="30292"/>
                    <a:pt x="671835" y="29555"/>
                    <a:pt x="672088" y="28796"/>
                  </a:cubicBezTo>
                  <a:cubicBezTo>
                    <a:pt x="673538" y="28475"/>
                    <a:pt x="673538" y="28475"/>
                    <a:pt x="675416" y="28416"/>
                  </a:cubicBezTo>
                  <a:cubicBezTo>
                    <a:pt x="676085" y="28389"/>
                    <a:pt x="676754" y="28363"/>
                    <a:pt x="677443" y="28336"/>
                  </a:cubicBezTo>
                  <a:cubicBezTo>
                    <a:pt x="678147" y="28319"/>
                    <a:pt x="678851" y="28302"/>
                    <a:pt x="679576" y="28285"/>
                  </a:cubicBezTo>
                  <a:cubicBezTo>
                    <a:pt x="680282" y="28259"/>
                    <a:pt x="680988" y="28234"/>
                    <a:pt x="681716" y="28208"/>
                  </a:cubicBezTo>
                  <a:cubicBezTo>
                    <a:pt x="683468" y="28146"/>
                    <a:pt x="685219" y="28095"/>
                    <a:pt x="686970" y="28052"/>
                  </a:cubicBezTo>
                  <a:cubicBezTo>
                    <a:pt x="686970" y="27070"/>
                    <a:pt x="686970" y="26088"/>
                    <a:pt x="686970" y="25076"/>
                  </a:cubicBezTo>
                  <a:cubicBezTo>
                    <a:pt x="687485" y="25065"/>
                    <a:pt x="688000" y="25054"/>
                    <a:pt x="688530" y="25043"/>
                  </a:cubicBezTo>
                  <a:cubicBezTo>
                    <a:pt x="690847" y="24988"/>
                    <a:pt x="693164" y="24916"/>
                    <a:pt x="695482" y="24843"/>
                  </a:cubicBezTo>
                  <a:cubicBezTo>
                    <a:pt x="696292" y="24826"/>
                    <a:pt x="697102" y="24810"/>
                    <a:pt x="697936" y="24792"/>
                  </a:cubicBezTo>
                  <a:cubicBezTo>
                    <a:pt x="698706" y="24766"/>
                    <a:pt x="699476" y="24739"/>
                    <a:pt x="700269" y="24712"/>
                  </a:cubicBezTo>
                  <a:cubicBezTo>
                    <a:pt x="701339" y="24683"/>
                    <a:pt x="701339" y="24683"/>
                    <a:pt x="702430" y="24653"/>
                  </a:cubicBezTo>
                  <a:cubicBezTo>
                    <a:pt x="702976" y="24547"/>
                    <a:pt x="703523" y="24441"/>
                    <a:pt x="704086" y="24332"/>
                  </a:cubicBezTo>
                  <a:cubicBezTo>
                    <a:pt x="704331" y="23595"/>
                    <a:pt x="704577" y="22858"/>
                    <a:pt x="704830" y="22099"/>
                  </a:cubicBezTo>
                  <a:cubicBezTo>
                    <a:pt x="706485" y="21777"/>
                    <a:pt x="706485" y="21777"/>
                    <a:pt x="708646" y="21718"/>
                  </a:cubicBezTo>
                  <a:cubicBezTo>
                    <a:pt x="709416" y="21692"/>
                    <a:pt x="710186" y="21666"/>
                    <a:pt x="710979" y="21638"/>
                  </a:cubicBezTo>
                  <a:cubicBezTo>
                    <a:pt x="711789" y="21622"/>
                    <a:pt x="712599" y="21605"/>
                    <a:pt x="713434" y="21587"/>
                  </a:cubicBezTo>
                  <a:cubicBezTo>
                    <a:pt x="714247" y="21562"/>
                    <a:pt x="715060" y="21537"/>
                    <a:pt x="715897" y="21510"/>
                  </a:cubicBezTo>
                  <a:cubicBezTo>
                    <a:pt x="717913" y="21449"/>
                    <a:pt x="719929" y="21397"/>
                    <a:pt x="721945" y="21355"/>
                  </a:cubicBezTo>
                  <a:cubicBezTo>
                    <a:pt x="721945" y="20373"/>
                    <a:pt x="721945" y="19390"/>
                    <a:pt x="721945" y="18378"/>
                  </a:cubicBezTo>
                  <a:cubicBezTo>
                    <a:pt x="722779" y="18362"/>
                    <a:pt x="722779" y="18362"/>
                    <a:pt x="723629" y="18345"/>
                  </a:cubicBezTo>
                  <a:cubicBezTo>
                    <a:pt x="726138" y="18290"/>
                    <a:pt x="728646" y="18218"/>
                    <a:pt x="731154" y="18146"/>
                  </a:cubicBezTo>
                  <a:cubicBezTo>
                    <a:pt x="732029" y="18129"/>
                    <a:pt x="732903" y="18112"/>
                    <a:pt x="733805" y="18095"/>
                  </a:cubicBezTo>
                  <a:cubicBezTo>
                    <a:pt x="734639" y="18069"/>
                    <a:pt x="735474" y="18042"/>
                    <a:pt x="736334" y="18015"/>
                  </a:cubicBezTo>
                  <a:cubicBezTo>
                    <a:pt x="737491" y="17986"/>
                    <a:pt x="737491" y="17986"/>
                    <a:pt x="738672" y="17956"/>
                  </a:cubicBezTo>
                  <a:cubicBezTo>
                    <a:pt x="739601" y="17797"/>
                    <a:pt x="739601" y="17797"/>
                    <a:pt x="740549" y="17634"/>
                  </a:cubicBezTo>
                  <a:cubicBezTo>
                    <a:pt x="741040" y="16898"/>
                    <a:pt x="741531" y="16161"/>
                    <a:pt x="742037" y="15402"/>
                  </a:cubicBezTo>
                  <a:cubicBezTo>
                    <a:pt x="744288" y="14549"/>
                    <a:pt x="746446" y="14580"/>
                    <a:pt x="748833" y="14611"/>
                  </a:cubicBezTo>
                  <a:cubicBezTo>
                    <a:pt x="749555" y="14617"/>
                    <a:pt x="750278" y="14623"/>
                    <a:pt x="751022" y="14629"/>
                  </a:cubicBezTo>
                  <a:cubicBezTo>
                    <a:pt x="751771" y="14638"/>
                    <a:pt x="752520" y="14648"/>
                    <a:pt x="753292" y="14658"/>
                  </a:cubicBezTo>
                  <a:cubicBezTo>
                    <a:pt x="754782" y="14677"/>
                    <a:pt x="756272" y="14692"/>
                    <a:pt x="757763" y="14704"/>
                  </a:cubicBezTo>
                  <a:cubicBezTo>
                    <a:pt x="758422" y="14713"/>
                    <a:pt x="759081" y="14721"/>
                    <a:pt x="759760" y="14730"/>
                  </a:cubicBezTo>
                  <a:cubicBezTo>
                    <a:pt x="761419" y="14766"/>
                    <a:pt x="761419" y="14766"/>
                    <a:pt x="762873" y="13914"/>
                  </a:cubicBezTo>
                  <a:cubicBezTo>
                    <a:pt x="763118" y="13177"/>
                    <a:pt x="763364" y="12440"/>
                    <a:pt x="763617" y="11681"/>
                  </a:cubicBezTo>
                  <a:cubicBezTo>
                    <a:pt x="765487" y="11424"/>
                    <a:pt x="767184" y="11317"/>
                    <a:pt x="769061" y="11300"/>
                  </a:cubicBezTo>
                  <a:cubicBezTo>
                    <a:pt x="769605" y="11287"/>
                    <a:pt x="770149" y="11274"/>
                    <a:pt x="770710" y="11260"/>
                  </a:cubicBezTo>
                  <a:cubicBezTo>
                    <a:pt x="772454" y="11219"/>
                    <a:pt x="774198" y="11194"/>
                    <a:pt x="775942" y="11170"/>
                  </a:cubicBezTo>
                  <a:cubicBezTo>
                    <a:pt x="777121" y="11145"/>
                    <a:pt x="778301" y="11119"/>
                    <a:pt x="779481" y="11092"/>
                  </a:cubicBezTo>
                  <a:cubicBezTo>
                    <a:pt x="782378" y="11029"/>
                    <a:pt x="785276" y="10979"/>
                    <a:pt x="788174" y="10937"/>
                  </a:cubicBezTo>
                  <a:cubicBezTo>
                    <a:pt x="788174" y="9955"/>
                    <a:pt x="788174" y="8972"/>
                    <a:pt x="788174" y="7960"/>
                  </a:cubicBezTo>
                  <a:cubicBezTo>
                    <a:pt x="797751" y="7960"/>
                    <a:pt x="807328" y="7960"/>
                    <a:pt x="817195" y="7960"/>
                  </a:cubicBezTo>
                  <a:cubicBezTo>
                    <a:pt x="817195" y="6978"/>
                    <a:pt x="817195" y="5996"/>
                    <a:pt x="817195" y="4984"/>
                  </a:cubicBezTo>
                  <a:cubicBezTo>
                    <a:pt x="817667" y="4981"/>
                    <a:pt x="818139" y="4978"/>
                    <a:pt x="818626" y="4976"/>
                  </a:cubicBezTo>
                  <a:cubicBezTo>
                    <a:pt x="823527" y="4945"/>
                    <a:pt x="828427" y="4893"/>
                    <a:pt x="833328" y="4829"/>
                  </a:cubicBezTo>
                  <a:cubicBezTo>
                    <a:pt x="835158" y="4808"/>
                    <a:pt x="836989" y="4793"/>
                    <a:pt x="838819" y="4782"/>
                  </a:cubicBezTo>
                  <a:cubicBezTo>
                    <a:pt x="841446" y="4766"/>
                    <a:pt x="844072" y="4732"/>
                    <a:pt x="846699" y="4693"/>
                  </a:cubicBezTo>
                  <a:cubicBezTo>
                    <a:pt x="847933" y="4692"/>
                    <a:pt x="847933" y="4692"/>
                    <a:pt x="849191" y="4690"/>
                  </a:cubicBezTo>
                  <a:cubicBezTo>
                    <a:pt x="850331" y="4668"/>
                    <a:pt x="850331" y="4668"/>
                    <a:pt x="851493" y="4646"/>
                  </a:cubicBezTo>
                  <a:cubicBezTo>
                    <a:pt x="852164" y="4639"/>
                    <a:pt x="852835" y="4633"/>
                    <a:pt x="853526" y="4626"/>
                  </a:cubicBezTo>
                  <a:cubicBezTo>
                    <a:pt x="854061" y="4498"/>
                    <a:pt x="854595" y="4371"/>
                    <a:pt x="855146" y="4240"/>
                  </a:cubicBezTo>
                  <a:cubicBezTo>
                    <a:pt x="855364" y="3748"/>
                    <a:pt x="855581" y="3257"/>
                    <a:pt x="855805" y="2751"/>
                  </a:cubicBezTo>
                  <a:cubicBezTo>
                    <a:pt x="856079" y="2260"/>
                    <a:pt x="856353" y="1769"/>
                    <a:pt x="856634" y="1263"/>
                  </a:cubicBezTo>
                  <a:close/>
                </a:path>
              </a:pathLst>
            </a:custGeom>
            <a:grpFill/>
            <a:ln w="744" cap="flat">
              <a:noFill/>
              <a:prstDash val="solid"/>
              <a:miter/>
            </a:ln>
          </p:spPr>
          <p:txBody>
            <a:bodyPr rtlCol="0" anchor="ctr"/>
            <a:lstStyle/>
            <a:p>
              <a:endParaRPr lang="zh-CN" altLang="en-US"/>
            </a:p>
          </p:txBody>
        </p:sp>
        <p:sp>
          <p:nvSpPr>
            <p:cNvPr id="76" name="任意多边形: 形状 75"/>
            <p:cNvSpPr/>
            <p:nvPr/>
          </p:nvSpPr>
          <p:spPr>
            <a:xfrm>
              <a:off x="-341545" y="422219"/>
              <a:ext cx="1212484" cy="696873"/>
            </a:xfrm>
            <a:custGeom>
              <a:avLst/>
              <a:gdLst>
                <a:gd name="connsiteX0" fmla="*/ 946421 w 1212484"/>
                <a:gd name="connsiteY0" fmla="*/ 558 h 696873"/>
                <a:gd name="connsiteX1" fmla="*/ 963808 w 1212484"/>
                <a:gd name="connsiteY1" fmla="*/ 404 h 696873"/>
                <a:gd name="connsiteX2" fmla="*/ 971881 w 1212484"/>
                <a:gd name="connsiteY2" fmla="*/ 333 h 696873"/>
                <a:gd name="connsiteX3" fmla="*/ 979669 w 1212484"/>
                <a:gd name="connsiteY3" fmla="*/ 276 h 696873"/>
                <a:gd name="connsiteX4" fmla="*/ 984094 w 1212484"/>
                <a:gd name="connsiteY4" fmla="*/ 221 h 696873"/>
                <a:gd name="connsiteX5" fmla="*/ 986802 w 1212484"/>
                <a:gd name="connsiteY5" fmla="*/ 220 h 696873"/>
                <a:gd name="connsiteX6" fmla="*/ 989196 w 1212484"/>
                <a:gd name="connsiteY6" fmla="*/ 200 h 696873"/>
                <a:gd name="connsiteX7" fmla="*/ 991070 w 1212484"/>
                <a:gd name="connsiteY7" fmla="*/ 558 h 696873"/>
                <a:gd name="connsiteX8" fmla="*/ 992558 w 1212484"/>
                <a:gd name="connsiteY8" fmla="*/ 3535 h 696873"/>
                <a:gd name="connsiteX9" fmla="*/ 994790 w 1212484"/>
                <a:gd name="connsiteY9" fmla="*/ 4279 h 696873"/>
                <a:gd name="connsiteX10" fmla="*/ 994790 w 1212484"/>
                <a:gd name="connsiteY10" fmla="*/ 7255 h 696873"/>
                <a:gd name="connsiteX11" fmla="*/ 996558 w 1212484"/>
                <a:gd name="connsiteY11" fmla="*/ 7069 h 696873"/>
                <a:gd name="connsiteX12" fmla="*/ 998511 w 1212484"/>
                <a:gd name="connsiteY12" fmla="*/ 7255 h 696873"/>
                <a:gd name="connsiteX13" fmla="*/ 999999 w 1212484"/>
                <a:gd name="connsiteY13" fmla="*/ 10232 h 696873"/>
                <a:gd name="connsiteX14" fmla="*/ 1001581 w 1212484"/>
                <a:gd name="connsiteY14" fmla="*/ 10604 h 696873"/>
                <a:gd name="connsiteX15" fmla="*/ 1002976 w 1212484"/>
                <a:gd name="connsiteY15" fmla="*/ 10976 h 696873"/>
                <a:gd name="connsiteX16" fmla="*/ 1002976 w 1212484"/>
                <a:gd name="connsiteY16" fmla="*/ 13952 h 696873"/>
                <a:gd name="connsiteX17" fmla="*/ 1005952 w 1212484"/>
                <a:gd name="connsiteY17" fmla="*/ 13952 h 696873"/>
                <a:gd name="connsiteX18" fmla="*/ 1006278 w 1212484"/>
                <a:gd name="connsiteY18" fmla="*/ 15394 h 696873"/>
                <a:gd name="connsiteX19" fmla="*/ 1006697 w 1212484"/>
                <a:gd name="connsiteY19" fmla="*/ 16929 h 696873"/>
                <a:gd name="connsiteX20" fmla="*/ 1008557 w 1212484"/>
                <a:gd name="connsiteY20" fmla="*/ 17301 h 696873"/>
                <a:gd name="connsiteX21" fmla="*/ 1010417 w 1212484"/>
                <a:gd name="connsiteY21" fmla="*/ 17673 h 696873"/>
                <a:gd name="connsiteX22" fmla="*/ 1011161 w 1212484"/>
                <a:gd name="connsiteY22" fmla="*/ 20650 h 696873"/>
                <a:gd name="connsiteX23" fmla="*/ 1014138 w 1212484"/>
                <a:gd name="connsiteY23" fmla="*/ 20650 h 696873"/>
                <a:gd name="connsiteX24" fmla="*/ 1014138 w 1212484"/>
                <a:gd name="connsiteY24" fmla="*/ 23626 h 696873"/>
                <a:gd name="connsiteX25" fmla="*/ 1017859 w 1212484"/>
                <a:gd name="connsiteY25" fmla="*/ 24370 h 696873"/>
                <a:gd name="connsiteX26" fmla="*/ 1019347 w 1212484"/>
                <a:gd name="connsiteY26" fmla="*/ 27347 h 696873"/>
                <a:gd name="connsiteX27" fmla="*/ 1021579 w 1212484"/>
                <a:gd name="connsiteY27" fmla="*/ 28091 h 696873"/>
                <a:gd name="connsiteX28" fmla="*/ 1021579 w 1212484"/>
                <a:gd name="connsiteY28" fmla="*/ 31068 h 696873"/>
                <a:gd name="connsiteX29" fmla="*/ 1026044 w 1212484"/>
                <a:gd name="connsiteY29" fmla="*/ 31068 h 696873"/>
                <a:gd name="connsiteX30" fmla="*/ 1026044 w 1212484"/>
                <a:gd name="connsiteY30" fmla="*/ 34044 h 696873"/>
                <a:gd name="connsiteX31" fmla="*/ 1029021 w 1212484"/>
                <a:gd name="connsiteY31" fmla="*/ 34788 h 696873"/>
                <a:gd name="connsiteX32" fmla="*/ 1030509 w 1212484"/>
                <a:gd name="connsiteY32" fmla="*/ 37765 h 696873"/>
                <a:gd name="connsiteX33" fmla="*/ 1032742 w 1212484"/>
                <a:gd name="connsiteY33" fmla="*/ 39253 h 696873"/>
                <a:gd name="connsiteX34" fmla="*/ 1032742 w 1212484"/>
                <a:gd name="connsiteY34" fmla="*/ 41486 h 696873"/>
                <a:gd name="connsiteX35" fmla="*/ 1035718 w 1212484"/>
                <a:gd name="connsiteY35" fmla="*/ 41486 h 696873"/>
                <a:gd name="connsiteX36" fmla="*/ 1036462 w 1212484"/>
                <a:gd name="connsiteY36" fmla="*/ 43718 h 696873"/>
                <a:gd name="connsiteX37" fmla="*/ 1038276 w 1212484"/>
                <a:gd name="connsiteY37" fmla="*/ 44416 h 696873"/>
                <a:gd name="connsiteX38" fmla="*/ 1041671 w 1212484"/>
                <a:gd name="connsiteY38" fmla="*/ 48183 h 696873"/>
                <a:gd name="connsiteX39" fmla="*/ 1043159 w 1212484"/>
                <a:gd name="connsiteY39" fmla="*/ 48927 h 696873"/>
                <a:gd name="connsiteX40" fmla="*/ 1043904 w 1212484"/>
                <a:gd name="connsiteY40" fmla="*/ 51160 h 696873"/>
                <a:gd name="connsiteX41" fmla="*/ 1046136 w 1212484"/>
                <a:gd name="connsiteY41" fmla="*/ 51904 h 696873"/>
                <a:gd name="connsiteX42" fmla="*/ 1046462 w 1212484"/>
                <a:gd name="connsiteY42" fmla="*/ 53438 h 696873"/>
                <a:gd name="connsiteX43" fmla="*/ 1046880 w 1212484"/>
                <a:gd name="connsiteY43" fmla="*/ 54880 h 696873"/>
                <a:gd name="connsiteX44" fmla="*/ 1049857 w 1212484"/>
                <a:gd name="connsiteY44" fmla="*/ 54880 h 696873"/>
                <a:gd name="connsiteX45" fmla="*/ 1050601 w 1212484"/>
                <a:gd name="connsiteY45" fmla="*/ 57857 h 696873"/>
                <a:gd name="connsiteX46" fmla="*/ 1053577 w 1212484"/>
                <a:gd name="connsiteY46" fmla="*/ 59345 h 696873"/>
                <a:gd name="connsiteX47" fmla="*/ 1058042 w 1212484"/>
                <a:gd name="connsiteY47" fmla="*/ 65298 h 696873"/>
                <a:gd name="connsiteX48" fmla="*/ 1060275 w 1212484"/>
                <a:gd name="connsiteY48" fmla="*/ 66042 h 696873"/>
                <a:gd name="connsiteX49" fmla="*/ 1061019 w 1212484"/>
                <a:gd name="connsiteY49" fmla="*/ 68275 h 696873"/>
                <a:gd name="connsiteX50" fmla="*/ 1063251 w 1212484"/>
                <a:gd name="connsiteY50" fmla="*/ 69763 h 696873"/>
                <a:gd name="connsiteX51" fmla="*/ 1063251 w 1212484"/>
                <a:gd name="connsiteY51" fmla="*/ 71995 h 696873"/>
                <a:gd name="connsiteX52" fmla="*/ 1066228 w 1212484"/>
                <a:gd name="connsiteY52" fmla="*/ 71995 h 696873"/>
                <a:gd name="connsiteX53" fmla="*/ 1066972 w 1212484"/>
                <a:gd name="connsiteY53" fmla="*/ 74228 h 696873"/>
                <a:gd name="connsiteX54" fmla="*/ 1068693 w 1212484"/>
                <a:gd name="connsiteY54" fmla="*/ 75577 h 696873"/>
                <a:gd name="connsiteX55" fmla="*/ 1073669 w 1212484"/>
                <a:gd name="connsiteY55" fmla="*/ 81669 h 696873"/>
                <a:gd name="connsiteX56" fmla="*/ 1075344 w 1212484"/>
                <a:gd name="connsiteY56" fmla="*/ 82925 h 696873"/>
                <a:gd name="connsiteX57" fmla="*/ 1076646 w 1212484"/>
                <a:gd name="connsiteY57" fmla="*/ 83902 h 696873"/>
                <a:gd name="connsiteX58" fmla="*/ 1076646 w 1212484"/>
                <a:gd name="connsiteY58" fmla="*/ 86134 h 696873"/>
                <a:gd name="connsiteX59" fmla="*/ 1078878 w 1212484"/>
                <a:gd name="connsiteY59" fmla="*/ 86878 h 696873"/>
                <a:gd name="connsiteX60" fmla="*/ 1079622 w 1212484"/>
                <a:gd name="connsiteY60" fmla="*/ 89111 h 696873"/>
                <a:gd name="connsiteX61" fmla="*/ 1081855 w 1212484"/>
                <a:gd name="connsiteY61" fmla="*/ 89855 h 696873"/>
                <a:gd name="connsiteX62" fmla="*/ 1082599 w 1212484"/>
                <a:gd name="connsiteY62" fmla="*/ 92087 h 696873"/>
                <a:gd name="connsiteX63" fmla="*/ 1084831 w 1212484"/>
                <a:gd name="connsiteY63" fmla="*/ 92831 h 696873"/>
                <a:gd name="connsiteX64" fmla="*/ 1084831 w 1212484"/>
                <a:gd name="connsiteY64" fmla="*/ 95808 h 696873"/>
                <a:gd name="connsiteX65" fmla="*/ 1086506 w 1212484"/>
                <a:gd name="connsiteY65" fmla="*/ 96087 h 696873"/>
                <a:gd name="connsiteX66" fmla="*/ 1090273 w 1212484"/>
                <a:gd name="connsiteY66" fmla="*/ 98738 h 696873"/>
                <a:gd name="connsiteX67" fmla="*/ 1091529 w 1212484"/>
                <a:gd name="connsiteY67" fmla="*/ 102505 h 696873"/>
                <a:gd name="connsiteX68" fmla="*/ 1093761 w 1212484"/>
                <a:gd name="connsiteY68" fmla="*/ 103249 h 696873"/>
                <a:gd name="connsiteX69" fmla="*/ 1093761 w 1212484"/>
                <a:gd name="connsiteY69" fmla="*/ 105482 h 696873"/>
                <a:gd name="connsiteX70" fmla="*/ 1096738 w 1212484"/>
                <a:gd name="connsiteY70" fmla="*/ 106970 h 696873"/>
                <a:gd name="connsiteX71" fmla="*/ 1099156 w 1212484"/>
                <a:gd name="connsiteY71" fmla="*/ 109575 h 696873"/>
                <a:gd name="connsiteX72" fmla="*/ 1100330 w 1212484"/>
                <a:gd name="connsiteY72" fmla="*/ 110947 h 696873"/>
                <a:gd name="connsiteX73" fmla="*/ 1101202 w 1212484"/>
                <a:gd name="connsiteY73" fmla="*/ 113667 h 696873"/>
                <a:gd name="connsiteX74" fmla="*/ 1103435 w 1212484"/>
                <a:gd name="connsiteY74" fmla="*/ 114411 h 696873"/>
                <a:gd name="connsiteX75" fmla="*/ 1106830 w 1212484"/>
                <a:gd name="connsiteY75" fmla="*/ 118690 h 696873"/>
                <a:gd name="connsiteX76" fmla="*/ 1108812 w 1212484"/>
                <a:gd name="connsiteY76" fmla="*/ 121324 h 696873"/>
                <a:gd name="connsiteX77" fmla="*/ 1109839 w 1212484"/>
                <a:gd name="connsiteY77" fmla="*/ 122699 h 696873"/>
                <a:gd name="connsiteX78" fmla="*/ 1114923 w 1212484"/>
                <a:gd name="connsiteY78" fmla="*/ 129387 h 696873"/>
                <a:gd name="connsiteX79" fmla="*/ 1115853 w 1212484"/>
                <a:gd name="connsiteY79" fmla="*/ 130613 h 696873"/>
                <a:gd name="connsiteX80" fmla="*/ 1119623 w 1212484"/>
                <a:gd name="connsiteY80" fmla="*/ 135026 h 696873"/>
                <a:gd name="connsiteX81" fmla="*/ 1120922 w 1212484"/>
                <a:gd name="connsiteY81" fmla="*/ 137945 h 696873"/>
                <a:gd name="connsiteX82" fmla="*/ 1121294 w 1212484"/>
                <a:gd name="connsiteY82" fmla="*/ 139712 h 696873"/>
                <a:gd name="connsiteX83" fmla="*/ 1123527 w 1212484"/>
                <a:gd name="connsiteY83" fmla="*/ 140456 h 696873"/>
                <a:gd name="connsiteX84" fmla="*/ 1124271 w 1212484"/>
                <a:gd name="connsiteY84" fmla="*/ 143433 h 696873"/>
                <a:gd name="connsiteX85" fmla="*/ 1126503 w 1212484"/>
                <a:gd name="connsiteY85" fmla="*/ 144177 h 696873"/>
                <a:gd name="connsiteX86" fmla="*/ 1126503 w 1212484"/>
                <a:gd name="connsiteY86" fmla="*/ 146409 h 696873"/>
                <a:gd name="connsiteX87" fmla="*/ 1129480 w 1212484"/>
                <a:gd name="connsiteY87" fmla="*/ 147898 h 696873"/>
                <a:gd name="connsiteX88" fmla="*/ 1132456 w 1212484"/>
                <a:gd name="connsiteY88" fmla="*/ 153851 h 696873"/>
                <a:gd name="connsiteX89" fmla="*/ 1133945 w 1212484"/>
                <a:gd name="connsiteY89" fmla="*/ 154595 h 696873"/>
                <a:gd name="connsiteX90" fmla="*/ 1134689 w 1212484"/>
                <a:gd name="connsiteY90" fmla="*/ 156827 h 696873"/>
                <a:gd name="connsiteX91" fmla="*/ 1136177 w 1212484"/>
                <a:gd name="connsiteY91" fmla="*/ 157572 h 696873"/>
                <a:gd name="connsiteX92" fmla="*/ 1136503 w 1212484"/>
                <a:gd name="connsiteY92" fmla="*/ 159432 h 696873"/>
                <a:gd name="connsiteX93" fmla="*/ 1136921 w 1212484"/>
                <a:gd name="connsiteY93" fmla="*/ 161292 h 696873"/>
                <a:gd name="connsiteX94" fmla="*/ 1139154 w 1212484"/>
                <a:gd name="connsiteY94" fmla="*/ 162036 h 696873"/>
                <a:gd name="connsiteX95" fmla="*/ 1139898 w 1212484"/>
                <a:gd name="connsiteY95" fmla="*/ 164269 h 696873"/>
                <a:gd name="connsiteX96" fmla="*/ 1142130 w 1212484"/>
                <a:gd name="connsiteY96" fmla="*/ 165757 h 696873"/>
                <a:gd name="connsiteX97" fmla="*/ 1142874 w 1212484"/>
                <a:gd name="connsiteY97" fmla="*/ 167990 h 696873"/>
                <a:gd name="connsiteX98" fmla="*/ 1143991 w 1212484"/>
                <a:gd name="connsiteY98" fmla="*/ 169013 h 696873"/>
                <a:gd name="connsiteX99" fmla="*/ 1145479 w 1212484"/>
                <a:gd name="connsiteY99" fmla="*/ 172175 h 696873"/>
                <a:gd name="connsiteX100" fmla="*/ 1145851 w 1212484"/>
                <a:gd name="connsiteY100" fmla="*/ 173943 h 696873"/>
                <a:gd name="connsiteX101" fmla="*/ 1148083 w 1212484"/>
                <a:gd name="connsiteY101" fmla="*/ 174687 h 696873"/>
                <a:gd name="connsiteX102" fmla="*/ 1148083 w 1212484"/>
                <a:gd name="connsiteY102" fmla="*/ 177663 h 696873"/>
                <a:gd name="connsiteX103" fmla="*/ 1150316 w 1212484"/>
                <a:gd name="connsiteY103" fmla="*/ 177663 h 696873"/>
                <a:gd name="connsiteX104" fmla="*/ 1151804 w 1212484"/>
                <a:gd name="connsiteY104" fmla="*/ 181384 h 696873"/>
                <a:gd name="connsiteX105" fmla="*/ 1155525 w 1212484"/>
                <a:gd name="connsiteY105" fmla="*/ 185849 h 696873"/>
                <a:gd name="connsiteX106" fmla="*/ 1157757 w 1212484"/>
                <a:gd name="connsiteY106" fmla="*/ 189570 h 696873"/>
                <a:gd name="connsiteX107" fmla="*/ 1159757 w 1212484"/>
                <a:gd name="connsiteY107" fmla="*/ 192174 h 696873"/>
                <a:gd name="connsiteX108" fmla="*/ 1161478 w 1212484"/>
                <a:gd name="connsiteY108" fmla="*/ 198499 h 696873"/>
                <a:gd name="connsiteX109" fmla="*/ 1163710 w 1212484"/>
                <a:gd name="connsiteY109" fmla="*/ 199243 h 696873"/>
                <a:gd name="connsiteX110" fmla="*/ 1164454 w 1212484"/>
                <a:gd name="connsiteY110" fmla="*/ 202964 h 696873"/>
                <a:gd name="connsiteX111" fmla="*/ 1166687 w 1212484"/>
                <a:gd name="connsiteY111" fmla="*/ 203708 h 696873"/>
                <a:gd name="connsiteX112" fmla="*/ 1168175 w 1212484"/>
                <a:gd name="connsiteY112" fmla="*/ 207429 h 696873"/>
                <a:gd name="connsiteX113" fmla="*/ 1169663 w 1212484"/>
                <a:gd name="connsiteY113" fmla="*/ 208173 h 696873"/>
                <a:gd name="connsiteX114" fmla="*/ 1170408 w 1212484"/>
                <a:gd name="connsiteY114" fmla="*/ 211894 h 696873"/>
                <a:gd name="connsiteX115" fmla="*/ 1171896 w 1212484"/>
                <a:gd name="connsiteY115" fmla="*/ 212638 h 696873"/>
                <a:gd name="connsiteX116" fmla="*/ 1173384 w 1212484"/>
                <a:gd name="connsiteY116" fmla="*/ 216359 h 696873"/>
                <a:gd name="connsiteX117" fmla="*/ 1174872 w 1212484"/>
                <a:gd name="connsiteY117" fmla="*/ 217103 h 696873"/>
                <a:gd name="connsiteX118" fmla="*/ 1175617 w 1212484"/>
                <a:gd name="connsiteY118" fmla="*/ 222312 h 696873"/>
                <a:gd name="connsiteX119" fmla="*/ 1177849 w 1212484"/>
                <a:gd name="connsiteY119" fmla="*/ 222312 h 696873"/>
                <a:gd name="connsiteX120" fmla="*/ 1178593 w 1212484"/>
                <a:gd name="connsiteY120" fmla="*/ 226033 h 696873"/>
                <a:gd name="connsiteX121" fmla="*/ 1180826 w 1212484"/>
                <a:gd name="connsiteY121" fmla="*/ 228265 h 696873"/>
                <a:gd name="connsiteX122" fmla="*/ 1181570 w 1212484"/>
                <a:gd name="connsiteY122" fmla="*/ 231242 h 696873"/>
                <a:gd name="connsiteX123" fmla="*/ 1183058 w 1212484"/>
                <a:gd name="connsiteY123" fmla="*/ 231986 h 696873"/>
                <a:gd name="connsiteX124" fmla="*/ 1183383 w 1212484"/>
                <a:gd name="connsiteY124" fmla="*/ 234218 h 696873"/>
                <a:gd name="connsiteX125" fmla="*/ 1183802 w 1212484"/>
                <a:gd name="connsiteY125" fmla="*/ 236450 h 696873"/>
                <a:gd name="connsiteX126" fmla="*/ 1186035 w 1212484"/>
                <a:gd name="connsiteY126" fmla="*/ 237195 h 696873"/>
                <a:gd name="connsiteX127" fmla="*/ 1187523 w 1212484"/>
                <a:gd name="connsiteY127" fmla="*/ 241659 h 696873"/>
                <a:gd name="connsiteX128" fmla="*/ 1189011 w 1212484"/>
                <a:gd name="connsiteY128" fmla="*/ 241659 h 696873"/>
                <a:gd name="connsiteX129" fmla="*/ 1189290 w 1212484"/>
                <a:gd name="connsiteY129" fmla="*/ 244217 h 696873"/>
                <a:gd name="connsiteX130" fmla="*/ 1189755 w 1212484"/>
                <a:gd name="connsiteY130" fmla="*/ 246868 h 696873"/>
                <a:gd name="connsiteX131" fmla="*/ 1191243 w 1212484"/>
                <a:gd name="connsiteY131" fmla="*/ 247613 h 696873"/>
                <a:gd name="connsiteX132" fmla="*/ 1191988 w 1212484"/>
                <a:gd name="connsiteY132" fmla="*/ 252822 h 696873"/>
                <a:gd name="connsiteX133" fmla="*/ 1194220 w 1212484"/>
                <a:gd name="connsiteY133" fmla="*/ 252822 h 696873"/>
                <a:gd name="connsiteX134" fmla="*/ 1194453 w 1212484"/>
                <a:gd name="connsiteY134" fmla="*/ 254961 h 696873"/>
                <a:gd name="connsiteX135" fmla="*/ 1197197 w 1212484"/>
                <a:gd name="connsiteY135" fmla="*/ 258775 h 696873"/>
                <a:gd name="connsiteX136" fmla="*/ 1197941 w 1212484"/>
                <a:gd name="connsiteY136" fmla="*/ 263240 h 696873"/>
                <a:gd name="connsiteX137" fmla="*/ 1199429 w 1212484"/>
                <a:gd name="connsiteY137" fmla="*/ 263984 h 696873"/>
                <a:gd name="connsiteX138" fmla="*/ 1200173 w 1212484"/>
                <a:gd name="connsiteY138" fmla="*/ 269937 h 696873"/>
                <a:gd name="connsiteX139" fmla="*/ 1202406 w 1212484"/>
                <a:gd name="connsiteY139" fmla="*/ 269937 h 696873"/>
                <a:gd name="connsiteX140" fmla="*/ 1203894 w 1212484"/>
                <a:gd name="connsiteY140" fmla="*/ 275146 h 696873"/>
                <a:gd name="connsiteX141" fmla="*/ 1205382 w 1212484"/>
                <a:gd name="connsiteY141" fmla="*/ 275146 h 696873"/>
                <a:gd name="connsiteX142" fmla="*/ 1205818 w 1212484"/>
                <a:gd name="connsiteY142" fmla="*/ 279724 h 696873"/>
                <a:gd name="connsiteX143" fmla="*/ 1206126 w 1212484"/>
                <a:gd name="connsiteY143" fmla="*/ 281099 h 696873"/>
                <a:gd name="connsiteX144" fmla="*/ 1207615 w 1212484"/>
                <a:gd name="connsiteY144" fmla="*/ 281843 h 696873"/>
                <a:gd name="connsiteX145" fmla="*/ 1207940 w 1212484"/>
                <a:gd name="connsiteY145" fmla="*/ 284401 h 696873"/>
                <a:gd name="connsiteX146" fmla="*/ 1208359 w 1212484"/>
                <a:gd name="connsiteY146" fmla="*/ 287052 h 696873"/>
                <a:gd name="connsiteX147" fmla="*/ 1210591 w 1212484"/>
                <a:gd name="connsiteY147" fmla="*/ 288540 h 696873"/>
                <a:gd name="connsiteX148" fmla="*/ 1210963 w 1212484"/>
                <a:gd name="connsiteY148" fmla="*/ 291191 h 696873"/>
                <a:gd name="connsiteX149" fmla="*/ 1211335 w 1212484"/>
                <a:gd name="connsiteY149" fmla="*/ 293749 h 696873"/>
                <a:gd name="connsiteX150" fmla="*/ 1213568 w 1212484"/>
                <a:gd name="connsiteY150" fmla="*/ 294493 h 696873"/>
                <a:gd name="connsiteX151" fmla="*/ 1213707 w 1212484"/>
                <a:gd name="connsiteY151" fmla="*/ 299377 h 696873"/>
                <a:gd name="connsiteX152" fmla="*/ 1213646 w 1212484"/>
                <a:gd name="connsiteY152" fmla="*/ 302077 h 696873"/>
                <a:gd name="connsiteX153" fmla="*/ 1213568 w 1212484"/>
                <a:gd name="connsiteY153" fmla="*/ 304167 h 696873"/>
                <a:gd name="connsiteX154" fmla="*/ 1211369 w 1212484"/>
                <a:gd name="connsiteY154" fmla="*/ 304176 h 696873"/>
                <a:gd name="connsiteX155" fmla="*/ 1190903 w 1212484"/>
                <a:gd name="connsiteY155" fmla="*/ 304304 h 696873"/>
                <a:gd name="connsiteX156" fmla="*/ 1180380 w 1212484"/>
                <a:gd name="connsiteY156" fmla="*/ 304369 h 696873"/>
                <a:gd name="connsiteX157" fmla="*/ 1170233 w 1212484"/>
                <a:gd name="connsiteY157" fmla="*/ 304441 h 696873"/>
                <a:gd name="connsiteX158" fmla="*/ 1166353 w 1212484"/>
                <a:gd name="connsiteY158" fmla="*/ 304459 h 696873"/>
                <a:gd name="connsiteX159" fmla="*/ 1160937 w 1212484"/>
                <a:gd name="connsiteY159" fmla="*/ 304505 h 696873"/>
                <a:gd name="connsiteX160" fmla="*/ 1159301 w 1212484"/>
                <a:gd name="connsiteY160" fmla="*/ 304494 h 696873"/>
                <a:gd name="connsiteX161" fmla="*/ 1155525 w 1212484"/>
                <a:gd name="connsiteY161" fmla="*/ 304911 h 696873"/>
                <a:gd name="connsiteX162" fmla="*/ 1154781 w 1212484"/>
                <a:gd name="connsiteY162" fmla="*/ 307888 h 696873"/>
                <a:gd name="connsiteX163" fmla="*/ 1149710 w 1212484"/>
                <a:gd name="connsiteY163" fmla="*/ 308294 h 696873"/>
                <a:gd name="connsiteX164" fmla="*/ 1148104 w 1212484"/>
                <a:gd name="connsiteY164" fmla="*/ 308318 h 696873"/>
                <a:gd name="connsiteX165" fmla="*/ 1142825 w 1212484"/>
                <a:gd name="connsiteY165" fmla="*/ 308341 h 696873"/>
                <a:gd name="connsiteX166" fmla="*/ 1139174 w 1212484"/>
                <a:gd name="connsiteY166" fmla="*/ 308379 h 696873"/>
                <a:gd name="connsiteX167" fmla="*/ 1129548 w 1212484"/>
                <a:gd name="connsiteY167" fmla="*/ 308437 h 696873"/>
                <a:gd name="connsiteX168" fmla="*/ 1119732 w 1212484"/>
                <a:gd name="connsiteY168" fmla="*/ 308513 h 696873"/>
                <a:gd name="connsiteX169" fmla="*/ 1100458 w 1212484"/>
                <a:gd name="connsiteY169" fmla="*/ 308632 h 696873"/>
                <a:gd name="connsiteX170" fmla="*/ 1100458 w 1212484"/>
                <a:gd name="connsiteY170" fmla="*/ 310865 h 696873"/>
                <a:gd name="connsiteX171" fmla="*/ 1092980 w 1212484"/>
                <a:gd name="connsiteY171" fmla="*/ 311726 h 696873"/>
                <a:gd name="connsiteX172" fmla="*/ 1090776 w 1212484"/>
                <a:gd name="connsiteY172" fmla="*/ 311749 h 696873"/>
                <a:gd name="connsiteX173" fmla="*/ 1088424 w 1212484"/>
                <a:gd name="connsiteY173" fmla="*/ 311766 h 696873"/>
                <a:gd name="connsiteX174" fmla="*/ 1083486 w 1212484"/>
                <a:gd name="connsiteY174" fmla="*/ 311830 h 696873"/>
                <a:gd name="connsiteX175" fmla="*/ 1075705 w 1212484"/>
                <a:gd name="connsiteY175" fmla="*/ 311907 h 696873"/>
                <a:gd name="connsiteX176" fmla="*/ 1068193 w 1212484"/>
                <a:gd name="connsiteY176" fmla="*/ 311998 h 696873"/>
                <a:gd name="connsiteX177" fmla="*/ 1065823 w 1212484"/>
                <a:gd name="connsiteY177" fmla="*/ 312006 h 696873"/>
                <a:gd name="connsiteX178" fmla="*/ 1063647 w 1212484"/>
                <a:gd name="connsiteY178" fmla="*/ 312043 h 696873"/>
                <a:gd name="connsiteX179" fmla="*/ 1061723 w 1212484"/>
                <a:gd name="connsiteY179" fmla="*/ 312061 h 696873"/>
                <a:gd name="connsiteX180" fmla="*/ 1060275 w 1212484"/>
                <a:gd name="connsiteY180" fmla="*/ 312353 h 696873"/>
                <a:gd name="connsiteX181" fmla="*/ 1059531 w 1212484"/>
                <a:gd name="connsiteY181" fmla="*/ 314585 h 696873"/>
                <a:gd name="connsiteX182" fmla="*/ 1056440 w 1212484"/>
                <a:gd name="connsiteY182" fmla="*/ 314839 h 696873"/>
                <a:gd name="connsiteX183" fmla="*/ 1054454 w 1212484"/>
                <a:gd name="connsiteY183" fmla="*/ 314838 h 696873"/>
                <a:gd name="connsiteX184" fmla="*/ 1052296 w 1212484"/>
                <a:gd name="connsiteY184" fmla="*/ 314803 h 696873"/>
                <a:gd name="connsiteX185" fmla="*/ 1050096 w 1212484"/>
                <a:gd name="connsiteY185" fmla="*/ 314794 h 696873"/>
                <a:gd name="connsiteX186" fmla="*/ 1043113 w 1212484"/>
                <a:gd name="connsiteY186" fmla="*/ 314725 h 696873"/>
                <a:gd name="connsiteX187" fmla="*/ 1038391 w 1212484"/>
                <a:gd name="connsiteY187" fmla="*/ 314694 h 696873"/>
                <a:gd name="connsiteX188" fmla="*/ 1026788 w 1212484"/>
                <a:gd name="connsiteY188" fmla="*/ 314585 h 696873"/>
                <a:gd name="connsiteX189" fmla="*/ 1026788 w 1212484"/>
                <a:gd name="connsiteY189" fmla="*/ 318306 h 696873"/>
                <a:gd name="connsiteX190" fmla="*/ 1024136 w 1212484"/>
                <a:gd name="connsiteY190" fmla="*/ 318339 h 696873"/>
                <a:gd name="connsiteX191" fmla="*/ 1014430 w 1212484"/>
                <a:gd name="connsiteY191" fmla="*/ 318501 h 696873"/>
                <a:gd name="connsiteX192" fmla="*/ 1010222 w 1212484"/>
                <a:gd name="connsiteY192" fmla="*/ 318564 h 696873"/>
                <a:gd name="connsiteX193" fmla="*/ 1004188 w 1212484"/>
                <a:gd name="connsiteY193" fmla="*/ 318669 h 696873"/>
                <a:gd name="connsiteX194" fmla="*/ 1002276 w 1212484"/>
                <a:gd name="connsiteY194" fmla="*/ 318684 h 696873"/>
                <a:gd name="connsiteX195" fmla="*/ 997767 w 1212484"/>
                <a:gd name="connsiteY195" fmla="*/ 319050 h 696873"/>
                <a:gd name="connsiteX196" fmla="*/ 997023 w 1212484"/>
                <a:gd name="connsiteY196" fmla="*/ 321283 h 696873"/>
                <a:gd name="connsiteX197" fmla="*/ 991631 w 1212484"/>
                <a:gd name="connsiteY197" fmla="*/ 321637 h 696873"/>
                <a:gd name="connsiteX198" fmla="*/ 989993 w 1212484"/>
                <a:gd name="connsiteY198" fmla="*/ 321672 h 696873"/>
                <a:gd name="connsiteX199" fmla="*/ 984791 w 1212484"/>
                <a:gd name="connsiteY199" fmla="*/ 321748 h 696873"/>
                <a:gd name="connsiteX200" fmla="*/ 979597 w 1212484"/>
                <a:gd name="connsiteY200" fmla="*/ 321839 h 696873"/>
                <a:gd name="connsiteX201" fmla="*/ 976360 w 1212484"/>
                <a:gd name="connsiteY201" fmla="*/ 321886 h 696873"/>
                <a:gd name="connsiteX202" fmla="*/ 970978 w 1212484"/>
                <a:gd name="connsiteY202" fmla="*/ 322771 h 696873"/>
                <a:gd name="connsiteX203" fmla="*/ 970978 w 1212484"/>
                <a:gd name="connsiteY203" fmla="*/ 325003 h 696873"/>
                <a:gd name="connsiteX204" fmla="*/ 968804 w 1212484"/>
                <a:gd name="connsiteY204" fmla="*/ 324956 h 696873"/>
                <a:gd name="connsiteX205" fmla="*/ 960845 w 1212484"/>
                <a:gd name="connsiteY205" fmla="*/ 324840 h 696873"/>
                <a:gd name="connsiteX206" fmla="*/ 957395 w 1212484"/>
                <a:gd name="connsiteY206" fmla="*/ 324779 h 696873"/>
                <a:gd name="connsiteX207" fmla="*/ 952447 w 1212484"/>
                <a:gd name="connsiteY207" fmla="*/ 324713 h 696873"/>
                <a:gd name="connsiteX208" fmla="*/ 950880 w 1212484"/>
                <a:gd name="connsiteY208" fmla="*/ 324666 h 696873"/>
                <a:gd name="connsiteX209" fmla="*/ 947165 w 1212484"/>
                <a:gd name="connsiteY209" fmla="*/ 325003 h 696873"/>
                <a:gd name="connsiteX210" fmla="*/ 946421 w 1212484"/>
                <a:gd name="connsiteY210" fmla="*/ 327980 h 696873"/>
                <a:gd name="connsiteX211" fmla="*/ 942006 w 1212484"/>
                <a:gd name="connsiteY211" fmla="*/ 328329 h 696873"/>
                <a:gd name="connsiteX212" fmla="*/ 939286 w 1212484"/>
                <a:gd name="connsiteY212" fmla="*/ 328361 h 696873"/>
                <a:gd name="connsiteX213" fmla="*/ 933566 w 1212484"/>
                <a:gd name="connsiteY213" fmla="*/ 328343 h 696873"/>
                <a:gd name="connsiteX214" fmla="*/ 930844 w 1212484"/>
                <a:gd name="connsiteY214" fmla="*/ 328375 h 696873"/>
                <a:gd name="connsiteX215" fmla="*/ 928331 w 1212484"/>
                <a:gd name="connsiteY215" fmla="*/ 328365 h 696873"/>
                <a:gd name="connsiteX216" fmla="*/ 926329 w 1212484"/>
                <a:gd name="connsiteY216" fmla="*/ 328724 h 696873"/>
                <a:gd name="connsiteX217" fmla="*/ 925595 w 1212484"/>
                <a:gd name="connsiteY217" fmla="*/ 330212 h 696873"/>
                <a:gd name="connsiteX218" fmla="*/ 924841 w 1212484"/>
                <a:gd name="connsiteY218" fmla="*/ 331700 h 696873"/>
                <a:gd name="connsiteX219" fmla="*/ 920164 w 1212484"/>
                <a:gd name="connsiteY219" fmla="*/ 332049 h 696873"/>
                <a:gd name="connsiteX220" fmla="*/ 917340 w 1212484"/>
                <a:gd name="connsiteY220" fmla="*/ 332081 h 696873"/>
                <a:gd name="connsiteX221" fmla="*/ 914377 w 1212484"/>
                <a:gd name="connsiteY221" fmla="*/ 332073 h 696873"/>
                <a:gd name="connsiteX222" fmla="*/ 908583 w 1212484"/>
                <a:gd name="connsiteY222" fmla="*/ 332096 h 696873"/>
                <a:gd name="connsiteX223" fmla="*/ 905979 w 1212484"/>
                <a:gd name="connsiteY223" fmla="*/ 332086 h 696873"/>
                <a:gd name="connsiteX224" fmla="*/ 904005 w 1212484"/>
                <a:gd name="connsiteY224" fmla="*/ 332445 h 696873"/>
                <a:gd name="connsiteX225" fmla="*/ 903261 w 1212484"/>
                <a:gd name="connsiteY225" fmla="*/ 335421 h 696873"/>
                <a:gd name="connsiteX226" fmla="*/ 899119 w 1212484"/>
                <a:gd name="connsiteY226" fmla="*/ 335875 h 696873"/>
                <a:gd name="connsiteX227" fmla="*/ 896583 w 1212484"/>
                <a:gd name="connsiteY227" fmla="*/ 335947 h 696873"/>
                <a:gd name="connsiteX228" fmla="*/ 893913 w 1212484"/>
                <a:gd name="connsiteY228" fmla="*/ 335979 h 696873"/>
                <a:gd name="connsiteX229" fmla="*/ 891234 w 1212484"/>
                <a:gd name="connsiteY229" fmla="*/ 336046 h 696873"/>
                <a:gd name="connsiteX230" fmla="*/ 884658 w 1212484"/>
                <a:gd name="connsiteY230" fmla="*/ 336165 h 696873"/>
                <a:gd name="connsiteX231" fmla="*/ 884658 w 1212484"/>
                <a:gd name="connsiteY231" fmla="*/ 338398 h 696873"/>
                <a:gd name="connsiteX232" fmla="*/ 883110 w 1212484"/>
                <a:gd name="connsiteY232" fmla="*/ 338454 h 696873"/>
                <a:gd name="connsiteX233" fmla="*/ 876193 w 1212484"/>
                <a:gd name="connsiteY233" fmla="*/ 338723 h 696873"/>
                <a:gd name="connsiteX234" fmla="*/ 873757 w 1212484"/>
                <a:gd name="connsiteY234" fmla="*/ 338812 h 696873"/>
                <a:gd name="connsiteX235" fmla="*/ 871432 w 1212484"/>
                <a:gd name="connsiteY235" fmla="*/ 338906 h 696873"/>
                <a:gd name="connsiteX236" fmla="*/ 869282 w 1212484"/>
                <a:gd name="connsiteY236" fmla="*/ 338989 h 696873"/>
                <a:gd name="connsiteX237" fmla="*/ 866054 w 1212484"/>
                <a:gd name="connsiteY237" fmla="*/ 339886 h 696873"/>
                <a:gd name="connsiteX238" fmla="*/ 866054 w 1212484"/>
                <a:gd name="connsiteY238" fmla="*/ 342118 h 696873"/>
                <a:gd name="connsiteX239" fmla="*/ 864495 w 1212484"/>
                <a:gd name="connsiteY239" fmla="*/ 342151 h 696873"/>
                <a:gd name="connsiteX240" fmla="*/ 857543 w 1212484"/>
                <a:gd name="connsiteY240" fmla="*/ 342351 h 696873"/>
                <a:gd name="connsiteX241" fmla="*/ 855088 w 1212484"/>
                <a:gd name="connsiteY241" fmla="*/ 342402 h 696873"/>
                <a:gd name="connsiteX242" fmla="*/ 852755 w 1212484"/>
                <a:gd name="connsiteY242" fmla="*/ 342482 h 696873"/>
                <a:gd name="connsiteX243" fmla="*/ 850594 w 1212484"/>
                <a:gd name="connsiteY243" fmla="*/ 342541 h 696873"/>
                <a:gd name="connsiteX244" fmla="*/ 848939 w 1212484"/>
                <a:gd name="connsiteY244" fmla="*/ 342863 h 696873"/>
                <a:gd name="connsiteX245" fmla="*/ 848195 w 1212484"/>
                <a:gd name="connsiteY245" fmla="*/ 345095 h 696873"/>
                <a:gd name="connsiteX246" fmla="*/ 844919 w 1212484"/>
                <a:gd name="connsiteY246" fmla="*/ 345371 h 696873"/>
                <a:gd name="connsiteX247" fmla="*/ 842912 w 1212484"/>
                <a:gd name="connsiteY247" fmla="*/ 345410 h 696873"/>
                <a:gd name="connsiteX248" fmla="*/ 838697 w 1212484"/>
                <a:gd name="connsiteY248" fmla="*/ 345422 h 696873"/>
                <a:gd name="connsiteX249" fmla="*/ 836687 w 1212484"/>
                <a:gd name="connsiteY249" fmla="*/ 345464 h 696873"/>
                <a:gd name="connsiteX250" fmla="*/ 834835 w 1212484"/>
                <a:gd name="connsiteY250" fmla="*/ 345468 h 696873"/>
                <a:gd name="connsiteX251" fmla="*/ 833312 w 1212484"/>
                <a:gd name="connsiteY251" fmla="*/ 345839 h 696873"/>
                <a:gd name="connsiteX252" fmla="*/ 832578 w 1212484"/>
                <a:gd name="connsiteY252" fmla="*/ 347329 h 696873"/>
                <a:gd name="connsiteX253" fmla="*/ 831824 w 1212484"/>
                <a:gd name="connsiteY253" fmla="*/ 348816 h 696873"/>
                <a:gd name="connsiteX254" fmla="*/ 828286 w 1212484"/>
                <a:gd name="connsiteY254" fmla="*/ 349165 h 696873"/>
                <a:gd name="connsiteX255" fmla="*/ 826174 w 1212484"/>
                <a:gd name="connsiteY255" fmla="*/ 349197 h 696873"/>
                <a:gd name="connsiteX256" fmla="*/ 823964 w 1212484"/>
                <a:gd name="connsiteY256" fmla="*/ 349188 h 696873"/>
                <a:gd name="connsiteX257" fmla="*/ 819635 w 1212484"/>
                <a:gd name="connsiteY257" fmla="*/ 349211 h 696873"/>
                <a:gd name="connsiteX258" fmla="*/ 817692 w 1212484"/>
                <a:gd name="connsiteY258" fmla="*/ 349201 h 696873"/>
                <a:gd name="connsiteX259" fmla="*/ 816197 w 1212484"/>
                <a:gd name="connsiteY259" fmla="*/ 349560 h 696873"/>
                <a:gd name="connsiteX260" fmla="*/ 815452 w 1212484"/>
                <a:gd name="connsiteY260" fmla="*/ 352536 h 696873"/>
                <a:gd name="connsiteX261" fmla="*/ 812150 w 1212484"/>
                <a:gd name="connsiteY261" fmla="*/ 352911 h 696873"/>
                <a:gd name="connsiteX262" fmla="*/ 810133 w 1212484"/>
                <a:gd name="connsiteY262" fmla="*/ 352954 h 696873"/>
                <a:gd name="connsiteX263" fmla="*/ 808011 w 1212484"/>
                <a:gd name="connsiteY263" fmla="*/ 352955 h 696873"/>
                <a:gd name="connsiteX264" fmla="*/ 803872 w 1212484"/>
                <a:gd name="connsiteY264" fmla="*/ 353004 h 696873"/>
                <a:gd name="connsiteX265" fmla="*/ 802008 w 1212484"/>
                <a:gd name="connsiteY265" fmla="*/ 353006 h 696873"/>
                <a:gd name="connsiteX266" fmla="*/ 800570 w 1212484"/>
                <a:gd name="connsiteY266" fmla="*/ 353281 h 696873"/>
                <a:gd name="connsiteX267" fmla="*/ 799825 w 1212484"/>
                <a:gd name="connsiteY267" fmla="*/ 355513 h 696873"/>
                <a:gd name="connsiteX268" fmla="*/ 796849 w 1212484"/>
                <a:gd name="connsiteY268" fmla="*/ 355789 h 696873"/>
                <a:gd name="connsiteX269" fmla="*/ 795035 w 1212484"/>
                <a:gd name="connsiteY269" fmla="*/ 355828 h 696873"/>
                <a:gd name="connsiteX270" fmla="*/ 791221 w 1212484"/>
                <a:gd name="connsiteY270" fmla="*/ 355840 h 696873"/>
                <a:gd name="connsiteX271" fmla="*/ 789408 w 1212484"/>
                <a:gd name="connsiteY271" fmla="*/ 355882 h 696873"/>
                <a:gd name="connsiteX272" fmla="*/ 787733 w 1212484"/>
                <a:gd name="connsiteY272" fmla="*/ 355886 h 696873"/>
                <a:gd name="connsiteX273" fmla="*/ 786431 w 1212484"/>
                <a:gd name="connsiteY273" fmla="*/ 356257 h 696873"/>
                <a:gd name="connsiteX274" fmla="*/ 786081 w 1212484"/>
                <a:gd name="connsiteY274" fmla="*/ 357740 h 696873"/>
                <a:gd name="connsiteX275" fmla="*/ 785687 w 1212484"/>
                <a:gd name="connsiteY275" fmla="*/ 359234 h 696873"/>
                <a:gd name="connsiteX276" fmla="*/ 782359 w 1212484"/>
                <a:gd name="connsiteY276" fmla="*/ 359687 h 696873"/>
                <a:gd name="connsiteX277" fmla="*/ 780331 w 1212484"/>
                <a:gd name="connsiteY277" fmla="*/ 359760 h 696873"/>
                <a:gd name="connsiteX278" fmla="*/ 778199 w 1212484"/>
                <a:gd name="connsiteY278" fmla="*/ 359792 h 696873"/>
                <a:gd name="connsiteX279" fmla="*/ 776058 w 1212484"/>
                <a:gd name="connsiteY279" fmla="*/ 359859 h 696873"/>
                <a:gd name="connsiteX280" fmla="*/ 770804 w 1212484"/>
                <a:gd name="connsiteY280" fmla="*/ 359978 h 696873"/>
                <a:gd name="connsiteX281" fmla="*/ 770804 w 1212484"/>
                <a:gd name="connsiteY281" fmla="*/ 362210 h 696873"/>
                <a:gd name="connsiteX282" fmla="*/ 768415 w 1212484"/>
                <a:gd name="connsiteY282" fmla="*/ 362347 h 696873"/>
                <a:gd name="connsiteX283" fmla="*/ 765316 w 1212484"/>
                <a:gd name="connsiteY283" fmla="*/ 362536 h 696873"/>
                <a:gd name="connsiteX284" fmla="*/ 763740 w 1212484"/>
                <a:gd name="connsiteY284" fmla="*/ 362624 h 696873"/>
                <a:gd name="connsiteX285" fmla="*/ 758154 w 1212484"/>
                <a:gd name="connsiteY285" fmla="*/ 363699 h 696873"/>
                <a:gd name="connsiteX286" fmla="*/ 757409 w 1212484"/>
                <a:gd name="connsiteY286" fmla="*/ 365931 h 696873"/>
                <a:gd name="connsiteX287" fmla="*/ 749416 w 1212484"/>
                <a:gd name="connsiteY287" fmla="*/ 366258 h 696873"/>
                <a:gd name="connsiteX288" fmla="*/ 744759 w 1212484"/>
                <a:gd name="connsiteY288" fmla="*/ 366675 h 696873"/>
                <a:gd name="connsiteX289" fmla="*/ 742527 w 1212484"/>
                <a:gd name="connsiteY289" fmla="*/ 369652 h 696873"/>
                <a:gd name="connsiteX290" fmla="*/ 736806 w 1212484"/>
                <a:gd name="connsiteY290" fmla="*/ 369838 h 696873"/>
                <a:gd name="connsiteX291" fmla="*/ 735223 w 1212484"/>
                <a:gd name="connsiteY291" fmla="*/ 369797 h 696873"/>
                <a:gd name="connsiteX292" fmla="*/ 731365 w 1212484"/>
                <a:gd name="connsiteY292" fmla="*/ 369652 h 696873"/>
                <a:gd name="connsiteX293" fmla="*/ 731365 w 1212484"/>
                <a:gd name="connsiteY293" fmla="*/ 372628 h 696873"/>
                <a:gd name="connsiteX294" fmla="*/ 728812 w 1212484"/>
                <a:gd name="connsiteY294" fmla="*/ 372686 h 696873"/>
                <a:gd name="connsiteX295" fmla="*/ 725504 w 1212484"/>
                <a:gd name="connsiteY295" fmla="*/ 372814 h 696873"/>
                <a:gd name="connsiteX296" fmla="*/ 723821 w 1212484"/>
                <a:gd name="connsiteY296" fmla="*/ 372846 h 696873"/>
                <a:gd name="connsiteX297" fmla="*/ 719458 w 1212484"/>
                <a:gd name="connsiteY297" fmla="*/ 373372 h 696873"/>
                <a:gd name="connsiteX298" fmla="*/ 717970 w 1212484"/>
                <a:gd name="connsiteY298" fmla="*/ 376349 h 696873"/>
                <a:gd name="connsiteX299" fmla="*/ 712342 w 1212484"/>
                <a:gd name="connsiteY299" fmla="*/ 376767 h 696873"/>
                <a:gd name="connsiteX300" fmla="*/ 706808 w 1212484"/>
                <a:gd name="connsiteY300" fmla="*/ 377093 h 696873"/>
                <a:gd name="connsiteX301" fmla="*/ 706064 w 1212484"/>
                <a:gd name="connsiteY301" fmla="*/ 379325 h 696873"/>
                <a:gd name="connsiteX302" fmla="*/ 701273 w 1212484"/>
                <a:gd name="connsiteY302" fmla="*/ 379791 h 696873"/>
                <a:gd name="connsiteX303" fmla="*/ 694902 w 1212484"/>
                <a:gd name="connsiteY303" fmla="*/ 380814 h 696873"/>
                <a:gd name="connsiteX304" fmla="*/ 694902 w 1212484"/>
                <a:gd name="connsiteY304" fmla="*/ 383046 h 696873"/>
                <a:gd name="connsiteX305" fmla="*/ 692565 w 1212484"/>
                <a:gd name="connsiteY305" fmla="*/ 383104 h 696873"/>
                <a:gd name="connsiteX306" fmla="*/ 689507 w 1212484"/>
                <a:gd name="connsiteY306" fmla="*/ 383232 h 696873"/>
                <a:gd name="connsiteX307" fmla="*/ 687969 w 1212484"/>
                <a:gd name="connsiteY307" fmla="*/ 383264 h 696873"/>
                <a:gd name="connsiteX308" fmla="*/ 680763 w 1212484"/>
                <a:gd name="connsiteY308" fmla="*/ 386767 h 696873"/>
                <a:gd name="connsiteX309" fmla="*/ 675740 w 1212484"/>
                <a:gd name="connsiteY309" fmla="*/ 386953 h 696873"/>
                <a:gd name="connsiteX310" fmla="*/ 673101 w 1212484"/>
                <a:gd name="connsiteY310" fmla="*/ 386872 h 696873"/>
                <a:gd name="connsiteX311" fmla="*/ 671089 w 1212484"/>
                <a:gd name="connsiteY311" fmla="*/ 386767 h 696873"/>
                <a:gd name="connsiteX312" fmla="*/ 671089 w 1212484"/>
                <a:gd name="connsiteY312" fmla="*/ 389743 h 696873"/>
                <a:gd name="connsiteX313" fmla="*/ 668836 w 1212484"/>
                <a:gd name="connsiteY313" fmla="*/ 389802 h 696873"/>
                <a:gd name="connsiteX314" fmla="*/ 665927 w 1212484"/>
                <a:gd name="connsiteY314" fmla="*/ 389929 h 696873"/>
                <a:gd name="connsiteX315" fmla="*/ 663023 w 1212484"/>
                <a:gd name="connsiteY315" fmla="*/ 390034 h 696873"/>
                <a:gd name="connsiteX316" fmla="*/ 660671 w 1212484"/>
                <a:gd name="connsiteY316" fmla="*/ 390488 h 696873"/>
                <a:gd name="connsiteX317" fmla="*/ 659927 w 1212484"/>
                <a:gd name="connsiteY317" fmla="*/ 393464 h 696873"/>
                <a:gd name="connsiteX318" fmla="*/ 654718 w 1212484"/>
                <a:gd name="connsiteY318" fmla="*/ 393883 h 696873"/>
                <a:gd name="connsiteX319" fmla="*/ 649509 w 1212484"/>
                <a:gd name="connsiteY319" fmla="*/ 394208 h 696873"/>
                <a:gd name="connsiteX320" fmla="*/ 648765 w 1212484"/>
                <a:gd name="connsiteY320" fmla="*/ 396441 h 696873"/>
                <a:gd name="connsiteX321" fmla="*/ 643882 w 1212484"/>
                <a:gd name="connsiteY321" fmla="*/ 396952 h 696873"/>
                <a:gd name="connsiteX322" fmla="*/ 641181 w 1212484"/>
                <a:gd name="connsiteY322" fmla="*/ 397101 h 696873"/>
                <a:gd name="connsiteX323" fmla="*/ 639091 w 1212484"/>
                <a:gd name="connsiteY323" fmla="*/ 397185 h 696873"/>
                <a:gd name="connsiteX324" fmla="*/ 639091 w 1212484"/>
                <a:gd name="connsiteY324" fmla="*/ 400161 h 696873"/>
                <a:gd name="connsiteX325" fmla="*/ 628673 w 1212484"/>
                <a:gd name="connsiteY325" fmla="*/ 400906 h 696873"/>
                <a:gd name="connsiteX326" fmla="*/ 628673 w 1212484"/>
                <a:gd name="connsiteY326" fmla="*/ 403138 h 696873"/>
                <a:gd name="connsiteX327" fmla="*/ 618999 w 1212484"/>
                <a:gd name="connsiteY327" fmla="*/ 403882 h 696873"/>
                <a:gd name="connsiteX328" fmla="*/ 618999 w 1212484"/>
                <a:gd name="connsiteY328" fmla="*/ 406859 h 696873"/>
                <a:gd name="connsiteX329" fmla="*/ 616909 w 1212484"/>
                <a:gd name="connsiteY329" fmla="*/ 406917 h 696873"/>
                <a:gd name="connsiteX330" fmla="*/ 614209 w 1212484"/>
                <a:gd name="connsiteY330" fmla="*/ 407045 h 696873"/>
                <a:gd name="connsiteX331" fmla="*/ 611514 w 1212484"/>
                <a:gd name="connsiteY331" fmla="*/ 407149 h 696873"/>
                <a:gd name="connsiteX332" fmla="*/ 609325 w 1212484"/>
                <a:gd name="connsiteY332" fmla="*/ 407603 h 696873"/>
                <a:gd name="connsiteX333" fmla="*/ 608581 w 1212484"/>
                <a:gd name="connsiteY333" fmla="*/ 410579 h 696873"/>
                <a:gd name="connsiteX334" fmla="*/ 604117 w 1212484"/>
                <a:gd name="connsiteY334" fmla="*/ 410998 h 696873"/>
                <a:gd name="connsiteX335" fmla="*/ 599652 w 1212484"/>
                <a:gd name="connsiteY335" fmla="*/ 411324 h 696873"/>
                <a:gd name="connsiteX336" fmla="*/ 598908 w 1212484"/>
                <a:gd name="connsiteY336" fmla="*/ 413556 h 696873"/>
                <a:gd name="connsiteX337" fmla="*/ 591978 w 1212484"/>
                <a:gd name="connsiteY337" fmla="*/ 413925 h 696873"/>
                <a:gd name="connsiteX338" fmla="*/ 589978 w 1212484"/>
                <a:gd name="connsiteY338" fmla="*/ 414300 h 696873"/>
                <a:gd name="connsiteX339" fmla="*/ 589234 w 1212484"/>
                <a:gd name="connsiteY339" fmla="*/ 417277 h 696873"/>
                <a:gd name="connsiteX340" fmla="*/ 585141 w 1212484"/>
                <a:gd name="connsiteY340" fmla="*/ 417695 h 696873"/>
                <a:gd name="connsiteX341" fmla="*/ 581048 w 1212484"/>
                <a:gd name="connsiteY341" fmla="*/ 418021 h 696873"/>
                <a:gd name="connsiteX342" fmla="*/ 580304 w 1212484"/>
                <a:gd name="connsiteY342" fmla="*/ 420253 h 696873"/>
                <a:gd name="connsiteX343" fmla="*/ 575421 w 1212484"/>
                <a:gd name="connsiteY343" fmla="*/ 420765 h 696873"/>
                <a:gd name="connsiteX344" fmla="*/ 572720 w 1212484"/>
                <a:gd name="connsiteY344" fmla="*/ 420913 h 696873"/>
                <a:gd name="connsiteX345" fmla="*/ 570630 w 1212484"/>
                <a:gd name="connsiteY345" fmla="*/ 420997 h 696873"/>
                <a:gd name="connsiteX346" fmla="*/ 570630 w 1212484"/>
                <a:gd name="connsiteY346" fmla="*/ 423974 h 696873"/>
                <a:gd name="connsiteX347" fmla="*/ 568866 w 1212484"/>
                <a:gd name="connsiteY347" fmla="*/ 424032 h 696873"/>
                <a:gd name="connsiteX348" fmla="*/ 566584 w 1212484"/>
                <a:gd name="connsiteY348" fmla="*/ 424160 h 696873"/>
                <a:gd name="connsiteX349" fmla="*/ 564308 w 1212484"/>
                <a:gd name="connsiteY349" fmla="*/ 424265 h 696873"/>
                <a:gd name="connsiteX350" fmla="*/ 562445 w 1212484"/>
                <a:gd name="connsiteY350" fmla="*/ 424718 h 696873"/>
                <a:gd name="connsiteX351" fmla="*/ 561700 w 1212484"/>
                <a:gd name="connsiteY351" fmla="*/ 427695 h 696873"/>
                <a:gd name="connsiteX352" fmla="*/ 557241 w 1212484"/>
                <a:gd name="connsiteY352" fmla="*/ 427727 h 696873"/>
                <a:gd name="connsiteX353" fmla="*/ 553515 w 1212484"/>
                <a:gd name="connsiteY353" fmla="*/ 428439 h 696873"/>
                <a:gd name="connsiteX354" fmla="*/ 552771 w 1212484"/>
                <a:gd name="connsiteY354" fmla="*/ 430671 h 696873"/>
                <a:gd name="connsiteX355" fmla="*/ 549469 w 1212484"/>
                <a:gd name="connsiteY355" fmla="*/ 431136 h 696873"/>
                <a:gd name="connsiteX356" fmla="*/ 544585 w 1212484"/>
                <a:gd name="connsiteY356" fmla="*/ 432159 h 696873"/>
                <a:gd name="connsiteX357" fmla="*/ 544585 w 1212484"/>
                <a:gd name="connsiteY357" fmla="*/ 434392 h 696873"/>
                <a:gd name="connsiteX358" fmla="*/ 535656 w 1212484"/>
                <a:gd name="connsiteY358" fmla="*/ 435136 h 696873"/>
                <a:gd name="connsiteX359" fmla="*/ 535656 w 1212484"/>
                <a:gd name="connsiteY359" fmla="*/ 437368 h 696873"/>
                <a:gd name="connsiteX360" fmla="*/ 534243 w 1212484"/>
                <a:gd name="connsiteY360" fmla="*/ 437505 h 696873"/>
                <a:gd name="connsiteX361" fmla="*/ 532400 w 1212484"/>
                <a:gd name="connsiteY361" fmla="*/ 437694 h 696873"/>
                <a:gd name="connsiteX362" fmla="*/ 530569 w 1212484"/>
                <a:gd name="connsiteY362" fmla="*/ 437877 h 696873"/>
                <a:gd name="connsiteX363" fmla="*/ 527470 w 1212484"/>
                <a:gd name="connsiteY363" fmla="*/ 438857 h 696873"/>
                <a:gd name="connsiteX364" fmla="*/ 526726 w 1212484"/>
                <a:gd name="connsiteY364" fmla="*/ 441089 h 696873"/>
                <a:gd name="connsiteX365" fmla="*/ 520959 w 1212484"/>
                <a:gd name="connsiteY365" fmla="*/ 441458 h 696873"/>
                <a:gd name="connsiteX366" fmla="*/ 519284 w 1212484"/>
                <a:gd name="connsiteY366" fmla="*/ 441833 h 696873"/>
                <a:gd name="connsiteX367" fmla="*/ 518912 w 1212484"/>
                <a:gd name="connsiteY367" fmla="*/ 443322 h 696873"/>
                <a:gd name="connsiteX368" fmla="*/ 518540 w 1212484"/>
                <a:gd name="connsiteY368" fmla="*/ 444810 h 696873"/>
                <a:gd name="connsiteX369" fmla="*/ 514820 w 1212484"/>
                <a:gd name="connsiteY369" fmla="*/ 445228 h 696873"/>
                <a:gd name="connsiteX370" fmla="*/ 511099 w 1212484"/>
                <a:gd name="connsiteY370" fmla="*/ 445554 h 696873"/>
                <a:gd name="connsiteX371" fmla="*/ 510355 w 1212484"/>
                <a:gd name="connsiteY371" fmla="*/ 447786 h 696873"/>
                <a:gd name="connsiteX372" fmla="*/ 506215 w 1212484"/>
                <a:gd name="connsiteY372" fmla="*/ 448298 h 696873"/>
                <a:gd name="connsiteX373" fmla="*/ 503934 w 1212484"/>
                <a:gd name="connsiteY373" fmla="*/ 448446 h 696873"/>
                <a:gd name="connsiteX374" fmla="*/ 502169 w 1212484"/>
                <a:gd name="connsiteY374" fmla="*/ 448531 h 696873"/>
                <a:gd name="connsiteX375" fmla="*/ 502169 w 1212484"/>
                <a:gd name="connsiteY375" fmla="*/ 451507 h 696873"/>
                <a:gd name="connsiteX376" fmla="*/ 500730 w 1212484"/>
                <a:gd name="connsiteY376" fmla="*/ 451591 h 696873"/>
                <a:gd name="connsiteX377" fmla="*/ 498867 w 1212484"/>
                <a:gd name="connsiteY377" fmla="*/ 451740 h 696873"/>
                <a:gd name="connsiteX378" fmla="*/ 497010 w 1212484"/>
                <a:gd name="connsiteY378" fmla="*/ 451870 h 696873"/>
                <a:gd name="connsiteX379" fmla="*/ 495472 w 1212484"/>
                <a:gd name="connsiteY379" fmla="*/ 452251 h 696873"/>
                <a:gd name="connsiteX380" fmla="*/ 494728 w 1212484"/>
                <a:gd name="connsiteY380" fmla="*/ 454484 h 696873"/>
                <a:gd name="connsiteX381" fmla="*/ 488961 w 1212484"/>
                <a:gd name="connsiteY381" fmla="*/ 455507 h 696873"/>
                <a:gd name="connsiteX382" fmla="*/ 487286 w 1212484"/>
                <a:gd name="connsiteY382" fmla="*/ 455972 h 696873"/>
                <a:gd name="connsiteX383" fmla="*/ 486542 w 1212484"/>
                <a:gd name="connsiteY383" fmla="*/ 458204 h 696873"/>
                <a:gd name="connsiteX384" fmla="*/ 481357 w 1212484"/>
                <a:gd name="connsiteY384" fmla="*/ 458646 h 696873"/>
                <a:gd name="connsiteX385" fmla="*/ 479845 w 1212484"/>
                <a:gd name="connsiteY385" fmla="*/ 458949 h 696873"/>
                <a:gd name="connsiteX386" fmla="*/ 479101 w 1212484"/>
                <a:gd name="connsiteY386" fmla="*/ 461181 h 696873"/>
                <a:gd name="connsiteX387" fmla="*/ 471659 w 1212484"/>
                <a:gd name="connsiteY387" fmla="*/ 461925 h 696873"/>
                <a:gd name="connsiteX388" fmla="*/ 471659 w 1212484"/>
                <a:gd name="connsiteY388" fmla="*/ 464902 h 696873"/>
                <a:gd name="connsiteX389" fmla="*/ 470221 w 1212484"/>
                <a:gd name="connsiteY389" fmla="*/ 464960 h 696873"/>
                <a:gd name="connsiteX390" fmla="*/ 468357 w 1212484"/>
                <a:gd name="connsiteY390" fmla="*/ 465088 h 696873"/>
                <a:gd name="connsiteX391" fmla="*/ 466500 w 1212484"/>
                <a:gd name="connsiteY391" fmla="*/ 465192 h 696873"/>
                <a:gd name="connsiteX392" fmla="*/ 464962 w 1212484"/>
                <a:gd name="connsiteY392" fmla="*/ 465646 h 696873"/>
                <a:gd name="connsiteX393" fmla="*/ 464218 w 1212484"/>
                <a:gd name="connsiteY393" fmla="*/ 468622 h 696873"/>
                <a:gd name="connsiteX394" fmla="*/ 460869 w 1212484"/>
                <a:gd name="connsiteY394" fmla="*/ 469041 h 696873"/>
                <a:gd name="connsiteX395" fmla="*/ 457521 w 1212484"/>
                <a:gd name="connsiteY395" fmla="*/ 469366 h 696873"/>
                <a:gd name="connsiteX396" fmla="*/ 456777 w 1212484"/>
                <a:gd name="connsiteY396" fmla="*/ 471599 h 696873"/>
                <a:gd name="connsiteX397" fmla="*/ 452245 w 1212484"/>
                <a:gd name="connsiteY397" fmla="*/ 471968 h 696873"/>
                <a:gd name="connsiteX398" fmla="*/ 450824 w 1212484"/>
                <a:gd name="connsiteY398" fmla="*/ 472343 h 696873"/>
                <a:gd name="connsiteX399" fmla="*/ 450129 w 1212484"/>
                <a:gd name="connsiteY399" fmla="*/ 473846 h 696873"/>
                <a:gd name="connsiteX400" fmla="*/ 449335 w 1212484"/>
                <a:gd name="connsiteY400" fmla="*/ 475320 h 696873"/>
                <a:gd name="connsiteX401" fmla="*/ 445522 w 1212484"/>
                <a:gd name="connsiteY401" fmla="*/ 475506 h 696873"/>
                <a:gd name="connsiteX402" fmla="*/ 443469 w 1212484"/>
                <a:gd name="connsiteY402" fmla="*/ 475424 h 696873"/>
                <a:gd name="connsiteX403" fmla="*/ 441894 w 1212484"/>
                <a:gd name="connsiteY403" fmla="*/ 475320 h 696873"/>
                <a:gd name="connsiteX404" fmla="*/ 441894 w 1212484"/>
                <a:gd name="connsiteY404" fmla="*/ 478296 h 696873"/>
                <a:gd name="connsiteX405" fmla="*/ 438545 w 1212484"/>
                <a:gd name="connsiteY405" fmla="*/ 479087 h 696873"/>
                <a:gd name="connsiteX406" fmla="*/ 435197 w 1212484"/>
                <a:gd name="connsiteY406" fmla="*/ 479784 h 696873"/>
                <a:gd name="connsiteX407" fmla="*/ 435197 w 1212484"/>
                <a:gd name="connsiteY407" fmla="*/ 482017 h 696873"/>
                <a:gd name="connsiteX408" fmla="*/ 427011 w 1212484"/>
                <a:gd name="connsiteY408" fmla="*/ 482761 h 696873"/>
                <a:gd name="connsiteX409" fmla="*/ 427011 w 1212484"/>
                <a:gd name="connsiteY409" fmla="*/ 485738 h 696873"/>
                <a:gd name="connsiteX410" fmla="*/ 422505 w 1212484"/>
                <a:gd name="connsiteY410" fmla="*/ 485447 h 696873"/>
                <a:gd name="connsiteX411" fmla="*/ 421058 w 1212484"/>
                <a:gd name="connsiteY411" fmla="*/ 485738 h 696873"/>
                <a:gd name="connsiteX412" fmla="*/ 420337 w 1212484"/>
                <a:gd name="connsiteY412" fmla="*/ 487203 h 696873"/>
                <a:gd name="connsiteX413" fmla="*/ 419570 w 1212484"/>
                <a:gd name="connsiteY413" fmla="*/ 488714 h 696873"/>
                <a:gd name="connsiteX414" fmla="*/ 416128 w 1212484"/>
                <a:gd name="connsiteY414" fmla="*/ 489272 h 696873"/>
                <a:gd name="connsiteX415" fmla="*/ 414285 w 1212484"/>
                <a:gd name="connsiteY415" fmla="*/ 489400 h 696873"/>
                <a:gd name="connsiteX416" fmla="*/ 412872 w 1212484"/>
                <a:gd name="connsiteY416" fmla="*/ 489458 h 696873"/>
                <a:gd name="connsiteX417" fmla="*/ 412872 w 1212484"/>
                <a:gd name="connsiteY417" fmla="*/ 492435 h 696873"/>
                <a:gd name="connsiteX418" fmla="*/ 406175 w 1212484"/>
                <a:gd name="connsiteY418" fmla="*/ 492435 h 696873"/>
                <a:gd name="connsiteX419" fmla="*/ 406175 w 1212484"/>
                <a:gd name="connsiteY419" fmla="*/ 495411 h 696873"/>
                <a:gd name="connsiteX420" fmla="*/ 398734 w 1212484"/>
                <a:gd name="connsiteY420" fmla="*/ 496156 h 696873"/>
                <a:gd name="connsiteX421" fmla="*/ 398734 w 1212484"/>
                <a:gd name="connsiteY421" fmla="*/ 499132 h 696873"/>
                <a:gd name="connsiteX422" fmla="*/ 395850 w 1212484"/>
                <a:gd name="connsiteY422" fmla="*/ 499318 h 696873"/>
                <a:gd name="connsiteX423" fmla="*/ 392781 w 1212484"/>
                <a:gd name="connsiteY423" fmla="*/ 499876 h 696873"/>
                <a:gd name="connsiteX424" fmla="*/ 392060 w 1212484"/>
                <a:gd name="connsiteY424" fmla="*/ 501388 h 696873"/>
                <a:gd name="connsiteX425" fmla="*/ 391292 w 1212484"/>
                <a:gd name="connsiteY425" fmla="*/ 502853 h 696873"/>
                <a:gd name="connsiteX426" fmla="*/ 387851 w 1212484"/>
                <a:gd name="connsiteY426" fmla="*/ 503039 h 696873"/>
                <a:gd name="connsiteX427" fmla="*/ 386008 w 1212484"/>
                <a:gd name="connsiteY427" fmla="*/ 502957 h 696873"/>
                <a:gd name="connsiteX428" fmla="*/ 384595 w 1212484"/>
                <a:gd name="connsiteY428" fmla="*/ 502853 h 696873"/>
                <a:gd name="connsiteX429" fmla="*/ 384595 w 1212484"/>
                <a:gd name="connsiteY429" fmla="*/ 505829 h 696873"/>
                <a:gd name="connsiteX430" fmla="*/ 381246 w 1212484"/>
                <a:gd name="connsiteY430" fmla="*/ 506620 h 696873"/>
                <a:gd name="connsiteX431" fmla="*/ 377898 w 1212484"/>
                <a:gd name="connsiteY431" fmla="*/ 507318 h 696873"/>
                <a:gd name="connsiteX432" fmla="*/ 377898 w 1212484"/>
                <a:gd name="connsiteY432" fmla="*/ 509550 h 696873"/>
                <a:gd name="connsiteX433" fmla="*/ 376459 w 1212484"/>
                <a:gd name="connsiteY433" fmla="*/ 509634 h 696873"/>
                <a:gd name="connsiteX434" fmla="*/ 374596 w 1212484"/>
                <a:gd name="connsiteY434" fmla="*/ 509783 h 696873"/>
                <a:gd name="connsiteX435" fmla="*/ 372738 w 1212484"/>
                <a:gd name="connsiteY435" fmla="*/ 509913 h 696873"/>
                <a:gd name="connsiteX436" fmla="*/ 371200 w 1212484"/>
                <a:gd name="connsiteY436" fmla="*/ 510294 h 696873"/>
                <a:gd name="connsiteX437" fmla="*/ 370456 w 1212484"/>
                <a:gd name="connsiteY437" fmla="*/ 512527 h 696873"/>
                <a:gd name="connsiteX438" fmla="*/ 366689 w 1212484"/>
                <a:gd name="connsiteY438" fmla="*/ 513038 h 696873"/>
                <a:gd name="connsiteX439" fmla="*/ 364617 w 1212484"/>
                <a:gd name="connsiteY439" fmla="*/ 513186 h 696873"/>
                <a:gd name="connsiteX440" fmla="*/ 363015 w 1212484"/>
                <a:gd name="connsiteY440" fmla="*/ 513271 h 696873"/>
                <a:gd name="connsiteX441" fmla="*/ 363015 w 1212484"/>
                <a:gd name="connsiteY441" fmla="*/ 516247 h 696873"/>
                <a:gd name="connsiteX442" fmla="*/ 360085 w 1212484"/>
                <a:gd name="connsiteY442" fmla="*/ 516015 h 696873"/>
                <a:gd name="connsiteX443" fmla="*/ 357062 w 1212484"/>
                <a:gd name="connsiteY443" fmla="*/ 516247 h 696873"/>
                <a:gd name="connsiteX444" fmla="*/ 356736 w 1212484"/>
                <a:gd name="connsiteY444" fmla="*/ 518108 h 696873"/>
                <a:gd name="connsiteX445" fmla="*/ 356318 w 1212484"/>
                <a:gd name="connsiteY445" fmla="*/ 519968 h 696873"/>
                <a:gd name="connsiteX446" fmla="*/ 349620 w 1212484"/>
                <a:gd name="connsiteY446" fmla="*/ 519968 h 696873"/>
                <a:gd name="connsiteX447" fmla="*/ 349620 w 1212484"/>
                <a:gd name="connsiteY447" fmla="*/ 522945 h 696873"/>
                <a:gd name="connsiteX448" fmla="*/ 345042 w 1212484"/>
                <a:gd name="connsiteY448" fmla="*/ 523235 h 696873"/>
                <a:gd name="connsiteX449" fmla="*/ 343667 w 1212484"/>
                <a:gd name="connsiteY449" fmla="*/ 523689 h 696873"/>
                <a:gd name="connsiteX450" fmla="*/ 343316 w 1212484"/>
                <a:gd name="connsiteY450" fmla="*/ 525186 h 696873"/>
                <a:gd name="connsiteX451" fmla="*/ 342923 w 1212484"/>
                <a:gd name="connsiteY451" fmla="*/ 526665 h 696873"/>
                <a:gd name="connsiteX452" fmla="*/ 339574 w 1212484"/>
                <a:gd name="connsiteY452" fmla="*/ 527084 h 696873"/>
                <a:gd name="connsiteX453" fmla="*/ 336226 w 1212484"/>
                <a:gd name="connsiteY453" fmla="*/ 527409 h 696873"/>
                <a:gd name="connsiteX454" fmla="*/ 335482 w 1212484"/>
                <a:gd name="connsiteY454" fmla="*/ 529642 h 696873"/>
                <a:gd name="connsiteX455" fmla="*/ 332924 w 1212484"/>
                <a:gd name="connsiteY455" fmla="*/ 529967 h 696873"/>
                <a:gd name="connsiteX456" fmla="*/ 330273 w 1212484"/>
                <a:gd name="connsiteY456" fmla="*/ 530386 h 696873"/>
                <a:gd name="connsiteX457" fmla="*/ 329575 w 1212484"/>
                <a:gd name="connsiteY457" fmla="*/ 531874 h 696873"/>
                <a:gd name="connsiteX458" fmla="*/ 328784 w 1212484"/>
                <a:gd name="connsiteY458" fmla="*/ 533363 h 696873"/>
                <a:gd name="connsiteX459" fmla="*/ 324186 w 1212484"/>
                <a:gd name="connsiteY459" fmla="*/ 533848 h 696873"/>
                <a:gd name="connsiteX460" fmla="*/ 322831 w 1212484"/>
                <a:gd name="connsiteY460" fmla="*/ 534107 h 696873"/>
                <a:gd name="connsiteX461" fmla="*/ 321343 w 1212484"/>
                <a:gd name="connsiteY461" fmla="*/ 537083 h 696873"/>
                <a:gd name="connsiteX462" fmla="*/ 316878 w 1212484"/>
                <a:gd name="connsiteY462" fmla="*/ 537083 h 696873"/>
                <a:gd name="connsiteX463" fmla="*/ 316227 w 1212484"/>
                <a:gd name="connsiteY463" fmla="*/ 538525 h 696873"/>
                <a:gd name="connsiteX464" fmla="*/ 315390 w 1212484"/>
                <a:gd name="connsiteY464" fmla="*/ 540060 h 696873"/>
                <a:gd name="connsiteX465" fmla="*/ 312367 w 1212484"/>
                <a:gd name="connsiteY465" fmla="*/ 540432 h 696873"/>
                <a:gd name="connsiteX466" fmla="*/ 309437 w 1212484"/>
                <a:gd name="connsiteY466" fmla="*/ 540804 h 696873"/>
                <a:gd name="connsiteX467" fmla="*/ 309065 w 1212484"/>
                <a:gd name="connsiteY467" fmla="*/ 542292 h 696873"/>
                <a:gd name="connsiteX468" fmla="*/ 308693 w 1212484"/>
                <a:gd name="connsiteY468" fmla="*/ 543781 h 696873"/>
                <a:gd name="connsiteX469" fmla="*/ 304088 w 1212484"/>
                <a:gd name="connsiteY469" fmla="*/ 544249 h 696873"/>
                <a:gd name="connsiteX470" fmla="*/ 302740 w 1212484"/>
                <a:gd name="connsiteY470" fmla="*/ 544525 h 696873"/>
                <a:gd name="connsiteX471" fmla="*/ 301995 w 1212484"/>
                <a:gd name="connsiteY471" fmla="*/ 546757 h 696873"/>
                <a:gd name="connsiteX472" fmla="*/ 297391 w 1212484"/>
                <a:gd name="connsiteY472" fmla="*/ 547780 h 696873"/>
                <a:gd name="connsiteX473" fmla="*/ 296042 w 1212484"/>
                <a:gd name="connsiteY473" fmla="*/ 548245 h 696873"/>
                <a:gd name="connsiteX474" fmla="*/ 295298 w 1212484"/>
                <a:gd name="connsiteY474" fmla="*/ 550478 h 696873"/>
                <a:gd name="connsiteX475" fmla="*/ 290694 w 1212484"/>
                <a:gd name="connsiteY475" fmla="*/ 550920 h 696873"/>
                <a:gd name="connsiteX476" fmla="*/ 289345 w 1212484"/>
                <a:gd name="connsiteY476" fmla="*/ 551222 h 696873"/>
                <a:gd name="connsiteX477" fmla="*/ 288601 w 1212484"/>
                <a:gd name="connsiteY477" fmla="*/ 553454 h 696873"/>
                <a:gd name="connsiteX478" fmla="*/ 281904 w 1212484"/>
                <a:gd name="connsiteY478" fmla="*/ 554199 h 696873"/>
                <a:gd name="connsiteX479" fmla="*/ 281904 w 1212484"/>
                <a:gd name="connsiteY479" fmla="*/ 557175 h 696873"/>
                <a:gd name="connsiteX480" fmla="*/ 278974 w 1212484"/>
                <a:gd name="connsiteY480" fmla="*/ 557361 h 696873"/>
                <a:gd name="connsiteX481" fmla="*/ 275950 w 1212484"/>
                <a:gd name="connsiteY481" fmla="*/ 557919 h 696873"/>
                <a:gd name="connsiteX482" fmla="*/ 275578 w 1212484"/>
                <a:gd name="connsiteY482" fmla="*/ 559407 h 696873"/>
                <a:gd name="connsiteX483" fmla="*/ 275206 w 1212484"/>
                <a:gd name="connsiteY483" fmla="*/ 560896 h 696873"/>
                <a:gd name="connsiteX484" fmla="*/ 270602 w 1212484"/>
                <a:gd name="connsiteY484" fmla="*/ 561364 h 696873"/>
                <a:gd name="connsiteX485" fmla="*/ 269253 w 1212484"/>
                <a:gd name="connsiteY485" fmla="*/ 561640 h 696873"/>
                <a:gd name="connsiteX486" fmla="*/ 268509 w 1212484"/>
                <a:gd name="connsiteY486" fmla="*/ 563872 h 696873"/>
                <a:gd name="connsiteX487" fmla="*/ 265114 w 1212484"/>
                <a:gd name="connsiteY487" fmla="*/ 564384 h 696873"/>
                <a:gd name="connsiteX488" fmla="*/ 263251 w 1212484"/>
                <a:gd name="connsiteY488" fmla="*/ 564532 h 696873"/>
                <a:gd name="connsiteX489" fmla="*/ 261812 w 1212484"/>
                <a:gd name="connsiteY489" fmla="*/ 564616 h 696873"/>
                <a:gd name="connsiteX490" fmla="*/ 261812 w 1212484"/>
                <a:gd name="connsiteY490" fmla="*/ 567593 h 696873"/>
                <a:gd name="connsiteX491" fmla="*/ 259254 w 1212484"/>
                <a:gd name="connsiteY491" fmla="*/ 567826 h 696873"/>
                <a:gd name="connsiteX492" fmla="*/ 256603 w 1212484"/>
                <a:gd name="connsiteY492" fmla="*/ 568337 h 696873"/>
                <a:gd name="connsiteX493" fmla="*/ 255859 w 1212484"/>
                <a:gd name="connsiteY493" fmla="*/ 570570 h 696873"/>
                <a:gd name="connsiteX494" fmla="*/ 252464 w 1212484"/>
                <a:gd name="connsiteY494" fmla="*/ 571081 h 696873"/>
                <a:gd name="connsiteX495" fmla="*/ 250600 w 1212484"/>
                <a:gd name="connsiteY495" fmla="*/ 571229 h 696873"/>
                <a:gd name="connsiteX496" fmla="*/ 249161 w 1212484"/>
                <a:gd name="connsiteY496" fmla="*/ 571314 h 696873"/>
                <a:gd name="connsiteX497" fmla="*/ 249161 w 1212484"/>
                <a:gd name="connsiteY497" fmla="*/ 574290 h 696873"/>
                <a:gd name="connsiteX498" fmla="*/ 242464 w 1212484"/>
                <a:gd name="connsiteY498" fmla="*/ 574290 h 696873"/>
                <a:gd name="connsiteX499" fmla="*/ 242464 w 1212484"/>
                <a:gd name="connsiteY499" fmla="*/ 578011 h 696873"/>
                <a:gd name="connsiteX500" fmla="*/ 236511 w 1212484"/>
                <a:gd name="connsiteY500" fmla="*/ 578011 h 696873"/>
                <a:gd name="connsiteX501" fmla="*/ 236511 w 1212484"/>
                <a:gd name="connsiteY501" fmla="*/ 580988 h 696873"/>
                <a:gd name="connsiteX502" fmla="*/ 229814 w 1212484"/>
                <a:gd name="connsiteY502" fmla="*/ 581732 h 696873"/>
                <a:gd name="connsiteX503" fmla="*/ 229814 w 1212484"/>
                <a:gd name="connsiteY503" fmla="*/ 584708 h 696873"/>
                <a:gd name="connsiteX504" fmla="*/ 225236 w 1212484"/>
                <a:gd name="connsiteY504" fmla="*/ 585072 h 696873"/>
                <a:gd name="connsiteX505" fmla="*/ 223861 w 1212484"/>
                <a:gd name="connsiteY505" fmla="*/ 585452 h 696873"/>
                <a:gd name="connsiteX506" fmla="*/ 223116 w 1212484"/>
                <a:gd name="connsiteY506" fmla="*/ 587685 h 696873"/>
                <a:gd name="connsiteX507" fmla="*/ 218439 w 1212484"/>
                <a:gd name="connsiteY507" fmla="*/ 588708 h 696873"/>
                <a:gd name="connsiteX508" fmla="*/ 217163 w 1212484"/>
                <a:gd name="connsiteY508" fmla="*/ 589173 h 696873"/>
                <a:gd name="connsiteX509" fmla="*/ 217163 w 1212484"/>
                <a:gd name="connsiteY509" fmla="*/ 591406 h 696873"/>
                <a:gd name="connsiteX510" fmla="*/ 215724 w 1212484"/>
                <a:gd name="connsiteY510" fmla="*/ 591275 h 696873"/>
                <a:gd name="connsiteX511" fmla="*/ 210466 w 1212484"/>
                <a:gd name="connsiteY511" fmla="*/ 591406 h 696873"/>
                <a:gd name="connsiteX512" fmla="*/ 209722 w 1212484"/>
                <a:gd name="connsiteY512" fmla="*/ 595126 h 696873"/>
                <a:gd name="connsiteX513" fmla="*/ 205257 w 1212484"/>
                <a:gd name="connsiteY513" fmla="*/ 595126 h 696873"/>
                <a:gd name="connsiteX514" fmla="*/ 204606 w 1212484"/>
                <a:gd name="connsiteY514" fmla="*/ 596568 h 696873"/>
                <a:gd name="connsiteX515" fmla="*/ 203769 w 1212484"/>
                <a:gd name="connsiteY515" fmla="*/ 598103 h 696873"/>
                <a:gd name="connsiteX516" fmla="*/ 197816 w 1212484"/>
                <a:gd name="connsiteY516" fmla="*/ 598847 h 696873"/>
                <a:gd name="connsiteX517" fmla="*/ 197816 w 1212484"/>
                <a:gd name="connsiteY517" fmla="*/ 601823 h 696873"/>
                <a:gd name="connsiteX518" fmla="*/ 191118 w 1212484"/>
                <a:gd name="connsiteY518" fmla="*/ 601823 h 696873"/>
                <a:gd name="connsiteX519" fmla="*/ 191118 w 1212484"/>
                <a:gd name="connsiteY519" fmla="*/ 604800 h 696873"/>
                <a:gd name="connsiteX520" fmla="*/ 188560 w 1212484"/>
                <a:gd name="connsiteY520" fmla="*/ 604986 h 696873"/>
                <a:gd name="connsiteX521" fmla="*/ 185909 w 1212484"/>
                <a:gd name="connsiteY521" fmla="*/ 605544 h 696873"/>
                <a:gd name="connsiteX522" fmla="*/ 185584 w 1212484"/>
                <a:gd name="connsiteY522" fmla="*/ 607032 h 696873"/>
                <a:gd name="connsiteX523" fmla="*/ 185165 w 1212484"/>
                <a:gd name="connsiteY523" fmla="*/ 608521 h 696873"/>
                <a:gd name="connsiteX524" fmla="*/ 180587 w 1212484"/>
                <a:gd name="connsiteY524" fmla="*/ 609006 h 696873"/>
                <a:gd name="connsiteX525" fmla="*/ 179212 w 1212484"/>
                <a:gd name="connsiteY525" fmla="*/ 609265 h 696873"/>
                <a:gd name="connsiteX526" fmla="*/ 178468 w 1212484"/>
                <a:gd name="connsiteY526" fmla="*/ 610800 h 696873"/>
                <a:gd name="connsiteX527" fmla="*/ 177724 w 1212484"/>
                <a:gd name="connsiteY527" fmla="*/ 612241 h 696873"/>
                <a:gd name="connsiteX528" fmla="*/ 171771 w 1212484"/>
                <a:gd name="connsiteY528" fmla="*/ 612241 h 696873"/>
                <a:gd name="connsiteX529" fmla="*/ 171771 w 1212484"/>
                <a:gd name="connsiteY529" fmla="*/ 615218 h 696873"/>
                <a:gd name="connsiteX530" fmla="*/ 169213 w 1212484"/>
                <a:gd name="connsiteY530" fmla="*/ 615404 h 696873"/>
                <a:gd name="connsiteX531" fmla="*/ 166562 w 1212484"/>
                <a:gd name="connsiteY531" fmla="*/ 615962 h 696873"/>
                <a:gd name="connsiteX532" fmla="*/ 166190 w 1212484"/>
                <a:gd name="connsiteY532" fmla="*/ 617450 h 696873"/>
                <a:gd name="connsiteX533" fmla="*/ 165818 w 1212484"/>
                <a:gd name="connsiteY533" fmla="*/ 618939 h 696873"/>
                <a:gd name="connsiteX534" fmla="*/ 160609 w 1212484"/>
                <a:gd name="connsiteY534" fmla="*/ 619683 h 696873"/>
                <a:gd name="connsiteX535" fmla="*/ 159865 w 1212484"/>
                <a:gd name="connsiteY535" fmla="*/ 621915 h 696873"/>
                <a:gd name="connsiteX536" fmla="*/ 155260 w 1212484"/>
                <a:gd name="connsiteY536" fmla="*/ 622938 h 696873"/>
                <a:gd name="connsiteX537" fmla="*/ 153911 w 1212484"/>
                <a:gd name="connsiteY537" fmla="*/ 623404 h 696873"/>
                <a:gd name="connsiteX538" fmla="*/ 153167 w 1212484"/>
                <a:gd name="connsiteY538" fmla="*/ 625636 h 696873"/>
                <a:gd name="connsiteX539" fmla="*/ 148598 w 1212484"/>
                <a:gd name="connsiteY539" fmla="*/ 626095 h 696873"/>
                <a:gd name="connsiteX540" fmla="*/ 147214 w 1212484"/>
                <a:gd name="connsiteY540" fmla="*/ 626380 h 696873"/>
                <a:gd name="connsiteX541" fmla="*/ 145726 w 1212484"/>
                <a:gd name="connsiteY541" fmla="*/ 629357 h 696873"/>
                <a:gd name="connsiteX542" fmla="*/ 142005 w 1212484"/>
                <a:gd name="connsiteY542" fmla="*/ 629357 h 696873"/>
                <a:gd name="connsiteX543" fmla="*/ 141354 w 1212484"/>
                <a:gd name="connsiteY543" fmla="*/ 630798 h 696873"/>
                <a:gd name="connsiteX544" fmla="*/ 140517 w 1212484"/>
                <a:gd name="connsiteY544" fmla="*/ 632333 h 696873"/>
                <a:gd name="connsiteX545" fmla="*/ 135308 w 1212484"/>
                <a:gd name="connsiteY545" fmla="*/ 633077 h 696873"/>
                <a:gd name="connsiteX546" fmla="*/ 134564 w 1212484"/>
                <a:gd name="connsiteY546" fmla="*/ 634566 h 696873"/>
                <a:gd name="connsiteX547" fmla="*/ 133820 w 1212484"/>
                <a:gd name="connsiteY547" fmla="*/ 636054 h 696873"/>
                <a:gd name="connsiteX548" fmla="*/ 128611 w 1212484"/>
                <a:gd name="connsiteY548" fmla="*/ 636798 h 696873"/>
                <a:gd name="connsiteX549" fmla="*/ 127866 w 1212484"/>
                <a:gd name="connsiteY549" fmla="*/ 639031 h 696873"/>
                <a:gd name="connsiteX550" fmla="*/ 125262 w 1212484"/>
                <a:gd name="connsiteY550" fmla="*/ 639356 h 696873"/>
                <a:gd name="connsiteX551" fmla="*/ 122657 w 1212484"/>
                <a:gd name="connsiteY551" fmla="*/ 639775 h 696873"/>
                <a:gd name="connsiteX552" fmla="*/ 122332 w 1212484"/>
                <a:gd name="connsiteY552" fmla="*/ 641263 h 696873"/>
                <a:gd name="connsiteX553" fmla="*/ 121913 w 1212484"/>
                <a:gd name="connsiteY553" fmla="*/ 642751 h 696873"/>
                <a:gd name="connsiteX554" fmla="*/ 117309 w 1212484"/>
                <a:gd name="connsiteY554" fmla="*/ 643219 h 696873"/>
                <a:gd name="connsiteX555" fmla="*/ 115960 w 1212484"/>
                <a:gd name="connsiteY555" fmla="*/ 643495 h 696873"/>
                <a:gd name="connsiteX556" fmla="*/ 115216 w 1212484"/>
                <a:gd name="connsiteY556" fmla="*/ 645728 h 696873"/>
                <a:gd name="connsiteX557" fmla="*/ 110539 w 1212484"/>
                <a:gd name="connsiteY557" fmla="*/ 646751 h 696873"/>
                <a:gd name="connsiteX558" fmla="*/ 109263 w 1212484"/>
                <a:gd name="connsiteY558" fmla="*/ 647216 h 696873"/>
                <a:gd name="connsiteX559" fmla="*/ 109263 w 1212484"/>
                <a:gd name="connsiteY559" fmla="*/ 649448 h 696873"/>
                <a:gd name="connsiteX560" fmla="*/ 106333 w 1212484"/>
                <a:gd name="connsiteY560" fmla="*/ 649216 h 696873"/>
                <a:gd name="connsiteX561" fmla="*/ 103310 w 1212484"/>
                <a:gd name="connsiteY561" fmla="*/ 649448 h 696873"/>
                <a:gd name="connsiteX562" fmla="*/ 102566 w 1212484"/>
                <a:gd name="connsiteY562" fmla="*/ 653169 h 696873"/>
                <a:gd name="connsiteX563" fmla="*/ 97357 w 1212484"/>
                <a:gd name="connsiteY563" fmla="*/ 653913 h 696873"/>
                <a:gd name="connsiteX564" fmla="*/ 96613 w 1212484"/>
                <a:gd name="connsiteY564" fmla="*/ 656146 h 696873"/>
                <a:gd name="connsiteX565" fmla="*/ 93589 w 1212484"/>
                <a:gd name="connsiteY565" fmla="*/ 656657 h 696873"/>
                <a:gd name="connsiteX566" fmla="*/ 90659 w 1212484"/>
                <a:gd name="connsiteY566" fmla="*/ 656890 h 696873"/>
                <a:gd name="connsiteX567" fmla="*/ 90659 w 1212484"/>
                <a:gd name="connsiteY567" fmla="*/ 659866 h 696873"/>
                <a:gd name="connsiteX568" fmla="*/ 83962 w 1212484"/>
                <a:gd name="connsiteY568" fmla="*/ 659866 h 696873"/>
                <a:gd name="connsiteX569" fmla="*/ 83962 w 1212484"/>
                <a:gd name="connsiteY569" fmla="*/ 662843 h 696873"/>
                <a:gd name="connsiteX570" fmla="*/ 78009 w 1212484"/>
                <a:gd name="connsiteY570" fmla="*/ 663587 h 696873"/>
                <a:gd name="connsiteX571" fmla="*/ 78009 w 1212484"/>
                <a:gd name="connsiteY571" fmla="*/ 666564 h 696873"/>
                <a:gd name="connsiteX572" fmla="*/ 71312 w 1212484"/>
                <a:gd name="connsiteY572" fmla="*/ 667308 h 696873"/>
                <a:gd name="connsiteX573" fmla="*/ 71312 w 1212484"/>
                <a:gd name="connsiteY573" fmla="*/ 670284 h 696873"/>
                <a:gd name="connsiteX574" fmla="*/ 64615 w 1212484"/>
                <a:gd name="connsiteY574" fmla="*/ 670284 h 696873"/>
                <a:gd name="connsiteX575" fmla="*/ 64615 w 1212484"/>
                <a:gd name="connsiteY575" fmla="*/ 673261 h 696873"/>
                <a:gd name="connsiteX576" fmla="*/ 62057 w 1212484"/>
                <a:gd name="connsiteY576" fmla="*/ 673447 h 696873"/>
                <a:gd name="connsiteX577" fmla="*/ 59406 w 1212484"/>
                <a:gd name="connsiteY577" fmla="*/ 674005 h 696873"/>
                <a:gd name="connsiteX578" fmla="*/ 59077 w 1212484"/>
                <a:gd name="connsiteY578" fmla="*/ 675502 h 696873"/>
                <a:gd name="connsiteX579" fmla="*/ 58661 w 1212484"/>
                <a:gd name="connsiteY579" fmla="*/ 676982 h 696873"/>
                <a:gd name="connsiteX580" fmla="*/ 55313 w 1212484"/>
                <a:gd name="connsiteY580" fmla="*/ 677400 h 696873"/>
                <a:gd name="connsiteX581" fmla="*/ 51964 w 1212484"/>
                <a:gd name="connsiteY581" fmla="*/ 677726 h 696873"/>
                <a:gd name="connsiteX582" fmla="*/ 51220 w 1212484"/>
                <a:gd name="connsiteY582" fmla="*/ 679958 h 696873"/>
                <a:gd name="connsiteX583" fmla="*/ 48615 w 1212484"/>
                <a:gd name="connsiteY583" fmla="*/ 679865 h 696873"/>
                <a:gd name="connsiteX584" fmla="*/ 46011 w 1212484"/>
                <a:gd name="connsiteY584" fmla="*/ 679958 h 696873"/>
                <a:gd name="connsiteX585" fmla="*/ 45685 w 1212484"/>
                <a:gd name="connsiteY585" fmla="*/ 681772 h 696873"/>
                <a:gd name="connsiteX586" fmla="*/ 45267 w 1212484"/>
                <a:gd name="connsiteY586" fmla="*/ 683679 h 696873"/>
                <a:gd name="connsiteX587" fmla="*/ 40662 w 1212484"/>
                <a:gd name="connsiteY587" fmla="*/ 684173 h 696873"/>
                <a:gd name="connsiteX588" fmla="*/ 39314 w 1212484"/>
                <a:gd name="connsiteY588" fmla="*/ 684423 h 696873"/>
                <a:gd name="connsiteX589" fmla="*/ 38570 w 1212484"/>
                <a:gd name="connsiteY589" fmla="*/ 686656 h 696873"/>
                <a:gd name="connsiteX590" fmla="*/ 35547 w 1212484"/>
                <a:gd name="connsiteY590" fmla="*/ 687167 h 696873"/>
                <a:gd name="connsiteX591" fmla="*/ 32616 w 1212484"/>
                <a:gd name="connsiteY591" fmla="*/ 687400 h 696873"/>
                <a:gd name="connsiteX592" fmla="*/ 32616 w 1212484"/>
                <a:gd name="connsiteY592" fmla="*/ 690376 h 696873"/>
                <a:gd name="connsiteX593" fmla="*/ 28038 w 1212484"/>
                <a:gd name="connsiteY593" fmla="*/ 690667 h 696873"/>
                <a:gd name="connsiteX594" fmla="*/ 26663 w 1212484"/>
                <a:gd name="connsiteY594" fmla="*/ 691120 h 696873"/>
                <a:gd name="connsiteX595" fmla="*/ 26312 w 1212484"/>
                <a:gd name="connsiteY595" fmla="*/ 692617 h 696873"/>
                <a:gd name="connsiteX596" fmla="*/ 25919 w 1212484"/>
                <a:gd name="connsiteY596" fmla="*/ 694097 h 696873"/>
                <a:gd name="connsiteX597" fmla="*/ 22571 w 1212484"/>
                <a:gd name="connsiteY597" fmla="*/ 694516 h 696873"/>
                <a:gd name="connsiteX598" fmla="*/ 19222 w 1212484"/>
                <a:gd name="connsiteY598" fmla="*/ 694841 h 696873"/>
                <a:gd name="connsiteX599" fmla="*/ 18478 w 1212484"/>
                <a:gd name="connsiteY599" fmla="*/ 697073 h 696873"/>
                <a:gd name="connsiteX600" fmla="*/ 11036 w 1212484"/>
                <a:gd name="connsiteY600" fmla="*/ 697073 h 696873"/>
                <a:gd name="connsiteX601" fmla="*/ 10292 w 1212484"/>
                <a:gd name="connsiteY601" fmla="*/ 681447 h 696873"/>
                <a:gd name="connsiteX602" fmla="*/ 8060 w 1212484"/>
                <a:gd name="connsiteY602" fmla="*/ 681447 h 696873"/>
                <a:gd name="connsiteX603" fmla="*/ 8015 w 1212484"/>
                <a:gd name="connsiteY603" fmla="*/ 679751 h 696873"/>
                <a:gd name="connsiteX604" fmla="*/ 7781 w 1212484"/>
                <a:gd name="connsiteY604" fmla="*/ 672191 h 696873"/>
                <a:gd name="connsiteX605" fmla="*/ 7711 w 1212484"/>
                <a:gd name="connsiteY605" fmla="*/ 669521 h 696873"/>
                <a:gd name="connsiteX606" fmla="*/ 7624 w 1212484"/>
                <a:gd name="connsiteY606" fmla="*/ 666985 h 696873"/>
                <a:gd name="connsiteX607" fmla="*/ 7553 w 1212484"/>
                <a:gd name="connsiteY607" fmla="*/ 664635 h 696873"/>
                <a:gd name="connsiteX608" fmla="*/ 7316 w 1212484"/>
                <a:gd name="connsiteY608" fmla="*/ 662843 h 696873"/>
                <a:gd name="connsiteX609" fmla="*/ 5827 w 1212484"/>
                <a:gd name="connsiteY609" fmla="*/ 662099 h 696873"/>
                <a:gd name="connsiteX610" fmla="*/ 5598 w 1212484"/>
                <a:gd name="connsiteY610" fmla="*/ 657872 h 696873"/>
                <a:gd name="connsiteX611" fmla="*/ 5541 w 1212484"/>
                <a:gd name="connsiteY611" fmla="*/ 655265 h 696873"/>
                <a:gd name="connsiteX612" fmla="*/ 5471 w 1212484"/>
                <a:gd name="connsiteY612" fmla="*/ 649789 h 696873"/>
                <a:gd name="connsiteX613" fmla="*/ 5412 w 1212484"/>
                <a:gd name="connsiteY613" fmla="*/ 647175 h 696873"/>
                <a:gd name="connsiteX614" fmla="*/ 5381 w 1212484"/>
                <a:gd name="connsiteY614" fmla="*/ 644769 h 696873"/>
                <a:gd name="connsiteX615" fmla="*/ 3964 w 1212484"/>
                <a:gd name="connsiteY615" fmla="*/ 641734 h 696873"/>
                <a:gd name="connsiteX616" fmla="*/ 2597 w 1212484"/>
                <a:gd name="connsiteY616" fmla="*/ 636918 h 696873"/>
                <a:gd name="connsiteX617" fmla="*/ 2598 w 1212484"/>
                <a:gd name="connsiteY617" fmla="*/ 634707 h 696873"/>
                <a:gd name="connsiteX618" fmla="*/ 2633 w 1212484"/>
                <a:gd name="connsiteY618" fmla="*/ 632325 h 696873"/>
                <a:gd name="connsiteX619" fmla="*/ 2642 w 1212484"/>
                <a:gd name="connsiteY619" fmla="*/ 629882 h 696873"/>
                <a:gd name="connsiteX620" fmla="*/ 2711 w 1212484"/>
                <a:gd name="connsiteY620" fmla="*/ 622148 h 696873"/>
                <a:gd name="connsiteX621" fmla="*/ 2742 w 1212484"/>
                <a:gd name="connsiteY621" fmla="*/ 616908 h 696873"/>
                <a:gd name="connsiteX622" fmla="*/ 2851 w 1212484"/>
                <a:gd name="connsiteY622" fmla="*/ 604056 h 696873"/>
                <a:gd name="connsiteX623" fmla="*/ 1363 w 1212484"/>
                <a:gd name="connsiteY623" fmla="*/ 604056 h 696873"/>
                <a:gd name="connsiteX624" fmla="*/ 1324 w 1212484"/>
                <a:gd name="connsiteY624" fmla="*/ 571786 h 696873"/>
                <a:gd name="connsiteX625" fmla="*/ 1306 w 1212484"/>
                <a:gd name="connsiteY625" fmla="*/ 556803 h 696873"/>
                <a:gd name="connsiteX626" fmla="*/ 1292 w 1212484"/>
                <a:gd name="connsiteY626" fmla="*/ 542357 h 696873"/>
                <a:gd name="connsiteX627" fmla="*/ 1284 w 1212484"/>
                <a:gd name="connsiteY627" fmla="*/ 536832 h 696873"/>
                <a:gd name="connsiteX628" fmla="*/ 1278 w 1212484"/>
                <a:gd name="connsiteY628" fmla="*/ 529123 h 696873"/>
                <a:gd name="connsiteX629" fmla="*/ 1270 w 1212484"/>
                <a:gd name="connsiteY629" fmla="*/ 526791 h 696873"/>
                <a:gd name="connsiteX630" fmla="*/ 1273 w 1212484"/>
                <a:gd name="connsiteY630" fmla="*/ 524682 h 696873"/>
                <a:gd name="connsiteX631" fmla="*/ 1271 w 1212484"/>
                <a:gd name="connsiteY631" fmla="*/ 522838 h 696873"/>
                <a:gd name="connsiteX632" fmla="*/ 2107 w 1212484"/>
                <a:gd name="connsiteY632" fmla="*/ 520712 h 696873"/>
                <a:gd name="connsiteX633" fmla="*/ 2224 w 1212484"/>
                <a:gd name="connsiteY633" fmla="*/ 517316 h 696873"/>
                <a:gd name="connsiteX634" fmla="*/ 2247 w 1212484"/>
                <a:gd name="connsiteY634" fmla="*/ 515126 h 696873"/>
                <a:gd name="connsiteX635" fmla="*/ 2264 w 1212484"/>
                <a:gd name="connsiteY635" fmla="*/ 512742 h 696873"/>
                <a:gd name="connsiteX636" fmla="*/ 2328 w 1212484"/>
                <a:gd name="connsiteY636" fmla="*/ 507794 h 696873"/>
                <a:gd name="connsiteX637" fmla="*/ 2405 w 1212484"/>
                <a:gd name="connsiteY637" fmla="*/ 499955 h 696873"/>
                <a:gd name="connsiteX638" fmla="*/ 2496 w 1212484"/>
                <a:gd name="connsiteY638" fmla="*/ 492417 h 696873"/>
                <a:gd name="connsiteX639" fmla="*/ 2504 w 1212484"/>
                <a:gd name="connsiteY639" fmla="*/ 490042 h 696873"/>
                <a:gd name="connsiteX640" fmla="*/ 2541 w 1212484"/>
                <a:gd name="connsiteY640" fmla="*/ 487838 h 696873"/>
                <a:gd name="connsiteX641" fmla="*/ 2559 w 1212484"/>
                <a:gd name="connsiteY641" fmla="*/ 485897 h 696873"/>
                <a:gd name="connsiteX642" fmla="*/ 5083 w 1212484"/>
                <a:gd name="connsiteY642" fmla="*/ 482017 h 696873"/>
                <a:gd name="connsiteX643" fmla="*/ 5412 w 1212484"/>
                <a:gd name="connsiteY643" fmla="*/ 477267 h 696873"/>
                <a:gd name="connsiteX644" fmla="*/ 5471 w 1212484"/>
                <a:gd name="connsiteY644" fmla="*/ 474450 h 696873"/>
                <a:gd name="connsiteX645" fmla="*/ 5502 w 1212484"/>
                <a:gd name="connsiteY645" fmla="*/ 471506 h 696873"/>
                <a:gd name="connsiteX646" fmla="*/ 5598 w 1212484"/>
                <a:gd name="connsiteY646" fmla="*/ 465733 h 696873"/>
                <a:gd name="connsiteX647" fmla="*/ 5626 w 1212484"/>
                <a:gd name="connsiteY647" fmla="*/ 463143 h 696873"/>
                <a:gd name="connsiteX648" fmla="*/ 5827 w 1212484"/>
                <a:gd name="connsiteY648" fmla="*/ 461181 h 696873"/>
                <a:gd name="connsiteX649" fmla="*/ 7316 w 1212484"/>
                <a:gd name="connsiteY649" fmla="*/ 460437 h 696873"/>
                <a:gd name="connsiteX650" fmla="*/ 7545 w 1212484"/>
                <a:gd name="connsiteY650" fmla="*/ 456484 h 696873"/>
                <a:gd name="connsiteX651" fmla="*/ 7602 w 1212484"/>
                <a:gd name="connsiteY651" fmla="*/ 454059 h 696873"/>
                <a:gd name="connsiteX652" fmla="*/ 7672 w 1212484"/>
                <a:gd name="connsiteY652" fmla="*/ 448955 h 696873"/>
                <a:gd name="connsiteX653" fmla="*/ 7731 w 1212484"/>
                <a:gd name="connsiteY653" fmla="*/ 446531 h 696873"/>
                <a:gd name="connsiteX654" fmla="*/ 7762 w 1212484"/>
                <a:gd name="connsiteY654" fmla="*/ 444290 h 696873"/>
                <a:gd name="connsiteX655" fmla="*/ 8060 w 1212484"/>
                <a:gd name="connsiteY655" fmla="*/ 442577 h 696873"/>
                <a:gd name="connsiteX656" fmla="*/ 10292 w 1212484"/>
                <a:gd name="connsiteY656" fmla="*/ 441833 h 696873"/>
                <a:gd name="connsiteX657" fmla="*/ 10488 w 1212484"/>
                <a:gd name="connsiteY657" fmla="*/ 433295 h 696873"/>
                <a:gd name="connsiteX658" fmla="*/ 11036 w 1212484"/>
                <a:gd name="connsiteY658" fmla="*/ 428439 h 696873"/>
                <a:gd name="connsiteX659" fmla="*/ 15501 w 1212484"/>
                <a:gd name="connsiteY659" fmla="*/ 426950 h 696873"/>
                <a:gd name="connsiteX660" fmla="*/ 16245 w 1212484"/>
                <a:gd name="connsiteY660" fmla="*/ 423974 h 696873"/>
                <a:gd name="connsiteX661" fmla="*/ 19222 w 1212484"/>
                <a:gd name="connsiteY661" fmla="*/ 423974 h 696873"/>
                <a:gd name="connsiteX662" fmla="*/ 19222 w 1212484"/>
                <a:gd name="connsiteY662" fmla="*/ 420997 h 696873"/>
                <a:gd name="connsiteX663" fmla="*/ 22199 w 1212484"/>
                <a:gd name="connsiteY663" fmla="*/ 420997 h 696873"/>
                <a:gd name="connsiteX664" fmla="*/ 23687 w 1212484"/>
                <a:gd name="connsiteY664" fmla="*/ 417277 h 696873"/>
                <a:gd name="connsiteX665" fmla="*/ 26663 w 1212484"/>
                <a:gd name="connsiteY665" fmla="*/ 416532 h 696873"/>
                <a:gd name="connsiteX666" fmla="*/ 27035 w 1212484"/>
                <a:gd name="connsiteY666" fmla="*/ 414998 h 696873"/>
                <a:gd name="connsiteX667" fmla="*/ 27407 w 1212484"/>
                <a:gd name="connsiteY667" fmla="*/ 413556 h 696873"/>
                <a:gd name="connsiteX668" fmla="*/ 30384 w 1212484"/>
                <a:gd name="connsiteY668" fmla="*/ 413556 h 696873"/>
                <a:gd name="connsiteX669" fmla="*/ 30384 w 1212484"/>
                <a:gd name="connsiteY669" fmla="*/ 410579 h 696873"/>
                <a:gd name="connsiteX670" fmla="*/ 33361 w 1212484"/>
                <a:gd name="connsiteY670" fmla="*/ 410579 h 696873"/>
                <a:gd name="connsiteX671" fmla="*/ 33686 w 1212484"/>
                <a:gd name="connsiteY671" fmla="*/ 409138 h 696873"/>
                <a:gd name="connsiteX672" fmla="*/ 34105 w 1212484"/>
                <a:gd name="connsiteY672" fmla="*/ 407603 h 696873"/>
                <a:gd name="connsiteX673" fmla="*/ 36012 w 1212484"/>
                <a:gd name="connsiteY673" fmla="*/ 407231 h 696873"/>
                <a:gd name="connsiteX674" fmla="*/ 37825 w 1212484"/>
                <a:gd name="connsiteY674" fmla="*/ 406859 h 696873"/>
                <a:gd name="connsiteX675" fmla="*/ 37825 w 1212484"/>
                <a:gd name="connsiteY675" fmla="*/ 403882 h 696873"/>
                <a:gd name="connsiteX676" fmla="*/ 40802 w 1212484"/>
                <a:gd name="connsiteY676" fmla="*/ 403138 h 696873"/>
                <a:gd name="connsiteX677" fmla="*/ 41546 w 1212484"/>
                <a:gd name="connsiteY677" fmla="*/ 400906 h 696873"/>
                <a:gd name="connsiteX678" fmla="*/ 42988 w 1212484"/>
                <a:gd name="connsiteY678" fmla="*/ 400208 h 696873"/>
                <a:gd name="connsiteX679" fmla="*/ 45267 w 1212484"/>
                <a:gd name="connsiteY679" fmla="*/ 397882 h 696873"/>
                <a:gd name="connsiteX680" fmla="*/ 46011 w 1212484"/>
                <a:gd name="connsiteY680" fmla="*/ 396441 h 696873"/>
                <a:gd name="connsiteX681" fmla="*/ 48988 w 1212484"/>
                <a:gd name="connsiteY681" fmla="*/ 395697 h 696873"/>
                <a:gd name="connsiteX682" fmla="*/ 49732 w 1212484"/>
                <a:gd name="connsiteY682" fmla="*/ 393464 h 696873"/>
                <a:gd name="connsiteX683" fmla="*/ 51964 w 1212484"/>
                <a:gd name="connsiteY683" fmla="*/ 392720 h 696873"/>
                <a:gd name="connsiteX684" fmla="*/ 52708 w 1212484"/>
                <a:gd name="connsiteY684" fmla="*/ 390488 h 696873"/>
                <a:gd name="connsiteX685" fmla="*/ 56429 w 1212484"/>
                <a:gd name="connsiteY685" fmla="*/ 388999 h 696873"/>
                <a:gd name="connsiteX686" fmla="*/ 57173 w 1212484"/>
                <a:gd name="connsiteY686" fmla="*/ 386767 h 696873"/>
                <a:gd name="connsiteX687" fmla="*/ 58615 w 1212484"/>
                <a:gd name="connsiteY687" fmla="*/ 386441 h 696873"/>
                <a:gd name="connsiteX688" fmla="*/ 60150 w 1212484"/>
                <a:gd name="connsiteY688" fmla="*/ 386023 h 696873"/>
                <a:gd name="connsiteX689" fmla="*/ 61638 w 1212484"/>
                <a:gd name="connsiteY689" fmla="*/ 383046 h 696873"/>
                <a:gd name="connsiteX690" fmla="*/ 64615 w 1212484"/>
                <a:gd name="connsiteY690" fmla="*/ 381558 h 696873"/>
                <a:gd name="connsiteX691" fmla="*/ 65359 w 1212484"/>
                <a:gd name="connsiteY691" fmla="*/ 379325 h 696873"/>
                <a:gd name="connsiteX692" fmla="*/ 68335 w 1212484"/>
                <a:gd name="connsiteY692" fmla="*/ 379325 h 696873"/>
                <a:gd name="connsiteX693" fmla="*/ 69079 w 1212484"/>
                <a:gd name="connsiteY693" fmla="*/ 376349 h 696873"/>
                <a:gd name="connsiteX694" fmla="*/ 71312 w 1212484"/>
                <a:gd name="connsiteY694" fmla="*/ 375605 h 696873"/>
                <a:gd name="connsiteX695" fmla="*/ 71963 w 1212484"/>
                <a:gd name="connsiteY695" fmla="*/ 374070 h 696873"/>
                <a:gd name="connsiteX696" fmla="*/ 72800 w 1212484"/>
                <a:gd name="connsiteY696" fmla="*/ 372628 h 696873"/>
                <a:gd name="connsiteX697" fmla="*/ 76521 w 1212484"/>
                <a:gd name="connsiteY697" fmla="*/ 372628 h 696873"/>
                <a:gd name="connsiteX698" fmla="*/ 76521 w 1212484"/>
                <a:gd name="connsiteY698" fmla="*/ 369652 h 696873"/>
                <a:gd name="connsiteX699" fmla="*/ 79497 w 1212484"/>
                <a:gd name="connsiteY699" fmla="*/ 368908 h 696873"/>
                <a:gd name="connsiteX700" fmla="*/ 80195 w 1212484"/>
                <a:gd name="connsiteY700" fmla="*/ 367373 h 696873"/>
                <a:gd name="connsiteX701" fmla="*/ 80986 w 1212484"/>
                <a:gd name="connsiteY701" fmla="*/ 365931 h 696873"/>
                <a:gd name="connsiteX702" fmla="*/ 84706 w 1212484"/>
                <a:gd name="connsiteY702" fmla="*/ 365931 h 696873"/>
                <a:gd name="connsiteX703" fmla="*/ 84706 w 1212484"/>
                <a:gd name="connsiteY703" fmla="*/ 362954 h 696873"/>
                <a:gd name="connsiteX704" fmla="*/ 87683 w 1212484"/>
                <a:gd name="connsiteY704" fmla="*/ 362954 h 696873"/>
                <a:gd name="connsiteX705" fmla="*/ 87962 w 1212484"/>
                <a:gd name="connsiteY705" fmla="*/ 361141 h 696873"/>
                <a:gd name="connsiteX706" fmla="*/ 88427 w 1212484"/>
                <a:gd name="connsiteY706" fmla="*/ 359234 h 696873"/>
                <a:gd name="connsiteX707" fmla="*/ 92892 w 1212484"/>
                <a:gd name="connsiteY707" fmla="*/ 358490 h 696873"/>
                <a:gd name="connsiteX708" fmla="*/ 92892 w 1212484"/>
                <a:gd name="connsiteY708" fmla="*/ 356257 h 696873"/>
                <a:gd name="connsiteX709" fmla="*/ 95868 w 1212484"/>
                <a:gd name="connsiteY709" fmla="*/ 354769 h 696873"/>
                <a:gd name="connsiteX710" fmla="*/ 96613 w 1212484"/>
                <a:gd name="connsiteY710" fmla="*/ 352536 h 696873"/>
                <a:gd name="connsiteX711" fmla="*/ 100333 w 1212484"/>
                <a:gd name="connsiteY711" fmla="*/ 351048 h 696873"/>
                <a:gd name="connsiteX712" fmla="*/ 101822 w 1212484"/>
                <a:gd name="connsiteY712" fmla="*/ 348816 h 696873"/>
                <a:gd name="connsiteX713" fmla="*/ 104054 w 1212484"/>
                <a:gd name="connsiteY713" fmla="*/ 348072 h 696873"/>
                <a:gd name="connsiteX714" fmla="*/ 104798 w 1212484"/>
                <a:gd name="connsiteY714" fmla="*/ 345839 h 696873"/>
                <a:gd name="connsiteX715" fmla="*/ 108519 w 1212484"/>
                <a:gd name="connsiteY715" fmla="*/ 344351 h 696873"/>
                <a:gd name="connsiteX716" fmla="*/ 109263 w 1212484"/>
                <a:gd name="connsiteY716" fmla="*/ 342118 h 696873"/>
                <a:gd name="connsiteX717" fmla="*/ 110658 w 1212484"/>
                <a:gd name="connsiteY717" fmla="*/ 341793 h 696873"/>
                <a:gd name="connsiteX718" fmla="*/ 113356 w 1212484"/>
                <a:gd name="connsiteY718" fmla="*/ 339840 h 696873"/>
                <a:gd name="connsiteX719" fmla="*/ 114472 w 1212484"/>
                <a:gd name="connsiteY719" fmla="*/ 338398 h 696873"/>
                <a:gd name="connsiteX720" fmla="*/ 117449 w 1212484"/>
                <a:gd name="connsiteY720" fmla="*/ 338398 h 696873"/>
                <a:gd name="connsiteX721" fmla="*/ 118193 w 1212484"/>
                <a:gd name="connsiteY721" fmla="*/ 335421 h 696873"/>
                <a:gd name="connsiteX722" fmla="*/ 120425 w 1212484"/>
                <a:gd name="connsiteY722" fmla="*/ 334677 h 696873"/>
                <a:gd name="connsiteX723" fmla="*/ 121076 w 1212484"/>
                <a:gd name="connsiteY723" fmla="*/ 333142 h 696873"/>
                <a:gd name="connsiteX724" fmla="*/ 121913 w 1212484"/>
                <a:gd name="connsiteY724" fmla="*/ 331700 h 696873"/>
                <a:gd name="connsiteX725" fmla="*/ 125634 w 1212484"/>
                <a:gd name="connsiteY725" fmla="*/ 331700 h 696873"/>
                <a:gd name="connsiteX726" fmla="*/ 126378 w 1212484"/>
                <a:gd name="connsiteY726" fmla="*/ 328724 h 696873"/>
                <a:gd name="connsiteX727" fmla="*/ 129355 w 1212484"/>
                <a:gd name="connsiteY727" fmla="*/ 327236 h 696873"/>
                <a:gd name="connsiteX728" fmla="*/ 130099 w 1212484"/>
                <a:gd name="connsiteY728" fmla="*/ 325003 h 696873"/>
                <a:gd name="connsiteX729" fmla="*/ 134564 w 1212484"/>
                <a:gd name="connsiteY729" fmla="*/ 325003 h 696873"/>
                <a:gd name="connsiteX730" fmla="*/ 134564 w 1212484"/>
                <a:gd name="connsiteY730" fmla="*/ 322027 h 696873"/>
                <a:gd name="connsiteX731" fmla="*/ 139029 w 1212484"/>
                <a:gd name="connsiteY731" fmla="*/ 321283 h 696873"/>
                <a:gd name="connsiteX732" fmla="*/ 139029 w 1212484"/>
                <a:gd name="connsiteY732" fmla="*/ 318306 h 696873"/>
                <a:gd name="connsiteX733" fmla="*/ 140842 w 1212484"/>
                <a:gd name="connsiteY733" fmla="*/ 318538 h 696873"/>
                <a:gd name="connsiteX734" fmla="*/ 142749 w 1212484"/>
                <a:gd name="connsiteY734" fmla="*/ 318306 h 696873"/>
                <a:gd name="connsiteX735" fmla="*/ 143493 w 1212484"/>
                <a:gd name="connsiteY735" fmla="*/ 314585 h 696873"/>
                <a:gd name="connsiteX736" fmla="*/ 147214 w 1212484"/>
                <a:gd name="connsiteY736" fmla="*/ 313841 h 696873"/>
                <a:gd name="connsiteX737" fmla="*/ 147958 w 1212484"/>
                <a:gd name="connsiteY737" fmla="*/ 311609 h 696873"/>
                <a:gd name="connsiteX738" fmla="*/ 149865 w 1212484"/>
                <a:gd name="connsiteY738" fmla="*/ 311283 h 696873"/>
                <a:gd name="connsiteX739" fmla="*/ 151679 w 1212484"/>
                <a:gd name="connsiteY739" fmla="*/ 310865 h 696873"/>
                <a:gd name="connsiteX740" fmla="*/ 151679 w 1212484"/>
                <a:gd name="connsiteY740" fmla="*/ 307888 h 696873"/>
                <a:gd name="connsiteX741" fmla="*/ 153865 w 1212484"/>
                <a:gd name="connsiteY741" fmla="*/ 308074 h 696873"/>
                <a:gd name="connsiteX742" fmla="*/ 156144 w 1212484"/>
                <a:gd name="connsiteY742" fmla="*/ 307888 h 696873"/>
                <a:gd name="connsiteX743" fmla="*/ 156888 w 1212484"/>
                <a:gd name="connsiteY743" fmla="*/ 304911 h 696873"/>
                <a:gd name="connsiteX744" fmla="*/ 160609 w 1212484"/>
                <a:gd name="connsiteY744" fmla="*/ 303423 h 696873"/>
                <a:gd name="connsiteX745" fmla="*/ 160609 w 1212484"/>
                <a:gd name="connsiteY745" fmla="*/ 301191 h 696873"/>
                <a:gd name="connsiteX746" fmla="*/ 165074 w 1212484"/>
                <a:gd name="connsiteY746" fmla="*/ 299702 h 696873"/>
                <a:gd name="connsiteX747" fmla="*/ 165818 w 1212484"/>
                <a:gd name="connsiteY747" fmla="*/ 297470 h 696873"/>
                <a:gd name="connsiteX748" fmla="*/ 169538 w 1212484"/>
                <a:gd name="connsiteY748" fmla="*/ 296726 h 696873"/>
                <a:gd name="connsiteX749" fmla="*/ 170282 w 1212484"/>
                <a:gd name="connsiteY749" fmla="*/ 294493 h 696873"/>
                <a:gd name="connsiteX750" fmla="*/ 174747 w 1212484"/>
                <a:gd name="connsiteY750" fmla="*/ 293749 h 696873"/>
                <a:gd name="connsiteX751" fmla="*/ 174747 w 1212484"/>
                <a:gd name="connsiteY751" fmla="*/ 290773 h 696873"/>
                <a:gd name="connsiteX752" fmla="*/ 178468 w 1212484"/>
                <a:gd name="connsiteY752" fmla="*/ 290029 h 696873"/>
                <a:gd name="connsiteX753" fmla="*/ 179212 w 1212484"/>
                <a:gd name="connsiteY753" fmla="*/ 287796 h 696873"/>
                <a:gd name="connsiteX754" fmla="*/ 181073 w 1212484"/>
                <a:gd name="connsiteY754" fmla="*/ 287471 h 696873"/>
                <a:gd name="connsiteX755" fmla="*/ 182933 w 1212484"/>
                <a:gd name="connsiteY755" fmla="*/ 287052 h 696873"/>
                <a:gd name="connsiteX756" fmla="*/ 183258 w 1212484"/>
                <a:gd name="connsiteY756" fmla="*/ 285564 h 696873"/>
                <a:gd name="connsiteX757" fmla="*/ 183677 w 1212484"/>
                <a:gd name="connsiteY757" fmla="*/ 284075 h 696873"/>
                <a:gd name="connsiteX758" fmla="*/ 188142 w 1212484"/>
                <a:gd name="connsiteY758" fmla="*/ 283331 h 696873"/>
                <a:gd name="connsiteX759" fmla="*/ 188886 w 1212484"/>
                <a:gd name="connsiteY759" fmla="*/ 281099 h 696873"/>
                <a:gd name="connsiteX760" fmla="*/ 191863 w 1212484"/>
                <a:gd name="connsiteY760" fmla="*/ 279611 h 696873"/>
                <a:gd name="connsiteX761" fmla="*/ 192607 w 1212484"/>
                <a:gd name="connsiteY761" fmla="*/ 277378 h 696873"/>
                <a:gd name="connsiteX762" fmla="*/ 194839 w 1212484"/>
                <a:gd name="connsiteY762" fmla="*/ 277053 h 696873"/>
                <a:gd name="connsiteX763" fmla="*/ 197072 w 1212484"/>
                <a:gd name="connsiteY763" fmla="*/ 276634 h 696873"/>
                <a:gd name="connsiteX764" fmla="*/ 197444 w 1212484"/>
                <a:gd name="connsiteY764" fmla="*/ 275099 h 696873"/>
                <a:gd name="connsiteX765" fmla="*/ 197816 w 1212484"/>
                <a:gd name="connsiteY765" fmla="*/ 273658 h 696873"/>
                <a:gd name="connsiteX766" fmla="*/ 202281 w 1212484"/>
                <a:gd name="connsiteY766" fmla="*/ 273658 h 696873"/>
                <a:gd name="connsiteX767" fmla="*/ 202281 w 1212484"/>
                <a:gd name="connsiteY767" fmla="*/ 270681 h 696873"/>
                <a:gd name="connsiteX768" fmla="*/ 206745 w 1212484"/>
                <a:gd name="connsiteY768" fmla="*/ 269193 h 696873"/>
                <a:gd name="connsiteX769" fmla="*/ 207490 w 1212484"/>
                <a:gd name="connsiteY769" fmla="*/ 266960 h 696873"/>
                <a:gd name="connsiteX770" fmla="*/ 209350 w 1212484"/>
                <a:gd name="connsiteY770" fmla="*/ 266635 h 696873"/>
                <a:gd name="connsiteX771" fmla="*/ 211210 w 1212484"/>
                <a:gd name="connsiteY771" fmla="*/ 266216 h 696873"/>
                <a:gd name="connsiteX772" fmla="*/ 211582 w 1212484"/>
                <a:gd name="connsiteY772" fmla="*/ 264681 h 696873"/>
                <a:gd name="connsiteX773" fmla="*/ 211954 w 1212484"/>
                <a:gd name="connsiteY773" fmla="*/ 263240 h 696873"/>
                <a:gd name="connsiteX774" fmla="*/ 215675 w 1212484"/>
                <a:gd name="connsiteY774" fmla="*/ 263240 h 696873"/>
                <a:gd name="connsiteX775" fmla="*/ 216373 w 1212484"/>
                <a:gd name="connsiteY775" fmla="*/ 261798 h 696873"/>
                <a:gd name="connsiteX776" fmla="*/ 217163 w 1212484"/>
                <a:gd name="connsiteY776" fmla="*/ 260263 h 696873"/>
                <a:gd name="connsiteX777" fmla="*/ 219442 w 1212484"/>
                <a:gd name="connsiteY777" fmla="*/ 259891 h 696873"/>
                <a:gd name="connsiteX778" fmla="*/ 221628 w 1212484"/>
                <a:gd name="connsiteY778" fmla="*/ 259519 h 696873"/>
                <a:gd name="connsiteX779" fmla="*/ 222000 w 1212484"/>
                <a:gd name="connsiteY779" fmla="*/ 257984 h 696873"/>
                <a:gd name="connsiteX780" fmla="*/ 222372 w 1212484"/>
                <a:gd name="connsiteY780" fmla="*/ 256542 h 696873"/>
                <a:gd name="connsiteX781" fmla="*/ 226837 w 1212484"/>
                <a:gd name="connsiteY781" fmla="*/ 256542 h 696873"/>
                <a:gd name="connsiteX782" fmla="*/ 227581 w 1212484"/>
                <a:gd name="connsiteY782" fmla="*/ 253566 h 696873"/>
                <a:gd name="connsiteX783" fmla="*/ 232046 w 1212484"/>
                <a:gd name="connsiteY783" fmla="*/ 252822 h 696873"/>
                <a:gd name="connsiteX784" fmla="*/ 232046 w 1212484"/>
                <a:gd name="connsiteY784" fmla="*/ 249845 h 696873"/>
                <a:gd name="connsiteX785" fmla="*/ 236511 w 1212484"/>
                <a:gd name="connsiteY785" fmla="*/ 248357 h 696873"/>
                <a:gd name="connsiteX786" fmla="*/ 237999 w 1212484"/>
                <a:gd name="connsiteY786" fmla="*/ 246124 h 696873"/>
                <a:gd name="connsiteX787" fmla="*/ 241720 w 1212484"/>
                <a:gd name="connsiteY787" fmla="*/ 246124 h 696873"/>
                <a:gd name="connsiteX788" fmla="*/ 241720 w 1212484"/>
                <a:gd name="connsiteY788" fmla="*/ 243148 h 696873"/>
                <a:gd name="connsiteX789" fmla="*/ 243906 w 1212484"/>
                <a:gd name="connsiteY789" fmla="*/ 242962 h 696873"/>
                <a:gd name="connsiteX790" fmla="*/ 246185 w 1212484"/>
                <a:gd name="connsiteY790" fmla="*/ 242404 h 696873"/>
                <a:gd name="connsiteX791" fmla="*/ 246510 w 1212484"/>
                <a:gd name="connsiteY791" fmla="*/ 240869 h 696873"/>
                <a:gd name="connsiteX792" fmla="*/ 246929 w 1212484"/>
                <a:gd name="connsiteY792" fmla="*/ 239427 h 696873"/>
                <a:gd name="connsiteX793" fmla="*/ 252138 w 1212484"/>
                <a:gd name="connsiteY793" fmla="*/ 239427 h 696873"/>
                <a:gd name="connsiteX794" fmla="*/ 252138 w 1212484"/>
                <a:gd name="connsiteY794" fmla="*/ 236450 h 696873"/>
                <a:gd name="connsiteX795" fmla="*/ 257347 w 1212484"/>
                <a:gd name="connsiteY795" fmla="*/ 234962 h 696873"/>
                <a:gd name="connsiteX796" fmla="*/ 258091 w 1212484"/>
                <a:gd name="connsiteY796" fmla="*/ 232730 h 696873"/>
                <a:gd name="connsiteX797" fmla="*/ 261812 w 1212484"/>
                <a:gd name="connsiteY797" fmla="*/ 231986 h 696873"/>
                <a:gd name="connsiteX798" fmla="*/ 262556 w 1212484"/>
                <a:gd name="connsiteY798" fmla="*/ 229753 h 696873"/>
                <a:gd name="connsiteX799" fmla="*/ 267765 w 1212484"/>
                <a:gd name="connsiteY799" fmla="*/ 228265 h 696873"/>
                <a:gd name="connsiteX800" fmla="*/ 268509 w 1212484"/>
                <a:gd name="connsiteY800" fmla="*/ 226033 h 696873"/>
                <a:gd name="connsiteX801" fmla="*/ 270741 w 1212484"/>
                <a:gd name="connsiteY801" fmla="*/ 225707 h 696873"/>
                <a:gd name="connsiteX802" fmla="*/ 272974 w 1212484"/>
                <a:gd name="connsiteY802" fmla="*/ 225288 h 696873"/>
                <a:gd name="connsiteX803" fmla="*/ 273299 w 1212484"/>
                <a:gd name="connsiteY803" fmla="*/ 223754 h 696873"/>
                <a:gd name="connsiteX804" fmla="*/ 273718 w 1212484"/>
                <a:gd name="connsiteY804" fmla="*/ 222312 h 696873"/>
                <a:gd name="connsiteX805" fmla="*/ 278927 w 1212484"/>
                <a:gd name="connsiteY805" fmla="*/ 222312 h 696873"/>
                <a:gd name="connsiteX806" fmla="*/ 278927 w 1212484"/>
                <a:gd name="connsiteY806" fmla="*/ 219335 h 696873"/>
                <a:gd name="connsiteX807" fmla="*/ 284136 w 1212484"/>
                <a:gd name="connsiteY807" fmla="*/ 217847 h 696873"/>
                <a:gd name="connsiteX808" fmla="*/ 284880 w 1212484"/>
                <a:gd name="connsiteY808" fmla="*/ 215615 h 696873"/>
                <a:gd name="connsiteX809" fmla="*/ 289345 w 1212484"/>
                <a:gd name="connsiteY809" fmla="*/ 214870 h 696873"/>
                <a:gd name="connsiteX810" fmla="*/ 290089 w 1212484"/>
                <a:gd name="connsiteY810" fmla="*/ 212638 h 696873"/>
                <a:gd name="connsiteX811" fmla="*/ 295298 w 1212484"/>
                <a:gd name="connsiteY811" fmla="*/ 211894 h 696873"/>
                <a:gd name="connsiteX812" fmla="*/ 295298 w 1212484"/>
                <a:gd name="connsiteY812" fmla="*/ 208917 h 696873"/>
                <a:gd name="connsiteX813" fmla="*/ 297856 w 1212484"/>
                <a:gd name="connsiteY813" fmla="*/ 209150 h 696873"/>
                <a:gd name="connsiteX814" fmla="*/ 300507 w 1212484"/>
                <a:gd name="connsiteY814" fmla="*/ 208917 h 696873"/>
                <a:gd name="connsiteX815" fmla="*/ 301251 w 1212484"/>
                <a:gd name="connsiteY815" fmla="*/ 205197 h 696873"/>
                <a:gd name="connsiteX816" fmla="*/ 305716 w 1212484"/>
                <a:gd name="connsiteY816" fmla="*/ 204452 h 696873"/>
                <a:gd name="connsiteX817" fmla="*/ 306460 w 1212484"/>
                <a:gd name="connsiteY817" fmla="*/ 202220 h 696873"/>
                <a:gd name="connsiteX818" fmla="*/ 309111 w 1212484"/>
                <a:gd name="connsiteY818" fmla="*/ 201476 h 696873"/>
                <a:gd name="connsiteX819" fmla="*/ 311669 w 1212484"/>
                <a:gd name="connsiteY819" fmla="*/ 200732 h 696873"/>
                <a:gd name="connsiteX820" fmla="*/ 311669 w 1212484"/>
                <a:gd name="connsiteY820" fmla="*/ 198499 h 696873"/>
                <a:gd name="connsiteX821" fmla="*/ 314553 w 1212484"/>
                <a:gd name="connsiteY821" fmla="*/ 198732 h 696873"/>
                <a:gd name="connsiteX822" fmla="*/ 317622 w 1212484"/>
                <a:gd name="connsiteY822" fmla="*/ 198499 h 696873"/>
                <a:gd name="connsiteX823" fmla="*/ 319111 w 1212484"/>
                <a:gd name="connsiteY823" fmla="*/ 194779 h 696873"/>
                <a:gd name="connsiteX824" fmla="*/ 322831 w 1212484"/>
                <a:gd name="connsiteY824" fmla="*/ 194034 h 696873"/>
                <a:gd name="connsiteX825" fmla="*/ 323575 w 1212484"/>
                <a:gd name="connsiteY825" fmla="*/ 191802 h 696873"/>
                <a:gd name="connsiteX826" fmla="*/ 326180 w 1212484"/>
                <a:gd name="connsiteY826" fmla="*/ 191476 h 696873"/>
                <a:gd name="connsiteX827" fmla="*/ 328784 w 1212484"/>
                <a:gd name="connsiteY827" fmla="*/ 191058 h 696873"/>
                <a:gd name="connsiteX828" fmla="*/ 329157 w 1212484"/>
                <a:gd name="connsiteY828" fmla="*/ 189570 h 696873"/>
                <a:gd name="connsiteX829" fmla="*/ 329529 w 1212484"/>
                <a:gd name="connsiteY829" fmla="*/ 188081 h 696873"/>
                <a:gd name="connsiteX830" fmla="*/ 334738 w 1212484"/>
                <a:gd name="connsiteY830" fmla="*/ 187337 h 696873"/>
                <a:gd name="connsiteX831" fmla="*/ 335482 w 1212484"/>
                <a:gd name="connsiteY831" fmla="*/ 185105 h 696873"/>
                <a:gd name="connsiteX832" fmla="*/ 338505 w 1212484"/>
                <a:gd name="connsiteY832" fmla="*/ 184593 h 696873"/>
                <a:gd name="connsiteX833" fmla="*/ 341435 w 1212484"/>
                <a:gd name="connsiteY833" fmla="*/ 184361 h 696873"/>
                <a:gd name="connsiteX834" fmla="*/ 341435 w 1212484"/>
                <a:gd name="connsiteY834" fmla="*/ 181384 h 696873"/>
                <a:gd name="connsiteX835" fmla="*/ 343993 w 1212484"/>
                <a:gd name="connsiteY835" fmla="*/ 181152 h 696873"/>
                <a:gd name="connsiteX836" fmla="*/ 346644 w 1212484"/>
                <a:gd name="connsiteY836" fmla="*/ 180640 h 696873"/>
                <a:gd name="connsiteX837" fmla="*/ 347388 w 1212484"/>
                <a:gd name="connsiteY837" fmla="*/ 178408 h 696873"/>
                <a:gd name="connsiteX838" fmla="*/ 349992 w 1212484"/>
                <a:gd name="connsiteY838" fmla="*/ 178082 h 696873"/>
                <a:gd name="connsiteX839" fmla="*/ 352597 w 1212484"/>
                <a:gd name="connsiteY839" fmla="*/ 177663 h 696873"/>
                <a:gd name="connsiteX840" fmla="*/ 352969 w 1212484"/>
                <a:gd name="connsiteY840" fmla="*/ 176175 h 696873"/>
                <a:gd name="connsiteX841" fmla="*/ 353341 w 1212484"/>
                <a:gd name="connsiteY841" fmla="*/ 174687 h 696873"/>
                <a:gd name="connsiteX842" fmla="*/ 358550 w 1212484"/>
                <a:gd name="connsiteY842" fmla="*/ 173943 h 696873"/>
                <a:gd name="connsiteX843" fmla="*/ 358876 w 1212484"/>
                <a:gd name="connsiteY843" fmla="*/ 172454 h 696873"/>
                <a:gd name="connsiteX844" fmla="*/ 359294 w 1212484"/>
                <a:gd name="connsiteY844" fmla="*/ 170966 h 696873"/>
                <a:gd name="connsiteX845" fmla="*/ 363899 w 1212484"/>
                <a:gd name="connsiteY845" fmla="*/ 170498 h 696873"/>
                <a:gd name="connsiteX846" fmla="*/ 365247 w 1212484"/>
                <a:gd name="connsiteY846" fmla="*/ 170222 h 696873"/>
                <a:gd name="connsiteX847" fmla="*/ 365991 w 1212484"/>
                <a:gd name="connsiteY847" fmla="*/ 167990 h 696873"/>
                <a:gd name="connsiteX848" fmla="*/ 368596 w 1212484"/>
                <a:gd name="connsiteY848" fmla="*/ 167664 h 696873"/>
                <a:gd name="connsiteX849" fmla="*/ 371200 w 1212484"/>
                <a:gd name="connsiteY849" fmla="*/ 167245 h 696873"/>
                <a:gd name="connsiteX850" fmla="*/ 371526 w 1212484"/>
                <a:gd name="connsiteY850" fmla="*/ 165711 h 696873"/>
                <a:gd name="connsiteX851" fmla="*/ 371945 w 1212484"/>
                <a:gd name="connsiteY851" fmla="*/ 164269 h 696873"/>
                <a:gd name="connsiteX852" fmla="*/ 377898 w 1212484"/>
                <a:gd name="connsiteY852" fmla="*/ 164269 h 696873"/>
                <a:gd name="connsiteX853" fmla="*/ 378642 w 1212484"/>
                <a:gd name="connsiteY853" fmla="*/ 161292 h 696873"/>
                <a:gd name="connsiteX854" fmla="*/ 381618 w 1212484"/>
                <a:gd name="connsiteY854" fmla="*/ 160502 h 696873"/>
                <a:gd name="connsiteX855" fmla="*/ 384595 w 1212484"/>
                <a:gd name="connsiteY855" fmla="*/ 159804 h 696873"/>
                <a:gd name="connsiteX856" fmla="*/ 385339 w 1212484"/>
                <a:gd name="connsiteY856" fmla="*/ 157572 h 696873"/>
                <a:gd name="connsiteX857" fmla="*/ 387944 w 1212484"/>
                <a:gd name="connsiteY857" fmla="*/ 157246 h 696873"/>
                <a:gd name="connsiteX858" fmla="*/ 390548 w 1212484"/>
                <a:gd name="connsiteY858" fmla="*/ 156827 h 696873"/>
                <a:gd name="connsiteX859" fmla="*/ 391292 w 1212484"/>
                <a:gd name="connsiteY859" fmla="*/ 153851 h 696873"/>
                <a:gd name="connsiteX860" fmla="*/ 395757 w 1212484"/>
                <a:gd name="connsiteY860" fmla="*/ 153851 h 696873"/>
                <a:gd name="connsiteX861" fmla="*/ 397990 w 1212484"/>
                <a:gd name="connsiteY861" fmla="*/ 150874 h 696873"/>
                <a:gd name="connsiteX862" fmla="*/ 400966 w 1212484"/>
                <a:gd name="connsiteY862" fmla="*/ 150549 h 696873"/>
                <a:gd name="connsiteX863" fmla="*/ 403943 w 1212484"/>
                <a:gd name="connsiteY863" fmla="*/ 150130 h 696873"/>
                <a:gd name="connsiteX864" fmla="*/ 404315 w 1212484"/>
                <a:gd name="connsiteY864" fmla="*/ 148642 h 696873"/>
                <a:gd name="connsiteX865" fmla="*/ 404687 w 1212484"/>
                <a:gd name="connsiteY865" fmla="*/ 147154 h 696873"/>
                <a:gd name="connsiteX866" fmla="*/ 409291 w 1212484"/>
                <a:gd name="connsiteY866" fmla="*/ 146686 h 696873"/>
                <a:gd name="connsiteX867" fmla="*/ 410640 w 1212484"/>
                <a:gd name="connsiteY867" fmla="*/ 146409 h 696873"/>
                <a:gd name="connsiteX868" fmla="*/ 411384 w 1212484"/>
                <a:gd name="connsiteY868" fmla="*/ 144177 h 696873"/>
                <a:gd name="connsiteX869" fmla="*/ 415988 w 1212484"/>
                <a:gd name="connsiteY869" fmla="*/ 143154 h 696873"/>
                <a:gd name="connsiteX870" fmla="*/ 417337 w 1212484"/>
                <a:gd name="connsiteY870" fmla="*/ 142689 h 696873"/>
                <a:gd name="connsiteX871" fmla="*/ 418081 w 1212484"/>
                <a:gd name="connsiteY871" fmla="*/ 140456 h 696873"/>
                <a:gd name="connsiteX872" fmla="*/ 422613 w 1212484"/>
                <a:gd name="connsiteY872" fmla="*/ 140087 h 696873"/>
                <a:gd name="connsiteX873" fmla="*/ 424034 w 1212484"/>
                <a:gd name="connsiteY873" fmla="*/ 139712 h 696873"/>
                <a:gd name="connsiteX874" fmla="*/ 424752 w 1212484"/>
                <a:gd name="connsiteY874" fmla="*/ 138209 h 696873"/>
                <a:gd name="connsiteX875" fmla="*/ 425523 w 1212484"/>
                <a:gd name="connsiteY875" fmla="*/ 136736 h 696873"/>
                <a:gd name="connsiteX876" fmla="*/ 428964 w 1212484"/>
                <a:gd name="connsiteY876" fmla="*/ 136550 h 696873"/>
                <a:gd name="connsiteX877" fmla="*/ 430807 w 1212484"/>
                <a:gd name="connsiteY877" fmla="*/ 136631 h 696873"/>
                <a:gd name="connsiteX878" fmla="*/ 432220 w 1212484"/>
                <a:gd name="connsiteY878" fmla="*/ 136736 h 696873"/>
                <a:gd name="connsiteX879" fmla="*/ 432220 w 1212484"/>
                <a:gd name="connsiteY879" fmla="*/ 133759 h 696873"/>
                <a:gd name="connsiteX880" fmla="*/ 436798 w 1212484"/>
                <a:gd name="connsiteY880" fmla="*/ 133468 h 696873"/>
                <a:gd name="connsiteX881" fmla="*/ 438173 w 1212484"/>
                <a:gd name="connsiteY881" fmla="*/ 133015 h 696873"/>
                <a:gd name="connsiteX882" fmla="*/ 438499 w 1212484"/>
                <a:gd name="connsiteY882" fmla="*/ 131503 h 696873"/>
                <a:gd name="connsiteX883" fmla="*/ 438917 w 1212484"/>
                <a:gd name="connsiteY883" fmla="*/ 130038 h 696873"/>
                <a:gd name="connsiteX884" fmla="*/ 442684 w 1212484"/>
                <a:gd name="connsiteY884" fmla="*/ 129852 h 696873"/>
                <a:gd name="connsiteX885" fmla="*/ 444757 w 1212484"/>
                <a:gd name="connsiteY885" fmla="*/ 129934 h 696873"/>
                <a:gd name="connsiteX886" fmla="*/ 446359 w 1212484"/>
                <a:gd name="connsiteY886" fmla="*/ 130038 h 696873"/>
                <a:gd name="connsiteX887" fmla="*/ 446359 w 1212484"/>
                <a:gd name="connsiteY887" fmla="*/ 127062 h 696873"/>
                <a:gd name="connsiteX888" fmla="*/ 449707 w 1212484"/>
                <a:gd name="connsiteY888" fmla="*/ 126271 h 696873"/>
                <a:gd name="connsiteX889" fmla="*/ 453056 w 1212484"/>
                <a:gd name="connsiteY889" fmla="*/ 125574 h 696873"/>
                <a:gd name="connsiteX890" fmla="*/ 453056 w 1212484"/>
                <a:gd name="connsiteY890" fmla="*/ 123341 h 696873"/>
                <a:gd name="connsiteX891" fmla="*/ 454658 w 1212484"/>
                <a:gd name="connsiteY891" fmla="*/ 123257 h 696873"/>
                <a:gd name="connsiteX892" fmla="*/ 456730 w 1212484"/>
                <a:gd name="connsiteY892" fmla="*/ 123109 h 696873"/>
                <a:gd name="connsiteX893" fmla="*/ 458797 w 1212484"/>
                <a:gd name="connsiteY893" fmla="*/ 122978 h 696873"/>
                <a:gd name="connsiteX894" fmla="*/ 460497 w 1212484"/>
                <a:gd name="connsiteY894" fmla="*/ 122597 h 696873"/>
                <a:gd name="connsiteX895" fmla="*/ 461241 w 1212484"/>
                <a:gd name="connsiteY895" fmla="*/ 120365 h 696873"/>
                <a:gd name="connsiteX896" fmla="*/ 464962 w 1212484"/>
                <a:gd name="connsiteY896" fmla="*/ 119620 h 696873"/>
                <a:gd name="connsiteX897" fmla="*/ 467939 w 1212484"/>
                <a:gd name="connsiteY897" fmla="*/ 118876 h 696873"/>
                <a:gd name="connsiteX898" fmla="*/ 468683 w 1212484"/>
                <a:gd name="connsiteY898" fmla="*/ 116644 h 696873"/>
                <a:gd name="connsiteX899" fmla="*/ 472450 w 1212484"/>
                <a:gd name="connsiteY899" fmla="*/ 116132 h 696873"/>
                <a:gd name="connsiteX900" fmla="*/ 474523 w 1212484"/>
                <a:gd name="connsiteY900" fmla="*/ 115984 h 696873"/>
                <a:gd name="connsiteX901" fmla="*/ 476124 w 1212484"/>
                <a:gd name="connsiteY901" fmla="*/ 115900 h 696873"/>
                <a:gd name="connsiteX902" fmla="*/ 476124 w 1212484"/>
                <a:gd name="connsiteY902" fmla="*/ 112923 h 696873"/>
                <a:gd name="connsiteX903" fmla="*/ 477563 w 1212484"/>
                <a:gd name="connsiteY903" fmla="*/ 112839 h 696873"/>
                <a:gd name="connsiteX904" fmla="*/ 479426 w 1212484"/>
                <a:gd name="connsiteY904" fmla="*/ 112691 h 696873"/>
                <a:gd name="connsiteX905" fmla="*/ 481284 w 1212484"/>
                <a:gd name="connsiteY905" fmla="*/ 112560 h 696873"/>
                <a:gd name="connsiteX906" fmla="*/ 482822 w 1212484"/>
                <a:gd name="connsiteY906" fmla="*/ 112179 h 696873"/>
                <a:gd name="connsiteX907" fmla="*/ 483566 w 1212484"/>
                <a:gd name="connsiteY907" fmla="*/ 109947 h 696873"/>
                <a:gd name="connsiteX908" fmla="*/ 487705 w 1212484"/>
                <a:gd name="connsiteY908" fmla="*/ 109435 h 696873"/>
                <a:gd name="connsiteX909" fmla="*/ 489987 w 1212484"/>
                <a:gd name="connsiteY909" fmla="*/ 109287 h 696873"/>
                <a:gd name="connsiteX910" fmla="*/ 491751 w 1212484"/>
                <a:gd name="connsiteY910" fmla="*/ 109202 h 696873"/>
                <a:gd name="connsiteX911" fmla="*/ 491751 w 1212484"/>
                <a:gd name="connsiteY911" fmla="*/ 106226 h 696873"/>
                <a:gd name="connsiteX912" fmla="*/ 493190 w 1212484"/>
                <a:gd name="connsiteY912" fmla="*/ 106142 h 696873"/>
                <a:gd name="connsiteX913" fmla="*/ 495053 w 1212484"/>
                <a:gd name="connsiteY913" fmla="*/ 105993 h 696873"/>
                <a:gd name="connsiteX914" fmla="*/ 496911 w 1212484"/>
                <a:gd name="connsiteY914" fmla="*/ 105863 h 696873"/>
                <a:gd name="connsiteX915" fmla="*/ 498449 w 1212484"/>
                <a:gd name="connsiteY915" fmla="*/ 105482 h 696873"/>
                <a:gd name="connsiteX916" fmla="*/ 499193 w 1212484"/>
                <a:gd name="connsiteY916" fmla="*/ 103249 h 696873"/>
                <a:gd name="connsiteX917" fmla="*/ 504306 w 1212484"/>
                <a:gd name="connsiteY917" fmla="*/ 102880 h 696873"/>
                <a:gd name="connsiteX918" fmla="*/ 505890 w 1212484"/>
                <a:gd name="connsiteY918" fmla="*/ 102505 h 696873"/>
                <a:gd name="connsiteX919" fmla="*/ 506611 w 1212484"/>
                <a:gd name="connsiteY919" fmla="*/ 101014 h 696873"/>
                <a:gd name="connsiteX920" fmla="*/ 507378 w 1212484"/>
                <a:gd name="connsiteY920" fmla="*/ 99529 h 696873"/>
                <a:gd name="connsiteX921" fmla="*/ 513171 w 1212484"/>
                <a:gd name="connsiteY921" fmla="*/ 99133 h 696873"/>
                <a:gd name="connsiteX922" fmla="*/ 514820 w 1212484"/>
                <a:gd name="connsiteY922" fmla="*/ 98784 h 696873"/>
                <a:gd name="connsiteX923" fmla="*/ 515189 w 1212484"/>
                <a:gd name="connsiteY923" fmla="*/ 97299 h 696873"/>
                <a:gd name="connsiteX924" fmla="*/ 515564 w 1212484"/>
                <a:gd name="connsiteY924" fmla="*/ 95808 h 696873"/>
                <a:gd name="connsiteX925" fmla="*/ 519284 w 1212484"/>
                <a:gd name="connsiteY925" fmla="*/ 95389 h 696873"/>
                <a:gd name="connsiteX926" fmla="*/ 523005 w 1212484"/>
                <a:gd name="connsiteY926" fmla="*/ 95064 h 696873"/>
                <a:gd name="connsiteX927" fmla="*/ 523749 w 1212484"/>
                <a:gd name="connsiteY927" fmla="*/ 92831 h 696873"/>
                <a:gd name="connsiteX928" fmla="*/ 528261 w 1212484"/>
                <a:gd name="connsiteY928" fmla="*/ 92320 h 696873"/>
                <a:gd name="connsiteX929" fmla="*/ 530752 w 1212484"/>
                <a:gd name="connsiteY929" fmla="*/ 92172 h 696873"/>
                <a:gd name="connsiteX930" fmla="*/ 532679 w 1212484"/>
                <a:gd name="connsiteY930" fmla="*/ 92087 h 696873"/>
                <a:gd name="connsiteX931" fmla="*/ 532679 w 1212484"/>
                <a:gd name="connsiteY931" fmla="*/ 89111 h 696873"/>
                <a:gd name="connsiteX932" fmla="*/ 534281 w 1212484"/>
                <a:gd name="connsiteY932" fmla="*/ 89026 h 696873"/>
                <a:gd name="connsiteX933" fmla="*/ 536353 w 1212484"/>
                <a:gd name="connsiteY933" fmla="*/ 88878 h 696873"/>
                <a:gd name="connsiteX934" fmla="*/ 538420 w 1212484"/>
                <a:gd name="connsiteY934" fmla="*/ 88747 h 696873"/>
                <a:gd name="connsiteX935" fmla="*/ 540120 w 1212484"/>
                <a:gd name="connsiteY935" fmla="*/ 88367 h 696873"/>
                <a:gd name="connsiteX936" fmla="*/ 540865 w 1212484"/>
                <a:gd name="connsiteY936" fmla="*/ 86134 h 696873"/>
                <a:gd name="connsiteX937" fmla="*/ 545376 w 1212484"/>
                <a:gd name="connsiteY937" fmla="*/ 85623 h 696873"/>
                <a:gd name="connsiteX938" fmla="*/ 547867 w 1212484"/>
                <a:gd name="connsiteY938" fmla="*/ 85474 h 696873"/>
                <a:gd name="connsiteX939" fmla="*/ 549794 w 1212484"/>
                <a:gd name="connsiteY939" fmla="*/ 85390 h 696873"/>
                <a:gd name="connsiteX940" fmla="*/ 549794 w 1212484"/>
                <a:gd name="connsiteY940" fmla="*/ 82413 h 696873"/>
                <a:gd name="connsiteX941" fmla="*/ 551721 w 1212484"/>
                <a:gd name="connsiteY941" fmla="*/ 82355 h 696873"/>
                <a:gd name="connsiteX942" fmla="*/ 554213 w 1212484"/>
                <a:gd name="connsiteY942" fmla="*/ 82227 h 696873"/>
                <a:gd name="connsiteX943" fmla="*/ 556698 w 1212484"/>
                <a:gd name="connsiteY943" fmla="*/ 82123 h 696873"/>
                <a:gd name="connsiteX944" fmla="*/ 558724 w 1212484"/>
                <a:gd name="connsiteY944" fmla="*/ 81669 h 696873"/>
                <a:gd name="connsiteX945" fmla="*/ 559468 w 1212484"/>
                <a:gd name="connsiteY945" fmla="*/ 78693 h 696873"/>
                <a:gd name="connsiteX946" fmla="*/ 563561 w 1212484"/>
                <a:gd name="connsiteY946" fmla="*/ 78274 h 696873"/>
                <a:gd name="connsiteX947" fmla="*/ 567654 w 1212484"/>
                <a:gd name="connsiteY947" fmla="*/ 77949 h 696873"/>
                <a:gd name="connsiteX948" fmla="*/ 568398 w 1212484"/>
                <a:gd name="connsiteY948" fmla="*/ 75716 h 696873"/>
                <a:gd name="connsiteX949" fmla="*/ 575328 w 1212484"/>
                <a:gd name="connsiteY949" fmla="*/ 75347 h 696873"/>
                <a:gd name="connsiteX950" fmla="*/ 577327 w 1212484"/>
                <a:gd name="connsiteY950" fmla="*/ 74972 h 696873"/>
                <a:gd name="connsiteX951" fmla="*/ 578072 w 1212484"/>
                <a:gd name="connsiteY951" fmla="*/ 71995 h 696873"/>
                <a:gd name="connsiteX952" fmla="*/ 582164 w 1212484"/>
                <a:gd name="connsiteY952" fmla="*/ 71577 h 696873"/>
                <a:gd name="connsiteX953" fmla="*/ 586257 w 1212484"/>
                <a:gd name="connsiteY953" fmla="*/ 71251 h 696873"/>
                <a:gd name="connsiteX954" fmla="*/ 587001 w 1212484"/>
                <a:gd name="connsiteY954" fmla="*/ 69019 h 696873"/>
                <a:gd name="connsiteX955" fmla="*/ 592257 w 1212484"/>
                <a:gd name="connsiteY955" fmla="*/ 68507 h 696873"/>
                <a:gd name="connsiteX956" fmla="*/ 595166 w 1212484"/>
                <a:gd name="connsiteY956" fmla="*/ 68359 h 696873"/>
                <a:gd name="connsiteX957" fmla="*/ 597419 w 1212484"/>
                <a:gd name="connsiteY957" fmla="*/ 68275 h 696873"/>
                <a:gd name="connsiteX958" fmla="*/ 597419 w 1212484"/>
                <a:gd name="connsiteY958" fmla="*/ 65298 h 696873"/>
                <a:gd name="connsiteX959" fmla="*/ 599483 w 1212484"/>
                <a:gd name="connsiteY959" fmla="*/ 65240 h 696873"/>
                <a:gd name="connsiteX960" fmla="*/ 602163 w 1212484"/>
                <a:gd name="connsiteY960" fmla="*/ 65112 h 696873"/>
                <a:gd name="connsiteX961" fmla="*/ 604832 w 1212484"/>
                <a:gd name="connsiteY961" fmla="*/ 65007 h 696873"/>
                <a:gd name="connsiteX962" fmla="*/ 607093 w 1212484"/>
                <a:gd name="connsiteY962" fmla="*/ 64554 h 696873"/>
                <a:gd name="connsiteX963" fmla="*/ 607814 w 1212484"/>
                <a:gd name="connsiteY963" fmla="*/ 63042 h 696873"/>
                <a:gd name="connsiteX964" fmla="*/ 608581 w 1212484"/>
                <a:gd name="connsiteY964" fmla="*/ 61577 h 696873"/>
                <a:gd name="connsiteX965" fmla="*/ 613883 w 1212484"/>
                <a:gd name="connsiteY965" fmla="*/ 61391 h 696873"/>
                <a:gd name="connsiteX966" fmla="*/ 616773 w 1212484"/>
                <a:gd name="connsiteY966" fmla="*/ 61473 h 696873"/>
                <a:gd name="connsiteX967" fmla="*/ 618999 w 1212484"/>
                <a:gd name="connsiteY967" fmla="*/ 61577 h 696873"/>
                <a:gd name="connsiteX968" fmla="*/ 618999 w 1212484"/>
                <a:gd name="connsiteY968" fmla="*/ 58601 h 696873"/>
                <a:gd name="connsiteX969" fmla="*/ 621252 w 1212484"/>
                <a:gd name="connsiteY969" fmla="*/ 58732 h 696873"/>
                <a:gd name="connsiteX970" fmla="*/ 624162 w 1212484"/>
                <a:gd name="connsiteY970" fmla="*/ 58833 h 696873"/>
                <a:gd name="connsiteX971" fmla="*/ 627066 w 1212484"/>
                <a:gd name="connsiteY971" fmla="*/ 58964 h 696873"/>
                <a:gd name="connsiteX972" fmla="*/ 629417 w 1212484"/>
                <a:gd name="connsiteY972" fmla="*/ 58601 h 696873"/>
                <a:gd name="connsiteX973" fmla="*/ 629789 w 1212484"/>
                <a:gd name="connsiteY973" fmla="*/ 56741 h 696873"/>
                <a:gd name="connsiteX974" fmla="*/ 630161 w 1212484"/>
                <a:gd name="connsiteY974" fmla="*/ 54880 h 696873"/>
                <a:gd name="connsiteX975" fmla="*/ 635417 w 1212484"/>
                <a:gd name="connsiteY975" fmla="*/ 54648 h 696873"/>
                <a:gd name="connsiteX976" fmla="*/ 638327 w 1212484"/>
                <a:gd name="connsiteY976" fmla="*/ 54749 h 696873"/>
                <a:gd name="connsiteX977" fmla="*/ 640579 w 1212484"/>
                <a:gd name="connsiteY977" fmla="*/ 54880 h 696873"/>
                <a:gd name="connsiteX978" fmla="*/ 640579 w 1212484"/>
                <a:gd name="connsiteY978" fmla="*/ 51904 h 696873"/>
                <a:gd name="connsiteX979" fmla="*/ 642832 w 1212484"/>
                <a:gd name="connsiteY979" fmla="*/ 51846 h 696873"/>
                <a:gd name="connsiteX980" fmla="*/ 645742 w 1212484"/>
                <a:gd name="connsiteY980" fmla="*/ 51718 h 696873"/>
                <a:gd name="connsiteX981" fmla="*/ 648646 w 1212484"/>
                <a:gd name="connsiteY981" fmla="*/ 51613 h 696873"/>
                <a:gd name="connsiteX982" fmla="*/ 650997 w 1212484"/>
                <a:gd name="connsiteY982" fmla="*/ 51160 h 696873"/>
                <a:gd name="connsiteX983" fmla="*/ 651335 w 1212484"/>
                <a:gd name="connsiteY983" fmla="*/ 49660 h 696873"/>
                <a:gd name="connsiteX984" fmla="*/ 651742 w 1212484"/>
                <a:gd name="connsiteY984" fmla="*/ 48183 h 696873"/>
                <a:gd name="connsiteX985" fmla="*/ 659190 w 1212484"/>
                <a:gd name="connsiteY985" fmla="*/ 47820 h 696873"/>
                <a:gd name="connsiteX986" fmla="*/ 665255 w 1212484"/>
                <a:gd name="connsiteY986" fmla="*/ 45936 h 696873"/>
                <a:gd name="connsiteX987" fmla="*/ 666624 w 1212484"/>
                <a:gd name="connsiteY987" fmla="*/ 44462 h 696873"/>
                <a:gd name="connsiteX988" fmla="*/ 670810 w 1212484"/>
                <a:gd name="connsiteY988" fmla="*/ 44323 h 696873"/>
                <a:gd name="connsiteX989" fmla="*/ 676298 w 1212484"/>
                <a:gd name="connsiteY989" fmla="*/ 43718 h 696873"/>
                <a:gd name="connsiteX990" fmla="*/ 676298 w 1212484"/>
                <a:gd name="connsiteY990" fmla="*/ 41486 h 696873"/>
                <a:gd name="connsiteX991" fmla="*/ 679039 w 1212484"/>
                <a:gd name="connsiteY991" fmla="*/ 41428 h 696873"/>
                <a:gd name="connsiteX992" fmla="*/ 682577 w 1212484"/>
                <a:gd name="connsiteY992" fmla="*/ 41300 h 696873"/>
                <a:gd name="connsiteX993" fmla="*/ 684386 w 1212484"/>
                <a:gd name="connsiteY993" fmla="*/ 41268 h 696873"/>
                <a:gd name="connsiteX994" fmla="*/ 688949 w 1212484"/>
                <a:gd name="connsiteY994" fmla="*/ 40742 h 696873"/>
                <a:gd name="connsiteX995" fmla="*/ 689312 w 1212484"/>
                <a:gd name="connsiteY995" fmla="*/ 39248 h 696873"/>
                <a:gd name="connsiteX996" fmla="*/ 689693 w 1212484"/>
                <a:gd name="connsiteY996" fmla="*/ 37765 h 696873"/>
                <a:gd name="connsiteX997" fmla="*/ 692669 w 1212484"/>
                <a:gd name="connsiteY997" fmla="*/ 37390 h 696873"/>
                <a:gd name="connsiteX998" fmla="*/ 694483 w 1212484"/>
                <a:gd name="connsiteY998" fmla="*/ 37348 h 696873"/>
                <a:gd name="connsiteX999" fmla="*/ 696390 w 1212484"/>
                <a:gd name="connsiteY999" fmla="*/ 37346 h 696873"/>
                <a:gd name="connsiteX1000" fmla="*/ 700111 w 1212484"/>
                <a:gd name="connsiteY1000" fmla="*/ 37297 h 696873"/>
                <a:gd name="connsiteX1001" fmla="*/ 701785 w 1212484"/>
                <a:gd name="connsiteY1001" fmla="*/ 37295 h 696873"/>
                <a:gd name="connsiteX1002" fmla="*/ 703087 w 1212484"/>
                <a:gd name="connsiteY1002" fmla="*/ 37021 h 696873"/>
                <a:gd name="connsiteX1003" fmla="*/ 703831 w 1212484"/>
                <a:gd name="connsiteY1003" fmla="*/ 34788 h 696873"/>
                <a:gd name="connsiteX1004" fmla="*/ 710110 w 1212484"/>
                <a:gd name="connsiteY1004" fmla="*/ 34323 h 696873"/>
                <a:gd name="connsiteX1005" fmla="*/ 717970 w 1212484"/>
                <a:gd name="connsiteY1005" fmla="*/ 33300 h 696873"/>
                <a:gd name="connsiteX1006" fmla="*/ 717970 w 1212484"/>
                <a:gd name="connsiteY1006" fmla="*/ 31068 h 696873"/>
                <a:gd name="connsiteX1007" fmla="*/ 719324 w 1212484"/>
                <a:gd name="connsiteY1007" fmla="*/ 31035 h 696873"/>
                <a:gd name="connsiteX1008" fmla="*/ 725365 w 1212484"/>
                <a:gd name="connsiteY1008" fmla="*/ 30835 h 696873"/>
                <a:gd name="connsiteX1009" fmla="*/ 727497 w 1212484"/>
                <a:gd name="connsiteY1009" fmla="*/ 30784 h 696873"/>
                <a:gd name="connsiteX1010" fmla="*/ 729525 w 1212484"/>
                <a:gd name="connsiteY1010" fmla="*/ 30704 h 696873"/>
                <a:gd name="connsiteX1011" fmla="*/ 731402 w 1212484"/>
                <a:gd name="connsiteY1011" fmla="*/ 30645 h 696873"/>
                <a:gd name="connsiteX1012" fmla="*/ 732853 w 1212484"/>
                <a:gd name="connsiteY1012" fmla="*/ 30324 h 696873"/>
                <a:gd name="connsiteX1013" fmla="*/ 733597 w 1212484"/>
                <a:gd name="connsiteY1013" fmla="*/ 28091 h 696873"/>
                <a:gd name="connsiteX1014" fmla="*/ 739736 w 1212484"/>
                <a:gd name="connsiteY1014" fmla="*/ 27580 h 696873"/>
                <a:gd name="connsiteX1015" fmla="*/ 741460 w 1212484"/>
                <a:gd name="connsiteY1015" fmla="*/ 27503 h 696873"/>
                <a:gd name="connsiteX1016" fmla="*/ 749968 w 1212484"/>
                <a:gd name="connsiteY1016" fmla="*/ 27347 h 696873"/>
                <a:gd name="connsiteX1017" fmla="*/ 749968 w 1212484"/>
                <a:gd name="connsiteY1017" fmla="*/ 24370 h 696873"/>
                <a:gd name="connsiteX1018" fmla="*/ 751379 w 1212484"/>
                <a:gd name="connsiteY1018" fmla="*/ 24349 h 696873"/>
                <a:gd name="connsiteX1019" fmla="*/ 757689 w 1212484"/>
                <a:gd name="connsiteY1019" fmla="*/ 24184 h 696873"/>
                <a:gd name="connsiteX1020" fmla="*/ 759909 w 1212484"/>
                <a:gd name="connsiteY1020" fmla="*/ 24152 h 696873"/>
                <a:gd name="connsiteX1021" fmla="*/ 762031 w 1212484"/>
                <a:gd name="connsiteY1021" fmla="*/ 24080 h 696873"/>
                <a:gd name="connsiteX1022" fmla="*/ 763992 w 1212484"/>
                <a:gd name="connsiteY1022" fmla="*/ 24033 h 696873"/>
                <a:gd name="connsiteX1023" fmla="*/ 765595 w 1212484"/>
                <a:gd name="connsiteY1023" fmla="*/ 23626 h 696873"/>
                <a:gd name="connsiteX1024" fmla="*/ 766298 w 1212484"/>
                <a:gd name="connsiteY1024" fmla="*/ 22128 h 696873"/>
                <a:gd name="connsiteX1025" fmla="*/ 767083 w 1212484"/>
                <a:gd name="connsiteY1025" fmla="*/ 20650 h 696873"/>
                <a:gd name="connsiteX1026" fmla="*/ 771298 w 1212484"/>
                <a:gd name="connsiteY1026" fmla="*/ 20359 h 696873"/>
                <a:gd name="connsiteX1027" fmla="*/ 773827 w 1212484"/>
                <a:gd name="connsiteY1027" fmla="*/ 20388 h 696873"/>
                <a:gd name="connsiteX1028" fmla="*/ 776478 w 1212484"/>
                <a:gd name="connsiteY1028" fmla="*/ 20464 h 696873"/>
                <a:gd name="connsiteX1029" fmla="*/ 779147 w 1212484"/>
                <a:gd name="connsiteY1029" fmla="*/ 20504 h 696873"/>
                <a:gd name="connsiteX1030" fmla="*/ 785687 w 1212484"/>
                <a:gd name="connsiteY1030" fmla="*/ 20650 h 696873"/>
                <a:gd name="connsiteX1031" fmla="*/ 785687 w 1212484"/>
                <a:gd name="connsiteY1031" fmla="*/ 17673 h 696873"/>
                <a:gd name="connsiteX1032" fmla="*/ 787439 w 1212484"/>
                <a:gd name="connsiteY1032" fmla="*/ 17617 h 696873"/>
                <a:gd name="connsiteX1033" fmla="*/ 795268 w 1212484"/>
                <a:gd name="connsiteY1033" fmla="*/ 17348 h 696873"/>
                <a:gd name="connsiteX1034" fmla="*/ 798026 w 1212484"/>
                <a:gd name="connsiteY1034" fmla="*/ 17259 h 696873"/>
                <a:gd name="connsiteX1035" fmla="*/ 800657 w 1212484"/>
                <a:gd name="connsiteY1035" fmla="*/ 17164 h 696873"/>
                <a:gd name="connsiteX1036" fmla="*/ 803089 w 1212484"/>
                <a:gd name="connsiteY1036" fmla="*/ 17082 h 696873"/>
                <a:gd name="connsiteX1037" fmla="*/ 806523 w 1212484"/>
                <a:gd name="connsiteY1037" fmla="*/ 16185 h 696873"/>
                <a:gd name="connsiteX1038" fmla="*/ 806523 w 1212484"/>
                <a:gd name="connsiteY1038" fmla="*/ 13952 h 696873"/>
                <a:gd name="connsiteX1039" fmla="*/ 808560 w 1212484"/>
                <a:gd name="connsiteY1039" fmla="*/ 13920 h 696873"/>
                <a:gd name="connsiteX1040" fmla="*/ 816020 w 1212484"/>
                <a:gd name="connsiteY1040" fmla="*/ 13757 h 696873"/>
                <a:gd name="connsiteX1041" fmla="*/ 819253 w 1212484"/>
                <a:gd name="connsiteY1041" fmla="*/ 13695 h 696873"/>
                <a:gd name="connsiteX1042" fmla="*/ 823891 w 1212484"/>
                <a:gd name="connsiteY1042" fmla="*/ 13589 h 696873"/>
                <a:gd name="connsiteX1043" fmla="*/ 826713 w 1212484"/>
                <a:gd name="connsiteY1043" fmla="*/ 13530 h 696873"/>
                <a:gd name="connsiteX1044" fmla="*/ 828847 w 1212484"/>
                <a:gd name="connsiteY1044" fmla="*/ 13208 h 696873"/>
                <a:gd name="connsiteX1045" fmla="*/ 829591 w 1212484"/>
                <a:gd name="connsiteY1045" fmla="*/ 10976 h 696873"/>
                <a:gd name="connsiteX1046" fmla="*/ 835309 w 1212484"/>
                <a:gd name="connsiteY1046" fmla="*/ 10621 h 696873"/>
                <a:gd name="connsiteX1047" fmla="*/ 837047 w 1212484"/>
                <a:gd name="connsiteY1047" fmla="*/ 10586 h 696873"/>
                <a:gd name="connsiteX1048" fmla="*/ 842567 w 1212484"/>
                <a:gd name="connsiteY1048" fmla="*/ 10511 h 696873"/>
                <a:gd name="connsiteX1049" fmla="*/ 848079 w 1212484"/>
                <a:gd name="connsiteY1049" fmla="*/ 10420 h 696873"/>
                <a:gd name="connsiteX1050" fmla="*/ 851516 w 1212484"/>
                <a:gd name="connsiteY1050" fmla="*/ 10372 h 696873"/>
                <a:gd name="connsiteX1051" fmla="*/ 857124 w 1212484"/>
                <a:gd name="connsiteY1051" fmla="*/ 9488 h 696873"/>
                <a:gd name="connsiteX1052" fmla="*/ 857868 w 1212484"/>
                <a:gd name="connsiteY1052" fmla="*/ 7255 h 696873"/>
                <a:gd name="connsiteX1053" fmla="*/ 861015 w 1212484"/>
                <a:gd name="connsiteY1053" fmla="*/ 6981 h 696873"/>
                <a:gd name="connsiteX1054" fmla="*/ 863039 w 1212484"/>
                <a:gd name="connsiteY1054" fmla="*/ 6965 h 696873"/>
                <a:gd name="connsiteX1055" fmla="*/ 865240 w 1212484"/>
                <a:gd name="connsiteY1055" fmla="*/ 6979 h 696873"/>
                <a:gd name="connsiteX1056" fmla="*/ 869801 w 1212484"/>
                <a:gd name="connsiteY1056" fmla="*/ 6940 h 696873"/>
                <a:gd name="connsiteX1057" fmla="*/ 877033 w 1212484"/>
                <a:gd name="connsiteY1057" fmla="*/ 6931 h 696873"/>
                <a:gd name="connsiteX1058" fmla="*/ 883983 w 1212484"/>
                <a:gd name="connsiteY1058" fmla="*/ 6886 h 696873"/>
                <a:gd name="connsiteX1059" fmla="*/ 886184 w 1212484"/>
                <a:gd name="connsiteY1059" fmla="*/ 6904 h 696873"/>
                <a:gd name="connsiteX1060" fmla="*/ 888208 w 1212484"/>
                <a:gd name="connsiteY1060" fmla="*/ 6882 h 696873"/>
                <a:gd name="connsiteX1061" fmla="*/ 889999 w 1212484"/>
                <a:gd name="connsiteY1061" fmla="*/ 6882 h 696873"/>
                <a:gd name="connsiteX1062" fmla="*/ 891355 w 1212484"/>
                <a:gd name="connsiteY1062" fmla="*/ 6511 h 696873"/>
                <a:gd name="connsiteX1063" fmla="*/ 891607 w 1212484"/>
                <a:gd name="connsiteY1063" fmla="*/ 5025 h 696873"/>
                <a:gd name="connsiteX1064" fmla="*/ 892099 w 1212484"/>
                <a:gd name="connsiteY1064" fmla="*/ 3535 h 696873"/>
                <a:gd name="connsiteX1065" fmla="*/ 897170 w 1212484"/>
                <a:gd name="connsiteY1065" fmla="*/ 3128 h 696873"/>
                <a:gd name="connsiteX1066" fmla="*/ 898776 w 1212484"/>
                <a:gd name="connsiteY1066" fmla="*/ 3105 h 696873"/>
                <a:gd name="connsiteX1067" fmla="*/ 904055 w 1212484"/>
                <a:gd name="connsiteY1067" fmla="*/ 3081 h 696873"/>
                <a:gd name="connsiteX1068" fmla="*/ 907705 w 1212484"/>
                <a:gd name="connsiteY1068" fmla="*/ 3044 h 696873"/>
                <a:gd name="connsiteX1069" fmla="*/ 917332 w 1212484"/>
                <a:gd name="connsiteY1069" fmla="*/ 2985 h 696873"/>
                <a:gd name="connsiteX1070" fmla="*/ 927148 w 1212484"/>
                <a:gd name="connsiteY1070" fmla="*/ 2910 h 696873"/>
                <a:gd name="connsiteX1071" fmla="*/ 946421 w 1212484"/>
                <a:gd name="connsiteY1071" fmla="*/ 2790 h 696873"/>
                <a:gd name="connsiteX1072" fmla="*/ 946421 w 1212484"/>
                <a:gd name="connsiteY1072" fmla="*/ 558 h 6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Lst>
              <a:rect l="l" t="t" r="r" b="b"/>
              <a:pathLst>
                <a:path w="1212484" h="696873">
                  <a:moveTo>
                    <a:pt x="946421" y="558"/>
                  </a:moveTo>
                  <a:cubicBezTo>
                    <a:pt x="952217" y="489"/>
                    <a:pt x="958012" y="436"/>
                    <a:pt x="963808" y="404"/>
                  </a:cubicBezTo>
                  <a:cubicBezTo>
                    <a:pt x="966500" y="388"/>
                    <a:pt x="969190" y="367"/>
                    <a:pt x="971881" y="333"/>
                  </a:cubicBezTo>
                  <a:cubicBezTo>
                    <a:pt x="974477" y="301"/>
                    <a:pt x="977073" y="283"/>
                    <a:pt x="979669" y="276"/>
                  </a:cubicBezTo>
                  <a:cubicBezTo>
                    <a:pt x="981144" y="267"/>
                    <a:pt x="982619" y="244"/>
                    <a:pt x="984094" y="221"/>
                  </a:cubicBezTo>
                  <a:cubicBezTo>
                    <a:pt x="984987" y="220"/>
                    <a:pt x="985881" y="220"/>
                    <a:pt x="986802" y="220"/>
                  </a:cubicBezTo>
                  <a:cubicBezTo>
                    <a:pt x="987592" y="213"/>
                    <a:pt x="988382" y="207"/>
                    <a:pt x="989196" y="200"/>
                  </a:cubicBezTo>
                  <a:cubicBezTo>
                    <a:pt x="990123" y="377"/>
                    <a:pt x="990123" y="377"/>
                    <a:pt x="991070" y="558"/>
                  </a:cubicBezTo>
                  <a:cubicBezTo>
                    <a:pt x="991941" y="2021"/>
                    <a:pt x="991941" y="2021"/>
                    <a:pt x="992558" y="3535"/>
                  </a:cubicBezTo>
                  <a:cubicBezTo>
                    <a:pt x="993295" y="3780"/>
                    <a:pt x="994031" y="4026"/>
                    <a:pt x="994790" y="4279"/>
                  </a:cubicBezTo>
                  <a:cubicBezTo>
                    <a:pt x="994790" y="5261"/>
                    <a:pt x="994790" y="6243"/>
                    <a:pt x="994790" y="7255"/>
                  </a:cubicBezTo>
                  <a:cubicBezTo>
                    <a:pt x="995665" y="7163"/>
                    <a:pt x="995665" y="7163"/>
                    <a:pt x="996558" y="7069"/>
                  </a:cubicBezTo>
                  <a:cubicBezTo>
                    <a:pt x="997202" y="7131"/>
                    <a:pt x="997847" y="7192"/>
                    <a:pt x="998511" y="7255"/>
                  </a:cubicBezTo>
                  <a:cubicBezTo>
                    <a:pt x="999302" y="8697"/>
                    <a:pt x="999302" y="8697"/>
                    <a:pt x="999999" y="10232"/>
                  </a:cubicBezTo>
                  <a:cubicBezTo>
                    <a:pt x="1000521" y="10355"/>
                    <a:pt x="1001043" y="10477"/>
                    <a:pt x="1001581" y="10604"/>
                  </a:cubicBezTo>
                  <a:cubicBezTo>
                    <a:pt x="1002041" y="10727"/>
                    <a:pt x="1002501" y="10849"/>
                    <a:pt x="1002976" y="10976"/>
                  </a:cubicBezTo>
                  <a:cubicBezTo>
                    <a:pt x="1002976" y="11958"/>
                    <a:pt x="1002976" y="12940"/>
                    <a:pt x="1002976" y="13952"/>
                  </a:cubicBezTo>
                  <a:cubicBezTo>
                    <a:pt x="1003958" y="13952"/>
                    <a:pt x="1004940" y="13952"/>
                    <a:pt x="1005952" y="13952"/>
                  </a:cubicBezTo>
                  <a:cubicBezTo>
                    <a:pt x="1006060" y="14428"/>
                    <a:pt x="1006167" y="14904"/>
                    <a:pt x="1006278" y="15394"/>
                  </a:cubicBezTo>
                  <a:cubicBezTo>
                    <a:pt x="1006416" y="15901"/>
                    <a:pt x="1006554" y="16407"/>
                    <a:pt x="1006697" y="16929"/>
                  </a:cubicBezTo>
                  <a:cubicBezTo>
                    <a:pt x="1007310" y="17052"/>
                    <a:pt x="1007924" y="17175"/>
                    <a:pt x="1008557" y="17301"/>
                  </a:cubicBezTo>
                  <a:cubicBezTo>
                    <a:pt x="1009171" y="17424"/>
                    <a:pt x="1009785" y="17547"/>
                    <a:pt x="1010417" y="17673"/>
                  </a:cubicBezTo>
                  <a:cubicBezTo>
                    <a:pt x="1010686" y="18660"/>
                    <a:pt x="1010936" y="19652"/>
                    <a:pt x="1011161" y="20650"/>
                  </a:cubicBezTo>
                  <a:cubicBezTo>
                    <a:pt x="1012144" y="20650"/>
                    <a:pt x="1013126" y="20650"/>
                    <a:pt x="1014138" y="20650"/>
                  </a:cubicBezTo>
                  <a:cubicBezTo>
                    <a:pt x="1014138" y="21632"/>
                    <a:pt x="1014138" y="22614"/>
                    <a:pt x="1014138" y="23626"/>
                  </a:cubicBezTo>
                  <a:cubicBezTo>
                    <a:pt x="1015376" y="23887"/>
                    <a:pt x="1016616" y="24134"/>
                    <a:pt x="1017859" y="24370"/>
                  </a:cubicBezTo>
                  <a:cubicBezTo>
                    <a:pt x="1018696" y="25859"/>
                    <a:pt x="1018696" y="25859"/>
                    <a:pt x="1019347" y="27347"/>
                  </a:cubicBezTo>
                  <a:cubicBezTo>
                    <a:pt x="1020084" y="27593"/>
                    <a:pt x="1020820" y="27838"/>
                    <a:pt x="1021579" y="28091"/>
                  </a:cubicBezTo>
                  <a:cubicBezTo>
                    <a:pt x="1021579" y="29073"/>
                    <a:pt x="1021579" y="30056"/>
                    <a:pt x="1021579" y="31068"/>
                  </a:cubicBezTo>
                  <a:cubicBezTo>
                    <a:pt x="1023053" y="31068"/>
                    <a:pt x="1024526" y="31068"/>
                    <a:pt x="1026044" y="31068"/>
                  </a:cubicBezTo>
                  <a:cubicBezTo>
                    <a:pt x="1026044" y="32050"/>
                    <a:pt x="1026044" y="33032"/>
                    <a:pt x="1026044" y="34044"/>
                  </a:cubicBezTo>
                  <a:cubicBezTo>
                    <a:pt x="1027032" y="34308"/>
                    <a:pt x="1028025" y="34554"/>
                    <a:pt x="1029021" y="34788"/>
                  </a:cubicBezTo>
                  <a:cubicBezTo>
                    <a:pt x="1029811" y="36230"/>
                    <a:pt x="1029811" y="36230"/>
                    <a:pt x="1030509" y="37765"/>
                  </a:cubicBezTo>
                  <a:cubicBezTo>
                    <a:pt x="1031246" y="38256"/>
                    <a:pt x="1031982" y="38747"/>
                    <a:pt x="1032742" y="39253"/>
                  </a:cubicBezTo>
                  <a:cubicBezTo>
                    <a:pt x="1032742" y="39990"/>
                    <a:pt x="1032742" y="40727"/>
                    <a:pt x="1032742" y="41486"/>
                  </a:cubicBezTo>
                  <a:cubicBezTo>
                    <a:pt x="1033724" y="41486"/>
                    <a:pt x="1034706" y="41486"/>
                    <a:pt x="1035718" y="41486"/>
                  </a:cubicBezTo>
                  <a:cubicBezTo>
                    <a:pt x="1035964" y="42222"/>
                    <a:pt x="1036209" y="42959"/>
                    <a:pt x="1036462" y="43718"/>
                  </a:cubicBezTo>
                  <a:cubicBezTo>
                    <a:pt x="1037061" y="43948"/>
                    <a:pt x="1037659" y="44179"/>
                    <a:pt x="1038276" y="44416"/>
                  </a:cubicBezTo>
                  <a:cubicBezTo>
                    <a:pt x="1040538" y="45354"/>
                    <a:pt x="1040756" y="46001"/>
                    <a:pt x="1041671" y="48183"/>
                  </a:cubicBezTo>
                  <a:cubicBezTo>
                    <a:pt x="1042162" y="48429"/>
                    <a:pt x="1042653" y="48674"/>
                    <a:pt x="1043159" y="48927"/>
                  </a:cubicBezTo>
                  <a:cubicBezTo>
                    <a:pt x="1043405" y="49664"/>
                    <a:pt x="1043651" y="50400"/>
                    <a:pt x="1043904" y="51160"/>
                  </a:cubicBezTo>
                  <a:cubicBezTo>
                    <a:pt x="1044640" y="51405"/>
                    <a:pt x="1045377" y="51651"/>
                    <a:pt x="1046136" y="51904"/>
                  </a:cubicBezTo>
                  <a:cubicBezTo>
                    <a:pt x="1046243" y="52410"/>
                    <a:pt x="1046351" y="52917"/>
                    <a:pt x="1046462" y="53438"/>
                  </a:cubicBezTo>
                  <a:cubicBezTo>
                    <a:pt x="1046600" y="53914"/>
                    <a:pt x="1046738" y="54390"/>
                    <a:pt x="1046880" y="54880"/>
                  </a:cubicBezTo>
                  <a:cubicBezTo>
                    <a:pt x="1047862" y="54880"/>
                    <a:pt x="1048845" y="54880"/>
                    <a:pt x="1049857" y="54880"/>
                  </a:cubicBezTo>
                  <a:cubicBezTo>
                    <a:pt x="1050120" y="55868"/>
                    <a:pt x="1050367" y="56861"/>
                    <a:pt x="1050601" y="57857"/>
                  </a:cubicBezTo>
                  <a:cubicBezTo>
                    <a:pt x="1051579" y="58381"/>
                    <a:pt x="1052574" y="58871"/>
                    <a:pt x="1053577" y="59345"/>
                  </a:cubicBezTo>
                  <a:cubicBezTo>
                    <a:pt x="1057133" y="62570"/>
                    <a:pt x="1057133" y="62570"/>
                    <a:pt x="1058042" y="65298"/>
                  </a:cubicBezTo>
                  <a:cubicBezTo>
                    <a:pt x="1058779" y="65544"/>
                    <a:pt x="1059516" y="65789"/>
                    <a:pt x="1060275" y="66042"/>
                  </a:cubicBezTo>
                  <a:cubicBezTo>
                    <a:pt x="1060520" y="66779"/>
                    <a:pt x="1060766" y="67516"/>
                    <a:pt x="1061019" y="68275"/>
                  </a:cubicBezTo>
                  <a:cubicBezTo>
                    <a:pt x="1061756" y="68766"/>
                    <a:pt x="1062492" y="69257"/>
                    <a:pt x="1063251" y="69763"/>
                  </a:cubicBezTo>
                  <a:cubicBezTo>
                    <a:pt x="1063251" y="70500"/>
                    <a:pt x="1063251" y="71236"/>
                    <a:pt x="1063251" y="71995"/>
                  </a:cubicBezTo>
                  <a:cubicBezTo>
                    <a:pt x="1064234" y="71995"/>
                    <a:pt x="1065216" y="71995"/>
                    <a:pt x="1066228" y="71995"/>
                  </a:cubicBezTo>
                  <a:cubicBezTo>
                    <a:pt x="1066473" y="72732"/>
                    <a:pt x="1066719" y="73469"/>
                    <a:pt x="1066972" y="74228"/>
                  </a:cubicBezTo>
                  <a:cubicBezTo>
                    <a:pt x="1067824" y="74895"/>
                    <a:pt x="1067824" y="74895"/>
                    <a:pt x="1068693" y="75577"/>
                  </a:cubicBezTo>
                  <a:cubicBezTo>
                    <a:pt x="1070912" y="77383"/>
                    <a:pt x="1072102" y="79294"/>
                    <a:pt x="1073669" y="81669"/>
                  </a:cubicBezTo>
                  <a:cubicBezTo>
                    <a:pt x="1074222" y="82084"/>
                    <a:pt x="1074774" y="82498"/>
                    <a:pt x="1075344" y="82925"/>
                  </a:cubicBezTo>
                  <a:cubicBezTo>
                    <a:pt x="1075773" y="83247"/>
                    <a:pt x="1076203" y="83570"/>
                    <a:pt x="1076646" y="83902"/>
                  </a:cubicBezTo>
                  <a:cubicBezTo>
                    <a:pt x="1076646" y="84638"/>
                    <a:pt x="1076646" y="85375"/>
                    <a:pt x="1076646" y="86134"/>
                  </a:cubicBezTo>
                  <a:cubicBezTo>
                    <a:pt x="1077383" y="86380"/>
                    <a:pt x="1078119" y="86625"/>
                    <a:pt x="1078878" y="86878"/>
                  </a:cubicBezTo>
                  <a:cubicBezTo>
                    <a:pt x="1079124" y="87615"/>
                    <a:pt x="1079369" y="88352"/>
                    <a:pt x="1079622" y="89111"/>
                  </a:cubicBezTo>
                  <a:cubicBezTo>
                    <a:pt x="1080359" y="89356"/>
                    <a:pt x="1081096" y="89602"/>
                    <a:pt x="1081855" y="89855"/>
                  </a:cubicBezTo>
                  <a:cubicBezTo>
                    <a:pt x="1082100" y="90592"/>
                    <a:pt x="1082346" y="91328"/>
                    <a:pt x="1082599" y="92087"/>
                  </a:cubicBezTo>
                  <a:cubicBezTo>
                    <a:pt x="1083336" y="92333"/>
                    <a:pt x="1084072" y="92578"/>
                    <a:pt x="1084831" y="92831"/>
                  </a:cubicBezTo>
                  <a:cubicBezTo>
                    <a:pt x="1084831" y="93814"/>
                    <a:pt x="1084831" y="94796"/>
                    <a:pt x="1084831" y="95808"/>
                  </a:cubicBezTo>
                  <a:cubicBezTo>
                    <a:pt x="1085384" y="95900"/>
                    <a:pt x="1085936" y="95992"/>
                    <a:pt x="1086506" y="96087"/>
                  </a:cubicBezTo>
                  <a:cubicBezTo>
                    <a:pt x="1088552" y="96552"/>
                    <a:pt x="1088552" y="96552"/>
                    <a:pt x="1090273" y="98738"/>
                  </a:cubicBezTo>
                  <a:cubicBezTo>
                    <a:pt x="1091529" y="101017"/>
                    <a:pt x="1091529" y="101017"/>
                    <a:pt x="1091529" y="102505"/>
                  </a:cubicBezTo>
                  <a:cubicBezTo>
                    <a:pt x="1092265" y="102751"/>
                    <a:pt x="1093002" y="102996"/>
                    <a:pt x="1093761" y="103249"/>
                  </a:cubicBezTo>
                  <a:cubicBezTo>
                    <a:pt x="1093761" y="103986"/>
                    <a:pt x="1093761" y="104723"/>
                    <a:pt x="1093761" y="105482"/>
                  </a:cubicBezTo>
                  <a:cubicBezTo>
                    <a:pt x="1094737" y="106008"/>
                    <a:pt x="1095733" y="106500"/>
                    <a:pt x="1096738" y="106970"/>
                  </a:cubicBezTo>
                  <a:cubicBezTo>
                    <a:pt x="1098005" y="108203"/>
                    <a:pt x="1098005" y="108203"/>
                    <a:pt x="1099156" y="109575"/>
                  </a:cubicBezTo>
                  <a:cubicBezTo>
                    <a:pt x="1099737" y="110254"/>
                    <a:pt x="1099737" y="110254"/>
                    <a:pt x="1100330" y="110947"/>
                  </a:cubicBezTo>
                  <a:cubicBezTo>
                    <a:pt x="1101202" y="112179"/>
                    <a:pt x="1101202" y="112179"/>
                    <a:pt x="1101202" y="113667"/>
                  </a:cubicBezTo>
                  <a:cubicBezTo>
                    <a:pt x="1101939" y="113913"/>
                    <a:pt x="1102676" y="114158"/>
                    <a:pt x="1103435" y="114411"/>
                  </a:cubicBezTo>
                  <a:cubicBezTo>
                    <a:pt x="1104636" y="115813"/>
                    <a:pt x="1105738" y="117207"/>
                    <a:pt x="1106830" y="118690"/>
                  </a:cubicBezTo>
                  <a:cubicBezTo>
                    <a:pt x="1107491" y="119568"/>
                    <a:pt x="1108152" y="120446"/>
                    <a:pt x="1108812" y="121324"/>
                  </a:cubicBezTo>
                  <a:cubicBezTo>
                    <a:pt x="1109151" y="121778"/>
                    <a:pt x="1109490" y="122232"/>
                    <a:pt x="1109839" y="122699"/>
                  </a:cubicBezTo>
                  <a:cubicBezTo>
                    <a:pt x="1111517" y="124942"/>
                    <a:pt x="1113219" y="127165"/>
                    <a:pt x="1114923" y="129387"/>
                  </a:cubicBezTo>
                  <a:cubicBezTo>
                    <a:pt x="1115230" y="129792"/>
                    <a:pt x="1115537" y="130196"/>
                    <a:pt x="1115853" y="130613"/>
                  </a:cubicBezTo>
                  <a:cubicBezTo>
                    <a:pt x="1117044" y="132171"/>
                    <a:pt x="1118214" y="133659"/>
                    <a:pt x="1119623" y="135026"/>
                  </a:cubicBezTo>
                  <a:cubicBezTo>
                    <a:pt x="1120550" y="135992"/>
                    <a:pt x="1120550" y="135992"/>
                    <a:pt x="1120922" y="137945"/>
                  </a:cubicBezTo>
                  <a:cubicBezTo>
                    <a:pt x="1121106" y="138820"/>
                    <a:pt x="1121106" y="138820"/>
                    <a:pt x="1121294" y="139712"/>
                  </a:cubicBezTo>
                  <a:cubicBezTo>
                    <a:pt x="1122031" y="139958"/>
                    <a:pt x="1122768" y="140203"/>
                    <a:pt x="1123527" y="140456"/>
                  </a:cubicBezTo>
                  <a:cubicBezTo>
                    <a:pt x="1123775" y="141449"/>
                    <a:pt x="1124023" y="142441"/>
                    <a:pt x="1124271" y="143433"/>
                  </a:cubicBezTo>
                  <a:cubicBezTo>
                    <a:pt x="1125008" y="143678"/>
                    <a:pt x="1125744" y="143924"/>
                    <a:pt x="1126503" y="144177"/>
                  </a:cubicBezTo>
                  <a:cubicBezTo>
                    <a:pt x="1126503" y="144914"/>
                    <a:pt x="1126503" y="145650"/>
                    <a:pt x="1126503" y="146409"/>
                  </a:cubicBezTo>
                  <a:cubicBezTo>
                    <a:pt x="1127880" y="147191"/>
                    <a:pt x="1127880" y="147191"/>
                    <a:pt x="1129480" y="147898"/>
                  </a:cubicBezTo>
                  <a:cubicBezTo>
                    <a:pt x="1131733" y="149650"/>
                    <a:pt x="1131952" y="151111"/>
                    <a:pt x="1132456" y="153851"/>
                  </a:cubicBezTo>
                  <a:cubicBezTo>
                    <a:pt x="1132948" y="154096"/>
                    <a:pt x="1133439" y="154342"/>
                    <a:pt x="1133945" y="154595"/>
                  </a:cubicBezTo>
                  <a:cubicBezTo>
                    <a:pt x="1134190" y="155332"/>
                    <a:pt x="1134436" y="156068"/>
                    <a:pt x="1134689" y="156827"/>
                  </a:cubicBezTo>
                  <a:cubicBezTo>
                    <a:pt x="1135180" y="157073"/>
                    <a:pt x="1135671" y="157319"/>
                    <a:pt x="1136177" y="157572"/>
                  </a:cubicBezTo>
                  <a:cubicBezTo>
                    <a:pt x="1136285" y="158186"/>
                    <a:pt x="1136392" y="158799"/>
                    <a:pt x="1136503" y="159432"/>
                  </a:cubicBezTo>
                  <a:cubicBezTo>
                    <a:pt x="1136641" y="160046"/>
                    <a:pt x="1136779" y="160660"/>
                    <a:pt x="1136921" y="161292"/>
                  </a:cubicBezTo>
                  <a:cubicBezTo>
                    <a:pt x="1137658" y="161538"/>
                    <a:pt x="1138395" y="161783"/>
                    <a:pt x="1139154" y="162036"/>
                  </a:cubicBezTo>
                  <a:cubicBezTo>
                    <a:pt x="1139399" y="162773"/>
                    <a:pt x="1139645" y="163510"/>
                    <a:pt x="1139898" y="164269"/>
                  </a:cubicBezTo>
                  <a:cubicBezTo>
                    <a:pt x="1140634" y="164760"/>
                    <a:pt x="1141371" y="165251"/>
                    <a:pt x="1142130" y="165757"/>
                  </a:cubicBezTo>
                  <a:cubicBezTo>
                    <a:pt x="1142376" y="166494"/>
                    <a:pt x="1142621" y="167231"/>
                    <a:pt x="1142874" y="167990"/>
                  </a:cubicBezTo>
                  <a:cubicBezTo>
                    <a:pt x="1143243" y="168327"/>
                    <a:pt x="1143611" y="168665"/>
                    <a:pt x="1143991" y="169013"/>
                  </a:cubicBezTo>
                  <a:cubicBezTo>
                    <a:pt x="1145107" y="170222"/>
                    <a:pt x="1145107" y="170222"/>
                    <a:pt x="1145479" y="172175"/>
                  </a:cubicBezTo>
                  <a:cubicBezTo>
                    <a:pt x="1145663" y="173050"/>
                    <a:pt x="1145663" y="173050"/>
                    <a:pt x="1145851" y="173943"/>
                  </a:cubicBezTo>
                  <a:cubicBezTo>
                    <a:pt x="1146588" y="174188"/>
                    <a:pt x="1147324" y="174434"/>
                    <a:pt x="1148083" y="174687"/>
                  </a:cubicBezTo>
                  <a:cubicBezTo>
                    <a:pt x="1148083" y="175669"/>
                    <a:pt x="1148083" y="176651"/>
                    <a:pt x="1148083" y="177663"/>
                  </a:cubicBezTo>
                  <a:cubicBezTo>
                    <a:pt x="1148820" y="177663"/>
                    <a:pt x="1149557" y="177663"/>
                    <a:pt x="1150316" y="177663"/>
                  </a:cubicBezTo>
                  <a:cubicBezTo>
                    <a:pt x="1151060" y="179291"/>
                    <a:pt x="1151060" y="179291"/>
                    <a:pt x="1151804" y="181384"/>
                  </a:cubicBezTo>
                  <a:cubicBezTo>
                    <a:pt x="1153174" y="184111"/>
                    <a:pt x="1153174" y="184111"/>
                    <a:pt x="1155525" y="185849"/>
                  </a:cubicBezTo>
                  <a:cubicBezTo>
                    <a:pt x="1156285" y="187079"/>
                    <a:pt x="1157025" y="188322"/>
                    <a:pt x="1157757" y="189570"/>
                  </a:cubicBezTo>
                  <a:cubicBezTo>
                    <a:pt x="1158421" y="190440"/>
                    <a:pt x="1159088" y="191308"/>
                    <a:pt x="1159757" y="192174"/>
                  </a:cubicBezTo>
                  <a:cubicBezTo>
                    <a:pt x="1161401" y="194408"/>
                    <a:pt x="1161642" y="195702"/>
                    <a:pt x="1161478" y="198499"/>
                  </a:cubicBezTo>
                  <a:cubicBezTo>
                    <a:pt x="1162215" y="198745"/>
                    <a:pt x="1162951" y="198990"/>
                    <a:pt x="1163710" y="199243"/>
                  </a:cubicBezTo>
                  <a:cubicBezTo>
                    <a:pt x="1163958" y="200484"/>
                    <a:pt x="1164206" y="201724"/>
                    <a:pt x="1164454" y="202964"/>
                  </a:cubicBezTo>
                  <a:cubicBezTo>
                    <a:pt x="1165191" y="203210"/>
                    <a:pt x="1165928" y="203455"/>
                    <a:pt x="1166687" y="203708"/>
                  </a:cubicBezTo>
                  <a:cubicBezTo>
                    <a:pt x="1167209" y="204938"/>
                    <a:pt x="1167706" y="206178"/>
                    <a:pt x="1168175" y="207429"/>
                  </a:cubicBezTo>
                  <a:cubicBezTo>
                    <a:pt x="1168666" y="207675"/>
                    <a:pt x="1169157" y="207920"/>
                    <a:pt x="1169663" y="208173"/>
                  </a:cubicBezTo>
                  <a:cubicBezTo>
                    <a:pt x="1169911" y="209413"/>
                    <a:pt x="1170159" y="210654"/>
                    <a:pt x="1170408" y="211894"/>
                  </a:cubicBezTo>
                  <a:cubicBezTo>
                    <a:pt x="1170899" y="212139"/>
                    <a:pt x="1171390" y="212385"/>
                    <a:pt x="1171896" y="212638"/>
                  </a:cubicBezTo>
                  <a:cubicBezTo>
                    <a:pt x="1172392" y="213878"/>
                    <a:pt x="1172888" y="215118"/>
                    <a:pt x="1173384" y="216359"/>
                  </a:cubicBezTo>
                  <a:cubicBezTo>
                    <a:pt x="1173875" y="216604"/>
                    <a:pt x="1174366" y="216850"/>
                    <a:pt x="1174872" y="217103"/>
                  </a:cubicBezTo>
                  <a:cubicBezTo>
                    <a:pt x="1175175" y="218830"/>
                    <a:pt x="1175426" y="220568"/>
                    <a:pt x="1175617" y="222312"/>
                  </a:cubicBezTo>
                  <a:cubicBezTo>
                    <a:pt x="1176353" y="222312"/>
                    <a:pt x="1177090" y="222312"/>
                    <a:pt x="1177849" y="222312"/>
                  </a:cubicBezTo>
                  <a:cubicBezTo>
                    <a:pt x="1178116" y="223548"/>
                    <a:pt x="1178362" y="224789"/>
                    <a:pt x="1178593" y="226033"/>
                  </a:cubicBezTo>
                  <a:cubicBezTo>
                    <a:pt x="1179322" y="226792"/>
                    <a:pt x="1180066" y="227537"/>
                    <a:pt x="1180826" y="228265"/>
                  </a:cubicBezTo>
                  <a:cubicBezTo>
                    <a:pt x="1181087" y="229254"/>
                    <a:pt x="1181337" y="230246"/>
                    <a:pt x="1181570" y="231242"/>
                  </a:cubicBezTo>
                  <a:cubicBezTo>
                    <a:pt x="1182061" y="231487"/>
                    <a:pt x="1182552" y="231733"/>
                    <a:pt x="1183058" y="231986"/>
                  </a:cubicBezTo>
                  <a:cubicBezTo>
                    <a:pt x="1183165" y="232722"/>
                    <a:pt x="1183273" y="233459"/>
                    <a:pt x="1183383" y="234218"/>
                  </a:cubicBezTo>
                  <a:cubicBezTo>
                    <a:pt x="1183522" y="234955"/>
                    <a:pt x="1183660" y="235691"/>
                    <a:pt x="1183802" y="236450"/>
                  </a:cubicBezTo>
                  <a:cubicBezTo>
                    <a:pt x="1184539" y="236696"/>
                    <a:pt x="1185275" y="236942"/>
                    <a:pt x="1186035" y="237195"/>
                  </a:cubicBezTo>
                  <a:cubicBezTo>
                    <a:pt x="1186549" y="238677"/>
                    <a:pt x="1187046" y="240165"/>
                    <a:pt x="1187523" y="241659"/>
                  </a:cubicBezTo>
                  <a:cubicBezTo>
                    <a:pt x="1188014" y="241659"/>
                    <a:pt x="1188505" y="241659"/>
                    <a:pt x="1189011" y="241659"/>
                  </a:cubicBezTo>
                  <a:cubicBezTo>
                    <a:pt x="1189149" y="242926"/>
                    <a:pt x="1189149" y="242926"/>
                    <a:pt x="1189290" y="244217"/>
                  </a:cubicBezTo>
                  <a:cubicBezTo>
                    <a:pt x="1189444" y="245092"/>
                    <a:pt x="1189597" y="245967"/>
                    <a:pt x="1189755" y="246868"/>
                  </a:cubicBezTo>
                  <a:cubicBezTo>
                    <a:pt x="1190246" y="247114"/>
                    <a:pt x="1190737" y="247360"/>
                    <a:pt x="1191243" y="247613"/>
                  </a:cubicBezTo>
                  <a:cubicBezTo>
                    <a:pt x="1191547" y="249340"/>
                    <a:pt x="1191797" y="251078"/>
                    <a:pt x="1191988" y="252822"/>
                  </a:cubicBezTo>
                  <a:cubicBezTo>
                    <a:pt x="1192724" y="252822"/>
                    <a:pt x="1193461" y="252822"/>
                    <a:pt x="1194220" y="252822"/>
                  </a:cubicBezTo>
                  <a:cubicBezTo>
                    <a:pt x="1194297" y="253528"/>
                    <a:pt x="1194374" y="254234"/>
                    <a:pt x="1194453" y="254961"/>
                  </a:cubicBezTo>
                  <a:cubicBezTo>
                    <a:pt x="1194730" y="257503"/>
                    <a:pt x="1194730" y="257503"/>
                    <a:pt x="1197197" y="258775"/>
                  </a:cubicBezTo>
                  <a:cubicBezTo>
                    <a:pt x="1197469" y="260259"/>
                    <a:pt x="1197718" y="261747"/>
                    <a:pt x="1197941" y="263240"/>
                  </a:cubicBezTo>
                  <a:cubicBezTo>
                    <a:pt x="1198432" y="263485"/>
                    <a:pt x="1198923" y="263731"/>
                    <a:pt x="1199429" y="263984"/>
                  </a:cubicBezTo>
                  <a:cubicBezTo>
                    <a:pt x="1199871" y="265955"/>
                    <a:pt x="1199981" y="267922"/>
                    <a:pt x="1200173" y="269937"/>
                  </a:cubicBezTo>
                  <a:cubicBezTo>
                    <a:pt x="1200910" y="269937"/>
                    <a:pt x="1201647" y="269937"/>
                    <a:pt x="1202406" y="269937"/>
                  </a:cubicBezTo>
                  <a:cubicBezTo>
                    <a:pt x="1202930" y="271665"/>
                    <a:pt x="1203427" y="273401"/>
                    <a:pt x="1203894" y="275146"/>
                  </a:cubicBezTo>
                  <a:cubicBezTo>
                    <a:pt x="1204385" y="275146"/>
                    <a:pt x="1204876" y="275146"/>
                    <a:pt x="1205382" y="275146"/>
                  </a:cubicBezTo>
                  <a:cubicBezTo>
                    <a:pt x="1205527" y="276672"/>
                    <a:pt x="1205673" y="278198"/>
                    <a:pt x="1205818" y="279724"/>
                  </a:cubicBezTo>
                  <a:cubicBezTo>
                    <a:pt x="1205920" y="280178"/>
                    <a:pt x="1206022" y="280631"/>
                    <a:pt x="1206126" y="281099"/>
                  </a:cubicBezTo>
                  <a:cubicBezTo>
                    <a:pt x="1206617" y="281344"/>
                    <a:pt x="1207109" y="281590"/>
                    <a:pt x="1207615" y="281843"/>
                  </a:cubicBezTo>
                  <a:cubicBezTo>
                    <a:pt x="1207722" y="282687"/>
                    <a:pt x="1207829" y="283531"/>
                    <a:pt x="1207940" y="284401"/>
                  </a:cubicBezTo>
                  <a:cubicBezTo>
                    <a:pt x="1208078" y="285276"/>
                    <a:pt x="1208216" y="286151"/>
                    <a:pt x="1208359" y="287052"/>
                  </a:cubicBezTo>
                  <a:cubicBezTo>
                    <a:pt x="1209095" y="287543"/>
                    <a:pt x="1209832" y="288034"/>
                    <a:pt x="1210591" y="288540"/>
                  </a:cubicBezTo>
                  <a:cubicBezTo>
                    <a:pt x="1210714" y="289415"/>
                    <a:pt x="1210837" y="290290"/>
                    <a:pt x="1210963" y="291191"/>
                  </a:cubicBezTo>
                  <a:cubicBezTo>
                    <a:pt x="1211147" y="292458"/>
                    <a:pt x="1211147" y="292458"/>
                    <a:pt x="1211335" y="293749"/>
                  </a:cubicBezTo>
                  <a:cubicBezTo>
                    <a:pt x="1212072" y="293995"/>
                    <a:pt x="1212809" y="294240"/>
                    <a:pt x="1213568" y="294493"/>
                  </a:cubicBezTo>
                  <a:cubicBezTo>
                    <a:pt x="1213786" y="296682"/>
                    <a:pt x="1213786" y="296682"/>
                    <a:pt x="1213707" y="299377"/>
                  </a:cubicBezTo>
                  <a:cubicBezTo>
                    <a:pt x="1213687" y="300268"/>
                    <a:pt x="1213667" y="301159"/>
                    <a:pt x="1213646" y="302077"/>
                  </a:cubicBezTo>
                  <a:cubicBezTo>
                    <a:pt x="1213620" y="302767"/>
                    <a:pt x="1213594" y="303457"/>
                    <a:pt x="1213568" y="304167"/>
                  </a:cubicBezTo>
                  <a:cubicBezTo>
                    <a:pt x="1212842" y="304170"/>
                    <a:pt x="1212117" y="304173"/>
                    <a:pt x="1211369" y="304176"/>
                  </a:cubicBezTo>
                  <a:cubicBezTo>
                    <a:pt x="1204547" y="304203"/>
                    <a:pt x="1197725" y="304246"/>
                    <a:pt x="1190903" y="304304"/>
                  </a:cubicBezTo>
                  <a:cubicBezTo>
                    <a:pt x="1187395" y="304334"/>
                    <a:pt x="1183887" y="304357"/>
                    <a:pt x="1180380" y="304369"/>
                  </a:cubicBezTo>
                  <a:cubicBezTo>
                    <a:pt x="1176997" y="304380"/>
                    <a:pt x="1173615" y="304406"/>
                    <a:pt x="1170233" y="304441"/>
                  </a:cubicBezTo>
                  <a:cubicBezTo>
                    <a:pt x="1168939" y="304452"/>
                    <a:pt x="1167646" y="304458"/>
                    <a:pt x="1166353" y="304459"/>
                  </a:cubicBezTo>
                  <a:cubicBezTo>
                    <a:pt x="1164547" y="304461"/>
                    <a:pt x="1162743" y="304481"/>
                    <a:pt x="1160937" y="304505"/>
                  </a:cubicBezTo>
                  <a:cubicBezTo>
                    <a:pt x="1160397" y="304501"/>
                    <a:pt x="1159857" y="304498"/>
                    <a:pt x="1159301" y="304494"/>
                  </a:cubicBezTo>
                  <a:cubicBezTo>
                    <a:pt x="1157674" y="304492"/>
                    <a:pt x="1157674" y="304492"/>
                    <a:pt x="1155525" y="304911"/>
                  </a:cubicBezTo>
                  <a:cubicBezTo>
                    <a:pt x="1155263" y="305900"/>
                    <a:pt x="1155015" y="306893"/>
                    <a:pt x="1154781" y="307888"/>
                  </a:cubicBezTo>
                  <a:cubicBezTo>
                    <a:pt x="1152629" y="308274"/>
                    <a:pt x="1152629" y="308274"/>
                    <a:pt x="1149710" y="308294"/>
                  </a:cubicBezTo>
                  <a:cubicBezTo>
                    <a:pt x="1149180" y="308302"/>
                    <a:pt x="1148650" y="308310"/>
                    <a:pt x="1148104" y="308318"/>
                  </a:cubicBezTo>
                  <a:cubicBezTo>
                    <a:pt x="1146344" y="308340"/>
                    <a:pt x="1144585" y="308341"/>
                    <a:pt x="1142825" y="308341"/>
                  </a:cubicBezTo>
                  <a:cubicBezTo>
                    <a:pt x="1141608" y="308353"/>
                    <a:pt x="1140391" y="308365"/>
                    <a:pt x="1139174" y="308379"/>
                  </a:cubicBezTo>
                  <a:cubicBezTo>
                    <a:pt x="1135965" y="308411"/>
                    <a:pt x="1132757" y="308426"/>
                    <a:pt x="1129548" y="308437"/>
                  </a:cubicBezTo>
                  <a:cubicBezTo>
                    <a:pt x="1126276" y="308452"/>
                    <a:pt x="1123004" y="308483"/>
                    <a:pt x="1119732" y="308513"/>
                  </a:cubicBezTo>
                  <a:cubicBezTo>
                    <a:pt x="1113307" y="308569"/>
                    <a:pt x="1106883" y="308606"/>
                    <a:pt x="1100458" y="308632"/>
                  </a:cubicBezTo>
                  <a:cubicBezTo>
                    <a:pt x="1100458" y="309369"/>
                    <a:pt x="1100458" y="310106"/>
                    <a:pt x="1100458" y="310865"/>
                  </a:cubicBezTo>
                  <a:cubicBezTo>
                    <a:pt x="1097985" y="311632"/>
                    <a:pt x="1095556" y="311707"/>
                    <a:pt x="1092980" y="311726"/>
                  </a:cubicBezTo>
                  <a:cubicBezTo>
                    <a:pt x="1092253" y="311734"/>
                    <a:pt x="1091525" y="311741"/>
                    <a:pt x="1090776" y="311749"/>
                  </a:cubicBezTo>
                  <a:cubicBezTo>
                    <a:pt x="1089612" y="311757"/>
                    <a:pt x="1089612" y="311757"/>
                    <a:pt x="1088424" y="311766"/>
                  </a:cubicBezTo>
                  <a:cubicBezTo>
                    <a:pt x="1086778" y="311787"/>
                    <a:pt x="1085132" y="311808"/>
                    <a:pt x="1083486" y="311830"/>
                  </a:cubicBezTo>
                  <a:cubicBezTo>
                    <a:pt x="1080892" y="311860"/>
                    <a:pt x="1078299" y="311888"/>
                    <a:pt x="1075705" y="311907"/>
                  </a:cubicBezTo>
                  <a:cubicBezTo>
                    <a:pt x="1073201" y="311928"/>
                    <a:pt x="1070697" y="311962"/>
                    <a:pt x="1068193" y="311998"/>
                  </a:cubicBezTo>
                  <a:cubicBezTo>
                    <a:pt x="1067020" y="312002"/>
                    <a:pt x="1067020" y="312002"/>
                    <a:pt x="1065823" y="312006"/>
                  </a:cubicBezTo>
                  <a:cubicBezTo>
                    <a:pt x="1064746" y="312024"/>
                    <a:pt x="1064746" y="312024"/>
                    <a:pt x="1063647" y="312043"/>
                  </a:cubicBezTo>
                  <a:cubicBezTo>
                    <a:pt x="1063012" y="312049"/>
                    <a:pt x="1062378" y="312055"/>
                    <a:pt x="1061723" y="312061"/>
                  </a:cubicBezTo>
                  <a:cubicBezTo>
                    <a:pt x="1061245" y="312157"/>
                    <a:pt x="1060767" y="312254"/>
                    <a:pt x="1060275" y="312353"/>
                  </a:cubicBezTo>
                  <a:cubicBezTo>
                    <a:pt x="1060029" y="313090"/>
                    <a:pt x="1059784" y="313826"/>
                    <a:pt x="1059531" y="314585"/>
                  </a:cubicBezTo>
                  <a:cubicBezTo>
                    <a:pt x="1058198" y="314854"/>
                    <a:pt x="1058198" y="314854"/>
                    <a:pt x="1056440" y="314839"/>
                  </a:cubicBezTo>
                  <a:cubicBezTo>
                    <a:pt x="1055785" y="314839"/>
                    <a:pt x="1055130" y="314838"/>
                    <a:pt x="1054454" y="314838"/>
                  </a:cubicBezTo>
                  <a:cubicBezTo>
                    <a:pt x="1053386" y="314821"/>
                    <a:pt x="1053386" y="314821"/>
                    <a:pt x="1052296" y="314803"/>
                  </a:cubicBezTo>
                  <a:cubicBezTo>
                    <a:pt x="1051570" y="314800"/>
                    <a:pt x="1050844" y="314797"/>
                    <a:pt x="1050096" y="314794"/>
                  </a:cubicBezTo>
                  <a:cubicBezTo>
                    <a:pt x="1047768" y="314781"/>
                    <a:pt x="1045441" y="314753"/>
                    <a:pt x="1043113" y="314725"/>
                  </a:cubicBezTo>
                  <a:cubicBezTo>
                    <a:pt x="1041539" y="314714"/>
                    <a:pt x="1039965" y="314703"/>
                    <a:pt x="1038391" y="314694"/>
                  </a:cubicBezTo>
                  <a:cubicBezTo>
                    <a:pt x="1034523" y="314670"/>
                    <a:pt x="1030656" y="314632"/>
                    <a:pt x="1026788" y="314585"/>
                  </a:cubicBezTo>
                  <a:cubicBezTo>
                    <a:pt x="1026788" y="315813"/>
                    <a:pt x="1026788" y="317041"/>
                    <a:pt x="1026788" y="318306"/>
                  </a:cubicBezTo>
                  <a:cubicBezTo>
                    <a:pt x="1025476" y="318322"/>
                    <a:pt x="1025476" y="318322"/>
                    <a:pt x="1024136" y="318339"/>
                  </a:cubicBezTo>
                  <a:cubicBezTo>
                    <a:pt x="1020900" y="318382"/>
                    <a:pt x="1017665" y="318439"/>
                    <a:pt x="1014430" y="318501"/>
                  </a:cubicBezTo>
                  <a:cubicBezTo>
                    <a:pt x="1013027" y="318526"/>
                    <a:pt x="1011625" y="318547"/>
                    <a:pt x="1010222" y="318564"/>
                  </a:cubicBezTo>
                  <a:cubicBezTo>
                    <a:pt x="1008211" y="318589"/>
                    <a:pt x="1006199" y="318628"/>
                    <a:pt x="1004188" y="318669"/>
                  </a:cubicBezTo>
                  <a:cubicBezTo>
                    <a:pt x="1003242" y="318676"/>
                    <a:pt x="1003242" y="318676"/>
                    <a:pt x="1002276" y="318684"/>
                  </a:cubicBezTo>
                  <a:cubicBezTo>
                    <a:pt x="1000346" y="318706"/>
                    <a:pt x="1000346" y="318706"/>
                    <a:pt x="997767" y="319050"/>
                  </a:cubicBezTo>
                  <a:cubicBezTo>
                    <a:pt x="997521" y="319787"/>
                    <a:pt x="997276" y="320524"/>
                    <a:pt x="997023" y="321283"/>
                  </a:cubicBezTo>
                  <a:cubicBezTo>
                    <a:pt x="995169" y="321531"/>
                    <a:pt x="993490" y="321629"/>
                    <a:pt x="991631" y="321637"/>
                  </a:cubicBezTo>
                  <a:cubicBezTo>
                    <a:pt x="990820" y="321655"/>
                    <a:pt x="990820" y="321655"/>
                    <a:pt x="989993" y="321672"/>
                  </a:cubicBezTo>
                  <a:cubicBezTo>
                    <a:pt x="988259" y="321708"/>
                    <a:pt x="986525" y="321728"/>
                    <a:pt x="984791" y="321748"/>
                  </a:cubicBezTo>
                  <a:cubicBezTo>
                    <a:pt x="983060" y="321775"/>
                    <a:pt x="981328" y="321805"/>
                    <a:pt x="979597" y="321839"/>
                  </a:cubicBezTo>
                  <a:cubicBezTo>
                    <a:pt x="978518" y="321859"/>
                    <a:pt x="977439" y="321875"/>
                    <a:pt x="976360" y="321886"/>
                  </a:cubicBezTo>
                  <a:cubicBezTo>
                    <a:pt x="973576" y="321889"/>
                    <a:pt x="973576" y="321889"/>
                    <a:pt x="970978" y="322771"/>
                  </a:cubicBezTo>
                  <a:cubicBezTo>
                    <a:pt x="970978" y="323507"/>
                    <a:pt x="970978" y="324244"/>
                    <a:pt x="970978" y="325003"/>
                  </a:cubicBezTo>
                  <a:cubicBezTo>
                    <a:pt x="969902" y="324980"/>
                    <a:pt x="969902" y="324980"/>
                    <a:pt x="968804" y="324956"/>
                  </a:cubicBezTo>
                  <a:cubicBezTo>
                    <a:pt x="966151" y="324902"/>
                    <a:pt x="963498" y="324868"/>
                    <a:pt x="960845" y="324840"/>
                  </a:cubicBezTo>
                  <a:cubicBezTo>
                    <a:pt x="959695" y="324825"/>
                    <a:pt x="958545" y="324804"/>
                    <a:pt x="957395" y="324779"/>
                  </a:cubicBezTo>
                  <a:cubicBezTo>
                    <a:pt x="955746" y="324743"/>
                    <a:pt x="954097" y="324726"/>
                    <a:pt x="952447" y="324713"/>
                  </a:cubicBezTo>
                  <a:cubicBezTo>
                    <a:pt x="951930" y="324697"/>
                    <a:pt x="951413" y="324682"/>
                    <a:pt x="950880" y="324666"/>
                  </a:cubicBezTo>
                  <a:cubicBezTo>
                    <a:pt x="949291" y="324630"/>
                    <a:pt x="949291" y="324630"/>
                    <a:pt x="947165" y="325003"/>
                  </a:cubicBezTo>
                  <a:cubicBezTo>
                    <a:pt x="946883" y="325986"/>
                    <a:pt x="946634" y="326980"/>
                    <a:pt x="946421" y="327980"/>
                  </a:cubicBezTo>
                  <a:cubicBezTo>
                    <a:pt x="944516" y="328339"/>
                    <a:pt x="944516" y="328339"/>
                    <a:pt x="942006" y="328329"/>
                  </a:cubicBezTo>
                  <a:cubicBezTo>
                    <a:pt x="941108" y="328339"/>
                    <a:pt x="940211" y="328350"/>
                    <a:pt x="939286" y="328361"/>
                  </a:cubicBezTo>
                  <a:cubicBezTo>
                    <a:pt x="937380" y="328355"/>
                    <a:pt x="935473" y="328349"/>
                    <a:pt x="933566" y="328343"/>
                  </a:cubicBezTo>
                  <a:cubicBezTo>
                    <a:pt x="932668" y="328354"/>
                    <a:pt x="931769" y="328364"/>
                    <a:pt x="930844" y="328375"/>
                  </a:cubicBezTo>
                  <a:cubicBezTo>
                    <a:pt x="930014" y="328372"/>
                    <a:pt x="929185" y="328368"/>
                    <a:pt x="928331" y="328365"/>
                  </a:cubicBezTo>
                  <a:cubicBezTo>
                    <a:pt x="927670" y="328483"/>
                    <a:pt x="927010" y="328602"/>
                    <a:pt x="926329" y="328724"/>
                  </a:cubicBezTo>
                  <a:cubicBezTo>
                    <a:pt x="925966" y="329461"/>
                    <a:pt x="925966" y="329461"/>
                    <a:pt x="925595" y="330212"/>
                  </a:cubicBezTo>
                  <a:cubicBezTo>
                    <a:pt x="925222" y="330949"/>
                    <a:pt x="925222" y="330949"/>
                    <a:pt x="924841" y="331700"/>
                  </a:cubicBezTo>
                  <a:cubicBezTo>
                    <a:pt x="922771" y="332059"/>
                    <a:pt x="922771" y="332059"/>
                    <a:pt x="920164" y="332049"/>
                  </a:cubicBezTo>
                  <a:cubicBezTo>
                    <a:pt x="919232" y="332060"/>
                    <a:pt x="918300" y="332070"/>
                    <a:pt x="917340" y="332081"/>
                  </a:cubicBezTo>
                  <a:cubicBezTo>
                    <a:pt x="916362" y="332078"/>
                    <a:pt x="915384" y="332076"/>
                    <a:pt x="914377" y="332073"/>
                  </a:cubicBezTo>
                  <a:cubicBezTo>
                    <a:pt x="912446" y="332067"/>
                    <a:pt x="910514" y="332074"/>
                    <a:pt x="908583" y="332096"/>
                  </a:cubicBezTo>
                  <a:cubicBezTo>
                    <a:pt x="907294" y="332091"/>
                    <a:pt x="907294" y="332091"/>
                    <a:pt x="905979" y="332086"/>
                  </a:cubicBezTo>
                  <a:cubicBezTo>
                    <a:pt x="905327" y="332204"/>
                    <a:pt x="904676" y="332323"/>
                    <a:pt x="904005" y="332445"/>
                  </a:cubicBezTo>
                  <a:cubicBezTo>
                    <a:pt x="903739" y="333432"/>
                    <a:pt x="903491" y="334425"/>
                    <a:pt x="903261" y="335421"/>
                  </a:cubicBezTo>
                  <a:cubicBezTo>
                    <a:pt x="901469" y="335827"/>
                    <a:pt x="901469" y="335827"/>
                    <a:pt x="899119" y="335875"/>
                  </a:cubicBezTo>
                  <a:cubicBezTo>
                    <a:pt x="898282" y="335899"/>
                    <a:pt x="897445" y="335923"/>
                    <a:pt x="896583" y="335947"/>
                  </a:cubicBezTo>
                  <a:cubicBezTo>
                    <a:pt x="895702" y="335958"/>
                    <a:pt x="894821" y="335968"/>
                    <a:pt x="893913" y="335979"/>
                  </a:cubicBezTo>
                  <a:cubicBezTo>
                    <a:pt x="892587" y="336012"/>
                    <a:pt x="892587" y="336012"/>
                    <a:pt x="891234" y="336046"/>
                  </a:cubicBezTo>
                  <a:cubicBezTo>
                    <a:pt x="889042" y="336099"/>
                    <a:pt x="886850" y="336138"/>
                    <a:pt x="884658" y="336165"/>
                  </a:cubicBezTo>
                  <a:cubicBezTo>
                    <a:pt x="884658" y="336902"/>
                    <a:pt x="884658" y="337639"/>
                    <a:pt x="884658" y="338398"/>
                  </a:cubicBezTo>
                  <a:cubicBezTo>
                    <a:pt x="884147" y="338416"/>
                    <a:pt x="883636" y="338435"/>
                    <a:pt x="883110" y="338454"/>
                  </a:cubicBezTo>
                  <a:cubicBezTo>
                    <a:pt x="880804" y="338540"/>
                    <a:pt x="878499" y="338632"/>
                    <a:pt x="876193" y="338723"/>
                  </a:cubicBezTo>
                  <a:cubicBezTo>
                    <a:pt x="875389" y="338753"/>
                    <a:pt x="874585" y="338782"/>
                    <a:pt x="873757" y="338812"/>
                  </a:cubicBezTo>
                  <a:cubicBezTo>
                    <a:pt x="872990" y="338843"/>
                    <a:pt x="872222" y="338874"/>
                    <a:pt x="871432" y="338906"/>
                  </a:cubicBezTo>
                  <a:cubicBezTo>
                    <a:pt x="870722" y="338934"/>
                    <a:pt x="870013" y="338961"/>
                    <a:pt x="869282" y="338989"/>
                  </a:cubicBezTo>
                  <a:cubicBezTo>
                    <a:pt x="867526" y="339036"/>
                    <a:pt x="867526" y="339036"/>
                    <a:pt x="866054" y="339886"/>
                  </a:cubicBezTo>
                  <a:cubicBezTo>
                    <a:pt x="866054" y="340623"/>
                    <a:pt x="866054" y="341359"/>
                    <a:pt x="866054" y="342118"/>
                  </a:cubicBezTo>
                  <a:cubicBezTo>
                    <a:pt x="865282" y="342135"/>
                    <a:pt x="865282" y="342135"/>
                    <a:pt x="864495" y="342151"/>
                  </a:cubicBezTo>
                  <a:cubicBezTo>
                    <a:pt x="862177" y="342207"/>
                    <a:pt x="859860" y="342279"/>
                    <a:pt x="857543" y="342351"/>
                  </a:cubicBezTo>
                  <a:cubicBezTo>
                    <a:pt x="856733" y="342368"/>
                    <a:pt x="855923" y="342385"/>
                    <a:pt x="855088" y="342402"/>
                  </a:cubicBezTo>
                  <a:cubicBezTo>
                    <a:pt x="853933" y="342441"/>
                    <a:pt x="853933" y="342441"/>
                    <a:pt x="852755" y="342482"/>
                  </a:cubicBezTo>
                  <a:cubicBezTo>
                    <a:pt x="852042" y="342501"/>
                    <a:pt x="851329" y="342521"/>
                    <a:pt x="850594" y="342541"/>
                  </a:cubicBezTo>
                  <a:cubicBezTo>
                    <a:pt x="850048" y="342647"/>
                    <a:pt x="849502" y="342753"/>
                    <a:pt x="848939" y="342863"/>
                  </a:cubicBezTo>
                  <a:cubicBezTo>
                    <a:pt x="848693" y="343599"/>
                    <a:pt x="848448" y="344336"/>
                    <a:pt x="848195" y="345095"/>
                  </a:cubicBezTo>
                  <a:cubicBezTo>
                    <a:pt x="846768" y="345370"/>
                    <a:pt x="846768" y="345370"/>
                    <a:pt x="844919" y="345371"/>
                  </a:cubicBezTo>
                  <a:cubicBezTo>
                    <a:pt x="844256" y="345384"/>
                    <a:pt x="843594" y="345397"/>
                    <a:pt x="842912" y="345410"/>
                  </a:cubicBezTo>
                  <a:cubicBezTo>
                    <a:pt x="841507" y="345417"/>
                    <a:pt x="840102" y="345421"/>
                    <a:pt x="838697" y="345422"/>
                  </a:cubicBezTo>
                  <a:cubicBezTo>
                    <a:pt x="838033" y="345436"/>
                    <a:pt x="837370" y="345450"/>
                    <a:pt x="836687" y="345464"/>
                  </a:cubicBezTo>
                  <a:cubicBezTo>
                    <a:pt x="835770" y="345466"/>
                    <a:pt x="835770" y="345466"/>
                    <a:pt x="834835" y="345468"/>
                  </a:cubicBezTo>
                  <a:cubicBezTo>
                    <a:pt x="834332" y="345591"/>
                    <a:pt x="833830" y="345713"/>
                    <a:pt x="833312" y="345839"/>
                  </a:cubicBezTo>
                  <a:cubicBezTo>
                    <a:pt x="832948" y="346577"/>
                    <a:pt x="832948" y="346577"/>
                    <a:pt x="832578" y="347329"/>
                  </a:cubicBezTo>
                  <a:cubicBezTo>
                    <a:pt x="832329" y="347820"/>
                    <a:pt x="832080" y="348310"/>
                    <a:pt x="831824" y="348816"/>
                  </a:cubicBezTo>
                  <a:cubicBezTo>
                    <a:pt x="830232" y="349175"/>
                    <a:pt x="830232" y="349175"/>
                    <a:pt x="828286" y="349165"/>
                  </a:cubicBezTo>
                  <a:cubicBezTo>
                    <a:pt x="827589" y="349175"/>
                    <a:pt x="826892" y="349186"/>
                    <a:pt x="826174" y="349197"/>
                  </a:cubicBezTo>
                  <a:cubicBezTo>
                    <a:pt x="825080" y="349192"/>
                    <a:pt x="825080" y="349192"/>
                    <a:pt x="823964" y="349188"/>
                  </a:cubicBezTo>
                  <a:cubicBezTo>
                    <a:pt x="822521" y="349182"/>
                    <a:pt x="821078" y="349189"/>
                    <a:pt x="819635" y="349211"/>
                  </a:cubicBezTo>
                  <a:cubicBezTo>
                    <a:pt x="818994" y="349208"/>
                    <a:pt x="818353" y="349204"/>
                    <a:pt x="817692" y="349201"/>
                  </a:cubicBezTo>
                  <a:cubicBezTo>
                    <a:pt x="816952" y="349379"/>
                    <a:pt x="816952" y="349379"/>
                    <a:pt x="816197" y="349560"/>
                  </a:cubicBezTo>
                  <a:cubicBezTo>
                    <a:pt x="815943" y="350551"/>
                    <a:pt x="815695" y="351543"/>
                    <a:pt x="815452" y="352536"/>
                  </a:cubicBezTo>
                  <a:cubicBezTo>
                    <a:pt x="814014" y="352907"/>
                    <a:pt x="814014" y="352907"/>
                    <a:pt x="812150" y="352911"/>
                  </a:cubicBezTo>
                  <a:cubicBezTo>
                    <a:pt x="811152" y="352932"/>
                    <a:pt x="811152" y="352932"/>
                    <a:pt x="810133" y="352954"/>
                  </a:cubicBezTo>
                  <a:cubicBezTo>
                    <a:pt x="809433" y="352954"/>
                    <a:pt x="808732" y="352954"/>
                    <a:pt x="808011" y="352955"/>
                  </a:cubicBezTo>
                  <a:cubicBezTo>
                    <a:pt x="806631" y="352962"/>
                    <a:pt x="805251" y="352978"/>
                    <a:pt x="803872" y="353004"/>
                  </a:cubicBezTo>
                  <a:cubicBezTo>
                    <a:pt x="802949" y="353005"/>
                    <a:pt x="802949" y="353005"/>
                    <a:pt x="802008" y="353006"/>
                  </a:cubicBezTo>
                  <a:cubicBezTo>
                    <a:pt x="801534" y="353097"/>
                    <a:pt x="801059" y="353187"/>
                    <a:pt x="800570" y="353281"/>
                  </a:cubicBezTo>
                  <a:cubicBezTo>
                    <a:pt x="800324" y="354017"/>
                    <a:pt x="800078" y="354754"/>
                    <a:pt x="799825" y="355513"/>
                  </a:cubicBezTo>
                  <a:cubicBezTo>
                    <a:pt x="798523" y="355787"/>
                    <a:pt x="798523" y="355787"/>
                    <a:pt x="796849" y="355789"/>
                  </a:cubicBezTo>
                  <a:cubicBezTo>
                    <a:pt x="796250" y="355802"/>
                    <a:pt x="795652" y="355815"/>
                    <a:pt x="795035" y="355828"/>
                  </a:cubicBezTo>
                  <a:cubicBezTo>
                    <a:pt x="793764" y="355835"/>
                    <a:pt x="792493" y="355839"/>
                    <a:pt x="791221" y="355840"/>
                  </a:cubicBezTo>
                  <a:cubicBezTo>
                    <a:pt x="790623" y="355854"/>
                    <a:pt x="790024" y="355868"/>
                    <a:pt x="789408" y="355882"/>
                  </a:cubicBezTo>
                  <a:cubicBezTo>
                    <a:pt x="788855" y="355884"/>
                    <a:pt x="788302" y="355885"/>
                    <a:pt x="787733" y="355886"/>
                  </a:cubicBezTo>
                  <a:cubicBezTo>
                    <a:pt x="787303" y="356009"/>
                    <a:pt x="786874" y="356131"/>
                    <a:pt x="786431" y="356257"/>
                  </a:cubicBezTo>
                  <a:cubicBezTo>
                    <a:pt x="786258" y="356991"/>
                    <a:pt x="786258" y="356991"/>
                    <a:pt x="786081" y="357740"/>
                  </a:cubicBezTo>
                  <a:cubicBezTo>
                    <a:pt x="785951" y="358233"/>
                    <a:pt x="785821" y="358726"/>
                    <a:pt x="785687" y="359234"/>
                  </a:cubicBezTo>
                  <a:cubicBezTo>
                    <a:pt x="784236" y="359640"/>
                    <a:pt x="784236" y="359640"/>
                    <a:pt x="782359" y="359687"/>
                  </a:cubicBezTo>
                  <a:cubicBezTo>
                    <a:pt x="781689" y="359711"/>
                    <a:pt x="781020" y="359735"/>
                    <a:pt x="780331" y="359760"/>
                  </a:cubicBezTo>
                  <a:cubicBezTo>
                    <a:pt x="779627" y="359770"/>
                    <a:pt x="778924" y="359781"/>
                    <a:pt x="778199" y="359792"/>
                  </a:cubicBezTo>
                  <a:cubicBezTo>
                    <a:pt x="777139" y="359825"/>
                    <a:pt x="777139" y="359825"/>
                    <a:pt x="776058" y="359859"/>
                  </a:cubicBezTo>
                  <a:cubicBezTo>
                    <a:pt x="774307" y="359911"/>
                    <a:pt x="772556" y="359951"/>
                    <a:pt x="770804" y="359978"/>
                  </a:cubicBezTo>
                  <a:cubicBezTo>
                    <a:pt x="770804" y="360715"/>
                    <a:pt x="770804" y="361451"/>
                    <a:pt x="770804" y="362210"/>
                  </a:cubicBezTo>
                  <a:cubicBezTo>
                    <a:pt x="770015" y="362255"/>
                    <a:pt x="769227" y="362300"/>
                    <a:pt x="768415" y="362347"/>
                  </a:cubicBezTo>
                  <a:cubicBezTo>
                    <a:pt x="767382" y="362410"/>
                    <a:pt x="766349" y="362473"/>
                    <a:pt x="765316" y="362536"/>
                  </a:cubicBezTo>
                  <a:cubicBezTo>
                    <a:pt x="764796" y="362565"/>
                    <a:pt x="764276" y="362594"/>
                    <a:pt x="763740" y="362624"/>
                  </a:cubicBezTo>
                  <a:cubicBezTo>
                    <a:pt x="760852" y="362763"/>
                    <a:pt x="760852" y="362763"/>
                    <a:pt x="758154" y="363699"/>
                  </a:cubicBezTo>
                  <a:cubicBezTo>
                    <a:pt x="757908" y="364435"/>
                    <a:pt x="757662" y="365172"/>
                    <a:pt x="757409" y="365931"/>
                  </a:cubicBezTo>
                  <a:cubicBezTo>
                    <a:pt x="754723" y="366200"/>
                    <a:pt x="752111" y="366256"/>
                    <a:pt x="749416" y="366258"/>
                  </a:cubicBezTo>
                  <a:cubicBezTo>
                    <a:pt x="747816" y="366298"/>
                    <a:pt x="746327" y="366348"/>
                    <a:pt x="744759" y="366675"/>
                  </a:cubicBezTo>
                  <a:cubicBezTo>
                    <a:pt x="744001" y="367657"/>
                    <a:pt x="743256" y="368649"/>
                    <a:pt x="742527" y="369652"/>
                  </a:cubicBezTo>
                  <a:cubicBezTo>
                    <a:pt x="740508" y="369872"/>
                    <a:pt x="738808" y="369935"/>
                    <a:pt x="736806" y="369838"/>
                  </a:cubicBezTo>
                  <a:cubicBezTo>
                    <a:pt x="736284" y="369824"/>
                    <a:pt x="735761" y="369811"/>
                    <a:pt x="735223" y="369797"/>
                  </a:cubicBezTo>
                  <a:cubicBezTo>
                    <a:pt x="733937" y="369762"/>
                    <a:pt x="732650" y="369709"/>
                    <a:pt x="731365" y="369652"/>
                  </a:cubicBezTo>
                  <a:cubicBezTo>
                    <a:pt x="731365" y="370634"/>
                    <a:pt x="731365" y="371616"/>
                    <a:pt x="731365" y="372628"/>
                  </a:cubicBezTo>
                  <a:cubicBezTo>
                    <a:pt x="730522" y="372647"/>
                    <a:pt x="729680" y="372667"/>
                    <a:pt x="728812" y="372686"/>
                  </a:cubicBezTo>
                  <a:cubicBezTo>
                    <a:pt x="727710" y="372728"/>
                    <a:pt x="726607" y="372771"/>
                    <a:pt x="725504" y="372814"/>
                  </a:cubicBezTo>
                  <a:cubicBezTo>
                    <a:pt x="724949" y="372825"/>
                    <a:pt x="724394" y="372835"/>
                    <a:pt x="723821" y="372846"/>
                  </a:cubicBezTo>
                  <a:cubicBezTo>
                    <a:pt x="722010" y="372896"/>
                    <a:pt x="722010" y="372896"/>
                    <a:pt x="719458" y="373372"/>
                  </a:cubicBezTo>
                  <a:cubicBezTo>
                    <a:pt x="718951" y="374359"/>
                    <a:pt x="718454" y="375351"/>
                    <a:pt x="717970" y="376349"/>
                  </a:cubicBezTo>
                  <a:cubicBezTo>
                    <a:pt x="716011" y="376636"/>
                    <a:pt x="714302" y="376766"/>
                    <a:pt x="712342" y="376767"/>
                  </a:cubicBezTo>
                  <a:cubicBezTo>
                    <a:pt x="710454" y="376780"/>
                    <a:pt x="708694" y="376882"/>
                    <a:pt x="706808" y="377093"/>
                  </a:cubicBezTo>
                  <a:cubicBezTo>
                    <a:pt x="706562" y="377830"/>
                    <a:pt x="706317" y="378566"/>
                    <a:pt x="706064" y="379325"/>
                  </a:cubicBezTo>
                  <a:cubicBezTo>
                    <a:pt x="703927" y="379680"/>
                    <a:pt x="703927" y="379680"/>
                    <a:pt x="701273" y="379791"/>
                  </a:cubicBezTo>
                  <a:cubicBezTo>
                    <a:pt x="697968" y="379830"/>
                    <a:pt x="697968" y="379830"/>
                    <a:pt x="694902" y="380814"/>
                  </a:cubicBezTo>
                  <a:cubicBezTo>
                    <a:pt x="694902" y="381550"/>
                    <a:pt x="694902" y="382287"/>
                    <a:pt x="694902" y="383046"/>
                  </a:cubicBezTo>
                  <a:cubicBezTo>
                    <a:pt x="694130" y="383065"/>
                    <a:pt x="693359" y="383085"/>
                    <a:pt x="692565" y="383104"/>
                  </a:cubicBezTo>
                  <a:cubicBezTo>
                    <a:pt x="691545" y="383146"/>
                    <a:pt x="690526" y="383189"/>
                    <a:pt x="689507" y="383232"/>
                  </a:cubicBezTo>
                  <a:cubicBezTo>
                    <a:pt x="688999" y="383243"/>
                    <a:pt x="688492" y="383253"/>
                    <a:pt x="687969" y="383264"/>
                  </a:cubicBezTo>
                  <a:cubicBezTo>
                    <a:pt x="684340" y="383440"/>
                    <a:pt x="683224" y="384266"/>
                    <a:pt x="680763" y="386767"/>
                  </a:cubicBezTo>
                  <a:cubicBezTo>
                    <a:pt x="678356" y="387058"/>
                    <a:pt x="678356" y="387058"/>
                    <a:pt x="675740" y="386953"/>
                  </a:cubicBezTo>
                  <a:cubicBezTo>
                    <a:pt x="674869" y="386926"/>
                    <a:pt x="673998" y="386899"/>
                    <a:pt x="673101" y="386872"/>
                  </a:cubicBezTo>
                  <a:cubicBezTo>
                    <a:pt x="672437" y="386837"/>
                    <a:pt x="671773" y="386802"/>
                    <a:pt x="671089" y="386767"/>
                  </a:cubicBezTo>
                  <a:cubicBezTo>
                    <a:pt x="671089" y="387749"/>
                    <a:pt x="671089" y="388731"/>
                    <a:pt x="671089" y="389743"/>
                  </a:cubicBezTo>
                  <a:cubicBezTo>
                    <a:pt x="670346" y="389763"/>
                    <a:pt x="669602" y="389782"/>
                    <a:pt x="668836" y="389802"/>
                  </a:cubicBezTo>
                  <a:cubicBezTo>
                    <a:pt x="667876" y="389844"/>
                    <a:pt x="666916" y="389886"/>
                    <a:pt x="665927" y="389929"/>
                  </a:cubicBezTo>
                  <a:cubicBezTo>
                    <a:pt x="664968" y="389964"/>
                    <a:pt x="664010" y="389999"/>
                    <a:pt x="663023" y="390034"/>
                  </a:cubicBezTo>
                  <a:cubicBezTo>
                    <a:pt x="662247" y="390184"/>
                    <a:pt x="661471" y="390333"/>
                    <a:pt x="660671" y="390488"/>
                  </a:cubicBezTo>
                  <a:cubicBezTo>
                    <a:pt x="660423" y="391480"/>
                    <a:pt x="660175" y="392472"/>
                    <a:pt x="659927" y="393464"/>
                  </a:cubicBezTo>
                  <a:cubicBezTo>
                    <a:pt x="657602" y="393839"/>
                    <a:pt x="657602" y="393839"/>
                    <a:pt x="654718" y="393883"/>
                  </a:cubicBezTo>
                  <a:cubicBezTo>
                    <a:pt x="651922" y="393882"/>
                    <a:pt x="651922" y="393882"/>
                    <a:pt x="649509" y="394208"/>
                  </a:cubicBezTo>
                  <a:cubicBezTo>
                    <a:pt x="649264" y="394945"/>
                    <a:pt x="649018" y="395682"/>
                    <a:pt x="648765" y="396441"/>
                  </a:cubicBezTo>
                  <a:cubicBezTo>
                    <a:pt x="646576" y="396821"/>
                    <a:pt x="646576" y="396821"/>
                    <a:pt x="643882" y="396952"/>
                  </a:cubicBezTo>
                  <a:cubicBezTo>
                    <a:pt x="642990" y="397001"/>
                    <a:pt x="642099" y="397050"/>
                    <a:pt x="641181" y="397101"/>
                  </a:cubicBezTo>
                  <a:cubicBezTo>
                    <a:pt x="640491" y="397128"/>
                    <a:pt x="639802" y="397156"/>
                    <a:pt x="639091" y="397185"/>
                  </a:cubicBezTo>
                  <a:cubicBezTo>
                    <a:pt x="639091" y="398167"/>
                    <a:pt x="639091" y="399149"/>
                    <a:pt x="639091" y="400161"/>
                  </a:cubicBezTo>
                  <a:cubicBezTo>
                    <a:pt x="635653" y="400407"/>
                    <a:pt x="632215" y="400653"/>
                    <a:pt x="628673" y="400906"/>
                  </a:cubicBezTo>
                  <a:cubicBezTo>
                    <a:pt x="628673" y="401642"/>
                    <a:pt x="628673" y="402379"/>
                    <a:pt x="628673" y="403138"/>
                  </a:cubicBezTo>
                  <a:cubicBezTo>
                    <a:pt x="625481" y="403384"/>
                    <a:pt x="622288" y="403629"/>
                    <a:pt x="618999" y="403882"/>
                  </a:cubicBezTo>
                  <a:cubicBezTo>
                    <a:pt x="618999" y="404864"/>
                    <a:pt x="618999" y="405847"/>
                    <a:pt x="618999" y="406859"/>
                  </a:cubicBezTo>
                  <a:cubicBezTo>
                    <a:pt x="618310" y="406878"/>
                    <a:pt x="617620" y="406897"/>
                    <a:pt x="616909" y="406917"/>
                  </a:cubicBezTo>
                  <a:cubicBezTo>
                    <a:pt x="616018" y="406959"/>
                    <a:pt x="615127" y="407001"/>
                    <a:pt x="614209" y="407045"/>
                  </a:cubicBezTo>
                  <a:cubicBezTo>
                    <a:pt x="613320" y="407079"/>
                    <a:pt x="612430" y="407114"/>
                    <a:pt x="611514" y="407149"/>
                  </a:cubicBezTo>
                  <a:cubicBezTo>
                    <a:pt x="610792" y="407299"/>
                    <a:pt x="610070" y="407449"/>
                    <a:pt x="609325" y="407603"/>
                  </a:cubicBezTo>
                  <a:cubicBezTo>
                    <a:pt x="609063" y="408591"/>
                    <a:pt x="608814" y="409584"/>
                    <a:pt x="608581" y="410579"/>
                  </a:cubicBezTo>
                  <a:cubicBezTo>
                    <a:pt x="606581" y="410954"/>
                    <a:pt x="606581" y="410954"/>
                    <a:pt x="604117" y="410998"/>
                  </a:cubicBezTo>
                  <a:cubicBezTo>
                    <a:pt x="601722" y="410998"/>
                    <a:pt x="601722" y="410998"/>
                    <a:pt x="599652" y="411324"/>
                  </a:cubicBezTo>
                  <a:cubicBezTo>
                    <a:pt x="599406" y="412060"/>
                    <a:pt x="599161" y="412797"/>
                    <a:pt x="598908" y="413556"/>
                  </a:cubicBezTo>
                  <a:cubicBezTo>
                    <a:pt x="596588" y="413876"/>
                    <a:pt x="594318" y="413884"/>
                    <a:pt x="591978" y="413925"/>
                  </a:cubicBezTo>
                  <a:cubicBezTo>
                    <a:pt x="590988" y="414111"/>
                    <a:pt x="590988" y="414111"/>
                    <a:pt x="589978" y="414300"/>
                  </a:cubicBezTo>
                  <a:cubicBezTo>
                    <a:pt x="589715" y="415289"/>
                    <a:pt x="589467" y="416281"/>
                    <a:pt x="589234" y="417277"/>
                  </a:cubicBezTo>
                  <a:cubicBezTo>
                    <a:pt x="587397" y="417652"/>
                    <a:pt x="587397" y="417652"/>
                    <a:pt x="585141" y="417695"/>
                  </a:cubicBezTo>
                  <a:cubicBezTo>
                    <a:pt x="582948" y="417696"/>
                    <a:pt x="582948" y="417696"/>
                    <a:pt x="581048" y="418021"/>
                  </a:cubicBezTo>
                  <a:cubicBezTo>
                    <a:pt x="580803" y="418757"/>
                    <a:pt x="580557" y="419494"/>
                    <a:pt x="580304" y="420253"/>
                  </a:cubicBezTo>
                  <a:cubicBezTo>
                    <a:pt x="578115" y="420634"/>
                    <a:pt x="578115" y="420634"/>
                    <a:pt x="575421" y="420765"/>
                  </a:cubicBezTo>
                  <a:cubicBezTo>
                    <a:pt x="574529" y="420814"/>
                    <a:pt x="573638" y="420863"/>
                    <a:pt x="572720" y="420913"/>
                  </a:cubicBezTo>
                  <a:cubicBezTo>
                    <a:pt x="572030" y="420941"/>
                    <a:pt x="571341" y="420969"/>
                    <a:pt x="570630" y="420997"/>
                  </a:cubicBezTo>
                  <a:cubicBezTo>
                    <a:pt x="570630" y="421980"/>
                    <a:pt x="570630" y="422962"/>
                    <a:pt x="570630" y="423974"/>
                  </a:cubicBezTo>
                  <a:cubicBezTo>
                    <a:pt x="570048" y="423993"/>
                    <a:pt x="569466" y="424012"/>
                    <a:pt x="568866" y="424032"/>
                  </a:cubicBezTo>
                  <a:cubicBezTo>
                    <a:pt x="568113" y="424074"/>
                    <a:pt x="567360" y="424116"/>
                    <a:pt x="566584" y="424160"/>
                  </a:cubicBezTo>
                  <a:cubicBezTo>
                    <a:pt x="565457" y="424212"/>
                    <a:pt x="565457" y="424212"/>
                    <a:pt x="564308" y="424265"/>
                  </a:cubicBezTo>
                  <a:cubicBezTo>
                    <a:pt x="563693" y="424414"/>
                    <a:pt x="563078" y="424564"/>
                    <a:pt x="562445" y="424718"/>
                  </a:cubicBezTo>
                  <a:cubicBezTo>
                    <a:pt x="561975" y="426213"/>
                    <a:pt x="561975" y="426213"/>
                    <a:pt x="561700" y="427695"/>
                  </a:cubicBezTo>
                  <a:cubicBezTo>
                    <a:pt x="558817" y="427834"/>
                    <a:pt x="558817" y="427834"/>
                    <a:pt x="557241" y="427727"/>
                  </a:cubicBezTo>
                  <a:cubicBezTo>
                    <a:pt x="555592" y="427607"/>
                    <a:pt x="555592" y="427607"/>
                    <a:pt x="553515" y="428439"/>
                  </a:cubicBezTo>
                  <a:cubicBezTo>
                    <a:pt x="553269" y="429175"/>
                    <a:pt x="553024" y="429912"/>
                    <a:pt x="552771" y="430671"/>
                  </a:cubicBezTo>
                  <a:cubicBezTo>
                    <a:pt x="551285" y="431026"/>
                    <a:pt x="551285" y="431026"/>
                    <a:pt x="549469" y="431136"/>
                  </a:cubicBezTo>
                  <a:cubicBezTo>
                    <a:pt x="546931" y="431282"/>
                    <a:pt x="546931" y="431282"/>
                    <a:pt x="544585" y="432159"/>
                  </a:cubicBezTo>
                  <a:cubicBezTo>
                    <a:pt x="544585" y="432896"/>
                    <a:pt x="544585" y="433633"/>
                    <a:pt x="544585" y="434392"/>
                  </a:cubicBezTo>
                  <a:cubicBezTo>
                    <a:pt x="541638" y="434637"/>
                    <a:pt x="538692" y="434883"/>
                    <a:pt x="535656" y="435136"/>
                  </a:cubicBezTo>
                  <a:cubicBezTo>
                    <a:pt x="535656" y="435873"/>
                    <a:pt x="535656" y="436609"/>
                    <a:pt x="535656" y="437368"/>
                  </a:cubicBezTo>
                  <a:cubicBezTo>
                    <a:pt x="535189" y="437414"/>
                    <a:pt x="534723" y="437459"/>
                    <a:pt x="534243" y="437505"/>
                  </a:cubicBezTo>
                  <a:cubicBezTo>
                    <a:pt x="533635" y="437567"/>
                    <a:pt x="533027" y="437630"/>
                    <a:pt x="532400" y="437694"/>
                  </a:cubicBezTo>
                  <a:cubicBezTo>
                    <a:pt x="531796" y="437754"/>
                    <a:pt x="531191" y="437815"/>
                    <a:pt x="530569" y="437877"/>
                  </a:cubicBezTo>
                  <a:cubicBezTo>
                    <a:pt x="528927" y="438031"/>
                    <a:pt x="528927" y="438031"/>
                    <a:pt x="527470" y="438857"/>
                  </a:cubicBezTo>
                  <a:cubicBezTo>
                    <a:pt x="527224" y="439593"/>
                    <a:pt x="526979" y="440330"/>
                    <a:pt x="526726" y="441089"/>
                  </a:cubicBezTo>
                  <a:cubicBezTo>
                    <a:pt x="524792" y="441408"/>
                    <a:pt x="522917" y="441417"/>
                    <a:pt x="520959" y="441458"/>
                  </a:cubicBezTo>
                  <a:cubicBezTo>
                    <a:pt x="520406" y="441582"/>
                    <a:pt x="519854" y="441706"/>
                    <a:pt x="519284" y="441833"/>
                  </a:cubicBezTo>
                  <a:cubicBezTo>
                    <a:pt x="519162" y="442324"/>
                    <a:pt x="519039" y="442816"/>
                    <a:pt x="518912" y="443322"/>
                  </a:cubicBezTo>
                  <a:cubicBezTo>
                    <a:pt x="518790" y="443813"/>
                    <a:pt x="518667" y="444304"/>
                    <a:pt x="518540" y="444810"/>
                  </a:cubicBezTo>
                  <a:cubicBezTo>
                    <a:pt x="516866" y="445185"/>
                    <a:pt x="516866" y="445185"/>
                    <a:pt x="514820" y="445228"/>
                  </a:cubicBezTo>
                  <a:cubicBezTo>
                    <a:pt x="512827" y="445229"/>
                    <a:pt x="512827" y="445229"/>
                    <a:pt x="511099" y="445554"/>
                  </a:cubicBezTo>
                  <a:cubicBezTo>
                    <a:pt x="510853" y="446291"/>
                    <a:pt x="510608" y="447027"/>
                    <a:pt x="510355" y="447786"/>
                  </a:cubicBezTo>
                  <a:cubicBezTo>
                    <a:pt x="508492" y="448167"/>
                    <a:pt x="508492" y="448167"/>
                    <a:pt x="506215" y="448298"/>
                  </a:cubicBezTo>
                  <a:cubicBezTo>
                    <a:pt x="505462" y="448347"/>
                    <a:pt x="504709" y="448396"/>
                    <a:pt x="503934" y="448446"/>
                  </a:cubicBezTo>
                  <a:cubicBezTo>
                    <a:pt x="503351" y="448474"/>
                    <a:pt x="502769" y="448502"/>
                    <a:pt x="502169" y="448531"/>
                  </a:cubicBezTo>
                  <a:cubicBezTo>
                    <a:pt x="502169" y="449513"/>
                    <a:pt x="502169" y="450495"/>
                    <a:pt x="502169" y="451507"/>
                  </a:cubicBezTo>
                  <a:cubicBezTo>
                    <a:pt x="501694" y="451535"/>
                    <a:pt x="501220" y="451563"/>
                    <a:pt x="500730" y="451591"/>
                  </a:cubicBezTo>
                  <a:cubicBezTo>
                    <a:pt x="500115" y="451640"/>
                    <a:pt x="499501" y="451689"/>
                    <a:pt x="498867" y="451740"/>
                  </a:cubicBezTo>
                  <a:cubicBezTo>
                    <a:pt x="498254" y="451783"/>
                    <a:pt x="497641" y="451826"/>
                    <a:pt x="497010" y="451870"/>
                  </a:cubicBezTo>
                  <a:cubicBezTo>
                    <a:pt x="496502" y="451996"/>
                    <a:pt x="495995" y="452122"/>
                    <a:pt x="495472" y="452251"/>
                  </a:cubicBezTo>
                  <a:cubicBezTo>
                    <a:pt x="495226" y="452988"/>
                    <a:pt x="494981" y="453725"/>
                    <a:pt x="494728" y="454484"/>
                  </a:cubicBezTo>
                  <a:cubicBezTo>
                    <a:pt x="492816" y="455015"/>
                    <a:pt x="490926" y="455239"/>
                    <a:pt x="488961" y="455507"/>
                  </a:cubicBezTo>
                  <a:cubicBezTo>
                    <a:pt x="488408" y="455660"/>
                    <a:pt x="487856" y="455814"/>
                    <a:pt x="487286" y="455972"/>
                  </a:cubicBezTo>
                  <a:cubicBezTo>
                    <a:pt x="487041" y="456709"/>
                    <a:pt x="486795" y="457445"/>
                    <a:pt x="486542" y="458204"/>
                  </a:cubicBezTo>
                  <a:cubicBezTo>
                    <a:pt x="484803" y="458552"/>
                    <a:pt x="483128" y="458579"/>
                    <a:pt x="481357" y="458646"/>
                  </a:cubicBezTo>
                  <a:cubicBezTo>
                    <a:pt x="480858" y="458746"/>
                    <a:pt x="480359" y="458846"/>
                    <a:pt x="479845" y="458949"/>
                  </a:cubicBezTo>
                  <a:cubicBezTo>
                    <a:pt x="479599" y="459685"/>
                    <a:pt x="479354" y="460422"/>
                    <a:pt x="479101" y="461181"/>
                  </a:cubicBezTo>
                  <a:cubicBezTo>
                    <a:pt x="476613" y="461941"/>
                    <a:pt x="474246" y="461999"/>
                    <a:pt x="471659" y="461925"/>
                  </a:cubicBezTo>
                  <a:cubicBezTo>
                    <a:pt x="471659" y="462907"/>
                    <a:pt x="471659" y="463890"/>
                    <a:pt x="471659" y="464902"/>
                  </a:cubicBezTo>
                  <a:cubicBezTo>
                    <a:pt x="471185" y="464921"/>
                    <a:pt x="470710" y="464940"/>
                    <a:pt x="470221" y="464960"/>
                  </a:cubicBezTo>
                  <a:cubicBezTo>
                    <a:pt x="469606" y="465002"/>
                    <a:pt x="468991" y="465044"/>
                    <a:pt x="468357" y="465088"/>
                  </a:cubicBezTo>
                  <a:cubicBezTo>
                    <a:pt x="467744" y="465122"/>
                    <a:pt x="467131" y="465157"/>
                    <a:pt x="466500" y="465192"/>
                  </a:cubicBezTo>
                  <a:cubicBezTo>
                    <a:pt x="465992" y="465342"/>
                    <a:pt x="465485" y="465492"/>
                    <a:pt x="464962" y="465646"/>
                  </a:cubicBezTo>
                  <a:cubicBezTo>
                    <a:pt x="464714" y="466638"/>
                    <a:pt x="464466" y="467630"/>
                    <a:pt x="464218" y="468622"/>
                  </a:cubicBezTo>
                  <a:cubicBezTo>
                    <a:pt x="462707" y="468997"/>
                    <a:pt x="462707" y="468997"/>
                    <a:pt x="460869" y="469041"/>
                  </a:cubicBezTo>
                  <a:cubicBezTo>
                    <a:pt x="459078" y="469042"/>
                    <a:pt x="459078" y="469042"/>
                    <a:pt x="457521" y="469366"/>
                  </a:cubicBezTo>
                  <a:cubicBezTo>
                    <a:pt x="457275" y="470103"/>
                    <a:pt x="457030" y="470840"/>
                    <a:pt x="456777" y="471599"/>
                  </a:cubicBezTo>
                  <a:cubicBezTo>
                    <a:pt x="455270" y="471766"/>
                    <a:pt x="453760" y="471927"/>
                    <a:pt x="452245" y="471968"/>
                  </a:cubicBezTo>
                  <a:cubicBezTo>
                    <a:pt x="451776" y="472092"/>
                    <a:pt x="451307" y="472216"/>
                    <a:pt x="450824" y="472343"/>
                  </a:cubicBezTo>
                  <a:cubicBezTo>
                    <a:pt x="450594" y="472839"/>
                    <a:pt x="450365" y="473335"/>
                    <a:pt x="450129" y="473846"/>
                  </a:cubicBezTo>
                  <a:cubicBezTo>
                    <a:pt x="449867" y="474332"/>
                    <a:pt x="449605" y="474819"/>
                    <a:pt x="449335" y="475320"/>
                  </a:cubicBezTo>
                  <a:cubicBezTo>
                    <a:pt x="447562" y="475610"/>
                    <a:pt x="447562" y="475610"/>
                    <a:pt x="445522" y="475506"/>
                  </a:cubicBezTo>
                  <a:cubicBezTo>
                    <a:pt x="444844" y="475479"/>
                    <a:pt x="444167" y="475452"/>
                    <a:pt x="443469" y="475424"/>
                  </a:cubicBezTo>
                  <a:cubicBezTo>
                    <a:pt x="442949" y="475390"/>
                    <a:pt x="442429" y="475355"/>
                    <a:pt x="441894" y="475320"/>
                  </a:cubicBezTo>
                  <a:cubicBezTo>
                    <a:pt x="441894" y="476302"/>
                    <a:pt x="441894" y="477284"/>
                    <a:pt x="441894" y="478296"/>
                  </a:cubicBezTo>
                  <a:cubicBezTo>
                    <a:pt x="440429" y="478834"/>
                    <a:pt x="440429" y="478834"/>
                    <a:pt x="438545" y="479087"/>
                  </a:cubicBezTo>
                  <a:cubicBezTo>
                    <a:pt x="436713" y="479289"/>
                    <a:pt x="436713" y="479289"/>
                    <a:pt x="435197" y="479784"/>
                  </a:cubicBezTo>
                  <a:cubicBezTo>
                    <a:pt x="435197" y="480521"/>
                    <a:pt x="435197" y="481258"/>
                    <a:pt x="435197" y="482017"/>
                  </a:cubicBezTo>
                  <a:cubicBezTo>
                    <a:pt x="432495" y="482262"/>
                    <a:pt x="429794" y="482508"/>
                    <a:pt x="427011" y="482761"/>
                  </a:cubicBezTo>
                  <a:cubicBezTo>
                    <a:pt x="427011" y="483743"/>
                    <a:pt x="427011" y="484726"/>
                    <a:pt x="427011" y="485738"/>
                  </a:cubicBezTo>
                  <a:cubicBezTo>
                    <a:pt x="425509" y="485641"/>
                    <a:pt x="424007" y="485544"/>
                    <a:pt x="422505" y="485447"/>
                  </a:cubicBezTo>
                  <a:cubicBezTo>
                    <a:pt x="422028" y="485543"/>
                    <a:pt x="421550" y="485639"/>
                    <a:pt x="421058" y="485738"/>
                  </a:cubicBezTo>
                  <a:cubicBezTo>
                    <a:pt x="420820" y="486221"/>
                    <a:pt x="420582" y="486704"/>
                    <a:pt x="420337" y="487203"/>
                  </a:cubicBezTo>
                  <a:cubicBezTo>
                    <a:pt x="420084" y="487701"/>
                    <a:pt x="419831" y="488200"/>
                    <a:pt x="419570" y="488714"/>
                  </a:cubicBezTo>
                  <a:cubicBezTo>
                    <a:pt x="417959" y="489168"/>
                    <a:pt x="417959" y="489168"/>
                    <a:pt x="416128" y="489272"/>
                  </a:cubicBezTo>
                  <a:cubicBezTo>
                    <a:pt x="415520" y="489314"/>
                    <a:pt x="414912" y="489357"/>
                    <a:pt x="414285" y="489400"/>
                  </a:cubicBezTo>
                  <a:cubicBezTo>
                    <a:pt x="413819" y="489419"/>
                    <a:pt x="413353" y="489439"/>
                    <a:pt x="412872" y="489458"/>
                  </a:cubicBezTo>
                  <a:cubicBezTo>
                    <a:pt x="412872" y="490441"/>
                    <a:pt x="412872" y="491423"/>
                    <a:pt x="412872" y="492435"/>
                  </a:cubicBezTo>
                  <a:cubicBezTo>
                    <a:pt x="410662" y="492435"/>
                    <a:pt x="408452" y="492435"/>
                    <a:pt x="406175" y="492435"/>
                  </a:cubicBezTo>
                  <a:cubicBezTo>
                    <a:pt x="406175" y="493417"/>
                    <a:pt x="406175" y="494399"/>
                    <a:pt x="406175" y="495411"/>
                  </a:cubicBezTo>
                  <a:cubicBezTo>
                    <a:pt x="403719" y="495657"/>
                    <a:pt x="401264" y="495903"/>
                    <a:pt x="398734" y="496156"/>
                  </a:cubicBezTo>
                  <a:cubicBezTo>
                    <a:pt x="398734" y="497138"/>
                    <a:pt x="398734" y="498120"/>
                    <a:pt x="398734" y="499132"/>
                  </a:cubicBezTo>
                  <a:cubicBezTo>
                    <a:pt x="397306" y="499224"/>
                    <a:pt x="397306" y="499224"/>
                    <a:pt x="395850" y="499318"/>
                  </a:cubicBezTo>
                  <a:cubicBezTo>
                    <a:pt x="394234" y="499358"/>
                    <a:pt x="394234" y="499358"/>
                    <a:pt x="392781" y="499876"/>
                  </a:cubicBezTo>
                  <a:cubicBezTo>
                    <a:pt x="392543" y="500375"/>
                    <a:pt x="392305" y="500874"/>
                    <a:pt x="392060" y="501388"/>
                  </a:cubicBezTo>
                  <a:cubicBezTo>
                    <a:pt x="391806" y="501871"/>
                    <a:pt x="391553" y="502355"/>
                    <a:pt x="391292" y="502853"/>
                  </a:cubicBezTo>
                  <a:cubicBezTo>
                    <a:pt x="389682" y="503143"/>
                    <a:pt x="389682" y="503143"/>
                    <a:pt x="387851" y="503039"/>
                  </a:cubicBezTo>
                  <a:cubicBezTo>
                    <a:pt x="387242" y="503012"/>
                    <a:pt x="386634" y="502985"/>
                    <a:pt x="386008" y="502957"/>
                  </a:cubicBezTo>
                  <a:cubicBezTo>
                    <a:pt x="385308" y="502906"/>
                    <a:pt x="385308" y="502906"/>
                    <a:pt x="384595" y="502853"/>
                  </a:cubicBezTo>
                  <a:cubicBezTo>
                    <a:pt x="384595" y="503835"/>
                    <a:pt x="384595" y="504817"/>
                    <a:pt x="384595" y="505829"/>
                  </a:cubicBezTo>
                  <a:cubicBezTo>
                    <a:pt x="383130" y="506367"/>
                    <a:pt x="383130" y="506367"/>
                    <a:pt x="381246" y="506620"/>
                  </a:cubicBezTo>
                  <a:cubicBezTo>
                    <a:pt x="379414" y="506822"/>
                    <a:pt x="379414" y="506822"/>
                    <a:pt x="377898" y="507318"/>
                  </a:cubicBezTo>
                  <a:cubicBezTo>
                    <a:pt x="377898" y="508054"/>
                    <a:pt x="377898" y="508791"/>
                    <a:pt x="377898" y="509550"/>
                  </a:cubicBezTo>
                  <a:cubicBezTo>
                    <a:pt x="377185" y="509592"/>
                    <a:pt x="377185" y="509592"/>
                    <a:pt x="376459" y="509634"/>
                  </a:cubicBezTo>
                  <a:cubicBezTo>
                    <a:pt x="375844" y="509683"/>
                    <a:pt x="375229" y="509732"/>
                    <a:pt x="374596" y="509783"/>
                  </a:cubicBezTo>
                  <a:cubicBezTo>
                    <a:pt x="373983" y="509826"/>
                    <a:pt x="373370" y="509869"/>
                    <a:pt x="372738" y="509913"/>
                  </a:cubicBezTo>
                  <a:cubicBezTo>
                    <a:pt x="372231" y="510039"/>
                    <a:pt x="371723" y="510165"/>
                    <a:pt x="371200" y="510294"/>
                  </a:cubicBezTo>
                  <a:cubicBezTo>
                    <a:pt x="370955" y="511031"/>
                    <a:pt x="370709" y="511768"/>
                    <a:pt x="370456" y="512527"/>
                  </a:cubicBezTo>
                  <a:cubicBezTo>
                    <a:pt x="368756" y="512907"/>
                    <a:pt x="368756" y="512907"/>
                    <a:pt x="366689" y="513038"/>
                  </a:cubicBezTo>
                  <a:cubicBezTo>
                    <a:pt x="366005" y="513087"/>
                    <a:pt x="365321" y="513136"/>
                    <a:pt x="364617" y="513186"/>
                  </a:cubicBezTo>
                  <a:cubicBezTo>
                    <a:pt x="364088" y="513214"/>
                    <a:pt x="363559" y="513242"/>
                    <a:pt x="363015" y="513271"/>
                  </a:cubicBezTo>
                  <a:cubicBezTo>
                    <a:pt x="363015" y="514253"/>
                    <a:pt x="363015" y="515235"/>
                    <a:pt x="363015" y="516247"/>
                  </a:cubicBezTo>
                  <a:cubicBezTo>
                    <a:pt x="362048" y="516171"/>
                    <a:pt x="361081" y="516094"/>
                    <a:pt x="360085" y="516015"/>
                  </a:cubicBezTo>
                  <a:cubicBezTo>
                    <a:pt x="358457" y="515948"/>
                    <a:pt x="358457" y="515948"/>
                    <a:pt x="357062" y="516247"/>
                  </a:cubicBezTo>
                  <a:cubicBezTo>
                    <a:pt x="356954" y="516861"/>
                    <a:pt x="356847" y="517475"/>
                    <a:pt x="356736" y="518108"/>
                  </a:cubicBezTo>
                  <a:cubicBezTo>
                    <a:pt x="356598" y="518722"/>
                    <a:pt x="356460" y="519336"/>
                    <a:pt x="356318" y="519968"/>
                  </a:cubicBezTo>
                  <a:cubicBezTo>
                    <a:pt x="354066" y="520335"/>
                    <a:pt x="351884" y="520174"/>
                    <a:pt x="349620" y="519968"/>
                  </a:cubicBezTo>
                  <a:cubicBezTo>
                    <a:pt x="349620" y="520950"/>
                    <a:pt x="349620" y="521933"/>
                    <a:pt x="349620" y="522945"/>
                  </a:cubicBezTo>
                  <a:cubicBezTo>
                    <a:pt x="348094" y="523041"/>
                    <a:pt x="346568" y="523138"/>
                    <a:pt x="345042" y="523235"/>
                  </a:cubicBezTo>
                  <a:cubicBezTo>
                    <a:pt x="344588" y="523385"/>
                    <a:pt x="344135" y="523535"/>
                    <a:pt x="343667" y="523689"/>
                  </a:cubicBezTo>
                  <a:cubicBezTo>
                    <a:pt x="343551" y="524183"/>
                    <a:pt x="343435" y="524677"/>
                    <a:pt x="343316" y="525186"/>
                  </a:cubicBezTo>
                  <a:cubicBezTo>
                    <a:pt x="343121" y="525918"/>
                    <a:pt x="343121" y="525918"/>
                    <a:pt x="342923" y="526665"/>
                  </a:cubicBezTo>
                  <a:cubicBezTo>
                    <a:pt x="341412" y="527040"/>
                    <a:pt x="341412" y="527040"/>
                    <a:pt x="339574" y="527084"/>
                  </a:cubicBezTo>
                  <a:cubicBezTo>
                    <a:pt x="337783" y="527085"/>
                    <a:pt x="337783" y="527085"/>
                    <a:pt x="336226" y="527409"/>
                  </a:cubicBezTo>
                  <a:cubicBezTo>
                    <a:pt x="335980" y="528146"/>
                    <a:pt x="335735" y="528883"/>
                    <a:pt x="335482" y="529642"/>
                  </a:cubicBezTo>
                  <a:cubicBezTo>
                    <a:pt x="334638" y="529749"/>
                    <a:pt x="333793" y="529857"/>
                    <a:pt x="332924" y="529967"/>
                  </a:cubicBezTo>
                  <a:cubicBezTo>
                    <a:pt x="332049" y="530106"/>
                    <a:pt x="331174" y="530244"/>
                    <a:pt x="330273" y="530386"/>
                  </a:cubicBezTo>
                  <a:cubicBezTo>
                    <a:pt x="330043" y="530877"/>
                    <a:pt x="329812" y="531368"/>
                    <a:pt x="329575" y="531874"/>
                  </a:cubicBezTo>
                  <a:cubicBezTo>
                    <a:pt x="329184" y="532611"/>
                    <a:pt x="329184" y="532611"/>
                    <a:pt x="328784" y="533363"/>
                  </a:cubicBezTo>
                  <a:cubicBezTo>
                    <a:pt x="327251" y="533653"/>
                    <a:pt x="325742" y="533739"/>
                    <a:pt x="324186" y="533848"/>
                  </a:cubicBezTo>
                  <a:cubicBezTo>
                    <a:pt x="323515" y="533976"/>
                    <a:pt x="323515" y="533976"/>
                    <a:pt x="322831" y="534107"/>
                  </a:cubicBezTo>
                  <a:cubicBezTo>
                    <a:pt x="321988" y="535607"/>
                    <a:pt x="321988" y="535607"/>
                    <a:pt x="321343" y="537083"/>
                  </a:cubicBezTo>
                  <a:cubicBezTo>
                    <a:pt x="319855" y="537083"/>
                    <a:pt x="318366" y="537083"/>
                    <a:pt x="316878" y="537083"/>
                  </a:cubicBezTo>
                  <a:cubicBezTo>
                    <a:pt x="316556" y="537797"/>
                    <a:pt x="316556" y="537797"/>
                    <a:pt x="316227" y="538525"/>
                  </a:cubicBezTo>
                  <a:cubicBezTo>
                    <a:pt x="315813" y="539285"/>
                    <a:pt x="315813" y="539285"/>
                    <a:pt x="315390" y="540060"/>
                  </a:cubicBezTo>
                  <a:cubicBezTo>
                    <a:pt x="314009" y="540319"/>
                    <a:pt x="314009" y="540319"/>
                    <a:pt x="312367" y="540432"/>
                  </a:cubicBezTo>
                  <a:cubicBezTo>
                    <a:pt x="311400" y="540555"/>
                    <a:pt x="310433" y="540677"/>
                    <a:pt x="309437" y="540804"/>
                  </a:cubicBezTo>
                  <a:cubicBezTo>
                    <a:pt x="309314" y="541295"/>
                    <a:pt x="309191" y="541786"/>
                    <a:pt x="309065" y="542292"/>
                  </a:cubicBezTo>
                  <a:cubicBezTo>
                    <a:pt x="308942" y="542783"/>
                    <a:pt x="308819" y="543275"/>
                    <a:pt x="308693" y="543781"/>
                  </a:cubicBezTo>
                  <a:cubicBezTo>
                    <a:pt x="307145" y="544110"/>
                    <a:pt x="305669" y="544201"/>
                    <a:pt x="304088" y="544249"/>
                  </a:cubicBezTo>
                  <a:cubicBezTo>
                    <a:pt x="303643" y="544340"/>
                    <a:pt x="303198" y="544431"/>
                    <a:pt x="302740" y="544525"/>
                  </a:cubicBezTo>
                  <a:cubicBezTo>
                    <a:pt x="302494" y="545261"/>
                    <a:pt x="302248" y="545998"/>
                    <a:pt x="301995" y="546757"/>
                  </a:cubicBezTo>
                  <a:cubicBezTo>
                    <a:pt x="300472" y="547282"/>
                    <a:pt x="298977" y="547508"/>
                    <a:pt x="297391" y="547780"/>
                  </a:cubicBezTo>
                  <a:cubicBezTo>
                    <a:pt x="296946" y="547934"/>
                    <a:pt x="296501" y="548087"/>
                    <a:pt x="296042" y="548245"/>
                  </a:cubicBezTo>
                  <a:cubicBezTo>
                    <a:pt x="295797" y="548982"/>
                    <a:pt x="295551" y="549719"/>
                    <a:pt x="295298" y="550478"/>
                  </a:cubicBezTo>
                  <a:cubicBezTo>
                    <a:pt x="293751" y="550825"/>
                    <a:pt x="292276" y="550852"/>
                    <a:pt x="290694" y="550920"/>
                  </a:cubicBezTo>
                  <a:cubicBezTo>
                    <a:pt x="290249" y="551019"/>
                    <a:pt x="289804" y="551119"/>
                    <a:pt x="289345" y="551222"/>
                  </a:cubicBezTo>
                  <a:cubicBezTo>
                    <a:pt x="289099" y="551959"/>
                    <a:pt x="288854" y="552695"/>
                    <a:pt x="288601" y="553454"/>
                  </a:cubicBezTo>
                  <a:cubicBezTo>
                    <a:pt x="286310" y="554002"/>
                    <a:pt x="284258" y="554199"/>
                    <a:pt x="281904" y="554199"/>
                  </a:cubicBezTo>
                  <a:cubicBezTo>
                    <a:pt x="281904" y="555181"/>
                    <a:pt x="281904" y="556163"/>
                    <a:pt x="281904" y="557175"/>
                  </a:cubicBezTo>
                  <a:cubicBezTo>
                    <a:pt x="280453" y="557267"/>
                    <a:pt x="280453" y="557267"/>
                    <a:pt x="278974" y="557361"/>
                  </a:cubicBezTo>
                  <a:cubicBezTo>
                    <a:pt x="277342" y="557514"/>
                    <a:pt x="277342" y="557514"/>
                    <a:pt x="275950" y="557919"/>
                  </a:cubicBezTo>
                  <a:cubicBezTo>
                    <a:pt x="275828" y="558410"/>
                    <a:pt x="275705" y="558901"/>
                    <a:pt x="275578" y="559407"/>
                  </a:cubicBezTo>
                  <a:cubicBezTo>
                    <a:pt x="275456" y="559899"/>
                    <a:pt x="275333" y="560390"/>
                    <a:pt x="275206" y="560896"/>
                  </a:cubicBezTo>
                  <a:cubicBezTo>
                    <a:pt x="273659" y="561225"/>
                    <a:pt x="272182" y="561316"/>
                    <a:pt x="270602" y="561364"/>
                  </a:cubicBezTo>
                  <a:cubicBezTo>
                    <a:pt x="270157" y="561455"/>
                    <a:pt x="269712" y="561546"/>
                    <a:pt x="269253" y="561640"/>
                  </a:cubicBezTo>
                  <a:cubicBezTo>
                    <a:pt x="269008" y="562377"/>
                    <a:pt x="268762" y="563113"/>
                    <a:pt x="268509" y="563872"/>
                  </a:cubicBezTo>
                  <a:cubicBezTo>
                    <a:pt x="266971" y="564253"/>
                    <a:pt x="266971" y="564253"/>
                    <a:pt x="265114" y="564384"/>
                  </a:cubicBezTo>
                  <a:cubicBezTo>
                    <a:pt x="264499" y="564433"/>
                    <a:pt x="263884" y="564482"/>
                    <a:pt x="263251" y="564532"/>
                  </a:cubicBezTo>
                  <a:cubicBezTo>
                    <a:pt x="262538" y="564574"/>
                    <a:pt x="262538" y="564574"/>
                    <a:pt x="261812" y="564616"/>
                  </a:cubicBezTo>
                  <a:cubicBezTo>
                    <a:pt x="261812" y="565599"/>
                    <a:pt x="261812" y="566581"/>
                    <a:pt x="261812" y="567593"/>
                  </a:cubicBezTo>
                  <a:cubicBezTo>
                    <a:pt x="260546" y="567708"/>
                    <a:pt x="260546" y="567708"/>
                    <a:pt x="259254" y="567826"/>
                  </a:cubicBezTo>
                  <a:cubicBezTo>
                    <a:pt x="258379" y="567994"/>
                    <a:pt x="257504" y="568163"/>
                    <a:pt x="256603" y="568337"/>
                  </a:cubicBezTo>
                  <a:cubicBezTo>
                    <a:pt x="256357" y="569074"/>
                    <a:pt x="256112" y="569811"/>
                    <a:pt x="255859" y="570570"/>
                  </a:cubicBezTo>
                  <a:cubicBezTo>
                    <a:pt x="254321" y="570950"/>
                    <a:pt x="254321" y="570950"/>
                    <a:pt x="252464" y="571081"/>
                  </a:cubicBezTo>
                  <a:cubicBezTo>
                    <a:pt x="251849" y="571130"/>
                    <a:pt x="251234" y="571179"/>
                    <a:pt x="250600" y="571229"/>
                  </a:cubicBezTo>
                  <a:cubicBezTo>
                    <a:pt x="249888" y="571271"/>
                    <a:pt x="249888" y="571271"/>
                    <a:pt x="249161" y="571314"/>
                  </a:cubicBezTo>
                  <a:cubicBezTo>
                    <a:pt x="249161" y="572296"/>
                    <a:pt x="249161" y="573278"/>
                    <a:pt x="249161" y="574290"/>
                  </a:cubicBezTo>
                  <a:cubicBezTo>
                    <a:pt x="246951" y="574290"/>
                    <a:pt x="244741" y="574290"/>
                    <a:pt x="242464" y="574290"/>
                  </a:cubicBezTo>
                  <a:cubicBezTo>
                    <a:pt x="242464" y="575518"/>
                    <a:pt x="242464" y="576746"/>
                    <a:pt x="242464" y="578011"/>
                  </a:cubicBezTo>
                  <a:cubicBezTo>
                    <a:pt x="240500" y="578011"/>
                    <a:pt x="238535" y="578011"/>
                    <a:pt x="236511" y="578011"/>
                  </a:cubicBezTo>
                  <a:cubicBezTo>
                    <a:pt x="236511" y="578993"/>
                    <a:pt x="236511" y="579976"/>
                    <a:pt x="236511" y="580988"/>
                  </a:cubicBezTo>
                  <a:cubicBezTo>
                    <a:pt x="234301" y="581233"/>
                    <a:pt x="232091" y="581479"/>
                    <a:pt x="229814" y="581732"/>
                  </a:cubicBezTo>
                  <a:cubicBezTo>
                    <a:pt x="229814" y="582714"/>
                    <a:pt x="229814" y="583696"/>
                    <a:pt x="229814" y="584708"/>
                  </a:cubicBezTo>
                  <a:cubicBezTo>
                    <a:pt x="228288" y="584829"/>
                    <a:pt x="226762" y="584950"/>
                    <a:pt x="225236" y="585072"/>
                  </a:cubicBezTo>
                  <a:cubicBezTo>
                    <a:pt x="224782" y="585197"/>
                    <a:pt x="224328" y="585323"/>
                    <a:pt x="223861" y="585452"/>
                  </a:cubicBezTo>
                  <a:cubicBezTo>
                    <a:pt x="223615" y="586189"/>
                    <a:pt x="223370" y="586926"/>
                    <a:pt x="223116" y="587685"/>
                  </a:cubicBezTo>
                  <a:cubicBezTo>
                    <a:pt x="221569" y="588208"/>
                    <a:pt x="220049" y="588436"/>
                    <a:pt x="218439" y="588708"/>
                  </a:cubicBezTo>
                  <a:cubicBezTo>
                    <a:pt x="218018" y="588861"/>
                    <a:pt x="217597" y="589015"/>
                    <a:pt x="217163" y="589173"/>
                  </a:cubicBezTo>
                  <a:cubicBezTo>
                    <a:pt x="217163" y="589910"/>
                    <a:pt x="217163" y="590646"/>
                    <a:pt x="217163" y="591406"/>
                  </a:cubicBezTo>
                  <a:cubicBezTo>
                    <a:pt x="216451" y="591341"/>
                    <a:pt x="216451" y="591341"/>
                    <a:pt x="215724" y="591275"/>
                  </a:cubicBezTo>
                  <a:cubicBezTo>
                    <a:pt x="213911" y="591176"/>
                    <a:pt x="212260" y="591114"/>
                    <a:pt x="210466" y="591406"/>
                  </a:cubicBezTo>
                  <a:cubicBezTo>
                    <a:pt x="209912" y="593248"/>
                    <a:pt x="209912" y="593248"/>
                    <a:pt x="209722" y="595126"/>
                  </a:cubicBezTo>
                  <a:cubicBezTo>
                    <a:pt x="208234" y="595158"/>
                    <a:pt x="206745" y="595157"/>
                    <a:pt x="205257" y="595126"/>
                  </a:cubicBezTo>
                  <a:cubicBezTo>
                    <a:pt x="204935" y="595840"/>
                    <a:pt x="204935" y="595840"/>
                    <a:pt x="204606" y="596568"/>
                  </a:cubicBezTo>
                  <a:cubicBezTo>
                    <a:pt x="204192" y="597328"/>
                    <a:pt x="204192" y="597328"/>
                    <a:pt x="203769" y="598103"/>
                  </a:cubicBezTo>
                  <a:cubicBezTo>
                    <a:pt x="201765" y="598620"/>
                    <a:pt x="199896" y="598713"/>
                    <a:pt x="197816" y="598847"/>
                  </a:cubicBezTo>
                  <a:cubicBezTo>
                    <a:pt x="197816" y="599829"/>
                    <a:pt x="197816" y="600811"/>
                    <a:pt x="197816" y="601823"/>
                  </a:cubicBezTo>
                  <a:cubicBezTo>
                    <a:pt x="195606" y="601823"/>
                    <a:pt x="193395" y="601823"/>
                    <a:pt x="191118" y="601823"/>
                  </a:cubicBezTo>
                  <a:cubicBezTo>
                    <a:pt x="191118" y="602806"/>
                    <a:pt x="191118" y="603788"/>
                    <a:pt x="191118" y="604800"/>
                  </a:cubicBezTo>
                  <a:cubicBezTo>
                    <a:pt x="189852" y="604892"/>
                    <a:pt x="189852" y="604892"/>
                    <a:pt x="188560" y="604986"/>
                  </a:cubicBezTo>
                  <a:cubicBezTo>
                    <a:pt x="187686" y="605170"/>
                    <a:pt x="186811" y="605354"/>
                    <a:pt x="185909" y="605544"/>
                  </a:cubicBezTo>
                  <a:cubicBezTo>
                    <a:pt x="185802" y="606035"/>
                    <a:pt x="185695" y="606526"/>
                    <a:pt x="185584" y="607032"/>
                  </a:cubicBezTo>
                  <a:cubicBezTo>
                    <a:pt x="185377" y="607769"/>
                    <a:pt x="185377" y="607769"/>
                    <a:pt x="185165" y="608521"/>
                  </a:cubicBezTo>
                  <a:cubicBezTo>
                    <a:pt x="183643" y="608714"/>
                    <a:pt x="182118" y="608901"/>
                    <a:pt x="180587" y="609006"/>
                  </a:cubicBezTo>
                  <a:cubicBezTo>
                    <a:pt x="179907" y="609134"/>
                    <a:pt x="179907" y="609134"/>
                    <a:pt x="179212" y="609265"/>
                  </a:cubicBezTo>
                  <a:cubicBezTo>
                    <a:pt x="178967" y="609771"/>
                    <a:pt x="178721" y="610278"/>
                    <a:pt x="178468" y="610800"/>
                  </a:cubicBezTo>
                  <a:cubicBezTo>
                    <a:pt x="178223" y="611276"/>
                    <a:pt x="177977" y="611751"/>
                    <a:pt x="177724" y="612241"/>
                  </a:cubicBezTo>
                  <a:cubicBezTo>
                    <a:pt x="175682" y="612525"/>
                    <a:pt x="173845" y="612375"/>
                    <a:pt x="171771" y="612241"/>
                  </a:cubicBezTo>
                  <a:cubicBezTo>
                    <a:pt x="171771" y="613224"/>
                    <a:pt x="171771" y="614206"/>
                    <a:pt x="171771" y="615218"/>
                  </a:cubicBezTo>
                  <a:cubicBezTo>
                    <a:pt x="170505" y="615310"/>
                    <a:pt x="170505" y="615310"/>
                    <a:pt x="169213" y="615404"/>
                  </a:cubicBezTo>
                  <a:cubicBezTo>
                    <a:pt x="168338" y="615588"/>
                    <a:pt x="167463" y="615772"/>
                    <a:pt x="166562" y="615962"/>
                  </a:cubicBezTo>
                  <a:cubicBezTo>
                    <a:pt x="166439" y="616453"/>
                    <a:pt x="166316" y="616944"/>
                    <a:pt x="166190" y="617450"/>
                  </a:cubicBezTo>
                  <a:cubicBezTo>
                    <a:pt x="166067" y="617942"/>
                    <a:pt x="165944" y="618433"/>
                    <a:pt x="165818" y="618939"/>
                  </a:cubicBezTo>
                  <a:cubicBezTo>
                    <a:pt x="164086" y="619217"/>
                    <a:pt x="162349" y="619465"/>
                    <a:pt x="160609" y="619683"/>
                  </a:cubicBezTo>
                  <a:cubicBezTo>
                    <a:pt x="160363" y="620420"/>
                    <a:pt x="160118" y="621156"/>
                    <a:pt x="159865" y="621915"/>
                  </a:cubicBezTo>
                  <a:cubicBezTo>
                    <a:pt x="158342" y="622440"/>
                    <a:pt x="156846" y="622667"/>
                    <a:pt x="155260" y="622938"/>
                  </a:cubicBezTo>
                  <a:cubicBezTo>
                    <a:pt x="154815" y="623092"/>
                    <a:pt x="154370" y="623245"/>
                    <a:pt x="153911" y="623404"/>
                  </a:cubicBezTo>
                  <a:cubicBezTo>
                    <a:pt x="153666" y="624140"/>
                    <a:pt x="153420" y="624877"/>
                    <a:pt x="153167" y="625636"/>
                  </a:cubicBezTo>
                  <a:cubicBezTo>
                    <a:pt x="151646" y="625805"/>
                    <a:pt x="150124" y="625971"/>
                    <a:pt x="148598" y="626095"/>
                  </a:cubicBezTo>
                  <a:cubicBezTo>
                    <a:pt x="147913" y="626236"/>
                    <a:pt x="147913" y="626236"/>
                    <a:pt x="147214" y="626380"/>
                  </a:cubicBezTo>
                  <a:cubicBezTo>
                    <a:pt x="146315" y="627869"/>
                    <a:pt x="146315" y="627869"/>
                    <a:pt x="145726" y="629357"/>
                  </a:cubicBezTo>
                  <a:cubicBezTo>
                    <a:pt x="144486" y="629357"/>
                    <a:pt x="143245" y="629357"/>
                    <a:pt x="142005" y="629357"/>
                  </a:cubicBezTo>
                  <a:cubicBezTo>
                    <a:pt x="141683" y="630070"/>
                    <a:pt x="141683" y="630070"/>
                    <a:pt x="141354" y="630798"/>
                  </a:cubicBezTo>
                  <a:cubicBezTo>
                    <a:pt x="141078" y="631305"/>
                    <a:pt x="140801" y="631811"/>
                    <a:pt x="140517" y="632333"/>
                  </a:cubicBezTo>
                  <a:cubicBezTo>
                    <a:pt x="138781" y="632581"/>
                    <a:pt x="137044" y="632829"/>
                    <a:pt x="135308" y="633077"/>
                  </a:cubicBezTo>
                  <a:cubicBezTo>
                    <a:pt x="135062" y="633569"/>
                    <a:pt x="134817" y="634060"/>
                    <a:pt x="134564" y="634566"/>
                  </a:cubicBezTo>
                  <a:cubicBezTo>
                    <a:pt x="134318" y="635057"/>
                    <a:pt x="134073" y="635548"/>
                    <a:pt x="133820" y="636054"/>
                  </a:cubicBezTo>
                  <a:cubicBezTo>
                    <a:pt x="132087" y="636328"/>
                    <a:pt x="130351" y="636577"/>
                    <a:pt x="128611" y="636798"/>
                  </a:cubicBezTo>
                  <a:cubicBezTo>
                    <a:pt x="128365" y="637535"/>
                    <a:pt x="128119" y="638271"/>
                    <a:pt x="127866" y="639031"/>
                  </a:cubicBezTo>
                  <a:cubicBezTo>
                    <a:pt x="127007" y="639138"/>
                    <a:pt x="126147" y="639245"/>
                    <a:pt x="125262" y="639356"/>
                  </a:cubicBezTo>
                  <a:cubicBezTo>
                    <a:pt x="124402" y="639494"/>
                    <a:pt x="123543" y="639632"/>
                    <a:pt x="122657" y="639775"/>
                  </a:cubicBezTo>
                  <a:cubicBezTo>
                    <a:pt x="122550" y="640266"/>
                    <a:pt x="122443" y="640757"/>
                    <a:pt x="122332" y="641263"/>
                  </a:cubicBezTo>
                  <a:cubicBezTo>
                    <a:pt x="122125" y="642000"/>
                    <a:pt x="122125" y="642000"/>
                    <a:pt x="121913" y="642751"/>
                  </a:cubicBezTo>
                  <a:cubicBezTo>
                    <a:pt x="120366" y="643080"/>
                    <a:pt x="118890" y="643171"/>
                    <a:pt x="117309" y="643219"/>
                  </a:cubicBezTo>
                  <a:cubicBezTo>
                    <a:pt x="116641" y="643356"/>
                    <a:pt x="116641" y="643356"/>
                    <a:pt x="115960" y="643495"/>
                  </a:cubicBezTo>
                  <a:cubicBezTo>
                    <a:pt x="115715" y="644232"/>
                    <a:pt x="115469" y="644969"/>
                    <a:pt x="115216" y="645728"/>
                  </a:cubicBezTo>
                  <a:cubicBezTo>
                    <a:pt x="113668" y="646251"/>
                    <a:pt x="112149" y="646479"/>
                    <a:pt x="110539" y="646751"/>
                  </a:cubicBezTo>
                  <a:cubicBezTo>
                    <a:pt x="110118" y="646904"/>
                    <a:pt x="109697" y="647058"/>
                    <a:pt x="109263" y="647216"/>
                  </a:cubicBezTo>
                  <a:cubicBezTo>
                    <a:pt x="109263" y="647953"/>
                    <a:pt x="109263" y="648689"/>
                    <a:pt x="109263" y="649448"/>
                  </a:cubicBezTo>
                  <a:cubicBezTo>
                    <a:pt x="108296" y="649372"/>
                    <a:pt x="107329" y="649295"/>
                    <a:pt x="106333" y="649216"/>
                  </a:cubicBezTo>
                  <a:cubicBezTo>
                    <a:pt x="104709" y="649153"/>
                    <a:pt x="104709" y="649153"/>
                    <a:pt x="103310" y="649448"/>
                  </a:cubicBezTo>
                  <a:cubicBezTo>
                    <a:pt x="103025" y="650681"/>
                    <a:pt x="102779" y="651922"/>
                    <a:pt x="102566" y="653169"/>
                  </a:cubicBezTo>
                  <a:cubicBezTo>
                    <a:pt x="100839" y="653478"/>
                    <a:pt x="99101" y="653726"/>
                    <a:pt x="97357" y="653913"/>
                  </a:cubicBezTo>
                  <a:cubicBezTo>
                    <a:pt x="97111" y="654650"/>
                    <a:pt x="96866" y="655387"/>
                    <a:pt x="96613" y="656146"/>
                  </a:cubicBezTo>
                  <a:cubicBezTo>
                    <a:pt x="95238" y="656527"/>
                    <a:pt x="95238" y="656527"/>
                    <a:pt x="93589" y="656657"/>
                  </a:cubicBezTo>
                  <a:cubicBezTo>
                    <a:pt x="92139" y="656772"/>
                    <a:pt x="92139" y="656772"/>
                    <a:pt x="90659" y="656890"/>
                  </a:cubicBezTo>
                  <a:cubicBezTo>
                    <a:pt x="90659" y="657872"/>
                    <a:pt x="90659" y="658854"/>
                    <a:pt x="90659" y="659866"/>
                  </a:cubicBezTo>
                  <a:cubicBezTo>
                    <a:pt x="88449" y="659866"/>
                    <a:pt x="86239" y="659866"/>
                    <a:pt x="83962" y="659866"/>
                  </a:cubicBezTo>
                  <a:cubicBezTo>
                    <a:pt x="83962" y="660849"/>
                    <a:pt x="83962" y="661831"/>
                    <a:pt x="83962" y="662843"/>
                  </a:cubicBezTo>
                  <a:cubicBezTo>
                    <a:pt x="81998" y="663089"/>
                    <a:pt x="80033" y="663334"/>
                    <a:pt x="78009" y="663587"/>
                  </a:cubicBezTo>
                  <a:cubicBezTo>
                    <a:pt x="78009" y="664569"/>
                    <a:pt x="78009" y="665552"/>
                    <a:pt x="78009" y="666564"/>
                  </a:cubicBezTo>
                  <a:cubicBezTo>
                    <a:pt x="75799" y="666809"/>
                    <a:pt x="73589" y="667055"/>
                    <a:pt x="71312" y="667308"/>
                  </a:cubicBezTo>
                  <a:cubicBezTo>
                    <a:pt x="71312" y="668290"/>
                    <a:pt x="71312" y="669272"/>
                    <a:pt x="71312" y="670284"/>
                  </a:cubicBezTo>
                  <a:cubicBezTo>
                    <a:pt x="69102" y="670284"/>
                    <a:pt x="66892" y="670284"/>
                    <a:pt x="64615" y="670284"/>
                  </a:cubicBezTo>
                  <a:cubicBezTo>
                    <a:pt x="64615" y="671267"/>
                    <a:pt x="64615" y="672249"/>
                    <a:pt x="64615" y="673261"/>
                  </a:cubicBezTo>
                  <a:cubicBezTo>
                    <a:pt x="63348" y="673353"/>
                    <a:pt x="63348" y="673353"/>
                    <a:pt x="62057" y="673447"/>
                  </a:cubicBezTo>
                  <a:cubicBezTo>
                    <a:pt x="61182" y="673631"/>
                    <a:pt x="60307" y="673815"/>
                    <a:pt x="59406" y="674005"/>
                  </a:cubicBezTo>
                  <a:cubicBezTo>
                    <a:pt x="59297" y="674499"/>
                    <a:pt x="59189" y="674993"/>
                    <a:pt x="59077" y="675502"/>
                  </a:cubicBezTo>
                  <a:cubicBezTo>
                    <a:pt x="58940" y="675990"/>
                    <a:pt x="58803" y="676479"/>
                    <a:pt x="58661" y="676982"/>
                  </a:cubicBezTo>
                  <a:cubicBezTo>
                    <a:pt x="57150" y="677357"/>
                    <a:pt x="57150" y="677357"/>
                    <a:pt x="55313" y="677400"/>
                  </a:cubicBezTo>
                  <a:cubicBezTo>
                    <a:pt x="53521" y="677402"/>
                    <a:pt x="53521" y="677402"/>
                    <a:pt x="51964" y="677726"/>
                  </a:cubicBezTo>
                  <a:cubicBezTo>
                    <a:pt x="51719" y="678463"/>
                    <a:pt x="51473" y="679199"/>
                    <a:pt x="51220" y="679958"/>
                  </a:cubicBezTo>
                  <a:cubicBezTo>
                    <a:pt x="50360" y="679928"/>
                    <a:pt x="49501" y="679897"/>
                    <a:pt x="48615" y="679865"/>
                  </a:cubicBezTo>
                  <a:cubicBezTo>
                    <a:pt x="47326" y="679911"/>
                    <a:pt x="47326" y="679911"/>
                    <a:pt x="46011" y="679958"/>
                  </a:cubicBezTo>
                  <a:cubicBezTo>
                    <a:pt x="45904" y="680557"/>
                    <a:pt x="45796" y="681155"/>
                    <a:pt x="45685" y="681772"/>
                  </a:cubicBezTo>
                  <a:cubicBezTo>
                    <a:pt x="45547" y="682401"/>
                    <a:pt x="45409" y="683031"/>
                    <a:pt x="45267" y="683679"/>
                  </a:cubicBezTo>
                  <a:cubicBezTo>
                    <a:pt x="43708" y="684071"/>
                    <a:pt x="42268" y="684144"/>
                    <a:pt x="40662" y="684173"/>
                  </a:cubicBezTo>
                  <a:cubicBezTo>
                    <a:pt x="39995" y="684297"/>
                    <a:pt x="39995" y="684297"/>
                    <a:pt x="39314" y="684423"/>
                  </a:cubicBezTo>
                  <a:cubicBezTo>
                    <a:pt x="39068" y="685160"/>
                    <a:pt x="38823" y="685896"/>
                    <a:pt x="38570" y="686656"/>
                  </a:cubicBezTo>
                  <a:cubicBezTo>
                    <a:pt x="37195" y="687036"/>
                    <a:pt x="37195" y="687036"/>
                    <a:pt x="35547" y="687167"/>
                  </a:cubicBezTo>
                  <a:cubicBezTo>
                    <a:pt x="34096" y="687282"/>
                    <a:pt x="34096" y="687282"/>
                    <a:pt x="32616" y="687400"/>
                  </a:cubicBezTo>
                  <a:cubicBezTo>
                    <a:pt x="32616" y="688382"/>
                    <a:pt x="32616" y="689364"/>
                    <a:pt x="32616" y="690376"/>
                  </a:cubicBezTo>
                  <a:cubicBezTo>
                    <a:pt x="31090" y="690473"/>
                    <a:pt x="29564" y="690570"/>
                    <a:pt x="28038" y="690667"/>
                  </a:cubicBezTo>
                  <a:cubicBezTo>
                    <a:pt x="27585" y="690817"/>
                    <a:pt x="27131" y="690966"/>
                    <a:pt x="26663" y="691120"/>
                  </a:cubicBezTo>
                  <a:cubicBezTo>
                    <a:pt x="26547" y="691614"/>
                    <a:pt x="26431" y="692108"/>
                    <a:pt x="26312" y="692617"/>
                  </a:cubicBezTo>
                  <a:cubicBezTo>
                    <a:pt x="26182" y="693106"/>
                    <a:pt x="26053" y="693594"/>
                    <a:pt x="25919" y="694097"/>
                  </a:cubicBezTo>
                  <a:cubicBezTo>
                    <a:pt x="24408" y="694472"/>
                    <a:pt x="24408" y="694472"/>
                    <a:pt x="22571" y="694516"/>
                  </a:cubicBezTo>
                  <a:cubicBezTo>
                    <a:pt x="20779" y="694517"/>
                    <a:pt x="20779" y="694517"/>
                    <a:pt x="19222" y="694841"/>
                  </a:cubicBezTo>
                  <a:cubicBezTo>
                    <a:pt x="18976" y="695578"/>
                    <a:pt x="18731" y="696314"/>
                    <a:pt x="18478" y="697073"/>
                  </a:cubicBezTo>
                  <a:cubicBezTo>
                    <a:pt x="16022" y="697073"/>
                    <a:pt x="13566" y="697073"/>
                    <a:pt x="11036" y="697073"/>
                  </a:cubicBezTo>
                  <a:cubicBezTo>
                    <a:pt x="10791" y="691917"/>
                    <a:pt x="10545" y="686760"/>
                    <a:pt x="10292" y="681447"/>
                  </a:cubicBezTo>
                  <a:cubicBezTo>
                    <a:pt x="9556" y="681447"/>
                    <a:pt x="8819" y="681447"/>
                    <a:pt x="8060" y="681447"/>
                  </a:cubicBezTo>
                  <a:cubicBezTo>
                    <a:pt x="8045" y="680887"/>
                    <a:pt x="8030" y="680327"/>
                    <a:pt x="8015" y="679751"/>
                  </a:cubicBezTo>
                  <a:cubicBezTo>
                    <a:pt x="7945" y="677231"/>
                    <a:pt x="7863" y="674711"/>
                    <a:pt x="7781" y="672191"/>
                  </a:cubicBezTo>
                  <a:cubicBezTo>
                    <a:pt x="7746" y="670870"/>
                    <a:pt x="7746" y="670870"/>
                    <a:pt x="7711" y="669521"/>
                  </a:cubicBezTo>
                  <a:cubicBezTo>
                    <a:pt x="7682" y="668684"/>
                    <a:pt x="7653" y="667848"/>
                    <a:pt x="7624" y="666985"/>
                  </a:cubicBezTo>
                  <a:cubicBezTo>
                    <a:pt x="7600" y="666210"/>
                    <a:pt x="7577" y="665434"/>
                    <a:pt x="7553" y="664635"/>
                  </a:cubicBezTo>
                  <a:cubicBezTo>
                    <a:pt x="7475" y="664044"/>
                    <a:pt x="7396" y="663452"/>
                    <a:pt x="7316" y="662843"/>
                  </a:cubicBezTo>
                  <a:cubicBezTo>
                    <a:pt x="6825" y="662597"/>
                    <a:pt x="6333" y="662352"/>
                    <a:pt x="5827" y="662099"/>
                  </a:cubicBezTo>
                  <a:cubicBezTo>
                    <a:pt x="5626" y="660274"/>
                    <a:pt x="5626" y="660274"/>
                    <a:pt x="5598" y="657872"/>
                  </a:cubicBezTo>
                  <a:cubicBezTo>
                    <a:pt x="5579" y="657012"/>
                    <a:pt x="5560" y="656152"/>
                    <a:pt x="5541" y="655265"/>
                  </a:cubicBezTo>
                  <a:cubicBezTo>
                    <a:pt x="5515" y="653440"/>
                    <a:pt x="5492" y="651614"/>
                    <a:pt x="5471" y="649789"/>
                  </a:cubicBezTo>
                  <a:cubicBezTo>
                    <a:pt x="5442" y="648495"/>
                    <a:pt x="5442" y="648495"/>
                    <a:pt x="5412" y="647175"/>
                  </a:cubicBezTo>
                  <a:cubicBezTo>
                    <a:pt x="5402" y="646381"/>
                    <a:pt x="5392" y="645587"/>
                    <a:pt x="5381" y="644769"/>
                  </a:cubicBezTo>
                  <a:cubicBezTo>
                    <a:pt x="5298" y="642731"/>
                    <a:pt x="5298" y="642731"/>
                    <a:pt x="3964" y="641734"/>
                  </a:cubicBezTo>
                  <a:cubicBezTo>
                    <a:pt x="2459" y="640091"/>
                    <a:pt x="2580" y="639123"/>
                    <a:pt x="2597" y="636918"/>
                  </a:cubicBezTo>
                  <a:cubicBezTo>
                    <a:pt x="2598" y="636188"/>
                    <a:pt x="2598" y="635458"/>
                    <a:pt x="2598" y="634707"/>
                  </a:cubicBezTo>
                  <a:cubicBezTo>
                    <a:pt x="2609" y="633920"/>
                    <a:pt x="2621" y="633134"/>
                    <a:pt x="2633" y="632325"/>
                  </a:cubicBezTo>
                  <a:cubicBezTo>
                    <a:pt x="2636" y="631518"/>
                    <a:pt x="2639" y="630712"/>
                    <a:pt x="2642" y="629882"/>
                  </a:cubicBezTo>
                  <a:cubicBezTo>
                    <a:pt x="2655" y="627303"/>
                    <a:pt x="2683" y="624726"/>
                    <a:pt x="2711" y="622148"/>
                  </a:cubicBezTo>
                  <a:cubicBezTo>
                    <a:pt x="2722" y="620401"/>
                    <a:pt x="2733" y="618655"/>
                    <a:pt x="2742" y="616908"/>
                  </a:cubicBezTo>
                  <a:cubicBezTo>
                    <a:pt x="2766" y="612624"/>
                    <a:pt x="2804" y="608340"/>
                    <a:pt x="2851" y="604056"/>
                  </a:cubicBezTo>
                  <a:cubicBezTo>
                    <a:pt x="2360" y="604056"/>
                    <a:pt x="1869" y="604056"/>
                    <a:pt x="1363" y="604056"/>
                  </a:cubicBezTo>
                  <a:cubicBezTo>
                    <a:pt x="1345" y="593299"/>
                    <a:pt x="1332" y="582542"/>
                    <a:pt x="1324" y="571786"/>
                  </a:cubicBezTo>
                  <a:cubicBezTo>
                    <a:pt x="1320" y="566791"/>
                    <a:pt x="1315" y="561797"/>
                    <a:pt x="1306" y="556803"/>
                  </a:cubicBezTo>
                  <a:cubicBezTo>
                    <a:pt x="1298" y="551988"/>
                    <a:pt x="1294" y="547172"/>
                    <a:pt x="1292" y="542357"/>
                  </a:cubicBezTo>
                  <a:cubicBezTo>
                    <a:pt x="1291" y="540515"/>
                    <a:pt x="1288" y="538674"/>
                    <a:pt x="1284" y="536832"/>
                  </a:cubicBezTo>
                  <a:cubicBezTo>
                    <a:pt x="1279" y="534262"/>
                    <a:pt x="1278" y="531693"/>
                    <a:pt x="1278" y="529123"/>
                  </a:cubicBezTo>
                  <a:cubicBezTo>
                    <a:pt x="1275" y="528353"/>
                    <a:pt x="1273" y="527584"/>
                    <a:pt x="1270" y="526791"/>
                  </a:cubicBezTo>
                  <a:cubicBezTo>
                    <a:pt x="1271" y="526095"/>
                    <a:pt x="1272" y="525399"/>
                    <a:pt x="1273" y="524682"/>
                  </a:cubicBezTo>
                  <a:cubicBezTo>
                    <a:pt x="1272" y="524073"/>
                    <a:pt x="1272" y="523465"/>
                    <a:pt x="1271" y="522838"/>
                  </a:cubicBezTo>
                  <a:cubicBezTo>
                    <a:pt x="1363" y="521456"/>
                    <a:pt x="1363" y="521456"/>
                    <a:pt x="2107" y="520712"/>
                  </a:cubicBezTo>
                  <a:cubicBezTo>
                    <a:pt x="2186" y="519582"/>
                    <a:pt x="2216" y="518449"/>
                    <a:pt x="2224" y="517316"/>
                  </a:cubicBezTo>
                  <a:cubicBezTo>
                    <a:pt x="2232" y="516593"/>
                    <a:pt x="2239" y="515870"/>
                    <a:pt x="2247" y="515126"/>
                  </a:cubicBezTo>
                  <a:cubicBezTo>
                    <a:pt x="2253" y="514339"/>
                    <a:pt x="2258" y="513552"/>
                    <a:pt x="2264" y="512742"/>
                  </a:cubicBezTo>
                  <a:cubicBezTo>
                    <a:pt x="2285" y="511093"/>
                    <a:pt x="2306" y="509443"/>
                    <a:pt x="2328" y="507794"/>
                  </a:cubicBezTo>
                  <a:cubicBezTo>
                    <a:pt x="2358" y="505181"/>
                    <a:pt x="2386" y="502569"/>
                    <a:pt x="2405" y="499955"/>
                  </a:cubicBezTo>
                  <a:cubicBezTo>
                    <a:pt x="2426" y="497443"/>
                    <a:pt x="2460" y="494930"/>
                    <a:pt x="2496" y="492417"/>
                  </a:cubicBezTo>
                  <a:cubicBezTo>
                    <a:pt x="2499" y="491634"/>
                    <a:pt x="2501" y="490850"/>
                    <a:pt x="2504" y="490042"/>
                  </a:cubicBezTo>
                  <a:cubicBezTo>
                    <a:pt x="2516" y="489315"/>
                    <a:pt x="2528" y="488588"/>
                    <a:pt x="2541" y="487838"/>
                  </a:cubicBezTo>
                  <a:cubicBezTo>
                    <a:pt x="2547" y="487198"/>
                    <a:pt x="2553" y="486557"/>
                    <a:pt x="2559" y="485897"/>
                  </a:cubicBezTo>
                  <a:cubicBezTo>
                    <a:pt x="2913" y="483896"/>
                    <a:pt x="3621" y="483363"/>
                    <a:pt x="5083" y="482017"/>
                  </a:cubicBezTo>
                  <a:cubicBezTo>
                    <a:pt x="5436" y="479796"/>
                    <a:pt x="5436" y="479796"/>
                    <a:pt x="5412" y="477267"/>
                  </a:cubicBezTo>
                  <a:cubicBezTo>
                    <a:pt x="5431" y="476338"/>
                    <a:pt x="5451" y="475408"/>
                    <a:pt x="5471" y="474450"/>
                  </a:cubicBezTo>
                  <a:cubicBezTo>
                    <a:pt x="5481" y="473479"/>
                    <a:pt x="5491" y="472507"/>
                    <a:pt x="5502" y="471506"/>
                  </a:cubicBezTo>
                  <a:cubicBezTo>
                    <a:pt x="5527" y="469581"/>
                    <a:pt x="5559" y="467657"/>
                    <a:pt x="5598" y="465733"/>
                  </a:cubicBezTo>
                  <a:cubicBezTo>
                    <a:pt x="5607" y="464878"/>
                    <a:pt x="5616" y="464023"/>
                    <a:pt x="5626" y="463143"/>
                  </a:cubicBezTo>
                  <a:cubicBezTo>
                    <a:pt x="5692" y="462495"/>
                    <a:pt x="5759" y="461848"/>
                    <a:pt x="5827" y="461181"/>
                  </a:cubicBezTo>
                  <a:cubicBezTo>
                    <a:pt x="6319" y="460935"/>
                    <a:pt x="6810" y="460690"/>
                    <a:pt x="7316" y="460437"/>
                  </a:cubicBezTo>
                  <a:cubicBezTo>
                    <a:pt x="7558" y="458641"/>
                    <a:pt x="7558" y="458641"/>
                    <a:pt x="7545" y="456484"/>
                  </a:cubicBezTo>
                  <a:cubicBezTo>
                    <a:pt x="7564" y="455684"/>
                    <a:pt x="7583" y="454884"/>
                    <a:pt x="7602" y="454059"/>
                  </a:cubicBezTo>
                  <a:cubicBezTo>
                    <a:pt x="7628" y="452358"/>
                    <a:pt x="7651" y="450656"/>
                    <a:pt x="7672" y="448955"/>
                  </a:cubicBezTo>
                  <a:cubicBezTo>
                    <a:pt x="7691" y="448155"/>
                    <a:pt x="7711" y="447355"/>
                    <a:pt x="7731" y="446531"/>
                  </a:cubicBezTo>
                  <a:cubicBezTo>
                    <a:pt x="7741" y="445791"/>
                    <a:pt x="7751" y="445052"/>
                    <a:pt x="7762" y="444290"/>
                  </a:cubicBezTo>
                  <a:cubicBezTo>
                    <a:pt x="7909" y="443442"/>
                    <a:pt x="7909" y="443442"/>
                    <a:pt x="8060" y="442577"/>
                  </a:cubicBezTo>
                  <a:cubicBezTo>
                    <a:pt x="8797" y="442332"/>
                    <a:pt x="9533" y="442086"/>
                    <a:pt x="10292" y="441833"/>
                  </a:cubicBezTo>
                  <a:cubicBezTo>
                    <a:pt x="10510" y="438966"/>
                    <a:pt x="10544" y="436166"/>
                    <a:pt x="10488" y="433295"/>
                  </a:cubicBezTo>
                  <a:cubicBezTo>
                    <a:pt x="10515" y="431573"/>
                    <a:pt x="10550" y="430092"/>
                    <a:pt x="11036" y="428439"/>
                  </a:cubicBezTo>
                  <a:cubicBezTo>
                    <a:pt x="13272" y="427372"/>
                    <a:pt x="13272" y="427372"/>
                    <a:pt x="15501" y="426950"/>
                  </a:cubicBezTo>
                  <a:cubicBezTo>
                    <a:pt x="15979" y="425411"/>
                    <a:pt x="15979" y="425411"/>
                    <a:pt x="16245" y="423974"/>
                  </a:cubicBezTo>
                  <a:cubicBezTo>
                    <a:pt x="17228" y="423974"/>
                    <a:pt x="18210" y="423974"/>
                    <a:pt x="19222" y="423974"/>
                  </a:cubicBezTo>
                  <a:cubicBezTo>
                    <a:pt x="19222" y="422992"/>
                    <a:pt x="19222" y="422009"/>
                    <a:pt x="19222" y="420997"/>
                  </a:cubicBezTo>
                  <a:cubicBezTo>
                    <a:pt x="20204" y="420997"/>
                    <a:pt x="21186" y="420997"/>
                    <a:pt x="22199" y="420997"/>
                  </a:cubicBezTo>
                  <a:cubicBezTo>
                    <a:pt x="22705" y="419762"/>
                    <a:pt x="23201" y="418521"/>
                    <a:pt x="23687" y="417277"/>
                  </a:cubicBezTo>
                  <a:cubicBezTo>
                    <a:pt x="24673" y="417008"/>
                    <a:pt x="25666" y="416758"/>
                    <a:pt x="26663" y="416532"/>
                  </a:cubicBezTo>
                  <a:cubicBezTo>
                    <a:pt x="26786" y="416026"/>
                    <a:pt x="26909" y="415520"/>
                    <a:pt x="27035" y="414998"/>
                  </a:cubicBezTo>
                  <a:cubicBezTo>
                    <a:pt x="27220" y="414284"/>
                    <a:pt x="27220" y="414284"/>
                    <a:pt x="27407" y="413556"/>
                  </a:cubicBezTo>
                  <a:cubicBezTo>
                    <a:pt x="28390" y="413556"/>
                    <a:pt x="29372" y="413556"/>
                    <a:pt x="30384" y="413556"/>
                  </a:cubicBezTo>
                  <a:cubicBezTo>
                    <a:pt x="30384" y="412574"/>
                    <a:pt x="30384" y="411591"/>
                    <a:pt x="30384" y="410579"/>
                  </a:cubicBezTo>
                  <a:cubicBezTo>
                    <a:pt x="31366" y="410579"/>
                    <a:pt x="32349" y="410579"/>
                    <a:pt x="33361" y="410579"/>
                  </a:cubicBezTo>
                  <a:cubicBezTo>
                    <a:pt x="33522" y="409866"/>
                    <a:pt x="33522" y="409866"/>
                    <a:pt x="33686" y="409138"/>
                  </a:cubicBezTo>
                  <a:cubicBezTo>
                    <a:pt x="33824" y="408631"/>
                    <a:pt x="33962" y="408125"/>
                    <a:pt x="34105" y="407603"/>
                  </a:cubicBezTo>
                  <a:cubicBezTo>
                    <a:pt x="34734" y="407480"/>
                    <a:pt x="35363" y="407357"/>
                    <a:pt x="36012" y="407231"/>
                  </a:cubicBezTo>
                  <a:cubicBezTo>
                    <a:pt x="36610" y="407108"/>
                    <a:pt x="37209" y="406985"/>
                    <a:pt x="37825" y="406859"/>
                  </a:cubicBezTo>
                  <a:cubicBezTo>
                    <a:pt x="37825" y="405876"/>
                    <a:pt x="37825" y="404894"/>
                    <a:pt x="37825" y="403882"/>
                  </a:cubicBezTo>
                  <a:cubicBezTo>
                    <a:pt x="39267" y="403464"/>
                    <a:pt x="39267" y="403464"/>
                    <a:pt x="40802" y="403138"/>
                  </a:cubicBezTo>
                  <a:cubicBezTo>
                    <a:pt x="41048" y="402401"/>
                    <a:pt x="41293" y="401665"/>
                    <a:pt x="41546" y="400906"/>
                  </a:cubicBezTo>
                  <a:cubicBezTo>
                    <a:pt x="42022" y="400675"/>
                    <a:pt x="42498" y="400445"/>
                    <a:pt x="42988" y="400208"/>
                  </a:cubicBezTo>
                  <a:cubicBezTo>
                    <a:pt x="44650" y="399546"/>
                    <a:pt x="44650" y="399546"/>
                    <a:pt x="45267" y="397882"/>
                  </a:cubicBezTo>
                  <a:cubicBezTo>
                    <a:pt x="45635" y="397169"/>
                    <a:pt x="45635" y="397169"/>
                    <a:pt x="46011" y="396441"/>
                  </a:cubicBezTo>
                  <a:cubicBezTo>
                    <a:pt x="46998" y="396172"/>
                    <a:pt x="47990" y="395922"/>
                    <a:pt x="48988" y="395697"/>
                  </a:cubicBezTo>
                  <a:cubicBezTo>
                    <a:pt x="49233" y="394960"/>
                    <a:pt x="49479" y="394223"/>
                    <a:pt x="49732" y="393464"/>
                  </a:cubicBezTo>
                  <a:cubicBezTo>
                    <a:pt x="50468" y="393219"/>
                    <a:pt x="51205" y="392973"/>
                    <a:pt x="51964" y="392720"/>
                  </a:cubicBezTo>
                  <a:cubicBezTo>
                    <a:pt x="52210" y="391983"/>
                    <a:pt x="52455" y="391247"/>
                    <a:pt x="52708" y="390488"/>
                  </a:cubicBezTo>
                  <a:cubicBezTo>
                    <a:pt x="53948" y="389991"/>
                    <a:pt x="55189" y="389495"/>
                    <a:pt x="56429" y="388999"/>
                  </a:cubicBezTo>
                  <a:cubicBezTo>
                    <a:pt x="56675" y="388263"/>
                    <a:pt x="56920" y="387526"/>
                    <a:pt x="57173" y="386767"/>
                  </a:cubicBezTo>
                  <a:cubicBezTo>
                    <a:pt x="57649" y="386659"/>
                    <a:pt x="58125" y="386552"/>
                    <a:pt x="58615" y="386441"/>
                  </a:cubicBezTo>
                  <a:cubicBezTo>
                    <a:pt x="59121" y="386303"/>
                    <a:pt x="59628" y="386165"/>
                    <a:pt x="60150" y="386023"/>
                  </a:cubicBezTo>
                  <a:cubicBezTo>
                    <a:pt x="60658" y="385037"/>
                    <a:pt x="61154" y="384044"/>
                    <a:pt x="61638" y="383046"/>
                  </a:cubicBezTo>
                  <a:cubicBezTo>
                    <a:pt x="62624" y="382538"/>
                    <a:pt x="63616" y="382041"/>
                    <a:pt x="64615" y="381558"/>
                  </a:cubicBezTo>
                  <a:cubicBezTo>
                    <a:pt x="64860" y="380821"/>
                    <a:pt x="65106" y="380084"/>
                    <a:pt x="65359" y="379325"/>
                  </a:cubicBezTo>
                  <a:cubicBezTo>
                    <a:pt x="66341" y="379325"/>
                    <a:pt x="67323" y="379325"/>
                    <a:pt x="68335" y="379325"/>
                  </a:cubicBezTo>
                  <a:cubicBezTo>
                    <a:pt x="68775" y="377877"/>
                    <a:pt x="68775" y="377877"/>
                    <a:pt x="69079" y="376349"/>
                  </a:cubicBezTo>
                  <a:cubicBezTo>
                    <a:pt x="69816" y="376103"/>
                    <a:pt x="70553" y="375858"/>
                    <a:pt x="71312" y="375605"/>
                  </a:cubicBezTo>
                  <a:cubicBezTo>
                    <a:pt x="71527" y="375098"/>
                    <a:pt x="71742" y="374592"/>
                    <a:pt x="71963" y="374070"/>
                  </a:cubicBezTo>
                  <a:cubicBezTo>
                    <a:pt x="72239" y="373594"/>
                    <a:pt x="72515" y="373118"/>
                    <a:pt x="72800" y="372628"/>
                  </a:cubicBezTo>
                  <a:cubicBezTo>
                    <a:pt x="74753" y="372442"/>
                    <a:pt x="74753" y="372442"/>
                    <a:pt x="76521" y="372628"/>
                  </a:cubicBezTo>
                  <a:cubicBezTo>
                    <a:pt x="76521" y="371646"/>
                    <a:pt x="76521" y="370664"/>
                    <a:pt x="76521" y="369652"/>
                  </a:cubicBezTo>
                  <a:cubicBezTo>
                    <a:pt x="77509" y="369388"/>
                    <a:pt x="78502" y="369142"/>
                    <a:pt x="79497" y="368908"/>
                  </a:cubicBezTo>
                  <a:cubicBezTo>
                    <a:pt x="79728" y="368401"/>
                    <a:pt x="79958" y="367895"/>
                    <a:pt x="80195" y="367373"/>
                  </a:cubicBezTo>
                  <a:cubicBezTo>
                    <a:pt x="80456" y="366897"/>
                    <a:pt x="80717" y="366421"/>
                    <a:pt x="80986" y="365931"/>
                  </a:cubicBezTo>
                  <a:cubicBezTo>
                    <a:pt x="82939" y="365745"/>
                    <a:pt x="82939" y="365745"/>
                    <a:pt x="84706" y="365931"/>
                  </a:cubicBezTo>
                  <a:cubicBezTo>
                    <a:pt x="84706" y="364949"/>
                    <a:pt x="84706" y="363966"/>
                    <a:pt x="84706" y="362954"/>
                  </a:cubicBezTo>
                  <a:cubicBezTo>
                    <a:pt x="85689" y="362954"/>
                    <a:pt x="86671" y="362954"/>
                    <a:pt x="87683" y="362954"/>
                  </a:cubicBezTo>
                  <a:cubicBezTo>
                    <a:pt x="87821" y="362057"/>
                    <a:pt x="87821" y="362057"/>
                    <a:pt x="87962" y="361141"/>
                  </a:cubicBezTo>
                  <a:cubicBezTo>
                    <a:pt x="88115" y="360511"/>
                    <a:pt x="88269" y="359882"/>
                    <a:pt x="88427" y="359234"/>
                  </a:cubicBezTo>
                  <a:cubicBezTo>
                    <a:pt x="90706" y="358629"/>
                    <a:pt x="90706" y="358629"/>
                    <a:pt x="92892" y="358490"/>
                  </a:cubicBezTo>
                  <a:cubicBezTo>
                    <a:pt x="92892" y="357753"/>
                    <a:pt x="92892" y="357016"/>
                    <a:pt x="92892" y="356257"/>
                  </a:cubicBezTo>
                  <a:cubicBezTo>
                    <a:pt x="93878" y="355748"/>
                    <a:pt x="94870" y="355253"/>
                    <a:pt x="95868" y="354769"/>
                  </a:cubicBezTo>
                  <a:cubicBezTo>
                    <a:pt x="96114" y="354032"/>
                    <a:pt x="96360" y="353295"/>
                    <a:pt x="96613" y="352536"/>
                  </a:cubicBezTo>
                  <a:cubicBezTo>
                    <a:pt x="97848" y="352029"/>
                    <a:pt x="99089" y="351534"/>
                    <a:pt x="100333" y="351048"/>
                  </a:cubicBezTo>
                  <a:cubicBezTo>
                    <a:pt x="100824" y="350311"/>
                    <a:pt x="101315" y="349575"/>
                    <a:pt x="101822" y="348816"/>
                  </a:cubicBezTo>
                  <a:cubicBezTo>
                    <a:pt x="102558" y="348570"/>
                    <a:pt x="103295" y="348325"/>
                    <a:pt x="104054" y="348072"/>
                  </a:cubicBezTo>
                  <a:cubicBezTo>
                    <a:pt x="104300" y="347335"/>
                    <a:pt x="104545" y="346598"/>
                    <a:pt x="104798" y="345839"/>
                  </a:cubicBezTo>
                  <a:cubicBezTo>
                    <a:pt x="106038" y="345343"/>
                    <a:pt x="107279" y="344847"/>
                    <a:pt x="108519" y="344351"/>
                  </a:cubicBezTo>
                  <a:cubicBezTo>
                    <a:pt x="108764" y="343614"/>
                    <a:pt x="109010" y="342877"/>
                    <a:pt x="109263" y="342118"/>
                  </a:cubicBezTo>
                  <a:cubicBezTo>
                    <a:pt x="109723" y="342011"/>
                    <a:pt x="110184" y="341904"/>
                    <a:pt x="110658" y="341793"/>
                  </a:cubicBezTo>
                  <a:cubicBezTo>
                    <a:pt x="112385" y="341514"/>
                    <a:pt x="112385" y="341514"/>
                    <a:pt x="113356" y="339840"/>
                  </a:cubicBezTo>
                  <a:cubicBezTo>
                    <a:pt x="113724" y="339364"/>
                    <a:pt x="114092" y="338888"/>
                    <a:pt x="114472" y="338398"/>
                  </a:cubicBezTo>
                  <a:cubicBezTo>
                    <a:pt x="115454" y="338398"/>
                    <a:pt x="116436" y="338398"/>
                    <a:pt x="117449" y="338398"/>
                  </a:cubicBezTo>
                  <a:cubicBezTo>
                    <a:pt x="117888" y="336950"/>
                    <a:pt x="117888" y="336950"/>
                    <a:pt x="118193" y="335421"/>
                  </a:cubicBezTo>
                  <a:cubicBezTo>
                    <a:pt x="118929" y="335176"/>
                    <a:pt x="119666" y="334930"/>
                    <a:pt x="120425" y="334677"/>
                  </a:cubicBezTo>
                  <a:cubicBezTo>
                    <a:pt x="120640" y="334171"/>
                    <a:pt x="120855" y="333664"/>
                    <a:pt x="121076" y="333142"/>
                  </a:cubicBezTo>
                  <a:cubicBezTo>
                    <a:pt x="121352" y="332666"/>
                    <a:pt x="121629" y="332191"/>
                    <a:pt x="121913" y="331700"/>
                  </a:cubicBezTo>
                  <a:cubicBezTo>
                    <a:pt x="123154" y="331700"/>
                    <a:pt x="124394" y="331700"/>
                    <a:pt x="125634" y="331700"/>
                  </a:cubicBezTo>
                  <a:cubicBezTo>
                    <a:pt x="126081" y="330285"/>
                    <a:pt x="126081" y="330285"/>
                    <a:pt x="126378" y="328724"/>
                  </a:cubicBezTo>
                  <a:cubicBezTo>
                    <a:pt x="127358" y="328203"/>
                    <a:pt x="128350" y="327706"/>
                    <a:pt x="129355" y="327236"/>
                  </a:cubicBezTo>
                  <a:cubicBezTo>
                    <a:pt x="129600" y="326499"/>
                    <a:pt x="129846" y="325762"/>
                    <a:pt x="130099" y="325003"/>
                  </a:cubicBezTo>
                  <a:cubicBezTo>
                    <a:pt x="132378" y="324864"/>
                    <a:pt x="132378" y="324864"/>
                    <a:pt x="134564" y="325003"/>
                  </a:cubicBezTo>
                  <a:cubicBezTo>
                    <a:pt x="134564" y="324021"/>
                    <a:pt x="134564" y="323039"/>
                    <a:pt x="134564" y="322027"/>
                  </a:cubicBezTo>
                  <a:cubicBezTo>
                    <a:pt x="136037" y="321781"/>
                    <a:pt x="137511" y="321536"/>
                    <a:pt x="139029" y="321283"/>
                  </a:cubicBezTo>
                  <a:cubicBezTo>
                    <a:pt x="139029" y="320300"/>
                    <a:pt x="139029" y="319318"/>
                    <a:pt x="139029" y="318306"/>
                  </a:cubicBezTo>
                  <a:cubicBezTo>
                    <a:pt x="139627" y="318383"/>
                    <a:pt x="140226" y="318459"/>
                    <a:pt x="140842" y="318538"/>
                  </a:cubicBezTo>
                  <a:cubicBezTo>
                    <a:pt x="141472" y="318462"/>
                    <a:pt x="142101" y="318385"/>
                    <a:pt x="142749" y="318306"/>
                  </a:cubicBezTo>
                  <a:cubicBezTo>
                    <a:pt x="143003" y="317067"/>
                    <a:pt x="143251" y="315827"/>
                    <a:pt x="143493" y="314585"/>
                  </a:cubicBezTo>
                  <a:cubicBezTo>
                    <a:pt x="145354" y="314120"/>
                    <a:pt x="145354" y="314120"/>
                    <a:pt x="147214" y="313841"/>
                  </a:cubicBezTo>
                  <a:cubicBezTo>
                    <a:pt x="147460" y="313104"/>
                    <a:pt x="147705" y="312368"/>
                    <a:pt x="147958" y="311609"/>
                  </a:cubicBezTo>
                  <a:cubicBezTo>
                    <a:pt x="148588" y="311501"/>
                    <a:pt x="149217" y="311394"/>
                    <a:pt x="149865" y="311283"/>
                  </a:cubicBezTo>
                  <a:cubicBezTo>
                    <a:pt x="150464" y="311145"/>
                    <a:pt x="151062" y="311007"/>
                    <a:pt x="151679" y="310865"/>
                  </a:cubicBezTo>
                  <a:cubicBezTo>
                    <a:pt x="151679" y="309882"/>
                    <a:pt x="151679" y="308900"/>
                    <a:pt x="151679" y="307888"/>
                  </a:cubicBezTo>
                  <a:cubicBezTo>
                    <a:pt x="152400" y="307949"/>
                    <a:pt x="153122" y="308011"/>
                    <a:pt x="153865" y="308074"/>
                  </a:cubicBezTo>
                  <a:cubicBezTo>
                    <a:pt x="154617" y="308013"/>
                    <a:pt x="155369" y="307951"/>
                    <a:pt x="156144" y="307888"/>
                  </a:cubicBezTo>
                  <a:cubicBezTo>
                    <a:pt x="156591" y="306473"/>
                    <a:pt x="156591" y="306473"/>
                    <a:pt x="156888" y="304911"/>
                  </a:cubicBezTo>
                  <a:cubicBezTo>
                    <a:pt x="158122" y="304400"/>
                    <a:pt x="159362" y="303903"/>
                    <a:pt x="160609" y="303423"/>
                  </a:cubicBezTo>
                  <a:cubicBezTo>
                    <a:pt x="160609" y="302686"/>
                    <a:pt x="160609" y="301950"/>
                    <a:pt x="160609" y="301191"/>
                  </a:cubicBezTo>
                  <a:cubicBezTo>
                    <a:pt x="162094" y="300685"/>
                    <a:pt x="163582" y="300189"/>
                    <a:pt x="165074" y="299702"/>
                  </a:cubicBezTo>
                  <a:cubicBezTo>
                    <a:pt x="165319" y="298966"/>
                    <a:pt x="165565" y="298229"/>
                    <a:pt x="165818" y="297470"/>
                  </a:cubicBezTo>
                  <a:cubicBezTo>
                    <a:pt x="167058" y="297222"/>
                    <a:pt x="168298" y="296974"/>
                    <a:pt x="169538" y="296726"/>
                  </a:cubicBezTo>
                  <a:cubicBezTo>
                    <a:pt x="169784" y="295989"/>
                    <a:pt x="170030" y="295252"/>
                    <a:pt x="170282" y="294493"/>
                  </a:cubicBezTo>
                  <a:cubicBezTo>
                    <a:pt x="172561" y="293982"/>
                    <a:pt x="172561" y="293982"/>
                    <a:pt x="174747" y="293749"/>
                  </a:cubicBezTo>
                  <a:cubicBezTo>
                    <a:pt x="174747" y="292767"/>
                    <a:pt x="174747" y="291785"/>
                    <a:pt x="174747" y="290773"/>
                  </a:cubicBezTo>
                  <a:cubicBezTo>
                    <a:pt x="175980" y="290488"/>
                    <a:pt x="177221" y="290241"/>
                    <a:pt x="178468" y="290029"/>
                  </a:cubicBezTo>
                  <a:cubicBezTo>
                    <a:pt x="178714" y="289292"/>
                    <a:pt x="178959" y="288555"/>
                    <a:pt x="179212" y="287796"/>
                  </a:cubicBezTo>
                  <a:cubicBezTo>
                    <a:pt x="179826" y="287689"/>
                    <a:pt x="180440" y="287581"/>
                    <a:pt x="181073" y="287471"/>
                  </a:cubicBezTo>
                  <a:cubicBezTo>
                    <a:pt x="181686" y="287332"/>
                    <a:pt x="182300" y="287194"/>
                    <a:pt x="182933" y="287052"/>
                  </a:cubicBezTo>
                  <a:cubicBezTo>
                    <a:pt x="183040" y="286561"/>
                    <a:pt x="183148" y="286070"/>
                    <a:pt x="183258" y="285564"/>
                  </a:cubicBezTo>
                  <a:cubicBezTo>
                    <a:pt x="183397" y="285073"/>
                    <a:pt x="183535" y="284582"/>
                    <a:pt x="183677" y="284075"/>
                  </a:cubicBezTo>
                  <a:cubicBezTo>
                    <a:pt x="185160" y="283797"/>
                    <a:pt x="186649" y="283549"/>
                    <a:pt x="188142" y="283331"/>
                  </a:cubicBezTo>
                  <a:cubicBezTo>
                    <a:pt x="188387" y="282595"/>
                    <a:pt x="188633" y="281858"/>
                    <a:pt x="188886" y="281099"/>
                  </a:cubicBezTo>
                  <a:cubicBezTo>
                    <a:pt x="189878" y="280603"/>
                    <a:pt x="190870" y="280107"/>
                    <a:pt x="191863" y="279611"/>
                  </a:cubicBezTo>
                  <a:cubicBezTo>
                    <a:pt x="192108" y="278874"/>
                    <a:pt x="192354" y="278137"/>
                    <a:pt x="192607" y="277378"/>
                  </a:cubicBezTo>
                  <a:cubicBezTo>
                    <a:pt x="193343" y="277271"/>
                    <a:pt x="194080" y="277163"/>
                    <a:pt x="194839" y="277053"/>
                  </a:cubicBezTo>
                  <a:cubicBezTo>
                    <a:pt x="195576" y="276915"/>
                    <a:pt x="196313" y="276776"/>
                    <a:pt x="197072" y="276634"/>
                  </a:cubicBezTo>
                  <a:cubicBezTo>
                    <a:pt x="197194" y="276128"/>
                    <a:pt x="197317" y="275621"/>
                    <a:pt x="197444" y="275099"/>
                  </a:cubicBezTo>
                  <a:cubicBezTo>
                    <a:pt x="197566" y="274624"/>
                    <a:pt x="197689" y="274148"/>
                    <a:pt x="197816" y="273658"/>
                  </a:cubicBezTo>
                  <a:cubicBezTo>
                    <a:pt x="200095" y="273471"/>
                    <a:pt x="200095" y="273471"/>
                    <a:pt x="202281" y="273658"/>
                  </a:cubicBezTo>
                  <a:cubicBezTo>
                    <a:pt x="202281" y="272675"/>
                    <a:pt x="202281" y="271693"/>
                    <a:pt x="202281" y="270681"/>
                  </a:cubicBezTo>
                  <a:cubicBezTo>
                    <a:pt x="203756" y="270147"/>
                    <a:pt x="205245" y="269652"/>
                    <a:pt x="206745" y="269193"/>
                  </a:cubicBezTo>
                  <a:cubicBezTo>
                    <a:pt x="206991" y="268456"/>
                    <a:pt x="207236" y="267719"/>
                    <a:pt x="207490" y="266960"/>
                  </a:cubicBezTo>
                  <a:cubicBezTo>
                    <a:pt x="208103" y="266853"/>
                    <a:pt x="208717" y="266745"/>
                    <a:pt x="209350" y="266635"/>
                  </a:cubicBezTo>
                  <a:cubicBezTo>
                    <a:pt x="209964" y="266497"/>
                    <a:pt x="210578" y="266358"/>
                    <a:pt x="211210" y="266216"/>
                  </a:cubicBezTo>
                  <a:cubicBezTo>
                    <a:pt x="211333" y="265710"/>
                    <a:pt x="211456" y="265203"/>
                    <a:pt x="211582" y="264681"/>
                  </a:cubicBezTo>
                  <a:cubicBezTo>
                    <a:pt x="211705" y="264206"/>
                    <a:pt x="211828" y="263730"/>
                    <a:pt x="211954" y="263240"/>
                  </a:cubicBezTo>
                  <a:cubicBezTo>
                    <a:pt x="213195" y="263240"/>
                    <a:pt x="214435" y="263240"/>
                    <a:pt x="215675" y="263240"/>
                  </a:cubicBezTo>
                  <a:cubicBezTo>
                    <a:pt x="215905" y="262764"/>
                    <a:pt x="216136" y="262288"/>
                    <a:pt x="216373" y="261798"/>
                  </a:cubicBezTo>
                  <a:cubicBezTo>
                    <a:pt x="216634" y="261291"/>
                    <a:pt x="216895" y="260785"/>
                    <a:pt x="217163" y="260263"/>
                  </a:cubicBezTo>
                  <a:cubicBezTo>
                    <a:pt x="217915" y="260140"/>
                    <a:pt x="218667" y="260017"/>
                    <a:pt x="219442" y="259891"/>
                  </a:cubicBezTo>
                  <a:cubicBezTo>
                    <a:pt x="220164" y="259768"/>
                    <a:pt x="220885" y="259645"/>
                    <a:pt x="221628" y="259519"/>
                  </a:cubicBezTo>
                  <a:cubicBezTo>
                    <a:pt x="221751" y="259012"/>
                    <a:pt x="221874" y="258506"/>
                    <a:pt x="222000" y="257984"/>
                  </a:cubicBezTo>
                  <a:cubicBezTo>
                    <a:pt x="222123" y="257508"/>
                    <a:pt x="222246" y="257032"/>
                    <a:pt x="222372" y="256542"/>
                  </a:cubicBezTo>
                  <a:cubicBezTo>
                    <a:pt x="223861" y="256542"/>
                    <a:pt x="225349" y="256542"/>
                    <a:pt x="226837" y="256542"/>
                  </a:cubicBezTo>
                  <a:cubicBezTo>
                    <a:pt x="227093" y="255552"/>
                    <a:pt x="227340" y="254560"/>
                    <a:pt x="227581" y="253566"/>
                  </a:cubicBezTo>
                  <a:cubicBezTo>
                    <a:pt x="229860" y="253008"/>
                    <a:pt x="229860" y="253008"/>
                    <a:pt x="232046" y="252822"/>
                  </a:cubicBezTo>
                  <a:cubicBezTo>
                    <a:pt x="232046" y="251839"/>
                    <a:pt x="232046" y="250857"/>
                    <a:pt x="232046" y="249845"/>
                  </a:cubicBezTo>
                  <a:cubicBezTo>
                    <a:pt x="233518" y="249301"/>
                    <a:pt x="235008" y="248808"/>
                    <a:pt x="236511" y="248357"/>
                  </a:cubicBezTo>
                  <a:cubicBezTo>
                    <a:pt x="237002" y="247620"/>
                    <a:pt x="237493" y="246883"/>
                    <a:pt x="237999" y="246124"/>
                  </a:cubicBezTo>
                  <a:cubicBezTo>
                    <a:pt x="239953" y="245985"/>
                    <a:pt x="239953" y="245985"/>
                    <a:pt x="241720" y="246124"/>
                  </a:cubicBezTo>
                  <a:cubicBezTo>
                    <a:pt x="241720" y="245142"/>
                    <a:pt x="241720" y="244160"/>
                    <a:pt x="241720" y="243148"/>
                  </a:cubicBezTo>
                  <a:cubicBezTo>
                    <a:pt x="242441" y="243086"/>
                    <a:pt x="243163" y="243025"/>
                    <a:pt x="243906" y="242962"/>
                  </a:cubicBezTo>
                  <a:cubicBezTo>
                    <a:pt x="244658" y="242778"/>
                    <a:pt x="245410" y="242593"/>
                    <a:pt x="246185" y="242404"/>
                  </a:cubicBezTo>
                  <a:cubicBezTo>
                    <a:pt x="246292" y="241897"/>
                    <a:pt x="246400" y="241391"/>
                    <a:pt x="246510" y="240869"/>
                  </a:cubicBezTo>
                  <a:cubicBezTo>
                    <a:pt x="246649" y="240393"/>
                    <a:pt x="246787" y="239917"/>
                    <a:pt x="246929" y="239427"/>
                  </a:cubicBezTo>
                  <a:cubicBezTo>
                    <a:pt x="249580" y="239241"/>
                    <a:pt x="249580" y="239241"/>
                    <a:pt x="252138" y="239427"/>
                  </a:cubicBezTo>
                  <a:cubicBezTo>
                    <a:pt x="252138" y="238445"/>
                    <a:pt x="252138" y="237463"/>
                    <a:pt x="252138" y="236450"/>
                  </a:cubicBezTo>
                  <a:cubicBezTo>
                    <a:pt x="253863" y="235917"/>
                    <a:pt x="255601" y="235422"/>
                    <a:pt x="257347" y="234962"/>
                  </a:cubicBezTo>
                  <a:cubicBezTo>
                    <a:pt x="257593" y="234226"/>
                    <a:pt x="257838" y="233489"/>
                    <a:pt x="258091" y="232730"/>
                  </a:cubicBezTo>
                  <a:cubicBezTo>
                    <a:pt x="259331" y="232482"/>
                    <a:pt x="260572" y="232234"/>
                    <a:pt x="261812" y="231986"/>
                  </a:cubicBezTo>
                  <a:cubicBezTo>
                    <a:pt x="262057" y="231249"/>
                    <a:pt x="262303" y="230512"/>
                    <a:pt x="262556" y="229753"/>
                  </a:cubicBezTo>
                  <a:cubicBezTo>
                    <a:pt x="264292" y="229257"/>
                    <a:pt x="266029" y="228761"/>
                    <a:pt x="267765" y="228265"/>
                  </a:cubicBezTo>
                  <a:cubicBezTo>
                    <a:pt x="268011" y="227528"/>
                    <a:pt x="268256" y="226792"/>
                    <a:pt x="268509" y="226033"/>
                  </a:cubicBezTo>
                  <a:cubicBezTo>
                    <a:pt x="269246" y="225925"/>
                    <a:pt x="269982" y="225818"/>
                    <a:pt x="270741" y="225707"/>
                  </a:cubicBezTo>
                  <a:cubicBezTo>
                    <a:pt x="271478" y="225569"/>
                    <a:pt x="272215" y="225431"/>
                    <a:pt x="272974" y="225288"/>
                  </a:cubicBezTo>
                  <a:cubicBezTo>
                    <a:pt x="273081" y="224782"/>
                    <a:pt x="273189" y="224275"/>
                    <a:pt x="273299" y="223754"/>
                  </a:cubicBezTo>
                  <a:cubicBezTo>
                    <a:pt x="273438" y="223278"/>
                    <a:pt x="273576" y="222802"/>
                    <a:pt x="273718" y="222312"/>
                  </a:cubicBezTo>
                  <a:cubicBezTo>
                    <a:pt x="276369" y="222126"/>
                    <a:pt x="276369" y="222126"/>
                    <a:pt x="278927" y="222312"/>
                  </a:cubicBezTo>
                  <a:cubicBezTo>
                    <a:pt x="278927" y="221330"/>
                    <a:pt x="278927" y="220347"/>
                    <a:pt x="278927" y="219335"/>
                  </a:cubicBezTo>
                  <a:cubicBezTo>
                    <a:pt x="280652" y="218802"/>
                    <a:pt x="282390" y="218307"/>
                    <a:pt x="284136" y="217847"/>
                  </a:cubicBezTo>
                  <a:cubicBezTo>
                    <a:pt x="284382" y="217110"/>
                    <a:pt x="284627" y="216374"/>
                    <a:pt x="284880" y="215615"/>
                  </a:cubicBezTo>
                  <a:cubicBezTo>
                    <a:pt x="286368" y="215367"/>
                    <a:pt x="287857" y="215118"/>
                    <a:pt x="289345" y="214870"/>
                  </a:cubicBezTo>
                  <a:cubicBezTo>
                    <a:pt x="289591" y="214134"/>
                    <a:pt x="289836" y="213397"/>
                    <a:pt x="290089" y="212638"/>
                  </a:cubicBezTo>
                  <a:cubicBezTo>
                    <a:pt x="292740" y="212126"/>
                    <a:pt x="292740" y="212126"/>
                    <a:pt x="295298" y="211894"/>
                  </a:cubicBezTo>
                  <a:cubicBezTo>
                    <a:pt x="295298" y="210912"/>
                    <a:pt x="295298" y="209929"/>
                    <a:pt x="295298" y="208917"/>
                  </a:cubicBezTo>
                  <a:cubicBezTo>
                    <a:pt x="296142" y="208994"/>
                    <a:pt x="296986" y="209071"/>
                    <a:pt x="297856" y="209150"/>
                  </a:cubicBezTo>
                  <a:cubicBezTo>
                    <a:pt x="298731" y="209073"/>
                    <a:pt x="299606" y="208996"/>
                    <a:pt x="300507" y="208917"/>
                  </a:cubicBezTo>
                  <a:cubicBezTo>
                    <a:pt x="300792" y="207685"/>
                    <a:pt x="301038" y="206443"/>
                    <a:pt x="301251" y="205197"/>
                  </a:cubicBezTo>
                  <a:cubicBezTo>
                    <a:pt x="303484" y="204732"/>
                    <a:pt x="303484" y="204732"/>
                    <a:pt x="305716" y="204452"/>
                  </a:cubicBezTo>
                  <a:cubicBezTo>
                    <a:pt x="305962" y="203716"/>
                    <a:pt x="306207" y="202979"/>
                    <a:pt x="306460" y="202220"/>
                  </a:cubicBezTo>
                  <a:cubicBezTo>
                    <a:pt x="307335" y="201974"/>
                    <a:pt x="308210" y="201729"/>
                    <a:pt x="309111" y="201476"/>
                  </a:cubicBezTo>
                  <a:cubicBezTo>
                    <a:pt x="309955" y="201230"/>
                    <a:pt x="310799" y="200985"/>
                    <a:pt x="311669" y="200732"/>
                  </a:cubicBezTo>
                  <a:cubicBezTo>
                    <a:pt x="311669" y="199995"/>
                    <a:pt x="311669" y="199258"/>
                    <a:pt x="311669" y="198499"/>
                  </a:cubicBezTo>
                  <a:cubicBezTo>
                    <a:pt x="312621" y="198576"/>
                    <a:pt x="313572" y="198653"/>
                    <a:pt x="314553" y="198732"/>
                  </a:cubicBezTo>
                  <a:cubicBezTo>
                    <a:pt x="316178" y="198792"/>
                    <a:pt x="316178" y="198792"/>
                    <a:pt x="317622" y="198499"/>
                  </a:cubicBezTo>
                  <a:cubicBezTo>
                    <a:pt x="318550" y="196706"/>
                    <a:pt x="318550" y="196706"/>
                    <a:pt x="319111" y="194779"/>
                  </a:cubicBezTo>
                  <a:cubicBezTo>
                    <a:pt x="321017" y="194314"/>
                    <a:pt x="321017" y="194314"/>
                    <a:pt x="322831" y="194034"/>
                  </a:cubicBezTo>
                  <a:cubicBezTo>
                    <a:pt x="323077" y="193298"/>
                    <a:pt x="323322" y="192561"/>
                    <a:pt x="323575" y="191802"/>
                  </a:cubicBezTo>
                  <a:cubicBezTo>
                    <a:pt x="324435" y="191695"/>
                    <a:pt x="325294" y="191587"/>
                    <a:pt x="326180" y="191476"/>
                  </a:cubicBezTo>
                  <a:cubicBezTo>
                    <a:pt x="327039" y="191338"/>
                    <a:pt x="327899" y="191200"/>
                    <a:pt x="328784" y="191058"/>
                  </a:cubicBezTo>
                  <a:cubicBezTo>
                    <a:pt x="328907" y="190567"/>
                    <a:pt x="329030" y="190076"/>
                    <a:pt x="329157" y="189570"/>
                  </a:cubicBezTo>
                  <a:cubicBezTo>
                    <a:pt x="329279" y="189079"/>
                    <a:pt x="329402" y="188587"/>
                    <a:pt x="329529" y="188081"/>
                  </a:cubicBezTo>
                  <a:cubicBezTo>
                    <a:pt x="331260" y="187803"/>
                    <a:pt x="332997" y="187555"/>
                    <a:pt x="334738" y="187337"/>
                  </a:cubicBezTo>
                  <a:cubicBezTo>
                    <a:pt x="334983" y="186601"/>
                    <a:pt x="335229" y="185864"/>
                    <a:pt x="335482" y="185105"/>
                  </a:cubicBezTo>
                  <a:cubicBezTo>
                    <a:pt x="336857" y="184724"/>
                    <a:pt x="336857" y="184724"/>
                    <a:pt x="338505" y="184593"/>
                  </a:cubicBezTo>
                  <a:cubicBezTo>
                    <a:pt x="339472" y="184516"/>
                    <a:pt x="340439" y="184440"/>
                    <a:pt x="341435" y="184361"/>
                  </a:cubicBezTo>
                  <a:cubicBezTo>
                    <a:pt x="341435" y="183378"/>
                    <a:pt x="341435" y="182396"/>
                    <a:pt x="341435" y="181384"/>
                  </a:cubicBezTo>
                  <a:cubicBezTo>
                    <a:pt x="342279" y="181307"/>
                    <a:pt x="343123" y="181231"/>
                    <a:pt x="343993" y="181152"/>
                  </a:cubicBezTo>
                  <a:cubicBezTo>
                    <a:pt x="345305" y="180898"/>
                    <a:pt x="345305" y="180898"/>
                    <a:pt x="346644" y="180640"/>
                  </a:cubicBezTo>
                  <a:cubicBezTo>
                    <a:pt x="346889" y="179903"/>
                    <a:pt x="347135" y="179167"/>
                    <a:pt x="347388" y="178408"/>
                  </a:cubicBezTo>
                  <a:cubicBezTo>
                    <a:pt x="348247" y="178300"/>
                    <a:pt x="349107" y="178193"/>
                    <a:pt x="349992" y="178082"/>
                  </a:cubicBezTo>
                  <a:cubicBezTo>
                    <a:pt x="350852" y="177944"/>
                    <a:pt x="351711" y="177806"/>
                    <a:pt x="352597" y="177663"/>
                  </a:cubicBezTo>
                  <a:cubicBezTo>
                    <a:pt x="352720" y="177172"/>
                    <a:pt x="352843" y="176681"/>
                    <a:pt x="352969" y="176175"/>
                  </a:cubicBezTo>
                  <a:cubicBezTo>
                    <a:pt x="353092" y="175684"/>
                    <a:pt x="353215" y="175193"/>
                    <a:pt x="353341" y="174687"/>
                  </a:cubicBezTo>
                  <a:cubicBezTo>
                    <a:pt x="355077" y="174439"/>
                    <a:pt x="356814" y="174191"/>
                    <a:pt x="358550" y="173943"/>
                  </a:cubicBezTo>
                  <a:cubicBezTo>
                    <a:pt x="358657" y="173452"/>
                    <a:pt x="358765" y="172960"/>
                    <a:pt x="358876" y="172454"/>
                  </a:cubicBezTo>
                  <a:cubicBezTo>
                    <a:pt x="359014" y="171963"/>
                    <a:pt x="359152" y="171472"/>
                    <a:pt x="359294" y="170966"/>
                  </a:cubicBezTo>
                  <a:cubicBezTo>
                    <a:pt x="360842" y="170638"/>
                    <a:pt x="362318" y="170546"/>
                    <a:pt x="363899" y="170498"/>
                  </a:cubicBezTo>
                  <a:cubicBezTo>
                    <a:pt x="364566" y="170361"/>
                    <a:pt x="364566" y="170361"/>
                    <a:pt x="365247" y="170222"/>
                  </a:cubicBezTo>
                  <a:cubicBezTo>
                    <a:pt x="365493" y="169485"/>
                    <a:pt x="365738" y="168749"/>
                    <a:pt x="365991" y="167990"/>
                  </a:cubicBezTo>
                  <a:cubicBezTo>
                    <a:pt x="366851" y="167882"/>
                    <a:pt x="367710" y="167775"/>
                    <a:pt x="368596" y="167664"/>
                  </a:cubicBezTo>
                  <a:cubicBezTo>
                    <a:pt x="369455" y="167526"/>
                    <a:pt x="370315" y="167388"/>
                    <a:pt x="371200" y="167245"/>
                  </a:cubicBezTo>
                  <a:cubicBezTo>
                    <a:pt x="371308" y="166739"/>
                    <a:pt x="371415" y="166232"/>
                    <a:pt x="371526" y="165711"/>
                  </a:cubicBezTo>
                  <a:cubicBezTo>
                    <a:pt x="371664" y="165235"/>
                    <a:pt x="371802" y="164759"/>
                    <a:pt x="371945" y="164269"/>
                  </a:cubicBezTo>
                  <a:cubicBezTo>
                    <a:pt x="373929" y="164269"/>
                    <a:pt x="375913" y="164269"/>
                    <a:pt x="377898" y="164269"/>
                  </a:cubicBezTo>
                  <a:cubicBezTo>
                    <a:pt x="378154" y="163279"/>
                    <a:pt x="378401" y="162286"/>
                    <a:pt x="378642" y="161292"/>
                  </a:cubicBezTo>
                  <a:cubicBezTo>
                    <a:pt x="379991" y="160755"/>
                    <a:pt x="379991" y="160755"/>
                    <a:pt x="381618" y="160502"/>
                  </a:cubicBezTo>
                  <a:cubicBezTo>
                    <a:pt x="383218" y="160291"/>
                    <a:pt x="383218" y="160291"/>
                    <a:pt x="384595" y="159804"/>
                  </a:cubicBezTo>
                  <a:cubicBezTo>
                    <a:pt x="384841" y="159067"/>
                    <a:pt x="385086" y="158331"/>
                    <a:pt x="385339" y="157572"/>
                  </a:cubicBezTo>
                  <a:cubicBezTo>
                    <a:pt x="386199" y="157464"/>
                    <a:pt x="387058" y="157357"/>
                    <a:pt x="387944" y="157246"/>
                  </a:cubicBezTo>
                  <a:cubicBezTo>
                    <a:pt x="388803" y="157108"/>
                    <a:pt x="389663" y="156970"/>
                    <a:pt x="390548" y="156827"/>
                  </a:cubicBezTo>
                  <a:cubicBezTo>
                    <a:pt x="390817" y="155841"/>
                    <a:pt x="391067" y="154849"/>
                    <a:pt x="391292" y="153851"/>
                  </a:cubicBezTo>
                  <a:cubicBezTo>
                    <a:pt x="393478" y="153711"/>
                    <a:pt x="393478" y="153711"/>
                    <a:pt x="395757" y="153851"/>
                  </a:cubicBezTo>
                  <a:cubicBezTo>
                    <a:pt x="397509" y="153194"/>
                    <a:pt x="397509" y="153194"/>
                    <a:pt x="397990" y="150874"/>
                  </a:cubicBezTo>
                  <a:cubicBezTo>
                    <a:pt x="399338" y="150598"/>
                    <a:pt x="399338" y="150598"/>
                    <a:pt x="400966" y="150549"/>
                  </a:cubicBezTo>
                  <a:cubicBezTo>
                    <a:pt x="402572" y="150451"/>
                    <a:pt x="402572" y="150451"/>
                    <a:pt x="403943" y="150130"/>
                  </a:cubicBezTo>
                  <a:cubicBezTo>
                    <a:pt x="404065" y="149639"/>
                    <a:pt x="404188" y="149148"/>
                    <a:pt x="404315" y="148642"/>
                  </a:cubicBezTo>
                  <a:cubicBezTo>
                    <a:pt x="404437" y="148151"/>
                    <a:pt x="404560" y="147660"/>
                    <a:pt x="404687" y="147154"/>
                  </a:cubicBezTo>
                  <a:cubicBezTo>
                    <a:pt x="406234" y="146824"/>
                    <a:pt x="407711" y="146734"/>
                    <a:pt x="409291" y="146686"/>
                  </a:cubicBezTo>
                  <a:cubicBezTo>
                    <a:pt x="409959" y="146549"/>
                    <a:pt x="409959" y="146549"/>
                    <a:pt x="410640" y="146409"/>
                  </a:cubicBezTo>
                  <a:cubicBezTo>
                    <a:pt x="410886" y="145673"/>
                    <a:pt x="411131" y="144936"/>
                    <a:pt x="411384" y="144177"/>
                  </a:cubicBezTo>
                  <a:cubicBezTo>
                    <a:pt x="412907" y="143652"/>
                    <a:pt x="414402" y="143426"/>
                    <a:pt x="415988" y="143154"/>
                  </a:cubicBezTo>
                  <a:cubicBezTo>
                    <a:pt x="416434" y="143000"/>
                    <a:pt x="416879" y="142847"/>
                    <a:pt x="417337" y="142689"/>
                  </a:cubicBezTo>
                  <a:cubicBezTo>
                    <a:pt x="417583" y="141952"/>
                    <a:pt x="417828" y="141215"/>
                    <a:pt x="418081" y="140456"/>
                  </a:cubicBezTo>
                  <a:cubicBezTo>
                    <a:pt x="419588" y="140289"/>
                    <a:pt x="421098" y="140128"/>
                    <a:pt x="422613" y="140087"/>
                  </a:cubicBezTo>
                  <a:cubicBezTo>
                    <a:pt x="423082" y="139963"/>
                    <a:pt x="423551" y="139840"/>
                    <a:pt x="424034" y="139712"/>
                  </a:cubicBezTo>
                  <a:cubicBezTo>
                    <a:pt x="424271" y="139216"/>
                    <a:pt x="424508" y="138720"/>
                    <a:pt x="424752" y="138209"/>
                  </a:cubicBezTo>
                  <a:cubicBezTo>
                    <a:pt x="425007" y="137723"/>
                    <a:pt x="425261" y="137237"/>
                    <a:pt x="425523" y="136736"/>
                  </a:cubicBezTo>
                  <a:cubicBezTo>
                    <a:pt x="427133" y="136445"/>
                    <a:pt x="427133" y="136445"/>
                    <a:pt x="428964" y="136550"/>
                  </a:cubicBezTo>
                  <a:cubicBezTo>
                    <a:pt x="429573" y="136576"/>
                    <a:pt x="430181" y="136603"/>
                    <a:pt x="430807" y="136631"/>
                  </a:cubicBezTo>
                  <a:cubicBezTo>
                    <a:pt x="431273" y="136666"/>
                    <a:pt x="431740" y="136700"/>
                    <a:pt x="432220" y="136736"/>
                  </a:cubicBezTo>
                  <a:cubicBezTo>
                    <a:pt x="432220" y="135753"/>
                    <a:pt x="432220" y="134771"/>
                    <a:pt x="432220" y="133759"/>
                  </a:cubicBezTo>
                  <a:cubicBezTo>
                    <a:pt x="433746" y="133662"/>
                    <a:pt x="435272" y="133565"/>
                    <a:pt x="436798" y="133468"/>
                  </a:cubicBezTo>
                  <a:cubicBezTo>
                    <a:pt x="437252" y="133319"/>
                    <a:pt x="437706" y="133169"/>
                    <a:pt x="438173" y="133015"/>
                  </a:cubicBezTo>
                  <a:cubicBezTo>
                    <a:pt x="438281" y="132516"/>
                    <a:pt x="438388" y="132017"/>
                    <a:pt x="438499" y="131503"/>
                  </a:cubicBezTo>
                  <a:cubicBezTo>
                    <a:pt x="438637" y="131020"/>
                    <a:pt x="438775" y="130537"/>
                    <a:pt x="438917" y="130038"/>
                  </a:cubicBezTo>
                  <a:cubicBezTo>
                    <a:pt x="440618" y="129748"/>
                    <a:pt x="440618" y="129748"/>
                    <a:pt x="442684" y="129852"/>
                  </a:cubicBezTo>
                  <a:cubicBezTo>
                    <a:pt x="443368" y="129879"/>
                    <a:pt x="444052" y="129906"/>
                    <a:pt x="444757" y="129934"/>
                  </a:cubicBezTo>
                  <a:cubicBezTo>
                    <a:pt x="445286" y="129968"/>
                    <a:pt x="445814" y="130003"/>
                    <a:pt x="446359" y="130038"/>
                  </a:cubicBezTo>
                  <a:cubicBezTo>
                    <a:pt x="446359" y="129056"/>
                    <a:pt x="446359" y="128074"/>
                    <a:pt x="446359" y="127062"/>
                  </a:cubicBezTo>
                  <a:cubicBezTo>
                    <a:pt x="447824" y="126524"/>
                    <a:pt x="447824" y="126524"/>
                    <a:pt x="449707" y="126271"/>
                  </a:cubicBezTo>
                  <a:cubicBezTo>
                    <a:pt x="451540" y="126069"/>
                    <a:pt x="451540" y="126069"/>
                    <a:pt x="453056" y="125574"/>
                  </a:cubicBezTo>
                  <a:cubicBezTo>
                    <a:pt x="453056" y="124837"/>
                    <a:pt x="453056" y="124100"/>
                    <a:pt x="453056" y="123341"/>
                  </a:cubicBezTo>
                  <a:cubicBezTo>
                    <a:pt x="453584" y="123313"/>
                    <a:pt x="454113" y="123285"/>
                    <a:pt x="454658" y="123257"/>
                  </a:cubicBezTo>
                  <a:cubicBezTo>
                    <a:pt x="455684" y="123183"/>
                    <a:pt x="455684" y="123183"/>
                    <a:pt x="456730" y="123109"/>
                  </a:cubicBezTo>
                  <a:cubicBezTo>
                    <a:pt x="457753" y="123044"/>
                    <a:pt x="457753" y="123044"/>
                    <a:pt x="458797" y="122978"/>
                  </a:cubicBezTo>
                  <a:cubicBezTo>
                    <a:pt x="459358" y="122852"/>
                    <a:pt x="459919" y="122726"/>
                    <a:pt x="460497" y="122597"/>
                  </a:cubicBezTo>
                  <a:cubicBezTo>
                    <a:pt x="460743" y="121860"/>
                    <a:pt x="460988" y="121124"/>
                    <a:pt x="461241" y="120365"/>
                  </a:cubicBezTo>
                  <a:cubicBezTo>
                    <a:pt x="462962" y="119899"/>
                    <a:pt x="462962" y="119899"/>
                    <a:pt x="464962" y="119620"/>
                  </a:cubicBezTo>
                  <a:cubicBezTo>
                    <a:pt x="466597" y="119399"/>
                    <a:pt x="466597" y="119399"/>
                    <a:pt x="467939" y="118876"/>
                  </a:cubicBezTo>
                  <a:cubicBezTo>
                    <a:pt x="468184" y="118140"/>
                    <a:pt x="468430" y="117403"/>
                    <a:pt x="468683" y="116644"/>
                  </a:cubicBezTo>
                  <a:cubicBezTo>
                    <a:pt x="470383" y="116263"/>
                    <a:pt x="470383" y="116263"/>
                    <a:pt x="472450" y="116132"/>
                  </a:cubicBezTo>
                  <a:cubicBezTo>
                    <a:pt x="473476" y="116059"/>
                    <a:pt x="473476" y="116059"/>
                    <a:pt x="474523" y="115984"/>
                  </a:cubicBezTo>
                  <a:cubicBezTo>
                    <a:pt x="475051" y="115956"/>
                    <a:pt x="475580" y="115928"/>
                    <a:pt x="476124" y="115900"/>
                  </a:cubicBezTo>
                  <a:cubicBezTo>
                    <a:pt x="476124" y="114917"/>
                    <a:pt x="476124" y="113935"/>
                    <a:pt x="476124" y="112923"/>
                  </a:cubicBezTo>
                  <a:cubicBezTo>
                    <a:pt x="476837" y="112881"/>
                    <a:pt x="476837" y="112881"/>
                    <a:pt x="477563" y="112839"/>
                  </a:cubicBezTo>
                  <a:cubicBezTo>
                    <a:pt x="478178" y="112790"/>
                    <a:pt x="478793" y="112741"/>
                    <a:pt x="479426" y="112691"/>
                  </a:cubicBezTo>
                  <a:cubicBezTo>
                    <a:pt x="480346" y="112626"/>
                    <a:pt x="480346" y="112626"/>
                    <a:pt x="481284" y="112560"/>
                  </a:cubicBezTo>
                  <a:cubicBezTo>
                    <a:pt x="481791" y="112434"/>
                    <a:pt x="482299" y="112308"/>
                    <a:pt x="482822" y="112179"/>
                  </a:cubicBezTo>
                  <a:cubicBezTo>
                    <a:pt x="483067" y="111442"/>
                    <a:pt x="483313" y="110706"/>
                    <a:pt x="483566" y="109947"/>
                  </a:cubicBezTo>
                  <a:cubicBezTo>
                    <a:pt x="485429" y="109566"/>
                    <a:pt x="485429" y="109566"/>
                    <a:pt x="487705" y="109435"/>
                  </a:cubicBezTo>
                  <a:cubicBezTo>
                    <a:pt x="488458" y="109386"/>
                    <a:pt x="489211" y="109337"/>
                    <a:pt x="489987" y="109287"/>
                  </a:cubicBezTo>
                  <a:cubicBezTo>
                    <a:pt x="490569" y="109259"/>
                    <a:pt x="491151" y="109231"/>
                    <a:pt x="491751" y="109202"/>
                  </a:cubicBezTo>
                  <a:cubicBezTo>
                    <a:pt x="491751" y="108220"/>
                    <a:pt x="491751" y="107238"/>
                    <a:pt x="491751" y="106226"/>
                  </a:cubicBezTo>
                  <a:cubicBezTo>
                    <a:pt x="492464" y="106184"/>
                    <a:pt x="492464" y="106184"/>
                    <a:pt x="493190" y="106142"/>
                  </a:cubicBezTo>
                  <a:cubicBezTo>
                    <a:pt x="493805" y="106093"/>
                    <a:pt x="494420" y="106044"/>
                    <a:pt x="495053" y="105993"/>
                  </a:cubicBezTo>
                  <a:cubicBezTo>
                    <a:pt x="495973" y="105929"/>
                    <a:pt x="495973" y="105929"/>
                    <a:pt x="496911" y="105863"/>
                  </a:cubicBezTo>
                  <a:cubicBezTo>
                    <a:pt x="497418" y="105737"/>
                    <a:pt x="497926" y="105611"/>
                    <a:pt x="498449" y="105482"/>
                  </a:cubicBezTo>
                  <a:cubicBezTo>
                    <a:pt x="498694" y="104745"/>
                    <a:pt x="498940" y="104008"/>
                    <a:pt x="499193" y="103249"/>
                  </a:cubicBezTo>
                  <a:cubicBezTo>
                    <a:pt x="500910" y="102930"/>
                    <a:pt x="502561" y="102922"/>
                    <a:pt x="504306" y="102880"/>
                  </a:cubicBezTo>
                  <a:cubicBezTo>
                    <a:pt x="505090" y="102695"/>
                    <a:pt x="505090" y="102695"/>
                    <a:pt x="505890" y="102505"/>
                  </a:cubicBezTo>
                  <a:cubicBezTo>
                    <a:pt x="506128" y="102013"/>
                    <a:pt x="506366" y="101521"/>
                    <a:pt x="506611" y="101014"/>
                  </a:cubicBezTo>
                  <a:cubicBezTo>
                    <a:pt x="506991" y="100279"/>
                    <a:pt x="506991" y="100279"/>
                    <a:pt x="507378" y="99529"/>
                  </a:cubicBezTo>
                  <a:cubicBezTo>
                    <a:pt x="509339" y="99137"/>
                    <a:pt x="511175" y="99156"/>
                    <a:pt x="513171" y="99133"/>
                  </a:cubicBezTo>
                  <a:cubicBezTo>
                    <a:pt x="513715" y="99018"/>
                    <a:pt x="514259" y="98903"/>
                    <a:pt x="514820" y="98784"/>
                  </a:cubicBezTo>
                  <a:cubicBezTo>
                    <a:pt x="514941" y="98294"/>
                    <a:pt x="515063" y="97804"/>
                    <a:pt x="515189" y="97299"/>
                  </a:cubicBezTo>
                  <a:cubicBezTo>
                    <a:pt x="515374" y="96561"/>
                    <a:pt x="515374" y="96561"/>
                    <a:pt x="515564" y="95808"/>
                  </a:cubicBezTo>
                  <a:cubicBezTo>
                    <a:pt x="517238" y="95433"/>
                    <a:pt x="517238" y="95433"/>
                    <a:pt x="519284" y="95389"/>
                  </a:cubicBezTo>
                  <a:cubicBezTo>
                    <a:pt x="521277" y="95389"/>
                    <a:pt x="521277" y="95389"/>
                    <a:pt x="523005" y="95064"/>
                  </a:cubicBezTo>
                  <a:cubicBezTo>
                    <a:pt x="523251" y="94327"/>
                    <a:pt x="523496" y="93590"/>
                    <a:pt x="523749" y="92831"/>
                  </a:cubicBezTo>
                  <a:cubicBezTo>
                    <a:pt x="525775" y="92451"/>
                    <a:pt x="525775" y="92451"/>
                    <a:pt x="528261" y="92320"/>
                  </a:cubicBezTo>
                  <a:cubicBezTo>
                    <a:pt x="529083" y="92271"/>
                    <a:pt x="529905" y="92222"/>
                    <a:pt x="530752" y="92172"/>
                  </a:cubicBezTo>
                  <a:cubicBezTo>
                    <a:pt x="531388" y="92144"/>
                    <a:pt x="532024" y="92116"/>
                    <a:pt x="532679" y="92087"/>
                  </a:cubicBezTo>
                  <a:cubicBezTo>
                    <a:pt x="532679" y="91105"/>
                    <a:pt x="532679" y="90123"/>
                    <a:pt x="532679" y="89111"/>
                  </a:cubicBezTo>
                  <a:cubicBezTo>
                    <a:pt x="533208" y="89083"/>
                    <a:pt x="533736" y="89055"/>
                    <a:pt x="534281" y="89026"/>
                  </a:cubicBezTo>
                  <a:cubicBezTo>
                    <a:pt x="534965" y="88977"/>
                    <a:pt x="535649" y="88929"/>
                    <a:pt x="536353" y="88878"/>
                  </a:cubicBezTo>
                  <a:cubicBezTo>
                    <a:pt x="537035" y="88835"/>
                    <a:pt x="537717" y="88792"/>
                    <a:pt x="538420" y="88747"/>
                  </a:cubicBezTo>
                  <a:cubicBezTo>
                    <a:pt x="538981" y="88622"/>
                    <a:pt x="539542" y="88496"/>
                    <a:pt x="540120" y="88367"/>
                  </a:cubicBezTo>
                  <a:cubicBezTo>
                    <a:pt x="540366" y="87630"/>
                    <a:pt x="540612" y="86893"/>
                    <a:pt x="540865" y="86134"/>
                  </a:cubicBezTo>
                  <a:cubicBezTo>
                    <a:pt x="542891" y="85753"/>
                    <a:pt x="542891" y="85753"/>
                    <a:pt x="545376" y="85623"/>
                  </a:cubicBezTo>
                  <a:cubicBezTo>
                    <a:pt x="546198" y="85574"/>
                    <a:pt x="547020" y="85525"/>
                    <a:pt x="547867" y="85474"/>
                  </a:cubicBezTo>
                  <a:cubicBezTo>
                    <a:pt x="548503" y="85446"/>
                    <a:pt x="549139" y="85419"/>
                    <a:pt x="549794" y="85390"/>
                  </a:cubicBezTo>
                  <a:cubicBezTo>
                    <a:pt x="549794" y="84408"/>
                    <a:pt x="549794" y="83425"/>
                    <a:pt x="549794" y="82413"/>
                  </a:cubicBezTo>
                  <a:cubicBezTo>
                    <a:pt x="550430" y="82394"/>
                    <a:pt x="551066" y="82375"/>
                    <a:pt x="551721" y="82355"/>
                  </a:cubicBezTo>
                  <a:cubicBezTo>
                    <a:pt x="552544" y="82313"/>
                    <a:pt x="553366" y="82271"/>
                    <a:pt x="554213" y="82227"/>
                  </a:cubicBezTo>
                  <a:cubicBezTo>
                    <a:pt x="555033" y="82193"/>
                    <a:pt x="555853" y="82158"/>
                    <a:pt x="556698" y="82123"/>
                  </a:cubicBezTo>
                  <a:cubicBezTo>
                    <a:pt x="557366" y="81973"/>
                    <a:pt x="558035" y="81823"/>
                    <a:pt x="558724" y="81669"/>
                  </a:cubicBezTo>
                  <a:cubicBezTo>
                    <a:pt x="558987" y="80681"/>
                    <a:pt x="559235" y="79689"/>
                    <a:pt x="559468" y="78693"/>
                  </a:cubicBezTo>
                  <a:cubicBezTo>
                    <a:pt x="561305" y="78318"/>
                    <a:pt x="561305" y="78318"/>
                    <a:pt x="563561" y="78274"/>
                  </a:cubicBezTo>
                  <a:cubicBezTo>
                    <a:pt x="565754" y="78274"/>
                    <a:pt x="565754" y="78274"/>
                    <a:pt x="567654" y="77949"/>
                  </a:cubicBezTo>
                  <a:cubicBezTo>
                    <a:pt x="567899" y="77212"/>
                    <a:pt x="568145" y="76475"/>
                    <a:pt x="568398" y="75716"/>
                  </a:cubicBezTo>
                  <a:cubicBezTo>
                    <a:pt x="570717" y="75396"/>
                    <a:pt x="572988" y="75388"/>
                    <a:pt x="575328" y="75347"/>
                  </a:cubicBezTo>
                  <a:cubicBezTo>
                    <a:pt x="575988" y="75223"/>
                    <a:pt x="576647" y="75099"/>
                    <a:pt x="577327" y="74972"/>
                  </a:cubicBezTo>
                  <a:cubicBezTo>
                    <a:pt x="577590" y="73984"/>
                    <a:pt x="577838" y="72991"/>
                    <a:pt x="578072" y="71995"/>
                  </a:cubicBezTo>
                  <a:cubicBezTo>
                    <a:pt x="579909" y="71620"/>
                    <a:pt x="579909" y="71620"/>
                    <a:pt x="582164" y="71577"/>
                  </a:cubicBezTo>
                  <a:cubicBezTo>
                    <a:pt x="584358" y="71577"/>
                    <a:pt x="584358" y="71577"/>
                    <a:pt x="586257" y="71251"/>
                  </a:cubicBezTo>
                  <a:cubicBezTo>
                    <a:pt x="586503" y="70515"/>
                    <a:pt x="586748" y="69778"/>
                    <a:pt x="587001" y="69019"/>
                  </a:cubicBezTo>
                  <a:cubicBezTo>
                    <a:pt x="589353" y="68638"/>
                    <a:pt x="589353" y="68638"/>
                    <a:pt x="592257" y="68507"/>
                  </a:cubicBezTo>
                  <a:cubicBezTo>
                    <a:pt x="593217" y="68458"/>
                    <a:pt x="594177" y="68409"/>
                    <a:pt x="595166" y="68359"/>
                  </a:cubicBezTo>
                  <a:cubicBezTo>
                    <a:pt x="596282" y="68317"/>
                    <a:pt x="596282" y="68317"/>
                    <a:pt x="597419" y="68275"/>
                  </a:cubicBezTo>
                  <a:cubicBezTo>
                    <a:pt x="597419" y="67292"/>
                    <a:pt x="597419" y="66310"/>
                    <a:pt x="597419" y="65298"/>
                  </a:cubicBezTo>
                  <a:cubicBezTo>
                    <a:pt x="598100" y="65279"/>
                    <a:pt x="598781" y="65260"/>
                    <a:pt x="599483" y="65240"/>
                  </a:cubicBezTo>
                  <a:cubicBezTo>
                    <a:pt x="600810" y="65177"/>
                    <a:pt x="600810" y="65177"/>
                    <a:pt x="602163" y="65112"/>
                  </a:cubicBezTo>
                  <a:cubicBezTo>
                    <a:pt x="603044" y="65078"/>
                    <a:pt x="603924" y="65043"/>
                    <a:pt x="604832" y="65007"/>
                  </a:cubicBezTo>
                  <a:cubicBezTo>
                    <a:pt x="605578" y="64858"/>
                    <a:pt x="606324" y="64708"/>
                    <a:pt x="607093" y="64554"/>
                  </a:cubicBezTo>
                  <a:cubicBezTo>
                    <a:pt x="607450" y="63806"/>
                    <a:pt x="607450" y="63806"/>
                    <a:pt x="607814" y="63042"/>
                  </a:cubicBezTo>
                  <a:cubicBezTo>
                    <a:pt x="608067" y="62559"/>
                    <a:pt x="608320" y="62076"/>
                    <a:pt x="608581" y="61577"/>
                  </a:cubicBezTo>
                  <a:cubicBezTo>
                    <a:pt x="611006" y="61287"/>
                    <a:pt x="611006" y="61287"/>
                    <a:pt x="613883" y="61391"/>
                  </a:cubicBezTo>
                  <a:cubicBezTo>
                    <a:pt x="614837" y="61418"/>
                    <a:pt x="615790" y="61445"/>
                    <a:pt x="616773" y="61473"/>
                  </a:cubicBezTo>
                  <a:cubicBezTo>
                    <a:pt x="617507" y="61507"/>
                    <a:pt x="618242" y="61542"/>
                    <a:pt x="618999" y="61577"/>
                  </a:cubicBezTo>
                  <a:cubicBezTo>
                    <a:pt x="618999" y="60595"/>
                    <a:pt x="618999" y="59613"/>
                    <a:pt x="618999" y="58601"/>
                  </a:cubicBezTo>
                  <a:cubicBezTo>
                    <a:pt x="619743" y="58644"/>
                    <a:pt x="620486" y="58687"/>
                    <a:pt x="621252" y="58732"/>
                  </a:cubicBezTo>
                  <a:cubicBezTo>
                    <a:pt x="622692" y="58782"/>
                    <a:pt x="622692" y="58782"/>
                    <a:pt x="624162" y="58833"/>
                  </a:cubicBezTo>
                  <a:cubicBezTo>
                    <a:pt x="625120" y="58877"/>
                    <a:pt x="626078" y="58920"/>
                    <a:pt x="627066" y="58964"/>
                  </a:cubicBezTo>
                  <a:cubicBezTo>
                    <a:pt x="628230" y="58784"/>
                    <a:pt x="628230" y="58784"/>
                    <a:pt x="629417" y="58601"/>
                  </a:cubicBezTo>
                  <a:cubicBezTo>
                    <a:pt x="629540" y="57987"/>
                    <a:pt x="629663" y="57373"/>
                    <a:pt x="629789" y="56741"/>
                  </a:cubicBezTo>
                  <a:cubicBezTo>
                    <a:pt x="629912" y="56127"/>
                    <a:pt x="630035" y="55513"/>
                    <a:pt x="630161" y="54880"/>
                  </a:cubicBezTo>
                  <a:cubicBezTo>
                    <a:pt x="632513" y="54517"/>
                    <a:pt x="632513" y="54517"/>
                    <a:pt x="635417" y="54648"/>
                  </a:cubicBezTo>
                  <a:cubicBezTo>
                    <a:pt x="636857" y="54698"/>
                    <a:pt x="636857" y="54698"/>
                    <a:pt x="638327" y="54749"/>
                  </a:cubicBezTo>
                  <a:cubicBezTo>
                    <a:pt x="639070" y="54793"/>
                    <a:pt x="639813" y="54836"/>
                    <a:pt x="640579" y="54880"/>
                  </a:cubicBezTo>
                  <a:cubicBezTo>
                    <a:pt x="640579" y="53898"/>
                    <a:pt x="640579" y="52916"/>
                    <a:pt x="640579" y="51904"/>
                  </a:cubicBezTo>
                  <a:cubicBezTo>
                    <a:pt x="641323" y="51884"/>
                    <a:pt x="642066" y="51865"/>
                    <a:pt x="642832" y="51846"/>
                  </a:cubicBezTo>
                  <a:cubicBezTo>
                    <a:pt x="643792" y="51803"/>
                    <a:pt x="644753" y="51761"/>
                    <a:pt x="645742" y="51718"/>
                  </a:cubicBezTo>
                  <a:cubicBezTo>
                    <a:pt x="646700" y="51683"/>
                    <a:pt x="647658" y="51649"/>
                    <a:pt x="648646" y="51613"/>
                  </a:cubicBezTo>
                  <a:cubicBezTo>
                    <a:pt x="649810" y="51388"/>
                    <a:pt x="649810" y="51388"/>
                    <a:pt x="650997" y="51160"/>
                  </a:cubicBezTo>
                  <a:cubicBezTo>
                    <a:pt x="651164" y="50417"/>
                    <a:pt x="651164" y="50417"/>
                    <a:pt x="651335" y="49660"/>
                  </a:cubicBezTo>
                  <a:cubicBezTo>
                    <a:pt x="651469" y="49172"/>
                    <a:pt x="651603" y="48685"/>
                    <a:pt x="651742" y="48183"/>
                  </a:cubicBezTo>
                  <a:cubicBezTo>
                    <a:pt x="654268" y="47840"/>
                    <a:pt x="656648" y="47806"/>
                    <a:pt x="659190" y="47820"/>
                  </a:cubicBezTo>
                  <a:cubicBezTo>
                    <a:pt x="662558" y="47780"/>
                    <a:pt x="662558" y="47780"/>
                    <a:pt x="665255" y="45936"/>
                  </a:cubicBezTo>
                  <a:cubicBezTo>
                    <a:pt x="665933" y="45206"/>
                    <a:pt x="665933" y="45206"/>
                    <a:pt x="666624" y="44462"/>
                  </a:cubicBezTo>
                  <a:cubicBezTo>
                    <a:pt x="668653" y="44198"/>
                    <a:pt x="668653" y="44198"/>
                    <a:pt x="670810" y="44323"/>
                  </a:cubicBezTo>
                  <a:cubicBezTo>
                    <a:pt x="673664" y="44562"/>
                    <a:pt x="673664" y="44562"/>
                    <a:pt x="676298" y="43718"/>
                  </a:cubicBezTo>
                  <a:cubicBezTo>
                    <a:pt x="676298" y="42981"/>
                    <a:pt x="676298" y="42245"/>
                    <a:pt x="676298" y="41486"/>
                  </a:cubicBezTo>
                  <a:cubicBezTo>
                    <a:pt x="677655" y="41457"/>
                    <a:pt x="677655" y="41457"/>
                    <a:pt x="679039" y="41428"/>
                  </a:cubicBezTo>
                  <a:cubicBezTo>
                    <a:pt x="680218" y="41386"/>
                    <a:pt x="681398" y="41343"/>
                    <a:pt x="682577" y="41300"/>
                  </a:cubicBezTo>
                  <a:cubicBezTo>
                    <a:pt x="683473" y="41284"/>
                    <a:pt x="683473" y="41284"/>
                    <a:pt x="684386" y="41268"/>
                  </a:cubicBezTo>
                  <a:cubicBezTo>
                    <a:pt x="686304" y="41220"/>
                    <a:pt x="686304" y="41220"/>
                    <a:pt x="688949" y="40742"/>
                  </a:cubicBezTo>
                  <a:cubicBezTo>
                    <a:pt x="689069" y="40249"/>
                    <a:pt x="689188" y="39756"/>
                    <a:pt x="689312" y="39248"/>
                  </a:cubicBezTo>
                  <a:cubicBezTo>
                    <a:pt x="689500" y="38514"/>
                    <a:pt x="689500" y="38514"/>
                    <a:pt x="689693" y="37765"/>
                  </a:cubicBezTo>
                  <a:cubicBezTo>
                    <a:pt x="690995" y="37394"/>
                    <a:pt x="690995" y="37394"/>
                    <a:pt x="692669" y="37390"/>
                  </a:cubicBezTo>
                  <a:cubicBezTo>
                    <a:pt x="693567" y="37369"/>
                    <a:pt x="693567" y="37369"/>
                    <a:pt x="694483" y="37348"/>
                  </a:cubicBezTo>
                  <a:cubicBezTo>
                    <a:pt x="695112" y="37347"/>
                    <a:pt x="695742" y="37347"/>
                    <a:pt x="696390" y="37346"/>
                  </a:cubicBezTo>
                  <a:cubicBezTo>
                    <a:pt x="697630" y="37340"/>
                    <a:pt x="698871" y="37324"/>
                    <a:pt x="700111" y="37297"/>
                  </a:cubicBezTo>
                  <a:cubicBezTo>
                    <a:pt x="700663" y="37296"/>
                    <a:pt x="701216" y="37296"/>
                    <a:pt x="701785" y="37295"/>
                  </a:cubicBezTo>
                  <a:cubicBezTo>
                    <a:pt x="702215" y="37205"/>
                    <a:pt x="702644" y="37114"/>
                    <a:pt x="703087" y="37021"/>
                  </a:cubicBezTo>
                  <a:cubicBezTo>
                    <a:pt x="703333" y="36284"/>
                    <a:pt x="703578" y="35547"/>
                    <a:pt x="703831" y="34788"/>
                  </a:cubicBezTo>
                  <a:cubicBezTo>
                    <a:pt x="705968" y="34517"/>
                    <a:pt x="707966" y="34372"/>
                    <a:pt x="710110" y="34323"/>
                  </a:cubicBezTo>
                  <a:cubicBezTo>
                    <a:pt x="714164" y="34377"/>
                    <a:pt x="714164" y="34377"/>
                    <a:pt x="717970" y="33300"/>
                  </a:cubicBezTo>
                  <a:cubicBezTo>
                    <a:pt x="717970" y="32563"/>
                    <a:pt x="717970" y="31827"/>
                    <a:pt x="717970" y="31068"/>
                  </a:cubicBezTo>
                  <a:cubicBezTo>
                    <a:pt x="718417" y="31057"/>
                    <a:pt x="718864" y="31046"/>
                    <a:pt x="719324" y="31035"/>
                  </a:cubicBezTo>
                  <a:cubicBezTo>
                    <a:pt x="721338" y="30980"/>
                    <a:pt x="723351" y="30908"/>
                    <a:pt x="725365" y="30835"/>
                  </a:cubicBezTo>
                  <a:cubicBezTo>
                    <a:pt x="726069" y="30818"/>
                    <a:pt x="726772" y="30802"/>
                    <a:pt x="727497" y="30784"/>
                  </a:cubicBezTo>
                  <a:cubicBezTo>
                    <a:pt x="728166" y="30758"/>
                    <a:pt x="728835" y="30732"/>
                    <a:pt x="729525" y="30704"/>
                  </a:cubicBezTo>
                  <a:cubicBezTo>
                    <a:pt x="730144" y="30685"/>
                    <a:pt x="730764" y="30665"/>
                    <a:pt x="731402" y="30645"/>
                  </a:cubicBezTo>
                  <a:cubicBezTo>
                    <a:pt x="731881" y="30539"/>
                    <a:pt x="732360" y="30433"/>
                    <a:pt x="732853" y="30324"/>
                  </a:cubicBezTo>
                  <a:cubicBezTo>
                    <a:pt x="733098" y="29587"/>
                    <a:pt x="733344" y="28850"/>
                    <a:pt x="733597" y="28091"/>
                  </a:cubicBezTo>
                  <a:cubicBezTo>
                    <a:pt x="735691" y="27797"/>
                    <a:pt x="737633" y="27640"/>
                    <a:pt x="739736" y="27580"/>
                  </a:cubicBezTo>
                  <a:cubicBezTo>
                    <a:pt x="740305" y="27554"/>
                    <a:pt x="740874" y="27529"/>
                    <a:pt x="741460" y="27503"/>
                  </a:cubicBezTo>
                  <a:cubicBezTo>
                    <a:pt x="744297" y="27382"/>
                    <a:pt x="747128" y="27319"/>
                    <a:pt x="749968" y="27347"/>
                  </a:cubicBezTo>
                  <a:cubicBezTo>
                    <a:pt x="749968" y="26365"/>
                    <a:pt x="749968" y="25382"/>
                    <a:pt x="749968" y="24370"/>
                  </a:cubicBezTo>
                  <a:cubicBezTo>
                    <a:pt x="750434" y="24363"/>
                    <a:pt x="750899" y="24357"/>
                    <a:pt x="751379" y="24349"/>
                  </a:cubicBezTo>
                  <a:cubicBezTo>
                    <a:pt x="753483" y="24309"/>
                    <a:pt x="755585" y="24247"/>
                    <a:pt x="757689" y="24184"/>
                  </a:cubicBezTo>
                  <a:cubicBezTo>
                    <a:pt x="758421" y="24174"/>
                    <a:pt x="759154" y="24163"/>
                    <a:pt x="759909" y="24152"/>
                  </a:cubicBezTo>
                  <a:cubicBezTo>
                    <a:pt x="760610" y="24128"/>
                    <a:pt x="761310" y="24104"/>
                    <a:pt x="762031" y="24080"/>
                  </a:cubicBezTo>
                  <a:cubicBezTo>
                    <a:pt x="762678" y="24064"/>
                    <a:pt x="763325" y="24049"/>
                    <a:pt x="763992" y="24033"/>
                  </a:cubicBezTo>
                  <a:cubicBezTo>
                    <a:pt x="764785" y="23831"/>
                    <a:pt x="764785" y="23831"/>
                    <a:pt x="765595" y="23626"/>
                  </a:cubicBezTo>
                  <a:cubicBezTo>
                    <a:pt x="765827" y="23132"/>
                    <a:pt x="766059" y="22637"/>
                    <a:pt x="766298" y="22128"/>
                  </a:cubicBezTo>
                  <a:cubicBezTo>
                    <a:pt x="766557" y="21640"/>
                    <a:pt x="766816" y="21152"/>
                    <a:pt x="767083" y="20650"/>
                  </a:cubicBezTo>
                  <a:cubicBezTo>
                    <a:pt x="768960" y="20312"/>
                    <a:pt x="768960" y="20312"/>
                    <a:pt x="771298" y="20359"/>
                  </a:cubicBezTo>
                  <a:cubicBezTo>
                    <a:pt x="772133" y="20369"/>
                    <a:pt x="772967" y="20378"/>
                    <a:pt x="773827" y="20388"/>
                  </a:cubicBezTo>
                  <a:cubicBezTo>
                    <a:pt x="775139" y="20426"/>
                    <a:pt x="775139" y="20426"/>
                    <a:pt x="776478" y="20464"/>
                  </a:cubicBezTo>
                  <a:cubicBezTo>
                    <a:pt x="777799" y="20484"/>
                    <a:pt x="777799" y="20484"/>
                    <a:pt x="779147" y="20504"/>
                  </a:cubicBezTo>
                  <a:cubicBezTo>
                    <a:pt x="781327" y="20540"/>
                    <a:pt x="783507" y="20589"/>
                    <a:pt x="785687" y="20650"/>
                  </a:cubicBezTo>
                  <a:cubicBezTo>
                    <a:pt x="785687" y="19667"/>
                    <a:pt x="785687" y="18685"/>
                    <a:pt x="785687" y="17673"/>
                  </a:cubicBezTo>
                  <a:cubicBezTo>
                    <a:pt x="786265" y="17655"/>
                    <a:pt x="786843" y="17636"/>
                    <a:pt x="787439" y="17617"/>
                  </a:cubicBezTo>
                  <a:cubicBezTo>
                    <a:pt x="790049" y="17531"/>
                    <a:pt x="792658" y="17439"/>
                    <a:pt x="795268" y="17348"/>
                  </a:cubicBezTo>
                  <a:cubicBezTo>
                    <a:pt x="796178" y="17318"/>
                    <a:pt x="797088" y="17289"/>
                    <a:pt x="798026" y="17259"/>
                  </a:cubicBezTo>
                  <a:cubicBezTo>
                    <a:pt x="799328" y="17212"/>
                    <a:pt x="799328" y="17212"/>
                    <a:pt x="800657" y="17164"/>
                  </a:cubicBezTo>
                  <a:cubicBezTo>
                    <a:pt x="801460" y="17137"/>
                    <a:pt x="802262" y="17110"/>
                    <a:pt x="803089" y="17082"/>
                  </a:cubicBezTo>
                  <a:cubicBezTo>
                    <a:pt x="805020" y="17053"/>
                    <a:pt x="805020" y="17053"/>
                    <a:pt x="806523" y="16185"/>
                  </a:cubicBezTo>
                  <a:cubicBezTo>
                    <a:pt x="806523" y="15448"/>
                    <a:pt x="806523" y="14711"/>
                    <a:pt x="806523" y="13952"/>
                  </a:cubicBezTo>
                  <a:cubicBezTo>
                    <a:pt x="807195" y="13942"/>
                    <a:pt x="807867" y="13931"/>
                    <a:pt x="808560" y="13920"/>
                  </a:cubicBezTo>
                  <a:cubicBezTo>
                    <a:pt x="811047" y="13874"/>
                    <a:pt x="813533" y="13819"/>
                    <a:pt x="816020" y="13757"/>
                  </a:cubicBezTo>
                  <a:cubicBezTo>
                    <a:pt x="817097" y="13732"/>
                    <a:pt x="818175" y="13712"/>
                    <a:pt x="819253" y="13695"/>
                  </a:cubicBezTo>
                  <a:cubicBezTo>
                    <a:pt x="820799" y="13670"/>
                    <a:pt x="822345" y="13631"/>
                    <a:pt x="823891" y="13589"/>
                  </a:cubicBezTo>
                  <a:cubicBezTo>
                    <a:pt x="825288" y="13560"/>
                    <a:pt x="825288" y="13560"/>
                    <a:pt x="826713" y="13530"/>
                  </a:cubicBezTo>
                  <a:cubicBezTo>
                    <a:pt x="827417" y="13424"/>
                    <a:pt x="828121" y="13318"/>
                    <a:pt x="828847" y="13208"/>
                  </a:cubicBezTo>
                  <a:cubicBezTo>
                    <a:pt x="829093" y="12472"/>
                    <a:pt x="829338" y="11735"/>
                    <a:pt x="829591" y="10976"/>
                  </a:cubicBezTo>
                  <a:cubicBezTo>
                    <a:pt x="831550" y="10728"/>
                    <a:pt x="833344" y="10630"/>
                    <a:pt x="835309" y="10621"/>
                  </a:cubicBezTo>
                  <a:cubicBezTo>
                    <a:pt x="835882" y="10610"/>
                    <a:pt x="836456" y="10598"/>
                    <a:pt x="837047" y="10586"/>
                  </a:cubicBezTo>
                  <a:cubicBezTo>
                    <a:pt x="838887" y="10551"/>
                    <a:pt x="840727" y="10530"/>
                    <a:pt x="842567" y="10511"/>
                  </a:cubicBezTo>
                  <a:cubicBezTo>
                    <a:pt x="844405" y="10484"/>
                    <a:pt x="846242" y="10453"/>
                    <a:pt x="848079" y="10420"/>
                  </a:cubicBezTo>
                  <a:cubicBezTo>
                    <a:pt x="849225" y="10399"/>
                    <a:pt x="850370" y="10383"/>
                    <a:pt x="851516" y="10372"/>
                  </a:cubicBezTo>
                  <a:cubicBezTo>
                    <a:pt x="854415" y="10385"/>
                    <a:pt x="854415" y="10385"/>
                    <a:pt x="857124" y="9488"/>
                  </a:cubicBezTo>
                  <a:cubicBezTo>
                    <a:pt x="857370" y="8751"/>
                    <a:pt x="857615" y="8014"/>
                    <a:pt x="857868" y="7255"/>
                  </a:cubicBezTo>
                  <a:cubicBezTo>
                    <a:pt x="859224" y="6979"/>
                    <a:pt x="859224" y="6979"/>
                    <a:pt x="861015" y="6981"/>
                  </a:cubicBezTo>
                  <a:cubicBezTo>
                    <a:pt x="861683" y="6976"/>
                    <a:pt x="862351" y="6970"/>
                    <a:pt x="863039" y="6965"/>
                  </a:cubicBezTo>
                  <a:cubicBezTo>
                    <a:pt x="864129" y="6972"/>
                    <a:pt x="864129" y="6972"/>
                    <a:pt x="865240" y="6979"/>
                  </a:cubicBezTo>
                  <a:cubicBezTo>
                    <a:pt x="866760" y="6966"/>
                    <a:pt x="868281" y="6953"/>
                    <a:pt x="869801" y="6940"/>
                  </a:cubicBezTo>
                  <a:cubicBezTo>
                    <a:pt x="872211" y="6932"/>
                    <a:pt x="874622" y="6930"/>
                    <a:pt x="877033" y="6931"/>
                  </a:cubicBezTo>
                  <a:cubicBezTo>
                    <a:pt x="879350" y="6928"/>
                    <a:pt x="881666" y="6908"/>
                    <a:pt x="883983" y="6886"/>
                  </a:cubicBezTo>
                  <a:cubicBezTo>
                    <a:pt x="884709" y="6892"/>
                    <a:pt x="885436" y="6898"/>
                    <a:pt x="886184" y="6904"/>
                  </a:cubicBezTo>
                  <a:cubicBezTo>
                    <a:pt x="886852" y="6897"/>
                    <a:pt x="887520" y="6890"/>
                    <a:pt x="888208" y="6882"/>
                  </a:cubicBezTo>
                  <a:cubicBezTo>
                    <a:pt x="889095" y="6882"/>
                    <a:pt x="889095" y="6882"/>
                    <a:pt x="889999" y="6882"/>
                  </a:cubicBezTo>
                  <a:cubicBezTo>
                    <a:pt x="890446" y="6760"/>
                    <a:pt x="890894" y="6637"/>
                    <a:pt x="891355" y="6511"/>
                  </a:cubicBezTo>
                  <a:cubicBezTo>
                    <a:pt x="891438" y="6021"/>
                    <a:pt x="891521" y="5530"/>
                    <a:pt x="891607" y="5025"/>
                  </a:cubicBezTo>
                  <a:cubicBezTo>
                    <a:pt x="891769" y="4533"/>
                    <a:pt x="891932" y="4041"/>
                    <a:pt x="892099" y="3535"/>
                  </a:cubicBezTo>
                  <a:cubicBezTo>
                    <a:pt x="894251" y="3148"/>
                    <a:pt x="894251" y="3148"/>
                    <a:pt x="897170" y="3128"/>
                  </a:cubicBezTo>
                  <a:cubicBezTo>
                    <a:pt x="897700" y="3121"/>
                    <a:pt x="898230" y="3113"/>
                    <a:pt x="898776" y="3105"/>
                  </a:cubicBezTo>
                  <a:cubicBezTo>
                    <a:pt x="900536" y="3083"/>
                    <a:pt x="902295" y="3082"/>
                    <a:pt x="904055" y="3081"/>
                  </a:cubicBezTo>
                  <a:cubicBezTo>
                    <a:pt x="905271" y="3070"/>
                    <a:pt x="906488" y="3057"/>
                    <a:pt x="907705" y="3044"/>
                  </a:cubicBezTo>
                  <a:cubicBezTo>
                    <a:pt x="910914" y="3011"/>
                    <a:pt x="914123" y="2996"/>
                    <a:pt x="917332" y="2985"/>
                  </a:cubicBezTo>
                  <a:cubicBezTo>
                    <a:pt x="920604" y="2971"/>
                    <a:pt x="923876" y="2939"/>
                    <a:pt x="927148" y="2910"/>
                  </a:cubicBezTo>
                  <a:cubicBezTo>
                    <a:pt x="933572" y="2853"/>
                    <a:pt x="939997" y="2816"/>
                    <a:pt x="946421" y="2790"/>
                  </a:cubicBezTo>
                  <a:cubicBezTo>
                    <a:pt x="946421" y="2054"/>
                    <a:pt x="946421" y="1317"/>
                    <a:pt x="946421" y="558"/>
                  </a:cubicBezTo>
                  <a:close/>
                </a:path>
              </a:pathLst>
            </a:custGeom>
            <a:grpFill/>
            <a:ln w="744" cap="flat">
              <a:noFill/>
              <a:prstDash val="solid"/>
              <a:miter/>
            </a:ln>
          </p:spPr>
          <p:txBody>
            <a:bodyPr rtlCol="0" anchor="ctr"/>
            <a:lstStyle/>
            <a:p>
              <a:endParaRPr lang="zh-CN" altLang="en-US"/>
            </a:p>
          </p:txBody>
        </p:sp>
        <p:sp>
          <p:nvSpPr>
            <p:cNvPr id="77" name="任意多边形: 形状 76"/>
            <p:cNvSpPr/>
            <p:nvPr/>
          </p:nvSpPr>
          <p:spPr>
            <a:xfrm>
              <a:off x="4079028" y="609968"/>
              <a:ext cx="328950" cy="1012446"/>
            </a:xfrm>
            <a:custGeom>
              <a:avLst/>
              <a:gdLst>
                <a:gd name="connsiteX0" fmla="*/ 243215 w 328950"/>
                <a:gd name="connsiteY0" fmla="*/ 92159 h 1012446"/>
                <a:gd name="connsiteX1" fmla="*/ 241287 w 328950"/>
                <a:gd name="connsiteY1" fmla="*/ 92175 h 1012446"/>
                <a:gd name="connsiteX2" fmla="*/ 234779 w 328950"/>
                <a:gd name="connsiteY2" fmla="*/ 92205 h 1012446"/>
                <a:gd name="connsiteX3" fmla="*/ 229997 w 328950"/>
                <a:gd name="connsiteY3" fmla="*/ 92231 h 1012446"/>
                <a:gd name="connsiteX4" fmla="*/ 216997 w 328950"/>
                <a:gd name="connsiteY4" fmla="*/ 92295 h 1012446"/>
                <a:gd name="connsiteX5" fmla="*/ 203173 w 328950"/>
                <a:gd name="connsiteY5" fmla="*/ 92366 h 1012446"/>
                <a:gd name="connsiteX6" fmla="*/ 178570 w 328950"/>
                <a:gd name="connsiteY6" fmla="*/ 92490 h 1012446"/>
                <a:gd name="connsiteX7" fmla="*/ 154582 w 328950"/>
                <a:gd name="connsiteY7" fmla="*/ 92614 h 1012446"/>
                <a:gd name="connsiteX8" fmla="*/ 153086 w 328950"/>
                <a:gd name="connsiteY8" fmla="*/ 92621 h 1012446"/>
                <a:gd name="connsiteX9" fmla="*/ 147130 w 328950"/>
                <a:gd name="connsiteY9" fmla="*/ 92650 h 1012446"/>
                <a:gd name="connsiteX10" fmla="*/ 82628 w 328950"/>
                <a:gd name="connsiteY10" fmla="*/ 92980 h 1012446"/>
                <a:gd name="connsiteX11" fmla="*/ 82617 w 328950"/>
                <a:gd name="connsiteY11" fmla="*/ 167358 h 1012446"/>
                <a:gd name="connsiteX12" fmla="*/ 82616 w 328950"/>
                <a:gd name="connsiteY12" fmla="*/ 168860 h 1012446"/>
                <a:gd name="connsiteX13" fmla="*/ 82597 w 328950"/>
                <a:gd name="connsiteY13" fmla="*/ 327643 h 1012446"/>
                <a:gd name="connsiteX14" fmla="*/ 82596 w 328950"/>
                <a:gd name="connsiteY14" fmla="*/ 331170 h 1012446"/>
                <a:gd name="connsiteX15" fmla="*/ 82590 w 328950"/>
                <a:gd name="connsiteY15" fmla="*/ 405209 h 1012446"/>
                <a:gd name="connsiteX16" fmla="*/ 82588 w 328950"/>
                <a:gd name="connsiteY16" fmla="*/ 442418 h 1012446"/>
                <a:gd name="connsiteX17" fmla="*/ 82587 w 328950"/>
                <a:gd name="connsiteY17" fmla="*/ 448033 h 1012446"/>
                <a:gd name="connsiteX18" fmla="*/ 82577 w 328950"/>
                <a:gd name="connsiteY18" fmla="*/ 534543 h 1012446"/>
                <a:gd name="connsiteX19" fmla="*/ 82577 w 328950"/>
                <a:gd name="connsiteY19" fmla="*/ 536424 h 1012446"/>
                <a:gd name="connsiteX20" fmla="*/ 82572 w 328950"/>
                <a:gd name="connsiteY20" fmla="*/ 566443 h 1012446"/>
                <a:gd name="connsiteX21" fmla="*/ 82560 w 328950"/>
                <a:gd name="connsiteY21" fmla="*/ 652923 h 1012446"/>
                <a:gd name="connsiteX22" fmla="*/ 82560 w 328950"/>
                <a:gd name="connsiteY22" fmla="*/ 654717 h 1012446"/>
                <a:gd name="connsiteX23" fmla="*/ 82558 w 328950"/>
                <a:gd name="connsiteY23" fmla="*/ 693732 h 1012446"/>
                <a:gd name="connsiteX24" fmla="*/ 82558 w 328950"/>
                <a:gd name="connsiteY24" fmla="*/ 709425 h 1012446"/>
                <a:gd name="connsiteX25" fmla="*/ 82558 w 328950"/>
                <a:gd name="connsiteY25" fmla="*/ 711161 h 1012446"/>
                <a:gd name="connsiteX26" fmla="*/ 82549 w 328950"/>
                <a:gd name="connsiteY26" fmla="*/ 766533 h 1012446"/>
                <a:gd name="connsiteX27" fmla="*/ 82543 w 328950"/>
                <a:gd name="connsiteY27" fmla="*/ 822428 h 1012446"/>
                <a:gd name="connsiteX28" fmla="*/ 82544 w 328950"/>
                <a:gd name="connsiteY28" fmla="*/ 830142 h 1012446"/>
                <a:gd name="connsiteX29" fmla="*/ 82544 w 328950"/>
                <a:gd name="connsiteY29" fmla="*/ 831670 h 1012446"/>
                <a:gd name="connsiteX30" fmla="*/ 82539 w 328950"/>
                <a:gd name="connsiteY30" fmla="*/ 855662 h 1012446"/>
                <a:gd name="connsiteX31" fmla="*/ 82537 w 328950"/>
                <a:gd name="connsiteY31" fmla="*/ 878012 h 1012446"/>
                <a:gd name="connsiteX32" fmla="*/ 82537 w 328950"/>
                <a:gd name="connsiteY32" fmla="*/ 890744 h 1012446"/>
                <a:gd name="connsiteX33" fmla="*/ 82534 w 328950"/>
                <a:gd name="connsiteY33" fmla="*/ 902485 h 1012446"/>
                <a:gd name="connsiteX34" fmla="*/ 82537 w 328950"/>
                <a:gd name="connsiteY34" fmla="*/ 906717 h 1012446"/>
                <a:gd name="connsiteX35" fmla="*/ 82533 w 328950"/>
                <a:gd name="connsiteY35" fmla="*/ 912584 h 1012446"/>
                <a:gd name="connsiteX36" fmla="*/ 82536 w 328950"/>
                <a:gd name="connsiteY36" fmla="*/ 914327 h 1012446"/>
                <a:gd name="connsiteX37" fmla="*/ 82628 w 328950"/>
                <a:gd name="connsiteY37" fmla="*/ 919720 h 1012446"/>
                <a:gd name="connsiteX38" fmla="*/ 87743 w 328950"/>
                <a:gd name="connsiteY38" fmla="*/ 920557 h 1012446"/>
                <a:gd name="connsiteX39" fmla="*/ 89662 w 328950"/>
                <a:gd name="connsiteY39" fmla="*/ 920549 h 1012446"/>
                <a:gd name="connsiteX40" fmla="*/ 96098 w 328950"/>
                <a:gd name="connsiteY40" fmla="*/ 920543 h 1012446"/>
                <a:gd name="connsiteX41" fmla="*/ 100835 w 328950"/>
                <a:gd name="connsiteY41" fmla="*/ 920535 h 1012446"/>
                <a:gd name="connsiteX42" fmla="*/ 111006 w 328950"/>
                <a:gd name="connsiteY42" fmla="*/ 920525 h 1012446"/>
                <a:gd name="connsiteX43" fmla="*/ 127395 w 328950"/>
                <a:gd name="connsiteY43" fmla="*/ 920504 h 1012446"/>
                <a:gd name="connsiteX44" fmla="*/ 163646 w 328950"/>
                <a:gd name="connsiteY44" fmla="*/ 920466 h 1012446"/>
                <a:gd name="connsiteX45" fmla="*/ 200083 w 328950"/>
                <a:gd name="connsiteY45" fmla="*/ 920426 h 1012446"/>
                <a:gd name="connsiteX46" fmla="*/ 216551 w 328950"/>
                <a:gd name="connsiteY46" fmla="*/ 920408 h 1012446"/>
                <a:gd name="connsiteX47" fmla="*/ 226977 w 328950"/>
                <a:gd name="connsiteY47" fmla="*/ 920395 h 1012446"/>
                <a:gd name="connsiteX48" fmla="*/ 231813 w 328950"/>
                <a:gd name="connsiteY48" fmla="*/ 920392 h 1012446"/>
                <a:gd name="connsiteX49" fmla="*/ 238575 w 328950"/>
                <a:gd name="connsiteY49" fmla="*/ 920379 h 1012446"/>
                <a:gd name="connsiteX50" fmla="*/ 240605 w 328950"/>
                <a:gd name="connsiteY50" fmla="*/ 920380 h 1012446"/>
                <a:gd name="connsiteX51" fmla="*/ 247083 w 328950"/>
                <a:gd name="connsiteY51" fmla="*/ 920464 h 1012446"/>
                <a:gd name="connsiteX52" fmla="*/ 249316 w 328950"/>
                <a:gd name="connsiteY52" fmla="*/ 921208 h 1012446"/>
                <a:gd name="connsiteX53" fmla="*/ 250160 w 328950"/>
                <a:gd name="connsiteY53" fmla="*/ 915875 h 1012446"/>
                <a:gd name="connsiteX54" fmla="*/ 250155 w 328950"/>
                <a:gd name="connsiteY54" fmla="*/ 914235 h 1012446"/>
                <a:gd name="connsiteX55" fmla="*/ 250160 w 328950"/>
                <a:gd name="connsiteY55" fmla="*/ 908671 h 1012446"/>
                <a:gd name="connsiteX56" fmla="*/ 250159 w 328950"/>
                <a:gd name="connsiteY56" fmla="*/ 904541 h 1012446"/>
                <a:gd name="connsiteX57" fmla="*/ 250165 w 328950"/>
                <a:gd name="connsiteY57" fmla="*/ 893120 h 1012446"/>
                <a:gd name="connsiteX58" fmla="*/ 250169 w 328950"/>
                <a:gd name="connsiteY58" fmla="*/ 880539 h 1012446"/>
                <a:gd name="connsiteX59" fmla="*/ 250179 w 328950"/>
                <a:gd name="connsiteY59" fmla="*/ 855583 h 1012446"/>
                <a:gd name="connsiteX60" fmla="*/ 250184 w 328950"/>
                <a:gd name="connsiteY60" fmla="*/ 833122 h 1012446"/>
                <a:gd name="connsiteX61" fmla="*/ 250185 w 328950"/>
                <a:gd name="connsiteY61" fmla="*/ 831599 h 1012446"/>
                <a:gd name="connsiteX62" fmla="*/ 250188 w 328950"/>
                <a:gd name="connsiteY62" fmla="*/ 825458 h 1012446"/>
                <a:gd name="connsiteX63" fmla="*/ 250209 w 328950"/>
                <a:gd name="connsiteY63" fmla="*/ 752651 h 1012446"/>
                <a:gd name="connsiteX64" fmla="*/ 250216 w 328950"/>
                <a:gd name="connsiteY64" fmla="*/ 716314 h 1012446"/>
                <a:gd name="connsiteX65" fmla="*/ 250236 w 328950"/>
                <a:gd name="connsiteY65" fmla="*/ 599965 h 1012446"/>
                <a:gd name="connsiteX66" fmla="*/ 250237 w 328950"/>
                <a:gd name="connsiteY66" fmla="*/ 594400 h 1012446"/>
                <a:gd name="connsiteX67" fmla="*/ 250237 w 328950"/>
                <a:gd name="connsiteY67" fmla="*/ 583238 h 1012446"/>
                <a:gd name="connsiteX68" fmla="*/ 250238 w 328950"/>
                <a:gd name="connsiteY68" fmla="*/ 570169 h 1012446"/>
                <a:gd name="connsiteX69" fmla="*/ 250239 w 328950"/>
                <a:gd name="connsiteY69" fmla="*/ 566427 h 1012446"/>
                <a:gd name="connsiteX70" fmla="*/ 250269 w 328950"/>
                <a:gd name="connsiteY70" fmla="*/ 446176 h 1012446"/>
                <a:gd name="connsiteX71" fmla="*/ 250297 w 328950"/>
                <a:gd name="connsiteY71" fmla="*/ 359709 h 1012446"/>
                <a:gd name="connsiteX72" fmla="*/ 250297 w 328950"/>
                <a:gd name="connsiteY72" fmla="*/ 357915 h 1012446"/>
                <a:gd name="connsiteX73" fmla="*/ 250300 w 328950"/>
                <a:gd name="connsiteY73" fmla="*/ 318907 h 1012446"/>
                <a:gd name="connsiteX74" fmla="*/ 250300 w 328950"/>
                <a:gd name="connsiteY74" fmla="*/ 304954 h 1012446"/>
                <a:gd name="connsiteX75" fmla="*/ 250301 w 328950"/>
                <a:gd name="connsiteY75" fmla="*/ 301482 h 1012446"/>
                <a:gd name="connsiteX76" fmla="*/ 250319 w 328950"/>
                <a:gd name="connsiteY76" fmla="*/ 246122 h 1012446"/>
                <a:gd name="connsiteX77" fmla="*/ 250329 w 328950"/>
                <a:gd name="connsiteY77" fmla="*/ 190242 h 1012446"/>
                <a:gd name="connsiteX78" fmla="*/ 250326 w 328950"/>
                <a:gd name="connsiteY78" fmla="*/ 182531 h 1012446"/>
                <a:gd name="connsiteX79" fmla="*/ 250326 w 328950"/>
                <a:gd name="connsiteY79" fmla="*/ 181003 h 1012446"/>
                <a:gd name="connsiteX80" fmla="*/ 250336 w 328950"/>
                <a:gd name="connsiteY80" fmla="*/ 157018 h 1012446"/>
                <a:gd name="connsiteX81" fmla="*/ 250341 w 328950"/>
                <a:gd name="connsiteY81" fmla="*/ 134675 h 1012446"/>
                <a:gd name="connsiteX82" fmla="*/ 250337 w 328950"/>
                <a:gd name="connsiteY82" fmla="*/ 121947 h 1012446"/>
                <a:gd name="connsiteX83" fmla="*/ 250345 w 328950"/>
                <a:gd name="connsiteY83" fmla="*/ 110210 h 1012446"/>
                <a:gd name="connsiteX84" fmla="*/ 250337 w 328950"/>
                <a:gd name="connsiteY84" fmla="*/ 105979 h 1012446"/>
                <a:gd name="connsiteX85" fmla="*/ 250347 w 328950"/>
                <a:gd name="connsiteY85" fmla="*/ 100114 h 1012446"/>
                <a:gd name="connsiteX86" fmla="*/ 250338 w 328950"/>
                <a:gd name="connsiteY86" fmla="*/ 98372 h 1012446"/>
                <a:gd name="connsiteX87" fmla="*/ 250060 w 328950"/>
                <a:gd name="connsiteY87" fmla="*/ 92980 h 1012446"/>
                <a:gd name="connsiteX88" fmla="*/ 243215 w 328950"/>
                <a:gd name="connsiteY88" fmla="*/ 92159 h 1012446"/>
                <a:gd name="connsiteX89" fmla="*/ 50775 w 328950"/>
                <a:gd name="connsiteY89" fmla="*/ 8 h 1012446"/>
                <a:gd name="connsiteX90" fmla="*/ 59461 w 328950"/>
                <a:gd name="connsiteY90" fmla="*/ 21 h 1012446"/>
                <a:gd name="connsiteX91" fmla="*/ 68820 w 328950"/>
                <a:gd name="connsiteY91" fmla="*/ 12 h 1012446"/>
                <a:gd name="connsiteX92" fmla="*/ 87161 w 328950"/>
                <a:gd name="connsiteY92" fmla="*/ 26 h 1012446"/>
                <a:gd name="connsiteX93" fmla="*/ 108499 w 328950"/>
                <a:gd name="connsiteY93" fmla="*/ 41 h 1012446"/>
                <a:gd name="connsiteX94" fmla="*/ 146557 w 328950"/>
                <a:gd name="connsiteY94" fmla="*/ 82 h 1012446"/>
                <a:gd name="connsiteX95" fmla="*/ 183527 w 328950"/>
                <a:gd name="connsiteY95" fmla="*/ 113 h 1012446"/>
                <a:gd name="connsiteX96" fmla="*/ 223746 w 328950"/>
                <a:gd name="connsiteY96" fmla="*/ 121 h 1012446"/>
                <a:gd name="connsiteX97" fmla="*/ 228030 w 328950"/>
                <a:gd name="connsiteY97" fmla="*/ 126 h 1012446"/>
                <a:gd name="connsiteX98" fmla="*/ 230159 w 328950"/>
                <a:gd name="connsiteY98" fmla="*/ 129 h 1012446"/>
                <a:gd name="connsiteX99" fmla="*/ 245051 w 328950"/>
                <a:gd name="connsiteY99" fmla="*/ 131 h 1012446"/>
                <a:gd name="connsiteX100" fmla="*/ 263183 w 328950"/>
                <a:gd name="connsiteY100" fmla="*/ 158 h 1012446"/>
                <a:gd name="connsiteX101" fmla="*/ 272443 w 328950"/>
                <a:gd name="connsiteY101" fmla="*/ 168 h 1012446"/>
                <a:gd name="connsiteX102" fmla="*/ 280905 w 328950"/>
                <a:gd name="connsiteY102" fmla="*/ 188 h 1012446"/>
                <a:gd name="connsiteX103" fmla="*/ 283980 w 328950"/>
                <a:gd name="connsiteY103" fmla="*/ 186 h 1012446"/>
                <a:gd name="connsiteX104" fmla="*/ 288133 w 328950"/>
                <a:gd name="connsiteY104" fmla="*/ 204 h 1012446"/>
                <a:gd name="connsiteX105" fmla="*/ 290471 w 328950"/>
                <a:gd name="connsiteY105" fmla="*/ 208 h 1012446"/>
                <a:gd name="connsiteX106" fmla="*/ 292193 w 328950"/>
                <a:gd name="connsiteY106" fmla="*/ 583 h 1012446"/>
                <a:gd name="connsiteX107" fmla="*/ 292937 w 328950"/>
                <a:gd name="connsiteY107" fmla="*/ 3559 h 1012446"/>
                <a:gd name="connsiteX108" fmla="*/ 295170 w 328950"/>
                <a:gd name="connsiteY108" fmla="*/ 5048 h 1012446"/>
                <a:gd name="connsiteX109" fmla="*/ 295914 w 328950"/>
                <a:gd name="connsiteY109" fmla="*/ 7280 h 1012446"/>
                <a:gd name="connsiteX110" fmla="*/ 298146 w 328950"/>
                <a:gd name="connsiteY110" fmla="*/ 8768 h 1012446"/>
                <a:gd name="connsiteX111" fmla="*/ 298890 w 328950"/>
                <a:gd name="connsiteY111" fmla="*/ 11001 h 1012446"/>
                <a:gd name="connsiteX112" fmla="*/ 301123 w 328950"/>
                <a:gd name="connsiteY112" fmla="*/ 11745 h 1012446"/>
                <a:gd name="connsiteX113" fmla="*/ 301867 w 328950"/>
                <a:gd name="connsiteY113" fmla="*/ 13977 h 1012446"/>
                <a:gd name="connsiteX114" fmla="*/ 304099 w 328950"/>
                <a:gd name="connsiteY114" fmla="*/ 14721 h 1012446"/>
                <a:gd name="connsiteX115" fmla="*/ 304843 w 328950"/>
                <a:gd name="connsiteY115" fmla="*/ 17698 h 1012446"/>
                <a:gd name="connsiteX116" fmla="*/ 307076 w 328950"/>
                <a:gd name="connsiteY116" fmla="*/ 19930 h 1012446"/>
                <a:gd name="connsiteX117" fmla="*/ 307076 w 328950"/>
                <a:gd name="connsiteY117" fmla="*/ 21419 h 1012446"/>
                <a:gd name="connsiteX118" fmla="*/ 310052 w 328950"/>
                <a:gd name="connsiteY118" fmla="*/ 21419 h 1012446"/>
                <a:gd name="connsiteX119" fmla="*/ 313029 w 328950"/>
                <a:gd name="connsiteY119" fmla="*/ 27372 h 1012446"/>
                <a:gd name="connsiteX120" fmla="*/ 315261 w 328950"/>
                <a:gd name="connsiteY120" fmla="*/ 28116 h 1012446"/>
                <a:gd name="connsiteX121" fmla="*/ 316006 w 328950"/>
                <a:gd name="connsiteY121" fmla="*/ 30348 h 1012446"/>
                <a:gd name="connsiteX122" fmla="*/ 317866 w 328950"/>
                <a:gd name="connsiteY122" fmla="*/ 31418 h 1012446"/>
                <a:gd name="connsiteX123" fmla="*/ 320238 w 328950"/>
                <a:gd name="connsiteY123" fmla="*/ 34209 h 1012446"/>
                <a:gd name="connsiteX124" fmla="*/ 320470 w 328950"/>
                <a:gd name="connsiteY124" fmla="*/ 35557 h 1012446"/>
                <a:gd name="connsiteX125" fmla="*/ 321959 w 328950"/>
                <a:gd name="connsiteY125" fmla="*/ 35557 h 1012446"/>
                <a:gd name="connsiteX126" fmla="*/ 322284 w 328950"/>
                <a:gd name="connsiteY126" fmla="*/ 36999 h 1012446"/>
                <a:gd name="connsiteX127" fmla="*/ 322703 w 328950"/>
                <a:gd name="connsiteY127" fmla="*/ 38534 h 1012446"/>
                <a:gd name="connsiteX128" fmla="*/ 324935 w 328950"/>
                <a:gd name="connsiteY128" fmla="*/ 39278 h 1012446"/>
                <a:gd name="connsiteX129" fmla="*/ 325261 w 328950"/>
                <a:gd name="connsiteY129" fmla="*/ 40813 h 1012446"/>
                <a:gd name="connsiteX130" fmla="*/ 325679 w 328950"/>
                <a:gd name="connsiteY130" fmla="*/ 42255 h 1012446"/>
                <a:gd name="connsiteX131" fmla="*/ 328656 w 328950"/>
                <a:gd name="connsiteY131" fmla="*/ 42255 h 1012446"/>
                <a:gd name="connsiteX132" fmla="*/ 328691 w 328950"/>
                <a:gd name="connsiteY132" fmla="*/ 127425 h 1012446"/>
                <a:gd name="connsiteX133" fmla="*/ 328692 w 328950"/>
                <a:gd name="connsiteY133" fmla="*/ 129108 h 1012446"/>
                <a:gd name="connsiteX134" fmla="*/ 328750 w 328950"/>
                <a:gd name="connsiteY134" fmla="*/ 307625 h 1012446"/>
                <a:gd name="connsiteX135" fmla="*/ 328751 w 328950"/>
                <a:gd name="connsiteY135" fmla="*/ 311589 h 1012446"/>
                <a:gd name="connsiteX136" fmla="*/ 328770 w 328950"/>
                <a:gd name="connsiteY136" fmla="*/ 394784 h 1012446"/>
                <a:gd name="connsiteX137" fmla="*/ 328778 w 328950"/>
                <a:gd name="connsiteY137" fmla="*/ 436573 h 1012446"/>
                <a:gd name="connsiteX138" fmla="*/ 328779 w 328950"/>
                <a:gd name="connsiteY138" fmla="*/ 442877 h 1012446"/>
                <a:gd name="connsiteX139" fmla="*/ 328809 w 328950"/>
                <a:gd name="connsiteY139" fmla="*/ 539987 h 1012446"/>
                <a:gd name="connsiteX140" fmla="*/ 328810 w 328950"/>
                <a:gd name="connsiteY140" fmla="*/ 542098 h 1012446"/>
                <a:gd name="connsiteX141" fmla="*/ 328825 w 328950"/>
                <a:gd name="connsiteY141" fmla="*/ 575782 h 1012446"/>
                <a:gd name="connsiteX142" fmla="*/ 328859 w 328950"/>
                <a:gd name="connsiteY142" fmla="*/ 672764 h 1012446"/>
                <a:gd name="connsiteX143" fmla="*/ 328860 w 328950"/>
                <a:gd name="connsiteY143" fmla="*/ 674777 h 1012446"/>
                <a:gd name="connsiteX144" fmla="*/ 328866 w 328950"/>
                <a:gd name="connsiteY144" fmla="*/ 718518 h 1012446"/>
                <a:gd name="connsiteX145" fmla="*/ 328868 w 328950"/>
                <a:gd name="connsiteY145" fmla="*/ 736117 h 1012446"/>
                <a:gd name="connsiteX146" fmla="*/ 328868 w 328950"/>
                <a:gd name="connsiteY146" fmla="*/ 738062 h 1012446"/>
                <a:gd name="connsiteX147" fmla="*/ 328893 w 328950"/>
                <a:gd name="connsiteY147" fmla="*/ 800196 h 1012446"/>
                <a:gd name="connsiteX148" fmla="*/ 328910 w 328950"/>
                <a:gd name="connsiteY148" fmla="*/ 862749 h 1012446"/>
                <a:gd name="connsiteX149" fmla="*/ 328908 w 328950"/>
                <a:gd name="connsiteY149" fmla="*/ 871379 h 1012446"/>
                <a:gd name="connsiteX150" fmla="*/ 328908 w 328950"/>
                <a:gd name="connsiteY150" fmla="*/ 873088 h 1012446"/>
                <a:gd name="connsiteX151" fmla="*/ 328924 w 328950"/>
                <a:gd name="connsiteY151" fmla="*/ 899954 h 1012446"/>
                <a:gd name="connsiteX152" fmla="*/ 328928 w 328950"/>
                <a:gd name="connsiteY152" fmla="*/ 926326 h 1012446"/>
                <a:gd name="connsiteX153" fmla="*/ 328935 w 328950"/>
                <a:gd name="connsiteY153" fmla="*/ 940453 h 1012446"/>
                <a:gd name="connsiteX154" fmla="*/ 328933 w 328950"/>
                <a:gd name="connsiteY154" fmla="*/ 953273 h 1012446"/>
                <a:gd name="connsiteX155" fmla="*/ 328940 w 328950"/>
                <a:gd name="connsiteY155" fmla="*/ 957912 h 1012446"/>
                <a:gd name="connsiteX156" fmla="*/ 328933 w 328950"/>
                <a:gd name="connsiteY156" fmla="*/ 964155 h 1012446"/>
                <a:gd name="connsiteX157" fmla="*/ 328950 w 328950"/>
                <a:gd name="connsiteY157" fmla="*/ 966004 h 1012446"/>
                <a:gd name="connsiteX158" fmla="*/ 328656 w 328950"/>
                <a:gd name="connsiteY158" fmla="*/ 970198 h 1012446"/>
                <a:gd name="connsiteX159" fmla="*/ 326424 w 328950"/>
                <a:gd name="connsiteY159" fmla="*/ 970942 h 1012446"/>
                <a:gd name="connsiteX160" fmla="*/ 325772 w 328950"/>
                <a:gd name="connsiteY160" fmla="*/ 972244 h 1012446"/>
                <a:gd name="connsiteX161" fmla="*/ 323261 w 328950"/>
                <a:gd name="connsiteY161" fmla="*/ 975546 h 1012446"/>
                <a:gd name="connsiteX162" fmla="*/ 317886 w 328950"/>
                <a:gd name="connsiteY162" fmla="*/ 982857 h 1012446"/>
                <a:gd name="connsiteX163" fmla="*/ 313773 w 328950"/>
                <a:gd name="connsiteY163" fmla="*/ 985825 h 1012446"/>
                <a:gd name="connsiteX164" fmla="*/ 312285 w 328950"/>
                <a:gd name="connsiteY164" fmla="*/ 988801 h 1012446"/>
                <a:gd name="connsiteX165" fmla="*/ 308564 w 328950"/>
                <a:gd name="connsiteY165" fmla="*/ 992522 h 1012446"/>
                <a:gd name="connsiteX166" fmla="*/ 307076 w 328950"/>
                <a:gd name="connsiteY166" fmla="*/ 994754 h 1012446"/>
                <a:gd name="connsiteX167" fmla="*/ 304843 w 328950"/>
                <a:gd name="connsiteY167" fmla="*/ 995499 h 1012446"/>
                <a:gd name="connsiteX168" fmla="*/ 304471 w 328950"/>
                <a:gd name="connsiteY168" fmla="*/ 996987 h 1012446"/>
                <a:gd name="connsiteX169" fmla="*/ 304099 w 328950"/>
                <a:gd name="connsiteY169" fmla="*/ 998475 h 1012446"/>
                <a:gd name="connsiteX170" fmla="*/ 301867 w 328950"/>
                <a:gd name="connsiteY170" fmla="*/ 999219 h 1012446"/>
                <a:gd name="connsiteX171" fmla="*/ 301123 w 328950"/>
                <a:gd name="connsiteY171" fmla="*/ 1001452 h 1012446"/>
                <a:gd name="connsiteX172" fmla="*/ 297100 w 328950"/>
                <a:gd name="connsiteY172" fmla="*/ 1004800 h 1012446"/>
                <a:gd name="connsiteX173" fmla="*/ 295170 w 328950"/>
                <a:gd name="connsiteY173" fmla="*/ 1008149 h 1012446"/>
                <a:gd name="connsiteX174" fmla="*/ 292937 w 328950"/>
                <a:gd name="connsiteY174" fmla="*/ 1008149 h 1012446"/>
                <a:gd name="connsiteX175" fmla="*/ 292937 w 328950"/>
                <a:gd name="connsiteY175" fmla="*/ 1011870 h 1012446"/>
                <a:gd name="connsiteX176" fmla="*/ 195825 w 328950"/>
                <a:gd name="connsiteY176" fmla="*/ 1012098 h 1012446"/>
                <a:gd name="connsiteX177" fmla="*/ 184368 w 328950"/>
                <a:gd name="connsiteY177" fmla="*/ 1012115 h 1012446"/>
                <a:gd name="connsiteX178" fmla="*/ 182064 w 328950"/>
                <a:gd name="connsiteY178" fmla="*/ 1012118 h 1012446"/>
                <a:gd name="connsiteX179" fmla="*/ 145100 w 328950"/>
                <a:gd name="connsiteY179" fmla="*/ 1012214 h 1012446"/>
                <a:gd name="connsiteX180" fmla="*/ 107189 w 328950"/>
                <a:gd name="connsiteY180" fmla="*/ 1012290 h 1012446"/>
                <a:gd name="connsiteX181" fmla="*/ 83784 w 328950"/>
                <a:gd name="connsiteY181" fmla="*/ 1012352 h 1012446"/>
                <a:gd name="connsiteX182" fmla="*/ 67748 w 328950"/>
                <a:gd name="connsiteY182" fmla="*/ 1012376 h 1012446"/>
                <a:gd name="connsiteX183" fmla="*/ 58488 w 328950"/>
                <a:gd name="connsiteY183" fmla="*/ 1012402 h 1012446"/>
                <a:gd name="connsiteX184" fmla="*/ 50016 w 328950"/>
                <a:gd name="connsiteY184" fmla="*/ 1012409 h 1012446"/>
                <a:gd name="connsiteX185" fmla="*/ 45486 w 328950"/>
                <a:gd name="connsiteY185" fmla="*/ 1012446 h 1012446"/>
                <a:gd name="connsiteX186" fmla="*/ 37166 w 328950"/>
                <a:gd name="connsiteY186" fmla="*/ 1010892 h 1012446"/>
                <a:gd name="connsiteX187" fmla="*/ 35465 w 328950"/>
                <a:gd name="connsiteY187" fmla="*/ 1005916 h 1012446"/>
                <a:gd name="connsiteX188" fmla="*/ 33651 w 328950"/>
                <a:gd name="connsiteY188" fmla="*/ 1005265 h 1012446"/>
                <a:gd name="connsiteX189" fmla="*/ 31744 w 328950"/>
                <a:gd name="connsiteY189" fmla="*/ 1004428 h 1012446"/>
                <a:gd name="connsiteX190" fmla="*/ 31000 w 328950"/>
                <a:gd name="connsiteY190" fmla="*/ 1001452 h 1012446"/>
                <a:gd name="connsiteX191" fmla="*/ 28767 w 328950"/>
                <a:gd name="connsiteY191" fmla="*/ 1000708 h 1012446"/>
                <a:gd name="connsiteX192" fmla="*/ 28023 w 328950"/>
                <a:gd name="connsiteY192" fmla="*/ 997731 h 1012446"/>
                <a:gd name="connsiteX193" fmla="*/ 26535 w 328950"/>
                <a:gd name="connsiteY193" fmla="*/ 997731 h 1012446"/>
                <a:gd name="connsiteX194" fmla="*/ 22070 w 328950"/>
                <a:gd name="connsiteY194" fmla="*/ 991778 h 1012446"/>
                <a:gd name="connsiteX195" fmla="*/ 20582 w 328950"/>
                <a:gd name="connsiteY195" fmla="*/ 991034 h 1012446"/>
                <a:gd name="connsiteX196" fmla="*/ 20024 w 328950"/>
                <a:gd name="connsiteY196" fmla="*/ 989731 h 1012446"/>
                <a:gd name="connsiteX197" fmla="*/ 14629 w 328950"/>
                <a:gd name="connsiteY197" fmla="*/ 984336 h 1012446"/>
                <a:gd name="connsiteX198" fmla="*/ 13884 w 328950"/>
                <a:gd name="connsiteY198" fmla="*/ 982104 h 1012446"/>
                <a:gd name="connsiteX199" fmla="*/ 11652 w 328950"/>
                <a:gd name="connsiteY199" fmla="*/ 981360 h 1012446"/>
                <a:gd name="connsiteX200" fmla="*/ 11326 w 328950"/>
                <a:gd name="connsiteY200" fmla="*/ 979872 h 1012446"/>
                <a:gd name="connsiteX201" fmla="*/ 10908 w 328950"/>
                <a:gd name="connsiteY201" fmla="*/ 978383 h 1012446"/>
                <a:gd name="connsiteX202" fmla="*/ 7931 w 328950"/>
                <a:gd name="connsiteY202" fmla="*/ 977639 h 1012446"/>
                <a:gd name="connsiteX203" fmla="*/ 7187 w 328950"/>
                <a:gd name="connsiteY203" fmla="*/ 975407 h 1012446"/>
                <a:gd name="connsiteX204" fmla="*/ 5699 w 328950"/>
                <a:gd name="connsiteY204" fmla="*/ 974663 h 1012446"/>
                <a:gd name="connsiteX205" fmla="*/ 4955 w 328950"/>
                <a:gd name="connsiteY205" fmla="*/ 972430 h 1012446"/>
                <a:gd name="connsiteX206" fmla="*/ 3792 w 328950"/>
                <a:gd name="connsiteY206" fmla="*/ 971267 h 1012446"/>
                <a:gd name="connsiteX207" fmla="*/ 2722 w 328950"/>
                <a:gd name="connsiteY207" fmla="*/ 968709 h 1012446"/>
                <a:gd name="connsiteX208" fmla="*/ 490 w 328950"/>
                <a:gd name="connsiteY208" fmla="*/ 968709 h 1012446"/>
                <a:gd name="connsiteX209" fmla="*/ 431 w 328950"/>
                <a:gd name="connsiteY209" fmla="*/ 883928 h 1012446"/>
                <a:gd name="connsiteX210" fmla="*/ 430 w 328950"/>
                <a:gd name="connsiteY210" fmla="*/ 882252 h 1012446"/>
                <a:gd name="connsiteX211" fmla="*/ 332 w 328950"/>
                <a:gd name="connsiteY211" fmla="*/ 704529 h 1012446"/>
                <a:gd name="connsiteX212" fmla="*/ 331 w 328950"/>
                <a:gd name="connsiteY212" fmla="*/ 700583 h 1012446"/>
                <a:gd name="connsiteX213" fmla="*/ 301 w 328950"/>
                <a:gd name="connsiteY213" fmla="*/ 617746 h 1012446"/>
                <a:gd name="connsiteX214" fmla="*/ 286 w 328950"/>
                <a:gd name="connsiteY214" fmla="*/ 576135 h 1012446"/>
                <a:gd name="connsiteX215" fmla="*/ 284 w 328950"/>
                <a:gd name="connsiteY215" fmla="*/ 569858 h 1012446"/>
                <a:gd name="connsiteX216" fmla="*/ 234 w 328950"/>
                <a:gd name="connsiteY216" fmla="*/ 473177 h 1012446"/>
                <a:gd name="connsiteX217" fmla="*/ 233 w 328950"/>
                <a:gd name="connsiteY217" fmla="*/ 471076 h 1012446"/>
                <a:gd name="connsiteX218" fmla="*/ 208 w 328950"/>
                <a:gd name="connsiteY218" fmla="*/ 437547 h 1012446"/>
                <a:gd name="connsiteX219" fmla="*/ 151 w 328950"/>
                <a:gd name="connsiteY219" fmla="*/ 341000 h 1012446"/>
                <a:gd name="connsiteX220" fmla="*/ 150 w 328950"/>
                <a:gd name="connsiteY220" fmla="*/ 338996 h 1012446"/>
                <a:gd name="connsiteX221" fmla="*/ 140 w 328950"/>
                <a:gd name="connsiteY221" fmla="*/ 295437 h 1012446"/>
                <a:gd name="connsiteX222" fmla="*/ 137 w 328950"/>
                <a:gd name="connsiteY222" fmla="*/ 277912 h 1012446"/>
                <a:gd name="connsiteX223" fmla="*/ 137 w 328950"/>
                <a:gd name="connsiteY223" fmla="*/ 275975 h 1012446"/>
                <a:gd name="connsiteX224" fmla="*/ 94 w 328950"/>
                <a:gd name="connsiteY224" fmla="*/ 214124 h 1012446"/>
                <a:gd name="connsiteX225" fmla="*/ 67 w 328950"/>
                <a:gd name="connsiteY225" fmla="*/ 151844 h 1012446"/>
                <a:gd name="connsiteX226" fmla="*/ 69 w 328950"/>
                <a:gd name="connsiteY226" fmla="*/ 143246 h 1012446"/>
                <a:gd name="connsiteX227" fmla="*/ 69 w 328950"/>
                <a:gd name="connsiteY227" fmla="*/ 141544 h 1012446"/>
                <a:gd name="connsiteX228" fmla="*/ 43 w 328950"/>
                <a:gd name="connsiteY228" fmla="*/ 114807 h 1012446"/>
                <a:gd name="connsiteX229" fmla="*/ 37 w 328950"/>
                <a:gd name="connsiteY229" fmla="*/ 88545 h 1012446"/>
                <a:gd name="connsiteX230" fmla="*/ 25 w 328950"/>
                <a:gd name="connsiteY230" fmla="*/ 74485 h 1012446"/>
                <a:gd name="connsiteX231" fmla="*/ 28 w 328950"/>
                <a:gd name="connsiteY231" fmla="*/ 61714 h 1012446"/>
                <a:gd name="connsiteX232" fmla="*/ 17 w 328950"/>
                <a:gd name="connsiteY232" fmla="*/ 57103 h 1012446"/>
                <a:gd name="connsiteX233" fmla="*/ 28 w 328950"/>
                <a:gd name="connsiteY233" fmla="*/ 50875 h 1012446"/>
                <a:gd name="connsiteX234" fmla="*/ 0 w 328950"/>
                <a:gd name="connsiteY234" fmla="*/ 49057 h 1012446"/>
                <a:gd name="connsiteX235" fmla="*/ 2286 w 328950"/>
                <a:gd name="connsiteY235" fmla="*/ 42367 h 1012446"/>
                <a:gd name="connsiteX236" fmla="*/ 4211 w 328950"/>
                <a:gd name="connsiteY236" fmla="*/ 40766 h 1012446"/>
                <a:gd name="connsiteX237" fmla="*/ 5699 w 328950"/>
                <a:gd name="connsiteY237" fmla="*/ 38534 h 1012446"/>
                <a:gd name="connsiteX238" fmla="*/ 8675 w 328950"/>
                <a:gd name="connsiteY238" fmla="*/ 38534 h 1012446"/>
                <a:gd name="connsiteX239" fmla="*/ 10164 w 328950"/>
                <a:gd name="connsiteY239" fmla="*/ 34813 h 1012446"/>
                <a:gd name="connsiteX240" fmla="*/ 11652 w 328950"/>
                <a:gd name="connsiteY240" fmla="*/ 34813 h 1012446"/>
                <a:gd name="connsiteX241" fmla="*/ 11652 w 328950"/>
                <a:gd name="connsiteY241" fmla="*/ 31837 h 1012446"/>
                <a:gd name="connsiteX242" fmla="*/ 13884 w 328950"/>
                <a:gd name="connsiteY242" fmla="*/ 31092 h 1012446"/>
                <a:gd name="connsiteX243" fmla="*/ 14629 w 328950"/>
                <a:gd name="connsiteY243" fmla="*/ 28860 h 1012446"/>
                <a:gd name="connsiteX244" fmla="*/ 16861 w 328950"/>
                <a:gd name="connsiteY244" fmla="*/ 28116 h 1012446"/>
                <a:gd name="connsiteX245" fmla="*/ 18349 w 328950"/>
                <a:gd name="connsiteY245" fmla="*/ 25139 h 1012446"/>
                <a:gd name="connsiteX246" fmla="*/ 19838 w 328950"/>
                <a:gd name="connsiteY246" fmla="*/ 25139 h 1012446"/>
                <a:gd name="connsiteX247" fmla="*/ 20442 w 328950"/>
                <a:gd name="connsiteY247" fmla="*/ 23511 h 1012446"/>
                <a:gd name="connsiteX248" fmla="*/ 25047 w 328950"/>
                <a:gd name="connsiteY248" fmla="*/ 17698 h 1012446"/>
                <a:gd name="connsiteX249" fmla="*/ 28767 w 328950"/>
                <a:gd name="connsiteY249" fmla="*/ 11745 h 1012446"/>
                <a:gd name="connsiteX250" fmla="*/ 32488 w 328950"/>
                <a:gd name="connsiteY250" fmla="*/ 9512 h 1012446"/>
                <a:gd name="connsiteX251" fmla="*/ 33232 w 328950"/>
                <a:gd name="connsiteY251" fmla="*/ 7280 h 1012446"/>
                <a:gd name="connsiteX252" fmla="*/ 34255 w 328950"/>
                <a:gd name="connsiteY252" fmla="*/ 6303 h 1012446"/>
                <a:gd name="connsiteX253" fmla="*/ 36036 w 328950"/>
                <a:gd name="connsiteY253" fmla="*/ 2771 h 1012446"/>
                <a:gd name="connsiteX254" fmla="*/ 39569 w 328950"/>
                <a:gd name="connsiteY254" fmla="*/ 167 h 1012446"/>
                <a:gd name="connsiteX255" fmla="*/ 47622 w 328950"/>
                <a:gd name="connsiteY255" fmla="*/ 26 h 1012446"/>
                <a:gd name="connsiteX256" fmla="*/ 50775 w 328950"/>
                <a:gd name="connsiteY256" fmla="*/ 8 h 1012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328950" h="1012446">
                  <a:moveTo>
                    <a:pt x="243215" y="92159"/>
                  </a:moveTo>
                  <a:cubicBezTo>
                    <a:pt x="242560" y="92165"/>
                    <a:pt x="241924" y="92170"/>
                    <a:pt x="241287" y="92175"/>
                  </a:cubicBezTo>
                  <a:cubicBezTo>
                    <a:pt x="239118" y="92182"/>
                    <a:pt x="236948" y="92191"/>
                    <a:pt x="234779" y="92205"/>
                  </a:cubicBezTo>
                  <a:cubicBezTo>
                    <a:pt x="233185" y="92215"/>
                    <a:pt x="231591" y="92224"/>
                    <a:pt x="229997" y="92231"/>
                  </a:cubicBezTo>
                  <a:cubicBezTo>
                    <a:pt x="225664" y="92249"/>
                    <a:pt x="221331" y="92270"/>
                    <a:pt x="216997" y="92295"/>
                  </a:cubicBezTo>
                  <a:cubicBezTo>
                    <a:pt x="212389" y="92321"/>
                    <a:pt x="207781" y="92344"/>
                    <a:pt x="203173" y="92366"/>
                  </a:cubicBezTo>
                  <a:cubicBezTo>
                    <a:pt x="194972" y="92405"/>
                    <a:pt x="186771" y="92446"/>
                    <a:pt x="178570" y="92490"/>
                  </a:cubicBezTo>
                  <a:cubicBezTo>
                    <a:pt x="170574" y="92533"/>
                    <a:pt x="162578" y="92575"/>
                    <a:pt x="154582" y="92614"/>
                  </a:cubicBezTo>
                  <a:cubicBezTo>
                    <a:pt x="153826" y="92618"/>
                    <a:pt x="153826" y="92618"/>
                    <a:pt x="153086" y="92621"/>
                  </a:cubicBezTo>
                  <a:cubicBezTo>
                    <a:pt x="151101" y="92631"/>
                    <a:pt x="149116" y="92641"/>
                    <a:pt x="147130" y="92650"/>
                  </a:cubicBezTo>
                  <a:cubicBezTo>
                    <a:pt x="125630" y="92755"/>
                    <a:pt x="104129" y="92866"/>
                    <a:pt x="82628" y="92980"/>
                  </a:cubicBezTo>
                  <a:cubicBezTo>
                    <a:pt x="82624" y="117773"/>
                    <a:pt x="82620" y="142566"/>
                    <a:pt x="82617" y="167358"/>
                  </a:cubicBezTo>
                  <a:cubicBezTo>
                    <a:pt x="82616" y="168117"/>
                    <a:pt x="82616" y="168117"/>
                    <a:pt x="82616" y="168860"/>
                  </a:cubicBezTo>
                  <a:cubicBezTo>
                    <a:pt x="82608" y="221788"/>
                    <a:pt x="82601" y="274716"/>
                    <a:pt x="82597" y="327643"/>
                  </a:cubicBezTo>
                  <a:cubicBezTo>
                    <a:pt x="82597" y="328819"/>
                    <a:pt x="82597" y="329994"/>
                    <a:pt x="82596" y="331170"/>
                  </a:cubicBezTo>
                  <a:cubicBezTo>
                    <a:pt x="82594" y="355849"/>
                    <a:pt x="82592" y="380529"/>
                    <a:pt x="82590" y="405209"/>
                  </a:cubicBezTo>
                  <a:cubicBezTo>
                    <a:pt x="82589" y="417612"/>
                    <a:pt x="82589" y="430015"/>
                    <a:pt x="82588" y="442418"/>
                  </a:cubicBezTo>
                  <a:cubicBezTo>
                    <a:pt x="82587" y="444290"/>
                    <a:pt x="82587" y="446161"/>
                    <a:pt x="82587" y="448033"/>
                  </a:cubicBezTo>
                  <a:cubicBezTo>
                    <a:pt x="82585" y="476870"/>
                    <a:pt x="82582" y="505706"/>
                    <a:pt x="82577" y="534543"/>
                  </a:cubicBezTo>
                  <a:cubicBezTo>
                    <a:pt x="82577" y="535183"/>
                    <a:pt x="82577" y="535803"/>
                    <a:pt x="82577" y="536424"/>
                  </a:cubicBezTo>
                  <a:cubicBezTo>
                    <a:pt x="82575" y="546430"/>
                    <a:pt x="82574" y="556436"/>
                    <a:pt x="82572" y="566443"/>
                  </a:cubicBezTo>
                  <a:cubicBezTo>
                    <a:pt x="82567" y="595269"/>
                    <a:pt x="82562" y="624096"/>
                    <a:pt x="82560" y="652923"/>
                  </a:cubicBezTo>
                  <a:cubicBezTo>
                    <a:pt x="82560" y="653533"/>
                    <a:pt x="82560" y="654125"/>
                    <a:pt x="82560" y="654717"/>
                  </a:cubicBezTo>
                  <a:cubicBezTo>
                    <a:pt x="82559" y="667722"/>
                    <a:pt x="82559" y="680727"/>
                    <a:pt x="82558" y="693732"/>
                  </a:cubicBezTo>
                  <a:cubicBezTo>
                    <a:pt x="82558" y="698963"/>
                    <a:pt x="82558" y="704194"/>
                    <a:pt x="82558" y="709425"/>
                  </a:cubicBezTo>
                  <a:cubicBezTo>
                    <a:pt x="82558" y="710015"/>
                    <a:pt x="82558" y="710588"/>
                    <a:pt x="82558" y="711161"/>
                  </a:cubicBezTo>
                  <a:cubicBezTo>
                    <a:pt x="82557" y="729618"/>
                    <a:pt x="82554" y="748075"/>
                    <a:pt x="82549" y="766533"/>
                  </a:cubicBezTo>
                  <a:cubicBezTo>
                    <a:pt x="82545" y="785164"/>
                    <a:pt x="82542" y="803796"/>
                    <a:pt x="82543" y="822428"/>
                  </a:cubicBezTo>
                  <a:cubicBezTo>
                    <a:pt x="82544" y="824999"/>
                    <a:pt x="82544" y="827570"/>
                    <a:pt x="82544" y="830142"/>
                  </a:cubicBezTo>
                  <a:cubicBezTo>
                    <a:pt x="82544" y="830661"/>
                    <a:pt x="82544" y="831165"/>
                    <a:pt x="82544" y="831670"/>
                  </a:cubicBezTo>
                  <a:cubicBezTo>
                    <a:pt x="82544" y="839667"/>
                    <a:pt x="82543" y="847665"/>
                    <a:pt x="82539" y="855662"/>
                  </a:cubicBezTo>
                  <a:cubicBezTo>
                    <a:pt x="82536" y="863112"/>
                    <a:pt x="82535" y="870562"/>
                    <a:pt x="82537" y="878012"/>
                  </a:cubicBezTo>
                  <a:cubicBezTo>
                    <a:pt x="82538" y="882256"/>
                    <a:pt x="82540" y="886500"/>
                    <a:pt x="82537" y="890744"/>
                  </a:cubicBezTo>
                  <a:cubicBezTo>
                    <a:pt x="82534" y="894657"/>
                    <a:pt x="82532" y="898571"/>
                    <a:pt x="82534" y="902485"/>
                  </a:cubicBezTo>
                  <a:cubicBezTo>
                    <a:pt x="82535" y="903895"/>
                    <a:pt x="82536" y="905306"/>
                    <a:pt x="82537" y="906717"/>
                  </a:cubicBezTo>
                  <a:cubicBezTo>
                    <a:pt x="82534" y="908673"/>
                    <a:pt x="82531" y="910628"/>
                    <a:pt x="82533" y="912584"/>
                  </a:cubicBezTo>
                  <a:cubicBezTo>
                    <a:pt x="82534" y="913177"/>
                    <a:pt x="82535" y="913752"/>
                    <a:pt x="82536" y="914327"/>
                  </a:cubicBezTo>
                  <a:cubicBezTo>
                    <a:pt x="82529" y="916132"/>
                    <a:pt x="82554" y="917915"/>
                    <a:pt x="82628" y="919720"/>
                  </a:cubicBezTo>
                  <a:cubicBezTo>
                    <a:pt x="83457" y="920549"/>
                    <a:pt x="83457" y="920549"/>
                    <a:pt x="87743" y="920557"/>
                  </a:cubicBezTo>
                  <a:cubicBezTo>
                    <a:pt x="88395" y="920554"/>
                    <a:pt x="89029" y="920551"/>
                    <a:pt x="89662" y="920549"/>
                  </a:cubicBezTo>
                  <a:cubicBezTo>
                    <a:pt x="91807" y="920549"/>
                    <a:pt x="93953" y="920548"/>
                    <a:pt x="96098" y="920543"/>
                  </a:cubicBezTo>
                  <a:cubicBezTo>
                    <a:pt x="97677" y="920539"/>
                    <a:pt x="99256" y="920536"/>
                    <a:pt x="100835" y="920535"/>
                  </a:cubicBezTo>
                  <a:cubicBezTo>
                    <a:pt x="104225" y="920533"/>
                    <a:pt x="107615" y="920531"/>
                    <a:pt x="111006" y="920525"/>
                  </a:cubicBezTo>
                  <a:cubicBezTo>
                    <a:pt x="116469" y="920515"/>
                    <a:pt x="121932" y="920508"/>
                    <a:pt x="127395" y="920504"/>
                  </a:cubicBezTo>
                  <a:cubicBezTo>
                    <a:pt x="139479" y="920496"/>
                    <a:pt x="151563" y="920482"/>
                    <a:pt x="163646" y="920466"/>
                  </a:cubicBezTo>
                  <a:cubicBezTo>
                    <a:pt x="175792" y="920450"/>
                    <a:pt x="187938" y="920435"/>
                    <a:pt x="200083" y="920426"/>
                  </a:cubicBezTo>
                  <a:cubicBezTo>
                    <a:pt x="205573" y="920423"/>
                    <a:pt x="211062" y="920418"/>
                    <a:pt x="216551" y="920408"/>
                  </a:cubicBezTo>
                  <a:cubicBezTo>
                    <a:pt x="220027" y="920402"/>
                    <a:pt x="223502" y="920397"/>
                    <a:pt x="226977" y="920395"/>
                  </a:cubicBezTo>
                  <a:cubicBezTo>
                    <a:pt x="228589" y="920394"/>
                    <a:pt x="230201" y="920393"/>
                    <a:pt x="231813" y="920392"/>
                  </a:cubicBezTo>
                  <a:cubicBezTo>
                    <a:pt x="234067" y="920386"/>
                    <a:pt x="236321" y="920380"/>
                    <a:pt x="238575" y="920379"/>
                  </a:cubicBezTo>
                  <a:cubicBezTo>
                    <a:pt x="239265" y="920380"/>
                    <a:pt x="239935" y="920380"/>
                    <a:pt x="240605" y="920380"/>
                  </a:cubicBezTo>
                  <a:cubicBezTo>
                    <a:pt x="242770" y="920371"/>
                    <a:pt x="244918" y="920396"/>
                    <a:pt x="247083" y="920464"/>
                  </a:cubicBezTo>
                  <a:cubicBezTo>
                    <a:pt x="247842" y="920717"/>
                    <a:pt x="248579" y="920963"/>
                    <a:pt x="249316" y="921208"/>
                  </a:cubicBezTo>
                  <a:cubicBezTo>
                    <a:pt x="250145" y="919550"/>
                    <a:pt x="250145" y="919550"/>
                    <a:pt x="250160" y="915875"/>
                  </a:cubicBezTo>
                  <a:cubicBezTo>
                    <a:pt x="250157" y="915047"/>
                    <a:pt x="250157" y="915047"/>
                    <a:pt x="250155" y="914235"/>
                  </a:cubicBezTo>
                  <a:cubicBezTo>
                    <a:pt x="250159" y="912380"/>
                    <a:pt x="250161" y="910526"/>
                    <a:pt x="250160" y="908671"/>
                  </a:cubicBezTo>
                  <a:cubicBezTo>
                    <a:pt x="250158" y="907294"/>
                    <a:pt x="250158" y="905918"/>
                    <a:pt x="250159" y="904541"/>
                  </a:cubicBezTo>
                  <a:cubicBezTo>
                    <a:pt x="250164" y="900734"/>
                    <a:pt x="250167" y="896927"/>
                    <a:pt x="250165" y="893120"/>
                  </a:cubicBezTo>
                  <a:cubicBezTo>
                    <a:pt x="250164" y="888926"/>
                    <a:pt x="250166" y="884733"/>
                    <a:pt x="250169" y="880539"/>
                  </a:cubicBezTo>
                  <a:cubicBezTo>
                    <a:pt x="250175" y="872221"/>
                    <a:pt x="250178" y="863902"/>
                    <a:pt x="250179" y="855583"/>
                  </a:cubicBezTo>
                  <a:cubicBezTo>
                    <a:pt x="250179" y="848096"/>
                    <a:pt x="250180" y="840609"/>
                    <a:pt x="250184" y="833122"/>
                  </a:cubicBezTo>
                  <a:cubicBezTo>
                    <a:pt x="250184" y="832604"/>
                    <a:pt x="250185" y="832102"/>
                    <a:pt x="250185" y="831599"/>
                  </a:cubicBezTo>
                  <a:cubicBezTo>
                    <a:pt x="250186" y="829552"/>
                    <a:pt x="250187" y="827505"/>
                    <a:pt x="250188" y="825458"/>
                  </a:cubicBezTo>
                  <a:cubicBezTo>
                    <a:pt x="250200" y="801189"/>
                    <a:pt x="250205" y="776920"/>
                    <a:pt x="250209" y="752651"/>
                  </a:cubicBezTo>
                  <a:cubicBezTo>
                    <a:pt x="250210" y="740538"/>
                    <a:pt x="250213" y="728426"/>
                    <a:pt x="250216" y="716314"/>
                  </a:cubicBezTo>
                  <a:cubicBezTo>
                    <a:pt x="250225" y="677531"/>
                    <a:pt x="250234" y="638748"/>
                    <a:pt x="250236" y="599965"/>
                  </a:cubicBezTo>
                  <a:cubicBezTo>
                    <a:pt x="250236" y="598110"/>
                    <a:pt x="250237" y="596255"/>
                    <a:pt x="250237" y="594400"/>
                  </a:cubicBezTo>
                  <a:cubicBezTo>
                    <a:pt x="250237" y="590679"/>
                    <a:pt x="250237" y="586959"/>
                    <a:pt x="250237" y="583238"/>
                  </a:cubicBezTo>
                  <a:cubicBezTo>
                    <a:pt x="250238" y="578882"/>
                    <a:pt x="250238" y="574525"/>
                    <a:pt x="250238" y="570169"/>
                  </a:cubicBezTo>
                  <a:cubicBezTo>
                    <a:pt x="250238" y="568922"/>
                    <a:pt x="250238" y="567674"/>
                    <a:pt x="250239" y="566427"/>
                  </a:cubicBezTo>
                  <a:cubicBezTo>
                    <a:pt x="250241" y="526343"/>
                    <a:pt x="250252" y="486260"/>
                    <a:pt x="250269" y="446176"/>
                  </a:cubicBezTo>
                  <a:cubicBezTo>
                    <a:pt x="250282" y="417354"/>
                    <a:pt x="250294" y="388532"/>
                    <a:pt x="250297" y="359709"/>
                  </a:cubicBezTo>
                  <a:cubicBezTo>
                    <a:pt x="250297" y="359099"/>
                    <a:pt x="250297" y="358507"/>
                    <a:pt x="250297" y="357915"/>
                  </a:cubicBezTo>
                  <a:cubicBezTo>
                    <a:pt x="250299" y="344912"/>
                    <a:pt x="250300" y="331910"/>
                    <a:pt x="250300" y="318907"/>
                  </a:cubicBezTo>
                  <a:cubicBezTo>
                    <a:pt x="250300" y="314256"/>
                    <a:pt x="250300" y="309605"/>
                    <a:pt x="250300" y="304954"/>
                  </a:cubicBezTo>
                  <a:cubicBezTo>
                    <a:pt x="250300" y="303797"/>
                    <a:pt x="250300" y="302639"/>
                    <a:pt x="250301" y="301482"/>
                  </a:cubicBezTo>
                  <a:cubicBezTo>
                    <a:pt x="250301" y="283028"/>
                    <a:pt x="250308" y="264575"/>
                    <a:pt x="250319" y="246122"/>
                  </a:cubicBezTo>
                  <a:cubicBezTo>
                    <a:pt x="250329" y="227495"/>
                    <a:pt x="250335" y="208869"/>
                    <a:pt x="250329" y="190242"/>
                  </a:cubicBezTo>
                  <a:cubicBezTo>
                    <a:pt x="250328" y="187672"/>
                    <a:pt x="250327" y="185101"/>
                    <a:pt x="250326" y="182531"/>
                  </a:cubicBezTo>
                  <a:cubicBezTo>
                    <a:pt x="250326" y="182012"/>
                    <a:pt x="250326" y="181507"/>
                    <a:pt x="250326" y="181003"/>
                  </a:cubicBezTo>
                  <a:cubicBezTo>
                    <a:pt x="250324" y="173008"/>
                    <a:pt x="250327" y="165013"/>
                    <a:pt x="250336" y="157018"/>
                  </a:cubicBezTo>
                  <a:cubicBezTo>
                    <a:pt x="250344" y="149570"/>
                    <a:pt x="250346" y="142123"/>
                    <a:pt x="250341" y="134675"/>
                  </a:cubicBezTo>
                  <a:cubicBezTo>
                    <a:pt x="250336" y="130432"/>
                    <a:pt x="250330" y="126190"/>
                    <a:pt x="250337" y="121947"/>
                  </a:cubicBezTo>
                  <a:cubicBezTo>
                    <a:pt x="250346" y="118035"/>
                    <a:pt x="250353" y="114123"/>
                    <a:pt x="250345" y="110210"/>
                  </a:cubicBezTo>
                  <a:cubicBezTo>
                    <a:pt x="250341" y="108800"/>
                    <a:pt x="250338" y="107389"/>
                    <a:pt x="250337" y="105979"/>
                  </a:cubicBezTo>
                  <a:cubicBezTo>
                    <a:pt x="250345" y="104024"/>
                    <a:pt x="250354" y="102069"/>
                    <a:pt x="250347" y="100114"/>
                  </a:cubicBezTo>
                  <a:cubicBezTo>
                    <a:pt x="250344" y="99522"/>
                    <a:pt x="250341" y="98947"/>
                    <a:pt x="250338" y="98372"/>
                  </a:cubicBezTo>
                  <a:cubicBezTo>
                    <a:pt x="250357" y="96511"/>
                    <a:pt x="250288" y="94836"/>
                    <a:pt x="250060" y="92980"/>
                  </a:cubicBezTo>
                  <a:cubicBezTo>
                    <a:pt x="247694" y="92192"/>
                    <a:pt x="245691" y="92155"/>
                    <a:pt x="243215" y="92159"/>
                  </a:cubicBezTo>
                  <a:close/>
                  <a:moveTo>
                    <a:pt x="50775" y="8"/>
                  </a:moveTo>
                  <a:cubicBezTo>
                    <a:pt x="53671" y="-8"/>
                    <a:pt x="56566" y="4"/>
                    <a:pt x="59461" y="21"/>
                  </a:cubicBezTo>
                  <a:cubicBezTo>
                    <a:pt x="62581" y="34"/>
                    <a:pt x="65700" y="21"/>
                    <a:pt x="68820" y="12"/>
                  </a:cubicBezTo>
                  <a:cubicBezTo>
                    <a:pt x="74933" y="-2"/>
                    <a:pt x="81047" y="8"/>
                    <a:pt x="87161" y="26"/>
                  </a:cubicBezTo>
                  <a:cubicBezTo>
                    <a:pt x="94273" y="46"/>
                    <a:pt x="101386" y="44"/>
                    <a:pt x="108499" y="41"/>
                  </a:cubicBezTo>
                  <a:cubicBezTo>
                    <a:pt x="121185" y="36"/>
                    <a:pt x="133871" y="53"/>
                    <a:pt x="146557" y="82"/>
                  </a:cubicBezTo>
                  <a:cubicBezTo>
                    <a:pt x="158880" y="111"/>
                    <a:pt x="171204" y="121"/>
                    <a:pt x="183527" y="113"/>
                  </a:cubicBezTo>
                  <a:cubicBezTo>
                    <a:pt x="196933" y="104"/>
                    <a:pt x="210340" y="104"/>
                    <a:pt x="223746" y="121"/>
                  </a:cubicBezTo>
                  <a:cubicBezTo>
                    <a:pt x="225174" y="123"/>
                    <a:pt x="226602" y="125"/>
                    <a:pt x="228030" y="126"/>
                  </a:cubicBezTo>
                  <a:cubicBezTo>
                    <a:pt x="229084" y="128"/>
                    <a:pt x="229084" y="128"/>
                    <a:pt x="230159" y="129"/>
                  </a:cubicBezTo>
                  <a:cubicBezTo>
                    <a:pt x="235123" y="135"/>
                    <a:pt x="240087" y="134"/>
                    <a:pt x="245051" y="131"/>
                  </a:cubicBezTo>
                  <a:cubicBezTo>
                    <a:pt x="251095" y="128"/>
                    <a:pt x="257139" y="136"/>
                    <a:pt x="263183" y="158"/>
                  </a:cubicBezTo>
                  <a:cubicBezTo>
                    <a:pt x="266269" y="169"/>
                    <a:pt x="269356" y="175"/>
                    <a:pt x="272443" y="168"/>
                  </a:cubicBezTo>
                  <a:cubicBezTo>
                    <a:pt x="275264" y="162"/>
                    <a:pt x="278084" y="169"/>
                    <a:pt x="280905" y="188"/>
                  </a:cubicBezTo>
                  <a:cubicBezTo>
                    <a:pt x="281930" y="192"/>
                    <a:pt x="282955" y="192"/>
                    <a:pt x="283980" y="186"/>
                  </a:cubicBezTo>
                  <a:cubicBezTo>
                    <a:pt x="285365" y="178"/>
                    <a:pt x="286749" y="190"/>
                    <a:pt x="288133" y="204"/>
                  </a:cubicBezTo>
                  <a:cubicBezTo>
                    <a:pt x="289291" y="206"/>
                    <a:pt x="289291" y="206"/>
                    <a:pt x="290471" y="208"/>
                  </a:cubicBezTo>
                  <a:cubicBezTo>
                    <a:pt x="291040" y="332"/>
                    <a:pt x="291608" y="455"/>
                    <a:pt x="292193" y="583"/>
                  </a:cubicBezTo>
                  <a:cubicBezTo>
                    <a:pt x="292679" y="2002"/>
                    <a:pt x="292679" y="2002"/>
                    <a:pt x="292937" y="3559"/>
                  </a:cubicBezTo>
                  <a:cubicBezTo>
                    <a:pt x="293674" y="4050"/>
                    <a:pt x="294411" y="4541"/>
                    <a:pt x="295170" y="5048"/>
                  </a:cubicBezTo>
                  <a:cubicBezTo>
                    <a:pt x="295415" y="5784"/>
                    <a:pt x="295661" y="6521"/>
                    <a:pt x="295914" y="7280"/>
                  </a:cubicBezTo>
                  <a:cubicBezTo>
                    <a:pt x="296650" y="7771"/>
                    <a:pt x="297387" y="8262"/>
                    <a:pt x="298146" y="8768"/>
                  </a:cubicBezTo>
                  <a:cubicBezTo>
                    <a:pt x="298392" y="9505"/>
                    <a:pt x="298637" y="10242"/>
                    <a:pt x="298890" y="11001"/>
                  </a:cubicBezTo>
                  <a:cubicBezTo>
                    <a:pt x="299627" y="11246"/>
                    <a:pt x="300364" y="11492"/>
                    <a:pt x="301123" y="11745"/>
                  </a:cubicBezTo>
                  <a:cubicBezTo>
                    <a:pt x="301368" y="12481"/>
                    <a:pt x="301614" y="13218"/>
                    <a:pt x="301867" y="13977"/>
                  </a:cubicBezTo>
                  <a:cubicBezTo>
                    <a:pt x="302604" y="14223"/>
                    <a:pt x="303340" y="14468"/>
                    <a:pt x="304099" y="14721"/>
                  </a:cubicBezTo>
                  <a:cubicBezTo>
                    <a:pt x="304363" y="15710"/>
                    <a:pt x="304609" y="16702"/>
                    <a:pt x="304843" y="17698"/>
                  </a:cubicBezTo>
                  <a:cubicBezTo>
                    <a:pt x="305573" y="18456"/>
                    <a:pt x="306315" y="19203"/>
                    <a:pt x="307076" y="19930"/>
                  </a:cubicBezTo>
                  <a:cubicBezTo>
                    <a:pt x="307076" y="20421"/>
                    <a:pt x="307076" y="20913"/>
                    <a:pt x="307076" y="21419"/>
                  </a:cubicBezTo>
                  <a:cubicBezTo>
                    <a:pt x="308058" y="21419"/>
                    <a:pt x="309040" y="21419"/>
                    <a:pt x="310052" y="21419"/>
                  </a:cubicBezTo>
                  <a:cubicBezTo>
                    <a:pt x="313029" y="25222"/>
                    <a:pt x="313029" y="25222"/>
                    <a:pt x="313029" y="27372"/>
                  </a:cubicBezTo>
                  <a:cubicBezTo>
                    <a:pt x="313766" y="27617"/>
                    <a:pt x="314502" y="27863"/>
                    <a:pt x="315261" y="28116"/>
                  </a:cubicBezTo>
                  <a:cubicBezTo>
                    <a:pt x="315507" y="28853"/>
                    <a:pt x="315753" y="29589"/>
                    <a:pt x="316006" y="30348"/>
                  </a:cubicBezTo>
                  <a:cubicBezTo>
                    <a:pt x="316619" y="30701"/>
                    <a:pt x="317233" y="31054"/>
                    <a:pt x="317866" y="31418"/>
                  </a:cubicBezTo>
                  <a:cubicBezTo>
                    <a:pt x="319726" y="32581"/>
                    <a:pt x="319726" y="32581"/>
                    <a:pt x="320238" y="34209"/>
                  </a:cubicBezTo>
                  <a:cubicBezTo>
                    <a:pt x="320315" y="34654"/>
                    <a:pt x="320391" y="35099"/>
                    <a:pt x="320470" y="35557"/>
                  </a:cubicBezTo>
                  <a:cubicBezTo>
                    <a:pt x="320962" y="35557"/>
                    <a:pt x="321453" y="35557"/>
                    <a:pt x="321959" y="35557"/>
                  </a:cubicBezTo>
                  <a:cubicBezTo>
                    <a:pt x="322066" y="36033"/>
                    <a:pt x="322174" y="36509"/>
                    <a:pt x="322284" y="36999"/>
                  </a:cubicBezTo>
                  <a:cubicBezTo>
                    <a:pt x="322422" y="37506"/>
                    <a:pt x="322560" y="38012"/>
                    <a:pt x="322703" y="38534"/>
                  </a:cubicBezTo>
                  <a:cubicBezTo>
                    <a:pt x="323440" y="38779"/>
                    <a:pt x="324176" y="39025"/>
                    <a:pt x="324935" y="39278"/>
                  </a:cubicBezTo>
                  <a:cubicBezTo>
                    <a:pt x="325043" y="39784"/>
                    <a:pt x="325150" y="40291"/>
                    <a:pt x="325261" y="40813"/>
                  </a:cubicBezTo>
                  <a:cubicBezTo>
                    <a:pt x="325399" y="41289"/>
                    <a:pt x="325537" y="41764"/>
                    <a:pt x="325679" y="42255"/>
                  </a:cubicBezTo>
                  <a:cubicBezTo>
                    <a:pt x="326662" y="42255"/>
                    <a:pt x="327644" y="42255"/>
                    <a:pt x="328656" y="42255"/>
                  </a:cubicBezTo>
                  <a:cubicBezTo>
                    <a:pt x="328668" y="70645"/>
                    <a:pt x="328680" y="99035"/>
                    <a:pt x="328691" y="127425"/>
                  </a:cubicBezTo>
                  <a:cubicBezTo>
                    <a:pt x="328692" y="127981"/>
                    <a:pt x="328692" y="128536"/>
                    <a:pt x="328692" y="129108"/>
                  </a:cubicBezTo>
                  <a:cubicBezTo>
                    <a:pt x="328716" y="188614"/>
                    <a:pt x="328736" y="248119"/>
                    <a:pt x="328750" y="307625"/>
                  </a:cubicBezTo>
                  <a:cubicBezTo>
                    <a:pt x="328751" y="308946"/>
                    <a:pt x="328751" y="310267"/>
                    <a:pt x="328751" y="311589"/>
                  </a:cubicBezTo>
                  <a:cubicBezTo>
                    <a:pt x="328758" y="339320"/>
                    <a:pt x="328764" y="367052"/>
                    <a:pt x="328770" y="394784"/>
                  </a:cubicBezTo>
                  <a:cubicBezTo>
                    <a:pt x="328772" y="408713"/>
                    <a:pt x="328775" y="422643"/>
                    <a:pt x="328778" y="436573"/>
                  </a:cubicBezTo>
                  <a:cubicBezTo>
                    <a:pt x="328779" y="438674"/>
                    <a:pt x="328779" y="440776"/>
                    <a:pt x="328779" y="442877"/>
                  </a:cubicBezTo>
                  <a:cubicBezTo>
                    <a:pt x="328786" y="475247"/>
                    <a:pt x="328795" y="507617"/>
                    <a:pt x="328809" y="539987"/>
                  </a:cubicBezTo>
                  <a:cubicBezTo>
                    <a:pt x="328810" y="541032"/>
                    <a:pt x="328810" y="541032"/>
                    <a:pt x="328810" y="542098"/>
                  </a:cubicBezTo>
                  <a:cubicBezTo>
                    <a:pt x="328815" y="553326"/>
                    <a:pt x="328820" y="564554"/>
                    <a:pt x="328825" y="575782"/>
                  </a:cubicBezTo>
                  <a:cubicBezTo>
                    <a:pt x="328840" y="608109"/>
                    <a:pt x="328854" y="640436"/>
                    <a:pt x="328859" y="672764"/>
                  </a:cubicBezTo>
                  <a:cubicBezTo>
                    <a:pt x="328860" y="673428"/>
                    <a:pt x="328860" y="674092"/>
                    <a:pt x="328860" y="674777"/>
                  </a:cubicBezTo>
                  <a:cubicBezTo>
                    <a:pt x="328862" y="689357"/>
                    <a:pt x="328864" y="703938"/>
                    <a:pt x="328866" y="718518"/>
                  </a:cubicBezTo>
                  <a:cubicBezTo>
                    <a:pt x="328866" y="724384"/>
                    <a:pt x="328867" y="730250"/>
                    <a:pt x="328868" y="736117"/>
                  </a:cubicBezTo>
                  <a:cubicBezTo>
                    <a:pt x="328868" y="736759"/>
                    <a:pt x="328868" y="737401"/>
                    <a:pt x="328868" y="738062"/>
                  </a:cubicBezTo>
                  <a:cubicBezTo>
                    <a:pt x="328870" y="758773"/>
                    <a:pt x="328880" y="779485"/>
                    <a:pt x="328893" y="800196"/>
                  </a:cubicBezTo>
                  <a:cubicBezTo>
                    <a:pt x="328906" y="821047"/>
                    <a:pt x="328913" y="841898"/>
                    <a:pt x="328910" y="862749"/>
                  </a:cubicBezTo>
                  <a:cubicBezTo>
                    <a:pt x="328909" y="865625"/>
                    <a:pt x="328909" y="868502"/>
                    <a:pt x="328908" y="871379"/>
                  </a:cubicBezTo>
                  <a:cubicBezTo>
                    <a:pt x="328908" y="871943"/>
                    <a:pt x="328908" y="872507"/>
                    <a:pt x="328908" y="873088"/>
                  </a:cubicBezTo>
                  <a:cubicBezTo>
                    <a:pt x="328907" y="882043"/>
                    <a:pt x="328914" y="890999"/>
                    <a:pt x="328924" y="899954"/>
                  </a:cubicBezTo>
                  <a:cubicBezTo>
                    <a:pt x="328933" y="908745"/>
                    <a:pt x="328935" y="917535"/>
                    <a:pt x="328928" y="926326"/>
                  </a:cubicBezTo>
                  <a:cubicBezTo>
                    <a:pt x="328925" y="931035"/>
                    <a:pt x="328925" y="935744"/>
                    <a:pt x="328935" y="940453"/>
                  </a:cubicBezTo>
                  <a:cubicBezTo>
                    <a:pt x="328944" y="944726"/>
                    <a:pt x="328943" y="949000"/>
                    <a:pt x="328933" y="953273"/>
                  </a:cubicBezTo>
                  <a:cubicBezTo>
                    <a:pt x="328931" y="954819"/>
                    <a:pt x="328934" y="956365"/>
                    <a:pt x="328940" y="957912"/>
                  </a:cubicBezTo>
                  <a:cubicBezTo>
                    <a:pt x="328948" y="959993"/>
                    <a:pt x="328942" y="962074"/>
                    <a:pt x="328933" y="964155"/>
                  </a:cubicBezTo>
                  <a:cubicBezTo>
                    <a:pt x="328939" y="964765"/>
                    <a:pt x="328944" y="965375"/>
                    <a:pt x="328950" y="966004"/>
                  </a:cubicBezTo>
                  <a:cubicBezTo>
                    <a:pt x="328934" y="967664"/>
                    <a:pt x="328934" y="967664"/>
                    <a:pt x="328656" y="970198"/>
                  </a:cubicBezTo>
                  <a:cubicBezTo>
                    <a:pt x="327919" y="970443"/>
                    <a:pt x="327183" y="970689"/>
                    <a:pt x="326424" y="970942"/>
                  </a:cubicBezTo>
                  <a:cubicBezTo>
                    <a:pt x="326209" y="971372"/>
                    <a:pt x="325994" y="971801"/>
                    <a:pt x="325772" y="972244"/>
                  </a:cubicBezTo>
                  <a:cubicBezTo>
                    <a:pt x="324935" y="973918"/>
                    <a:pt x="324935" y="973918"/>
                    <a:pt x="323261" y="975546"/>
                  </a:cubicBezTo>
                  <a:cubicBezTo>
                    <a:pt x="321047" y="977810"/>
                    <a:pt x="319522" y="980161"/>
                    <a:pt x="317886" y="982857"/>
                  </a:cubicBezTo>
                  <a:cubicBezTo>
                    <a:pt x="316635" y="984486"/>
                    <a:pt x="315618" y="984995"/>
                    <a:pt x="313773" y="985825"/>
                  </a:cubicBezTo>
                  <a:cubicBezTo>
                    <a:pt x="313263" y="986810"/>
                    <a:pt x="312770" y="987803"/>
                    <a:pt x="312285" y="988801"/>
                  </a:cubicBezTo>
                  <a:cubicBezTo>
                    <a:pt x="311060" y="990057"/>
                    <a:pt x="309820" y="991298"/>
                    <a:pt x="308564" y="992522"/>
                  </a:cubicBezTo>
                  <a:cubicBezTo>
                    <a:pt x="308073" y="993259"/>
                    <a:pt x="307582" y="993995"/>
                    <a:pt x="307076" y="994754"/>
                  </a:cubicBezTo>
                  <a:cubicBezTo>
                    <a:pt x="306339" y="995000"/>
                    <a:pt x="305602" y="995246"/>
                    <a:pt x="304843" y="995499"/>
                  </a:cubicBezTo>
                  <a:cubicBezTo>
                    <a:pt x="304721" y="995990"/>
                    <a:pt x="304598" y="996481"/>
                    <a:pt x="304471" y="996987"/>
                  </a:cubicBezTo>
                  <a:cubicBezTo>
                    <a:pt x="304349" y="997478"/>
                    <a:pt x="304226" y="997969"/>
                    <a:pt x="304099" y="998475"/>
                  </a:cubicBezTo>
                  <a:cubicBezTo>
                    <a:pt x="303363" y="998721"/>
                    <a:pt x="302626" y="998966"/>
                    <a:pt x="301867" y="999219"/>
                  </a:cubicBezTo>
                  <a:cubicBezTo>
                    <a:pt x="301621" y="999956"/>
                    <a:pt x="301376" y="1000693"/>
                    <a:pt x="301123" y="1001452"/>
                  </a:cubicBezTo>
                  <a:cubicBezTo>
                    <a:pt x="299842" y="1002657"/>
                    <a:pt x="298482" y="1003713"/>
                    <a:pt x="297100" y="1004800"/>
                  </a:cubicBezTo>
                  <a:cubicBezTo>
                    <a:pt x="295714" y="1005928"/>
                    <a:pt x="295714" y="1005928"/>
                    <a:pt x="295170" y="1008149"/>
                  </a:cubicBezTo>
                  <a:cubicBezTo>
                    <a:pt x="294433" y="1008149"/>
                    <a:pt x="293696" y="1008149"/>
                    <a:pt x="292937" y="1008149"/>
                  </a:cubicBezTo>
                  <a:cubicBezTo>
                    <a:pt x="292937" y="1009377"/>
                    <a:pt x="292937" y="1010605"/>
                    <a:pt x="292937" y="1011870"/>
                  </a:cubicBezTo>
                  <a:cubicBezTo>
                    <a:pt x="260567" y="1011972"/>
                    <a:pt x="228196" y="1012050"/>
                    <a:pt x="195825" y="1012098"/>
                  </a:cubicBezTo>
                  <a:cubicBezTo>
                    <a:pt x="192006" y="1012103"/>
                    <a:pt x="188187" y="1012109"/>
                    <a:pt x="184368" y="1012115"/>
                  </a:cubicBezTo>
                  <a:cubicBezTo>
                    <a:pt x="183608" y="1012116"/>
                    <a:pt x="182848" y="1012117"/>
                    <a:pt x="182064" y="1012118"/>
                  </a:cubicBezTo>
                  <a:cubicBezTo>
                    <a:pt x="169743" y="1012138"/>
                    <a:pt x="157421" y="1012173"/>
                    <a:pt x="145100" y="1012214"/>
                  </a:cubicBezTo>
                  <a:cubicBezTo>
                    <a:pt x="132463" y="1012256"/>
                    <a:pt x="119826" y="1012281"/>
                    <a:pt x="107189" y="1012290"/>
                  </a:cubicBezTo>
                  <a:cubicBezTo>
                    <a:pt x="99387" y="1012296"/>
                    <a:pt x="91586" y="1012315"/>
                    <a:pt x="83784" y="1012352"/>
                  </a:cubicBezTo>
                  <a:cubicBezTo>
                    <a:pt x="78439" y="1012375"/>
                    <a:pt x="73094" y="1012382"/>
                    <a:pt x="67748" y="1012376"/>
                  </a:cubicBezTo>
                  <a:cubicBezTo>
                    <a:pt x="64661" y="1012374"/>
                    <a:pt x="61575" y="1012378"/>
                    <a:pt x="58488" y="1012402"/>
                  </a:cubicBezTo>
                  <a:cubicBezTo>
                    <a:pt x="55664" y="1012424"/>
                    <a:pt x="52840" y="1012425"/>
                    <a:pt x="50016" y="1012409"/>
                  </a:cubicBezTo>
                  <a:cubicBezTo>
                    <a:pt x="48506" y="1012407"/>
                    <a:pt x="46996" y="1012426"/>
                    <a:pt x="45486" y="1012446"/>
                  </a:cubicBezTo>
                  <a:cubicBezTo>
                    <a:pt x="39110" y="1012382"/>
                    <a:pt x="39110" y="1012382"/>
                    <a:pt x="37166" y="1010892"/>
                  </a:cubicBezTo>
                  <a:cubicBezTo>
                    <a:pt x="36038" y="1009286"/>
                    <a:pt x="35465" y="1007890"/>
                    <a:pt x="35465" y="1005916"/>
                  </a:cubicBezTo>
                  <a:cubicBezTo>
                    <a:pt x="34866" y="1005702"/>
                    <a:pt x="34267" y="1005487"/>
                    <a:pt x="33651" y="1005265"/>
                  </a:cubicBezTo>
                  <a:cubicBezTo>
                    <a:pt x="33021" y="1004989"/>
                    <a:pt x="32392" y="1004713"/>
                    <a:pt x="31744" y="1004428"/>
                  </a:cubicBezTo>
                  <a:cubicBezTo>
                    <a:pt x="31279" y="1002893"/>
                    <a:pt x="31279" y="1002893"/>
                    <a:pt x="31000" y="1001452"/>
                  </a:cubicBezTo>
                  <a:cubicBezTo>
                    <a:pt x="30263" y="1001206"/>
                    <a:pt x="29526" y="1000961"/>
                    <a:pt x="28767" y="1000708"/>
                  </a:cubicBezTo>
                  <a:cubicBezTo>
                    <a:pt x="28498" y="999721"/>
                    <a:pt x="28248" y="998729"/>
                    <a:pt x="28023" y="997731"/>
                  </a:cubicBezTo>
                  <a:cubicBezTo>
                    <a:pt x="27532" y="997731"/>
                    <a:pt x="27041" y="997731"/>
                    <a:pt x="26535" y="997731"/>
                  </a:cubicBezTo>
                  <a:cubicBezTo>
                    <a:pt x="22987" y="994529"/>
                    <a:pt x="22987" y="994529"/>
                    <a:pt x="22070" y="991778"/>
                  </a:cubicBezTo>
                  <a:cubicBezTo>
                    <a:pt x="21579" y="991532"/>
                    <a:pt x="21088" y="991287"/>
                    <a:pt x="20582" y="991034"/>
                  </a:cubicBezTo>
                  <a:cubicBezTo>
                    <a:pt x="20398" y="990604"/>
                    <a:pt x="20213" y="990174"/>
                    <a:pt x="20024" y="989731"/>
                  </a:cubicBezTo>
                  <a:cubicBezTo>
                    <a:pt x="18709" y="987364"/>
                    <a:pt x="16697" y="986053"/>
                    <a:pt x="14629" y="984336"/>
                  </a:cubicBezTo>
                  <a:cubicBezTo>
                    <a:pt x="14383" y="983600"/>
                    <a:pt x="14137" y="982863"/>
                    <a:pt x="13884" y="982104"/>
                  </a:cubicBezTo>
                  <a:cubicBezTo>
                    <a:pt x="13148" y="981858"/>
                    <a:pt x="12411" y="981613"/>
                    <a:pt x="11652" y="981360"/>
                  </a:cubicBezTo>
                  <a:cubicBezTo>
                    <a:pt x="11545" y="980869"/>
                    <a:pt x="11437" y="980378"/>
                    <a:pt x="11326" y="979872"/>
                  </a:cubicBezTo>
                  <a:cubicBezTo>
                    <a:pt x="11188" y="979381"/>
                    <a:pt x="11050" y="978889"/>
                    <a:pt x="10908" y="978383"/>
                  </a:cubicBezTo>
                  <a:cubicBezTo>
                    <a:pt x="9923" y="978106"/>
                    <a:pt x="8930" y="977858"/>
                    <a:pt x="7931" y="977639"/>
                  </a:cubicBezTo>
                  <a:cubicBezTo>
                    <a:pt x="7563" y="976534"/>
                    <a:pt x="7563" y="976534"/>
                    <a:pt x="7187" y="975407"/>
                  </a:cubicBezTo>
                  <a:cubicBezTo>
                    <a:pt x="6696" y="975161"/>
                    <a:pt x="6205" y="974916"/>
                    <a:pt x="5699" y="974663"/>
                  </a:cubicBezTo>
                  <a:cubicBezTo>
                    <a:pt x="5331" y="973558"/>
                    <a:pt x="5331" y="973558"/>
                    <a:pt x="4955" y="972430"/>
                  </a:cubicBezTo>
                  <a:cubicBezTo>
                    <a:pt x="4571" y="972046"/>
                    <a:pt x="4187" y="971663"/>
                    <a:pt x="3792" y="971267"/>
                  </a:cubicBezTo>
                  <a:cubicBezTo>
                    <a:pt x="2722" y="970198"/>
                    <a:pt x="2722" y="970198"/>
                    <a:pt x="2722" y="968709"/>
                  </a:cubicBezTo>
                  <a:cubicBezTo>
                    <a:pt x="1986" y="968709"/>
                    <a:pt x="1249" y="968709"/>
                    <a:pt x="490" y="968709"/>
                  </a:cubicBezTo>
                  <a:cubicBezTo>
                    <a:pt x="469" y="940449"/>
                    <a:pt x="450" y="912188"/>
                    <a:pt x="431" y="883928"/>
                  </a:cubicBezTo>
                  <a:cubicBezTo>
                    <a:pt x="430" y="883375"/>
                    <a:pt x="430" y="882822"/>
                    <a:pt x="430" y="882252"/>
                  </a:cubicBezTo>
                  <a:cubicBezTo>
                    <a:pt x="390" y="823011"/>
                    <a:pt x="356" y="763770"/>
                    <a:pt x="332" y="704529"/>
                  </a:cubicBezTo>
                  <a:cubicBezTo>
                    <a:pt x="332" y="703214"/>
                    <a:pt x="331" y="701898"/>
                    <a:pt x="331" y="700583"/>
                  </a:cubicBezTo>
                  <a:cubicBezTo>
                    <a:pt x="320" y="672970"/>
                    <a:pt x="310" y="645358"/>
                    <a:pt x="301" y="617746"/>
                  </a:cubicBezTo>
                  <a:cubicBezTo>
                    <a:pt x="296" y="603875"/>
                    <a:pt x="291" y="590005"/>
                    <a:pt x="286" y="576135"/>
                  </a:cubicBezTo>
                  <a:cubicBezTo>
                    <a:pt x="286" y="574043"/>
                    <a:pt x="285" y="571951"/>
                    <a:pt x="284" y="569858"/>
                  </a:cubicBezTo>
                  <a:cubicBezTo>
                    <a:pt x="273" y="537631"/>
                    <a:pt x="258" y="505404"/>
                    <a:pt x="234" y="473177"/>
                  </a:cubicBezTo>
                  <a:cubicBezTo>
                    <a:pt x="234" y="472484"/>
                    <a:pt x="233" y="471791"/>
                    <a:pt x="233" y="471076"/>
                  </a:cubicBezTo>
                  <a:cubicBezTo>
                    <a:pt x="225" y="459900"/>
                    <a:pt x="216" y="448724"/>
                    <a:pt x="208" y="437547"/>
                  </a:cubicBezTo>
                  <a:cubicBezTo>
                    <a:pt x="183" y="405365"/>
                    <a:pt x="160" y="373182"/>
                    <a:pt x="151" y="341000"/>
                  </a:cubicBezTo>
                  <a:cubicBezTo>
                    <a:pt x="151" y="340339"/>
                    <a:pt x="150" y="339677"/>
                    <a:pt x="150" y="338996"/>
                  </a:cubicBezTo>
                  <a:cubicBezTo>
                    <a:pt x="146" y="324476"/>
                    <a:pt x="143" y="309957"/>
                    <a:pt x="140" y="295437"/>
                  </a:cubicBezTo>
                  <a:cubicBezTo>
                    <a:pt x="139" y="289596"/>
                    <a:pt x="138" y="283754"/>
                    <a:pt x="137" y="277912"/>
                  </a:cubicBezTo>
                  <a:cubicBezTo>
                    <a:pt x="137" y="277273"/>
                    <a:pt x="137" y="276634"/>
                    <a:pt x="137" y="275975"/>
                  </a:cubicBezTo>
                  <a:cubicBezTo>
                    <a:pt x="132" y="255358"/>
                    <a:pt x="117" y="234741"/>
                    <a:pt x="94" y="214124"/>
                  </a:cubicBezTo>
                  <a:cubicBezTo>
                    <a:pt x="72" y="193364"/>
                    <a:pt x="62" y="172604"/>
                    <a:pt x="67" y="151844"/>
                  </a:cubicBezTo>
                  <a:cubicBezTo>
                    <a:pt x="68" y="148978"/>
                    <a:pt x="69" y="146112"/>
                    <a:pt x="69" y="143246"/>
                  </a:cubicBezTo>
                  <a:cubicBezTo>
                    <a:pt x="69" y="142404"/>
                    <a:pt x="69" y="142404"/>
                    <a:pt x="69" y="141544"/>
                  </a:cubicBezTo>
                  <a:cubicBezTo>
                    <a:pt x="71" y="132632"/>
                    <a:pt x="60" y="123719"/>
                    <a:pt x="43" y="114807"/>
                  </a:cubicBezTo>
                  <a:cubicBezTo>
                    <a:pt x="28" y="106053"/>
                    <a:pt x="25" y="97299"/>
                    <a:pt x="37" y="88545"/>
                  </a:cubicBezTo>
                  <a:cubicBezTo>
                    <a:pt x="42" y="83859"/>
                    <a:pt x="42" y="79172"/>
                    <a:pt x="25" y="74485"/>
                  </a:cubicBezTo>
                  <a:cubicBezTo>
                    <a:pt x="10" y="70228"/>
                    <a:pt x="12" y="65971"/>
                    <a:pt x="28" y="61714"/>
                  </a:cubicBezTo>
                  <a:cubicBezTo>
                    <a:pt x="31" y="60177"/>
                    <a:pt x="27" y="58640"/>
                    <a:pt x="17" y="57103"/>
                  </a:cubicBezTo>
                  <a:cubicBezTo>
                    <a:pt x="3" y="55027"/>
                    <a:pt x="13" y="52952"/>
                    <a:pt x="28" y="50875"/>
                  </a:cubicBezTo>
                  <a:cubicBezTo>
                    <a:pt x="18" y="50275"/>
                    <a:pt x="9" y="49675"/>
                    <a:pt x="0" y="49057"/>
                  </a:cubicBezTo>
                  <a:cubicBezTo>
                    <a:pt x="47" y="46042"/>
                    <a:pt x="309" y="44700"/>
                    <a:pt x="2286" y="42367"/>
                  </a:cubicBezTo>
                  <a:cubicBezTo>
                    <a:pt x="2921" y="41839"/>
                    <a:pt x="3556" y="41310"/>
                    <a:pt x="4211" y="40766"/>
                  </a:cubicBezTo>
                  <a:cubicBezTo>
                    <a:pt x="4702" y="40030"/>
                    <a:pt x="5193" y="39293"/>
                    <a:pt x="5699" y="38534"/>
                  </a:cubicBezTo>
                  <a:cubicBezTo>
                    <a:pt x="6681" y="38534"/>
                    <a:pt x="7663" y="38534"/>
                    <a:pt x="8675" y="38534"/>
                  </a:cubicBezTo>
                  <a:cubicBezTo>
                    <a:pt x="9535" y="36695"/>
                    <a:pt x="9535" y="36695"/>
                    <a:pt x="10164" y="34813"/>
                  </a:cubicBezTo>
                  <a:cubicBezTo>
                    <a:pt x="10655" y="34813"/>
                    <a:pt x="11146" y="34813"/>
                    <a:pt x="11652" y="34813"/>
                  </a:cubicBezTo>
                  <a:cubicBezTo>
                    <a:pt x="11652" y="33831"/>
                    <a:pt x="11652" y="32849"/>
                    <a:pt x="11652" y="31837"/>
                  </a:cubicBezTo>
                  <a:cubicBezTo>
                    <a:pt x="12757" y="31468"/>
                    <a:pt x="12757" y="31468"/>
                    <a:pt x="13884" y="31092"/>
                  </a:cubicBezTo>
                  <a:cubicBezTo>
                    <a:pt x="14130" y="30356"/>
                    <a:pt x="14376" y="29619"/>
                    <a:pt x="14629" y="28860"/>
                  </a:cubicBezTo>
                  <a:cubicBezTo>
                    <a:pt x="15734" y="28492"/>
                    <a:pt x="15734" y="28492"/>
                    <a:pt x="16861" y="28116"/>
                  </a:cubicBezTo>
                  <a:cubicBezTo>
                    <a:pt x="17369" y="27130"/>
                    <a:pt x="17866" y="26138"/>
                    <a:pt x="18349" y="25139"/>
                  </a:cubicBezTo>
                  <a:cubicBezTo>
                    <a:pt x="18840" y="25139"/>
                    <a:pt x="19332" y="25139"/>
                    <a:pt x="19838" y="25139"/>
                  </a:cubicBezTo>
                  <a:cubicBezTo>
                    <a:pt x="20037" y="24602"/>
                    <a:pt x="20237" y="24065"/>
                    <a:pt x="20442" y="23511"/>
                  </a:cubicBezTo>
                  <a:cubicBezTo>
                    <a:pt x="21528" y="20939"/>
                    <a:pt x="23034" y="19615"/>
                    <a:pt x="25047" y="17698"/>
                  </a:cubicBezTo>
                  <a:cubicBezTo>
                    <a:pt x="26798" y="15655"/>
                    <a:pt x="27915" y="14303"/>
                    <a:pt x="28767" y="11745"/>
                  </a:cubicBezTo>
                  <a:cubicBezTo>
                    <a:pt x="30007" y="11001"/>
                    <a:pt x="31248" y="10256"/>
                    <a:pt x="32488" y="9512"/>
                  </a:cubicBezTo>
                  <a:cubicBezTo>
                    <a:pt x="32734" y="8776"/>
                    <a:pt x="32979" y="8039"/>
                    <a:pt x="33232" y="7280"/>
                  </a:cubicBezTo>
                  <a:cubicBezTo>
                    <a:pt x="33570" y="6958"/>
                    <a:pt x="33907" y="6635"/>
                    <a:pt x="34255" y="6303"/>
                  </a:cubicBezTo>
                  <a:cubicBezTo>
                    <a:pt x="35665" y="5048"/>
                    <a:pt x="35665" y="5048"/>
                    <a:pt x="36036" y="2771"/>
                  </a:cubicBezTo>
                  <a:cubicBezTo>
                    <a:pt x="37697" y="583"/>
                    <a:pt x="37697" y="583"/>
                    <a:pt x="39569" y="167"/>
                  </a:cubicBezTo>
                  <a:cubicBezTo>
                    <a:pt x="42259" y="6"/>
                    <a:pt x="44930" y="-5"/>
                    <a:pt x="47622" y="26"/>
                  </a:cubicBezTo>
                  <a:cubicBezTo>
                    <a:pt x="48673" y="22"/>
                    <a:pt x="49724" y="16"/>
                    <a:pt x="50775" y="8"/>
                  </a:cubicBezTo>
                  <a:close/>
                </a:path>
              </a:pathLst>
            </a:custGeom>
            <a:grpFill/>
            <a:ln w="744" cap="flat">
              <a:noFill/>
              <a:prstDash val="solid"/>
              <a:miter/>
            </a:ln>
          </p:spPr>
          <p:txBody>
            <a:bodyPr rtlCol="0" anchor="ctr"/>
            <a:lstStyle/>
            <a:p>
              <a:endParaRPr lang="zh-CN" altLang="en-US"/>
            </a:p>
          </p:txBody>
        </p:sp>
        <p:sp>
          <p:nvSpPr>
            <p:cNvPr id="78" name="任意多边形: 形状 77"/>
            <p:cNvSpPr/>
            <p:nvPr/>
          </p:nvSpPr>
          <p:spPr>
            <a:xfrm>
              <a:off x="2722565" y="610552"/>
              <a:ext cx="311346" cy="1011287"/>
            </a:xfrm>
            <a:custGeom>
              <a:avLst/>
              <a:gdLst>
                <a:gd name="connsiteX0" fmla="*/ 78985 w 311346"/>
                <a:gd name="connsiteY0" fmla="*/ 550659 h 1011287"/>
                <a:gd name="connsiteX1" fmla="*/ 78985 w 311346"/>
                <a:gd name="connsiteY1" fmla="*/ 921241 h 1011287"/>
                <a:gd name="connsiteX2" fmla="*/ 86199 w 311346"/>
                <a:gd name="connsiteY2" fmla="*/ 920397 h 1011287"/>
                <a:gd name="connsiteX3" fmla="*/ 87908 w 311346"/>
                <a:gd name="connsiteY3" fmla="*/ 920402 h 1011287"/>
                <a:gd name="connsiteX4" fmla="*/ 93707 w 311346"/>
                <a:gd name="connsiteY4" fmla="*/ 920398 h 1011287"/>
                <a:gd name="connsiteX5" fmla="*/ 97962 w 311346"/>
                <a:gd name="connsiteY5" fmla="*/ 920399 h 1011287"/>
                <a:gd name="connsiteX6" fmla="*/ 109540 w 311346"/>
                <a:gd name="connsiteY6" fmla="*/ 920395 h 1011287"/>
                <a:gd name="connsiteX7" fmla="*/ 121851 w 311346"/>
                <a:gd name="connsiteY7" fmla="*/ 920397 h 1011287"/>
                <a:gd name="connsiteX8" fmla="*/ 142442 w 311346"/>
                <a:gd name="connsiteY8" fmla="*/ 920398 h 1011287"/>
                <a:gd name="connsiteX9" fmla="*/ 166458 w 311346"/>
                <a:gd name="connsiteY9" fmla="*/ 920400 h 1011287"/>
                <a:gd name="connsiteX10" fmla="*/ 187217 w 311346"/>
                <a:gd name="connsiteY10" fmla="*/ 920396 h 1011287"/>
                <a:gd name="connsiteX11" fmla="*/ 199572 w 311346"/>
                <a:gd name="connsiteY11" fmla="*/ 920397 h 1011287"/>
                <a:gd name="connsiteX12" fmla="*/ 211398 w 311346"/>
                <a:gd name="connsiteY12" fmla="*/ 920397 h 1011287"/>
                <a:gd name="connsiteX13" fmla="*/ 215739 w 311346"/>
                <a:gd name="connsiteY13" fmla="*/ 920401 h 1011287"/>
                <a:gd name="connsiteX14" fmla="*/ 221820 w 311346"/>
                <a:gd name="connsiteY14" fmla="*/ 920399 h 1011287"/>
                <a:gd name="connsiteX15" fmla="*/ 223638 w 311346"/>
                <a:gd name="connsiteY15" fmla="*/ 920402 h 1011287"/>
                <a:gd name="connsiteX16" fmla="*/ 229301 w 311346"/>
                <a:gd name="connsiteY16" fmla="*/ 920497 h 1011287"/>
                <a:gd name="connsiteX17" fmla="*/ 232278 w 311346"/>
                <a:gd name="connsiteY17" fmla="*/ 921241 h 1011287"/>
                <a:gd name="connsiteX18" fmla="*/ 232467 w 311346"/>
                <a:gd name="connsiteY18" fmla="*/ 791987 h 1011287"/>
                <a:gd name="connsiteX19" fmla="*/ 232481 w 311346"/>
                <a:gd name="connsiteY19" fmla="*/ 776583 h 1011287"/>
                <a:gd name="connsiteX20" fmla="*/ 232482 w 311346"/>
                <a:gd name="connsiteY20" fmla="*/ 775034 h 1011287"/>
                <a:gd name="connsiteX21" fmla="*/ 232559 w 311346"/>
                <a:gd name="connsiteY21" fmla="*/ 725241 h 1011287"/>
                <a:gd name="connsiteX22" fmla="*/ 232627 w 311346"/>
                <a:gd name="connsiteY22" fmla="*/ 673997 h 1011287"/>
                <a:gd name="connsiteX23" fmla="*/ 232671 w 311346"/>
                <a:gd name="connsiteY23" fmla="*/ 642408 h 1011287"/>
                <a:gd name="connsiteX24" fmla="*/ 232702 w 311346"/>
                <a:gd name="connsiteY24" fmla="*/ 620561 h 1011287"/>
                <a:gd name="connsiteX25" fmla="*/ 232710 w 311346"/>
                <a:gd name="connsiteY25" fmla="*/ 607962 h 1011287"/>
                <a:gd name="connsiteX26" fmla="*/ 232735 w 311346"/>
                <a:gd name="connsiteY26" fmla="*/ 596259 h 1011287"/>
                <a:gd name="connsiteX27" fmla="*/ 232725 w 311346"/>
                <a:gd name="connsiteY27" fmla="*/ 592021 h 1011287"/>
                <a:gd name="connsiteX28" fmla="*/ 232749 w 311346"/>
                <a:gd name="connsiteY28" fmla="*/ 586128 h 1011287"/>
                <a:gd name="connsiteX29" fmla="*/ 232736 w 311346"/>
                <a:gd name="connsiteY29" fmla="*/ 584374 h 1011287"/>
                <a:gd name="connsiteX30" fmla="*/ 232278 w 311346"/>
                <a:gd name="connsiteY30" fmla="*/ 578936 h 1011287"/>
                <a:gd name="connsiteX31" fmla="*/ 230389 w 311346"/>
                <a:gd name="connsiteY31" fmla="*/ 578364 h 1011287"/>
                <a:gd name="connsiteX32" fmla="*/ 228557 w 311346"/>
                <a:gd name="connsiteY32" fmla="*/ 578192 h 1011287"/>
                <a:gd name="connsiteX33" fmla="*/ 228557 w 311346"/>
                <a:gd name="connsiteY33" fmla="*/ 575960 h 1011287"/>
                <a:gd name="connsiteX34" fmla="*/ 223767 w 311346"/>
                <a:gd name="connsiteY34" fmla="*/ 571495 h 1011287"/>
                <a:gd name="connsiteX35" fmla="*/ 219508 w 311346"/>
                <a:gd name="connsiteY35" fmla="*/ 567681 h 1011287"/>
                <a:gd name="connsiteX36" fmla="*/ 218139 w 311346"/>
                <a:gd name="connsiteY36" fmla="*/ 567030 h 1011287"/>
                <a:gd name="connsiteX37" fmla="*/ 214419 w 311346"/>
                <a:gd name="connsiteY37" fmla="*/ 562984 h 1011287"/>
                <a:gd name="connsiteX38" fmla="*/ 211442 w 311346"/>
                <a:gd name="connsiteY38" fmla="*/ 560333 h 1011287"/>
                <a:gd name="connsiteX39" fmla="*/ 210698 w 311346"/>
                <a:gd name="connsiteY39" fmla="*/ 558100 h 1011287"/>
                <a:gd name="connsiteX40" fmla="*/ 207721 w 311346"/>
                <a:gd name="connsiteY40" fmla="*/ 557356 h 1011287"/>
                <a:gd name="connsiteX41" fmla="*/ 207721 w 311346"/>
                <a:gd name="connsiteY41" fmla="*/ 555124 h 1011287"/>
                <a:gd name="connsiteX42" fmla="*/ 205861 w 311346"/>
                <a:gd name="connsiteY42" fmla="*/ 554752 h 1011287"/>
                <a:gd name="connsiteX43" fmla="*/ 204001 w 311346"/>
                <a:gd name="connsiteY43" fmla="*/ 554380 h 1011287"/>
                <a:gd name="connsiteX44" fmla="*/ 204001 w 311346"/>
                <a:gd name="connsiteY44" fmla="*/ 552147 h 1011287"/>
                <a:gd name="connsiteX45" fmla="*/ 78985 w 311346"/>
                <a:gd name="connsiteY45" fmla="*/ 550659 h 1011287"/>
                <a:gd name="connsiteX46" fmla="*/ 79730 w 311346"/>
                <a:gd name="connsiteY46" fmla="*/ 90907 h 1011287"/>
                <a:gd name="connsiteX47" fmla="*/ 78888 w 311346"/>
                <a:gd name="connsiteY47" fmla="*/ 95702 h 1011287"/>
                <a:gd name="connsiteX48" fmla="*/ 78894 w 311346"/>
                <a:gd name="connsiteY48" fmla="*/ 97484 h 1011287"/>
                <a:gd name="connsiteX49" fmla="*/ 78893 w 311346"/>
                <a:gd name="connsiteY49" fmla="*/ 103491 h 1011287"/>
                <a:gd name="connsiteX50" fmla="*/ 78896 w 311346"/>
                <a:gd name="connsiteY50" fmla="*/ 107941 h 1011287"/>
                <a:gd name="connsiteX51" fmla="*/ 78897 w 311346"/>
                <a:gd name="connsiteY51" fmla="*/ 120183 h 1011287"/>
                <a:gd name="connsiteX52" fmla="*/ 78901 w 311346"/>
                <a:gd name="connsiteY52" fmla="*/ 133580 h 1011287"/>
                <a:gd name="connsiteX53" fmla="*/ 78906 w 311346"/>
                <a:gd name="connsiteY53" fmla="*/ 158283 h 1011287"/>
                <a:gd name="connsiteX54" fmla="*/ 78915 w 311346"/>
                <a:gd name="connsiteY54" fmla="*/ 182885 h 1011287"/>
                <a:gd name="connsiteX55" fmla="*/ 78915 w 311346"/>
                <a:gd name="connsiteY55" fmla="*/ 184425 h 1011287"/>
                <a:gd name="connsiteX56" fmla="*/ 78916 w 311346"/>
                <a:gd name="connsiteY56" fmla="*/ 192174 h 1011287"/>
                <a:gd name="connsiteX57" fmla="*/ 78929 w 311346"/>
                <a:gd name="connsiteY57" fmla="*/ 247102 h 1011287"/>
                <a:gd name="connsiteX58" fmla="*/ 78944 w 311346"/>
                <a:gd name="connsiteY58" fmla="*/ 300575 h 1011287"/>
                <a:gd name="connsiteX59" fmla="*/ 78945 w 311346"/>
                <a:gd name="connsiteY59" fmla="*/ 302239 h 1011287"/>
                <a:gd name="connsiteX60" fmla="*/ 78947 w 311346"/>
                <a:gd name="connsiteY60" fmla="*/ 318802 h 1011287"/>
                <a:gd name="connsiteX61" fmla="*/ 78954 w 311346"/>
                <a:gd name="connsiteY61" fmla="*/ 352579 h 1011287"/>
                <a:gd name="connsiteX62" fmla="*/ 78954 w 311346"/>
                <a:gd name="connsiteY62" fmla="*/ 354149 h 1011287"/>
                <a:gd name="connsiteX63" fmla="*/ 78985 w 311346"/>
                <a:gd name="connsiteY63" fmla="*/ 459257 h 1011287"/>
                <a:gd name="connsiteX64" fmla="*/ 83385 w 311346"/>
                <a:gd name="connsiteY64" fmla="*/ 459247 h 1011287"/>
                <a:gd name="connsiteX65" fmla="*/ 86086 w 311346"/>
                <a:gd name="connsiteY65" fmla="*/ 459233 h 1011287"/>
                <a:gd name="connsiteX66" fmla="*/ 90859 w 311346"/>
                <a:gd name="connsiteY66" fmla="*/ 459209 h 1011287"/>
                <a:gd name="connsiteX67" fmla="*/ 92594 w 311346"/>
                <a:gd name="connsiteY67" fmla="*/ 459200 h 1011287"/>
                <a:gd name="connsiteX68" fmla="*/ 126643 w 311346"/>
                <a:gd name="connsiteY68" fmla="*/ 459016 h 1011287"/>
                <a:gd name="connsiteX69" fmla="*/ 148563 w 311346"/>
                <a:gd name="connsiteY69" fmla="*/ 458897 h 1011287"/>
                <a:gd name="connsiteX70" fmla="*/ 167846 w 311346"/>
                <a:gd name="connsiteY70" fmla="*/ 458795 h 1011287"/>
                <a:gd name="connsiteX71" fmla="*/ 178018 w 311346"/>
                <a:gd name="connsiteY71" fmla="*/ 458738 h 1011287"/>
                <a:gd name="connsiteX72" fmla="*/ 187755 w 311346"/>
                <a:gd name="connsiteY72" fmla="*/ 458688 h 1011287"/>
                <a:gd name="connsiteX73" fmla="*/ 191329 w 311346"/>
                <a:gd name="connsiteY73" fmla="*/ 458665 h 1011287"/>
                <a:gd name="connsiteX74" fmla="*/ 196335 w 311346"/>
                <a:gd name="connsiteY74" fmla="*/ 458641 h 1011287"/>
                <a:gd name="connsiteX75" fmla="*/ 197834 w 311346"/>
                <a:gd name="connsiteY75" fmla="*/ 458630 h 1011287"/>
                <a:gd name="connsiteX76" fmla="*/ 203257 w 311346"/>
                <a:gd name="connsiteY76" fmla="*/ 457768 h 1011287"/>
                <a:gd name="connsiteX77" fmla="*/ 204001 w 311346"/>
                <a:gd name="connsiteY77" fmla="*/ 454792 h 1011287"/>
                <a:gd name="connsiteX78" fmla="*/ 206978 w 311346"/>
                <a:gd name="connsiteY78" fmla="*/ 454792 h 1011287"/>
                <a:gd name="connsiteX79" fmla="*/ 209210 w 311346"/>
                <a:gd name="connsiteY79" fmla="*/ 451815 h 1011287"/>
                <a:gd name="connsiteX80" fmla="*/ 210698 w 311346"/>
                <a:gd name="connsiteY80" fmla="*/ 448839 h 1011287"/>
                <a:gd name="connsiteX81" fmla="*/ 212931 w 311346"/>
                <a:gd name="connsiteY81" fmla="*/ 448094 h 1011287"/>
                <a:gd name="connsiteX82" fmla="*/ 213349 w 311346"/>
                <a:gd name="connsiteY82" fmla="*/ 446560 h 1011287"/>
                <a:gd name="connsiteX83" fmla="*/ 213675 w 311346"/>
                <a:gd name="connsiteY83" fmla="*/ 445118 h 1011287"/>
                <a:gd name="connsiteX84" fmla="*/ 215163 w 311346"/>
                <a:gd name="connsiteY84" fmla="*/ 445118 h 1011287"/>
                <a:gd name="connsiteX85" fmla="*/ 216207 w 311346"/>
                <a:gd name="connsiteY85" fmla="*/ 444057 h 1011287"/>
                <a:gd name="connsiteX86" fmla="*/ 220791 w 311346"/>
                <a:gd name="connsiteY86" fmla="*/ 438735 h 1011287"/>
                <a:gd name="connsiteX87" fmla="*/ 224837 w 311346"/>
                <a:gd name="connsiteY87" fmla="*/ 433956 h 1011287"/>
                <a:gd name="connsiteX88" fmla="*/ 226325 w 311346"/>
                <a:gd name="connsiteY88" fmla="*/ 430979 h 1011287"/>
                <a:gd name="connsiteX89" fmla="*/ 229302 w 311346"/>
                <a:gd name="connsiteY89" fmla="*/ 430979 h 1011287"/>
                <a:gd name="connsiteX90" fmla="*/ 229302 w 311346"/>
                <a:gd name="connsiteY90" fmla="*/ 90907 h 1011287"/>
                <a:gd name="connsiteX91" fmla="*/ 222971 w 311346"/>
                <a:gd name="connsiteY91" fmla="*/ 91751 h 1011287"/>
                <a:gd name="connsiteX92" fmla="*/ 221274 w 311346"/>
                <a:gd name="connsiteY92" fmla="*/ 91746 h 1011287"/>
                <a:gd name="connsiteX93" fmla="*/ 215538 w 311346"/>
                <a:gd name="connsiteY93" fmla="*/ 91750 h 1011287"/>
                <a:gd name="connsiteX94" fmla="*/ 211325 w 311346"/>
                <a:gd name="connsiteY94" fmla="*/ 91749 h 1011287"/>
                <a:gd name="connsiteX95" fmla="*/ 199868 w 311346"/>
                <a:gd name="connsiteY95" fmla="*/ 91753 h 1011287"/>
                <a:gd name="connsiteX96" fmla="*/ 187681 w 311346"/>
                <a:gd name="connsiteY96" fmla="*/ 91751 h 1011287"/>
                <a:gd name="connsiteX97" fmla="*/ 167296 w 311346"/>
                <a:gd name="connsiteY97" fmla="*/ 91750 h 1011287"/>
                <a:gd name="connsiteX98" fmla="*/ 143522 w 311346"/>
                <a:gd name="connsiteY98" fmla="*/ 91748 h 1011287"/>
                <a:gd name="connsiteX99" fmla="*/ 122977 w 311346"/>
                <a:gd name="connsiteY99" fmla="*/ 91752 h 1011287"/>
                <a:gd name="connsiteX100" fmla="*/ 110747 w 311346"/>
                <a:gd name="connsiteY100" fmla="*/ 91751 h 1011287"/>
                <a:gd name="connsiteX101" fmla="*/ 99041 w 311346"/>
                <a:gd name="connsiteY101" fmla="*/ 91751 h 1011287"/>
                <a:gd name="connsiteX102" fmla="*/ 94740 w 311346"/>
                <a:gd name="connsiteY102" fmla="*/ 91747 h 1011287"/>
                <a:gd name="connsiteX103" fmla="*/ 88723 w 311346"/>
                <a:gd name="connsiteY103" fmla="*/ 91749 h 1011287"/>
                <a:gd name="connsiteX104" fmla="*/ 86919 w 311346"/>
                <a:gd name="connsiteY104" fmla="*/ 91746 h 1011287"/>
                <a:gd name="connsiteX105" fmla="*/ 81218 w 311346"/>
                <a:gd name="connsiteY105" fmla="*/ 91651 h 1011287"/>
                <a:gd name="connsiteX106" fmla="*/ 79730 w 311346"/>
                <a:gd name="connsiteY106" fmla="*/ 90907 h 1011287"/>
                <a:gd name="connsiteX107" fmla="*/ 0 w 311346"/>
                <a:gd name="connsiteY107" fmla="*/ 0 h 1011287"/>
                <a:gd name="connsiteX108" fmla="*/ 272355 w 311346"/>
                <a:gd name="connsiteY108" fmla="*/ 0 h 1011287"/>
                <a:gd name="connsiteX109" fmla="*/ 273100 w 311346"/>
                <a:gd name="connsiteY109" fmla="*/ 4465 h 1011287"/>
                <a:gd name="connsiteX110" fmla="*/ 274588 w 311346"/>
                <a:gd name="connsiteY110" fmla="*/ 4465 h 1011287"/>
                <a:gd name="connsiteX111" fmla="*/ 276820 w 311346"/>
                <a:gd name="connsiteY111" fmla="*/ 7395 h 1011287"/>
                <a:gd name="connsiteX112" fmla="*/ 280541 w 311346"/>
                <a:gd name="connsiteY112" fmla="*/ 11162 h 1011287"/>
                <a:gd name="connsiteX113" fmla="*/ 282029 w 311346"/>
                <a:gd name="connsiteY113" fmla="*/ 14139 h 1011287"/>
                <a:gd name="connsiteX114" fmla="*/ 283518 w 311346"/>
                <a:gd name="connsiteY114" fmla="*/ 14883 h 1011287"/>
                <a:gd name="connsiteX115" fmla="*/ 284262 w 311346"/>
                <a:gd name="connsiteY115" fmla="*/ 17115 h 1011287"/>
                <a:gd name="connsiteX116" fmla="*/ 286494 w 311346"/>
                <a:gd name="connsiteY116" fmla="*/ 17859 h 1011287"/>
                <a:gd name="connsiteX117" fmla="*/ 287238 w 311346"/>
                <a:gd name="connsiteY117" fmla="*/ 20092 h 1011287"/>
                <a:gd name="connsiteX118" fmla="*/ 289471 w 311346"/>
                <a:gd name="connsiteY118" fmla="*/ 20836 h 1011287"/>
                <a:gd name="connsiteX119" fmla="*/ 290215 w 311346"/>
                <a:gd name="connsiteY119" fmla="*/ 23812 h 1011287"/>
                <a:gd name="connsiteX120" fmla="*/ 291703 w 311346"/>
                <a:gd name="connsiteY120" fmla="*/ 24557 h 1011287"/>
                <a:gd name="connsiteX121" fmla="*/ 292447 w 311346"/>
                <a:gd name="connsiteY121" fmla="*/ 26789 h 1011287"/>
                <a:gd name="connsiteX122" fmla="*/ 293936 w 311346"/>
                <a:gd name="connsiteY122" fmla="*/ 27161 h 1011287"/>
                <a:gd name="connsiteX123" fmla="*/ 295424 w 311346"/>
                <a:gd name="connsiteY123" fmla="*/ 27533 h 1011287"/>
                <a:gd name="connsiteX124" fmla="*/ 296168 w 311346"/>
                <a:gd name="connsiteY124" fmla="*/ 29766 h 1011287"/>
                <a:gd name="connsiteX125" fmla="*/ 298400 w 311346"/>
                <a:gd name="connsiteY125" fmla="*/ 31998 h 1011287"/>
                <a:gd name="connsiteX126" fmla="*/ 302403 w 311346"/>
                <a:gd name="connsiteY126" fmla="*/ 36655 h 1011287"/>
                <a:gd name="connsiteX127" fmla="*/ 305098 w 311346"/>
                <a:gd name="connsiteY127" fmla="*/ 38695 h 1011287"/>
                <a:gd name="connsiteX128" fmla="*/ 305842 w 311346"/>
                <a:gd name="connsiteY128" fmla="*/ 40928 h 1011287"/>
                <a:gd name="connsiteX129" fmla="*/ 307353 w 311346"/>
                <a:gd name="connsiteY129" fmla="*/ 41399 h 1011287"/>
                <a:gd name="connsiteX130" fmla="*/ 308818 w 311346"/>
                <a:gd name="connsiteY130" fmla="*/ 42416 h 1011287"/>
                <a:gd name="connsiteX131" fmla="*/ 309191 w 311346"/>
                <a:gd name="connsiteY131" fmla="*/ 49012 h 1011287"/>
                <a:gd name="connsiteX132" fmla="*/ 309203 w 311346"/>
                <a:gd name="connsiteY132" fmla="*/ 51118 h 1011287"/>
                <a:gd name="connsiteX133" fmla="*/ 309191 w 311346"/>
                <a:gd name="connsiteY133" fmla="*/ 58184 h 1011287"/>
                <a:gd name="connsiteX134" fmla="*/ 309204 w 311346"/>
                <a:gd name="connsiteY134" fmla="*/ 63269 h 1011287"/>
                <a:gd name="connsiteX135" fmla="*/ 309197 w 311346"/>
                <a:gd name="connsiteY135" fmla="*/ 77305 h 1011287"/>
                <a:gd name="connsiteX136" fmla="*/ 309202 w 311346"/>
                <a:gd name="connsiteY136" fmla="*/ 90868 h 1011287"/>
                <a:gd name="connsiteX137" fmla="*/ 309199 w 311346"/>
                <a:gd name="connsiteY137" fmla="*/ 120333 h 1011287"/>
                <a:gd name="connsiteX138" fmla="*/ 309188 w 311346"/>
                <a:gd name="connsiteY138" fmla="*/ 146116 h 1011287"/>
                <a:gd name="connsiteX139" fmla="*/ 309188 w 311346"/>
                <a:gd name="connsiteY139" fmla="*/ 147841 h 1011287"/>
                <a:gd name="connsiteX140" fmla="*/ 309190 w 311346"/>
                <a:gd name="connsiteY140" fmla="*/ 154773 h 1011287"/>
                <a:gd name="connsiteX141" fmla="*/ 309164 w 311346"/>
                <a:gd name="connsiteY141" fmla="*/ 219845 h 1011287"/>
                <a:gd name="connsiteX142" fmla="*/ 309150 w 311346"/>
                <a:gd name="connsiteY142" fmla="*/ 277709 h 1011287"/>
                <a:gd name="connsiteX143" fmla="*/ 309156 w 311346"/>
                <a:gd name="connsiteY143" fmla="*/ 292526 h 1011287"/>
                <a:gd name="connsiteX144" fmla="*/ 309157 w 311346"/>
                <a:gd name="connsiteY144" fmla="*/ 294368 h 1011287"/>
                <a:gd name="connsiteX145" fmla="*/ 309149 w 311346"/>
                <a:gd name="connsiteY145" fmla="*/ 342663 h 1011287"/>
                <a:gd name="connsiteX146" fmla="*/ 309147 w 311346"/>
                <a:gd name="connsiteY146" fmla="*/ 347856 h 1011287"/>
                <a:gd name="connsiteX147" fmla="*/ 309145 w 311346"/>
                <a:gd name="connsiteY147" fmla="*/ 351302 h 1011287"/>
                <a:gd name="connsiteX148" fmla="*/ 309145 w 311346"/>
                <a:gd name="connsiteY148" fmla="*/ 377076 h 1011287"/>
                <a:gd name="connsiteX149" fmla="*/ 309130 w 311346"/>
                <a:gd name="connsiteY149" fmla="*/ 406369 h 1011287"/>
                <a:gd name="connsiteX150" fmla="*/ 309125 w 311346"/>
                <a:gd name="connsiteY150" fmla="*/ 421330 h 1011287"/>
                <a:gd name="connsiteX151" fmla="*/ 309111 w 311346"/>
                <a:gd name="connsiteY151" fmla="*/ 435002 h 1011287"/>
                <a:gd name="connsiteX152" fmla="*/ 309114 w 311346"/>
                <a:gd name="connsiteY152" fmla="*/ 439971 h 1011287"/>
                <a:gd name="connsiteX153" fmla="*/ 309101 w 311346"/>
                <a:gd name="connsiteY153" fmla="*/ 446679 h 1011287"/>
                <a:gd name="connsiteX154" fmla="*/ 309117 w 311346"/>
                <a:gd name="connsiteY154" fmla="*/ 448669 h 1011287"/>
                <a:gd name="connsiteX155" fmla="*/ 308818 w 311346"/>
                <a:gd name="connsiteY155" fmla="*/ 453182 h 1011287"/>
                <a:gd name="connsiteX156" fmla="*/ 306586 w 311346"/>
                <a:gd name="connsiteY156" fmla="*/ 453926 h 1011287"/>
                <a:gd name="connsiteX157" fmla="*/ 306214 w 311346"/>
                <a:gd name="connsiteY157" fmla="*/ 457274 h 1011287"/>
                <a:gd name="connsiteX158" fmla="*/ 305842 w 311346"/>
                <a:gd name="connsiteY158" fmla="*/ 460623 h 1011287"/>
                <a:gd name="connsiteX159" fmla="*/ 303609 w 311346"/>
                <a:gd name="connsiteY159" fmla="*/ 461367 h 1011287"/>
                <a:gd name="connsiteX160" fmla="*/ 303098 w 311346"/>
                <a:gd name="connsiteY160" fmla="*/ 464390 h 1011287"/>
                <a:gd name="connsiteX161" fmla="*/ 302865 w 311346"/>
                <a:gd name="connsiteY161" fmla="*/ 467320 h 1011287"/>
                <a:gd name="connsiteX162" fmla="*/ 300633 w 311346"/>
                <a:gd name="connsiteY162" fmla="*/ 467320 h 1011287"/>
                <a:gd name="connsiteX163" fmla="*/ 300819 w 311346"/>
                <a:gd name="connsiteY163" fmla="*/ 470250 h 1011287"/>
                <a:gd name="connsiteX164" fmla="*/ 300633 w 311346"/>
                <a:gd name="connsiteY164" fmla="*/ 473273 h 1011287"/>
                <a:gd name="connsiteX165" fmla="*/ 299145 w 311346"/>
                <a:gd name="connsiteY165" fmla="*/ 473599 h 1011287"/>
                <a:gd name="connsiteX166" fmla="*/ 297656 w 311346"/>
                <a:gd name="connsiteY166" fmla="*/ 474018 h 1011287"/>
                <a:gd name="connsiteX167" fmla="*/ 297470 w 311346"/>
                <a:gd name="connsiteY167" fmla="*/ 477785 h 1011287"/>
                <a:gd name="connsiteX168" fmla="*/ 297552 w 311346"/>
                <a:gd name="connsiteY168" fmla="*/ 479857 h 1011287"/>
                <a:gd name="connsiteX169" fmla="*/ 297656 w 311346"/>
                <a:gd name="connsiteY169" fmla="*/ 481459 h 1011287"/>
                <a:gd name="connsiteX170" fmla="*/ 294680 w 311346"/>
                <a:gd name="connsiteY170" fmla="*/ 481459 h 1011287"/>
                <a:gd name="connsiteX171" fmla="*/ 293191 w 311346"/>
                <a:gd name="connsiteY171" fmla="*/ 485180 h 1011287"/>
                <a:gd name="connsiteX172" fmla="*/ 291703 w 311346"/>
                <a:gd name="connsiteY172" fmla="*/ 485180 h 1011287"/>
                <a:gd name="connsiteX173" fmla="*/ 290959 w 311346"/>
                <a:gd name="connsiteY173" fmla="*/ 488156 h 1011287"/>
                <a:gd name="connsiteX174" fmla="*/ 289471 w 311346"/>
                <a:gd name="connsiteY174" fmla="*/ 488900 h 1011287"/>
                <a:gd name="connsiteX175" fmla="*/ 288820 w 311346"/>
                <a:gd name="connsiteY175" fmla="*/ 490342 h 1011287"/>
                <a:gd name="connsiteX176" fmla="*/ 285006 w 311346"/>
                <a:gd name="connsiteY176" fmla="*/ 493365 h 1011287"/>
                <a:gd name="connsiteX177" fmla="*/ 283518 w 311346"/>
                <a:gd name="connsiteY177" fmla="*/ 496342 h 1011287"/>
                <a:gd name="connsiteX178" fmla="*/ 282029 w 311346"/>
                <a:gd name="connsiteY178" fmla="*/ 496342 h 1011287"/>
                <a:gd name="connsiteX179" fmla="*/ 280541 w 311346"/>
                <a:gd name="connsiteY179" fmla="*/ 500062 h 1011287"/>
                <a:gd name="connsiteX180" fmla="*/ 276820 w 311346"/>
                <a:gd name="connsiteY180" fmla="*/ 503039 h 1011287"/>
                <a:gd name="connsiteX181" fmla="*/ 281285 w 311346"/>
                <a:gd name="connsiteY181" fmla="*/ 506760 h 1011287"/>
                <a:gd name="connsiteX182" fmla="*/ 282029 w 311346"/>
                <a:gd name="connsiteY182" fmla="*/ 508992 h 1011287"/>
                <a:gd name="connsiteX183" fmla="*/ 284262 w 311346"/>
                <a:gd name="connsiteY183" fmla="*/ 508992 h 1011287"/>
                <a:gd name="connsiteX184" fmla="*/ 285750 w 311346"/>
                <a:gd name="connsiteY184" fmla="*/ 511969 h 1011287"/>
                <a:gd name="connsiteX185" fmla="*/ 288773 w 311346"/>
                <a:gd name="connsiteY185" fmla="*/ 514620 h 1011287"/>
                <a:gd name="connsiteX186" fmla="*/ 292447 w 311346"/>
                <a:gd name="connsiteY186" fmla="*/ 519410 h 1011287"/>
                <a:gd name="connsiteX187" fmla="*/ 294680 w 311346"/>
                <a:gd name="connsiteY187" fmla="*/ 520154 h 1011287"/>
                <a:gd name="connsiteX188" fmla="*/ 295424 w 311346"/>
                <a:gd name="connsiteY188" fmla="*/ 522387 h 1011287"/>
                <a:gd name="connsiteX189" fmla="*/ 297656 w 311346"/>
                <a:gd name="connsiteY189" fmla="*/ 523131 h 1011287"/>
                <a:gd name="connsiteX190" fmla="*/ 298400 w 311346"/>
                <a:gd name="connsiteY190" fmla="*/ 527596 h 1011287"/>
                <a:gd name="connsiteX191" fmla="*/ 300633 w 311346"/>
                <a:gd name="connsiteY191" fmla="*/ 529084 h 1011287"/>
                <a:gd name="connsiteX192" fmla="*/ 301377 w 311346"/>
                <a:gd name="connsiteY192" fmla="*/ 534293 h 1011287"/>
                <a:gd name="connsiteX193" fmla="*/ 302865 w 311346"/>
                <a:gd name="connsiteY193" fmla="*/ 535037 h 1011287"/>
                <a:gd name="connsiteX194" fmla="*/ 303191 w 311346"/>
                <a:gd name="connsiteY194" fmla="*/ 537642 h 1011287"/>
                <a:gd name="connsiteX195" fmla="*/ 303609 w 311346"/>
                <a:gd name="connsiteY195" fmla="*/ 540246 h 1011287"/>
                <a:gd name="connsiteX196" fmla="*/ 305842 w 311346"/>
                <a:gd name="connsiteY196" fmla="*/ 540990 h 1011287"/>
                <a:gd name="connsiteX197" fmla="*/ 306214 w 311346"/>
                <a:gd name="connsiteY197" fmla="*/ 544246 h 1011287"/>
                <a:gd name="connsiteX198" fmla="*/ 307699 w 311346"/>
                <a:gd name="connsiteY198" fmla="*/ 548897 h 1011287"/>
                <a:gd name="connsiteX199" fmla="*/ 308818 w 311346"/>
                <a:gd name="connsiteY199" fmla="*/ 549920 h 1011287"/>
                <a:gd name="connsiteX200" fmla="*/ 309563 w 311346"/>
                <a:gd name="connsiteY200" fmla="*/ 553641 h 1011287"/>
                <a:gd name="connsiteX201" fmla="*/ 311051 w 311346"/>
                <a:gd name="connsiteY201" fmla="*/ 554385 h 1011287"/>
                <a:gd name="connsiteX202" fmla="*/ 311240 w 311346"/>
                <a:gd name="connsiteY202" fmla="*/ 560959 h 1011287"/>
                <a:gd name="connsiteX203" fmla="*/ 311247 w 311346"/>
                <a:gd name="connsiteY203" fmla="*/ 563085 h 1011287"/>
                <a:gd name="connsiteX204" fmla="*/ 311245 w 311346"/>
                <a:gd name="connsiteY204" fmla="*/ 570233 h 1011287"/>
                <a:gd name="connsiteX205" fmla="*/ 311253 w 311346"/>
                <a:gd name="connsiteY205" fmla="*/ 575372 h 1011287"/>
                <a:gd name="connsiteX206" fmla="*/ 311256 w 311346"/>
                <a:gd name="connsiteY206" fmla="*/ 589565 h 1011287"/>
                <a:gd name="connsiteX207" fmla="*/ 311265 w 311346"/>
                <a:gd name="connsiteY207" fmla="*/ 603277 h 1011287"/>
                <a:gd name="connsiteX208" fmla="*/ 311276 w 311346"/>
                <a:gd name="connsiteY208" fmla="*/ 634803 h 1011287"/>
                <a:gd name="connsiteX209" fmla="*/ 311279 w 311346"/>
                <a:gd name="connsiteY209" fmla="*/ 659140 h 1011287"/>
                <a:gd name="connsiteX210" fmla="*/ 311280 w 311346"/>
                <a:gd name="connsiteY210" fmla="*/ 662631 h 1011287"/>
                <a:gd name="connsiteX211" fmla="*/ 311282 w 311346"/>
                <a:gd name="connsiteY211" fmla="*/ 667891 h 1011287"/>
                <a:gd name="connsiteX212" fmla="*/ 311289 w 311346"/>
                <a:gd name="connsiteY212" fmla="*/ 716825 h 1011287"/>
                <a:gd name="connsiteX213" fmla="*/ 311288 w 311346"/>
                <a:gd name="connsiteY213" fmla="*/ 718690 h 1011287"/>
                <a:gd name="connsiteX214" fmla="*/ 311286 w 311346"/>
                <a:gd name="connsiteY214" fmla="*/ 728049 h 1011287"/>
                <a:gd name="connsiteX215" fmla="*/ 311286 w 311346"/>
                <a:gd name="connsiteY215" fmla="*/ 729927 h 1011287"/>
                <a:gd name="connsiteX216" fmla="*/ 311285 w 311346"/>
                <a:gd name="connsiteY216" fmla="*/ 733686 h 1011287"/>
                <a:gd name="connsiteX217" fmla="*/ 311301 w 311346"/>
                <a:gd name="connsiteY217" fmla="*/ 792194 h 1011287"/>
                <a:gd name="connsiteX218" fmla="*/ 311321 w 311346"/>
                <a:gd name="connsiteY218" fmla="*/ 857865 h 1011287"/>
                <a:gd name="connsiteX219" fmla="*/ 311321 w 311346"/>
                <a:gd name="connsiteY219" fmla="*/ 864860 h 1011287"/>
                <a:gd name="connsiteX220" fmla="*/ 311320 w 311346"/>
                <a:gd name="connsiteY220" fmla="*/ 866600 h 1011287"/>
                <a:gd name="connsiteX221" fmla="*/ 311332 w 311346"/>
                <a:gd name="connsiteY221" fmla="*/ 892660 h 1011287"/>
                <a:gd name="connsiteX222" fmla="*/ 311333 w 311346"/>
                <a:gd name="connsiteY222" fmla="*/ 922279 h 1011287"/>
                <a:gd name="connsiteX223" fmla="*/ 311337 w 311346"/>
                <a:gd name="connsiteY223" fmla="*/ 937408 h 1011287"/>
                <a:gd name="connsiteX224" fmla="*/ 311332 w 311346"/>
                <a:gd name="connsiteY224" fmla="*/ 951233 h 1011287"/>
                <a:gd name="connsiteX225" fmla="*/ 311338 w 311346"/>
                <a:gd name="connsiteY225" fmla="*/ 956258 h 1011287"/>
                <a:gd name="connsiteX226" fmla="*/ 311330 w 311346"/>
                <a:gd name="connsiteY226" fmla="*/ 963041 h 1011287"/>
                <a:gd name="connsiteX227" fmla="*/ 311346 w 311346"/>
                <a:gd name="connsiteY227" fmla="*/ 965053 h 1011287"/>
                <a:gd name="connsiteX228" fmla="*/ 311051 w 311346"/>
                <a:gd name="connsiteY228" fmla="*/ 969615 h 1011287"/>
                <a:gd name="connsiteX229" fmla="*/ 308818 w 311346"/>
                <a:gd name="connsiteY229" fmla="*/ 970359 h 1011287"/>
                <a:gd name="connsiteX230" fmla="*/ 307330 w 311346"/>
                <a:gd name="connsiteY230" fmla="*/ 973336 h 1011287"/>
                <a:gd name="connsiteX231" fmla="*/ 305098 w 311346"/>
                <a:gd name="connsiteY231" fmla="*/ 975568 h 1011287"/>
                <a:gd name="connsiteX232" fmla="*/ 303935 w 311346"/>
                <a:gd name="connsiteY232" fmla="*/ 976777 h 1011287"/>
                <a:gd name="connsiteX233" fmla="*/ 301377 w 311346"/>
                <a:gd name="connsiteY233" fmla="*/ 978545 h 1011287"/>
                <a:gd name="connsiteX234" fmla="*/ 300633 w 311346"/>
                <a:gd name="connsiteY234" fmla="*/ 980080 h 1011287"/>
                <a:gd name="connsiteX235" fmla="*/ 299889 w 311346"/>
                <a:gd name="connsiteY235" fmla="*/ 981521 h 1011287"/>
                <a:gd name="connsiteX236" fmla="*/ 298400 w 311346"/>
                <a:gd name="connsiteY236" fmla="*/ 981521 h 1011287"/>
                <a:gd name="connsiteX237" fmla="*/ 298075 w 311346"/>
                <a:gd name="connsiteY237" fmla="*/ 983010 h 1011287"/>
                <a:gd name="connsiteX238" fmla="*/ 297656 w 311346"/>
                <a:gd name="connsiteY238" fmla="*/ 984498 h 1011287"/>
                <a:gd name="connsiteX239" fmla="*/ 295424 w 311346"/>
                <a:gd name="connsiteY239" fmla="*/ 984498 h 1011287"/>
                <a:gd name="connsiteX240" fmla="*/ 295052 w 311346"/>
                <a:gd name="connsiteY240" fmla="*/ 985986 h 1011287"/>
                <a:gd name="connsiteX241" fmla="*/ 294680 w 311346"/>
                <a:gd name="connsiteY241" fmla="*/ 987474 h 1011287"/>
                <a:gd name="connsiteX242" fmla="*/ 292447 w 311346"/>
                <a:gd name="connsiteY242" fmla="*/ 987474 h 1011287"/>
                <a:gd name="connsiteX243" fmla="*/ 292447 w 311346"/>
                <a:gd name="connsiteY243" fmla="*/ 991195 h 1011287"/>
                <a:gd name="connsiteX244" fmla="*/ 289471 w 311346"/>
                <a:gd name="connsiteY244" fmla="*/ 991195 h 1011287"/>
                <a:gd name="connsiteX245" fmla="*/ 289471 w 311346"/>
                <a:gd name="connsiteY245" fmla="*/ 994172 h 1011287"/>
                <a:gd name="connsiteX246" fmla="*/ 286494 w 311346"/>
                <a:gd name="connsiteY246" fmla="*/ 994172 h 1011287"/>
                <a:gd name="connsiteX247" fmla="*/ 285750 w 311346"/>
                <a:gd name="connsiteY247" fmla="*/ 997148 h 1011287"/>
                <a:gd name="connsiteX248" fmla="*/ 284262 w 311346"/>
                <a:gd name="connsiteY248" fmla="*/ 997892 h 1011287"/>
                <a:gd name="connsiteX249" fmla="*/ 283518 w 311346"/>
                <a:gd name="connsiteY249" fmla="*/ 999381 h 1011287"/>
                <a:gd name="connsiteX250" fmla="*/ 281285 w 311346"/>
                <a:gd name="connsiteY250" fmla="*/ 1001613 h 1011287"/>
                <a:gd name="connsiteX251" fmla="*/ 280541 w 311346"/>
                <a:gd name="connsiteY251" fmla="*/ 1003846 h 1011287"/>
                <a:gd name="connsiteX252" fmla="*/ 278727 w 311346"/>
                <a:gd name="connsiteY252" fmla="*/ 1005613 h 1011287"/>
                <a:gd name="connsiteX253" fmla="*/ 275332 w 311346"/>
                <a:gd name="connsiteY253" fmla="*/ 1011287 h 1011287"/>
                <a:gd name="connsiteX254" fmla="*/ 0 w 311346"/>
                <a:gd name="connsiteY254" fmla="*/ 1011287 h 1011287"/>
                <a:gd name="connsiteX255" fmla="*/ 0 w 311346"/>
                <a:gd name="connsiteY25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311346" h="1011287">
                  <a:moveTo>
                    <a:pt x="78985" y="550659"/>
                  </a:moveTo>
                  <a:cubicBezTo>
                    <a:pt x="78985" y="676657"/>
                    <a:pt x="78985" y="798949"/>
                    <a:pt x="78985" y="921241"/>
                  </a:cubicBezTo>
                  <a:cubicBezTo>
                    <a:pt x="81520" y="920607"/>
                    <a:pt x="83610" y="920407"/>
                    <a:pt x="86199" y="920397"/>
                  </a:cubicBezTo>
                  <a:cubicBezTo>
                    <a:pt x="86780" y="920399"/>
                    <a:pt x="87344" y="920401"/>
                    <a:pt x="87908" y="920402"/>
                  </a:cubicBezTo>
                  <a:cubicBezTo>
                    <a:pt x="89841" y="920399"/>
                    <a:pt x="91774" y="920396"/>
                    <a:pt x="93707" y="920398"/>
                  </a:cubicBezTo>
                  <a:cubicBezTo>
                    <a:pt x="95125" y="920400"/>
                    <a:pt x="96543" y="920400"/>
                    <a:pt x="97962" y="920399"/>
                  </a:cubicBezTo>
                  <a:cubicBezTo>
                    <a:pt x="101821" y="920395"/>
                    <a:pt x="105681" y="920393"/>
                    <a:pt x="109540" y="920395"/>
                  </a:cubicBezTo>
                  <a:cubicBezTo>
                    <a:pt x="113644" y="920398"/>
                    <a:pt x="117747" y="920398"/>
                    <a:pt x="121851" y="920397"/>
                  </a:cubicBezTo>
                  <a:cubicBezTo>
                    <a:pt x="128714" y="920395"/>
                    <a:pt x="135578" y="920395"/>
                    <a:pt x="142442" y="920398"/>
                  </a:cubicBezTo>
                  <a:cubicBezTo>
                    <a:pt x="150447" y="920403"/>
                    <a:pt x="158453" y="920404"/>
                    <a:pt x="166458" y="920400"/>
                  </a:cubicBezTo>
                  <a:cubicBezTo>
                    <a:pt x="173378" y="920396"/>
                    <a:pt x="180298" y="920394"/>
                    <a:pt x="187217" y="920396"/>
                  </a:cubicBezTo>
                  <a:cubicBezTo>
                    <a:pt x="191335" y="920397"/>
                    <a:pt x="195454" y="920399"/>
                    <a:pt x="199572" y="920397"/>
                  </a:cubicBezTo>
                  <a:cubicBezTo>
                    <a:pt x="203514" y="920395"/>
                    <a:pt x="207456" y="920393"/>
                    <a:pt x="211398" y="920397"/>
                  </a:cubicBezTo>
                  <a:cubicBezTo>
                    <a:pt x="212845" y="920398"/>
                    <a:pt x="214292" y="920400"/>
                    <a:pt x="215739" y="920401"/>
                  </a:cubicBezTo>
                  <a:cubicBezTo>
                    <a:pt x="217766" y="920398"/>
                    <a:pt x="219793" y="920396"/>
                    <a:pt x="221820" y="920399"/>
                  </a:cubicBezTo>
                  <a:cubicBezTo>
                    <a:pt x="222738" y="920401"/>
                    <a:pt x="222738" y="920401"/>
                    <a:pt x="223638" y="920402"/>
                  </a:cubicBezTo>
                  <a:cubicBezTo>
                    <a:pt x="225533" y="920397"/>
                    <a:pt x="227407" y="920422"/>
                    <a:pt x="229301" y="920497"/>
                  </a:cubicBezTo>
                  <a:cubicBezTo>
                    <a:pt x="230046" y="921241"/>
                    <a:pt x="230046" y="921241"/>
                    <a:pt x="232278" y="921241"/>
                  </a:cubicBezTo>
                  <a:cubicBezTo>
                    <a:pt x="232362" y="878156"/>
                    <a:pt x="232428" y="835072"/>
                    <a:pt x="232467" y="791987"/>
                  </a:cubicBezTo>
                  <a:cubicBezTo>
                    <a:pt x="232471" y="786853"/>
                    <a:pt x="232476" y="781718"/>
                    <a:pt x="232481" y="776583"/>
                  </a:cubicBezTo>
                  <a:cubicBezTo>
                    <a:pt x="232481" y="776056"/>
                    <a:pt x="232482" y="775545"/>
                    <a:pt x="232482" y="775034"/>
                  </a:cubicBezTo>
                  <a:cubicBezTo>
                    <a:pt x="232498" y="758436"/>
                    <a:pt x="232525" y="741838"/>
                    <a:pt x="232559" y="725241"/>
                  </a:cubicBezTo>
                  <a:cubicBezTo>
                    <a:pt x="232594" y="708159"/>
                    <a:pt x="232619" y="691078"/>
                    <a:pt x="232627" y="673997"/>
                  </a:cubicBezTo>
                  <a:cubicBezTo>
                    <a:pt x="232631" y="663467"/>
                    <a:pt x="232641" y="652938"/>
                    <a:pt x="232671" y="642408"/>
                  </a:cubicBezTo>
                  <a:cubicBezTo>
                    <a:pt x="232692" y="635126"/>
                    <a:pt x="232704" y="627843"/>
                    <a:pt x="232702" y="620561"/>
                  </a:cubicBezTo>
                  <a:cubicBezTo>
                    <a:pt x="232699" y="616361"/>
                    <a:pt x="232694" y="612162"/>
                    <a:pt x="232710" y="607962"/>
                  </a:cubicBezTo>
                  <a:cubicBezTo>
                    <a:pt x="232728" y="604061"/>
                    <a:pt x="232743" y="600160"/>
                    <a:pt x="232735" y="596259"/>
                  </a:cubicBezTo>
                  <a:cubicBezTo>
                    <a:pt x="232730" y="594846"/>
                    <a:pt x="232727" y="593434"/>
                    <a:pt x="232725" y="592021"/>
                  </a:cubicBezTo>
                  <a:cubicBezTo>
                    <a:pt x="232742" y="590056"/>
                    <a:pt x="232759" y="588093"/>
                    <a:pt x="232749" y="586128"/>
                  </a:cubicBezTo>
                  <a:cubicBezTo>
                    <a:pt x="232742" y="585242"/>
                    <a:pt x="232742" y="585242"/>
                    <a:pt x="232736" y="584374"/>
                  </a:cubicBezTo>
                  <a:cubicBezTo>
                    <a:pt x="232771" y="582400"/>
                    <a:pt x="232674" y="580896"/>
                    <a:pt x="232278" y="578936"/>
                  </a:cubicBezTo>
                  <a:cubicBezTo>
                    <a:pt x="231636" y="578742"/>
                    <a:pt x="231012" y="578553"/>
                    <a:pt x="230389" y="578364"/>
                  </a:cubicBezTo>
                  <a:cubicBezTo>
                    <a:pt x="229766" y="578306"/>
                    <a:pt x="229162" y="578249"/>
                    <a:pt x="228557" y="578192"/>
                  </a:cubicBezTo>
                  <a:cubicBezTo>
                    <a:pt x="228557" y="577433"/>
                    <a:pt x="228557" y="576696"/>
                    <a:pt x="228557" y="575960"/>
                  </a:cubicBezTo>
                  <a:cubicBezTo>
                    <a:pt x="226473" y="574571"/>
                    <a:pt x="225338" y="573398"/>
                    <a:pt x="223767" y="571495"/>
                  </a:cubicBezTo>
                  <a:cubicBezTo>
                    <a:pt x="222401" y="569833"/>
                    <a:pt x="221423" y="568679"/>
                    <a:pt x="219508" y="567681"/>
                  </a:cubicBezTo>
                  <a:cubicBezTo>
                    <a:pt x="219043" y="567460"/>
                    <a:pt x="218591" y="567245"/>
                    <a:pt x="218139" y="567030"/>
                  </a:cubicBezTo>
                  <a:cubicBezTo>
                    <a:pt x="217321" y="565394"/>
                    <a:pt x="217321" y="565394"/>
                    <a:pt x="214419" y="562984"/>
                  </a:cubicBezTo>
                  <a:cubicBezTo>
                    <a:pt x="212803" y="561683"/>
                    <a:pt x="212803" y="561683"/>
                    <a:pt x="211442" y="560333"/>
                  </a:cubicBezTo>
                  <a:cubicBezTo>
                    <a:pt x="211189" y="559574"/>
                    <a:pt x="210943" y="558837"/>
                    <a:pt x="210698" y="558100"/>
                  </a:cubicBezTo>
                  <a:cubicBezTo>
                    <a:pt x="209704" y="557859"/>
                    <a:pt x="208712" y="557612"/>
                    <a:pt x="207721" y="557356"/>
                  </a:cubicBezTo>
                  <a:cubicBezTo>
                    <a:pt x="207721" y="556597"/>
                    <a:pt x="207721" y="555861"/>
                    <a:pt x="207721" y="555124"/>
                  </a:cubicBezTo>
                  <a:cubicBezTo>
                    <a:pt x="207089" y="554997"/>
                    <a:pt x="206475" y="554875"/>
                    <a:pt x="205861" y="554752"/>
                  </a:cubicBezTo>
                  <a:cubicBezTo>
                    <a:pt x="205228" y="554625"/>
                    <a:pt x="204615" y="554502"/>
                    <a:pt x="204001" y="554380"/>
                  </a:cubicBezTo>
                  <a:cubicBezTo>
                    <a:pt x="204001" y="553621"/>
                    <a:pt x="204001" y="552884"/>
                    <a:pt x="204001" y="552147"/>
                  </a:cubicBezTo>
                  <a:cubicBezTo>
                    <a:pt x="201768" y="550659"/>
                    <a:pt x="201768" y="550659"/>
                    <a:pt x="78985" y="550659"/>
                  </a:cubicBezTo>
                  <a:close/>
                  <a:moveTo>
                    <a:pt x="79730" y="90907"/>
                  </a:moveTo>
                  <a:cubicBezTo>
                    <a:pt x="78901" y="91736"/>
                    <a:pt x="78901" y="91736"/>
                    <a:pt x="78888" y="95702"/>
                  </a:cubicBezTo>
                  <a:cubicBezTo>
                    <a:pt x="78890" y="96308"/>
                    <a:pt x="78892" y="96896"/>
                    <a:pt x="78894" y="97484"/>
                  </a:cubicBezTo>
                  <a:cubicBezTo>
                    <a:pt x="78891" y="99486"/>
                    <a:pt x="78890" y="101488"/>
                    <a:pt x="78893" y="103491"/>
                  </a:cubicBezTo>
                  <a:cubicBezTo>
                    <a:pt x="78895" y="104974"/>
                    <a:pt x="78896" y="106457"/>
                    <a:pt x="78896" y="107941"/>
                  </a:cubicBezTo>
                  <a:cubicBezTo>
                    <a:pt x="78893" y="112022"/>
                    <a:pt x="78893" y="116103"/>
                    <a:pt x="78897" y="120183"/>
                  </a:cubicBezTo>
                  <a:cubicBezTo>
                    <a:pt x="78901" y="124649"/>
                    <a:pt x="78902" y="129115"/>
                    <a:pt x="78901" y="133580"/>
                  </a:cubicBezTo>
                  <a:cubicBezTo>
                    <a:pt x="78900" y="141814"/>
                    <a:pt x="78902" y="150049"/>
                    <a:pt x="78906" y="158283"/>
                  </a:cubicBezTo>
                  <a:cubicBezTo>
                    <a:pt x="78910" y="166483"/>
                    <a:pt x="78914" y="174684"/>
                    <a:pt x="78915" y="182885"/>
                  </a:cubicBezTo>
                  <a:cubicBezTo>
                    <a:pt x="78915" y="183408"/>
                    <a:pt x="78915" y="183917"/>
                    <a:pt x="78915" y="184425"/>
                  </a:cubicBezTo>
                  <a:cubicBezTo>
                    <a:pt x="78915" y="187008"/>
                    <a:pt x="78915" y="189591"/>
                    <a:pt x="78916" y="192174"/>
                  </a:cubicBezTo>
                  <a:cubicBezTo>
                    <a:pt x="78917" y="210483"/>
                    <a:pt x="78922" y="228792"/>
                    <a:pt x="78929" y="247102"/>
                  </a:cubicBezTo>
                  <a:cubicBezTo>
                    <a:pt x="78936" y="264926"/>
                    <a:pt x="78941" y="282750"/>
                    <a:pt x="78944" y="300575"/>
                  </a:cubicBezTo>
                  <a:cubicBezTo>
                    <a:pt x="78944" y="301141"/>
                    <a:pt x="78945" y="301690"/>
                    <a:pt x="78945" y="302239"/>
                  </a:cubicBezTo>
                  <a:cubicBezTo>
                    <a:pt x="78946" y="307760"/>
                    <a:pt x="78947" y="313281"/>
                    <a:pt x="78947" y="318802"/>
                  </a:cubicBezTo>
                  <a:cubicBezTo>
                    <a:pt x="78949" y="330061"/>
                    <a:pt x="78951" y="341320"/>
                    <a:pt x="78954" y="352579"/>
                  </a:cubicBezTo>
                  <a:cubicBezTo>
                    <a:pt x="78954" y="353113"/>
                    <a:pt x="78954" y="353631"/>
                    <a:pt x="78954" y="354149"/>
                  </a:cubicBezTo>
                  <a:cubicBezTo>
                    <a:pt x="78961" y="389185"/>
                    <a:pt x="78973" y="424221"/>
                    <a:pt x="78985" y="459257"/>
                  </a:cubicBezTo>
                  <a:cubicBezTo>
                    <a:pt x="80452" y="459257"/>
                    <a:pt x="81918" y="459253"/>
                    <a:pt x="83385" y="459247"/>
                  </a:cubicBezTo>
                  <a:cubicBezTo>
                    <a:pt x="84303" y="459242"/>
                    <a:pt x="85195" y="459238"/>
                    <a:pt x="86086" y="459233"/>
                  </a:cubicBezTo>
                  <a:cubicBezTo>
                    <a:pt x="87677" y="459225"/>
                    <a:pt x="89268" y="459217"/>
                    <a:pt x="90859" y="459209"/>
                  </a:cubicBezTo>
                  <a:cubicBezTo>
                    <a:pt x="91449" y="459206"/>
                    <a:pt x="92022" y="459203"/>
                    <a:pt x="92594" y="459200"/>
                  </a:cubicBezTo>
                  <a:cubicBezTo>
                    <a:pt x="103944" y="459142"/>
                    <a:pt x="115293" y="459080"/>
                    <a:pt x="126643" y="459016"/>
                  </a:cubicBezTo>
                  <a:cubicBezTo>
                    <a:pt x="133950" y="458975"/>
                    <a:pt x="141256" y="458934"/>
                    <a:pt x="148563" y="458897"/>
                  </a:cubicBezTo>
                  <a:cubicBezTo>
                    <a:pt x="154991" y="458865"/>
                    <a:pt x="161418" y="458832"/>
                    <a:pt x="167846" y="458795"/>
                  </a:cubicBezTo>
                  <a:cubicBezTo>
                    <a:pt x="171237" y="458775"/>
                    <a:pt x="174627" y="458754"/>
                    <a:pt x="178018" y="458738"/>
                  </a:cubicBezTo>
                  <a:cubicBezTo>
                    <a:pt x="181264" y="458723"/>
                    <a:pt x="184509" y="458708"/>
                    <a:pt x="187755" y="458688"/>
                  </a:cubicBezTo>
                  <a:cubicBezTo>
                    <a:pt x="188946" y="458680"/>
                    <a:pt x="190138" y="458672"/>
                    <a:pt x="191329" y="458665"/>
                  </a:cubicBezTo>
                  <a:cubicBezTo>
                    <a:pt x="192998" y="458659"/>
                    <a:pt x="194667" y="458653"/>
                    <a:pt x="196335" y="458641"/>
                  </a:cubicBezTo>
                  <a:cubicBezTo>
                    <a:pt x="196845" y="458638"/>
                    <a:pt x="197339" y="458634"/>
                    <a:pt x="197834" y="458630"/>
                  </a:cubicBezTo>
                  <a:cubicBezTo>
                    <a:pt x="199669" y="458620"/>
                    <a:pt x="201887" y="459138"/>
                    <a:pt x="203257" y="457768"/>
                  </a:cubicBezTo>
                  <a:cubicBezTo>
                    <a:pt x="203441" y="456225"/>
                    <a:pt x="203441" y="456225"/>
                    <a:pt x="204001" y="454792"/>
                  </a:cubicBezTo>
                  <a:cubicBezTo>
                    <a:pt x="205013" y="454792"/>
                    <a:pt x="205995" y="454792"/>
                    <a:pt x="206978" y="454792"/>
                  </a:cubicBezTo>
                  <a:cubicBezTo>
                    <a:pt x="208187" y="453489"/>
                    <a:pt x="208187" y="453489"/>
                    <a:pt x="209210" y="451815"/>
                  </a:cubicBezTo>
                  <a:cubicBezTo>
                    <a:pt x="209917" y="450215"/>
                    <a:pt x="209917" y="450215"/>
                    <a:pt x="210698" y="448839"/>
                  </a:cubicBezTo>
                  <a:cubicBezTo>
                    <a:pt x="211457" y="448586"/>
                    <a:pt x="212194" y="448340"/>
                    <a:pt x="212931" y="448094"/>
                  </a:cubicBezTo>
                  <a:cubicBezTo>
                    <a:pt x="213073" y="447573"/>
                    <a:pt x="213211" y="447066"/>
                    <a:pt x="213349" y="446560"/>
                  </a:cubicBezTo>
                  <a:cubicBezTo>
                    <a:pt x="213460" y="446069"/>
                    <a:pt x="213568" y="445594"/>
                    <a:pt x="213675" y="445118"/>
                  </a:cubicBezTo>
                  <a:cubicBezTo>
                    <a:pt x="214181" y="445118"/>
                    <a:pt x="214672" y="445118"/>
                    <a:pt x="215163" y="445118"/>
                  </a:cubicBezTo>
                  <a:cubicBezTo>
                    <a:pt x="215690" y="444582"/>
                    <a:pt x="215690" y="444582"/>
                    <a:pt x="216207" y="444057"/>
                  </a:cubicBezTo>
                  <a:cubicBezTo>
                    <a:pt x="217690" y="442234"/>
                    <a:pt x="219137" y="440405"/>
                    <a:pt x="220791" y="438735"/>
                  </a:cubicBezTo>
                  <a:cubicBezTo>
                    <a:pt x="222294" y="437248"/>
                    <a:pt x="223563" y="435641"/>
                    <a:pt x="224837" y="433956"/>
                  </a:cubicBezTo>
                  <a:cubicBezTo>
                    <a:pt x="225518" y="432280"/>
                    <a:pt x="225518" y="432280"/>
                    <a:pt x="226325" y="430979"/>
                  </a:cubicBezTo>
                  <a:cubicBezTo>
                    <a:pt x="227337" y="430979"/>
                    <a:pt x="228320" y="430979"/>
                    <a:pt x="229302" y="430979"/>
                  </a:cubicBezTo>
                  <a:cubicBezTo>
                    <a:pt x="229302" y="315355"/>
                    <a:pt x="229302" y="203131"/>
                    <a:pt x="229302" y="90907"/>
                  </a:cubicBezTo>
                  <a:cubicBezTo>
                    <a:pt x="227087" y="91645"/>
                    <a:pt x="225286" y="91742"/>
                    <a:pt x="222971" y="91751"/>
                  </a:cubicBezTo>
                  <a:cubicBezTo>
                    <a:pt x="222114" y="91748"/>
                    <a:pt x="222114" y="91748"/>
                    <a:pt x="221274" y="91746"/>
                  </a:cubicBezTo>
                  <a:cubicBezTo>
                    <a:pt x="219362" y="91749"/>
                    <a:pt x="217450" y="91752"/>
                    <a:pt x="215538" y="91750"/>
                  </a:cubicBezTo>
                  <a:cubicBezTo>
                    <a:pt x="214134" y="91748"/>
                    <a:pt x="212730" y="91748"/>
                    <a:pt x="211325" y="91749"/>
                  </a:cubicBezTo>
                  <a:cubicBezTo>
                    <a:pt x="207506" y="91753"/>
                    <a:pt x="203687" y="91755"/>
                    <a:pt x="199868" y="91753"/>
                  </a:cubicBezTo>
                  <a:cubicBezTo>
                    <a:pt x="195806" y="91750"/>
                    <a:pt x="191743" y="91750"/>
                    <a:pt x="187681" y="91751"/>
                  </a:cubicBezTo>
                  <a:cubicBezTo>
                    <a:pt x="180886" y="91753"/>
                    <a:pt x="174091" y="91753"/>
                    <a:pt x="167296" y="91750"/>
                  </a:cubicBezTo>
                  <a:cubicBezTo>
                    <a:pt x="159372" y="91745"/>
                    <a:pt x="151447" y="91744"/>
                    <a:pt x="143522" y="91748"/>
                  </a:cubicBezTo>
                  <a:cubicBezTo>
                    <a:pt x="136674" y="91752"/>
                    <a:pt x="129826" y="91753"/>
                    <a:pt x="122977" y="91752"/>
                  </a:cubicBezTo>
                  <a:cubicBezTo>
                    <a:pt x="118901" y="91751"/>
                    <a:pt x="114824" y="91749"/>
                    <a:pt x="110747" y="91751"/>
                  </a:cubicBezTo>
                  <a:cubicBezTo>
                    <a:pt x="106845" y="91753"/>
                    <a:pt x="102943" y="91755"/>
                    <a:pt x="99041" y="91751"/>
                  </a:cubicBezTo>
                  <a:cubicBezTo>
                    <a:pt x="97607" y="91750"/>
                    <a:pt x="96174" y="91748"/>
                    <a:pt x="94740" y="91747"/>
                  </a:cubicBezTo>
                  <a:cubicBezTo>
                    <a:pt x="92734" y="91750"/>
                    <a:pt x="90729" y="91752"/>
                    <a:pt x="88723" y="91749"/>
                  </a:cubicBezTo>
                  <a:cubicBezTo>
                    <a:pt x="87812" y="91747"/>
                    <a:pt x="87812" y="91747"/>
                    <a:pt x="86919" y="91746"/>
                  </a:cubicBezTo>
                  <a:cubicBezTo>
                    <a:pt x="85012" y="91751"/>
                    <a:pt x="83125" y="91724"/>
                    <a:pt x="81218" y="91651"/>
                  </a:cubicBezTo>
                  <a:cubicBezTo>
                    <a:pt x="80712" y="91398"/>
                    <a:pt x="80221" y="91153"/>
                    <a:pt x="79730" y="90907"/>
                  </a:cubicBezTo>
                  <a:close/>
                  <a:moveTo>
                    <a:pt x="0" y="0"/>
                  </a:moveTo>
                  <a:cubicBezTo>
                    <a:pt x="89877" y="0"/>
                    <a:pt x="179755" y="0"/>
                    <a:pt x="272355" y="0"/>
                  </a:cubicBezTo>
                  <a:cubicBezTo>
                    <a:pt x="272601" y="1473"/>
                    <a:pt x="272847" y="2947"/>
                    <a:pt x="273100" y="4465"/>
                  </a:cubicBezTo>
                  <a:cubicBezTo>
                    <a:pt x="273591" y="4465"/>
                    <a:pt x="274082" y="4465"/>
                    <a:pt x="274588" y="4465"/>
                  </a:cubicBezTo>
                  <a:cubicBezTo>
                    <a:pt x="275658" y="5741"/>
                    <a:pt x="275658" y="5741"/>
                    <a:pt x="276820" y="7395"/>
                  </a:cubicBezTo>
                  <a:cubicBezTo>
                    <a:pt x="278344" y="9664"/>
                    <a:pt x="278344" y="9664"/>
                    <a:pt x="280541" y="11162"/>
                  </a:cubicBezTo>
                  <a:cubicBezTo>
                    <a:pt x="281037" y="12154"/>
                    <a:pt x="281533" y="13146"/>
                    <a:pt x="282029" y="14139"/>
                  </a:cubicBezTo>
                  <a:cubicBezTo>
                    <a:pt x="282520" y="14384"/>
                    <a:pt x="283012" y="14630"/>
                    <a:pt x="283518" y="14883"/>
                  </a:cubicBezTo>
                  <a:cubicBezTo>
                    <a:pt x="283763" y="15620"/>
                    <a:pt x="284009" y="16356"/>
                    <a:pt x="284262" y="17115"/>
                  </a:cubicBezTo>
                  <a:cubicBezTo>
                    <a:pt x="284998" y="17361"/>
                    <a:pt x="285735" y="17606"/>
                    <a:pt x="286494" y="17859"/>
                  </a:cubicBezTo>
                  <a:cubicBezTo>
                    <a:pt x="286740" y="18596"/>
                    <a:pt x="286985" y="19333"/>
                    <a:pt x="287238" y="20092"/>
                  </a:cubicBezTo>
                  <a:cubicBezTo>
                    <a:pt x="287975" y="20337"/>
                    <a:pt x="288712" y="20583"/>
                    <a:pt x="289471" y="20836"/>
                  </a:cubicBezTo>
                  <a:cubicBezTo>
                    <a:pt x="289748" y="21820"/>
                    <a:pt x="289996" y="22813"/>
                    <a:pt x="290215" y="23812"/>
                  </a:cubicBezTo>
                  <a:cubicBezTo>
                    <a:pt x="290706" y="24058"/>
                    <a:pt x="291197" y="24304"/>
                    <a:pt x="291703" y="24557"/>
                  </a:cubicBezTo>
                  <a:cubicBezTo>
                    <a:pt x="291949" y="25293"/>
                    <a:pt x="292194" y="26030"/>
                    <a:pt x="292447" y="26789"/>
                  </a:cubicBezTo>
                  <a:cubicBezTo>
                    <a:pt x="292938" y="26912"/>
                    <a:pt x="293430" y="27035"/>
                    <a:pt x="293936" y="27161"/>
                  </a:cubicBezTo>
                  <a:cubicBezTo>
                    <a:pt x="294427" y="27284"/>
                    <a:pt x="294918" y="27407"/>
                    <a:pt x="295424" y="27533"/>
                  </a:cubicBezTo>
                  <a:cubicBezTo>
                    <a:pt x="295669" y="28270"/>
                    <a:pt x="295915" y="29007"/>
                    <a:pt x="296168" y="29766"/>
                  </a:cubicBezTo>
                  <a:cubicBezTo>
                    <a:pt x="296888" y="30533"/>
                    <a:pt x="297636" y="31275"/>
                    <a:pt x="298400" y="31998"/>
                  </a:cubicBezTo>
                  <a:cubicBezTo>
                    <a:pt x="299747" y="33540"/>
                    <a:pt x="301076" y="35096"/>
                    <a:pt x="302403" y="36655"/>
                  </a:cubicBezTo>
                  <a:cubicBezTo>
                    <a:pt x="303534" y="38022"/>
                    <a:pt x="303534" y="38022"/>
                    <a:pt x="305098" y="38695"/>
                  </a:cubicBezTo>
                  <a:cubicBezTo>
                    <a:pt x="305343" y="39432"/>
                    <a:pt x="305589" y="40169"/>
                    <a:pt x="305842" y="40928"/>
                  </a:cubicBezTo>
                  <a:cubicBezTo>
                    <a:pt x="306341" y="41083"/>
                    <a:pt x="306839" y="41239"/>
                    <a:pt x="307353" y="41399"/>
                  </a:cubicBezTo>
                  <a:cubicBezTo>
                    <a:pt x="307837" y="41735"/>
                    <a:pt x="308320" y="42070"/>
                    <a:pt x="308818" y="42416"/>
                  </a:cubicBezTo>
                  <a:cubicBezTo>
                    <a:pt x="309120" y="44701"/>
                    <a:pt x="309216" y="46723"/>
                    <a:pt x="309191" y="49012"/>
                  </a:cubicBezTo>
                  <a:cubicBezTo>
                    <a:pt x="309197" y="50055"/>
                    <a:pt x="309197" y="50055"/>
                    <a:pt x="309203" y="51118"/>
                  </a:cubicBezTo>
                  <a:cubicBezTo>
                    <a:pt x="309214" y="53474"/>
                    <a:pt x="309202" y="55829"/>
                    <a:pt x="309191" y="58184"/>
                  </a:cubicBezTo>
                  <a:cubicBezTo>
                    <a:pt x="309194" y="59879"/>
                    <a:pt x="309198" y="61574"/>
                    <a:pt x="309204" y="63269"/>
                  </a:cubicBezTo>
                  <a:cubicBezTo>
                    <a:pt x="309215" y="67948"/>
                    <a:pt x="309207" y="72627"/>
                    <a:pt x="309197" y="77305"/>
                  </a:cubicBezTo>
                  <a:cubicBezTo>
                    <a:pt x="309189" y="81826"/>
                    <a:pt x="309196" y="86347"/>
                    <a:pt x="309202" y="90868"/>
                  </a:cubicBezTo>
                  <a:cubicBezTo>
                    <a:pt x="309215" y="100689"/>
                    <a:pt x="309211" y="110511"/>
                    <a:pt x="309199" y="120333"/>
                  </a:cubicBezTo>
                  <a:cubicBezTo>
                    <a:pt x="309190" y="128927"/>
                    <a:pt x="309186" y="137522"/>
                    <a:pt x="309188" y="146116"/>
                  </a:cubicBezTo>
                  <a:cubicBezTo>
                    <a:pt x="309188" y="146970"/>
                    <a:pt x="309188" y="146970"/>
                    <a:pt x="309188" y="147841"/>
                  </a:cubicBezTo>
                  <a:cubicBezTo>
                    <a:pt x="309189" y="150151"/>
                    <a:pt x="309189" y="152462"/>
                    <a:pt x="309190" y="154773"/>
                  </a:cubicBezTo>
                  <a:cubicBezTo>
                    <a:pt x="309195" y="176463"/>
                    <a:pt x="309183" y="198154"/>
                    <a:pt x="309164" y="219845"/>
                  </a:cubicBezTo>
                  <a:cubicBezTo>
                    <a:pt x="309147" y="239133"/>
                    <a:pt x="309143" y="258421"/>
                    <a:pt x="309150" y="277709"/>
                  </a:cubicBezTo>
                  <a:cubicBezTo>
                    <a:pt x="309152" y="282648"/>
                    <a:pt x="309154" y="287587"/>
                    <a:pt x="309156" y="292526"/>
                  </a:cubicBezTo>
                  <a:cubicBezTo>
                    <a:pt x="309156" y="293134"/>
                    <a:pt x="309156" y="293742"/>
                    <a:pt x="309157" y="294368"/>
                  </a:cubicBezTo>
                  <a:cubicBezTo>
                    <a:pt x="309162" y="310466"/>
                    <a:pt x="309158" y="326565"/>
                    <a:pt x="309149" y="342663"/>
                  </a:cubicBezTo>
                  <a:cubicBezTo>
                    <a:pt x="309149" y="344394"/>
                    <a:pt x="309148" y="346125"/>
                    <a:pt x="309147" y="347856"/>
                  </a:cubicBezTo>
                  <a:cubicBezTo>
                    <a:pt x="309146" y="349005"/>
                    <a:pt x="309146" y="350154"/>
                    <a:pt x="309145" y="351302"/>
                  </a:cubicBezTo>
                  <a:cubicBezTo>
                    <a:pt x="309141" y="359894"/>
                    <a:pt x="309142" y="368485"/>
                    <a:pt x="309145" y="377076"/>
                  </a:cubicBezTo>
                  <a:cubicBezTo>
                    <a:pt x="309149" y="386840"/>
                    <a:pt x="309145" y="396605"/>
                    <a:pt x="309130" y="406369"/>
                  </a:cubicBezTo>
                  <a:cubicBezTo>
                    <a:pt x="309122" y="411356"/>
                    <a:pt x="309119" y="416343"/>
                    <a:pt x="309125" y="421330"/>
                  </a:cubicBezTo>
                  <a:cubicBezTo>
                    <a:pt x="309130" y="425887"/>
                    <a:pt x="309125" y="430444"/>
                    <a:pt x="309111" y="435002"/>
                  </a:cubicBezTo>
                  <a:cubicBezTo>
                    <a:pt x="309108" y="436658"/>
                    <a:pt x="309109" y="438315"/>
                    <a:pt x="309114" y="439971"/>
                  </a:cubicBezTo>
                  <a:cubicBezTo>
                    <a:pt x="309120" y="442207"/>
                    <a:pt x="309113" y="444443"/>
                    <a:pt x="309101" y="446679"/>
                  </a:cubicBezTo>
                  <a:cubicBezTo>
                    <a:pt x="309106" y="447336"/>
                    <a:pt x="309111" y="447992"/>
                    <a:pt x="309117" y="448669"/>
                  </a:cubicBezTo>
                  <a:cubicBezTo>
                    <a:pt x="309099" y="450457"/>
                    <a:pt x="309099" y="450457"/>
                    <a:pt x="308818" y="453182"/>
                  </a:cubicBezTo>
                  <a:cubicBezTo>
                    <a:pt x="308082" y="453427"/>
                    <a:pt x="307345" y="453673"/>
                    <a:pt x="306586" y="453926"/>
                  </a:cubicBezTo>
                  <a:cubicBezTo>
                    <a:pt x="306233" y="455481"/>
                    <a:pt x="306233" y="455481"/>
                    <a:pt x="306214" y="457274"/>
                  </a:cubicBezTo>
                  <a:cubicBezTo>
                    <a:pt x="306144" y="459111"/>
                    <a:pt x="306144" y="459111"/>
                    <a:pt x="305842" y="460623"/>
                  </a:cubicBezTo>
                  <a:cubicBezTo>
                    <a:pt x="305105" y="460869"/>
                    <a:pt x="304368" y="461114"/>
                    <a:pt x="303609" y="461367"/>
                  </a:cubicBezTo>
                  <a:cubicBezTo>
                    <a:pt x="303174" y="462771"/>
                    <a:pt x="303174" y="462771"/>
                    <a:pt x="303098" y="464390"/>
                  </a:cubicBezTo>
                  <a:cubicBezTo>
                    <a:pt x="303021" y="465357"/>
                    <a:pt x="302944" y="466324"/>
                    <a:pt x="302865" y="467320"/>
                  </a:cubicBezTo>
                  <a:cubicBezTo>
                    <a:pt x="302129" y="467320"/>
                    <a:pt x="301392" y="467320"/>
                    <a:pt x="300633" y="467320"/>
                  </a:cubicBezTo>
                  <a:cubicBezTo>
                    <a:pt x="300694" y="468287"/>
                    <a:pt x="300756" y="469254"/>
                    <a:pt x="300819" y="470250"/>
                  </a:cubicBezTo>
                  <a:cubicBezTo>
                    <a:pt x="300924" y="471898"/>
                    <a:pt x="300924" y="471898"/>
                    <a:pt x="300633" y="473273"/>
                  </a:cubicBezTo>
                  <a:cubicBezTo>
                    <a:pt x="300142" y="473381"/>
                    <a:pt x="299651" y="473488"/>
                    <a:pt x="299145" y="473599"/>
                  </a:cubicBezTo>
                  <a:cubicBezTo>
                    <a:pt x="298653" y="473737"/>
                    <a:pt x="298162" y="473875"/>
                    <a:pt x="297656" y="474018"/>
                  </a:cubicBezTo>
                  <a:cubicBezTo>
                    <a:pt x="297293" y="475771"/>
                    <a:pt x="297293" y="475771"/>
                    <a:pt x="297470" y="477785"/>
                  </a:cubicBezTo>
                  <a:cubicBezTo>
                    <a:pt x="297497" y="478469"/>
                    <a:pt x="297524" y="479153"/>
                    <a:pt x="297552" y="479857"/>
                  </a:cubicBezTo>
                  <a:cubicBezTo>
                    <a:pt x="297586" y="480386"/>
                    <a:pt x="297621" y="480914"/>
                    <a:pt x="297656" y="481459"/>
                  </a:cubicBezTo>
                  <a:cubicBezTo>
                    <a:pt x="296674" y="481459"/>
                    <a:pt x="295692" y="481459"/>
                    <a:pt x="294680" y="481459"/>
                  </a:cubicBezTo>
                  <a:cubicBezTo>
                    <a:pt x="293820" y="483298"/>
                    <a:pt x="293820" y="483298"/>
                    <a:pt x="293191" y="485180"/>
                  </a:cubicBezTo>
                  <a:cubicBezTo>
                    <a:pt x="292700" y="485180"/>
                    <a:pt x="292209" y="485180"/>
                    <a:pt x="291703" y="485180"/>
                  </a:cubicBezTo>
                  <a:cubicBezTo>
                    <a:pt x="291448" y="486170"/>
                    <a:pt x="291200" y="487162"/>
                    <a:pt x="290959" y="488156"/>
                  </a:cubicBezTo>
                  <a:cubicBezTo>
                    <a:pt x="290468" y="488402"/>
                    <a:pt x="289977" y="488647"/>
                    <a:pt x="289471" y="488900"/>
                  </a:cubicBezTo>
                  <a:cubicBezTo>
                    <a:pt x="289148" y="489614"/>
                    <a:pt x="289148" y="489614"/>
                    <a:pt x="288820" y="490342"/>
                  </a:cubicBezTo>
                  <a:cubicBezTo>
                    <a:pt x="287793" y="492224"/>
                    <a:pt x="286880" y="492428"/>
                    <a:pt x="285006" y="493365"/>
                  </a:cubicBezTo>
                  <a:cubicBezTo>
                    <a:pt x="284487" y="494346"/>
                    <a:pt x="283987" y="495337"/>
                    <a:pt x="283518" y="496342"/>
                  </a:cubicBezTo>
                  <a:cubicBezTo>
                    <a:pt x="283026" y="496342"/>
                    <a:pt x="282535" y="496342"/>
                    <a:pt x="282029" y="496342"/>
                  </a:cubicBezTo>
                  <a:cubicBezTo>
                    <a:pt x="281499" y="497568"/>
                    <a:pt x="281007" y="498811"/>
                    <a:pt x="280541" y="500062"/>
                  </a:cubicBezTo>
                  <a:cubicBezTo>
                    <a:pt x="279053" y="502295"/>
                    <a:pt x="279053" y="502295"/>
                    <a:pt x="276820" y="503039"/>
                  </a:cubicBezTo>
                  <a:cubicBezTo>
                    <a:pt x="278841" y="505178"/>
                    <a:pt x="278841" y="505178"/>
                    <a:pt x="281285" y="506760"/>
                  </a:cubicBezTo>
                  <a:cubicBezTo>
                    <a:pt x="281531" y="507496"/>
                    <a:pt x="281776" y="508233"/>
                    <a:pt x="282029" y="508992"/>
                  </a:cubicBezTo>
                  <a:cubicBezTo>
                    <a:pt x="282766" y="508992"/>
                    <a:pt x="283503" y="508992"/>
                    <a:pt x="284262" y="508992"/>
                  </a:cubicBezTo>
                  <a:cubicBezTo>
                    <a:pt x="284778" y="509974"/>
                    <a:pt x="285270" y="510969"/>
                    <a:pt x="285750" y="511969"/>
                  </a:cubicBezTo>
                  <a:cubicBezTo>
                    <a:pt x="287167" y="513351"/>
                    <a:pt x="287167" y="513351"/>
                    <a:pt x="288773" y="514620"/>
                  </a:cubicBezTo>
                  <a:cubicBezTo>
                    <a:pt x="291621" y="516932"/>
                    <a:pt x="291621" y="516932"/>
                    <a:pt x="292447" y="519410"/>
                  </a:cubicBezTo>
                  <a:cubicBezTo>
                    <a:pt x="293184" y="519656"/>
                    <a:pt x="293921" y="519901"/>
                    <a:pt x="294680" y="520154"/>
                  </a:cubicBezTo>
                  <a:cubicBezTo>
                    <a:pt x="294925" y="520891"/>
                    <a:pt x="295171" y="521628"/>
                    <a:pt x="295424" y="522387"/>
                  </a:cubicBezTo>
                  <a:cubicBezTo>
                    <a:pt x="296161" y="522632"/>
                    <a:pt x="296897" y="522878"/>
                    <a:pt x="297656" y="523131"/>
                  </a:cubicBezTo>
                  <a:cubicBezTo>
                    <a:pt x="297909" y="524618"/>
                    <a:pt x="298157" y="526107"/>
                    <a:pt x="298400" y="527596"/>
                  </a:cubicBezTo>
                  <a:cubicBezTo>
                    <a:pt x="299137" y="528087"/>
                    <a:pt x="299874" y="528578"/>
                    <a:pt x="300633" y="529084"/>
                  </a:cubicBezTo>
                  <a:cubicBezTo>
                    <a:pt x="300906" y="530816"/>
                    <a:pt x="301156" y="532553"/>
                    <a:pt x="301377" y="534293"/>
                  </a:cubicBezTo>
                  <a:cubicBezTo>
                    <a:pt x="301868" y="534538"/>
                    <a:pt x="302359" y="534784"/>
                    <a:pt x="302865" y="535037"/>
                  </a:cubicBezTo>
                  <a:cubicBezTo>
                    <a:pt x="302973" y="535897"/>
                    <a:pt x="303080" y="536756"/>
                    <a:pt x="303191" y="537642"/>
                  </a:cubicBezTo>
                  <a:cubicBezTo>
                    <a:pt x="303329" y="538501"/>
                    <a:pt x="303467" y="539361"/>
                    <a:pt x="303609" y="540246"/>
                  </a:cubicBezTo>
                  <a:cubicBezTo>
                    <a:pt x="304346" y="540492"/>
                    <a:pt x="305083" y="540737"/>
                    <a:pt x="305842" y="540990"/>
                  </a:cubicBezTo>
                  <a:cubicBezTo>
                    <a:pt x="306144" y="542449"/>
                    <a:pt x="306144" y="542449"/>
                    <a:pt x="306214" y="544246"/>
                  </a:cubicBezTo>
                  <a:cubicBezTo>
                    <a:pt x="306274" y="546838"/>
                    <a:pt x="306274" y="546838"/>
                    <a:pt x="307699" y="548897"/>
                  </a:cubicBezTo>
                  <a:cubicBezTo>
                    <a:pt x="308253" y="549403"/>
                    <a:pt x="308253" y="549403"/>
                    <a:pt x="308818" y="549920"/>
                  </a:cubicBezTo>
                  <a:cubicBezTo>
                    <a:pt x="309083" y="551157"/>
                    <a:pt x="309333" y="552397"/>
                    <a:pt x="309563" y="553641"/>
                  </a:cubicBezTo>
                  <a:cubicBezTo>
                    <a:pt x="310054" y="553886"/>
                    <a:pt x="310545" y="554132"/>
                    <a:pt x="311051" y="554385"/>
                  </a:cubicBezTo>
                  <a:cubicBezTo>
                    <a:pt x="311201" y="556598"/>
                    <a:pt x="311251" y="558744"/>
                    <a:pt x="311240" y="560959"/>
                  </a:cubicBezTo>
                  <a:cubicBezTo>
                    <a:pt x="311243" y="561661"/>
                    <a:pt x="311245" y="562362"/>
                    <a:pt x="311247" y="563085"/>
                  </a:cubicBezTo>
                  <a:cubicBezTo>
                    <a:pt x="311254" y="565468"/>
                    <a:pt x="311249" y="567850"/>
                    <a:pt x="311245" y="570233"/>
                  </a:cubicBezTo>
                  <a:cubicBezTo>
                    <a:pt x="311247" y="571946"/>
                    <a:pt x="311250" y="573659"/>
                    <a:pt x="311253" y="575372"/>
                  </a:cubicBezTo>
                  <a:cubicBezTo>
                    <a:pt x="311261" y="580103"/>
                    <a:pt x="311259" y="584834"/>
                    <a:pt x="311256" y="589565"/>
                  </a:cubicBezTo>
                  <a:cubicBezTo>
                    <a:pt x="311254" y="594136"/>
                    <a:pt x="311260" y="598706"/>
                    <a:pt x="311265" y="603277"/>
                  </a:cubicBezTo>
                  <a:cubicBezTo>
                    <a:pt x="311276" y="613786"/>
                    <a:pt x="311278" y="624294"/>
                    <a:pt x="311276" y="634803"/>
                  </a:cubicBezTo>
                  <a:cubicBezTo>
                    <a:pt x="311274" y="642915"/>
                    <a:pt x="311276" y="651028"/>
                    <a:pt x="311279" y="659140"/>
                  </a:cubicBezTo>
                  <a:cubicBezTo>
                    <a:pt x="311279" y="660304"/>
                    <a:pt x="311280" y="661467"/>
                    <a:pt x="311280" y="662631"/>
                  </a:cubicBezTo>
                  <a:cubicBezTo>
                    <a:pt x="311281" y="664385"/>
                    <a:pt x="311282" y="666138"/>
                    <a:pt x="311282" y="667891"/>
                  </a:cubicBezTo>
                  <a:cubicBezTo>
                    <a:pt x="311289" y="684203"/>
                    <a:pt x="311292" y="700514"/>
                    <a:pt x="311289" y="716825"/>
                  </a:cubicBezTo>
                  <a:cubicBezTo>
                    <a:pt x="311289" y="717441"/>
                    <a:pt x="311288" y="718056"/>
                    <a:pt x="311288" y="718690"/>
                  </a:cubicBezTo>
                  <a:cubicBezTo>
                    <a:pt x="311288" y="721810"/>
                    <a:pt x="311287" y="724929"/>
                    <a:pt x="311286" y="728049"/>
                  </a:cubicBezTo>
                  <a:cubicBezTo>
                    <a:pt x="311286" y="728978"/>
                    <a:pt x="311286" y="728978"/>
                    <a:pt x="311286" y="729927"/>
                  </a:cubicBezTo>
                  <a:cubicBezTo>
                    <a:pt x="311286" y="731180"/>
                    <a:pt x="311286" y="732433"/>
                    <a:pt x="311285" y="733686"/>
                  </a:cubicBezTo>
                  <a:cubicBezTo>
                    <a:pt x="311281" y="753188"/>
                    <a:pt x="311287" y="772691"/>
                    <a:pt x="311301" y="792194"/>
                  </a:cubicBezTo>
                  <a:cubicBezTo>
                    <a:pt x="311316" y="814084"/>
                    <a:pt x="311324" y="835975"/>
                    <a:pt x="311321" y="857865"/>
                  </a:cubicBezTo>
                  <a:cubicBezTo>
                    <a:pt x="311321" y="860196"/>
                    <a:pt x="311321" y="862528"/>
                    <a:pt x="311321" y="864860"/>
                  </a:cubicBezTo>
                  <a:cubicBezTo>
                    <a:pt x="311320" y="865434"/>
                    <a:pt x="311320" y="866008"/>
                    <a:pt x="311320" y="866600"/>
                  </a:cubicBezTo>
                  <a:cubicBezTo>
                    <a:pt x="311319" y="875287"/>
                    <a:pt x="311324" y="883973"/>
                    <a:pt x="311332" y="892660"/>
                  </a:cubicBezTo>
                  <a:cubicBezTo>
                    <a:pt x="311341" y="902533"/>
                    <a:pt x="311342" y="912406"/>
                    <a:pt x="311333" y="922279"/>
                  </a:cubicBezTo>
                  <a:cubicBezTo>
                    <a:pt x="311329" y="927322"/>
                    <a:pt x="311328" y="932365"/>
                    <a:pt x="311337" y="937408"/>
                  </a:cubicBezTo>
                  <a:cubicBezTo>
                    <a:pt x="311345" y="942016"/>
                    <a:pt x="311343" y="946624"/>
                    <a:pt x="311332" y="951233"/>
                  </a:cubicBezTo>
                  <a:cubicBezTo>
                    <a:pt x="311330" y="952908"/>
                    <a:pt x="311332" y="954583"/>
                    <a:pt x="311338" y="956258"/>
                  </a:cubicBezTo>
                  <a:cubicBezTo>
                    <a:pt x="311345" y="958519"/>
                    <a:pt x="311339" y="960780"/>
                    <a:pt x="311330" y="963041"/>
                  </a:cubicBezTo>
                  <a:cubicBezTo>
                    <a:pt x="311335" y="963705"/>
                    <a:pt x="311341" y="964369"/>
                    <a:pt x="311346" y="965053"/>
                  </a:cubicBezTo>
                  <a:cubicBezTo>
                    <a:pt x="311330" y="966861"/>
                    <a:pt x="311330" y="966861"/>
                    <a:pt x="311051" y="969615"/>
                  </a:cubicBezTo>
                  <a:cubicBezTo>
                    <a:pt x="310314" y="969861"/>
                    <a:pt x="309577" y="970106"/>
                    <a:pt x="308818" y="970359"/>
                  </a:cubicBezTo>
                  <a:cubicBezTo>
                    <a:pt x="308296" y="971338"/>
                    <a:pt x="307802" y="972332"/>
                    <a:pt x="307330" y="973336"/>
                  </a:cubicBezTo>
                  <a:cubicBezTo>
                    <a:pt x="306260" y="974499"/>
                    <a:pt x="306260" y="974499"/>
                    <a:pt x="305098" y="975568"/>
                  </a:cubicBezTo>
                  <a:cubicBezTo>
                    <a:pt x="304714" y="975967"/>
                    <a:pt x="304330" y="976366"/>
                    <a:pt x="303935" y="976777"/>
                  </a:cubicBezTo>
                  <a:cubicBezTo>
                    <a:pt x="302865" y="977801"/>
                    <a:pt x="302865" y="977801"/>
                    <a:pt x="301377" y="978545"/>
                  </a:cubicBezTo>
                  <a:cubicBezTo>
                    <a:pt x="301009" y="979305"/>
                    <a:pt x="301009" y="979305"/>
                    <a:pt x="300633" y="980080"/>
                  </a:cubicBezTo>
                  <a:cubicBezTo>
                    <a:pt x="300387" y="980555"/>
                    <a:pt x="300142" y="981031"/>
                    <a:pt x="299889" y="981521"/>
                  </a:cubicBezTo>
                  <a:cubicBezTo>
                    <a:pt x="299398" y="981521"/>
                    <a:pt x="298906" y="981521"/>
                    <a:pt x="298400" y="981521"/>
                  </a:cubicBezTo>
                  <a:cubicBezTo>
                    <a:pt x="298293" y="982013"/>
                    <a:pt x="298186" y="982504"/>
                    <a:pt x="298075" y="983010"/>
                  </a:cubicBezTo>
                  <a:cubicBezTo>
                    <a:pt x="297937" y="983501"/>
                    <a:pt x="297799" y="983992"/>
                    <a:pt x="297656" y="984498"/>
                  </a:cubicBezTo>
                  <a:cubicBezTo>
                    <a:pt x="296920" y="984498"/>
                    <a:pt x="296183" y="984498"/>
                    <a:pt x="295424" y="984498"/>
                  </a:cubicBezTo>
                  <a:cubicBezTo>
                    <a:pt x="295301" y="984989"/>
                    <a:pt x="295178" y="985480"/>
                    <a:pt x="295052" y="985986"/>
                  </a:cubicBezTo>
                  <a:cubicBezTo>
                    <a:pt x="294929" y="986477"/>
                    <a:pt x="294806" y="986968"/>
                    <a:pt x="294680" y="987474"/>
                  </a:cubicBezTo>
                  <a:cubicBezTo>
                    <a:pt x="293943" y="987474"/>
                    <a:pt x="293206" y="987474"/>
                    <a:pt x="292447" y="987474"/>
                  </a:cubicBezTo>
                  <a:cubicBezTo>
                    <a:pt x="292447" y="988702"/>
                    <a:pt x="292447" y="989930"/>
                    <a:pt x="292447" y="991195"/>
                  </a:cubicBezTo>
                  <a:cubicBezTo>
                    <a:pt x="291465" y="991195"/>
                    <a:pt x="290483" y="991195"/>
                    <a:pt x="289471" y="991195"/>
                  </a:cubicBezTo>
                  <a:cubicBezTo>
                    <a:pt x="289471" y="992177"/>
                    <a:pt x="289471" y="993160"/>
                    <a:pt x="289471" y="994172"/>
                  </a:cubicBezTo>
                  <a:cubicBezTo>
                    <a:pt x="288488" y="994172"/>
                    <a:pt x="287506" y="994172"/>
                    <a:pt x="286494" y="994172"/>
                  </a:cubicBezTo>
                  <a:cubicBezTo>
                    <a:pt x="285994" y="995613"/>
                    <a:pt x="285994" y="995613"/>
                    <a:pt x="285750" y="997148"/>
                  </a:cubicBezTo>
                  <a:cubicBezTo>
                    <a:pt x="285259" y="997394"/>
                    <a:pt x="284768" y="997639"/>
                    <a:pt x="284262" y="997892"/>
                  </a:cubicBezTo>
                  <a:cubicBezTo>
                    <a:pt x="284016" y="998384"/>
                    <a:pt x="283771" y="998875"/>
                    <a:pt x="283518" y="999381"/>
                  </a:cubicBezTo>
                  <a:cubicBezTo>
                    <a:pt x="282773" y="1000869"/>
                    <a:pt x="282773" y="1000869"/>
                    <a:pt x="281285" y="1001613"/>
                  </a:cubicBezTo>
                  <a:cubicBezTo>
                    <a:pt x="281040" y="1002350"/>
                    <a:pt x="280794" y="1003087"/>
                    <a:pt x="280541" y="1003846"/>
                  </a:cubicBezTo>
                  <a:cubicBezTo>
                    <a:pt x="279942" y="1004429"/>
                    <a:pt x="279344" y="1005012"/>
                    <a:pt x="278727" y="1005613"/>
                  </a:cubicBezTo>
                  <a:cubicBezTo>
                    <a:pt x="276523" y="1007622"/>
                    <a:pt x="276523" y="1007622"/>
                    <a:pt x="275332" y="1011287"/>
                  </a:cubicBezTo>
                  <a:cubicBezTo>
                    <a:pt x="184472" y="1011287"/>
                    <a:pt x="93613"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79" name="任意多边形: 形状 78"/>
            <p:cNvSpPr/>
            <p:nvPr/>
          </p:nvSpPr>
          <p:spPr>
            <a:xfrm>
              <a:off x="1299346" y="610552"/>
              <a:ext cx="309126" cy="1011287"/>
            </a:xfrm>
            <a:custGeom>
              <a:avLst/>
              <a:gdLst>
                <a:gd name="connsiteX0" fmla="*/ 78985 w 309126"/>
                <a:gd name="connsiteY0" fmla="*/ 550659 h 1011287"/>
                <a:gd name="connsiteX1" fmla="*/ 78985 w 309126"/>
                <a:gd name="connsiteY1" fmla="*/ 920497 h 1011287"/>
                <a:gd name="connsiteX2" fmla="*/ 86137 w 309126"/>
                <a:gd name="connsiteY2" fmla="*/ 920493 h 1011287"/>
                <a:gd name="connsiteX3" fmla="*/ 136301 w 309126"/>
                <a:gd name="connsiteY3" fmla="*/ 920459 h 1011287"/>
                <a:gd name="connsiteX4" fmla="*/ 162502 w 309126"/>
                <a:gd name="connsiteY4" fmla="*/ 920443 h 1011287"/>
                <a:gd name="connsiteX5" fmla="*/ 185554 w 309126"/>
                <a:gd name="connsiteY5" fmla="*/ 920427 h 1011287"/>
                <a:gd name="connsiteX6" fmla="*/ 197715 w 309126"/>
                <a:gd name="connsiteY6" fmla="*/ 920421 h 1011287"/>
                <a:gd name="connsiteX7" fmla="*/ 209352 w 309126"/>
                <a:gd name="connsiteY7" fmla="*/ 920412 h 1011287"/>
                <a:gd name="connsiteX8" fmla="*/ 213627 w 309126"/>
                <a:gd name="connsiteY8" fmla="*/ 920412 h 1011287"/>
                <a:gd name="connsiteX9" fmla="*/ 219608 w 309126"/>
                <a:gd name="connsiteY9" fmla="*/ 920405 h 1011287"/>
                <a:gd name="connsiteX10" fmla="*/ 221401 w 309126"/>
                <a:gd name="connsiteY10" fmla="*/ 920407 h 1011287"/>
                <a:gd name="connsiteX11" fmla="*/ 227069 w 309126"/>
                <a:gd name="connsiteY11" fmla="*/ 920497 h 1011287"/>
                <a:gd name="connsiteX12" fmla="*/ 228557 w 309126"/>
                <a:gd name="connsiteY12" fmla="*/ 921241 h 1011287"/>
                <a:gd name="connsiteX13" fmla="*/ 230242 w 309126"/>
                <a:gd name="connsiteY13" fmla="*/ 915914 h 1011287"/>
                <a:gd name="connsiteX14" fmla="*/ 230231 w 309126"/>
                <a:gd name="connsiteY14" fmla="*/ 914278 h 1011287"/>
                <a:gd name="connsiteX15" fmla="*/ 230236 w 309126"/>
                <a:gd name="connsiteY15" fmla="*/ 908741 h 1011287"/>
                <a:gd name="connsiteX16" fmla="*/ 230231 w 309126"/>
                <a:gd name="connsiteY16" fmla="*/ 904643 h 1011287"/>
                <a:gd name="connsiteX17" fmla="*/ 230233 w 309126"/>
                <a:gd name="connsiteY17" fmla="*/ 893360 h 1011287"/>
                <a:gd name="connsiteX18" fmla="*/ 230229 w 309126"/>
                <a:gd name="connsiteY18" fmla="*/ 881016 h 1011287"/>
                <a:gd name="connsiteX19" fmla="*/ 230226 w 309126"/>
                <a:gd name="connsiteY19" fmla="*/ 856844 h 1011287"/>
                <a:gd name="connsiteX20" fmla="*/ 230216 w 309126"/>
                <a:gd name="connsiteY20" fmla="*/ 828443 h 1011287"/>
                <a:gd name="connsiteX21" fmla="*/ 230199 w 309126"/>
                <a:gd name="connsiteY21" fmla="*/ 774827 h 1011287"/>
                <a:gd name="connsiteX22" fmla="*/ 230183 w 309126"/>
                <a:gd name="connsiteY22" fmla="*/ 727078 h 1011287"/>
                <a:gd name="connsiteX23" fmla="*/ 230183 w 309126"/>
                <a:gd name="connsiteY23" fmla="*/ 724011 h 1011287"/>
                <a:gd name="connsiteX24" fmla="*/ 230184 w 309126"/>
                <a:gd name="connsiteY24" fmla="*/ 722479 h 1011287"/>
                <a:gd name="connsiteX25" fmla="*/ 230184 w 309126"/>
                <a:gd name="connsiteY25" fmla="*/ 714842 h 1011287"/>
                <a:gd name="connsiteX26" fmla="*/ 230184 w 309126"/>
                <a:gd name="connsiteY26" fmla="*/ 713321 h 1011287"/>
                <a:gd name="connsiteX27" fmla="*/ 230174 w 309126"/>
                <a:gd name="connsiteY27" fmla="*/ 666222 h 1011287"/>
                <a:gd name="connsiteX28" fmla="*/ 230170 w 309126"/>
                <a:gd name="connsiteY28" fmla="*/ 646360 h 1011287"/>
                <a:gd name="connsiteX29" fmla="*/ 230161 w 309126"/>
                <a:gd name="connsiteY29" fmla="*/ 621912 h 1011287"/>
                <a:gd name="connsiteX30" fmla="*/ 230154 w 309126"/>
                <a:gd name="connsiteY30" fmla="*/ 609436 h 1011287"/>
                <a:gd name="connsiteX31" fmla="*/ 230150 w 309126"/>
                <a:gd name="connsiteY31" fmla="*/ 597858 h 1011287"/>
                <a:gd name="connsiteX32" fmla="*/ 230145 w 309126"/>
                <a:gd name="connsiteY32" fmla="*/ 593655 h 1011287"/>
                <a:gd name="connsiteX33" fmla="*/ 230145 w 309126"/>
                <a:gd name="connsiteY33" fmla="*/ 587831 h 1011287"/>
                <a:gd name="connsiteX34" fmla="*/ 230141 w 309126"/>
                <a:gd name="connsiteY34" fmla="*/ 586086 h 1011287"/>
                <a:gd name="connsiteX35" fmla="*/ 229301 w 309126"/>
                <a:gd name="connsiteY35" fmla="*/ 577448 h 1011287"/>
                <a:gd name="connsiteX36" fmla="*/ 227813 w 309126"/>
                <a:gd name="connsiteY36" fmla="*/ 577448 h 1011287"/>
                <a:gd name="connsiteX37" fmla="*/ 227069 w 309126"/>
                <a:gd name="connsiteY37" fmla="*/ 575216 h 1011287"/>
                <a:gd name="connsiteX38" fmla="*/ 224092 w 309126"/>
                <a:gd name="connsiteY38" fmla="*/ 574471 h 1011287"/>
                <a:gd name="connsiteX39" fmla="*/ 224092 w 309126"/>
                <a:gd name="connsiteY39" fmla="*/ 571495 h 1011287"/>
                <a:gd name="connsiteX40" fmla="*/ 222651 w 309126"/>
                <a:gd name="connsiteY40" fmla="*/ 571076 h 1011287"/>
                <a:gd name="connsiteX41" fmla="*/ 221116 w 309126"/>
                <a:gd name="connsiteY41" fmla="*/ 570751 h 1011287"/>
                <a:gd name="connsiteX42" fmla="*/ 218883 w 309126"/>
                <a:gd name="connsiteY42" fmla="*/ 567774 h 1011287"/>
                <a:gd name="connsiteX43" fmla="*/ 217395 w 309126"/>
                <a:gd name="connsiteY43" fmla="*/ 567030 h 1011287"/>
                <a:gd name="connsiteX44" fmla="*/ 216651 w 309126"/>
                <a:gd name="connsiteY44" fmla="*/ 564798 h 1011287"/>
                <a:gd name="connsiteX45" fmla="*/ 213674 w 309126"/>
                <a:gd name="connsiteY45" fmla="*/ 564054 h 1011287"/>
                <a:gd name="connsiteX46" fmla="*/ 212930 w 309126"/>
                <a:gd name="connsiteY46" fmla="*/ 561077 h 1011287"/>
                <a:gd name="connsiteX47" fmla="*/ 209954 w 309126"/>
                <a:gd name="connsiteY47" fmla="*/ 561077 h 1011287"/>
                <a:gd name="connsiteX48" fmla="*/ 209954 w 309126"/>
                <a:gd name="connsiteY48" fmla="*/ 558100 h 1011287"/>
                <a:gd name="connsiteX49" fmla="*/ 208093 w 309126"/>
                <a:gd name="connsiteY49" fmla="*/ 557635 h 1011287"/>
                <a:gd name="connsiteX50" fmla="*/ 206233 w 309126"/>
                <a:gd name="connsiteY50" fmla="*/ 557356 h 1011287"/>
                <a:gd name="connsiteX51" fmla="*/ 205210 w 309126"/>
                <a:gd name="connsiteY51" fmla="*/ 554845 h 1011287"/>
                <a:gd name="connsiteX52" fmla="*/ 204001 w 309126"/>
                <a:gd name="connsiteY52" fmla="*/ 553636 h 1011287"/>
                <a:gd name="connsiteX53" fmla="*/ 202512 w 309126"/>
                <a:gd name="connsiteY53" fmla="*/ 550659 h 1011287"/>
                <a:gd name="connsiteX54" fmla="*/ 78985 w 309126"/>
                <a:gd name="connsiteY54" fmla="*/ 550659 h 1011287"/>
                <a:gd name="connsiteX55" fmla="*/ 79730 w 309126"/>
                <a:gd name="connsiteY55" fmla="*/ 90907 h 1011287"/>
                <a:gd name="connsiteX56" fmla="*/ 78887 w 309126"/>
                <a:gd name="connsiteY56" fmla="*/ 96527 h 1011287"/>
                <a:gd name="connsiteX57" fmla="*/ 78892 w 309126"/>
                <a:gd name="connsiteY57" fmla="*/ 98294 h 1011287"/>
                <a:gd name="connsiteX58" fmla="*/ 78888 w 309126"/>
                <a:gd name="connsiteY58" fmla="*/ 104276 h 1011287"/>
                <a:gd name="connsiteX59" fmla="*/ 78890 w 309126"/>
                <a:gd name="connsiteY59" fmla="*/ 108703 h 1011287"/>
                <a:gd name="connsiteX60" fmla="*/ 78887 w 309126"/>
                <a:gd name="connsiteY60" fmla="*/ 120891 h 1011287"/>
                <a:gd name="connsiteX61" fmla="*/ 78887 w 309126"/>
                <a:gd name="connsiteY61" fmla="*/ 134225 h 1011287"/>
                <a:gd name="connsiteX62" fmla="*/ 78884 w 309126"/>
                <a:gd name="connsiteY62" fmla="*/ 160333 h 1011287"/>
                <a:gd name="connsiteX63" fmla="*/ 78886 w 309126"/>
                <a:gd name="connsiteY63" fmla="*/ 183302 h 1011287"/>
                <a:gd name="connsiteX64" fmla="*/ 78886 w 309126"/>
                <a:gd name="connsiteY64" fmla="*/ 184836 h 1011287"/>
                <a:gd name="connsiteX65" fmla="*/ 78885 w 309126"/>
                <a:gd name="connsiteY65" fmla="*/ 191003 h 1011287"/>
                <a:gd name="connsiteX66" fmla="*/ 78889 w 309126"/>
                <a:gd name="connsiteY66" fmla="*/ 248889 h 1011287"/>
                <a:gd name="connsiteX67" fmla="*/ 78889 w 309126"/>
                <a:gd name="connsiteY67" fmla="*/ 300459 h 1011287"/>
                <a:gd name="connsiteX68" fmla="*/ 78885 w 309126"/>
                <a:gd name="connsiteY68" fmla="*/ 358457 h 1011287"/>
                <a:gd name="connsiteX69" fmla="*/ 78886 w 309126"/>
                <a:gd name="connsiteY69" fmla="*/ 364634 h 1011287"/>
                <a:gd name="connsiteX70" fmla="*/ 78886 w 309126"/>
                <a:gd name="connsiteY70" fmla="*/ 366172 h 1011287"/>
                <a:gd name="connsiteX71" fmla="*/ 78885 w 309126"/>
                <a:gd name="connsiteY71" fmla="*/ 389152 h 1011287"/>
                <a:gd name="connsiteX72" fmla="*/ 78885 w 309126"/>
                <a:gd name="connsiteY72" fmla="*/ 414029 h 1011287"/>
                <a:gd name="connsiteX73" fmla="*/ 78888 w 309126"/>
                <a:gd name="connsiteY73" fmla="*/ 427495 h 1011287"/>
                <a:gd name="connsiteX74" fmla="*/ 78888 w 309126"/>
                <a:gd name="connsiteY74" fmla="*/ 440004 h 1011287"/>
                <a:gd name="connsiteX75" fmla="*/ 78891 w 309126"/>
                <a:gd name="connsiteY75" fmla="*/ 444534 h 1011287"/>
                <a:gd name="connsiteX76" fmla="*/ 78889 w 309126"/>
                <a:gd name="connsiteY76" fmla="*/ 450833 h 1011287"/>
                <a:gd name="connsiteX77" fmla="*/ 78892 w 309126"/>
                <a:gd name="connsiteY77" fmla="*/ 452707 h 1011287"/>
                <a:gd name="connsiteX78" fmla="*/ 78986 w 309126"/>
                <a:gd name="connsiteY78" fmla="*/ 458512 h 1011287"/>
                <a:gd name="connsiteX79" fmla="*/ 81737 w 309126"/>
                <a:gd name="connsiteY79" fmla="*/ 459345 h 1011287"/>
                <a:gd name="connsiteX80" fmla="*/ 84476 w 309126"/>
                <a:gd name="connsiteY80" fmla="*/ 459338 h 1011287"/>
                <a:gd name="connsiteX81" fmla="*/ 89309 w 309126"/>
                <a:gd name="connsiteY81" fmla="*/ 459328 h 1011287"/>
                <a:gd name="connsiteX82" fmla="*/ 92865 w 309126"/>
                <a:gd name="connsiteY82" fmla="*/ 459316 h 1011287"/>
                <a:gd name="connsiteX83" fmla="*/ 102525 w 309126"/>
                <a:gd name="connsiteY83" fmla="*/ 459288 h 1011287"/>
                <a:gd name="connsiteX84" fmla="*/ 108683 w 309126"/>
                <a:gd name="connsiteY84" fmla="*/ 459263 h 1011287"/>
                <a:gd name="connsiteX85" fmla="*/ 127779 w 309126"/>
                <a:gd name="connsiteY85" fmla="*/ 459181 h 1011287"/>
                <a:gd name="connsiteX86" fmla="*/ 150039 w 309126"/>
                <a:gd name="connsiteY86" fmla="*/ 459096 h 1011287"/>
                <a:gd name="connsiteX87" fmla="*/ 167358 w 309126"/>
                <a:gd name="connsiteY87" fmla="*/ 459035 h 1011287"/>
                <a:gd name="connsiteX88" fmla="*/ 177669 w 309126"/>
                <a:gd name="connsiteY88" fmla="*/ 458989 h 1011287"/>
                <a:gd name="connsiteX89" fmla="*/ 187543 w 309126"/>
                <a:gd name="connsiteY89" fmla="*/ 458957 h 1011287"/>
                <a:gd name="connsiteX90" fmla="*/ 191169 w 309126"/>
                <a:gd name="connsiteY90" fmla="*/ 458930 h 1011287"/>
                <a:gd name="connsiteX91" fmla="*/ 196247 w 309126"/>
                <a:gd name="connsiteY91" fmla="*/ 458922 h 1011287"/>
                <a:gd name="connsiteX92" fmla="*/ 197767 w 309126"/>
                <a:gd name="connsiteY92" fmla="*/ 458904 h 1011287"/>
                <a:gd name="connsiteX93" fmla="*/ 202513 w 309126"/>
                <a:gd name="connsiteY93" fmla="*/ 458512 h 1011287"/>
                <a:gd name="connsiteX94" fmla="*/ 203089 w 309126"/>
                <a:gd name="connsiteY94" fmla="*/ 457000 h 1011287"/>
                <a:gd name="connsiteX95" fmla="*/ 203257 w 309126"/>
                <a:gd name="connsiteY95" fmla="*/ 455536 h 1011287"/>
                <a:gd name="connsiteX96" fmla="*/ 204745 w 309126"/>
                <a:gd name="connsiteY96" fmla="*/ 455536 h 1011287"/>
                <a:gd name="connsiteX97" fmla="*/ 206234 w 309126"/>
                <a:gd name="connsiteY97" fmla="*/ 452559 h 1011287"/>
                <a:gd name="connsiteX98" fmla="*/ 211071 w 309126"/>
                <a:gd name="connsiteY98" fmla="*/ 448048 h 1011287"/>
                <a:gd name="connsiteX99" fmla="*/ 212931 w 309126"/>
                <a:gd name="connsiteY99" fmla="*/ 445118 h 1011287"/>
                <a:gd name="connsiteX100" fmla="*/ 215908 w 309126"/>
                <a:gd name="connsiteY100" fmla="*/ 444374 h 1011287"/>
                <a:gd name="connsiteX101" fmla="*/ 215908 w 309126"/>
                <a:gd name="connsiteY101" fmla="*/ 441397 h 1011287"/>
                <a:gd name="connsiteX102" fmla="*/ 218140 w 309126"/>
                <a:gd name="connsiteY102" fmla="*/ 441397 h 1011287"/>
                <a:gd name="connsiteX103" fmla="*/ 218512 w 309126"/>
                <a:gd name="connsiteY103" fmla="*/ 439909 h 1011287"/>
                <a:gd name="connsiteX104" fmla="*/ 218884 w 309126"/>
                <a:gd name="connsiteY104" fmla="*/ 438421 h 1011287"/>
                <a:gd name="connsiteX105" fmla="*/ 221116 w 309126"/>
                <a:gd name="connsiteY105" fmla="*/ 438421 h 1011287"/>
                <a:gd name="connsiteX106" fmla="*/ 221489 w 309126"/>
                <a:gd name="connsiteY106" fmla="*/ 436560 h 1011287"/>
                <a:gd name="connsiteX107" fmla="*/ 221861 w 309126"/>
                <a:gd name="connsiteY107" fmla="*/ 434700 h 1011287"/>
                <a:gd name="connsiteX108" fmla="*/ 224093 w 309126"/>
                <a:gd name="connsiteY108" fmla="*/ 434700 h 1011287"/>
                <a:gd name="connsiteX109" fmla="*/ 224465 w 309126"/>
                <a:gd name="connsiteY109" fmla="*/ 433258 h 1011287"/>
                <a:gd name="connsiteX110" fmla="*/ 224837 w 309126"/>
                <a:gd name="connsiteY110" fmla="*/ 431723 h 1011287"/>
                <a:gd name="connsiteX111" fmla="*/ 227070 w 309126"/>
                <a:gd name="connsiteY111" fmla="*/ 430979 h 1011287"/>
                <a:gd name="connsiteX112" fmla="*/ 227362 w 309126"/>
                <a:gd name="connsiteY112" fmla="*/ 427240 h 1011287"/>
                <a:gd name="connsiteX113" fmla="*/ 227344 w 309126"/>
                <a:gd name="connsiteY113" fmla="*/ 425600 h 1011287"/>
                <a:gd name="connsiteX114" fmla="*/ 227348 w 309126"/>
                <a:gd name="connsiteY114" fmla="*/ 420067 h 1011287"/>
                <a:gd name="connsiteX115" fmla="*/ 227340 w 309126"/>
                <a:gd name="connsiteY115" fmla="*/ 415969 h 1011287"/>
                <a:gd name="connsiteX116" fmla="*/ 227336 w 309126"/>
                <a:gd name="connsiteY116" fmla="*/ 404692 h 1011287"/>
                <a:gd name="connsiteX117" fmla="*/ 227323 w 309126"/>
                <a:gd name="connsiteY117" fmla="*/ 392354 h 1011287"/>
                <a:gd name="connsiteX118" fmla="*/ 227311 w 309126"/>
                <a:gd name="connsiteY118" fmla="*/ 371002 h 1011287"/>
                <a:gd name="connsiteX119" fmla="*/ 227280 w 309126"/>
                <a:gd name="connsiteY119" fmla="*/ 339819 h 1011287"/>
                <a:gd name="connsiteX120" fmla="*/ 227240 w 309126"/>
                <a:gd name="connsiteY120" fmla="*/ 287797 h 1011287"/>
                <a:gd name="connsiteX121" fmla="*/ 227193 w 309126"/>
                <a:gd name="connsiteY121" fmla="*/ 238546 h 1011287"/>
                <a:gd name="connsiteX122" fmla="*/ 227192 w 309126"/>
                <a:gd name="connsiteY122" fmla="*/ 237013 h 1011287"/>
                <a:gd name="connsiteX123" fmla="*/ 227184 w 309126"/>
                <a:gd name="connsiteY123" fmla="*/ 221758 h 1011287"/>
                <a:gd name="connsiteX124" fmla="*/ 227070 w 309126"/>
                <a:gd name="connsiteY124" fmla="*/ 92395 h 1011287"/>
                <a:gd name="connsiteX125" fmla="*/ 172707 w 309126"/>
                <a:gd name="connsiteY125" fmla="*/ 92155 h 1011287"/>
                <a:gd name="connsiteX126" fmla="*/ 146285 w 309126"/>
                <a:gd name="connsiteY126" fmla="*/ 92036 h 1011287"/>
                <a:gd name="connsiteX127" fmla="*/ 123072 w 309126"/>
                <a:gd name="connsiteY127" fmla="*/ 91933 h 1011287"/>
                <a:gd name="connsiteX128" fmla="*/ 110821 w 309126"/>
                <a:gd name="connsiteY128" fmla="*/ 91877 h 1011287"/>
                <a:gd name="connsiteX129" fmla="*/ 99087 w 309126"/>
                <a:gd name="connsiteY129" fmla="*/ 91826 h 1011287"/>
                <a:gd name="connsiteX130" fmla="*/ 94776 w 309126"/>
                <a:gd name="connsiteY130" fmla="*/ 91804 h 1011287"/>
                <a:gd name="connsiteX131" fmla="*/ 88743 w 309126"/>
                <a:gd name="connsiteY131" fmla="*/ 91780 h 1011287"/>
                <a:gd name="connsiteX132" fmla="*/ 86934 w 309126"/>
                <a:gd name="connsiteY132" fmla="*/ 91769 h 1011287"/>
                <a:gd name="connsiteX133" fmla="*/ 81218 w 309126"/>
                <a:gd name="connsiteY133" fmla="*/ 91651 h 1011287"/>
                <a:gd name="connsiteX134" fmla="*/ 79730 w 309126"/>
                <a:gd name="connsiteY134" fmla="*/ 90907 h 1011287"/>
                <a:gd name="connsiteX135" fmla="*/ 0 w 309126"/>
                <a:gd name="connsiteY135" fmla="*/ 0 h 1011287"/>
                <a:gd name="connsiteX136" fmla="*/ 270123 w 309126"/>
                <a:gd name="connsiteY136" fmla="*/ 0 h 1011287"/>
                <a:gd name="connsiteX137" fmla="*/ 270867 w 309126"/>
                <a:gd name="connsiteY137" fmla="*/ 2977 h 1011287"/>
                <a:gd name="connsiteX138" fmla="*/ 273844 w 309126"/>
                <a:gd name="connsiteY138" fmla="*/ 3721 h 1011287"/>
                <a:gd name="connsiteX139" fmla="*/ 274588 w 309126"/>
                <a:gd name="connsiteY139" fmla="*/ 5953 h 1011287"/>
                <a:gd name="connsiteX140" fmla="*/ 276076 w 309126"/>
                <a:gd name="connsiteY140" fmla="*/ 6697 h 1011287"/>
                <a:gd name="connsiteX141" fmla="*/ 276820 w 309126"/>
                <a:gd name="connsiteY141" fmla="*/ 8930 h 1011287"/>
                <a:gd name="connsiteX142" fmla="*/ 279053 w 309126"/>
                <a:gd name="connsiteY142" fmla="*/ 10418 h 1011287"/>
                <a:gd name="connsiteX143" fmla="*/ 279797 w 309126"/>
                <a:gd name="connsiteY143" fmla="*/ 12650 h 1011287"/>
                <a:gd name="connsiteX144" fmla="*/ 281564 w 309126"/>
                <a:gd name="connsiteY144" fmla="*/ 13674 h 1011287"/>
                <a:gd name="connsiteX145" fmla="*/ 286494 w 309126"/>
                <a:gd name="connsiteY145" fmla="*/ 20836 h 1011287"/>
                <a:gd name="connsiteX146" fmla="*/ 288727 w 309126"/>
                <a:gd name="connsiteY146" fmla="*/ 21580 h 1011287"/>
                <a:gd name="connsiteX147" fmla="*/ 289099 w 309126"/>
                <a:gd name="connsiteY147" fmla="*/ 23115 h 1011287"/>
                <a:gd name="connsiteX148" fmla="*/ 289471 w 309126"/>
                <a:gd name="connsiteY148" fmla="*/ 24557 h 1011287"/>
                <a:gd name="connsiteX149" fmla="*/ 291703 w 309126"/>
                <a:gd name="connsiteY149" fmla="*/ 24557 h 1011287"/>
                <a:gd name="connsiteX150" fmla="*/ 292447 w 309126"/>
                <a:gd name="connsiteY150" fmla="*/ 27533 h 1011287"/>
                <a:gd name="connsiteX151" fmla="*/ 294680 w 309126"/>
                <a:gd name="connsiteY151" fmla="*/ 29021 h 1011287"/>
                <a:gd name="connsiteX152" fmla="*/ 294680 w 309126"/>
                <a:gd name="connsiteY152" fmla="*/ 31254 h 1011287"/>
                <a:gd name="connsiteX153" fmla="*/ 297656 w 309126"/>
                <a:gd name="connsiteY153" fmla="*/ 31254 h 1011287"/>
                <a:gd name="connsiteX154" fmla="*/ 297656 w 309126"/>
                <a:gd name="connsiteY154" fmla="*/ 34230 h 1011287"/>
                <a:gd name="connsiteX155" fmla="*/ 300633 w 309126"/>
                <a:gd name="connsiteY155" fmla="*/ 34230 h 1011287"/>
                <a:gd name="connsiteX156" fmla="*/ 300633 w 309126"/>
                <a:gd name="connsiteY156" fmla="*/ 37951 h 1011287"/>
                <a:gd name="connsiteX157" fmla="*/ 302865 w 309126"/>
                <a:gd name="connsiteY157" fmla="*/ 37951 h 1011287"/>
                <a:gd name="connsiteX158" fmla="*/ 302865 w 309126"/>
                <a:gd name="connsiteY158" fmla="*/ 40928 h 1011287"/>
                <a:gd name="connsiteX159" fmla="*/ 306586 w 309126"/>
                <a:gd name="connsiteY159" fmla="*/ 41672 h 1011287"/>
                <a:gd name="connsiteX160" fmla="*/ 308818 w 309126"/>
                <a:gd name="connsiteY160" fmla="*/ 43160 h 1011287"/>
                <a:gd name="connsiteX161" fmla="*/ 309093 w 309126"/>
                <a:gd name="connsiteY161" fmla="*/ 49712 h 1011287"/>
                <a:gd name="connsiteX162" fmla="*/ 309101 w 309126"/>
                <a:gd name="connsiteY162" fmla="*/ 51803 h 1011287"/>
                <a:gd name="connsiteX163" fmla="*/ 309087 w 309126"/>
                <a:gd name="connsiteY163" fmla="*/ 58820 h 1011287"/>
                <a:gd name="connsiteX164" fmla="*/ 309093 w 309126"/>
                <a:gd name="connsiteY164" fmla="*/ 63870 h 1011287"/>
                <a:gd name="connsiteX165" fmla="*/ 309077 w 309126"/>
                <a:gd name="connsiteY165" fmla="*/ 77809 h 1011287"/>
                <a:gd name="connsiteX166" fmla="*/ 309072 w 309126"/>
                <a:gd name="connsiteY166" fmla="*/ 91277 h 1011287"/>
                <a:gd name="connsiteX167" fmla="*/ 309054 w 309126"/>
                <a:gd name="connsiteY167" fmla="*/ 118838 h 1011287"/>
                <a:gd name="connsiteX168" fmla="*/ 309030 w 309126"/>
                <a:gd name="connsiteY168" fmla="*/ 146138 h 1011287"/>
                <a:gd name="connsiteX169" fmla="*/ 309030 w 309126"/>
                <a:gd name="connsiteY169" fmla="*/ 147851 h 1011287"/>
                <a:gd name="connsiteX170" fmla="*/ 309028 w 309126"/>
                <a:gd name="connsiteY170" fmla="*/ 156462 h 1011287"/>
                <a:gd name="connsiteX171" fmla="*/ 308987 w 309126"/>
                <a:gd name="connsiteY171" fmla="*/ 217499 h 1011287"/>
                <a:gd name="connsiteX172" fmla="*/ 308941 w 309126"/>
                <a:gd name="connsiteY172" fmla="*/ 276805 h 1011287"/>
                <a:gd name="connsiteX173" fmla="*/ 308940 w 309126"/>
                <a:gd name="connsiteY173" fmla="*/ 278650 h 1011287"/>
                <a:gd name="connsiteX174" fmla="*/ 308932 w 309126"/>
                <a:gd name="connsiteY174" fmla="*/ 296999 h 1011287"/>
                <a:gd name="connsiteX175" fmla="*/ 308913 w 309126"/>
                <a:gd name="connsiteY175" fmla="*/ 334380 h 1011287"/>
                <a:gd name="connsiteX176" fmla="*/ 308912 w 309126"/>
                <a:gd name="connsiteY176" fmla="*/ 336116 h 1011287"/>
                <a:gd name="connsiteX177" fmla="*/ 308818 w 309126"/>
                <a:gd name="connsiteY177" fmla="*/ 450949 h 1011287"/>
                <a:gd name="connsiteX178" fmla="*/ 306586 w 309126"/>
                <a:gd name="connsiteY178" fmla="*/ 450205 h 1011287"/>
                <a:gd name="connsiteX179" fmla="*/ 305842 w 309126"/>
                <a:gd name="connsiteY179" fmla="*/ 457646 h 1011287"/>
                <a:gd name="connsiteX180" fmla="*/ 303609 w 309126"/>
                <a:gd name="connsiteY180" fmla="*/ 457646 h 1011287"/>
                <a:gd name="connsiteX181" fmla="*/ 303499 w 309126"/>
                <a:gd name="connsiteY181" fmla="*/ 459085 h 1011287"/>
                <a:gd name="connsiteX182" fmla="*/ 303330 w 309126"/>
                <a:gd name="connsiteY182" fmla="*/ 460949 h 1011287"/>
                <a:gd name="connsiteX183" fmla="*/ 303173 w 309126"/>
                <a:gd name="connsiteY183" fmla="*/ 462806 h 1011287"/>
                <a:gd name="connsiteX184" fmla="*/ 302865 w 309126"/>
                <a:gd name="connsiteY184" fmla="*/ 464344 h 1011287"/>
                <a:gd name="connsiteX185" fmla="*/ 301377 w 309126"/>
                <a:gd name="connsiteY185" fmla="*/ 465088 h 1011287"/>
                <a:gd name="connsiteX186" fmla="*/ 300961 w 309126"/>
                <a:gd name="connsiteY186" fmla="*/ 469692 h 1011287"/>
                <a:gd name="connsiteX187" fmla="*/ 300633 w 309126"/>
                <a:gd name="connsiteY187" fmla="*/ 471041 h 1011287"/>
                <a:gd name="connsiteX188" fmla="*/ 298400 w 309126"/>
                <a:gd name="connsiteY188" fmla="*/ 471785 h 1011287"/>
                <a:gd name="connsiteX189" fmla="*/ 297889 w 309126"/>
                <a:gd name="connsiteY189" fmla="*/ 476302 h 1011287"/>
                <a:gd name="connsiteX190" fmla="*/ 295424 w 309126"/>
                <a:gd name="connsiteY190" fmla="*/ 479971 h 1011287"/>
                <a:gd name="connsiteX191" fmla="*/ 295145 w 309126"/>
                <a:gd name="connsiteY191" fmla="*/ 481366 h 1011287"/>
                <a:gd name="connsiteX192" fmla="*/ 290959 w 309126"/>
                <a:gd name="connsiteY192" fmla="*/ 486668 h 1011287"/>
                <a:gd name="connsiteX193" fmla="*/ 290215 w 309126"/>
                <a:gd name="connsiteY193" fmla="*/ 488900 h 1011287"/>
                <a:gd name="connsiteX194" fmla="*/ 287238 w 309126"/>
                <a:gd name="connsiteY194" fmla="*/ 489644 h 1011287"/>
                <a:gd name="connsiteX195" fmla="*/ 286494 w 309126"/>
                <a:gd name="connsiteY195" fmla="*/ 491877 h 1011287"/>
                <a:gd name="connsiteX196" fmla="*/ 284262 w 309126"/>
                <a:gd name="connsiteY196" fmla="*/ 491877 h 1011287"/>
                <a:gd name="connsiteX197" fmla="*/ 284262 w 309126"/>
                <a:gd name="connsiteY197" fmla="*/ 495598 h 1011287"/>
                <a:gd name="connsiteX198" fmla="*/ 281285 w 309126"/>
                <a:gd name="connsiteY198" fmla="*/ 495598 h 1011287"/>
                <a:gd name="connsiteX199" fmla="*/ 280541 w 309126"/>
                <a:gd name="connsiteY199" fmla="*/ 498574 h 1011287"/>
                <a:gd name="connsiteX200" fmla="*/ 276820 w 309126"/>
                <a:gd name="connsiteY200" fmla="*/ 502295 h 1011287"/>
                <a:gd name="connsiteX201" fmla="*/ 276820 w 309126"/>
                <a:gd name="connsiteY201" fmla="*/ 504527 h 1011287"/>
                <a:gd name="connsiteX202" fmla="*/ 280541 w 309126"/>
                <a:gd name="connsiteY202" fmla="*/ 506760 h 1011287"/>
                <a:gd name="connsiteX203" fmla="*/ 281285 w 309126"/>
                <a:gd name="connsiteY203" fmla="*/ 508992 h 1011287"/>
                <a:gd name="connsiteX204" fmla="*/ 283518 w 309126"/>
                <a:gd name="connsiteY204" fmla="*/ 509736 h 1011287"/>
                <a:gd name="connsiteX205" fmla="*/ 283843 w 309126"/>
                <a:gd name="connsiteY205" fmla="*/ 511271 h 1011287"/>
                <a:gd name="connsiteX206" fmla="*/ 284262 w 309126"/>
                <a:gd name="connsiteY206" fmla="*/ 512713 h 1011287"/>
                <a:gd name="connsiteX207" fmla="*/ 287238 w 309126"/>
                <a:gd name="connsiteY207" fmla="*/ 512713 h 1011287"/>
                <a:gd name="connsiteX208" fmla="*/ 287238 w 309126"/>
                <a:gd name="connsiteY208" fmla="*/ 515689 h 1011287"/>
                <a:gd name="connsiteX209" fmla="*/ 290959 w 309126"/>
                <a:gd name="connsiteY209" fmla="*/ 516434 h 1011287"/>
                <a:gd name="connsiteX210" fmla="*/ 292447 w 309126"/>
                <a:gd name="connsiteY210" fmla="*/ 519410 h 1011287"/>
                <a:gd name="connsiteX211" fmla="*/ 294680 w 309126"/>
                <a:gd name="connsiteY211" fmla="*/ 520154 h 1011287"/>
                <a:gd name="connsiteX212" fmla="*/ 295424 w 309126"/>
                <a:gd name="connsiteY212" fmla="*/ 524619 h 1011287"/>
                <a:gd name="connsiteX213" fmla="*/ 297656 w 309126"/>
                <a:gd name="connsiteY213" fmla="*/ 524619 h 1011287"/>
                <a:gd name="connsiteX214" fmla="*/ 298400 w 309126"/>
                <a:gd name="connsiteY214" fmla="*/ 530572 h 1011287"/>
                <a:gd name="connsiteX215" fmla="*/ 300633 w 309126"/>
                <a:gd name="connsiteY215" fmla="*/ 530572 h 1011287"/>
                <a:gd name="connsiteX216" fmla="*/ 300743 w 309126"/>
                <a:gd name="connsiteY216" fmla="*/ 532011 h 1011287"/>
                <a:gd name="connsiteX217" fmla="*/ 300912 w 309126"/>
                <a:gd name="connsiteY217" fmla="*/ 533874 h 1011287"/>
                <a:gd name="connsiteX218" fmla="*/ 301069 w 309126"/>
                <a:gd name="connsiteY218" fmla="*/ 535732 h 1011287"/>
                <a:gd name="connsiteX219" fmla="*/ 301377 w 309126"/>
                <a:gd name="connsiteY219" fmla="*/ 537269 h 1011287"/>
                <a:gd name="connsiteX220" fmla="*/ 302865 w 309126"/>
                <a:gd name="connsiteY220" fmla="*/ 538014 h 1011287"/>
                <a:gd name="connsiteX221" fmla="*/ 303609 w 309126"/>
                <a:gd name="connsiteY221" fmla="*/ 543967 h 1011287"/>
                <a:gd name="connsiteX222" fmla="*/ 305842 w 309126"/>
                <a:gd name="connsiteY222" fmla="*/ 543967 h 1011287"/>
                <a:gd name="connsiteX223" fmla="*/ 306205 w 309126"/>
                <a:gd name="connsiteY223" fmla="*/ 548545 h 1011287"/>
                <a:gd name="connsiteX224" fmla="*/ 306586 w 309126"/>
                <a:gd name="connsiteY224" fmla="*/ 549920 h 1011287"/>
                <a:gd name="connsiteX225" fmla="*/ 308818 w 309126"/>
                <a:gd name="connsiteY225" fmla="*/ 550664 h 1011287"/>
                <a:gd name="connsiteX226" fmla="*/ 309099 w 309126"/>
                <a:gd name="connsiteY226" fmla="*/ 557308 h 1011287"/>
                <a:gd name="connsiteX227" fmla="*/ 309109 w 309126"/>
                <a:gd name="connsiteY227" fmla="*/ 559457 h 1011287"/>
                <a:gd name="connsiteX228" fmla="*/ 309102 w 309126"/>
                <a:gd name="connsiteY228" fmla="*/ 566682 h 1011287"/>
                <a:gd name="connsiteX229" fmla="*/ 309112 w 309126"/>
                <a:gd name="connsiteY229" fmla="*/ 571876 h 1011287"/>
                <a:gd name="connsiteX230" fmla="*/ 309112 w 309126"/>
                <a:gd name="connsiteY230" fmla="*/ 584714 h 1011287"/>
                <a:gd name="connsiteX231" fmla="*/ 309117 w 309126"/>
                <a:gd name="connsiteY231" fmla="*/ 600081 h 1011287"/>
                <a:gd name="connsiteX232" fmla="*/ 309122 w 309126"/>
                <a:gd name="connsiteY232" fmla="*/ 630194 h 1011287"/>
                <a:gd name="connsiteX233" fmla="*/ 309117 w 309126"/>
                <a:gd name="connsiteY233" fmla="*/ 656545 h 1011287"/>
                <a:gd name="connsiteX234" fmla="*/ 309118 w 309126"/>
                <a:gd name="connsiteY234" fmla="*/ 658308 h 1011287"/>
                <a:gd name="connsiteX235" fmla="*/ 309120 w 309126"/>
                <a:gd name="connsiteY235" fmla="*/ 665391 h 1011287"/>
                <a:gd name="connsiteX236" fmla="*/ 309108 w 309126"/>
                <a:gd name="connsiteY236" fmla="*/ 731893 h 1011287"/>
                <a:gd name="connsiteX237" fmla="*/ 309109 w 309126"/>
                <a:gd name="connsiteY237" fmla="*/ 791031 h 1011287"/>
                <a:gd name="connsiteX238" fmla="*/ 309119 w 309126"/>
                <a:gd name="connsiteY238" fmla="*/ 857408 h 1011287"/>
                <a:gd name="connsiteX239" fmla="*/ 309117 w 309126"/>
                <a:gd name="connsiteY239" fmla="*/ 864478 h 1011287"/>
                <a:gd name="connsiteX240" fmla="*/ 309117 w 309126"/>
                <a:gd name="connsiteY240" fmla="*/ 866237 h 1011287"/>
                <a:gd name="connsiteX241" fmla="*/ 309123 w 309126"/>
                <a:gd name="connsiteY241" fmla="*/ 892577 h 1011287"/>
                <a:gd name="connsiteX242" fmla="*/ 309115 w 309126"/>
                <a:gd name="connsiteY242" fmla="*/ 922515 h 1011287"/>
                <a:gd name="connsiteX243" fmla="*/ 309115 w 309126"/>
                <a:gd name="connsiteY243" fmla="*/ 937806 h 1011287"/>
                <a:gd name="connsiteX244" fmla="*/ 309106 w 309126"/>
                <a:gd name="connsiteY244" fmla="*/ 951780 h 1011287"/>
                <a:gd name="connsiteX245" fmla="*/ 309110 w 309126"/>
                <a:gd name="connsiteY245" fmla="*/ 956859 h 1011287"/>
                <a:gd name="connsiteX246" fmla="*/ 309099 w 309126"/>
                <a:gd name="connsiteY246" fmla="*/ 963715 h 1011287"/>
                <a:gd name="connsiteX247" fmla="*/ 309115 w 309126"/>
                <a:gd name="connsiteY247" fmla="*/ 965749 h 1011287"/>
                <a:gd name="connsiteX248" fmla="*/ 308818 w 309126"/>
                <a:gd name="connsiteY248" fmla="*/ 970359 h 1011287"/>
                <a:gd name="connsiteX249" fmla="*/ 306586 w 309126"/>
                <a:gd name="connsiteY249" fmla="*/ 971103 h 1011287"/>
                <a:gd name="connsiteX250" fmla="*/ 305098 w 309126"/>
                <a:gd name="connsiteY250" fmla="*/ 974080 h 1011287"/>
                <a:gd name="connsiteX251" fmla="*/ 303609 w 309126"/>
                <a:gd name="connsiteY251" fmla="*/ 974824 h 1011287"/>
                <a:gd name="connsiteX252" fmla="*/ 302865 w 309126"/>
                <a:gd name="connsiteY252" fmla="*/ 977057 h 1011287"/>
                <a:gd name="connsiteX253" fmla="*/ 298842 w 309126"/>
                <a:gd name="connsiteY253" fmla="*/ 980405 h 1011287"/>
                <a:gd name="connsiteX254" fmla="*/ 296912 w 309126"/>
                <a:gd name="connsiteY254" fmla="*/ 983754 h 1011287"/>
                <a:gd name="connsiteX255" fmla="*/ 295424 w 309126"/>
                <a:gd name="connsiteY255" fmla="*/ 984498 h 1011287"/>
                <a:gd name="connsiteX256" fmla="*/ 294680 w 309126"/>
                <a:gd name="connsiteY256" fmla="*/ 986730 h 1011287"/>
                <a:gd name="connsiteX257" fmla="*/ 293191 w 309126"/>
                <a:gd name="connsiteY257" fmla="*/ 987056 h 1011287"/>
                <a:gd name="connsiteX258" fmla="*/ 291703 w 309126"/>
                <a:gd name="connsiteY258" fmla="*/ 987474 h 1011287"/>
                <a:gd name="connsiteX259" fmla="*/ 290959 w 309126"/>
                <a:gd name="connsiteY259" fmla="*/ 990451 h 1011287"/>
                <a:gd name="connsiteX260" fmla="*/ 289471 w 309126"/>
                <a:gd name="connsiteY260" fmla="*/ 990451 h 1011287"/>
                <a:gd name="connsiteX261" fmla="*/ 289145 w 309126"/>
                <a:gd name="connsiteY261" fmla="*/ 991800 h 1011287"/>
                <a:gd name="connsiteX262" fmla="*/ 286494 w 309126"/>
                <a:gd name="connsiteY262" fmla="*/ 995660 h 1011287"/>
                <a:gd name="connsiteX263" fmla="*/ 285006 w 309126"/>
                <a:gd name="connsiteY263" fmla="*/ 997892 h 1011287"/>
                <a:gd name="connsiteX264" fmla="*/ 282773 w 309126"/>
                <a:gd name="connsiteY264" fmla="*/ 998637 h 1011287"/>
                <a:gd name="connsiteX265" fmla="*/ 281285 w 309126"/>
                <a:gd name="connsiteY265" fmla="*/ 1001613 h 1011287"/>
                <a:gd name="connsiteX266" fmla="*/ 279797 w 309126"/>
                <a:gd name="connsiteY266" fmla="*/ 1002357 h 1011287"/>
                <a:gd name="connsiteX267" fmla="*/ 279053 w 309126"/>
                <a:gd name="connsiteY267" fmla="*/ 1003892 h 1011287"/>
                <a:gd name="connsiteX268" fmla="*/ 278309 w 309126"/>
                <a:gd name="connsiteY268" fmla="*/ 1005334 h 1011287"/>
                <a:gd name="connsiteX269" fmla="*/ 276820 w 309126"/>
                <a:gd name="connsiteY269" fmla="*/ 1005334 h 1011287"/>
                <a:gd name="connsiteX270" fmla="*/ 276541 w 309126"/>
                <a:gd name="connsiteY270" fmla="*/ 1006822 h 1011287"/>
                <a:gd name="connsiteX271" fmla="*/ 276076 w 309126"/>
                <a:gd name="connsiteY271" fmla="*/ 1008310 h 1011287"/>
                <a:gd name="connsiteX272" fmla="*/ 273100 w 309126"/>
                <a:gd name="connsiteY272" fmla="*/ 1008310 h 1011287"/>
                <a:gd name="connsiteX273" fmla="*/ 273100 w 309126"/>
                <a:gd name="connsiteY273" fmla="*/ 1011287 h 1011287"/>
                <a:gd name="connsiteX274" fmla="*/ 0 w 309126"/>
                <a:gd name="connsiteY274" fmla="*/ 1011287 h 1011287"/>
                <a:gd name="connsiteX275" fmla="*/ 0 w 309126"/>
                <a:gd name="connsiteY27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309126" h="1011287">
                  <a:moveTo>
                    <a:pt x="78985" y="550659"/>
                  </a:moveTo>
                  <a:cubicBezTo>
                    <a:pt x="78985" y="676404"/>
                    <a:pt x="78985" y="798450"/>
                    <a:pt x="78985" y="920497"/>
                  </a:cubicBezTo>
                  <a:cubicBezTo>
                    <a:pt x="81369" y="920497"/>
                    <a:pt x="83753" y="920496"/>
                    <a:pt x="86137" y="920493"/>
                  </a:cubicBezTo>
                  <a:cubicBezTo>
                    <a:pt x="102858" y="920478"/>
                    <a:pt x="119579" y="920467"/>
                    <a:pt x="136301" y="920459"/>
                  </a:cubicBezTo>
                  <a:cubicBezTo>
                    <a:pt x="145034" y="920456"/>
                    <a:pt x="153768" y="920452"/>
                    <a:pt x="162502" y="920443"/>
                  </a:cubicBezTo>
                  <a:cubicBezTo>
                    <a:pt x="170186" y="920436"/>
                    <a:pt x="177870" y="920430"/>
                    <a:pt x="185554" y="920427"/>
                  </a:cubicBezTo>
                  <a:cubicBezTo>
                    <a:pt x="189607" y="920426"/>
                    <a:pt x="193661" y="920426"/>
                    <a:pt x="197715" y="920421"/>
                  </a:cubicBezTo>
                  <a:cubicBezTo>
                    <a:pt x="201594" y="920416"/>
                    <a:pt x="205473" y="920412"/>
                    <a:pt x="209352" y="920412"/>
                  </a:cubicBezTo>
                  <a:cubicBezTo>
                    <a:pt x="210777" y="920412"/>
                    <a:pt x="212202" y="920413"/>
                    <a:pt x="213627" y="920412"/>
                  </a:cubicBezTo>
                  <a:cubicBezTo>
                    <a:pt x="215621" y="920408"/>
                    <a:pt x="217614" y="920404"/>
                    <a:pt x="219608" y="920405"/>
                  </a:cubicBezTo>
                  <a:cubicBezTo>
                    <a:pt x="220218" y="920406"/>
                    <a:pt x="220809" y="920407"/>
                    <a:pt x="221401" y="920407"/>
                  </a:cubicBezTo>
                  <a:cubicBezTo>
                    <a:pt x="223297" y="920400"/>
                    <a:pt x="225173" y="920426"/>
                    <a:pt x="227069" y="920497"/>
                  </a:cubicBezTo>
                  <a:cubicBezTo>
                    <a:pt x="227575" y="920750"/>
                    <a:pt x="228066" y="920995"/>
                    <a:pt x="228557" y="921241"/>
                  </a:cubicBezTo>
                  <a:cubicBezTo>
                    <a:pt x="230215" y="919583"/>
                    <a:pt x="230215" y="919583"/>
                    <a:pt x="230242" y="915914"/>
                  </a:cubicBezTo>
                  <a:cubicBezTo>
                    <a:pt x="230236" y="915088"/>
                    <a:pt x="230236" y="915088"/>
                    <a:pt x="230231" y="914278"/>
                  </a:cubicBezTo>
                  <a:cubicBezTo>
                    <a:pt x="230237" y="912432"/>
                    <a:pt x="230241" y="910587"/>
                    <a:pt x="230236" y="908741"/>
                  </a:cubicBezTo>
                  <a:cubicBezTo>
                    <a:pt x="230232" y="907375"/>
                    <a:pt x="230230" y="906009"/>
                    <a:pt x="230231" y="904643"/>
                  </a:cubicBezTo>
                  <a:cubicBezTo>
                    <a:pt x="230238" y="900882"/>
                    <a:pt x="230239" y="897121"/>
                    <a:pt x="230233" y="893360"/>
                  </a:cubicBezTo>
                  <a:cubicBezTo>
                    <a:pt x="230227" y="889245"/>
                    <a:pt x="230227" y="885131"/>
                    <a:pt x="230229" y="881016"/>
                  </a:cubicBezTo>
                  <a:cubicBezTo>
                    <a:pt x="230234" y="872959"/>
                    <a:pt x="230232" y="864901"/>
                    <a:pt x="230226" y="856844"/>
                  </a:cubicBezTo>
                  <a:cubicBezTo>
                    <a:pt x="230218" y="847377"/>
                    <a:pt x="230216" y="837910"/>
                    <a:pt x="230216" y="828443"/>
                  </a:cubicBezTo>
                  <a:cubicBezTo>
                    <a:pt x="230217" y="810571"/>
                    <a:pt x="230210" y="792699"/>
                    <a:pt x="230199" y="774827"/>
                  </a:cubicBezTo>
                  <a:cubicBezTo>
                    <a:pt x="230189" y="758911"/>
                    <a:pt x="230183" y="742994"/>
                    <a:pt x="230183" y="727078"/>
                  </a:cubicBezTo>
                  <a:cubicBezTo>
                    <a:pt x="230183" y="726056"/>
                    <a:pt x="230183" y="725033"/>
                    <a:pt x="230183" y="724011"/>
                  </a:cubicBezTo>
                  <a:cubicBezTo>
                    <a:pt x="230184" y="723490"/>
                    <a:pt x="230184" y="722984"/>
                    <a:pt x="230184" y="722479"/>
                  </a:cubicBezTo>
                  <a:cubicBezTo>
                    <a:pt x="230184" y="719933"/>
                    <a:pt x="230184" y="717388"/>
                    <a:pt x="230184" y="714842"/>
                  </a:cubicBezTo>
                  <a:cubicBezTo>
                    <a:pt x="230184" y="714074"/>
                    <a:pt x="230184" y="714074"/>
                    <a:pt x="230184" y="713321"/>
                  </a:cubicBezTo>
                  <a:cubicBezTo>
                    <a:pt x="230184" y="697621"/>
                    <a:pt x="230180" y="681921"/>
                    <a:pt x="230174" y="666222"/>
                  </a:cubicBezTo>
                  <a:cubicBezTo>
                    <a:pt x="230172" y="659601"/>
                    <a:pt x="230170" y="652981"/>
                    <a:pt x="230170" y="646360"/>
                  </a:cubicBezTo>
                  <a:cubicBezTo>
                    <a:pt x="230169" y="638211"/>
                    <a:pt x="230167" y="630061"/>
                    <a:pt x="230161" y="621912"/>
                  </a:cubicBezTo>
                  <a:cubicBezTo>
                    <a:pt x="230158" y="617753"/>
                    <a:pt x="230154" y="613595"/>
                    <a:pt x="230154" y="609436"/>
                  </a:cubicBezTo>
                  <a:cubicBezTo>
                    <a:pt x="230155" y="605577"/>
                    <a:pt x="230155" y="601718"/>
                    <a:pt x="230150" y="597858"/>
                  </a:cubicBezTo>
                  <a:cubicBezTo>
                    <a:pt x="230148" y="596457"/>
                    <a:pt x="230146" y="595056"/>
                    <a:pt x="230145" y="593655"/>
                  </a:cubicBezTo>
                  <a:cubicBezTo>
                    <a:pt x="230147" y="591714"/>
                    <a:pt x="230149" y="589772"/>
                    <a:pt x="230145" y="587831"/>
                  </a:cubicBezTo>
                  <a:cubicBezTo>
                    <a:pt x="230144" y="587238"/>
                    <a:pt x="230143" y="586662"/>
                    <a:pt x="230141" y="586086"/>
                  </a:cubicBezTo>
                  <a:cubicBezTo>
                    <a:pt x="230150" y="583188"/>
                    <a:pt x="230406" y="580178"/>
                    <a:pt x="229301" y="577448"/>
                  </a:cubicBezTo>
                  <a:cubicBezTo>
                    <a:pt x="228795" y="577448"/>
                    <a:pt x="228304" y="577448"/>
                    <a:pt x="227813" y="577448"/>
                  </a:cubicBezTo>
                  <a:cubicBezTo>
                    <a:pt x="227560" y="576689"/>
                    <a:pt x="227315" y="575952"/>
                    <a:pt x="227069" y="575216"/>
                  </a:cubicBezTo>
                  <a:cubicBezTo>
                    <a:pt x="225541" y="574911"/>
                    <a:pt x="225541" y="574911"/>
                    <a:pt x="224092" y="574471"/>
                  </a:cubicBezTo>
                  <a:cubicBezTo>
                    <a:pt x="224092" y="573459"/>
                    <a:pt x="224092" y="572477"/>
                    <a:pt x="224092" y="571495"/>
                  </a:cubicBezTo>
                  <a:cubicBezTo>
                    <a:pt x="223602" y="571353"/>
                    <a:pt x="223126" y="571214"/>
                    <a:pt x="222651" y="571076"/>
                  </a:cubicBezTo>
                  <a:cubicBezTo>
                    <a:pt x="222129" y="570966"/>
                    <a:pt x="221622" y="570858"/>
                    <a:pt x="221116" y="570751"/>
                  </a:cubicBezTo>
                  <a:cubicBezTo>
                    <a:pt x="220372" y="568518"/>
                    <a:pt x="220372" y="568518"/>
                    <a:pt x="218883" y="567774"/>
                  </a:cubicBezTo>
                  <a:cubicBezTo>
                    <a:pt x="218377" y="567521"/>
                    <a:pt x="217886" y="567276"/>
                    <a:pt x="217395" y="567030"/>
                  </a:cubicBezTo>
                  <a:cubicBezTo>
                    <a:pt x="217142" y="566271"/>
                    <a:pt x="216897" y="565534"/>
                    <a:pt x="216651" y="564798"/>
                  </a:cubicBezTo>
                  <a:cubicBezTo>
                    <a:pt x="215652" y="564579"/>
                    <a:pt x="214659" y="564330"/>
                    <a:pt x="213674" y="564054"/>
                  </a:cubicBezTo>
                  <a:cubicBezTo>
                    <a:pt x="213434" y="563060"/>
                    <a:pt x="213186" y="562067"/>
                    <a:pt x="212930" y="561077"/>
                  </a:cubicBezTo>
                  <a:cubicBezTo>
                    <a:pt x="211918" y="561077"/>
                    <a:pt x="210936" y="561077"/>
                    <a:pt x="209954" y="561077"/>
                  </a:cubicBezTo>
                  <a:cubicBezTo>
                    <a:pt x="209954" y="560065"/>
                    <a:pt x="209954" y="559083"/>
                    <a:pt x="209954" y="558100"/>
                  </a:cubicBezTo>
                  <a:cubicBezTo>
                    <a:pt x="209321" y="557942"/>
                    <a:pt x="208707" y="557789"/>
                    <a:pt x="208093" y="557635"/>
                  </a:cubicBezTo>
                  <a:cubicBezTo>
                    <a:pt x="207461" y="557540"/>
                    <a:pt x="206847" y="557448"/>
                    <a:pt x="206233" y="557356"/>
                  </a:cubicBezTo>
                  <a:cubicBezTo>
                    <a:pt x="206233" y="555868"/>
                    <a:pt x="206233" y="555868"/>
                    <a:pt x="205210" y="554845"/>
                  </a:cubicBezTo>
                  <a:cubicBezTo>
                    <a:pt x="204599" y="554234"/>
                    <a:pt x="204599" y="554234"/>
                    <a:pt x="204001" y="553636"/>
                  </a:cubicBezTo>
                  <a:cubicBezTo>
                    <a:pt x="203249" y="552132"/>
                    <a:pt x="203249" y="552132"/>
                    <a:pt x="202512" y="550659"/>
                  </a:cubicBezTo>
                  <a:cubicBezTo>
                    <a:pt x="160513" y="550659"/>
                    <a:pt x="119749" y="550659"/>
                    <a:pt x="78985" y="550659"/>
                  </a:cubicBezTo>
                  <a:close/>
                  <a:moveTo>
                    <a:pt x="79730" y="90907"/>
                  </a:moveTo>
                  <a:cubicBezTo>
                    <a:pt x="78901" y="92565"/>
                    <a:pt x="78901" y="92565"/>
                    <a:pt x="78887" y="96527"/>
                  </a:cubicBezTo>
                  <a:cubicBezTo>
                    <a:pt x="78889" y="97128"/>
                    <a:pt x="78890" y="97711"/>
                    <a:pt x="78892" y="98294"/>
                  </a:cubicBezTo>
                  <a:cubicBezTo>
                    <a:pt x="78889" y="100288"/>
                    <a:pt x="78886" y="102282"/>
                    <a:pt x="78888" y="104276"/>
                  </a:cubicBezTo>
                  <a:cubicBezTo>
                    <a:pt x="78890" y="105752"/>
                    <a:pt x="78891" y="107228"/>
                    <a:pt x="78890" y="108703"/>
                  </a:cubicBezTo>
                  <a:cubicBezTo>
                    <a:pt x="78886" y="112766"/>
                    <a:pt x="78885" y="116829"/>
                    <a:pt x="78887" y="120891"/>
                  </a:cubicBezTo>
                  <a:cubicBezTo>
                    <a:pt x="78889" y="125336"/>
                    <a:pt x="78889" y="129780"/>
                    <a:pt x="78887" y="134225"/>
                  </a:cubicBezTo>
                  <a:cubicBezTo>
                    <a:pt x="78883" y="142928"/>
                    <a:pt x="78882" y="151630"/>
                    <a:pt x="78884" y="160333"/>
                  </a:cubicBezTo>
                  <a:cubicBezTo>
                    <a:pt x="78886" y="167989"/>
                    <a:pt x="78887" y="175646"/>
                    <a:pt x="78886" y="183302"/>
                  </a:cubicBezTo>
                  <a:cubicBezTo>
                    <a:pt x="78886" y="184076"/>
                    <a:pt x="78886" y="184076"/>
                    <a:pt x="78886" y="184836"/>
                  </a:cubicBezTo>
                  <a:cubicBezTo>
                    <a:pt x="78886" y="186891"/>
                    <a:pt x="78886" y="188947"/>
                    <a:pt x="78885" y="191003"/>
                  </a:cubicBezTo>
                  <a:cubicBezTo>
                    <a:pt x="78883" y="210298"/>
                    <a:pt x="78885" y="229593"/>
                    <a:pt x="78889" y="248889"/>
                  </a:cubicBezTo>
                  <a:cubicBezTo>
                    <a:pt x="78892" y="266079"/>
                    <a:pt x="78892" y="283269"/>
                    <a:pt x="78889" y="300459"/>
                  </a:cubicBezTo>
                  <a:cubicBezTo>
                    <a:pt x="78885" y="319792"/>
                    <a:pt x="78883" y="339124"/>
                    <a:pt x="78885" y="358457"/>
                  </a:cubicBezTo>
                  <a:cubicBezTo>
                    <a:pt x="78885" y="360516"/>
                    <a:pt x="78886" y="362575"/>
                    <a:pt x="78886" y="364634"/>
                  </a:cubicBezTo>
                  <a:cubicBezTo>
                    <a:pt x="78886" y="365157"/>
                    <a:pt x="78886" y="365664"/>
                    <a:pt x="78886" y="366172"/>
                  </a:cubicBezTo>
                  <a:cubicBezTo>
                    <a:pt x="78887" y="373832"/>
                    <a:pt x="78886" y="381492"/>
                    <a:pt x="78885" y="389152"/>
                  </a:cubicBezTo>
                  <a:cubicBezTo>
                    <a:pt x="78883" y="397444"/>
                    <a:pt x="78882" y="405737"/>
                    <a:pt x="78885" y="414029"/>
                  </a:cubicBezTo>
                  <a:cubicBezTo>
                    <a:pt x="78887" y="418518"/>
                    <a:pt x="78890" y="423006"/>
                    <a:pt x="78888" y="427495"/>
                  </a:cubicBezTo>
                  <a:cubicBezTo>
                    <a:pt x="78886" y="431665"/>
                    <a:pt x="78884" y="435835"/>
                    <a:pt x="78888" y="440004"/>
                  </a:cubicBezTo>
                  <a:cubicBezTo>
                    <a:pt x="78889" y="441514"/>
                    <a:pt x="78890" y="443024"/>
                    <a:pt x="78891" y="444534"/>
                  </a:cubicBezTo>
                  <a:cubicBezTo>
                    <a:pt x="78889" y="446633"/>
                    <a:pt x="78886" y="448733"/>
                    <a:pt x="78889" y="450833"/>
                  </a:cubicBezTo>
                  <a:cubicBezTo>
                    <a:pt x="78890" y="451470"/>
                    <a:pt x="78891" y="452089"/>
                    <a:pt x="78892" y="452707"/>
                  </a:cubicBezTo>
                  <a:cubicBezTo>
                    <a:pt x="78886" y="454649"/>
                    <a:pt x="78911" y="456571"/>
                    <a:pt x="78986" y="458512"/>
                  </a:cubicBezTo>
                  <a:cubicBezTo>
                    <a:pt x="79730" y="459257"/>
                    <a:pt x="79730" y="459257"/>
                    <a:pt x="81737" y="459345"/>
                  </a:cubicBezTo>
                  <a:cubicBezTo>
                    <a:pt x="82668" y="459342"/>
                    <a:pt x="83572" y="459340"/>
                    <a:pt x="84476" y="459338"/>
                  </a:cubicBezTo>
                  <a:cubicBezTo>
                    <a:pt x="86087" y="459337"/>
                    <a:pt x="87698" y="459335"/>
                    <a:pt x="89309" y="459328"/>
                  </a:cubicBezTo>
                  <a:cubicBezTo>
                    <a:pt x="90494" y="459323"/>
                    <a:pt x="91679" y="459319"/>
                    <a:pt x="92865" y="459316"/>
                  </a:cubicBezTo>
                  <a:cubicBezTo>
                    <a:pt x="96085" y="459310"/>
                    <a:pt x="99305" y="459301"/>
                    <a:pt x="102525" y="459288"/>
                  </a:cubicBezTo>
                  <a:cubicBezTo>
                    <a:pt x="104577" y="459280"/>
                    <a:pt x="106630" y="459271"/>
                    <a:pt x="108683" y="459263"/>
                  </a:cubicBezTo>
                  <a:cubicBezTo>
                    <a:pt x="115048" y="459239"/>
                    <a:pt x="121414" y="459213"/>
                    <a:pt x="127779" y="459181"/>
                  </a:cubicBezTo>
                  <a:cubicBezTo>
                    <a:pt x="135199" y="459143"/>
                    <a:pt x="142619" y="459111"/>
                    <a:pt x="150039" y="459096"/>
                  </a:cubicBezTo>
                  <a:cubicBezTo>
                    <a:pt x="155812" y="459084"/>
                    <a:pt x="161585" y="459065"/>
                    <a:pt x="167358" y="459035"/>
                  </a:cubicBezTo>
                  <a:cubicBezTo>
                    <a:pt x="170795" y="459015"/>
                    <a:pt x="174232" y="458994"/>
                    <a:pt x="177669" y="458989"/>
                  </a:cubicBezTo>
                  <a:cubicBezTo>
                    <a:pt x="180960" y="458987"/>
                    <a:pt x="184252" y="458981"/>
                    <a:pt x="187543" y="458957"/>
                  </a:cubicBezTo>
                  <a:cubicBezTo>
                    <a:pt x="188752" y="458947"/>
                    <a:pt x="189961" y="458938"/>
                    <a:pt x="191169" y="458930"/>
                  </a:cubicBezTo>
                  <a:cubicBezTo>
                    <a:pt x="192862" y="458935"/>
                    <a:pt x="194555" y="458939"/>
                    <a:pt x="196247" y="458922"/>
                  </a:cubicBezTo>
                  <a:cubicBezTo>
                    <a:pt x="196764" y="458916"/>
                    <a:pt x="197266" y="458910"/>
                    <a:pt x="197767" y="458904"/>
                  </a:cubicBezTo>
                  <a:cubicBezTo>
                    <a:pt x="200506" y="458892"/>
                    <a:pt x="200506" y="458892"/>
                    <a:pt x="202513" y="458512"/>
                  </a:cubicBezTo>
                  <a:cubicBezTo>
                    <a:pt x="202709" y="457998"/>
                    <a:pt x="202899" y="457499"/>
                    <a:pt x="203089" y="457000"/>
                  </a:cubicBezTo>
                  <a:cubicBezTo>
                    <a:pt x="203146" y="456502"/>
                    <a:pt x="203202" y="456019"/>
                    <a:pt x="203257" y="455536"/>
                  </a:cubicBezTo>
                  <a:cubicBezTo>
                    <a:pt x="203763" y="455536"/>
                    <a:pt x="204254" y="455536"/>
                    <a:pt x="204745" y="455536"/>
                  </a:cubicBezTo>
                  <a:cubicBezTo>
                    <a:pt x="205215" y="454531"/>
                    <a:pt x="205715" y="453540"/>
                    <a:pt x="206234" y="452559"/>
                  </a:cubicBezTo>
                  <a:cubicBezTo>
                    <a:pt x="208778" y="451391"/>
                    <a:pt x="209737" y="450530"/>
                    <a:pt x="211071" y="448048"/>
                  </a:cubicBezTo>
                  <a:cubicBezTo>
                    <a:pt x="211878" y="446439"/>
                    <a:pt x="211878" y="446439"/>
                    <a:pt x="212931" y="445118"/>
                  </a:cubicBezTo>
                  <a:cubicBezTo>
                    <a:pt x="213928" y="444889"/>
                    <a:pt x="214921" y="444643"/>
                    <a:pt x="215908" y="444374"/>
                  </a:cubicBezTo>
                  <a:cubicBezTo>
                    <a:pt x="215908" y="443362"/>
                    <a:pt x="215908" y="442379"/>
                    <a:pt x="215908" y="441397"/>
                  </a:cubicBezTo>
                  <a:cubicBezTo>
                    <a:pt x="216667" y="441397"/>
                    <a:pt x="217403" y="441397"/>
                    <a:pt x="218140" y="441397"/>
                  </a:cubicBezTo>
                  <a:cubicBezTo>
                    <a:pt x="218266" y="440891"/>
                    <a:pt x="218389" y="440400"/>
                    <a:pt x="218512" y="439909"/>
                  </a:cubicBezTo>
                  <a:cubicBezTo>
                    <a:pt x="218639" y="439403"/>
                    <a:pt x="218761" y="438912"/>
                    <a:pt x="218884" y="438421"/>
                  </a:cubicBezTo>
                  <a:cubicBezTo>
                    <a:pt x="219643" y="438421"/>
                    <a:pt x="220380" y="438421"/>
                    <a:pt x="221116" y="438421"/>
                  </a:cubicBezTo>
                  <a:cubicBezTo>
                    <a:pt x="221243" y="437788"/>
                    <a:pt x="221366" y="437174"/>
                    <a:pt x="221489" y="436560"/>
                  </a:cubicBezTo>
                  <a:cubicBezTo>
                    <a:pt x="221615" y="435928"/>
                    <a:pt x="221738" y="435314"/>
                    <a:pt x="221861" y="434700"/>
                  </a:cubicBezTo>
                  <a:cubicBezTo>
                    <a:pt x="222620" y="434700"/>
                    <a:pt x="223356" y="434700"/>
                    <a:pt x="224093" y="434700"/>
                  </a:cubicBezTo>
                  <a:cubicBezTo>
                    <a:pt x="224220" y="434210"/>
                    <a:pt x="224342" y="433734"/>
                    <a:pt x="224465" y="433258"/>
                  </a:cubicBezTo>
                  <a:cubicBezTo>
                    <a:pt x="224592" y="432736"/>
                    <a:pt x="224714" y="432230"/>
                    <a:pt x="224837" y="431723"/>
                  </a:cubicBezTo>
                  <a:cubicBezTo>
                    <a:pt x="225596" y="431470"/>
                    <a:pt x="226333" y="431225"/>
                    <a:pt x="227070" y="430979"/>
                  </a:cubicBezTo>
                  <a:cubicBezTo>
                    <a:pt x="227347" y="428716"/>
                    <a:pt x="227347" y="428716"/>
                    <a:pt x="227362" y="427240"/>
                  </a:cubicBezTo>
                  <a:cubicBezTo>
                    <a:pt x="227356" y="426682"/>
                    <a:pt x="227350" y="426141"/>
                    <a:pt x="227344" y="425600"/>
                  </a:cubicBezTo>
                  <a:cubicBezTo>
                    <a:pt x="227353" y="423755"/>
                    <a:pt x="227357" y="421911"/>
                    <a:pt x="227348" y="420067"/>
                  </a:cubicBezTo>
                  <a:cubicBezTo>
                    <a:pt x="227341" y="418701"/>
                    <a:pt x="227339" y="417335"/>
                    <a:pt x="227340" y="415969"/>
                  </a:cubicBezTo>
                  <a:cubicBezTo>
                    <a:pt x="227347" y="412210"/>
                    <a:pt x="227347" y="408451"/>
                    <a:pt x="227336" y="404692"/>
                  </a:cubicBezTo>
                  <a:cubicBezTo>
                    <a:pt x="227324" y="400580"/>
                    <a:pt x="227322" y="396467"/>
                    <a:pt x="227323" y="392354"/>
                  </a:cubicBezTo>
                  <a:cubicBezTo>
                    <a:pt x="227326" y="385236"/>
                    <a:pt x="227322" y="378119"/>
                    <a:pt x="227311" y="371002"/>
                  </a:cubicBezTo>
                  <a:cubicBezTo>
                    <a:pt x="227292" y="360608"/>
                    <a:pt x="227283" y="350213"/>
                    <a:pt x="227280" y="339819"/>
                  </a:cubicBezTo>
                  <a:cubicBezTo>
                    <a:pt x="227275" y="322478"/>
                    <a:pt x="227262" y="305137"/>
                    <a:pt x="227240" y="287797"/>
                  </a:cubicBezTo>
                  <a:cubicBezTo>
                    <a:pt x="227219" y="271380"/>
                    <a:pt x="227203" y="254963"/>
                    <a:pt x="227193" y="238546"/>
                  </a:cubicBezTo>
                  <a:cubicBezTo>
                    <a:pt x="227193" y="238025"/>
                    <a:pt x="227193" y="237519"/>
                    <a:pt x="227192" y="237013"/>
                  </a:cubicBezTo>
                  <a:cubicBezTo>
                    <a:pt x="227189" y="231928"/>
                    <a:pt x="227186" y="226843"/>
                    <a:pt x="227184" y="221758"/>
                  </a:cubicBezTo>
                  <a:cubicBezTo>
                    <a:pt x="227160" y="178637"/>
                    <a:pt x="227121" y="135516"/>
                    <a:pt x="227070" y="92395"/>
                  </a:cubicBezTo>
                  <a:cubicBezTo>
                    <a:pt x="208949" y="92319"/>
                    <a:pt x="190828" y="92240"/>
                    <a:pt x="172707" y="92155"/>
                  </a:cubicBezTo>
                  <a:cubicBezTo>
                    <a:pt x="163899" y="92114"/>
                    <a:pt x="155092" y="92073"/>
                    <a:pt x="146285" y="92036"/>
                  </a:cubicBezTo>
                  <a:cubicBezTo>
                    <a:pt x="138547" y="92004"/>
                    <a:pt x="130810" y="91971"/>
                    <a:pt x="123072" y="91933"/>
                  </a:cubicBezTo>
                  <a:cubicBezTo>
                    <a:pt x="118988" y="91913"/>
                    <a:pt x="114904" y="91893"/>
                    <a:pt x="110821" y="91877"/>
                  </a:cubicBezTo>
                  <a:cubicBezTo>
                    <a:pt x="106909" y="91862"/>
                    <a:pt x="102998" y="91846"/>
                    <a:pt x="99087" y="91826"/>
                  </a:cubicBezTo>
                  <a:cubicBezTo>
                    <a:pt x="97650" y="91819"/>
                    <a:pt x="96213" y="91811"/>
                    <a:pt x="94776" y="91804"/>
                  </a:cubicBezTo>
                  <a:cubicBezTo>
                    <a:pt x="92765" y="91798"/>
                    <a:pt x="90754" y="91791"/>
                    <a:pt x="88743" y="91780"/>
                  </a:cubicBezTo>
                  <a:cubicBezTo>
                    <a:pt x="87829" y="91774"/>
                    <a:pt x="87829" y="91774"/>
                    <a:pt x="86934" y="91769"/>
                  </a:cubicBezTo>
                  <a:cubicBezTo>
                    <a:pt x="85022" y="91766"/>
                    <a:pt x="83130" y="91731"/>
                    <a:pt x="81218" y="91651"/>
                  </a:cubicBezTo>
                  <a:cubicBezTo>
                    <a:pt x="80712" y="91398"/>
                    <a:pt x="80221" y="91153"/>
                    <a:pt x="79730" y="90907"/>
                  </a:cubicBezTo>
                  <a:close/>
                  <a:moveTo>
                    <a:pt x="0" y="0"/>
                  </a:moveTo>
                  <a:cubicBezTo>
                    <a:pt x="89141" y="0"/>
                    <a:pt x="178281" y="0"/>
                    <a:pt x="270123" y="0"/>
                  </a:cubicBezTo>
                  <a:cubicBezTo>
                    <a:pt x="270369" y="982"/>
                    <a:pt x="270614" y="1965"/>
                    <a:pt x="270867" y="2977"/>
                  </a:cubicBezTo>
                  <a:cubicBezTo>
                    <a:pt x="271852" y="3253"/>
                    <a:pt x="272845" y="3502"/>
                    <a:pt x="273844" y="3721"/>
                  </a:cubicBezTo>
                  <a:cubicBezTo>
                    <a:pt x="274089" y="4457"/>
                    <a:pt x="274335" y="5194"/>
                    <a:pt x="274588" y="5953"/>
                  </a:cubicBezTo>
                  <a:cubicBezTo>
                    <a:pt x="275079" y="6199"/>
                    <a:pt x="275570" y="6444"/>
                    <a:pt x="276076" y="6697"/>
                  </a:cubicBezTo>
                  <a:cubicBezTo>
                    <a:pt x="276322" y="7434"/>
                    <a:pt x="276567" y="8171"/>
                    <a:pt x="276820" y="8930"/>
                  </a:cubicBezTo>
                  <a:cubicBezTo>
                    <a:pt x="277557" y="9421"/>
                    <a:pt x="278294" y="9912"/>
                    <a:pt x="279053" y="10418"/>
                  </a:cubicBezTo>
                  <a:cubicBezTo>
                    <a:pt x="279298" y="11155"/>
                    <a:pt x="279544" y="11891"/>
                    <a:pt x="279797" y="12650"/>
                  </a:cubicBezTo>
                  <a:cubicBezTo>
                    <a:pt x="280672" y="13157"/>
                    <a:pt x="280672" y="13157"/>
                    <a:pt x="281564" y="13674"/>
                  </a:cubicBezTo>
                  <a:cubicBezTo>
                    <a:pt x="284469" y="15472"/>
                    <a:pt x="285436" y="17660"/>
                    <a:pt x="286494" y="20836"/>
                  </a:cubicBezTo>
                  <a:cubicBezTo>
                    <a:pt x="287231" y="21082"/>
                    <a:pt x="287968" y="21327"/>
                    <a:pt x="288727" y="21580"/>
                  </a:cubicBezTo>
                  <a:cubicBezTo>
                    <a:pt x="288849" y="22087"/>
                    <a:pt x="288972" y="22593"/>
                    <a:pt x="289099" y="23115"/>
                  </a:cubicBezTo>
                  <a:cubicBezTo>
                    <a:pt x="289221" y="23591"/>
                    <a:pt x="289344" y="24066"/>
                    <a:pt x="289471" y="24557"/>
                  </a:cubicBezTo>
                  <a:cubicBezTo>
                    <a:pt x="290207" y="24557"/>
                    <a:pt x="290944" y="24557"/>
                    <a:pt x="291703" y="24557"/>
                  </a:cubicBezTo>
                  <a:cubicBezTo>
                    <a:pt x="291967" y="25545"/>
                    <a:pt x="292213" y="26538"/>
                    <a:pt x="292447" y="27533"/>
                  </a:cubicBezTo>
                  <a:cubicBezTo>
                    <a:pt x="293184" y="28024"/>
                    <a:pt x="293921" y="28515"/>
                    <a:pt x="294680" y="29021"/>
                  </a:cubicBezTo>
                  <a:cubicBezTo>
                    <a:pt x="294680" y="29758"/>
                    <a:pt x="294680" y="30495"/>
                    <a:pt x="294680" y="31254"/>
                  </a:cubicBezTo>
                  <a:cubicBezTo>
                    <a:pt x="295662" y="31254"/>
                    <a:pt x="296644" y="31254"/>
                    <a:pt x="297656" y="31254"/>
                  </a:cubicBezTo>
                  <a:cubicBezTo>
                    <a:pt x="297656" y="32236"/>
                    <a:pt x="297656" y="33218"/>
                    <a:pt x="297656" y="34230"/>
                  </a:cubicBezTo>
                  <a:cubicBezTo>
                    <a:pt x="298639" y="34230"/>
                    <a:pt x="299621" y="34230"/>
                    <a:pt x="300633" y="34230"/>
                  </a:cubicBezTo>
                  <a:cubicBezTo>
                    <a:pt x="300633" y="35458"/>
                    <a:pt x="300633" y="36686"/>
                    <a:pt x="300633" y="37951"/>
                  </a:cubicBezTo>
                  <a:cubicBezTo>
                    <a:pt x="301370" y="37951"/>
                    <a:pt x="302106" y="37951"/>
                    <a:pt x="302865" y="37951"/>
                  </a:cubicBezTo>
                  <a:cubicBezTo>
                    <a:pt x="302865" y="38933"/>
                    <a:pt x="302865" y="39916"/>
                    <a:pt x="302865" y="40928"/>
                  </a:cubicBezTo>
                  <a:cubicBezTo>
                    <a:pt x="304617" y="41440"/>
                    <a:pt x="304617" y="41440"/>
                    <a:pt x="306586" y="41672"/>
                  </a:cubicBezTo>
                  <a:cubicBezTo>
                    <a:pt x="307323" y="42163"/>
                    <a:pt x="308059" y="42654"/>
                    <a:pt x="308818" y="43160"/>
                  </a:cubicBezTo>
                  <a:cubicBezTo>
                    <a:pt x="309040" y="45394"/>
                    <a:pt x="309113" y="47475"/>
                    <a:pt x="309093" y="49712"/>
                  </a:cubicBezTo>
                  <a:cubicBezTo>
                    <a:pt x="309096" y="50402"/>
                    <a:pt x="309098" y="51092"/>
                    <a:pt x="309101" y="51803"/>
                  </a:cubicBezTo>
                  <a:cubicBezTo>
                    <a:pt x="309107" y="54143"/>
                    <a:pt x="309097" y="56481"/>
                    <a:pt x="309087" y="58820"/>
                  </a:cubicBezTo>
                  <a:cubicBezTo>
                    <a:pt x="309088" y="60504"/>
                    <a:pt x="309090" y="62187"/>
                    <a:pt x="309093" y="63870"/>
                  </a:cubicBezTo>
                  <a:cubicBezTo>
                    <a:pt x="309098" y="68516"/>
                    <a:pt x="309089" y="73162"/>
                    <a:pt x="309077" y="77809"/>
                  </a:cubicBezTo>
                  <a:cubicBezTo>
                    <a:pt x="309069" y="82298"/>
                    <a:pt x="309071" y="86787"/>
                    <a:pt x="309072" y="91277"/>
                  </a:cubicBezTo>
                  <a:cubicBezTo>
                    <a:pt x="309075" y="100464"/>
                    <a:pt x="309068" y="109651"/>
                    <a:pt x="309054" y="118838"/>
                  </a:cubicBezTo>
                  <a:cubicBezTo>
                    <a:pt x="309041" y="127938"/>
                    <a:pt x="309033" y="137038"/>
                    <a:pt x="309030" y="146138"/>
                  </a:cubicBezTo>
                  <a:cubicBezTo>
                    <a:pt x="309030" y="146704"/>
                    <a:pt x="309030" y="147269"/>
                    <a:pt x="309030" y="147851"/>
                  </a:cubicBezTo>
                  <a:cubicBezTo>
                    <a:pt x="309029" y="150722"/>
                    <a:pt x="309028" y="153592"/>
                    <a:pt x="309028" y="156462"/>
                  </a:cubicBezTo>
                  <a:cubicBezTo>
                    <a:pt x="309023" y="176808"/>
                    <a:pt x="309008" y="197153"/>
                    <a:pt x="308987" y="217499"/>
                  </a:cubicBezTo>
                  <a:cubicBezTo>
                    <a:pt x="308966" y="237267"/>
                    <a:pt x="308950" y="257036"/>
                    <a:pt x="308941" y="276805"/>
                  </a:cubicBezTo>
                  <a:cubicBezTo>
                    <a:pt x="308941" y="277718"/>
                    <a:pt x="308941" y="277718"/>
                    <a:pt x="308940" y="278650"/>
                  </a:cubicBezTo>
                  <a:cubicBezTo>
                    <a:pt x="308937" y="284767"/>
                    <a:pt x="308934" y="290883"/>
                    <a:pt x="308932" y="296999"/>
                  </a:cubicBezTo>
                  <a:cubicBezTo>
                    <a:pt x="308926" y="309460"/>
                    <a:pt x="308920" y="321920"/>
                    <a:pt x="308913" y="334380"/>
                  </a:cubicBezTo>
                  <a:cubicBezTo>
                    <a:pt x="308913" y="334953"/>
                    <a:pt x="308912" y="335526"/>
                    <a:pt x="308912" y="336116"/>
                  </a:cubicBezTo>
                  <a:cubicBezTo>
                    <a:pt x="308891" y="374394"/>
                    <a:pt x="308856" y="412672"/>
                    <a:pt x="308818" y="450949"/>
                  </a:cubicBezTo>
                  <a:cubicBezTo>
                    <a:pt x="308082" y="450704"/>
                    <a:pt x="307345" y="450458"/>
                    <a:pt x="306586" y="450205"/>
                  </a:cubicBezTo>
                  <a:cubicBezTo>
                    <a:pt x="306340" y="452661"/>
                    <a:pt x="306095" y="455116"/>
                    <a:pt x="305842" y="457646"/>
                  </a:cubicBezTo>
                  <a:cubicBezTo>
                    <a:pt x="305105" y="457646"/>
                    <a:pt x="304368" y="457646"/>
                    <a:pt x="303609" y="457646"/>
                  </a:cubicBezTo>
                  <a:cubicBezTo>
                    <a:pt x="303573" y="458121"/>
                    <a:pt x="303536" y="458596"/>
                    <a:pt x="303499" y="459085"/>
                  </a:cubicBezTo>
                  <a:cubicBezTo>
                    <a:pt x="303443" y="459700"/>
                    <a:pt x="303388" y="460315"/>
                    <a:pt x="303330" y="460949"/>
                  </a:cubicBezTo>
                  <a:cubicBezTo>
                    <a:pt x="303279" y="461562"/>
                    <a:pt x="303227" y="462174"/>
                    <a:pt x="303173" y="462806"/>
                  </a:cubicBezTo>
                  <a:cubicBezTo>
                    <a:pt x="303072" y="463313"/>
                    <a:pt x="302970" y="463821"/>
                    <a:pt x="302865" y="464344"/>
                  </a:cubicBezTo>
                  <a:cubicBezTo>
                    <a:pt x="302374" y="464589"/>
                    <a:pt x="301883" y="464835"/>
                    <a:pt x="301377" y="465088"/>
                  </a:cubicBezTo>
                  <a:cubicBezTo>
                    <a:pt x="301115" y="466624"/>
                    <a:pt x="301047" y="468137"/>
                    <a:pt x="300961" y="469692"/>
                  </a:cubicBezTo>
                  <a:cubicBezTo>
                    <a:pt x="300853" y="470137"/>
                    <a:pt x="300745" y="470582"/>
                    <a:pt x="300633" y="471041"/>
                  </a:cubicBezTo>
                  <a:cubicBezTo>
                    <a:pt x="299896" y="471287"/>
                    <a:pt x="299159" y="471532"/>
                    <a:pt x="298400" y="471785"/>
                  </a:cubicBezTo>
                  <a:cubicBezTo>
                    <a:pt x="298206" y="473288"/>
                    <a:pt x="298018" y="474792"/>
                    <a:pt x="297889" y="476302"/>
                  </a:cubicBezTo>
                  <a:cubicBezTo>
                    <a:pt x="297589" y="478152"/>
                    <a:pt x="296837" y="478793"/>
                    <a:pt x="295424" y="479971"/>
                  </a:cubicBezTo>
                  <a:cubicBezTo>
                    <a:pt x="295332" y="480431"/>
                    <a:pt x="295240" y="480892"/>
                    <a:pt x="295145" y="481366"/>
                  </a:cubicBezTo>
                  <a:cubicBezTo>
                    <a:pt x="294445" y="483745"/>
                    <a:pt x="292707" y="484963"/>
                    <a:pt x="290959" y="486668"/>
                  </a:cubicBezTo>
                  <a:cubicBezTo>
                    <a:pt x="290713" y="487405"/>
                    <a:pt x="290468" y="488141"/>
                    <a:pt x="290215" y="488900"/>
                  </a:cubicBezTo>
                  <a:cubicBezTo>
                    <a:pt x="289223" y="489148"/>
                    <a:pt x="288230" y="489396"/>
                    <a:pt x="287238" y="489644"/>
                  </a:cubicBezTo>
                  <a:cubicBezTo>
                    <a:pt x="286993" y="490381"/>
                    <a:pt x="286747" y="491118"/>
                    <a:pt x="286494" y="491877"/>
                  </a:cubicBezTo>
                  <a:cubicBezTo>
                    <a:pt x="285757" y="491877"/>
                    <a:pt x="285021" y="491877"/>
                    <a:pt x="284262" y="491877"/>
                  </a:cubicBezTo>
                  <a:cubicBezTo>
                    <a:pt x="284262" y="493105"/>
                    <a:pt x="284262" y="494333"/>
                    <a:pt x="284262" y="495598"/>
                  </a:cubicBezTo>
                  <a:cubicBezTo>
                    <a:pt x="283279" y="495598"/>
                    <a:pt x="282297" y="495598"/>
                    <a:pt x="281285" y="495598"/>
                  </a:cubicBezTo>
                  <a:cubicBezTo>
                    <a:pt x="281029" y="496588"/>
                    <a:pt x="280783" y="497580"/>
                    <a:pt x="280541" y="498574"/>
                  </a:cubicBezTo>
                  <a:cubicBezTo>
                    <a:pt x="279301" y="499814"/>
                    <a:pt x="278061" y="501055"/>
                    <a:pt x="276820" y="502295"/>
                  </a:cubicBezTo>
                  <a:cubicBezTo>
                    <a:pt x="276820" y="503032"/>
                    <a:pt x="276820" y="503768"/>
                    <a:pt x="276820" y="504527"/>
                  </a:cubicBezTo>
                  <a:cubicBezTo>
                    <a:pt x="278052" y="505285"/>
                    <a:pt x="279293" y="506029"/>
                    <a:pt x="280541" y="506760"/>
                  </a:cubicBezTo>
                  <a:cubicBezTo>
                    <a:pt x="280787" y="507496"/>
                    <a:pt x="281032" y="508233"/>
                    <a:pt x="281285" y="508992"/>
                  </a:cubicBezTo>
                  <a:cubicBezTo>
                    <a:pt x="282022" y="509238"/>
                    <a:pt x="282759" y="509483"/>
                    <a:pt x="283518" y="509736"/>
                  </a:cubicBezTo>
                  <a:cubicBezTo>
                    <a:pt x="283625" y="510243"/>
                    <a:pt x="283732" y="510749"/>
                    <a:pt x="283843" y="511271"/>
                  </a:cubicBezTo>
                  <a:cubicBezTo>
                    <a:pt x="283981" y="511747"/>
                    <a:pt x="284119" y="512223"/>
                    <a:pt x="284262" y="512713"/>
                  </a:cubicBezTo>
                  <a:cubicBezTo>
                    <a:pt x="285244" y="512713"/>
                    <a:pt x="286226" y="512713"/>
                    <a:pt x="287238" y="512713"/>
                  </a:cubicBezTo>
                  <a:cubicBezTo>
                    <a:pt x="287238" y="513695"/>
                    <a:pt x="287238" y="514677"/>
                    <a:pt x="287238" y="515689"/>
                  </a:cubicBezTo>
                  <a:cubicBezTo>
                    <a:pt x="288476" y="515950"/>
                    <a:pt x="289717" y="516197"/>
                    <a:pt x="290959" y="516434"/>
                  </a:cubicBezTo>
                  <a:cubicBezTo>
                    <a:pt x="291796" y="517922"/>
                    <a:pt x="291796" y="517922"/>
                    <a:pt x="292447" y="519410"/>
                  </a:cubicBezTo>
                  <a:cubicBezTo>
                    <a:pt x="293184" y="519656"/>
                    <a:pt x="293921" y="519901"/>
                    <a:pt x="294680" y="520154"/>
                  </a:cubicBezTo>
                  <a:cubicBezTo>
                    <a:pt x="295191" y="522433"/>
                    <a:pt x="295191" y="522433"/>
                    <a:pt x="295424" y="524619"/>
                  </a:cubicBezTo>
                  <a:cubicBezTo>
                    <a:pt x="296161" y="524619"/>
                    <a:pt x="296897" y="524619"/>
                    <a:pt x="297656" y="524619"/>
                  </a:cubicBezTo>
                  <a:cubicBezTo>
                    <a:pt x="297902" y="526584"/>
                    <a:pt x="298147" y="528548"/>
                    <a:pt x="298400" y="530572"/>
                  </a:cubicBezTo>
                  <a:cubicBezTo>
                    <a:pt x="299137" y="530572"/>
                    <a:pt x="299874" y="530572"/>
                    <a:pt x="300633" y="530572"/>
                  </a:cubicBezTo>
                  <a:cubicBezTo>
                    <a:pt x="300669" y="531047"/>
                    <a:pt x="300706" y="531522"/>
                    <a:pt x="300743" y="532011"/>
                  </a:cubicBezTo>
                  <a:cubicBezTo>
                    <a:pt x="300827" y="532933"/>
                    <a:pt x="300827" y="532933"/>
                    <a:pt x="300912" y="533874"/>
                  </a:cubicBezTo>
                  <a:cubicBezTo>
                    <a:pt x="300964" y="534487"/>
                    <a:pt x="301015" y="535100"/>
                    <a:pt x="301069" y="535732"/>
                  </a:cubicBezTo>
                  <a:cubicBezTo>
                    <a:pt x="301171" y="536239"/>
                    <a:pt x="301272" y="536747"/>
                    <a:pt x="301377" y="537269"/>
                  </a:cubicBezTo>
                  <a:cubicBezTo>
                    <a:pt x="301868" y="537515"/>
                    <a:pt x="302359" y="537761"/>
                    <a:pt x="302865" y="538014"/>
                  </a:cubicBezTo>
                  <a:cubicBezTo>
                    <a:pt x="303307" y="539985"/>
                    <a:pt x="303417" y="541952"/>
                    <a:pt x="303609" y="543967"/>
                  </a:cubicBezTo>
                  <a:cubicBezTo>
                    <a:pt x="304346" y="543967"/>
                    <a:pt x="305083" y="543967"/>
                    <a:pt x="305842" y="543967"/>
                  </a:cubicBezTo>
                  <a:cubicBezTo>
                    <a:pt x="305963" y="545493"/>
                    <a:pt x="306084" y="547019"/>
                    <a:pt x="306205" y="548545"/>
                  </a:cubicBezTo>
                  <a:cubicBezTo>
                    <a:pt x="306331" y="548999"/>
                    <a:pt x="306456" y="549452"/>
                    <a:pt x="306586" y="549920"/>
                  </a:cubicBezTo>
                  <a:cubicBezTo>
                    <a:pt x="307323" y="550165"/>
                    <a:pt x="308059" y="550411"/>
                    <a:pt x="308818" y="550664"/>
                  </a:cubicBezTo>
                  <a:cubicBezTo>
                    <a:pt x="309046" y="552927"/>
                    <a:pt x="309117" y="555041"/>
                    <a:pt x="309099" y="557308"/>
                  </a:cubicBezTo>
                  <a:cubicBezTo>
                    <a:pt x="309103" y="558017"/>
                    <a:pt x="309106" y="558727"/>
                    <a:pt x="309109" y="559457"/>
                  </a:cubicBezTo>
                  <a:cubicBezTo>
                    <a:pt x="309117" y="561865"/>
                    <a:pt x="309109" y="564273"/>
                    <a:pt x="309102" y="566682"/>
                  </a:cubicBezTo>
                  <a:cubicBezTo>
                    <a:pt x="309104" y="568413"/>
                    <a:pt x="309108" y="570144"/>
                    <a:pt x="309112" y="571876"/>
                  </a:cubicBezTo>
                  <a:cubicBezTo>
                    <a:pt x="309121" y="576155"/>
                    <a:pt x="309119" y="580434"/>
                    <a:pt x="309112" y="584714"/>
                  </a:cubicBezTo>
                  <a:cubicBezTo>
                    <a:pt x="309105" y="589836"/>
                    <a:pt x="309111" y="594959"/>
                    <a:pt x="309117" y="600081"/>
                  </a:cubicBezTo>
                  <a:cubicBezTo>
                    <a:pt x="309129" y="610119"/>
                    <a:pt x="309128" y="620156"/>
                    <a:pt x="309122" y="630194"/>
                  </a:cubicBezTo>
                  <a:cubicBezTo>
                    <a:pt x="309116" y="638978"/>
                    <a:pt x="309114" y="647761"/>
                    <a:pt x="309117" y="656545"/>
                  </a:cubicBezTo>
                  <a:cubicBezTo>
                    <a:pt x="309117" y="657418"/>
                    <a:pt x="309117" y="657418"/>
                    <a:pt x="309118" y="658308"/>
                  </a:cubicBezTo>
                  <a:cubicBezTo>
                    <a:pt x="309118" y="660669"/>
                    <a:pt x="309119" y="663030"/>
                    <a:pt x="309120" y="665391"/>
                  </a:cubicBezTo>
                  <a:cubicBezTo>
                    <a:pt x="309127" y="687558"/>
                    <a:pt x="309120" y="709725"/>
                    <a:pt x="309108" y="731893"/>
                  </a:cubicBezTo>
                  <a:cubicBezTo>
                    <a:pt x="309098" y="751605"/>
                    <a:pt x="309099" y="771318"/>
                    <a:pt x="309109" y="791031"/>
                  </a:cubicBezTo>
                  <a:cubicBezTo>
                    <a:pt x="309121" y="813156"/>
                    <a:pt x="309126" y="835282"/>
                    <a:pt x="309119" y="857408"/>
                  </a:cubicBezTo>
                  <a:cubicBezTo>
                    <a:pt x="309119" y="859764"/>
                    <a:pt x="309118" y="862121"/>
                    <a:pt x="309117" y="864478"/>
                  </a:cubicBezTo>
                  <a:cubicBezTo>
                    <a:pt x="309117" y="865349"/>
                    <a:pt x="309117" y="865349"/>
                    <a:pt x="309117" y="866237"/>
                  </a:cubicBezTo>
                  <a:cubicBezTo>
                    <a:pt x="309114" y="875017"/>
                    <a:pt x="309117" y="883797"/>
                    <a:pt x="309123" y="892577"/>
                  </a:cubicBezTo>
                  <a:cubicBezTo>
                    <a:pt x="309129" y="902557"/>
                    <a:pt x="309127" y="912536"/>
                    <a:pt x="309115" y="922515"/>
                  </a:cubicBezTo>
                  <a:cubicBezTo>
                    <a:pt x="309109" y="927612"/>
                    <a:pt x="309107" y="932709"/>
                    <a:pt x="309115" y="937806"/>
                  </a:cubicBezTo>
                  <a:cubicBezTo>
                    <a:pt x="309121" y="942464"/>
                    <a:pt x="309118" y="947122"/>
                    <a:pt x="309106" y="951780"/>
                  </a:cubicBezTo>
                  <a:cubicBezTo>
                    <a:pt x="309103" y="953473"/>
                    <a:pt x="309104" y="955166"/>
                    <a:pt x="309110" y="956859"/>
                  </a:cubicBezTo>
                  <a:cubicBezTo>
                    <a:pt x="309117" y="959145"/>
                    <a:pt x="309110" y="961430"/>
                    <a:pt x="309099" y="963715"/>
                  </a:cubicBezTo>
                  <a:cubicBezTo>
                    <a:pt x="309105" y="964386"/>
                    <a:pt x="309110" y="965058"/>
                    <a:pt x="309115" y="965749"/>
                  </a:cubicBezTo>
                  <a:cubicBezTo>
                    <a:pt x="309098" y="967577"/>
                    <a:pt x="309098" y="967577"/>
                    <a:pt x="308818" y="970359"/>
                  </a:cubicBezTo>
                  <a:cubicBezTo>
                    <a:pt x="308082" y="970605"/>
                    <a:pt x="307345" y="970850"/>
                    <a:pt x="306586" y="971103"/>
                  </a:cubicBezTo>
                  <a:cubicBezTo>
                    <a:pt x="306066" y="972083"/>
                    <a:pt x="305569" y="973076"/>
                    <a:pt x="305098" y="974080"/>
                  </a:cubicBezTo>
                  <a:cubicBezTo>
                    <a:pt x="304607" y="974325"/>
                    <a:pt x="304115" y="974571"/>
                    <a:pt x="303609" y="974824"/>
                  </a:cubicBezTo>
                  <a:cubicBezTo>
                    <a:pt x="303364" y="975561"/>
                    <a:pt x="303118" y="976297"/>
                    <a:pt x="302865" y="977057"/>
                  </a:cubicBezTo>
                  <a:cubicBezTo>
                    <a:pt x="301584" y="978262"/>
                    <a:pt x="300224" y="979318"/>
                    <a:pt x="298842" y="980405"/>
                  </a:cubicBezTo>
                  <a:cubicBezTo>
                    <a:pt x="297457" y="981533"/>
                    <a:pt x="297457" y="981533"/>
                    <a:pt x="296912" y="983754"/>
                  </a:cubicBezTo>
                  <a:cubicBezTo>
                    <a:pt x="296421" y="983999"/>
                    <a:pt x="295930" y="984245"/>
                    <a:pt x="295424" y="984498"/>
                  </a:cubicBezTo>
                  <a:cubicBezTo>
                    <a:pt x="295178" y="985235"/>
                    <a:pt x="294933" y="985971"/>
                    <a:pt x="294680" y="986730"/>
                  </a:cubicBezTo>
                  <a:cubicBezTo>
                    <a:pt x="294189" y="986838"/>
                    <a:pt x="293697" y="986945"/>
                    <a:pt x="293191" y="987056"/>
                  </a:cubicBezTo>
                  <a:cubicBezTo>
                    <a:pt x="292700" y="987194"/>
                    <a:pt x="292209" y="987332"/>
                    <a:pt x="291703" y="987474"/>
                  </a:cubicBezTo>
                  <a:cubicBezTo>
                    <a:pt x="291218" y="988981"/>
                    <a:pt x="291218" y="988981"/>
                    <a:pt x="290959" y="990451"/>
                  </a:cubicBezTo>
                  <a:cubicBezTo>
                    <a:pt x="290468" y="990451"/>
                    <a:pt x="289977" y="990451"/>
                    <a:pt x="289471" y="990451"/>
                  </a:cubicBezTo>
                  <a:cubicBezTo>
                    <a:pt x="289363" y="990896"/>
                    <a:pt x="289256" y="991341"/>
                    <a:pt x="289145" y="991800"/>
                  </a:cubicBezTo>
                  <a:cubicBezTo>
                    <a:pt x="288649" y="993727"/>
                    <a:pt x="287937" y="994333"/>
                    <a:pt x="286494" y="995660"/>
                  </a:cubicBezTo>
                  <a:cubicBezTo>
                    <a:pt x="286003" y="996397"/>
                    <a:pt x="285512" y="997133"/>
                    <a:pt x="285006" y="997892"/>
                  </a:cubicBezTo>
                  <a:cubicBezTo>
                    <a:pt x="284269" y="998138"/>
                    <a:pt x="283532" y="998384"/>
                    <a:pt x="282773" y="998637"/>
                  </a:cubicBezTo>
                  <a:cubicBezTo>
                    <a:pt x="282253" y="999616"/>
                    <a:pt x="281756" y="1000609"/>
                    <a:pt x="281285" y="1001613"/>
                  </a:cubicBezTo>
                  <a:cubicBezTo>
                    <a:pt x="280794" y="1001859"/>
                    <a:pt x="280303" y="1002104"/>
                    <a:pt x="279797" y="1002357"/>
                  </a:cubicBezTo>
                  <a:cubicBezTo>
                    <a:pt x="279429" y="1003117"/>
                    <a:pt x="279429" y="1003117"/>
                    <a:pt x="279053" y="1003892"/>
                  </a:cubicBezTo>
                  <a:cubicBezTo>
                    <a:pt x="278807" y="1004368"/>
                    <a:pt x="278562" y="1004844"/>
                    <a:pt x="278309" y="1005334"/>
                  </a:cubicBezTo>
                  <a:cubicBezTo>
                    <a:pt x="277817" y="1005334"/>
                    <a:pt x="277326" y="1005334"/>
                    <a:pt x="276820" y="1005334"/>
                  </a:cubicBezTo>
                  <a:cubicBezTo>
                    <a:pt x="276728" y="1005825"/>
                    <a:pt x="276636" y="1006316"/>
                    <a:pt x="276541" y="1006822"/>
                  </a:cubicBezTo>
                  <a:cubicBezTo>
                    <a:pt x="276388" y="1007313"/>
                    <a:pt x="276234" y="1007804"/>
                    <a:pt x="276076" y="1008310"/>
                  </a:cubicBezTo>
                  <a:cubicBezTo>
                    <a:pt x="275094" y="1008310"/>
                    <a:pt x="274112" y="1008310"/>
                    <a:pt x="273100" y="1008310"/>
                  </a:cubicBezTo>
                  <a:cubicBezTo>
                    <a:pt x="273100" y="1009293"/>
                    <a:pt x="273100" y="1010275"/>
                    <a:pt x="273100" y="1011287"/>
                  </a:cubicBezTo>
                  <a:cubicBezTo>
                    <a:pt x="182977" y="1011287"/>
                    <a:pt x="92854"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80" name="任意多边形: 形状 79"/>
            <p:cNvSpPr/>
            <p:nvPr/>
          </p:nvSpPr>
          <p:spPr>
            <a:xfrm>
              <a:off x="-111153" y="1405984"/>
              <a:ext cx="892181" cy="472497"/>
            </a:xfrm>
            <a:custGeom>
              <a:avLst/>
              <a:gdLst>
                <a:gd name="connsiteX0" fmla="*/ 697400 w 892181"/>
                <a:gd name="connsiteY0" fmla="*/ 1868 h 472497"/>
                <a:gd name="connsiteX1" fmla="*/ 703974 w 892181"/>
                <a:gd name="connsiteY1" fmla="*/ 1530 h 472497"/>
                <a:gd name="connsiteX2" fmla="*/ 706064 w 892181"/>
                <a:gd name="connsiteY2" fmla="*/ 1529 h 472497"/>
                <a:gd name="connsiteX3" fmla="*/ 712937 w 892181"/>
                <a:gd name="connsiteY3" fmla="*/ 1578 h 472497"/>
                <a:gd name="connsiteX4" fmla="*/ 717689 w 892181"/>
                <a:gd name="connsiteY4" fmla="*/ 1590 h 472497"/>
                <a:gd name="connsiteX5" fmla="*/ 730222 w 892181"/>
                <a:gd name="connsiteY5" fmla="*/ 1664 h 472497"/>
                <a:gd name="connsiteX6" fmla="*/ 743001 w 892181"/>
                <a:gd name="connsiteY6" fmla="*/ 1723 h 472497"/>
                <a:gd name="connsiteX7" fmla="*/ 768094 w 892181"/>
                <a:gd name="connsiteY7" fmla="*/ 1868 h 472497"/>
                <a:gd name="connsiteX8" fmla="*/ 768094 w 892181"/>
                <a:gd name="connsiteY8" fmla="*/ 4101 h 472497"/>
                <a:gd name="connsiteX9" fmla="*/ 772840 w 892181"/>
                <a:gd name="connsiteY9" fmla="*/ 4963 h 472497"/>
                <a:gd name="connsiteX10" fmla="*/ 774914 w 892181"/>
                <a:gd name="connsiteY10" fmla="*/ 4985 h 472497"/>
                <a:gd name="connsiteX11" fmla="*/ 777197 w 892181"/>
                <a:gd name="connsiteY11" fmla="*/ 4998 h 472497"/>
                <a:gd name="connsiteX12" fmla="*/ 779595 w 892181"/>
                <a:gd name="connsiteY12" fmla="*/ 5020 h 472497"/>
                <a:gd name="connsiteX13" fmla="*/ 787470 w 892181"/>
                <a:gd name="connsiteY13" fmla="*/ 5080 h 472497"/>
                <a:gd name="connsiteX14" fmla="*/ 792920 w 892181"/>
                <a:gd name="connsiteY14" fmla="*/ 5127 h 472497"/>
                <a:gd name="connsiteX15" fmla="*/ 807284 w 892181"/>
                <a:gd name="connsiteY15" fmla="*/ 5241 h 472497"/>
                <a:gd name="connsiteX16" fmla="*/ 821933 w 892181"/>
                <a:gd name="connsiteY16" fmla="*/ 5361 h 472497"/>
                <a:gd name="connsiteX17" fmla="*/ 850693 w 892181"/>
                <a:gd name="connsiteY17" fmla="*/ 5589 h 472497"/>
                <a:gd name="connsiteX18" fmla="*/ 850693 w 892181"/>
                <a:gd name="connsiteY18" fmla="*/ 8566 h 472497"/>
                <a:gd name="connsiteX19" fmla="*/ 852270 w 892181"/>
                <a:gd name="connsiteY19" fmla="*/ 8556 h 472497"/>
                <a:gd name="connsiteX20" fmla="*/ 866955 w 892181"/>
                <a:gd name="connsiteY20" fmla="*/ 8488 h 472497"/>
                <a:gd name="connsiteX21" fmla="*/ 874505 w 892181"/>
                <a:gd name="connsiteY21" fmla="*/ 8453 h 472497"/>
                <a:gd name="connsiteX22" fmla="*/ 883177 w 892181"/>
                <a:gd name="connsiteY22" fmla="*/ 8420 h 472497"/>
                <a:gd name="connsiteX23" fmla="*/ 885927 w 892181"/>
                <a:gd name="connsiteY23" fmla="*/ 8397 h 472497"/>
                <a:gd name="connsiteX24" fmla="*/ 888455 w 892181"/>
                <a:gd name="connsiteY24" fmla="*/ 8397 h 472497"/>
                <a:gd name="connsiteX25" fmla="*/ 890694 w 892181"/>
                <a:gd name="connsiteY25" fmla="*/ 8387 h 472497"/>
                <a:gd name="connsiteX26" fmla="*/ 892365 w 892181"/>
                <a:gd name="connsiteY26" fmla="*/ 8566 h 472497"/>
                <a:gd name="connsiteX27" fmla="*/ 893342 w 892181"/>
                <a:gd name="connsiteY27" fmla="*/ 14147 h 472497"/>
                <a:gd name="connsiteX28" fmla="*/ 893426 w 892181"/>
                <a:gd name="connsiteY28" fmla="*/ 16356 h 472497"/>
                <a:gd name="connsiteX29" fmla="*/ 893109 w 892181"/>
                <a:gd name="connsiteY29" fmla="*/ 18239 h 472497"/>
                <a:gd name="connsiteX30" fmla="*/ 890133 w 892181"/>
                <a:gd name="connsiteY30" fmla="*/ 19728 h 472497"/>
                <a:gd name="connsiteX31" fmla="*/ 889388 w 892181"/>
                <a:gd name="connsiteY31" fmla="*/ 21960 h 472497"/>
                <a:gd name="connsiteX32" fmla="*/ 887900 w 892181"/>
                <a:gd name="connsiteY32" fmla="*/ 22704 h 472497"/>
                <a:gd name="connsiteX33" fmla="*/ 887575 w 892181"/>
                <a:gd name="connsiteY33" fmla="*/ 24239 h 472497"/>
                <a:gd name="connsiteX34" fmla="*/ 887156 w 892181"/>
                <a:gd name="connsiteY34" fmla="*/ 25681 h 472497"/>
                <a:gd name="connsiteX35" fmla="*/ 884924 w 892181"/>
                <a:gd name="connsiteY35" fmla="*/ 25681 h 472497"/>
                <a:gd name="connsiteX36" fmla="*/ 884924 w 892181"/>
                <a:gd name="connsiteY36" fmla="*/ 29402 h 472497"/>
                <a:gd name="connsiteX37" fmla="*/ 881947 w 892181"/>
                <a:gd name="connsiteY37" fmla="*/ 29402 h 472497"/>
                <a:gd name="connsiteX38" fmla="*/ 882087 w 892181"/>
                <a:gd name="connsiteY38" fmla="*/ 31215 h 472497"/>
                <a:gd name="connsiteX39" fmla="*/ 881947 w 892181"/>
                <a:gd name="connsiteY39" fmla="*/ 33122 h 472497"/>
                <a:gd name="connsiteX40" fmla="*/ 879715 w 892181"/>
                <a:gd name="connsiteY40" fmla="*/ 33866 h 472497"/>
                <a:gd name="connsiteX41" fmla="*/ 878971 w 892181"/>
                <a:gd name="connsiteY41" fmla="*/ 36843 h 472497"/>
                <a:gd name="connsiteX42" fmla="*/ 877482 w 892181"/>
                <a:gd name="connsiteY42" fmla="*/ 37587 h 472497"/>
                <a:gd name="connsiteX43" fmla="*/ 876738 w 892181"/>
                <a:gd name="connsiteY43" fmla="*/ 39819 h 472497"/>
                <a:gd name="connsiteX44" fmla="*/ 874506 w 892181"/>
                <a:gd name="connsiteY44" fmla="*/ 42052 h 472497"/>
                <a:gd name="connsiteX45" fmla="*/ 871204 w 892181"/>
                <a:gd name="connsiteY45" fmla="*/ 46052 h 472497"/>
                <a:gd name="connsiteX46" fmla="*/ 869486 w 892181"/>
                <a:gd name="connsiteY46" fmla="*/ 48162 h 472497"/>
                <a:gd name="connsiteX47" fmla="*/ 866201 w 892181"/>
                <a:gd name="connsiteY47" fmla="*/ 52359 h 472497"/>
                <a:gd name="connsiteX48" fmla="*/ 864832 w 892181"/>
                <a:gd name="connsiteY48" fmla="*/ 53958 h 472497"/>
                <a:gd name="connsiteX49" fmla="*/ 863344 w 892181"/>
                <a:gd name="connsiteY49" fmla="*/ 53958 h 472497"/>
                <a:gd name="connsiteX50" fmla="*/ 862972 w 892181"/>
                <a:gd name="connsiteY50" fmla="*/ 55446 h 472497"/>
                <a:gd name="connsiteX51" fmla="*/ 862599 w 892181"/>
                <a:gd name="connsiteY51" fmla="*/ 56935 h 472497"/>
                <a:gd name="connsiteX52" fmla="*/ 861111 w 892181"/>
                <a:gd name="connsiteY52" fmla="*/ 56935 h 472497"/>
                <a:gd name="connsiteX53" fmla="*/ 860460 w 892181"/>
                <a:gd name="connsiteY53" fmla="*/ 58609 h 472497"/>
                <a:gd name="connsiteX54" fmla="*/ 856646 w 892181"/>
                <a:gd name="connsiteY54" fmla="*/ 63632 h 472497"/>
                <a:gd name="connsiteX55" fmla="*/ 854414 w 892181"/>
                <a:gd name="connsiteY55" fmla="*/ 63632 h 472497"/>
                <a:gd name="connsiteX56" fmla="*/ 854414 w 892181"/>
                <a:gd name="connsiteY56" fmla="*/ 66609 h 472497"/>
                <a:gd name="connsiteX57" fmla="*/ 852181 w 892181"/>
                <a:gd name="connsiteY57" fmla="*/ 67353 h 472497"/>
                <a:gd name="connsiteX58" fmla="*/ 851809 w 892181"/>
                <a:gd name="connsiteY58" fmla="*/ 68887 h 472497"/>
                <a:gd name="connsiteX59" fmla="*/ 851437 w 892181"/>
                <a:gd name="connsiteY59" fmla="*/ 70329 h 472497"/>
                <a:gd name="connsiteX60" fmla="*/ 849205 w 892181"/>
                <a:gd name="connsiteY60" fmla="*/ 70329 h 472497"/>
                <a:gd name="connsiteX61" fmla="*/ 849205 w 892181"/>
                <a:gd name="connsiteY61" fmla="*/ 73306 h 472497"/>
                <a:gd name="connsiteX62" fmla="*/ 846228 w 892181"/>
                <a:gd name="connsiteY62" fmla="*/ 73306 h 472497"/>
                <a:gd name="connsiteX63" fmla="*/ 845484 w 892181"/>
                <a:gd name="connsiteY63" fmla="*/ 76282 h 472497"/>
                <a:gd name="connsiteX64" fmla="*/ 843996 w 892181"/>
                <a:gd name="connsiteY64" fmla="*/ 77027 h 472497"/>
                <a:gd name="connsiteX65" fmla="*/ 843670 w 892181"/>
                <a:gd name="connsiteY65" fmla="*/ 78515 h 472497"/>
                <a:gd name="connsiteX66" fmla="*/ 843252 w 892181"/>
                <a:gd name="connsiteY66" fmla="*/ 80003 h 472497"/>
                <a:gd name="connsiteX67" fmla="*/ 841019 w 892181"/>
                <a:gd name="connsiteY67" fmla="*/ 80747 h 472497"/>
                <a:gd name="connsiteX68" fmla="*/ 838325 w 892181"/>
                <a:gd name="connsiteY68" fmla="*/ 85279 h 472497"/>
                <a:gd name="connsiteX69" fmla="*/ 834322 w 892181"/>
                <a:gd name="connsiteY69" fmla="*/ 88189 h 472497"/>
                <a:gd name="connsiteX70" fmla="*/ 832834 w 892181"/>
                <a:gd name="connsiteY70" fmla="*/ 91165 h 472497"/>
                <a:gd name="connsiteX71" fmla="*/ 830601 w 892181"/>
                <a:gd name="connsiteY71" fmla="*/ 91909 h 472497"/>
                <a:gd name="connsiteX72" fmla="*/ 829857 w 892181"/>
                <a:gd name="connsiteY72" fmla="*/ 94142 h 472497"/>
                <a:gd name="connsiteX73" fmla="*/ 827625 w 892181"/>
                <a:gd name="connsiteY73" fmla="*/ 94886 h 472497"/>
                <a:gd name="connsiteX74" fmla="*/ 826881 w 892181"/>
                <a:gd name="connsiteY74" fmla="*/ 97118 h 472497"/>
                <a:gd name="connsiteX75" fmla="*/ 824648 w 892181"/>
                <a:gd name="connsiteY75" fmla="*/ 97862 h 472497"/>
                <a:gd name="connsiteX76" fmla="*/ 823160 w 892181"/>
                <a:gd name="connsiteY76" fmla="*/ 100839 h 472497"/>
                <a:gd name="connsiteX77" fmla="*/ 821672 w 892181"/>
                <a:gd name="connsiteY77" fmla="*/ 101583 h 472497"/>
                <a:gd name="connsiteX78" fmla="*/ 820928 w 892181"/>
                <a:gd name="connsiteY78" fmla="*/ 103816 h 472497"/>
                <a:gd name="connsiteX79" fmla="*/ 817951 w 892181"/>
                <a:gd name="connsiteY79" fmla="*/ 105304 h 472497"/>
                <a:gd name="connsiteX80" fmla="*/ 816463 w 892181"/>
                <a:gd name="connsiteY80" fmla="*/ 107536 h 472497"/>
                <a:gd name="connsiteX81" fmla="*/ 814230 w 892181"/>
                <a:gd name="connsiteY81" fmla="*/ 108280 h 472497"/>
                <a:gd name="connsiteX82" fmla="*/ 813486 w 892181"/>
                <a:gd name="connsiteY82" fmla="*/ 110513 h 472497"/>
                <a:gd name="connsiteX83" fmla="*/ 811254 w 892181"/>
                <a:gd name="connsiteY83" fmla="*/ 111257 h 472497"/>
                <a:gd name="connsiteX84" fmla="*/ 809765 w 892181"/>
                <a:gd name="connsiteY84" fmla="*/ 114234 h 472497"/>
                <a:gd name="connsiteX85" fmla="*/ 807533 w 892181"/>
                <a:gd name="connsiteY85" fmla="*/ 116466 h 472497"/>
                <a:gd name="connsiteX86" fmla="*/ 806370 w 892181"/>
                <a:gd name="connsiteY86" fmla="*/ 117675 h 472497"/>
                <a:gd name="connsiteX87" fmla="*/ 803812 w 892181"/>
                <a:gd name="connsiteY87" fmla="*/ 119443 h 472497"/>
                <a:gd name="connsiteX88" fmla="*/ 803068 w 892181"/>
                <a:gd name="connsiteY88" fmla="*/ 121675 h 472497"/>
                <a:gd name="connsiteX89" fmla="*/ 800092 w 892181"/>
                <a:gd name="connsiteY89" fmla="*/ 121675 h 472497"/>
                <a:gd name="connsiteX90" fmla="*/ 799347 w 892181"/>
                <a:gd name="connsiteY90" fmla="*/ 124651 h 472497"/>
                <a:gd name="connsiteX91" fmla="*/ 797115 w 892181"/>
                <a:gd name="connsiteY91" fmla="*/ 125396 h 472497"/>
                <a:gd name="connsiteX92" fmla="*/ 796371 w 892181"/>
                <a:gd name="connsiteY92" fmla="*/ 126884 h 472497"/>
                <a:gd name="connsiteX93" fmla="*/ 793394 w 892181"/>
                <a:gd name="connsiteY93" fmla="*/ 129116 h 472497"/>
                <a:gd name="connsiteX94" fmla="*/ 791162 w 892181"/>
                <a:gd name="connsiteY94" fmla="*/ 132093 h 472497"/>
                <a:gd name="connsiteX95" fmla="*/ 789674 w 892181"/>
                <a:gd name="connsiteY95" fmla="*/ 132093 h 472497"/>
                <a:gd name="connsiteX96" fmla="*/ 789395 w 892181"/>
                <a:gd name="connsiteY96" fmla="*/ 133581 h 472497"/>
                <a:gd name="connsiteX97" fmla="*/ 788930 w 892181"/>
                <a:gd name="connsiteY97" fmla="*/ 135069 h 472497"/>
                <a:gd name="connsiteX98" fmla="*/ 785953 w 892181"/>
                <a:gd name="connsiteY98" fmla="*/ 135069 h 472497"/>
                <a:gd name="connsiteX99" fmla="*/ 785209 w 892181"/>
                <a:gd name="connsiteY99" fmla="*/ 138046 h 472497"/>
                <a:gd name="connsiteX100" fmla="*/ 782651 w 892181"/>
                <a:gd name="connsiteY100" fmla="*/ 140464 h 472497"/>
                <a:gd name="connsiteX101" fmla="*/ 781258 w 892181"/>
                <a:gd name="connsiteY101" fmla="*/ 141639 h 472497"/>
                <a:gd name="connsiteX102" fmla="*/ 778512 w 892181"/>
                <a:gd name="connsiteY102" fmla="*/ 142511 h 472497"/>
                <a:gd name="connsiteX103" fmla="*/ 778232 w 892181"/>
                <a:gd name="connsiteY103" fmla="*/ 143999 h 472497"/>
                <a:gd name="connsiteX104" fmla="*/ 777767 w 892181"/>
                <a:gd name="connsiteY104" fmla="*/ 145487 h 472497"/>
                <a:gd name="connsiteX105" fmla="*/ 774791 w 892181"/>
                <a:gd name="connsiteY105" fmla="*/ 145487 h 472497"/>
                <a:gd name="connsiteX106" fmla="*/ 774047 w 892181"/>
                <a:gd name="connsiteY106" fmla="*/ 148464 h 472497"/>
                <a:gd name="connsiteX107" fmla="*/ 772558 w 892181"/>
                <a:gd name="connsiteY107" fmla="*/ 149208 h 472497"/>
                <a:gd name="connsiteX108" fmla="*/ 771907 w 892181"/>
                <a:gd name="connsiteY108" fmla="*/ 150696 h 472497"/>
                <a:gd name="connsiteX109" fmla="*/ 771070 w 892181"/>
                <a:gd name="connsiteY109" fmla="*/ 152185 h 472497"/>
                <a:gd name="connsiteX110" fmla="*/ 769535 w 892181"/>
                <a:gd name="connsiteY110" fmla="*/ 152557 h 472497"/>
                <a:gd name="connsiteX111" fmla="*/ 768094 w 892181"/>
                <a:gd name="connsiteY111" fmla="*/ 152929 h 472497"/>
                <a:gd name="connsiteX112" fmla="*/ 767722 w 892181"/>
                <a:gd name="connsiteY112" fmla="*/ 154464 h 472497"/>
                <a:gd name="connsiteX113" fmla="*/ 767349 w 892181"/>
                <a:gd name="connsiteY113" fmla="*/ 155905 h 472497"/>
                <a:gd name="connsiteX114" fmla="*/ 764373 w 892181"/>
                <a:gd name="connsiteY114" fmla="*/ 155905 h 472497"/>
                <a:gd name="connsiteX115" fmla="*/ 764373 w 892181"/>
                <a:gd name="connsiteY115" fmla="*/ 158882 h 472497"/>
                <a:gd name="connsiteX116" fmla="*/ 761396 w 892181"/>
                <a:gd name="connsiteY116" fmla="*/ 158882 h 472497"/>
                <a:gd name="connsiteX117" fmla="*/ 760652 w 892181"/>
                <a:gd name="connsiteY117" fmla="*/ 161859 h 472497"/>
                <a:gd name="connsiteX118" fmla="*/ 757676 w 892181"/>
                <a:gd name="connsiteY118" fmla="*/ 163347 h 472497"/>
                <a:gd name="connsiteX119" fmla="*/ 756931 w 892181"/>
                <a:gd name="connsiteY119" fmla="*/ 165579 h 472497"/>
                <a:gd name="connsiteX120" fmla="*/ 753955 w 892181"/>
                <a:gd name="connsiteY120" fmla="*/ 166323 h 472497"/>
                <a:gd name="connsiteX121" fmla="*/ 753211 w 892181"/>
                <a:gd name="connsiteY121" fmla="*/ 168556 h 472497"/>
                <a:gd name="connsiteX122" fmla="*/ 751722 w 892181"/>
                <a:gd name="connsiteY122" fmla="*/ 168881 h 472497"/>
                <a:gd name="connsiteX123" fmla="*/ 750234 w 892181"/>
                <a:gd name="connsiteY123" fmla="*/ 169300 h 472497"/>
                <a:gd name="connsiteX124" fmla="*/ 749929 w 892181"/>
                <a:gd name="connsiteY124" fmla="*/ 170663 h 472497"/>
                <a:gd name="connsiteX125" fmla="*/ 746932 w 892181"/>
                <a:gd name="connsiteY125" fmla="*/ 174695 h 472497"/>
                <a:gd name="connsiteX126" fmla="*/ 745540 w 892181"/>
                <a:gd name="connsiteY126" fmla="*/ 175869 h 472497"/>
                <a:gd name="connsiteX127" fmla="*/ 742793 w 892181"/>
                <a:gd name="connsiteY127" fmla="*/ 176741 h 472497"/>
                <a:gd name="connsiteX128" fmla="*/ 742514 w 892181"/>
                <a:gd name="connsiteY128" fmla="*/ 178230 h 472497"/>
                <a:gd name="connsiteX129" fmla="*/ 742049 w 892181"/>
                <a:gd name="connsiteY129" fmla="*/ 179718 h 472497"/>
                <a:gd name="connsiteX130" fmla="*/ 739072 w 892181"/>
                <a:gd name="connsiteY130" fmla="*/ 179718 h 472497"/>
                <a:gd name="connsiteX131" fmla="*/ 738328 w 892181"/>
                <a:gd name="connsiteY131" fmla="*/ 182694 h 472497"/>
                <a:gd name="connsiteX132" fmla="*/ 736840 w 892181"/>
                <a:gd name="connsiteY132" fmla="*/ 183439 h 472497"/>
                <a:gd name="connsiteX133" fmla="*/ 736189 w 892181"/>
                <a:gd name="connsiteY133" fmla="*/ 184927 h 472497"/>
                <a:gd name="connsiteX134" fmla="*/ 735351 w 892181"/>
                <a:gd name="connsiteY134" fmla="*/ 186415 h 472497"/>
                <a:gd name="connsiteX135" fmla="*/ 733817 w 892181"/>
                <a:gd name="connsiteY135" fmla="*/ 186787 h 472497"/>
                <a:gd name="connsiteX136" fmla="*/ 732375 w 892181"/>
                <a:gd name="connsiteY136" fmla="*/ 187159 h 472497"/>
                <a:gd name="connsiteX137" fmla="*/ 732003 w 892181"/>
                <a:gd name="connsiteY137" fmla="*/ 188694 h 472497"/>
                <a:gd name="connsiteX138" fmla="*/ 731631 w 892181"/>
                <a:gd name="connsiteY138" fmla="*/ 190136 h 472497"/>
                <a:gd name="connsiteX139" fmla="*/ 728654 w 892181"/>
                <a:gd name="connsiteY139" fmla="*/ 190136 h 472497"/>
                <a:gd name="connsiteX140" fmla="*/ 728654 w 892181"/>
                <a:gd name="connsiteY140" fmla="*/ 193112 h 472497"/>
                <a:gd name="connsiteX141" fmla="*/ 725678 w 892181"/>
                <a:gd name="connsiteY141" fmla="*/ 193112 h 472497"/>
                <a:gd name="connsiteX142" fmla="*/ 724189 w 892181"/>
                <a:gd name="connsiteY142" fmla="*/ 196833 h 472497"/>
                <a:gd name="connsiteX143" fmla="*/ 721957 w 892181"/>
                <a:gd name="connsiteY143" fmla="*/ 197577 h 472497"/>
                <a:gd name="connsiteX144" fmla="*/ 721213 w 892181"/>
                <a:gd name="connsiteY144" fmla="*/ 199810 h 472497"/>
                <a:gd name="connsiteX145" fmla="*/ 718236 w 892181"/>
                <a:gd name="connsiteY145" fmla="*/ 200554 h 472497"/>
                <a:gd name="connsiteX146" fmla="*/ 717492 w 892181"/>
                <a:gd name="connsiteY146" fmla="*/ 202786 h 472497"/>
                <a:gd name="connsiteX147" fmla="*/ 715260 w 892181"/>
                <a:gd name="connsiteY147" fmla="*/ 204275 h 472497"/>
                <a:gd name="connsiteX148" fmla="*/ 714515 w 892181"/>
                <a:gd name="connsiteY148" fmla="*/ 206507 h 472497"/>
                <a:gd name="connsiteX149" fmla="*/ 712283 w 892181"/>
                <a:gd name="connsiteY149" fmla="*/ 207251 h 472497"/>
                <a:gd name="connsiteX150" fmla="*/ 708426 w 892181"/>
                <a:gd name="connsiteY150" fmla="*/ 212509 h 472497"/>
                <a:gd name="connsiteX151" fmla="*/ 707074 w 892181"/>
                <a:gd name="connsiteY151" fmla="*/ 213948 h 472497"/>
                <a:gd name="connsiteX152" fmla="*/ 704097 w 892181"/>
                <a:gd name="connsiteY152" fmla="*/ 213948 h 472497"/>
                <a:gd name="connsiteX153" fmla="*/ 704097 w 892181"/>
                <a:gd name="connsiteY153" fmla="*/ 216925 h 472497"/>
                <a:gd name="connsiteX154" fmla="*/ 701121 w 892181"/>
                <a:gd name="connsiteY154" fmla="*/ 216925 h 472497"/>
                <a:gd name="connsiteX155" fmla="*/ 699633 w 892181"/>
                <a:gd name="connsiteY155" fmla="*/ 220646 h 472497"/>
                <a:gd name="connsiteX156" fmla="*/ 695912 w 892181"/>
                <a:gd name="connsiteY156" fmla="*/ 224366 h 472497"/>
                <a:gd name="connsiteX157" fmla="*/ 693680 w 892181"/>
                <a:gd name="connsiteY157" fmla="*/ 224366 h 472497"/>
                <a:gd name="connsiteX158" fmla="*/ 693680 w 892181"/>
                <a:gd name="connsiteY158" fmla="*/ 227343 h 472497"/>
                <a:gd name="connsiteX159" fmla="*/ 690703 w 892181"/>
                <a:gd name="connsiteY159" fmla="*/ 228087 h 472497"/>
                <a:gd name="connsiteX160" fmla="*/ 689959 w 892181"/>
                <a:gd name="connsiteY160" fmla="*/ 230319 h 472497"/>
                <a:gd name="connsiteX161" fmla="*/ 688471 w 892181"/>
                <a:gd name="connsiteY161" fmla="*/ 230645 h 472497"/>
                <a:gd name="connsiteX162" fmla="*/ 686982 w 892181"/>
                <a:gd name="connsiteY162" fmla="*/ 231064 h 472497"/>
                <a:gd name="connsiteX163" fmla="*/ 686610 w 892181"/>
                <a:gd name="connsiteY163" fmla="*/ 232552 h 472497"/>
                <a:gd name="connsiteX164" fmla="*/ 686238 w 892181"/>
                <a:gd name="connsiteY164" fmla="*/ 234040 h 472497"/>
                <a:gd name="connsiteX165" fmla="*/ 683262 w 892181"/>
                <a:gd name="connsiteY165" fmla="*/ 234784 h 472497"/>
                <a:gd name="connsiteX166" fmla="*/ 682889 w 892181"/>
                <a:gd name="connsiteY166" fmla="*/ 236319 h 472497"/>
                <a:gd name="connsiteX167" fmla="*/ 682517 w 892181"/>
                <a:gd name="connsiteY167" fmla="*/ 237761 h 472497"/>
                <a:gd name="connsiteX168" fmla="*/ 679541 w 892181"/>
                <a:gd name="connsiteY168" fmla="*/ 237761 h 472497"/>
                <a:gd name="connsiteX169" fmla="*/ 679541 w 892181"/>
                <a:gd name="connsiteY169" fmla="*/ 240737 h 472497"/>
                <a:gd name="connsiteX170" fmla="*/ 676564 w 892181"/>
                <a:gd name="connsiteY170" fmla="*/ 240737 h 472497"/>
                <a:gd name="connsiteX171" fmla="*/ 676564 w 892181"/>
                <a:gd name="connsiteY171" fmla="*/ 243714 h 472497"/>
                <a:gd name="connsiteX172" fmla="*/ 673588 w 892181"/>
                <a:gd name="connsiteY172" fmla="*/ 244458 h 472497"/>
                <a:gd name="connsiteX173" fmla="*/ 672844 w 892181"/>
                <a:gd name="connsiteY173" fmla="*/ 247435 h 472497"/>
                <a:gd name="connsiteX174" fmla="*/ 669867 w 892181"/>
                <a:gd name="connsiteY174" fmla="*/ 248923 h 472497"/>
                <a:gd name="connsiteX175" fmla="*/ 669123 w 892181"/>
                <a:gd name="connsiteY175" fmla="*/ 251155 h 472497"/>
                <a:gd name="connsiteX176" fmla="*/ 666146 w 892181"/>
                <a:gd name="connsiteY176" fmla="*/ 251155 h 472497"/>
                <a:gd name="connsiteX177" fmla="*/ 666146 w 892181"/>
                <a:gd name="connsiteY177" fmla="*/ 254876 h 472497"/>
                <a:gd name="connsiteX178" fmla="*/ 663170 w 892181"/>
                <a:gd name="connsiteY178" fmla="*/ 254876 h 472497"/>
                <a:gd name="connsiteX179" fmla="*/ 663170 w 892181"/>
                <a:gd name="connsiteY179" fmla="*/ 257853 h 472497"/>
                <a:gd name="connsiteX180" fmla="*/ 660193 w 892181"/>
                <a:gd name="connsiteY180" fmla="*/ 257853 h 472497"/>
                <a:gd name="connsiteX181" fmla="*/ 658705 w 892181"/>
                <a:gd name="connsiteY181" fmla="*/ 261573 h 472497"/>
                <a:gd name="connsiteX182" fmla="*/ 657217 w 892181"/>
                <a:gd name="connsiteY182" fmla="*/ 261573 h 472497"/>
                <a:gd name="connsiteX183" fmla="*/ 656938 w 892181"/>
                <a:gd name="connsiteY183" fmla="*/ 263015 h 472497"/>
                <a:gd name="connsiteX184" fmla="*/ 656472 w 892181"/>
                <a:gd name="connsiteY184" fmla="*/ 264550 h 472497"/>
                <a:gd name="connsiteX185" fmla="*/ 653496 w 892181"/>
                <a:gd name="connsiteY185" fmla="*/ 265294 h 472497"/>
                <a:gd name="connsiteX186" fmla="*/ 653124 w 892181"/>
                <a:gd name="connsiteY186" fmla="*/ 266829 h 472497"/>
                <a:gd name="connsiteX187" fmla="*/ 652752 w 892181"/>
                <a:gd name="connsiteY187" fmla="*/ 268271 h 472497"/>
                <a:gd name="connsiteX188" fmla="*/ 649775 w 892181"/>
                <a:gd name="connsiteY188" fmla="*/ 268271 h 472497"/>
                <a:gd name="connsiteX189" fmla="*/ 649031 w 892181"/>
                <a:gd name="connsiteY189" fmla="*/ 271247 h 472497"/>
                <a:gd name="connsiteX190" fmla="*/ 646799 w 892181"/>
                <a:gd name="connsiteY190" fmla="*/ 272735 h 472497"/>
                <a:gd name="connsiteX191" fmla="*/ 646055 w 892181"/>
                <a:gd name="connsiteY191" fmla="*/ 274968 h 472497"/>
                <a:gd name="connsiteX192" fmla="*/ 643822 w 892181"/>
                <a:gd name="connsiteY192" fmla="*/ 274968 h 472497"/>
                <a:gd name="connsiteX193" fmla="*/ 643078 w 892181"/>
                <a:gd name="connsiteY193" fmla="*/ 277944 h 472497"/>
                <a:gd name="connsiteX194" fmla="*/ 641590 w 892181"/>
                <a:gd name="connsiteY194" fmla="*/ 278689 h 472497"/>
                <a:gd name="connsiteX195" fmla="*/ 640939 w 892181"/>
                <a:gd name="connsiteY195" fmla="*/ 280130 h 472497"/>
                <a:gd name="connsiteX196" fmla="*/ 638706 w 892181"/>
                <a:gd name="connsiteY196" fmla="*/ 282270 h 472497"/>
                <a:gd name="connsiteX197" fmla="*/ 635683 w 892181"/>
                <a:gd name="connsiteY197" fmla="*/ 285804 h 472497"/>
                <a:gd name="connsiteX198" fmla="*/ 634148 w 892181"/>
                <a:gd name="connsiteY198" fmla="*/ 288362 h 472497"/>
                <a:gd name="connsiteX199" fmla="*/ 630428 w 892181"/>
                <a:gd name="connsiteY199" fmla="*/ 289107 h 472497"/>
                <a:gd name="connsiteX200" fmla="*/ 630428 w 892181"/>
                <a:gd name="connsiteY200" fmla="*/ 292083 h 472497"/>
                <a:gd name="connsiteX201" fmla="*/ 628195 w 892181"/>
                <a:gd name="connsiteY201" fmla="*/ 292827 h 472497"/>
                <a:gd name="connsiteX202" fmla="*/ 627451 w 892181"/>
                <a:gd name="connsiteY202" fmla="*/ 295060 h 472497"/>
                <a:gd name="connsiteX203" fmla="*/ 625219 w 892181"/>
                <a:gd name="connsiteY203" fmla="*/ 295804 h 472497"/>
                <a:gd name="connsiteX204" fmla="*/ 623730 w 892181"/>
                <a:gd name="connsiteY204" fmla="*/ 298780 h 472497"/>
                <a:gd name="connsiteX205" fmla="*/ 622242 w 892181"/>
                <a:gd name="connsiteY205" fmla="*/ 298780 h 472497"/>
                <a:gd name="connsiteX206" fmla="*/ 621637 w 892181"/>
                <a:gd name="connsiteY206" fmla="*/ 300408 h 472497"/>
                <a:gd name="connsiteX207" fmla="*/ 617033 w 892181"/>
                <a:gd name="connsiteY207" fmla="*/ 306222 h 472497"/>
                <a:gd name="connsiteX208" fmla="*/ 613405 w 892181"/>
                <a:gd name="connsiteY208" fmla="*/ 310873 h 472497"/>
                <a:gd name="connsiteX209" fmla="*/ 612434 w 892181"/>
                <a:gd name="connsiteY209" fmla="*/ 312146 h 472497"/>
                <a:gd name="connsiteX210" fmla="*/ 608005 w 892181"/>
                <a:gd name="connsiteY210" fmla="*/ 318015 h 472497"/>
                <a:gd name="connsiteX211" fmla="*/ 606615 w 892181"/>
                <a:gd name="connsiteY211" fmla="*/ 319849 h 472497"/>
                <a:gd name="connsiteX212" fmla="*/ 605406 w 892181"/>
                <a:gd name="connsiteY212" fmla="*/ 321468 h 472497"/>
                <a:gd name="connsiteX213" fmla="*/ 604383 w 892181"/>
                <a:gd name="connsiteY213" fmla="*/ 322593 h 472497"/>
                <a:gd name="connsiteX214" fmla="*/ 602894 w 892181"/>
                <a:gd name="connsiteY214" fmla="*/ 322593 h 472497"/>
                <a:gd name="connsiteX215" fmla="*/ 602150 w 892181"/>
                <a:gd name="connsiteY215" fmla="*/ 325569 h 472497"/>
                <a:gd name="connsiteX216" fmla="*/ 600662 w 892181"/>
                <a:gd name="connsiteY216" fmla="*/ 326314 h 472497"/>
                <a:gd name="connsiteX217" fmla="*/ 599918 w 892181"/>
                <a:gd name="connsiteY217" fmla="*/ 327848 h 472497"/>
                <a:gd name="connsiteX218" fmla="*/ 599174 w 892181"/>
                <a:gd name="connsiteY218" fmla="*/ 329290 h 472497"/>
                <a:gd name="connsiteX219" fmla="*/ 597685 w 892181"/>
                <a:gd name="connsiteY219" fmla="*/ 329290 h 472497"/>
                <a:gd name="connsiteX220" fmla="*/ 595499 w 892181"/>
                <a:gd name="connsiteY220" fmla="*/ 334267 h 472497"/>
                <a:gd name="connsiteX221" fmla="*/ 594709 w 892181"/>
                <a:gd name="connsiteY221" fmla="*/ 335987 h 472497"/>
                <a:gd name="connsiteX222" fmla="*/ 592476 w 892181"/>
                <a:gd name="connsiteY222" fmla="*/ 336732 h 472497"/>
                <a:gd name="connsiteX223" fmla="*/ 590988 w 892181"/>
                <a:gd name="connsiteY223" fmla="*/ 339708 h 472497"/>
                <a:gd name="connsiteX224" fmla="*/ 589500 w 892181"/>
                <a:gd name="connsiteY224" fmla="*/ 339708 h 472497"/>
                <a:gd name="connsiteX225" fmla="*/ 588756 w 892181"/>
                <a:gd name="connsiteY225" fmla="*/ 343429 h 472497"/>
                <a:gd name="connsiteX226" fmla="*/ 587267 w 892181"/>
                <a:gd name="connsiteY226" fmla="*/ 344173 h 472497"/>
                <a:gd name="connsiteX227" fmla="*/ 586895 w 892181"/>
                <a:gd name="connsiteY227" fmla="*/ 346033 h 472497"/>
                <a:gd name="connsiteX228" fmla="*/ 586523 w 892181"/>
                <a:gd name="connsiteY228" fmla="*/ 347894 h 472497"/>
                <a:gd name="connsiteX229" fmla="*/ 585035 w 892181"/>
                <a:gd name="connsiteY229" fmla="*/ 348638 h 472497"/>
                <a:gd name="connsiteX230" fmla="*/ 584291 w 892181"/>
                <a:gd name="connsiteY230" fmla="*/ 350498 h 472497"/>
                <a:gd name="connsiteX231" fmla="*/ 582058 w 892181"/>
                <a:gd name="connsiteY231" fmla="*/ 353103 h 472497"/>
                <a:gd name="connsiteX232" fmla="*/ 580942 w 892181"/>
                <a:gd name="connsiteY232" fmla="*/ 355010 h 472497"/>
                <a:gd name="connsiteX233" fmla="*/ 579826 w 892181"/>
                <a:gd name="connsiteY233" fmla="*/ 356823 h 472497"/>
                <a:gd name="connsiteX234" fmla="*/ 578338 w 892181"/>
                <a:gd name="connsiteY234" fmla="*/ 356823 h 472497"/>
                <a:gd name="connsiteX235" fmla="*/ 578338 w 892181"/>
                <a:gd name="connsiteY235" fmla="*/ 361288 h 472497"/>
                <a:gd name="connsiteX236" fmla="*/ 576849 w 892181"/>
                <a:gd name="connsiteY236" fmla="*/ 361288 h 472497"/>
                <a:gd name="connsiteX237" fmla="*/ 575361 w 892181"/>
                <a:gd name="connsiteY237" fmla="*/ 366497 h 472497"/>
                <a:gd name="connsiteX238" fmla="*/ 573873 w 892181"/>
                <a:gd name="connsiteY238" fmla="*/ 367241 h 472497"/>
                <a:gd name="connsiteX239" fmla="*/ 573547 w 892181"/>
                <a:gd name="connsiteY239" fmla="*/ 369148 h 472497"/>
                <a:gd name="connsiteX240" fmla="*/ 573129 w 892181"/>
                <a:gd name="connsiteY240" fmla="*/ 370962 h 472497"/>
                <a:gd name="connsiteX241" fmla="*/ 570896 w 892181"/>
                <a:gd name="connsiteY241" fmla="*/ 370962 h 472497"/>
                <a:gd name="connsiteX242" fmla="*/ 570664 w 892181"/>
                <a:gd name="connsiteY242" fmla="*/ 373473 h 472497"/>
                <a:gd name="connsiteX243" fmla="*/ 570152 w 892181"/>
                <a:gd name="connsiteY243" fmla="*/ 376171 h 472497"/>
                <a:gd name="connsiteX244" fmla="*/ 567920 w 892181"/>
                <a:gd name="connsiteY244" fmla="*/ 377659 h 472497"/>
                <a:gd name="connsiteX245" fmla="*/ 567920 w 892181"/>
                <a:gd name="connsiteY245" fmla="*/ 379892 h 472497"/>
                <a:gd name="connsiteX246" fmla="*/ 567920 w 892181"/>
                <a:gd name="connsiteY246" fmla="*/ 382124 h 472497"/>
                <a:gd name="connsiteX247" fmla="*/ 565687 w 892181"/>
                <a:gd name="connsiteY247" fmla="*/ 383612 h 472497"/>
                <a:gd name="connsiteX248" fmla="*/ 564943 w 892181"/>
                <a:gd name="connsiteY248" fmla="*/ 388077 h 472497"/>
                <a:gd name="connsiteX249" fmla="*/ 562711 w 892181"/>
                <a:gd name="connsiteY249" fmla="*/ 388077 h 472497"/>
                <a:gd name="connsiteX250" fmla="*/ 562600 w 892181"/>
                <a:gd name="connsiteY250" fmla="*/ 389516 h 472497"/>
                <a:gd name="connsiteX251" fmla="*/ 562432 w 892181"/>
                <a:gd name="connsiteY251" fmla="*/ 391379 h 472497"/>
                <a:gd name="connsiteX252" fmla="*/ 562275 w 892181"/>
                <a:gd name="connsiteY252" fmla="*/ 393237 h 472497"/>
                <a:gd name="connsiteX253" fmla="*/ 561967 w 892181"/>
                <a:gd name="connsiteY253" fmla="*/ 394775 h 472497"/>
                <a:gd name="connsiteX254" fmla="*/ 560478 w 892181"/>
                <a:gd name="connsiteY254" fmla="*/ 395519 h 472497"/>
                <a:gd name="connsiteX255" fmla="*/ 559316 w 892181"/>
                <a:gd name="connsiteY255" fmla="*/ 398867 h 472497"/>
                <a:gd name="connsiteX256" fmla="*/ 557502 w 892181"/>
                <a:gd name="connsiteY256" fmla="*/ 402960 h 472497"/>
                <a:gd name="connsiteX257" fmla="*/ 557083 w 892181"/>
                <a:gd name="connsiteY257" fmla="*/ 405983 h 472497"/>
                <a:gd name="connsiteX258" fmla="*/ 556758 w 892181"/>
                <a:gd name="connsiteY258" fmla="*/ 408913 h 472497"/>
                <a:gd name="connsiteX259" fmla="*/ 554525 w 892181"/>
                <a:gd name="connsiteY259" fmla="*/ 408913 h 472497"/>
                <a:gd name="connsiteX260" fmla="*/ 553781 w 892181"/>
                <a:gd name="connsiteY260" fmla="*/ 417099 h 472497"/>
                <a:gd name="connsiteX261" fmla="*/ 551549 w 892181"/>
                <a:gd name="connsiteY261" fmla="*/ 417099 h 472497"/>
                <a:gd name="connsiteX262" fmla="*/ 551595 w 892181"/>
                <a:gd name="connsiteY262" fmla="*/ 419982 h 472497"/>
                <a:gd name="connsiteX263" fmla="*/ 550805 w 892181"/>
                <a:gd name="connsiteY263" fmla="*/ 424540 h 472497"/>
                <a:gd name="connsiteX264" fmla="*/ 549316 w 892181"/>
                <a:gd name="connsiteY264" fmla="*/ 424540 h 472497"/>
                <a:gd name="connsiteX265" fmla="*/ 548572 w 892181"/>
                <a:gd name="connsiteY265" fmla="*/ 433470 h 472497"/>
                <a:gd name="connsiteX266" fmla="*/ 546340 w 892181"/>
                <a:gd name="connsiteY266" fmla="*/ 433470 h 472497"/>
                <a:gd name="connsiteX267" fmla="*/ 545596 w 892181"/>
                <a:gd name="connsiteY267" fmla="*/ 442400 h 472497"/>
                <a:gd name="connsiteX268" fmla="*/ 544107 w 892181"/>
                <a:gd name="connsiteY268" fmla="*/ 442400 h 472497"/>
                <a:gd name="connsiteX269" fmla="*/ 544023 w 892181"/>
                <a:gd name="connsiteY269" fmla="*/ 443949 h 472497"/>
                <a:gd name="connsiteX270" fmla="*/ 543875 w 892181"/>
                <a:gd name="connsiteY270" fmla="*/ 445981 h 472497"/>
                <a:gd name="connsiteX271" fmla="*/ 543744 w 892181"/>
                <a:gd name="connsiteY271" fmla="*/ 447995 h 472497"/>
                <a:gd name="connsiteX272" fmla="*/ 541131 w 892181"/>
                <a:gd name="connsiteY272" fmla="*/ 452073 h 472497"/>
                <a:gd name="connsiteX273" fmla="*/ 540666 w 892181"/>
                <a:gd name="connsiteY273" fmla="*/ 455515 h 472497"/>
                <a:gd name="connsiteX274" fmla="*/ 539642 w 892181"/>
                <a:gd name="connsiteY274" fmla="*/ 459515 h 472497"/>
                <a:gd name="connsiteX275" fmla="*/ 534198 w 892181"/>
                <a:gd name="connsiteY275" fmla="*/ 459750 h 472497"/>
                <a:gd name="connsiteX276" fmla="*/ 532549 w 892181"/>
                <a:gd name="connsiteY276" fmla="*/ 459797 h 472497"/>
                <a:gd name="connsiteX277" fmla="*/ 527318 w 892181"/>
                <a:gd name="connsiteY277" fmla="*/ 459933 h 472497"/>
                <a:gd name="connsiteX278" fmla="*/ 523779 w 892181"/>
                <a:gd name="connsiteY278" fmla="*/ 460031 h 472497"/>
                <a:gd name="connsiteX279" fmla="*/ 515086 w 892181"/>
                <a:gd name="connsiteY279" fmla="*/ 460259 h 472497"/>
                <a:gd name="connsiteX280" fmla="*/ 515086 w 892181"/>
                <a:gd name="connsiteY280" fmla="*/ 463235 h 472497"/>
                <a:gd name="connsiteX281" fmla="*/ 512843 w 892181"/>
                <a:gd name="connsiteY281" fmla="*/ 463268 h 472497"/>
                <a:gd name="connsiteX282" fmla="*/ 504635 w 892181"/>
                <a:gd name="connsiteY282" fmla="*/ 463431 h 472497"/>
                <a:gd name="connsiteX283" fmla="*/ 501077 w 892181"/>
                <a:gd name="connsiteY283" fmla="*/ 463493 h 472497"/>
                <a:gd name="connsiteX284" fmla="*/ 495974 w 892181"/>
                <a:gd name="connsiteY284" fmla="*/ 463599 h 472497"/>
                <a:gd name="connsiteX285" fmla="*/ 494357 w 892181"/>
                <a:gd name="connsiteY285" fmla="*/ 463613 h 472497"/>
                <a:gd name="connsiteX286" fmla="*/ 490529 w 892181"/>
                <a:gd name="connsiteY286" fmla="*/ 463980 h 472497"/>
                <a:gd name="connsiteX287" fmla="*/ 489785 w 892181"/>
                <a:gd name="connsiteY287" fmla="*/ 466212 h 472497"/>
                <a:gd name="connsiteX288" fmla="*/ 484250 w 892181"/>
                <a:gd name="connsiteY288" fmla="*/ 466724 h 472497"/>
                <a:gd name="connsiteX289" fmla="*/ 482558 w 892181"/>
                <a:gd name="connsiteY289" fmla="*/ 466801 h 472497"/>
                <a:gd name="connsiteX290" fmla="*/ 468124 w 892181"/>
                <a:gd name="connsiteY290" fmla="*/ 466929 h 472497"/>
                <a:gd name="connsiteX291" fmla="*/ 460763 w 892181"/>
                <a:gd name="connsiteY291" fmla="*/ 467700 h 472497"/>
                <a:gd name="connsiteX292" fmla="*/ 460763 w 892181"/>
                <a:gd name="connsiteY292" fmla="*/ 469933 h 472497"/>
                <a:gd name="connsiteX293" fmla="*/ 422068 w 892181"/>
                <a:gd name="connsiteY293" fmla="*/ 470677 h 472497"/>
                <a:gd name="connsiteX294" fmla="*/ 422068 w 892181"/>
                <a:gd name="connsiteY294" fmla="*/ 473653 h 472497"/>
                <a:gd name="connsiteX295" fmla="*/ 372625 w 892181"/>
                <a:gd name="connsiteY295" fmla="*/ 473808 h 472497"/>
                <a:gd name="connsiteX296" fmla="*/ 349669 w 892181"/>
                <a:gd name="connsiteY296" fmla="*/ 473878 h 472497"/>
                <a:gd name="connsiteX297" fmla="*/ 329668 w 892181"/>
                <a:gd name="connsiteY297" fmla="*/ 473933 h 472497"/>
                <a:gd name="connsiteX298" fmla="*/ 319071 w 892181"/>
                <a:gd name="connsiteY298" fmla="*/ 473968 h 472497"/>
                <a:gd name="connsiteX299" fmla="*/ 309109 w 892181"/>
                <a:gd name="connsiteY299" fmla="*/ 473990 h 472497"/>
                <a:gd name="connsiteX300" fmla="*/ 305441 w 892181"/>
                <a:gd name="connsiteY300" fmla="*/ 474008 h 472497"/>
                <a:gd name="connsiteX301" fmla="*/ 300456 w 892181"/>
                <a:gd name="connsiteY301" fmla="*/ 474011 h 472497"/>
                <a:gd name="connsiteX302" fmla="*/ 297631 w 892181"/>
                <a:gd name="connsiteY302" fmla="*/ 474020 h 472497"/>
                <a:gd name="connsiteX303" fmla="*/ 295564 w 892181"/>
                <a:gd name="connsiteY303" fmla="*/ 473653 h 472497"/>
                <a:gd name="connsiteX304" fmla="*/ 294820 w 892181"/>
                <a:gd name="connsiteY304" fmla="*/ 470677 h 472497"/>
                <a:gd name="connsiteX305" fmla="*/ 289864 w 892181"/>
                <a:gd name="connsiteY305" fmla="*/ 470223 h 472497"/>
                <a:gd name="connsiteX306" fmla="*/ 288366 w 892181"/>
                <a:gd name="connsiteY306" fmla="*/ 470186 h 472497"/>
                <a:gd name="connsiteX307" fmla="*/ 283612 w 892181"/>
                <a:gd name="connsiteY307" fmla="*/ 470119 h 472497"/>
                <a:gd name="connsiteX308" fmla="*/ 280395 w 892181"/>
                <a:gd name="connsiteY308" fmla="*/ 470052 h 472497"/>
                <a:gd name="connsiteX309" fmla="*/ 272496 w 892181"/>
                <a:gd name="connsiteY309" fmla="*/ 469933 h 472497"/>
                <a:gd name="connsiteX310" fmla="*/ 272412 w 892181"/>
                <a:gd name="connsiteY310" fmla="*/ 468168 h 472497"/>
                <a:gd name="connsiteX311" fmla="*/ 272263 w 892181"/>
                <a:gd name="connsiteY311" fmla="*/ 465886 h 472497"/>
                <a:gd name="connsiteX312" fmla="*/ 272133 w 892181"/>
                <a:gd name="connsiteY312" fmla="*/ 463610 h 472497"/>
                <a:gd name="connsiteX313" fmla="*/ 271752 w 892181"/>
                <a:gd name="connsiteY313" fmla="*/ 461747 h 472497"/>
                <a:gd name="connsiteX314" fmla="*/ 269519 w 892181"/>
                <a:gd name="connsiteY314" fmla="*/ 461003 h 472497"/>
                <a:gd name="connsiteX315" fmla="*/ 269659 w 892181"/>
                <a:gd name="connsiteY315" fmla="*/ 455381 h 472497"/>
                <a:gd name="connsiteX316" fmla="*/ 267287 w 892181"/>
                <a:gd name="connsiteY316" fmla="*/ 451329 h 472497"/>
                <a:gd name="connsiteX317" fmla="*/ 266775 w 892181"/>
                <a:gd name="connsiteY317" fmla="*/ 447097 h 472497"/>
                <a:gd name="connsiteX318" fmla="*/ 266627 w 892181"/>
                <a:gd name="connsiteY318" fmla="*/ 444856 h 472497"/>
                <a:gd name="connsiteX319" fmla="*/ 266543 w 892181"/>
                <a:gd name="connsiteY319" fmla="*/ 443144 h 472497"/>
                <a:gd name="connsiteX320" fmla="*/ 264310 w 892181"/>
                <a:gd name="connsiteY320" fmla="*/ 443144 h 472497"/>
                <a:gd name="connsiteX321" fmla="*/ 264310 w 892181"/>
                <a:gd name="connsiteY321" fmla="*/ 434958 h 472497"/>
                <a:gd name="connsiteX322" fmla="*/ 261334 w 892181"/>
                <a:gd name="connsiteY322" fmla="*/ 434958 h 472497"/>
                <a:gd name="connsiteX323" fmla="*/ 261334 w 892181"/>
                <a:gd name="connsiteY323" fmla="*/ 427517 h 472497"/>
                <a:gd name="connsiteX324" fmla="*/ 259101 w 892181"/>
                <a:gd name="connsiteY324" fmla="*/ 427517 h 472497"/>
                <a:gd name="connsiteX325" fmla="*/ 257613 w 892181"/>
                <a:gd name="connsiteY325" fmla="*/ 419331 h 472497"/>
                <a:gd name="connsiteX326" fmla="*/ 256125 w 892181"/>
                <a:gd name="connsiteY326" fmla="*/ 419331 h 472497"/>
                <a:gd name="connsiteX327" fmla="*/ 256041 w 892181"/>
                <a:gd name="connsiteY327" fmla="*/ 417729 h 472497"/>
                <a:gd name="connsiteX328" fmla="*/ 255892 w 892181"/>
                <a:gd name="connsiteY328" fmla="*/ 415657 h 472497"/>
                <a:gd name="connsiteX329" fmla="*/ 255761 w 892181"/>
                <a:gd name="connsiteY329" fmla="*/ 413590 h 472497"/>
                <a:gd name="connsiteX330" fmla="*/ 255381 w 892181"/>
                <a:gd name="connsiteY330" fmla="*/ 411890 h 472497"/>
                <a:gd name="connsiteX331" fmla="*/ 253148 w 892181"/>
                <a:gd name="connsiteY331" fmla="*/ 411146 h 472497"/>
                <a:gd name="connsiteX332" fmla="*/ 252730 w 892181"/>
                <a:gd name="connsiteY332" fmla="*/ 408169 h 472497"/>
                <a:gd name="connsiteX333" fmla="*/ 252404 w 892181"/>
                <a:gd name="connsiteY333" fmla="*/ 405192 h 472497"/>
                <a:gd name="connsiteX334" fmla="*/ 250916 w 892181"/>
                <a:gd name="connsiteY334" fmla="*/ 404448 h 472497"/>
                <a:gd name="connsiteX335" fmla="*/ 250172 w 892181"/>
                <a:gd name="connsiteY335" fmla="*/ 398495 h 472497"/>
                <a:gd name="connsiteX336" fmla="*/ 247939 w 892181"/>
                <a:gd name="connsiteY336" fmla="*/ 398495 h 472497"/>
                <a:gd name="connsiteX337" fmla="*/ 247195 w 892181"/>
                <a:gd name="connsiteY337" fmla="*/ 392542 h 472497"/>
                <a:gd name="connsiteX338" fmla="*/ 244963 w 892181"/>
                <a:gd name="connsiteY338" fmla="*/ 392542 h 472497"/>
                <a:gd name="connsiteX339" fmla="*/ 244684 w 892181"/>
                <a:gd name="connsiteY339" fmla="*/ 389984 h 472497"/>
                <a:gd name="connsiteX340" fmla="*/ 244219 w 892181"/>
                <a:gd name="connsiteY340" fmla="*/ 387333 h 472497"/>
                <a:gd name="connsiteX341" fmla="*/ 242730 w 892181"/>
                <a:gd name="connsiteY341" fmla="*/ 386589 h 472497"/>
                <a:gd name="connsiteX342" fmla="*/ 241986 w 892181"/>
                <a:gd name="connsiteY342" fmla="*/ 380636 h 472497"/>
                <a:gd name="connsiteX343" fmla="*/ 239754 w 892181"/>
                <a:gd name="connsiteY343" fmla="*/ 380636 h 472497"/>
                <a:gd name="connsiteX344" fmla="*/ 238265 w 892181"/>
                <a:gd name="connsiteY344" fmla="*/ 376171 h 472497"/>
                <a:gd name="connsiteX345" fmla="*/ 236777 w 892181"/>
                <a:gd name="connsiteY345" fmla="*/ 375427 h 472497"/>
                <a:gd name="connsiteX346" fmla="*/ 236824 w 892181"/>
                <a:gd name="connsiteY346" fmla="*/ 373194 h 472497"/>
                <a:gd name="connsiteX347" fmla="*/ 236777 w 892181"/>
                <a:gd name="connsiteY347" fmla="*/ 370962 h 472497"/>
                <a:gd name="connsiteX348" fmla="*/ 234545 w 892181"/>
                <a:gd name="connsiteY348" fmla="*/ 370218 h 472497"/>
                <a:gd name="connsiteX349" fmla="*/ 233801 w 892181"/>
                <a:gd name="connsiteY349" fmla="*/ 367241 h 472497"/>
                <a:gd name="connsiteX350" fmla="*/ 231568 w 892181"/>
                <a:gd name="connsiteY350" fmla="*/ 365753 h 472497"/>
                <a:gd name="connsiteX351" fmla="*/ 230080 w 892181"/>
                <a:gd name="connsiteY351" fmla="*/ 362032 h 472497"/>
                <a:gd name="connsiteX352" fmla="*/ 228592 w 892181"/>
                <a:gd name="connsiteY352" fmla="*/ 361288 h 472497"/>
                <a:gd name="connsiteX353" fmla="*/ 227847 w 892181"/>
                <a:gd name="connsiteY353" fmla="*/ 357567 h 472497"/>
                <a:gd name="connsiteX354" fmla="*/ 226359 w 892181"/>
                <a:gd name="connsiteY354" fmla="*/ 356823 h 472497"/>
                <a:gd name="connsiteX355" fmla="*/ 226034 w 892181"/>
                <a:gd name="connsiteY355" fmla="*/ 355428 h 472497"/>
                <a:gd name="connsiteX356" fmla="*/ 223383 w 892181"/>
                <a:gd name="connsiteY356" fmla="*/ 351614 h 472497"/>
                <a:gd name="connsiteX357" fmla="*/ 220080 w 892181"/>
                <a:gd name="connsiteY357" fmla="*/ 346405 h 472497"/>
                <a:gd name="connsiteX358" fmla="*/ 217848 w 892181"/>
                <a:gd name="connsiteY358" fmla="*/ 343150 h 472497"/>
                <a:gd name="connsiteX359" fmla="*/ 214453 w 892181"/>
                <a:gd name="connsiteY359" fmla="*/ 336732 h 472497"/>
                <a:gd name="connsiteX360" fmla="*/ 212221 w 892181"/>
                <a:gd name="connsiteY360" fmla="*/ 336732 h 472497"/>
                <a:gd name="connsiteX361" fmla="*/ 211476 w 892181"/>
                <a:gd name="connsiteY361" fmla="*/ 333755 h 472497"/>
                <a:gd name="connsiteX362" fmla="*/ 209988 w 892181"/>
                <a:gd name="connsiteY362" fmla="*/ 333011 h 472497"/>
                <a:gd name="connsiteX363" fmla="*/ 209244 w 892181"/>
                <a:gd name="connsiteY363" fmla="*/ 330778 h 472497"/>
                <a:gd name="connsiteX364" fmla="*/ 207012 w 892181"/>
                <a:gd name="connsiteY364" fmla="*/ 330034 h 472497"/>
                <a:gd name="connsiteX365" fmla="*/ 206267 w 892181"/>
                <a:gd name="connsiteY365" fmla="*/ 327058 h 472497"/>
                <a:gd name="connsiteX366" fmla="*/ 204035 w 892181"/>
                <a:gd name="connsiteY366" fmla="*/ 326314 h 472497"/>
                <a:gd name="connsiteX367" fmla="*/ 203291 w 892181"/>
                <a:gd name="connsiteY367" fmla="*/ 323337 h 472497"/>
                <a:gd name="connsiteX368" fmla="*/ 201803 w 892181"/>
                <a:gd name="connsiteY368" fmla="*/ 322593 h 472497"/>
                <a:gd name="connsiteX369" fmla="*/ 201058 w 892181"/>
                <a:gd name="connsiteY369" fmla="*/ 320360 h 472497"/>
                <a:gd name="connsiteX370" fmla="*/ 198826 w 892181"/>
                <a:gd name="connsiteY370" fmla="*/ 319616 h 472497"/>
                <a:gd name="connsiteX371" fmla="*/ 198500 w 892181"/>
                <a:gd name="connsiteY371" fmla="*/ 318128 h 472497"/>
                <a:gd name="connsiteX372" fmla="*/ 198082 w 892181"/>
                <a:gd name="connsiteY372" fmla="*/ 316640 h 472497"/>
                <a:gd name="connsiteX373" fmla="*/ 195105 w 892181"/>
                <a:gd name="connsiteY373" fmla="*/ 315896 h 472497"/>
                <a:gd name="connsiteX374" fmla="*/ 195105 w 892181"/>
                <a:gd name="connsiteY374" fmla="*/ 313663 h 472497"/>
                <a:gd name="connsiteX375" fmla="*/ 192873 w 892181"/>
                <a:gd name="connsiteY375" fmla="*/ 312919 h 472497"/>
                <a:gd name="connsiteX376" fmla="*/ 192129 w 892181"/>
                <a:gd name="connsiteY376" fmla="*/ 310687 h 472497"/>
                <a:gd name="connsiteX377" fmla="*/ 189896 w 892181"/>
                <a:gd name="connsiteY377" fmla="*/ 309198 h 472497"/>
                <a:gd name="connsiteX378" fmla="*/ 189152 w 892181"/>
                <a:gd name="connsiteY378" fmla="*/ 306966 h 472497"/>
                <a:gd name="connsiteX379" fmla="*/ 187431 w 892181"/>
                <a:gd name="connsiteY379" fmla="*/ 306036 h 472497"/>
                <a:gd name="connsiteX380" fmla="*/ 183850 w 892181"/>
                <a:gd name="connsiteY380" fmla="*/ 302036 h 472497"/>
                <a:gd name="connsiteX381" fmla="*/ 180222 w 892181"/>
                <a:gd name="connsiteY381" fmla="*/ 298780 h 472497"/>
                <a:gd name="connsiteX382" fmla="*/ 179478 w 892181"/>
                <a:gd name="connsiteY382" fmla="*/ 295060 h 472497"/>
                <a:gd name="connsiteX383" fmla="*/ 177246 w 892181"/>
                <a:gd name="connsiteY383" fmla="*/ 294316 h 472497"/>
                <a:gd name="connsiteX384" fmla="*/ 177246 w 892181"/>
                <a:gd name="connsiteY384" fmla="*/ 292083 h 472497"/>
                <a:gd name="connsiteX385" fmla="*/ 174269 w 892181"/>
                <a:gd name="connsiteY385" fmla="*/ 292083 h 472497"/>
                <a:gd name="connsiteX386" fmla="*/ 174269 w 892181"/>
                <a:gd name="connsiteY386" fmla="*/ 289107 h 472497"/>
                <a:gd name="connsiteX387" fmla="*/ 172688 w 892181"/>
                <a:gd name="connsiteY387" fmla="*/ 288921 h 472497"/>
                <a:gd name="connsiteX388" fmla="*/ 167148 w 892181"/>
                <a:gd name="connsiteY388" fmla="*/ 283831 h 472497"/>
                <a:gd name="connsiteX389" fmla="*/ 163851 w 892181"/>
                <a:gd name="connsiteY389" fmla="*/ 280921 h 472497"/>
                <a:gd name="connsiteX390" fmla="*/ 163851 w 892181"/>
                <a:gd name="connsiteY390" fmla="*/ 278689 h 472497"/>
                <a:gd name="connsiteX391" fmla="*/ 160875 w 892181"/>
                <a:gd name="connsiteY391" fmla="*/ 277944 h 472497"/>
                <a:gd name="connsiteX392" fmla="*/ 160131 w 892181"/>
                <a:gd name="connsiteY392" fmla="*/ 275712 h 472497"/>
                <a:gd name="connsiteX393" fmla="*/ 157898 w 892181"/>
                <a:gd name="connsiteY393" fmla="*/ 274968 h 472497"/>
                <a:gd name="connsiteX394" fmla="*/ 157898 w 892181"/>
                <a:gd name="connsiteY394" fmla="*/ 271991 h 472497"/>
                <a:gd name="connsiteX395" fmla="*/ 156317 w 892181"/>
                <a:gd name="connsiteY395" fmla="*/ 271759 h 472497"/>
                <a:gd name="connsiteX396" fmla="*/ 149713 w 892181"/>
                <a:gd name="connsiteY396" fmla="*/ 266038 h 472497"/>
                <a:gd name="connsiteX397" fmla="*/ 149713 w 892181"/>
                <a:gd name="connsiteY397" fmla="*/ 264550 h 472497"/>
                <a:gd name="connsiteX398" fmla="*/ 147480 w 892181"/>
                <a:gd name="connsiteY398" fmla="*/ 263806 h 472497"/>
                <a:gd name="connsiteX399" fmla="*/ 145248 w 892181"/>
                <a:gd name="connsiteY399" fmla="*/ 261248 h 472497"/>
                <a:gd name="connsiteX400" fmla="*/ 140783 w 892181"/>
                <a:gd name="connsiteY400" fmla="*/ 257109 h 472497"/>
                <a:gd name="connsiteX401" fmla="*/ 140783 w 892181"/>
                <a:gd name="connsiteY401" fmla="*/ 254876 h 472497"/>
                <a:gd name="connsiteX402" fmla="*/ 139460 w 892181"/>
                <a:gd name="connsiteY402" fmla="*/ 254551 h 472497"/>
                <a:gd name="connsiteX403" fmla="*/ 135155 w 892181"/>
                <a:gd name="connsiteY403" fmla="*/ 251155 h 472497"/>
                <a:gd name="connsiteX404" fmla="*/ 130365 w 892181"/>
                <a:gd name="connsiteY404" fmla="*/ 247435 h 472497"/>
                <a:gd name="connsiteX405" fmla="*/ 130365 w 892181"/>
                <a:gd name="connsiteY405" fmla="*/ 244458 h 472497"/>
                <a:gd name="connsiteX406" fmla="*/ 128737 w 892181"/>
                <a:gd name="connsiteY406" fmla="*/ 244179 h 472497"/>
                <a:gd name="connsiteX407" fmla="*/ 122924 w 892181"/>
                <a:gd name="connsiteY407" fmla="*/ 239249 h 472497"/>
                <a:gd name="connsiteX408" fmla="*/ 122924 w 892181"/>
                <a:gd name="connsiteY408" fmla="*/ 237761 h 472497"/>
                <a:gd name="connsiteX409" fmla="*/ 121435 w 892181"/>
                <a:gd name="connsiteY409" fmla="*/ 237063 h 472497"/>
                <a:gd name="connsiteX410" fmla="*/ 119947 w 892181"/>
                <a:gd name="connsiteY410" fmla="*/ 236273 h 472497"/>
                <a:gd name="connsiteX411" fmla="*/ 119947 w 892181"/>
                <a:gd name="connsiteY411" fmla="*/ 234040 h 472497"/>
                <a:gd name="connsiteX412" fmla="*/ 116970 w 892181"/>
                <a:gd name="connsiteY412" fmla="*/ 234040 h 472497"/>
                <a:gd name="connsiteX413" fmla="*/ 116970 w 892181"/>
                <a:gd name="connsiteY413" fmla="*/ 231064 h 472497"/>
                <a:gd name="connsiteX414" fmla="*/ 113250 w 892181"/>
                <a:gd name="connsiteY414" fmla="*/ 230319 h 472497"/>
                <a:gd name="connsiteX415" fmla="*/ 113250 w 892181"/>
                <a:gd name="connsiteY415" fmla="*/ 228087 h 472497"/>
                <a:gd name="connsiteX416" fmla="*/ 111436 w 892181"/>
                <a:gd name="connsiteY416" fmla="*/ 227389 h 472497"/>
                <a:gd name="connsiteX417" fmla="*/ 109529 w 892181"/>
                <a:gd name="connsiteY417" fmla="*/ 226599 h 472497"/>
                <a:gd name="connsiteX418" fmla="*/ 108785 w 892181"/>
                <a:gd name="connsiteY418" fmla="*/ 223622 h 472497"/>
                <a:gd name="connsiteX419" fmla="*/ 105808 w 892181"/>
                <a:gd name="connsiteY419" fmla="*/ 223622 h 472497"/>
                <a:gd name="connsiteX420" fmla="*/ 105808 w 892181"/>
                <a:gd name="connsiteY420" fmla="*/ 220646 h 472497"/>
                <a:gd name="connsiteX421" fmla="*/ 102832 w 892181"/>
                <a:gd name="connsiteY421" fmla="*/ 220646 h 472497"/>
                <a:gd name="connsiteX422" fmla="*/ 102832 w 892181"/>
                <a:gd name="connsiteY422" fmla="*/ 217669 h 472497"/>
                <a:gd name="connsiteX423" fmla="*/ 99111 w 892181"/>
                <a:gd name="connsiteY423" fmla="*/ 216925 h 472497"/>
                <a:gd name="connsiteX424" fmla="*/ 97623 w 892181"/>
                <a:gd name="connsiteY424" fmla="*/ 213948 h 472497"/>
                <a:gd name="connsiteX425" fmla="*/ 95390 w 892181"/>
                <a:gd name="connsiteY425" fmla="*/ 212460 h 472497"/>
                <a:gd name="connsiteX426" fmla="*/ 95390 w 892181"/>
                <a:gd name="connsiteY426" fmla="*/ 210228 h 472497"/>
                <a:gd name="connsiteX427" fmla="*/ 92414 w 892181"/>
                <a:gd name="connsiteY427" fmla="*/ 210228 h 472497"/>
                <a:gd name="connsiteX428" fmla="*/ 92414 w 892181"/>
                <a:gd name="connsiteY428" fmla="*/ 207251 h 472497"/>
                <a:gd name="connsiteX429" fmla="*/ 88693 w 892181"/>
                <a:gd name="connsiteY429" fmla="*/ 206507 h 472497"/>
                <a:gd name="connsiteX430" fmla="*/ 88693 w 892181"/>
                <a:gd name="connsiteY430" fmla="*/ 204275 h 472497"/>
                <a:gd name="connsiteX431" fmla="*/ 86879 w 892181"/>
                <a:gd name="connsiteY431" fmla="*/ 203577 h 472497"/>
                <a:gd name="connsiteX432" fmla="*/ 84972 w 892181"/>
                <a:gd name="connsiteY432" fmla="*/ 202786 h 472497"/>
                <a:gd name="connsiteX433" fmla="*/ 84228 w 892181"/>
                <a:gd name="connsiteY433" fmla="*/ 199810 h 472497"/>
                <a:gd name="connsiteX434" fmla="*/ 81252 w 892181"/>
                <a:gd name="connsiteY434" fmla="*/ 199810 h 472497"/>
                <a:gd name="connsiteX435" fmla="*/ 81252 w 892181"/>
                <a:gd name="connsiteY435" fmla="*/ 196833 h 472497"/>
                <a:gd name="connsiteX436" fmla="*/ 77531 w 892181"/>
                <a:gd name="connsiteY436" fmla="*/ 196089 h 472497"/>
                <a:gd name="connsiteX437" fmla="*/ 77531 w 892181"/>
                <a:gd name="connsiteY437" fmla="*/ 193857 h 472497"/>
                <a:gd name="connsiteX438" fmla="*/ 74554 w 892181"/>
                <a:gd name="connsiteY438" fmla="*/ 192368 h 472497"/>
                <a:gd name="connsiteX439" fmla="*/ 73066 w 892181"/>
                <a:gd name="connsiteY439" fmla="*/ 190136 h 472497"/>
                <a:gd name="connsiteX440" fmla="*/ 70834 w 892181"/>
                <a:gd name="connsiteY440" fmla="*/ 189392 h 472497"/>
                <a:gd name="connsiteX441" fmla="*/ 70834 w 892181"/>
                <a:gd name="connsiteY441" fmla="*/ 186415 h 472497"/>
                <a:gd name="connsiteX442" fmla="*/ 67857 w 892181"/>
                <a:gd name="connsiteY442" fmla="*/ 185671 h 472497"/>
                <a:gd name="connsiteX443" fmla="*/ 67113 w 892181"/>
                <a:gd name="connsiteY443" fmla="*/ 183439 h 472497"/>
                <a:gd name="connsiteX444" fmla="*/ 65253 w 892181"/>
                <a:gd name="connsiteY444" fmla="*/ 183067 h 472497"/>
                <a:gd name="connsiteX445" fmla="*/ 63392 w 892181"/>
                <a:gd name="connsiteY445" fmla="*/ 182694 h 472497"/>
                <a:gd name="connsiteX446" fmla="*/ 62648 w 892181"/>
                <a:gd name="connsiteY446" fmla="*/ 180462 h 472497"/>
                <a:gd name="connsiteX447" fmla="*/ 61113 w 892181"/>
                <a:gd name="connsiteY447" fmla="*/ 178927 h 472497"/>
                <a:gd name="connsiteX448" fmla="*/ 59672 w 892181"/>
                <a:gd name="connsiteY448" fmla="*/ 175997 h 472497"/>
                <a:gd name="connsiteX449" fmla="*/ 56695 w 892181"/>
                <a:gd name="connsiteY449" fmla="*/ 175997 h 472497"/>
                <a:gd name="connsiteX450" fmla="*/ 56695 w 892181"/>
                <a:gd name="connsiteY450" fmla="*/ 173021 h 472497"/>
                <a:gd name="connsiteX451" fmla="*/ 52974 w 892181"/>
                <a:gd name="connsiteY451" fmla="*/ 172276 h 472497"/>
                <a:gd name="connsiteX452" fmla="*/ 52230 w 892181"/>
                <a:gd name="connsiteY452" fmla="*/ 170044 h 472497"/>
                <a:gd name="connsiteX453" fmla="*/ 50742 w 892181"/>
                <a:gd name="connsiteY453" fmla="*/ 169300 h 472497"/>
                <a:gd name="connsiteX454" fmla="*/ 48510 w 892181"/>
                <a:gd name="connsiteY454" fmla="*/ 166323 h 472497"/>
                <a:gd name="connsiteX455" fmla="*/ 46277 w 892181"/>
                <a:gd name="connsiteY455" fmla="*/ 165579 h 472497"/>
                <a:gd name="connsiteX456" fmla="*/ 45952 w 892181"/>
                <a:gd name="connsiteY456" fmla="*/ 164044 h 472497"/>
                <a:gd name="connsiteX457" fmla="*/ 45533 w 892181"/>
                <a:gd name="connsiteY457" fmla="*/ 162603 h 472497"/>
                <a:gd name="connsiteX458" fmla="*/ 42556 w 892181"/>
                <a:gd name="connsiteY458" fmla="*/ 162603 h 472497"/>
                <a:gd name="connsiteX459" fmla="*/ 42231 w 892181"/>
                <a:gd name="connsiteY459" fmla="*/ 161207 h 472497"/>
                <a:gd name="connsiteX460" fmla="*/ 41812 w 892181"/>
                <a:gd name="connsiteY460" fmla="*/ 159626 h 472497"/>
                <a:gd name="connsiteX461" fmla="*/ 38092 w 892181"/>
                <a:gd name="connsiteY461" fmla="*/ 158138 h 472497"/>
                <a:gd name="connsiteX462" fmla="*/ 37347 w 892181"/>
                <a:gd name="connsiteY462" fmla="*/ 155905 h 472497"/>
                <a:gd name="connsiteX463" fmla="*/ 35115 w 892181"/>
                <a:gd name="connsiteY463" fmla="*/ 154417 h 472497"/>
                <a:gd name="connsiteX464" fmla="*/ 35115 w 892181"/>
                <a:gd name="connsiteY464" fmla="*/ 152185 h 472497"/>
                <a:gd name="connsiteX465" fmla="*/ 31394 w 892181"/>
                <a:gd name="connsiteY465" fmla="*/ 152185 h 472497"/>
                <a:gd name="connsiteX466" fmla="*/ 31394 w 892181"/>
                <a:gd name="connsiteY466" fmla="*/ 149952 h 472497"/>
                <a:gd name="connsiteX467" fmla="*/ 29627 w 892181"/>
                <a:gd name="connsiteY467" fmla="*/ 149255 h 472497"/>
                <a:gd name="connsiteX468" fmla="*/ 26790 w 892181"/>
                <a:gd name="connsiteY468" fmla="*/ 146929 h 472497"/>
                <a:gd name="connsiteX469" fmla="*/ 26185 w 892181"/>
                <a:gd name="connsiteY469" fmla="*/ 145487 h 472497"/>
                <a:gd name="connsiteX470" fmla="*/ 24697 w 892181"/>
                <a:gd name="connsiteY470" fmla="*/ 144743 h 472497"/>
                <a:gd name="connsiteX471" fmla="*/ 23953 w 892181"/>
                <a:gd name="connsiteY471" fmla="*/ 142511 h 472497"/>
                <a:gd name="connsiteX472" fmla="*/ 21720 w 892181"/>
                <a:gd name="connsiteY472" fmla="*/ 141767 h 472497"/>
                <a:gd name="connsiteX473" fmla="*/ 21395 w 892181"/>
                <a:gd name="connsiteY473" fmla="*/ 140232 h 472497"/>
                <a:gd name="connsiteX474" fmla="*/ 20976 w 892181"/>
                <a:gd name="connsiteY474" fmla="*/ 138790 h 472497"/>
                <a:gd name="connsiteX475" fmla="*/ 18000 w 892181"/>
                <a:gd name="connsiteY475" fmla="*/ 138790 h 472497"/>
                <a:gd name="connsiteX476" fmla="*/ 16512 w 892181"/>
                <a:gd name="connsiteY476" fmla="*/ 135814 h 472497"/>
                <a:gd name="connsiteX477" fmla="*/ 13535 w 892181"/>
                <a:gd name="connsiteY477" fmla="*/ 134325 h 472497"/>
                <a:gd name="connsiteX478" fmla="*/ 12791 w 892181"/>
                <a:gd name="connsiteY478" fmla="*/ 132093 h 472497"/>
                <a:gd name="connsiteX479" fmla="*/ 10558 w 892181"/>
                <a:gd name="connsiteY479" fmla="*/ 131349 h 472497"/>
                <a:gd name="connsiteX480" fmla="*/ 9814 w 892181"/>
                <a:gd name="connsiteY480" fmla="*/ 129116 h 472497"/>
                <a:gd name="connsiteX481" fmla="*/ 8326 w 892181"/>
                <a:gd name="connsiteY481" fmla="*/ 128744 h 472497"/>
                <a:gd name="connsiteX482" fmla="*/ 6838 w 892181"/>
                <a:gd name="connsiteY482" fmla="*/ 128372 h 472497"/>
                <a:gd name="connsiteX483" fmla="*/ 6094 w 892181"/>
                <a:gd name="connsiteY483" fmla="*/ 126140 h 472497"/>
                <a:gd name="connsiteX484" fmla="*/ 3815 w 892181"/>
                <a:gd name="connsiteY484" fmla="*/ 125163 h 472497"/>
                <a:gd name="connsiteX485" fmla="*/ 1629 w 892181"/>
                <a:gd name="connsiteY485" fmla="*/ 123907 h 472497"/>
                <a:gd name="connsiteX486" fmla="*/ 1629 w 892181"/>
                <a:gd name="connsiteY486" fmla="*/ 119443 h 472497"/>
                <a:gd name="connsiteX487" fmla="*/ 6838 w 892181"/>
                <a:gd name="connsiteY487" fmla="*/ 117210 h 472497"/>
                <a:gd name="connsiteX488" fmla="*/ 6838 w 892181"/>
                <a:gd name="connsiteY488" fmla="*/ 114978 h 472497"/>
                <a:gd name="connsiteX489" fmla="*/ 17256 w 892181"/>
                <a:gd name="connsiteY489" fmla="*/ 114234 h 472497"/>
                <a:gd name="connsiteX490" fmla="*/ 17256 w 892181"/>
                <a:gd name="connsiteY490" fmla="*/ 111257 h 472497"/>
                <a:gd name="connsiteX491" fmla="*/ 19346 w 892181"/>
                <a:gd name="connsiteY491" fmla="*/ 111173 h 472497"/>
                <a:gd name="connsiteX492" fmla="*/ 22046 w 892181"/>
                <a:gd name="connsiteY492" fmla="*/ 111024 h 472497"/>
                <a:gd name="connsiteX493" fmla="*/ 24741 w 892181"/>
                <a:gd name="connsiteY493" fmla="*/ 110894 h 472497"/>
                <a:gd name="connsiteX494" fmla="*/ 26929 w 892181"/>
                <a:gd name="connsiteY494" fmla="*/ 110513 h 472497"/>
                <a:gd name="connsiteX495" fmla="*/ 27674 w 892181"/>
                <a:gd name="connsiteY495" fmla="*/ 108280 h 472497"/>
                <a:gd name="connsiteX496" fmla="*/ 32883 w 892181"/>
                <a:gd name="connsiteY496" fmla="*/ 107536 h 472497"/>
                <a:gd name="connsiteX497" fmla="*/ 37347 w 892181"/>
                <a:gd name="connsiteY497" fmla="*/ 106792 h 472497"/>
                <a:gd name="connsiteX498" fmla="*/ 38092 w 892181"/>
                <a:gd name="connsiteY498" fmla="*/ 104560 h 472497"/>
                <a:gd name="connsiteX499" fmla="*/ 45603 w 892181"/>
                <a:gd name="connsiteY499" fmla="*/ 104191 h 472497"/>
                <a:gd name="connsiteX500" fmla="*/ 47765 w 892181"/>
                <a:gd name="connsiteY500" fmla="*/ 103816 h 472497"/>
                <a:gd name="connsiteX501" fmla="*/ 48114 w 892181"/>
                <a:gd name="connsiteY501" fmla="*/ 102327 h 472497"/>
                <a:gd name="connsiteX502" fmla="*/ 48510 w 892181"/>
                <a:gd name="connsiteY502" fmla="*/ 100839 h 472497"/>
                <a:gd name="connsiteX503" fmla="*/ 53719 w 892181"/>
                <a:gd name="connsiteY503" fmla="*/ 100420 h 472497"/>
                <a:gd name="connsiteX504" fmla="*/ 58928 w 892181"/>
                <a:gd name="connsiteY504" fmla="*/ 100095 h 472497"/>
                <a:gd name="connsiteX505" fmla="*/ 59672 w 892181"/>
                <a:gd name="connsiteY505" fmla="*/ 97862 h 472497"/>
                <a:gd name="connsiteX506" fmla="*/ 65299 w 892181"/>
                <a:gd name="connsiteY506" fmla="*/ 97351 h 472497"/>
                <a:gd name="connsiteX507" fmla="*/ 66902 w 892181"/>
                <a:gd name="connsiteY507" fmla="*/ 97274 h 472497"/>
                <a:gd name="connsiteX508" fmla="*/ 70834 w 892181"/>
                <a:gd name="connsiteY508" fmla="*/ 97118 h 472497"/>
                <a:gd name="connsiteX509" fmla="*/ 70834 w 892181"/>
                <a:gd name="connsiteY509" fmla="*/ 94142 h 472497"/>
                <a:gd name="connsiteX510" fmla="*/ 73249 w 892181"/>
                <a:gd name="connsiteY510" fmla="*/ 94057 h 472497"/>
                <a:gd name="connsiteX511" fmla="*/ 76368 w 892181"/>
                <a:gd name="connsiteY511" fmla="*/ 93909 h 472497"/>
                <a:gd name="connsiteX512" fmla="*/ 77963 w 892181"/>
                <a:gd name="connsiteY512" fmla="*/ 93858 h 472497"/>
                <a:gd name="connsiteX513" fmla="*/ 81996 w 892181"/>
                <a:gd name="connsiteY513" fmla="*/ 93398 h 472497"/>
                <a:gd name="connsiteX514" fmla="*/ 82740 w 892181"/>
                <a:gd name="connsiteY514" fmla="*/ 91165 h 472497"/>
                <a:gd name="connsiteX515" fmla="*/ 87112 w 892181"/>
                <a:gd name="connsiteY515" fmla="*/ 90700 h 472497"/>
                <a:gd name="connsiteX516" fmla="*/ 93902 w 892181"/>
                <a:gd name="connsiteY516" fmla="*/ 89677 h 472497"/>
                <a:gd name="connsiteX517" fmla="*/ 94646 w 892181"/>
                <a:gd name="connsiteY517" fmla="*/ 87444 h 472497"/>
                <a:gd name="connsiteX518" fmla="*/ 102291 w 892181"/>
                <a:gd name="connsiteY518" fmla="*/ 87117 h 472497"/>
                <a:gd name="connsiteX519" fmla="*/ 106553 w 892181"/>
                <a:gd name="connsiteY519" fmla="*/ 86700 h 472497"/>
                <a:gd name="connsiteX520" fmla="*/ 107297 w 892181"/>
                <a:gd name="connsiteY520" fmla="*/ 83724 h 472497"/>
                <a:gd name="connsiteX521" fmla="*/ 112878 w 892181"/>
                <a:gd name="connsiteY521" fmla="*/ 83305 h 472497"/>
                <a:gd name="connsiteX522" fmla="*/ 118459 w 892181"/>
                <a:gd name="connsiteY522" fmla="*/ 82980 h 472497"/>
                <a:gd name="connsiteX523" fmla="*/ 119203 w 892181"/>
                <a:gd name="connsiteY523" fmla="*/ 80747 h 472497"/>
                <a:gd name="connsiteX524" fmla="*/ 122206 w 892181"/>
                <a:gd name="connsiteY524" fmla="*/ 80366 h 472497"/>
                <a:gd name="connsiteX525" fmla="*/ 124030 w 892181"/>
                <a:gd name="connsiteY525" fmla="*/ 80286 h 472497"/>
                <a:gd name="connsiteX526" fmla="*/ 125947 w 892181"/>
                <a:gd name="connsiteY526" fmla="*/ 80236 h 472497"/>
                <a:gd name="connsiteX527" fmla="*/ 127872 w 892181"/>
                <a:gd name="connsiteY527" fmla="*/ 80159 h 472497"/>
                <a:gd name="connsiteX528" fmla="*/ 132597 w 892181"/>
                <a:gd name="connsiteY528" fmla="*/ 80003 h 472497"/>
                <a:gd name="connsiteX529" fmla="*/ 132597 w 892181"/>
                <a:gd name="connsiteY529" fmla="*/ 77027 h 472497"/>
                <a:gd name="connsiteX530" fmla="*/ 135339 w 892181"/>
                <a:gd name="connsiteY530" fmla="*/ 77131 h 472497"/>
                <a:gd name="connsiteX531" fmla="*/ 138876 w 892181"/>
                <a:gd name="connsiteY531" fmla="*/ 77213 h 472497"/>
                <a:gd name="connsiteX532" fmla="*/ 140686 w 892181"/>
                <a:gd name="connsiteY532" fmla="*/ 77288 h 472497"/>
                <a:gd name="connsiteX533" fmla="*/ 145248 w 892181"/>
                <a:gd name="connsiteY533" fmla="*/ 77027 h 472497"/>
                <a:gd name="connsiteX534" fmla="*/ 145992 w 892181"/>
                <a:gd name="connsiteY534" fmla="*/ 74050 h 472497"/>
                <a:gd name="connsiteX535" fmla="*/ 153571 w 892181"/>
                <a:gd name="connsiteY535" fmla="*/ 73687 h 472497"/>
                <a:gd name="connsiteX536" fmla="*/ 157898 w 892181"/>
                <a:gd name="connsiteY536" fmla="*/ 73306 h 472497"/>
                <a:gd name="connsiteX537" fmla="*/ 158610 w 892181"/>
                <a:gd name="connsiteY537" fmla="*/ 71824 h 472497"/>
                <a:gd name="connsiteX538" fmla="*/ 159387 w 892181"/>
                <a:gd name="connsiteY538" fmla="*/ 70329 h 472497"/>
                <a:gd name="connsiteX539" fmla="*/ 162625 w 892181"/>
                <a:gd name="connsiteY539" fmla="*/ 69876 h 472497"/>
                <a:gd name="connsiteX540" fmla="*/ 164543 w 892181"/>
                <a:gd name="connsiteY540" fmla="*/ 69803 h 472497"/>
                <a:gd name="connsiteX541" fmla="*/ 166549 w 892181"/>
                <a:gd name="connsiteY541" fmla="*/ 69771 h 472497"/>
                <a:gd name="connsiteX542" fmla="*/ 168572 w 892181"/>
                <a:gd name="connsiteY542" fmla="*/ 69704 h 472497"/>
                <a:gd name="connsiteX543" fmla="*/ 173525 w 892181"/>
                <a:gd name="connsiteY543" fmla="*/ 69585 h 472497"/>
                <a:gd name="connsiteX544" fmla="*/ 173525 w 892181"/>
                <a:gd name="connsiteY544" fmla="*/ 66609 h 472497"/>
                <a:gd name="connsiteX545" fmla="*/ 174880 w 892181"/>
                <a:gd name="connsiteY545" fmla="*/ 66576 h 472497"/>
                <a:gd name="connsiteX546" fmla="*/ 180920 w 892181"/>
                <a:gd name="connsiteY546" fmla="*/ 66376 h 472497"/>
                <a:gd name="connsiteX547" fmla="*/ 183052 w 892181"/>
                <a:gd name="connsiteY547" fmla="*/ 66325 h 472497"/>
                <a:gd name="connsiteX548" fmla="*/ 185080 w 892181"/>
                <a:gd name="connsiteY548" fmla="*/ 66245 h 472497"/>
                <a:gd name="connsiteX549" fmla="*/ 186957 w 892181"/>
                <a:gd name="connsiteY549" fmla="*/ 66186 h 472497"/>
                <a:gd name="connsiteX550" fmla="*/ 188408 w 892181"/>
                <a:gd name="connsiteY550" fmla="*/ 65864 h 472497"/>
                <a:gd name="connsiteX551" fmla="*/ 189152 w 892181"/>
                <a:gd name="connsiteY551" fmla="*/ 63632 h 472497"/>
                <a:gd name="connsiteX552" fmla="*/ 195431 w 892181"/>
                <a:gd name="connsiteY552" fmla="*/ 63167 h 472497"/>
                <a:gd name="connsiteX553" fmla="*/ 203291 w 892181"/>
                <a:gd name="connsiteY553" fmla="*/ 62144 h 472497"/>
                <a:gd name="connsiteX554" fmla="*/ 203291 w 892181"/>
                <a:gd name="connsiteY554" fmla="*/ 59911 h 472497"/>
                <a:gd name="connsiteX555" fmla="*/ 204714 w 892181"/>
                <a:gd name="connsiteY555" fmla="*/ 59878 h 472497"/>
                <a:gd name="connsiteX556" fmla="*/ 211058 w 892181"/>
                <a:gd name="connsiteY556" fmla="*/ 59679 h 472497"/>
                <a:gd name="connsiteX557" fmla="*/ 213297 w 892181"/>
                <a:gd name="connsiteY557" fmla="*/ 59628 h 472497"/>
                <a:gd name="connsiteX558" fmla="*/ 215427 w 892181"/>
                <a:gd name="connsiteY558" fmla="*/ 59548 h 472497"/>
                <a:gd name="connsiteX559" fmla="*/ 217399 w 892181"/>
                <a:gd name="connsiteY559" fmla="*/ 59489 h 472497"/>
                <a:gd name="connsiteX560" fmla="*/ 218918 w 892181"/>
                <a:gd name="connsiteY560" fmla="*/ 59167 h 472497"/>
                <a:gd name="connsiteX561" fmla="*/ 219662 w 892181"/>
                <a:gd name="connsiteY561" fmla="*/ 56935 h 472497"/>
                <a:gd name="connsiteX562" fmla="*/ 222964 w 892181"/>
                <a:gd name="connsiteY562" fmla="*/ 56659 h 472497"/>
                <a:gd name="connsiteX563" fmla="*/ 224981 w 892181"/>
                <a:gd name="connsiteY563" fmla="*/ 56619 h 472497"/>
                <a:gd name="connsiteX564" fmla="*/ 229225 w 892181"/>
                <a:gd name="connsiteY564" fmla="*/ 56608 h 472497"/>
                <a:gd name="connsiteX565" fmla="*/ 231243 w 892181"/>
                <a:gd name="connsiteY565" fmla="*/ 56566 h 472497"/>
                <a:gd name="connsiteX566" fmla="*/ 233106 w 892181"/>
                <a:gd name="connsiteY566" fmla="*/ 56561 h 472497"/>
                <a:gd name="connsiteX567" fmla="*/ 234545 w 892181"/>
                <a:gd name="connsiteY567" fmla="*/ 56191 h 472497"/>
                <a:gd name="connsiteX568" fmla="*/ 234900 w 892181"/>
                <a:gd name="connsiteY568" fmla="*/ 54701 h 472497"/>
                <a:gd name="connsiteX569" fmla="*/ 235289 w 892181"/>
                <a:gd name="connsiteY569" fmla="*/ 53214 h 472497"/>
                <a:gd name="connsiteX570" fmla="*/ 238864 w 892181"/>
                <a:gd name="connsiteY570" fmla="*/ 52865 h 472497"/>
                <a:gd name="connsiteX571" fmla="*/ 241065 w 892181"/>
                <a:gd name="connsiteY571" fmla="*/ 52833 h 472497"/>
                <a:gd name="connsiteX572" fmla="*/ 245681 w 892181"/>
                <a:gd name="connsiteY572" fmla="*/ 52851 h 472497"/>
                <a:gd name="connsiteX573" fmla="*/ 247887 w 892181"/>
                <a:gd name="connsiteY573" fmla="*/ 52819 h 472497"/>
                <a:gd name="connsiteX574" fmla="*/ 249916 w 892181"/>
                <a:gd name="connsiteY574" fmla="*/ 52829 h 472497"/>
                <a:gd name="connsiteX575" fmla="*/ 253892 w 892181"/>
                <a:gd name="connsiteY575" fmla="*/ 49493 h 472497"/>
                <a:gd name="connsiteX576" fmla="*/ 257476 w 892181"/>
                <a:gd name="connsiteY576" fmla="*/ 49307 h 472497"/>
                <a:gd name="connsiteX577" fmla="*/ 259571 w 892181"/>
                <a:gd name="connsiteY577" fmla="*/ 49377 h 472497"/>
                <a:gd name="connsiteX578" fmla="*/ 261752 w 892181"/>
                <a:gd name="connsiteY578" fmla="*/ 49493 h 472497"/>
                <a:gd name="connsiteX579" fmla="*/ 266034 w 892181"/>
                <a:gd name="connsiteY579" fmla="*/ 49679 h 472497"/>
                <a:gd name="connsiteX580" fmla="*/ 267951 w 892181"/>
                <a:gd name="connsiteY580" fmla="*/ 49784 h 472497"/>
                <a:gd name="connsiteX581" fmla="*/ 269519 w 892181"/>
                <a:gd name="connsiteY581" fmla="*/ 49493 h 472497"/>
                <a:gd name="connsiteX582" fmla="*/ 270218 w 892181"/>
                <a:gd name="connsiteY582" fmla="*/ 48022 h 472497"/>
                <a:gd name="connsiteX583" fmla="*/ 271008 w 892181"/>
                <a:gd name="connsiteY583" fmla="*/ 46517 h 472497"/>
                <a:gd name="connsiteX584" fmla="*/ 275222 w 892181"/>
                <a:gd name="connsiteY584" fmla="*/ 46063 h 472497"/>
                <a:gd name="connsiteX585" fmla="*/ 277751 w 892181"/>
                <a:gd name="connsiteY585" fmla="*/ 45991 h 472497"/>
                <a:gd name="connsiteX586" fmla="*/ 280402 w 892181"/>
                <a:gd name="connsiteY586" fmla="*/ 45959 h 472497"/>
                <a:gd name="connsiteX587" fmla="*/ 283071 w 892181"/>
                <a:gd name="connsiteY587" fmla="*/ 45892 h 472497"/>
                <a:gd name="connsiteX588" fmla="*/ 289611 w 892181"/>
                <a:gd name="connsiteY588" fmla="*/ 45773 h 472497"/>
                <a:gd name="connsiteX589" fmla="*/ 289611 w 892181"/>
                <a:gd name="connsiteY589" fmla="*/ 42796 h 472497"/>
                <a:gd name="connsiteX590" fmla="*/ 291307 w 892181"/>
                <a:gd name="connsiteY590" fmla="*/ 42763 h 472497"/>
                <a:gd name="connsiteX591" fmla="*/ 298866 w 892181"/>
                <a:gd name="connsiteY591" fmla="*/ 42563 h 472497"/>
                <a:gd name="connsiteX592" fmla="*/ 301536 w 892181"/>
                <a:gd name="connsiteY592" fmla="*/ 42513 h 472497"/>
                <a:gd name="connsiteX593" fmla="*/ 304072 w 892181"/>
                <a:gd name="connsiteY593" fmla="*/ 42433 h 472497"/>
                <a:gd name="connsiteX594" fmla="*/ 306422 w 892181"/>
                <a:gd name="connsiteY594" fmla="*/ 42374 h 472497"/>
                <a:gd name="connsiteX595" fmla="*/ 308215 w 892181"/>
                <a:gd name="connsiteY595" fmla="*/ 42052 h 472497"/>
                <a:gd name="connsiteX596" fmla="*/ 308959 w 892181"/>
                <a:gd name="connsiteY596" fmla="*/ 39819 h 472497"/>
                <a:gd name="connsiteX597" fmla="*/ 313075 w 892181"/>
                <a:gd name="connsiteY597" fmla="*/ 39543 h 472497"/>
                <a:gd name="connsiteX598" fmla="*/ 315601 w 892181"/>
                <a:gd name="connsiteY598" fmla="*/ 39504 h 472497"/>
                <a:gd name="connsiteX599" fmla="*/ 320920 w 892181"/>
                <a:gd name="connsiteY599" fmla="*/ 39492 h 472497"/>
                <a:gd name="connsiteX600" fmla="*/ 323446 w 892181"/>
                <a:gd name="connsiteY600" fmla="*/ 39450 h 472497"/>
                <a:gd name="connsiteX601" fmla="*/ 325782 w 892181"/>
                <a:gd name="connsiteY601" fmla="*/ 39446 h 472497"/>
                <a:gd name="connsiteX602" fmla="*/ 327562 w 892181"/>
                <a:gd name="connsiteY602" fmla="*/ 39075 h 472497"/>
                <a:gd name="connsiteX603" fmla="*/ 327894 w 892181"/>
                <a:gd name="connsiteY603" fmla="*/ 37574 h 472497"/>
                <a:gd name="connsiteX604" fmla="*/ 328306 w 892181"/>
                <a:gd name="connsiteY604" fmla="*/ 36099 h 472497"/>
                <a:gd name="connsiteX605" fmla="*/ 333074 w 892181"/>
                <a:gd name="connsiteY605" fmla="*/ 35939 h 472497"/>
                <a:gd name="connsiteX606" fmla="*/ 336007 w 892181"/>
                <a:gd name="connsiteY606" fmla="*/ 36019 h 472497"/>
                <a:gd name="connsiteX607" fmla="*/ 340651 w 892181"/>
                <a:gd name="connsiteY607" fmla="*/ 36216 h 472497"/>
                <a:gd name="connsiteX608" fmla="*/ 345119 w 892181"/>
                <a:gd name="connsiteY608" fmla="*/ 36357 h 472497"/>
                <a:gd name="connsiteX609" fmla="*/ 347833 w 892181"/>
                <a:gd name="connsiteY609" fmla="*/ 36474 h 472497"/>
                <a:gd name="connsiteX610" fmla="*/ 349887 w 892181"/>
                <a:gd name="connsiteY610" fmla="*/ 36099 h 472497"/>
                <a:gd name="connsiteX611" fmla="*/ 350257 w 892181"/>
                <a:gd name="connsiteY611" fmla="*/ 34245 h 472497"/>
                <a:gd name="connsiteX612" fmla="*/ 350631 w 892181"/>
                <a:gd name="connsiteY612" fmla="*/ 32378 h 472497"/>
                <a:gd name="connsiteX613" fmla="*/ 355424 w 892181"/>
                <a:gd name="connsiteY613" fmla="*/ 32015 h 472497"/>
                <a:gd name="connsiteX614" fmla="*/ 358367 w 892181"/>
                <a:gd name="connsiteY614" fmla="*/ 32051 h 472497"/>
                <a:gd name="connsiteX615" fmla="*/ 361467 w 892181"/>
                <a:gd name="connsiteY615" fmla="*/ 32146 h 472497"/>
                <a:gd name="connsiteX616" fmla="*/ 364576 w 892181"/>
                <a:gd name="connsiteY616" fmla="*/ 32196 h 472497"/>
                <a:gd name="connsiteX617" fmla="*/ 372211 w 892181"/>
                <a:gd name="connsiteY617" fmla="*/ 32378 h 472497"/>
                <a:gd name="connsiteX618" fmla="*/ 372211 w 892181"/>
                <a:gd name="connsiteY618" fmla="*/ 29402 h 472497"/>
                <a:gd name="connsiteX619" fmla="*/ 396023 w 892181"/>
                <a:gd name="connsiteY619" fmla="*/ 28657 h 472497"/>
                <a:gd name="connsiteX620" fmla="*/ 396023 w 892181"/>
                <a:gd name="connsiteY620" fmla="*/ 25681 h 472497"/>
                <a:gd name="connsiteX621" fmla="*/ 421324 w 892181"/>
                <a:gd name="connsiteY621" fmla="*/ 25681 h 472497"/>
                <a:gd name="connsiteX622" fmla="*/ 421324 w 892181"/>
                <a:gd name="connsiteY622" fmla="*/ 22704 h 472497"/>
                <a:gd name="connsiteX623" fmla="*/ 448857 w 892181"/>
                <a:gd name="connsiteY623" fmla="*/ 21960 h 472497"/>
                <a:gd name="connsiteX624" fmla="*/ 448857 w 892181"/>
                <a:gd name="connsiteY624" fmla="*/ 18984 h 472497"/>
                <a:gd name="connsiteX625" fmla="*/ 451566 w 892181"/>
                <a:gd name="connsiteY625" fmla="*/ 18951 h 472497"/>
                <a:gd name="connsiteX626" fmla="*/ 461493 w 892181"/>
                <a:gd name="connsiteY626" fmla="*/ 18788 h 472497"/>
                <a:gd name="connsiteX627" fmla="*/ 465793 w 892181"/>
                <a:gd name="connsiteY627" fmla="*/ 18726 h 472497"/>
                <a:gd name="connsiteX628" fmla="*/ 471966 w 892181"/>
                <a:gd name="connsiteY628" fmla="*/ 18620 h 472497"/>
                <a:gd name="connsiteX629" fmla="*/ 473916 w 892181"/>
                <a:gd name="connsiteY629" fmla="*/ 18606 h 472497"/>
                <a:gd name="connsiteX630" fmla="*/ 478623 w 892181"/>
                <a:gd name="connsiteY630" fmla="*/ 18239 h 472497"/>
                <a:gd name="connsiteX631" fmla="*/ 480111 w 892181"/>
                <a:gd name="connsiteY631" fmla="*/ 16007 h 472497"/>
                <a:gd name="connsiteX632" fmla="*/ 492453 w 892181"/>
                <a:gd name="connsiteY632" fmla="*/ 15295 h 472497"/>
                <a:gd name="connsiteX633" fmla="*/ 496037 w 892181"/>
                <a:gd name="connsiteY633" fmla="*/ 15343 h 472497"/>
                <a:gd name="connsiteX634" fmla="*/ 501623 w 892181"/>
                <a:gd name="connsiteY634" fmla="*/ 15447 h 472497"/>
                <a:gd name="connsiteX635" fmla="*/ 507057 w 892181"/>
                <a:gd name="connsiteY635" fmla="*/ 15527 h 472497"/>
                <a:gd name="connsiteX636" fmla="*/ 508753 w 892181"/>
                <a:gd name="connsiteY636" fmla="*/ 15581 h 472497"/>
                <a:gd name="connsiteX637" fmla="*/ 512853 w 892181"/>
                <a:gd name="connsiteY637" fmla="*/ 15263 h 472497"/>
                <a:gd name="connsiteX638" fmla="*/ 513515 w 892181"/>
                <a:gd name="connsiteY638" fmla="*/ 13780 h 472497"/>
                <a:gd name="connsiteX639" fmla="*/ 514342 w 892181"/>
                <a:gd name="connsiteY639" fmla="*/ 12286 h 472497"/>
                <a:gd name="connsiteX640" fmla="*/ 518199 w 892181"/>
                <a:gd name="connsiteY640" fmla="*/ 11880 h 472497"/>
                <a:gd name="connsiteX641" fmla="*/ 520637 w 892181"/>
                <a:gd name="connsiteY641" fmla="*/ 11836 h 472497"/>
                <a:gd name="connsiteX642" fmla="*/ 523277 w 892181"/>
                <a:gd name="connsiteY642" fmla="*/ 11833 h 472497"/>
                <a:gd name="connsiteX643" fmla="*/ 525974 w 892181"/>
                <a:gd name="connsiteY643" fmla="*/ 11796 h 472497"/>
                <a:gd name="connsiteX644" fmla="*/ 534526 w 892181"/>
                <a:gd name="connsiteY644" fmla="*/ 11728 h 472497"/>
                <a:gd name="connsiteX645" fmla="*/ 540314 w 892181"/>
                <a:gd name="connsiteY645" fmla="*/ 11661 h 472497"/>
                <a:gd name="connsiteX646" fmla="*/ 554525 w 892181"/>
                <a:gd name="connsiteY646" fmla="*/ 11542 h 472497"/>
                <a:gd name="connsiteX647" fmla="*/ 554525 w 892181"/>
                <a:gd name="connsiteY647" fmla="*/ 8566 h 472497"/>
                <a:gd name="connsiteX648" fmla="*/ 604383 w 892181"/>
                <a:gd name="connsiteY648" fmla="*/ 8566 h 472497"/>
                <a:gd name="connsiteX649" fmla="*/ 604383 w 892181"/>
                <a:gd name="connsiteY649" fmla="*/ 5589 h 472497"/>
                <a:gd name="connsiteX650" fmla="*/ 605822 w 892181"/>
                <a:gd name="connsiteY650" fmla="*/ 5586 h 472497"/>
                <a:gd name="connsiteX651" fmla="*/ 640437 w 892181"/>
                <a:gd name="connsiteY651" fmla="*/ 5452 h 472497"/>
                <a:gd name="connsiteX652" fmla="*/ 657176 w 892181"/>
                <a:gd name="connsiteY652" fmla="*/ 5387 h 472497"/>
                <a:gd name="connsiteX653" fmla="*/ 671761 w 892181"/>
                <a:gd name="connsiteY653" fmla="*/ 5325 h 472497"/>
                <a:gd name="connsiteX654" fmla="*/ 679489 w 892181"/>
                <a:gd name="connsiteY654" fmla="*/ 5297 h 472497"/>
                <a:gd name="connsiteX655" fmla="*/ 688101 w 892181"/>
                <a:gd name="connsiteY655" fmla="*/ 5251 h 472497"/>
                <a:gd name="connsiteX656" fmla="*/ 690708 w 892181"/>
                <a:gd name="connsiteY656" fmla="*/ 5262 h 472497"/>
                <a:gd name="connsiteX657" fmla="*/ 693064 w 892181"/>
                <a:gd name="connsiteY657" fmla="*/ 5231 h 472497"/>
                <a:gd name="connsiteX658" fmla="*/ 695123 w 892181"/>
                <a:gd name="connsiteY658" fmla="*/ 5223 h 472497"/>
                <a:gd name="connsiteX659" fmla="*/ 696656 w 892181"/>
                <a:gd name="connsiteY659" fmla="*/ 4845 h 472497"/>
                <a:gd name="connsiteX660" fmla="*/ 697400 w 892181"/>
                <a:gd name="connsiteY660" fmla="*/ 1868 h 47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Lst>
              <a:rect l="l" t="t" r="r" b="b"/>
              <a:pathLst>
                <a:path w="892181" h="472497">
                  <a:moveTo>
                    <a:pt x="697400" y="1868"/>
                  </a:moveTo>
                  <a:cubicBezTo>
                    <a:pt x="699677" y="1574"/>
                    <a:pt x="701693" y="1493"/>
                    <a:pt x="703974" y="1530"/>
                  </a:cubicBezTo>
                  <a:cubicBezTo>
                    <a:pt x="704664" y="1530"/>
                    <a:pt x="705353" y="1530"/>
                    <a:pt x="706064" y="1529"/>
                  </a:cubicBezTo>
                  <a:cubicBezTo>
                    <a:pt x="708355" y="1531"/>
                    <a:pt x="710646" y="1554"/>
                    <a:pt x="712937" y="1578"/>
                  </a:cubicBezTo>
                  <a:cubicBezTo>
                    <a:pt x="714521" y="1583"/>
                    <a:pt x="716105" y="1587"/>
                    <a:pt x="717689" y="1590"/>
                  </a:cubicBezTo>
                  <a:cubicBezTo>
                    <a:pt x="721867" y="1602"/>
                    <a:pt x="726044" y="1631"/>
                    <a:pt x="730222" y="1664"/>
                  </a:cubicBezTo>
                  <a:cubicBezTo>
                    <a:pt x="734482" y="1694"/>
                    <a:pt x="738741" y="1708"/>
                    <a:pt x="743001" y="1723"/>
                  </a:cubicBezTo>
                  <a:cubicBezTo>
                    <a:pt x="751365" y="1755"/>
                    <a:pt x="759729" y="1806"/>
                    <a:pt x="768094" y="1868"/>
                  </a:cubicBezTo>
                  <a:cubicBezTo>
                    <a:pt x="768094" y="2605"/>
                    <a:pt x="768094" y="3342"/>
                    <a:pt x="768094" y="4101"/>
                  </a:cubicBezTo>
                  <a:cubicBezTo>
                    <a:pt x="769841" y="4974"/>
                    <a:pt x="770892" y="4947"/>
                    <a:pt x="772840" y="4963"/>
                  </a:cubicBezTo>
                  <a:cubicBezTo>
                    <a:pt x="773525" y="4970"/>
                    <a:pt x="774209" y="4977"/>
                    <a:pt x="774914" y="4985"/>
                  </a:cubicBezTo>
                  <a:cubicBezTo>
                    <a:pt x="775668" y="4989"/>
                    <a:pt x="776421" y="4993"/>
                    <a:pt x="777197" y="4998"/>
                  </a:cubicBezTo>
                  <a:cubicBezTo>
                    <a:pt x="777988" y="5005"/>
                    <a:pt x="778779" y="5012"/>
                    <a:pt x="779595" y="5020"/>
                  </a:cubicBezTo>
                  <a:cubicBezTo>
                    <a:pt x="782220" y="5044"/>
                    <a:pt x="784845" y="5062"/>
                    <a:pt x="787470" y="5080"/>
                  </a:cubicBezTo>
                  <a:cubicBezTo>
                    <a:pt x="789287" y="5096"/>
                    <a:pt x="791103" y="5111"/>
                    <a:pt x="792920" y="5127"/>
                  </a:cubicBezTo>
                  <a:cubicBezTo>
                    <a:pt x="797708" y="5168"/>
                    <a:pt x="802496" y="5205"/>
                    <a:pt x="807284" y="5241"/>
                  </a:cubicBezTo>
                  <a:cubicBezTo>
                    <a:pt x="812167" y="5278"/>
                    <a:pt x="817050" y="5320"/>
                    <a:pt x="821933" y="5361"/>
                  </a:cubicBezTo>
                  <a:cubicBezTo>
                    <a:pt x="831520" y="5441"/>
                    <a:pt x="841107" y="5517"/>
                    <a:pt x="850693" y="5589"/>
                  </a:cubicBezTo>
                  <a:cubicBezTo>
                    <a:pt x="850693" y="6571"/>
                    <a:pt x="850693" y="7554"/>
                    <a:pt x="850693" y="8566"/>
                  </a:cubicBezTo>
                  <a:cubicBezTo>
                    <a:pt x="851214" y="8562"/>
                    <a:pt x="851734" y="8559"/>
                    <a:pt x="852270" y="8556"/>
                  </a:cubicBezTo>
                  <a:cubicBezTo>
                    <a:pt x="857165" y="8526"/>
                    <a:pt x="862060" y="8503"/>
                    <a:pt x="866955" y="8488"/>
                  </a:cubicBezTo>
                  <a:cubicBezTo>
                    <a:pt x="869471" y="8481"/>
                    <a:pt x="871988" y="8470"/>
                    <a:pt x="874505" y="8453"/>
                  </a:cubicBezTo>
                  <a:cubicBezTo>
                    <a:pt x="877395" y="8434"/>
                    <a:pt x="880286" y="8427"/>
                    <a:pt x="883177" y="8420"/>
                  </a:cubicBezTo>
                  <a:cubicBezTo>
                    <a:pt x="884084" y="8413"/>
                    <a:pt x="884992" y="8405"/>
                    <a:pt x="885927" y="8397"/>
                  </a:cubicBezTo>
                  <a:cubicBezTo>
                    <a:pt x="887179" y="8397"/>
                    <a:pt x="887179" y="8397"/>
                    <a:pt x="888455" y="8397"/>
                  </a:cubicBezTo>
                  <a:cubicBezTo>
                    <a:pt x="889194" y="8393"/>
                    <a:pt x="889933" y="8390"/>
                    <a:pt x="890694" y="8387"/>
                  </a:cubicBezTo>
                  <a:cubicBezTo>
                    <a:pt x="891521" y="8475"/>
                    <a:pt x="891521" y="8475"/>
                    <a:pt x="892365" y="8566"/>
                  </a:cubicBezTo>
                  <a:cubicBezTo>
                    <a:pt x="893328" y="10491"/>
                    <a:pt x="893288" y="11998"/>
                    <a:pt x="893342" y="14147"/>
                  </a:cubicBezTo>
                  <a:cubicBezTo>
                    <a:pt x="893370" y="14876"/>
                    <a:pt x="893397" y="15605"/>
                    <a:pt x="893426" y="16356"/>
                  </a:cubicBezTo>
                  <a:cubicBezTo>
                    <a:pt x="893321" y="16977"/>
                    <a:pt x="893217" y="17599"/>
                    <a:pt x="893109" y="18239"/>
                  </a:cubicBezTo>
                  <a:cubicBezTo>
                    <a:pt x="891653" y="19100"/>
                    <a:pt x="891653" y="19100"/>
                    <a:pt x="890133" y="19728"/>
                  </a:cubicBezTo>
                  <a:cubicBezTo>
                    <a:pt x="889887" y="20464"/>
                    <a:pt x="889641" y="21201"/>
                    <a:pt x="889388" y="21960"/>
                  </a:cubicBezTo>
                  <a:cubicBezTo>
                    <a:pt x="888897" y="22206"/>
                    <a:pt x="888406" y="22451"/>
                    <a:pt x="887900" y="22704"/>
                  </a:cubicBezTo>
                  <a:cubicBezTo>
                    <a:pt x="887793" y="23211"/>
                    <a:pt x="887685" y="23717"/>
                    <a:pt x="887575" y="24239"/>
                  </a:cubicBezTo>
                  <a:cubicBezTo>
                    <a:pt x="887437" y="24715"/>
                    <a:pt x="887298" y="25191"/>
                    <a:pt x="887156" y="25681"/>
                  </a:cubicBezTo>
                  <a:cubicBezTo>
                    <a:pt x="886419" y="25681"/>
                    <a:pt x="885683" y="25681"/>
                    <a:pt x="884924" y="25681"/>
                  </a:cubicBezTo>
                  <a:cubicBezTo>
                    <a:pt x="884924" y="26909"/>
                    <a:pt x="884924" y="28136"/>
                    <a:pt x="884924" y="29402"/>
                  </a:cubicBezTo>
                  <a:cubicBezTo>
                    <a:pt x="883941" y="29402"/>
                    <a:pt x="882959" y="29402"/>
                    <a:pt x="881947" y="29402"/>
                  </a:cubicBezTo>
                  <a:cubicBezTo>
                    <a:pt x="881993" y="30000"/>
                    <a:pt x="882039" y="30599"/>
                    <a:pt x="882087" y="31215"/>
                  </a:cubicBezTo>
                  <a:cubicBezTo>
                    <a:pt x="882041" y="31845"/>
                    <a:pt x="881995" y="32474"/>
                    <a:pt x="881947" y="33122"/>
                  </a:cubicBezTo>
                  <a:cubicBezTo>
                    <a:pt x="880842" y="33491"/>
                    <a:pt x="880842" y="33491"/>
                    <a:pt x="879715" y="33866"/>
                  </a:cubicBezTo>
                  <a:cubicBezTo>
                    <a:pt x="879438" y="34851"/>
                    <a:pt x="879189" y="35844"/>
                    <a:pt x="878971" y="36843"/>
                  </a:cubicBezTo>
                  <a:cubicBezTo>
                    <a:pt x="878479" y="37088"/>
                    <a:pt x="877988" y="37334"/>
                    <a:pt x="877482" y="37587"/>
                  </a:cubicBezTo>
                  <a:cubicBezTo>
                    <a:pt x="877237" y="38324"/>
                    <a:pt x="876991" y="39060"/>
                    <a:pt x="876738" y="39819"/>
                  </a:cubicBezTo>
                  <a:cubicBezTo>
                    <a:pt x="876013" y="40582"/>
                    <a:pt x="875264" y="41323"/>
                    <a:pt x="874506" y="42052"/>
                  </a:cubicBezTo>
                  <a:cubicBezTo>
                    <a:pt x="873393" y="43375"/>
                    <a:pt x="872294" y="44710"/>
                    <a:pt x="871204" y="46052"/>
                  </a:cubicBezTo>
                  <a:cubicBezTo>
                    <a:pt x="870637" y="46748"/>
                    <a:pt x="870070" y="47444"/>
                    <a:pt x="869486" y="48162"/>
                  </a:cubicBezTo>
                  <a:cubicBezTo>
                    <a:pt x="868369" y="49544"/>
                    <a:pt x="867274" y="50943"/>
                    <a:pt x="866201" y="52359"/>
                  </a:cubicBezTo>
                  <a:cubicBezTo>
                    <a:pt x="865749" y="52887"/>
                    <a:pt x="865297" y="53415"/>
                    <a:pt x="864832" y="53958"/>
                  </a:cubicBezTo>
                  <a:cubicBezTo>
                    <a:pt x="864341" y="53958"/>
                    <a:pt x="863850" y="53958"/>
                    <a:pt x="863344" y="53958"/>
                  </a:cubicBezTo>
                  <a:cubicBezTo>
                    <a:pt x="863221" y="54449"/>
                    <a:pt x="863098" y="54940"/>
                    <a:pt x="862972" y="55446"/>
                  </a:cubicBezTo>
                  <a:cubicBezTo>
                    <a:pt x="862849" y="55938"/>
                    <a:pt x="862726" y="56429"/>
                    <a:pt x="862599" y="56935"/>
                  </a:cubicBezTo>
                  <a:cubicBezTo>
                    <a:pt x="862108" y="56935"/>
                    <a:pt x="861617" y="56935"/>
                    <a:pt x="861111" y="56935"/>
                  </a:cubicBezTo>
                  <a:cubicBezTo>
                    <a:pt x="860896" y="57487"/>
                    <a:pt x="860681" y="58040"/>
                    <a:pt x="860460" y="58609"/>
                  </a:cubicBezTo>
                  <a:cubicBezTo>
                    <a:pt x="859524" y="60897"/>
                    <a:pt x="858551" y="62074"/>
                    <a:pt x="856646" y="63632"/>
                  </a:cubicBezTo>
                  <a:cubicBezTo>
                    <a:pt x="855910" y="63632"/>
                    <a:pt x="855173" y="63632"/>
                    <a:pt x="854414" y="63632"/>
                  </a:cubicBezTo>
                  <a:cubicBezTo>
                    <a:pt x="854414" y="64614"/>
                    <a:pt x="854414" y="65597"/>
                    <a:pt x="854414" y="66609"/>
                  </a:cubicBezTo>
                  <a:cubicBezTo>
                    <a:pt x="853309" y="66977"/>
                    <a:pt x="853309" y="66977"/>
                    <a:pt x="852181" y="67353"/>
                  </a:cubicBezTo>
                  <a:cubicBezTo>
                    <a:pt x="852059" y="67859"/>
                    <a:pt x="851936" y="68366"/>
                    <a:pt x="851809" y="68887"/>
                  </a:cubicBezTo>
                  <a:cubicBezTo>
                    <a:pt x="851687" y="69363"/>
                    <a:pt x="851564" y="69839"/>
                    <a:pt x="851437" y="70329"/>
                  </a:cubicBezTo>
                  <a:cubicBezTo>
                    <a:pt x="850701" y="70329"/>
                    <a:pt x="849964" y="70329"/>
                    <a:pt x="849205" y="70329"/>
                  </a:cubicBezTo>
                  <a:cubicBezTo>
                    <a:pt x="849205" y="71312"/>
                    <a:pt x="849205" y="72294"/>
                    <a:pt x="849205" y="73306"/>
                  </a:cubicBezTo>
                  <a:cubicBezTo>
                    <a:pt x="848223" y="73306"/>
                    <a:pt x="847240" y="73306"/>
                    <a:pt x="846228" y="73306"/>
                  </a:cubicBezTo>
                  <a:cubicBezTo>
                    <a:pt x="845729" y="74747"/>
                    <a:pt x="845729" y="74747"/>
                    <a:pt x="845484" y="76282"/>
                  </a:cubicBezTo>
                  <a:cubicBezTo>
                    <a:pt x="844993" y="76528"/>
                    <a:pt x="844502" y="76773"/>
                    <a:pt x="843996" y="77027"/>
                  </a:cubicBezTo>
                  <a:cubicBezTo>
                    <a:pt x="843888" y="77518"/>
                    <a:pt x="843781" y="78009"/>
                    <a:pt x="843670" y="78515"/>
                  </a:cubicBezTo>
                  <a:cubicBezTo>
                    <a:pt x="843532" y="79006"/>
                    <a:pt x="843394" y="79497"/>
                    <a:pt x="843252" y="80003"/>
                  </a:cubicBezTo>
                  <a:cubicBezTo>
                    <a:pt x="842147" y="80371"/>
                    <a:pt x="842147" y="80371"/>
                    <a:pt x="841019" y="80747"/>
                  </a:cubicBezTo>
                  <a:cubicBezTo>
                    <a:pt x="839999" y="82203"/>
                    <a:pt x="839181" y="83722"/>
                    <a:pt x="838325" y="85279"/>
                  </a:cubicBezTo>
                  <a:cubicBezTo>
                    <a:pt x="837145" y="86913"/>
                    <a:pt x="836126" y="87361"/>
                    <a:pt x="834322" y="88189"/>
                  </a:cubicBezTo>
                  <a:cubicBezTo>
                    <a:pt x="833814" y="89175"/>
                    <a:pt x="833317" y="90167"/>
                    <a:pt x="832834" y="91165"/>
                  </a:cubicBezTo>
                  <a:cubicBezTo>
                    <a:pt x="831729" y="91534"/>
                    <a:pt x="831729" y="91534"/>
                    <a:pt x="830601" y="91909"/>
                  </a:cubicBezTo>
                  <a:cubicBezTo>
                    <a:pt x="830356" y="92646"/>
                    <a:pt x="830110" y="93383"/>
                    <a:pt x="829857" y="94142"/>
                  </a:cubicBezTo>
                  <a:cubicBezTo>
                    <a:pt x="828752" y="94510"/>
                    <a:pt x="828752" y="94510"/>
                    <a:pt x="827625" y="94886"/>
                  </a:cubicBezTo>
                  <a:cubicBezTo>
                    <a:pt x="827379" y="95623"/>
                    <a:pt x="827134" y="96359"/>
                    <a:pt x="826881" y="97118"/>
                  </a:cubicBezTo>
                  <a:cubicBezTo>
                    <a:pt x="826144" y="97364"/>
                    <a:pt x="825407" y="97609"/>
                    <a:pt x="824648" y="97862"/>
                  </a:cubicBezTo>
                  <a:cubicBezTo>
                    <a:pt x="824128" y="98842"/>
                    <a:pt x="823631" y="99835"/>
                    <a:pt x="823160" y="100839"/>
                  </a:cubicBezTo>
                  <a:cubicBezTo>
                    <a:pt x="822669" y="101085"/>
                    <a:pt x="822178" y="101330"/>
                    <a:pt x="821672" y="101583"/>
                  </a:cubicBezTo>
                  <a:cubicBezTo>
                    <a:pt x="821426" y="102320"/>
                    <a:pt x="821181" y="103057"/>
                    <a:pt x="820928" y="103816"/>
                  </a:cubicBezTo>
                  <a:cubicBezTo>
                    <a:pt x="819942" y="104324"/>
                    <a:pt x="818949" y="104820"/>
                    <a:pt x="817951" y="105304"/>
                  </a:cubicBezTo>
                  <a:cubicBezTo>
                    <a:pt x="817460" y="106041"/>
                    <a:pt x="816969" y="106777"/>
                    <a:pt x="816463" y="107536"/>
                  </a:cubicBezTo>
                  <a:cubicBezTo>
                    <a:pt x="815726" y="107782"/>
                    <a:pt x="814989" y="108027"/>
                    <a:pt x="814230" y="108280"/>
                  </a:cubicBezTo>
                  <a:cubicBezTo>
                    <a:pt x="813985" y="109017"/>
                    <a:pt x="813739" y="109754"/>
                    <a:pt x="813486" y="110513"/>
                  </a:cubicBezTo>
                  <a:cubicBezTo>
                    <a:pt x="812749" y="110758"/>
                    <a:pt x="812013" y="111004"/>
                    <a:pt x="811254" y="111257"/>
                  </a:cubicBezTo>
                  <a:cubicBezTo>
                    <a:pt x="810732" y="112236"/>
                    <a:pt x="810238" y="113230"/>
                    <a:pt x="809765" y="114234"/>
                  </a:cubicBezTo>
                  <a:cubicBezTo>
                    <a:pt x="808696" y="115396"/>
                    <a:pt x="808696" y="115396"/>
                    <a:pt x="807533" y="116466"/>
                  </a:cubicBezTo>
                  <a:cubicBezTo>
                    <a:pt x="806957" y="117065"/>
                    <a:pt x="806957" y="117065"/>
                    <a:pt x="806370" y="117675"/>
                  </a:cubicBezTo>
                  <a:cubicBezTo>
                    <a:pt x="805301" y="118698"/>
                    <a:pt x="805301" y="118698"/>
                    <a:pt x="803812" y="119443"/>
                  </a:cubicBezTo>
                  <a:cubicBezTo>
                    <a:pt x="803567" y="120179"/>
                    <a:pt x="803321" y="120916"/>
                    <a:pt x="803068" y="121675"/>
                  </a:cubicBezTo>
                  <a:cubicBezTo>
                    <a:pt x="802086" y="121675"/>
                    <a:pt x="801104" y="121675"/>
                    <a:pt x="800092" y="121675"/>
                  </a:cubicBezTo>
                  <a:cubicBezTo>
                    <a:pt x="799652" y="123123"/>
                    <a:pt x="799652" y="123123"/>
                    <a:pt x="799347" y="124651"/>
                  </a:cubicBezTo>
                  <a:cubicBezTo>
                    <a:pt x="798611" y="124897"/>
                    <a:pt x="797874" y="125143"/>
                    <a:pt x="797115" y="125396"/>
                  </a:cubicBezTo>
                  <a:cubicBezTo>
                    <a:pt x="796869" y="125887"/>
                    <a:pt x="796624" y="126378"/>
                    <a:pt x="796371" y="126884"/>
                  </a:cubicBezTo>
                  <a:cubicBezTo>
                    <a:pt x="795627" y="128372"/>
                    <a:pt x="795627" y="128372"/>
                    <a:pt x="793394" y="129116"/>
                  </a:cubicBezTo>
                  <a:cubicBezTo>
                    <a:pt x="792645" y="130105"/>
                    <a:pt x="791901" y="131097"/>
                    <a:pt x="791162" y="132093"/>
                  </a:cubicBezTo>
                  <a:cubicBezTo>
                    <a:pt x="790671" y="132093"/>
                    <a:pt x="790180" y="132093"/>
                    <a:pt x="789674" y="132093"/>
                  </a:cubicBezTo>
                  <a:cubicBezTo>
                    <a:pt x="789582" y="132584"/>
                    <a:pt x="789489" y="133075"/>
                    <a:pt x="789395" y="133581"/>
                  </a:cubicBezTo>
                  <a:cubicBezTo>
                    <a:pt x="789241" y="134072"/>
                    <a:pt x="789088" y="134563"/>
                    <a:pt x="788930" y="135069"/>
                  </a:cubicBezTo>
                  <a:cubicBezTo>
                    <a:pt x="787947" y="135069"/>
                    <a:pt x="786965" y="135069"/>
                    <a:pt x="785953" y="135069"/>
                  </a:cubicBezTo>
                  <a:cubicBezTo>
                    <a:pt x="785523" y="136447"/>
                    <a:pt x="785523" y="136447"/>
                    <a:pt x="785209" y="138046"/>
                  </a:cubicBezTo>
                  <a:cubicBezTo>
                    <a:pt x="784049" y="139313"/>
                    <a:pt x="784049" y="139313"/>
                    <a:pt x="782651" y="140464"/>
                  </a:cubicBezTo>
                  <a:cubicBezTo>
                    <a:pt x="781962" y="141046"/>
                    <a:pt x="781962" y="141046"/>
                    <a:pt x="781258" y="141639"/>
                  </a:cubicBezTo>
                  <a:cubicBezTo>
                    <a:pt x="780000" y="142511"/>
                    <a:pt x="780000" y="142511"/>
                    <a:pt x="778512" y="142511"/>
                  </a:cubicBezTo>
                  <a:cubicBezTo>
                    <a:pt x="778419" y="143002"/>
                    <a:pt x="778327" y="143493"/>
                    <a:pt x="778232" y="143999"/>
                  </a:cubicBezTo>
                  <a:cubicBezTo>
                    <a:pt x="778079" y="144490"/>
                    <a:pt x="777926" y="144981"/>
                    <a:pt x="777767" y="145487"/>
                  </a:cubicBezTo>
                  <a:cubicBezTo>
                    <a:pt x="776785" y="145487"/>
                    <a:pt x="775803" y="145487"/>
                    <a:pt x="774791" y="145487"/>
                  </a:cubicBezTo>
                  <a:cubicBezTo>
                    <a:pt x="774291" y="146928"/>
                    <a:pt x="774291" y="146928"/>
                    <a:pt x="774047" y="148464"/>
                  </a:cubicBezTo>
                  <a:cubicBezTo>
                    <a:pt x="773556" y="148710"/>
                    <a:pt x="773064" y="148955"/>
                    <a:pt x="772558" y="149208"/>
                  </a:cubicBezTo>
                  <a:cubicBezTo>
                    <a:pt x="772344" y="149699"/>
                    <a:pt x="772129" y="150190"/>
                    <a:pt x="771907" y="150696"/>
                  </a:cubicBezTo>
                  <a:cubicBezTo>
                    <a:pt x="771631" y="151188"/>
                    <a:pt x="771355" y="151679"/>
                    <a:pt x="771070" y="152185"/>
                  </a:cubicBezTo>
                  <a:cubicBezTo>
                    <a:pt x="770310" y="152369"/>
                    <a:pt x="770310" y="152369"/>
                    <a:pt x="769535" y="152557"/>
                  </a:cubicBezTo>
                  <a:cubicBezTo>
                    <a:pt x="769060" y="152680"/>
                    <a:pt x="768584" y="152802"/>
                    <a:pt x="768094" y="152929"/>
                  </a:cubicBezTo>
                  <a:cubicBezTo>
                    <a:pt x="767909" y="153689"/>
                    <a:pt x="767909" y="153689"/>
                    <a:pt x="767722" y="154464"/>
                  </a:cubicBezTo>
                  <a:cubicBezTo>
                    <a:pt x="767599" y="154939"/>
                    <a:pt x="767476" y="155415"/>
                    <a:pt x="767349" y="155905"/>
                  </a:cubicBezTo>
                  <a:cubicBezTo>
                    <a:pt x="766367" y="155905"/>
                    <a:pt x="765385" y="155905"/>
                    <a:pt x="764373" y="155905"/>
                  </a:cubicBezTo>
                  <a:cubicBezTo>
                    <a:pt x="764373" y="156888"/>
                    <a:pt x="764373" y="157870"/>
                    <a:pt x="764373" y="158882"/>
                  </a:cubicBezTo>
                  <a:cubicBezTo>
                    <a:pt x="763391" y="158882"/>
                    <a:pt x="762408" y="158882"/>
                    <a:pt x="761396" y="158882"/>
                  </a:cubicBezTo>
                  <a:cubicBezTo>
                    <a:pt x="761133" y="159870"/>
                    <a:pt x="760886" y="160863"/>
                    <a:pt x="760652" y="161859"/>
                  </a:cubicBezTo>
                  <a:cubicBezTo>
                    <a:pt x="759673" y="162379"/>
                    <a:pt x="758680" y="162876"/>
                    <a:pt x="757676" y="163347"/>
                  </a:cubicBezTo>
                  <a:cubicBezTo>
                    <a:pt x="757430" y="164084"/>
                    <a:pt x="757184" y="164820"/>
                    <a:pt x="756931" y="165579"/>
                  </a:cubicBezTo>
                  <a:cubicBezTo>
                    <a:pt x="755939" y="165827"/>
                    <a:pt x="754947" y="166075"/>
                    <a:pt x="753955" y="166323"/>
                  </a:cubicBezTo>
                  <a:cubicBezTo>
                    <a:pt x="753709" y="167060"/>
                    <a:pt x="753464" y="167797"/>
                    <a:pt x="753211" y="168556"/>
                  </a:cubicBezTo>
                  <a:cubicBezTo>
                    <a:pt x="752720" y="168663"/>
                    <a:pt x="752228" y="168771"/>
                    <a:pt x="751722" y="168881"/>
                  </a:cubicBezTo>
                  <a:cubicBezTo>
                    <a:pt x="750986" y="169089"/>
                    <a:pt x="750986" y="169089"/>
                    <a:pt x="750234" y="169300"/>
                  </a:cubicBezTo>
                  <a:cubicBezTo>
                    <a:pt x="750083" y="169975"/>
                    <a:pt x="750083" y="169975"/>
                    <a:pt x="749929" y="170663"/>
                  </a:cubicBezTo>
                  <a:cubicBezTo>
                    <a:pt x="749375" y="172699"/>
                    <a:pt x="748546" y="173366"/>
                    <a:pt x="746932" y="174695"/>
                  </a:cubicBezTo>
                  <a:cubicBezTo>
                    <a:pt x="746243" y="175276"/>
                    <a:pt x="746243" y="175276"/>
                    <a:pt x="745540" y="175869"/>
                  </a:cubicBezTo>
                  <a:cubicBezTo>
                    <a:pt x="744281" y="176741"/>
                    <a:pt x="744281" y="176741"/>
                    <a:pt x="742793" y="176741"/>
                  </a:cubicBezTo>
                  <a:cubicBezTo>
                    <a:pt x="742701" y="177232"/>
                    <a:pt x="742609" y="177724"/>
                    <a:pt x="742514" y="178230"/>
                  </a:cubicBezTo>
                  <a:cubicBezTo>
                    <a:pt x="742360" y="178721"/>
                    <a:pt x="742207" y="179212"/>
                    <a:pt x="742049" y="179718"/>
                  </a:cubicBezTo>
                  <a:cubicBezTo>
                    <a:pt x="741066" y="179718"/>
                    <a:pt x="740084" y="179718"/>
                    <a:pt x="739072" y="179718"/>
                  </a:cubicBezTo>
                  <a:cubicBezTo>
                    <a:pt x="738572" y="181159"/>
                    <a:pt x="738572" y="181159"/>
                    <a:pt x="738328" y="182694"/>
                  </a:cubicBezTo>
                  <a:cubicBezTo>
                    <a:pt x="737837" y="182940"/>
                    <a:pt x="737346" y="183186"/>
                    <a:pt x="736840" y="183439"/>
                  </a:cubicBezTo>
                  <a:cubicBezTo>
                    <a:pt x="736625" y="183930"/>
                    <a:pt x="736410" y="184421"/>
                    <a:pt x="736189" y="184927"/>
                  </a:cubicBezTo>
                  <a:cubicBezTo>
                    <a:pt x="735912" y="185418"/>
                    <a:pt x="735636" y="185909"/>
                    <a:pt x="735351" y="186415"/>
                  </a:cubicBezTo>
                  <a:cubicBezTo>
                    <a:pt x="734592" y="186599"/>
                    <a:pt x="734592" y="186599"/>
                    <a:pt x="733817" y="186787"/>
                  </a:cubicBezTo>
                  <a:cubicBezTo>
                    <a:pt x="733341" y="186910"/>
                    <a:pt x="732865" y="187033"/>
                    <a:pt x="732375" y="187159"/>
                  </a:cubicBezTo>
                  <a:cubicBezTo>
                    <a:pt x="732252" y="187666"/>
                    <a:pt x="732129" y="188172"/>
                    <a:pt x="732003" y="188694"/>
                  </a:cubicBezTo>
                  <a:cubicBezTo>
                    <a:pt x="731880" y="189170"/>
                    <a:pt x="731757" y="189646"/>
                    <a:pt x="731631" y="190136"/>
                  </a:cubicBezTo>
                  <a:cubicBezTo>
                    <a:pt x="730648" y="190136"/>
                    <a:pt x="729666" y="190136"/>
                    <a:pt x="728654" y="190136"/>
                  </a:cubicBezTo>
                  <a:cubicBezTo>
                    <a:pt x="728654" y="191118"/>
                    <a:pt x="728654" y="192100"/>
                    <a:pt x="728654" y="193112"/>
                  </a:cubicBezTo>
                  <a:cubicBezTo>
                    <a:pt x="727672" y="193112"/>
                    <a:pt x="726690" y="193112"/>
                    <a:pt x="725678" y="193112"/>
                  </a:cubicBezTo>
                  <a:cubicBezTo>
                    <a:pt x="725144" y="194337"/>
                    <a:pt x="724648" y="195579"/>
                    <a:pt x="724189" y="196833"/>
                  </a:cubicBezTo>
                  <a:cubicBezTo>
                    <a:pt x="723453" y="197079"/>
                    <a:pt x="722716" y="197324"/>
                    <a:pt x="721957" y="197577"/>
                  </a:cubicBezTo>
                  <a:cubicBezTo>
                    <a:pt x="721711" y="198314"/>
                    <a:pt x="721466" y="199051"/>
                    <a:pt x="721213" y="199810"/>
                  </a:cubicBezTo>
                  <a:cubicBezTo>
                    <a:pt x="720221" y="200058"/>
                    <a:pt x="719228" y="200306"/>
                    <a:pt x="718236" y="200554"/>
                  </a:cubicBezTo>
                  <a:cubicBezTo>
                    <a:pt x="717991" y="201291"/>
                    <a:pt x="717745" y="202027"/>
                    <a:pt x="717492" y="202786"/>
                  </a:cubicBezTo>
                  <a:cubicBezTo>
                    <a:pt x="716755" y="203277"/>
                    <a:pt x="716019" y="203769"/>
                    <a:pt x="715260" y="204275"/>
                  </a:cubicBezTo>
                  <a:cubicBezTo>
                    <a:pt x="715014" y="205011"/>
                    <a:pt x="714768" y="205748"/>
                    <a:pt x="714515" y="206507"/>
                  </a:cubicBezTo>
                  <a:cubicBezTo>
                    <a:pt x="713779" y="206753"/>
                    <a:pt x="713042" y="206998"/>
                    <a:pt x="712283" y="207251"/>
                  </a:cubicBezTo>
                  <a:cubicBezTo>
                    <a:pt x="710903" y="208945"/>
                    <a:pt x="709676" y="210717"/>
                    <a:pt x="708426" y="212509"/>
                  </a:cubicBezTo>
                  <a:cubicBezTo>
                    <a:pt x="707980" y="212984"/>
                    <a:pt x="707534" y="213459"/>
                    <a:pt x="707074" y="213948"/>
                  </a:cubicBezTo>
                  <a:cubicBezTo>
                    <a:pt x="706092" y="213948"/>
                    <a:pt x="705110" y="213948"/>
                    <a:pt x="704097" y="213948"/>
                  </a:cubicBezTo>
                  <a:cubicBezTo>
                    <a:pt x="704097" y="214931"/>
                    <a:pt x="704097" y="215913"/>
                    <a:pt x="704097" y="216925"/>
                  </a:cubicBezTo>
                  <a:cubicBezTo>
                    <a:pt x="703115" y="216925"/>
                    <a:pt x="702133" y="216925"/>
                    <a:pt x="701121" y="216925"/>
                  </a:cubicBezTo>
                  <a:cubicBezTo>
                    <a:pt x="700595" y="218153"/>
                    <a:pt x="700105" y="219396"/>
                    <a:pt x="699633" y="220646"/>
                  </a:cubicBezTo>
                  <a:cubicBezTo>
                    <a:pt x="697819" y="222739"/>
                    <a:pt x="697819" y="222739"/>
                    <a:pt x="695912" y="224366"/>
                  </a:cubicBezTo>
                  <a:cubicBezTo>
                    <a:pt x="695175" y="224366"/>
                    <a:pt x="694439" y="224366"/>
                    <a:pt x="693680" y="224366"/>
                  </a:cubicBezTo>
                  <a:cubicBezTo>
                    <a:pt x="693680" y="225349"/>
                    <a:pt x="693680" y="226331"/>
                    <a:pt x="693680" y="227343"/>
                  </a:cubicBezTo>
                  <a:cubicBezTo>
                    <a:pt x="692238" y="227761"/>
                    <a:pt x="692238" y="227761"/>
                    <a:pt x="690703" y="228087"/>
                  </a:cubicBezTo>
                  <a:cubicBezTo>
                    <a:pt x="690457" y="228824"/>
                    <a:pt x="690212" y="229560"/>
                    <a:pt x="689959" y="230319"/>
                  </a:cubicBezTo>
                  <a:cubicBezTo>
                    <a:pt x="689468" y="230427"/>
                    <a:pt x="688977" y="230534"/>
                    <a:pt x="688471" y="230645"/>
                  </a:cubicBezTo>
                  <a:cubicBezTo>
                    <a:pt x="687979" y="230783"/>
                    <a:pt x="687488" y="230921"/>
                    <a:pt x="686982" y="231064"/>
                  </a:cubicBezTo>
                  <a:cubicBezTo>
                    <a:pt x="686859" y="231555"/>
                    <a:pt x="686737" y="232046"/>
                    <a:pt x="686610" y="232552"/>
                  </a:cubicBezTo>
                  <a:cubicBezTo>
                    <a:pt x="686487" y="233043"/>
                    <a:pt x="686365" y="233534"/>
                    <a:pt x="686238" y="234040"/>
                  </a:cubicBezTo>
                  <a:cubicBezTo>
                    <a:pt x="685246" y="234288"/>
                    <a:pt x="684254" y="234536"/>
                    <a:pt x="683262" y="234784"/>
                  </a:cubicBezTo>
                  <a:cubicBezTo>
                    <a:pt x="683139" y="235291"/>
                    <a:pt x="683016" y="235797"/>
                    <a:pt x="682889" y="236319"/>
                  </a:cubicBezTo>
                  <a:cubicBezTo>
                    <a:pt x="682767" y="236795"/>
                    <a:pt x="682644" y="237271"/>
                    <a:pt x="682517" y="237761"/>
                  </a:cubicBezTo>
                  <a:cubicBezTo>
                    <a:pt x="681535" y="237761"/>
                    <a:pt x="680553" y="237761"/>
                    <a:pt x="679541" y="237761"/>
                  </a:cubicBezTo>
                  <a:cubicBezTo>
                    <a:pt x="679541" y="238743"/>
                    <a:pt x="679541" y="239725"/>
                    <a:pt x="679541" y="240737"/>
                  </a:cubicBezTo>
                  <a:cubicBezTo>
                    <a:pt x="678559" y="240737"/>
                    <a:pt x="677576" y="240737"/>
                    <a:pt x="676564" y="240737"/>
                  </a:cubicBezTo>
                  <a:cubicBezTo>
                    <a:pt x="676564" y="241720"/>
                    <a:pt x="676564" y="242702"/>
                    <a:pt x="676564" y="243714"/>
                  </a:cubicBezTo>
                  <a:cubicBezTo>
                    <a:pt x="675574" y="243970"/>
                    <a:pt x="674582" y="244217"/>
                    <a:pt x="673588" y="244458"/>
                  </a:cubicBezTo>
                  <a:cubicBezTo>
                    <a:pt x="673332" y="245448"/>
                    <a:pt x="673085" y="246441"/>
                    <a:pt x="672844" y="247435"/>
                  </a:cubicBezTo>
                  <a:cubicBezTo>
                    <a:pt x="671864" y="247955"/>
                    <a:pt x="670871" y="248452"/>
                    <a:pt x="669867" y="248923"/>
                  </a:cubicBezTo>
                  <a:cubicBezTo>
                    <a:pt x="669621" y="249660"/>
                    <a:pt x="669376" y="250396"/>
                    <a:pt x="669123" y="251155"/>
                  </a:cubicBezTo>
                  <a:cubicBezTo>
                    <a:pt x="668141" y="251155"/>
                    <a:pt x="667158" y="251155"/>
                    <a:pt x="666146" y="251155"/>
                  </a:cubicBezTo>
                  <a:cubicBezTo>
                    <a:pt x="666146" y="252383"/>
                    <a:pt x="666146" y="253611"/>
                    <a:pt x="666146" y="254876"/>
                  </a:cubicBezTo>
                  <a:cubicBezTo>
                    <a:pt x="665164" y="254876"/>
                    <a:pt x="664182" y="254876"/>
                    <a:pt x="663170" y="254876"/>
                  </a:cubicBezTo>
                  <a:cubicBezTo>
                    <a:pt x="663170" y="255858"/>
                    <a:pt x="663170" y="256841"/>
                    <a:pt x="663170" y="257853"/>
                  </a:cubicBezTo>
                  <a:cubicBezTo>
                    <a:pt x="662187" y="257853"/>
                    <a:pt x="661205" y="257853"/>
                    <a:pt x="660193" y="257853"/>
                  </a:cubicBezTo>
                  <a:cubicBezTo>
                    <a:pt x="659334" y="259692"/>
                    <a:pt x="659334" y="259692"/>
                    <a:pt x="658705" y="261573"/>
                  </a:cubicBezTo>
                  <a:cubicBezTo>
                    <a:pt x="658214" y="261573"/>
                    <a:pt x="657723" y="261573"/>
                    <a:pt x="657217" y="261573"/>
                  </a:cubicBezTo>
                  <a:cubicBezTo>
                    <a:pt x="657078" y="262287"/>
                    <a:pt x="657078" y="262287"/>
                    <a:pt x="656938" y="263015"/>
                  </a:cubicBezTo>
                  <a:cubicBezTo>
                    <a:pt x="656784" y="263522"/>
                    <a:pt x="656631" y="264028"/>
                    <a:pt x="656472" y="264550"/>
                  </a:cubicBezTo>
                  <a:cubicBezTo>
                    <a:pt x="655480" y="264798"/>
                    <a:pt x="654488" y="265046"/>
                    <a:pt x="653496" y="265294"/>
                  </a:cubicBezTo>
                  <a:cubicBezTo>
                    <a:pt x="653373" y="265801"/>
                    <a:pt x="653250" y="266307"/>
                    <a:pt x="653124" y="266829"/>
                  </a:cubicBezTo>
                  <a:cubicBezTo>
                    <a:pt x="653001" y="267305"/>
                    <a:pt x="652878" y="267780"/>
                    <a:pt x="652752" y="268271"/>
                  </a:cubicBezTo>
                  <a:cubicBezTo>
                    <a:pt x="651770" y="268271"/>
                    <a:pt x="650787" y="268271"/>
                    <a:pt x="649775" y="268271"/>
                  </a:cubicBezTo>
                  <a:cubicBezTo>
                    <a:pt x="649328" y="269686"/>
                    <a:pt x="649328" y="269686"/>
                    <a:pt x="649031" y="271247"/>
                  </a:cubicBezTo>
                  <a:cubicBezTo>
                    <a:pt x="648294" y="271738"/>
                    <a:pt x="647558" y="272229"/>
                    <a:pt x="646799" y="272735"/>
                  </a:cubicBezTo>
                  <a:cubicBezTo>
                    <a:pt x="646553" y="273472"/>
                    <a:pt x="646308" y="274209"/>
                    <a:pt x="646055" y="274968"/>
                  </a:cubicBezTo>
                  <a:cubicBezTo>
                    <a:pt x="645318" y="274968"/>
                    <a:pt x="644581" y="274968"/>
                    <a:pt x="643822" y="274968"/>
                  </a:cubicBezTo>
                  <a:cubicBezTo>
                    <a:pt x="643383" y="276416"/>
                    <a:pt x="643383" y="276416"/>
                    <a:pt x="643078" y="277944"/>
                  </a:cubicBezTo>
                  <a:cubicBezTo>
                    <a:pt x="642341" y="278313"/>
                    <a:pt x="642341" y="278313"/>
                    <a:pt x="641590" y="278689"/>
                  </a:cubicBezTo>
                  <a:cubicBezTo>
                    <a:pt x="641375" y="279164"/>
                    <a:pt x="641160" y="279640"/>
                    <a:pt x="640939" y="280130"/>
                  </a:cubicBezTo>
                  <a:cubicBezTo>
                    <a:pt x="640101" y="281665"/>
                    <a:pt x="640101" y="281665"/>
                    <a:pt x="638706" y="282270"/>
                  </a:cubicBezTo>
                  <a:cubicBezTo>
                    <a:pt x="636868" y="283297"/>
                    <a:pt x="636608" y="283963"/>
                    <a:pt x="635683" y="285804"/>
                  </a:cubicBezTo>
                  <a:cubicBezTo>
                    <a:pt x="634953" y="287217"/>
                    <a:pt x="634953" y="287217"/>
                    <a:pt x="634148" y="288362"/>
                  </a:cubicBezTo>
                  <a:cubicBezTo>
                    <a:pt x="632102" y="288874"/>
                    <a:pt x="632102" y="288874"/>
                    <a:pt x="630428" y="289107"/>
                  </a:cubicBezTo>
                  <a:cubicBezTo>
                    <a:pt x="630428" y="290089"/>
                    <a:pt x="630428" y="291071"/>
                    <a:pt x="630428" y="292083"/>
                  </a:cubicBezTo>
                  <a:cubicBezTo>
                    <a:pt x="629691" y="292329"/>
                    <a:pt x="628954" y="292574"/>
                    <a:pt x="628195" y="292827"/>
                  </a:cubicBezTo>
                  <a:cubicBezTo>
                    <a:pt x="627950" y="293564"/>
                    <a:pt x="627704" y="294301"/>
                    <a:pt x="627451" y="295060"/>
                  </a:cubicBezTo>
                  <a:cubicBezTo>
                    <a:pt x="626714" y="295305"/>
                    <a:pt x="625978" y="295551"/>
                    <a:pt x="625219" y="295804"/>
                  </a:cubicBezTo>
                  <a:cubicBezTo>
                    <a:pt x="624711" y="296790"/>
                    <a:pt x="624213" y="297782"/>
                    <a:pt x="623730" y="298780"/>
                  </a:cubicBezTo>
                  <a:cubicBezTo>
                    <a:pt x="623239" y="298780"/>
                    <a:pt x="622748" y="298780"/>
                    <a:pt x="622242" y="298780"/>
                  </a:cubicBezTo>
                  <a:cubicBezTo>
                    <a:pt x="622042" y="299318"/>
                    <a:pt x="621843" y="299855"/>
                    <a:pt x="621637" y="300408"/>
                  </a:cubicBezTo>
                  <a:cubicBezTo>
                    <a:pt x="620550" y="302985"/>
                    <a:pt x="619015" y="304251"/>
                    <a:pt x="617033" y="306222"/>
                  </a:cubicBezTo>
                  <a:cubicBezTo>
                    <a:pt x="615795" y="307758"/>
                    <a:pt x="614589" y="309296"/>
                    <a:pt x="613405" y="310873"/>
                  </a:cubicBezTo>
                  <a:cubicBezTo>
                    <a:pt x="613085" y="311293"/>
                    <a:pt x="612765" y="311713"/>
                    <a:pt x="612434" y="312146"/>
                  </a:cubicBezTo>
                  <a:cubicBezTo>
                    <a:pt x="610949" y="314096"/>
                    <a:pt x="609474" y="316053"/>
                    <a:pt x="608005" y="318015"/>
                  </a:cubicBezTo>
                  <a:cubicBezTo>
                    <a:pt x="607546" y="318620"/>
                    <a:pt x="607087" y="319225"/>
                    <a:pt x="606615" y="319849"/>
                  </a:cubicBezTo>
                  <a:cubicBezTo>
                    <a:pt x="606016" y="320650"/>
                    <a:pt x="606016" y="320650"/>
                    <a:pt x="605406" y="321468"/>
                  </a:cubicBezTo>
                  <a:cubicBezTo>
                    <a:pt x="605068" y="321839"/>
                    <a:pt x="604731" y="322210"/>
                    <a:pt x="604383" y="322593"/>
                  </a:cubicBezTo>
                  <a:cubicBezTo>
                    <a:pt x="603891" y="322593"/>
                    <a:pt x="603400" y="322593"/>
                    <a:pt x="602894" y="322593"/>
                  </a:cubicBezTo>
                  <a:cubicBezTo>
                    <a:pt x="602639" y="323583"/>
                    <a:pt x="602391" y="324575"/>
                    <a:pt x="602150" y="325569"/>
                  </a:cubicBezTo>
                  <a:cubicBezTo>
                    <a:pt x="601414" y="325938"/>
                    <a:pt x="601414" y="325938"/>
                    <a:pt x="600662" y="326314"/>
                  </a:cubicBezTo>
                  <a:cubicBezTo>
                    <a:pt x="600416" y="326820"/>
                    <a:pt x="600171" y="327327"/>
                    <a:pt x="599918" y="327848"/>
                  </a:cubicBezTo>
                  <a:cubicBezTo>
                    <a:pt x="599672" y="328324"/>
                    <a:pt x="599427" y="328800"/>
                    <a:pt x="599174" y="329290"/>
                  </a:cubicBezTo>
                  <a:cubicBezTo>
                    <a:pt x="598683" y="329290"/>
                    <a:pt x="598191" y="329290"/>
                    <a:pt x="597685" y="329290"/>
                  </a:cubicBezTo>
                  <a:cubicBezTo>
                    <a:pt x="596732" y="330899"/>
                    <a:pt x="596116" y="332500"/>
                    <a:pt x="595499" y="334267"/>
                  </a:cubicBezTo>
                  <a:cubicBezTo>
                    <a:pt x="595239" y="334834"/>
                    <a:pt x="594978" y="335402"/>
                    <a:pt x="594709" y="335987"/>
                  </a:cubicBezTo>
                  <a:cubicBezTo>
                    <a:pt x="593972" y="336233"/>
                    <a:pt x="593235" y="336479"/>
                    <a:pt x="592476" y="336732"/>
                  </a:cubicBezTo>
                  <a:cubicBezTo>
                    <a:pt x="591968" y="337718"/>
                    <a:pt x="591471" y="338710"/>
                    <a:pt x="590988" y="339708"/>
                  </a:cubicBezTo>
                  <a:cubicBezTo>
                    <a:pt x="590497" y="339708"/>
                    <a:pt x="590006" y="339708"/>
                    <a:pt x="589500" y="339708"/>
                  </a:cubicBezTo>
                  <a:cubicBezTo>
                    <a:pt x="589246" y="340947"/>
                    <a:pt x="588998" y="342187"/>
                    <a:pt x="588756" y="343429"/>
                  </a:cubicBezTo>
                  <a:cubicBezTo>
                    <a:pt x="588019" y="343797"/>
                    <a:pt x="588019" y="343797"/>
                    <a:pt x="587267" y="344173"/>
                  </a:cubicBezTo>
                  <a:cubicBezTo>
                    <a:pt x="587145" y="344787"/>
                    <a:pt x="587022" y="345401"/>
                    <a:pt x="586895" y="346033"/>
                  </a:cubicBezTo>
                  <a:cubicBezTo>
                    <a:pt x="586773" y="346647"/>
                    <a:pt x="586650" y="347261"/>
                    <a:pt x="586523" y="347894"/>
                  </a:cubicBezTo>
                  <a:cubicBezTo>
                    <a:pt x="585787" y="348262"/>
                    <a:pt x="585787" y="348262"/>
                    <a:pt x="585035" y="348638"/>
                  </a:cubicBezTo>
                  <a:cubicBezTo>
                    <a:pt x="584789" y="349252"/>
                    <a:pt x="584544" y="349866"/>
                    <a:pt x="584291" y="350498"/>
                  </a:cubicBezTo>
                  <a:cubicBezTo>
                    <a:pt x="583547" y="352359"/>
                    <a:pt x="583547" y="352359"/>
                    <a:pt x="582058" y="353103"/>
                  </a:cubicBezTo>
                  <a:cubicBezTo>
                    <a:pt x="581690" y="353732"/>
                    <a:pt x="581322" y="354361"/>
                    <a:pt x="580942" y="355010"/>
                  </a:cubicBezTo>
                  <a:cubicBezTo>
                    <a:pt x="580390" y="355907"/>
                    <a:pt x="580390" y="355907"/>
                    <a:pt x="579826" y="356823"/>
                  </a:cubicBezTo>
                  <a:cubicBezTo>
                    <a:pt x="579335" y="356823"/>
                    <a:pt x="578844" y="356823"/>
                    <a:pt x="578338" y="356823"/>
                  </a:cubicBezTo>
                  <a:cubicBezTo>
                    <a:pt x="578338" y="358297"/>
                    <a:pt x="578338" y="359770"/>
                    <a:pt x="578338" y="361288"/>
                  </a:cubicBezTo>
                  <a:cubicBezTo>
                    <a:pt x="577847" y="361288"/>
                    <a:pt x="577355" y="361288"/>
                    <a:pt x="576849" y="361288"/>
                  </a:cubicBezTo>
                  <a:cubicBezTo>
                    <a:pt x="576345" y="363022"/>
                    <a:pt x="575849" y="364759"/>
                    <a:pt x="575361" y="366497"/>
                  </a:cubicBezTo>
                  <a:cubicBezTo>
                    <a:pt x="574624" y="366866"/>
                    <a:pt x="574624" y="366866"/>
                    <a:pt x="573873" y="367241"/>
                  </a:cubicBezTo>
                  <a:cubicBezTo>
                    <a:pt x="573765" y="367871"/>
                    <a:pt x="573658" y="368500"/>
                    <a:pt x="573547" y="369148"/>
                  </a:cubicBezTo>
                  <a:cubicBezTo>
                    <a:pt x="573409" y="369747"/>
                    <a:pt x="573271" y="370345"/>
                    <a:pt x="573129" y="370962"/>
                  </a:cubicBezTo>
                  <a:cubicBezTo>
                    <a:pt x="572392" y="370962"/>
                    <a:pt x="571655" y="370962"/>
                    <a:pt x="570896" y="370962"/>
                  </a:cubicBezTo>
                  <a:cubicBezTo>
                    <a:pt x="570781" y="372205"/>
                    <a:pt x="570781" y="372205"/>
                    <a:pt x="570664" y="373473"/>
                  </a:cubicBezTo>
                  <a:cubicBezTo>
                    <a:pt x="570495" y="374364"/>
                    <a:pt x="570326" y="375254"/>
                    <a:pt x="570152" y="376171"/>
                  </a:cubicBezTo>
                  <a:cubicBezTo>
                    <a:pt x="569415" y="376662"/>
                    <a:pt x="568679" y="377153"/>
                    <a:pt x="567920" y="377659"/>
                  </a:cubicBezTo>
                  <a:cubicBezTo>
                    <a:pt x="567920" y="378396"/>
                    <a:pt x="567920" y="379133"/>
                    <a:pt x="567920" y="379892"/>
                  </a:cubicBezTo>
                  <a:cubicBezTo>
                    <a:pt x="567920" y="380628"/>
                    <a:pt x="567920" y="381365"/>
                    <a:pt x="567920" y="382124"/>
                  </a:cubicBezTo>
                  <a:cubicBezTo>
                    <a:pt x="567183" y="382615"/>
                    <a:pt x="566446" y="383106"/>
                    <a:pt x="565687" y="383612"/>
                  </a:cubicBezTo>
                  <a:cubicBezTo>
                    <a:pt x="565142" y="385894"/>
                    <a:pt x="565142" y="385894"/>
                    <a:pt x="564943" y="388077"/>
                  </a:cubicBezTo>
                  <a:cubicBezTo>
                    <a:pt x="564206" y="388077"/>
                    <a:pt x="563470" y="388077"/>
                    <a:pt x="562711" y="388077"/>
                  </a:cubicBezTo>
                  <a:cubicBezTo>
                    <a:pt x="562674" y="388552"/>
                    <a:pt x="562638" y="389027"/>
                    <a:pt x="562600" y="389516"/>
                  </a:cubicBezTo>
                  <a:cubicBezTo>
                    <a:pt x="562545" y="390131"/>
                    <a:pt x="562489" y="390746"/>
                    <a:pt x="562432" y="391379"/>
                  </a:cubicBezTo>
                  <a:cubicBezTo>
                    <a:pt x="562354" y="392299"/>
                    <a:pt x="562354" y="392299"/>
                    <a:pt x="562275" y="393237"/>
                  </a:cubicBezTo>
                  <a:cubicBezTo>
                    <a:pt x="562173" y="393744"/>
                    <a:pt x="562071" y="394252"/>
                    <a:pt x="561967" y="394775"/>
                  </a:cubicBezTo>
                  <a:cubicBezTo>
                    <a:pt x="561475" y="395020"/>
                    <a:pt x="560984" y="395266"/>
                    <a:pt x="560478" y="395519"/>
                  </a:cubicBezTo>
                  <a:cubicBezTo>
                    <a:pt x="559830" y="397067"/>
                    <a:pt x="559830" y="397067"/>
                    <a:pt x="559316" y="398867"/>
                  </a:cubicBezTo>
                  <a:cubicBezTo>
                    <a:pt x="558314" y="402148"/>
                    <a:pt x="558314" y="402148"/>
                    <a:pt x="557502" y="402960"/>
                  </a:cubicBezTo>
                  <a:cubicBezTo>
                    <a:pt x="557330" y="403963"/>
                    <a:pt x="557196" y="404972"/>
                    <a:pt x="557083" y="405983"/>
                  </a:cubicBezTo>
                  <a:cubicBezTo>
                    <a:pt x="556976" y="406950"/>
                    <a:pt x="556868" y="407917"/>
                    <a:pt x="556758" y="408913"/>
                  </a:cubicBezTo>
                  <a:cubicBezTo>
                    <a:pt x="556021" y="408913"/>
                    <a:pt x="555284" y="408913"/>
                    <a:pt x="554525" y="408913"/>
                  </a:cubicBezTo>
                  <a:cubicBezTo>
                    <a:pt x="554280" y="411614"/>
                    <a:pt x="554034" y="414316"/>
                    <a:pt x="553781" y="417099"/>
                  </a:cubicBezTo>
                  <a:cubicBezTo>
                    <a:pt x="553044" y="417099"/>
                    <a:pt x="552308" y="417099"/>
                    <a:pt x="551549" y="417099"/>
                  </a:cubicBezTo>
                  <a:cubicBezTo>
                    <a:pt x="551572" y="418526"/>
                    <a:pt x="551572" y="418526"/>
                    <a:pt x="551595" y="419982"/>
                  </a:cubicBezTo>
                  <a:cubicBezTo>
                    <a:pt x="551642" y="422866"/>
                    <a:pt x="551642" y="422866"/>
                    <a:pt x="550805" y="424540"/>
                  </a:cubicBezTo>
                  <a:cubicBezTo>
                    <a:pt x="550313" y="424540"/>
                    <a:pt x="549822" y="424540"/>
                    <a:pt x="549316" y="424540"/>
                  </a:cubicBezTo>
                  <a:cubicBezTo>
                    <a:pt x="549071" y="427487"/>
                    <a:pt x="548825" y="430434"/>
                    <a:pt x="548572" y="433470"/>
                  </a:cubicBezTo>
                  <a:cubicBezTo>
                    <a:pt x="547835" y="433470"/>
                    <a:pt x="547099" y="433470"/>
                    <a:pt x="546340" y="433470"/>
                  </a:cubicBezTo>
                  <a:cubicBezTo>
                    <a:pt x="546094" y="436417"/>
                    <a:pt x="545849" y="439363"/>
                    <a:pt x="545596" y="442400"/>
                  </a:cubicBezTo>
                  <a:cubicBezTo>
                    <a:pt x="545104" y="442400"/>
                    <a:pt x="544613" y="442400"/>
                    <a:pt x="544107" y="442400"/>
                  </a:cubicBezTo>
                  <a:cubicBezTo>
                    <a:pt x="544066" y="443166"/>
                    <a:pt x="544066" y="443166"/>
                    <a:pt x="544023" y="443949"/>
                  </a:cubicBezTo>
                  <a:cubicBezTo>
                    <a:pt x="543974" y="444619"/>
                    <a:pt x="543925" y="445290"/>
                    <a:pt x="543875" y="445981"/>
                  </a:cubicBezTo>
                  <a:cubicBezTo>
                    <a:pt x="543810" y="446978"/>
                    <a:pt x="543810" y="446978"/>
                    <a:pt x="543744" y="447995"/>
                  </a:cubicBezTo>
                  <a:cubicBezTo>
                    <a:pt x="543302" y="450135"/>
                    <a:pt x="542647" y="450589"/>
                    <a:pt x="541131" y="452073"/>
                  </a:cubicBezTo>
                  <a:cubicBezTo>
                    <a:pt x="540731" y="453740"/>
                    <a:pt x="540731" y="453740"/>
                    <a:pt x="540666" y="455515"/>
                  </a:cubicBezTo>
                  <a:cubicBezTo>
                    <a:pt x="540449" y="458709"/>
                    <a:pt x="540449" y="458709"/>
                    <a:pt x="539642" y="459515"/>
                  </a:cubicBezTo>
                  <a:cubicBezTo>
                    <a:pt x="537822" y="459634"/>
                    <a:pt x="536020" y="459708"/>
                    <a:pt x="534198" y="459750"/>
                  </a:cubicBezTo>
                  <a:cubicBezTo>
                    <a:pt x="533654" y="459766"/>
                    <a:pt x="533110" y="459781"/>
                    <a:pt x="532549" y="459797"/>
                  </a:cubicBezTo>
                  <a:cubicBezTo>
                    <a:pt x="530806" y="459846"/>
                    <a:pt x="529062" y="459890"/>
                    <a:pt x="527318" y="459933"/>
                  </a:cubicBezTo>
                  <a:cubicBezTo>
                    <a:pt x="526138" y="459965"/>
                    <a:pt x="524958" y="459998"/>
                    <a:pt x="523779" y="460031"/>
                  </a:cubicBezTo>
                  <a:cubicBezTo>
                    <a:pt x="520881" y="460111"/>
                    <a:pt x="517983" y="460186"/>
                    <a:pt x="515086" y="460259"/>
                  </a:cubicBezTo>
                  <a:cubicBezTo>
                    <a:pt x="515086" y="461241"/>
                    <a:pt x="515086" y="462223"/>
                    <a:pt x="515086" y="463235"/>
                  </a:cubicBezTo>
                  <a:cubicBezTo>
                    <a:pt x="513976" y="463252"/>
                    <a:pt x="513976" y="463252"/>
                    <a:pt x="512843" y="463268"/>
                  </a:cubicBezTo>
                  <a:cubicBezTo>
                    <a:pt x="510107" y="463311"/>
                    <a:pt x="507371" y="463369"/>
                    <a:pt x="504635" y="463431"/>
                  </a:cubicBezTo>
                  <a:cubicBezTo>
                    <a:pt x="503449" y="463456"/>
                    <a:pt x="502263" y="463476"/>
                    <a:pt x="501077" y="463493"/>
                  </a:cubicBezTo>
                  <a:cubicBezTo>
                    <a:pt x="499375" y="463518"/>
                    <a:pt x="497675" y="463557"/>
                    <a:pt x="495974" y="463599"/>
                  </a:cubicBezTo>
                  <a:cubicBezTo>
                    <a:pt x="495440" y="463604"/>
                    <a:pt x="494907" y="463608"/>
                    <a:pt x="494357" y="463613"/>
                  </a:cubicBezTo>
                  <a:cubicBezTo>
                    <a:pt x="492721" y="463636"/>
                    <a:pt x="492721" y="463636"/>
                    <a:pt x="490529" y="463980"/>
                  </a:cubicBezTo>
                  <a:cubicBezTo>
                    <a:pt x="490284" y="464716"/>
                    <a:pt x="490038" y="465453"/>
                    <a:pt x="489785" y="466212"/>
                  </a:cubicBezTo>
                  <a:cubicBezTo>
                    <a:pt x="487886" y="466517"/>
                    <a:pt x="486162" y="466665"/>
                    <a:pt x="484250" y="466724"/>
                  </a:cubicBezTo>
                  <a:cubicBezTo>
                    <a:pt x="483692" y="466749"/>
                    <a:pt x="483134" y="466774"/>
                    <a:pt x="482558" y="466801"/>
                  </a:cubicBezTo>
                  <a:cubicBezTo>
                    <a:pt x="477749" y="466996"/>
                    <a:pt x="472936" y="467005"/>
                    <a:pt x="468124" y="466929"/>
                  </a:cubicBezTo>
                  <a:cubicBezTo>
                    <a:pt x="464349" y="466767"/>
                    <a:pt x="464349" y="466767"/>
                    <a:pt x="460763" y="467700"/>
                  </a:cubicBezTo>
                  <a:cubicBezTo>
                    <a:pt x="460763" y="468437"/>
                    <a:pt x="460763" y="469174"/>
                    <a:pt x="460763" y="469933"/>
                  </a:cubicBezTo>
                  <a:cubicBezTo>
                    <a:pt x="447994" y="470178"/>
                    <a:pt x="435225" y="470424"/>
                    <a:pt x="422068" y="470677"/>
                  </a:cubicBezTo>
                  <a:cubicBezTo>
                    <a:pt x="422068" y="471659"/>
                    <a:pt x="422068" y="472641"/>
                    <a:pt x="422068" y="473653"/>
                  </a:cubicBezTo>
                  <a:cubicBezTo>
                    <a:pt x="405587" y="473723"/>
                    <a:pt x="389106" y="473775"/>
                    <a:pt x="372625" y="473808"/>
                  </a:cubicBezTo>
                  <a:cubicBezTo>
                    <a:pt x="364973" y="473823"/>
                    <a:pt x="357321" y="473844"/>
                    <a:pt x="349669" y="473878"/>
                  </a:cubicBezTo>
                  <a:cubicBezTo>
                    <a:pt x="343002" y="473908"/>
                    <a:pt x="336335" y="473927"/>
                    <a:pt x="329668" y="473933"/>
                  </a:cubicBezTo>
                  <a:cubicBezTo>
                    <a:pt x="326136" y="473937"/>
                    <a:pt x="322603" y="473947"/>
                    <a:pt x="319071" y="473968"/>
                  </a:cubicBezTo>
                  <a:cubicBezTo>
                    <a:pt x="315750" y="473988"/>
                    <a:pt x="312430" y="473995"/>
                    <a:pt x="309109" y="473990"/>
                  </a:cubicBezTo>
                  <a:cubicBezTo>
                    <a:pt x="307886" y="473991"/>
                    <a:pt x="306664" y="473997"/>
                    <a:pt x="305441" y="474008"/>
                  </a:cubicBezTo>
                  <a:cubicBezTo>
                    <a:pt x="303779" y="474023"/>
                    <a:pt x="302118" y="474020"/>
                    <a:pt x="300456" y="474011"/>
                  </a:cubicBezTo>
                  <a:cubicBezTo>
                    <a:pt x="299524" y="474014"/>
                    <a:pt x="298592" y="474017"/>
                    <a:pt x="297631" y="474020"/>
                  </a:cubicBezTo>
                  <a:cubicBezTo>
                    <a:pt x="296949" y="473899"/>
                    <a:pt x="296267" y="473778"/>
                    <a:pt x="295564" y="473653"/>
                  </a:cubicBezTo>
                  <a:cubicBezTo>
                    <a:pt x="295020" y="472168"/>
                    <a:pt x="295020" y="472168"/>
                    <a:pt x="294820" y="470677"/>
                  </a:cubicBezTo>
                  <a:cubicBezTo>
                    <a:pt x="292586" y="470189"/>
                    <a:pt x="292586" y="470189"/>
                    <a:pt x="289864" y="470223"/>
                  </a:cubicBezTo>
                  <a:cubicBezTo>
                    <a:pt x="289122" y="470205"/>
                    <a:pt x="289122" y="470205"/>
                    <a:pt x="288366" y="470186"/>
                  </a:cubicBezTo>
                  <a:cubicBezTo>
                    <a:pt x="286781" y="470150"/>
                    <a:pt x="285197" y="470134"/>
                    <a:pt x="283612" y="470119"/>
                  </a:cubicBezTo>
                  <a:cubicBezTo>
                    <a:pt x="282539" y="470098"/>
                    <a:pt x="281467" y="470076"/>
                    <a:pt x="280395" y="470052"/>
                  </a:cubicBezTo>
                  <a:cubicBezTo>
                    <a:pt x="277762" y="469997"/>
                    <a:pt x="275129" y="469960"/>
                    <a:pt x="272496" y="469933"/>
                  </a:cubicBezTo>
                  <a:cubicBezTo>
                    <a:pt x="272468" y="469350"/>
                    <a:pt x="272440" y="468768"/>
                    <a:pt x="272412" y="468168"/>
                  </a:cubicBezTo>
                  <a:cubicBezTo>
                    <a:pt x="272363" y="467415"/>
                    <a:pt x="272314" y="466662"/>
                    <a:pt x="272263" y="465886"/>
                  </a:cubicBezTo>
                  <a:cubicBezTo>
                    <a:pt x="272220" y="465135"/>
                    <a:pt x="272177" y="464384"/>
                    <a:pt x="272133" y="463610"/>
                  </a:cubicBezTo>
                  <a:cubicBezTo>
                    <a:pt x="272007" y="462996"/>
                    <a:pt x="271881" y="462381"/>
                    <a:pt x="271752" y="461747"/>
                  </a:cubicBezTo>
                  <a:cubicBezTo>
                    <a:pt x="271015" y="461502"/>
                    <a:pt x="270278" y="461256"/>
                    <a:pt x="269519" y="461003"/>
                  </a:cubicBezTo>
                  <a:cubicBezTo>
                    <a:pt x="269355" y="459098"/>
                    <a:pt x="269526" y="457287"/>
                    <a:pt x="269659" y="455381"/>
                  </a:cubicBezTo>
                  <a:cubicBezTo>
                    <a:pt x="269486" y="453123"/>
                    <a:pt x="268839" y="452873"/>
                    <a:pt x="267287" y="451329"/>
                  </a:cubicBezTo>
                  <a:cubicBezTo>
                    <a:pt x="266906" y="449321"/>
                    <a:pt x="266906" y="449321"/>
                    <a:pt x="266775" y="447097"/>
                  </a:cubicBezTo>
                  <a:cubicBezTo>
                    <a:pt x="266726" y="446357"/>
                    <a:pt x="266677" y="445618"/>
                    <a:pt x="266627" y="444856"/>
                  </a:cubicBezTo>
                  <a:cubicBezTo>
                    <a:pt x="266599" y="444291"/>
                    <a:pt x="266571" y="443726"/>
                    <a:pt x="266543" y="443144"/>
                  </a:cubicBezTo>
                  <a:cubicBezTo>
                    <a:pt x="265806" y="443144"/>
                    <a:pt x="265069" y="443144"/>
                    <a:pt x="264310" y="443144"/>
                  </a:cubicBezTo>
                  <a:cubicBezTo>
                    <a:pt x="264310" y="440442"/>
                    <a:pt x="264310" y="437741"/>
                    <a:pt x="264310" y="434958"/>
                  </a:cubicBezTo>
                  <a:cubicBezTo>
                    <a:pt x="263328" y="434958"/>
                    <a:pt x="262346" y="434958"/>
                    <a:pt x="261334" y="434958"/>
                  </a:cubicBezTo>
                  <a:cubicBezTo>
                    <a:pt x="261334" y="432502"/>
                    <a:pt x="261334" y="430047"/>
                    <a:pt x="261334" y="427517"/>
                  </a:cubicBezTo>
                  <a:cubicBezTo>
                    <a:pt x="260597" y="427517"/>
                    <a:pt x="259860" y="427517"/>
                    <a:pt x="259101" y="427517"/>
                  </a:cubicBezTo>
                  <a:cubicBezTo>
                    <a:pt x="258610" y="424815"/>
                    <a:pt x="258119" y="422114"/>
                    <a:pt x="257613" y="419331"/>
                  </a:cubicBezTo>
                  <a:cubicBezTo>
                    <a:pt x="257122" y="419331"/>
                    <a:pt x="256631" y="419331"/>
                    <a:pt x="256125" y="419331"/>
                  </a:cubicBezTo>
                  <a:cubicBezTo>
                    <a:pt x="256097" y="418803"/>
                    <a:pt x="256069" y="418274"/>
                    <a:pt x="256041" y="417729"/>
                  </a:cubicBezTo>
                  <a:cubicBezTo>
                    <a:pt x="255967" y="416704"/>
                    <a:pt x="255967" y="416704"/>
                    <a:pt x="255892" y="415657"/>
                  </a:cubicBezTo>
                  <a:cubicBezTo>
                    <a:pt x="255849" y="414975"/>
                    <a:pt x="255806" y="414293"/>
                    <a:pt x="255761" y="413590"/>
                  </a:cubicBezTo>
                  <a:cubicBezTo>
                    <a:pt x="255636" y="413029"/>
                    <a:pt x="255510" y="412468"/>
                    <a:pt x="255381" y="411890"/>
                  </a:cubicBezTo>
                  <a:cubicBezTo>
                    <a:pt x="254644" y="411644"/>
                    <a:pt x="253907" y="411399"/>
                    <a:pt x="253148" y="411146"/>
                  </a:cubicBezTo>
                  <a:cubicBezTo>
                    <a:pt x="252820" y="409797"/>
                    <a:pt x="252820" y="409797"/>
                    <a:pt x="252730" y="408169"/>
                  </a:cubicBezTo>
                  <a:cubicBezTo>
                    <a:pt x="252666" y="406582"/>
                    <a:pt x="252666" y="406582"/>
                    <a:pt x="252404" y="405192"/>
                  </a:cubicBezTo>
                  <a:cubicBezTo>
                    <a:pt x="251913" y="404947"/>
                    <a:pt x="251422" y="404701"/>
                    <a:pt x="250916" y="404448"/>
                  </a:cubicBezTo>
                  <a:cubicBezTo>
                    <a:pt x="250474" y="402477"/>
                    <a:pt x="250364" y="400510"/>
                    <a:pt x="250172" y="398495"/>
                  </a:cubicBezTo>
                  <a:cubicBezTo>
                    <a:pt x="249435" y="398495"/>
                    <a:pt x="248698" y="398495"/>
                    <a:pt x="247939" y="398495"/>
                  </a:cubicBezTo>
                  <a:cubicBezTo>
                    <a:pt x="247694" y="396531"/>
                    <a:pt x="247448" y="394566"/>
                    <a:pt x="247195" y="392542"/>
                  </a:cubicBezTo>
                  <a:cubicBezTo>
                    <a:pt x="246458" y="392542"/>
                    <a:pt x="245722" y="392542"/>
                    <a:pt x="244963" y="392542"/>
                  </a:cubicBezTo>
                  <a:cubicBezTo>
                    <a:pt x="244871" y="391698"/>
                    <a:pt x="244779" y="390854"/>
                    <a:pt x="244684" y="389984"/>
                  </a:cubicBezTo>
                  <a:cubicBezTo>
                    <a:pt x="244530" y="389109"/>
                    <a:pt x="244377" y="388234"/>
                    <a:pt x="244219" y="387333"/>
                  </a:cubicBezTo>
                  <a:cubicBezTo>
                    <a:pt x="243727" y="387088"/>
                    <a:pt x="243236" y="386842"/>
                    <a:pt x="242730" y="386589"/>
                  </a:cubicBezTo>
                  <a:cubicBezTo>
                    <a:pt x="242289" y="384618"/>
                    <a:pt x="242178" y="382651"/>
                    <a:pt x="241986" y="380636"/>
                  </a:cubicBezTo>
                  <a:cubicBezTo>
                    <a:pt x="241249" y="380636"/>
                    <a:pt x="240513" y="380636"/>
                    <a:pt x="239754" y="380636"/>
                  </a:cubicBezTo>
                  <a:cubicBezTo>
                    <a:pt x="239220" y="379161"/>
                    <a:pt x="238725" y="377671"/>
                    <a:pt x="238265" y="376171"/>
                  </a:cubicBezTo>
                  <a:cubicBezTo>
                    <a:pt x="237774" y="375925"/>
                    <a:pt x="237283" y="375680"/>
                    <a:pt x="236777" y="375427"/>
                  </a:cubicBezTo>
                  <a:cubicBezTo>
                    <a:pt x="236792" y="374690"/>
                    <a:pt x="236808" y="373953"/>
                    <a:pt x="236824" y="373194"/>
                  </a:cubicBezTo>
                  <a:cubicBezTo>
                    <a:pt x="236801" y="372089"/>
                    <a:pt x="236801" y="372089"/>
                    <a:pt x="236777" y="370962"/>
                  </a:cubicBezTo>
                  <a:cubicBezTo>
                    <a:pt x="236040" y="370716"/>
                    <a:pt x="235304" y="370471"/>
                    <a:pt x="234545" y="370218"/>
                  </a:cubicBezTo>
                  <a:cubicBezTo>
                    <a:pt x="234289" y="369228"/>
                    <a:pt x="234042" y="368235"/>
                    <a:pt x="233801" y="367241"/>
                  </a:cubicBezTo>
                  <a:cubicBezTo>
                    <a:pt x="233064" y="366750"/>
                    <a:pt x="232327" y="366259"/>
                    <a:pt x="231568" y="365753"/>
                  </a:cubicBezTo>
                  <a:cubicBezTo>
                    <a:pt x="231057" y="364519"/>
                    <a:pt x="230559" y="363279"/>
                    <a:pt x="230080" y="362032"/>
                  </a:cubicBezTo>
                  <a:cubicBezTo>
                    <a:pt x="229589" y="361787"/>
                    <a:pt x="229098" y="361541"/>
                    <a:pt x="228592" y="361288"/>
                  </a:cubicBezTo>
                  <a:cubicBezTo>
                    <a:pt x="228344" y="360048"/>
                    <a:pt x="228095" y="358808"/>
                    <a:pt x="227847" y="357567"/>
                  </a:cubicBezTo>
                  <a:cubicBezTo>
                    <a:pt x="227356" y="357322"/>
                    <a:pt x="226865" y="357076"/>
                    <a:pt x="226359" y="356823"/>
                  </a:cubicBezTo>
                  <a:cubicBezTo>
                    <a:pt x="226252" y="356363"/>
                    <a:pt x="226144" y="355902"/>
                    <a:pt x="226034" y="355428"/>
                  </a:cubicBezTo>
                  <a:cubicBezTo>
                    <a:pt x="225525" y="353508"/>
                    <a:pt x="224828" y="352953"/>
                    <a:pt x="223383" y="351614"/>
                  </a:cubicBezTo>
                  <a:cubicBezTo>
                    <a:pt x="220496" y="348303"/>
                    <a:pt x="220496" y="348303"/>
                    <a:pt x="220080" y="346405"/>
                  </a:cubicBezTo>
                  <a:cubicBezTo>
                    <a:pt x="219732" y="344691"/>
                    <a:pt x="219732" y="344691"/>
                    <a:pt x="217848" y="343150"/>
                  </a:cubicBezTo>
                  <a:cubicBezTo>
                    <a:pt x="215783" y="341034"/>
                    <a:pt x="215349" y="339484"/>
                    <a:pt x="214453" y="336732"/>
                  </a:cubicBezTo>
                  <a:cubicBezTo>
                    <a:pt x="213716" y="336732"/>
                    <a:pt x="212980" y="336732"/>
                    <a:pt x="212221" y="336732"/>
                  </a:cubicBezTo>
                  <a:cubicBezTo>
                    <a:pt x="211802" y="335290"/>
                    <a:pt x="211802" y="335290"/>
                    <a:pt x="211476" y="333755"/>
                  </a:cubicBezTo>
                  <a:cubicBezTo>
                    <a:pt x="210985" y="333509"/>
                    <a:pt x="210494" y="333264"/>
                    <a:pt x="209988" y="333011"/>
                  </a:cubicBezTo>
                  <a:cubicBezTo>
                    <a:pt x="209743" y="332274"/>
                    <a:pt x="209497" y="331537"/>
                    <a:pt x="209244" y="330778"/>
                  </a:cubicBezTo>
                  <a:cubicBezTo>
                    <a:pt x="208507" y="330533"/>
                    <a:pt x="207771" y="330287"/>
                    <a:pt x="207012" y="330034"/>
                  </a:cubicBezTo>
                  <a:cubicBezTo>
                    <a:pt x="206763" y="329042"/>
                    <a:pt x="206515" y="328050"/>
                    <a:pt x="206267" y="327058"/>
                  </a:cubicBezTo>
                  <a:cubicBezTo>
                    <a:pt x="205531" y="326812"/>
                    <a:pt x="204794" y="326567"/>
                    <a:pt x="204035" y="326314"/>
                  </a:cubicBezTo>
                  <a:cubicBezTo>
                    <a:pt x="203758" y="325329"/>
                    <a:pt x="203509" y="324336"/>
                    <a:pt x="203291" y="323337"/>
                  </a:cubicBezTo>
                  <a:cubicBezTo>
                    <a:pt x="202800" y="323091"/>
                    <a:pt x="202309" y="322846"/>
                    <a:pt x="201803" y="322593"/>
                  </a:cubicBezTo>
                  <a:cubicBezTo>
                    <a:pt x="201557" y="321856"/>
                    <a:pt x="201311" y="321119"/>
                    <a:pt x="201058" y="320360"/>
                  </a:cubicBezTo>
                  <a:cubicBezTo>
                    <a:pt x="200322" y="320115"/>
                    <a:pt x="199585" y="319869"/>
                    <a:pt x="198826" y="319616"/>
                  </a:cubicBezTo>
                  <a:cubicBezTo>
                    <a:pt x="198719" y="319125"/>
                    <a:pt x="198611" y="318634"/>
                    <a:pt x="198500" y="318128"/>
                  </a:cubicBezTo>
                  <a:cubicBezTo>
                    <a:pt x="198362" y="317637"/>
                    <a:pt x="198224" y="317146"/>
                    <a:pt x="198082" y="316640"/>
                  </a:cubicBezTo>
                  <a:cubicBezTo>
                    <a:pt x="197095" y="316371"/>
                    <a:pt x="196103" y="316121"/>
                    <a:pt x="195105" y="315896"/>
                  </a:cubicBezTo>
                  <a:cubicBezTo>
                    <a:pt x="195105" y="315159"/>
                    <a:pt x="195105" y="314422"/>
                    <a:pt x="195105" y="313663"/>
                  </a:cubicBezTo>
                  <a:cubicBezTo>
                    <a:pt x="194369" y="313418"/>
                    <a:pt x="193632" y="313172"/>
                    <a:pt x="192873" y="312919"/>
                  </a:cubicBezTo>
                  <a:cubicBezTo>
                    <a:pt x="192627" y="312182"/>
                    <a:pt x="192382" y="311446"/>
                    <a:pt x="192129" y="310687"/>
                  </a:cubicBezTo>
                  <a:cubicBezTo>
                    <a:pt x="191392" y="310195"/>
                    <a:pt x="190655" y="309704"/>
                    <a:pt x="189896" y="309198"/>
                  </a:cubicBezTo>
                  <a:cubicBezTo>
                    <a:pt x="189651" y="308462"/>
                    <a:pt x="189405" y="307725"/>
                    <a:pt x="189152" y="306966"/>
                  </a:cubicBezTo>
                  <a:cubicBezTo>
                    <a:pt x="188584" y="306659"/>
                    <a:pt x="188016" y="306352"/>
                    <a:pt x="187431" y="306036"/>
                  </a:cubicBezTo>
                  <a:cubicBezTo>
                    <a:pt x="185398" y="304712"/>
                    <a:pt x="184939" y="304096"/>
                    <a:pt x="183850" y="302036"/>
                  </a:cubicBezTo>
                  <a:cubicBezTo>
                    <a:pt x="182719" y="299333"/>
                    <a:pt x="182719" y="299333"/>
                    <a:pt x="180222" y="298780"/>
                  </a:cubicBezTo>
                  <a:cubicBezTo>
                    <a:pt x="179974" y="297540"/>
                    <a:pt x="179726" y="296300"/>
                    <a:pt x="179478" y="295060"/>
                  </a:cubicBezTo>
                  <a:cubicBezTo>
                    <a:pt x="178742" y="294814"/>
                    <a:pt x="178005" y="294569"/>
                    <a:pt x="177246" y="294316"/>
                  </a:cubicBezTo>
                  <a:cubicBezTo>
                    <a:pt x="177246" y="293579"/>
                    <a:pt x="177246" y="292842"/>
                    <a:pt x="177246" y="292083"/>
                  </a:cubicBezTo>
                  <a:cubicBezTo>
                    <a:pt x="176264" y="292083"/>
                    <a:pt x="175281" y="292083"/>
                    <a:pt x="174269" y="292083"/>
                  </a:cubicBezTo>
                  <a:cubicBezTo>
                    <a:pt x="174269" y="291101"/>
                    <a:pt x="174269" y="290119"/>
                    <a:pt x="174269" y="289107"/>
                  </a:cubicBezTo>
                  <a:cubicBezTo>
                    <a:pt x="173748" y="289045"/>
                    <a:pt x="173226" y="288984"/>
                    <a:pt x="172688" y="288921"/>
                  </a:cubicBezTo>
                  <a:cubicBezTo>
                    <a:pt x="169676" y="288135"/>
                    <a:pt x="168835" y="286343"/>
                    <a:pt x="167148" y="283831"/>
                  </a:cubicBezTo>
                  <a:cubicBezTo>
                    <a:pt x="166062" y="282215"/>
                    <a:pt x="166062" y="282215"/>
                    <a:pt x="163851" y="280921"/>
                  </a:cubicBezTo>
                  <a:cubicBezTo>
                    <a:pt x="163851" y="280184"/>
                    <a:pt x="163851" y="279448"/>
                    <a:pt x="163851" y="278689"/>
                  </a:cubicBezTo>
                  <a:cubicBezTo>
                    <a:pt x="162861" y="278433"/>
                    <a:pt x="161869" y="278185"/>
                    <a:pt x="160875" y="277944"/>
                  </a:cubicBezTo>
                  <a:cubicBezTo>
                    <a:pt x="160629" y="277208"/>
                    <a:pt x="160384" y="276471"/>
                    <a:pt x="160131" y="275712"/>
                  </a:cubicBezTo>
                  <a:cubicBezTo>
                    <a:pt x="159394" y="275466"/>
                    <a:pt x="158657" y="275221"/>
                    <a:pt x="157898" y="274968"/>
                  </a:cubicBezTo>
                  <a:cubicBezTo>
                    <a:pt x="157898" y="273986"/>
                    <a:pt x="157898" y="273003"/>
                    <a:pt x="157898" y="271991"/>
                  </a:cubicBezTo>
                  <a:cubicBezTo>
                    <a:pt x="157376" y="271915"/>
                    <a:pt x="156855" y="271838"/>
                    <a:pt x="156317" y="271759"/>
                  </a:cubicBezTo>
                  <a:cubicBezTo>
                    <a:pt x="153117" y="270994"/>
                    <a:pt x="151511" y="268714"/>
                    <a:pt x="149713" y="266038"/>
                  </a:cubicBezTo>
                  <a:cubicBezTo>
                    <a:pt x="149713" y="265547"/>
                    <a:pt x="149713" y="265056"/>
                    <a:pt x="149713" y="264550"/>
                  </a:cubicBezTo>
                  <a:cubicBezTo>
                    <a:pt x="148976" y="264304"/>
                    <a:pt x="148239" y="264059"/>
                    <a:pt x="147480" y="263806"/>
                  </a:cubicBezTo>
                  <a:cubicBezTo>
                    <a:pt x="146364" y="262646"/>
                    <a:pt x="146364" y="262646"/>
                    <a:pt x="145248" y="261248"/>
                  </a:cubicBezTo>
                  <a:cubicBezTo>
                    <a:pt x="143786" y="259424"/>
                    <a:pt x="142777" y="258438"/>
                    <a:pt x="140783" y="257109"/>
                  </a:cubicBezTo>
                  <a:cubicBezTo>
                    <a:pt x="140783" y="256372"/>
                    <a:pt x="140783" y="255635"/>
                    <a:pt x="140783" y="254876"/>
                  </a:cubicBezTo>
                  <a:cubicBezTo>
                    <a:pt x="140347" y="254769"/>
                    <a:pt x="139910" y="254661"/>
                    <a:pt x="139460" y="254551"/>
                  </a:cubicBezTo>
                  <a:cubicBezTo>
                    <a:pt x="137239" y="253988"/>
                    <a:pt x="136569" y="252927"/>
                    <a:pt x="135155" y="251155"/>
                  </a:cubicBezTo>
                  <a:cubicBezTo>
                    <a:pt x="133215" y="248687"/>
                    <a:pt x="133215" y="248687"/>
                    <a:pt x="130365" y="247435"/>
                  </a:cubicBezTo>
                  <a:cubicBezTo>
                    <a:pt x="130365" y="246452"/>
                    <a:pt x="130365" y="245470"/>
                    <a:pt x="130365" y="244458"/>
                  </a:cubicBezTo>
                  <a:cubicBezTo>
                    <a:pt x="129828" y="244366"/>
                    <a:pt x="129291" y="244274"/>
                    <a:pt x="128737" y="244179"/>
                  </a:cubicBezTo>
                  <a:cubicBezTo>
                    <a:pt x="125605" y="243483"/>
                    <a:pt x="124765" y="241828"/>
                    <a:pt x="122924" y="239249"/>
                  </a:cubicBezTo>
                  <a:cubicBezTo>
                    <a:pt x="122924" y="238758"/>
                    <a:pt x="122924" y="238267"/>
                    <a:pt x="122924" y="237761"/>
                  </a:cubicBezTo>
                  <a:cubicBezTo>
                    <a:pt x="122433" y="237531"/>
                    <a:pt x="121941" y="237300"/>
                    <a:pt x="121435" y="237063"/>
                  </a:cubicBezTo>
                  <a:cubicBezTo>
                    <a:pt x="120944" y="236802"/>
                    <a:pt x="120453" y="236541"/>
                    <a:pt x="119947" y="236273"/>
                  </a:cubicBezTo>
                  <a:cubicBezTo>
                    <a:pt x="119947" y="235536"/>
                    <a:pt x="119947" y="234799"/>
                    <a:pt x="119947" y="234040"/>
                  </a:cubicBezTo>
                  <a:cubicBezTo>
                    <a:pt x="118965" y="234040"/>
                    <a:pt x="117983" y="234040"/>
                    <a:pt x="116970" y="234040"/>
                  </a:cubicBezTo>
                  <a:cubicBezTo>
                    <a:pt x="116970" y="233058"/>
                    <a:pt x="116970" y="232076"/>
                    <a:pt x="116970" y="231064"/>
                  </a:cubicBezTo>
                  <a:cubicBezTo>
                    <a:pt x="115737" y="230786"/>
                    <a:pt x="114496" y="230537"/>
                    <a:pt x="113250" y="230319"/>
                  </a:cubicBezTo>
                  <a:cubicBezTo>
                    <a:pt x="113250" y="229583"/>
                    <a:pt x="113250" y="228846"/>
                    <a:pt x="113250" y="228087"/>
                  </a:cubicBezTo>
                  <a:cubicBezTo>
                    <a:pt x="112651" y="227857"/>
                    <a:pt x="112053" y="227627"/>
                    <a:pt x="111436" y="227389"/>
                  </a:cubicBezTo>
                  <a:cubicBezTo>
                    <a:pt x="110807" y="227128"/>
                    <a:pt x="110177" y="226868"/>
                    <a:pt x="109529" y="226599"/>
                  </a:cubicBezTo>
                  <a:cubicBezTo>
                    <a:pt x="109267" y="225610"/>
                    <a:pt x="109017" y="224618"/>
                    <a:pt x="108785" y="223622"/>
                  </a:cubicBezTo>
                  <a:cubicBezTo>
                    <a:pt x="107803" y="223622"/>
                    <a:pt x="106820" y="223622"/>
                    <a:pt x="105808" y="223622"/>
                  </a:cubicBezTo>
                  <a:cubicBezTo>
                    <a:pt x="105808" y="222640"/>
                    <a:pt x="105808" y="221658"/>
                    <a:pt x="105808" y="220646"/>
                  </a:cubicBezTo>
                  <a:cubicBezTo>
                    <a:pt x="104826" y="220646"/>
                    <a:pt x="103844" y="220646"/>
                    <a:pt x="102832" y="220646"/>
                  </a:cubicBezTo>
                  <a:cubicBezTo>
                    <a:pt x="102832" y="219663"/>
                    <a:pt x="102832" y="218681"/>
                    <a:pt x="102832" y="217669"/>
                  </a:cubicBezTo>
                  <a:cubicBezTo>
                    <a:pt x="101594" y="217408"/>
                    <a:pt x="100354" y="217162"/>
                    <a:pt x="99111" y="216925"/>
                  </a:cubicBezTo>
                  <a:cubicBezTo>
                    <a:pt x="98274" y="215483"/>
                    <a:pt x="98274" y="215483"/>
                    <a:pt x="97623" y="213948"/>
                  </a:cubicBezTo>
                  <a:cubicBezTo>
                    <a:pt x="96886" y="213457"/>
                    <a:pt x="96149" y="212966"/>
                    <a:pt x="95390" y="212460"/>
                  </a:cubicBezTo>
                  <a:cubicBezTo>
                    <a:pt x="95390" y="211723"/>
                    <a:pt x="95390" y="210987"/>
                    <a:pt x="95390" y="210228"/>
                  </a:cubicBezTo>
                  <a:cubicBezTo>
                    <a:pt x="94408" y="210228"/>
                    <a:pt x="93426" y="210228"/>
                    <a:pt x="92414" y="210228"/>
                  </a:cubicBezTo>
                  <a:cubicBezTo>
                    <a:pt x="92414" y="209245"/>
                    <a:pt x="92414" y="208263"/>
                    <a:pt x="92414" y="207251"/>
                  </a:cubicBezTo>
                  <a:cubicBezTo>
                    <a:pt x="91180" y="206973"/>
                    <a:pt x="89939" y="206725"/>
                    <a:pt x="88693" y="206507"/>
                  </a:cubicBezTo>
                  <a:cubicBezTo>
                    <a:pt x="88693" y="205770"/>
                    <a:pt x="88693" y="205034"/>
                    <a:pt x="88693" y="204275"/>
                  </a:cubicBezTo>
                  <a:cubicBezTo>
                    <a:pt x="87795" y="203929"/>
                    <a:pt x="87795" y="203929"/>
                    <a:pt x="86879" y="203577"/>
                  </a:cubicBezTo>
                  <a:cubicBezTo>
                    <a:pt x="86250" y="203316"/>
                    <a:pt x="85621" y="203055"/>
                    <a:pt x="84972" y="202786"/>
                  </a:cubicBezTo>
                  <a:cubicBezTo>
                    <a:pt x="84711" y="201798"/>
                    <a:pt x="84461" y="200806"/>
                    <a:pt x="84228" y="199810"/>
                  </a:cubicBezTo>
                  <a:cubicBezTo>
                    <a:pt x="83246" y="199810"/>
                    <a:pt x="82264" y="199810"/>
                    <a:pt x="81252" y="199810"/>
                  </a:cubicBezTo>
                  <a:cubicBezTo>
                    <a:pt x="81252" y="198827"/>
                    <a:pt x="81252" y="197845"/>
                    <a:pt x="81252" y="196833"/>
                  </a:cubicBezTo>
                  <a:cubicBezTo>
                    <a:pt x="80018" y="196555"/>
                    <a:pt x="78777" y="196307"/>
                    <a:pt x="77531" y="196089"/>
                  </a:cubicBezTo>
                  <a:cubicBezTo>
                    <a:pt x="77531" y="195352"/>
                    <a:pt x="77531" y="194616"/>
                    <a:pt x="77531" y="193857"/>
                  </a:cubicBezTo>
                  <a:cubicBezTo>
                    <a:pt x="76552" y="193335"/>
                    <a:pt x="75558" y="192841"/>
                    <a:pt x="74554" y="192368"/>
                  </a:cubicBezTo>
                  <a:cubicBezTo>
                    <a:pt x="74063" y="191632"/>
                    <a:pt x="73572" y="190895"/>
                    <a:pt x="73066" y="190136"/>
                  </a:cubicBezTo>
                  <a:cubicBezTo>
                    <a:pt x="72330" y="189890"/>
                    <a:pt x="71593" y="189645"/>
                    <a:pt x="70834" y="189392"/>
                  </a:cubicBezTo>
                  <a:cubicBezTo>
                    <a:pt x="70834" y="188409"/>
                    <a:pt x="70834" y="187427"/>
                    <a:pt x="70834" y="186415"/>
                  </a:cubicBezTo>
                  <a:cubicBezTo>
                    <a:pt x="69386" y="185976"/>
                    <a:pt x="69386" y="185976"/>
                    <a:pt x="67857" y="185671"/>
                  </a:cubicBezTo>
                  <a:cubicBezTo>
                    <a:pt x="67612" y="184934"/>
                    <a:pt x="67366" y="184198"/>
                    <a:pt x="67113" y="183439"/>
                  </a:cubicBezTo>
                  <a:cubicBezTo>
                    <a:pt x="66499" y="183316"/>
                    <a:pt x="65885" y="183193"/>
                    <a:pt x="65253" y="183067"/>
                  </a:cubicBezTo>
                  <a:cubicBezTo>
                    <a:pt x="64639" y="182944"/>
                    <a:pt x="64025" y="182821"/>
                    <a:pt x="63392" y="182694"/>
                  </a:cubicBezTo>
                  <a:cubicBezTo>
                    <a:pt x="63147" y="181958"/>
                    <a:pt x="62901" y="181221"/>
                    <a:pt x="62648" y="180462"/>
                  </a:cubicBezTo>
                  <a:cubicBezTo>
                    <a:pt x="62142" y="179956"/>
                    <a:pt x="61635" y="179449"/>
                    <a:pt x="61113" y="178927"/>
                  </a:cubicBezTo>
                  <a:cubicBezTo>
                    <a:pt x="59672" y="177485"/>
                    <a:pt x="59672" y="177485"/>
                    <a:pt x="59672" y="175997"/>
                  </a:cubicBezTo>
                  <a:cubicBezTo>
                    <a:pt x="58689" y="175997"/>
                    <a:pt x="57707" y="175997"/>
                    <a:pt x="56695" y="175997"/>
                  </a:cubicBezTo>
                  <a:cubicBezTo>
                    <a:pt x="56695" y="175015"/>
                    <a:pt x="56695" y="174033"/>
                    <a:pt x="56695" y="173021"/>
                  </a:cubicBezTo>
                  <a:cubicBezTo>
                    <a:pt x="55463" y="172736"/>
                    <a:pt x="54221" y="172489"/>
                    <a:pt x="52974" y="172276"/>
                  </a:cubicBezTo>
                  <a:cubicBezTo>
                    <a:pt x="52729" y="171540"/>
                    <a:pt x="52483" y="170803"/>
                    <a:pt x="52230" y="170044"/>
                  </a:cubicBezTo>
                  <a:cubicBezTo>
                    <a:pt x="51739" y="169799"/>
                    <a:pt x="51248" y="169553"/>
                    <a:pt x="50742" y="169300"/>
                  </a:cubicBezTo>
                  <a:cubicBezTo>
                    <a:pt x="49254" y="168556"/>
                    <a:pt x="49254" y="168556"/>
                    <a:pt x="48510" y="166323"/>
                  </a:cubicBezTo>
                  <a:cubicBezTo>
                    <a:pt x="47773" y="166078"/>
                    <a:pt x="47036" y="165832"/>
                    <a:pt x="46277" y="165579"/>
                  </a:cubicBezTo>
                  <a:cubicBezTo>
                    <a:pt x="46170" y="165073"/>
                    <a:pt x="46062" y="164566"/>
                    <a:pt x="45952" y="164044"/>
                  </a:cubicBezTo>
                  <a:cubicBezTo>
                    <a:pt x="45813" y="163569"/>
                    <a:pt x="45675" y="163093"/>
                    <a:pt x="45533" y="162603"/>
                  </a:cubicBezTo>
                  <a:cubicBezTo>
                    <a:pt x="44551" y="162603"/>
                    <a:pt x="43568" y="162603"/>
                    <a:pt x="42556" y="162603"/>
                  </a:cubicBezTo>
                  <a:cubicBezTo>
                    <a:pt x="42449" y="162142"/>
                    <a:pt x="42342" y="161682"/>
                    <a:pt x="42231" y="161207"/>
                  </a:cubicBezTo>
                  <a:cubicBezTo>
                    <a:pt x="42093" y="160686"/>
                    <a:pt x="41955" y="160164"/>
                    <a:pt x="41812" y="159626"/>
                  </a:cubicBezTo>
                  <a:cubicBezTo>
                    <a:pt x="40583" y="159104"/>
                    <a:pt x="39342" y="158607"/>
                    <a:pt x="38092" y="158138"/>
                  </a:cubicBezTo>
                  <a:cubicBezTo>
                    <a:pt x="37846" y="157401"/>
                    <a:pt x="37600" y="156664"/>
                    <a:pt x="37347" y="155905"/>
                  </a:cubicBezTo>
                  <a:cubicBezTo>
                    <a:pt x="36611" y="155414"/>
                    <a:pt x="35874" y="154923"/>
                    <a:pt x="35115" y="154417"/>
                  </a:cubicBezTo>
                  <a:cubicBezTo>
                    <a:pt x="35115" y="153680"/>
                    <a:pt x="35115" y="152944"/>
                    <a:pt x="35115" y="152185"/>
                  </a:cubicBezTo>
                  <a:cubicBezTo>
                    <a:pt x="33887" y="152185"/>
                    <a:pt x="32659" y="152185"/>
                    <a:pt x="31394" y="152185"/>
                  </a:cubicBezTo>
                  <a:cubicBezTo>
                    <a:pt x="31394" y="151448"/>
                    <a:pt x="31394" y="150711"/>
                    <a:pt x="31394" y="149952"/>
                  </a:cubicBezTo>
                  <a:cubicBezTo>
                    <a:pt x="30811" y="149722"/>
                    <a:pt x="30228" y="149492"/>
                    <a:pt x="29627" y="149255"/>
                  </a:cubicBezTo>
                  <a:cubicBezTo>
                    <a:pt x="27674" y="148464"/>
                    <a:pt x="27674" y="148464"/>
                    <a:pt x="26790" y="146929"/>
                  </a:cubicBezTo>
                  <a:cubicBezTo>
                    <a:pt x="26590" y="146453"/>
                    <a:pt x="26391" y="145978"/>
                    <a:pt x="26185" y="145487"/>
                  </a:cubicBezTo>
                  <a:cubicBezTo>
                    <a:pt x="25694" y="145242"/>
                    <a:pt x="25203" y="144996"/>
                    <a:pt x="24697" y="144743"/>
                  </a:cubicBezTo>
                  <a:cubicBezTo>
                    <a:pt x="24451" y="144007"/>
                    <a:pt x="24206" y="143270"/>
                    <a:pt x="23953" y="142511"/>
                  </a:cubicBezTo>
                  <a:cubicBezTo>
                    <a:pt x="23216" y="142265"/>
                    <a:pt x="22480" y="142020"/>
                    <a:pt x="21720" y="141767"/>
                  </a:cubicBezTo>
                  <a:cubicBezTo>
                    <a:pt x="21613" y="141260"/>
                    <a:pt x="21506" y="140754"/>
                    <a:pt x="21395" y="140232"/>
                  </a:cubicBezTo>
                  <a:cubicBezTo>
                    <a:pt x="21257" y="139756"/>
                    <a:pt x="21119" y="139280"/>
                    <a:pt x="20976" y="138790"/>
                  </a:cubicBezTo>
                  <a:cubicBezTo>
                    <a:pt x="19994" y="138790"/>
                    <a:pt x="19012" y="138790"/>
                    <a:pt x="18000" y="138790"/>
                  </a:cubicBezTo>
                  <a:cubicBezTo>
                    <a:pt x="17478" y="137811"/>
                    <a:pt x="16984" y="136817"/>
                    <a:pt x="16512" y="135814"/>
                  </a:cubicBezTo>
                  <a:cubicBezTo>
                    <a:pt x="15525" y="135306"/>
                    <a:pt x="14533" y="134808"/>
                    <a:pt x="13535" y="134325"/>
                  </a:cubicBezTo>
                  <a:cubicBezTo>
                    <a:pt x="13289" y="133589"/>
                    <a:pt x="13044" y="132852"/>
                    <a:pt x="12791" y="132093"/>
                  </a:cubicBezTo>
                  <a:cubicBezTo>
                    <a:pt x="12054" y="131847"/>
                    <a:pt x="11317" y="131602"/>
                    <a:pt x="10558" y="131349"/>
                  </a:cubicBezTo>
                  <a:cubicBezTo>
                    <a:pt x="10313" y="130612"/>
                    <a:pt x="10067" y="129875"/>
                    <a:pt x="9814" y="129116"/>
                  </a:cubicBezTo>
                  <a:cubicBezTo>
                    <a:pt x="9323" y="128994"/>
                    <a:pt x="8832" y="128871"/>
                    <a:pt x="8326" y="128744"/>
                  </a:cubicBezTo>
                  <a:cubicBezTo>
                    <a:pt x="7835" y="128621"/>
                    <a:pt x="7344" y="128499"/>
                    <a:pt x="6838" y="128372"/>
                  </a:cubicBezTo>
                  <a:cubicBezTo>
                    <a:pt x="6592" y="127635"/>
                    <a:pt x="6347" y="126899"/>
                    <a:pt x="6094" y="126140"/>
                  </a:cubicBezTo>
                  <a:cubicBezTo>
                    <a:pt x="5341" y="125817"/>
                    <a:pt x="4589" y="125495"/>
                    <a:pt x="3815" y="125163"/>
                  </a:cubicBezTo>
                  <a:cubicBezTo>
                    <a:pt x="3093" y="124749"/>
                    <a:pt x="2372" y="124334"/>
                    <a:pt x="1629" y="123907"/>
                  </a:cubicBezTo>
                  <a:cubicBezTo>
                    <a:pt x="1117" y="121675"/>
                    <a:pt x="1117" y="121675"/>
                    <a:pt x="1629" y="119443"/>
                  </a:cubicBezTo>
                  <a:cubicBezTo>
                    <a:pt x="3406" y="118039"/>
                    <a:pt x="4545" y="117210"/>
                    <a:pt x="6838" y="117210"/>
                  </a:cubicBezTo>
                  <a:cubicBezTo>
                    <a:pt x="6838" y="116473"/>
                    <a:pt x="6838" y="115737"/>
                    <a:pt x="6838" y="114978"/>
                  </a:cubicBezTo>
                  <a:cubicBezTo>
                    <a:pt x="10276" y="114732"/>
                    <a:pt x="13714" y="114487"/>
                    <a:pt x="17256" y="114234"/>
                  </a:cubicBezTo>
                  <a:cubicBezTo>
                    <a:pt x="17256" y="113251"/>
                    <a:pt x="17256" y="112269"/>
                    <a:pt x="17256" y="111257"/>
                  </a:cubicBezTo>
                  <a:cubicBezTo>
                    <a:pt x="17945" y="111229"/>
                    <a:pt x="18635" y="111201"/>
                    <a:pt x="19346" y="111173"/>
                  </a:cubicBezTo>
                  <a:cubicBezTo>
                    <a:pt x="20237" y="111124"/>
                    <a:pt x="21128" y="111075"/>
                    <a:pt x="22046" y="111024"/>
                  </a:cubicBezTo>
                  <a:cubicBezTo>
                    <a:pt x="23380" y="110960"/>
                    <a:pt x="23380" y="110960"/>
                    <a:pt x="24741" y="110894"/>
                  </a:cubicBezTo>
                  <a:cubicBezTo>
                    <a:pt x="25463" y="110768"/>
                    <a:pt x="26185" y="110642"/>
                    <a:pt x="26929" y="110513"/>
                  </a:cubicBezTo>
                  <a:cubicBezTo>
                    <a:pt x="27175" y="109776"/>
                    <a:pt x="27421" y="109039"/>
                    <a:pt x="27674" y="108280"/>
                  </a:cubicBezTo>
                  <a:cubicBezTo>
                    <a:pt x="30046" y="107815"/>
                    <a:pt x="30046" y="107815"/>
                    <a:pt x="32883" y="107536"/>
                  </a:cubicBezTo>
                  <a:cubicBezTo>
                    <a:pt x="35317" y="107318"/>
                    <a:pt x="35317" y="107318"/>
                    <a:pt x="37347" y="106792"/>
                  </a:cubicBezTo>
                  <a:cubicBezTo>
                    <a:pt x="37593" y="106055"/>
                    <a:pt x="37839" y="105319"/>
                    <a:pt x="38092" y="104560"/>
                  </a:cubicBezTo>
                  <a:cubicBezTo>
                    <a:pt x="40604" y="104239"/>
                    <a:pt x="43071" y="104232"/>
                    <a:pt x="45603" y="104191"/>
                  </a:cubicBezTo>
                  <a:cubicBezTo>
                    <a:pt x="46673" y="104005"/>
                    <a:pt x="46673" y="104005"/>
                    <a:pt x="47765" y="103816"/>
                  </a:cubicBezTo>
                  <a:cubicBezTo>
                    <a:pt x="47938" y="103079"/>
                    <a:pt x="47938" y="103079"/>
                    <a:pt x="48114" y="102327"/>
                  </a:cubicBezTo>
                  <a:cubicBezTo>
                    <a:pt x="48245" y="101836"/>
                    <a:pt x="48375" y="101345"/>
                    <a:pt x="48510" y="100839"/>
                  </a:cubicBezTo>
                  <a:cubicBezTo>
                    <a:pt x="50835" y="100464"/>
                    <a:pt x="50835" y="100464"/>
                    <a:pt x="53719" y="100420"/>
                  </a:cubicBezTo>
                  <a:cubicBezTo>
                    <a:pt x="56515" y="100421"/>
                    <a:pt x="56515" y="100421"/>
                    <a:pt x="58928" y="100095"/>
                  </a:cubicBezTo>
                  <a:cubicBezTo>
                    <a:pt x="59173" y="99358"/>
                    <a:pt x="59419" y="98621"/>
                    <a:pt x="59672" y="97862"/>
                  </a:cubicBezTo>
                  <a:cubicBezTo>
                    <a:pt x="61599" y="97571"/>
                    <a:pt x="63363" y="97413"/>
                    <a:pt x="65299" y="97351"/>
                  </a:cubicBezTo>
                  <a:cubicBezTo>
                    <a:pt x="65828" y="97325"/>
                    <a:pt x="66357" y="97300"/>
                    <a:pt x="66902" y="97274"/>
                  </a:cubicBezTo>
                  <a:cubicBezTo>
                    <a:pt x="68212" y="97212"/>
                    <a:pt x="69523" y="97164"/>
                    <a:pt x="70834" y="97118"/>
                  </a:cubicBezTo>
                  <a:cubicBezTo>
                    <a:pt x="70834" y="96136"/>
                    <a:pt x="70834" y="95154"/>
                    <a:pt x="70834" y="94142"/>
                  </a:cubicBezTo>
                  <a:cubicBezTo>
                    <a:pt x="71631" y="94114"/>
                    <a:pt x="72428" y="94086"/>
                    <a:pt x="73249" y="94057"/>
                  </a:cubicBezTo>
                  <a:cubicBezTo>
                    <a:pt x="74289" y="94009"/>
                    <a:pt x="75329" y="93959"/>
                    <a:pt x="76368" y="93909"/>
                  </a:cubicBezTo>
                  <a:cubicBezTo>
                    <a:pt x="76894" y="93892"/>
                    <a:pt x="77421" y="93876"/>
                    <a:pt x="77963" y="93858"/>
                  </a:cubicBezTo>
                  <a:cubicBezTo>
                    <a:pt x="79654" y="93794"/>
                    <a:pt x="79654" y="93794"/>
                    <a:pt x="81996" y="93398"/>
                  </a:cubicBezTo>
                  <a:cubicBezTo>
                    <a:pt x="82364" y="92293"/>
                    <a:pt x="82364" y="92293"/>
                    <a:pt x="82740" y="91165"/>
                  </a:cubicBezTo>
                  <a:cubicBezTo>
                    <a:pt x="84688" y="90811"/>
                    <a:pt x="84688" y="90811"/>
                    <a:pt x="87112" y="90700"/>
                  </a:cubicBezTo>
                  <a:cubicBezTo>
                    <a:pt x="89598" y="90574"/>
                    <a:pt x="91534" y="90466"/>
                    <a:pt x="93902" y="89677"/>
                  </a:cubicBezTo>
                  <a:cubicBezTo>
                    <a:pt x="94270" y="88572"/>
                    <a:pt x="94270" y="88572"/>
                    <a:pt x="94646" y="87444"/>
                  </a:cubicBezTo>
                  <a:cubicBezTo>
                    <a:pt x="97217" y="87177"/>
                    <a:pt x="99710" y="87120"/>
                    <a:pt x="102291" y="87117"/>
                  </a:cubicBezTo>
                  <a:cubicBezTo>
                    <a:pt x="104082" y="87101"/>
                    <a:pt x="104082" y="87101"/>
                    <a:pt x="106553" y="86700"/>
                  </a:cubicBezTo>
                  <a:cubicBezTo>
                    <a:pt x="106815" y="85712"/>
                    <a:pt x="107063" y="84720"/>
                    <a:pt x="107297" y="83724"/>
                  </a:cubicBezTo>
                  <a:cubicBezTo>
                    <a:pt x="109239" y="83431"/>
                    <a:pt x="110931" y="83307"/>
                    <a:pt x="112878" y="83305"/>
                  </a:cubicBezTo>
                  <a:cubicBezTo>
                    <a:pt x="114782" y="83293"/>
                    <a:pt x="116558" y="83191"/>
                    <a:pt x="118459" y="82980"/>
                  </a:cubicBezTo>
                  <a:cubicBezTo>
                    <a:pt x="118704" y="82243"/>
                    <a:pt x="118950" y="81506"/>
                    <a:pt x="119203" y="80747"/>
                  </a:cubicBezTo>
                  <a:cubicBezTo>
                    <a:pt x="120517" y="80425"/>
                    <a:pt x="120517" y="80425"/>
                    <a:pt x="122206" y="80366"/>
                  </a:cubicBezTo>
                  <a:cubicBezTo>
                    <a:pt x="122808" y="80340"/>
                    <a:pt x="123410" y="80314"/>
                    <a:pt x="124030" y="80286"/>
                  </a:cubicBezTo>
                  <a:cubicBezTo>
                    <a:pt x="124662" y="80270"/>
                    <a:pt x="125295" y="80253"/>
                    <a:pt x="125947" y="80236"/>
                  </a:cubicBezTo>
                  <a:cubicBezTo>
                    <a:pt x="126582" y="80210"/>
                    <a:pt x="127218" y="80185"/>
                    <a:pt x="127872" y="80159"/>
                  </a:cubicBezTo>
                  <a:cubicBezTo>
                    <a:pt x="129447" y="80097"/>
                    <a:pt x="131022" y="80049"/>
                    <a:pt x="132597" y="80003"/>
                  </a:cubicBezTo>
                  <a:cubicBezTo>
                    <a:pt x="132597" y="79021"/>
                    <a:pt x="132597" y="78039"/>
                    <a:pt x="132597" y="77027"/>
                  </a:cubicBezTo>
                  <a:cubicBezTo>
                    <a:pt x="133502" y="77061"/>
                    <a:pt x="134407" y="77096"/>
                    <a:pt x="135339" y="77131"/>
                  </a:cubicBezTo>
                  <a:cubicBezTo>
                    <a:pt x="136518" y="77159"/>
                    <a:pt x="137697" y="77186"/>
                    <a:pt x="138876" y="77213"/>
                  </a:cubicBezTo>
                  <a:cubicBezTo>
                    <a:pt x="139473" y="77237"/>
                    <a:pt x="140070" y="77262"/>
                    <a:pt x="140686" y="77288"/>
                  </a:cubicBezTo>
                  <a:cubicBezTo>
                    <a:pt x="142598" y="77354"/>
                    <a:pt x="142598" y="77354"/>
                    <a:pt x="145248" y="77027"/>
                  </a:cubicBezTo>
                  <a:cubicBezTo>
                    <a:pt x="145505" y="76037"/>
                    <a:pt x="145753" y="75044"/>
                    <a:pt x="145992" y="74050"/>
                  </a:cubicBezTo>
                  <a:cubicBezTo>
                    <a:pt x="148562" y="73708"/>
                    <a:pt x="150987" y="73673"/>
                    <a:pt x="153571" y="73687"/>
                  </a:cubicBezTo>
                  <a:cubicBezTo>
                    <a:pt x="155367" y="73679"/>
                    <a:pt x="155367" y="73679"/>
                    <a:pt x="157898" y="73306"/>
                  </a:cubicBezTo>
                  <a:cubicBezTo>
                    <a:pt x="158133" y="72817"/>
                    <a:pt x="158368" y="72328"/>
                    <a:pt x="158610" y="71824"/>
                  </a:cubicBezTo>
                  <a:cubicBezTo>
                    <a:pt x="158866" y="71331"/>
                    <a:pt x="159123" y="70837"/>
                    <a:pt x="159387" y="70329"/>
                  </a:cubicBezTo>
                  <a:cubicBezTo>
                    <a:pt x="160853" y="69923"/>
                    <a:pt x="160853" y="69923"/>
                    <a:pt x="162625" y="69876"/>
                  </a:cubicBezTo>
                  <a:cubicBezTo>
                    <a:pt x="163258" y="69852"/>
                    <a:pt x="163891" y="69828"/>
                    <a:pt x="164543" y="69803"/>
                  </a:cubicBezTo>
                  <a:cubicBezTo>
                    <a:pt x="165205" y="69793"/>
                    <a:pt x="165867" y="69782"/>
                    <a:pt x="166549" y="69771"/>
                  </a:cubicBezTo>
                  <a:cubicBezTo>
                    <a:pt x="167217" y="69749"/>
                    <a:pt x="167884" y="69727"/>
                    <a:pt x="168572" y="69704"/>
                  </a:cubicBezTo>
                  <a:cubicBezTo>
                    <a:pt x="170223" y="69652"/>
                    <a:pt x="171873" y="69612"/>
                    <a:pt x="173525" y="69585"/>
                  </a:cubicBezTo>
                  <a:cubicBezTo>
                    <a:pt x="173525" y="68603"/>
                    <a:pt x="173525" y="67621"/>
                    <a:pt x="173525" y="66609"/>
                  </a:cubicBezTo>
                  <a:cubicBezTo>
                    <a:pt x="173972" y="66598"/>
                    <a:pt x="174419" y="66587"/>
                    <a:pt x="174880" y="66576"/>
                  </a:cubicBezTo>
                  <a:cubicBezTo>
                    <a:pt x="176894" y="66520"/>
                    <a:pt x="178907" y="66448"/>
                    <a:pt x="180920" y="66376"/>
                  </a:cubicBezTo>
                  <a:cubicBezTo>
                    <a:pt x="181624" y="66359"/>
                    <a:pt x="182327" y="66342"/>
                    <a:pt x="183052" y="66325"/>
                  </a:cubicBezTo>
                  <a:cubicBezTo>
                    <a:pt x="183721" y="66299"/>
                    <a:pt x="184390" y="66272"/>
                    <a:pt x="185080" y="66245"/>
                  </a:cubicBezTo>
                  <a:cubicBezTo>
                    <a:pt x="185699" y="66226"/>
                    <a:pt x="186319" y="66206"/>
                    <a:pt x="186957" y="66186"/>
                  </a:cubicBezTo>
                  <a:cubicBezTo>
                    <a:pt x="187436" y="66080"/>
                    <a:pt x="187915" y="65974"/>
                    <a:pt x="188408" y="65864"/>
                  </a:cubicBezTo>
                  <a:cubicBezTo>
                    <a:pt x="188654" y="65128"/>
                    <a:pt x="188899" y="64391"/>
                    <a:pt x="189152" y="63632"/>
                  </a:cubicBezTo>
                  <a:cubicBezTo>
                    <a:pt x="191289" y="63360"/>
                    <a:pt x="193287" y="63216"/>
                    <a:pt x="195431" y="63167"/>
                  </a:cubicBezTo>
                  <a:cubicBezTo>
                    <a:pt x="199485" y="63221"/>
                    <a:pt x="199485" y="63221"/>
                    <a:pt x="203291" y="62144"/>
                  </a:cubicBezTo>
                  <a:cubicBezTo>
                    <a:pt x="203291" y="61407"/>
                    <a:pt x="203291" y="60670"/>
                    <a:pt x="203291" y="59911"/>
                  </a:cubicBezTo>
                  <a:cubicBezTo>
                    <a:pt x="203760" y="59900"/>
                    <a:pt x="204230" y="59890"/>
                    <a:pt x="204714" y="59878"/>
                  </a:cubicBezTo>
                  <a:cubicBezTo>
                    <a:pt x="206829" y="59823"/>
                    <a:pt x="208943" y="59751"/>
                    <a:pt x="211058" y="59679"/>
                  </a:cubicBezTo>
                  <a:cubicBezTo>
                    <a:pt x="211797" y="59662"/>
                    <a:pt x="212536" y="59645"/>
                    <a:pt x="213297" y="59628"/>
                  </a:cubicBezTo>
                  <a:cubicBezTo>
                    <a:pt x="214351" y="59588"/>
                    <a:pt x="214351" y="59588"/>
                    <a:pt x="215427" y="59548"/>
                  </a:cubicBezTo>
                  <a:cubicBezTo>
                    <a:pt x="216078" y="59528"/>
                    <a:pt x="216728" y="59509"/>
                    <a:pt x="217399" y="59489"/>
                  </a:cubicBezTo>
                  <a:cubicBezTo>
                    <a:pt x="217900" y="59383"/>
                    <a:pt x="218401" y="59277"/>
                    <a:pt x="218918" y="59167"/>
                  </a:cubicBezTo>
                  <a:cubicBezTo>
                    <a:pt x="219163" y="58430"/>
                    <a:pt x="219409" y="57694"/>
                    <a:pt x="219662" y="56935"/>
                  </a:cubicBezTo>
                  <a:cubicBezTo>
                    <a:pt x="221101" y="56660"/>
                    <a:pt x="221101" y="56660"/>
                    <a:pt x="222964" y="56659"/>
                  </a:cubicBezTo>
                  <a:cubicBezTo>
                    <a:pt x="223630" y="56646"/>
                    <a:pt x="224295" y="56633"/>
                    <a:pt x="224981" y="56619"/>
                  </a:cubicBezTo>
                  <a:cubicBezTo>
                    <a:pt x="226396" y="56613"/>
                    <a:pt x="227811" y="56609"/>
                    <a:pt x="229225" y="56608"/>
                  </a:cubicBezTo>
                  <a:cubicBezTo>
                    <a:pt x="230224" y="56587"/>
                    <a:pt x="230224" y="56587"/>
                    <a:pt x="231243" y="56566"/>
                  </a:cubicBezTo>
                  <a:cubicBezTo>
                    <a:pt x="232165" y="56563"/>
                    <a:pt x="232165" y="56563"/>
                    <a:pt x="233106" y="56561"/>
                  </a:cubicBezTo>
                  <a:cubicBezTo>
                    <a:pt x="233818" y="56378"/>
                    <a:pt x="233818" y="56378"/>
                    <a:pt x="234545" y="56191"/>
                  </a:cubicBezTo>
                  <a:cubicBezTo>
                    <a:pt x="234662" y="55699"/>
                    <a:pt x="234779" y="55207"/>
                    <a:pt x="234900" y="54701"/>
                  </a:cubicBezTo>
                  <a:cubicBezTo>
                    <a:pt x="235028" y="54210"/>
                    <a:pt x="235157" y="53719"/>
                    <a:pt x="235289" y="53214"/>
                  </a:cubicBezTo>
                  <a:cubicBezTo>
                    <a:pt x="236841" y="52855"/>
                    <a:pt x="236841" y="52855"/>
                    <a:pt x="238864" y="52865"/>
                  </a:cubicBezTo>
                  <a:cubicBezTo>
                    <a:pt x="239590" y="52855"/>
                    <a:pt x="240317" y="52844"/>
                    <a:pt x="241065" y="52833"/>
                  </a:cubicBezTo>
                  <a:cubicBezTo>
                    <a:pt x="242603" y="52839"/>
                    <a:pt x="244142" y="52845"/>
                    <a:pt x="245681" y="52851"/>
                  </a:cubicBezTo>
                  <a:cubicBezTo>
                    <a:pt x="246409" y="52840"/>
                    <a:pt x="247137" y="52830"/>
                    <a:pt x="247887" y="52819"/>
                  </a:cubicBezTo>
                  <a:cubicBezTo>
                    <a:pt x="248556" y="52822"/>
                    <a:pt x="249226" y="52825"/>
                    <a:pt x="249916" y="52829"/>
                  </a:cubicBezTo>
                  <a:cubicBezTo>
                    <a:pt x="252215" y="52356"/>
                    <a:pt x="252526" y="51322"/>
                    <a:pt x="253892" y="49493"/>
                  </a:cubicBezTo>
                  <a:cubicBezTo>
                    <a:pt x="255557" y="49203"/>
                    <a:pt x="255557" y="49203"/>
                    <a:pt x="257476" y="49307"/>
                  </a:cubicBezTo>
                  <a:cubicBezTo>
                    <a:pt x="258513" y="49342"/>
                    <a:pt x="258513" y="49342"/>
                    <a:pt x="259571" y="49377"/>
                  </a:cubicBezTo>
                  <a:cubicBezTo>
                    <a:pt x="260291" y="49415"/>
                    <a:pt x="261011" y="49454"/>
                    <a:pt x="261752" y="49493"/>
                  </a:cubicBezTo>
                  <a:cubicBezTo>
                    <a:pt x="263179" y="49569"/>
                    <a:pt x="264606" y="49632"/>
                    <a:pt x="266034" y="49679"/>
                  </a:cubicBezTo>
                  <a:cubicBezTo>
                    <a:pt x="266667" y="49714"/>
                    <a:pt x="267299" y="49748"/>
                    <a:pt x="267951" y="49784"/>
                  </a:cubicBezTo>
                  <a:cubicBezTo>
                    <a:pt x="268469" y="49688"/>
                    <a:pt x="268986" y="49592"/>
                    <a:pt x="269519" y="49493"/>
                  </a:cubicBezTo>
                  <a:cubicBezTo>
                    <a:pt x="269750" y="49008"/>
                    <a:pt x="269980" y="48522"/>
                    <a:pt x="270218" y="48022"/>
                  </a:cubicBezTo>
                  <a:cubicBezTo>
                    <a:pt x="270609" y="47277"/>
                    <a:pt x="270609" y="47277"/>
                    <a:pt x="271008" y="46517"/>
                  </a:cubicBezTo>
                  <a:cubicBezTo>
                    <a:pt x="272884" y="46111"/>
                    <a:pt x="272884" y="46111"/>
                    <a:pt x="275222" y="46063"/>
                  </a:cubicBezTo>
                  <a:cubicBezTo>
                    <a:pt x="276474" y="46027"/>
                    <a:pt x="276474" y="46027"/>
                    <a:pt x="277751" y="45991"/>
                  </a:cubicBezTo>
                  <a:cubicBezTo>
                    <a:pt x="279064" y="45975"/>
                    <a:pt x="279064" y="45975"/>
                    <a:pt x="280402" y="45959"/>
                  </a:cubicBezTo>
                  <a:cubicBezTo>
                    <a:pt x="281723" y="45926"/>
                    <a:pt x="281723" y="45926"/>
                    <a:pt x="283071" y="45892"/>
                  </a:cubicBezTo>
                  <a:cubicBezTo>
                    <a:pt x="285251" y="45839"/>
                    <a:pt x="287431" y="45800"/>
                    <a:pt x="289611" y="45773"/>
                  </a:cubicBezTo>
                  <a:cubicBezTo>
                    <a:pt x="289611" y="44790"/>
                    <a:pt x="289611" y="43808"/>
                    <a:pt x="289611" y="42796"/>
                  </a:cubicBezTo>
                  <a:cubicBezTo>
                    <a:pt x="290171" y="42785"/>
                    <a:pt x="290730" y="42774"/>
                    <a:pt x="291307" y="42763"/>
                  </a:cubicBezTo>
                  <a:cubicBezTo>
                    <a:pt x="293827" y="42708"/>
                    <a:pt x="296347" y="42636"/>
                    <a:pt x="298866" y="42563"/>
                  </a:cubicBezTo>
                  <a:cubicBezTo>
                    <a:pt x="300188" y="42538"/>
                    <a:pt x="300188" y="42538"/>
                    <a:pt x="301536" y="42513"/>
                  </a:cubicBezTo>
                  <a:cubicBezTo>
                    <a:pt x="302373" y="42486"/>
                    <a:pt x="303210" y="42460"/>
                    <a:pt x="304072" y="42433"/>
                  </a:cubicBezTo>
                  <a:cubicBezTo>
                    <a:pt x="304848" y="42413"/>
                    <a:pt x="305623" y="42394"/>
                    <a:pt x="306422" y="42374"/>
                  </a:cubicBezTo>
                  <a:cubicBezTo>
                    <a:pt x="307014" y="42267"/>
                    <a:pt x="307605" y="42161"/>
                    <a:pt x="308215" y="42052"/>
                  </a:cubicBezTo>
                  <a:cubicBezTo>
                    <a:pt x="308460" y="41315"/>
                    <a:pt x="308706" y="40579"/>
                    <a:pt x="308959" y="39819"/>
                  </a:cubicBezTo>
                  <a:cubicBezTo>
                    <a:pt x="310739" y="39545"/>
                    <a:pt x="310739" y="39545"/>
                    <a:pt x="313075" y="39543"/>
                  </a:cubicBezTo>
                  <a:cubicBezTo>
                    <a:pt x="314325" y="39524"/>
                    <a:pt x="314325" y="39524"/>
                    <a:pt x="315601" y="39504"/>
                  </a:cubicBezTo>
                  <a:cubicBezTo>
                    <a:pt x="317374" y="39497"/>
                    <a:pt x="319147" y="39493"/>
                    <a:pt x="320920" y="39492"/>
                  </a:cubicBezTo>
                  <a:cubicBezTo>
                    <a:pt x="321754" y="39479"/>
                    <a:pt x="322587" y="39465"/>
                    <a:pt x="323446" y="39450"/>
                  </a:cubicBezTo>
                  <a:cubicBezTo>
                    <a:pt x="324602" y="39448"/>
                    <a:pt x="324602" y="39448"/>
                    <a:pt x="325782" y="39446"/>
                  </a:cubicBezTo>
                  <a:cubicBezTo>
                    <a:pt x="326663" y="39263"/>
                    <a:pt x="326663" y="39263"/>
                    <a:pt x="327562" y="39075"/>
                  </a:cubicBezTo>
                  <a:cubicBezTo>
                    <a:pt x="327672" y="38580"/>
                    <a:pt x="327781" y="38084"/>
                    <a:pt x="327894" y="37574"/>
                  </a:cubicBezTo>
                  <a:cubicBezTo>
                    <a:pt x="328098" y="36844"/>
                    <a:pt x="328098" y="36844"/>
                    <a:pt x="328306" y="36099"/>
                  </a:cubicBezTo>
                  <a:cubicBezTo>
                    <a:pt x="330360" y="35820"/>
                    <a:pt x="330360" y="35820"/>
                    <a:pt x="333074" y="35939"/>
                  </a:cubicBezTo>
                  <a:cubicBezTo>
                    <a:pt x="334041" y="35965"/>
                    <a:pt x="335009" y="35992"/>
                    <a:pt x="336007" y="36019"/>
                  </a:cubicBezTo>
                  <a:cubicBezTo>
                    <a:pt x="337555" y="36079"/>
                    <a:pt x="339103" y="36146"/>
                    <a:pt x="340651" y="36216"/>
                  </a:cubicBezTo>
                  <a:cubicBezTo>
                    <a:pt x="342140" y="36279"/>
                    <a:pt x="343630" y="36318"/>
                    <a:pt x="345119" y="36357"/>
                  </a:cubicBezTo>
                  <a:cubicBezTo>
                    <a:pt x="346015" y="36396"/>
                    <a:pt x="346910" y="36434"/>
                    <a:pt x="347833" y="36474"/>
                  </a:cubicBezTo>
                  <a:cubicBezTo>
                    <a:pt x="348511" y="36350"/>
                    <a:pt x="349188" y="36226"/>
                    <a:pt x="349887" y="36099"/>
                  </a:cubicBezTo>
                  <a:cubicBezTo>
                    <a:pt x="350009" y="35487"/>
                    <a:pt x="350131" y="34875"/>
                    <a:pt x="350257" y="34245"/>
                  </a:cubicBezTo>
                  <a:cubicBezTo>
                    <a:pt x="350380" y="33629"/>
                    <a:pt x="350504" y="33013"/>
                    <a:pt x="350631" y="32378"/>
                  </a:cubicBezTo>
                  <a:cubicBezTo>
                    <a:pt x="352696" y="31956"/>
                    <a:pt x="352696" y="31956"/>
                    <a:pt x="355424" y="32015"/>
                  </a:cubicBezTo>
                  <a:cubicBezTo>
                    <a:pt x="356395" y="32027"/>
                    <a:pt x="357366" y="32039"/>
                    <a:pt x="358367" y="32051"/>
                  </a:cubicBezTo>
                  <a:cubicBezTo>
                    <a:pt x="359401" y="32082"/>
                    <a:pt x="360434" y="32114"/>
                    <a:pt x="361467" y="32146"/>
                  </a:cubicBezTo>
                  <a:cubicBezTo>
                    <a:pt x="362503" y="32164"/>
                    <a:pt x="363540" y="32181"/>
                    <a:pt x="364576" y="32196"/>
                  </a:cubicBezTo>
                  <a:cubicBezTo>
                    <a:pt x="367122" y="32240"/>
                    <a:pt x="369666" y="32302"/>
                    <a:pt x="372211" y="32378"/>
                  </a:cubicBezTo>
                  <a:cubicBezTo>
                    <a:pt x="372211" y="31396"/>
                    <a:pt x="372211" y="30414"/>
                    <a:pt x="372211" y="29402"/>
                  </a:cubicBezTo>
                  <a:cubicBezTo>
                    <a:pt x="380069" y="29156"/>
                    <a:pt x="387927" y="28910"/>
                    <a:pt x="396023" y="28657"/>
                  </a:cubicBezTo>
                  <a:cubicBezTo>
                    <a:pt x="396023" y="27675"/>
                    <a:pt x="396023" y="26693"/>
                    <a:pt x="396023" y="25681"/>
                  </a:cubicBezTo>
                  <a:cubicBezTo>
                    <a:pt x="404373" y="25681"/>
                    <a:pt x="412722" y="25681"/>
                    <a:pt x="421324" y="25681"/>
                  </a:cubicBezTo>
                  <a:cubicBezTo>
                    <a:pt x="421324" y="24699"/>
                    <a:pt x="421324" y="23716"/>
                    <a:pt x="421324" y="22704"/>
                  </a:cubicBezTo>
                  <a:cubicBezTo>
                    <a:pt x="434953" y="22336"/>
                    <a:pt x="434953" y="22336"/>
                    <a:pt x="448857" y="21960"/>
                  </a:cubicBezTo>
                  <a:cubicBezTo>
                    <a:pt x="448857" y="20978"/>
                    <a:pt x="448857" y="19996"/>
                    <a:pt x="448857" y="18984"/>
                  </a:cubicBezTo>
                  <a:cubicBezTo>
                    <a:pt x="449751" y="18973"/>
                    <a:pt x="450645" y="18962"/>
                    <a:pt x="451566" y="18951"/>
                  </a:cubicBezTo>
                  <a:cubicBezTo>
                    <a:pt x="454875" y="18908"/>
                    <a:pt x="458184" y="18850"/>
                    <a:pt x="461493" y="18788"/>
                  </a:cubicBezTo>
                  <a:cubicBezTo>
                    <a:pt x="462926" y="18763"/>
                    <a:pt x="464360" y="18743"/>
                    <a:pt x="465793" y="18726"/>
                  </a:cubicBezTo>
                  <a:cubicBezTo>
                    <a:pt x="467851" y="18701"/>
                    <a:pt x="469909" y="18662"/>
                    <a:pt x="471966" y="18620"/>
                  </a:cubicBezTo>
                  <a:cubicBezTo>
                    <a:pt x="472610" y="18615"/>
                    <a:pt x="473253" y="18611"/>
                    <a:pt x="473916" y="18606"/>
                  </a:cubicBezTo>
                  <a:cubicBezTo>
                    <a:pt x="475909" y="18582"/>
                    <a:pt x="475909" y="18582"/>
                    <a:pt x="478623" y="18239"/>
                  </a:cubicBezTo>
                  <a:cubicBezTo>
                    <a:pt x="479114" y="17503"/>
                    <a:pt x="479605" y="16766"/>
                    <a:pt x="480111" y="16007"/>
                  </a:cubicBezTo>
                  <a:cubicBezTo>
                    <a:pt x="484242" y="15212"/>
                    <a:pt x="488262" y="15194"/>
                    <a:pt x="492453" y="15295"/>
                  </a:cubicBezTo>
                  <a:cubicBezTo>
                    <a:pt x="493648" y="15311"/>
                    <a:pt x="494843" y="15327"/>
                    <a:pt x="496037" y="15343"/>
                  </a:cubicBezTo>
                  <a:cubicBezTo>
                    <a:pt x="497899" y="15371"/>
                    <a:pt x="499761" y="15403"/>
                    <a:pt x="501623" y="15447"/>
                  </a:cubicBezTo>
                  <a:cubicBezTo>
                    <a:pt x="503434" y="15487"/>
                    <a:pt x="505245" y="15509"/>
                    <a:pt x="507057" y="15527"/>
                  </a:cubicBezTo>
                  <a:cubicBezTo>
                    <a:pt x="507617" y="15545"/>
                    <a:pt x="508176" y="15563"/>
                    <a:pt x="508753" y="15581"/>
                  </a:cubicBezTo>
                  <a:cubicBezTo>
                    <a:pt x="510486" y="15624"/>
                    <a:pt x="510486" y="15624"/>
                    <a:pt x="512853" y="15263"/>
                  </a:cubicBezTo>
                  <a:cubicBezTo>
                    <a:pt x="513072" y="14773"/>
                    <a:pt x="513290" y="14284"/>
                    <a:pt x="513515" y="13780"/>
                  </a:cubicBezTo>
                  <a:cubicBezTo>
                    <a:pt x="513924" y="13040"/>
                    <a:pt x="513924" y="13040"/>
                    <a:pt x="514342" y="12286"/>
                  </a:cubicBezTo>
                  <a:cubicBezTo>
                    <a:pt x="516046" y="11900"/>
                    <a:pt x="516046" y="11900"/>
                    <a:pt x="518199" y="11880"/>
                  </a:cubicBezTo>
                  <a:cubicBezTo>
                    <a:pt x="519406" y="11858"/>
                    <a:pt x="519406" y="11858"/>
                    <a:pt x="520637" y="11836"/>
                  </a:cubicBezTo>
                  <a:cubicBezTo>
                    <a:pt x="521944" y="11834"/>
                    <a:pt x="521944" y="11834"/>
                    <a:pt x="523277" y="11833"/>
                  </a:cubicBezTo>
                  <a:cubicBezTo>
                    <a:pt x="524167" y="11821"/>
                    <a:pt x="525057" y="11808"/>
                    <a:pt x="525974" y="11796"/>
                  </a:cubicBezTo>
                  <a:cubicBezTo>
                    <a:pt x="528825" y="11759"/>
                    <a:pt x="531675" y="11744"/>
                    <a:pt x="534526" y="11728"/>
                  </a:cubicBezTo>
                  <a:cubicBezTo>
                    <a:pt x="536456" y="11707"/>
                    <a:pt x="538385" y="11685"/>
                    <a:pt x="540314" y="11661"/>
                  </a:cubicBezTo>
                  <a:cubicBezTo>
                    <a:pt x="545051" y="11606"/>
                    <a:pt x="549788" y="11568"/>
                    <a:pt x="554525" y="11542"/>
                  </a:cubicBezTo>
                  <a:cubicBezTo>
                    <a:pt x="554525" y="10560"/>
                    <a:pt x="554525" y="9578"/>
                    <a:pt x="554525" y="8566"/>
                  </a:cubicBezTo>
                  <a:cubicBezTo>
                    <a:pt x="570978" y="8566"/>
                    <a:pt x="587431" y="8566"/>
                    <a:pt x="604383" y="8566"/>
                  </a:cubicBezTo>
                  <a:cubicBezTo>
                    <a:pt x="604383" y="7583"/>
                    <a:pt x="604383" y="6601"/>
                    <a:pt x="604383" y="5589"/>
                  </a:cubicBezTo>
                  <a:cubicBezTo>
                    <a:pt x="604857" y="5588"/>
                    <a:pt x="605332" y="5587"/>
                    <a:pt x="605822" y="5586"/>
                  </a:cubicBezTo>
                  <a:cubicBezTo>
                    <a:pt x="617360" y="5558"/>
                    <a:pt x="628899" y="5514"/>
                    <a:pt x="640437" y="5452"/>
                  </a:cubicBezTo>
                  <a:cubicBezTo>
                    <a:pt x="646017" y="5423"/>
                    <a:pt x="651597" y="5398"/>
                    <a:pt x="657176" y="5387"/>
                  </a:cubicBezTo>
                  <a:cubicBezTo>
                    <a:pt x="662038" y="5378"/>
                    <a:pt x="666900" y="5358"/>
                    <a:pt x="671761" y="5325"/>
                  </a:cubicBezTo>
                  <a:cubicBezTo>
                    <a:pt x="674337" y="5308"/>
                    <a:pt x="676913" y="5297"/>
                    <a:pt x="679489" y="5297"/>
                  </a:cubicBezTo>
                  <a:cubicBezTo>
                    <a:pt x="682360" y="5298"/>
                    <a:pt x="685230" y="5276"/>
                    <a:pt x="688101" y="5251"/>
                  </a:cubicBezTo>
                  <a:cubicBezTo>
                    <a:pt x="688961" y="5255"/>
                    <a:pt x="689821" y="5259"/>
                    <a:pt x="690708" y="5262"/>
                  </a:cubicBezTo>
                  <a:cubicBezTo>
                    <a:pt x="691874" y="5247"/>
                    <a:pt x="691874" y="5247"/>
                    <a:pt x="693064" y="5231"/>
                  </a:cubicBezTo>
                  <a:cubicBezTo>
                    <a:pt x="693743" y="5228"/>
                    <a:pt x="694423" y="5226"/>
                    <a:pt x="695123" y="5223"/>
                  </a:cubicBezTo>
                  <a:cubicBezTo>
                    <a:pt x="695629" y="5098"/>
                    <a:pt x="696135" y="4973"/>
                    <a:pt x="696656" y="4845"/>
                  </a:cubicBezTo>
                  <a:cubicBezTo>
                    <a:pt x="696936" y="3861"/>
                    <a:pt x="697184" y="2868"/>
                    <a:pt x="697400" y="1868"/>
                  </a:cubicBezTo>
                  <a:close/>
                </a:path>
              </a:pathLst>
            </a:custGeom>
            <a:grpFill/>
            <a:ln w="744" cap="flat">
              <a:noFill/>
              <a:prstDash val="solid"/>
              <a:miter/>
            </a:ln>
          </p:spPr>
          <p:txBody>
            <a:bodyPr rtlCol="0" anchor="ctr"/>
            <a:lstStyle/>
            <a:p>
              <a:endParaRPr lang="zh-CN" altLang="en-US"/>
            </a:p>
          </p:txBody>
        </p:sp>
        <p:sp>
          <p:nvSpPr>
            <p:cNvPr id="81" name="任意多边形: 形状 80"/>
            <p:cNvSpPr/>
            <p:nvPr/>
          </p:nvSpPr>
          <p:spPr>
            <a:xfrm>
              <a:off x="3119006" y="609771"/>
              <a:ext cx="364247" cy="1015864"/>
            </a:xfrm>
            <a:custGeom>
              <a:avLst/>
              <a:gdLst>
                <a:gd name="connsiteX0" fmla="*/ 224261 w 364247"/>
                <a:gd name="connsiteY0" fmla="*/ 91688 h 1015864"/>
                <a:gd name="connsiteX1" fmla="*/ 220694 w 364247"/>
                <a:gd name="connsiteY1" fmla="*/ 92535 h 1015864"/>
                <a:gd name="connsiteX2" fmla="*/ 218916 w 364247"/>
                <a:gd name="connsiteY2" fmla="*/ 92550 h 1015864"/>
                <a:gd name="connsiteX3" fmla="*/ 216883 w 364247"/>
                <a:gd name="connsiteY3" fmla="*/ 92572 h 1015864"/>
                <a:gd name="connsiteX4" fmla="*/ 214635 w 364247"/>
                <a:gd name="connsiteY4" fmla="*/ 92585 h 1015864"/>
                <a:gd name="connsiteX5" fmla="*/ 207204 w 364247"/>
                <a:gd name="connsiteY5" fmla="*/ 92649 h 1015864"/>
                <a:gd name="connsiteX6" fmla="*/ 201879 w 364247"/>
                <a:gd name="connsiteY6" fmla="*/ 92690 h 1015864"/>
                <a:gd name="connsiteX7" fmla="*/ 187954 w 364247"/>
                <a:gd name="connsiteY7" fmla="*/ 92806 h 1015864"/>
                <a:gd name="connsiteX8" fmla="*/ 173512 w 364247"/>
                <a:gd name="connsiteY8" fmla="*/ 92924 h 1015864"/>
                <a:gd name="connsiteX9" fmla="*/ 143647 w 364247"/>
                <a:gd name="connsiteY9" fmla="*/ 93167 h 1015864"/>
                <a:gd name="connsiteX10" fmla="*/ 142406 w 364247"/>
                <a:gd name="connsiteY10" fmla="*/ 93176 h 1015864"/>
                <a:gd name="connsiteX11" fmla="*/ 142406 w 364247"/>
                <a:gd name="connsiteY11" fmla="*/ 99129 h 1015864"/>
                <a:gd name="connsiteX12" fmla="*/ 140917 w 364247"/>
                <a:gd name="connsiteY12" fmla="*/ 99129 h 1015864"/>
                <a:gd name="connsiteX13" fmla="*/ 139265 w 364247"/>
                <a:gd name="connsiteY13" fmla="*/ 104705 h 1015864"/>
                <a:gd name="connsiteX14" fmla="*/ 139296 w 364247"/>
                <a:gd name="connsiteY14" fmla="*/ 106676 h 1015864"/>
                <a:gd name="connsiteX15" fmla="*/ 139318 w 364247"/>
                <a:gd name="connsiteY15" fmla="*/ 108925 h 1015864"/>
                <a:gd name="connsiteX16" fmla="*/ 139385 w 364247"/>
                <a:gd name="connsiteY16" fmla="*/ 113808 h 1015864"/>
                <a:gd name="connsiteX17" fmla="*/ 139476 w 364247"/>
                <a:gd name="connsiteY17" fmla="*/ 121640 h 1015864"/>
                <a:gd name="connsiteX18" fmla="*/ 139575 w 364247"/>
                <a:gd name="connsiteY18" fmla="*/ 129504 h 1015864"/>
                <a:gd name="connsiteX19" fmla="*/ 139595 w 364247"/>
                <a:gd name="connsiteY19" fmla="*/ 131976 h 1015864"/>
                <a:gd name="connsiteX20" fmla="*/ 139644 w 364247"/>
                <a:gd name="connsiteY20" fmla="*/ 134395 h 1015864"/>
                <a:gd name="connsiteX21" fmla="*/ 139659 w 364247"/>
                <a:gd name="connsiteY21" fmla="*/ 136616 h 1015864"/>
                <a:gd name="connsiteX22" fmla="*/ 139429 w 364247"/>
                <a:gd name="connsiteY22" fmla="*/ 140057 h 1015864"/>
                <a:gd name="connsiteX23" fmla="*/ 137197 w 364247"/>
                <a:gd name="connsiteY23" fmla="*/ 140801 h 1015864"/>
                <a:gd name="connsiteX24" fmla="*/ 136915 w 364247"/>
                <a:gd name="connsiteY24" fmla="*/ 142378 h 1015864"/>
                <a:gd name="connsiteX25" fmla="*/ 136910 w 364247"/>
                <a:gd name="connsiteY25" fmla="*/ 144483 h 1015864"/>
                <a:gd name="connsiteX26" fmla="*/ 136888 w 364247"/>
                <a:gd name="connsiteY26" fmla="*/ 146861 h 1015864"/>
                <a:gd name="connsiteX27" fmla="*/ 136894 w 364247"/>
                <a:gd name="connsiteY27" fmla="*/ 149449 h 1015864"/>
                <a:gd name="connsiteX28" fmla="*/ 136833 w 364247"/>
                <a:gd name="connsiteY28" fmla="*/ 157626 h 1015864"/>
                <a:gd name="connsiteX29" fmla="*/ 136779 w 364247"/>
                <a:gd name="connsiteY29" fmla="*/ 168853 h 1015864"/>
                <a:gd name="connsiteX30" fmla="*/ 136755 w 364247"/>
                <a:gd name="connsiteY30" fmla="*/ 171494 h 1015864"/>
                <a:gd name="connsiteX31" fmla="*/ 136762 w 364247"/>
                <a:gd name="connsiteY31" fmla="*/ 174078 h 1015864"/>
                <a:gd name="connsiteX32" fmla="*/ 136739 w 364247"/>
                <a:gd name="connsiteY32" fmla="*/ 176463 h 1015864"/>
                <a:gd name="connsiteX33" fmla="*/ 136453 w 364247"/>
                <a:gd name="connsiteY33" fmla="*/ 180241 h 1015864"/>
                <a:gd name="connsiteX34" fmla="*/ 134220 w 364247"/>
                <a:gd name="connsiteY34" fmla="*/ 181729 h 1015864"/>
                <a:gd name="connsiteX35" fmla="*/ 133972 w 364247"/>
                <a:gd name="connsiteY35" fmla="*/ 183428 h 1015864"/>
                <a:gd name="connsiteX36" fmla="*/ 134014 w 364247"/>
                <a:gd name="connsiteY36" fmla="*/ 185575 h 1015864"/>
                <a:gd name="connsiteX37" fmla="*/ 134044 w 364247"/>
                <a:gd name="connsiteY37" fmla="*/ 188005 h 1015864"/>
                <a:gd name="connsiteX38" fmla="*/ 134138 w 364247"/>
                <a:gd name="connsiteY38" fmla="*/ 193329 h 1015864"/>
                <a:gd name="connsiteX39" fmla="*/ 134267 w 364247"/>
                <a:gd name="connsiteY39" fmla="*/ 201867 h 1015864"/>
                <a:gd name="connsiteX40" fmla="*/ 134404 w 364247"/>
                <a:gd name="connsiteY40" fmla="*/ 210413 h 1015864"/>
                <a:gd name="connsiteX41" fmla="*/ 134432 w 364247"/>
                <a:gd name="connsiteY41" fmla="*/ 213102 h 1015864"/>
                <a:gd name="connsiteX42" fmla="*/ 134500 w 364247"/>
                <a:gd name="connsiteY42" fmla="*/ 215740 h 1015864"/>
                <a:gd name="connsiteX43" fmla="*/ 134523 w 364247"/>
                <a:gd name="connsiteY43" fmla="*/ 218163 h 1015864"/>
                <a:gd name="connsiteX44" fmla="*/ 134220 w 364247"/>
                <a:gd name="connsiteY44" fmla="*/ 221913 h 1015864"/>
                <a:gd name="connsiteX45" fmla="*/ 131244 w 364247"/>
                <a:gd name="connsiteY45" fmla="*/ 222657 h 1015864"/>
                <a:gd name="connsiteX46" fmla="*/ 130886 w 364247"/>
                <a:gd name="connsiteY46" fmla="*/ 224272 h 1015864"/>
                <a:gd name="connsiteX47" fmla="*/ 130906 w 364247"/>
                <a:gd name="connsiteY47" fmla="*/ 226430 h 1015864"/>
                <a:gd name="connsiteX48" fmla="*/ 130906 w 364247"/>
                <a:gd name="connsiteY48" fmla="*/ 228868 h 1015864"/>
                <a:gd name="connsiteX49" fmla="*/ 130953 w 364247"/>
                <a:gd name="connsiteY49" fmla="*/ 231520 h 1015864"/>
                <a:gd name="connsiteX50" fmla="*/ 131019 w 364247"/>
                <a:gd name="connsiteY50" fmla="*/ 239881 h 1015864"/>
                <a:gd name="connsiteX51" fmla="*/ 131080 w 364247"/>
                <a:gd name="connsiteY51" fmla="*/ 245713 h 1015864"/>
                <a:gd name="connsiteX52" fmla="*/ 131224 w 364247"/>
                <a:gd name="connsiteY52" fmla="*/ 261320 h 1015864"/>
                <a:gd name="connsiteX53" fmla="*/ 131244 w 364247"/>
                <a:gd name="connsiteY53" fmla="*/ 262840 h 1015864"/>
                <a:gd name="connsiteX54" fmla="*/ 129011 w 364247"/>
                <a:gd name="connsiteY54" fmla="*/ 262840 h 1015864"/>
                <a:gd name="connsiteX55" fmla="*/ 129157 w 364247"/>
                <a:gd name="connsiteY55" fmla="*/ 277353 h 1015864"/>
                <a:gd name="connsiteX56" fmla="*/ 129197 w 364247"/>
                <a:gd name="connsiteY56" fmla="*/ 283258 h 1015864"/>
                <a:gd name="connsiteX57" fmla="*/ 129289 w 364247"/>
                <a:gd name="connsiteY57" fmla="*/ 291993 h 1015864"/>
                <a:gd name="connsiteX58" fmla="*/ 129302 w 364247"/>
                <a:gd name="connsiteY58" fmla="*/ 294742 h 1015864"/>
                <a:gd name="connsiteX59" fmla="*/ 129348 w 364247"/>
                <a:gd name="connsiteY59" fmla="*/ 297444 h 1015864"/>
                <a:gd name="connsiteX60" fmla="*/ 129349 w 364247"/>
                <a:gd name="connsiteY60" fmla="*/ 299927 h 1015864"/>
                <a:gd name="connsiteX61" fmla="*/ 129011 w 364247"/>
                <a:gd name="connsiteY61" fmla="*/ 303768 h 1015864"/>
                <a:gd name="connsiteX62" fmla="*/ 127523 w 364247"/>
                <a:gd name="connsiteY62" fmla="*/ 304144 h 1015864"/>
                <a:gd name="connsiteX63" fmla="*/ 126035 w 364247"/>
                <a:gd name="connsiteY63" fmla="*/ 304512 h 1015864"/>
                <a:gd name="connsiteX64" fmla="*/ 125677 w 364247"/>
                <a:gd name="connsiteY64" fmla="*/ 306127 h 1015864"/>
                <a:gd name="connsiteX65" fmla="*/ 125697 w 364247"/>
                <a:gd name="connsiteY65" fmla="*/ 308285 h 1015864"/>
                <a:gd name="connsiteX66" fmla="*/ 125697 w 364247"/>
                <a:gd name="connsiteY66" fmla="*/ 310723 h 1015864"/>
                <a:gd name="connsiteX67" fmla="*/ 125744 w 364247"/>
                <a:gd name="connsiteY67" fmla="*/ 313375 h 1015864"/>
                <a:gd name="connsiteX68" fmla="*/ 125810 w 364247"/>
                <a:gd name="connsiteY68" fmla="*/ 321737 h 1015864"/>
                <a:gd name="connsiteX69" fmla="*/ 125871 w 364247"/>
                <a:gd name="connsiteY69" fmla="*/ 327568 h 1015864"/>
                <a:gd name="connsiteX70" fmla="*/ 126015 w 364247"/>
                <a:gd name="connsiteY70" fmla="*/ 343175 h 1015864"/>
                <a:gd name="connsiteX71" fmla="*/ 126035 w 364247"/>
                <a:gd name="connsiteY71" fmla="*/ 344696 h 1015864"/>
                <a:gd name="connsiteX72" fmla="*/ 123802 w 364247"/>
                <a:gd name="connsiteY72" fmla="*/ 344696 h 1015864"/>
                <a:gd name="connsiteX73" fmla="*/ 122984 w 364247"/>
                <a:gd name="connsiteY73" fmla="*/ 347855 h 1015864"/>
                <a:gd name="connsiteX74" fmla="*/ 123009 w 364247"/>
                <a:gd name="connsiteY74" fmla="*/ 349962 h 1015864"/>
                <a:gd name="connsiteX75" fmla="*/ 123031 w 364247"/>
                <a:gd name="connsiteY75" fmla="*/ 352347 h 1015864"/>
                <a:gd name="connsiteX76" fmla="*/ 123083 w 364247"/>
                <a:gd name="connsiteY76" fmla="*/ 357572 h 1015864"/>
                <a:gd name="connsiteX77" fmla="*/ 123151 w 364247"/>
                <a:gd name="connsiteY77" fmla="*/ 365950 h 1015864"/>
                <a:gd name="connsiteX78" fmla="*/ 123235 w 364247"/>
                <a:gd name="connsiteY78" fmla="*/ 374337 h 1015864"/>
                <a:gd name="connsiteX79" fmla="*/ 123250 w 364247"/>
                <a:gd name="connsiteY79" fmla="*/ 376976 h 1015864"/>
                <a:gd name="connsiteX80" fmla="*/ 123292 w 364247"/>
                <a:gd name="connsiteY80" fmla="*/ 379564 h 1015864"/>
                <a:gd name="connsiteX81" fmla="*/ 123300 w 364247"/>
                <a:gd name="connsiteY81" fmla="*/ 381942 h 1015864"/>
                <a:gd name="connsiteX82" fmla="*/ 123058 w 364247"/>
                <a:gd name="connsiteY82" fmla="*/ 385624 h 1015864"/>
                <a:gd name="connsiteX83" fmla="*/ 120826 w 364247"/>
                <a:gd name="connsiteY83" fmla="*/ 386368 h 1015864"/>
                <a:gd name="connsiteX84" fmla="*/ 120577 w 364247"/>
                <a:gd name="connsiteY84" fmla="*/ 387978 h 1015864"/>
                <a:gd name="connsiteX85" fmla="*/ 120619 w 364247"/>
                <a:gd name="connsiteY85" fmla="*/ 390129 h 1015864"/>
                <a:gd name="connsiteX86" fmla="*/ 120649 w 364247"/>
                <a:gd name="connsiteY86" fmla="*/ 392559 h 1015864"/>
                <a:gd name="connsiteX87" fmla="*/ 120743 w 364247"/>
                <a:gd name="connsiteY87" fmla="*/ 397899 h 1015864"/>
                <a:gd name="connsiteX88" fmla="*/ 120872 w 364247"/>
                <a:gd name="connsiteY88" fmla="*/ 406459 h 1015864"/>
                <a:gd name="connsiteX89" fmla="*/ 121009 w 364247"/>
                <a:gd name="connsiteY89" fmla="*/ 415020 h 1015864"/>
                <a:gd name="connsiteX90" fmla="*/ 121038 w 364247"/>
                <a:gd name="connsiteY90" fmla="*/ 417715 h 1015864"/>
                <a:gd name="connsiteX91" fmla="*/ 121106 w 364247"/>
                <a:gd name="connsiteY91" fmla="*/ 420359 h 1015864"/>
                <a:gd name="connsiteX92" fmla="*/ 121128 w 364247"/>
                <a:gd name="connsiteY92" fmla="*/ 422790 h 1015864"/>
                <a:gd name="connsiteX93" fmla="*/ 120826 w 364247"/>
                <a:gd name="connsiteY93" fmla="*/ 426551 h 1015864"/>
                <a:gd name="connsiteX94" fmla="*/ 117849 w 364247"/>
                <a:gd name="connsiteY94" fmla="*/ 427295 h 1015864"/>
                <a:gd name="connsiteX95" fmla="*/ 117491 w 364247"/>
                <a:gd name="connsiteY95" fmla="*/ 428910 h 1015864"/>
                <a:gd name="connsiteX96" fmla="*/ 117511 w 364247"/>
                <a:gd name="connsiteY96" fmla="*/ 431069 h 1015864"/>
                <a:gd name="connsiteX97" fmla="*/ 117512 w 364247"/>
                <a:gd name="connsiteY97" fmla="*/ 433506 h 1015864"/>
                <a:gd name="connsiteX98" fmla="*/ 117558 w 364247"/>
                <a:gd name="connsiteY98" fmla="*/ 436158 h 1015864"/>
                <a:gd name="connsiteX99" fmla="*/ 117625 w 364247"/>
                <a:gd name="connsiteY99" fmla="*/ 444520 h 1015864"/>
                <a:gd name="connsiteX100" fmla="*/ 117686 w 364247"/>
                <a:gd name="connsiteY100" fmla="*/ 450352 h 1015864"/>
                <a:gd name="connsiteX101" fmla="*/ 117829 w 364247"/>
                <a:gd name="connsiteY101" fmla="*/ 465958 h 1015864"/>
                <a:gd name="connsiteX102" fmla="*/ 117849 w 364247"/>
                <a:gd name="connsiteY102" fmla="*/ 467479 h 1015864"/>
                <a:gd name="connsiteX103" fmla="*/ 115617 w 364247"/>
                <a:gd name="connsiteY103" fmla="*/ 467479 h 1015864"/>
                <a:gd name="connsiteX104" fmla="*/ 114798 w 364247"/>
                <a:gd name="connsiteY104" fmla="*/ 470638 h 1015864"/>
                <a:gd name="connsiteX105" fmla="*/ 114823 w 364247"/>
                <a:gd name="connsiteY105" fmla="*/ 472745 h 1015864"/>
                <a:gd name="connsiteX106" fmla="*/ 114845 w 364247"/>
                <a:gd name="connsiteY106" fmla="*/ 475130 h 1015864"/>
                <a:gd name="connsiteX107" fmla="*/ 114898 w 364247"/>
                <a:gd name="connsiteY107" fmla="*/ 480355 h 1015864"/>
                <a:gd name="connsiteX108" fmla="*/ 114966 w 364247"/>
                <a:gd name="connsiteY108" fmla="*/ 488733 h 1015864"/>
                <a:gd name="connsiteX109" fmla="*/ 115049 w 364247"/>
                <a:gd name="connsiteY109" fmla="*/ 497120 h 1015864"/>
                <a:gd name="connsiteX110" fmla="*/ 115064 w 364247"/>
                <a:gd name="connsiteY110" fmla="*/ 499759 h 1015864"/>
                <a:gd name="connsiteX111" fmla="*/ 115106 w 364247"/>
                <a:gd name="connsiteY111" fmla="*/ 502347 h 1015864"/>
                <a:gd name="connsiteX112" fmla="*/ 115114 w 364247"/>
                <a:gd name="connsiteY112" fmla="*/ 504725 h 1015864"/>
                <a:gd name="connsiteX113" fmla="*/ 114872 w 364247"/>
                <a:gd name="connsiteY113" fmla="*/ 508407 h 1015864"/>
                <a:gd name="connsiteX114" fmla="*/ 112640 w 364247"/>
                <a:gd name="connsiteY114" fmla="*/ 509151 h 1015864"/>
                <a:gd name="connsiteX115" fmla="*/ 112358 w 364247"/>
                <a:gd name="connsiteY115" fmla="*/ 510761 h 1015864"/>
                <a:gd name="connsiteX116" fmla="*/ 112354 w 364247"/>
                <a:gd name="connsiteY116" fmla="*/ 512912 h 1015864"/>
                <a:gd name="connsiteX117" fmla="*/ 112331 w 364247"/>
                <a:gd name="connsiteY117" fmla="*/ 515343 h 1015864"/>
                <a:gd name="connsiteX118" fmla="*/ 112338 w 364247"/>
                <a:gd name="connsiteY118" fmla="*/ 517988 h 1015864"/>
                <a:gd name="connsiteX119" fmla="*/ 112268 w 364247"/>
                <a:gd name="connsiteY119" fmla="*/ 529243 h 1015864"/>
                <a:gd name="connsiteX120" fmla="*/ 112223 w 364247"/>
                <a:gd name="connsiteY120" fmla="*/ 537804 h 1015864"/>
                <a:gd name="connsiteX121" fmla="*/ 112198 w 364247"/>
                <a:gd name="connsiteY121" fmla="*/ 540498 h 1015864"/>
                <a:gd name="connsiteX122" fmla="*/ 112205 w 364247"/>
                <a:gd name="connsiteY122" fmla="*/ 543143 h 1015864"/>
                <a:gd name="connsiteX123" fmla="*/ 112182 w 364247"/>
                <a:gd name="connsiteY123" fmla="*/ 545573 h 1015864"/>
                <a:gd name="connsiteX124" fmla="*/ 111896 w 364247"/>
                <a:gd name="connsiteY124" fmla="*/ 549334 h 1015864"/>
                <a:gd name="connsiteX125" fmla="*/ 109664 w 364247"/>
                <a:gd name="connsiteY125" fmla="*/ 550079 h 1015864"/>
                <a:gd name="connsiteX126" fmla="*/ 109664 w 364247"/>
                <a:gd name="connsiteY126" fmla="*/ 556032 h 1015864"/>
                <a:gd name="connsiteX127" fmla="*/ 115865 w 364247"/>
                <a:gd name="connsiteY127" fmla="*/ 555172 h 1015864"/>
                <a:gd name="connsiteX128" fmla="*/ 117504 w 364247"/>
                <a:gd name="connsiteY128" fmla="*/ 555170 h 1015864"/>
                <a:gd name="connsiteX129" fmla="*/ 123044 w 364247"/>
                <a:gd name="connsiteY129" fmla="*/ 555141 h 1015864"/>
                <a:gd name="connsiteX130" fmla="*/ 127113 w 364247"/>
                <a:gd name="connsiteY130" fmla="*/ 555124 h 1015864"/>
                <a:gd name="connsiteX131" fmla="*/ 138178 w 364247"/>
                <a:gd name="connsiteY131" fmla="*/ 555071 h 1015864"/>
                <a:gd name="connsiteX132" fmla="*/ 149943 w 364247"/>
                <a:gd name="connsiteY132" fmla="*/ 555017 h 1015864"/>
                <a:gd name="connsiteX133" fmla="*/ 172153 w 364247"/>
                <a:gd name="connsiteY133" fmla="*/ 554913 h 1015864"/>
                <a:gd name="connsiteX134" fmla="*/ 197642 w 364247"/>
                <a:gd name="connsiteY134" fmla="*/ 554796 h 1015864"/>
                <a:gd name="connsiteX135" fmla="*/ 252539 w 364247"/>
                <a:gd name="connsiteY135" fmla="*/ 554543 h 1015864"/>
                <a:gd name="connsiteX136" fmla="*/ 252539 w 364247"/>
                <a:gd name="connsiteY136" fmla="*/ 556032 h 1015864"/>
                <a:gd name="connsiteX137" fmla="*/ 254771 w 364247"/>
                <a:gd name="connsiteY137" fmla="*/ 555288 h 1015864"/>
                <a:gd name="connsiteX138" fmla="*/ 254027 w 364247"/>
                <a:gd name="connsiteY138" fmla="*/ 551567 h 1015864"/>
                <a:gd name="connsiteX139" fmla="*/ 251794 w 364247"/>
                <a:gd name="connsiteY139" fmla="*/ 551567 h 1015864"/>
                <a:gd name="connsiteX140" fmla="*/ 251831 w 364247"/>
                <a:gd name="connsiteY140" fmla="*/ 537091 h 1015864"/>
                <a:gd name="connsiteX141" fmla="*/ 251841 w 364247"/>
                <a:gd name="connsiteY141" fmla="*/ 531196 h 1015864"/>
                <a:gd name="connsiteX142" fmla="*/ 251864 w 364247"/>
                <a:gd name="connsiteY142" fmla="*/ 522484 h 1015864"/>
                <a:gd name="connsiteX143" fmla="*/ 251867 w 364247"/>
                <a:gd name="connsiteY143" fmla="*/ 519737 h 1015864"/>
                <a:gd name="connsiteX144" fmla="*/ 251879 w 364247"/>
                <a:gd name="connsiteY144" fmla="*/ 517048 h 1015864"/>
                <a:gd name="connsiteX145" fmla="*/ 251879 w 364247"/>
                <a:gd name="connsiteY145" fmla="*/ 514565 h 1015864"/>
                <a:gd name="connsiteX146" fmla="*/ 251050 w 364247"/>
                <a:gd name="connsiteY146" fmla="*/ 509151 h 1015864"/>
                <a:gd name="connsiteX147" fmla="*/ 248818 w 364247"/>
                <a:gd name="connsiteY147" fmla="*/ 509151 h 1015864"/>
                <a:gd name="connsiteX148" fmla="*/ 249119 w 364247"/>
                <a:gd name="connsiteY148" fmla="*/ 495505 h 1015864"/>
                <a:gd name="connsiteX149" fmla="*/ 249236 w 364247"/>
                <a:gd name="connsiteY149" fmla="*/ 489943 h 1015864"/>
                <a:gd name="connsiteX150" fmla="*/ 249419 w 364247"/>
                <a:gd name="connsiteY150" fmla="*/ 481731 h 1015864"/>
                <a:gd name="connsiteX151" fmla="*/ 249472 w 364247"/>
                <a:gd name="connsiteY151" fmla="*/ 479138 h 1015864"/>
                <a:gd name="connsiteX152" fmla="*/ 249533 w 364247"/>
                <a:gd name="connsiteY152" fmla="*/ 476608 h 1015864"/>
                <a:gd name="connsiteX153" fmla="*/ 249578 w 364247"/>
                <a:gd name="connsiteY153" fmla="*/ 474261 h 1015864"/>
                <a:gd name="connsiteX154" fmla="*/ 248818 w 364247"/>
                <a:gd name="connsiteY154" fmla="*/ 468223 h 1015864"/>
                <a:gd name="connsiteX155" fmla="*/ 246585 w 364247"/>
                <a:gd name="connsiteY155" fmla="*/ 467479 h 1015864"/>
                <a:gd name="connsiteX156" fmla="*/ 246332 w 364247"/>
                <a:gd name="connsiteY156" fmla="*/ 465879 h 1015864"/>
                <a:gd name="connsiteX157" fmla="*/ 246367 w 364247"/>
                <a:gd name="connsiteY157" fmla="*/ 463741 h 1015864"/>
                <a:gd name="connsiteX158" fmla="*/ 246390 w 364247"/>
                <a:gd name="connsiteY158" fmla="*/ 461325 h 1015864"/>
                <a:gd name="connsiteX159" fmla="*/ 246446 w 364247"/>
                <a:gd name="connsiteY159" fmla="*/ 458695 h 1015864"/>
                <a:gd name="connsiteX160" fmla="*/ 246585 w 364247"/>
                <a:gd name="connsiteY160" fmla="*/ 447480 h 1015864"/>
                <a:gd name="connsiteX161" fmla="*/ 246699 w 364247"/>
                <a:gd name="connsiteY161" fmla="*/ 438965 h 1015864"/>
                <a:gd name="connsiteX162" fmla="*/ 246725 w 364247"/>
                <a:gd name="connsiteY162" fmla="*/ 436277 h 1015864"/>
                <a:gd name="connsiteX163" fmla="*/ 246781 w 364247"/>
                <a:gd name="connsiteY163" fmla="*/ 433656 h 1015864"/>
                <a:gd name="connsiteX164" fmla="*/ 246803 w 364247"/>
                <a:gd name="connsiteY164" fmla="*/ 431226 h 1015864"/>
                <a:gd name="connsiteX165" fmla="*/ 246839 w 364247"/>
                <a:gd name="connsiteY165" fmla="*/ 429084 h 1015864"/>
                <a:gd name="connsiteX166" fmla="*/ 245475 w 364247"/>
                <a:gd name="connsiteY166" fmla="*/ 426183 h 1015864"/>
                <a:gd name="connsiteX167" fmla="*/ 244061 w 364247"/>
                <a:gd name="connsiteY167" fmla="*/ 423251 h 1015864"/>
                <a:gd name="connsiteX168" fmla="*/ 244043 w 364247"/>
                <a:gd name="connsiteY168" fmla="*/ 421076 h 1015864"/>
                <a:gd name="connsiteX169" fmla="*/ 244006 w 364247"/>
                <a:gd name="connsiteY169" fmla="*/ 418608 h 1015864"/>
                <a:gd name="connsiteX170" fmla="*/ 243998 w 364247"/>
                <a:gd name="connsiteY170" fmla="*/ 415944 h 1015864"/>
                <a:gd name="connsiteX171" fmla="*/ 243908 w 364247"/>
                <a:gd name="connsiteY171" fmla="*/ 407490 h 1015864"/>
                <a:gd name="connsiteX172" fmla="*/ 243830 w 364247"/>
                <a:gd name="connsiteY172" fmla="*/ 398706 h 1015864"/>
                <a:gd name="connsiteX173" fmla="*/ 243766 w 364247"/>
                <a:gd name="connsiteY173" fmla="*/ 393155 h 1015864"/>
                <a:gd name="connsiteX174" fmla="*/ 243749 w 364247"/>
                <a:gd name="connsiteY174" fmla="*/ 390487 h 1015864"/>
                <a:gd name="connsiteX175" fmla="*/ 243726 w 364247"/>
                <a:gd name="connsiteY175" fmla="*/ 388026 h 1015864"/>
                <a:gd name="connsiteX176" fmla="*/ 242865 w 364247"/>
                <a:gd name="connsiteY176" fmla="*/ 382647 h 1015864"/>
                <a:gd name="connsiteX177" fmla="*/ 240632 w 364247"/>
                <a:gd name="connsiteY177" fmla="*/ 382647 h 1015864"/>
                <a:gd name="connsiteX178" fmla="*/ 240741 w 364247"/>
                <a:gd name="connsiteY178" fmla="*/ 368135 h 1015864"/>
                <a:gd name="connsiteX179" fmla="*/ 240772 w 364247"/>
                <a:gd name="connsiteY179" fmla="*/ 362230 h 1015864"/>
                <a:gd name="connsiteX180" fmla="*/ 240841 w 364247"/>
                <a:gd name="connsiteY180" fmla="*/ 353494 h 1015864"/>
                <a:gd name="connsiteX181" fmla="*/ 240850 w 364247"/>
                <a:gd name="connsiteY181" fmla="*/ 350745 h 1015864"/>
                <a:gd name="connsiteX182" fmla="*/ 240885 w 364247"/>
                <a:gd name="connsiteY182" fmla="*/ 348044 h 1015864"/>
                <a:gd name="connsiteX183" fmla="*/ 240886 w 364247"/>
                <a:gd name="connsiteY183" fmla="*/ 345561 h 1015864"/>
                <a:gd name="connsiteX184" fmla="*/ 240632 w 364247"/>
                <a:gd name="connsiteY184" fmla="*/ 341719 h 1015864"/>
                <a:gd name="connsiteX185" fmla="*/ 238400 w 364247"/>
                <a:gd name="connsiteY185" fmla="*/ 340975 h 1015864"/>
                <a:gd name="connsiteX186" fmla="*/ 238146 w 364247"/>
                <a:gd name="connsiteY186" fmla="*/ 339370 h 1015864"/>
                <a:gd name="connsiteX187" fmla="*/ 238182 w 364247"/>
                <a:gd name="connsiteY187" fmla="*/ 337225 h 1015864"/>
                <a:gd name="connsiteX188" fmla="*/ 238204 w 364247"/>
                <a:gd name="connsiteY188" fmla="*/ 334802 h 1015864"/>
                <a:gd name="connsiteX189" fmla="*/ 238260 w 364247"/>
                <a:gd name="connsiteY189" fmla="*/ 332165 h 1015864"/>
                <a:gd name="connsiteX190" fmla="*/ 238400 w 364247"/>
                <a:gd name="connsiteY190" fmla="*/ 320930 h 1015864"/>
                <a:gd name="connsiteX191" fmla="*/ 238514 w 364247"/>
                <a:gd name="connsiteY191" fmla="*/ 312392 h 1015864"/>
                <a:gd name="connsiteX192" fmla="*/ 238539 w 364247"/>
                <a:gd name="connsiteY192" fmla="*/ 309701 h 1015864"/>
                <a:gd name="connsiteX193" fmla="*/ 238596 w 364247"/>
                <a:gd name="connsiteY193" fmla="*/ 307068 h 1015864"/>
                <a:gd name="connsiteX194" fmla="*/ 238618 w 364247"/>
                <a:gd name="connsiteY194" fmla="*/ 304637 h 1015864"/>
                <a:gd name="connsiteX195" fmla="*/ 238400 w 364247"/>
                <a:gd name="connsiteY195" fmla="*/ 300791 h 1015864"/>
                <a:gd name="connsiteX196" fmla="*/ 236167 w 364247"/>
                <a:gd name="connsiteY196" fmla="*/ 299303 h 1015864"/>
                <a:gd name="connsiteX197" fmla="*/ 235876 w 364247"/>
                <a:gd name="connsiteY197" fmla="*/ 297609 h 1015864"/>
                <a:gd name="connsiteX198" fmla="*/ 235857 w 364247"/>
                <a:gd name="connsiteY198" fmla="*/ 295469 h 1015864"/>
                <a:gd name="connsiteX199" fmla="*/ 235820 w 364247"/>
                <a:gd name="connsiteY199" fmla="*/ 293046 h 1015864"/>
                <a:gd name="connsiteX200" fmla="*/ 235813 w 364247"/>
                <a:gd name="connsiteY200" fmla="*/ 290420 h 1015864"/>
                <a:gd name="connsiteX201" fmla="*/ 235722 w 364247"/>
                <a:gd name="connsiteY201" fmla="*/ 282104 h 1015864"/>
                <a:gd name="connsiteX202" fmla="*/ 235644 w 364247"/>
                <a:gd name="connsiteY202" fmla="*/ 273462 h 1015864"/>
                <a:gd name="connsiteX203" fmla="*/ 235580 w 364247"/>
                <a:gd name="connsiteY203" fmla="*/ 268003 h 1015864"/>
                <a:gd name="connsiteX204" fmla="*/ 235564 w 364247"/>
                <a:gd name="connsiteY204" fmla="*/ 265377 h 1015864"/>
                <a:gd name="connsiteX205" fmla="*/ 235541 w 364247"/>
                <a:gd name="connsiteY205" fmla="*/ 262954 h 1015864"/>
                <a:gd name="connsiteX206" fmla="*/ 234679 w 364247"/>
                <a:gd name="connsiteY206" fmla="*/ 257631 h 1015864"/>
                <a:gd name="connsiteX207" fmla="*/ 232447 w 364247"/>
                <a:gd name="connsiteY207" fmla="*/ 257631 h 1015864"/>
                <a:gd name="connsiteX208" fmla="*/ 232556 w 364247"/>
                <a:gd name="connsiteY208" fmla="*/ 242590 h 1015864"/>
                <a:gd name="connsiteX209" fmla="*/ 232600 w 364247"/>
                <a:gd name="connsiteY209" fmla="*/ 234929 h 1015864"/>
                <a:gd name="connsiteX210" fmla="*/ 232655 w 364247"/>
                <a:gd name="connsiteY210" fmla="*/ 227416 h 1015864"/>
                <a:gd name="connsiteX211" fmla="*/ 232665 w 364247"/>
                <a:gd name="connsiteY211" fmla="*/ 224567 h 1015864"/>
                <a:gd name="connsiteX212" fmla="*/ 232700 w 364247"/>
                <a:gd name="connsiteY212" fmla="*/ 221767 h 1015864"/>
                <a:gd name="connsiteX213" fmla="*/ 232700 w 364247"/>
                <a:gd name="connsiteY213" fmla="*/ 219193 h 1015864"/>
                <a:gd name="connsiteX214" fmla="*/ 232447 w 364247"/>
                <a:gd name="connsiteY214" fmla="*/ 215215 h 1015864"/>
                <a:gd name="connsiteX215" fmla="*/ 230214 w 364247"/>
                <a:gd name="connsiteY215" fmla="*/ 214471 h 1015864"/>
                <a:gd name="connsiteX216" fmla="*/ 229951 w 364247"/>
                <a:gd name="connsiteY216" fmla="*/ 212894 h 1015864"/>
                <a:gd name="connsiteX217" fmla="*/ 229973 w 364247"/>
                <a:gd name="connsiteY217" fmla="*/ 210790 h 1015864"/>
                <a:gd name="connsiteX218" fmla="*/ 229980 w 364247"/>
                <a:gd name="connsiteY218" fmla="*/ 208412 h 1015864"/>
                <a:gd name="connsiteX219" fmla="*/ 230022 w 364247"/>
                <a:gd name="connsiteY219" fmla="*/ 205823 h 1015864"/>
                <a:gd name="connsiteX220" fmla="*/ 230087 w 364247"/>
                <a:gd name="connsiteY220" fmla="*/ 197646 h 1015864"/>
                <a:gd name="connsiteX221" fmla="*/ 230171 w 364247"/>
                <a:gd name="connsiteY221" fmla="*/ 189146 h 1015864"/>
                <a:gd name="connsiteX222" fmla="*/ 230208 w 364247"/>
                <a:gd name="connsiteY222" fmla="*/ 183778 h 1015864"/>
                <a:gd name="connsiteX223" fmla="*/ 230241 w 364247"/>
                <a:gd name="connsiteY223" fmla="*/ 181194 h 1015864"/>
                <a:gd name="connsiteX224" fmla="*/ 230263 w 364247"/>
                <a:gd name="connsiteY224" fmla="*/ 178809 h 1015864"/>
                <a:gd name="connsiteX225" fmla="*/ 229470 w 364247"/>
                <a:gd name="connsiteY225" fmla="*/ 173543 h 1015864"/>
                <a:gd name="connsiteX226" fmla="*/ 227238 w 364247"/>
                <a:gd name="connsiteY226" fmla="*/ 173543 h 1015864"/>
                <a:gd name="connsiteX227" fmla="*/ 227274 w 364247"/>
                <a:gd name="connsiteY227" fmla="*/ 159068 h 1015864"/>
                <a:gd name="connsiteX228" fmla="*/ 227284 w 364247"/>
                <a:gd name="connsiteY228" fmla="*/ 153173 h 1015864"/>
                <a:gd name="connsiteX229" fmla="*/ 227307 w 364247"/>
                <a:gd name="connsiteY229" fmla="*/ 144460 h 1015864"/>
                <a:gd name="connsiteX230" fmla="*/ 227310 w 364247"/>
                <a:gd name="connsiteY230" fmla="*/ 141714 h 1015864"/>
                <a:gd name="connsiteX231" fmla="*/ 227322 w 364247"/>
                <a:gd name="connsiteY231" fmla="*/ 139024 h 1015864"/>
                <a:gd name="connsiteX232" fmla="*/ 227322 w 364247"/>
                <a:gd name="connsiteY232" fmla="*/ 136542 h 1015864"/>
                <a:gd name="connsiteX233" fmla="*/ 226494 w 364247"/>
                <a:gd name="connsiteY233" fmla="*/ 131127 h 1015864"/>
                <a:gd name="connsiteX234" fmla="*/ 224261 w 364247"/>
                <a:gd name="connsiteY234" fmla="*/ 131127 h 1015864"/>
                <a:gd name="connsiteX235" fmla="*/ 224261 w 364247"/>
                <a:gd name="connsiteY235" fmla="*/ 91688 h 1015864"/>
                <a:gd name="connsiteX236" fmla="*/ 109156 w 364247"/>
                <a:gd name="connsiteY236" fmla="*/ 10 h 1015864"/>
                <a:gd name="connsiteX237" fmla="*/ 115900 w 364247"/>
                <a:gd name="connsiteY237" fmla="*/ 34 h 1015864"/>
                <a:gd name="connsiteX238" fmla="*/ 120729 w 364247"/>
                <a:gd name="connsiteY238" fmla="*/ 10 h 1015864"/>
                <a:gd name="connsiteX239" fmla="*/ 133856 w 364247"/>
                <a:gd name="connsiteY239" fmla="*/ 30 h 1015864"/>
                <a:gd name="connsiteX240" fmla="*/ 147576 w 364247"/>
                <a:gd name="connsiteY240" fmla="*/ 36 h 1015864"/>
                <a:gd name="connsiteX241" fmla="*/ 170616 w 364247"/>
                <a:gd name="connsiteY241" fmla="*/ 86 h 1015864"/>
                <a:gd name="connsiteX242" fmla="*/ 197279 w 364247"/>
                <a:gd name="connsiteY242" fmla="*/ 111 h 1015864"/>
                <a:gd name="connsiteX243" fmla="*/ 222899 w 364247"/>
                <a:gd name="connsiteY243" fmla="*/ 125 h 1015864"/>
                <a:gd name="connsiteX244" fmla="*/ 233817 w 364247"/>
                <a:gd name="connsiteY244" fmla="*/ 127 h 1015864"/>
                <a:gd name="connsiteX245" fmla="*/ 246663 w 364247"/>
                <a:gd name="connsiteY245" fmla="*/ 167 h 1015864"/>
                <a:gd name="connsiteX246" fmla="*/ 251387 w 364247"/>
                <a:gd name="connsiteY246" fmla="*/ 168 h 1015864"/>
                <a:gd name="connsiteX247" fmla="*/ 257817 w 364247"/>
                <a:gd name="connsiteY247" fmla="*/ 204 h 1015864"/>
                <a:gd name="connsiteX248" fmla="*/ 259721 w 364247"/>
                <a:gd name="connsiteY248" fmla="*/ 177 h 1015864"/>
                <a:gd name="connsiteX249" fmla="*/ 264280 w 364247"/>
                <a:gd name="connsiteY249" fmla="*/ 781 h 1015864"/>
                <a:gd name="connsiteX250" fmla="*/ 266513 w 364247"/>
                <a:gd name="connsiteY250" fmla="*/ 5246 h 1015864"/>
                <a:gd name="connsiteX251" fmla="*/ 270233 w 364247"/>
                <a:gd name="connsiteY251" fmla="*/ 8222 h 1015864"/>
                <a:gd name="connsiteX252" fmla="*/ 270978 w 364247"/>
                <a:gd name="connsiteY252" fmla="*/ 11199 h 1015864"/>
                <a:gd name="connsiteX253" fmla="*/ 273210 w 364247"/>
                <a:gd name="connsiteY253" fmla="*/ 11943 h 1015864"/>
                <a:gd name="connsiteX254" fmla="*/ 273954 w 364247"/>
                <a:gd name="connsiteY254" fmla="*/ 14175 h 1015864"/>
                <a:gd name="connsiteX255" fmla="*/ 276187 w 364247"/>
                <a:gd name="connsiteY255" fmla="*/ 14919 h 1015864"/>
                <a:gd name="connsiteX256" fmla="*/ 276931 w 364247"/>
                <a:gd name="connsiteY256" fmla="*/ 17152 h 1015864"/>
                <a:gd name="connsiteX257" fmla="*/ 279163 w 364247"/>
                <a:gd name="connsiteY257" fmla="*/ 17896 h 1015864"/>
                <a:gd name="connsiteX258" fmla="*/ 279907 w 364247"/>
                <a:gd name="connsiteY258" fmla="*/ 20128 h 1015864"/>
                <a:gd name="connsiteX259" fmla="*/ 281768 w 364247"/>
                <a:gd name="connsiteY259" fmla="*/ 21245 h 1015864"/>
                <a:gd name="connsiteX260" fmla="*/ 284372 w 364247"/>
                <a:gd name="connsiteY260" fmla="*/ 24593 h 1015864"/>
                <a:gd name="connsiteX261" fmla="*/ 286605 w 364247"/>
                <a:gd name="connsiteY261" fmla="*/ 26082 h 1015864"/>
                <a:gd name="connsiteX262" fmla="*/ 286605 w 364247"/>
                <a:gd name="connsiteY262" fmla="*/ 28314 h 1015864"/>
                <a:gd name="connsiteX263" fmla="*/ 289581 w 364247"/>
                <a:gd name="connsiteY263" fmla="*/ 29058 h 1015864"/>
                <a:gd name="connsiteX264" fmla="*/ 290325 w 364247"/>
                <a:gd name="connsiteY264" fmla="*/ 31290 h 1015864"/>
                <a:gd name="connsiteX265" fmla="*/ 292558 w 364247"/>
                <a:gd name="connsiteY265" fmla="*/ 32035 h 1015864"/>
                <a:gd name="connsiteX266" fmla="*/ 292558 w 364247"/>
                <a:gd name="connsiteY266" fmla="*/ 35011 h 1015864"/>
                <a:gd name="connsiteX267" fmla="*/ 296278 w 364247"/>
                <a:gd name="connsiteY267" fmla="*/ 35755 h 1015864"/>
                <a:gd name="connsiteX268" fmla="*/ 296278 w 364247"/>
                <a:gd name="connsiteY268" fmla="*/ 37988 h 1015864"/>
                <a:gd name="connsiteX269" fmla="*/ 298478 w 364247"/>
                <a:gd name="connsiteY269" fmla="*/ 38447 h 1015864"/>
                <a:gd name="connsiteX270" fmla="*/ 300743 w 364247"/>
                <a:gd name="connsiteY270" fmla="*/ 39476 h 1015864"/>
                <a:gd name="connsiteX271" fmla="*/ 301264 w 364247"/>
                <a:gd name="connsiteY271" fmla="*/ 46269 h 1015864"/>
                <a:gd name="connsiteX272" fmla="*/ 301278 w 364247"/>
                <a:gd name="connsiteY272" fmla="*/ 48310 h 1015864"/>
                <a:gd name="connsiteX273" fmla="*/ 301255 w 364247"/>
                <a:gd name="connsiteY273" fmla="*/ 54777 h 1015864"/>
                <a:gd name="connsiteX274" fmla="*/ 301255 w 364247"/>
                <a:gd name="connsiteY274" fmla="*/ 61253 h 1015864"/>
                <a:gd name="connsiteX275" fmla="*/ 301236 w 364247"/>
                <a:gd name="connsiteY275" fmla="*/ 65288 h 1015864"/>
                <a:gd name="connsiteX276" fmla="*/ 301487 w 364247"/>
                <a:gd name="connsiteY276" fmla="*/ 69986 h 1015864"/>
                <a:gd name="connsiteX277" fmla="*/ 303720 w 364247"/>
                <a:gd name="connsiteY277" fmla="*/ 70730 h 1015864"/>
                <a:gd name="connsiteX278" fmla="*/ 304018 w 364247"/>
                <a:gd name="connsiteY278" fmla="*/ 74560 h 1015864"/>
                <a:gd name="connsiteX279" fmla="*/ 304048 w 364247"/>
                <a:gd name="connsiteY279" fmla="*/ 77035 h 1015864"/>
                <a:gd name="connsiteX280" fmla="*/ 304048 w 364247"/>
                <a:gd name="connsiteY280" fmla="*/ 79729 h 1015864"/>
                <a:gd name="connsiteX281" fmla="*/ 304078 w 364247"/>
                <a:gd name="connsiteY281" fmla="*/ 82474 h 1015864"/>
                <a:gd name="connsiteX282" fmla="*/ 304138 w 364247"/>
                <a:gd name="connsiteY282" fmla="*/ 91194 h 1015864"/>
                <a:gd name="connsiteX283" fmla="*/ 304207 w 364247"/>
                <a:gd name="connsiteY283" fmla="*/ 99914 h 1015864"/>
                <a:gd name="connsiteX284" fmla="*/ 304239 w 364247"/>
                <a:gd name="connsiteY284" fmla="*/ 105352 h 1015864"/>
                <a:gd name="connsiteX285" fmla="*/ 304262 w 364247"/>
                <a:gd name="connsiteY285" fmla="*/ 107828 h 1015864"/>
                <a:gd name="connsiteX286" fmla="*/ 304272 w 364247"/>
                <a:gd name="connsiteY286" fmla="*/ 110019 h 1015864"/>
                <a:gd name="connsiteX287" fmla="*/ 304464 w 364247"/>
                <a:gd name="connsiteY287" fmla="*/ 111658 h 1015864"/>
                <a:gd name="connsiteX288" fmla="*/ 305952 w 364247"/>
                <a:gd name="connsiteY288" fmla="*/ 112402 h 1015864"/>
                <a:gd name="connsiteX289" fmla="*/ 306166 w 364247"/>
                <a:gd name="connsiteY289" fmla="*/ 115991 h 1015864"/>
                <a:gd name="connsiteX290" fmla="*/ 306196 w 364247"/>
                <a:gd name="connsiteY290" fmla="*/ 118309 h 1015864"/>
                <a:gd name="connsiteX291" fmla="*/ 306208 w 364247"/>
                <a:gd name="connsiteY291" fmla="*/ 120834 h 1015864"/>
                <a:gd name="connsiteX292" fmla="*/ 306241 w 364247"/>
                <a:gd name="connsiteY292" fmla="*/ 123413 h 1015864"/>
                <a:gd name="connsiteX293" fmla="*/ 306324 w 364247"/>
                <a:gd name="connsiteY293" fmla="*/ 131610 h 1015864"/>
                <a:gd name="connsiteX294" fmla="*/ 306441 w 364247"/>
                <a:gd name="connsiteY294" fmla="*/ 142368 h 1015864"/>
                <a:gd name="connsiteX295" fmla="*/ 306452 w 364247"/>
                <a:gd name="connsiteY295" fmla="*/ 144879 h 1015864"/>
                <a:gd name="connsiteX296" fmla="*/ 306483 w 364247"/>
                <a:gd name="connsiteY296" fmla="*/ 147219 h 1015864"/>
                <a:gd name="connsiteX297" fmla="*/ 306499 w 364247"/>
                <a:gd name="connsiteY297" fmla="*/ 149275 h 1015864"/>
                <a:gd name="connsiteX298" fmla="*/ 308185 w 364247"/>
                <a:gd name="connsiteY298" fmla="*/ 154074 h 1015864"/>
                <a:gd name="connsiteX299" fmla="*/ 308929 w 364247"/>
                <a:gd name="connsiteY299" fmla="*/ 154074 h 1015864"/>
                <a:gd name="connsiteX300" fmla="*/ 309673 w 364247"/>
                <a:gd name="connsiteY300" fmla="*/ 196490 h 1015864"/>
                <a:gd name="connsiteX301" fmla="*/ 311905 w 364247"/>
                <a:gd name="connsiteY301" fmla="*/ 196490 h 1015864"/>
                <a:gd name="connsiteX302" fmla="*/ 311924 w 364247"/>
                <a:gd name="connsiteY302" fmla="*/ 198038 h 1015864"/>
                <a:gd name="connsiteX303" fmla="*/ 312142 w 364247"/>
                <a:gd name="connsiteY303" fmla="*/ 213935 h 1015864"/>
                <a:gd name="connsiteX304" fmla="*/ 312219 w 364247"/>
                <a:gd name="connsiteY304" fmla="*/ 219875 h 1015864"/>
                <a:gd name="connsiteX305" fmla="*/ 312341 w 364247"/>
                <a:gd name="connsiteY305" fmla="*/ 228392 h 1015864"/>
                <a:gd name="connsiteX306" fmla="*/ 312367 w 364247"/>
                <a:gd name="connsiteY306" fmla="*/ 231093 h 1015864"/>
                <a:gd name="connsiteX307" fmla="*/ 312412 w 364247"/>
                <a:gd name="connsiteY307" fmla="*/ 233576 h 1015864"/>
                <a:gd name="connsiteX308" fmla="*/ 312442 w 364247"/>
                <a:gd name="connsiteY308" fmla="*/ 235774 h 1015864"/>
                <a:gd name="connsiteX309" fmla="*/ 312649 w 364247"/>
                <a:gd name="connsiteY309" fmla="*/ 237417 h 1015864"/>
                <a:gd name="connsiteX310" fmla="*/ 314138 w 364247"/>
                <a:gd name="connsiteY310" fmla="*/ 238162 h 1015864"/>
                <a:gd name="connsiteX311" fmla="*/ 314446 w 364247"/>
                <a:gd name="connsiteY311" fmla="*/ 241760 h 1015864"/>
                <a:gd name="connsiteX312" fmla="*/ 314533 w 364247"/>
                <a:gd name="connsiteY312" fmla="*/ 244088 h 1015864"/>
                <a:gd name="connsiteX313" fmla="*/ 314603 w 364247"/>
                <a:gd name="connsiteY313" fmla="*/ 246626 h 1015864"/>
                <a:gd name="connsiteX314" fmla="*/ 314693 w 364247"/>
                <a:gd name="connsiteY314" fmla="*/ 249218 h 1015864"/>
                <a:gd name="connsiteX315" fmla="*/ 314847 w 364247"/>
                <a:gd name="connsiteY315" fmla="*/ 263186 h 1015864"/>
                <a:gd name="connsiteX316" fmla="*/ 314822 w 364247"/>
                <a:gd name="connsiteY316" fmla="*/ 265945 h 1015864"/>
                <a:gd name="connsiteX317" fmla="*/ 314724 w 364247"/>
                <a:gd name="connsiteY317" fmla="*/ 271241 h 1015864"/>
                <a:gd name="connsiteX318" fmla="*/ 314690 w 364247"/>
                <a:gd name="connsiteY318" fmla="*/ 273668 h 1015864"/>
                <a:gd name="connsiteX319" fmla="*/ 314640 w 364247"/>
                <a:gd name="connsiteY319" fmla="*/ 275810 h 1015864"/>
                <a:gd name="connsiteX320" fmla="*/ 315995 w 364247"/>
                <a:gd name="connsiteY320" fmla="*/ 278584 h 1015864"/>
                <a:gd name="connsiteX321" fmla="*/ 317412 w 364247"/>
                <a:gd name="connsiteY321" fmla="*/ 283752 h 1015864"/>
                <a:gd name="connsiteX322" fmla="*/ 317443 w 364247"/>
                <a:gd name="connsiteY322" fmla="*/ 286175 h 1015864"/>
                <a:gd name="connsiteX323" fmla="*/ 317443 w 364247"/>
                <a:gd name="connsiteY323" fmla="*/ 288789 h 1015864"/>
                <a:gd name="connsiteX324" fmla="*/ 317473 w 364247"/>
                <a:gd name="connsiteY324" fmla="*/ 291472 h 1015864"/>
                <a:gd name="connsiteX325" fmla="*/ 317533 w 364247"/>
                <a:gd name="connsiteY325" fmla="*/ 299972 h 1015864"/>
                <a:gd name="connsiteX326" fmla="*/ 317601 w 364247"/>
                <a:gd name="connsiteY326" fmla="*/ 308480 h 1015864"/>
                <a:gd name="connsiteX327" fmla="*/ 317634 w 364247"/>
                <a:gd name="connsiteY327" fmla="*/ 313779 h 1015864"/>
                <a:gd name="connsiteX328" fmla="*/ 317657 w 364247"/>
                <a:gd name="connsiteY328" fmla="*/ 316195 h 1015864"/>
                <a:gd name="connsiteX329" fmla="*/ 317666 w 364247"/>
                <a:gd name="connsiteY329" fmla="*/ 318328 h 1015864"/>
                <a:gd name="connsiteX330" fmla="*/ 319347 w 364247"/>
                <a:gd name="connsiteY330" fmla="*/ 321505 h 1015864"/>
                <a:gd name="connsiteX331" fmla="*/ 320091 w 364247"/>
                <a:gd name="connsiteY331" fmla="*/ 321505 h 1015864"/>
                <a:gd name="connsiteX332" fmla="*/ 320109 w 364247"/>
                <a:gd name="connsiteY332" fmla="*/ 323082 h 1015864"/>
                <a:gd name="connsiteX333" fmla="*/ 320305 w 364247"/>
                <a:gd name="connsiteY333" fmla="*/ 337767 h 1015864"/>
                <a:gd name="connsiteX334" fmla="*/ 320405 w 364247"/>
                <a:gd name="connsiteY334" fmla="*/ 345317 h 1015864"/>
                <a:gd name="connsiteX335" fmla="*/ 320527 w 364247"/>
                <a:gd name="connsiteY335" fmla="*/ 353989 h 1015864"/>
                <a:gd name="connsiteX336" fmla="*/ 320553 w 364247"/>
                <a:gd name="connsiteY336" fmla="*/ 356739 h 1015864"/>
                <a:gd name="connsiteX337" fmla="*/ 320598 w 364247"/>
                <a:gd name="connsiteY337" fmla="*/ 359267 h 1015864"/>
                <a:gd name="connsiteX338" fmla="*/ 320628 w 364247"/>
                <a:gd name="connsiteY338" fmla="*/ 361506 h 1015864"/>
                <a:gd name="connsiteX339" fmla="*/ 320835 w 364247"/>
                <a:gd name="connsiteY339" fmla="*/ 363177 h 1015864"/>
                <a:gd name="connsiteX340" fmla="*/ 322323 w 364247"/>
                <a:gd name="connsiteY340" fmla="*/ 363921 h 1015864"/>
                <a:gd name="connsiteX341" fmla="*/ 322788 w 364247"/>
                <a:gd name="connsiteY341" fmla="*/ 370991 h 1015864"/>
                <a:gd name="connsiteX342" fmla="*/ 322874 w 364247"/>
                <a:gd name="connsiteY342" fmla="*/ 373225 h 1015864"/>
                <a:gd name="connsiteX343" fmla="*/ 323067 w 364247"/>
                <a:gd name="connsiteY343" fmla="*/ 405593 h 1015864"/>
                <a:gd name="connsiteX344" fmla="*/ 325300 w 364247"/>
                <a:gd name="connsiteY344" fmla="*/ 405593 h 1015864"/>
                <a:gd name="connsiteX345" fmla="*/ 326044 w 364247"/>
                <a:gd name="connsiteY345" fmla="*/ 447265 h 1015864"/>
                <a:gd name="connsiteX346" fmla="*/ 328276 w 364247"/>
                <a:gd name="connsiteY346" fmla="*/ 447265 h 1015864"/>
                <a:gd name="connsiteX347" fmla="*/ 328295 w 364247"/>
                <a:gd name="connsiteY347" fmla="*/ 448814 h 1015864"/>
                <a:gd name="connsiteX348" fmla="*/ 328513 w 364247"/>
                <a:gd name="connsiteY348" fmla="*/ 464710 h 1015864"/>
                <a:gd name="connsiteX349" fmla="*/ 328590 w 364247"/>
                <a:gd name="connsiteY349" fmla="*/ 470650 h 1015864"/>
                <a:gd name="connsiteX350" fmla="*/ 328712 w 364247"/>
                <a:gd name="connsiteY350" fmla="*/ 479167 h 1015864"/>
                <a:gd name="connsiteX351" fmla="*/ 328739 w 364247"/>
                <a:gd name="connsiteY351" fmla="*/ 481868 h 1015864"/>
                <a:gd name="connsiteX352" fmla="*/ 328783 w 364247"/>
                <a:gd name="connsiteY352" fmla="*/ 484351 h 1015864"/>
                <a:gd name="connsiteX353" fmla="*/ 328813 w 364247"/>
                <a:gd name="connsiteY353" fmla="*/ 486550 h 1015864"/>
                <a:gd name="connsiteX354" fmla="*/ 329021 w 364247"/>
                <a:gd name="connsiteY354" fmla="*/ 488193 h 1015864"/>
                <a:gd name="connsiteX355" fmla="*/ 330509 w 364247"/>
                <a:gd name="connsiteY355" fmla="*/ 488937 h 1015864"/>
                <a:gd name="connsiteX356" fmla="*/ 331326 w 364247"/>
                <a:gd name="connsiteY356" fmla="*/ 505410 h 1015864"/>
                <a:gd name="connsiteX357" fmla="*/ 331322 w 364247"/>
                <a:gd name="connsiteY357" fmla="*/ 507677 h 1015864"/>
                <a:gd name="connsiteX358" fmla="*/ 331300 w 364247"/>
                <a:gd name="connsiteY358" fmla="*/ 514749 h 1015864"/>
                <a:gd name="connsiteX359" fmla="*/ 331289 w 364247"/>
                <a:gd name="connsiteY359" fmla="*/ 519585 h 1015864"/>
                <a:gd name="connsiteX360" fmla="*/ 331253 w 364247"/>
                <a:gd name="connsiteY360" fmla="*/ 531353 h 1015864"/>
                <a:gd name="connsiteX361" fmla="*/ 333485 w 364247"/>
                <a:gd name="connsiteY361" fmla="*/ 531353 h 1015864"/>
                <a:gd name="connsiteX362" fmla="*/ 333499 w 364247"/>
                <a:gd name="connsiteY362" fmla="*/ 532902 h 1015864"/>
                <a:gd name="connsiteX363" fmla="*/ 333681 w 364247"/>
                <a:gd name="connsiteY363" fmla="*/ 548798 h 1015864"/>
                <a:gd name="connsiteX364" fmla="*/ 333743 w 364247"/>
                <a:gd name="connsiteY364" fmla="*/ 554738 h 1015864"/>
                <a:gd name="connsiteX365" fmla="*/ 333849 w 364247"/>
                <a:gd name="connsiteY365" fmla="*/ 563255 h 1015864"/>
                <a:gd name="connsiteX366" fmla="*/ 333863 w 364247"/>
                <a:gd name="connsiteY366" fmla="*/ 565956 h 1015864"/>
                <a:gd name="connsiteX367" fmla="*/ 333908 w 364247"/>
                <a:gd name="connsiteY367" fmla="*/ 568439 h 1015864"/>
                <a:gd name="connsiteX368" fmla="*/ 333933 w 364247"/>
                <a:gd name="connsiteY368" fmla="*/ 570637 h 1015864"/>
                <a:gd name="connsiteX369" fmla="*/ 334230 w 364247"/>
                <a:gd name="connsiteY369" fmla="*/ 572281 h 1015864"/>
                <a:gd name="connsiteX370" fmla="*/ 336462 w 364247"/>
                <a:gd name="connsiteY370" fmla="*/ 573025 h 1015864"/>
                <a:gd name="connsiteX371" fmla="*/ 336748 w 364247"/>
                <a:gd name="connsiteY371" fmla="*/ 576831 h 1015864"/>
                <a:gd name="connsiteX372" fmla="*/ 336771 w 364247"/>
                <a:gd name="connsiteY372" fmla="*/ 579292 h 1015864"/>
                <a:gd name="connsiteX373" fmla="*/ 336764 w 364247"/>
                <a:gd name="connsiteY373" fmla="*/ 581972 h 1015864"/>
                <a:gd name="connsiteX374" fmla="*/ 336789 w 364247"/>
                <a:gd name="connsiteY374" fmla="*/ 584706 h 1015864"/>
                <a:gd name="connsiteX375" fmla="*/ 336834 w 364247"/>
                <a:gd name="connsiteY375" fmla="*/ 593396 h 1015864"/>
                <a:gd name="connsiteX376" fmla="*/ 336904 w 364247"/>
                <a:gd name="connsiteY376" fmla="*/ 604808 h 1015864"/>
                <a:gd name="connsiteX377" fmla="*/ 336897 w 364247"/>
                <a:gd name="connsiteY377" fmla="*/ 607479 h 1015864"/>
                <a:gd name="connsiteX378" fmla="*/ 336920 w 364247"/>
                <a:gd name="connsiteY378" fmla="*/ 609954 h 1015864"/>
                <a:gd name="connsiteX379" fmla="*/ 336924 w 364247"/>
                <a:gd name="connsiteY379" fmla="*/ 612135 h 1015864"/>
                <a:gd name="connsiteX380" fmla="*/ 339439 w 364247"/>
                <a:gd name="connsiteY380" fmla="*/ 616185 h 1015864"/>
                <a:gd name="connsiteX381" fmla="*/ 339737 w 364247"/>
                <a:gd name="connsiteY381" fmla="*/ 620047 h 1015864"/>
                <a:gd name="connsiteX382" fmla="*/ 339767 w 364247"/>
                <a:gd name="connsiteY382" fmla="*/ 622432 h 1015864"/>
                <a:gd name="connsiteX383" fmla="*/ 339767 w 364247"/>
                <a:gd name="connsiteY383" fmla="*/ 625004 h 1015864"/>
                <a:gd name="connsiteX384" fmla="*/ 339797 w 364247"/>
                <a:gd name="connsiteY384" fmla="*/ 627642 h 1015864"/>
                <a:gd name="connsiteX385" fmla="*/ 339857 w 364247"/>
                <a:gd name="connsiteY385" fmla="*/ 635998 h 1015864"/>
                <a:gd name="connsiteX386" fmla="*/ 339925 w 364247"/>
                <a:gd name="connsiteY386" fmla="*/ 644369 h 1015864"/>
                <a:gd name="connsiteX387" fmla="*/ 339958 w 364247"/>
                <a:gd name="connsiteY387" fmla="*/ 649584 h 1015864"/>
                <a:gd name="connsiteX388" fmla="*/ 339981 w 364247"/>
                <a:gd name="connsiteY388" fmla="*/ 651955 h 1015864"/>
                <a:gd name="connsiteX389" fmla="*/ 339990 w 364247"/>
                <a:gd name="connsiteY389" fmla="*/ 654053 h 1015864"/>
                <a:gd name="connsiteX390" fmla="*/ 340183 w 364247"/>
                <a:gd name="connsiteY390" fmla="*/ 655624 h 1015864"/>
                <a:gd name="connsiteX391" fmla="*/ 341671 w 364247"/>
                <a:gd name="connsiteY391" fmla="*/ 656369 h 1015864"/>
                <a:gd name="connsiteX392" fmla="*/ 341908 w 364247"/>
                <a:gd name="connsiteY392" fmla="*/ 660347 h 1015864"/>
                <a:gd name="connsiteX393" fmla="*/ 341953 w 364247"/>
                <a:gd name="connsiteY393" fmla="*/ 662920 h 1015864"/>
                <a:gd name="connsiteX394" fmla="*/ 341979 w 364247"/>
                <a:gd name="connsiteY394" fmla="*/ 665720 h 1015864"/>
                <a:gd name="connsiteX395" fmla="*/ 342023 w 364247"/>
                <a:gd name="connsiteY395" fmla="*/ 668569 h 1015864"/>
                <a:gd name="connsiteX396" fmla="*/ 342118 w 364247"/>
                <a:gd name="connsiteY396" fmla="*/ 676082 h 1015864"/>
                <a:gd name="connsiteX397" fmla="*/ 342223 w 364247"/>
                <a:gd name="connsiteY397" fmla="*/ 683743 h 1015864"/>
                <a:gd name="connsiteX398" fmla="*/ 342415 w 364247"/>
                <a:gd name="connsiteY398" fmla="*/ 698785 h 1015864"/>
                <a:gd name="connsiteX399" fmla="*/ 344648 w 364247"/>
                <a:gd name="connsiteY399" fmla="*/ 698785 h 1015864"/>
                <a:gd name="connsiteX400" fmla="*/ 344661 w 364247"/>
                <a:gd name="connsiteY400" fmla="*/ 700328 h 1015864"/>
                <a:gd name="connsiteX401" fmla="*/ 344843 w 364247"/>
                <a:gd name="connsiteY401" fmla="*/ 716189 h 1015864"/>
                <a:gd name="connsiteX402" fmla="*/ 344905 w 364247"/>
                <a:gd name="connsiteY402" fmla="*/ 722114 h 1015864"/>
                <a:gd name="connsiteX403" fmla="*/ 345011 w 364247"/>
                <a:gd name="connsiteY403" fmla="*/ 730614 h 1015864"/>
                <a:gd name="connsiteX404" fmla="*/ 345025 w 364247"/>
                <a:gd name="connsiteY404" fmla="*/ 733304 h 1015864"/>
                <a:gd name="connsiteX405" fmla="*/ 345070 w 364247"/>
                <a:gd name="connsiteY405" fmla="*/ 735786 h 1015864"/>
                <a:gd name="connsiteX406" fmla="*/ 345095 w 364247"/>
                <a:gd name="connsiteY406" fmla="*/ 737980 h 1015864"/>
                <a:gd name="connsiteX407" fmla="*/ 345392 w 364247"/>
                <a:gd name="connsiteY407" fmla="*/ 739712 h 1015864"/>
                <a:gd name="connsiteX408" fmla="*/ 347624 w 364247"/>
                <a:gd name="connsiteY408" fmla="*/ 741201 h 1015864"/>
                <a:gd name="connsiteX409" fmla="*/ 347866 w 364247"/>
                <a:gd name="connsiteY409" fmla="*/ 744818 h 1015864"/>
                <a:gd name="connsiteX410" fmla="*/ 347858 w 364247"/>
                <a:gd name="connsiteY410" fmla="*/ 747098 h 1015864"/>
                <a:gd name="connsiteX411" fmla="*/ 347816 w 364247"/>
                <a:gd name="connsiteY411" fmla="*/ 749569 h 1015864"/>
                <a:gd name="connsiteX412" fmla="*/ 347801 w 364247"/>
                <a:gd name="connsiteY412" fmla="*/ 752099 h 1015864"/>
                <a:gd name="connsiteX413" fmla="*/ 347717 w 364247"/>
                <a:gd name="connsiteY413" fmla="*/ 760130 h 1015864"/>
                <a:gd name="connsiteX414" fmla="*/ 347649 w 364247"/>
                <a:gd name="connsiteY414" fmla="*/ 768152 h 1015864"/>
                <a:gd name="connsiteX415" fmla="*/ 347597 w 364247"/>
                <a:gd name="connsiteY415" fmla="*/ 773151 h 1015864"/>
                <a:gd name="connsiteX416" fmla="*/ 347575 w 364247"/>
                <a:gd name="connsiteY416" fmla="*/ 775438 h 1015864"/>
                <a:gd name="connsiteX417" fmla="*/ 347550 w 364247"/>
                <a:gd name="connsiteY417" fmla="*/ 777453 h 1015864"/>
                <a:gd name="connsiteX418" fmla="*/ 348368 w 364247"/>
                <a:gd name="connsiteY418" fmla="*/ 781384 h 1015864"/>
                <a:gd name="connsiteX419" fmla="*/ 349857 w 364247"/>
                <a:gd name="connsiteY419" fmla="*/ 782128 h 1015864"/>
                <a:gd name="connsiteX420" fmla="*/ 350070 w 364247"/>
                <a:gd name="connsiteY420" fmla="*/ 785878 h 1015864"/>
                <a:gd name="connsiteX421" fmla="*/ 350100 w 364247"/>
                <a:gd name="connsiteY421" fmla="*/ 788301 h 1015864"/>
                <a:gd name="connsiteX422" fmla="*/ 350112 w 364247"/>
                <a:gd name="connsiteY422" fmla="*/ 790939 h 1015864"/>
                <a:gd name="connsiteX423" fmla="*/ 350145 w 364247"/>
                <a:gd name="connsiteY423" fmla="*/ 793628 h 1015864"/>
                <a:gd name="connsiteX424" fmla="*/ 350229 w 364247"/>
                <a:gd name="connsiteY424" fmla="*/ 802174 h 1015864"/>
                <a:gd name="connsiteX425" fmla="*/ 350345 w 364247"/>
                <a:gd name="connsiteY425" fmla="*/ 813403 h 1015864"/>
                <a:gd name="connsiteX426" fmla="*/ 350357 w 364247"/>
                <a:gd name="connsiteY426" fmla="*/ 816036 h 1015864"/>
                <a:gd name="connsiteX427" fmla="*/ 350387 w 364247"/>
                <a:gd name="connsiteY427" fmla="*/ 818466 h 1015864"/>
                <a:gd name="connsiteX428" fmla="*/ 350403 w 364247"/>
                <a:gd name="connsiteY428" fmla="*/ 820612 h 1015864"/>
                <a:gd name="connsiteX429" fmla="*/ 352089 w 364247"/>
                <a:gd name="connsiteY429" fmla="*/ 823800 h 1015864"/>
                <a:gd name="connsiteX430" fmla="*/ 352833 w 364247"/>
                <a:gd name="connsiteY430" fmla="*/ 823800 h 1015864"/>
                <a:gd name="connsiteX431" fmla="*/ 352846 w 364247"/>
                <a:gd name="connsiteY431" fmla="*/ 825372 h 1015864"/>
                <a:gd name="connsiteX432" fmla="*/ 353008 w 364247"/>
                <a:gd name="connsiteY432" fmla="*/ 840023 h 1015864"/>
                <a:gd name="connsiteX433" fmla="*/ 353091 w 364247"/>
                <a:gd name="connsiteY433" fmla="*/ 847556 h 1015864"/>
                <a:gd name="connsiteX434" fmla="*/ 353196 w 364247"/>
                <a:gd name="connsiteY434" fmla="*/ 856211 h 1015864"/>
                <a:gd name="connsiteX435" fmla="*/ 353211 w 364247"/>
                <a:gd name="connsiteY435" fmla="*/ 858950 h 1015864"/>
                <a:gd name="connsiteX436" fmla="*/ 353255 w 364247"/>
                <a:gd name="connsiteY436" fmla="*/ 861478 h 1015864"/>
                <a:gd name="connsiteX437" fmla="*/ 353281 w 364247"/>
                <a:gd name="connsiteY437" fmla="*/ 863711 h 1015864"/>
                <a:gd name="connsiteX438" fmla="*/ 353577 w 364247"/>
                <a:gd name="connsiteY438" fmla="*/ 865472 h 1015864"/>
                <a:gd name="connsiteX439" fmla="*/ 355810 w 364247"/>
                <a:gd name="connsiteY439" fmla="*/ 866960 h 1015864"/>
                <a:gd name="connsiteX440" fmla="*/ 356063 w 364247"/>
                <a:gd name="connsiteY440" fmla="*/ 870886 h 1015864"/>
                <a:gd name="connsiteX441" fmla="*/ 356063 w 364247"/>
                <a:gd name="connsiteY441" fmla="*/ 873369 h 1015864"/>
                <a:gd name="connsiteX442" fmla="*/ 356028 w 364247"/>
                <a:gd name="connsiteY442" fmla="*/ 876059 h 1015864"/>
                <a:gd name="connsiteX443" fmla="*/ 356018 w 364247"/>
                <a:gd name="connsiteY443" fmla="*/ 878805 h 1015864"/>
                <a:gd name="connsiteX444" fmla="*/ 355949 w 364247"/>
                <a:gd name="connsiteY444" fmla="*/ 887517 h 1015864"/>
                <a:gd name="connsiteX445" fmla="*/ 355919 w 364247"/>
                <a:gd name="connsiteY445" fmla="*/ 893412 h 1015864"/>
                <a:gd name="connsiteX446" fmla="*/ 355810 w 364247"/>
                <a:gd name="connsiteY446" fmla="*/ 907888 h 1015864"/>
                <a:gd name="connsiteX447" fmla="*/ 358042 w 364247"/>
                <a:gd name="connsiteY447" fmla="*/ 907888 h 1015864"/>
                <a:gd name="connsiteX448" fmla="*/ 358786 w 364247"/>
                <a:gd name="connsiteY448" fmla="*/ 949560 h 1015864"/>
                <a:gd name="connsiteX449" fmla="*/ 361019 w 364247"/>
                <a:gd name="connsiteY449" fmla="*/ 948816 h 1015864"/>
                <a:gd name="connsiteX450" fmla="*/ 361032 w 364247"/>
                <a:gd name="connsiteY450" fmla="*/ 950388 h 1015864"/>
                <a:gd name="connsiteX451" fmla="*/ 361194 w 364247"/>
                <a:gd name="connsiteY451" fmla="*/ 965039 h 1015864"/>
                <a:gd name="connsiteX452" fmla="*/ 361276 w 364247"/>
                <a:gd name="connsiteY452" fmla="*/ 972571 h 1015864"/>
                <a:gd name="connsiteX453" fmla="*/ 361382 w 364247"/>
                <a:gd name="connsiteY453" fmla="*/ 981227 h 1015864"/>
                <a:gd name="connsiteX454" fmla="*/ 361396 w 364247"/>
                <a:gd name="connsiteY454" fmla="*/ 983965 h 1015864"/>
                <a:gd name="connsiteX455" fmla="*/ 361441 w 364247"/>
                <a:gd name="connsiteY455" fmla="*/ 986493 h 1015864"/>
                <a:gd name="connsiteX456" fmla="*/ 361466 w 364247"/>
                <a:gd name="connsiteY456" fmla="*/ 988727 h 1015864"/>
                <a:gd name="connsiteX457" fmla="*/ 361763 w 364247"/>
                <a:gd name="connsiteY457" fmla="*/ 990488 h 1015864"/>
                <a:gd name="connsiteX458" fmla="*/ 363995 w 364247"/>
                <a:gd name="connsiteY458" fmla="*/ 991976 h 1015864"/>
                <a:gd name="connsiteX459" fmla="*/ 364239 w 364247"/>
                <a:gd name="connsiteY459" fmla="*/ 995676 h 1015864"/>
                <a:gd name="connsiteX460" fmla="*/ 364228 w 364247"/>
                <a:gd name="connsiteY460" fmla="*/ 997890 h 1015864"/>
                <a:gd name="connsiteX461" fmla="*/ 364181 w 364247"/>
                <a:gd name="connsiteY461" fmla="*/ 1000208 h 1015864"/>
                <a:gd name="connsiteX462" fmla="*/ 364170 w 364247"/>
                <a:gd name="connsiteY462" fmla="*/ 1002535 h 1015864"/>
                <a:gd name="connsiteX463" fmla="*/ 363251 w 364247"/>
                <a:gd name="connsiteY463" fmla="*/ 1009091 h 1015864"/>
                <a:gd name="connsiteX464" fmla="*/ 357484 w 364247"/>
                <a:gd name="connsiteY464" fmla="*/ 1009481 h 1015864"/>
                <a:gd name="connsiteX465" fmla="*/ 355810 w 364247"/>
                <a:gd name="connsiteY465" fmla="*/ 1009835 h 1015864"/>
                <a:gd name="connsiteX466" fmla="*/ 355065 w 364247"/>
                <a:gd name="connsiteY466" fmla="*/ 1012068 h 1015864"/>
                <a:gd name="connsiteX467" fmla="*/ 351361 w 364247"/>
                <a:gd name="connsiteY467" fmla="*/ 1012389 h 1015864"/>
                <a:gd name="connsiteX468" fmla="*/ 348968 w 364247"/>
                <a:gd name="connsiteY468" fmla="*/ 1012434 h 1015864"/>
                <a:gd name="connsiteX469" fmla="*/ 346365 w 364247"/>
                <a:gd name="connsiteY469" fmla="*/ 1012448 h 1015864"/>
                <a:gd name="connsiteX470" fmla="*/ 343716 w 364247"/>
                <a:gd name="connsiteY470" fmla="*/ 1012489 h 1015864"/>
                <a:gd name="connsiteX471" fmla="*/ 335299 w 364247"/>
                <a:gd name="connsiteY471" fmla="*/ 1012579 h 1015864"/>
                <a:gd name="connsiteX472" fmla="*/ 329609 w 364247"/>
                <a:gd name="connsiteY472" fmla="*/ 1012656 h 1015864"/>
                <a:gd name="connsiteX473" fmla="*/ 315626 w 364247"/>
                <a:gd name="connsiteY473" fmla="*/ 1012812 h 1015864"/>
                <a:gd name="connsiteX474" fmla="*/ 315626 w 364247"/>
                <a:gd name="connsiteY474" fmla="*/ 1015788 h 1015864"/>
                <a:gd name="connsiteX475" fmla="*/ 284372 w 364247"/>
                <a:gd name="connsiteY475" fmla="*/ 1015788 h 1015864"/>
                <a:gd name="connsiteX476" fmla="*/ 283628 w 364247"/>
                <a:gd name="connsiteY476" fmla="*/ 1011324 h 1015864"/>
                <a:gd name="connsiteX477" fmla="*/ 282140 w 364247"/>
                <a:gd name="connsiteY477" fmla="*/ 1010579 h 1015864"/>
                <a:gd name="connsiteX478" fmla="*/ 281467 w 364247"/>
                <a:gd name="connsiteY478" fmla="*/ 984279 h 1015864"/>
                <a:gd name="connsiteX479" fmla="*/ 281515 w 364247"/>
                <a:gd name="connsiteY479" fmla="*/ 978299 h 1015864"/>
                <a:gd name="connsiteX480" fmla="*/ 281545 w 364247"/>
                <a:gd name="connsiteY480" fmla="*/ 976446 h 1015864"/>
                <a:gd name="connsiteX481" fmla="*/ 279907 w 364247"/>
                <a:gd name="connsiteY481" fmla="*/ 969652 h 1015864"/>
                <a:gd name="connsiteX482" fmla="*/ 279163 w 364247"/>
                <a:gd name="connsiteY482" fmla="*/ 969652 h 1015864"/>
                <a:gd name="connsiteX483" fmla="*/ 279150 w 364247"/>
                <a:gd name="connsiteY483" fmla="*/ 968131 h 1015864"/>
                <a:gd name="connsiteX484" fmla="*/ 278968 w 364247"/>
                <a:gd name="connsiteY484" fmla="*/ 952524 h 1015864"/>
                <a:gd name="connsiteX485" fmla="*/ 278905 w 364247"/>
                <a:gd name="connsiteY485" fmla="*/ 946693 h 1015864"/>
                <a:gd name="connsiteX486" fmla="*/ 278800 w 364247"/>
                <a:gd name="connsiteY486" fmla="*/ 938331 h 1015864"/>
                <a:gd name="connsiteX487" fmla="*/ 278785 w 364247"/>
                <a:gd name="connsiteY487" fmla="*/ 935679 h 1015864"/>
                <a:gd name="connsiteX488" fmla="*/ 278741 w 364247"/>
                <a:gd name="connsiteY488" fmla="*/ 933241 h 1015864"/>
                <a:gd name="connsiteX489" fmla="*/ 278716 w 364247"/>
                <a:gd name="connsiteY489" fmla="*/ 931083 h 1015864"/>
                <a:gd name="connsiteX490" fmla="*/ 278419 w 364247"/>
                <a:gd name="connsiteY490" fmla="*/ 929468 h 1015864"/>
                <a:gd name="connsiteX491" fmla="*/ 276187 w 364247"/>
                <a:gd name="connsiteY491" fmla="*/ 928724 h 1015864"/>
                <a:gd name="connsiteX492" fmla="*/ 275900 w 364247"/>
                <a:gd name="connsiteY492" fmla="*/ 924974 h 1015864"/>
                <a:gd name="connsiteX493" fmla="*/ 275877 w 364247"/>
                <a:gd name="connsiteY493" fmla="*/ 922551 h 1015864"/>
                <a:gd name="connsiteX494" fmla="*/ 275884 w 364247"/>
                <a:gd name="connsiteY494" fmla="*/ 919913 h 1015864"/>
                <a:gd name="connsiteX495" fmla="*/ 275860 w 364247"/>
                <a:gd name="connsiteY495" fmla="*/ 917225 h 1015864"/>
                <a:gd name="connsiteX496" fmla="*/ 275815 w 364247"/>
                <a:gd name="connsiteY496" fmla="*/ 908679 h 1015864"/>
                <a:gd name="connsiteX497" fmla="*/ 275745 w 364247"/>
                <a:gd name="connsiteY497" fmla="*/ 897450 h 1015864"/>
                <a:gd name="connsiteX498" fmla="*/ 275752 w 364247"/>
                <a:gd name="connsiteY498" fmla="*/ 894817 h 1015864"/>
                <a:gd name="connsiteX499" fmla="*/ 275729 w 364247"/>
                <a:gd name="connsiteY499" fmla="*/ 892386 h 1015864"/>
                <a:gd name="connsiteX500" fmla="*/ 275724 w 364247"/>
                <a:gd name="connsiteY500" fmla="*/ 890240 h 1015864"/>
                <a:gd name="connsiteX501" fmla="*/ 275442 w 364247"/>
                <a:gd name="connsiteY501" fmla="*/ 888540 h 1015864"/>
                <a:gd name="connsiteX502" fmla="*/ 273210 w 364247"/>
                <a:gd name="connsiteY502" fmla="*/ 887052 h 1015864"/>
                <a:gd name="connsiteX503" fmla="*/ 272957 w 364247"/>
                <a:gd name="connsiteY503" fmla="*/ 883194 h 1015864"/>
                <a:gd name="connsiteX504" fmla="*/ 272957 w 364247"/>
                <a:gd name="connsiteY504" fmla="*/ 880757 h 1015864"/>
                <a:gd name="connsiteX505" fmla="*/ 272992 w 364247"/>
                <a:gd name="connsiteY505" fmla="*/ 878117 h 1015864"/>
                <a:gd name="connsiteX506" fmla="*/ 273002 w 364247"/>
                <a:gd name="connsiteY506" fmla="*/ 875420 h 1015864"/>
                <a:gd name="connsiteX507" fmla="*/ 273070 w 364247"/>
                <a:gd name="connsiteY507" fmla="*/ 866867 h 1015864"/>
                <a:gd name="connsiteX508" fmla="*/ 273101 w 364247"/>
                <a:gd name="connsiteY508" fmla="*/ 861080 h 1015864"/>
                <a:gd name="connsiteX509" fmla="*/ 273210 w 364247"/>
                <a:gd name="connsiteY509" fmla="*/ 846869 h 1015864"/>
                <a:gd name="connsiteX510" fmla="*/ 270978 w 364247"/>
                <a:gd name="connsiteY510" fmla="*/ 846869 h 1015864"/>
                <a:gd name="connsiteX511" fmla="*/ 270959 w 364247"/>
                <a:gd name="connsiteY511" fmla="*/ 845409 h 1015864"/>
                <a:gd name="connsiteX512" fmla="*/ 270741 w 364247"/>
                <a:gd name="connsiteY512" fmla="*/ 830418 h 1015864"/>
                <a:gd name="connsiteX513" fmla="*/ 270664 w 364247"/>
                <a:gd name="connsiteY513" fmla="*/ 824818 h 1015864"/>
                <a:gd name="connsiteX514" fmla="*/ 270542 w 364247"/>
                <a:gd name="connsiteY514" fmla="*/ 816783 h 1015864"/>
                <a:gd name="connsiteX515" fmla="*/ 270516 w 364247"/>
                <a:gd name="connsiteY515" fmla="*/ 814242 h 1015864"/>
                <a:gd name="connsiteX516" fmla="*/ 270471 w 364247"/>
                <a:gd name="connsiteY516" fmla="*/ 811894 h 1015864"/>
                <a:gd name="connsiteX517" fmla="*/ 270441 w 364247"/>
                <a:gd name="connsiteY517" fmla="*/ 809821 h 1015864"/>
                <a:gd name="connsiteX518" fmla="*/ 268745 w 364247"/>
                <a:gd name="connsiteY518" fmla="*/ 806685 h 1015864"/>
                <a:gd name="connsiteX519" fmla="*/ 268001 w 364247"/>
                <a:gd name="connsiteY519" fmla="*/ 806685 h 1015864"/>
                <a:gd name="connsiteX520" fmla="*/ 267988 w 364247"/>
                <a:gd name="connsiteY520" fmla="*/ 805174 h 1015864"/>
                <a:gd name="connsiteX521" fmla="*/ 267806 w 364247"/>
                <a:gd name="connsiteY521" fmla="*/ 789639 h 1015864"/>
                <a:gd name="connsiteX522" fmla="*/ 267743 w 364247"/>
                <a:gd name="connsiteY522" fmla="*/ 783838 h 1015864"/>
                <a:gd name="connsiteX523" fmla="*/ 267638 w 364247"/>
                <a:gd name="connsiteY523" fmla="*/ 775510 h 1015864"/>
                <a:gd name="connsiteX524" fmla="*/ 267623 w 364247"/>
                <a:gd name="connsiteY524" fmla="*/ 772881 h 1015864"/>
                <a:gd name="connsiteX525" fmla="*/ 267579 w 364247"/>
                <a:gd name="connsiteY525" fmla="*/ 770443 h 1015864"/>
                <a:gd name="connsiteX526" fmla="*/ 267554 w 364247"/>
                <a:gd name="connsiteY526" fmla="*/ 768295 h 1015864"/>
                <a:gd name="connsiteX527" fmla="*/ 265024 w 364247"/>
                <a:gd name="connsiteY527" fmla="*/ 764269 h 1015864"/>
                <a:gd name="connsiteX528" fmla="*/ 264726 w 364247"/>
                <a:gd name="connsiteY528" fmla="*/ 760543 h 1015864"/>
                <a:gd name="connsiteX529" fmla="*/ 264696 w 364247"/>
                <a:gd name="connsiteY529" fmla="*/ 758249 h 1015864"/>
                <a:gd name="connsiteX530" fmla="*/ 264696 w 364247"/>
                <a:gd name="connsiteY530" fmla="*/ 755775 h 1015864"/>
                <a:gd name="connsiteX531" fmla="*/ 264666 w 364247"/>
                <a:gd name="connsiteY531" fmla="*/ 753238 h 1015864"/>
                <a:gd name="connsiteX532" fmla="*/ 264606 w 364247"/>
                <a:gd name="connsiteY532" fmla="*/ 745200 h 1015864"/>
                <a:gd name="connsiteX533" fmla="*/ 264538 w 364247"/>
                <a:gd name="connsiteY533" fmla="*/ 737147 h 1015864"/>
                <a:gd name="connsiteX534" fmla="*/ 264505 w 364247"/>
                <a:gd name="connsiteY534" fmla="*/ 732131 h 1015864"/>
                <a:gd name="connsiteX535" fmla="*/ 264482 w 364247"/>
                <a:gd name="connsiteY535" fmla="*/ 729851 h 1015864"/>
                <a:gd name="connsiteX536" fmla="*/ 264473 w 364247"/>
                <a:gd name="connsiteY536" fmla="*/ 727833 h 1015864"/>
                <a:gd name="connsiteX537" fmla="*/ 264280 w 364247"/>
                <a:gd name="connsiteY537" fmla="*/ 726318 h 1015864"/>
                <a:gd name="connsiteX538" fmla="*/ 262792 w 364247"/>
                <a:gd name="connsiteY538" fmla="*/ 725574 h 1015864"/>
                <a:gd name="connsiteX539" fmla="*/ 262555 w 364247"/>
                <a:gd name="connsiteY539" fmla="*/ 721732 h 1015864"/>
                <a:gd name="connsiteX540" fmla="*/ 262510 w 364247"/>
                <a:gd name="connsiteY540" fmla="*/ 719249 h 1015864"/>
                <a:gd name="connsiteX541" fmla="*/ 262484 w 364247"/>
                <a:gd name="connsiteY541" fmla="*/ 716548 h 1015864"/>
                <a:gd name="connsiteX542" fmla="*/ 262440 w 364247"/>
                <a:gd name="connsiteY542" fmla="*/ 713798 h 1015864"/>
                <a:gd name="connsiteX543" fmla="*/ 262327 w 364247"/>
                <a:gd name="connsiteY543" fmla="*/ 705063 h 1015864"/>
                <a:gd name="connsiteX544" fmla="*/ 262240 w 364247"/>
                <a:gd name="connsiteY544" fmla="*/ 699158 h 1015864"/>
                <a:gd name="connsiteX545" fmla="*/ 262048 w 364247"/>
                <a:gd name="connsiteY545" fmla="*/ 684646 h 1015864"/>
                <a:gd name="connsiteX546" fmla="*/ 259815 w 364247"/>
                <a:gd name="connsiteY546" fmla="*/ 685390 h 1015864"/>
                <a:gd name="connsiteX547" fmla="*/ 259815 w 364247"/>
                <a:gd name="connsiteY547" fmla="*/ 646695 h 1015864"/>
                <a:gd name="connsiteX548" fmla="*/ 103546 w 364247"/>
                <a:gd name="connsiteY548" fmla="*/ 646695 h 1015864"/>
                <a:gd name="connsiteX549" fmla="*/ 104290 w 364247"/>
                <a:gd name="connsiteY549" fmla="*/ 649671 h 1015864"/>
                <a:gd name="connsiteX550" fmla="*/ 104469 w 364247"/>
                <a:gd name="connsiteY550" fmla="*/ 659393 h 1015864"/>
                <a:gd name="connsiteX551" fmla="*/ 104523 w 364247"/>
                <a:gd name="connsiteY551" fmla="*/ 664140 h 1015864"/>
                <a:gd name="connsiteX552" fmla="*/ 104534 w 364247"/>
                <a:gd name="connsiteY552" fmla="*/ 667144 h 1015864"/>
                <a:gd name="connsiteX553" fmla="*/ 104555 w 364247"/>
                <a:gd name="connsiteY553" fmla="*/ 669909 h 1015864"/>
                <a:gd name="connsiteX554" fmla="*/ 104290 w 364247"/>
                <a:gd name="connsiteY554" fmla="*/ 671995 h 1015864"/>
                <a:gd name="connsiteX555" fmla="*/ 102058 w 364247"/>
                <a:gd name="connsiteY555" fmla="*/ 672740 h 1015864"/>
                <a:gd name="connsiteX556" fmla="*/ 101771 w 364247"/>
                <a:gd name="connsiteY556" fmla="*/ 676569 h 1015864"/>
                <a:gd name="connsiteX557" fmla="*/ 101749 w 364247"/>
                <a:gd name="connsiteY557" fmla="*/ 679045 h 1015864"/>
                <a:gd name="connsiteX558" fmla="*/ 101755 w 364247"/>
                <a:gd name="connsiteY558" fmla="*/ 681739 h 1015864"/>
                <a:gd name="connsiteX559" fmla="*/ 101731 w 364247"/>
                <a:gd name="connsiteY559" fmla="*/ 684483 h 1015864"/>
                <a:gd name="connsiteX560" fmla="*/ 101686 w 364247"/>
                <a:gd name="connsiteY560" fmla="*/ 693203 h 1015864"/>
                <a:gd name="connsiteX561" fmla="*/ 101616 w 364247"/>
                <a:gd name="connsiteY561" fmla="*/ 704668 h 1015864"/>
                <a:gd name="connsiteX562" fmla="*/ 101623 w 364247"/>
                <a:gd name="connsiteY562" fmla="*/ 707362 h 1015864"/>
                <a:gd name="connsiteX563" fmla="*/ 101600 w 364247"/>
                <a:gd name="connsiteY563" fmla="*/ 709838 h 1015864"/>
                <a:gd name="connsiteX564" fmla="*/ 101595 w 364247"/>
                <a:gd name="connsiteY564" fmla="*/ 712029 h 1015864"/>
                <a:gd name="connsiteX565" fmla="*/ 101314 w 364247"/>
                <a:gd name="connsiteY565" fmla="*/ 713667 h 1015864"/>
                <a:gd name="connsiteX566" fmla="*/ 99081 w 364247"/>
                <a:gd name="connsiteY566" fmla="*/ 714411 h 1015864"/>
                <a:gd name="connsiteX567" fmla="*/ 98783 w 364247"/>
                <a:gd name="connsiteY567" fmla="*/ 718241 h 1015864"/>
                <a:gd name="connsiteX568" fmla="*/ 98753 w 364247"/>
                <a:gd name="connsiteY568" fmla="*/ 720717 h 1015864"/>
                <a:gd name="connsiteX569" fmla="*/ 98753 w 364247"/>
                <a:gd name="connsiteY569" fmla="*/ 723411 h 1015864"/>
                <a:gd name="connsiteX570" fmla="*/ 98723 w 364247"/>
                <a:gd name="connsiteY570" fmla="*/ 726155 h 1015864"/>
                <a:gd name="connsiteX571" fmla="*/ 98663 w 364247"/>
                <a:gd name="connsiteY571" fmla="*/ 734875 h 1015864"/>
                <a:gd name="connsiteX572" fmla="*/ 98594 w 364247"/>
                <a:gd name="connsiteY572" fmla="*/ 743595 h 1015864"/>
                <a:gd name="connsiteX573" fmla="*/ 98562 w 364247"/>
                <a:gd name="connsiteY573" fmla="*/ 749034 h 1015864"/>
                <a:gd name="connsiteX574" fmla="*/ 98539 w 364247"/>
                <a:gd name="connsiteY574" fmla="*/ 751510 h 1015864"/>
                <a:gd name="connsiteX575" fmla="*/ 98529 w 364247"/>
                <a:gd name="connsiteY575" fmla="*/ 753701 h 1015864"/>
                <a:gd name="connsiteX576" fmla="*/ 98337 w 364247"/>
                <a:gd name="connsiteY576" fmla="*/ 755339 h 1015864"/>
                <a:gd name="connsiteX577" fmla="*/ 96849 w 364247"/>
                <a:gd name="connsiteY577" fmla="*/ 756083 h 1015864"/>
                <a:gd name="connsiteX578" fmla="*/ 96647 w 364247"/>
                <a:gd name="connsiteY578" fmla="*/ 759981 h 1015864"/>
                <a:gd name="connsiteX579" fmla="*/ 96624 w 364247"/>
                <a:gd name="connsiteY579" fmla="*/ 762502 h 1015864"/>
                <a:gd name="connsiteX580" fmla="*/ 96619 w 364247"/>
                <a:gd name="connsiteY580" fmla="*/ 765246 h 1015864"/>
                <a:gd name="connsiteX581" fmla="*/ 96562 w 364247"/>
                <a:gd name="connsiteY581" fmla="*/ 770925 h 1015864"/>
                <a:gd name="connsiteX582" fmla="*/ 96509 w 364247"/>
                <a:gd name="connsiteY582" fmla="*/ 779936 h 1015864"/>
                <a:gd name="connsiteX583" fmla="*/ 96433 w 364247"/>
                <a:gd name="connsiteY583" fmla="*/ 788593 h 1015864"/>
                <a:gd name="connsiteX584" fmla="*/ 96433 w 364247"/>
                <a:gd name="connsiteY584" fmla="*/ 791336 h 1015864"/>
                <a:gd name="connsiteX585" fmla="*/ 96403 w 364247"/>
                <a:gd name="connsiteY585" fmla="*/ 793857 h 1015864"/>
                <a:gd name="connsiteX586" fmla="*/ 96391 w 364247"/>
                <a:gd name="connsiteY586" fmla="*/ 796089 h 1015864"/>
                <a:gd name="connsiteX587" fmla="*/ 96105 w 364247"/>
                <a:gd name="connsiteY587" fmla="*/ 797755 h 1015864"/>
                <a:gd name="connsiteX588" fmla="*/ 93872 w 364247"/>
                <a:gd name="connsiteY588" fmla="*/ 798499 h 1015864"/>
                <a:gd name="connsiteX589" fmla="*/ 93550 w 364247"/>
                <a:gd name="connsiteY589" fmla="*/ 802341 h 1015864"/>
                <a:gd name="connsiteX590" fmla="*/ 93506 w 364247"/>
                <a:gd name="connsiteY590" fmla="*/ 804824 h 1015864"/>
                <a:gd name="connsiteX591" fmla="*/ 93491 w 364247"/>
                <a:gd name="connsiteY591" fmla="*/ 807525 h 1015864"/>
                <a:gd name="connsiteX592" fmla="*/ 93451 w 364247"/>
                <a:gd name="connsiteY592" fmla="*/ 810275 h 1015864"/>
                <a:gd name="connsiteX593" fmla="*/ 93361 w 364247"/>
                <a:gd name="connsiteY593" fmla="*/ 819010 h 1015864"/>
                <a:gd name="connsiteX594" fmla="*/ 93283 w 364247"/>
                <a:gd name="connsiteY594" fmla="*/ 824915 h 1015864"/>
                <a:gd name="connsiteX595" fmla="*/ 93128 w 364247"/>
                <a:gd name="connsiteY595" fmla="*/ 839427 h 1015864"/>
                <a:gd name="connsiteX596" fmla="*/ 90896 w 364247"/>
                <a:gd name="connsiteY596" fmla="*/ 839427 h 1015864"/>
                <a:gd name="connsiteX597" fmla="*/ 90151 w 364247"/>
                <a:gd name="connsiteY597" fmla="*/ 881099 h 1015864"/>
                <a:gd name="connsiteX598" fmla="*/ 87919 w 364247"/>
                <a:gd name="connsiteY598" fmla="*/ 881099 h 1015864"/>
                <a:gd name="connsiteX599" fmla="*/ 87934 w 364247"/>
                <a:gd name="connsiteY599" fmla="*/ 882699 h 1015864"/>
                <a:gd name="connsiteX600" fmla="*/ 88035 w 364247"/>
                <a:gd name="connsiteY600" fmla="*/ 897613 h 1015864"/>
                <a:gd name="connsiteX601" fmla="*/ 88087 w 364247"/>
                <a:gd name="connsiteY601" fmla="*/ 905281 h 1015864"/>
                <a:gd name="connsiteX602" fmla="*/ 88137 w 364247"/>
                <a:gd name="connsiteY602" fmla="*/ 914091 h 1015864"/>
                <a:gd name="connsiteX603" fmla="*/ 88172 w 364247"/>
                <a:gd name="connsiteY603" fmla="*/ 916879 h 1015864"/>
                <a:gd name="connsiteX604" fmla="*/ 88172 w 364247"/>
                <a:gd name="connsiteY604" fmla="*/ 919452 h 1015864"/>
                <a:gd name="connsiteX605" fmla="*/ 88187 w 364247"/>
                <a:gd name="connsiteY605" fmla="*/ 921726 h 1015864"/>
                <a:gd name="connsiteX606" fmla="*/ 87919 w 364247"/>
                <a:gd name="connsiteY606" fmla="*/ 923515 h 1015864"/>
                <a:gd name="connsiteX607" fmla="*/ 85687 w 364247"/>
                <a:gd name="connsiteY607" fmla="*/ 925003 h 1015864"/>
                <a:gd name="connsiteX608" fmla="*/ 85365 w 364247"/>
                <a:gd name="connsiteY608" fmla="*/ 928929 h 1015864"/>
                <a:gd name="connsiteX609" fmla="*/ 85320 w 364247"/>
                <a:gd name="connsiteY609" fmla="*/ 931412 h 1015864"/>
                <a:gd name="connsiteX610" fmla="*/ 85306 w 364247"/>
                <a:gd name="connsiteY610" fmla="*/ 934102 h 1015864"/>
                <a:gd name="connsiteX611" fmla="*/ 85265 w 364247"/>
                <a:gd name="connsiteY611" fmla="*/ 936848 h 1015864"/>
                <a:gd name="connsiteX612" fmla="*/ 85175 w 364247"/>
                <a:gd name="connsiteY612" fmla="*/ 945560 h 1015864"/>
                <a:gd name="connsiteX613" fmla="*/ 85098 w 364247"/>
                <a:gd name="connsiteY613" fmla="*/ 951455 h 1015864"/>
                <a:gd name="connsiteX614" fmla="*/ 84942 w 364247"/>
                <a:gd name="connsiteY614" fmla="*/ 965931 h 1015864"/>
                <a:gd name="connsiteX615" fmla="*/ 82710 w 364247"/>
                <a:gd name="connsiteY615" fmla="*/ 965931 h 1015864"/>
                <a:gd name="connsiteX616" fmla="*/ 81966 w 364247"/>
                <a:gd name="connsiteY616" fmla="*/ 1007603 h 1015864"/>
                <a:gd name="connsiteX617" fmla="*/ 79733 w 364247"/>
                <a:gd name="connsiteY617" fmla="*/ 1007603 h 1015864"/>
                <a:gd name="connsiteX618" fmla="*/ 79760 w 364247"/>
                <a:gd name="connsiteY618" fmla="*/ 1009204 h 1015864"/>
                <a:gd name="connsiteX619" fmla="*/ 79780 w 364247"/>
                <a:gd name="connsiteY619" fmla="*/ 1011277 h 1015864"/>
                <a:gd name="connsiteX620" fmla="*/ 79806 w 364247"/>
                <a:gd name="connsiteY620" fmla="*/ 1013344 h 1015864"/>
                <a:gd name="connsiteX621" fmla="*/ 78989 w 364247"/>
                <a:gd name="connsiteY621" fmla="*/ 1015788 h 1015864"/>
                <a:gd name="connsiteX622" fmla="*/ 72243 w 364247"/>
                <a:gd name="connsiteY622" fmla="*/ 1015861 h 1015864"/>
                <a:gd name="connsiteX623" fmla="*/ 70194 w 364247"/>
                <a:gd name="connsiteY623" fmla="*/ 1015858 h 1015864"/>
                <a:gd name="connsiteX624" fmla="*/ 63688 w 364247"/>
                <a:gd name="connsiteY624" fmla="*/ 1015835 h 1015864"/>
                <a:gd name="connsiteX625" fmla="*/ 59288 w 364247"/>
                <a:gd name="connsiteY625" fmla="*/ 1015825 h 1015864"/>
                <a:gd name="connsiteX626" fmla="*/ 48480 w 364247"/>
                <a:gd name="connsiteY626" fmla="*/ 1015788 h 1015864"/>
                <a:gd name="connsiteX627" fmla="*/ 48480 w 364247"/>
                <a:gd name="connsiteY627" fmla="*/ 1013556 h 1015864"/>
                <a:gd name="connsiteX628" fmla="*/ 43419 w 364247"/>
                <a:gd name="connsiteY628" fmla="*/ 1012694 h 1015864"/>
                <a:gd name="connsiteX629" fmla="*/ 41169 w 364247"/>
                <a:gd name="connsiteY629" fmla="*/ 1012671 h 1015864"/>
                <a:gd name="connsiteX630" fmla="*/ 38733 w 364247"/>
                <a:gd name="connsiteY630" fmla="*/ 1012655 h 1015864"/>
                <a:gd name="connsiteX631" fmla="*/ 33671 w 364247"/>
                <a:gd name="connsiteY631" fmla="*/ 1012591 h 1015864"/>
                <a:gd name="connsiteX632" fmla="*/ 25655 w 364247"/>
                <a:gd name="connsiteY632" fmla="*/ 1012513 h 1015864"/>
                <a:gd name="connsiteX633" fmla="*/ 17944 w 364247"/>
                <a:gd name="connsiteY633" fmla="*/ 1012422 h 1015864"/>
                <a:gd name="connsiteX634" fmla="*/ 15503 w 364247"/>
                <a:gd name="connsiteY634" fmla="*/ 1012415 h 1015864"/>
                <a:gd name="connsiteX635" fmla="*/ 13261 w 364247"/>
                <a:gd name="connsiteY635" fmla="*/ 1012378 h 1015864"/>
                <a:gd name="connsiteX636" fmla="*/ 11276 w 364247"/>
                <a:gd name="connsiteY636" fmla="*/ 1012359 h 1015864"/>
                <a:gd name="connsiteX637" fmla="*/ 9784 w 364247"/>
                <a:gd name="connsiteY637" fmla="*/ 1012068 h 1015864"/>
                <a:gd name="connsiteX638" fmla="*/ 9040 w 364247"/>
                <a:gd name="connsiteY638" fmla="*/ 1009835 h 1015864"/>
                <a:gd name="connsiteX639" fmla="*/ 5366 w 364247"/>
                <a:gd name="connsiteY639" fmla="*/ 1009370 h 1015864"/>
                <a:gd name="connsiteX640" fmla="*/ 110 w 364247"/>
                <a:gd name="connsiteY640" fmla="*/ 1008347 h 1015864"/>
                <a:gd name="connsiteX641" fmla="*/ 110 w 364247"/>
                <a:gd name="connsiteY641" fmla="*/ 1002394 h 1015864"/>
                <a:gd name="connsiteX642" fmla="*/ 2343 w 364247"/>
                <a:gd name="connsiteY642" fmla="*/ 1003138 h 1015864"/>
                <a:gd name="connsiteX643" fmla="*/ 2361 w 364247"/>
                <a:gd name="connsiteY643" fmla="*/ 1001533 h 1015864"/>
                <a:gd name="connsiteX644" fmla="*/ 2557 w 364247"/>
                <a:gd name="connsiteY644" fmla="*/ 986586 h 1015864"/>
                <a:gd name="connsiteX645" fmla="*/ 2657 w 364247"/>
                <a:gd name="connsiteY645" fmla="*/ 978900 h 1015864"/>
                <a:gd name="connsiteX646" fmla="*/ 2779 w 364247"/>
                <a:gd name="connsiteY646" fmla="*/ 970073 h 1015864"/>
                <a:gd name="connsiteX647" fmla="*/ 2805 w 364247"/>
                <a:gd name="connsiteY647" fmla="*/ 967273 h 1015864"/>
                <a:gd name="connsiteX648" fmla="*/ 2850 w 364247"/>
                <a:gd name="connsiteY648" fmla="*/ 964700 h 1015864"/>
                <a:gd name="connsiteX649" fmla="*/ 2880 w 364247"/>
                <a:gd name="connsiteY649" fmla="*/ 962422 h 1015864"/>
                <a:gd name="connsiteX650" fmla="*/ 3087 w 364247"/>
                <a:gd name="connsiteY650" fmla="*/ 960722 h 1015864"/>
                <a:gd name="connsiteX651" fmla="*/ 4575 w 364247"/>
                <a:gd name="connsiteY651" fmla="*/ 959978 h 1015864"/>
                <a:gd name="connsiteX652" fmla="*/ 5449 w 364247"/>
                <a:gd name="connsiteY652" fmla="*/ 953952 h 1015864"/>
                <a:gd name="connsiteX653" fmla="*/ 5479 w 364247"/>
                <a:gd name="connsiteY653" fmla="*/ 951612 h 1015864"/>
                <a:gd name="connsiteX654" fmla="*/ 5503 w 364247"/>
                <a:gd name="connsiteY654" fmla="*/ 949089 h 1015864"/>
                <a:gd name="connsiteX655" fmla="*/ 5577 w 364247"/>
                <a:gd name="connsiteY655" fmla="*/ 943831 h 1015864"/>
                <a:gd name="connsiteX656" fmla="*/ 5674 w 364247"/>
                <a:gd name="connsiteY656" fmla="*/ 935516 h 1015864"/>
                <a:gd name="connsiteX657" fmla="*/ 5782 w 364247"/>
                <a:gd name="connsiteY657" fmla="*/ 927509 h 1015864"/>
                <a:gd name="connsiteX658" fmla="*/ 5801 w 364247"/>
                <a:gd name="connsiteY658" fmla="*/ 924977 h 1015864"/>
                <a:gd name="connsiteX659" fmla="*/ 5838 w 364247"/>
                <a:gd name="connsiteY659" fmla="*/ 922651 h 1015864"/>
                <a:gd name="connsiteX660" fmla="*/ 5861 w 364247"/>
                <a:gd name="connsiteY660" fmla="*/ 920594 h 1015864"/>
                <a:gd name="connsiteX661" fmla="*/ 6064 w 364247"/>
                <a:gd name="connsiteY661" fmla="*/ 919050 h 1015864"/>
                <a:gd name="connsiteX662" fmla="*/ 7552 w 364247"/>
                <a:gd name="connsiteY662" fmla="*/ 918306 h 1015864"/>
                <a:gd name="connsiteX663" fmla="*/ 7754 w 364247"/>
                <a:gd name="connsiteY663" fmla="*/ 914476 h 1015864"/>
                <a:gd name="connsiteX664" fmla="*/ 7777 w 364247"/>
                <a:gd name="connsiteY664" fmla="*/ 912001 h 1015864"/>
                <a:gd name="connsiteX665" fmla="*/ 7781 w 364247"/>
                <a:gd name="connsiteY665" fmla="*/ 909307 h 1015864"/>
                <a:gd name="connsiteX666" fmla="*/ 7838 w 364247"/>
                <a:gd name="connsiteY666" fmla="*/ 903728 h 1015864"/>
                <a:gd name="connsiteX667" fmla="*/ 7891 w 364247"/>
                <a:gd name="connsiteY667" fmla="*/ 894880 h 1015864"/>
                <a:gd name="connsiteX668" fmla="*/ 7967 w 364247"/>
                <a:gd name="connsiteY668" fmla="*/ 886378 h 1015864"/>
                <a:gd name="connsiteX669" fmla="*/ 7968 w 364247"/>
                <a:gd name="connsiteY669" fmla="*/ 883684 h 1015864"/>
                <a:gd name="connsiteX670" fmla="*/ 7998 w 364247"/>
                <a:gd name="connsiteY670" fmla="*/ 881208 h 1015864"/>
                <a:gd name="connsiteX671" fmla="*/ 8009 w 364247"/>
                <a:gd name="connsiteY671" fmla="*/ 879017 h 1015864"/>
                <a:gd name="connsiteX672" fmla="*/ 8296 w 364247"/>
                <a:gd name="connsiteY672" fmla="*/ 877378 h 1015864"/>
                <a:gd name="connsiteX673" fmla="*/ 10528 w 364247"/>
                <a:gd name="connsiteY673" fmla="*/ 876634 h 1015864"/>
                <a:gd name="connsiteX674" fmla="*/ 10826 w 364247"/>
                <a:gd name="connsiteY674" fmla="*/ 872804 h 1015864"/>
                <a:gd name="connsiteX675" fmla="*/ 10857 w 364247"/>
                <a:gd name="connsiteY675" fmla="*/ 870329 h 1015864"/>
                <a:gd name="connsiteX676" fmla="*/ 10857 w 364247"/>
                <a:gd name="connsiteY676" fmla="*/ 867635 h 1015864"/>
                <a:gd name="connsiteX677" fmla="*/ 10887 w 364247"/>
                <a:gd name="connsiteY677" fmla="*/ 864890 h 1015864"/>
                <a:gd name="connsiteX678" fmla="*/ 10947 w 364247"/>
                <a:gd name="connsiteY678" fmla="*/ 856170 h 1015864"/>
                <a:gd name="connsiteX679" fmla="*/ 11015 w 364247"/>
                <a:gd name="connsiteY679" fmla="*/ 847450 h 1015864"/>
                <a:gd name="connsiteX680" fmla="*/ 11048 w 364247"/>
                <a:gd name="connsiteY680" fmla="*/ 842012 h 1015864"/>
                <a:gd name="connsiteX681" fmla="*/ 11071 w 364247"/>
                <a:gd name="connsiteY681" fmla="*/ 839536 h 1015864"/>
                <a:gd name="connsiteX682" fmla="*/ 11080 w 364247"/>
                <a:gd name="connsiteY682" fmla="*/ 837345 h 1015864"/>
                <a:gd name="connsiteX683" fmla="*/ 11273 w 364247"/>
                <a:gd name="connsiteY683" fmla="*/ 835706 h 1015864"/>
                <a:gd name="connsiteX684" fmla="*/ 12761 w 364247"/>
                <a:gd name="connsiteY684" fmla="*/ 834962 h 1015864"/>
                <a:gd name="connsiteX685" fmla="*/ 13634 w 364247"/>
                <a:gd name="connsiteY685" fmla="*/ 828107 h 1015864"/>
                <a:gd name="connsiteX686" fmla="*/ 13665 w 364247"/>
                <a:gd name="connsiteY686" fmla="*/ 825768 h 1015864"/>
                <a:gd name="connsiteX687" fmla="*/ 13688 w 364247"/>
                <a:gd name="connsiteY687" fmla="*/ 823257 h 1015864"/>
                <a:gd name="connsiteX688" fmla="*/ 13762 w 364247"/>
                <a:gd name="connsiteY688" fmla="*/ 818005 h 1015864"/>
                <a:gd name="connsiteX689" fmla="*/ 13860 w 364247"/>
                <a:gd name="connsiteY689" fmla="*/ 809715 h 1015864"/>
                <a:gd name="connsiteX690" fmla="*/ 13967 w 364247"/>
                <a:gd name="connsiteY690" fmla="*/ 801723 h 1015864"/>
                <a:gd name="connsiteX691" fmla="*/ 13986 w 364247"/>
                <a:gd name="connsiteY691" fmla="*/ 799198 h 1015864"/>
                <a:gd name="connsiteX692" fmla="*/ 14024 w 364247"/>
                <a:gd name="connsiteY692" fmla="*/ 796880 h 1015864"/>
                <a:gd name="connsiteX693" fmla="*/ 14047 w 364247"/>
                <a:gd name="connsiteY693" fmla="*/ 794829 h 1015864"/>
                <a:gd name="connsiteX694" fmla="*/ 14249 w 364247"/>
                <a:gd name="connsiteY694" fmla="*/ 793290 h 1015864"/>
                <a:gd name="connsiteX695" fmla="*/ 15737 w 364247"/>
                <a:gd name="connsiteY695" fmla="*/ 792546 h 1015864"/>
                <a:gd name="connsiteX696" fmla="*/ 15939 w 364247"/>
                <a:gd name="connsiteY696" fmla="*/ 788648 h 1015864"/>
                <a:gd name="connsiteX697" fmla="*/ 15962 w 364247"/>
                <a:gd name="connsiteY697" fmla="*/ 786127 h 1015864"/>
                <a:gd name="connsiteX698" fmla="*/ 15967 w 364247"/>
                <a:gd name="connsiteY698" fmla="*/ 783384 h 1015864"/>
                <a:gd name="connsiteX699" fmla="*/ 16024 w 364247"/>
                <a:gd name="connsiteY699" fmla="*/ 777704 h 1015864"/>
                <a:gd name="connsiteX700" fmla="*/ 16077 w 364247"/>
                <a:gd name="connsiteY700" fmla="*/ 768694 h 1015864"/>
                <a:gd name="connsiteX701" fmla="*/ 16153 w 364247"/>
                <a:gd name="connsiteY701" fmla="*/ 760037 h 1015864"/>
                <a:gd name="connsiteX702" fmla="*/ 16153 w 364247"/>
                <a:gd name="connsiteY702" fmla="*/ 757293 h 1015864"/>
                <a:gd name="connsiteX703" fmla="*/ 16183 w 364247"/>
                <a:gd name="connsiteY703" fmla="*/ 754772 h 1015864"/>
                <a:gd name="connsiteX704" fmla="*/ 16195 w 364247"/>
                <a:gd name="connsiteY704" fmla="*/ 752541 h 1015864"/>
                <a:gd name="connsiteX705" fmla="*/ 16481 w 364247"/>
                <a:gd name="connsiteY705" fmla="*/ 750874 h 1015864"/>
                <a:gd name="connsiteX706" fmla="*/ 18714 w 364247"/>
                <a:gd name="connsiteY706" fmla="*/ 750130 h 1015864"/>
                <a:gd name="connsiteX707" fmla="*/ 19000 w 364247"/>
                <a:gd name="connsiteY707" fmla="*/ 746381 h 1015864"/>
                <a:gd name="connsiteX708" fmla="*/ 19023 w 364247"/>
                <a:gd name="connsiteY708" fmla="*/ 743957 h 1015864"/>
                <a:gd name="connsiteX709" fmla="*/ 19016 w 364247"/>
                <a:gd name="connsiteY709" fmla="*/ 741320 h 1015864"/>
                <a:gd name="connsiteX710" fmla="*/ 19041 w 364247"/>
                <a:gd name="connsiteY710" fmla="*/ 738631 h 1015864"/>
                <a:gd name="connsiteX711" fmla="*/ 19086 w 364247"/>
                <a:gd name="connsiteY711" fmla="*/ 730085 h 1015864"/>
                <a:gd name="connsiteX712" fmla="*/ 19156 w 364247"/>
                <a:gd name="connsiteY712" fmla="*/ 718856 h 1015864"/>
                <a:gd name="connsiteX713" fmla="*/ 19149 w 364247"/>
                <a:gd name="connsiteY713" fmla="*/ 716223 h 1015864"/>
                <a:gd name="connsiteX714" fmla="*/ 19172 w 364247"/>
                <a:gd name="connsiteY714" fmla="*/ 713793 h 1015864"/>
                <a:gd name="connsiteX715" fmla="*/ 19176 w 364247"/>
                <a:gd name="connsiteY715" fmla="*/ 711646 h 1015864"/>
                <a:gd name="connsiteX716" fmla="*/ 19458 w 364247"/>
                <a:gd name="connsiteY716" fmla="*/ 709947 h 1015864"/>
                <a:gd name="connsiteX717" fmla="*/ 21690 w 364247"/>
                <a:gd name="connsiteY717" fmla="*/ 708458 h 1015864"/>
                <a:gd name="connsiteX718" fmla="*/ 21989 w 364247"/>
                <a:gd name="connsiteY718" fmla="*/ 704612 h 1015864"/>
                <a:gd name="connsiteX719" fmla="*/ 22019 w 364247"/>
                <a:gd name="connsiteY719" fmla="*/ 702182 h 1015864"/>
                <a:gd name="connsiteX720" fmla="*/ 22019 w 364247"/>
                <a:gd name="connsiteY720" fmla="*/ 699549 h 1015864"/>
                <a:gd name="connsiteX721" fmla="*/ 22049 w 364247"/>
                <a:gd name="connsiteY721" fmla="*/ 696858 h 1015864"/>
                <a:gd name="connsiteX722" fmla="*/ 22109 w 364247"/>
                <a:gd name="connsiteY722" fmla="*/ 688320 h 1015864"/>
                <a:gd name="connsiteX723" fmla="*/ 22177 w 364247"/>
                <a:gd name="connsiteY723" fmla="*/ 679774 h 1015864"/>
                <a:gd name="connsiteX724" fmla="*/ 22210 w 364247"/>
                <a:gd name="connsiteY724" fmla="*/ 674448 h 1015864"/>
                <a:gd name="connsiteX725" fmla="*/ 22233 w 364247"/>
                <a:gd name="connsiteY725" fmla="*/ 672024 h 1015864"/>
                <a:gd name="connsiteX726" fmla="*/ 22242 w 364247"/>
                <a:gd name="connsiteY726" fmla="*/ 669880 h 1015864"/>
                <a:gd name="connsiteX727" fmla="*/ 22435 w 364247"/>
                <a:gd name="connsiteY727" fmla="*/ 668275 h 1015864"/>
                <a:gd name="connsiteX728" fmla="*/ 23923 w 364247"/>
                <a:gd name="connsiteY728" fmla="*/ 667531 h 1015864"/>
                <a:gd name="connsiteX729" fmla="*/ 24160 w 364247"/>
                <a:gd name="connsiteY729" fmla="*/ 663553 h 1015864"/>
                <a:gd name="connsiteX730" fmla="*/ 24205 w 364247"/>
                <a:gd name="connsiteY730" fmla="*/ 660979 h 1015864"/>
                <a:gd name="connsiteX731" fmla="*/ 24231 w 364247"/>
                <a:gd name="connsiteY731" fmla="*/ 658179 h 1015864"/>
                <a:gd name="connsiteX732" fmla="*/ 24275 w 364247"/>
                <a:gd name="connsiteY732" fmla="*/ 655330 h 1015864"/>
                <a:gd name="connsiteX733" fmla="*/ 24370 w 364247"/>
                <a:gd name="connsiteY733" fmla="*/ 647817 h 1015864"/>
                <a:gd name="connsiteX734" fmla="*/ 24475 w 364247"/>
                <a:gd name="connsiteY734" fmla="*/ 640156 h 1015864"/>
                <a:gd name="connsiteX735" fmla="*/ 24667 w 364247"/>
                <a:gd name="connsiteY735" fmla="*/ 625115 h 1015864"/>
                <a:gd name="connsiteX736" fmla="*/ 26899 w 364247"/>
                <a:gd name="connsiteY736" fmla="*/ 625859 h 1015864"/>
                <a:gd name="connsiteX737" fmla="*/ 27644 w 364247"/>
                <a:gd name="connsiteY737" fmla="*/ 583443 h 1015864"/>
                <a:gd name="connsiteX738" fmla="*/ 29132 w 364247"/>
                <a:gd name="connsiteY738" fmla="*/ 583443 h 1015864"/>
                <a:gd name="connsiteX739" fmla="*/ 30005 w 364247"/>
                <a:gd name="connsiteY739" fmla="*/ 578177 h 1015864"/>
                <a:gd name="connsiteX740" fmla="*/ 30036 w 364247"/>
                <a:gd name="connsiteY740" fmla="*/ 575792 h 1015864"/>
                <a:gd name="connsiteX741" fmla="*/ 30059 w 364247"/>
                <a:gd name="connsiteY741" fmla="*/ 573208 h 1015864"/>
                <a:gd name="connsiteX742" fmla="*/ 30133 w 364247"/>
                <a:gd name="connsiteY742" fmla="*/ 567841 h 1015864"/>
                <a:gd name="connsiteX743" fmla="*/ 30231 w 364247"/>
                <a:gd name="connsiteY743" fmla="*/ 559340 h 1015864"/>
                <a:gd name="connsiteX744" fmla="*/ 30338 w 364247"/>
                <a:gd name="connsiteY744" fmla="*/ 551163 h 1015864"/>
                <a:gd name="connsiteX745" fmla="*/ 30357 w 364247"/>
                <a:gd name="connsiteY745" fmla="*/ 548574 h 1015864"/>
                <a:gd name="connsiteX746" fmla="*/ 30395 w 364247"/>
                <a:gd name="connsiteY746" fmla="*/ 546196 h 1015864"/>
                <a:gd name="connsiteX747" fmla="*/ 30418 w 364247"/>
                <a:gd name="connsiteY747" fmla="*/ 544092 h 1015864"/>
                <a:gd name="connsiteX748" fmla="*/ 30620 w 364247"/>
                <a:gd name="connsiteY748" fmla="*/ 542515 h 1015864"/>
                <a:gd name="connsiteX749" fmla="*/ 32108 w 364247"/>
                <a:gd name="connsiteY749" fmla="*/ 541771 h 1015864"/>
                <a:gd name="connsiteX750" fmla="*/ 32346 w 364247"/>
                <a:gd name="connsiteY750" fmla="*/ 537861 h 1015864"/>
                <a:gd name="connsiteX751" fmla="*/ 32391 w 364247"/>
                <a:gd name="connsiteY751" fmla="*/ 535333 h 1015864"/>
                <a:gd name="connsiteX752" fmla="*/ 32417 w 364247"/>
                <a:gd name="connsiteY752" fmla="*/ 532583 h 1015864"/>
                <a:gd name="connsiteX753" fmla="*/ 32460 w 364247"/>
                <a:gd name="connsiteY753" fmla="*/ 529783 h 1015864"/>
                <a:gd name="connsiteX754" fmla="*/ 32556 w 364247"/>
                <a:gd name="connsiteY754" fmla="*/ 522402 h 1015864"/>
                <a:gd name="connsiteX755" fmla="*/ 32661 w 364247"/>
                <a:gd name="connsiteY755" fmla="*/ 514876 h 1015864"/>
                <a:gd name="connsiteX756" fmla="*/ 32853 w 364247"/>
                <a:gd name="connsiteY756" fmla="*/ 500099 h 1015864"/>
                <a:gd name="connsiteX757" fmla="*/ 35085 w 364247"/>
                <a:gd name="connsiteY757" fmla="*/ 500843 h 1015864"/>
                <a:gd name="connsiteX758" fmla="*/ 35098 w 364247"/>
                <a:gd name="connsiteY758" fmla="*/ 499248 h 1015864"/>
                <a:gd name="connsiteX759" fmla="*/ 35260 w 364247"/>
                <a:gd name="connsiteY759" fmla="*/ 484368 h 1015864"/>
                <a:gd name="connsiteX760" fmla="*/ 35343 w 364247"/>
                <a:gd name="connsiteY760" fmla="*/ 476718 h 1015864"/>
                <a:gd name="connsiteX761" fmla="*/ 35448 w 364247"/>
                <a:gd name="connsiteY761" fmla="*/ 467924 h 1015864"/>
                <a:gd name="connsiteX762" fmla="*/ 35463 w 364247"/>
                <a:gd name="connsiteY762" fmla="*/ 465147 h 1015864"/>
                <a:gd name="connsiteX763" fmla="*/ 35507 w 364247"/>
                <a:gd name="connsiteY763" fmla="*/ 462574 h 1015864"/>
                <a:gd name="connsiteX764" fmla="*/ 35532 w 364247"/>
                <a:gd name="connsiteY764" fmla="*/ 460306 h 1015864"/>
                <a:gd name="connsiteX765" fmla="*/ 38062 w 364247"/>
                <a:gd name="connsiteY765" fmla="*/ 456195 h 1015864"/>
                <a:gd name="connsiteX766" fmla="*/ 38360 w 364247"/>
                <a:gd name="connsiteY766" fmla="*/ 452264 h 1015864"/>
                <a:gd name="connsiteX767" fmla="*/ 38390 w 364247"/>
                <a:gd name="connsiteY767" fmla="*/ 449834 h 1015864"/>
                <a:gd name="connsiteX768" fmla="*/ 38390 w 364247"/>
                <a:gd name="connsiteY768" fmla="*/ 447213 h 1015864"/>
                <a:gd name="connsiteX769" fmla="*/ 38420 w 364247"/>
                <a:gd name="connsiteY769" fmla="*/ 444525 h 1015864"/>
                <a:gd name="connsiteX770" fmla="*/ 38480 w 364247"/>
                <a:gd name="connsiteY770" fmla="*/ 436010 h 1015864"/>
                <a:gd name="connsiteX771" fmla="*/ 38548 w 364247"/>
                <a:gd name="connsiteY771" fmla="*/ 427479 h 1015864"/>
                <a:gd name="connsiteX772" fmla="*/ 38581 w 364247"/>
                <a:gd name="connsiteY772" fmla="*/ 422165 h 1015864"/>
                <a:gd name="connsiteX773" fmla="*/ 38604 w 364247"/>
                <a:gd name="connsiteY773" fmla="*/ 419749 h 1015864"/>
                <a:gd name="connsiteX774" fmla="*/ 38614 w 364247"/>
                <a:gd name="connsiteY774" fmla="*/ 417611 h 1015864"/>
                <a:gd name="connsiteX775" fmla="*/ 38806 w 364247"/>
                <a:gd name="connsiteY775" fmla="*/ 416011 h 1015864"/>
                <a:gd name="connsiteX776" fmla="*/ 40294 w 364247"/>
                <a:gd name="connsiteY776" fmla="*/ 415267 h 1015864"/>
                <a:gd name="connsiteX777" fmla="*/ 40531 w 364247"/>
                <a:gd name="connsiteY777" fmla="*/ 411425 h 1015864"/>
                <a:gd name="connsiteX778" fmla="*/ 40576 w 364247"/>
                <a:gd name="connsiteY778" fmla="*/ 408943 h 1015864"/>
                <a:gd name="connsiteX779" fmla="*/ 40602 w 364247"/>
                <a:gd name="connsiteY779" fmla="*/ 406241 h 1015864"/>
                <a:gd name="connsiteX780" fmla="*/ 40646 w 364247"/>
                <a:gd name="connsiteY780" fmla="*/ 403492 h 1015864"/>
                <a:gd name="connsiteX781" fmla="*/ 40759 w 364247"/>
                <a:gd name="connsiteY781" fmla="*/ 394757 h 1015864"/>
                <a:gd name="connsiteX782" fmla="*/ 40846 w 364247"/>
                <a:gd name="connsiteY782" fmla="*/ 388851 h 1015864"/>
                <a:gd name="connsiteX783" fmla="*/ 41038 w 364247"/>
                <a:gd name="connsiteY783" fmla="*/ 374339 h 1015864"/>
                <a:gd name="connsiteX784" fmla="*/ 43271 w 364247"/>
                <a:gd name="connsiteY784" fmla="*/ 374339 h 1015864"/>
                <a:gd name="connsiteX785" fmla="*/ 44015 w 364247"/>
                <a:gd name="connsiteY785" fmla="*/ 331923 h 1015864"/>
                <a:gd name="connsiteX786" fmla="*/ 46247 w 364247"/>
                <a:gd name="connsiteY786" fmla="*/ 331923 h 1015864"/>
                <a:gd name="connsiteX787" fmla="*/ 46265 w 364247"/>
                <a:gd name="connsiteY787" fmla="*/ 330346 h 1015864"/>
                <a:gd name="connsiteX788" fmla="*/ 46461 w 364247"/>
                <a:gd name="connsiteY788" fmla="*/ 315662 h 1015864"/>
                <a:gd name="connsiteX789" fmla="*/ 46561 w 364247"/>
                <a:gd name="connsiteY789" fmla="*/ 308112 h 1015864"/>
                <a:gd name="connsiteX790" fmla="*/ 46683 w 364247"/>
                <a:gd name="connsiteY790" fmla="*/ 299440 h 1015864"/>
                <a:gd name="connsiteX791" fmla="*/ 46709 w 364247"/>
                <a:gd name="connsiteY791" fmla="*/ 296689 h 1015864"/>
                <a:gd name="connsiteX792" fmla="*/ 46754 w 364247"/>
                <a:gd name="connsiteY792" fmla="*/ 294161 h 1015864"/>
                <a:gd name="connsiteX793" fmla="*/ 46784 w 364247"/>
                <a:gd name="connsiteY793" fmla="*/ 291923 h 1015864"/>
                <a:gd name="connsiteX794" fmla="*/ 46991 w 364247"/>
                <a:gd name="connsiteY794" fmla="*/ 290251 h 1015864"/>
                <a:gd name="connsiteX795" fmla="*/ 48480 w 364247"/>
                <a:gd name="connsiteY795" fmla="*/ 289507 h 1015864"/>
                <a:gd name="connsiteX796" fmla="*/ 48681 w 364247"/>
                <a:gd name="connsiteY796" fmla="*/ 285678 h 1015864"/>
                <a:gd name="connsiteX797" fmla="*/ 48704 w 364247"/>
                <a:gd name="connsiteY797" fmla="*/ 283202 h 1015864"/>
                <a:gd name="connsiteX798" fmla="*/ 48709 w 364247"/>
                <a:gd name="connsiteY798" fmla="*/ 280508 h 1015864"/>
                <a:gd name="connsiteX799" fmla="*/ 48766 w 364247"/>
                <a:gd name="connsiteY799" fmla="*/ 274930 h 1015864"/>
                <a:gd name="connsiteX800" fmla="*/ 48819 w 364247"/>
                <a:gd name="connsiteY800" fmla="*/ 266081 h 1015864"/>
                <a:gd name="connsiteX801" fmla="*/ 48895 w 364247"/>
                <a:gd name="connsiteY801" fmla="*/ 257579 h 1015864"/>
                <a:gd name="connsiteX802" fmla="*/ 48895 w 364247"/>
                <a:gd name="connsiteY802" fmla="*/ 254885 h 1015864"/>
                <a:gd name="connsiteX803" fmla="*/ 48926 w 364247"/>
                <a:gd name="connsiteY803" fmla="*/ 252409 h 1015864"/>
                <a:gd name="connsiteX804" fmla="*/ 48937 w 364247"/>
                <a:gd name="connsiteY804" fmla="*/ 250218 h 1015864"/>
                <a:gd name="connsiteX805" fmla="*/ 49224 w 364247"/>
                <a:gd name="connsiteY805" fmla="*/ 248580 h 1015864"/>
                <a:gd name="connsiteX806" fmla="*/ 51456 w 364247"/>
                <a:gd name="connsiteY806" fmla="*/ 247835 h 1015864"/>
                <a:gd name="connsiteX807" fmla="*/ 51778 w 364247"/>
                <a:gd name="connsiteY807" fmla="*/ 243994 h 1015864"/>
                <a:gd name="connsiteX808" fmla="*/ 51822 w 364247"/>
                <a:gd name="connsiteY808" fmla="*/ 241511 h 1015864"/>
                <a:gd name="connsiteX809" fmla="*/ 51837 w 364247"/>
                <a:gd name="connsiteY809" fmla="*/ 238810 h 1015864"/>
                <a:gd name="connsiteX810" fmla="*/ 51877 w 364247"/>
                <a:gd name="connsiteY810" fmla="*/ 236060 h 1015864"/>
                <a:gd name="connsiteX811" fmla="*/ 51968 w 364247"/>
                <a:gd name="connsiteY811" fmla="*/ 227325 h 1015864"/>
                <a:gd name="connsiteX812" fmla="*/ 52045 w 364247"/>
                <a:gd name="connsiteY812" fmla="*/ 221420 h 1015864"/>
                <a:gd name="connsiteX813" fmla="*/ 52200 w 364247"/>
                <a:gd name="connsiteY813" fmla="*/ 206908 h 1015864"/>
                <a:gd name="connsiteX814" fmla="*/ 54433 w 364247"/>
                <a:gd name="connsiteY814" fmla="*/ 206908 h 1015864"/>
                <a:gd name="connsiteX815" fmla="*/ 54451 w 364247"/>
                <a:gd name="connsiteY815" fmla="*/ 205302 h 1015864"/>
                <a:gd name="connsiteX816" fmla="*/ 54647 w 364247"/>
                <a:gd name="connsiteY816" fmla="*/ 190355 h 1015864"/>
                <a:gd name="connsiteX817" fmla="*/ 54747 w 364247"/>
                <a:gd name="connsiteY817" fmla="*/ 182670 h 1015864"/>
                <a:gd name="connsiteX818" fmla="*/ 54869 w 364247"/>
                <a:gd name="connsiteY818" fmla="*/ 173843 h 1015864"/>
                <a:gd name="connsiteX819" fmla="*/ 54895 w 364247"/>
                <a:gd name="connsiteY819" fmla="*/ 171043 h 1015864"/>
                <a:gd name="connsiteX820" fmla="*/ 54940 w 364247"/>
                <a:gd name="connsiteY820" fmla="*/ 168470 h 1015864"/>
                <a:gd name="connsiteX821" fmla="*/ 54970 w 364247"/>
                <a:gd name="connsiteY821" fmla="*/ 166191 h 1015864"/>
                <a:gd name="connsiteX822" fmla="*/ 55177 w 364247"/>
                <a:gd name="connsiteY822" fmla="*/ 164492 h 1015864"/>
                <a:gd name="connsiteX823" fmla="*/ 56665 w 364247"/>
                <a:gd name="connsiteY823" fmla="*/ 163748 h 1015864"/>
                <a:gd name="connsiteX824" fmla="*/ 56902 w 364247"/>
                <a:gd name="connsiteY824" fmla="*/ 159838 h 1015864"/>
                <a:gd name="connsiteX825" fmla="*/ 56947 w 364247"/>
                <a:gd name="connsiteY825" fmla="*/ 157310 h 1015864"/>
                <a:gd name="connsiteX826" fmla="*/ 56973 w 364247"/>
                <a:gd name="connsiteY826" fmla="*/ 154559 h 1015864"/>
                <a:gd name="connsiteX827" fmla="*/ 57017 w 364247"/>
                <a:gd name="connsiteY827" fmla="*/ 151759 h 1015864"/>
                <a:gd name="connsiteX828" fmla="*/ 57112 w 364247"/>
                <a:gd name="connsiteY828" fmla="*/ 144379 h 1015864"/>
                <a:gd name="connsiteX829" fmla="*/ 57217 w 364247"/>
                <a:gd name="connsiteY829" fmla="*/ 136852 h 1015864"/>
                <a:gd name="connsiteX830" fmla="*/ 57409 w 364247"/>
                <a:gd name="connsiteY830" fmla="*/ 122076 h 1015864"/>
                <a:gd name="connsiteX831" fmla="*/ 59642 w 364247"/>
                <a:gd name="connsiteY831" fmla="*/ 122820 h 1015864"/>
                <a:gd name="connsiteX832" fmla="*/ 60386 w 364247"/>
                <a:gd name="connsiteY832" fmla="*/ 81148 h 1015864"/>
                <a:gd name="connsiteX833" fmla="*/ 62618 w 364247"/>
                <a:gd name="connsiteY833" fmla="*/ 81148 h 1015864"/>
                <a:gd name="connsiteX834" fmla="*/ 62616 w 364247"/>
                <a:gd name="connsiteY834" fmla="*/ 79609 h 1015864"/>
                <a:gd name="connsiteX835" fmla="*/ 62691 w 364247"/>
                <a:gd name="connsiteY835" fmla="*/ 63784 h 1015864"/>
                <a:gd name="connsiteX836" fmla="*/ 62708 w 364247"/>
                <a:gd name="connsiteY836" fmla="*/ 57875 h 1015864"/>
                <a:gd name="connsiteX837" fmla="*/ 62764 w 364247"/>
                <a:gd name="connsiteY837" fmla="*/ 49391 h 1015864"/>
                <a:gd name="connsiteX838" fmla="*/ 62743 w 364247"/>
                <a:gd name="connsiteY838" fmla="*/ 46713 h 1015864"/>
                <a:gd name="connsiteX839" fmla="*/ 63362 w 364247"/>
                <a:gd name="connsiteY839" fmla="*/ 40220 h 1015864"/>
                <a:gd name="connsiteX840" fmla="*/ 67827 w 364247"/>
                <a:gd name="connsiteY840" fmla="*/ 37988 h 1015864"/>
                <a:gd name="connsiteX841" fmla="*/ 68571 w 364247"/>
                <a:gd name="connsiteY841" fmla="*/ 35755 h 1015864"/>
                <a:gd name="connsiteX842" fmla="*/ 70804 w 364247"/>
                <a:gd name="connsiteY842" fmla="*/ 35011 h 1015864"/>
                <a:gd name="connsiteX843" fmla="*/ 71455 w 364247"/>
                <a:gd name="connsiteY843" fmla="*/ 33709 h 1015864"/>
                <a:gd name="connsiteX844" fmla="*/ 76013 w 364247"/>
                <a:gd name="connsiteY844" fmla="*/ 28314 h 1015864"/>
                <a:gd name="connsiteX845" fmla="*/ 77501 w 364247"/>
                <a:gd name="connsiteY845" fmla="*/ 28314 h 1015864"/>
                <a:gd name="connsiteX846" fmla="*/ 77780 w 364247"/>
                <a:gd name="connsiteY846" fmla="*/ 26872 h 1015864"/>
                <a:gd name="connsiteX847" fmla="*/ 78245 w 364247"/>
                <a:gd name="connsiteY847" fmla="*/ 25337 h 1015864"/>
                <a:gd name="connsiteX848" fmla="*/ 81222 w 364247"/>
                <a:gd name="connsiteY848" fmla="*/ 24593 h 1015864"/>
                <a:gd name="connsiteX849" fmla="*/ 81594 w 364247"/>
                <a:gd name="connsiteY849" fmla="*/ 23058 h 1015864"/>
                <a:gd name="connsiteX850" fmla="*/ 81966 w 364247"/>
                <a:gd name="connsiteY850" fmla="*/ 21617 h 1015864"/>
                <a:gd name="connsiteX851" fmla="*/ 84942 w 364247"/>
                <a:gd name="connsiteY851" fmla="*/ 21617 h 1015864"/>
                <a:gd name="connsiteX852" fmla="*/ 84942 w 364247"/>
                <a:gd name="connsiteY852" fmla="*/ 17896 h 1015864"/>
                <a:gd name="connsiteX853" fmla="*/ 87919 w 364247"/>
                <a:gd name="connsiteY853" fmla="*/ 17896 h 1015864"/>
                <a:gd name="connsiteX854" fmla="*/ 88663 w 364247"/>
                <a:gd name="connsiteY854" fmla="*/ 14919 h 1015864"/>
                <a:gd name="connsiteX855" fmla="*/ 90151 w 364247"/>
                <a:gd name="connsiteY855" fmla="*/ 14175 h 1015864"/>
                <a:gd name="connsiteX856" fmla="*/ 90896 w 364247"/>
                <a:gd name="connsiteY856" fmla="*/ 11943 h 1015864"/>
                <a:gd name="connsiteX857" fmla="*/ 92384 w 364247"/>
                <a:gd name="connsiteY857" fmla="*/ 11617 h 1015864"/>
                <a:gd name="connsiteX858" fmla="*/ 93872 w 364247"/>
                <a:gd name="connsiteY858" fmla="*/ 11199 h 1015864"/>
                <a:gd name="connsiteX859" fmla="*/ 94616 w 364247"/>
                <a:gd name="connsiteY859" fmla="*/ 8222 h 1015864"/>
                <a:gd name="connsiteX860" fmla="*/ 96049 w 364247"/>
                <a:gd name="connsiteY860" fmla="*/ 7571 h 1015864"/>
                <a:gd name="connsiteX861" fmla="*/ 98857 w 364247"/>
                <a:gd name="connsiteY861" fmla="*/ 3711 h 1015864"/>
                <a:gd name="connsiteX862" fmla="*/ 101907 w 364247"/>
                <a:gd name="connsiteY862" fmla="*/ 225 h 1015864"/>
                <a:gd name="connsiteX863" fmla="*/ 107127 w 364247"/>
                <a:gd name="connsiteY863" fmla="*/ 35 h 1015864"/>
                <a:gd name="connsiteX864" fmla="*/ 109156 w 364247"/>
                <a:gd name="connsiteY864" fmla="*/ 10 h 101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Lst>
              <a:rect l="l" t="t" r="r" b="b"/>
              <a:pathLst>
                <a:path w="364247" h="1015864">
                  <a:moveTo>
                    <a:pt x="224261" y="91688"/>
                  </a:moveTo>
                  <a:cubicBezTo>
                    <a:pt x="222466" y="91688"/>
                    <a:pt x="222425" y="92402"/>
                    <a:pt x="220694" y="92535"/>
                  </a:cubicBezTo>
                  <a:cubicBezTo>
                    <a:pt x="220089" y="92540"/>
                    <a:pt x="219503" y="92545"/>
                    <a:pt x="218916" y="92550"/>
                  </a:cubicBezTo>
                  <a:cubicBezTo>
                    <a:pt x="217890" y="92561"/>
                    <a:pt x="217890" y="92561"/>
                    <a:pt x="216883" y="92572"/>
                  </a:cubicBezTo>
                  <a:cubicBezTo>
                    <a:pt x="216119" y="92576"/>
                    <a:pt x="215377" y="92581"/>
                    <a:pt x="214635" y="92585"/>
                  </a:cubicBezTo>
                  <a:cubicBezTo>
                    <a:pt x="212158" y="92608"/>
                    <a:pt x="209681" y="92631"/>
                    <a:pt x="207204" y="92649"/>
                  </a:cubicBezTo>
                  <a:cubicBezTo>
                    <a:pt x="205429" y="92661"/>
                    <a:pt x="203654" y="92675"/>
                    <a:pt x="201879" y="92690"/>
                  </a:cubicBezTo>
                  <a:cubicBezTo>
                    <a:pt x="197237" y="92732"/>
                    <a:pt x="192596" y="92771"/>
                    <a:pt x="187954" y="92806"/>
                  </a:cubicBezTo>
                  <a:cubicBezTo>
                    <a:pt x="183140" y="92843"/>
                    <a:pt x="178326" y="92883"/>
                    <a:pt x="173512" y="92924"/>
                  </a:cubicBezTo>
                  <a:cubicBezTo>
                    <a:pt x="163557" y="93009"/>
                    <a:pt x="153602" y="93090"/>
                    <a:pt x="143647" y="93167"/>
                  </a:cubicBezTo>
                  <a:cubicBezTo>
                    <a:pt x="143020" y="93172"/>
                    <a:pt x="143020" y="93172"/>
                    <a:pt x="142406" y="93176"/>
                  </a:cubicBezTo>
                  <a:cubicBezTo>
                    <a:pt x="142406" y="95200"/>
                    <a:pt x="142406" y="97165"/>
                    <a:pt x="142406" y="99129"/>
                  </a:cubicBezTo>
                  <a:cubicBezTo>
                    <a:pt x="141900" y="99129"/>
                    <a:pt x="141409" y="99129"/>
                    <a:pt x="140917" y="99129"/>
                  </a:cubicBezTo>
                  <a:cubicBezTo>
                    <a:pt x="139952" y="101017"/>
                    <a:pt x="139452" y="102591"/>
                    <a:pt x="139265" y="104705"/>
                  </a:cubicBezTo>
                  <a:cubicBezTo>
                    <a:pt x="139276" y="105375"/>
                    <a:pt x="139286" y="106026"/>
                    <a:pt x="139296" y="106676"/>
                  </a:cubicBezTo>
                  <a:cubicBezTo>
                    <a:pt x="139303" y="107441"/>
                    <a:pt x="139310" y="108183"/>
                    <a:pt x="139318" y="108925"/>
                  </a:cubicBezTo>
                  <a:cubicBezTo>
                    <a:pt x="139348" y="110553"/>
                    <a:pt x="139370" y="112180"/>
                    <a:pt x="139385" y="113808"/>
                  </a:cubicBezTo>
                  <a:cubicBezTo>
                    <a:pt x="139408" y="116418"/>
                    <a:pt x="139440" y="119029"/>
                    <a:pt x="139476" y="121640"/>
                  </a:cubicBezTo>
                  <a:cubicBezTo>
                    <a:pt x="139515" y="124261"/>
                    <a:pt x="139552" y="126882"/>
                    <a:pt x="139575" y="129504"/>
                  </a:cubicBezTo>
                  <a:cubicBezTo>
                    <a:pt x="139581" y="130344"/>
                    <a:pt x="139588" y="131160"/>
                    <a:pt x="139595" y="131976"/>
                  </a:cubicBezTo>
                  <a:cubicBezTo>
                    <a:pt x="139612" y="132799"/>
                    <a:pt x="139628" y="133597"/>
                    <a:pt x="139644" y="134395"/>
                  </a:cubicBezTo>
                  <a:cubicBezTo>
                    <a:pt x="139649" y="135151"/>
                    <a:pt x="139654" y="135883"/>
                    <a:pt x="139659" y="136616"/>
                  </a:cubicBezTo>
                  <a:cubicBezTo>
                    <a:pt x="139748" y="138508"/>
                    <a:pt x="139748" y="138508"/>
                    <a:pt x="139429" y="140057"/>
                  </a:cubicBezTo>
                  <a:cubicBezTo>
                    <a:pt x="138670" y="140310"/>
                    <a:pt x="137933" y="140556"/>
                    <a:pt x="137197" y="140801"/>
                  </a:cubicBezTo>
                  <a:cubicBezTo>
                    <a:pt x="137101" y="141337"/>
                    <a:pt x="137008" y="141858"/>
                    <a:pt x="136915" y="142378"/>
                  </a:cubicBezTo>
                  <a:cubicBezTo>
                    <a:pt x="136913" y="143094"/>
                    <a:pt x="136912" y="143788"/>
                    <a:pt x="136910" y="144483"/>
                  </a:cubicBezTo>
                  <a:cubicBezTo>
                    <a:pt x="136903" y="145291"/>
                    <a:pt x="136895" y="146076"/>
                    <a:pt x="136888" y="146861"/>
                  </a:cubicBezTo>
                  <a:cubicBezTo>
                    <a:pt x="136890" y="147741"/>
                    <a:pt x="136892" y="148595"/>
                    <a:pt x="136894" y="149449"/>
                  </a:cubicBezTo>
                  <a:cubicBezTo>
                    <a:pt x="136869" y="152175"/>
                    <a:pt x="136845" y="154900"/>
                    <a:pt x="136833" y="157626"/>
                  </a:cubicBezTo>
                  <a:cubicBezTo>
                    <a:pt x="136822" y="161368"/>
                    <a:pt x="136814" y="165111"/>
                    <a:pt x="136779" y="168853"/>
                  </a:cubicBezTo>
                  <a:cubicBezTo>
                    <a:pt x="136771" y="169751"/>
                    <a:pt x="136763" y="170623"/>
                    <a:pt x="136755" y="171494"/>
                  </a:cubicBezTo>
                  <a:cubicBezTo>
                    <a:pt x="136757" y="172373"/>
                    <a:pt x="136759" y="173225"/>
                    <a:pt x="136762" y="174078"/>
                  </a:cubicBezTo>
                  <a:cubicBezTo>
                    <a:pt x="136754" y="174889"/>
                    <a:pt x="136746" y="175676"/>
                    <a:pt x="136739" y="176463"/>
                  </a:cubicBezTo>
                  <a:cubicBezTo>
                    <a:pt x="136792" y="178506"/>
                    <a:pt x="136792" y="178506"/>
                    <a:pt x="136453" y="180241"/>
                  </a:cubicBezTo>
                  <a:cubicBezTo>
                    <a:pt x="135694" y="180747"/>
                    <a:pt x="134957" y="181238"/>
                    <a:pt x="134220" y="181729"/>
                  </a:cubicBezTo>
                  <a:cubicBezTo>
                    <a:pt x="134136" y="182307"/>
                    <a:pt x="134054" y="182868"/>
                    <a:pt x="133972" y="183428"/>
                  </a:cubicBezTo>
                  <a:cubicBezTo>
                    <a:pt x="133986" y="184158"/>
                    <a:pt x="134000" y="184867"/>
                    <a:pt x="134014" y="185575"/>
                  </a:cubicBezTo>
                  <a:cubicBezTo>
                    <a:pt x="134024" y="186401"/>
                    <a:pt x="134034" y="187203"/>
                    <a:pt x="134044" y="188005"/>
                  </a:cubicBezTo>
                  <a:cubicBezTo>
                    <a:pt x="134086" y="189780"/>
                    <a:pt x="134117" y="191554"/>
                    <a:pt x="134138" y="193329"/>
                  </a:cubicBezTo>
                  <a:cubicBezTo>
                    <a:pt x="134170" y="196176"/>
                    <a:pt x="134216" y="199021"/>
                    <a:pt x="134267" y="201867"/>
                  </a:cubicBezTo>
                  <a:cubicBezTo>
                    <a:pt x="134321" y="204716"/>
                    <a:pt x="134372" y="207564"/>
                    <a:pt x="134404" y="210413"/>
                  </a:cubicBezTo>
                  <a:cubicBezTo>
                    <a:pt x="134418" y="211771"/>
                    <a:pt x="134418" y="211771"/>
                    <a:pt x="134432" y="213102"/>
                  </a:cubicBezTo>
                  <a:cubicBezTo>
                    <a:pt x="134455" y="213999"/>
                    <a:pt x="134478" y="214869"/>
                    <a:pt x="134500" y="215740"/>
                  </a:cubicBezTo>
                  <a:cubicBezTo>
                    <a:pt x="134508" y="216564"/>
                    <a:pt x="134515" y="217363"/>
                    <a:pt x="134523" y="218163"/>
                  </a:cubicBezTo>
                  <a:cubicBezTo>
                    <a:pt x="134643" y="220231"/>
                    <a:pt x="134643" y="220231"/>
                    <a:pt x="134220" y="221913"/>
                  </a:cubicBezTo>
                  <a:cubicBezTo>
                    <a:pt x="133228" y="222160"/>
                    <a:pt x="132236" y="222408"/>
                    <a:pt x="131244" y="222657"/>
                  </a:cubicBezTo>
                  <a:cubicBezTo>
                    <a:pt x="131122" y="223206"/>
                    <a:pt x="131004" y="223739"/>
                    <a:pt x="130886" y="224272"/>
                  </a:cubicBezTo>
                  <a:cubicBezTo>
                    <a:pt x="130892" y="225006"/>
                    <a:pt x="130899" y="225718"/>
                    <a:pt x="130906" y="226430"/>
                  </a:cubicBezTo>
                  <a:cubicBezTo>
                    <a:pt x="130906" y="227259"/>
                    <a:pt x="130906" y="228063"/>
                    <a:pt x="130906" y="228868"/>
                  </a:cubicBezTo>
                  <a:cubicBezTo>
                    <a:pt x="130922" y="229769"/>
                    <a:pt x="130938" y="230644"/>
                    <a:pt x="130953" y="231520"/>
                  </a:cubicBezTo>
                  <a:cubicBezTo>
                    <a:pt x="130966" y="234307"/>
                    <a:pt x="130983" y="237094"/>
                    <a:pt x="131019" y="239881"/>
                  </a:cubicBezTo>
                  <a:cubicBezTo>
                    <a:pt x="131045" y="241825"/>
                    <a:pt x="131065" y="243769"/>
                    <a:pt x="131080" y="245713"/>
                  </a:cubicBezTo>
                  <a:cubicBezTo>
                    <a:pt x="131113" y="250915"/>
                    <a:pt x="131158" y="256118"/>
                    <a:pt x="131224" y="261320"/>
                  </a:cubicBezTo>
                  <a:cubicBezTo>
                    <a:pt x="131230" y="261837"/>
                    <a:pt x="131237" y="262339"/>
                    <a:pt x="131244" y="262840"/>
                  </a:cubicBezTo>
                  <a:cubicBezTo>
                    <a:pt x="130485" y="262840"/>
                    <a:pt x="129748" y="262840"/>
                    <a:pt x="129011" y="262840"/>
                  </a:cubicBezTo>
                  <a:cubicBezTo>
                    <a:pt x="129074" y="267678"/>
                    <a:pt x="129124" y="272515"/>
                    <a:pt x="129157" y="277353"/>
                  </a:cubicBezTo>
                  <a:cubicBezTo>
                    <a:pt x="129169" y="279321"/>
                    <a:pt x="129182" y="281289"/>
                    <a:pt x="129197" y="283258"/>
                  </a:cubicBezTo>
                  <a:cubicBezTo>
                    <a:pt x="129235" y="286169"/>
                    <a:pt x="129272" y="289081"/>
                    <a:pt x="129289" y="291993"/>
                  </a:cubicBezTo>
                  <a:cubicBezTo>
                    <a:pt x="129293" y="292928"/>
                    <a:pt x="129298" y="293835"/>
                    <a:pt x="129302" y="294742"/>
                  </a:cubicBezTo>
                  <a:cubicBezTo>
                    <a:pt x="129325" y="296107"/>
                    <a:pt x="129325" y="296107"/>
                    <a:pt x="129348" y="297444"/>
                  </a:cubicBezTo>
                  <a:cubicBezTo>
                    <a:pt x="129349" y="298288"/>
                    <a:pt x="129349" y="299107"/>
                    <a:pt x="129349" y="299927"/>
                  </a:cubicBezTo>
                  <a:cubicBezTo>
                    <a:pt x="129450" y="302047"/>
                    <a:pt x="129450" y="302047"/>
                    <a:pt x="129011" y="303768"/>
                  </a:cubicBezTo>
                  <a:cubicBezTo>
                    <a:pt x="128260" y="303958"/>
                    <a:pt x="128260" y="303958"/>
                    <a:pt x="127523" y="304144"/>
                  </a:cubicBezTo>
                  <a:cubicBezTo>
                    <a:pt x="126771" y="304330"/>
                    <a:pt x="126771" y="304330"/>
                    <a:pt x="126035" y="304512"/>
                  </a:cubicBezTo>
                  <a:cubicBezTo>
                    <a:pt x="125913" y="305061"/>
                    <a:pt x="125795" y="305594"/>
                    <a:pt x="125677" y="306127"/>
                  </a:cubicBezTo>
                  <a:cubicBezTo>
                    <a:pt x="125683" y="306861"/>
                    <a:pt x="125690" y="307573"/>
                    <a:pt x="125697" y="308285"/>
                  </a:cubicBezTo>
                  <a:cubicBezTo>
                    <a:pt x="125697" y="309114"/>
                    <a:pt x="125697" y="309919"/>
                    <a:pt x="125697" y="310723"/>
                  </a:cubicBezTo>
                  <a:cubicBezTo>
                    <a:pt x="125713" y="311625"/>
                    <a:pt x="125729" y="312500"/>
                    <a:pt x="125744" y="313375"/>
                  </a:cubicBezTo>
                  <a:cubicBezTo>
                    <a:pt x="125757" y="316162"/>
                    <a:pt x="125774" y="318949"/>
                    <a:pt x="125810" y="321737"/>
                  </a:cubicBezTo>
                  <a:cubicBezTo>
                    <a:pt x="125836" y="323680"/>
                    <a:pt x="125856" y="325624"/>
                    <a:pt x="125871" y="327568"/>
                  </a:cubicBezTo>
                  <a:cubicBezTo>
                    <a:pt x="125904" y="332771"/>
                    <a:pt x="125949" y="337973"/>
                    <a:pt x="126015" y="343175"/>
                  </a:cubicBezTo>
                  <a:cubicBezTo>
                    <a:pt x="126021" y="343692"/>
                    <a:pt x="126028" y="344194"/>
                    <a:pt x="126035" y="344696"/>
                  </a:cubicBezTo>
                  <a:cubicBezTo>
                    <a:pt x="125276" y="344696"/>
                    <a:pt x="124539" y="344696"/>
                    <a:pt x="123802" y="344696"/>
                  </a:cubicBezTo>
                  <a:cubicBezTo>
                    <a:pt x="123058" y="346184"/>
                    <a:pt x="123058" y="346184"/>
                    <a:pt x="122984" y="347855"/>
                  </a:cubicBezTo>
                  <a:cubicBezTo>
                    <a:pt x="122992" y="348571"/>
                    <a:pt x="123001" y="349267"/>
                    <a:pt x="123009" y="349962"/>
                  </a:cubicBezTo>
                  <a:cubicBezTo>
                    <a:pt x="123016" y="350773"/>
                    <a:pt x="123024" y="351560"/>
                    <a:pt x="123031" y="352347"/>
                  </a:cubicBezTo>
                  <a:cubicBezTo>
                    <a:pt x="123053" y="354088"/>
                    <a:pt x="123070" y="355830"/>
                    <a:pt x="123083" y="357572"/>
                  </a:cubicBezTo>
                  <a:cubicBezTo>
                    <a:pt x="123102" y="360365"/>
                    <a:pt x="123125" y="363157"/>
                    <a:pt x="123151" y="365950"/>
                  </a:cubicBezTo>
                  <a:cubicBezTo>
                    <a:pt x="123185" y="368746"/>
                    <a:pt x="123217" y="371541"/>
                    <a:pt x="123235" y="374337"/>
                  </a:cubicBezTo>
                  <a:cubicBezTo>
                    <a:pt x="123240" y="375234"/>
                    <a:pt x="123245" y="376105"/>
                    <a:pt x="123250" y="376976"/>
                  </a:cubicBezTo>
                  <a:cubicBezTo>
                    <a:pt x="123264" y="377856"/>
                    <a:pt x="123278" y="378710"/>
                    <a:pt x="123292" y="379564"/>
                  </a:cubicBezTo>
                  <a:cubicBezTo>
                    <a:pt x="123295" y="380373"/>
                    <a:pt x="123297" y="381157"/>
                    <a:pt x="123300" y="381942"/>
                  </a:cubicBezTo>
                  <a:cubicBezTo>
                    <a:pt x="123382" y="383967"/>
                    <a:pt x="123382" y="383967"/>
                    <a:pt x="123058" y="385624"/>
                  </a:cubicBezTo>
                  <a:cubicBezTo>
                    <a:pt x="122299" y="385877"/>
                    <a:pt x="121562" y="386122"/>
                    <a:pt x="120826" y="386368"/>
                  </a:cubicBezTo>
                  <a:cubicBezTo>
                    <a:pt x="120700" y="387181"/>
                    <a:pt x="120700" y="387181"/>
                    <a:pt x="120577" y="387978"/>
                  </a:cubicBezTo>
                  <a:cubicBezTo>
                    <a:pt x="120599" y="389064"/>
                    <a:pt x="120599" y="389064"/>
                    <a:pt x="120619" y="390129"/>
                  </a:cubicBezTo>
                  <a:cubicBezTo>
                    <a:pt x="120629" y="390955"/>
                    <a:pt x="120639" y="391757"/>
                    <a:pt x="120649" y="392559"/>
                  </a:cubicBezTo>
                  <a:cubicBezTo>
                    <a:pt x="120692" y="394339"/>
                    <a:pt x="120723" y="396119"/>
                    <a:pt x="120743" y="397899"/>
                  </a:cubicBezTo>
                  <a:cubicBezTo>
                    <a:pt x="120776" y="400752"/>
                    <a:pt x="120822" y="403606"/>
                    <a:pt x="120872" y="406459"/>
                  </a:cubicBezTo>
                  <a:cubicBezTo>
                    <a:pt x="120926" y="409313"/>
                    <a:pt x="120977" y="412166"/>
                    <a:pt x="121009" y="415020"/>
                  </a:cubicBezTo>
                  <a:cubicBezTo>
                    <a:pt x="121019" y="415936"/>
                    <a:pt x="121028" y="416825"/>
                    <a:pt x="121038" y="417715"/>
                  </a:cubicBezTo>
                  <a:cubicBezTo>
                    <a:pt x="121061" y="418614"/>
                    <a:pt x="121083" y="419487"/>
                    <a:pt x="121106" y="420359"/>
                  </a:cubicBezTo>
                  <a:cubicBezTo>
                    <a:pt x="121113" y="421186"/>
                    <a:pt x="121121" y="421988"/>
                    <a:pt x="121128" y="422790"/>
                  </a:cubicBezTo>
                  <a:cubicBezTo>
                    <a:pt x="121248" y="424865"/>
                    <a:pt x="121248" y="424865"/>
                    <a:pt x="120826" y="426551"/>
                  </a:cubicBezTo>
                  <a:cubicBezTo>
                    <a:pt x="119833" y="426799"/>
                    <a:pt x="118841" y="427047"/>
                    <a:pt x="117849" y="427295"/>
                  </a:cubicBezTo>
                  <a:cubicBezTo>
                    <a:pt x="117668" y="428111"/>
                    <a:pt x="117668" y="428111"/>
                    <a:pt x="117491" y="428910"/>
                  </a:cubicBezTo>
                  <a:cubicBezTo>
                    <a:pt x="117498" y="429644"/>
                    <a:pt x="117505" y="430356"/>
                    <a:pt x="117511" y="431069"/>
                  </a:cubicBezTo>
                  <a:cubicBezTo>
                    <a:pt x="117511" y="431897"/>
                    <a:pt x="117512" y="432702"/>
                    <a:pt x="117512" y="433506"/>
                  </a:cubicBezTo>
                  <a:cubicBezTo>
                    <a:pt x="117528" y="434408"/>
                    <a:pt x="117543" y="435283"/>
                    <a:pt x="117558" y="436158"/>
                  </a:cubicBezTo>
                  <a:cubicBezTo>
                    <a:pt x="117572" y="438946"/>
                    <a:pt x="117589" y="441733"/>
                    <a:pt x="117625" y="444520"/>
                  </a:cubicBezTo>
                  <a:cubicBezTo>
                    <a:pt x="117650" y="446464"/>
                    <a:pt x="117671" y="448408"/>
                    <a:pt x="117686" y="450352"/>
                  </a:cubicBezTo>
                  <a:cubicBezTo>
                    <a:pt x="117718" y="455554"/>
                    <a:pt x="117763" y="460756"/>
                    <a:pt x="117829" y="465958"/>
                  </a:cubicBezTo>
                  <a:cubicBezTo>
                    <a:pt x="117836" y="466475"/>
                    <a:pt x="117842" y="466977"/>
                    <a:pt x="117849" y="467479"/>
                  </a:cubicBezTo>
                  <a:cubicBezTo>
                    <a:pt x="117090" y="467479"/>
                    <a:pt x="116353" y="467479"/>
                    <a:pt x="115617" y="467479"/>
                  </a:cubicBezTo>
                  <a:cubicBezTo>
                    <a:pt x="114872" y="468967"/>
                    <a:pt x="114872" y="468967"/>
                    <a:pt x="114798" y="470638"/>
                  </a:cubicBezTo>
                  <a:cubicBezTo>
                    <a:pt x="114811" y="471702"/>
                    <a:pt x="114811" y="471702"/>
                    <a:pt x="114823" y="472745"/>
                  </a:cubicBezTo>
                  <a:cubicBezTo>
                    <a:pt x="114831" y="473556"/>
                    <a:pt x="114838" y="474343"/>
                    <a:pt x="114845" y="475130"/>
                  </a:cubicBezTo>
                  <a:cubicBezTo>
                    <a:pt x="114868" y="476872"/>
                    <a:pt x="114885" y="478613"/>
                    <a:pt x="114898" y="480355"/>
                  </a:cubicBezTo>
                  <a:cubicBezTo>
                    <a:pt x="114917" y="483148"/>
                    <a:pt x="114939" y="485941"/>
                    <a:pt x="114966" y="488733"/>
                  </a:cubicBezTo>
                  <a:cubicBezTo>
                    <a:pt x="114999" y="491529"/>
                    <a:pt x="115032" y="494324"/>
                    <a:pt x="115049" y="497120"/>
                  </a:cubicBezTo>
                  <a:cubicBezTo>
                    <a:pt x="115054" y="498017"/>
                    <a:pt x="115059" y="498888"/>
                    <a:pt x="115064" y="499759"/>
                  </a:cubicBezTo>
                  <a:cubicBezTo>
                    <a:pt x="115086" y="501066"/>
                    <a:pt x="115086" y="501066"/>
                    <a:pt x="115106" y="502347"/>
                  </a:cubicBezTo>
                  <a:cubicBezTo>
                    <a:pt x="115109" y="503156"/>
                    <a:pt x="115112" y="503941"/>
                    <a:pt x="115114" y="504725"/>
                  </a:cubicBezTo>
                  <a:cubicBezTo>
                    <a:pt x="115197" y="506750"/>
                    <a:pt x="115197" y="506750"/>
                    <a:pt x="114872" y="508407"/>
                  </a:cubicBezTo>
                  <a:cubicBezTo>
                    <a:pt x="114113" y="508660"/>
                    <a:pt x="113377" y="508905"/>
                    <a:pt x="112640" y="509151"/>
                  </a:cubicBezTo>
                  <a:cubicBezTo>
                    <a:pt x="112544" y="509698"/>
                    <a:pt x="112451" y="510230"/>
                    <a:pt x="112358" y="510761"/>
                  </a:cubicBezTo>
                  <a:cubicBezTo>
                    <a:pt x="112357" y="511492"/>
                    <a:pt x="112355" y="512202"/>
                    <a:pt x="112354" y="512912"/>
                  </a:cubicBezTo>
                  <a:cubicBezTo>
                    <a:pt x="112346" y="513739"/>
                    <a:pt x="112338" y="514541"/>
                    <a:pt x="112331" y="515343"/>
                  </a:cubicBezTo>
                  <a:cubicBezTo>
                    <a:pt x="112333" y="516242"/>
                    <a:pt x="112336" y="517115"/>
                    <a:pt x="112338" y="517988"/>
                  </a:cubicBezTo>
                  <a:cubicBezTo>
                    <a:pt x="112304" y="521739"/>
                    <a:pt x="112279" y="525491"/>
                    <a:pt x="112268" y="529243"/>
                  </a:cubicBezTo>
                  <a:cubicBezTo>
                    <a:pt x="112260" y="532096"/>
                    <a:pt x="112248" y="534950"/>
                    <a:pt x="112223" y="537804"/>
                  </a:cubicBezTo>
                  <a:cubicBezTo>
                    <a:pt x="112214" y="538720"/>
                    <a:pt x="112206" y="539609"/>
                    <a:pt x="112198" y="540498"/>
                  </a:cubicBezTo>
                  <a:cubicBezTo>
                    <a:pt x="112201" y="541397"/>
                    <a:pt x="112203" y="542270"/>
                    <a:pt x="112205" y="543143"/>
                  </a:cubicBezTo>
                  <a:cubicBezTo>
                    <a:pt x="112197" y="543969"/>
                    <a:pt x="112190" y="544771"/>
                    <a:pt x="112182" y="545573"/>
                  </a:cubicBezTo>
                  <a:cubicBezTo>
                    <a:pt x="112239" y="547644"/>
                    <a:pt x="112239" y="547644"/>
                    <a:pt x="111896" y="549334"/>
                  </a:cubicBezTo>
                  <a:cubicBezTo>
                    <a:pt x="111137" y="549587"/>
                    <a:pt x="110400" y="549833"/>
                    <a:pt x="109664" y="550079"/>
                  </a:cubicBezTo>
                  <a:cubicBezTo>
                    <a:pt x="109445" y="551453"/>
                    <a:pt x="109445" y="551453"/>
                    <a:pt x="109664" y="556032"/>
                  </a:cubicBezTo>
                  <a:cubicBezTo>
                    <a:pt x="111838" y="555307"/>
                    <a:pt x="113593" y="555191"/>
                    <a:pt x="115865" y="555172"/>
                  </a:cubicBezTo>
                  <a:cubicBezTo>
                    <a:pt x="116422" y="555171"/>
                    <a:pt x="116963" y="555171"/>
                    <a:pt x="117504" y="555170"/>
                  </a:cubicBezTo>
                  <a:cubicBezTo>
                    <a:pt x="119351" y="555158"/>
                    <a:pt x="121197" y="555147"/>
                    <a:pt x="123044" y="555141"/>
                  </a:cubicBezTo>
                  <a:cubicBezTo>
                    <a:pt x="124401" y="555137"/>
                    <a:pt x="125757" y="555131"/>
                    <a:pt x="127113" y="555124"/>
                  </a:cubicBezTo>
                  <a:cubicBezTo>
                    <a:pt x="130801" y="555104"/>
                    <a:pt x="134490" y="555086"/>
                    <a:pt x="138178" y="555071"/>
                  </a:cubicBezTo>
                  <a:cubicBezTo>
                    <a:pt x="142100" y="555056"/>
                    <a:pt x="146022" y="555037"/>
                    <a:pt x="149943" y="555017"/>
                  </a:cubicBezTo>
                  <a:cubicBezTo>
                    <a:pt x="157347" y="554980"/>
                    <a:pt x="164750" y="554945"/>
                    <a:pt x="172153" y="554913"/>
                  </a:cubicBezTo>
                  <a:cubicBezTo>
                    <a:pt x="180649" y="554877"/>
                    <a:pt x="189146" y="554837"/>
                    <a:pt x="197642" y="554796"/>
                  </a:cubicBezTo>
                  <a:cubicBezTo>
                    <a:pt x="215941" y="554707"/>
                    <a:pt x="234240" y="554623"/>
                    <a:pt x="252539" y="554543"/>
                  </a:cubicBezTo>
                  <a:cubicBezTo>
                    <a:pt x="252539" y="555049"/>
                    <a:pt x="252539" y="555541"/>
                    <a:pt x="252539" y="556032"/>
                  </a:cubicBezTo>
                  <a:cubicBezTo>
                    <a:pt x="253298" y="555779"/>
                    <a:pt x="254034" y="555533"/>
                    <a:pt x="254771" y="555288"/>
                  </a:cubicBezTo>
                  <a:cubicBezTo>
                    <a:pt x="254538" y="553427"/>
                    <a:pt x="254538" y="553427"/>
                    <a:pt x="254027" y="551567"/>
                  </a:cubicBezTo>
                  <a:cubicBezTo>
                    <a:pt x="253268" y="551567"/>
                    <a:pt x="252531" y="551567"/>
                    <a:pt x="251794" y="551567"/>
                  </a:cubicBezTo>
                  <a:cubicBezTo>
                    <a:pt x="251810" y="546742"/>
                    <a:pt x="251822" y="541916"/>
                    <a:pt x="251831" y="537091"/>
                  </a:cubicBezTo>
                  <a:cubicBezTo>
                    <a:pt x="251834" y="535126"/>
                    <a:pt x="251837" y="533161"/>
                    <a:pt x="251841" y="531196"/>
                  </a:cubicBezTo>
                  <a:cubicBezTo>
                    <a:pt x="251850" y="528292"/>
                    <a:pt x="251860" y="525388"/>
                    <a:pt x="251864" y="522484"/>
                  </a:cubicBezTo>
                  <a:cubicBezTo>
                    <a:pt x="251865" y="521097"/>
                    <a:pt x="251865" y="521097"/>
                    <a:pt x="251867" y="519737"/>
                  </a:cubicBezTo>
                  <a:cubicBezTo>
                    <a:pt x="251871" y="518823"/>
                    <a:pt x="251875" y="517935"/>
                    <a:pt x="251879" y="517048"/>
                  </a:cubicBezTo>
                  <a:cubicBezTo>
                    <a:pt x="251879" y="516204"/>
                    <a:pt x="251879" y="515384"/>
                    <a:pt x="251879" y="514565"/>
                  </a:cubicBezTo>
                  <a:cubicBezTo>
                    <a:pt x="251884" y="512423"/>
                    <a:pt x="252007" y="511064"/>
                    <a:pt x="251050" y="509151"/>
                  </a:cubicBezTo>
                  <a:cubicBezTo>
                    <a:pt x="250291" y="509151"/>
                    <a:pt x="249555" y="509151"/>
                    <a:pt x="248818" y="509151"/>
                  </a:cubicBezTo>
                  <a:cubicBezTo>
                    <a:pt x="248922" y="504602"/>
                    <a:pt x="249023" y="500054"/>
                    <a:pt x="249119" y="495505"/>
                  </a:cubicBezTo>
                  <a:cubicBezTo>
                    <a:pt x="249158" y="493651"/>
                    <a:pt x="249197" y="491797"/>
                    <a:pt x="249236" y="489943"/>
                  </a:cubicBezTo>
                  <a:cubicBezTo>
                    <a:pt x="249299" y="487206"/>
                    <a:pt x="249362" y="484468"/>
                    <a:pt x="249419" y="481731"/>
                  </a:cubicBezTo>
                  <a:cubicBezTo>
                    <a:pt x="249437" y="480850"/>
                    <a:pt x="249454" y="479994"/>
                    <a:pt x="249472" y="479138"/>
                  </a:cubicBezTo>
                  <a:cubicBezTo>
                    <a:pt x="249493" y="478278"/>
                    <a:pt x="249513" y="477443"/>
                    <a:pt x="249533" y="476608"/>
                  </a:cubicBezTo>
                  <a:cubicBezTo>
                    <a:pt x="249548" y="475810"/>
                    <a:pt x="249563" y="475036"/>
                    <a:pt x="249578" y="474261"/>
                  </a:cubicBezTo>
                  <a:cubicBezTo>
                    <a:pt x="249630" y="471902"/>
                    <a:pt x="249572" y="470485"/>
                    <a:pt x="248818" y="468223"/>
                  </a:cubicBezTo>
                  <a:cubicBezTo>
                    <a:pt x="248059" y="467970"/>
                    <a:pt x="247322" y="467725"/>
                    <a:pt x="246585" y="467479"/>
                  </a:cubicBezTo>
                  <a:cubicBezTo>
                    <a:pt x="246457" y="466671"/>
                    <a:pt x="246457" y="466671"/>
                    <a:pt x="246332" y="465879"/>
                  </a:cubicBezTo>
                  <a:cubicBezTo>
                    <a:pt x="246344" y="465152"/>
                    <a:pt x="246356" y="464447"/>
                    <a:pt x="246367" y="463741"/>
                  </a:cubicBezTo>
                  <a:cubicBezTo>
                    <a:pt x="246375" y="462920"/>
                    <a:pt x="246382" y="462123"/>
                    <a:pt x="246390" y="461325"/>
                  </a:cubicBezTo>
                  <a:cubicBezTo>
                    <a:pt x="246418" y="459997"/>
                    <a:pt x="246418" y="459997"/>
                    <a:pt x="246446" y="458695"/>
                  </a:cubicBezTo>
                  <a:cubicBezTo>
                    <a:pt x="246482" y="454956"/>
                    <a:pt x="246526" y="451218"/>
                    <a:pt x="246585" y="447480"/>
                  </a:cubicBezTo>
                  <a:cubicBezTo>
                    <a:pt x="246630" y="444642"/>
                    <a:pt x="246672" y="441804"/>
                    <a:pt x="246699" y="438965"/>
                  </a:cubicBezTo>
                  <a:cubicBezTo>
                    <a:pt x="246712" y="437608"/>
                    <a:pt x="246712" y="437608"/>
                    <a:pt x="246725" y="436277"/>
                  </a:cubicBezTo>
                  <a:cubicBezTo>
                    <a:pt x="246753" y="434954"/>
                    <a:pt x="246753" y="434954"/>
                    <a:pt x="246781" y="433656"/>
                  </a:cubicBezTo>
                  <a:cubicBezTo>
                    <a:pt x="246789" y="432830"/>
                    <a:pt x="246796" y="432028"/>
                    <a:pt x="246803" y="431226"/>
                  </a:cubicBezTo>
                  <a:cubicBezTo>
                    <a:pt x="246815" y="430498"/>
                    <a:pt x="246827" y="429791"/>
                    <a:pt x="246839" y="429084"/>
                  </a:cubicBezTo>
                  <a:cubicBezTo>
                    <a:pt x="246585" y="427295"/>
                    <a:pt x="246585" y="427295"/>
                    <a:pt x="245475" y="426183"/>
                  </a:cubicBezTo>
                  <a:cubicBezTo>
                    <a:pt x="244178" y="425108"/>
                    <a:pt x="244178" y="425108"/>
                    <a:pt x="244061" y="423251"/>
                  </a:cubicBezTo>
                  <a:cubicBezTo>
                    <a:pt x="244055" y="422511"/>
                    <a:pt x="244049" y="421794"/>
                    <a:pt x="244043" y="421076"/>
                  </a:cubicBezTo>
                  <a:cubicBezTo>
                    <a:pt x="244030" y="420237"/>
                    <a:pt x="244018" y="419423"/>
                    <a:pt x="244006" y="418608"/>
                  </a:cubicBezTo>
                  <a:cubicBezTo>
                    <a:pt x="244003" y="417702"/>
                    <a:pt x="244001" y="416823"/>
                    <a:pt x="243998" y="415944"/>
                  </a:cubicBezTo>
                  <a:cubicBezTo>
                    <a:pt x="243962" y="413126"/>
                    <a:pt x="243928" y="410308"/>
                    <a:pt x="243908" y="407490"/>
                  </a:cubicBezTo>
                  <a:cubicBezTo>
                    <a:pt x="243888" y="404562"/>
                    <a:pt x="243861" y="401634"/>
                    <a:pt x="243830" y="398706"/>
                  </a:cubicBezTo>
                  <a:cubicBezTo>
                    <a:pt x="243808" y="396855"/>
                    <a:pt x="243787" y="395005"/>
                    <a:pt x="243766" y="393155"/>
                  </a:cubicBezTo>
                  <a:cubicBezTo>
                    <a:pt x="243760" y="392248"/>
                    <a:pt x="243755" y="391367"/>
                    <a:pt x="243749" y="390487"/>
                  </a:cubicBezTo>
                  <a:cubicBezTo>
                    <a:pt x="243741" y="389650"/>
                    <a:pt x="243734" y="388838"/>
                    <a:pt x="243726" y="388026"/>
                  </a:cubicBezTo>
                  <a:cubicBezTo>
                    <a:pt x="243712" y="385900"/>
                    <a:pt x="243814" y="384546"/>
                    <a:pt x="242865" y="382647"/>
                  </a:cubicBezTo>
                  <a:cubicBezTo>
                    <a:pt x="242106" y="382647"/>
                    <a:pt x="241369" y="382647"/>
                    <a:pt x="240632" y="382647"/>
                  </a:cubicBezTo>
                  <a:cubicBezTo>
                    <a:pt x="240679" y="377810"/>
                    <a:pt x="240717" y="372972"/>
                    <a:pt x="240741" y="368135"/>
                  </a:cubicBezTo>
                  <a:cubicBezTo>
                    <a:pt x="240750" y="366166"/>
                    <a:pt x="240761" y="364198"/>
                    <a:pt x="240772" y="362230"/>
                  </a:cubicBezTo>
                  <a:cubicBezTo>
                    <a:pt x="240800" y="359318"/>
                    <a:pt x="240828" y="356406"/>
                    <a:pt x="240841" y="353494"/>
                  </a:cubicBezTo>
                  <a:cubicBezTo>
                    <a:pt x="240844" y="352560"/>
                    <a:pt x="240847" y="351652"/>
                    <a:pt x="240850" y="350745"/>
                  </a:cubicBezTo>
                  <a:cubicBezTo>
                    <a:pt x="240862" y="349826"/>
                    <a:pt x="240874" y="348935"/>
                    <a:pt x="240885" y="348044"/>
                  </a:cubicBezTo>
                  <a:cubicBezTo>
                    <a:pt x="240885" y="347199"/>
                    <a:pt x="240886" y="346380"/>
                    <a:pt x="240886" y="345561"/>
                  </a:cubicBezTo>
                  <a:cubicBezTo>
                    <a:pt x="240901" y="343362"/>
                    <a:pt x="240901" y="343362"/>
                    <a:pt x="240632" y="341719"/>
                  </a:cubicBezTo>
                  <a:cubicBezTo>
                    <a:pt x="239873" y="341466"/>
                    <a:pt x="239137" y="341221"/>
                    <a:pt x="238400" y="340975"/>
                  </a:cubicBezTo>
                  <a:cubicBezTo>
                    <a:pt x="238272" y="340165"/>
                    <a:pt x="238272" y="340165"/>
                    <a:pt x="238146" y="339370"/>
                  </a:cubicBezTo>
                  <a:cubicBezTo>
                    <a:pt x="238158" y="338641"/>
                    <a:pt x="238170" y="337933"/>
                    <a:pt x="238182" y="337225"/>
                  </a:cubicBezTo>
                  <a:cubicBezTo>
                    <a:pt x="238189" y="336402"/>
                    <a:pt x="238197" y="335602"/>
                    <a:pt x="238204" y="334802"/>
                  </a:cubicBezTo>
                  <a:cubicBezTo>
                    <a:pt x="238233" y="333470"/>
                    <a:pt x="238233" y="333470"/>
                    <a:pt x="238260" y="332165"/>
                  </a:cubicBezTo>
                  <a:cubicBezTo>
                    <a:pt x="238296" y="328419"/>
                    <a:pt x="238341" y="324675"/>
                    <a:pt x="238400" y="320930"/>
                  </a:cubicBezTo>
                  <a:cubicBezTo>
                    <a:pt x="238445" y="318084"/>
                    <a:pt x="238486" y="315238"/>
                    <a:pt x="238514" y="312392"/>
                  </a:cubicBezTo>
                  <a:cubicBezTo>
                    <a:pt x="238527" y="311033"/>
                    <a:pt x="238527" y="311033"/>
                    <a:pt x="238539" y="309701"/>
                  </a:cubicBezTo>
                  <a:cubicBezTo>
                    <a:pt x="238568" y="308371"/>
                    <a:pt x="238568" y="308371"/>
                    <a:pt x="238596" y="307068"/>
                  </a:cubicBezTo>
                  <a:cubicBezTo>
                    <a:pt x="238603" y="306241"/>
                    <a:pt x="238610" y="305439"/>
                    <a:pt x="238618" y="304637"/>
                  </a:cubicBezTo>
                  <a:cubicBezTo>
                    <a:pt x="238653" y="302491"/>
                    <a:pt x="238653" y="302491"/>
                    <a:pt x="238400" y="300791"/>
                  </a:cubicBezTo>
                  <a:cubicBezTo>
                    <a:pt x="237641" y="300285"/>
                    <a:pt x="236904" y="299794"/>
                    <a:pt x="236167" y="299303"/>
                  </a:cubicBezTo>
                  <a:cubicBezTo>
                    <a:pt x="236068" y="298727"/>
                    <a:pt x="235972" y="298168"/>
                    <a:pt x="235876" y="297609"/>
                  </a:cubicBezTo>
                  <a:cubicBezTo>
                    <a:pt x="235870" y="296881"/>
                    <a:pt x="235864" y="296175"/>
                    <a:pt x="235857" y="295469"/>
                  </a:cubicBezTo>
                  <a:cubicBezTo>
                    <a:pt x="235845" y="294645"/>
                    <a:pt x="235832" y="293846"/>
                    <a:pt x="235820" y="293046"/>
                  </a:cubicBezTo>
                  <a:cubicBezTo>
                    <a:pt x="235816" y="291720"/>
                    <a:pt x="235816" y="291720"/>
                    <a:pt x="235813" y="290420"/>
                  </a:cubicBezTo>
                  <a:cubicBezTo>
                    <a:pt x="235777" y="287648"/>
                    <a:pt x="235742" y="284876"/>
                    <a:pt x="235722" y="282104"/>
                  </a:cubicBezTo>
                  <a:cubicBezTo>
                    <a:pt x="235702" y="279223"/>
                    <a:pt x="235675" y="276343"/>
                    <a:pt x="235644" y="273462"/>
                  </a:cubicBezTo>
                  <a:cubicBezTo>
                    <a:pt x="235622" y="271642"/>
                    <a:pt x="235601" y="269822"/>
                    <a:pt x="235580" y="268003"/>
                  </a:cubicBezTo>
                  <a:cubicBezTo>
                    <a:pt x="235575" y="267110"/>
                    <a:pt x="235569" y="266243"/>
                    <a:pt x="235564" y="265377"/>
                  </a:cubicBezTo>
                  <a:cubicBezTo>
                    <a:pt x="235556" y="264553"/>
                    <a:pt x="235548" y="263753"/>
                    <a:pt x="235541" y="262954"/>
                  </a:cubicBezTo>
                  <a:cubicBezTo>
                    <a:pt x="235526" y="260844"/>
                    <a:pt x="235622" y="259516"/>
                    <a:pt x="234679" y="257631"/>
                  </a:cubicBezTo>
                  <a:cubicBezTo>
                    <a:pt x="233920" y="257631"/>
                    <a:pt x="233183" y="257631"/>
                    <a:pt x="232447" y="257631"/>
                  </a:cubicBezTo>
                  <a:cubicBezTo>
                    <a:pt x="232494" y="252618"/>
                    <a:pt x="232531" y="247604"/>
                    <a:pt x="232556" y="242590"/>
                  </a:cubicBezTo>
                  <a:cubicBezTo>
                    <a:pt x="232567" y="240036"/>
                    <a:pt x="232577" y="237483"/>
                    <a:pt x="232600" y="234929"/>
                  </a:cubicBezTo>
                  <a:cubicBezTo>
                    <a:pt x="232625" y="232425"/>
                    <a:pt x="232645" y="229921"/>
                    <a:pt x="232655" y="227416"/>
                  </a:cubicBezTo>
                  <a:cubicBezTo>
                    <a:pt x="232658" y="226447"/>
                    <a:pt x="232662" y="225507"/>
                    <a:pt x="232665" y="224567"/>
                  </a:cubicBezTo>
                  <a:cubicBezTo>
                    <a:pt x="232677" y="223615"/>
                    <a:pt x="232688" y="222691"/>
                    <a:pt x="232700" y="221767"/>
                  </a:cubicBezTo>
                  <a:cubicBezTo>
                    <a:pt x="232700" y="220892"/>
                    <a:pt x="232700" y="220043"/>
                    <a:pt x="232700" y="219193"/>
                  </a:cubicBezTo>
                  <a:cubicBezTo>
                    <a:pt x="232715" y="216915"/>
                    <a:pt x="232715" y="216915"/>
                    <a:pt x="232447" y="215215"/>
                  </a:cubicBezTo>
                  <a:cubicBezTo>
                    <a:pt x="231688" y="214962"/>
                    <a:pt x="230951" y="214717"/>
                    <a:pt x="230214" y="214471"/>
                  </a:cubicBezTo>
                  <a:cubicBezTo>
                    <a:pt x="230125" y="213935"/>
                    <a:pt x="230038" y="213415"/>
                    <a:pt x="229951" y="212894"/>
                  </a:cubicBezTo>
                  <a:cubicBezTo>
                    <a:pt x="229958" y="212179"/>
                    <a:pt x="229965" y="211484"/>
                    <a:pt x="229973" y="210790"/>
                  </a:cubicBezTo>
                  <a:cubicBezTo>
                    <a:pt x="229975" y="209981"/>
                    <a:pt x="229978" y="209197"/>
                    <a:pt x="229980" y="208412"/>
                  </a:cubicBezTo>
                  <a:cubicBezTo>
                    <a:pt x="229995" y="207532"/>
                    <a:pt x="230009" y="206678"/>
                    <a:pt x="230022" y="205823"/>
                  </a:cubicBezTo>
                  <a:cubicBezTo>
                    <a:pt x="230038" y="203098"/>
                    <a:pt x="230055" y="200372"/>
                    <a:pt x="230087" y="197646"/>
                  </a:cubicBezTo>
                  <a:cubicBezTo>
                    <a:pt x="230121" y="194813"/>
                    <a:pt x="230148" y="191979"/>
                    <a:pt x="230171" y="189146"/>
                  </a:cubicBezTo>
                  <a:cubicBezTo>
                    <a:pt x="230183" y="187357"/>
                    <a:pt x="230195" y="185567"/>
                    <a:pt x="230208" y="183778"/>
                  </a:cubicBezTo>
                  <a:cubicBezTo>
                    <a:pt x="230220" y="182900"/>
                    <a:pt x="230230" y="182047"/>
                    <a:pt x="230241" y="181194"/>
                  </a:cubicBezTo>
                  <a:cubicBezTo>
                    <a:pt x="230249" y="180383"/>
                    <a:pt x="230256" y="179596"/>
                    <a:pt x="230263" y="178809"/>
                  </a:cubicBezTo>
                  <a:cubicBezTo>
                    <a:pt x="230289" y="176700"/>
                    <a:pt x="230413" y="175428"/>
                    <a:pt x="229470" y="173543"/>
                  </a:cubicBezTo>
                  <a:cubicBezTo>
                    <a:pt x="228711" y="173543"/>
                    <a:pt x="227974" y="173543"/>
                    <a:pt x="227238" y="173543"/>
                  </a:cubicBezTo>
                  <a:cubicBezTo>
                    <a:pt x="227253" y="168718"/>
                    <a:pt x="227266" y="163893"/>
                    <a:pt x="227274" y="159068"/>
                  </a:cubicBezTo>
                  <a:cubicBezTo>
                    <a:pt x="227277" y="157103"/>
                    <a:pt x="227281" y="155138"/>
                    <a:pt x="227284" y="153173"/>
                  </a:cubicBezTo>
                  <a:cubicBezTo>
                    <a:pt x="227294" y="150269"/>
                    <a:pt x="227303" y="147365"/>
                    <a:pt x="227307" y="144460"/>
                  </a:cubicBezTo>
                  <a:cubicBezTo>
                    <a:pt x="227309" y="143074"/>
                    <a:pt x="227309" y="143074"/>
                    <a:pt x="227310" y="141714"/>
                  </a:cubicBezTo>
                  <a:cubicBezTo>
                    <a:pt x="227314" y="140800"/>
                    <a:pt x="227318" y="139912"/>
                    <a:pt x="227322" y="139024"/>
                  </a:cubicBezTo>
                  <a:cubicBezTo>
                    <a:pt x="227322" y="138180"/>
                    <a:pt x="227322" y="137361"/>
                    <a:pt x="227322" y="136542"/>
                  </a:cubicBezTo>
                  <a:cubicBezTo>
                    <a:pt x="227327" y="134400"/>
                    <a:pt x="227450" y="133041"/>
                    <a:pt x="226494" y="131127"/>
                  </a:cubicBezTo>
                  <a:cubicBezTo>
                    <a:pt x="225735" y="131127"/>
                    <a:pt x="224998" y="131127"/>
                    <a:pt x="224261" y="131127"/>
                  </a:cubicBezTo>
                  <a:cubicBezTo>
                    <a:pt x="224261" y="117718"/>
                    <a:pt x="224261" y="104703"/>
                    <a:pt x="224261" y="91688"/>
                  </a:cubicBezTo>
                  <a:close/>
                  <a:moveTo>
                    <a:pt x="109156" y="10"/>
                  </a:moveTo>
                  <a:cubicBezTo>
                    <a:pt x="111405" y="-10"/>
                    <a:pt x="113651" y="12"/>
                    <a:pt x="115900" y="34"/>
                  </a:cubicBezTo>
                  <a:cubicBezTo>
                    <a:pt x="117510" y="28"/>
                    <a:pt x="119119" y="20"/>
                    <a:pt x="120729" y="10"/>
                  </a:cubicBezTo>
                  <a:cubicBezTo>
                    <a:pt x="125105" y="-11"/>
                    <a:pt x="129480" y="6"/>
                    <a:pt x="133856" y="30"/>
                  </a:cubicBezTo>
                  <a:cubicBezTo>
                    <a:pt x="138429" y="51"/>
                    <a:pt x="143002" y="41"/>
                    <a:pt x="147576" y="36"/>
                  </a:cubicBezTo>
                  <a:cubicBezTo>
                    <a:pt x="155256" y="32"/>
                    <a:pt x="162936" y="52"/>
                    <a:pt x="170616" y="86"/>
                  </a:cubicBezTo>
                  <a:cubicBezTo>
                    <a:pt x="179504" y="126"/>
                    <a:pt x="188391" y="129"/>
                    <a:pt x="197279" y="111"/>
                  </a:cubicBezTo>
                  <a:cubicBezTo>
                    <a:pt x="205819" y="95"/>
                    <a:pt x="214359" y="104"/>
                    <a:pt x="222899" y="125"/>
                  </a:cubicBezTo>
                  <a:cubicBezTo>
                    <a:pt x="226539" y="134"/>
                    <a:pt x="230178" y="134"/>
                    <a:pt x="233817" y="127"/>
                  </a:cubicBezTo>
                  <a:cubicBezTo>
                    <a:pt x="238099" y="120"/>
                    <a:pt x="242381" y="135"/>
                    <a:pt x="246663" y="167"/>
                  </a:cubicBezTo>
                  <a:cubicBezTo>
                    <a:pt x="248238" y="175"/>
                    <a:pt x="249812" y="176"/>
                    <a:pt x="251387" y="168"/>
                  </a:cubicBezTo>
                  <a:cubicBezTo>
                    <a:pt x="253531" y="160"/>
                    <a:pt x="255673" y="178"/>
                    <a:pt x="257817" y="204"/>
                  </a:cubicBezTo>
                  <a:cubicBezTo>
                    <a:pt x="258445" y="195"/>
                    <a:pt x="259074" y="186"/>
                    <a:pt x="259721" y="177"/>
                  </a:cubicBezTo>
                  <a:cubicBezTo>
                    <a:pt x="261457" y="215"/>
                    <a:pt x="261457" y="215"/>
                    <a:pt x="264280" y="781"/>
                  </a:cubicBezTo>
                  <a:cubicBezTo>
                    <a:pt x="265708" y="2910"/>
                    <a:pt x="265708" y="2910"/>
                    <a:pt x="266513" y="5246"/>
                  </a:cubicBezTo>
                  <a:cubicBezTo>
                    <a:pt x="267794" y="7663"/>
                    <a:pt x="267794" y="7663"/>
                    <a:pt x="270233" y="8222"/>
                  </a:cubicBezTo>
                  <a:cubicBezTo>
                    <a:pt x="270482" y="9214"/>
                    <a:pt x="270730" y="10207"/>
                    <a:pt x="270978" y="11199"/>
                  </a:cubicBezTo>
                  <a:cubicBezTo>
                    <a:pt x="271714" y="11444"/>
                    <a:pt x="272451" y="11690"/>
                    <a:pt x="273210" y="11943"/>
                  </a:cubicBezTo>
                  <a:cubicBezTo>
                    <a:pt x="273456" y="12680"/>
                    <a:pt x="273701" y="13416"/>
                    <a:pt x="273954" y="14175"/>
                  </a:cubicBezTo>
                  <a:cubicBezTo>
                    <a:pt x="274691" y="14421"/>
                    <a:pt x="275428" y="14666"/>
                    <a:pt x="276187" y="14919"/>
                  </a:cubicBezTo>
                  <a:cubicBezTo>
                    <a:pt x="276432" y="15656"/>
                    <a:pt x="276678" y="16393"/>
                    <a:pt x="276931" y="17152"/>
                  </a:cubicBezTo>
                  <a:cubicBezTo>
                    <a:pt x="277667" y="17397"/>
                    <a:pt x="278404" y="17643"/>
                    <a:pt x="279163" y="17896"/>
                  </a:cubicBezTo>
                  <a:cubicBezTo>
                    <a:pt x="279409" y="18633"/>
                    <a:pt x="279654" y="19369"/>
                    <a:pt x="279907" y="20128"/>
                  </a:cubicBezTo>
                  <a:cubicBezTo>
                    <a:pt x="280521" y="20497"/>
                    <a:pt x="281135" y="20865"/>
                    <a:pt x="281768" y="21245"/>
                  </a:cubicBezTo>
                  <a:cubicBezTo>
                    <a:pt x="283628" y="22361"/>
                    <a:pt x="283628" y="22361"/>
                    <a:pt x="284372" y="24593"/>
                  </a:cubicBezTo>
                  <a:cubicBezTo>
                    <a:pt x="285109" y="25084"/>
                    <a:pt x="285846" y="25575"/>
                    <a:pt x="286605" y="26082"/>
                  </a:cubicBezTo>
                  <a:cubicBezTo>
                    <a:pt x="286605" y="26818"/>
                    <a:pt x="286605" y="27555"/>
                    <a:pt x="286605" y="28314"/>
                  </a:cubicBezTo>
                  <a:cubicBezTo>
                    <a:pt x="287595" y="28569"/>
                    <a:pt x="288587" y="28817"/>
                    <a:pt x="289581" y="29058"/>
                  </a:cubicBezTo>
                  <a:cubicBezTo>
                    <a:pt x="289827" y="29795"/>
                    <a:pt x="290072" y="30531"/>
                    <a:pt x="290325" y="31290"/>
                  </a:cubicBezTo>
                  <a:cubicBezTo>
                    <a:pt x="291062" y="31536"/>
                    <a:pt x="291799" y="31782"/>
                    <a:pt x="292558" y="32035"/>
                  </a:cubicBezTo>
                  <a:cubicBezTo>
                    <a:pt x="292558" y="33017"/>
                    <a:pt x="292558" y="33999"/>
                    <a:pt x="292558" y="35011"/>
                  </a:cubicBezTo>
                  <a:cubicBezTo>
                    <a:pt x="293792" y="35289"/>
                    <a:pt x="295033" y="35537"/>
                    <a:pt x="296278" y="35755"/>
                  </a:cubicBezTo>
                  <a:cubicBezTo>
                    <a:pt x="296278" y="36492"/>
                    <a:pt x="296278" y="37229"/>
                    <a:pt x="296278" y="37988"/>
                  </a:cubicBezTo>
                  <a:cubicBezTo>
                    <a:pt x="297367" y="38215"/>
                    <a:pt x="297367" y="38215"/>
                    <a:pt x="298478" y="38447"/>
                  </a:cubicBezTo>
                  <a:cubicBezTo>
                    <a:pt x="299226" y="38786"/>
                    <a:pt x="299973" y="39126"/>
                    <a:pt x="300743" y="39476"/>
                  </a:cubicBezTo>
                  <a:cubicBezTo>
                    <a:pt x="301450" y="41708"/>
                    <a:pt x="301312" y="43947"/>
                    <a:pt x="301264" y="46269"/>
                  </a:cubicBezTo>
                  <a:cubicBezTo>
                    <a:pt x="301268" y="46943"/>
                    <a:pt x="301273" y="47616"/>
                    <a:pt x="301278" y="48310"/>
                  </a:cubicBezTo>
                  <a:cubicBezTo>
                    <a:pt x="301291" y="50466"/>
                    <a:pt x="301275" y="52621"/>
                    <a:pt x="301255" y="54777"/>
                  </a:cubicBezTo>
                  <a:cubicBezTo>
                    <a:pt x="301246" y="56936"/>
                    <a:pt x="301244" y="59094"/>
                    <a:pt x="301255" y="61253"/>
                  </a:cubicBezTo>
                  <a:cubicBezTo>
                    <a:pt x="301261" y="62598"/>
                    <a:pt x="301254" y="63943"/>
                    <a:pt x="301236" y="65288"/>
                  </a:cubicBezTo>
                  <a:cubicBezTo>
                    <a:pt x="301210" y="67298"/>
                    <a:pt x="301210" y="67298"/>
                    <a:pt x="301487" y="69986"/>
                  </a:cubicBezTo>
                  <a:cubicBezTo>
                    <a:pt x="302224" y="70231"/>
                    <a:pt x="302961" y="70477"/>
                    <a:pt x="303720" y="70730"/>
                  </a:cubicBezTo>
                  <a:cubicBezTo>
                    <a:pt x="304006" y="72368"/>
                    <a:pt x="304006" y="72368"/>
                    <a:pt x="304018" y="74560"/>
                  </a:cubicBezTo>
                  <a:cubicBezTo>
                    <a:pt x="304028" y="75377"/>
                    <a:pt x="304038" y="76194"/>
                    <a:pt x="304048" y="77035"/>
                  </a:cubicBezTo>
                  <a:cubicBezTo>
                    <a:pt x="304048" y="78369"/>
                    <a:pt x="304048" y="78369"/>
                    <a:pt x="304048" y="79729"/>
                  </a:cubicBezTo>
                  <a:cubicBezTo>
                    <a:pt x="304063" y="81088"/>
                    <a:pt x="304063" y="81088"/>
                    <a:pt x="304078" y="82474"/>
                  </a:cubicBezTo>
                  <a:cubicBezTo>
                    <a:pt x="304109" y="85380"/>
                    <a:pt x="304125" y="88287"/>
                    <a:pt x="304138" y="91194"/>
                  </a:cubicBezTo>
                  <a:cubicBezTo>
                    <a:pt x="304156" y="94101"/>
                    <a:pt x="304177" y="97007"/>
                    <a:pt x="304207" y="99914"/>
                  </a:cubicBezTo>
                  <a:cubicBezTo>
                    <a:pt x="304225" y="101727"/>
                    <a:pt x="304236" y="103540"/>
                    <a:pt x="304239" y="105352"/>
                  </a:cubicBezTo>
                  <a:cubicBezTo>
                    <a:pt x="304250" y="106578"/>
                    <a:pt x="304250" y="106578"/>
                    <a:pt x="304262" y="107828"/>
                  </a:cubicBezTo>
                  <a:cubicBezTo>
                    <a:pt x="304265" y="108551"/>
                    <a:pt x="304268" y="109274"/>
                    <a:pt x="304272" y="110019"/>
                  </a:cubicBezTo>
                  <a:cubicBezTo>
                    <a:pt x="304335" y="110560"/>
                    <a:pt x="304399" y="111101"/>
                    <a:pt x="304464" y="111658"/>
                  </a:cubicBezTo>
                  <a:cubicBezTo>
                    <a:pt x="304955" y="111903"/>
                    <a:pt x="305446" y="112149"/>
                    <a:pt x="305952" y="112402"/>
                  </a:cubicBezTo>
                  <a:cubicBezTo>
                    <a:pt x="306149" y="113940"/>
                    <a:pt x="306149" y="113940"/>
                    <a:pt x="306166" y="115991"/>
                  </a:cubicBezTo>
                  <a:cubicBezTo>
                    <a:pt x="306176" y="116756"/>
                    <a:pt x="306186" y="117521"/>
                    <a:pt x="306196" y="118309"/>
                  </a:cubicBezTo>
                  <a:cubicBezTo>
                    <a:pt x="306202" y="119559"/>
                    <a:pt x="306202" y="119559"/>
                    <a:pt x="306208" y="120834"/>
                  </a:cubicBezTo>
                  <a:cubicBezTo>
                    <a:pt x="306219" y="121685"/>
                    <a:pt x="306230" y="122536"/>
                    <a:pt x="306241" y="123413"/>
                  </a:cubicBezTo>
                  <a:cubicBezTo>
                    <a:pt x="306276" y="126145"/>
                    <a:pt x="306301" y="128877"/>
                    <a:pt x="306324" y="131610"/>
                  </a:cubicBezTo>
                  <a:cubicBezTo>
                    <a:pt x="306355" y="135196"/>
                    <a:pt x="306395" y="138782"/>
                    <a:pt x="306441" y="142368"/>
                  </a:cubicBezTo>
                  <a:cubicBezTo>
                    <a:pt x="306446" y="143611"/>
                    <a:pt x="306446" y="143611"/>
                    <a:pt x="306452" y="144879"/>
                  </a:cubicBezTo>
                  <a:cubicBezTo>
                    <a:pt x="306462" y="145651"/>
                    <a:pt x="306472" y="146423"/>
                    <a:pt x="306483" y="147219"/>
                  </a:cubicBezTo>
                  <a:cubicBezTo>
                    <a:pt x="306491" y="148237"/>
                    <a:pt x="306491" y="148237"/>
                    <a:pt x="306499" y="149275"/>
                  </a:cubicBezTo>
                  <a:cubicBezTo>
                    <a:pt x="306708" y="151202"/>
                    <a:pt x="307163" y="152436"/>
                    <a:pt x="308185" y="154074"/>
                  </a:cubicBezTo>
                  <a:cubicBezTo>
                    <a:pt x="308430" y="154074"/>
                    <a:pt x="308676" y="154074"/>
                    <a:pt x="308929" y="154074"/>
                  </a:cubicBezTo>
                  <a:cubicBezTo>
                    <a:pt x="309174" y="168071"/>
                    <a:pt x="309420" y="182068"/>
                    <a:pt x="309673" y="196490"/>
                  </a:cubicBezTo>
                  <a:cubicBezTo>
                    <a:pt x="310410" y="196490"/>
                    <a:pt x="311146" y="196490"/>
                    <a:pt x="311905" y="196490"/>
                  </a:cubicBezTo>
                  <a:cubicBezTo>
                    <a:pt x="311914" y="197256"/>
                    <a:pt x="311914" y="197256"/>
                    <a:pt x="311924" y="198038"/>
                  </a:cubicBezTo>
                  <a:cubicBezTo>
                    <a:pt x="311987" y="203337"/>
                    <a:pt x="312061" y="208636"/>
                    <a:pt x="312142" y="213935"/>
                  </a:cubicBezTo>
                  <a:cubicBezTo>
                    <a:pt x="312170" y="215915"/>
                    <a:pt x="312196" y="217895"/>
                    <a:pt x="312219" y="219875"/>
                  </a:cubicBezTo>
                  <a:cubicBezTo>
                    <a:pt x="312253" y="222714"/>
                    <a:pt x="312296" y="225553"/>
                    <a:pt x="312341" y="228392"/>
                  </a:cubicBezTo>
                  <a:cubicBezTo>
                    <a:pt x="312350" y="229283"/>
                    <a:pt x="312359" y="230175"/>
                    <a:pt x="312367" y="231093"/>
                  </a:cubicBezTo>
                  <a:cubicBezTo>
                    <a:pt x="312390" y="232322"/>
                    <a:pt x="312390" y="232322"/>
                    <a:pt x="312412" y="233576"/>
                  </a:cubicBezTo>
                  <a:cubicBezTo>
                    <a:pt x="312422" y="234301"/>
                    <a:pt x="312432" y="235027"/>
                    <a:pt x="312442" y="235774"/>
                  </a:cubicBezTo>
                  <a:cubicBezTo>
                    <a:pt x="312511" y="236316"/>
                    <a:pt x="312579" y="236859"/>
                    <a:pt x="312649" y="237417"/>
                  </a:cubicBezTo>
                  <a:cubicBezTo>
                    <a:pt x="313141" y="237663"/>
                    <a:pt x="313632" y="237909"/>
                    <a:pt x="314138" y="238162"/>
                  </a:cubicBezTo>
                  <a:cubicBezTo>
                    <a:pt x="314375" y="239703"/>
                    <a:pt x="314375" y="239703"/>
                    <a:pt x="314446" y="241760"/>
                  </a:cubicBezTo>
                  <a:cubicBezTo>
                    <a:pt x="314489" y="242913"/>
                    <a:pt x="314489" y="242913"/>
                    <a:pt x="314533" y="244088"/>
                  </a:cubicBezTo>
                  <a:cubicBezTo>
                    <a:pt x="314556" y="244926"/>
                    <a:pt x="314579" y="245763"/>
                    <a:pt x="314603" y="246626"/>
                  </a:cubicBezTo>
                  <a:cubicBezTo>
                    <a:pt x="314633" y="247481"/>
                    <a:pt x="314663" y="248337"/>
                    <a:pt x="314693" y="249218"/>
                  </a:cubicBezTo>
                  <a:cubicBezTo>
                    <a:pt x="314839" y="253876"/>
                    <a:pt x="314893" y="258525"/>
                    <a:pt x="314847" y="263186"/>
                  </a:cubicBezTo>
                  <a:cubicBezTo>
                    <a:pt x="314839" y="264097"/>
                    <a:pt x="314830" y="265007"/>
                    <a:pt x="314822" y="265945"/>
                  </a:cubicBezTo>
                  <a:cubicBezTo>
                    <a:pt x="314800" y="267710"/>
                    <a:pt x="314768" y="269476"/>
                    <a:pt x="314724" y="271241"/>
                  </a:cubicBezTo>
                  <a:cubicBezTo>
                    <a:pt x="314713" y="272042"/>
                    <a:pt x="314702" y="272843"/>
                    <a:pt x="314690" y="273668"/>
                  </a:cubicBezTo>
                  <a:cubicBezTo>
                    <a:pt x="314674" y="274375"/>
                    <a:pt x="314657" y="275082"/>
                    <a:pt x="314640" y="275810"/>
                  </a:cubicBezTo>
                  <a:cubicBezTo>
                    <a:pt x="314689" y="277647"/>
                    <a:pt x="314689" y="277647"/>
                    <a:pt x="315995" y="278584"/>
                  </a:cubicBezTo>
                  <a:cubicBezTo>
                    <a:pt x="317547" y="280316"/>
                    <a:pt x="317400" y="281449"/>
                    <a:pt x="317412" y="283752"/>
                  </a:cubicBezTo>
                  <a:cubicBezTo>
                    <a:pt x="317422" y="284552"/>
                    <a:pt x="317432" y="285351"/>
                    <a:pt x="317443" y="286175"/>
                  </a:cubicBezTo>
                  <a:cubicBezTo>
                    <a:pt x="317443" y="287469"/>
                    <a:pt x="317443" y="287469"/>
                    <a:pt x="317443" y="288789"/>
                  </a:cubicBezTo>
                  <a:cubicBezTo>
                    <a:pt x="317458" y="290117"/>
                    <a:pt x="317458" y="290117"/>
                    <a:pt x="317473" y="291472"/>
                  </a:cubicBezTo>
                  <a:cubicBezTo>
                    <a:pt x="317503" y="294305"/>
                    <a:pt x="317519" y="297138"/>
                    <a:pt x="317533" y="299972"/>
                  </a:cubicBezTo>
                  <a:cubicBezTo>
                    <a:pt x="317551" y="302808"/>
                    <a:pt x="317571" y="305644"/>
                    <a:pt x="317601" y="308480"/>
                  </a:cubicBezTo>
                  <a:cubicBezTo>
                    <a:pt x="317619" y="310246"/>
                    <a:pt x="317630" y="312013"/>
                    <a:pt x="317634" y="313779"/>
                  </a:cubicBezTo>
                  <a:cubicBezTo>
                    <a:pt x="317645" y="314975"/>
                    <a:pt x="317645" y="314975"/>
                    <a:pt x="317657" y="316195"/>
                  </a:cubicBezTo>
                  <a:cubicBezTo>
                    <a:pt x="317660" y="316899"/>
                    <a:pt x="317663" y="317602"/>
                    <a:pt x="317666" y="318328"/>
                  </a:cubicBezTo>
                  <a:cubicBezTo>
                    <a:pt x="317698" y="320165"/>
                    <a:pt x="317698" y="320165"/>
                    <a:pt x="319347" y="321505"/>
                  </a:cubicBezTo>
                  <a:cubicBezTo>
                    <a:pt x="319592" y="321505"/>
                    <a:pt x="319838" y="321505"/>
                    <a:pt x="320091" y="321505"/>
                  </a:cubicBezTo>
                  <a:cubicBezTo>
                    <a:pt x="320097" y="322026"/>
                    <a:pt x="320103" y="322546"/>
                    <a:pt x="320109" y="323082"/>
                  </a:cubicBezTo>
                  <a:cubicBezTo>
                    <a:pt x="320167" y="327977"/>
                    <a:pt x="320232" y="332872"/>
                    <a:pt x="320305" y="337767"/>
                  </a:cubicBezTo>
                  <a:cubicBezTo>
                    <a:pt x="320342" y="340283"/>
                    <a:pt x="320377" y="342800"/>
                    <a:pt x="320405" y="345317"/>
                  </a:cubicBezTo>
                  <a:cubicBezTo>
                    <a:pt x="320437" y="348208"/>
                    <a:pt x="320482" y="351098"/>
                    <a:pt x="320527" y="353989"/>
                  </a:cubicBezTo>
                  <a:cubicBezTo>
                    <a:pt x="320540" y="355350"/>
                    <a:pt x="320540" y="355350"/>
                    <a:pt x="320553" y="356739"/>
                  </a:cubicBezTo>
                  <a:cubicBezTo>
                    <a:pt x="320568" y="357574"/>
                    <a:pt x="320583" y="358408"/>
                    <a:pt x="320598" y="359267"/>
                  </a:cubicBezTo>
                  <a:cubicBezTo>
                    <a:pt x="320613" y="360375"/>
                    <a:pt x="320613" y="360375"/>
                    <a:pt x="320628" y="361506"/>
                  </a:cubicBezTo>
                  <a:cubicBezTo>
                    <a:pt x="320696" y="362057"/>
                    <a:pt x="320765" y="362609"/>
                    <a:pt x="320835" y="363177"/>
                  </a:cubicBezTo>
                  <a:cubicBezTo>
                    <a:pt x="321326" y="363423"/>
                    <a:pt x="321817" y="363668"/>
                    <a:pt x="322323" y="363921"/>
                  </a:cubicBezTo>
                  <a:cubicBezTo>
                    <a:pt x="322571" y="366297"/>
                    <a:pt x="322712" y="368607"/>
                    <a:pt x="322788" y="370991"/>
                  </a:cubicBezTo>
                  <a:cubicBezTo>
                    <a:pt x="322817" y="371728"/>
                    <a:pt x="322845" y="372465"/>
                    <a:pt x="322874" y="373225"/>
                  </a:cubicBezTo>
                  <a:cubicBezTo>
                    <a:pt x="323234" y="384008"/>
                    <a:pt x="323132" y="394805"/>
                    <a:pt x="323067" y="405593"/>
                  </a:cubicBezTo>
                  <a:cubicBezTo>
                    <a:pt x="323804" y="405593"/>
                    <a:pt x="324541" y="405593"/>
                    <a:pt x="325300" y="405593"/>
                  </a:cubicBezTo>
                  <a:cubicBezTo>
                    <a:pt x="325545" y="419345"/>
                    <a:pt x="325791" y="433097"/>
                    <a:pt x="326044" y="447265"/>
                  </a:cubicBezTo>
                  <a:cubicBezTo>
                    <a:pt x="326781" y="447265"/>
                    <a:pt x="327517" y="447265"/>
                    <a:pt x="328276" y="447265"/>
                  </a:cubicBezTo>
                  <a:cubicBezTo>
                    <a:pt x="328282" y="447776"/>
                    <a:pt x="328288" y="448287"/>
                    <a:pt x="328295" y="448814"/>
                  </a:cubicBezTo>
                  <a:cubicBezTo>
                    <a:pt x="328359" y="454113"/>
                    <a:pt x="328433" y="459412"/>
                    <a:pt x="328513" y="464710"/>
                  </a:cubicBezTo>
                  <a:cubicBezTo>
                    <a:pt x="328541" y="466690"/>
                    <a:pt x="328567" y="468670"/>
                    <a:pt x="328590" y="470650"/>
                  </a:cubicBezTo>
                  <a:cubicBezTo>
                    <a:pt x="328624" y="473489"/>
                    <a:pt x="328667" y="476328"/>
                    <a:pt x="328712" y="479167"/>
                  </a:cubicBezTo>
                  <a:cubicBezTo>
                    <a:pt x="328725" y="480504"/>
                    <a:pt x="328725" y="480504"/>
                    <a:pt x="328739" y="481868"/>
                  </a:cubicBezTo>
                  <a:cubicBezTo>
                    <a:pt x="328753" y="482688"/>
                    <a:pt x="328768" y="483507"/>
                    <a:pt x="328783" y="484351"/>
                  </a:cubicBezTo>
                  <a:cubicBezTo>
                    <a:pt x="328798" y="485439"/>
                    <a:pt x="328798" y="485439"/>
                    <a:pt x="328813" y="486550"/>
                  </a:cubicBezTo>
                  <a:cubicBezTo>
                    <a:pt x="328882" y="487092"/>
                    <a:pt x="328950" y="487634"/>
                    <a:pt x="329021" y="488193"/>
                  </a:cubicBezTo>
                  <a:cubicBezTo>
                    <a:pt x="329512" y="488438"/>
                    <a:pt x="330003" y="488684"/>
                    <a:pt x="330509" y="488937"/>
                  </a:cubicBezTo>
                  <a:cubicBezTo>
                    <a:pt x="331551" y="494300"/>
                    <a:pt x="331355" y="499965"/>
                    <a:pt x="331326" y="505410"/>
                  </a:cubicBezTo>
                  <a:cubicBezTo>
                    <a:pt x="331324" y="506532"/>
                    <a:pt x="331324" y="506532"/>
                    <a:pt x="331322" y="507677"/>
                  </a:cubicBezTo>
                  <a:cubicBezTo>
                    <a:pt x="331318" y="510034"/>
                    <a:pt x="331309" y="512392"/>
                    <a:pt x="331300" y="514749"/>
                  </a:cubicBezTo>
                  <a:cubicBezTo>
                    <a:pt x="331296" y="516361"/>
                    <a:pt x="331292" y="517973"/>
                    <a:pt x="331289" y="519585"/>
                  </a:cubicBezTo>
                  <a:cubicBezTo>
                    <a:pt x="331281" y="523508"/>
                    <a:pt x="331269" y="527430"/>
                    <a:pt x="331253" y="531353"/>
                  </a:cubicBezTo>
                  <a:cubicBezTo>
                    <a:pt x="331990" y="531353"/>
                    <a:pt x="332726" y="531353"/>
                    <a:pt x="333485" y="531353"/>
                  </a:cubicBezTo>
                  <a:cubicBezTo>
                    <a:pt x="333492" y="532120"/>
                    <a:pt x="333492" y="532120"/>
                    <a:pt x="333499" y="532902"/>
                  </a:cubicBezTo>
                  <a:cubicBezTo>
                    <a:pt x="333546" y="538201"/>
                    <a:pt x="333609" y="543499"/>
                    <a:pt x="333681" y="548798"/>
                  </a:cubicBezTo>
                  <a:cubicBezTo>
                    <a:pt x="333706" y="550778"/>
                    <a:pt x="333726" y="552758"/>
                    <a:pt x="333743" y="554738"/>
                  </a:cubicBezTo>
                  <a:cubicBezTo>
                    <a:pt x="333768" y="557577"/>
                    <a:pt x="333807" y="560416"/>
                    <a:pt x="333849" y="563255"/>
                  </a:cubicBezTo>
                  <a:cubicBezTo>
                    <a:pt x="333856" y="564592"/>
                    <a:pt x="333856" y="564592"/>
                    <a:pt x="333863" y="565956"/>
                  </a:cubicBezTo>
                  <a:cubicBezTo>
                    <a:pt x="333885" y="567185"/>
                    <a:pt x="333885" y="567185"/>
                    <a:pt x="333908" y="568439"/>
                  </a:cubicBezTo>
                  <a:cubicBezTo>
                    <a:pt x="333916" y="569165"/>
                    <a:pt x="333924" y="569890"/>
                    <a:pt x="333933" y="570637"/>
                  </a:cubicBezTo>
                  <a:cubicBezTo>
                    <a:pt x="334031" y="571180"/>
                    <a:pt x="334129" y="571722"/>
                    <a:pt x="334230" y="572281"/>
                  </a:cubicBezTo>
                  <a:cubicBezTo>
                    <a:pt x="334966" y="572526"/>
                    <a:pt x="335703" y="572772"/>
                    <a:pt x="336462" y="573025"/>
                  </a:cubicBezTo>
                  <a:cubicBezTo>
                    <a:pt x="336744" y="574653"/>
                    <a:pt x="336744" y="574653"/>
                    <a:pt x="336748" y="576831"/>
                  </a:cubicBezTo>
                  <a:cubicBezTo>
                    <a:pt x="336756" y="577643"/>
                    <a:pt x="336763" y="578455"/>
                    <a:pt x="336771" y="579292"/>
                  </a:cubicBezTo>
                  <a:cubicBezTo>
                    <a:pt x="336769" y="580176"/>
                    <a:pt x="336767" y="581061"/>
                    <a:pt x="336764" y="581972"/>
                  </a:cubicBezTo>
                  <a:cubicBezTo>
                    <a:pt x="336772" y="582874"/>
                    <a:pt x="336780" y="583776"/>
                    <a:pt x="336789" y="584706"/>
                  </a:cubicBezTo>
                  <a:cubicBezTo>
                    <a:pt x="336814" y="587602"/>
                    <a:pt x="336826" y="590499"/>
                    <a:pt x="336834" y="593396"/>
                  </a:cubicBezTo>
                  <a:cubicBezTo>
                    <a:pt x="336845" y="597200"/>
                    <a:pt x="336870" y="601004"/>
                    <a:pt x="336904" y="604808"/>
                  </a:cubicBezTo>
                  <a:cubicBezTo>
                    <a:pt x="336900" y="606130"/>
                    <a:pt x="336900" y="606130"/>
                    <a:pt x="336897" y="607479"/>
                  </a:cubicBezTo>
                  <a:cubicBezTo>
                    <a:pt x="336908" y="608704"/>
                    <a:pt x="336908" y="608704"/>
                    <a:pt x="336920" y="609954"/>
                  </a:cubicBezTo>
                  <a:cubicBezTo>
                    <a:pt x="336921" y="610674"/>
                    <a:pt x="336923" y="611394"/>
                    <a:pt x="336924" y="612135"/>
                  </a:cubicBezTo>
                  <a:cubicBezTo>
                    <a:pt x="337261" y="614310"/>
                    <a:pt x="337924" y="614683"/>
                    <a:pt x="339439" y="616185"/>
                  </a:cubicBezTo>
                  <a:cubicBezTo>
                    <a:pt x="339725" y="617946"/>
                    <a:pt x="339725" y="617946"/>
                    <a:pt x="339737" y="620047"/>
                  </a:cubicBezTo>
                  <a:cubicBezTo>
                    <a:pt x="339747" y="620834"/>
                    <a:pt x="339757" y="621621"/>
                    <a:pt x="339767" y="622432"/>
                  </a:cubicBezTo>
                  <a:cubicBezTo>
                    <a:pt x="339767" y="623705"/>
                    <a:pt x="339767" y="623705"/>
                    <a:pt x="339767" y="625004"/>
                  </a:cubicBezTo>
                  <a:cubicBezTo>
                    <a:pt x="339782" y="626310"/>
                    <a:pt x="339782" y="626310"/>
                    <a:pt x="339797" y="627642"/>
                  </a:cubicBezTo>
                  <a:cubicBezTo>
                    <a:pt x="339827" y="630427"/>
                    <a:pt x="339843" y="633212"/>
                    <a:pt x="339857" y="635998"/>
                  </a:cubicBezTo>
                  <a:cubicBezTo>
                    <a:pt x="339875" y="638788"/>
                    <a:pt x="339896" y="641579"/>
                    <a:pt x="339925" y="644369"/>
                  </a:cubicBezTo>
                  <a:cubicBezTo>
                    <a:pt x="339944" y="646108"/>
                    <a:pt x="339955" y="647846"/>
                    <a:pt x="339958" y="649584"/>
                  </a:cubicBezTo>
                  <a:cubicBezTo>
                    <a:pt x="339969" y="650758"/>
                    <a:pt x="339969" y="650758"/>
                    <a:pt x="339981" y="651955"/>
                  </a:cubicBezTo>
                  <a:cubicBezTo>
                    <a:pt x="339984" y="652647"/>
                    <a:pt x="339987" y="653339"/>
                    <a:pt x="339990" y="654053"/>
                  </a:cubicBezTo>
                  <a:cubicBezTo>
                    <a:pt x="340054" y="654571"/>
                    <a:pt x="340117" y="655090"/>
                    <a:pt x="340183" y="655624"/>
                  </a:cubicBezTo>
                  <a:cubicBezTo>
                    <a:pt x="340674" y="655870"/>
                    <a:pt x="341165" y="656116"/>
                    <a:pt x="341671" y="656369"/>
                  </a:cubicBezTo>
                  <a:cubicBezTo>
                    <a:pt x="341878" y="658068"/>
                    <a:pt x="341878" y="658068"/>
                    <a:pt x="341908" y="660347"/>
                  </a:cubicBezTo>
                  <a:cubicBezTo>
                    <a:pt x="341930" y="661620"/>
                    <a:pt x="341930" y="661620"/>
                    <a:pt x="341953" y="662920"/>
                  </a:cubicBezTo>
                  <a:cubicBezTo>
                    <a:pt x="341966" y="664306"/>
                    <a:pt x="341966" y="664306"/>
                    <a:pt x="341979" y="665720"/>
                  </a:cubicBezTo>
                  <a:cubicBezTo>
                    <a:pt x="342001" y="667130"/>
                    <a:pt x="342001" y="667130"/>
                    <a:pt x="342023" y="668569"/>
                  </a:cubicBezTo>
                  <a:cubicBezTo>
                    <a:pt x="342060" y="671074"/>
                    <a:pt x="342090" y="673578"/>
                    <a:pt x="342118" y="676082"/>
                  </a:cubicBezTo>
                  <a:cubicBezTo>
                    <a:pt x="342148" y="678636"/>
                    <a:pt x="342186" y="681190"/>
                    <a:pt x="342223" y="683743"/>
                  </a:cubicBezTo>
                  <a:cubicBezTo>
                    <a:pt x="342295" y="688757"/>
                    <a:pt x="342358" y="693771"/>
                    <a:pt x="342415" y="698785"/>
                  </a:cubicBezTo>
                  <a:cubicBezTo>
                    <a:pt x="343152" y="698785"/>
                    <a:pt x="343889" y="698785"/>
                    <a:pt x="344648" y="698785"/>
                  </a:cubicBezTo>
                  <a:cubicBezTo>
                    <a:pt x="344654" y="699549"/>
                    <a:pt x="344654" y="699549"/>
                    <a:pt x="344661" y="700328"/>
                  </a:cubicBezTo>
                  <a:cubicBezTo>
                    <a:pt x="344708" y="705615"/>
                    <a:pt x="344771" y="710902"/>
                    <a:pt x="344843" y="716189"/>
                  </a:cubicBezTo>
                  <a:cubicBezTo>
                    <a:pt x="344868" y="718164"/>
                    <a:pt x="344888" y="720139"/>
                    <a:pt x="344905" y="722114"/>
                  </a:cubicBezTo>
                  <a:cubicBezTo>
                    <a:pt x="344930" y="724947"/>
                    <a:pt x="344969" y="727781"/>
                    <a:pt x="345011" y="730614"/>
                  </a:cubicBezTo>
                  <a:cubicBezTo>
                    <a:pt x="345018" y="731945"/>
                    <a:pt x="345018" y="731945"/>
                    <a:pt x="345025" y="733304"/>
                  </a:cubicBezTo>
                  <a:cubicBezTo>
                    <a:pt x="345040" y="734123"/>
                    <a:pt x="345055" y="734942"/>
                    <a:pt x="345070" y="735786"/>
                  </a:cubicBezTo>
                  <a:cubicBezTo>
                    <a:pt x="345078" y="736510"/>
                    <a:pt x="345086" y="737234"/>
                    <a:pt x="345095" y="737980"/>
                  </a:cubicBezTo>
                  <a:cubicBezTo>
                    <a:pt x="345193" y="738551"/>
                    <a:pt x="345291" y="739123"/>
                    <a:pt x="345392" y="739712"/>
                  </a:cubicBezTo>
                  <a:cubicBezTo>
                    <a:pt x="346128" y="740203"/>
                    <a:pt x="346865" y="740695"/>
                    <a:pt x="347624" y="741201"/>
                  </a:cubicBezTo>
                  <a:cubicBezTo>
                    <a:pt x="347888" y="742805"/>
                    <a:pt x="347888" y="742805"/>
                    <a:pt x="347866" y="744818"/>
                  </a:cubicBezTo>
                  <a:cubicBezTo>
                    <a:pt x="347863" y="745570"/>
                    <a:pt x="347861" y="746323"/>
                    <a:pt x="347858" y="747098"/>
                  </a:cubicBezTo>
                  <a:cubicBezTo>
                    <a:pt x="347844" y="747914"/>
                    <a:pt x="347830" y="748729"/>
                    <a:pt x="347816" y="749569"/>
                  </a:cubicBezTo>
                  <a:cubicBezTo>
                    <a:pt x="347811" y="750404"/>
                    <a:pt x="347806" y="751239"/>
                    <a:pt x="347801" y="752099"/>
                  </a:cubicBezTo>
                  <a:cubicBezTo>
                    <a:pt x="347784" y="754776"/>
                    <a:pt x="347751" y="757453"/>
                    <a:pt x="347717" y="760130"/>
                  </a:cubicBezTo>
                  <a:cubicBezTo>
                    <a:pt x="347691" y="762804"/>
                    <a:pt x="347668" y="765478"/>
                    <a:pt x="347649" y="768152"/>
                  </a:cubicBezTo>
                  <a:cubicBezTo>
                    <a:pt x="347636" y="769818"/>
                    <a:pt x="347619" y="771484"/>
                    <a:pt x="347597" y="773151"/>
                  </a:cubicBezTo>
                  <a:cubicBezTo>
                    <a:pt x="347590" y="773906"/>
                    <a:pt x="347583" y="774660"/>
                    <a:pt x="347575" y="775438"/>
                  </a:cubicBezTo>
                  <a:cubicBezTo>
                    <a:pt x="347567" y="776103"/>
                    <a:pt x="347558" y="776768"/>
                    <a:pt x="347550" y="777453"/>
                  </a:cubicBezTo>
                  <a:cubicBezTo>
                    <a:pt x="347552" y="779275"/>
                    <a:pt x="347552" y="779275"/>
                    <a:pt x="348368" y="781384"/>
                  </a:cubicBezTo>
                  <a:cubicBezTo>
                    <a:pt x="348859" y="781630"/>
                    <a:pt x="349351" y="781875"/>
                    <a:pt x="349857" y="782128"/>
                  </a:cubicBezTo>
                  <a:cubicBezTo>
                    <a:pt x="350054" y="783733"/>
                    <a:pt x="350054" y="783733"/>
                    <a:pt x="350070" y="785878"/>
                  </a:cubicBezTo>
                  <a:cubicBezTo>
                    <a:pt x="350080" y="786678"/>
                    <a:pt x="350090" y="787477"/>
                    <a:pt x="350100" y="788301"/>
                  </a:cubicBezTo>
                  <a:cubicBezTo>
                    <a:pt x="350104" y="789172"/>
                    <a:pt x="350108" y="790042"/>
                    <a:pt x="350112" y="790939"/>
                  </a:cubicBezTo>
                  <a:cubicBezTo>
                    <a:pt x="350123" y="791826"/>
                    <a:pt x="350134" y="792713"/>
                    <a:pt x="350145" y="793628"/>
                  </a:cubicBezTo>
                  <a:cubicBezTo>
                    <a:pt x="350180" y="796476"/>
                    <a:pt x="350205" y="799325"/>
                    <a:pt x="350229" y="802174"/>
                  </a:cubicBezTo>
                  <a:cubicBezTo>
                    <a:pt x="350259" y="805917"/>
                    <a:pt x="350299" y="809660"/>
                    <a:pt x="350345" y="813403"/>
                  </a:cubicBezTo>
                  <a:cubicBezTo>
                    <a:pt x="350351" y="814706"/>
                    <a:pt x="350351" y="814706"/>
                    <a:pt x="350357" y="816036"/>
                  </a:cubicBezTo>
                  <a:cubicBezTo>
                    <a:pt x="350367" y="816838"/>
                    <a:pt x="350377" y="817640"/>
                    <a:pt x="350387" y="818466"/>
                  </a:cubicBezTo>
                  <a:cubicBezTo>
                    <a:pt x="350392" y="819174"/>
                    <a:pt x="350398" y="819883"/>
                    <a:pt x="350403" y="820612"/>
                  </a:cubicBezTo>
                  <a:cubicBezTo>
                    <a:pt x="350439" y="822459"/>
                    <a:pt x="350439" y="822459"/>
                    <a:pt x="352089" y="823800"/>
                  </a:cubicBezTo>
                  <a:cubicBezTo>
                    <a:pt x="352334" y="823800"/>
                    <a:pt x="352580" y="823800"/>
                    <a:pt x="352833" y="823800"/>
                  </a:cubicBezTo>
                  <a:cubicBezTo>
                    <a:pt x="352837" y="824319"/>
                    <a:pt x="352842" y="824838"/>
                    <a:pt x="352846" y="825372"/>
                  </a:cubicBezTo>
                  <a:cubicBezTo>
                    <a:pt x="352889" y="830256"/>
                    <a:pt x="352943" y="835139"/>
                    <a:pt x="353008" y="840023"/>
                  </a:cubicBezTo>
                  <a:cubicBezTo>
                    <a:pt x="353042" y="842534"/>
                    <a:pt x="353071" y="845045"/>
                    <a:pt x="353091" y="847556"/>
                  </a:cubicBezTo>
                  <a:cubicBezTo>
                    <a:pt x="353116" y="850441"/>
                    <a:pt x="353155" y="853326"/>
                    <a:pt x="353196" y="856211"/>
                  </a:cubicBezTo>
                  <a:cubicBezTo>
                    <a:pt x="353201" y="857115"/>
                    <a:pt x="353206" y="858019"/>
                    <a:pt x="353211" y="858950"/>
                  </a:cubicBezTo>
                  <a:cubicBezTo>
                    <a:pt x="353226" y="859784"/>
                    <a:pt x="353240" y="860618"/>
                    <a:pt x="353255" y="861478"/>
                  </a:cubicBezTo>
                  <a:cubicBezTo>
                    <a:pt x="353264" y="862215"/>
                    <a:pt x="353272" y="862952"/>
                    <a:pt x="353281" y="863711"/>
                  </a:cubicBezTo>
                  <a:cubicBezTo>
                    <a:pt x="353427" y="864583"/>
                    <a:pt x="353427" y="864583"/>
                    <a:pt x="353577" y="865472"/>
                  </a:cubicBezTo>
                  <a:cubicBezTo>
                    <a:pt x="354314" y="865963"/>
                    <a:pt x="355051" y="866454"/>
                    <a:pt x="355810" y="866960"/>
                  </a:cubicBezTo>
                  <a:cubicBezTo>
                    <a:pt x="356078" y="868693"/>
                    <a:pt x="356078" y="868693"/>
                    <a:pt x="356063" y="870886"/>
                  </a:cubicBezTo>
                  <a:cubicBezTo>
                    <a:pt x="356063" y="871706"/>
                    <a:pt x="356063" y="872525"/>
                    <a:pt x="356063" y="873369"/>
                  </a:cubicBezTo>
                  <a:cubicBezTo>
                    <a:pt x="356051" y="874257"/>
                    <a:pt x="356040" y="875144"/>
                    <a:pt x="356028" y="876059"/>
                  </a:cubicBezTo>
                  <a:cubicBezTo>
                    <a:pt x="356024" y="876965"/>
                    <a:pt x="356021" y="877871"/>
                    <a:pt x="356018" y="878805"/>
                  </a:cubicBezTo>
                  <a:cubicBezTo>
                    <a:pt x="356006" y="881709"/>
                    <a:pt x="355978" y="884613"/>
                    <a:pt x="355949" y="887517"/>
                  </a:cubicBezTo>
                  <a:cubicBezTo>
                    <a:pt x="355938" y="889482"/>
                    <a:pt x="355928" y="891447"/>
                    <a:pt x="355919" y="893412"/>
                  </a:cubicBezTo>
                  <a:cubicBezTo>
                    <a:pt x="355894" y="898238"/>
                    <a:pt x="355857" y="903063"/>
                    <a:pt x="355810" y="907888"/>
                  </a:cubicBezTo>
                  <a:cubicBezTo>
                    <a:pt x="356546" y="907888"/>
                    <a:pt x="357283" y="907888"/>
                    <a:pt x="358042" y="907888"/>
                  </a:cubicBezTo>
                  <a:cubicBezTo>
                    <a:pt x="358288" y="921640"/>
                    <a:pt x="358533" y="935391"/>
                    <a:pt x="358786" y="949560"/>
                  </a:cubicBezTo>
                  <a:cubicBezTo>
                    <a:pt x="359523" y="949314"/>
                    <a:pt x="360260" y="949069"/>
                    <a:pt x="361019" y="948816"/>
                  </a:cubicBezTo>
                  <a:cubicBezTo>
                    <a:pt x="361023" y="949335"/>
                    <a:pt x="361027" y="949853"/>
                    <a:pt x="361032" y="950388"/>
                  </a:cubicBezTo>
                  <a:cubicBezTo>
                    <a:pt x="361075" y="955272"/>
                    <a:pt x="361129" y="960155"/>
                    <a:pt x="361194" y="965039"/>
                  </a:cubicBezTo>
                  <a:cubicBezTo>
                    <a:pt x="361227" y="967550"/>
                    <a:pt x="361257" y="970060"/>
                    <a:pt x="361276" y="972571"/>
                  </a:cubicBezTo>
                  <a:cubicBezTo>
                    <a:pt x="361301" y="975457"/>
                    <a:pt x="361340" y="978341"/>
                    <a:pt x="361382" y="981227"/>
                  </a:cubicBezTo>
                  <a:cubicBezTo>
                    <a:pt x="361387" y="982130"/>
                    <a:pt x="361391" y="983034"/>
                    <a:pt x="361396" y="983965"/>
                  </a:cubicBezTo>
                  <a:cubicBezTo>
                    <a:pt x="361411" y="984800"/>
                    <a:pt x="361426" y="985634"/>
                    <a:pt x="361441" y="986493"/>
                  </a:cubicBezTo>
                  <a:cubicBezTo>
                    <a:pt x="361449" y="987230"/>
                    <a:pt x="361458" y="987967"/>
                    <a:pt x="361466" y="988727"/>
                  </a:cubicBezTo>
                  <a:cubicBezTo>
                    <a:pt x="361613" y="989598"/>
                    <a:pt x="361613" y="989598"/>
                    <a:pt x="361763" y="990488"/>
                  </a:cubicBezTo>
                  <a:cubicBezTo>
                    <a:pt x="362499" y="990979"/>
                    <a:pt x="363236" y="991470"/>
                    <a:pt x="363995" y="991976"/>
                  </a:cubicBezTo>
                  <a:cubicBezTo>
                    <a:pt x="364260" y="993636"/>
                    <a:pt x="364260" y="993636"/>
                    <a:pt x="364239" y="995676"/>
                  </a:cubicBezTo>
                  <a:cubicBezTo>
                    <a:pt x="364236" y="996407"/>
                    <a:pt x="364232" y="997137"/>
                    <a:pt x="364228" y="997890"/>
                  </a:cubicBezTo>
                  <a:cubicBezTo>
                    <a:pt x="364212" y="998655"/>
                    <a:pt x="364197" y="999420"/>
                    <a:pt x="364181" y="1000208"/>
                  </a:cubicBezTo>
                  <a:cubicBezTo>
                    <a:pt x="364177" y="1000976"/>
                    <a:pt x="364174" y="1001744"/>
                    <a:pt x="364170" y="1002535"/>
                  </a:cubicBezTo>
                  <a:cubicBezTo>
                    <a:pt x="364110" y="1008233"/>
                    <a:pt x="364110" y="1008233"/>
                    <a:pt x="363251" y="1009091"/>
                  </a:cubicBezTo>
                  <a:cubicBezTo>
                    <a:pt x="361330" y="1009271"/>
                    <a:pt x="359410" y="1009377"/>
                    <a:pt x="357484" y="1009481"/>
                  </a:cubicBezTo>
                  <a:cubicBezTo>
                    <a:pt x="356931" y="1009598"/>
                    <a:pt x="356379" y="1009715"/>
                    <a:pt x="355810" y="1009835"/>
                  </a:cubicBezTo>
                  <a:cubicBezTo>
                    <a:pt x="355564" y="1010572"/>
                    <a:pt x="355319" y="1011309"/>
                    <a:pt x="355065" y="1012068"/>
                  </a:cubicBezTo>
                  <a:cubicBezTo>
                    <a:pt x="353479" y="1012364"/>
                    <a:pt x="353479" y="1012364"/>
                    <a:pt x="351361" y="1012389"/>
                  </a:cubicBezTo>
                  <a:cubicBezTo>
                    <a:pt x="350571" y="1012404"/>
                    <a:pt x="349782" y="1012419"/>
                    <a:pt x="348968" y="1012434"/>
                  </a:cubicBezTo>
                  <a:cubicBezTo>
                    <a:pt x="348109" y="1012439"/>
                    <a:pt x="347250" y="1012444"/>
                    <a:pt x="346365" y="1012448"/>
                  </a:cubicBezTo>
                  <a:cubicBezTo>
                    <a:pt x="345491" y="1012462"/>
                    <a:pt x="344617" y="1012475"/>
                    <a:pt x="343716" y="1012489"/>
                  </a:cubicBezTo>
                  <a:cubicBezTo>
                    <a:pt x="340910" y="1012529"/>
                    <a:pt x="338105" y="1012554"/>
                    <a:pt x="335299" y="1012579"/>
                  </a:cubicBezTo>
                  <a:cubicBezTo>
                    <a:pt x="333403" y="1012604"/>
                    <a:pt x="331506" y="1012630"/>
                    <a:pt x="329609" y="1012656"/>
                  </a:cubicBezTo>
                  <a:cubicBezTo>
                    <a:pt x="324948" y="1012720"/>
                    <a:pt x="320287" y="1012771"/>
                    <a:pt x="315626" y="1012812"/>
                  </a:cubicBezTo>
                  <a:cubicBezTo>
                    <a:pt x="315626" y="1013794"/>
                    <a:pt x="315626" y="1014776"/>
                    <a:pt x="315626" y="1015788"/>
                  </a:cubicBezTo>
                  <a:cubicBezTo>
                    <a:pt x="305312" y="1015788"/>
                    <a:pt x="294998" y="1015788"/>
                    <a:pt x="284372" y="1015788"/>
                  </a:cubicBezTo>
                  <a:cubicBezTo>
                    <a:pt x="284127" y="1014315"/>
                    <a:pt x="283881" y="1012842"/>
                    <a:pt x="283628" y="1011324"/>
                  </a:cubicBezTo>
                  <a:cubicBezTo>
                    <a:pt x="283137" y="1011078"/>
                    <a:pt x="282646" y="1010832"/>
                    <a:pt x="282140" y="1010579"/>
                  </a:cubicBezTo>
                  <a:cubicBezTo>
                    <a:pt x="280393" y="1002189"/>
                    <a:pt x="281364" y="992813"/>
                    <a:pt x="281467" y="984279"/>
                  </a:cubicBezTo>
                  <a:cubicBezTo>
                    <a:pt x="281489" y="982286"/>
                    <a:pt x="281503" y="980293"/>
                    <a:pt x="281515" y="978299"/>
                  </a:cubicBezTo>
                  <a:cubicBezTo>
                    <a:pt x="281525" y="977688"/>
                    <a:pt x="281535" y="977076"/>
                    <a:pt x="281545" y="976446"/>
                  </a:cubicBezTo>
                  <a:cubicBezTo>
                    <a:pt x="281558" y="973536"/>
                    <a:pt x="281560" y="972130"/>
                    <a:pt x="279907" y="969652"/>
                  </a:cubicBezTo>
                  <a:cubicBezTo>
                    <a:pt x="279662" y="969652"/>
                    <a:pt x="279416" y="969652"/>
                    <a:pt x="279163" y="969652"/>
                  </a:cubicBezTo>
                  <a:cubicBezTo>
                    <a:pt x="279157" y="968899"/>
                    <a:pt x="279157" y="968899"/>
                    <a:pt x="279150" y="968131"/>
                  </a:cubicBezTo>
                  <a:cubicBezTo>
                    <a:pt x="279103" y="962929"/>
                    <a:pt x="279040" y="957727"/>
                    <a:pt x="278968" y="952524"/>
                  </a:cubicBezTo>
                  <a:cubicBezTo>
                    <a:pt x="278943" y="950580"/>
                    <a:pt x="278922" y="948637"/>
                    <a:pt x="278905" y="946693"/>
                  </a:cubicBezTo>
                  <a:cubicBezTo>
                    <a:pt x="278881" y="943905"/>
                    <a:pt x="278842" y="941118"/>
                    <a:pt x="278800" y="938331"/>
                  </a:cubicBezTo>
                  <a:cubicBezTo>
                    <a:pt x="278793" y="937018"/>
                    <a:pt x="278793" y="937018"/>
                    <a:pt x="278785" y="935679"/>
                  </a:cubicBezTo>
                  <a:cubicBezTo>
                    <a:pt x="278763" y="934472"/>
                    <a:pt x="278763" y="934472"/>
                    <a:pt x="278741" y="933241"/>
                  </a:cubicBezTo>
                  <a:cubicBezTo>
                    <a:pt x="278732" y="932529"/>
                    <a:pt x="278724" y="931817"/>
                    <a:pt x="278716" y="931083"/>
                  </a:cubicBezTo>
                  <a:cubicBezTo>
                    <a:pt x="278618" y="930550"/>
                    <a:pt x="278520" y="930017"/>
                    <a:pt x="278419" y="929468"/>
                  </a:cubicBezTo>
                  <a:cubicBezTo>
                    <a:pt x="277682" y="929223"/>
                    <a:pt x="276946" y="928977"/>
                    <a:pt x="276187" y="928724"/>
                  </a:cubicBezTo>
                  <a:cubicBezTo>
                    <a:pt x="275905" y="927119"/>
                    <a:pt x="275905" y="927119"/>
                    <a:pt x="275900" y="924974"/>
                  </a:cubicBezTo>
                  <a:cubicBezTo>
                    <a:pt x="275893" y="924175"/>
                    <a:pt x="275885" y="923375"/>
                    <a:pt x="275877" y="922551"/>
                  </a:cubicBezTo>
                  <a:cubicBezTo>
                    <a:pt x="275880" y="921681"/>
                    <a:pt x="275882" y="920810"/>
                    <a:pt x="275884" y="919913"/>
                  </a:cubicBezTo>
                  <a:cubicBezTo>
                    <a:pt x="275876" y="919026"/>
                    <a:pt x="275868" y="918139"/>
                    <a:pt x="275860" y="917225"/>
                  </a:cubicBezTo>
                  <a:cubicBezTo>
                    <a:pt x="275834" y="914376"/>
                    <a:pt x="275823" y="911527"/>
                    <a:pt x="275815" y="908679"/>
                  </a:cubicBezTo>
                  <a:cubicBezTo>
                    <a:pt x="275804" y="904935"/>
                    <a:pt x="275779" y="901193"/>
                    <a:pt x="275745" y="897450"/>
                  </a:cubicBezTo>
                  <a:cubicBezTo>
                    <a:pt x="275747" y="896581"/>
                    <a:pt x="275749" y="895712"/>
                    <a:pt x="275752" y="894817"/>
                  </a:cubicBezTo>
                  <a:cubicBezTo>
                    <a:pt x="275744" y="894015"/>
                    <a:pt x="275737" y="893213"/>
                    <a:pt x="275729" y="892386"/>
                  </a:cubicBezTo>
                  <a:cubicBezTo>
                    <a:pt x="275727" y="891678"/>
                    <a:pt x="275726" y="890970"/>
                    <a:pt x="275724" y="890240"/>
                  </a:cubicBezTo>
                  <a:cubicBezTo>
                    <a:pt x="275631" y="889679"/>
                    <a:pt x="275538" y="889118"/>
                    <a:pt x="275442" y="888540"/>
                  </a:cubicBezTo>
                  <a:cubicBezTo>
                    <a:pt x="274706" y="888049"/>
                    <a:pt x="273969" y="887558"/>
                    <a:pt x="273210" y="887052"/>
                  </a:cubicBezTo>
                  <a:cubicBezTo>
                    <a:pt x="272942" y="885348"/>
                    <a:pt x="272942" y="885348"/>
                    <a:pt x="272957" y="883194"/>
                  </a:cubicBezTo>
                  <a:cubicBezTo>
                    <a:pt x="272957" y="882390"/>
                    <a:pt x="272957" y="881586"/>
                    <a:pt x="272957" y="880757"/>
                  </a:cubicBezTo>
                  <a:cubicBezTo>
                    <a:pt x="272969" y="879886"/>
                    <a:pt x="272980" y="879014"/>
                    <a:pt x="272992" y="878117"/>
                  </a:cubicBezTo>
                  <a:cubicBezTo>
                    <a:pt x="272995" y="877227"/>
                    <a:pt x="272998" y="876337"/>
                    <a:pt x="273002" y="875420"/>
                  </a:cubicBezTo>
                  <a:cubicBezTo>
                    <a:pt x="273014" y="872569"/>
                    <a:pt x="273042" y="869718"/>
                    <a:pt x="273070" y="866867"/>
                  </a:cubicBezTo>
                  <a:cubicBezTo>
                    <a:pt x="273082" y="864938"/>
                    <a:pt x="273092" y="863009"/>
                    <a:pt x="273101" y="861080"/>
                  </a:cubicBezTo>
                  <a:cubicBezTo>
                    <a:pt x="273126" y="856343"/>
                    <a:pt x="273163" y="851606"/>
                    <a:pt x="273210" y="846869"/>
                  </a:cubicBezTo>
                  <a:cubicBezTo>
                    <a:pt x="272473" y="846869"/>
                    <a:pt x="271737" y="846869"/>
                    <a:pt x="270978" y="846869"/>
                  </a:cubicBezTo>
                  <a:cubicBezTo>
                    <a:pt x="270972" y="846387"/>
                    <a:pt x="270966" y="845906"/>
                    <a:pt x="270959" y="845409"/>
                  </a:cubicBezTo>
                  <a:cubicBezTo>
                    <a:pt x="270895" y="840412"/>
                    <a:pt x="270821" y="835415"/>
                    <a:pt x="270741" y="830418"/>
                  </a:cubicBezTo>
                  <a:cubicBezTo>
                    <a:pt x="270713" y="828551"/>
                    <a:pt x="270687" y="826685"/>
                    <a:pt x="270664" y="824818"/>
                  </a:cubicBezTo>
                  <a:cubicBezTo>
                    <a:pt x="270630" y="822139"/>
                    <a:pt x="270587" y="819461"/>
                    <a:pt x="270542" y="816783"/>
                  </a:cubicBezTo>
                  <a:cubicBezTo>
                    <a:pt x="270533" y="815944"/>
                    <a:pt x="270524" y="815106"/>
                    <a:pt x="270516" y="814242"/>
                  </a:cubicBezTo>
                  <a:cubicBezTo>
                    <a:pt x="270501" y="813467"/>
                    <a:pt x="270486" y="812692"/>
                    <a:pt x="270471" y="811894"/>
                  </a:cubicBezTo>
                  <a:cubicBezTo>
                    <a:pt x="270456" y="810868"/>
                    <a:pt x="270456" y="810868"/>
                    <a:pt x="270441" y="809821"/>
                  </a:cubicBezTo>
                  <a:cubicBezTo>
                    <a:pt x="270385" y="808021"/>
                    <a:pt x="270385" y="808021"/>
                    <a:pt x="268745" y="806685"/>
                  </a:cubicBezTo>
                  <a:cubicBezTo>
                    <a:pt x="268500" y="806685"/>
                    <a:pt x="268254" y="806685"/>
                    <a:pt x="268001" y="806685"/>
                  </a:cubicBezTo>
                  <a:cubicBezTo>
                    <a:pt x="267994" y="805937"/>
                    <a:pt x="267994" y="805937"/>
                    <a:pt x="267988" y="805174"/>
                  </a:cubicBezTo>
                  <a:cubicBezTo>
                    <a:pt x="267940" y="799996"/>
                    <a:pt x="267878" y="794818"/>
                    <a:pt x="267806" y="789639"/>
                  </a:cubicBezTo>
                  <a:cubicBezTo>
                    <a:pt x="267781" y="787706"/>
                    <a:pt x="267760" y="785772"/>
                    <a:pt x="267743" y="783838"/>
                  </a:cubicBezTo>
                  <a:cubicBezTo>
                    <a:pt x="267718" y="781062"/>
                    <a:pt x="267679" y="778286"/>
                    <a:pt x="267638" y="775510"/>
                  </a:cubicBezTo>
                  <a:cubicBezTo>
                    <a:pt x="267631" y="774208"/>
                    <a:pt x="267631" y="774208"/>
                    <a:pt x="267623" y="772881"/>
                  </a:cubicBezTo>
                  <a:cubicBezTo>
                    <a:pt x="267609" y="772077"/>
                    <a:pt x="267594" y="771272"/>
                    <a:pt x="267579" y="770443"/>
                  </a:cubicBezTo>
                  <a:cubicBezTo>
                    <a:pt x="267570" y="769735"/>
                    <a:pt x="267562" y="769026"/>
                    <a:pt x="267554" y="768295"/>
                  </a:cubicBezTo>
                  <a:cubicBezTo>
                    <a:pt x="267199" y="766152"/>
                    <a:pt x="266524" y="765752"/>
                    <a:pt x="265024" y="764269"/>
                  </a:cubicBezTo>
                  <a:cubicBezTo>
                    <a:pt x="264738" y="762565"/>
                    <a:pt x="264738" y="762565"/>
                    <a:pt x="264726" y="760543"/>
                  </a:cubicBezTo>
                  <a:cubicBezTo>
                    <a:pt x="264716" y="759786"/>
                    <a:pt x="264707" y="759029"/>
                    <a:pt x="264696" y="758249"/>
                  </a:cubicBezTo>
                  <a:cubicBezTo>
                    <a:pt x="264696" y="757024"/>
                    <a:pt x="264696" y="757024"/>
                    <a:pt x="264696" y="755775"/>
                  </a:cubicBezTo>
                  <a:cubicBezTo>
                    <a:pt x="264686" y="754938"/>
                    <a:pt x="264676" y="754100"/>
                    <a:pt x="264666" y="753238"/>
                  </a:cubicBezTo>
                  <a:cubicBezTo>
                    <a:pt x="264636" y="750558"/>
                    <a:pt x="264620" y="747880"/>
                    <a:pt x="264606" y="745200"/>
                  </a:cubicBezTo>
                  <a:cubicBezTo>
                    <a:pt x="264588" y="742516"/>
                    <a:pt x="264567" y="739832"/>
                    <a:pt x="264538" y="737147"/>
                  </a:cubicBezTo>
                  <a:cubicBezTo>
                    <a:pt x="264519" y="735475"/>
                    <a:pt x="264508" y="733803"/>
                    <a:pt x="264505" y="732131"/>
                  </a:cubicBezTo>
                  <a:cubicBezTo>
                    <a:pt x="264494" y="731002"/>
                    <a:pt x="264494" y="731002"/>
                    <a:pt x="264482" y="729851"/>
                  </a:cubicBezTo>
                  <a:cubicBezTo>
                    <a:pt x="264479" y="729185"/>
                    <a:pt x="264476" y="728519"/>
                    <a:pt x="264473" y="727833"/>
                  </a:cubicBezTo>
                  <a:cubicBezTo>
                    <a:pt x="264409" y="727333"/>
                    <a:pt x="264346" y="726833"/>
                    <a:pt x="264280" y="726318"/>
                  </a:cubicBezTo>
                  <a:cubicBezTo>
                    <a:pt x="263789" y="726072"/>
                    <a:pt x="263298" y="725827"/>
                    <a:pt x="262792" y="725574"/>
                  </a:cubicBezTo>
                  <a:cubicBezTo>
                    <a:pt x="262585" y="723930"/>
                    <a:pt x="262585" y="723930"/>
                    <a:pt x="262555" y="721732"/>
                  </a:cubicBezTo>
                  <a:cubicBezTo>
                    <a:pt x="262540" y="720913"/>
                    <a:pt x="262525" y="720093"/>
                    <a:pt x="262510" y="719249"/>
                  </a:cubicBezTo>
                  <a:cubicBezTo>
                    <a:pt x="262497" y="717912"/>
                    <a:pt x="262497" y="717912"/>
                    <a:pt x="262484" y="716548"/>
                  </a:cubicBezTo>
                  <a:cubicBezTo>
                    <a:pt x="262462" y="715187"/>
                    <a:pt x="262462" y="715187"/>
                    <a:pt x="262440" y="713798"/>
                  </a:cubicBezTo>
                  <a:cubicBezTo>
                    <a:pt x="262396" y="710887"/>
                    <a:pt x="262361" y="707975"/>
                    <a:pt x="262327" y="705063"/>
                  </a:cubicBezTo>
                  <a:cubicBezTo>
                    <a:pt x="262299" y="703095"/>
                    <a:pt x="262270" y="701126"/>
                    <a:pt x="262240" y="699158"/>
                  </a:cubicBezTo>
                  <a:cubicBezTo>
                    <a:pt x="262168" y="694321"/>
                    <a:pt x="262105" y="689483"/>
                    <a:pt x="262048" y="684646"/>
                  </a:cubicBezTo>
                  <a:cubicBezTo>
                    <a:pt x="261311" y="684891"/>
                    <a:pt x="260575" y="685137"/>
                    <a:pt x="259815" y="685390"/>
                  </a:cubicBezTo>
                  <a:cubicBezTo>
                    <a:pt x="259815" y="672621"/>
                    <a:pt x="259815" y="659851"/>
                    <a:pt x="259815" y="646695"/>
                  </a:cubicBezTo>
                  <a:cubicBezTo>
                    <a:pt x="208247" y="646695"/>
                    <a:pt x="156678" y="646695"/>
                    <a:pt x="103546" y="646695"/>
                  </a:cubicBezTo>
                  <a:cubicBezTo>
                    <a:pt x="103792" y="647677"/>
                    <a:pt x="104037" y="648659"/>
                    <a:pt x="104290" y="649671"/>
                  </a:cubicBezTo>
                  <a:cubicBezTo>
                    <a:pt x="104454" y="652910"/>
                    <a:pt x="104460" y="656150"/>
                    <a:pt x="104469" y="659393"/>
                  </a:cubicBezTo>
                  <a:cubicBezTo>
                    <a:pt x="104476" y="660975"/>
                    <a:pt x="104499" y="662557"/>
                    <a:pt x="104523" y="664140"/>
                  </a:cubicBezTo>
                  <a:cubicBezTo>
                    <a:pt x="104527" y="665141"/>
                    <a:pt x="104531" y="666143"/>
                    <a:pt x="104534" y="667144"/>
                  </a:cubicBezTo>
                  <a:cubicBezTo>
                    <a:pt x="104541" y="668056"/>
                    <a:pt x="104548" y="668969"/>
                    <a:pt x="104555" y="669909"/>
                  </a:cubicBezTo>
                  <a:cubicBezTo>
                    <a:pt x="104468" y="670597"/>
                    <a:pt x="104380" y="671286"/>
                    <a:pt x="104290" y="671995"/>
                  </a:cubicBezTo>
                  <a:cubicBezTo>
                    <a:pt x="103553" y="672241"/>
                    <a:pt x="102817" y="672487"/>
                    <a:pt x="102058" y="672740"/>
                  </a:cubicBezTo>
                  <a:cubicBezTo>
                    <a:pt x="101715" y="674461"/>
                    <a:pt x="101715" y="674461"/>
                    <a:pt x="101771" y="676569"/>
                  </a:cubicBezTo>
                  <a:cubicBezTo>
                    <a:pt x="101764" y="677386"/>
                    <a:pt x="101756" y="678203"/>
                    <a:pt x="101749" y="679045"/>
                  </a:cubicBezTo>
                  <a:cubicBezTo>
                    <a:pt x="101751" y="679934"/>
                    <a:pt x="101753" y="680823"/>
                    <a:pt x="101755" y="681739"/>
                  </a:cubicBezTo>
                  <a:cubicBezTo>
                    <a:pt x="101743" y="683098"/>
                    <a:pt x="101743" y="683098"/>
                    <a:pt x="101731" y="684483"/>
                  </a:cubicBezTo>
                  <a:cubicBezTo>
                    <a:pt x="101705" y="687390"/>
                    <a:pt x="101694" y="690297"/>
                    <a:pt x="101686" y="693203"/>
                  </a:cubicBezTo>
                  <a:cubicBezTo>
                    <a:pt x="101675" y="697025"/>
                    <a:pt x="101650" y="700846"/>
                    <a:pt x="101616" y="704668"/>
                  </a:cubicBezTo>
                  <a:cubicBezTo>
                    <a:pt x="101618" y="705557"/>
                    <a:pt x="101620" y="706446"/>
                    <a:pt x="101623" y="707362"/>
                  </a:cubicBezTo>
                  <a:cubicBezTo>
                    <a:pt x="101615" y="708179"/>
                    <a:pt x="101608" y="708996"/>
                    <a:pt x="101600" y="709838"/>
                  </a:cubicBezTo>
                  <a:cubicBezTo>
                    <a:pt x="101598" y="710561"/>
                    <a:pt x="101597" y="711284"/>
                    <a:pt x="101595" y="712029"/>
                  </a:cubicBezTo>
                  <a:cubicBezTo>
                    <a:pt x="101502" y="712570"/>
                    <a:pt x="101409" y="713110"/>
                    <a:pt x="101314" y="713667"/>
                  </a:cubicBezTo>
                  <a:cubicBezTo>
                    <a:pt x="100577" y="713913"/>
                    <a:pt x="99840" y="714159"/>
                    <a:pt x="99081" y="714411"/>
                  </a:cubicBezTo>
                  <a:cubicBezTo>
                    <a:pt x="98733" y="716132"/>
                    <a:pt x="98733" y="716132"/>
                    <a:pt x="98783" y="718241"/>
                  </a:cubicBezTo>
                  <a:cubicBezTo>
                    <a:pt x="98773" y="719058"/>
                    <a:pt x="98763" y="719875"/>
                    <a:pt x="98753" y="720717"/>
                  </a:cubicBezTo>
                  <a:cubicBezTo>
                    <a:pt x="98753" y="721606"/>
                    <a:pt x="98753" y="722495"/>
                    <a:pt x="98753" y="723411"/>
                  </a:cubicBezTo>
                  <a:cubicBezTo>
                    <a:pt x="98743" y="724317"/>
                    <a:pt x="98733" y="725222"/>
                    <a:pt x="98723" y="726155"/>
                  </a:cubicBezTo>
                  <a:cubicBezTo>
                    <a:pt x="98692" y="729062"/>
                    <a:pt x="98676" y="731969"/>
                    <a:pt x="98663" y="734875"/>
                  </a:cubicBezTo>
                  <a:cubicBezTo>
                    <a:pt x="98645" y="737782"/>
                    <a:pt x="98624" y="740689"/>
                    <a:pt x="98594" y="743595"/>
                  </a:cubicBezTo>
                  <a:cubicBezTo>
                    <a:pt x="98576" y="745408"/>
                    <a:pt x="98565" y="747221"/>
                    <a:pt x="98562" y="749034"/>
                  </a:cubicBezTo>
                  <a:cubicBezTo>
                    <a:pt x="98554" y="749851"/>
                    <a:pt x="98547" y="750668"/>
                    <a:pt x="98539" y="751510"/>
                  </a:cubicBezTo>
                  <a:cubicBezTo>
                    <a:pt x="98536" y="752233"/>
                    <a:pt x="98532" y="752956"/>
                    <a:pt x="98529" y="753701"/>
                  </a:cubicBezTo>
                  <a:cubicBezTo>
                    <a:pt x="98434" y="754512"/>
                    <a:pt x="98434" y="754512"/>
                    <a:pt x="98337" y="755339"/>
                  </a:cubicBezTo>
                  <a:cubicBezTo>
                    <a:pt x="97846" y="755585"/>
                    <a:pt x="97355" y="755830"/>
                    <a:pt x="96849" y="756083"/>
                  </a:cubicBezTo>
                  <a:cubicBezTo>
                    <a:pt x="96615" y="757840"/>
                    <a:pt x="96615" y="757840"/>
                    <a:pt x="96647" y="759981"/>
                  </a:cubicBezTo>
                  <a:cubicBezTo>
                    <a:pt x="96639" y="760813"/>
                    <a:pt x="96632" y="761645"/>
                    <a:pt x="96624" y="762502"/>
                  </a:cubicBezTo>
                  <a:cubicBezTo>
                    <a:pt x="96622" y="763407"/>
                    <a:pt x="96621" y="764313"/>
                    <a:pt x="96619" y="765246"/>
                  </a:cubicBezTo>
                  <a:cubicBezTo>
                    <a:pt x="96600" y="767139"/>
                    <a:pt x="96581" y="769032"/>
                    <a:pt x="96562" y="770925"/>
                  </a:cubicBezTo>
                  <a:cubicBezTo>
                    <a:pt x="96539" y="773929"/>
                    <a:pt x="96523" y="776932"/>
                    <a:pt x="96509" y="779936"/>
                  </a:cubicBezTo>
                  <a:cubicBezTo>
                    <a:pt x="96495" y="782822"/>
                    <a:pt x="96464" y="785707"/>
                    <a:pt x="96433" y="788593"/>
                  </a:cubicBezTo>
                  <a:cubicBezTo>
                    <a:pt x="96433" y="789498"/>
                    <a:pt x="96433" y="790404"/>
                    <a:pt x="96433" y="791336"/>
                  </a:cubicBezTo>
                  <a:cubicBezTo>
                    <a:pt x="96423" y="792168"/>
                    <a:pt x="96413" y="793000"/>
                    <a:pt x="96403" y="793857"/>
                  </a:cubicBezTo>
                  <a:cubicBezTo>
                    <a:pt x="96399" y="794594"/>
                    <a:pt x="96395" y="795330"/>
                    <a:pt x="96391" y="796089"/>
                  </a:cubicBezTo>
                  <a:cubicBezTo>
                    <a:pt x="96249" y="796914"/>
                    <a:pt x="96249" y="796914"/>
                    <a:pt x="96105" y="797755"/>
                  </a:cubicBezTo>
                  <a:cubicBezTo>
                    <a:pt x="95368" y="798001"/>
                    <a:pt x="94631" y="798246"/>
                    <a:pt x="93872" y="798499"/>
                  </a:cubicBezTo>
                  <a:cubicBezTo>
                    <a:pt x="93513" y="800225"/>
                    <a:pt x="93513" y="800225"/>
                    <a:pt x="93550" y="802341"/>
                  </a:cubicBezTo>
                  <a:cubicBezTo>
                    <a:pt x="93536" y="803160"/>
                    <a:pt x="93521" y="803980"/>
                    <a:pt x="93506" y="804824"/>
                  </a:cubicBezTo>
                  <a:cubicBezTo>
                    <a:pt x="93501" y="805715"/>
                    <a:pt x="93496" y="806607"/>
                    <a:pt x="93491" y="807525"/>
                  </a:cubicBezTo>
                  <a:cubicBezTo>
                    <a:pt x="93471" y="808886"/>
                    <a:pt x="93471" y="808886"/>
                    <a:pt x="93451" y="810275"/>
                  </a:cubicBezTo>
                  <a:cubicBezTo>
                    <a:pt x="93410" y="813186"/>
                    <a:pt x="93385" y="816098"/>
                    <a:pt x="93361" y="819010"/>
                  </a:cubicBezTo>
                  <a:cubicBezTo>
                    <a:pt x="93336" y="820978"/>
                    <a:pt x="93310" y="822947"/>
                    <a:pt x="93283" y="824915"/>
                  </a:cubicBezTo>
                  <a:cubicBezTo>
                    <a:pt x="93220" y="829752"/>
                    <a:pt x="93169" y="834590"/>
                    <a:pt x="93128" y="839427"/>
                  </a:cubicBezTo>
                  <a:cubicBezTo>
                    <a:pt x="92391" y="839427"/>
                    <a:pt x="91655" y="839427"/>
                    <a:pt x="90896" y="839427"/>
                  </a:cubicBezTo>
                  <a:cubicBezTo>
                    <a:pt x="90650" y="853179"/>
                    <a:pt x="90404" y="866931"/>
                    <a:pt x="90151" y="881099"/>
                  </a:cubicBezTo>
                  <a:cubicBezTo>
                    <a:pt x="89415" y="881099"/>
                    <a:pt x="88678" y="881099"/>
                    <a:pt x="87919" y="881099"/>
                  </a:cubicBezTo>
                  <a:cubicBezTo>
                    <a:pt x="87926" y="881891"/>
                    <a:pt x="87926" y="881891"/>
                    <a:pt x="87934" y="882699"/>
                  </a:cubicBezTo>
                  <a:cubicBezTo>
                    <a:pt x="87979" y="887670"/>
                    <a:pt x="88013" y="892642"/>
                    <a:pt x="88035" y="897613"/>
                  </a:cubicBezTo>
                  <a:cubicBezTo>
                    <a:pt x="88046" y="900169"/>
                    <a:pt x="88062" y="902725"/>
                    <a:pt x="88087" y="905281"/>
                  </a:cubicBezTo>
                  <a:cubicBezTo>
                    <a:pt x="88116" y="908217"/>
                    <a:pt x="88127" y="911154"/>
                    <a:pt x="88137" y="914091"/>
                  </a:cubicBezTo>
                  <a:cubicBezTo>
                    <a:pt x="88149" y="915011"/>
                    <a:pt x="88160" y="915931"/>
                    <a:pt x="88172" y="916879"/>
                  </a:cubicBezTo>
                  <a:cubicBezTo>
                    <a:pt x="88172" y="917728"/>
                    <a:pt x="88172" y="918578"/>
                    <a:pt x="88172" y="919452"/>
                  </a:cubicBezTo>
                  <a:cubicBezTo>
                    <a:pt x="88177" y="920203"/>
                    <a:pt x="88182" y="920953"/>
                    <a:pt x="88187" y="921726"/>
                  </a:cubicBezTo>
                  <a:cubicBezTo>
                    <a:pt x="88099" y="922316"/>
                    <a:pt x="88010" y="922907"/>
                    <a:pt x="87919" y="923515"/>
                  </a:cubicBezTo>
                  <a:cubicBezTo>
                    <a:pt x="87182" y="924006"/>
                    <a:pt x="86446" y="924497"/>
                    <a:pt x="85687" y="925003"/>
                  </a:cubicBezTo>
                  <a:cubicBezTo>
                    <a:pt x="85332" y="926803"/>
                    <a:pt x="85332" y="926803"/>
                    <a:pt x="85365" y="928929"/>
                  </a:cubicBezTo>
                  <a:cubicBezTo>
                    <a:pt x="85350" y="929749"/>
                    <a:pt x="85335" y="930568"/>
                    <a:pt x="85320" y="931412"/>
                  </a:cubicBezTo>
                  <a:cubicBezTo>
                    <a:pt x="85315" y="932300"/>
                    <a:pt x="85311" y="933187"/>
                    <a:pt x="85306" y="934102"/>
                  </a:cubicBezTo>
                  <a:cubicBezTo>
                    <a:pt x="85292" y="935008"/>
                    <a:pt x="85279" y="935914"/>
                    <a:pt x="85265" y="936848"/>
                  </a:cubicBezTo>
                  <a:cubicBezTo>
                    <a:pt x="85225" y="939752"/>
                    <a:pt x="85200" y="942656"/>
                    <a:pt x="85175" y="945560"/>
                  </a:cubicBezTo>
                  <a:cubicBezTo>
                    <a:pt x="85150" y="947525"/>
                    <a:pt x="85125" y="949490"/>
                    <a:pt x="85098" y="951455"/>
                  </a:cubicBezTo>
                  <a:cubicBezTo>
                    <a:pt x="85035" y="956280"/>
                    <a:pt x="84984" y="961106"/>
                    <a:pt x="84942" y="965931"/>
                  </a:cubicBezTo>
                  <a:cubicBezTo>
                    <a:pt x="84206" y="965931"/>
                    <a:pt x="83469" y="965931"/>
                    <a:pt x="82710" y="965931"/>
                  </a:cubicBezTo>
                  <a:cubicBezTo>
                    <a:pt x="82464" y="979683"/>
                    <a:pt x="82219" y="993434"/>
                    <a:pt x="81966" y="1007603"/>
                  </a:cubicBezTo>
                  <a:cubicBezTo>
                    <a:pt x="81229" y="1007603"/>
                    <a:pt x="80492" y="1007603"/>
                    <a:pt x="79733" y="1007603"/>
                  </a:cubicBezTo>
                  <a:cubicBezTo>
                    <a:pt x="79742" y="1008131"/>
                    <a:pt x="79751" y="1008660"/>
                    <a:pt x="79760" y="1009204"/>
                  </a:cubicBezTo>
                  <a:cubicBezTo>
                    <a:pt x="79766" y="1009888"/>
                    <a:pt x="79773" y="1010572"/>
                    <a:pt x="79780" y="1011277"/>
                  </a:cubicBezTo>
                  <a:cubicBezTo>
                    <a:pt x="79789" y="1011959"/>
                    <a:pt x="79797" y="1012641"/>
                    <a:pt x="79806" y="1013344"/>
                  </a:cubicBezTo>
                  <a:cubicBezTo>
                    <a:pt x="79733" y="1015044"/>
                    <a:pt x="79733" y="1015044"/>
                    <a:pt x="78989" y="1015788"/>
                  </a:cubicBezTo>
                  <a:cubicBezTo>
                    <a:pt x="76735" y="1015854"/>
                    <a:pt x="74497" y="1015874"/>
                    <a:pt x="72243" y="1015861"/>
                  </a:cubicBezTo>
                  <a:cubicBezTo>
                    <a:pt x="71566" y="1015860"/>
                    <a:pt x="70890" y="1015859"/>
                    <a:pt x="70194" y="1015858"/>
                  </a:cubicBezTo>
                  <a:cubicBezTo>
                    <a:pt x="68025" y="1015854"/>
                    <a:pt x="65857" y="1015844"/>
                    <a:pt x="63688" y="1015835"/>
                  </a:cubicBezTo>
                  <a:cubicBezTo>
                    <a:pt x="62221" y="1015831"/>
                    <a:pt x="60755" y="1015828"/>
                    <a:pt x="59288" y="1015825"/>
                  </a:cubicBezTo>
                  <a:cubicBezTo>
                    <a:pt x="55685" y="1015817"/>
                    <a:pt x="52083" y="1015804"/>
                    <a:pt x="48480" y="1015788"/>
                  </a:cubicBezTo>
                  <a:cubicBezTo>
                    <a:pt x="48480" y="1015052"/>
                    <a:pt x="48480" y="1014315"/>
                    <a:pt x="48480" y="1013556"/>
                  </a:cubicBezTo>
                  <a:cubicBezTo>
                    <a:pt x="46658" y="1012645"/>
                    <a:pt x="45455" y="1012709"/>
                    <a:pt x="43419" y="1012694"/>
                  </a:cubicBezTo>
                  <a:cubicBezTo>
                    <a:pt x="42676" y="1012687"/>
                    <a:pt x="41934" y="1012679"/>
                    <a:pt x="41169" y="1012671"/>
                  </a:cubicBezTo>
                  <a:cubicBezTo>
                    <a:pt x="39963" y="1012663"/>
                    <a:pt x="39963" y="1012663"/>
                    <a:pt x="38733" y="1012655"/>
                  </a:cubicBezTo>
                  <a:cubicBezTo>
                    <a:pt x="37046" y="1012634"/>
                    <a:pt x="35358" y="1012613"/>
                    <a:pt x="33671" y="1012591"/>
                  </a:cubicBezTo>
                  <a:cubicBezTo>
                    <a:pt x="30999" y="1012560"/>
                    <a:pt x="28327" y="1012533"/>
                    <a:pt x="25655" y="1012513"/>
                  </a:cubicBezTo>
                  <a:cubicBezTo>
                    <a:pt x="23084" y="1012493"/>
                    <a:pt x="20514" y="1012459"/>
                    <a:pt x="17944" y="1012422"/>
                  </a:cubicBezTo>
                  <a:cubicBezTo>
                    <a:pt x="17138" y="1012420"/>
                    <a:pt x="16333" y="1012418"/>
                    <a:pt x="15503" y="1012415"/>
                  </a:cubicBezTo>
                  <a:cubicBezTo>
                    <a:pt x="14393" y="1012397"/>
                    <a:pt x="14393" y="1012397"/>
                    <a:pt x="13261" y="1012378"/>
                  </a:cubicBezTo>
                  <a:cubicBezTo>
                    <a:pt x="12606" y="1012372"/>
                    <a:pt x="11951" y="1012366"/>
                    <a:pt x="11276" y="1012359"/>
                  </a:cubicBezTo>
                  <a:cubicBezTo>
                    <a:pt x="10538" y="1012215"/>
                    <a:pt x="10538" y="1012215"/>
                    <a:pt x="9784" y="1012068"/>
                  </a:cubicBezTo>
                  <a:cubicBezTo>
                    <a:pt x="9416" y="1010963"/>
                    <a:pt x="9416" y="1010963"/>
                    <a:pt x="9040" y="1009835"/>
                  </a:cubicBezTo>
                  <a:cubicBezTo>
                    <a:pt x="7342" y="1009425"/>
                    <a:pt x="7342" y="1009425"/>
                    <a:pt x="5366" y="1009370"/>
                  </a:cubicBezTo>
                  <a:cubicBezTo>
                    <a:pt x="1716" y="1009150"/>
                    <a:pt x="1716" y="1009150"/>
                    <a:pt x="110" y="1008347"/>
                  </a:cubicBezTo>
                  <a:cubicBezTo>
                    <a:pt x="-101" y="1006352"/>
                    <a:pt x="47" y="1004404"/>
                    <a:pt x="110" y="1002394"/>
                  </a:cubicBezTo>
                  <a:cubicBezTo>
                    <a:pt x="847" y="1002639"/>
                    <a:pt x="1584" y="1002885"/>
                    <a:pt x="2343" y="1003138"/>
                  </a:cubicBezTo>
                  <a:cubicBezTo>
                    <a:pt x="2349" y="1002608"/>
                    <a:pt x="2355" y="1002079"/>
                    <a:pt x="2361" y="1001533"/>
                  </a:cubicBezTo>
                  <a:cubicBezTo>
                    <a:pt x="2419" y="996550"/>
                    <a:pt x="2484" y="991568"/>
                    <a:pt x="2557" y="986586"/>
                  </a:cubicBezTo>
                  <a:cubicBezTo>
                    <a:pt x="2594" y="984024"/>
                    <a:pt x="2628" y="981462"/>
                    <a:pt x="2657" y="978900"/>
                  </a:cubicBezTo>
                  <a:cubicBezTo>
                    <a:pt x="2689" y="975958"/>
                    <a:pt x="2734" y="973015"/>
                    <a:pt x="2779" y="970073"/>
                  </a:cubicBezTo>
                  <a:cubicBezTo>
                    <a:pt x="2787" y="969149"/>
                    <a:pt x="2796" y="968225"/>
                    <a:pt x="2805" y="967273"/>
                  </a:cubicBezTo>
                  <a:cubicBezTo>
                    <a:pt x="2820" y="966424"/>
                    <a:pt x="2834" y="965575"/>
                    <a:pt x="2850" y="964700"/>
                  </a:cubicBezTo>
                  <a:cubicBezTo>
                    <a:pt x="2860" y="963948"/>
                    <a:pt x="2870" y="963196"/>
                    <a:pt x="2880" y="962422"/>
                  </a:cubicBezTo>
                  <a:cubicBezTo>
                    <a:pt x="2948" y="961861"/>
                    <a:pt x="3017" y="961300"/>
                    <a:pt x="3087" y="960722"/>
                  </a:cubicBezTo>
                  <a:cubicBezTo>
                    <a:pt x="3578" y="960476"/>
                    <a:pt x="4069" y="960231"/>
                    <a:pt x="4575" y="959978"/>
                  </a:cubicBezTo>
                  <a:cubicBezTo>
                    <a:pt x="5314" y="957763"/>
                    <a:pt x="5424" y="956265"/>
                    <a:pt x="5449" y="953952"/>
                  </a:cubicBezTo>
                  <a:cubicBezTo>
                    <a:pt x="5459" y="953180"/>
                    <a:pt x="5469" y="952407"/>
                    <a:pt x="5479" y="951612"/>
                  </a:cubicBezTo>
                  <a:cubicBezTo>
                    <a:pt x="5487" y="950779"/>
                    <a:pt x="5495" y="949947"/>
                    <a:pt x="5503" y="949089"/>
                  </a:cubicBezTo>
                  <a:cubicBezTo>
                    <a:pt x="5527" y="947336"/>
                    <a:pt x="5552" y="945583"/>
                    <a:pt x="5577" y="943831"/>
                  </a:cubicBezTo>
                  <a:cubicBezTo>
                    <a:pt x="5612" y="941059"/>
                    <a:pt x="5645" y="938288"/>
                    <a:pt x="5674" y="935516"/>
                  </a:cubicBezTo>
                  <a:cubicBezTo>
                    <a:pt x="5704" y="932847"/>
                    <a:pt x="5742" y="930178"/>
                    <a:pt x="5782" y="927509"/>
                  </a:cubicBezTo>
                  <a:cubicBezTo>
                    <a:pt x="5788" y="926673"/>
                    <a:pt x="5794" y="925838"/>
                    <a:pt x="5801" y="924977"/>
                  </a:cubicBezTo>
                  <a:cubicBezTo>
                    <a:pt x="5813" y="924209"/>
                    <a:pt x="5825" y="923442"/>
                    <a:pt x="5838" y="922651"/>
                  </a:cubicBezTo>
                  <a:cubicBezTo>
                    <a:pt x="5846" y="921972"/>
                    <a:pt x="5853" y="921293"/>
                    <a:pt x="5861" y="920594"/>
                  </a:cubicBezTo>
                  <a:cubicBezTo>
                    <a:pt x="5961" y="919830"/>
                    <a:pt x="5961" y="919830"/>
                    <a:pt x="6064" y="919050"/>
                  </a:cubicBezTo>
                  <a:cubicBezTo>
                    <a:pt x="6555" y="918805"/>
                    <a:pt x="7046" y="918559"/>
                    <a:pt x="7552" y="918306"/>
                  </a:cubicBezTo>
                  <a:cubicBezTo>
                    <a:pt x="7785" y="916580"/>
                    <a:pt x="7785" y="916580"/>
                    <a:pt x="7754" y="914476"/>
                  </a:cubicBezTo>
                  <a:cubicBezTo>
                    <a:pt x="7761" y="913659"/>
                    <a:pt x="7769" y="912842"/>
                    <a:pt x="7777" y="912001"/>
                  </a:cubicBezTo>
                  <a:cubicBezTo>
                    <a:pt x="7778" y="911112"/>
                    <a:pt x="7780" y="910223"/>
                    <a:pt x="7781" y="909307"/>
                  </a:cubicBezTo>
                  <a:cubicBezTo>
                    <a:pt x="7800" y="907447"/>
                    <a:pt x="7819" y="905588"/>
                    <a:pt x="7838" y="903728"/>
                  </a:cubicBezTo>
                  <a:cubicBezTo>
                    <a:pt x="7860" y="900779"/>
                    <a:pt x="7877" y="897829"/>
                    <a:pt x="7891" y="894880"/>
                  </a:cubicBezTo>
                  <a:cubicBezTo>
                    <a:pt x="7907" y="892046"/>
                    <a:pt x="7937" y="889212"/>
                    <a:pt x="7967" y="886378"/>
                  </a:cubicBezTo>
                  <a:cubicBezTo>
                    <a:pt x="7968" y="885489"/>
                    <a:pt x="7968" y="884600"/>
                    <a:pt x="7968" y="883684"/>
                  </a:cubicBezTo>
                  <a:cubicBezTo>
                    <a:pt x="7983" y="882458"/>
                    <a:pt x="7983" y="882458"/>
                    <a:pt x="7998" y="881208"/>
                  </a:cubicBezTo>
                  <a:cubicBezTo>
                    <a:pt x="8002" y="880485"/>
                    <a:pt x="8005" y="879762"/>
                    <a:pt x="8009" y="879017"/>
                  </a:cubicBezTo>
                  <a:cubicBezTo>
                    <a:pt x="8104" y="878476"/>
                    <a:pt x="8198" y="877935"/>
                    <a:pt x="8296" y="877378"/>
                  </a:cubicBezTo>
                  <a:cubicBezTo>
                    <a:pt x="9033" y="877133"/>
                    <a:pt x="9769" y="876887"/>
                    <a:pt x="10528" y="876634"/>
                  </a:cubicBezTo>
                  <a:cubicBezTo>
                    <a:pt x="10877" y="874913"/>
                    <a:pt x="10877" y="874913"/>
                    <a:pt x="10826" y="872804"/>
                  </a:cubicBezTo>
                  <a:cubicBezTo>
                    <a:pt x="10841" y="871579"/>
                    <a:pt x="10841" y="871579"/>
                    <a:pt x="10857" y="870329"/>
                  </a:cubicBezTo>
                  <a:cubicBezTo>
                    <a:pt x="10857" y="869440"/>
                    <a:pt x="10857" y="868551"/>
                    <a:pt x="10857" y="867635"/>
                  </a:cubicBezTo>
                  <a:cubicBezTo>
                    <a:pt x="10867" y="866729"/>
                    <a:pt x="10876" y="865823"/>
                    <a:pt x="10887" y="864890"/>
                  </a:cubicBezTo>
                  <a:cubicBezTo>
                    <a:pt x="10917" y="861984"/>
                    <a:pt x="10933" y="859077"/>
                    <a:pt x="10947" y="856170"/>
                  </a:cubicBezTo>
                  <a:cubicBezTo>
                    <a:pt x="10965" y="853263"/>
                    <a:pt x="10985" y="850357"/>
                    <a:pt x="11015" y="847450"/>
                  </a:cubicBezTo>
                  <a:cubicBezTo>
                    <a:pt x="11033" y="845637"/>
                    <a:pt x="11044" y="843825"/>
                    <a:pt x="11048" y="842012"/>
                  </a:cubicBezTo>
                  <a:cubicBezTo>
                    <a:pt x="11055" y="841195"/>
                    <a:pt x="11063" y="840378"/>
                    <a:pt x="11071" y="839536"/>
                  </a:cubicBezTo>
                  <a:cubicBezTo>
                    <a:pt x="11075" y="838451"/>
                    <a:pt x="11075" y="838451"/>
                    <a:pt x="11080" y="837345"/>
                  </a:cubicBezTo>
                  <a:cubicBezTo>
                    <a:pt x="11144" y="836804"/>
                    <a:pt x="11207" y="836263"/>
                    <a:pt x="11273" y="835706"/>
                  </a:cubicBezTo>
                  <a:cubicBezTo>
                    <a:pt x="11764" y="835461"/>
                    <a:pt x="12255" y="835215"/>
                    <a:pt x="12761" y="834962"/>
                  </a:cubicBezTo>
                  <a:cubicBezTo>
                    <a:pt x="13565" y="832689"/>
                    <a:pt x="13609" y="830503"/>
                    <a:pt x="13634" y="828107"/>
                  </a:cubicBezTo>
                  <a:cubicBezTo>
                    <a:pt x="13644" y="827335"/>
                    <a:pt x="13654" y="826563"/>
                    <a:pt x="13665" y="825768"/>
                  </a:cubicBezTo>
                  <a:cubicBezTo>
                    <a:pt x="13672" y="824939"/>
                    <a:pt x="13680" y="824110"/>
                    <a:pt x="13688" y="823257"/>
                  </a:cubicBezTo>
                  <a:cubicBezTo>
                    <a:pt x="13713" y="821506"/>
                    <a:pt x="13737" y="819756"/>
                    <a:pt x="13762" y="818005"/>
                  </a:cubicBezTo>
                  <a:cubicBezTo>
                    <a:pt x="13798" y="815242"/>
                    <a:pt x="13831" y="812479"/>
                    <a:pt x="13860" y="809715"/>
                  </a:cubicBezTo>
                  <a:cubicBezTo>
                    <a:pt x="13889" y="807051"/>
                    <a:pt x="13928" y="804387"/>
                    <a:pt x="13967" y="801723"/>
                  </a:cubicBezTo>
                  <a:cubicBezTo>
                    <a:pt x="13973" y="800890"/>
                    <a:pt x="13980" y="800057"/>
                    <a:pt x="13986" y="799198"/>
                  </a:cubicBezTo>
                  <a:cubicBezTo>
                    <a:pt x="13998" y="798433"/>
                    <a:pt x="14011" y="797668"/>
                    <a:pt x="14024" y="796880"/>
                  </a:cubicBezTo>
                  <a:cubicBezTo>
                    <a:pt x="14031" y="796203"/>
                    <a:pt x="14039" y="795526"/>
                    <a:pt x="14047" y="794829"/>
                  </a:cubicBezTo>
                  <a:cubicBezTo>
                    <a:pt x="14147" y="794067"/>
                    <a:pt x="14147" y="794067"/>
                    <a:pt x="14249" y="793290"/>
                  </a:cubicBezTo>
                  <a:cubicBezTo>
                    <a:pt x="14740" y="793045"/>
                    <a:pt x="15231" y="792799"/>
                    <a:pt x="15737" y="792546"/>
                  </a:cubicBezTo>
                  <a:cubicBezTo>
                    <a:pt x="15971" y="790790"/>
                    <a:pt x="15971" y="790790"/>
                    <a:pt x="15939" y="788648"/>
                  </a:cubicBezTo>
                  <a:cubicBezTo>
                    <a:pt x="15947" y="787816"/>
                    <a:pt x="15954" y="786985"/>
                    <a:pt x="15962" y="786127"/>
                  </a:cubicBezTo>
                  <a:cubicBezTo>
                    <a:pt x="15964" y="785222"/>
                    <a:pt x="15965" y="784317"/>
                    <a:pt x="15967" y="783384"/>
                  </a:cubicBezTo>
                  <a:cubicBezTo>
                    <a:pt x="15986" y="781491"/>
                    <a:pt x="16005" y="779597"/>
                    <a:pt x="16024" y="777704"/>
                  </a:cubicBezTo>
                  <a:cubicBezTo>
                    <a:pt x="16047" y="774701"/>
                    <a:pt x="16063" y="771697"/>
                    <a:pt x="16077" y="768694"/>
                  </a:cubicBezTo>
                  <a:cubicBezTo>
                    <a:pt x="16091" y="765808"/>
                    <a:pt x="16122" y="762922"/>
                    <a:pt x="16153" y="760037"/>
                  </a:cubicBezTo>
                  <a:cubicBezTo>
                    <a:pt x="16153" y="759131"/>
                    <a:pt x="16153" y="758226"/>
                    <a:pt x="16153" y="757293"/>
                  </a:cubicBezTo>
                  <a:cubicBezTo>
                    <a:pt x="16163" y="756461"/>
                    <a:pt x="16173" y="755629"/>
                    <a:pt x="16183" y="754772"/>
                  </a:cubicBezTo>
                  <a:cubicBezTo>
                    <a:pt x="16189" y="753668"/>
                    <a:pt x="16189" y="753668"/>
                    <a:pt x="16195" y="752541"/>
                  </a:cubicBezTo>
                  <a:cubicBezTo>
                    <a:pt x="16289" y="751991"/>
                    <a:pt x="16384" y="751441"/>
                    <a:pt x="16481" y="750874"/>
                  </a:cubicBezTo>
                  <a:cubicBezTo>
                    <a:pt x="17218" y="750629"/>
                    <a:pt x="17955" y="750383"/>
                    <a:pt x="18714" y="750130"/>
                  </a:cubicBezTo>
                  <a:cubicBezTo>
                    <a:pt x="19057" y="748445"/>
                    <a:pt x="19057" y="748445"/>
                    <a:pt x="19000" y="746381"/>
                  </a:cubicBezTo>
                  <a:cubicBezTo>
                    <a:pt x="19008" y="745581"/>
                    <a:pt x="19015" y="744781"/>
                    <a:pt x="19023" y="743957"/>
                  </a:cubicBezTo>
                  <a:cubicBezTo>
                    <a:pt x="19021" y="743087"/>
                    <a:pt x="19019" y="742217"/>
                    <a:pt x="19016" y="741320"/>
                  </a:cubicBezTo>
                  <a:cubicBezTo>
                    <a:pt x="19024" y="740432"/>
                    <a:pt x="19032" y="739545"/>
                    <a:pt x="19041" y="738631"/>
                  </a:cubicBezTo>
                  <a:cubicBezTo>
                    <a:pt x="19066" y="735782"/>
                    <a:pt x="19078" y="732934"/>
                    <a:pt x="19086" y="730085"/>
                  </a:cubicBezTo>
                  <a:cubicBezTo>
                    <a:pt x="19097" y="726342"/>
                    <a:pt x="19122" y="722599"/>
                    <a:pt x="19156" y="718856"/>
                  </a:cubicBezTo>
                  <a:cubicBezTo>
                    <a:pt x="19152" y="717553"/>
                    <a:pt x="19152" y="717553"/>
                    <a:pt x="19149" y="716223"/>
                  </a:cubicBezTo>
                  <a:cubicBezTo>
                    <a:pt x="19156" y="715421"/>
                    <a:pt x="19164" y="714619"/>
                    <a:pt x="19172" y="713793"/>
                  </a:cubicBezTo>
                  <a:cubicBezTo>
                    <a:pt x="19173" y="713084"/>
                    <a:pt x="19175" y="712376"/>
                    <a:pt x="19176" y="711646"/>
                  </a:cubicBezTo>
                  <a:cubicBezTo>
                    <a:pt x="19269" y="711085"/>
                    <a:pt x="19362" y="710524"/>
                    <a:pt x="19458" y="709947"/>
                  </a:cubicBezTo>
                  <a:cubicBezTo>
                    <a:pt x="20195" y="709456"/>
                    <a:pt x="20931" y="708964"/>
                    <a:pt x="21690" y="708458"/>
                  </a:cubicBezTo>
                  <a:cubicBezTo>
                    <a:pt x="22035" y="706693"/>
                    <a:pt x="22035" y="706693"/>
                    <a:pt x="21989" y="704612"/>
                  </a:cubicBezTo>
                  <a:cubicBezTo>
                    <a:pt x="21999" y="703810"/>
                    <a:pt x="22008" y="703009"/>
                    <a:pt x="22019" y="702182"/>
                  </a:cubicBezTo>
                  <a:cubicBezTo>
                    <a:pt x="22019" y="701313"/>
                    <a:pt x="22019" y="700444"/>
                    <a:pt x="22019" y="699549"/>
                  </a:cubicBezTo>
                  <a:cubicBezTo>
                    <a:pt x="22034" y="698217"/>
                    <a:pt x="22034" y="698217"/>
                    <a:pt x="22049" y="696858"/>
                  </a:cubicBezTo>
                  <a:cubicBezTo>
                    <a:pt x="22079" y="694012"/>
                    <a:pt x="22095" y="691166"/>
                    <a:pt x="22109" y="688320"/>
                  </a:cubicBezTo>
                  <a:cubicBezTo>
                    <a:pt x="22127" y="685471"/>
                    <a:pt x="22148" y="682623"/>
                    <a:pt x="22177" y="679774"/>
                  </a:cubicBezTo>
                  <a:cubicBezTo>
                    <a:pt x="22196" y="677999"/>
                    <a:pt x="22207" y="676223"/>
                    <a:pt x="22210" y="674448"/>
                  </a:cubicBezTo>
                  <a:cubicBezTo>
                    <a:pt x="22217" y="673648"/>
                    <a:pt x="22225" y="672848"/>
                    <a:pt x="22233" y="672024"/>
                  </a:cubicBezTo>
                  <a:cubicBezTo>
                    <a:pt x="22236" y="671317"/>
                    <a:pt x="22239" y="670609"/>
                    <a:pt x="22242" y="669880"/>
                  </a:cubicBezTo>
                  <a:cubicBezTo>
                    <a:pt x="22338" y="669085"/>
                    <a:pt x="22338" y="669085"/>
                    <a:pt x="22435" y="668275"/>
                  </a:cubicBezTo>
                  <a:cubicBezTo>
                    <a:pt x="22926" y="668029"/>
                    <a:pt x="23417" y="667784"/>
                    <a:pt x="23923" y="667531"/>
                  </a:cubicBezTo>
                  <a:cubicBezTo>
                    <a:pt x="24172" y="665739"/>
                    <a:pt x="24172" y="665739"/>
                    <a:pt x="24160" y="663553"/>
                  </a:cubicBezTo>
                  <a:cubicBezTo>
                    <a:pt x="24175" y="662703"/>
                    <a:pt x="24190" y="661854"/>
                    <a:pt x="24205" y="660979"/>
                  </a:cubicBezTo>
                  <a:cubicBezTo>
                    <a:pt x="24214" y="660055"/>
                    <a:pt x="24222" y="659131"/>
                    <a:pt x="24231" y="658179"/>
                  </a:cubicBezTo>
                  <a:cubicBezTo>
                    <a:pt x="24245" y="657239"/>
                    <a:pt x="24260" y="656299"/>
                    <a:pt x="24275" y="655330"/>
                  </a:cubicBezTo>
                  <a:cubicBezTo>
                    <a:pt x="24312" y="652826"/>
                    <a:pt x="24342" y="650321"/>
                    <a:pt x="24370" y="647817"/>
                  </a:cubicBezTo>
                  <a:cubicBezTo>
                    <a:pt x="24400" y="645263"/>
                    <a:pt x="24438" y="642710"/>
                    <a:pt x="24475" y="640156"/>
                  </a:cubicBezTo>
                  <a:cubicBezTo>
                    <a:pt x="24547" y="635142"/>
                    <a:pt x="24610" y="630129"/>
                    <a:pt x="24667" y="625115"/>
                  </a:cubicBezTo>
                  <a:cubicBezTo>
                    <a:pt x="25404" y="625360"/>
                    <a:pt x="26140" y="625606"/>
                    <a:pt x="26899" y="625859"/>
                  </a:cubicBezTo>
                  <a:cubicBezTo>
                    <a:pt x="27145" y="611861"/>
                    <a:pt x="27391" y="597864"/>
                    <a:pt x="27644" y="583443"/>
                  </a:cubicBezTo>
                  <a:cubicBezTo>
                    <a:pt x="28135" y="583443"/>
                    <a:pt x="28626" y="583443"/>
                    <a:pt x="29132" y="583443"/>
                  </a:cubicBezTo>
                  <a:cubicBezTo>
                    <a:pt x="30066" y="581574"/>
                    <a:pt x="29984" y="580269"/>
                    <a:pt x="30005" y="578177"/>
                  </a:cubicBezTo>
                  <a:cubicBezTo>
                    <a:pt x="30015" y="577390"/>
                    <a:pt x="30025" y="576603"/>
                    <a:pt x="30036" y="575792"/>
                  </a:cubicBezTo>
                  <a:cubicBezTo>
                    <a:pt x="30043" y="574939"/>
                    <a:pt x="30051" y="574086"/>
                    <a:pt x="30059" y="573208"/>
                  </a:cubicBezTo>
                  <a:cubicBezTo>
                    <a:pt x="30084" y="571419"/>
                    <a:pt x="30108" y="569630"/>
                    <a:pt x="30133" y="567841"/>
                  </a:cubicBezTo>
                  <a:cubicBezTo>
                    <a:pt x="30169" y="565007"/>
                    <a:pt x="30202" y="562173"/>
                    <a:pt x="30231" y="559340"/>
                  </a:cubicBezTo>
                  <a:cubicBezTo>
                    <a:pt x="30260" y="556614"/>
                    <a:pt x="30299" y="553888"/>
                    <a:pt x="30338" y="551163"/>
                  </a:cubicBezTo>
                  <a:cubicBezTo>
                    <a:pt x="30344" y="550309"/>
                    <a:pt x="30351" y="549454"/>
                    <a:pt x="30357" y="548574"/>
                  </a:cubicBezTo>
                  <a:cubicBezTo>
                    <a:pt x="30376" y="547397"/>
                    <a:pt x="30376" y="547397"/>
                    <a:pt x="30395" y="546196"/>
                  </a:cubicBezTo>
                  <a:cubicBezTo>
                    <a:pt x="30402" y="545502"/>
                    <a:pt x="30410" y="544807"/>
                    <a:pt x="30418" y="544092"/>
                  </a:cubicBezTo>
                  <a:cubicBezTo>
                    <a:pt x="30485" y="543571"/>
                    <a:pt x="30551" y="543051"/>
                    <a:pt x="30620" y="542515"/>
                  </a:cubicBezTo>
                  <a:cubicBezTo>
                    <a:pt x="31111" y="542269"/>
                    <a:pt x="31602" y="542024"/>
                    <a:pt x="32108" y="541771"/>
                  </a:cubicBezTo>
                  <a:cubicBezTo>
                    <a:pt x="32358" y="540010"/>
                    <a:pt x="32358" y="540010"/>
                    <a:pt x="32346" y="537861"/>
                  </a:cubicBezTo>
                  <a:cubicBezTo>
                    <a:pt x="32361" y="537027"/>
                    <a:pt x="32375" y="536193"/>
                    <a:pt x="32391" y="535333"/>
                  </a:cubicBezTo>
                  <a:cubicBezTo>
                    <a:pt x="32403" y="533972"/>
                    <a:pt x="32403" y="533972"/>
                    <a:pt x="32417" y="532583"/>
                  </a:cubicBezTo>
                  <a:cubicBezTo>
                    <a:pt x="32431" y="531659"/>
                    <a:pt x="32445" y="530735"/>
                    <a:pt x="32460" y="529783"/>
                  </a:cubicBezTo>
                  <a:cubicBezTo>
                    <a:pt x="32497" y="527323"/>
                    <a:pt x="32528" y="524863"/>
                    <a:pt x="32556" y="522402"/>
                  </a:cubicBezTo>
                  <a:cubicBezTo>
                    <a:pt x="32585" y="519893"/>
                    <a:pt x="32623" y="517385"/>
                    <a:pt x="32661" y="514876"/>
                  </a:cubicBezTo>
                  <a:cubicBezTo>
                    <a:pt x="32732" y="509950"/>
                    <a:pt x="32796" y="505025"/>
                    <a:pt x="32853" y="500099"/>
                  </a:cubicBezTo>
                  <a:cubicBezTo>
                    <a:pt x="33589" y="500345"/>
                    <a:pt x="34326" y="500590"/>
                    <a:pt x="35085" y="500843"/>
                  </a:cubicBezTo>
                  <a:cubicBezTo>
                    <a:pt x="35089" y="500317"/>
                    <a:pt x="35094" y="499790"/>
                    <a:pt x="35098" y="499248"/>
                  </a:cubicBezTo>
                  <a:cubicBezTo>
                    <a:pt x="35141" y="494288"/>
                    <a:pt x="35195" y="489328"/>
                    <a:pt x="35260" y="484368"/>
                  </a:cubicBezTo>
                  <a:cubicBezTo>
                    <a:pt x="35294" y="481818"/>
                    <a:pt x="35323" y="479268"/>
                    <a:pt x="35343" y="476718"/>
                  </a:cubicBezTo>
                  <a:cubicBezTo>
                    <a:pt x="35366" y="473786"/>
                    <a:pt x="35407" y="470855"/>
                    <a:pt x="35448" y="467924"/>
                  </a:cubicBezTo>
                  <a:cubicBezTo>
                    <a:pt x="35455" y="466549"/>
                    <a:pt x="35455" y="466549"/>
                    <a:pt x="35463" y="465147"/>
                  </a:cubicBezTo>
                  <a:cubicBezTo>
                    <a:pt x="35478" y="464298"/>
                    <a:pt x="35492" y="463449"/>
                    <a:pt x="35507" y="462574"/>
                  </a:cubicBezTo>
                  <a:cubicBezTo>
                    <a:pt x="35516" y="461826"/>
                    <a:pt x="35524" y="461077"/>
                    <a:pt x="35532" y="460306"/>
                  </a:cubicBezTo>
                  <a:cubicBezTo>
                    <a:pt x="35883" y="458085"/>
                    <a:pt x="36516" y="457724"/>
                    <a:pt x="38062" y="456195"/>
                  </a:cubicBezTo>
                  <a:cubicBezTo>
                    <a:pt x="38403" y="454355"/>
                    <a:pt x="38403" y="454355"/>
                    <a:pt x="38360" y="452264"/>
                  </a:cubicBezTo>
                  <a:cubicBezTo>
                    <a:pt x="38375" y="451061"/>
                    <a:pt x="38375" y="451061"/>
                    <a:pt x="38390" y="449834"/>
                  </a:cubicBezTo>
                  <a:cubicBezTo>
                    <a:pt x="38390" y="448969"/>
                    <a:pt x="38390" y="448104"/>
                    <a:pt x="38390" y="447213"/>
                  </a:cubicBezTo>
                  <a:cubicBezTo>
                    <a:pt x="38400" y="446326"/>
                    <a:pt x="38410" y="445439"/>
                    <a:pt x="38420" y="444525"/>
                  </a:cubicBezTo>
                  <a:cubicBezTo>
                    <a:pt x="38450" y="441687"/>
                    <a:pt x="38466" y="438848"/>
                    <a:pt x="38480" y="436010"/>
                  </a:cubicBezTo>
                  <a:cubicBezTo>
                    <a:pt x="38498" y="433166"/>
                    <a:pt x="38519" y="430323"/>
                    <a:pt x="38548" y="427479"/>
                  </a:cubicBezTo>
                  <a:cubicBezTo>
                    <a:pt x="38567" y="425708"/>
                    <a:pt x="38578" y="423936"/>
                    <a:pt x="38581" y="422165"/>
                  </a:cubicBezTo>
                  <a:cubicBezTo>
                    <a:pt x="38588" y="421368"/>
                    <a:pt x="38596" y="420570"/>
                    <a:pt x="38604" y="419749"/>
                  </a:cubicBezTo>
                  <a:cubicBezTo>
                    <a:pt x="38607" y="419043"/>
                    <a:pt x="38610" y="418338"/>
                    <a:pt x="38614" y="417611"/>
                  </a:cubicBezTo>
                  <a:cubicBezTo>
                    <a:pt x="38677" y="417083"/>
                    <a:pt x="38740" y="416555"/>
                    <a:pt x="38806" y="416011"/>
                  </a:cubicBezTo>
                  <a:cubicBezTo>
                    <a:pt x="39297" y="415766"/>
                    <a:pt x="39788" y="415520"/>
                    <a:pt x="40294" y="415267"/>
                  </a:cubicBezTo>
                  <a:cubicBezTo>
                    <a:pt x="40543" y="413536"/>
                    <a:pt x="40543" y="413536"/>
                    <a:pt x="40531" y="411425"/>
                  </a:cubicBezTo>
                  <a:cubicBezTo>
                    <a:pt x="40546" y="410606"/>
                    <a:pt x="40561" y="409787"/>
                    <a:pt x="40576" y="408943"/>
                  </a:cubicBezTo>
                  <a:cubicBezTo>
                    <a:pt x="40585" y="408051"/>
                    <a:pt x="40593" y="407160"/>
                    <a:pt x="40602" y="406241"/>
                  </a:cubicBezTo>
                  <a:cubicBezTo>
                    <a:pt x="40617" y="405334"/>
                    <a:pt x="40631" y="404427"/>
                    <a:pt x="40646" y="403492"/>
                  </a:cubicBezTo>
                  <a:cubicBezTo>
                    <a:pt x="40690" y="400580"/>
                    <a:pt x="40725" y="397668"/>
                    <a:pt x="40759" y="394757"/>
                  </a:cubicBezTo>
                  <a:cubicBezTo>
                    <a:pt x="40787" y="392788"/>
                    <a:pt x="40817" y="390820"/>
                    <a:pt x="40846" y="388851"/>
                  </a:cubicBezTo>
                  <a:cubicBezTo>
                    <a:pt x="40918" y="384014"/>
                    <a:pt x="40981" y="379177"/>
                    <a:pt x="41038" y="374339"/>
                  </a:cubicBezTo>
                  <a:cubicBezTo>
                    <a:pt x="41775" y="374339"/>
                    <a:pt x="42512" y="374339"/>
                    <a:pt x="43271" y="374339"/>
                  </a:cubicBezTo>
                  <a:cubicBezTo>
                    <a:pt x="43516" y="360342"/>
                    <a:pt x="43762" y="346345"/>
                    <a:pt x="44015" y="331923"/>
                  </a:cubicBezTo>
                  <a:cubicBezTo>
                    <a:pt x="44751" y="331923"/>
                    <a:pt x="45488" y="331923"/>
                    <a:pt x="46247" y="331923"/>
                  </a:cubicBezTo>
                  <a:cubicBezTo>
                    <a:pt x="46253" y="331403"/>
                    <a:pt x="46259" y="330882"/>
                    <a:pt x="46265" y="330346"/>
                  </a:cubicBezTo>
                  <a:cubicBezTo>
                    <a:pt x="46323" y="325451"/>
                    <a:pt x="46388" y="320557"/>
                    <a:pt x="46461" y="315662"/>
                  </a:cubicBezTo>
                  <a:cubicBezTo>
                    <a:pt x="46498" y="313145"/>
                    <a:pt x="46533" y="310628"/>
                    <a:pt x="46561" y="308112"/>
                  </a:cubicBezTo>
                  <a:cubicBezTo>
                    <a:pt x="46594" y="305221"/>
                    <a:pt x="46638" y="302330"/>
                    <a:pt x="46683" y="299440"/>
                  </a:cubicBezTo>
                  <a:cubicBezTo>
                    <a:pt x="46692" y="298532"/>
                    <a:pt x="46700" y="297624"/>
                    <a:pt x="46709" y="296689"/>
                  </a:cubicBezTo>
                  <a:cubicBezTo>
                    <a:pt x="46724" y="295855"/>
                    <a:pt x="46739" y="295021"/>
                    <a:pt x="46754" y="294161"/>
                  </a:cubicBezTo>
                  <a:cubicBezTo>
                    <a:pt x="46764" y="293423"/>
                    <a:pt x="46774" y="292684"/>
                    <a:pt x="46784" y="291923"/>
                  </a:cubicBezTo>
                  <a:cubicBezTo>
                    <a:pt x="46852" y="291371"/>
                    <a:pt x="46921" y="290820"/>
                    <a:pt x="46991" y="290251"/>
                  </a:cubicBezTo>
                  <a:cubicBezTo>
                    <a:pt x="47482" y="290006"/>
                    <a:pt x="47974" y="289760"/>
                    <a:pt x="48480" y="289507"/>
                  </a:cubicBezTo>
                  <a:cubicBezTo>
                    <a:pt x="48713" y="287781"/>
                    <a:pt x="48713" y="287781"/>
                    <a:pt x="48681" y="285678"/>
                  </a:cubicBezTo>
                  <a:cubicBezTo>
                    <a:pt x="48689" y="284861"/>
                    <a:pt x="48697" y="284044"/>
                    <a:pt x="48704" y="283202"/>
                  </a:cubicBezTo>
                  <a:cubicBezTo>
                    <a:pt x="48706" y="282313"/>
                    <a:pt x="48708" y="281424"/>
                    <a:pt x="48709" y="280508"/>
                  </a:cubicBezTo>
                  <a:cubicBezTo>
                    <a:pt x="48728" y="278648"/>
                    <a:pt x="48747" y="276789"/>
                    <a:pt x="48766" y="274930"/>
                  </a:cubicBezTo>
                  <a:cubicBezTo>
                    <a:pt x="48787" y="271980"/>
                    <a:pt x="48805" y="269031"/>
                    <a:pt x="48819" y="266081"/>
                  </a:cubicBezTo>
                  <a:cubicBezTo>
                    <a:pt x="48835" y="263247"/>
                    <a:pt x="48864" y="260413"/>
                    <a:pt x="48895" y="257579"/>
                  </a:cubicBezTo>
                  <a:cubicBezTo>
                    <a:pt x="48895" y="256690"/>
                    <a:pt x="48895" y="255801"/>
                    <a:pt x="48895" y="254885"/>
                  </a:cubicBezTo>
                  <a:cubicBezTo>
                    <a:pt x="48905" y="254068"/>
                    <a:pt x="48915" y="253251"/>
                    <a:pt x="48926" y="252409"/>
                  </a:cubicBezTo>
                  <a:cubicBezTo>
                    <a:pt x="48929" y="251686"/>
                    <a:pt x="48933" y="250963"/>
                    <a:pt x="48937" y="250218"/>
                  </a:cubicBezTo>
                  <a:cubicBezTo>
                    <a:pt x="49032" y="249677"/>
                    <a:pt x="49126" y="249137"/>
                    <a:pt x="49224" y="248580"/>
                  </a:cubicBezTo>
                  <a:cubicBezTo>
                    <a:pt x="49960" y="248334"/>
                    <a:pt x="50697" y="248088"/>
                    <a:pt x="51456" y="247835"/>
                  </a:cubicBezTo>
                  <a:cubicBezTo>
                    <a:pt x="51815" y="246110"/>
                    <a:pt x="51815" y="246110"/>
                    <a:pt x="51778" y="243994"/>
                  </a:cubicBezTo>
                  <a:cubicBezTo>
                    <a:pt x="51793" y="243175"/>
                    <a:pt x="51807" y="242355"/>
                    <a:pt x="51822" y="241511"/>
                  </a:cubicBezTo>
                  <a:cubicBezTo>
                    <a:pt x="51827" y="240620"/>
                    <a:pt x="51832" y="239728"/>
                    <a:pt x="51837" y="238810"/>
                  </a:cubicBezTo>
                  <a:cubicBezTo>
                    <a:pt x="51850" y="237902"/>
                    <a:pt x="51864" y="236995"/>
                    <a:pt x="51877" y="236060"/>
                  </a:cubicBezTo>
                  <a:cubicBezTo>
                    <a:pt x="51918" y="233148"/>
                    <a:pt x="51943" y="230237"/>
                    <a:pt x="51968" y="227325"/>
                  </a:cubicBezTo>
                  <a:cubicBezTo>
                    <a:pt x="51992" y="225357"/>
                    <a:pt x="52018" y="223388"/>
                    <a:pt x="52045" y="221420"/>
                  </a:cubicBezTo>
                  <a:cubicBezTo>
                    <a:pt x="52108" y="216583"/>
                    <a:pt x="52159" y="211745"/>
                    <a:pt x="52200" y="206908"/>
                  </a:cubicBezTo>
                  <a:cubicBezTo>
                    <a:pt x="52937" y="206908"/>
                    <a:pt x="53674" y="206908"/>
                    <a:pt x="54433" y="206908"/>
                  </a:cubicBezTo>
                  <a:cubicBezTo>
                    <a:pt x="54439" y="206378"/>
                    <a:pt x="54445" y="205848"/>
                    <a:pt x="54451" y="205302"/>
                  </a:cubicBezTo>
                  <a:cubicBezTo>
                    <a:pt x="54509" y="200320"/>
                    <a:pt x="54574" y="195337"/>
                    <a:pt x="54647" y="190355"/>
                  </a:cubicBezTo>
                  <a:cubicBezTo>
                    <a:pt x="54684" y="187793"/>
                    <a:pt x="54718" y="185232"/>
                    <a:pt x="54747" y="182670"/>
                  </a:cubicBezTo>
                  <a:cubicBezTo>
                    <a:pt x="54779" y="179727"/>
                    <a:pt x="54824" y="176785"/>
                    <a:pt x="54869" y="173843"/>
                  </a:cubicBezTo>
                  <a:cubicBezTo>
                    <a:pt x="54877" y="172919"/>
                    <a:pt x="54886" y="171995"/>
                    <a:pt x="54895" y="171043"/>
                  </a:cubicBezTo>
                  <a:cubicBezTo>
                    <a:pt x="54910" y="170194"/>
                    <a:pt x="54924" y="169345"/>
                    <a:pt x="54940" y="168470"/>
                  </a:cubicBezTo>
                  <a:cubicBezTo>
                    <a:pt x="54949" y="167718"/>
                    <a:pt x="54959" y="166966"/>
                    <a:pt x="54970" y="166191"/>
                  </a:cubicBezTo>
                  <a:cubicBezTo>
                    <a:pt x="55038" y="165630"/>
                    <a:pt x="55106" y="165070"/>
                    <a:pt x="55177" y="164492"/>
                  </a:cubicBezTo>
                  <a:cubicBezTo>
                    <a:pt x="55668" y="164246"/>
                    <a:pt x="56159" y="164001"/>
                    <a:pt x="56665" y="163748"/>
                  </a:cubicBezTo>
                  <a:cubicBezTo>
                    <a:pt x="56914" y="161986"/>
                    <a:pt x="56914" y="161986"/>
                    <a:pt x="56902" y="159838"/>
                  </a:cubicBezTo>
                  <a:cubicBezTo>
                    <a:pt x="56917" y="159003"/>
                    <a:pt x="56932" y="158169"/>
                    <a:pt x="56947" y="157310"/>
                  </a:cubicBezTo>
                  <a:cubicBezTo>
                    <a:pt x="56956" y="156402"/>
                    <a:pt x="56964" y="155494"/>
                    <a:pt x="56973" y="154559"/>
                  </a:cubicBezTo>
                  <a:cubicBezTo>
                    <a:pt x="56988" y="153635"/>
                    <a:pt x="57002" y="152711"/>
                    <a:pt x="57017" y="151759"/>
                  </a:cubicBezTo>
                  <a:cubicBezTo>
                    <a:pt x="57054" y="149299"/>
                    <a:pt x="57085" y="146839"/>
                    <a:pt x="57112" y="144379"/>
                  </a:cubicBezTo>
                  <a:cubicBezTo>
                    <a:pt x="57142" y="141870"/>
                    <a:pt x="57180" y="139361"/>
                    <a:pt x="57217" y="136852"/>
                  </a:cubicBezTo>
                  <a:cubicBezTo>
                    <a:pt x="57289" y="131927"/>
                    <a:pt x="57352" y="127001"/>
                    <a:pt x="57409" y="122076"/>
                  </a:cubicBezTo>
                  <a:cubicBezTo>
                    <a:pt x="58146" y="122321"/>
                    <a:pt x="58883" y="122567"/>
                    <a:pt x="59642" y="122820"/>
                  </a:cubicBezTo>
                  <a:cubicBezTo>
                    <a:pt x="59887" y="109068"/>
                    <a:pt x="60133" y="95316"/>
                    <a:pt x="60386" y="81148"/>
                  </a:cubicBezTo>
                  <a:cubicBezTo>
                    <a:pt x="61122" y="81148"/>
                    <a:pt x="61859" y="81148"/>
                    <a:pt x="62618" y="81148"/>
                  </a:cubicBezTo>
                  <a:cubicBezTo>
                    <a:pt x="62618" y="80640"/>
                    <a:pt x="62617" y="80132"/>
                    <a:pt x="62616" y="79609"/>
                  </a:cubicBezTo>
                  <a:cubicBezTo>
                    <a:pt x="62615" y="74334"/>
                    <a:pt x="62644" y="69059"/>
                    <a:pt x="62691" y="63784"/>
                  </a:cubicBezTo>
                  <a:cubicBezTo>
                    <a:pt x="62704" y="61815"/>
                    <a:pt x="62710" y="59845"/>
                    <a:pt x="62708" y="57875"/>
                  </a:cubicBezTo>
                  <a:cubicBezTo>
                    <a:pt x="62705" y="55046"/>
                    <a:pt x="62732" y="52219"/>
                    <a:pt x="62764" y="49391"/>
                  </a:cubicBezTo>
                  <a:cubicBezTo>
                    <a:pt x="62757" y="48507"/>
                    <a:pt x="62750" y="47624"/>
                    <a:pt x="62743" y="46713"/>
                  </a:cubicBezTo>
                  <a:cubicBezTo>
                    <a:pt x="62783" y="44458"/>
                    <a:pt x="62838" y="42414"/>
                    <a:pt x="63362" y="40220"/>
                  </a:cubicBezTo>
                  <a:cubicBezTo>
                    <a:pt x="65586" y="38670"/>
                    <a:pt x="65586" y="38670"/>
                    <a:pt x="67827" y="37988"/>
                  </a:cubicBezTo>
                  <a:cubicBezTo>
                    <a:pt x="68073" y="37251"/>
                    <a:pt x="68318" y="36514"/>
                    <a:pt x="68571" y="35755"/>
                  </a:cubicBezTo>
                  <a:cubicBezTo>
                    <a:pt x="69308" y="35510"/>
                    <a:pt x="70045" y="35264"/>
                    <a:pt x="70804" y="35011"/>
                  </a:cubicBezTo>
                  <a:cubicBezTo>
                    <a:pt x="71019" y="34581"/>
                    <a:pt x="71234" y="34152"/>
                    <a:pt x="71455" y="33709"/>
                  </a:cubicBezTo>
                  <a:cubicBezTo>
                    <a:pt x="72587" y="31445"/>
                    <a:pt x="74143" y="29997"/>
                    <a:pt x="76013" y="28314"/>
                  </a:cubicBezTo>
                  <a:cubicBezTo>
                    <a:pt x="76504" y="28314"/>
                    <a:pt x="76995" y="28314"/>
                    <a:pt x="77501" y="28314"/>
                  </a:cubicBezTo>
                  <a:cubicBezTo>
                    <a:pt x="77639" y="27600"/>
                    <a:pt x="77639" y="27600"/>
                    <a:pt x="77780" y="26872"/>
                  </a:cubicBezTo>
                  <a:cubicBezTo>
                    <a:pt x="77934" y="26366"/>
                    <a:pt x="78087" y="25859"/>
                    <a:pt x="78245" y="25337"/>
                  </a:cubicBezTo>
                  <a:cubicBezTo>
                    <a:pt x="79237" y="25089"/>
                    <a:pt x="80230" y="24841"/>
                    <a:pt x="81222" y="24593"/>
                  </a:cubicBezTo>
                  <a:cubicBezTo>
                    <a:pt x="81345" y="24087"/>
                    <a:pt x="81467" y="23580"/>
                    <a:pt x="81594" y="23058"/>
                  </a:cubicBezTo>
                  <a:cubicBezTo>
                    <a:pt x="81717" y="22583"/>
                    <a:pt x="81839" y="22107"/>
                    <a:pt x="81966" y="21617"/>
                  </a:cubicBezTo>
                  <a:cubicBezTo>
                    <a:pt x="82948" y="21617"/>
                    <a:pt x="83930" y="21617"/>
                    <a:pt x="84942" y="21617"/>
                  </a:cubicBezTo>
                  <a:cubicBezTo>
                    <a:pt x="84942" y="20389"/>
                    <a:pt x="84942" y="19161"/>
                    <a:pt x="84942" y="17896"/>
                  </a:cubicBezTo>
                  <a:cubicBezTo>
                    <a:pt x="85925" y="17896"/>
                    <a:pt x="86907" y="17896"/>
                    <a:pt x="87919" y="17896"/>
                  </a:cubicBezTo>
                  <a:cubicBezTo>
                    <a:pt x="88419" y="16455"/>
                    <a:pt x="88419" y="16455"/>
                    <a:pt x="88663" y="14919"/>
                  </a:cubicBezTo>
                  <a:cubicBezTo>
                    <a:pt x="89400" y="14551"/>
                    <a:pt x="89400" y="14551"/>
                    <a:pt x="90151" y="14175"/>
                  </a:cubicBezTo>
                  <a:cubicBezTo>
                    <a:pt x="90520" y="13070"/>
                    <a:pt x="90520" y="13070"/>
                    <a:pt x="90896" y="11943"/>
                  </a:cubicBezTo>
                  <a:cubicBezTo>
                    <a:pt x="91387" y="11835"/>
                    <a:pt x="91878" y="11728"/>
                    <a:pt x="92384" y="11617"/>
                  </a:cubicBezTo>
                  <a:cubicBezTo>
                    <a:pt x="92875" y="11479"/>
                    <a:pt x="93366" y="11341"/>
                    <a:pt x="93872" y="11199"/>
                  </a:cubicBezTo>
                  <a:cubicBezTo>
                    <a:pt x="94128" y="10208"/>
                    <a:pt x="94375" y="9216"/>
                    <a:pt x="94616" y="8222"/>
                  </a:cubicBezTo>
                  <a:cubicBezTo>
                    <a:pt x="95325" y="7900"/>
                    <a:pt x="95325" y="7900"/>
                    <a:pt x="96049" y="7571"/>
                  </a:cubicBezTo>
                  <a:cubicBezTo>
                    <a:pt x="97987" y="6520"/>
                    <a:pt x="98151" y="5755"/>
                    <a:pt x="98857" y="3711"/>
                  </a:cubicBezTo>
                  <a:cubicBezTo>
                    <a:pt x="100147" y="956"/>
                    <a:pt x="100147" y="956"/>
                    <a:pt x="101907" y="225"/>
                  </a:cubicBezTo>
                  <a:cubicBezTo>
                    <a:pt x="103670" y="14"/>
                    <a:pt x="105352" y="-6"/>
                    <a:pt x="107127" y="35"/>
                  </a:cubicBezTo>
                  <a:cubicBezTo>
                    <a:pt x="108132" y="22"/>
                    <a:pt x="108132" y="22"/>
                    <a:pt x="109156" y="10"/>
                  </a:cubicBezTo>
                  <a:close/>
                </a:path>
              </a:pathLst>
            </a:custGeom>
            <a:grpFill/>
            <a:ln w="744" cap="flat">
              <a:noFill/>
              <a:prstDash val="solid"/>
              <a:miter/>
            </a:ln>
          </p:spPr>
          <p:txBody>
            <a:bodyPr rtlCol="0" anchor="ctr"/>
            <a:lstStyle/>
            <a:p>
              <a:endParaRPr lang="zh-CN" altLang="en-US"/>
            </a:p>
          </p:txBody>
        </p:sp>
        <p:sp>
          <p:nvSpPr>
            <p:cNvPr id="82" name="任意多边形: 形状 81"/>
            <p:cNvSpPr/>
            <p:nvPr/>
          </p:nvSpPr>
          <p:spPr>
            <a:xfrm>
              <a:off x="4491642" y="596372"/>
              <a:ext cx="336545" cy="1039608"/>
            </a:xfrm>
            <a:custGeom>
              <a:avLst/>
              <a:gdLst>
                <a:gd name="connsiteX0" fmla="*/ 78872 w 336545"/>
                <a:gd name="connsiteY0" fmla="*/ 767 h 1039608"/>
                <a:gd name="connsiteX1" fmla="*/ 84825 w 336545"/>
                <a:gd name="connsiteY1" fmla="*/ 767 h 1039608"/>
                <a:gd name="connsiteX2" fmla="*/ 86801 w 336545"/>
                <a:gd name="connsiteY2" fmla="*/ 9982 h 1039608"/>
                <a:gd name="connsiteX3" fmla="*/ 87057 w 336545"/>
                <a:gd name="connsiteY3" fmla="*/ 11929 h 1039608"/>
                <a:gd name="connsiteX4" fmla="*/ 88546 w 336545"/>
                <a:gd name="connsiteY4" fmla="*/ 12673 h 1039608"/>
                <a:gd name="connsiteX5" fmla="*/ 88961 w 336545"/>
                <a:gd name="connsiteY5" fmla="*/ 19603 h 1039608"/>
                <a:gd name="connsiteX6" fmla="*/ 89290 w 336545"/>
                <a:gd name="connsiteY6" fmla="*/ 21603 h 1039608"/>
                <a:gd name="connsiteX7" fmla="*/ 91522 w 336545"/>
                <a:gd name="connsiteY7" fmla="*/ 22347 h 1039608"/>
                <a:gd name="connsiteX8" fmla="*/ 91964 w 336545"/>
                <a:gd name="connsiteY8" fmla="*/ 30440 h 1039608"/>
                <a:gd name="connsiteX9" fmla="*/ 92266 w 336545"/>
                <a:gd name="connsiteY9" fmla="*/ 32765 h 1039608"/>
                <a:gd name="connsiteX10" fmla="*/ 94499 w 336545"/>
                <a:gd name="connsiteY10" fmla="*/ 33509 h 1039608"/>
                <a:gd name="connsiteX11" fmla="*/ 94917 w 336545"/>
                <a:gd name="connsiteY11" fmla="*/ 38346 h 1039608"/>
                <a:gd name="connsiteX12" fmla="*/ 95243 w 336545"/>
                <a:gd name="connsiteY12" fmla="*/ 43183 h 1039608"/>
                <a:gd name="connsiteX13" fmla="*/ 96731 w 336545"/>
                <a:gd name="connsiteY13" fmla="*/ 43927 h 1039608"/>
                <a:gd name="connsiteX14" fmla="*/ 97196 w 336545"/>
                <a:gd name="connsiteY14" fmla="*/ 49555 h 1039608"/>
                <a:gd name="connsiteX15" fmla="*/ 97283 w 336545"/>
                <a:gd name="connsiteY15" fmla="*/ 51158 h 1039608"/>
                <a:gd name="connsiteX16" fmla="*/ 97475 w 336545"/>
                <a:gd name="connsiteY16" fmla="*/ 55089 h 1039608"/>
                <a:gd name="connsiteX17" fmla="*/ 99708 w 336545"/>
                <a:gd name="connsiteY17" fmla="*/ 55089 h 1039608"/>
                <a:gd name="connsiteX18" fmla="*/ 99792 w 336545"/>
                <a:gd name="connsiteY18" fmla="*/ 57342 h 1039608"/>
                <a:gd name="connsiteX19" fmla="*/ 99940 w 336545"/>
                <a:gd name="connsiteY19" fmla="*/ 60252 h 1039608"/>
                <a:gd name="connsiteX20" fmla="*/ 100071 w 336545"/>
                <a:gd name="connsiteY20" fmla="*/ 63156 h 1039608"/>
                <a:gd name="connsiteX21" fmla="*/ 100452 w 336545"/>
                <a:gd name="connsiteY21" fmla="*/ 65507 h 1039608"/>
                <a:gd name="connsiteX22" fmla="*/ 102684 w 336545"/>
                <a:gd name="connsiteY22" fmla="*/ 66251 h 1039608"/>
                <a:gd name="connsiteX23" fmla="*/ 103103 w 336545"/>
                <a:gd name="connsiteY23" fmla="*/ 71088 h 1039608"/>
                <a:gd name="connsiteX24" fmla="*/ 103428 w 336545"/>
                <a:gd name="connsiteY24" fmla="*/ 75925 h 1039608"/>
                <a:gd name="connsiteX25" fmla="*/ 104917 w 336545"/>
                <a:gd name="connsiteY25" fmla="*/ 76669 h 1039608"/>
                <a:gd name="connsiteX26" fmla="*/ 105332 w 336545"/>
                <a:gd name="connsiteY26" fmla="*/ 84181 h 1039608"/>
                <a:gd name="connsiteX27" fmla="*/ 105661 w 336545"/>
                <a:gd name="connsiteY27" fmla="*/ 86343 h 1039608"/>
                <a:gd name="connsiteX28" fmla="*/ 107893 w 336545"/>
                <a:gd name="connsiteY28" fmla="*/ 87087 h 1039608"/>
                <a:gd name="connsiteX29" fmla="*/ 108335 w 336545"/>
                <a:gd name="connsiteY29" fmla="*/ 94599 h 1039608"/>
                <a:gd name="connsiteX30" fmla="*/ 108637 w 336545"/>
                <a:gd name="connsiteY30" fmla="*/ 96761 h 1039608"/>
                <a:gd name="connsiteX31" fmla="*/ 110870 w 336545"/>
                <a:gd name="connsiteY31" fmla="*/ 97505 h 1039608"/>
                <a:gd name="connsiteX32" fmla="*/ 111288 w 336545"/>
                <a:gd name="connsiteY32" fmla="*/ 102714 h 1039608"/>
                <a:gd name="connsiteX33" fmla="*/ 111614 w 336545"/>
                <a:gd name="connsiteY33" fmla="*/ 107923 h 1039608"/>
                <a:gd name="connsiteX34" fmla="*/ 113102 w 336545"/>
                <a:gd name="connsiteY34" fmla="*/ 108667 h 1039608"/>
                <a:gd name="connsiteX35" fmla="*/ 113567 w 336545"/>
                <a:gd name="connsiteY35" fmla="*/ 113923 h 1039608"/>
                <a:gd name="connsiteX36" fmla="*/ 113736 w 336545"/>
                <a:gd name="connsiteY36" fmla="*/ 116833 h 1039608"/>
                <a:gd name="connsiteX37" fmla="*/ 113846 w 336545"/>
                <a:gd name="connsiteY37" fmla="*/ 119085 h 1039608"/>
                <a:gd name="connsiteX38" fmla="*/ 116079 w 336545"/>
                <a:gd name="connsiteY38" fmla="*/ 119085 h 1039608"/>
                <a:gd name="connsiteX39" fmla="*/ 116823 w 336545"/>
                <a:gd name="connsiteY39" fmla="*/ 130248 h 1039608"/>
                <a:gd name="connsiteX40" fmla="*/ 119055 w 336545"/>
                <a:gd name="connsiteY40" fmla="*/ 130248 h 1039608"/>
                <a:gd name="connsiteX41" fmla="*/ 119166 w 336545"/>
                <a:gd name="connsiteY41" fmla="*/ 132338 h 1039608"/>
                <a:gd name="connsiteX42" fmla="*/ 119334 w 336545"/>
                <a:gd name="connsiteY42" fmla="*/ 135038 h 1039608"/>
                <a:gd name="connsiteX43" fmla="*/ 119491 w 336545"/>
                <a:gd name="connsiteY43" fmla="*/ 137733 h 1039608"/>
                <a:gd name="connsiteX44" fmla="*/ 119799 w 336545"/>
                <a:gd name="connsiteY44" fmla="*/ 139921 h 1039608"/>
                <a:gd name="connsiteX45" fmla="*/ 121288 w 336545"/>
                <a:gd name="connsiteY45" fmla="*/ 140665 h 1039608"/>
                <a:gd name="connsiteX46" fmla="*/ 121753 w 336545"/>
                <a:gd name="connsiteY46" fmla="*/ 146293 h 1039608"/>
                <a:gd name="connsiteX47" fmla="*/ 121840 w 336545"/>
                <a:gd name="connsiteY47" fmla="*/ 147896 h 1039608"/>
                <a:gd name="connsiteX48" fmla="*/ 122032 w 336545"/>
                <a:gd name="connsiteY48" fmla="*/ 151828 h 1039608"/>
                <a:gd name="connsiteX49" fmla="*/ 124264 w 336545"/>
                <a:gd name="connsiteY49" fmla="*/ 151828 h 1039608"/>
                <a:gd name="connsiteX50" fmla="*/ 125008 w 336545"/>
                <a:gd name="connsiteY50" fmla="*/ 162246 h 1039608"/>
                <a:gd name="connsiteX51" fmla="*/ 127241 w 336545"/>
                <a:gd name="connsiteY51" fmla="*/ 162246 h 1039608"/>
                <a:gd name="connsiteX52" fmla="*/ 127241 w 336545"/>
                <a:gd name="connsiteY52" fmla="*/ 172664 h 1039608"/>
                <a:gd name="connsiteX53" fmla="*/ 129473 w 336545"/>
                <a:gd name="connsiteY53" fmla="*/ 172664 h 1039608"/>
                <a:gd name="connsiteX54" fmla="*/ 129584 w 336545"/>
                <a:gd name="connsiteY54" fmla="*/ 174538 h 1039608"/>
                <a:gd name="connsiteX55" fmla="*/ 129752 w 336545"/>
                <a:gd name="connsiteY55" fmla="*/ 176989 h 1039608"/>
                <a:gd name="connsiteX56" fmla="*/ 129909 w 336545"/>
                <a:gd name="connsiteY56" fmla="*/ 179422 h 1039608"/>
                <a:gd name="connsiteX57" fmla="*/ 131706 w 336545"/>
                <a:gd name="connsiteY57" fmla="*/ 183826 h 1039608"/>
                <a:gd name="connsiteX58" fmla="*/ 132450 w 336545"/>
                <a:gd name="connsiteY58" fmla="*/ 183826 h 1039608"/>
                <a:gd name="connsiteX59" fmla="*/ 133194 w 336545"/>
                <a:gd name="connsiteY59" fmla="*/ 194244 h 1039608"/>
                <a:gd name="connsiteX60" fmla="*/ 135426 w 336545"/>
                <a:gd name="connsiteY60" fmla="*/ 194244 h 1039608"/>
                <a:gd name="connsiteX61" fmla="*/ 135537 w 336545"/>
                <a:gd name="connsiteY61" fmla="*/ 196496 h 1039608"/>
                <a:gd name="connsiteX62" fmla="*/ 135705 w 336545"/>
                <a:gd name="connsiteY62" fmla="*/ 199406 h 1039608"/>
                <a:gd name="connsiteX63" fmla="*/ 135862 w 336545"/>
                <a:gd name="connsiteY63" fmla="*/ 202310 h 1039608"/>
                <a:gd name="connsiteX64" fmla="*/ 136171 w 336545"/>
                <a:gd name="connsiteY64" fmla="*/ 204662 h 1039608"/>
                <a:gd name="connsiteX65" fmla="*/ 137659 w 336545"/>
                <a:gd name="connsiteY65" fmla="*/ 205406 h 1039608"/>
                <a:gd name="connsiteX66" fmla="*/ 138729 w 336545"/>
                <a:gd name="connsiteY66" fmla="*/ 212917 h 1039608"/>
                <a:gd name="connsiteX67" fmla="*/ 139147 w 336545"/>
                <a:gd name="connsiteY67" fmla="*/ 215080 h 1039608"/>
                <a:gd name="connsiteX68" fmla="*/ 140635 w 336545"/>
                <a:gd name="connsiteY68" fmla="*/ 215824 h 1039608"/>
                <a:gd name="connsiteX69" fmla="*/ 141100 w 336545"/>
                <a:gd name="connsiteY69" fmla="*/ 221451 h 1039608"/>
                <a:gd name="connsiteX70" fmla="*/ 141188 w 336545"/>
                <a:gd name="connsiteY70" fmla="*/ 223054 h 1039608"/>
                <a:gd name="connsiteX71" fmla="*/ 141380 w 336545"/>
                <a:gd name="connsiteY71" fmla="*/ 226986 h 1039608"/>
                <a:gd name="connsiteX72" fmla="*/ 143612 w 336545"/>
                <a:gd name="connsiteY72" fmla="*/ 226986 h 1039608"/>
                <a:gd name="connsiteX73" fmla="*/ 143722 w 336545"/>
                <a:gd name="connsiteY73" fmla="*/ 229076 h 1039608"/>
                <a:gd name="connsiteX74" fmla="*/ 143891 w 336545"/>
                <a:gd name="connsiteY74" fmla="*/ 231776 h 1039608"/>
                <a:gd name="connsiteX75" fmla="*/ 144048 w 336545"/>
                <a:gd name="connsiteY75" fmla="*/ 234471 h 1039608"/>
                <a:gd name="connsiteX76" fmla="*/ 144356 w 336545"/>
                <a:gd name="connsiteY76" fmla="*/ 236660 h 1039608"/>
                <a:gd name="connsiteX77" fmla="*/ 145844 w 336545"/>
                <a:gd name="connsiteY77" fmla="*/ 237404 h 1039608"/>
                <a:gd name="connsiteX78" fmla="*/ 146309 w 336545"/>
                <a:gd name="connsiteY78" fmla="*/ 241822 h 1039608"/>
                <a:gd name="connsiteX79" fmla="*/ 146478 w 336545"/>
                <a:gd name="connsiteY79" fmla="*/ 244261 h 1039608"/>
                <a:gd name="connsiteX80" fmla="*/ 146589 w 336545"/>
                <a:gd name="connsiteY80" fmla="*/ 247822 h 1039608"/>
                <a:gd name="connsiteX81" fmla="*/ 148821 w 336545"/>
                <a:gd name="connsiteY81" fmla="*/ 247822 h 1039608"/>
                <a:gd name="connsiteX82" fmla="*/ 148905 w 336545"/>
                <a:gd name="connsiteY82" fmla="*/ 250074 h 1039608"/>
                <a:gd name="connsiteX83" fmla="*/ 149053 w 336545"/>
                <a:gd name="connsiteY83" fmla="*/ 252984 h 1039608"/>
                <a:gd name="connsiteX84" fmla="*/ 149184 w 336545"/>
                <a:gd name="connsiteY84" fmla="*/ 255888 h 1039608"/>
                <a:gd name="connsiteX85" fmla="*/ 149565 w 336545"/>
                <a:gd name="connsiteY85" fmla="*/ 258240 h 1039608"/>
                <a:gd name="connsiteX86" fmla="*/ 151798 w 336545"/>
                <a:gd name="connsiteY86" fmla="*/ 258984 h 1039608"/>
                <a:gd name="connsiteX87" fmla="*/ 152216 w 336545"/>
                <a:gd name="connsiteY87" fmla="*/ 263821 h 1039608"/>
                <a:gd name="connsiteX88" fmla="*/ 152542 w 336545"/>
                <a:gd name="connsiteY88" fmla="*/ 268658 h 1039608"/>
                <a:gd name="connsiteX89" fmla="*/ 154030 w 336545"/>
                <a:gd name="connsiteY89" fmla="*/ 269402 h 1039608"/>
                <a:gd name="connsiteX90" fmla="*/ 154449 w 336545"/>
                <a:gd name="connsiteY90" fmla="*/ 273402 h 1039608"/>
                <a:gd name="connsiteX91" fmla="*/ 155518 w 336545"/>
                <a:gd name="connsiteY91" fmla="*/ 279820 h 1039608"/>
                <a:gd name="connsiteX92" fmla="*/ 157006 w 336545"/>
                <a:gd name="connsiteY92" fmla="*/ 280564 h 1039608"/>
                <a:gd name="connsiteX93" fmla="*/ 157472 w 336545"/>
                <a:gd name="connsiteY93" fmla="*/ 285819 h 1039608"/>
                <a:gd name="connsiteX94" fmla="*/ 157640 w 336545"/>
                <a:gd name="connsiteY94" fmla="*/ 288729 h 1039608"/>
                <a:gd name="connsiteX95" fmla="*/ 157751 w 336545"/>
                <a:gd name="connsiteY95" fmla="*/ 290982 h 1039608"/>
                <a:gd name="connsiteX96" fmla="*/ 159983 w 336545"/>
                <a:gd name="connsiteY96" fmla="*/ 290238 h 1039608"/>
                <a:gd name="connsiteX97" fmla="*/ 160067 w 336545"/>
                <a:gd name="connsiteY97" fmla="*/ 292601 h 1039608"/>
                <a:gd name="connsiteX98" fmla="*/ 160216 w 336545"/>
                <a:gd name="connsiteY98" fmla="*/ 295679 h 1039608"/>
                <a:gd name="connsiteX99" fmla="*/ 160266 w 336545"/>
                <a:gd name="connsiteY99" fmla="*/ 297236 h 1039608"/>
                <a:gd name="connsiteX100" fmla="*/ 162960 w 336545"/>
                <a:gd name="connsiteY100" fmla="*/ 303632 h 1039608"/>
                <a:gd name="connsiteX101" fmla="*/ 163378 w 336545"/>
                <a:gd name="connsiteY101" fmla="*/ 307818 h 1039608"/>
                <a:gd name="connsiteX102" fmla="*/ 163704 w 336545"/>
                <a:gd name="connsiteY102" fmla="*/ 311818 h 1039608"/>
                <a:gd name="connsiteX103" fmla="*/ 165192 w 336545"/>
                <a:gd name="connsiteY103" fmla="*/ 312562 h 1039608"/>
                <a:gd name="connsiteX104" fmla="*/ 165608 w 336545"/>
                <a:gd name="connsiteY104" fmla="*/ 320073 h 1039608"/>
                <a:gd name="connsiteX105" fmla="*/ 165936 w 336545"/>
                <a:gd name="connsiteY105" fmla="*/ 322236 h 1039608"/>
                <a:gd name="connsiteX106" fmla="*/ 168169 w 336545"/>
                <a:gd name="connsiteY106" fmla="*/ 322980 h 1039608"/>
                <a:gd name="connsiteX107" fmla="*/ 168541 w 336545"/>
                <a:gd name="connsiteY107" fmla="*/ 328096 h 1039608"/>
                <a:gd name="connsiteX108" fmla="*/ 171145 w 336545"/>
                <a:gd name="connsiteY108" fmla="*/ 335630 h 1039608"/>
                <a:gd name="connsiteX109" fmla="*/ 171285 w 336545"/>
                <a:gd name="connsiteY109" fmla="*/ 340235 h 1039608"/>
                <a:gd name="connsiteX110" fmla="*/ 171224 w 336545"/>
                <a:gd name="connsiteY110" fmla="*/ 342685 h 1039608"/>
                <a:gd name="connsiteX111" fmla="*/ 171145 w 336545"/>
                <a:gd name="connsiteY111" fmla="*/ 344560 h 1039608"/>
                <a:gd name="connsiteX112" fmla="*/ 173378 w 336545"/>
                <a:gd name="connsiteY112" fmla="*/ 344560 h 1039608"/>
                <a:gd name="connsiteX113" fmla="*/ 174122 w 336545"/>
                <a:gd name="connsiteY113" fmla="*/ 355722 h 1039608"/>
                <a:gd name="connsiteX114" fmla="*/ 176354 w 336545"/>
                <a:gd name="connsiteY114" fmla="*/ 355722 h 1039608"/>
                <a:gd name="connsiteX115" fmla="*/ 176438 w 336545"/>
                <a:gd name="connsiteY115" fmla="*/ 357975 h 1039608"/>
                <a:gd name="connsiteX116" fmla="*/ 176587 w 336545"/>
                <a:gd name="connsiteY116" fmla="*/ 360885 h 1039608"/>
                <a:gd name="connsiteX117" fmla="*/ 176717 w 336545"/>
                <a:gd name="connsiteY117" fmla="*/ 363788 h 1039608"/>
                <a:gd name="connsiteX118" fmla="*/ 177098 w 336545"/>
                <a:gd name="connsiteY118" fmla="*/ 366140 h 1039608"/>
                <a:gd name="connsiteX119" fmla="*/ 179331 w 336545"/>
                <a:gd name="connsiteY119" fmla="*/ 366884 h 1039608"/>
                <a:gd name="connsiteX120" fmla="*/ 179749 w 336545"/>
                <a:gd name="connsiteY120" fmla="*/ 371721 h 1039608"/>
                <a:gd name="connsiteX121" fmla="*/ 180075 w 336545"/>
                <a:gd name="connsiteY121" fmla="*/ 376558 h 1039608"/>
                <a:gd name="connsiteX122" fmla="*/ 181563 w 336545"/>
                <a:gd name="connsiteY122" fmla="*/ 377302 h 1039608"/>
                <a:gd name="connsiteX123" fmla="*/ 181979 w 336545"/>
                <a:gd name="connsiteY123" fmla="*/ 384232 h 1039608"/>
                <a:gd name="connsiteX124" fmla="*/ 182307 w 336545"/>
                <a:gd name="connsiteY124" fmla="*/ 386232 h 1039608"/>
                <a:gd name="connsiteX125" fmla="*/ 184540 w 336545"/>
                <a:gd name="connsiteY125" fmla="*/ 386976 h 1039608"/>
                <a:gd name="connsiteX126" fmla="*/ 184387 w 336545"/>
                <a:gd name="connsiteY126" fmla="*/ 394141 h 1039608"/>
                <a:gd name="connsiteX127" fmla="*/ 184540 w 336545"/>
                <a:gd name="connsiteY127" fmla="*/ 398138 h 1039608"/>
                <a:gd name="connsiteX128" fmla="*/ 187516 w 336545"/>
                <a:gd name="connsiteY128" fmla="*/ 398882 h 1039608"/>
                <a:gd name="connsiteX129" fmla="*/ 187702 w 336545"/>
                <a:gd name="connsiteY129" fmla="*/ 403766 h 1039608"/>
                <a:gd name="connsiteX130" fmla="*/ 187621 w 336545"/>
                <a:gd name="connsiteY130" fmla="*/ 406466 h 1039608"/>
                <a:gd name="connsiteX131" fmla="*/ 187516 w 336545"/>
                <a:gd name="connsiteY131" fmla="*/ 408556 h 1039608"/>
                <a:gd name="connsiteX132" fmla="*/ 189749 w 336545"/>
                <a:gd name="connsiteY132" fmla="*/ 408556 h 1039608"/>
                <a:gd name="connsiteX133" fmla="*/ 190493 w 336545"/>
                <a:gd name="connsiteY133" fmla="*/ 419718 h 1039608"/>
                <a:gd name="connsiteX134" fmla="*/ 192725 w 336545"/>
                <a:gd name="connsiteY134" fmla="*/ 419718 h 1039608"/>
                <a:gd name="connsiteX135" fmla="*/ 192810 w 336545"/>
                <a:gd name="connsiteY135" fmla="*/ 421808 h 1039608"/>
                <a:gd name="connsiteX136" fmla="*/ 192958 w 336545"/>
                <a:gd name="connsiteY136" fmla="*/ 424509 h 1039608"/>
                <a:gd name="connsiteX137" fmla="*/ 193089 w 336545"/>
                <a:gd name="connsiteY137" fmla="*/ 427203 h 1039608"/>
                <a:gd name="connsiteX138" fmla="*/ 193469 w 336545"/>
                <a:gd name="connsiteY138" fmla="*/ 429392 h 1039608"/>
                <a:gd name="connsiteX139" fmla="*/ 195702 w 336545"/>
                <a:gd name="connsiteY139" fmla="*/ 430136 h 1039608"/>
                <a:gd name="connsiteX140" fmla="*/ 196120 w 336545"/>
                <a:gd name="connsiteY140" fmla="*/ 435345 h 1039608"/>
                <a:gd name="connsiteX141" fmla="*/ 196446 w 336545"/>
                <a:gd name="connsiteY141" fmla="*/ 440554 h 1039608"/>
                <a:gd name="connsiteX142" fmla="*/ 197934 w 336545"/>
                <a:gd name="connsiteY142" fmla="*/ 441298 h 1039608"/>
                <a:gd name="connsiteX143" fmla="*/ 198399 w 336545"/>
                <a:gd name="connsiteY143" fmla="*/ 446926 h 1039608"/>
                <a:gd name="connsiteX144" fmla="*/ 198487 w 336545"/>
                <a:gd name="connsiteY144" fmla="*/ 448529 h 1039608"/>
                <a:gd name="connsiteX145" fmla="*/ 198678 w 336545"/>
                <a:gd name="connsiteY145" fmla="*/ 452460 h 1039608"/>
                <a:gd name="connsiteX146" fmla="*/ 200911 w 336545"/>
                <a:gd name="connsiteY146" fmla="*/ 452460 h 1039608"/>
                <a:gd name="connsiteX147" fmla="*/ 200995 w 336545"/>
                <a:gd name="connsiteY147" fmla="*/ 454550 h 1039608"/>
                <a:gd name="connsiteX148" fmla="*/ 201143 w 336545"/>
                <a:gd name="connsiteY148" fmla="*/ 457251 h 1039608"/>
                <a:gd name="connsiteX149" fmla="*/ 201274 w 336545"/>
                <a:gd name="connsiteY149" fmla="*/ 459945 h 1039608"/>
                <a:gd name="connsiteX150" fmla="*/ 201655 w 336545"/>
                <a:gd name="connsiteY150" fmla="*/ 462134 h 1039608"/>
                <a:gd name="connsiteX151" fmla="*/ 203887 w 336545"/>
                <a:gd name="connsiteY151" fmla="*/ 462878 h 1039608"/>
                <a:gd name="connsiteX152" fmla="*/ 203934 w 336545"/>
                <a:gd name="connsiteY152" fmla="*/ 467297 h 1039608"/>
                <a:gd name="connsiteX153" fmla="*/ 203887 w 336545"/>
                <a:gd name="connsiteY153" fmla="*/ 471808 h 1039608"/>
                <a:gd name="connsiteX154" fmla="*/ 206120 w 336545"/>
                <a:gd name="connsiteY154" fmla="*/ 473296 h 1039608"/>
                <a:gd name="connsiteX155" fmla="*/ 206204 w 336545"/>
                <a:gd name="connsiteY155" fmla="*/ 475386 h 1039608"/>
                <a:gd name="connsiteX156" fmla="*/ 206352 w 336545"/>
                <a:gd name="connsiteY156" fmla="*/ 478087 h 1039608"/>
                <a:gd name="connsiteX157" fmla="*/ 206483 w 336545"/>
                <a:gd name="connsiteY157" fmla="*/ 480781 h 1039608"/>
                <a:gd name="connsiteX158" fmla="*/ 206864 w 336545"/>
                <a:gd name="connsiteY158" fmla="*/ 482970 h 1039608"/>
                <a:gd name="connsiteX159" fmla="*/ 209096 w 336545"/>
                <a:gd name="connsiteY159" fmla="*/ 483714 h 1039608"/>
                <a:gd name="connsiteX160" fmla="*/ 209538 w 336545"/>
                <a:gd name="connsiteY160" fmla="*/ 491807 h 1039608"/>
                <a:gd name="connsiteX161" fmla="*/ 209840 w 336545"/>
                <a:gd name="connsiteY161" fmla="*/ 494132 h 1039608"/>
                <a:gd name="connsiteX162" fmla="*/ 212073 w 336545"/>
                <a:gd name="connsiteY162" fmla="*/ 494876 h 1039608"/>
                <a:gd name="connsiteX163" fmla="*/ 212491 w 336545"/>
                <a:gd name="connsiteY163" fmla="*/ 499713 h 1039608"/>
                <a:gd name="connsiteX164" fmla="*/ 212817 w 336545"/>
                <a:gd name="connsiteY164" fmla="*/ 504550 h 1039608"/>
                <a:gd name="connsiteX165" fmla="*/ 214305 w 336545"/>
                <a:gd name="connsiteY165" fmla="*/ 505294 h 1039608"/>
                <a:gd name="connsiteX166" fmla="*/ 214721 w 336545"/>
                <a:gd name="connsiteY166" fmla="*/ 512079 h 1039608"/>
                <a:gd name="connsiteX167" fmla="*/ 216169 w 336545"/>
                <a:gd name="connsiteY167" fmla="*/ 515343 h 1039608"/>
                <a:gd name="connsiteX168" fmla="*/ 217724 w 336545"/>
                <a:gd name="connsiteY168" fmla="*/ 523366 h 1039608"/>
                <a:gd name="connsiteX169" fmla="*/ 218026 w 336545"/>
                <a:gd name="connsiteY169" fmla="*/ 525386 h 1039608"/>
                <a:gd name="connsiteX170" fmla="*/ 220258 w 336545"/>
                <a:gd name="connsiteY170" fmla="*/ 526874 h 1039608"/>
                <a:gd name="connsiteX171" fmla="*/ 220677 w 336545"/>
                <a:gd name="connsiteY171" fmla="*/ 532130 h 1039608"/>
                <a:gd name="connsiteX172" fmla="*/ 221003 w 336545"/>
                <a:gd name="connsiteY172" fmla="*/ 537292 h 1039608"/>
                <a:gd name="connsiteX173" fmla="*/ 222491 w 336545"/>
                <a:gd name="connsiteY173" fmla="*/ 538037 h 1039608"/>
                <a:gd name="connsiteX174" fmla="*/ 222907 w 336545"/>
                <a:gd name="connsiteY174" fmla="*/ 545548 h 1039608"/>
                <a:gd name="connsiteX175" fmla="*/ 223235 w 336545"/>
                <a:gd name="connsiteY175" fmla="*/ 547710 h 1039608"/>
                <a:gd name="connsiteX176" fmla="*/ 225467 w 336545"/>
                <a:gd name="connsiteY176" fmla="*/ 548455 h 1039608"/>
                <a:gd name="connsiteX177" fmla="*/ 225909 w 336545"/>
                <a:gd name="connsiteY177" fmla="*/ 555966 h 1039608"/>
                <a:gd name="connsiteX178" fmla="*/ 226212 w 336545"/>
                <a:gd name="connsiteY178" fmla="*/ 558128 h 1039608"/>
                <a:gd name="connsiteX179" fmla="*/ 228444 w 336545"/>
                <a:gd name="connsiteY179" fmla="*/ 558872 h 1039608"/>
                <a:gd name="connsiteX180" fmla="*/ 228863 w 336545"/>
                <a:gd name="connsiteY180" fmla="*/ 564081 h 1039608"/>
                <a:gd name="connsiteX181" fmla="*/ 229188 w 336545"/>
                <a:gd name="connsiteY181" fmla="*/ 569290 h 1039608"/>
                <a:gd name="connsiteX182" fmla="*/ 230676 w 336545"/>
                <a:gd name="connsiteY182" fmla="*/ 570035 h 1039608"/>
                <a:gd name="connsiteX183" fmla="*/ 231141 w 336545"/>
                <a:gd name="connsiteY183" fmla="*/ 575290 h 1039608"/>
                <a:gd name="connsiteX184" fmla="*/ 231310 w 336545"/>
                <a:gd name="connsiteY184" fmla="*/ 578200 h 1039608"/>
                <a:gd name="connsiteX185" fmla="*/ 231421 w 336545"/>
                <a:gd name="connsiteY185" fmla="*/ 580453 h 1039608"/>
                <a:gd name="connsiteX186" fmla="*/ 233653 w 336545"/>
                <a:gd name="connsiteY186" fmla="*/ 580453 h 1039608"/>
                <a:gd name="connsiteX187" fmla="*/ 234397 w 336545"/>
                <a:gd name="connsiteY187" fmla="*/ 591615 h 1039608"/>
                <a:gd name="connsiteX188" fmla="*/ 236630 w 336545"/>
                <a:gd name="connsiteY188" fmla="*/ 591615 h 1039608"/>
                <a:gd name="connsiteX189" fmla="*/ 236740 w 336545"/>
                <a:gd name="connsiteY189" fmla="*/ 593705 h 1039608"/>
                <a:gd name="connsiteX190" fmla="*/ 236909 w 336545"/>
                <a:gd name="connsiteY190" fmla="*/ 596405 h 1039608"/>
                <a:gd name="connsiteX191" fmla="*/ 237066 w 336545"/>
                <a:gd name="connsiteY191" fmla="*/ 599100 h 1039608"/>
                <a:gd name="connsiteX192" fmla="*/ 237374 w 336545"/>
                <a:gd name="connsiteY192" fmla="*/ 601288 h 1039608"/>
                <a:gd name="connsiteX193" fmla="*/ 238862 w 336545"/>
                <a:gd name="connsiteY193" fmla="*/ 602033 h 1039608"/>
                <a:gd name="connsiteX194" fmla="*/ 239278 w 336545"/>
                <a:gd name="connsiteY194" fmla="*/ 608817 h 1039608"/>
                <a:gd name="connsiteX195" fmla="*/ 240716 w 336545"/>
                <a:gd name="connsiteY195" fmla="*/ 612029 h 1039608"/>
                <a:gd name="connsiteX196" fmla="*/ 242350 w 336545"/>
                <a:gd name="connsiteY196" fmla="*/ 618543 h 1039608"/>
                <a:gd name="connsiteX197" fmla="*/ 242498 w 336545"/>
                <a:gd name="connsiteY197" fmla="*/ 621412 h 1039608"/>
                <a:gd name="connsiteX198" fmla="*/ 242583 w 336545"/>
                <a:gd name="connsiteY198" fmla="*/ 623613 h 1039608"/>
                <a:gd name="connsiteX199" fmla="*/ 244815 w 336545"/>
                <a:gd name="connsiteY199" fmla="*/ 622869 h 1039608"/>
                <a:gd name="connsiteX200" fmla="*/ 244815 w 336545"/>
                <a:gd name="connsiteY200" fmla="*/ 634031 h 1039608"/>
                <a:gd name="connsiteX201" fmla="*/ 247048 w 336545"/>
                <a:gd name="connsiteY201" fmla="*/ 634031 h 1039608"/>
                <a:gd name="connsiteX202" fmla="*/ 247792 w 336545"/>
                <a:gd name="connsiteY202" fmla="*/ 645193 h 1039608"/>
                <a:gd name="connsiteX203" fmla="*/ 250024 w 336545"/>
                <a:gd name="connsiteY203" fmla="*/ 645193 h 1039608"/>
                <a:gd name="connsiteX204" fmla="*/ 250108 w 336545"/>
                <a:gd name="connsiteY204" fmla="*/ 647283 h 1039608"/>
                <a:gd name="connsiteX205" fmla="*/ 250257 w 336545"/>
                <a:gd name="connsiteY205" fmla="*/ 649983 h 1039608"/>
                <a:gd name="connsiteX206" fmla="*/ 250387 w 336545"/>
                <a:gd name="connsiteY206" fmla="*/ 652678 h 1039608"/>
                <a:gd name="connsiteX207" fmla="*/ 250768 w 336545"/>
                <a:gd name="connsiteY207" fmla="*/ 654867 h 1039608"/>
                <a:gd name="connsiteX208" fmla="*/ 253001 w 336545"/>
                <a:gd name="connsiteY208" fmla="*/ 655611 h 1039608"/>
                <a:gd name="connsiteX209" fmla="*/ 253419 w 336545"/>
                <a:gd name="connsiteY209" fmla="*/ 660820 h 1039608"/>
                <a:gd name="connsiteX210" fmla="*/ 253745 w 336545"/>
                <a:gd name="connsiteY210" fmla="*/ 666029 h 1039608"/>
                <a:gd name="connsiteX211" fmla="*/ 255233 w 336545"/>
                <a:gd name="connsiteY211" fmla="*/ 666773 h 1039608"/>
                <a:gd name="connsiteX212" fmla="*/ 256070 w 336545"/>
                <a:gd name="connsiteY212" fmla="*/ 671656 h 1039608"/>
                <a:gd name="connsiteX213" fmla="*/ 256448 w 336545"/>
                <a:gd name="connsiteY213" fmla="*/ 674357 h 1039608"/>
                <a:gd name="connsiteX214" fmla="*/ 256721 w 336545"/>
                <a:gd name="connsiteY214" fmla="*/ 676447 h 1039608"/>
                <a:gd name="connsiteX215" fmla="*/ 258210 w 336545"/>
                <a:gd name="connsiteY215" fmla="*/ 676447 h 1039608"/>
                <a:gd name="connsiteX216" fmla="*/ 258954 w 336545"/>
                <a:gd name="connsiteY216" fmla="*/ 688353 h 1039608"/>
                <a:gd name="connsiteX217" fmla="*/ 261186 w 336545"/>
                <a:gd name="connsiteY217" fmla="*/ 687609 h 1039608"/>
                <a:gd name="connsiteX218" fmla="*/ 261323 w 336545"/>
                <a:gd name="connsiteY218" fmla="*/ 689835 h 1039608"/>
                <a:gd name="connsiteX219" fmla="*/ 261512 w 336545"/>
                <a:gd name="connsiteY219" fmla="*/ 692725 h 1039608"/>
                <a:gd name="connsiteX220" fmla="*/ 261695 w 336545"/>
                <a:gd name="connsiteY220" fmla="*/ 695602 h 1039608"/>
                <a:gd name="connsiteX221" fmla="*/ 262674 w 336545"/>
                <a:gd name="connsiteY221" fmla="*/ 699515 h 1039608"/>
                <a:gd name="connsiteX222" fmla="*/ 262676 w 336545"/>
                <a:gd name="connsiteY222" fmla="*/ 697717 h 1039608"/>
                <a:gd name="connsiteX223" fmla="*/ 262856 w 336545"/>
                <a:gd name="connsiteY223" fmla="*/ 503985 h 1039608"/>
                <a:gd name="connsiteX224" fmla="*/ 262859 w 336545"/>
                <a:gd name="connsiteY224" fmla="*/ 501064 h 1039608"/>
                <a:gd name="connsiteX225" fmla="*/ 262919 w 336545"/>
                <a:gd name="connsiteY225" fmla="*/ 439760 h 1039608"/>
                <a:gd name="connsiteX226" fmla="*/ 262950 w 336545"/>
                <a:gd name="connsiteY226" fmla="*/ 408966 h 1039608"/>
                <a:gd name="connsiteX227" fmla="*/ 262955 w 336545"/>
                <a:gd name="connsiteY227" fmla="*/ 404321 h 1039608"/>
                <a:gd name="connsiteX228" fmla="*/ 262999 w 336545"/>
                <a:gd name="connsiteY228" fmla="*/ 359233 h 1039608"/>
                <a:gd name="connsiteX229" fmla="*/ 263000 w 336545"/>
                <a:gd name="connsiteY229" fmla="*/ 357675 h 1039608"/>
                <a:gd name="connsiteX230" fmla="*/ 263023 w 336545"/>
                <a:gd name="connsiteY230" fmla="*/ 332766 h 1039608"/>
                <a:gd name="connsiteX231" fmla="*/ 263024 w 336545"/>
                <a:gd name="connsiteY231" fmla="*/ 331211 h 1039608"/>
                <a:gd name="connsiteX232" fmla="*/ 263046 w 336545"/>
                <a:gd name="connsiteY232" fmla="*/ 306393 h 1039608"/>
                <a:gd name="connsiteX233" fmla="*/ 263145 w 336545"/>
                <a:gd name="connsiteY233" fmla="*/ 202665 h 1039608"/>
                <a:gd name="connsiteX234" fmla="*/ 263160 w 336545"/>
                <a:gd name="connsiteY234" fmla="*/ 188250 h 1039608"/>
                <a:gd name="connsiteX235" fmla="*/ 263163 w 336545"/>
                <a:gd name="connsiteY235" fmla="*/ 185384 h 1039608"/>
                <a:gd name="connsiteX236" fmla="*/ 263204 w 336545"/>
                <a:gd name="connsiteY236" fmla="*/ 139618 h 1039608"/>
                <a:gd name="connsiteX237" fmla="*/ 263249 w 336545"/>
                <a:gd name="connsiteY237" fmla="*/ 93663 h 1039608"/>
                <a:gd name="connsiteX238" fmla="*/ 263274 w 336545"/>
                <a:gd name="connsiteY238" fmla="*/ 66325 h 1039608"/>
                <a:gd name="connsiteX239" fmla="*/ 263293 w 336545"/>
                <a:gd name="connsiteY239" fmla="*/ 48096 h 1039608"/>
                <a:gd name="connsiteX240" fmla="*/ 263302 w 336545"/>
                <a:gd name="connsiteY240" fmla="*/ 37689 h 1039608"/>
                <a:gd name="connsiteX241" fmla="*/ 263313 w 336545"/>
                <a:gd name="connsiteY241" fmla="*/ 28240 h 1039608"/>
                <a:gd name="connsiteX242" fmla="*/ 263314 w 336545"/>
                <a:gd name="connsiteY242" fmla="*/ 24824 h 1039608"/>
                <a:gd name="connsiteX243" fmla="*/ 263321 w 336545"/>
                <a:gd name="connsiteY243" fmla="*/ 20220 h 1039608"/>
                <a:gd name="connsiteX244" fmla="*/ 263324 w 336545"/>
                <a:gd name="connsiteY244" fmla="*/ 17634 h 1039608"/>
                <a:gd name="connsiteX245" fmla="*/ 264163 w 336545"/>
                <a:gd name="connsiteY245" fmla="*/ 14162 h 1039608"/>
                <a:gd name="connsiteX246" fmla="*/ 267214 w 336545"/>
                <a:gd name="connsiteY246" fmla="*/ 13978 h 1039608"/>
                <a:gd name="connsiteX247" fmla="*/ 269206 w 336545"/>
                <a:gd name="connsiteY247" fmla="*/ 13968 h 1039608"/>
                <a:gd name="connsiteX248" fmla="*/ 271408 w 336545"/>
                <a:gd name="connsiteY248" fmla="*/ 13981 h 1039608"/>
                <a:gd name="connsiteX249" fmla="*/ 273714 w 336545"/>
                <a:gd name="connsiteY249" fmla="*/ 13977 h 1039608"/>
                <a:gd name="connsiteX250" fmla="*/ 281301 w 336545"/>
                <a:gd name="connsiteY250" fmla="*/ 13990 h 1039608"/>
                <a:gd name="connsiteX251" fmla="*/ 286548 w 336545"/>
                <a:gd name="connsiteY251" fmla="*/ 13991 h 1039608"/>
                <a:gd name="connsiteX252" fmla="*/ 297561 w 336545"/>
                <a:gd name="connsiteY252" fmla="*/ 14008 h 1039608"/>
                <a:gd name="connsiteX253" fmla="*/ 311712 w 336545"/>
                <a:gd name="connsiteY253" fmla="*/ 14023 h 1039608"/>
                <a:gd name="connsiteX254" fmla="*/ 322552 w 336545"/>
                <a:gd name="connsiteY254" fmla="*/ 14033 h 1039608"/>
                <a:gd name="connsiteX255" fmla="*/ 327771 w 336545"/>
                <a:gd name="connsiteY255" fmla="*/ 14037 h 1039608"/>
                <a:gd name="connsiteX256" fmla="*/ 335052 w 336545"/>
                <a:gd name="connsiteY256" fmla="*/ 14053 h 1039608"/>
                <a:gd name="connsiteX257" fmla="*/ 337255 w 336545"/>
                <a:gd name="connsiteY257" fmla="*/ 14052 h 1039608"/>
                <a:gd name="connsiteX258" fmla="*/ 339247 w 336545"/>
                <a:gd name="connsiteY258" fmla="*/ 14062 h 1039608"/>
                <a:gd name="connsiteX259" fmla="*/ 340988 w 336545"/>
                <a:gd name="connsiteY259" fmla="*/ 14066 h 1039608"/>
                <a:gd name="connsiteX260" fmla="*/ 343042 w 336545"/>
                <a:gd name="connsiteY260" fmla="*/ 14906 h 1039608"/>
                <a:gd name="connsiteX261" fmla="*/ 343134 w 336545"/>
                <a:gd name="connsiteY261" fmla="*/ 21478 h 1039608"/>
                <a:gd name="connsiteX262" fmla="*/ 343137 w 336545"/>
                <a:gd name="connsiteY262" fmla="*/ 23607 h 1039608"/>
                <a:gd name="connsiteX263" fmla="*/ 343133 w 336545"/>
                <a:gd name="connsiteY263" fmla="*/ 30779 h 1039608"/>
                <a:gd name="connsiteX264" fmla="*/ 343136 w 336545"/>
                <a:gd name="connsiteY264" fmla="*/ 35952 h 1039608"/>
                <a:gd name="connsiteX265" fmla="*/ 343134 w 336545"/>
                <a:gd name="connsiteY265" fmla="*/ 48791 h 1039608"/>
                <a:gd name="connsiteX266" fmla="*/ 343133 w 336545"/>
                <a:gd name="connsiteY266" fmla="*/ 64264 h 1039608"/>
                <a:gd name="connsiteX267" fmla="*/ 343130 w 336545"/>
                <a:gd name="connsiteY267" fmla="*/ 93186 h 1039608"/>
                <a:gd name="connsiteX268" fmla="*/ 343126 w 336545"/>
                <a:gd name="connsiteY268" fmla="*/ 122513 h 1039608"/>
                <a:gd name="connsiteX269" fmla="*/ 343126 w 336545"/>
                <a:gd name="connsiteY269" fmla="*/ 124381 h 1039608"/>
                <a:gd name="connsiteX270" fmla="*/ 343126 w 336545"/>
                <a:gd name="connsiteY270" fmla="*/ 133809 h 1039608"/>
                <a:gd name="connsiteX271" fmla="*/ 343120 w 336545"/>
                <a:gd name="connsiteY271" fmla="*/ 202133 h 1039608"/>
                <a:gd name="connsiteX272" fmla="*/ 343112 w 336545"/>
                <a:gd name="connsiteY272" fmla="*/ 269817 h 1039608"/>
                <a:gd name="connsiteX273" fmla="*/ 343112 w 336545"/>
                <a:gd name="connsiteY273" fmla="*/ 271939 h 1039608"/>
                <a:gd name="connsiteX274" fmla="*/ 343112 w 336545"/>
                <a:gd name="connsiteY274" fmla="*/ 291120 h 1039608"/>
                <a:gd name="connsiteX275" fmla="*/ 343109 w 336545"/>
                <a:gd name="connsiteY275" fmla="*/ 338810 h 1039608"/>
                <a:gd name="connsiteX276" fmla="*/ 343109 w 336545"/>
                <a:gd name="connsiteY276" fmla="*/ 341003 h 1039608"/>
                <a:gd name="connsiteX277" fmla="*/ 343098 w 336545"/>
                <a:gd name="connsiteY277" fmla="*/ 446712 h 1039608"/>
                <a:gd name="connsiteX278" fmla="*/ 343093 w 336545"/>
                <a:gd name="connsiteY278" fmla="*/ 483406 h 1039608"/>
                <a:gd name="connsiteX279" fmla="*/ 343092 w 336545"/>
                <a:gd name="connsiteY279" fmla="*/ 485705 h 1039608"/>
                <a:gd name="connsiteX280" fmla="*/ 343083 w 336545"/>
                <a:gd name="connsiteY280" fmla="*/ 591451 h 1039608"/>
                <a:gd name="connsiteX281" fmla="*/ 343082 w 336545"/>
                <a:gd name="connsiteY281" fmla="*/ 598314 h 1039608"/>
                <a:gd name="connsiteX282" fmla="*/ 343079 w 336545"/>
                <a:gd name="connsiteY282" fmla="*/ 643796 h 1039608"/>
                <a:gd name="connsiteX283" fmla="*/ 343073 w 336545"/>
                <a:gd name="connsiteY283" fmla="*/ 734297 h 1039608"/>
                <a:gd name="connsiteX284" fmla="*/ 343073 w 336545"/>
                <a:gd name="connsiteY284" fmla="*/ 738607 h 1039608"/>
                <a:gd name="connsiteX285" fmla="*/ 343053 w 336545"/>
                <a:gd name="connsiteY285" fmla="*/ 932696 h 1039608"/>
                <a:gd name="connsiteX286" fmla="*/ 343053 w 336545"/>
                <a:gd name="connsiteY286" fmla="*/ 934532 h 1039608"/>
                <a:gd name="connsiteX287" fmla="*/ 343042 w 336545"/>
                <a:gd name="connsiteY287" fmla="*/ 1025449 h 1039608"/>
                <a:gd name="connsiteX288" fmla="*/ 338434 w 336545"/>
                <a:gd name="connsiteY288" fmla="*/ 1025883 h 1039608"/>
                <a:gd name="connsiteX289" fmla="*/ 337089 w 336545"/>
                <a:gd name="connsiteY289" fmla="*/ 1026193 h 1039608"/>
                <a:gd name="connsiteX290" fmla="*/ 336344 w 336545"/>
                <a:gd name="connsiteY290" fmla="*/ 1029169 h 1039608"/>
                <a:gd name="connsiteX291" fmla="*/ 331551 w 336545"/>
                <a:gd name="connsiteY291" fmla="*/ 1029623 h 1039608"/>
                <a:gd name="connsiteX292" fmla="*/ 328608 w 336545"/>
                <a:gd name="connsiteY292" fmla="*/ 1029695 h 1039608"/>
                <a:gd name="connsiteX293" fmla="*/ 325508 w 336545"/>
                <a:gd name="connsiteY293" fmla="*/ 1029727 h 1039608"/>
                <a:gd name="connsiteX294" fmla="*/ 322399 w 336545"/>
                <a:gd name="connsiteY294" fmla="*/ 1029794 h 1039608"/>
                <a:gd name="connsiteX295" fmla="*/ 314764 w 336545"/>
                <a:gd name="connsiteY295" fmla="*/ 1029913 h 1039608"/>
                <a:gd name="connsiteX296" fmla="*/ 314764 w 336545"/>
                <a:gd name="connsiteY296" fmla="*/ 1032146 h 1039608"/>
                <a:gd name="connsiteX297" fmla="*/ 299140 w 336545"/>
                <a:gd name="connsiteY297" fmla="*/ 1032843 h 1039608"/>
                <a:gd name="connsiteX298" fmla="*/ 294673 w 336545"/>
                <a:gd name="connsiteY298" fmla="*/ 1033634 h 1039608"/>
                <a:gd name="connsiteX299" fmla="*/ 294673 w 336545"/>
                <a:gd name="connsiteY299" fmla="*/ 1035867 h 1039608"/>
                <a:gd name="connsiteX300" fmla="*/ 292772 w 336545"/>
                <a:gd name="connsiteY300" fmla="*/ 1035888 h 1039608"/>
                <a:gd name="connsiteX301" fmla="*/ 285811 w 336545"/>
                <a:gd name="connsiteY301" fmla="*/ 1036021 h 1039608"/>
                <a:gd name="connsiteX302" fmla="*/ 282795 w 336545"/>
                <a:gd name="connsiteY302" fmla="*/ 1036068 h 1039608"/>
                <a:gd name="connsiteX303" fmla="*/ 278467 w 336545"/>
                <a:gd name="connsiteY303" fmla="*/ 1036157 h 1039608"/>
                <a:gd name="connsiteX304" fmla="*/ 275834 w 336545"/>
                <a:gd name="connsiteY304" fmla="*/ 1036204 h 1039608"/>
                <a:gd name="connsiteX305" fmla="*/ 273837 w 336545"/>
                <a:gd name="connsiteY305" fmla="*/ 1036611 h 1039608"/>
                <a:gd name="connsiteX306" fmla="*/ 273092 w 336545"/>
                <a:gd name="connsiteY306" fmla="*/ 1039587 h 1039608"/>
                <a:gd name="connsiteX307" fmla="*/ 267139 w 336545"/>
                <a:gd name="connsiteY307" fmla="*/ 1039587 h 1039608"/>
                <a:gd name="connsiteX308" fmla="*/ 265651 w 336545"/>
                <a:gd name="connsiteY308" fmla="*/ 1035122 h 1039608"/>
                <a:gd name="connsiteX309" fmla="*/ 264163 w 336545"/>
                <a:gd name="connsiteY309" fmla="*/ 1034378 h 1039608"/>
                <a:gd name="connsiteX310" fmla="*/ 263419 w 336545"/>
                <a:gd name="connsiteY310" fmla="*/ 1028425 h 1039608"/>
                <a:gd name="connsiteX311" fmla="*/ 262674 w 336545"/>
                <a:gd name="connsiteY311" fmla="*/ 1023960 h 1039608"/>
                <a:gd name="connsiteX312" fmla="*/ 261186 w 336545"/>
                <a:gd name="connsiteY312" fmla="*/ 1023216 h 1039608"/>
                <a:gd name="connsiteX313" fmla="*/ 260814 w 336545"/>
                <a:gd name="connsiteY313" fmla="*/ 1018798 h 1039608"/>
                <a:gd name="connsiteX314" fmla="*/ 258954 w 336545"/>
                <a:gd name="connsiteY314" fmla="*/ 1012798 h 1039608"/>
                <a:gd name="connsiteX315" fmla="*/ 258210 w 336545"/>
                <a:gd name="connsiteY315" fmla="*/ 1012798 h 1039608"/>
                <a:gd name="connsiteX316" fmla="*/ 258125 w 336545"/>
                <a:gd name="connsiteY316" fmla="*/ 1010761 h 1039608"/>
                <a:gd name="connsiteX317" fmla="*/ 257977 w 336545"/>
                <a:gd name="connsiteY317" fmla="*/ 1008101 h 1039608"/>
                <a:gd name="connsiteX318" fmla="*/ 257846 w 336545"/>
                <a:gd name="connsiteY318" fmla="*/ 1005459 h 1039608"/>
                <a:gd name="connsiteX319" fmla="*/ 256349 w 336545"/>
                <a:gd name="connsiteY319" fmla="*/ 1002008 h 1039608"/>
                <a:gd name="connsiteX320" fmla="*/ 254721 w 336545"/>
                <a:gd name="connsiteY320" fmla="*/ 995915 h 1039608"/>
                <a:gd name="connsiteX321" fmla="*/ 254573 w 336545"/>
                <a:gd name="connsiteY321" fmla="*/ 993256 h 1039608"/>
                <a:gd name="connsiteX322" fmla="*/ 254489 w 336545"/>
                <a:gd name="connsiteY322" fmla="*/ 991218 h 1039608"/>
                <a:gd name="connsiteX323" fmla="*/ 253001 w 336545"/>
                <a:gd name="connsiteY323" fmla="*/ 991218 h 1039608"/>
                <a:gd name="connsiteX324" fmla="*/ 252256 w 336545"/>
                <a:gd name="connsiteY324" fmla="*/ 980800 h 1039608"/>
                <a:gd name="connsiteX325" fmla="*/ 250024 w 336545"/>
                <a:gd name="connsiteY325" fmla="*/ 980800 h 1039608"/>
                <a:gd name="connsiteX326" fmla="*/ 249940 w 336545"/>
                <a:gd name="connsiteY326" fmla="*/ 978574 h 1039608"/>
                <a:gd name="connsiteX327" fmla="*/ 249792 w 336545"/>
                <a:gd name="connsiteY327" fmla="*/ 975684 h 1039608"/>
                <a:gd name="connsiteX328" fmla="*/ 249661 w 336545"/>
                <a:gd name="connsiteY328" fmla="*/ 972806 h 1039608"/>
                <a:gd name="connsiteX329" fmla="*/ 249280 w 336545"/>
                <a:gd name="connsiteY329" fmla="*/ 970382 h 1039608"/>
                <a:gd name="connsiteX330" fmla="*/ 247048 w 336545"/>
                <a:gd name="connsiteY330" fmla="*/ 968894 h 1039608"/>
                <a:gd name="connsiteX331" fmla="*/ 246908 w 336545"/>
                <a:gd name="connsiteY331" fmla="*/ 963964 h 1039608"/>
                <a:gd name="connsiteX332" fmla="*/ 246969 w 336545"/>
                <a:gd name="connsiteY332" fmla="*/ 961284 h 1039608"/>
                <a:gd name="connsiteX333" fmla="*/ 247048 w 336545"/>
                <a:gd name="connsiteY333" fmla="*/ 959220 h 1039608"/>
                <a:gd name="connsiteX334" fmla="*/ 244815 w 336545"/>
                <a:gd name="connsiteY334" fmla="*/ 959220 h 1039608"/>
                <a:gd name="connsiteX335" fmla="*/ 244071 w 336545"/>
                <a:gd name="connsiteY335" fmla="*/ 948058 h 1039608"/>
                <a:gd name="connsiteX336" fmla="*/ 241839 w 336545"/>
                <a:gd name="connsiteY336" fmla="*/ 948058 h 1039608"/>
                <a:gd name="connsiteX337" fmla="*/ 241754 w 336545"/>
                <a:gd name="connsiteY337" fmla="*/ 946157 h 1039608"/>
                <a:gd name="connsiteX338" fmla="*/ 241606 w 336545"/>
                <a:gd name="connsiteY338" fmla="*/ 943686 h 1039608"/>
                <a:gd name="connsiteX339" fmla="*/ 241475 w 336545"/>
                <a:gd name="connsiteY339" fmla="*/ 941227 h 1039608"/>
                <a:gd name="connsiteX340" fmla="*/ 241094 w 336545"/>
                <a:gd name="connsiteY340" fmla="*/ 939128 h 1039608"/>
                <a:gd name="connsiteX341" fmla="*/ 238862 w 336545"/>
                <a:gd name="connsiteY341" fmla="*/ 937640 h 1039608"/>
                <a:gd name="connsiteX342" fmla="*/ 238769 w 336545"/>
                <a:gd name="connsiteY342" fmla="*/ 934431 h 1039608"/>
                <a:gd name="connsiteX343" fmla="*/ 238118 w 336545"/>
                <a:gd name="connsiteY343" fmla="*/ 927222 h 1039608"/>
                <a:gd name="connsiteX344" fmla="*/ 236630 w 336545"/>
                <a:gd name="connsiteY344" fmla="*/ 927222 h 1039608"/>
                <a:gd name="connsiteX345" fmla="*/ 236519 w 336545"/>
                <a:gd name="connsiteY345" fmla="*/ 925158 h 1039608"/>
                <a:gd name="connsiteX346" fmla="*/ 236350 w 336545"/>
                <a:gd name="connsiteY346" fmla="*/ 922478 h 1039608"/>
                <a:gd name="connsiteX347" fmla="*/ 236194 w 336545"/>
                <a:gd name="connsiteY347" fmla="*/ 919810 h 1039608"/>
                <a:gd name="connsiteX348" fmla="*/ 234397 w 336545"/>
                <a:gd name="connsiteY348" fmla="*/ 916060 h 1039608"/>
                <a:gd name="connsiteX349" fmla="*/ 233653 w 336545"/>
                <a:gd name="connsiteY349" fmla="*/ 916060 h 1039608"/>
                <a:gd name="connsiteX350" fmla="*/ 233569 w 336545"/>
                <a:gd name="connsiteY350" fmla="*/ 913996 h 1039608"/>
                <a:gd name="connsiteX351" fmla="*/ 233420 w 336545"/>
                <a:gd name="connsiteY351" fmla="*/ 911316 h 1039608"/>
                <a:gd name="connsiteX352" fmla="*/ 233290 w 336545"/>
                <a:gd name="connsiteY352" fmla="*/ 908648 h 1039608"/>
                <a:gd name="connsiteX353" fmla="*/ 232909 w 336545"/>
                <a:gd name="connsiteY353" fmla="*/ 906386 h 1039608"/>
                <a:gd name="connsiteX354" fmla="*/ 230676 w 336545"/>
                <a:gd name="connsiteY354" fmla="*/ 904898 h 1039608"/>
                <a:gd name="connsiteX355" fmla="*/ 230537 w 336545"/>
                <a:gd name="connsiteY355" fmla="*/ 899596 h 1039608"/>
                <a:gd name="connsiteX356" fmla="*/ 230598 w 336545"/>
                <a:gd name="connsiteY356" fmla="*/ 896706 h 1039608"/>
                <a:gd name="connsiteX357" fmla="*/ 230676 w 336545"/>
                <a:gd name="connsiteY357" fmla="*/ 894480 h 1039608"/>
                <a:gd name="connsiteX358" fmla="*/ 228444 w 336545"/>
                <a:gd name="connsiteY358" fmla="*/ 894480 h 1039608"/>
                <a:gd name="connsiteX359" fmla="*/ 227700 w 336545"/>
                <a:gd name="connsiteY359" fmla="*/ 884062 h 1039608"/>
                <a:gd name="connsiteX360" fmla="*/ 225467 w 336545"/>
                <a:gd name="connsiteY360" fmla="*/ 884062 h 1039608"/>
                <a:gd name="connsiteX361" fmla="*/ 225383 w 336545"/>
                <a:gd name="connsiteY361" fmla="*/ 881809 h 1039608"/>
                <a:gd name="connsiteX362" fmla="*/ 225235 w 336545"/>
                <a:gd name="connsiteY362" fmla="*/ 878899 h 1039608"/>
                <a:gd name="connsiteX363" fmla="*/ 225104 w 336545"/>
                <a:gd name="connsiteY363" fmla="*/ 875995 h 1039608"/>
                <a:gd name="connsiteX364" fmla="*/ 224723 w 336545"/>
                <a:gd name="connsiteY364" fmla="*/ 873644 h 1039608"/>
                <a:gd name="connsiteX365" fmla="*/ 222491 w 336545"/>
                <a:gd name="connsiteY365" fmla="*/ 872900 h 1039608"/>
                <a:gd name="connsiteX366" fmla="*/ 221979 w 336545"/>
                <a:gd name="connsiteY366" fmla="*/ 868016 h 1039608"/>
                <a:gd name="connsiteX367" fmla="*/ 221831 w 336545"/>
                <a:gd name="connsiteY367" fmla="*/ 865316 h 1039608"/>
                <a:gd name="connsiteX368" fmla="*/ 221747 w 336545"/>
                <a:gd name="connsiteY368" fmla="*/ 863226 h 1039608"/>
                <a:gd name="connsiteX369" fmla="*/ 220258 w 336545"/>
                <a:gd name="connsiteY369" fmla="*/ 863226 h 1039608"/>
                <a:gd name="connsiteX370" fmla="*/ 220148 w 336545"/>
                <a:gd name="connsiteY370" fmla="*/ 861162 h 1039608"/>
                <a:gd name="connsiteX371" fmla="*/ 219979 w 336545"/>
                <a:gd name="connsiteY371" fmla="*/ 858482 h 1039608"/>
                <a:gd name="connsiteX372" fmla="*/ 219822 w 336545"/>
                <a:gd name="connsiteY372" fmla="*/ 855814 h 1039608"/>
                <a:gd name="connsiteX373" fmla="*/ 218026 w 336545"/>
                <a:gd name="connsiteY373" fmla="*/ 852064 h 1039608"/>
                <a:gd name="connsiteX374" fmla="*/ 217282 w 336545"/>
                <a:gd name="connsiteY374" fmla="*/ 852064 h 1039608"/>
                <a:gd name="connsiteX375" fmla="*/ 217198 w 336545"/>
                <a:gd name="connsiteY375" fmla="*/ 849974 h 1039608"/>
                <a:gd name="connsiteX376" fmla="*/ 217049 w 336545"/>
                <a:gd name="connsiteY376" fmla="*/ 847273 h 1039608"/>
                <a:gd name="connsiteX377" fmla="*/ 216919 w 336545"/>
                <a:gd name="connsiteY377" fmla="*/ 844579 h 1039608"/>
                <a:gd name="connsiteX378" fmla="*/ 216538 w 336545"/>
                <a:gd name="connsiteY378" fmla="*/ 842390 h 1039608"/>
                <a:gd name="connsiteX379" fmla="*/ 214305 w 336545"/>
                <a:gd name="connsiteY379" fmla="*/ 841646 h 1039608"/>
                <a:gd name="connsiteX380" fmla="*/ 214166 w 336545"/>
                <a:gd name="connsiteY380" fmla="*/ 836018 h 1039608"/>
                <a:gd name="connsiteX381" fmla="*/ 214196 w 336545"/>
                <a:gd name="connsiteY381" fmla="*/ 834415 h 1039608"/>
                <a:gd name="connsiteX382" fmla="*/ 214305 w 336545"/>
                <a:gd name="connsiteY382" fmla="*/ 830484 h 1039608"/>
                <a:gd name="connsiteX383" fmla="*/ 212073 w 336545"/>
                <a:gd name="connsiteY383" fmla="*/ 830484 h 1039608"/>
                <a:gd name="connsiteX384" fmla="*/ 211329 w 336545"/>
                <a:gd name="connsiteY384" fmla="*/ 820066 h 1039608"/>
                <a:gd name="connsiteX385" fmla="*/ 209096 w 336545"/>
                <a:gd name="connsiteY385" fmla="*/ 820066 h 1039608"/>
                <a:gd name="connsiteX386" fmla="*/ 209012 w 336545"/>
                <a:gd name="connsiteY386" fmla="*/ 817813 h 1039608"/>
                <a:gd name="connsiteX387" fmla="*/ 208864 w 336545"/>
                <a:gd name="connsiteY387" fmla="*/ 814903 h 1039608"/>
                <a:gd name="connsiteX388" fmla="*/ 208733 w 336545"/>
                <a:gd name="connsiteY388" fmla="*/ 811999 h 1039608"/>
                <a:gd name="connsiteX389" fmla="*/ 208352 w 336545"/>
                <a:gd name="connsiteY389" fmla="*/ 809648 h 1039608"/>
                <a:gd name="connsiteX390" fmla="*/ 206120 w 336545"/>
                <a:gd name="connsiteY390" fmla="*/ 808904 h 1039608"/>
                <a:gd name="connsiteX391" fmla="*/ 205701 w 336545"/>
                <a:gd name="connsiteY391" fmla="*/ 804067 h 1039608"/>
                <a:gd name="connsiteX392" fmla="*/ 205376 w 336545"/>
                <a:gd name="connsiteY392" fmla="*/ 799230 h 1039608"/>
                <a:gd name="connsiteX393" fmla="*/ 203887 w 336545"/>
                <a:gd name="connsiteY393" fmla="*/ 798486 h 1039608"/>
                <a:gd name="connsiteX394" fmla="*/ 203515 w 336545"/>
                <a:gd name="connsiteY394" fmla="*/ 794067 h 1039608"/>
                <a:gd name="connsiteX395" fmla="*/ 201655 w 336545"/>
                <a:gd name="connsiteY395" fmla="*/ 788068 h 1039608"/>
                <a:gd name="connsiteX396" fmla="*/ 200911 w 336545"/>
                <a:gd name="connsiteY396" fmla="*/ 788068 h 1039608"/>
                <a:gd name="connsiteX397" fmla="*/ 200826 w 336545"/>
                <a:gd name="connsiteY397" fmla="*/ 785815 h 1039608"/>
                <a:gd name="connsiteX398" fmla="*/ 200678 w 336545"/>
                <a:gd name="connsiteY398" fmla="*/ 782905 h 1039608"/>
                <a:gd name="connsiteX399" fmla="*/ 200547 w 336545"/>
                <a:gd name="connsiteY399" fmla="*/ 780001 h 1039608"/>
                <a:gd name="connsiteX400" fmla="*/ 200167 w 336545"/>
                <a:gd name="connsiteY400" fmla="*/ 777650 h 1039608"/>
                <a:gd name="connsiteX401" fmla="*/ 197934 w 336545"/>
                <a:gd name="connsiteY401" fmla="*/ 776906 h 1039608"/>
                <a:gd name="connsiteX402" fmla="*/ 197516 w 336545"/>
                <a:gd name="connsiteY402" fmla="*/ 772069 h 1039608"/>
                <a:gd name="connsiteX403" fmla="*/ 197190 w 336545"/>
                <a:gd name="connsiteY403" fmla="*/ 767232 h 1039608"/>
                <a:gd name="connsiteX404" fmla="*/ 195702 w 336545"/>
                <a:gd name="connsiteY404" fmla="*/ 766488 h 1039608"/>
                <a:gd name="connsiteX405" fmla="*/ 195237 w 336545"/>
                <a:gd name="connsiteY405" fmla="*/ 760860 h 1039608"/>
                <a:gd name="connsiteX406" fmla="*/ 195150 w 336545"/>
                <a:gd name="connsiteY406" fmla="*/ 759257 h 1039608"/>
                <a:gd name="connsiteX407" fmla="*/ 194958 w 336545"/>
                <a:gd name="connsiteY407" fmla="*/ 755326 h 1039608"/>
                <a:gd name="connsiteX408" fmla="*/ 192725 w 336545"/>
                <a:gd name="connsiteY408" fmla="*/ 755326 h 1039608"/>
                <a:gd name="connsiteX409" fmla="*/ 192641 w 336545"/>
                <a:gd name="connsiteY409" fmla="*/ 753236 h 1039608"/>
                <a:gd name="connsiteX410" fmla="*/ 192493 w 336545"/>
                <a:gd name="connsiteY410" fmla="*/ 750535 h 1039608"/>
                <a:gd name="connsiteX411" fmla="*/ 192362 w 336545"/>
                <a:gd name="connsiteY411" fmla="*/ 747841 h 1039608"/>
                <a:gd name="connsiteX412" fmla="*/ 191981 w 336545"/>
                <a:gd name="connsiteY412" fmla="*/ 745652 h 1039608"/>
                <a:gd name="connsiteX413" fmla="*/ 189749 w 336545"/>
                <a:gd name="connsiteY413" fmla="*/ 744908 h 1039608"/>
                <a:gd name="connsiteX414" fmla="*/ 189330 w 336545"/>
                <a:gd name="connsiteY414" fmla="*/ 739699 h 1039608"/>
                <a:gd name="connsiteX415" fmla="*/ 189005 w 336545"/>
                <a:gd name="connsiteY415" fmla="*/ 734490 h 1039608"/>
                <a:gd name="connsiteX416" fmla="*/ 187516 w 336545"/>
                <a:gd name="connsiteY416" fmla="*/ 733745 h 1039608"/>
                <a:gd name="connsiteX417" fmla="*/ 187101 w 336545"/>
                <a:gd name="connsiteY417" fmla="*/ 726816 h 1039608"/>
                <a:gd name="connsiteX418" fmla="*/ 186772 w 336545"/>
                <a:gd name="connsiteY418" fmla="*/ 724816 h 1039608"/>
                <a:gd name="connsiteX419" fmla="*/ 184540 w 336545"/>
                <a:gd name="connsiteY419" fmla="*/ 724072 h 1039608"/>
                <a:gd name="connsiteX420" fmla="*/ 184098 w 336545"/>
                <a:gd name="connsiteY420" fmla="*/ 715979 h 1039608"/>
                <a:gd name="connsiteX421" fmla="*/ 183796 w 336545"/>
                <a:gd name="connsiteY421" fmla="*/ 713654 h 1039608"/>
                <a:gd name="connsiteX422" fmla="*/ 181563 w 336545"/>
                <a:gd name="connsiteY422" fmla="*/ 712910 h 1039608"/>
                <a:gd name="connsiteX423" fmla="*/ 181145 w 336545"/>
                <a:gd name="connsiteY423" fmla="*/ 708073 h 1039608"/>
                <a:gd name="connsiteX424" fmla="*/ 180819 w 336545"/>
                <a:gd name="connsiteY424" fmla="*/ 703236 h 1039608"/>
                <a:gd name="connsiteX425" fmla="*/ 179331 w 336545"/>
                <a:gd name="connsiteY425" fmla="*/ 702492 h 1039608"/>
                <a:gd name="connsiteX426" fmla="*/ 178866 w 336545"/>
                <a:gd name="connsiteY426" fmla="*/ 696864 h 1039608"/>
                <a:gd name="connsiteX427" fmla="*/ 178778 w 336545"/>
                <a:gd name="connsiteY427" fmla="*/ 695261 h 1039608"/>
                <a:gd name="connsiteX428" fmla="*/ 178587 w 336545"/>
                <a:gd name="connsiteY428" fmla="*/ 691329 h 1039608"/>
                <a:gd name="connsiteX429" fmla="*/ 176354 w 336545"/>
                <a:gd name="connsiteY429" fmla="*/ 691329 h 1039608"/>
                <a:gd name="connsiteX430" fmla="*/ 175610 w 336545"/>
                <a:gd name="connsiteY430" fmla="*/ 680912 h 1039608"/>
                <a:gd name="connsiteX431" fmla="*/ 173378 w 336545"/>
                <a:gd name="connsiteY431" fmla="*/ 680912 h 1039608"/>
                <a:gd name="connsiteX432" fmla="*/ 173267 w 336545"/>
                <a:gd name="connsiteY432" fmla="*/ 678659 h 1039608"/>
                <a:gd name="connsiteX433" fmla="*/ 173099 w 336545"/>
                <a:gd name="connsiteY433" fmla="*/ 675749 h 1039608"/>
                <a:gd name="connsiteX434" fmla="*/ 172942 w 336545"/>
                <a:gd name="connsiteY434" fmla="*/ 672845 h 1039608"/>
                <a:gd name="connsiteX435" fmla="*/ 172633 w 336545"/>
                <a:gd name="connsiteY435" fmla="*/ 670494 h 1039608"/>
                <a:gd name="connsiteX436" fmla="*/ 171145 w 336545"/>
                <a:gd name="connsiteY436" fmla="*/ 669749 h 1039608"/>
                <a:gd name="connsiteX437" fmla="*/ 170680 w 336545"/>
                <a:gd name="connsiteY437" fmla="*/ 664494 h 1039608"/>
                <a:gd name="connsiteX438" fmla="*/ 170511 w 336545"/>
                <a:gd name="connsiteY438" fmla="*/ 661584 h 1039608"/>
                <a:gd name="connsiteX439" fmla="*/ 170401 w 336545"/>
                <a:gd name="connsiteY439" fmla="*/ 659331 h 1039608"/>
                <a:gd name="connsiteX440" fmla="*/ 168169 w 336545"/>
                <a:gd name="connsiteY440" fmla="*/ 659331 h 1039608"/>
                <a:gd name="connsiteX441" fmla="*/ 167424 w 336545"/>
                <a:gd name="connsiteY441" fmla="*/ 648913 h 1039608"/>
                <a:gd name="connsiteX442" fmla="*/ 165192 w 336545"/>
                <a:gd name="connsiteY442" fmla="*/ 648913 h 1039608"/>
                <a:gd name="connsiteX443" fmla="*/ 165082 w 336545"/>
                <a:gd name="connsiteY443" fmla="*/ 646498 h 1039608"/>
                <a:gd name="connsiteX444" fmla="*/ 164913 w 336545"/>
                <a:gd name="connsiteY444" fmla="*/ 643379 h 1039608"/>
                <a:gd name="connsiteX445" fmla="*/ 164843 w 336545"/>
                <a:gd name="connsiteY445" fmla="*/ 641785 h 1039608"/>
                <a:gd name="connsiteX446" fmla="*/ 164448 w 336545"/>
                <a:gd name="connsiteY446" fmla="*/ 637751 h 1039608"/>
                <a:gd name="connsiteX447" fmla="*/ 162960 w 336545"/>
                <a:gd name="connsiteY447" fmla="*/ 637007 h 1039608"/>
                <a:gd name="connsiteX448" fmla="*/ 162588 w 336545"/>
                <a:gd name="connsiteY448" fmla="*/ 632961 h 1039608"/>
                <a:gd name="connsiteX449" fmla="*/ 160727 w 336545"/>
                <a:gd name="connsiteY449" fmla="*/ 627333 h 1039608"/>
                <a:gd name="connsiteX450" fmla="*/ 159983 w 336545"/>
                <a:gd name="connsiteY450" fmla="*/ 627333 h 1039608"/>
                <a:gd name="connsiteX451" fmla="*/ 159239 w 336545"/>
                <a:gd name="connsiteY451" fmla="*/ 616171 h 1039608"/>
                <a:gd name="connsiteX452" fmla="*/ 157006 w 336545"/>
                <a:gd name="connsiteY452" fmla="*/ 616171 h 1039608"/>
                <a:gd name="connsiteX453" fmla="*/ 156896 w 336545"/>
                <a:gd name="connsiteY453" fmla="*/ 614081 h 1039608"/>
                <a:gd name="connsiteX454" fmla="*/ 156727 w 336545"/>
                <a:gd name="connsiteY454" fmla="*/ 611381 h 1039608"/>
                <a:gd name="connsiteX455" fmla="*/ 156570 w 336545"/>
                <a:gd name="connsiteY455" fmla="*/ 608686 h 1039608"/>
                <a:gd name="connsiteX456" fmla="*/ 156262 w 336545"/>
                <a:gd name="connsiteY456" fmla="*/ 606497 h 1039608"/>
                <a:gd name="connsiteX457" fmla="*/ 154774 w 336545"/>
                <a:gd name="connsiteY457" fmla="*/ 605753 h 1039608"/>
                <a:gd name="connsiteX458" fmla="*/ 154309 w 336545"/>
                <a:gd name="connsiteY458" fmla="*/ 600126 h 1039608"/>
                <a:gd name="connsiteX459" fmla="*/ 154222 w 336545"/>
                <a:gd name="connsiteY459" fmla="*/ 598523 h 1039608"/>
                <a:gd name="connsiteX460" fmla="*/ 154030 w 336545"/>
                <a:gd name="connsiteY460" fmla="*/ 594591 h 1039608"/>
                <a:gd name="connsiteX461" fmla="*/ 151798 w 336545"/>
                <a:gd name="connsiteY461" fmla="*/ 594591 h 1039608"/>
                <a:gd name="connsiteX462" fmla="*/ 151053 w 336545"/>
                <a:gd name="connsiteY462" fmla="*/ 584173 h 1039608"/>
                <a:gd name="connsiteX463" fmla="*/ 148821 w 336545"/>
                <a:gd name="connsiteY463" fmla="*/ 584173 h 1039608"/>
                <a:gd name="connsiteX464" fmla="*/ 148710 w 336545"/>
                <a:gd name="connsiteY464" fmla="*/ 581920 h 1039608"/>
                <a:gd name="connsiteX465" fmla="*/ 148542 w 336545"/>
                <a:gd name="connsiteY465" fmla="*/ 579011 h 1039608"/>
                <a:gd name="connsiteX466" fmla="*/ 148385 w 336545"/>
                <a:gd name="connsiteY466" fmla="*/ 576107 h 1039608"/>
                <a:gd name="connsiteX467" fmla="*/ 148077 w 336545"/>
                <a:gd name="connsiteY467" fmla="*/ 573755 h 1039608"/>
                <a:gd name="connsiteX468" fmla="*/ 146589 w 336545"/>
                <a:gd name="connsiteY468" fmla="*/ 573011 h 1039608"/>
                <a:gd name="connsiteX469" fmla="*/ 146173 w 336545"/>
                <a:gd name="connsiteY469" fmla="*/ 566081 h 1039608"/>
                <a:gd name="connsiteX470" fmla="*/ 145844 w 336545"/>
                <a:gd name="connsiteY470" fmla="*/ 564081 h 1039608"/>
                <a:gd name="connsiteX471" fmla="*/ 143612 w 336545"/>
                <a:gd name="connsiteY471" fmla="*/ 563337 h 1039608"/>
                <a:gd name="connsiteX472" fmla="*/ 143170 w 336545"/>
                <a:gd name="connsiteY472" fmla="*/ 555245 h 1039608"/>
                <a:gd name="connsiteX473" fmla="*/ 142868 w 336545"/>
                <a:gd name="connsiteY473" fmla="*/ 552919 h 1039608"/>
                <a:gd name="connsiteX474" fmla="*/ 140635 w 336545"/>
                <a:gd name="connsiteY474" fmla="*/ 552175 h 1039608"/>
                <a:gd name="connsiteX475" fmla="*/ 140217 w 336545"/>
                <a:gd name="connsiteY475" fmla="*/ 547338 h 1039608"/>
                <a:gd name="connsiteX476" fmla="*/ 139891 w 336545"/>
                <a:gd name="connsiteY476" fmla="*/ 542501 h 1039608"/>
                <a:gd name="connsiteX477" fmla="*/ 138403 w 336545"/>
                <a:gd name="connsiteY477" fmla="*/ 541757 h 1039608"/>
                <a:gd name="connsiteX478" fmla="*/ 137984 w 336545"/>
                <a:gd name="connsiteY478" fmla="*/ 537757 h 1039608"/>
                <a:gd name="connsiteX479" fmla="*/ 136915 w 336545"/>
                <a:gd name="connsiteY479" fmla="*/ 531339 h 1039608"/>
                <a:gd name="connsiteX480" fmla="*/ 135426 w 336545"/>
                <a:gd name="connsiteY480" fmla="*/ 530595 h 1039608"/>
                <a:gd name="connsiteX481" fmla="*/ 134961 w 336545"/>
                <a:gd name="connsiteY481" fmla="*/ 524968 h 1039608"/>
                <a:gd name="connsiteX482" fmla="*/ 134874 w 336545"/>
                <a:gd name="connsiteY482" fmla="*/ 523364 h 1039608"/>
                <a:gd name="connsiteX483" fmla="*/ 134682 w 336545"/>
                <a:gd name="connsiteY483" fmla="*/ 519433 h 1039608"/>
                <a:gd name="connsiteX484" fmla="*/ 132450 w 336545"/>
                <a:gd name="connsiteY484" fmla="*/ 519433 h 1039608"/>
                <a:gd name="connsiteX485" fmla="*/ 132339 w 336545"/>
                <a:gd name="connsiteY485" fmla="*/ 517343 h 1039608"/>
                <a:gd name="connsiteX486" fmla="*/ 132171 w 336545"/>
                <a:gd name="connsiteY486" fmla="*/ 514643 h 1039608"/>
                <a:gd name="connsiteX487" fmla="*/ 132014 w 336545"/>
                <a:gd name="connsiteY487" fmla="*/ 511948 h 1039608"/>
                <a:gd name="connsiteX488" fmla="*/ 131706 w 336545"/>
                <a:gd name="connsiteY488" fmla="*/ 509759 h 1039608"/>
                <a:gd name="connsiteX489" fmla="*/ 130217 w 336545"/>
                <a:gd name="connsiteY489" fmla="*/ 509015 h 1039608"/>
                <a:gd name="connsiteX490" fmla="*/ 129566 w 336545"/>
                <a:gd name="connsiteY490" fmla="*/ 500923 h 1039608"/>
                <a:gd name="connsiteX491" fmla="*/ 129473 w 336545"/>
                <a:gd name="connsiteY491" fmla="*/ 499341 h 1039608"/>
                <a:gd name="connsiteX492" fmla="*/ 127241 w 336545"/>
                <a:gd name="connsiteY492" fmla="*/ 497853 h 1039608"/>
                <a:gd name="connsiteX493" fmla="*/ 126799 w 336545"/>
                <a:gd name="connsiteY493" fmla="*/ 490897 h 1039608"/>
                <a:gd name="connsiteX494" fmla="*/ 126497 w 336545"/>
                <a:gd name="connsiteY494" fmla="*/ 488923 h 1039608"/>
                <a:gd name="connsiteX495" fmla="*/ 124264 w 336545"/>
                <a:gd name="connsiteY495" fmla="*/ 488179 h 1039608"/>
                <a:gd name="connsiteX496" fmla="*/ 123846 w 336545"/>
                <a:gd name="connsiteY496" fmla="*/ 483017 h 1039608"/>
                <a:gd name="connsiteX497" fmla="*/ 122032 w 336545"/>
                <a:gd name="connsiteY497" fmla="*/ 476273 h 1039608"/>
                <a:gd name="connsiteX498" fmla="*/ 121567 w 336545"/>
                <a:gd name="connsiteY498" fmla="*/ 472599 h 1039608"/>
                <a:gd name="connsiteX499" fmla="*/ 121398 w 336545"/>
                <a:gd name="connsiteY499" fmla="*/ 470625 h 1039608"/>
                <a:gd name="connsiteX500" fmla="*/ 121288 w 336545"/>
                <a:gd name="connsiteY500" fmla="*/ 466599 h 1039608"/>
                <a:gd name="connsiteX501" fmla="*/ 119055 w 336545"/>
                <a:gd name="connsiteY501" fmla="*/ 466599 h 1039608"/>
                <a:gd name="connsiteX502" fmla="*/ 118311 w 336545"/>
                <a:gd name="connsiteY502" fmla="*/ 455437 h 1039608"/>
                <a:gd name="connsiteX503" fmla="*/ 116079 w 336545"/>
                <a:gd name="connsiteY503" fmla="*/ 455437 h 1039608"/>
                <a:gd name="connsiteX504" fmla="*/ 115994 w 336545"/>
                <a:gd name="connsiteY504" fmla="*/ 453399 h 1039608"/>
                <a:gd name="connsiteX505" fmla="*/ 115846 w 336545"/>
                <a:gd name="connsiteY505" fmla="*/ 450740 h 1039608"/>
                <a:gd name="connsiteX506" fmla="*/ 115715 w 336545"/>
                <a:gd name="connsiteY506" fmla="*/ 448097 h 1039608"/>
                <a:gd name="connsiteX507" fmla="*/ 113102 w 336545"/>
                <a:gd name="connsiteY507" fmla="*/ 443531 h 1039608"/>
                <a:gd name="connsiteX508" fmla="*/ 113102 w 336545"/>
                <a:gd name="connsiteY508" fmla="*/ 438322 h 1039608"/>
                <a:gd name="connsiteX509" fmla="*/ 112358 w 336545"/>
                <a:gd name="connsiteY509" fmla="*/ 434601 h 1039608"/>
                <a:gd name="connsiteX510" fmla="*/ 110870 w 336545"/>
                <a:gd name="connsiteY510" fmla="*/ 433857 h 1039608"/>
                <a:gd name="connsiteX511" fmla="*/ 110405 w 336545"/>
                <a:gd name="connsiteY511" fmla="*/ 428601 h 1039608"/>
                <a:gd name="connsiteX512" fmla="*/ 110236 w 336545"/>
                <a:gd name="connsiteY512" fmla="*/ 425692 h 1039608"/>
                <a:gd name="connsiteX513" fmla="*/ 110126 w 336545"/>
                <a:gd name="connsiteY513" fmla="*/ 423439 h 1039608"/>
                <a:gd name="connsiteX514" fmla="*/ 107893 w 336545"/>
                <a:gd name="connsiteY514" fmla="*/ 423439 h 1039608"/>
                <a:gd name="connsiteX515" fmla="*/ 107998 w 336545"/>
                <a:gd name="connsiteY515" fmla="*/ 421186 h 1039608"/>
                <a:gd name="connsiteX516" fmla="*/ 108079 w 336545"/>
                <a:gd name="connsiteY516" fmla="*/ 418276 h 1039608"/>
                <a:gd name="connsiteX517" fmla="*/ 108184 w 336545"/>
                <a:gd name="connsiteY517" fmla="*/ 415373 h 1039608"/>
                <a:gd name="connsiteX518" fmla="*/ 107893 w 336545"/>
                <a:gd name="connsiteY518" fmla="*/ 413021 h 1039608"/>
                <a:gd name="connsiteX519" fmla="*/ 104917 w 336545"/>
                <a:gd name="connsiteY519" fmla="*/ 412277 h 1039608"/>
                <a:gd name="connsiteX520" fmla="*/ 104870 w 336545"/>
                <a:gd name="connsiteY520" fmla="*/ 408277 h 1039608"/>
                <a:gd name="connsiteX521" fmla="*/ 104917 w 336545"/>
                <a:gd name="connsiteY521" fmla="*/ 404091 h 1039608"/>
                <a:gd name="connsiteX522" fmla="*/ 103835 w 336545"/>
                <a:gd name="connsiteY522" fmla="*/ 403048 h 1039608"/>
                <a:gd name="connsiteX523" fmla="*/ 102173 w 336545"/>
                <a:gd name="connsiteY523" fmla="*/ 396510 h 1039608"/>
                <a:gd name="connsiteX524" fmla="*/ 102024 w 336545"/>
                <a:gd name="connsiteY524" fmla="*/ 393641 h 1039608"/>
                <a:gd name="connsiteX525" fmla="*/ 101940 w 336545"/>
                <a:gd name="connsiteY525" fmla="*/ 391441 h 1039608"/>
                <a:gd name="connsiteX526" fmla="*/ 99708 w 336545"/>
                <a:gd name="connsiteY526" fmla="*/ 391441 h 1039608"/>
                <a:gd name="connsiteX527" fmla="*/ 99623 w 336545"/>
                <a:gd name="connsiteY527" fmla="*/ 389240 h 1039608"/>
                <a:gd name="connsiteX528" fmla="*/ 99475 w 336545"/>
                <a:gd name="connsiteY528" fmla="*/ 386371 h 1039608"/>
                <a:gd name="connsiteX529" fmla="*/ 99344 w 336545"/>
                <a:gd name="connsiteY529" fmla="*/ 383520 h 1039608"/>
                <a:gd name="connsiteX530" fmla="*/ 96731 w 336545"/>
                <a:gd name="connsiteY530" fmla="*/ 378790 h 1039608"/>
                <a:gd name="connsiteX531" fmla="*/ 96731 w 336545"/>
                <a:gd name="connsiteY531" fmla="*/ 373581 h 1039608"/>
                <a:gd name="connsiteX532" fmla="*/ 95987 w 336545"/>
                <a:gd name="connsiteY532" fmla="*/ 370605 h 1039608"/>
                <a:gd name="connsiteX533" fmla="*/ 94499 w 336545"/>
                <a:gd name="connsiteY533" fmla="*/ 369861 h 1039608"/>
                <a:gd name="connsiteX534" fmla="*/ 94034 w 336545"/>
                <a:gd name="connsiteY534" fmla="*/ 364233 h 1039608"/>
                <a:gd name="connsiteX535" fmla="*/ 93946 w 336545"/>
                <a:gd name="connsiteY535" fmla="*/ 362630 h 1039608"/>
                <a:gd name="connsiteX536" fmla="*/ 93755 w 336545"/>
                <a:gd name="connsiteY536" fmla="*/ 358699 h 1039608"/>
                <a:gd name="connsiteX537" fmla="*/ 91522 w 336545"/>
                <a:gd name="connsiteY537" fmla="*/ 358699 h 1039608"/>
                <a:gd name="connsiteX538" fmla="*/ 91438 w 336545"/>
                <a:gd name="connsiteY538" fmla="*/ 356609 h 1039608"/>
                <a:gd name="connsiteX539" fmla="*/ 91290 w 336545"/>
                <a:gd name="connsiteY539" fmla="*/ 353908 h 1039608"/>
                <a:gd name="connsiteX540" fmla="*/ 91159 w 336545"/>
                <a:gd name="connsiteY540" fmla="*/ 351214 h 1039608"/>
                <a:gd name="connsiteX541" fmla="*/ 90778 w 336545"/>
                <a:gd name="connsiteY541" fmla="*/ 349025 h 1039608"/>
                <a:gd name="connsiteX542" fmla="*/ 88546 w 336545"/>
                <a:gd name="connsiteY542" fmla="*/ 348281 h 1039608"/>
                <a:gd name="connsiteX543" fmla="*/ 88499 w 336545"/>
                <a:gd name="connsiteY543" fmla="*/ 343955 h 1039608"/>
                <a:gd name="connsiteX544" fmla="*/ 87057 w 336545"/>
                <a:gd name="connsiteY544" fmla="*/ 336374 h 1039608"/>
                <a:gd name="connsiteX545" fmla="*/ 86313 w 336545"/>
                <a:gd name="connsiteY545" fmla="*/ 1025449 h 1039608"/>
                <a:gd name="connsiteX546" fmla="*/ 6690 w 336545"/>
                <a:gd name="connsiteY546" fmla="*/ 1025449 h 1039608"/>
                <a:gd name="connsiteX547" fmla="*/ 6682 w 336545"/>
                <a:gd name="connsiteY547" fmla="*/ 961326 h 1039608"/>
                <a:gd name="connsiteX548" fmla="*/ 6682 w 336545"/>
                <a:gd name="connsiteY548" fmla="*/ 959659 h 1039608"/>
                <a:gd name="connsiteX549" fmla="*/ 6678 w 336545"/>
                <a:gd name="connsiteY549" fmla="*/ 932696 h 1039608"/>
                <a:gd name="connsiteX550" fmla="*/ 6678 w 336545"/>
                <a:gd name="connsiteY550" fmla="*/ 930862 h 1039608"/>
                <a:gd name="connsiteX551" fmla="*/ 6659 w 336545"/>
                <a:gd name="connsiteY551" fmla="*/ 736454 h 1039608"/>
                <a:gd name="connsiteX552" fmla="*/ 6658 w 336545"/>
                <a:gd name="connsiteY552" fmla="*/ 732137 h 1039608"/>
                <a:gd name="connsiteX553" fmla="*/ 6652 w 336545"/>
                <a:gd name="connsiteY553" fmla="*/ 641536 h 1039608"/>
                <a:gd name="connsiteX554" fmla="*/ 6649 w 336545"/>
                <a:gd name="connsiteY554" fmla="*/ 596027 h 1039608"/>
                <a:gd name="connsiteX555" fmla="*/ 6649 w 336545"/>
                <a:gd name="connsiteY555" fmla="*/ 589162 h 1039608"/>
                <a:gd name="connsiteX556" fmla="*/ 6639 w 336545"/>
                <a:gd name="connsiteY556" fmla="*/ 483406 h 1039608"/>
                <a:gd name="connsiteX557" fmla="*/ 6639 w 336545"/>
                <a:gd name="connsiteY557" fmla="*/ 481108 h 1039608"/>
                <a:gd name="connsiteX558" fmla="*/ 6634 w 336545"/>
                <a:gd name="connsiteY558" fmla="*/ 444425 h 1039608"/>
                <a:gd name="connsiteX559" fmla="*/ 6622 w 336545"/>
                <a:gd name="connsiteY559" fmla="*/ 338810 h 1039608"/>
                <a:gd name="connsiteX560" fmla="*/ 6622 w 336545"/>
                <a:gd name="connsiteY560" fmla="*/ 336617 h 1039608"/>
                <a:gd name="connsiteX561" fmla="*/ 6620 w 336545"/>
                <a:gd name="connsiteY561" fmla="*/ 288982 h 1039608"/>
                <a:gd name="connsiteX562" fmla="*/ 6619 w 336545"/>
                <a:gd name="connsiteY562" fmla="*/ 269817 h 1039608"/>
                <a:gd name="connsiteX563" fmla="*/ 6619 w 336545"/>
                <a:gd name="connsiteY563" fmla="*/ 267698 h 1039608"/>
                <a:gd name="connsiteX564" fmla="*/ 6611 w 336545"/>
                <a:gd name="connsiteY564" fmla="*/ 200033 h 1039608"/>
                <a:gd name="connsiteX565" fmla="*/ 6606 w 336545"/>
                <a:gd name="connsiteY565" fmla="*/ 131912 h 1039608"/>
                <a:gd name="connsiteX566" fmla="*/ 6606 w 336545"/>
                <a:gd name="connsiteY566" fmla="*/ 122513 h 1039608"/>
                <a:gd name="connsiteX567" fmla="*/ 6606 w 336545"/>
                <a:gd name="connsiteY567" fmla="*/ 120652 h 1039608"/>
                <a:gd name="connsiteX568" fmla="*/ 6601 w 336545"/>
                <a:gd name="connsiteY568" fmla="*/ 91395 h 1039608"/>
                <a:gd name="connsiteX569" fmla="*/ 6599 w 336545"/>
                <a:gd name="connsiteY569" fmla="*/ 62674 h 1039608"/>
                <a:gd name="connsiteX570" fmla="*/ 6597 w 336545"/>
                <a:gd name="connsiteY570" fmla="*/ 47290 h 1039608"/>
                <a:gd name="connsiteX571" fmla="*/ 6598 w 336545"/>
                <a:gd name="connsiteY571" fmla="*/ 33329 h 1039608"/>
                <a:gd name="connsiteX572" fmla="*/ 6595 w 336545"/>
                <a:gd name="connsiteY572" fmla="*/ 28277 h 1039608"/>
                <a:gd name="connsiteX573" fmla="*/ 6598 w 336545"/>
                <a:gd name="connsiteY573" fmla="*/ 21478 h 1039608"/>
                <a:gd name="connsiteX574" fmla="*/ 6592 w 336545"/>
                <a:gd name="connsiteY574" fmla="*/ 19465 h 1039608"/>
                <a:gd name="connsiteX575" fmla="*/ 7434 w 336545"/>
                <a:gd name="connsiteY575" fmla="*/ 14162 h 1039608"/>
                <a:gd name="connsiteX576" fmla="*/ 13201 w 336545"/>
                <a:gd name="connsiteY576" fmla="*/ 13772 h 1039608"/>
                <a:gd name="connsiteX577" fmla="*/ 14876 w 336545"/>
                <a:gd name="connsiteY577" fmla="*/ 13417 h 1039608"/>
                <a:gd name="connsiteX578" fmla="*/ 15620 w 336545"/>
                <a:gd name="connsiteY578" fmla="*/ 11185 h 1039608"/>
                <a:gd name="connsiteX579" fmla="*/ 20250 w 336545"/>
                <a:gd name="connsiteY579" fmla="*/ 10804 h 1039608"/>
                <a:gd name="connsiteX580" fmla="*/ 23092 w 336545"/>
                <a:gd name="connsiteY580" fmla="*/ 10724 h 1039608"/>
                <a:gd name="connsiteX581" fmla="*/ 26084 w 336545"/>
                <a:gd name="connsiteY581" fmla="*/ 10673 h 1039608"/>
                <a:gd name="connsiteX582" fmla="*/ 29086 w 336545"/>
                <a:gd name="connsiteY582" fmla="*/ 10596 h 1039608"/>
                <a:gd name="connsiteX583" fmla="*/ 36456 w 336545"/>
                <a:gd name="connsiteY583" fmla="*/ 10441 h 1039608"/>
                <a:gd name="connsiteX584" fmla="*/ 36456 w 336545"/>
                <a:gd name="connsiteY584" fmla="*/ 7464 h 1039608"/>
                <a:gd name="connsiteX585" fmla="*/ 57292 w 336545"/>
                <a:gd name="connsiteY585" fmla="*/ 7464 h 1039608"/>
                <a:gd name="connsiteX586" fmla="*/ 57292 w 336545"/>
                <a:gd name="connsiteY586" fmla="*/ 4488 h 1039608"/>
                <a:gd name="connsiteX587" fmla="*/ 59193 w 336545"/>
                <a:gd name="connsiteY587" fmla="*/ 4467 h 1039608"/>
                <a:gd name="connsiteX588" fmla="*/ 66153 w 336545"/>
                <a:gd name="connsiteY588" fmla="*/ 4333 h 1039608"/>
                <a:gd name="connsiteX589" fmla="*/ 69169 w 336545"/>
                <a:gd name="connsiteY589" fmla="*/ 4286 h 1039608"/>
                <a:gd name="connsiteX590" fmla="*/ 73497 w 336545"/>
                <a:gd name="connsiteY590" fmla="*/ 4197 h 1039608"/>
                <a:gd name="connsiteX591" fmla="*/ 76130 w 336545"/>
                <a:gd name="connsiteY591" fmla="*/ 4150 h 1039608"/>
                <a:gd name="connsiteX592" fmla="*/ 78128 w 336545"/>
                <a:gd name="connsiteY592" fmla="*/ 3744 h 1039608"/>
                <a:gd name="connsiteX593" fmla="*/ 78872 w 336545"/>
                <a:gd name="connsiteY593" fmla="*/ 767 h 103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Lst>
              <a:rect l="l" t="t" r="r" b="b"/>
              <a:pathLst>
                <a:path w="336545" h="1039608">
                  <a:moveTo>
                    <a:pt x="78872" y="767"/>
                  </a:moveTo>
                  <a:cubicBezTo>
                    <a:pt x="82868" y="323"/>
                    <a:pt x="82868" y="323"/>
                    <a:pt x="84825" y="767"/>
                  </a:cubicBezTo>
                  <a:cubicBezTo>
                    <a:pt x="86848" y="3802"/>
                    <a:pt x="86630" y="6404"/>
                    <a:pt x="86801" y="9982"/>
                  </a:cubicBezTo>
                  <a:cubicBezTo>
                    <a:pt x="86886" y="10624"/>
                    <a:pt x="86970" y="11267"/>
                    <a:pt x="87057" y="11929"/>
                  </a:cubicBezTo>
                  <a:cubicBezTo>
                    <a:pt x="87794" y="12298"/>
                    <a:pt x="87794" y="12298"/>
                    <a:pt x="88546" y="12673"/>
                  </a:cubicBezTo>
                  <a:cubicBezTo>
                    <a:pt x="88811" y="14984"/>
                    <a:pt x="88876" y="17279"/>
                    <a:pt x="88961" y="19603"/>
                  </a:cubicBezTo>
                  <a:cubicBezTo>
                    <a:pt x="89070" y="20263"/>
                    <a:pt x="89178" y="20923"/>
                    <a:pt x="89290" y="21603"/>
                  </a:cubicBezTo>
                  <a:cubicBezTo>
                    <a:pt x="90395" y="21971"/>
                    <a:pt x="90395" y="21971"/>
                    <a:pt x="91522" y="22347"/>
                  </a:cubicBezTo>
                  <a:cubicBezTo>
                    <a:pt x="91874" y="25051"/>
                    <a:pt x="91898" y="27715"/>
                    <a:pt x="91964" y="30440"/>
                  </a:cubicBezTo>
                  <a:cubicBezTo>
                    <a:pt x="92114" y="31591"/>
                    <a:pt x="92114" y="31591"/>
                    <a:pt x="92266" y="32765"/>
                  </a:cubicBezTo>
                  <a:cubicBezTo>
                    <a:pt x="93371" y="33133"/>
                    <a:pt x="93371" y="33133"/>
                    <a:pt x="94499" y="33509"/>
                  </a:cubicBezTo>
                  <a:cubicBezTo>
                    <a:pt x="94827" y="35672"/>
                    <a:pt x="94827" y="35672"/>
                    <a:pt x="94917" y="38346"/>
                  </a:cubicBezTo>
                  <a:cubicBezTo>
                    <a:pt x="94975" y="39961"/>
                    <a:pt x="95072" y="41576"/>
                    <a:pt x="95243" y="43183"/>
                  </a:cubicBezTo>
                  <a:cubicBezTo>
                    <a:pt x="95734" y="43429"/>
                    <a:pt x="96225" y="43674"/>
                    <a:pt x="96731" y="43927"/>
                  </a:cubicBezTo>
                  <a:cubicBezTo>
                    <a:pt x="96964" y="45824"/>
                    <a:pt x="97113" y="47651"/>
                    <a:pt x="97196" y="49555"/>
                  </a:cubicBezTo>
                  <a:cubicBezTo>
                    <a:pt x="97225" y="50084"/>
                    <a:pt x="97254" y="50613"/>
                    <a:pt x="97283" y="51158"/>
                  </a:cubicBezTo>
                  <a:cubicBezTo>
                    <a:pt x="97354" y="52468"/>
                    <a:pt x="97415" y="53779"/>
                    <a:pt x="97475" y="55089"/>
                  </a:cubicBezTo>
                  <a:cubicBezTo>
                    <a:pt x="98212" y="55089"/>
                    <a:pt x="98949" y="55089"/>
                    <a:pt x="99708" y="55089"/>
                  </a:cubicBezTo>
                  <a:cubicBezTo>
                    <a:pt x="99749" y="56204"/>
                    <a:pt x="99749" y="56204"/>
                    <a:pt x="99792" y="57342"/>
                  </a:cubicBezTo>
                  <a:cubicBezTo>
                    <a:pt x="99841" y="58302"/>
                    <a:pt x="99890" y="59262"/>
                    <a:pt x="99940" y="60252"/>
                  </a:cubicBezTo>
                  <a:cubicBezTo>
                    <a:pt x="99983" y="61210"/>
                    <a:pt x="100027" y="62168"/>
                    <a:pt x="100071" y="63156"/>
                  </a:cubicBezTo>
                  <a:cubicBezTo>
                    <a:pt x="100197" y="63932"/>
                    <a:pt x="100322" y="64708"/>
                    <a:pt x="100452" y="65507"/>
                  </a:cubicBezTo>
                  <a:cubicBezTo>
                    <a:pt x="101557" y="65876"/>
                    <a:pt x="101557" y="65876"/>
                    <a:pt x="102684" y="66251"/>
                  </a:cubicBezTo>
                  <a:cubicBezTo>
                    <a:pt x="103013" y="68414"/>
                    <a:pt x="103013" y="68414"/>
                    <a:pt x="103103" y="71088"/>
                  </a:cubicBezTo>
                  <a:cubicBezTo>
                    <a:pt x="103161" y="72703"/>
                    <a:pt x="103258" y="74318"/>
                    <a:pt x="103428" y="75925"/>
                  </a:cubicBezTo>
                  <a:cubicBezTo>
                    <a:pt x="103919" y="76171"/>
                    <a:pt x="104411" y="76416"/>
                    <a:pt x="104917" y="76669"/>
                  </a:cubicBezTo>
                  <a:cubicBezTo>
                    <a:pt x="105183" y="79174"/>
                    <a:pt x="105248" y="81664"/>
                    <a:pt x="105332" y="84181"/>
                  </a:cubicBezTo>
                  <a:cubicBezTo>
                    <a:pt x="105441" y="84894"/>
                    <a:pt x="105549" y="85608"/>
                    <a:pt x="105661" y="86343"/>
                  </a:cubicBezTo>
                  <a:cubicBezTo>
                    <a:pt x="106397" y="86589"/>
                    <a:pt x="107134" y="86834"/>
                    <a:pt x="107893" y="87087"/>
                  </a:cubicBezTo>
                  <a:cubicBezTo>
                    <a:pt x="108244" y="89598"/>
                    <a:pt x="108269" y="92065"/>
                    <a:pt x="108335" y="94599"/>
                  </a:cubicBezTo>
                  <a:cubicBezTo>
                    <a:pt x="108485" y="95669"/>
                    <a:pt x="108485" y="95669"/>
                    <a:pt x="108637" y="96761"/>
                  </a:cubicBezTo>
                  <a:cubicBezTo>
                    <a:pt x="109374" y="97007"/>
                    <a:pt x="110111" y="97252"/>
                    <a:pt x="110870" y="97505"/>
                  </a:cubicBezTo>
                  <a:cubicBezTo>
                    <a:pt x="111198" y="99831"/>
                    <a:pt x="111198" y="99831"/>
                    <a:pt x="111288" y="102714"/>
                  </a:cubicBezTo>
                  <a:cubicBezTo>
                    <a:pt x="111346" y="104453"/>
                    <a:pt x="111443" y="106192"/>
                    <a:pt x="111614" y="107923"/>
                  </a:cubicBezTo>
                  <a:cubicBezTo>
                    <a:pt x="112105" y="108169"/>
                    <a:pt x="112596" y="108414"/>
                    <a:pt x="113102" y="108667"/>
                  </a:cubicBezTo>
                  <a:cubicBezTo>
                    <a:pt x="113410" y="111019"/>
                    <a:pt x="113410" y="111019"/>
                    <a:pt x="113567" y="113923"/>
                  </a:cubicBezTo>
                  <a:cubicBezTo>
                    <a:pt x="113651" y="115363"/>
                    <a:pt x="113651" y="115363"/>
                    <a:pt x="113736" y="116833"/>
                  </a:cubicBezTo>
                  <a:cubicBezTo>
                    <a:pt x="113772" y="117576"/>
                    <a:pt x="113809" y="118319"/>
                    <a:pt x="113846" y="119085"/>
                  </a:cubicBezTo>
                  <a:cubicBezTo>
                    <a:pt x="114583" y="119085"/>
                    <a:pt x="115320" y="119085"/>
                    <a:pt x="116079" y="119085"/>
                  </a:cubicBezTo>
                  <a:cubicBezTo>
                    <a:pt x="116324" y="122769"/>
                    <a:pt x="116570" y="126452"/>
                    <a:pt x="116823" y="130248"/>
                  </a:cubicBezTo>
                  <a:cubicBezTo>
                    <a:pt x="117560" y="130248"/>
                    <a:pt x="118296" y="130248"/>
                    <a:pt x="119055" y="130248"/>
                  </a:cubicBezTo>
                  <a:cubicBezTo>
                    <a:pt x="119092" y="130937"/>
                    <a:pt x="119128" y="131627"/>
                    <a:pt x="119166" y="132338"/>
                  </a:cubicBezTo>
                  <a:cubicBezTo>
                    <a:pt x="119249" y="133674"/>
                    <a:pt x="119249" y="133674"/>
                    <a:pt x="119334" y="135038"/>
                  </a:cubicBezTo>
                  <a:cubicBezTo>
                    <a:pt x="119386" y="135927"/>
                    <a:pt x="119438" y="136816"/>
                    <a:pt x="119491" y="137733"/>
                  </a:cubicBezTo>
                  <a:cubicBezTo>
                    <a:pt x="119593" y="138455"/>
                    <a:pt x="119695" y="139177"/>
                    <a:pt x="119799" y="139921"/>
                  </a:cubicBezTo>
                  <a:cubicBezTo>
                    <a:pt x="120291" y="140167"/>
                    <a:pt x="120782" y="140412"/>
                    <a:pt x="121288" y="140665"/>
                  </a:cubicBezTo>
                  <a:cubicBezTo>
                    <a:pt x="121520" y="142563"/>
                    <a:pt x="121670" y="144389"/>
                    <a:pt x="121753" y="146293"/>
                  </a:cubicBezTo>
                  <a:cubicBezTo>
                    <a:pt x="121796" y="147087"/>
                    <a:pt x="121796" y="147087"/>
                    <a:pt x="121840" y="147896"/>
                  </a:cubicBezTo>
                  <a:cubicBezTo>
                    <a:pt x="121910" y="149206"/>
                    <a:pt x="121972" y="150517"/>
                    <a:pt x="122032" y="151828"/>
                  </a:cubicBezTo>
                  <a:cubicBezTo>
                    <a:pt x="122769" y="151828"/>
                    <a:pt x="123505" y="151828"/>
                    <a:pt x="124264" y="151828"/>
                  </a:cubicBezTo>
                  <a:cubicBezTo>
                    <a:pt x="124510" y="155266"/>
                    <a:pt x="124755" y="158703"/>
                    <a:pt x="125008" y="162246"/>
                  </a:cubicBezTo>
                  <a:cubicBezTo>
                    <a:pt x="125745" y="162246"/>
                    <a:pt x="126482" y="162246"/>
                    <a:pt x="127241" y="162246"/>
                  </a:cubicBezTo>
                  <a:cubicBezTo>
                    <a:pt x="127241" y="165683"/>
                    <a:pt x="127241" y="169121"/>
                    <a:pt x="127241" y="172664"/>
                  </a:cubicBezTo>
                  <a:cubicBezTo>
                    <a:pt x="127978" y="172664"/>
                    <a:pt x="128714" y="172664"/>
                    <a:pt x="129473" y="172664"/>
                  </a:cubicBezTo>
                  <a:cubicBezTo>
                    <a:pt x="129510" y="173282"/>
                    <a:pt x="129546" y="173901"/>
                    <a:pt x="129584" y="174538"/>
                  </a:cubicBezTo>
                  <a:cubicBezTo>
                    <a:pt x="129639" y="175347"/>
                    <a:pt x="129695" y="176156"/>
                    <a:pt x="129752" y="176989"/>
                  </a:cubicBezTo>
                  <a:cubicBezTo>
                    <a:pt x="129830" y="178193"/>
                    <a:pt x="129830" y="178193"/>
                    <a:pt x="129909" y="179422"/>
                  </a:cubicBezTo>
                  <a:cubicBezTo>
                    <a:pt x="130077" y="181732"/>
                    <a:pt x="130077" y="181732"/>
                    <a:pt x="131706" y="183826"/>
                  </a:cubicBezTo>
                  <a:cubicBezTo>
                    <a:pt x="131951" y="183826"/>
                    <a:pt x="132197" y="183826"/>
                    <a:pt x="132450" y="183826"/>
                  </a:cubicBezTo>
                  <a:cubicBezTo>
                    <a:pt x="132695" y="187264"/>
                    <a:pt x="132941" y="190701"/>
                    <a:pt x="133194" y="194244"/>
                  </a:cubicBezTo>
                  <a:cubicBezTo>
                    <a:pt x="133931" y="194244"/>
                    <a:pt x="134667" y="194244"/>
                    <a:pt x="135426" y="194244"/>
                  </a:cubicBezTo>
                  <a:cubicBezTo>
                    <a:pt x="135463" y="194987"/>
                    <a:pt x="135499" y="195730"/>
                    <a:pt x="135537" y="196496"/>
                  </a:cubicBezTo>
                  <a:cubicBezTo>
                    <a:pt x="135620" y="197937"/>
                    <a:pt x="135620" y="197937"/>
                    <a:pt x="135705" y="199406"/>
                  </a:cubicBezTo>
                  <a:cubicBezTo>
                    <a:pt x="135783" y="200844"/>
                    <a:pt x="135783" y="200844"/>
                    <a:pt x="135862" y="202310"/>
                  </a:cubicBezTo>
                  <a:cubicBezTo>
                    <a:pt x="135964" y="203086"/>
                    <a:pt x="136066" y="203862"/>
                    <a:pt x="136171" y="204662"/>
                  </a:cubicBezTo>
                  <a:cubicBezTo>
                    <a:pt x="136662" y="204907"/>
                    <a:pt x="137153" y="205153"/>
                    <a:pt x="137659" y="205406"/>
                  </a:cubicBezTo>
                  <a:cubicBezTo>
                    <a:pt x="138141" y="207899"/>
                    <a:pt x="138422" y="210396"/>
                    <a:pt x="138729" y="212917"/>
                  </a:cubicBezTo>
                  <a:cubicBezTo>
                    <a:pt x="138867" y="213631"/>
                    <a:pt x="139005" y="214344"/>
                    <a:pt x="139147" y="215080"/>
                  </a:cubicBezTo>
                  <a:cubicBezTo>
                    <a:pt x="139638" y="215325"/>
                    <a:pt x="140129" y="215571"/>
                    <a:pt x="140635" y="215824"/>
                  </a:cubicBezTo>
                  <a:cubicBezTo>
                    <a:pt x="140868" y="217721"/>
                    <a:pt x="141017" y="219547"/>
                    <a:pt x="141100" y="221451"/>
                  </a:cubicBezTo>
                  <a:cubicBezTo>
                    <a:pt x="141129" y="221980"/>
                    <a:pt x="141158" y="222509"/>
                    <a:pt x="141188" y="223054"/>
                  </a:cubicBezTo>
                  <a:cubicBezTo>
                    <a:pt x="141258" y="224364"/>
                    <a:pt x="141320" y="225675"/>
                    <a:pt x="141380" y="226986"/>
                  </a:cubicBezTo>
                  <a:cubicBezTo>
                    <a:pt x="142116" y="226986"/>
                    <a:pt x="142853" y="226986"/>
                    <a:pt x="143612" y="226986"/>
                  </a:cubicBezTo>
                  <a:cubicBezTo>
                    <a:pt x="143667" y="228020"/>
                    <a:pt x="143667" y="228020"/>
                    <a:pt x="143722" y="229076"/>
                  </a:cubicBezTo>
                  <a:cubicBezTo>
                    <a:pt x="143778" y="229967"/>
                    <a:pt x="143834" y="230858"/>
                    <a:pt x="143891" y="231776"/>
                  </a:cubicBezTo>
                  <a:cubicBezTo>
                    <a:pt x="143969" y="233110"/>
                    <a:pt x="143969" y="233110"/>
                    <a:pt x="144048" y="234471"/>
                  </a:cubicBezTo>
                  <a:cubicBezTo>
                    <a:pt x="144150" y="235193"/>
                    <a:pt x="144251" y="235915"/>
                    <a:pt x="144356" y="236660"/>
                  </a:cubicBezTo>
                  <a:cubicBezTo>
                    <a:pt x="144847" y="236905"/>
                    <a:pt x="145338" y="237151"/>
                    <a:pt x="145844" y="237404"/>
                  </a:cubicBezTo>
                  <a:cubicBezTo>
                    <a:pt x="146153" y="239377"/>
                    <a:pt x="146153" y="239377"/>
                    <a:pt x="146309" y="241822"/>
                  </a:cubicBezTo>
                  <a:cubicBezTo>
                    <a:pt x="146393" y="243029"/>
                    <a:pt x="146393" y="243029"/>
                    <a:pt x="146478" y="244261"/>
                  </a:cubicBezTo>
                  <a:cubicBezTo>
                    <a:pt x="146541" y="245447"/>
                    <a:pt x="146589" y="246634"/>
                    <a:pt x="146589" y="247822"/>
                  </a:cubicBezTo>
                  <a:cubicBezTo>
                    <a:pt x="147325" y="247822"/>
                    <a:pt x="148062" y="247822"/>
                    <a:pt x="148821" y="247822"/>
                  </a:cubicBezTo>
                  <a:cubicBezTo>
                    <a:pt x="148863" y="248937"/>
                    <a:pt x="148863" y="248937"/>
                    <a:pt x="148905" y="250074"/>
                  </a:cubicBezTo>
                  <a:cubicBezTo>
                    <a:pt x="148954" y="251035"/>
                    <a:pt x="149003" y="251995"/>
                    <a:pt x="149053" y="252984"/>
                  </a:cubicBezTo>
                  <a:cubicBezTo>
                    <a:pt x="149118" y="254422"/>
                    <a:pt x="149118" y="254422"/>
                    <a:pt x="149184" y="255888"/>
                  </a:cubicBezTo>
                  <a:cubicBezTo>
                    <a:pt x="149310" y="256664"/>
                    <a:pt x="149436" y="257440"/>
                    <a:pt x="149565" y="258240"/>
                  </a:cubicBezTo>
                  <a:cubicBezTo>
                    <a:pt x="150302" y="258485"/>
                    <a:pt x="151038" y="258731"/>
                    <a:pt x="151798" y="258984"/>
                  </a:cubicBezTo>
                  <a:cubicBezTo>
                    <a:pt x="152126" y="261146"/>
                    <a:pt x="152126" y="261146"/>
                    <a:pt x="152216" y="263821"/>
                  </a:cubicBezTo>
                  <a:cubicBezTo>
                    <a:pt x="152274" y="265436"/>
                    <a:pt x="152371" y="267051"/>
                    <a:pt x="152542" y="268658"/>
                  </a:cubicBezTo>
                  <a:cubicBezTo>
                    <a:pt x="153033" y="268903"/>
                    <a:pt x="153524" y="269149"/>
                    <a:pt x="154030" y="269402"/>
                  </a:cubicBezTo>
                  <a:cubicBezTo>
                    <a:pt x="154312" y="271187"/>
                    <a:pt x="154312" y="271187"/>
                    <a:pt x="154449" y="273402"/>
                  </a:cubicBezTo>
                  <a:cubicBezTo>
                    <a:pt x="154601" y="275754"/>
                    <a:pt x="154769" y="277573"/>
                    <a:pt x="155518" y="279820"/>
                  </a:cubicBezTo>
                  <a:cubicBezTo>
                    <a:pt x="156009" y="280065"/>
                    <a:pt x="156500" y="280311"/>
                    <a:pt x="157006" y="280564"/>
                  </a:cubicBezTo>
                  <a:cubicBezTo>
                    <a:pt x="157315" y="282916"/>
                    <a:pt x="157315" y="282916"/>
                    <a:pt x="157472" y="285819"/>
                  </a:cubicBezTo>
                  <a:cubicBezTo>
                    <a:pt x="157555" y="287260"/>
                    <a:pt x="157555" y="287260"/>
                    <a:pt x="157640" y="288729"/>
                  </a:cubicBezTo>
                  <a:cubicBezTo>
                    <a:pt x="157677" y="289473"/>
                    <a:pt x="157713" y="290216"/>
                    <a:pt x="157751" y="290982"/>
                  </a:cubicBezTo>
                  <a:cubicBezTo>
                    <a:pt x="158487" y="290736"/>
                    <a:pt x="159224" y="290491"/>
                    <a:pt x="159983" y="290238"/>
                  </a:cubicBezTo>
                  <a:cubicBezTo>
                    <a:pt x="160025" y="291408"/>
                    <a:pt x="160025" y="291408"/>
                    <a:pt x="160067" y="292601"/>
                  </a:cubicBezTo>
                  <a:cubicBezTo>
                    <a:pt x="160116" y="293627"/>
                    <a:pt x="160166" y="294653"/>
                    <a:pt x="160216" y="295679"/>
                  </a:cubicBezTo>
                  <a:cubicBezTo>
                    <a:pt x="160232" y="296193"/>
                    <a:pt x="160249" y="296707"/>
                    <a:pt x="160266" y="297236"/>
                  </a:cubicBezTo>
                  <a:cubicBezTo>
                    <a:pt x="160429" y="300301"/>
                    <a:pt x="160735" y="301588"/>
                    <a:pt x="162960" y="303632"/>
                  </a:cubicBezTo>
                  <a:cubicBezTo>
                    <a:pt x="163288" y="305615"/>
                    <a:pt x="163288" y="305615"/>
                    <a:pt x="163378" y="307818"/>
                  </a:cubicBezTo>
                  <a:cubicBezTo>
                    <a:pt x="163440" y="309966"/>
                    <a:pt x="163440" y="309966"/>
                    <a:pt x="163704" y="311818"/>
                  </a:cubicBezTo>
                  <a:cubicBezTo>
                    <a:pt x="164195" y="312063"/>
                    <a:pt x="164686" y="312309"/>
                    <a:pt x="165192" y="312562"/>
                  </a:cubicBezTo>
                  <a:cubicBezTo>
                    <a:pt x="165458" y="315067"/>
                    <a:pt x="165523" y="317556"/>
                    <a:pt x="165608" y="320073"/>
                  </a:cubicBezTo>
                  <a:cubicBezTo>
                    <a:pt x="165770" y="321144"/>
                    <a:pt x="165770" y="321144"/>
                    <a:pt x="165936" y="322236"/>
                  </a:cubicBezTo>
                  <a:cubicBezTo>
                    <a:pt x="166673" y="322481"/>
                    <a:pt x="167410" y="322727"/>
                    <a:pt x="168169" y="322980"/>
                  </a:cubicBezTo>
                  <a:cubicBezTo>
                    <a:pt x="168471" y="325253"/>
                    <a:pt x="168471" y="325253"/>
                    <a:pt x="168541" y="328096"/>
                  </a:cubicBezTo>
                  <a:cubicBezTo>
                    <a:pt x="168615" y="332435"/>
                    <a:pt x="168615" y="332435"/>
                    <a:pt x="171145" y="335630"/>
                  </a:cubicBezTo>
                  <a:cubicBezTo>
                    <a:pt x="171363" y="337802"/>
                    <a:pt x="171363" y="337802"/>
                    <a:pt x="171285" y="340235"/>
                  </a:cubicBezTo>
                  <a:cubicBezTo>
                    <a:pt x="171254" y="341448"/>
                    <a:pt x="171254" y="341448"/>
                    <a:pt x="171224" y="342685"/>
                  </a:cubicBezTo>
                  <a:cubicBezTo>
                    <a:pt x="171198" y="343304"/>
                    <a:pt x="171172" y="343923"/>
                    <a:pt x="171145" y="344560"/>
                  </a:cubicBezTo>
                  <a:cubicBezTo>
                    <a:pt x="171882" y="344560"/>
                    <a:pt x="172619" y="344560"/>
                    <a:pt x="173378" y="344560"/>
                  </a:cubicBezTo>
                  <a:cubicBezTo>
                    <a:pt x="173623" y="348243"/>
                    <a:pt x="173869" y="351927"/>
                    <a:pt x="174122" y="355722"/>
                  </a:cubicBezTo>
                  <a:cubicBezTo>
                    <a:pt x="174858" y="355722"/>
                    <a:pt x="175595" y="355722"/>
                    <a:pt x="176354" y="355722"/>
                  </a:cubicBezTo>
                  <a:cubicBezTo>
                    <a:pt x="176396" y="356837"/>
                    <a:pt x="176396" y="356837"/>
                    <a:pt x="176438" y="357975"/>
                  </a:cubicBezTo>
                  <a:cubicBezTo>
                    <a:pt x="176487" y="358935"/>
                    <a:pt x="176536" y="359895"/>
                    <a:pt x="176587" y="360885"/>
                  </a:cubicBezTo>
                  <a:cubicBezTo>
                    <a:pt x="176651" y="362322"/>
                    <a:pt x="176651" y="362322"/>
                    <a:pt x="176717" y="363788"/>
                  </a:cubicBezTo>
                  <a:cubicBezTo>
                    <a:pt x="176843" y="364564"/>
                    <a:pt x="176969" y="365341"/>
                    <a:pt x="177098" y="366140"/>
                  </a:cubicBezTo>
                  <a:cubicBezTo>
                    <a:pt x="177835" y="366386"/>
                    <a:pt x="178572" y="366631"/>
                    <a:pt x="179331" y="366884"/>
                  </a:cubicBezTo>
                  <a:cubicBezTo>
                    <a:pt x="179659" y="369047"/>
                    <a:pt x="179659" y="369047"/>
                    <a:pt x="179749" y="371721"/>
                  </a:cubicBezTo>
                  <a:cubicBezTo>
                    <a:pt x="179807" y="373336"/>
                    <a:pt x="179904" y="374951"/>
                    <a:pt x="180075" y="376558"/>
                  </a:cubicBezTo>
                  <a:cubicBezTo>
                    <a:pt x="180566" y="376804"/>
                    <a:pt x="181057" y="377049"/>
                    <a:pt x="181563" y="377302"/>
                  </a:cubicBezTo>
                  <a:cubicBezTo>
                    <a:pt x="181828" y="379613"/>
                    <a:pt x="181894" y="381908"/>
                    <a:pt x="181979" y="384232"/>
                  </a:cubicBezTo>
                  <a:cubicBezTo>
                    <a:pt x="182087" y="384892"/>
                    <a:pt x="182196" y="385552"/>
                    <a:pt x="182307" y="386232"/>
                  </a:cubicBezTo>
                  <a:cubicBezTo>
                    <a:pt x="183044" y="386477"/>
                    <a:pt x="183781" y="386723"/>
                    <a:pt x="184540" y="386976"/>
                  </a:cubicBezTo>
                  <a:cubicBezTo>
                    <a:pt x="184650" y="389400"/>
                    <a:pt x="184549" y="391724"/>
                    <a:pt x="184387" y="394141"/>
                  </a:cubicBezTo>
                  <a:cubicBezTo>
                    <a:pt x="184290" y="395815"/>
                    <a:pt x="184290" y="395815"/>
                    <a:pt x="184540" y="398138"/>
                  </a:cubicBezTo>
                  <a:cubicBezTo>
                    <a:pt x="185524" y="398415"/>
                    <a:pt x="186517" y="398663"/>
                    <a:pt x="187516" y="398882"/>
                  </a:cubicBezTo>
                  <a:cubicBezTo>
                    <a:pt x="187807" y="401071"/>
                    <a:pt x="187807" y="401071"/>
                    <a:pt x="187702" y="403766"/>
                  </a:cubicBezTo>
                  <a:cubicBezTo>
                    <a:pt x="187675" y="404657"/>
                    <a:pt x="187649" y="405548"/>
                    <a:pt x="187621" y="406466"/>
                  </a:cubicBezTo>
                  <a:cubicBezTo>
                    <a:pt x="187586" y="407156"/>
                    <a:pt x="187552" y="407845"/>
                    <a:pt x="187516" y="408556"/>
                  </a:cubicBezTo>
                  <a:cubicBezTo>
                    <a:pt x="188253" y="408556"/>
                    <a:pt x="188990" y="408556"/>
                    <a:pt x="189749" y="408556"/>
                  </a:cubicBezTo>
                  <a:cubicBezTo>
                    <a:pt x="189994" y="412240"/>
                    <a:pt x="190240" y="415923"/>
                    <a:pt x="190493" y="419718"/>
                  </a:cubicBezTo>
                  <a:cubicBezTo>
                    <a:pt x="191230" y="419718"/>
                    <a:pt x="191966" y="419718"/>
                    <a:pt x="192725" y="419718"/>
                  </a:cubicBezTo>
                  <a:cubicBezTo>
                    <a:pt x="192753" y="420408"/>
                    <a:pt x="192781" y="421098"/>
                    <a:pt x="192810" y="421808"/>
                  </a:cubicBezTo>
                  <a:cubicBezTo>
                    <a:pt x="192858" y="422699"/>
                    <a:pt x="192907" y="423590"/>
                    <a:pt x="192958" y="424509"/>
                  </a:cubicBezTo>
                  <a:cubicBezTo>
                    <a:pt x="193023" y="425842"/>
                    <a:pt x="193023" y="425842"/>
                    <a:pt x="193089" y="427203"/>
                  </a:cubicBezTo>
                  <a:cubicBezTo>
                    <a:pt x="193214" y="427925"/>
                    <a:pt x="193340" y="428648"/>
                    <a:pt x="193469" y="429392"/>
                  </a:cubicBezTo>
                  <a:cubicBezTo>
                    <a:pt x="194206" y="429638"/>
                    <a:pt x="194943" y="429883"/>
                    <a:pt x="195702" y="430136"/>
                  </a:cubicBezTo>
                  <a:cubicBezTo>
                    <a:pt x="196030" y="432462"/>
                    <a:pt x="196030" y="432462"/>
                    <a:pt x="196120" y="435345"/>
                  </a:cubicBezTo>
                  <a:cubicBezTo>
                    <a:pt x="196178" y="437084"/>
                    <a:pt x="196275" y="438823"/>
                    <a:pt x="196446" y="440554"/>
                  </a:cubicBezTo>
                  <a:cubicBezTo>
                    <a:pt x="196937" y="440800"/>
                    <a:pt x="197428" y="441045"/>
                    <a:pt x="197934" y="441298"/>
                  </a:cubicBezTo>
                  <a:cubicBezTo>
                    <a:pt x="198167" y="443195"/>
                    <a:pt x="198316" y="445022"/>
                    <a:pt x="198399" y="446926"/>
                  </a:cubicBezTo>
                  <a:cubicBezTo>
                    <a:pt x="198428" y="447455"/>
                    <a:pt x="198457" y="447984"/>
                    <a:pt x="198487" y="448529"/>
                  </a:cubicBezTo>
                  <a:cubicBezTo>
                    <a:pt x="198557" y="449839"/>
                    <a:pt x="198618" y="451150"/>
                    <a:pt x="198678" y="452460"/>
                  </a:cubicBezTo>
                  <a:cubicBezTo>
                    <a:pt x="199415" y="452460"/>
                    <a:pt x="200152" y="452460"/>
                    <a:pt x="200911" y="452460"/>
                  </a:cubicBezTo>
                  <a:cubicBezTo>
                    <a:pt x="200939" y="453150"/>
                    <a:pt x="200966" y="453840"/>
                    <a:pt x="200995" y="454550"/>
                  </a:cubicBezTo>
                  <a:cubicBezTo>
                    <a:pt x="201044" y="455441"/>
                    <a:pt x="201093" y="456333"/>
                    <a:pt x="201143" y="457251"/>
                  </a:cubicBezTo>
                  <a:cubicBezTo>
                    <a:pt x="201187" y="458140"/>
                    <a:pt x="201230" y="459029"/>
                    <a:pt x="201274" y="459945"/>
                  </a:cubicBezTo>
                  <a:cubicBezTo>
                    <a:pt x="201400" y="460668"/>
                    <a:pt x="201525" y="461390"/>
                    <a:pt x="201655" y="462134"/>
                  </a:cubicBezTo>
                  <a:cubicBezTo>
                    <a:pt x="202392" y="462380"/>
                    <a:pt x="203128" y="462625"/>
                    <a:pt x="203887" y="462878"/>
                  </a:cubicBezTo>
                  <a:cubicBezTo>
                    <a:pt x="204053" y="464852"/>
                    <a:pt x="204053" y="464852"/>
                    <a:pt x="203934" y="467297"/>
                  </a:cubicBezTo>
                  <a:cubicBezTo>
                    <a:pt x="203791" y="469674"/>
                    <a:pt x="203791" y="469674"/>
                    <a:pt x="203887" y="471808"/>
                  </a:cubicBezTo>
                  <a:cubicBezTo>
                    <a:pt x="205113" y="473384"/>
                    <a:pt x="205113" y="473384"/>
                    <a:pt x="206120" y="473296"/>
                  </a:cubicBezTo>
                  <a:cubicBezTo>
                    <a:pt x="206148" y="473986"/>
                    <a:pt x="206175" y="474676"/>
                    <a:pt x="206204" y="475386"/>
                  </a:cubicBezTo>
                  <a:cubicBezTo>
                    <a:pt x="206253" y="476277"/>
                    <a:pt x="206302" y="477169"/>
                    <a:pt x="206352" y="478087"/>
                  </a:cubicBezTo>
                  <a:cubicBezTo>
                    <a:pt x="206395" y="478976"/>
                    <a:pt x="206439" y="479865"/>
                    <a:pt x="206483" y="480781"/>
                  </a:cubicBezTo>
                  <a:cubicBezTo>
                    <a:pt x="206609" y="481504"/>
                    <a:pt x="206734" y="482226"/>
                    <a:pt x="206864" y="482970"/>
                  </a:cubicBezTo>
                  <a:cubicBezTo>
                    <a:pt x="207601" y="483216"/>
                    <a:pt x="208337" y="483461"/>
                    <a:pt x="209096" y="483714"/>
                  </a:cubicBezTo>
                  <a:cubicBezTo>
                    <a:pt x="209448" y="486418"/>
                    <a:pt x="209472" y="489082"/>
                    <a:pt x="209538" y="491807"/>
                  </a:cubicBezTo>
                  <a:cubicBezTo>
                    <a:pt x="209638" y="492574"/>
                    <a:pt x="209738" y="493342"/>
                    <a:pt x="209840" y="494132"/>
                  </a:cubicBezTo>
                  <a:cubicBezTo>
                    <a:pt x="210577" y="494378"/>
                    <a:pt x="211314" y="494623"/>
                    <a:pt x="212073" y="494876"/>
                  </a:cubicBezTo>
                  <a:cubicBezTo>
                    <a:pt x="212401" y="497039"/>
                    <a:pt x="212401" y="497039"/>
                    <a:pt x="212491" y="499713"/>
                  </a:cubicBezTo>
                  <a:cubicBezTo>
                    <a:pt x="212549" y="501328"/>
                    <a:pt x="212646" y="502943"/>
                    <a:pt x="212817" y="504550"/>
                  </a:cubicBezTo>
                  <a:cubicBezTo>
                    <a:pt x="213308" y="504796"/>
                    <a:pt x="213799" y="505041"/>
                    <a:pt x="214305" y="505294"/>
                  </a:cubicBezTo>
                  <a:cubicBezTo>
                    <a:pt x="214572" y="507557"/>
                    <a:pt x="214636" y="509803"/>
                    <a:pt x="214721" y="512079"/>
                  </a:cubicBezTo>
                  <a:cubicBezTo>
                    <a:pt x="214834" y="514229"/>
                    <a:pt x="214834" y="514229"/>
                    <a:pt x="216169" y="515343"/>
                  </a:cubicBezTo>
                  <a:cubicBezTo>
                    <a:pt x="218244" y="517419"/>
                    <a:pt x="217643" y="520574"/>
                    <a:pt x="217724" y="523366"/>
                  </a:cubicBezTo>
                  <a:cubicBezTo>
                    <a:pt x="217823" y="524033"/>
                    <a:pt x="217923" y="524699"/>
                    <a:pt x="218026" y="525386"/>
                  </a:cubicBezTo>
                  <a:cubicBezTo>
                    <a:pt x="218763" y="525877"/>
                    <a:pt x="219499" y="526368"/>
                    <a:pt x="220258" y="526874"/>
                  </a:cubicBezTo>
                  <a:cubicBezTo>
                    <a:pt x="220587" y="529273"/>
                    <a:pt x="220587" y="529273"/>
                    <a:pt x="220677" y="532130"/>
                  </a:cubicBezTo>
                  <a:cubicBezTo>
                    <a:pt x="220735" y="533853"/>
                    <a:pt x="220831" y="535577"/>
                    <a:pt x="221003" y="537292"/>
                  </a:cubicBezTo>
                  <a:cubicBezTo>
                    <a:pt x="221494" y="537538"/>
                    <a:pt x="221985" y="537784"/>
                    <a:pt x="222491" y="538037"/>
                  </a:cubicBezTo>
                  <a:cubicBezTo>
                    <a:pt x="222757" y="540541"/>
                    <a:pt x="222822" y="543031"/>
                    <a:pt x="222907" y="545548"/>
                  </a:cubicBezTo>
                  <a:cubicBezTo>
                    <a:pt x="223015" y="546261"/>
                    <a:pt x="223123" y="546975"/>
                    <a:pt x="223235" y="547710"/>
                  </a:cubicBezTo>
                  <a:cubicBezTo>
                    <a:pt x="223972" y="547956"/>
                    <a:pt x="224708" y="548201"/>
                    <a:pt x="225467" y="548455"/>
                  </a:cubicBezTo>
                  <a:cubicBezTo>
                    <a:pt x="225818" y="550965"/>
                    <a:pt x="225843" y="553432"/>
                    <a:pt x="225909" y="555966"/>
                  </a:cubicBezTo>
                  <a:cubicBezTo>
                    <a:pt x="226009" y="556679"/>
                    <a:pt x="226109" y="557393"/>
                    <a:pt x="226212" y="558128"/>
                  </a:cubicBezTo>
                  <a:cubicBezTo>
                    <a:pt x="226948" y="558374"/>
                    <a:pt x="227685" y="558619"/>
                    <a:pt x="228444" y="558872"/>
                  </a:cubicBezTo>
                  <a:cubicBezTo>
                    <a:pt x="228772" y="561198"/>
                    <a:pt x="228772" y="561198"/>
                    <a:pt x="228863" y="564081"/>
                  </a:cubicBezTo>
                  <a:cubicBezTo>
                    <a:pt x="228920" y="565820"/>
                    <a:pt x="229017" y="567559"/>
                    <a:pt x="229188" y="569290"/>
                  </a:cubicBezTo>
                  <a:cubicBezTo>
                    <a:pt x="229679" y="569536"/>
                    <a:pt x="230170" y="569782"/>
                    <a:pt x="230676" y="570035"/>
                  </a:cubicBezTo>
                  <a:cubicBezTo>
                    <a:pt x="230985" y="572386"/>
                    <a:pt x="230985" y="572386"/>
                    <a:pt x="231141" y="575290"/>
                  </a:cubicBezTo>
                  <a:cubicBezTo>
                    <a:pt x="231197" y="576250"/>
                    <a:pt x="231253" y="577210"/>
                    <a:pt x="231310" y="578200"/>
                  </a:cubicBezTo>
                  <a:cubicBezTo>
                    <a:pt x="231347" y="578943"/>
                    <a:pt x="231383" y="579687"/>
                    <a:pt x="231421" y="580453"/>
                  </a:cubicBezTo>
                  <a:cubicBezTo>
                    <a:pt x="232157" y="580453"/>
                    <a:pt x="232894" y="580453"/>
                    <a:pt x="233653" y="580453"/>
                  </a:cubicBezTo>
                  <a:cubicBezTo>
                    <a:pt x="233899" y="584136"/>
                    <a:pt x="234144" y="587820"/>
                    <a:pt x="234397" y="591615"/>
                  </a:cubicBezTo>
                  <a:cubicBezTo>
                    <a:pt x="235134" y="591615"/>
                    <a:pt x="235871" y="591615"/>
                    <a:pt x="236630" y="591615"/>
                  </a:cubicBezTo>
                  <a:cubicBezTo>
                    <a:pt x="236666" y="592304"/>
                    <a:pt x="236702" y="592994"/>
                    <a:pt x="236740" y="593705"/>
                  </a:cubicBezTo>
                  <a:cubicBezTo>
                    <a:pt x="236823" y="595041"/>
                    <a:pt x="236823" y="595041"/>
                    <a:pt x="236909" y="596405"/>
                  </a:cubicBezTo>
                  <a:cubicBezTo>
                    <a:pt x="236960" y="597294"/>
                    <a:pt x="237012" y="598183"/>
                    <a:pt x="237066" y="599100"/>
                  </a:cubicBezTo>
                  <a:cubicBezTo>
                    <a:pt x="237167" y="599822"/>
                    <a:pt x="237269" y="600544"/>
                    <a:pt x="237374" y="601288"/>
                  </a:cubicBezTo>
                  <a:cubicBezTo>
                    <a:pt x="237865" y="601534"/>
                    <a:pt x="238356" y="601780"/>
                    <a:pt x="238862" y="602033"/>
                  </a:cubicBezTo>
                  <a:cubicBezTo>
                    <a:pt x="239129" y="604295"/>
                    <a:pt x="239193" y="606541"/>
                    <a:pt x="239278" y="608817"/>
                  </a:cubicBezTo>
                  <a:cubicBezTo>
                    <a:pt x="239384" y="610965"/>
                    <a:pt x="239384" y="610965"/>
                    <a:pt x="240716" y="612029"/>
                  </a:cubicBezTo>
                  <a:cubicBezTo>
                    <a:pt x="242540" y="613923"/>
                    <a:pt x="242233" y="615991"/>
                    <a:pt x="242350" y="618543"/>
                  </a:cubicBezTo>
                  <a:cubicBezTo>
                    <a:pt x="242399" y="619490"/>
                    <a:pt x="242448" y="620437"/>
                    <a:pt x="242498" y="621412"/>
                  </a:cubicBezTo>
                  <a:cubicBezTo>
                    <a:pt x="242526" y="622138"/>
                    <a:pt x="242554" y="622865"/>
                    <a:pt x="242583" y="623613"/>
                  </a:cubicBezTo>
                  <a:cubicBezTo>
                    <a:pt x="243319" y="623367"/>
                    <a:pt x="244056" y="623122"/>
                    <a:pt x="244815" y="622869"/>
                  </a:cubicBezTo>
                  <a:cubicBezTo>
                    <a:pt x="244815" y="626552"/>
                    <a:pt x="244815" y="630236"/>
                    <a:pt x="244815" y="634031"/>
                  </a:cubicBezTo>
                  <a:cubicBezTo>
                    <a:pt x="245552" y="634031"/>
                    <a:pt x="246288" y="634031"/>
                    <a:pt x="247048" y="634031"/>
                  </a:cubicBezTo>
                  <a:cubicBezTo>
                    <a:pt x="247293" y="637714"/>
                    <a:pt x="247539" y="641398"/>
                    <a:pt x="247792" y="645193"/>
                  </a:cubicBezTo>
                  <a:cubicBezTo>
                    <a:pt x="248528" y="645193"/>
                    <a:pt x="249265" y="645193"/>
                    <a:pt x="250024" y="645193"/>
                  </a:cubicBezTo>
                  <a:cubicBezTo>
                    <a:pt x="250052" y="645882"/>
                    <a:pt x="250080" y="646572"/>
                    <a:pt x="250108" y="647283"/>
                  </a:cubicBezTo>
                  <a:cubicBezTo>
                    <a:pt x="250157" y="648174"/>
                    <a:pt x="250206" y="649065"/>
                    <a:pt x="250257" y="649983"/>
                  </a:cubicBezTo>
                  <a:cubicBezTo>
                    <a:pt x="250300" y="650872"/>
                    <a:pt x="250343" y="651762"/>
                    <a:pt x="250387" y="652678"/>
                  </a:cubicBezTo>
                  <a:cubicBezTo>
                    <a:pt x="250513" y="653400"/>
                    <a:pt x="250639" y="654122"/>
                    <a:pt x="250768" y="654867"/>
                  </a:cubicBezTo>
                  <a:cubicBezTo>
                    <a:pt x="251505" y="655112"/>
                    <a:pt x="252242" y="655358"/>
                    <a:pt x="253001" y="655611"/>
                  </a:cubicBezTo>
                  <a:cubicBezTo>
                    <a:pt x="253329" y="657936"/>
                    <a:pt x="253329" y="657936"/>
                    <a:pt x="253419" y="660820"/>
                  </a:cubicBezTo>
                  <a:cubicBezTo>
                    <a:pt x="253477" y="662558"/>
                    <a:pt x="253574" y="664297"/>
                    <a:pt x="253745" y="666029"/>
                  </a:cubicBezTo>
                  <a:cubicBezTo>
                    <a:pt x="254236" y="666274"/>
                    <a:pt x="254727" y="666520"/>
                    <a:pt x="255233" y="666773"/>
                  </a:cubicBezTo>
                  <a:cubicBezTo>
                    <a:pt x="255704" y="668962"/>
                    <a:pt x="255704" y="668962"/>
                    <a:pt x="256070" y="671656"/>
                  </a:cubicBezTo>
                  <a:cubicBezTo>
                    <a:pt x="256195" y="672547"/>
                    <a:pt x="256320" y="673439"/>
                    <a:pt x="256448" y="674357"/>
                  </a:cubicBezTo>
                  <a:cubicBezTo>
                    <a:pt x="256538" y="675046"/>
                    <a:pt x="256628" y="675736"/>
                    <a:pt x="256721" y="676447"/>
                  </a:cubicBezTo>
                  <a:cubicBezTo>
                    <a:pt x="257212" y="676447"/>
                    <a:pt x="257704" y="676447"/>
                    <a:pt x="258210" y="676447"/>
                  </a:cubicBezTo>
                  <a:cubicBezTo>
                    <a:pt x="258455" y="680376"/>
                    <a:pt x="258701" y="684305"/>
                    <a:pt x="258954" y="688353"/>
                  </a:cubicBezTo>
                  <a:cubicBezTo>
                    <a:pt x="259690" y="688107"/>
                    <a:pt x="260427" y="687862"/>
                    <a:pt x="261186" y="687609"/>
                  </a:cubicBezTo>
                  <a:cubicBezTo>
                    <a:pt x="261231" y="688344"/>
                    <a:pt x="261276" y="689078"/>
                    <a:pt x="261323" y="689835"/>
                  </a:cubicBezTo>
                  <a:cubicBezTo>
                    <a:pt x="261416" y="691266"/>
                    <a:pt x="261416" y="691266"/>
                    <a:pt x="261512" y="692725"/>
                  </a:cubicBezTo>
                  <a:cubicBezTo>
                    <a:pt x="261572" y="693674"/>
                    <a:pt x="261633" y="694624"/>
                    <a:pt x="261695" y="695602"/>
                  </a:cubicBezTo>
                  <a:cubicBezTo>
                    <a:pt x="261776" y="697940"/>
                    <a:pt x="261776" y="697940"/>
                    <a:pt x="262674" y="699515"/>
                  </a:cubicBezTo>
                  <a:cubicBezTo>
                    <a:pt x="262675" y="698922"/>
                    <a:pt x="262676" y="698328"/>
                    <a:pt x="262676" y="697717"/>
                  </a:cubicBezTo>
                  <a:cubicBezTo>
                    <a:pt x="262734" y="633140"/>
                    <a:pt x="262792" y="568562"/>
                    <a:pt x="262856" y="503985"/>
                  </a:cubicBezTo>
                  <a:cubicBezTo>
                    <a:pt x="262857" y="502539"/>
                    <a:pt x="262857" y="502539"/>
                    <a:pt x="262859" y="501064"/>
                  </a:cubicBezTo>
                  <a:cubicBezTo>
                    <a:pt x="262879" y="480630"/>
                    <a:pt x="262899" y="460195"/>
                    <a:pt x="262919" y="439760"/>
                  </a:cubicBezTo>
                  <a:cubicBezTo>
                    <a:pt x="262930" y="429495"/>
                    <a:pt x="262940" y="419231"/>
                    <a:pt x="262950" y="408966"/>
                  </a:cubicBezTo>
                  <a:cubicBezTo>
                    <a:pt x="262952" y="407418"/>
                    <a:pt x="262953" y="405869"/>
                    <a:pt x="262955" y="404321"/>
                  </a:cubicBezTo>
                  <a:cubicBezTo>
                    <a:pt x="262970" y="389292"/>
                    <a:pt x="262984" y="374262"/>
                    <a:pt x="262999" y="359233"/>
                  </a:cubicBezTo>
                  <a:cubicBezTo>
                    <a:pt x="262999" y="358719"/>
                    <a:pt x="263000" y="358205"/>
                    <a:pt x="263000" y="357675"/>
                  </a:cubicBezTo>
                  <a:cubicBezTo>
                    <a:pt x="263008" y="349372"/>
                    <a:pt x="263015" y="341069"/>
                    <a:pt x="263023" y="332766"/>
                  </a:cubicBezTo>
                  <a:cubicBezTo>
                    <a:pt x="263023" y="332253"/>
                    <a:pt x="263023" y="331740"/>
                    <a:pt x="263024" y="331211"/>
                  </a:cubicBezTo>
                  <a:cubicBezTo>
                    <a:pt x="263031" y="322939"/>
                    <a:pt x="263039" y="314666"/>
                    <a:pt x="263046" y="306393"/>
                  </a:cubicBezTo>
                  <a:cubicBezTo>
                    <a:pt x="263076" y="271817"/>
                    <a:pt x="263109" y="237241"/>
                    <a:pt x="263145" y="202665"/>
                  </a:cubicBezTo>
                  <a:cubicBezTo>
                    <a:pt x="263150" y="197860"/>
                    <a:pt x="263155" y="193055"/>
                    <a:pt x="263160" y="188250"/>
                  </a:cubicBezTo>
                  <a:cubicBezTo>
                    <a:pt x="263161" y="187304"/>
                    <a:pt x="263162" y="186358"/>
                    <a:pt x="263163" y="185384"/>
                  </a:cubicBezTo>
                  <a:cubicBezTo>
                    <a:pt x="263179" y="170128"/>
                    <a:pt x="263192" y="154873"/>
                    <a:pt x="263204" y="139618"/>
                  </a:cubicBezTo>
                  <a:cubicBezTo>
                    <a:pt x="263217" y="124300"/>
                    <a:pt x="263232" y="108981"/>
                    <a:pt x="263249" y="93663"/>
                  </a:cubicBezTo>
                  <a:cubicBezTo>
                    <a:pt x="263260" y="84551"/>
                    <a:pt x="263268" y="75438"/>
                    <a:pt x="263274" y="66325"/>
                  </a:cubicBezTo>
                  <a:cubicBezTo>
                    <a:pt x="263278" y="60249"/>
                    <a:pt x="263284" y="54172"/>
                    <a:pt x="263293" y="48096"/>
                  </a:cubicBezTo>
                  <a:cubicBezTo>
                    <a:pt x="263298" y="44627"/>
                    <a:pt x="263301" y="41158"/>
                    <a:pt x="263302" y="37689"/>
                  </a:cubicBezTo>
                  <a:cubicBezTo>
                    <a:pt x="263302" y="34539"/>
                    <a:pt x="263306" y="31389"/>
                    <a:pt x="263313" y="28240"/>
                  </a:cubicBezTo>
                  <a:cubicBezTo>
                    <a:pt x="263315" y="27101"/>
                    <a:pt x="263315" y="25963"/>
                    <a:pt x="263314" y="24824"/>
                  </a:cubicBezTo>
                  <a:cubicBezTo>
                    <a:pt x="263313" y="23289"/>
                    <a:pt x="263317" y="21754"/>
                    <a:pt x="263321" y="20220"/>
                  </a:cubicBezTo>
                  <a:cubicBezTo>
                    <a:pt x="263323" y="18940"/>
                    <a:pt x="263323" y="18940"/>
                    <a:pt x="263324" y="17634"/>
                  </a:cubicBezTo>
                  <a:cubicBezTo>
                    <a:pt x="263419" y="15650"/>
                    <a:pt x="263419" y="15650"/>
                    <a:pt x="264163" y="14162"/>
                  </a:cubicBezTo>
                  <a:cubicBezTo>
                    <a:pt x="265472" y="13976"/>
                    <a:pt x="265472" y="13976"/>
                    <a:pt x="267214" y="13978"/>
                  </a:cubicBezTo>
                  <a:cubicBezTo>
                    <a:pt x="268200" y="13973"/>
                    <a:pt x="268200" y="13973"/>
                    <a:pt x="269206" y="13968"/>
                  </a:cubicBezTo>
                  <a:cubicBezTo>
                    <a:pt x="270296" y="13974"/>
                    <a:pt x="270296" y="13974"/>
                    <a:pt x="271408" y="13981"/>
                  </a:cubicBezTo>
                  <a:cubicBezTo>
                    <a:pt x="272169" y="13979"/>
                    <a:pt x="272930" y="13978"/>
                    <a:pt x="273714" y="13977"/>
                  </a:cubicBezTo>
                  <a:cubicBezTo>
                    <a:pt x="276243" y="13974"/>
                    <a:pt x="278772" y="13982"/>
                    <a:pt x="281301" y="13990"/>
                  </a:cubicBezTo>
                  <a:cubicBezTo>
                    <a:pt x="283050" y="13991"/>
                    <a:pt x="284799" y="13991"/>
                    <a:pt x="286548" y="13991"/>
                  </a:cubicBezTo>
                  <a:cubicBezTo>
                    <a:pt x="290219" y="13992"/>
                    <a:pt x="293890" y="13998"/>
                    <a:pt x="297561" y="14008"/>
                  </a:cubicBezTo>
                  <a:cubicBezTo>
                    <a:pt x="302278" y="14021"/>
                    <a:pt x="306995" y="14024"/>
                    <a:pt x="311712" y="14023"/>
                  </a:cubicBezTo>
                  <a:cubicBezTo>
                    <a:pt x="315326" y="14024"/>
                    <a:pt x="318939" y="14028"/>
                    <a:pt x="322552" y="14033"/>
                  </a:cubicBezTo>
                  <a:cubicBezTo>
                    <a:pt x="324292" y="14035"/>
                    <a:pt x="326031" y="14037"/>
                    <a:pt x="327771" y="14037"/>
                  </a:cubicBezTo>
                  <a:cubicBezTo>
                    <a:pt x="330198" y="14039"/>
                    <a:pt x="332625" y="14046"/>
                    <a:pt x="335052" y="14053"/>
                  </a:cubicBezTo>
                  <a:cubicBezTo>
                    <a:pt x="335779" y="14053"/>
                    <a:pt x="336506" y="14053"/>
                    <a:pt x="337255" y="14052"/>
                  </a:cubicBezTo>
                  <a:cubicBezTo>
                    <a:pt x="337912" y="14056"/>
                    <a:pt x="338569" y="14059"/>
                    <a:pt x="339247" y="14062"/>
                  </a:cubicBezTo>
                  <a:cubicBezTo>
                    <a:pt x="339821" y="14063"/>
                    <a:pt x="340396" y="14065"/>
                    <a:pt x="340988" y="14066"/>
                  </a:cubicBezTo>
                  <a:cubicBezTo>
                    <a:pt x="342298" y="14162"/>
                    <a:pt x="342298" y="14162"/>
                    <a:pt x="343042" y="14906"/>
                  </a:cubicBezTo>
                  <a:cubicBezTo>
                    <a:pt x="343116" y="17102"/>
                    <a:pt x="343140" y="19281"/>
                    <a:pt x="343134" y="21478"/>
                  </a:cubicBezTo>
                  <a:cubicBezTo>
                    <a:pt x="343136" y="22532"/>
                    <a:pt x="343136" y="22532"/>
                    <a:pt x="343137" y="23607"/>
                  </a:cubicBezTo>
                  <a:cubicBezTo>
                    <a:pt x="343139" y="25998"/>
                    <a:pt x="343136" y="28389"/>
                    <a:pt x="343133" y="30779"/>
                  </a:cubicBezTo>
                  <a:cubicBezTo>
                    <a:pt x="343134" y="32504"/>
                    <a:pt x="343135" y="34228"/>
                    <a:pt x="343136" y="35952"/>
                  </a:cubicBezTo>
                  <a:cubicBezTo>
                    <a:pt x="343138" y="40232"/>
                    <a:pt x="343136" y="44511"/>
                    <a:pt x="343134" y="48791"/>
                  </a:cubicBezTo>
                  <a:cubicBezTo>
                    <a:pt x="343130" y="53949"/>
                    <a:pt x="343131" y="59106"/>
                    <a:pt x="343133" y="64264"/>
                  </a:cubicBezTo>
                  <a:cubicBezTo>
                    <a:pt x="343135" y="73905"/>
                    <a:pt x="343134" y="83545"/>
                    <a:pt x="343130" y="93186"/>
                  </a:cubicBezTo>
                  <a:cubicBezTo>
                    <a:pt x="343127" y="102961"/>
                    <a:pt x="343125" y="112737"/>
                    <a:pt x="343126" y="122513"/>
                  </a:cubicBezTo>
                  <a:cubicBezTo>
                    <a:pt x="343126" y="123130"/>
                    <a:pt x="343126" y="123746"/>
                    <a:pt x="343126" y="124381"/>
                  </a:cubicBezTo>
                  <a:cubicBezTo>
                    <a:pt x="343126" y="127524"/>
                    <a:pt x="343126" y="130666"/>
                    <a:pt x="343126" y="133809"/>
                  </a:cubicBezTo>
                  <a:cubicBezTo>
                    <a:pt x="343127" y="156584"/>
                    <a:pt x="343125" y="179358"/>
                    <a:pt x="343120" y="202133"/>
                  </a:cubicBezTo>
                  <a:cubicBezTo>
                    <a:pt x="343116" y="224694"/>
                    <a:pt x="343113" y="247256"/>
                    <a:pt x="343112" y="269817"/>
                  </a:cubicBezTo>
                  <a:cubicBezTo>
                    <a:pt x="343112" y="270867"/>
                    <a:pt x="343112" y="270867"/>
                    <a:pt x="343112" y="271939"/>
                  </a:cubicBezTo>
                  <a:cubicBezTo>
                    <a:pt x="343112" y="278333"/>
                    <a:pt x="343112" y="284727"/>
                    <a:pt x="343112" y="291120"/>
                  </a:cubicBezTo>
                  <a:cubicBezTo>
                    <a:pt x="343111" y="307017"/>
                    <a:pt x="343110" y="322913"/>
                    <a:pt x="343109" y="338810"/>
                  </a:cubicBezTo>
                  <a:cubicBezTo>
                    <a:pt x="343109" y="339534"/>
                    <a:pt x="343109" y="340257"/>
                    <a:pt x="343109" y="341003"/>
                  </a:cubicBezTo>
                  <a:cubicBezTo>
                    <a:pt x="343107" y="376240"/>
                    <a:pt x="343103" y="411476"/>
                    <a:pt x="343098" y="446712"/>
                  </a:cubicBezTo>
                  <a:cubicBezTo>
                    <a:pt x="343096" y="458944"/>
                    <a:pt x="343094" y="471175"/>
                    <a:pt x="343093" y="483406"/>
                  </a:cubicBezTo>
                  <a:cubicBezTo>
                    <a:pt x="343093" y="484544"/>
                    <a:pt x="343093" y="484544"/>
                    <a:pt x="343092" y="485705"/>
                  </a:cubicBezTo>
                  <a:cubicBezTo>
                    <a:pt x="343088" y="520953"/>
                    <a:pt x="343085" y="556202"/>
                    <a:pt x="343083" y="591451"/>
                  </a:cubicBezTo>
                  <a:cubicBezTo>
                    <a:pt x="343083" y="593738"/>
                    <a:pt x="343082" y="596026"/>
                    <a:pt x="343082" y="598314"/>
                  </a:cubicBezTo>
                  <a:cubicBezTo>
                    <a:pt x="343081" y="613474"/>
                    <a:pt x="343080" y="628635"/>
                    <a:pt x="343079" y="643796"/>
                  </a:cubicBezTo>
                  <a:cubicBezTo>
                    <a:pt x="343078" y="673963"/>
                    <a:pt x="343075" y="704130"/>
                    <a:pt x="343073" y="734297"/>
                  </a:cubicBezTo>
                  <a:cubicBezTo>
                    <a:pt x="343073" y="735734"/>
                    <a:pt x="343073" y="737171"/>
                    <a:pt x="343073" y="738607"/>
                  </a:cubicBezTo>
                  <a:cubicBezTo>
                    <a:pt x="343068" y="803303"/>
                    <a:pt x="343061" y="868000"/>
                    <a:pt x="343053" y="932696"/>
                  </a:cubicBezTo>
                  <a:cubicBezTo>
                    <a:pt x="343053" y="933302"/>
                    <a:pt x="343053" y="933908"/>
                    <a:pt x="343053" y="934532"/>
                  </a:cubicBezTo>
                  <a:cubicBezTo>
                    <a:pt x="343050" y="964837"/>
                    <a:pt x="343046" y="995143"/>
                    <a:pt x="343042" y="1025449"/>
                  </a:cubicBezTo>
                  <a:cubicBezTo>
                    <a:pt x="341506" y="1025593"/>
                    <a:pt x="339970" y="1025738"/>
                    <a:pt x="338434" y="1025883"/>
                  </a:cubicBezTo>
                  <a:cubicBezTo>
                    <a:pt x="337990" y="1025985"/>
                    <a:pt x="337546" y="1026087"/>
                    <a:pt x="337089" y="1026193"/>
                  </a:cubicBezTo>
                  <a:cubicBezTo>
                    <a:pt x="336625" y="1027682"/>
                    <a:pt x="336625" y="1027682"/>
                    <a:pt x="336344" y="1029169"/>
                  </a:cubicBezTo>
                  <a:cubicBezTo>
                    <a:pt x="334279" y="1029575"/>
                    <a:pt x="334279" y="1029575"/>
                    <a:pt x="331551" y="1029623"/>
                  </a:cubicBezTo>
                  <a:cubicBezTo>
                    <a:pt x="330580" y="1029647"/>
                    <a:pt x="329609" y="1029671"/>
                    <a:pt x="328608" y="1029695"/>
                  </a:cubicBezTo>
                  <a:cubicBezTo>
                    <a:pt x="327575" y="1029706"/>
                    <a:pt x="326541" y="1029717"/>
                    <a:pt x="325508" y="1029727"/>
                  </a:cubicBezTo>
                  <a:cubicBezTo>
                    <a:pt x="324472" y="1029748"/>
                    <a:pt x="323435" y="1029771"/>
                    <a:pt x="322399" y="1029794"/>
                  </a:cubicBezTo>
                  <a:cubicBezTo>
                    <a:pt x="319854" y="1029847"/>
                    <a:pt x="317310" y="1029886"/>
                    <a:pt x="314764" y="1029913"/>
                  </a:cubicBezTo>
                  <a:cubicBezTo>
                    <a:pt x="314764" y="1030650"/>
                    <a:pt x="314764" y="1031387"/>
                    <a:pt x="314764" y="1032146"/>
                  </a:cubicBezTo>
                  <a:cubicBezTo>
                    <a:pt x="309534" y="1032821"/>
                    <a:pt x="304412" y="1032936"/>
                    <a:pt x="299140" y="1032843"/>
                  </a:cubicBezTo>
                  <a:cubicBezTo>
                    <a:pt x="296866" y="1032780"/>
                    <a:pt x="296866" y="1032780"/>
                    <a:pt x="294673" y="1033634"/>
                  </a:cubicBezTo>
                  <a:cubicBezTo>
                    <a:pt x="294673" y="1034371"/>
                    <a:pt x="294673" y="1035107"/>
                    <a:pt x="294673" y="1035867"/>
                  </a:cubicBezTo>
                  <a:cubicBezTo>
                    <a:pt x="294045" y="1035874"/>
                    <a:pt x="293418" y="1035880"/>
                    <a:pt x="292772" y="1035888"/>
                  </a:cubicBezTo>
                  <a:cubicBezTo>
                    <a:pt x="290451" y="1035920"/>
                    <a:pt x="288131" y="1035966"/>
                    <a:pt x="285811" y="1036021"/>
                  </a:cubicBezTo>
                  <a:cubicBezTo>
                    <a:pt x="284806" y="1036042"/>
                    <a:pt x="283800" y="1036058"/>
                    <a:pt x="282795" y="1036068"/>
                  </a:cubicBezTo>
                  <a:cubicBezTo>
                    <a:pt x="281352" y="1036084"/>
                    <a:pt x="279909" y="1036120"/>
                    <a:pt x="278467" y="1036157"/>
                  </a:cubicBezTo>
                  <a:cubicBezTo>
                    <a:pt x="277164" y="1036181"/>
                    <a:pt x="277164" y="1036181"/>
                    <a:pt x="275834" y="1036204"/>
                  </a:cubicBezTo>
                  <a:cubicBezTo>
                    <a:pt x="274845" y="1036406"/>
                    <a:pt x="274845" y="1036406"/>
                    <a:pt x="273837" y="1036611"/>
                  </a:cubicBezTo>
                  <a:cubicBezTo>
                    <a:pt x="273327" y="1038082"/>
                    <a:pt x="273327" y="1038082"/>
                    <a:pt x="273092" y="1039587"/>
                  </a:cubicBezTo>
                  <a:cubicBezTo>
                    <a:pt x="269264" y="1040195"/>
                    <a:pt x="269264" y="1040195"/>
                    <a:pt x="267139" y="1039587"/>
                  </a:cubicBezTo>
                  <a:cubicBezTo>
                    <a:pt x="266116" y="1037401"/>
                    <a:pt x="266116" y="1037401"/>
                    <a:pt x="265651" y="1035122"/>
                  </a:cubicBezTo>
                  <a:cubicBezTo>
                    <a:pt x="265160" y="1034877"/>
                    <a:pt x="264669" y="1034631"/>
                    <a:pt x="264163" y="1034378"/>
                  </a:cubicBezTo>
                  <a:cubicBezTo>
                    <a:pt x="263859" y="1032386"/>
                    <a:pt x="263616" y="1030428"/>
                    <a:pt x="263419" y="1028425"/>
                  </a:cubicBezTo>
                  <a:cubicBezTo>
                    <a:pt x="263144" y="1025964"/>
                    <a:pt x="263144" y="1025964"/>
                    <a:pt x="262674" y="1023960"/>
                  </a:cubicBezTo>
                  <a:cubicBezTo>
                    <a:pt x="262183" y="1023715"/>
                    <a:pt x="261692" y="1023469"/>
                    <a:pt x="261186" y="1023216"/>
                  </a:cubicBezTo>
                  <a:cubicBezTo>
                    <a:pt x="260930" y="1021242"/>
                    <a:pt x="260930" y="1021242"/>
                    <a:pt x="260814" y="1018798"/>
                  </a:cubicBezTo>
                  <a:cubicBezTo>
                    <a:pt x="260816" y="1015406"/>
                    <a:pt x="260816" y="1015406"/>
                    <a:pt x="258954" y="1012798"/>
                  </a:cubicBezTo>
                  <a:cubicBezTo>
                    <a:pt x="258708" y="1012798"/>
                    <a:pt x="258463" y="1012798"/>
                    <a:pt x="258210" y="1012798"/>
                  </a:cubicBezTo>
                  <a:cubicBezTo>
                    <a:pt x="258182" y="1012126"/>
                    <a:pt x="258154" y="1011453"/>
                    <a:pt x="258125" y="1010761"/>
                  </a:cubicBezTo>
                  <a:cubicBezTo>
                    <a:pt x="258076" y="1009883"/>
                    <a:pt x="258027" y="1009005"/>
                    <a:pt x="257977" y="1008101"/>
                  </a:cubicBezTo>
                  <a:cubicBezTo>
                    <a:pt x="257934" y="1007229"/>
                    <a:pt x="257891" y="1006357"/>
                    <a:pt x="257846" y="1005459"/>
                  </a:cubicBezTo>
                  <a:cubicBezTo>
                    <a:pt x="257702" y="1003143"/>
                    <a:pt x="257702" y="1003143"/>
                    <a:pt x="256349" y="1002008"/>
                  </a:cubicBezTo>
                  <a:cubicBezTo>
                    <a:pt x="254572" y="1000231"/>
                    <a:pt x="254842" y="998357"/>
                    <a:pt x="254721" y="995915"/>
                  </a:cubicBezTo>
                  <a:cubicBezTo>
                    <a:pt x="254673" y="995038"/>
                    <a:pt x="254624" y="994160"/>
                    <a:pt x="254573" y="993256"/>
                  </a:cubicBezTo>
                  <a:cubicBezTo>
                    <a:pt x="254545" y="992583"/>
                    <a:pt x="254518" y="991911"/>
                    <a:pt x="254489" y="991218"/>
                  </a:cubicBezTo>
                  <a:cubicBezTo>
                    <a:pt x="253998" y="991218"/>
                    <a:pt x="253507" y="991218"/>
                    <a:pt x="253001" y="991218"/>
                  </a:cubicBezTo>
                  <a:cubicBezTo>
                    <a:pt x="252755" y="987780"/>
                    <a:pt x="252509" y="984342"/>
                    <a:pt x="252256" y="980800"/>
                  </a:cubicBezTo>
                  <a:cubicBezTo>
                    <a:pt x="251520" y="980800"/>
                    <a:pt x="250783" y="980800"/>
                    <a:pt x="250024" y="980800"/>
                  </a:cubicBezTo>
                  <a:cubicBezTo>
                    <a:pt x="249996" y="980065"/>
                    <a:pt x="249968" y="979331"/>
                    <a:pt x="249940" y="978574"/>
                  </a:cubicBezTo>
                  <a:cubicBezTo>
                    <a:pt x="249866" y="977143"/>
                    <a:pt x="249866" y="977143"/>
                    <a:pt x="249792" y="975684"/>
                  </a:cubicBezTo>
                  <a:cubicBezTo>
                    <a:pt x="249748" y="974735"/>
                    <a:pt x="249705" y="973785"/>
                    <a:pt x="249661" y="972806"/>
                  </a:cubicBezTo>
                  <a:cubicBezTo>
                    <a:pt x="249472" y="971606"/>
                    <a:pt x="249472" y="971606"/>
                    <a:pt x="249280" y="970382"/>
                  </a:cubicBezTo>
                  <a:cubicBezTo>
                    <a:pt x="248543" y="969891"/>
                    <a:pt x="247807" y="969400"/>
                    <a:pt x="247048" y="968894"/>
                  </a:cubicBezTo>
                  <a:cubicBezTo>
                    <a:pt x="246829" y="966632"/>
                    <a:pt x="246829" y="966632"/>
                    <a:pt x="246908" y="963964"/>
                  </a:cubicBezTo>
                  <a:cubicBezTo>
                    <a:pt x="246928" y="963080"/>
                    <a:pt x="246948" y="962195"/>
                    <a:pt x="246969" y="961284"/>
                  </a:cubicBezTo>
                  <a:cubicBezTo>
                    <a:pt x="247008" y="960262"/>
                    <a:pt x="247008" y="960262"/>
                    <a:pt x="247048" y="959220"/>
                  </a:cubicBezTo>
                  <a:cubicBezTo>
                    <a:pt x="246311" y="959220"/>
                    <a:pt x="245574" y="959220"/>
                    <a:pt x="244815" y="959220"/>
                  </a:cubicBezTo>
                  <a:cubicBezTo>
                    <a:pt x="244570" y="955537"/>
                    <a:pt x="244324" y="951853"/>
                    <a:pt x="244071" y="948058"/>
                  </a:cubicBezTo>
                  <a:cubicBezTo>
                    <a:pt x="243334" y="948058"/>
                    <a:pt x="242598" y="948058"/>
                    <a:pt x="241839" y="948058"/>
                  </a:cubicBezTo>
                  <a:cubicBezTo>
                    <a:pt x="241811" y="947431"/>
                    <a:pt x="241783" y="946803"/>
                    <a:pt x="241754" y="946157"/>
                  </a:cubicBezTo>
                  <a:cubicBezTo>
                    <a:pt x="241705" y="945342"/>
                    <a:pt x="241656" y="944526"/>
                    <a:pt x="241606" y="943686"/>
                  </a:cubicBezTo>
                  <a:cubicBezTo>
                    <a:pt x="241563" y="942875"/>
                    <a:pt x="241520" y="942063"/>
                    <a:pt x="241475" y="941227"/>
                  </a:cubicBezTo>
                  <a:cubicBezTo>
                    <a:pt x="241350" y="940534"/>
                    <a:pt x="241224" y="939842"/>
                    <a:pt x="241094" y="939128"/>
                  </a:cubicBezTo>
                  <a:cubicBezTo>
                    <a:pt x="240358" y="938637"/>
                    <a:pt x="239621" y="938146"/>
                    <a:pt x="238862" y="937640"/>
                  </a:cubicBezTo>
                  <a:cubicBezTo>
                    <a:pt x="238670" y="936160"/>
                    <a:pt x="238670" y="936160"/>
                    <a:pt x="238769" y="934431"/>
                  </a:cubicBezTo>
                  <a:cubicBezTo>
                    <a:pt x="238850" y="931911"/>
                    <a:pt x="238902" y="929654"/>
                    <a:pt x="238118" y="927222"/>
                  </a:cubicBezTo>
                  <a:cubicBezTo>
                    <a:pt x="237627" y="927222"/>
                    <a:pt x="237136" y="927222"/>
                    <a:pt x="236630" y="927222"/>
                  </a:cubicBezTo>
                  <a:cubicBezTo>
                    <a:pt x="236593" y="926541"/>
                    <a:pt x="236557" y="925860"/>
                    <a:pt x="236519" y="925158"/>
                  </a:cubicBezTo>
                  <a:cubicBezTo>
                    <a:pt x="236436" y="923832"/>
                    <a:pt x="236436" y="923832"/>
                    <a:pt x="236350" y="922478"/>
                  </a:cubicBezTo>
                  <a:cubicBezTo>
                    <a:pt x="236299" y="921598"/>
                    <a:pt x="236247" y="920717"/>
                    <a:pt x="236194" y="919810"/>
                  </a:cubicBezTo>
                  <a:cubicBezTo>
                    <a:pt x="236107" y="917470"/>
                    <a:pt x="236107" y="917470"/>
                    <a:pt x="234397" y="916060"/>
                  </a:cubicBezTo>
                  <a:cubicBezTo>
                    <a:pt x="234152" y="916060"/>
                    <a:pt x="233906" y="916060"/>
                    <a:pt x="233653" y="916060"/>
                  </a:cubicBezTo>
                  <a:cubicBezTo>
                    <a:pt x="233625" y="915379"/>
                    <a:pt x="233597" y="914698"/>
                    <a:pt x="233569" y="913996"/>
                  </a:cubicBezTo>
                  <a:cubicBezTo>
                    <a:pt x="233520" y="913112"/>
                    <a:pt x="233471" y="912227"/>
                    <a:pt x="233420" y="911316"/>
                  </a:cubicBezTo>
                  <a:cubicBezTo>
                    <a:pt x="233377" y="910435"/>
                    <a:pt x="233334" y="909555"/>
                    <a:pt x="233290" y="908648"/>
                  </a:cubicBezTo>
                  <a:cubicBezTo>
                    <a:pt x="233164" y="907901"/>
                    <a:pt x="233038" y="907155"/>
                    <a:pt x="232909" y="906386"/>
                  </a:cubicBezTo>
                  <a:cubicBezTo>
                    <a:pt x="232172" y="905895"/>
                    <a:pt x="231435" y="905404"/>
                    <a:pt x="230676" y="904898"/>
                  </a:cubicBezTo>
                  <a:cubicBezTo>
                    <a:pt x="230458" y="902474"/>
                    <a:pt x="230458" y="902474"/>
                    <a:pt x="230537" y="899596"/>
                  </a:cubicBezTo>
                  <a:cubicBezTo>
                    <a:pt x="230557" y="898642"/>
                    <a:pt x="230577" y="897689"/>
                    <a:pt x="230598" y="896706"/>
                  </a:cubicBezTo>
                  <a:cubicBezTo>
                    <a:pt x="230637" y="895604"/>
                    <a:pt x="230637" y="895604"/>
                    <a:pt x="230676" y="894480"/>
                  </a:cubicBezTo>
                  <a:cubicBezTo>
                    <a:pt x="229940" y="894480"/>
                    <a:pt x="229203" y="894480"/>
                    <a:pt x="228444" y="894480"/>
                  </a:cubicBezTo>
                  <a:cubicBezTo>
                    <a:pt x="228198" y="891042"/>
                    <a:pt x="227953" y="887604"/>
                    <a:pt x="227700" y="884062"/>
                  </a:cubicBezTo>
                  <a:cubicBezTo>
                    <a:pt x="226963" y="884062"/>
                    <a:pt x="226226" y="884062"/>
                    <a:pt x="225467" y="884062"/>
                  </a:cubicBezTo>
                  <a:cubicBezTo>
                    <a:pt x="225440" y="883318"/>
                    <a:pt x="225412" y="882575"/>
                    <a:pt x="225383" y="881809"/>
                  </a:cubicBezTo>
                  <a:cubicBezTo>
                    <a:pt x="225310" y="880369"/>
                    <a:pt x="225310" y="880369"/>
                    <a:pt x="225235" y="878899"/>
                  </a:cubicBezTo>
                  <a:cubicBezTo>
                    <a:pt x="225192" y="877941"/>
                    <a:pt x="225149" y="876983"/>
                    <a:pt x="225104" y="875995"/>
                  </a:cubicBezTo>
                  <a:cubicBezTo>
                    <a:pt x="224916" y="874831"/>
                    <a:pt x="224916" y="874831"/>
                    <a:pt x="224723" y="873644"/>
                  </a:cubicBezTo>
                  <a:cubicBezTo>
                    <a:pt x="223987" y="873398"/>
                    <a:pt x="223250" y="873153"/>
                    <a:pt x="222491" y="872900"/>
                  </a:cubicBezTo>
                  <a:cubicBezTo>
                    <a:pt x="222110" y="870711"/>
                    <a:pt x="222110" y="870711"/>
                    <a:pt x="221979" y="868016"/>
                  </a:cubicBezTo>
                  <a:cubicBezTo>
                    <a:pt x="221930" y="867125"/>
                    <a:pt x="221881" y="866234"/>
                    <a:pt x="221831" y="865316"/>
                  </a:cubicBezTo>
                  <a:cubicBezTo>
                    <a:pt x="221803" y="864626"/>
                    <a:pt x="221775" y="863937"/>
                    <a:pt x="221747" y="863226"/>
                  </a:cubicBezTo>
                  <a:cubicBezTo>
                    <a:pt x="221256" y="863226"/>
                    <a:pt x="220764" y="863226"/>
                    <a:pt x="220258" y="863226"/>
                  </a:cubicBezTo>
                  <a:cubicBezTo>
                    <a:pt x="220222" y="862545"/>
                    <a:pt x="220186" y="861864"/>
                    <a:pt x="220148" y="861162"/>
                  </a:cubicBezTo>
                  <a:cubicBezTo>
                    <a:pt x="220065" y="859836"/>
                    <a:pt x="220065" y="859836"/>
                    <a:pt x="219979" y="858482"/>
                  </a:cubicBezTo>
                  <a:cubicBezTo>
                    <a:pt x="219928" y="857601"/>
                    <a:pt x="219876" y="856721"/>
                    <a:pt x="219822" y="855814"/>
                  </a:cubicBezTo>
                  <a:cubicBezTo>
                    <a:pt x="219736" y="853474"/>
                    <a:pt x="219736" y="853474"/>
                    <a:pt x="218026" y="852064"/>
                  </a:cubicBezTo>
                  <a:cubicBezTo>
                    <a:pt x="217780" y="852064"/>
                    <a:pt x="217535" y="852064"/>
                    <a:pt x="217282" y="852064"/>
                  </a:cubicBezTo>
                  <a:cubicBezTo>
                    <a:pt x="217254" y="851374"/>
                    <a:pt x="217226" y="850684"/>
                    <a:pt x="217198" y="849974"/>
                  </a:cubicBezTo>
                  <a:cubicBezTo>
                    <a:pt x="217149" y="849083"/>
                    <a:pt x="217100" y="848192"/>
                    <a:pt x="217049" y="847273"/>
                  </a:cubicBezTo>
                  <a:cubicBezTo>
                    <a:pt x="217006" y="846384"/>
                    <a:pt x="216963" y="845495"/>
                    <a:pt x="216919" y="844579"/>
                  </a:cubicBezTo>
                  <a:cubicBezTo>
                    <a:pt x="216793" y="843856"/>
                    <a:pt x="216667" y="843134"/>
                    <a:pt x="216538" y="842390"/>
                  </a:cubicBezTo>
                  <a:cubicBezTo>
                    <a:pt x="215801" y="842144"/>
                    <a:pt x="215064" y="841899"/>
                    <a:pt x="214305" y="841646"/>
                  </a:cubicBezTo>
                  <a:cubicBezTo>
                    <a:pt x="214137" y="839708"/>
                    <a:pt x="214097" y="837950"/>
                    <a:pt x="214166" y="836018"/>
                  </a:cubicBezTo>
                  <a:cubicBezTo>
                    <a:pt x="214176" y="835489"/>
                    <a:pt x="214186" y="834960"/>
                    <a:pt x="214196" y="834415"/>
                  </a:cubicBezTo>
                  <a:cubicBezTo>
                    <a:pt x="214223" y="833105"/>
                    <a:pt x="214263" y="831794"/>
                    <a:pt x="214305" y="830484"/>
                  </a:cubicBezTo>
                  <a:cubicBezTo>
                    <a:pt x="213569" y="830484"/>
                    <a:pt x="212832" y="830484"/>
                    <a:pt x="212073" y="830484"/>
                  </a:cubicBezTo>
                  <a:cubicBezTo>
                    <a:pt x="211827" y="827046"/>
                    <a:pt x="211582" y="823608"/>
                    <a:pt x="211329" y="820066"/>
                  </a:cubicBezTo>
                  <a:cubicBezTo>
                    <a:pt x="210592" y="820066"/>
                    <a:pt x="209855" y="820066"/>
                    <a:pt x="209096" y="820066"/>
                  </a:cubicBezTo>
                  <a:cubicBezTo>
                    <a:pt x="209069" y="819322"/>
                    <a:pt x="209041" y="818579"/>
                    <a:pt x="209012" y="817813"/>
                  </a:cubicBezTo>
                  <a:cubicBezTo>
                    <a:pt x="208939" y="816373"/>
                    <a:pt x="208939" y="816373"/>
                    <a:pt x="208864" y="814903"/>
                  </a:cubicBezTo>
                  <a:cubicBezTo>
                    <a:pt x="208821" y="813945"/>
                    <a:pt x="208777" y="812987"/>
                    <a:pt x="208733" y="811999"/>
                  </a:cubicBezTo>
                  <a:cubicBezTo>
                    <a:pt x="208544" y="810835"/>
                    <a:pt x="208544" y="810835"/>
                    <a:pt x="208352" y="809648"/>
                  </a:cubicBezTo>
                  <a:cubicBezTo>
                    <a:pt x="207615" y="809402"/>
                    <a:pt x="206879" y="809157"/>
                    <a:pt x="206120" y="808904"/>
                  </a:cubicBezTo>
                  <a:cubicBezTo>
                    <a:pt x="205791" y="806741"/>
                    <a:pt x="205791" y="806741"/>
                    <a:pt x="205701" y="804067"/>
                  </a:cubicBezTo>
                  <a:cubicBezTo>
                    <a:pt x="205643" y="802452"/>
                    <a:pt x="205546" y="800837"/>
                    <a:pt x="205376" y="799230"/>
                  </a:cubicBezTo>
                  <a:cubicBezTo>
                    <a:pt x="204884" y="798984"/>
                    <a:pt x="204393" y="798739"/>
                    <a:pt x="203887" y="798486"/>
                  </a:cubicBezTo>
                  <a:cubicBezTo>
                    <a:pt x="203632" y="796512"/>
                    <a:pt x="203632" y="796512"/>
                    <a:pt x="203515" y="794067"/>
                  </a:cubicBezTo>
                  <a:cubicBezTo>
                    <a:pt x="203517" y="790676"/>
                    <a:pt x="203517" y="790676"/>
                    <a:pt x="201655" y="788068"/>
                  </a:cubicBezTo>
                  <a:cubicBezTo>
                    <a:pt x="201409" y="788068"/>
                    <a:pt x="201164" y="788068"/>
                    <a:pt x="200911" y="788068"/>
                  </a:cubicBezTo>
                  <a:cubicBezTo>
                    <a:pt x="200883" y="787324"/>
                    <a:pt x="200855" y="786581"/>
                    <a:pt x="200826" y="785815"/>
                  </a:cubicBezTo>
                  <a:cubicBezTo>
                    <a:pt x="200753" y="784375"/>
                    <a:pt x="200753" y="784375"/>
                    <a:pt x="200678" y="782905"/>
                  </a:cubicBezTo>
                  <a:cubicBezTo>
                    <a:pt x="200635" y="781947"/>
                    <a:pt x="200592" y="780989"/>
                    <a:pt x="200547" y="780001"/>
                  </a:cubicBezTo>
                  <a:cubicBezTo>
                    <a:pt x="200359" y="778837"/>
                    <a:pt x="200359" y="778837"/>
                    <a:pt x="200167" y="777650"/>
                  </a:cubicBezTo>
                  <a:cubicBezTo>
                    <a:pt x="199430" y="777404"/>
                    <a:pt x="198693" y="777159"/>
                    <a:pt x="197934" y="776906"/>
                  </a:cubicBezTo>
                  <a:cubicBezTo>
                    <a:pt x="197606" y="774743"/>
                    <a:pt x="197606" y="774743"/>
                    <a:pt x="197516" y="772069"/>
                  </a:cubicBezTo>
                  <a:cubicBezTo>
                    <a:pt x="197458" y="770454"/>
                    <a:pt x="197361" y="768839"/>
                    <a:pt x="197190" y="767232"/>
                  </a:cubicBezTo>
                  <a:cubicBezTo>
                    <a:pt x="196699" y="766986"/>
                    <a:pt x="196208" y="766741"/>
                    <a:pt x="195702" y="766488"/>
                  </a:cubicBezTo>
                  <a:cubicBezTo>
                    <a:pt x="195469" y="764591"/>
                    <a:pt x="195320" y="762764"/>
                    <a:pt x="195237" y="760860"/>
                  </a:cubicBezTo>
                  <a:cubicBezTo>
                    <a:pt x="195208" y="760331"/>
                    <a:pt x="195179" y="759802"/>
                    <a:pt x="195150" y="759257"/>
                  </a:cubicBezTo>
                  <a:cubicBezTo>
                    <a:pt x="195079" y="757947"/>
                    <a:pt x="195018" y="756636"/>
                    <a:pt x="194958" y="755326"/>
                  </a:cubicBezTo>
                  <a:cubicBezTo>
                    <a:pt x="194221" y="755326"/>
                    <a:pt x="193484" y="755326"/>
                    <a:pt x="192725" y="755326"/>
                  </a:cubicBezTo>
                  <a:cubicBezTo>
                    <a:pt x="192697" y="754636"/>
                    <a:pt x="192670" y="753946"/>
                    <a:pt x="192641" y="753236"/>
                  </a:cubicBezTo>
                  <a:cubicBezTo>
                    <a:pt x="192592" y="752344"/>
                    <a:pt x="192543" y="751453"/>
                    <a:pt x="192493" y="750535"/>
                  </a:cubicBezTo>
                  <a:cubicBezTo>
                    <a:pt x="192428" y="749201"/>
                    <a:pt x="192428" y="749201"/>
                    <a:pt x="192362" y="747841"/>
                  </a:cubicBezTo>
                  <a:cubicBezTo>
                    <a:pt x="192236" y="747118"/>
                    <a:pt x="192111" y="746396"/>
                    <a:pt x="191981" y="745652"/>
                  </a:cubicBezTo>
                  <a:cubicBezTo>
                    <a:pt x="191244" y="745406"/>
                    <a:pt x="190508" y="745161"/>
                    <a:pt x="189749" y="744908"/>
                  </a:cubicBezTo>
                  <a:cubicBezTo>
                    <a:pt x="189420" y="742582"/>
                    <a:pt x="189420" y="742582"/>
                    <a:pt x="189330" y="739699"/>
                  </a:cubicBezTo>
                  <a:cubicBezTo>
                    <a:pt x="189272" y="737960"/>
                    <a:pt x="189176" y="736221"/>
                    <a:pt x="189005" y="734490"/>
                  </a:cubicBezTo>
                  <a:cubicBezTo>
                    <a:pt x="188513" y="734244"/>
                    <a:pt x="188022" y="733999"/>
                    <a:pt x="187516" y="733745"/>
                  </a:cubicBezTo>
                  <a:cubicBezTo>
                    <a:pt x="187251" y="731435"/>
                    <a:pt x="187186" y="729140"/>
                    <a:pt x="187101" y="726816"/>
                  </a:cubicBezTo>
                  <a:cubicBezTo>
                    <a:pt x="186992" y="726156"/>
                    <a:pt x="186884" y="725496"/>
                    <a:pt x="186772" y="724816"/>
                  </a:cubicBezTo>
                  <a:cubicBezTo>
                    <a:pt x="186035" y="724570"/>
                    <a:pt x="185299" y="724325"/>
                    <a:pt x="184540" y="724072"/>
                  </a:cubicBezTo>
                  <a:cubicBezTo>
                    <a:pt x="184188" y="721367"/>
                    <a:pt x="184164" y="718704"/>
                    <a:pt x="184098" y="715979"/>
                  </a:cubicBezTo>
                  <a:cubicBezTo>
                    <a:pt x="183948" y="714828"/>
                    <a:pt x="183948" y="714828"/>
                    <a:pt x="183796" y="713654"/>
                  </a:cubicBezTo>
                  <a:cubicBezTo>
                    <a:pt x="183059" y="713408"/>
                    <a:pt x="182322" y="713163"/>
                    <a:pt x="181563" y="712910"/>
                  </a:cubicBezTo>
                  <a:cubicBezTo>
                    <a:pt x="181235" y="710747"/>
                    <a:pt x="181235" y="710747"/>
                    <a:pt x="181145" y="708073"/>
                  </a:cubicBezTo>
                  <a:cubicBezTo>
                    <a:pt x="181087" y="706458"/>
                    <a:pt x="180990" y="704843"/>
                    <a:pt x="180819" y="703236"/>
                  </a:cubicBezTo>
                  <a:cubicBezTo>
                    <a:pt x="180328" y="702990"/>
                    <a:pt x="179837" y="702745"/>
                    <a:pt x="179331" y="702492"/>
                  </a:cubicBezTo>
                  <a:cubicBezTo>
                    <a:pt x="179098" y="700594"/>
                    <a:pt x="178949" y="698768"/>
                    <a:pt x="178866" y="696864"/>
                  </a:cubicBezTo>
                  <a:cubicBezTo>
                    <a:pt x="178837" y="696335"/>
                    <a:pt x="178808" y="695806"/>
                    <a:pt x="178778" y="695261"/>
                  </a:cubicBezTo>
                  <a:cubicBezTo>
                    <a:pt x="178708" y="693951"/>
                    <a:pt x="178646" y="692640"/>
                    <a:pt x="178587" y="691329"/>
                  </a:cubicBezTo>
                  <a:cubicBezTo>
                    <a:pt x="177850" y="691329"/>
                    <a:pt x="177113" y="691329"/>
                    <a:pt x="176354" y="691329"/>
                  </a:cubicBezTo>
                  <a:cubicBezTo>
                    <a:pt x="176109" y="687892"/>
                    <a:pt x="175863" y="684454"/>
                    <a:pt x="175610" y="680912"/>
                  </a:cubicBezTo>
                  <a:cubicBezTo>
                    <a:pt x="174873" y="680912"/>
                    <a:pt x="174137" y="680912"/>
                    <a:pt x="173378" y="680912"/>
                  </a:cubicBezTo>
                  <a:cubicBezTo>
                    <a:pt x="173341" y="680168"/>
                    <a:pt x="173305" y="679425"/>
                    <a:pt x="173267" y="678659"/>
                  </a:cubicBezTo>
                  <a:cubicBezTo>
                    <a:pt x="173211" y="677699"/>
                    <a:pt x="173156" y="676738"/>
                    <a:pt x="173099" y="675749"/>
                  </a:cubicBezTo>
                  <a:cubicBezTo>
                    <a:pt x="173047" y="674791"/>
                    <a:pt x="172995" y="673832"/>
                    <a:pt x="172942" y="672845"/>
                  </a:cubicBezTo>
                  <a:cubicBezTo>
                    <a:pt x="172840" y="672069"/>
                    <a:pt x="172738" y="671293"/>
                    <a:pt x="172633" y="670494"/>
                  </a:cubicBezTo>
                  <a:cubicBezTo>
                    <a:pt x="172142" y="670248"/>
                    <a:pt x="171651" y="670002"/>
                    <a:pt x="171145" y="669749"/>
                  </a:cubicBezTo>
                  <a:cubicBezTo>
                    <a:pt x="170837" y="667398"/>
                    <a:pt x="170837" y="667398"/>
                    <a:pt x="170680" y="664494"/>
                  </a:cubicBezTo>
                  <a:cubicBezTo>
                    <a:pt x="170624" y="663534"/>
                    <a:pt x="170569" y="662574"/>
                    <a:pt x="170511" y="661584"/>
                  </a:cubicBezTo>
                  <a:cubicBezTo>
                    <a:pt x="170475" y="660841"/>
                    <a:pt x="170439" y="660097"/>
                    <a:pt x="170401" y="659331"/>
                  </a:cubicBezTo>
                  <a:cubicBezTo>
                    <a:pt x="169664" y="659331"/>
                    <a:pt x="168928" y="659331"/>
                    <a:pt x="168169" y="659331"/>
                  </a:cubicBezTo>
                  <a:cubicBezTo>
                    <a:pt x="167923" y="655894"/>
                    <a:pt x="167677" y="652456"/>
                    <a:pt x="167424" y="648913"/>
                  </a:cubicBezTo>
                  <a:cubicBezTo>
                    <a:pt x="166688" y="648913"/>
                    <a:pt x="165951" y="648913"/>
                    <a:pt x="165192" y="648913"/>
                  </a:cubicBezTo>
                  <a:cubicBezTo>
                    <a:pt x="165137" y="647718"/>
                    <a:pt x="165137" y="647718"/>
                    <a:pt x="165082" y="646498"/>
                  </a:cubicBezTo>
                  <a:cubicBezTo>
                    <a:pt x="165026" y="645458"/>
                    <a:pt x="164970" y="644419"/>
                    <a:pt x="164913" y="643379"/>
                  </a:cubicBezTo>
                  <a:cubicBezTo>
                    <a:pt x="164878" y="642590"/>
                    <a:pt x="164878" y="642590"/>
                    <a:pt x="164843" y="641785"/>
                  </a:cubicBezTo>
                  <a:cubicBezTo>
                    <a:pt x="164766" y="640436"/>
                    <a:pt x="164612" y="639092"/>
                    <a:pt x="164448" y="637751"/>
                  </a:cubicBezTo>
                  <a:cubicBezTo>
                    <a:pt x="163957" y="637506"/>
                    <a:pt x="163466" y="637260"/>
                    <a:pt x="162960" y="637007"/>
                  </a:cubicBezTo>
                  <a:cubicBezTo>
                    <a:pt x="162704" y="635196"/>
                    <a:pt x="162704" y="635196"/>
                    <a:pt x="162588" y="632961"/>
                  </a:cubicBezTo>
                  <a:cubicBezTo>
                    <a:pt x="162553" y="629772"/>
                    <a:pt x="162553" y="629772"/>
                    <a:pt x="160727" y="627333"/>
                  </a:cubicBezTo>
                  <a:cubicBezTo>
                    <a:pt x="160482" y="627333"/>
                    <a:pt x="160236" y="627333"/>
                    <a:pt x="159983" y="627333"/>
                  </a:cubicBezTo>
                  <a:cubicBezTo>
                    <a:pt x="159737" y="623650"/>
                    <a:pt x="159492" y="619966"/>
                    <a:pt x="159239" y="616171"/>
                  </a:cubicBezTo>
                  <a:cubicBezTo>
                    <a:pt x="158502" y="616171"/>
                    <a:pt x="157766" y="616171"/>
                    <a:pt x="157006" y="616171"/>
                  </a:cubicBezTo>
                  <a:cubicBezTo>
                    <a:pt x="156970" y="615482"/>
                    <a:pt x="156934" y="614792"/>
                    <a:pt x="156896" y="614081"/>
                  </a:cubicBezTo>
                  <a:cubicBezTo>
                    <a:pt x="156813" y="612745"/>
                    <a:pt x="156813" y="612745"/>
                    <a:pt x="156727" y="611381"/>
                  </a:cubicBezTo>
                  <a:cubicBezTo>
                    <a:pt x="156650" y="610047"/>
                    <a:pt x="156650" y="610047"/>
                    <a:pt x="156570" y="608686"/>
                  </a:cubicBezTo>
                  <a:cubicBezTo>
                    <a:pt x="156469" y="607964"/>
                    <a:pt x="156367" y="607242"/>
                    <a:pt x="156262" y="606497"/>
                  </a:cubicBezTo>
                  <a:cubicBezTo>
                    <a:pt x="155771" y="606252"/>
                    <a:pt x="155280" y="606006"/>
                    <a:pt x="154774" y="605753"/>
                  </a:cubicBezTo>
                  <a:cubicBezTo>
                    <a:pt x="154542" y="603856"/>
                    <a:pt x="154392" y="602030"/>
                    <a:pt x="154309" y="600126"/>
                  </a:cubicBezTo>
                  <a:cubicBezTo>
                    <a:pt x="154280" y="599597"/>
                    <a:pt x="154251" y="599068"/>
                    <a:pt x="154222" y="598523"/>
                  </a:cubicBezTo>
                  <a:cubicBezTo>
                    <a:pt x="154151" y="597213"/>
                    <a:pt x="154090" y="595902"/>
                    <a:pt x="154030" y="594591"/>
                  </a:cubicBezTo>
                  <a:cubicBezTo>
                    <a:pt x="153293" y="594591"/>
                    <a:pt x="152557" y="594591"/>
                    <a:pt x="151798" y="594591"/>
                  </a:cubicBezTo>
                  <a:cubicBezTo>
                    <a:pt x="151552" y="591153"/>
                    <a:pt x="151306" y="587715"/>
                    <a:pt x="151053" y="584173"/>
                  </a:cubicBezTo>
                  <a:cubicBezTo>
                    <a:pt x="150317" y="584173"/>
                    <a:pt x="149580" y="584173"/>
                    <a:pt x="148821" y="584173"/>
                  </a:cubicBezTo>
                  <a:cubicBezTo>
                    <a:pt x="148784" y="583430"/>
                    <a:pt x="148748" y="582686"/>
                    <a:pt x="148710" y="581920"/>
                  </a:cubicBezTo>
                  <a:cubicBezTo>
                    <a:pt x="148655" y="580960"/>
                    <a:pt x="148599" y="580000"/>
                    <a:pt x="148542" y="579011"/>
                  </a:cubicBezTo>
                  <a:cubicBezTo>
                    <a:pt x="148490" y="578052"/>
                    <a:pt x="148438" y="577094"/>
                    <a:pt x="148385" y="576107"/>
                  </a:cubicBezTo>
                  <a:cubicBezTo>
                    <a:pt x="148283" y="575331"/>
                    <a:pt x="148182" y="574555"/>
                    <a:pt x="148077" y="573755"/>
                  </a:cubicBezTo>
                  <a:cubicBezTo>
                    <a:pt x="147586" y="573510"/>
                    <a:pt x="147095" y="573264"/>
                    <a:pt x="146589" y="573011"/>
                  </a:cubicBezTo>
                  <a:cubicBezTo>
                    <a:pt x="146323" y="570700"/>
                    <a:pt x="146258" y="568405"/>
                    <a:pt x="146173" y="566081"/>
                  </a:cubicBezTo>
                  <a:cubicBezTo>
                    <a:pt x="146064" y="565421"/>
                    <a:pt x="145956" y="564761"/>
                    <a:pt x="145844" y="564081"/>
                  </a:cubicBezTo>
                  <a:cubicBezTo>
                    <a:pt x="145108" y="563836"/>
                    <a:pt x="144371" y="563590"/>
                    <a:pt x="143612" y="563337"/>
                  </a:cubicBezTo>
                  <a:cubicBezTo>
                    <a:pt x="143260" y="560633"/>
                    <a:pt x="143236" y="557970"/>
                    <a:pt x="143170" y="555245"/>
                  </a:cubicBezTo>
                  <a:cubicBezTo>
                    <a:pt x="143020" y="554094"/>
                    <a:pt x="143020" y="554094"/>
                    <a:pt x="142868" y="552919"/>
                  </a:cubicBezTo>
                  <a:cubicBezTo>
                    <a:pt x="142131" y="552674"/>
                    <a:pt x="141394" y="552428"/>
                    <a:pt x="140635" y="552175"/>
                  </a:cubicBezTo>
                  <a:cubicBezTo>
                    <a:pt x="140307" y="550013"/>
                    <a:pt x="140307" y="550013"/>
                    <a:pt x="140217" y="547338"/>
                  </a:cubicBezTo>
                  <a:cubicBezTo>
                    <a:pt x="140159" y="545723"/>
                    <a:pt x="140062" y="544108"/>
                    <a:pt x="139891" y="542501"/>
                  </a:cubicBezTo>
                  <a:cubicBezTo>
                    <a:pt x="139400" y="542256"/>
                    <a:pt x="138909" y="542010"/>
                    <a:pt x="138403" y="541757"/>
                  </a:cubicBezTo>
                  <a:cubicBezTo>
                    <a:pt x="138121" y="539972"/>
                    <a:pt x="138121" y="539972"/>
                    <a:pt x="137984" y="537757"/>
                  </a:cubicBezTo>
                  <a:cubicBezTo>
                    <a:pt x="137832" y="535405"/>
                    <a:pt x="137663" y="533586"/>
                    <a:pt x="136915" y="531339"/>
                  </a:cubicBezTo>
                  <a:cubicBezTo>
                    <a:pt x="136424" y="531094"/>
                    <a:pt x="135932" y="530848"/>
                    <a:pt x="135426" y="530595"/>
                  </a:cubicBezTo>
                  <a:cubicBezTo>
                    <a:pt x="135194" y="528698"/>
                    <a:pt x="135045" y="526872"/>
                    <a:pt x="134961" y="524968"/>
                  </a:cubicBezTo>
                  <a:cubicBezTo>
                    <a:pt x="134933" y="524439"/>
                    <a:pt x="134904" y="523910"/>
                    <a:pt x="134874" y="523364"/>
                  </a:cubicBezTo>
                  <a:cubicBezTo>
                    <a:pt x="134804" y="522054"/>
                    <a:pt x="134742" y="520744"/>
                    <a:pt x="134682" y="519433"/>
                  </a:cubicBezTo>
                  <a:cubicBezTo>
                    <a:pt x="133946" y="519433"/>
                    <a:pt x="133209" y="519433"/>
                    <a:pt x="132450" y="519433"/>
                  </a:cubicBezTo>
                  <a:cubicBezTo>
                    <a:pt x="132413" y="518743"/>
                    <a:pt x="132377" y="518054"/>
                    <a:pt x="132339" y="517343"/>
                  </a:cubicBezTo>
                  <a:cubicBezTo>
                    <a:pt x="132256" y="516006"/>
                    <a:pt x="132256" y="516006"/>
                    <a:pt x="132171" y="514643"/>
                  </a:cubicBezTo>
                  <a:cubicBezTo>
                    <a:pt x="132093" y="513309"/>
                    <a:pt x="132093" y="513309"/>
                    <a:pt x="132014" y="511948"/>
                  </a:cubicBezTo>
                  <a:cubicBezTo>
                    <a:pt x="131912" y="511226"/>
                    <a:pt x="131810" y="510503"/>
                    <a:pt x="131706" y="509759"/>
                  </a:cubicBezTo>
                  <a:cubicBezTo>
                    <a:pt x="131215" y="509514"/>
                    <a:pt x="130723" y="509268"/>
                    <a:pt x="130217" y="509015"/>
                  </a:cubicBezTo>
                  <a:cubicBezTo>
                    <a:pt x="129755" y="506239"/>
                    <a:pt x="129444" y="503730"/>
                    <a:pt x="129566" y="500923"/>
                  </a:cubicBezTo>
                  <a:cubicBezTo>
                    <a:pt x="129536" y="500401"/>
                    <a:pt x="129505" y="499879"/>
                    <a:pt x="129473" y="499341"/>
                  </a:cubicBezTo>
                  <a:cubicBezTo>
                    <a:pt x="128737" y="498850"/>
                    <a:pt x="128000" y="498359"/>
                    <a:pt x="127241" y="497853"/>
                  </a:cubicBezTo>
                  <a:cubicBezTo>
                    <a:pt x="126901" y="495525"/>
                    <a:pt x="126866" y="493248"/>
                    <a:pt x="126799" y="490897"/>
                  </a:cubicBezTo>
                  <a:cubicBezTo>
                    <a:pt x="126649" y="489920"/>
                    <a:pt x="126649" y="489920"/>
                    <a:pt x="126497" y="488923"/>
                  </a:cubicBezTo>
                  <a:cubicBezTo>
                    <a:pt x="125760" y="488678"/>
                    <a:pt x="125023" y="488432"/>
                    <a:pt x="124264" y="488179"/>
                  </a:cubicBezTo>
                  <a:cubicBezTo>
                    <a:pt x="123936" y="485880"/>
                    <a:pt x="123936" y="485880"/>
                    <a:pt x="123846" y="483017"/>
                  </a:cubicBezTo>
                  <a:cubicBezTo>
                    <a:pt x="123953" y="479228"/>
                    <a:pt x="123953" y="479228"/>
                    <a:pt x="122032" y="476273"/>
                  </a:cubicBezTo>
                  <a:cubicBezTo>
                    <a:pt x="121724" y="474578"/>
                    <a:pt x="121724" y="474578"/>
                    <a:pt x="121567" y="472599"/>
                  </a:cubicBezTo>
                  <a:cubicBezTo>
                    <a:pt x="121483" y="471622"/>
                    <a:pt x="121483" y="471622"/>
                    <a:pt x="121398" y="470625"/>
                  </a:cubicBezTo>
                  <a:cubicBezTo>
                    <a:pt x="121316" y="469285"/>
                    <a:pt x="121288" y="467942"/>
                    <a:pt x="121288" y="466599"/>
                  </a:cubicBezTo>
                  <a:cubicBezTo>
                    <a:pt x="120551" y="466599"/>
                    <a:pt x="119814" y="466599"/>
                    <a:pt x="119055" y="466599"/>
                  </a:cubicBezTo>
                  <a:cubicBezTo>
                    <a:pt x="118810" y="462916"/>
                    <a:pt x="118564" y="459232"/>
                    <a:pt x="118311" y="455437"/>
                  </a:cubicBezTo>
                  <a:cubicBezTo>
                    <a:pt x="117574" y="455437"/>
                    <a:pt x="116838" y="455437"/>
                    <a:pt x="116079" y="455437"/>
                  </a:cubicBezTo>
                  <a:cubicBezTo>
                    <a:pt x="116051" y="454764"/>
                    <a:pt x="116023" y="454092"/>
                    <a:pt x="115994" y="453399"/>
                  </a:cubicBezTo>
                  <a:cubicBezTo>
                    <a:pt x="115921" y="452083"/>
                    <a:pt x="115921" y="452083"/>
                    <a:pt x="115846" y="450740"/>
                  </a:cubicBezTo>
                  <a:cubicBezTo>
                    <a:pt x="115781" y="449432"/>
                    <a:pt x="115781" y="449432"/>
                    <a:pt x="115715" y="448097"/>
                  </a:cubicBezTo>
                  <a:cubicBezTo>
                    <a:pt x="115305" y="445581"/>
                    <a:pt x="114925" y="445140"/>
                    <a:pt x="113102" y="443531"/>
                  </a:cubicBezTo>
                  <a:cubicBezTo>
                    <a:pt x="113009" y="441019"/>
                    <a:pt x="113009" y="441019"/>
                    <a:pt x="113102" y="438322"/>
                  </a:cubicBezTo>
                  <a:cubicBezTo>
                    <a:pt x="112889" y="436255"/>
                    <a:pt x="112889" y="436255"/>
                    <a:pt x="112358" y="434601"/>
                  </a:cubicBezTo>
                  <a:cubicBezTo>
                    <a:pt x="111867" y="434355"/>
                    <a:pt x="111376" y="434110"/>
                    <a:pt x="110870" y="433857"/>
                  </a:cubicBezTo>
                  <a:cubicBezTo>
                    <a:pt x="110562" y="431505"/>
                    <a:pt x="110562" y="431505"/>
                    <a:pt x="110405" y="428601"/>
                  </a:cubicBezTo>
                  <a:cubicBezTo>
                    <a:pt x="110349" y="427641"/>
                    <a:pt x="110293" y="426681"/>
                    <a:pt x="110236" y="425692"/>
                  </a:cubicBezTo>
                  <a:cubicBezTo>
                    <a:pt x="110200" y="424948"/>
                    <a:pt x="110163" y="424205"/>
                    <a:pt x="110126" y="423439"/>
                  </a:cubicBezTo>
                  <a:cubicBezTo>
                    <a:pt x="109389" y="423439"/>
                    <a:pt x="108652" y="423439"/>
                    <a:pt x="107893" y="423439"/>
                  </a:cubicBezTo>
                  <a:cubicBezTo>
                    <a:pt x="107928" y="422695"/>
                    <a:pt x="107962" y="421952"/>
                    <a:pt x="107998" y="421186"/>
                  </a:cubicBezTo>
                  <a:cubicBezTo>
                    <a:pt x="108025" y="420226"/>
                    <a:pt x="108052" y="419266"/>
                    <a:pt x="108079" y="418276"/>
                  </a:cubicBezTo>
                  <a:cubicBezTo>
                    <a:pt x="108114" y="417318"/>
                    <a:pt x="108148" y="416360"/>
                    <a:pt x="108184" y="415373"/>
                  </a:cubicBezTo>
                  <a:cubicBezTo>
                    <a:pt x="108088" y="414596"/>
                    <a:pt x="107992" y="413820"/>
                    <a:pt x="107893" y="413021"/>
                  </a:cubicBezTo>
                  <a:cubicBezTo>
                    <a:pt x="106411" y="412549"/>
                    <a:pt x="106411" y="412549"/>
                    <a:pt x="104917" y="412277"/>
                  </a:cubicBezTo>
                  <a:cubicBezTo>
                    <a:pt x="104704" y="410492"/>
                    <a:pt x="104704" y="410492"/>
                    <a:pt x="104870" y="408277"/>
                  </a:cubicBezTo>
                  <a:cubicBezTo>
                    <a:pt x="105075" y="406111"/>
                    <a:pt x="105075" y="406111"/>
                    <a:pt x="104917" y="404091"/>
                  </a:cubicBezTo>
                  <a:cubicBezTo>
                    <a:pt x="104560" y="403747"/>
                    <a:pt x="104203" y="403402"/>
                    <a:pt x="103835" y="403048"/>
                  </a:cubicBezTo>
                  <a:cubicBezTo>
                    <a:pt x="101986" y="401137"/>
                    <a:pt x="102291" y="399094"/>
                    <a:pt x="102173" y="396510"/>
                  </a:cubicBezTo>
                  <a:cubicBezTo>
                    <a:pt x="102124" y="395564"/>
                    <a:pt x="102075" y="394617"/>
                    <a:pt x="102024" y="393641"/>
                  </a:cubicBezTo>
                  <a:cubicBezTo>
                    <a:pt x="101983" y="392552"/>
                    <a:pt x="101983" y="392552"/>
                    <a:pt x="101940" y="391441"/>
                  </a:cubicBezTo>
                  <a:cubicBezTo>
                    <a:pt x="101203" y="391441"/>
                    <a:pt x="100467" y="391441"/>
                    <a:pt x="99708" y="391441"/>
                  </a:cubicBezTo>
                  <a:cubicBezTo>
                    <a:pt x="99666" y="390352"/>
                    <a:pt x="99666" y="390352"/>
                    <a:pt x="99623" y="389240"/>
                  </a:cubicBezTo>
                  <a:cubicBezTo>
                    <a:pt x="99574" y="388294"/>
                    <a:pt x="99526" y="387347"/>
                    <a:pt x="99475" y="386371"/>
                  </a:cubicBezTo>
                  <a:cubicBezTo>
                    <a:pt x="99432" y="385430"/>
                    <a:pt x="99389" y="384489"/>
                    <a:pt x="99344" y="383520"/>
                  </a:cubicBezTo>
                  <a:cubicBezTo>
                    <a:pt x="98942" y="380880"/>
                    <a:pt x="98646" y="380445"/>
                    <a:pt x="96731" y="378790"/>
                  </a:cubicBezTo>
                  <a:cubicBezTo>
                    <a:pt x="96638" y="376232"/>
                    <a:pt x="96638" y="376232"/>
                    <a:pt x="96731" y="373581"/>
                  </a:cubicBezTo>
                  <a:cubicBezTo>
                    <a:pt x="96525" y="371879"/>
                    <a:pt x="96525" y="371879"/>
                    <a:pt x="95987" y="370605"/>
                  </a:cubicBezTo>
                  <a:cubicBezTo>
                    <a:pt x="95496" y="370359"/>
                    <a:pt x="95005" y="370114"/>
                    <a:pt x="94499" y="369861"/>
                  </a:cubicBezTo>
                  <a:cubicBezTo>
                    <a:pt x="94266" y="367964"/>
                    <a:pt x="94117" y="366137"/>
                    <a:pt x="94034" y="364233"/>
                  </a:cubicBezTo>
                  <a:cubicBezTo>
                    <a:pt x="94005" y="363704"/>
                    <a:pt x="93976" y="363175"/>
                    <a:pt x="93946" y="362630"/>
                  </a:cubicBezTo>
                  <a:cubicBezTo>
                    <a:pt x="93876" y="361320"/>
                    <a:pt x="93814" y="360009"/>
                    <a:pt x="93755" y="358699"/>
                  </a:cubicBezTo>
                  <a:cubicBezTo>
                    <a:pt x="93018" y="358699"/>
                    <a:pt x="92281" y="358699"/>
                    <a:pt x="91522" y="358699"/>
                  </a:cubicBezTo>
                  <a:cubicBezTo>
                    <a:pt x="91494" y="358009"/>
                    <a:pt x="91466" y="357319"/>
                    <a:pt x="91438" y="356609"/>
                  </a:cubicBezTo>
                  <a:cubicBezTo>
                    <a:pt x="91389" y="355718"/>
                    <a:pt x="91340" y="354826"/>
                    <a:pt x="91290" y="353908"/>
                  </a:cubicBezTo>
                  <a:cubicBezTo>
                    <a:pt x="91246" y="353019"/>
                    <a:pt x="91203" y="352130"/>
                    <a:pt x="91159" y="351214"/>
                  </a:cubicBezTo>
                  <a:cubicBezTo>
                    <a:pt x="91033" y="350491"/>
                    <a:pt x="90907" y="349769"/>
                    <a:pt x="90778" y="349025"/>
                  </a:cubicBezTo>
                  <a:cubicBezTo>
                    <a:pt x="90041" y="348779"/>
                    <a:pt x="89305" y="348534"/>
                    <a:pt x="88546" y="348281"/>
                  </a:cubicBezTo>
                  <a:cubicBezTo>
                    <a:pt x="88380" y="346359"/>
                    <a:pt x="88380" y="346359"/>
                    <a:pt x="88499" y="343955"/>
                  </a:cubicBezTo>
                  <a:cubicBezTo>
                    <a:pt x="88658" y="340611"/>
                    <a:pt x="88609" y="339478"/>
                    <a:pt x="87057" y="336374"/>
                  </a:cubicBezTo>
                  <a:cubicBezTo>
                    <a:pt x="86812" y="563769"/>
                    <a:pt x="86566" y="791163"/>
                    <a:pt x="86313" y="1025449"/>
                  </a:cubicBezTo>
                  <a:cubicBezTo>
                    <a:pt x="60038" y="1025449"/>
                    <a:pt x="33762" y="1025449"/>
                    <a:pt x="6690" y="1025449"/>
                  </a:cubicBezTo>
                  <a:cubicBezTo>
                    <a:pt x="6684" y="979153"/>
                    <a:pt x="6684" y="979153"/>
                    <a:pt x="6682" y="961326"/>
                  </a:cubicBezTo>
                  <a:cubicBezTo>
                    <a:pt x="6682" y="960776"/>
                    <a:pt x="6682" y="960226"/>
                    <a:pt x="6682" y="959659"/>
                  </a:cubicBezTo>
                  <a:cubicBezTo>
                    <a:pt x="6680" y="950672"/>
                    <a:pt x="6679" y="941684"/>
                    <a:pt x="6678" y="932696"/>
                  </a:cubicBezTo>
                  <a:cubicBezTo>
                    <a:pt x="6678" y="932091"/>
                    <a:pt x="6678" y="931486"/>
                    <a:pt x="6678" y="930862"/>
                  </a:cubicBezTo>
                  <a:cubicBezTo>
                    <a:pt x="6670" y="866060"/>
                    <a:pt x="6663" y="801257"/>
                    <a:pt x="6659" y="736454"/>
                  </a:cubicBezTo>
                  <a:cubicBezTo>
                    <a:pt x="6658" y="735015"/>
                    <a:pt x="6658" y="733576"/>
                    <a:pt x="6658" y="732137"/>
                  </a:cubicBezTo>
                  <a:cubicBezTo>
                    <a:pt x="6656" y="701937"/>
                    <a:pt x="6654" y="671737"/>
                    <a:pt x="6652" y="641536"/>
                  </a:cubicBezTo>
                  <a:cubicBezTo>
                    <a:pt x="6651" y="626366"/>
                    <a:pt x="6650" y="611197"/>
                    <a:pt x="6649" y="596027"/>
                  </a:cubicBezTo>
                  <a:cubicBezTo>
                    <a:pt x="6649" y="593738"/>
                    <a:pt x="6649" y="591450"/>
                    <a:pt x="6649" y="589162"/>
                  </a:cubicBezTo>
                  <a:cubicBezTo>
                    <a:pt x="6647" y="553910"/>
                    <a:pt x="6644" y="518658"/>
                    <a:pt x="6639" y="483406"/>
                  </a:cubicBezTo>
                  <a:cubicBezTo>
                    <a:pt x="6639" y="482648"/>
                    <a:pt x="6639" y="481889"/>
                    <a:pt x="6639" y="481108"/>
                  </a:cubicBezTo>
                  <a:cubicBezTo>
                    <a:pt x="6637" y="468880"/>
                    <a:pt x="6635" y="456652"/>
                    <a:pt x="6634" y="444425"/>
                  </a:cubicBezTo>
                  <a:cubicBezTo>
                    <a:pt x="6629" y="409220"/>
                    <a:pt x="6624" y="374015"/>
                    <a:pt x="6622" y="338810"/>
                  </a:cubicBezTo>
                  <a:cubicBezTo>
                    <a:pt x="6622" y="338086"/>
                    <a:pt x="6622" y="337363"/>
                    <a:pt x="6622" y="336617"/>
                  </a:cubicBezTo>
                  <a:cubicBezTo>
                    <a:pt x="6621" y="320739"/>
                    <a:pt x="6621" y="304860"/>
                    <a:pt x="6620" y="288982"/>
                  </a:cubicBezTo>
                  <a:cubicBezTo>
                    <a:pt x="6620" y="282594"/>
                    <a:pt x="6620" y="276205"/>
                    <a:pt x="6619" y="269817"/>
                  </a:cubicBezTo>
                  <a:cubicBezTo>
                    <a:pt x="6619" y="269118"/>
                    <a:pt x="6619" y="268419"/>
                    <a:pt x="6619" y="267698"/>
                  </a:cubicBezTo>
                  <a:cubicBezTo>
                    <a:pt x="6619" y="245143"/>
                    <a:pt x="6615" y="222588"/>
                    <a:pt x="6611" y="200033"/>
                  </a:cubicBezTo>
                  <a:cubicBezTo>
                    <a:pt x="6607" y="177326"/>
                    <a:pt x="6604" y="154619"/>
                    <a:pt x="6606" y="131912"/>
                  </a:cubicBezTo>
                  <a:cubicBezTo>
                    <a:pt x="6606" y="128779"/>
                    <a:pt x="6606" y="125646"/>
                    <a:pt x="6606" y="122513"/>
                  </a:cubicBezTo>
                  <a:cubicBezTo>
                    <a:pt x="6606" y="121899"/>
                    <a:pt x="6606" y="121285"/>
                    <a:pt x="6606" y="120652"/>
                  </a:cubicBezTo>
                  <a:cubicBezTo>
                    <a:pt x="6606" y="110899"/>
                    <a:pt x="6604" y="101147"/>
                    <a:pt x="6601" y="91395"/>
                  </a:cubicBezTo>
                  <a:cubicBezTo>
                    <a:pt x="6598" y="81821"/>
                    <a:pt x="6597" y="72248"/>
                    <a:pt x="6599" y="62674"/>
                  </a:cubicBezTo>
                  <a:cubicBezTo>
                    <a:pt x="6601" y="57546"/>
                    <a:pt x="6601" y="52418"/>
                    <a:pt x="6597" y="47290"/>
                  </a:cubicBezTo>
                  <a:cubicBezTo>
                    <a:pt x="6594" y="42637"/>
                    <a:pt x="6595" y="37983"/>
                    <a:pt x="6598" y="33329"/>
                  </a:cubicBezTo>
                  <a:cubicBezTo>
                    <a:pt x="6598" y="31645"/>
                    <a:pt x="6597" y="29961"/>
                    <a:pt x="6595" y="28277"/>
                  </a:cubicBezTo>
                  <a:cubicBezTo>
                    <a:pt x="6593" y="26011"/>
                    <a:pt x="6595" y="23744"/>
                    <a:pt x="6598" y="21478"/>
                  </a:cubicBezTo>
                  <a:cubicBezTo>
                    <a:pt x="6596" y="20813"/>
                    <a:pt x="6594" y="20149"/>
                    <a:pt x="6592" y="19465"/>
                  </a:cubicBezTo>
                  <a:cubicBezTo>
                    <a:pt x="6605" y="14991"/>
                    <a:pt x="6605" y="14991"/>
                    <a:pt x="7434" y="14162"/>
                  </a:cubicBezTo>
                  <a:cubicBezTo>
                    <a:pt x="9355" y="13982"/>
                    <a:pt x="11275" y="13876"/>
                    <a:pt x="13201" y="13772"/>
                  </a:cubicBezTo>
                  <a:cubicBezTo>
                    <a:pt x="13754" y="13655"/>
                    <a:pt x="14306" y="13538"/>
                    <a:pt x="14876" y="13417"/>
                  </a:cubicBezTo>
                  <a:cubicBezTo>
                    <a:pt x="15121" y="12681"/>
                    <a:pt x="15367" y="11944"/>
                    <a:pt x="15620" y="11185"/>
                  </a:cubicBezTo>
                  <a:cubicBezTo>
                    <a:pt x="17617" y="10863"/>
                    <a:pt x="17617" y="10863"/>
                    <a:pt x="20250" y="10804"/>
                  </a:cubicBezTo>
                  <a:cubicBezTo>
                    <a:pt x="21188" y="10778"/>
                    <a:pt x="22126" y="10751"/>
                    <a:pt x="23092" y="10724"/>
                  </a:cubicBezTo>
                  <a:cubicBezTo>
                    <a:pt x="24089" y="10707"/>
                    <a:pt x="25087" y="10690"/>
                    <a:pt x="26084" y="10673"/>
                  </a:cubicBezTo>
                  <a:cubicBezTo>
                    <a:pt x="27085" y="10649"/>
                    <a:pt x="28085" y="10623"/>
                    <a:pt x="29086" y="10596"/>
                  </a:cubicBezTo>
                  <a:cubicBezTo>
                    <a:pt x="31542" y="10535"/>
                    <a:pt x="33999" y="10483"/>
                    <a:pt x="36456" y="10441"/>
                  </a:cubicBezTo>
                  <a:cubicBezTo>
                    <a:pt x="36456" y="9459"/>
                    <a:pt x="36456" y="8476"/>
                    <a:pt x="36456" y="7464"/>
                  </a:cubicBezTo>
                  <a:cubicBezTo>
                    <a:pt x="43332" y="7464"/>
                    <a:pt x="50207" y="7464"/>
                    <a:pt x="57292" y="7464"/>
                  </a:cubicBezTo>
                  <a:cubicBezTo>
                    <a:pt x="57292" y="6482"/>
                    <a:pt x="57292" y="5500"/>
                    <a:pt x="57292" y="4488"/>
                  </a:cubicBezTo>
                  <a:cubicBezTo>
                    <a:pt x="58233" y="4477"/>
                    <a:pt x="58233" y="4477"/>
                    <a:pt x="59193" y="4467"/>
                  </a:cubicBezTo>
                  <a:cubicBezTo>
                    <a:pt x="61513" y="4434"/>
                    <a:pt x="63833" y="4388"/>
                    <a:pt x="66153" y="4333"/>
                  </a:cubicBezTo>
                  <a:cubicBezTo>
                    <a:pt x="67158" y="4312"/>
                    <a:pt x="68164" y="4297"/>
                    <a:pt x="69169" y="4286"/>
                  </a:cubicBezTo>
                  <a:cubicBezTo>
                    <a:pt x="70612" y="4270"/>
                    <a:pt x="72055" y="4234"/>
                    <a:pt x="73497" y="4197"/>
                  </a:cubicBezTo>
                  <a:cubicBezTo>
                    <a:pt x="74366" y="4181"/>
                    <a:pt x="75235" y="4166"/>
                    <a:pt x="76130" y="4150"/>
                  </a:cubicBezTo>
                  <a:cubicBezTo>
                    <a:pt x="76789" y="4016"/>
                    <a:pt x="77449" y="3882"/>
                    <a:pt x="78128" y="3744"/>
                  </a:cubicBezTo>
                  <a:cubicBezTo>
                    <a:pt x="78636" y="2266"/>
                    <a:pt x="78636" y="2266"/>
                    <a:pt x="78872" y="767"/>
                  </a:cubicBezTo>
                  <a:close/>
                </a:path>
              </a:pathLst>
            </a:custGeom>
            <a:grpFill/>
            <a:ln w="744" cap="flat">
              <a:noFill/>
              <a:prstDash val="solid"/>
              <a:miter/>
            </a:ln>
          </p:spPr>
          <p:txBody>
            <a:bodyPr rtlCol="0" anchor="ctr"/>
            <a:lstStyle/>
            <a:p>
              <a:endParaRPr lang="zh-CN" altLang="en-US"/>
            </a:p>
          </p:txBody>
        </p:sp>
        <p:sp>
          <p:nvSpPr>
            <p:cNvPr id="83" name="任意多边形: 形状 82"/>
            <p:cNvSpPr/>
            <p:nvPr/>
          </p:nvSpPr>
          <p:spPr>
            <a:xfrm>
              <a:off x="8072485" y="627396"/>
              <a:ext cx="421107" cy="516882"/>
            </a:xfrm>
            <a:custGeom>
              <a:avLst/>
              <a:gdLst>
                <a:gd name="connsiteX0" fmla="*/ 241615 w 421107"/>
                <a:gd name="connsiteY0" fmla="*/ 356471 h 516882"/>
                <a:gd name="connsiteX1" fmla="*/ 238220 w 421107"/>
                <a:gd name="connsiteY1" fmla="*/ 359494 h 516882"/>
                <a:gd name="connsiteX2" fmla="*/ 237894 w 421107"/>
                <a:gd name="connsiteY2" fmla="*/ 361680 h 516882"/>
                <a:gd name="connsiteX3" fmla="*/ 236406 w 421107"/>
                <a:gd name="connsiteY3" fmla="*/ 361680 h 516882"/>
                <a:gd name="connsiteX4" fmla="*/ 235290 w 421107"/>
                <a:gd name="connsiteY4" fmla="*/ 363494 h 516882"/>
                <a:gd name="connsiteX5" fmla="*/ 234174 w 421107"/>
                <a:gd name="connsiteY5" fmla="*/ 365401 h 516882"/>
                <a:gd name="connsiteX6" fmla="*/ 232685 w 421107"/>
                <a:gd name="connsiteY6" fmla="*/ 366145 h 516882"/>
                <a:gd name="connsiteX7" fmla="*/ 231941 w 421107"/>
                <a:gd name="connsiteY7" fmla="*/ 369121 h 516882"/>
                <a:gd name="connsiteX8" fmla="*/ 230453 w 421107"/>
                <a:gd name="connsiteY8" fmla="*/ 369121 h 516882"/>
                <a:gd name="connsiteX9" fmla="*/ 229709 w 421107"/>
                <a:gd name="connsiteY9" fmla="*/ 370982 h 516882"/>
                <a:gd name="connsiteX10" fmla="*/ 228965 w 421107"/>
                <a:gd name="connsiteY10" fmla="*/ 372842 h 516882"/>
                <a:gd name="connsiteX11" fmla="*/ 227476 w 421107"/>
                <a:gd name="connsiteY11" fmla="*/ 372842 h 516882"/>
                <a:gd name="connsiteX12" fmla="*/ 226732 w 421107"/>
                <a:gd name="connsiteY12" fmla="*/ 375819 h 516882"/>
                <a:gd name="connsiteX13" fmla="*/ 224500 w 421107"/>
                <a:gd name="connsiteY13" fmla="*/ 376563 h 516882"/>
                <a:gd name="connsiteX14" fmla="*/ 224081 w 421107"/>
                <a:gd name="connsiteY14" fmla="*/ 378098 h 516882"/>
                <a:gd name="connsiteX15" fmla="*/ 223756 w 421107"/>
                <a:gd name="connsiteY15" fmla="*/ 379539 h 516882"/>
                <a:gd name="connsiteX16" fmla="*/ 222267 w 421107"/>
                <a:gd name="connsiteY16" fmla="*/ 379539 h 516882"/>
                <a:gd name="connsiteX17" fmla="*/ 220779 w 421107"/>
                <a:gd name="connsiteY17" fmla="*/ 383260 h 516882"/>
                <a:gd name="connsiteX18" fmla="*/ 218547 w 421107"/>
                <a:gd name="connsiteY18" fmla="*/ 383260 h 516882"/>
                <a:gd name="connsiteX19" fmla="*/ 214082 w 421107"/>
                <a:gd name="connsiteY19" fmla="*/ 389213 h 516882"/>
                <a:gd name="connsiteX20" fmla="*/ 211105 w 421107"/>
                <a:gd name="connsiteY20" fmla="*/ 390701 h 516882"/>
                <a:gd name="connsiteX21" fmla="*/ 211105 w 421107"/>
                <a:gd name="connsiteY21" fmla="*/ 393678 h 516882"/>
                <a:gd name="connsiteX22" fmla="*/ 208129 w 421107"/>
                <a:gd name="connsiteY22" fmla="*/ 393678 h 516882"/>
                <a:gd name="connsiteX23" fmla="*/ 207757 w 421107"/>
                <a:gd name="connsiteY23" fmla="*/ 395120 h 516882"/>
                <a:gd name="connsiteX24" fmla="*/ 207384 w 421107"/>
                <a:gd name="connsiteY24" fmla="*/ 396655 h 516882"/>
                <a:gd name="connsiteX25" fmla="*/ 204408 w 421107"/>
                <a:gd name="connsiteY25" fmla="*/ 397399 h 516882"/>
                <a:gd name="connsiteX26" fmla="*/ 203664 w 421107"/>
                <a:gd name="connsiteY26" fmla="*/ 400375 h 516882"/>
                <a:gd name="connsiteX27" fmla="*/ 200687 w 421107"/>
                <a:gd name="connsiteY27" fmla="*/ 400375 h 516882"/>
                <a:gd name="connsiteX28" fmla="*/ 199524 w 421107"/>
                <a:gd name="connsiteY28" fmla="*/ 401817 h 516882"/>
                <a:gd name="connsiteX29" fmla="*/ 198455 w 421107"/>
                <a:gd name="connsiteY29" fmla="*/ 403352 h 516882"/>
                <a:gd name="connsiteX30" fmla="*/ 196222 w 421107"/>
                <a:gd name="connsiteY30" fmla="*/ 404096 h 516882"/>
                <a:gd name="connsiteX31" fmla="*/ 194734 w 421107"/>
                <a:gd name="connsiteY31" fmla="*/ 407073 h 516882"/>
                <a:gd name="connsiteX32" fmla="*/ 191758 w 421107"/>
                <a:gd name="connsiteY32" fmla="*/ 407073 h 516882"/>
                <a:gd name="connsiteX33" fmla="*/ 191013 w 421107"/>
                <a:gd name="connsiteY33" fmla="*/ 410793 h 516882"/>
                <a:gd name="connsiteX34" fmla="*/ 188827 w 421107"/>
                <a:gd name="connsiteY34" fmla="*/ 410840 h 516882"/>
                <a:gd name="connsiteX35" fmla="*/ 186549 w 421107"/>
                <a:gd name="connsiteY35" fmla="*/ 410793 h 516882"/>
                <a:gd name="connsiteX36" fmla="*/ 185758 w 421107"/>
                <a:gd name="connsiteY36" fmla="*/ 412235 h 516882"/>
                <a:gd name="connsiteX37" fmla="*/ 185060 w 421107"/>
                <a:gd name="connsiteY37" fmla="*/ 413770 h 516882"/>
                <a:gd name="connsiteX38" fmla="*/ 181340 w 421107"/>
                <a:gd name="connsiteY38" fmla="*/ 414514 h 516882"/>
                <a:gd name="connsiteX39" fmla="*/ 180595 w 421107"/>
                <a:gd name="connsiteY39" fmla="*/ 417491 h 516882"/>
                <a:gd name="connsiteX40" fmla="*/ 177944 w 421107"/>
                <a:gd name="connsiteY40" fmla="*/ 418049 h 516882"/>
                <a:gd name="connsiteX41" fmla="*/ 175386 w 421107"/>
                <a:gd name="connsiteY41" fmla="*/ 418235 h 516882"/>
                <a:gd name="connsiteX42" fmla="*/ 175386 w 421107"/>
                <a:gd name="connsiteY42" fmla="*/ 421211 h 516882"/>
                <a:gd name="connsiteX43" fmla="*/ 170922 w 421107"/>
                <a:gd name="connsiteY43" fmla="*/ 421211 h 516882"/>
                <a:gd name="connsiteX44" fmla="*/ 170177 w 421107"/>
                <a:gd name="connsiteY44" fmla="*/ 424188 h 516882"/>
                <a:gd name="connsiteX45" fmla="*/ 167573 w 421107"/>
                <a:gd name="connsiteY45" fmla="*/ 424606 h 516882"/>
                <a:gd name="connsiteX46" fmla="*/ 164968 w 421107"/>
                <a:gd name="connsiteY46" fmla="*/ 424932 h 516882"/>
                <a:gd name="connsiteX47" fmla="*/ 164224 w 421107"/>
                <a:gd name="connsiteY47" fmla="*/ 427164 h 516882"/>
                <a:gd name="connsiteX48" fmla="*/ 161201 w 421107"/>
                <a:gd name="connsiteY48" fmla="*/ 427862 h 516882"/>
                <a:gd name="connsiteX49" fmla="*/ 158271 w 421107"/>
                <a:gd name="connsiteY49" fmla="*/ 428653 h 516882"/>
                <a:gd name="connsiteX50" fmla="*/ 158271 w 421107"/>
                <a:gd name="connsiteY50" fmla="*/ 431629 h 516882"/>
                <a:gd name="connsiteX51" fmla="*/ 155341 w 421107"/>
                <a:gd name="connsiteY51" fmla="*/ 431490 h 516882"/>
                <a:gd name="connsiteX52" fmla="*/ 152318 w 421107"/>
                <a:gd name="connsiteY52" fmla="*/ 431629 h 516882"/>
                <a:gd name="connsiteX53" fmla="*/ 151574 w 421107"/>
                <a:gd name="connsiteY53" fmla="*/ 433862 h 516882"/>
                <a:gd name="connsiteX54" fmla="*/ 148179 w 421107"/>
                <a:gd name="connsiteY54" fmla="*/ 434559 h 516882"/>
                <a:gd name="connsiteX55" fmla="*/ 144877 w 421107"/>
                <a:gd name="connsiteY55" fmla="*/ 435350 h 516882"/>
                <a:gd name="connsiteX56" fmla="*/ 144877 w 421107"/>
                <a:gd name="connsiteY56" fmla="*/ 438326 h 516882"/>
                <a:gd name="connsiteX57" fmla="*/ 141993 w 421107"/>
                <a:gd name="connsiteY57" fmla="*/ 438187 h 516882"/>
                <a:gd name="connsiteX58" fmla="*/ 138924 w 421107"/>
                <a:gd name="connsiteY58" fmla="*/ 438326 h 516882"/>
                <a:gd name="connsiteX59" fmla="*/ 137435 w 421107"/>
                <a:gd name="connsiteY59" fmla="*/ 440559 h 516882"/>
                <a:gd name="connsiteX60" fmla="*/ 134552 w 421107"/>
                <a:gd name="connsiteY60" fmla="*/ 440977 h 516882"/>
                <a:gd name="connsiteX61" fmla="*/ 125529 w 421107"/>
                <a:gd name="connsiteY61" fmla="*/ 445024 h 516882"/>
                <a:gd name="connsiteX62" fmla="*/ 334633 w 421107"/>
                <a:gd name="connsiteY62" fmla="*/ 445024 h 516882"/>
                <a:gd name="connsiteX63" fmla="*/ 333888 w 421107"/>
                <a:gd name="connsiteY63" fmla="*/ 442791 h 516882"/>
                <a:gd name="connsiteX64" fmla="*/ 330912 w 421107"/>
                <a:gd name="connsiteY64" fmla="*/ 442047 h 516882"/>
                <a:gd name="connsiteX65" fmla="*/ 330912 w 421107"/>
                <a:gd name="connsiteY65" fmla="*/ 439815 h 516882"/>
                <a:gd name="connsiteX66" fmla="*/ 329563 w 421107"/>
                <a:gd name="connsiteY66" fmla="*/ 438751 h 516882"/>
                <a:gd name="connsiteX67" fmla="*/ 325703 w 421107"/>
                <a:gd name="connsiteY67" fmla="*/ 434513 h 516882"/>
                <a:gd name="connsiteX68" fmla="*/ 323470 w 421107"/>
                <a:gd name="connsiteY68" fmla="*/ 431629 h 516882"/>
                <a:gd name="connsiteX69" fmla="*/ 320494 w 421107"/>
                <a:gd name="connsiteY69" fmla="*/ 430885 h 516882"/>
                <a:gd name="connsiteX70" fmla="*/ 320494 w 421107"/>
                <a:gd name="connsiteY70" fmla="*/ 427908 h 516882"/>
                <a:gd name="connsiteX71" fmla="*/ 319006 w 421107"/>
                <a:gd name="connsiteY71" fmla="*/ 427490 h 516882"/>
                <a:gd name="connsiteX72" fmla="*/ 317517 w 421107"/>
                <a:gd name="connsiteY72" fmla="*/ 427164 h 516882"/>
                <a:gd name="connsiteX73" fmla="*/ 317517 w 421107"/>
                <a:gd name="connsiteY73" fmla="*/ 424932 h 516882"/>
                <a:gd name="connsiteX74" fmla="*/ 315285 w 421107"/>
                <a:gd name="connsiteY74" fmla="*/ 424188 h 516882"/>
                <a:gd name="connsiteX75" fmla="*/ 313797 w 421107"/>
                <a:gd name="connsiteY75" fmla="*/ 421955 h 516882"/>
                <a:gd name="connsiteX76" fmla="*/ 307843 w 421107"/>
                <a:gd name="connsiteY76" fmla="*/ 416746 h 516882"/>
                <a:gd name="connsiteX77" fmla="*/ 307099 w 421107"/>
                <a:gd name="connsiteY77" fmla="*/ 414514 h 516882"/>
                <a:gd name="connsiteX78" fmla="*/ 304123 w 421107"/>
                <a:gd name="connsiteY78" fmla="*/ 413770 h 516882"/>
                <a:gd name="connsiteX79" fmla="*/ 304123 w 421107"/>
                <a:gd name="connsiteY79" fmla="*/ 411537 h 516882"/>
                <a:gd name="connsiteX80" fmla="*/ 302262 w 421107"/>
                <a:gd name="connsiteY80" fmla="*/ 411165 h 516882"/>
                <a:gd name="connsiteX81" fmla="*/ 300402 w 421107"/>
                <a:gd name="connsiteY81" fmla="*/ 410793 h 516882"/>
                <a:gd name="connsiteX82" fmla="*/ 300402 w 421107"/>
                <a:gd name="connsiteY82" fmla="*/ 408561 h 516882"/>
                <a:gd name="connsiteX83" fmla="*/ 296681 w 421107"/>
                <a:gd name="connsiteY83" fmla="*/ 407073 h 516882"/>
                <a:gd name="connsiteX84" fmla="*/ 296263 w 421107"/>
                <a:gd name="connsiteY84" fmla="*/ 405538 h 516882"/>
                <a:gd name="connsiteX85" fmla="*/ 295937 w 421107"/>
                <a:gd name="connsiteY85" fmla="*/ 404096 h 516882"/>
                <a:gd name="connsiteX86" fmla="*/ 294402 w 421107"/>
                <a:gd name="connsiteY86" fmla="*/ 403677 h 516882"/>
                <a:gd name="connsiteX87" fmla="*/ 292961 w 421107"/>
                <a:gd name="connsiteY87" fmla="*/ 403352 h 516882"/>
                <a:gd name="connsiteX88" fmla="*/ 292961 w 421107"/>
                <a:gd name="connsiteY88" fmla="*/ 401119 h 516882"/>
                <a:gd name="connsiteX89" fmla="*/ 291100 w 421107"/>
                <a:gd name="connsiteY89" fmla="*/ 400747 h 516882"/>
                <a:gd name="connsiteX90" fmla="*/ 289240 w 421107"/>
                <a:gd name="connsiteY90" fmla="*/ 400375 h 516882"/>
                <a:gd name="connsiteX91" fmla="*/ 289240 w 421107"/>
                <a:gd name="connsiteY91" fmla="*/ 398143 h 516882"/>
                <a:gd name="connsiteX92" fmla="*/ 287380 w 421107"/>
                <a:gd name="connsiteY92" fmla="*/ 397399 h 516882"/>
                <a:gd name="connsiteX93" fmla="*/ 285519 w 421107"/>
                <a:gd name="connsiteY93" fmla="*/ 396655 h 516882"/>
                <a:gd name="connsiteX94" fmla="*/ 285519 w 421107"/>
                <a:gd name="connsiteY94" fmla="*/ 394422 h 516882"/>
                <a:gd name="connsiteX95" fmla="*/ 282543 w 421107"/>
                <a:gd name="connsiteY95" fmla="*/ 393678 h 516882"/>
                <a:gd name="connsiteX96" fmla="*/ 281799 w 421107"/>
                <a:gd name="connsiteY96" fmla="*/ 390701 h 516882"/>
                <a:gd name="connsiteX97" fmla="*/ 279520 w 421107"/>
                <a:gd name="connsiteY97" fmla="*/ 390143 h 516882"/>
                <a:gd name="connsiteX98" fmla="*/ 277334 w 421107"/>
                <a:gd name="connsiteY98" fmla="*/ 389957 h 516882"/>
                <a:gd name="connsiteX99" fmla="*/ 277334 w 421107"/>
                <a:gd name="connsiteY99" fmla="*/ 387725 h 516882"/>
                <a:gd name="connsiteX100" fmla="*/ 271939 w 421107"/>
                <a:gd name="connsiteY100" fmla="*/ 383539 h 516882"/>
                <a:gd name="connsiteX101" fmla="*/ 270636 w 421107"/>
                <a:gd name="connsiteY101" fmla="*/ 383260 h 516882"/>
                <a:gd name="connsiteX102" fmla="*/ 269892 w 421107"/>
                <a:gd name="connsiteY102" fmla="*/ 381028 h 516882"/>
                <a:gd name="connsiteX103" fmla="*/ 266172 w 421107"/>
                <a:gd name="connsiteY103" fmla="*/ 379539 h 516882"/>
                <a:gd name="connsiteX104" fmla="*/ 266172 w 421107"/>
                <a:gd name="connsiteY104" fmla="*/ 377307 h 516882"/>
                <a:gd name="connsiteX105" fmla="*/ 264311 w 421107"/>
                <a:gd name="connsiteY105" fmla="*/ 376935 h 516882"/>
                <a:gd name="connsiteX106" fmla="*/ 262451 w 421107"/>
                <a:gd name="connsiteY106" fmla="*/ 376563 h 516882"/>
                <a:gd name="connsiteX107" fmla="*/ 262451 w 421107"/>
                <a:gd name="connsiteY107" fmla="*/ 374330 h 516882"/>
                <a:gd name="connsiteX108" fmla="*/ 260218 w 421107"/>
                <a:gd name="connsiteY108" fmla="*/ 373586 h 516882"/>
                <a:gd name="connsiteX109" fmla="*/ 257986 w 421107"/>
                <a:gd name="connsiteY109" fmla="*/ 372842 h 516882"/>
                <a:gd name="connsiteX110" fmla="*/ 257986 w 421107"/>
                <a:gd name="connsiteY110" fmla="*/ 370610 h 516882"/>
                <a:gd name="connsiteX111" fmla="*/ 254265 w 421107"/>
                <a:gd name="connsiteY111" fmla="*/ 369866 h 516882"/>
                <a:gd name="connsiteX112" fmla="*/ 254265 w 421107"/>
                <a:gd name="connsiteY112" fmla="*/ 366889 h 516882"/>
                <a:gd name="connsiteX113" fmla="*/ 249800 w 421107"/>
                <a:gd name="connsiteY113" fmla="*/ 366145 h 516882"/>
                <a:gd name="connsiteX114" fmla="*/ 249800 w 421107"/>
                <a:gd name="connsiteY114" fmla="*/ 363168 h 516882"/>
                <a:gd name="connsiteX115" fmla="*/ 248359 w 421107"/>
                <a:gd name="connsiteY115" fmla="*/ 362750 h 516882"/>
                <a:gd name="connsiteX116" fmla="*/ 246824 w 421107"/>
                <a:gd name="connsiteY116" fmla="*/ 362424 h 516882"/>
                <a:gd name="connsiteX117" fmla="*/ 246080 w 421107"/>
                <a:gd name="connsiteY117" fmla="*/ 360192 h 516882"/>
                <a:gd name="connsiteX118" fmla="*/ 243801 w 421107"/>
                <a:gd name="connsiteY118" fmla="*/ 359680 h 516882"/>
                <a:gd name="connsiteX119" fmla="*/ 241615 w 421107"/>
                <a:gd name="connsiteY119" fmla="*/ 359448 h 516882"/>
                <a:gd name="connsiteX120" fmla="*/ 241615 w 421107"/>
                <a:gd name="connsiteY120" fmla="*/ 356471 h 516882"/>
                <a:gd name="connsiteX121" fmla="*/ 60546 w 421107"/>
                <a:gd name="connsiteY121" fmla="*/ 74063 h 516882"/>
                <a:gd name="connsiteX122" fmla="*/ 59703 w 421107"/>
                <a:gd name="connsiteY122" fmla="*/ 80511 h 516882"/>
                <a:gd name="connsiteX123" fmla="*/ 59708 w 421107"/>
                <a:gd name="connsiteY123" fmla="*/ 82266 h 516882"/>
                <a:gd name="connsiteX124" fmla="*/ 59704 w 421107"/>
                <a:gd name="connsiteY124" fmla="*/ 88229 h 516882"/>
                <a:gd name="connsiteX125" fmla="*/ 59706 w 421107"/>
                <a:gd name="connsiteY125" fmla="*/ 92638 h 516882"/>
                <a:gd name="connsiteX126" fmla="*/ 59703 w 421107"/>
                <a:gd name="connsiteY126" fmla="*/ 104782 h 516882"/>
                <a:gd name="connsiteX127" fmla="*/ 59703 w 421107"/>
                <a:gd name="connsiteY127" fmla="*/ 118067 h 516882"/>
                <a:gd name="connsiteX128" fmla="*/ 59700 w 421107"/>
                <a:gd name="connsiteY128" fmla="*/ 144083 h 516882"/>
                <a:gd name="connsiteX129" fmla="*/ 59702 w 421107"/>
                <a:gd name="connsiteY129" fmla="*/ 166974 h 516882"/>
                <a:gd name="connsiteX130" fmla="*/ 59702 w 421107"/>
                <a:gd name="connsiteY130" fmla="*/ 168503 h 516882"/>
                <a:gd name="connsiteX131" fmla="*/ 59701 w 421107"/>
                <a:gd name="connsiteY131" fmla="*/ 174652 h 516882"/>
                <a:gd name="connsiteX132" fmla="*/ 59705 w 421107"/>
                <a:gd name="connsiteY132" fmla="*/ 232364 h 516882"/>
                <a:gd name="connsiteX133" fmla="*/ 59705 w 421107"/>
                <a:gd name="connsiteY133" fmla="*/ 283755 h 516882"/>
                <a:gd name="connsiteX134" fmla="*/ 59701 w 421107"/>
                <a:gd name="connsiteY134" fmla="*/ 341567 h 516882"/>
                <a:gd name="connsiteX135" fmla="*/ 59702 w 421107"/>
                <a:gd name="connsiteY135" fmla="*/ 347729 h 516882"/>
                <a:gd name="connsiteX136" fmla="*/ 59702 w 421107"/>
                <a:gd name="connsiteY136" fmla="*/ 349262 h 516882"/>
                <a:gd name="connsiteX137" fmla="*/ 59701 w 421107"/>
                <a:gd name="connsiteY137" fmla="*/ 372160 h 516882"/>
                <a:gd name="connsiteX138" fmla="*/ 59701 w 421107"/>
                <a:gd name="connsiteY138" fmla="*/ 396952 h 516882"/>
                <a:gd name="connsiteX139" fmla="*/ 59704 w 421107"/>
                <a:gd name="connsiteY139" fmla="*/ 410380 h 516882"/>
                <a:gd name="connsiteX140" fmla="*/ 59704 w 421107"/>
                <a:gd name="connsiteY140" fmla="*/ 422839 h 516882"/>
                <a:gd name="connsiteX141" fmla="*/ 59707 w 421107"/>
                <a:gd name="connsiteY141" fmla="*/ 427365 h 516882"/>
                <a:gd name="connsiteX142" fmla="*/ 59705 w 421107"/>
                <a:gd name="connsiteY142" fmla="*/ 433630 h 516882"/>
                <a:gd name="connsiteX143" fmla="*/ 59708 w 421107"/>
                <a:gd name="connsiteY143" fmla="*/ 435511 h 516882"/>
                <a:gd name="connsiteX144" fmla="*/ 60546 w 421107"/>
                <a:gd name="connsiteY144" fmla="*/ 445389 h 516882"/>
                <a:gd name="connsiteX145" fmla="*/ 108171 w 421107"/>
                <a:gd name="connsiteY145" fmla="*/ 444645 h 516882"/>
                <a:gd name="connsiteX146" fmla="*/ 106682 w 421107"/>
                <a:gd name="connsiteY146" fmla="*/ 440924 h 516882"/>
                <a:gd name="connsiteX147" fmla="*/ 104450 w 421107"/>
                <a:gd name="connsiteY147" fmla="*/ 440180 h 516882"/>
                <a:gd name="connsiteX148" fmla="*/ 103938 w 421107"/>
                <a:gd name="connsiteY148" fmla="*/ 437529 h 516882"/>
                <a:gd name="connsiteX149" fmla="*/ 103706 w 421107"/>
                <a:gd name="connsiteY149" fmla="*/ 434971 h 516882"/>
                <a:gd name="connsiteX150" fmla="*/ 101474 w 421107"/>
                <a:gd name="connsiteY150" fmla="*/ 434971 h 516882"/>
                <a:gd name="connsiteX151" fmla="*/ 101474 w 421107"/>
                <a:gd name="connsiteY151" fmla="*/ 430506 h 516882"/>
                <a:gd name="connsiteX152" fmla="*/ 99241 w 421107"/>
                <a:gd name="connsiteY152" fmla="*/ 430506 h 516882"/>
                <a:gd name="connsiteX153" fmla="*/ 98823 w 421107"/>
                <a:gd name="connsiteY153" fmla="*/ 428692 h 516882"/>
                <a:gd name="connsiteX154" fmla="*/ 98497 w 421107"/>
                <a:gd name="connsiteY154" fmla="*/ 426786 h 516882"/>
                <a:gd name="connsiteX155" fmla="*/ 97009 w 421107"/>
                <a:gd name="connsiteY155" fmla="*/ 426041 h 516882"/>
                <a:gd name="connsiteX156" fmla="*/ 95520 w 421107"/>
                <a:gd name="connsiteY156" fmla="*/ 422321 h 516882"/>
                <a:gd name="connsiteX157" fmla="*/ 93288 w 421107"/>
                <a:gd name="connsiteY157" fmla="*/ 421577 h 516882"/>
                <a:gd name="connsiteX158" fmla="*/ 92544 w 421107"/>
                <a:gd name="connsiteY158" fmla="*/ 417856 h 516882"/>
                <a:gd name="connsiteX159" fmla="*/ 90311 w 421107"/>
                <a:gd name="connsiteY159" fmla="*/ 417856 h 516882"/>
                <a:gd name="connsiteX160" fmla="*/ 90311 w 421107"/>
                <a:gd name="connsiteY160" fmla="*/ 414135 h 516882"/>
                <a:gd name="connsiteX161" fmla="*/ 88079 w 421107"/>
                <a:gd name="connsiteY161" fmla="*/ 413391 h 516882"/>
                <a:gd name="connsiteX162" fmla="*/ 87009 w 421107"/>
                <a:gd name="connsiteY162" fmla="*/ 410042 h 516882"/>
                <a:gd name="connsiteX163" fmla="*/ 85847 w 421107"/>
                <a:gd name="connsiteY163" fmla="*/ 408926 h 516882"/>
                <a:gd name="connsiteX164" fmla="*/ 85102 w 421107"/>
                <a:gd name="connsiteY164" fmla="*/ 406694 h 516882"/>
                <a:gd name="connsiteX165" fmla="*/ 82870 w 421107"/>
                <a:gd name="connsiteY165" fmla="*/ 406694 h 516882"/>
                <a:gd name="connsiteX166" fmla="*/ 82870 w 421107"/>
                <a:gd name="connsiteY166" fmla="*/ 404461 h 516882"/>
                <a:gd name="connsiteX167" fmla="*/ 81382 w 421107"/>
                <a:gd name="connsiteY167" fmla="*/ 403717 h 516882"/>
                <a:gd name="connsiteX168" fmla="*/ 79893 w 421107"/>
                <a:gd name="connsiteY168" fmla="*/ 402973 h 516882"/>
                <a:gd name="connsiteX169" fmla="*/ 79893 w 421107"/>
                <a:gd name="connsiteY169" fmla="*/ 400741 h 516882"/>
                <a:gd name="connsiteX170" fmla="*/ 76917 w 421107"/>
                <a:gd name="connsiteY170" fmla="*/ 399252 h 516882"/>
                <a:gd name="connsiteX171" fmla="*/ 76917 w 421107"/>
                <a:gd name="connsiteY171" fmla="*/ 396276 h 516882"/>
                <a:gd name="connsiteX172" fmla="*/ 73940 w 421107"/>
                <a:gd name="connsiteY172" fmla="*/ 395532 h 516882"/>
                <a:gd name="connsiteX173" fmla="*/ 73940 w 421107"/>
                <a:gd name="connsiteY173" fmla="*/ 390323 h 516882"/>
                <a:gd name="connsiteX174" fmla="*/ 75353 w 421107"/>
                <a:gd name="connsiteY174" fmla="*/ 390349 h 516882"/>
                <a:gd name="connsiteX175" fmla="*/ 77196 w 421107"/>
                <a:gd name="connsiteY175" fmla="*/ 390369 h 516882"/>
                <a:gd name="connsiteX176" fmla="*/ 82126 w 421107"/>
                <a:gd name="connsiteY176" fmla="*/ 389579 h 516882"/>
                <a:gd name="connsiteX177" fmla="*/ 82870 w 421107"/>
                <a:gd name="connsiteY177" fmla="*/ 386602 h 516882"/>
                <a:gd name="connsiteX178" fmla="*/ 84844 w 421107"/>
                <a:gd name="connsiteY178" fmla="*/ 386390 h 516882"/>
                <a:gd name="connsiteX179" fmla="*/ 91800 w 421107"/>
                <a:gd name="connsiteY179" fmla="*/ 386602 h 516882"/>
                <a:gd name="connsiteX180" fmla="*/ 93288 w 421107"/>
                <a:gd name="connsiteY180" fmla="*/ 384370 h 516882"/>
                <a:gd name="connsiteX181" fmla="*/ 97427 w 421107"/>
                <a:gd name="connsiteY181" fmla="*/ 383625 h 516882"/>
                <a:gd name="connsiteX182" fmla="*/ 101474 w 421107"/>
                <a:gd name="connsiteY182" fmla="*/ 382881 h 516882"/>
                <a:gd name="connsiteX183" fmla="*/ 102218 w 421107"/>
                <a:gd name="connsiteY183" fmla="*/ 380649 h 516882"/>
                <a:gd name="connsiteX184" fmla="*/ 103892 w 421107"/>
                <a:gd name="connsiteY184" fmla="*/ 380399 h 516882"/>
                <a:gd name="connsiteX185" fmla="*/ 109659 w 421107"/>
                <a:gd name="connsiteY185" fmla="*/ 379905 h 516882"/>
                <a:gd name="connsiteX186" fmla="*/ 110403 w 421107"/>
                <a:gd name="connsiteY186" fmla="*/ 376184 h 516882"/>
                <a:gd name="connsiteX187" fmla="*/ 114124 w 421107"/>
                <a:gd name="connsiteY187" fmla="*/ 376091 h 516882"/>
                <a:gd name="connsiteX188" fmla="*/ 117845 w 421107"/>
                <a:gd name="connsiteY188" fmla="*/ 376184 h 516882"/>
                <a:gd name="connsiteX189" fmla="*/ 118589 w 421107"/>
                <a:gd name="connsiteY189" fmla="*/ 373952 h 516882"/>
                <a:gd name="connsiteX190" fmla="*/ 120100 w 421107"/>
                <a:gd name="connsiteY190" fmla="*/ 373487 h 516882"/>
                <a:gd name="connsiteX191" fmla="*/ 125286 w 421107"/>
                <a:gd name="connsiteY191" fmla="*/ 372463 h 516882"/>
                <a:gd name="connsiteX192" fmla="*/ 126030 w 421107"/>
                <a:gd name="connsiteY192" fmla="*/ 370231 h 516882"/>
                <a:gd name="connsiteX193" fmla="*/ 127379 w 421107"/>
                <a:gd name="connsiteY193" fmla="*/ 369929 h 516882"/>
                <a:gd name="connsiteX194" fmla="*/ 131983 w 421107"/>
                <a:gd name="connsiteY194" fmla="*/ 369487 h 516882"/>
                <a:gd name="connsiteX195" fmla="*/ 132727 w 421107"/>
                <a:gd name="connsiteY195" fmla="*/ 367254 h 516882"/>
                <a:gd name="connsiteX196" fmla="*/ 137192 w 421107"/>
                <a:gd name="connsiteY196" fmla="*/ 366510 h 516882"/>
                <a:gd name="connsiteX197" fmla="*/ 137936 w 421107"/>
                <a:gd name="connsiteY197" fmla="*/ 365022 h 516882"/>
                <a:gd name="connsiteX198" fmla="*/ 138681 w 421107"/>
                <a:gd name="connsiteY198" fmla="*/ 363534 h 516882"/>
                <a:gd name="connsiteX199" fmla="*/ 143145 w 421107"/>
                <a:gd name="connsiteY199" fmla="*/ 362790 h 516882"/>
                <a:gd name="connsiteX200" fmla="*/ 143797 w 421107"/>
                <a:gd name="connsiteY200" fmla="*/ 360883 h 516882"/>
                <a:gd name="connsiteX201" fmla="*/ 143890 w 421107"/>
                <a:gd name="connsiteY201" fmla="*/ 359069 h 516882"/>
                <a:gd name="connsiteX202" fmla="*/ 145378 w 421107"/>
                <a:gd name="connsiteY202" fmla="*/ 359813 h 516882"/>
                <a:gd name="connsiteX203" fmla="*/ 148354 w 421107"/>
                <a:gd name="connsiteY203" fmla="*/ 359069 h 516882"/>
                <a:gd name="connsiteX204" fmla="*/ 149099 w 421107"/>
                <a:gd name="connsiteY204" fmla="*/ 356092 h 516882"/>
                <a:gd name="connsiteX205" fmla="*/ 153563 w 421107"/>
                <a:gd name="connsiteY205" fmla="*/ 356092 h 516882"/>
                <a:gd name="connsiteX206" fmla="*/ 153935 w 421107"/>
                <a:gd name="connsiteY206" fmla="*/ 354232 h 516882"/>
                <a:gd name="connsiteX207" fmla="*/ 154307 w 421107"/>
                <a:gd name="connsiteY207" fmla="*/ 352372 h 516882"/>
                <a:gd name="connsiteX208" fmla="*/ 156586 w 421107"/>
                <a:gd name="connsiteY208" fmla="*/ 352139 h 516882"/>
                <a:gd name="connsiteX209" fmla="*/ 158772 w 421107"/>
                <a:gd name="connsiteY209" fmla="*/ 352372 h 516882"/>
                <a:gd name="connsiteX210" fmla="*/ 158772 w 421107"/>
                <a:gd name="connsiteY210" fmla="*/ 349395 h 516882"/>
                <a:gd name="connsiteX211" fmla="*/ 161749 w 421107"/>
                <a:gd name="connsiteY211" fmla="*/ 349395 h 516882"/>
                <a:gd name="connsiteX212" fmla="*/ 163237 w 421107"/>
                <a:gd name="connsiteY212" fmla="*/ 346418 h 516882"/>
                <a:gd name="connsiteX213" fmla="*/ 166958 w 421107"/>
                <a:gd name="connsiteY213" fmla="*/ 345674 h 516882"/>
                <a:gd name="connsiteX214" fmla="*/ 166958 w 421107"/>
                <a:gd name="connsiteY214" fmla="*/ 342698 h 516882"/>
                <a:gd name="connsiteX215" fmla="*/ 170307 w 421107"/>
                <a:gd name="connsiteY215" fmla="*/ 341637 h 516882"/>
                <a:gd name="connsiteX216" fmla="*/ 174824 w 421107"/>
                <a:gd name="connsiteY216" fmla="*/ 336311 h 516882"/>
                <a:gd name="connsiteX217" fmla="*/ 175888 w 421107"/>
                <a:gd name="connsiteY217" fmla="*/ 335256 h 516882"/>
                <a:gd name="connsiteX218" fmla="*/ 178864 w 421107"/>
                <a:gd name="connsiteY218" fmla="*/ 331536 h 516882"/>
                <a:gd name="connsiteX219" fmla="*/ 182585 w 421107"/>
                <a:gd name="connsiteY219" fmla="*/ 327815 h 516882"/>
                <a:gd name="connsiteX220" fmla="*/ 183329 w 421107"/>
                <a:gd name="connsiteY220" fmla="*/ 325582 h 516882"/>
                <a:gd name="connsiteX221" fmla="*/ 187794 w 421107"/>
                <a:gd name="connsiteY221" fmla="*/ 319629 h 516882"/>
                <a:gd name="connsiteX222" fmla="*/ 189282 w 421107"/>
                <a:gd name="connsiteY222" fmla="*/ 315909 h 516882"/>
                <a:gd name="connsiteX223" fmla="*/ 191515 w 421107"/>
                <a:gd name="connsiteY223" fmla="*/ 315165 h 516882"/>
                <a:gd name="connsiteX224" fmla="*/ 191654 w 421107"/>
                <a:gd name="connsiteY224" fmla="*/ 313258 h 516882"/>
                <a:gd name="connsiteX225" fmla="*/ 191515 w 421107"/>
                <a:gd name="connsiteY225" fmla="*/ 311444 h 516882"/>
                <a:gd name="connsiteX226" fmla="*/ 193003 w 421107"/>
                <a:gd name="connsiteY226" fmla="*/ 311444 h 516882"/>
                <a:gd name="connsiteX227" fmla="*/ 194119 w 421107"/>
                <a:gd name="connsiteY227" fmla="*/ 309397 h 516882"/>
                <a:gd name="connsiteX228" fmla="*/ 195235 w 421107"/>
                <a:gd name="connsiteY228" fmla="*/ 306979 h 516882"/>
                <a:gd name="connsiteX229" fmla="*/ 196724 w 421107"/>
                <a:gd name="connsiteY229" fmla="*/ 304002 h 516882"/>
                <a:gd name="connsiteX230" fmla="*/ 74684 w 421107"/>
                <a:gd name="connsiteY230" fmla="*/ 304002 h 516882"/>
                <a:gd name="connsiteX231" fmla="*/ 73940 w 421107"/>
                <a:gd name="connsiteY231" fmla="*/ 240006 h 516882"/>
                <a:gd name="connsiteX232" fmla="*/ 205653 w 421107"/>
                <a:gd name="connsiteY232" fmla="*/ 240006 h 516882"/>
                <a:gd name="connsiteX233" fmla="*/ 205658 w 421107"/>
                <a:gd name="connsiteY233" fmla="*/ 234940 h 516882"/>
                <a:gd name="connsiteX234" fmla="*/ 205690 w 421107"/>
                <a:gd name="connsiteY234" fmla="*/ 220513 h 516882"/>
                <a:gd name="connsiteX235" fmla="*/ 205704 w 421107"/>
                <a:gd name="connsiteY235" fmla="*/ 212311 h 516882"/>
                <a:gd name="connsiteX236" fmla="*/ 205723 w 421107"/>
                <a:gd name="connsiteY236" fmla="*/ 204241 h 516882"/>
                <a:gd name="connsiteX237" fmla="*/ 205726 w 421107"/>
                <a:gd name="connsiteY237" fmla="*/ 201172 h 516882"/>
                <a:gd name="connsiteX238" fmla="*/ 205738 w 421107"/>
                <a:gd name="connsiteY238" fmla="*/ 198188 h 516882"/>
                <a:gd name="connsiteX239" fmla="*/ 205738 w 421107"/>
                <a:gd name="connsiteY239" fmla="*/ 195419 h 516882"/>
                <a:gd name="connsiteX240" fmla="*/ 205743 w 421107"/>
                <a:gd name="connsiteY240" fmla="*/ 192983 h 516882"/>
                <a:gd name="connsiteX241" fmla="*/ 205653 w 421107"/>
                <a:gd name="connsiteY241" fmla="*/ 190893 h 516882"/>
                <a:gd name="connsiteX242" fmla="*/ 204909 w 421107"/>
                <a:gd name="connsiteY242" fmla="*/ 187917 h 516882"/>
                <a:gd name="connsiteX243" fmla="*/ 202762 w 421107"/>
                <a:gd name="connsiteY243" fmla="*/ 187539 h 516882"/>
                <a:gd name="connsiteX244" fmla="*/ 199850 w 421107"/>
                <a:gd name="connsiteY244" fmla="*/ 187531 h 516882"/>
                <a:gd name="connsiteX245" fmla="*/ 194793 w 421107"/>
                <a:gd name="connsiteY245" fmla="*/ 187511 h 516882"/>
                <a:gd name="connsiteX246" fmla="*/ 191168 w 421107"/>
                <a:gd name="connsiteY246" fmla="*/ 187518 h 516882"/>
                <a:gd name="connsiteX247" fmla="*/ 183638 w 421107"/>
                <a:gd name="connsiteY247" fmla="*/ 187518 h 516882"/>
                <a:gd name="connsiteX248" fmla="*/ 173811 w 421107"/>
                <a:gd name="connsiteY248" fmla="*/ 187528 h 516882"/>
                <a:gd name="connsiteX249" fmla="*/ 166162 w 421107"/>
                <a:gd name="connsiteY249" fmla="*/ 187513 h 516882"/>
                <a:gd name="connsiteX250" fmla="*/ 162516 w 421107"/>
                <a:gd name="connsiteY250" fmla="*/ 187521 h 516882"/>
                <a:gd name="connsiteX251" fmla="*/ 157248 w 421107"/>
                <a:gd name="connsiteY251" fmla="*/ 187516 h 516882"/>
                <a:gd name="connsiteX252" fmla="*/ 155646 w 421107"/>
                <a:gd name="connsiteY252" fmla="*/ 187531 h 516882"/>
                <a:gd name="connsiteX253" fmla="*/ 150587 w 421107"/>
                <a:gd name="connsiteY253" fmla="*/ 187917 h 516882"/>
                <a:gd name="connsiteX254" fmla="*/ 149992 w 421107"/>
                <a:gd name="connsiteY254" fmla="*/ 189429 h 516882"/>
                <a:gd name="connsiteX255" fmla="*/ 149843 w 421107"/>
                <a:gd name="connsiteY255" fmla="*/ 190893 h 516882"/>
                <a:gd name="connsiteX256" fmla="*/ 148354 w 421107"/>
                <a:gd name="connsiteY256" fmla="*/ 190893 h 516882"/>
                <a:gd name="connsiteX257" fmla="*/ 147610 w 421107"/>
                <a:gd name="connsiteY257" fmla="*/ 194614 h 516882"/>
                <a:gd name="connsiteX258" fmla="*/ 145378 w 421107"/>
                <a:gd name="connsiteY258" fmla="*/ 195358 h 516882"/>
                <a:gd name="connsiteX259" fmla="*/ 144634 w 421107"/>
                <a:gd name="connsiteY259" fmla="*/ 197032 h 516882"/>
                <a:gd name="connsiteX260" fmla="*/ 141657 w 421107"/>
                <a:gd name="connsiteY260" fmla="*/ 202799 h 516882"/>
                <a:gd name="connsiteX261" fmla="*/ 136681 w 421107"/>
                <a:gd name="connsiteY261" fmla="*/ 209357 h 516882"/>
                <a:gd name="connsiteX262" fmla="*/ 135704 w 421107"/>
                <a:gd name="connsiteY262" fmla="*/ 210985 h 516882"/>
                <a:gd name="connsiteX263" fmla="*/ 133472 w 421107"/>
                <a:gd name="connsiteY263" fmla="*/ 213217 h 516882"/>
                <a:gd name="connsiteX264" fmla="*/ 132727 w 421107"/>
                <a:gd name="connsiteY264" fmla="*/ 214706 h 516882"/>
                <a:gd name="connsiteX265" fmla="*/ 131239 w 421107"/>
                <a:gd name="connsiteY265" fmla="*/ 215450 h 516882"/>
                <a:gd name="connsiteX266" fmla="*/ 130495 w 421107"/>
                <a:gd name="connsiteY266" fmla="*/ 218426 h 516882"/>
                <a:gd name="connsiteX267" fmla="*/ 129007 w 421107"/>
                <a:gd name="connsiteY267" fmla="*/ 218426 h 516882"/>
                <a:gd name="connsiteX268" fmla="*/ 128263 w 421107"/>
                <a:gd name="connsiteY268" fmla="*/ 220287 h 516882"/>
                <a:gd name="connsiteX269" fmla="*/ 127518 w 421107"/>
                <a:gd name="connsiteY269" fmla="*/ 222147 h 516882"/>
                <a:gd name="connsiteX270" fmla="*/ 126030 w 421107"/>
                <a:gd name="connsiteY270" fmla="*/ 222147 h 516882"/>
                <a:gd name="connsiteX271" fmla="*/ 125286 w 421107"/>
                <a:gd name="connsiteY271" fmla="*/ 225868 h 516882"/>
                <a:gd name="connsiteX272" fmla="*/ 118589 w 421107"/>
                <a:gd name="connsiteY272" fmla="*/ 225868 h 516882"/>
                <a:gd name="connsiteX273" fmla="*/ 118589 w 421107"/>
                <a:gd name="connsiteY273" fmla="*/ 223635 h 516882"/>
                <a:gd name="connsiteX274" fmla="*/ 117147 w 421107"/>
                <a:gd name="connsiteY274" fmla="*/ 222519 h 516882"/>
                <a:gd name="connsiteX275" fmla="*/ 115612 w 421107"/>
                <a:gd name="connsiteY275" fmla="*/ 221403 h 516882"/>
                <a:gd name="connsiteX276" fmla="*/ 114868 w 421107"/>
                <a:gd name="connsiteY276" fmla="*/ 219170 h 516882"/>
                <a:gd name="connsiteX277" fmla="*/ 111147 w 421107"/>
                <a:gd name="connsiteY277" fmla="*/ 219170 h 516882"/>
                <a:gd name="connsiteX278" fmla="*/ 110729 w 421107"/>
                <a:gd name="connsiteY278" fmla="*/ 217729 h 516882"/>
                <a:gd name="connsiteX279" fmla="*/ 110403 w 421107"/>
                <a:gd name="connsiteY279" fmla="*/ 216194 h 516882"/>
                <a:gd name="connsiteX280" fmla="*/ 108915 w 421107"/>
                <a:gd name="connsiteY280" fmla="*/ 215822 h 516882"/>
                <a:gd name="connsiteX281" fmla="*/ 107427 w 421107"/>
                <a:gd name="connsiteY281" fmla="*/ 215450 h 516882"/>
                <a:gd name="connsiteX282" fmla="*/ 106682 w 421107"/>
                <a:gd name="connsiteY282" fmla="*/ 212473 h 516882"/>
                <a:gd name="connsiteX283" fmla="*/ 104822 w 421107"/>
                <a:gd name="connsiteY283" fmla="*/ 212055 h 516882"/>
                <a:gd name="connsiteX284" fmla="*/ 102962 w 421107"/>
                <a:gd name="connsiteY284" fmla="*/ 211729 h 516882"/>
                <a:gd name="connsiteX285" fmla="*/ 102218 w 421107"/>
                <a:gd name="connsiteY285" fmla="*/ 209497 h 516882"/>
                <a:gd name="connsiteX286" fmla="*/ 98497 w 421107"/>
                <a:gd name="connsiteY286" fmla="*/ 208752 h 516882"/>
                <a:gd name="connsiteX287" fmla="*/ 97753 w 421107"/>
                <a:gd name="connsiteY287" fmla="*/ 205776 h 516882"/>
                <a:gd name="connsiteX288" fmla="*/ 95520 w 421107"/>
                <a:gd name="connsiteY288" fmla="*/ 205404 h 516882"/>
                <a:gd name="connsiteX289" fmla="*/ 93288 w 421107"/>
                <a:gd name="connsiteY289" fmla="*/ 205032 h 516882"/>
                <a:gd name="connsiteX290" fmla="*/ 92869 w 421107"/>
                <a:gd name="connsiteY290" fmla="*/ 203497 h 516882"/>
                <a:gd name="connsiteX291" fmla="*/ 92544 w 421107"/>
                <a:gd name="connsiteY291" fmla="*/ 202055 h 516882"/>
                <a:gd name="connsiteX292" fmla="*/ 90637 w 421107"/>
                <a:gd name="connsiteY292" fmla="*/ 201869 h 516882"/>
                <a:gd name="connsiteX293" fmla="*/ 88823 w 421107"/>
                <a:gd name="connsiteY293" fmla="*/ 202055 h 516882"/>
                <a:gd name="connsiteX294" fmla="*/ 87335 w 421107"/>
                <a:gd name="connsiteY294" fmla="*/ 198334 h 516882"/>
                <a:gd name="connsiteX295" fmla="*/ 83614 w 421107"/>
                <a:gd name="connsiteY295" fmla="*/ 198334 h 516882"/>
                <a:gd name="connsiteX296" fmla="*/ 82870 w 421107"/>
                <a:gd name="connsiteY296" fmla="*/ 195358 h 516882"/>
                <a:gd name="connsiteX297" fmla="*/ 80963 w 421107"/>
                <a:gd name="connsiteY297" fmla="*/ 195172 h 516882"/>
                <a:gd name="connsiteX298" fmla="*/ 79149 w 421107"/>
                <a:gd name="connsiteY298" fmla="*/ 195358 h 516882"/>
                <a:gd name="connsiteX299" fmla="*/ 79149 w 421107"/>
                <a:gd name="connsiteY299" fmla="*/ 192381 h 516882"/>
                <a:gd name="connsiteX300" fmla="*/ 77661 w 421107"/>
                <a:gd name="connsiteY300" fmla="*/ 191637 h 516882"/>
                <a:gd name="connsiteX301" fmla="*/ 73196 w 421107"/>
                <a:gd name="connsiteY301" fmla="*/ 191637 h 516882"/>
                <a:gd name="connsiteX302" fmla="*/ 73940 w 421107"/>
                <a:gd name="connsiteY302" fmla="*/ 181963 h 516882"/>
                <a:gd name="connsiteX303" fmla="*/ 76917 w 421107"/>
                <a:gd name="connsiteY303" fmla="*/ 181963 h 516882"/>
                <a:gd name="connsiteX304" fmla="*/ 77708 w 421107"/>
                <a:gd name="connsiteY304" fmla="*/ 180522 h 516882"/>
                <a:gd name="connsiteX305" fmla="*/ 78405 w 421107"/>
                <a:gd name="connsiteY305" fmla="*/ 178987 h 516882"/>
                <a:gd name="connsiteX306" fmla="*/ 80638 w 421107"/>
                <a:gd name="connsiteY306" fmla="*/ 178243 h 516882"/>
                <a:gd name="connsiteX307" fmla="*/ 81428 w 421107"/>
                <a:gd name="connsiteY307" fmla="*/ 176336 h 516882"/>
                <a:gd name="connsiteX308" fmla="*/ 82126 w 421107"/>
                <a:gd name="connsiteY308" fmla="*/ 174522 h 516882"/>
                <a:gd name="connsiteX309" fmla="*/ 83614 w 421107"/>
                <a:gd name="connsiteY309" fmla="*/ 174522 h 516882"/>
                <a:gd name="connsiteX310" fmla="*/ 84358 w 421107"/>
                <a:gd name="connsiteY310" fmla="*/ 171545 h 516882"/>
                <a:gd name="connsiteX311" fmla="*/ 87335 w 421107"/>
                <a:gd name="connsiteY311" fmla="*/ 171545 h 516882"/>
                <a:gd name="connsiteX312" fmla="*/ 88079 w 421107"/>
                <a:gd name="connsiteY312" fmla="*/ 170057 h 516882"/>
                <a:gd name="connsiteX313" fmla="*/ 90311 w 421107"/>
                <a:gd name="connsiteY313" fmla="*/ 167825 h 516882"/>
                <a:gd name="connsiteX314" fmla="*/ 90311 w 421107"/>
                <a:gd name="connsiteY314" fmla="*/ 164848 h 516882"/>
                <a:gd name="connsiteX315" fmla="*/ 92544 w 421107"/>
                <a:gd name="connsiteY315" fmla="*/ 164848 h 516882"/>
                <a:gd name="connsiteX316" fmla="*/ 92916 w 421107"/>
                <a:gd name="connsiteY316" fmla="*/ 162988 h 516882"/>
                <a:gd name="connsiteX317" fmla="*/ 93288 w 421107"/>
                <a:gd name="connsiteY317" fmla="*/ 161127 h 516882"/>
                <a:gd name="connsiteX318" fmla="*/ 95520 w 421107"/>
                <a:gd name="connsiteY318" fmla="*/ 161127 h 516882"/>
                <a:gd name="connsiteX319" fmla="*/ 95939 w 421107"/>
                <a:gd name="connsiteY319" fmla="*/ 159314 h 516882"/>
                <a:gd name="connsiteX320" fmla="*/ 96265 w 421107"/>
                <a:gd name="connsiteY320" fmla="*/ 157407 h 516882"/>
                <a:gd name="connsiteX321" fmla="*/ 97753 w 421107"/>
                <a:gd name="connsiteY321" fmla="*/ 156663 h 516882"/>
                <a:gd name="connsiteX322" fmla="*/ 98497 w 421107"/>
                <a:gd name="connsiteY322" fmla="*/ 153686 h 516882"/>
                <a:gd name="connsiteX323" fmla="*/ 99985 w 421107"/>
                <a:gd name="connsiteY323" fmla="*/ 153686 h 516882"/>
                <a:gd name="connsiteX324" fmla="*/ 101055 w 421107"/>
                <a:gd name="connsiteY324" fmla="*/ 151593 h 516882"/>
                <a:gd name="connsiteX325" fmla="*/ 104450 w 421107"/>
                <a:gd name="connsiteY325" fmla="*/ 146989 h 516882"/>
                <a:gd name="connsiteX326" fmla="*/ 106682 w 421107"/>
                <a:gd name="connsiteY326" fmla="*/ 144756 h 516882"/>
                <a:gd name="connsiteX327" fmla="*/ 107427 w 421107"/>
                <a:gd name="connsiteY327" fmla="*/ 141036 h 516882"/>
                <a:gd name="connsiteX328" fmla="*/ 109659 w 421107"/>
                <a:gd name="connsiteY328" fmla="*/ 140292 h 516882"/>
                <a:gd name="connsiteX329" fmla="*/ 109659 w 421107"/>
                <a:gd name="connsiteY329" fmla="*/ 138431 h 516882"/>
                <a:gd name="connsiteX330" fmla="*/ 109659 w 421107"/>
                <a:gd name="connsiteY330" fmla="*/ 136571 h 516882"/>
                <a:gd name="connsiteX331" fmla="*/ 111891 w 421107"/>
                <a:gd name="connsiteY331" fmla="*/ 135827 h 516882"/>
                <a:gd name="connsiteX332" fmla="*/ 112264 w 421107"/>
                <a:gd name="connsiteY332" fmla="*/ 133594 h 516882"/>
                <a:gd name="connsiteX333" fmla="*/ 112636 w 421107"/>
                <a:gd name="connsiteY333" fmla="*/ 131362 h 516882"/>
                <a:gd name="connsiteX334" fmla="*/ 114868 w 421107"/>
                <a:gd name="connsiteY334" fmla="*/ 130618 h 516882"/>
                <a:gd name="connsiteX335" fmla="*/ 115008 w 421107"/>
                <a:gd name="connsiteY335" fmla="*/ 128711 h 516882"/>
                <a:gd name="connsiteX336" fmla="*/ 114868 w 421107"/>
                <a:gd name="connsiteY336" fmla="*/ 126897 h 516882"/>
                <a:gd name="connsiteX337" fmla="*/ 117100 w 421107"/>
                <a:gd name="connsiteY337" fmla="*/ 126897 h 516882"/>
                <a:gd name="connsiteX338" fmla="*/ 117845 w 421107"/>
                <a:gd name="connsiteY338" fmla="*/ 124386 h 516882"/>
                <a:gd name="connsiteX339" fmla="*/ 118589 w 421107"/>
                <a:gd name="connsiteY339" fmla="*/ 121688 h 516882"/>
                <a:gd name="connsiteX340" fmla="*/ 120821 w 421107"/>
                <a:gd name="connsiteY340" fmla="*/ 120200 h 516882"/>
                <a:gd name="connsiteX341" fmla="*/ 120589 w 421107"/>
                <a:gd name="connsiteY341" fmla="*/ 117874 h 516882"/>
                <a:gd name="connsiteX342" fmla="*/ 120077 w 421107"/>
                <a:gd name="connsiteY342" fmla="*/ 115735 h 516882"/>
                <a:gd name="connsiteX343" fmla="*/ 123054 w 421107"/>
                <a:gd name="connsiteY343" fmla="*/ 114991 h 516882"/>
                <a:gd name="connsiteX344" fmla="*/ 123240 w 421107"/>
                <a:gd name="connsiteY344" fmla="*/ 112712 h 516882"/>
                <a:gd name="connsiteX345" fmla="*/ 123054 w 421107"/>
                <a:gd name="connsiteY345" fmla="*/ 110526 h 516882"/>
                <a:gd name="connsiteX346" fmla="*/ 125286 w 421107"/>
                <a:gd name="connsiteY346" fmla="*/ 110526 h 516882"/>
                <a:gd name="connsiteX347" fmla="*/ 126030 w 421107"/>
                <a:gd name="connsiteY347" fmla="*/ 109038 h 516882"/>
                <a:gd name="connsiteX348" fmla="*/ 126030 w 421107"/>
                <a:gd name="connsiteY348" fmla="*/ 103829 h 516882"/>
                <a:gd name="connsiteX349" fmla="*/ 128263 w 421107"/>
                <a:gd name="connsiteY349" fmla="*/ 103084 h 516882"/>
                <a:gd name="connsiteX350" fmla="*/ 128635 w 421107"/>
                <a:gd name="connsiteY350" fmla="*/ 100480 h 516882"/>
                <a:gd name="connsiteX351" fmla="*/ 129007 w 421107"/>
                <a:gd name="connsiteY351" fmla="*/ 97875 h 516882"/>
                <a:gd name="connsiteX352" fmla="*/ 131239 w 421107"/>
                <a:gd name="connsiteY352" fmla="*/ 97131 h 516882"/>
                <a:gd name="connsiteX353" fmla="*/ 131193 w 421107"/>
                <a:gd name="connsiteY353" fmla="*/ 93411 h 516882"/>
                <a:gd name="connsiteX354" fmla="*/ 131239 w 421107"/>
                <a:gd name="connsiteY354" fmla="*/ 89690 h 516882"/>
                <a:gd name="connsiteX355" fmla="*/ 132719 w 421107"/>
                <a:gd name="connsiteY355" fmla="*/ 89298 h 516882"/>
                <a:gd name="connsiteX356" fmla="*/ 134216 w 421107"/>
                <a:gd name="connsiteY356" fmla="*/ 88946 h 516882"/>
                <a:gd name="connsiteX357" fmla="*/ 134506 w 421107"/>
                <a:gd name="connsiteY357" fmla="*/ 87408 h 516882"/>
                <a:gd name="connsiteX358" fmla="*/ 134402 w 421107"/>
                <a:gd name="connsiteY358" fmla="*/ 85551 h 516882"/>
                <a:gd name="connsiteX359" fmla="*/ 134320 w 421107"/>
                <a:gd name="connsiteY359" fmla="*/ 83687 h 516882"/>
                <a:gd name="connsiteX360" fmla="*/ 134216 w 421107"/>
                <a:gd name="connsiteY360" fmla="*/ 82249 h 516882"/>
                <a:gd name="connsiteX361" fmla="*/ 136448 w 421107"/>
                <a:gd name="connsiteY361" fmla="*/ 82249 h 516882"/>
                <a:gd name="connsiteX362" fmla="*/ 137192 w 421107"/>
                <a:gd name="connsiteY362" fmla="*/ 75551 h 516882"/>
                <a:gd name="connsiteX363" fmla="*/ 62034 w 421107"/>
                <a:gd name="connsiteY363" fmla="*/ 75551 h 516882"/>
                <a:gd name="connsiteX364" fmla="*/ 62034 w 421107"/>
                <a:gd name="connsiteY364" fmla="*/ 74063 h 516882"/>
                <a:gd name="connsiteX365" fmla="*/ 60546 w 421107"/>
                <a:gd name="connsiteY365" fmla="*/ 74063 h 516882"/>
                <a:gd name="connsiteX366" fmla="*/ 404150 w 421107"/>
                <a:gd name="connsiteY366" fmla="*/ 0 h 516882"/>
                <a:gd name="connsiteX367" fmla="*/ 408730 w 421107"/>
                <a:gd name="connsiteY367" fmla="*/ 294 h 516882"/>
                <a:gd name="connsiteX368" fmla="*/ 410399 w 421107"/>
                <a:gd name="connsiteY368" fmla="*/ 9314 h 516882"/>
                <a:gd name="connsiteX369" fmla="*/ 410403 w 421107"/>
                <a:gd name="connsiteY369" fmla="*/ 11419 h 516882"/>
                <a:gd name="connsiteX370" fmla="*/ 410389 w 421107"/>
                <a:gd name="connsiteY370" fmla="*/ 18319 h 516882"/>
                <a:gd name="connsiteX371" fmla="*/ 410388 w 421107"/>
                <a:gd name="connsiteY371" fmla="*/ 23103 h 516882"/>
                <a:gd name="connsiteX372" fmla="*/ 410371 w 421107"/>
                <a:gd name="connsiteY372" fmla="*/ 33134 h 516882"/>
                <a:gd name="connsiteX373" fmla="*/ 410356 w 421107"/>
                <a:gd name="connsiteY373" fmla="*/ 46014 h 516882"/>
                <a:gd name="connsiteX374" fmla="*/ 410347 w 421107"/>
                <a:gd name="connsiteY374" fmla="*/ 55894 h 516882"/>
                <a:gd name="connsiteX375" fmla="*/ 410342 w 421107"/>
                <a:gd name="connsiteY375" fmla="*/ 60645 h 516882"/>
                <a:gd name="connsiteX376" fmla="*/ 410326 w 421107"/>
                <a:gd name="connsiteY376" fmla="*/ 67272 h 516882"/>
                <a:gd name="connsiteX377" fmla="*/ 410327 w 421107"/>
                <a:gd name="connsiteY377" fmla="*/ 69270 h 516882"/>
                <a:gd name="connsiteX378" fmla="*/ 409474 w 421107"/>
                <a:gd name="connsiteY378" fmla="*/ 75452 h 516882"/>
                <a:gd name="connsiteX379" fmla="*/ 405466 w 421107"/>
                <a:gd name="connsiteY379" fmla="*/ 75647 h 516882"/>
                <a:gd name="connsiteX380" fmla="*/ 402814 w 421107"/>
                <a:gd name="connsiteY380" fmla="*/ 75664 h 516882"/>
                <a:gd name="connsiteX381" fmla="*/ 399864 w 421107"/>
                <a:gd name="connsiteY381" fmla="*/ 75659 h 516882"/>
                <a:gd name="connsiteX382" fmla="*/ 396759 w 421107"/>
                <a:gd name="connsiteY382" fmla="*/ 75672 h 516882"/>
                <a:gd name="connsiteX383" fmla="*/ 388186 w 421107"/>
                <a:gd name="connsiteY383" fmla="*/ 75688 h 516882"/>
                <a:gd name="connsiteX384" fmla="*/ 378957 w 421107"/>
                <a:gd name="connsiteY384" fmla="*/ 75712 h 516882"/>
                <a:gd name="connsiteX385" fmla="*/ 362953 w 421107"/>
                <a:gd name="connsiteY385" fmla="*/ 75747 h 516882"/>
                <a:gd name="connsiteX386" fmla="*/ 339813 w 421107"/>
                <a:gd name="connsiteY386" fmla="*/ 75798 h 516882"/>
                <a:gd name="connsiteX387" fmla="*/ 302275 w 421107"/>
                <a:gd name="connsiteY387" fmla="*/ 75882 h 516882"/>
                <a:gd name="connsiteX388" fmla="*/ 265800 w 421107"/>
                <a:gd name="connsiteY388" fmla="*/ 75960 h 516882"/>
                <a:gd name="connsiteX389" fmla="*/ 263531 w 421107"/>
                <a:gd name="connsiteY389" fmla="*/ 75965 h 516882"/>
                <a:gd name="connsiteX390" fmla="*/ 252261 w 421107"/>
                <a:gd name="connsiteY390" fmla="*/ 75993 h 516882"/>
                <a:gd name="connsiteX391" fmla="*/ 158698 w 421107"/>
                <a:gd name="connsiteY391" fmla="*/ 76196 h 516882"/>
                <a:gd name="connsiteX392" fmla="*/ 159443 w 421107"/>
                <a:gd name="connsiteY392" fmla="*/ 78429 h 516882"/>
                <a:gd name="connsiteX393" fmla="*/ 164652 w 421107"/>
                <a:gd name="connsiteY393" fmla="*/ 78801 h 516882"/>
                <a:gd name="connsiteX394" fmla="*/ 169861 w 421107"/>
                <a:gd name="connsiteY394" fmla="*/ 79173 h 516882"/>
                <a:gd name="connsiteX395" fmla="*/ 170605 w 421107"/>
                <a:gd name="connsiteY395" fmla="*/ 81405 h 516882"/>
                <a:gd name="connsiteX396" fmla="*/ 176604 w 421107"/>
                <a:gd name="connsiteY396" fmla="*/ 82010 h 516882"/>
                <a:gd name="connsiteX397" fmla="*/ 180078 w 421107"/>
                <a:gd name="connsiteY397" fmla="*/ 83611 h 516882"/>
                <a:gd name="connsiteX398" fmla="*/ 187162 w 421107"/>
                <a:gd name="connsiteY398" fmla="*/ 85684 h 516882"/>
                <a:gd name="connsiteX399" fmla="*/ 190010 w 421107"/>
                <a:gd name="connsiteY399" fmla="*/ 85812 h 516882"/>
                <a:gd name="connsiteX400" fmla="*/ 192185 w 421107"/>
                <a:gd name="connsiteY400" fmla="*/ 85870 h 516882"/>
                <a:gd name="connsiteX401" fmla="*/ 191441 w 421107"/>
                <a:gd name="connsiteY401" fmla="*/ 88102 h 516882"/>
                <a:gd name="connsiteX402" fmla="*/ 192789 w 421107"/>
                <a:gd name="connsiteY402" fmla="*/ 88753 h 516882"/>
                <a:gd name="connsiteX403" fmla="*/ 196650 w 421107"/>
                <a:gd name="connsiteY403" fmla="*/ 91079 h 516882"/>
                <a:gd name="connsiteX404" fmla="*/ 196650 w 421107"/>
                <a:gd name="connsiteY404" fmla="*/ 93311 h 516882"/>
                <a:gd name="connsiteX405" fmla="*/ 195161 w 421107"/>
                <a:gd name="connsiteY405" fmla="*/ 94055 h 516882"/>
                <a:gd name="connsiteX406" fmla="*/ 194164 w 421107"/>
                <a:gd name="connsiteY406" fmla="*/ 99241 h 516882"/>
                <a:gd name="connsiteX407" fmla="*/ 193673 w 421107"/>
                <a:gd name="connsiteY407" fmla="*/ 100753 h 516882"/>
                <a:gd name="connsiteX408" fmla="*/ 191441 w 421107"/>
                <a:gd name="connsiteY408" fmla="*/ 101497 h 516882"/>
                <a:gd name="connsiteX409" fmla="*/ 191301 w 421107"/>
                <a:gd name="connsiteY409" fmla="*/ 105636 h 516882"/>
                <a:gd name="connsiteX410" fmla="*/ 191362 w 421107"/>
                <a:gd name="connsiteY410" fmla="*/ 107918 h 516882"/>
                <a:gd name="connsiteX411" fmla="*/ 191441 w 421107"/>
                <a:gd name="connsiteY411" fmla="*/ 109682 h 516882"/>
                <a:gd name="connsiteX412" fmla="*/ 189208 w 421107"/>
                <a:gd name="connsiteY412" fmla="*/ 108938 h 516882"/>
                <a:gd name="connsiteX413" fmla="*/ 188464 w 421107"/>
                <a:gd name="connsiteY413" fmla="*/ 117124 h 516882"/>
                <a:gd name="connsiteX414" fmla="*/ 186232 w 421107"/>
                <a:gd name="connsiteY414" fmla="*/ 117124 h 516882"/>
                <a:gd name="connsiteX415" fmla="*/ 185487 w 421107"/>
                <a:gd name="connsiteY415" fmla="*/ 123077 h 516882"/>
                <a:gd name="connsiteX416" fmla="*/ 377476 w 421107"/>
                <a:gd name="connsiteY416" fmla="*/ 123821 h 516882"/>
                <a:gd name="connsiteX417" fmla="*/ 375987 w 421107"/>
                <a:gd name="connsiteY417" fmla="*/ 188561 h 516882"/>
                <a:gd name="connsiteX418" fmla="*/ 371712 w 421107"/>
                <a:gd name="connsiteY418" fmla="*/ 188830 h 516882"/>
                <a:gd name="connsiteX419" fmla="*/ 368955 w 421107"/>
                <a:gd name="connsiteY419" fmla="*/ 188839 h 516882"/>
                <a:gd name="connsiteX420" fmla="*/ 365914 w 421107"/>
                <a:gd name="connsiteY420" fmla="*/ 188815 h 516882"/>
                <a:gd name="connsiteX421" fmla="*/ 362724 w 421107"/>
                <a:gd name="connsiteY421" fmla="*/ 188816 h 516882"/>
                <a:gd name="connsiteX422" fmla="*/ 354048 w 421107"/>
                <a:gd name="connsiteY422" fmla="*/ 188788 h 516882"/>
                <a:gd name="connsiteX423" fmla="*/ 344988 w 421107"/>
                <a:gd name="connsiteY423" fmla="*/ 188770 h 516882"/>
                <a:gd name="connsiteX424" fmla="*/ 327823 w 421107"/>
                <a:gd name="connsiteY424" fmla="*/ 188722 h 516882"/>
                <a:gd name="connsiteX425" fmla="*/ 304634 w 421107"/>
                <a:gd name="connsiteY425" fmla="*/ 188667 h 516882"/>
                <a:gd name="connsiteX426" fmla="*/ 268087 w 421107"/>
                <a:gd name="connsiteY426" fmla="*/ 188561 h 516882"/>
                <a:gd name="connsiteX427" fmla="*/ 268087 w 421107"/>
                <a:gd name="connsiteY427" fmla="*/ 239163 h 516882"/>
                <a:gd name="connsiteX428" fmla="*/ 396079 w 421107"/>
                <a:gd name="connsiteY428" fmla="*/ 239907 h 516882"/>
                <a:gd name="connsiteX429" fmla="*/ 396079 w 421107"/>
                <a:gd name="connsiteY429" fmla="*/ 304647 h 516882"/>
                <a:gd name="connsiteX430" fmla="*/ 274040 w 421107"/>
                <a:gd name="connsiteY430" fmla="*/ 305391 h 516882"/>
                <a:gd name="connsiteX431" fmla="*/ 278226 w 421107"/>
                <a:gd name="connsiteY431" fmla="*/ 307996 h 516882"/>
                <a:gd name="connsiteX432" fmla="*/ 279993 w 421107"/>
                <a:gd name="connsiteY432" fmla="*/ 308368 h 516882"/>
                <a:gd name="connsiteX433" fmla="*/ 280737 w 421107"/>
                <a:gd name="connsiteY433" fmla="*/ 310600 h 516882"/>
                <a:gd name="connsiteX434" fmla="*/ 283714 w 421107"/>
                <a:gd name="connsiteY434" fmla="*/ 312089 h 516882"/>
                <a:gd name="connsiteX435" fmla="*/ 285202 w 421107"/>
                <a:gd name="connsiteY435" fmla="*/ 314321 h 516882"/>
                <a:gd name="connsiteX436" fmla="*/ 286737 w 421107"/>
                <a:gd name="connsiteY436" fmla="*/ 314647 h 516882"/>
                <a:gd name="connsiteX437" fmla="*/ 288179 w 421107"/>
                <a:gd name="connsiteY437" fmla="*/ 315065 h 516882"/>
                <a:gd name="connsiteX438" fmla="*/ 288923 w 421107"/>
                <a:gd name="connsiteY438" fmla="*/ 318042 h 516882"/>
                <a:gd name="connsiteX439" fmla="*/ 290411 w 421107"/>
                <a:gd name="connsiteY439" fmla="*/ 318414 h 516882"/>
                <a:gd name="connsiteX440" fmla="*/ 291900 w 421107"/>
                <a:gd name="connsiteY440" fmla="*/ 318786 h 516882"/>
                <a:gd name="connsiteX441" fmla="*/ 292179 w 421107"/>
                <a:gd name="connsiteY441" fmla="*/ 320321 h 516882"/>
                <a:gd name="connsiteX442" fmla="*/ 292644 w 421107"/>
                <a:gd name="connsiteY442" fmla="*/ 321762 h 516882"/>
                <a:gd name="connsiteX443" fmla="*/ 294876 w 421107"/>
                <a:gd name="connsiteY443" fmla="*/ 321762 h 516882"/>
                <a:gd name="connsiteX444" fmla="*/ 297109 w 421107"/>
                <a:gd name="connsiteY444" fmla="*/ 321762 h 516882"/>
                <a:gd name="connsiteX445" fmla="*/ 297853 w 421107"/>
                <a:gd name="connsiteY445" fmla="*/ 324739 h 516882"/>
                <a:gd name="connsiteX446" fmla="*/ 300829 w 421107"/>
                <a:gd name="connsiteY446" fmla="*/ 325483 h 516882"/>
                <a:gd name="connsiteX447" fmla="*/ 301573 w 421107"/>
                <a:gd name="connsiteY447" fmla="*/ 327716 h 516882"/>
                <a:gd name="connsiteX448" fmla="*/ 303434 w 421107"/>
                <a:gd name="connsiteY448" fmla="*/ 328460 h 516882"/>
                <a:gd name="connsiteX449" fmla="*/ 305294 w 421107"/>
                <a:gd name="connsiteY449" fmla="*/ 329204 h 516882"/>
                <a:gd name="connsiteX450" fmla="*/ 306038 w 421107"/>
                <a:gd name="connsiteY450" fmla="*/ 331436 h 516882"/>
                <a:gd name="connsiteX451" fmla="*/ 307527 w 421107"/>
                <a:gd name="connsiteY451" fmla="*/ 331808 h 516882"/>
                <a:gd name="connsiteX452" fmla="*/ 309015 w 421107"/>
                <a:gd name="connsiteY452" fmla="*/ 332180 h 516882"/>
                <a:gd name="connsiteX453" fmla="*/ 309759 w 421107"/>
                <a:gd name="connsiteY453" fmla="*/ 334413 h 516882"/>
                <a:gd name="connsiteX454" fmla="*/ 311619 w 421107"/>
                <a:gd name="connsiteY454" fmla="*/ 335157 h 516882"/>
                <a:gd name="connsiteX455" fmla="*/ 313480 w 421107"/>
                <a:gd name="connsiteY455" fmla="*/ 335901 h 516882"/>
                <a:gd name="connsiteX456" fmla="*/ 314224 w 421107"/>
                <a:gd name="connsiteY456" fmla="*/ 338134 h 516882"/>
                <a:gd name="connsiteX457" fmla="*/ 315712 w 421107"/>
                <a:gd name="connsiteY457" fmla="*/ 338506 h 516882"/>
                <a:gd name="connsiteX458" fmla="*/ 317200 w 421107"/>
                <a:gd name="connsiteY458" fmla="*/ 338878 h 516882"/>
                <a:gd name="connsiteX459" fmla="*/ 317944 w 421107"/>
                <a:gd name="connsiteY459" fmla="*/ 341110 h 516882"/>
                <a:gd name="connsiteX460" fmla="*/ 319758 w 421107"/>
                <a:gd name="connsiteY460" fmla="*/ 341808 h 516882"/>
                <a:gd name="connsiteX461" fmla="*/ 323153 w 421107"/>
                <a:gd name="connsiteY461" fmla="*/ 345575 h 516882"/>
                <a:gd name="connsiteX462" fmla="*/ 327758 w 421107"/>
                <a:gd name="connsiteY462" fmla="*/ 348924 h 516882"/>
                <a:gd name="connsiteX463" fmla="*/ 329107 w 421107"/>
                <a:gd name="connsiteY463" fmla="*/ 349296 h 516882"/>
                <a:gd name="connsiteX464" fmla="*/ 329851 w 421107"/>
                <a:gd name="connsiteY464" fmla="*/ 352272 h 516882"/>
                <a:gd name="connsiteX465" fmla="*/ 332827 w 421107"/>
                <a:gd name="connsiteY465" fmla="*/ 353016 h 516882"/>
                <a:gd name="connsiteX466" fmla="*/ 334316 w 421107"/>
                <a:gd name="connsiteY466" fmla="*/ 355249 h 516882"/>
                <a:gd name="connsiteX467" fmla="*/ 335804 w 421107"/>
                <a:gd name="connsiteY467" fmla="*/ 355574 h 516882"/>
                <a:gd name="connsiteX468" fmla="*/ 337292 w 421107"/>
                <a:gd name="connsiteY468" fmla="*/ 355993 h 516882"/>
                <a:gd name="connsiteX469" fmla="*/ 338780 w 421107"/>
                <a:gd name="connsiteY469" fmla="*/ 358969 h 516882"/>
                <a:gd name="connsiteX470" fmla="*/ 341013 w 421107"/>
                <a:gd name="connsiteY470" fmla="*/ 359714 h 516882"/>
                <a:gd name="connsiteX471" fmla="*/ 341013 w 421107"/>
                <a:gd name="connsiteY471" fmla="*/ 362690 h 516882"/>
                <a:gd name="connsiteX472" fmla="*/ 344734 w 421107"/>
                <a:gd name="connsiteY472" fmla="*/ 362690 h 516882"/>
                <a:gd name="connsiteX473" fmla="*/ 344734 w 421107"/>
                <a:gd name="connsiteY473" fmla="*/ 365667 h 516882"/>
                <a:gd name="connsiteX474" fmla="*/ 348454 w 421107"/>
                <a:gd name="connsiteY474" fmla="*/ 366411 h 516882"/>
                <a:gd name="connsiteX475" fmla="*/ 349198 w 421107"/>
                <a:gd name="connsiteY475" fmla="*/ 369387 h 516882"/>
                <a:gd name="connsiteX476" fmla="*/ 352175 w 421107"/>
                <a:gd name="connsiteY476" fmla="*/ 370876 h 516882"/>
                <a:gd name="connsiteX477" fmla="*/ 352175 w 421107"/>
                <a:gd name="connsiteY477" fmla="*/ 373108 h 516882"/>
                <a:gd name="connsiteX478" fmla="*/ 355896 w 421107"/>
                <a:gd name="connsiteY478" fmla="*/ 373108 h 516882"/>
                <a:gd name="connsiteX479" fmla="*/ 355896 w 421107"/>
                <a:gd name="connsiteY479" fmla="*/ 376085 h 516882"/>
                <a:gd name="connsiteX480" fmla="*/ 359616 w 421107"/>
                <a:gd name="connsiteY480" fmla="*/ 376829 h 516882"/>
                <a:gd name="connsiteX481" fmla="*/ 360361 w 421107"/>
                <a:gd name="connsiteY481" fmla="*/ 379061 h 516882"/>
                <a:gd name="connsiteX482" fmla="*/ 361895 w 421107"/>
                <a:gd name="connsiteY482" fmla="*/ 380596 h 516882"/>
                <a:gd name="connsiteX483" fmla="*/ 363337 w 421107"/>
                <a:gd name="connsiteY483" fmla="*/ 383526 h 516882"/>
                <a:gd name="connsiteX484" fmla="*/ 364825 w 421107"/>
                <a:gd name="connsiteY484" fmla="*/ 383852 h 516882"/>
                <a:gd name="connsiteX485" fmla="*/ 366314 w 421107"/>
                <a:gd name="connsiteY485" fmla="*/ 384270 h 516882"/>
                <a:gd name="connsiteX486" fmla="*/ 366314 w 421107"/>
                <a:gd name="connsiteY486" fmla="*/ 386503 h 516882"/>
                <a:gd name="connsiteX487" fmla="*/ 369290 w 421107"/>
                <a:gd name="connsiteY487" fmla="*/ 386503 h 516882"/>
                <a:gd name="connsiteX488" fmla="*/ 369616 w 421107"/>
                <a:gd name="connsiteY488" fmla="*/ 387898 h 516882"/>
                <a:gd name="connsiteX489" fmla="*/ 370034 w 421107"/>
                <a:gd name="connsiteY489" fmla="*/ 389479 h 516882"/>
                <a:gd name="connsiteX490" fmla="*/ 373755 w 421107"/>
                <a:gd name="connsiteY490" fmla="*/ 390968 h 516882"/>
                <a:gd name="connsiteX491" fmla="*/ 374499 w 421107"/>
                <a:gd name="connsiteY491" fmla="*/ 393200 h 516882"/>
                <a:gd name="connsiteX492" fmla="*/ 376732 w 421107"/>
                <a:gd name="connsiteY492" fmla="*/ 393944 h 516882"/>
                <a:gd name="connsiteX493" fmla="*/ 378220 w 421107"/>
                <a:gd name="connsiteY493" fmla="*/ 398409 h 516882"/>
                <a:gd name="connsiteX494" fmla="*/ 379708 w 421107"/>
                <a:gd name="connsiteY494" fmla="*/ 399153 h 516882"/>
                <a:gd name="connsiteX495" fmla="*/ 376732 w 421107"/>
                <a:gd name="connsiteY495" fmla="*/ 405106 h 516882"/>
                <a:gd name="connsiteX496" fmla="*/ 375243 w 421107"/>
                <a:gd name="connsiteY496" fmla="*/ 405106 h 516882"/>
                <a:gd name="connsiteX497" fmla="*/ 374639 w 421107"/>
                <a:gd name="connsiteY497" fmla="*/ 407106 h 516882"/>
                <a:gd name="connsiteX498" fmla="*/ 370034 w 421107"/>
                <a:gd name="connsiteY498" fmla="*/ 413292 h 516882"/>
                <a:gd name="connsiteX499" fmla="*/ 367802 w 421107"/>
                <a:gd name="connsiteY499" fmla="*/ 417012 h 516882"/>
                <a:gd name="connsiteX500" fmla="*/ 366314 w 421107"/>
                <a:gd name="connsiteY500" fmla="*/ 417757 h 516882"/>
                <a:gd name="connsiteX501" fmla="*/ 365569 w 421107"/>
                <a:gd name="connsiteY501" fmla="*/ 419989 h 516882"/>
                <a:gd name="connsiteX502" fmla="*/ 364081 w 421107"/>
                <a:gd name="connsiteY502" fmla="*/ 420733 h 516882"/>
                <a:gd name="connsiteX503" fmla="*/ 363756 w 421107"/>
                <a:gd name="connsiteY503" fmla="*/ 422268 h 516882"/>
                <a:gd name="connsiteX504" fmla="*/ 363337 w 421107"/>
                <a:gd name="connsiteY504" fmla="*/ 423710 h 516882"/>
                <a:gd name="connsiteX505" fmla="*/ 361105 w 421107"/>
                <a:gd name="connsiteY505" fmla="*/ 423710 h 516882"/>
                <a:gd name="connsiteX506" fmla="*/ 360733 w 421107"/>
                <a:gd name="connsiteY506" fmla="*/ 425570 h 516882"/>
                <a:gd name="connsiteX507" fmla="*/ 360361 w 421107"/>
                <a:gd name="connsiteY507" fmla="*/ 427430 h 516882"/>
                <a:gd name="connsiteX508" fmla="*/ 358128 w 421107"/>
                <a:gd name="connsiteY508" fmla="*/ 427430 h 516882"/>
                <a:gd name="connsiteX509" fmla="*/ 358314 w 421107"/>
                <a:gd name="connsiteY509" fmla="*/ 429058 h 516882"/>
                <a:gd name="connsiteX510" fmla="*/ 355152 w 421107"/>
                <a:gd name="connsiteY510" fmla="*/ 434872 h 516882"/>
                <a:gd name="connsiteX511" fmla="*/ 353663 w 421107"/>
                <a:gd name="connsiteY511" fmla="*/ 435616 h 516882"/>
                <a:gd name="connsiteX512" fmla="*/ 352640 w 421107"/>
                <a:gd name="connsiteY512" fmla="*/ 437709 h 516882"/>
                <a:gd name="connsiteX513" fmla="*/ 348454 w 421107"/>
                <a:gd name="connsiteY513" fmla="*/ 443057 h 516882"/>
                <a:gd name="connsiteX514" fmla="*/ 346966 w 421107"/>
                <a:gd name="connsiteY514" fmla="*/ 443057 h 516882"/>
                <a:gd name="connsiteX515" fmla="*/ 346966 w 421107"/>
                <a:gd name="connsiteY515" fmla="*/ 444546 h 516882"/>
                <a:gd name="connsiteX516" fmla="*/ 349730 w 421107"/>
                <a:gd name="connsiteY516" fmla="*/ 444541 h 516882"/>
                <a:gd name="connsiteX517" fmla="*/ 375452 w 421107"/>
                <a:gd name="connsiteY517" fmla="*/ 444507 h 516882"/>
                <a:gd name="connsiteX518" fmla="*/ 388678 w 421107"/>
                <a:gd name="connsiteY518" fmla="*/ 444490 h 516882"/>
                <a:gd name="connsiteX519" fmla="*/ 401431 w 421107"/>
                <a:gd name="connsiteY519" fmla="*/ 444475 h 516882"/>
                <a:gd name="connsiteX520" fmla="*/ 406308 w 421107"/>
                <a:gd name="connsiteY520" fmla="*/ 444467 h 516882"/>
                <a:gd name="connsiteX521" fmla="*/ 413113 w 421107"/>
                <a:gd name="connsiteY521" fmla="*/ 444461 h 516882"/>
                <a:gd name="connsiteX522" fmla="*/ 415171 w 421107"/>
                <a:gd name="connsiteY522" fmla="*/ 444453 h 516882"/>
                <a:gd name="connsiteX523" fmla="*/ 420636 w 421107"/>
                <a:gd name="connsiteY523" fmla="*/ 445290 h 516882"/>
                <a:gd name="connsiteX524" fmla="*/ 420779 w 421107"/>
                <a:gd name="connsiteY524" fmla="*/ 451852 h 516882"/>
                <a:gd name="connsiteX525" fmla="*/ 420798 w 421107"/>
                <a:gd name="connsiteY525" fmla="*/ 453938 h 516882"/>
                <a:gd name="connsiteX526" fmla="*/ 420839 w 421107"/>
                <a:gd name="connsiteY526" fmla="*/ 460800 h 516882"/>
                <a:gd name="connsiteX527" fmla="*/ 420851 w 421107"/>
                <a:gd name="connsiteY527" fmla="*/ 463159 h 516882"/>
                <a:gd name="connsiteX528" fmla="*/ 420896 w 421107"/>
                <a:gd name="connsiteY528" fmla="*/ 475509 h 516882"/>
                <a:gd name="connsiteX529" fmla="*/ 420980 w 421107"/>
                <a:gd name="connsiteY529" fmla="*/ 488309 h 516882"/>
                <a:gd name="connsiteX530" fmla="*/ 421018 w 421107"/>
                <a:gd name="connsiteY530" fmla="*/ 498114 h 516882"/>
                <a:gd name="connsiteX531" fmla="*/ 421052 w 421107"/>
                <a:gd name="connsiteY531" fmla="*/ 502835 h 516882"/>
                <a:gd name="connsiteX532" fmla="*/ 421070 w 421107"/>
                <a:gd name="connsiteY532" fmla="*/ 509421 h 516882"/>
                <a:gd name="connsiteX533" fmla="*/ 421107 w 421107"/>
                <a:gd name="connsiteY533" fmla="*/ 511413 h 516882"/>
                <a:gd name="connsiteX534" fmla="*/ 420636 w 421107"/>
                <a:gd name="connsiteY534" fmla="*/ 515983 h 516882"/>
                <a:gd name="connsiteX535" fmla="*/ 409977 w 421107"/>
                <a:gd name="connsiteY535" fmla="*/ 516821 h 516882"/>
                <a:gd name="connsiteX536" fmla="*/ 407841 w 421107"/>
                <a:gd name="connsiteY536" fmla="*/ 516824 h 516882"/>
                <a:gd name="connsiteX537" fmla="*/ 400714 w 421107"/>
                <a:gd name="connsiteY537" fmla="*/ 516822 h 516882"/>
                <a:gd name="connsiteX538" fmla="*/ 395569 w 421107"/>
                <a:gd name="connsiteY538" fmla="*/ 516825 h 516882"/>
                <a:gd name="connsiteX539" fmla="*/ 381400 w 421107"/>
                <a:gd name="connsiteY539" fmla="*/ 516825 h 516882"/>
                <a:gd name="connsiteX540" fmla="*/ 367699 w 421107"/>
                <a:gd name="connsiteY540" fmla="*/ 516827 h 516882"/>
                <a:gd name="connsiteX541" fmla="*/ 337943 w 421107"/>
                <a:gd name="connsiteY541" fmla="*/ 516828 h 516882"/>
                <a:gd name="connsiteX542" fmla="*/ 311906 w 421107"/>
                <a:gd name="connsiteY542" fmla="*/ 516827 h 516882"/>
                <a:gd name="connsiteX543" fmla="*/ 310164 w 421107"/>
                <a:gd name="connsiteY543" fmla="*/ 516827 h 516882"/>
                <a:gd name="connsiteX544" fmla="*/ 303159 w 421107"/>
                <a:gd name="connsiteY544" fmla="*/ 516828 h 516882"/>
                <a:gd name="connsiteX545" fmla="*/ 237434 w 421107"/>
                <a:gd name="connsiteY545" fmla="*/ 516824 h 516882"/>
                <a:gd name="connsiteX546" fmla="*/ 178998 w 421107"/>
                <a:gd name="connsiteY546" fmla="*/ 516824 h 516882"/>
                <a:gd name="connsiteX547" fmla="*/ 113384 w 421107"/>
                <a:gd name="connsiteY547" fmla="*/ 516828 h 516882"/>
                <a:gd name="connsiteX548" fmla="*/ 106395 w 421107"/>
                <a:gd name="connsiteY548" fmla="*/ 516827 h 516882"/>
                <a:gd name="connsiteX549" fmla="*/ 104656 w 421107"/>
                <a:gd name="connsiteY549" fmla="*/ 516827 h 516882"/>
                <a:gd name="connsiteX550" fmla="*/ 78627 w 421107"/>
                <a:gd name="connsiteY550" fmla="*/ 516829 h 516882"/>
                <a:gd name="connsiteX551" fmla="*/ 49047 w 421107"/>
                <a:gd name="connsiteY551" fmla="*/ 516826 h 516882"/>
                <a:gd name="connsiteX552" fmla="*/ 33941 w 421107"/>
                <a:gd name="connsiteY552" fmla="*/ 516826 h 516882"/>
                <a:gd name="connsiteX553" fmla="*/ 20134 w 421107"/>
                <a:gd name="connsiteY553" fmla="*/ 516823 h 516882"/>
                <a:gd name="connsiteX554" fmla="*/ 15118 w 421107"/>
                <a:gd name="connsiteY554" fmla="*/ 516824 h 516882"/>
                <a:gd name="connsiteX555" fmla="*/ 8342 w 421107"/>
                <a:gd name="connsiteY555" fmla="*/ 516821 h 516882"/>
                <a:gd name="connsiteX556" fmla="*/ 6339 w 421107"/>
                <a:gd name="connsiteY556" fmla="*/ 516826 h 516882"/>
                <a:gd name="connsiteX557" fmla="*/ 196 w 421107"/>
                <a:gd name="connsiteY557" fmla="*/ 515983 h 516882"/>
                <a:gd name="connsiteX558" fmla="*/ 11 w 421107"/>
                <a:gd name="connsiteY558" fmla="*/ 512590 h 516882"/>
                <a:gd name="connsiteX559" fmla="*/ 0 w 421107"/>
                <a:gd name="connsiteY559" fmla="*/ 510348 h 516882"/>
                <a:gd name="connsiteX560" fmla="*/ 11 w 421107"/>
                <a:gd name="connsiteY560" fmla="*/ 507852 h 516882"/>
                <a:gd name="connsiteX561" fmla="*/ 5 w 421107"/>
                <a:gd name="connsiteY561" fmla="*/ 505215 h 516882"/>
                <a:gd name="connsiteX562" fmla="*/ 10 w 421107"/>
                <a:gd name="connsiteY562" fmla="*/ 497905 h 516882"/>
                <a:gd name="connsiteX563" fmla="*/ 7 w 421107"/>
                <a:gd name="connsiteY563" fmla="*/ 489977 h 516882"/>
                <a:gd name="connsiteX564" fmla="*/ 9 w 421107"/>
                <a:gd name="connsiteY564" fmla="*/ 476060 h 516882"/>
                <a:gd name="connsiteX565" fmla="*/ 12 w 421107"/>
                <a:gd name="connsiteY565" fmla="*/ 455367 h 516882"/>
                <a:gd name="connsiteX566" fmla="*/ 16 w 421107"/>
                <a:gd name="connsiteY566" fmla="*/ 420561 h 516882"/>
                <a:gd name="connsiteX567" fmla="*/ 26 w 421107"/>
                <a:gd name="connsiteY567" fmla="*/ 386082 h 516882"/>
                <a:gd name="connsiteX568" fmla="*/ 26 w 421107"/>
                <a:gd name="connsiteY568" fmla="*/ 383919 h 516882"/>
                <a:gd name="connsiteX569" fmla="*/ 26 w 421107"/>
                <a:gd name="connsiteY569" fmla="*/ 375228 h 516882"/>
                <a:gd name="connsiteX570" fmla="*/ 44 w 421107"/>
                <a:gd name="connsiteY570" fmla="*/ 293628 h 516882"/>
                <a:gd name="connsiteX571" fmla="*/ 59 w 421107"/>
                <a:gd name="connsiteY571" fmla="*/ 221062 h 516882"/>
                <a:gd name="connsiteX572" fmla="*/ 58 w 421107"/>
                <a:gd name="connsiteY572" fmla="*/ 216402 h 516882"/>
                <a:gd name="connsiteX573" fmla="*/ 58 w 421107"/>
                <a:gd name="connsiteY573" fmla="*/ 214076 h 516882"/>
                <a:gd name="connsiteX574" fmla="*/ 58 w 421107"/>
                <a:gd name="connsiteY574" fmla="*/ 202482 h 516882"/>
                <a:gd name="connsiteX575" fmla="*/ 58 w 421107"/>
                <a:gd name="connsiteY575" fmla="*/ 200172 h 516882"/>
                <a:gd name="connsiteX576" fmla="*/ 66 w 421107"/>
                <a:gd name="connsiteY576" fmla="*/ 139615 h 516882"/>
                <a:gd name="connsiteX577" fmla="*/ 66 w 421107"/>
                <a:gd name="connsiteY577" fmla="*/ 137440 h 516882"/>
                <a:gd name="connsiteX578" fmla="*/ 68 w 421107"/>
                <a:gd name="connsiteY578" fmla="*/ 128782 h 516882"/>
                <a:gd name="connsiteX579" fmla="*/ 72 w 421107"/>
                <a:gd name="connsiteY579" fmla="*/ 98605 h 516882"/>
                <a:gd name="connsiteX580" fmla="*/ 83 w 421107"/>
                <a:gd name="connsiteY580" fmla="*/ 59724 h 516882"/>
                <a:gd name="connsiteX581" fmla="*/ 87 w 421107"/>
                <a:gd name="connsiteY581" fmla="*/ 39141 h 516882"/>
                <a:gd name="connsiteX582" fmla="*/ 93 w 421107"/>
                <a:gd name="connsiteY582" fmla="*/ 25418 h 516882"/>
                <a:gd name="connsiteX583" fmla="*/ 95 w 421107"/>
                <a:gd name="connsiteY583" fmla="*/ 17582 h 516882"/>
                <a:gd name="connsiteX584" fmla="*/ 101 w 421107"/>
                <a:gd name="connsiteY584" fmla="*/ 9169 h 516882"/>
                <a:gd name="connsiteX585" fmla="*/ 96 w 421107"/>
                <a:gd name="connsiteY585" fmla="*/ 6673 h 516882"/>
                <a:gd name="connsiteX586" fmla="*/ 102 w 421107"/>
                <a:gd name="connsiteY586" fmla="*/ 4431 h 516882"/>
                <a:gd name="connsiteX587" fmla="*/ 103 w 421107"/>
                <a:gd name="connsiteY587" fmla="*/ 2485 h 516882"/>
                <a:gd name="connsiteX588" fmla="*/ 5421 w 421107"/>
                <a:gd name="connsiteY588" fmla="*/ 192 h 516882"/>
                <a:gd name="connsiteX589" fmla="*/ 7397 w 421107"/>
                <a:gd name="connsiteY589" fmla="*/ 196 h 516882"/>
                <a:gd name="connsiteX590" fmla="*/ 9484 w 421107"/>
                <a:gd name="connsiteY590" fmla="*/ 191 h 516882"/>
                <a:gd name="connsiteX591" fmla="*/ 16501 w 421107"/>
                <a:gd name="connsiteY591" fmla="*/ 189 h 516882"/>
                <a:gd name="connsiteX592" fmla="*/ 21546 w 421107"/>
                <a:gd name="connsiteY592" fmla="*/ 183 h 516882"/>
                <a:gd name="connsiteX593" fmla="*/ 35481 w 421107"/>
                <a:gd name="connsiteY593" fmla="*/ 175 h 516882"/>
                <a:gd name="connsiteX594" fmla="*/ 48943 w 421107"/>
                <a:gd name="connsiteY594" fmla="*/ 164 h 516882"/>
                <a:gd name="connsiteX595" fmla="*/ 85025 w 421107"/>
                <a:gd name="connsiteY595" fmla="*/ 144 h 516882"/>
                <a:gd name="connsiteX596" fmla="*/ 102082 w 421107"/>
                <a:gd name="connsiteY596" fmla="*/ 137 h 516882"/>
                <a:gd name="connsiteX597" fmla="*/ 160432 w 421107"/>
                <a:gd name="connsiteY597" fmla="*/ 117 h 516882"/>
                <a:gd name="connsiteX598" fmla="*/ 164097 w 421107"/>
                <a:gd name="connsiteY598" fmla="*/ 116 h 516882"/>
                <a:gd name="connsiteX599" fmla="*/ 167770 w 421107"/>
                <a:gd name="connsiteY599" fmla="*/ 116 h 516882"/>
                <a:gd name="connsiteX600" fmla="*/ 175141 w 421107"/>
                <a:gd name="connsiteY600" fmla="*/ 115 h 516882"/>
                <a:gd name="connsiteX601" fmla="*/ 176987 w 421107"/>
                <a:gd name="connsiteY601" fmla="*/ 115 h 516882"/>
                <a:gd name="connsiteX602" fmla="*/ 236277 w 421107"/>
                <a:gd name="connsiteY602" fmla="*/ 83 h 516882"/>
                <a:gd name="connsiteX603" fmla="*/ 298911 w 421107"/>
                <a:gd name="connsiteY603" fmla="*/ 53 h 516882"/>
                <a:gd name="connsiteX604" fmla="*/ 305780 w 421107"/>
                <a:gd name="connsiteY604" fmla="*/ 53 h 516882"/>
                <a:gd name="connsiteX605" fmla="*/ 307489 w 421107"/>
                <a:gd name="connsiteY605" fmla="*/ 53 h 516882"/>
                <a:gd name="connsiteX606" fmla="*/ 334766 w 421107"/>
                <a:gd name="connsiteY606" fmla="*/ 33 h 516882"/>
                <a:gd name="connsiteX607" fmla="*/ 362157 w 421107"/>
                <a:gd name="connsiteY607" fmla="*/ 26 h 516882"/>
                <a:gd name="connsiteX608" fmla="*/ 377009 w 421107"/>
                <a:gd name="connsiteY608" fmla="*/ 18 h 516882"/>
                <a:gd name="connsiteX609" fmla="*/ 390585 w 421107"/>
                <a:gd name="connsiteY609" fmla="*/ 18 h 516882"/>
                <a:gd name="connsiteX610" fmla="*/ 395517 w 421107"/>
                <a:gd name="connsiteY610" fmla="*/ 11 h 516882"/>
                <a:gd name="connsiteX611" fmla="*/ 402180 w 421107"/>
                <a:gd name="connsiteY611" fmla="*/ 17 h 516882"/>
                <a:gd name="connsiteX612" fmla="*/ 404150 w 421107"/>
                <a:gd name="connsiteY612" fmla="*/ 0 h 51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Lst>
              <a:rect l="l" t="t" r="r" b="b"/>
              <a:pathLst>
                <a:path w="421107" h="516882">
                  <a:moveTo>
                    <a:pt x="241615" y="356471"/>
                  </a:moveTo>
                  <a:cubicBezTo>
                    <a:pt x="238775" y="356471"/>
                    <a:pt x="238775" y="356471"/>
                    <a:pt x="238220" y="359494"/>
                  </a:cubicBezTo>
                  <a:cubicBezTo>
                    <a:pt x="238109" y="360237"/>
                    <a:pt x="238002" y="360959"/>
                    <a:pt x="237894" y="361680"/>
                  </a:cubicBezTo>
                  <a:cubicBezTo>
                    <a:pt x="237388" y="361680"/>
                    <a:pt x="236897" y="361680"/>
                    <a:pt x="236406" y="361680"/>
                  </a:cubicBezTo>
                  <a:cubicBezTo>
                    <a:pt x="235842" y="362596"/>
                    <a:pt x="235842" y="362596"/>
                    <a:pt x="235290" y="363494"/>
                  </a:cubicBezTo>
                  <a:cubicBezTo>
                    <a:pt x="234726" y="364457"/>
                    <a:pt x="234726" y="364457"/>
                    <a:pt x="234174" y="365401"/>
                  </a:cubicBezTo>
                  <a:cubicBezTo>
                    <a:pt x="233668" y="365654"/>
                    <a:pt x="233176" y="365899"/>
                    <a:pt x="232685" y="366145"/>
                  </a:cubicBezTo>
                  <a:cubicBezTo>
                    <a:pt x="232444" y="367139"/>
                    <a:pt x="232197" y="368131"/>
                    <a:pt x="231941" y="369121"/>
                  </a:cubicBezTo>
                  <a:cubicBezTo>
                    <a:pt x="231435" y="369121"/>
                    <a:pt x="230944" y="369121"/>
                    <a:pt x="230453" y="369121"/>
                  </a:cubicBezTo>
                  <a:cubicBezTo>
                    <a:pt x="230200" y="369754"/>
                    <a:pt x="229954" y="370368"/>
                    <a:pt x="229709" y="370982"/>
                  </a:cubicBezTo>
                  <a:cubicBezTo>
                    <a:pt x="229456" y="371614"/>
                    <a:pt x="229210" y="372228"/>
                    <a:pt x="228965" y="372842"/>
                  </a:cubicBezTo>
                  <a:cubicBezTo>
                    <a:pt x="228459" y="372842"/>
                    <a:pt x="227967" y="372842"/>
                    <a:pt x="227476" y="372842"/>
                  </a:cubicBezTo>
                  <a:cubicBezTo>
                    <a:pt x="227251" y="373840"/>
                    <a:pt x="227001" y="374832"/>
                    <a:pt x="226732" y="375819"/>
                  </a:cubicBezTo>
                  <a:cubicBezTo>
                    <a:pt x="225973" y="376072"/>
                    <a:pt x="225236" y="376317"/>
                    <a:pt x="224500" y="376563"/>
                  </a:cubicBezTo>
                  <a:cubicBezTo>
                    <a:pt x="224357" y="377085"/>
                    <a:pt x="224219" y="377591"/>
                    <a:pt x="224081" y="378098"/>
                  </a:cubicBezTo>
                  <a:cubicBezTo>
                    <a:pt x="223970" y="378588"/>
                    <a:pt x="223863" y="379064"/>
                    <a:pt x="223756" y="379539"/>
                  </a:cubicBezTo>
                  <a:cubicBezTo>
                    <a:pt x="223250" y="379539"/>
                    <a:pt x="222758" y="379539"/>
                    <a:pt x="222267" y="379539"/>
                  </a:cubicBezTo>
                  <a:cubicBezTo>
                    <a:pt x="221798" y="380790"/>
                    <a:pt x="221301" y="382031"/>
                    <a:pt x="220779" y="383260"/>
                  </a:cubicBezTo>
                  <a:cubicBezTo>
                    <a:pt x="220020" y="383260"/>
                    <a:pt x="219283" y="383260"/>
                    <a:pt x="218547" y="383260"/>
                  </a:cubicBezTo>
                  <a:cubicBezTo>
                    <a:pt x="217418" y="385517"/>
                    <a:pt x="215833" y="387411"/>
                    <a:pt x="214082" y="389213"/>
                  </a:cubicBezTo>
                  <a:cubicBezTo>
                    <a:pt x="213084" y="389698"/>
                    <a:pt x="212090" y="390191"/>
                    <a:pt x="211105" y="390701"/>
                  </a:cubicBezTo>
                  <a:cubicBezTo>
                    <a:pt x="211105" y="391713"/>
                    <a:pt x="211105" y="392696"/>
                    <a:pt x="211105" y="393678"/>
                  </a:cubicBezTo>
                  <a:cubicBezTo>
                    <a:pt x="210093" y="393678"/>
                    <a:pt x="209111" y="393678"/>
                    <a:pt x="208129" y="393678"/>
                  </a:cubicBezTo>
                  <a:cubicBezTo>
                    <a:pt x="208002" y="394168"/>
                    <a:pt x="207879" y="394644"/>
                    <a:pt x="207757" y="395120"/>
                  </a:cubicBezTo>
                  <a:cubicBezTo>
                    <a:pt x="207630" y="395642"/>
                    <a:pt x="207507" y="396148"/>
                    <a:pt x="207384" y="396655"/>
                  </a:cubicBezTo>
                  <a:cubicBezTo>
                    <a:pt x="206392" y="396903"/>
                    <a:pt x="205400" y="397151"/>
                    <a:pt x="204408" y="397399"/>
                  </a:cubicBezTo>
                  <a:cubicBezTo>
                    <a:pt x="204167" y="398393"/>
                    <a:pt x="203919" y="399385"/>
                    <a:pt x="203664" y="400375"/>
                  </a:cubicBezTo>
                  <a:cubicBezTo>
                    <a:pt x="202652" y="400375"/>
                    <a:pt x="201669" y="400375"/>
                    <a:pt x="200687" y="400375"/>
                  </a:cubicBezTo>
                  <a:cubicBezTo>
                    <a:pt x="200292" y="400865"/>
                    <a:pt x="199908" y="401341"/>
                    <a:pt x="199524" y="401817"/>
                  </a:cubicBezTo>
                  <a:cubicBezTo>
                    <a:pt x="199161" y="402339"/>
                    <a:pt x="198808" y="402845"/>
                    <a:pt x="198455" y="403352"/>
                  </a:cubicBezTo>
                  <a:cubicBezTo>
                    <a:pt x="197696" y="403605"/>
                    <a:pt x="196959" y="403850"/>
                    <a:pt x="196222" y="404096"/>
                  </a:cubicBezTo>
                  <a:cubicBezTo>
                    <a:pt x="195546" y="405634"/>
                    <a:pt x="195546" y="405634"/>
                    <a:pt x="194734" y="407073"/>
                  </a:cubicBezTo>
                  <a:cubicBezTo>
                    <a:pt x="193722" y="407073"/>
                    <a:pt x="192740" y="407073"/>
                    <a:pt x="191758" y="407073"/>
                  </a:cubicBezTo>
                  <a:cubicBezTo>
                    <a:pt x="191507" y="408945"/>
                    <a:pt x="191507" y="408945"/>
                    <a:pt x="191013" y="410793"/>
                  </a:cubicBezTo>
                  <a:cubicBezTo>
                    <a:pt x="190270" y="410809"/>
                    <a:pt x="189549" y="410824"/>
                    <a:pt x="188827" y="410840"/>
                  </a:cubicBezTo>
                  <a:cubicBezTo>
                    <a:pt x="188053" y="410824"/>
                    <a:pt x="187301" y="410809"/>
                    <a:pt x="186549" y="410793"/>
                  </a:cubicBezTo>
                  <a:cubicBezTo>
                    <a:pt x="186280" y="411283"/>
                    <a:pt x="186019" y="411759"/>
                    <a:pt x="185758" y="412235"/>
                  </a:cubicBezTo>
                  <a:cubicBezTo>
                    <a:pt x="185521" y="412757"/>
                    <a:pt x="185290" y="413263"/>
                    <a:pt x="185060" y="413770"/>
                  </a:cubicBezTo>
                  <a:cubicBezTo>
                    <a:pt x="183819" y="414012"/>
                    <a:pt x="182579" y="414260"/>
                    <a:pt x="181340" y="414514"/>
                  </a:cubicBezTo>
                  <a:cubicBezTo>
                    <a:pt x="181088" y="416017"/>
                    <a:pt x="181088" y="416017"/>
                    <a:pt x="180595" y="417491"/>
                  </a:cubicBezTo>
                  <a:cubicBezTo>
                    <a:pt x="179694" y="417680"/>
                    <a:pt x="178819" y="417864"/>
                    <a:pt x="177944" y="418049"/>
                  </a:cubicBezTo>
                  <a:cubicBezTo>
                    <a:pt x="177075" y="418112"/>
                    <a:pt x="176231" y="418173"/>
                    <a:pt x="175386" y="418235"/>
                  </a:cubicBezTo>
                  <a:cubicBezTo>
                    <a:pt x="175386" y="419247"/>
                    <a:pt x="175386" y="420229"/>
                    <a:pt x="175386" y="421211"/>
                  </a:cubicBezTo>
                  <a:cubicBezTo>
                    <a:pt x="173201" y="421025"/>
                    <a:pt x="173201" y="421025"/>
                    <a:pt x="170922" y="421211"/>
                  </a:cubicBezTo>
                  <a:cubicBezTo>
                    <a:pt x="170696" y="422209"/>
                    <a:pt x="170447" y="423201"/>
                    <a:pt x="170177" y="424188"/>
                  </a:cubicBezTo>
                  <a:cubicBezTo>
                    <a:pt x="169292" y="424330"/>
                    <a:pt x="168432" y="424468"/>
                    <a:pt x="167573" y="424606"/>
                  </a:cubicBezTo>
                  <a:cubicBezTo>
                    <a:pt x="166258" y="424771"/>
                    <a:pt x="166258" y="424771"/>
                    <a:pt x="164968" y="424932"/>
                  </a:cubicBezTo>
                  <a:cubicBezTo>
                    <a:pt x="164593" y="426059"/>
                    <a:pt x="164593" y="426059"/>
                    <a:pt x="164224" y="427164"/>
                  </a:cubicBezTo>
                  <a:cubicBezTo>
                    <a:pt x="162822" y="427651"/>
                    <a:pt x="162822" y="427651"/>
                    <a:pt x="161201" y="427862"/>
                  </a:cubicBezTo>
                  <a:cubicBezTo>
                    <a:pt x="159547" y="428115"/>
                    <a:pt x="159547" y="428115"/>
                    <a:pt x="158271" y="428653"/>
                  </a:cubicBezTo>
                  <a:cubicBezTo>
                    <a:pt x="158271" y="429665"/>
                    <a:pt x="158271" y="430647"/>
                    <a:pt x="158271" y="431629"/>
                  </a:cubicBezTo>
                  <a:cubicBezTo>
                    <a:pt x="157275" y="431582"/>
                    <a:pt x="156308" y="431536"/>
                    <a:pt x="155341" y="431490"/>
                  </a:cubicBezTo>
                  <a:cubicBezTo>
                    <a:pt x="153693" y="431411"/>
                    <a:pt x="153693" y="431411"/>
                    <a:pt x="152318" y="431629"/>
                  </a:cubicBezTo>
                  <a:cubicBezTo>
                    <a:pt x="151942" y="432757"/>
                    <a:pt x="151942" y="432757"/>
                    <a:pt x="151574" y="433862"/>
                  </a:cubicBezTo>
                  <a:cubicBezTo>
                    <a:pt x="150000" y="434350"/>
                    <a:pt x="150000" y="434350"/>
                    <a:pt x="148179" y="434559"/>
                  </a:cubicBezTo>
                  <a:cubicBezTo>
                    <a:pt x="146316" y="434812"/>
                    <a:pt x="146316" y="434812"/>
                    <a:pt x="144877" y="435350"/>
                  </a:cubicBezTo>
                  <a:cubicBezTo>
                    <a:pt x="144877" y="436362"/>
                    <a:pt x="144877" y="437344"/>
                    <a:pt x="144877" y="438326"/>
                  </a:cubicBezTo>
                  <a:cubicBezTo>
                    <a:pt x="143896" y="438279"/>
                    <a:pt x="142945" y="438233"/>
                    <a:pt x="141993" y="438187"/>
                  </a:cubicBezTo>
                  <a:cubicBezTo>
                    <a:pt x="140371" y="438108"/>
                    <a:pt x="140371" y="438108"/>
                    <a:pt x="138924" y="438326"/>
                  </a:cubicBezTo>
                  <a:cubicBezTo>
                    <a:pt x="138418" y="439085"/>
                    <a:pt x="137926" y="439822"/>
                    <a:pt x="137435" y="440559"/>
                  </a:cubicBezTo>
                  <a:cubicBezTo>
                    <a:pt x="136455" y="440701"/>
                    <a:pt x="135503" y="440839"/>
                    <a:pt x="134552" y="440977"/>
                  </a:cubicBezTo>
                  <a:cubicBezTo>
                    <a:pt x="130583" y="441343"/>
                    <a:pt x="128766" y="442596"/>
                    <a:pt x="125529" y="445024"/>
                  </a:cubicBezTo>
                  <a:cubicBezTo>
                    <a:pt x="196624" y="445024"/>
                    <a:pt x="265628" y="445024"/>
                    <a:pt x="334633" y="445024"/>
                  </a:cubicBezTo>
                  <a:cubicBezTo>
                    <a:pt x="334380" y="444265"/>
                    <a:pt x="334134" y="443528"/>
                    <a:pt x="333888" y="442791"/>
                  </a:cubicBezTo>
                  <a:cubicBezTo>
                    <a:pt x="332894" y="442550"/>
                    <a:pt x="331902" y="442303"/>
                    <a:pt x="330912" y="442047"/>
                  </a:cubicBezTo>
                  <a:cubicBezTo>
                    <a:pt x="330912" y="441288"/>
                    <a:pt x="330912" y="440551"/>
                    <a:pt x="330912" y="439815"/>
                  </a:cubicBezTo>
                  <a:cubicBezTo>
                    <a:pt x="330453" y="439453"/>
                    <a:pt x="330008" y="439102"/>
                    <a:pt x="329563" y="438751"/>
                  </a:cubicBezTo>
                  <a:cubicBezTo>
                    <a:pt x="327813" y="437495"/>
                    <a:pt x="326906" y="436285"/>
                    <a:pt x="325703" y="434513"/>
                  </a:cubicBezTo>
                  <a:cubicBezTo>
                    <a:pt x="324633" y="432926"/>
                    <a:pt x="324633" y="432926"/>
                    <a:pt x="323470" y="431629"/>
                  </a:cubicBezTo>
                  <a:cubicBezTo>
                    <a:pt x="322473" y="431405"/>
                    <a:pt x="321479" y="431161"/>
                    <a:pt x="320494" y="430885"/>
                  </a:cubicBezTo>
                  <a:cubicBezTo>
                    <a:pt x="320494" y="429873"/>
                    <a:pt x="320494" y="428891"/>
                    <a:pt x="320494" y="427908"/>
                  </a:cubicBezTo>
                  <a:cubicBezTo>
                    <a:pt x="319988" y="427766"/>
                    <a:pt x="319497" y="427628"/>
                    <a:pt x="319006" y="427490"/>
                  </a:cubicBezTo>
                  <a:cubicBezTo>
                    <a:pt x="318500" y="427379"/>
                    <a:pt x="318008" y="427272"/>
                    <a:pt x="317517" y="427164"/>
                  </a:cubicBezTo>
                  <a:cubicBezTo>
                    <a:pt x="317517" y="426405"/>
                    <a:pt x="317517" y="425669"/>
                    <a:pt x="317517" y="424932"/>
                  </a:cubicBezTo>
                  <a:cubicBezTo>
                    <a:pt x="316758" y="424679"/>
                    <a:pt x="316022" y="424433"/>
                    <a:pt x="315285" y="424188"/>
                  </a:cubicBezTo>
                  <a:cubicBezTo>
                    <a:pt x="314533" y="423060"/>
                    <a:pt x="314533" y="423060"/>
                    <a:pt x="313797" y="421955"/>
                  </a:cubicBezTo>
                  <a:cubicBezTo>
                    <a:pt x="311482" y="420412"/>
                    <a:pt x="309732" y="418784"/>
                    <a:pt x="307843" y="416746"/>
                  </a:cubicBezTo>
                  <a:cubicBezTo>
                    <a:pt x="307590" y="415987"/>
                    <a:pt x="307345" y="415251"/>
                    <a:pt x="307099" y="414514"/>
                  </a:cubicBezTo>
                  <a:cubicBezTo>
                    <a:pt x="306105" y="414273"/>
                    <a:pt x="305113" y="414025"/>
                    <a:pt x="304123" y="413770"/>
                  </a:cubicBezTo>
                  <a:cubicBezTo>
                    <a:pt x="304123" y="413011"/>
                    <a:pt x="304123" y="412274"/>
                    <a:pt x="304123" y="411537"/>
                  </a:cubicBezTo>
                  <a:cubicBezTo>
                    <a:pt x="303490" y="411411"/>
                    <a:pt x="302876" y="411288"/>
                    <a:pt x="302262" y="411165"/>
                  </a:cubicBezTo>
                  <a:cubicBezTo>
                    <a:pt x="301630" y="411039"/>
                    <a:pt x="301016" y="410916"/>
                    <a:pt x="300402" y="410793"/>
                  </a:cubicBezTo>
                  <a:cubicBezTo>
                    <a:pt x="300402" y="410034"/>
                    <a:pt x="300402" y="409298"/>
                    <a:pt x="300402" y="408561"/>
                  </a:cubicBezTo>
                  <a:cubicBezTo>
                    <a:pt x="299155" y="408081"/>
                    <a:pt x="297915" y="407584"/>
                    <a:pt x="296681" y="407073"/>
                  </a:cubicBezTo>
                  <a:cubicBezTo>
                    <a:pt x="296539" y="406551"/>
                    <a:pt x="296401" y="406044"/>
                    <a:pt x="296263" y="405538"/>
                  </a:cubicBezTo>
                  <a:cubicBezTo>
                    <a:pt x="296098" y="404810"/>
                    <a:pt x="296098" y="404810"/>
                    <a:pt x="295937" y="404096"/>
                  </a:cubicBezTo>
                  <a:cubicBezTo>
                    <a:pt x="295415" y="403954"/>
                    <a:pt x="294909" y="403816"/>
                    <a:pt x="294402" y="403677"/>
                  </a:cubicBezTo>
                  <a:cubicBezTo>
                    <a:pt x="293912" y="403567"/>
                    <a:pt x="293436" y="403459"/>
                    <a:pt x="292961" y="403352"/>
                  </a:cubicBezTo>
                  <a:cubicBezTo>
                    <a:pt x="292961" y="402593"/>
                    <a:pt x="292961" y="401856"/>
                    <a:pt x="292961" y="401119"/>
                  </a:cubicBezTo>
                  <a:cubicBezTo>
                    <a:pt x="292328" y="400993"/>
                    <a:pt x="291714" y="400870"/>
                    <a:pt x="291100" y="400747"/>
                  </a:cubicBezTo>
                  <a:cubicBezTo>
                    <a:pt x="290468" y="400621"/>
                    <a:pt x="289854" y="400498"/>
                    <a:pt x="289240" y="400375"/>
                  </a:cubicBezTo>
                  <a:cubicBezTo>
                    <a:pt x="289240" y="399616"/>
                    <a:pt x="289240" y="398880"/>
                    <a:pt x="289240" y="398143"/>
                  </a:cubicBezTo>
                  <a:cubicBezTo>
                    <a:pt x="288607" y="397890"/>
                    <a:pt x="287994" y="397644"/>
                    <a:pt x="287380" y="397399"/>
                  </a:cubicBezTo>
                  <a:cubicBezTo>
                    <a:pt x="286747" y="397146"/>
                    <a:pt x="286133" y="396900"/>
                    <a:pt x="285519" y="396655"/>
                  </a:cubicBezTo>
                  <a:cubicBezTo>
                    <a:pt x="285519" y="395896"/>
                    <a:pt x="285519" y="395159"/>
                    <a:pt x="285519" y="394422"/>
                  </a:cubicBezTo>
                  <a:cubicBezTo>
                    <a:pt x="284522" y="394197"/>
                    <a:pt x="283529" y="393947"/>
                    <a:pt x="282543" y="393678"/>
                  </a:cubicBezTo>
                  <a:cubicBezTo>
                    <a:pt x="282264" y="392190"/>
                    <a:pt x="282264" y="392190"/>
                    <a:pt x="281799" y="390701"/>
                  </a:cubicBezTo>
                  <a:cubicBezTo>
                    <a:pt x="281024" y="390512"/>
                    <a:pt x="280272" y="390328"/>
                    <a:pt x="279520" y="390143"/>
                  </a:cubicBezTo>
                  <a:cubicBezTo>
                    <a:pt x="278776" y="390080"/>
                    <a:pt x="278055" y="390019"/>
                    <a:pt x="277334" y="389957"/>
                  </a:cubicBezTo>
                  <a:cubicBezTo>
                    <a:pt x="277334" y="389198"/>
                    <a:pt x="277334" y="388462"/>
                    <a:pt x="277334" y="387725"/>
                  </a:cubicBezTo>
                  <a:cubicBezTo>
                    <a:pt x="275662" y="385775"/>
                    <a:pt x="274459" y="384239"/>
                    <a:pt x="271939" y="383539"/>
                  </a:cubicBezTo>
                  <a:cubicBezTo>
                    <a:pt x="271496" y="383444"/>
                    <a:pt x="271066" y="383352"/>
                    <a:pt x="270636" y="383260"/>
                  </a:cubicBezTo>
                  <a:cubicBezTo>
                    <a:pt x="270383" y="382501"/>
                    <a:pt x="270138" y="381764"/>
                    <a:pt x="269892" y="381028"/>
                  </a:cubicBezTo>
                  <a:cubicBezTo>
                    <a:pt x="268648" y="380542"/>
                    <a:pt x="267407" y="380046"/>
                    <a:pt x="266172" y="379539"/>
                  </a:cubicBezTo>
                  <a:cubicBezTo>
                    <a:pt x="266172" y="378780"/>
                    <a:pt x="266172" y="378044"/>
                    <a:pt x="266172" y="377307"/>
                  </a:cubicBezTo>
                  <a:cubicBezTo>
                    <a:pt x="265539" y="377180"/>
                    <a:pt x="264925" y="377058"/>
                    <a:pt x="264311" y="376935"/>
                  </a:cubicBezTo>
                  <a:cubicBezTo>
                    <a:pt x="263679" y="376808"/>
                    <a:pt x="263065" y="376686"/>
                    <a:pt x="262451" y="376563"/>
                  </a:cubicBezTo>
                  <a:cubicBezTo>
                    <a:pt x="262451" y="375804"/>
                    <a:pt x="262451" y="375067"/>
                    <a:pt x="262451" y="374330"/>
                  </a:cubicBezTo>
                  <a:cubicBezTo>
                    <a:pt x="261692" y="374077"/>
                    <a:pt x="260955" y="373832"/>
                    <a:pt x="260218" y="373586"/>
                  </a:cubicBezTo>
                  <a:cubicBezTo>
                    <a:pt x="259459" y="373333"/>
                    <a:pt x="258723" y="373088"/>
                    <a:pt x="257986" y="372842"/>
                  </a:cubicBezTo>
                  <a:cubicBezTo>
                    <a:pt x="257986" y="372083"/>
                    <a:pt x="257986" y="371346"/>
                    <a:pt x="257986" y="370610"/>
                  </a:cubicBezTo>
                  <a:cubicBezTo>
                    <a:pt x="256740" y="370392"/>
                    <a:pt x="255499" y="370143"/>
                    <a:pt x="254265" y="369866"/>
                  </a:cubicBezTo>
                  <a:cubicBezTo>
                    <a:pt x="254265" y="368853"/>
                    <a:pt x="254265" y="367871"/>
                    <a:pt x="254265" y="366889"/>
                  </a:cubicBezTo>
                  <a:cubicBezTo>
                    <a:pt x="252747" y="366636"/>
                    <a:pt x="251274" y="366390"/>
                    <a:pt x="249800" y="366145"/>
                  </a:cubicBezTo>
                  <a:cubicBezTo>
                    <a:pt x="249800" y="365133"/>
                    <a:pt x="249800" y="364151"/>
                    <a:pt x="249800" y="363168"/>
                  </a:cubicBezTo>
                  <a:cubicBezTo>
                    <a:pt x="249310" y="363026"/>
                    <a:pt x="248835" y="362888"/>
                    <a:pt x="248359" y="362750"/>
                  </a:cubicBezTo>
                  <a:cubicBezTo>
                    <a:pt x="247837" y="362639"/>
                    <a:pt x="247330" y="362532"/>
                    <a:pt x="246824" y="362424"/>
                  </a:cubicBezTo>
                  <a:cubicBezTo>
                    <a:pt x="246571" y="361665"/>
                    <a:pt x="246325" y="360928"/>
                    <a:pt x="246080" y="360192"/>
                  </a:cubicBezTo>
                  <a:cubicBezTo>
                    <a:pt x="245305" y="360018"/>
                    <a:pt x="244553" y="359849"/>
                    <a:pt x="243801" y="359680"/>
                  </a:cubicBezTo>
                  <a:cubicBezTo>
                    <a:pt x="243058" y="359601"/>
                    <a:pt x="242336" y="359524"/>
                    <a:pt x="241615" y="359448"/>
                  </a:cubicBezTo>
                  <a:cubicBezTo>
                    <a:pt x="241615" y="358436"/>
                    <a:pt x="241615" y="357453"/>
                    <a:pt x="241615" y="356471"/>
                  </a:cubicBezTo>
                  <a:close/>
                  <a:moveTo>
                    <a:pt x="60546" y="74063"/>
                  </a:moveTo>
                  <a:cubicBezTo>
                    <a:pt x="59796" y="76311"/>
                    <a:pt x="59711" y="78159"/>
                    <a:pt x="59703" y="80511"/>
                  </a:cubicBezTo>
                  <a:cubicBezTo>
                    <a:pt x="59705" y="81107"/>
                    <a:pt x="59706" y="81687"/>
                    <a:pt x="59708" y="82266"/>
                  </a:cubicBezTo>
                  <a:cubicBezTo>
                    <a:pt x="59705" y="84253"/>
                    <a:pt x="59702" y="86241"/>
                    <a:pt x="59704" y="88229"/>
                  </a:cubicBezTo>
                  <a:cubicBezTo>
                    <a:pt x="59706" y="89698"/>
                    <a:pt x="59707" y="91168"/>
                    <a:pt x="59706" y="92638"/>
                  </a:cubicBezTo>
                  <a:cubicBezTo>
                    <a:pt x="59702" y="96686"/>
                    <a:pt x="59701" y="100734"/>
                    <a:pt x="59703" y="104782"/>
                  </a:cubicBezTo>
                  <a:cubicBezTo>
                    <a:pt x="59705" y="109210"/>
                    <a:pt x="59705" y="113639"/>
                    <a:pt x="59703" y="118067"/>
                  </a:cubicBezTo>
                  <a:cubicBezTo>
                    <a:pt x="59699" y="126739"/>
                    <a:pt x="59698" y="135411"/>
                    <a:pt x="59700" y="144083"/>
                  </a:cubicBezTo>
                  <a:cubicBezTo>
                    <a:pt x="59702" y="151713"/>
                    <a:pt x="59703" y="159343"/>
                    <a:pt x="59702" y="166974"/>
                  </a:cubicBezTo>
                  <a:cubicBezTo>
                    <a:pt x="59702" y="167494"/>
                    <a:pt x="59702" y="167998"/>
                    <a:pt x="59702" y="168503"/>
                  </a:cubicBezTo>
                  <a:cubicBezTo>
                    <a:pt x="59702" y="170552"/>
                    <a:pt x="59702" y="172602"/>
                    <a:pt x="59701" y="174652"/>
                  </a:cubicBezTo>
                  <a:cubicBezTo>
                    <a:pt x="59699" y="193889"/>
                    <a:pt x="59701" y="213126"/>
                    <a:pt x="59705" y="232364"/>
                  </a:cubicBezTo>
                  <a:cubicBezTo>
                    <a:pt x="59708" y="249494"/>
                    <a:pt x="59708" y="266625"/>
                    <a:pt x="59705" y="283755"/>
                  </a:cubicBezTo>
                  <a:cubicBezTo>
                    <a:pt x="59701" y="303026"/>
                    <a:pt x="59699" y="322297"/>
                    <a:pt x="59701" y="341567"/>
                  </a:cubicBezTo>
                  <a:cubicBezTo>
                    <a:pt x="59701" y="343621"/>
                    <a:pt x="59702" y="345675"/>
                    <a:pt x="59702" y="347729"/>
                  </a:cubicBezTo>
                  <a:cubicBezTo>
                    <a:pt x="59702" y="348250"/>
                    <a:pt x="59702" y="348756"/>
                    <a:pt x="59702" y="349262"/>
                  </a:cubicBezTo>
                  <a:cubicBezTo>
                    <a:pt x="59703" y="356895"/>
                    <a:pt x="59702" y="364527"/>
                    <a:pt x="59701" y="372160"/>
                  </a:cubicBezTo>
                  <a:cubicBezTo>
                    <a:pt x="59699" y="380424"/>
                    <a:pt x="59698" y="388688"/>
                    <a:pt x="59701" y="396952"/>
                  </a:cubicBezTo>
                  <a:cubicBezTo>
                    <a:pt x="59703" y="401428"/>
                    <a:pt x="59706" y="405904"/>
                    <a:pt x="59704" y="410380"/>
                  </a:cubicBezTo>
                  <a:cubicBezTo>
                    <a:pt x="59702" y="414533"/>
                    <a:pt x="59701" y="418686"/>
                    <a:pt x="59704" y="422839"/>
                  </a:cubicBezTo>
                  <a:cubicBezTo>
                    <a:pt x="59705" y="424348"/>
                    <a:pt x="59706" y="425856"/>
                    <a:pt x="59707" y="427365"/>
                  </a:cubicBezTo>
                  <a:cubicBezTo>
                    <a:pt x="59705" y="429453"/>
                    <a:pt x="59702" y="431542"/>
                    <a:pt x="59705" y="433630"/>
                  </a:cubicBezTo>
                  <a:cubicBezTo>
                    <a:pt x="59706" y="434580"/>
                    <a:pt x="59706" y="434580"/>
                    <a:pt x="59708" y="435511"/>
                  </a:cubicBezTo>
                  <a:cubicBezTo>
                    <a:pt x="59698" y="438934"/>
                    <a:pt x="59868" y="442001"/>
                    <a:pt x="60546" y="445389"/>
                  </a:cubicBezTo>
                  <a:cubicBezTo>
                    <a:pt x="76738" y="445136"/>
                    <a:pt x="92455" y="444891"/>
                    <a:pt x="108171" y="444645"/>
                  </a:cubicBezTo>
                  <a:cubicBezTo>
                    <a:pt x="107665" y="443380"/>
                    <a:pt x="107174" y="442152"/>
                    <a:pt x="106682" y="440924"/>
                  </a:cubicBezTo>
                  <a:cubicBezTo>
                    <a:pt x="105923" y="440671"/>
                    <a:pt x="105187" y="440426"/>
                    <a:pt x="104450" y="440180"/>
                  </a:cubicBezTo>
                  <a:cubicBezTo>
                    <a:pt x="104276" y="439279"/>
                    <a:pt x="104107" y="438404"/>
                    <a:pt x="103938" y="437529"/>
                  </a:cubicBezTo>
                  <a:cubicBezTo>
                    <a:pt x="103859" y="436659"/>
                    <a:pt x="103783" y="435815"/>
                    <a:pt x="103706" y="434971"/>
                  </a:cubicBezTo>
                  <a:cubicBezTo>
                    <a:pt x="102947" y="434971"/>
                    <a:pt x="102210" y="434971"/>
                    <a:pt x="101474" y="434971"/>
                  </a:cubicBezTo>
                  <a:cubicBezTo>
                    <a:pt x="101474" y="433453"/>
                    <a:pt x="101474" y="431980"/>
                    <a:pt x="101474" y="430506"/>
                  </a:cubicBezTo>
                  <a:cubicBezTo>
                    <a:pt x="100714" y="430506"/>
                    <a:pt x="99978" y="430506"/>
                    <a:pt x="99241" y="430506"/>
                  </a:cubicBezTo>
                  <a:cubicBezTo>
                    <a:pt x="99099" y="429890"/>
                    <a:pt x="98961" y="429291"/>
                    <a:pt x="98823" y="428692"/>
                  </a:cubicBezTo>
                  <a:cubicBezTo>
                    <a:pt x="98658" y="427730"/>
                    <a:pt x="98658" y="427730"/>
                    <a:pt x="98497" y="426786"/>
                  </a:cubicBezTo>
                  <a:cubicBezTo>
                    <a:pt x="97991" y="426533"/>
                    <a:pt x="97500" y="426287"/>
                    <a:pt x="97009" y="426041"/>
                  </a:cubicBezTo>
                  <a:cubicBezTo>
                    <a:pt x="96540" y="424791"/>
                    <a:pt x="96043" y="423550"/>
                    <a:pt x="95520" y="422321"/>
                  </a:cubicBezTo>
                  <a:cubicBezTo>
                    <a:pt x="94761" y="422068"/>
                    <a:pt x="94025" y="421822"/>
                    <a:pt x="93288" y="421577"/>
                  </a:cubicBezTo>
                  <a:cubicBezTo>
                    <a:pt x="93046" y="420335"/>
                    <a:pt x="92798" y="419095"/>
                    <a:pt x="92544" y="417856"/>
                  </a:cubicBezTo>
                  <a:cubicBezTo>
                    <a:pt x="91785" y="417856"/>
                    <a:pt x="91048" y="417856"/>
                    <a:pt x="90311" y="417856"/>
                  </a:cubicBezTo>
                  <a:cubicBezTo>
                    <a:pt x="90451" y="416042"/>
                    <a:pt x="90451" y="416042"/>
                    <a:pt x="90311" y="414135"/>
                  </a:cubicBezTo>
                  <a:cubicBezTo>
                    <a:pt x="89552" y="413882"/>
                    <a:pt x="88816" y="413637"/>
                    <a:pt x="88079" y="413391"/>
                  </a:cubicBezTo>
                  <a:cubicBezTo>
                    <a:pt x="88079" y="411159"/>
                    <a:pt x="88079" y="411159"/>
                    <a:pt x="87009" y="410042"/>
                  </a:cubicBezTo>
                  <a:cubicBezTo>
                    <a:pt x="86422" y="409479"/>
                    <a:pt x="86422" y="409479"/>
                    <a:pt x="85847" y="408926"/>
                  </a:cubicBezTo>
                  <a:cubicBezTo>
                    <a:pt x="85471" y="407799"/>
                    <a:pt x="85471" y="407799"/>
                    <a:pt x="85102" y="406694"/>
                  </a:cubicBezTo>
                  <a:cubicBezTo>
                    <a:pt x="84343" y="406694"/>
                    <a:pt x="83607" y="406694"/>
                    <a:pt x="82870" y="406694"/>
                  </a:cubicBezTo>
                  <a:cubicBezTo>
                    <a:pt x="82870" y="405935"/>
                    <a:pt x="82870" y="405198"/>
                    <a:pt x="82870" y="404461"/>
                  </a:cubicBezTo>
                  <a:cubicBezTo>
                    <a:pt x="82364" y="404208"/>
                    <a:pt x="81873" y="403963"/>
                    <a:pt x="81382" y="403717"/>
                  </a:cubicBezTo>
                  <a:cubicBezTo>
                    <a:pt x="80876" y="403464"/>
                    <a:pt x="80385" y="403219"/>
                    <a:pt x="79893" y="402973"/>
                  </a:cubicBezTo>
                  <a:cubicBezTo>
                    <a:pt x="79893" y="402214"/>
                    <a:pt x="79893" y="401477"/>
                    <a:pt x="79893" y="400741"/>
                  </a:cubicBezTo>
                  <a:cubicBezTo>
                    <a:pt x="78889" y="400270"/>
                    <a:pt x="77897" y="399773"/>
                    <a:pt x="76917" y="399252"/>
                  </a:cubicBezTo>
                  <a:cubicBezTo>
                    <a:pt x="76917" y="398240"/>
                    <a:pt x="76917" y="397258"/>
                    <a:pt x="76917" y="396276"/>
                  </a:cubicBezTo>
                  <a:cubicBezTo>
                    <a:pt x="75407" y="396084"/>
                    <a:pt x="75407" y="396084"/>
                    <a:pt x="73940" y="395532"/>
                  </a:cubicBezTo>
                  <a:cubicBezTo>
                    <a:pt x="73692" y="392896"/>
                    <a:pt x="73692" y="392896"/>
                    <a:pt x="73940" y="390323"/>
                  </a:cubicBezTo>
                  <a:cubicBezTo>
                    <a:pt x="74654" y="390336"/>
                    <a:pt x="74654" y="390336"/>
                    <a:pt x="75353" y="390349"/>
                  </a:cubicBezTo>
                  <a:cubicBezTo>
                    <a:pt x="75980" y="390356"/>
                    <a:pt x="76588" y="390363"/>
                    <a:pt x="77196" y="390369"/>
                  </a:cubicBezTo>
                  <a:cubicBezTo>
                    <a:pt x="79187" y="390398"/>
                    <a:pt x="80336" y="390474"/>
                    <a:pt x="82126" y="389579"/>
                  </a:cubicBezTo>
                  <a:cubicBezTo>
                    <a:pt x="82254" y="388031"/>
                    <a:pt x="82254" y="388031"/>
                    <a:pt x="82870" y="386602"/>
                  </a:cubicBezTo>
                  <a:cubicBezTo>
                    <a:pt x="83867" y="386495"/>
                    <a:pt x="83867" y="386495"/>
                    <a:pt x="84844" y="386390"/>
                  </a:cubicBezTo>
                  <a:cubicBezTo>
                    <a:pt x="87189" y="386549"/>
                    <a:pt x="89452" y="386730"/>
                    <a:pt x="91800" y="386602"/>
                  </a:cubicBezTo>
                  <a:cubicBezTo>
                    <a:pt x="92306" y="385843"/>
                    <a:pt x="92797" y="385106"/>
                    <a:pt x="93288" y="384370"/>
                  </a:cubicBezTo>
                  <a:cubicBezTo>
                    <a:pt x="95237" y="383857"/>
                    <a:pt x="95237" y="383857"/>
                    <a:pt x="97427" y="383625"/>
                  </a:cubicBezTo>
                  <a:cubicBezTo>
                    <a:pt x="99663" y="383346"/>
                    <a:pt x="99663" y="383346"/>
                    <a:pt x="101474" y="382881"/>
                  </a:cubicBezTo>
                  <a:cubicBezTo>
                    <a:pt x="101727" y="382122"/>
                    <a:pt x="101972" y="381386"/>
                    <a:pt x="102218" y="380649"/>
                  </a:cubicBezTo>
                  <a:cubicBezTo>
                    <a:pt x="102787" y="380564"/>
                    <a:pt x="103339" y="380481"/>
                    <a:pt x="103892" y="380399"/>
                  </a:cubicBezTo>
                  <a:cubicBezTo>
                    <a:pt x="105872" y="380371"/>
                    <a:pt x="107717" y="380298"/>
                    <a:pt x="109659" y="379905"/>
                  </a:cubicBezTo>
                  <a:cubicBezTo>
                    <a:pt x="109901" y="378663"/>
                    <a:pt x="110149" y="377423"/>
                    <a:pt x="110403" y="376184"/>
                  </a:cubicBezTo>
                  <a:cubicBezTo>
                    <a:pt x="112121" y="375974"/>
                    <a:pt x="112121" y="375974"/>
                    <a:pt x="114124" y="376091"/>
                  </a:cubicBezTo>
                  <a:cubicBezTo>
                    <a:pt x="116170" y="376271"/>
                    <a:pt x="116170" y="376271"/>
                    <a:pt x="117845" y="376184"/>
                  </a:cubicBezTo>
                  <a:cubicBezTo>
                    <a:pt x="118098" y="375425"/>
                    <a:pt x="118343" y="374688"/>
                    <a:pt x="118589" y="373952"/>
                  </a:cubicBezTo>
                  <a:cubicBezTo>
                    <a:pt x="119103" y="373794"/>
                    <a:pt x="119601" y="373640"/>
                    <a:pt x="120100" y="373487"/>
                  </a:cubicBezTo>
                  <a:cubicBezTo>
                    <a:pt x="121876" y="373217"/>
                    <a:pt x="123568" y="372992"/>
                    <a:pt x="125286" y="372463"/>
                  </a:cubicBezTo>
                  <a:cubicBezTo>
                    <a:pt x="125539" y="371704"/>
                    <a:pt x="125785" y="370968"/>
                    <a:pt x="126030" y="370231"/>
                  </a:cubicBezTo>
                  <a:cubicBezTo>
                    <a:pt x="126489" y="370128"/>
                    <a:pt x="126934" y="370028"/>
                    <a:pt x="127379" y="369929"/>
                  </a:cubicBezTo>
                  <a:cubicBezTo>
                    <a:pt x="128961" y="369861"/>
                    <a:pt x="130436" y="369834"/>
                    <a:pt x="131983" y="369487"/>
                  </a:cubicBezTo>
                  <a:cubicBezTo>
                    <a:pt x="132236" y="368728"/>
                    <a:pt x="132482" y="367991"/>
                    <a:pt x="132727" y="367254"/>
                  </a:cubicBezTo>
                  <a:cubicBezTo>
                    <a:pt x="134220" y="367032"/>
                    <a:pt x="135708" y="366783"/>
                    <a:pt x="137192" y="366510"/>
                  </a:cubicBezTo>
                  <a:cubicBezTo>
                    <a:pt x="137445" y="366004"/>
                    <a:pt x="137691" y="365513"/>
                    <a:pt x="137936" y="365022"/>
                  </a:cubicBezTo>
                  <a:cubicBezTo>
                    <a:pt x="138189" y="364516"/>
                    <a:pt x="138435" y="364025"/>
                    <a:pt x="138681" y="363534"/>
                  </a:cubicBezTo>
                  <a:cubicBezTo>
                    <a:pt x="140174" y="363320"/>
                    <a:pt x="141663" y="363073"/>
                    <a:pt x="143145" y="362790"/>
                  </a:cubicBezTo>
                  <a:cubicBezTo>
                    <a:pt x="143474" y="361827"/>
                    <a:pt x="143474" y="361827"/>
                    <a:pt x="143797" y="360883"/>
                  </a:cubicBezTo>
                  <a:cubicBezTo>
                    <a:pt x="143828" y="360266"/>
                    <a:pt x="143859" y="359667"/>
                    <a:pt x="143890" y="359069"/>
                  </a:cubicBezTo>
                  <a:cubicBezTo>
                    <a:pt x="144396" y="359322"/>
                    <a:pt x="144887" y="359567"/>
                    <a:pt x="145378" y="359813"/>
                  </a:cubicBezTo>
                  <a:cubicBezTo>
                    <a:pt x="146913" y="359673"/>
                    <a:pt x="146913" y="359673"/>
                    <a:pt x="148354" y="359069"/>
                  </a:cubicBezTo>
                  <a:cubicBezTo>
                    <a:pt x="148599" y="357533"/>
                    <a:pt x="148599" y="357533"/>
                    <a:pt x="149099" y="356092"/>
                  </a:cubicBezTo>
                  <a:cubicBezTo>
                    <a:pt x="150586" y="356123"/>
                    <a:pt x="152075" y="356123"/>
                    <a:pt x="153563" y="356092"/>
                  </a:cubicBezTo>
                  <a:cubicBezTo>
                    <a:pt x="153690" y="355460"/>
                    <a:pt x="153813" y="354846"/>
                    <a:pt x="153935" y="354232"/>
                  </a:cubicBezTo>
                  <a:cubicBezTo>
                    <a:pt x="154062" y="353599"/>
                    <a:pt x="154185" y="352985"/>
                    <a:pt x="154307" y="352372"/>
                  </a:cubicBezTo>
                  <a:cubicBezTo>
                    <a:pt x="155082" y="352292"/>
                    <a:pt x="155834" y="352216"/>
                    <a:pt x="156586" y="352139"/>
                  </a:cubicBezTo>
                  <a:cubicBezTo>
                    <a:pt x="157330" y="352218"/>
                    <a:pt x="158051" y="352295"/>
                    <a:pt x="158772" y="352372"/>
                  </a:cubicBezTo>
                  <a:cubicBezTo>
                    <a:pt x="158772" y="351360"/>
                    <a:pt x="158772" y="350377"/>
                    <a:pt x="158772" y="349395"/>
                  </a:cubicBezTo>
                  <a:cubicBezTo>
                    <a:pt x="159784" y="349395"/>
                    <a:pt x="160767" y="349395"/>
                    <a:pt x="161749" y="349395"/>
                  </a:cubicBezTo>
                  <a:cubicBezTo>
                    <a:pt x="162232" y="348396"/>
                    <a:pt x="162729" y="347405"/>
                    <a:pt x="163237" y="346418"/>
                  </a:cubicBezTo>
                  <a:cubicBezTo>
                    <a:pt x="164480" y="346182"/>
                    <a:pt x="165720" y="345935"/>
                    <a:pt x="166958" y="345674"/>
                  </a:cubicBezTo>
                  <a:cubicBezTo>
                    <a:pt x="166958" y="344662"/>
                    <a:pt x="166958" y="343680"/>
                    <a:pt x="166958" y="342698"/>
                  </a:cubicBezTo>
                  <a:cubicBezTo>
                    <a:pt x="169190" y="342698"/>
                    <a:pt x="169190" y="342698"/>
                    <a:pt x="170307" y="341637"/>
                  </a:cubicBezTo>
                  <a:cubicBezTo>
                    <a:pt x="171761" y="339807"/>
                    <a:pt x="173176" y="337972"/>
                    <a:pt x="174824" y="336311"/>
                  </a:cubicBezTo>
                  <a:cubicBezTo>
                    <a:pt x="175185" y="335953"/>
                    <a:pt x="175536" y="335605"/>
                    <a:pt x="175888" y="335256"/>
                  </a:cubicBezTo>
                  <a:cubicBezTo>
                    <a:pt x="176872" y="334010"/>
                    <a:pt x="177865" y="332770"/>
                    <a:pt x="178864" y="331536"/>
                  </a:cubicBezTo>
                  <a:cubicBezTo>
                    <a:pt x="180119" y="330310"/>
                    <a:pt x="181361" y="329072"/>
                    <a:pt x="182585" y="327815"/>
                  </a:cubicBezTo>
                  <a:cubicBezTo>
                    <a:pt x="182838" y="327056"/>
                    <a:pt x="183083" y="326319"/>
                    <a:pt x="183329" y="325582"/>
                  </a:cubicBezTo>
                  <a:cubicBezTo>
                    <a:pt x="185257" y="324618"/>
                    <a:pt x="185257" y="324618"/>
                    <a:pt x="187794" y="319629"/>
                  </a:cubicBezTo>
                  <a:cubicBezTo>
                    <a:pt x="188257" y="318376"/>
                    <a:pt x="188743" y="317131"/>
                    <a:pt x="189282" y="315909"/>
                  </a:cubicBezTo>
                  <a:cubicBezTo>
                    <a:pt x="190041" y="315656"/>
                    <a:pt x="190778" y="315410"/>
                    <a:pt x="191515" y="315165"/>
                  </a:cubicBezTo>
                  <a:cubicBezTo>
                    <a:pt x="191562" y="314516"/>
                    <a:pt x="191608" y="313887"/>
                    <a:pt x="191654" y="313258"/>
                  </a:cubicBezTo>
                  <a:cubicBezTo>
                    <a:pt x="191607" y="312641"/>
                    <a:pt x="191561" y="312042"/>
                    <a:pt x="191515" y="311444"/>
                  </a:cubicBezTo>
                  <a:cubicBezTo>
                    <a:pt x="192021" y="311444"/>
                    <a:pt x="192512" y="311444"/>
                    <a:pt x="193003" y="311444"/>
                  </a:cubicBezTo>
                  <a:cubicBezTo>
                    <a:pt x="193382" y="310748"/>
                    <a:pt x="193751" y="310073"/>
                    <a:pt x="194119" y="309397"/>
                  </a:cubicBezTo>
                  <a:cubicBezTo>
                    <a:pt x="194683" y="308176"/>
                    <a:pt x="194683" y="308176"/>
                    <a:pt x="195235" y="306979"/>
                  </a:cubicBezTo>
                  <a:cubicBezTo>
                    <a:pt x="195741" y="305967"/>
                    <a:pt x="196232" y="304985"/>
                    <a:pt x="196724" y="304002"/>
                  </a:cubicBezTo>
                  <a:cubicBezTo>
                    <a:pt x="155230" y="304002"/>
                    <a:pt x="114957" y="304002"/>
                    <a:pt x="74684" y="304002"/>
                  </a:cubicBezTo>
                  <a:cubicBezTo>
                    <a:pt x="74431" y="282244"/>
                    <a:pt x="74186" y="261125"/>
                    <a:pt x="73940" y="240006"/>
                  </a:cubicBezTo>
                  <a:cubicBezTo>
                    <a:pt x="118723" y="240006"/>
                    <a:pt x="162188" y="240006"/>
                    <a:pt x="205653" y="240006"/>
                  </a:cubicBezTo>
                  <a:cubicBezTo>
                    <a:pt x="205653" y="238318"/>
                    <a:pt x="205654" y="236629"/>
                    <a:pt x="205658" y="234940"/>
                  </a:cubicBezTo>
                  <a:cubicBezTo>
                    <a:pt x="205672" y="230131"/>
                    <a:pt x="205682" y="225322"/>
                    <a:pt x="205690" y="220513"/>
                  </a:cubicBezTo>
                  <a:cubicBezTo>
                    <a:pt x="205693" y="217779"/>
                    <a:pt x="205697" y="215045"/>
                    <a:pt x="205704" y="212311"/>
                  </a:cubicBezTo>
                  <a:cubicBezTo>
                    <a:pt x="205713" y="209621"/>
                    <a:pt x="205720" y="206931"/>
                    <a:pt x="205723" y="204241"/>
                  </a:cubicBezTo>
                  <a:cubicBezTo>
                    <a:pt x="205723" y="203218"/>
                    <a:pt x="205724" y="202195"/>
                    <a:pt x="205726" y="201172"/>
                  </a:cubicBezTo>
                  <a:cubicBezTo>
                    <a:pt x="205730" y="200177"/>
                    <a:pt x="205734" y="199183"/>
                    <a:pt x="205738" y="198188"/>
                  </a:cubicBezTo>
                  <a:cubicBezTo>
                    <a:pt x="205738" y="197247"/>
                    <a:pt x="205738" y="196333"/>
                    <a:pt x="205738" y="195419"/>
                  </a:cubicBezTo>
                  <a:cubicBezTo>
                    <a:pt x="205739" y="194591"/>
                    <a:pt x="205741" y="193787"/>
                    <a:pt x="205743" y="192983"/>
                  </a:cubicBezTo>
                  <a:cubicBezTo>
                    <a:pt x="205712" y="192272"/>
                    <a:pt x="205683" y="191583"/>
                    <a:pt x="205653" y="190893"/>
                  </a:cubicBezTo>
                  <a:cubicBezTo>
                    <a:pt x="205592" y="189146"/>
                    <a:pt x="205592" y="189146"/>
                    <a:pt x="204909" y="187917"/>
                  </a:cubicBezTo>
                  <a:cubicBezTo>
                    <a:pt x="204179" y="187788"/>
                    <a:pt x="203471" y="187663"/>
                    <a:pt x="202762" y="187539"/>
                  </a:cubicBezTo>
                  <a:cubicBezTo>
                    <a:pt x="201772" y="187536"/>
                    <a:pt x="200811" y="187534"/>
                    <a:pt x="199850" y="187531"/>
                  </a:cubicBezTo>
                  <a:cubicBezTo>
                    <a:pt x="198164" y="187515"/>
                    <a:pt x="196479" y="187503"/>
                    <a:pt x="194793" y="187511"/>
                  </a:cubicBezTo>
                  <a:cubicBezTo>
                    <a:pt x="193585" y="187518"/>
                    <a:pt x="192377" y="187520"/>
                    <a:pt x="191168" y="187518"/>
                  </a:cubicBezTo>
                  <a:cubicBezTo>
                    <a:pt x="188658" y="187510"/>
                    <a:pt x="186148" y="187507"/>
                    <a:pt x="183638" y="187518"/>
                  </a:cubicBezTo>
                  <a:cubicBezTo>
                    <a:pt x="180362" y="187536"/>
                    <a:pt x="177087" y="187545"/>
                    <a:pt x="173811" y="187528"/>
                  </a:cubicBezTo>
                  <a:cubicBezTo>
                    <a:pt x="171261" y="187515"/>
                    <a:pt x="168711" y="187508"/>
                    <a:pt x="166162" y="187513"/>
                  </a:cubicBezTo>
                  <a:cubicBezTo>
                    <a:pt x="164946" y="187516"/>
                    <a:pt x="163731" y="187519"/>
                    <a:pt x="162516" y="187521"/>
                  </a:cubicBezTo>
                  <a:cubicBezTo>
                    <a:pt x="160760" y="187511"/>
                    <a:pt x="159005" y="187502"/>
                    <a:pt x="157248" y="187516"/>
                  </a:cubicBezTo>
                  <a:cubicBezTo>
                    <a:pt x="156704" y="187521"/>
                    <a:pt x="156175" y="187526"/>
                    <a:pt x="155646" y="187531"/>
                  </a:cubicBezTo>
                  <a:cubicBezTo>
                    <a:pt x="152734" y="187539"/>
                    <a:pt x="152734" y="187539"/>
                    <a:pt x="150587" y="187917"/>
                  </a:cubicBezTo>
                  <a:cubicBezTo>
                    <a:pt x="150384" y="188431"/>
                    <a:pt x="150188" y="188930"/>
                    <a:pt x="149992" y="189429"/>
                  </a:cubicBezTo>
                  <a:cubicBezTo>
                    <a:pt x="149941" y="189927"/>
                    <a:pt x="149892" y="190410"/>
                    <a:pt x="149843" y="190893"/>
                  </a:cubicBezTo>
                  <a:cubicBezTo>
                    <a:pt x="149337" y="190893"/>
                    <a:pt x="148846" y="190893"/>
                    <a:pt x="148354" y="190893"/>
                  </a:cubicBezTo>
                  <a:cubicBezTo>
                    <a:pt x="148131" y="192138"/>
                    <a:pt x="147881" y="193378"/>
                    <a:pt x="147610" y="194614"/>
                  </a:cubicBezTo>
                  <a:cubicBezTo>
                    <a:pt x="146851" y="194867"/>
                    <a:pt x="146115" y="195112"/>
                    <a:pt x="145378" y="195358"/>
                  </a:cubicBezTo>
                  <a:cubicBezTo>
                    <a:pt x="145125" y="195927"/>
                    <a:pt x="144879" y="196480"/>
                    <a:pt x="144634" y="197032"/>
                  </a:cubicBezTo>
                  <a:cubicBezTo>
                    <a:pt x="143850" y="199189"/>
                    <a:pt x="142919" y="200883"/>
                    <a:pt x="141657" y="202799"/>
                  </a:cubicBezTo>
                  <a:cubicBezTo>
                    <a:pt x="139865" y="204950"/>
                    <a:pt x="138122" y="206954"/>
                    <a:pt x="136681" y="209357"/>
                  </a:cubicBezTo>
                  <a:cubicBezTo>
                    <a:pt x="136349" y="209911"/>
                    <a:pt x="136026" y="210448"/>
                    <a:pt x="135704" y="210985"/>
                  </a:cubicBezTo>
                  <a:cubicBezTo>
                    <a:pt x="134216" y="211729"/>
                    <a:pt x="134216" y="211729"/>
                    <a:pt x="133472" y="213217"/>
                  </a:cubicBezTo>
                  <a:cubicBezTo>
                    <a:pt x="133219" y="213723"/>
                    <a:pt x="132973" y="214214"/>
                    <a:pt x="132727" y="214706"/>
                  </a:cubicBezTo>
                  <a:cubicBezTo>
                    <a:pt x="132221" y="214959"/>
                    <a:pt x="131730" y="215204"/>
                    <a:pt x="131239" y="215450"/>
                  </a:cubicBezTo>
                  <a:cubicBezTo>
                    <a:pt x="130998" y="216444"/>
                    <a:pt x="130751" y="217436"/>
                    <a:pt x="130495" y="218426"/>
                  </a:cubicBezTo>
                  <a:cubicBezTo>
                    <a:pt x="129989" y="218426"/>
                    <a:pt x="129498" y="218426"/>
                    <a:pt x="129007" y="218426"/>
                  </a:cubicBezTo>
                  <a:cubicBezTo>
                    <a:pt x="128754" y="219059"/>
                    <a:pt x="128508" y="219673"/>
                    <a:pt x="128263" y="220287"/>
                  </a:cubicBezTo>
                  <a:cubicBezTo>
                    <a:pt x="128010" y="220919"/>
                    <a:pt x="127764" y="221533"/>
                    <a:pt x="127518" y="222147"/>
                  </a:cubicBezTo>
                  <a:cubicBezTo>
                    <a:pt x="127012" y="222147"/>
                    <a:pt x="126521" y="222147"/>
                    <a:pt x="126030" y="222147"/>
                  </a:cubicBezTo>
                  <a:cubicBezTo>
                    <a:pt x="126084" y="224048"/>
                    <a:pt x="126084" y="224048"/>
                    <a:pt x="125286" y="225868"/>
                  </a:cubicBezTo>
                  <a:cubicBezTo>
                    <a:pt x="123033" y="226230"/>
                    <a:pt x="120854" y="226074"/>
                    <a:pt x="118589" y="225868"/>
                  </a:cubicBezTo>
                  <a:cubicBezTo>
                    <a:pt x="118589" y="225109"/>
                    <a:pt x="118589" y="224372"/>
                    <a:pt x="118589" y="223635"/>
                  </a:cubicBezTo>
                  <a:cubicBezTo>
                    <a:pt x="117861" y="223072"/>
                    <a:pt x="117861" y="223072"/>
                    <a:pt x="117147" y="222519"/>
                  </a:cubicBezTo>
                  <a:cubicBezTo>
                    <a:pt x="116372" y="221955"/>
                    <a:pt x="116372" y="221955"/>
                    <a:pt x="115612" y="221403"/>
                  </a:cubicBezTo>
                  <a:cubicBezTo>
                    <a:pt x="115359" y="220644"/>
                    <a:pt x="115114" y="219907"/>
                    <a:pt x="114868" y="219170"/>
                  </a:cubicBezTo>
                  <a:cubicBezTo>
                    <a:pt x="113628" y="219201"/>
                    <a:pt x="112387" y="219201"/>
                    <a:pt x="111147" y="219170"/>
                  </a:cubicBezTo>
                  <a:cubicBezTo>
                    <a:pt x="111005" y="218680"/>
                    <a:pt x="110867" y="218204"/>
                    <a:pt x="110729" y="217729"/>
                  </a:cubicBezTo>
                  <a:cubicBezTo>
                    <a:pt x="110564" y="216954"/>
                    <a:pt x="110564" y="216954"/>
                    <a:pt x="110403" y="216194"/>
                  </a:cubicBezTo>
                  <a:cubicBezTo>
                    <a:pt x="109897" y="216067"/>
                    <a:pt x="109406" y="215945"/>
                    <a:pt x="108915" y="215822"/>
                  </a:cubicBezTo>
                  <a:cubicBezTo>
                    <a:pt x="108409" y="215695"/>
                    <a:pt x="107918" y="215572"/>
                    <a:pt x="107427" y="215450"/>
                  </a:cubicBezTo>
                  <a:cubicBezTo>
                    <a:pt x="107208" y="214451"/>
                    <a:pt x="106959" y="213458"/>
                    <a:pt x="106682" y="212473"/>
                  </a:cubicBezTo>
                  <a:cubicBezTo>
                    <a:pt x="106050" y="212331"/>
                    <a:pt x="105436" y="212193"/>
                    <a:pt x="104822" y="212055"/>
                  </a:cubicBezTo>
                  <a:cubicBezTo>
                    <a:pt x="104190" y="211944"/>
                    <a:pt x="103576" y="211836"/>
                    <a:pt x="102962" y="211729"/>
                  </a:cubicBezTo>
                  <a:cubicBezTo>
                    <a:pt x="102709" y="210970"/>
                    <a:pt x="102463" y="210233"/>
                    <a:pt x="102218" y="209497"/>
                  </a:cubicBezTo>
                  <a:cubicBezTo>
                    <a:pt x="100972" y="209279"/>
                    <a:pt x="99731" y="209030"/>
                    <a:pt x="98497" y="208752"/>
                  </a:cubicBezTo>
                  <a:cubicBezTo>
                    <a:pt x="98278" y="207753"/>
                    <a:pt x="98030" y="206760"/>
                    <a:pt x="97753" y="205776"/>
                  </a:cubicBezTo>
                  <a:cubicBezTo>
                    <a:pt x="96994" y="205649"/>
                    <a:pt x="96257" y="205527"/>
                    <a:pt x="95520" y="205404"/>
                  </a:cubicBezTo>
                  <a:cubicBezTo>
                    <a:pt x="94761" y="205277"/>
                    <a:pt x="94025" y="205155"/>
                    <a:pt x="93288" y="205032"/>
                  </a:cubicBezTo>
                  <a:cubicBezTo>
                    <a:pt x="93146" y="204510"/>
                    <a:pt x="93008" y="204003"/>
                    <a:pt x="92869" y="203497"/>
                  </a:cubicBezTo>
                  <a:cubicBezTo>
                    <a:pt x="92759" y="203007"/>
                    <a:pt x="92651" y="202531"/>
                    <a:pt x="92544" y="202055"/>
                  </a:cubicBezTo>
                  <a:cubicBezTo>
                    <a:pt x="91895" y="201992"/>
                    <a:pt x="91266" y="201931"/>
                    <a:pt x="90637" y="201869"/>
                  </a:cubicBezTo>
                  <a:cubicBezTo>
                    <a:pt x="90020" y="201932"/>
                    <a:pt x="89422" y="201994"/>
                    <a:pt x="88823" y="202055"/>
                  </a:cubicBezTo>
                  <a:cubicBezTo>
                    <a:pt x="88823" y="199823"/>
                    <a:pt x="88823" y="199823"/>
                    <a:pt x="87335" y="198334"/>
                  </a:cubicBezTo>
                  <a:cubicBezTo>
                    <a:pt x="85443" y="198459"/>
                    <a:pt x="85443" y="198459"/>
                    <a:pt x="83614" y="198334"/>
                  </a:cubicBezTo>
                  <a:cubicBezTo>
                    <a:pt x="83366" y="197342"/>
                    <a:pt x="83118" y="196350"/>
                    <a:pt x="82870" y="195358"/>
                  </a:cubicBezTo>
                  <a:cubicBezTo>
                    <a:pt x="82222" y="195295"/>
                    <a:pt x="81592" y="195233"/>
                    <a:pt x="80963" y="195172"/>
                  </a:cubicBezTo>
                  <a:cubicBezTo>
                    <a:pt x="80346" y="195235"/>
                    <a:pt x="79748" y="195297"/>
                    <a:pt x="79149" y="195358"/>
                  </a:cubicBezTo>
                  <a:cubicBezTo>
                    <a:pt x="79149" y="194346"/>
                    <a:pt x="79149" y="193364"/>
                    <a:pt x="79149" y="192381"/>
                  </a:cubicBezTo>
                  <a:cubicBezTo>
                    <a:pt x="78643" y="192128"/>
                    <a:pt x="78152" y="191883"/>
                    <a:pt x="77661" y="191637"/>
                  </a:cubicBezTo>
                  <a:cubicBezTo>
                    <a:pt x="76143" y="191637"/>
                    <a:pt x="74670" y="191637"/>
                    <a:pt x="73196" y="191637"/>
                  </a:cubicBezTo>
                  <a:cubicBezTo>
                    <a:pt x="73449" y="188348"/>
                    <a:pt x="73695" y="185156"/>
                    <a:pt x="73940" y="181963"/>
                  </a:cubicBezTo>
                  <a:cubicBezTo>
                    <a:pt x="74952" y="181963"/>
                    <a:pt x="75935" y="181963"/>
                    <a:pt x="76917" y="181963"/>
                  </a:cubicBezTo>
                  <a:cubicBezTo>
                    <a:pt x="77316" y="181235"/>
                    <a:pt x="77316" y="181235"/>
                    <a:pt x="77708" y="180522"/>
                  </a:cubicBezTo>
                  <a:cubicBezTo>
                    <a:pt x="77945" y="180000"/>
                    <a:pt x="78175" y="179493"/>
                    <a:pt x="78405" y="178987"/>
                  </a:cubicBezTo>
                  <a:cubicBezTo>
                    <a:pt x="79164" y="178734"/>
                    <a:pt x="79901" y="178488"/>
                    <a:pt x="80638" y="178243"/>
                  </a:cubicBezTo>
                  <a:cubicBezTo>
                    <a:pt x="80906" y="177594"/>
                    <a:pt x="81167" y="176965"/>
                    <a:pt x="81428" y="176336"/>
                  </a:cubicBezTo>
                  <a:cubicBezTo>
                    <a:pt x="81781" y="175420"/>
                    <a:pt x="81781" y="175420"/>
                    <a:pt x="82126" y="174522"/>
                  </a:cubicBezTo>
                  <a:cubicBezTo>
                    <a:pt x="82632" y="174522"/>
                    <a:pt x="83123" y="174522"/>
                    <a:pt x="83614" y="174522"/>
                  </a:cubicBezTo>
                  <a:cubicBezTo>
                    <a:pt x="83866" y="173019"/>
                    <a:pt x="83866" y="173019"/>
                    <a:pt x="84358" y="171545"/>
                  </a:cubicBezTo>
                  <a:cubicBezTo>
                    <a:pt x="85370" y="171545"/>
                    <a:pt x="86353" y="171545"/>
                    <a:pt x="87335" y="171545"/>
                  </a:cubicBezTo>
                  <a:cubicBezTo>
                    <a:pt x="87588" y="171039"/>
                    <a:pt x="87833" y="170548"/>
                    <a:pt x="88079" y="170057"/>
                  </a:cubicBezTo>
                  <a:cubicBezTo>
                    <a:pt x="89242" y="169034"/>
                    <a:pt x="89242" y="169034"/>
                    <a:pt x="90311" y="167825"/>
                  </a:cubicBezTo>
                  <a:cubicBezTo>
                    <a:pt x="90311" y="166813"/>
                    <a:pt x="90311" y="165830"/>
                    <a:pt x="90311" y="164848"/>
                  </a:cubicBezTo>
                  <a:cubicBezTo>
                    <a:pt x="91070" y="164848"/>
                    <a:pt x="91807" y="164848"/>
                    <a:pt x="92544" y="164848"/>
                  </a:cubicBezTo>
                  <a:cubicBezTo>
                    <a:pt x="92670" y="164216"/>
                    <a:pt x="92793" y="163602"/>
                    <a:pt x="92916" y="162988"/>
                  </a:cubicBezTo>
                  <a:cubicBezTo>
                    <a:pt x="93042" y="162355"/>
                    <a:pt x="93165" y="161741"/>
                    <a:pt x="93288" y="161127"/>
                  </a:cubicBezTo>
                  <a:cubicBezTo>
                    <a:pt x="94047" y="161127"/>
                    <a:pt x="94784" y="161127"/>
                    <a:pt x="95520" y="161127"/>
                  </a:cubicBezTo>
                  <a:cubicBezTo>
                    <a:pt x="95663" y="160511"/>
                    <a:pt x="95801" y="159912"/>
                    <a:pt x="95939" y="159314"/>
                  </a:cubicBezTo>
                  <a:cubicBezTo>
                    <a:pt x="96050" y="158665"/>
                    <a:pt x="96157" y="158036"/>
                    <a:pt x="96265" y="157407"/>
                  </a:cubicBezTo>
                  <a:cubicBezTo>
                    <a:pt x="97016" y="157031"/>
                    <a:pt x="97016" y="157031"/>
                    <a:pt x="97753" y="156663"/>
                  </a:cubicBezTo>
                  <a:cubicBezTo>
                    <a:pt x="97994" y="155669"/>
                    <a:pt x="98241" y="154676"/>
                    <a:pt x="98497" y="153686"/>
                  </a:cubicBezTo>
                  <a:cubicBezTo>
                    <a:pt x="99003" y="153686"/>
                    <a:pt x="99494" y="153686"/>
                    <a:pt x="99985" y="153686"/>
                  </a:cubicBezTo>
                  <a:cubicBezTo>
                    <a:pt x="100349" y="152974"/>
                    <a:pt x="100702" y="152284"/>
                    <a:pt x="101055" y="151593"/>
                  </a:cubicBezTo>
                  <a:cubicBezTo>
                    <a:pt x="102078" y="149507"/>
                    <a:pt x="102754" y="148473"/>
                    <a:pt x="104450" y="146989"/>
                  </a:cubicBezTo>
                  <a:cubicBezTo>
                    <a:pt x="105659" y="145966"/>
                    <a:pt x="105659" y="145966"/>
                    <a:pt x="106682" y="144756"/>
                  </a:cubicBezTo>
                  <a:cubicBezTo>
                    <a:pt x="106919" y="143514"/>
                    <a:pt x="107166" y="142273"/>
                    <a:pt x="107427" y="141036"/>
                  </a:cubicBezTo>
                  <a:cubicBezTo>
                    <a:pt x="108554" y="140660"/>
                    <a:pt x="108554" y="140660"/>
                    <a:pt x="109659" y="140292"/>
                  </a:cubicBezTo>
                  <a:cubicBezTo>
                    <a:pt x="109659" y="139659"/>
                    <a:pt x="109659" y="139045"/>
                    <a:pt x="109659" y="138431"/>
                  </a:cubicBezTo>
                  <a:cubicBezTo>
                    <a:pt x="109659" y="137799"/>
                    <a:pt x="109659" y="137185"/>
                    <a:pt x="109659" y="136571"/>
                  </a:cubicBezTo>
                  <a:cubicBezTo>
                    <a:pt x="110786" y="136195"/>
                    <a:pt x="110786" y="136195"/>
                    <a:pt x="111891" y="135827"/>
                  </a:cubicBezTo>
                  <a:cubicBezTo>
                    <a:pt x="112018" y="135068"/>
                    <a:pt x="112141" y="134331"/>
                    <a:pt x="112264" y="133594"/>
                  </a:cubicBezTo>
                  <a:cubicBezTo>
                    <a:pt x="112390" y="132835"/>
                    <a:pt x="112513" y="132099"/>
                    <a:pt x="112636" y="131362"/>
                  </a:cubicBezTo>
                  <a:cubicBezTo>
                    <a:pt x="113763" y="130986"/>
                    <a:pt x="113763" y="130986"/>
                    <a:pt x="114868" y="130618"/>
                  </a:cubicBezTo>
                  <a:cubicBezTo>
                    <a:pt x="114939" y="129655"/>
                    <a:pt x="114939" y="129655"/>
                    <a:pt x="115008" y="128711"/>
                  </a:cubicBezTo>
                  <a:cubicBezTo>
                    <a:pt x="114960" y="128094"/>
                    <a:pt x="114914" y="127496"/>
                    <a:pt x="114868" y="126897"/>
                  </a:cubicBezTo>
                  <a:cubicBezTo>
                    <a:pt x="115627" y="126897"/>
                    <a:pt x="116364" y="126897"/>
                    <a:pt x="117100" y="126897"/>
                  </a:cubicBezTo>
                  <a:cubicBezTo>
                    <a:pt x="117476" y="125629"/>
                    <a:pt x="117476" y="125629"/>
                    <a:pt x="117845" y="124386"/>
                  </a:cubicBezTo>
                  <a:cubicBezTo>
                    <a:pt x="118098" y="123468"/>
                    <a:pt x="118343" y="122578"/>
                    <a:pt x="118589" y="121688"/>
                  </a:cubicBezTo>
                  <a:cubicBezTo>
                    <a:pt x="119348" y="121182"/>
                    <a:pt x="120084" y="120691"/>
                    <a:pt x="120821" y="120200"/>
                  </a:cubicBezTo>
                  <a:cubicBezTo>
                    <a:pt x="120742" y="119409"/>
                    <a:pt x="120665" y="118642"/>
                    <a:pt x="120589" y="117874"/>
                  </a:cubicBezTo>
                  <a:cubicBezTo>
                    <a:pt x="120415" y="117147"/>
                    <a:pt x="120246" y="116441"/>
                    <a:pt x="120077" y="115735"/>
                  </a:cubicBezTo>
                  <a:cubicBezTo>
                    <a:pt x="121565" y="115642"/>
                    <a:pt x="121565" y="115642"/>
                    <a:pt x="123054" y="114991"/>
                  </a:cubicBezTo>
                  <a:cubicBezTo>
                    <a:pt x="123117" y="114216"/>
                    <a:pt x="123178" y="113464"/>
                    <a:pt x="123240" y="112712"/>
                  </a:cubicBezTo>
                  <a:cubicBezTo>
                    <a:pt x="123176" y="111969"/>
                    <a:pt x="123115" y="111247"/>
                    <a:pt x="123054" y="110526"/>
                  </a:cubicBezTo>
                  <a:cubicBezTo>
                    <a:pt x="123813" y="110526"/>
                    <a:pt x="124549" y="110526"/>
                    <a:pt x="125286" y="110526"/>
                  </a:cubicBezTo>
                  <a:cubicBezTo>
                    <a:pt x="125662" y="109774"/>
                    <a:pt x="125662" y="109774"/>
                    <a:pt x="126030" y="109038"/>
                  </a:cubicBezTo>
                  <a:cubicBezTo>
                    <a:pt x="125906" y="106402"/>
                    <a:pt x="125906" y="106402"/>
                    <a:pt x="126030" y="103829"/>
                  </a:cubicBezTo>
                  <a:cubicBezTo>
                    <a:pt x="127158" y="103453"/>
                    <a:pt x="127158" y="103453"/>
                    <a:pt x="128263" y="103084"/>
                  </a:cubicBezTo>
                  <a:cubicBezTo>
                    <a:pt x="128389" y="102199"/>
                    <a:pt x="128512" y="101339"/>
                    <a:pt x="128635" y="100480"/>
                  </a:cubicBezTo>
                  <a:cubicBezTo>
                    <a:pt x="128761" y="99594"/>
                    <a:pt x="128884" y="98735"/>
                    <a:pt x="129007" y="97875"/>
                  </a:cubicBezTo>
                  <a:cubicBezTo>
                    <a:pt x="130134" y="97500"/>
                    <a:pt x="130134" y="97500"/>
                    <a:pt x="131239" y="97131"/>
                  </a:cubicBezTo>
                  <a:cubicBezTo>
                    <a:pt x="131353" y="95457"/>
                    <a:pt x="131353" y="95457"/>
                    <a:pt x="131193" y="93411"/>
                  </a:cubicBezTo>
                  <a:cubicBezTo>
                    <a:pt x="130961" y="91423"/>
                    <a:pt x="130961" y="91423"/>
                    <a:pt x="131239" y="89690"/>
                  </a:cubicBezTo>
                  <a:cubicBezTo>
                    <a:pt x="131742" y="89557"/>
                    <a:pt x="132230" y="89427"/>
                    <a:pt x="132719" y="89298"/>
                  </a:cubicBezTo>
                  <a:cubicBezTo>
                    <a:pt x="133228" y="89178"/>
                    <a:pt x="133722" y="89062"/>
                    <a:pt x="134216" y="88946"/>
                  </a:cubicBezTo>
                  <a:cubicBezTo>
                    <a:pt x="134362" y="88169"/>
                    <a:pt x="134362" y="88169"/>
                    <a:pt x="134506" y="87408"/>
                  </a:cubicBezTo>
                  <a:cubicBezTo>
                    <a:pt x="134471" y="86777"/>
                    <a:pt x="134436" y="86164"/>
                    <a:pt x="134402" y="85551"/>
                  </a:cubicBezTo>
                  <a:cubicBezTo>
                    <a:pt x="134374" y="84917"/>
                    <a:pt x="134347" y="84302"/>
                    <a:pt x="134320" y="83687"/>
                  </a:cubicBezTo>
                  <a:cubicBezTo>
                    <a:pt x="134285" y="83198"/>
                    <a:pt x="134250" y="82723"/>
                    <a:pt x="134216" y="82249"/>
                  </a:cubicBezTo>
                  <a:cubicBezTo>
                    <a:pt x="134975" y="82249"/>
                    <a:pt x="135711" y="82249"/>
                    <a:pt x="136448" y="82249"/>
                  </a:cubicBezTo>
                  <a:cubicBezTo>
                    <a:pt x="136701" y="79971"/>
                    <a:pt x="136947" y="77761"/>
                    <a:pt x="137192" y="75551"/>
                  </a:cubicBezTo>
                  <a:cubicBezTo>
                    <a:pt x="111638" y="75551"/>
                    <a:pt x="86836" y="75551"/>
                    <a:pt x="62034" y="75551"/>
                  </a:cubicBezTo>
                  <a:cubicBezTo>
                    <a:pt x="62034" y="75045"/>
                    <a:pt x="62034" y="74554"/>
                    <a:pt x="62034" y="74063"/>
                  </a:cubicBezTo>
                  <a:cubicBezTo>
                    <a:pt x="61528" y="74063"/>
                    <a:pt x="61037" y="74063"/>
                    <a:pt x="60546" y="74063"/>
                  </a:cubicBezTo>
                  <a:close/>
                  <a:moveTo>
                    <a:pt x="404150" y="0"/>
                  </a:moveTo>
                  <a:cubicBezTo>
                    <a:pt x="405931" y="16"/>
                    <a:pt x="405931" y="16"/>
                    <a:pt x="408730" y="294"/>
                  </a:cubicBezTo>
                  <a:cubicBezTo>
                    <a:pt x="410712" y="3267"/>
                    <a:pt x="410421" y="5862"/>
                    <a:pt x="410399" y="9314"/>
                  </a:cubicBezTo>
                  <a:cubicBezTo>
                    <a:pt x="410400" y="10008"/>
                    <a:pt x="410402" y="10703"/>
                    <a:pt x="410403" y="11419"/>
                  </a:cubicBezTo>
                  <a:cubicBezTo>
                    <a:pt x="410406" y="13719"/>
                    <a:pt x="410398" y="16019"/>
                    <a:pt x="410389" y="18319"/>
                  </a:cubicBezTo>
                  <a:cubicBezTo>
                    <a:pt x="410389" y="19914"/>
                    <a:pt x="410388" y="21509"/>
                    <a:pt x="410388" y="23103"/>
                  </a:cubicBezTo>
                  <a:cubicBezTo>
                    <a:pt x="410387" y="26447"/>
                    <a:pt x="410381" y="29791"/>
                    <a:pt x="410371" y="33134"/>
                  </a:cubicBezTo>
                  <a:cubicBezTo>
                    <a:pt x="410358" y="37428"/>
                    <a:pt x="410356" y="41721"/>
                    <a:pt x="410356" y="46014"/>
                  </a:cubicBezTo>
                  <a:cubicBezTo>
                    <a:pt x="410356" y="49308"/>
                    <a:pt x="410352" y="52601"/>
                    <a:pt x="410347" y="55894"/>
                  </a:cubicBezTo>
                  <a:cubicBezTo>
                    <a:pt x="410344" y="57478"/>
                    <a:pt x="410343" y="59061"/>
                    <a:pt x="410342" y="60645"/>
                  </a:cubicBezTo>
                  <a:cubicBezTo>
                    <a:pt x="410341" y="62854"/>
                    <a:pt x="410334" y="65063"/>
                    <a:pt x="410326" y="67272"/>
                  </a:cubicBezTo>
                  <a:cubicBezTo>
                    <a:pt x="410326" y="67932"/>
                    <a:pt x="410327" y="68591"/>
                    <a:pt x="410327" y="69270"/>
                  </a:cubicBezTo>
                  <a:cubicBezTo>
                    <a:pt x="410303" y="73793"/>
                    <a:pt x="410303" y="73793"/>
                    <a:pt x="409474" y="75452"/>
                  </a:cubicBezTo>
                  <a:cubicBezTo>
                    <a:pt x="407773" y="75642"/>
                    <a:pt x="407773" y="75642"/>
                    <a:pt x="405466" y="75647"/>
                  </a:cubicBezTo>
                  <a:cubicBezTo>
                    <a:pt x="404591" y="75652"/>
                    <a:pt x="403716" y="75658"/>
                    <a:pt x="402814" y="75664"/>
                  </a:cubicBezTo>
                  <a:cubicBezTo>
                    <a:pt x="401354" y="75661"/>
                    <a:pt x="401354" y="75661"/>
                    <a:pt x="399864" y="75659"/>
                  </a:cubicBezTo>
                  <a:cubicBezTo>
                    <a:pt x="398829" y="75663"/>
                    <a:pt x="397794" y="75667"/>
                    <a:pt x="396759" y="75672"/>
                  </a:cubicBezTo>
                  <a:cubicBezTo>
                    <a:pt x="393901" y="75684"/>
                    <a:pt x="391044" y="75687"/>
                    <a:pt x="388186" y="75688"/>
                  </a:cubicBezTo>
                  <a:cubicBezTo>
                    <a:pt x="385110" y="75690"/>
                    <a:pt x="382033" y="75702"/>
                    <a:pt x="378957" y="75712"/>
                  </a:cubicBezTo>
                  <a:cubicBezTo>
                    <a:pt x="373622" y="75728"/>
                    <a:pt x="368287" y="75740"/>
                    <a:pt x="362953" y="75747"/>
                  </a:cubicBezTo>
                  <a:cubicBezTo>
                    <a:pt x="355239" y="75758"/>
                    <a:pt x="347526" y="75777"/>
                    <a:pt x="339813" y="75798"/>
                  </a:cubicBezTo>
                  <a:cubicBezTo>
                    <a:pt x="327300" y="75832"/>
                    <a:pt x="314788" y="75859"/>
                    <a:pt x="302275" y="75882"/>
                  </a:cubicBezTo>
                  <a:cubicBezTo>
                    <a:pt x="290117" y="75905"/>
                    <a:pt x="277959" y="75930"/>
                    <a:pt x="265800" y="75960"/>
                  </a:cubicBezTo>
                  <a:cubicBezTo>
                    <a:pt x="265051" y="75962"/>
                    <a:pt x="264303" y="75964"/>
                    <a:pt x="263531" y="75965"/>
                  </a:cubicBezTo>
                  <a:cubicBezTo>
                    <a:pt x="259774" y="75975"/>
                    <a:pt x="256018" y="75984"/>
                    <a:pt x="252261" y="75993"/>
                  </a:cubicBezTo>
                  <a:cubicBezTo>
                    <a:pt x="221073" y="76070"/>
                    <a:pt x="189886" y="76137"/>
                    <a:pt x="158698" y="76196"/>
                  </a:cubicBezTo>
                  <a:cubicBezTo>
                    <a:pt x="158944" y="76933"/>
                    <a:pt x="159190" y="77669"/>
                    <a:pt x="159443" y="78429"/>
                  </a:cubicBezTo>
                  <a:cubicBezTo>
                    <a:pt x="161854" y="78783"/>
                    <a:pt x="161854" y="78783"/>
                    <a:pt x="164652" y="78801"/>
                  </a:cubicBezTo>
                  <a:cubicBezTo>
                    <a:pt x="167535" y="78870"/>
                    <a:pt x="167535" y="78870"/>
                    <a:pt x="169861" y="79173"/>
                  </a:cubicBezTo>
                  <a:cubicBezTo>
                    <a:pt x="170106" y="79909"/>
                    <a:pt x="170352" y="80646"/>
                    <a:pt x="170605" y="81405"/>
                  </a:cubicBezTo>
                  <a:cubicBezTo>
                    <a:pt x="172717" y="82069"/>
                    <a:pt x="174391" y="82145"/>
                    <a:pt x="176604" y="82010"/>
                  </a:cubicBezTo>
                  <a:cubicBezTo>
                    <a:pt x="178790" y="82149"/>
                    <a:pt x="178790" y="82149"/>
                    <a:pt x="180078" y="83611"/>
                  </a:cubicBezTo>
                  <a:cubicBezTo>
                    <a:pt x="182400" y="85694"/>
                    <a:pt x="184087" y="85570"/>
                    <a:pt x="187162" y="85684"/>
                  </a:cubicBezTo>
                  <a:cubicBezTo>
                    <a:pt x="188102" y="85726"/>
                    <a:pt x="189042" y="85768"/>
                    <a:pt x="190010" y="85812"/>
                  </a:cubicBezTo>
                  <a:cubicBezTo>
                    <a:pt x="190728" y="85831"/>
                    <a:pt x="191445" y="85850"/>
                    <a:pt x="192185" y="85870"/>
                  </a:cubicBezTo>
                  <a:cubicBezTo>
                    <a:pt x="191939" y="86607"/>
                    <a:pt x="191694" y="87343"/>
                    <a:pt x="191441" y="88102"/>
                  </a:cubicBezTo>
                  <a:cubicBezTo>
                    <a:pt x="191886" y="88317"/>
                    <a:pt x="192331" y="88532"/>
                    <a:pt x="192789" y="88753"/>
                  </a:cubicBezTo>
                  <a:cubicBezTo>
                    <a:pt x="194417" y="89591"/>
                    <a:pt x="194417" y="89591"/>
                    <a:pt x="196650" y="91079"/>
                  </a:cubicBezTo>
                  <a:cubicBezTo>
                    <a:pt x="196650" y="91816"/>
                    <a:pt x="196650" y="92552"/>
                    <a:pt x="196650" y="93311"/>
                  </a:cubicBezTo>
                  <a:cubicBezTo>
                    <a:pt x="196158" y="93557"/>
                    <a:pt x="195667" y="93802"/>
                    <a:pt x="195161" y="94055"/>
                  </a:cubicBezTo>
                  <a:cubicBezTo>
                    <a:pt x="194716" y="95772"/>
                    <a:pt x="194449" y="97491"/>
                    <a:pt x="194164" y="99241"/>
                  </a:cubicBezTo>
                  <a:cubicBezTo>
                    <a:pt x="194002" y="99740"/>
                    <a:pt x="193840" y="100239"/>
                    <a:pt x="193673" y="100753"/>
                  </a:cubicBezTo>
                  <a:cubicBezTo>
                    <a:pt x="192936" y="100998"/>
                    <a:pt x="192200" y="101244"/>
                    <a:pt x="191441" y="101497"/>
                  </a:cubicBezTo>
                  <a:cubicBezTo>
                    <a:pt x="191168" y="103425"/>
                    <a:pt x="191168" y="103425"/>
                    <a:pt x="191301" y="105636"/>
                  </a:cubicBezTo>
                  <a:cubicBezTo>
                    <a:pt x="191321" y="106389"/>
                    <a:pt x="191341" y="107142"/>
                    <a:pt x="191362" y="107918"/>
                  </a:cubicBezTo>
                  <a:cubicBezTo>
                    <a:pt x="191388" y="108500"/>
                    <a:pt x="191414" y="109083"/>
                    <a:pt x="191441" y="109682"/>
                  </a:cubicBezTo>
                  <a:cubicBezTo>
                    <a:pt x="190704" y="109437"/>
                    <a:pt x="189967" y="109191"/>
                    <a:pt x="189208" y="108938"/>
                  </a:cubicBezTo>
                  <a:cubicBezTo>
                    <a:pt x="188963" y="111640"/>
                    <a:pt x="188717" y="114341"/>
                    <a:pt x="188464" y="117124"/>
                  </a:cubicBezTo>
                  <a:cubicBezTo>
                    <a:pt x="187727" y="117124"/>
                    <a:pt x="186991" y="117124"/>
                    <a:pt x="186232" y="117124"/>
                  </a:cubicBezTo>
                  <a:cubicBezTo>
                    <a:pt x="185986" y="119088"/>
                    <a:pt x="185740" y="121053"/>
                    <a:pt x="185487" y="123077"/>
                  </a:cubicBezTo>
                  <a:cubicBezTo>
                    <a:pt x="248844" y="123323"/>
                    <a:pt x="312200" y="123568"/>
                    <a:pt x="377476" y="123821"/>
                  </a:cubicBezTo>
                  <a:cubicBezTo>
                    <a:pt x="377476" y="186329"/>
                    <a:pt x="377476" y="186329"/>
                    <a:pt x="375987" y="188561"/>
                  </a:cubicBezTo>
                  <a:cubicBezTo>
                    <a:pt x="374119" y="188836"/>
                    <a:pt x="374119" y="188836"/>
                    <a:pt x="371712" y="188830"/>
                  </a:cubicBezTo>
                  <a:cubicBezTo>
                    <a:pt x="370347" y="188834"/>
                    <a:pt x="370347" y="188834"/>
                    <a:pt x="368955" y="188839"/>
                  </a:cubicBezTo>
                  <a:cubicBezTo>
                    <a:pt x="367941" y="188831"/>
                    <a:pt x="366927" y="188823"/>
                    <a:pt x="365914" y="188815"/>
                  </a:cubicBezTo>
                  <a:cubicBezTo>
                    <a:pt x="364850" y="188814"/>
                    <a:pt x="363787" y="188814"/>
                    <a:pt x="362724" y="188816"/>
                  </a:cubicBezTo>
                  <a:cubicBezTo>
                    <a:pt x="359832" y="188816"/>
                    <a:pt x="356940" y="188803"/>
                    <a:pt x="354048" y="188788"/>
                  </a:cubicBezTo>
                  <a:cubicBezTo>
                    <a:pt x="351028" y="188774"/>
                    <a:pt x="348008" y="188772"/>
                    <a:pt x="344988" y="188770"/>
                  </a:cubicBezTo>
                  <a:cubicBezTo>
                    <a:pt x="339266" y="188763"/>
                    <a:pt x="333545" y="188744"/>
                    <a:pt x="327823" y="188722"/>
                  </a:cubicBezTo>
                  <a:cubicBezTo>
                    <a:pt x="320094" y="188693"/>
                    <a:pt x="312364" y="188680"/>
                    <a:pt x="304634" y="188667"/>
                  </a:cubicBezTo>
                  <a:cubicBezTo>
                    <a:pt x="292452" y="188646"/>
                    <a:pt x="280269" y="188602"/>
                    <a:pt x="268087" y="188561"/>
                  </a:cubicBezTo>
                  <a:cubicBezTo>
                    <a:pt x="268087" y="205260"/>
                    <a:pt x="268087" y="221958"/>
                    <a:pt x="268087" y="239163"/>
                  </a:cubicBezTo>
                  <a:cubicBezTo>
                    <a:pt x="331443" y="239531"/>
                    <a:pt x="331443" y="239531"/>
                    <a:pt x="396079" y="239907"/>
                  </a:cubicBezTo>
                  <a:cubicBezTo>
                    <a:pt x="396079" y="261271"/>
                    <a:pt x="396079" y="282636"/>
                    <a:pt x="396079" y="304647"/>
                  </a:cubicBezTo>
                  <a:cubicBezTo>
                    <a:pt x="335670" y="305016"/>
                    <a:pt x="335670" y="305016"/>
                    <a:pt x="274040" y="305391"/>
                  </a:cubicBezTo>
                  <a:cubicBezTo>
                    <a:pt x="275990" y="307760"/>
                    <a:pt x="275990" y="307760"/>
                    <a:pt x="278226" y="307996"/>
                  </a:cubicBezTo>
                  <a:cubicBezTo>
                    <a:pt x="278809" y="308119"/>
                    <a:pt x="279392" y="308241"/>
                    <a:pt x="279993" y="308368"/>
                  </a:cubicBezTo>
                  <a:cubicBezTo>
                    <a:pt x="280239" y="309105"/>
                    <a:pt x="280484" y="309841"/>
                    <a:pt x="280737" y="310600"/>
                  </a:cubicBezTo>
                  <a:cubicBezTo>
                    <a:pt x="281723" y="311109"/>
                    <a:pt x="282716" y="311605"/>
                    <a:pt x="283714" y="312089"/>
                  </a:cubicBezTo>
                  <a:cubicBezTo>
                    <a:pt x="284205" y="312825"/>
                    <a:pt x="284696" y="313562"/>
                    <a:pt x="285202" y="314321"/>
                  </a:cubicBezTo>
                  <a:cubicBezTo>
                    <a:pt x="285709" y="314429"/>
                    <a:pt x="286215" y="314536"/>
                    <a:pt x="286737" y="314647"/>
                  </a:cubicBezTo>
                  <a:cubicBezTo>
                    <a:pt x="287213" y="314785"/>
                    <a:pt x="287689" y="314923"/>
                    <a:pt x="288179" y="315065"/>
                  </a:cubicBezTo>
                  <a:cubicBezTo>
                    <a:pt x="288427" y="316057"/>
                    <a:pt x="288675" y="317050"/>
                    <a:pt x="288923" y="318042"/>
                  </a:cubicBezTo>
                  <a:cubicBezTo>
                    <a:pt x="289414" y="318165"/>
                    <a:pt x="289905" y="318287"/>
                    <a:pt x="290411" y="318414"/>
                  </a:cubicBezTo>
                  <a:cubicBezTo>
                    <a:pt x="290902" y="318537"/>
                    <a:pt x="291394" y="318659"/>
                    <a:pt x="291900" y="318786"/>
                  </a:cubicBezTo>
                  <a:cubicBezTo>
                    <a:pt x="291992" y="319292"/>
                    <a:pt x="292084" y="319799"/>
                    <a:pt x="292179" y="320321"/>
                  </a:cubicBezTo>
                  <a:cubicBezTo>
                    <a:pt x="292332" y="320796"/>
                    <a:pt x="292486" y="321272"/>
                    <a:pt x="292644" y="321762"/>
                  </a:cubicBezTo>
                  <a:cubicBezTo>
                    <a:pt x="293380" y="321762"/>
                    <a:pt x="294117" y="321762"/>
                    <a:pt x="294876" y="321762"/>
                  </a:cubicBezTo>
                  <a:cubicBezTo>
                    <a:pt x="295613" y="321762"/>
                    <a:pt x="296350" y="321762"/>
                    <a:pt x="297109" y="321762"/>
                  </a:cubicBezTo>
                  <a:cubicBezTo>
                    <a:pt x="297574" y="323204"/>
                    <a:pt x="297574" y="323204"/>
                    <a:pt x="297853" y="324739"/>
                  </a:cubicBezTo>
                  <a:cubicBezTo>
                    <a:pt x="298837" y="325016"/>
                    <a:pt x="299830" y="325265"/>
                    <a:pt x="300829" y="325483"/>
                  </a:cubicBezTo>
                  <a:cubicBezTo>
                    <a:pt x="301075" y="326220"/>
                    <a:pt x="301320" y="326957"/>
                    <a:pt x="301573" y="327716"/>
                  </a:cubicBezTo>
                  <a:cubicBezTo>
                    <a:pt x="302187" y="327961"/>
                    <a:pt x="302801" y="328207"/>
                    <a:pt x="303434" y="328460"/>
                  </a:cubicBezTo>
                  <a:cubicBezTo>
                    <a:pt x="304048" y="328705"/>
                    <a:pt x="304662" y="328951"/>
                    <a:pt x="305294" y="329204"/>
                  </a:cubicBezTo>
                  <a:cubicBezTo>
                    <a:pt x="305540" y="329941"/>
                    <a:pt x="305785" y="330677"/>
                    <a:pt x="306038" y="331436"/>
                  </a:cubicBezTo>
                  <a:cubicBezTo>
                    <a:pt x="306529" y="331559"/>
                    <a:pt x="307021" y="331682"/>
                    <a:pt x="307527" y="331808"/>
                  </a:cubicBezTo>
                  <a:cubicBezTo>
                    <a:pt x="308018" y="331931"/>
                    <a:pt x="308509" y="332054"/>
                    <a:pt x="309015" y="332180"/>
                  </a:cubicBezTo>
                  <a:cubicBezTo>
                    <a:pt x="309260" y="332917"/>
                    <a:pt x="309506" y="333654"/>
                    <a:pt x="309759" y="334413"/>
                  </a:cubicBezTo>
                  <a:cubicBezTo>
                    <a:pt x="310373" y="334658"/>
                    <a:pt x="310987" y="334904"/>
                    <a:pt x="311619" y="335157"/>
                  </a:cubicBezTo>
                  <a:cubicBezTo>
                    <a:pt x="312233" y="335403"/>
                    <a:pt x="312847" y="335648"/>
                    <a:pt x="313480" y="335901"/>
                  </a:cubicBezTo>
                  <a:cubicBezTo>
                    <a:pt x="313725" y="336638"/>
                    <a:pt x="313971" y="337375"/>
                    <a:pt x="314224" y="338134"/>
                  </a:cubicBezTo>
                  <a:cubicBezTo>
                    <a:pt x="314715" y="338256"/>
                    <a:pt x="315206" y="338379"/>
                    <a:pt x="315712" y="338506"/>
                  </a:cubicBezTo>
                  <a:cubicBezTo>
                    <a:pt x="316203" y="338628"/>
                    <a:pt x="316694" y="338751"/>
                    <a:pt x="317200" y="338878"/>
                  </a:cubicBezTo>
                  <a:cubicBezTo>
                    <a:pt x="317446" y="339614"/>
                    <a:pt x="317691" y="340351"/>
                    <a:pt x="317944" y="341110"/>
                  </a:cubicBezTo>
                  <a:cubicBezTo>
                    <a:pt x="318543" y="341340"/>
                    <a:pt x="319142" y="341571"/>
                    <a:pt x="319758" y="341808"/>
                  </a:cubicBezTo>
                  <a:cubicBezTo>
                    <a:pt x="322069" y="342766"/>
                    <a:pt x="322177" y="343361"/>
                    <a:pt x="323153" y="345575"/>
                  </a:cubicBezTo>
                  <a:cubicBezTo>
                    <a:pt x="325072" y="347858"/>
                    <a:pt x="325072" y="347858"/>
                    <a:pt x="327758" y="348924"/>
                  </a:cubicBezTo>
                  <a:cubicBezTo>
                    <a:pt x="328203" y="349046"/>
                    <a:pt x="328648" y="349169"/>
                    <a:pt x="329107" y="349296"/>
                  </a:cubicBezTo>
                  <a:cubicBezTo>
                    <a:pt x="329355" y="350288"/>
                    <a:pt x="329603" y="351280"/>
                    <a:pt x="329851" y="352272"/>
                  </a:cubicBezTo>
                  <a:cubicBezTo>
                    <a:pt x="331299" y="352712"/>
                    <a:pt x="331299" y="352712"/>
                    <a:pt x="332827" y="353016"/>
                  </a:cubicBezTo>
                  <a:cubicBezTo>
                    <a:pt x="333318" y="353753"/>
                    <a:pt x="333810" y="354490"/>
                    <a:pt x="334316" y="355249"/>
                  </a:cubicBezTo>
                  <a:cubicBezTo>
                    <a:pt x="334807" y="355356"/>
                    <a:pt x="335298" y="355464"/>
                    <a:pt x="335804" y="355574"/>
                  </a:cubicBezTo>
                  <a:cubicBezTo>
                    <a:pt x="336295" y="355712"/>
                    <a:pt x="336786" y="355851"/>
                    <a:pt x="337292" y="355993"/>
                  </a:cubicBezTo>
                  <a:cubicBezTo>
                    <a:pt x="337813" y="356973"/>
                    <a:pt x="338310" y="357965"/>
                    <a:pt x="338780" y="358969"/>
                  </a:cubicBezTo>
                  <a:cubicBezTo>
                    <a:pt x="339517" y="359215"/>
                    <a:pt x="340254" y="359461"/>
                    <a:pt x="341013" y="359714"/>
                  </a:cubicBezTo>
                  <a:cubicBezTo>
                    <a:pt x="341013" y="360696"/>
                    <a:pt x="341013" y="361678"/>
                    <a:pt x="341013" y="362690"/>
                  </a:cubicBezTo>
                  <a:cubicBezTo>
                    <a:pt x="342241" y="362690"/>
                    <a:pt x="343469" y="362690"/>
                    <a:pt x="344734" y="362690"/>
                  </a:cubicBezTo>
                  <a:cubicBezTo>
                    <a:pt x="344734" y="363672"/>
                    <a:pt x="344734" y="364655"/>
                    <a:pt x="344734" y="365667"/>
                  </a:cubicBezTo>
                  <a:cubicBezTo>
                    <a:pt x="345973" y="365921"/>
                    <a:pt x="347213" y="366169"/>
                    <a:pt x="348454" y="366411"/>
                  </a:cubicBezTo>
                  <a:cubicBezTo>
                    <a:pt x="348873" y="367853"/>
                    <a:pt x="348873" y="367853"/>
                    <a:pt x="349198" y="369387"/>
                  </a:cubicBezTo>
                  <a:cubicBezTo>
                    <a:pt x="350185" y="369895"/>
                    <a:pt x="351176" y="370393"/>
                    <a:pt x="352175" y="370876"/>
                  </a:cubicBezTo>
                  <a:cubicBezTo>
                    <a:pt x="352175" y="371612"/>
                    <a:pt x="352175" y="372349"/>
                    <a:pt x="352175" y="373108"/>
                  </a:cubicBezTo>
                  <a:cubicBezTo>
                    <a:pt x="353403" y="373108"/>
                    <a:pt x="354631" y="373108"/>
                    <a:pt x="355896" y="373108"/>
                  </a:cubicBezTo>
                  <a:cubicBezTo>
                    <a:pt x="355896" y="374090"/>
                    <a:pt x="355896" y="375073"/>
                    <a:pt x="355896" y="376085"/>
                  </a:cubicBezTo>
                  <a:cubicBezTo>
                    <a:pt x="357128" y="376369"/>
                    <a:pt x="358370" y="376616"/>
                    <a:pt x="359616" y="376829"/>
                  </a:cubicBezTo>
                  <a:cubicBezTo>
                    <a:pt x="359862" y="377566"/>
                    <a:pt x="360107" y="378302"/>
                    <a:pt x="360361" y="379061"/>
                  </a:cubicBezTo>
                  <a:cubicBezTo>
                    <a:pt x="360867" y="379568"/>
                    <a:pt x="361373" y="380074"/>
                    <a:pt x="361895" y="380596"/>
                  </a:cubicBezTo>
                  <a:cubicBezTo>
                    <a:pt x="363337" y="382038"/>
                    <a:pt x="363337" y="382038"/>
                    <a:pt x="363337" y="383526"/>
                  </a:cubicBezTo>
                  <a:cubicBezTo>
                    <a:pt x="363828" y="383634"/>
                    <a:pt x="364319" y="383741"/>
                    <a:pt x="364825" y="383852"/>
                  </a:cubicBezTo>
                  <a:cubicBezTo>
                    <a:pt x="365316" y="383990"/>
                    <a:pt x="365808" y="384128"/>
                    <a:pt x="366314" y="384270"/>
                  </a:cubicBezTo>
                  <a:cubicBezTo>
                    <a:pt x="366314" y="385007"/>
                    <a:pt x="366314" y="385744"/>
                    <a:pt x="366314" y="386503"/>
                  </a:cubicBezTo>
                  <a:cubicBezTo>
                    <a:pt x="367296" y="386503"/>
                    <a:pt x="368278" y="386503"/>
                    <a:pt x="369290" y="386503"/>
                  </a:cubicBezTo>
                  <a:cubicBezTo>
                    <a:pt x="369398" y="386963"/>
                    <a:pt x="369505" y="387424"/>
                    <a:pt x="369616" y="387898"/>
                  </a:cubicBezTo>
                  <a:cubicBezTo>
                    <a:pt x="369754" y="388420"/>
                    <a:pt x="369892" y="388942"/>
                    <a:pt x="370034" y="389479"/>
                  </a:cubicBezTo>
                  <a:cubicBezTo>
                    <a:pt x="371264" y="390002"/>
                    <a:pt x="372504" y="390499"/>
                    <a:pt x="373755" y="390968"/>
                  </a:cubicBezTo>
                  <a:cubicBezTo>
                    <a:pt x="374001" y="391704"/>
                    <a:pt x="374246" y="392441"/>
                    <a:pt x="374499" y="393200"/>
                  </a:cubicBezTo>
                  <a:cubicBezTo>
                    <a:pt x="375236" y="393446"/>
                    <a:pt x="375973" y="393691"/>
                    <a:pt x="376732" y="393944"/>
                  </a:cubicBezTo>
                  <a:cubicBezTo>
                    <a:pt x="377255" y="395423"/>
                    <a:pt x="377752" y="396912"/>
                    <a:pt x="378220" y="398409"/>
                  </a:cubicBezTo>
                  <a:cubicBezTo>
                    <a:pt x="378711" y="398655"/>
                    <a:pt x="379202" y="398900"/>
                    <a:pt x="379708" y="399153"/>
                  </a:cubicBezTo>
                  <a:cubicBezTo>
                    <a:pt x="379451" y="401639"/>
                    <a:pt x="378375" y="403266"/>
                    <a:pt x="376732" y="405106"/>
                  </a:cubicBezTo>
                  <a:cubicBezTo>
                    <a:pt x="376240" y="405106"/>
                    <a:pt x="375749" y="405106"/>
                    <a:pt x="375243" y="405106"/>
                  </a:cubicBezTo>
                  <a:cubicBezTo>
                    <a:pt x="375044" y="405766"/>
                    <a:pt x="374844" y="406426"/>
                    <a:pt x="374639" y="407106"/>
                  </a:cubicBezTo>
                  <a:cubicBezTo>
                    <a:pt x="373606" y="409986"/>
                    <a:pt x="372230" y="411203"/>
                    <a:pt x="370034" y="413292"/>
                  </a:cubicBezTo>
                  <a:cubicBezTo>
                    <a:pt x="369278" y="414525"/>
                    <a:pt x="368531" y="415763"/>
                    <a:pt x="367802" y="417012"/>
                  </a:cubicBezTo>
                  <a:cubicBezTo>
                    <a:pt x="367311" y="417258"/>
                    <a:pt x="366820" y="417504"/>
                    <a:pt x="366314" y="417757"/>
                  </a:cubicBezTo>
                  <a:cubicBezTo>
                    <a:pt x="366068" y="418493"/>
                    <a:pt x="365823" y="419230"/>
                    <a:pt x="365569" y="419989"/>
                  </a:cubicBezTo>
                  <a:cubicBezTo>
                    <a:pt x="365078" y="420235"/>
                    <a:pt x="364587" y="420480"/>
                    <a:pt x="364081" y="420733"/>
                  </a:cubicBezTo>
                  <a:cubicBezTo>
                    <a:pt x="363974" y="421240"/>
                    <a:pt x="363866" y="421746"/>
                    <a:pt x="363756" y="422268"/>
                  </a:cubicBezTo>
                  <a:cubicBezTo>
                    <a:pt x="363618" y="422744"/>
                    <a:pt x="363479" y="423220"/>
                    <a:pt x="363337" y="423710"/>
                  </a:cubicBezTo>
                  <a:cubicBezTo>
                    <a:pt x="362600" y="423710"/>
                    <a:pt x="361864" y="423710"/>
                    <a:pt x="361105" y="423710"/>
                  </a:cubicBezTo>
                  <a:cubicBezTo>
                    <a:pt x="360982" y="424324"/>
                    <a:pt x="360859" y="424938"/>
                    <a:pt x="360733" y="425570"/>
                  </a:cubicBezTo>
                  <a:cubicBezTo>
                    <a:pt x="360610" y="426184"/>
                    <a:pt x="360487" y="426798"/>
                    <a:pt x="360361" y="427430"/>
                  </a:cubicBezTo>
                  <a:cubicBezTo>
                    <a:pt x="359624" y="427430"/>
                    <a:pt x="358887" y="427430"/>
                    <a:pt x="358128" y="427430"/>
                  </a:cubicBezTo>
                  <a:cubicBezTo>
                    <a:pt x="358189" y="427968"/>
                    <a:pt x="358251" y="428505"/>
                    <a:pt x="358314" y="429058"/>
                  </a:cubicBezTo>
                  <a:cubicBezTo>
                    <a:pt x="358070" y="431800"/>
                    <a:pt x="357013" y="432901"/>
                    <a:pt x="355152" y="434872"/>
                  </a:cubicBezTo>
                  <a:cubicBezTo>
                    <a:pt x="354660" y="435117"/>
                    <a:pt x="354169" y="435363"/>
                    <a:pt x="353663" y="435616"/>
                  </a:cubicBezTo>
                  <a:cubicBezTo>
                    <a:pt x="353157" y="436652"/>
                    <a:pt x="353157" y="436652"/>
                    <a:pt x="352640" y="437709"/>
                  </a:cubicBezTo>
                  <a:cubicBezTo>
                    <a:pt x="351468" y="440008"/>
                    <a:pt x="350418" y="441410"/>
                    <a:pt x="348454" y="443057"/>
                  </a:cubicBezTo>
                  <a:cubicBezTo>
                    <a:pt x="347963" y="443057"/>
                    <a:pt x="347472" y="443057"/>
                    <a:pt x="346966" y="443057"/>
                  </a:cubicBezTo>
                  <a:cubicBezTo>
                    <a:pt x="346966" y="443549"/>
                    <a:pt x="346966" y="444040"/>
                    <a:pt x="346966" y="444546"/>
                  </a:cubicBezTo>
                  <a:cubicBezTo>
                    <a:pt x="347878" y="444544"/>
                    <a:pt x="348790" y="444542"/>
                    <a:pt x="349730" y="444541"/>
                  </a:cubicBezTo>
                  <a:cubicBezTo>
                    <a:pt x="358304" y="444526"/>
                    <a:pt x="366878" y="444514"/>
                    <a:pt x="375452" y="444507"/>
                  </a:cubicBezTo>
                  <a:cubicBezTo>
                    <a:pt x="379861" y="444503"/>
                    <a:pt x="384270" y="444498"/>
                    <a:pt x="388678" y="444490"/>
                  </a:cubicBezTo>
                  <a:cubicBezTo>
                    <a:pt x="392929" y="444481"/>
                    <a:pt x="397180" y="444477"/>
                    <a:pt x="401431" y="444475"/>
                  </a:cubicBezTo>
                  <a:cubicBezTo>
                    <a:pt x="403056" y="444474"/>
                    <a:pt x="404682" y="444471"/>
                    <a:pt x="406308" y="444467"/>
                  </a:cubicBezTo>
                  <a:cubicBezTo>
                    <a:pt x="408576" y="444462"/>
                    <a:pt x="410844" y="444461"/>
                    <a:pt x="413113" y="444461"/>
                  </a:cubicBezTo>
                  <a:cubicBezTo>
                    <a:pt x="413792" y="444458"/>
                    <a:pt x="414471" y="444456"/>
                    <a:pt x="415171" y="444453"/>
                  </a:cubicBezTo>
                  <a:cubicBezTo>
                    <a:pt x="419807" y="444461"/>
                    <a:pt x="419807" y="444461"/>
                    <a:pt x="420636" y="445290"/>
                  </a:cubicBezTo>
                  <a:cubicBezTo>
                    <a:pt x="420727" y="447483"/>
                    <a:pt x="420769" y="449658"/>
                    <a:pt x="420779" y="451852"/>
                  </a:cubicBezTo>
                  <a:cubicBezTo>
                    <a:pt x="420786" y="452540"/>
                    <a:pt x="420792" y="453229"/>
                    <a:pt x="420798" y="453938"/>
                  </a:cubicBezTo>
                  <a:cubicBezTo>
                    <a:pt x="420816" y="456226"/>
                    <a:pt x="420829" y="458513"/>
                    <a:pt x="420839" y="460800"/>
                  </a:cubicBezTo>
                  <a:cubicBezTo>
                    <a:pt x="420845" y="461968"/>
                    <a:pt x="420845" y="461968"/>
                    <a:pt x="420851" y="463159"/>
                  </a:cubicBezTo>
                  <a:cubicBezTo>
                    <a:pt x="420871" y="467275"/>
                    <a:pt x="420886" y="471392"/>
                    <a:pt x="420896" y="475509"/>
                  </a:cubicBezTo>
                  <a:cubicBezTo>
                    <a:pt x="420909" y="479775"/>
                    <a:pt x="420942" y="484042"/>
                    <a:pt x="420980" y="488309"/>
                  </a:cubicBezTo>
                  <a:cubicBezTo>
                    <a:pt x="421005" y="491577"/>
                    <a:pt x="421014" y="494845"/>
                    <a:pt x="421018" y="498114"/>
                  </a:cubicBezTo>
                  <a:cubicBezTo>
                    <a:pt x="421023" y="499688"/>
                    <a:pt x="421034" y="501261"/>
                    <a:pt x="421052" y="502835"/>
                  </a:cubicBezTo>
                  <a:cubicBezTo>
                    <a:pt x="421075" y="505031"/>
                    <a:pt x="421076" y="507225"/>
                    <a:pt x="421070" y="509421"/>
                  </a:cubicBezTo>
                  <a:cubicBezTo>
                    <a:pt x="421082" y="510078"/>
                    <a:pt x="421095" y="510735"/>
                    <a:pt x="421107" y="511413"/>
                  </a:cubicBezTo>
                  <a:cubicBezTo>
                    <a:pt x="421088" y="513215"/>
                    <a:pt x="421088" y="513215"/>
                    <a:pt x="420636" y="515983"/>
                  </a:cubicBezTo>
                  <a:cubicBezTo>
                    <a:pt x="417331" y="517208"/>
                    <a:pt x="413463" y="516830"/>
                    <a:pt x="409977" y="516821"/>
                  </a:cubicBezTo>
                  <a:cubicBezTo>
                    <a:pt x="409272" y="516822"/>
                    <a:pt x="408567" y="516823"/>
                    <a:pt x="407841" y="516824"/>
                  </a:cubicBezTo>
                  <a:cubicBezTo>
                    <a:pt x="405465" y="516827"/>
                    <a:pt x="403090" y="516824"/>
                    <a:pt x="400714" y="516822"/>
                  </a:cubicBezTo>
                  <a:cubicBezTo>
                    <a:pt x="398999" y="516823"/>
                    <a:pt x="397284" y="516824"/>
                    <a:pt x="395569" y="516825"/>
                  </a:cubicBezTo>
                  <a:cubicBezTo>
                    <a:pt x="390846" y="516828"/>
                    <a:pt x="386123" y="516827"/>
                    <a:pt x="381400" y="516825"/>
                  </a:cubicBezTo>
                  <a:cubicBezTo>
                    <a:pt x="376833" y="516823"/>
                    <a:pt x="372266" y="516825"/>
                    <a:pt x="367699" y="516827"/>
                  </a:cubicBezTo>
                  <a:cubicBezTo>
                    <a:pt x="357781" y="516831"/>
                    <a:pt x="347862" y="516830"/>
                    <a:pt x="337943" y="516828"/>
                  </a:cubicBezTo>
                  <a:cubicBezTo>
                    <a:pt x="329264" y="516826"/>
                    <a:pt x="320585" y="516826"/>
                    <a:pt x="311906" y="516827"/>
                  </a:cubicBezTo>
                  <a:cubicBezTo>
                    <a:pt x="311044" y="516827"/>
                    <a:pt x="311044" y="516827"/>
                    <a:pt x="310164" y="516827"/>
                  </a:cubicBezTo>
                  <a:cubicBezTo>
                    <a:pt x="307829" y="516827"/>
                    <a:pt x="305494" y="516828"/>
                    <a:pt x="303159" y="516828"/>
                  </a:cubicBezTo>
                  <a:cubicBezTo>
                    <a:pt x="281251" y="516830"/>
                    <a:pt x="259342" y="516828"/>
                    <a:pt x="237434" y="516824"/>
                  </a:cubicBezTo>
                  <a:cubicBezTo>
                    <a:pt x="217955" y="516820"/>
                    <a:pt x="198477" y="516821"/>
                    <a:pt x="178998" y="516824"/>
                  </a:cubicBezTo>
                  <a:cubicBezTo>
                    <a:pt x="157127" y="516828"/>
                    <a:pt x="135255" y="516830"/>
                    <a:pt x="113384" y="516828"/>
                  </a:cubicBezTo>
                  <a:cubicBezTo>
                    <a:pt x="111054" y="516827"/>
                    <a:pt x="108725" y="516827"/>
                    <a:pt x="106395" y="516827"/>
                  </a:cubicBezTo>
                  <a:cubicBezTo>
                    <a:pt x="105821" y="516827"/>
                    <a:pt x="105247" y="516827"/>
                    <a:pt x="104656" y="516827"/>
                  </a:cubicBezTo>
                  <a:cubicBezTo>
                    <a:pt x="95980" y="516826"/>
                    <a:pt x="87304" y="516827"/>
                    <a:pt x="78627" y="516829"/>
                  </a:cubicBezTo>
                  <a:cubicBezTo>
                    <a:pt x="68767" y="516831"/>
                    <a:pt x="58907" y="516830"/>
                    <a:pt x="49047" y="516826"/>
                  </a:cubicBezTo>
                  <a:cubicBezTo>
                    <a:pt x="44011" y="516824"/>
                    <a:pt x="38976" y="516824"/>
                    <a:pt x="33941" y="516826"/>
                  </a:cubicBezTo>
                  <a:cubicBezTo>
                    <a:pt x="29338" y="516828"/>
                    <a:pt x="24736" y="516827"/>
                    <a:pt x="20134" y="516823"/>
                  </a:cubicBezTo>
                  <a:cubicBezTo>
                    <a:pt x="18462" y="516822"/>
                    <a:pt x="16790" y="516823"/>
                    <a:pt x="15118" y="516824"/>
                  </a:cubicBezTo>
                  <a:cubicBezTo>
                    <a:pt x="12859" y="516827"/>
                    <a:pt x="10601" y="516824"/>
                    <a:pt x="8342" y="516821"/>
                  </a:cubicBezTo>
                  <a:cubicBezTo>
                    <a:pt x="7681" y="516823"/>
                    <a:pt x="7020" y="516824"/>
                    <a:pt x="6339" y="516826"/>
                  </a:cubicBezTo>
                  <a:cubicBezTo>
                    <a:pt x="1855" y="516812"/>
                    <a:pt x="1855" y="516812"/>
                    <a:pt x="196" y="515983"/>
                  </a:cubicBezTo>
                  <a:cubicBezTo>
                    <a:pt x="11" y="514536"/>
                    <a:pt x="11" y="514536"/>
                    <a:pt x="11" y="512590"/>
                  </a:cubicBezTo>
                  <a:cubicBezTo>
                    <a:pt x="7" y="511850"/>
                    <a:pt x="4" y="511111"/>
                    <a:pt x="0" y="510348"/>
                  </a:cubicBezTo>
                  <a:cubicBezTo>
                    <a:pt x="4" y="509525"/>
                    <a:pt x="7" y="508701"/>
                    <a:pt x="11" y="507852"/>
                  </a:cubicBezTo>
                  <a:cubicBezTo>
                    <a:pt x="9" y="506982"/>
                    <a:pt x="7" y="506111"/>
                    <a:pt x="5" y="505215"/>
                  </a:cubicBezTo>
                  <a:cubicBezTo>
                    <a:pt x="1" y="502778"/>
                    <a:pt x="4" y="500342"/>
                    <a:pt x="10" y="497905"/>
                  </a:cubicBezTo>
                  <a:cubicBezTo>
                    <a:pt x="14" y="495262"/>
                    <a:pt x="10" y="492620"/>
                    <a:pt x="7" y="489977"/>
                  </a:cubicBezTo>
                  <a:cubicBezTo>
                    <a:pt x="3" y="485338"/>
                    <a:pt x="4" y="480699"/>
                    <a:pt x="9" y="476060"/>
                  </a:cubicBezTo>
                  <a:cubicBezTo>
                    <a:pt x="16" y="469162"/>
                    <a:pt x="15" y="462265"/>
                    <a:pt x="12" y="455367"/>
                  </a:cubicBezTo>
                  <a:cubicBezTo>
                    <a:pt x="7" y="443765"/>
                    <a:pt x="10" y="432163"/>
                    <a:pt x="16" y="420561"/>
                  </a:cubicBezTo>
                  <a:cubicBezTo>
                    <a:pt x="23" y="409068"/>
                    <a:pt x="26" y="397575"/>
                    <a:pt x="26" y="386082"/>
                  </a:cubicBezTo>
                  <a:cubicBezTo>
                    <a:pt x="26" y="385368"/>
                    <a:pt x="26" y="384654"/>
                    <a:pt x="26" y="383919"/>
                  </a:cubicBezTo>
                  <a:cubicBezTo>
                    <a:pt x="26" y="381022"/>
                    <a:pt x="26" y="378125"/>
                    <a:pt x="26" y="375228"/>
                  </a:cubicBezTo>
                  <a:cubicBezTo>
                    <a:pt x="25" y="348028"/>
                    <a:pt x="33" y="320828"/>
                    <a:pt x="44" y="293628"/>
                  </a:cubicBezTo>
                  <a:cubicBezTo>
                    <a:pt x="54" y="269439"/>
                    <a:pt x="59" y="245250"/>
                    <a:pt x="59" y="221062"/>
                  </a:cubicBezTo>
                  <a:cubicBezTo>
                    <a:pt x="59" y="219508"/>
                    <a:pt x="58" y="217955"/>
                    <a:pt x="58" y="216402"/>
                  </a:cubicBezTo>
                  <a:cubicBezTo>
                    <a:pt x="58" y="215635"/>
                    <a:pt x="58" y="214867"/>
                    <a:pt x="58" y="214076"/>
                  </a:cubicBezTo>
                  <a:cubicBezTo>
                    <a:pt x="58" y="210211"/>
                    <a:pt x="58" y="206347"/>
                    <a:pt x="58" y="202482"/>
                  </a:cubicBezTo>
                  <a:cubicBezTo>
                    <a:pt x="58" y="201720"/>
                    <a:pt x="58" y="200957"/>
                    <a:pt x="58" y="200172"/>
                  </a:cubicBezTo>
                  <a:cubicBezTo>
                    <a:pt x="58" y="179986"/>
                    <a:pt x="61" y="159801"/>
                    <a:pt x="66" y="139615"/>
                  </a:cubicBezTo>
                  <a:cubicBezTo>
                    <a:pt x="66" y="138897"/>
                    <a:pt x="66" y="138180"/>
                    <a:pt x="66" y="137440"/>
                  </a:cubicBezTo>
                  <a:cubicBezTo>
                    <a:pt x="67" y="134554"/>
                    <a:pt x="68" y="131668"/>
                    <a:pt x="68" y="128782"/>
                  </a:cubicBezTo>
                  <a:cubicBezTo>
                    <a:pt x="71" y="118723"/>
                    <a:pt x="72" y="108664"/>
                    <a:pt x="72" y="98605"/>
                  </a:cubicBezTo>
                  <a:cubicBezTo>
                    <a:pt x="73" y="85644"/>
                    <a:pt x="76" y="72684"/>
                    <a:pt x="83" y="59724"/>
                  </a:cubicBezTo>
                  <a:cubicBezTo>
                    <a:pt x="87" y="52863"/>
                    <a:pt x="89" y="46002"/>
                    <a:pt x="87" y="39141"/>
                  </a:cubicBezTo>
                  <a:cubicBezTo>
                    <a:pt x="87" y="34566"/>
                    <a:pt x="89" y="29992"/>
                    <a:pt x="93" y="25418"/>
                  </a:cubicBezTo>
                  <a:cubicBezTo>
                    <a:pt x="96" y="22806"/>
                    <a:pt x="97" y="20194"/>
                    <a:pt x="95" y="17582"/>
                  </a:cubicBezTo>
                  <a:cubicBezTo>
                    <a:pt x="94" y="14778"/>
                    <a:pt x="97" y="11974"/>
                    <a:pt x="101" y="9169"/>
                  </a:cubicBezTo>
                  <a:cubicBezTo>
                    <a:pt x="99" y="8345"/>
                    <a:pt x="98" y="7522"/>
                    <a:pt x="96" y="6673"/>
                  </a:cubicBezTo>
                  <a:cubicBezTo>
                    <a:pt x="98" y="5933"/>
                    <a:pt x="100" y="5193"/>
                    <a:pt x="102" y="4431"/>
                  </a:cubicBezTo>
                  <a:cubicBezTo>
                    <a:pt x="103" y="3789"/>
                    <a:pt x="103" y="3147"/>
                    <a:pt x="103" y="2485"/>
                  </a:cubicBezTo>
                  <a:cubicBezTo>
                    <a:pt x="309" y="-712"/>
                    <a:pt x="2785" y="202"/>
                    <a:pt x="5421" y="192"/>
                  </a:cubicBezTo>
                  <a:cubicBezTo>
                    <a:pt x="6399" y="194"/>
                    <a:pt x="6399" y="194"/>
                    <a:pt x="7397" y="196"/>
                  </a:cubicBezTo>
                  <a:cubicBezTo>
                    <a:pt x="8085" y="194"/>
                    <a:pt x="8774" y="193"/>
                    <a:pt x="9484" y="191"/>
                  </a:cubicBezTo>
                  <a:cubicBezTo>
                    <a:pt x="11823" y="187"/>
                    <a:pt x="14162" y="188"/>
                    <a:pt x="16501" y="189"/>
                  </a:cubicBezTo>
                  <a:cubicBezTo>
                    <a:pt x="18183" y="187"/>
                    <a:pt x="19865" y="185"/>
                    <a:pt x="21546" y="183"/>
                  </a:cubicBezTo>
                  <a:cubicBezTo>
                    <a:pt x="26191" y="177"/>
                    <a:pt x="30836" y="175"/>
                    <a:pt x="35481" y="175"/>
                  </a:cubicBezTo>
                  <a:cubicBezTo>
                    <a:pt x="39968" y="173"/>
                    <a:pt x="44455" y="169"/>
                    <a:pt x="48943" y="164"/>
                  </a:cubicBezTo>
                  <a:cubicBezTo>
                    <a:pt x="60970" y="152"/>
                    <a:pt x="72997" y="148"/>
                    <a:pt x="85025" y="144"/>
                  </a:cubicBezTo>
                  <a:cubicBezTo>
                    <a:pt x="90710" y="143"/>
                    <a:pt x="96396" y="140"/>
                    <a:pt x="102082" y="137"/>
                  </a:cubicBezTo>
                  <a:cubicBezTo>
                    <a:pt x="121532" y="128"/>
                    <a:pt x="140982" y="120"/>
                    <a:pt x="160432" y="117"/>
                  </a:cubicBezTo>
                  <a:cubicBezTo>
                    <a:pt x="161653" y="117"/>
                    <a:pt x="162875" y="117"/>
                    <a:pt x="164097" y="116"/>
                  </a:cubicBezTo>
                  <a:cubicBezTo>
                    <a:pt x="165321" y="116"/>
                    <a:pt x="166546" y="116"/>
                    <a:pt x="167770" y="116"/>
                  </a:cubicBezTo>
                  <a:cubicBezTo>
                    <a:pt x="170227" y="116"/>
                    <a:pt x="172684" y="115"/>
                    <a:pt x="175141" y="115"/>
                  </a:cubicBezTo>
                  <a:cubicBezTo>
                    <a:pt x="176055" y="115"/>
                    <a:pt x="176055" y="115"/>
                    <a:pt x="176987" y="115"/>
                  </a:cubicBezTo>
                  <a:cubicBezTo>
                    <a:pt x="196750" y="112"/>
                    <a:pt x="216513" y="100"/>
                    <a:pt x="236277" y="83"/>
                  </a:cubicBezTo>
                  <a:cubicBezTo>
                    <a:pt x="257155" y="65"/>
                    <a:pt x="278033" y="54"/>
                    <a:pt x="298911" y="53"/>
                  </a:cubicBezTo>
                  <a:cubicBezTo>
                    <a:pt x="301201" y="53"/>
                    <a:pt x="303491" y="53"/>
                    <a:pt x="305780" y="53"/>
                  </a:cubicBezTo>
                  <a:cubicBezTo>
                    <a:pt x="306344" y="53"/>
                    <a:pt x="306908" y="53"/>
                    <a:pt x="307489" y="53"/>
                  </a:cubicBezTo>
                  <a:cubicBezTo>
                    <a:pt x="316581" y="52"/>
                    <a:pt x="325673" y="44"/>
                    <a:pt x="334766" y="33"/>
                  </a:cubicBezTo>
                  <a:cubicBezTo>
                    <a:pt x="343896" y="22"/>
                    <a:pt x="353026" y="20"/>
                    <a:pt x="362157" y="26"/>
                  </a:cubicBezTo>
                  <a:cubicBezTo>
                    <a:pt x="367108" y="29"/>
                    <a:pt x="372058" y="28"/>
                    <a:pt x="377009" y="18"/>
                  </a:cubicBezTo>
                  <a:cubicBezTo>
                    <a:pt x="381535" y="8"/>
                    <a:pt x="386060" y="9"/>
                    <a:pt x="390585" y="18"/>
                  </a:cubicBezTo>
                  <a:cubicBezTo>
                    <a:pt x="392229" y="20"/>
                    <a:pt x="393873" y="17"/>
                    <a:pt x="395517" y="11"/>
                  </a:cubicBezTo>
                  <a:cubicBezTo>
                    <a:pt x="397738" y="3"/>
                    <a:pt x="399959" y="8"/>
                    <a:pt x="402180" y="17"/>
                  </a:cubicBezTo>
                  <a:cubicBezTo>
                    <a:pt x="402830" y="11"/>
                    <a:pt x="403480" y="6"/>
                    <a:pt x="404150" y="0"/>
                  </a:cubicBezTo>
                  <a:close/>
                </a:path>
              </a:pathLst>
            </a:custGeom>
            <a:grpFill/>
            <a:ln w="744" cap="flat">
              <a:noFill/>
              <a:prstDash val="solid"/>
              <a:miter/>
            </a:ln>
          </p:spPr>
          <p:txBody>
            <a:bodyPr rtlCol="0" anchor="ctr"/>
            <a:lstStyle/>
            <a:p>
              <a:endParaRPr lang="zh-CN" altLang="en-US"/>
            </a:p>
          </p:txBody>
        </p:sp>
        <p:sp>
          <p:nvSpPr>
            <p:cNvPr id="84" name="任意多边形: 形状 83"/>
            <p:cNvSpPr/>
            <p:nvPr/>
          </p:nvSpPr>
          <p:spPr>
            <a:xfrm>
              <a:off x="1955420" y="609907"/>
              <a:ext cx="309401" cy="1011480"/>
            </a:xfrm>
            <a:custGeom>
              <a:avLst/>
              <a:gdLst>
                <a:gd name="connsiteX0" fmla="*/ 3375 w 309401"/>
                <a:gd name="connsiteY0" fmla="*/ 645 h 1011480"/>
                <a:gd name="connsiteX1" fmla="*/ 82254 w 309401"/>
                <a:gd name="connsiteY1" fmla="*/ 645 h 1011480"/>
                <a:gd name="connsiteX2" fmla="*/ 82998 w 309401"/>
                <a:gd name="connsiteY2" fmla="*/ 920403 h 1011480"/>
                <a:gd name="connsiteX3" fmla="*/ 85231 w 309401"/>
                <a:gd name="connsiteY3" fmla="*/ 919659 h 1011480"/>
                <a:gd name="connsiteX4" fmla="*/ 90993 w 309401"/>
                <a:gd name="connsiteY4" fmla="*/ 919570 h 1011480"/>
                <a:gd name="connsiteX5" fmla="*/ 92790 w 309401"/>
                <a:gd name="connsiteY5" fmla="*/ 919568 h 1011480"/>
                <a:gd name="connsiteX6" fmla="*/ 98769 w 309401"/>
                <a:gd name="connsiteY6" fmla="*/ 919575 h 1011480"/>
                <a:gd name="connsiteX7" fmla="*/ 103048 w 309401"/>
                <a:gd name="connsiteY7" fmla="*/ 919574 h 1011480"/>
                <a:gd name="connsiteX8" fmla="*/ 114685 w 309401"/>
                <a:gd name="connsiteY8" fmla="*/ 919584 h 1011480"/>
                <a:gd name="connsiteX9" fmla="*/ 126847 w 309401"/>
                <a:gd name="connsiteY9" fmla="*/ 919589 h 1011480"/>
                <a:gd name="connsiteX10" fmla="*/ 149894 w 309401"/>
                <a:gd name="connsiteY10" fmla="*/ 919605 h 1011480"/>
                <a:gd name="connsiteX11" fmla="*/ 176100 w 309401"/>
                <a:gd name="connsiteY11" fmla="*/ 919622 h 1011480"/>
                <a:gd name="connsiteX12" fmla="*/ 226263 w 309401"/>
                <a:gd name="connsiteY12" fmla="*/ 919656 h 1011480"/>
                <a:gd name="connsiteX13" fmla="*/ 232571 w 309401"/>
                <a:gd name="connsiteY13" fmla="*/ 919659 h 1011480"/>
                <a:gd name="connsiteX14" fmla="*/ 232570 w 309401"/>
                <a:gd name="connsiteY14" fmla="*/ 917246 h 1011480"/>
                <a:gd name="connsiteX15" fmla="*/ 232559 w 309401"/>
                <a:gd name="connsiteY15" fmla="*/ 835457 h 1011480"/>
                <a:gd name="connsiteX16" fmla="*/ 232559 w 309401"/>
                <a:gd name="connsiteY16" fmla="*/ 833792 h 1011480"/>
                <a:gd name="connsiteX17" fmla="*/ 232539 w 309401"/>
                <a:gd name="connsiteY17" fmla="*/ 657300 h 1011480"/>
                <a:gd name="connsiteX18" fmla="*/ 232539 w 309401"/>
                <a:gd name="connsiteY18" fmla="*/ 653381 h 1011480"/>
                <a:gd name="connsiteX19" fmla="*/ 232533 w 309401"/>
                <a:gd name="connsiteY19" fmla="*/ 571126 h 1011480"/>
                <a:gd name="connsiteX20" fmla="*/ 232530 w 309401"/>
                <a:gd name="connsiteY20" fmla="*/ 529809 h 1011480"/>
                <a:gd name="connsiteX21" fmla="*/ 232529 w 309401"/>
                <a:gd name="connsiteY21" fmla="*/ 523576 h 1011480"/>
                <a:gd name="connsiteX22" fmla="*/ 232524 w 309401"/>
                <a:gd name="connsiteY22" fmla="*/ 463080 h 1011480"/>
                <a:gd name="connsiteX23" fmla="*/ 232524 w 309401"/>
                <a:gd name="connsiteY23" fmla="*/ 460989 h 1011480"/>
                <a:gd name="connsiteX24" fmla="*/ 232520 w 309401"/>
                <a:gd name="connsiteY24" fmla="*/ 427566 h 1011480"/>
                <a:gd name="connsiteX25" fmla="*/ 232519 w 309401"/>
                <a:gd name="connsiteY25" fmla="*/ 425480 h 1011480"/>
                <a:gd name="connsiteX26" fmla="*/ 232514 w 309401"/>
                <a:gd name="connsiteY26" fmla="*/ 392178 h 1011480"/>
                <a:gd name="connsiteX27" fmla="*/ 232503 w 309401"/>
                <a:gd name="connsiteY27" fmla="*/ 296297 h 1011480"/>
                <a:gd name="connsiteX28" fmla="*/ 232503 w 309401"/>
                <a:gd name="connsiteY28" fmla="*/ 294307 h 1011480"/>
                <a:gd name="connsiteX29" fmla="*/ 232501 w 309401"/>
                <a:gd name="connsiteY29" fmla="*/ 251058 h 1011480"/>
                <a:gd name="connsiteX30" fmla="*/ 232500 w 309401"/>
                <a:gd name="connsiteY30" fmla="*/ 233658 h 1011480"/>
                <a:gd name="connsiteX31" fmla="*/ 232500 w 309401"/>
                <a:gd name="connsiteY31" fmla="*/ 231735 h 1011480"/>
                <a:gd name="connsiteX32" fmla="*/ 232492 w 309401"/>
                <a:gd name="connsiteY32" fmla="*/ 170307 h 1011480"/>
                <a:gd name="connsiteX33" fmla="*/ 232486 w 309401"/>
                <a:gd name="connsiteY33" fmla="*/ 108462 h 1011480"/>
                <a:gd name="connsiteX34" fmla="*/ 232486 w 309401"/>
                <a:gd name="connsiteY34" fmla="*/ 99928 h 1011480"/>
                <a:gd name="connsiteX35" fmla="*/ 232487 w 309401"/>
                <a:gd name="connsiteY35" fmla="*/ 98238 h 1011480"/>
                <a:gd name="connsiteX36" fmla="*/ 232481 w 309401"/>
                <a:gd name="connsiteY36" fmla="*/ 71679 h 1011480"/>
                <a:gd name="connsiteX37" fmla="*/ 232480 w 309401"/>
                <a:gd name="connsiteY37" fmla="*/ 45604 h 1011480"/>
                <a:gd name="connsiteX38" fmla="*/ 232478 w 309401"/>
                <a:gd name="connsiteY38" fmla="*/ 31639 h 1011480"/>
                <a:gd name="connsiteX39" fmla="*/ 232478 w 309401"/>
                <a:gd name="connsiteY39" fmla="*/ 18962 h 1011480"/>
                <a:gd name="connsiteX40" fmla="*/ 232476 w 309401"/>
                <a:gd name="connsiteY40" fmla="*/ 14378 h 1011480"/>
                <a:gd name="connsiteX41" fmla="*/ 232478 w 309401"/>
                <a:gd name="connsiteY41" fmla="*/ 8202 h 1011480"/>
                <a:gd name="connsiteX42" fmla="*/ 232473 w 309401"/>
                <a:gd name="connsiteY42" fmla="*/ 6380 h 1011480"/>
                <a:gd name="connsiteX43" fmla="*/ 233315 w 309401"/>
                <a:gd name="connsiteY43" fmla="*/ 645 h 1011480"/>
                <a:gd name="connsiteX44" fmla="*/ 236366 w 309401"/>
                <a:gd name="connsiteY44" fmla="*/ 461 h 1011480"/>
                <a:gd name="connsiteX45" fmla="*/ 238358 w 309401"/>
                <a:gd name="connsiteY45" fmla="*/ 452 h 1011480"/>
                <a:gd name="connsiteX46" fmla="*/ 240560 w 309401"/>
                <a:gd name="connsiteY46" fmla="*/ 465 h 1011480"/>
                <a:gd name="connsiteX47" fmla="*/ 242866 w 309401"/>
                <a:gd name="connsiteY47" fmla="*/ 460 h 1011480"/>
                <a:gd name="connsiteX48" fmla="*/ 250453 w 309401"/>
                <a:gd name="connsiteY48" fmla="*/ 474 h 1011480"/>
                <a:gd name="connsiteX49" fmla="*/ 255700 w 309401"/>
                <a:gd name="connsiteY49" fmla="*/ 475 h 1011480"/>
                <a:gd name="connsiteX50" fmla="*/ 266713 w 309401"/>
                <a:gd name="connsiteY50" fmla="*/ 492 h 1011480"/>
                <a:gd name="connsiteX51" fmla="*/ 280864 w 309401"/>
                <a:gd name="connsiteY51" fmla="*/ 507 h 1011480"/>
                <a:gd name="connsiteX52" fmla="*/ 291704 w 309401"/>
                <a:gd name="connsiteY52" fmla="*/ 517 h 1011480"/>
                <a:gd name="connsiteX53" fmla="*/ 296923 w 309401"/>
                <a:gd name="connsiteY53" fmla="*/ 521 h 1011480"/>
                <a:gd name="connsiteX54" fmla="*/ 304204 w 309401"/>
                <a:gd name="connsiteY54" fmla="*/ 537 h 1011480"/>
                <a:gd name="connsiteX55" fmla="*/ 306407 w 309401"/>
                <a:gd name="connsiteY55" fmla="*/ 536 h 1011480"/>
                <a:gd name="connsiteX56" fmla="*/ 308399 w 309401"/>
                <a:gd name="connsiteY56" fmla="*/ 546 h 1011480"/>
                <a:gd name="connsiteX57" fmla="*/ 310140 w 309401"/>
                <a:gd name="connsiteY57" fmla="*/ 550 h 1011480"/>
                <a:gd name="connsiteX58" fmla="*/ 312194 w 309401"/>
                <a:gd name="connsiteY58" fmla="*/ 1390 h 1011480"/>
                <a:gd name="connsiteX59" fmla="*/ 312289 w 309401"/>
                <a:gd name="connsiteY59" fmla="*/ 7698 h 1011480"/>
                <a:gd name="connsiteX60" fmla="*/ 312292 w 309401"/>
                <a:gd name="connsiteY60" fmla="*/ 9741 h 1011480"/>
                <a:gd name="connsiteX61" fmla="*/ 312292 w 309401"/>
                <a:gd name="connsiteY61" fmla="*/ 16622 h 1011480"/>
                <a:gd name="connsiteX62" fmla="*/ 312296 w 309401"/>
                <a:gd name="connsiteY62" fmla="*/ 21585 h 1011480"/>
                <a:gd name="connsiteX63" fmla="*/ 312299 w 309401"/>
                <a:gd name="connsiteY63" fmla="*/ 35354 h 1011480"/>
                <a:gd name="connsiteX64" fmla="*/ 312304 w 309401"/>
                <a:gd name="connsiteY64" fmla="*/ 48746 h 1011480"/>
                <a:gd name="connsiteX65" fmla="*/ 312312 w 309401"/>
                <a:gd name="connsiteY65" fmla="*/ 76493 h 1011480"/>
                <a:gd name="connsiteX66" fmla="*/ 312319 w 309401"/>
                <a:gd name="connsiteY66" fmla="*/ 104629 h 1011480"/>
                <a:gd name="connsiteX67" fmla="*/ 312319 w 309401"/>
                <a:gd name="connsiteY67" fmla="*/ 106421 h 1011480"/>
                <a:gd name="connsiteX68" fmla="*/ 312322 w 309401"/>
                <a:gd name="connsiteY68" fmla="*/ 113645 h 1011480"/>
                <a:gd name="connsiteX69" fmla="*/ 312343 w 309401"/>
                <a:gd name="connsiteY69" fmla="*/ 199271 h 1011480"/>
                <a:gd name="connsiteX70" fmla="*/ 312350 w 309401"/>
                <a:gd name="connsiteY70" fmla="*/ 241887 h 1011480"/>
                <a:gd name="connsiteX71" fmla="*/ 312370 w 309401"/>
                <a:gd name="connsiteY71" fmla="*/ 378502 h 1011480"/>
                <a:gd name="connsiteX72" fmla="*/ 312371 w 309401"/>
                <a:gd name="connsiteY72" fmla="*/ 385035 h 1011480"/>
                <a:gd name="connsiteX73" fmla="*/ 312371 w 309401"/>
                <a:gd name="connsiteY73" fmla="*/ 398135 h 1011480"/>
                <a:gd name="connsiteX74" fmla="*/ 312372 w 309401"/>
                <a:gd name="connsiteY74" fmla="*/ 413474 h 1011480"/>
                <a:gd name="connsiteX75" fmla="*/ 312373 w 309401"/>
                <a:gd name="connsiteY75" fmla="*/ 417864 h 1011480"/>
                <a:gd name="connsiteX76" fmla="*/ 312404 w 309401"/>
                <a:gd name="connsiteY76" fmla="*/ 558920 h 1011480"/>
                <a:gd name="connsiteX77" fmla="*/ 312431 w 309401"/>
                <a:gd name="connsiteY77" fmla="*/ 660250 h 1011480"/>
                <a:gd name="connsiteX78" fmla="*/ 312431 w 309401"/>
                <a:gd name="connsiteY78" fmla="*/ 662354 h 1011480"/>
                <a:gd name="connsiteX79" fmla="*/ 312434 w 309401"/>
                <a:gd name="connsiteY79" fmla="*/ 708056 h 1011480"/>
                <a:gd name="connsiteX80" fmla="*/ 312434 w 309401"/>
                <a:gd name="connsiteY80" fmla="*/ 724408 h 1011480"/>
                <a:gd name="connsiteX81" fmla="*/ 312435 w 309401"/>
                <a:gd name="connsiteY81" fmla="*/ 728476 h 1011480"/>
                <a:gd name="connsiteX82" fmla="*/ 312454 w 309401"/>
                <a:gd name="connsiteY82" fmla="*/ 793395 h 1011480"/>
                <a:gd name="connsiteX83" fmla="*/ 312462 w 309401"/>
                <a:gd name="connsiteY83" fmla="*/ 858749 h 1011480"/>
                <a:gd name="connsiteX84" fmla="*/ 312460 w 309401"/>
                <a:gd name="connsiteY84" fmla="*/ 867766 h 1011480"/>
                <a:gd name="connsiteX85" fmla="*/ 312459 w 309401"/>
                <a:gd name="connsiteY85" fmla="*/ 869551 h 1011480"/>
                <a:gd name="connsiteX86" fmla="*/ 312471 w 309401"/>
                <a:gd name="connsiteY86" fmla="*/ 897620 h 1011480"/>
                <a:gd name="connsiteX87" fmla="*/ 312472 w 309401"/>
                <a:gd name="connsiteY87" fmla="*/ 925173 h 1011480"/>
                <a:gd name="connsiteX88" fmla="*/ 312477 w 309401"/>
                <a:gd name="connsiteY88" fmla="*/ 939932 h 1011480"/>
                <a:gd name="connsiteX89" fmla="*/ 312473 w 309401"/>
                <a:gd name="connsiteY89" fmla="*/ 953326 h 1011480"/>
                <a:gd name="connsiteX90" fmla="*/ 312480 w 309401"/>
                <a:gd name="connsiteY90" fmla="*/ 958173 h 1011480"/>
                <a:gd name="connsiteX91" fmla="*/ 312472 w 309401"/>
                <a:gd name="connsiteY91" fmla="*/ 964696 h 1011480"/>
                <a:gd name="connsiteX92" fmla="*/ 312489 w 309401"/>
                <a:gd name="connsiteY92" fmla="*/ 966627 h 1011480"/>
                <a:gd name="connsiteX93" fmla="*/ 312194 w 309401"/>
                <a:gd name="connsiteY93" fmla="*/ 971005 h 1011480"/>
                <a:gd name="connsiteX94" fmla="*/ 309961 w 309401"/>
                <a:gd name="connsiteY94" fmla="*/ 971749 h 1011480"/>
                <a:gd name="connsiteX95" fmla="*/ 309217 w 309401"/>
                <a:gd name="connsiteY95" fmla="*/ 973981 h 1011480"/>
                <a:gd name="connsiteX96" fmla="*/ 306985 w 309401"/>
                <a:gd name="connsiteY96" fmla="*/ 974725 h 1011480"/>
                <a:gd name="connsiteX97" fmla="*/ 305496 w 309401"/>
                <a:gd name="connsiteY97" fmla="*/ 977702 h 1011480"/>
                <a:gd name="connsiteX98" fmla="*/ 304008 w 309401"/>
                <a:gd name="connsiteY98" fmla="*/ 978446 h 1011480"/>
                <a:gd name="connsiteX99" fmla="*/ 303264 w 309401"/>
                <a:gd name="connsiteY99" fmla="*/ 980679 h 1011480"/>
                <a:gd name="connsiteX100" fmla="*/ 301032 w 309401"/>
                <a:gd name="connsiteY100" fmla="*/ 982167 h 1011480"/>
                <a:gd name="connsiteX101" fmla="*/ 300287 w 309401"/>
                <a:gd name="connsiteY101" fmla="*/ 984399 h 1011480"/>
                <a:gd name="connsiteX102" fmla="*/ 296567 w 309401"/>
                <a:gd name="connsiteY102" fmla="*/ 988120 h 1011480"/>
                <a:gd name="connsiteX103" fmla="*/ 295078 w 309401"/>
                <a:gd name="connsiteY103" fmla="*/ 989980 h 1011480"/>
                <a:gd name="connsiteX104" fmla="*/ 289869 w 309401"/>
                <a:gd name="connsiteY104" fmla="*/ 995561 h 1011480"/>
                <a:gd name="connsiteX105" fmla="*/ 288381 w 309401"/>
                <a:gd name="connsiteY105" fmla="*/ 995561 h 1011480"/>
                <a:gd name="connsiteX106" fmla="*/ 286893 w 309401"/>
                <a:gd name="connsiteY106" fmla="*/ 999282 h 1011480"/>
                <a:gd name="connsiteX107" fmla="*/ 285405 w 309401"/>
                <a:gd name="connsiteY107" fmla="*/ 1001514 h 1011480"/>
                <a:gd name="connsiteX108" fmla="*/ 282428 w 309401"/>
                <a:gd name="connsiteY108" fmla="*/ 1001514 h 1011480"/>
                <a:gd name="connsiteX109" fmla="*/ 281684 w 309401"/>
                <a:gd name="connsiteY109" fmla="*/ 1005235 h 1011480"/>
                <a:gd name="connsiteX110" fmla="*/ 279452 w 309401"/>
                <a:gd name="connsiteY110" fmla="*/ 1005235 h 1011480"/>
                <a:gd name="connsiteX111" fmla="*/ 279452 w 309401"/>
                <a:gd name="connsiteY111" fmla="*/ 1008956 h 1011480"/>
                <a:gd name="connsiteX112" fmla="*/ 276475 w 309401"/>
                <a:gd name="connsiteY112" fmla="*/ 1008956 h 1011480"/>
                <a:gd name="connsiteX113" fmla="*/ 276475 w 309401"/>
                <a:gd name="connsiteY113" fmla="*/ 1011932 h 1011480"/>
                <a:gd name="connsiteX114" fmla="*/ 39094 w 309401"/>
                <a:gd name="connsiteY114" fmla="*/ 1011932 h 1011480"/>
                <a:gd name="connsiteX115" fmla="*/ 39094 w 309401"/>
                <a:gd name="connsiteY115" fmla="*/ 1008956 h 1011480"/>
                <a:gd name="connsiteX116" fmla="*/ 36118 w 309401"/>
                <a:gd name="connsiteY116" fmla="*/ 1008956 h 1011480"/>
                <a:gd name="connsiteX117" fmla="*/ 36350 w 309401"/>
                <a:gd name="connsiteY117" fmla="*/ 1007142 h 1011480"/>
                <a:gd name="connsiteX118" fmla="*/ 36118 w 309401"/>
                <a:gd name="connsiteY118" fmla="*/ 1005235 h 1011480"/>
                <a:gd name="connsiteX119" fmla="*/ 34420 w 309401"/>
                <a:gd name="connsiteY119" fmla="*/ 1004947 h 1011480"/>
                <a:gd name="connsiteX120" fmla="*/ 29560 w 309401"/>
                <a:gd name="connsiteY120" fmla="*/ 1001235 h 1011480"/>
                <a:gd name="connsiteX121" fmla="*/ 28196 w 309401"/>
                <a:gd name="connsiteY121" fmla="*/ 999451 h 1011480"/>
                <a:gd name="connsiteX122" fmla="*/ 27188 w 309401"/>
                <a:gd name="connsiteY122" fmla="*/ 995561 h 1011480"/>
                <a:gd name="connsiteX123" fmla="*/ 25467 w 309401"/>
                <a:gd name="connsiteY123" fmla="*/ 995247 h 1011480"/>
                <a:gd name="connsiteX124" fmla="*/ 22258 w 309401"/>
                <a:gd name="connsiteY124" fmla="*/ 993410 h 1011480"/>
                <a:gd name="connsiteX125" fmla="*/ 21235 w 309401"/>
                <a:gd name="connsiteY125" fmla="*/ 991655 h 1011480"/>
                <a:gd name="connsiteX126" fmla="*/ 15282 w 309401"/>
                <a:gd name="connsiteY126" fmla="*/ 984399 h 1011480"/>
                <a:gd name="connsiteX127" fmla="*/ 13793 w 309401"/>
                <a:gd name="connsiteY127" fmla="*/ 981423 h 1011480"/>
                <a:gd name="connsiteX128" fmla="*/ 12584 w 309401"/>
                <a:gd name="connsiteY128" fmla="*/ 980213 h 1011480"/>
                <a:gd name="connsiteX129" fmla="*/ 11561 w 309401"/>
                <a:gd name="connsiteY129" fmla="*/ 977702 h 1011480"/>
                <a:gd name="connsiteX130" fmla="*/ 9328 w 309401"/>
                <a:gd name="connsiteY130" fmla="*/ 977702 h 1011480"/>
                <a:gd name="connsiteX131" fmla="*/ 8584 w 309401"/>
                <a:gd name="connsiteY131" fmla="*/ 974725 h 1011480"/>
                <a:gd name="connsiteX132" fmla="*/ 6352 w 309401"/>
                <a:gd name="connsiteY132" fmla="*/ 974725 h 1011480"/>
                <a:gd name="connsiteX133" fmla="*/ 5608 w 309401"/>
                <a:gd name="connsiteY133" fmla="*/ 971749 h 1011480"/>
                <a:gd name="connsiteX134" fmla="*/ 3375 w 309401"/>
                <a:gd name="connsiteY134" fmla="*/ 971005 h 1011480"/>
                <a:gd name="connsiteX135" fmla="*/ 3098 w 309401"/>
                <a:gd name="connsiteY135" fmla="*/ 964690 h 1011480"/>
                <a:gd name="connsiteX136" fmla="*/ 3089 w 309401"/>
                <a:gd name="connsiteY136" fmla="*/ 962645 h 1011480"/>
                <a:gd name="connsiteX137" fmla="*/ 3101 w 309401"/>
                <a:gd name="connsiteY137" fmla="*/ 955759 h 1011480"/>
                <a:gd name="connsiteX138" fmla="*/ 3093 w 309401"/>
                <a:gd name="connsiteY138" fmla="*/ 950791 h 1011480"/>
                <a:gd name="connsiteX139" fmla="*/ 3102 w 309401"/>
                <a:gd name="connsiteY139" fmla="*/ 937010 h 1011480"/>
                <a:gd name="connsiteX140" fmla="*/ 3102 w 309401"/>
                <a:gd name="connsiteY140" fmla="*/ 923605 h 1011480"/>
                <a:gd name="connsiteX141" fmla="*/ 3109 w 309401"/>
                <a:gd name="connsiteY141" fmla="*/ 895834 h 1011480"/>
                <a:gd name="connsiteX142" fmla="*/ 3123 w 309401"/>
                <a:gd name="connsiteY142" fmla="*/ 867673 h 1011480"/>
                <a:gd name="connsiteX143" fmla="*/ 3123 w 309401"/>
                <a:gd name="connsiteY143" fmla="*/ 865879 h 1011480"/>
                <a:gd name="connsiteX144" fmla="*/ 3121 w 309401"/>
                <a:gd name="connsiteY144" fmla="*/ 856826 h 1011480"/>
                <a:gd name="connsiteX145" fmla="*/ 3139 w 309401"/>
                <a:gd name="connsiteY145" fmla="*/ 791219 h 1011480"/>
                <a:gd name="connsiteX146" fmla="*/ 3164 w 309401"/>
                <a:gd name="connsiteY146" fmla="*/ 726227 h 1011480"/>
                <a:gd name="connsiteX147" fmla="*/ 3164 w 309401"/>
                <a:gd name="connsiteY147" fmla="*/ 724190 h 1011480"/>
                <a:gd name="connsiteX148" fmla="*/ 3166 w 309401"/>
                <a:gd name="connsiteY148" fmla="*/ 705771 h 1011480"/>
                <a:gd name="connsiteX149" fmla="*/ 3172 w 309401"/>
                <a:gd name="connsiteY149" fmla="*/ 659978 h 1011480"/>
                <a:gd name="connsiteX150" fmla="*/ 3172 w 309401"/>
                <a:gd name="connsiteY150" fmla="*/ 657871 h 1011480"/>
                <a:gd name="connsiteX151" fmla="*/ 3207 w 309401"/>
                <a:gd name="connsiteY151" fmla="*/ 556366 h 1011480"/>
                <a:gd name="connsiteX152" fmla="*/ 3222 w 309401"/>
                <a:gd name="connsiteY152" fmla="*/ 521132 h 1011480"/>
                <a:gd name="connsiteX153" fmla="*/ 3223 w 309401"/>
                <a:gd name="connsiteY153" fmla="*/ 518925 h 1011480"/>
                <a:gd name="connsiteX154" fmla="*/ 3252 w 309401"/>
                <a:gd name="connsiteY154" fmla="*/ 417384 h 1011480"/>
                <a:gd name="connsiteX155" fmla="*/ 3254 w 309401"/>
                <a:gd name="connsiteY155" fmla="*/ 410794 h 1011480"/>
                <a:gd name="connsiteX156" fmla="*/ 3262 w 309401"/>
                <a:gd name="connsiteY156" fmla="*/ 367121 h 1011480"/>
                <a:gd name="connsiteX157" fmla="*/ 3280 w 309401"/>
                <a:gd name="connsiteY157" fmla="*/ 280218 h 1011480"/>
                <a:gd name="connsiteX158" fmla="*/ 3281 w 309401"/>
                <a:gd name="connsiteY158" fmla="*/ 276079 h 1011480"/>
                <a:gd name="connsiteX159" fmla="*/ 3340 w 309401"/>
                <a:gd name="connsiteY159" fmla="*/ 89710 h 1011480"/>
                <a:gd name="connsiteX160" fmla="*/ 3341 w 309401"/>
                <a:gd name="connsiteY160" fmla="*/ 87946 h 1011480"/>
                <a:gd name="connsiteX161" fmla="*/ 3351 w 309401"/>
                <a:gd name="connsiteY161" fmla="*/ 62217 h 1011480"/>
                <a:gd name="connsiteX162" fmla="*/ 3351 w 309401"/>
                <a:gd name="connsiteY162" fmla="*/ 60692 h 1011480"/>
                <a:gd name="connsiteX163" fmla="*/ 3375 w 309401"/>
                <a:gd name="connsiteY163" fmla="*/ 645 h 10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09401" h="1011480">
                  <a:moveTo>
                    <a:pt x="3375" y="645"/>
                  </a:moveTo>
                  <a:cubicBezTo>
                    <a:pt x="29405" y="645"/>
                    <a:pt x="55435" y="645"/>
                    <a:pt x="82254" y="645"/>
                  </a:cubicBezTo>
                  <a:cubicBezTo>
                    <a:pt x="82500" y="304165"/>
                    <a:pt x="82745" y="607686"/>
                    <a:pt x="82998" y="920403"/>
                  </a:cubicBezTo>
                  <a:cubicBezTo>
                    <a:pt x="83735" y="920158"/>
                    <a:pt x="84472" y="919912"/>
                    <a:pt x="85231" y="919659"/>
                  </a:cubicBezTo>
                  <a:cubicBezTo>
                    <a:pt x="87158" y="919589"/>
                    <a:pt x="89066" y="919562"/>
                    <a:pt x="90993" y="919570"/>
                  </a:cubicBezTo>
                  <a:cubicBezTo>
                    <a:pt x="91586" y="919569"/>
                    <a:pt x="92179" y="919568"/>
                    <a:pt x="92790" y="919568"/>
                  </a:cubicBezTo>
                  <a:cubicBezTo>
                    <a:pt x="94783" y="919566"/>
                    <a:pt x="96776" y="919570"/>
                    <a:pt x="98769" y="919575"/>
                  </a:cubicBezTo>
                  <a:cubicBezTo>
                    <a:pt x="100196" y="919575"/>
                    <a:pt x="101622" y="919575"/>
                    <a:pt x="103048" y="919574"/>
                  </a:cubicBezTo>
                  <a:cubicBezTo>
                    <a:pt x="106927" y="919574"/>
                    <a:pt x="110806" y="919578"/>
                    <a:pt x="114685" y="919584"/>
                  </a:cubicBezTo>
                  <a:cubicBezTo>
                    <a:pt x="118739" y="919588"/>
                    <a:pt x="122793" y="919589"/>
                    <a:pt x="126847" y="919589"/>
                  </a:cubicBezTo>
                  <a:cubicBezTo>
                    <a:pt x="134529" y="919592"/>
                    <a:pt x="142211" y="919598"/>
                    <a:pt x="149894" y="919605"/>
                  </a:cubicBezTo>
                  <a:cubicBezTo>
                    <a:pt x="158629" y="919614"/>
                    <a:pt x="167365" y="919618"/>
                    <a:pt x="176100" y="919622"/>
                  </a:cubicBezTo>
                  <a:cubicBezTo>
                    <a:pt x="192821" y="919629"/>
                    <a:pt x="209542" y="919640"/>
                    <a:pt x="226263" y="919656"/>
                  </a:cubicBezTo>
                  <a:cubicBezTo>
                    <a:pt x="228365" y="919657"/>
                    <a:pt x="230468" y="919659"/>
                    <a:pt x="232571" y="919659"/>
                  </a:cubicBezTo>
                  <a:cubicBezTo>
                    <a:pt x="232571" y="918863"/>
                    <a:pt x="232570" y="918066"/>
                    <a:pt x="232570" y="917246"/>
                  </a:cubicBezTo>
                  <a:cubicBezTo>
                    <a:pt x="232566" y="889983"/>
                    <a:pt x="232563" y="862720"/>
                    <a:pt x="232559" y="835457"/>
                  </a:cubicBezTo>
                  <a:cubicBezTo>
                    <a:pt x="232559" y="834907"/>
                    <a:pt x="232559" y="834358"/>
                    <a:pt x="232559" y="833792"/>
                  </a:cubicBezTo>
                  <a:cubicBezTo>
                    <a:pt x="232551" y="774962"/>
                    <a:pt x="232544" y="716131"/>
                    <a:pt x="232539" y="657300"/>
                  </a:cubicBezTo>
                  <a:cubicBezTo>
                    <a:pt x="232539" y="655994"/>
                    <a:pt x="232539" y="654687"/>
                    <a:pt x="232539" y="653381"/>
                  </a:cubicBezTo>
                  <a:cubicBezTo>
                    <a:pt x="232537" y="625963"/>
                    <a:pt x="232535" y="598544"/>
                    <a:pt x="232533" y="571126"/>
                  </a:cubicBezTo>
                  <a:cubicBezTo>
                    <a:pt x="232532" y="557354"/>
                    <a:pt x="232531" y="543581"/>
                    <a:pt x="232530" y="529809"/>
                  </a:cubicBezTo>
                  <a:cubicBezTo>
                    <a:pt x="232530" y="527731"/>
                    <a:pt x="232530" y="525654"/>
                    <a:pt x="232529" y="523576"/>
                  </a:cubicBezTo>
                  <a:cubicBezTo>
                    <a:pt x="232528" y="503411"/>
                    <a:pt x="232527" y="483245"/>
                    <a:pt x="232524" y="463080"/>
                  </a:cubicBezTo>
                  <a:cubicBezTo>
                    <a:pt x="232524" y="462045"/>
                    <a:pt x="232524" y="462045"/>
                    <a:pt x="232524" y="460989"/>
                  </a:cubicBezTo>
                  <a:cubicBezTo>
                    <a:pt x="232523" y="449848"/>
                    <a:pt x="232521" y="438707"/>
                    <a:pt x="232520" y="427566"/>
                  </a:cubicBezTo>
                  <a:cubicBezTo>
                    <a:pt x="232519" y="426877"/>
                    <a:pt x="232519" y="426189"/>
                    <a:pt x="232519" y="425480"/>
                  </a:cubicBezTo>
                  <a:cubicBezTo>
                    <a:pt x="232518" y="414379"/>
                    <a:pt x="232516" y="403279"/>
                    <a:pt x="232514" y="392178"/>
                  </a:cubicBezTo>
                  <a:cubicBezTo>
                    <a:pt x="232509" y="360218"/>
                    <a:pt x="232505" y="328258"/>
                    <a:pt x="232503" y="296297"/>
                  </a:cubicBezTo>
                  <a:cubicBezTo>
                    <a:pt x="232503" y="295312"/>
                    <a:pt x="232503" y="295312"/>
                    <a:pt x="232503" y="294307"/>
                  </a:cubicBezTo>
                  <a:cubicBezTo>
                    <a:pt x="232502" y="279891"/>
                    <a:pt x="232501" y="265474"/>
                    <a:pt x="232501" y="251058"/>
                  </a:cubicBezTo>
                  <a:cubicBezTo>
                    <a:pt x="232501" y="245258"/>
                    <a:pt x="232500" y="239458"/>
                    <a:pt x="232500" y="233658"/>
                  </a:cubicBezTo>
                  <a:cubicBezTo>
                    <a:pt x="232500" y="233023"/>
                    <a:pt x="232500" y="232389"/>
                    <a:pt x="232500" y="231735"/>
                  </a:cubicBezTo>
                  <a:cubicBezTo>
                    <a:pt x="232499" y="211259"/>
                    <a:pt x="232496" y="190783"/>
                    <a:pt x="232492" y="170307"/>
                  </a:cubicBezTo>
                  <a:cubicBezTo>
                    <a:pt x="232487" y="149692"/>
                    <a:pt x="232485" y="129077"/>
                    <a:pt x="232486" y="108462"/>
                  </a:cubicBezTo>
                  <a:cubicBezTo>
                    <a:pt x="232486" y="105617"/>
                    <a:pt x="232486" y="102773"/>
                    <a:pt x="232486" y="99928"/>
                  </a:cubicBezTo>
                  <a:cubicBezTo>
                    <a:pt x="232487" y="99370"/>
                    <a:pt x="232487" y="98813"/>
                    <a:pt x="232487" y="98238"/>
                  </a:cubicBezTo>
                  <a:cubicBezTo>
                    <a:pt x="232487" y="89385"/>
                    <a:pt x="232485" y="80532"/>
                    <a:pt x="232481" y="71679"/>
                  </a:cubicBezTo>
                  <a:cubicBezTo>
                    <a:pt x="232478" y="62988"/>
                    <a:pt x="232478" y="54296"/>
                    <a:pt x="232480" y="45604"/>
                  </a:cubicBezTo>
                  <a:cubicBezTo>
                    <a:pt x="232481" y="40949"/>
                    <a:pt x="232481" y="36294"/>
                    <a:pt x="232478" y="31639"/>
                  </a:cubicBezTo>
                  <a:cubicBezTo>
                    <a:pt x="232475" y="27413"/>
                    <a:pt x="232475" y="23188"/>
                    <a:pt x="232478" y="18962"/>
                  </a:cubicBezTo>
                  <a:cubicBezTo>
                    <a:pt x="232479" y="17434"/>
                    <a:pt x="232478" y="15906"/>
                    <a:pt x="232476" y="14378"/>
                  </a:cubicBezTo>
                  <a:cubicBezTo>
                    <a:pt x="232473" y="12319"/>
                    <a:pt x="232475" y="10260"/>
                    <a:pt x="232478" y="8202"/>
                  </a:cubicBezTo>
                  <a:cubicBezTo>
                    <a:pt x="232476" y="7601"/>
                    <a:pt x="232475" y="6999"/>
                    <a:pt x="232473" y="6380"/>
                  </a:cubicBezTo>
                  <a:cubicBezTo>
                    <a:pt x="232486" y="2304"/>
                    <a:pt x="232486" y="2304"/>
                    <a:pt x="233315" y="645"/>
                  </a:cubicBezTo>
                  <a:cubicBezTo>
                    <a:pt x="234625" y="460"/>
                    <a:pt x="234625" y="460"/>
                    <a:pt x="236366" y="461"/>
                  </a:cubicBezTo>
                  <a:cubicBezTo>
                    <a:pt x="237023" y="458"/>
                    <a:pt x="237680" y="455"/>
                    <a:pt x="238358" y="452"/>
                  </a:cubicBezTo>
                  <a:cubicBezTo>
                    <a:pt x="239448" y="458"/>
                    <a:pt x="239448" y="458"/>
                    <a:pt x="240560" y="465"/>
                  </a:cubicBezTo>
                  <a:cubicBezTo>
                    <a:pt x="241321" y="463"/>
                    <a:pt x="242082" y="462"/>
                    <a:pt x="242866" y="460"/>
                  </a:cubicBezTo>
                  <a:cubicBezTo>
                    <a:pt x="245395" y="458"/>
                    <a:pt x="247924" y="466"/>
                    <a:pt x="250453" y="474"/>
                  </a:cubicBezTo>
                  <a:cubicBezTo>
                    <a:pt x="252202" y="475"/>
                    <a:pt x="253951" y="475"/>
                    <a:pt x="255700" y="475"/>
                  </a:cubicBezTo>
                  <a:cubicBezTo>
                    <a:pt x="259371" y="476"/>
                    <a:pt x="263042" y="482"/>
                    <a:pt x="266713" y="492"/>
                  </a:cubicBezTo>
                  <a:cubicBezTo>
                    <a:pt x="271430" y="505"/>
                    <a:pt x="276147" y="508"/>
                    <a:pt x="280864" y="507"/>
                  </a:cubicBezTo>
                  <a:cubicBezTo>
                    <a:pt x="284478" y="507"/>
                    <a:pt x="288091" y="511"/>
                    <a:pt x="291704" y="517"/>
                  </a:cubicBezTo>
                  <a:cubicBezTo>
                    <a:pt x="293444" y="519"/>
                    <a:pt x="295184" y="521"/>
                    <a:pt x="296923" y="521"/>
                  </a:cubicBezTo>
                  <a:cubicBezTo>
                    <a:pt x="299350" y="523"/>
                    <a:pt x="301777" y="529"/>
                    <a:pt x="304204" y="537"/>
                  </a:cubicBezTo>
                  <a:cubicBezTo>
                    <a:pt x="304931" y="537"/>
                    <a:pt x="305658" y="537"/>
                    <a:pt x="306407" y="536"/>
                  </a:cubicBezTo>
                  <a:cubicBezTo>
                    <a:pt x="307064" y="539"/>
                    <a:pt x="307721" y="543"/>
                    <a:pt x="308399" y="546"/>
                  </a:cubicBezTo>
                  <a:cubicBezTo>
                    <a:pt x="308973" y="547"/>
                    <a:pt x="309548" y="548"/>
                    <a:pt x="310140" y="550"/>
                  </a:cubicBezTo>
                  <a:cubicBezTo>
                    <a:pt x="311450" y="645"/>
                    <a:pt x="311450" y="645"/>
                    <a:pt x="312194" y="1390"/>
                  </a:cubicBezTo>
                  <a:cubicBezTo>
                    <a:pt x="312269" y="3498"/>
                    <a:pt x="312294" y="5589"/>
                    <a:pt x="312289" y="7698"/>
                  </a:cubicBezTo>
                  <a:cubicBezTo>
                    <a:pt x="312290" y="8373"/>
                    <a:pt x="312291" y="9047"/>
                    <a:pt x="312292" y="9741"/>
                  </a:cubicBezTo>
                  <a:cubicBezTo>
                    <a:pt x="312296" y="12035"/>
                    <a:pt x="312294" y="14328"/>
                    <a:pt x="312292" y="16622"/>
                  </a:cubicBezTo>
                  <a:cubicBezTo>
                    <a:pt x="312293" y="18276"/>
                    <a:pt x="312294" y="19930"/>
                    <a:pt x="312296" y="21585"/>
                  </a:cubicBezTo>
                  <a:cubicBezTo>
                    <a:pt x="312300" y="26174"/>
                    <a:pt x="312300" y="30764"/>
                    <a:pt x="312299" y="35354"/>
                  </a:cubicBezTo>
                  <a:cubicBezTo>
                    <a:pt x="312298" y="39818"/>
                    <a:pt x="312301" y="44282"/>
                    <a:pt x="312304" y="48746"/>
                  </a:cubicBezTo>
                  <a:cubicBezTo>
                    <a:pt x="312310" y="57995"/>
                    <a:pt x="312312" y="67244"/>
                    <a:pt x="312312" y="76493"/>
                  </a:cubicBezTo>
                  <a:cubicBezTo>
                    <a:pt x="312313" y="85871"/>
                    <a:pt x="312315" y="95250"/>
                    <a:pt x="312319" y="104629"/>
                  </a:cubicBezTo>
                  <a:cubicBezTo>
                    <a:pt x="312319" y="105220"/>
                    <a:pt x="312319" y="105811"/>
                    <a:pt x="312319" y="106421"/>
                  </a:cubicBezTo>
                  <a:cubicBezTo>
                    <a:pt x="312320" y="108829"/>
                    <a:pt x="312321" y="111237"/>
                    <a:pt x="312322" y="113645"/>
                  </a:cubicBezTo>
                  <a:cubicBezTo>
                    <a:pt x="312335" y="142187"/>
                    <a:pt x="312339" y="170729"/>
                    <a:pt x="312343" y="199271"/>
                  </a:cubicBezTo>
                  <a:cubicBezTo>
                    <a:pt x="312345" y="213477"/>
                    <a:pt x="312347" y="227682"/>
                    <a:pt x="312350" y="241887"/>
                  </a:cubicBezTo>
                  <a:cubicBezTo>
                    <a:pt x="312360" y="287426"/>
                    <a:pt x="312368" y="332964"/>
                    <a:pt x="312370" y="378502"/>
                  </a:cubicBezTo>
                  <a:cubicBezTo>
                    <a:pt x="312371" y="380680"/>
                    <a:pt x="312371" y="382857"/>
                    <a:pt x="312371" y="385035"/>
                  </a:cubicBezTo>
                  <a:cubicBezTo>
                    <a:pt x="312371" y="389402"/>
                    <a:pt x="312371" y="393769"/>
                    <a:pt x="312371" y="398135"/>
                  </a:cubicBezTo>
                  <a:cubicBezTo>
                    <a:pt x="312372" y="403248"/>
                    <a:pt x="312372" y="408361"/>
                    <a:pt x="312372" y="413474"/>
                  </a:cubicBezTo>
                  <a:cubicBezTo>
                    <a:pt x="312372" y="414938"/>
                    <a:pt x="312373" y="416401"/>
                    <a:pt x="312373" y="417864"/>
                  </a:cubicBezTo>
                  <a:cubicBezTo>
                    <a:pt x="312375" y="464883"/>
                    <a:pt x="312386" y="511901"/>
                    <a:pt x="312404" y="558920"/>
                  </a:cubicBezTo>
                  <a:cubicBezTo>
                    <a:pt x="312416" y="592697"/>
                    <a:pt x="312428" y="626474"/>
                    <a:pt x="312431" y="660250"/>
                  </a:cubicBezTo>
                  <a:cubicBezTo>
                    <a:pt x="312431" y="660945"/>
                    <a:pt x="312431" y="661639"/>
                    <a:pt x="312431" y="662354"/>
                  </a:cubicBezTo>
                  <a:cubicBezTo>
                    <a:pt x="312433" y="677588"/>
                    <a:pt x="312434" y="692822"/>
                    <a:pt x="312434" y="708056"/>
                  </a:cubicBezTo>
                  <a:cubicBezTo>
                    <a:pt x="312434" y="713507"/>
                    <a:pt x="312434" y="718958"/>
                    <a:pt x="312434" y="724408"/>
                  </a:cubicBezTo>
                  <a:cubicBezTo>
                    <a:pt x="312434" y="725764"/>
                    <a:pt x="312435" y="727120"/>
                    <a:pt x="312435" y="728476"/>
                  </a:cubicBezTo>
                  <a:cubicBezTo>
                    <a:pt x="312435" y="750116"/>
                    <a:pt x="312443" y="771755"/>
                    <a:pt x="312454" y="793395"/>
                  </a:cubicBezTo>
                  <a:cubicBezTo>
                    <a:pt x="312464" y="815179"/>
                    <a:pt x="312468" y="836964"/>
                    <a:pt x="312462" y="858749"/>
                  </a:cubicBezTo>
                  <a:cubicBezTo>
                    <a:pt x="312461" y="861754"/>
                    <a:pt x="312461" y="864760"/>
                    <a:pt x="312460" y="867766"/>
                  </a:cubicBezTo>
                  <a:cubicBezTo>
                    <a:pt x="312460" y="868649"/>
                    <a:pt x="312460" y="868649"/>
                    <a:pt x="312459" y="869551"/>
                  </a:cubicBezTo>
                  <a:cubicBezTo>
                    <a:pt x="312457" y="878907"/>
                    <a:pt x="312463" y="888264"/>
                    <a:pt x="312471" y="897620"/>
                  </a:cubicBezTo>
                  <a:cubicBezTo>
                    <a:pt x="312480" y="906804"/>
                    <a:pt x="312480" y="915989"/>
                    <a:pt x="312472" y="925173"/>
                  </a:cubicBezTo>
                  <a:cubicBezTo>
                    <a:pt x="312468" y="930093"/>
                    <a:pt x="312467" y="935013"/>
                    <a:pt x="312477" y="939932"/>
                  </a:cubicBezTo>
                  <a:cubicBezTo>
                    <a:pt x="312485" y="944397"/>
                    <a:pt x="312483" y="948862"/>
                    <a:pt x="312473" y="953326"/>
                  </a:cubicBezTo>
                  <a:cubicBezTo>
                    <a:pt x="312471" y="954942"/>
                    <a:pt x="312473" y="956557"/>
                    <a:pt x="312480" y="958173"/>
                  </a:cubicBezTo>
                  <a:cubicBezTo>
                    <a:pt x="312487" y="960347"/>
                    <a:pt x="312481" y="962521"/>
                    <a:pt x="312472" y="964696"/>
                  </a:cubicBezTo>
                  <a:cubicBezTo>
                    <a:pt x="312477" y="965333"/>
                    <a:pt x="312483" y="965970"/>
                    <a:pt x="312489" y="966627"/>
                  </a:cubicBezTo>
                  <a:cubicBezTo>
                    <a:pt x="312472" y="968361"/>
                    <a:pt x="312472" y="968361"/>
                    <a:pt x="312194" y="971005"/>
                  </a:cubicBezTo>
                  <a:cubicBezTo>
                    <a:pt x="311457" y="971250"/>
                    <a:pt x="310720" y="971496"/>
                    <a:pt x="309961" y="971749"/>
                  </a:cubicBezTo>
                  <a:cubicBezTo>
                    <a:pt x="309716" y="972486"/>
                    <a:pt x="309470" y="973222"/>
                    <a:pt x="309217" y="973981"/>
                  </a:cubicBezTo>
                  <a:cubicBezTo>
                    <a:pt x="308480" y="974227"/>
                    <a:pt x="307744" y="974472"/>
                    <a:pt x="306985" y="974725"/>
                  </a:cubicBezTo>
                  <a:cubicBezTo>
                    <a:pt x="306464" y="975705"/>
                    <a:pt x="305967" y="976698"/>
                    <a:pt x="305496" y="977702"/>
                  </a:cubicBezTo>
                  <a:cubicBezTo>
                    <a:pt x="305005" y="977947"/>
                    <a:pt x="304514" y="978193"/>
                    <a:pt x="304008" y="978446"/>
                  </a:cubicBezTo>
                  <a:cubicBezTo>
                    <a:pt x="303763" y="979183"/>
                    <a:pt x="303517" y="979919"/>
                    <a:pt x="303264" y="980679"/>
                  </a:cubicBezTo>
                  <a:cubicBezTo>
                    <a:pt x="302527" y="981170"/>
                    <a:pt x="301791" y="981661"/>
                    <a:pt x="301032" y="982167"/>
                  </a:cubicBezTo>
                  <a:cubicBezTo>
                    <a:pt x="300786" y="982903"/>
                    <a:pt x="300540" y="983640"/>
                    <a:pt x="300287" y="984399"/>
                  </a:cubicBezTo>
                  <a:cubicBezTo>
                    <a:pt x="299064" y="985656"/>
                    <a:pt x="297821" y="986894"/>
                    <a:pt x="296567" y="988120"/>
                  </a:cubicBezTo>
                  <a:cubicBezTo>
                    <a:pt x="295830" y="989041"/>
                    <a:pt x="295830" y="989041"/>
                    <a:pt x="295078" y="989980"/>
                  </a:cubicBezTo>
                  <a:cubicBezTo>
                    <a:pt x="293462" y="992001"/>
                    <a:pt x="291773" y="993808"/>
                    <a:pt x="289869" y="995561"/>
                  </a:cubicBezTo>
                  <a:cubicBezTo>
                    <a:pt x="289378" y="995561"/>
                    <a:pt x="288887" y="995561"/>
                    <a:pt x="288381" y="995561"/>
                  </a:cubicBezTo>
                  <a:cubicBezTo>
                    <a:pt x="287851" y="996787"/>
                    <a:pt x="287359" y="998030"/>
                    <a:pt x="286893" y="999282"/>
                  </a:cubicBezTo>
                  <a:cubicBezTo>
                    <a:pt x="286402" y="1000019"/>
                    <a:pt x="285911" y="1000755"/>
                    <a:pt x="285405" y="1001514"/>
                  </a:cubicBezTo>
                  <a:cubicBezTo>
                    <a:pt x="284422" y="1001514"/>
                    <a:pt x="283440" y="1001514"/>
                    <a:pt x="282428" y="1001514"/>
                  </a:cubicBezTo>
                  <a:cubicBezTo>
                    <a:pt x="282150" y="1002748"/>
                    <a:pt x="281902" y="1003989"/>
                    <a:pt x="281684" y="1005235"/>
                  </a:cubicBezTo>
                  <a:cubicBezTo>
                    <a:pt x="280947" y="1005235"/>
                    <a:pt x="280211" y="1005235"/>
                    <a:pt x="279452" y="1005235"/>
                  </a:cubicBezTo>
                  <a:cubicBezTo>
                    <a:pt x="279452" y="1006463"/>
                    <a:pt x="279452" y="1007691"/>
                    <a:pt x="279452" y="1008956"/>
                  </a:cubicBezTo>
                  <a:cubicBezTo>
                    <a:pt x="278469" y="1008956"/>
                    <a:pt x="277487" y="1008956"/>
                    <a:pt x="276475" y="1008956"/>
                  </a:cubicBezTo>
                  <a:cubicBezTo>
                    <a:pt x="276475" y="1009938"/>
                    <a:pt x="276475" y="1010920"/>
                    <a:pt x="276475" y="1011932"/>
                  </a:cubicBezTo>
                  <a:cubicBezTo>
                    <a:pt x="198139" y="1011932"/>
                    <a:pt x="119804" y="1011932"/>
                    <a:pt x="39094" y="1011932"/>
                  </a:cubicBezTo>
                  <a:cubicBezTo>
                    <a:pt x="39094" y="1010950"/>
                    <a:pt x="39094" y="1009968"/>
                    <a:pt x="39094" y="1008956"/>
                  </a:cubicBezTo>
                  <a:cubicBezTo>
                    <a:pt x="38112" y="1008956"/>
                    <a:pt x="37130" y="1008956"/>
                    <a:pt x="36118" y="1008956"/>
                  </a:cubicBezTo>
                  <a:cubicBezTo>
                    <a:pt x="36194" y="1008357"/>
                    <a:pt x="36271" y="1007759"/>
                    <a:pt x="36350" y="1007142"/>
                  </a:cubicBezTo>
                  <a:cubicBezTo>
                    <a:pt x="36273" y="1006513"/>
                    <a:pt x="36197" y="1005883"/>
                    <a:pt x="36118" y="1005235"/>
                  </a:cubicBezTo>
                  <a:cubicBezTo>
                    <a:pt x="35557" y="1005140"/>
                    <a:pt x="34997" y="1005045"/>
                    <a:pt x="34420" y="1004947"/>
                  </a:cubicBezTo>
                  <a:cubicBezTo>
                    <a:pt x="31799" y="1004356"/>
                    <a:pt x="31141" y="1003365"/>
                    <a:pt x="29560" y="1001235"/>
                  </a:cubicBezTo>
                  <a:cubicBezTo>
                    <a:pt x="29110" y="1000646"/>
                    <a:pt x="28660" y="1000057"/>
                    <a:pt x="28196" y="999451"/>
                  </a:cubicBezTo>
                  <a:cubicBezTo>
                    <a:pt x="27188" y="997794"/>
                    <a:pt x="27188" y="997794"/>
                    <a:pt x="27188" y="995561"/>
                  </a:cubicBezTo>
                  <a:cubicBezTo>
                    <a:pt x="26336" y="995406"/>
                    <a:pt x="26336" y="995406"/>
                    <a:pt x="25467" y="995247"/>
                  </a:cubicBezTo>
                  <a:cubicBezTo>
                    <a:pt x="23467" y="994817"/>
                    <a:pt x="23467" y="994817"/>
                    <a:pt x="22258" y="993410"/>
                  </a:cubicBezTo>
                  <a:cubicBezTo>
                    <a:pt x="21751" y="992541"/>
                    <a:pt x="21751" y="992541"/>
                    <a:pt x="21235" y="991655"/>
                  </a:cubicBezTo>
                  <a:cubicBezTo>
                    <a:pt x="19508" y="988846"/>
                    <a:pt x="17653" y="986704"/>
                    <a:pt x="15282" y="984399"/>
                  </a:cubicBezTo>
                  <a:cubicBezTo>
                    <a:pt x="14763" y="983419"/>
                    <a:pt x="14262" y="982428"/>
                    <a:pt x="13793" y="981423"/>
                  </a:cubicBezTo>
                  <a:cubicBezTo>
                    <a:pt x="13394" y="981024"/>
                    <a:pt x="12995" y="980625"/>
                    <a:pt x="12584" y="980213"/>
                  </a:cubicBezTo>
                  <a:cubicBezTo>
                    <a:pt x="11561" y="979190"/>
                    <a:pt x="11561" y="979190"/>
                    <a:pt x="11561" y="977702"/>
                  </a:cubicBezTo>
                  <a:cubicBezTo>
                    <a:pt x="10824" y="977702"/>
                    <a:pt x="10087" y="977702"/>
                    <a:pt x="9328" y="977702"/>
                  </a:cubicBezTo>
                  <a:cubicBezTo>
                    <a:pt x="9080" y="976710"/>
                    <a:pt x="8832" y="975718"/>
                    <a:pt x="8584" y="974725"/>
                  </a:cubicBezTo>
                  <a:cubicBezTo>
                    <a:pt x="7848" y="974725"/>
                    <a:pt x="7111" y="974725"/>
                    <a:pt x="6352" y="974725"/>
                  </a:cubicBezTo>
                  <a:cubicBezTo>
                    <a:pt x="6096" y="973735"/>
                    <a:pt x="5849" y="972743"/>
                    <a:pt x="5608" y="971749"/>
                  </a:cubicBezTo>
                  <a:cubicBezTo>
                    <a:pt x="4871" y="971503"/>
                    <a:pt x="4134" y="971258"/>
                    <a:pt x="3375" y="971005"/>
                  </a:cubicBezTo>
                  <a:cubicBezTo>
                    <a:pt x="3149" y="968849"/>
                    <a:pt x="3079" y="966850"/>
                    <a:pt x="3098" y="964690"/>
                  </a:cubicBezTo>
                  <a:cubicBezTo>
                    <a:pt x="3094" y="963678"/>
                    <a:pt x="3094" y="963678"/>
                    <a:pt x="3089" y="962645"/>
                  </a:cubicBezTo>
                  <a:cubicBezTo>
                    <a:pt x="3083" y="960350"/>
                    <a:pt x="3092" y="958054"/>
                    <a:pt x="3101" y="955759"/>
                  </a:cubicBezTo>
                  <a:cubicBezTo>
                    <a:pt x="3099" y="954103"/>
                    <a:pt x="3096" y="952447"/>
                    <a:pt x="3093" y="950791"/>
                  </a:cubicBezTo>
                  <a:cubicBezTo>
                    <a:pt x="3086" y="946198"/>
                    <a:pt x="3093" y="941604"/>
                    <a:pt x="3102" y="937010"/>
                  </a:cubicBezTo>
                  <a:cubicBezTo>
                    <a:pt x="3109" y="932542"/>
                    <a:pt x="3106" y="928074"/>
                    <a:pt x="3102" y="923605"/>
                  </a:cubicBezTo>
                  <a:cubicBezTo>
                    <a:pt x="3096" y="914348"/>
                    <a:pt x="3100" y="905091"/>
                    <a:pt x="3109" y="895834"/>
                  </a:cubicBezTo>
                  <a:cubicBezTo>
                    <a:pt x="3119" y="886447"/>
                    <a:pt x="3124" y="877060"/>
                    <a:pt x="3123" y="867673"/>
                  </a:cubicBezTo>
                  <a:cubicBezTo>
                    <a:pt x="3123" y="867081"/>
                    <a:pt x="3123" y="866489"/>
                    <a:pt x="3123" y="865879"/>
                  </a:cubicBezTo>
                  <a:cubicBezTo>
                    <a:pt x="3122" y="862861"/>
                    <a:pt x="3122" y="859844"/>
                    <a:pt x="3121" y="856826"/>
                  </a:cubicBezTo>
                  <a:cubicBezTo>
                    <a:pt x="3118" y="834957"/>
                    <a:pt x="3126" y="813088"/>
                    <a:pt x="3139" y="791219"/>
                  </a:cubicBezTo>
                  <a:cubicBezTo>
                    <a:pt x="3153" y="769555"/>
                    <a:pt x="3161" y="747891"/>
                    <a:pt x="3164" y="726227"/>
                  </a:cubicBezTo>
                  <a:cubicBezTo>
                    <a:pt x="3164" y="725555"/>
                    <a:pt x="3164" y="724882"/>
                    <a:pt x="3164" y="724190"/>
                  </a:cubicBezTo>
                  <a:cubicBezTo>
                    <a:pt x="3164" y="718050"/>
                    <a:pt x="3165" y="711910"/>
                    <a:pt x="3166" y="705771"/>
                  </a:cubicBezTo>
                  <a:cubicBezTo>
                    <a:pt x="3167" y="690506"/>
                    <a:pt x="3169" y="675242"/>
                    <a:pt x="3172" y="659978"/>
                  </a:cubicBezTo>
                  <a:cubicBezTo>
                    <a:pt x="3172" y="659283"/>
                    <a:pt x="3172" y="658588"/>
                    <a:pt x="3172" y="657871"/>
                  </a:cubicBezTo>
                  <a:cubicBezTo>
                    <a:pt x="3178" y="624036"/>
                    <a:pt x="3192" y="590201"/>
                    <a:pt x="3207" y="556366"/>
                  </a:cubicBezTo>
                  <a:cubicBezTo>
                    <a:pt x="3212" y="544622"/>
                    <a:pt x="3217" y="532877"/>
                    <a:pt x="3222" y="521132"/>
                  </a:cubicBezTo>
                  <a:cubicBezTo>
                    <a:pt x="3222" y="520404"/>
                    <a:pt x="3223" y="519675"/>
                    <a:pt x="3223" y="518925"/>
                  </a:cubicBezTo>
                  <a:cubicBezTo>
                    <a:pt x="3237" y="485078"/>
                    <a:pt x="3245" y="451231"/>
                    <a:pt x="3252" y="417384"/>
                  </a:cubicBezTo>
                  <a:cubicBezTo>
                    <a:pt x="3253" y="415187"/>
                    <a:pt x="3253" y="412991"/>
                    <a:pt x="3254" y="410794"/>
                  </a:cubicBezTo>
                  <a:cubicBezTo>
                    <a:pt x="3257" y="396236"/>
                    <a:pt x="3259" y="381678"/>
                    <a:pt x="3262" y="367121"/>
                  </a:cubicBezTo>
                  <a:cubicBezTo>
                    <a:pt x="3268" y="338153"/>
                    <a:pt x="3274" y="309186"/>
                    <a:pt x="3280" y="280218"/>
                  </a:cubicBezTo>
                  <a:cubicBezTo>
                    <a:pt x="3281" y="278839"/>
                    <a:pt x="3281" y="277459"/>
                    <a:pt x="3281" y="276079"/>
                  </a:cubicBezTo>
                  <a:cubicBezTo>
                    <a:pt x="3295" y="213956"/>
                    <a:pt x="3316" y="151833"/>
                    <a:pt x="3340" y="89710"/>
                  </a:cubicBezTo>
                  <a:cubicBezTo>
                    <a:pt x="3340" y="89128"/>
                    <a:pt x="3340" y="88546"/>
                    <a:pt x="3341" y="87946"/>
                  </a:cubicBezTo>
                  <a:cubicBezTo>
                    <a:pt x="3344" y="79370"/>
                    <a:pt x="3347" y="70794"/>
                    <a:pt x="3351" y="62217"/>
                  </a:cubicBezTo>
                  <a:cubicBezTo>
                    <a:pt x="3351" y="61714"/>
                    <a:pt x="3351" y="61210"/>
                    <a:pt x="3351" y="60692"/>
                  </a:cubicBezTo>
                  <a:cubicBezTo>
                    <a:pt x="3359" y="40676"/>
                    <a:pt x="3367" y="20661"/>
                    <a:pt x="3375" y="645"/>
                  </a:cubicBezTo>
                  <a:close/>
                </a:path>
              </a:pathLst>
            </a:custGeom>
            <a:grpFill/>
            <a:ln w="744" cap="flat">
              <a:noFill/>
              <a:prstDash val="solid"/>
              <a:miter/>
            </a:ln>
          </p:spPr>
          <p:txBody>
            <a:bodyPr rtlCol="0" anchor="ctr"/>
            <a:lstStyle/>
            <a:p>
              <a:endParaRPr lang="zh-CN" altLang="en-US"/>
            </a:p>
          </p:txBody>
        </p:sp>
        <p:sp>
          <p:nvSpPr>
            <p:cNvPr id="85" name="任意多边形: 形状 84"/>
            <p:cNvSpPr/>
            <p:nvPr/>
          </p:nvSpPr>
          <p:spPr>
            <a:xfrm>
              <a:off x="9949456" y="600569"/>
              <a:ext cx="438098" cy="560149"/>
            </a:xfrm>
            <a:custGeom>
              <a:avLst/>
              <a:gdLst>
                <a:gd name="connsiteX0" fmla="*/ 159688 w 438098"/>
                <a:gd name="connsiteY0" fmla="*/ 350512 h 560149"/>
                <a:gd name="connsiteX1" fmla="*/ 158849 w 438098"/>
                <a:gd name="connsiteY1" fmla="*/ 352555 h 560149"/>
                <a:gd name="connsiteX2" fmla="*/ 158848 w 438098"/>
                <a:gd name="connsiteY2" fmla="*/ 354266 h 560149"/>
                <a:gd name="connsiteX3" fmla="*/ 158841 w 438098"/>
                <a:gd name="connsiteY3" fmla="*/ 356200 h 560149"/>
                <a:gd name="connsiteX4" fmla="*/ 158845 w 438098"/>
                <a:gd name="connsiteY4" fmla="*/ 358302 h 560149"/>
                <a:gd name="connsiteX5" fmla="*/ 158842 w 438098"/>
                <a:gd name="connsiteY5" fmla="*/ 362660 h 560149"/>
                <a:gd name="connsiteX6" fmla="*/ 158847 w 438098"/>
                <a:gd name="connsiteY6" fmla="*/ 369568 h 560149"/>
                <a:gd name="connsiteX7" fmla="*/ 158843 w 438098"/>
                <a:gd name="connsiteY7" fmla="*/ 374064 h 560149"/>
                <a:gd name="connsiteX8" fmla="*/ 158845 w 438098"/>
                <a:gd name="connsiteY8" fmla="*/ 376208 h 560149"/>
                <a:gd name="connsiteX9" fmla="*/ 158841 w 438098"/>
                <a:gd name="connsiteY9" fmla="*/ 378310 h 560149"/>
                <a:gd name="connsiteX10" fmla="*/ 158848 w 438098"/>
                <a:gd name="connsiteY10" fmla="*/ 380244 h 560149"/>
                <a:gd name="connsiteX11" fmla="*/ 159688 w 438098"/>
                <a:gd name="connsiteY11" fmla="*/ 383998 h 560149"/>
                <a:gd name="connsiteX12" fmla="*/ 164065 w 438098"/>
                <a:gd name="connsiteY12" fmla="*/ 384078 h 560149"/>
                <a:gd name="connsiteX13" fmla="*/ 165988 w 438098"/>
                <a:gd name="connsiteY13" fmla="*/ 384065 h 560149"/>
                <a:gd name="connsiteX14" fmla="*/ 172434 w 438098"/>
                <a:gd name="connsiteY14" fmla="*/ 384039 h 560149"/>
                <a:gd name="connsiteX15" fmla="*/ 177178 w 438098"/>
                <a:gd name="connsiteY15" fmla="*/ 384017 h 560149"/>
                <a:gd name="connsiteX16" fmla="*/ 190063 w 438098"/>
                <a:gd name="connsiteY16" fmla="*/ 383962 h 560149"/>
                <a:gd name="connsiteX17" fmla="*/ 203771 w 438098"/>
                <a:gd name="connsiteY17" fmla="*/ 383898 h 560149"/>
                <a:gd name="connsiteX18" fmla="*/ 226691 w 438098"/>
                <a:gd name="connsiteY18" fmla="*/ 383792 h 560149"/>
                <a:gd name="connsiteX19" fmla="*/ 253439 w 438098"/>
                <a:gd name="connsiteY19" fmla="*/ 383669 h 560149"/>
                <a:gd name="connsiteX20" fmla="*/ 276538 w 438098"/>
                <a:gd name="connsiteY20" fmla="*/ 383568 h 560149"/>
                <a:gd name="connsiteX21" fmla="*/ 290290 w 438098"/>
                <a:gd name="connsiteY21" fmla="*/ 383504 h 560149"/>
                <a:gd name="connsiteX22" fmla="*/ 303463 w 438098"/>
                <a:gd name="connsiteY22" fmla="*/ 383445 h 560149"/>
                <a:gd name="connsiteX23" fmla="*/ 308298 w 438098"/>
                <a:gd name="connsiteY23" fmla="*/ 383419 h 560149"/>
                <a:gd name="connsiteX24" fmla="*/ 315073 w 438098"/>
                <a:gd name="connsiteY24" fmla="*/ 383390 h 560149"/>
                <a:gd name="connsiteX25" fmla="*/ 317099 w 438098"/>
                <a:gd name="connsiteY25" fmla="*/ 383377 h 560149"/>
                <a:gd name="connsiteX26" fmla="*/ 324143 w 438098"/>
                <a:gd name="connsiteY26" fmla="*/ 382510 h 560149"/>
                <a:gd name="connsiteX27" fmla="*/ 324114 w 438098"/>
                <a:gd name="connsiteY27" fmla="*/ 377774 h 560149"/>
                <a:gd name="connsiteX28" fmla="*/ 324053 w 438098"/>
                <a:gd name="connsiteY28" fmla="*/ 375763 h 560149"/>
                <a:gd name="connsiteX29" fmla="*/ 323881 w 438098"/>
                <a:gd name="connsiteY29" fmla="*/ 369419 h 560149"/>
                <a:gd name="connsiteX30" fmla="*/ 323758 w 438098"/>
                <a:gd name="connsiteY30" fmla="*/ 364995 h 560149"/>
                <a:gd name="connsiteX31" fmla="*/ 323399 w 438098"/>
                <a:gd name="connsiteY31" fmla="*/ 352000 h 560149"/>
                <a:gd name="connsiteX32" fmla="*/ 262926 w 438098"/>
                <a:gd name="connsiteY32" fmla="*/ 351760 h 560149"/>
                <a:gd name="connsiteX33" fmla="*/ 233535 w 438098"/>
                <a:gd name="connsiteY33" fmla="*/ 351641 h 560149"/>
                <a:gd name="connsiteX34" fmla="*/ 207713 w 438098"/>
                <a:gd name="connsiteY34" fmla="*/ 351538 h 560149"/>
                <a:gd name="connsiteX35" fmla="*/ 194085 w 438098"/>
                <a:gd name="connsiteY35" fmla="*/ 351482 h 560149"/>
                <a:gd name="connsiteX36" fmla="*/ 181032 w 438098"/>
                <a:gd name="connsiteY36" fmla="*/ 351431 h 560149"/>
                <a:gd name="connsiteX37" fmla="*/ 176237 w 438098"/>
                <a:gd name="connsiteY37" fmla="*/ 351409 h 560149"/>
                <a:gd name="connsiteX38" fmla="*/ 169525 w 438098"/>
                <a:gd name="connsiteY38" fmla="*/ 351385 h 560149"/>
                <a:gd name="connsiteX39" fmla="*/ 167514 w 438098"/>
                <a:gd name="connsiteY39" fmla="*/ 351374 h 560149"/>
                <a:gd name="connsiteX40" fmla="*/ 161176 w 438098"/>
                <a:gd name="connsiteY40" fmla="*/ 351256 h 560149"/>
                <a:gd name="connsiteX41" fmla="*/ 159688 w 438098"/>
                <a:gd name="connsiteY41" fmla="*/ 350512 h 560149"/>
                <a:gd name="connsiteX42" fmla="*/ 318997 w 438098"/>
                <a:gd name="connsiteY42" fmla="*/ 252515 h 560149"/>
                <a:gd name="connsiteX43" fmla="*/ 317065 w 438098"/>
                <a:gd name="connsiteY43" fmla="*/ 252541 h 560149"/>
                <a:gd name="connsiteX44" fmla="*/ 310584 w 438098"/>
                <a:gd name="connsiteY44" fmla="*/ 252544 h 560149"/>
                <a:gd name="connsiteX45" fmla="*/ 305815 w 438098"/>
                <a:gd name="connsiteY45" fmla="*/ 252563 h 560149"/>
                <a:gd name="connsiteX46" fmla="*/ 292862 w 438098"/>
                <a:gd name="connsiteY46" fmla="*/ 252585 h 560149"/>
                <a:gd name="connsiteX47" fmla="*/ 279084 w 438098"/>
                <a:gd name="connsiteY47" fmla="*/ 252619 h 560149"/>
                <a:gd name="connsiteX48" fmla="*/ 253079 w 438098"/>
                <a:gd name="connsiteY48" fmla="*/ 252675 h 560149"/>
                <a:gd name="connsiteX49" fmla="*/ 223231 w 438098"/>
                <a:gd name="connsiteY49" fmla="*/ 252745 h 560149"/>
                <a:gd name="connsiteX50" fmla="*/ 158942 w 438098"/>
                <a:gd name="connsiteY50" fmla="*/ 252899 h 560149"/>
                <a:gd name="connsiteX51" fmla="*/ 158906 w 438098"/>
                <a:gd name="connsiteY51" fmla="*/ 265031 h 560149"/>
                <a:gd name="connsiteX52" fmla="*/ 158896 w 438098"/>
                <a:gd name="connsiteY52" fmla="*/ 269968 h 560149"/>
                <a:gd name="connsiteX53" fmla="*/ 158873 w 438098"/>
                <a:gd name="connsiteY53" fmla="*/ 277270 h 560149"/>
                <a:gd name="connsiteX54" fmla="*/ 158870 w 438098"/>
                <a:gd name="connsiteY54" fmla="*/ 279569 h 560149"/>
                <a:gd name="connsiteX55" fmla="*/ 158858 w 438098"/>
                <a:gd name="connsiteY55" fmla="*/ 281826 h 560149"/>
                <a:gd name="connsiteX56" fmla="*/ 158858 w 438098"/>
                <a:gd name="connsiteY56" fmla="*/ 283903 h 560149"/>
                <a:gd name="connsiteX57" fmla="*/ 158853 w 438098"/>
                <a:gd name="connsiteY57" fmla="*/ 285741 h 560149"/>
                <a:gd name="connsiteX58" fmla="*/ 159687 w 438098"/>
                <a:gd name="connsiteY58" fmla="*/ 287874 h 560149"/>
                <a:gd name="connsiteX59" fmla="*/ 164087 w 438098"/>
                <a:gd name="connsiteY59" fmla="*/ 287950 h 560149"/>
                <a:gd name="connsiteX60" fmla="*/ 166019 w 438098"/>
                <a:gd name="connsiteY60" fmla="*/ 287935 h 560149"/>
                <a:gd name="connsiteX61" fmla="*/ 172500 w 438098"/>
                <a:gd name="connsiteY61" fmla="*/ 287905 h 560149"/>
                <a:gd name="connsiteX62" fmla="*/ 177269 w 438098"/>
                <a:gd name="connsiteY62" fmla="*/ 287879 h 560149"/>
                <a:gd name="connsiteX63" fmla="*/ 190222 w 438098"/>
                <a:gd name="connsiteY63" fmla="*/ 287815 h 560149"/>
                <a:gd name="connsiteX64" fmla="*/ 204000 w 438098"/>
                <a:gd name="connsiteY64" fmla="*/ 287744 h 560149"/>
                <a:gd name="connsiteX65" fmla="*/ 230006 w 438098"/>
                <a:gd name="connsiteY65" fmla="*/ 287612 h 560149"/>
                <a:gd name="connsiteX66" fmla="*/ 259853 w 438098"/>
                <a:gd name="connsiteY66" fmla="*/ 287459 h 560149"/>
                <a:gd name="connsiteX67" fmla="*/ 324142 w 438098"/>
                <a:gd name="connsiteY67" fmla="*/ 287130 h 560149"/>
                <a:gd name="connsiteX68" fmla="*/ 324178 w 438098"/>
                <a:gd name="connsiteY68" fmla="*/ 276165 h 560149"/>
                <a:gd name="connsiteX69" fmla="*/ 324188 w 438098"/>
                <a:gd name="connsiteY69" fmla="*/ 271689 h 560149"/>
                <a:gd name="connsiteX70" fmla="*/ 324211 w 438098"/>
                <a:gd name="connsiteY70" fmla="*/ 265093 h 560149"/>
                <a:gd name="connsiteX71" fmla="*/ 324214 w 438098"/>
                <a:gd name="connsiteY71" fmla="*/ 263003 h 560149"/>
                <a:gd name="connsiteX72" fmla="*/ 324226 w 438098"/>
                <a:gd name="connsiteY72" fmla="*/ 260978 h 560149"/>
                <a:gd name="connsiteX73" fmla="*/ 324226 w 438098"/>
                <a:gd name="connsiteY73" fmla="*/ 259083 h 560149"/>
                <a:gd name="connsiteX74" fmla="*/ 323398 w 438098"/>
                <a:gd name="connsiteY74" fmla="*/ 252899 h 560149"/>
                <a:gd name="connsiteX75" fmla="*/ 318997 w 438098"/>
                <a:gd name="connsiteY75" fmla="*/ 252515 h 560149"/>
                <a:gd name="connsiteX76" fmla="*/ 164292 w 438098"/>
                <a:gd name="connsiteY76" fmla="*/ 0 h 560149"/>
                <a:gd name="connsiteX77" fmla="*/ 165641 w 438098"/>
                <a:gd name="connsiteY77" fmla="*/ 296 h 560149"/>
                <a:gd name="connsiteX78" fmla="*/ 166385 w 438098"/>
                <a:gd name="connsiteY78" fmla="*/ 2529 h 560149"/>
                <a:gd name="connsiteX79" fmla="*/ 172013 w 438098"/>
                <a:gd name="connsiteY79" fmla="*/ 3041 h 560149"/>
                <a:gd name="connsiteX80" fmla="*/ 173616 w 438098"/>
                <a:gd name="connsiteY80" fmla="*/ 3118 h 560149"/>
                <a:gd name="connsiteX81" fmla="*/ 177547 w 438098"/>
                <a:gd name="connsiteY81" fmla="*/ 3273 h 560149"/>
                <a:gd name="connsiteX82" fmla="*/ 177547 w 438098"/>
                <a:gd name="connsiteY82" fmla="*/ 6250 h 560149"/>
                <a:gd name="connsiteX83" fmla="*/ 180126 w 438098"/>
                <a:gd name="connsiteY83" fmla="*/ 6334 h 560149"/>
                <a:gd name="connsiteX84" fmla="*/ 183454 w 438098"/>
                <a:gd name="connsiteY84" fmla="*/ 6482 h 560149"/>
                <a:gd name="connsiteX85" fmla="*/ 185156 w 438098"/>
                <a:gd name="connsiteY85" fmla="*/ 6533 h 560149"/>
                <a:gd name="connsiteX86" fmla="*/ 189454 w 438098"/>
                <a:gd name="connsiteY86" fmla="*/ 6994 h 560149"/>
                <a:gd name="connsiteX87" fmla="*/ 190198 w 438098"/>
                <a:gd name="connsiteY87" fmla="*/ 9226 h 560149"/>
                <a:gd name="connsiteX88" fmla="*/ 197363 w 438098"/>
                <a:gd name="connsiteY88" fmla="*/ 9553 h 560149"/>
                <a:gd name="connsiteX89" fmla="*/ 201360 w 438098"/>
                <a:gd name="connsiteY89" fmla="*/ 9970 h 560149"/>
                <a:gd name="connsiteX90" fmla="*/ 201729 w 438098"/>
                <a:gd name="connsiteY90" fmla="*/ 11450 h 560149"/>
                <a:gd name="connsiteX91" fmla="*/ 202104 w 438098"/>
                <a:gd name="connsiteY91" fmla="*/ 12947 h 560149"/>
                <a:gd name="connsiteX92" fmla="*/ 207732 w 438098"/>
                <a:gd name="connsiteY92" fmla="*/ 13505 h 560149"/>
                <a:gd name="connsiteX93" fmla="*/ 209335 w 438098"/>
                <a:gd name="connsiteY93" fmla="*/ 13572 h 560149"/>
                <a:gd name="connsiteX94" fmla="*/ 213266 w 438098"/>
                <a:gd name="connsiteY94" fmla="*/ 13691 h 560149"/>
                <a:gd name="connsiteX95" fmla="*/ 213266 w 438098"/>
                <a:gd name="connsiteY95" fmla="*/ 16668 h 560149"/>
                <a:gd name="connsiteX96" fmla="*/ 214842 w 438098"/>
                <a:gd name="connsiteY96" fmla="*/ 16641 h 560149"/>
                <a:gd name="connsiteX97" fmla="*/ 216894 w 438098"/>
                <a:gd name="connsiteY97" fmla="*/ 16621 h 560149"/>
                <a:gd name="connsiteX98" fmla="*/ 218934 w 438098"/>
                <a:gd name="connsiteY98" fmla="*/ 16595 h 560149"/>
                <a:gd name="connsiteX99" fmla="*/ 222196 w 438098"/>
                <a:gd name="connsiteY99" fmla="*/ 17412 h 560149"/>
                <a:gd name="connsiteX100" fmla="*/ 222341 w 438098"/>
                <a:gd name="connsiteY100" fmla="*/ 20577 h 560149"/>
                <a:gd name="connsiteX101" fmla="*/ 222327 w 438098"/>
                <a:gd name="connsiteY101" fmla="*/ 22503 h 560149"/>
                <a:gd name="connsiteX102" fmla="*/ 222289 w 438098"/>
                <a:gd name="connsiteY102" fmla="*/ 24528 h 560149"/>
                <a:gd name="connsiteX103" fmla="*/ 222268 w 438098"/>
                <a:gd name="connsiteY103" fmla="*/ 26561 h 560149"/>
                <a:gd name="connsiteX104" fmla="*/ 222196 w 438098"/>
                <a:gd name="connsiteY104" fmla="*/ 31550 h 560149"/>
                <a:gd name="connsiteX105" fmla="*/ 219963 w 438098"/>
                <a:gd name="connsiteY105" fmla="*/ 30806 h 560149"/>
                <a:gd name="connsiteX106" fmla="*/ 219219 w 438098"/>
                <a:gd name="connsiteY106" fmla="*/ 41224 h 560149"/>
                <a:gd name="connsiteX107" fmla="*/ 216987 w 438098"/>
                <a:gd name="connsiteY107" fmla="*/ 41224 h 560149"/>
                <a:gd name="connsiteX108" fmla="*/ 216876 w 438098"/>
                <a:gd name="connsiteY108" fmla="*/ 43477 h 560149"/>
                <a:gd name="connsiteX109" fmla="*/ 216708 w 438098"/>
                <a:gd name="connsiteY109" fmla="*/ 46387 h 560149"/>
                <a:gd name="connsiteX110" fmla="*/ 216551 w 438098"/>
                <a:gd name="connsiteY110" fmla="*/ 49291 h 560149"/>
                <a:gd name="connsiteX111" fmla="*/ 216243 w 438098"/>
                <a:gd name="connsiteY111" fmla="*/ 51642 h 560149"/>
                <a:gd name="connsiteX112" fmla="*/ 214754 w 438098"/>
                <a:gd name="connsiteY112" fmla="*/ 52386 h 560149"/>
                <a:gd name="connsiteX113" fmla="*/ 214339 w 438098"/>
                <a:gd name="connsiteY113" fmla="*/ 59897 h 560149"/>
                <a:gd name="connsiteX114" fmla="*/ 214010 w 438098"/>
                <a:gd name="connsiteY114" fmla="*/ 62060 h 560149"/>
                <a:gd name="connsiteX115" fmla="*/ 211778 w 438098"/>
                <a:gd name="connsiteY115" fmla="*/ 62804 h 560149"/>
                <a:gd name="connsiteX116" fmla="*/ 211406 w 438098"/>
                <a:gd name="connsiteY116" fmla="*/ 66013 h 560149"/>
                <a:gd name="connsiteX117" fmla="*/ 208801 w 438098"/>
                <a:gd name="connsiteY117" fmla="*/ 72478 h 560149"/>
                <a:gd name="connsiteX118" fmla="*/ 210289 w 438098"/>
                <a:gd name="connsiteY118" fmla="*/ 71734 h 560149"/>
                <a:gd name="connsiteX119" fmla="*/ 214015 w 438098"/>
                <a:gd name="connsiteY119" fmla="*/ 71640 h 560149"/>
                <a:gd name="connsiteX120" fmla="*/ 216418 w 438098"/>
                <a:gd name="connsiteY120" fmla="*/ 71634 h 560149"/>
                <a:gd name="connsiteX121" fmla="*/ 219080 w 438098"/>
                <a:gd name="connsiteY121" fmla="*/ 71639 h 560149"/>
                <a:gd name="connsiteX122" fmla="*/ 221891 w 438098"/>
                <a:gd name="connsiteY122" fmla="*/ 71636 h 560149"/>
                <a:gd name="connsiteX123" fmla="*/ 229639 w 438098"/>
                <a:gd name="connsiteY123" fmla="*/ 71637 h 560149"/>
                <a:gd name="connsiteX124" fmla="*/ 237986 w 438098"/>
                <a:gd name="connsiteY124" fmla="*/ 71634 h 560149"/>
                <a:gd name="connsiteX125" fmla="*/ 254347 w 438098"/>
                <a:gd name="connsiteY125" fmla="*/ 71633 h 560149"/>
                <a:gd name="connsiteX126" fmla="*/ 267638 w 438098"/>
                <a:gd name="connsiteY126" fmla="*/ 71634 h 560149"/>
                <a:gd name="connsiteX127" fmla="*/ 269545 w 438098"/>
                <a:gd name="connsiteY127" fmla="*/ 71634 h 560149"/>
                <a:gd name="connsiteX128" fmla="*/ 273381 w 438098"/>
                <a:gd name="connsiteY128" fmla="*/ 71633 h 560149"/>
                <a:gd name="connsiteX129" fmla="*/ 309384 w 438098"/>
                <a:gd name="connsiteY129" fmla="*/ 71638 h 560149"/>
                <a:gd name="connsiteX130" fmla="*/ 340309 w 438098"/>
                <a:gd name="connsiteY130" fmla="*/ 71637 h 560149"/>
                <a:gd name="connsiteX131" fmla="*/ 376182 w 438098"/>
                <a:gd name="connsiteY131" fmla="*/ 71634 h 560149"/>
                <a:gd name="connsiteX132" fmla="*/ 380004 w 438098"/>
                <a:gd name="connsiteY132" fmla="*/ 71634 h 560149"/>
                <a:gd name="connsiteX133" fmla="*/ 381903 w 438098"/>
                <a:gd name="connsiteY133" fmla="*/ 71635 h 560149"/>
                <a:gd name="connsiteX134" fmla="*/ 395187 w 438098"/>
                <a:gd name="connsiteY134" fmla="*/ 71633 h 560149"/>
                <a:gd name="connsiteX135" fmla="*/ 411362 w 438098"/>
                <a:gd name="connsiteY135" fmla="*/ 71635 h 560149"/>
                <a:gd name="connsiteX136" fmla="*/ 419622 w 438098"/>
                <a:gd name="connsiteY136" fmla="*/ 71635 h 560149"/>
                <a:gd name="connsiteX137" fmla="*/ 428557 w 438098"/>
                <a:gd name="connsiteY137" fmla="*/ 71639 h 560149"/>
                <a:gd name="connsiteX138" fmla="*/ 431223 w 438098"/>
                <a:gd name="connsiteY138" fmla="*/ 71634 h 560149"/>
                <a:gd name="connsiteX139" fmla="*/ 433620 w 438098"/>
                <a:gd name="connsiteY139" fmla="*/ 71640 h 560149"/>
                <a:gd name="connsiteX140" fmla="*/ 435706 w 438098"/>
                <a:gd name="connsiteY140" fmla="*/ 71641 h 560149"/>
                <a:gd name="connsiteX141" fmla="*/ 437997 w 438098"/>
                <a:gd name="connsiteY141" fmla="*/ 72478 h 560149"/>
                <a:gd name="connsiteX142" fmla="*/ 438093 w 438098"/>
                <a:gd name="connsiteY142" fmla="*/ 79313 h 560149"/>
                <a:gd name="connsiteX143" fmla="*/ 438097 w 438098"/>
                <a:gd name="connsiteY143" fmla="*/ 81488 h 560149"/>
                <a:gd name="connsiteX144" fmla="*/ 438095 w 438098"/>
                <a:gd name="connsiteY144" fmla="*/ 88640 h 560149"/>
                <a:gd name="connsiteX145" fmla="*/ 438098 w 438098"/>
                <a:gd name="connsiteY145" fmla="*/ 93586 h 560149"/>
                <a:gd name="connsiteX146" fmla="*/ 438094 w 438098"/>
                <a:gd name="connsiteY146" fmla="*/ 103969 h 560149"/>
                <a:gd name="connsiteX147" fmla="*/ 438096 w 438098"/>
                <a:gd name="connsiteY147" fmla="*/ 117309 h 560149"/>
                <a:gd name="connsiteX148" fmla="*/ 438096 w 438098"/>
                <a:gd name="connsiteY148" fmla="*/ 127528 h 560149"/>
                <a:gd name="connsiteX149" fmla="*/ 438098 w 438098"/>
                <a:gd name="connsiteY149" fmla="*/ 132449 h 560149"/>
                <a:gd name="connsiteX150" fmla="*/ 438093 w 438098"/>
                <a:gd name="connsiteY150" fmla="*/ 139313 h 560149"/>
                <a:gd name="connsiteX151" fmla="*/ 438097 w 438098"/>
                <a:gd name="connsiteY151" fmla="*/ 141389 h 560149"/>
                <a:gd name="connsiteX152" fmla="*/ 437252 w 438098"/>
                <a:gd name="connsiteY152" fmla="*/ 146892 h 560149"/>
                <a:gd name="connsiteX153" fmla="*/ 433210 w 438098"/>
                <a:gd name="connsiteY153" fmla="*/ 146984 h 560149"/>
                <a:gd name="connsiteX154" fmla="*/ 430534 w 438098"/>
                <a:gd name="connsiteY154" fmla="*/ 146988 h 560149"/>
                <a:gd name="connsiteX155" fmla="*/ 427558 w 438098"/>
                <a:gd name="connsiteY155" fmla="*/ 146982 h 560149"/>
                <a:gd name="connsiteX156" fmla="*/ 424425 w 438098"/>
                <a:gd name="connsiteY156" fmla="*/ 146984 h 560149"/>
                <a:gd name="connsiteX157" fmla="*/ 415776 w 438098"/>
                <a:gd name="connsiteY157" fmla="*/ 146979 h 560149"/>
                <a:gd name="connsiteX158" fmla="*/ 406464 w 438098"/>
                <a:gd name="connsiteY158" fmla="*/ 146977 h 560149"/>
                <a:gd name="connsiteX159" fmla="*/ 390318 w 438098"/>
                <a:gd name="connsiteY159" fmla="*/ 146971 h 560149"/>
                <a:gd name="connsiteX160" fmla="*/ 366972 w 438098"/>
                <a:gd name="connsiteY160" fmla="*/ 146962 h 560149"/>
                <a:gd name="connsiteX161" fmla="*/ 329100 w 438098"/>
                <a:gd name="connsiteY161" fmla="*/ 146948 h 560149"/>
                <a:gd name="connsiteX162" fmla="*/ 292300 w 438098"/>
                <a:gd name="connsiteY162" fmla="*/ 146933 h 560149"/>
                <a:gd name="connsiteX163" fmla="*/ 290011 w 438098"/>
                <a:gd name="connsiteY163" fmla="*/ 146932 h 560149"/>
                <a:gd name="connsiteX164" fmla="*/ 278640 w 438098"/>
                <a:gd name="connsiteY164" fmla="*/ 146930 h 560149"/>
                <a:gd name="connsiteX165" fmla="*/ 184245 w 438098"/>
                <a:gd name="connsiteY165" fmla="*/ 146892 h 560149"/>
                <a:gd name="connsiteX166" fmla="*/ 183966 w 438098"/>
                <a:gd name="connsiteY166" fmla="*/ 149822 h 560149"/>
                <a:gd name="connsiteX167" fmla="*/ 183500 w 438098"/>
                <a:gd name="connsiteY167" fmla="*/ 152845 h 560149"/>
                <a:gd name="connsiteX168" fmla="*/ 182012 w 438098"/>
                <a:gd name="connsiteY168" fmla="*/ 153589 h 560149"/>
                <a:gd name="connsiteX169" fmla="*/ 181669 w 438098"/>
                <a:gd name="connsiteY169" fmla="*/ 158194 h 560149"/>
                <a:gd name="connsiteX170" fmla="*/ 181268 w 438098"/>
                <a:gd name="connsiteY170" fmla="*/ 159543 h 560149"/>
                <a:gd name="connsiteX171" fmla="*/ 179762 w 438098"/>
                <a:gd name="connsiteY171" fmla="*/ 159888 h 560149"/>
                <a:gd name="connsiteX172" fmla="*/ 178291 w 438098"/>
                <a:gd name="connsiteY172" fmla="*/ 160287 h 560149"/>
                <a:gd name="connsiteX173" fmla="*/ 178105 w 438098"/>
                <a:gd name="connsiteY173" fmla="*/ 163682 h 560149"/>
                <a:gd name="connsiteX174" fmla="*/ 178187 w 438098"/>
                <a:gd name="connsiteY174" fmla="*/ 165545 h 560149"/>
                <a:gd name="connsiteX175" fmla="*/ 178291 w 438098"/>
                <a:gd name="connsiteY175" fmla="*/ 166984 h 560149"/>
                <a:gd name="connsiteX176" fmla="*/ 176059 w 438098"/>
                <a:gd name="connsiteY176" fmla="*/ 166984 h 560149"/>
                <a:gd name="connsiteX177" fmla="*/ 175315 w 438098"/>
                <a:gd name="connsiteY177" fmla="*/ 173681 h 560149"/>
                <a:gd name="connsiteX178" fmla="*/ 173082 w 438098"/>
                <a:gd name="connsiteY178" fmla="*/ 173681 h 560149"/>
                <a:gd name="connsiteX179" fmla="*/ 173222 w 438098"/>
                <a:gd name="connsiteY179" fmla="*/ 176146 h 560149"/>
                <a:gd name="connsiteX180" fmla="*/ 170850 w 438098"/>
                <a:gd name="connsiteY180" fmla="*/ 181123 h 560149"/>
                <a:gd name="connsiteX181" fmla="*/ 170478 w 438098"/>
                <a:gd name="connsiteY181" fmla="*/ 183355 h 560149"/>
                <a:gd name="connsiteX182" fmla="*/ 167873 w 438098"/>
                <a:gd name="connsiteY182" fmla="*/ 187820 h 560149"/>
                <a:gd name="connsiteX183" fmla="*/ 169266 w 438098"/>
                <a:gd name="connsiteY183" fmla="*/ 187819 h 560149"/>
                <a:gd name="connsiteX184" fmla="*/ 250880 w 438098"/>
                <a:gd name="connsiteY184" fmla="*/ 187782 h 560149"/>
                <a:gd name="connsiteX185" fmla="*/ 260669 w 438098"/>
                <a:gd name="connsiteY185" fmla="*/ 187779 h 560149"/>
                <a:gd name="connsiteX186" fmla="*/ 262637 w 438098"/>
                <a:gd name="connsiteY186" fmla="*/ 187778 h 560149"/>
                <a:gd name="connsiteX187" fmla="*/ 294236 w 438098"/>
                <a:gd name="connsiteY187" fmla="*/ 187762 h 560149"/>
                <a:gd name="connsiteX188" fmla="*/ 326635 w 438098"/>
                <a:gd name="connsiteY188" fmla="*/ 187750 h 560149"/>
                <a:gd name="connsiteX189" fmla="*/ 346643 w 438098"/>
                <a:gd name="connsiteY189" fmla="*/ 187740 h 560149"/>
                <a:gd name="connsiteX190" fmla="*/ 360344 w 438098"/>
                <a:gd name="connsiteY190" fmla="*/ 187735 h 560149"/>
                <a:gd name="connsiteX191" fmla="*/ 368261 w 438098"/>
                <a:gd name="connsiteY191" fmla="*/ 187731 h 560149"/>
                <a:gd name="connsiteX192" fmla="*/ 376824 w 438098"/>
                <a:gd name="connsiteY192" fmla="*/ 187730 h 560149"/>
                <a:gd name="connsiteX193" fmla="*/ 379379 w 438098"/>
                <a:gd name="connsiteY193" fmla="*/ 187724 h 560149"/>
                <a:gd name="connsiteX194" fmla="*/ 381678 w 438098"/>
                <a:gd name="connsiteY194" fmla="*/ 187728 h 560149"/>
                <a:gd name="connsiteX195" fmla="*/ 383677 w 438098"/>
                <a:gd name="connsiteY195" fmla="*/ 187727 h 560149"/>
                <a:gd name="connsiteX196" fmla="*/ 385907 w 438098"/>
                <a:gd name="connsiteY196" fmla="*/ 188564 h 560149"/>
                <a:gd name="connsiteX197" fmla="*/ 386002 w 438098"/>
                <a:gd name="connsiteY197" fmla="*/ 193535 h 560149"/>
                <a:gd name="connsiteX198" fmla="*/ 386006 w 438098"/>
                <a:gd name="connsiteY198" fmla="*/ 195136 h 560149"/>
                <a:gd name="connsiteX199" fmla="*/ 386006 w 438098"/>
                <a:gd name="connsiteY199" fmla="*/ 200514 h 560149"/>
                <a:gd name="connsiteX200" fmla="*/ 386011 w 438098"/>
                <a:gd name="connsiteY200" fmla="*/ 204382 h 560149"/>
                <a:gd name="connsiteX201" fmla="*/ 386015 w 438098"/>
                <a:gd name="connsiteY201" fmla="*/ 215062 h 560149"/>
                <a:gd name="connsiteX202" fmla="*/ 386022 w 438098"/>
                <a:gd name="connsiteY202" fmla="*/ 226561 h 560149"/>
                <a:gd name="connsiteX203" fmla="*/ 386031 w 438098"/>
                <a:gd name="connsiteY203" fmla="*/ 249107 h 560149"/>
                <a:gd name="connsiteX204" fmla="*/ 386035 w 438098"/>
                <a:gd name="connsiteY204" fmla="*/ 267422 h 560149"/>
                <a:gd name="connsiteX205" fmla="*/ 386045 w 438098"/>
                <a:gd name="connsiteY205" fmla="*/ 319283 h 560149"/>
                <a:gd name="connsiteX206" fmla="*/ 386045 w 438098"/>
                <a:gd name="connsiteY206" fmla="*/ 322110 h 560149"/>
                <a:gd name="connsiteX207" fmla="*/ 386044 w 438098"/>
                <a:gd name="connsiteY207" fmla="*/ 324941 h 560149"/>
                <a:gd name="connsiteX208" fmla="*/ 386062 w 438098"/>
                <a:gd name="connsiteY208" fmla="*/ 370384 h 560149"/>
                <a:gd name="connsiteX209" fmla="*/ 386077 w 438098"/>
                <a:gd name="connsiteY209" fmla="*/ 416980 h 560149"/>
                <a:gd name="connsiteX210" fmla="*/ 386087 w 438098"/>
                <a:gd name="connsiteY210" fmla="*/ 443166 h 560149"/>
                <a:gd name="connsiteX211" fmla="*/ 386090 w 438098"/>
                <a:gd name="connsiteY211" fmla="*/ 465457 h 560149"/>
                <a:gd name="connsiteX212" fmla="*/ 386094 w 438098"/>
                <a:gd name="connsiteY212" fmla="*/ 476842 h 560149"/>
                <a:gd name="connsiteX213" fmla="*/ 386092 w 438098"/>
                <a:gd name="connsiteY213" fmla="*/ 487246 h 560149"/>
                <a:gd name="connsiteX214" fmla="*/ 386097 w 438098"/>
                <a:gd name="connsiteY214" fmla="*/ 491027 h 560149"/>
                <a:gd name="connsiteX215" fmla="*/ 386092 w 438098"/>
                <a:gd name="connsiteY215" fmla="*/ 496133 h 560149"/>
                <a:gd name="connsiteX216" fmla="*/ 386092 w 438098"/>
                <a:gd name="connsiteY216" fmla="*/ 499007 h 560149"/>
                <a:gd name="connsiteX217" fmla="*/ 385907 w 438098"/>
                <a:gd name="connsiteY217" fmla="*/ 501103 h 560149"/>
                <a:gd name="connsiteX218" fmla="*/ 384418 w 438098"/>
                <a:gd name="connsiteY218" fmla="*/ 501847 h 560149"/>
                <a:gd name="connsiteX219" fmla="*/ 383491 w 438098"/>
                <a:gd name="connsiteY219" fmla="*/ 508018 h 560149"/>
                <a:gd name="connsiteX220" fmla="*/ 383417 w 438098"/>
                <a:gd name="connsiteY220" fmla="*/ 509810 h 560149"/>
                <a:gd name="connsiteX221" fmla="*/ 383289 w 438098"/>
                <a:gd name="connsiteY221" fmla="*/ 513537 h 560149"/>
                <a:gd name="connsiteX222" fmla="*/ 382930 w 438098"/>
                <a:gd name="connsiteY222" fmla="*/ 518218 h 560149"/>
                <a:gd name="connsiteX223" fmla="*/ 381442 w 438098"/>
                <a:gd name="connsiteY223" fmla="*/ 518962 h 560149"/>
                <a:gd name="connsiteX224" fmla="*/ 381026 w 438098"/>
                <a:gd name="connsiteY224" fmla="*/ 525892 h 560149"/>
                <a:gd name="connsiteX225" fmla="*/ 380698 w 438098"/>
                <a:gd name="connsiteY225" fmla="*/ 527892 h 560149"/>
                <a:gd name="connsiteX226" fmla="*/ 378465 w 438098"/>
                <a:gd name="connsiteY226" fmla="*/ 528636 h 560149"/>
                <a:gd name="connsiteX227" fmla="*/ 377721 w 438098"/>
                <a:gd name="connsiteY227" fmla="*/ 532357 h 560149"/>
                <a:gd name="connsiteX228" fmla="*/ 375489 w 438098"/>
                <a:gd name="connsiteY228" fmla="*/ 533845 h 560149"/>
                <a:gd name="connsiteX229" fmla="*/ 374745 w 438098"/>
                <a:gd name="connsiteY229" fmla="*/ 537566 h 560149"/>
                <a:gd name="connsiteX230" fmla="*/ 373256 w 438098"/>
                <a:gd name="connsiteY230" fmla="*/ 537566 h 560149"/>
                <a:gd name="connsiteX231" fmla="*/ 372512 w 438098"/>
                <a:gd name="connsiteY231" fmla="*/ 539798 h 560149"/>
                <a:gd name="connsiteX232" fmla="*/ 369536 w 438098"/>
                <a:gd name="connsiteY232" fmla="*/ 539798 h 560149"/>
                <a:gd name="connsiteX233" fmla="*/ 369536 w 438098"/>
                <a:gd name="connsiteY233" fmla="*/ 542775 h 560149"/>
                <a:gd name="connsiteX234" fmla="*/ 366559 w 438098"/>
                <a:gd name="connsiteY234" fmla="*/ 542775 h 560149"/>
                <a:gd name="connsiteX235" fmla="*/ 366280 w 438098"/>
                <a:gd name="connsiteY235" fmla="*/ 544542 h 560149"/>
                <a:gd name="connsiteX236" fmla="*/ 365815 w 438098"/>
                <a:gd name="connsiteY236" fmla="*/ 546496 h 560149"/>
                <a:gd name="connsiteX237" fmla="*/ 361350 w 438098"/>
                <a:gd name="connsiteY237" fmla="*/ 547984 h 560149"/>
                <a:gd name="connsiteX238" fmla="*/ 359862 w 438098"/>
                <a:gd name="connsiteY238" fmla="*/ 550216 h 560149"/>
                <a:gd name="connsiteX239" fmla="*/ 357955 w 438098"/>
                <a:gd name="connsiteY239" fmla="*/ 550588 h 560149"/>
                <a:gd name="connsiteX240" fmla="*/ 356141 w 438098"/>
                <a:gd name="connsiteY240" fmla="*/ 550960 h 560149"/>
                <a:gd name="connsiteX241" fmla="*/ 355397 w 438098"/>
                <a:gd name="connsiteY241" fmla="*/ 553193 h 560149"/>
                <a:gd name="connsiteX242" fmla="*/ 351258 w 438098"/>
                <a:gd name="connsiteY242" fmla="*/ 553705 h 560149"/>
                <a:gd name="connsiteX243" fmla="*/ 348976 w 438098"/>
                <a:gd name="connsiteY243" fmla="*/ 553853 h 560149"/>
                <a:gd name="connsiteX244" fmla="*/ 347211 w 438098"/>
                <a:gd name="connsiteY244" fmla="*/ 553937 h 560149"/>
                <a:gd name="connsiteX245" fmla="*/ 347211 w 438098"/>
                <a:gd name="connsiteY245" fmla="*/ 556914 h 560149"/>
                <a:gd name="connsiteX246" fmla="*/ 344633 w 438098"/>
                <a:gd name="connsiteY246" fmla="*/ 556998 h 560149"/>
                <a:gd name="connsiteX247" fmla="*/ 341305 w 438098"/>
                <a:gd name="connsiteY247" fmla="*/ 557146 h 560149"/>
                <a:gd name="connsiteX248" fmla="*/ 339603 w 438098"/>
                <a:gd name="connsiteY248" fmla="*/ 557197 h 560149"/>
                <a:gd name="connsiteX249" fmla="*/ 335305 w 438098"/>
                <a:gd name="connsiteY249" fmla="*/ 557658 h 560149"/>
                <a:gd name="connsiteX250" fmla="*/ 334561 w 438098"/>
                <a:gd name="connsiteY250" fmla="*/ 559890 h 560149"/>
                <a:gd name="connsiteX251" fmla="*/ 328670 w 438098"/>
                <a:gd name="connsiteY251" fmla="*/ 560144 h 560149"/>
                <a:gd name="connsiteX252" fmla="*/ 326800 w 438098"/>
                <a:gd name="connsiteY252" fmla="*/ 560145 h 560149"/>
                <a:gd name="connsiteX253" fmla="*/ 320652 w 438098"/>
                <a:gd name="connsiteY253" fmla="*/ 560108 h 560149"/>
                <a:gd name="connsiteX254" fmla="*/ 316401 w 438098"/>
                <a:gd name="connsiteY254" fmla="*/ 560099 h 560149"/>
                <a:gd name="connsiteX255" fmla="*/ 305189 w 438098"/>
                <a:gd name="connsiteY255" fmla="*/ 560043 h 560149"/>
                <a:gd name="connsiteX256" fmla="*/ 293757 w 438098"/>
                <a:gd name="connsiteY256" fmla="*/ 559999 h 560149"/>
                <a:gd name="connsiteX257" fmla="*/ 271309 w 438098"/>
                <a:gd name="connsiteY257" fmla="*/ 559890 h 560149"/>
                <a:gd name="connsiteX258" fmla="*/ 271225 w 438098"/>
                <a:gd name="connsiteY258" fmla="*/ 557637 h 560149"/>
                <a:gd name="connsiteX259" fmla="*/ 271076 w 438098"/>
                <a:gd name="connsiteY259" fmla="*/ 554728 h 560149"/>
                <a:gd name="connsiteX260" fmla="*/ 270946 w 438098"/>
                <a:gd name="connsiteY260" fmla="*/ 551824 h 560149"/>
                <a:gd name="connsiteX261" fmla="*/ 270565 w 438098"/>
                <a:gd name="connsiteY261" fmla="*/ 549472 h 560149"/>
                <a:gd name="connsiteX262" fmla="*/ 268332 w 438098"/>
                <a:gd name="connsiteY262" fmla="*/ 548728 h 560149"/>
                <a:gd name="connsiteX263" fmla="*/ 268004 w 438098"/>
                <a:gd name="connsiteY263" fmla="*/ 545752 h 560149"/>
                <a:gd name="connsiteX264" fmla="*/ 267944 w 438098"/>
                <a:gd name="connsiteY264" fmla="*/ 543938 h 560149"/>
                <a:gd name="connsiteX265" fmla="*/ 267914 w 438098"/>
                <a:gd name="connsiteY265" fmla="*/ 542031 h 560149"/>
                <a:gd name="connsiteX266" fmla="*/ 267818 w 438098"/>
                <a:gd name="connsiteY266" fmla="*/ 538310 h 560149"/>
                <a:gd name="connsiteX267" fmla="*/ 267790 w 438098"/>
                <a:gd name="connsiteY267" fmla="*/ 536636 h 560149"/>
                <a:gd name="connsiteX268" fmla="*/ 267588 w 438098"/>
                <a:gd name="connsiteY268" fmla="*/ 535334 h 560149"/>
                <a:gd name="connsiteX269" fmla="*/ 266100 w 438098"/>
                <a:gd name="connsiteY269" fmla="*/ 534589 h 560149"/>
                <a:gd name="connsiteX270" fmla="*/ 265681 w 438098"/>
                <a:gd name="connsiteY270" fmla="*/ 530218 h 560149"/>
                <a:gd name="connsiteX271" fmla="*/ 264612 w 438098"/>
                <a:gd name="connsiteY271" fmla="*/ 523427 h 560149"/>
                <a:gd name="connsiteX272" fmla="*/ 263123 w 438098"/>
                <a:gd name="connsiteY272" fmla="*/ 522683 h 560149"/>
                <a:gd name="connsiteX273" fmla="*/ 262708 w 438098"/>
                <a:gd name="connsiteY273" fmla="*/ 515753 h 560149"/>
                <a:gd name="connsiteX274" fmla="*/ 262379 w 438098"/>
                <a:gd name="connsiteY274" fmla="*/ 513753 h 560149"/>
                <a:gd name="connsiteX275" fmla="*/ 260147 w 438098"/>
                <a:gd name="connsiteY275" fmla="*/ 513009 h 560149"/>
                <a:gd name="connsiteX276" fmla="*/ 259728 w 438098"/>
                <a:gd name="connsiteY276" fmla="*/ 508917 h 560149"/>
                <a:gd name="connsiteX277" fmla="*/ 259403 w 438098"/>
                <a:gd name="connsiteY277" fmla="*/ 504824 h 560149"/>
                <a:gd name="connsiteX278" fmla="*/ 257915 w 438098"/>
                <a:gd name="connsiteY278" fmla="*/ 504080 h 560149"/>
                <a:gd name="connsiteX279" fmla="*/ 257077 w 438098"/>
                <a:gd name="connsiteY279" fmla="*/ 499940 h 560149"/>
                <a:gd name="connsiteX280" fmla="*/ 256699 w 438098"/>
                <a:gd name="connsiteY280" fmla="*/ 497659 h 560149"/>
                <a:gd name="connsiteX281" fmla="*/ 256426 w 438098"/>
                <a:gd name="connsiteY281" fmla="*/ 495894 h 560149"/>
                <a:gd name="connsiteX282" fmla="*/ 254938 w 438098"/>
                <a:gd name="connsiteY282" fmla="*/ 495894 h 560149"/>
                <a:gd name="connsiteX283" fmla="*/ 254938 w 438098"/>
                <a:gd name="connsiteY283" fmla="*/ 488453 h 560149"/>
                <a:gd name="connsiteX284" fmla="*/ 257475 w 438098"/>
                <a:gd name="connsiteY284" fmla="*/ 488439 h 560149"/>
                <a:gd name="connsiteX285" fmla="*/ 281096 w 438098"/>
                <a:gd name="connsiteY285" fmla="*/ 488277 h 560149"/>
                <a:gd name="connsiteX286" fmla="*/ 293241 w 438098"/>
                <a:gd name="connsiteY286" fmla="*/ 488195 h 560149"/>
                <a:gd name="connsiteX287" fmla="*/ 304951 w 438098"/>
                <a:gd name="connsiteY287" fmla="*/ 488108 h 560149"/>
                <a:gd name="connsiteX288" fmla="*/ 309429 w 438098"/>
                <a:gd name="connsiteY288" fmla="*/ 488082 h 560149"/>
                <a:gd name="connsiteX289" fmla="*/ 315678 w 438098"/>
                <a:gd name="connsiteY289" fmla="*/ 488030 h 560149"/>
                <a:gd name="connsiteX290" fmla="*/ 317568 w 438098"/>
                <a:gd name="connsiteY290" fmla="*/ 488034 h 560149"/>
                <a:gd name="connsiteX291" fmla="*/ 321911 w 438098"/>
                <a:gd name="connsiteY291" fmla="*/ 487709 h 560149"/>
                <a:gd name="connsiteX292" fmla="*/ 322796 w 438098"/>
                <a:gd name="connsiteY292" fmla="*/ 481979 h 560149"/>
                <a:gd name="connsiteX293" fmla="*/ 322833 w 438098"/>
                <a:gd name="connsiteY293" fmla="*/ 479835 h 560149"/>
                <a:gd name="connsiteX294" fmla="*/ 322864 w 438098"/>
                <a:gd name="connsiteY294" fmla="*/ 477523 h 560149"/>
                <a:gd name="connsiteX295" fmla="*/ 322906 w 438098"/>
                <a:gd name="connsiteY295" fmla="*/ 475146 h 560149"/>
                <a:gd name="connsiteX296" fmla="*/ 323027 w 438098"/>
                <a:gd name="connsiteY296" fmla="*/ 467617 h 560149"/>
                <a:gd name="connsiteX297" fmla="*/ 323190 w 438098"/>
                <a:gd name="connsiteY297" fmla="*/ 457710 h 560149"/>
                <a:gd name="connsiteX298" fmla="*/ 323220 w 438098"/>
                <a:gd name="connsiteY298" fmla="*/ 455399 h 560149"/>
                <a:gd name="connsiteX299" fmla="*/ 323258 w 438098"/>
                <a:gd name="connsiteY299" fmla="*/ 453254 h 560149"/>
                <a:gd name="connsiteX300" fmla="*/ 323286 w 438098"/>
                <a:gd name="connsiteY300" fmla="*/ 451367 h 560149"/>
                <a:gd name="connsiteX301" fmla="*/ 324143 w 438098"/>
                <a:gd name="connsiteY301" fmla="*/ 447525 h 560149"/>
                <a:gd name="connsiteX302" fmla="*/ 159688 w 438098"/>
                <a:gd name="connsiteY302" fmla="*/ 447525 h 560149"/>
                <a:gd name="connsiteX303" fmla="*/ 158944 w 438098"/>
                <a:gd name="connsiteY303" fmla="*/ 559890 h 560149"/>
                <a:gd name="connsiteX304" fmla="*/ 129225 w 438098"/>
                <a:gd name="connsiteY304" fmla="*/ 559983 h 560149"/>
                <a:gd name="connsiteX305" fmla="*/ 119827 w 438098"/>
                <a:gd name="connsiteY305" fmla="*/ 560024 h 560149"/>
                <a:gd name="connsiteX306" fmla="*/ 114286 w 438098"/>
                <a:gd name="connsiteY306" fmla="*/ 560032 h 560149"/>
                <a:gd name="connsiteX307" fmla="*/ 110573 w 438098"/>
                <a:gd name="connsiteY307" fmla="*/ 560047 h 560149"/>
                <a:gd name="connsiteX308" fmla="*/ 104962 w 438098"/>
                <a:gd name="connsiteY308" fmla="*/ 560059 h 560149"/>
                <a:gd name="connsiteX309" fmla="*/ 103280 w 438098"/>
                <a:gd name="connsiteY309" fmla="*/ 560075 h 560149"/>
                <a:gd name="connsiteX310" fmla="*/ 99413 w 438098"/>
                <a:gd name="connsiteY310" fmla="*/ 559890 h 560149"/>
                <a:gd name="connsiteX311" fmla="*/ 98577 w 438098"/>
                <a:gd name="connsiteY311" fmla="*/ 554314 h 560149"/>
                <a:gd name="connsiteX312" fmla="*/ 98572 w 438098"/>
                <a:gd name="connsiteY312" fmla="*/ 551666 h 560149"/>
                <a:gd name="connsiteX313" fmla="*/ 98579 w 438098"/>
                <a:gd name="connsiteY313" fmla="*/ 548731 h 560149"/>
                <a:gd name="connsiteX314" fmla="*/ 98577 w 438098"/>
                <a:gd name="connsiteY314" fmla="*/ 545633 h 560149"/>
                <a:gd name="connsiteX315" fmla="*/ 98582 w 438098"/>
                <a:gd name="connsiteY315" fmla="*/ 537091 h 560149"/>
                <a:gd name="connsiteX316" fmla="*/ 98584 w 438098"/>
                <a:gd name="connsiteY316" fmla="*/ 527890 h 560149"/>
                <a:gd name="connsiteX317" fmla="*/ 98590 w 438098"/>
                <a:gd name="connsiteY317" fmla="*/ 511940 h 560149"/>
                <a:gd name="connsiteX318" fmla="*/ 98599 w 438098"/>
                <a:gd name="connsiteY318" fmla="*/ 488878 h 560149"/>
                <a:gd name="connsiteX319" fmla="*/ 98612 w 438098"/>
                <a:gd name="connsiteY319" fmla="*/ 451465 h 560149"/>
                <a:gd name="connsiteX320" fmla="*/ 98628 w 438098"/>
                <a:gd name="connsiteY320" fmla="*/ 415114 h 560149"/>
                <a:gd name="connsiteX321" fmla="*/ 98628 w 438098"/>
                <a:gd name="connsiteY321" fmla="*/ 412852 h 560149"/>
                <a:gd name="connsiteX322" fmla="*/ 98631 w 438098"/>
                <a:gd name="connsiteY322" fmla="*/ 401618 h 560149"/>
                <a:gd name="connsiteX323" fmla="*/ 98668 w 438098"/>
                <a:gd name="connsiteY323" fmla="*/ 308371 h 560149"/>
                <a:gd name="connsiteX324" fmla="*/ 96901 w 438098"/>
                <a:gd name="connsiteY324" fmla="*/ 312603 h 560149"/>
                <a:gd name="connsiteX325" fmla="*/ 96436 w 438098"/>
                <a:gd name="connsiteY325" fmla="*/ 314324 h 560149"/>
                <a:gd name="connsiteX326" fmla="*/ 93459 w 438098"/>
                <a:gd name="connsiteY326" fmla="*/ 314324 h 560149"/>
                <a:gd name="connsiteX327" fmla="*/ 93459 w 438098"/>
                <a:gd name="connsiteY327" fmla="*/ 317300 h 560149"/>
                <a:gd name="connsiteX328" fmla="*/ 91227 w 438098"/>
                <a:gd name="connsiteY328" fmla="*/ 318045 h 560149"/>
                <a:gd name="connsiteX329" fmla="*/ 90855 w 438098"/>
                <a:gd name="connsiteY329" fmla="*/ 319579 h 560149"/>
                <a:gd name="connsiteX330" fmla="*/ 90483 w 438098"/>
                <a:gd name="connsiteY330" fmla="*/ 321021 h 560149"/>
                <a:gd name="connsiteX331" fmla="*/ 88250 w 438098"/>
                <a:gd name="connsiteY331" fmla="*/ 321021 h 560149"/>
                <a:gd name="connsiteX332" fmla="*/ 88250 w 438098"/>
                <a:gd name="connsiteY332" fmla="*/ 324742 h 560149"/>
                <a:gd name="connsiteX333" fmla="*/ 86018 w 438098"/>
                <a:gd name="connsiteY333" fmla="*/ 324742 h 560149"/>
                <a:gd name="connsiteX334" fmla="*/ 85274 w 438098"/>
                <a:gd name="connsiteY334" fmla="*/ 327718 h 560149"/>
                <a:gd name="connsiteX335" fmla="*/ 83041 w 438098"/>
                <a:gd name="connsiteY335" fmla="*/ 328462 h 560149"/>
                <a:gd name="connsiteX336" fmla="*/ 82669 w 438098"/>
                <a:gd name="connsiteY336" fmla="*/ 329997 h 560149"/>
                <a:gd name="connsiteX337" fmla="*/ 82297 w 438098"/>
                <a:gd name="connsiteY337" fmla="*/ 331439 h 560149"/>
                <a:gd name="connsiteX338" fmla="*/ 80065 w 438098"/>
                <a:gd name="connsiteY338" fmla="*/ 331439 h 560149"/>
                <a:gd name="connsiteX339" fmla="*/ 79693 w 438098"/>
                <a:gd name="connsiteY339" fmla="*/ 332927 h 560149"/>
                <a:gd name="connsiteX340" fmla="*/ 79321 w 438098"/>
                <a:gd name="connsiteY340" fmla="*/ 334416 h 560149"/>
                <a:gd name="connsiteX341" fmla="*/ 77088 w 438098"/>
                <a:gd name="connsiteY341" fmla="*/ 334416 h 560149"/>
                <a:gd name="connsiteX342" fmla="*/ 76344 w 438098"/>
                <a:gd name="connsiteY342" fmla="*/ 337392 h 560149"/>
                <a:gd name="connsiteX343" fmla="*/ 74856 w 438098"/>
                <a:gd name="connsiteY343" fmla="*/ 338136 h 560149"/>
                <a:gd name="connsiteX344" fmla="*/ 74251 w 438098"/>
                <a:gd name="connsiteY344" fmla="*/ 339439 h 560149"/>
                <a:gd name="connsiteX345" fmla="*/ 69647 w 438098"/>
                <a:gd name="connsiteY345" fmla="*/ 344834 h 560149"/>
                <a:gd name="connsiteX346" fmla="*/ 68856 w 438098"/>
                <a:gd name="connsiteY346" fmla="*/ 346461 h 560149"/>
                <a:gd name="connsiteX347" fmla="*/ 65182 w 438098"/>
                <a:gd name="connsiteY347" fmla="*/ 349298 h 560149"/>
                <a:gd name="connsiteX348" fmla="*/ 63694 w 438098"/>
                <a:gd name="connsiteY348" fmla="*/ 351531 h 560149"/>
                <a:gd name="connsiteX349" fmla="*/ 61461 w 438098"/>
                <a:gd name="connsiteY349" fmla="*/ 352275 h 560149"/>
                <a:gd name="connsiteX350" fmla="*/ 60717 w 438098"/>
                <a:gd name="connsiteY350" fmla="*/ 354507 h 560149"/>
                <a:gd name="connsiteX351" fmla="*/ 58485 w 438098"/>
                <a:gd name="connsiteY351" fmla="*/ 355252 h 560149"/>
                <a:gd name="connsiteX352" fmla="*/ 56997 w 438098"/>
                <a:gd name="connsiteY352" fmla="*/ 358228 h 560149"/>
                <a:gd name="connsiteX353" fmla="*/ 54020 w 438098"/>
                <a:gd name="connsiteY353" fmla="*/ 360879 h 560149"/>
                <a:gd name="connsiteX354" fmla="*/ 49555 w 438098"/>
                <a:gd name="connsiteY354" fmla="*/ 365669 h 560149"/>
                <a:gd name="connsiteX355" fmla="*/ 47323 w 438098"/>
                <a:gd name="connsiteY355" fmla="*/ 365669 h 560149"/>
                <a:gd name="connsiteX356" fmla="*/ 45834 w 438098"/>
                <a:gd name="connsiteY356" fmla="*/ 368646 h 560149"/>
                <a:gd name="connsiteX357" fmla="*/ 43602 w 438098"/>
                <a:gd name="connsiteY357" fmla="*/ 370134 h 560149"/>
                <a:gd name="connsiteX358" fmla="*/ 43602 w 438098"/>
                <a:gd name="connsiteY358" fmla="*/ 372367 h 560149"/>
                <a:gd name="connsiteX359" fmla="*/ 36905 w 438098"/>
                <a:gd name="connsiteY359" fmla="*/ 372367 h 560149"/>
                <a:gd name="connsiteX360" fmla="*/ 35416 w 438098"/>
                <a:gd name="connsiteY360" fmla="*/ 368646 h 560149"/>
                <a:gd name="connsiteX361" fmla="*/ 33928 w 438098"/>
                <a:gd name="connsiteY361" fmla="*/ 367902 h 560149"/>
                <a:gd name="connsiteX362" fmla="*/ 32440 w 438098"/>
                <a:gd name="connsiteY362" fmla="*/ 363437 h 560149"/>
                <a:gd name="connsiteX363" fmla="*/ 30952 w 438098"/>
                <a:gd name="connsiteY363" fmla="*/ 362693 h 560149"/>
                <a:gd name="connsiteX364" fmla="*/ 30626 w 438098"/>
                <a:gd name="connsiteY364" fmla="*/ 360926 h 560149"/>
                <a:gd name="connsiteX365" fmla="*/ 27975 w 438098"/>
                <a:gd name="connsiteY365" fmla="*/ 356740 h 560149"/>
                <a:gd name="connsiteX366" fmla="*/ 27975 w 438098"/>
                <a:gd name="connsiteY366" fmla="*/ 354507 h 560149"/>
                <a:gd name="connsiteX367" fmla="*/ 25743 w 438098"/>
                <a:gd name="connsiteY367" fmla="*/ 354507 h 560149"/>
                <a:gd name="connsiteX368" fmla="*/ 24254 w 438098"/>
                <a:gd name="connsiteY368" fmla="*/ 350787 h 560149"/>
                <a:gd name="connsiteX369" fmla="*/ 22766 w 438098"/>
                <a:gd name="connsiteY369" fmla="*/ 350043 h 560149"/>
                <a:gd name="connsiteX370" fmla="*/ 21278 w 438098"/>
                <a:gd name="connsiteY370" fmla="*/ 346322 h 560149"/>
                <a:gd name="connsiteX371" fmla="*/ 19789 w 438098"/>
                <a:gd name="connsiteY371" fmla="*/ 345578 h 560149"/>
                <a:gd name="connsiteX372" fmla="*/ 19464 w 438098"/>
                <a:gd name="connsiteY372" fmla="*/ 343810 h 560149"/>
                <a:gd name="connsiteX373" fmla="*/ 16813 w 438098"/>
                <a:gd name="connsiteY373" fmla="*/ 339625 h 560149"/>
                <a:gd name="connsiteX374" fmla="*/ 16813 w 438098"/>
                <a:gd name="connsiteY374" fmla="*/ 338136 h 560149"/>
                <a:gd name="connsiteX375" fmla="*/ 14581 w 438098"/>
                <a:gd name="connsiteY375" fmla="*/ 338136 h 560149"/>
                <a:gd name="connsiteX376" fmla="*/ 14720 w 438098"/>
                <a:gd name="connsiteY376" fmla="*/ 336322 h 560149"/>
                <a:gd name="connsiteX377" fmla="*/ 14581 w 438098"/>
                <a:gd name="connsiteY377" fmla="*/ 334416 h 560149"/>
                <a:gd name="connsiteX378" fmla="*/ 12348 w 438098"/>
                <a:gd name="connsiteY378" fmla="*/ 333671 h 560149"/>
                <a:gd name="connsiteX379" fmla="*/ 11976 w 438098"/>
                <a:gd name="connsiteY379" fmla="*/ 332137 h 560149"/>
                <a:gd name="connsiteX380" fmla="*/ 11604 w 438098"/>
                <a:gd name="connsiteY380" fmla="*/ 330695 h 560149"/>
                <a:gd name="connsiteX381" fmla="*/ 9372 w 438098"/>
                <a:gd name="connsiteY381" fmla="*/ 330695 h 560149"/>
                <a:gd name="connsiteX382" fmla="*/ 7883 w 438098"/>
                <a:gd name="connsiteY382" fmla="*/ 327718 h 560149"/>
                <a:gd name="connsiteX383" fmla="*/ 6395 w 438098"/>
                <a:gd name="connsiteY383" fmla="*/ 326974 h 560149"/>
                <a:gd name="connsiteX384" fmla="*/ 5651 w 438098"/>
                <a:gd name="connsiteY384" fmla="*/ 324742 h 560149"/>
                <a:gd name="connsiteX385" fmla="*/ 4163 w 438098"/>
                <a:gd name="connsiteY385" fmla="*/ 323998 h 560149"/>
                <a:gd name="connsiteX386" fmla="*/ 3465 w 438098"/>
                <a:gd name="connsiteY386" fmla="*/ 322509 h 560149"/>
                <a:gd name="connsiteX387" fmla="*/ 442 w 438098"/>
                <a:gd name="connsiteY387" fmla="*/ 320277 h 560149"/>
                <a:gd name="connsiteX388" fmla="*/ 70 w 438098"/>
                <a:gd name="connsiteY388" fmla="*/ 315859 h 560149"/>
                <a:gd name="connsiteX389" fmla="*/ 0 w 438098"/>
                <a:gd name="connsiteY389" fmla="*/ 313420 h 560149"/>
                <a:gd name="connsiteX390" fmla="*/ 442 w 438098"/>
                <a:gd name="connsiteY390" fmla="*/ 311347 h 560149"/>
                <a:gd name="connsiteX391" fmla="*/ 4163 w 438098"/>
                <a:gd name="connsiteY391" fmla="*/ 309859 h 560149"/>
                <a:gd name="connsiteX392" fmla="*/ 4907 w 438098"/>
                <a:gd name="connsiteY392" fmla="*/ 307627 h 560149"/>
                <a:gd name="connsiteX393" fmla="*/ 6767 w 438098"/>
                <a:gd name="connsiteY393" fmla="*/ 307301 h 560149"/>
                <a:gd name="connsiteX394" fmla="*/ 8627 w 438098"/>
                <a:gd name="connsiteY394" fmla="*/ 306882 h 560149"/>
                <a:gd name="connsiteX395" fmla="*/ 9372 w 438098"/>
                <a:gd name="connsiteY395" fmla="*/ 303906 h 560149"/>
                <a:gd name="connsiteX396" fmla="*/ 11604 w 438098"/>
                <a:gd name="connsiteY396" fmla="*/ 303162 h 560149"/>
                <a:gd name="connsiteX397" fmla="*/ 12348 w 438098"/>
                <a:gd name="connsiteY397" fmla="*/ 300929 h 560149"/>
                <a:gd name="connsiteX398" fmla="*/ 15325 w 438098"/>
                <a:gd name="connsiteY398" fmla="*/ 299441 h 560149"/>
                <a:gd name="connsiteX399" fmla="*/ 16813 w 438098"/>
                <a:gd name="connsiteY399" fmla="*/ 297209 h 560149"/>
                <a:gd name="connsiteX400" fmla="*/ 19045 w 438098"/>
                <a:gd name="connsiteY400" fmla="*/ 296464 h 560149"/>
                <a:gd name="connsiteX401" fmla="*/ 19371 w 438098"/>
                <a:gd name="connsiteY401" fmla="*/ 294930 h 560149"/>
                <a:gd name="connsiteX402" fmla="*/ 19789 w 438098"/>
                <a:gd name="connsiteY402" fmla="*/ 293488 h 560149"/>
                <a:gd name="connsiteX403" fmla="*/ 22766 w 438098"/>
                <a:gd name="connsiteY403" fmla="*/ 293488 h 560149"/>
                <a:gd name="connsiteX404" fmla="*/ 22766 w 438098"/>
                <a:gd name="connsiteY404" fmla="*/ 291255 h 560149"/>
                <a:gd name="connsiteX405" fmla="*/ 24208 w 438098"/>
                <a:gd name="connsiteY405" fmla="*/ 290930 h 560149"/>
                <a:gd name="connsiteX406" fmla="*/ 25743 w 438098"/>
                <a:gd name="connsiteY406" fmla="*/ 290511 h 560149"/>
                <a:gd name="connsiteX407" fmla="*/ 26487 w 438098"/>
                <a:gd name="connsiteY407" fmla="*/ 287535 h 560149"/>
                <a:gd name="connsiteX408" fmla="*/ 27975 w 438098"/>
                <a:gd name="connsiteY408" fmla="*/ 286791 h 560149"/>
                <a:gd name="connsiteX409" fmla="*/ 28626 w 438098"/>
                <a:gd name="connsiteY409" fmla="*/ 285349 h 560149"/>
                <a:gd name="connsiteX410" fmla="*/ 32440 w 438098"/>
                <a:gd name="connsiteY410" fmla="*/ 282326 h 560149"/>
                <a:gd name="connsiteX411" fmla="*/ 33928 w 438098"/>
                <a:gd name="connsiteY411" fmla="*/ 279349 h 560149"/>
                <a:gd name="connsiteX412" fmla="*/ 35416 w 438098"/>
                <a:gd name="connsiteY412" fmla="*/ 279349 h 560149"/>
                <a:gd name="connsiteX413" fmla="*/ 35742 w 438098"/>
                <a:gd name="connsiteY413" fmla="*/ 277861 h 560149"/>
                <a:gd name="connsiteX414" fmla="*/ 36161 w 438098"/>
                <a:gd name="connsiteY414" fmla="*/ 276373 h 560149"/>
                <a:gd name="connsiteX415" fmla="*/ 38393 w 438098"/>
                <a:gd name="connsiteY415" fmla="*/ 276373 h 560149"/>
                <a:gd name="connsiteX416" fmla="*/ 38393 w 438098"/>
                <a:gd name="connsiteY416" fmla="*/ 273396 h 560149"/>
                <a:gd name="connsiteX417" fmla="*/ 41370 w 438098"/>
                <a:gd name="connsiteY417" fmla="*/ 273396 h 560149"/>
                <a:gd name="connsiteX418" fmla="*/ 42858 w 438098"/>
                <a:gd name="connsiteY418" fmla="*/ 269675 h 560149"/>
                <a:gd name="connsiteX419" fmla="*/ 44346 w 438098"/>
                <a:gd name="connsiteY419" fmla="*/ 269675 h 560149"/>
                <a:gd name="connsiteX420" fmla="*/ 44346 w 438098"/>
                <a:gd name="connsiteY420" fmla="*/ 266699 h 560149"/>
                <a:gd name="connsiteX421" fmla="*/ 46579 w 438098"/>
                <a:gd name="connsiteY421" fmla="*/ 265955 h 560149"/>
                <a:gd name="connsiteX422" fmla="*/ 46951 w 438098"/>
                <a:gd name="connsiteY422" fmla="*/ 264466 h 560149"/>
                <a:gd name="connsiteX423" fmla="*/ 47323 w 438098"/>
                <a:gd name="connsiteY423" fmla="*/ 262978 h 560149"/>
                <a:gd name="connsiteX424" fmla="*/ 49555 w 438098"/>
                <a:gd name="connsiteY424" fmla="*/ 262234 h 560149"/>
                <a:gd name="connsiteX425" fmla="*/ 50299 w 438098"/>
                <a:gd name="connsiteY425" fmla="*/ 260002 h 560149"/>
                <a:gd name="connsiteX426" fmla="*/ 51788 w 438098"/>
                <a:gd name="connsiteY426" fmla="*/ 259257 h 560149"/>
                <a:gd name="connsiteX427" fmla="*/ 52113 w 438098"/>
                <a:gd name="connsiteY427" fmla="*/ 257769 h 560149"/>
                <a:gd name="connsiteX428" fmla="*/ 52532 w 438098"/>
                <a:gd name="connsiteY428" fmla="*/ 256281 h 560149"/>
                <a:gd name="connsiteX429" fmla="*/ 54764 w 438098"/>
                <a:gd name="connsiteY429" fmla="*/ 255537 h 560149"/>
                <a:gd name="connsiteX430" fmla="*/ 55090 w 438098"/>
                <a:gd name="connsiteY430" fmla="*/ 253816 h 560149"/>
                <a:gd name="connsiteX431" fmla="*/ 58485 w 438098"/>
                <a:gd name="connsiteY431" fmla="*/ 248839 h 560149"/>
                <a:gd name="connsiteX432" fmla="*/ 59973 w 438098"/>
                <a:gd name="connsiteY432" fmla="*/ 248839 h 560149"/>
                <a:gd name="connsiteX433" fmla="*/ 60578 w 438098"/>
                <a:gd name="connsiteY433" fmla="*/ 246467 h 560149"/>
                <a:gd name="connsiteX434" fmla="*/ 65182 w 438098"/>
                <a:gd name="connsiteY434" fmla="*/ 239910 h 560149"/>
                <a:gd name="connsiteX435" fmla="*/ 66438 w 438098"/>
                <a:gd name="connsiteY435" fmla="*/ 237817 h 560149"/>
                <a:gd name="connsiteX436" fmla="*/ 67414 w 438098"/>
                <a:gd name="connsiteY436" fmla="*/ 236189 h 560149"/>
                <a:gd name="connsiteX437" fmla="*/ 68903 w 438098"/>
                <a:gd name="connsiteY437" fmla="*/ 236189 h 560149"/>
                <a:gd name="connsiteX438" fmla="*/ 69647 w 438098"/>
                <a:gd name="connsiteY438" fmla="*/ 232468 h 560149"/>
                <a:gd name="connsiteX439" fmla="*/ 71135 w 438098"/>
                <a:gd name="connsiteY439" fmla="*/ 231724 h 560149"/>
                <a:gd name="connsiteX440" fmla="*/ 71507 w 438098"/>
                <a:gd name="connsiteY440" fmla="*/ 229864 h 560149"/>
                <a:gd name="connsiteX441" fmla="*/ 71879 w 438098"/>
                <a:gd name="connsiteY441" fmla="*/ 228003 h 560149"/>
                <a:gd name="connsiteX442" fmla="*/ 73368 w 438098"/>
                <a:gd name="connsiteY442" fmla="*/ 227259 h 560149"/>
                <a:gd name="connsiteX443" fmla="*/ 74484 w 438098"/>
                <a:gd name="connsiteY443" fmla="*/ 224980 h 560149"/>
                <a:gd name="connsiteX444" fmla="*/ 75600 w 438098"/>
                <a:gd name="connsiteY444" fmla="*/ 222795 h 560149"/>
                <a:gd name="connsiteX445" fmla="*/ 77088 w 438098"/>
                <a:gd name="connsiteY445" fmla="*/ 222795 h 560149"/>
                <a:gd name="connsiteX446" fmla="*/ 77832 w 438098"/>
                <a:gd name="connsiteY446" fmla="*/ 220934 h 560149"/>
                <a:gd name="connsiteX447" fmla="*/ 78577 w 438098"/>
                <a:gd name="connsiteY447" fmla="*/ 219074 h 560149"/>
                <a:gd name="connsiteX448" fmla="*/ 80065 w 438098"/>
                <a:gd name="connsiteY448" fmla="*/ 219074 h 560149"/>
                <a:gd name="connsiteX449" fmla="*/ 80065 w 438098"/>
                <a:gd name="connsiteY449" fmla="*/ 214609 h 560149"/>
                <a:gd name="connsiteX450" fmla="*/ 81553 w 438098"/>
                <a:gd name="connsiteY450" fmla="*/ 214609 h 560149"/>
                <a:gd name="connsiteX451" fmla="*/ 83041 w 438098"/>
                <a:gd name="connsiteY451" fmla="*/ 210144 h 560149"/>
                <a:gd name="connsiteX452" fmla="*/ 84530 w 438098"/>
                <a:gd name="connsiteY452" fmla="*/ 209400 h 560149"/>
                <a:gd name="connsiteX453" fmla="*/ 87925 w 438098"/>
                <a:gd name="connsiteY453" fmla="*/ 202052 h 560149"/>
                <a:gd name="connsiteX454" fmla="*/ 88995 w 438098"/>
                <a:gd name="connsiteY454" fmla="*/ 199726 h 560149"/>
                <a:gd name="connsiteX455" fmla="*/ 90483 w 438098"/>
                <a:gd name="connsiteY455" fmla="*/ 199726 h 560149"/>
                <a:gd name="connsiteX456" fmla="*/ 90762 w 438098"/>
                <a:gd name="connsiteY456" fmla="*/ 197540 h 560149"/>
                <a:gd name="connsiteX457" fmla="*/ 91227 w 438098"/>
                <a:gd name="connsiteY457" fmla="*/ 195261 h 560149"/>
                <a:gd name="connsiteX458" fmla="*/ 92715 w 438098"/>
                <a:gd name="connsiteY458" fmla="*/ 194517 h 560149"/>
                <a:gd name="connsiteX459" fmla="*/ 93041 w 438098"/>
                <a:gd name="connsiteY459" fmla="*/ 192331 h 560149"/>
                <a:gd name="connsiteX460" fmla="*/ 93459 w 438098"/>
                <a:gd name="connsiteY460" fmla="*/ 190052 h 560149"/>
                <a:gd name="connsiteX461" fmla="*/ 95692 w 438098"/>
                <a:gd name="connsiteY461" fmla="*/ 188564 h 560149"/>
                <a:gd name="connsiteX462" fmla="*/ 96064 w 438098"/>
                <a:gd name="connsiteY462" fmla="*/ 186611 h 560149"/>
                <a:gd name="connsiteX463" fmla="*/ 96436 w 438098"/>
                <a:gd name="connsiteY463" fmla="*/ 184843 h 560149"/>
                <a:gd name="connsiteX464" fmla="*/ 98668 w 438098"/>
                <a:gd name="connsiteY464" fmla="*/ 184843 h 560149"/>
                <a:gd name="connsiteX465" fmla="*/ 98947 w 438098"/>
                <a:gd name="connsiteY465" fmla="*/ 181913 h 560149"/>
                <a:gd name="connsiteX466" fmla="*/ 99413 w 438098"/>
                <a:gd name="connsiteY466" fmla="*/ 178890 h 560149"/>
                <a:gd name="connsiteX467" fmla="*/ 100901 w 438098"/>
                <a:gd name="connsiteY467" fmla="*/ 178146 h 560149"/>
                <a:gd name="connsiteX468" fmla="*/ 101645 w 438098"/>
                <a:gd name="connsiteY468" fmla="*/ 173681 h 560149"/>
                <a:gd name="connsiteX469" fmla="*/ 103877 w 438098"/>
                <a:gd name="connsiteY469" fmla="*/ 173681 h 560149"/>
                <a:gd name="connsiteX470" fmla="*/ 104622 w 438098"/>
                <a:gd name="connsiteY470" fmla="*/ 167728 h 560149"/>
                <a:gd name="connsiteX471" fmla="*/ 106854 w 438098"/>
                <a:gd name="connsiteY471" fmla="*/ 167728 h 560149"/>
                <a:gd name="connsiteX472" fmla="*/ 107086 w 438098"/>
                <a:gd name="connsiteY472" fmla="*/ 165170 h 560149"/>
                <a:gd name="connsiteX473" fmla="*/ 107598 w 438098"/>
                <a:gd name="connsiteY473" fmla="*/ 162519 h 560149"/>
                <a:gd name="connsiteX474" fmla="*/ 109831 w 438098"/>
                <a:gd name="connsiteY474" fmla="*/ 161775 h 560149"/>
                <a:gd name="connsiteX475" fmla="*/ 109831 w 438098"/>
                <a:gd name="connsiteY475" fmla="*/ 158426 h 560149"/>
                <a:gd name="connsiteX476" fmla="*/ 109831 w 438098"/>
                <a:gd name="connsiteY476" fmla="*/ 155078 h 560149"/>
                <a:gd name="connsiteX477" fmla="*/ 112063 w 438098"/>
                <a:gd name="connsiteY477" fmla="*/ 154334 h 560149"/>
                <a:gd name="connsiteX478" fmla="*/ 112807 w 438098"/>
                <a:gd name="connsiteY478" fmla="*/ 149869 h 560149"/>
                <a:gd name="connsiteX479" fmla="*/ 115039 w 438098"/>
                <a:gd name="connsiteY479" fmla="*/ 149869 h 560149"/>
                <a:gd name="connsiteX480" fmla="*/ 114295 w 438098"/>
                <a:gd name="connsiteY480" fmla="*/ 146148 h 560149"/>
                <a:gd name="connsiteX481" fmla="*/ 113551 w 438098"/>
                <a:gd name="connsiteY481" fmla="*/ 146892 h 560149"/>
                <a:gd name="connsiteX482" fmla="*/ 109738 w 438098"/>
                <a:gd name="connsiteY482" fmla="*/ 146987 h 560149"/>
                <a:gd name="connsiteX483" fmla="*/ 107233 w 438098"/>
                <a:gd name="connsiteY483" fmla="*/ 146993 h 560149"/>
                <a:gd name="connsiteX484" fmla="*/ 104462 w 438098"/>
                <a:gd name="connsiteY484" fmla="*/ 146988 h 560149"/>
                <a:gd name="connsiteX485" fmla="*/ 101562 w 438098"/>
                <a:gd name="connsiteY485" fmla="*/ 146992 h 560149"/>
                <a:gd name="connsiteX486" fmla="*/ 93665 w 438098"/>
                <a:gd name="connsiteY486" fmla="*/ 146992 h 560149"/>
                <a:gd name="connsiteX487" fmla="*/ 85419 w 438098"/>
                <a:gd name="connsiteY487" fmla="*/ 146993 h 560149"/>
                <a:gd name="connsiteX488" fmla="*/ 71569 w 438098"/>
                <a:gd name="connsiteY488" fmla="*/ 146989 h 560149"/>
                <a:gd name="connsiteX489" fmla="*/ 55534 w 438098"/>
                <a:gd name="connsiteY489" fmla="*/ 146991 h 560149"/>
                <a:gd name="connsiteX490" fmla="*/ 41791 w 438098"/>
                <a:gd name="connsiteY490" fmla="*/ 146992 h 560149"/>
                <a:gd name="connsiteX491" fmla="*/ 33572 w 438098"/>
                <a:gd name="connsiteY491" fmla="*/ 146994 h 560149"/>
                <a:gd name="connsiteX492" fmla="*/ 24414 w 438098"/>
                <a:gd name="connsiteY492" fmla="*/ 146988 h 560149"/>
                <a:gd name="connsiteX493" fmla="*/ 21643 w 438098"/>
                <a:gd name="connsiteY493" fmla="*/ 146993 h 560149"/>
                <a:gd name="connsiteX494" fmla="*/ 19138 w 438098"/>
                <a:gd name="connsiteY494" fmla="*/ 146987 h 560149"/>
                <a:gd name="connsiteX495" fmla="*/ 16948 w 438098"/>
                <a:gd name="connsiteY495" fmla="*/ 146986 h 560149"/>
                <a:gd name="connsiteX496" fmla="*/ 14581 w 438098"/>
                <a:gd name="connsiteY496" fmla="*/ 146148 h 560149"/>
                <a:gd name="connsiteX497" fmla="*/ 14496 w 438098"/>
                <a:gd name="connsiteY497" fmla="*/ 139233 h 560149"/>
                <a:gd name="connsiteX498" fmla="*/ 14496 w 438098"/>
                <a:gd name="connsiteY498" fmla="*/ 137033 h 560149"/>
                <a:gd name="connsiteX499" fmla="*/ 14508 w 438098"/>
                <a:gd name="connsiteY499" fmla="*/ 129797 h 560149"/>
                <a:gd name="connsiteX500" fmla="*/ 14511 w 438098"/>
                <a:gd name="connsiteY500" fmla="*/ 124795 h 560149"/>
                <a:gd name="connsiteX501" fmla="*/ 14529 w 438098"/>
                <a:gd name="connsiteY501" fmla="*/ 111601 h 560149"/>
                <a:gd name="connsiteX502" fmla="*/ 14544 w 438098"/>
                <a:gd name="connsiteY502" fmla="*/ 98150 h 560149"/>
                <a:gd name="connsiteX503" fmla="*/ 14581 w 438098"/>
                <a:gd name="connsiteY503" fmla="*/ 71734 h 560149"/>
                <a:gd name="connsiteX504" fmla="*/ 63656 w 438098"/>
                <a:gd name="connsiteY504" fmla="*/ 71695 h 560149"/>
                <a:gd name="connsiteX505" fmla="*/ 86441 w 438098"/>
                <a:gd name="connsiteY505" fmla="*/ 71678 h 560149"/>
                <a:gd name="connsiteX506" fmla="*/ 106297 w 438098"/>
                <a:gd name="connsiteY506" fmla="*/ 71664 h 560149"/>
                <a:gd name="connsiteX507" fmla="*/ 116814 w 438098"/>
                <a:gd name="connsiteY507" fmla="*/ 71655 h 560149"/>
                <a:gd name="connsiteX508" fmla="*/ 126707 w 438098"/>
                <a:gd name="connsiteY508" fmla="*/ 71650 h 560149"/>
                <a:gd name="connsiteX509" fmla="*/ 130343 w 438098"/>
                <a:gd name="connsiteY509" fmla="*/ 71645 h 560149"/>
                <a:gd name="connsiteX510" fmla="*/ 135297 w 438098"/>
                <a:gd name="connsiteY510" fmla="*/ 71644 h 560149"/>
                <a:gd name="connsiteX511" fmla="*/ 138102 w 438098"/>
                <a:gd name="connsiteY511" fmla="*/ 71642 h 560149"/>
                <a:gd name="connsiteX512" fmla="*/ 142573 w 438098"/>
                <a:gd name="connsiteY512" fmla="*/ 72478 h 560149"/>
                <a:gd name="connsiteX513" fmla="*/ 142573 w 438098"/>
                <a:gd name="connsiteY513" fmla="*/ 65781 h 560149"/>
                <a:gd name="connsiteX514" fmla="*/ 145549 w 438098"/>
                <a:gd name="connsiteY514" fmla="*/ 65781 h 560149"/>
                <a:gd name="connsiteX515" fmla="*/ 145549 w 438098"/>
                <a:gd name="connsiteY515" fmla="*/ 56851 h 560149"/>
                <a:gd name="connsiteX516" fmla="*/ 147782 w 438098"/>
                <a:gd name="connsiteY516" fmla="*/ 56851 h 560149"/>
                <a:gd name="connsiteX517" fmla="*/ 147892 w 438098"/>
                <a:gd name="connsiteY517" fmla="*/ 54598 h 560149"/>
                <a:gd name="connsiteX518" fmla="*/ 148061 w 438098"/>
                <a:gd name="connsiteY518" fmla="*/ 51689 h 560149"/>
                <a:gd name="connsiteX519" fmla="*/ 148218 w 438098"/>
                <a:gd name="connsiteY519" fmla="*/ 48785 h 560149"/>
                <a:gd name="connsiteX520" fmla="*/ 148526 w 438098"/>
                <a:gd name="connsiteY520" fmla="*/ 46433 h 560149"/>
                <a:gd name="connsiteX521" fmla="*/ 150014 w 438098"/>
                <a:gd name="connsiteY521" fmla="*/ 45689 h 560149"/>
                <a:gd name="connsiteX522" fmla="*/ 150430 w 438098"/>
                <a:gd name="connsiteY522" fmla="*/ 38178 h 560149"/>
                <a:gd name="connsiteX523" fmla="*/ 150758 w 438098"/>
                <a:gd name="connsiteY523" fmla="*/ 36015 h 560149"/>
                <a:gd name="connsiteX524" fmla="*/ 152991 w 438098"/>
                <a:gd name="connsiteY524" fmla="*/ 35271 h 560149"/>
                <a:gd name="connsiteX525" fmla="*/ 153363 w 438098"/>
                <a:gd name="connsiteY525" fmla="*/ 30062 h 560149"/>
                <a:gd name="connsiteX526" fmla="*/ 153735 w 438098"/>
                <a:gd name="connsiteY526" fmla="*/ 24853 h 560149"/>
                <a:gd name="connsiteX527" fmla="*/ 155967 w 438098"/>
                <a:gd name="connsiteY527" fmla="*/ 24109 h 560149"/>
                <a:gd name="connsiteX528" fmla="*/ 156386 w 438098"/>
                <a:gd name="connsiteY528" fmla="*/ 18900 h 560149"/>
                <a:gd name="connsiteX529" fmla="*/ 156711 w 438098"/>
                <a:gd name="connsiteY529" fmla="*/ 13691 h 560149"/>
                <a:gd name="connsiteX530" fmla="*/ 158200 w 438098"/>
                <a:gd name="connsiteY530" fmla="*/ 12947 h 560149"/>
                <a:gd name="connsiteX531" fmla="*/ 158618 w 438098"/>
                <a:gd name="connsiteY531" fmla="*/ 7831 h 560149"/>
                <a:gd name="connsiteX532" fmla="*/ 159688 w 438098"/>
                <a:gd name="connsiteY532" fmla="*/ 296 h 560149"/>
                <a:gd name="connsiteX533" fmla="*/ 162664 w 438098"/>
                <a:gd name="connsiteY533" fmla="*/ 17 h 560149"/>
                <a:gd name="connsiteX534" fmla="*/ 164292 w 438098"/>
                <a:gd name="connsiteY534" fmla="*/ 0 h 56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438098" h="560149">
                  <a:moveTo>
                    <a:pt x="159688" y="350512"/>
                  </a:moveTo>
                  <a:cubicBezTo>
                    <a:pt x="158944" y="351256"/>
                    <a:pt x="158944" y="351256"/>
                    <a:pt x="158849" y="352555"/>
                  </a:cubicBezTo>
                  <a:cubicBezTo>
                    <a:pt x="158849" y="353137"/>
                    <a:pt x="158848" y="353702"/>
                    <a:pt x="158848" y="354266"/>
                  </a:cubicBezTo>
                  <a:cubicBezTo>
                    <a:pt x="158845" y="354924"/>
                    <a:pt x="158843" y="355562"/>
                    <a:pt x="158841" y="356200"/>
                  </a:cubicBezTo>
                  <a:cubicBezTo>
                    <a:pt x="158842" y="356915"/>
                    <a:pt x="158844" y="357608"/>
                    <a:pt x="158845" y="358302"/>
                  </a:cubicBezTo>
                  <a:cubicBezTo>
                    <a:pt x="158844" y="359755"/>
                    <a:pt x="158843" y="361207"/>
                    <a:pt x="158842" y="362660"/>
                  </a:cubicBezTo>
                  <a:cubicBezTo>
                    <a:pt x="158847" y="364962"/>
                    <a:pt x="158851" y="367265"/>
                    <a:pt x="158847" y="369568"/>
                  </a:cubicBezTo>
                  <a:cubicBezTo>
                    <a:pt x="158844" y="371067"/>
                    <a:pt x="158842" y="372566"/>
                    <a:pt x="158843" y="374064"/>
                  </a:cubicBezTo>
                  <a:cubicBezTo>
                    <a:pt x="158844" y="374793"/>
                    <a:pt x="158844" y="375501"/>
                    <a:pt x="158845" y="376208"/>
                  </a:cubicBezTo>
                  <a:cubicBezTo>
                    <a:pt x="158844" y="376923"/>
                    <a:pt x="158842" y="377617"/>
                    <a:pt x="158841" y="378310"/>
                  </a:cubicBezTo>
                  <a:cubicBezTo>
                    <a:pt x="158843" y="378968"/>
                    <a:pt x="158845" y="379606"/>
                    <a:pt x="158848" y="380244"/>
                  </a:cubicBezTo>
                  <a:cubicBezTo>
                    <a:pt x="158849" y="381831"/>
                    <a:pt x="158549" y="382859"/>
                    <a:pt x="159688" y="383998"/>
                  </a:cubicBezTo>
                  <a:cubicBezTo>
                    <a:pt x="161147" y="384044"/>
                    <a:pt x="162606" y="384080"/>
                    <a:pt x="164065" y="384078"/>
                  </a:cubicBezTo>
                  <a:cubicBezTo>
                    <a:pt x="164719" y="384074"/>
                    <a:pt x="165353" y="384069"/>
                    <a:pt x="165988" y="384065"/>
                  </a:cubicBezTo>
                  <a:cubicBezTo>
                    <a:pt x="168136" y="384059"/>
                    <a:pt x="170285" y="384051"/>
                    <a:pt x="172434" y="384039"/>
                  </a:cubicBezTo>
                  <a:cubicBezTo>
                    <a:pt x="174015" y="384031"/>
                    <a:pt x="175596" y="384023"/>
                    <a:pt x="177178" y="384017"/>
                  </a:cubicBezTo>
                  <a:cubicBezTo>
                    <a:pt x="181473" y="384002"/>
                    <a:pt x="185768" y="383984"/>
                    <a:pt x="190063" y="383962"/>
                  </a:cubicBezTo>
                  <a:cubicBezTo>
                    <a:pt x="194632" y="383939"/>
                    <a:pt x="199202" y="383918"/>
                    <a:pt x="203771" y="383898"/>
                  </a:cubicBezTo>
                  <a:cubicBezTo>
                    <a:pt x="211411" y="383866"/>
                    <a:pt x="219051" y="383830"/>
                    <a:pt x="226691" y="383792"/>
                  </a:cubicBezTo>
                  <a:cubicBezTo>
                    <a:pt x="235607" y="383748"/>
                    <a:pt x="244523" y="383706"/>
                    <a:pt x="253439" y="383669"/>
                  </a:cubicBezTo>
                  <a:cubicBezTo>
                    <a:pt x="261139" y="383638"/>
                    <a:pt x="268838" y="383604"/>
                    <a:pt x="276538" y="383568"/>
                  </a:cubicBezTo>
                  <a:cubicBezTo>
                    <a:pt x="281122" y="383546"/>
                    <a:pt x="285706" y="383523"/>
                    <a:pt x="290290" y="383504"/>
                  </a:cubicBezTo>
                  <a:cubicBezTo>
                    <a:pt x="294681" y="383487"/>
                    <a:pt x="299072" y="383468"/>
                    <a:pt x="303463" y="383445"/>
                  </a:cubicBezTo>
                  <a:cubicBezTo>
                    <a:pt x="305075" y="383436"/>
                    <a:pt x="306686" y="383427"/>
                    <a:pt x="308298" y="383419"/>
                  </a:cubicBezTo>
                  <a:cubicBezTo>
                    <a:pt x="310557" y="383411"/>
                    <a:pt x="312815" y="383403"/>
                    <a:pt x="315073" y="383390"/>
                  </a:cubicBezTo>
                  <a:cubicBezTo>
                    <a:pt x="315762" y="383385"/>
                    <a:pt x="316431" y="383381"/>
                    <a:pt x="317099" y="383377"/>
                  </a:cubicBezTo>
                  <a:cubicBezTo>
                    <a:pt x="319231" y="383373"/>
                    <a:pt x="322597" y="384056"/>
                    <a:pt x="324143" y="382510"/>
                  </a:cubicBezTo>
                  <a:cubicBezTo>
                    <a:pt x="324152" y="380931"/>
                    <a:pt x="324153" y="379352"/>
                    <a:pt x="324114" y="377774"/>
                  </a:cubicBezTo>
                  <a:cubicBezTo>
                    <a:pt x="324083" y="376759"/>
                    <a:pt x="324083" y="376759"/>
                    <a:pt x="324053" y="375763"/>
                  </a:cubicBezTo>
                  <a:cubicBezTo>
                    <a:pt x="323998" y="373648"/>
                    <a:pt x="323942" y="371534"/>
                    <a:pt x="323881" y="369419"/>
                  </a:cubicBezTo>
                  <a:cubicBezTo>
                    <a:pt x="323839" y="367944"/>
                    <a:pt x="323798" y="366469"/>
                    <a:pt x="323758" y="364995"/>
                  </a:cubicBezTo>
                  <a:cubicBezTo>
                    <a:pt x="323643" y="360663"/>
                    <a:pt x="323523" y="356332"/>
                    <a:pt x="323399" y="352000"/>
                  </a:cubicBezTo>
                  <a:cubicBezTo>
                    <a:pt x="303241" y="351924"/>
                    <a:pt x="283083" y="351845"/>
                    <a:pt x="262926" y="351760"/>
                  </a:cubicBezTo>
                  <a:cubicBezTo>
                    <a:pt x="253129" y="351719"/>
                    <a:pt x="243332" y="351678"/>
                    <a:pt x="233535" y="351641"/>
                  </a:cubicBezTo>
                  <a:cubicBezTo>
                    <a:pt x="224927" y="351609"/>
                    <a:pt x="216320" y="351576"/>
                    <a:pt x="207713" y="351538"/>
                  </a:cubicBezTo>
                  <a:cubicBezTo>
                    <a:pt x="203170" y="351518"/>
                    <a:pt x="198627" y="351498"/>
                    <a:pt x="194085" y="351482"/>
                  </a:cubicBezTo>
                  <a:cubicBezTo>
                    <a:pt x="189734" y="351467"/>
                    <a:pt x="185383" y="351451"/>
                    <a:pt x="181032" y="351431"/>
                  </a:cubicBezTo>
                  <a:cubicBezTo>
                    <a:pt x="179434" y="351424"/>
                    <a:pt x="177835" y="351416"/>
                    <a:pt x="176237" y="351409"/>
                  </a:cubicBezTo>
                  <a:cubicBezTo>
                    <a:pt x="174000" y="351403"/>
                    <a:pt x="171762" y="351396"/>
                    <a:pt x="169525" y="351385"/>
                  </a:cubicBezTo>
                  <a:cubicBezTo>
                    <a:pt x="168509" y="351379"/>
                    <a:pt x="168509" y="351379"/>
                    <a:pt x="167514" y="351374"/>
                  </a:cubicBezTo>
                  <a:cubicBezTo>
                    <a:pt x="165395" y="351371"/>
                    <a:pt x="163295" y="351337"/>
                    <a:pt x="161176" y="351256"/>
                  </a:cubicBezTo>
                  <a:cubicBezTo>
                    <a:pt x="160670" y="351003"/>
                    <a:pt x="160179" y="350758"/>
                    <a:pt x="159688" y="350512"/>
                  </a:cubicBezTo>
                  <a:close/>
                  <a:moveTo>
                    <a:pt x="318997" y="252515"/>
                  </a:moveTo>
                  <a:cubicBezTo>
                    <a:pt x="318340" y="252524"/>
                    <a:pt x="317702" y="252533"/>
                    <a:pt x="317065" y="252541"/>
                  </a:cubicBezTo>
                  <a:cubicBezTo>
                    <a:pt x="314904" y="252533"/>
                    <a:pt x="312745" y="252530"/>
                    <a:pt x="310584" y="252544"/>
                  </a:cubicBezTo>
                  <a:cubicBezTo>
                    <a:pt x="308994" y="252556"/>
                    <a:pt x="307405" y="252562"/>
                    <a:pt x="305815" y="252563"/>
                  </a:cubicBezTo>
                  <a:cubicBezTo>
                    <a:pt x="301497" y="252558"/>
                    <a:pt x="297180" y="252564"/>
                    <a:pt x="292862" y="252585"/>
                  </a:cubicBezTo>
                  <a:cubicBezTo>
                    <a:pt x="288270" y="252606"/>
                    <a:pt x="283677" y="252615"/>
                    <a:pt x="279084" y="252619"/>
                  </a:cubicBezTo>
                  <a:cubicBezTo>
                    <a:pt x="270415" y="252626"/>
                    <a:pt x="261747" y="252645"/>
                    <a:pt x="253079" y="252675"/>
                  </a:cubicBezTo>
                  <a:cubicBezTo>
                    <a:pt x="243129" y="252709"/>
                    <a:pt x="233180" y="252730"/>
                    <a:pt x="223231" y="252745"/>
                  </a:cubicBezTo>
                  <a:cubicBezTo>
                    <a:pt x="201801" y="252777"/>
                    <a:pt x="180372" y="252830"/>
                    <a:pt x="158942" y="252899"/>
                  </a:cubicBezTo>
                  <a:cubicBezTo>
                    <a:pt x="158927" y="256943"/>
                    <a:pt x="158914" y="260987"/>
                    <a:pt x="158906" y="265031"/>
                  </a:cubicBezTo>
                  <a:cubicBezTo>
                    <a:pt x="158903" y="266676"/>
                    <a:pt x="158900" y="268322"/>
                    <a:pt x="158896" y="269968"/>
                  </a:cubicBezTo>
                  <a:cubicBezTo>
                    <a:pt x="158887" y="272402"/>
                    <a:pt x="158877" y="274836"/>
                    <a:pt x="158873" y="277270"/>
                  </a:cubicBezTo>
                  <a:cubicBezTo>
                    <a:pt x="158872" y="278052"/>
                    <a:pt x="158871" y="278810"/>
                    <a:pt x="158870" y="279569"/>
                  </a:cubicBezTo>
                  <a:cubicBezTo>
                    <a:pt x="158866" y="280337"/>
                    <a:pt x="158862" y="281081"/>
                    <a:pt x="158858" y="281826"/>
                  </a:cubicBezTo>
                  <a:cubicBezTo>
                    <a:pt x="158858" y="282532"/>
                    <a:pt x="158858" y="283218"/>
                    <a:pt x="158858" y="283903"/>
                  </a:cubicBezTo>
                  <a:cubicBezTo>
                    <a:pt x="158856" y="284528"/>
                    <a:pt x="158855" y="285134"/>
                    <a:pt x="158853" y="285741"/>
                  </a:cubicBezTo>
                  <a:cubicBezTo>
                    <a:pt x="158942" y="287130"/>
                    <a:pt x="158942" y="287130"/>
                    <a:pt x="159687" y="287874"/>
                  </a:cubicBezTo>
                  <a:cubicBezTo>
                    <a:pt x="161153" y="287918"/>
                    <a:pt x="162620" y="287953"/>
                    <a:pt x="164087" y="287950"/>
                  </a:cubicBezTo>
                  <a:cubicBezTo>
                    <a:pt x="164744" y="287945"/>
                    <a:pt x="165382" y="287940"/>
                    <a:pt x="166019" y="287935"/>
                  </a:cubicBezTo>
                  <a:cubicBezTo>
                    <a:pt x="168180" y="287927"/>
                    <a:pt x="170340" y="287918"/>
                    <a:pt x="172500" y="287905"/>
                  </a:cubicBezTo>
                  <a:cubicBezTo>
                    <a:pt x="174090" y="287895"/>
                    <a:pt x="175679" y="287886"/>
                    <a:pt x="177269" y="287879"/>
                  </a:cubicBezTo>
                  <a:cubicBezTo>
                    <a:pt x="181587" y="287860"/>
                    <a:pt x="185904" y="287839"/>
                    <a:pt x="190222" y="287815"/>
                  </a:cubicBezTo>
                  <a:cubicBezTo>
                    <a:pt x="194815" y="287788"/>
                    <a:pt x="199408" y="287765"/>
                    <a:pt x="204000" y="287744"/>
                  </a:cubicBezTo>
                  <a:cubicBezTo>
                    <a:pt x="212669" y="287703"/>
                    <a:pt x="221337" y="287659"/>
                    <a:pt x="230006" y="287612"/>
                  </a:cubicBezTo>
                  <a:cubicBezTo>
                    <a:pt x="239955" y="287558"/>
                    <a:pt x="249904" y="287508"/>
                    <a:pt x="259853" y="287459"/>
                  </a:cubicBezTo>
                  <a:cubicBezTo>
                    <a:pt x="281283" y="287354"/>
                    <a:pt x="302712" y="287244"/>
                    <a:pt x="324142" y="287130"/>
                  </a:cubicBezTo>
                  <a:cubicBezTo>
                    <a:pt x="324157" y="283475"/>
                    <a:pt x="324170" y="279820"/>
                    <a:pt x="324178" y="276165"/>
                  </a:cubicBezTo>
                  <a:cubicBezTo>
                    <a:pt x="324181" y="274673"/>
                    <a:pt x="324184" y="273181"/>
                    <a:pt x="324188" y="271689"/>
                  </a:cubicBezTo>
                  <a:cubicBezTo>
                    <a:pt x="324198" y="269490"/>
                    <a:pt x="324207" y="267291"/>
                    <a:pt x="324211" y="265093"/>
                  </a:cubicBezTo>
                  <a:cubicBezTo>
                    <a:pt x="324213" y="264038"/>
                    <a:pt x="324213" y="264038"/>
                    <a:pt x="324214" y="263003"/>
                  </a:cubicBezTo>
                  <a:cubicBezTo>
                    <a:pt x="324218" y="262315"/>
                    <a:pt x="324222" y="261646"/>
                    <a:pt x="324226" y="260978"/>
                  </a:cubicBezTo>
                  <a:cubicBezTo>
                    <a:pt x="324226" y="260334"/>
                    <a:pt x="324226" y="259708"/>
                    <a:pt x="324226" y="259083"/>
                  </a:cubicBezTo>
                  <a:cubicBezTo>
                    <a:pt x="324233" y="256915"/>
                    <a:pt x="324222" y="254926"/>
                    <a:pt x="323398" y="252899"/>
                  </a:cubicBezTo>
                  <a:cubicBezTo>
                    <a:pt x="320738" y="252533"/>
                    <a:pt x="320738" y="252533"/>
                    <a:pt x="318997" y="252515"/>
                  </a:cubicBezTo>
                  <a:close/>
                  <a:moveTo>
                    <a:pt x="164292" y="0"/>
                  </a:moveTo>
                  <a:cubicBezTo>
                    <a:pt x="164737" y="98"/>
                    <a:pt x="165182" y="196"/>
                    <a:pt x="165641" y="296"/>
                  </a:cubicBezTo>
                  <a:cubicBezTo>
                    <a:pt x="165887" y="1033"/>
                    <a:pt x="166132" y="1770"/>
                    <a:pt x="166385" y="2529"/>
                  </a:cubicBezTo>
                  <a:cubicBezTo>
                    <a:pt x="168312" y="2821"/>
                    <a:pt x="170077" y="2979"/>
                    <a:pt x="172013" y="3041"/>
                  </a:cubicBezTo>
                  <a:cubicBezTo>
                    <a:pt x="172806" y="3079"/>
                    <a:pt x="172806" y="3079"/>
                    <a:pt x="173616" y="3118"/>
                  </a:cubicBezTo>
                  <a:cubicBezTo>
                    <a:pt x="174926" y="3179"/>
                    <a:pt x="176237" y="3227"/>
                    <a:pt x="177547" y="3273"/>
                  </a:cubicBezTo>
                  <a:cubicBezTo>
                    <a:pt x="177547" y="4255"/>
                    <a:pt x="177547" y="5238"/>
                    <a:pt x="177547" y="6250"/>
                  </a:cubicBezTo>
                  <a:cubicBezTo>
                    <a:pt x="178824" y="6291"/>
                    <a:pt x="178824" y="6291"/>
                    <a:pt x="180126" y="6334"/>
                  </a:cubicBezTo>
                  <a:cubicBezTo>
                    <a:pt x="181235" y="6383"/>
                    <a:pt x="182345" y="6432"/>
                    <a:pt x="183454" y="6482"/>
                  </a:cubicBezTo>
                  <a:cubicBezTo>
                    <a:pt x="184016" y="6499"/>
                    <a:pt x="184577" y="6516"/>
                    <a:pt x="185156" y="6533"/>
                  </a:cubicBezTo>
                  <a:cubicBezTo>
                    <a:pt x="186776" y="6613"/>
                    <a:pt x="186776" y="6613"/>
                    <a:pt x="189454" y="6994"/>
                  </a:cubicBezTo>
                  <a:cubicBezTo>
                    <a:pt x="189699" y="7730"/>
                    <a:pt x="189945" y="8467"/>
                    <a:pt x="190198" y="9226"/>
                  </a:cubicBezTo>
                  <a:cubicBezTo>
                    <a:pt x="192610" y="9494"/>
                    <a:pt x="194940" y="9551"/>
                    <a:pt x="197363" y="9553"/>
                  </a:cubicBezTo>
                  <a:cubicBezTo>
                    <a:pt x="198872" y="9595"/>
                    <a:pt x="198872" y="9595"/>
                    <a:pt x="201360" y="9970"/>
                  </a:cubicBezTo>
                  <a:cubicBezTo>
                    <a:pt x="201482" y="10459"/>
                    <a:pt x="201603" y="10947"/>
                    <a:pt x="201729" y="11450"/>
                  </a:cubicBezTo>
                  <a:cubicBezTo>
                    <a:pt x="201853" y="11944"/>
                    <a:pt x="201976" y="12438"/>
                    <a:pt x="202104" y="12947"/>
                  </a:cubicBezTo>
                  <a:cubicBezTo>
                    <a:pt x="204072" y="13302"/>
                    <a:pt x="205754" y="13465"/>
                    <a:pt x="207732" y="13505"/>
                  </a:cubicBezTo>
                  <a:cubicBezTo>
                    <a:pt x="208261" y="13527"/>
                    <a:pt x="208790" y="13549"/>
                    <a:pt x="209335" y="13572"/>
                  </a:cubicBezTo>
                  <a:cubicBezTo>
                    <a:pt x="210645" y="13625"/>
                    <a:pt x="211955" y="13659"/>
                    <a:pt x="213266" y="13691"/>
                  </a:cubicBezTo>
                  <a:cubicBezTo>
                    <a:pt x="213266" y="14673"/>
                    <a:pt x="213266" y="15656"/>
                    <a:pt x="213266" y="16668"/>
                  </a:cubicBezTo>
                  <a:cubicBezTo>
                    <a:pt x="213786" y="16659"/>
                    <a:pt x="214306" y="16650"/>
                    <a:pt x="214842" y="16641"/>
                  </a:cubicBezTo>
                  <a:cubicBezTo>
                    <a:pt x="215857" y="16631"/>
                    <a:pt x="215857" y="16631"/>
                    <a:pt x="216894" y="16621"/>
                  </a:cubicBezTo>
                  <a:cubicBezTo>
                    <a:pt x="217567" y="16612"/>
                    <a:pt x="218241" y="16604"/>
                    <a:pt x="218934" y="16595"/>
                  </a:cubicBezTo>
                  <a:cubicBezTo>
                    <a:pt x="220707" y="16668"/>
                    <a:pt x="220707" y="16668"/>
                    <a:pt x="222196" y="17412"/>
                  </a:cubicBezTo>
                  <a:cubicBezTo>
                    <a:pt x="222365" y="18794"/>
                    <a:pt x="222365" y="18794"/>
                    <a:pt x="222341" y="20577"/>
                  </a:cubicBezTo>
                  <a:cubicBezTo>
                    <a:pt x="222336" y="21213"/>
                    <a:pt x="222331" y="21848"/>
                    <a:pt x="222327" y="22503"/>
                  </a:cubicBezTo>
                  <a:cubicBezTo>
                    <a:pt x="222314" y="23171"/>
                    <a:pt x="222302" y="23839"/>
                    <a:pt x="222289" y="24528"/>
                  </a:cubicBezTo>
                  <a:cubicBezTo>
                    <a:pt x="222282" y="25199"/>
                    <a:pt x="222275" y="25870"/>
                    <a:pt x="222268" y="26561"/>
                  </a:cubicBezTo>
                  <a:cubicBezTo>
                    <a:pt x="222251" y="28224"/>
                    <a:pt x="222226" y="29887"/>
                    <a:pt x="222196" y="31550"/>
                  </a:cubicBezTo>
                  <a:cubicBezTo>
                    <a:pt x="221459" y="31305"/>
                    <a:pt x="220722" y="31059"/>
                    <a:pt x="219963" y="30806"/>
                  </a:cubicBezTo>
                  <a:cubicBezTo>
                    <a:pt x="219718" y="34244"/>
                    <a:pt x="219472" y="37682"/>
                    <a:pt x="219219" y="41224"/>
                  </a:cubicBezTo>
                  <a:cubicBezTo>
                    <a:pt x="218482" y="41224"/>
                    <a:pt x="217746" y="41224"/>
                    <a:pt x="216987" y="41224"/>
                  </a:cubicBezTo>
                  <a:cubicBezTo>
                    <a:pt x="216950" y="41968"/>
                    <a:pt x="216914" y="42711"/>
                    <a:pt x="216876" y="43477"/>
                  </a:cubicBezTo>
                  <a:cubicBezTo>
                    <a:pt x="216821" y="44437"/>
                    <a:pt x="216765" y="45397"/>
                    <a:pt x="216708" y="46387"/>
                  </a:cubicBezTo>
                  <a:cubicBezTo>
                    <a:pt x="216656" y="47345"/>
                    <a:pt x="216604" y="48303"/>
                    <a:pt x="216551" y="49291"/>
                  </a:cubicBezTo>
                  <a:cubicBezTo>
                    <a:pt x="216449" y="50067"/>
                    <a:pt x="216347" y="50843"/>
                    <a:pt x="216243" y="51642"/>
                  </a:cubicBezTo>
                  <a:cubicBezTo>
                    <a:pt x="215751" y="51888"/>
                    <a:pt x="215260" y="52133"/>
                    <a:pt x="214754" y="52386"/>
                  </a:cubicBezTo>
                  <a:cubicBezTo>
                    <a:pt x="214488" y="54891"/>
                    <a:pt x="214423" y="57381"/>
                    <a:pt x="214339" y="59897"/>
                  </a:cubicBezTo>
                  <a:cubicBezTo>
                    <a:pt x="214230" y="60611"/>
                    <a:pt x="214122" y="61325"/>
                    <a:pt x="214010" y="62060"/>
                  </a:cubicBezTo>
                  <a:cubicBezTo>
                    <a:pt x="212905" y="62429"/>
                    <a:pt x="212905" y="62429"/>
                    <a:pt x="211778" y="62804"/>
                  </a:cubicBezTo>
                  <a:cubicBezTo>
                    <a:pt x="211424" y="64283"/>
                    <a:pt x="211424" y="64283"/>
                    <a:pt x="211406" y="66013"/>
                  </a:cubicBezTo>
                  <a:cubicBezTo>
                    <a:pt x="211196" y="68811"/>
                    <a:pt x="210855" y="70424"/>
                    <a:pt x="208801" y="72478"/>
                  </a:cubicBezTo>
                  <a:cubicBezTo>
                    <a:pt x="209292" y="72233"/>
                    <a:pt x="209783" y="71987"/>
                    <a:pt x="210289" y="71734"/>
                  </a:cubicBezTo>
                  <a:cubicBezTo>
                    <a:pt x="211530" y="71663"/>
                    <a:pt x="212773" y="71641"/>
                    <a:pt x="214015" y="71640"/>
                  </a:cubicBezTo>
                  <a:cubicBezTo>
                    <a:pt x="215205" y="71637"/>
                    <a:pt x="215205" y="71637"/>
                    <a:pt x="216418" y="71634"/>
                  </a:cubicBezTo>
                  <a:cubicBezTo>
                    <a:pt x="217297" y="71636"/>
                    <a:pt x="218175" y="71638"/>
                    <a:pt x="219080" y="71639"/>
                  </a:cubicBezTo>
                  <a:cubicBezTo>
                    <a:pt x="220007" y="71638"/>
                    <a:pt x="220935" y="71637"/>
                    <a:pt x="221891" y="71636"/>
                  </a:cubicBezTo>
                  <a:cubicBezTo>
                    <a:pt x="224474" y="71633"/>
                    <a:pt x="227057" y="71634"/>
                    <a:pt x="229639" y="71637"/>
                  </a:cubicBezTo>
                  <a:cubicBezTo>
                    <a:pt x="232422" y="71638"/>
                    <a:pt x="235204" y="71636"/>
                    <a:pt x="237986" y="71634"/>
                  </a:cubicBezTo>
                  <a:cubicBezTo>
                    <a:pt x="243440" y="71630"/>
                    <a:pt x="248894" y="71631"/>
                    <a:pt x="254347" y="71633"/>
                  </a:cubicBezTo>
                  <a:cubicBezTo>
                    <a:pt x="258777" y="71635"/>
                    <a:pt x="263208" y="71635"/>
                    <a:pt x="267638" y="71634"/>
                  </a:cubicBezTo>
                  <a:cubicBezTo>
                    <a:pt x="268582" y="71634"/>
                    <a:pt x="268582" y="71634"/>
                    <a:pt x="269545" y="71634"/>
                  </a:cubicBezTo>
                  <a:cubicBezTo>
                    <a:pt x="270824" y="71634"/>
                    <a:pt x="272102" y="71634"/>
                    <a:pt x="273381" y="71633"/>
                  </a:cubicBezTo>
                  <a:cubicBezTo>
                    <a:pt x="285382" y="71631"/>
                    <a:pt x="297383" y="71634"/>
                    <a:pt x="309384" y="71638"/>
                  </a:cubicBezTo>
                  <a:cubicBezTo>
                    <a:pt x="319692" y="71641"/>
                    <a:pt x="330001" y="71640"/>
                    <a:pt x="340309" y="71637"/>
                  </a:cubicBezTo>
                  <a:cubicBezTo>
                    <a:pt x="352267" y="71633"/>
                    <a:pt x="364225" y="71631"/>
                    <a:pt x="376182" y="71634"/>
                  </a:cubicBezTo>
                  <a:cubicBezTo>
                    <a:pt x="377456" y="71634"/>
                    <a:pt x="378730" y="71634"/>
                    <a:pt x="380004" y="71634"/>
                  </a:cubicBezTo>
                  <a:cubicBezTo>
                    <a:pt x="380631" y="71635"/>
                    <a:pt x="381257" y="71635"/>
                    <a:pt x="381903" y="71635"/>
                  </a:cubicBezTo>
                  <a:cubicBezTo>
                    <a:pt x="386331" y="71635"/>
                    <a:pt x="390759" y="71634"/>
                    <a:pt x="395187" y="71633"/>
                  </a:cubicBezTo>
                  <a:cubicBezTo>
                    <a:pt x="400578" y="71630"/>
                    <a:pt x="405970" y="71631"/>
                    <a:pt x="411362" y="71635"/>
                  </a:cubicBezTo>
                  <a:cubicBezTo>
                    <a:pt x="414115" y="71637"/>
                    <a:pt x="416869" y="71638"/>
                    <a:pt x="419622" y="71635"/>
                  </a:cubicBezTo>
                  <a:cubicBezTo>
                    <a:pt x="422600" y="71633"/>
                    <a:pt x="425578" y="71636"/>
                    <a:pt x="428557" y="71639"/>
                  </a:cubicBezTo>
                  <a:cubicBezTo>
                    <a:pt x="429436" y="71638"/>
                    <a:pt x="430316" y="71636"/>
                    <a:pt x="431223" y="71634"/>
                  </a:cubicBezTo>
                  <a:cubicBezTo>
                    <a:pt x="432014" y="71636"/>
                    <a:pt x="432805" y="71638"/>
                    <a:pt x="433620" y="71640"/>
                  </a:cubicBezTo>
                  <a:cubicBezTo>
                    <a:pt x="434309" y="71640"/>
                    <a:pt x="434997" y="71641"/>
                    <a:pt x="435706" y="71641"/>
                  </a:cubicBezTo>
                  <a:cubicBezTo>
                    <a:pt x="437252" y="71734"/>
                    <a:pt x="437252" y="71734"/>
                    <a:pt x="437997" y="72478"/>
                  </a:cubicBezTo>
                  <a:cubicBezTo>
                    <a:pt x="438071" y="74762"/>
                    <a:pt x="438098" y="77029"/>
                    <a:pt x="438093" y="79313"/>
                  </a:cubicBezTo>
                  <a:cubicBezTo>
                    <a:pt x="438094" y="80031"/>
                    <a:pt x="438095" y="80748"/>
                    <a:pt x="438097" y="81488"/>
                  </a:cubicBezTo>
                  <a:cubicBezTo>
                    <a:pt x="438100" y="83872"/>
                    <a:pt x="438098" y="86256"/>
                    <a:pt x="438095" y="88640"/>
                  </a:cubicBezTo>
                  <a:cubicBezTo>
                    <a:pt x="438096" y="90289"/>
                    <a:pt x="438097" y="91938"/>
                    <a:pt x="438098" y="93586"/>
                  </a:cubicBezTo>
                  <a:cubicBezTo>
                    <a:pt x="438099" y="97047"/>
                    <a:pt x="438097" y="100508"/>
                    <a:pt x="438094" y="103969"/>
                  </a:cubicBezTo>
                  <a:cubicBezTo>
                    <a:pt x="438089" y="108416"/>
                    <a:pt x="438092" y="112862"/>
                    <a:pt x="438096" y="117309"/>
                  </a:cubicBezTo>
                  <a:cubicBezTo>
                    <a:pt x="438099" y="120716"/>
                    <a:pt x="438098" y="124122"/>
                    <a:pt x="438096" y="127528"/>
                  </a:cubicBezTo>
                  <a:cubicBezTo>
                    <a:pt x="438096" y="129168"/>
                    <a:pt x="438096" y="130809"/>
                    <a:pt x="438098" y="132449"/>
                  </a:cubicBezTo>
                  <a:cubicBezTo>
                    <a:pt x="438100" y="134737"/>
                    <a:pt x="438097" y="137025"/>
                    <a:pt x="438093" y="139313"/>
                  </a:cubicBezTo>
                  <a:cubicBezTo>
                    <a:pt x="438094" y="139998"/>
                    <a:pt x="438096" y="140683"/>
                    <a:pt x="438097" y="141389"/>
                  </a:cubicBezTo>
                  <a:cubicBezTo>
                    <a:pt x="438082" y="146063"/>
                    <a:pt x="438082" y="146063"/>
                    <a:pt x="437252" y="146892"/>
                  </a:cubicBezTo>
                  <a:cubicBezTo>
                    <a:pt x="435906" y="146965"/>
                    <a:pt x="434557" y="146984"/>
                    <a:pt x="433210" y="146984"/>
                  </a:cubicBezTo>
                  <a:cubicBezTo>
                    <a:pt x="431885" y="146986"/>
                    <a:pt x="431885" y="146986"/>
                    <a:pt x="430534" y="146988"/>
                  </a:cubicBezTo>
                  <a:cubicBezTo>
                    <a:pt x="429542" y="146986"/>
                    <a:pt x="428550" y="146984"/>
                    <a:pt x="427558" y="146982"/>
                  </a:cubicBezTo>
                  <a:cubicBezTo>
                    <a:pt x="426513" y="146982"/>
                    <a:pt x="425469" y="146983"/>
                    <a:pt x="424425" y="146984"/>
                  </a:cubicBezTo>
                  <a:cubicBezTo>
                    <a:pt x="421542" y="146985"/>
                    <a:pt x="418659" y="146982"/>
                    <a:pt x="415776" y="146979"/>
                  </a:cubicBezTo>
                  <a:cubicBezTo>
                    <a:pt x="412672" y="146975"/>
                    <a:pt x="409568" y="146976"/>
                    <a:pt x="406464" y="146977"/>
                  </a:cubicBezTo>
                  <a:cubicBezTo>
                    <a:pt x="401082" y="146977"/>
                    <a:pt x="395700" y="146975"/>
                    <a:pt x="390318" y="146971"/>
                  </a:cubicBezTo>
                  <a:cubicBezTo>
                    <a:pt x="382536" y="146965"/>
                    <a:pt x="374754" y="146963"/>
                    <a:pt x="366972" y="146962"/>
                  </a:cubicBezTo>
                  <a:cubicBezTo>
                    <a:pt x="354348" y="146960"/>
                    <a:pt x="341724" y="146955"/>
                    <a:pt x="329100" y="146948"/>
                  </a:cubicBezTo>
                  <a:cubicBezTo>
                    <a:pt x="316833" y="146941"/>
                    <a:pt x="304567" y="146936"/>
                    <a:pt x="292300" y="146933"/>
                  </a:cubicBezTo>
                  <a:cubicBezTo>
                    <a:pt x="291545" y="146933"/>
                    <a:pt x="290789" y="146933"/>
                    <a:pt x="290011" y="146932"/>
                  </a:cubicBezTo>
                  <a:cubicBezTo>
                    <a:pt x="286221" y="146931"/>
                    <a:pt x="282431" y="146931"/>
                    <a:pt x="278640" y="146930"/>
                  </a:cubicBezTo>
                  <a:cubicBezTo>
                    <a:pt x="247175" y="146922"/>
                    <a:pt x="215710" y="146909"/>
                    <a:pt x="184245" y="146892"/>
                  </a:cubicBezTo>
                  <a:cubicBezTo>
                    <a:pt x="184106" y="148343"/>
                    <a:pt x="184106" y="148343"/>
                    <a:pt x="183966" y="149822"/>
                  </a:cubicBezTo>
                  <a:cubicBezTo>
                    <a:pt x="183809" y="151470"/>
                    <a:pt x="183809" y="151470"/>
                    <a:pt x="183500" y="152845"/>
                  </a:cubicBezTo>
                  <a:cubicBezTo>
                    <a:pt x="183009" y="153091"/>
                    <a:pt x="182518" y="153336"/>
                    <a:pt x="182012" y="153589"/>
                  </a:cubicBezTo>
                  <a:cubicBezTo>
                    <a:pt x="181780" y="155128"/>
                    <a:pt x="181730" y="156640"/>
                    <a:pt x="181669" y="158194"/>
                  </a:cubicBezTo>
                  <a:cubicBezTo>
                    <a:pt x="181471" y="158861"/>
                    <a:pt x="181471" y="158861"/>
                    <a:pt x="181268" y="159543"/>
                  </a:cubicBezTo>
                  <a:cubicBezTo>
                    <a:pt x="180771" y="159657"/>
                    <a:pt x="180274" y="159771"/>
                    <a:pt x="179762" y="159888"/>
                  </a:cubicBezTo>
                  <a:cubicBezTo>
                    <a:pt x="179277" y="160020"/>
                    <a:pt x="178792" y="160151"/>
                    <a:pt x="178291" y="160287"/>
                  </a:cubicBezTo>
                  <a:cubicBezTo>
                    <a:pt x="177929" y="161869"/>
                    <a:pt x="177929" y="161869"/>
                    <a:pt x="178105" y="163682"/>
                  </a:cubicBezTo>
                  <a:cubicBezTo>
                    <a:pt x="178132" y="164297"/>
                    <a:pt x="178159" y="164912"/>
                    <a:pt x="178187" y="165545"/>
                  </a:cubicBezTo>
                  <a:cubicBezTo>
                    <a:pt x="178221" y="166020"/>
                    <a:pt x="178256" y="166495"/>
                    <a:pt x="178291" y="166984"/>
                  </a:cubicBezTo>
                  <a:cubicBezTo>
                    <a:pt x="177555" y="166984"/>
                    <a:pt x="176818" y="166984"/>
                    <a:pt x="176059" y="166984"/>
                  </a:cubicBezTo>
                  <a:cubicBezTo>
                    <a:pt x="175813" y="169194"/>
                    <a:pt x="175568" y="171404"/>
                    <a:pt x="175315" y="173681"/>
                  </a:cubicBezTo>
                  <a:cubicBezTo>
                    <a:pt x="174578" y="173681"/>
                    <a:pt x="173841" y="173681"/>
                    <a:pt x="173082" y="173681"/>
                  </a:cubicBezTo>
                  <a:cubicBezTo>
                    <a:pt x="173129" y="174495"/>
                    <a:pt x="173175" y="175308"/>
                    <a:pt x="173222" y="176146"/>
                  </a:cubicBezTo>
                  <a:cubicBezTo>
                    <a:pt x="173067" y="179200"/>
                    <a:pt x="172911" y="179227"/>
                    <a:pt x="170850" y="181123"/>
                  </a:cubicBezTo>
                  <a:cubicBezTo>
                    <a:pt x="170727" y="181859"/>
                    <a:pt x="170604" y="182596"/>
                    <a:pt x="170478" y="183355"/>
                  </a:cubicBezTo>
                  <a:cubicBezTo>
                    <a:pt x="170071" y="185797"/>
                    <a:pt x="169641" y="186240"/>
                    <a:pt x="167873" y="187820"/>
                  </a:cubicBezTo>
                  <a:cubicBezTo>
                    <a:pt x="168333" y="187820"/>
                    <a:pt x="168792" y="187819"/>
                    <a:pt x="169266" y="187819"/>
                  </a:cubicBezTo>
                  <a:cubicBezTo>
                    <a:pt x="196470" y="187802"/>
                    <a:pt x="223675" y="187790"/>
                    <a:pt x="250880" y="187782"/>
                  </a:cubicBezTo>
                  <a:cubicBezTo>
                    <a:pt x="254143" y="187781"/>
                    <a:pt x="257406" y="187780"/>
                    <a:pt x="260669" y="187779"/>
                  </a:cubicBezTo>
                  <a:cubicBezTo>
                    <a:pt x="261318" y="187779"/>
                    <a:pt x="261968" y="187779"/>
                    <a:pt x="262637" y="187778"/>
                  </a:cubicBezTo>
                  <a:cubicBezTo>
                    <a:pt x="273170" y="187775"/>
                    <a:pt x="283703" y="187769"/>
                    <a:pt x="294236" y="187762"/>
                  </a:cubicBezTo>
                  <a:cubicBezTo>
                    <a:pt x="305036" y="187756"/>
                    <a:pt x="315835" y="187751"/>
                    <a:pt x="326635" y="187750"/>
                  </a:cubicBezTo>
                  <a:cubicBezTo>
                    <a:pt x="333304" y="187749"/>
                    <a:pt x="339973" y="187746"/>
                    <a:pt x="346643" y="187740"/>
                  </a:cubicBezTo>
                  <a:cubicBezTo>
                    <a:pt x="351210" y="187736"/>
                    <a:pt x="355777" y="187734"/>
                    <a:pt x="360344" y="187735"/>
                  </a:cubicBezTo>
                  <a:cubicBezTo>
                    <a:pt x="362983" y="187736"/>
                    <a:pt x="365622" y="187735"/>
                    <a:pt x="368261" y="187731"/>
                  </a:cubicBezTo>
                  <a:cubicBezTo>
                    <a:pt x="371115" y="187727"/>
                    <a:pt x="373970" y="187728"/>
                    <a:pt x="376824" y="187730"/>
                  </a:cubicBezTo>
                  <a:cubicBezTo>
                    <a:pt x="378089" y="187727"/>
                    <a:pt x="378089" y="187727"/>
                    <a:pt x="379379" y="187724"/>
                  </a:cubicBezTo>
                  <a:cubicBezTo>
                    <a:pt x="380138" y="187725"/>
                    <a:pt x="380896" y="187727"/>
                    <a:pt x="381678" y="187728"/>
                  </a:cubicBezTo>
                  <a:cubicBezTo>
                    <a:pt x="382667" y="187728"/>
                    <a:pt x="382667" y="187728"/>
                    <a:pt x="383677" y="187727"/>
                  </a:cubicBezTo>
                  <a:cubicBezTo>
                    <a:pt x="385163" y="187820"/>
                    <a:pt x="385163" y="187820"/>
                    <a:pt x="385907" y="188564"/>
                  </a:cubicBezTo>
                  <a:cubicBezTo>
                    <a:pt x="385981" y="190220"/>
                    <a:pt x="386002" y="191877"/>
                    <a:pt x="386002" y="193535"/>
                  </a:cubicBezTo>
                  <a:cubicBezTo>
                    <a:pt x="386004" y="194063"/>
                    <a:pt x="386005" y="194591"/>
                    <a:pt x="386006" y="195136"/>
                  </a:cubicBezTo>
                  <a:cubicBezTo>
                    <a:pt x="386010" y="196928"/>
                    <a:pt x="386008" y="198721"/>
                    <a:pt x="386006" y="200514"/>
                  </a:cubicBezTo>
                  <a:cubicBezTo>
                    <a:pt x="386008" y="201803"/>
                    <a:pt x="386009" y="203092"/>
                    <a:pt x="386011" y="204382"/>
                  </a:cubicBezTo>
                  <a:cubicBezTo>
                    <a:pt x="386016" y="207942"/>
                    <a:pt x="386016" y="211502"/>
                    <a:pt x="386015" y="215062"/>
                  </a:cubicBezTo>
                  <a:cubicBezTo>
                    <a:pt x="386015" y="218895"/>
                    <a:pt x="386019" y="222728"/>
                    <a:pt x="386022" y="226561"/>
                  </a:cubicBezTo>
                  <a:cubicBezTo>
                    <a:pt x="386029" y="234076"/>
                    <a:pt x="386031" y="241592"/>
                    <a:pt x="386031" y="249107"/>
                  </a:cubicBezTo>
                  <a:cubicBezTo>
                    <a:pt x="386031" y="255212"/>
                    <a:pt x="386033" y="261317"/>
                    <a:pt x="386035" y="267422"/>
                  </a:cubicBezTo>
                  <a:cubicBezTo>
                    <a:pt x="386042" y="284709"/>
                    <a:pt x="386045" y="301996"/>
                    <a:pt x="386045" y="319283"/>
                  </a:cubicBezTo>
                  <a:cubicBezTo>
                    <a:pt x="386045" y="320683"/>
                    <a:pt x="386045" y="320683"/>
                    <a:pt x="386045" y="322110"/>
                  </a:cubicBezTo>
                  <a:cubicBezTo>
                    <a:pt x="386045" y="323511"/>
                    <a:pt x="386045" y="323511"/>
                    <a:pt x="386044" y="324941"/>
                  </a:cubicBezTo>
                  <a:cubicBezTo>
                    <a:pt x="386044" y="340089"/>
                    <a:pt x="386051" y="355236"/>
                    <a:pt x="386062" y="370384"/>
                  </a:cubicBezTo>
                  <a:cubicBezTo>
                    <a:pt x="386072" y="385916"/>
                    <a:pt x="386078" y="401448"/>
                    <a:pt x="386077" y="416980"/>
                  </a:cubicBezTo>
                  <a:cubicBezTo>
                    <a:pt x="386077" y="425709"/>
                    <a:pt x="386079" y="434437"/>
                    <a:pt x="386087" y="443166"/>
                  </a:cubicBezTo>
                  <a:cubicBezTo>
                    <a:pt x="386094" y="450596"/>
                    <a:pt x="386095" y="458027"/>
                    <a:pt x="386090" y="465457"/>
                  </a:cubicBezTo>
                  <a:cubicBezTo>
                    <a:pt x="386088" y="469252"/>
                    <a:pt x="386088" y="473047"/>
                    <a:pt x="386094" y="476842"/>
                  </a:cubicBezTo>
                  <a:cubicBezTo>
                    <a:pt x="386100" y="480310"/>
                    <a:pt x="386099" y="483778"/>
                    <a:pt x="386092" y="487246"/>
                  </a:cubicBezTo>
                  <a:cubicBezTo>
                    <a:pt x="386091" y="488506"/>
                    <a:pt x="386093" y="489767"/>
                    <a:pt x="386097" y="491027"/>
                  </a:cubicBezTo>
                  <a:cubicBezTo>
                    <a:pt x="386102" y="492729"/>
                    <a:pt x="386098" y="494431"/>
                    <a:pt x="386092" y="496133"/>
                  </a:cubicBezTo>
                  <a:cubicBezTo>
                    <a:pt x="386092" y="497556"/>
                    <a:pt x="386092" y="497556"/>
                    <a:pt x="386092" y="499007"/>
                  </a:cubicBezTo>
                  <a:cubicBezTo>
                    <a:pt x="386031" y="499699"/>
                    <a:pt x="385970" y="500391"/>
                    <a:pt x="385907" y="501103"/>
                  </a:cubicBezTo>
                  <a:cubicBezTo>
                    <a:pt x="385416" y="501349"/>
                    <a:pt x="384924" y="501594"/>
                    <a:pt x="384418" y="501847"/>
                  </a:cubicBezTo>
                  <a:cubicBezTo>
                    <a:pt x="383721" y="503900"/>
                    <a:pt x="383562" y="505862"/>
                    <a:pt x="383491" y="508018"/>
                  </a:cubicBezTo>
                  <a:cubicBezTo>
                    <a:pt x="383467" y="508610"/>
                    <a:pt x="383442" y="509201"/>
                    <a:pt x="383417" y="509810"/>
                  </a:cubicBezTo>
                  <a:cubicBezTo>
                    <a:pt x="383371" y="511052"/>
                    <a:pt x="383329" y="512295"/>
                    <a:pt x="383289" y="513537"/>
                  </a:cubicBezTo>
                  <a:cubicBezTo>
                    <a:pt x="383222" y="515100"/>
                    <a:pt x="383082" y="516661"/>
                    <a:pt x="382930" y="518218"/>
                  </a:cubicBezTo>
                  <a:cubicBezTo>
                    <a:pt x="382439" y="518464"/>
                    <a:pt x="381948" y="518709"/>
                    <a:pt x="381442" y="518962"/>
                  </a:cubicBezTo>
                  <a:cubicBezTo>
                    <a:pt x="381176" y="521273"/>
                    <a:pt x="381111" y="523568"/>
                    <a:pt x="381026" y="525892"/>
                  </a:cubicBezTo>
                  <a:cubicBezTo>
                    <a:pt x="380918" y="526552"/>
                    <a:pt x="380809" y="527212"/>
                    <a:pt x="380698" y="527892"/>
                  </a:cubicBezTo>
                  <a:cubicBezTo>
                    <a:pt x="379961" y="528138"/>
                    <a:pt x="379224" y="528383"/>
                    <a:pt x="378465" y="528636"/>
                  </a:cubicBezTo>
                  <a:cubicBezTo>
                    <a:pt x="378211" y="529875"/>
                    <a:pt x="377963" y="531116"/>
                    <a:pt x="377721" y="532357"/>
                  </a:cubicBezTo>
                  <a:cubicBezTo>
                    <a:pt x="376984" y="532848"/>
                    <a:pt x="376248" y="533339"/>
                    <a:pt x="375489" y="533845"/>
                  </a:cubicBezTo>
                  <a:cubicBezTo>
                    <a:pt x="375224" y="535082"/>
                    <a:pt x="374974" y="536322"/>
                    <a:pt x="374745" y="537566"/>
                  </a:cubicBezTo>
                  <a:cubicBezTo>
                    <a:pt x="374253" y="537566"/>
                    <a:pt x="373762" y="537566"/>
                    <a:pt x="373256" y="537566"/>
                  </a:cubicBezTo>
                  <a:cubicBezTo>
                    <a:pt x="373011" y="538303"/>
                    <a:pt x="372765" y="539039"/>
                    <a:pt x="372512" y="539798"/>
                  </a:cubicBezTo>
                  <a:cubicBezTo>
                    <a:pt x="371530" y="539798"/>
                    <a:pt x="370548" y="539798"/>
                    <a:pt x="369536" y="539798"/>
                  </a:cubicBezTo>
                  <a:cubicBezTo>
                    <a:pt x="369536" y="540781"/>
                    <a:pt x="369536" y="541763"/>
                    <a:pt x="369536" y="542775"/>
                  </a:cubicBezTo>
                  <a:cubicBezTo>
                    <a:pt x="368553" y="542775"/>
                    <a:pt x="367571" y="542775"/>
                    <a:pt x="366559" y="542775"/>
                  </a:cubicBezTo>
                  <a:cubicBezTo>
                    <a:pt x="366467" y="543358"/>
                    <a:pt x="366375" y="543941"/>
                    <a:pt x="366280" y="544542"/>
                  </a:cubicBezTo>
                  <a:cubicBezTo>
                    <a:pt x="366050" y="545509"/>
                    <a:pt x="366050" y="545509"/>
                    <a:pt x="365815" y="546496"/>
                  </a:cubicBezTo>
                  <a:cubicBezTo>
                    <a:pt x="363629" y="547333"/>
                    <a:pt x="363629" y="547333"/>
                    <a:pt x="361350" y="547984"/>
                  </a:cubicBezTo>
                  <a:cubicBezTo>
                    <a:pt x="360859" y="548721"/>
                    <a:pt x="360368" y="549457"/>
                    <a:pt x="359862" y="550216"/>
                  </a:cubicBezTo>
                  <a:cubicBezTo>
                    <a:pt x="359233" y="550339"/>
                    <a:pt x="358603" y="550462"/>
                    <a:pt x="357955" y="550588"/>
                  </a:cubicBezTo>
                  <a:cubicBezTo>
                    <a:pt x="357356" y="550711"/>
                    <a:pt x="356758" y="550834"/>
                    <a:pt x="356141" y="550960"/>
                  </a:cubicBezTo>
                  <a:cubicBezTo>
                    <a:pt x="355896" y="551697"/>
                    <a:pt x="355650" y="552434"/>
                    <a:pt x="355397" y="553193"/>
                  </a:cubicBezTo>
                  <a:cubicBezTo>
                    <a:pt x="353534" y="553574"/>
                    <a:pt x="353534" y="553574"/>
                    <a:pt x="351258" y="553705"/>
                  </a:cubicBezTo>
                  <a:cubicBezTo>
                    <a:pt x="350505" y="553753"/>
                    <a:pt x="349752" y="553802"/>
                    <a:pt x="348976" y="553853"/>
                  </a:cubicBezTo>
                  <a:cubicBezTo>
                    <a:pt x="348394" y="553881"/>
                    <a:pt x="347811" y="553908"/>
                    <a:pt x="347211" y="553937"/>
                  </a:cubicBezTo>
                  <a:cubicBezTo>
                    <a:pt x="347211" y="554919"/>
                    <a:pt x="347211" y="555902"/>
                    <a:pt x="347211" y="556914"/>
                  </a:cubicBezTo>
                  <a:cubicBezTo>
                    <a:pt x="346361" y="556941"/>
                    <a:pt x="345510" y="556969"/>
                    <a:pt x="344633" y="556998"/>
                  </a:cubicBezTo>
                  <a:cubicBezTo>
                    <a:pt x="343524" y="557047"/>
                    <a:pt x="342414" y="557096"/>
                    <a:pt x="341305" y="557146"/>
                  </a:cubicBezTo>
                  <a:cubicBezTo>
                    <a:pt x="340462" y="557171"/>
                    <a:pt x="340462" y="557171"/>
                    <a:pt x="339603" y="557197"/>
                  </a:cubicBezTo>
                  <a:cubicBezTo>
                    <a:pt x="337800" y="557261"/>
                    <a:pt x="337800" y="557261"/>
                    <a:pt x="335305" y="557658"/>
                  </a:cubicBezTo>
                  <a:cubicBezTo>
                    <a:pt x="335060" y="558394"/>
                    <a:pt x="334814" y="559131"/>
                    <a:pt x="334561" y="559890"/>
                  </a:cubicBezTo>
                  <a:cubicBezTo>
                    <a:pt x="332542" y="560108"/>
                    <a:pt x="330691" y="560171"/>
                    <a:pt x="328670" y="560144"/>
                  </a:cubicBezTo>
                  <a:cubicBezTo>
                    <a:pt x="327745" y="560144"/>
                    <a:pt x="327745" y="560144"/>
                    <a:pt x="326800" y="560145"/>
                  </a:cubicBezTo>
                  <a:cubicBezTo>
                    <a:pt x="324751" y="560143"/>
                    <a:pt x="322702" y="560126"/>
                    <a:pt x="320652" y="560108"/>
                  </a:cubicBezTo>
                  <a:cubicBezTo>
                    <a:pt x="319235" y="560104"/>
                    <a:pt x="317818" y="560101"/>
                    <a:pt x="316401" y="560099"/>
                  </a:cubicBezTo>
                  <a:cubicBezTo>
                    <a:pt x="312663" y="560090"/>
                    <a:pt x="308926" y="560068"/>
                    <a:pt x="305189" y="560043"/>
                  </a:cubicBezTo>
                  <a:cubicBezTo>
                    <a:pt x="301378" y="560021"/>
                    <a:pt x="297567" y="560010"/>
                    <a:pt x="293757" y="559999"/>
                  </a:cubicBezTo>
                  <a:cubicBezTo>
                    <a:pt x="286274" y="559975"/>
                    <a:pt x="278792" y="559937"/>
                    <a:pt x="271309" y="559890"/>
                  </a:cubicBezTo>
                  <a:cubicBezTo>
                    <a:pt x="271281" y="559147"/>
                    <a:pt x="271253" y="558403"/>
                    <a:pt x="271225" y="557637"/>
                  </a:cubicBezTo>
                  <a:cubicBezTo>
                    <a:pt x="271176" y="556677"/>
                    <a:pt x="271127" y="555717"/>
                    <a:pt x="271076" y="554728"/>
                  </a:cubicBezTo>
                  <a:cubicBezTo>
                    <a:pt x="271033" y="553769"/>
                    <a:pt x="270990" y="552811"/>
                    <a:pt x="270946" y="551824"/>
                  </a:cubicBezTo>
                  <a:cubicBezTo>
                    <a:pt x="270820" y="551048"/>
                    <a:pt x="270694" y="550272"/>
                    <a:pt x="270565" y="549472"/>
                  </a:cubicBezTo>
                  <a:cubicBezTo>
                    <a:pt x="269828" y="549227"/>
                    <a:pt x="269092" y="548981"/>
                    <a:pt x="268332" y="548728"/>
                  </a:cubicBezTo>
                  <a:cubicBezTo>
                    <a:pt x="268034" y="547426"/>
                    <a:pt x="268034" y="547426"/>
                    <a:pt x="268004" y="545752"/>
                  </a:cubicBezTo>
                  <a:cubicBezTo>
                    <a:pt x="267984" y="545153"/>
                    <a:pt x="267965" y="544554"/>
                    <a:pt x="267944" y="543938"/>
                  </a:cubicBezTo>
                  <a:cubicBezTo>
                    <a:pt x="267934" y="543308"/>
                    <a:pt x="267924" y="542679"/>
                    <a:pt x="267914" y="542031"/>
                  </a:cubicBezTo>
                  <a:cubicBezTo>
                    <a:pt x="267888" y="540790"/>
                    <a:pt x="267857" y="539550"/>
                    <a:pt x="267818" y="538310"/>
                  </a:cubicBezTo>
                  <a:cubicBezTo>
                    <a:pt x="267804" y="537481"/>
                    <a:pt x="267804" y="537481"/>
                    <a:pt x="267790" y="536636"/>
                  </a:cubicBezTo>
                  <a:cubicBezTo>
                    <a:pt x="267724" y="536206"/>
                    <a:pt x="267657" y="535776"/>
                    <a:pt x="267588" y="535334"/>
                  </a:cubicBezTo>
                  <a:cubicBezTo>
                    <a:pt x="267097" y="535088"/>
                    <a:pt x="266606" y="534842"/>
                    <a:pt x="266100" y="534589"/>
                  </a:cubicBezTo>
                  <a:cubicBezTo>
                    <a:pt x="265818" y="532642"/>
                    <a:pt x="265818" y="532642"/>
                    <a:pt x="265681" y="530218"/>
                  </a:cubicBezTo>
                  <a:cubicBezTo>
                    <a:pt x="265535" y="527742"/>
                    <a:pt x="265398" y="525785"/>
                    <a:pt x="264612" y="523427"/>
                  </a:cubicBezTo>
                  <a:cubicBezTo>
                    <a:pt x="264121" y="523182"/>
                    <a:pt x="263629" y="522936"/>
                    <a:pt x="263123" y="522683"/>
                  </a:cubicBezTo>
                  <a:cubicBezTo>
                    <a:pt x="262858" y="520372"/>
                    <a:pt x="262793" y="518077"/>
                    <a:pt x="262708" y="515753"/>
                  </a:cubicBezTo>
                  <a:cubicBezTo>
                    <a:pt x="262599" y="515093"/>
                    <a:pt x="262491" y="514433"/>
                    <a:pt x="262379" y="513753"/>
                  </a:cubicBezTo>
                  <a:cubicBezTo>
                    <a:pt x="261643" y="513508"/>
                    <a:pt x="260906" y="513262"/>
                    <a:pt x="260147" y="513009"/>
                  </a:cubicBezTo>
                  <a:cubicBezTo>
                    <a:pt x="259818" y="511172"/>
                    <a:pt x="259818" y="511172"/>
                    <a:pt x="259728" y="508917"/>
                  </a:cubicBezTo>
                  <a:cubicBezTo>
                    <a:pt x="259666" y="506726"/>
                    <a:pt x="259666" y="506726"/>
                    <a:pt x="259403" y="504824"/>
                  </a:cubicBezTo>
                  <a:cubicBezTo>
                    <a:pt x="258912" y="504578"/>
                    <a:pt x="258421" y="504333"/>
                    <a:pt x="257915" y="504080"/>
                  </a:cubicBezTo>
                  <a:cubicBezTo>
                    <a:pt x="257444" y="502216"/>
                    <a:pt x="257444" y="502216"/>
                    <a:pt x="257077" y="499940"/>
                  </a:cubicBezTo>
                  <a:cubicBezTo>
                    <a:pt x="256953" y="499187"/>
                    <a:pt x="256828" y="498434"/>
                    <a:pt x="256699" y="497659"/>
                  </a:cubicBezTo>
                  <a:cubicBezTo>
                    <a:pt x="256609" y="497076"/>
                    <a:pt x="256519" y="496494"/>
                    <a:pt x="256426" y="495894"/>
                  </a:cubicBezTo>
                  <a:cubicBezTo>
                    <a:pt x="255935" y="495894"/>
                    <a:pt x="255444" y="495894"/>
                    <a:pt x="254938" y="495894"/>
                  </a:cubicBezTo>
                  <a:cubicBezTo>
                    <a:pt x="254938" y="493438"/>
                    <a:pt x="254938" y="490983"/>
                    <a:pt x="254938" y="488453"/>
                  </a:cubicBezTo>
                  <a:cubicBezTo>
                    <a:pt x="255775" y="488448"/>
                    <a:pt x="256613" y="488444"/>
                    <a:pt x="257475" y="488439"/>
                  </a:cubicBezTo>
                  <a:cubicBezTo>
                    <a:pt x="265349" y="488397"/>
                    <a:pt x="273222" y="488343"/>
                    <a:pt x="281096" y="488277"/>
                  </a:cubicBezTo>
                  <a:cubicBezTo>
                    <a:pt x="285144" y="488244"/>
                    <a:pt x="289192" y="488215"/>
                    <a:pt x="293241" y="488195"/>
                  </a:cubicBezTo>
                  <a:cubicBezTo>
                    <a:pt x="297144" y="488176"/>
                    <a:pt x="301047" y="488146"/>
                    <a:pt x="304951" y="488108"/>
                  </a:cubicBezTo>
                  <a:cubicBezTo>
                    <a:pt x="306443" y="488096"/>
                    <a:pt x="307936" y="488087"/>
                    <a:pt x="309429" y="488082"/>
                  </a:cubicBezTo>
                  <a:cubicBezTo>
                    <a:pt x="311512" y="488075"/>
                    <a:pt x="313595" y="488054"/>
                    <a:pt x="315678" y="488030"/>
                  </a:cubicBezTo>
                  <a:cubicBezTo>
                    <a:pt x="316302" y="488031"/>
                    <a:pt x="316925" y="488032"/>
                    <a:pt x="317568" y="488034"/>
                  </a:cubicBezTo>
                  <a:cubicBezTo>
                    <a:pt x="319437" y="488030"/>
                    <a:pt x="319437" y="488030"/>
                    <a:pt x="321911" y="487709"/>
                  </a:cubicBezTo>
                  <a:cubicBezTo>
                    <a:pt x="322620" y="485581"/>
                    <a:pt x="322763" y="484191"/>
                    <a:pt x="322796" y="481979"/>
                  </a:cubicBezTo>
                  <a:cubicBezTo>
                    <a:pt x="322808" y="481271"/>
                    <a:pt x="322821" y="480564"/>
                    <a:pt x="322833" y="479835"/>
                  </a:cubicBezTo>
                  <a:cubicBezTo>
                    <a:pt x="322849" y="478690"/>
                    <a:pt x="322849" y="478690"/>
                    <a:pt x="322864" y="477523"/>
                  </a:cubicBezTo>
                  <a:cubicBezTo>
                    <a:pt x="322885" y="476347"/>
                    <a:pt x="322885" y="476347"/>
                    <a:pt x="322906" y="475146"/>
                  </a:cubicBezTo>
                  <a:cubicBezTo>
                    <a:pt x="322949" y="472636"/>
                    <a:pt x="322989" y="470127"/>
                    <a:pt x="323027" y="467617"/>
                  </a:cubicBezTo>
                  <a:cubicBezTo>
                    <a:pt x="323077" y="464315"/>
                    <a:pt x="323132" y="461012"/>
                    <a:pt x="323190" y="457710"/>
                  </a:cubicBezTo>
                  <a:cubicBezTo>
                    <a:pt x="323205" y="456566"/>
                    <a:pt x="323205" y="456566"/>
                    <a:pt x="323220" y="455399"/>
                  </a:cubicBezTo>
                  <a:cubicBezTo>
                    <a:pt x="323233" y="454691"/>
                    <a:pt x="323245" y="453983"/>
                    <a:pt x="323258" y="453254"/>
                  </a:cubicBezTo>
                  <a:cubicBezTo>
                    <a:pt x="323267" y="452631"/>
                    <a:pt x="323277" y="452009"/>
                    <a:pt x="323286" y="451367"/>
                  </a:cubicBezTo>
                  <a:cubicBezTo>
                    <a:pt x="323399" y="449757"/>
                    <a:pt x="323399" y="449757"/>
                    <a:pt x="324143" y="447525"/>
                  </a:cubicBezTo>
                  <a:cubicBezTo>
                    <a:pt x="269873" y="447525"/>
                    <a:pt x="215603" y="447525"/>
                    <a:pt x="159688" y="447525"/>
                  </a:cubicBezTo>
                  <a:cubicBezTo>
                    <a:pt x="159320" y="503146"/>
                    <a:pt x="159320" y="503146"/>
                    <a:pt x="158944" y="559890"/>
                  </a:cubicBezTo>
                  <a:cubicBezTo>
                    <a:pt x="149136" y="559921"/>
                    <a:pt x="139329" y="559952"/>
                    <a:pt x="129225" y="559983"/>
                  </a:cubicBezTo>
                  <a:cubicBezTo>
                    <a:pt x="126124" y="559997"/>
                    <a:pt x="123022" y="560010"/>
                    <a:pt x="119827" y="560024"/>
                  </a:cubicBezTo>
                  <a:cubicBezTo>
                    <a:pt x="116052" y="560031"/>
                    <a:pt x="116052" y="560031"/>
                    <a:pt x="114286" y="560032"/>
                  </a:cubicBezTo>
                  <a:cubicBezTo>
                    <a:pt x="113049" y="560035"/>
                    <a:pt x="111811" y="560040"/>
                    <a:pt x="110573" y="560047"/>
                  </a:cubicBezTo>
                  <a:cubicBezTo>
                    <a:pt x="108703" y="560058"/>
                    <a:pt x="106832" y="560060"/>
                    <a:pt x="104962" y="560059"/>
                  </a:cubicBezTo>
                  <a:cubicBezTo>
                    <a:pt x="104129" y="560067"/>
                    <a:pt x="104129" y="560067"/>
                    <a:pt x="103280" y="560075"/>
                  </a:cubicBezTo>
                  <a:cubicBezTo>
                    <a:pt x="101989" y="560070"/>
                    <a:pt x="100699" y="559988"/>
                    <a:pt x="99413" y="559890"/>
                  </a:cubicBezTo>
                  <a:cubicBezTo>
                    <a:pt x="98436" y="557937"/>
                    <a:pt x="98576" y="556502"/>
                    <a:pt x="98577" y="554314"/>
                  </a:cubicBezTo>
                  <a:cubicBezTo>
                    <a:pt x="98575" y="553440"/>
                    <a:pt x="98574" y="552566"/>
                    <a:pt x="98572" y="551666"/>
                  </a:cubicBezTo>
                  <a:cubicBezTo>
                    <a:pt x="98575" y="550697"/>
                    <a:pt x="98577" y="549729"/>
                    <a:pt x="98579" y="548731"/>
                  </a:cubicBezTo>
                  <a:cubicBezTo>
                    <a:pt x="98579" y="547698"/>
                    <a:pt x="98578" y="546666"/>
                    <a:pt x="98577" y="545633"/>
                  </a:cubicBezTo>
                  <a:cubicBezTo>
                    <a:pt x="98575" y="542786"/>
                    <a:pt x="98578" y="539938"/>
                    <a:pt x="98582" y="537091"/>
                  </a:cubicBezTo>
                  <a:cubicBezTo>
                    <a:pt x="98585" y="534024"/>
                    <a:pt x="98584" y="530957"/>
                    <a:pt x="98584" y="527890"/>
                  </a:cubicBezTo>
                  <a:cubicBezTo>
                    <a:pt x="98583" y="522573"/>
                    <a:pt x="98586" y="517257"/>
                    <a:pt x="98590" y="511940"/>
                  </a:cubicBezTo>
                  <a:cubicBezTo>
                    <a:pt x="98596" y="504252"/>
                    <a:pt x="98598" y="496565"/>
                    <a:pt x="98599" y="488878"/>
                  </a:cubicBezTo>
                  <a:cubicBezTo>
                    <a:pt x="98600" y="476407"/>
                    <a:pt x="98605" y="463936"/>
                    <a:pt x="98612" y="451465"/>
                  </a:cubicBezTo>
                  <a:cubicBezTo>
                    <a:pt x="98619" y="439348"/>
                    <a:pt x="98624" y="427231"/>
                    <a:pt x="98628" y="415114"/>
                  </a:cubicBezTo>
                  <a:cubicBezTo>
                    <a:pt x="98628" y="414367"/>
                    <a:pt x="98628" y="413621"/>
                    <a:pt x="98628" y="412852"/>
                  </a:cubicBezTo>
                  <a:cubicBezTo>
                    <a:pt x="98629" y="409107"/>
                    <a:pt x="98630" y="405363"/>
                    <a:pt x="98631" y="401618"/>
                  </a:cubicBezTo>
                  <a:cubicBezTo>
                    <a:pt x="98639" y="370536"/>
                    <a:pt x="98652" y="339453"/>
                    <a:pt x="98668" y="308371"/>
                  </a:cubicBezTo>
                  <a:cubicBezTo>
                    <a:pt x="97055" y="310440"/>
                    <a:pt x="97055" y="310440"/>
                    <a:pt x="96901" y="312603"/>
                  </a:cubicBezTo>
                  <a:cubicBezTo>
                    <a:pt x="96748" y="313171"/>
                    <a:pt x="96594" y="313739"/>
                    <a:pt x="96436" y="314324"/>
                  </a:cubicBezTo>
                  <a:cubicBezTo>
                    <a:pt x="95454" y="314324"/>
                    <a:pt x="94471" y="314324"/>
                    <a:pt x="93459" y="314324"/>
                  </a:cubicBezTo>
                  <a:cubicBezTo>
                    <a:pt x="93459" y="315306"/>
                    <a:pt x="93459" y="316288"/>
                    <a:pt x="93459" y="317300"/>
                  </a:cubicBezTo>
                  <a:cubicBezTo>
                    <a:pt x="92723" y="317546"/>
                    <a:pt x="91986" y="317791"/>
                    <a:pt x="91227" y="318045"/>
                  </a:cubicBezTo>
                  <a:cubicBezTo>
                    <a:pt x="91104" y="318551"/>
                    <a:pt x="90981" y="319057"/>
                    <a:pt x="90855" y="319579"/>
                  </a:cubicBezTo>
                  <a:cubicBezTo>
                    <a:pt x="90732" y="320055"/>
                    <a:pt x="90609" y="320531"/>
                    <a:pt x="90483" y="321021"/>
                  </a:cubicBezTo>
                  <a:cubicBezTo>
                    <a:pt x="89746" y="321021"/>
                    <a:pt x="89009" y="321021"/>
                    <a:pt x="88250" y="321021"/>
                  </a:cubicBezTo>
                  <a:cubicBezTo>
                    <a:pt x="88250" y="322249"/>
                    <a:pt x="88250" y="323477"/>
                    <a:pt x="88250" y="324742"/>
                  </a:cubicBezTo>
                  <a:cubicBezTo>
                    <a:pt x="87514" y="324742"/>
                    <a:pt x="86777" y="324742"/>
                    <a:pt x="86018" y="324742"/>
                  </a:cubicBezTo>
                  <a:cubicBezTo>
                    <a:pt x="85762" y="325732"/>
                    <a:pt x="85515" y="326724"/>
                    <a:pt x="85274" y="327718"/>
                  </a:cubicBezTo>
                  <a:cubicBezTo>
                    <a:pt x="84537" y="327964"/>
                    <a:pt x="83800" y="328209"/>
                    <a:pt x="83041" y="328462"/>
                  </a:cubicBezTo>
                  <a:cubicBezTo>
                    <a:pt x="82919" y="328969"/>
                    <a:pt x="82796" y="329475"/>
                    <a:pt x="82669" y="329997"/>
                  </a:cubicBezTo>
                  <a:cubicBezTo>
                    <a:pt x="82547" y="330473"/>
                    <a:pt x="82424" y="330949"/>
                    <a:pt x="82297" y="331439"/>
                  </a:cubicBezTo>
                  <a:cubicBezTo>
                    <a:pt x="81561" y="331439"/>
                    <a:pt x="80824" y="331439"/>
                    <a:pt x="80065" y="331439"/>
                  </a:cubicBezTo>
                  <a:cubicBezTo>
                    <a:pt x="79942" y="331930"/>
                    <a:pt x="79819" y="332421"/>
                    <a:pt x="79693" y="332927"/>
                  </a:cubicBezTo>
                  <a:cubicBezTo>
                    <a:pt x="79570" y="333418"/>
                    <a:pt x="79447" y="333910"/>
                    <a:pt x="79321" y="334416"/>
                  </a:cubicBezTo>
                  <a:cubicBezTo>
                    <a:pt x="78584" y="334416"/>
                    <a:pt x="77847" y="334416"/>
                    <a:pt x="77088" y="334416"/>
                  </a:cubicBezTo>
                  <a:cubicBezTo>
                    <a:pt x="76649" y="335864"/>
                    <a:pt x="76649" y="335864"/>
                    <a:pt x="76344" y="337392"/>
                  </a:cubicBezTo>
                  <a:cubicBezTo>
                    <a:pt x="75853" y="337638"/>
                    <a:pt x="75362" y="337883"/>
                    <a:pt x="74856" y="338136"/>
                  </a:cubicBezTo>
                  <a:cubicBezTo>
                    <a:pt x="74557" y="338781"/>
                    <a:pt x="74557" y="338781"/>
                    <a:pt x="74251" y="339439"/>
                  </a:cubicBezTo>
                  <a:cubicBezTo>
                    <a:pt x="73088" y="341643"/>
                    <a:pt x="71403" y="343077"/>
                    <a:pt x="69647" y="344834"/>
                  </a:cubicBezTo>
                  <a:cubicBezTo>
                    <a:pt x="69386" y="345371"/>
                    <a:pt x="69125" y="345908"/>
                    <a:pt x="68856" y="346461"/>
                  </a:cubicBezTo>
                  <a:cubicBezTo>
                    <a:pt x="67948" y="348217"/>
                    <a:pt x="66938" y="348475"/>
                    <a:pt x="65182" y="349298"/>
                  </a:cubicBezTo>
                  <a:cubicBezTo>
                    <a:pt x="64691" y="350035"/>
                    <a:pt x="64200" y="350772"/>
                    <a:pt x="63694" y="351531"/>
                  </a:cubicBezTo>
                  <a:cubicBezTo>
                    <a:pt x="62957" y="351776"/>
                    <a:pt x="62220" y="352022"/>
                    <a:pt x="61461" y="352275"/>
                  </a:cubicBezTo>
                  <a:cubicBezTo>
                    <a:pt x="61216" y="353012"/>
                    <a:pt x="60970" y="353748"/>
                    <a:pt x="60717" y="354507"/>
                  </a:cubicBezTo>
                  <a:cubicBezTo>
                    <a:pt x="59981" y="354753"/>
                    <a:pt x="59244" y="354999"/>
                    <a:pt x="58485" y="355252"/>
                  </a:cubicBezTo>
                  <a:cubicBezTo>
                    <a:pt x="57981" y="356240"/>
                    <a:pt x="57486" y="357233"/>
                    <a:pt x="56997" y="358228"/>
                  </a:cubicBezTo>
                  <a:cubicBezTo>
                    <a:pt x="55601" y="359580"/>
                    <a:pt x="55601" y="359580"/>
                    <a:pt x="54020" y="360879"/>
                  </a:cubicBezTo>
                  <a:cubicBezTo>
                    <a:pt x="52117" y="362450"/>
                    <a:pt x="50944" y="363586"/>
                    <a:pt x="49555" y="365669"/>
                  </a:cubicBezTo>
                  <a:cubicBezTo>
                    <a:pt x="48818" y="365669"/>
                    <a:pt x="48082" y="365669"/>
                    <a:pt x="47323" y="365669"/>
                  </a:cubicBezTo>
                  <a:cubicBezTo>
                    <a:pt x="46801" y="366648"/>
                    <a:pt x="46307" y="367642"/>
                    <a:pt x="45834" y="368646"/>
                  </a:cubicBezTo>
                  <a:cubicBezTo>
                    <a:pt x="45098" y="369137"/>
                    <a:pt x="44361" y="369628"/>
                    <a:pt x="43602" y="370134"/>
                  </a:cubicBezTo>
                  <a:cubicBezTo>
                    <a:pt x="43602" y="370871"/>
                    <a:pt x="43602" y="371608"/>
                    <a:pt x="43602" y="372367"/>
                  </a:cubicBezTo>
                  <a:cubicBezTo>
                    <a:pt x="41334" y="372577"/>
                    <a:pt x="39162" y="372715"/>
                    <a:pt x="36905" y="372367"/>
                  </a:cubicBezTo>
                  <a:cubicBezTo>
                    <a:pt x="35835" y="370553"/>
                    <a:pt x="35835" y="370553"/>
                    <a:pt x="35416" y="368646"/>
                  </a:cubicBezTo>
                  <a:cubicBezTo>
                    <a:pt x="34925" y="368400"/>
                    <a:pt x="34434" y="368155"/>
                    <a:pt x="33928" y="367902"/>
                  </a:cubicBezTo>
                  <a:cubicBezTo>
                    <a:pt x="33432" y="366414"/>
                    <a:pt x="32936" y="364925"/>
                    <a:pt x="32440" y="363437"/>
                  </a:cubicBezTo>
                  <a:cubicBezTo>
                    <a:pt x="31949" y="363192"/>
                    <a:pt x="31458" y="362946"/>
                    <a:pt x="30952" y="362693"/>
                  </a:cubicBezTo>
                  <a:cubicBezTo>
                    <a:pt x="30844" y="362110"/>
                    <a:pt x="30737" y="361526"/>
                    <a:pt x="30626" y="360926"/>
                  </a:cubicBezTo>
                  <a:cubicBezTo>
                    <a:pt x="30156" y="358732"/>
                    <a:pt x="29543" y="358239"/>
                    <a:pt x="27975" y="356740"/>
                  </a:cubicBezTo>
                  <a:cubicBezTo>
                    <a:pt x="27975" y="356003"/>
                    <a:pt x="27975" y="355266"/>
                    <a:pt x="27975" y="354507"/>
                  </a:cubicBezTo>
                  <a:cubicBezTo>
                    <a:pt x="27238" y="354507"/>
                    <a:pt x="26502" y="354507"/>
                    <a:pt x="25743" y="354507"/>
                  </a:cubicBezTo>
                  <a:cubicBezTo>
                    <a:pt x="25209" y="353283"/>
                    <a:pt x="24713" y="352041"/>
                    <a:pt x="24254" y="350787"/>
                  </a:cubicBezTo>
                  <a:cubicBezTo>
                    <a:pt x="23763" y="350541"/>
                    <a:pt x="23272" y="350296"/>
                    <a:pt x="22766" y="350043"/>
                  </a:cubicBezTo>
                  <a:cubicBezTo>
                    <a:pt x="22270" y="348802"/>
                    <a:pt x="21774" y="347562"/>
                    <a:pt x="21278" y="346322"/>
                  </a:cubicBezTo>
                  <a:cubicBezTo>
                    <a:pt x="20787" y="346076"/>
                    <a:pt x="20296" y="345831"/>
                    <a:pt x="19789" y="345578"/>
                  </a:cubicBezTo>
                  <a:cubicBezTo>
                    <a:pt x="19682" y="344994"/>
                    <a:pt x="19575" y="344411"/>
                    <a:pt x="19464" y="343810"/>
                  </a:cubicBezTo>
                  <a:cubicBezTo>
                    <a:pt x="18998" y="341634"/>
                    <a:pt x="18408" y="341081"/>
                    <a:pt x="16813" y="339625"/>
                  </a:cubicBezTo>
                  <a:cubicBezTo>
                    <a:pt x="16813" y="339133"/>
                    <a:pt x="16813" y="338642"/>
                    <a:pt x="16813" y="338136"/>
                  </a:cubicBezTo>
                  <a:cubicBezTo>
                    <a:pt x="16076" y="338136"/>
                    <a:pt x="15340" y="338136"/>
                    <a:pt x="14581" y="338136"/>
                  </a:cubicBezTo>
                  <a:cubicBezTo>
                    <a:pt x="14650" y="337238"/>
                    <a:pt x="14650" y="337238"/>
                    <a:pt x="14720" y="336322"/>
                  </a:cubicBezTo>
                  <a:cubicBezTo>
                    <a:pt x="14674" y="335693"/>
                    <a:pt x="14628" y="335064"/>
                    <a:pt x="14581" y="334416"/>
                  </a:cubicBezTo>
                  <a:cubicBezTo>
                    <a:pt x="13844" y="334170"/>
                    <a:pt x="13107" y="333924"/>
                    <a:pt x="12348" y="333671"/>
                  </a:cubicBezTo>
                  <a:cubicBezTo>
                    <a:pt x="12225" y="333165"/>
                    <a:pt x="12103" y="332659"/>
                    <a:pt x="11976" y="332137"/>
                  </a:cubicBezTo>
                  <a:cubicBezTo>
                    <a:pt x="11853" y="331661"/>
                    <a:pt x="11730" y="331185"/>
                    <a:pt x="11604" y="330695"/>
                  </a:cubicBezTo>
                  <a:cubicBezTo>
                    <a:pt x="10867" y="330695"/>
                    <a:pt x="10131" y="330695"/>
                    <a:pt x="9372" y="330695"/>
                  </a:cubicBezTo>
                  <a:cubicBezTo>
                    <a:pt x="8581" y="329253"/>
                    <a:pt x="8581" y="329253"/>
                    <a:pt x="7883" y="327718"/>
                  </a:cubicBezTo>
                  <a:cubicBezTo>
                    <a:pt x="7392" y="327473"/>
                    <a:pt x="6901" y="327227"/>
                    <a:pt x="6395" y="326974"/>
                  </a:cubicBezTo>
                  <a:cubicBezTo>
                    <a:pt x="6027" y="325869"/>
                    <a:pt x="6027" y="325869"/>
                    <a:pt x="5651" y="324742"/>
                  </a:cubicBezTo>
                  <a:cubicBezTo>
                    <a:pt x="5160" y="324496"/>
                    <a:pt x="4669" y="324251"/>
                    <a:pt x="4163" y="323998"/>
                  </a:cubicBezTo>
                  <a:cubicBezTo>
                    <a:pt x="3932" y="323506"/>
                    <a:pt x="3702" y="323015"/>
                    <a:pt x="3465" y="322509"/>
                  </a:cubicBezTo>
                  <a:cubicBezTo>
                    <a:pt x="2757" y="320764"/>
                    <a:pt x="2757" y="320764"/>
                    <a:pt x="442" y="320277"/>
                  </a:cubicBezTo>
                  <a:cubicBezTo>
                    <a:pt x="93" y="318303"/>
                    <a:pt x="93" y="318303"/>
                    <a:pt x="70" y="315859"/>
                  </a:cubicBezTo>
                  <a:cubicBezTo>
                    <a:pt x="47" y="315054"/>
                    <a:pt x="24" y="314249"/>
                    <a:pt x="0" y="313420"/>
                  </a:cubicBezTo>
                  <a:cubicBezTo>
                    <a:pt x="146" y="312736"/>
                    <a:pt x="292" y="312052"/>
                    <a:pt x="442" y="311347"/>
                  </a:cubicBezTo>
                  <a:cubicBezTo>
                    <a:pt x="2279" y="310461"/>
                    <a:pt x="2279" y="310461"/>
                    <a:pt x="4163" y="309859"/>
                  </a:cubicBezTo>
                  <a:cubicBezTo>
                    <a:pt x="4408" y="309122"/>
                    <a:pt x="4654" y="308386"/>
                    <a:pt x="4907" y="307627"/>
                  </a:cubicBezTo>
                  <a:cubicBezTo>
                    <a:pt x="5521" y="307519"/>
                    <a:pt x="6135" y="307412"/>
                    <a:pt x="6767" y="307301"/>
                  </a:cubicBezTo>
                  <a:cubicBezTo>
                    <a:pt x="7381" y="307163"/>
                    <a:pt x="7995" y="307025"/>
                    <a:pt x="8627" y="306882"/>
                  </a:cubicBezTo>
                  <a:cubicBezTo>
                    <a:pt x="9120" y="305409"/>
                    <a:pt x="9120" y="305409"/>
                    <a:pt x="9372" y="303906"/>
                  </a:cubicBezTo>
                  <a:cubicBezTo>
                    <a:pt x="10108" y="303660"/>
                    <a:pt x="10845" y="303415"/>
                    <a:pt x="11604" y="303162"/>
                  </a:cubicBezTo>
                  <a:cubicBezTo>
                    <a:pt x="11850" y="302425"/>
                    <a:pt x="12095" y="301688"/>
                    <a:pt x="12348" y="300929"/>
                  </a:cubicBezTo>
                  <a:cubicBezTo>
                    <a:pt x="13334" y="300420"/>
                    <a:pt x="14326" y="299925"/>
                    <a:pt x="15325" y="299441"/>
                  </a:cubicBezTo>
                  <a:cubicBezTo>
                    <a:pt x="15816" y="298704"/>
                    <a:pt x="16307" y="297968"/>
                    <a:pt x="16813" y="297209"/>
                  </a:cubicBezTo>
                  <a:cubicBezTo>
                    <a:pt x="17550" y="296963"/>
                    <a:pt x="18286" y="296717"/>
                    <a:pt x="19045" y="296464"/>
                  </a:cubicBezTo>
                  <a:cubicBezTo>
                    <a:pt x="19153" y="295958"/>
                    <a:pt x="19260" y="295451"/>
                    <a:pt x="19371" y="294930"/>
                  </a:cubicBezTo>
                  <a:cubicBezTo>
                    <a:pt x="19509" y="294454"/>
                    <a:pt x="19647" y="293978"/>
                    <a:pt x="19789" y="293488"/>
                  </a:cubicBezTo>
                  <a:cubicBezTo>
                    <a:pt x="20772" y="293488"/>
                    <a:pt x="21754" y="293488"/>
                    <a:pt x="22766" y="293488"/>
                  </a:cubicBezTo>
                  <a:cubicBezTo>
                    <a:pt x="22766" y="292751"/>
                    <a:pt x="22766" y="292014"/>
                    <a:pt x="22766" y="291255"/>
                  </a:cubicBezTo>
                  <a:cubicBezTo>
                    <a:pt x="23242" y="291148"/>
                    <a:pt x="23718" y="291041"/>
                    <a:pt x="24208" y="290930"/>
                  </a:cubicBezTo>
                  <a:cubicBezTo>
                    <a:pt x="24714" y="290792"/>
                    <a:pt x="25221" y="290654"/>
                    <a:pt x="25743" y="290511"/>
                  </a:cubicBezTo>
                  <a:cubicBezTo>
                    <a:pt x="26235" y="289038"/>
                    <a:pt x="26235" y="289038"/>
                    <a:pt x="26487" y="287535"/>
                  </a:cubicBezTo>
                  <a:cubicBezTo>
                    <a:pt x="26978" y="287289"/>
                    <a:pt x="27469" y="287044"/>
                    <a:pt x="27975" y="286791"/>
                  </a:cubicBezTo>
                  <a:cubicBezTo>
                    <a:pt x="28190" y="286315"/>
                    <a:pt x="28405" y="285839"/>
                    <a:pt x="28626" y="285349"/>
                  </a:cubicBezTo>
                  <a:cubicBezTo>
                    <a:pt x="29652" y="283467"/>
                    <a:pt x="30566" y="283263"/>
                    <a:pt x="32440" y="282326"/>
                  </a:cubicBezTo>
                  <a:cubicBezTo>
                    <a:pt x="32959" y="281345"/>
                    <a:pt x="33459" y="280354"/>
                    <a:pt x="33928" y="279349"/>
                  </a:cubicBezTo>
                  <a:cubicBezTo>
                    <a:pt x="34419" y="279349"/>
                    <a:pt x="34910" y="279349"/>
                    <a:pt x="35416" y="279349"/>
                  </a:cubicBezTo>
                  <a:cubicBezTo>
                    <a:pt x="35524" y="278858"/>
                    <a:pt x="35631" y="278367"/>
                    <a:pt x="35742" y="277861"/>
                  </a:cubicBezTo>
                  <a:cubicBezTo>
                    <a:pt x="35880" y="277370"/>
                    <a:pt x="36018" y="276879"/>
                    <a:pt x="36161" y="276373"/>
                  </a:cubicBezTo>
                  <a:cubicBezTo>
                    <a:pt x="36897" y="276373"/>
                    <a:pt x="37634" y="276373"/>
                    <a:pt x="38393" y="276373"/>
                  </a:cubicBezTo>
                  <a:cubicBezTo>
                    <a:pt x="38393" y="275390"/>
                    <a:pt x="38393" y="274408"/>
                    <a:pt x="38393" y="273396"/>
                  </a:cubicBezTo>
                  <a:cubicBezTo>
                    <a:pt x="39375" y="273396"/>
                    <a:pt x="40358" y="273396"/>
                    <a:pt x="41370" y="273396"/>
                  </a:cubicBezTo>
                  <a:cubicBezTo>
                    <a:pt x="42229" y="271557"/>
                    <a:pt x="42229" y="271557"/>
                    <a:pt x="42858" y="269675"/>
                  </a:cubicBezTo>
                  <a:cubicBezTo>
                    <a:pt x="43349" y="269675"/>
                    <a:pt x="43840" y="269675"/>
                    <a:pt x="44346" y="269675"/>
                  </a:cubicBezTo>
                  <a:cubicBezTo>
                    <a:pt x="44346" y="268693"/>
                    <a:pt x="44346" y="267711"/>
                    <a:pt x="44346" y="266699"/>
                  </a:cubicBezTo>
                  <a:cubicBezTo>
                    <a:pt x="45083" y="266453"/>
                    <a:pt x="45820" y="266208"/>
                    <a:pt x="46579" y="265955"/>
                  </a:cubicBezTo>
                  <a:cubicBezTo>
                    <a:pt x="46701" y="265464"/>
                    <a:pt x="46824" y="264972"/>
                    <a:pt x="46951" y="264466"/>
                  </a:cubicBezTo>
                  <a:cubicBezTo>
                    <a:pt x="47073" y="263975"/>
                    <a:pt x="47196" y="263484"/>
                    <a:pt x="47323" y="262978"/>
                  </a:cubicBezTo>
                  <a:cubicBezTo>
                    <a:pt x="48059" y="262733"/>
                    <a:pt x="48796" y="262487"/>
                    <a:pt x="49555" y="262234"/>
                  </a:cubicBezTo>
                  <a:cubicBezTo>
                    <a:pt x="49801" y="261497"/>
                    <a:pt x="50046" y="260761"/>
                    <a:pt x="50299" y="260002"/>
                  </a:cubicBezTo>
                  <a:cubicBezTo>
                    <a:pt x="50790" y="259756"/>
                    <a:pt x="51282" y="259510"/>
                    <a:pt x="51788" y="259257"/>
                  </a:cubicBezTo>
                  <a:cubicBezTo>
                    <a:pt x="51895" y="258766"/>
                    <a:pt x="52002" y="258275"/>
                    <a:pt x="52113" y="257769"/>
                  </a:cubicBezTo>
                  <a:cubicBezTo>
                    <a:pt x="52251" y="257278"/>
                    <a:pt x="52389" y="256787"/>
                    <a:pt x="52532" y="256281"/>
                  </a:cubicBezTo>
                  <a:cubicBezTo>
                    <a:pt x="53268" y="256035"/>
                    <a:pt x="54005" y="255790"/>
                    <a:pt x="54764" y="255537"/>
                  </a:cubicBezTo>
                  <a:cubicBezTo>
                    <a:pt x="54872" y="254969"/>
                    <a:pt x="54979" y="254401"/>
                    <a:pt x="55090" y="253816"/>
                  </a:cubicBezTo>
                  <a:cubicBezTo>
                    <a:pt x="55611" y="251326"/>
                    <a:pt x="56542" y="250429"/>
                    <a:pt x="58485" y="248839"/>
                  </a:cubicBezTo>
                  <a:cubicBezTo>
                    <a:pt x="58976" y="248839"/>
                    <a:pt x="59467" y="248839"/>
                    <a:pt x="59973" y="248839"/>
                  </a:cubicBezTo>
                  <a:cubicBezTo>
                    <a:pt x="60173" y="248057"/>
                    <a:pt x="60372" y="247274"/>
                    <a:pt x="60578" y="246467"/>
                  </a:cubicBezTo>
                  <a:cubicBezTo>
                    <a:pt x="61575" y="243267"/>
                    <a:pt x="62762" y="242152"/>
                    <a:pt x="65182" y="239910"/>
                  </a:cubicBezTo>
                  <a:cubicBezTo>
                    <a:pt x="65596" y="239219"/>
                    <a:pt x="66011" y="238528"/>
                    <a:pt x="66438" y="237817"/>
                  </a:cubicBezTo>
                  <a:cubicBezTo>
                    <a:pt x="66921" y="237011"/>
                    <a:pt x="66921" y="237011"/>
                    <a:pt x="67414" y="236189"/>
                  </a:cubicBezTo>
                  <a:cubicBezTo>
                    <a:pt x="67906" y="236189"/>
                    <a:pt x="68397" y="236189"/>
                    <a:pt x="68903" y="236189"/>
                  </a:cubicBezTo>
                  <a:cubicBezTo>
                    <a:pt x="69157" y="234950"/>
                    <a:pt x="69405" y="233710"/>
                    <a:pt x="69647" y="232468"/>
                  </a:cubicBezTo>
                  <a:cubicBezTo>
                    <a:pt x="70138" y="232223"/>
                    <a:pt x="70629" y="231977"/>
                    <a:pt x="71135" y="231724"/>
                  </a:cubicBezTo>
                  <a:cubicBezTo>
                    <a:pt x="71258" y="231110"/>
                    <a:pt x="71381" y="230496"/>
                    <a:pt x="71507" y="229864"/>
                  </a:cubicBezTo>
                  <a:cubicBezTo>
                    <a:pt x="71630" y="229250"/>
                    <a:pt x="71753" y="228636"/>
                    <a:pt x="71879" y="228003"/>
                  </a:cubicBezTo>
                  <a:cubicBezTo>
                    <a:pt x="72370" y="227758"/>
                    <a:pt x="72862" y="227512"/>
                    <a:pt x="73368" y="227259"/>
                  </a:cubicBezTo>
                  <a:cubicBezTo>
                    <a:pt x="73736" y="226507"/>
                    <a:pt x="74104" y="225755"/>
                    <a:pt x="74484" y="224980"/>
                  </a:cubicBezTo>
                  <a:cubicBezTo>
                    <a:pt x="75036" y="223898"/>
                    <a:pt x="75036" y="223898"/>
                    <a:pt x="75600" y="222795"/>
                  </a:cubicBezTo>
                  <a:cubicBezTo>
                    <a:pt x="76091" y="222795"/>
                    <a:pt x="76582" y="222795"/>
                    <a:pt x="77088" y="222795"/>
                  </a:cubicBezTo>
                  <a:cubicBezTo>
                    <a:pt x="77457" y="221874"/>
                    <a:pt x="77457" y="221874"/>
                    <a:pt x="77832" y="220934"/>
                  </a:cubicBezTo>
                  <a:cubicBezTo>
                    <a:pt x="78201" y="220013"/>
                    <a:pt x="78201" y="220013"/>
                    <a:pt x="78577" y="219074"/>
                  </a:cubicBezTo>
                  <a:cubicBezTo>
                    <a:pt x="79068" y="219074"/>
                    <a:pt x="79559" y="219074"/>
                    <a:pt x="80065" y="219074"/>
                  </a:cubicBezTo>
                  <a:cubicBezTo>
                    <a:pt x="80065" y="217600"/>
                    <a:pt x="80065" y="216127"/>
                    <a:pt x="80065" y="214609"/>
                  </a:cubicBezTo>
                  <a:cubicBezTo>
                    <a:pt x="80556" y="214609"/>
                    <a:pt x="81047" y="214609"/>
                    <a:pt x="81553" y="214609"/>
                  </a:cubicBezTo>
                  <a:cubicBezTo>
                    <a:pt x="82059" y="213124"/>
                    <a:pt x="82554" y="211635"/>
                    <a:pt x="83041" y="210144"/>
                  </a:cubicBezTo>
                  <a:cubicBezTo>
                    <a:pt x="83533" y="209899"/>
                    <a:pt x="84024" y="209653"/>
                    <a:pt x="84530" y="209400"/>
                  </a:cubicBezTo>
                  <a:cubicBezTo>
                    <a:pt x="85837" y="207012"/>
                    <a:pt x="86910" y="204573"/>
                    <a:pt x="87925" y="202052"/>
                  </a:cubicBezTo>
                  <a:cubicBezTo>
                    <a:pt x="88278" y="201284"/>
                    <a:pt x="88631" y="200517"/>
                    <a:pt x="88995" y="199726"/>
                  </a:cubicBezTo>
                  <a:cubicBezTo>
                    <a:pt x="89486" y="199726"/>
                    <a:pt x="89977" y="199726"/>
                    <a:pt x="90483" y="199726"/>
                  </a:cubicBezTo>
                  <a:cubicBezTo>
                    <a:pt x="90575" y="199005"/>
                    <a:pt x="90667" y="198283"/>
                    <a:pt x="90762" y="197540"/>
                  </a:cubicBezTo>
                  <a:cubicBezTo>
                    <a:pt x="90915" y="196788"/>
                    <a:pt x="91069" y="196036"/>
                    <a:pt x="91227" y="195261"/>
                  </a:cubicBezTo>
                  <a:cubicBezTo>
                    <a:pt x="91718" y="195016"/>
                    <a:pt x="92209" y="194770"/>
                    <a:pt x="92715" y="194517"/>
                  </a:cubicBezTo>
                  <a:cubicBezTo>
                    <a:pt x="92823" y="193796"/>
                    <a:pt x="92930" y="193074"/>
                    <a:pt x="93041" y="192331"/>
                  </a:cubicBezTo>
                  <a:cubicBezTo>
                    <a:pt x="93248" y="191203"/>
                    <a:pt x="93248" y="191203"/>
                    <a:pt x="93459" y="190052"/>
                  </a:cubicBezTo>
                  <a:cubicBezTo>
                    <a:pt x="94196" y="189561"/>
                    <a:pt x="94933" y="189070"/>
                    <a:pt x="95692" y="188564"/>
                  </a:cubicBezTo>
                  <a:cubicBezTo>
                    <a:pt x="95815" y="187919"/>
                    <a:pt x="95937" y="187275"/>
                    <a:pt x="96064" y="186611"/>
                  </a:cubicBezTo>
                  <a:cubicBezTo>
                    <a:pt x="96187" y="186027"/>
                    <a:pt x="96309" y="185444"/>
                    <a:pt x="96436" y="184843"/>
                  </a:cubicBezTo>
                  <a:cubicBezTo>
                    <a:pt x="97173" y="184843"/>
                    <a:pt x="97909" y="184843"/>
                    <a:pt x="98668" y="184843"/>
                  </a:cubicBezTo>
                  <a:cubicBezTo>
                    <a:pt x="98807" y="183393"/>
                    <a:pt x="98807" y="183393"/>
                    <a:pt x="98947" y="181913"/>
                  </a:cubicBezTo>
                  <a:cubicBezTo>
                    <a:pt x="99104" y="180265"/>
                    <a:pt x="99104" y="180265"/>
                    <a:pt x="99413" y="178890"/>
                  </a:cubicBezTo>
                  <a:cubicBezTo>
                    <a:pt x="99904" y="178645"/>
                    <a:pt x="100395" y="178399"/>
                    <a:pt x="100901" y="178146"/>
                  </a:cubicBezTo>
                  <a:cubicBezTo>
                    <a:pt x="101390" y="175892"/>
                    <a:pt x="101390" y="175892"/>
                    <a:pt x="101645" y="173681"/>
                  </a:cubicBezTo>
                  <a:cubicBezTo>
                    <a:pt x="102382" y="173681"/>
                    <a:pt x="103118" y="173681"/>
                    <a:pt x="103877" y="173681"/>
                  </a:cubicBezTo>
                  <a:cubicBezTo>
                    <a:pt x="104123" y="171717"/>
                    <a:pt x="104369" y="169752"/>
                    <a:pt x="104622" y="167728"/>
                  </a:cubicBezTo>
                  <a:cubicBezTo>
                    <a:pt x="105358" y="167728"/>
                    <a:pt x="106095" y="167728"/>
                    <a:pt x="106854" y="167728"/>
                  </a:cubicBezTo>
                  <a:cubicBezTo>
                    <a:pt x="106969" y="166462"/>
                    <a:pt x="106969" y="166462"/>
                    <a:pt x="107086" y="165170"/>
                  </a:cubicBezTo>
                  <a:cubicBezTo>
                    <a:pt x="107340" y="163858"/>
                    <a:pt x="107340" y="163858"/>
                    <a:pt x="107598" y="162519"/>
                  </a:cubicBezTo>
                  <a:cubicBezTo>
                    <a:pt x="108335" y="162274"/>
                    <a:pt x="109071" y="162028"/>
                    <a:pt x="109831" y="161775"/>
                  </a:cubicBezTo>
                  <a:cubicBezTo>
                    <a:pt x="110017" y="160210"/>
                    <a:pt x="110017" y="160210"/>
                    <a:pt x="109831" y="158426"/>
                  </a:cubicBezTo>
                  <a:cubicBezTo>
                    <a:pt x="109691" y="156589"/>
                    <a:pt x="109691" y="156589"/>
                    <a:pt x="109831" y="155078"/>
                  </a:cubicBezTo>
                  <a:cubicBezTo>
                    <a:pt x="110567" y="154832"/>
                    <a:pt x="111304" y="154587"/>
                    <a:pt x="112063" y="154334"/>
                  </a:cubicBezTo>
                  <a:cubicBezTo>
                    <a:pt x="112614" y="152084"/>
                    <a:pt x="112614" y="152084"/>
                    <a:pt x="112807" y="149869"/>
                  </a:cubicBezTo>
                  <a:cubicBezTo>
                    <a:pt x="113544" y="149869"/>
                    <a:pt x="114280" y="149869"/>
                    <a:pt x="115039" y="149869"/>
                  </a:cubicBezTo>
                  <a:cubicBezTo>
                    <a:pt x="114794" y="148641"/>
                    <a:pt x="114548" y="147413"/>
                    <a:pt x="114295" y="146148"/>
                  </a:cubicBezTo>
                  <a:cubicBezTo>
                    <a:pt x="114050" y="146394"/>
                    <a:pt x="113804" y="146639"/>
                    <a:pt x="113551" y="146892"/>
                  </a:cubicBezTo>
                  <a:cubicBezTo>
                    <a:pt x="112282" y="146965"/>
                    <a:pt x="111009" y="146986"/>
                    <a:pt x="109738" y="146987"/>
                  </a:cubicBezTo>
                  <a:cubicBezTo>
                    <a:pt x="108911" y="146989"/>
                    <a:pt x="108085" y="146991"/>
                    <a:pt x="107233" y="146993"/>
                  </a:cubicBezTo>
                  <a:cubicBezTo>
                    <a:pt x="106319" y="146992"/>
                    <a:pt x="105404" y="146990"/>
                    <a:pt x="104462" y="146988"/>
                  </a:cubicBezTo>
                  <a:cubicBezTo>
                    <a:pt x="103505" y="146990"/>
                    <a:pt x="102548" y="146991"/>
                    <a:pt x="101562" y="146992"/>
                  </a:cubicBezTo>
                  <a:cubicBezTo>
                    <a:pt x="98930" y="146996"/>
                    <a:pt x="96298" y="146994"/>
                    <a:pt x="93665" y="146992"/>
                  </a:cubicBezTo>
                  <a:cubicBezTo>
                    <a:pt x="90917" y="146990"/>
                    <a:pt x="88168" y="146992"/>
                    <a:pt x="85419" y="146993"/>
                  </a:cubicBezTo>
                  <a:cubicBezTo>
                    <a:pt x="80803" y="146995"/>
                    <a:pt x="76186" y="146993"/>
                    <a:pt x="71569" y="146989"/>
                  </a:cubicBezTo>
                  <a:cubicBezTo>
                    <a:pt x="66224" y="146985"/>
                    <a:pt x="60879" y="146986"/>
                    <a:pt x="55534" y="146991"/>
                  </a:cubicBezTo>
                  <a:cubicBezTo>
                    <a:pt x="50953" y="146994"/>
                    <a:pt x="46372" y="146994"/>
                    <a:pt x="41791" y="146992"/>
                  </a:cubicBezTo>
                  <a:cubicBezTo>
                    <a:pt x="39051" y="146991"/>
                    <a:pt x="36311" y="146991"/>
                    <a:pt x="33572" y="146994"/>
                  </a:cubicBezTo>
                  <a:cubicBezTo>
                    <a:pt x="30519" y="146996"/>
                    <a:pt x="27467" y="146993"/>
                    <a:pt x="24414" y="146988"/>
                  </a:cubicBezTo>
                  <a:cubicBezTo>
                    <a:pt x="23042" y="146991"/>
                    <a:pt x="23042" y="146991"/>
                    <a:pt x="21643" y="146993"/>
                  </a:cubicBezTo>
                  <a:cubicBezTo>
                    <a:pt x="20403" y="146990"/>
                    <a:pt x="20403" y="146990"/>
                    <a:pt x="19138" y="146987"/>
                  </a:cubicBezTo>
                  <a:cubicBezTo>
                    <a:pt x="18415" y="146986"/>
                    <a:pt x="17693" y="146986"/>
                    <a:pt x="16948" y="146986"/>
                  </a:cubicBezTo>
                  <a:cubicBezTo>
                    <a:pt x="15325" y="146892"/>
                    <a:pt x="15325" y="146892"/>
                    <a:pt x="14581" y="146148"/>
                  </a:cubicBezTo>
                  <a:cubicBezTo>
                    <a:pt x="14510" y="143837"/>
                    <a:pt x="14487" y="141543"/>
                    <a:pt x="14496" y="139233"/>
                  </a:cubicBezTo>
                  <a:cubicBezTo>
                    <a:pt x="14496" y="138507"/>
                    <a:pt x="14496" y="137781"/>
                    <a:pt x="14496" y="137033"/>
                  </a:cubicBezTo>
                  <a:cubicBezTo>
                    <a:pt x="14496" y="134621"/>
                    <a:pt x="14502" y="132209"/>
                    <a:pt x="14508" y="129797"/>
                  </a:cubicBezTo>
                  <a:cubicBezTo>
                    <a:pt x="14509" y="128130"/>
                    <a:pt x="14510" y="126463"/>
                    <a:pt x="14511" y="124795"/>
                  </a:cubicBezTo>
                  <a:cubicBezTo>
                    <a:pt x="14514" y="120397"/>
                    <a:pt x="14521" y="115999"/>
                    <a:pt x="14529" y="111601"/>
                  </a:cubicBezTo>
                  <a:cubicBezTo>
                    <a:pt x="14537" y="107117"/>
                    <a:pt x="14540" y="102633"/>
                    <a:pt x="14544" y="98150"/>
                  </a:cubicBezTo>
                  <a:cubicBezTo>
                    <a:pt x="14552" y="89344"/>
                    <a:pt x="14565" y="80539"/>
                    <a:pt x="14581" y="71734"/>
                  </a:cubicBezTo>
                  <a:cubicBezTo>
                    <a:pt x="30939" y="71717"/>
                    <a:pt x="47297" y="71703"/>
                    <a:pt x="63656" y="71695"/>
                  </a:cubicBezTo>
                  <a:cubicBezTo>
                    <a:pt x="71251" y="71692"/>
                    <a:pt x="78846" y="71686"/>
                    <a:pt x="86441" y="71678"/>
                  </a:cubicBezTo>
                  <a:cubicBezTo>
                    <a:pt x="93060" y="71670"/>
                    <a:pt x="99678" y="71666"/>
                    <a:pt x="106297" y="71664"/>
                  </a:cubicBezTo>
                  <a:cubicBezTo>
                    <a:pt x="109802" y="71663"/>
                    <a:pt x="113308" y="71661"/>
                    <a:pt x="116814" y="71655"/>
                  </a:cubicBezTo>
                  <a:cubicBezTo>
                    <a:pt x="120112" y="71650"/>
                    <a:pt x="123409" y="71649"/>
                    <a:pt x="126707" y="71650"/>
                  </a:cubicBezTo>
                  <a:cubicBezTo>
                    <a:pt x="127919" y="71650"/>
                    <a:pt x="129131" y="71648"/>
                    <a:pt x="130343" y="71645"/>
                  </a:cubicBezTo>
                  <a:cubicBezTo>
                    <a:pt x="131995" y="71642"/>
                    <a:pt x="133646" y="71642"/>
                    <a:pt x="135297" y="71644"/>
                  </a:cubicBezTo>
                  <a:cubicBezTo>
                    <a:pt x="136685" y="71643"/>
                    <a:pt x="136685" y="71643"/>
                    <a:pt x="138102" y="71642"/>
                  </a:cubicBezTo>
                  <a:cubicBezTo>
                    <a:pt x="140340" y="71734"/>
                    <a:pt x="140340" y="71734"/>
                    <a:pt x="142573" y="72478"/>
                  </a:cubicBezTo>
                  <a:cubicBezTo>
                    <a:pt x="142573" y="70268"/>
                    <a:pt x="142573" y="68058"/>
                    <a:pt x="142573" y="65781"/>
                  </a:cubicBezTo>
                  <a:cubicBezTo>
                    <a:pt x="143555" y="65781"/>
                    <a:pt x="144537" y="65781"/>
                    <a:pt x="145549" y="65781"/>
                  </a:cubicBezTo>
                  <a:cubicBezTo>
                    <a:pt x="145549" y="62834"/>
                    <a:pt x="145549" y="59887"/>
                    <a:pt x="145549" y="56851"/>
                  </a:cubicBezTo>
                  <a:cubicBezTo>
                    <a:pt x="146286" y="56851"/>
                    <a:pt x="147023" y="56851"/>
                    <a:pt x="147782" y="56851"/>
                  </a:cubicBezTo>
                  <a:cubicBezTo>
                    <a:pt x="147836" y="55736"/>
                    <a:pt x="147836" y="55736"/>
                    <a:pt x="147892" y="54598"/>
                  </a:cubicBezTo>
                  <a:cubicBezTo>
                    <a:pt x="147948" y="53638"/>
                    <a:pt x="148003" y="52678"/>
                    <a:pt x="148061" y="51689"/>
                  </a:cubicBezTo>
                  <a:cubicBezTo>
                    <a:pt x="148138" y="50251"/>
                    <a:pt x="148138" y="50251"/>
                    <a:pt x="148218" y="48785"/>
                  </a:cubicBezTo>
                  <a:cubicBezTo>
                    <a:pt x="148319" y="48009"/>
                    <a:pt x="148421" y="47233"/>
                    <a:pt x="148526" y="46433"/>
                  </a:cubicBezTo>
                  <a:cubicBezTo>
                    <a:pt x="149017" y="46188"/>
                    <a:pt x="149508" y="45942"/>
                    <a:pt x="150014" y="45689"/>
                  </a:cubicBezTo>
                  <a:cubicBezTo>
                    <a:pt x="150280" y="43185"/>
                    <a:pt x="150345" y="40695"/>
                    <a:pt x="150430" y="38178"/>
                  </a:cubicBezTo>
                  <a:cubicBezTo>
                    <a:pt x="150592" y="37107"/>
                    <a:pt x="150592" y="37107"/>
                    <a:pt x="150758" y="36015"/>
                  </a:cubicBezTo>
                  <a:cubicBezTo>
                    <a:pt x="151495" y="35770"/>
                    <a:pt x="152232" y="35524"/>
                    <a:pt x="152991" y="35271"/>
                  </a:cubicBezTo>
                  <a:cubicBezTo>
                    <a:pt x="153345" y="32860"/>
                    <a:pt x="153345" y="32860"/>
                    <a:pt x="153363" y="30062"/>
                  </a:cubicBezTo>
                  <a:cubicBezTo>
                    <a:pt x="153433" y="27179"/>
                    <a:pt x="153433" y="27179"/>
                    <a:pt x="153735" y="24853"/>
                  </a:cubicBezTo>
                  <a:cubicBezTo>
                    <a:pt x="154472" y="24608"/>
                    <a:pt x="155208" y="24362"/>
                    <a:pt x="155967" y="24109"/>
                  </a:cubicBezTo>
                  <a:cubicBezTo>
                    <a:pt x="156351" y="21699"/>
                    <a:pt x="156351" y="21699"/>
                    <a:pt x="156386" y="18900"/>
                  </a:cubicBezTo>
                  <a:cubicBezTo>
                    <a:pt x="156444" y="17161"/>
                    <a:pt x="156540" y="15422"/>
                    <a:pt x="156711" y="13691"/>
                  </a:cubicBezTo>
                  <a:cubicBezTo>
                    <a:pt x="157448" y="13323"/>
                    <a:pt x="157448" y="13323"/>
                    <a:pt x="158200" y="12947"/>
                  </a:cubicBezTo>
                  <a:cubicBezTo>
                    <a:pt x="158522" y="10584"/>
                    <a:pt x="158522" y="10584"/>
                    <a:pt x="158618" y="7831"/>
                  </a:cubicBezTo>
                  <a:cubicBezTo>
                    <a:pt x="158875" y="2737"/>
                    <a:pt x="158875" y="2737"/>
                    <a:pt x="159688" y="296"/>
                  </a:cubicBezTo>
                  <a:cubicBezTo>
                    <a:pt x="161037" y="0"/>
                    <a:pt x="161037" y="0"/>
                    <a:pt x="162664" y="17"/>
                  </a:cubicBezTo>
                  <a:cubicBezTo>
                    <a:pt x="163202" y="12"/>
                    <a:pt x="163739" y="6"/>
                    <a:pt x="164292" y="0"/>
                  </a:cubicBezTo>
                  <a:close/>
                </a:path>
              </a:pathLst>
            </a:custGeom>
            <a:grpFill/>
            <a:ln w="744" cap="flat">
              <a:noFill/>
              <a:prstDash val="solid"/>
              <a:miter/>
            </a:ln>
          </p:spPr>
          <p:txBody>
            <a:bodyPr rtlCol="0" anchor="ctr"/>
            <a:lstStyle/>
            <a:p>
              <a:endParaRPr lang="zh-CN" altLang="en-US"/>
            </a:p>
          </p:txBody>
        </p:sp>
        <p:sp>
          <p:nvSpPr>
            <p:cNvPr id="86" name="任意多边形: 形状 85"/>
            <p:cNvSpPr/>
            <p:nvPr/>
          </p:nvSpPr>
          <p:spPr>
            <a:xfrm>
              <a:off x="2357134" y="609616"/>
              <a:ext cx="287367" cy="1012154"/>
            </a:xfrm>
            <a:custGeom>
              <a:avLst/>
              <a:gdLst>
                <a:gd name="connsiteX0" fmla="*/ 40550 w 287367"/>
                <a:gd name="connsiteY0" fmla="*/ 936 h 1012154"/>
                <a:gd name="connsiteX1" fmla="*/ 44610 w 287367"/>
                <a:gd name="connsiteY1" fmla="*/ 476 h 1012154"/>
                <a:gd name="connsiteX2" fmla="*/ 47240 w 287367"/>
                <a:gd name="connsiteY2" fmla="*/ 452 h 1012154"/>
                <a:gd name="connsiteX3" fmla="*/ 50154 w 287367"/>
                <a:gd name="connsiteY3" fmla="*/ 483 h 1012154"/>
                <a:gd name="connsiteX4" fmla="*/ 53231 w 287367"/>
                <a:gd name="connsiteY4" fmla="*/ 472 h 1012154"/>
                <a:gd name="connsiteX5" fmla="*/ 61713 w 287367"/>
                <a:gd name="connsiteY5" fmla="*/ 493 h 1012154"/>
                <a:gd name="connsiteX6" fmla="*/ 70850 w 287367"/>
                <a:gd name="connsiteY6" fmla="*/ 496 h 1012154"/>
                <a:gd name="connsiteX7" fmla="*/ 88760 w 287367"/>
                <a:gd name="connsiteY7" fmla="*/ 527 h 1012154"/>
                <a:gd name="connsiteX8" fmla="*/ 109599 w 287367"/>
                <a:gd name="connsiteY8" fmla="*/ 556 h 1012154"/>
                <a:gd name="connsiteX9" fmla="*/ 146769 w 287367"/>
                <a:gd name="connsiteY9" fmla="*/ 614 h 1012154"/>
                <a:gd name="connsiteX10" fmla="*/ 182873 w 287367"/>
                <a:gd name="connsiteY10" fmla="*/ 675 h 1012154"/>
                <a:gd name="connsiteX11" fmla="*/ 185119 w 287367"/>
                <a:gd name="connsiteY11" fmla="*/ 677 h 1012154"/>
                <a:gd name="connsiteX12" fmla="*/ 194055 w 287367"/>
                <a:gd name="connsiteY12" fmla="*/ 683 h 1012154"/>
                <a:gd name="connsiteX13" fmla="*/ 232557 w 287367"/>
                <a:gd name="connsiteY13" fmla="*/ 729 h 1012154"/>
                <a:gd name="connsiteX14" fmla="*/ 238803 w 287367"/>
                <a:gd name="connsiteY14" fmla="*/ 738 h 1012154"/>
                <a:gd name="connsiteX15" fmla="*/ 260661 w 287367"/>
                <a:gd name="connsiteY15" fmla="*/ 779 h 1012154"/>
                <a:gd name="connsiteX16" fmla="*/ 269704 w 287367"/>
                <a:gd name="connsiteY16" fmla="*/ 797 h 1012154"/>
                <a:gd name="connsiteX17" fmla="*/ 277972 w 287367"/>
                <a:gd name="connsiteY17" fmla="*/ 817 h 1012154"/>
                <a:gd name="connsiteX18" fmla="*/ 282402 w 287367"/>
                <a:gd name="connsiteY18" fmla="*/ 822 h 1012154"/>
                <a:gd name="connsiteX19" fmla="*/ 285032 w 287367"/>
                <a:gd name="connsiteY19" fmla="*/ 834 h 1012154"/>
                <a:gd name="connsiteX20" fmla="*/ 287316 w 287367"/>
                <a:gd name="connsiteY20" fmla="*/ 839 h 1012154"/>
                <a:gd name="connsiteX21" fmla="*/ 290581 w 287367"/>
                <a:gd name="connsiteY21" fmla="*/ 1680 h 1012154"/>
                <a:gd name="connsiteX22" fmla="*/ 290770 w 287367"/>
                <a:gd name="connsiteY22" fmla="*/ 5178 h 1012154"/>
                <a:gd name="connsiteX23" fmla="*/ 290783 w 287367"/>
                <a:gd name="connsiteY23" fmla="*/ 7470 h 1012154"/>
                <a:gd name="connsiteX24" fmla="*/ 290774 w 287367"/>
                <a:gd name="connsiteY24" fmla="*/ 10006 h 1012154"/>
                <a:gd name="connsiteX25" fmla="*/ 290782 w 287367"/>
                <a:gd name="connsiteY25" fmla="*/ 12661 h 1012154"/>
                <a:gd name="connsiteX26" fmla="*/ 290781 w 287367"/>
                <a:gd name="connsiteY26" fmla="*/ 19888 h 1012154"/>
                <a:gd name="connsiteX27" fmla="*/ 290783 w 287367"/>
                <a:gd name="connsiteY27" fmla="*/ 27439 h 1012154"/>
                <a:gd name="connsiteX28" fmla="*/ 290775 w 287367"/>
                <a:gd name="connsiteY28" fmla="*/ 40124 h 1012154"/>
                <a:gd name="connsiteX29" fmla="*/ 290778 w 287367"/>
                <a:gd name="connsiteY29" fmla="*/ 54802 h 1012154"/>
                <a:gd name="connsiteX30" fmla="*/ 290782 w 287367"/>
                <a:gd name="connsiteY30" fmla="*/ 67387 h 1012154"/>
                <a:gd name="connsiteX31" fmla="*/ 290784 w 287367"/>
                <a:gd name="connsiteY31" fmla="*/ 74911 h 1012154"/>
                <a:gd name="connsiteX32" fmla="*/ 290774 w 287367"/>
                <a:gd name="connsiteY32" fmla="*/ 83298 h 1012154"/>
                <a:gd name="connsiteX33" fmla="*/ 290783 w 287367"/>
                <a:gd name="connsiteY33" fmla="*/ 85830 h 1012154"/>
                <a:gd name="connsiteX34" fmla="*/ 290770 w 287367"/>
                <a:gd name="connsiteY34" fmla="*/ 88129 h 1012154"/>
                <a:gd name="connsiteX35" fmla="*/ 290768 w 287367"/>
                <a:gd name="connsiteY35" fmla="*/ 90134 h 1012154"/>
                <a:gd name="connsiteX36" fmla="*/ 289093 w 287367"/>
                <a:gd name="connsiteY36" fmla="*/ 93209 h 1012154"/>
                <a:gd name="connsiteX37" fmla="*/ 285729 w 287367"/>
                <a:gd name="connsiteY37" fmla="*/ 93392 h 1012154"/>
                <a:gd name="connsiteX38" fmla="*/ 283571 w 287367"/>
                <a:gd name="connsiteY38" fmla="*/ 93401 h 1012154"/>
                <a:gd name="connsiteX39" fmla="*/ 281183 w 287367"/>
                <a:gd name="connsiteY39" fmla="*/ 93388 h 1012154"/>
                <a:gd name="connsiteX40" fmla="*/ 278659 w 287367"/>
                <a:gd name="connsiteY40" fmla="*/ 93392 h 1012154"/>
                <a:gd name="connsiteX41" fmla="*/ 270231 w 287367"/>
                <a:gd name="connsiteY41" fmla="*/ 93378 h 1012154"/>
                <a:gd name="connsiteX42" fmla="*/ 264211 w 287367"/>
                <a:gd name="connsiteY42" fmla="*/ 93379 h 1012154"/>
                <a:gd name="connsiteX43" fmla="*/ 251220 w 287367"/>
                <a:gd name="connsiteY43" fmla="*/ 93367 h 1012154"/>
                <a:gd name="connsiteX44" fmla="*/ 232434 w 287367"/>
                <a:gd name="connsiteY44" fmla="*/ 93349 h 1012154"/>
                <a:gd name="connsiteX45" fmla="*/ 201949 w 287367"/>
                <a:gd name="connsiteY45" fmla="*/ 93321 h 1012154"/>
                <a:gd name="connsiteX46" fmla="*/ 172342 w 287367"/>
                <a:gd name="connsiteY46" fmla="*/ 93291 h 1012154"/>
                <a:gd name="connsiteX47" fmla="*/ 170500 w 287367"/>
                <a:gd name="connsiteY47" fmla="*/ 93290 h 1012154"/>
                <a:gd name="connsiteX48" fmla="*/ 161352 w 287367"/>
                <a:gd name="connsiteY48" fmla="*/ 93284 h 1012154"/>
                <a:gd name="connsiteX49" fmla="*/ 86689 w 287367"/>
                <a:gd name="connsiteY49" fmla="*/ 93211 h 1012154"/>
                <a:gd name="connsiteX50" fmla="*/ 83710 w 287367"/>
                <a:gd name="connsiteY50" fmla="*/ 93209 h 1012154"/>
                <a:gd name="connsiteX51" fmla="*/ 83710 w 287367"/>
                <a:gd name="connsiteY51" fmla="*/ 459326 h 1012154"/>
                <a:gd name="connsiteX52" fmla="*/ 219316 w 287367"/>
                <a:gd name="connsiteY52" fmla="*/ 459259 h 1012154"/>
                <a:gd name="connsiteX53" fmla="*/ 238511 w 287367"/>
                <a:gd name="connsiteY53" fmla="*/ 459255 h 1012154"/>
                <a:gd name="connsiteX54" fmla="*/ 251386 w 287367"/>
                <a:gd name="connsiteY54" fmla="*/ 459248 h 1012154"/>
                <a:gd name="connsiteX55" fmla="*/ 266217 w 287367"/>
                <a:gd name="connsiteY55" fmla="*/ 459242 h 1012154"/>
                <a:gd name="connsiteX56" fmla="*/ 273811 w 287367"/>
                <a:gd name="connsiteY56" fmla="*/ 459238 h 1012154"/>
                <a:gd name="connsiteX57" fmla="*/ 281922 w 287367"/>
                <a:gd name="connsiteY57" fmla="*/ 459237 h 1012154"/>
                <a:gd name="connsiteX58" fmla="*/ 284345 w 287367"/>
                <a:gd name="connsiteY58" fmla="*/ 459230 h 1012154"/>
                <a:gd name="connsiteX59" fmla="*/ 286526 w 287367"/>
                <a:gd name="connsiteY59" fmla="*/ 459235 h 1012154"/>
                <a:gd name="connsiteX60" fmla="*/ 288423 w 287367"/>
                <a:gd name="connsiteY60" fmla="*/ 459234 h 1012154"/>
                <a:gd name="connsiteX61" fmla="*/ 290581 w 287367"/>
                <a:gd name="connsiteY61" fmla="*/ 460070 h 1012154"/>
                <a:gd name="connsiteX62" fmla="*/ 290581 w 287367"/>
                <a:gd name="connsiteY62" fmla="*/ 550856 h 1012154"/>
                <a:gd name="connsiteX63" fmla="*/ 82966 w 287367"/>
                <a:gd name="connsiteY63" fmla="*/ 550856 h 1012154"/>
                <a:gd name="connsiteX64" fmla="*/ 83710 w 287367"/>
                <a:gd name="connsiteY64" fmla="*/ 920693 h 1012154"/>
                <a:gd name="connsiteX65" fmla="*/ 85942 w 287367"/>
                <a:gd name="connsiteY65" fmla="*/ 919949 h 1012154"/>
                <a:gd name="connsiteX66" fmla="*/ 89344 w 287367"/>
                <a:gd name="connsiteY66" fmla="*/ 919854 h 1012154"/>
                <a:gd name="connsiteX67" fmla="*/ 91472 w 287367"/>
                <a:gd name="connsiteY67" fmla="*/ 919846 h 1012154"/>
                <a:gd name="connsiteX68" fmla="*/ 93813 w 287367"/>
                <a:gd name="connsiteY68" fmla="*/ 919850 h 1012154"/>
                <a:gd name="connsiteX69" fmla="*/ 96297 w 287367"/>
                <a:gd name="connsiteY69" fmla="*/ 919845 h 1012154"/>
                <a:gd name="connsiteX70" fmla="*/ 104580 w 287367"/>
                <a:gd name="connsiteY70" fmla="*/ 919841 h 1012154"/>
                <a:gd name="connsiteX71" fmla="*/ 110502 w 287367"/>
                <a:gd name="connsiteY71" fmla="*/ 919834 h 1012154"/>
                <a:gd name="connsiteX72" fmla="*/ 124942 w 287367"/>
                <a:gd name="connsiteY72" fmla="*/ 919825 h 1012154"/>
                <a:gd name="connsiteX73" fmla="*/ 136677 w 287367"/>
                <a:gd name="connsiteY73" fmla="*/ 919821 h 1012154"/>
                <a:gd name="connsiteX74" fmla="*/ 169936 w 287367"/>
                <a:gd name="connsiteY74" fmla="*/ 919811 h 1012154"/>
                <a:gd name="connsiteX75" fmla="*/ 171748 w 287367"/>
                <a:gd name="connsiteY75" fmla="*/ 919811 h 1012154"/>
                <a:gd name="connsiteX76" fmla="*/ 173562 w 287367"/>
                <a:gd name="connsiteY76" fmla="*/ 919811 h 1012154"/>
                <a:gd name="connsiteX77" fmla="*/ 202671 w 287367"/>
                <a:gd name="connsiteY77" fmla="*/ 919794 h 1012154"/>
                <a:gd name="connsiteX78" fmla="*/ 232547 w 287367"/>
                <a:gd name="connsiteY78" fmla="*/ 919779 h 1012154"/>
                <a:gd name="connsiteX79" fmla="*/ 249326 w 287367"/>
                <a:gd name="connsiteY79" fmla="*/ 919769 h 1012154"/>
                <a:gd name="connsiteX80" fmla="*/ 263611 w 287367"/>
                <a:gd name="connsiteY80" fmla="*/ 919766 h 1012154"/>
                <a:gd name="connsiteX81" fmla="*/ 270901 w 287367"/>
                <a:gd name="connsiteY81" fmla="*/ 919762 h 1012154"/>
                <a:gd name="connsiteX82" fmla="*/ 278800 w 287367"/>
                <a:gd name="connsiteY82" fmla="*/ 919765 h 1012154"/>
                <a:gd name="connsiteX83" fmla="*/ 281132 w 287367"/>
                <a:gd name="connsiteY83" fmla="*/ 919754 h 1012154"/>
                <a:gd name="connsiteX84" fmla="*/ 283271 w 287367"/>
                <a:gd name="connsiteY84" fmla="*/ 919764 h 1012154"/>
                <a:gd name="connsiteX85" fmla="*/ 285112 w 287367"/>
                <a:gd name="connsiteY85" fmla="*/ 919764 h 1012154"/>
                <a:gd name="connsiteX86" fmla="*/ 290581 w 287367"/>
                <a:gd name="connsiteY86" fmla="*/ 921438 h 1012154"/>
                <a:gd name="connsiteX87" fmla="*/ 291028 w 287367"/>
                <a:gd name="connsiteY87" fmla="*/ 925063 h 1012154"/>
                <a:gd name="connsiteX88" fmla="*/ 291044 w 287367"/>
                <a:gd name="connsiteY88" fmla="*/ 927384 h 1012154"/>
                <a:gd name="connsiteX89" fmla="*/ 291003 w 287367"/>
                <a:gd name="connsiteY89" fmla="*/ 929940 h 1012154"/>
                <a:gd name="connsiteX90" fmla="*/ 291005 w 287367"/>
                <a:gd name="connsiteY90" fmla="*/ 932624 h 1012154"/>
                <a:gd name="connsiteX91" fmla="*/ 290958 w 287367"/>
                <a:gd name="connsiteY91" fmla="*/ 939921 h 1012154"/>
                <a:gd name="connsiteX92" fmla="*/ 290928 w 287367"/>
                <a:gd name="connsiteY92" fmla="*/ 947542 h 1012154"/>
                <a:gd name="connsiteX93" fmla="*/ 290849 w 287367"/>
                <a:gd name="connsiteY93" fmla="*/ 961979 h 1012154"/>
                <a:gd name="connsiteX94" fmla="*/ 290768 w 287367"/>
                <a:gd name="connsiteY94" fmla="*/ 978413 h 1012154"/>
                <a:gd name="connsiteX95" fmla="*/ 290581 w 287367"/>
                <a:gd name="connsiteY95" fmla="*/ 1012223 h 1012154"/>
                <a:gd name="connsiteX96" fmla="*/ 195100 w 287367"/>
                <a:gd name="connsiteY96" fmla="*/ 1012375 h 1012154"/>
                <a:gd name="connsiteX97" fmla="*/ 183838 w 287367"/>
                <a:gd name="connsiteY97" fmla="*/ 1012386 h 1012154"/>
                <a:gd name="connsiteX98" fmla="*/ 181573 w 287367"/>
                <a:gd name="connsiteY98" fmla="*/ 1012389 h 1012154"/>
                <a:gd name="connsiteX99" fmla="*/ 145226 w 287367"/>
                <a:gd name="connsiteY99" fmla="*/ 1012452 h 1012154"/>
                <a:gd name="connsiteX100" fmla="*/ 107956 w 287367"/>
                <a:gd name="connsiteY100" fmla="*/ 1012503 h 1012154"/>
                <a:gd name="connsiteX101" fmla="*/ 84942 w 287367"/>
                <a:gd name="connsiteY101" fmla="*/ 1012544 h 1012154"/>
                <a:gd name="connsiteX102" fmla="*/ 69180 w 287367"/>
                <a:gd name="connsiteY102" fmla="*/ 1012561 h 1012154"/>
                <a:gd name="connsiteX103" fmla="*/ 60073 w 287367"/>
                <a:gd name="connsiteY103" fmla="*/ 1012578 h 1012154"/>
                <a:gd name="connsiteX104" fmla="*/ 51748 w 287367"/>
                <a:gd name="connsiteY104" fmla="*/ 1012583 h 1012154"/>
                <a:gd name="connsiteX105" fmla="*/ 47286 w 287367"/>
                <a:gd name="connsiteY105" fmla="*/ 1012607 h 1012154"/>
                <a:gd name="connsiteX106" fmla="*/ 44638 w 287367"/>
                <a:gd name="connsiteY106" fmla="*/ 1012589 h 1012154"/>
                <a:gd name="connsiteX107" fmla="*/ 42338 w 287367"/>
                <a:gd name="connsiteY107" fmla="*/ 1012592 h 1012154"/>
                <a:gd name="connsiteX108" fmla="*/ 40550 w 287367"/>
                <a:gd name="connsiteY108" fmla="*/ 1012223 h 1012154"/>
                <a:gd name="connsiteX109" fmla="*/ 39061 w 287367"/>
                <a:gd name="connsiteY109" fmla="*/ 1009246 h 1012154"/>
                <a:gd name="connsiteX110" fmla="*/ 36829 w 287367"/>
                <a:gd name="connsiteY110" fmla="*/ 1007014 h 1012154"/>
                <a:gd name="connsiteX111" fmla="*/ 33852 w 287367"/>
                <a:gd name="connsiteY111" fmla="*/ 1002549 h 1012154"/>
                <a:gd name="connsiteX112" fmla="*/ 31620 w 287367"/>
                <a:gd name="connsiteY112" fmla="*/ 1001805 h 1012154"/>
                <a:gd name="connsiteX113" fmla="*/ 30876 w 287367"/>
                <a:gd name="connsiteY113" fmla="*/ 999572 h 1012154"/>
                <a:gd name="connsiteX114" fmla="*/ 28644 w 287367"/>
                <a:gd name="connsiteY114" fmla="*/ 998828 h 1012154"/>
                <a:gd name="connsiteX115" fmla="*/ 27899 w 287367"/>
                <a:gd name="connsiteY115" fmla="*/ 995852 h 1012154"/>
                <a:gd name="connsiteX116" fmla="*/ 25667 w 287367"/>
                <a:gd name="connsiteY116" fmla="*/ 994363 h 1012154"/>
                <a:gd name="connsiteX117" fmla="*/ 25667 w 287367"/>
                <a:gd name="connsiteY117" fmla="*/ 992131 h 1012154"/>
                <a:gd name="connsiteX118" fmla="*/ 22690 w 287367"/>
                <a:gd name="connsiteY118" fmla="*/ 992131 h 1012154"/>
                <a:gd name="connsiteX119" fmla="*/ 21946 w 287367"/>
                <a:gd name="connsiteY119" fmla="*/ 989154 h 1012154"/>
                <a:gd name="connsiteX120" fmla="*/ 20458 w 287367"/>
                <a:gd name="connsiteY120" fmla="*/ 989154 h 1012154"/>
                <a:gd name="connsiteX121" fmla="*/ 19853 w 287367"/>
                <a:gd name="connsiteY121" fmla="*/ 987899 h 1012154"/>
                <a:gd name="connsiteX122" fmla="*/ 13714 w 287367"/>
                <a:gd name="connsiteY122" fmla="*/ 981015 h 1012154"/>
                <a:gd name="connsiteX123" fmla="*/ 10738 w 287367"/>
                <a:gd name="connsiteY123" fmla="*/ 977155 h 1012154"/>
                <a:gd name="connsiteX124" fmla="*/ 7063 w 287367"/>
                <a:gd name="connsiteY124" fmla="*/ 973527 h 1012154"/>
                <a:gd name="connsiteX125" fmla="*/ 7063 w 287367"/>
                <a:gd name="connsiteY125" fmla="*/ 971295 h 1012154"/>
                <a:gd name="connsiteX126" fmla="*/ 5598 w 287367"/>
                <a:gd name="connsiteY126" fmla="*/ 971161 h 1012154"/>
                <a:gd name="connsiteX127" fmla="*/ 4087 w 287367"/>
                <a:gd name="connsiteY127" fmla="*/ 970551 h 1012154"/>
                <a:gd name="connsiteX128" fmla="*/ 3714 w 287367"/>
                <a:gd name="connsiteY128" fmla="*/ 964510 h 1012154"/>
                <a:gd name="connsiteX129" fmla="*/ 3701 w 287367"/>
                <a:gd name="connsiteY129" fmla="*/ 962555 h 1012154"/>
                <a:gd name="connsiteX130" fmla="*/ 3712 w 287367"/>
                <a:gd name="connsiteY130" fmla="*/ 955971 h 1012154"/>
                <a:gd name="connsiteX131" fmla="*/ 3699 w 287367"/>
                <a:gd name="connsiteY131" fmla="*/ 951223 h 1012154"/>
                <a:gd name="connsiteX132" fmla="*/ 3704 w 287367"/>
                <a:gd name="connsiteY132" fmla="*/ 938047 h 1012154"/>
                <a:gd name="connsiteX133" fmla="*/ 3695 w 287367"/>
                <a:gd name="connsiteY133" fmla="*/ 923762 h 1012154"/>
                <a:gd name="connsiteX134" fmla="*/ 3692 w 287367"/>
                <a:gd name="connsiteY134" fmla="*/ 898682 h 1012154"/>
                <a:gd name="connsiteX135" fmla="*/ 3696 w 287367"/>
                <a:gd name="connsiteY135" fmla="*/ 871759 h 1012154"/>
                <a:gd name="connsiteX136" fmla="*/ 3695 w 287367"/>
                <a:gd name="connsiteY136" fmla="*/ 870045 h 1012154"/>
                <a:gd name="connsiteX137" fmla="*/ 3690 w 287367"/>
                <a:gd name="connsiteY137" fmla="*/ 863131 h 1012154"/>
                <a:gd name="connsiteX138" fmla="*/ 3681 w 287367"/>
                <a:gd name="connsiteY138" fmla="*/ 798666 h 1012154"/>
                <a:gd name="connsiteX139" fmla="*/ 3682 w 287367"/>
                <a:gd name="connsiteY139" fmla="*/ 796735 h 1012154"/>
                <a:gd name="connsiteX140" fmla="*/ 3683 w 287367"/>
                <a:gd name="connsiteY140" fmla="*/ 794800 h 1012154"/>
                <a:gd name="connsiteX141" fmla="*/ 3689 w 287367"/>
                <a:gd name="connsiteY141" fmla="*/ 736528 h 1012154"/>
                <a:gd name="connsiteX142" fmla="*/ 3688 w 287367"/>
                <a:gd name="connsiteY142" fmla="*/ 732630 h 1012154"/>
                <a:gd name="connsiteX143" fmla="*/ 3685 w 287367"/>
                <a:gd name="connsiteY143" fmla="*/ 716969 h 1012154"/>
                <a:gd name="connsiteX144" fmla="*/ 3680 w 287367"/>
                <a:gd name="connsiteY144" fmla="*/ 673185 h 1012154"/>
                <a:gd name="connsiteX145" fmla="*/ 3680 w 287367"/>
                <a:gd name="connsiteY145" fmla="*/ 671170 h 1012154"/>
                <a:gd name="connsiteX146" fmla="*/ 3688 w 287367"/>
                <a:gd name="connsiteY146" fmla="*/ 607601 h 1012154"/>
                <a:gd name="connsiteX147" fmla="*/ 3689 w 287367"/>
                <a:gd name="connsiteY147" fmla="*/ 605517 h 1012154"/>
                <a:gd name="connsiteX148" fmla="*/ 3700 w 287367"/>
                <a:gd name="connsiteY148" fmla="*/ 572016 h 1012154"/>
                <a:gd name="connsiteX149" fmla="*/ 3699 w 287367"/>
                <a:gd name="connsiteY149" fmla="*/ 439139 h 1012154"/>
                <a:gd name="connsiteX150" fmla="*/ 3688 w 287367"/>
                <a:gd name="connsiteY150" fmla="*/ 405658 h 1012154"/>
                <a:gd name="connsiteX151" fmla="*/ 3688 w 287367"/>
                <a:gd name="connsiteY151" fmla="*/ 403575 h 1012154"/>
                <a:gd name="connsiteX152" fmla="*/ 3680 w 287367"/>
                <a:gd name="connsiteY152" fmla="*/ 340076 h 1012154"/>
                <a:gd name="connsiteX153" fmla="*/ 3680 w 287367"/>
                <a:gd name="connsiteY153" fmla="*/ 338063 h 1012154"/>
                <a:gd name="connsiteX154" fmla="*/ 3685 w 287367"/>
                <a:gd name="connsiteY154" fmla="*/ 294327 h 1012154"/>
                <a:gd name="connsiteX155" fmla="*/ 3688 w 287367"/>
                <a:gd name="connsiteY155" fmla="*/ 278678 h 1012154"/>
                <a:gd name="connsiteX156" fmla="*/ 3689 w 287367"/>
                <a:gd name="connsiteY156" fmla="*/ 274785 h 1012154"/>
                <a:gd name="connsiteX157" fmla="*/ 3682 w 287367"/>
                <a:gd name="connsiteY157" fmla="*/ 216525 h 1012154"/>
                <a:gd name="connsiteX158" fmla="*/ 3681 w 287367"/>
                <a:gd name="connsiteY158" fmla="*/ 214594 h 1012154"/>
                <a:gd name="connsiteX159" fmla="*/ 3680 w 287367"/>
                <a:gd name="connsiteY159" fmla="*/ 212666 h 1012154"/>
                <a:gd name="connsiteX160" fmla="*/ 3691 w 287367"/>
                <a:gd name="connsiteY160" fmla="*/ 148390 h 1012154"/>
                <a:gd name="connsiteX161" fmla="*/ 3696 w 287367"/>
                <a:gd name="connsiteY161" fmla="*/ 141497 h 1012154"/>
                <a:gd name="connsiteX162" fmla="*/ 3697 w 287367"/>
                <a:gd name="connsiteY162" fmla="*/ 139788 h 1012154"/>
                <a:gd name="connsiteX163" fmla="*/ 3690 w 287367"/>
                <a:gd name="connsiteY163" fmla="*/ 112931 h 1012154"/>
                <a:gd name="connsiteX164" fmla="*/ 3699 w 287367"/>
                <a:gd name="connsiteY164" fmla="*/ 86564 h 1012154"/>
                <a:gd name="connsiteX165" fmla="*/ 3698 w 287367"/>
                <a:gd name="connsiteY165" fmla="*/ 72442 h 1012154"/>
                <a:gd name="connsiteX166" fmla="*/ 3708 w 287367"/>
                <a:gd name="connsiteY166" fmla="*/ 59622 h 1012154"/>
                <a:gd name="connsiteX167" fmla="*/ 3701 w 287367"/>
                <a:gd name="connsiteY167" fmla="*/ 54987 h 1012154"/>
                <a:gd name="connsiteX168" fmla="*/ 3714 w 287367"/>
                <a:gd name="connsiteY168" fmla="*/ 48742 h 1012154"/>
                <a:gd name="connsiteX169" fmla="*/ 3692 w 287367"/>
                <a:gd name="connsiteY169" fmla="*/ 46899 h 1012154"/>
                <a:gd name="connsiteX170" fmla="*/ 4087 w 287367"/>
                <a:gd name="connsiteY170" fmla="*/ 42608 h 1012154"/>
                <a:gd name="connsiteX171" fmla="*/ 7063 w 287367"/>
                <a:gd name="connsiteY171" fmla="*/ 41119 h 1012154"/>
                <a:gd name="connsiteX172" fmla="*/ 9249 w 287367"/>
                <a:gd name="connsiteY172" fmla="*/ 38282 h 1012154"/>
                <a:gd name="connsiteX173" fmla="*/ 15249 w 287367"/>
                <a:gd name="connsiteY173" fmla="*/ 31446 h 1012154"/>
                <a:gd name="connsiteX174" fmla="*/ 16737 w 287367"/>
                <a:gd name="connsiteY174" fmla="*/ 31446 h 1012154"/>
                <a:gd name="connsiteX175" fmla="*/ 17481 w 287367"/>
                <a:gd name="connsiteY175" fmla="*/ 29585 h 1012154"/>
                <a:gd name="connsiteX176" fmla="*/ 18226 w 287367"/>
                <a:gd name="connsiteY176" fmla="*/ 27725 h 1012154"/>
                <a:gd name="connsiteX177" fmla="*/ 19714 w 287367"/>
                <a:gd name="connsiteY177" fmla="*/ 27725 h 1012154"/>
                <a:gd name="connsiteX178" fmla="*/ 19714 w 287367"/>
                <a:gd name="connsiteY178" fmla="*/ 25492 h 1012154"/>
                <a:gd name="connsiteX179" fmla="*/ 21574 w 287367"/>
                <a:gd name="connsiteY179" fmla="*/ 25167 h 1012154"/>
                <a:gd name="connsiteX180" fmla="*/ 23435 w 287367"/>
                <a:gd name="connsiteY180" fmla="*/ 24748 h 1012154"/>
                <a:gd name="connsiteX181" fmla="*/ 23435 w 287367"/>
                <a:gd name="connsiteY181" fmla="*/ 21772 h 1012154"/>
                <a:gd name="connsiteX182" fmla="*/ 25667 w 287367"/>
                <a:gd name="connsiteY182" fmla="*/ 21772 h 1012154"/>
                <a:gd name="connsiteX183" fmla="*/ 25667 w 287367"/>
                <a:gd name="connsiteY183" fmla="*/ 18051 h 1012154"/>
                <a:gd name="connsiteX184" fmla="*/ 28644 w 287367"/>
                <a:gd name="connsiteY184" fmla="*/ 18051 h 1012154"/>
                <a:gd name="connsiteX185" fmla="*/ 28644 w 287367"/>
                <a:gd name="connsiteY185" fmla="*/ 15074 h 1012154"/>
                <a:gd name="connsiteX186" fmla="*/ 31620 w 287367"/>
                <a:gd name="connsiteY186" fmla="*/ 15074 h 1012154"/>
                <a:gd name="connsiteX187" fmla="*/ 32364 w 287367"/>
                <a:gd name="connsiteY187" fmla="*/ 12098 h 1012154"/>
                <a:gd name="connsiteX188" fmla="*/ 33852 w 287367"/>
                <a:gd name="connsiteY188" fmla="*/ 11354 h 1012154"/>
                <a:gd name="connsiteX189" fmla="*/ 34178 w 287367"/>
                <a:gd name="connsiteY189" fmla="*/ 9865 h 1012154"/>
                <a:gd name="connsiteX190" fmla="*/ 34597 w 287367"/>
                <a:gd name="connsiteY190" fmla="*/ 8377 h 1012154"/>
                <a:gd name="connsiteX191" fmla="*/ 36829 w 287367"/>
                <a:gd name="connsiteY191" fmla="*/ 7633 h 1012154"/>
                <a:gd name="connsiteX192" fmla="*/ 37573 w 287367"/>
                <a:gd name="connsiteY192" fmla="*/ 5401 h 1012154"/>
                <a:gd name="connsiteX193" fmla="*/ 39061 w 287367"/>
                <a:gd name="connsiteY193" fmla="*/ 4656 h 1012154"/>
                <a:gd name="connsiteX194" fmla="*/ 39645 w 287367"/>
                <a:gd name="connsiteY194" fmla="*/ 2778 h 1012154"/>
                <a:gd name="connsiteX195" fmla="*/ 40550 w 287367"/>
                <a:gd name="connsiteY195" fmla="*/ 936 h 101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287367" h="1012154">
                  <a:moveTo>
                    <a:pt x="40550" y="936"/>
                  </a:moveTo>
                  <a:cubicBezTo>
                    <a:pt x="42327" y="473"/>
                    <a:pt x="42327" y="473"/>
                    <a:pt x="44610" y="476"/>
                  </a:cubicBezTo>
                  <a:cubicBezTo>
                    <a:pt x="45912" y="464"/>
                    <a:pt x="45912" y="464"/>
                    <a:pt x="47240" y="452"/>
                  </a:cubicBezTo>
                  <a:cubicBezTo>
                    <a:pt x="48683" y="467"/>
                    <a:pt x="48683" y="467"/>
                    <a:pt x="50154" y="483"/>
                  </a:cubicBezTo>
                  <a:cubicBezTo>
                    <a:pt x="51180" y="481"/>
                    <a:pt x="52205" y="477"/>
                    <a:pt x="53231" y="472"/>
                  </a:cubicBezTo>
                  <a:cubicBezTo>
                    <a:pt x="56058" y="462"/>
                    <a:pt x="58886" y="476"/>
                    <a:pt x="61713" y="493"/>
                  </a:cubicBezTo>
                  <a:cubicBezTo>
                    <a:pt x="64759" y="507"/>
                    <a:pt x="67804" y="501"/>
                    <a:pt x="70850" y="496"/>
                  </a:cubicBezTo>
                  <a:cubicBezTo>
                    <a:pt x="76820" y="491"/>
                    <a:pt x="82790" y="506"/>
                    <a:pt x="88760" y="527"/>
                  </a:cubicBezTo>
                  <a:cubicBezTo>
                    <a:pt x="95707" y="551"/>
                    <a:pt x="102653" y="554"/>
                    <a:pt x="109599" y="556"/>
                  </a:cubicBezTo>
                  <a:cubicBezTo>
                    <a:pt x="121989" y="561"/>
                    <a:pt x="134379" y="582"/>
                    <a:pt x="146769" y="614"/>
                  </a:cubicBezTo>
                  <a:cubicBezTo>
                    <a:pt x="158804" y="645"/>
                    <a:pt x="170839" y="666"/>
                    <a:pt x="182873" y="675"/>
                  </a:cubicBezTo>
                  <a:cubicBezTo>
                    <a:pt x="183614" y="676"/>
                    <a:pt x="184356" y="676"/>
                    <a:pt x="185119" y="677"/>
                  </a:cubicBezTo>
                  <a:cubicBezTo>
                    <a:pt x="188098" y="679"/>
                    <a:pt x="191077" y="681"/>
                    <a:pt x="194055" y="683"/>
                  </a:cubicBezTo>
                  <a:cubicBezTo>
                    <a:pt x="206889" y="693"/>
                    <a:pt x="219723" y="711"/>
                    <a:pt x="232557" y="729"/>
                  </a:cubicBezTo>
                  <a:cubicBezTo>
                    <a:pt x="234639" y="732"/>
                    <a:pt x="236721" y="735"/>
                    <a:pt x="238803" y="738"/>
                  </a:cubicBezTo>
                  <a:cubicBezTo>
                    <a:pt x="246089" y="747"/>
                    <a:pt x="253375" y="760"/>
                    <a:pt x="260661" y="779"/>
                  </a:cubicBezTo>
                  <a:cubicBezTo>
                    <a:pt x="263676" y="787"/>
                    <a:pt x="266690" y="793"/>
                    <a:pt x="269704" y="797"/>
                  </a:cubicBezTo>
                  <a:cubicBezTo>
                    <a:pt x="272460" y="800"/>
                    <a:pt x="275216" y="807"/>
                    <a:pt x="277972" y="817"/>
                  </a:cubicBezTo>
                  <a:cubicBezTo>
                    <a:pt x="279449" y="821"/>
                    <a:pt x="280926" y="822"/>
                    <a:pt x="282402" y="822"/>
                  </a:cubicBezTo>
                  <a:cubicBezTo>
                    <a:pt x="283270" y="826"/>
                    <a:pt x="284138" y="830"/>
                    <a:pt x="285032" y="834"/>
                  </a:cubicBezTo>
                  <a:cubicBezTo>
                    <a:pt x="285786" y="836"/>
                    <a:pt x="286539" y="837"/>
                    <a:pt x="287316" y="839"/>
                  </a:cubicBezTo>
                  <a:cubicBezTo>
                    <a:pt x="289093" y="936"/>
                    <a:pt x="289093" y="936"/>
                    <a:pt x="290581" y="1680"/>
                  </a:cubicBezTo>
                  <a:cubicBezTo>
                    <a:pt x="290768" y="3173"/>
                    <a:pt x="290768" y="3173"/>
                    <a:pt x="290770" y="5178"/>
                  </a:cubicBezTo>
                  <a:cubicBezTo>
                    <a:pt x="290774" y="5934"/>
                    <a:pt x="290778" y="6691"/>
                    <a:pt x="290783" y="7470"/>
                  </a:cubicBezTo>
                  <a:cubicBezTo>
                    <a:pt x="290778" y="8725"/>
                    <a:pt x="290778" y="8725"/>
                    <a:pt x="290774" y="10006"/>
                  </a:cubicBezTo>
                  <a:cubicBezTo>
                    <a:pt x="290778" y="11320"/>
                    <a:pt x="290778" y="11320"/>
                    <a:pt x="290782" y="12661"/>
                  </a:cubicBezTo>
                  <a:cubicBezTo>
                    <a:pt x="290787" y="15070"/>
                    <a:pt x="290786" y="17479"/>
                    <a:pt x="290781" y="19888"/>
                  </a:cubicBezTo>
                  <a:cubicBezTo>
                    <a:pt x="290777" y="22405"/>
                    <a:pt x="290781" y="24922"/>
                    <a:pt x="290783" y="27439"/>
                  </a:cubicBezTo>
                  <a:cubicBezTo>
                    <a:pt x="290786" y="31667"/>
                    <a:pt x="290782" y="35896"/>
                    <a:pt x="290775" y="40124"/>
                  </a:cubicBezTo>
                  <a:cubicBezTo>
                    <a:pt x="290767" y="45017"/>
                    <a:pt x="290770" y="49909"/>
                    <a:pt x="290778" y="54802"/>
                  </a:cubicBezTo>
                  <a:cubicBezTo>
                    <a:pt x="290785" y="58997"/>
                    <a:pt x="290785" y="63192"/>
                    <a:pt x="290782" y="67387"/>
                  </a:cubicBezTo>
                  <a:cubicBezTo>
                    <a:pt x="290779" y="69895"/>
                    <a:pt x="290779" y="72403"/>
                    <a:pt x="290784" y="74911"/>
                  </a:cubicBezTo>
                  <a:cubicBezTo>
                    <a:pt x="290788" y="77707"/>
                    <a:pt x="290782" y="80502"/>
                    <a:pt x="290774" y="83298"/>
                  </a:cubicBezTo>
                  <a:cubicBezTo>
                    <a:pt x="290777" y="84134"/>
                    <a:pt x="290780" y="84969"/>
                    <a:pt x="290783" y="85830"/>
                  </a:cubicBezTo>
                  <a:cubicBezTo>
                    <a:pt x="290779" y="86588"/>
                    <a:pt x="290774" y="87347"/>
                    <a:pt x="290770" y="88129"/>
                  </a:cubicBezTo>
                  <a:cubicBezTo>
                    <a:pt x="290769" y="89121"/>
                    <a:pt x="290769" y="89121"/>
                    <a:pt x="290768" y="90134"/>
                  </a:cubicBezTo>
                  <a:cubicBezTo>
                    <a:pt x="290581" y="91721"/>
                    <a:pt x="290581" y="91721"/>
                    <a:pt x="289093" y="93209"/>
                  </a:cubicBezTo>
                  <a:cubicBezTo>
                    <a:pt x="287602" y="93394"/>
                    <a:pt x="287602" y="93394"/>
                    <a:pt x="285729" y="93392"/>
                  </a:cubicBezTo>
                  <a:cubicBezTo>
                    <a:pt x="284661" y="93397"/>
                    <a:pt x="284661" y="93397"/>
                    <a:pt x="283571" y="93401"/>
                  </a:cubicBezTo>
                  <a:cubicBezTo>
                    <a:pt x="282389" y="93395"/>
                    <a:pt x="282389" y="93395"/>
                    <a:pt x="281183" y="93388"/>
                  </a:cubicBezTo>
                  <a:cubicBezTo>
                    <a:pt x="280350" y="93389"/>
                    <a:pt x="279517" y="93391"/>
                    <a:pt x="278659" y="93392"/>
                  </a:cubicBezTo>
                  <a:cubicBezTo>
                    <a:pt x="275850" y="93394"/>
                    <a:pt x="273040" y="93386"/>
                    <a:pt x="270231" y="93378"/>
                  </a:cubicBezTo>
                  <a:cubicBezTo>
                    <a:pt x="268224" y="93378"/>
                    <a:pt x="266217" y="93378"/>
                    <a:pt x="264211" y="93379"/>
                  </a:cubicBezTo>
                  <a:cubicBezTo>
                    <a:pt x="259881" y="93380"/>
                    <a:pt x="255551" y="93375"/>
                    <a:pt x="251220" y="93367"/>
                  </a:cubicBezTo>
                  <a:cubicBezTo>
                    <a:pt x="244958" y="93354"/>
                    <a:pt x="238696" y="93351"/>
                    <a:pt x="232434" y="93349"/>
                  </a:cubicBezTo>
                  <a:cubicBezTo>
                    <a:pt x="222272" y="93345"/>
                    <a:pt x="212111" y="93336"/>
                    <a:pt x="201949" y="93321"/>
                  </a:cubicBezTo>
                  <a:cubicBezTo>
                    <a:pt x="192080" y="93308"/>
                    <a:pt x="182211" y="93297"/>
                    <a:pt x="172342" y="93291"/>
                  </a:cubicBezTo>
                  <a:cubicBezTo>
                    <a:pt x="171734" y="93291"/>
                    <a:pt x="171126" y="93290"/>
                    <a:pt x="170500" y="93290"/>
                  </a:cubicBezTo>
                  <a:cubicBezTo>
                    <a:pt x="167451" y="93288"/>
                    <a:pt x="164402" y="93286"/>
                    <a:pt x="161352" y="93284"/>
                  </a:cubicBezTo>
                  <a:cubicBezTo>
                    <a:pt x="136464" y="93269"/>
                    <a:pt x="111577" y="93243"/>
                    <a:pt x="86689" y="93211"/>
                  </a:cubicBezTo>
                  <a:cubicBezTo>
                    <a:pt x="85696" y="93210"/>
                    <a:pt x="84703" y="93209"/>
                    <a:pt x="83710" y="93209"/>
                  </a:cubicBezTo>
                  <a:cubicBezTo>
                    <a:pt x="83710" y="214028"/>
                    <a:pt x="83710" y="334846"/>
                    <a:pt x="83710" y="459326"/>
                  </a:cubicBezTo>
                  <a:cubicBezTo>
                    <a:pt x="151513" y="459297"/>
                    <a:pt x="151513" y="459297"/>
                    <a:pt x="219316" y="459259"/>
                  </a:cubicBezTo>
                  <a:cubicBezTo>
                    <a:pt x="232397" y="459256"/>
                    <a:pt x="232397" y="459256"/>
                    <a:pt x="238511" y="459255"/>
                  </a:cubicBezTo>
                  <a:cubicBezTo>
                    <a:pt x="242803" y="459255"/>
                    <a:pt x="247094" y="459252"/>
                    <a:pt x="251386" y="459248"/>
                  </a:cubicBezTo>
                  <a:cubicBezTo>
                    <a:pt x="256330" y="459243"/>
                    <a:pt x="261273" y="459241"/>
                    <a:pt x="266217" y="459242"/>
                  </a:cubicBezTo>
                  <a:cubicBezTo>
                    <a:pt x="268748" y="459242"/>
                    <a:pt x="271280" y="459242"/>
                    <a:pt x="273811" y="459238"/>
                  </a:cubicBezTo>
                  <a:cubicBezTo>
                    <a:pt x="276515" y="459234"/>
                    <a:pt x="279218" y="459235"/>
                    <a:pt x="281922" y="459237"/>
                  </a:cubicBezTo>
                  <a:cubicBezTo>
                    <a:pt x="282722" y="459235"/>
                    <a:pt x="283521" y="459232"/>
                    <a:pt x="284345" y="459230"/>
                  </a:cubicBezTo>
                  <a:cubicBezTo>
                    <a:pt x="285065" y="459232"/>
                    <a:pt x="285785" y="459233"/>
                    <a:pt x="286526" y="459235"/>
                  </a:cubicBezTo>
                  <a:cubicBezTo>
                    <a:pt x="287152" y="459234"/>
                    <a:pt x="287778" y="459234"/>
                    <a:pt x="288423" y="459234"/>
                  </a:cubicBezTo>
                  <a:cubicBezTo>
                    <a:pt x="289837" y="459326"/>
                    <a:pt x="289837" y="459326"/>
                    <a:pt x="290581" y="460070"/>
                  </a:cubicBezTo>
                  <a:cubicBezTo>
                    <a:pt x="290581" y="490030"/>
                    <a:pt x="290581" y="519989"/>
                    <a:pt x="290581" y="550856"/>
                  </a:cubicBezTo>
                  <a:cubicBezTo>
                    <a:pt x="222068" y="550856"/>
                    <a:pt x="153555" y="550856"/>
                    <a:pt x="82966" y="550856"/>
                  </a:cubicBezTo>
                  <a:cubicBezTo>
                    <a:pt x="83211" y="672902"/>
                    <a:pt x="83457" y="794949"/>
                    <a:pt x="83710" y="920693"/>
                  </a:cubicBezTo>
                  <a:cubicBezTo>
                    <a:pt x="84447" y="920448"/>
                    <a:pt x="85183" y="920202"/>
                    <a:pt x="85942" y="919949"/>
                  </a:cubicBezTo>
                  <a:cubicBezTo>
                    <a:pt x="87075" y="919881"/>
                    <a:pt x="88210" y="919855"/>
                    <a:pt x="89344" y="919854"/>
                  </a:cubicBezTo>
                  <a:cubicBezTo>
                    <a:pt x="90397" y="919850"/>
                    <a:pt x="90397" y="919850"/>
                    <a:pt x="91472" y="919846"/>
                  </a:cubicBezTo>
                  <a:cubicBezTo>
                    <a:pt x="92245" y="919847"/>
                    <a:pt x="93017" y="919849"/>
                    <a:pt x="93813" y="919850"/>
                  </a:cubicBezTo>
                  <a:cubicBezTo>
                    <a:pt x="95043" y="919847"/>
                    <a:pt x="95043" y="919847"/>
                    <a:pt x="96297" y="919845"/>
                  </a:cubicBezTo>
                  <a:cubicBezTo>
                    <a:pt x="99058" y="919840"/>
                    <a:pt x="101819" y="919841"/>
                    <a:pt x="104580" y="919841"/>
                  </a:cubicBezTo>
                  <a:cubicBezTo>
                    <a:pt x="106554" y="919839"/>
                    <a:pt x="108528" y="919836"/>
                    <a:pt x="110502" y="919834"/>
                  </a:cubicBezTo>
                  <a:cubicBezTo>
                    <a:pt x="115315" y="919827"/>
                    <a:pt x="120128" y="919825"/>
                    <a:pt x="124942" y="919825"/>
                  </a:cubicBezTo>
                  <a:cubicBezTo>
                    <a:pt x="128854" y="919825"/>
                    <a:pt x="132765" y="919823"/>
                    <a:pt x="136677" y="919821"/>
                  </a:cubicBezTo>
                  <a:cubicBezTo>
                    <a:pt x="147763" y="919814"/>
                    <a:pt x="158850" y="919811"/>
                    <a:pt x="169936" y="919811"/>
                  </a:cubicBezTo>
                  <a:cubicBezTo>
                    <a:pt x="170534" y="919811"/>
                    <a:pt x="171132" y="919811"/>
                    <a:pt x="171748" y="919811"/>
                  </a:cubicBezTo>
                  <a:cubicBezTo>
                    <a:pt x="172346" y="919811"/>
                    <a:pt x="172945" y="919811"/>
                    <a:pt x="173562" y="919811"/>
                  </a:cubicBezTo>
                  <a:cubicBezTo>
                    <a:pt x="183265" y="919812"/>
                    <a:pt x="192968" y="919805"/>
                    <a:pt x="202671" y="919794"/>
                  </a:cubicBezTo>
                  <a:cubicBezTo>
                    <a:pt x="212630" y="919784"/>
                    <a:pt x="222589" y="919778"/>
                    <a:pt x="232547" y="919779"/>
                  </a:cubicBezTo>
                  <a:cubicBezTo>
                    <a:pt x="238140" y="919779"/>
                    <a:pt x="243733" y="919777"/>
                    <a:pt x="249326" y="919769"/>
                  </a:cubicBezTo>
                  <a:cubicBezTo>
                    <a:pt x="254088" y="919762"/>
                    <a:pt x="258849" y="919761"/>
                    <a:pt x="263611" y="919766"/>
                  </a:cubicBezTo>
                  <a:cubicBezTo>
                    <a:pt x="266041" y="919768"/>
                    <a:pt x="268471" y="919768"/>
                    <a:pt x="270901" y="919762"/>
                  </a:cubicBezTo>
                  <a:cubicBezTo>
                    <a:pt x="273534" y="919756"/>
                    <a:pt x="276167" y="919760"/>
                    <a:pt x="278800" y="919765"/>
                  </a:cubicBezTo>
                  <a:cubicBezTo>
                    <a:pt x="279570" y="919761"/>
                    <a:pt x="280339" y="919758"/>
                    <a:pt x="281132" y="919754"/>
                  </a:cubicBezTo>
                  <a:cubicBezTo>
                    <a:pt x="281838" y="919757"/>
                    <a:pt x="282544" y="919761"/>
                    <a:pt x="283271" y="919764"/>
                  </a:cubicBezTo>
                  <a:cubicBezTo>
                    <a:pt x="283879" y="919764"/>
                    <a:pt x="284486" y="919764"/>
                    <a:pt x="285112" y="919764"/>
                  </a:cubicBezTo>
                  <a:cubicBezTo>
                    <a:pt x="287229" y="919989"/>
                    <a:pt x="288730" y="920371"/>
                    <a:pt x="290581" y="921438"/>
                  </a:cubicBezTo>
                  <a:cubicBezTo>
                    <a:pt x="291039" y="923038"/>
                    <a:pt x="291039" y="923038"/>
                    <a:pt x="291028" y="925063"/>
                  </a:cubicBezTo>
                  <a:cubicBezTo>
                    <a:pt x="291036" y="926212"/>
                    <a:pt x="291036" y="926212"/>
                    <a:pt x="291044" y="927384"/>
                  </a:cubicBezTo>
                  <a:cubicBezTo>
                    <a:pt x="291031" y="928228"/>
                    <a:pt x="291017" y="929071"/>
                    <a:pt x="291003" y="929940"/>
                  </a:cubicBezTo>
                  <a:cubicBezTo>
                    <a:pt x="291004" y="930826"/>
                    <a:pt x="291005" y="931712"/>
                    <a:pt x="291005" y="932624"/>
                  </a:cubicBezTo>
                  <a:cubicBezTo>
                    <a:pt x="291003" y="935057"/>
                    <a:pt x="290984" y="937488"/>
                    <a:pt x="290958" y="939921"/>
                  </a:cubicBezTo>
                  <a:cubicBezTo>
                    <a:pt x="290935" y="942461"/>
                    <a:pt x="290933" y="945002"/>
                    <a:pt x="290928" y="947542"/>
                  </a:cubicBezTo>
                  <a:cubicBezTo>
                    <a:pt x="290917" y="952354"/>
                    <a:pt x="290886" y="957167"/>
                    <a:pt x="290849" y="961979"/>
                  </a:cubicBezTo>
                  <a:cubicBezTo>
                    <a:pt x="290807" y="967457"/>
                    <a:pt x="290787" y="972935"/>
                    <a:pt x="290768" y="978413"/>
                  </a:cubicBezTo>
                  <a:cubicBezTo>
                    <a:pt x="290729" y="989683"/>
                    <a:pt x="290664" y="1000953"/>
                    <a:pt x="290581" y="1012223"/>
                  </a:cubicBezTo>
                  <a:cubicBezTo>
                    <a:pt x="258754" y="1012291"/>
                    <a:pt x="226927" y="1012343"/>
                    <a:pt x="195100" y="1012375"/>
                  </a:cubicBezTo>
                  <a:cubicBezTo>
                    <a:pt x="191346" y="1012378"/>
                    <a:pt x="187592" y="1012382"/>
                    <a:pt x="183838" y="1012386"/>
                  </a:cubicBezTo>
                  <a:cubicBezTo>
                    <a:pt x="182717" y="1012387"/>
                    <a:pt x="182717" y="1012387"/>
                    <a:pt x="181573" y="1012389"/>
                  </a:cubicBezTo>
                  <a:cubicBezTo>
                    <a:pt x="169458" y="1012402"/>
                    <a:pt x="157342" y="1012425"/>
                    <a:pt x="145226" y="1012452"/>
                  </a:cubicBezTo>
                  <a:cubicBezTo>
                    <a:pt x="132803" y="1012480"/>
                    <a:pt x="120380" y="1012497"/>
                    <a:pt x="107956" y="1012503"/>
                  </a:cubicBezTo>
                  <a:cubicBezTo>
                    <a:pt x="100285" y="1012507"/>
                    <a:pt x="92614" y="1012520"/>
                    <a:pt x="84942" y="1012544"/>
                  </a:cubicBezTo>
                  <a:cubicBezTo>
                    <a:pt x="79688" y="1012560"/>
                    <a:pt x="74434" y="1012564"/>
                    <a:pt x="69180" y="1012561"/>
                  </a:cubicBezTo>
                  <a:cubicBezTo>
                    <a:pt x="66144" y="1012559"/>
                    <a:pt x="63109" y="1012562"/>
                    <a:pt x="60073" y="1012578"/>
                  </a:cubicBezTo>
                  <a:cubicBezTo>
                    <a:pt x="57298" y="1012592"/>
                    <a:pt x="54523" y="1012593"/>
                    <a:pt x="51748" y="1012583"/>
                  </a:cubicBezTo>
                  <a:cubicBezTo>
                    <a:pt x="50261" y="1012581"/>
                    <a:pt x="48773" y="1012594"/>
                    <a:pt x="47286" y="1012607"/>
                  </a:cubicBezTo>
                  <a:cubicBezTo>
                    <a:pt x="45975" y="1012598"/>
                    <a:pt x="45975" y="1012598"/>
                    <a:pt x="44638" y="1012589"/>
                  </a:cubicBezTo>
                  <a:cubicBezTo>
                    <a:pt x="43879" y="1012590"/>
                    <a:pt x="43120" y="1012591"/>
                    <a:pt x="42338" y="1012592"/>
                  </a:cubicBezTo>
                  <a:cubicBezTo>
                    <a:pt x="41748" y="1012470"/>
                    <a:pt x="41158" y="1012348"/>
                    <a:pt x="40550" y="1012223"/>
                  </a:cubicBezTo>
                  <a:cubicBezTo>
                    <a:pt x="39617" y="1010784"/>
                    <a:pt x="39617" y="1010784"/>
                    <a:pt x="39061" y="1009246"/>
                  </a:cubicBezTo>
                  <a:cubicBezTo>
                    <a:pt x="38007" y="1008068"/>
                    <a:pt x="38007" y="1008068"/>
                    <a:pt x="36829" y="1007014"/>
                  </a:cubicBezTo>
                  <a:cubicBezTo>
                    <a:pt x="35118" y="1005435"/>
                    <a:pt x="34617" y="1004844"/>
                    <a:pt x="33852" y="1002549"/>
                  </a:cubicBezTo>
                  <a:cubicBezTo>
                    <a:pt x="33116" y="1002303"/>
                    <a:pt x="32379" y="1002058"/>
                    <a:pt x="31620" y="1001805"/>
                  </a:cubicBezTo>
                  <a:cubicBezTo>
                    <a:pt x="31252" y="1000700"/>
                    <a:pt x="31252" y="1000700"/>
                    <a:pt x="30876" y="999572"/>
                  </a:cubicBezTo>
                  <a:cubicBezTo>
                    <a:pt x="30139" y="999327"/>
                    <a:pt x="29403" y="999081"/>
                    <a:pt x="28644" y="998828"/>
                  </a:cubicBezTo>
                  <a:cubicBezTo>
                    <a:pt x="28388" y="997838"/>
                    <a:pt x="28140" y="996846"/>
                    <a:pt x="27899" y="995852"/>
                  </a:cubicBezTo>
                  <a:cubicBezTo>
                    <a:pt x="27163" y="995360"/>
                    <a:pt x="26426" y="994869"/>
                    <a:pt x="25667" y="994363"/>
                  </a:cubicBezTo>
                  <a:cubicBezTo>
                    <a:pt x="25667" y="993627"/>
                    <a:pt x="25667" y="992890"/>
                    <a:pt x="25667" y="992131"/>
                  </a:cubicBezTo>
                  <a:cubicBezTo>
                    <a:pt x="24685" y="992131"/>
                    <a:pt x="23702" y="992131"/>
                    <a:pt x="22690" y="992131"/>
                  </a:cubicBezTo>
                  <a:cubicBezTo>
                    <a:pt x="22225" y="990643"/>
                    <a:pt x="22225" y="990643"/>
                    <a:pt x="21946" y="989154"/>
                  </a:cubicBezTo>
                  <a:cubicBezTo>
                    <a:pt x="21455" y="989154"/>
                    <a:pt x="20964" y="989154"/>
                    <a:pt x="20458" y="989154"/>
                  </a:cubicBezTo>
                  <a:cubicBezTo>
                    <a:pt x="20258" y="988740"/>
                    <a:pt x="20059" y="988326"/>
                    <a:pt x="19853" y="987899"/>
                  </a:cubicBezTo>
                  <a:cubicBezTo>
                    <a:pt x="18406" y="985080"/>
                    <a:pt x="16003" y="983165"/>
                    <a:pt x="13714" y="981015"/>
                  </a:cubicBezTo>
                  <a:cubicBezTo>
                    <a:pt x="12272" y="979481"/>
                    <a:pt x="12272" y="979481"/>
                    <a:pt x="10738" y="977155"/>
                  </a:cubicBezTo>
                  <a:cubicBezTo>
                    <a:pt x="9404" y="974883"/>
                    <a:pt x="9404" y="974883"/>
                    <a:pt x="7063" y="973527"/>
                  </a:cubicBezTo>
                  <a:cubicBezTo>
                    <a:pt x="7063" y="972791"/>
                    <a:pt x="7063" y="972054"/>
                    <a:pt x="7063" y="971295"/>
                  </a:cubicBezTo>
                  <a:cubicBezTo>
                    <a:pt x="6580" y="971251"/>
                    <a:pt x="6097" y="971207"/>
                    <a:pt x="5598" y="971161"/>
                  </a:cubicBezTo>
                  <a:cubicBezTo>
                    <a:pt x="4850" y="970859"/>
                    <a:pt x="4850" y="970859"/>
                    <a:pt x="4087" y="970551"/>
                  </a:cubicBezTo>
                  <a:cubicBezTo>
                    <a:pt x="3777" y="968446"/>
                    <a:pt x="3689" y="966622"/>
                    <a:pt x="3714" y="964510"/>
                  </a:cubicBezTo>
                  <a:cubicBezTo>
                    <a:pt x="3710" y="963865"/>
                    <a:pt x="3705" y="963220"/>
                    <a:pt x="3701" y="962555"/>
                  </a:cubicBezTo>
                  <a:cubicBezTo>
                    <a:pt x="3691" y="960360"/>
                    <a:pt x="3702" y="958166"/>
                    <a:pt x="3712" y="955971"/>
                  </a:cubicBezTo>
                  <a:cubicBezTo>
                    <a:pt x="3709" y="954388"/>
                    <a:pt x="3705" y="952805"/>
                    <a:pt x="3699" y="951223"/>
                  </a:cubicBezTo>
                  <a:cubicBezTo>
                    <a:pt x="3687" y="946831"/>
                    <a:pt x="3695" y="942439"/>
                    <a:pt x="3704" y="938047"/>
                  </a:cubicBezTo>
                  <a:cubicBezTo>
                    <a:pt x="3712" y="933286"/>
                    <a:pt x="3702" y="928524"/>
                    <a:pt x="3695" y="923762"/>
                  </a:cubicBezTo>
                  <a:cubicBezTo>
                    <a:pt x="3684" y="915402"/>
                    <a:pt x="3684" y="907042"/>
                    <a:pt x="3692" y="898682"/>
                  </a:cubicBezTo>
                  <a:cubicBezTo>
                    <a:pt x="3700" y="889708"/>
                    <a:pt x="3702" y="880734"/>
                    <a:pt x="3696" y="871759"/>
                  </a:cubicBezTo>
                  <a:cubicBezTo>
                    <a:pt x="3695" y="871194"/>
                    <a:pt x="3695" y="870628"/>
                    <a:pt x="3695" y="870045"/>
                  </a:cubicBezTo>
                  <a:cubicBezTo>
                    <a:pt x="3693" y="867740"/>
                    <a:pt x="3691" y="865436"/>
                    <a:pt x="3690" y="863131"/>
                  </a:cubicBezTo>
                  <a:cubicBezTo>
                    <a:pt x="3674" y="841643"/>
                    <a:pt x="3673" y="820155"/>
                    <a:pt x="3681" y="798666"/>
                  </a:cubicBezTo>
                  <a:cubicBezTo>
                    <a:pt x="3682" y="797710"/>
                    <a:pt x="3682" y="797710"/>
                    <a:pt x="3682" y="796735"/>
                  </a:cubicBezTo>
                  <a:cubicBezTo>
                    <a:pt x="3682" y="796097"/>
                    <a:pt x="3682" y="795458"/>
                    <a:pt x="3683" y="794800"/>
                  </a:cubicBezTo>
                  <a:cubicBezTo>
                    <a:pt x="3690" y="775376"/>
                    <a:pt x="3692" y="755952"/>
                    <a:pt x="3689" y="736528"/>
                  </a:cubicBezTo>
                  <a:cubicBezTo>
                    <a:pt x="3688" y="735228"/>
                    <a:pt x="3688" y="733929"/>
                    <a:pt x="3688" y="732630"/>
                  </a:cubicBezTo>
                  <a:cubicBezTo>
                    <a:pt x="3687" y="727410"/>
                    <a:pt x="3686" y="722189"/>
                    <a:pt x="3685" y="716969"/>
                  </a:cubicBezTo>
                  <a:cubicBezTo>
                    <a:pt x="3682" y="702374"/>
                    <a:pt x="3681" y="687779"/>
                    <a:pt x="3680" y="673185"/>
                  </a:cubicBezTo>
                  <a:cubicBezTo>
                    <a:pt x="3680" y="672520"/>
                    <a:pt x="3680" y="671855"/>
                    <a:pt x="3680" y="671170"/>
                  </a:cubicBezTo>
                  <a:cubicBezTo>
                    <a:pt x="3678" y="649980"/>
                    <a:pt x="3682" y="628791"/>
                    <a:pt x="3688" y="607601"/>
                  </a:cubicBezTo>
                  <a:cubicBezTo>
                    <a:pt x="3688" y="606913"/>
                    <a:pt x="3689" y="606225"/>
                    <a:pt x="3689" y="605517"/>
                  </a:cubicBezTo>
                  <a:cubicBezTo>
                    <a:pt x="3692" y="594350"/>
                    <a:pt x="3696" y="583183"/>
                    <a:pt x="3700" y="572016"/>
                  </a:cubicBezTo>
                  <a:cubicBezTo>
                    <a:pt x="3714" y="527723"/>
                    <a:pt x="3713" y="483431"/>
                    <a:pt x="3699" y="439139"/>
                  </a:cubicBezTo>
                  <a:cubicBezTo>
                    <a:pt x="3695" y="427979"/>
                    <a:pt x="3692" y="416818"/>
                    <a:pt x="3688" y="405658"/>
                  </a:cubicBezTo>
                  <a:cubicBezTo>
                    <a:pt x="3688" y="404627"/>
                    <a:pt x="3688" y="404627"/>
                    <a:pt x="3688" y="403575"/>
                  </a:cubicBezTo>
                  <a:cubicBezTo>
                    <a:pt x="3681" y="382409"/>
                    <a:pt x="3678" y="361242"/>
                    <a:pt x="3680" y="340076"/>
                  </a:cubicBezTo>
                  <a:cubicBezTo>
                    <a:pt x="3680" y="339411"/>
                    <a:pt x="3680" y="338747"/>
                    <a:pt x="3680" y="338063"/>
                  </a:cubicBezTo>
                  <a:cubicBezTo>
                    <a:pt x="3681" y="323484"/>
                    <a:pt x="3683" y="308905"/>
                    <a:pt x="3685" y="294327"/>
                  </a:cubicBezTo>
                  <a:cubicBezTo>
                    <a:pt x="3686" y="289110"/>
                    <a:pt x="3687" y="283894"/>
                    <a:pt x="3688" y="278678"/>
                  </a:cubicBezTo>
                  <a:cubicBezTo>
                    <a:pt x="3688" y="277381"/>
                    <a:pt x="3689" y="276083"/>
                    <a:pt x="3689" y="274785"/>
                  </a:cubicBezTo>
                  <a:cubicBezTo>
                    <a:pt x="3692" y="255365"/>
                    <a:pt x="3689" y="235945"/>
                    <a:pt x="3682" y="216525"/>
                  </a:cubicBezTo>
                  <a:cubicBezTo>
                    <a:pt x="3682" y="215887"/>
                    <a:pt x="3681" y="215250"/>
                    <a:pt x="3681" y="214594"/>
                  </a:cubicBezTo>
                  <a:cubicBezTo>
                    <a:pt x="3681" y="213957"/>
                    <a:pt x="3681" y="213321"/>
                    <a:pt x="3680" y="212666"/>
                  </a:cubicBezTo>
                  <a:cubicBezTo>
                    <a:pt x="3672" y="191241"/>
                    <a:pt x="3675" y="169815"/>
                    <a:pt x="3691" y="148390"/>
                  </a:cubicBezTo>
                  <a:cubicBezTo>
                    <a:pt x="3693" y="146092"/>
                    <a:pt x="3694" y="143795"/>
                    <a:pt x="3696" y="141497"/>
                  </a:cubicBezTo>
                  <a:cubicBezTo>
                    <a:pt x="3696" y="140933"/>
                    <a:pt x="3697" y="140369"/>
                    <a:pt x="3697" y="139788"/>
                  </a:cubicBezTo>
                  <a:cubicBezTo>
                    <a:pt x="3703" y="130836"/>
                    <a:pt x="3699" y="121883"/>
                    <a:pt x="3690" y="112931"/>
                  </a:cubicBezTo>
                  <a:cubicBezTo>
                    <a:pt x="3683" y="104142"/>
                    <a:pt x="3686" y="95353"/>
                    <a:pt x="3699" y="86564"/>
                  </a:cubicBezTo>
                  <a:cubicBezTo>
                    <a:pt x="3707" y="81856"/>
                    <a:pt x="3709" y="77149"/>
                    <a:pt x="3698" y="72442"/>
                  </a:cubicBezTo>
                  <a:cubicBezTo>
                    <a:pt x="3689" y="68168"/>
                    <a:pt x="3693" y="63895"/>
                    <a:pt x="3708" y="59622"/>
                  </a:cubicBezTo>
                  <a:cubicBezTo>
                    <a:pt x="3711" y="58077"/>
                    <a:pt x="3709" y="56532"/>
                    <a:pt x="3701" y="54987"/>
                  </a:cubicBezTo>
                  <a:cubicBezTo>
                    <a:pt x="3692" y="52905"/>
                    <a:pt x="3700" y="50824"/>
                    <a:pt x="3714" y="48742"/>
                  </a:cubicBezTo>
                  <a:cubicBezTo>
                    <a:pt x="3707" y="48134"/>
                    <a:pt x="3700" y="47526"/>
                    <a:pt x="3692" y="46899"/>
                  </a:cubicBezTo>
                  <a:cubicBezTo>
                    <a:pt x="3714" y="45234"/>
                    <a:pt x="3714" y="45234"/>
                    <a:pt x="4087" y="42608"/>
                  </a:cubicBezTo>
                  <a:cubicBezTo>
                    <a:pt x="5527" y="41562"/>
                    <a:pt x="5527" y="41562"/>
                    <a:pt x="7063" y="41119"/>
                  </a:cubicBezTo>
                  <a:cubicBezTo>
                    <a:pt x="8236" y="39808"/>
                    <a:pt x="8236" y="39808"/>
                    <a:pt x="9249" y="38282"/>
                  </a:cubicBezTo>
                  <a:cubicBezTo>
                    <a:pt x="11083" y="35734"/>
                    <a:pt x="12901" y="33533"/>
                    <a:pt x="15249" y="31446"/>
                  </a:cubicBezTo>
                  <a:cubicBezTo>
                    <a:pt x="15740" y="31446"/>
                    <a:pt x="16231" y="31446"/>
                    <a:pt x="16737" y="31446"/>
                  </a:cubicBezTo>
                  <a:cubicBezTo>
                    <a:pt x="16983" y="30832"/>
                    <a:pt x="17228" y="30218"/>
                    <a:pt x="17481" y="29585"/>
                  </a:cubicBezTo>
                  <a:cubicBezTo>
                    <a:pt x="17727" y="28971"/>
                    <a:pt x="17973" y="28357"/>
                    <a:pt x="18226" y="27725"/>
                  </a:cubicBezTo>
                  <a:cubicBezTo>
                    <a:pt x="18717" y="27725"/>
                    <a:pt x="19208" y="27725"/>
                    <a:pt x="19714" y="27725"/>
                  </a:cubicBezTo>
                  <a:cubicBezTo>
                    <a:pt x="19714" y="26988"/>
                    <a:pt x="19714" y="26251"/>
                    <a:pt x="19714" y="25492"/>
                  </a:cubicBezTo>
                  <a:cubicBezTo>
                    <a:pt x="20328" y="25385"/>
                    <a:pt x="20942" y="25278"/>
                    <a:pt x="21574" y="25167"/>
                  </a:cubicBezTo>
                  <a:cubicBezTo>
                    <a:pt x="22188" y="25029"/>
                    <a:pt x="22802" y="24891"/>
                    <a:pt x="23435" y="24748"/>
                  </a:cubicBezTo>
                  <a:cubicBezTo>
                    <a:pt x="23435" y="23766"/>
                    <a:pt x="23435" y="22784"/>
                    <a:pt x="23435" y="21772"/>
                  </a:cubicBezTo>
                  <a:cubicBezTo>
                    <a:pt x="24171" y="21772"/>
                    <a:pt x="24908" y="21772"/>
                    <a:pt x="25667" y="21772"/>
                  </a:cubicBezTo>
                  <a:cubicBezTo>
                    <a:pt x="25667" y="20544"/>
                    <a:pt x="25667" y="19316"/>
                    <a:pt x="25667" y="18051"/>
                  </a:cubicBezTo>
                  <a:cubicBezTo>
                    <a:pt x="26649" y="18051"/>
                    <a:pt x="27631" y="18051"/>
                    <a:pt x="28644" y="18051"/>
                  </a:cubicBezTo>
                  <a:cubicBezTo>
                    <a:pt x="28644" y="17069"/>
                    <a:pt x="28644" y="16086"/>
                    <a:pt x="28644" y="15074"/>
                  </a:cubicBezTo>
                  <a:cubicBezTo>
                    <a:pt x="29626" y="15074"/>
                    <a:pt x="30608" y="15074"/>
                    <a:pt x="31620" y="15074"/>
                  </a:cubicBezTo>
                  <a:cubicBezTo>
                    <a:pt x="32120" y="13634"/>
                    <a:pt x="32120" y="13634"/>
                    <a:pt x="32364" y="12098"/>
                  </a:cubicBezTo>
                  <a:cubicBezTo>
                    <a:pt x="32855" y="11852"/>
                    <a:pt x="33346" y="11607"/>
                    <a:pt x="33852" y="11354"/>
                  </a:cubicBezTo>
                  <a:cubicBezTo>
                    <a:pt x="33960" y="10863"/>
                    <a:pt x="34067" y="10371"/>
                    <a:pt x="34178" y="9865"/>
                  </a:cubicBezTo>
                  <a:cubicBezTo>
                    <a:pt x="34385" y="9129"/>
                    <a:pt x="34385" y="9129"/>
                    <a:pt x="34597" y="8377"/>
                  </a:cubicBezTo>
                  <a:cubicBezTo>
                    <a:pt x="35333" y="8132"/>
                    <a:pt x="36070" y="7886"/>
                    <a:pt x="36829" y="7633"/>
                  </a:cubicBezTo>
                  <a:cubicBezTo>
                    <a:pt x="37075" y="6896"/>
                    <a:pt x="37320" y="6160"/>
                    <a:pt x="37573" y="5401"/>
                  </a:cubicBezTo>
                  <a:cubicBezTo>
                    <a:pt x="38064" y="5155"/>
                    <a:pt x="38555" y="4909"/>
                    <a:pt x="39061" y="4656"/>
                  </a:cubicBezTo>
                  <a:cubicBezTo>
                    <a:pt x="39350" y="3727"/>
                    <a:pt x="39350" y="3727"/>
                    <a:pt x="39645" y="2778"/>
                  </a:cubicBezTo>
                  <a:cubicBezTo>
                    <a:pt x="39943" y="2170"/>
                    <a:pt x="40242" y="1562"/>
                    <a:pt x="40550" y="936"/>
                  </a:cubicBezTo>
                  <a:close/>
                </a:path>
              </a:pathLst>
            </a:custGeom>
            <a:grpFill/>
            <a:ln w="744" cap="flat">
              <a:noFill/>
              <a:prstDash val="solid"/>
              <a:miter/>
            </a:ln>
          </p:spPr>
          <p:txBody>
            <a:bodyPr rtlCol="0" anchor="ctr"/>
            <a:lstStyle/>
            <a:p>
              <a:endParaRPr lang="zh-CN" altLang="en-US"/>
            </a:p>
          </p:txBody>
        </p:sp>
        <p:sp>
          <p:nvSpPr>
            <p:cNvPr id="87" name="任意多边形: 形状 86"/>
            <p:cNvSpPr/>
            <p:nvPr/>
          </p:nvSpPr>
          <p:spPr>
            <a:xfrm>
              <a:off x="5204280" y="603673"/>
              <a:ext cx="440747" cy="547312"/>
            </a:xfrm>
            <a:custGeom>
              <a:avLst/>
              <a:gdLst>
                <a:gd name="connsiteX0" fmla="*/ 200045 w 440747"/>
                <a:gd name="connsiteY0" fmla="*/ 413726 h 547312"/>
                <a:gd name="connsiteX1" fmla="*/ 199770 w 440747"/>
                <a:gd name="connsiteY1" fmla="*/ 435301 h 547312"/>
                <a:gd name="connsiteX2" fmla="*/ 199595 w 440747"/>
                <a:gd name="connsiteY2" fmla="*/ 449499 h 547312"/>
                <a:gd name="connsiteX3" fmla="*/ 199445 w 440747"/>
                <a:gd name="connsiteY3" fmla="*/ 461335 h 547312"/>
                <a:gd name="connsiteX4" fmla="*/ 199391 w 440747"/>
                <a:gd name="connsiteY4" fmla="*/ 465830 h 547312"/>
                <a:gd name="connsiteX5" fmla="*/ 199307 w 440747"/>
                <a:gd name="connsiteY5" fmla="*/ 472317 h 547312"/>
                <a:gd name="connsiteX6" fmla="*/ 199285 w 440747"/>
                <a:gd name="connsiteY6" fmla="*/ 474297 h 547312"/>
                <a:gd name="connsiteX7" fmla="*/ 200045 w 440747"/>
                <a:gd name="connsiteY7" fmla="*/ 482931 h 547312"/>
                <a:gd name="connsiteX8" fmla="*/ 201584 w 440747"/>
                <a:gd name="connsiteY8" fmla="*/ 483205 h 547312"/>
                <a:gd name="connsiteX9" fmla="*/ 203635 w 440747"/>
                <a:gd name="connsiteY9" fmla="*/ 483196 h 547312"/>
                <a:gd name="connsiteX10" fmla="*/ 205953 w 440747"/>
                <a:gd name="connsiteY10" fmla="*/ 483203 h 547312"/>
                <a:gd name="connsiteX11" fmla="*/ 208478 w 440747"/>
                <a:gd name="connsiteY11" fmla="*/ 483175 h 547312"/>
                <a:gd name="connsiteX12" fmla="*/ 213720 w 440747"/>
                <a:gd name="connsiteY12" fmla="*/ 483164 h 547312"/>
                <a:gd name="connsiteX13" fmla="*/ 222025 w 440747"/>
                <a:gd name="connsiteY13" fmla="*/ 483110 h 547312"/>
                <a:gd name="connsiteX14" fmla="*/ 227427 w 440747"/>
                <a:gd name="connsiteY14" fmla="*/ 483095 h 547312"/>
                <a:gd name="connsiteX15" fmla="*/ 230012 w 440747"/>
                <a:gd name="connsiteY15" fmla="*/ 483082 h 547312"/>
                <a:gd name="connsiteX16" fmla="*/ 232523 w 440747"/>
                <a:gd name="connsiteY16" fmla="*/ 483073 h 547312"/>
                <a:gd name="connsiteX17" fmla="*/ 234862 w 440747"/>
                <a:gd name="connsiteY17" fmla="*/ 483051 h 547312"/>
                <a:gd name="connsiteX18" fmla="*/ 241717 w 440747"/>
                <a:gd name="connsiteY18" fmla="*/ 482187 h 547312"/>
                <a:gd name="connsiteX19" fmla="*/ 242040 w 440747"/>
                <a:gd name="connsiteY19" fmla="*/ 477750 h 547312"/>
                <a:gd name="connsiteX20" fmla="*/ 241987 w 440747"/>
                <a:gd name="connsiteY20" fmla="*/ 475818 h 547312"/>
                <a:gd name="connsiteX21" fmla="*/ 241894 w 440747"/>
                <a:gd name="connsiteY21" fmla="*/ 469430 h 547312"/>
                <a:gd name="connsiteX22" fmla="*/ 241812 w 440747"/>
                <a:gd name="connsiteY22" fmla="*/ 464852 h 547312"/>
                <a:gd name="connsiteX23" fmla="*/ 241624 w 440747"/>
                <a:gd name="connsiteY23" fmla="*/ 452881 h 547312"/>
                <a:gd name="connsiteX24" fmla="*/ 241383 w 440747"/>
                <a:gd name="connsiteY24" fmla="*/ 438025 h 547312"/>
                <a:gd name="connsiteX25" fmla="*/ 240973 w 440747"/>
                <a:gd name="connsiteY25" fmla="*/ 413726 h 547312"/>
                <a:gd name="connsiteX26" fmla="*/ 200045 w 440747"/>
                <a:gd name="connsiteY26" fmla="*/ 413726 h 547312"/>
                <a:gd name="connsiteX27" fmla="*/ 294834 w 440747"/>
                <a:gd name="connsiteY27" fmla="*/ 413636 h 547312"/>
                <a:gd name="connsiteX28" fmla="*/ 292346 w 440747"/>
                <a:gd name="connsiteY28" fmla="*/ 418685 h 547312"/>
                <a:gd name="connsiteX29" fmla="*/ 292350 w 440747"/>
                <a:gd name="connsiteY29" fmla="*/ 420518 h 547312"/>
                <a:gd name="connsiteX30" fmla="*/ 292345 w 440747"/>
                <a:gd name="connsiteY30" fmla="*/ 426585 h 547312"/>
                <a:gd name="connsiteX31" fmla="*/ 292347 w 440747"/>
                <a:gd name="connsiteY31" fmla="*/ 430938 h 547312"/>
                <a:gd name="connsiteX32" fmla="*/ 292347 w 440747"/>
                <a:gd name="connsiteY32" fmla="*/ 439991 h 547312"/>
                <a:gd name="connsiteX33" fmla="*/ 292350 w 440747"/>
                <a:gd name="connsiteY33" fmla="*/ 451792 h 547312"/>
                <a:gd name="connsiteX34" fmla="*/ 292346 w 440747"/>
                <a:gd name="connsiteY34" fmla="*/ 460978 h 547312"/>
                <a:gd name="connsiteX35" fmla="*/ 292348 w 440747"/>
                <a:gd name="connsiteY35" fmla="*/ 465365 h 547312"/>
                <a:gd name="connsiteX36" fmla="*/ 292347 w 440747"/>
                <a:gd name="connsiteY36" fmla="*/ 471683 h 547312"/>
                <a:gd name="connsiteX37" fmla="*/ 292350 w 440747"/>
                <a:gd name="connsiteY37" fmla="*/ 473617 h 547312"/>
                <a:gd name="connsiteX38" fmla="*/ 293191 w 440747"/>
                <a:gd name="connsiteY38" fmla="*/ 482930 h 547312"/>
                <a:gd name="connsiteX39" fmla="*/ 294834 w 440747"/>
                <a:gd name="connsiteY39" fmla="*/ 483288 h 547312"/>
                <a:gd name="connsiteX40" fmla="*/ 297032 w 440747"/>
                <a:gd name="connsiteY40" fmla="*/ 483268 h 547312"/>
                <a:gd name="connsiteX41" fmla="*/ 299550 w 440747"/>
                <a:gd name="connsiteY41" fmla="*/ 483267 h 547312"/>
                <a:gd name="connsiteX42" fmla="*/ 302217 w 440747"/>
                <a:gd name="connsiteY42" fmla="*/ 483221 h 547312"/>
                <a:gd name="connsiteX43" fmla="*/ 307247 w 440747"/>
                <a:gd name="connsiteY43" fmla="*/ 483199 h 547312"/>
                <a:gd name="connsiteX44" fmla="*/ 313701 w 440747"/>
                <a:gd name="connsiteY44" fmla="*/ 483116 h 547312"/>
                <a:gd name="connsiteX45" fmla="*/ 334119 w 440747"/>
                <a:gd name="connsiteY45" fmla="*/ 482930 h 547312"/>
                <a:gd name="connsiteX46" fmla="*/ 334119 w 440747"/>
                <a:gd name="connsiteY46" fmla="*/ 413725 h 547312"/>
                <a:gd name="connsiteX47" fmla="*/ 313701 w 440747"/>
                <a:gd name="connsiteY47" fmla="*/ 413679 h 547312"/>
                <a:gd name="connsiteX48" fmla="*/ 304652 w 440747"/>
                <a:gd name="connsiteY48" fmla="*/ 413655 h 547312"/>
                <a:gd name="connsiteX49" fmla="*/ 302217 w 440747"/>
                <a:gd name="connsiteY49" fmla="*/ 413653 h 547312"/>
                <a:gd name="connsiteX50" fmla="*/ 299550 w 440747"/>
                <a:gd name="connsiteY50" fmla="*/ 413641 h 547312"/>
                <a:gd name="connsiteX51" fmla="*/ 297032 w 440747"/>
                <a:gd name="connsiteY51" fmla="*/ 413641 h 547312"/>
                <a:gd name="connsiteX52" fmla="*/ 294834 w 440747"/>
                <a:gd name="connsiteY52" fmla="*/ 413636 h 547312"/>
                <a:gd name="connsiteX53" fmla="*/ 146315 w 440747"/>
                <a:gd name="connsiteY53" fmla="*/ 413363 h 547312"/>
                <a:gd name="connsiteX54" fmla="*/ 144284 w 440747"/>
                <a:gd name="connsiteY54" fmla="*/ 413376 h 547312"/>
                <a:gd name="connsiteX55" fmla="*/ 141989 w 440747"/>
                <a:gd name="connsiteY55" fmla="*/ 413369 h 547312"/>
                <a:gd name="connsiteX56" fmla="*/ 139492 w 440747"/>
                <a:gd name="connsiteY56" fmla="*/ 413409 h 547312"/>
                <a:gd name="connsiteX57" fmla="*/ 134321 w 440747"/>
                <a:gd name="connsiteY57" fmla="*/ 413428 h 547312"/>
                <a:gd name="connsiteX58" fmla="*/ 126119 w 440747"/>
                <a:gd name="connsiteY58" fmla="*/ 413506 h 547312"/>
                <a:gd name="connsiteX59" fmla="*/ 120781 w 440747"/>
                <a:gd name="connsiteY59" fmla="*/ 413530 h 547312"/>
                <a:gd name="connsiteX60" fmla="*/ 118237 w 440747"/>
                <a:gd name="connsiteY60" fmla="*/ 413548 h 547312"/>
                <a:gd name="connsiteX61" fmla="*/ 115740 w 440747"/>
                <a:gd name="connsiteY61" fmla="*/ 413565 h 547312"/>
                <a:gd name="connsiteX62" fmla="*/ 113445 w 440747"/>
                <a:gd name="connsiteY62" fmla="*/ 413594 h 547312"/>
                <a:gd name="connsiteX63" fmla="*/ 109044 w 440747"/>
                <a:gd name="connsiteY63" fmla="*/ 418685 h 547312"/>
                <a:gd name="connsiteX64" fmla="*/ 109048 w 440747"/>
                <a:gd name="connsiteY64" fmla="*/ 420518 h 547312"/>
                <a:gd name="connsiteX65" fmla="*/ 109043 w 440747"/>
                <a:gd name="connsiteY65" fmla="*/ 426585 h 547312"/>
                <a:gd name="connsiteX66" fmla="*/ 109045 w 440747"/>
                <a:gd name="connsiteY66" fmla="*/ 430939 h 547312"/>
                <a:gd name="connsiteX67" fmla="*/ 109045 w 440747"/>
                <a:gd name="connsiteY67" fmla="*/ 439991 h 547312"/>
                <a:gd name="connsiteX68" fmla="*/ 109048 w 440747"/>
                <a:gd name="connsiteY68" fmla="*/ 451793 h 547312"/>
                <a:gd name="connsiteX69" fmla="*/ 109044 w 440747"/>
                <a:gd name="connsiteY69" fmla="*/ 460979 h 547312"/>
                <a:gd name="connsiteX70" fmla="*/ 109046 w 440747"/>
                <a:gd name="connsiteY70" fmla="*/ 465365 h 547312"/>
                <a:gd name="connsiteX71" fmla="*/ 109044 w 440747"/>
                <a:gd name="connsiteY71" fmla="*/ 471684 h 547312"/>
                <a:gd name="connsiteX72" fmla="*/ 109048 w 440747"/>
                <a:gd name="connsiteY72" fmla="*/ 473617 h 547312"/>
                <a:gd name="connsiteX73" fmla="*/ 109889 w 440747"/>
                <a:gd name="connsiteY73" fmla="*/ 482931 h 547312"/>
                <a:gd name="connsiteX74" fmla="*/ 111309 w 440747"/>
                <a:gd name="connsiteY74" fmla="*/ 483294 h 547312"/>
                <a:gd name="connsiteX75" fmla="*/ 113193 w 440747"/>
                <a:gd name="connsiteY75" fmla="*/ 483281 h 547312"/>
                <a:gd name="connsiteX76" fmla="*/ 115324 w 440747"/>
                <a:gd name="connsiteY76" fmla="*/ 483287 h 547312"/>
                <a:gd name="connsiteX77" fmla="*/ 117644 w 440747"/>
                <a:gd name="connsiteY77" fmla="*/ 483248 h 547312"/>
                <a:gd name="connsiteX78" fmla="*/ 122470 w 440747"/>
                <a:gd name="connsiteY78" fmla="*/ 483229 h 547312"/>
                <a:gd name="connsiteX79" fmla="*/ 130107 w 440747"/>
                <a:gd name="connsiteY79" fmla="*/ 483150 h 547312"/>
                <a:gd name="connsiteX80" fmla="*/ 135076 w 440747"/>
                <a:gd name="connsiteY80" fmla="*/ 483126 h 547312"/>
                <a:gd name="connsiteX81" fmla="*/ 137457 w 440747"/>
                <a:gd name="connsiteY81" fmla="*/ 483108 h 547312"/>
                <a:gd name="connsiteX82" fmla="*/ 139759 w 440747"/>
                <a:gd name="connsiteY82" fmla="*/ 483092 h 547312"/>
                <a:gd name="connsiteX83" fmla="*/ 141918 w 440747"/>
                <a:gd name="connsiteY83" fmla="*/ 483063 h 547312"/>
                <a:gd name="connsiteX84" fmla="*/ 149328 w 440747"/>
                <a:gd name="connsiteY84" fmla="*/ 482187 h 547312"/>
                <a:gd name="connsiteX85" fmla="*/ 148500 w 440747"/>
                <a:gd name="connsiteY85" fmla="*/ 475696 h 547312"/>
                <a:gd name="connsiteX86" fmla="*/ 148512 w 440747"/>
                <a:gd name="connsiteY86" fmla="*/ 473942 h 547312"/>
                <a:gd name="connsiteX87" fmla="*/ 148519 w 440747"/>
                <a:gd name="connsiteY87" fmla="*/ 470134 h 547312"/>
                <a:gd name="connsiteX88" fmla="*/ 148543 w 440747"/>
                <a:gd name="connsiteY88" fmla="*/ 463907 h 547312"/>
                <a:gd name="connsiteX89" fmla="*/ 148584 w 440747"/>
                <a:gd name="connsiteY89" fmla="*/ 448375 h 547312"/>
                <a:gd name="connsiteX90" fmla="*/ 148622 w 440747"/>
                <a:gd name="connsiteY90" fmla="*/ 434976 h 547312"/>
                <a:gd name="connsiteX91" fmla="*/ 148640 w 440747"/>
                <a:gd name="connsiteY91" fmla="*/ 428663 h 547312"/>
                <a:gd name="connsiteX92" fmla="*/ 148654 w 440747"/>
                <a:gd name="connsiteY92" fmla="*/ 424671 h 547312"/>
                <a:gd name="connsiteX93" fmla="*/ 148657 w 440747"/>
                <a:gd name="connsiteY93" fmla="*/ 422811 h 547312"/>
                <a:gd name="connsiteX94" fmla="*/ 147840 w 440747"/>
                <a:gd name="connsiteY94" fmla="*/ 413726 h 547312"/>
                <a:gd name="connsiteX95" fmla="*/ 146315 w 440747"/>
                <a:gd name="connsiteY95" fmla="*/ 413363 h 547312"/>
                <a:gd name="connsiteX96" fmla="*/ 112338 w 440747"/>
                <a:gd name="connsiteY96" fmla="*/ 3 h 547312"/>
                <a:gd name="connsiteX97" fmla="*/ 118414 w 440747"/>
                <a:gd name="connsiteY97" fmla="*/ 27 h 547312"/>
                <a:gd name="connsiteX98" fmla="*/ 122615 w 440747"/>
                <a:gd name="connsiteY98" fmla="*/ 34 h 547312"/>
                <a:gd name="connsiteX99" fmla="*/ 133695 w 440747"/>
                <a:gd name="connsiteY99" fmla="*/ 71 h 547312"/>
                <a:gd name="connsiteX100" fmla="*/ 146977 w 440747"/>
                <a:gd name="connsiteY100" fmla="*/ 104 h 547312"/>
                <a:gd name="connsiteX101" fmla="*/ 167175 w 440747"/>
                <a:gd name="connsiteY101" fmla="*/ 173 h 547312"/>
                <a:gd name="connsiteX102" fmla="*/ 167175 w 440747"/>
                <a:gd name="connsiteY102" fmla="*/ 32171 h 547312"/>
                <a:gd name="connsiteX103" fmla="*/ 169408 w 440747"/>
                <a:gd name="connsiteY103" fmla="*/ 30683 h 547312"/>
                <a:gd name="connsiteX104" fmla="*/ 173546 w 440747"/>
                <a:gd name="connsiteY104" fmla="*/ 30504 h 547312"/>
                <a:gd name="connsiteX105" fmla="*/ 176155 w 440747"/>
                <a:gd name="connsiteY105" fmla="*/ 30497 h 547312"/>
                <a:gd name="connsiteX106" fmla="*/ 179020 w 440747"/>
                <a:gd name="connsiteY106" fmla="*/ 30514 h 547312"/>
                <a:gd name="connsiteX107" fmla="*/ 182034 w 440747"/>
                <a:gd name="connsiteY107" fmla="*/ 30513 h 547312"/>
                <a:gd name="connsiteX108" fmla="*/ 190220 w 440747"/>
                <a:gd name="connsiteY108" fmla="*/ 30532 h 547312"/>
                <a:gd name="connsiteX109" fmla="*/ 198774 w 440747"/>
                <a:gd name="connsiteY109" fmla="*/ 30544 h 547312"/>
                <a:gd name="connsiteX110" fmla="*/ 214974 w 440747"/>
                <a:gd name="connsiteY110" fmla="*/ 30575 h 547312"/>
                <a:gd name="connsiteX111" fmla="*/ 233416 w 440747"/>
                <a:gd name="connsiteY111" fmla="*/ 30608 h 547312"/>
                <a:gd name="connsiteX112" fmla="*/ 271355 w 440747"/>
                <a:gd name="connsiteY112" fmla="*/ 30683 h 547312"/>
                <a:gd name="connsiteX113" fmla="*/ 271355 w 440747"/>
                <a:gd name="connsiteY113" fmla="*/ 32171 h 547312"/>
                <a:gd name="connsiteX114" fmla="*/ 273587 w 440747"/>
                <a:gd name="connsiteY114" fmla="*/ 32171 h 547312"/>
                <a:gd name="connsiteX115" fmla="*/ 273587 w 440747"/>
                <a:gd name="connsiteY115" fmla="*/ 173 h 547312"/>
                <a:gd name="connsiteX116" fmla="*/ 333863 w 440747"/>
                <a:gd name="connsiteY116" fmla="*/ 173 h 547312"/>
                <a:gd name="connsiteX117" fmla="*/ 333863 w 440747"/>
                <a:gd name="connsiteY117" fmla="*/ 32171 h 547312"/>
                <a:gd name="connsiteX118" fmla="*/ 336095 w 440747"/>
                <a:gd name="connsiteY118" fmla="*/ 30683 h 547312"/>
                <a:gd name="connsiteX119" fmla="*/ 339960 w 440747"/>
                <a:gd name="connsiteY119" fmla="*/ 30499 h 547312"/>
                <a:gd name="connsiteX120" fmla="*/ 342385 w 440747"/>
                <a:gd name="connsiteY120" fmla="*/ 30489 h 547312"/>
                <a:gd name="connsiteX121" fmla="*/ 345045 w 440747"/>
                <a:gd name="connsiteY121" fmla="*/ 30502 h 547312"/>
                <a:gd name="connsiteX122" fmla="*/ 347847 w 440747"/>
                <a:gd name="connsiteY122" fmla="*/ 30498 h 547312"/>
                <a:gd name="connsiteX123" fmla="*/ 355457 w 440747"/>
                <a:gd name="connsiteY123" fmla="*/ 30507 h 547312"/>
                <a:gd name="connsiteX124" fmla="*/ 363420 w 440747"/>
                <a:gd name="connsiteY124" fmla="*/ 30512 h 547312"/>
                <a:gd name="connsiteX125" fmla="*/ 376795 w 440747"/>
                <a:gd name="connsiteY125" fmla="*/ 30529 h 547312"/>
                <a:gd name="connsiteX126" fmla="*/ 392257 w 440747"/>
                <a:gd name="connsiteY126" fmla="*/ 30544 h 547312"/>
                <a:gd name="connsiteX127" fmla="*/ 407129 w 440747"/>
                <a:gd name="connsiteY127" fmla="*/ 30554 h 547312"/>
                <a:gd name="connsiteX128" fmla="*/ 413459 w 440747"/>
                <a:gd name="connsiteY128" fmla="*/ 30558 h 547312"/>
                <a:gd name="connsiteX129" fmla="*/ 422299 w 440747"/>
                <a:gd name="connsiteY129" fmla="*/ 30574 h 547312"/>
                <a:gd name="connsiteX130" fmla="*/ 424955 w 440747"/>
                <a:gd name="connsiteY130" fmla="*/ 30573 h 547312"/>
                <a:gd name="connsiteX131" fmla="*/ 427386 w 440747"/>
                <a:gd name="connsiteY131" fmla="*/ 30583 h 547312"/>
                <a:gd name="connsiteX132" fmla="*/ 429498 w 440747"/>
                <a:gd name="connsiteY132" fmla="*/ 30587 h 547312"/>
                <a:gd name="connsiteX133" fmla="*/ 434322 w 440747"/>
                <a:gd name="connsiteY133" fmla="*/ 31427 h 547312"/>
                <a:gd name="connsiteX134" fmla="*/ 435162 w 440747"/>
                <a:gd name="connsiteY134" fmla="*/ 38810 h 547312"/>
                <a:gd name="connsiteX135" fmla="*/ 435166 w 440747"/>
                <a:gd name="connsiteY135" fmla="*/ 40655 h 547312"/>
                <a:gd name="connsiteX136" fmla="*/ 435165 w 440747"/>
                <a:gd name="connsiteY136" fmla="*/ 46708 h 547312"/>
                <a:gd name="connsiteX137" fmla="*/ 435167 w 440747"/>
                <a:gd name="connsiteY137" fmla="*/ 50900 h 547312"/>
                <a:gd name="connsiteX138" fmla="*/ 435163 w 440747"/>
                <a:gd name="connsiteY138" fmla="*/ 59693 h 547312"/>
                <a:gd name="connsiteX139" fmla="*/ 435166 w 440747"/>
                <a:gd name="connsiteY139" fmla="*/ 70989 h 547312"/>
                <a:gd name="connsiteX140" fmla="*/ 435165 w 440747"/>
                <a:gd name="connsiteY140" fmla="*/ 79647 h 547312"/>
                <a:gd name="connsiteX141" fmla="*/ 435167 w 440747"/>
                <a:gd name="connsiteY141" fmla="*/ 83813 h 547312"/>
                <a:gd name="connsiteX142" fmla="*/ 435162 w 440747"/>
                <a:gd name="connsiteY142" fmla="*/ 89624 h 547312"/>
                <a:gd name="connsiteX143" fmla="*/ 435167 w 440747"/>
                <a:gd name="connsiteY143" fmla="*/ 91380 h 547312"/>
                <a:gd name="connsiteX144" fmla="*/ 434322 w 440747"/>
                <a:gd name="connsiteY144" fmla="*/ 96167 h 547312"/>
                <a:gd name="connsiteX145" fmla="*/ 430418 w 440747"/>
                <a:gd name="connsiteY145" fmla="*/ 96256 h 547312"/>
                <a:gd name="connsiteX146" fmla="*/ 427854 w 440747"/>
                <a:gd name="connsiteY146" fmla="*/ 96260 h 547312"/>
                <a:gd name="connsiteX147" fmla="*/ 425015 w 440747"/>
                <a:gd name="connsiteY147" fmla="*/ 96251 h 547312"/>
                <a:gd name="connsiteX148" fmla="*/ 422046 w 440747"/>
                <a:gd name="connsiteY148" fmla="*/ 96252 h 547312"/>
                <a:gd name="connsiteX149" fmla="*/ 413961 w 440747"/>
                <a:gd name="connsiteY149" fmla="*/ 96242 h 547312"/>
                <a:gd name="connsiteX150" fmla="*/ 405520 w 440747"/>
                <a:gd name="connsiteY150" fmla="*/ 96236 h 547312"/>
                <a:gd name="connsiteX151" fmla="*/ 389525 w 440747"/>
                <a:gd name="connsiteY151" fmla="*/ 96221 h 547312"/>
                <a:gd name="connsiteX152" fmla="*/ 371321 w 440747"/>
                <a:gd name="connsiteY152" fmla="*/ 96204 h 547312"/>
                <a:gd name="connsiteX153" fmla="*/ 333863 w 440747"/>
                <a:gd name="connsiteY153" fmla="*/ 96167 h 547312"/>
                <a:gd name="connsiteX154" fmla="*/ 333893 w 440747"/>
                <a:gd name="connsiteY154" fmla="*/ 97400 h 547312"/>
                <a:gd name="connsiteX155" fmla="*/ 334108 w 440747"/>
                <a:gd name="connsiteY155" fmla="*/ 110074 h 547312"/>
                <a:gd name="connsiteX156" fmla="*/ 334200 w 440747"/>
                <a:gd name="connsiteY156" fmla="*/ 114808 h 547312"/>
                <a:gd name="connsiteX157" fmla="*/ 334299 w 440747"/>
                <a:gd name="connsiteY157" fmla="*/ 121601 h 547312"/>
                <a:gd name="connsiteX158" fmla="*/ 334369 w 440747"/>
                <a:gd name="connsiteY158" fmla="*/ 123748 h 547312"/>
                <a:gd name="connsiteX159" fmla="*/ 333863 w 440747"/>
                <a:gd name="connsiteY159" fmla="*/ 128909 h 547312"/>
                <a:gd name="connsiteX160" fmla="*/ 324246 w 440747"/>
                <a:gd name="connsiteY160" fmla="*/ 130498 h 547312"/>
                <a:gd name="connsiteX161" fmla="*/ 322748 w 440747"/>
                <a:gd name="connsiteY161" fmla="*/ 130477 h 547312"/>
                <a:gd name="connsiteX162" fmla="*/ 317893 w 440747"/>
                <a:gd name="connsiteY162" fmla="*/ 130380 h 547312"/>
                <a:gd name="connsiteX163" fmla="*/ 314508 w 440747"/>
                <a:gd name="connsiteY163" fmla="*/ 130324 h 547312"/>
                <a:gd name="connsiteX164" fmla="*/ 305634 w 440747"/>
                <a:gd name="connsiteY164" fmla="*/ 130155 h 547312"/>
                <a:gd name="connsiteX165" fmla="*/ 296566 w 440747"/>
                <a:gd name="connsiteY165" fmla="*/ 129990 h 547312"/>
                <a:gd name="connsiteX166" fmla="*/ 278796 w 440747"/>
                <a:gd name="connsiteY166" fmla="*/ 129653 h 547312"/>
                <a:gd name="connsiteX167" fmla="*/ 280808 w 440747"/>
                <a:gd name="connsiteY167" fmla="*/ 129738 h 547312"/>
                <a:gd name="connsiteX168" fmla="*/ 283447 w 440747"/>
                <a:gd name="connsiteY168" fmla="*/ 129886 h 547312"/>
                <a:gd name="connsiteX169" fmla="*/ 286063 w 440747"/>
                <a:gd name="connsiteY169" fmla="*/ 130017 h 547312"/>
                <a:gd name="connsiteX170" fmla="*/ 291447 w 440747"/>
                <a:gd name="connsiteY170" fmla="*/ 132630 h 547312"/>
                <a:gd name="connsiteX171" fmla="*/ 294804 w 440747"/>
                <a:gd name="connsiteY171" fmla="*/ 132984 h 547312"/>
                <a:gd name="connsiteX172" fmla="*/ 296698 w 440747"/>
                <a:gd name="connsiteY172" fmla="*/ 133054 h 547312"/>
                <a:gd name="connsiteX173" fmla="*/ 298656 w 440747"/>
                <a:gd name="connsiteY173" fmla="*/ 133095 h 547312"/>
                <a:gd name="connsiteX174" fmla="*/ 302525 w 440747"/>
                <a:gd name="connsiteY174" fmla="*/ 133217 h 547312"/>
                <a:gd name="connsiteX175" fmla="*/ 304250 w 440747"/>
                <a:gd name="connsiteY175" fmla="*/ 133257 h 547312"/>
                <a:gd name="connsiteX176" fmla="*/ 306330 w 440747"/>
                <a:gd name="connsiteY176" fmla="*/ 134118 h 547312"/>
                <a:gd name="connsiteX177" fmla="*/ 306402 w 440747"/>
                <a:gd name="connsiteY177" fmla="*/ 137121 h 547312"/>
                <a:gd name="connsiteX178" fmla="*/ 306395 w 440747"/>
                <a:gd name="connsiteY178" fmla="*/ 138945 h 547312"/>
                <a:gd name="connsiteX179" fmla="*/ 306376 w 440747"/>
                <a:gd name="connsiteY179" fmla="*/ 140862 h 547312"/>
                <a:gd name="connsiteX180" fmla="*/ 306366 w 440747"/>
                <a:gd name="connsiteY180" fmla="*/ 142788 h 547312"/>
                <a:gd name="connsiteX181" fmla="*/ 306330 w 440747"/>
                <a:gd name="connsiteY181" fmla="*/ 147513 h 547312"/>
                <a:gd name="connsiteX182" fmla="*/ 304097 w 440747"/>
                <a:gd name="connsiteY182" fmla="*/ 147513 h 547312"/>
                <a:gd name="connsiteX183" fmla="*/ 303987 w 440747"/>
                <a:gd name="connsiteY183" fmla="*/ 150254 h 547312"/>
                <a:gd name="connsiteX184" fmla="*/ 303818 w 440747"/>
                <a:gd name="connsiteY184" fmla="*/ 153791 h 547312"/>
                <a:gd name="connsiteX185" fmla="*/ 303748 w 440747"/>
                <a:gd name="connsiteY185" fmla="*/ 155601 h 547312"/>
                <a:gd name="connsiteX186" fmla="*/ 303353 w 440747"/>
                <a:gd name="connsiteY186" fmla="*/ 160163 h 547312"/>
                <a:gd name="connsiteX187" fmla="*/ 301865 w 440747"/>
                <a:gd name="connsiteY187" fmla="*/ 160907 h 547312"/>
                <a:gd name="connsiteX188" fmla="*/ 301493 w 440747"/>
                <a:gd name="connsiteY188" fmla="*/ 164535 h 547312"/>
                <a:gd name="connsiteX189" fmla="*/ 299632 w 440747"/>
                <a:gd name="connsiteY189" fmla="*/ 170581 h 547312"/>
                <a:gd name="connsiteX190" fmla="*/ 301478 w 440747"/>
                <a:gd name="connsiteY190" fmla="*/ 170591 h 547312"/>
                <a:gd name="connsiteX191" fmla="*/ 345874 w 440747"/>
                <a:gd name="connsiteY191" fmla="*/ 170833 h 547312"/>
                <a:gd name="connsiteX192" fmla="*/ 367343 w 440747"/>
                <a:gd name="connsiteY192" fmla="*/ 170951 h 547312"/>
                <a:gd name="connsiteX193" fmla="*/ 386049 w 440747"/>
                <a:gd name="connsiteY193" fmla="*/ 171055 h 547312"/>
                <a:gd name="connsiteX194" fmla="*/ 395960 w 440747"/>
                <a:gd name="connsiteY194" fmla="*/ 171109 h 547312"/>
                <a:gd name="connsiteX195" fmla="*/ 405277 w 440747"/>
                <a:gd name="connsiteY195" fmla="*/ 171162 h 547312"/>
                <a:gd name="connsiteX196" fmla="*/ 408707 w 440747"/>
                <a:gd name="connsiteY196" fmla="*/ 171179 h 547312"/>
                <a:gd name="connsiteX197" fmla="*/ 413369 w 440747"/>
                <a:gd name="connsiteY197" fmla="*/ 171207 h 547312"/>
                <a:gd name="connsiteX198" fmla="*/ 416011 w 440747"/>
                <a:gd name="connsiteY198" fmla="*/ 171222 h 547312"/>
                <a:gd name="connsiteX199" fmla="*/ 418695 w 440747"/>
                <a:gd name="connsiteY199" fmla="*/ 172069 h 547312"/>
                <a:gd name="connsiteX200" fmla="*/ 418791 w 440747"/>
                <a:gd name="connsiteY200" fmla="*/ 177607 h 547312"/>
                <a:gd name="connsiteX201" fmla="*/ 418795 w 440747"/>
                <a:gd name="connsiteY201" fmla="*/ 179363 h 547312"/>
                <a:gd name="connsiteX202" fmla="*/ 418794 w 440747"/>
                <a:gd name="connsiteY202" fmla="*/ 185138 h 547312"/>
                <a:gd name="connsiteX203" fmla="*/ 418796 w 440747"/>
                <a:gd name="connsiteY203" fmla="*/ 189134 h 547312"/>
                <a:gd name="connsiteX204" fmla="*/ 418792 w 440747"/>
                <a:gd name="connsiteY204" fmla="*/ 197519 h 547312"/>
                <a:gd name="connsiteX205" fmla="*/ 418794 w 440747"/>
                <a:gd name="connsiteY205" fmla="*/ 208292 h 547312"/>
                <a:gd name="connsiteX206" fmla="*/ 418794 w 440747"/>
                <a:gd name="connsiteY206" fmla="*/ 216546 h 547312"/>
                <a:gd name="connsiteX207" fmla="*/ 418796 w 440747"/>
                <a:gd name="connsiteY207" fmla="*/ 220520 h 547312"/>
                <a:gd name="connsiteX208" fmla="*/ 418791 w 440747"/>
                <a:gd name="connsiteY208" fmla="*/ 226063 h 547312"/>
                <a:gd name="connsiteX209" fmla="*/ 418796 w 440747"/>
                <a:gd name="connsiteY209" fmla="*/ 227738 h 547312"/>
                <a:gd name="connsiteX210" fmla="*/ 417951 w 440747"/>
                <a:gd name="connsiteY210" fmla="*/ 232345 h 547312"/>
                <a:gd name="connsiteX211" fmla="*/ 414895 w 440747"/>
                <a:gd name="connsiteY211" fmla="*/ 232462 h 547312"/>
                <a:gd name="connsiteX212" fmla="*/ 412900 w 440747"/>
                <a:gd name="connsiteY212" fmla="*/ 232484 h 547312"/>
                <a:gd name="connsiteX213" fmla="*/ 410694 w 440747"/>
                <a:gd name="connsiteY213" fmla="*/ 232497 h 547312"/>
                <a:gd name="connsiteX214" fmla="*/ 408384 w 440747"/>
                <a:gd name="connsiteY214" fmla="*/ 232520 h 547312"/>
                <a:gd name="connsiteX215" fmla="*/ 400786 w 440747"/>
                <a:gd name="connsiteY215" fmla="*/ 232580 h 547312"/>
                <a:gd name="connsiteX216" fmla="*/ 395534 w 440747"/>
                <a:gd name="connsiteY216" fmla="*/ 232627 h 547312"/>
                <a:gd name="connsiteX217" fmla="*/ 381679 w 440747"/>
                <a:gd name="connsiteY217" fmla="*/ 232741 h 547312"/>
                <a:gd name="connsiteX218" fmla="*/ 367554 w 440747"/>
                <a:gd name="connsiteY218" fmla="*/ 232861 h 547312"/>
                <a:gd name="connsiteX219" fmla="*/ 339816 w 440747"/>
                <a:gd name="connsiteY219" fmla="*/ 233089 h 547312"/>
                <a:gd name="connsiteX220" fmla="*/ 342016 w 440747"/>
                <a:gd name="connsiteY220" fmla="*/ 234821 h 547312"/>
                <a:gd name="connsiteX221" fmla="*/ 345025 w 440747"/>
                <a:gd name="connsiteY221" fmla="*/ 240530 h 547312"/>
                <a:gd name="connsiteX222" fmla="*/ 347257 w 440747"/>
                <a:gd name="connsiteY222" fmla="*/ 241274 h 547312"/>
                <a:gd name="connsiteX223" fmla="*/ 350234 w 440747"/>
                <a:gd name="connsiteY223" fmla="*/ 246995 h 547312"/>
                <a:gd name="connsiteX224" fmla="*/ 353210 w 440747"/>
                <a:gd name="connsiteY224" fmla="*/ 250204 h 547312"/>
                <a:gd name="connsiteX225" fmla="*/ 353210 w 440747"/>
                <a:gd name="connsiteY225" fmla="*/ 253181 h 547312"/>
                <a:gd name="connsiteX226" fmla="*/ 355443 w 440747"/>
                <a:gd name="connsiteY226" fmla="*/ 253181 h 547312"/>
                <a:gd name="connsiteX227" fmla="*/ 356187 w 440747"/>
                <a:gd name="connsiteY227" fmla="*/ 256901 h 547312"/>
                <a:gd name="connsiteX228" fmla="*/ 358419 w 440747"/>
                <a:gd name="connsiteY228" fmla="*/ 259134 h 547312"/>
                <a:gd name="connsiteX229" fmla="*/ 359164 w 440747"/>
                <a:gd name="connsiteY229" fmla="*/ 261366 h 547312"/>
                <a:gd name="connsiteX230" fmla="*/ 360652 w 440747"/>
                <a:gd name="connsiteY230" fmla="*/ 262110 h 547312"/>
                <a:gd name="connsiteX231" fmla="*/ 362140 w 440747"/>
                <a:gd name="connsiteY231" fmla="*/ 267319 h 547312"/>
                <a:gd name="connsiteX232" fmla="*/ 363628 w 440747"/>
                <a:gd name="connsiteY232" fmla="*/ 268063 h 547312"/>
                <a:gd name="connsiteX233" fmla="*/ 363954 w 440747"/>
                <a:gd name="connsiteY233" fmla="*/ 269924 h 547312"/>
                <a:gd name="connsiteX234" fmla="*/ 364373 w 440747"/>
                <a:gd name="connsiteY234" fmla="*/ 271784 h 547312"/>
                <a:gd name="connsiteX235" fmla="*/ 366605 w 440747"/>
                <a:gd name="connsiteY235" fmla="*/ 272528 h 547312"/>
                <a:gd name="connsiteX236" fmla="*/ 367349 w 440747"/>
                <a:gd name="connsiteY236" fmla="*/ 276993 h 547312"/>
                <a:gd name="connsiteX237" fmla="*/ 368837 w 440747"/>
                <a:gd name="connsiteY237" fmla="*/ 277737 h 547312"/>
                <a:gd name="connsiteX238" fmla="*/ 370326 w 440747"/>
                <a:gd name="connsiteY238" fmla="*/ 282202 h 547312"/>
                <a:gd name="connsiteX239" fmla="*/ 371814 w 440747"/>
                <a:gd name="connsiteY239" fmla="*/ 282946 h 547312"/>
                <a:gd name="connsiteX240" fmla="*/ 372139 w 440747"/>
                <a:gd name="connsiteY240" fmla="*/ 285132 h 547312"/>
                <a:gd name="connsiteX241" fmla="*/ 372558 w 440747"/>
                <a:gd name="connsiteY241" fmla="*/ 287411 h 547312"/>
                <a:gd name="connsiteX242" fmla="*/ 374790 w 440747"/>
                <a:gd name="connsiteY242" fmla="*/ 288899 h 547312"/>
                <a:gd name="connsiteX243" fmla="*/ 375535 w 440747"/>
                <a:gd name="connsiteY243" fmla="*/ 294108 h 547312"/>
                <a:gd name="connsiteX244" fmla="*/ 377023 w 440747"/>
                <a:gd name="connsiteY244" fmla="*/ 294852 h 547312"/>
                <a:gd name="connsiteX245" fmla="*/ 378093 w 440747"/>
                <a:gd name="connsiteY245" fmla="*/ 299457 h 547312"/>
                <a:gd name="connsiteX246" fmla="*/ 378511 w 440747"/>
                <a:gd name="connsiteY246" fmla="*/ 300806 h 547312"/>
                <a:gd name="connsiteX247" fmla="*/ 379999 w 440747"/>
                <a:gd name="connsiteY247" fmla="*/ 301550 h 547312"/>
                <a:gd name="connsiteX248" fmla="*/ 380465 w 440747"/>
                <a:gd name="connsiteY248" fmla="*/ 304945 h 547312"/>
                <a:gd name="connsiteX249" fmla="*/ 380633 w 440747"/>
                <a:gd name="connsiteY249" fmla="*/ 306808 h 547312"/>
                <a:gd name="connsiteX250" fmla="*/ 380744 w 440747"/>
                <a:gd name="connsiteY250" fmla="*/ 308247 h 547312"/>
                <a:gd name="connsiteX251" fmla="*/ 382976 w 440747"/>
                <a:gd name="connsiteY251" fmla="*/ 308247 h 547312"/>
                <a:gd name="connsiteX252" fmla="*/ 382871 w 440747"/>
                <a:gd name="connsiteY252" fmla="*/ 309849 h 547312"/>
                <a:gd name="connsiteX253" fmla="*/ 382790 w 440747"/>
                <a:gd name="connsiteY253" fmla="*/ 311921 h 547312"/>
                <a:gd name="connsiteX254" fmla="*/ 382685 w 440747"/>
                <a:gd name="connsiteY254" fmla="*/ 313988 h 547312"/>
                <a:gd name="connsiteX255" fmla="*/ 382976 w 440747"/>
                <a:gd name="connsiteY255" fmla="*/ 315688 h 547312"/>
                <a:gd name="connsiteX256" fmla="*/ 385953 w 440747"/>
                <a:gd name="connsiteY256" fmla="*/ 316433 h 547312"/>
                <a:gd name="connsiteX257" fmla="*/ 385953 w 440747"/>
                <a:gd name="connsiteY257" fmla="*/ 320153 h 547312"/>
                <a:gd name="connsiteX258" fmla="*/ 383720 w 440747"/>
                <a:gd name="connsiteY258" fmla="*/ 320897 h 547312"/>
                <a:gd name="connsiteX259" fmla="*/ 383116 w 440747"/>
                <a:gd name="connsiteY259" fmla="*/ 322758 h 547312"/>
                <a:gd name="connsiteX260" fmla="*/ 382232 w 440747"/>
                <a:gd name="connsiteY260" fmla="*/ 324618 h 547312"/>
                <a:gd name="connsiteX261" fmla="*/ 377767 w 440747"/>
                <a:gd name="connsiteY261" fmla="*/ 325362 h 547312"/>
                <a:gd name="connsiteX262" fmla="*/ 377441 w 440747"/>
                <a:gd name="connsiteY262" fmla="*/ 326897 h 547312"/>
                <a:gd name="connsiteX263" fmla="*/ 377023 w 440747"/>
                <a:gd name="connsiteY263" fmla="*/ 328339 h 547312"/>
                <a:gd name="connsiteX264" fmla="*/ 371814 w 440747"/>
                <a:gd name="connsiteY264" fmla="*/ 328339 h 547312"/>
                <a:gd name="connsiteX265" fmla="*/ 371814 w 440747"/>
                <a:gd name="connsiteY265" fmla="*/ 331315 h 547312"/>
                <a:gd name="connsiteX266" fmla="*/ 367349 w 440747"/>
                <a:gd name="connsiteY266" fmla="*/ 332804 h 547312"/>
                <a:gd name="connsiteX267" fmla="*/ 366605 w 440747"/>
                <a:gd name="connsiteY267" fmla="*/ 335036 h 547312"/>
                <a:gd name="connsiteX268" fmla="*/ 364791 w 440747"/>
                <a:gd name="connsiteY268" fmla="*/ 335362 h 547312"/>
                <a:gd name="connsiteX269" fmla="*/ 362884 w 440747"/>
                <a:gd name="connsiteY269" fmla="*/ 335780 h 547312"/>
                <a:gd name="connsiteX270" fmla="*/ 362140 w 440747"/>
                <a:gd name="connsiteY270" fmla="*/ 337268 h 547312"/>
                <a:gd name="connsiteX271" fmla="*/ 361396 w 440747"/>
                <a:gd name="connsiteY271" fmla="*/ 338757 h 547312"/>
                <a:gd name="connsiteX272" fmla="*/ 357675 w 440747"/>
                <a:gd name="connsiteY272" fmla="*/ 339501 h 547312"/>
                <a:gd name="connsiteX273" fmla="*/ 356931 w 440747"/>
                <a:gd name="connsiteY273" fmla="*/ 341733 h 547312"/>
                <a:gd name="connsiteX274" fmla="*/ 354699 w 440747"/>
                <a:gd name="connsiteY274" fmla="*/ 341640 h 547312"/>
                <a:gd name="connsiteX275" fmla="*/ 352466 w 440747"/>
                <a:gd name="connsiteY275" fmla="*/ 341733 h 547312"/>
                <a:gd name="connsiteX276" fmla="*/ 352141 w 440747"/>
                <a:gd name="connsiteY276" fmla="*/ 343594 h 547312"/>
                <a:gd name="connsiteX277" fmla="*/ 351722 w 440747"/>
                <a:gd name="connsiteY277" fmla="*/ 345454 h 547312"/>
                <a:gd name="connsiteX278" fmla="*/ 346513 w 440747"/>
                <a:gd name="connsiteY278" fmla="*/ 345454 h 547312"/>
                <a:gd name="connsiteX279" fmla="*/ 346513 w 440747"/>
                <a:gd name="connsiteY279" fmla="*/ 348431 h 547312"/>
                <a:gd name="connsiteX280" fmla="*/ 342048 w 440747"/>
                <a:gd name="connsiteY280" fmla="*/ 349919 h 547312"/>
                <a:gd name="connsiteX281" fmla="*/ 340560 w 440747"/>
                <a:gd name="connsiteY281" fmla="*/ 351407 h 547312"/>
                <a:gd name="connsiteX282" fmla="*/ 342528 w 440747"/>
                <a:gd name="connsiteY282" fmla="*/ 351415 h 547312"/>
                <a:gd name="connsiteX283" fmla="*/ 360858 w 440747"/>
                <a:gd name="connsiteY283" fmla="*/ 351544 h 547312"/>
                <a:gd name="connsiteX284" fmla="*/ 370282 w 440747"/>
                <a:gd name="connsiteY284" fmla="*/ 351609 h 547312"/>
                <a:gd name="connsiteX285" fmla="*/ 379373 w 440747"/>
                <a:gd name="connsiteY285" fmla="*/ 351681 h 547312"/>
                <a:gd name="connsiteX286" fmla="*/ 382846 w 440747"/>
                <a:gd name="connsiteY286" fmla="*/ 351699 h 547312"/>
                <a:gd name="connsiteX287" fmla="*/ 387699 w 440747"/>
                <a:gd name="connsiteY287" fmla="*/ 351745 h 547312"/>
                <a:gd name="connsiteX288" fmla="*/ 390493 w 440747"/>
                <a:gd name="connsiteY288" fmla="*/ 351765 h 547312"/>
                <a:gd name="connsiteX289" fmla="*/ 393517 w 440747"/>
                <a:gd name="connsiteY289" fmla="*/ 353349 h 547312"/>
                <a:gd name="connsiteX290" fmla="*/ 394327 w 440747"/>
                <a:gd name="connsiteY290" fmla="*/ 360155 h 547312"/>
                <a:gd name="connsiteX291" fmla="*/ 394334 w 440747"/>
                <a:gd name="connsiteY291" fmla="*/ 361685 h 547312"/>
                <a:gd name="connsiteX292" fmla="*/ 394331 w 440747"/>
                <a:gd name="connsiteY292" fmla="*/ 366758 h 547312"/>
                <a:gd name="connsiteX293" fmla="*/ 394339 w 440747"/>
                <a:gd name="connsiteY293" fmla="*/ 370396 h 547312"/>
                <a:gd name="connsiteX294" fmla="*/ 394338 w 440747"/>
                <a:gd name="connsiteY294" fmla="*/ 380275 h 547312"/>
                <a:gd name="connsiteX295" fmla="*/ 394340 w 440747"/>
                <a:gd name="connsiteY295" fmla="*/ 390610 h 547312"/>
                <a:gd name="connsiteX296" fmla="*/ 394332 w 440747"/>
                <a:gd name="connsiteY296" fmla="*/ 407965 h 547312"/>
                <a:gd name="connsiteX297" fmla="*/ 394335 w 440747"/>
                <a:gd name="connsiteY297" fmla="*/ 428037 h 547312"/>
                <a:gd name="connsiteX298" fmla="*/ 394339 w 440747"/>
                <a:gd name="connsiteY298" fmla="*/ 445263 h 547312"/>
                <a:gd name="connsiteX299" fmla="*/ 394341 w 440747"/>
                <a:gd name="connsiteY299" fmla="*/ 455555 h 547312"/>
                <a:gd name="connsiteX300" fmla="*/ 394334 w 440747"/>
                <a:gd name="connsiteY300" fmla="*/ 465229 h 547312"/>
                <a:gd name="connsiteX301" fmla="*/ 394336 w 440747"/>
                <a:gd name="connsiteY301" fmla="*/ 468782 h 547312"/>
                <a:gd name="connsiteX302" fmla="*/ 394327 w 440747"/>
                <a:gd name="connsiteY302" fmla="*/ 473628 h 547312"/>
                <a:gd name="connsiteX303" fmla="*/ 394325 w 440747"/>
                <a:gd name="connsiteY303" fmla="*/ 476368 h 547312"/>
                <a:gd name="connsiteX304" fmla="*/ 392650 w 440747"/>
                <a:gd name="connsiteY304" fmla="*/ 481632 h 547312"/>
                <a:gd name="connsiteX305" fmla="*/ 394292 w 440747"/>
                <a:gd name="connsiteY305" fmla="*/ 481627 h 547312"/>
                <a:gd name="connsiteX306" fmla="*/ 409630 w 440747"/>
                <a:gd name="connsiteY306" fmla="*/ 481593 h 547312"/>
                <a:gd name="connsiteX307" fmla="*/ 417516 w 440747"/>
                <a:gd name="connsiteY307" fmla="*/ 481576 h 547312"/>
                <a:gd name="connsiteX308" fmla="*/ 426587 w 440747"/>
                <a:gd name="connsiteY308" fmla="*/ 481559 h 547312"/>
                <a:gd name="connsiteX309" fmla="*/ 429439 w 440747"/>
                <a:gd name="connsiteY309" fmla="*/ 481547 h 547312"/>
                <a:gd name="connsiteX310" fmla="*/ 432101 w 440747"/>
                <a:gd name="connsiteY310" fmla="*/ 481547 h 547312"/>
                <a:gd name="connsiteX311" fmla="*/ 434440 w 440747"/>
                <a:gd name="connsiteY311" fmla="*/ 481542 h 547312"/>
                <a:gd name="connsiteX312" fmla="*/ 436554 w 440747"/>
                <a:gd name="connsiteY312" fmla="*/ 481632 h 547312"/>
                <a:gd name="connsiteX313" fmla="*/ 438664 w 440747"/>
                <a:gd name="connsiteY313" fmla="*/ 481642 h 547312"/>
                <a:gd name="connsiteX314" fmla="*/ 440275 w 440747"/>
                <a:gd name="connsiteY314" fmla="*/ 482376 h 547312"/>
                <a:gd name="connsiteX315" fmla="*/ 440733 w 440747"/>
                <a:gd name="connsiteY315" fmla="*/ 488243 h 547312"/>
                <a:gd name="connsiteX316" fmla="*/ 440745 w 440747"/>
                <a:gd name="connsiteY316" fmla="*/ 490106 h 547312"/>
                <a:gd name="connsiteX317" fmla="*/ 440717 w 440747"/>
                <a:gd name="connsiteY317" fmla="*/ 496233 h 547312"/>
                <a:gd name="connsiteX318" fmla="*/ 440717 w 440747"/>
                <a:gd name="connsiteY318" fmla="*/ 500473 h 547312"/>
                <a:gd name="connsiteX319" fmla="*/ 440678 w 440747"/>
                <a:gd name="connsiteY319" fmla="*/ 509374 h 547312"/>
                <a:gd name="connsiteX320" fmla="*/ 440651 w 440747"/>
                <a:gd name="connsiteY320" fmla="*/ 520803 h 547312"/>
                <a:gd name="connsiteX321" fmla="*/ 440632 w 440747"/>
                <a:gd name="connsiteY321" fmla="*/ 529565 h 547312"/>
                <a:gd name="connsiteX322" fmla="*/ 440625 w 440747"/>
                <a:gd name="connsiteY322" fmla="*/ 533779 h 547312"/>
                <a:gd name="connsiteX323" fmla="*/ 440587 w 440747"/>
                <a:gd name="connsiteY323" fmla="*/ 539664 h 547312"/>
                <a:gd name="connsiteX324" fmla="*/ 440594 w 440747"/>
                <a:gd name="connsiteY324" fmla="*/ 541437 h 547312"/>
                <a:gd name="connsiteX325" fmla="*/ 440275 w 440747"/>
                <a:gd name="connsiteY325" fmla="*/ 545628 h 547312"/>
                <a:gd name="connsiteX326" fmla="*/ 434976 w 440747"/>
                <a:gd name="connsiteY326" fmla="*/ 547302 h 547312"/>
                <a:gd name="connsiteX327" fmla="*/ 433072 w 440747"/>
                <a:gd name="connsiteY327" fmla="*/ 547312 h 547312"/>
                <a:gd name="connsiteX328" fmla="*/ 430975 w 440747"/>
                <a:gd name="connsiteY328" fmla="*/ 547301 h 547312"/>
                <a:gd name="connsiteX329" fmla="*/ 428742 w 440747"/>
                <a:gd name="connsiteY329" fmla="*/ 547307 h 547312"/>
                <a:gd name="connsiteX330" fmla="*/ 421262 w 440747"/>
                <a:gd name="connsiteY330" fmla="*/ 547300 h 547312"/>
                <a:gd name="connsiteX331" fmla="*/ 415875 w 440747"/>
                <a:gd name="connsiteY331" fmla="*/ 547306 h 547312"/>
                <a:gd name="connsiteX332" fmla="*/ 404123 w 440747"/>
                <a:gd name="connsiteY332" fmla="*/ 547304 h 547312"/>
                <a:gd name="connsiteX333" fmla="*/ 386649 w 440747"/>
                <a:gd name="connsiteY333" fmla="*/ 547300 h 547312"/>
                <a:gd name="connsiteX334" fmla="*/ 357255 w 440747"/>
                <a:gd name="connsiteY334" fmla="*/ 547296 h 547312"/>
                <a:gd name="connsiteX335" fmla="*/ 328137 w 440747"/>
                <a:gd name="connsiteY335" fmla="*/ 547286 h 547312"/>
                <a:gd name="connsiteX336" fmla="*/ 326310 w 440747"/>
                <a:gd name="connsiteY336" fmla="*/ 547286 h 547312"/>
                <a:gd name="connsiteX337" fmla="*/ 318967 w 440747"/>
                <a:gd name="connsiteY337" fmla="*/ 547286 h 547312"/>
                <a:gd name="connsiteX338" fmla="*/ 250038 w 440747"/>
                <a:gd name="connsiteY338" fmla="*/ 547268 h 547312"/>
                <a:gd name="connsiteX339" fmla="*/ 188756 w 440747"/>
                <a:gd name="connsiteY339" fmla="*/ 547254 h 547312"/>
                <a:gd name="connsiteX340" fmla="*/ 184821 w 440747"/>
                <a:gd name="connsiteY340" fmla="*/ 547254 h 547312"/>
                <a:gd name="connsiteX341" fmla="*/ 182856 w 440747"/>
                <a:gd name="connsiteY341" fmla="*/ 547254 h 547312"/>
                <a:gd name="connsiteX342" fmla="*/ 173065 w 440747"/>
                <a:gd name="connsiteY342" fmla="*/ 547254 h 547312"/>
                <a:gd name="connsiteX343" fmla="*/ 171114 w 440747"/>
                <a:gd name="connsiteY343" fmla="*/ 547254 h 547312"/>
                <a:gd name="connsiteX344" fmla="*/ 119955 w 440747"/>
                <a:gd name="connsiteY344" fmla="*/ 547247 h 547312"/>
                <a:gd name="connsiteX345" fmla="*/ 118118 w 440747"/>
                <a:gd name="connsiteY345" fmla="*/ 547246 h 547312"/>
                <a:gd name="connsiteX346" fmla="*/ 110802 w 440747"/>
                <a:gd name="connsiteY346" fmla="*/ 547244 h 547312"/>
                <a:gd name="connsiteX347" fmla="*/ 85318 w 440747"/>
                <a:gd name="connsiteY347" fmla="*/ 547240 h 547312"/>
                <a:gd name="connsiteX348" fmla="*/ 52483 w 440747"/>
                <a:gd name="connsiteY348" fmla="*/ 547230 h 547312"/>
                <a:gd name="connsiteX349" fmla="*/ 35104 w 440747"/>
                <a:gd name="connsiteY349" fmla="*/ 547225 h 547312"/>
                <a:gd name="connsiteX350" fmla="*/ 22156 w 440747"/>
                <a:gd name="connsiteY350" fmla="*/ 547218 h 547312"/>
                <a:gd name="connsiteX351" fmla="*/ 16897 w 440747"/>
                <a:gd name="connsiteY351" fmla="*/ 547217 h 547312"/>
                <a:gd name="connsiteX352" fmla="*/ 9787 w 440747"/>
                <a:gd name="connsiteY352" fmla="*/ 547212 h 547312"/>
                <a:gd name="connsiteX353" fmla="*/ 7691 w 440747"/>
                <a:gd name="connsiteY353" fmla="*/ 547216 h 547312"/>
                <a:gd name="connsiteX354" fmla="*/ 5786 w 440747"/>
                <a:gd name="connsiteY354" fmla="*/ 547210 h 547312"/>
                <a:gd name="connsiteX355" fmla="*/ 4143 w 440747"/>
                <a:gd name="connsiteY355" fmla="*/ 547210 h 547312"/>
                <a:gd name="connsiteX356" fmla="*/ 488 w 440747"/>
                <a:gd name="connsiteY356" fmla="*/ 546372 h 547312"/>
                <a:gd name="connsiteX357" fmla="*/ 175 w 440747"/>
                <a:gd name="connsiteY357" fmla="*/ 540425 h 547312"/>
                <a:gd name="connsiteX358" fmla="*/ 156 w 440747"/>
                <a:gd name="connsiteY358" fmla="*/ 538536 h 547312"/>
                <a:gd name="connsiteX359" fmla="*/ 139 w 440747"/>
                <a:gd name="connsiteY359" fmla="*/ 532326 h 547312"/>
                <a:gd name="connsiteX360" fmla="*/ 122 w 440747"/>
                <a:gd name="connsiteY360" fmla="*/ 528030 h 547312"/>
                <a:gd name="connsiteX361" fmla="*/ 115 w 440747"/>
                <a:gd name="connsiteY361" fmla="*/ 519015 h 547312"/>
                <a:gd name="connsiteX362" fmla="*/ 66 w 440747"/>
                <a:gd name="connsiteY362" fmla="*/ 507431 h 547312"/>
                <a:gd name="connsiteX363" fmla="*/ 48 w 440747"/>
                <a:gd name="connsiteY363" fmla="*/ 498556 h 547312"/>
                <a:gd name="connsiteX364" fmla="*/ 26 w 440747"/>
                <a:gd name="connsiteY364" fmla="*/ 494284 h 547312"/>
                <a:gd name="connsiteX365" fmla="*/ 30 w 440747"/>
                <a:gd name="connsiteY365" fmla="*/ 488323 h 547312"/>
                <a:gd name="connsiteX366" fmla="*/ 0 w 440747"/>
                <a:gd name="connsiteY366" fmla="*/ 486521 h 547312"/>
                <a:gd name="connsiteX367" fmla="*/ 488 w 440747"/>
                <a:gd name="connsiteY367" fmla="*/ 482376 h 547312"/>
                <a:gd name="connsiteX368" fmla="*/ 4208 w 440747"/>
                <a:gd name="connsiteY368" fmla="*/ 481632 h 547312"/>
                <a:gd name="connsiteX369" fmla="*/ 6359 w 440747"/>
                <a:gd name="connsiteY369" fmla="*/ 481537 h 547312"/>
                <a:gd name="connsiteX370" fmla="*/ 8750 w 440747"/>
                <a:gd name="connsiteY370" fmla="*/ 481535 h 547312"/>
                <a:gd name="connsiteX371" fmla="*/ 11474 w 440747"/>
                <a:gd name="connsiteY371" fmla="*/ 481528 h 547312"/>
                <a:gd name="connsiteX372" fmla="*/ 14397 w 440747"/>
                <a:gd name="connsiteY372" fmla="*/ 481533 h 547312"/>
                <a:gd name="connsiteX373" fmla="*/ 17413 w 440747"/>
                <a:gd name="connsiteY373" fmla="*/ 481531 h 547312"/>
                <a:gd name="connsiteX374" fmla="*/ 23719 w 440747"/>
                <a:gd name="connsiteY374" fmla="*/ 481535 h 547312"/>
                <a:gd name="connsiteX375" fmla="*/ 31794 w 440747"/>
                <a:gd name="connsiteY375" fmla="*/ 481532 h 547312"/>
                <a:gd name="connsiteX376" fmla="*/ 38016 w 440747"/>
                <a:gd name="connsiteY376" fmla="*/ 481532 h 547312"/>
                <a:gd name="connsiteX377" fmla="*/ 42438 w 440747"/>
                <a:gd name="connsiteY377" fmla="*/ 481528 h 547312"/>
                <a:gd name="connsiteX378" fmla="*/ 45155 w 440747"/>
                <a:gd name="connsiteY378" fmla="*/ 481535 h 547312"/>
                <a:gd name="connsiteX379" fmla="*/ 47545 w 440747"/>
                <a:gd name="connsiteY379" fmla="*/ 481537 h 547312"/>
                <a:gd name="connsiteX380" fmla="*/ 52578 w 440747"/>
                <a:gd name="connsiteY380" fmla="*/ 482376 h 547312"/>
                <a:gd name="connsiteX381" fmla="*/ 52578 w 440747"/>
                <a:gd name="connsiteY381" fmla="*/ 352151 h 547312"/>
                <a:gd name="connsiteX382" fmla="*/ 334607 w 440747"/>
                <a:gd name="connsiteY382" fmla="*/ 351407 h 547312"/>
                <a:gd name="connsiteX383" fmla="*/ 333119 w 440747"/>
                <a:gd name="connsiteY383" fmla="*/ 344710 h 547312"/>
                <a:gd name="connsiteX384" fmla="*/ 330886 w 440747"/>
                <a:gd name="connsiteY384" fmla="*/ 343966 h 547312"/>
                <a:gd name="connsiteX385" fmla="*/ 330468 w 440747"/>
                <a:gd name="connsiteY385" fmla="*/ 339873 h 547312"/>
                <a:gd name="connsiteX386" fmla="*/ 330142 w 440747"/>
                <a:gd name="connsiteY386" fmla="*/ 335780 h 547312"/>
                <a:gd name="connsiteX387" fmla="*/ 328654 w 440747"/>
                <a:gd name="connsiteY387" fmla="*/ 335036 h 547312"/>
                <a:gd name="connsiteX388" fmla="*/ 327584 w 440747"/>
                <a:gd name="connsiteY388" fmla="*/ 330432 h 547312"/>
                <a:gd name="connsiteX389" fmla="*/ 327165 w 440747"/>
                <a:gd name="connsiteY389" fmla="*/ 329083 h 547312"/>
                <a:gd name="connsiteX390" fmla="*/ 325677 w 440747"/>
                <a:gd name="connsiteY390" fmla="*/ 328339 h 547312"/>
                <a:gd name="connsiteX391" fmla="*/ 325262 w 440747"/>
                <a:gd name="connsiteY391" fmla="*/ 323734 h 547312"/>
                <a:gd name="connsiteX392" fmla="*/ 324933 w 440747"/>
                <a:gd name="connsiteY392" fmla="*/ 322386 h 547312"/>
                <a:gd name="connsiteX393" fmla="*/ 322701 w 440747"/>
                <a:gd name="connsiteY393" fmla="*/ 321642 h 547312"/>
                <a:gd name="connsiteX394" fmla="*/ 322701 w 440747"/>
                <a:gd name="connsiteY394" fmla="*/ 316433 h 547312"/>
                <a:gd name="connsiteX395" fmla="*/ 320468 w 440747"/>
                <a:gd name="connsiteY395" fmla="*/ 315688 h 547312"/>
                <a:gd name="connsiteX396" fmla="*/ 318980 w 440747"/>
                <a:gd name="connsiteY396" fmla="*/ 310479 h 547312"/>
                <a:gd name="connsiteX397" fmla="*/ 317492 w 440747"/>
                <a:gd name="connsiteY397" fmla="*/ 309735 h 547312"/>
                <a:gd name="connsiteX398" fmla="*/ 317166 w 440747"/>
                <a:gd name="connsiteY398" fmla="*/ 307131 h 547312"/>
                <a:gd name="connsiteX399" fmla="*/ 316748 w 440747"/>
                <a:gd name="connsiteY399" fmla="*/ 304526 h 547312"/>
                <a:gd name="connsiteX400" fmla="*/ 314515 w 440747"/>
                <a:gd name="connsiteY400" fmla="*/ 303782 h 547312"/>
                <a:gd name="connsiteX401" fmla="*/ 314515 w 440747"/>
                <a:gd name="connsiteY401" fmla="*/ 299317 h 547312"/>
                <a:gd name="connsiteX402" fmla="*/ 312283 w 440747"/>
                <a:gd name="connsiteY402" fmla="*/ 298573 h 547312"/>
                <a:gd name="connsiteX403" fmla="*/ 310794 w 440747"/>
                <a:gd name="connsiteY403" fmla="*/ 294108 h 547312"/>
                <a:gd name="connsiteX404" fmla="*/ 309306 w 440747"/>
                <a:gd name="connsiteY404" fmla="*/ 293364 h 547312"/>
                <a:gd name="connsiteX405" fmla="*/ 308981 w 440747"/>
                <a:gd name="connsiteY405" fmla="*/ 291132 h 547312"/>
                <a:gd name="connsiteX406" fmla="*/ 308562 w 440747"/>
                <a:gd name="connsiteY406" fmla="*/ 288899 h 547312"/>
                <a:gd name="connsiteX407" fmla="*/ 306330 w 440747"/>
                <a:gd name="connsiteY407" fmla="*/ 288155 h 547312"/>
                <a:gd name="connsiteX408" fmla="*/ 306330 w 440747"/>
                <a:gd name="connsiteY408" fmla="*/ 283690 h 547312"/>
                <a:gd name="connsiteX409" fmla="*/ 304097 w 440747"/>
                <a:gd name="connsiteY409" fmla="*/ 283690 h 547312"/>
                <a:gd name="connsiteX410" fmla="*/ 302609 w 440747"/>
                <a:gd name="connsiteY410" fmla="*/ 279970 h 547312"/>
                <a:gd name="connsiteX411" fmla="*/ 301121 w 440747"/>
                <a:gd name="connsiteY411" fmla="*/ 279225 h 547312"/>
                <a:gd name="connsiteX412" fmla="*/ 299632 w 440747"/>
                <a:gd name="connsiteY412" fmla="*/ 274761 h 547312"/>
                <a:gd name="connsiteX413" fmla="*/ 298144 w 440747"/>
                <a:gd name="connsiteY413" fmla="*/ 274017 h 547312"/>
                <a:gd name="connsiteX414" fmla="*/ 297400 w 440747"/>
                <a:gd name="connsiteY414" fmla="*/ 270296 h 547312"/>
                <a:gd name="connsiteX415" fmla="*/ 295912 w 440747"/>
                <a:gd name="connsiteY415" fmla="*/ 269552 h 547312"/>
                <a:gd name="connsiteX416" fmla="*/ 295586 w 440747"/>
                <a:gd name="connsiteY416" fmla="*/ 268110 h 547312"/>
                <a:gd name="connsiteX417" fmla="*/ 292935 w 440747"/>
                <a:gd name="connsiteY417" fmla="*/ 265087 h 547312"/>
                <a:gd name="connsiteX418" fmla="*/ 292191 w 440747"/>
                <a:gd name="connsiteY418" fmla="*/ 262854 h 547312"/>
                <a:gd name="connsiteX419" fmla="*/ 289958 w 440747"/>
                <a:gd name="connsiteY419" fmla="*/ 261366 h 547312"/>
                <a:gd name="connsiteX420" fmla="*/ 289214 w 440747"/>
                <a:gd name="connsiteY420" fmla="*/ 257645 h 547312"/>
                <a:gd name="connsiteX421" fmla="*/ 287726 w 440747"/>
                <a:gd name="connsiteY421" fmla="*/ 257645 h 547312"/>
                <a:gd name="connsiteX422" fmla="*/ 288470 w 440747"/>
                <a:gd name="connsiteY422" fmla="*/ 253925 h 547312"/>
                <a:gd name="connsiteX423" fmla="*/ 292191 w 440747"/>
                <a:gd name="connsiteY423" fmla="*/ 252436 h 547312"/>
                <a:gd name="connsiteX424" fmla="*/ 292935 w 440747"/>
                <a:gd name="connsiteY424" fmla="*/ 250204 h 547312"/>
                <a:gd name="connsiteX425" fmla="*/ 297400 w 440747"/>
                <a:gd name="connsiteY425" fmla="*/ 248716 h 547312"/>
                <a:gd name="connsiteX426" fmla="*/ 298144 w 440747"/>
                <a:gd name="connsiteY426" fmla="*/ 246483 h 547312"/>
                <a:gd name="connsiteX427" fmla="*/ 303353 w 440747"/>
                <a:gd name="connsiteY427" fmla="*/ 245739 h 547312"/>
                <a:gd name="connsiteX428" fmla="*/ 303353 w 440747"/>
                <a:gd name="connsiteY428" fmla="*/ 242763 h 547312"/>
                <a:gd name="connsiteX429" fmla="*/ 308562 w 440747"/>
                <a:gd name="connsiteY429" fmla="*/ 241274 h 547312"/>
                <a:gd name="connsiteX430" fmla="*/ 309306 w 440747"/>
                <a:gd name="connsiteY430" fmla="*/ 239786 h 547312"/>
                <a:gd name="connsiteX431" fmla="*/ 311539 w 440747"/>
                <a:gd name="connsiteY431" fmla="*/ 239088 h 547312"/>
                <a:gd name="connsiteX432" fmla="*/ 313771 w 440747"/>
                <a:gd name="connsiteY432" fmla="*/ 238298 h 547312"/>
                <a:gd name="connsiteX433" fmla="*/ 314515 w 440747"/>
                <a:gd name="connsiteY433" fmla="*/ 236065 h 547312"/>
                <a:gd name="connsiteX434" fmla="*/ 317445 w 440747"/>
                <a:gd name="connsiteY434" fmla="*/ 235275 h 547312"/>
                <a:gd name="connsiteX435" fmla="*/ 321956 w 440747"/>
                <a:gd name="connsiteY435" fmla="*/ 233089 h 547312"/>
                <a:gd name="connsiteX436" fmla="*/ 304829 w 440747"/>
                <a:gd name="connsiteY436" fmla="*/ 232966 h 547312"/>
                <a:gd name="connsiteX437" fmla="*/ 298997 w 440747"/>
                <a:gd name="connsiteY437" fmla="*/ 232920 h 547312"/>
                <a:gd name="connsiteX438" fmla="*/ 290636 w 440747"/>
                <a:gd name="connsiteY438" fmla="*/ 232871 h 547312"/>
                <a:gd name="connsiteX439" fmla="*/ 287984 w 440747"/>
                <a:gd name="connsiteY439" fmla="*/ 232836 h 547312"/>
                <a:gd name="connsiteX440" fmla="*/ 285546 w 440747"/>
                <a:gd name="connsiteY440" fmla="*/ 232835 h 547312"/>
                <a:gd name="connsiteX441" fmla="*/ 283388 w 440747"/>
                <a:gd name="connsiteY441" fmla="*/ 232820 h 547312"/>
                <a:gd name="connsiteX442" fmla="*/ 281773 w 440747"/>
                <a:gd name="connsiteY442" fmla="*/ 233089 h 547312"/>
                <a:gd name="connsiteX443" fmla="*/ 281029 w 440747"/>
                <a:gd name="connsiteY443" fmla="*/ 235321 h 547312"/>
                <a:gd name="connsiteX444" fmla="*/ 279540 w 440747"/>
                <a:gd name="connsiteY444" fmla="*/ 235321 h 547312"/>
                <a:gd name="connsiteX445" fmla="*/ 279430 w 440747"/>
                <a:gd name="connsiteY445" fmla="*/ 236923 h 547312"/>
                <a:gd name="connsiteX446" fmla="*/ 279261 w 440747"/>
                <a:gd name="connsiteY446" fmla="*/ 238995 h 547312"/>
                <a:gd name="connsiteX447" fmla="*/ 279104 w 440747"/>
                <a:gd name="connsiteY447" fmla="*/ 241062 h 547312"/>
                <a:gd name="connsiteX448" fmla="*/ 278796 w 440747"/>
                <a:gd name="connsiteY448" fmla="*/ 242763 h 547312"/>
                <a:gd name="connsiteX449" fmla="*/ 277308 w 440747"/>
                <a:gd name="connsiteY449" fmla="*/ 243507 h 547312"/>
                <a:gd name="connsiteX450" fmla="*/ 276892 w 440747"/>
                <a:gd name="connsiteY450" fmla="*/ 248692 h 547312"/>
                <a:gd name="connsiteX451" fmla="*/ 276564 w 440747"/>
                <a:gd name="connsiteY451" fmla="*/ 250204 h 547312"/>
                <a:gd name="connsiteX452" fmla="*/ 274331 w 440747"/>
                <a:gd name="connsiteY452" fmla="*/ 250948 h 547312"/>
                <a:gd name="connsiteX453" fmla="*/ 273587 w 440747"/>
                <a:gd name="connsiteY453" fmla="*/ 256157 h 547312"/>
                <a:gd name="connsiteX454" fmla="*/ 271355 w 440747"/>
                <a:gd name="connsiteY454" fmla="*/ 256157 h 547312"/>
                <a:gd name="connsiteX455" fmla="*/ 270611 w 440747"/>
                <a:gd name="connsiteY455" fmla="*/ 262854 h 547312"/>
                <a:gd name="connsiteX456" fmla="*/ 268378 w 440747"/>
                <a:gd name="connsiteY456" fmla="*/ 262854 h 547312"/>
                <a:gd name="connsiteX457" fmla="*/ 268518 w 440747"/>
                <a:gd name="connsiteY457" fmla="*/ 265366 h 547312"/>
                <a:gd name="connsiteX458" fmla="*/ 268378 w 440747"/>
                <a:gd name="connsiteY458" fmla="*/ 268063 h 547312"/>
                <a:gd name="connsiteX459" fmla="*/ 266146 w 440747"/>
                <a:gd name="connsiteY459" fmla="*/ 269552 h 547312"/>
                <a:gd name="connsiteX460" fmla="*/ 265774 w 440747"/>
                <a:gd name="connsiteY460" fmla="*/ 272575 h 547312"/>
                <a:gd name="connsiteX461" fmla="*/ 265402 w 440747"/>
                <a:gd name="connsiteY461" fmla="*/ 275505 h 547312"/>
                <a:gd name="connsiteX462" fmla="*/ 263169 w 440747"/>
                <a:gd name="connsiteY462" fmla="*/ 276249 h 547312"/>
                <a:gd name="connsiteX463" fmla="*/ 262425 w 440747"/>
                <a:gd name="connsiteY463" fmla="*/ 280714 h 547312"/>
                <a:gd name="connsiteX464" fmla="*/ 260937 w 440747"/>
                <a:gd name="connsiteY464" fmla="*/ 281458 h 547312"/>
                <a:gd name="connsiteX465" fmla="*/ 259821 w 440747"/>
                <a:gd name="connsiteY465" fmla="*/ 284109 h 547312"/>
                <a:gd name="connsiteX466" fmla="*/ 258705 w 440747"/>
                <a:gd name="connsiteY466" fmla="*/ 286667 h 547312"/>
                <a:gd name="connsiteX467" fmla="*/ 257216 w 440747"/>
                <a:gd name="connsiteY467" fmla="*/ 286667 h 547312"/>
                <a:gd name="connsiteX468" fmla="*/ 257216 w 440747"/>
                <a:gd name="connsiteY468" fmla="*/ 291876 h 547312"/>
                <a:gd name="connsiteX469" fmla="*/ 255728 w 440747"/>
                <a:gd name="connsiteY469" fmla="*/ 291876 h 547312"/>
                <a:gd name="connsiteX470" fmla="*/ 255030 w 440747"/>
                <a:gd name="connsiteY470" fmla="*/ 294015 h 547312"/>
                <a:gd name="connsiteX471" fmla="*/ 252007 w 440747"/>
                <a:gd name="connsiteY471" fmla="*/ 297829 h 547312"/>
                <a:gd name="connsiteX472" fmla="*/ 252007 w 440747"/>
                <a:gd name="connsiteY472" fmla="*/ 301550 h 547312"/>
                <a:gd name="connsiteX473" fmla="*/ 249775 w 440747"/>
                <a:gd name="connsiteY473" fmla="*/ 301550 h 547312"/>
                <a:gd name="connsiteX474" fmla="*/ 248287 w 440747"/>
                <a:gd name="connsiteY474" fmla="*/ 306759 h 547312"/>
                <a:gd name="connsiteX475" fmla="*/ 246798 w 440747"/>
                <a:gd name="connsiteY475" fmla="*/ 307503 h 547312"/>
                <a:gd name="connsiteX476" fmla="*/ 246473 w 440747"/>
                <a:gd name="connsiteY476" fmla="*/ 308898 h 547312"/>
                <a:gd name="connsiteX477" fmla="*/ 243822 w 440747"/>
                <a:gd name="connsiteY477" fmla="*/ 312712 h 547312"/>
                <a:gd name="connsiteX478" fmla="*/ 243078 w 440747"/>
                <a:gd name="connsiteY478" fmla="*/ 315688 h 547312"/>
                <a:gd name="connsiteX479" fmla="*/ 241589 w 440747"/>
                <a:gd name="connsiteY479" fmla="*/ 315688 h 547312"/>
                <a:gd name="connsiteX480" fmla="*/ 240101 w 440747"/>
                <a:gd name="connsiteY480" fmla="*/ 320897 h 547312"/>
                <a:gd name="connsiteX481" fmla="*/ 231915 w 440747"/>
                <a:gd name="connsiteY481" fmla="*/ 321642 h 547312"/>
                <a:gd name="connsiteX482" fmla="*/ 230427 w 440747"/>
                <a:gd name="connsiteY482" fmla="*/ 317921 h 547312"/>
                <a:gd name="connsiteX483" fmla="*/ 227451 w 440747"/>
                <a:gd name="connsiteY483" fmla="*/ 317177 h 547312"/>
                <a:gd name="connsiteX484" fmla="*/ 227451 w 440747"/>
                <a:gd name="connsiteY484" fmla="*/ 314944 h 547312"/>
                <a:gd name="connsiteX485" fmla="*/ 223730 w 440747"/>
                <a:gd name="connsiteY485" fmla="*/ 314200 h 547312"/>
                <a:gd name="connsiteX486" fmla="*/ 222986 w 440747"/>
                <a:gd name="connsiteY486" fmla="*/ 311968 h 547312"/>
                <a:gd name="connsiteX487" fmla="*/ 221498 w 440747"/>
                <a:gd name="connsiteY487" fmla="*/ 311270 h 547312"/>
                <a:gd name="connsiteX488" fmla="*/ 220009 w 440747"/>
                <a:gd name="connsiteY488" fmla="*/ 310479 h 547312"/>
                <a:gd name="connsiteX489" fmla="*/ 219637 w 440747"/>
                <a:gd name="connsiteY489" fmla="*/ 308898 h 547312"/>
                <a:gd name="connsiteX490" fmla="*/ 219265 w 440747"/>
                <a:gd name="connsiteY490" fmla="*/ 307503 h 547312"/>
                <a:gd name="connsiteX491" fmla="*/ 216289 w 440747"/>
                <a:gd name="connsiteY491" fmla="*/ 307503 h 547312"/>
                <a:gd name="connsiteX492" fmla="*/ 215544 w 440747"/>
                <a:gd name="connsiteY492" fmla="*/ 305270 h 547312"/>
                <a:gd name="connsiteX493" fmla="*/ 213684 w 440747"/>
                <a:gd name="connsiteY493" fmla="*/ 304526 h 547312"/>
                <a:gd name="connsiteX494" fmla="*/ 211824 w 440747"/>
                <a:gd name="connsiteY494" fmla="*/ 303782 h 547312"/>
                <a:gd name="connsiteX495" fmla="*/ 211080 w 440747"/>
                <a:gd name="connsiteY495" fmla="*/ 301550 h 547312"/>
                <a:gd name="connsiteX496" fmla="*/ 209591 w 440747"/>
                <a:gd name="connsiteY496" fmla="*/ 301178 h 547312"/>
                <a:gd name="connsiteX497" fmla="*/ 208103 w 440747"/>
                <a:gd name="connsiteY497" fmla="*/ 300806 h 547312"/>
                <a:gd name="connsiteX498" fmla="*/ 207359 w 440747"/>
                <a:gd name="connsiteY498" fmla="*/ 298573 h 547312"/>
                <a:gd name="connsiteX499" fmla="*/ 205498 w 440747"/>
                <a:gd name="connsiteY499" fmla="*/ 297876 h 547312"/>
                <a:gd name="connsiteX500" fmla="*/ 203638 w 440747"/>
                <a:gd name="connsiteY500" fmla="*/ 297085 h 547312"/>
                <a:gd name="connsiteX501" fmla="*/ 203313 w 440747"/>
                <a:gd name="connsiteY501" fmla="*/ 295504 h 547312"/>
                <a:gd name="connsiteX502" fmla="*/ 202894 w 440747"/>
                <a:gd name="connsiteY502" fmla="*/ 294108 h 547312"/>
                <a:gd name="connsiteX503" fmla="*/ 200662 w 440747"/>
                <a:gd name="connsiteY503" fmla="*/ 294108 h 547312"/>
                <a:gd name="connsiteX504" fmla="*/ 198429 w 440747"/>
                <a:gd name="connsiteY504" fmla="*/ 294108 h 547312"/>
                <a:gd name="connsiteX505" fmla="*/ 197685 w 440747"/>
                <a:gd name="connsiteY505" fmla="*/ 291132 h 547312"/>
                <a:gd name="connsiteX506" fmla="*/ 194708 w 440747"/>
                <a:gd name="connsiteY506" fmla="*/ 290388 h 547312"/>
                <a:gd name="connsiteX507" fmla="*/ 193964 w 440747"/>
                <a:gd name="connsiteY507" fmla="*/ 288155 h 547312"/>
                <a:gd name="connsiteX508" fmla="*/ 191360 w 440747"/>
                <a:gd name="connsiteY508" fmla="*/ 287783 h 547312"/>
                <a:gd name="connsiteX509" fmla="*/ 188755 w 440747"/>
                <a:gd name="connsiteY509" fmla="*/ 286667 h 547312"/>
                <a:gd name="connsiteX510" fmla="*/ 188755 w 440747"/>
                <a:gd name="connsiteY510" fmla="*/ 276993 h 547312"/>
                <a:gd name="connsiteX511" fmla="*/ 191732 w 440747"/>
                <a:gd name="connsiteY511" fmla="*/ 276993 h 547312"/>
                <a:gd name="connsiteX512" fmla="*/ 191453 w 440747"/>
                <a:gd name="connsiteY512" fmla="*/ 274993 h 547312"/>
                <a:gd name="connsiteX513" fmla="*/ 193871 w 440747"/>
                <a:gd name="connsiteY513" fmla="*/ 270621 h 547312"/>
                <a:gd name="connsiteX514" fmla="*/ 196197 w 440747"/>
                <a:gd name="connsiteY514" fmla="*/ 268808 h 547312"/>
                <a:gd name="connsiteX515" fmla="*/ 197685 w 440747"/>
                <a:gd name="connsiteY515" fmla="*/ 265087 h 547312"/>
                <a:gd name="connsiteX516" fmla="*/ 202150 w 440747"/>
                <a:gd name="connsiteY516" fmla="*/ 259878 h 547312"/>
                <a:gd name="connsiteX517" fmla="*/ 202475 w 440747"/>
                <a:gd name="connsiteY517" fmla="*/ 257971 h 547312"/>
                <a:gd name="connsiteX518" fmla="*/ 202894 w 440747"/>
                <a:gd name="connsiteY518" fmla="*/ 256157 h 547312"/>
                <a:gd name="connsiteX519" fmla="*/ 205126 w 440747"/>
                <a:gd name="connsiteY519" fmla="*/ 256157 h 547312"/>
                <a:gd name="connsiteX520" fmla="*/ 204940 w 440747"/>
                <a:gd name="connsiteY520" fmla="*/ 254018 h 547312"/>
                <a:gd name="connsiteX521" fmla="*/ 205126 w 440747"/>
                <a:gd name="connsiteY521" fmla="*/ 251692 h 547312"/>
                <a:gd name="connsiteX522" fmla="*/ 208103 w 440747"/>
                <a:gd name="connsiteY522" fmla="*/ 250204 h 547312"/>
                <a:gd name="connsiteX523" fmla="*/ 208103 w 440747"/>
                <a:gd name="connsiteY523" fmla="*/ 245739 h 547312"/>
                <a:gd name="connsiteX524" fmla="*/ 210335 w 440747"/>
                <a:gd name="connsiteY524" fmla="*/ 245739 h 547312"/>
                <a:gd name="connsiteX525" fmla="*/ 210568 w 440747"/>
                <a:gd name="connsiteY525" fmla="*/ 243228 h 547312"/>
                <a:gd name="connsiteX526" fmla="*/ 211080 w 440747"/>
                <a:gd name="connsiteY526" fmla="*/ 240530 h 547312"/>
                <a:gd name="connsiteX527" fmla="*/ 213312 w 440747"/>
                <a:gd name="connsiteY527" fmla="*/ 239042 h 547312"/>
                <a:gd name="connsiteX528" fmla="*/ 213312 w 440747"/>
                <a:gd name="connsiteY528" fmla="*/ 236809 h 547312"/>
                <a:gd name="connsiteX529" fmla="*/ 213312 w 440747"/>
                <a:gd name="connsiteY529" fmla="*/ 234577 h 547312"/>
                <a:gd name="connsiteX530" fmla="*/ 215544 w 440747"/>
                <a:gd name="connsiteY530" fmla="*/ 233089 h 547312"/>
                <a:gd name="connsiteX531" fmla="*/ 216289 w 440747"/>
                <a:gd name="connsiteY531" fmla="*/ 228624 h 547312"/>
                <a:gd name="connsiteX532" fmla="*/ 218521 w 440747"/>
                <a:gd name="connsiteY532" fmla="*/ 228624 h 547312"/>
                <a:gd name="connsiteX533" fmla="*/ 219265 w 440747"/>
                <a:gd name="connsiteY533" fmla="*/ 222671 h 547312"/>
                <a:gd name="connsiteX534" fmla="*/ 221498 w 440747"/>
                <a:gd name="connsiteY534" fmla="*/ 222671 h 547312"/>
                <a:gd name="connsiteX535" fmla="*/ 221419 w 440747"/>
                <a:gd name="connsiteY535" fmla="*/ 221232 h 547312"/>
                <a:gd name="connsiteX536" fmla="*/ 221358 w 440747"/>
                <a:gd name="connsiteY536" fmla="*/ 219369 h 547312"/>
                <a:gd name="connsiteX537" fmla="*/ 221279 w 440747"/>
                <a:gd name="connsiteY537" fmla="*/ 217511 h 547312"/>
                <a:gd name="connsiteX538" fmla="*/ 221498 w 440747"/>
                <a:gd name="connsiteY538" fmla="*/ 215974 h 547312"/>
                <a:gd name="connsiteX539" fmla="*/ 223730 w 440747"/>
                <a:gd name="connsiteY539" fmla="*/ 215229 h 547312"/>
                <a:gd name="connsiteX540" fmla="*/ 224242 w 440747"/>
                <a:gd name="connsiteY540" fmla="*/ 212206 h 547312"/>
                <a:gd name="connsiteX541" fmla="*/ 224474 w 440747"/>
                <a:gd name="connsiteY541" fmla="*/ 209276 h 547312"/>
                <a:gd name="connsiteX542" fmla="*/ 226706 w 440747"/>
                <a:gd name="connsiteY542" fmla="*/ 209276 h 547312"/>
                <a:gd name="connsiteX543" fmla="*/ 226817 w 440747"/>
                <a:gd name="connsiteY543" fmla="*/ 207675 h 547312"/>
                <a:gd name="connsiteX544" fmla="*/ 226986 w 440747"/>
                <a:gd name="connsiteY544" fmla="*/ 205602 h 547312"/>
                <a:gd name="connsiteX545" fmla="*/ 227143 w 440747"/>
                <a:gd name="connsiteY545" fmla="*/ 203535 h 547312"/>
                <a:gd name="connsiteX546" fmla="*/ 227451 w 440747"/>
                <a:gd name="connsiteY546" fmla="*/ 201835 h 547312"/>
                <a:gd name="connsiteX547" fmla="*/ 228939 w 440747"/>
                <a:gd name="connsiteY547" fmla="*/ 201091 h 547312"/>
                <a:gd name="connsiteX548" fmla="*/ 229355 w 440747"/>
                <a:gd name="connsiteY548" fmla="*/ 195324 h 547312"/>
                <a:gd name="connsiteX549" fmla="*/ 229683 w 440747"/>
                <a:gd name="connsiteY549" fmla="*/ 193649 h 547312"/>
                <a:gd name="connsiteX550" fmla="*/ 231915 w 440747"/>
                <a:gd name="connsiteY550" fmla="*/ 192905 h 547312"/>
                <a:gd name="connsiteX551" fmla="*/ 232427 w 440747"/>
                <a:gd name="connsiteY551" fmla="*/ 189138 h 547312"/>
                <a:gd name="connsiteX552" fmla="*/ 232575 w 440747"/>
                <a:gd name="connsiteY552" fmla="*/ 187065 h 547312"/>
                <a:gd name="connsiteX553" fmla="*/ 232660 w 440747"/>
                <a:gd name="connsiteY553" fmla="*/ 185464 h 547312"/>
                <a:gd name="connsiteX554" fmla="*/ 234892 w 440747"/>
                <a:gd name="connsiteY554" fmla="*/ 185464 h 547312"/>
                <a:gd name="connsiteX555" fmla="*/ 234976 w 440747"/>
                <a:gd name="connsiteY555" fmla="*/ 183426 h 547312"/>
                <a:gd name="connsiteX556" fmla="*/ 235125 w 440747"/>
                <a:gd name="connsiteY556" fmla="*/ 180766 h 547312"/>
                <a:gd name="connsiteX557" fmla="*/ 235255 w 440747"/>
                <a:gd name="connsiteY557" fmla="*/ 178124 h 547312"/>
                <a:gd name="connsiteX558" fmla="*/ 237869 w 440747"/>
                <a:gd name="connsiteY558" fmla="*/ 173558 h 547312"/>
                <a:gd name="connsiteX559" fmla="*/ 238008 w 440747"/>
                <a:gd name="connsiteY559" fmla="*/ 169325 h 547312"/>
                <a:gd name="connsiteX560" fmla="*/ 237947 w 440747"/>
                <a:gd name="connsiteY560" fmla="*/ 167084 h 547312"/>
                <a:gd name="connsiteX561" fmla="*/ 237869 w 440747"/>
                <a:gd name="connsiteY561" fmla="*/ 165372 h 547312"/>
                <a:gd name="connsiteX562" fmla="*/ 240845 w 440747"/>
                <a:gd name="connsiteY562" fmla="*/ 165372 h 547312"/>
                <a:gd name="connsiteX563" fmla="*/ 240845 w 440747"/>
                <a:gd name="connsiteY563" fmla="*/ 154210 h 547312"/>
                <a:gd name="connsiteX564" fmla="*/ 242333 w 440747"/>
                <a:gd name="connsiteY564" fmla="*/ 154210 h 547312"/>
                <a:gd name="connsiteX565" fmla="*/ 243540 w 440747"/>
                <a:gd name="connsiteY565" fmla="*/ 144603 h 547312"/>
                <a:gd name="connsiteX566" fmla="*/ 243822 w 440747"/>
                <a:gd name="connsiteY566" fmla="*/ 142304 h 547312"/>
                <a:gd name="connsiteX567" fmla="*/ 245310 w 440747"/>
                <a:gd name="connsiteY567" fmla="*/ 141559 h 547312"/>
                <a:gd name="connsiteX568" fmla="*/ 245540 w 440747"/>
                <a:gd name="connsiteY568" fmla="*/ 138583 h 547312"/>
                <a:gd name="connsiteX569" fmla="*/ 245596 w 440747"/>
                <a:gd name="connsiteY569" fmla="*/ 136769 h 547312"/>
                <a:gd name="connsiteX570" fmla="*/ 245666 w 440747"/>
                <a:gd name="connsiteY570" fmla="*/ 132955 h 547312"/>
                <a:gd name="connsiteX571" fmla="*/ 245726 w 440747"/>
                <a:gd name="connsiteY571" fmla="*/ 131142 h 547312"/>
                <a:gd name="connsiteX572" fmla="*/ 245756 w 440747"/>
                <a:gd name="connsiteY572" fmla="*/ 129467 h 547312"/>
                <a:gd name="connsiteX573" fmla="*/ 246054 w 440747"/>
                <a:gd name="connsiteY573" fmla="*/ 128165 h 547312"/>
                <a:gd name="connsiteX574" fmla="*/ 248287 w 440747"/>
                <a:gd name="connsiteY574" fmla="*/ 127421 h 547312"/>
                <a:gd name="connsiteX575" fmla="*/ 248819 w 440747"/>
                <a:gd name="connsiteY575" fmla="*/ 125174 h 547312"/>
                <a:gd name="connsiteX576" fmla="*/ 249775 w 440747"/>
                <a:gd name="connsiteY576" fmla="*/ 122956 h 547312"/>
                <a:gd name="connsiteX577" fmla="*/ 255402 w 440747"/>
                <a:gd name="connsiteY577" fmla="*/ 122444 h 547312"/>
                <a:gd name="connsiteX578" fmla="*/ 256976 w 440747"/>
                <a:gd name="connsiteY578" fmla="*/ 122411 h 547312"/>
                <a:gd name="connsiteX579" fmla="*/ 260937 w 440747"/>
                <a:gd name="connsiteY579" fmla="*/ 122956 h 547312"/>
                <a:gd name="connsiteX580" fmla="*/ 261681 w 440747"/>
                <a:gd name="connsiteY580" fmla="*/ 126677 h 547312"/>
                <a:gd name="connsiteX581" fmla="*/ 273587 w 440747"/>
                <a:gd name="connsiteY581" fmla="*/ 126677 h 547312"/>
                <a:gd name="connsiteX582" fmla="*/ 273587 w 440747"/>
                <a:gd name="connsiteY582" fmla="*/ 95423 h 547312"/>
                <a:gd name="connsiteX583" fmla="*/ 271355 w 440747"/>
                <a:gd name="connsiteY583" fmla="*/ 96167 h 547312"/>
                <a:gd name="connsiteX584" fmla="*/ 267131 w 440747"/>
                <a:gd name="connsiteY584" fmla="*/ 96256 h 547312"/>
                <a:gd name="connsiteX585" fmla="*/ 264466 w 440747"/>
                <a:gd name="connsiteY585" fmla="*/ 96260 h 547312"/>
                <a:gd name="connsiteX586" fmla="*/ 261538 w 440747"/>
                <a:gd name="connsiteY586" fmla="*/ 96251 h 547312"/>
                <a:gd name="connsiteX587" fmla="*/ 258458 w 440747"/>
                <a:gd name="connsiteY587" fmla="*/ 96252 h 547312"/>
                <a:gd name="connsiteX588" fmla="*/ 250092 w 440747"/>
                <a:gd name="connsiteY588" fmla="*/ 96242 h 547312"/>
                <a:gd name="connsiteX589" fmla="*/ 241350 w 440747"/>
                <a:gd name="connsiteY589" fmla="*/ 96236 h 547312"/>
                <a:gd name="connsiteX590" fmla="*/ 224794 w 440747"/>
                <a:gd name="connsiteY590" fmla="*/ 96221 h 547312"/>
                <a:gd name="connsiteX591" fmla="*/ 205947 w 440747"/>
                <a:gd name="connsiteY591" fmla="*/ 96204 h 547312"/>
                <a:gd name="connsiteX592" fmla="*/ 167175 w 440747"/>
                <a:gd name="connsiteY592" fmla="*/ 96167 h 547312"/>
                <a:gd name="connsiteX593" fmla="*/ 167187 w 440747"/>
                <a:gd name="connsiteY593" fmla="*/ 98888 h 547312"/>
                <a:gd name="connsiteX594" fmla="*/ 167216 w 440747"/>
                <a:gd name="connsiteY594" fmla="*/ 108843 h 547312"/>
                <a:gd name="connsiteX595" fmla="*/ 167231 w 440747"/>
                <a:gd name="connsiteY595" fmla="*/ 113159 h 547312"/>
                <a:gd name="connsiteX596" fmla="*/ 167248 w 440747"/>
                <a:gd name="connsiteY596" fmla="*/ 119349 h 547312"/>
                <a:gd name="connsiteX597" fmla="*/ 167260 w 440747"/>
                <a:gd name="connsiteY597" fmla="*/ 121310 h 547312"/>
                <a:gd name="connsiteX598" fmla="*/ 167175 w 440747"/>
                <a:gd name="connsiteY598" fmla="*/ 125933 h 547312"/>
                <a:gd name="connsiteX599" fmla="*/ 160769 w 440747"/>
                <a:gd name="connsiteY599" fmla="*/ 126797 h 547312"/>
                <a:gd name="connsiteX600" fmla="*/ 158972 w 440747"/>
                <a:gd name="connsiteY600" fmla="*/ 126808 h 547312"/>
                <a:gd name="connsiteX601" fmla="*/ 153063 w 440747"/>
                <a:gd name="connsiteY601" fmla="*/ 126828 h 547312"/>
                <a:gd name="connsiteX602" fmla="*/ 148972 w 440747"/>
                <a:gd name="connsiteY602" fmla="*/ 126841 h 547312"/>
                <a:gd name="connsiteX603" fmla="*/ 140386 w 440747"/>
                <a:gd name="connsiteY603" fmla="*/ 126855 h 547312"/>
                <a:gd name="connsiteX604" fmla="*/ 129363 w 440747"/>
                <a:gd name="connsiteY604" fmla="*/ 126899 h 547312"/>
                <a:gd name="connsiteX605" fmla="*/ 120912 w 440747"/>
                <a:gd name="connsiteY605" fmla="*/ 126917 h 547312"/>
                <a:gd name="connsiteX606" fmla="*/ 116847 w 440747"/>
                <a:gd name="connsiteY606" fmla="*/ 126935 h 547312"/>
                <a:gd name="connsiteX607" fmla="*/ 111170 w 440747"/>
                <a:gd name="connsiteY607" fmla="*/ 126942 h 547312"/>
                <a:gd name="connsiteX608" fmla="*/ 109461 w 440747"/>
                <a:gd name="connsiteY608" fmla="*/ 126963 h 547312"/>
                <a:gd name="connsiteX609" fmla="*/ 105412 w 440747"/>
                <a:gd name="connsiteY609" fmla="*/ 126677 h 547312"/>
                <a:gd name="connsiteX610" fmla="*/ 103726 w 440747"/>
                <a:gd name="connsiteY610" fmla="*/ 118796 h 547312"/>
                <a:gd name="connsiteX611" fmla="*/ 103721 w 440747"/>
                <a:gd name="connsiteY611" fmla="*/ 117126 h 547312"/>
                <a:gd name="connsiteX612" fmla="*/ 103729 w 440747"/>
                <a:gd name="connsiteY612" fmla="*/ 113630 h 547312"/>
                <a:gd name="connsiteX613" fmla="*/ 103720 w 440747"/>
                <a:gd name="connsiteY613" fmla="*/ 108290 h 547312"/>
                <a:gd name="connsiteX614" fmla="*/ 103726 w 440747"/>
                <a:gd name="connsiteY614" fmla="*/ 104890 h 547312"/>
                <a:gd name="connsiteX615" fmla="*/ 103716 w 440747"/>
                <a:gd name="connsiteY615" fmla="*/ 103281 h 547312"/>
                <a:gd name="connsiteX616" fmla="*/ 105412 w 440747"/>
                <a:gd name="connsiteY616" fmla="*/ 96167 h 547312"/>
                <a:gd name="connsiteX617" fmla="*/ 103868 w 440747"/>
                <a:gd name="connsiteY617" fmla="*/ 96169 h 547312"/>
                <a:gd name="connsiteX618" fmla="*/ 66738 w 440747"/>
                <a:gd name="connsiteY618" fmla="*/ 96205 h 547312"/>
                <a:gd name="connsiteX619" fmla="*/ 48782 w 440747"/>
                <a:gd name="connsiteY619" fmla="*/ 96223 h 547312"/>
                <a:gd name="connsiteX620" fmla="*/ 33137 w 440747"/>
                <a:gd name="connsiteY620" fmla="*/ 96237 h 547312"/>
                <a:gd name="connsiteX621" fmla="*/ 24849 w 440747"/>
                <a:gd name="connsiteY621" fmla="*/ 96246 h 547312"/>
                <a:gd name="connsiteX622" fmla="*/ 15611 w 440747"/>
                <a:gd name="connsiteY622" fmla="*/ 96251 h 547312"/>
                <a:gd name="connsiteX623" fmla="*/ 12814 w 440747"/>
                <a:gd name="connsiteY623" fmla="*/ 96260 h 547312"/>
                <a:gd name="connsiteX624" fmla="*/ 10288 w 440747"/>
                <a:gd name="connsiteY624" fmla="*/ 96256 h 547312"/>
                <a:gd name="connsiteX625" fmla="*/ 8078 w 440747"/>
                <a:gd name="connsiteY625" fmla="*/ 96258 h 547312"/>
                <a:gd name="connsiteX626" fmla="*/ 5697 w 440747"/>
                <a:gd name="connsiteY626" fmla="*/ 95423 h 547312"/>
                <a:gd name="connsiteX627" fmla="*/ 5553 w 440747"/>
                <a:gd name="connsiteY627" fmla="*/ 89556 h 547312"/>
                <a:gd name="connsiteX628" fmla="*/ 5535 w 440747"/>
                <a:gd name="connsiteY628" fmla="*/ 87693 h 547312"/>
                <a:gd name="connsiteX629" fmla="*/ 5493 w 440747"/>
                <a:gd name="connsiteY629" fmla="*/ 81566 h 547312"/>
                <a:gd name="connsiteX630" fmla="*/ 5481 w 440747"/>
                <a:gd name="connsiteY630" fmla="*/ 79459 h 547312"/>
                <a:gd name="connsiteX631" fmla="*/ 5436 w 440747"/>
                <a:gd name="connsiteY631" fmla="*/ 68424 h 547312"/>
                <a:gd name="connsiteX632" fmla="*/ 5353 w 440747"/>
                <a:gd name="connsiteY632" fmla="*/ 56996 h 547312"/>
                <a:gd name="connsiteX633" fmla="*/ 5315 w 440747"/>
                <a:gd name="connsiteY633" fmla="*/ 48234 h 547312"/>
                <a:gd name="connsiteX634" fmla="*/ 5281 w 440747"/>
                <a:gd name="connsiteY634" fmla="*/ 44019 h 547312"/>
                <a:gd name="connsiteX635" fmla="*/ 5263 w 440747"/>
                <a:gd name="connsiteY635" fmla="*/ 38134 h 547312"/>
                <a:gd name="connsiteX636" fmla="*/ 5226 w 440747"/>
                <a:gd name="connsiteY636" fmla="*/ 36362 h 547312"/>
                <a:gd name="connsiteX637" fmla="*/ 5697 w 440747"/>
                <a:gd name="connsiteY637" fmla="*/ 32171 h 547312"/>
                <a:gd name="connsiteX638" fmla="*/ 13453 w 440747"/>
                <a:gd name="connsiteY638" fmla="*/ 30504 h 547312"/>
                <a:gd name="connsiteX639" fmla="*/ 15878 w 440747"/>
                <a:gd name="connsiteY639" fmla="*/ 30497 h 547312"/>
                <a:gd name="connsiteX640" fmla="*/ 18515 w 440747"/>
                <a:gd name="connsiteY640" fmla="*/ 30514 h 547312"/>
                <a:gd name="connsiteX641" fmla="*/ 21310 w 440747"/>
                <a:gd name="connsiteY641" fmla="*/ 30513 h 547312"/>
                <a:gd name="connsiteX642" fmla="*/ 28878 w 440747"/>
                <a:gd name="connsiteY642" fmla="*/ 30532 h 547312"/>
                <a:gd name="connsiteX643" fmla="*/ 36795 w 440747"/>
                <a:gd name="connsiteY643" fmla="*/ 30544 h 547312"/>
                <a:gd name="connsiteX644" fmla="*/ 51777 w 440747"/>
                <a:gd name="connsiteY644" fmla="*/ 30575 h 547312"/>
                <a:gd name="connsiteX645" fmla="*/ 68837 w 440747"/>
                <a:gd name="connsiteY645" fmla="*/ 30608 h 547312"/>
                <a:gd name="connsiteX646" fmla="*/ 103923 w 440747"/>
                <a:gd name="connsiteY646" fmla="*/ 30683 h 547312"/>
                <a:gd name="connsiteX647" fmla="*/ 103911 w 440747"/>
                <a:gd name="connsiteY647" fmla="*/ 28042 h 547312"/>
                <a:gd name="connsiteX648" fmla="*/ 103882 w 440747"/>
                <a:gd name="connsiteY648" fmla="*/ 18365 h 547312"/>
                <a:gd name="connsiteX649" fmla="*/ 103867 w 440747"/>
                <a:gd name="connsiteY649" fmla="*/ 14173 h 547312"/>
                <a:gd name="connsiteX650" fmla="*/ 103851 w 440747"/>
                <a:gd name="connsiteY650" fmla="*/ 8155 h 547312"/>
                <a:gd name="connsiteX651" fmla="*/ 103839 w 440747"/>
                <a:gd name="connsiteY651" fmla="*/ 6254 h 547312"/>
                <a:gd name="connsiteX652" fmla="*/ 104667 w 440747"/>
                <a:gd name="connsiteY652" fmla="*/ 173 h 547312"/>
                <a:gd name="connsiteX653" fmla="*/ 110490 w 440747"/>
                <a:gd name="connsiteY653" fmla="*/ 4 h 547312"/>
                <a:gd name="connsiteX654" fmla="*/ 112338 w 440747"/>
                <a:gd name="connsiteY654" fmla="*/ 3 h 54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Lst>
              <a:rect l="l" t="t" r="r" b="b"/>
              <a:pathLst>
                <a:path w="440747" h="547312">
                  <a:moveTo>
                    <a:pt x="200045" y="413726"/>
                  </a:moveTo>
                  <a:cubicBezTo>
                    <a:pt x="199952" y="420918"/>
                    <a:pt x="199857" y="428109"/>
                    <a:pt x="199770" y="435301"/>
                  </a:cubicBezTo>
                  <a:cubicBezTo>
                    <a:pt x="199713" y="440034"/>
                    <a:pt x="199657" y="444767"/>
                    <a:pt x="199595" y="449499"/>
                  </a:cubicBezTo>
                  <a:cubicBezTo>
                    <a:pt x="199543" y="453445"/>
                    <a:pt x="199491" y="457390"/>
                    <a:pt x="199445" y="461335"/>
                  </a:cubicBezTo>
                  <a:cubicBezTo>
                    <a:pt x="199427" y="462834"/>
                    <a:pt x="199409" y="464332"/>
                    <a:pt x="199391" y="465830"/>
                  </a:cubicBezTo>
                  <a:cubicBezTo>
                    <a:pt x="199361" y="467993"/>
                    <a:pt x="199331" y="470155"/>
                    <a:pt x="199307" y="472317"/>
                  </a:cubicBezTo>
                  <a:cubicBezTo>
                    <a:pt x="199299" y="472990"/>
                    <a:pt x="199292" y="473644"/>
                    <a:pt x="199285" y="474297"/>
                  </a:cubicBezTo>
                  <a:cubicBezTo>
                    <a:pt x="199238" y="477314"/>
                    <a:pt x="199080" y="480034"/>
                    <a:pt x="200045" y="482931"/>
                  </a:cubicBezTo>
                  <a:cubicBezTo>
                    <a:pt x="200568" y="483024"/>
                    <a:pt x="201076" y="483114"/>
                    <a:pt x="201584" y="483205"/>
                  </a:cubicBezTo>
                  <a:cubicBezTo>
                    <a:pt x="202620" y="483200"/>
                    <a:pt x="202620" y="483200"/>
                    <a:pt x="203635" y="483196"/>
                  </a:cubicBezTo>
                  <a:cubicBezTo>
                    <a:pt x="204423" y="483199"/>
                    <a:pt x="205188" y="483201"/>
                    <a:pt x="205953" y="483203"/>
                  </a:cubicBezTo>
                  <a:cubicBezTo>
                    <a:pt x="206812" y="483194"/>
                    <a:pt x="207645" y="483184"/>
                    <a:pt x="208478" y="483175"/>
                  </a:cubicBezTo>
                  <a:cubicBezTo>
                    <a:pt x="210225" y="483172"/>
                    <a:pt x="211973" y="483168"/>
                    <a:pt x="213720" y="483164"/>
                  </a:cubicBezTo>
                  <a:cubicBezTo>
                    <a:pt x="216489" y="483140"/>
                    <a:pt x="219256" y="483117"/>
                    <a:pt x="222025" y="483110"/>
                  </a:cubicBezTo>
                  <a:cubicBezTo>
                    <a:pt x="223825" y="483107"/>
                    <a:pt x="225626" y="483102"/>
                    <a:pt x="227427" y="483095"/>
                  </a:cubicBezTo>
                  <a:cubicBezTo>
                    <a:pt x="228306" y="483091"/>
                    <a:pt x="229159" y="483086"/>
                    <a:pt x="230012" y="483082"/>
                  </a:cubicBezTo>
                  <a:cubicBezTo>
                    <a:pt x="230865" y="483079"/>
                    <a:pt x="231694" y="483076"/>
                    <a:pt x="232523" y="483073"/>
                  </a:cubicBezTo>
                  <a:cubicBezTo>
                    <a:pt x="233704" y="483062"/>
                    <a:pt x="233704" y="483062"/>
                    <a:pt x="234862" y="483051"/>
                  </a:cubicBezTo>
                  <a:cubicBezTo>
                    <a:pt x="237258" y="483033"/>
                    <a:pt x="239464" y="483049"/>
                    <a:pt x="241717" y="482187"/>
                  </a:cubicBezTo>
                  <a:cubicBezTo>
                    <a:pt x="242047" y="479498"/>
                    <a:pt x="242047" y="479498"/>
                    <a:pt x="242040" y="477750"/>
                  </a:cubicBezTo>
                  <a:cubicBezTo>
                    <a:pt x="242022" y="477093"/>
                    <a:pt x="242005" y="476455"/>
                    <a:pt x="241987" y="475818"/>
                  </a:cubicBezTo>
                  <a:cubicBezTo>
                    <a:pt x="241965" y="473688"/>
                    <a:pt x="241939" y="471559"/>
                    <a:pt x="241894" y="469430"/>
                  </a:cubicBezTo>
                  <a:cubicBezTo>
                    <a:pt x="241862" y="467904"/>
                    <a:pt x="241834" y="466378"/>
                    <a:pt x="241812" y="464852"/>
                  </a:cubicBezTo>
                  <a:cubicBezTo>
                    <a:pt x="241761" y="460861"/>
                    <a:pt x="241700" y="456871"/>
                    <a:pt x="241624" y="452881"/>
                  </a:cubicBezTo>
                  <a:cubicBezTo>
                    <a:pt x="241530" y="447929"/>
                    <a:pt x="241455" y="442977"/>
                    <a:pt x="241383" y="438025"/>
                  </a:cubicBezTo>
                  <a:cubicBezTo>
                    <a:pt x="241278" y="430782"/>
                    <a:pt x="241278" y="430782"/>
                    <a:pt x="240973" y="413726"/>
                  </a:cubicBezTo>
                  <a:cubicBezTo>
                    <a:pt x="227058" y="413726"/>
                    <a:pt x="213552" y="413726"/>
                    <a:pt x="200045" y="413726"/>
                  </a:cubicBezTo>
                  <a:close/>
                  <a:moveTo>
                    <a:pt x="294834" y="413636"/>
                  </a:moveTo>
                  <a:cubicBezTo>
                    <a:pt x="292365" y="413770"/>
                    <a:pt x="292365" y="413770"/>
                    <a:pt x="292346" y="418685"/>
                  </a:cubicBezTo>
                  <a:cubicBezTo>
                    <a:pt x="292347" y="419308"/>
                    <a:pt x="292349" y="419913"/>
                    <a:pt x="292350" y="420518"/>
                  </a:cubicBezTo>
                  <a:cubicBezTo>
                    <a:pt x="292346" y="422540"/>
                    <a:pt x="292343" y="424562"/>
                    <a:pt x="292345" y="426585"/>
                  </a:cubicBezTo>
                  <a:cubicBezTo>
                    <a:pt x="292347" y="428036"/>
                    <a:pt x="292348" y="429487"/>
                    <a:pt x="292347" y="430938"/>
                  </a:cubicBezTo>
                  <a:cubicBezTo>
                    <a:pt x="292345" y="433956"/>
                    <a:pt x="292344" y="436973"/>
                    <a:pt x="292347" y="439991"/>
                  </a:cubicBezTo>
                  <a:cubicBezTo>
                    <a:pt x="292352" y="443925"/>
                    <a:pt x="292354" y="447858"/>
                    <a:pt x="292350" y="451792"/>
                  </a:cubicBezTo>
                  <a:cubicBezTo>
                    <a:pt x="292346" y="454854"/>
                    <a:pt x="292345" y="457916"/>
                    <a:pt x="292346" y="460978"/>
                  </a:cubicBezTo>
                  <a:cubicBezTo>
                    <a:pt x="292347" y="462440"/>
                    <a:pt x="292347" y="463903"/>
                    <a:pt x="292348" y="465365"/>
                  </a:cubicBezTo>
                  <a:cubicBezTo>
                    <a:pt x="292345" y="467471"/>
                    <a:pt x="292343" y="469577"/>
                    <a:pt x="292347" y="471683"/>
                  </a:cubicBezTo>
                  <a:cubicBezTo>
                    <a:pt x="292348" y="472341"/>
                    <a:pt x="292349" y="472979"/>
                    <a:pt x="292350" y="473617"/>
                  </a:cubicBezTo>
                  <a:cubicBezTo>
                    <a:pt x="292343" y="476771"/>
                    <a:pt x="292131" y="479917"/>
                    <a:pt x="293191" y="482930"/>
                  </a:cubicBezTo>
                  <a:cubicBezTo>
                    <a:pt x="293750" y="483052"/>
                    <a:pt x="294292" y="483170"/>
                    <a:pt x="294834" y="483288"/>
                  </a:cubicBezTo>
                  <a:cubicBezTo>
                    <a:pt x="295582" y="483282"/>
                    <a:pt x="296307" y="483275"/>
                    <a:pt x="297032" y="483268"/>
                  </a:cubicBezTo>
                  <a:cubicBezTo>
                    <a:pt x="297888" y="483268"/>
                    <a:pt x="298719" y="483268"/>
                    <a:pt x="299550" y="483267"/>
                  </a:cubicBezTo>
                  <a:cubicBezTo>
                    <a:pt x="300457" y="483252"/>
                    <a:pt x="301337" y="483236"/>
                    <a:pt x="302217" y="483221"/>
                  </a:cubicBezTo>
                  <a:cubicBezTo>
                    <a:pt x="303893" y="483215"/>
                    <a:pt x="305570" y="483207"/>
                    <a:pt x="307247" y="483199"/>
                  </a:cubicBezTo>
                  <a:cubicBezTo>
                    <a:pt x="309441" y="483171"/>
                    <a:pt x="311571" y="483144"/>
                    <a:pt x="313701" y="483116"/>
                  </a:cubicBezTo>
                  <a:cubicBezTo>
                    <a:pt x="324012" y="483023"/>
                    <a:pt x="324012" y="483023"/>
                    <a:pt x="334119" y="482930"/>
                  </a:cubicBezTo>
                  <a:cubicBezTo>
                    <a:pt x="334119" y="459401"/>
                    <a:pt x="334119" y="436563"/>
                    <a:pt x="334119" y="413725"/>
                  </a:cubicBezTo>
                  <a:cubicBezTo>
                    <a:pt x="327177" y="413710"/>
                    <a:pt x="320439" y="413694"/>
                    <a:pt x="313701" y="413679"/>
                  </a:cubicBezTo>
                  <a:cubicBezTo>
                    <a:pt x="310685" y="413669"/>
                    <a:pt x="307669" y="413659"/>
                    <a:pt x="304652" y="413655"/>
                  </a:cubicBezTo>
                  <a:cubicBezTo>
                    <a:pt x="303422" y="413654"/>
                    <a:pt x="303422" y="413654"/>
                    <a:pt x="302217" y="413653"/>
                  </a:cubicBezTo>
                  <a:cubicBezTo>
                    <a:pt x="300870" y="413647"/>
                    <a:pt x="300870" y="413647"/>
                    <a:pt x="299550" y="413641"/>
                  </a:cubicBezTo>
                  <a:cubicBezTo>
                    <a:pt x="298694" y="413641"/>
                    <a:pt x="297863" y="413641"/>
                    <a:pt x="297032" y="413641"/>
                  </a:cubicBezTo>
                  <a:cubicBezTo>
                    <a:pt x="296285" y="413639"/>
                    <a:pt x="295560" y="413638"/>
                    <a:pt x="294834" y="413636"/>
                  </a:cubicBezTo>
                  <a:close/>
                  <a:moveTo>
                    <a:pt x="146315" y="413363"/>
                  </a:moveTo>
                  <a:cubicBezTo>
                    <a:pt x="145624" y="413367"/>
                    <a:pt x="144954" y="413372"/>
                    <a:pt x="144284" y="413376"/>
                  </a:cubicBezTo>
                  <a:cubicBezTo>
                    <a:pt x="143503" y="413374"/>
                    <a:pt x="142746" y="413372"/>
                    <a:pt x="141989" y="413369"/>
                  </a:cubicBezTo>
                  <a:cubicBezTo>
                    <a:pt x="141140" y="413383"/>
                    <a:pt x="140316" y="413396"/>
                    <a:pt x="139492" y="413409"/>
                  </a:cubicBezTo>
                  <a:cubicBezTo>
                    <a:pt x="137768" y="413414"/>
                    <a:pt x="136044" y="413420"/>
                    <a:pt x="134321" y="413428"/>
                  </a:cubicBezTo>
                  <a:cubicBezTo>
                    <a:pt x="131586" y="413461"/>
                    <a:pt x="128853" y="413493"/>
                    <a:pt x="126119" y="413506"/>
                  </a:cubicBezTo>
                  <a:cubicBezTo>
                    <a:pt x="124340" y="413512"/>
                    <a:pt x="122560" y="413520"/>
                    <a:pt x="120781" y="413530"/>
                  </a:cubicBezTo>
                  <a:cubicBezTo>
                    <a:pt x="119916" y="413536"/>
                    <a:pt x="119077" y="413542"/>
                    <a:pt x="118237" y="413548"/>
                  </a:cubicBezTo>
                  <a:cubicBezTo>
                    <a:pt x="116976" y="413557"/>
                    <a:pt x="116976" y="413557"/>
                    <a:pt x="115740" y="413565"/>
                  </a:cubicBezTo>
                  <a:cubicBezTo>
                    <a:pt x="114581" y="413580"/>
                    <a:pt x="114581" y="413580"/>
                    <a:pt x="113445" y="413594"/>
                  </a:cubicBezTo>
                  <a:cubicBezTo>
                    <a:pt x="109063" y="413642"/>
                    <a:pt x="109063" y="413642"/>
                    <a:pt x="109044" y="418685"/>
                  </a:cubicBezTo>
                  <a:cubicBezTo>
                    <a:pt x="109045" y="419308"/>
                    <a:pt x="109047" y="419913"/>
                    <a:pt x="109048" y="420518"/>
                  </a:cubicBezTo>
                  <a:cubicBezTo>
                    <a:pt x="109044" y="422541"/>
                    <a:pt x="109041" y="424563"/>
                    <a:pt x="109043" y="426585"/>
                  </a:cubicBezTo>
                  <a:cubicBezTo>
                    <a:pt x="109045" y="428036"/>
                    <a:pt x="109046" y="429487"/>
                    <a:pt x="109045" y="430939"/>
                  </a:cubicBezTo>
                  <a:cubicBezTo>
                    <a:pt x="109043" y="433956"/>
                    <a:pt x="109042" y="436974"/>
                    <a:pt x="109045" y="439991"/>
                  </a:cubicBezTo>
                  <a:cubicBezTo>
                    <a:pt x="109050" y="443925"/>
                    <a:pt x="109052" y="447859"/>
                    <a:pt x="109048" y="451793"/>
                  </a:cubicBezTo>
                  <a:cubicBezTo>
                    <a:pt x="109044" y="454855"/>
                    <a:pt x="109043" y="457917"/>
                    <a:pt x="109044" y="460979"/>
                  </a:cubicBezTo>
                  <a:cubicBezTo>
                    <a:pt x="109045" y="462441"/>
                    <a:pt x="109045" y="463903"/>
                    <a:pt x="109046" y="465365"/>
                  </a:cubicBezTo>
                  <a:cubicBezTo>
                    <a:pt x="109043" y="467471"/>
                    <a:pt x="109041" y="469578"/>
                    <a:pt x="109044" y="471684"/>
                  </a:cubicBezTo>
                  <a:cubicBezTo>
                    <a:pt x="109046" y="472341"/>
                    <a:pt x="109047" y="472979"/>
                    <a:pt x="109048" y="473617"/>
                  </a:cubicBezTo>
                  <a:cubicBezTo>
                    <a:pt x="109041" y="476779"/>
                    <a:pt x="108856" y="479902"/>
                    <a:pt x="109889" y="482931"/>
                  </a:cubicBezTo>
                  <a:cubicBezTo>
                    <a:pt x="110606" y="483114"/>
                    <a:pt x="110606" y="483114"/>
                    <a:pt x="111309" y="483294"/>
                  </a:cubicBezTo>
                  <a:cubicBezTo>
                    <a:pt x="112261" y="483287"/>
                    <a:pt x="112261" y="483287"/>
                    <a:pt x="113193" y="483281"/>
                  </a:cubicBezTo>
                  <a:cubicBezTo>
                    <a:pt x="113918" y="483283"/>
                    <a:pt x="114621" y="483285"/>
                    <a:pt x="115324" y="483287"/>
                  </a:cubicBezTo>
                  <a:cubicBezTo>
                    <a:pt x="116113" y="483274"/>
                    <a:pt x="116878" y="483261"/>
                    <a:pt x="117644" y="483248"/>
                  </a:cubicBezTo>
                  <a:cubicBezTo>
                    <a:pt x="119253" y="483243"/>
                    <a:pt x="120861" y="483236"/>
                    <a:pt x="122470" y="483229"/>
                  </a:cubicBezTo>
                  <a:cubicBezTo>
                    <a:pt x="125015" y="483196"/>
                    <a:pt x="127561" y="483163"/>
                    <a:pt x="130107" y="483150"/>
                  </a:cubicBezTo>
                  <a:cubicBezTo>
                    <a:pt x="131763" y="483145"/>
                    <a:pt x="133420" y="483137"/>
                    <a:pt x="135076" y="483126"/>
                  </a:cubicBezTo>
                  <a:cubicBezTo>
                    <a:pt x="135885" y="483120"/>
                    <a:pt x="136671" y="483114"/>
                    <a:pt x="137457" y="483108"/>
                  </a:cubicBezTo>
                  <a:cubicBezTo>
                    <a:pt x="138240" y="483102"/>
                    <a:pt x="139000" y="483097"/>
                    <a:pt x="139759" y="483092"/>
                  </a:cubicBezTo>
                  <a:cubicBezTo>
                    <a:pt x="140493" y="483082"/>
                    <a:pt x="141206" y="483072"/>
                    <a:pt x="141918" y="483063"/>
                  </a:cubicBezTo>
                  <a:cubicBezTo>
                    <a:pt x="144485" y="483032"/>
                    <a:pt x="146822" y="482746"/>
                    <a:pt x="149328" y="482187"/>
                  </a:cubicBezTo>
                  <a:cubicBezTo>
                    <a:pt x="148574" y="479924"/>
                    <a:pt x="148500" y="478063"/>
                    <a:pt x="148500" y="475696"/>
                  </a:cubicBezTo>
                  <a:cubicBezTo>
                    <a:pt x="148506" y="474810"/>
                    <a:pt x="148506" y="474810"/>
                    <a:pt x="148512" y="473942"/>
                  </a:cubicBezTo>
                  <a:cubicBezTo>
                    <a:pt x="148514" y="472672"/>
                    <a:pt x="148516" y="471403"/>
                    <a:pt x="148519" y="470134"/>
                  </a:cubicBezTo>
                  <a:cubicBezTo>
                    <a:pt x="148528" y="468058"/>
                    <a:pt x="148538" y="465983"/>
                    <a:pt x="148543" y="463907"/>
                  </a:cubicBezTo>
                  <a:cubicBezTo>
                    <a:pt x="148551" y="458730"/>
                    <a:pt x="148567" y="453552"/>
                    <a:pt x="148584" y="448375"/>
                  </a:cubicBezTo>
                  <a:cubicBezTo>
                    <a:pt x="148599" y="443909"/>
                    <a:pt x="148614" y="439443"/>
                    <a:pt x="148622" y="434976"/>
                  </a:cubicBezTo>
                  <a:cubicBezTo>
                    <a:pt x="148626" y="432872"/>
                    <a:pt x="148631" y="430767"/>
                    <a:pt x="148640" y="428663"/>
                  </a:cubicBezTo>
                  <a:cubicBezTo>
                    <a:pt x="148646" y="427332"/>
                    <a:pt x="148651" y="426002"/>
                    <a:pt x="148654" y="424671"/>
                  </a:cubicBezTo>
                  <a:cubicBezTo>
                    <a:pt x="148655" y="424039"/>
                    <a:pt x="148656" y="423425"/>
                    <a:pt x="148657" y="422811"/>
                  </a:cubicBezTo>
                  <a:cubicBezTo>
                    <a:pt x="148676" y="419878"/>
                    <a:pt x="149221" y="416368"/>
                    <a:pt x="147840" y="413726"/>
                  </a:cubicBezTo>
                  <a:cubicBezTo>
                    <a:pt x="147321" y="413602"/>
                    <a:pt x="146818" y="413483"/>
                    <a:pt x="146315" y="413363"/>
                  </a:cubicBezTo>
                  <a:close/>
                  <a:moveTo>
                    <a:pt x="112338" y="3"/>
                  </a:moveTo>
                  <a:cubicBezTo>
                    <a:pt x="114363" y="4"/>
                    <a:pt x="116388" y="16"/>
                    <a:pt x="118414" y="27"/>
                  </a:cubicBezTo>
                  <a:cubicBezTo>
                    <a:pt x="119814" y="30"/>
                    <a:pt x="121214" y="32"/>
                    <a:pt x="122615" y="34"/>
                  </a:cubicBezTo>
                  <a:cubicBezTo>
                    <a:pt x="126308" y="40"/>
                    <a:pt x="130001" y="54"/>
                    <a:pt x="133695" y="71"/>
                  </a:cubicBezTo>
                  <a:cubicBezTo>
                    <a:pt x="138122" y="88"/>
                    <a:pt x="142549" y="95"/>
                    <a:pt x="146977" y="104"/>
                  </a:cubicBezTo>
                  <a:cubicBezTo>
                    <a:pt x="153710" y="118"/>
                    <a:pt x="160442" y="147"/>
                    <a:pt x="167175" y="173"/>
                  </a:cubicBezTo>
                  <a:cubicBezTo>
                    <a:pt x="167175" y="10732"/>
                    <a:pt x="167175" y="21292"/>
                    <a:pt x="167175" y="32171"/>
                  </a:cubicBezTo>
                  <a:cubicBezTo>
                    <a:pt x="167912" y="31680"/>
                    <a:pt x="168649" y="31189"/>
                    <a:pt x="169408" y="30683"/>
                  </a:cubicBezTo>
                  <a:cubicBezTo>
                    <a:pt x="171274" y="30499"/>
                    <a:pt x="171274" y="30499"/>
                    <a:pt x="173546" y="30504"/>
                  </a:cubicBezTo>
                  <a:cubicBezTo>
                    <a:pt x="174407" y="30502"/>
                    <a:pt x="175268" y="30499"/>
                    <a:pt x="176155" y="30497"/>
                  </a:cubicBezTo>
                  <a:cubicBezTo>
                    <a:pt x="177100" y="30503"/>
                    <a:pt x="178046" y="30508"/>
                    <a:pt x="179020" y="30514"/>
                  </a:cubicBezTo>
                  <a:cubicBezTo>
                    <a:pt x="180024" y="30514"/>
                    <a:pt x="181029" y="30514"/>
                    <a:pt x="182034" y="30513"/>
                  </a:cubicBezTo>
                  <a:cubicBezTo>
                    <a:pt x="184763" y="30513"/>
                    <a:pt x="187491" y="30521"/>
                    <a:pt x="190220" y="30532"/>
                  </a:cubicBezTo>
                  <a:cubicBezTo>
                    <a:pt x="193071" y="30541"/>
                    <a:pt x="195923" y="30542"/>
                    <a:pt x="198774" y="30544"/>
                  </a:cubicBezTo>
                  <a:cubicBezTo>
                    <a:pt x="204174" y="30548"/>
                    <a:pt x="209574" y="30560"/>
                    <a:pt x="214974" y="30575"/>
                  </a:cubicBezTo>
                  <a:cubicBezTo>
                    <a:pt x="221121" y="30592"/>
                    <a:pt x="227269" y="30600"/>
                    <a:pt x="233416" y="30608"/>
                  </a:cubicBezTo>
                  <a:cubicBezTo>
                    <a:pt x="246062" y="30623"/>
                    <a:pt x="258709" y="30649"/>
                    <a:pt x="271355" y="30683"/>
                  </a:cubicBezTo>
                  <a:cubicBezTo>
                    <a:pt x="271355" y="31174"/>
                    <a:pt x="271355" y="31665"/>
                    <a:pt x="271355" y="32171"/>
                  </a:cubicBezTo>
                  <a:cubicBezTo>
                    <a:pt x="272092" y="32171"/>
                    <a:pt x="272828" y="32171"/>
                    <a:pt x="273587" y="32171"/>
                  </a:cubicBezTo>
                  <a:cubicBezTo>
                    <a:pt x="273587" y="21611"/>
                    <a:pt x="273587" y="11052"/>
                    <a:pt x="273587" y="173"/>
                  </a:cubicBezTo>
                  <a:cubicBezTo>
                    <a:pt x="293478" y="173"/>
                    <a:pt x="313369" y="173"/>
                    <a:pt x="333863" y="173"/>
                  </a:cubicBezTo>
                  <a:cubicBezTo>
                    <a:pt x="333863" y="10732"/>
                    <a:pt x="333863" y="21292"/>
                    <a:pt x="333863" y="32171"/>
                  </a:cubicBezTo>
                  <a:cubicBezTo>
                    <a:pt x="334599" y="31680"/>
                    <a:pt x="335336" y="31189"/>
                    <a:pt x="336095" y="30683"/>
                  </a:cubicBezTo>
                  <a:cubicBezTo>
                    <a:pt x="337849" y="30497"/>
                    <a:pt x="337849" y="30497"/>
                    <a:pt x="339960" y="30499"/>
                  </a:cubicBezTo>
                  <a:cubicBezTo>
                    <a:pt x="340760" y="30495"/>
                    <a:pt x="341560" y="30492"/>
                    <a:pt x="342385" y="30489"/>
                  </a:cubicBezTo>
                  <a:cubicBezTo>
                    <a:pt x="343701" y="30495"/>
                    <a:pt x="343701" y="30495"/>
                    <a:pt x="345045" y="30502"/>
                  </a:cubicBezTo>
                  <a:cubicBezTo>
                    <a:pt x="346432" y="30500"/>
                    <a:pt x="346432" y="30500"/>
                    <a:pt x="347847" y="30498"/>
                  </a:cubicBezTo>
                  <a:cubicBezTo>
                    <a:pt x="350384" y="30495"/>
                    <a:pt x="352920" y="30500"/>
                    <a:pt x="355457" y="30507"/>
                  </a:cubicBezTo>
                  <a:cubicBezTo>
                    <a:pt x="358112" y="30514"/>
                    <a:pt x="360766" y="30512"/>
                    <a:pt x="363420" y="30512"/>
                  </a:cubicBezTo>
                  <a:cubicBezTo>
                    <a:pt x="367878" y="30513"/>
                    <a:pt x="372337" y="30519"/>
                    <a:pt x="376795" y="30529"/>
                  </a:cubicBezTo>
                  <a:cubicBezTo>
                    <a:pt x="381949" y="30541"/>
                    <a:pt x="387103" y="30545"/>
                    <a:pt x="392257" y="30544"/>
                  </a:cubicBezTo>
                  <a:cubicBezTo>
                    <a:pt x="397215" y="30544"/>
                    <a:pt x="402172" y="30548"/>
                    <a:pt x="407129" y="30554"/>
                  </a:cubicBezTo>
                  <a:cubicBezTo>
                    <a:pt x="409239" y="30557"/>
                    <a:pt x="411349" y="30558"/>
                    <a:pt x="413459" y="30558"/>
                  </a:cubicBezTo>
                  <a:cubicBezTo>
                    <a:pt x="416406" y="30559"/>
                    <a:pt x="419352" y="30567"/>
                    <a:pt x="422299" y="30574"/>
                  </a:cubicBezTo>
                  <a:cubicBezTo>
                    <a:pt x="423175" y="30574"/>
                    <a:pt x="424052" y="30574"/>
                    <a:pt x="424955" y="30573"/>
                  </a:cubicBezTo>
                  <a:cubicBezTo>
                    <a:pt x="426158" y="30578"/>
                    <a:pt x="426158" y="30578"/>
                    <a:pt x="427386" y="30583"/>
                  </a:cubicBezTo>
                  <a:cubicBezTo>
                    <a:pt x="428083" y="30584"/>
                    <a:pt x="428780" y="30586"/>
                    <a:pt x="429498" y="30587"/>
                  </a:cubicBezTo>
                  <a:cubicBezTo>
                    <a:pt x="431234" y="30677"/>
                    <a:pt x="432684" y="30843"/>
                    <a:pt x="434322" y="31427"/>
                  </a:cubicBezTo>
                  <a:cubicBezTo>
                    <a:pt x="435488" y="33760"/>
                    <a:pt x="435169" y="36249"/>
                    <a:pt x="435162" y="38810"/>
                  </a:cubicBezTo>
                  <a:cubicBezTo>
                    <a:pt x="435163" y="39419"/>
                    <a:pt x="435165" y="40028"/>
                    <a:pt x="435166" y="40655"/>
                  </a:cubicBezTo>
                  <a:cubicBezTo>
                    <a:pt x="435169" y="42672"/>
                    <a:pt x="435167" y="44690"/>
                    <a:pt x="435165" y="46708"/>
                  </a:cubicBezTo>
                  <a:cubicBezTo>
                    <a:pt x="435165" y="48105"/>
                    <a:pt x="435166" y="49503"/>
                    <a:pt x="435167" y="50900"/>
                  </a:cubicBezTo>
                  <a:cubicBezTo>
                    <a:pt x="435168" y="53831"/>
                    <a:pt x="435166" y="56762"/>
                    <a:pt x="435163" y="59693"/>
                  </a:cubicBezTo>
                  <a:cubicBezTo>
                    <a:pt x="435159" y="63458"/>
                    <a:pt x="435161" y="67223"/>
                    <a:pt x="435166" y="70989"/>
                  </a:cubicBezTo>
                  <a:cubicBezTo>
                    <a:pt x="435168" y="73875"/>
                    <a:pt x="435167" y="76761"/>
                    <a:pt x="435165" y="79647"/>
                  </a:cubicBezTo>
                  <a:cubicBezTo>
                    <a:pt x="435165" y="81036"/>
                    <a:pt x="435166" y="82425"/>
                    <a:pt x="435167" y="83813"/>
                  </a:cubicBezTo>
                  <a:cubicBezTo>
                    <a:pt x="435169" y="85750"/>
                    <a:pt x="435166" y="87687"/>
                    <a:pt x="435162" y="89624"/>
                  </a:cubicBezTo>
                  <a:cubicBezTo>
                    <a:pt x="435164" y="90203"/>
                    <a:pt x="435165" y="90783"/>
                    <a:pt x="435167" y="91380"/>
                  </a:cubicBezTo>
                  <a:cubicBezTo>
                    <a:pt x="435151" y="95338"/>
                    <a:pt x="435151" y="95338"/>
                    <a:pt x="434322" y="96167"/>
                  </a:cubicBezTo>
                  <a:cubicBezTo>
                    <a:pt x="433022" y="96239"/>
                    <a:pt x="431720" y="96258"/>
                    <a:pt x="430418" y="96256"/>
                  </a:cubicBezTo>
                  <a:cubicBezTo>
                    <a:pt x="429572" y="96257"/>
                    <a:pt x="428726" y="96258"/>
                    <a:pt x="427854" y="96260"/>
                  </a:cubicBezTo>
                  <a:cubicBezTo>
                    <a:pt x="426917" y="96257"/>
                    <a:pt x="425981" y="96254"/>
                    <a:pt x="425015" y="96251"/>
                  </a:cubicBezTo>
                  <a:cubicBezTo>
                    <a:pt x="424035" y="96252"/>
                    <a:pt x="423056" y="96252"/>
                    <a:pt x="422046" y="96252"/>
                  </a:cubicBezTo>
                  <a:cubicBezTo>
                    <a:pt x="419351" y="96252"/>
                    <a:pt x="416656" y="96248"/>
                    <a:pt x="413961" y="96242"/>
                  </a:cubicBezTo>
                  <a:cubicBezTo>
                    <a:pt x="411147" y="96238"/>
                    <a:pt x="408333" y="96237"/>
                    <a:pt x="405520" y="96236"/>
                  </a:cubicBezTo>
                  <a:cubicBezTo>
                    <a:pt x="400188" y="96234"/>
                    <a:pt x="394857" y="96228"/>
                    <a:pt x="389525" y="96221"/>
                  </a:cubicBezTo>
                  <a:cubicBezTo>
                    <a:pt x="383457" y="96212"/>
                    <a:pt x="377389" y="96208"/>
                    <a:pt x="371321" y="96204"/>
                  </a:cubicBezTo>
                  <a:cubicBezTo>
                    <a:pt x="358835" y="96197"/>
                    <a:pt x="346349" y="96183"/>
                    <a:pt x="333863" y="96167"/>
                  </a:cubicBezTo>
                  <a:cubicBezTo>
                    <a:pt x="333878" y="96777"/>
                    <a:pt x="333878" y="96777"/>
                    <a:pt x="333893" y="97400"/>
                  </a:cubicBezTo>
                  <a:cubicBezTo>
                    <a:pt x="333991" y="101624"/>
                    <a:pt x="334059" y="105849"/>
                    <a:pt x="334108" y="110074"/>
                  </a:cubicBezTo>
                  <a:cubicBezTo>
                    <a:pt x="334130" y="111652"/>
                    <a:pt x="334161" y="113230"/>
                    <a:pt x="334200" y="114808"/>
                  </a:cubicBezTo>
                  <a:cubicBezTo>
                    <a:pt x="334254" y="117073"/>
                    <a:pt x="334279" y="119336"/>
                    <a:pt x="334299" y="121601"/>
                  </a:cubicBezTo>
                  <a:cubicBezTo>
                    <a:pt x="334322" y="122310"/>
                    <a:pt x="334345" y="123018"/>
                    <a:pt x="334369" y="123748"/>
                  </a:cubicBezTo>
                  <a:cubicBezTo>
                    <a:pt x="334370" y="125572"/>
                    <a:pt x="334338" y="127149"/>
                    <a:pt x="333863" y="128909"/>
                  </a:cubicBezTo>
                  <a:cubicBezTo>
                    <a:pt x="330853" y="130764"/>
                    <a:pt x="327717" y="130563"/>
                    <a:pt x="324246" y="130498"/>
                  </a:cubicBezTo>
                  <a:cubicBezTo>
                    <a:pt x="323505" y="130487"/>
                    <a:pt x="323505" y="130487"/>
                    <a:pt x="322748" y="130477"/>
                  </a:cubicBezTo>
                  <a:cubicBezTo>
                    <a:pt x="321130" y="130452"/>
                    <a:pt x="319511" y="130416"/>
                    <a:pt x="317893" y="130380"/>
                  </a:cubicBezTo>
                  <a:cubicBezTo>
                    <a:pt x="316765" y="130360"/>
                    <a:pt x="315637" y="130342"/>
                    <a:pt x="314508" y="130324"/>
                  </a:cubicBezTo>
                  <a:cubicBezTo>
                    <a:pt x="311550" y="130274"/>
                    <a:pt x="308592" y="130215"/>
                    <a:pt x="305634" y="130155"/>
                  </a:cubicBezTo>
                  <a:cubicBezTo>
                    <a:pt x="302612" y="130094"/>
                    <a:pt x="299589" y="130043"/>
                    <a:pt x="296566" y="129990"/>
                  </a:cubicBezTo>
                  <a:cubicBezTo>
                    <a:pt x="290642" y="129887"/>
                    <a:pt x="284719" y="129773"/>
                    <a:pt x="278796" y="129653"/>
                  </a:cubicBezTo>
                  <a:cubicBezTo>
                    <a:pt x="279460" y="129681"/>
                    <a:pt x="280124" y="129709"/>
                    <a:pt x="280808" y="129738"/>
                  </a:cubicBezTo>
                  <a:cubicBezTo>
                    <a:pt x="282114" y="129811"/>
                    <a:pt x="282114" y="129811"/>
                    <a:pt x="283447" y="129886"/>
                  </a:cubicBezTo>
                  <a:cubicBezTo>
                    <a:pt x="284311" y="129929"/>
                    <a:pt x="285174" y="129972"/>
                    <a:pt x="286063" y="130017"/>
                  </a:cubicBezTo>
                  <a:cubicBezTo>
                    <a:pt x="288587" y="130416"/>
                    <a:pt x="289556" y="130994"/>
                    <a:pt x="291447" y="132630"/>
                  </a:cubicBezTo>
                  <a:cubicBezTo>
                    <a:pt x="293079" y="132987"/>
                    <a:pt x="293079" y="132987"/>
                    <a:pt x="294804" y="132984"/>
                  </a:cubicBezTo>
                  <a:cubicBezTo>
                    <a:pt x="295742" y="133019"/>
                    <a:pt x="295742" y="133019"/>
                    <a:pt x="296698" y="133054"/>
                  </a:cubicBezTo>
                  <a:cubicBezTo>
                    <a:pt x="297344" y="133068"/>
                    <a:pt x="297990" y="133081"/>
                    <a:pt x="298656" y="133095"/>
                  </a:cubicBezTo>
                  <a:cubicBezTo>
                    <a:pt x="299945" y="133133"/>
                    <a:pt x="301235" y="133173"/>
                    <a:pt x="302525" y="133217"/>
                  </a:cubicBezTo>
                  <a:cubicBezTo>
                    <a:pt x="303094" y="133230"/>
                    <a:pt x="303664" y="133243"/>
                    <a:pt x="304250" y="133257"/>
                  </a:cubicBezTo>
                  <a:cubicBezTo>
                    <a:pt x="305585" y="133374"/>
                    <a:pt x="305585" y="133374"/>
                    <a:pt x="306330" y="134118"/>
                  </a:cubicBezTo>
                  <a:cubicBezTo>
                    <a:pt x="306394" y="135117"/>
                    <a:pt x="306409" y="136120"/>
                    <a:pt x="306402" y="137121"/>
                  </a:cubicBezTo>
                  <a:cubicBezTo>
                    <a:pt x="306400" y="137723"/>
                    <a:pt x="306397" y="138325"/>
                    <a:pt x="306395" y="138945"/>
                  </a:cubicBezTo>
                  <a:cubicBezTo>
                    <a:pt x="306389" y="139577"/>
                    <a:pt x="306382" y="140210"/>
                    <a:pt x="306376" y="140862"/>
                  </a:cubicBezTo>
                  <a:cubicBezTo>
                    <a:pt x="306373" y="141497"/>
                    <a:pt x="306369" y="142133"/>
                    <a:pt x="306366" y="142788"/>
                  </a:cubicBezTo>
                  <a:cubicBezTo>
                    <a:pt x="306357" y="144363"/>
                    <a:pt x="306344" y="145938"/>
                    <a:pt x="306330" y="147513"/>
                  </a:cubicBezTo>
                  <a:cubicBezTo>
                    <a:pt x="305593" y="147513"/>
                    <a:pt x="304856" y="147513"/>
                    <a:pt x="304097" y="147513"/>
                  </a:cubicBezTo>
                  <a:cubicBezTo>
                    <a:pt x="304061" y="148417"/>
                    <a:pt x="304024" y="149322"/>
                    <a:pt x="303987" y="150254"/>
                  </a:cubicBezTo>
                  <a:cubicBezTo>
                    <a:pt x="303931" y="151433"/>
                    <a:pt x="303875" y="152612"/>
                    <a:pt x="303818" y="153791"/>
                  </a:cubicBezTo>
                  <a:cubicBezTo>
                    <a:pt x="303795" y="154388"/>
                    <a:pt x="303772" y="154986"/>
                    <a:pt x="303748" y="155601"/>
                  </a:cubicBezTo>
                  <a:cubicBezTo>
                    <a:pt x="303671" y="157125"/>
                    <a:pt x="303518" y="158645"/>
                    <a:pt x="303353" y="160163"/>
                  </a:cubicBezTo>
                  <a:cubicBezTo>
                    <a:pt x="302862" y="160409"/>
                    <a:pt x="302371" y="160654"/>
                    <a:pt x="301865" y="160907"/>
                  </a:cubicBezTo>
                  <a:cubicBezTo>
                    <a:pt x="301573" y="162587"/>
                    <a:pt x="301573" y="162587"/>
                    <a:pt x="301493" y="164535"/>
                  </a:cubicBezTo>
                  <a:cubicBezTo>
                    <a:pt x="301332" y="167292"/>
                    <a:pt x="301215" y="168206"/>
                    <a:pt x="299632" y="170581"/>
                  </a:cubicBezTo>
                  <a:cubicBezTo>
                    <a:pt x="300241" y="170584"/>
                    <a:pt x="300850" y="170587"/>
                    <a:pt x="301478" y="170591"/>
                  </a:cubicBezTo>
                  <a:cubicBezTo>
                    <a:pt x="316277" y="170667"/>
                    <a:pt x="331075" y="170748"/>
                    <a:pt x="345874" y="170833"/>
                  </a:cubicBezTo>
                  <a:cubicBezTo>
                    <a:pt x="353031" y="170875"/>
                    <a:pt x="360187" y="170914"/>
                    <a:pt x="367343" y="170951"/>
                  </a:cubicBezTo>
                  <a:cubicBezTo>
                    <a:pt x="373579" y="170983"/>
                    <a:pt x="379814" y="171017"/>
                    <a:pt x="386049" y="171055"/>
                  </a:cubicBezTo>
                  <a:cubicBezTo>
                    <a:pt x="389353" y="171075"/>
                    <a:pt x="392656" y="171093"/>
                    <a:pt x="395960" y="171109"/>
                  </a:cubicBezTo>
                  <a:cubicBezTo>
                    <a:pt x="399066" y="171123"/>
                    <a:pt x="402171" y="171141"/>
                    <a:pt x="405277" y="171162"/>
                  </a:cubicBezTo>
                  <a:cubicBezTo>
                    <a:pt x="406420" y="171169"/>
                    <a:pt x="407564" y="171174"/>
                    <a:pt x="408707" y="171179"/>
                  </a:cubicBezTo>
                  <a:cubicBezTo>
                    <a:pt x="410261" y="171185"/>
                    <a:pt x="411815" y="171196"/>
                    <a:pt x="413369" y="171207"/>
                  </a:cubicBezTo>
                  <a:cubicBezTo>
                    <a:pt x="414677" y="171215"/>
                    <a:pt x="414677" y="171215"/>
                    <a:pt x="416011" y="171222"/>
                  </a:cubicBezTo>
                  <a:cubicBezTo>
                    <a:pt x="417951" y="171325"/>
                    <a:pt x="417951" y="171325"/>
                    <a:pt x="418695" y="172069"/>
                  </a:cubicBezTo>
                  <a:cubicBezTo>
                    <a:pt x="418769" y="173922"/>
                    <a:pt x="418796" y="175754"/>
                    <a:pt x="418791" y="177607"/>
                  </a:cubicBezTo>
                  <a:cubicBezTo>
                    <a:pt x="418792" y="178186"/>
                    <a:pt x="418794" y="178766"/>
                    <a:pt x="418795" y="179363"/>
                  </a:cubicBezTo>
                  <a:cubicBezTo>
                    <a:pt x="418798" y="181288"/>
                    <a:pt x="418796" y="183213"/>
                    <a:pt x="418794" y="185138"/>
                  </a:cubicBezTo>
                  <a:cubicBezTo>
                    <a:pt x="418794" y="186470"/>
                    <a:pt x="418795" y="187802"/>
                    <a:pt x="418796" y="189134"/>
                  </a:cubicBezTo>
                  <a:cubicBezTo>
                    <a:pt x="418797" y="191929"/>
                    <a:pt x="418795" y="194724"/>
                    <a:pt x="418792" y="197519"/>
                  </a:cubicBezTo>
                  <a:cubicBezTo>
                    <a:pt x="418788" y="201110"/>
                    <a:pt x="418790" y="204701"/>
                    <a:pt x="418794" y="208292"/>
                  </a:cubicBezTo>
                  <a:cubicBezTo>
                    <a:pt x="418797" y="211044"/>
                    <a:pt x="418796" y="213795"/>
                    <a:pt x="418794" y="216546"/>
                  </a:cubicBezTo>
                  <a:cubicBezTo>
                    <a:pt x="418794" y="217871"/>
                    <a:pt x="418794" y="219195"/>
                    <a:pt x="418796" y="220520"/>
                  </a:cubicBezTo>
                  <a:cubicBezTo>
                    <a:pt x="418798" y="222367"/>
                    <a:pt x="418795" y="224215"/>
                    <a:pt x="418791" y="226063"/>
                  </a:cubicBezTo>
                  <a:cubicBezTo>
                    <a:pt x="418793" y="226616"/>
                    <a:pt x="418794" y="227169"/>
                    <a:pt x="418796" y="227738"/>
                  </a:cubicBezTo>
                  <a:cubicBezTo>
                    <a:pt x="418780" y="231515"/>
                    <a:pt x="418780" y="231515"/>
                    <a:pt x="417951" y="232345"/>
                  </a:cubicBezTo>
                  <a:cubicBezTo>
                    <a:pt x="416934" y="232425"/>
                    <a:pt x="415914" y="232454"/>
                    <a:pt x="414895" y="232462"/>
                  </a:cubicBezTo>
                  <a:cubicBezTo>
                    <a:pt x="414236" y="232470"/>
                    <a:pt x="413578" y="232477"/>
                    <a:pt x="412900" y="232484"/>
                  </a:cubicBezTo>
                  <a:cubicBezTo>
                    <a:pt x="412172" y="232489"/>
                    <a:pt x="411444" y="232493"/>
                    <a:pt x="410694" y="232497"/>
                  </a:cubicBezTo>
                  <a:cubicBezTo>
                    <a:pt x="409931" y="232505"/>
                    <a:pt x="409169" y="232512"/>
                    <a:pt x="408384" y="232520"/>
                  </a:cubicBezTo>
                  <a:cubicBezTo>
                    <a:pt x="405851" y="232543"/>
                    <a:pt x="403319" y="232562"/>
                    <a:pt x="400786" y="232580"/>
                  </a:cubicBezTo>
                  <a:cubicBezTo>
                    <a:pt x="399035" y="232595"/>
                    <a:pt x="397285" y="232611"/>
                    <a:pt x="395534" y="232627"/>
                  </a:cubicBezTo>
                  <a:cubicBezTo>
                    <a:pt x="390916" y="232668"/>
                    <a:pt x="386297" y="232705"/>
                    <a:pt x="381679" y="232741"/>
                  </a:cubicBezTo>
                  <a:cubicBezTo>
                    <a:pt x="376971" y="232778"/>
                    <a:pt x="372262" y="232819"/>
                    <a:pt x="367554" y="232861"/>
                  </a:cubicBezTo>
                  <a:cubicBezTo>
                    <a:pt x="358308" y="232941"/>
                    <a:pt x="349062" y="233016"/>
                    <a:pt x="339816" y="233089"/>
                  </a:cubicBezTo>
                  <a:cubicBezTo>
                    <a:pt x="340542" y="233660"/>
                    <a:pt x="341268" y="234232"/>
                    <a:pt x="342016" y="234821"/>
                  </a:cubicBezTo>
                  <a:cubicBezTo>
                    <a:pt x="344236" y="236569"/>
                    <a:pt x="344633" y="237709"/>
                    <a:pt x="345025" y="240530"/>
                  </a:cubicBezTo>
                  <a:cubicBezTo>
                    <a:pt x="345762" y="240776"/>
                    <a:pt x="346498" y="241021"/>
                    <a:pt x="347257" y="241274"/>
                  </a:cubicBezTo>
                  <a:cubicBezTo>
                    <a:pt x="348545" y="243128"/>
                    <a:pt x="349447" y="244879"/>
                    <a:pt x="350234" y="246995"/>
                  </a:cubicBezTo>
                  <a:cubicBezTo>
                    <a:pt x="350895" y="248953"/>
                    <a:pt x="350895" y="248953"/>
                    <a:pt x="353210" y="250204"/>
                  </a:cubicBezTo>
                  <a:cubicBezTo>
                    <a:pt x="353210" y="251186"/>
                    <a:pt x="353210" y="252169"/>
                    <a:pt x="353210" y="253181"/>
                  </a:cubicBezTo>
                  <a:cubicBezTo>
                    <a:pt x="353947" y="253181"/>
                    <a:pt x="354684" y="253181"/>
                    <a:pt x="355443" y="253181"/>
                  </a:cubicBezTo>
                  <a:cubicBezTo>
                    <a:pt x="355710" y="254417"/>
                    <a:pt x="355956" y="255658"/>
                    <a:pt x="356187" y="256901"/>
                  </a:cubicBezTo>
                  <a:cubicBezTo>
                    <a:pt x="357272" y="258111"/>
                    <a:pt x="357272" y="258111"/>
                    <a:pt x="358419" y="259134"/>
                  </a:cubicBezTo>
                  <a:cubicBezTo>
                    <a:pt x="358665" y="259870"/>
                    <a:pt x="358911" y="260607"/>
                    <a:pt x="359164" y="261366"/>
                  </a:cubicBezTo>
                  <a:cubicBezTo>
                    <a:pt x="359655" y="261612"/>
                    <a:pt x="360146" y="261857"/>
                    <a:pt x="360652" y="262110"/>
                  </a:cubicBezTo>
                  <a:cubicBezTo>
                    <a:pt x="361148" y="263847"/>
                    <a:pt x="361644" y="265583"/>
                    <a:pt x="362140" y="267319"/>
                  </a:cubicBezTo>
                  <a:cubicBezTo>
                    <a:pt x="362631" y="267565"/>
                    <a:pt x="363122" y="267810"/>
                    <a:pt x="363628" y="268063"/>
                  </a:cubicBezTo>
                  <a:cubicBezTo>
                    <a:pt x="363736" y="268677"/>
                    <a:pt x="363843" y="269291"/>
                    <a:pt x="363954" y="269924"/>
                  </a:cubicBezTo>
                  <a:cubicBezTo>
                    <a:pt x="364092" y="270538"/>
                    <a:pt x="364230" y="271152"/>
                    <a:pt x="364373" y="271784"/>
                  </a:cubicBezTo>
                  <a:cubicBezTo>
                    <a:pt x="365109" y="272030"/>
                    <a:pt x="365846" y="272275"/>
                    <a:pt x="366605" y="272528"/>
                  </a:cubicBezTo>
                  <a:cubicBezTo>
                    <a:pt x="366883" y="274011"/>
                    <a:pt x="367131" y="275500"/>
                    <a:pt x="367349" y="276993"/>
                  </a:cubicBezTo>
                  <a:cubicBezTo>
                    <a:pt x="367840" y="277239"/>
                    <a:pt x="368331" y="277484"/>
                    <a:pt x="368837" y="277737"/>
                  </a:cubicBezTo>
                  <a:cubicBezTo>
                    <a:pt x="369333" y="279225"/>
                    <a:pt x="369830" y="280714"/>
                    <a:pt x="370326" y="282202"/>
                  </a:cubicBezTo>
                  <a:cubicBezTo>
                    <a:pt x="370817" y="282448"/>
                    <a:pt x="371308" y="282693"/>
                    <a:pt x="371814" y="282946"/>
                  </a:cubicBezTo>
                  <a:cubicBezTo>
                    <a:pt x="371921" y="283668"/>
                    <a:pt x="372029" y="284389"/>
                    <a:pt x="372139" y="285132"/>
                  </a:cubicBezTo>
                  <a:cubicBezTo>
                    <a:pt x="372278" y="285884"/>
                    <a:pt x="372416" y="286636"/>
                    <a:pt x="372558" y="287411"/>
                  </a:cubicBezTo>
                  <a:cubicBezTo>
                    <a:pt x="373295" y="287902"/>
                    <a:pt x="374031" y="288393"/>
                    <a:pt x="374790" y="288899"/>
                  </a:cubicBezTo>
                  <a:cubicBezTo>
                    <a:pt x="375064" y="290632"/>
                    <a:pt x="375313" y="292368"/>
                    <a:pt x="375535" y="294108"/>
                  </a:cubicBezTo>
                  <a:cubicBezTo>
                    <a:pt x="376026" y="294354"/>
                    <a:pt x="376517" y="294599"/>
                    <a:pt x="377023" y="294852"/>
                  </a:cubicBezTo>
                  <a:cubicBezTo>
                    <a:pt x="377495" y="296372"/>
                    <a:pt x="377781" y="297897"/>
                    <a:pt x="378093" y="299457"/>
                  </a:cubicBezTo>
                  <a:cubicBezTo>
                    <a:pt x="378231" y="299902"/>
                    <a:pt x="378369" y="300347"/>
                    <a:pt x="378511" y="300806"/>
                  </a:cubicBezTo>
                  <a:cubicBezTo>
                    <a:pt x="379002" y="301051"/>
                    <a:pt x="379493" y="301297"/>
                    <a:pt x="379999" y="301550"/>
                  </a:cubicBezTo>
                  <a:cubicBezTo>
                    <a:pt x="380308" y="303087"/>
                    <a:pt x="380308" y="303087"/>
                    <a:pt x="380465" y="304945"/>
                  </a:cubicBezTo>
                  <a:cubicBezTo>
                    <a:pt x="380548" y="305867"/>
                    <a:pt x="380548" y="305867"/>
                    <a:pt x="380633" y="306808"/>
                  </a:cubicBezTo>
                  <a:cubicBezTo>
                    <a:pt x="380670" y="307283"/>
                    <a:pt x="380706" y="307758"/>
                    <a:pt x="380744" y="308247"/>
                  </a:cubicBezTo>
                  <a:cubicBezTo>
                    <a:pt x="381480" y="308247"/>
                    <a:pt x="382217" y="308247"/>
                    <a:pt x="382976" y="308247"/>
                  </a:cubicBezTo>
                  <a:cubicBezTo>
                    <a:pt x="382924" y="309040"/>
                    <a:pt x="382924" y="309040"/>
                    <a:pt x="382871" y="309849"/>
                  </a:cubicBezTo>
                  <a:cubicBezTo>
                    <a:pt x="382845" y="310533"/>
                    <a:pt x="382818" y="311217"/>
                    <a:pt x="382790" y="311921"/>
                  </a:cubicBezTo>
                  <a:cubicBezTo>
                    <a:pt x="382738" y="312944"/>
                    <a:pt x="382738" y="312944"/>
                    <a:pt x="382685" y="313988"/>
                  </a:cubicBezTo>
                  <a:cubicBezTo>
                    <a:pt x="382829" y="314830"/>
                    <a:pt x="382829" y="314830"/>
                    <a:pt x="382976" y="315688"/>
                  </a:cubicBezTo>
                  <a:cubicBezTo>
                    <a:pt x="384440" y="316216"/>
                    <a:pt x="384440" y="316216"/>
                    <a:pt x="385953" y="316433"/>
                  </a:cubicBezTo>
                  <a:cubicBezTo>
                    <a:pt x="386278" y="318293"/>
                    <a:pt x="386278" y="318293"/>
                    <a:pt x="385953" y="320153"/>
                  </a:cubicBezTo>
                  <a:cubicBezTo>
                    <a:pt x="385216" y="320399"/>
                    <a:pt x="384479" y="320644"/>
                    <a:pt x="383720" y="320897"/>
                  </a:cubicBezTo>
                  <a:cubicBezTo>
                    <a:pt x="383521" y="321511"/>
                    <a:pt x="383321" y="322125"/>
                    <a:pt x="383116" y="322758"/>
                  </a:cubicBezTo>
                  <a:cubicBezTo>
                    <a:pt x="382678" y="323679"/>
                    <a:pt x="382678" y="323679"/>
                    <a:pt x="382232" y="324618"/>
                  </a:cubicBezTo>
                  <a:cubicBezTo>
                    <a:pt x="380748" y="324891"/>
                    <a:pt x="379259" y="325140"/>
                    <a:pt x="377767" y="325362"/>
                  </a:cubicBezTo>
                  <a:cubicBezTo>
                    <a:pt x="377660" y="325869"/>
                    <a:pt x="377552" y="326375"/>
                    <a:pt x="377441" y="326897"/>
                  </a:cubicBezTo>
                  <a:cubicBezTo>
                    <a:pt x="377303" y="327373"/>
                    <a:pt x="377165" y="327849"/>
                    <a:pt x="377023" y="328339"/>
                  </a:cubicBezTo>
                  <a:cubicBezTo>
                    <a:pt x="374372" y="328525"/>
                    <a:pt x="374372" y="328525"/>
                    <a:pt x="371814" y="328339"/>
                  </a:cubicBezTo>
                  <a:cubicBezTo>
                    <a:pt x="371814" y="329321"/>
                    <a:pt x="371814" y="330303"/>
                    <a:pt x="371814" y="331315"/>
                  </a:cubicBezTo>
                  <a:cubicBezTo>
                    <a:pt x="370339" y="331849"/>
                    <a:pt x="368849" y="332344"/>
                    <a:pt x="367349" y="332804"/>
                  </a:cubicBezTo>
                  <a:cubicBezTo>
                    <a:pt x="367104" y="333540"/>
                    <a:pt x="366858" y="334277"/>
                    <a:pt x="366605" y="335036"/>
                  </a:cubicBezTo>
                  <a:cubicBezTo>
                    <a:pt x="366006" y="335143"/>
                    <a:pt x="365408" y="335251"/>
                    <a:pt x="364791" y="335362"/>
                  </a:cubicBezTo>
                  <a:cubicBezTo>
                    <a:pt x="364162" y="335500"/>
                    <a:pt x="363533" y="335638"/>
                    <a:pt x="362884" y="335780"/>
                  </a:cubicBezTo>
                  <a:cubicBezTo>
                    <a:pt x="362639" y="336271"/>
                    <a:pt x="362393" y="336762"/>
                    <a:pt x="362140" y="337268"/>
                  </a:cubicBezTo>
                  <a:cubicBezTo>
                    <a:pt x="361895" y="337760"/>
                    <a:pt x="361649" y="338251"/>
                    <a:pt x="361396" y="338757"/>
                  </a:cubicBezTo>
                  <a:cubicBezTo>
                    <a:pt x="360161" y="339028"/>
                    <a:pt x="358920" y="339277"/>
                    <a:pt x="357675" y="339501"/>
                  </a:cubicBezTo>
                  <a:cubicBezTo>
                    <a:pt x="357430" y="340238"/>
                    <a:pt x="357184" y="340974"/>
                    <a:pt x="356931" y="341733"/>
                  </a:cubicBezTo>
                  <a:cubicBezTo>
                    <a:pt x="356194" y="341703"/>
                    <a:pt x="355458" y="341672"/>
                    <a:pt x="354699" y="341640"/>
                  </a:cubicBezTo>
                  <a:cubicBezTo>
                    <a:pt x="353594" y="341686"/>
                    <a:pt x="353594" y="341686"/>
                    <a:pt x="352466" y="341733"/>
                  </a:cubicBezTo>
                  <a:cubicBezTo>
                    <a:pt x="352359" y="342347"/>
                    <a:pt x="352251" y="342961"/>
                    <a:pt x="352141" y="343594"/>
                  </a:cubicBezTo>
                  <a:cubicBezTo>
                    <a:pt x="352003" y="344208"/>
                    <a:pt x="351864" y="344821"/>
                    <a:pt x="351722" y="345454"/>
                  </a:cubicBezTo>
                  <a:cubicBezTo>
                    <a:pt x="349071" y="345687"/>
                    <a:pt x="349071" y="345687"/>
                    <a:pt x="346513" y="345454"/>
                  </a:cubicBezTo>
                  <a:cubicBezTo>
                    <a:pt x="346513" y="346436"/>
                    <a:pt x="346513" y="347419"/>
                    <a:pt x="346513" y="348431"/>
                  </a:cubicBezTo>
                  <a:cubicBezTo>
                    <a:pt x="344374" y="349268"/>
                    <a:pt x="344374" y="349268"/>
                    <a:pt x="342048" y="349919"/>
                  </a:cubicBezTo>
                  <a:cubicBezTo>
                    <a:pt x="341557" y="350410"/>
                    <a:pt x="341066" y="350901"/>
                    <a:pt x="340560" y="351407"/>
                  </a:cubicBezTo>
                  <a:cubicBezTo>
                    <a:pt x="341209" y="351410"/>
                    <a:pt x="341859" y="351413"/>
                    <a:pt x="342528" y="351415"/>
                  </a:cubicBezTo>
                  <a:cubicBezTo>
                    <a:pt x="348638" y="351443"/>
                    <a:pt x="354748" y="351486"/>
                    <a:pt x="360858" y="351544"/>
                  </a:cubicBezTo>
                  <a:cubicBezTo>
                    <a:pt x="363999" y="351573"/>
                    <a:pt x="367141" y="351597"/>
                    <a:pt x="370282" y="351609"/>
                  </a:cubicBezTo>
                  <a:cubicBezTo>
                    <a:pt x="373313" y="351620"/>
                    <a:pt x="376342" y="351646"/>
                    <a:pt x="379373" y="351681"/>
                  </a:cubicBezTo>
                  <a:cubicBezTo>
                    <a:pt x="380530" y="351692"/>
                    <a:pt x="381688" y="351698"/>
                    <a:pt x="382846" y="351699"/>
                  </a:cubicBezTo>
                  <a:cubicBezTo>
                    <a:pt x="384464" y="351700"/>
                    <a:pt x="386081" y="351721"/>
                    <a:pt x="387699" y="351745"/>
                  </a:cubicBezTo>
                  <a:cubicBezTo>
                    <a:pt x="388621" y="351752"/>
                    <a:pt x="389543" y="351758"/>
                    <a:pt x="390493" y="351765"/>
                  </a:cubicBezTo>
                  <a:cubicBezTo>
                    <a:pt x="392650" y="352151"/>
                    <a:pt x="392650" y="352151"/>
                    <a:pt x="393517" y="353349"/>
                  </a:cubicBezTo>
                  <a:cubicBezTo>
                    <a:pt x="394333" y="355686"/>
                    <a:pt x="394326" y="357678"/>
                    <a:pt x="394327" y="360155"/>
                  </a:cubicBezTo>
                  <a:cubicBezTo>
                    <a:pt x="394329" y="360660"/>
                    <a:pt x="394332" y="361165"/>
                    <a:pt x="394334" y="361685"/>
                  </a:cubicBezTo>
                  <a:cubicBezTo>
                    <a:pt x="394340" y="363376"/>
                    <a:pt x="394335" y="365067"/>
                    <a:pt x="394331" y="366758"/>
                  </a:cubicBezTo>
                  <a:cubicBezTo>
                    <a:pt x="394333" y="367971"/>
                    <a:pt x="394335" y="369183"/>
                    <a:pt x="394339" y="370396"/>
                  </a:cubicBezTo>
                  <a:cubicBezTo>
                    <a:pt x="394345" y="373689"/>
                    <a:pt x="394343" y="376982"/>
                    <a:pt x="394338" y="380275"/>
                  </a:cubicBezTo>
                  <a:cubicBezTo>
                    <a:pt x="394334" y="383720"/>
                    <a:pt x="394338" y="387165"/>
                    <a:pt x="394340" y="390610"/>
                  </a:cubicBezTo>
                  <a:cubicBezTo>
                    <a:pt x="394343" y="396395"/>
                    <a:pt x="394339" y="402180"/>
                    <a:pt x="394332" y="407965"/>
                  </a:cubicBezTo>
                  <a:cubicBezTo>
                    <a:pt x="394324" y="414656"/>
                    <a:pt x="394327" y="421346"/>
                    <a:pt x="394335" y="428037"/>
                  </a:cubicBezTo>
                  <a:cubicBezTo>
                    <a:pt x="394342" y="433779"/>
                    <a:pt x="394343" y="439521"/>
                    <a:pt x="394339" y="445263"/>
                  </a:cubicBezTo>
                  <a:cubicBezTo>
                    <a:pt x="394336" y="448694"/>
                    <a:pt x="394336" y="452124"/>
                    <a:pt x="394341" y="455555"/>
                  </a:cubicBezTo>
                  <a:cubicBezTo>
                    <a:pt x="394345" y="458780"/>
                    <a:pt x="394342" y="462005"/>
                    <a:pt x="394334" y="465229"/>
                  </a:cubicBezTo>
                  <a:cubicBezTo>
                    <a:pt x="394332" y="466414"/>
                    <a:pt x="394332" y="467598"/>
                    <a:pt x="394336" y="468782"/>
                  </a:cubicBezTo>
                  <a:cubicBezTo>
                    <a:pt x="394340" y="470398"/>
                    <a:pt x="394335" y="472012"/>
                    <a:pt x="394327" y="473628"/>
                  </a:cubicBezTo>
                  <a:cubicBezTo>
                    <a:pt x="394327" y="474532"/>
                    <a:pt x="394326" y="475436"/>
                    <a:pt x="394325" y="476368"/>
                  </a:cubicBezTo>
                  <a:cubicBezTo>
                    <a:pt x="394147" y="478552"/>
                    <a:pt x="393796" y="479793"/>
                    <a:pt x="392650" y="481632"/>
                  </a:cubicBezTo>
                  <a:cubicBezTo>
                    <a:pt x="393192" y="481630"/>
                    <a:pt x="393733" y="481628"/>
                    <a:pt x="394292" y="481627"/>
                  </a:cubicBezTo>
                  <a:cubicBezTo>
                    <a:pt x="399404" y="481612"/>
                    <a:pt x="404517" y="481600"/>
                    <a:pt x="409630" y="481593"/>
                  </a:cubicBezTo>
                  <a:cubicBezTo>
                    <a:pt x="412259" y="481589"/>
                    <a:pt x="414887" y="481584"/>
                    <a:pt x="417516" y="481576"/>
                  </a:cubicBezTo>
                  <a:cubicBezTo>
                    <a:pt x="420539" y="481566"/>
                    <a:pt x="423563" y="481562"/>
                    <a:pt x="426587" y="481559"/>
                  </a:cubicBezTo>
                  <a:cubicBezTo>
                    <a:pt x="427528" y="481555"/>
                    <a:pt x="428469" y="481551"/>
                    <a:pt x="429439" y="481547"/>
                  </a:cubicBezTo>
                  <a:cubicBezTo>
                    <a:pt x="430317" y="481547"/>
                    <a:pt x="431196" y="481547"/>
                    <a:pt x="432101" y="481547"/>
                  </a:cubicBezTo>
                  <a:cubicBezTo>
                    <a:pt x="432873" y="481546"/>
                    <a:pt x="433645" y="481544"/>
                    <a:pt x="434440" y="481542"/>
                  </a:cubicBezTo>
                  <a:cubicBezTo>
                    <a:pt x="435138" y="481572"/>
                    <a:pt x="435835" y="481601"/>
                    <a:pt x="436554" y="481632"/>
                  </a:cubicBezTo>
                  <a:cubicBezTo>
                    <a:pt x="437599" y="481637"/>
                    <a:pt x="437599" y="481637"/>
                    <a:pt x="438664" y="481642"/>
                  </a:cubicBezTo>
                  <a:cubicBezTo>
                    <a:pt x="439196" y="481884"/>
                    <a:pt x="439727" y="482126"/>
                    <a:pt x="440275" y="482376"/>
                  </a:cubicBezTo>
                  <a:cubicBezTo>
                    <a:pt x="440666" y="484471"/>
                    <a:pt x="440768" y="486136"/>
                    <a:pt x="440733" y="488243"/>
                  </a:cubicBezTo>
                  <a:cubicBezTo>
                    <a:pt x="440737" y="488858"/>
                    <a:pt x="440741" y="489472"/>
                    <a:pt x="440745" y="490106"/>
                  </a:cubicBezTo>
                  <a:cubicBezTo>
                    <a:pt x="440754" y="492148"/>
                    <a:pt x="440736" y="494190"/>
                    <a:pt x="440717" y="496233"/>
                  </a:cubicBezTo>
                  <a:cubicBezTo>
                    <a:pt x="440715" y="497646"/>
                    <a:pt x="440715" y="499060"/>
                    <a:pt x="440717" y="500473"/>
                  </a:cubicBezTo>
                  <a:cubicBezTo>
                    <a:pt x="440716" y="503440"/>
                    <a:pt x="440702" y="506407"/>
                    <a:pt x="440678" y="509374"/>
                  </a:cubicBezTo>
                  <a:cubicBezTo>
                    <a:pt x="440649" y="513184"/>
                    <a:pt x="440645" y="516993"/>
                    <a:pt x="440651" y="520803"/>
                  </a:cubicBezTo>
                  <a:cubicBezTo>
                    <a:pt x="440653" y="523724"/>
                    <a:pt x="440644" y="526644"/>
                    <a:pt x="440632" y="529565"/>
                  </a:cubicBezTo>
                  <a:cubicBezTo>
                    <a:pt x="440626" y="530969"/>
                    <a:pt x="440624" y="532374"/>
                    <a:pt x="440625" y="533779"/>
                  </a:cubicBezTo>
                  <a:cubicBezTo>
                    <a:pt x="440623" y="535741"/>
                    <a:pt x="440607" y="537702"/>
                    <a:pt x="440587" y="539664"/>
                  </a:cubicBezTo>
                  <a:cubicBezTo>
                    <a:pt x="440590" y="540249"/>
                    <a:pt x="440592" y="540834"/>
                    <a:pt x="440594" y="541437"/>
                  </a:cubicBezTo>
                  <a:cubicBezTo>
                    <a:pt x="440568" y="543053"/>
                    <a:pt x="440568" y="543053"/>
                    <a:pt x="440275" y="545628"/>
                  </a:cubicBezTo>
                  <a:cubicBezTo>
                    <a:pt x="437991" y="547150"/>
                    <a:pt x="437546" y="547302"/>
                    <a:pt x="434976" y="547302"/>
                  </a:cubicBezTo>
                  <a:cubicBezTo>
                    <a:pt x="434348" y="547305"/>
                    <a:pt x="433720" y="547309"/>
                    <a:pt x="433072" y="547312"/>
                  </a:cubicBezTo>
                  <a:cubicBezTo>
                    <a:pt x="432034" y="547307"/>
                    <a:pt x="432034" y="547307"/>
                    <a:pt x="430975" y="547301"/>
                  </a:cubicBezTo>
                  <a:cubicBezTo>
                    <a:pt x="430238" y="547303"/>
                    <a:pt x="429502" y="547305"/>
                    <a:pt x="428742" y="547307"/>
                  </a:cubicBezTo>
                  <a:cubicBezTo>
                    <a:pt x="426249" y="547312"/>
                    <a:pt x="423756" y="547306"/>
                    <a:pt x="421262" y="547300"/>
                  </a:cubicBezTo>
                  <a:cubicBezTo>
                    <a:pt x="419467" y="547301"/>
                    <a:pt x="417671" y="547303"/>
                    <a:pt x="415875" y="547306"/>
                  </a:cubicBezTo>
                  <a:cubicBezTo>
                    <a:pt x="411957" y="547309"/>
                    <a:pt x="408040" y="547308"/>
                    <a:pt x="404123" y="547304"/>
                  </a:cubicBezTo>
                  <a:cubicBezTo>
                    <a:pt x="398298" y="547296"/>
                    <a:pt x="392473" y="547297"/>
                    <a:pt x="386649" y="547300"/>
                  </a:cubicBezTo>
                  <a:cubicBezTo>
                    <a:pt x="376851" y="547305"/>
                    <a:pt x="367053" y="547303"/>
                    <a:pt x="357255" y="547296"/>
                  </a:cubicBezTo>
                  <a:cubicBezTo>
                    <a:pt x="347549" y="547290"/>
                    <a:pt x="337843" y="547286"/>
                    <a:pt x="328137" y="547286"/>
                  </a:cubicBezTo>
                  <a:cubicBezTo>
                    <a:pt x="327534" y="547286"/>
                    <a:pt x="326931" y="547286"/>
                    <a:pt x="326310" y="547286"/>
                  </a:cubicBezTo>
                  <a:cubicBezTo>
                    <a:pt x="323862" y="547286"/>
                    <a:pt x="321414" y="547286"/>
                    <a:pt x="318967" y="547286"/>
                  </a:cubicBezTo>
                  <a:cubicBezTo>
                    <a:pt x="295990" y="547287"/>
                    <a:pt x="273014" y="547280"/>
                    <a:pt x="250038" y="547268"/>
                  </a:cubicBezTo>
                  <a:cubicBezTo>
                    <a:pt x="229610" y="547258"/>
                    <a:pt x="209183" y="547253"/>
                    <a:pt x="188756" y="547254"/>
                  </a:cubicBezTo>
                  <a:cubicBezTo>
                    <a:pt x="187444" y="547254"/>
                    <a:pt x="186133" y="547254"/>
                    <a:pt x="184821" y="547254"/>
                  </a:cubicBezTo>
                  <a:cubicBezTo>
                    <a:pt x="183848" y="547254"/>
                    <a:pt x="183848" y="547254"/>
                    <a:pt x="182856" y="547254"/>
                  </a:cubicBezTo>
                  <a:cubicBezTo>
                    <a:pt x="179592" y="547254"/>
                    <a:pt x="176329" y="547254"/>
                    <a:pt x="173065" y="547254"/>
                  </a:cubicBezTo>
                  <a:cubicBezTo>
                    <a:pt x="172099" y="547254"/>
                    <a:pt x="172099" y="547254"/>
                    <a:pt x="171114" y="547254"/>
                  </a:cubicBezTo>
                  <a:cubicBezTo>
                    <a:pt x="154061" y="547255"/>
                    <a:pt x="137008" y="547251"/>
                    <a:pt x="119955" y="547247"/>
                  </a:cubicBezTo>
                  <a:cubicBezTo>
                    <a:pt x="119349" y="547246"/>
                    <a:pt x="118743" y="547246"/>
                    <a:pt x="118118" y="547246"/>
                  </a:cubicBezTo>
                  <a:cubicBezTo>
                    <a:pt x="115679" y="547245"/>
                    <a:pt x="113241" y="547245"/>
                    <a:pt x="110802" y="547244"/>
                  </a:cubicBezTo>
                  <a:cubicBezTo>
                    <a:pt x="102308" y="547242"/>
                    <a:pt x="93813" y="547241"/>
                    <a:pt x="85318" y="547240"/>
                  </a:cubicBezTo>
                  <a:cubicBezTo>
                    <a:pt x="74373" y="547240"/>
                    <a:pt x="63428" y="547237"/>
                    <a:pt x="52483" y="547230"/>
                  </a:cubicBezTo>
                  <a:cubicBezTo>
                    <a:pt x="46690" y="547226"/>
                    <a:pt x="40897" y="547224"/>
                    <a:pt x="35104" y="547225"/>
                  </a:cubicBezTo>
                  <a:cubicBezTo>
                    <a:pt x="30788" y="547226"/>
                    <a:pt x="26472" y="547222"/>
                    <a:pt x="22156" y="547218"/>
                  </a:cubicBezTo>
                  <a:cubicBezTo>
                    <a:pt x="20403" y="547216"/>
                    <a:pt x="18650" y="547216"/>
                    <a:pt x="16897" y="547217"/>
                  </a:cubicBezTo>
                  <a:cubicBezTo>
                    <a:pt x="14527" y="547219"/>
                    <a:pt x="12157" y="547216"/>
                    <a:pt x="9787" y="547212"/>
                  </a:cubicBezTo>
                  <a:cubicBezTo>
                    <a:pt x="9095" y="547213"/>
                    <a:pt x="8403" y="547215"/>
                    <a:pt x="7691" y="547216"/>
                  </a:cubicBezTo>
                  <a:cubicBezTo>
                    <a:pt x="7062" y="547214"/>
                    <a:pt x="6434" y="547212"/>
                    <a:pt x="5786" y="547210"/>
                  </a:cubicBezTo>
                  <a:cubicBezTo>
                    <a:pt x="4973" y="547210"/>
                    <a:pt x="4973" y="547210"/>
                    <a:pt x="4143" y="547210"/>
                  </a:cubicBezTo>
                  <a:cubicBezTo>
                    <a:pt x="2720" y="547116"/>
                    <a:pt x="2720" y="547116"/>
                    <a:pt x="488" y="546372"/>
                  </a:cubicBezTo>
                  <a:cubicBezTo>
                    <a:pt x="250" y="544336"/>
                    <a:pt x="168" y="542465"/>
                    <a:pt x="175" y="540425"/>
                  </a:cubicBezTo>
                  <a:cubicBezTo>
                    <a:pt x="169" y="539802"/>
                    <a:pt x="163" y="539178"/>
                    <a:pt x="156" y="538536"/>
                  </a:cubicBezTo>
                  <a:cubicBezTo>
                    <a:pt x="139" y="536466"/>
                    <a:pt x="138" y="534397"/>
                    <a:pt x="139" y="532326"/>
                  </a:cubicBezTo>
                  <a:cubicBezTo>
                    <a:pt x="134" y="530894"/>
                    <a:pt x="128" y="529462"/>
                    <a:pt x="122" y="528030"/>
                  </a:cubicBezTo>
                  <a:cubicBezTo>
                    <a:pt x="112" y="525025"/>
                    <a:pt x="111" y="522020"/>
                    <a:pt x="115" y="519015"/>
                  </a:cubicBezTo>
                  <a:cubicBezTo>
                    <a:pt x="119" y="515153"/>
                    <a:pt x="97" y="511292"/>
                    <a:pt x="66" y="507431"/>
                  </a:cubicBezTo>
                  <a:cubicBezTo>
                    <a:pt x="47" y="504472"/>
                    <a:pt x="45" y="501514"/>
                    <a:pt x="48" y="498556"/>
                  </a:cubicBezTo>
                  <a:cubicBezTo>
                    <a:pt x="47" y="497132"/>
                    <a:pt x="39" y="495708"/>
                    <a:pt x="26" y="494284"/>
                  </a:cubicBezTo>
                  <a:cubicBezTo>
                    <a:pt x="10" y="492296"/>
                    <a:pt x="17" y="490310"/>
                    <a:pt x="30" y="488323"/>
                  </a:cubicBezTo>
                  <a:cubicBezTo>
                    <a:pt x="20" y="487729"/>
                    <a:pt x="10" y="487134"/>
                    <a:pt x="0" y="486521"/>
                  </a:cubicBezTo>
                  <a:cubicBezTo>
                    <a:pt x="25" y="484890"/>
                    <a:pt x="25" y="484890"/>
                    <a:pt x="488" y="482376"/>
                  </a:cubicBezTo>
                  <a:cubicBezTo>
                    <a:pt x="2093" y="481638"/>
                    <a:pt x="2093" y="481638"/>
                    <a:pt x="4208" y="481632"/>
                  </a:cubicBezTo>
                  <a:cubicBezTo>
                    <a:pt x="4918" y="481601"/>
                    <a:pt x="5628" y="481569"/>
                    <a:pt x="6359" y="481537"/>
                  </a:cubicBezTo>
                  <a:cubicBezTo>
                    <a:pt x="7148" y="481537"/>
                    <a:pt x="7937" y="481536"/>
                    <a:pt x="8750" y="481535"/>
                  </a:cubicBezTo>
                  <a:cubicBezTo>
                    <a:pt x="9649" y="481533"/>
                    <a:pt x="10548" y="481531"/>
                    <a:pt x="11474" y="481528"/>
                  </a:cubicBezTo>
                  <a:cubicBezTo>
                    <a:pt x="12439" y="481530"/>
                    <a:pt x="13403" y="481531"/>
                    <a:pt x="14397" y="481533"/>
                  </a:cubicBezTo>
                  <a:cubicBezTo>
                    <a:pt x="15402" y="481532"/>
                    <a:pt x="16407" y="481532"/>
                    <a:pt x="17413" y="481531"/>
                  </a:cubicBezTo>
                  <a:cubicBezTo>
                    <a:pt x="19515" y="481530"/>
                    <a:pt x="21617" y="481531"/>
                    <a:pt x="23719" y="481535"/>
                  </a:cubicBezTo>
                  <a:cubicBezTo>
                    <a:pt x="26411" y="481539"/>
                    <a:pt x="29102" y="481537"/>
                    <a:pt x="31794" y="481532"/>
                  </a:cubicBezTo>
                  <a:cubicBezTo>
                    <a:pt x="33868" y="481529"/>
                    <a:pt x="35942" y="481530"/>
                    <a:pt x="38016" y="481532"/>
                  </a:cubicBezTo>
                  <a:cubicBezTo>
                    <a:pt x="39490" y="481533"/>
                    <a:pt x="40964" y="481531"/>
                    <a:pt x="42438" y="481528"/>
                  </a:cubicBezTo>
                  <a:cubicBezTo>
                    <a:pt x="43335" y="481531"/>
                    <a:pt x="44232" y="481533"/>
                    <a:pt x="45155" y="481535"/>
                  </a:cubicBezTo>
                  <a:cubicBezTo>
                    <a:pt x="45944" y="481536"/>
                    <a:pt x="46732" y="481537"/>
                    <a:pt x="47545" y="481537"/>
                  </a:cubicBezTo>
                  <a:cubicBezTo>
                    <a:pt x="49601" y="481632"/>
                    <a:pt x="49601" y="481632"/>
                    <a:pt x="52578" y="482376"/>
                  </a:cubicBezTo>
                  <a:cubicBezTo>
                    <a:pt x="52578" y="439402"/>
                    <a:pt x="52578" y="396428"/>
                    <a:pt x="52578" y="352151"/>
                  </a:cubicBezTo>
                  <a:cubicBezTo>
                    <a:pt x="192182" y="351783"/>
                    <a:pt x="192182" y="351783"/>
                    <a:pt x="334607" y="351407"/>
                  </a:cubicBezTo>
                  <a:cubicBezTo>
                    <a:pt x="334116" y="349197"/>
                    <a:pt x="333625" y="346987"/>
                    <a:pt x="333119" y="344710"/>
                  </a:cubicBezTo>
                  <a:cubicBezTo>
                    <a:pt x="332382" y="344464"/>
                    <a:pt x="331645" y="344219"/>
                    <a:pt x="330886" y="343966"/>
                  </a:cubicBezTo>
                  <a:cubicBezTo>
                    <a:pt x="330558" y="342129"/>
                    <a:pt x="330558" y="342129"/>
                    <a:pt x="330468" y="339873"/>
                  </a:cubicBezTo>
                  <a:cubicBezTo>
                    <a:pt x="330405" y="337682"/>
                    <a:pt x="330405" y="337682"/>
                    <a:pt x="330142" y="335780"/>
                  </a:cubicBezTo>
                  <a:cubicBezTo>
                    <a:pt x="329651" y="335535"/>
                    <a:pt x="329160" y="335289"/>
                    <a:pt x="328654" y="335036"/>
                  </a:cubicBezTo>
                  <a:cubicBezTo>
                    <a:pt x="328182" y="333516"/>
                    <a:pt x="327896" y="331992"/>
                    <a:pt x="327584" y="330432"/>
                  </a:cubicBezTo>
                  <a:cubicBezTo>
                    <a:pt x="327446" y="329987"/>
                    <a:pt x="327308" y="329541"/>
                    <a:pt x="327165" y="329083"/>
                  </a:cubicBezTo>
                  <a:cubicBezTo>
                    <a:pt x="326674" y="328837"/>
                    <a:pt x="326183" y="328592"/>
                    <a:pt x="325677" y="328339"/>
                  </a:cubicBezTo>
                  <a:cubicBezTo>
                    <a:pt x="325416" y="326802"/>
                    <a:pt x="325348" y="325290"/>
                    <a:pt x="325262" y="323734"/>
                  </a:cubicBezTo>
                  <a:cubicBezTo>
                    <a:pt x="325153" y="323289"/>
                    <a:pt x="325045" y="322844"/>
                    <a:pt x="324933" y="322386"/>
                  </a:cubicBezTo>
                  <a:cubicBezTo>
                    <a:pt x="324196" y="322140"/>
                    <a:pt x="323460" y="321895"/>
                    <a:pt x="322701" y="321642"/>
                  </a:cubicBezTo>
                  <a:cubicBezTo>
                    <a:pt x="322701" y="319905"/>
                    <a:pt x="322701" y="318169"/>
                    <a:pt x="322701" y="316433"/>
                  </a:cubicBezTo>
                  <a:cubicBezTo>
                    <a:pt x="321964" y="316187"/>
                    <a:pt x="321227" y="315941"/>
                    <a:pt x="320468" y="315688"/>
                  </a:cubicBezTo>
                  <a:cubicBezTo>
                    <a:pt x="319944" y="313960"/>
                    <a:pt x="319447" y="312224"/>
                    <a:pt x="318980" y="310479"/>
                  </a:cubicBezTo>
                  <a:cubicBezTo>
                    <a:pt x="318489" y="310234"/>
                    <a:pt x="317998" y="309988"/>
                    <a:pt x="317492" y="309735"/>
                  </a:cubicBezTo>
                  <a:cubicBezTo>
                    <a:pt x="317384" y="308876"/>
                    <a:pt x="317277" y="308016"/>
                    <a:pt x="317166" y="307131"/>
                  </a:cubicBezTo>
                  <a:cubicBezTo>
                    <a:pt x="317028" y="306271"/>
                    <a:pt x="316890" y="305412"/>
                    <a:pt x="316748" y="304526"/>
                  </a:cubicBezTo>
                  <a:cubicBezTo>
                    <a:pt x="316011" y="304281"/>
                    <a:pt x="315274" y="304035"/>
                    <a:pt x="314515" y="303782"/>
                  </a:cubicBezTo>
                  <a:cubicBezTo>
                    <a:pt x="314515" y="302294"/>
                    <a:pt x="314515" y="300806"/>
                    <a:pt x="314515" y="299317"/>
                  </a:cubicBezTo>
                  <a:cubicBezTo>
                    <a:pt x="313778" y="299072"/>
                    <a:pt x="313042" y="298826"/>
                    <a:pt x="312283" y="298573"/>
                  </a:cubicBezTo>
                  <a:cubicBezTo>
                    <a:pt x="311759" y="297094"/>
                    <a:pt x="311262" y="295606"/>
                    <a:pt x="310794" y="294108"/>
                  </a:cubicBezTo>
                  <a:cubicBezTo>
                    <a:pt x="310303" y="293863"/>
                    <a:pt x="309812" y="293617"/>
                    <a:pt x="309306" y="293364"/>
                  </a:cubicBezTo>
                  <a:cubicBezTo>
                    <a:pt x="309199" y="292627"/>
                    <a:pt x="309091" y="291891"/>
                    <a:pt x="308981" y="291132"/>
                  </a:cubicBezTo>
                  <a:cubicBezTo>
                    <a:pt x="308842" y="290395"/>
                    <a:pt x="308704" y="289658"/>
                    <a:pt x="308562" y="288899"/>
                  </a:cubicBezTo>
                  <a:cubicBezTo>
                    <a:pt x="307825" y="288654"/>
                    <a:pt x="307089" y="288408"/>
                    <a:pt x="306330" y="288155"/>
                  </a:cubicBezTo>
                  <a:cubicBezTo>
                    <a:pt x="306190" y="285876"/>
                    <a:pt x="306190" y="285876"/>
                    <a:pt x="306330" y="283690"/>
                  </a:cubicBezTo>
                  <a:cubicBezTo>
                    <a:pt x="305593" y="283690"/>
                    <a:pt x="304856" y="283690"/>
                    <a:pt x="304097" y="283690"/>
                  </a:cubicBezTo>
                  <a:cubicBezTo>
                    <a:pt x="303563" y="282466"/>
                    <a:pt x="303068" y="281224"/>
                    <a:pt x="302609" y="279970"/>
                  </a:cubicBezTo>
                  <a:cubicBezTo>
                    <a:pt x="302118" y="279724"/>
                    <a:pt x="301627" y="279479"/>
                    <a:pt x="301121" y="279225"/>
                  </a:cubicBezTo>
                  <a:cubicBezTo>
                    <a:pt x="300624" y="277737"/>
                    <a:pt x="300128" y="276249"/>
                    <a:pt x="299632" y="274761"/>
                  </a:cubicBezTo>
                  <a:cubicBezTo>
                    <a:pt x="299141" y="274515"/>
                    <a:pt x="298650" y="274270"/>
                    <a:pt x="298144" y="274017"/>
                  </a:cubicBezTo>
                  <a:cubicBezTo>
                    <a:pt x="297896" y="272776"/>
                    <a:pt x="297648" y="271536"/>
                    <a:pt x="297400" y="270296"/>
                  </a:cubicBezTo>
                  <a:cubicBezTo>
                    <a:pt x="296909" y="270050"/>
                    <a:pt x="296418" y="269805"/>
                    <a:pt x="295912" y="269552"/>
                  </a:cubicBezTo>
                  <a:cubicBezTo>
                    <a:pt x="295804" y="269076"/>
                    <a:pt x="295697" y="268600"/>
                    <a:pt x="295586" y="268110"/>
                  </a:cubicBezTo>
                  <a:cubicBezTo>
                    <a:pt x="295270" y="266291"/>
                    <a:pt x="295270" y="266291"/>
                    <a:pt x="292935" y="265087"/>
                  </a:cubicBezTo>
                  <a:cubicBezTo>
                    <a:pt x="292689" y="264350"/>
                    <a:pt x="292444" y="263613"/>
                    <a:pt x="292191" y="262854"/>
                  </a:cubicBezTo>
                  <a:cubicBezTo>
                    <a:pt x="291454" y="262363"/>
                    <a:pt x="290717" y="261872"/>
                    <a:pt x="289958" y="261366"/>
                  </a:cubicBezTo>
                  <a:cubicBezTo>
                    <a:pt x="289693" y="260129"/>
                    <a:pt x="289443" y="258889"/>
                    <a:pt x="289214" y="257645"/>
                  </a:cubicBezTo>
                  <a:cubicBezTo>
                    <a:pt x="288723" y="257645"/>
                    <a:pt x="288232" y="257645"/>
                    <a:pt x="287726" y="257645"/>
                  </a:cubicBezTo>
                  <a:cubicBezTo>
                    <a:pt x="287866" y="255878"/>
                    <a:pt x="287866" y="255878"/>
                    <a:pt x="288470" y="253925"/>
                  </a:cubicBezTo>
                  <a:cubicBezTo>
                    <a:pt x="290331" y="253088"/>
                    <a:pt x="290331" y="253088"/>
                    <a:pt x="292191" y="252436"/>
                  </a:cubicBezTo>
                  <a:cubicBezTo>
                    <a:pt x="292436" y="251700"/>
                    <a:pt x="292682" y="250963"/>
                    <a:pt x="292935" y="250204"/>
                  </a:cubicBezTo>
                  <a:cubicBezTo>
                    <a:pt x="294423" y="249708"/>
                    <a:pt x="295912" y="249212"/>
                    <a:pt x="297400" y="248716"/>
                  </a:cubicBezTo>
                  <a:cubicBezTo>
                    <a:pt x="297645" y="247979"/>
                    <a:pt x="297891" y="247242"/>
                    <a:pt x="298144" y="246483"/>
                  </a:cubicBezTo>
                  <a:cubicBezTo>
                    <a:pt x="300795" y="245972"/>
                    <a:pt x="300795" y="245972"/>
                    <a:pt x="303353" y="245739"/>
                  </a:cubicBezTo>
                  <a:cubicBezTo>
                    <a:pt x="303353" y="244757"/>
                    <a:pt x="303353" y="243775"/>
                    <a:pt x="303353" y="242763"/>
                  </a:cubicBezTo>
                  <a:cubicBezTo>
                    <a:pt x="305911" y="241925"/>
                    <a:pt x="305911" y="241925"/>
                    <a:pt x="308562" y="241274"/>
                  </a:cubicBezTo>
                  <a:cubicBezTo>
                    <a:pt x="308808" y="240783"/>
                    <a:pt x="309053" y="240292"/>
                    <a:pt x="309306" y="239786"/>
                  </a:cubicBezTo>
                  <a:cubicBezTo>
                    <a:pt x="310411" y="239441"/>
                    <a:pt x="310411" y="239441"/>
                    <a:pt x="311539" y="239088"/>
                  </a:cubicBezTo>
                  <a:cubicBezTo>
                    <a:pt x="312275" y="238828"/>
                    <a:pt x="313012" y="238567"/>
                    <a:pt x="313771" y="238298"/>
                  </a:cubicBezTo>
                  <a:cubicBezTo>
                    <a:pt x="314017" y="237561"/>
                    <a:pt x="314262" y="236824"/>
                    <a:pt x="314515" y="236065"/>
                  </a:cubicBezTo>
                  <a:cubicBezTo>
                    <a:pt x="315838" y="235574"/>
                    <a:pt x="315838" y="235574"/>
                    <a:pt x="317445" y="235275"/>
                  </a:cubicBezTo>
                  <a:cubicBezTo>
                    <a:pt x="319985" y="234798"/>
                    <a:pt x="319985" y="234798"/>
                    <a:pt x="321956" y="233089"/>
                  </a:cubicBezTo>
                  <a:cubicBezTo>
                    <a:pt x="316247" y="233032"/>
                    <a:pt x="310538" y="232993"/>
                    <a:pt x="304829" y="232966"/>
                  </a:cubicBezTo>
                  <a:cubicBezTo>
                    <a:pt x="302885" y="232955"/>
                    <a:pt x="300941" y="232940"/>
                    <a:pt x="298997" y="232920"/>
                  </a:cubicBezTo>
                  <a:cubicBezTo>
                    <a:pt x="296210" y="232893"/>
                    <a:pt x="293423" y="232881"/>
                    <a:pt x="290636" y="232871"/>
                  </a:cubicBezTo>
                  <a:cubicBezTo>
                    <a:pt x="289761" y="232859"/>
                    <a:pt x="288885" y="232848"/>
                    <a:pt x="287984" y="232836"/>
                  </a:cubicBezTo>
                  <a:cubicBezTo>
                    <a:pt x="287179" y="232836"/>
                    <a:pt x="286375" y="232836"/>
                    <a:pt x="285546" y="232835"/>
                  </a:cubicBezTo>
                  <a:cubicBezTo>
                    <a:pt x="284834" y="232830"/>
                    <a:pt x="284122" y="232825"/>
                    <a:pt x="283388" y="232820"/>
                  </a:cubicBezTo>
                  <a:cubicBezTo>
                    <a:pt x="282855" y="232909"/>
                    <a:pt x="282322" y="232998"/>
                    <a:pt x="281773" y="233089"/>
                  </a:cubicBezTo>
                  <a:cubicBezTo>
                    <a:pt x="281527" y="233825"/>
                    <a:pt x="281282" y="234562"/>
                    <a:pt x="281029" y="235321"/>
                  </a:cubicBezTo>
                  <a:cubicBezTo>
                    <a:pt x="280538" y="235321"/>
                    <a:pt x="280046" y="235321"/>
                    <a:pt x="279540" y="235321"/>
                  </a:cubicBezTo>
                  <a:cubicBezTo>
                    <a:pt x="279504" y="235850"/>
                    <a:pt x="279468" y="236378"/>
                    <a:pt x="279430" y="236923"/>
                  </a:cubicBezTo>
                  <a:cubicBezTo>
                    <a:pt x="279347" y="237949"/>
                    <a:pt x="279347" y="237949"/>
                    <a:pt x="279261" y="238995"/>
                  </a:cubicBezTo>
                  <a:cubicBezTo>
                    <a:pt x="279210" y="239677"/>
                    <a:pt x="279158" y="240359"/>
                    <a:pt x="279104" y="241062"/>
                  </a:cubicBezTo>
                  <a:cubicBezTo>
                    <a:pt x="279003" y="241623"/>
                    <a:pt x="278901" y="242184"/>
                    <a:pt x="278796" y="242763"/>
                  </a:cubicBezTo>
                  <a:cubicBezTo>
                    <a:pt x="278305" y="243008"/>
                    <a:pt x="277814" y="243254"/>
                    <a:pt x="277308" y="243507"/>
                  </a:cubicBezTo>
                  <a:cubicBezTo>
                    <a:pt x="277045" y="245237"/>
                    <a:pt x="276978" y="246945"/>
                    <a:pt x="276892" y="248692"/>
                  </a:cubicBezTo>
                  <a:cubicBezTo>
                    <a:pt x="276784" y="249191"/>
                    <a:pt x="276676" y="249690"/>
                    <a:pt x="276564" y="250204"/>
                  </a:cubicBezTo>
                  <a:cubicBezTo>
                    <a:pt x="275827" y="250450"/>
                    <a:pt x="275091" y="250695"/>
                    <a:pt x="274331" y="250948"/>
                  </a:cubicBezTo>
                  <a:cubicBezTo>
                    <a:pt x="273780" y="253571"/>
                    <a:pt x="273780" y="253571"/>
                    <a:pt x="273587" y="256157"/>
                  </a:cubicBezTo>
                  <a:cubicBezTo>
                    <a:pt x="272851" y="256157"/>
                    <a:pt x="272114" y="256157"/>
                    <a:pt x="271355" y="256157"/>
                  </a:cubicBezTo>
                  <a:cubicBezTo>
                    <a:pt x="271109" y="258367"/>
                    <a:pt x="270864" y="260577"/>
                    <a:pt x="270611" y="262854"/>
                  </a:cubicBezTo>
                  <a:cubicBezTo>
                    <a:pt x="269874" y="262854"/>
                    <a:pt x="269137" y="262854"/>
                    <a:pt x="268378" y="262854"/>
                  </a:cubicBezTo>
                  <a:cubicBezTo>
                    <a:pt x="268447" y="264098"/>
                    <a:pt x="268447" y="264098"/>
                    <a:pt x="268518" y="265366"/>
                  </a:cubicBezTo>
                  <a:cubicBezTo>
                    <a:pt x="268472" y="266256"/>
                    <a:pt x="268426" y="267146"/>
                    <a:pt x="268378" y="268063"/>
                  </a:cubicBezTo>
                  <a:cubicBezTo>
                    <a:pt x="267642" y="268555"/>
                    <a:pt x="266905" y="269046"/>
                    <a:pt x="266146" y="269552"/>
                  </a:cubicBezTo>
                  <a:cubicBezTo>
                    <a:pt x="265799" y="270992"/>
                    <a:pt x="265799" y="270992"/>
                    <a:pt x="265774" y="272575"/>
                  </a:cubicBezTo>
                  <a:cubicBezTo>
                    <a:pt x="265651" y="273542"/>
                    <a:pt x="265528" y="274509"/>
                    <a:pt x="265402" y="275505"/>
                  </a:cubicBezTo>
                  <a:cubicBezTo>
                    <a:pt x="264665" y="275750"/>
                    <a:pt x="263928" y="275996"/>
                    <a:pt x="263169" y="276249"/>
                  </a:cubicBezTo>
                  <a:cubicBezTo>
                    <a:pt x="262891" y="277732"/>
                    <a:pt x="262643" y="279221"/>
                    <a:pt x="262425" y="280714"/>
                  </a:cubicBezTo>
                  <a:cubicBezTo>
                    <a:pt x="261934" y="280959"/>
                    <a:pt x="261443" y="281205"/>
                    <a:pt x="260937" y="281458"/>
                  </a:cubicBezTo>
                  <a:cubicBezTo>
                    <a:pt x="260569" y="282333"/>
                    <a:pt x="260200" y="283208"/>
                    <a:pt x="259821" y="284109"/>
                  </a:cubicBezTo>
                  <a:cubicBezTo>
                    <a:pt x="259452" y="284953"/>
                    <a:pt x="259084" y="285797"/>
                    <a:pt x="258705" y="286667"/>
                  </a:cubicBezTo>
                  <a:cubicBezTo>
                    <a:pt x="258213" y="286667"/>
                    <a:pt x="257722" y="286667"/>
                    <a:pt x="257216" y="286667"/>
                  </a:cubicBezTo>
                  <a:cubicBezTo>
                    <a:pt x="257216" y="288386"/>
                    <a:pt x="257216" y="290105"/>
                    <a:pt x="257216" y="291876"/>
                  </a:cubicBezTo>
                  <a:cubicBezTo>
                    <a:pt x="256725" y="291876"/>
                    <a:pt x="256234" y="291876"/>
                    <a:pt x="255728" y="291876"/>
                  </a:cubicBezTo>
                  <a:cubicBezTo>
                    <a:pt x="255498" y="292582"/>
                    <a:pt x="255268" y="293288"/>
                    <a:pt x="255030" y="294015"/>
                  </a:cubicBezTo>
                  <a:cubicBezTo>
                    <a:pt x="254240" y="296341"/>
                    <a:pt x="254240" y="296341"/>
                    <a:pt x="252007" y="297829"/>
                  </a:cubicBezTo>
                  <a:cubicBezTo>
                    <a:pt x="251821" y="299752"/>
                    <a:pt x="251821" y="299752"/>
                    <a:pt x="252007" y="301550"/>
                  </a:cubicBezTo>
                  <a:cubicBezTo>
                    <a:pt x="251271" y="301550"/>
                    <a:pt x="250534" y="301550"/>
                    <a:pt x="249775" y="301550"/>
                  </a:cubicBezTo>
                  <a:cubicBezTo>
                    <a:pt x="249242" y="303275"/>
                    <a:pt x="248746" y="305012"/>
                    <a:pt x="248287" y="306759"/>
                  </a:cubicBezTo>
                  <a:cubicBezTo>
                    <a:pt x="247795" y="307004"/>
                    <a:pt x="247304" y="307250"/>
                    <a:pt x="246798" y="307503"/>
                  </a:cubicBezTo>
                  <a:cubicBezTo>
                    <a:pt x="246691" y="307963"/>
                    <a:pt x="246583" y="308424"/>
                    <a:pt x="246473" y="308898"/>
                  </a:cubicBezTo>
                  <a:cubicBezTo>
                    <a:pt x="245974" y="310781"/>
                    <a:pt x="245176" y="311358"/>
                    <a:pt x="243822" y="312712"/>
                  </a:cubicBezTo>
                  <a:cubicBezTo>
                    <a:pt x="243567" y="313702"/>
                    <a:pt x="243318" y="314694"/>
                    <a:pt x="243078" y="315688"/>
                  </a:cubicBezTo>
                  <a:cubicBezTo>
                    <a:pt x="242586" y="315688"/>
                    <a:pt x="242095" y="315688"/>
                    <a:pt x="241589" y="315688"/>
                  </a:cubicBezTo>
                  <a:cubicBezTo>
                    <a:pt x="241085" y="317422"/>
                    <a:pt x="240589" y="319159"/>
                    <a:pt x="240101" y="320897"/>
                  </a:cubicBezTo>
                  <a:cubicBezTo>
                    <a:pt x="237550" y="322173"/>
                    <a:pt x="234699" y="322135"/>
                    <a:pt x="231915" y="321642"/>
                  </a:cubicBezTo>
                  <a:cubicBezTo>
                    <a:pt x="230939" y="319828"/>
                    <a:pt x="230939" y="319828"/>
                    <a:pt x="230427" y="317921"/>
                  </a:cubicBezTo>
                  <a:cubicBezTo>
                    <a:pt x="228888" y="317443"/>
                    <a:pt x="228888" y="317443"/>
                    <a:pt x="227451" y="317177"/>
                  </a:cubicBezTo>
                  <a:cubicBezTo>
                    <a:pt x="227451" y="316440"/>
                    <a:pt x="227451" y="315703"/>
                    <a:pt x="227451" y="314944"/>
                  </a:cubicBezTo>
                  <a:cubicBezTo>
                    <a:pt x="226212" y="314690"/>
                    <a:pt x="224971" y="314442"/>
                    <a:pt x="223730" y="314200"/>
                  </a:cubicBezTo>
                  <a:cubicBezTo>
                    <a:pt x="223484" y="313463"/>
                    <a:pt x="223239" y="312727"/>
                    <a:pt x="222986" y="311968"/>
                  </a:cubicBezTo>
                  <a:cubicBezTo>
                    <a:pt x="222495" y="311737"/>
                    <a:pt x="222004" y="311507"/>
                    <a:pt x="221498" y="311270"/>
                  </a:cubicBezTo>
                  <a:cubicBezTo>
                    <a:pt x="221006" y="311009"/>
                    <a:pt x="220515" y="310748"/>
                    <a:pt x="220009" y="310479"/>
                  </a:cubicBezTo>
                  <a:cubicBezTo>
                    <a:pt x="219886" y="309958"/>
                    <a:pt x="219764" y="309436"/>
                    <a:pt x="219637" y="308898"/>
                  </a:cubicBezTo>
                  <a:cubicBezTo>
                    <a:pt x="219514" y="308438"/>
                    <a:pt x="219392" y="307977"/>
                    <a:pt x="219265" y="307503"/>
                  </a:cubicBezTo>
                  <a:cubicBezTo>
                    <a:pt x="218283" y="307503"/>
                    <a:pt x="217301" y="307503"/>
                    <a:pt x="216289" y="307503"/>
                  </a:cubicBezTo>
                  <a:cubicBezTo>
                    <a:pt x="216043" y="306766"/>
                    <a:pt x="215797" y="306029"/>
                    <a:pt x="215544" y="305270"/>
                  </a:cubicBezTo>
                  <a:cubicBezTo>
                    <a:pt x="214930" y="305025"/>
                    <a:pt x="214317" y="304779"/>
                    <a:pt x="213684" y="304526"/>
                  </a:cubicBezTo>
                  <a:cubicBezTo>
                    <a:pt x="213070" y="304281"/>
                    <a:pt x="212456" y="304035"/>
                    <a:pt x="211824" y="303782"/>
                  </a:cubicBezTo>
                  <a:cubicBezTo>
                    <a:pt x="211578" y="303045"/>
                    <a:pt x="211333" y="302309"/>
                    <a:pt x="211080" y="301550"/>
                  </a:cubicBezTo>
                  <a:cubicBezTo>
                    <a:pt x="210588" y="301427"/>
                    <a:pt x="210097" y="301304"/>
                    <a:pt x="209591" y="301178"/>
                  </a:cubicBezTo>
                  <a:cubicBezTo>
                    <a:pt x="209100" y="301055"/>
                    <a:pt x="208609" y="300932"/>
                    <a:pt x="208103" y="300806"/>
                  </a:cubicBezTo>
                  <a:cubicBezTo>
                    <a:pt x="207857" y="300069"/>
                    <a:pt x="207612" y="299332"/>
                    <a:pt x="207359" y="298573"/>
                  </a:cubicBezTo>
                  <a:cubicBezTo>
                    <a:pt x="206745" y="298343"/>
                    <a:pt x="206131" y="298113"/>
                    <a:pt x="205498" y="297876"/>
                  </a:cubicBezTo>
                  <a:cubicBezTo>
                    <a:pt x="204885" y="297615"/>
                    <a:pt x="204271" y="297354"/>
                    <a:pt x="203638" y="297085"/>
                  </a:cubicBezTo>
                  <a:cubicBezTo>
                    <a:pt x="203531" y="296563"/>
                    <a:pt x="203423" y="296041"/>
                    <a:pt x="203313" y="295504"/>
                  </a:cubicBezTo>
                  <a:cubicBezTo>
                    <a:pt x="203174" y="295043"/>
                    <a:pt x="203036" y="294583"/>
                    <a:pt x="202894" y="294108"/>
                  </a:cubicBezTo>
                  <a:cubicBezTo>
                    <a:pt x="202157" y="294108"/>
                    <a:pt x="201421" y="294108"/>
                    <a:pt x="200662" y="294108"/>
                  </a:cubicBezTo>
                  <a:cubicBezTo>
                    <a:pt x="199925" y="294108"/>
                    <a:pt x="199188" y="294108"/>
                    <a:pt x="198429" y="294108"/>
                  </a:cubicBezTo>
                  <a:cubicBezTo>
                    <a:pt x="197964" y="292667"/>
                    <a:pt x="197964" y="292667"/>
                    <a:pt x="197685" y="291132"/>
                  </a:cubicBezTo>
                  <a:cubicBezTo>
                    <a:pt x="196700" y="290855"/>
                    <a:pt x="195708" y="290606"/>
                    <a:pt x="194708" y="290388"/>
                  </a:cubicBezTo>
                  <a:cubicBezTo>
                    <a:pt x="194463" y="289651"/>
                    <a:pt x="194217" y="288914"/>
                    <a:pt x="193964" y="288155"/>
                  </a:cubicBezTo>
                  <a:cubicBezTo>
                    <a:pt x="193105" y="288032"/>
                    <a:pt x="192245" y="287910"/>
                    <a:pt x="191360" y="287783"/>
                  </a:cubicBezTo>
                  <a:cubicBezTo>
                    <a:pt x="190071" y="287231"/>
                    <a:pt x="190071" y="287231"/>
                    <a:pt x="188755" y="286667"/>
                  </a:cubicBezTo>
                  <a:cubicBezTo>
                    <a:pt x="187868" y="283581"/>
                    <a:pt x="187283" y="279938"/>
                    <a:pt x="188755" y="276993"/>
                  </a:cubicBezTo>
                  <a:cubicBezTo>
                    <a:pt x="189738" y="276993"/>
                    <a:pt x="190720" y="276993"/>
                    <a:pt x="191732" y="276993"/>
                  </a:cubicBezTo>
                  <a:cubicBezTo>
                    <a:pt x="191640" y="276333"/>
                    <a:pt x="191548" y="275673"/>
                    <a:pt x="191453" y="274993"/>
                  </a:cubicBezTo>
                  <a:cubicBezTo>
                    <a:pt x="191732" y="272528"/>
                    <a:pt x="191732" y="272528"/>
                    <a:pt x="193871" y="270621"/>
                  </a:cubicBezTo>
                  <a:cubicBezTo>
                    <a:pt x="195022" y="269724"/>
                    <a:pt x="195022" y="269724"/>
                    <a:pt x="196197" y="268808"/>
                  </a:cubicBezTo>
                  <a:cubicBezTo>
                    <a:pt x="197067" y="267004"/>
                    <a:pt x="197067" y="267004"/>
                    <a:pt x="197685" y="265087"/>
                  </a:cubicBezTo>
                  <a:cubicBezTo>
                    <a:pt x="200331" y="260787"/>
                    <a:pt x="200331" y="260787"/>
                    <a:pt x="202150" y="259878"/>
                  </a:cubicBezTo>
                  <a:cubicBezTo>
                    <a:pt x="202257" y="259249"/>
                    <a:pt x="202365" y="258619"/>
                    <a:pt x="202475" y="257971"/>
                  </a:cubicBezTo>
                  <a:cubicBezTo>
                    <a:pt x="202614" y="257372"/>
                    <a:pt x="202752" y="256774"/>
                    <a:pt x="202894" y="256157"/>
                  </a:cubicBezTo>
                  <a:cubicBezTo>
                    <a:pt x="203631" y="256157"/>
                    <a:pt x="204367" y="256157"/>
                    <a:pt x="205126" y="256157"/>
                  </a:cubicBezTo>
                  <a:cubicBezTo>
                    <a:pt x="205065" y="255451"/>
                    <a:pt x="205004" y="254745"/>
                    <a:pt x="204940" y="254018"/>
                  </a:cubicBezTo>
                  <a:cubicBezTo>
                    <a:pt x="205002" y="253250"/>
                    <a:pt x="205063" y="252483"/>
                    <a:pt x="205126" y="251692"/>
                  </a:cubicBezTo>
                  <a:cubicBezTo>
                    <a:pt x="206119" y="251196"/>
                    <a:pt x="207111" y="250700"/>
                    <a:pt x="208103" y="250204"/>
                  </a:cubicBezTo>
                  <a:cubicBezTo>
                    <a:pt x="208351" y="247909"/>
                    <a:pt x="208351" y="247909"/>
                    <a:pt x="208103" y="245739"/>
                  </a:cubicBezTo>
                  <a:cubicBezTo>
                    <a:pt x="208840" y="245739"/>
                    <a:pt x="209576" y="245739"/>
                    <a:pt x="210335" y="245739"/>
                  </a:cubicBezTo>
                  <a:cubicBezTo>
                    <a:pt x="210412" y="244910"/>
                    <a:pt x="210489" y="244082"/>
                    <a:pt x="210568" y="243228"/>
                  </a:cubicBezTo>
                  <a:cubicBezTo>
                    <a:pt x="210821" y="241892"/>
                    <a:pt x="210821" y="241892"/>
                    <a:pt x="211080" y="240530"/>
                  </a:cubicBezTo>
                  <a:cubicBezTo>
                    <a:pt x="211816" y="240039"/>
                    <a:pt x="212553" y="239548"/>
                    <a:pt x="213312" y="239042"/>
                  </a:cubicBezTo>
                  <a:cubicBezTo>
                    <a:pt x="213312" y="238305"/>
                    <a:pt x="213312" y="237568"/>
                    <a:pt x="213312" y="236809"/>
                  </a:cubicBezTo>
                  <a:cubicBezTo>
                    <a:pt x="213312" y="236073"/>
                    <a:pt x="213312" y="235336"/>
                    <a:pt x="213312" y="234577"/>
                  </a:cubicBezTo>
                  <a:cubicBezTo>
                    <a:pt x="214049" y="234086"/>
                    <a:pt x="214785" y="233595"/>
                    <a:pt x="215544" y="233089"/>
                  </a:cubicBezTo>
                  <a:cubicBezTo>
                    <a:pt x="216090" y="230808"/>
                    <a:pt x="216090" y="230808"/>
                    <a:pt x="216289" y="228624"/>
                  </a:cubicBezTo>
                  <a:cubicBezTo>
                    <a:pt x="217025" y="228624"/>
                    <a:pt x="217762" y="228624"/>
                    <a:pt x="218521" y="228624"/>
                  </a:cubicBezTo>
                  <a:cubicBezTo>
                    <a:pt x="218767" y="226659"/>
                    <a:pt x="219012" y="224695"/>
                    <a:pt x="219265" y="222671"/>
                  </a:cubicBezTo>
                  <a:cubicBezTo>
                    <a:pt x="220002" y="222671"/>
                    <a:pt x="220738" y="222671"/>
                    <a:pt x="221498" y="222671"/>
                  </a:cubicBezTo>
                  <a:cubicBezTo>
                    <a:pt x="221459" y="221959"/>
                    <a:pt x="221459" y="221959"/>
                    <a:pt x="221419" y="221232"/>
                  </a:cubicBezTo>
                  <a:cubicBezTo>
                    <a:pt x="221399" y="220617"/>
                    <a:pt x="221379" y="220002"/>
                    <a:pt x="221358" y="219369"/>
                  </a:cubicBezTo>
                  <a:cubicBezTo>
                    <a:pt x="221332" y="218756"/>
                    <a:pt x="221306" y="218143"/>
                    <a:pt x="221279" y="217511"/>
                  </a:cubicBezTo>
                  <a:cubicBezTo>
                    <a:pt x="221351" y="217004"/>
                    <a:pt x="221423" y="216496"/>
                    <a:pt x="221498" y="215974"/>
                  </a:cubicBezTo>
                  <a:cubicBezTo>
                    <a:pt x="222234" y="215728"/>
                    <a:pt x="222971" y="215482"/>
                    <a:pt x="223730" y="215229"/>
                  </a:cubicBezTo>
                  <a:cubicBezTo>
                    <a:pt x="224165" y="213826"/>
                    <a:pt x="224165" y="213826"/>
                    <a:pt x="224242" y="212206"/>
                  </a:cubicBezTo>
                  <a:cubicBezTo>
                    <a:pt x="224318" y="211239"/>
                    <a:pt x="224395" y="210272"/>
                    <a:pt x="224474" y="209276"/>
                  </a:cubicBezTo>
                  <a:cubicBezTo>
                    <a:pt x="225211" y="209276"/>
                    <a:pt x="225947" y="209276"/>
                    <a:pt x="226706" y="209276"/>
                  </a:cubicBezTo>
                  <a:cubicBezTo>
                    <a:pt x="226743" y="208748"/>
                    <a:pt x="226779" y="208219"/>
                    <a:pt x="226817" y="207675"/>
                  </a:cubicBezTo>
                  <a:cubicBezTo>
                    <a:pt x="226900" y="206649"/>
                    <a:pt x="226900" y="206649"/>
                    <a:pt x="226986" y="205602"/>
                  </a:cubicBezTo>
                  <a:cubicBezTo>
                    <a:pt x="227037" y="204920"/>
                    <a:pt x="227089" y="204238"/>
                    <a:pt x="227143" y="203535"/>
                  </a:cubicBezTo>
                  <a:cubicBezTo>
                    <a:pt x="227244" y="202974"/>
                    <a:pt x="227346" y="202413"/>
                    <a:pt x="227451" y="201835"/>
                  </a:cubicBezTo>
                  <a:cubicBezTo>
                    <a:pt x="227942" y="201589"/>
                    <a:pt x="228433" y="201344"/>
                    <a:pt x="228939" y="201091"/>
                  </a:cubicBezTo>
                  <a:cubicBezTo>
                    <a:pt x="229203" y="199167"/>
                    <a:pt x="229269" y="197263"/>
                    <a:pt x="229355" y="195324"/>
                  </a:cubicBezTo>
                  <a:cubicBezTo>
                    <a:pt x="229463" y="194771"/>
                    <a:pt x="229571" y="194219"/>
                    <a:pt x="229683" y="193649"/>
                  </a:cubicBezTo>
                  <a:cubicBezTo>
                    <a:pt x="230420" y="193404"/>
                    <a:pt x="231156" y="193158"/>
                    <a:pt x="231915" y="192905"/>
                  </a:cubicBezTo>
                  <a:cubicBezTo>
                    <a:pt x="232353" y="191158"/>
                    <a:pt x="232353" y="191158"/>
                    <a:pt x="232427" y="189138"/>
                  </a:cubicBezTo>
                  <a:cubicBezTo>
                    <a:pt x="232500" y="188112"/>
                    <a:pt x="232500" y="188112"/>
                    <a:pt x="232575" y="187065"/>
                  </a:cubicBezTo>
                  <a:cubicBezTo>
                    <a:pt x="232603" y="186537"/>
                    <a:pt x="232631" y="186008"/>
                    <a:pt x="232660" y="185464"/>
                  </a:cubicBezTo>
                  <a:cubicBezTo>
                    <a:pt x="233396" y="185464"/>
                    <a:pt x="234133" y="185464"/>
                    <a:pt x="234892" y="185464"/>
                  </a:cubicBezTo>
                  <a:cubicBezTo>
                    <a:pt x="234920" y="184791"/>
                    <a:pt x="234948" y="184119"/>
                    <a:pt x="234976" y="183426"/>
                  </a:cubicBezTo>
                  <a:cubicBezTo>
                    <a:pt x="235025" y="182548"/>
                    <a:pt x="235074" y="181671"/>
                    <a:pt x="235125" y="180766"/>
                  </a:cubicBezTo>
                  <a:cubicBezTo>
                    <a:pt x="235168" y="179894"/>
                    <a:pt x="235211" y="179022"/>
                    <a:pt x="235255" y="178124"/>
                  </a:cubicBezTo>
                  <a:cubicBezTo>
                    <a:pt x="235677" y="175537"/>
                    <a:pt x="236104" y="175284"/>
                    <a:pt x="237869" y="173558"/>
                  </a:cubicBezTo>
                  <a:cubicBezTo>
                    <a:pt x="238138" y="171517"/>
                    <a:pt x="238138" y="171517"/>
                    <a:pt x="238008" y="169325"/>
                  </a:cubicBezTo>
                  <a:cubicBezTo>
                    <a:pt x="237988" y="168586"/>
                    <a:pt x="237968" y="167846"/>
                    <a:pt x="237947" y="167084"/>
                  </a:cubicBezTo>
                  <a:cubicBezTo>
                    <a:pt x="237908" y="166237"/>
                    <a:pt x="237908" y="166237"/>
                    <a:pt x="237869" y="165372"/>
                  </a:cubicBezTo>
                  <a:cubicBezTo>
                    <a:pt x="238851" y="165372"/>
                    <a:pt x="239833" y="165372"/>
                    <a:pt x="240845" y="165372"/>
                  </a:cubicBezTo>
                  <a:cubicBezTo>
                    <a:pt x="240845" y="161689"/>
                    <a:pt x="240845" y="158005"/>
                    <a:pt x="240845" y="154210"/>
                  </a:cubicBezTo>
                  <a:cubicBezTo>
                    <a:pt x="241336" y="154210"/>
                    <a:pt x="241827" y="154210"/>
                    <a:pt x="242333" y="154210"/>
                  </a:cubicBezTo>
                  <a:cubicBezTo>
                    <a:pt x="243770" y="151336"/>
                    <a:pt x="243389" y="147772"/>
                    <a:pt x="243540" y="144603"/>
                  </a:cubicBezTo>
                  <a:cubicBezTo>
                    <a:pt x="243633" y="143844"/>
                    <a:pt x="243726" y="143085"/>
                    <a:pt x="243822" y="142304"/>
                  </a:cubicBezTo>
                  <a:cubicBezTo>
                    <a:pt x="244313" y="142058"/>
                    <a:pt x="244804" y="141813"/>
                    <a:pt x="245310" y="141559"/>
                  </a:cubicBezTo>
                  <a:cubicBezTo>
                    <a:pt x="245551" y="140201"/>
                    <a:pt x="245551" y="140201"/>
                    <a:pt x="245540" y="138583"/>
                  </a:cubicBezTo>
                  <a:cubicBezTo>
                    <a:pt x="245558" y="137984"/>
                    <a:pt x="245577" y="137386"/>
                    <a:pt x="245596" y="136769"/>
                  </a:cubicBezTo>
                  <a:cubicBezTo>
                    <a:pt x="245622" y="135498"/>
                    <a:pt x="245646" y="134227"/>
                    <a:pt x="245666" y="132955"/>
                  </a:cubicBezTo>
                  <a:cubicBezTo>
                    <a:pt x="245686" y="132357"/>
                    <a:pt x="245705" y="131758"/>
                    <a:pt x="245726" y="131142"/>
                  </a:cubicBezTo>
                  <a:cubicBezTo>
                    <a:pt x="245736" y="130589"/>
                    <a:pt x="245746" y="130036"/>
                    <a:pt x="245756" y="129467"/>
                  </a:cubicBezTo>
                  <a:cubicBezTo>
                    <a:pt x="245854" y="129037"/>
                    <a:pt x="245953" y="128608"/>
                    <a:pt x="246054" y="128165"/>
                  </a:cubicBezTo>
                  <a:cubicBezTo>
                    <a:pt x="246791" y="127919"/>
                    <a:pt x="247528" y="127674"/>
                    <a:pt x="248287" y="127421"/>
                  </a:cubicBezTo>
                  <a:cubicBezTo>
                    <a:pt x="248462" y="126679"/>
                    <a:pt x="248638" y="125938"/>
                    <a:pt x="248819" y="125174"/>
                  </a:cubicBezTo>
                  <a:cubicBezTo>
                    <a:pt x="249134" y="124442"/>
                    <a:pt x="249450" y="123710"/>
                    <a:pt x="249775" y="122956"/>
                  </a:cubicBezTo>
                  <a:cubicBezTo>
                    <a:pt x="251892" y="122487"/>
                    <a:pt x="253293" y="122360"/>
                    <a:pt x="255402" y="122444"/>
                  </a:cubicBezTo>
                  <a:cubicBezTo>
                    <a:pt x="255922" y="122433"/>
                    <a:pt x="256441" y="122422"/>
                    <a:pt x="256976" y="122411"/>
                  </a:cubicBezTo>
                  <a:cubicBezTo>
                    <a:pt x="258475" y="122436"/>
                    <a:pt x="258475" y="122436"/>
                    <a:pt x="260937" y="122956"/>
                  </a:cubicBezTo>
                  <a:cubicBezTo>
                    <a:pt x="261183" y="124184"/>
                    <a:pt x="261428" y="125412"/>
                    <a:pt x="261681" y="126677"/>
                  </a:cubicBezTo>
                  <a:cubicBezTo>
                    <a:pt x="265610" y="126677"/>
                    <a:pt x="269539" y="126677"/>
                    <a:pt x="273587" y="126677"/>
                  </a:cubicBezTo>
                  <a:cubicBezTo>
                    <a:pt x="273587" y="116363"/>
                    <a:pt x="273587" y="106049"/>
                    <a:pt x="273587" y="95423"/>
                  </a:cubicBezTo>
                  <a:cubicBezTo>
                    <a:pt x="272851" y="95668"/>
                    <a:pt x="272114" y="95914"/>
                    <a:pt x="271355" y="96167"/>
                  </a:cubicBezTo>
                  <a:cubicBezTo>
                    <a:pt x="269948" y="96235"/>
                    <a:pt x="268540" y="96258"/>
                    <a:pt x="267131" y="96256"/>
                  </a:cubicBezTo>
                  <a:cubicBezTo>
                    <a:pt x="265812" y="96258"/>
                    <a:pt x="265812" y="96258"/>
                    <a:pt x="264466" y="96260"/>
                  </a:cubicBezTo>
                  <a:cubicBezTo>
                    <a:pt x="263500" y="96257"/>
                    <a:pt x="262534" y="96254"/>
                    <a:pt x="261538" y="96251"/>
                  </a:cubicBezTo>
                  <a:cubicBezTo>
                    <a:pt x="260511" y="96251"/>
                    <a:pt x="259485" y="96251"/>
                    <a:pt x="258458" y="96252"/>
                  </a:cubicBezTo>
                  <a:cubicBezTo>
                    <a:pt x="255669" y="96252"/>
                    <a:pt x="252880" y="96248"/>
                    <a:pt x="250092" y="96242"/>
                  </a:cubicBezTo>
                  <a:cubicBezTo>
                    <a:pt x="247178" y="96238"/>
                    <a:pt x="244264" y="96237"/>
                    <a:pt x="241350" y="96236"/>
                  </a:cubicBezTo>
                  <a:cubicBezTo>
                    <a:pt x="235831" y="96234"/>
                    <a:pt x="230313" y="96228"/>
                    <a:pt x="224794" y="96221"/>
                  </a:cubicBezTo>
                  <a:cubicBezTo>
                    <a:pt x="218512" y="96212"/>
                    <a:pt x="212230" y="96208"/>
                    <a:pt x="205947" y="96204"/>
                  </a:cubicBezTo>
                  <a:cubicBezTo>
                    <a:pt x="193023" y="96197"/>
                    <a:pt x="180099" y="96184"/>
                    <a:pt x="167175" y="96167"/>
                  </a:cubicBezTo>
                  <a:cubicBezTo>
                    <a:pt x="167179" y="97065"/>
                    <a:pt x="167183" y="97963"/>
                    <a:pt x="167187" y="98888"/>
                  </a:cubicBezTo>
                  <a:cubicBezTo>
                    <a:pt x="167200" y="102206"/>
                    <a:pt x="167209" y="105525"/>
                    <a:pt x="167216" y="108843"/>
                  </a:cubicBezTo>
                  <a:cubicBezTo>
                    <a:pt x="167220" y="110282"/>
                    <a:pt x="167225" y="111721"/>
                    <a:pt x="167231" y="113159"/>
                  </a:cubicBezTo>
                  <a:cubicBezTo>
                    <a:pt x="167240" y="115222"/>
                    <a:pt x="167245" y="117285"/>
                    <a:pt x="167248" y="119349"/>
                  </a:cubicBezTo>
                  <a:cubicBezTo>
                    <a:pt x="167252" y="119996"/>
                    <a:pt x="167256" y="120643"/>
                    <a:pt x="167260" y="121310"/>
                  </a:cubicBezTo>
                  <a:cubicBezTo>
                    <a:pt x="167260" y="122851"/>
                    <a:pt x="167221" y="124392"/>
                    <a:pt x="167175" y="125933"/>
                  </a:cubicBezTo>
                  <a:cubicBezTo>
                    <a:pt x="165701" y="127407"/>
                    <a:pt x="162786" y="126794"/>
                    <a:pt x="160769" y="126797"/>
                  </a:cubicBezTo>
                  <a:cubicBezTo>
                    <a:pt x="160176" y="126800"/>
                    <a:pt x="159583" y="126804"/>
                    <a:pt x="158972" y="126808"/>
                  </a:cubicBezTo>
                  <a:cubicBezTo>
                    <a:pt x="157002" y="126819"/>
                    <a:pt x="155033" y="126824"/>
                    <a:pt x="153063" y="126828"/>
                  </a:cubicBezTo>
                  <a:cubicBezTo>
                    <a:pt x="151699" y="126832"/>
                    <a:pt x="150336" y="126836"/>
                    <a:pt x="148972" y="126841"/>
                  </a:cubicBezTo>
                  <a:cubicBezTo>
                    <a:pt x="146110" y="126849"/>
                    <a:pt x="143248" y="126853"/>
                    <a:pt x="140386" y="126855"/>
                  </a:cubicBezTo>
                  <a:cubicBezTo>
                    <a:pt x="136712" y="126860"/>
                    <a:pt x="133038" y="126877"/>
                    <a:pt x="129363" y="126899"/>
                  </a:cubicBezTo>
                  <a:cubicBezTo>
                    <a:pt x="126546" y="126912"/>
                    <a:pt x="123729" y="126916"/>
                    <a:pt x="120912" y="126917"/>
                  </a:cubicBezTo>
                  <a:cubicBezTo>
                    <a:pt x="119557" y="126920"/>
                    <a:pt x="118202" y="126926"/>
                    <a:pt x="116847" y="126935"/>
                  </a:cubicBezTo>
                  <a:cubicBezTo>
                    <a:pt x="114954" y="126948"/>
                    <a:pt x="113063" y="126947"/>
                    <a:pt x="111170" y="126942"/>
                  </a:cubicBezTo>
                  <a:cubicBezTo>
                    <a:pt x="110606" y="126949"/>
                    <a:pt x="110042" y="126956"/>
                    <a:pt x="109461" y="126963"/>
                  </a:cubicBezTo>
                  <a:cubicBezTo>
                    <a:pt x="107902" y="126950"/>
                    <a:pt x="107902" y="126950"/>
                    <a:pt x="105412" y="126677"/>
                  </a:cubicBezTo>
                  <a:cubicBezTo>
                    <a:pt x="103601" y="123961"/>
                    <a:pt x="103708" y="121935"/>
                    <a:pt x="103726" y="118796"/>
                  </a:cubicBezTo>
                  <a:cubicBezTo>
                    <a:pt x="103724" y="118245"/>
                    <a:pt x="103723" y="117694"/>
                    <a:pt x="103721" y="117126"/>
                  </a:cubicBezTo>
                  <a:cubicBezTo>
                    <a:pt x="103720" y="115960"/>
                    <a:pt x="103723" y="114795"/>
                    <a:pt x="103729" y="113630"/>
                  </a:cubicBezTo>
                  <a:cubicBezTo>
                    <a:pt x="103737" y="111850"/>
                    <a:pt x="103729" y="110070"/>
                    <a:pt x="103720" y="108290"/>
                  </a:cubicBezTo>
                  <a:cubicBezTo>
                    <a:pt x="103721" y="107157"/>
                    <a:pt x="103723" y="106023"/>
                    <a:pt x="103726" y="104890"/>
                  </a:cubicBezTo>
                  <a:cubicBezTo>
                    <a:pt x="103723" y="104359"/>
                    <a:pt x="103720" y="103828"/>
                    <a:pt x="103716" y="103281"/>
                  </a:cubicBezTo>
                  <a:cubicBezTo>
                    <a:pt x="103743" y="100470"/>
                    <a:pt x="104060" y="98611"/>
                    <a:pt x="105412" y="96167"/>
                  </a:cubicBezTo>
                  <a:cubicBezTo>
                    <a:pt x="104902" y="96168"/>
                    <a:pt x="104393" y="96168"/>
                    <a:pt x="103868" y="96169"/>
                  </a:cubicBezTo>
                  <a:cubicBezTo>
                    <a:pt x="91491" y="96185"/>
                    <a:pt x="79114" y="96198"/>
                    <a:pt x="66738" y="96205"/>
                  </a:cubicBezTo>
                  <a:cubicBezTo>
                    <a:pt x="60752" y="96209"/>
                    <a:pt x="54767" y="96215"/>
                    <a:pt x="48782" y="96223"/>
                  </a:cubicBezTo>
                  <a:cubicBezTo>
                    <a:pt x="43567" y="96230"/>
                    <a:pt x="38352" y="96235"/>
                    <a:pt x="33137" y="96237"/>
                  </a:cubicBezTo>
                  <a:cubicBezTo>
                    <a:pt x="30374" y="96238"/>
                    <a:pt x="27611" y="96240"/>
                    <a:pt x="24849" y="96246"/>
                  </a:cubicBezTo>
                  <a:cubicBezTo>
                    <a:pt x="21769" y="96252"/>
                    <a:pt x="18690" y="96252"/>
                    <a:pt x="15611" y="96251"/>
                  </a:cubicBezTo>
                  <a:cubicBezTo>
                    <a:pt x="14688" y="96254"/>
                    <a:pt x="13765" y="96257"/>
                    <a:pt x="12814" y="96260"/>
                  </a:cubicBezTo>
                  <a:cubicBezTo>
                    <a:pt x="11980" y="96258"/>
                    <a:pt x="11147" y="96257"/>
                    <a:pt x="10288" y="96256"/>
                  </a:cubicBezTo>
                  <a:cubicBezTo>
                    <a:pt x="9558" y="96257"/>
                    <a:pt x="8829" y="96258"/>
                    <a:pt x="8078" y="96258"/>
                  </a:cubicBezTo>
                  <a:cubicBezTo>
                    <a:pt x="6441" y="96167"/>
                    <a:pt x="6441" y="96167"/>
                    <a:pt x="5697" y="95423"/>
                  </a:cubicBezTo>
                  <a:cubicBezTo>
                    <a:pt x="5606" y="93461"/>
                    <a:pt x="5564" y="91518"/>
                    <a:pt x="5553" y="89556"/>
                  </a:cubicBezTo>
                  <a:cubicBezTo>
                    <a:pt x="5544" y="88634"/>
                    <a:pt x="5544" y="88634"/>
                    <a:pt x="5535" y="87693"/>
                  </a:cubicBezTo>
                  <a:cubicBezTo>
                    <a:pt x="5516" y="85651"/>
                    <a:pt x="5504" y="83608"/>
                    <a:pt x="5493" y="81566"/>
                  </a:cubicBezTo>
                  <a:cubicBezTo>
                    <a:pt x="5489" y="80871"/>
                    <a:pt x="5485" y="80175"/>
                    <a:pt x="5481" y="79459"/>
                  </a:cubicBezTo>
                  <a:cubicBezTo>
                    <a:pt x="5461" y="75781"/>
                    <a:pt x="5447" y="72103"/>
                    <a:pt x="5436" y="68424"/>
                  </a:cubicBezTo>
                  <a:cubicBezTo>
                    <a:pt x="5424" y="64614"/>
                    <a:pt x="5390" y="60805"/>
                    <a:pt x="5353" y="56996"/>
                  </a:cubicBezTo>
                  <a:cubicBezTo>
                    <a:pt x="5328" y="54075"/>
                    <a:pt x="5319" y="51155"/>
                    <a:pt x="5315" y="48234"/>
                  </a:cubicBezTo>
                  <a:cubicBezTo>
                    <a:pt x="5310" y="46829"/>
                    <a:pt x="5298" y="45424"/>
                    <a:pt x="5281" y="44019"/>
                  </a:cubicBezTo>
                  <a:cubicBezTo>
                    <a:pt x="5257" y="42057"/>
                    <a:pt x="5257" y="40097"/>
                    <a:pt x="5263" y="38134"/>
                  </a:cubicBezTo>
                  <a:cubicBezTo>
                    <a:pt x="5250" y="37549"/>
                    <a:pt x="5238" y="36964"/>
                    <a:pt x="5226" y="36362"/>
                  </a:cubicBezTo>
                  <a:cubicBezTo>
                    <a:pt x="5244" y="34746"/>
                    <a:pt x="5244" y="34746"/>
                    <a:pt x="5697" y="32171"/>
                  </a:cubicBezTo>
                  <a:cubicBezTo>
                    <a:pt x="8293" y="30753"/>
                    <a:pt x="10529" y="30498"/>
                    <a:pt x="13453" y="30504"/>
                  </a:cubicBezTo>
                  <a:cubicBezTo>
                    <a:pt x="14253" y="30502"/>
                    <a:pt x="15053" y="30499"/>
                    <a:pt x="15878" y="30497"/>
                  </a:cubicBezTo>
                  <a:cubicBezTo>
                    <a:pt x="17183" y="30505"/>
                    <a:pt x="17183" y="30505"/>
                    <a:pt x="18515" y="30514"/>
                  </a:cubicBezTo>
                  <a:cubicBezTo>
                    <a:pt x="19437" y="30513"/>
                    <a:pt x="20360" y="30513"/>
                    <a:pt x="21310" y="30513"/>
                  </a:cubicBezTo>
                  <a:cubicBezTo>
                    <a:pt x="23833" y="30514"/>
                    <a:pt x="26355" y="30521"/>
                    <a:pt x="28878" y="30532"/>
                  </a:cubicBezTo>
                  <a:cubicBezTo>
                    <a:pt x="31517" y="30541"/>
                    <a:pt x="34156" y="30542"/>
                    <a:pt x="36795" y="30544"/>
                  </a:cubicBezTo>
                  <a:cubicBezTo>
                    <a:pt x="41789" y="30548"/>
                    <a:pt x="46783" y="30560"/>
                    <a:pt x="51777" y="30575"/>
                  </a:cubicBezTo>
                  <a:cubicBezTo>
                    <a:pt x="57463" y="30592"/>
                    <a:pt x="63150" y="30600"/>
                    <a:pt x="68837" y="30608"/>
                  </a:cubicBezTo>
                  <a:cubicBezTo>
                    <a:pt x="80532" y="30623"/>
                    <a:pt x="92228" y="30649"/>
                    <a:pt x="103923" y="30683"/>
                  </a:cubicBezTo>
                  <a:cubicBezTo>
                    <a:pt x="103919" y="29811"/>
                    <a:pt x="103915" y="28940"/>
                    <a:pt x="103911" y="28042"/>
                  </a:cubicBezTo>
                  <a:cubicBezTo>
                    <a:pt x="103898" y="24816"/>
                    <a:pt x="103889" y="21591"/>
                    <a:pt x="103882" y="18365"/>
                  </a:cubicBezTo>
                  <a:cubicBezTo>
                    <a:pt x="103879" y="16968"/>
                    <a:pt x="103874" y="15570"/>
                    <a:pt x="103867" y="14173"/>
                  </a:cubicBezTo>
                  <a:cubicBezTo>
                    <a:pt x="103858" y="12167"/>
                    <a:pt x="103854" y="10161"/>
                    <a:pt x="103851" y="8155"/>
                  </a:cubicBezTo>
                  <a:cubicBezTo>
                    <a:pt x="103847" y="7528"/>
                    <a:pt x="103843" y="6901"/>
                    <a:pt x="103839" y="6254"/>
                  </a:cubicBezTo>
                  <a:cubicBezTo>
                    <a:pt x="103839" y="1831"/>
                    <a:pt x="103839" y="1831"/>
                    <a:pt x="104667" y="173"/>
                  </a:cubicBezTo>
                  <a:cubicBezTo>
                    <a:pt x="106634" y="30"/>
                    <a:pt x="108523" y="-14"/>
                    <a:pt x="110490" y="4"/>
                  </a:cubicBezTo>
                  <a:cubicBezTo>
                    <a:pt x="111405" y="4"/>
                    <a:pt x="111405" y="4"/>
                    <a:pt x="112338" y="3"/>
                  </a:cubicBezTo>
                  <a:close/>
                </a:path>
              </a:pathLst>
            </a:custGeom>
            <a:grpFill/>
            <a:ln w="744" cap="flat">
              <a:noFill/>
              <a:prstDash val="solid"/>
              <a:miter/>
            </a:ln>
          </p:spPr>
          <p:txBody>
            <a:bodyPr rtlCol="0" anchor="ctr"/>
            <a:lstStyle/>
            <a:p>
              <a:endParaRPr lang="zh-CN" altLang="en-US"/>
            </a:p>
          </p:txBody>
        </p:sp>
        <p:sp>
          <p:nvSpPr>
            <p:cNvPr id="88" name="任意多边形: 形状 87"/>
            <p:cNvSpPr/>
            <p:nvPr/>
          </p:nvSpPr>
          <p:spPr>
            <a:xfrm>
              <a:off x="6136781" y="602968"/>
              <a:ext cx="457155" cy="557310"/>
            </a:xfrm>
            <a:custGeom>
              <a:avLst/>
              <a:gdLst>
                <a:gd name="connsiteX0" fmla="*/ 283171 w 457155"/>
                <a:gd name="connsiteY0" fmla="*/ 877 h 557310"/>
                <a:gd name="connsiteX1" fmla="*/ 288720 w 457155"/>
                <a:gd name="connsiteY1" fmla="*/ 455 h 557310"/>
                <a:gd name="connsiteX2" fmla="*/ 290509 w 457155"/>
                <a:gd name="connsiteY2" fmla="*/ 454 h 557310"/>
                <a:gd name="connsiteX3" fmla="*/ 296266 w 457155"/>
                <a:gd name="connsiteY3" fmla="*/ 514 h 557310"/>
                <a:gd name="connsiteX4" fmla="*/ 299810 w 457155"/>
                <a:gd name="connsiteY4" fmla="*/ 525 h 557310"/>
                <a:gd name="connsiteX5" fmla="*/ 312983 w 457155"/>
                <a:gd name="connsiteY5" fmla="*/ 645 h 557310"/>
                <a:gd name="connsiteX6" fmla="*/ 342702 w 457155"/>
                <a:gd name="connsiteY6" fmla="*/ 877 h 557310"/>
                <a:gd name="connsiteX7" fmla="*/ 342702 w 457155"/>
                <a:gd name="connsiteY7" fmla="*/ 96871 h 557310"/>
                <a:gd name="connsiteX8" fmla="*/ 400745 w 457155"/>
                <a:gd name="connsiteY8" fmla="*/ 96871 h 557310"/>
                <a:gd name="connsiteX9" fmla="*/ 398513 w 457155"/>
                <a:gd name="connsiteY9" fmla="*/ 93895 h 557310"/>
                <a:gd name="connsiteX10" fmla="*/ 396281 w 457155"/>
                <a:gd name="connsiteY10" fmla="*/ 90918 h 557310"/>
                <a:gd name="connsiteX11" fmla="*/ 395118 w 457155"/>
                <a:gd name="connsiteY11" fmla="*/ 89756 h 557310"/>
                <a:gd name="connsiteX12" fmla="*/ 394048 w 457155"/>
                <a:gd name="connsiteY12" fmla="*/ 87198 h 557310"/>
                <a:gd name="connsiteX13" fmla="*/ 391816 w 457155"/>
                <a:gd name="connsiteY13" fmla="*/ 86454 h 557310"/>
                <a:gd name="connsiteX14" fmla="*/ 391072 w 457155"/>
                <a:gd name="connsiteY14" fmla="*/ 84221 h 557310"/>
                <a:gd name="connsiteX15" fmla="*/ 387351 w 457155"/>
                <a:gd name="connsiteY15" fmla="*/ 81245 h 557310"/>
                <a:gd name="connsiteX16" fmla="*/ 383630 w 457155"/>
                <a:gd name="connsiteY16" fmla="*/ 76036 h 557310"/>
                <a:gd name="connsiteX17" fmla="*/ 382142 w 457155"/>
                <a:gd name="connsiteY17" fmla="*/ 75291 h 557310"/>
                <a:gd name="connsiteX18" fmla="*/ 381398 w 457155"/>
                <a:gd name="connsiteY18" fmla="*/ 73059 h 557310"/>
                <a:gd name="connsiteX19" fmla="*/ 379165 w 457155"/>
                <a:gd name="connsiteY19" fmla="*/ 72315 h 557310"/>
                <a:gd name="connsiteX20" fmla="*/ 377677 w 457155"/>
                <a:gd name="connsiteY20" fmla="*/ 69338 h 557310"/>
                <a:gd name="connsiteX21" fmla="*/ 376468 w 457155"/>
                <a:gd name="connsiteY21" fmla="*/ 68129 h 557310"/>
                <a:gd name="connsiteX22" fmla="*/ 375445 w 457155"/>
                <a:gd name="connsiteY22" fmla="*/ 65618 h 557310"/>
                <a:gd name="connsiteX23" fmla="*/ 373212 w 457155"/>
                <a:gd name="connsiteY23" fmla="*/ 65618 h 557310"/>
                <a:gd name="connsiteX24" fmla="*/ 373212 w 457155"/>
                <a:gd name="connsiteY24" fmla="*/ 62641 h 557310"/>
                <a:gd name="connsiteX25" fmla="*/ 369492 w 457155"/>
                <a:gd name="connsiteY25" fmla="*/ 61897 h 557310"/>
                <a:gd name="connsiteX26" fmla="*/ 369492 w 457155"/>
                <a:gd name="connsiteY26" fmla="*/ 59664 h 557310"/>
                <a:gd name="connsiteX27" fmla="*/ 367678 w 457155"/>
                <a:gd name="connsiteY27" fmla="*/ 58967 h 557310"/>
                <a:gd name="connsiteX28" fmla="*/ 365771 w 457155"/>
                <a:gd name="connsiteY28" fmla="*/ 58176 h 557310"/>
                <a:gd name="connsiteX29" fmla="*/ 365027 w 457155"/>
                <a:gd name="connsiteY29" fmla="*/ 55200 h 557310"/>
                <a:gd name="connsiteX30" fmla="*/ 362794 w 457155"/>
                <a:gd name="connsiteY30" fmla="*/ 54455 h 557310"/>
                <a:gd name="connsiteX31" fmla="*/ 359074 w 457155"/>
                <a:gd name="connsiteY31" fmla="*/ 48502 h 557310"/>
                <a:gd name="connsiteX32" fmla="*/ 355353 w 457155"/>
                <a:gd name="connsiteY32" fmla="*/ 47758 h 557310"/>
                <a:gd name="connsiteX33" fmla="*/ 353865 w 457155"/>
                <a:gd name="connsiteY33" fmla="*/ 47014 h 557310"/>
                <a:gd name="connsiteX34" fmla="*/ 353632 w 457155"/>
                <a:gd name="connsiteY34" fmla="*/ 42921 h 557310"/>
                <a:gd name="connsiteX35" fmla="*/ 353594 w 457155"/>
                <a:gd name="connsiteY35" fmla="*/ 40666 h 557310"/>
                <a:gd name="connsiteX36" fmla="*/ 353865 w 457155"/>
                <a:gd name="connsiteY36" fmla="*/ 38829 h 557310"/>
                <a:gd name="connsiteX37" fmla="*/ 356097 w 457155"/>
                <a:gd name="connsiteY37" fmla="*/ 38084 h 557310"/>
                <a:gd name="connsiteX38" fmla="*/ 356469 w 457155"/>
                <a:gd name="connsiteY38" fmla="*/ 36550 h 557310"/>
                <a:gd name="connsiteX39" fmla="*/ 356841 w 457155"/>
                <a:gd name="connsiteY39" fmla="*/ 35108 h 557310"/>
                <a:gd name="connsiteX40" fmla="*/ 359074 w 457155"/>
                <a:gd name="connsiteY40" fmla="*/ 35108 h 557310"/>
                <a:gd name="connsiteX41" fmla="*/ 359446 w 457155"/>
                <a:gd name="connsiteY41" fmla="*/ 33620 h 557310"/>
                <a:gd name="connsiteX42" fmla="*/ 359818 w 457155"/>
                <a:gd name="connsiteY42" fmla="*/ 32131 h 557310"/>
                <a:gd name="connsiteX43" fmla="*/ 362050 w 457155"/>
                <a:gd name="connsiteY43" fmla="*/ 32131 h 557310"/>
                <a:gd name="connsiteX44" fmla="*/ 362794 w 457155"/>
                <a:gd name="connsiteY44" fmla="*/ 29155 h 557310"/>
                <a:gd name="connsiteX45" fmla="*/ 364283 w 457155"/>
                <a:gd name="connsiteY45" fmla="*/ 28411 h 557310"/>
                <a:gd name="connsiteX46" fmla="*/ 365027 w 457155"/>
                <a:gd name="connsiteY46" fmla="*/ 26922 h 557310"/>
                <a:gd name="connsiteX47" fmla="*/ 367259 w 457155"/>
                <a:gd name="connsiteY47" fmla="*/ 24690 h 557310"/>
                <a:gd name="connsiteX48" fmla="*/ 367864 w 457155"/>
                <a:gd name="connsiteY48" fmla="*/ 23388 h 557310"/>
                <a:gd name="connsiteX49" fmla="*/ 372468 w 457155"/>
                <a:gd name="connsiteY49" fmla="*/ 17993 h 557310"/>
                <a:gd name="connsiteX50" fmla="*/ 376189 w 457155"/>
                <a:gd name="connsiteY50" fmla="*/ 12039 h 557310"/>
                <a:gd name="connsiteX51" fmla="*/ 377910 w 457155"/>
                <a:gd name="connsiteY51" fmla="*/ 11109 h 557310"/>
                <a:gd name="connsiteX52" fmla="*/ 381119 w 457155"/>
                <a:gd name="connsiteY52" fmla="*/ 7063 h 557310"/>
                <a:gd name="connsiteX53" fmla="*/ 382886 w 457155"/>
                <a:gd name="connsiteY53" fmla="*/ 4598 h 557310"/>
                <a:gd name="connsiteX54" fmla="*/ 391072 w 457155"/>
                <a:gd name="connsiteY54" fmla="*/ 4598 h 557310"/>
                <a:gd name="connsiteX55" fmla="*/ 391072 w 457155"/>
                <a:gd name="connsiteY55" fmla="*/ 7575 h 557310"/>
                <a:gd name="connsiteX56" fmla="*/ 394792 w 457155"/>
                <a:gd name="connsiteY56" fmla="*/ 9063 h 557310"/>
                <a:gd name="connsiteX57" fmla="*/ 395536 w 457155"/>
                <a:gd name="connsiteY57" fmla="*/ 10551 h 557310"/>
                <a:gd name="connsiteX58" fmla="*/ 396978 w 457155"/>
                <a:gd name="connsiteY58" fmla="*/ 10830 h 557310"/>
                <a:gd name="connsiteX59" fmla="*/ 398513 w 457155"/>
                <a:gd name="connsiteY59" fmla="*/ 11295 h 557310"/>
                <a:gd name="connsiteX60" fmla="*/ 400001 w 457155"/>
                <a:gd name="connsiteY60" fmla="*/ 14272 h 557310"/>
                <a:gd name="connsiteX61" fmla="*/ 402234 w 457155"/>
                <a:gd name="connsiteY61" fmla="*/ 15016 h 557310"/>
                <a:gd name="connsiteX62" fmla="*/ 402978 w 457155"/>
                <a:gd name="connsiteY62" fmla="*/ 16551 h 557310"/>
                <a:gd name="connsiteX63" fmla="*/ 403722 w 457155"/>
                <a:gd name="connsiteY63" fmla="*/ 17993 h 557310"/>
                <a:gd name="connsiteX64" fmla="*/ 405954 w 457155"/>
                <a:gd name="connsiteY64" fmla="*/ 17993 h 557310"/>
                <a:gd name="connsiteX65" fmla="*/ 405954 w 457155"/>
                <a:gd name="connsiteY65" fmla="*/ 20969 h 557310"/>
                <a:gd name="connsiteX66" fmla="*/ 409675 w 457155"/>
                <a:gd name="connsiteY66" fmla="*/ 21713 h 557310"/>
                <a:gd name="connsiteX67" fmla="*/ 411163 w 457155"/>
                <a:gd name="connsiteY67" fmla="*/ 24690 h 557310"/>
                <a:gd name="connsiteX68" fmla="*/ 413396 w 457155"/>
                <a:gd name="connsiteY68" fmla="*/ 26178 h 557310"/>
                <a:gd name="connsiteX69" fmla="*/ 413396 w 457155"/>
                <a:gd name="connsiteY69" fmla="*/ 28411 h 557310"/>
                <a:gd name="connsiteX70" fmla="*/ 416372 w 457155"/>
                <a:gd name="connsiteY70" fmla="*/ 28411 h 557310"/>
                <a:gd name="connsiteX71" fmla="*/ 416372 w 457155"/>
                <a:gd name="connsiteY71" fmla="*/ 31387 h 557310"/>
                <a:gd name="connsiteX72" fmla="*/ 417954 w 457155"/>
                <a:gd name="connsiteY72" fmla="*/ 31573 h 557310"/>
                <a:gd name="connsiteX73" fmla="*/ 423497 w 457155"/>
                <a:gd name="connsiteY73" fmla="*/ 36593 h 557310"/>
                <a:gd name="connsiteX74" fmla="*/ 426325 w 457155"/>
                <a:gd name="connsiteY74" fmla="*/ 39852 h 557310"/>
                <a:gd name="connsiteX75" fmla="*/ 427534 w 457155"/>
                <a:gd name="connsiteY75" fmla="*/ 42549 h 557310"/>
                <a:gd name="connsiteX76" fmla="*/ 429767 w 457155"/>
                <a:gd name="connsiteY76" fmla="*/ 42549 h 557310"/>
                <a:gd name="connsiteX77" fmla="*/ 431255 w 457155"/>
                <a:gd name="connsiteY77" fmla="*/ 45526 h 557310"/>
                <a:gd name="connsiteX78" fmla="*/ 432743 w 457155"/>
                <a:gd name="connsiteY78" fmla="*/ 46270 h 557310"/>
                <a:gd name="connsiteX79" fmla="*/ 433488 w 457155"/>
                <a:gd name="connsiteY79" fmla="*/ 48502 h 557310"/>
                <a:gd name="connsiteX80" fmla="*/ 435720 w 457155"/>
                <a:gd name="connsiteY80" fmla="*/ 50735 h 557310"/>
                <a:gd name="connsiteX81" fmla="*/ 438697 w 457155"/>
                <a:gd name="connsiteY81" fmla="*/ 55200 h 557310"/>
                <a:gd name="connsiteX82" fmla="*/ 440929 w 457155"/>
                <a:gd name="connsiteY82" fmla="*/ 56688 h 557310"/>
                <a:gd name="connsiteX83" fmla="*/ 441673 w 457155"/>
                <a:gd name="connsiteY83" fmla="*/ 58920 h 557310"/>
                <a:gd name="connsiteX84" fmla="*/ 443906 w 457155"/>
                <a:gd name="connsiteY84" fmla="*/ 59664 h 557310"/>
                <a:gd name="connsiteX85" fmla="*/ 444650 w 457155"/>
                <a:gd name="connsiteY85" fmla="*/ 63385 h 557310"/>
                <a:gd name="connsiteX86" fmla="*/ 446882 w 457155"/>
                <a:gd name="connsiteY86" fmla="*/ 64129 h 557310"/>
                <a:gd name="connsiteX87" fmla="*/ 446882 w 457155"/>
                <a:gd name="connsiteY87" fmla="*/ 67850 h 557310"/>
                <a:gd name="connsiteX88" fmla="*/ 444650 w 457155"/>
                <a:gd name="connsiteY88" fmla="*/ 68594 h 557310"/>
                <a:gd name="connsiteX89" fmla="*/ 442417 w 457155"/>
                <a:gd name="connsiteY89" fmla="*/ 72315 h 557310"/>
                <a:gd name="connsiteX90" fmla="*/ 440929 w 457155"/>
                <a:gd name="connsiteY90" fmla="*/ 72315 h 557310"/>
                <a:gd name="connsiteX91" fmla="*/ 440185 w 457155"/>
                <a:gd name="connsiteY91" fmla="*/ 75291 h 557310"/>
                <a:gd name="connsiteX92" fmla="*/ 438697 w 457155"/>
                <a:gd name="connsiteY92" fmla="*/ 76036 h 557310"/>
                <a:gd name="connsiteX93" fmla="*/ 437952 w 457155"/>
                <a:gd name="connsiteY93" fmla="*/ 77570 h 557310"/>
                <a:gd name="connsiteX94" fmla="*/ 437208 w 457155"/>
                <a:gd name="connsiteY94" fmla="*/ 79012 h 557310"/>
                <a:gd name="connsiteX95" fmla="*/ 435720 w 457155"/>
                <a:gd name="connsiteY95" fmla="*/ 79012 h 557310"/>
                <a:gd name="connsiteX96" fmla="*/ 435394 w 457155"/>
                <a:gd name="connsiteY96" fmla="*/ 80361 h 557310"/>
                <a:gd name="connsiteX97" fmla="*/ 432743 w 457155"/>
                <a:gd name="connsiteY97" fmla="*/ 84221 h 557310"/>
                <a:gd name="connsiteX98" fmla="*/ 431581 w 457155"/>
                <a:gd name="connsiteY98" fmla="*/ 85430 h 557310"/>
                <a:gd name="connsiteX99" fmla="*/ 429023 w 457155"/>
                <a:gd name="connsiteY99" fmla="*/ 87198 h 557310"/>
                <a:gd name="connsiteX100" fmla="*/ 428279 w 457155"/>
                <a:gd name="connsiteY100" fmla="*/ 88686 h 557310"/>
                <a:gd name="connsiteX101" fmla="*/ 426046 w 457155"/>
                <a:gd name="connsiteY101" fmla="*/ 90918 h 557310"/>
                <a:gd name="connsiteX102" fmla="*/ 425302 w 457155"/>
                <a:gd name="connsiteY102" fmla="*/ 93151 h 557310"/>
                <a:gd name="connsiteX103" fmla="*/ 422325 w 457155"/>
                <a:gd name="connsiteY103" fmla="*/ 94639 h 557310"/>
                <a:gd name="connsiteX104" fmla="*/ 421581 w 457155"/>
                <a:gd name="connsiteY104" fmla="*/ 96871 h 557310"/>
                <a:gd name="connsiteX105" fmla="*/ 460277 w 457155"/>
                <a:gd name="connsiteY105" fmla="*/ 96871 h 557310"/>
                <a:gd name="connsiteX106" fmla="*/ 460313 w 457155"/>
                <a:gd name="connsiteY106" fmla="*/ 121964 h 557310"/>
                <a:gd name="connsiteX107" fmla="*/ 460333 w 457155"/>
                <a:gd name="connsiteY107" fmla="*/ 137305 h 557310"/>
                <a:gd name="connsiteX108" fmla="*/ 460347 w 457155"/>
                <a:gd name="connsiteY108" fmla="*/ 149667 h 557310"/>
                <a:gd name="connsiteX109" fmla="*/ 460355 w 457155"/>
                <a:gd name="connsiteY109" fmla="*/ 154394 h 557310"/>
                <a:gd name="connsiteX110" fmla="*/ 460361 w 457155"/>
                <a:gd name="connsiteY110" fmla="*/ 160991 h 557310"/>
                <a:gd name="connsiteX111" fmla="*/ 460369 w 457155"/>
                <a:gd name="connsiteY111" fmla="*/ 162986 h 557310"/>
                <a:gd name="connsiteX112" fmla="*/ 459533 w 457155"/>
                <a:gd name="connsiteY112" fmla="*/ 168309 h 557310"/>
                <a:gd name="connsiteX113" fmla="*/ 455102 w 457155"/>
                <a:gd name="connsiteY113" fmla="*/ 168403 h 557310"/>
                <a:gd name="connsiteX114" fmla="*/ 452184 w 457155"/>
                <a:gd name="connsiteY114" fmla="*/ 168410 h 557310"/>
                <a:gd name="connsiteX115" fmla="*/ 448952 w 457155"/>
                <a:gd name="connsiteY115" fmla="*/ 168405 h 557310"/>
                <a:gd name="connsiteX116" fmla="*/ 445572 w 457155"/>
                <a:gd name="connsiteY116" fmla="*/ 168409 h 557310"/>
                <a:gd name="connsiteX117" fmla="*/ 436365 w 457155"/>
                <a:gd name="connsiteY117" fmla="*/ 168409 h 557310"/>
                <a:gd name="connsiteX118" fmla="*/ 426750 w 457155"/>
                <a:gd name="connsiteY118" fmla="*/ 168410 h 557310"/>
                <a:gd name="connsiteX119" fmla="*/ 410597 w 457155"/>
                <a:gd name="connsiteY119" fmla="*/ 168406 h 557310"/>
                <a:gd name="connsiteX120" fmla="*/ 391901 w 457155"/>
                <a:gd name="connsiteY120" fmla="*/ 168407 h 557310"/>
                <a:gd name="connsiteX121" fmla="*/ 375875 w 457155"/>
                <a:gd name="connsiteY121" fmla="*/ 168409 h 557310"/>
                <a:gd name="connsiteX122" fmla="*/ 366293 w 457155"/>
                <a:gd name="connsiteY122" fmla="*/ 168410 h 557310"/>
                <a:gd name="connsiteX123" fmla="*/ 357283 w 457155"/>
                <a:gd name="connsiteY123" fmla="*/ 168407 h 557310"/>
                <a:gd name="connsiteX124" fmla="*/ 353969 w 457155"/>
                <a:gd name="connsiteY124" fmla="*/ 168408 h 557310"/>
                <a:gd name="connsiteX125" fmla="*/ 349459 w 457155"/>
                <a:gd name="connsiteY125" fmla="*/ 168403 h 557310"/>
                <a:gd name="connsiteX126" fmla="*/ 346906 w 457155"/>
                <a:gd name="connsiteY126" fmla="*/ 168403 h 557310"/>
                <a:gd name="connsiteX127" fmla="*/ 343447 w 457155"/>
                <a:gd name="connsiteY127" fmla="*/ 167565 h 557310"/>
                <a:gd name="connsiteX128" fmla="*/ 343324 w 457155"/>
                <a:gd name="connsiteY128" fmla="*/ 177062 h 557310"/>
                <a:gd name="connsiteX129" fmla="*/ 343278 w 457155"/>
                <a:gd name="connsiteY129" fmla="*/ 180295 h 557310"/>
                <a:gd name="connsiteX130" fmla="*/ 343229 w 457155"/>
                <a:gd name="connsiteY130" fmla="*/ 184933 h 557310"/>
                <a:gd name="connsiteX131" fmla="*/ 343193 w 457155"/>
                <a:gd name="connsiteY131" fmla="*/ 187755 h 557310"/>
                <a:gd name="connsiteX132" fmla="*/ 343447 w 457155"/>
                <a:gd name="connsiteY132" fmla="*/ 189889 h 557310"/>
                <a:gd name="connsiteX133" fmla="*/ 345679 w 457155"/>
                <a:gd name="connsiteY133" fmla="*/ 190633 h 557310"/>
                <a:gd name="connsiteX134" fmla="*/ 345981 w 457155"/>
                <a:gd name="connsiteY134" fmla="*/ 194235 h 557310"/>
                <a:gd name="connsiteX135" fmla="*/ 346031 w 457155"/>
                <a:gd name="connsiteY135" fmla="*/ 196445 h 557310"/>
                <a:gd name="connsiteX136" fmla="*/ 346051 w 457155"/>
                <a:gd name="connsiteY136" fmla="*/ 198772 h 557310"/>
                <a:gd name="connsiteX137" fmla="*/ 346121 w 457155"/>
                <a:gd name="connsiteY137" fmla="*/ 203304 h 557310"/>
                <a:gd name="connsiteX138" fmla="*/ 346137 w 457155"/>
                <a:gd name="connsiteY138" fmla="*/ 205344 h 557310"/>
                <a:gd name="connsiteX139" fmla="*/ 346423 w 457155"/>
                <a:gd name="connsiteY139" fmla="*/ 207004 h 557310"/>
                <a:gd name="connsiteX140" fmla="*/ 348656 w 457155"/>
                <a:gd name="connsiteY140" fmla="*/ 208493 h 557310"/>
                <a:gd name="connsiteX141" fmla="*/ 348795 w 457155"/>
                <a:gd name="connsiteY141" fmla="*/ 211652 h 557310"/>
                <a:gd name="connsiteX142" fmla="*/ 348743 w 457155"/>
                <a:gd name="connsiteY142" fmla="*/ 213540 h 557310"/>
                <a:gd name="connsiteX143" fmla="*/ 348568 w 457155"/>
                <a:gd name="connsiteY143" fmla="*/ 217482 h 557310"/>
                <a:gd name="connsiteX144" fmla="*/ 348516 w 457155"/>
                <a:gd name="connsiteY144" fmla="*/ 219373 h 557310"/>
                <a:gd name="connsiteX145" fmla="*/ 348438 w 457155"/>
                <a:gd name="connsiteY145" fmla="*/ 221104 h 557310"/>
                <a:gd name="connsiteX146" fmla="*/ 350888 w 457155"/>
                <a:gd name="connsiteY146" fmla="*/ 224864 h 557310"/>
                <a:gd name="connsiteX147" fmla="*/ 351280 w 457155"/>
                <a:gd name="connsiteY147" fmla="*/ 233061 h 557310"/>
                <a:gd name="connsiteX148" fmla="*/ 351632 w 457155"/>
                <a:gd name="connsiteY148" fmla="*/ 237514 h 557310"/>
                <a:gd name="connsiteX149" fmla="*/ 353865 w 457155"/>
                <a:gd name="connsiteY149" fmla="*/ 238258 h 557310"/>
                <a:gd name="connsiteX150" fmla="*/ 354257 w 457155"/>
                <a:gd name="connsiteY150" fmla="*/ 246383 h 557310"/>
                <a:gd name="connsiteX151" fmla="*/ 354609 w 457155"/>
                <a:gd name="connsiteY151" fmla="*/ 250909 h 557310"/>
                <a:gd name="connsiteX152" fmla="*/ 356841 w 457155"/>
                <a:gd name="connsiteY152" fmla="*/ 251653 h 557310"/>
                <a:gd name="connsiteX153" fmla="*/ 356981 w 457155"/>
                <a:gd name="connsiteY153" fmla="*/ 257652 h 557310"/>
                <a:gd name="connsiteX154" fmla="*/ 356950 w 457155"/>
                <a:gd name="connsiteY154" fmla="*/ 259363 h 557310"/>
                <a:gd name="connsiteX155" fmla="*/ 356841 w 457155"/>
                <a:gd name="connsiteY155" fmla="*/ 263559 h 557310"/>
                <a:gd name="connsiteX156" fmla="*/ 359074 w 457155"/>
                <a:gd name="connsiteY156" fmla="*/ 263559 h 557310"/>
                <a:gd name="connsiteX157" fmla="*/ 359818 w 457155"/>
                <a:gd name="connsiteY157" fmla="*/ 265791 h 557310"/>
                <a:gd name="connsiteX158" fmla="*/ 361632 w 457155"/>
                <a:gd name="connsiteY158" fmla="*/ 262815 h 557310"/>
                <a:gd name="connsiteX159" fmla="*/ 364283 w 457155"/>
                <a:gd name="connsiteY159" fmla="*/ 259838 h 557310"/>
                <a:gd name="connsiteX160" fmla="*/ 365771 w 457155"/>
                <a:gd name="connsiteY160" fmla="*/ 256118 h 557310"/>
                <a:gd name="connsiteX161" fmla="*/ 369492 w 457155"/>
                <a:gd name="connsiteY161" fmla="*/ 250909 h 557310"/>
                <a:gd name="connsiteX162" fmla="*/ 369817 w 457155"/>
                <a:gd name="connsiteY162" fmla="*/ 249048 h 557310"/>
                <a:gd name="connsiteX163" fmla="*/ 370236 w 457155"/>
                <a:gd name="connsiteY163" fmla="*/ 247188 h 557310"/>
                <a:gd name="connsiteX164" fmla="*/ 372468 w 457155"/>
                <a:gd name="connsiteY164" fmla="*/ 246444 h 557310"/>
                <a:gd name="connsiteX165" fmla="*/ 373212 w 457155"/>
                <a:gd name="connsiteY165" fmla="*/ 241979 h 557310"/>
                <a:gd name="connsiteX166" fmla="*/ 375445 w 457155"/>
                <a:gd name="connsiteY166" fmla="*/ 239746 h 557310"/>
                <a:gd name="connsiteX167" fmla="*/ 375817 w 457155"/>
                <a:gd name="connsiteY167" fmla="*/ 238119 h 557310"/>
                <a:gd name="connsiteX168" fmla="*/ 376189 w 457155"/>
                <a:gd name="connsiteY168" fmla="*/ 236770 h 557310"/>
                <a:gd name="connsiteX169" fmla="*/ 378421 w 457155"/>
                <a:gd name="connsiteY169" fmla="*/ 236770 h 557310"/>
                <a:gd name="connsiteX170" fmla="*/ 378421 w 457155"/>
                <a:gd name="connsiteY170" fmla="*/ 232305 h 557310"/>
                <a:gd name="connsiteX171" fmla="*/ 380654 w 457155"/>
                <a:gd name="connsiteY171" fmla="*/ 232305 h 557310"/>
                <a:gd name="connsiteX172" fmla="*/ 380886 w 457155"/>
                <a:gd name="connsiteY172" fmla="*/ 230166 h 557310"/>
                <a:gd name="connsiteX173" fmla="*/ 383630 w 457155"/>
                <a:gd name="connsiteY173" fmla="*/ 226352 h 557310"/>
                <a:gd name="connsiteX174" fmla="*/ 383630 w 457155"/>
                <a:gd name="connsiteY174" fmla="*/ 224492 h 557310"/>
                <a:gd name="connsiteX175" fmla="*/ 383630 w 457155"/>
                <a:gd name="connsiteY175" fmla="*/ 222631 h 557310"/>
                <a:gd name="connsiteX176" fmla="*/ 385863 w 457155"/>
                <a:gd name="connsiteY176" fmla="*/ 221143 h 557310"/>
                <a:gd name="connsiteX177" fmla="*/ 386607 w 457155"/>
                <a:gd name="connsiteY177" fmla="*/ 219236 h 557310"/>
                <a:gd name="connsiteX178" fmla="*/ 387351 w 457155"/>
                <a:gd name="connsiteY178" fmla="*/ 217422 h 557310"/>
                <a:gd name="connsiteX179" fmla="*/ 389583 w 457155"/>
                <a:gd name="connsiteY179" fmla="*/ 216678 h 557310"/>
                <a:gd name="connsiteX180" fmla="*/ 389583 w 457155"/>
                <a:gd name="connsiteY180" fmla="*/ 211469 h 557310"/>
                <a:gd name="connsiteX181" fmla="*/ 391072 w 457155"/>
                <a:gd name="connsiteY181" fmla="*/ 211469 h 557310"/>
                <a:gd name="connsiteX182" fmla="*/ 392560 w 457155"/>
                <a:gd name="connsiteY182" fmla="*/ 207004 h 557310"/>
                <a:gd name="connsiteX183" fmla="*/ 394048 w 457155"/>
                <a:gd name="connsiteY183" fmla="*/ 206260 h 557310"/>
                <a:gd name="connsiteX184" fmla="*/ 394792 w 457155"/>
                <a:gd name="connsiteY184" fmla="*/ 201051 h 557310"/>
                <a:gd name="connsiteX185" fmla="*/ 397025 w 457155"/>
                <a:gd name="connsiteY185" fmla="*/ 201051 h 557310"/>
                <a:gd name="connsiteX186" fmla="*/ 397769 w 457155"/>
                <a:gd name="connsiteY186" fmla="*/ 195098 h 557310"/>
                <a:gd name="connsiteX187" fmla="*/ 399257 w 457155"/>
                <a:gd name="connsiteY187" fmla="*/ 195098 h 557310"/>
                <a:gd name="connsiteX188" fmla="*/ 400001 w 457155"/>
                <a:gd name="connsiteY188" fmla="*/ 192168 h 557310"/>
                <a:gd name="connsiteX189" fmla="*/ 400745 w 457155"/>
                <a:gd name="connsiteY189" fmla="*/ 189145 h 557310"/>
                <a:gd name="connsiteX190" fmla="*/ 402234 w 457155"/>
                <a:gd name="connsiteY190" fmla="*/ 188401 h 557310"/>
                <a:gd name="connsiteX191" fmla="*/ 402417 w 457155"/>
                <a:gd name="connsiteY191" fmla="*/ 186878 h 557310"/>
                <a:gd name="connsiteX192" fmla="*/ 402978 w 457155"/>
                <a:gd name="connsiteY192" fmla="*/ 185424 h 557310"/>
                <a:gd name="connsiteX193" fmla="*/ 407489 w 457155"/>
                <a:gd name="connsiteY193" fmla="*/ 185238 h 557310"/>
                <a:gd name="connsiteX194" fmla="*/ 409980 w 457155"/>
                <a:gd name="connsiteY194" fmla="*/ 185320 h 557310"/>
                <a:gd name="connsiteX195" fmla="*/ 411908 w 457155"/>
                <a:gd name="connsiteY195" fmla="*/ 185424 h 557310"/>
                <a:gd name="connsiteX196" fmla="*/ 411908 w 457155"/>
                <a:gd name="connsiteY196" fmla="*/ 187657 h 557310"/>
                <a:gd name="connsiteX197" fmla="*/ 416372 w 457155"/>
                <a:gd name="connsiteY197" fmla="*/ 189145 h 557310"/>
                <a:gd name="connsiteX198" fmla="*/ 417117 w 457155"/>
                <a:gd name="connsiteY198" fmla="*/ 191377 h 557310"/>
                <a:gd name="connsiteX199" fmla="*/ 419349 w 457155"/>
                <a:gd name="connsiteY199" fmla="*/ 191703 h 557310"/>
                <a:gd name="connsiteX200" fmla="*/ 421581 w 457155"/>
                <a:gd name="connsiteY200" fmla="*/ 192121 h 557310"/>
                <a:gd name="connsiteX201" fmla="*/ 422325 w 457155"/>
                <a:gd name="connsiteY201" fmla="*/ 195098 h 557310"/>
                <a:gd name="connsiteX202" fmla="*/ 424558 w 457155"/>
                <a:gd name="connsiteY202" fmla="*/ 195470 h 557310"/>
                <a:gd name="connsiteX203" fmla="*/ 426790 w 457155"/>
                <a:gd name="connsiteY203" fmla="*/ 195842 h 557310"/>
                <a:gd name="connsiteX204" fmla="*/ 427534 w 457155"/>
                <a:gd name="connsiteY204" fmla="*/ 198819 h 557310"/>
                <a:gd name="connsiteX205" fmla="*/ 429348 w 457155"/>
                <a:gd name="connsiteY205" fmla="*/ 198819 h 557310"/>
                <a:gd name="connsiteX206" fmla="*/ 431255 w 457155"/>
                <a:gd name="connsiteY206" fmla="*/ 198819 h 557310"/>
                <a:gd name="connsiteX207" fmla="*/ 431906 w 457155"/>
                <a:gd name="connsiteY207" fmla="*/ 200261 h 557310"/>
                <a:gd name="connsiteX208" fmla="*/ 432743 w 457155"/>
                <a:gd name="connsiteY208" fmla="*/ 201795 h 557310"/>
                <a:gd name="connsiteX209" fmla="*/ 435394 w 457155"/>
                <a:gd name="connsiteY209" fmla="*/ 202167 h 557310"/>
                <a:gd name="connsiteX210" fmla="*/ 437952 w 457155"/>
                <a:gd name="connsiteY210" fmla="*/ 202539 h 557310"/>
                <a:gd name="connsiteX211" fmla="*/ 438697 w 457155"/>
                <a:gd name="connsiteY211" fmla="*/ 205516 h 557310"/>
                <a:gd name="connsiteX212" fmla="*/ 442417 w 457155"/>
                <a:gd name="connsiteY212" fmla="*/ 206260 h 557310"/>
                <a:gd name="connsiteX213" fmla="*/ 443161 w 457155"/>
                <a:gd name="connsiteY213" fmla="*/ 208493 h 557310"/>
                <a:gd name="connsiteX214" fmla="*/ 445766 w 457155"/>
                <a:gd name="connsiteY214" fmla="*/ 208818 h 557310"/>
                <a:gd name="connsiteX215" fmla="*/ 448370 w 457155"/>
                <a:gd name="connsiteY215" fmla="*/ 209237 h 557310"/>
                <a:gd name="connsiteX216" fmla="*/ 449115 w 457155"/>
                <a:gd name="connsiteY216" fmla="*/ 212213 h 557310"/>
                <a:gd name="connsiteX217" fmla="*/ 453579 w 457155"/>
                <a:gd name="connsiteY217" fmla="*/ 212957 h 557310"/>
                <a:gd name="connsiteX218" fmla="*/ 453579 w 457155"/>
                <a:gd name="connsiteY218" fmla="*/ 215934 h 557310"/>
                <a:gd name="connsiteX219" fmla="*/ 455440 w 457155"/>
                <a:gd name="connsiteY219" fmla="*/ 216120 h 557310"/>
                <a:gd name="connsiteX220" fmla="*/ 457300 w 457155"/>
                <a:gd name="connsiteY220" fmla="*/ 216678 h 557310"/>
                <a:gd name="connsiteX221" fmla="*/ 457300 w 457155"/>
                <a:gd name="connsiteY221" fmla="*/ 222631 h 557310"/>
                <a:gd name="connsiteX222" fmla="*/ 455812 w 457155"/>
                <a:gd name="connsiteY222" fmla="*/ 223375 h 557310"/>
                <a:gd name="connsiteX223" fmla="*/ 455486 w 457155"/>
                <a:gd name="connsiteY223" fmla="*/ 224817 h 557310"/>
                <a:gd name="connsiteX224" fmla="*/ 452835 w 457155"/>
                <a:gd name="connsiteY224" fmla="*/ 227840 h 557310"/>
                <a:gd name="connsiteX225" fmla="*/ 452463 w 457155"/>
                <a:gd name="connsiteY225" fmla="*/ 229701 h 557310"/>
                <a:gd name="connsiteX226" fmla="*/ 449859 w 457155"/>
                <a:gd name="connsiteY226" fmla="*/ 233049 h 557310"/>
                <a:gd name="connsiteX227" fmla="*/ 449068 w 457155"/>
                <a:gd name="connsiteY227" fmla="*/ 234630 h 557310"/>
                <a:gd name="connsiteX228" fmla="*/ 448370 w 457155"/>
                <a:gd name="connsiteY228" fmla="*/ 236026 h 557310"/>
                <a:gd name="connsiteX229" fmla="*/ 446882 w 457155"/>
                <a:gd name="connsiteY229" fmla="*/ 236026 h 557310"/>
                <a:gd name="connsiteX230" fmla="*/ 446138 w 457155"/>
                <a:gd name="connsiteY230" fmla="*/ 239746 h 557310"/>
                <a:gd name="connsiteX231" fmla="*/ 444650 w 457155"/>
                <a:gd name="connsiteY231" fmla="*/ 240491 h 557310"/>
                <a:gd name="connsiteX232" fmla="*/ 444324 w 457155"/>
                <a:gd name="connsiteY232" fmla="*/ 242258 h 557310"/>
                <a:gd name="connsiteX233" fmla="*/ 441673 w 457155"/>
                <a:gd name="connsiteY233" fmla="*/ 246444 h 557310"/>
                <a:gd name="connsiteX234" fmla="*/ 440883 w 457155"/>
                <a:gd name="connsiteY234" fmla="*/ 248072 h 557310"/>
                <a:gd name="connsiteX235" fmla="*/ 440185 w 457155"/>
                <a:gd name="connsiteY235" fmla="*/ 249420 h 557310"/>
                <a:gd name="connsiteX236" fmla="*/ 438697 w 457155"/>
                <a:gd name="connsiteY236" fmla="*/ 249420 h 557310"/>
                <a:gd name="connsiteX237" fmla="*/ 438371 w 457155"/>
                <a:gd name="connsiteY237" fmla="*/ 251281 h 557310"/>
                <a:gd name="connsiteX238" fmla="*/ 437952 w 457155"/>
                <a:gd name="connsiteY238" fmla="*/ 253141 h 557310"/>
                <a:gd name="connsiteX239" fmla="*/ 435720 w 457155"/>
                <a:gd name="connsiteY239" fmla="*/ 253141 h 557310"/>
                <a:gd name="connsiteX240" fmla="*/ 435860 w 457155"/>
                <a:gd name="connsiteY240" fmla="*/ 254955 h 557310"/>
                <a:gd name="connsiteX241" fmla="*/ 435720 w 457155"/>
                <a:gd name="connsiteY241" fmla="*/ 256862 h 557310"/>
                <a:gd name="connsiteX242" fmla="*/ 433488 w 457155"/>
                <a:gd name="connsiteY242" fmla="*/ 257606 h 557310"/>
                <a:gd name="connsiteX243" fmla="*/ 432743 w 457155"/>
                <a:gd name="connsiteY243" fmla="*/ 261327 h 557310"/>
                <a:gd name="connsiteX244" fmla="*/ 431255 w 457155"/>
                <a:gd name="connsiteY244" fmla="*/ 261327 h 557310"/>
                <a:gd name="connsiteX245" fmla="*/ 430697 w 457155"/>
                <a:gd name="connsiteY245" fmla="*/ 262815 h 557310"/>
                <a:gd name="connsiteX246" fmla="*/ 426299 w 457155"/>
                <a:gd name="connsiteY246" fmla="*/ 269611 h 557310"/>
                <a:gd name="connsiteX247" fmla="*/ 424558 w 457155"/>
                <a:gd name="connsiteY247" fmla="*/ 273233 h 557310"/>
                <a:gd name="connsiteX248" fmla="*/ 422325 w 457155"/>
                <a:gd name="connsiteY248" fmla="*/ 274721 h 557310"/>
                <a:gd name="connsiteX249" fmla="*/ 421953 w 457155"/>
                <a:gd name="connsiteY249" fmla="*/ 276302 h 557310"/>
                <a:gd name="connsiteX250" fmla="*/ 421581 w 457155"/>
                <a:gd name="connsiteY250" fmla="*/ 277698 h 557310"/>
                <a:gd name="connsiteX251" fmla="*/ 419349 w 457155"/>
                <a:gd name="connsiteY251" fmla="*/ 277698 h 557310"/>
                <a:gd name="connsiteX252" fmla="*/ 419349 w 457155"/>
                <a:gd name="connsiteY252" fmla="*/ 281418 h 557310"/>
                <a:gd name="connsiteX253" fmla="*/ 417117 w 457155"/>
                <a:gd name="connsiteY253" fmla="*/ 281418 h 557310"/>
                <a:gd name="connsiteX254" fmla="*/ 416372 w 457155"/>
                <a:gd name="connsiteY254" fmla="*/ 285139 h 557310"/>
                <a:gd name="connsiteX255" fmla="*/ 414884 w 457155"/>
                <a:gd name="connsiteY255" fmla="*/ 285883 h 557310"/>
                <a:gd name="connsiteX256" fmla="*/ 414279 w 457155"/>
                <a:gd name="connsiteY256" fmla="*/ 287930 h 557310"/>
                <a:gd name="connsiteX257" fmla="*/ 409675 w 457155"/>
                <a:gd name="connsiteY257" fmla="*/ 294069 h 557310"/>
                <a:gd name="connsiteX258" fmla="*/ 407443 w 457155"/>
                <a:gd name="connsiteY258" fmla="*/ 297789 h 557310"/>
                <a:gd name="connsiteX259" fmla="*/ 405954 w 457155"/>
                <a:gd name="connsiteY259" fmla="*/ 298534 h 557310"/>
                <a:gd name="connsiteX260" fmla="*/ 405582 w 457155"/>
                <a:gd name="connsiteY260" fmla="*/ 300022 h 557310"/>
                <a:gd name="connsiteX261" fmla="*/ 405210 w 457155"/>
                <a:gd name="connsiteY261" fmla="*/ 301510 h 557310"/>
                <a:gd name="connsiteX262" fmla="*/ 403722 w 457155"/>
                <a:gd name="connsiteY262" fmla="*/ 302254 h 557310"/>
                <a:gd name="connsiteX263" fmla="*/ 403024 w 457155"/>
                <a:gd name="connsiteY263" fmla="*/ 303789 h 557310"/>
                <a:gd name="connsiteX264" fmla="*/ 402234 w 457155"/>
                <a:gd name="connsiteY264" fmla="*/ 305231 h 557310"/>
                <a:gd name="connsiteX265" fmla="*/ 400001 w 457155"/>
                <a:gd name="connsiteY265" fmla="*/ 305231 h 557310"/>
                <a:gd name="connsiteX266" fmla="*/ 400001 w 457155"/>
                <a:gd name="connsiteY266" fmla="*/ 308207 h 557310"/>
                <a:gd name="connsiteX267" fmla="*/ 397769 w 457155"/>
                <a:gd name="connsiteY267" fmla="*/ 308207 h 557310"/>
                <a:gd name="connsiteX268" fmla="*/ 397908 w 457155"/>
                <a:gd name="connsiteY268" fmla="*/ 310021 h 557310"/>
                <a:gd name="connsiteX269" fmla="*/ 397769 w 457155"/>
                <a:gd name="connsiteY269" fmla="*/ 311928 h 557310"/>
                <a:gd name="connsiteX270" fmla="*/ 395536 w 457155"/>
                <a:gd name="connsiteY270" fmla="*/ 312672 h 557310"/>
                <a:gd name="connsiteX271" fmla="*/ 394792 w 457155"/>
                <a:gd name="connsiteY271" fmla="*/ 315649 h 557310"/>
                <a:gd name="connsiteX272" fmla="*/ 393304 w 457155"/>
                <a:gd name="connsiteY272" fmla="*/ 316393 h 557310"/>
                <a:gd name="connsiteX273" fmla="*/ 392560 w 457155"/>
                <a:gd name="connsiteY273" fmla="*/ 317881 h 557310"/>
                <a:gd name="connsiteX274" fmla="*/ 390327 w 457155"/>
                <a:gd name="connsiteY274" fmla="*/ 320114 h 557310"/>
                <a:gd name="connsiteX275" fmla="*/ 389723 w 457155"/>
                <a:gd name="connsiteY275" fmla="*/ 322160 h 557310"/>
                <a:gd name="connsiteX276" fmla="*/ 385118 w 457155"/>
                <a:gd name="connsiteY276" fmla="*/ 328299 h 557310"/>
                <a:gd name="connsiteX277" fmla="*/ 381165 w 457155"/>
                <a:gd name="connsiteY277" fmla="*/ 334703 h 557310"/>
                <a:gd name="connsiteX278" fmla="*/ 381398 w 457155"/>
                <a:gd name="connsiteY278" fmla="*/ 340205 h 557310"/>
                <a:gd name="connsiteX279" fmla="*/ 383630 w 457155"/>
                <a:gd name="connsiteY279" fmla="*/ 340205 h 557310"/>
                <a:gd name="connsiteX280" fmla="*/ 383994 w 457155"/>
                <a:gd name="connsiteY280" fmla="*/ 344784 h 557310"/>
                <a:gd name="connsiteX281" fmla="*/ 384374 w 457155"/>
                <a:gd name="connsiteY281" fmla="*/ 346159 h 557310"/>
                <a:gd name="connsiteX282" fmla="*/ 386607 w 457155"/>
                <a:gd name="connsiteY282" fmla="*/ 346903 h 557310"/>
                <a:gd name="connsiteX283" fmla="*/ 386607 w 457155"/>
                <a:gd name="connsiteY283" fmla="*/ 352856 h 557310"/>
                <a:gd name="connsiteX284" fmla="*/ 388839 w 457155"/>
                <a:gd name="connsiteY284" fmla="*/ 353600 h 557310"/>
                <a:gd name="connsiteX285" fmla="*/ 389583 w 457155"/>
                <a:gd name="connsiteY285" fmla="*/ 358065 h 557310"/>
                <a:gd name="connsiteX286" fmla="*/ 391816 w 457155"/>
                <a:gd name="connsiteY286" fmla="*/ 358809 h 557310"/>
                <a:gd name="connsiteX287" fmla="*/ 392560 w 457155"/>
                <a:gd name="connsiteY287" fmla="*/ 362530 h 557310"/>
                <a:gd name="connsiteX288" fmla="*/ 394792 w 457155"/>
                <a:gd name="connsiteY288" fmla="*/ 363274 h 557310"/>
                <a:gd name="connsiteX289" fmla="*/ 395536 w 457155"/>
                <a:gd name="connsiteY289" fmla="*/ 367739 h 557310"/>
                <a:gd name="connsiteX290" fmla="*/ 397769 w 457155"/>
                <a:gd name="connsiteY290" fmla="*/ 369227 h 557310"/>
                <a:gd name="connsiteX291" fmla="*/ 397769 w 457155"/>
                <a:gd name="connsiteY291" fmla="*/ 373692 h 557310"/>
                <a:gd name="connsiteX292" fmla="*/ 400001 w 457155"/>
                <a:gd name="connsiteY292" fmla="*/ 373692 h 557310"/>
                <a:gd name="connsiteX293" fmla="*/ 401490 w 457155"/>
                <a:gd name="connsiteY293" fmla="*/ 377412 h 557310"/>
                <a:gd name="connsiteX294" fmla="*/ 402978 w 457155"/>
                <a:gd name="connsiteY294" fmla="*/ 378157 h 557310"/>
                <a:gd name="connsiteX295" fmla="*/ 404466 w 457155"/>
                <a:gd name="connsiteY295" fmla="*/ 382621 h 557310"/>
                <a:gd name="connsiteX296" fmla="*/ 405954 w 457155"/>
                <a:gd name="connsiteY296" fmla="*/ 383366 h 557310"/>
                <a:gd name="connsiteX297" fmla="*/ 405954 w 457155"/>
                <a:gd name="connsiteY297" fmla="*/ 387086 h 557310"/>
                <a:gd name="connsiteX298" fmla="*/ 408187 w 457155"/>
                <a:gd name="connsiteY298" fmla="*/ 387086 h 557310"/>
                <a:gd name="connsiteX299" fmla="*/ 408001 w 457155"/>
                <a:gd name="connsiteY299" fmla="*/ 388854 h 557310"/>
                <a:gd name="connsiteX300" fmla="*/ 408187 w 457155"/>
                <a:gd name="connsiteY300" fmla="*/ 390807 h 557310"/>
                <a:gd name="connsiteX301" fmla="*/ 411163 w 457155"/>
                <a:gd name="connsiteY301" fmla="*/ 392295 h 557310"/>
                <a:gd name="connsiteX302" fmla="*/ 411163 w 457155"/>
                <a:gd name="connsiteY302" fmla="*/ 394528 h 557310"/>
                <a:gd name="connsiteX303" fmla="*/ 413396 w 457155"/>
                <a:gd name="connsiteY303" fmla="*/ 395272 h 557310"/>
                <a:gd name="connsiteX304" fmla="*/ 414140 w 457155"/>
                <a:gd name="connsiteY304" fmla="*/ 398248 h 557310"/>
                <a:gd name="connsiteX305" fmla="*/ 415628 w 457155"/>
                <a:gd name="connsiteY305" fmla="*/ 398248 h 557310"/>
                <a:gd name="connsiteX306" fmla="*/ 419302 w 457155"/>
                <a:gd name="connsiteY306" fmla="*/ 402806 h 557310"/>
                <a:gd name="connsiteX307" fmla="*/ 421512 w 457155"/>
                <a:gd name="connsiteY307" fmla="*/ 405667 h 557310"/>
                <a:gd name="connsiteX308" fmla="*/ 422660 w 457155"/>
                <a:gd name="connsiteY308" fmla="*/ 407164 h 557310"/>
                <a:gd name="connsiteX309" fmla="*/ 428232 w 457155"/>
                <a:gd name="connsiteY309" fmla="*/ 414340 h 557310"/>
                <a:gd name="connsiteX310" fmla="*/ 429242 w 457155"/>
                <a:gd name="connsiteY310" fmla="*/ 415646 h 557310"/>
                <a:gd name="connsiteX311" fmla="*/ 433677 w 457155"/>
                <a:gd name="connsiteY311" fmla="*/ 420730 h 557310"/>
                <a:gd name="connsiteX312" fmla="*/ 435720 w 457155"/>
                <a:gd name="connsiteY312" fmla="*/ 424293 h 557310"/>
                <a:gd name="connsiteX313" fmla="*/ 437952 w 457155"/>
                <a:gd name="connsiteY313" fmla="*/ 425037 h 557310"/>
                <a:gd name="connsiteX314" fmla="*/ 438697 w 457155"/>
                <a:gd name="connsiteY314" fmla="*/ 428014 h 557310"/>
                <a:gd name="connsiteX315" fmla="*/ 440929 w 457155"/>
                <a:gd name="connsiteY315" fmla="*/ 428758 h 557310"/>
                <a:gd name="connsiteX316" fmla="*/ 441673 w 457155"/>
                <a:gd name="connsiteY316" fmla="*/ 430991 h 557310"/>
                <a:gd name="connsiteX317" fmla="*/ 443906 w 457155"/>
                <a:gd name="connsiteY317" fmla="*/ 431735 h 557310"/>
                <a:gd name="connsiteX318" fmla="*/ 444650 w 457155"/>
                <a:gd name="connsiteY318" fmla="*/ 433967 h 557310"/>
                <a:gd name="connsiteX319" fmla="*/ 445952 w 457155"/>
                <a:gd name="connsiteY319" fmla="*/ 434618 h 557310"/>
                <a:gd name="connsiteX320" fmla="*/ 452091 w 457155"/>
                <a:gd name="connsiteY320" fmla="*/ 441409 h 557310"/>
                <a:gd name="connsiteX321" fmla="*/ 454324 w 457155"/>
                <a:gd name="connsiteY321" fmla="*/ 442153 h 557310"/>
                <a:gd name="connsiteX322" fmla="*/ 454649 w 457155"/>
                <a:gd name="connsiteY322" fmla="*/ 443687 h 557310"/>
                <a:gd name="connsiteX323" fmla="*/ 455068 w 457155"/>
                <a:gd name="connsiteY323" fmla="*/ 445129 h 557310"/>
                <a:gd name="connsiteX324" fmla="*/ 458044 w 457155"/>
                <a:gd name="connsiteY324" fmla="*/ 445129 h 557310"/>
                <a:gd name="connsiteX325" fmla="*/ 458788 w 457155"/>
                <a:gd name="connsiteY325" fmla="*/ 447362 h 557310"/>
                <a:gd name="connsiteX326" fmla="*/ 460695 w 457155"/>
                <a:gd name="connsiteY326" fmla="*/ 448478 h 557310"/>
                <a:gd name="connsiteX327" fmla="*/ 462509 w 457155"/>
                <a:gd name="connsiteY327" fmla="*/ 449594 h 557310"/>
                <a:gd name="connsiteX328" fmla="*/ 462509 w 457155"/>
                <a:gd name="connsiteY328" fmla="*/ 451827 h 557310"/>
                <a:gd name="connsiteX329" fmla="*/ 466230 w 457155"/>
                <a:gd name="connsiteY329" fmla="*/ 451827 h 557310"/>
                <a:gd name="connsiteX330" fmla="*/ 466230 w 457155"/>
                <a:gd name="connsiteY330" fmla="*/ 462244 h 557310"/>
                <a:gd name="connsiteX331" fmla="*/ 462509 w 457155"/>
                <a:gd name="connsiteY331" fmla="*/ 462244 h 557310"/>
                <a:gd name="connsiteX332" fmla="*/ 462509 w 457155"/>
                <a:gd name="connsiteY332" fmla="*/ 465221 h 557310"/>
                <a:gd name="connsiteX333" fmla="*/ 460277 w 457155"/>
                <a:gd name="connsiteY333" fmla="*/ 465965 h 557310"/>
                <a:gd name="connsiteX334" fmla="*/ 458347 w 457155"/>
                <a:gd name="connsiteY334" fmla="*/ 468401 h 557310"/>
                <a:gd name="connsiteX335" fmla="*/ 457280 w 457155"/>
                <a:gd name="connsiteY335" fmla="*/ 469889 h 557310"/>
                <a:gd name="connsiteX336" fmla="*/ 456184 w 457155"/>
                <a:gd name="connsiteY336" fmla="*/ 471453 h 557310"/>
                <a:gd name="connsiteX337" fmla="*/ 454021 w 457155"/>
                <a:gd name="connsiteY337" fmla="*/ 474494 h 557310"/>
                <a:gd name="connsiteX338" fmla="*/ 453061 w 457155"/>
                <a:gd name="connsiteY338" fmla="*/ 475861 h 557310"/>
                <a:gd name="connsiteX339" fmla="*/ 450901 w 457155"/>
                <a:gd name="connsiteY339" fmla="*/ 478269 h 557310"/>
                <a:gd name="connsiteX340" fmla="*/ 449115 w 457155"/>
                <a:gd name="connsiteY340" fmla="*/ 481592 h 557310"/>
                <a:gd name="connsiteX341" fmla="*/ 446882 w 457155"/>
                <a:gd name="connsiteY341" fmla="*/ 483080 h 557310"/>
                <a:gd name="connsiteX342" fmla="*/ 446510 w 457155"/>
                <a:gd name="connsiteY342" fmla="*/ 484662 h 557310"/>
                <a:gd name="connsiteX343" fmla="*/ 446138 w 457155"/>
                <a:gd name="connsiteY343" fmla="*/ 486057 h 557310"/>
                <a:gd name="connsiteX344" fmla="*/ 443906 w 457155"/>
                <a:gd name="connsiteY344" fmla="*/ 486057 h 557310"/>
                <a:gd name="connsiteX345" fmla="*/ 444045 w 457155"/>
                <a:gd name="connsiteY345" fmla="*/ 488243 h 557310"/>
                <a:gd name="connsiteX346" fmla="*/ 443906 w 457155"/>
                <a:gd name="connsiteY346" fmla="*/ 490522 h 557310"/>
                <a:gd name="connsiteX347" fmla="*/ 441673 w 457155"/>
                <a:gd name="connsiteY347" fmla="*/ 491266 h 557310"/>
                <a:gd name="connsiteX348" fmla="*/ 440929 w 457155"/>
                <a:gd name="connsiteY348" fmla="*/ 495731 h 557310"/>
                <a:gd name="connsiteX349" fmla="*/ 439441 w 457155"/>
                <a:gd name="connsiteY349" fmla="*/ 496475 h 557310"/>
                <a:gd name="connsiteX350" fmla="*/ 437952 w 457155"/>
                <a:gd name="connsiteY350" fmla="*/ 500940 h 557310"/>
                <a:gd name="connsiteX351" fmla="*/ 436464 w 457155"/>
                <a:gd name="connsiteY351" fmla="*/ 502428 h 557310"/>
                <a:gd name="connsiteX352" fmla="*/ 436048 w 457155"/>
                <a:gd name="connsiteY352" fmla="*/ 506986 h 557310"/>
                <a:gd name="connsiteX353" fmla="*/ 433488 w 457155"/>
                <a:gd name="connsiteY353" fmla="*/ 509869 h 557310"/>
                <a:gd name="connsiteX354" fmla="*/ 433302 w 457155"/>
                <a:gd name="connsiteY354" fmla="*/ 511823 h 557310"/>
                <a:gd name="connsiteX355" fmla="*/ 432743 w 457155"/>
                <a:gd name="connsiteY355" fmla="*/ 513590 h 557310"/>
                <a:gd name="connsiteX356" fmla="*/ 427534 w 457155"/>
                <a:gd name="connsiteY356" fmla="*/ 513590 h 557310"/>
                <a:gd name="connsiteX357" fmla="*/ 426790 w 457155"/>
                <a:gd name="connsiteY357" fmla="*/ 510614 h 557310"/>
                <a:gd name="connsiteX358" fmla="*/ 424558 w 457155"/>
                <a:gd name="connsiteY358" fmla="*/ 509869 h 557310"/>
                <a:gd name="connsiteX359" fmla="*/ 420093 w 457155"/>
                <a:gd name="connsiteY359" fmla="*/ 503172 h 557310"/>
                <a:gd name="connsiteX360" fmla="*/ 418558 w 457155"/>
                <a:gd name="connsiteY360" fmla="*/ 502800 h 557310"/>
                <a:gd name="connsiteX361" fmla="*/ 417117 w 457155"/>
                <a:gd name="connsiteY361" fmla="*/ 502428 h 557310"/>
                <a:gd name="connsiteX362" fmla="*/ 417117 w 457155"/>
                <a:gd name="connsiteY362" fmla="*/ 499452 h 557310"/>
                <a:gd name="connsiteX363" fmla="*/ 414140 w 457155"/>
                <a:gd name="connsiteY363" fmla="*/ 499452 h 557310"/>
                <a:gd name="connsiteX364" fmla="*/ 414140 w 457155"/>
                <a:gd name="connsiteY364" fmla="*/ 496475 h 557310"/>
                <a:gd name="connsiteX365" fmla="*/ 411163 w 457155"/>
                <a:gd name="connsiteY365" fmla="*/ 496475 h 557310"/>
                <a:gd name="connsiteX366" fmla="*/ 411163 w 457155"/>
                <a:gd name="connsiteY366" fmla="*/ 493498 h 557310"/>
                <a:gd name="connsiteX367" fmla="*/ 408187 w 457155"/>
                <a:gd name="connsiteY367" fmla="*/ 492754 h 557310"/>
                <a:gd name="connsiteX368" fmla="*/ 400606 w 457155"/>
                <a:gd name="connsiteY368" fmla="*/ 484011 h 557310"/>
                <a:gd name="connsiteX369" fmla="*/ 395536 w 457155"/>
                <a:gd name="connsiteY369" fmla="*/ 478616 h 557310"/>
                <a:gd name="connsiteX370" fmla="*/ 394048 w 457155"/>
                <a:gd name="connsiteY370" fmla="*/ 475639 h 557310"/>
                <a:gd name="connsiteX371" fmla="*/ 392560 w 457155"/>
                <a:gd name="connsiteY371" fmla="*/ 474895 h 557310"/>
                <a:gd name="connsiteX372" fmla="*/ 391816 w 457155"/>
                <a:gd name="connsiteY372" fmla="*/ 472662 h 557310"/>
                <a:gd name="connsiteX373" fmla="*/ 389583 w 457155"/>
                <a:gd name="connsiteY373" fmla="*/ 471174 h 557310"/>
                <a:gd name="connsiteX374" fmla="*/ 388839 w 457155"/>
                <a:gd name="connsiteY374" fmla="*/ 468942 h 557310"/>
                <a:gd name="connsiteX375" fmla="*/ 387676 w 457155"/>
                <a:gd name="connsiteY375" fmla="*/ 467779 h 557310"/>
                <a:gd name="connsiteX376" fmla="*/ 386607 w 457155"/>
                <a:gd name="connsiteY376" fmla="*/ 465221 h 557310"/>
                <a:gd name="connsiteX377" fmla="*/ 384374 w 457155"/>
                <a:gd name="connsiteY377" fmla="*/ 464477 h 557310"/>
                <a:gd name="connsiteX378" fmla="*/ 382142 w 457155"/>
                <a:gd name="connsiteY378" fmla="*/ 460756 h 557310"/>
                <a:gd name="connsiteX379" fmla="*/ 377212 w 457155"/>
                <a:gd name="connsiteY379" fmla="*/ 455175 h 557310"/>
                <a:gd name="connsiteX380" fmla="*/ 373212 w 457155"/>
                <a:gd name="connsiteY380" fmla="*/ 447501 h 557310"/>
                <a:gd name="connsiteX381" fmla="*/ 372468 w 457155"/>
                <a:gd name="connsiteY381" fmla="*/ 445873 h 557310"/>
                <a:gd name="connsiteX382" fmla="*/ 370236 w 457155"/>
                <a:gd name="connsiteY382" fmla="*/ 445129 h 557310"/>
                <a:gd name="connsiteX383" fmla="*/ 369492 w 457155"/>
                <a:gd name="connsiteY383" fmla="*/ 442153 h 557310"/>
                <a:gd name="connsiteX384" fmla="*/ 368003 w 457155"/>
                <a:gd name="connsiteY384" fmla="*/ 441409 h 557310"/>
                <a:gd name="connsiteX385" fmla="*/ 366515 w 457155"/>
                <a:gd name="connsiteY385" fmla="*/ 437688 h 557310"/>
                <a:gd name="connsiteX386" fmla="*/ 365027 w 457155"/>
                <a:gd name="connsiteY386" fmla="*/ 436944 h 557310"/>
                <a:gd name="connsiteX387" fmla="*/ 364701 w 457155"/>
                <a:gd name="connsiteY387" fmla="*/ 434711 h 557310"/>
                <a:gd name="connsiteX388" fmla="*/ 364283 w 457155"/>
                <a:gd name="connsiteY388" fmla="*/ 432479 h 557310"/>
                <a:gd name="connsiteX389" fmla="*/ 362050 w 457155"/>
                <a:gd name="connsiteY389" fmla="*/ 431735 h 557310"/>
                <a:gd name="connsiteX390" fmla="*/ 362050 w 457155"/>
                <a:gd name="connsiteY390" fmla="*/ 428014 h 557310"/>
                <a:gd name="connsiteX391" fmla="*/ 359818 w 457155"/>
                <a:gd name="connsiteY391" fmla="*/ 427270 h 557310"/>
                <a:gd name="connsiteX392" fmla="*/ 359446 w 457155"/>
                <a:gd name="connsiteY392" fmla="*/ 425363 h 557310"/>
                <a:gd name="connsiteX393" fmla="*/ 359074 w 457155"/>
                <a:gd name="connsiteY393" fmla="*/ 423549 h 557310"/>
                <a:gd name="connsiteX394" fmla="*/ 356841 w 457155"/>
                <a:gd name="connsiteY394" fmla="*/ 423549 h 557310"/>
                <a:gd name="connsiteX395" fmla="*/ 356097 w 457155"/>
                <a:gd name="connsiteY395" fmla="*/ 419084 h 557310"/>
                <a:gd name="connsiteX396" fmla="*/ 353865 w 457155"/>
                <a:gd name="connsiteY396" fmla="*/ 419084 h 557310"/>
                <a:gd name="connsiteX397" fmla="*/ 353632 w 457155"/>
                <a:gd name="connsiteY397" fmla="*/ 416619 h 557310"/>
                <a:gd name="connsiteX398" fmla="*/ 350888 w 457155"/>
                <a:gd name="connsiteY398" fmla="*/ 411643 h 557310"/>
                <a:gd name="connsiteX399" fmla="*/ 350144 w 457155"/>
                <a:gd name="connsiteY399" fmla="*/ 409410 h 557310"/>
                <a:gd name="connsiteX400" fmla="*/ 348656 w 457155"/>
                <a:gd name="connsiteY400" fmla="*/ 408666 h 557310"/>
                <a:gd name="connsiteX401" fmla="*/ 347167 w 457155"/>
                <a:gd name="connsiteY401" fmla="*/ 403457 h 557310"/>
                <a:gd name="connsiteX402" fmla="*/ 345679 w 457155"/>
                <a:gd name="connsiteY402" fmla="*/ 402713 h 557310"/>
                <a:gd name="connsiteX403" fmla="*/ 344935 w 457155"/>
                <a:gd name="connsiteY403" fmla="*/ 397504 h 557310"/>
                <a:gd name="connsiteX404" fmla="*/ 343447 w 457155"/>
                <a:gd name="connsiteY404" fmla="*/ 395272 h 557310"/>
                <a:gd name="connsiteX405" fmla="*/ 343439 w 457155"/>
                <a:gd name="connsiteY405" fmla="*/ 397013 h 557310"/>
                <a:gd name="connsiteX406" fmla="*/ 343233 w 457155"/>
                <a:gd name="connsiteY406" fmla="*/ 438894 h 557310"/>
                <a:gd name="connsiteX407" fmla="*/ 343133 w 457155"/>
                <a:gd name="connsiteY407" fmla="*/ 459147 h 557310"/>
                <a:gd name="connsiteX408" fmla="*/ 343043 w 457155"/>
                <a:gd name="connsiteY408" fmla="*/ 476793 h 557310"/>
                <a:gd name="connsiteX409" fmla="*/ 342998 w 457155"/>
                <a:gd name="connsiteY409" fmla="*/ 486142 h 557310"/>
                <a:gd name="connsiteX410" fmla="*/ 342950 w 457155"/>
                <a:gd name="connsiteY410" fmla="*/ 494932 h 557310"/>
                <a:gd name="connsiteX411" fmla="*/ 342937 w 457155"/>
                <a:gd name="connsiteY411" fmla="*/ 498167 h 557310"/>
                <a:gd name="connsiteX412" fmla="*/ 342910 w 457155"/>
                <a:gd name="connsiteY412" fmla="*/ 502566 h 557310"/>
                <a:gd name="connsiteX413" fmla="*/ 342897 w 457155"/>
                <a:gd name="connsiteY413" fmla="*/ 505058 h 557310"/>
                <a:gd name="connsiteX414" fmla="*/ 342702 w 457155"/>
                <a:gd name="connsiteY414" fmla="*/ 506893 h 557310"/>
                <a:gd name="connsiteX415" fmla="*/ 341214 w 457155"/>
                <a:gd name="connsiteY415" fmla="*/ 507637 h 557310"/>
                <a:gd name="connsiteX416" fmla="*/ 340610 w 457155"/>
                <a:gd name="connsiteY416" fmla="*/ 514892 h 557310"/>
                <a:gd name="connsiteX417" fmla="*/ 340470 w 457155"/>
                <a:gd name="connsiteY417" fmla="*/ 517311 h 557310"/>
                <a:gd name="connsiteX418" fmla="*/ 338985 w 457155"/>
                <a:gd name="connsiteY418" fmla="*/ 517991 h 557310"/>
                <a:gd name="connsiteX419" fmla="*/ 337493 w 457155"/>
                <a:gd name="connsiteY419" fmla="*/ 518799 h 557310"/>
                <a:gd name="connsiteX420" fmla="*/ 337307 w 457155"/>
                <a:gd name="connsiteY420" fmla="*/ 522241 h 557310"/>
                <a:gd name="connsiteX421" fmla="*/ 337389 w 457155"/>
                <a:gd name="connsiteY421" fmla="*/ 524084 h 557310"/>
                <a:gd name="connsiteX422" fmla="*/ 337493 w 457155"/>
                <a:gd name="connsiteY422" fmla="*/ 525496 h 557310"/>
                <a:gd name="connsiteX423" fmla="*/ 335261 w 457155"/>
                <a:gd name="connsiteY423" fmla="*/ 525496 h 557310"/>
                <a:gd name="connsiteX424" fmla="*/ 335029 w 457155"/>
                <a:gd name="connsiteY424" fmla="*/ 527636 h 557310"/>
                <a:gd name="connsiteX425" fmla="*/ 332284 w 457155"/>
                <a:gd name="connsiteY425" fmla="*/ 531450 h 557310"/>
                <a:gd name="connsiteX426" fmla="*/ 331540 w 457155"/>
                <a:gd name="connsiteY426" fmla="*/ 533682 h 557310"/>
                <a:gd name="connsiteX427" fmla="*/ 329308 w 457155"/>
                <a:gd name="connsiteY427" fmla="*/ 533682 h 557310"/>
                <a:gd name="connsiteX428" fmla="*/ 329308 w 457155"/>
                <a:gd name="connsiteY428" fmla="*/ 537403 h 557310"/>
                <a:gd name="connsiteX429" fmla="*/ 326331 w 457155"/>
                <a:gd name="connsiteY429" fmla="*/ 537403 h 557310"/>
                <a:gd name="connsiteX430" fmla="*/ 326331 w 457155"/>
                <a:gd name="connsiteY430" fmla="*/ 540379 h 557310"/>
                <a:gd name="connsiteX431" fmla="*/ 322611 w 457155"/>
                <a:gd name="connsiteY431" fmla="*/ 541123 h 557310"/>
                <a:gd name="connsiteX432" fmla="*/ 322611 w 457155"/>
                <a:gd name="connsiteY432" fmla="*/ 544100 h 557310"/>
                <a:gd name="connsiteX433" fmla="*/ 318890 w 457155"/>
                <a:gd name="connsiteY433" fmla="*/ 544844 h 557310"/>
                <a:gd name="connsiteX434" fmla="*/ 318611 w 457155"/>
                <a:gd name="connsiteY434" fmla="*/ 546379 h 557310"/>
                <a:gd name="connsiteX435" fmla="*/ 318146 w 457155"/>
                <a:gd name="connsiteY435" fmla="*/ 547821 h 557310"/>
                <a:gd name="connsiteX436" fmla="*/ 312937 w 457155"/>
                <a:gd name="connsiteY436" fmla="*/ 547821 h 557310"/>
                <a:gd name="connsiteX437" fmla="*/ 312658 w 457155"/>
                <a:gd name="connsiteY437" fmla="*/ 549312 h 557310"/>
                <a:gd name="connsiteX438" fmla="*/ 312193 w 457155"/>
                <a:gd name="connsiteY438" fmla="*/ 550797 h 557310"/>
                <a:gd name="connsiteX439" fmla="*/ 305844 w 457155"/>
                <a:gd name="connsiteY439" fmla="*/ 550539 h 557310"/>
                <a:gd name="connsiteX440" fmla="*/ 304007 w 457155"/>
                <a:gd name="connsiteY440" fmla="*/ 550797 h 557310"/>
                <a:gd name="connsiteX441" fmla="*/ 303728 w 457155"/>
                <a:gd name="connsiteY441" fmla="*/ 552631 h 557310"/>
                <a:gd name="connsiteX442" fmla="*/ 303263 w 457155"/>
                <a:gd name="connsiteY442" fmla="*/ 554518 h 557310"/>
                <a:gd name="connsiteX443" fmla="*/ 297682 w 457155"/>
                <a:gd name="connsiteY443" fmla="*/ 554983 h 557310"/>
                <a:gd name="connsiteX444" fmla="*/ 292101 w 457155"/>
                <a:gd name="connsiteY444" fmla="*/ 555262 h 557310"/>
                <a:gd name="connsiteX445" fmla="*/ 291357 w 457155"/>
                <a:gd name="connsiteY445" fmla="*/ 557494 h 557310"/>
                <a:gd name="connsiteX446" fmla="*/ 286491 w 457155"/>
                <a:gd name="connsiteY446" fmla="*/ 557748 h 557310"/>
                <a:gd name="connsiteX447" fmla="*/ 284951 w 457155"/>
                <a:gd name="connsiteY447" fmla="*/ 557749 h 557310"/>
                <a:gd name="connsiteX448" fmla="*/ 279889 w 457155"/>
                <a:gd name="connsiteY448" fmla="*/ 557712 h 557310"/>
                <a:gd name="connsiteX449" fmla="*/ 276389 w 457155"/>
                <a:gd name="connsiteY449" fmla="*/ 557703 h 557310"/>
                <a:gd name="connsiteX450" fmla="*/ 267159 w 457155"/>
                <a:gd name="connsiteY450" fmla="*/ 557648 h 557310"/>
                <a:gd name="connsiteX451" fmla="*/ 257747 w 457155"/>
                <a:gd name="connsiteY451" fmla="*/ 557603 h 557310"/>
                <a:gd name="connsiteX452" fmla="*/ 239267 w 457155"/>
                <a:gd name="connsiteY452" fmla="*/ 557494 h 557310"/>
                <a:gd name="connsiteX453" fmla="*/ 239234 w 457155"/>
                <a:gd name="connsiteY453" fmla="*/ 556220 h 557310"/>
                <a:gd name="connsiteX454" fmla="*/ 239034 w 457155"/>
                <a:gd name="connsiteY454" fmla="*/ 550518 h 557310"/>
                <a:gd name="connsiteX455" fmla="*/ 238983 w 457155"/>
                <a:gd name="connsiteY455" fmla="*/ 548512 h 557310"/>
                <a:gd name="connsiteX456" fmla="*/ 238904 w 457155"/>
                <a:gd name="connsiteY456" fmla="*/ 546594 h 557310"/>
                <a:gd name="connsiteX457" fmla="*/ 238845 w 457155"/>
                <a:gd name="connsiteY457" fmla="*/ 544823 h 557310"/>
                <a:gd name="connsiteX458" fmla="*/ 236290 w 457155"/>
                <a:gd name="connsiteY458" fmla="*/ 541868 h 557310"/>
                <a:gd name="connsiteX459" fmla="*/ 235779 w 457155"/>
                <a:gd name="connsiteY459" fmla="*/ 536193 h 557310"/>
                <a:gd name="connsiteX460" fmla="*/ 235702 w 457155"/>
                <a:gd name="connsiteY460" fmla="*/ 534601 h 557310"/>
                <a:gd name="connsiteX461" fmla="*/ 235546 w 457155"/>
                <a:gd name="connsiteY461" fmla="*/ 530705 h 557310"/>
                <a:gd name="connsiteX462" fmla="*/ 233314 w 457155"/>
                <a:gd name="connsiteY462" fmla="*/ 530705 h 557310"/>
                <a:gd name="connsiteX463" fmla="*/ 233203 w 457155"/>
                <a:gd name="connsiteY463" fmla="*/ 528615 h 557310"/>
                <a:gd name="connsiteX464" fmla="*/ 233035 w 457155"/>
                <a:gd name="connsiteY464" fmla="*/ 525915 h 557310"/>
                <a:gd name="connsiteX465" fmla="*/ 232878 w 457155"/>
                <a:gd name="connsiteY465" fmla="*/ 523220 h 557310"/>
                <a:gd name="connsiteX466" fmla="*/ 232570 w 457155"/>
                <a:gd name="connsiteY466" fmla="*/ 521032 h 557310"/>
                <a:gd name="connsiteX467" fmla="*/ 231081 w 457155"/>
                <a:gd name="connsiteY467" fmla="*/ 520287 h 557310"/>
                <a:gd name="connsiteX468" fmla="*/ 230666 w 457155"/>
                <a:gd name="connsiteY468" fmla="*/ 514520 h 557310"/>
                <a:gd name="connsiteX469" fmla="*/ 230337 w 457155"/>
                <a:gd name="connsiteY469" fmla="*/ 512846 h 557310"/>
                <a:gd name="connsiteX470" fmla="*/ 228105 w 457155"/>
                <a:gd name="connsiteY470" fmla="*/ 512102 h 557310"/>
                <a:gd name="connsiteX471" fmla="*/ 227593 w 457155"/>
                <a:gd name="connsiteY471" fmla="*/ 507591 h 557310"/>
                <a:gd name="connsiteX472" fmla="*/ 227445 w 457155"/>
                <a:gd name="connsiteY472" fmla="*/ 505099 h 557310"/>
                <a:gd name="connsiteX473" fmla="*/ 227361 w 457155"/>
                <a:gd name="connsiteY473" fmla="*/ 503172 h 557310"/>
                <a:gd name="connsiteX474" fmla="*/ 225128 w 457155"/>
                <a:gd name="connsiteY474" fmla="*/ 503172 h 557310"/>
                <a:gd name="connsiteX475" fmla="*/ 225018 w 457155"/>
                <a:gd name="connsiteY475" fmla="*/ 501733 h 557310"/>
                <a:gd name="connsiteX476" fmla="*/ 224849 w 457155"/>
                <a:gd name="connsiteY476" fmla="*/ 499870 h 557310"/>
                <a:gd name="connsiteX477" fmla="*/ 224692 w 457155"/>
                <a:gd name="connsiteY477" fmla="*/ 498013 h 557310"/>
                <a:gd name="connsiteX478" fmla="*/ 224384 w 457155"/>
                <a:gd name="connsiteY478" fmla="*/ 496475 h 557310"/>
                <a:gd name="connsiteX479" fmla="*/ 222896 w 457155"/>
                <a:gd name="connsiteY479" fmla="*/ 495731 h 557310"/>
                <a:gd name="connsiteX480" fmla="*/ 222803 w 457155"/>
                <a:gd name="connsiteY480" fmla="*/ 490847 h 557310"/>
                <a:gd name="connsiteX481" fmla="*/ 222843 w 457155"/>
                <a:gd name="connsiteY481" fmla="*/ 488147 h 557310"/>
                <a:gd name="connsiteX482" fmla="*/ 222896 w 457155"/>
                <a:gd name="connsiteY482" fmla="*/ 486057 h 557310"/>
                <a:gd name="connsiteX483" fmla="*/ 225089 w 457155"/>
                <a:gd name="connsiteY483" fmla="*/ 486082 h 557310"/>
                <a:gd name="connsiteX484" fmla="*/ 245522 w 457155"/>
                <a:gd name="connsiteY484" fmla="*/ 486250 h 557310"/>
                <a:gd name="connsiteX485" fmla="*/ 256028 w 457155"/>
                <a:gd name="connsiteY485" fmla="*/ 486338 h 557310"/>
                <a:gd name="connsiteX486" fmla="*/ 266160 w 457155"/>
                <a:gd name="connsiteY486" fmla="*/ 486410 h 557310"/>
                <a:gd name="connsiteX487" fmla="*/ 270032 w 457155"/>
                <a:gd name="connsiteY487" fmla="*/ 486450 h 557310"/>
                <a:gd name="connsiteX488" fmla="*/ 275442 w 457155"/>
                <a:gd name="connsiteY488" fmla="*/ 486479 h 557310"/>
                <a:gd name="connsiteX489" fmla="*/ 277070 w 457155"/>
                <a:gd name="connsiteY489" fmla="*/ 486520 h 557310"/>
                <a:gd name="connsiteX490" fmla="*/ 280939 w 457155"/>
                <a:gd name="connsiteY490" fmla="*/ 486057 h 557310"/>
                <a:gd name="connsiteX491" fmla="*/ 282606 w 457155"/>
                <a:gd name="connsiteY491" fmla="*/ 478542 h 557310"/>
                <a:gd name="connsiteX492" fmla="*/ 282612 w 457155"/>
                <a:gd name="connsiteY492" fmla="*/ 476278 h 557310"/>
                <a:gd name="connsiteX493" fmla="*/ 282596 w 457155"/>
                <a:gd name="connsiteY493" fmla="*/ 473820 h 557310"/>
                <a:gd name="connsiteX494" fmla="*/ 282597 w 457155"/>
                <a:gd name="connsiteY494" fmla="*/ 471212 h 557310"/>
                <a:gd name="connsiteX495" fmla="*/ 282572 w 457155"/>
                <a:gd name="connsiteY495" fmla="*/ 462680 h 557310"/>
                <a:gd name="connsiteX496" fmla="*/ 282566 w 457155"/>
                <a:gd name="connsiteY496" fmla="*/ 456756 h 557310"/>
                <a:gd name="connsiteX497" fmla="*/ 282534 w 457155"/>
                <a:gd name="connsiteY497" fmla="*/ 442755 h 557310"/>
                <a:gd name="connsiteX498" fmla="*/ 282502 w 457155"/>
                <a:gd name="connsiteY498" fmla="*/ 426838 h 557310"/>
                <a:gd name="connsiteX499" fmla="*/ 282431 w 457155"/>
                <a:gd name="connsiteY499" fmla="*/ 395431 h 557310"/>
                <a:gd name="connsiteX500" fmla="*/ 282427 w 457155"/>
                <a:gd name="connsiteY500" fmla="*/ 391551 h 557310"/>
                <a:gd name="connsiteX501" fmla="*/ 281032 w 457155"/>
                <a:gd name="connsiteY501" fmla="*/ 393039 h 557310"/>
                <a:gd name="connsiteX502" fmla="*/ 277962 w 457155"/>
                <a:gd name="connsiteY502" fmla="*/ 394528 h 557310"/>
                <a:gd name="connsiteX503" fmla="*/ 277637 w 457155"/>
                <a:gd name="connsiteY503" fmla="*/ 395969 h 557310"/>
                <a:gd name="connsiteX504" fmla="*/ 277218 w 457155"/>
                <a:gd name="connsiteY504" fmla="*/ 397504 h 557310"/>
                <a:gd name="connsiteX505" fmla="*/ 274986 w 457155"/>
                <a:gd name="connsiteY505" fmla="*/ 398248 h 557310"/>
                <a:gd name="connsiteX506" fmla="*/ 274242 w 457155"/>
                <a:gd name="connsiteY506" fmla="*/ 401225 h 557310"/>
                <a:gd name="connsiteX507" fmla="*/ 272753 w 457155"/>
                <a:gd name="connsiteY507" fmla="*/ 401225 h 557310"/>
                <a:gd name="connsiteX508" fmla="*/ 272009 w 457155"/>
                <a:gd name="connsiteY508" fmla="*/ 403085 h 557310"/>
                <a:gd name="connsiteX509" fmla="*/ 271265 w 457155"/>
                <a:gd name="connsiteY509" fmla="*/ 404946 h 557310"/>
                <a:gd name="connsiteX510" fmla="*/ 269777 w 457155"/>
                <a:gd name="connsiteY510" fmla="*/ 404946 h 557310"/>
                <a:gd name="connsiteX511" fmla="*/ 269033 w 457155"/>
                <a:gd name="connsiteY511" fmla="*/ 407922 h 557310"/>
                <a:gd name="connsiteX512" fmla="*/ 267544 w 457155"/>
                <a:gd name="connsiteY512" fmla="*/ 408666 h 557310"/>
                <a:gd name="connsiteX513" fmla="*/ 266800 w 457155"/>
                <a:gd name="connsiteY513" fmla="*/ 410899 h 557310"/>
                <a:gd name="connsiteX514" fmla="*/ 264568 w 457155"/>
                <a:gd name="connsiteY514" fmla="*/ 411643 h 557310"/>
                <a:gd name="connsiteX515" fmla="*/ 263079 w 457155"/>
                <a:gd name="connsiteY515" fmla="*/ 414619 h 557310"/>
                <a:gd name="connsiteX516" fmla="*/ 261591 w 457155"/>
                <a:gd name="connsiteY516" fmla="*/ 414619 h 557310"/>
                <a:gd name="connsiteX517" fmla="*/ 261266 w 457155"/>
                <a:gd name="connsiteY517" fmla="*/ 416061 h 557310"/>
                <a:gd name="connsiteX518" fmla="*/ 260847 w 457155"/>
                <a:gd name="connsiteY518" fmla="*/ 417596 h 557310"/>
                <a:gd name="connsiteX519" fmla="*/ 258615 w 457155"/>
                <a:gd name="connsiteY519" fmla="*/ 418340 h 557310"/>
                <a:gd name="connsiteX520" fmla="*/ 257126 w 457155"/>
                <a:gd name="connsiteY520" fmla="*/ 421317 h 557310"/>
                <a:gd name="connsiteX521" fmla="*/ 255638 w 457155"/>
                <a:gd name="connsiteY521" fmla="*/ 424293 h 557310"/>
                <a:gd name="connsiteX522" fmla="*/ 253406 w 457155"/>
                <a:gd name="connsiteY522" fmla="*/ 425037 h 557310"/>
                <a:gd name="connsiteX523" fmla="*/ 252661 w 457155"/>
                <a:gd name="connsiteY523" fmla="*/ 427270 h 557310"/>
                <a:gd name="connsiteX524" fmla="*/ 250429 w 457155"/>
                <a:gd name="connsiteY524" fmla="*/ 428014 h 557310"/>
                <a:gd name="connsiteX525" fmla="*/ 248941 w 457155"/>
                <a:gd name="connsiteY525" fmla="*/ 430991 h 557310"/>
                <a:gd name="connsiteX526" fmla="*/ 247452 w 457155"/>
                <a:gd name="connsiteY526" fmla="*/ 431735 h 557310"/>
                <a:gd name="connsiteX527" fmla="*/ 246708 w 457155"/>
                <a:gd name="connsiteY527" fmla="*/ 433967 h 557310"/>
                <a:gd name="connsiteX528" fmla="*/ 244476 w 457155"/>
                <a:gd name="connsiteY528" fmla="*/ 435455 h 557310"/>
                <a:gd name="connsiteX529" fmla="*/ 243732 w 457155"/>
                <a:gd name="connsiteY529" fmla="*/ 437688 h 557310"/>
                <a:gd name="connsiteX530" fmla="*/ 242243 w 457155"/>
                <a:gd name="connsiteY530" fmla="*/ 438432 h 557310"/>
                <a:gd name="connsiteX531" fmla="*/ 241639 w 457155"/>
                <a:gd name="connsiteY531" fmla="*/ 439734 h 557310"/>
                <a:gd name="connsiteX532" fmla="*/ 237034 w 457155"/>
                <a:gd name="connsiteY532" fmla="*/ 445129 h 557310"/>
                <a:gd name="connsiteX533" fmla="*/ 235779 w 457155"/>
                <a:gd name="connsiteY533" fmla="*/ 446850 h 557310"/>
                <a:gd name="connsiteX534" fmla="*/ 234802 w 457155"/>
                <a:gd name="connsiteY534" fmla="*/ 448106 h 557310"/>
                <a:gd name="connsiteX535" fmla="*/ 233314 w 457155"/>
                <a:gd name="connsiteY535" fmla="*/ 448106 h 557310"/>
                <a:gd name="connsiteX536" fmla="*/ 232570 w 457155"/>
                <a:gd name="connsiteY536" fmla="*/ 451082 h 557310"/>
                <a:gd name="connsiteX537" fmla="*/ 231081 w 457155"/>
                <a:gd name="connsiteY537" fmla="*/ 451827 h 557310"/>
                <a:gd name="connsiteX538" fmla="*/ 230430 w 457155"/>
                <a:gd name="connsiteY538" fmla="*/ 453268 h 557310"/>
                <a:gd name="connsiteX539" fmla="*/ 226617 w 457155"/>
                <a:gd name="connsiteY539" fmla="*/ 456291 h 557310"/>
                <a:gd name="connsiteX540" fmla="*/ 225128 w 457155"/>
                <a:gd name="connsiteY540" fmla="*/ 459268 h 557310"/>
                <a:gd name="connsiteX541" fmla="*/ 223640 w 457155"/>
                <a:gd name="connsiteY541" fmla="*/ 460012 h 557310"/>
                <a:gd name="connsiteX542" fmla="*/ 222896 w 457155"/>
                <a:gd name="connsiteY542" fmla="*/ 461547 h 557310"/>
                <a:gd name="connsiteX543" fmla="*/ 222152 w 457155"/>
                <a:gd name="connsiteY543" fmla="*/ 462989 h 557310"/>
                <a:gd name="connsiteX544" fmla="*/ 220663 w 457155"/>
                <a:gd name="connsiteY544" fmla="*/ 462989 h 557310"/>
                <a:gd name="connsiteX545" fmla="*/ 220338 w 457155"/>
                <a:gd name="connsiteY545" fmla="*/ 464477 h 557310"/>
                <a:gd name="connsiteX546" fmla="*/ 219919 w 457155"/>
                <a:gd name="connsiteY546" fmla="*/ 465965 h 557310"/>
                <a:gd name="connsiteX547" fmla="*/ 217687 w 457155"/>
                <a:gd name="connsiteY547" fmla="*/ 465965 h 557310"/>
                <a:gd name="connsiteX548" fmla="*/ 217315 w 457155"/>
                <a:gd name="connsiteY548" fmla="*/ 467453 h 557310"/>
                <a:gd name="connsiteX549" fmla="*/ 216943 w 457155"/>
                <a:gd name="connsiteY549" fmla="*/ 468942 h 557310"/>
                <a:gd name="connsiteX550" fmla="*/ 214710 w 457155"/>
                <a:gd name="connsiteY550" fmla="*/ 468942 h 557310"/>
                <a:gd name="connsiteX551" fmla="*/ 213966 w 457155"/>
                <a:gd name="connsiteY551" fmla="*/ 471918 h 557310"/>
                <a:gd name="connsiteX552" fmla="*/ 212478 w 457155"/>
                <a:gd name="connsiteY552" fmla="*/ 472662 h 557310"/>
                <a:gd name="connsiteX553" fmla="*/ 212199 w 457155"/>
                <a:gd name="connsiteY553" fmla="*/ 474197 h 557310"/>
                <a:gd name="connsiteX554" fmla="*/ 211734 w 457155"/>
                <a:gd name="connsiteY554" fmla="*/ 475639 h 557310"/>
                <a:gd name="connsiteX555" fmla="*/ 208757 w 457155"/>
                <a:gd name="connsiteY555" fmla="*/ 475639 h 557310"/>
                <a:gd name="connsiteX556" fmla="*/ 208013 w 457155"/>
                <a:gd name="connsiteY556" fmla="*/ 478616 h 557310"/>
                <a:gd name="connsiteX557" fmla="*/ 206525 w 457155"/>
                <a:gd name="connsiteY557" fmla="*/ 479360 h 557310"/>
                <a:gd name="connsiteX558" fmla="*/ 205781 w 457155"/>
                <a:gd name="connsiteY558" fmla="*/ 480848 h 557310"/>
                <a:gd name="connsiteX559" fmla="*/ 203548 w 457155"/>
                <a:gd name="connsiteY559" fmla="*/ 483080 h 557310"/>
                <a:gd name="connsiteX560" fmla="*/ 202804 w 457155"/>
                <a:gd name="connsiteY560" fmla="*/ 485313 h 557310"/>
                <a:gd name="connsiteX561" fmla="*/ 199083 w 457155"/>
                <a:gd name="connsiteY561" fmla="*/ 489034 h 557310"/>
                <a:gd name="connsiteX562" fmla="*/ 197921 w 457155"/>
                <a:gd name="connsiteY562" fmla="*/ 491033 h 557310"/>
                <a:gd name="connsiteX563" fmla="*/ 193874 w 457155"/>
                <a:gd name="connsiteY563" fmla="*/ 494243 h 557310"/>
                <a:gd name="connsiteX564" fmla="*/ 193874 w 457155"/>
                <a:gd name="connsiteY564" fmla="*/ 496475 h 557310"/>
                <a:gd name="connsiteX565" fmla="*/ 187177 w 457155"/>
                <a:gd name="connsiteY565" fmla="*/ 496475 h 557310"/>
                <a:gd name="connsiteX566" fmla="*/ 186433 w 457155"/>
                <a:gd name="connsiteY566" fmla="*/ 492754 h 557310"/>
                <a:gd name="connsiteX567" fmla="*/ 184200 w 457155"/>
                <a:gd name="connsiteY567" fmla="*/ 490522 h 557310"/>
                <a:gd name="connsiteX568" fmla="*/ 183456 w 457155"/>
                <a:gd name="connsiteY568" fmla="*/ 487545 h 557310"/>
                <a:gd name="connsiteX569" fmla="*/ 181968 w 457155"/>
                <a:gd name="connsiteY569" fmla="*/ 486801 h 557310"/>
                <a:gd name="connsiteX570" fmla="*/ 181643 w 457155"/>
                <a:gd name="connsiteY570" fmla="*/ 484569 h 557310"/>
                <a:gd name="connsiteX571" fmla="*/ 181224 w 457155"/>
                <a:gd name="connsiteY571" fmla="*/ 482336 h 557310"/>
                <a:gd name="connsiteX572" fmla="*/ 178992 w 457155"/>
                <a:gd name="connsiteY572" fmla="*/ 481592 h 557310"/>
                <a:gd name="connsiteX573" fmla="*/ 177503 w 457155"/>
                <a:gd name="connsiteY573" fmla="*/ 476383 h 557310"/>
                <a:gd name="connsiteX574" fmla="*/ 173783 w 457155"/>
                <a:gd name="connsiteY574" fmla="*/ 471174 h 557310"/>
                <a:gd name="connsiteX575" fmla="*/ 173038 w 457155"/>
                <a:gd name="connsiteY575" fmla="*/ 465965 h 557310"/>
                <a:gd name="connsiteX576" fmla="*/ 170806 w 457155"/>
                <a:gd name="connsiteY576" fmla="*/ 465965 h 557310"/>
                <a:gd name="connsiteX577" fmla="*/ 170992 w 457155"/>
                <a:gd name="connsiteY577" fmla="*/ 463826 h 557310"/>
                <a:gd name="connsiteX578" fmla="*/ 170806 w 457155"/>
                <a:gd name="connsiteY578" fmla="*/ 461500 h 557310"/>
                <a:gd name="connsiteX579" fmla="*/ 167829 w 457155"/>
                <a:gd name="connsiteY579" fmla="*/ 460012 h 557310"/>
                <a:gd name="connsiteX580" fmla="*/ 167085 w 457155"/>
                <a:gd name="connsiteY580" fmla="*/ 456291 h 557310"/>
                <a:gd name="connsiteX581" fmla="*/ 165597 w 457155"/>
                <a:gd name="connsiteY581" fmla="*/ 455547 h 557310"/>
                <a:gd name="connsiteX582" fmla="*/ 164109 w 457155"/>
                <a:gd name="connsiteY582" fmla="*/ 451082 h 557310"/>
                <a:gd name="connsiteX583" fmla="*/ 162620 w 457155"/>
                <a:gd name="connsiteY583" fmla="*/ 448850 h 557310"/>
                <a:gd name="connsiteX584" fmla="*/ 159644 w 457155"/>
                <a:gd name="connsiteY584" fmla="*/ 449594 h 557310"/>
                <a:gd name="connsiteX585" fmla="*/ 158900 w 457155"/>
                <a:gd name="connsiteY585" fmla="*/ 451827 h 557310"/>
                <a:gd name="connsiteX586" fmla="*/ 153133 w 457155"/>
                <a:gd name="connsiteY586" fmla="*/ 452196 h 557310"/>
                <a:gd name="connsiteX587" fmla="*/ 151458 w 457155"/>
                <a:gd name="connsiteY587" fmla="*/ 452571 h 557310"/>
                <a:gd name="connsiteX588" fmla="*/ 151109 w 457155"/>
                <a:gd name="connsiteY588" fmla="*/ 454059 h 557310"/>
                <a:gd name="connsiteX589" fmla="*/ 150714 w 457155"/>
                <a:gd name="connsiteY589" fmla="*/ 455547 h 557310"/>
                <a:gd name="connsiteX590" fmla="*/ 146621 w 457155"/>
                <a:gd name="connsiteY590" fmla="*/ 455966 h 557310"/>
                <a:gd name="connsiteX591" fmla="*/ 142529 w 457155"/>
                <a:gd name="connsiteY591" fmla="*/ 456291 h 557310"/>
                <a:gd name="connsiteX592" fmla="*/ 141784 w 457155"/>
                <a:gd name="connsiteY592" fmla="*/ 458524 h 557310"/>
                <a:gd name="connsiteX593" fmla="*/ 137645 w 457155"/>
                <a:gd name="connsiteY593" fmla="*/ 459035 h 557310"/>
                <a:gd name="connsiteX594" fmla="*/ 135363 w 457155"/>
                <a:gd name="connsiteY594" fmla="*/ 459184 h 557310"/>
                <a:gd name="connsiteX595" fmla="*/ 133599 w 457155"/>
                <a:gd name="connsiteY595" fmla="*/ 459268 h 557310"/>
                <a:gd name="connsiteX596" fmla="*/ 133599 w 457155"/>
                <a:gd name="connsiteY596" fmla="*/ 462244 h 557310"/>
                <a:gd name="connsiteX597" fmla="*/ 131835 w 457155"/>
                <a:gd name="connsiteY597" fmla="*/ 462329 h 557310"/>
                <a:gd name="connsiteX598" fmla="*/ 129553 w 457155"/>
                <a:gd name="connsiteY598" fmla="*/ 462477 h 557310"/>
                <a:gd name="connsiteX599" fmla="*/ 127277 w 457155"/>
                <a:gd name="connsiteY599" fmla="*/ 462608 h 557310"/>
                <a:gd name="connsiteX600" fmla="*/ 125413 w 457155"/>
                <a:gd name="connsiteY600" fmla="*/ 462989 h 557310"/>
                <a:gd name="connsiteX601" fmla="*/ 124669 w 457155"/>
                <a:gd name="connsiteY601" fmla="*/ 465221 h 557310"/>
                <a:gd name="connsiteX602" fmla="*/ 120158 w 457155"/>
                <a:gd name="connsiteY602" fmla="*/ 465733 h 557310"/>
                <a:gd name="connsiteX603" fmla="*/ 117667 w 457155"/>
                <a:gd name="connsiteY603" fmla="*/ 465881 h 557310"/>
                <a:gd name="connsiteX604" fmla="*/ 115740 w 457155"/>
                <a:gd name="connsiteY604" fmla="*/ 465965 h 557310"/>
                <a:gd name="connsiteX605" fmla="*/ 115740 w 457155"/>
                <a:gd name="connsiteY605" fmla="*/ 468942 h 557310"/>
                <a:gd name="connsiteX606" fmla="*/ 113975 w 457155"/>
                <a:gd name="connsiteY606" fmla="*/ 469000 h 557310"/>
                <a:gd name="connsiteX607" fmla="*/ 111693 w 457155"/>
                <a:gd name="connsiteY607" fmla="*/ 469128 h 557310"/>
                <a:gd name="connsiteX608" fmla="*/ 109417 w 457155"/>
                <a:gd name="connsiteY608" fmla="*/ 469232 h 557310"/>
                <a:gd name="connsiteX609" fmla="*/ 107554 w 457155"/>
                <a:gd name="connsiteY609" fmla="*/ 469686 h 557310"/>
                <a:gd name="connsiteX610" fmla="*/ 107182 w 457155"/>
                <a:gd name="connsiteY610" fmla="*/ 471197 h 557310"/>
                <a:gd name="connsiteX611" fmla="*/ 106810 w 457155"/>
                <a:gd name="connsiteY611" fmla="*/ 472662 h 557310"/>
                <a:gd name="connsiteX612" fmla="*/ 102671 w 457155"/>
                <a:gd name="connsiteY612" fmla="*/ 472848 h 557310"/>
                <a:gd name="connsiteX613" fmla="*/ 100389 w 457155"/>
                <a:gd name="connsiteY613" fmla="*/ 472767 h 557310"/>
                <a:gd name="connsiteX614" fmla="*/ 98624 w 457155"/>
                <a:gd name="connsiteY614" fmla="*/ 472662 h 557310"/>
                <a:gd name="connsiteX615" fmla="*/ 98624 w 457155"/>
                <a:gd name="connsiteY615" fmla="*/ 475639 h 557310"/>
                <a:gd name="connsiteX616" fmla="*/ 89695 w 457155"/>
                <a:gd name="connsiteY616" fmla="*/ 476383 h 557310"/>
                <a:gd name="connsiteX617" fmla="*/ 89695 w 457155"/>
                <a:gd name="connsiteY617" fmla="*/ 479360 h 557310"/>
                <a:gd name="connsiteX618" fmla="*/ 87930 w 457155"/>
                <a:gd name="connsiteY618" fmla="*/ 479444 h 557310"/>
                <a:gd name="connsiteX619" fmla="*/ 85648 w 457155"/>
                <a:gd name="connsiteY619" fmla="*/ 479592 h 557310"/>
                <a:gd name="connsiteX620" fmla="*/ 83372 w 457155"/>
                <a:gd name="connsiteY620" fmla="*/ 479723 h 557310"/>
                <a:gd name="connsiteX621" fmla="*/ 81509 w 457155"/>
                <a:gd name="connsiteY621" fmla="*/ 480104 h 557310"/>
                <a:gd name="connsiteX622" fmla="*/ 80765 w 457155"/>
                <a:gd name="connsiteY622" fmla="*/ 482336 h 557310"/>
                <a:gd name="connsiteX623" fmla="*/ 76254 w 457155"/>
                <a:gd name="connsiteY623" fmla="*/ 482848 h 557310"/>
                <a:gd name="connsiteX624" fmla="*/ 73762 w 457155"/>
                <a:gd name="connsiteY624" fmla="*/ 482996 h 557310"/>
                <a:gd name="connsiteX625" fmla="*/ 71835 w 457155"/>
                <a:gd name="connsiteY625" fmla="*/ 483080 h 557310"/>
                <a:gd name="connsiteX626" fmla="*/ 71835 w 457155"/>
                <a:gd name="connsiteY626" fmla="*/ 486057 h 557310"/>
                <a:gd name="connsiteX627" fmla="*/ 70260 w 457155"/>
                <a:gd name="connsiteY627" fmla="*/ 486115 h 557310"/>
                <a:gd name="connsiteX628" fmla="*/ 68208 w 457155"/>
                <a:gd name="connsiteY628" fmla="*/ 486243 h 557310"/>
                <a:gd name="connsiteX629" fmla="*/ 66167 w 457155"/>
                <a:gd name="connsiteY629" fmla="*/ 486348 h 557310"/>
                <a:gd name="connsiteX630" fmla="*/ 64394 w 457155"/>
                <a:gd name="connsiteY630" fmla="*/ 486801 h 557310"/>
                <a:gd name="connsiteX631" fmla="*/ 62906 w 457155"/>
                <a:gd name="connsiteY631" fmla="*/ 489778 h 557310"/>
                <a:gd name="connsiteX632" fmla="*/ 57766 w 457155"/>
                <a:gd name="connsiteY632" fmla="*/ 489592 h 557310"/>
                <a:gd name="connsiteX633" fmla="*/ 56208 w 457155"/>
                <a:gd name="connsiteY633" fmla="*/ 489778 h 557310"/>
                <a:gd name="connsiteX634" fmla="*/ 55540 w 457155"/>
                <a:gd name="connsiteY634" fmla="*/ 491231 h 557310"/>
                <a:gd name="connsiteX635" fmla="*/ 54720 w 457155"/>
                <a:gd name="connsiteY635" fmla="*/ 492754 h 557310"/>
                <a:gd name="connsiteX636" fmla="*/ 50162 w 457155"/>
                <a:gd name="connsiteY636" fmla="*/ 493312 h 557310"/>
                <a:gd name="connsiteX637" fmla="*/ 47691 w 457155"/>
                <a:gd name="connsiteY637" fmla="*/ 493440 h 557310"/>
                <a:gd name="connsiteX638" fmla="*/ 45790 w 457155"/>
                <a:gd name="connsiteY638" fmla="*/ 493498 h 557310"/>
                <a:gd name="connsiteX639" fmla="*/ 45790 w 457155"/>
                <a:gd name="connsiteY639" fmla="*/ 496475 h 557310"/>
                <a:gd name="connsiteX640" fmla="*/ 44026 w 457155"/>
                <a:gd name="connsiteY640" fmla="*/ 496559 h 557310"/>
                <a:gd name="connsiteX641" fmla="*/ 41744 w 457155"/>
                <a:gd name="connsiteY641" fmla="*/ 496707 h 557310"/>
                <a:gd name="connsiteX642" fmla="*/ 39468 w 457155"/>
                <a:gd name="connsiteY642" fmla="*/ 496838 h 557310"/>
                <a:gd name="connsiteX643" fmla="*/ 37605 w 457155"/>
                <a:gd name="connsiteY643" fmla="*/ 497219 h 557310"/>
                <a:gd name="connsiteX644" fmla="*/ 36861 w 457155"/>
                <a:gd name="connsiteY644" fmla="*/ 499452 h 557310"/>
                <a:gd name="connsiteX645" fmla="*/ 33559 w 457155"/>
                <a:gd name="connsiteY645" fmla="*/ 499917 h 557310"/>
                <a:gd name="connsiteX646" fmla="*/ 28675 w 457155"/>
                <a:gd name="connsiteY646" fmla="*/ 500940 h 557310"/>
                <a:gd name="connsiteX647" fmla="*/ 27931 w 457155"/>
                <a:gd name="connsiteY647" fmla="*/ 503172 h 557310"/>
                <a:gd name="connsiteX648" fmla="*/ 20490 w 457155"/>
                <a:gd name="connsiteY648" fmla="*/ 503172 h 557310"/>
                <a:gd name="connsiteX649" fmla="*/ 19745 w 457155"/>
                <a:gd name="connsiteY649" fmla="*/ 492010 h 557310"/>
                <a:gd name="connsiteX650" fmla="*/ 17513 w 457155"/>
                <a:gd name="connsiteY650" fmla="*/ 492010 h 557310"/>
                <a:gd name="connsiteX651" fmla="*/ 17513 w 457155"/>
                <a:gd name="connsiteY651" fmla="*/ 477871 h 557310"/>
                <a:gd name="connsiteX652" fmla="*/ 15281 w 457155"/>
                <a:gd name="connsiteY652" fmla="*/ 477871 h 557310"/>
                <a:gd name="connsiteX653" fmla="*/ 15170 w 457155"/>
                <a:gd name="connsiteY653" fmla="*/ 475183 h 557310"/>
                <a:gd name="connsiteX654" fmla="*/ 15002 w 457155"/>
                <a:gd name="connsiteY654" fmla="*/ 471686 h 557310"/>
                <a:gd name="connsiteX655" fmla="*/ 14932 w 457155"/>
                <a:gd name="connsiteY655" fmla="*/ 469914 h 557310"/>
                <a:gd name="connsiteX656" fmla="*/ 14845 w 457155"/>
                <a:gd name="connsiteY656" fmla="*/ 468206 h 557310"/>
                <a:gd name="connsiteX657" fmla="*/ 14774 w 457155"/>
                <a:gd name="connsiteY657" fmla="*/ 466636 h 557310"/>
                <a:gd name="connsiteX658" fmla="*/ 13048 w 457155"/>
                <a:gd name="connsiteY658" fmla="*/ 462989 h 557310"/>
                <a:gd name="connsiteX659" fmla="*/ 12304 w 457155"/>
                <a:gd name="connsiteY659" fmla="*/ 462989 h 557310"/>
                <a:gd name="connsiteX660" fmla="*/ 11560 w 457155"/>
                <a:gd name="connsiteY660" fmla="*/ 447362 h 557310"/>
                <a:gd name="connsiteX661" fmla="*/ 9327 w 457155"/>
                <a:gd name="connsiteY661" fmla="*/ 447362 h 557310"/>
                <a:gd name="connsiteX662" fmla="*/ 9188 w 457155"/>
                <a:gd name="connsiteY662" fmla="*/ 439223 h 557310"/>
                <a:gd name="connsiteX663" fmla="*/ 9131 w 457155"/>
                <a:gd name="connsiteY663" fmla="*/ 436875 h 557310"/>
                <a:gd name="connsiteX664" fmla="*/ 9109 w 457155"/>
                <a:gd name="connsiteY664" fmla="*/ 434644 h 557310"/>
                <a:gd name="connsiteX665" fmla="*/ 9074 w 457155"/>
                <a:gd name="connsiteY665" fmla="*/ 432578 h 557310"/>
                <a:gd name="connsiteX666" fmla="*/ 9327 w 457155"/>
                <a:gd name="connsiteY666" fmla="*/ 430991 h 557310"/>
                <a:gd name="connsiteX667" fmla="*/ 11560 w 457155"/>
                <a:gd name="connsiteY667" fmla="*/ 430246 h 557310"/>
                <a:gd name="connsiteX668" fmla="*/ 11560 w 457155"/>
                <a:gd name="connsiteY668" fmla="*/ 428014 h 557310"/>
                <a:gd name="connsiteX669" fmla="*/ 13650 w 457155"/>
                <a:gd name="connsiteY669" fmla="*/ 427930 h 557310"/>
                <a:gd name="connsiteX670" fmla="*/ 16350 w 457155"/>
                <a:gd name="connsiteY670" fmla="*/ 427781 h 557310"/>
                <a:gd name="connsiteX671" fmla="*/ 19045 w 457155"/>
                <a:gd name="connsiteY671" fmla="*/ 427651 h 557310"/>
                <a:gd name="connsiteX672" fmla="*/ 21234 w 457155"/>
                <a:gd name="connsiteY672" fmla="*/ 427270 h 557310"/>
                <a:gd name="connsiteX673" fmla="*/ 21978 w 457155"/>
                <a:gd name="connsiteY673" fmla="*/ 425037 h 557310"/>
                <a:gd name="connsiteX674" fmla="*/ 28443 w 457155"/>
                <a:gd name="connsiteY674" fmla="*/ 424247 h 557310"/>
                <a:gd name="connsiteX675" fmla="*/ 30684 w 457155"/>
                <a:gd name="connsiteY675" fmla="*/ 424267 h 557310"/>
                <a:gd name="connsiteX676" fmla="*/ 32396 w 457155"/>
                <a:gd name="connsiteY676" fmla="*/ 424293 h 557310"/>
                <a:gd name="connsiteX677" fmla="*/ 32396 w 457155"/>
                <a:gd name="connsiteY677" fmla="*/ 421317 h 557310"/>
                <a:gd name="connsiteX678" fmla="*/ 34486 w 457155"/>
                <a:gd name="connsiteY678" fmla="*/ 421259 h 557310"/>
                <a:gd name="connsiteX679" fmla="*/ 37186 w 457155"/>
                <a:gd name="connsiteY679" fmla="*/ 421131 h 557310"/>
                <a:gd name="connsiteX680" fmla="*/ 39881 w 457155"/>
                <a:gd name="connsiteY680" fmla="*/ 421026 h 557310"/>
                <a:gd name="connsiteX681" fmla="*/ 42070 w 457155"/>
                <a:gd name="connsiteY681" fmla="*/ 420573 h 557310"/>
                <a:gd name="connsiteX682" fmla="*/ 42814 w 457155"/>
                <a:gd name="connsiteY682" fmla="*/ 417596 h 557310"/>
                <a:gd name="connsiteX683" fmla="*/ 47279 w 457155"/>
                <a:gd name="connsiteY683" fmla="*/ 417177 h 557310"/>
                <a:gd name="connsiteX684" fmla="*/ 51743 w 457155"/>
                <a:gd name="connsiteY684" fmla="*/ 416852 h 557310"/>
                <a:gd name="connsiteX685" fmla="*/ 52488 w 457155"/>
                <a:gd name="connsiteY685" fmla="*/ 414619 h 557310"/>
                <a:gd name="connsiteX686" fmla="*/ 57964 w 457155"/>
                <a:gd name="connsiteY686" fmla="*/ 414250 h 557310"/>
                <a:gd name="connsiteX687" fmla="*/ 63650 w 457155"/>
                <a:gd name="connsiteY687" fmla="*/ 410899 h 557310"/>
                <a:gd name="connsiteX688" fmla="*/ 64097 w 457155"/>
                <a:gd name="connsiteY688" fmla="*/ 405484 h 557310"/>
                <a:gd name="connsiteX689" fmla="*/ 64107 w 457155"/>
                <a:gd name="connsiteY689" fmla="*/ 403828 h 557310"/>
                <a:gd name="connsiteX690" fmla="*/ 64072 w 457155"/>
                <a:gd name="connsiteY690" fmla="*/ 398333 h 557310"/>
                <a:gd name="connsiteX691" fmla="*/ 64074 w 457155"/>
                <a:gd name="connsiteY691" fmla="*/ 394395 h 557310"/>
                <a:gd name="connsiteX692" fmla="*/ 64027 w 457155"/>
                <a:gd name="connsiteY692" fmla="*/ 383700 h 557310"/>
                <a:gd name="connsiteX693" fmla="*/ 63997 w 457155"/>
                <a:gd name="connsiteY693" fmla="*/ 372524 h 557310"/>
                <a:gd name="connsiteX694" fmla="*/ 63918 w 457155"/>
                <a:gd name="connsiteY694" fmla="*/ 351359 h 557310"/>
                <a:gd name="connsiteX695" fmla="*/ 63837 w 457155"/>
                <a:gd name="connsiteY695" fmla="*/ 327264 h 557310"/>
                <a:gd name="connsiteX696" fmla="*/ 63650 w 457155"/>
                <a:gd name="connsiteY696" fmla="*/ 277698 h 557310"/>
                <a:gd name="connsiteX697" fmla="*/ 61965 w 457155"/>
                <a:gd name="connsiteY697" fmla="*/ 277708 h 557310"/>
                <a:gd name="connsiteX698" fmla="*/ 46263 w 457155"/>
                <a:gd name="connsiteY698" fmla="*/ 277775 h 557310"/>
                <a:gd name="connsiteX699" fmla="*/ 38189 w 457155"/>
                <a:gd name="connsiteY699" fmla="*/ 277810 h 557310"/>
                <a:gd name="connsiteX700" fmla="*/ 30402 w 457155"/>
                <a:gd name="connsiteY700" fmla="*/ 277839 h 557310"/>
                <a:gd name="connsiteX701" fmla="*/ 25977 w 457155"/>
                <a:gd name="connsiteY701" fmla="*/ 277866 h 557310"/>
                <a:gd name="connsiteX702" fmla="*/ 23269 w 457155"/>
                <a:gd name="connsiteY702" fmla="*/ 277867 h 557310"/>
                <a:gd name="connsiteX703" fmla="*/ 20875 w 457155"/>
                <a:gd name="connsiteY703" fmla="*/ 277877 h 557310"/>
                <a:gd name="connsiteX704" fmla="*/ 17513 w 457155"/>
                <a:gd name="connsiteY704" fmla="*/ 276209 h 557310"/>
                <a:gd name="connsiteX705" fmla="*/ 17344 w 457155"/>
                <a:gd name="connsiteY705" fmla="*/ 269619 h 557310"/>
                <a:gd name="connsiteX706" fmla="*/ 17343 w 457155"/>
                <a:gd name="connsiteY706" fmla="*/ 267551 h 557310"/>
                <a:gd name="connsiteX707" fmla="*/ 17368 w 457155"/>
                <a:gd name="connsiteY707" fmla="*/ 260763 h 557310"/>
                <a:gd name="connsiteX708" fmla="*/ 17374 w 457155"/>
                <a:gd name="connsiteY708" fmla="*/ 256064 h 557310"/>
                <a:gd name="connsiteX709" fmla="*/ 17411 w 457155"/>
                <a:gd name="connsiteY709" fmla="*/ 243681 h 557310"/>
                <a:gd name="connsiteX710" fmla="*/ 17444 w 457155"/>
                <a:gd name="connsiteY710" fmla="*/ 228833 h 557310"/>
                <a:gd name="connsiteX711" fmla="*/ 17513 w 457155"/>
                <a:gd name="connsiteY711" fmla="*/ 206260 h 557310"/>
                <a:gd name="connsiteX712" fmla="*/ 64394 w 457155"/>
                <a:gd name="connsiteY712" fmla="*/ 205516 h 557310"/>
                <a:gd name="connsiteX713" fmla="*/ 64394 w 457155"/>
                <a:gd name="connsiteY713" fmla="*/ 107289 h 557310"/>
                <a:gd name="connsiteX714" fmla="*/ 15281 w 457155"/>
                <a:gd name="connsiteY714" fmla="*/ 106545 h 557310"/>
                <a:gd name="connsiteX715" fmla="*/ 15281 w 457155"/>
                <a:gd name="connsiteY715" fmla="*/ 35108 h 557310"/>
                <a:gd name="connsiteX716" fmla="*/ 170806 w 457155"/>
                <a:gd name="connsiteY716" fmla="*/ 35108 h 557310"/>
                <a:gd name="connsiteX717" fmla="*/ 170806 w 457155"/>
                <a:gd name="connsiteY717" fmla="*/ 106545 h 557310"/>
                <a:gd name="connsiteX718" fmla="*/ 123925 w 457155"/>
                <a:gd name="connsiteY718" fmla="*/ 107289 h 557310"/>
                <a:gd name="connsiteX719" fmla="*/ 123925 w 457155"/>
                <a:gd name="connsiteY719" fmla="*/ 205516 h 557310"/>
                <a:gd name="connsiteX720" fmla="*/ 164853 w 457155"/>
                <a:gd name="connsiteY720" fmla="*/ 206260 h 557310"/>
                <a:gd name="connsiteX721" fmla="*/ 164926 w 457155"/>
                <a:gd name="connsiteY721" fmla="*/ 231052 h 557310"/>
                <a:gd name="connsiteX722" fmla="*/ 164965 w 457155"/>
                <a:gd name="connsiteY722" fmla="*/ 246212 h 557310"/>
                <a:gd name="connsiteX723" fmla="*/ 164994 w 457155"/>
                <a:gd name="connsiteY723" fmla="*/ 258428 h 557310"/>
                <a:gd name="connsiteX724" fmla="*/ 165010 w 457155"/>
                <a:gd name="connsiteY724" fmla="*/ 263098 h 557310"/>
                <a:gd name="connsiteX725" fmla="*/ 165022 w 457155"/>
                <a:gd name="connsiteY725" fmla="*/ 269619 h 557310"/>
                <a:gd name="connsiteX726" fmla="*/ 165038 w 457155"/>
                <a:gd name="connsiteY726" fmla="*/ 271585 h 557310"/>
                <a:gd name="connsiteX727" fmla="*/ 163365 w 457155"/>
                <a:gd name="connsiteY727" fmla="*/ 277698 h 557310"/>
                <a:gd name="connsiteX728" fmla="*/ 124669 w 457155"/>
                <a:gd name="connsiteY728" fmla="*/ 277698 h 557310"/>
                <a:gd name="connsiteX729" fmla="*/ 123925 w 457155"/>
                <a:gd name="connsiteY729" fmla="*/ 390063 h 557310"/>
                <a:gd name="connsiteX730" fmla="*/ 128390 w 457155"/>
                <a:gd name="connsiteY730" fmla="*/ 389319 h 557310"/>
                <a:gd name="connsiteX731" fmla="*/ 128390 w 457155"/>
                <a:gd name="connsiteY731" fmla="*/ 387086 h 557310"/>
                <a:gd name="connsiteX732" fmla="*/ 130128 w 457155"/>
                <a:gd name="connsiteY732" fmla="*/ 387028 h 557310"/>
                <a:gd name="connsiteX733" fmla="*/ 132390 w 457155"/>
                <a:gd name="connsiteY733" fmla="*/ 386900 h 557310"/>
                <a:gd name="connsiteX734" fmla="*/ 134640 w 457155"/>
                <a:gd name="connsiteY734" fmla="*/ 386796 h 557310"/>
                <a:gd name="connsiteX735" fmla="*/ 136575 w 457155"/>
                <a:gd name="connsiteY735" fmla="*/ 386342 h 557310"/>
                <a:gd name="connsiteX736" fmla="*/ 137323 w 457155"/>
                <a:gd name="connsiteY736" fmla="*/ 384845 h 557310"/>
                <a:gd name="connsiteX737" fmla="*/ 138064 w 457155"/>
                <a:gd name="connsiteY737" fmla="*/ 383366 h 557310"/>
                <a:gd name="connsiteX738" fmla="*/ 142203 w 457155"/>
                <a:gd name="connsiteY738" fmla="*/ 382947 h 557310"/>
                <a:gd name="connsiteX739" fmla="*/ 146249 w 457155"/>
                <a:gd name="connsiteY739" fmla="*/ 382621 h 557310"/>
                <a:gd name="connsiteX740" fmla="*/ 146993 w 457155"/>
                <a:gd name="connsiteY740" fmla="*/ 380389 h 557310"/>
                <a:gd name="connsiteX741" fmla="*/ 153342 w 457155"/>
                <a:gd name="connsiteY741" fmla="*/ 380020 h 557310"/>
                <a:gd name="connsiteX742" fmla="*/ 155179 w 457155"/>
                <a:gd name="connsiteY742" fmla="*/ 379645 h 557310"/>
                <a:gd name="connsiteX743" fmla="*/ 155551 w 457155"/>
                <a:gd name="connsiteY743" fmla="*/ 378157 h 557310"/>
                <a:gd name="connsiteX744" fmla="*/ 155923 w 457155"/>
                <a:gd name="connsiteY744" fmla="*/ 376668 h 557310"/>
                <a:gd name="connsiteX745" fmla="*/ 160016 w 457155"/>
                <a:gd name="connsiteY745" fmla="*/ 376250 h 557310"/>
                <a:gd name="connsiteX746" fmla="*/ 164109 w 457155"/>
                <a:gd name="connsiteY746" fmla="*/ 375924 h 557310"/>
                <a:gd name="connsiteX747" fmla="*/ 164853 w 457155"/>
                <a:gd name="connsiteY747" fmla="*/ 373692 h 557310"/>
                <a:gd name="connsiteX748" fmla="*/ 168248 w 457155"/>
                <a:gd name="connsiteY748" fmla="*/ 373552 h 557310"/>
                <a:gd name="connsiteX749" fmla="*/ 170111 w 457155"/>
                <a:gd name="connsiteY749" fmla="*/ 373613 h 557310"/>
                <a:gd name="connsiteX750" fmla="*/ 171550 w 457155"/>
                <a:gd name="connsiteY750" fmla="*/ 373692 h 557310"/>
                <a:gd name="connsiteX751" fmla="*/ 171550 w 457155"/>
                <a:gd name="connsiteY751" fmla="*/ 375924 h 557310"/>
                <a:gd name="connsiteX752" fmla="*/ 173038 w 457155"/>
                <a:gd name="connsiteY752" fmla="*/ 375924 h 557310"/>
                <a:gd name="connsiteX753" fmla="*/ 173783 w 457155"/>
                <a:gd name="connsiteY753" fmla="*/ 387226 h 557310"/>
                <a:gd name="connsiteX754" fmla="*/ 173736 w 457155"/>
                <a:gd name="connsiteY754" fmla="*/ 390792 h 557310"/>
                <a:gd name="connsiteX755" fmla="*/ 173710 w 457155"/>
                <a:gd name="connsiteY755" fmla="*/ 392371 h 557310"/>
                <a:gd name="connsiteX756" fmla="*/ 174527 w 457155"/>
                <a:gd name="connsiteY756" fmla="*/ 396016 h 557310"/>
                <a:gd name="connsiteX757" fmla="*/ 176015 w 457155"/>
                <a:gd name="connsiteY757" fmla="*/ 396760 h 557310"/>
                <a:gd name="connsiteX758" fmla="*/ 176480 w 457155"/>
                <a:gd name="connsiteY758" fmla="*/ 402760 h 557310"/>
                <a:gd name="connsiteX759" fmla="*/ 176567 w 457155"/>
                <a:gd name="connsiteY759" fmla="*/ 404470 h 557310"/>
                <a:gd name="connsiteX760" fmla="*/ 176759 w 457155"/>
                <a:gd name="connsiteY760" fmla="*/ 408666 h 557310"/>
                <a:gd name="connsiteX761" fmla="*/ 179689 w 457155"/>
                <a:gd name="connsiteY761" fmla="*/ 405643 h 557310"/>
                <a:gd name="connsiteX762" fmla="*/ 180480 w 457155"/>
                <a:gd name="connsiteY762" fmla="*/ 404202 h 557310"/>
                <a:gd name="connsiteX763" fmla="*/ 182015 w 457155"/>
                <a:gd name="connsiteY763" fmla="*/ 403829 h 557310"/>
                <a:gd name="connsiteX764" fmla="*/ 183456 w 457155"/>
                <a:gd name="connsiteY764" fmla="*/ 403457 h 557310"/>
                <a:gd name="connsiteX765" fmla="*/ 183828 w 457155"/>
                <a:gd name="connsiteY765" fmla="*/ 401923 h 557310"/>
                <a:gd name="connsiteX766" fmla="*/ 184200 w 457155"/>
                <a:gd name="connsiteY766" fmla="*/ 400481 h 557310"/>
                <a:gd name="connsiteX767" fmla="*/ 187177 w 457155"/>
                <a:gd name="connsiteY767" fmla="*/ 400481 h 557310"/>
                <a:gd name="connsiteX768" fmla="*/ 187177 w 457155"/>
                <a:gd name="connsiteY768" fmla="*/ 397504 h 557310"/>
                <a:gd name="connsiteX769" fmla="*/ 190154 w 457155"/>
                <a:gd name="connsiteY769" fmla="*/ 396760 h 557310"/>
                <a:gd name="connsiteX770" fmla="*/ 190898 w 457155"/>
                <a:gd name="connsiteY770" fmla="*/ 394528 h 557310"/>
                <a:gd name="connsiteX771" fmla="*/ 192805 w 457155"/>
                <a:gd name="connsiteY771" fmla="*/ 393784 h 557310"/>
                <a:gd name="connsiteX772" fmla="*/ 194618 w 457155"/>
                <a:gd name="connsiteY772" fmla="*/ 393039 h 557310"/>
                <a:gd name="connsiteX773" fmla="*/ 194618 w 457155"/>
                <a:gd name="connsiteY773" fmla="*/ 390807 h 557310"/>
                <a:gd name="connsiteX774" fmla="*/ 198339 w 457155"/>
                <a:gd name="connsiteY774" fmla="*/ 390063 h 557310"/>
                <a:gd name="connsiteX775" fmla="*/ 198339 w 457155"/>
                <a:gd name="connsiteY775" fmla="*/ 387830 h 557310"/>
                <a:gd name="connsiteX776" fmla="*/ 199781 w 457155"/>
                <a:gd name="connsiteY776" fmla="*/ 387505 h 557310"/>
                <a:gd name="connsiteX777" fmla="*/ 201316 w 457155"/>
                <a:gd name="connsiteY777" fmla="*/ 387086 h 557310"/>
                <a:gd name="connsiteX778" fmla="*/ 202060 w 457155"/>
                <a:gd name="connsiteY778" fmla="*/ 384110 h 557310"/>
                <a:gd name="connsiteX779" fmla="*/ 205036 w 457155"/>
                <a:gd name="connsiteY779" fmla="*/ 382621 h 557310"/>
                <a:gd name="connsiteX780" fmla="*/ 205781 w 457155"/>
                <a:gd name="connsiteY780" fmla="*/ 380389 h 557310"/>
                <a:gd name="connsiteX781" fmla="*/ 208757 w 457155"/>
                <a:gd name="connsiteY781" fmla="*/ 380389 h 557310"/>
                <a:gd name="connsiteX782" fmla="*/ 209501 w 457155"/>
                <a:gd name="connsiteY782" fmla="*/ 377412 h 557310"/>
                <a:gd name="connsiteX783" fmla="*/ 211734 w 457155"/>
                <a:gd name="connsiteY783" fmla="*/ 375924 h 557310"/>
                <a:gd name="connsiteX784" fmla="*/ 212478 w 457155"/>
                <a:gd name="connsiteY784" fmla="*/ 373692 h 557310"/>
                <a:gd name="connsiteX785" fmla="*/ 215454 w 457155"/>
                <a:gd name="connsiteY785" fmla="*/ 372203 h 557310"/>
                <a:gd name="connsiteX786" fmla="*/ 216199 w 457155"/>
                <a:gd name="connsiteY786" fmla="*/ 369971 h 557310"/>
                <a:gd name="connsiteX787" fmla="*/ 219919 w 457155"/>
                <a:gd name="connsiteY787" fmla="*/ 369971 h 557310"/>
                <a:gd name="connsiteX788" fmla="*/ 219919 w 457155"/>
                <a:gd name="connsiteY788" fmla="*/ 366994 h 557310"/>
                <a:gd name="connsiteX789" fmla="*/ 222896 w 457155"/>
                <a:gd name="connsiteY789" fmla="*/ 366994 h 557310"/>
                <a:gd name="connsiteX790" fmla="*/ 224384 w 457155"/>
                <a:gd name="connsiteY790" fmla="*/ 363274 h 557310"/>
                <a:gd name="connsiteX791" fmla="*/ 225872 w 457155"/>
                <a:gd name="connsiteY791" fmla="*/ 363274 h 557310"/>
                <a:gd name="connsiteX792" fmla="*/ 226523 w 457155"/>
                <a:gd name="connsiteY792" fmla="*/ 361599 h 557310"/>
                <a:gd name="connsiteX793" fmla="*/ 230337 w 457155"/>
                <a:gd name="connsiteY793" fmla="*/ 356577 h 557310"/>
                <a:gd name="connsiteX794" fmla="*/ 233314 w 457155"/>
                <a:gd name="connsiteY794" fmla="*/ 356577 h 557310"/>
                <a:gd name="connsiteX795" fmla="*/ 234058 w 457155"/>
                <a:gd name="connsiteY795" fmla="*/ 353600 h 557310"/>
                <a:gd name="connsiteX796" fmla="*/ 236290 w 457155"/>
                <a:gd name="connsiteY796" fmla="*/ 352112 h 557310"/>
                <a:gd name="connsiteX797" fmla="*/ 237034 w 457155"/>
                <a:gd name="connsiteY797" fmla="*/ 349879 h 557310"/>
                <a:gd name="connsiteX798" fmla="*/ 239267 w 457155"/>
                <a:gd name="connsiteY798" fmla="*/ 349135 h 557310"/>
                <a:gd name="connsiteX799" fmla="*/ 239918 w 457155"/>
                <a:gd name="connsiteY799" fmla="*/ 347833 h 557310"/>
                <a:gd name="connsiteX800" fmla="*/ 244476 w 457155"/>
                <a:gd name="connsiteY800" fmla="*/ 342438 h 557310"/>
                <a:gd name="connsiteX801" fmla="*/ 247452 w 457155"/>
                <a:gd name="connsiteY801" fmla="*/ 342438 h 557310"/>
                <a:gd name="connsiteX802" fmla="*/ 247452 w 457155"/>
                <a:gd name="connsiteY802" fmla="*/ 339461 h 557310"/>
                <a:gd name="connsiteX803" fmla="*/ 250429 w 457155"/>
                <a:gd name="connsiteY803" fmla="*/ 339461 h 557310"/>
                <a:gd name="connsiteX804" fmla="*/ 251917 w 457155"/>
                <a:gd name="connsiteY804" fmla="*/ 335741 h 557310"/>
                <a:gd name="connsiteX805" fmla="*/ 255638 w 457155"/>
                <a:gd name="connsiteY805" fmla="*/ 332020 h 557310"/>
                <a:gd name="connsiteX806" fmla="*/ 257870 w 457155"/>
                <a:gd name="connsiteY806" fmla="*/ 332020 h 557310"/>
                <a:gd name="connsiteX807" fmla="*/ 257870 w 457155"/>
                <a:gd name="connsiteY807" fmla="*/ 329043 h 557310"/>
                <a:gd name="connsiteX808" fmla="*/ 260847 w 457155"/>
                <a:gd name="connsiteY808" fmla="*/ 329043 h 557310"/>
                <a:gd name="connsiteX809" fmla="*/ 260847 w 457155"/>
                <a:gd name="connsiteY809" fmla="*/ 326067 h 557310"/>
                <a:gd name="connsiteX810" fmla="*/ 263824 w 457155"/>
                <a:gd name="connsiteY810" fmla="*/ 324578 h 557310"/>
                <a:gd name="connsiteX811" fmla="*/ 265312 w 457155"/>
                <a:gd name="connsiteY811" fmla="*/ 322346 h 557310"/>
                <a:gd name="connsiteX812" fmla="*/ 266800 w 457155"/>
                <a:gd name="connsiteY812" fmla="*/ 322346 h 557310"/>
                <a:gd name="connsiteX813" fmla="*/ 267033 w 457155"/>
                <a:gd name="connsiteY813" fmla="*/ 321090 h 557310"/>
                <a:gd name="connsiteX814" fmla="*/ 271265 w 457155"/>
                <a:gd name="connsiteY814" fmla="*/ 315649 h 557310"/>
                <a:gd name="connsiteX815" fmla="*/ 274242 w 457155"/>
                <a:gd name="connsiteY815" fmla="*/ 315649 h 557310"/>
                <a:gd name="connsiteX816" fmla="*/ 274986 w 457155"/>
                <a:gd name="connsiteY816" fmla="*/ 312672 h 557310"/>
                <a:gd name="connsiteX817" fmla="*/ 277218 w 457155"/>
                <a:gd name="connsiteY817" fmla="*/ 311184 h 557310"/>
                <a:gd name="connsiteX818" fmla="*/ 277962 w 457155"/>
                <a:gd name="connsiteY818" fmla="*/ 308952 h 557310"/>
                <a:gd name="connsiteX819" fmla="*/ 280195 w 457155"/>
                <a:gd name="connsiteY819" fmla="*/ 308952 h 557310"/>
                <a:gd name="connsiteX820" fmla="*/ 281683 w 457155"/>
                <a:gd name="connsiteY820" fmla="*/ 305231 h 557310"/>
                <a:gd name="connsiteX821" fmla="*/ 283171 w 457155"/>
                <a:gd name="connsiteY821" fmla="*/ 305231 h 557310"/>
                <a:gd name="connsiteX822" fmla="*/ 282427 w 457155"/>
                <a:gd name="connsiteY822" fmla="*/ 168309 h 557310"/>
                <a:gd name="connsiteX823" fmla="*/ 212943 w 457155"/>
                <a:gd name="connsiteY823" fmla="*/ 168376 h 557310"/>
                <a:gd name="connsiteX824" fmla="*/ 203105 w 457155"/>
                <a:gd name="connsiteY824" fmla="*/ 168380 h 557310"/>
                <a:gd name="connsiteX825" fmla="*/ 196509 w 457155"/>
                <a:gd name="connsiteY825" fmla="*/ 168388 h 557310"/>
                <a:gd name="connsiteX826" fmla="*/ 188110 w 457155"/>
                <a:gd name="connsiteY826" fmla="*/ 168393 h 557310"/>
                <a:gd name="connsiteX827" fmla="*/ 185018 w 457155"/>
                <a:gd name="connsiteY827" fmla="*/ 168398 h 557310"/>
                <a:gd name="connsiteX828" fmla="*/ 180860 w 457155"/>
                <a:gd name="connsiteY828" fmla="*/ 168398 h 557310"/>
                <a:gd name="connsiteX829" fmla="*/ 178501 w 457155"/>
                <a:gd name="connsiteY829" fmla="*/ 168401 h 557310"/>
                <a:gd name="connsiteX830" fmla="*/ 176015 w 457155"/>
                <a:gd name="connsiteY830" fmla="*/ 167565 h 557310"/>
                <a:gd name="connsiteX831" fmla="*/ 175930 w 457155"/>
                <a:gd name="connsiteY831" fmla="*/ 160991 h 557310"/>
                <a:gd name="connsiteX832" fmla="*/ 175930 w 457155"/>
                <a:gd name="connsiteY832" fmla="*/ 158867 h 557310"/>
                <a:gd name="connsiteX833" fmla="*/ 175942 w 457155"/>
                <a:gd name="connsiteY833" fmla="*/ 152028 h 557310"/>
                <a:gd name="connsiteX834" fmla="*/ 175945 w 457155"/>
                <a:gd name="connsiteY834" fmla="*/ 147819 h 557310"/>
                <a:gd name="connsiteX835" fmla="*/ 175968 w 457155"/>
                <a:gd name="connsiteY835" fmla="*/ 132172 h 557310"/>
                <a:gd name="connsiteX836" fmla="*/ 176015 w 457155"/>
                <a:gd name="connsiteY836" fmla="*/ 96871 h 557310"/>
                <a:gd name="connsiteX837" fmla="*/ 283171 w 457155"/>
                <a:gd name="connsiteY837" fmla="*/ 96127 h 557310"/>
                <a:gd name="connsiteX838" fmla="*/ 282614 w 457155"/>
                <a:gd name="connsiteY838" fmla="*/ 36218 h 557310"/>
                <a:gd name="connsiteX839" fmla="*/ 282541 w 457155"/>
                <a:gd name="connsiteY839" fmla="*/ 27713 h 557310"/>
                <a:gd name="connsiteX840" fmla="*/ 282472 w 457155"/>
                <a:gd name="connsiteY840" fmla="*/ 20536 h 557310"/>
                <a:gd name="connsiteX841" fmla="*/ 282411 w 457155"/>
                <a:gd name="connsiteY841" fmla="*/ 13423 h 557310"/>
                <a:gd name="connsiteX842" fmla="*/ 282382 w 457155"/>
                <a:gd name="connsiteY842" fmla="*/ 10865 h 557310"/>
                <a:gd name="connsiteX843" fmla="*/ 282366 w 457155"/>
                <a:gd name="connsiteY843" fmla="*/ 8520 h 557310"/>
                <a:gd name="connsiteX844" fmla="*/ 282347 w 457155"/>
                <a:gd name="connsiteY844" fmla="*/ 6485 h 557310"/>
                <a:gd name="connsiteX845" fmla="*/ 283171 w 457155"/>
                <a:gd name="connsiteY845" fmla="*/ 877 h 557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Lst>
              <a:rect l="l" t="t" r="r" b="b"/>
              <a:pathLst>
                <a:path w="457155" h="557310">
                  <a:moveTo>
                    <a:pt x="283171" y="877"/>
                  </a:moveTo>
                  <a:cubicBezTo>
                    <a:pt x="285169" y="497"/>
                    <a:pt x="286714" y="407"/>
                    <a:pt x="288720" y="455"/>
                  </a:cubicBezTo>
                  <a:cubicBezTo>
                    <a:pt x="289311" y="455"/>
                    <a:pt x="289901" y="454"/>
                    <a:pt x="290509" y="454"/>
                  </a:cubicBezTo>
                  <a:cubicBezTo>
                    <a:pt x="292429" y="456"/>
                    <a:pt x="294347" y="485"/>
                    <a:pt x="296266" y="514"/>
                  </a:cubicBezTo>
                  <a:cubicBezTo>
                    <a:pt x="297448" y="519"/>
                    <a:pt x="298629" y="523"/>
                    <a:pt x="299810" y="525"/>
                  </a:cubicBezTo>
                  <a:cubicBezTo>
                    <a:pt x="304201" y="545"/>
                    <a:pt x="308592" y="597"/>
                    <a:pt x="312983" y="645"/>
                  </a:cubicBezTo>
                  <a:cubicBezTo>
                    <a:pt x="327694" y="760"/>
                    <a:pt x="327694" y="760"/>
                    <a:pt x="342702" y="877"/>
                  </a:cubicBezTo>
                  <a:cubicBezTo>
                    <a:pt x="342702" y="32555"/>
                    <a:pt x="342702" y="64233"/>
                    <a:pt x="342702" y="96871"/>
                  </a:cubicBezTo>
                  <a:cubicBezTo>
                    <a:pt x="361857" y="96871"/>
                    <a:pt x="381011" y="96871"/>
                    <a:pt x="400745" y="96871"/>
                  </a:cubicBezTo>
                  <a:cubicBezTo>
                    <a:pt x="400264" y="94551"/>
                    <a:pt x="400264" y="94551"/>
                    <a:pt x="398513" y="93895"/>
                  </a:cubicBezTo>
                  <a:cubicBezTo>
                    <a:pt x="397025" y="93151"/>
                    <a:pt x="397025" y="93151"/>
                    <a:pt x="396281" y="90918"/>
                  </a:cubicBezTo>
                  <a:cubicBezTo>
                    <a:pt x="395897" y="90535"/>
                    <a:pt x="395513" y="90151"/>
                    <a:pt x="395118" y="89756"/>
                  </a:cubicBezTo>
                  <a:cubicBezTo>
                    <a:pt x="394048" y="88686"/>
                    <a:pt x="394048" y="88686"/>
                    <a:pt x="394048" y="87198"/>
                  </a:cubicBezTo>
                  <a:cubicBezTo>
                    <a:pt x="393311" y="86952"/>
                    <a:pt x="392575" y="86707"/>
                    <a:pt x="391816" y="86454"/>
                  </a:cubicBezTo>
                  <a:cubicBezTo>
                    <a:pt x="391570" y="85717"/>
                    <a:pt x="391325" y="84980"/>
                    <a:pt x="391072" y="84221"/>
                  </a:cubicBezTo>
                  <a:cubicBezTo>
                    <a:pt x="389854" y="83201"/>
                    <a:pt x="388611" y="82211"/>
                    <a:pt x="387351" y="81245"/>
                  </a:cubicBezTo>
                  <a:cubicBezTo>
                    <a:pt x="385382" y="79440"/>
                    <a:pt x="384483" y="78594"/>
                    <a:pt x="383630" y="76036"/>
                  </a:cubicBezTo>
                  <a:cubicBezTo>
                    <a:pt x="383139" y="75790"/>
                    <a:pt x="382648" y="75544"/>
                    <a:pt x="382142" y="75291"/>
                  </a:cubicBezTo>
                  <a:cubicBezTo>
                    <a:pt x="381896" y="74555"/>
                    <a:pt x="381651" y="73818"/>
                    <a:pt x="381398" y="73059"/>
                  </a:cubicBezTo>
                  <a:cubicBezTo>
                    <a:pt x="380661" y="72813"/>
                    <a:pt x="379924" y="72568"/>
                    <a:pt x="379165" y="72315"/>
                  </a:cubicBezTo>
                  <a:cubicBezTo>
                    <a:pt x="378643" y="71336"/>
                    <a:pt x="378149" y="70342"/>
                    <a:pt x="377677" y="69338"/>
                  </a:cubicBezTo>
                  <a:cubicBezTo>
                    <a:pt x="377278" y="68939"/>
                    <a:pt x="376879" y="68540"/>
                    <a:pt x="376468" y="68129"/>
                  </a:cubicBezTo>
                  <a:cubicBezTo>
                    <a:pt x="375445" y="67106"/>
                    <a:pt x="375445" y="67106"/>
                    <a:pt x="375445" y="65618"/>
                  </a:cubicBezTo>
                  <a:cubicBezTo>
                    <a:pt x="374708" y="65618"/>
                    <a:pt x="373971" y="65618"/>
                    <a:pt x="373212" y="65618"/>
                  </a:cubicBezTo>
                  <a:cubicBezTo>
                    <a:pt x="373212" y="64635"/>
                    <a:pt x="373212" y="63653"/>
                    <a:pt x="373212" y="62641"/>
                  </a:cubicBezTo>
                  <a:cubicBezTo>
                    <a:pt x="371978" y="62363"/>
                    <a:pt x="370737" y="62115"/>
                    <a:pt x="369492" y="61897"/>
                  </a:cubicBezTo>
                  <a:cubicBezTo>
                    <a:pt x="369492" y="61160"/>
                    <a:pt x="369492" y="60423"/>
                    <a:pt x="369492" y="59664"/>
                  </a:cubicBezTo>
                  <a:cubicBezTo>
                    <a:pt x="368594" y="59319"/>
                    <a:pt x="368594" y="59319"/>
                    <a:pt x="367678" y="58967"/>
                  </a:cubicBezTo>
                  <a:cubicBezTo>
                    <a:pt x="367048" y="58706"/>
                    <a:pt x="366419" y="58445"/>
                    <a:pt x="365771" y="58176"/>
                  </a:cubicBezTo>
                  <a:cubicBezTo>
                    <a:pt x="365306" y="56641"/>
                    <a:pt x="365306" y="56641"/>
                    <a:pt x="365027" y="55200"/>
                  </a:cubicBezTo>
                  <a:cubicBezTo>
                    <a:pt x="364290" y="54954"/>
                    <a:pt x="363553" y="54708"/>
                    <a:pt x="362794" y="54455"/>
                  </a:cubicBezTo>
                  <a:cubicBezTo>
                    <a:pt x="359074" y="50389"/>
                    <a:pt x="359074" y="50389"/>
                    <a:pt x="359074" y="48502"/>
                  </a:cubicBezTo>
                  <a:cubicBezTo>
                    <a:pt x="357843" y="48211"/>
                    <a:pt x="356600" y="47966"/>
                    <a:pt x="355353" y="47758"/>
                  </a:cubicBezTo>
                  <a:cubicBezTo>
                    <a:pt x="354862" y="47513"/>
                    <a:pt x="354371" y="47267"/>
                    <a:pt x="353865" y="47014"/>
                  </a:cubicBezTo>
                  <a:cubicBezTo>
                    <a:pt x="353641" y="45177"/>
                    <a:pt x="353641" y="45177"/>
                    <a:pt x="353632" y="42921"/>
                  </a:cubicBezTo>
                  <a:cubicBezTo>
                    <a:pt x="353620" y="42177"/>
                    <a:pt x="353607" y="41433"/>
                    <a:pt x="353594" y="40666"/>
                  </a:cubicBezTo>
                  <a:cubicBezTo>
                    <a:pt x="353683" y="40059"/>
                    <a:pt x="353773" y="39453"/>
                    <a:pt x="353865" y="38829"/>
                  </a:cubicBezTo>
                  <a:cubicBezTo>
                    <a:pt x="354970" y="38460"/>
                    <a:pt x="354970" y="38460"/>
                    <a:pt x="356097" y="38084"/>
                  </a:cubicBezTo>
                  <a:cubicBezTo>
                    <a:pt x="356220" y="37578"/>
                    <a:pt x="356343" y="37071"/>
                    <a:pt x="356469" y="36550"/>
                  </a:cubicBezTo>
                  <a:cubicBezTo>
                    <a:pt x="356592" y="36074"/>
                    <a:pt x="356715" y="35598"/>
                    <a:pt x="356841" y="35108"/>
                  </a:cubicBezTo>
                  <a:cubicBezTo>
                    <a:pt x="357578" y="35108"/>
                    <a:pt x="358315" y="35108"/>
                    <a:pt x="359074" y="35108"/>
                  </a:cubicBezTo>
                  <a:cubicBezTo>
                    <a:pt x="359196" y="34617"/>
                    <a:pt x="359319" y="34126"/>
                    <a:pt x="359446" y="33620"/>
                  </a:cubicBezTo>
                  <a:cubicBezTo>
                    <a:pt x="359568" y="33128"/>
                    <a:pt x="359691" y="32637"/>
                    <a:pt x="359818" y="32131"/>
                  </a:cubicBezTo>
                  <a:cubicBezTo>
                    <a:pt x="360554" y="32131"/>
                    <a:pt x="361291" y="32131"/>
                    <a:pt x="362050" y="32131"/>
                  </a:cubicBezTo>
                  <a:cubicBezTo>
                    <a:pt x="362490" y="30683"/>
                    <a:pt x="362490" y="30683"/>
                    <a:pt x="362794" y="29155"/>
                  </a:cubicBezTo>
                  <a:cubicBezTo>
                    <a:pt x="363285" y="28909"/>
                    <a:pt x="363777" y="28664"/>
                    <a:pt x="364283" y="28411"/>
                  </a:cubicBezTo>
                  <a:cubicBezTo>
                    <a:pt x="364528" y="27919"/>
                    <a:pt x="364774" y="27428"/>
                    <a:pt x="365027" y="26922"/>
                  </a:cubicBezTo>
                  <a:cubicBezTo>
                    <a:pt x="365771" y="25434"/>
                    <a:pt x="365771" y="25434"/>
                    <a:pt x="367259" y="24690"/>
                  </a:cubicBezTo>
                  <a:cubicBezTo>
                    <a:pt x="367459" y="24260"/>
                    <a:pt x="367658" y="23830"/>
                    <a:pt x="367864" y="23388"/>
                  </a:cubicBezTo>
                  <a:cubicBezTo>
                    <a:pt x="369034" y="21170"/>
                    <a:pt x="370678" y="19740"/>
                    <a:pt x="372468" y="17993"/>
                  </a:cubicBezTo>
                  <a:cubicBezTo>
                    <a:pt x="374219" y="15949"/>
                    <a:pt x="375336" y="14597"/>
                    <a:pt x="376189" y="12039"/>
                  </a:cubicBezTo>
                  <a:cubicBezTo>
                    <a:pt x="377041" y="11579"/>
                    <a:pt x="377041" y="11579"/>
                    <a:pt x="377910" y="11109"/>
                  </a:cubicBezTo>
                  <a:cubicBezTo>
                    <a:pt x="380067" y="9705"/>
                    <a:pt x="380203" y="9305"/>
                    <a:pt x="381119" y="7063"/>
                  </a:cubicBezTo>
                  <a:cubicBezTo>
                    <a:pt x="381811" y="5679"/>
                    <a:pt x="381811" y="5679"/>
                    <a:pt x="382886" y="4598"/>
                  </a:cubicBezTo>
                  <a:cubicBezTo>
                    <a:pt x="385660" y="4132"/>
                    <a:pt x="388284" y="4295"/>
                    <a:pt x="391072" y="4598"/>
                  </a:cubicBezTo>
                  <a:cubicBezTo>
                    <a:pt x="391072" y="5580"/>
                    <a:pt x="391072" y="6563"/>
                    <a:pt x="391072" y="7575"/>
                  </a:cubicBezTo>
                  <a:cubicBezTo>
                    <a:pt x="392875" y="8445"/>
                    <a:pt x="392875" y="8445"/>
                    <a:pt x="394792" y="9063"/>
                  </a:cubicBezTo>
                  <a:cubicBezTo>
                    <a:pt x="395038" y="9554"/>
                    <a:pt x="395283" y="10045"/>
                    <a:pt x="395536" y="10551"/>
                  </a:cubicBezTo>
                  <a:cubicBezTo>
                    <a:pt x="396250" y="10689"/>
                    <a:pt x="396250" y="10689"/>
                    <a:pt x="396978" y="10830"/>
                  </a:cubicBezTo>
                  <a:cubicBezTo>
                    <a:pt x="397485" y="10984"/>
                    <a:pt x="397991" y="11137"/>
                    <a:pt x="398513" y="11295"/>
                  </a:cubicBezTo>
                  <a:cubicBezTo>
                    <a:pt x="399033" y="12275"/>
                    <a:pt x="399530" y="13267"/>
                    <a:pt x="400001" y="14272"/>
                  </a:cubicBezTo>
                  <a:cubicBezTo>
                    <a:pt x="400738" y="14517"/>
                    <a:pt x="401475" y="14763"/>
                    <a:pt x="402234" y="15016"/>
                  </a:cubicBezTo>
                  <a:cubicBezTo>
                    <a:pt x="402479" y="15523"/>
                    <a:pt x="402725" y="16029"/>
                    <a:pt x="402978" y="16551"/>
                  </a:cubicBezTo>
                  <a:cubicBezTo>
                    <a:pt x="403223" y="17027"/>
                    <a:pt x="403469" y="17502"/>
                    <a:pt x="403722" y="17993"/>
                  </a:cubicBezTo>
                  <a:cubicBezTo>
                    <a:pt x="404459" y="17993"/>
                    <a:pt x="405195" y="17993"/>
                    <a:pt x="405954" y="17993"/>
                  </a:cubicBezTo>
                  <a:cubicBezTo>
                    <a:pt x="405954" y="18975"/>
                    <a:pt x="405954" y="19957"/>
                    <a:pt x="405954" y="20969"/>
                  </a:cubicBezTo>
                  <a:cubicBezTo>
                    <a:pt x="407192" y="21230"/>
                    <a:pt x="408433" y="21477"/>
                    <a:pt x="409675" y="21713"/>
                  </a:cubicBezTo>
                  <a:cubicBezTo>
                    <a:pt x="410512" y="23155"/>
                    <a:pt x="410512" y="23155"/>
                    <a:pt x="411163" y="24690"/>
                  </a:cubicBezTo>
                  <a:cubicBezTo>
                    <a:pt x="411900" y="25181"/>
                    <a:pt x="412637" y="25672"/>
                    <a:pt x="413396" y="26178"/>
                  </a:cubicBezTo>
                  <a:cubicBezTo>
                    <a:pt x="413396" y="26915"/>
                    <a:pt x="413396" y="27652"/>
                    <a:pt x="413396" y="28411"/>
                  </a:cubicBezTo>
                  <a:cubicBezTo>
                    <a:pt x="414378" y="28411"/>
                    <a:pt x="415360" y="28411"/>
                    <a:pt x="416372" y="28411"/>
                  </a:cubicBezTo>
                  <a:cubicBezTo>
                    <a:pt x="416372" y="29393"/>
                    <a:pt x="416372" y="30375"/>
                    <a:pt x="416372" y="31387"/>
                  </a:cubicBezTo>
                  <a:cubicBezTo>
                    <a:pt x="416894" y="31449"/>
                    <a:pt x="417416" y="31510"/>
                    <a:pt x="417954" y="31573"/>
                  </a:cubicBezTo>
                  <a:cubicBezTo>
                    <a:pt x="420960" y="32357"/>
                    <a:pt x="421778" y="34110"/>
                    <a:pt x="423497" y="36593"/>
                  </a:cubicBezTo>
                  <a:cubicBezTo>
                    <a:pt x="424584" y="38208"/>
                    <a:pt x="424584" y="38208"/>
                    <a:pt x="426325" y="39852"/>
                  </a:cubicBezTo>
                  <a:cubicBezTo>
                    <a:pt x="427534" y="41061"/>
                    <a:pt x="427534" y="41061"/>
                    <a:pt x="427534" y="42549"/>
                  </a:cubicBezTo>
                  <a:cubicBezTo>
                    <a:pt x="428271" y="42549"/>
                    <a:pt x="429008" y="42549"/>
                    <a:pt x="429767" y="42549"/>
                  </a:cubicBezTo>
                  <a:cubicBezTo>
                    <a:pt x="430558" y="43991"/>
                    <a:pt x="430558" y="43991"/>
                    <a:pt x="431255" y="45526"/>
                  </a:cubicBezTo>
                  <a:cubicBezTo>
                    <a:pt x="431746" y="45771"/>
                    <a:pt x="432237" y="46017"/>
                    <a:pt x="432743" y="46270"/>
                  </a:cubicBezTo>
                  <a:cubicBezTo>
                    <a:pt x="432989" y="47007"/>
                    <a:pt x="433235" y="47743"/>
                    <a:pt x="433488" y="48502"/>
                  </a:cubicBezTo>
                  <a:cubicBezTo>
                    <a:pt x="434511" y="49650"/>
                    <a:pt x="434511" y="49650"/>
                    <a:pt x="435720" y="50735"/>
                  </a:cubicBezTo>
                  <a:cubicBezTo>
                    <a:pt x="437431" y="52314"/>
                    <a:pt x="437932" y="52905"/>
                    <a:pt x="438697" y="55200"/>
                  </a:cubicBezTo>
                  <a:cubicBezTo>
                    <a:pt x="439433" y="55691"/>
                    <a:pt x="440170" y="56182"/>
                    <a:pt x="440929" y="56688"/>
                  </a:cubicBezTo>
                  <a:cubicBezTo>
                    <a:pt x="441175" y="57425"/>
                    <a:pt x="441420" y="58161"/>
                    <a:pt x="441673" y="58920"/>
                  </a:cubicBezTo>
                  <a:cubicBezTo>
                    <a:pt x="442410" y="59166"/>
                    <a:pt x="443147" y="59411"/>
                    <a:pt x="443906" y="59664"/>
                  </a:cubicBezTo>
                  <a:cubicBezTo>
                    <a:pt x="444154" y="60905"/>
                    <a:pt x="444402" y="62145"/>
                    <a:pt x="444650" y="63385"/>
                  </a:cubicBezTo>
                  <a:cubicBezTo>
                    <a:pt x="445386" y="63631"/>
                    <a:pt x="446123" y="63876"/>
                    <a:pt x="446882" y="64129"/>
                  </a:cubicBezTo>
                  <a:cubicBezTo>
                    <a:pt x="447161" y="65990"/>
                    <a:pt x="447161" y="65990"/>
                    <a:pt x="446882" y="67850"/>
                  </a:cubicBezTo>
                  <a:cubicBezTo>
                    <a:pt x="445777" y="68218"/>
                    <a:pt x="445777" y="68218"/>
                    <a:pt x="444650" y="68594"/>
                  </a:cubicBezTo>
                  <a:cubicBezTo>
                    <a:pt x="443897" y="69829"/>
                    <a:pt x="443152" y="71069"/>
                    <a:pt x="442417" y="72315"/>
                  </a:cubicBezTo>
                  <a:cubicBezTo>
                    <a:pt x="441926" y="72315"/>
                    <a:pt x="441435" y="72315"/>
                    <a:pt x="440929" y="72315"/>
                  </a:cubicBezTo>
                  <a:cubicBezTo>
                    <a:pt x="440673" y="73305"/>
                    <a:pt x="440426" y="74297"/>
                    <a:pt x="440185" y="75291"/>
                  </a:cubicBezTo>
                  <a:cubicBezTo>
                    <a:pt x="439694" y="75537"/>
                    <a:pt x="439203" y="75783"/>
                    <a:pt x="438697" y="76036"/>
                  </a:cubicBezTo>
                  <a:cubicBezTo>
                    <a:pt x="438451" y="76542"/>
                    <a:pt x="438205" y="77049"/>
                    <a:pt x="437952" y="77570"/>
                  </a:cubicBezTo>
                  <a:cubicBezTo>
                    <a:pt x="437707" y="78046"/>
                    <a:pt x="437461" y="78522"/>
                    <a:pt x="437208" y="79012"/>
                  </a:cubicBezTo>
                  <a:cubicBezTo>
                    <a:pt x="436717" y="79012"/>
                    <a:pt x="436226" y="79012"/>
                    <a:pt x="435720" y="79012"/>
                  </a:cubicBezTo>
                  <a:cubicBezTo>
                    <a:pt x="435613" y="79457"/>
                    <a:pt x="435505" y="79902"/>
                    <a:pt x="435394" y="80361"/>
                  </a:cubicBezTo>
                  <a:cubicBezTo>
                    <a:pt x="434896" y="82301"/>
                    <a:pt x="434225" y="82910"/>
                    <a:pt x="432743" y="84221"/>
                  </a:cubicBezTo>
                  <a:cubicBezTo>
                    <a:pt x="432360" y="84620"/>
                    <a:pt x="431976" y="85019"/>
                    <a:pt x="431581" y="85430"/>
                  </a:cubicBezTo>
                  <a:cubicBezTo>
                    <a:pt x="430511" y="86454"/>
                    <a:pt x="430511" y="86454"/>
                    <a:pt x="429023" y="87198"/>
                  </a:cubicBezTo>
                  <a:cubicBezTo>
                    <a:pt x="428777" y="87689"/>
                    <a:pt x="428532" y="88180"/>
                    <a:pt x="428279" y="88686"/>
                  </a:cubicBezTo>
                  <a:cubicBezTo>
                    <a:pt x="427534" y="90174"/>
                    <a:pt x="427534" y="90174"/>
                    <a:pt x="426046" y="90918"/>
                  </a:cubicBezTo>
                  <a:cubicBezTo>
                    <a:pt x="425801" y="91655"/>
                    <a:pt x="425555" y="92392"/>
                    <a:pt x="425302" y="93151"/>
                  </a:cubicBezTo>
                  <a:cubicBezTo>
                    <a:pt x="424310" y="93647"/>
                    <a:pt x="423318" y="94143"/>
                    <a:pt x="422325" y="94639"/>
                  </a:cubicBezTo>
                  <a:cubicBezTo>
                    <a:pt x="422080" y="95376"/>
                    <a:pt x="421834" y="96112"/>
                    <a:pt x="421581" y="96871"/>
                  </a:cubicBezTo>
                  <a:cubicBezTo>
                    <a:pt x="434351" y="96871"/>
                    <a:pt x="447120" y="96871"/>
                    <a:pt x="460277" y="96871"/>
                  </a:cubicBezTo>
                  <a:cubicBezTo>
                    <a:pt x="460307" y="114484"/>
                    <a:pt x="460307" y="114484"/>
                    <a:pt x="460313" y="121964"/>
                  </a:cubicBezTo>
                  <a:cubicBezTo>
                    <a:pt x="460317" y="127078"/>
                    <a:pt x="460323" y="132192"/>
                    <a:pt x="460333" y="137305"/>
                  </a:cubicBezTo>
                  <a:cubicBezTo>
                    <a:pt x="460341" y="141426"/>
                    <a:pt x="460345" y="145546"/>
                    <a:pt x="460347" y="149667"/>
                  </a:cubicBezTo>
                  <a:cubicBezTo>
                    <a:pt x="460349" y="151242"/>
                    <a:pt x="460351" y="152818"/>
                    <a:pt x="460355" y="154394"/>
                  </a:cubicBezTo>
                  <a:cubicBezTo>
                    <a:pt x="460361" y="156593"/>
                    <a:pt x="460362" y="158792"/>
                    <a:pt x="460361" y="160991"/>
                  </a:cubicBezTo>
                  <a:cubicBezTo>
                    <a:pt x="460364" y="161649"/>
                    <a:pt x="460366" y="162308"/>
                    <a:pt x="460369" y="162986"/>
                  </a:cubicBezTo>
                  <a:cubicBezTo>
                    <a:pt x="460362" y="167480"/>
                    <a:pt x="460362" y="167480"/>
                    <a:pt x="459533" y="168309"/>
                  </a:cubicBezTo>
                  <a:cubicBezTo>
                    <a:pt x="458057" y="168383"/>
                    <a:pt x="456580" y="168403"/>
                    <a:pt x="455102" y="168403"/>
                  </a:cubicBezTo>
                  <a:cubicBezTo>
                    <a:pt x="453658" y="168407"/>
                    <a:pt x="453658" y="168407"/>
                    <a:pt x="452184" y="168410"/>
                  </a:cubicBezTo>
                  <a:cubicBezTo>
                    <a:pt x="451107" y="168408"/>
                    <a:pt x="450029" y="168407"/>
                    <a:pt x="448952" y="168405"/>
                  </a:cubicBezTo>
                  <a:cubicBezTo>
                    <a:pt x="447825" y="168406"/>
                    <a:pt x="446699" y="168408"/>
                    <a:pt x="445572" y="168409"/>
                  </a:cubicBezTo>
                  <a:cubicBezTo>
                    <a:pt x="442503" y="168413"/>
                    <a:pt x="439434" y="168411"/>
                    <a:pt x="436365" y="168409"/>
                  </a:cubicBezTo>
                  <a:cubicBezTo>
                    <a:pt x="433160" y="168407"/>
                    <a:pt x="429955" y="168409"/>
                    <a:pt x="426750" y="168410"/>
                  </a:cubicBezTo>
                  <a:cubicBezTo>
                    <a:pt x="421366" y="168411"/>
                    <a:pt x="415981" y="168410"/>
                    <a:pt x="410597" y="168406"/>
                  </a:cubicBezTo>
                  <a:cubicBezTo>
                    <a:pt x="404365" y="168402"/>
                    <a:pt x="398133" y="168403"/>
                    <a:pt x="391901" y="168407"/>
                  </a:cubicBezTo>
                  <a:cubicBezTo>
                    <a:pt x="386559" y="168411"/>
                    <a:pt x="381217" y="168411"/>
                    <a:pt x="375875" y="168409"/>
                  </a:cubicBezTo>
                  <a:cubicBezTo>
                    <a:pt x="372681" y="168408"/>
                    <a:pt x="369487" y="168408"/>
                    <a:pt x="366293" y="168410"/>
                  </a:cubicBezTo>
                  <a:cubicBezTo>
                    <a:pt x="363289" y="168413"/>
                    <a:pt x="360286" y="168411"/>
                    <a:pt x="357283" y="168407"/>
                  </a:cubicBezTo>
                  <a:cubicBezTo>
                    <a:pt x="356178" y="168406"/>
                    <a:pt x="355074" y="168406"/>
                    <a:pt x="353969" y="168408"/>
                  </a:cubicBezTo>
                  <a:cubicBezTo>
                    <a:pt x="352466" y="168410"/>
                    <a:pt x="350963" y="168407"/>
                    <a:pt x="349459" y="168403"/>
                  </a:cubicBezTo>
                  <a:cubicBezTo>
                    <a:pt x="348617" y="168403"/>
                    <a:pt x="347774" y="168403"/>
                    <a:pt x="346906" y="168403"/>
                  </a:cubicBezTo>
                  <a:cubicBezTo>
                    <a:pt x="344935" y="168309"/>
                    <a:pt x="344935" y="168309"/>
                    <a:pt x="343447" y="167565"/>
                  </a:cubicBezTo>
                  <a:cubicBezTo>
                    <a:pt x="343392" y="170730"/>
                    <a:pt x="343351" y="173896"/>
                    <a:pt x="343324" y="177062"/>
                  </a:cubicBezTo>
                  <a:cubicBezTo>
                    <a:pt x="343313" y="178140"/>
                    <a:pt x="343297" y="179217"/>
                    <a:pt x="343278" y="180295"/>
                  </a:cubicBezTo>
                  <a:cubicBezTo>
                    <a:pt x="343251" y="181841"/>
                    <a:pt x="343238" y="183387"/>
                    <a:pt x="343229" y="184933"/>
                  </a:cubicBezTo>
                  <a:cubicBezTo>
                    <a:pt x="343217" y="185864"/>
                    <a:pt x="343205" y="186796"/>
                    <a:pt x="343193" y="187755"/>
                  </a:cubicBezTo>
                  <a:cubicBezTo>
                    <a:pt x="343277" y="188459"/>
                    <a:pt x="343360" y="189164"/>
                    <a:pt x="343447" y="189889"/>
                  </a:cubicBezTo>
                  <a:cubicBezTo>
                    <a:pt x="344183" y="190135"/>
                    <a:pt x="344920" y="190380"/>
                    <a:pt x="345679" y="190633"/>
                  </a:cubicBezTo>
                  <a:cubicBezTo>
                    <a:pt x="345965" y="192197"/>
                    <a:pt x="345965" y="192197"/>
                    <a:pt x="345981" y="194235"/>
                  </a:cubicBezTo>
                  <a:cubicBezTo>
                    <a:pt x="345998" y="194964"/>
                    <a:pt x="346014" y="195694"/>
                    <a:pt x="346031" y="196445"/>
                  </a:cubicBezTo>
                  <a:cubicBezTo>
                    <a:pt x="346041" y="197597"/>
                    <a:pt x="346041" y="197597"/>
                    <a:pt x="346051" y="198772"/>
                  </a:cubicBezTo>
                  <a:cubicBezTo>
                    <a:pt x="346064" y="200283"/>
                    <a:pt x="346087" y="201794"/>
                    <a:pt x="346121" y="203304"/>
                  </a:cubicBezTo>
                  <a:cubicBezTo>
                    <a:pt x="346126" y="203977"/>
                    <a:pt x="346131" y="204651"/>
                    <a:pt x="346137" y="205344"/>
                  </a:cubicBezTo>
                  <a:cubicBezTo>
                    <a:pt x="346231" y="205892"/>
                    <a:pt x="346326" y="206440"/>
                    <a:pt x="346423" y="207004"/>
                  </a:cubicBezTo>
                  <a:cubicBezTo>
                    <a:pt x="347160" y="207495"/>
                    <a:pt x="347897" y="207987"/>
                    <a:pt x="348656" y="208493"/>
                  </a:cubicBezTo>
                  <a:cubicBezTo>
                    <a:pt x="348874" y="209924"/>
                    <a:pt x="348874" y="209924"/>
                    <a:pt x="348795" y="211652"/>
                  </a:cubicBezTo>
                  <a:cubicBezTo>
                    <a:pt x="348769" y="212587"/>
                    <a:pt x="348769" y="212587"/>
                    <a:pt x="348743" y="213540"/>
                  </a:cubicBezTo>
                  <a:cubicBezTo>
                    <a:pt x="348685" y="214854"/>
                    <a:pt x="348627" y="216168"/>
                    <a:pt x="348568" y="217482"/>
                  </a:cubicBezTo>
                  <a:cubicBezTo>
                    <a:pt x="348551" y="218106"/>
                    <a:pt x="348534" y="218730"/>
                    <a:pt x="348516" y="219373"/>
                  </a:cubicBezTo>
                  <a:cubicBezTo>
                    <a:pt x="348490" y="219944"/>
                    <a:pt x="348464" y="220515"/>
                    <a:pt x="348438" y="221104"/>
                  </a:cubicBezTo>
                  <a:cubicBezTo>
                    <a:pt x="348715" y="223050"/>
                    <a:pt x="349510" y="223521"/>
                    <a:pt x="350888" y="224864"/>
                  </a:cubicBezTo>
                  <a:cubicBezTo>
                    <a:pt x="351169" y="227618"/>
                    <a:pt x="351249" y="230297"/>
                    <a:pt x="351280" y="233061"/>
                  </a:cubicBezTo>
                  <a:cubicBezTo>
                    <a:pt x="351324" y="234549"/>
                    <a:pt x="351470" y="236034"/>
                    <a:pt x="351632" y="237514"/>
                  </a:cubicBezTo>
                  <a:cubicBezTo>
                    <a:pt x="352369" y="237760"/>
                    <a:pt x="353106" y="238005"/>
                    <a:pt x="353865" y="238258"/>
                  </a:cubicBezTo>
                  <a:cubicBezTo>
                    <a:pt x="354158" y="240987"/>
                    <a:pt x="354226" y="243642"/>
                    <a:pt x="354257" y="246383"/>
                  </a:cubicBezTo>
                  <a:cubicBezTo>
                    <a:pt x="354301" y="247895"/>
                    <a:pt x="354447" y="249404"/>
                    <a:pt x="354609" y="250909"/>
                  </a:cubicBezTo>
                  <a:cubicBezTo>
                    <a:pt x="355345" y="251154"/>
                    <a:pt x="356082" y="251400"/>
                    <a:pt x="356841" y="251653"/>
                  </a:cubicBezTo>
                  <a:cubicBezTo>
                    <a:pt x="357009" y="253711"/>
                    <a:pt x="357049" y="255600"/>
                    <a:pt x="356981" y="257652"/>
                  </a:cubicBezTo>
                  <a:cubicBezTo>
                    <a:pt x="356971" y="258217"/>
                    <a:pt x="356961" y="258781"/>
                    <a:pt x="356950" y="259363"/>
                  </a:cubicBezTo>
                  <a:cubicBezTo>
                    <a:pt x="356924" y="260762"/>
                    <a:pt x="356884" y="262160"/>
                    <a:pt x="356841" y="263559"/>
                  </a:cubicBezTo>
                  <a:cubicBezTo>
                    <a:pt x="357578" y="263559"/>
                    <a:pt x="358315" y="263559"/>
                    <a:pt x="359074" y="263559"/>
                  </a:cubicBezTo>
                  <a:cubicBezTo>
                    <a:pt x="359319" y="264296"/>
                    <a:pt x="359565" y="265032"/>
                    <a:pt x="359818" y="265791"/>
                  </a:cubicBezTo>
                  <a:cubicBezTo>
                    <a:pt x="361411" y="264466"/>
                    <a:pt x="361411" y="264466"/>
                    <a:pt x="361632" y="262815"/>
                  </a:cubicBezTo>
                  <a:cubicBezTo>
                    <a:pt x="362050" y="261327"/>
                    <a:pt x="362050" y="261327"/>
                    <a:pt x="364283" y="259838"/>
                  </a:cubicBezTo>
                  <a:cubicBezTo>
                    <a:pt x="364825" y="258618"/>
                    <a:pt x="365314" y="257373"/>
                    <a:pt x="365771" y="256118"/>
                  </a:cubicBezTo>
                  <a:cubicBezTo>
                    <a:pt x="367780" y="251764"/>
                    <a:pt x="367780" y="251764"/>
                    <a:pt x="369492" y="250909"/>
                  </a:cubicBezTo>
                  <a:cubicBezTo>
                    <a:pt x="369599" y="250295"/>
                    <a:pt x="369706" y="249681"/>
                    <a:pt x="369817" y="249048"/>
                  </a:cubicBezTo>
                  <a:cubicBezTo>
                    <a:pt x="369955" y="248434"/>
                    <a:pt x="370093" y="247820"/>
                    <a:pt x="370236" y="247188"/>
                  </a:cubicBezTo>
                  <a:cubicBezTo>
                    <a:pt x="370972" y="246942"/>
                    <a:pt x="371709" y="246697"/>
                    <a:pt x="372468" y="246444"/>
                  </a:cubicBezTo>
                  <a:cubicBezTo>
                    <a:pt x="372727" y="244957"/>
                    <a:pt x="372974" y="243469"/>
                    <a:pt x="373212" y="241979"/>
                  </a:cubicBezTo>
                  <a:cubicBezTo>
                    <a:pt x="374328" y="240770"/>
                    <a:pt x="374328" y="240770"/>
                    <a:pt x="375445" y="239746"/>
                  </a:cubicBezTo>
                  <a:cubicBezTo>
                    <a:pt x="375567" y="239209"/>
                    <a:pt x="375690" y="238672"/>
                    <a:pt x="375817" y="238119"/>
                  </a:cubicBezTo>
                  <a:cubicBezTo>
                    <a:pt x="375939" y="237674"/>
                    <a:pt x="376062" y="237228"/>
                    <a:pt x="376189" y="236770"/>
                  </a:cubicBezTo>
                  <a:cubicBezTo>
                    <a:pt x="376925" y="236770"/>
                    <a:pt x="377662" y="236770"/>
                    <a:pt x="378421" y="236770"/>
                  </a:cubicBezTo>
                  <a:cubicBezTo>
                    <a:pt x="378421" y="235296"/>
                    <a:pt x="378421" y="233823"/>
                    <a:pt x="378421" y="232305"/>
                  </a:cubicBezTo>
                  <a:cubicBezTo>
                    <a:pt x="379158" y="232305"/>
                    <a:pt x="379895" y="232305"/>
                    <a:pt x="380654" y="232305"/>
                  </a:cubicBezTo>
                  <a:cubicBezTo>
                    <a:pt x="380730" y="231599"/>
                    <a:pt x="380807" y="230893"/>
                    <a:pt x="380886" y="230166"/>
                  </a:cubicBezTo>
                  <a:cubicBezTo>
                    <a:pt x="381398" y="227840"/>
                    <a:pt x="381398" y="227840"/>
                    <a:pt x="383630" y="226352"/>
                  </a:cubicBezTo>
                  <a:cubicBezTo>
                    <a:pt x="383630" y="225738"/>
                    <a:pt x="383630" y="225124"/>
                    <a:pt x="383630" y="224492"/>
                  </a:cubicBezTo>
                  <a:cubicBezTo>
                    <a:pt x="383630" y="223878"/>
                    <a:pt x="383630" y="223264"/>
                    <a:pt x="383630" y="222631"/>
                  </a:cubicBezTo>
                  <a:cubicBezTo>
                    <a:pt x="384367" y="222140"/>
                    <a:pt x="385104" y="221649"/>
                    <a:pt x="385863" y="221143"/>
                  </a:cubicBezTo>
                  <a:cubicBezTo>
                    <a:pt x="386108" y="220514"/>
                    <a:pt x="386354" y="219884"/>
                    <a:pt x="386607" y="219236"/>
                  </a:cubicBezTo>
                  <a:cubicBezTo>
                    <a:pt x="386852" y="218638"/>
                    <a:pt x="387098" y="218039"/>
                    <a:pt x="387351" y="217422"/>
                  </a:cubicBezTo>
                  <a:cubicBezTo>
                    <a:pt x="388088" y="217177"/>
                    <a:pt x="388824" y="216931"/>
                    <a:pt x="389583" y="216678"/>
                  </a:cubicBezTo>
                  <a:cubicBezTo>
                    <a:pt x="389769" y="214043"/>
                    <a:pt x="389769" y="214043"/>
                    <a:pt x="389583" y="211469"/>
                  </a:cubicBezTo>
                  <a:cubicBezTo>
                    <a:pt x="390074" y="211469"/>
                    <a:pt x="390566" y="211469"/>
                    <a:pt x="391072" y="211469"/>
                  </a:cubicBezTo>
                  <a:cubicBezTo>
                    <a:pt x="391577" y="209984"/>
                    <a:pt x="392073" y="208496"/>
                    <a:pt x="392560" y="207004"/>
                  </a:cubicBezTo>
                  <a:cubicBezTo>
                    <a:pt x="393051" y="206759"/>
                    <a:pt x="393542" y="206513"/>
                    <a:pt x="394048" y="206260"/>
                  </a:cubicBezTo>
                  <a:cubicBezTo>
                    <a:pt x="394351" y="204533"/>
                    <a:pt x="394602" y="202795"/>
                    <a:pt x="394792" y="201051"/>
                  </a:cubicBezTo>
                  <a:cubicBezTo>
                    <a:pt x="395529" y="201051"/>
                    <a:pt x="396266" y="201051"/>
                    <a:pt x="397025" y="201051"/>
                  </a:cubicBezTo>
                  <a:cubicBezTo>
                    <a:pt x="397270" y="199087"/>
                    <a:pt x="397516" y="197122"/>
                    <a:pt x="397769" y="195098"/>
                  </a:cubicBezTo>
                  <a:cubicBezTo>
                    <a:pt x="398260" y="195098"/>
                    <a:pt x="398751" y="195098"/>
                    <a:pt x="399257" y="195098"/>
                  </a:cubicBezTo>
                  <a:cubicBezTo>
                    <a:pt x="399720" y="193775"/>
                    <a:pt x="399720" y="193775"/>
                    <a:pt x="400001" y="192168"/>
                  </a:cubicBezTo>
                  <a:cubicBezTo>
                    <a:pt x="400327" y="190520"/>
                    <a:pt x="400327" y="190520"/>
                    <a:pt x="400745" y="189145"/>
                  </a:cubicBezTo>
                  <a:cubicBezTo>
                    <a:pt x="401237" y="188899"/>
                    <a:pt x="401728" y="188654"/>
                    <a:pt x="402234" y="188401"/>
                  </a:cubicBezTo>
                  <a:cubicBezTo>
                    <a:pt x="402294" y="187898"/>
                    <a:pt x="402355" y="187395"/>
                    <a:pt x="402417" y="186878"/>
                  </a:cubicBezTo>
                  <a:cubicBezTo>
                    <a:pt x="402695" y="186158"/>
                    <a:pt x="402695" y="186158"/>
                    <a:pt x="402978" y="185424"/>
                  </a:cubicBezTo>
                  <a:cubicBezTo>
                    <a:pt x="405004" y="185134"/>
                    <a:pt x="405004" y="185134"/>
                    <a:pt x="407489" y="185238"/>
                  </a:cubicBezTo>
                  <a:cubicBezTo>
                    <a:pt x="408311" y="185265"/>
                    <a:pt x="409133" y="185292"/>
                    <a:pt x="409980" y="185320"/>
                  </a:cubicBezTo>
                  <a:cubicBezTo>
                    <a:pt x="410616" y="185354"/>
                    <a:pt x="411252" y="185389"/>
                    <a:pt x="411908" y="185424"/>
                  </a:cubicBezTo>
                  <a:cubicBezTo>
                    <a:pt x="411908" y="186161"/>
                    <a:pt x="411908" y="186898"/>
                    <a:pt x="411908" y="187657"/>
                  </a:cubicBezTo>
                  <a:cubicBezTo>
                    <a:pt x="413393" y="188162"/>
                    <a:pt x="414881" y="188658"/>
                    <a:pt x="416372" y="189145"/>
                  </a:cubicBezTo>
                  <a:cubicBezTo>
                    <a:pt x="416618" y="189882"/>
                    <a:pt x="416864" y="190618"/>
                    <a:pt x="417117" y="191377"/>
                  </a:cubicBezTo>
                  <a:cubicBezTo>
                    <a:pt x="417853" y="191485"/>
                    <a:pt x="418590" y="191592"/>
                    <a:pt x="419349" y="191703"/>
                  </a:cubicBezTo>
                  <a:cubicBezTo>
                    <a:pt x="420086" y="191841"/>
                    <a:pt x="420822" y="191979"/>
                    <a:pt x="421581" y="192121"/>
                  </a:cubicBezTo>
                  <a:cubicBezTo>
                    <a:pt x="421829" y="193114"/>
                    <a:pt x="422077" y="194106"/>
                    <a:pt x="422325" y="195098"/>
                  </a:cubicBezTo>
                  <a:cubicBezTo>
                    <a:pt x="423062" y="195221"/>
                    <a:pt x="423799" y="195344"/>
                    <a:pt x="424558" y="195470"/>
                  </a:cubicBezTo>
                  <a:cubicBezTo>
                    <a:pt x="425295" y="195593"/>
                    <a:pt x="426031" y="195716"/>
                    <a:pt x="426790" y="195842"/>
                  </a:cubicBezTo>
                  <a:cubicBezTo>
                    <a:pt x="427059" y="196829"/>
                    <a:pt x="427309" y="197821"/>
                    <a:pt x="427534" y="198819"/>
                  </a:cubicBezTo>
                  <a:cubicBezTo>
                    <a:pt x="428133" y="198819"/>
                    <a:pt x="428732" y="198819"/>
                    <a:pt x="429348" y="198819"/>
                  </a:cubicBezTo>
                  <a:cubicBezTo>
                    <a:pt x="429978" y="198819"/>
                    <a:pt x="430607" y="198819"/>
                    <a:pt x="431255" y="198819"/>
                  </a:cubicBezTo>
                  <a:cubicBezTo>
                    <a:pt x="431470" y="199295"/>
                    <a:pt x="431685" y="199770"/>
                    <a:pt x="431906" y="200261"/>
                  </a:cubicBezTo>
                  <a:cubicBezTo>
                    <a:pt x="432183" y="200767"/>
                    <a:pt x="432459" y="201273"/>
                    <a:pt x="432743" y="201795"/>
                  </a:cubicBezTo>
                  <a:cubicBezTo>
                    <a:pt x="433618" y="201918"/>
                    <a:pt x="434493" y="202041"/>
                    <a:pt x="435394" y="202167"/>
                  </a:cubicBezTo>
                  <a:cubicBezTo>
                    <a:pt x="436239" y="202290"/>
                    <a:pt x="437083" y="202413"/>
                    <a:pt x="437952" y="202539"/>
                  </a:cubicBezTo>
                  <a:cubicBezTo>
                    <a:pt x="438418" y="204028"/>
                    <a:pt x="438418" y="204028"/>
                    <a:pt x="438697" y="205516"/>
                  </a:cubicBezTo>
                  <a:cubicBezTo>
                    <a:pt x="439931" y="205794"/>
                    <a:pt x="441171" y="206042"/>
                    <a:pt x="442417" y="206260"/>
                  </a:cubicBezTo>
                  <a:cubicBezTo>
                    <a:pt x="442663" y="206997"/>
                    <a:pt x="442908" y="207734"/>
                    <a:pt x="443161" y="208493"/>
                  </a:cubicBezTo>
                  <a:cubicBezTo>
                    <a:pt x="444021" y="208600"/>
                    <a:pt x="444880" y="208707"/>
                    <a:pt x="445766" y="208818"/>
                  </a:cubicBezTo>
                  <a:cubicBezTo>
                    <a:pt x="446625" y="208956"/>
                    <a:pt x="447485" y="209094"/>
                    <a:pt x="448370" y="209237"/>
                  </a:cubicBezTo>
                  <a:cubicBezTo>
                    <a:pt x="448647" y="210221"/>
                    <a:pt x="448896" y="211214"/>
                    <a:pt x="449115" y="212213"/>
                  </a:cubicBezTo>
                  <a:cubicBezTo>
                    <a:pt x="451359" y="212825"/>
                    <a:pt x="451359" y="212825"/>
                    <a:pt x="453579" y="212957"/>
                  </a:cubicBezTo>
                  <a:cubicBezTo>
                    <a:pt x="453579" y="213940"/>
                    <a:pt x="453579" y="214922"/>
                    <a:pt x="453579" y="215934"/>
                  </a:cubicBezTo>
                  <a:cubicBezTo>
                    <a:pt x="454193" y="215995"/>
                    <a:pt x="454807" y="216057"/>
                    <a:pt x="455440" y="216120"/>
                  </a:cubicBezTo>
                  <a:cubicBezTo>
                    <a:pt x="456054" y="216304"/>
                    <a:pt x="456668" y="216488"/>
                    <a:pt x="457300" y="216678"/>
                  </a:cubicBezTo>
                  <a:cubicBezTo>
                    <a:pt x="457750" y="218687"/>
                    <a:pt x="457713" y="220617"/>
                    <a:pt x="457300" y="222631"/>
                  </a:cubicBezTo>
                  <a:cubicBezTo>
                    <a:pt x="456563" y="223000"/>
                    <a:pt x="456563" y="223000"/>
                    <a:pt x="455812" y="223375"/>
                  </a:cubicBezTo>
                  <a:cubicBezTo>
                    <a:pt x="455704" y="223851"/>
                    <a:pt x="455597" y="224327"/>
                    <a:pt x="455486" y="224817"/>
                  </a:cubicBezTo>
                  <a:cubicBezTo>
                    <a:pt x="455068" y="226352"/>
                    <a:pt x="455068" y="226352"/>
                    <a:pt x="452835" y="227840"/>
                  </a:cubicBezTo>
                  <a:cubicBezTo>
                    <a:pt x="452712" y="228454"/>
                    <a:pt x="452590" y="229068"/>
                    <a:pt x="452463" y="229701"/>
                  </a:cubicBezTo>
                  <a:cubicBezTo>
                    <a:pt x="452091" y="231561"/>
                    <a:pt x="452091" y="231561"/>
                    <a:pt x="449859" y="233049"/>
                  </a:cubicBezTo>
                  <a:cubicBezTo>
                    <a:pt x="449598" y="233571"/>
                    <a:pt x="449337" y="234093"/>
                    <a:pt x="449068" y="234630"/>
                  </a:cubicBezTo>
                  <a:cubicBezTo>
                    <a:pt x="448838" y="235091"/>
                    <a:pt x="448608" y="235551"/>
                    <a:pt x="448370" y="236026"/>
                  </a:cubicBezTo>
                  <a:cubicBezTo>
                    <a:pt x="447879" y="236026"/>
                    <a:pt x="447388" y="236026"/>
                    <a:pt x="446882" y="236026"/>
                  </a:cubicBezTo>
                  <a:cubicBezTo>
                    <a:pt x="446628" y="237265"/>
                    <a:pt x="446380" y="238505"/>
                    <a:pt x="446138" y="239746"/>
                  </a:cubicBezTo>
                  <a:cubicBezTo>
                    <a:pt x="445401" y="240115"/>
                    <a:pt x="445401" y="240115"/>
                    <a:pt x="444650" y="240491"/>
                  </a:cubicBezTo>
                  <a:cubicBezTo>
                    <a:pt x="444542" y="241074"/>
                    <a:pt x="444435" y="241657"/>
                    <a:pt x="444324" y="242258"/>
                  </a:cubicBezTo>
                  <a:cubicBezTo>
                    <a:pt x="443850" y="244471"/>
                    <a:pt x="443291" y="244955"/>
                    <a:pt x="441673" y="246444"/>
                  </a:cubicBezTo>
                  <a:cubicBezTo>
                    <a:pt x="441412" y="246981"/>
                    <a:pt x="441151" y="247518"/>
                    <a:pt x="440883" y="248072"/>
                  </a:cubicBezTo>
                  <a:cubicBezTo>
                    <a:pt x="440652" y="248517"/>
                    <a:pt x="440422" y="248962"/>
                    <a:pt x="440185" y="249420"/>
                  </a:cubicBezTo>
                  <a:cubicBezTo>
                    <a:pt x="439694" y="249420"/>
                    <a:pt x="439203" y="249420"/>
                    <a:pt x="438697" y="249420"/>
                  </a:cubicBezTo>
                  <a:cubicBezTo>
                    <a:pt x="438589" y="250034"/>
                    <a:pt x="438482" y="250648"/>
                    <a:pt x="438371" y="251281"/>
                  </a:cubicBezTo>
                  <a:cubicBezTo>
                    <a:pt x="438233" y="251895"/>
                    <a:pt x="438095" y="252508"/>
                    <a:pt x="437952" y="253141"/>
                  </a:cubicBezTo>
                  <a:cubicBezTo>
                    <a:pt x="437216" y="253141"/>
                    <a:pt x="436479" y="253141"/>
                    <a:pt x="435720" y="253141"/>
                  </a:cubicBezTo>
                  <a:cubicBezTo>
                    <a:pt x="435789" y="254039"/>
                    <a:pt x="435789" y="254039"/>
                    <a:pt x="435860" y="254955"/>
                  </a:cubicBezTo>
                  <a:cubicBezTo>
                    <a:pt x="435790" y="255899"/>
                    <a:pt x="435790" y="255899"/>
                    <a:pt x="435720" y="256862"/>
                  </a:cubicBezTo>
                  <a:cubicBezTo>
                    <a:pt x="434983" y="257107"/>
                    <a:pt x="434247" y="257353"/>
                    <a:pt x="433488" y="257606"/>
                  </a:cubicBezTo>
                  <a:cubicBezTo>
                    <a:pt x="433216" y="258841"/>
                    <a:pt x="432967" y="260082"/>
                    <a:pt x="432743" y="261327"/>
                  </a:cubicBezTo>
                  <a:cubicBezTo>
                    <a:pt x="432252" y="261327"/>
                    <a:pt x="431761" y="261327"/>
                    <a:pt x="431255" y="261327"/>
                  </a:cubicBezTo>
                  <a:cubicBezTo>
                    <a:pt x="431071" y="261818"/>
                    <a:pt x="430887" y="262309"/>
                    <a:pt x="430697" y="262815"/>
                  </a:cubicBezTo>
                  <a:cubicBezTo>
                    <a:pt x="429598" y="265452"/>
                    <a:pt x="428069" y="267387"/>
                    <a:pt x="426299" y="269611"/>
                  </a:cubicBezTo>
                  <a:cubicBezTo>
                    <a:pt x="425164" y="271049"/>
                    <a:pt x="425164" y="271049"/>
                    <a:pt x="424558" y="273233"/>
                  </a:cubicBezTo>
                  <a:cubicBezTo>
                    <a:pt x="423821" y="273724"/>
                    <a:pt x="423085" y="274215"/>
                    <a:pt x="422325" y="274721"/>
                  </a:cubicBezTo>
                  <a:cubicBezTo>
                    <a:pt x="422203" y="275243"/>
                    <a:pt x="422080" y="275765"/>
                    <a:pt x="421953" y="276302"/>
                  </a:cubicBezTo>
                  <a:cubicBezTo>
                    <a:pt x="421831" y="276763"/>
                    <a:pt x="421708" y="277223"/>
                    <a:pt x="421581" y="277698"/>
                  </a:cubicBezTo>
                  <a:cubicBezTo>
                    <a:pt x="420845" y="277698"/>
                    <a:pt x="420108" y="277698"/>
                    <a:pt x="419349" y="277698"/>
                  </a:cubicBezTo>
                  <a:cubicBezTo>
                    <a:pt x="419349" y="278925"/>
                    <a:pt x="419349" y="280153"/>
                    <a:pt x="419349" y="281418"/>
                  </a:cubicBezTo>
                  <a:cubicBezTo>
                    <a:pt x="418612" y="281418"/>
                    <a:pt x="417876" y="281418"/>
                    <a:pt x="417117" y="281418"/>
                  </a:cubicBezTo>
                  <a:cubicBezTo>
                    <a:pt x="416832" y="282651"/>
                    <a:pt x="416585" y="283892"/>
                    <a:pt x="416372" y="285139"/>
                  </a:cubicBezTo>
                  <a:cubicBezTo>
                    <a:pt x="415636" y="285507"/>
                    <a:pt x="415636" y="285507"/>
                    <a:pt x="414884" y="285883"/>
                  </a:cubicBezTo>
                  <a:cubicBezTo>
                    <a:pt x="414685" y="286558"/>
                    <a:pt x="414485" y="287234"/>
                    <a:pt x="414279" y="287930"/>
                  </a:cubicBezTo>
                  <a:cubicBezTo>
                    <a:pt x="413242" y="290770"/>
                    <a:pt x="411846" y="292004"/>
                    <a:pt x="409675" y="294069"/>
                  </a:cubicBezTo>
                  <a:cubicBezTo>
                    <a:pt x="408919" y="295301"/>
                    <a:pt x="408171" y="296540"/>
                    <a:pt x="407443" y="297789"/>
                  </a:cubicBezTo>
                  <a:cubicBezTo>
                    <a:pt x="406706" y="298158"/>
                    <a:pt x="406706" y="298158"/>
                    <a:pt x="405954" y="298534"/>
                  </a:cubicBezTo>
                  <a:cubicBezTo>
                    <a:pt x="405832" y="299025"/>
                    <a:pt x="405709" y="299516"/>
                    <a:pt x="405582" y="300022"/>
                  </a:cubicBezTo>
                  <a:cubicBezTo>
                    <a:pt x="405460" y="300513"/>
                    <a:pt x="405337" y="301004"/>
                    <a:pt x="405210" y="301510"/>
                  </a:cubicBezTo>
                  <a:cubicBezTo>
                    <a:pt x="404474" y="301878"/>
                    <a:pt x="404474" y="301878"/>
                    <a:pt x="403722" y="302254"/>
                  </a:cubicBezTo>
                  <a:cubicBezTo>
                    <a:pt x="403492" y="302761"/>
                    <a:pt x="403262" y="303267"/>
                    <a:pt x="403024" y="303789"/>
                  </a:cubicBezTo>
                  <a:cubicBezTo>
                    <a:pt x="402763" y="304265"/>
                    <a:pt x="402503" y="304741"/>
                    <a:pt x="402234" y="305231"/>
                  </a:cubicBezTo>
                  <a:cubicBezTo>
                    <a:pt x="401497" y="305231"/>
                    <a:pt x="400760" y="305231"/>
                    <a:pt x="400001" y="305231"/>
                  </a:cubicBezTo>
                  <a:cubicBezTo>
                    <a:pt x="400001" y="306213"/>
                    <a:pt x="400001" y="307195"/>
                    <a:pt x="400001" y="308207"/>
                  </a:cubicBezTo>
                  <a:cubicBezTo>
                    <a:pt x="399265" y="308207"/>
                    <a:pt x="398528" y="308207"/>
                    <a:pt x="397769" y="308207"/>
                  </a:cubicBezTo>
                  <a:cubicBezTo>
                    <a:pt x="397838" y="309105"/>
                    <a:pt x="397838" y="309105"/>
                    <a:pt x="397908" y="310021"/>
                  </a:cubicBezTo>
                  <a:cubicBezTo>
                    <a:pt x="397839" y="310965"/>
                    <a:pt x="397839" y="310965"/>
                    <a:pt x="397769" y="311928"/>
                  </a:cubicBezTo>
                  <a:cubicBezTo>
                    <a:pt x="397032" y="312174"/>
                    <a:pt x="396295" y="312419"/>
                    <a:pt x="395536" y="312672"/>
                  </a:cubicBezTo>
                  <a:cubicBezTo>
                    <a:pt x="395260" y="313657"/>
                    <a:pt x="395011" y="314650"/>
                    <a:pt x="394792" y="315649"/>
                  </a:cubicBezTo>
                  <a:cubicBezTo>
                    <a:pt x="394056" y="316017"/>
                    <a:pt x="394056" y="316017"/>
                    <a:pt x="393304" y="316393"/>
                  </a:cubicBezTo>
                  <a:cubicBezTo>
                    <a:pt x="393058" y="316884"/>
                    <a:pt x="392813" y="317375"/>
                    <a:pt x="392560" y="317881"/>
                  </a:cubicBezTo>
                  <a:cubicBezTo>
                    <a:pt x="391816" y="319369"/>
                    <a:pt x="391816" y="319369"/>
                    <a:pt x="390327" y="320114"/>
                  </a:cubicBezTo>
                  <a:cubicBezTo>
                    <a:pt x="390128" y="320789"/>
                    <a:pt x="389928" y="321464"/>
                    <a:pt x="389723" y="322160"/>
                  </a:cubicBezTo>
                  <a:cubicBezTo>
                    <a:pt x="388676" y="325026"/>
                    <a:pt x="387338" y="326234"/>
                    <a:pt x="385118" y="328299"/>
                  </a:cubicBezTo>
                  <a:cubicBezTo>
                    <a:pt x="382255" y="331025"/>
                    <a:pt x="382255" y="331025"/>
                    <a:pt x="381165" y="334703"/>
                  </a:cubicBezTo>
                  <a:cubicBezTo>
                    <a:pt x="381165" y="336552"/>
                    <a:pt x="381234" y="338364"/>
                    <a:pt x="381398" y="340205"/>
                  </a:cubicBezTo>
                  <a:cubicBezTo>
                    <a:pt x="382134" y="340205"/>
                    <a:pt x="382871" y="340205"/>
                    <a:pt x="383630" y="340205"/>
                  </a:cubicBezTo>
                  <a:cubicBezTo>
                    <a:pt x="383751" y="341732"/>
                    <a:pt x="383872" y="343258"/>
                    <a:pt x="383994" y="344784"/>
                  </a:cubicBezTo>
                  <a:cubicBezTo>
                    <a:pt x="384119" y="345237"/>
                    <a:pt x="384245" y="345691"/>
                    <a:pt x="384374" y="346159"/>
                  </a:cubicBezTo>
                  <a:cubicBezTo>
                    <a:pt x="385111" y="346404"/>
                    <a:pt x="385848" y="346650"/>
                    <a:pt x="386607" y="346903"/>
                  </a:cubicBezTo>
                  <a:cubicBezTo>
                    <a:pt x="386607" y="348887"/>
                    <a:pt x="386607" y="350871"/>
                    <a:pt x="386607" y="352856"/>
                  </a:cubicBezTo>
                  <a:cubicBezTo>
                    <a:pt x="387343" y="353101"/>
                    <a:pt x="388080" y="353347"/>
                    <a:pt x="388839" y="353600"/>
                  </a:cubicBezTo>
                  <a:cubicBezTo>
                    <a:pt x="389087" y="355088"/>
                    <a:pt x="389335" y="356577"/>
                    <a:pt x="389583" y="358065"/>
                  </a:cubicBezTo>
                  <a:cubicBezTo>
                    <a:pt x="390320" y="358310"/>
                    <a:pt x="391057" y="358556"/>
                    <a:pt x="391816" y="358809"/>
                  </a:cubicBezTo>
                  <a:cubicBezTo>
                    <a:pt x="392064" y="360049"/>
                    <a:pt x="392312" y="361289"/>
                    <a:pt x="392560" y="362530"/>
                  </a:cubicBezTo>
                  <a:cubicBezTo>
                    <a:pt x="393297" y="362775"/>
                    <a:pt x="394033" y="363021"/>
                    <a:pt x="394792" y="363274"/>
                  </a:cubicBezTo>
                  <a:cubicBezTo>
                    <a:pt x="395045" y="364761"/>
                    <a:pt x="395293" y="366250"/>
                    <a:pt x="395536" y="367739"/>
                  </a:cubicBezTo>
                  <a:cubicBezTo>
                    <a:pt x="396273" y="368230"/>
                    <a:pt x="397010" y="368721"/>
                    <a:pt x="397769" y="369227"/>
                  </a:cubicBezTo>
                  <a:cubicBezTo>
                    <a:pt x="397908" y="371552"/>
                    <a:pt x="397908" y="371552"/>
                    <a:pt x="397769" y="373692"/>
                  </a:cubicBezTo>
                  <a:cubicBezTo>
                    <a:pt x="398506" y="373692"/>
                    <a:pt x="399242" y="373692"/>
                    <a:pt x="400001" y="373692"/>
                  </a:cubicBezTo>
                  <a:cubicBezTo>
                    <a:pt x="400535" y="374916"/>
                    <a:pt x="401031" y="376158"/>
                    <a:pt x="401490" y="377412"/>
                  </a:cubicBezTo>
                  <a:cubicBezTo>
                    <a:pt x="401981" y="377658"/>
                    <a:pt x="402472" y="377904"/>
                    <a:pt x="402978" y="378157"/>
                  </a:cubicBezTo>
                  <a:cubicBezTo>
                    <a:pt x="403474" y="379645"/>
                    <a:pt x="403970" y="381133"/>
                    <a:pt x="404466" y="382621"/>
                  </a:cubicBezTo>
                  <a:cubicBezTo>
                    <a:pt x="404957" y="382867"/>
                    <a:pt x="405448" y="383113"/>
                    <a:pt x="405954" y="383366"/>
                  </a:cubicBezTo>
                  <a:cubicBezTo>
                    <a:pt x="406047" y="385272"/>
                    <a:pt x="406047" y="385272"/>
                    <a:pt x="405954" y="387086"/>
                  </a:cubicBezTo>
                  <a:cubicBezTo>
                    <a:pt x="406691" y="387086"/>
                    <a:pt x="407428" y="387086"/>
                    <a:pt x="408187" y="387086"/>
                  </a:cubicBezTo>
                  <a:cubicBezTo>
                    <a:pt x="408125" y="387670"/>
                    <a:pt x="408064" y="388253"/>
                    <a:pt x="408001" y="388854"/>
                  </a:cubicBezTo>
                  <a:cubicBezTo>
                    <a:pt x="408062" y="389498"/>
                    <a:pt x="408124" y="390143"/>
                    <a:pt x="408187" y="390807"/>
                  </a:cubicBezTo>
                  <a:cubicBezTo>
                    <a:pt x="409650" y="391663"/>
                    <a:pt x="409650" y="391663"/>
                    <a:pt x="411163" y="392295"/>
                  </a:cubicBezTo>
                  <a:cubicBezTo>
                    <a:pt x="411163" y="393032"/>
                    <a:pt x="411163" y="393769"/>
                    <a:pt x="411163" y="394528"/>
                  </a:cubicBezTo>
                  <a:cubicBezTo>
                    <a:pt x="411900" y="394773"/>
                    <a:pt x="412637" y="395019"/>
                    <a:pt x="413396" y="395272"/>
                  </a:cubicBezTo>
                  <a:cubicBezTo>
                    <a:pt x="413665" y="396259"/>
                    <a:pt x="413915" y="397251"/>
                    <a:pt x="414140" y="398248"/>
                  </a:cubicBezTo>
                  <a:cubicBezTo>
                    <a:pt x="414631" y="398248"/>
                    <a:pt x="415122" y="398248"/>
                    <a:pt x="415628" y="398248"/>
                  </a:cubicBezTo>
                  <a:cubicBezTo>
                    <a:pt x="416914" y="399740"/>
                    <a:pt x="418114" y="401239"/>
                    <a:pt x="419302" y="402806"/>
                  </a:cubicBezTo>
                  <a:cubicBezTo>
                    <a:pt x="420039" y="403760"/>
                    <a:pt x="420775" y="404713"/>
                    <a:pt x="421512" y="405667"/>
                  </a:cubicBezTo>
                  <a:cubicBezTo>
                    <a:pt x="421891" y="406161"/>
                    <a:pt x="422269" y="406655"/>
                    <a:pt x="422660" y="407164"/>
                  </a:cubicBezTo>
                  <a:cubicBezTo>
                    <a:pt x="424504" y="409566"/>
                    <a:pt x="426367" y="411954"/>
                    <a:pt x="428232" y="414340"/>
                  </a:cubicBezTo>
                  <a:cubicBezTo>
                    <a:pt x="428565" y="414771"/>
                    <a:pt x="428899" y="415202"/>
                    <a:pt x="429242" y="415646"/>
                  </a:cubicBezTo>
                  <a:cubicBezTo>
                    <a:pt x="430644" y="417443"/>
                    <a:pt x="432048" y="419132"/>
                    <a:pt x="433677" y="420730"/>
                  </a:cubicBezTo>
                  <a:cubicBezTo>
                    <a:pt x="434976" y="422061"/>
                    <a:pt x="434976" y="422061"/>
                    <a:pt x="435720" y="424293"/>
                  </a:cubicBezTo>
                  <a:cubicBezTo>
                    <a:pt x="436457" y="424539"/>
                    <a:pt x="437193" y="424784"/>
                    <a:pt x="437952" y="425037"/>
                  </a:cubicBezTo>
                  <a:cubicBezTo>
                    <a:pt x="438200" y="426030"/>
                    <a:pt x="438449" y="427022"/>
                    <a:pt x="438697" y="428014"/>
                  </a:cubicBezTo>
                  <a:cubicBezTo>
                    <a:pt x="439433" y="428260"/>
                    <a:pt x="440170" y="428505"/>
                    <a:pt x="440929" y="428758"/>
                  </a:cubicBezTo>
                  <a:cubicBezTo>
                    <a:pt x="441175" y="429495"/>
                    <a:pt x="441420" y="430232"/>
                    <a:pt x="441673" y="430991"/>
                  </a:cubicBezTo>
                  <a:cubicBezTo>
                    <a:pt x="442410" y="431236"/>
                    <a:pt x="443147" y="431482"/>
                    <a:pt x="443906" y="431735"/>
                  </a:cubicBezTo>
                  <a:cubicBezTo>
                    <a:pt x="444151" y="432471"/>
                    <a:pt x="444397" y="433208"/>
                    <a:pt x="444650" y="433967"/>
                  </a:cubicBezTo>
                  <a:cubicBezTo>
                    <a:pt x="445079" y="434182"/>
                    <a:pt x="445509" y="434397"/>
                    <a:pt x="445952" y="434618"/>
                  </a:cubicBezTo>
                  <a:cubicBezTo>
                    <a:pt x="448974" y="436129"/>
                    <a:pt x="451025" y="438212"/>
                    <a:pt x="452091" y="441409"/>
                  </a:cubicBezTo>
                  <a:cubicBezTo>
                    <a:pt x="452828" y="441654"/>
                    <a:pt x="453565" y="441900"/>
                    <a:pt x="454324" y="442153"/>
                  </a:cubicBezTo>
                  <a:cubicBezTo>
                    <a:pt x="454431" y="442659"/>
                    <a:pt x="454538" y="443166"/>
                    <a:pt x="454649" y="443687"/>
                  </a:cubicBezTo>
                  <a:cubicBezTo>
                    <a:pt x="454787" y="444163"/>
                    <a:pt x="454925" y="444639"/>
                    <a:pt x="455068" y="445129"/>
                  </a:cubicBezTo>
                  <a:cubicBezTo>
                    <a:pt x="456050" y="445129"/>
                    <a:pt x="457032" y="445129"/>
                    <a:pt x="458044" y="445129"/>
                  </a:cubicBezTo>
                  <a:cubicBezTo>
                    <a:pt x="458290" y="445866"/>
                    <a:pt x="458535" y="446603"/>
                    <a:pt x="458788" y="447362"/>
                  </a:cubicBezTo>
                  <a:cubicBezTo>
                    <a:pt x="459418" y="447730"/>
                    <a:pt x="460047" y="448098"/>
                    <a:pt x="460695" y="448478"/>
                  </a:cubicBezTo>
                  <a:cubicBezTo>
                    <a:pt x="461294" y="448846"/>
                    <a:pt x="461892" y="449215"/>
                    <a:pt x="462509" y="449594"/>
                  </a:cubicBezTo>
                  <a:cubicBezTo>
                    <a:pt x="462509" y="450331"/>
                    <a:pt x="462509" y="451067"/>
                    <a:pt x="462509" y="451827"/>
                  </a:cubicBezTo>
                  <a:cubicBezTo>
                    <a:pt x="463737" y="451827"/>
                    <a:pt x="464965" y="451827"/>
                    <a:pt x="466230" y="451827"/>
                  </a:cubicBezTo>
                  <a:cubicBezTo>
                    <a:pt x="466230" y="455264"/>
                    <a:pt x="466230" y="458702"/>
                    <a:pt x="466230" y="462244"/>
                  </a:cubicBezTo>
                  <a:cubicBezTo>
                    <a:pt x="465002" y="462244"/>
                    <a:pt x="463774" y="462244"/>
                    <a:pt x="462509" y="462244"/>
                  </a:cubicBezTo>
                  <a:cubicBezTo>
                    <a:pt x="462509" y="463227"/>
                    <a:pt x="462509" y="464209"/>
                    <a:pt x="462509" y="465221"/>
                  </a:cubicBezTo>
                  <a:cubicBezTo>
                    <a:pt x="461772" y="465467"/>
                    <a:pt x="461036" y="465712"/>
                    <a:pt x="460277" y="465965"/>
                  </a:cubicBezTo>
                  <a:cubicBezTo>
                    <a:pt x="459260" y="467048"/>
                    <a:pt x="459260" y="467048"/>
                    <a:pt x="458347" y="468401"/>
                  </a:cubicBezTo>
                  <a:cubicBezTo>
                    <a:pt x="457995" y="468892"/>
                    <a:pt x="457642" y="469383"/>
                    <a:pt x="457280" y="469889"/>
                  </a:cubicBezTo>
                  <a:cubicBezTo>
                    <a:pt x="456918" y="470405"/>
                    <a:pt x="456556" y="470921"/>
                    <a:pt x="456184" y="471453"/>
                  </a:cubicBezTo>
                  <a:cubicBezTo>
                    <a:pt x="455465" y="472468"/>
                    <a:pt x="454744" y="473482"/>
                    <a:pt x="454021" y="474494"/>
                  </a:cubicBezTo>
                  <a:cubicBezTo>
                    <a:pt x="453704" y="474945"/>
                    <a:pt x="453387" y="475396"/>
                    <a:pt x="453061" y="475861"/>
                  </a:cubicBezTo>
                  <a:cubicBezTo>
                    <a:pt x="452091" y="477127"/>
                    <a:pt x="452091" y="477127"/>
                    <a:pt x="450901" y="478269"/>
                  </a:cubicBezTo>
                  <a:cubicBezTo>
                    <a:pt x="449667" y="479405"/>
                    <a:pt x="449667" y="479405"/>
                    <a:pt x="449115" y="481592"/>
                  </a:cubicBezTo>
                  <a:cubicBezTo>
                    <a:pt x="448378" y="482083"/>
                    <a:pt x="447641" y="482574"/>
                    <a:pt x="446882" y="483080"/>
                  </a:cubicBezTo>
                  <a:cubicBezTo>
                    <a:pt x="446759" y="483602"/>
                    <a:pt x="446637" y="484124"/>
                    <a:pt x="446510" y="484662"/>
                  </a:cubicBezTo>
                  <a:cubicBezTo>
                    <a:pt x="446387" y="485122"/>
                    <a:pt x="446265" y="485583"/>
                    <a:pt x="446138" y="486057"/>
                  </a:cubicBezTo>
                  <a:cubicBezTo>
                    <a:pt x="445401" y="486057"/>
                    <a:pt x="444665" y="486057"/>
                    <a:pt x="443906" y="486057"/>
                  </a:cubicBezTo>
                  <a:cubicBezTo>
                    <a:pt x="443975" y="487139"/>
                    <a:pt x="443975" y="487139"/>
                    <a:pt x="444045" y="488243"/>
                  </a:cubicBezTo>
                  <a:cubicBezTo>
                    <a:pt x="443999" y="488995"/>
                    <a:pt x="443953" y="489747"/>
                    <a:pt x="443906" y="490522"/>
                  </a:cubicBezTo>
                  <a:cubicBezTo>
                    <a:pt x="443169" y="490767"/>
                    <a:pt x="442432" y="491013"/>
                    <a:pt x="441673" y="491266"/>
                  </a:cubicBezTo>
                  <a:cubicBezTo>
                    <a:pt x="441395" y="492749"/>
                    <a:pt x="441147" y="494238"/>
                    <a:pt x="440929" y="495731"/>
                  </a:cubicBezTo>
                  <a:cubicBezTo>
                    <a:pt x="440438" y="495976"/>
                    <a:pt x="439947" y="496222"/>
                    <a:pt x="439441" y="496475"/>
                  </a:cubicBezTo>
                  <a:cubicBezTo>
                    <a:pt x="438935" y="497960"/>
                    <a:pt x="438439" y="499449"/>
                    <a:pt x="437952" y="500940"/>
                  </a:cubicBezTo>
                  <a:cubicBezTo>
                    <a:pt x="437461" y="501431"/>
                    <a:pt x="436970" y="501922"/>
                    <a:pt x="436464" y="502428"/>
                  </a:cubicBezTo>
                  <a:cubicBezTo>
                    <a:pt x="436214" y="503950"/>
                    <a:pt x="436136" y="505446"/>
                    <a:pt x="436048" y="506986"/>
                  </a:cubicBezTo>
                  <a:cubicBezTo>
                    <a:pt x="435720" y="508381"/>
                    <a:pt x="435720" y="508381"/>
                    <a:pt x="433488" y="509869"/>
                  </a:cubicBezTo>
                  <a:cubicBezTo>
                    <a:pt x="433426" y="510514"/>
                    <a:pt x="433365" y="511159"/>
                    <a:pt x="433302" y="511823"/>
                  </a:cubicBezTo>
                  <a:cubicBezTo>
                    <a:pt x="433117" y="512406"/>
                    <a:pt x="432933" y="512989"/>
                    <a:pt x="432743" y="513590"/>
                  </a:cubicBezTo>
                  <a:cubicBezTo>
                    <a:pt x="430139" y="514009"/>
                    <a:pt x="430139" y="514009"/>
                    <a:pt x="427534" y="513590"/>
                  </a:cubicBezTo>
                  <a:cubicBezTo>
                    <a:pt x="426976" y="512148"/>
                    <a:pt x="426976" y="512148"/>
                    <a:pt x="426790" y="510614"/>
                  </a:cubicBezTo>
                  <a:cubicBezTo>
                    <a:pt x="426054" y="510368"/>
                    <a:pt x="425317" y="510122"/>
                    <a:pt x="424558" y="509869"/>
                  </a:cubicBezTo>
                  <a:cubicBezTo>
                    <a:pt x="422068" y="507676"/>
                    <a:pt x="420883" y="506331"/>
                    <a:pt x="420093" y="503172"/>
                  </a:cubicBezTo>
                  <a:cubicBezTo>
                    <a:pt x="419587" y="503049"/>
                    <a:pt x="419080" y="502927"/>
                    <a:pt x="418558" y="502800"/>
                  </a:cubicBezTo>
                  <a:cubicBezTo>
                    <a:pt x="418083" y="502677"/>
                    <a:pt x="417607" y="502555"/>
                    <a:pt x="417117" y="502428"/>
                  </a:cubicBezTo>
                  <a:cubicBezTo>
                    <a:pt x="417117" y="501446"/>
                    <a:pt x="417117" y="500464"/>
                    <a:pt x="417117" y="499452"/>
                  </a:cubicBezTo>
                  <a:cubicBezTo>
                    <a:pt x="416134" y="499452"/>
                    <a:pt x="415152" y="499452"/>
                    <a:pt x="414140" y="499452"/>
                  </a:cubicBezTo>
                  <a:cubicBezTo>
                    <a:pt x="414140" y="498469"/>
                    <a:pt x="414140" y="497487"/>
                    <a:pt x="414140" y="496475"/>
                  </a:cubicBezTo>
                  <a:cubicBezTo>
                    <a:pt x="413158" y="496475"/>
                    <a:pt x="412175" y="496475"/>
                    <a:pt x="411163" y="496475"/>
                  </a:cubicBezTo>
                  <a:cubicBezTo>
                    <a:pt x="411163" y="495493"/>
                    <a:pt x="411163" y="494510"/>
                    <a:pt x="411163" y="493498"/>
                  </a:cubicBezTo>
                  <a:cubicBezTo>
                    <a:pt x="410173" y="493242"/>
                    <a:pt x="409181" y="492996"/>
                    <a:pt x="408187" y="492754"/>
                  </a:cubicBezTo>
                  <a:cubicBezTo>
                    <a:pt x="405275" y="490102"/>
                    <a:pt x="402942" y="487156"/>
                    <a:pt x="400606" y="484011"/>
                  </a:cubicBezTo>
                  <a:cubicBezTo>
                    <a:pt x="398473" y="480870"/>
                    <a:pt x="398473" y="480870"/>
                    <a:pt x="395536" y="478616"/>
                  </a:cubicBezTo>
                  <a:cubicBezTo>
                    <a:pt x="395040" y="477623"/>
                    <a:pt x="394544" y="476631"/>
                    <a:pt x="394048" y="475639"/>
                  </a:cubicBezTo>
                  <a:cubicBezTo>
                    <a:pt x="393557" y="475393"/>
                    <a:pt x="393066" y="475148"/>
                    <a:pt x="392560" y="474895"/>
                  </a:cubicBezTo>
                  <a:cubicBezTo>
                    <a:pt x="392314" y="474158"/>
                    <a:pt x="392069" y="473421"/>
                    <a:pt x="391816" y="472662"/>
                  </a:cubicBezTo>
                  <a:cubicBezTo>
                    <a:pt x="391079" y="472171"/>
                    <a:pt x="390342" y="471680"/>
                    <a:pt x="389583" y="471174"/>
                  </a:cubicBezTo>
                  <a:cubicBezTo>
                    <a:pt x="389338" y="470437"/>
                    <a:pt x="389092" y="469701"/>
                    <a:pt x="388839" y="468942"/>
                  </a:cubicBezTo>
                  <a:cubicBezTo>
                    <a:pt x="388455" y="468558"/>
                    <a:pt x="388072" y="468174"/>
                    <a:pt x="387676" y="467779"/>
                  </a:cubicBezTo>
                  <a:cubicBezTo>
                    <a:pt x="386607" y="466709"/>
                    <a:pt x="386607" y="466709"/>
                    <a:pt x="386607" y="465221"/>
                  </a:cubicBezTo>
                  <a:cubicBezTo>
                    <a:pt x="385870" y="464975"/>
                    <a:pt x="385133" y="464730"/>
                    <a:pt x="384374" y="464477"/>
                  </a:cubicBezTo>
                  <a:cubicBezTo>
                    <a:pt x="383605" y="463252"/>
                    <a:pt x="382865" y="462009"/>
                    <a:pt x="382142" y="460756"/>
                  </a:cubicBezTo>
                  <a:cubicBezTo>
                    <a:pt x="380625" y="458778"/>
                    <a:pt x="379047" y="456869"/>
                    <a:pt x="377212" y="455175"/>
                  </a:cubicBezTo>
                  <a:cubicBezTo>
                    <a:pt x="375218" y="453000"/>
                    <a:pt x="374190" y="450252"/>
                    <a:pt x="373212" y="447501"/>
                  </a:cubicBezTo>
                  <a:cubicBezTo>
                    <a:pt x="372844" y="446695"/>
                    <a:pt x="372844" y="446695"/>
                    <a:pt x="372468" y="445873"/>
                  </a:cubicBezTo>
                  <a:cubicBezTo>
                    <a:pt x="371731" y="445628"/>
                    <a:pt x="370995" y="445382"/>
                    <a:pt x="370236" y="445129"/>
                  </a:cubicBezTo>
                  <a:cubicBezTo>
                    <a:pt x="369959" y="444145"/>
                    <a:pt x="369710" y="443152"/>
                    <a:pt x="369492" y="442153"/>
                  </a:cubicBezTo>
                  <a:cubicBezTo>
                    <a:pt x="369000" y="441907"/>
                    <a:pt x="368509" y="441662"/>
                    <a:pt x="368003" y="441409"/>
                  </a:cubicBezTo>
                  <a:cubicBezTo>
                    <a:pt x="367507" y="440168"/>
                    <a:pt x="367011" y="438928"/>
                    <a:pt x="366515" y="437688"/>
                  </a:cubicBezTo>
                  <a:cubicBezTo>
                    <a:pt x="366024" y="437442"/>
                    <a:pt x="365533" y="437197"/>
                    <a:pt x="365027" y="436944"/>
                  </a:cubicBezTo>
                  <a:cubicBezTo>
                    <a:pt x="364919" y="436207"/>
                    <a:pt x="364812" y="435470"/>
                    <a:pt x="364701" y="434711"/>
                  </a:cubicBezTo>
                  <a:cubicBezTo>
                    <a:pt x="364563" y="433975"/>
                    <a:pt x="364425" y="433238"/>
                    <a:pt x="364283" y="432479"/>
                  </a:cubicBezTo>
                  <a:cubicBezTo>
                    <a:pt x="363546" y="432233"/>
                    <a:pt x="362809" y="431988"/>
                    <a:pt x="362050" y="431735"/>
                  </a:cubicBezTo>
                  <a:cubicBezTo>
                    <a:pt x="362050" y="430494"/>
                    <a:pt x="362050" y="429254"/>
                    <a:pt x="362050" y="428014"/>
                  </a:cubicBezTo>
                  <a:cubicBezTo>
                    <a:pt x="361313" y="427768"/>
                    <a:pt x="360577" y="427523"/>
                    <a:pt x="359818" y="427270"/>
                  </a:cubicBezTo>
                  <a:cubicBezTo>
                    <a:pt x="359695" y="426641"/>
                    <a:pt x="359572" y="426011"/>
                    <a:pt x="359446" y="425363"/>
                  </a:cubicBezTo>
                  <a:cubicBezTo>
                    <a:pt x="359323" y="424764"/>
                    <a:pt x="359200" y="424166"/>
                    <a:pt x="359074" y="423549"/>
                  </a:cubicBezTo>
                  <a:cubicBezTo>
                    <a:pt x="358337" y="423549"/>
                    <a:pt x="357600" y="423549"/>
                    <a:pt x="356841" y="423549"/>
                  </a:cubicBezTo>
                  <a:cubicBezTo>
                    <a:pt x="356596" y="422076"/>
                    <a:pt x="356350" y="420602"/>
                    <a:pt x="356097" y="419084"/>
                  </a:cubicBezTo>
                  <a:cubicBezTo>
                    <a:pt x="355360" y="419084"/>
                    <a:pt x="354624" y="419084"/>
                    <a:pt x="353865" y="419084"/>
                  </a:cubicBezTo>
                  <a:cubicBezTo>
                    <a:pt x="353788" y="418271"/>
                    <a:pt x="353711" y="417457"/>
                    <a:pt x="353632" y="416619"/>
                  </a:cubicBezTo>
                  <a:cubicBezTo>
                    <a:pt x="353117" y="413858"/>
                    <a:pt x="352918" y="413335"/>
                    <a:pt x="350888" y="411643"/>
                  </a:cubicBezTo>
                  <a:cubicBezTo>
                    <a:pt x="350642" y="410906"/>
                    <a:pt x="350397" y="410170"/>
                    <a:pt x="350144" y="409410"/>
                  </a:cubicBezTo>
                  <a:cubicBezTo>
                    <a:pt x="349653" y="409165"/>
                    <a:pt x="349162" y="408919"/>
                    <a:pt x="348656" y="408666"/>
                  </a:cubicBezTo>
                  <a:cubicBezTo>
                    <a:pt x="348159" y="406930"/>
                    <a:pt x="347663" y="405194"/>
                    <a:pt x="347167" y="403457"/>
                  </a:cubicBezTo>
                  <a:cubicBezTo>
                    <a:pt x="346676" y="403212"/>
                    <a:pt x="346185" y="402966"/>
                    <a:pt x="345679" y="402713"/>
                  </a:cubicBezTo>
                  <a:cubicBezTo>
                    <a:pt x="345422" y="400978"/>
                    <a:pt x="345175" y="399242"/>
                    <a:pt x="344935" y="397504"/>
                  </a:cubicBezTo>
                  <a:cubicBezTo>
                    <a:pt x="344444" y="396768"/>
                    <a:pt x="343953" y="396031"/>
                    <a:pt x="343447" y="395272"/>
                  </a:cubicBezTo>
                  <a:cubicBezTo>
                    <a:pt x="343443" y="396134"/>
                    <a:pt x="343443" y="396134"/>
                    <a:pt x="343439" y="397013"/>
                  </a:cubicBezTo>
                  <a:cubicBezTo>
                    <a:pt x="343379" y="410973"/>
                    <a:pt x="343310" y="424934"/>
                    <a:pt x="343233" y="438894"/>
                  </a:cubicBezTo>
                  <a:cubicBezTo>
                    <a:pt x="343195" y="445645"/>
                    <a:pt x="343161" y="452396"/>
                    <a:pt x="343133" y="459147"/>
                  </a:cubicBezTo>
                  <a:cubicBezTo>
                    <a:pt x="343108" y="465029"/>
                    <a:pt x="343079" y="470911"/>
                    <a:pt x="343043" y="476793"/>
                  </a:cubicBezTo>
                  <a:cubicBezTo>
                    <a:pt x="343024" y="479910"/>
                    <a:pt x="343008" y="483026"/>
                    <a:pt x="342998" y="486142"/>
                  </a:cubicBezTo>
                  <a:cubicBezTo>
                    <a:pt x="342988" y="489072"/>
                    <a:pt x="342972" y="492002"/>
                    <a:pt x="342950" y="494932"/>
                  </a:cubicBezTo>
                  <a:cubicBezTo>
                    <a:pt x="342943" y="496011"/>
                    <a:pt x="342939" y="497089"/>
                    <a:pt x="342937" y="498167"/>
                  </a:cubicBezTo>
                  <a:cubicBezTo>
                    <a:pt x="342935" y="499634"/>
                    <a:pt x="342923" y="501100"/>
                    <a:pt x="342910" y="502566"/>
                  </a:cubicBezTo>
                  <a:cubicBezTo>
                    <a:pt x="342906" y="503388"/>
                    <a:pt x="342901" y="504211"/>
                    <a:pt x="342897" y="505058"/>
                  </a:cubicBezTo>
                  <a:cubicBezTo>
                    <a:pt x="342833" y="505664"/>
                    <a:pt x="342769" y="506269"/>
                    <a:pt x="342702" y="506893"/>
                  </a:cubicBezTo>
                  <a:cubicBezTo>
                    <a:pt x="342211" y="507138"/>
                    <a:pt x="341720" y="507384"/>
                    <a:pt x="341214" y="507637"/>
                  </a:cubicBezTo>
                  <a:cubicBezTo>
                    <a:pt x="340613" y="510162"/>
                    <a:pt x="340480" y="512293"/>
                    <a:pt x="340610" y="514892"/>
                  </a:cubicBezTo>
                  <a:cubicBezTo>
                    <a:pt x="340564" y="515691"/>
                    <a:pt x="340517" y="516489"/>
                    <a:pt x="340470" y="517311"/>
                  </a:cubicBezTo>
                  <a:cubicBezTo>
                    <a:pt x="339980" y="517535"/>
                    <a:pt x="339490" y="517760"/>
                    <a:pt x="338985" y="517991"/>
                  </a:cubicBezTo>
                  <a:cubicBezTo>
                    <a:pt x="338493" y="518258"/>
                    <a:pt x="338000" y="518524"/>
                    <a:pt x="337493" y="518799"/>
                  </a:cubicBezTo>
                  <a:cubicBezTo>
                    <a:pt x="337133" y="520438"/>
                    <a:pt x="337133" y="520438"/>
                    <a:pt x="337307" y="522241"/>
                  </a:cubicBezTo>
                  <a:cubicBezTo>
                    <a:pt x="337334" y="522849"/>
                    <a:pt x="337361" y="523457"/>
                    <a:pt x="337389" y="524084"/>
                  </a:cubicBezTo>
                  <a:cubicBezTo>
                    <a:pt x="337423" y="524550"/>
                    <a:pt x="337458" y="525016"/>
                    <a:pt x="337493" y="525496"/>
                  </a:cubicBezTo>
                  <a:cubicBezTo>
                    <a:pt x="336757" y="525496"/>
                    <a:pt x="336020" y="525496"/>
                    <a:pt x="335261" y="525496"/>
                  </a:cubicBezTo>
                  <a:cubicBezTo>
                    <a:pt x="335184" y="526202"/>
                    <a:pt x="335108" y="526908"/>
                    <a:pt x="335029" y="527636"/>
                  </a:cubicBezTo>
                  <a:cubicBezTo>
                    <a:pt x="334517" y="529961"/>
                    <a:pt x="334517" y="529961"/>
                    <a:pt x="332284" y="531450"/>
                  </a:cubicBezTo>
                  <a:cubicBezTo>
                    <a:pt x="332039" y="532186"/>
                    <a:pt x="331793" y="532923"/>
                    <a:pt x="331540" y="533682"/>
                  </a:cubicBezTo>
                  <a:cubicBezTo>
                    <a:pt x="330804" y="533682"/>
                    <a:pt x="330067" y="533682"/>
                    <a:pt x="329308" y="533682"/>
                  </a:cubicBezTo>
                  <a:cubicBezTo>
                    <a:pt x="329308" y="534910"/>
                    <a:pt x="329308" y="536138"/>
                    <a:pt x="329308" y="537403"/>
                  </a:cubicBezTo>
                  <a:cubicBezTo>
                    <a:pt x="328326" y="537403"/>
                    <a:pt x="327343" y="537403"/>
                    <a:pt x="326331" y="537403"/>
                  </a:cubicBezTo>
                  <a:cubicBezTo>
                    <a:pt x="326331" y="538385"/>
                    <a:pt x="326331" y="539367"/>
                    <a:pt x="326331" y="540379"/>
                  </a:cubicBezTo>
                  <a:cubicBezTo>
                    <a:pt x="325091" y="540627"/>
                    <a:pt x="323851" y="540875"/>
                    <a:pt x="322611" y="541123"/>
                  </a:cubicBezTo>
                  <a:cubicBezTo>
                    <a:pt x="322611" y="542106"/>
                    <a:pt x="322611" y="543088"/>
                    <a:pt x="322611" y="544100"/>
                  </a:cubicBezTo>
                  <a:cubicBezTo>
                    <a:pt x="321372" y="544354"/>
                    <a:pt x="320131" y="544602"/>
                    <a:pt x="318890" y="544844"/>
                  </a:cubicBezTo>
                  <a:cubicBezTo>
                    <a:pt x="318798" y="545351"/>
                    <a:pt x="318706" y="545857"/>
                    <a:pt x="318611" y="546379"/>
                  </a:cubicBezTo>
                  <a:cubicBezTo>
                    <a:pt x="318381" y="547093"/>
                    <a:pt x="318381" y="547093"/>
                    <a:pt x="318146" y="547821"/>
                  </a:cubicBezTo>
                  <a:cubicBezTo>
                    <a:pt x="316409" y="547821"/>
                    <a:pt x="314673" y="547821"/>
                    <a:pt x="312937" y="547821"/>
                  </a:cubicBezTo>
                  <a:cubicBezTo>
                    <a:pt x="312845" y="548313"/>
                    <a:pt x="312753" y="548805"/>
                    <a:pt x="312658" y="549312"/>
                  </a:cubicBezTo>
                  <a:cubicBezTo>
                    <a:pt x="312428" y="550047"/>
                    <a:pt x="312428" y="550047"/>
                    <a:pt x="312193" y="550797"/>
                  </a:cubicBezTo>
                  <a:cubicBezTo>
                    <a:pt x="310026" y="550986"/>
                    <a:pt x="308007" y="550742"/>
                    <a:pt x="305844" y="550539"/>
                  </a:cubicBezTo>
                  <a:cubicBezTo>
                    <a:pt x="304935" y="550667"/>
                    <a:pt x="304935" y="550667"/>
                    <a:pt x="304007" y="550797"/>
                  </a:cubicBezTo>
                  <a:cubicBezTo>
                    <a:pt x="303915" y="551403"/>
                    <a:pt x="303823" y="552008"/>
                    <a:pt x="303728" y="552631"/>
                  </a:cubicBezTo>
                  <a:cubicBezTo>
                    <a:pt x="303575" y="553254"/>
                    <a:pt x="303421" y="553877"/>
                    <a:pt x="303263" y="554518"/>
                  </a:cubicBezTo>
                  <a:cubicBezTo>
                    <a:pt x="301273" y="554876"/>
                    <a:pt x="299675" y="555005"/>
                    <a:pt x="297682" y="554983"/>
                  </a:cubicBezTo>
                  <a:cubicBezTo>
                    <a:pt x="295782" y="554983"/>
                    <a:pt x="294000" y="555071"/>
                    <a:pt x="292101" y="555262"/>
                  </a:cubicBezTo>
                  <a:cubicBezTo>
                    <a:pt x="291855" y="555999"/>
                    <a:pt x="291610" y="556735"/>
                    <a:pt x="291357" y="557494"/>
                  </a:cubicBezTo>
                  <a:cubicBezTo>
                    <a:pt x="289290" y="557763"/>
                    <a:pt x="289290" y="557763"/>
                    <a:pt x="286491" y="557748"/>
                  </a:cubicBezTo>
                  <a:cubicBezTo>
                    <a:pt x="285728" y="557748"/>
                    <a:pt x="285728" y="557748"/>
                    <a:pt x="284951" y="557749"/>
                  </a:cubicBezTo>
                  <a:cubicBezTo>
                    <a:pt x="283263" y="557747"/>
                    <a:pt x="281577" y="557730"/>
                    <a:pt x="279889" y="557712"/>
                  </a:cubicBezTo>
                  <a:cubicBezTo>
                    <a:pt x="278723" y="557708"/>
                    <a:pt x="277556" y="557705"/>
                    <a:pt x="276389" y="557703"/>
                  </a:cubicBezTo>
                  <a:cubicBezTo>
                    <a:pt x="273312" y="557694"/>
                    <a:pt x="270236" y="557672"/>
                    <a:pt x="267159" y="557648"/>
                  </a:cubicBezTo>
                  <a:cubicBezTo>
                    <a:pt x="264022" y="557625"/>
                    <a:pt x="260884" y="557615"/>
                    <a:pt x="257747" y="557603"/>
                  </a:cubicBezTo>
                  <a:cubicBezTo>
                    <a:pt x="251587" y="557579"/>
                    <a:pt x="245427" y="557541"/>
                    <a:pt x="239267" y="557494"/>
                  </a:cubicBezTo>
                  <a:cubicBezTo>
                    <a:pt x="239251" y="556864"/>
                    <a:pt x="239251" y="556864"/>
                    <a:pt x="239234" y="556220"/>
                  </a:cubicBezTo>
                  <a:cubicBezTo>
                    <a:pt x="239179" y="554319"/>
                    <a:pt x="239107" y="552419"/>
                    <a:pt x="239034" y="550518"/>
                  </a:cubicBezTo>
                  <a:cubicBezTo>
                    <a:pt x="239018" y="549856"/>
                    <a:pt x="239001" y="549194"/>
                    <a:pt x="238983" y="548512"/>
                  </a:cubicBezTo>
                  <a:cubicBezTo>
                    <a:pt x="238944" y="547563"/>
                    <a:pt x="238944" y="547563"/>
                    <a:pt x="238904" y="546594"/>
                  </a:cubicBezTo>
                  <a:cubicBezTo>
                    <a:pt x="238884" y="546009"/>
                    <a:pt x="238865" y="545425"/>
                    <a:pt x="238845" y="544823"/>
                  </a:cubicBezTo>
                  <a:cubicBezTo>
                    <a:pt x="238635" y="543058"/>
                    <a:pt x="238635" y="543058"/>
                    <a:pt x="236290" y="541868"/>
                  </a:cubicBezTo>
                  <a:cubicBezTo>
                    <a:pt x="236005" y="539926"/>
                    <a:pt x="235842" y="538143"/>
                    <a:pt x="235779" y="536193"/>
                  </a:cubicBezTo>
                  <a:cubicBezTo>
                    <a:pt x="235753" y="535668"/>
                    <a:pt x="235728" y="535142"/>
                    <a:pt x="235702" y="534601"/>
                  </a:cubicBezTo>
                  <a:cubicBezTo>
                    <a:pt x="235640" y="533303"/>
                    <a:pt x="235592" y="532004"/>
                    <a:pt x="235546" y="530705"/>
                  </a:cubicBezTo>
                  <a:cubicBezTo>
                    <a:pt x="234809" y="530705"/>
                    <a:pt x="234073" y="530705"/>
                    <a:pt x="233314" y="530705"/>
                  </a:cubicBezTo>
                  <a:cubicBezTo>
                    <a:pt x="233277" y="530016"/>
                    <a:pt x="233241" y="529326"/>
                    <a:pt x="233203" y="528615"/>
                  </a:cubicBezTo>
                  <a:cubicBezTo>
                    <a:pt x="233120" y="527279"/>
                    <a:pt x="233120" y="527279"/>
                    <a:pt x="233035" y="525915"/>
                  </a:cubicBezTo>
                  <a:cubicBezTo>
                    <a:pt x="232983" y="525026"/>
                    <a:pt x="232931" y="524137"/>
                    <a:pt x="232878" y="523220"/>
                  </a:cubicBezTo>
                  <a:cubicBezTo>
                    <a:pt x="232776" y="522498"/>
                    <a:pt x="232674" y="521776"/>
                    <a:pt x="232570" y="521032"/>
                  </a:cubicBezTo>
                  <a:cubicBezTo>
                    <a:pt x="232078" y="520786"/>
                    <a:pt x="231587" y="520540"/>
                    <a:pt x="231081" y="520287"/>
                  </a:cubicBezTo>
                  <a:cubicBezTo>
                    <a:pt x="230818" y="518364"/>
                    <a:pt x="230751" y="516460"/>
                    <a:pt x="230666" y="514520"/>
                  </a:cubicBezTo>
                  <a:cubicBezTo>
                    <a:pt x="230557" y="513968"/>
                    <a:pt x="230449" y="513415"/>
                    <a:pt x="230337" y="512846"/>
                  </a:cubicBezTo>
                  <a:cubicBezTo>
                    <a:pt x="229601" y="512600"/>
                    <a:pt x="228864" y="512355"/>
                    <a:pt x="228105" y="512102"/>
                  </a:cubicBezTo>
                  <a:cubicBezTo>
                    <a:pt x="227724" y="510076"/>
                    <a:pt x="227724" y="510076"/>
                    <a:pt x="227593" y="507591"/>
                  </a:cubicBezTo>
                  <a:cubicBezTo>
                    <a:pt x="227544" y="506768"/>
                    <a:pt x="227495" y="505946"/>
                    <a:pt x="227445" y="505099"/>
                  </a:cubicBezTo>
                  <a:cubicBezTo>
                    <a:pt x="227417" y="504463"/>
                    <a:pt x="227389" y="503827"/>
                    <a:pt x="227361" y="503172"/>
                  </a:cubicBezTo>
                  <a:cubicBezTo>
                    <a:pt x="226624" y="503172"/>
                    <a:pt x="225887" y="503172"/>
                    <a:pt x="225128" y="503172"/>
                  </a:cubicBezTo>
                  <a:cubicBezTo>
                    <a:pt x="225092" y="502697"/>
                    <a:pt x="225055" y="502223"/>
                    <a:pt x="225018" y="501733"/>
                  </a:cubicBezTo>
                  <a:cubicBezTo>
                    <a:pt x="224934" y="500811"/>
                    <a:pt x="224934" y="500811"/>
                    <a:pt x="224849" y="499870"/>
                  </a:cubicBezTo>
                  <a:cubicBezTo>
                    <a:pt x="224797" y="499257"/>
                    <a:pt x="224746" y="498644"/>
                    <a:pt x="224692" y="498013"/>
                  </a:cubicBezTo>
                  <a:cubicBezTo>
                    <a:pt x="224591" y="497505"/>
                    <a:pt x="224489" y="496998"/>
                    <a:pt x="224384" y="496475"/>
                  </a:cubicBezTo>
                  <a:cubicBezTo>
                    <a:pt x="223893" y="496229"/>
                    <a:pt x="223402" y="495984"/>
                    <a:pt x="222896" y="495731"/>
                  </a:cubicBezTo>
                  <a:cubicBezTo>
                    <a:pt x="222750" y="493542"/>
                    <a:pt x="222750" y="493542"/>
                    <a:pt x="222803" y="490847"/>
                  </a:cubicBezTo>
                  <a:cubicBezTo>
                    <a:pt x="222816" y="489956"/>
                    <a:pt x="222830" y="489065"/>
                    <a:pt x="222843" y="488147"/>
                  </a:cubicBezTo>
                  <a:cubicBezTo>
                    <a:pt x="222861" y="487457"/>
                    <a:pt x="222878" y="486768"/>
                    <a:pt x="222896" y="486057"/>
                  </a:cubicBezTo>
                  <a:cubicBezTo>
                    <a:pt x="223620" y="486065"/>
                    <a:pt x="224344" y="486074"/>
                    <a:pt x="225089" y="486082"/>
                  </a:cubicBezTo>
                  <a:cubicBezTo>
                    <a:pt x="231900" y="486157"/>
                    <a:pt x="238711" y="486213"/>
                    <a:pt x="245522" y="486250"/>
                  </a:cubicBezTo>
                  <a:cubicBezTo>
                    <a:pt x="249024" y="486269"/>
                    <a:pt x="252526" y="486296"/>
                    <a:pt x="256028" y="486338"/>
                  </a:cubicBezTo>
                  <a:cubicBezTo>
                    <a:pt x="259405" y="486378"/>
                    <a:pt x="262782" y="486400"/>
                    <a:pt x="266160" y="486410"/>
                  </a:cubicBezTo>
                  <a:cubicBezTo>
                    <a:pt x="267451" y="486417"/>
                    <a:pt x="268742" y="486430"/>
                    <a:pt x="270032" y="486450"/>
                  </a:cubicBezTo>
                  <a:cubicBezTo>
                    <a:pt x="271836" y="486477"/>
                    <a:pt x="273638" y="486481"/>
                    <a:pt x="275442" y="486479"/>
                  </a:cubicBezTo>
                  <a:cubicBezTo>
                    <a:pt x="276248" y="486499"/>
                    <a:pt x="276248" y="486499"/>
                    <a:pt x="277070" y="486520"/>
                  </a:cubicBezTo>
                  <a:cubicBezTo>
                    <a:pt x="278717" y="486546"/>
                    <a:pt x="278717" y="486546"/>
                    <a:pt x="280939" y="486057"/>
                  </a:cubicBezTo>
                  <a:cubicBezTo>
                    <a:pt x="282290" y="483527"/>
                    <a:pt x="282612" y="481381"/>
                    <a:pt x="282606" y="478542"/>
                  </a:cubicBezTo>
                  <a:cubicBezTo>
                    <a:pt x="282608" y="477795"/>
                    <a:pt x="282610" y="477048"/>
                    <a:pt x="282612" y="476278"/>
                  </a:cubicBezTo>
                  <a:cubicBezTo>
                    <a:pt x="282607" y="475467"/>
                    <a:pt x="282602" y="474656"/>
                    <a:pt x="282596" y="473820"/>
                  </a:cubicBezTo>
                  <a:cubicBezTo>
                    <a:pt x="282596" y="472529"/>
                    <a:pt x="282596" y="472529"/>
                    <a:pt x="282597" y="471212"/>
                  </a:cubicBezTo>
                  <a:cubicBezTo>
                    <a:pt x="282596" y="468368"/>
                    <a:pt x="282584" y="465524"/>
                    <a:pt x="282572" y="462680"/>
                  </a:cubicBezTo>
                  <a:cubicBezTo>
                    <a:pt x="282570" y="460706"/>
                    <a:pt x="282567" y="458731"/>
                    <a:pt x="282566" y="456756"/>
                  </a:cubicBezTo>
                  <a:cubicBezTo>
                    <a:pt x="282561" y="452089"/>
                    <a:pt x="282549" y="447422"/>
                    <a:pt x="282534" y="442755"/>
                  </a:cubicBezTo>
                  <a:cubicBezTo>
                    <a:pt x="282518" y="437449"/>
                    <a:pt x="282509" y="432144"/>
                    <a:pt x="282502" y="426838"/>
                  </a:cubicBezTo>
                  <a:cubicBezTo>
                    <a:pt x="282487" y="416369"/>
                    <a:pt x="282463" y="405900"/>
                    <a:pt x="282431" y="395431"/>
                  </a:cubicBezTo>
                  <a:cubicBezTo>
                    <a:pt x="282428" y="394138"/>
                    <a:pt x="282427" y="392844"/>
                    <a:pt x="282427" y="391551"/>
                  </a:cubicBezTo>
                  <a:cubicBezTo>
                    <a:pt x="281967" y="392042"/>
                    <a:pt x="281506" y="392533"/>
                    <a:pt x="281032" y="393039"/>
                  </a:cubicBezTo>
                  <a:cubicBezTo>
                    <a:pt x="279450" y="394528"/>
                    <a:pt x="279450" y="394528"/>
                    <a:pt x="277962" y="394528"/>
                  </a:cubicBezTo>
                  <a:cubicBezTo>
                    <a:pt x="277855" y="395003"/>
                    <a:pt x="277747" y="395479"/>
                    <a:pt x="277637" y="395969"/>
                  </a:cubicBezTo>
                  <a:cubicBezTo>
                    <a:pt x="277499" y="396476"/>
                    <a:pt x="277360" y="396982"/>
                    <a:pt x="277218" y="397504"/>
                  </a:cubicBezTo>
                  <a:cubicBezTo>
                    <a:pt x="276481" y="397750"/>
                    <a:pt x="275745" y="397995"/>
                    <a:pt x="274986" y="398248"/>
                  </a:cubicBezTo>
                  <a:cubicBezTo>
                    <a:pt x="274717" y="399235"/>
                    <a:pt x="274467" y="400227"/>
                    <a:pt x="274242" y="401225"/>
                  </a:cubicBezTo>
                  <a:cubicBezTo>
                    <a:pt x="273750" y="401225"/>
                    <a:pt x="273259" y="401225"/>
                    <a:pt x="272753" y="401225"/>
                  </a:cubicBezTo>
                  <a:cubicBezTo>
                    <a:pt x="272508" y="401839"/>
                    <a:pt x="272262" y="402453"/>
                    <a:pt x="272009" y="403085"/>
                  </a:cubicBezTo>
                  <a:cubicBezTo>
                    <a:pt x="271764" y="403699"/>
                    <a:pt x="271518" y="404313"/>
                    <a:pt x="271265" y="404946"/>
                  </a:cubicBezTo>
                  <a:cubicBezTo>
                    <a:pt x="270774" y="404946"/>
                    <a:pt x="270283" y="404946"/>
                    <a:pt x="269777" y="404946"/>
                  </a:cubicBezTo>
                  <a:cubicBezTo>
                    <a:pt x="269521" y="405936"/>
                    <a:pt x="269273" y="406928"/>
                    <a:pt x="269033" y="407922"/>
                  </a:cubicBezTo>
                  <a:cubicBezTo>
                    <a:pt x="268541" y="408168"/>
                    <a:pt x="268050" y="408413"/>
                    <a:pt x="267544" y="408666"/>
                  </a:cubicBezTo>
                  <a:cubicBezTo>
                    <a:pt x="267299" y="409403"/>
                    <a:pt x="267053" y="410140"/>
                    <a:pt x="266800" y="410899"/>
                  </a:cubicBezTo>
                  <a:cubicBezTo>
                    <a:pt x="266063" y="411144"/>
                    <a:pt x="265327" y="411390"/>
                    <a:pt x="264568" y="411643"/>
                  </a:cubicBezTo>
                  <a:cubicBezTo>
                    <a:pt x="264060" y="412629"/>
                    <a:pt x="263563" y="413621"/>
                    <a:pt x="263079" y="414619"/>
                  </a:cubicBezTo>
                  <a:cubicBezTo>
                    <a:pt x="262588" y="414619"/>
                    <a:pt x="262097" y="414619"/>
                    <a:pt x="261591" y="414619"/>
                  </a:cubicBezTo>
                  <a:cubicBezTo>
                    <a:pt x="261484" y="415095"/>
                    <a:pt x="261376" y="415571"/>
                    <a:pt x="261266" y="416061"/>
                  </a:cubicBezTo>
                  <a:cubicBezTo>
                    <a:pt x="261127" y="416568"/>
                    <a:pt x="260989" y="417074"/>
                    <a:pt x="260847" y="417596"/>
                  </a:cubicBezTo>
                  <a:cubicBezTo>
                    <a:pt x="260110" y="417842"/>
                    <a:pt x="259374" y="418087"/>
                    <a:pt x="258615" y="418340"/>
                  </a:cubicBezTo>
                  <a:cubicBezTo>
                    <a:pt x="257777" y="419704"/>
                    <a:pt x="257777" y="419704"/>
                    <a:pt x="257126" y="421317"/>
                  </a:cubicBezTo>
                  <a:cubicBezTo>
                    <a:pt x="256429" y="422945"/>
                    <a:pt x="256429" y="422945"/>
                    <a:pt x="255638" y="424293"/>
                  </a:cubicBezTo>
                  <a:cubicBezTo>
                    <a:pt x="254901" y="424539"/>
                    <a:pt x="254165" y="424784"/>
                    <a:pt x="253406" y="425037"/>
                  </a:cubicBezTo>
                  <a:cubicBezTo>
                    <a:pt x="253160" y="425774"/>
                    <a:pt x="252914" y="426511"/>
                    <a:pt x="252661" y="427270"/>
                  </a:cubicBezTo>
                  <a:cubicBezTo>
                    <a:pt x="251925" y="427515"/>
                    <a:pt x="251188" y="427761"/>
                    <a:pt x="250429" y="428014"/>
                  </a:cubicBezTo>
                  <a:cubicBezTo>
                    <a:pt x="249909" y="428994"/>
                    <a:pt x="249412" y="429986"/>
                    <a:pt x="248941" y="430991"/>
                  </a:cubicBezTo>
                  <a:cubicBezTo>
                    <a:pt x="248450" y="431236"/>
                    <a:pt x="247958" y="431482"/>
                    <a:pt x="247452" y="431735"/>
                  </a:cubicBezTo>
                  <a:cubicBezTo>
                    <a:pt x="247207" y="432471"/>
                    <a:pt x="246961" y="433208"/>
                    <a:pt x="246708" y="433967"/>
                  </a:cubicBezTo>
                  <a:cubicBezTo>
                    <a:pt x="245972" y="434458"/>
                    <a:pt x="245235" y="434949"/>
                    <a:pt x="244476" y="435455"/>
                  </a:cubicBezTo>
                  <a:cubicBezTo>
                    <a:pt x="244230" y="436192"/>
                    <a:pt x="243985" y="436929"/>
                    <a:pt x="243732" y="437688"/>
                  </a:cubicBezTo>
                  <a:cubicBezTo>
                    <a:pt x="243241" y="437933"/>
                    <a:pt x="242749" y="438179"/>
                    <a:pt x="242243" y="438432"/>
                  </a:cubicBezTo>
                  <a:cubicBezTo>
                    <a:pt x="241944" y="439077"/>
                    <a:pt x="241944" y="439077"/>
                    <a:pt x="241639" y="439734"/>
                  </a:cubicBezTo>
                  <a:cubicBezTo>
                    <a:pt x="240470" y="441949"/>
                    <a:pt x="238821" y="443387"/>
                    <a:pt x="237034" y="445129"/>
                  </a:cubicBezTo>
                  <a:cubicBezTo>
                    <a:pt x="236620" y="445697"/>
                    <a:pt x="236206" y="446265"/>
                    <a:pt x="235779" y="446850"/>
                  </a:cubicBezTo>
                  <a:cubicBezTo>
                    <a:pt x="235456" y="447264"/>
                    <a:pt x="235134" y="447679"/>
                    <a:pt x="234802" y="448106"/>
                  </a:cubicBezTo>
                  <a:cubicBezTo>
                    <a:pt x="234311" y="448106"/>
                    <a:pt x="233820" y="448106"/>
                    <a:pt x="233314" y="448106"/>
                  </a:cubicBezTo>
                  <a:cubicBezTo>
                    <a:pt x="233058" y="449096"/>
                    <a:pt x="232811" y="450088"/>
                    <a:pt x="232570" y="451082"/>
                  </a:cubicBezTo>
                  <a:cubicBezTo>
                    <a:pt x="232078" y="451328"/>
                    <a:pt x="231587" y="451573"/>
                    <a:pt x="231081" y="451827"/>
                  </a:cubicBezTo>
                  <a:cubicBezTo>
                    <a:pt x="230759" y="452540"/>
                    <a:pt x="230759" y="452540"/>
                    <a:pt x="230430" y="453268"/>
                  </a:cubicBezTo>
                  <a:cubicBezTo>
                    <a:pt x="229404" y="455150"/>
                    <a:pt x="228490" y="455354"/>
                    <a:pt x="226617" y="456291"/>
                  </a:cubicBezTo>
                  <a:cubicBezTo>
                    <a:pt x="225773" y="457792"/>
                    <a:pt x="225773" y="457792"/>
                    <a:pt x="225128" y="459268"/>
                  </a:cubicBezTo>
                  <a:cubicBezTo>
                    <a:pt x="224637" y="459513"/>
                    <a:pt x="224146" y="459759"/>
                    <a:pt x="223640" y="460012"/>
                  </a:cubicBezTo>
                  <a:cubicBezTo>
                    <a:pt x="223272" y="460772"/>
                    <a:pt x="223272" y="460772"/>
                    <a:pt x="222896" y="461547"/>
                  </a:cubicBezTo>
                  <a:cubicBezTo>
                    <a:pt x="222650" y="462023"/>
                    <a:pt x="222405" y="462498"/>
                    <a:pt x="222152" y="462989"/>
                  </a:cubicBezTo>
                  <a:cubicBezTo>
                    <a:pt x="221661" y="462989"/>
                    <a:pt x="221169" y="462989"/>
                    <a:pt x="220663" y="462989"/>
                  </a:cubicBezTo>
                  <a:cubicBezTo>
                    <a:pt x="220556" y="463480"/>
                    <a:pt x="220449" y="463971"/>
                    <a:pt x="220338" y="464477"/>
                  </a:cubicBezTo>
                  <a:cubicBezTo>
                    <a:pt x="220200" y="464968"/>
                    <a:pt x="220062" y="465459"/>
                    <a:pt x="219919" y="465965"/>
                  </a:cubicBezTo>
                  <a:cubicBezTo>
                    <a:pt x="219183" y="465965"/>
                    <a:pt x="218446" y="465965"/>
                    <a:pt x="217687" y="465965"/>
                  </a:cubicBezTo>
                  <a:cubicBezTo>
                    <a:pt x="217564" y="466456"/>
                    <a:pt x="217441" y="466947"/>
                    <a:pt x="217315" y="467453"/>
                  </a:cubicBezTo>
                  <a:cubicBezTo>
                    <a:pt x="217192" y="467945"/>
                    <a:pt x="217069" y="468436"/>
                    <a:pt x="216943" y="468942"/>
                  </a:cubicBezTo>
                  <a:cubicBezTo>
                    <a:pt x="216206" y="468942"/>
                    <a:pt x="215469" y="468942"/>
                    <a:pt x="214710" y="468942"/>
                  </a:cubicBezTo>
                  <a:cubicBezTo>
                    <a:pt x="214271" y="470390"/>
                    <a:pt x="214271" y="470390"/>
                    <a:pt x="213966" y="471918"/>
                  </a:cubicBezTo>
                  <a:cubicBezTo>
                    <a:pt x="213475" y="472164"/>
                    <a:pt x="212984" y="472409"/>
                    <a:pt x="212478" y="472662"/>
                  </a:cubicBezTo>
                  <a:cubicBezTo>
                    <a:pt x="212386" y="473169"/>
                    <a:pt x="212294" y="473675"/>
                    <a:pt x="212199" y="474197"/>
                  </a:cubicBezTo>
                  <a:cubicBezTo>
                    <a:pt x="211969" y="474911"/>
                    <a:pt x="211969" y="474911"/>
                    <a:pt x="211734" y="475639"/>
                  </a:cubicBezTo>
                  <a:cubicBezTo>
                    <a:pt x="210751" y="475639"/>
                    <a:pt x="209769" y="475639"/>
                    <a:pt x="208757" y="475639"/>
                  </a:cubicBezTo>
                  <a:cubicBezTo>
                    <a:pt x="208257" y="477080"/>
                    <a:pt x="208257" y="477080"/>
                    <a:pt x="208013" y="478616"/>
                  </a:cubicBezTo>
                  <a:cubicBezTo>
                    <a:pt x="207522" y="478861"/>
                    <a:pt x="207031" y="479107"/>
                    <a:pt x="206525" y="479360"/>
                  </a:cubicBezTo>
                  <a:cubicBezTo>
                    <a:pt x="206279" y="479851"/>
                    <a:pt x="206034" y="480342"/>
                    <a:pt x="205781" y="480848"/>
                  </a:cubicBezTo>
                  <a:cubicBezTo>
                    <a:pt x="205036" y="482336"/>
                    <a:pt x="205036" y="482336"/>
                    <a:pt x="203548" y="483080"/>
                  </a:cubicBezTo>
                  <a:cubicBezTo>
                    <a:pt x="203303" y="483817"/>
                    <a:pt x="203057" y="484554"/>
                    <a:pt x="202804" y="485313"/>
                  </a:cubicBezTo>
                  <a:cubicBezTo>
                    <a:pt x="201564" y="486553"/>
                    <a:pt x="200324" y="487793"/>
                    <a:pt x="199083" y="489034"/>
                  </a:cubicBezTo>
                  <a:cubicBezTo>
                    <a:pt x="198700" y="489694"/>
                    <a:pt x="198316" y="490353"/>
                    <a:pt x="197921" y="491033"/>
                  </a:cubicBezTo>
                  <a:cubicBezTo>
                    <a:pt x="196723" y="492960"/>
                    <a:pt x="195855" y="493286"/>
                    <a:pt x="193874" y="494243"/>
                  </a:cubicBezTo>
                  <a:cubicBezTo>
                    <a:pt x="193874" y="494979"/>
                    <a:pt x="193874" y="495716"/>
                    <a:pt x="193874" y="496475"/>
                  </a:cubicBezTo>
                  <a:cubicBezTo>
                    <a:pt x="191609" y="496681"/>
                    <a:pt x="189432" y="496826"/>
                    <a:pt x="187177" y="496475"/>
                  </a:cubicBezTo>
                  <a:cubicBezTo>
                    <a:pt x="186526" y="494754"/>
                    <a:pt x="186526" y="494754"/>
                    <a:pt x="186433" y="492754"/>
                  </a:cubicBezTo>
                  <a:cubicBezTo>
                    <a:pt x="185704" y="491995"/>
                    <a:pt x="184960" y="491250"/>
                    <a:pt x="184200" y="490522"/>
                  </a:cubicBezTo>
                  <a:cubicBezTo>
                    <a:pt x="183939" y="489533"/>
                    <a:pt x="183689" y="488541"/>
                    <a:pt x="183456" y="487545"/>
                  </a:cubicBezTo>
                  <a:cubicBezTo>
                    <a:pt x="182965" y="487300"/>
                    <a:pt x="182474" y="487054"/>
                    <a:pt x="181968" y="486801"/>
                  </a:cubicBezTo>
                  <a:cubicBezTo>
                    <a:pt x="181807" y="485696"/>
                    <a:pt x="181807" y="485696"/>
                    <a:pt x="181643" y="484569"/>
                  </a:cubicBezTo>
                  <a:cubicBezTo>
                    <a:pt x="181504" y="483832"/>
                    <a:pt x="181366" y="483095"/>
                    <a:pt x="181224" y="482336"/>
                  </a:cubicBezTo>
                  <a:cubicBezTo>
                    <a:pt x="180487" y="482091"/>
                    <a:pt x="179751" y="481845"/>
                    <a:pt x="178992" y="481592"/>
                  </a:cubicBezTo>
                  <a:cubicBezTo>
                    <a:pt x="178451" y="479869"/>
                    <a:pt x="177961" y="478130"/>
                    <a:pt x="177503" y="476383"/>
                  </a:cubicBezTo>
                  <a:cubicBezTo>
                    <a:pt x="176276" y="473199"/>
                    <a:pt x="176276" y="473199"/>
                    <a:pt x="173783" y="471174"/>
                  </a:cubicBezTo>
                  <a:cubicBezTo>
                    <a:pt x="173479" y="469447"/>
                    <a:pt x="173229" y="467709"/>
                    <a:pt x="173038" y="465965"/>
                  </a:cubicBezTo>
                  <a:cubicBezTo>
                    <a:pt x="172302" y="465965"/>
                    <a:pt x="171565" y="465965"/>
                    <a:pt x="170806" y="465965"/>
                  </a:cubicBezTo>
                  <a:cubicBezTo>
                    <a:pt x="170867" y="465259"/>
                    <a:pt x="170929" y="464553"/>
                    <a:pt x="170992" y="463826"/>
                  </a:cubicBezTo>
                  <a:cubicBezTo>
                    <a:pt x="170931" y="463058"/>
                    <a:pt x="170869" y="462291"/>
                    <a:pt x="170806" y="461500"/>
                  </a:cubicBezTo>
                  <a:cubicBezTo>
                    <a:pt x="169367" y="460688"/>
                    <a:pt x="169367" y="460688"/>
                    <a:pt x="167829" y="460012"/>
                  </a:cubicBezTo>
                  <a:cubicBezTo>
                    <a:pt x="167364" y="458105"/>
                    <a:pt x="167364" y="458105"/>
                    <a:pt x="167085" y="456291"/>
                  </a:cubicBezTo>
                  <a:cubicBezTo>
                    <a:pt x="166594" y="456046"/>
                    <a:pt x="166103" y="455800"/>
                    <a:pt x="165597" y="455547"/>
                  </a:cubicBezTo>
                  <a:cubicBezTo>
                    <a:pt x="165082" y="454066"/>
                    <a:pt x="164587" y="452577"/>
                    <a:pt x="164109" y="451082"/>
                  </a:cubicBezTo>
                  <a:cubicBezTo>
                    <a:pt x="163372" y="449977"/>
                    <a:pt x="163372" y="449977"/>
                    <a:pt x="162620" y="448850"/>
                  </a:cubicBezTo>
                  <a:cubicBezTo>
                    <a:pt x="161056" y="448853"/>
                    <a:pt x="161056" y="448853"/>
                    <a:pt x="159644" y="449594"/>
                  </a:cubicBezTo>
                  <a:cubicBezTo>
                    <a:pt x="159398" y="450331"/>
                    <a:pt x="159153" y="451067"/>
                    <a:pt x="158900" y="451827"/>
                  </a:cubicBezTo>
                  <a:cubicBezTo>
                    <a:pt x="156966" y="452145"/>
                    <a:pt x="155091" y="452154"/>
                    <a:pt x="153133" y="452196"/>
                  </a:cubicBezTo>
                  <a:cubicBezTo>
                    <a:pt x="152580" y="452319"/>
                    <a:pt x="152028" y="452443"/>
                    <a:pt x="151458" y="452571"/>
                  </a:cubicBezTo>
                  <a:cubicBezTo>
                    <a:pt x="151343" y="453062"/>
                    <a:pt x="151228" y="453553"/>
                    <a:pt x="151109" y="454059"/>
                  </a:cubicBezTo>
                  <a:cubicBezTo>
                    <a:pt x="150914" y="454796"/>
                    <a:pt x="150914" y="454796"/>
                    <a:pt x="150714" y="455547"/>
                  </a:cubicBezTo>
                  <a:cubicBezTo>
                    <a:pt x="148877" y="455922"/>
                    <a:pt x="148877" y="455922"/>
                    <a:pt x="146621" y="455966"/>
                  </a:cubicBezTo>
                  <a:cubicBezTo>
                    <a:pt x="144428" y="455966"/>
                    <a:pt x="144428" y="455966"/>
                    <a:pt x="142529" y="456291"/>
                  </a:cubicBezTo>
                  <a:cubicBezTo>
                    <a:pt x="142283" y="457028"/>
                    <a:pt x="142037" y="457765"/>
                    <a:pt x="141784" y="458524"/>
                  </a:cubicBezTo>
                  <a:cubicBezTo>
                    <a:pt x="139921" y="458905"/>
                    <a:pt x="139921" y="458905"/>
                    <a:pt x="137645" y="459035"/>
                  </a:cubicBezTo>
                  <a:cubicBezTo>
                    <a:pt x="136892" y="459084"/>
                    <a:pt x="136139" y="459133"/>
                    <a:pt x="135363" y="459184"/>
                  </a:cubicBezTo>
                  <a:cubicBezTo>
                    <a:pt x="134781" y="459211"/>
                    <a:pt x="134199" y="459239"/>
                    <a:pt x="133599" y="459268"/>
                  </a:cubicBezTo>
                  <a:cubicBezTo>
                    <a:pt x="133599" y="460250"/>
                    <a:pt x="133599" y="461232"/>
                    <a:pt x="133599" y="462244"/>
                  </a:cubicBezTo>
                  <a:cubicBezTo>
                    <a:pt x="133017" y="462272"/>
                    <a:pt x="132434" y="462300"/>
                    <a:pt x="131835" y="462329"/>
                  </a:cubicBezTo>
                  <a:cubicBezTo>
                    <a:pt x="131081" y="462378"/>
                    <a:pt x="130328" y="462427"/>
                    <a:pt x="129553" y="462477"/>
                  </a:cubicBezTo>
                  <a:cubicBezTo>
                    <a:pt x="128802" y="462520"/>
                    <a:pt x="128050" y="462563"/>
                    <a:pt x="127277" y="462608"/>
                  </a:cubicBezTo>
                  <a:cubicBezTo>
                    <a:pt x="126662" y="462733"/>
                    <a:pt x="126047" y="462859"/>
                    <a:pt x="125413" y="462989"/>
                  </a:cubicBezTo>
                  <a:cubicBezTo>
                    <a:pt x="125168" y="463725"/>
                    <a:pt x="124922" y="464462"/>
                    <a:pt x="124669" y="465221"/>
                  </a:cubicBezTo>
                  <a:cubicBezTo>
                    <a:pt x="122643" y="465602"/>
                    <a:pt x="122643" y="465602"/>
                    <a:pt x="120158" y="465733"/>
                  </a:cubicBezTo>
                  <a:cubicBezTo>
                    <a:pt x="119336" y="465782"/>
                    <a:pt x="118514" y="465830"/>
                    <a:pt x="117667" y="465881"/>
                  </a:cubicBezTo>
                  <a:cubicBezTo>
                    <a:pt x="117031" y="465909"/>
                    <a:pt x="116395" y="465937"/>
                    <a:pt x="115740" y="465965"/>
                  </a:cubicBezTo>
                  <a:cubicBezTo>
                    <a:pt x="115740" y="466947"/>
                    <a:pt x="115740" y="467930"/>
                    <a:pt x="115740" y="468942"/>
                  </a:cubicBezTo>
                  <a:cubicBezTo>
                    <a:pt x="114866" y="468971"/>
                    <a:pt x="114866" y="468971"/>
                    <a:pt x="113975" y="469000"/>
                  </a:cubicBezTo>
                  <a:cubicBezTo>
                    <a:pt x="113222" y="469042"/>
                    <a:pt x="112469" y="469084"/>
                    <a:pt x="111693" y="469128"/>
                  </a:cubicBezTo>
                  <a:cubicBezTo>
                    <a:pt x="110942" y="469162"/>
                    <a:pt x="110191" y="469197"/>
                    <a:pt x="109417" y="469232"/>
                  </a:cubicBezTo>
                  <a:cubicBezTo>
                    <a:pt x="108802" y="469382"/>
                    <a:pt x="108188" y="469532"/>
                    <a:pt x="107554" y="469686"/>
                  </a:cubicBezTo>
                  <a:cubicBezTo>
                    <a:pt x="107431" y="470185"/>
                    <a:pt x="107308" y="470684"/>
                    <a:pt x="107182" y="471197"/>
                  </a:cubicBezTo>
                  <a:cubicBezTo>
                    <a:pt x="107059" y="471681"/>
                    <a:pt x="106936" y="472164"/>
                    <a:pt x="106810" y="472662"/>
                  </a:cubicBezTo>
                  <a:cubicBezTo>
                    <a:pt x="104947" y="472953"/>
                    <a:pt x="104947" y="472953"/>
                    <a:pt x="102671" y="472848"/>
                  </a:cubicBezTo>
                  <a:cubicBezTo>
                    <a:pt x="101918" y="472822"/>
                    <a:pt x="101165" y="472795"/>
                    <a:pt x="100389" y="472767"/>
                  </a:cubicBezTo>
                  <a:cubicBezTo>
                    <a:pt x="99515" y="472715"/>
                    <a:pt x="99515" y="472715"/>
                    <a:pt x="98624" y="472662"/>
                  </a:cubicBezTo>
                  <a:cubicBezTo>
                    <a:pt x="98624" y="473645"/>
                    <a:pt x="98624" y="474627"/>
                    <a:pt x="98624" y="475639"/>
                  </a:cubicBezTo>
                  <a:cubicBezTo>
                    <a:pt x="95678" y="475885"/>
                    <a:pt x="92731" y="476130"/>
                    <a:pt x="89695" y="476383"/>
                  </a:cubicBezTo>
                  <a:cubicBezTo>
                    <a:pt x="89695" y="477365"/>
                    <a:pt x="89695" y="478348"/>
                    <a:pt x="89695" y="479360"/>
                  </a:cubicBezTo>
                  <a:cubicBezTo>
                    <a:pt x="89112" y="479388"/>
                    <a:pt x="88530" y="479415"/>
                    <a:pt x="87930" y="479444"/>
                  </a:cubicBezTo>
                  <a:cubicBezTo>
                    <a:pt x="87177" y="479493"/>
                    <a:pt x="86424" y="479542"/>
                    <a:pt x="85648" y="479592"/>
                  </a:cubicBezTo>
                  <a:cubicBezTo>
                    <a:pt x="84897" y="479635"/>
                    <a:pt x="84146" y="479679"/>
                    <a:pt x="83372" y="479723"/>
                  </a:cubicBezTo>
                  <a:cubicBezTo>
                    <a:pt x="82757" y="479849"/>
                    <a:pt x="82143" y="479974"/>
                    <a:pt x="81509" y="480104"/>
                  </a:cubicBezTo>
                  <a:cubicBezTo>
                    <a:pt x="81264" y="480841"/>
                    <a:pt x="81018" y="481577"/>
                    <a:pt x="80765" y="482336"/>
                  </a:cubicBezTo>
                  <a:cubicBezTo>
                    <a:pt x="78739" y="482717"/>
                    <a:pt x="78739" y="482717"/>
                    <a:pt x="76254" y="482848"/>
                  </a:cubicBezTo>
                  <a:cubicBezTo>
                    <a:pt x="75432" y="482897"/>
                    <a:pt x="74609" y="482946"/>
                    <a:pt x="73762" y="482996"/>
                  </a:cubicBezTo>
                  <a:cubicBezTo>
                    <a:pt x="73126" y="483024"/>
                    <a:pt x="72491" y="483052"/>
                    <a:pt x="71835" y="483080"/>
                  </a:cubicBezTo>
                  <a:cubicBezTo>
                    <a:pt x="71835" y="484063"/>
                    <a:pt x="71835" y="485045"/>
                    <a:pt x="71835" y="486057"/>
                  </a:cubicBezTo>
                  <a:cubicBezTo>
                    <a:pt x="71315" y="486076"/>
                    <a:pt x="70795" y="486095"/>
                    <a:pt x="70260" y="486115"/>
                  </a:cubicBezTo>
                  <a:cubicBezTo>
                    <a:pt x="69583" y="486157"/>
                    <a:pt x="68905" y="486200"/>
                    <a:pt x="68208" y="486243"/>
                  </a:cubicBezTo>
                  <a:cubicBezTo>
                    <a:pt x="67534" y="486278"/>
                    <a:pt x="66861" y="486312"/>
                    <a:pt x="66167" y="486348"/>
                  </a:cubicBezTo>
                  <a:cubicBezTo>
                    <a:pt x="65582" y="486497"/>
                    <a:pt x="64997" y="486647"/>
                    <a:pt x="64394" y="486801"/>
                  </a:cubicBezTo>
                  <a:cubicBezTo>
                    <a:pt x="63892" y="487790"/>
                    <a:pt x="63395" y="488782"/>
                    <a:pt x="62906" y="489778"/>
                  </a:cubicBezTo>
                  <a:cubicBezTo>
                    <a:pt x="61126" y="489990"/>
                    <a:pt x="59545" y="489776"/>
                    <a:pt x="57766" y="489592"/>
                  </a:cubicBezTo>
                  <a:cubicBezTo>
                    <a:pt x="57252" y="489653"/>
                    <a:pt x="56738" y="489714"/>
                    <a:pt x="56208" y="489778"/>
                  </a:cubicBezTo>
                  <a:cubicBezTo>
                    <a:pt x="55988" y="490257"/>
                    <a:pt x="55767" y="490737"/>
                    <a:pt x="55540" y="491231"/>
                  </a:cubicBezTo>
                  <a:cubicBezTo>
                    <a:pt x="55269" y="491734"/>
                    <a:pt x="54999" y="492236"/>
                    <a:pt x="54720" y="492754"/>
                  </a:cubicBezTo>
                  <a:cubicBezTo>
                    <a:pt x="52621" y="493208"/>
                    <a:pt x="52621" y="493208"/>
                    <a:pt x="50162" y="493312"/>
                  </a:cubicBezTo>
                  <a:cubicBezTo>
                    <a:pt x="49347" y="493355"/>
                    <a:pt x="48531" y="493397"/>
                    <a:pt x="47691" y="493440"/>
                  </a:cubicBezTo>
                  <a:cubicBezTo>
                    <a:pt x="47064" y="493459"/>
                    <a:pt x="46437" y="493479"/>
                    <a:pt x="45790" y="493498"/>
                  </a:cubicBezTo>
                  <a:cubicBezTo>
                    <a:pt x="45790" y="494481"/>
                    <a:pt x="45790" y="495463"/>
                    <a:pt x="45790" y="496475"/>
                  </a:cubicBezTo>
                  <a:cubicBezTo>
                    <a:pt x="45208" y="496503"/>
                    <a:pt x="44626" y="496531"/>
                    <a:pt x="44026" y="496559"/>
                  </a:cubicBezTo>
                  <a:cubicBezTo>
                    <a:pt x="43273" y="496608"/>
                    <a:pt x="42520" y="496657"/>
                    <a:pt x="41744" y="496707"/>
                  </a:cubicBezTo>
                  <a:cubicBezTo>
                    <a:pt x="40993" y="496751"/>
                    <a:pt x="40242" y="496794"/>
                    <a:pt x="39468" y="496838"/>
                  </a:cubicBezTo>
                  <a:cubicBezTo>
                    <a:pt x="38853" y="496964"/>
                    <a:pt x="38238" y="497090"/>
                    <a:pt x="37605" y="497219"/>
                  </a:cubicBezTo>
                  <a:cubicBezTo>
                    <a:pt x="37359" y="497956"/>
                    <a:pt x="37114" y="498692"/>
                    <a:pt x="36861" y="499452"/>
                  </a:cubicBezTo>
                  <a:cubicBezTo>
                    <a:pt x="35375" y="499806"/>
                    <a:pt x="35375" y="499806"/>
                    <a:pt x="33559" y="499917"/>
                  </a:cubicBezTo>
                  <a:cubicBezTo>
                    <a:pt x="31021" y="500062"/>
                    <a:pt x="31021" y="500062"/>
                    <a:pt x="28675" y="500940"/>
                  </a:cubicBezTo>
                  <a:cubicBezTo>
                    <a:pt x="28430" y="501676"/>
                    <a:pt x="28184" y="502413"/>
                    <a:pt x="27931" y="503172"/>
                  </a:cubicBezTo>
                  <a:cubicBezTo>
                    <a:pt x="25433" y="503492"/>
                    <a:pt x="23014" y="503268"/>
                    <a:pt x="20490" y="503172"/>
                  </a:cubicBezTo>
                  <a:cubicBezTo>
                    <a:pt x="20244" y="499489"/>
                    <a:pt x="19998" y="495805"/>
                    <a:pt x="19745" y="492010"/>
                  </a:cubicBezTo>
                  <a:cubicBezTo>
                    <a:pt x="19009" y="492010"/>
                    <a:pt x="18272" y="492010"/>
                    <a:pt x="17513" y="492010"/>
                  </a:cubicBezTo>
                  <a:cubicBezTo>
                    <a:pt x="17513" y="487344"/>
                    <a:pt x="17513" y="482679"/>
                    <a:pt x="17513" y="477871"/>
                  </a:cubicBezTo>
                  <a:cubicBezTo>
                    <a:pt x="16776" y="477871"/>
                    <a:pt x="16040" y="477871"/>
                    <a:pt x="15281" y="477871"/>
                  </a:cubicBezTo>
                  <a:cubicBezTo>
                    <a:pt x="15244" y="476984"/>
                    <a:pt x="15208" y="476097"/>
                    <a:pt x="15170" y="475183"/>
                  </a:cubicBezTo>
                  <a:cubicBezTo>
                    <a:pt x="15114" y="474017"/>
                    <a:pt x="15058" y="472851"/>
                    <a:pt x="15002" y="471686"/>
                  </a:cubicBezTo>
                  <a:cubicBezTo>
                    <a:pt x="14978" y="471101"/>
                    <a:pt x="14955" y="470516"/>
                    <a:pt x="14932" y="469914"/>
                  </a:cubicBezTo>
                  <a:cubicBezTo>
                    <a:pt x="14903" y="469351"/>
                    <a:pt x="14874" y="468787"/>
                    <a:pt x="14845" y="468206"/>
                  </a:cubicBezTo>
                  <a:cubicBezTo>
                    <a:pt x="14809" y="467429"/>
                    <a:pt x="14809" y="467429"/>
                    <a:pt x="14774" y="466636"/>
                  </a:cubicBezTo>
                  <a:cubicBezTo>
                    <a:pt x="14595" y="464979"/>
                    <a:pt x="14595" y="464979"/>
                    <a:pt x="13048" y="462989"/>
                  </a:cubicBezTo>
                  <a:cubicBezTo>
                    <a:pt x="12803" y="462989"/>
                    <a:pt x="12557" y="462989"/>
                    <a:pt x="12304" y="462989"/>
                  </a:cubicBezTo>
                  <a:cubicBezTo>
                    <a:pt x="12058" y="457832"/>
                    <a:pt x="11813" y="452675"/>
                    <a:pt x="11560" y="447362"/>
                  </a:cubicBezTo>
                  <a:cubicBezTo>
                    <a:pt x="10823" y="447362"/>
                    <a:pt x="10086" y="447362"/>
                    <a:pt x="9327" y="447362"/>
                  </a:cubicBezTo>
                  <a:cubicBezTo>
                    <a:pt x="9263" y="444649"/>
                    <a:pt x="9223" y="441936"/>
                    <a:pt x="9188" y="439223"/>
                  </a:cubicBezTo>
                  <a:cubicBezTo>
                    <a:pt x="9169" y="438448"/>
                    <a:pt x="9151" y="437673"/>
                    <a:pt x="9131" y="436875"/>
                  </a:cubicBezTo>
                  <a:cubicBezTo>
                    <a:pt x="9124" y="436139"/>
                    <a:pt x="9117" y="435403"/>
                    <a:pt x="9109" y="434644"/>
                  </a:cubicBezTo>
                  <a:cubicBezTo>
                    <a:pt x="9098" y="433962"/>
                    <a:pt x="9086" y="433280"/>
                    <a:pt x="9074" y="432578"/>
                  </a:cubicBezTo>
                  <a:cubicBezTo>
                    <a:pt x="9199" y="431792"/>
                    <a:pt x="9199" y="431792"/>
                    <a:pt x="9327" y="430991"/>
                  </a:cubicBezTo>
                  <a:cubicBezTo>
                    <a:pt x="10064" y="430745"/>
                    <a:pt x="10801" y="430499"/>
                    <a:pt x="11560" y="430246"/>
                  </a:cubicBezTo>
                  <a:cubicBezTo>
                    <a:pt x="11560" y="429510"/>
                    <a:pt x="11560" y="428773"/>
                    <a:pt x="11560" y="428014"/>
                  </a:cubicBezTo>
                  <a:cubicBezTo>
                    <a:pt x="12250" y="427986"/>
                    <a:pt x="12939" y="427958"/>
                    <a:pt x="13650" y="427930"/>
                  </a:cubicBezTo>
                  <a:cubicBezTo>
                    <a:pt x="14541" y="427881"/>
                    <a:pt x="15432" y="427832"/>
                    <a:pt x="16350" y="427781"/>
                  </a:cubicBezTo>
                  <a:cubicBezTo>
                    <a:pt x="17239" y="427738"/>
                    <a:pt x="18129" y="427695"/>
                    <a:pt x="19045" y="427651"/>
                  </a:cubicBezTo>
                  <a:cubicBezTo>
                    <a:pt x="19767" y="427525"/>
                    <a:pt x="20489" y="427399"/>
                    <a:pt x="21234" y="427270"/>
                  </a:cubicBezTo>
                  <a:cubicBezTo>
                    <a:pt x="21479" y="426533"/>
                    <a:pt x="21725" y="425796"/>
                    <a:pt x="21978" y="425037"/>
                  </a:cubicBezTo>
                  <a:cubicBezTo>
                    <a:pt x="24321" y="424256"/>
                    <a:pt x="25987" y="424218"/>
                    <a:pt x="28443" y="424247"/>
                  </a:cubicBezTo>
                  <a:cubicBezTo>
                    <a:pt x="29182" y="424254"/>
                    <a:pt x="29922" y="424260"/>
                    <a:pt x="30684" y="424267"/>
                  </a:cubicBezTo>
                  <a:cubicBezTo>
                    <a:pt x="31531" y="424280"/>
                    <a:pt x="31531" y="424280"/>
                    <a:pt x="32396" y="424293"/>
                  </a:cubicBezTo>
                  <a:cubicBezTo>
                    <a:pt x="32396" y="423311"/>
                    <a:pt x="32396" y="422329"/>
                    <a:pt x="32396" y="421317"/>
                  </a:cubicBezTo>
                  <a:cubicBezTo>
                    <a:pt x="33086" y="421298"/>
                    <a:pt x="33775" y="421278"/>
                    <a:pt x="34486" y="421259"/>
                  </a:cubicBezTo>
                  <a:cubicBezTo>
                    <a:pt x="35377" y="421216"/>
                    <a:pt x="36268" y="421174"/>
                    <a:pt x="37186" y="421131"/>
                  </a:cubicBezTo>
                  <a:cubicBezTo>
                    <a:pt x="38075" y="421096"/>
                    <a:pt x="38965" y="421062"/>
                    <a:pt x="39881" y="421026"/>
                  </a:cubicBezTo>
                  <a:cubicBezTo>
                    <a:pt x="40603" y="420876"/>
                    <a:pt x="41325" y="420727"/>
                    <a:pt x="42070" y="420573"/>
                  </a:cubicBezTo>
                  <a:cubicBezTo>
                    <a:pt x="42333" y="419584"/>
                    <a:pt x="42581" y="418592"/>
                    <a:pt x="42814" y="417596"/>
                  </a:cubicBezTo>
                  <a:cubicBezTo>
                    <a:pt x="44814" y="417221"/>
                    <a:pt x="44814" y="417221"/>
                    <a:pt x="47279" y="417177"/>
                  </a:cubicBezTo>
                  <a:cubicBezTo>
                    <a:pt x="49673" y="417178"/>
                    <a:pt x="49673" y="417178"/>
                    <a:pt x="51743" y="416852"/>
                  </a:cubicBezTo>
                  <a:cubicBezTo>
                    <a:pt x="51989" y="416115"/>
                    <a:pt x="52235" y="415379"/>
                    <a:pt x="52488" y="414619"/>
                  </a:cubicBezTo>
                  <a:cubicBezTo>
                    <a:pt x="54324" y="414296"/>
                    <a:pt x="56101" y="414292"/>
                    <a:pt x="57964" y="414250"/>
                  </a:cubicBezTo>
                  <a:cubicBezTo>
                    <a:pt x="60624" y="413743"/>
                    <a:pt x="61757" y="412832"/>
                    <a:pt x="63650" y="410899"/>
                  </a:cubicBezTo>
                  <a:cubicBezTo>
                    <a:pt x="64200" y="408381"/>
                    <a:pt x="64200" y="408381"/>
                    <a:pt x="64097" y="405484"/>
                  </a:cubicBezTo>
                  <a:cubicBezTo>
                    <a:pt x="64100" y="404938"/>
                    <a:pt x="64103" y="404391"/>
                    <a:pt x="64107" y="403828"/>
                  </a:cubicBezTo>
                  <a:cubicBezTo>
                    <a:pt x="64113" y="401996"/>
                    <a:pt x="64092" y="400165"/>
                    <a:pt x="64072" y="398333"/>
                  </a:cubicBezTo>
                  <a:cubicBezTo>
                    <a:pt x="64071" y="397021"/>
                    <a:pt x="64072" y="395708"/>
                    <a:pt x="64074" y="394395"/>
                  </a:cubicBezTo>
                  <a:cubicBezTo>
                    <a:pt x="64075" y="390830"/>
                    <a:pt x="64053" y="387265"/>
                    <a:pt x="64027" y="383700"/>
                  </a:cubicBezTo>
                  <a:cubicBezTo>
                    <a:pt x="64004" y="379975"/>
                    <a:pt x="64002" y="376249"/>
                    <a:pt x="63997" y="372524"/>
                  </a:cubicBezTo>
                  <a:cubicBezTo>
                    <a:pt x="63986" y="365469"/>
                    <a:pt x="63955" y="358414"/>
                    <a:pt x="63918" y="351359"/>
                  </a:cubicBezTo>
                  <a:cubicBezTo>
                    <a:pt x="63876" y="343327"/>
                    <a:pt x="63856" y="335296"/>
                    <a:pt x="63837" y="327264"/>
                  </a:cubicBezTo>
                  <a:cubicBezTo>
                    <a:pt x="63798" y="310742"/>
                    <a:pt x="63733" y="294220"/>
                    <a:pt x="63650" y="277698"/>
                  </a:cubicBezTo>
                  <a:cubicBezTo>
                    <a:pt x="62816" y="277703"/>
                    <a:pt x="62816" y="277703"/>
                    <a:pt x="61965" y="277708"/>
                  </a:cubicBezTo>
                  <a:cubicBezTo>
                    <a:pt x="56731" y="277737"/>
                    <a:pt x="51497" y="277760"/>
                    <a:pt x="46263" y="277775"/>
                  </a:cubicBezTo>
                  <a:cubicBezTo>
                    <a:pt x="43571" y="277783"/>
                    <a:pt x="40880" y="277793"/>
                    <a:pt x="38189" y="277810"/>
                  </a:cubicBezTo>
                  <a:cubicBezTo>
                    <a:pt x="35594" y="277826"/>
                    <a:pt x="32998" y="277835"/>
                    <a:pt x="30402" y="277839"/>
                  </a:cubicBezTo>
                  <a:cubicBezTo>
                    <a:pt x="28927" y="277843"/>
                    <a:pt x="27452" y="277855"/>
                    <a:pt x="25977" y="277866"/>
                  </a:cubicBezTo>
                  <a:cubicBezTo>
                    <a:pt x="25083" y="277866"/>
                    <a:pt x="24190" y="277866"/>
                    <a:pt x="23269" y="277867"/>
                  </a:cubicBezTo>
                  <a:cubicBezTo>
                    <a:pt x="22479" y="277870"/>
                    <a:pt x="21689" y="277873"/>
                    <a:pt x="20875" y="277877"/>
                  </a:cubicBezTo>
                  <a:cubicBezTo>
                    <a:pt x="19001" y="277698"/>
                    <a:pt x="19001" y="277698"/>
                    <a:pt x="17513" y="276209"/>
                  </a:cubicBezTo>
                  <a:cubicBezTo>
                    <a:pt x="17373" y="273990"/>
                    <a:pt x="17326" y="271839"/>
                    <a:pt x="17344" y="269619"/>
                  </a:cubicBezTo>
                  <a:cubicBezTo>
                    <a:pt x="17344" y="268937"/>
                    <a:pt x="17344" y="268254"/>
                    <a:pt x="17343" y="267551"/>
                  </a:cubicBezTo>
                  <a:cubicBezTo>
                    <a:pt x="17344" y="265288"/>
                    <a:pt x="17356" y="263026"/>
                    <a:pt x="17368" y="260763"/>
                  </a:cubicBezTo>
                  <a:cubicBezTo>
                    <a:pt x="17370" y="259196"/>
                    <a:pt x="17373" y="257630"/>
                    <a:pt x="17374" y="256064"/>
                  </a:cubicBezTo>
                  <a:cubicBezTo>
                    <a:pt x="17380" y="251937"/>
                    <a:pt x="17394" y="247809"/>
                    <a:pt x="17411" y="243681"/>
                  </a:cubicBezTo>
                  <a:cubicBezTo>
                    <a:pt x="17429" y="238732"/>
                    <a:pt x="17436" y="233782"/>
                    <a:pt x="17444" y="228833"/>
                  </a:cubicBezTo>
                  <a:cubicBezTo>
                    <a:pt x="17459" y="221309"/>
                    <a:pt x="17487" y="213784"/>
                    <a:pt x="17513" y="206260"/>
                  </a:cubicBezTo>
                  <a:cubicBezTo>
                    <a:pt x="32984" y="206015"/>
                    <a:pt x="48454" y="205769"/>
                    <a:pt x="64394" y="205516"/>
                  </a:cubicBezTo>
                  <a:cubicBezTo>
                    <a:pt x="64394" y="173101"/>
                    <a:pt x="64394" y="140686"/>
                    <a:pt x="64394" y="107289"/>
                  </a:cubicBezTo>
                  <a:cubicBezTo>
                    <a:pt x="40083" y="106921"/>
                    <a:pt x="40083" y="106921"/>
                    <a:pt x="15281" y="106545"/>
                  </a:cubicBezTo>
                  <a:cubicBezTo>
                    <a:pt x="15281" y="82971"/>
                    <a:pt x="15281" y="59397"/>
                    <a:pt x="15281" y="35108"/>
                  </a:cubicBezTo>
                  <a:cubicBezTo>
                    <a:pt x="66604" y="35108"/>
                    <a:pt x="117927" y="35108"/>
                    <a:pt x="170806" y="35108"/>
                  </a:cubicBezTo>
                  <a:cubicBezTo>
                    <a:pt x="170806" y="58682"/>
                    <a:pt x="170806" y="82257"/>
                    <a:pt x="170806" y="106545"/>
                  </a:cubicBezTo>
                  <a:cubicBezTo>
                    <a:pt x="155335" y="106791"/>
                    <a:pt x="139865" y="107036"/>
                    <a:pt x="123925" y="107289"/>
                  </a:cubicBezTo>
                  <a:cubicBezTo>
                    <a:pt x="123925" y="139704"/>
                    <a:pt x="123925" y="172119"/>
                    <a:pt x="123925" y="205516"/>
                  </a:cubicBezTo>
                  <a:cubicBezTo>
                    <a:pt x="137431" y="205762"/>
                    <a:pt x="150937" y="206007"/>
                    <a:pt x="164853" y="206260"/>
                  </a:cubicBezTo>
                  <a:cubicBezTo>
                    <a:pt x="164913" y="223657"/>
                    <a:pt x="164913" y="223657"/>
                    <a:pt x="164926" y="231052"/>
                  </a:cubicBezTo>
                  <a:cubicBezTo>
                    <a:pt x="164934" y="236105"/>
                    <a:pt x="164945" y="241158"/>
                    <a:pt x="164965" y="246212"/>
                  </a:cubicBezTo>
                  <a:cubicBezTo>
                    <a:pt x="164981" y="250284"/>
                    <a:pt x="164990" y="254356"/>
                    <a:pt x="164994" y="258428"/>
                  </a:cubicBezTo>
                  <a:cubicBezTo>
                    <a:pt x="164997" y="259985"/>
                    <a:pt x="165002" y="261541"/>
                    <a:pt x="165010" y="263098"/>
                  </a:cubicBezTo>
                  <a:cubicBezTo>
                    <a:pt x="165021" y="265272"/>
                    <a:pt x="165022" y="267445"/>
                    <a:pt x="165022" y="269619"/>
                  </a:cubicBezTo>
                  <a:cubicBezTo>
                    <a:pt x="165027" y="270268"/>
                    <a:pt x="165032" y="270917"/>
                    <a:pt x="165038" y="271585"/>
                  </a:cubicBezTo>
                  <a:cubicBezTo>
                    <a:pt x="165023" y="276040"/>
                    <a:pt x="165023" y="276040"/>
                    <a:pt x="163365" y="277698"/>
                  </a:cubicBezTo>
                  <a:cubicBezTo>
                    <a:pt x="150595" y="277698"/>
                    <a:pt x="137826" y="277698"/>
                    <a:pt x="124669" y="277698"/>
                  </a:cubicBezTo>
                  <a:cubicBezTo>
                    <a:pt x="124301" y="333318"/>
                    <a:pt x="124301" y="333318"/>
                    <a:pt x="123925" y="390063"/>
                  </a:cubicBezTo>
                  <a:cubicBezTo>
                    <a:pt x="125398" y="389817"/>
                    <a:pt x="126872" y="389572"/>
                    <a:pt x="128390" y="389319"/>
                  </a:cubicBezTo>
                  <a:cubicBezTo>
                    <a:pt x="128390" y="388582"/>
                    <a:pt x="128390" y="387845"/>
                    <a:pt x="128390" y="387086"/>
                  </a:cubicBezTo>
                  <a:cubicBezTo>
                    <a:pt x="128964" y="387067"/>
                    <a:pt x="129537" y="387048"/>
                    <a:pt x="130128" y="387028"/>
                  </a:cubicBezTo>
                  <a:cubicBezTo>
                    <a:pt x="130874" y="386986"/>
                    <a:pt x="131621" y="386944"/>
                    <a:pt x="132390" y="386900"/>
                  </a:cubicBezTo>
                  <a:cubicBezTo>
                    <a:pt x="133132" y="386866"/>
                    <a:pt x="133875" y="386831"/>
                    <a:pt x="134640" y="386796"/>
                  </a:cubicBezTo>
                  <a:cubicBezTo>
                    <a:pt x="135278" y="386646"/>
                    <a:pt x="135917" y="386496"/>
                    <a:pt x="136575" y="386342"/>
                  </a:cubicBezTo>
                  <a:cubicBezTo>
                    <a:pt x="136822" y="385848"/>
                    <a:pt x="137069" y="385354"/>
                    <a:pt x="137323" y="384845"/>
                  </a:cubicBezTo>
                  <a:cubicBezTo>
                    <a:pt x="137689" y="384113"/>
                    <a:pt x="137689" y="384113"/>
                    <a:pt x="138064" y="383366"/>
                  </a:cubicBezTo>
                  <a:cubicBezTo>
                    <a:pt x="139974" y="382991"/>
                    <a:pt x="139974" y="382991"/>
                    <a:pt x="142203" y="382947"/>
                  </a:cubicBezTo>
                  <a:cubicBezTo>
                    <a:pt x="144375" y="382947"/>
                    <a:pt x="144375" y="382947"/>
                    <a:pt x="146249" y="382621"/>
                  </a:cubicBezTo>
                  <a:cubicBezTo>
                    <a:pt x="146495" y="381885"/>
                    <a:pt x="146740" y="381148"/>
                    <a:pt x="146993" y="380389"/>
                  </a:cubicBezTo>
                  <a:cubicBezTo>
                    <a:pt x="149120" y="380069"/>
                    <a:pt x="151193" y="380061"/>
                    <a:pt x="153342" y="380020"/>
                  </a:cubicBezTo>
                  <a:cubicBezTo>
                    <a:pt x="153948" y="379896"/>
                    <a:pt x="154554" y="379772"/>
                    <a:pt x="155179" y="379645"/>
                  </a:cubicBezTo>
                  <a:cubicBezTo>
                    <a:pt x="155302" y="379154"/>
                    <a:pt x="155425" y="378663"/>
                    <a:pt x="155551" y="378157"/>
                  </a:cubicBezTo>
                  <a:cubicBezTo>
                    <a:pt x="155674" y="377665"/>
                    <a:pt x="155797" y="377174"/>
                    <a:pt x="155923" y="376668"/>
                  </a:cubicBezTo>
                  <a:cubicBezTo>
                    <a:pt x="157760" y="376293"/>
                    <a:pt x="157760" y="376293"/>
                    <a:pt x="160016" y="376250"/>
                  </a:cubicBezTo>
                  <a:cubicBezTo>
                    <a:pt x="162209" y="376249"/>
                    <a:pt x="162209" y="376249"/>
                    <a:pt x="164109" y="375924"/>
                  </a:cubicBezTo>
                  <a:cubicBezTo>
                    <a:pt x="164354" y="375187"/>
                    <a:pt x="164600" y="374451"/>
                    <a:pt x="164853" y="373692"/>
                  </a:cubicBezTo>
                  <a:cubicBezTo>
                    <a:pt x="166391" y="373474"/>
                    <a:pt x="166391" y="373474"/>
                    <a:pt x="168248" y="373552"/>
                  </a:cubicBezTo>
                  <a:cubicBezTo>
                    <a:pt x="168863" y="373572"/>
                    <a:pt x="169478" y="373593"/>
                    <a:pt x="170111" y="373613"/>
                  </a:cubicBezTo>
                  <a:cubicBezTo>
                    <a:pt x="170823" y="373652"/>
                    <a:pt x="170823" y="373652"/>
                    <a:pt x="171550" y="373692"/>
                  </a:cubicBezTo>
                  <a:cubicBezTo>
                    <a:pt x="171550" y="374428"/>
                    <a:pt x="171550" y="375165"/>
                    <a:pt x="171550" y="375924"/>
                  </a:cubicBezTo>
                  <a:cubicBezTo>
                    <a:pt x="172041" y="375924"/>
                    <a:pt x="172532" y="375924"/>
                    <a:pt x="173038" y="375924"/>
                  </a:cubicBezTo>
                  <a:cubicBezTo>
                    <a:pt x="173824" y="379737"/>
                    <a:pt x="173845" y="383358"/>
                    <a:pt x="173783" y="387226"/>
                  </a:cubicBezTo>
                  <a:cubicBezTo>
                    <a:pt x="173764" y="388415"/>
                    <a:pt x="173748" y="389604"/>
                    <a:pt x="173736" y="390792"/>
                  </a:cubicBezTo>
                  <a:cubicBezTo>
                    <a:pt x="173727" y="391313"/>
                    <a:pt x="173719" y="391835"/>
                    <a:pt x="173710" y="392371"/>
                  </a:cubicBezTo>
                  <a:cubicBezTo>
                    <a:pt x="173728" y="393952"/>
                    <a:pt x="173728" y="393952"/>
                    <a:pt x="174527" y="396016"/>
                  </a:cubicBezTo>
                  <a:cubicBezTo>
                    <a:pt x="175018" y="396262"/>
                    <a:pt x="175509" y="396507"/>
                    <a:pt x="176015" y="396760"/>
                  </a:cubicBezTo>
                  <a:cubicBezTo>
                    <a:pt x="176247" y="398780"/>
                    <a:pt x="176397" y="400733"/>
                    <a:pt x="176480" y="402760"/>
                  </a:cubicBezTo>
                  <a:cubicBezTo>
                    <a:pt x="176509" y="403324"/>
                    <a:pt x="176538" y="403889"/>
                    <a:pt x="176567" y="404470"/>
                  </a:cubicBezTo>
                  <a:cubicBezTo>
                    <a:pt x="176638" y="405869"/>
                    <a:pt x="176699" y="407268"/>
                    <a:pt x="176759" y="408666"/>
                  </a:cubicBezTo>
                  <a:cubicBezTo>
                    <a:pt x="179040" y="407429"/>
                    <a:pt x="179040" y="407429"/>
                    <a:pt x="179689" y="405643"/>
                  </a:cubicBezTo>
                  <a:cubicBezTo>
                    <a:pt x="179950" y="405167"/>
                    <a:pt x="180211" y="404692"/>
                    <a:pt x="180480" y="404202"/>
                  </a:cubicBezTo>
                  <a:cubicBezTo>
                    <a:pt x="180986" y="404079"/>
                    <a:pt x="181493" y="403956"/>
                    <a:pt x="182015" y="403829"/>
                  </a:cubicBezTo>
                  <a:cubicBezTo>
                    <a:pt x="182490" y="403707"/>
                    <a:pt x="182966" y="403584"/>
                    <a:pt x="183456" y="403457"/>
                  </a:cubicBezTo>
                  <a:cubicBezTo>
                    <a:pt x="183641" y="402698"/>
                    <a:pt x="183641" y="402698"/>
                    <a:pt x="183828" y="401923"/>
                  </a:cubicBezTo>
                  <a:cubicBezTo>
                    <a:pt x="183951" y="401447"/>
                    <a:pt x="184074" y="400971"/>
                    <a:pt x="184200" y="400481"/>
                  </a:cubicBezTo>
                  <a:cubicBezTo>
                    <a:pt x="185183" y="400481"/>
                    <a:pt x="186165" y="400481"/>
                    <a:pt x="187177" y="400481"/>
                  </a:cubicBezTo>
                  <a:cubicBezTo>
                    <a:pt x="187177" y="399499"/>
                    <a:pt x="187177" y="398516"/>
                    <a:pt x="187177" y="397504"/>
                  </a:cubicBezTo>
                  <a:cubicBezTo>
                    <a:pt x="188619" y="397086"/>
                    <a:pt x="188619" y="397086"/>
                    <a:pt x="190154" y="396760"/>
                  </a:cubicBezTo>
                  <a:cubicBezTo>
                    <a:pt x="190399" y="396023"/>
                    <a:pt x="190645" y="395287"/>
                    <a:pt x="190898" y="394528"/>
                  </a:cubicBezTo>
                  <a:cubicBezTo>
                    <a:pt x="191527" y="394282"/>
                    <a:pt x="192156" y="394037"/>
                    <a:pt x="192805" y="393784"/>
                  </a:cubicBezTo>
                  <a:cubicBezTo>
                    <a:pt x="193403" y="393538"/>
                    <a:pt x="194002" y="393292"/>
                    <a:pt x="194618" y="393039"/>
                  </a:cubicBezTo>
                  <a:cubicBezTo>
                    <a:pt x="194618" y="392303"/>
                    <a:pt x="194618" y="391566"/>
                    <a:pt x="194618" y="390807"/>
                  </a:cubicBezTo>
                  <a:cubicBezTo>
                    <a:pt x="195859" y="390559"/>
                    <a:pt x="197099" y="390311"/>
                    <a:pt x="198339" y="390063"/>
                  </a:cubicBezTo>
                  <a:cubicBezTo>
                    <a:pt x="198339" y="389326"/>
                    <a:pt x="198339" y="388589"/>
                    <a:pt x="198339" y="387830"/>
                  </a:cubicBezTo>
                  <a:cubicBezTo>
                    <a:pt x="198815" y="387723"/>
                    <a:pt x="199291" y="387616"/>
                    <a:pt x="199781" y="387505"/>
                  </a:cubicBezTo>
                  <a:cubicBezTo>
                    <a:pt x="200287" y="387367"/>
                    <a:pt x="200794" y="387229"/>
                    <a:pt x="201316" y="387086"/>
                  </a:cubicBezTo>
                  <a:cubicBezTo>
                    <a:pt x="201571" y="386096"/>
                    <a:pt x="201819" y="385104"/>
                    <a:pt x="202060" y="384110"/>
                  </a:cubicBezTo>
                  <a:cubicBezTo>
                    <a:pt x="203040" y="383589"/>
                    <a:pt x="204032" y="383092"/>
                    <a:pt x="205036" y="382621"/>
                  </a:cubicBezTo>
                  <a:cubicBezTo>
                    <a:pt x="205282" y="381885"/>
                    <a:pt x="205528" y="381148"/>
                    <a:pt x="205781" y="380389"/>
                  </a:cubicBezTo>
                  <a:cubicBezTo>
                    <a:pt x="206763" y="380389"/>
                    <a:pt x="207745" y="380389"/>
                    <a:pt x="208757" y="380389"/>
                  </a:cubicBezTo>
                  <a:cubicBezTo>
                    <a:pt x="209204" y="378974"/>
                    <a:pt x="209204" y="378974"/>
                    <a:pt x="209501" y="377412"/>
                  </a:cubicBezTo>
                  <a:cubicBezTo>
                    <a:pt x="210238" y="376921"/>
                    <a:pt x="210975" y="376430"/>
                    <a:pt x="211734" y="375924"/>
                  </a:cubicBezTo>
                  <a:cubicBezTo>
                    <a:pt x="211979" y="375187"/>
                    <a:pt x="212225" y="374451"/>
                    <a:pt x="212478" y="373692"/>
                  </a:cubicBezTo>
                  <a:cubicBezTo>
                    <a:pt x="213470" y="373196"/>
                    <a:pt x="214462" y="372700"/>
                    <a:pt x="215454" y="372203"/>
                  </a:cubicBezTo>
                  <a:cubicBezTo>
                    <a:pt x="215700" y="371467"/>
                    <a:pt x="215946" y="370730"/>
                    <a:pt x="216199" y="369971"/>
                  </a:cubicBezTo>
                  <a:cubicBezTo>
                    <a:pt x="218105" y="369832"/>
                    <a:pt x="218105" y="369832"/>
                    <a:pt x="219919" y="369971"/>
                  </a:cubicBezTo>
                  <a:cubicBezTo>
                    <a:pt x="219919" y="368989"/>
                    <a:pt x="219919" y="368007"/>
                    <a:pt x="219919" y="366994"/>
                  </a:cubicBezTo>
                  <a:cubicBezTo>
                    <a:pt x="220902" y="366994"/>
                    <a:pt x="221884" y="366994"/>
                    <a:pt x="222896" y="366994"/>
                  </a:cubicBezTo>
                  <a:cubicBezTo>
                    <a:pt x="223755" y="365155"/>
                    <a:pt x="223755" y="365155"/>
                    <a:pt x="224384" y="363274"/>
                  </a:cubicBezTo>
                  <a:cubicBezTo>
                    <a:pt x="224875" y="363274"/>
                    <a:pt x="225366" y="363274"/>
                    <a:pt x="225872" y="363274"/>
                  </a:cubicBezTo>
                  <a:cubicBezTo>
                    <a:pt x="226087" y="362721"/>
                    <a:pt x="226302" y="362169"/>
                    <a:pt x="226523" y="361599"/>
                  </a:cubicBezTo>
                  <a:cubicBezTo>
                    <a:pt x="227466" y="359295"/>
                    <a:pt x="228393" y="358120"/>
                    <a:pt x="230337" y="356577"/>
                  </a:cubicBezTo>
                  <a:cubicBezTo>
                    <a:pt x="231319" y="356577"/>
                    <a:pt x="232302" y="356577"/>
                    <a:pt x="233314" y="356577"/>
                  </a:cubicBezTo>
                  <a:cubicBezTo>
                    <a:pt x="233761" y="355161"/>
                    <a:pt x="233761" y="355161"/>
                    <a:pt x="234058" y="353600"/>
                  </a:cubicBezTo>
                  <a:cubicBezTo>
                    <a:pt x="234795" y="353109"/>
                    <a:pt x="235531" y="352618"/>
                    <a:pt x="236290" y="352112"/>
                  </a:cubicBezTo>
                  <a:cubicBezTo>
                    <a:pt x="236536" y="351375"/>
                    <a:pt x="236781" y="350638"/>
                    <a:pt x="237034" y="349879"/>
                  </a:cubicBezTo>
                  <a:cubicBezTo>
                    <a:pt x="237771" y="349634"/>
                    <a:pt x="238508" y="349388"/>
                    <a:pt x="239267" y="349135"/>
                  </a:cubicBezTo>
                  <a:cubicBezTo>
                    <a:pt x="239482" y="348705"/>
                    <a:pt x="239697" y="348276"/>
                    <a:pt x="239918" y="347833"/>
                  </a:cubicBezTo>
                  <a:cubicBezTo>
                    <a:pt x="241066" y="345537"/>
                    <a:pt x="242535" y="344101"/>
                    <a:pt x="244476" y="342438"/>
                  </a:cubicBezTo>
                  <a:cubicBezTo>
                    <a:pt x="245458" y="342438"/>
                    <a:pt x="246440" y="342438"/>
                    <a:pt x="247452" y="342438"/>
                  </a:cubicBezTo>
                  <a:cubicBezTo>
                    <a:pt x="247452" y="341456"/>
                    <a:pt x="247452" y="340473"/>
                    <a:pt x="247452" y="339461"/>
                  </a:cubicBezTo>
                  <a:cubicBezTo>
                    <a:pt x="248435" y="339461"/>
                    <a:pt x="249417" y="339461"/>
                    <a:pt x="250429" y="339461"/>
                  </a:cubicBezTo>
                  <a:cubicBezTo>
                    <a:pt x="250955" y="338234"/>
                    <a:pt x="251445" y="336990"/>
                    <a:pt x="251917" y="335741"/>
                  </a:cubicBezTo>
                  <a:cubicBezTo>
                    <a:pt x="253731" y="333648"/>
                    <a:pt x="253731" y="333648"/>
                    <a:pt x="255638" y="332020"/>
                  </a:cubicBezTo>
                  <a:cubicBezTo>
                    <a:pt x="256375" y="332020"/>
                    <a:pt x="257111" y="332020"/>
                    <a:pt x="257870" y="332020"/>
                  </a:cubicBezTo>
                  <a:cubicBezTo>
                    <a:pt x="257870" y="331038"/>
                    <a:pt x="257870" y="330055"/>
                    <a:pt x="257870" y="329043"/>
                  </a:cubicBezTo>
                  <a:cubicBezTo>
                    <a:pt x="258853" y="329043"/>
                    <a:pt x="259835" y="329043"/>
                    <a:pt x="260847" y="329043"/>
                  </a:cubicBezTo>
                  <a:cubicBezTo>
                    <a:pt x="260847" y="328061"/>
                    <a:pt x="260847" y="327079"/>
                    <a:pt x="260847" y="326067"/>
                  </a:cubicBezTo>
                  <a:cubicBezTo>
                    <a:pt x="262242" y="325276"/>
                    <a:pt x="262242" y="325276"/>
                    <a:pt x="263824" y="324578"/>
                  </a:cubicBezTo>
                  <a:cubicBezTo>
                    <a:pt x="264315" y="323842"/>
                    <a:pt x="264806" y="323105"/>
                    <a:pt x="265312" y="322346"/>
                  </a:cubicBezTo>
                  <a:cubicBezTo>
                    <a:pt x="265803" y="322346"/>
                    <a:pt x="266294" y="322346"/>
                    <a:pt x="266800" y="322346"/>
                  </a:cubicBezTo>
                  <a:cubicBezTo>
                    <a:pt x="266877" y="321932"/>
                    <a:pt x="266954" y="321517"/>
                    <a:pt x="267033" y="321090"/>
                  </a:cubicBezTo>
                  <a:cubicBezTo>
                    <a:pt x="267791" y="318540"/>
                    <a:pt x="269255" y="317332"/>
                    <a:pt x="271265" y="315649"/>
                  </a:cubicBezTo>
                  <a:cubicBezTo>
                    <a:pt x="272247" y="315649"/>
                    <a:pt x="273229" y="315649"/>
                    <a:pt x="274242" y="315649"/>
                  </a:cubicBezTo>
                  <a:cubicBezTo>
                    <a:pt x="274688" y="314234"/>
                    <a:pt x="274688" y="314234"/>
                    <a:pt x="274986" y="312672"/>
                  </a:cubicBezTo>
                  <a:cubicBezTo>
                    <a:pt x="275722" y="312181"/>
                    <a:pt x="276459" y="311690"/>
                    <a:pt x="277218" y="311184"/>
                  </a:cubicBezTo>
                  <a:cubicBezTo>
                    <a:pt x="277464" y="310447"/>
                    <a:pt x="277709" y="309711"/>
                    <a:pt x="277962" y="308952"/>
                  </a:cubicBezTo>
                  <a:cubicBezTo>
                    <a:pt x="278699" y="308952"/>
                    <a:pt x="279436" y="308952"/>
                    <a:pt x="280195" y="308952"/>
                  </a:cubicBezTo>
                  <a:cubicBezTo>
                    <a:pt x="280717" y="307722"/>
                    <a:pt x="281214" y="306482"/>
                    <a:pt x="281683" y="305231"/>
                  </a:cubicBezTo>
                  <a:cubicBezTo>
                    <a:pt x="282174" y="305231"/>
                    <a:pt x="282665" y="305231"/>
                    <a:pt x="283171" y="305231"/>
                  </a:cubicBezTo>
                  <a:cubicBezTo>
                    <a:pt x="282803" y="237455"/>
                    <a:pt x="282803" y="237455"/>
                    <a:pt x="282427" y="168309"/>
                  </a:cubicBezTo>
                  <a:cubicBezTo>
                    <a:pt x="247685" y="168338"/>
                    <a:pt x="247685" y="168338"/>
                    <a:pt x="212943" y="168376"/>
                  </a:cubicBezTo>
                  <a:cubicBezTo>
                    <a:pt x="206239" y="168379"/>
                    <a:pt x="206239" y="168379"/>
                    <a:pt x="203105" y="168380"/>
                  </a:cubicBezTo>
                  <a:cubicBezTo>
                    <a:pt x="200906" y="168381"/>
                    <a:pt x="198707" y="168383"/>
                    <a:pt x="196509" y="168388"/>
                  </a:cubicBezTo>
                  <a:cubicBezTo>
                    <a:pt x="193709" y="168393"/>
                    <a:pt x="190909" y="168394"/>
                    <a:pt x="188110" y="168393"/>
                  </a:cubicBezTo>
                  <a:cubicBezTo>
                    <a:pt x="187079" y="168393"/>
                    <a:pt x="186048" y="168395"/>
                    <a:pt x="185018" y="168398"/>
                  </a:cubicBezTo>
                  <a:cubicBezTo>
                    <a:pt x="183632" y="168401"/>
                    <a:pt x="182246" y="168400"/>
                    <a:pt x="180860" y="168398"/>
                  </a:cubicBezTo>
                  <a:cubicBezTo>
                    <a:pt x="180082" y="168399"/>
                    <a:pt x="179303" y="168400"/>
                    <a:pt x="178501" y="168401"/>
                  </a:cubicBezTo>
                  <a:cubicBezTo>
                    <a:pt x="176759" y="168309"/>
                    <a:pt x="176759" y="168309"/>
                    <a:pt x="176015" y="167565"/>
                  </a:cubicBezTo>
                  <a:cubicBezTo>
                    <a:pt x="175944" y="165368"/>
                    <a:pt x="175922" y="163188"/>
                    <a:pt x="175930" y="160991"/>
                  </a:cubicBezTo>
                  <a:cubicBezTo>
                    <a:pt x="175930" y="160290"/>
                    <a:pt x="175930" y="159589"/>
                    <a:pt x="175930" y="158867"/>
                  </a:cubicBezTo>
                  <a:cubicBezTo>
                    <a:pt x="175931" y="156587"/>
                    <a:pt x="175936" y="154308"/>
                    <a:pt x="175942" y="152028"/>
                  </a:cubicBezTo>
                  <a:cubicBezTo>
                    <a:pt x="175943" y="150625"/>
                    <a:pt x="175944" y="149222"/>
                    <a:pt x="175945" y="147819"/>
                  </a:cubicBezTo>
                  <a:cubicBezTo>
                    <a:pt x="175948" y="142603"/>
                    <a:pt x="175959" y="137387"/>
                    <a:pt x="175968" y="132172"/>
                  </a:cubicBezTo>
                  <a:cubicBezTo>
                    <a:pt x="175984" y="120523"/>
                    <a:pt x="175999" y="108874"/>
                    <a:pt x="176015" y="96871"/>
                  </a:cubicBezTo>
                  <a:cubicBezTo>
                    <a:pt x="211377" y="96626"/>
                    <a:pt x="246738" y="96380"/>
                    <a:pt x="283171" y="96127"/>
                  </a:cubicBezTo>
                  <a:cubicBezTo>
                    <a:pt x="282897" y="66172"/>
                    <a:pt x="282897" y="66172"/>
                    <a:pt x="282614" y="36218"/>
                  </a:cubicBezTo>
                  <a:cubicBezTo>
                    <a:pt x="282564" y="30425"/>
                    <a:pt x="282564" y="30425"/>
                    <a:pt x="282541" y="27713"/>
                  </a:cubicBezTo>
                  <a:cubicBezTo>
                    <a:pt x="282520" y="25320"/>
                    <a:pt x="282496" y="22928"/>
                    <a:pt x="282472" y="20536"/>
                  </a:cubicBezTo>
                  <a:cubicBezTo>
                    <a:pt x="282448" y="18165"/>
                    <a:pt x="282430" y="15794"/>
                    <a:pt x="282411" y="13423"/>
                  </a:cubicBezTo>
                  <a:cubicBezTo>
                    <a:pt x="282401" y="12578"/>
                    <a:pt x="282392" y="11734"/>
                    <a:pt x="282382" y="10865"/>
                  </a:cubicBezTo>
                  <a:cubicBezTo>
                    <a:pt x="282376" y="10091"/>
                    <a:pt x="282371" y="9317"/>
                    <a:pt x="282366" y="8520"/>
                  </a:cubicBezTo>
                  <a:cubicBezTo>
                    <a:pt x="282357" y="7513"/>
                    <a:pt x="282357" y="7513"/>
                    <a:pt x="282347" y="6485"/>
                  </a:cubicBezTo>
                  <a:cubicBezTo>
                    <a:pt x="282431" y="4505"/>
                    <a:pt x="282577" y="2772"/>
                    <a:pt x="283171" y="877"/>
                  </a:cubicBezTo>
                  <a:close/>
                </a:path>
              </a:pathLst>
            </a:custGeom>
            <a:grpFill/>
            <a:ln w="744" cap="flat">
              <a:noFill/>
              <a:prstDash val="solid"/>
              <a:miter/>
            </a:ln>
          </p:spPr>
          <p:txBody>
            <a:bodyPr rtlCol="0" anchor="ctr"/>
            <a:lstStyle/>
            <a:p>
              <a:endParaRPr lang="zh-CN" altLang="en-US"/>
            </a:p>
          </p:txBody>
        </p:sp>
        <p:sp>
          <p:nvSpPr>
            <p:cNvPr id="89" name="任意多边形: 形状 88"/>
            <p:cNvSpPr/>
            <p:nvPr/>
          </p:nvSpPr>
          <p:spPr>
            <a:xfrm>
              <a:off x="-291095" y="273657"/>
              <a:ext cx="869556" cy="448064"/>
            </a:xfrm>
            <a:custGeom>
              <a:avLst/>
              <a:gdLst>
                <a:gd name="connsiteX0" fmla="*/ 512969 w 869556"/>
                <a:gd name="connsiteY0" fmla="*/ 92 h 448064"/>
                <a:gd name="connsiteX1" fmla="*/ 554554 w 869556"/>
                <a:gd name="connsiteY1" fmla="*/ 53 h 448064"/>
                <a:gd name="connsiteX2" fmla="*/ 573861 w 869556"/>
                <a:gd name="connsiteY2" fmla="*/ 35 h 448064"/>
                <a:gd name="connsiteX3" fmla="*/ 590683 w 869556"/>
                <a:gd name="connsiteY3" fmla="*/ 22 h 448064"/>
                <a:gd name="connsiteX4" fmla="*/ 599595 w 869556"/>
                <a:gd name="connsiteY4" fmla="*/ 13 h 448064"/>
                <a:gd name="connsiteX5" fmla="*/ 607974 w 869556"/>
                <a:gd name="connsiteY5" fmla="*/ 7 h 448064"/>
                <a:gd name="connsiteX6" fmla="*/ 611059 w 869556"/>
                <a:gd name="connsiteY6" fmla="*/ 3 h 448064"/>
                <a:gd name="connsiteX7" fmla="*/ 615252 w 869556"/>
                <a:gd name="connsiteY7" fmla="*/ 2 h 448064"/>
                <a:gd name="connsiteX8" fmla="*/ 617628 w 869556"/>
                <a:gd name="connsiteY8" fmla="*/ 0 h 448064"/>
                <a:gd name="connsiteX9" fmla="*/ 620125 w 869556"/>
                <a:gd name="connsiteY9" fmla="*/ 836 h 448064"/>
                <a:gd name="connsiteX10" fmla="*/ 626683 w 869556"/>
                <a:gd name="connsiteY10" fmla="*/ 940 h 448064"/>
                <a:gd name="connsiteX11" fmla="*/ 630735 w 869556"/>
                <a:gd name="connsiteY11" fmla="*/ 984 h 448064"/>
                <a:gd name="connsiteX12" fmla="*/ 637158 w 869556"/>
                <a:gd name="connsiteY12" fmla="*/ 1022 h 448064"/>
                <a:gd name="connsiteX13" fmla="*/ 643333 w 869556"/>
                <a:gd name="connsiteY13" fmla="*/ 1080 h 448064"/>
                <a:gd name="connsiteX14" fmla="*/ 645287 w 869556"/>
                <a:gd name="connsiteY14" fmla="*/ 1064 h 448064"/>
                <a:gd name="connsiteX15" fmla="*/ 649891 w 869556"/>
                <a:gd name="connsiteY15" fmla="*/ 1580 h 448064"/>
                <a:gd name="connsiteX16" fmla="*/ 650635 w 869556"/>
                <a:gd name="connsiteY16" fmla="*/ 5301 h 448064"/>
                <a:gd name="connsiteX17" fmla="*/ 655864 w 869556"/>
                <a:gd name="connsiteY17" fmla="*/ 5559 h 448064"/>
                <a:gd name="connsiteX18" fmla="*/ 657452 w 869556"/>
                <a:gd name="connsiteY18" fmla="*/ 5522 h 448064"/>
                <a:gd name="connsiteX19" fmla="*/ 662495 w 869556"/>
                <a:gd name="connsiteY19" fmla="*/ 5347 h 448064"/>
                <a:gd name="connsiteX20" fmla="*/ 667529 w 869556"/>
                <a:gd name="connsiteY20" fmla="*/ 5180 h 448064"/>
                <a:gd name="connsiteX21" fmla="*/ 670667 w 869556"/>
                <a:gd name="connsiteY21" fmla="*/ 5059 h 448064"/>
                <a:gd name="connsiteX22" fmla="*/ 674447 w 869556"/>
                <a:gd name="connsiteY22" fmla="*/ 5301 h 448064"/>
                <a:gd name="connsiteX23" fmla="*/ 675936 w 869556"/>
                <a:gd name="connsiteY23" fmla="*/ 8277 h 448064"/>
                <a:gd name="connsiteX24" fmla="*/ 681191 w 869556"/>
                <a:gd name="connsiteY24" fmla="*/ 8417 h 448064"/>
                <a:gd name="connsiteX25" fmla="*/ 693795 w 869556"/>
                <a:gd name="connsiteY25" fmla="*/ 9021 h 448064"/>
                <a:gd name="connsiteX26" fmla="*/ 694539 w 869556"/>
                <a:gd name="connsiteY26" fmla="*/ 11254 h 448064"/>
                <a:gd name="connsiteX27" fmla="*/ 698004 w 869556"/>
                <a:gd name="connsiteY27" fmla="*/ 11530 h 448064"/>
                <a:gd name="connsiteX28" fmla="*/ 700123 w 869556"/>
                <a:gd name="connsiteY28" fmla="*/ 11569 h 448064"/>
                <a:gd name="connsiteX29" fmla="*/ 704582 w 869556"/>
                <a:gd name="connsiteY29" fmla="*/ 11581 h 448064"/>
                <a:gd name="connsiteX30" fmla="*/ 706701 w 869556"/>
                <a:gd name="connsiteY30" fmla="*/ 11623 h 448064"/>
                <a:gd name="connsiteX31" fmla="*/ 708659 w 869556"/>
                <a:gd name="connsiteY31" fmla="*/ 11627 h 448064"/>
                <a:gd name="connsiteX32" fmla="*/ 710166 w 869556"/>
                <a:gd name="connsiteY32" fmla="*/ 11998 h 448064"/>
                <a:gd name="connsiteX33" fmla="*/ 710910 w 869556"/>
                <a:gd name="connsiteY33" fmla="*/ 14974 h 448064"/>
                <a:gd name="connsiteX34" fmla="*/ 717236 w 869556"/>
                <a:gd name="connsiteY34" fmla="*/ 15393 h 448064"/>
                <a:gd name="connsiteX35" fmla="*/ 723561 w 869556"/>
                <a:gd name="connsiteY35" fmla="*/ 15719 h 448064"/>
                <a:gd name="connsiteX36" fmla="*/ 724305 w 869556"/>
                <a:gd name="connsiteY36" fmla="*/ 17951 h 448064"/>
                <a:gd name="connsiteX37" fmla="*/ 732397 w 869556"/>
                <a:gd name="connsiteY37" fmla="*/ 18320 h 448064"/>
                <a:gd name="connsiteX38" fmla="*/ 734723 w 869556"/>
                <a:gd name="connsiteY38" fmla="*/ 18695 h 448064"/>
                <a:gd name="connsiteX39" fmla="*/ 735467 w 869556"/>
                <a:gd name="connsiteY39" fmla="*/ 21672 h 448064"/>
                <a:gd name="connsiteX40" fmla="*/ 739560 w 869556"/>
                <a:gd name="connsiteY40" fmla="*/ 22044 h 448064"/>
                <a:gd name="connsiteX41" fmla="*/ 743653 w 869556"/>
                <a:gd name="connsiteY41" fmla="*/ 22416 h 448064"/>
                <a:gd name="connsiteX42" fmla="*/ 744397 w 869556"/>
                <a:gd name="connsiteY42" fmla="*/ 25392 h 448064"/>
                <a:gd name="connsiteX43" fmla="*/ 748978 w 869556"/>
                <a:gd name="connsiteY43" fmla="*/ 25250 h 448064"/>
                <a:gd name="connsiteX44" fmla="*/ 750350 w 869556"/>
                <a:gd name="connsiteY44" fmla="*/ 25392 h 448064"/>
                <a:gd name="connsiteX45" fmla="*/ 751047 w 869556"/>
                <a:gd name="connsiteY45" fmla="*/ 27253 h 448064"/>
                <a:gd name="connsiteX46" fmla="*/ 751838 w 869556"/>
                <a:gd name="connsiteY46" fmla="*/ 29113 h 448064"/>
                <a:gd name="connsiteX47" fmla="*/ 758535 w 869556"/>
                <a:gd name="connsiteY47" fmla="*/ 29113 h 448064"/>
                <a:gd name="connsiteX48" fmla="*/ 758535 w 869556"/>
                <a:gd name="connsiteY48" fmla="*/ 32090 h 448064"/>
                <a:gd name="connsiteX49" fmla="*/ 765233 w 869556"/>
                <a:gd name="connsiteY49" fmla="*/ 32834 h 448064"/>
                <a:gd name="connsiteX50" fmla="*/ 765233 w 869556"/>
                <a:gd name="connsiteY50" fmla="*/ 35810 h 448064"/>
                <a:gd name="connsiteX51" fmla="*/ 771930 w 869556"/>
                <a:gd name="connsiteY51" fmla="*/ 35810 h 448064"/>
                <a:gd name="connsiteX52" fmla="*/ 771930 w 869556"/>
                <a:gd name="connsiteY52" fmla="*/ 38787 h 448064"/>
                <a:gd name="connsiteX53" fmla="*/ 773343 w 869556"/>
                <a:gd name="connsiteY53" fmla="*/ 38845 h 448064"/>
                <a:gd name="connsiteX54" fmla="*/ 775186 w 869556"/>
                <a:gd name="connsiteY54" fmla="*/ 38973 h 448064"/>
                <a:gd name="connsiteX55" fmla="*/ 777017 w 869556"/>
                <a:gd name="connsiteY55" fmla="*/ 39078 h 448064"/>
                <a:gd name="connsiteX56" fmla="*/ 778627 w 869556"/>
                <a:gd name="connsiteY56" fmla="*/ 39531 h 448064"/>
                <a:gd name="connsiteX57" fmla="*/ 780115 w 869556"/>
                <a:gd name="connsiteY57" fmla="*/ 42508 h 448064"/>
                <a:gd name="connsiteX58" fmla="*/ 782394 w 869556"/>
                <a:gd name="connsiteY58" fmla="*/ 42461 h 448064"/>
                <a:gd name="connsiteX59" fmla="*/ 784580 w 869556"/>
                <a:gd name="connsiteY59" fmla="*/ 42508 h 448064"/>
                <a:gd name="connsiteX60" fmla="*/ 784859 w 869556"/>
                <a:gd name="connsiteY60" fmla="*/ 44368 h 448064"/>
                <a:gd name="connsiteX61" fmla="*/ 785324 w 869556"/>
                <a:gd name="connsiteY61" fmla="*/ 46228 h 448064"/>
                <a:gd name="connsiteX62" fmla="*/ 791278 w 869556"/>
                <a:gd name="connsiteY62" fmla="*/ 46228 h 448064"/>
                <a:gd name="connsiteX63" fmla="*/ 791278 w 869556"/>
                <a:gd name="connsiteY63" fmla="*/ 49205 h 448064"/>
                <a:gd name="connsiteX64" fmla="*/ 797975 w 869556"/>
                <a:gd name="connsiteY64" fmla="*/ 49949 h 448064"/>
                <a:gd name="connsiteX65" fmla="*/ 797975 w 869556"/>
                <a:gd name="connsiteY65" fmla="*/ 52926 h 448064"/>
                <a:gd name="connsiteX66" fmla="*/ 803928 w 869556"/>
                <a:gd name="connsiteY66" fmla="*/ 52926 h 448064"/>
                <a:gd name="connsiteX67" fmla="*/ 803928 w 869556"/>
                <a:gd name="connsiteY67" fmla="*/ 56646 h 448064"/>
                <a:gd name="connsiteX68" fmla="*/ 806486 w 869556"/>
                <a:gd name="connsiteY68" fmla="*/ 56460 h 448064"/>
                <a:gd name="connsiteX69" fmla="*/ 809137 w 869556"/>
                <a:gd name="connsiteY69" fmla="*/ 56646 h 448064"/>
                <a:gd name="connsiteX70" fmla="*/ 809881 w 869556"/>
                <a:gd name="connsiteY70" fmla="*/ 59623 h 448064"/>
                <a:gd name="connsiteX71" fmla="*/ 812486 w 869556"/>
                <a:gd name="connsiteY71" fmla="*/ 59623 h 448064"/>
                <a:gd name="connsiteX72" fmla="*/ 815090 w 869556"/>
                <a:gd name="connsiteY72" fmla="*/ 59623 h 448064"/>
                <a:gd name="connsiteX73" fmla="*/ 815834 w 869556"/>
                <a:gd name="connsiteY73" fmla="*/ 62599 h 448064"/>
                <a:gd name="connsiteX74" fmla="*/ 820299 w 869556"/>
                <a:gd name="connsiteY74" fmla="*/ 63344 h 448064"/>
                <a:gd name="connsiteX75" fmla="*/ 821787 w 869556"/>
                <a:gd name="connsiteY75" fmla="*/ 66320 h 448064"/>
                <a:gd name="connsiteX76" fmla="*/ 826252 w 869556"/>
                <a:gd name="connsiteY76" fmla="*/ 67064 h 448064"/>
                <a:gd name="connsiteX77" fmla="*/ 826252 w 869556"/>
                <a:gd name="connsiteY77" fmla="*/ 70041 h 448064"/>
                <a:gd name="connsiteX78" fmla="*/ 828810 w 869556"/>
                <a:gd name="connsiteY78" fmla="*/ 69855 h 448064"/>
                <a:gd name="connsiteX79" fmla="*/ 831461 w 869556"/>
                <a:gd name="connsiteY79" fmla="*/ 70041 h 448064"/>
                <a:gd name="connsiteX80" fmla="*/ 832205 w 869556"/>
                <a:gd name="connsiteY80" fmla="*/ 73017 h 448064"/>
                <a:gd name="connsiteX81" fmla="*/ 836670 w 869556"/>
                <a:gd name="connsiteY81" fmla="*/ 73761 h 448064"/>
                <a:gd name="connsiteX82" fmla="*/ 837414 w 869556"/>
                <a:gd name="connsiteY82" fmla="*/ 75994 h 448064"/>
                <a:gd name="connsiteX83" fmla="*/ 840019 w 869556"/>
                <a:gd name="connsiteY83" fmla="*/ 76738 h 448064"/>
                <a:gd name="connsiteX84" fmla="*/ 842623 w 869556"/>
                <a:gd name="connsiteY84" fmla="*/ 77482 h 448064"/>
                <a:gd name="connsiteX85" fmla="*/ 843367 w 869556"/>
                <a:gd name="connsiteY85" fmla="*/ 79715 h 448064"/>
                <a:gd name="connsiteX86" fmla="*/ 847832 w 869556"/>
                <a:gd name="connsiteY86" fmla="*/ 80459 h 448064"/>
                <a:gd name="connsiteX87" fmla="*/ 847832 w 869556"/>
                <a:gd name="connsiteY87" fmla="*/ 83435 h 448064"/>
                <a:gd name="connsiteX88" fmla="*/ 853041 w 869556"/>
                <a:gd name="connsiteY88" fmla="*/ 84179 h 448064"/>
                <a:gd name="connsiteX89" fmla="*/ 853041 w 869556"/>
                <a:gd name="connsiteY89" fmla="*/ 87156 h 448064"/>
                <a:gd name="connsiteX90" fmla="*/ 855599 w 869556"/>
                <a:gd name="connsiteY90" fmla="*/ 86970 h 448064"/>
                <a:gd name="connsiteX91" fmla="*/ 858250 w 869556"/>
                <a:gd name="connsiteY91" fmla="*/ 87156 h 448064"/>
                <a:gd name="connsiteX92" fmla="*/ 858994 w 869556"/>
                <a:gd name="connsiteY92" fmla="*/ 90133 h 448064"/>
                <a:gd name="connsiteX93" fmla="*/ 863459 w 869556"/>
                <a:gd name="connsiteY93" fmla="*/ 90877 h 448064"/>
                <a:gd name="connsiteX94" fmla="*/ 863459 w 869556"/>
                <a:gd name="connsiteY94" fmla="*/ 93853 h 448064"/>
                <a:gd name="connsiteX95" fmla="*/ 865971 w 869556"/>
                <a:gd name="connsiteY95" fmla="*/ 93760 h 448064"/>
                <a:gd name="connsiteX96" fmla="*/ 870156 w 869556"/>
                <a:gd name="connsiteY96" fmla="*/ 95342 h 448064"/>
                <a:gd name="connsiteX97" fmla="*/ 870296 w 869556"/>
                <a:gd name="connsiteY97" fmla="*/ 99481 h 448064"/>
                <a:gd name="connsiteX98" fmla="*/ 870281 w 869556"/>
                <a:gd name="connsiteY98" fmla="*/ 101716 h 448064"/>
                <a:gd name="connsiteX99" fmla="*/ 869412 w 869556"/>
                <a:gd name="connsiteY99" fmla="*/ 104271 h 448064"/>
                <a:gd name="connsiteX100" fmla="*/ 864834 w 869556"/>
                <a:gd name="connsiteY100" fmla="*/ 104402 h 448064"/>
                <a:gd name="connsiteX101" fmla="*/ 862013 w 869556"/>
                <a:gd name="connsiteY101" fmla="*/ 104456 h 448064"/>
                <a:gd name="connsiteX102" fmla="*/ 856077 w 869556"/>
                <a:gd name="connsiteY102" fmla="*/ 104526 h 448064"/>
                <a:gd name="connsiteX103" fmla="*/ 853253 w 869556"/>
                <a:gd name="connsiteY103" fmla="*/ 104588 h 448064"/>
                <a:gd name="connsiteX104" fmla="*/ 850646 w 869556"/>
                <a:gd name="connsiteY104" fmla="*/ 104621 h 448064"/>
                <a:gd name="connsiteX105" fmla="*/ 848576 w 869556"/>
                <a:gd name="connsiteY105" fmla="*/ 105015 h 448064"/>
                <a:gd name="connsiteX106" fmla="*/ 847853 w 869556"/>
                <a:gd name="connsiteY106" fmla="*/ 106507 h 448064"/>
                <a:gd name="connsiteX107" fmla="*/ 847088 w 869556"/>
                <a:gd name="connsiteY107" fmla="*/ 107992 h 448064"/>
                <a:gd name="connsiteX108" fmla="*/ 842085 w 869556"/>
                <a:gd name="connsiteY108" fmla="*/ 108367 h 448064"/>
                <a:gd name="connsiteX109" fmla="*/ 840596 w 869556"/>
                <a:gd name="connsiteY109" fmla="*/ 108388 h 448064"/>
                <a:gd name="connsiteX110" fmla="*/ 835879 w 869556"/>
                <a:gd name="connsiteY110" fmla="*/ 108411 h 448064"/>
                <a:gd name="connsiteX111" fmla="*/ 831155 w 869556"/>
                <a:gd name="connsiteY111" fmla="*/ 108441 h 448064"/>
                <a:gd name="connsiteX112" fmla="*/ 826874 w 869556"/>
                <a:gd name="connsiteY112" fmla="*/ 108462 h 448064"/>
                <a:gd name="connsiteX113" fmla="*/ 824764 w 869556"/>
                <a:gd name="connsiteY113" fmla="*/ 108736 h 448064"/>
                <a:gd name="connsiteX114" fmla="*/ 824020 w 869556"/>
                <a:gd name="connsiteY114" fmla="*/ 110969 h 448064"/>
                <a:gd name="connsiteX115" fmla="*/ 819604 w 869556"/>
                <a:gd name="connsiteY115" fmla="*/ 111323 h 448064"/>
                <a:gd name="connsiteX116" fmla="*/ 816885 w 869556"/>
                <a:gd name="connsiteY116" fmla="*/ 111393 h 448064"/>
                <a:gd name="connsiteX117" fmla="*/ 814020 w 869556"/>
                <a:gd name="connsiteY117" fmla="*/ 111434 h 448064"/>
                <a:gd name="connsiteX118" fmla="*/ 808442 w 869556"/>
                <a:gd name="connsiteY118" fmla="*/ 111556 h 448064"/>
                <a:gd name="connsiteX119" fmla="*/ 805929 w 869556"/>
                <a:gd name="connsiteY119" fmla="*/ 111595 h 448064"/>
                <a:gd name="connsiteX120" fmla="*/ 802440 w 869556"/>
                <a:gd name="connsiteY120" fmla="*/ 112457 h 448064"/>
                <a:gd name="connsiteX121" fmla="*/ 802440 w 869556"/>
                <a:gd name="connsiteY121" fmla="*/ 114689 h 448064"/>
                <a:gd name="connsiteX122" fmla="*/ 800607 w 869556"/>
                <a:gd name="connsiteY122" fmla="*/ 114722 h 448064"/>
                <a:gd name="connsiteX123" fmla="*/ 792440 w 869556"/>
                <a:gd name="connsiteY123" fmla="*/ 114922 h 448064"/>
                <a:gd name="connsiteX124" fmla="*/ 789555 w 869556"/>
                <a:gd name="connsiteY124" fmla="*/ 114973 h 448064"/>
                <a:gd name="connsiteX125" fmla="*/ 786816 w 869556"/>
                <a:gd name="connsiteY125" fmla="*/ 115053 h 448064"/>
                <a:gd name="connsiteX126" fmla="*/ 784277 w 869556"/>
                <a:gd name="connsiteY126" fmla="*/ 115112 h 448064"/>
                <a:gd name="connsiteX127" fmla="*/ 782348 w 869556"/>
                <a:gd name="connsiteY127" fmla="*/ 115433 h 448064"/>
                <a:gd name="connsiteX128" fmla="*/ 781604 w 869556"/>
                <a:gd name="connsiteY128" fmla="*/ 117666 h 448064"/>
                <a:gd name="connsiteX129" fmla="*/ 777462 w 869556"/>
                <a:gd name="connsiteY129" fmla="*/ 118047 h 448064"/>
                <a:gd name="connsiteX130" fmla="*/ 774925 w 869556"/>
                <a:gd name="connsiteY130" fmla="*/ 118126 h 448064"/>
                <a:gd name="connsiteX131" fmla="*/ 772255 w 869556"/>
                <a:gd name="connsiteY131" fmla="*/ 118177 h 448064"/>
                <a:gd name="connsiteX132" fmla="*/ 769577 w 869556"/>
                <a:gd name="connsiteY132" fmla="*/ 118254 h 448064"/>
                <a:gd name="connsiteX133" fmla="*/ 763000 w 869556"/>
                <a:gd name="connsiteY133" fmla="*/ 118410 h 448064"/>
                <a:gd name="connsiteX134" fmla="*/ 763000 w 869556"/>
                <a:gd name="connsiteY134" fmla="*/ 121386 h 448064"/>
                <a:gd name="connsiteX135" fmla="*/ 761521 w 869556"/>
                <a:gd name="connsiteY135" fmla="*/ 121408 h 448064"/>
                <a:gd name="connsiteX136" fmla="*/ 754908 w 869556"/>
                <a:gd name="connsiteY136" fmla="*/ 121573 h 448064"/>
                <a:gd name="connsiteX137" fmla="*/ 752579 w 869556"/>
                <a:gd name="connsiteY137" fmla="*/ 121604 h 448064"/>
                <a:gd name="connsiteX138" fmla="*/ 750356 w 869556"/>
                <a:gd name="connsiteY138" fmla="*/ 121677 h 448064"/>
                <a:gd name="connsiteX139" fmla="*/ 748301 w 869556"/>
                <a:gd name="connsiteY139" fmla="*/ 121724 h 448064"/>
                <a:gd name="connsiteX140" fmla="*/ 746629 w 869556"/>
                <a:gd name="connsiteY140" fmla="*/ 122131 h 448064"/>
                <a:gd name="connsiteX141" fmla="*/ 745141 w 869556"/>
                <a:gd name="connsiteY141" fmla="*/ 125107 h 448064"/>
                <a:gd name="connsiteX142" fmla="*/ 741955 w 869556"/>
                <a:gd name="connsiteY142" fmla="*/ 125372 h 448064"/>
                <a:gd name="connsiteX143" fmla="*/ 740057 w 869556"/>
                <a:gd name="connsiteY143" fmla="*/ 125332 h 448064"/>
                <a:gd name="connsiteX144" fmla="*/ 738071 w 869556"/>
                <a:gd name="connsiteY144" fmla="*/ 125247 h 448064"/>
                <a:gd name="connsiteX145" fmla="*/ 734188 w 869556"/>
                <a:gd name="connsiteY145" fmla="*/ 125139 h 448064"/>
                <a:gd name="connsiteX146" fmla="*/ 732445 w 869556"/>
                <a:gd name="connsiteY146" fmla="*/ 125070 h 448064"/>
                <a:gd name="connsiteX147" fmla="*/ 729514 w 869556"/>
                <a:gd name="connsiteY147" fmla="*/ 125851 h 448064"/>
                <a:gd name="connsiteX148" fmla="*/ 728770 w 869556"/>
                <a:gd name="connsiteY148" fmla="*/ 128084 h 448064"/>
                <a:gd name="connsiteX149" fmla="*/ 725468 w 869556"/>
                <a:gd name="connsiteY149" fmla="*/ 128360 h 448064"/>
                <a:gd name="connsiteX150" fmla="*/ 723450 w 869556"/>
                <a:gd name="connsiteY150" fmla="*/ 128399 h 448064"/>
                <a:gd name="connsiteX151" fmla="*/ 719206 w 869556"/>
                <a:gd name="connsiteY151" fmla="*/ 128411 h 448064"/>
                <a:gd name="connsiteX152" fmla="*/ 717189 w 869556"/>
                <a:gd name="connsiteY152" fmla="*/ 128453 h 448064"/>
                <a:gd name="connsiteX153" fmla="*/ 715326 w 869556"/>
                <a:gd name="connsiteY153" fmla="*/ 128457 h 448064"/>
                <a:gd name="connsiteX154" fmla="*/ 713887 w 869556"/>
                <a:gd name="connsiteY154" fmla="*/ 128828 h 448064"/>
                <a:gd name="connsiteX155" fmla="*/ 713143 w 869556"/>
                <a:gd name="connsiteY155" fmla="*/ 131804 h 448064"/>
                <a:gd name="connsiteX156" fmla="*/ 710003 w 869556"/>
                <a:gd name="connsiteY156" fmla="*/ 132179 h 448064"/>
                <a:gd name="connsiteX157" fmla="*/ 708088 w 869556"/>
                <a:gd name="connsiteY157" fmla="*/ 132222 h 448064"/>
                <a:gd name="connsiteX158" fmla="*/ 706073 w 869556"/>
                <a:gd name="connsiteY158" fmla="*/ 132223 h 448064"/>
                <a:gd name="connsiteX159" fmla="*/ 702143 w 869556"/>
                <a:gd name="connsiteY159" fmla="*/ 132272 h 448064"/>
                <a:gd name="connsiteX160" fmla="*/ 700375 w 869556"/>
                <a:gd name="connsiteY160" fmla="*/ 132274 h 448064"/>
                <a:gd name="connsiteX161" fmla="*/ 699004 w 869556"/>
                <a:gd name="connsiteY161" fmla="*/ 132549 h 448064"/>
                <a:gd name="connsiteX162" fmla="*/ 698260 w 869556"/>
                <a:gd name="connsiteY162" fmla="*/ 134781 h 448064"/>
                <a:gd name="connsiteX163" fmla="*/ 691981 w 869556"/>
                <a:gd name="connsiteY163" fmla="*/ 135246 h 448064"/>
                <a:gd name="connsiteX164" fmla="*/ 684121 w 869556"/>
                <a:gd name="connsiteY164" fmla="*/ 136269 h 448064"/>
                <a:gd name="connsiteX165" fmla="*/ 683377 w 869556"/>
                <a:gd name="connsiteY165" fmla="*/ 138502 h 448064"/>
                <a:gd name="connsiteX166" fmla="*/ 680401 w 869556"/>
                <a:gd name="connsiteY166" fmla="*/ 138804 h 448064"/>
                <a:gd name="connsiteX167" fmla="*/ 678587 w 869556"/>
                <a:gd name="connsiteY167" fmla="*/ 138853 h 448064"/>
                <a:gd name="connsiteX168" fmla="*/ 674773 w 869556"/>
                <a:gd name="connsiteY168" fmla="*/ 138894 h 448064"/>
                <a:gd name="connsiteX169" fmla="*/ 672959 w 869556"/>
                <a:gd name="connsiteY169" fmla="*/ 138944 h 448064"/>
                <a:gd name="connsiteX170" fmla="*/ 671285 w 869556"/>
                <a:gd name="connsiteY170" fmla="*/ 138960 h 448064"/>
                <a:gd name="connsiteX171" fmla="*/ 669983 w 869556"/>
                <a:gd name="connsiteY171" fmla="*/ 139246 h 448064"/>
                <a:gd name="connsiteX172" fmla="*/ 669238 w 869556"/>
                <a:gd name="connsiteY172" fmla="*/ 141478 h 448064"/>
                <a:gd name="connsiteX173" fmla="*/ 664541 w 869556"/>
                <a:gd name="connsiteY173" fmla="*/ 141943 h 448064"/>
                <a:gd name="connsiteX174" fmla="*/ 656588 w 869556"/>
                <a:gd name="connsiteY174" fmla="*/ 142967 h 448064"/>
                <a:gd name="connsiteX175" fmla="*/ 655844 w 869556"/>
                <a:gd name="connsiteY175" fmla="*/ 145199 h 448064"/>
                <a:gd name="connsiteX176" fmla="*/ 648744 w 869556"/>
                <a:gd name="connsiteY176" fmla="*/ 145526 h 448064"/>
                <a:gd name="connsiteX177" fmla="*/ 644682 w 869556"/>
                <a:gd name="connsiteY177" fmla="*/ 145943 h 448064"/>
                <a:gd name="connsiteX178" fmla="*/ 643964 w 869556"/>
                <a:gd name="connsiteY178" fmla="*/ 147446 h 448064"/>
                <a:gd name="connsiteX179" fmla="*/ 643194 w 869556"/>
                <a:gd name="connsiteY179" fmla="*/ 148920 h 448064"/>
                <a:gd name="connsiteX180" fmla="*/ 637147 w 869556"/>
                <a:gd name="connsiteY180" fmla="*/ 149106 h 448064"/>
                <a:gd name="connsiteX181" fmla="*/ 635447 w 869556"/>
                <a:gd name="connsiteY181" fmla="*/ 149065 h 448064"/>
                <a:gd name="connsiteX182" fmla="*/ 631287 w 869556"/>
                <a:gd name="connsiteY182" fmla="*/ 148920 h 448064"/>
                <a:gd name="connsiteX183" fmla="*/ 631287 w 869556"/>
                <a:gd name="connsiteY183" fmla="*/ 151896 h 448064"/>
                <a:gd name="connsiteX184" fmla="*/ 629061 w 869556"/>
                <a:gd name="connsiteY184" fmla="*/ 152033 h 448064"/>
                <a:gd name="connsiteX185" fmla="*/ 626171 w 869556"/>
                <a:gd name="connsiteY185" fmla="*/ 152222 h 448064"/>
                <a:gd name="connsiteX186" fmla="*/ 623294 w 869556"/>
                <a:gd name="connsiteY186" fmla="*/ 152405 h 448064"/>
                <a:gd name="connsiteX187" fmla="*/ 619381 w 869556"/>
                <a:gd name="connsiteY187" fmla="*/ 153385 h 448064"/>
                <a:gd name="connsiteX188" fmla="*/ 619381 w 869556"/>
                <a:gd name="connsiteY188" fmla="*/ 155617 h 448064"/>
                <a:gd name="connsiteX189" fmla="*/ 616992 w 869556"/>
                <a:gd name="connsiteY189" fmla="*/ 155701 h 448064"/>
                <a:gd name="connsiteX190" fmla="*/ 613893 w 869556"/>
                <a:gd name="connsiteY190" fmla="*/ 155849 h 448064"/>
                <a:gd name="connsiteX191" fmla="*/ 612318 w 869556"/>
                <a:gd name="connsiteY191" fmla="*/ 155900 h 448064"/>
                <a:gd name="connsiteX192" fmla="*/ 608219 w 869556"/>
                <a:gd name="connsiteY192" fmla="*/ 156361 h 448064"/>
                <a:gd name="connsiteX193" fmla="*/ 606731 w 869556"/>
                <a:gd name="connsiteY193" fmla="*/ 158593 h 448064"/>
                <a:gd name="connsiteX194" fmla="*/ 601057 w 869556"/>
                <a:gd name="connsiteY194" fmla="*/ 159105 h 448064"/>
                <a:gd name="connsiteX195" fmla="*/ 599464 w 869556"/>
                <a:gd name="connsiteY195" fmla="*/ 159182 h 448064"/>
                <a:gd name="connsiteX196" fmla="*/ 595569 w 869556"/>
                <a:gd name="connsiteY196" fmla="*/ 159338 h 448064"/>
                <a:gd name="connsiteX197" fmla="*/ 595569 w 869556"/>
                <a:gd name="connsiteY197" fmla="*/ 162314 h 448064"/>
                <a:gd name="connsiteX198" fmla="*/ 593316 w 869556"/>
                <a:gd name="connsiteY198" fmla="*/ 162372 h 448064"/>
                <a:gd name="connsiteX199" fmla="*/ 590406 w 869556"/>
                <a:gd name="connsiteY199" fmla="*/ 162500 h 448064"/>
                <a:gd name="connsiteX200" fmla="*/ 587502 w 869556"/>
                <a:gd name="connsiteY200" fmla="*/ 162605 h 448064"/>
                <a:gd name="connsiteX201" fmla="*/ 585151 w 869556"/>
                <a:gd name="connsiteY201" fmla="*/ 163058 h 448064"/>
                <a:gd name="connsiteX202" fmla="*/ 584406 w 869556"/>
                <a:gd name="connsiteY202" fmla="*/ 166035 h 448064"/>
                <a:gd name="connsiteX203" fmla="*/ 579570 w 869556"/>
                <a:gd name="connsiteY203" fmla="*/ 166453 h 448064"/>
                <a:gd name="connsiteX204" fmla="*/ 574733 w 869556"/>
                <a:gd name="connsiteY204" fmla="*/ 166779 h 448064"/>
                <a:gd name="connsiteX205" fmla="*/ 573988 w 869556"/>
                <a:gd name="connsiteY205" fmla="*/ 169011 h 448064"/>
                <a:gd name="connsiteX206" fmla="*/ 568733 w 869556"/>
                <a:gd name="connsiteY206" fmla="*/ 169523 h 448064"/>
                <a:gd name="connsiteX207" fmla="*/ 565823 w 869556"/>
                <a:gd name="connsiteY207" fmla="*/ 169671 h 448064"/>
                <a:gd name="connsiteX208" fmla="*/ 563571 w 869556"/>
                <a:gd name="connsiteY208" fmla="*/ 169756 h 448064"/>
                <a:gd name="connsiteX209" fmla="*/ 563571 w 869556"/>
                <a:gd name="connsiteY209" fmla="*/ 172732 h 448064"/>
                <a:gd name="connsiteX210" fmla="*/ 561481 w 869556"/>
                <a:gd name="connsiteY210" fmla="*/ 172816 h 448064"/>
                <a:gd name="connsiteX211" fmla="*/ 558780 w 869556"/>
                <a:gd name="connsiteY211" fmla="*/ 172965 h 448064"/>
                <a:gd name="connsiteX212" fmla="*/ 556086 w 869556"/>
                <a:gd name="connsiteY212" fmla="*/ 173096 h 448064"/>
                <a:gd name="connsiteX213" fmla="*/ 553897 w 869556"/>
                <a:gd name="connsiteY213" fmla="*/ 173476 h 448064"/>
                <a:gd name="connsiteX214" fmla="*/ 553153 w 869556"/>
                <a:gd name="connsiteY214" fmla="*/ 175709 h 448064"/>
                <a:gd name="connsiteX215" fmla="*/ 548269 w 869556"/>
                <a:gd name="connsiteY215" fmla="*/ 176220 h 448064"/>
                <a:gd name="connsiteX216" fmla="*/ 545569 w 869556"/>
                <a:gd name="connsiteY216" fmla="*/ 176369 h 448064"/>
                <a:gd name="connsiteX217" fmla="*/ 543479 w 869556"/>
                <a:gd name="connsiteY217" fmla="*/ 176453 h 448064"/>
                <a:gd name="connsiteX218" fmla="*/ 543479 w 869556"/>
                <a:gd name="connsiteY218" fmla="*/ 179429 h 448064"/>
                <a:gd name="connsiteX219" fmla="*/ 541578 w 869556"/>
                <a:gd name="connsiteY219" fmla="*/ 179488 h 448064"/>
                <a:gd name="connsiteX220" fmla="*/ 539107 w 869556"/>
                <a:gd name="connsiteY220" fmla="*/ 179615 h 448064"/>
                <a:gd name="connsiteX221" fmla="*/ 536648 w 869556"/>
                <a:gd name="connsiteY221" fmla="*/ 179720 h 448064"/>
                <a:gd name="connsiteX222" fmla="*/ 534549 w 869556"/>
                <a:gd name="connsiteY222" fmla="*/ 180174 h 448064"/>
                <a:gd name="connsiteX223" fmla="*/ 533805 w 869556"/>
                <a:gd name="connsiteY223" fmla="*/ 181685 h 448064"/>
                <a:gd name="connsiteX224" fmla="*/ 533061 w 869556"/>
                <a:gd name="connsiteY224" fmla="*/ 183150 h 448064"/>
                <a:gd name="connsiteX225" fmla="*/ 528503 w 869556"/>
                <a:gd name="connsiteY225" fmla="*/ 183336 h 448064"/>
                <a:gd name="connsiteX226" fmla="*/ 526032 w 869556"/>
                <a:gd name="connsiteY226" fmla="*/ 183255 h 448064"/>
                <a:gd name="connsiteX227" fmla="*/ 524131 w 869556"/>
                <a:gd name="connsiteY227" fmla="*/ 183150 h 448064"/>
                <a:gd name="connsiteX228" fmla="*/ 524131 w 869556"/>
                <a:gd name="connsiteY228" fmla="*/ 186127 h 448064"/>
                <a:gd name="connsiteX229" fmla="*/ 522204 w 869556"/>
                <a:gd name="connsiteY229" fmla="*/ 186185 h 448064"/>
                <a:gd name="connsiteX230" fmla="*/ 519713 w 869556"/>
                <a:gd name="connsiteY230" fmla="*/ 186313 h 448064"/>
                <a:gd name="connsiteX231" fmla="*/ 517227 w 869556"/>
                <a:gd name="connsiteY231" fmla="*/ 186417 h 448064"/>
                <a:gd name="connsiteX232" fmla="*/ 515201 w 869556"/>
                <a:gd name="connsiteY232" fmla="*/ 186871 h 448064"/>
                <a:gd name="connsiteX233" fmla="*/ 514457 w 869556"/>
                <a:gd name="connsiteY233" fmla="*/ 189847 h 448064"/>
                <a:gd name="connsiteX234" fmla="*/ 510364 w 869556"/>
                <a:gd name="connsiteY234" fmla="*/ 190266 h 448064"/>
                <a:gd name="connsiteX235" fmla="*/ 506272 w 869556"/>
                <a:gd name="connsiteY235" fmla="*/ 190592 h 448064"/>
                <a:gd name="connsiteX236" fmla="*/ 505528 w 869556"/>
                <a:gd name="connsiteY236" fmla="*/ 192824 h 448064"/>
                <a:gd name="connsiteX237" fmla="*/ 501016 w 869556"/>
                <a:gd name="connsiteY237" fmla="*/ 193336 h 448064"/>
                <a:gd name="connsiteX238" fmla="*/ 498525 w 869556"/>
                <a:gd name="connsiteY238" fmla="*/ 193484 h 448064"/>
                <a:gd name="connsiteX239" fmla="*/ 496598 w 869556"/>
                <a:gd name="connsiteY239" fmla="*/ 193568 h 448064"/>
                <a:gd name="connsiteX240" fmla="*/ 496598 w 869556"/>
                <a:gd name="connsiteY240" fmla="*/ 196545 h 448064"/>
                <a:gd name="connsiteX241" fmla="*/ 494671 w 869556"/>
                <a:gd name="connsiteY241" fmla="*/ 196603 h 448064"/>
                <a:gd name="connsiteX242" fmla="*/ 492180 w 869556"/>
                <a:gd name="connsiteY242" fmla="*/ 196731 h 448064"/>
                <a:gd name="connsiteX243" fmla="*/ 489694 w 869556"/>
                <a:gd name="connsiteY243" fmla="*/ 196835 h 448064"/>
                <a:gd name="connsiteX244" fmla="*/ 487668 w 869556"/>
                <a:gd name="connsiteY244" fmla="*/ 197289 h 448064"/>
                <a:gd name="connsiteX245" fmla="*/ 486924 w 869556"/>
                <a:gd name="connsiteY245" fmla="*/ 200265 h 448064"/>
                <a:gd name="connsiteX246" fmla="*/ 483203 w 869556"/>
                <a:gd name="connsiteY246" fmla="*/ 200684 h 448064"/>
                <a:gd name="connsiteX247" fmla="*/ 479483 w 869556"/>
                <a:gd name="connsiteY247" fmla="*/ 201010 h 448064"/>
                <a:gd name="connsiteX248" fmla="*/ 478738 w 869556"/>
                <a:gd name="connsiteY248" fmla="*/ 203242 h 448064"/>
                <a:gd name="connsiteX249" fmla="*/ 474599 w 869556"/>
                <a:gd name="connsiteY249" fmla="*/ 203754 h 448064"/>
                <a:gd name="connsiteX250" fmla="*/ 472317 w 869556"/>
                <a:gd name="connsiteY250" fmla="*/ 203902 h 448064"/>
                <a:gd name="connsiteX251" fmla="*/ 470553 w 869556"/>
                <a:gd name="connsiteY251" fmla="*/ 203986 h 448064"/>
                <a:gd name="connsiteX252" fmla="*/ 470553 w 869556"/>
                <a:gd name="connsiteY252" fmla="*/ 206963 h 448064"/>
                <a:gd name="connsiteX253" fmla="*/ 468788 w 869556"/>
                <a:gd name="connsiteY253" fmla="*/ 207047 h 448064"/>
                <a:gd name="connsiteX254" fmla="*/ 466507 w 869556"/>
                <a:gd name="connsiteY254" fmla="*/ 207195 h 448064"/>
                <a:gd name="connsiteX255" fmla="*/ 464231 w 869556"/>
                <a:gd name="connsiteY255" fmla="*/ 207326 h 448064"/>
                <a:gd name="connsiteX256" fmla="*/ 462367 w 869556"/>
                <a:gd name="connsiteY256" fmla="*/ 207707 h 448064"/>
                <a:gd name="connsiteX257" fmla="*/ 461623 w 869556"/>
                <a:gd name="connsiteY257" fmla="*/ 209939 h 448064"/>
                <a:gd name="connsiteX258" fmla="*/ 455856 w 869556"/>
                <a:gd name="connsiteY258" fmla="*/ 210308 h 448064"/>
                <a:gd name="connsiteX259" fmla="*/ 454182 w 869556"/>
                <a:gd name="connsiteY259" fmla="*/ 210683 h 448064"/>
                <a:gd name="connsiteX260" fmla="*/ 453438 w 869556"/>
                <a:gd name="connsiteY260" fmla="*/ 213660 h 448064"/>
                <a:gd name="connsiteX261" fmla="*/ 449763 w 869556"/>
                <a:gd name="connsiteY261" fmla="*/ 214032 h 448064"/>
                <a:gd name="connsiteX262" fmla="*/ 445996 w 869556"/>
                <a:gd name="connsiteY262" fmla="*/ 214404 h 448064"/>
                <a:gd name="connsiteX263" fmla="*/ 445255 w 869556"/>
                <a:gd name="connsiteY263" fmla="*/ 215904 h 448064"/>
                <a:gd name="connsiteX264" fmla="*/ 444508 w 869556"/>
                <a:gd name="connsiteY264" fmla="*/ 217381 h 448064"/>
                <a:gd name="connsiteX265" fmla="*/ 440694 w 869556"/>
                <a:gd name="connsiteY265" fmla="*/ 217567 h 448064"/>
                <a:gd name="connsiteX266" fmla="*/ 438642 w 869556"/>
                <a:gd name="connsiteY266" fmla="*/ 217485 h 448064"/>
                <a:gd name="connsiteX267" fmla="*/ 437067 w 869556"/>
                <a:gd name="connsiteY267" fmla="*/ 217381 h 448064"/>
                <a:gd name="connsiteX268" fmla="*/ 437067 w 869556"/>
                <a:gd name="connsiteY268" fmla="*/ 220357 h 448064"/>
                <a:gd name="connsiteX269" fmla="*/ 435465 w 869556"/>
                <a:gd name="connsiteY269" fmla="*/ 220415 h 448064"/>
                <a:gd name="connsiteX270" fmla="*/ 433392 w 869556"/>
                <a:gd name="connsiteY270" fmla="*/ 220543 h 448064"/>
                <a:gd name="connsiteX271" fmla="*/ 431326 w 869556"/>
                <a:gd name="connsiteY271" fmla="*/ 220648 h 448064"/>
                <a:gd name="connsiteX272" fmla="*/ 429625 w 869556"/>
                <a:gd name="connsiteY272" fmla="*/ 221101 h 448064"/>
                <a:gd name="connsiteX273" fmla="*/ 428881 w 869556"/>
                <a:gd name="connsiteY273" fmla="*/ 224078 h 448064"/>
                <a:gd name="connsiteX274" fmla="*/ 425532 w 869556"/>
                <a:gd name="connsiteY274" fmla="*/ 224496 h 448064"/>
                <a:gd name="connsiteX275" fmla="*/ 422184 w 869556"/>
                <a:gd name="connsiteY275" fmla="*/ 224822 h 448064"/>
                <a:gd name="connsiteX276" fmla="*/ 421440 w 869556"/>
                <a:gd name="connsiteY276" fmla="*/ 227054 h 448064"/>
                <a:gd name="connsiteX277" fmla="*/ 417300 w 869556"/>
                <a:gd name="connsiteY277" fmla="*/ 227566 h 448064"/>
                <a:gd name="connsiteX278" fmla="*/ 415019 w 869556"/>
                <a:gd name="connsiteY278" fmla="*/ 227714 h 448064"/>
                <a:gd name="connsiteX279" fmla="*/ 413254 w 869556"/>
                <a:gd name="connsiteY279" fmla="*/ 227799 h 448064"/>
                <a:gd name="connsiteX280" fmla="*/ 413254 w 869556"/>
                <a:gd name="connsiteY280" fmla="*/ 230775 h 448064"/>
                <a:gd name="connsiteX281" fmla="*/ 411815 w 869556"/>
                <a:gd name="connsiteY281" fmla="*/ 230859 h 448064"/>
                <a:gd name="connsiteX282" fmla="*/ 409952 w 869556"/>
                <a:gd name="connsiteY282" fmla="*/ 231008 h 448064"/>
                <a:gd name="connsiteX283" fmla="*/ 408095 w 869556"/>
                <a:gd name="connsiteY283" fmla="*/ 231138 h 448064"/>
                <a:gd name="connsiteX284" fmla="*/ 406557 w 869556"/>
                <a:gd name="connsiteY284" fmla="*/ 231519 h 448064"/>
                <a:gd name="connsiteX285" fmla="*/ 405813 w 869556"/>
                <a:gd name="connsiteY285" fmla="*/ 233752 h 448064"/>
                <a:gd name="connsiteX286" fmla="*/ 401673 w 869556"/>
                <a:gd name="connsiteY286" fmla="*/ 234263 h 448064"/>
                <a:gd name="connsiteX287" fmla="*/ 399392 w 869556"/>
                <a:gd name="connsiteY287" fmla="*/ 234412 h 448064"/>
                <a:gd name="connsiteX288" fmla="*/ 397627 w 869556"/>
                <a:gd name="connsiteY288" fmla="*/ 234496 h 448064"/>
                <a:gd name="connsiteX289" fmla="*/ 397627 w 869556"/>
                <a:gd name="connsiteY289" fmla="*/ 237472 h 448064"/>
                <a:gd name="connsiteX290" fmla="*/ 396214 w 869556"/>
                <a:gd name="connsiteY290" fmla="*/ 237531 h 448064"/>
                <a:gd name="connsiteX291" fmla="*/ 394372 w 869556"/>
                <a:gd name="connsiteY291" fmla="*/ 237658 h 448064"/>
                <a:gd name="connsiteX292" fmla="*/ 392540 w 869556"/>
                <a:gd name="connsiteY292" fmla="*/ 237763 h 448064"/>
                <a:gd name="connsiteX293" fmla="*/ 390930 w 869556"/>
                <a:gd name="connsiteY293" fmla="*/ 238217 h 448064"/>
                <a:gd name="connsiteX294" fmla="*/ 390186 w 869556"/>
                <a:gd name="connsiteY294" fmla="*/ 239728 h 448064"/>
                <a:gd name="connsiteX295" fmla="*/ 389442 w 869556"/>
                <a:gd name="connsiteY295" fmla="*/ 241193 h 448064"/>
                <a:gd name="connsiteX296" fmla="*/ 386000 w 869556"/>
                <a:gd name="connsiteY296" fmla="*/ 241379 h 448064"/>
                <a:gd name="connsiteX297" fmla="*/ 384157 w 869556"/>
                <a:gd name="connsiteY297" fmla="*/ 241298 h 448064"/>
                <a:gd name="connsiteX298" fmla="*/ 382744 w 869556"/>
                <a:gd name="connsiteY298" fmla="*/ 241193 h 448064"/>
                <a:gd name="connsiteX299" fmla="*/ 382744 w 869556"/>
                <a:gd name="connsiteY299" fmla="*/ 244170 h 448064"/>
                <a:gd name="connsiteX300" fmla="*/ 381305 w 869556"/>
                <a:gd name="connsiteY300" fmla="*/ 244228 h 448064"/>
                <a:gd name="connsiteX301" fmla="*/ 379442 w 869556"/>
                <a:gd name="connsiteY301" fmla="*/ 244356 h 448064"/>
                <a:gd name="connsiteX302" fmla="*/ 377585 w 869556"/>
                <a:gd name="connsiteY302" fmla="*/ 244460 h 448064"/>
                <a:gd name="connsiteX303" fmla="*/ 376047 w 869556"/>
                <a:gd name="connsiteY303" fmla="*/ 244914 h 448064"/>
                <a:gd name="connsiteX304" fmla="*/ 375303 w 869556"/>
                <a:gd name="connsiteY304" fmla="*/ 247890 h 448064"/>
                <a:gd name="connsiteX305" fmla="*/ 372001 w 869556"/>
                <a:gd name="connsiteY305" fmla="*/ 248309 h 448064"/>
                <a:gd name="connsiteX306" fmla="*/ 368606 w 869556"/>
                <a:gd name="connsiteY306" fmla="*/ 248634 h 448064"/>
                <a:gd name="connsiteX307" fmla="*/ 367117 w 869556"/>
                <a:gd name="connsiteY307" fmla="*/ 250867 h 448064"/>
                <a:gd name="connsiteX308" fmla="*/ 361905 w 869556"/>
                <a:gd name="connsiteY308" fmla="*/ 251890 h 448064"/>
                <a:gd name="connsiteX309" fmla="*/ 360420 w 869556"/>
                <a:gd name="connsiteY309" fmla="*/ 252355 h 448064"/>
                <a:gd name="connsiteX310" fmla="*/ 359676 w 869556"/>
                <a:gd name="connsiteY310" fmla="*/ 254588 h 448064"/>
                <a:gd name="connsiteX311" fmla="*/ 356327 w 869556"/>
                <a:gd name="connsiteY311" fmla="*/ 254495 h 448064"/>
                <a:gd name="connsiteX312" fmla="*/ 352979 w 869556"/>
                <a:gd name="connsiteY312" fmla="*/ 254588 h 448064"/>
                <a:gd name="connsiteX313" fmla="*/ 352235 w 869556"/>
                <a:gd name="connsiteY313" fmla="*/ 258308 h 448064"/>
                <a:gd name="connsiteX314" fmla="*/ 347630 w 869556"/>
                <a:gd name="connsiteY314" fmla="*/ 258802 h 448064"/>
                <a:gd name="connsiteX315" fmla="*/ 346281 w 869556"/>
                <a:gd name="connsiteY315" fmla="*/ 259052 h 448064"/>
                <a:gd name="connsiteX316" fmla="*/ 345537 w 869556"/>
                <a:gd name="connsiteY316" fmla="*/ 261285 h 448064"/>
                <a:gd name="connsiteX317" fmla="*/ 340933 w 869556"/>
                <a:gd name="connsiteY317" fmla="*/ 261654 h 448064"/>
                <a:gd name="connsiteX318" fmla="*/ 339584 w 869556"/>
                <a:gd name="connsiteY318" fmla="*/ 262029 h 448064"/>
                <a:gd name="connsiteX319" fmla="*/ 339235 w 869556"/>
                <a:gd name="connsiteY319" fmla="*/ 263517 h 448064"/>
                <a:gd name="connsiteX320" fmla="*/ 338840 w 869556"/>
                <a:gd name="connsiteY320" fmla="*/ 265006 h 448064"/>
                <a:gd name="connsiteX321" fmla="*/ 335491 w 869556"/>
                <a:gd name="connsiteY321" fmla="*/ 265424 h 448064"/>
                <a:gd name="connsiteX322" fmla="*/ 332143 w 869556"/>
                <a:gd name="connsiteY322" fmla="*/ 265750 h 448064"/>
                <a:gd name="connsiteX323" fmla="*/ 331399 w 869556"/>
                <a:gd name="connsiteY323" fmla="*/ 267982 h 448064"/>
                <a:gd name="connsiteX324" fmla="*/ 327631 w 869556"/>
                <a:gd name="connsiteY324" fmla="*/ 268494 h 448064"/>
                <a:gd name="connsiteX325" fmla="*/ 325559 w 869556"/>
                <a:gd name="connsiteY325" fmla="*/ 268642 h 448064"/>
                <a:gd name="connsiteX326" fmla="*/ 323957 w 869556"/>
                <a:gd name="connsiteY326" fmla="*/ 268726 h 448064"/>
                <a:gd name="connsiteX327" fmla="*/ 323957 w 869556"/>
                <a:gd name="connsiteY327" fmla="*/ 271703 h 448064"/>
                <a:gd name="connsiteX328" fmla="*/ 322518 w 869556"/>
                <a:gd name="connsiteY328" fmla="*/ 271572 h 448064"/>
                <a:gd name="connsiteX329" fmla="*/ 317260 w 869556"/>
                <a:gd name="connsiteY329" fmla="*/ 271703 h 448064"/>
                <a:gd name="connsiteX330" fmla="*/ 316516 w 869556"/>
                <a:gd name="connsiteY330" fmla="*/ 275424 h 448064"/>
                <a:gd name="connsiteX331" fmla="*/ 311911 w 869556"/>
                <a:gd name="connsiteY331" fmla="*/ 275918 h 448064"/>
                <a:gd name="connsiteX332" fmla="*/ 310563 w 869556"/>
                <a:gd name="connsiteY332" fmla="*/ 276168 h 448064"/>
                <a:gd name="connsiteX333" fmla="*/ 309819 w 869556"/>
                <a:gd name="connsiteY333" fmla="*/ 278400 h 448064"/>
                <a:gd name="connsiteX334" fmla="*/ 305214 w 869556"/>
                <a:gd name="connsiteY334" fmla="*/ 278769 h 448064"/>
                <a:gd name="connsiteX335" fmla="*/ 303865 w 869556"/>
                <a:gd name="connsiteY335" fmla="*/ 279144 h 448064"/>
                <a:gd name="connsiteX336" fmla="*/ 303517 w 869556"/>
                <a:gd name="connsiteY336" fmla="*/ 280633 h 448064"/>
                <a:gd name="connsiteX337" fmla="*/ 303121 w 869556"/>
                <a:gd name="connsiteY337" fmla="*/ 282121 h 448064"/>
                <a:gd name="connsiteX338" fmla="*/ 299773 w 869556"/>
                <a:gd name="connsiteY338" fmla="*/ 282539 h 448064"/>
                <a:gd name="connsiteX339" fmla="*/ 296424 w 869556"/>
                <a:gd name="connsiteY339" fmla="*/ 282865 h 448064"/>
                <a:gd name="connsiteX340" fmla="*/ 295680 w 869556"/>
                <a:gd name="connsiteY340" fmla="*/ 285097 h 448064"/>
                <a:gd name="connsiteX341" fmla="*/ 293075 w 869556"/>
                <a:gd name="connsiteY341" fmla="*/ 285423 h 448064"/>
                <a:gd name="connsiteX342" fmla="*/ 290471 w 869556"/>
                <a:gd name="connsiteY342" fmla="*/ 285842 h 448064"/>
                <a:gd name="connsiteX343" fmla="*/ 290171 w 869556"/>
                <a:gd name="connsiteY343" fmla="*/ 287344 h 448064"/>
                <a:gd name="connsiteX344" fmla="*/ 289727 w 869556"/>
                <a:gd name="connsiteY344" fmla="*/ 288818 h 448064"/>
                <a:gd name="connsiteX345" fmla="*/ 285960 w 869556"/>
                <a:gd name="connsiteY345" fmla="*/ 289004 h 448064"/>
                <a:gd name="connsiteX346" fmla="*/ 283887 w 869556"/>
                <a:gd name="connsiteY346" fmla="*/ 288923 h 448064"/>
                <a:gd name="connsiteX347" fmla="*/ 282285 w 869556"/>
                <a:gd name="connsiteY347" fmla="*/ 288818 h 448064"/>
                <a:gd name="connsiteX348" fmla="*/ 282285 w 869556"/>
                <a:gd name="connsiteY348" fmla="*/ 291795 h 448064"/>
                <a:gd name="connsiteX349" fmla="*/ 279774 w 869556"/>
                <a:gd name="connsiteY349" fmla="*/ 291981 h 448064"/>
                <a:gd name="connsiteX350" fmla="*/ 277076 w 869556"/>
                <a:gd name="connsiteY350" fmla="*/ 292539 h 448064"/>
                <a:gd name="connsiteX351" fmla="*/ 276379 w 869556"/>
                <a:gd name="connsiteY351" fmla="*/ 294027 h 448064"/>
                <a:gd name="connsiteX352" fmla="*/ 275588 w 869556"/>
                <a:gd name="connsiteY352" fmla="*/ 295515 h 448064"/>
                <a:gd name="connsiteX353" fmla="*/ 272146 w 869556"/>
                <a:gd name="connsiteY353" fmla="*/ 296073 h 448064"/>
                <a:gd name="connsiteX354" fmla="*/ 270304 w 869556"/>
                <a:gd name="connsiteY354" fmla="*/ 296201 h 448064"/>
                <a:gd name="connsiteX355" fmla="*/ 268891 w 869556"/>
                <a:gd name="connsiteY355" fmla="*/ 296259 h 448064"/>
                <a:gd name="connsiteX356" fmla="*/ 268891 w 869556"/>
                <a:gd name="connsiteY356" fmla="*/ 299236 h 448064"/>
                <a:gd name="connsiteX357" fmla="*/ 266379 w 869556"/>
                <a:gd name="connsiteY357" fmla="*/ 299050 h 448064"/>
                <a:gd name="connsiteX358" fmla="*/ 263682 w 869556"/>
                <a:gd name="connsiteY358" fmla="*/ 299236 h 448064"/>
                <a:gd name="connsiteX359" fmla="*/ 262984 w 869556"/>
                <a:gd name="connsiteY359" fmla="*/ 300701 h 448064"/>
                <a:gd name="connsiteX360" fmla="*/ 262194 w 869556"/>
                <a:gd name="connsiteY360" fmla="*/ 302213 h 448064"/>
                <a:gd name="connsiteX361" fmla="*/ 258752 w 869556"/>
                <a:gd name="connsiteY361" fmla="*/ 302771 h 448064"/>
                <a:gd name="connsiteX362" fmla="*/ 256909 w 869556"/>
                <a:gd name="connsiteY362" fmla="*/ 302899 h 448064"/>
                <a:gd name="connsiteX363" fmla="*/ 255496 w 869556"/>
                <a:gd name="connsiteY363" fmla="*/ 302957 h 448064"/>
                <a:gd name="connsiteX364" fmla="*/ 255496 w 869556"/>
                <a:gd name="connsiteY364" fmla="*/ 305933 h 448064"/>
                <a:gd name="connsiteX365" fmla="*/ 252985 w 869556"/>
                <a:gd name="connsiteY365" fmla="*/ 306166 h 448064"/>
                <a:gd name="connsiteX366" fmla="*/ 250287 w 869556"/>
                <a:gd name="connsiteY366" fmla="*/ 306677 h 448064"/>
                <a:gd name="connsiteX367" fmla="*/ 248799 w 869556"/>
                <a:gd name="connsiteY367" fmla="*/ 308910 h 448064"/>
                <a:gd name="connsiteX368" fmla="*/ 245729 w 869556"/>
                <a:gd name="connsiteY368" fmla="*/ 309421 h 448064"/>
                <a:gd name="connsiteX369" fmla="*/ 242846 w 869556"/>
                <a:gd name="connsiteY369" fmla="*/ 309654 h 448064"/>
                <a:gd name="connsiteX370" fmla="*/ 242846 w 869556"/>
                <a:gd name="connsiteY370" fmla="*/ 312631 h 448064"/>
                <a:gd name="connsiteX371" fmla="*/ 236149 w 869556"/>
                <a:gd name="connsiteY371" fmla="*/ 313375 h 448064"/>
                <a:gd name="connsiteX372" fmla="*/ 236149 w 869556"/>
                <a:gd name="connsiteY372" fmla="*/ 316351 h 448064"/>
                <a:gd name="connsiteX373" fmla="*/ 233637 w 869556"/>
                <a:gd name="connsiteY373" fmla="*/ 316165 h 448064"/>
                <a:gd name="connsiteX374" fmla="*/ 230940 w 869556"/>
                <a:gd name="connsiteY374" fmla="*/ 316351 h 448064"/>
                <a:gd name="connsiteX375" fmla="*/ 229451 w 869556"/>
                <a:gd name="connsiteY375" fmla="*/ 319328 h 448064"/>
                <a:gd name="connsiteX376" fmla="*/ 224242 w 869556"/>
                <a:gd name="connsiteY376" fmla="*/ 320816 h 448064"/>
                <a:gd name="connsiteX377" fmla="*/ 223498 w 869556"/>
                <a:gd name="connsiteY377" fmla="*/ 323049 h 448064"/>
                <a:gd name="connsiteX378" fmla="*/ 218289 w 869556"/>
                <a:gd name="connsiteY378" fmla="*/ 323793 h 448064"/>
                <a:gd name="connsiteX379" fmla="*/ 216801 w 869556"/>
                <a:gd name="connsiteY379" fmla="*/ 326025 h 448064"/>
                <a:gd name="connsiteX380" fmla="*/ 214150 w 869556"/>
                <a:gd name="connsiteY380" fmla="*/ 326351 h 448064"/>
                <a:gd name="connsiteX381" fmla="*/ 211592 w 869556"/>
                <a:gd name="connsiteY381" fmla="*/ 326769 h 448064"/>
                <a:gd name="connsiteX382" fmla="*/ 211220 w 869556"/>
                <a:gd name="connsiteY382" fmla="*/ 328258 h 448064"/>
                <a:gd name="connsiteX383" fmla="*/ 210848 w 869556"/>
                <a:gd name="connsiteY383" fmla="*/ 329746 h 448064"/>
                <a:gd name="connsiteX384" fmla="*/ 205639 w 869556"/>
                <a:gd name="connsiteY384" fmla="*/ 330490 h 448064"/>
                <a:gd name="connsiteX385" fmla="*/ 204941 w 869556"/>
                <a:gd name="connsiteY385" fmla="*/ 332025 h 448064"/>
                <a:gd name="connsiteX386" fmla="*/ 204151 w 869556"/>
                <a:gd name="connsiteY386" fmla="*/ 333467 h 448064"/>
                <a:gd name="connsiteX387" fmla="*/ 198197 w 869556"/>
                <a:gd name="connsiteY387" fmla="*/ 333467 h 448064"/>
                <a:gd name="connsiteX388" fmla="*/ 198197 w 869556"/>
                <a:gd name="connsiteY388" fmla="*/ 336443 h 448064"/>
                <a:gd name="connsiteX389" fmla="*/ 195639 w 869556"/>
                <a:gd name="connsiteY389" fmla="*/ 336629 h 448064"/>
                <a:gd name="connsiteX390" fmla="*/ 192988 w 869556"/>
                <a:gd name="connsiteY390" fmla="*/ 337187 h 448064"/>
                <a:gd name="connsiteX391" fmla="*/ 192663 w 869556"/>
                <a:gd name="connsiteY391" fmla="*/ 338676 h 448064"/>
                <a:gd name="connsiteX392" fmla="*/ 192244 w 869556"/>
                <a:gd name="connsiteY392" fmla="*/ 340164 h 448064"/>
                <a:gd name="connsiteX393" fmla="*/ 187640 w 869556"/>
                <a:gd name="connsiteY393" fmla="*/ 340632 h 448064"/>
                <a:gd name="connsiteX394" fmla="*/ 186291 w 869556"/>
                <a:gd name="connsiteY394" fmla="*/ 340908 h 448064"/>
                <a:gd name="connsiteX395" fmla="*/ 185547 w 869556"/>
                <a:gd name="connsiteY395" fmla="*/ 343140 h 448064"/>
                <a:gd name="connsiteX396" fmla="*/ 183315 w 869556"/>
                <a:gd name="connsiteY396" fmla="*/ 343466 h 448064"/>
                <a:gd name="connsiteX397" fmla="*/ 181082 w 869556"/>
                <a:gd name="connsiteY397" fmla="*/ 343884 h 448064"/>
                <a:gd name="connsiteX398" fmla="*/ 180803 w 869556"/>
                <a:gd name="connsiteY398" fmla="*/ 345373 h 448064"/>
                <a:gd name="connsiteX399" fmla="*/ 180338 w 869556"/>
                <a:gd name="connsiteY399" fmla="*/ 346861 h 448064"/>
                <a:gd name="connsiteX400" fmla="*/ 175734 w 869556"/>
                <a:gd name="connsiteY400" fmla="*/ 347329 h 448064"/>
                <a:gd name="connsiteX401" fmla="*/ 174385 w 869556"/>
                <a:gd name="connsiteY401" fmla="*/ 347605 h 448064"/>
                <a:gd name="connsiteX402" fmla="*/ 173641 w 869556"/>
                <a:gd name="connsiteY402" fmla="*/ 349838 h 448064"/>
                <a:gd name="connsiteX403" fmla="*/ 169036 w 869556"/>
                <a:gd name="connsiteY403" fmla="*/ 350861 h 448064"/>
                <a:gd name="connsiteX404" fmla="*/ 167688 w 869556"/>
                <a:gd name="connsiteY404" fmla="*/ 351326 h 448064"/>
                <a:gd name="connsiteX405" fmla="*/ 166944 w 869556"/>
                <a:gd name="connsiteY405" fmla="*/ 353558 h 448064"/>
                <a:gd name="connsiteX406" fmla="*/ 164339 w 869556"/>
                <a:gd name="connsiteY406" fmla="*/ 353465 h 448064"/>
                <a:gd name="connsiteX407" fmla="*/ 161735 w 869556"/>
                <a:gd name="connsiteY407" fmla="*/ 353558 h 448064"/>
                <a:gd name="connsiteX408" fmla="*/ 160990 w 869556"/>
                <a:gd name="connsiteY408" fmla="*/ 357279 h 448064"/>
                <a:gd name="connsiteX409" fmla="*/ 155781 w 869556"/>
                <a:gd name="connsiteY409" fmla="*/ 358023 h 448064"/>
                <a:gd name="connsiteX410" fmla="*/ 155037 w 869556"/>
                <a:gd name="connsiteY410" fmla="*/ 360256 h 448064"/>
                <a:gd name="connsiteX411" fmla="*/ 150360 w 869556"/>
                <a:gd name="connsiteY411" fmla="*/ 361279 h 448064"/>
                <a:gd name="connsiteX412" fmla="*/ 149084 w 869556"/>
                <a:gd name="connsiteY412" fmla="*/ 361744 h 448064"/>
                <a:gd name="connsiteX413" fmla="*/ 149084 w 869556"/>
                <a:gd name="connsiteY413" fmla="*/ 363976 h 448064"/>
                <a:gd name="connsiteX414" fmla="*/ 143131 w 869556"/>
                <a:gd name="connsiteY414" fmla="*/ 364720 h 448064"/>
                <a:gd name="connsiteX415" fmla="*/ 143131 w 869556"/>
                <a:gd name="connsiteY415" fmla="*/ 366953 h 448064"/>
                <a:gd name="connsiteX416" fmla="*/ 137178 w 869556"/>
                <a:gd name="connsiteY416" fmla="*/ 367697 h 448064"/>
                <a:gd name="connsiteX417" fmla="*/ 137178 w 869556"/>
                <a:gd name="connsiteY417" fmla="*/ 370674 h 448064"/>
                <a:gd name="connsiteX418" fmla="*/ 134620 w 869556"/>
                <a:gd name="connsiteY418" fmla="*/ 370860 h 448064"/>
                <a:gd name="connsiteX419" fmla="*/ 131969 w 869556"/>
                <a:gd name="connsiteY419" fmla="*/ 371418 h 448064"/>
                <a:gd name="connsiteX420" fmla="*/ 131597 w 869556"/>
                <a:gd name="connsiteY420" fmla="*/ 372906 h 448064"/>
                <a:gd name="connsiteX421" fmla="*/ 131225 w 869556"/>
                <a:gd name="connsiteY421" fmla="*/ 374394 h 448064"/>
                <a:gd name="connsiteX422" fmla="*/ 126016 w 869556"/>
                <a:gd name="connsiteY422" fmla="*/ 375138 h 448064"/>
                <a:gd name="connsiteX423" fmla="*/ 125272 w 869556"/>
                <a:gd name="connsiteY423" fmla="*/ 377371 h 448064"/>
                <a:gd name="connsiteX424" fmla="*/ 123039 w 869556"/>
                <a:gd name="connsiteY424" fmla="*/ 377696 h 448064"/>
                <a:gd name="connsiteX425" fmla="*/ 120807 w 869556"/>
                <a:gd name="connsiteY425" fmla="*/ 378115 h 448064"/>
                <a:gd name="connsiteX426" fmla="*/ 120528 w 869556"/>
                <a:gd name="connsiteY426" fmla="*/ 379603 h 448064"/>
                <a:gd name="connsiteX427" fmla="*/ 120063 w 869556"/>
                <a:gd name="connsiteY427" fmla="*/ 381092 h 448064"/>
                <a:gd name="connsiteX428" fmla="*/ 115458 w 869556"/>
                <a:gd name="connsiteY428" fmla="*/ 381560 h 448064"/>
                <a:gd name="connsiteX429" fmla="*/ 114110 w 869556"/>
                <a:gd name="connsiteY429" fmla="*/ 381836 h 448064"/>
                <a:gd name="connsiteX430" fmla="*/ 113365 w 869556"/>
                <a:gd name="connsiteY430" fmla="*/ 384068 h 448064"/>
                <a:gd name="connsiteX431" fmla="*/ 110714 w 869556"/>
                <a:gd name="connsiteY431" fmla="*/ 384812 h 448064"/>
                <a:gd name="connsiteX432" fmla="*/ 108156 w 869556"/>
                <a:gd name="connsiteY432" fmla="*/ 385556 h 448064"/>
                <a:gd name="connsiteX433" fmla="*/ 108156 w 869556"/>
                <a:gd name="connsiteY433" fmla="*/ 387789 h 448064"/>
                <a:gd name="connsiteX434" fmla="*/ 105226 w 869556"/>
                <a:gd name="connsiteY434" fmla="*/ 387556 h 448064"/>
                <a:gd name="connsiteX435" fmla="*/ 102203 w 869556"/>
                <a:gd name="connsiteY435" fmla="*/ 387789 h 448064"/>
                <a:gd name="connsiteX436" fmla="*/ 101459 w 869556"/>
                <a:gd name="connsiteY436" fmla="*/ 391509 h 448064"/>
                <a:gd name="connsiteX437" fmla="*/ 96994 w 869556"/>
                <a:gd name="connsiteY437" fmla="*/ 391509 h 448064"/>
                <a:gd name="connsiteX438" fmla="*/ 95506 w 869556"/>
                <a:gd name="connsiteY438" fmla="*/ 394486 h 448064"/>
                <a:gd name="connsiteX439" fmla="*/ 93227 w 869556"/>
                <a:gd name="connsiteY439" fmla="*/ 394858 h 448064"/>
                <a:gd name="connsiteX440" fmla="*/ 91041 w 869556"/>
                <a:gd name="connsiteY440" fmla="*/ 395230 h 448064"/>
                <a:gd name="connsiteX441" fmla="*/ 90716 w 869556"/>
                <a:gd name="connsiteY441" fmla="*/ 396718 h 448064"/>
                <a:gd name="connsiteX442" fmla="*/ 90297 w 869556"/>
                <a:gd name="connsiteY442" fmla="*/ 398207 h 448064"/>
                <a:gd name="connsiteX443" fmla="*/ 85088 w 869556"/>
                <a:gd name="connsiteY443" fmla="*/ 398951 h 448064"/>
                <a:gd name="connsiteX444" fmla="*/ 84344 w 869556"/>
                <a:gd name="connsiteY444" fmla="*/ 401183 h 448064"/>
                <a:gd name="connsiteX445" fmla="*/ 82112 w 869556"/>
                <a:gd name="connsiteY445" fmla="*/ 401509 h 448064"/>
                <a:gd name="connsiteX446" fmla="*/ 79879 w 869556"/>
                <a:gd name="connsiteY446" fmla="*/ 401927 h 448064"/>
                <a:gd name="connsiteX447" fmla="*/ 79554 w 869556"/>
                <a:gd name="connsiteY447" fmla="*/ 403416 h 448064"/>
                <a:gd name="connsiteX448" fmla="*/ 79135 w 869556"/>
                <a:gd name="connsiteY448" fmla="*/ 404904 h 448064"/>
                <a:gd name="connsiteX449" fmla="*/ 73926 w 869556"/>
                <a:gd name="connsiteY449" fmla="*/ 405648 h 448064"/>
                <a:gd name="connsiteX450" fmla="*/ 73182 w 869556"/>
                <a:gd name="connsiteY450" fmla="*/ 407136 h 448064"/>
                <a:gd name="connsiteX451" fmla="*/ 72438 w 869556"/>
                <a:gd name="connsiteY451" fmla="*/ 408625 h 448064"/>
                <a:gd name="connsiteX452" fmla="*/ 67229 w 869556"/>
                <a:gd name="connsiteY452" fmla="*/ 409369 h 448064"/>
                <a:gd name="connsiteX453" fmla="*/ 66485 w 869556"/>
                <a:gd name="connsiteY453" fmla="*/ 411601 h 448064"/>
                <a:gd name="connsiteX454" fmla="*/ 61276 w 869556"/>
                <a:gd name="connsiteY454" fmla="*/ 412345 h 448064"/>
                <a:gd name="connsiteX455" fmla="*/ 61276 w 869556"/>
                <a:gd name="connsiteY455" fmla="*/ 415322 h 448064"/>
                <a:gd name="connsiteX456" fmla="*/ 58718 w 869556"/>
                <a:gd name="connsiteY456" fmla="*/ 415555 h 448064"/>
                <a:gd name="connsiteX457" fmla="*/ 56067 w 869556"/>
                <a:gd name="connsiteY457" fmla="*/ 416066 h 448064"/>
                <a:gd name="connsiteX458" fmla="*/ 55322 w 869556"/>
                <a:gd name="connsiteY458" fmla="*/ 418299 h 448064"/>
                <a:gd name="connsiteX459" fmla="*/ 50113 w 869556"/>
                <a:gd name="connsiteY459" fmla="*/ 419043 h 448064"/>
                <a:gd name="connsiteX460" fmla="*/ 50113 w 869556"/>
                <a:gd name="connsiteY460" fmla="*/ 422019 h 448064"/>
                <a:gd name="connsiteX461" fmla="*/ 47555 w 869556"/>
                <a:gd name="connsiteY461" fmla="*/ 422205 h 448064"/>
                <a:gd name="connsiteX462" fmla="*/ 44904 w 869556"/>
                <a:gd name="connsiteY462" fmla="*/ 422763 h 448064"/>
                <a:gd name="connsiteX463" fmla="*/ 44579 w 869556"/>
                <a:gd name="connsiteY463" fmla="*/ 424298 h 448064"/>
                <a:gd name="connsiteX464" fmla="*/ 44160 w 869556"/>
                <a:gd name="connsiteY464" fmla="*/ 425740 h 448064"/>
                <a:gd name="connsiteX465" fmla="*/ 38207 w 869556"/>
                <a:gd name="connsiteY465" fmla="*/ 425740 h 448064"/>
                <a:gd name="connsiteX466" fmla="*/ 38207 w 869556"/>
                <a:gd name="connsiteY466" fmla="*/ 428717 h 448064"/>
                <a:gd name="connsiteX467" fmla="*/ 36021 w 869556"/>
                <a:gd name="connsiteY467" fmla="*/ 428903 h 448064"/>
                <a:gd name="connsiteX468" fmla="*/ 33742 w 869556"/>
                <a:gd name="connsiteY468" fmla="*/ 429461 h 448064"/>
                <a:gd name="connsiteX469" fmla="*/ 33417 w 869556"/>
                <a:gd name="connsiteY469" fmla="*/ 430949 h 448064"/>
                <a:gd name="connsiteX470" fmla="*/ 32998 w 869556"/>
                <a:gd name="connsiteY470" fmla="*/ 432437 h 448064"/>
                <a:gd name="connsiteX471" fmla="*/ 27789 w 869556"/>
                <a:gd name="connsiteY471" fmla="*/ 433181 h 448064"/>
                <a:gd name="connsiteX472" fmla="*/ 27045 w 869556"/>
                <a:gd name="connsiteY472" fmla="*/ 435414 h 448064"/>
                <a:gd name="connsiteX473" fmla="*/ 24394 w 869556"/>
                <a:gd name="connsiteY473" fmla="*/ 436158 h 448064"/>
                <a:gd name="connsiteX474" fmla="*/ 21836 w 869556"/>
                <a:gd name="connsiteY474" fmla="*/ 436902 h 448064"/>
                <a:gd name="connsiteX475" fmla="*/ 21836 w 869556"/>
                <a:gd name="connsiteY475" fmla="*/ 439134 h 448064"/>
                <a:gd name="connsiteX476" fmla="*/ 19325 w 869556"/>
                <a:gd name="connsiteY476" fmla="*/ 439321 h 448064"/>
                <a:gd name="connsiteX477" fmla="*/ 16627 w 869556"/>
                <a:gd name="connsiteY477" fmla="*/ 439879 h 448064"/>
                <a:gd name="connsiteX478" fmla="*/ 15883 w 869556"/>
                <a:gd name="connsiteY478" fmla="*/ 441367 h 448064"/>
                <a:gd name="connsiteX479" fmla="*/ 15139 w 869556"/>
                <a:gd name="connsiteY479" fmla="*/ 442855 h 448064"/>
                <a:gd name="connsiteX480" fmla="*/ 9930 w 869556"/>
                <a:gd name="connsiteY480" fmla="*/ 443599 h 448064"/>
                <a:gd name="connsiteX481" fmla="*/ 9186 w 869556"/>
                <a:gd name="connsiteY481" fmla="*/ 445832 h 448064"/>
                <a:gd name="connsiteX482" fmla="*/ 3977 w 869556"/>
                <a:gd name="connsiteY482" fmla="*/ 447320 h 448064"/>
                <a:gd name="connsiteX483" fmla="*/ 1744 w 869556"/>
                <a:gd name="connsiteY483" fmla="*/ 448064 h 448064"/>
                <a:gd name="connsiteX484" fmla="*/ 814 w 869556"/>
                <a:gd name="connsiteY484" fmla="*/ 442809 h 448064"/>
                <a:gd name="connsiteX485" fmla="*/ 756 w 869556"/>
                <a:gd name="connsiteY485" fmla="*/ 440783 h 448064"/>
                <a:gd name="connsiteX486" fmla="*/ 1000 w 869556"/>
                <a:gd name="connsiteY486" fmla="*/ 439134 h 448064"/>
                <a:gd name="connsiteX487" fmla="*/ 3233 w 869556"/>
                <a:gd name="connsiteY487" fmla="*/ 438390 h 448064"/>
                <a:gd name="connsiteX488" fmla="*/ 3977 w 869556"/>
                <a:gd name="connsiteY488" fmla="*/ 433925 h 448064"/>
                <a:gd name="connsiteX489" fmla="*/ 6209 w 869556"/>
                <a:gd name="connsiteY489" fmla="*/ 431693 h 448064"/>
                <a:gd name="connsiteX490" fmla="*/ 6209 w 869556"/>
                <a:gd name="connsiteY490" fmla="*/ 428717 h 448064"/>
                <a:gd name="connsiteX491" fmla="*/ 8442 w 869556"/>
                <a:gd name="connsiteY491" fmla="*/ 427972 h 448064"/>
                <a:gd name="connsiteX492" fmla="*/ 9186 w 869556"/>
                <a:gd name="connsiteY492" fmla="*/ 423508 h 448064"/>
                <a:gd name="connsiteX493" fmla="*/ 11418 w 869556"/>
                <a:gd name="connsiteY493" fmla="*/ 422019 h 448064"/>
                <a:gd name="connsiteX494" fmla="*/ 12162 w 869556"/>
                <a:gd name="connsiteY494" fmla="*/ 417554 h 448064"/>
                <a:gd name="connsiteX495" fmla="*/ 13651 w 869556"/>
                <a:gd name="connsiteY495" fmla="*/ 416810 h 448064"/>
                <a:gd name="connsiteX496" fmla="*/ 14395 w 869556"/>
                <a:gd name="connsiteY496" fmla="*/ 414578 h 448064"/>
                <a:gd name="connsiteX497" fmla="*/ 16627 w 869556"/>
                <a:gd name="connsiteY497" fmla="*/ 411601 h 448064"/>
                <a:gd name="connsiteX498" fmla="*/ 16953 w 869556"/>
                <a:gd name="connsiteY498" fmla="*/ 409415 h 448064"/>
                <a:gd name="connsiteX499" fmla="*/ 17371 w 869556"/>
                <a:gd name="connsiteY499" fmla="*/ 407136 h 448064"/>
                <a:gd name="connsiteX500" fmla="*/ 19604 w 869556"/>
                <a:gd name="connsiteY500" fmla="*/ 405648 h 448064"/>
                <a:gd name="connsiteX501" fmla="*/ 19976 w 869556"/>
                <a:gd name="connsiteY501" fmla="*/ 403695 h 448064"/>
                <a:gd name="connsiteX502" fmla="*/ 20348 w 869556"/>
                <a:gd name="connsiteY502" fmla="*/ 401927 h 448064"/>
                <a:gd name="connsiteX503" fmla="*/ 22580 w 869556"/>
                <a:gd name="connsiteY503" fmla="*/ 401927 h 448064"/>
                <a:gd name="connsiteX504" fmla="*/ 22441 w 869556"/>
                <a:gd name="connsiteY504" fmla="*/ 399835 h 448064"/>
                <a:gd name="connsiteX505" fmla="*/ 24813 w 869556"/>
                <a:gd name="connsiteY505" fmla="*/ 395230 h 448064"/>
                <a:gd name="connsiteX506" fmla="*/ 25185 w 869556"/>
                <a:gd name="connsiteY506" fmla="*/ 393277 h 448064"/>
                <a:gd name="connsiteX507" fmla="*/ 25557 w 869556"/>
                <a:gd name="connsiteY507" fmla="*/ 391509 h 448064"/>
                <a:gd name="connsiteX508" fmla="*/ 27789 w 869556"/>
                <a:gd name="connsiteY508" fmla="*/ 390765 h 448064"/>
                <a:gd name="connsiteX509" fmla="*/ 29278 w 869556"/>
                <a:gd name="connsiteY509" fmla="*/ 385556 h 448064"/>
                <a:gd name="connsiteX510" fmla="*/ 30766 w 869556"/>
                <a:gd name="connsiteY510" fmla="*/ 385556 h 448064"/>
                <a:gd name="connsiteX511" fmla="*/ 31510 w 869556"/>
                <a:gd name="connsiteY511" fmla="*/ 383324 h 448064"/>
                <a:gd name="connsiteX512" fmla="*/ 32254 w 869556"/>
                <a:gd name="connsiteY512" fmla="*/ 381092 h 448064"/>
                <a:gd name="connsiteX513" fmla="*/ 33742 w 869556"/>
                <a:gd name="connsiteY513" fmla="*/ 381092 h 448064"/>
                <a:gd name="connsiteX514" fmla="*/ 33603 w 869556"/>
                <a:gd name="connsiteY514" fmla="*/ 378906 h 448064"/>
                <a:gd name="connsiteX515" fmla="*/ 33742 w 869556"/>
                <a:gd name="connsiteY515" fmla="*/ 376627 h 448064"/>
                <a:gd name="connsiteX516" fmla="*/ 35975 w 869556"/>
                <a:gd name="connsiteY516" fmla="*/ 375883 h 448064"/>
                <a:gd name="connsiteX517" fmla="*/ 36719 w 869556"/>
                <a:gd name="connsiteY517" fmla="*/ 371418 h 448064"/>
                <a:gd name="connsiteX518" fmla="*/ 38207 w 869556"/>
                <a:gd name="connsiteY518" fmla="*/ 370674 h 448064"/>
                <a:gd name="connsiteX519" fmla="*/ 38533 w 869556"/>
                <a:gd name="connsiteY519" fmla="*/ 368860 h 448064"/>
                <a:gd name="connsiteX520" fmla="*/ 41184 w 869556"/>
                <a:gd name="connsiteY520" fmla="*/ 365465 h 448064"/>
                <a:gd name="connsiteX521" fmla="*/ 41928 w 869556"/>
                <a:gd name="connsiteY521" fmla="*/ 363558 h 448064"/>
                <a:gd name="connsiteX522" fmla="*/ 42672 w 869556"/>
                <a:gd name="connsiteY522" fmla="*/ 361744 h 448064"/>
                <a:gd name="connsiteX523" fmla="*/ 44904 w 869556"/>
                <a:gd name="connsiteY523" fmla="*/ 361000 h 448064"/>
                <a:gd name="connsiteX524" fmla="*/ 44904 w 869556"/>
                <a:gd name="connsiteY524" fmla="*/ 356535 h 448064"/>
                <a:gd name="connsiteX525" fmla="*/ 46393 w 869556"/>
                <a:gd name="connsiteY525" fmla="*/ 356535 h 448064"/>
                <a:gd name="connsiteX526" fmla="*/ 47881 w 869556"/>
                <a:gd name="connsiteY526" fmla="*/ 352070 h 448064"/>
                <a:gd name="connsiteX527" fmla="*/ 49369 w 869556"/>
                <a:gd name="connsiteY527" fmla="*/ 351326 h 448064"/>
                <a:gd name="connsiteX528" fmla="*/ 50858 w 869556"/>
                <a:gd name="connsiteY528" fmla="*/ 347605 h 448064"/>
                <a:gd name="connsiteX529" fmla="*/ 52346 w 869556"/>
                <a:gd name="connsiteY529" fmla="*/ 346117 h 448064"/>
                <a:gd name="connsiteX530" fmla="*/ 53834 w 869556"/>
                <a:gd name="connsiteY530" fmla="*/ 342396 h 448064"/>
                <a:gd name="connsiteX531" fmla="*/ 58299 w 869556"/>
                <a:gd name="connsiteY531" fmla="*/ 335699 h 448064"/>
                <a:gd name="connsiteX532" fmla="*/ 59043 w 869556"/>
                <a:gd name="connsiteY532" fmla="*/ 333467 h 448064"/>
                <a:gd name="connsiteX533" fmla="*/ 60531 w 869556"/>
                <a:gd name="connsiteY533" fmla="*/ 332722 h 448064"/>
                <a:gd name="connsiteX534" fmla="*/ 60903 w 869556"/>
                <a:gd name="connsiteY534" fmla="*/ 330862 h 448064"/>
                <a:gd name="connsiteX535" fmla="*/ 61276 w 869556"/>
                <a:gd name="connsiteY535" fmla="*/ 329002 h 448064"/>
                <a:gd name="connsiteX536" fmla="*/ 62764 w 869556"/>
                <a:gd name="connsiteY536" fmla="*/ 328258 h 448064"/>
                <a:gd name="connsiteX537" fmla="*/ 63880 w 869556"/>
                <a:gd name="connsiteY537" fmla="*/ 325979 h 448064"/>
                <a:gd name="connsiteX538" fmla="*/ 64996 w 869556"/>
                <a:gd name="connsiteY538" fmla="*/ 323793 h 448064"/>
                <a:gd name="connsiteX539" fmla="*/ 66485 w 869556"/>
                <a:gd name="connsiteY539" fmla="*/ 323793 h 448064"/>
                <a:gd name="connsiteX540" fmla="*/ 67229 w 869556"/>
                <a:gd name="connsiteY540" fmla="*/ 320072 h 448064"/>
                <a:gd name="connsiteX541" fmla="*/ 68717 w 869556"/>
                <a:gd name="connsiteY541" fmla="*/ 319328 h 448064"/>
                <a:gd name="connsiteX542" fmla="*/ 69368 w 869556"/>
                <a:gd name="connsiteY542" fmla="*/ 317328 h 448064"/>
                <a:gd name="connsiteX543" fmla="*/ 73182 w 869556"/>
                <a:gd name="connsiteY543" fmla="*/ 310398 h 448064"/>
                <a:gd name="connsiteX544" fmla="*/ 74670 w 869556"/>
                <a:gd name="connsiteY544" fmla="*/ 310398 h 448064"/>
                <a:gd name="connsiteX545" fmla="*/ 75414 w 869556"/>
                <a:gd name="connsiteY545" fmla="*/ 306677 h 448064"/>
                <a:gd name="connsiteX546" fmla="*/ 76903 w 869556"/>
                <a:gd name="connsiteY546" fmla="*/ 305933 h 448064"/>
                <a:gd name="connsiteX547" fmla="*/ 77228 w 869556"/>
                <a:gd name="connsiteY547" fmla="*/ 304492 h 448064"/>
                <a:gd name="connsiteX548" fmla="*/ 79879 w 869556"/>
                <a:gd name="connsiteY548" fmla="*/ 301468 h 448064"/>
                <a:gd name="connsiteX549" fmla="*/ 80623 w 869556"/>
                <a:gd name="connsiteY549" fmla="*/ 298492 h 448064"/>
                <a:gd name="connsiteX550" fmla="*/ 83135 w 869556"/>
                <a:gd name="connsiteY550" fmla="*/ 294725 h 448064"/>
                <a:gd name="connsiteX551" fmla="*/ 84501 w 869556"/>
                <a:gd name="connsiteY551" fmla="*/ 292792 h 448064"/>
                <a:gd name="connsiteX552" fmla="*/ 88065 w 869556"/>
                <a:gd name="connsiteY552" fmla="*/ 288818 h 448064"/>
                <a:gd name="connsiteX553" fmla="*/ 88855 w 869556"/>
                <a:gd name="connsiteY553" fmla="*/ 287190 h 448064"/>
                <a:gd name="connsiteX554" fmla="*/ 89553 w 869556"/>
                <a:gd name="connsiteY554" fmla="*/ 285842 h 448064"/>
                <a:gd name="connsiteX555" fmla="*/ 91041 w 869556"/>
                <a:gd name="connsiteY555" fmla="*/ 285842 h 448064"/>
                <a:gd name="connsiteX556" fmla="*/ 91785 w 869556"/>
                <a:gd name="connsiteY556" fmla="*/ 282121 h 448064"/>
                <a:gd name="connsiteX557" fmla="*/ 93274 w 869556"/>
                <a:gd name="connsiteY557" fmla="*/ 281377 h 448064"/>
                <a:gd name="connsiteX558" fmla="*/ 93553 w 869556"/>
                <a:gd name="connsiteY558" fmla="*/ 279656 h 448064"/>
                <a:gd name="connsiteX559" fmla="*/ 96994 w 869556"/>
                <a:gd name="connsiteY559" fmla="*/ 274679 h 448064"/>
                <a:gd name="connsiteX560" fmla="*/ 98483 w 869556"/>
                <a:gd name="connsiteY560" fmla="*/ 274679 h 448064"/>
                <a:gd name="connsiteX561" fmla="*/ 99180 w 869556"/>
                <a:gd name="connsiteY561" fmla="*/ 272214 h 448064"/>
                <a:gd name="connsiteX562" fmla="*/ 102203 w 869556"/>
                <a:gd name="connsiteY562" fmla="*/ 267238 h 448064"/>
                <a:gd name="connsiteX563" fmla="*/ 104808 w 869556"/>
                <a:gd name="connsiteY563" fmla="*/ 263424 h 448064"/>
                <a:gd name="connsiteX564" fmla="*/ 105180 w 869556"/>
                <a:gd name="connsiteY564" fmla="*/ 262029 h 448064"/>
                <a:gd name="connsiteX565" fmla="*/ 107412 w 869556"/>
                <a:gd name="connsiteY565" fmla="*/ 261285 h 448064"/>
                <a:gd name="connsiteX566" fmla="*/ 108156 w 869556"/>
                <a:gd name="connsiteY566" fmla="*/ 258308 h 448064"/>
                <a:gd name="connsiteX567" fmla="*/ 109645 w 869556"/>
                <a:gd name="connsiteY567" fmla="*/ 257564 h 448064"/>
                <a:gd name="connsiteX568" fmla="*/ 109970 w 869556"/>
                <a:gd name="connsiteY568" fmla="*/ 256076 h 448064"/>
                <a:gd name="connsiteX569" fmla="*/ 110389 w 869556"/>
                <a:gd name="connsiteY569" fmla="*/ 254588 h 448064"/>
                <a:gd name="connsiteX570" fmla="*/ 112621 w 869556"/>
                <a:gd name="connsiteY570" fmla="*/ 253843 h 448064"/>
                <a:gd name="connsiteX571" fmla="*/ 113365 w 869556"/>
                <a:gd name="connsiteY571" fmla="*/ 251611 h 448064"/>
                <a:gd name="connsiteX572" fmla="*/ 114854 w 869556"/>
                <a:gd name="connsiteY572" fmla="*/ 250867 h 448064"/>
                <a:gd name="connsiteX573" fmla="*/ 115086 w 869556"/>
                <a:gd name="connsiteY573" fmla="*/ 249193 h 448064"/>
                <a:gd name="connsiteX574" fmla="*/ 119319 w 869556"/>
                <a:gd name="connsiteY574" fmla="*/ 243426 h 448064"/>
                <a:gd name="connsiteX575" fmla="*/ 120807 w 869556"/>
                <a:gd name="connsiteY575" fmla="*/ 243426 h 448064"/>
                <a:gd name="connsiteX576" fmla="*/ 121179 w 869556"/>
                <a:gd name="connsiteY576" fmla="*/ 241937 h 448064"/>
                <a:gd name="connsiteX577" fmla="*/ 121551 w 869556"/>
                <a:gd name="connsiteY577" fmla="*/ 240449 h 448064"/>
                <a:gd name="connsiteX578" fmla="*/ 123039 w 869556"/>
                <a:gd name="connsiteY578" fmla="*/ 240449 h 448064"/>
                <a:gd name="connsiteX579" fmla="*/ 123783 w 869556"/>
                <a:gd name="connsiteY579" fmla="*/ 238589 h 448064"/>
                <a:gd name="connsiteX580" fmla="*/ 124528 w 869556"/>
                <a:gd name="connsiteY580" fmla="*/ 236728 h 448064"/>
                <a:gd name="connsiteX581" fmla="*/ 126016 w 869556"/>
                <a:gd name="connsiteY581" fmla="*/ 236728 h 448064"/>
                <a:gd name="connsiteX582" fmla="*/ 126760 w 869556"/>
                <a:gd name="connsiteY582" fmla="*/ 233752 h 448064"/>
                <a:gd name="connsiteX583" fmla="*/ 128248 w 869556"/>
                <a:gd name="connsiteY583" fmla="*/ 233008 h 448064"/>
                <a:gd name="connsiteX584" fmla="*/ 128992 w 869556"/>
                <a:gd name="connsiteY584" fmla="*/ 231473 h 448064"/>
                <a:gd name="connsiteX585" fmla="*/ 129737 w 869556"/>
                <a:gd name="connsiteY585" fmla="*/ 230031 h 448064"/>
                <a:gd name="connsiteX586" fmla="*/ 131225 w 869556"/>
                <a:gd name="connsiteY586" fmla="*/ 230031 h 448064"/>
                <a:gd name="connsiteX587" fmla="*/ 131550 w 869556"/>
                <a:gd name="connsiteY587" fmla="*/ 228682 h 448064"/>
                <a:gd name="connsiteX588" fmla="*/ 134201 w 869556"/>
                <a:gd name="connsiteY588" fmla="*/ 224822 h 448064"/>
                <a:gd name="connsiteX589" fmla="*/ 137178 w 869556"/>
                <a:gd name="connsiteY589" fmla="*/ 220357 h 448064"/>
                <a:gd name="connsiteX590" fmla="*/ 139410 w 869556"/>
                <a:gd name="connsiteY590" fmla="*/ 218869 h 448064"/>
                <a:gd name="connsiteX591" fmla="*/ 140154 w 869556"/>
                <a:gd name="connsiteY591" fmla="*/ 216636 h 448064"/>
                <a:gd name="connsiteX592" fmla="*/ 143875 w 869556"/>
                <a:gd name="connsiteY592" fmla="*/ 212916 h 448064"/>
                <a:gd name="connsiteX593" fmla="*/ 148591 w 869556"/>
                <a:gd name="connsiteY593" fmla="*/ 206499 h 448064"/>
                <a:gd name="connsiteX594" fmla="*/ 151317 w 869556"/>
                <a:gd name="connsiteY594" fmla="*/ 203242 h 448064"/>
                <a:gd name="connsiteX595" fmla="*/ 154293 w 869556"/>
                <a:gd name="connsiteY595" fmla="*/ 203242 h 448064"/>
                <a:gd name="connsiteX596" fmla="*/ 154293 w 869556"/>
                <a:gd name="connsiteY596" fmla="*/ 200265 h 448064"/>
                <a:gd name="connsiteX597" fmla="*/ 156526 w 869556"/>
                <a:gd name="connsiteY597" fmla="*/ 200265 h 448064"/>
                <a:gd name="connsiteX598" fmla="*/ 156526 w 869556"/>
                <a:gd name="connsiteY598" fmla="*/ 196545 h 448064"/>
                <a:gd name="connsiteX599" fmla="*/ 159502 w 869556"/>
                <a:gd name="connsiteY599" fmla="*/ 196545 h 448064"/>
                <a:gd name="connsiteX600" fmla="*/ 159502 w 869556"/>
                <a:gd name="connsiteY600" fmla="*/ 193568 h 448064"/>
                <a:gd name="connsiteX601" fmla="*/ 162479 w 869556"/>
                <a:gd name="connsiteY601" fmla="*/ 193568 h 448064"/>
                <a:gd name="connsiteX602" fmla="*/ 163223 w 869556"/>
                <a:gd name="connsiteY602" fmla="*/ 190592 h 448064"/>
                <a:gd name="connsiteX603" fmla="*/ 165455 w 869556"/>
                <a:gd name="connsiteY603" fmla="*/ 189847 h 448064"/>
                <a:gd name="connsiteX604" fmla="*/ 166199 w 869556"/>
                <a:gd name="connsiteY604" fmla="*/ 186871 h 448064"/>
                <a:gd name="connsiteX605" fmla="*/ 167688 w 869556"/>
                <a:gd name="connsiteY605" fmla="*/ 186127 h 448064"/>
                <a:gd name="connsiteX606" fmla="*/ 168339 w 869556"/>
                <a:gd name="connsiteY606" fmla="*/ 184685 h 448064"/>
                <a:gd name="connsiteX607" fmla="*/ 170571 w 869556"/>
                <a:gd name="connsiteY607" fmla="*/ 182546 h 448064"/>
                <a:gd name="connsiteX608" fmla="*/ 173641 w 869556"/>
                <a:gd name="connsiteY608" fmla="*/ 179011 h 448064"/>
                <a:gd name="connsiteX609" fmla="*/ 176757 w 869556"/>
                <a:gd name="connsiteY609" fmla="*/ 175895 h 448064"/>
                <a:gd name="connsiteX610" fmla="*/ 178106 w 869556"/>
                <a:gd name="connsiteY610" fmla="*/ 175709 h 448064"/>
                <a:gd name="connsiteX611" fmla="*/ 178850 w 869556"/>
                <a:gd name="connsiteY611" fmla="*/ 173476 h 448064"/>
                <a:gd name="connsiteX612" fmla="*/ 180338 w 869556"/>
                <a:gd name="connsiteY612" fmla="*/ 173151 h 448064"/>
                <a:gd name="connsiteX613" fmla="*/ 181826 w 869556"/>
                <a:gd name="connsiteY613" fmla="*/ 172732 h 448064"/>
                <a:gd name="connsiteX614" fmla="*/ 182570 w 869556"/>
                <a:gd name="connsiteY614" fmla="*/ 169756 h 448064"/>
                <a:gd name="connsiteX615" fmla="*/ 184059 w 869556"/>
                <a:gd name="connsiteY615" fmla="*/ 169011 h 448064"/>
                <a:gd name="connsiteX616" fmla="*/ 184710 w 869556"/>
                <a:gd name="connsiteY616" fmla="*/ 167523 h 448064"/>
                <a:gd name="connsiteX617" fmla="*/ 185547 w 869556"/>
                <a:gd name="connsiteY617" fmla="*/ 166035 h 448064"/>
                <a:gd name="connsiteX618" fmla="*/ 187082 w 869556"/>
                <a:gd name="connsiteY618" fmla="*/ 165663 h 448064"/>
                <a:gd name="connsiteX619" fmla="*/ 188524 w 869556"/>
                <a:gd name="connsiteY619" fmla="*/ 165291 h 448064"/>
                <a:gd name="connsiteX620" fmla="*/ 188896 w 869556"/>
                <a:gd name="connsiteY620" fmla="*/ 163756 h 448064"/>
                <a:gd name="connsiteX621" fmla="*/ 189268 w 869556"/>
                <a:gd name="connsiteY621" fmla="*/ 162314 h 448064"/>
                <a:gd name="connsiteX622" fmla="*/ 192244 w 869556"/>
                <a:gd name="connsiteY622" fmla="*/ 162314 h 448064"/>
                <a:gd name="connsiteX623" fmla="*/ 192244 w 869556"/>
                <a:gd name="connsiteY623" fmla="*/ 159338 h 448064"/>
                <a:gd name="connsiteX624" fmla="*/ 195221 w 869556"/>
                <a:gd name="connsiteY624" fmla="*/ 159338 h 448064"/>
                <a:gd name="connsiteX625" fmla="*/ 196709 w 869556"/>
                <a:gd name="connsiteY625" fmla="*/ 155617 h 448064"/>
                <a:gd name="connsiteX626" fmla="*/ 198197 w 869556"/>
                <a:gd name="connsiteY626" fmla="*/ 154873 h 448064"/>
                <a:gd name="connsiteX627" fmla="*/ 198942 w 869556"/>
                <a:gd name="connsiteY627" fmla="*/ 152640 h 448064"/>
                <a:gd name="connsiteX628" fmla="*/ 200848 w 869556"/>
                <a:gd name="connsiteY628" fmla="*/ 152315 h 448064"/>
                <a:gd name="connsiteX629" fmla="*/ 202662 w 869556"/>
                <a:gd name="connsiteY629" fmla="*/ 151896 h 448064"/>
                <a:gd name="connsiteX630" fmla="*/ 202662 w 869556"/>
                <a:gd name="connsiteY630" fmla="*/ 148920 h 448064"/>
                <a:gd name="connsiteX631" fmla="*/ 204476 w 869556"/>
                <a:gd name="connsiteY631" fmla="*/ 149106 h 448064"/>
                <a:gd name="connsiteX632" fmla="*/ 206383 w 869556"/>
                <a:gd name="connsiteY632" fmla="*/ 148920 h 448064"/>
                <a:gd name="connsiteX633" fmla="*/ 207127 w 869556"/>
                <a:gd name="connsiteY633" fmla="*/ 145943 h 448064"/>
                <a:gd name="connsiteX634" fmla="*/ 209360 w 869556"/>
                <a:gd name="connsiteY634" fmla="*/ 144455 h 448064"/>
                <a:gd name="connsiteX635" fmla="*/ 210104 w 869556"/>
                <a:gd name="connsiteY635" fmla="*/ 142222 h 448064"/>
                <a:gd name="connsiteX636" fmla="*/ 213824 w 869556"/>
                <a:gd name="connsiteY636" fmla="*/ 140734 h 448064"/>
                <a:gd name="connsiteX637" fmla="*/ 214569 w 869556"/>
                <a:gd name="connsiteY637" fmla="*/ 138502 h 448064"/>
                <a:gd name="connsiteX638" fmla="*/ 217545 w 869556"/>
                <a:gd name="connsiteY638" fmla="*/ 138502 h 448064"/>
                <a:gd name="connsiteX639" fmla="*/ 217871 w 869556"/>
                <a:gd name="connsiteY639" fmla="*/ 137060 h 448064"/>
                <a:gd name="connsiteX640" fmla="*/ 218289 w 869556"/>
                <a:gd name="connsiteY640" fmla="*/ 135525 h 448064"/>
                <a:gd name="connsiteX641" fmla="*/ 220196 w 869556"/>
                <a:gd name="connsiteY641" fmla="*/ 135153 h 448064"/>
                <a:gd name="connsiteX642" fmla="*/ 222010 w 869556"/>
                <a:gd name="connsiteY642" fmla="*/ 134781 h 448064"/>
                <a:gd name="connsiteX643" fmla="*/ 222010 w 869556"/>
                <a:gd name="connsiteY643" fmla="*/ 131804 h 448064"/>
                <a:gd name="connsiteX644" fmla="*/ 224987 w 869556"/>
                <a:gd name="connsiteY644" fmla="*/ 131060 h 448064"/>
                <a:gd name="connsiteX645" fmla="*/ 225731 w 869556"/>
                <a:gd name="connsiteY645" fmla="*/ 128828 h 448064"/>
                <a:gd name="connsiteX646" fmla="*/ 229451 w 869556"/>
                <a:gd name="connsiteY646" fmla="*/ 127340 h 448064"/>
                <a:gd name="connsiteX647" fmla="*/ 230195 w 869556"/>
                <a:gd name="connsiteY647" fmla="*/ 125107 h 448064"/>
                <a:gd name="connsiteX648" fmla="*/ 233916 w 869556"/>
                <a:gd name="connsiteY648" fmla="*/ 123619 h 448064"/>
                <a:gd name="connsiteX649" fmla="*/ 234660 w 869556"/>
                <a:gd name="connsiteY649" fmla="*/ 121386 h 448064"/>
                <a:gd name="connsiteX650" fmla="*/ 238381 w 869556"/>
                <a:gd name="connsiteY650" fmla="*/ 120642 h 448064"/>
                <a:gd name="connsiteX651" fmla="*/ 239125 w 869556"/>
                <a:gd name="connsiteY651" fmla="*/ 118410 h 448064"/>
                <a:gd name="connsiteX652" fmla="*/ 242102 w 869556"/>
                <a:gd name="connsiteY652" fmla="*/ 116922 h 448064"/>
                <a:gd name="connsiteX653" fmla="*/ 242846 w 869556"/>
                <a:gd name="connsiteY653" fmla="*/ 114689 h 448064"/>
                <a:gd name="connsiteX654" fmla="*/ 245078 w 869556"/>
                <a:gd name="connsiteY654" fmla="*/ 114782 h 448064"/>
                <a:gd name="connsiteX655" fmla="*/ 247311 w 869556"/>
                <a:gd name="connsiteY655" fmla="*/ 114689 h 448064"/>
                <a:gd name="connsiteX656" fmla="*/ 247683 w 869556"/>
                <a:gd name="connsiteY656" fmla="*/ 112829 h 448064"/>
                <a:gd name="connsiteX657" fmla="*/ 248055 w 869556"/>
                <a:gd name="connsiteY657" fmla="*/ 110969 h 448064"/>
                <a:gd name="connsiteX658" fmla="*/ 252520 w 869556"/>
                <a:gd name="connsiteY658" fmla="*/ 110969 h 448064"/>
                <a:gd name="connsiteX659" fmla="*/ 252520 w 869556"/>
                <a:gd name="connsiteY659" fmla="*/ 107992 h 448064"/>
                <a:gd name="connsiteX660" fmla="*/ 255496 w 869556"/>
                <a:gd name="connsiteY660" fmla="*/ 107248 h 448064"/>
                <a:gd name="connsiteX661" fmla="*/ 255775 w 869556"/>
                <a:gd name="connsiteY661" fmla="*/ 105760 h 448064"/>
                <a:gd name="connsiteX662" fmla="*/ 256240 w 869556"/>
                <a:gd name="connsiteY662" fmla="*/ 104271 h 448064"/>
                <a:gd name="connsiteX663" fmla="*/ 260705 w 869556"/>
                <a:gd name="connsiteY663" fmla="*/ 103527 h 448064"/>
                <a:gd name="connsiteX664" fmla="*/ 261449 w 869556"/>
                <a:gd name="connsiteY664" fmla="*/ 101295 h 448064"/>
                <a:gd name="connsiteX665" fmla="*/ 263682 w 869556"/>
                <a:gd name="connsiteY665" fmla="*/ 100969 h 448064"/>
                <a:gd name="connsiteX666" fmla="*/ 265914 w 869556"/>
                <a:gd name="connsiteY666" fmla="*/ 100551 h 448064"/>
                <a:gd name="connsiteX667" fmla="*/ 266286 w 869556"/>
                <a:gd name="connsiteY667" fmla="*/ 99062 h 448064"/>
                <a:gd name="connsiteX668" fmla="*/ 266658 w 869556"/>
                <a:gd name="connsiteY668" fmla="*/ 97574 h 448064"/>
                <a:gd name="connsiteX669" fmla="*/ 271123 w 869556"/>
                <a:gd name="connsiteY669" fmla="*/ 96830 h 448064"/>
                <a:gd name="connsiteX670" fmla="*/ 271867 w 869556"/>
                <a:gd name="connsiteY670" fmla="*/ 94597 h 448064"/>
                <a:gd name="connsiteX671" fmla="*/ 276332 w 869556"/>
                <a:gd name="connsiteY671" fmla="*/ 93853 h 448064"/>
                <a:gd name="connsiteX672" fmla="*/ 276332 w 869556"/>
                <a:gd name="connsiteY672" fmla="*/ 90877 h 448064"/>
                <a:gd name="connsiteX673" fmla="*/ 282285 w 869556"/>
                <a:gd name="connsiteY673" fmla="*/ 90133 h 448064"/>
                <a:gd name="connsiteX674" fmla="*/ 282285 w 869556"/>
                <a:gd name="connsiteY674" fmla="*/ 87156 h 448064"/>
                <a:gd name="connsiteX675" fmla="*/ 284471 w 869556"/>
                <a:gd name="connsiteY675" fmla="*/ 86923 h 448064"/>
                <a:gd name="connsiteX676" fmla="*/ 286750 w 869556"/>
                <a:gd name="connsiteY676" fmla="*/ 86412 h 448064"/>
                <a:gd name="connsiteX677" fmla="*/ 287494 w 869556"/>
                <a:gd name="connsiteY677" fmla="*/ 84179 h 448064"/>
                <a:gd name="connsiteX678" fmla="*/ 292703 w 869556"/>
                <a:gd name="connsiteY678" fmla="*/ 82691 h 448064"/>
                <a:gd name="connsiteX679" fmla="*/ 293447 w 869556"/>
                <a:gd name="connsiteY679" fmla="*/ 80459 h 448064"/>
                <a:gd name="connsiteX680" fmla="*/ 296005 w 869556"/>
                <a:gd name="connsiteY680" fmla="*/ 80133 h 448064"/>
                <a:gd name="connsiteX681" fmla="*/ 298656 w 869556"/>
                <a:gd name="connsiteY681" fmla="*/ 79715 h 448064"/>
                <a:gd name="connsiteX682" fmla="*/ 300145 w 869556"/>
                <a:gd name="connsiteY682" fmla="*/ 76738 h 448064"/>
                <a:gd name="connsiteX683" fmla="*/ 304610 w 869556"/>
                <a:gd name="connsiteY683" fmla="*/ 76738 h 448064"/>
                <a:gd name="connsiteX684" fmla="*/ 304610 w 869556"/>
                <a:gd name="connsiteY684" fmla="*/ 73761 h 448064"/>
                <a:gd name="connsiteX685" fmla="*/ 307168 w 869556"/>
                <a:gd name="connsiteY685" fmla="*/ 73575 h 448064"/>
                <a:gd name="connsiteX686" fmla="*/ 309819 w 869556"/>
                <a:gd name="connsiteY686" fmla="*/ 73017 h 448064"/>
                <a:gd name="connsiteX687" fmla="*/ 310147 w 869556"/>
                <a:gd name="connsiteY687" fmla="*/ 71520 h 448064"/>
                <a:gd name="connsiteX688" fmla="*/ 310563 w 869556"/>
                <a:gd name="connsiteY688" fmla="*/ 70041 h 448064"/>
                <a:gd name="connsiteX689" fmla="*/ 313911 w 869556"/>
                <a:gd name="connsiteY689" fmla="*/ 69622 h 448064"/>
                <a:gd name="connsiteX690" fmla="*/ 317260 w 869556"/>
                <a:gd name="connsiteY690" fmla="*/ 69297 h 448064"/>
                <a:gd name="connsiteX691" fmla="*/ 318004 w 869556"/>
                <a:gd name="connsiteY691" fmla="*/ 67064 h 448064"/>
                <a:gd name="connsiteX692" fmla="*/ 321027 w 869556"/>
                <a:gd name="connsiteY692" fmla="*/ 66553 h 448064"/>
                <a:gd name="connsiteX693" fmla="*/ 323957 w 869556"/>
                <a:gd name="connsiteY693" fmla="*/ 66320 h 448064"/>
                <a:gd name="connsiteX694" fmla="*/ 323957 w 869556"/>
                <a:gd name="connsiteY694" fmla="*/ 63344 h 448064"/>
                <a:gd name="connsiteX695" fmla="*/ 326887 w 869556"/>
                <a:gd name="connsiteY695" fmla="*/ 63576 h 448064"/>
                <a:gd name="connsiteX696" fmla="*/ 329910 w 869556"/>
                <a:gd name="connsiteY696" fmla="*/ 63344 h 448064"/>
                <a:gd name="connsiteX697" fmla="*/ 330236 w 869556"/>
                <a:gd name="connsiteY697" fmla="*/ 61483 h 448064"/>
                <a:gd name="connsiteX698" fmla="*/ 330654 w 869556"/>
                <a:gd name="connsiteY698" fmla="*/ 59623 h 448064"/>
                <a:gd name="connsiteX699" fmla="*/ 337352 w 869556"/>
                <a:gd name="connsiteY699" fmla="*/ 59623 h 448064"/>
                <a:gd name="connsiteX700" fmla="*/ 337352 w 869556"/>
                <a:gd name="connsiteY700" fmla="*/ 56646 h 448064"/>
                <a:gd name="connsiteX701" fmla="*/ 341072 w 869556"/>
                <a:gd name="connsiteY701" fmla="*/ 55856 h 448064"/>
                <a:gd name="connsiteX702" fmla="*/ 344793 w 869556"/>
                <a:gd name="connsiteY702" fmla="*/ 55158 h 448064"/>
                <a:gd name="connsiteX703" fmla="*/ 344793 w 869556"/>
                <a:gd name="connsiteY703" fmla="*/ 52926 h 448064"/>
                <a:gd name="connsiteX704" fmla="*/ 346232 w 869556"/>
                <a:gd name="connsiteY704" fmla="*/ 53030 h 448064"/>
                <a:gd name="connsiteX705" fmla="*/ 348095 w 869556"/>
                <a:gd name="connsiteY705" fmla="*/ 53112 h 448064"/>
                <a:gd name="connsiteX706" fmla="*/ 349953 w 869556"/>
                <a:gd name="connsiteY706" fmla="*/ 53216 h 448064"/>
                <a:gd name="connsiteX707" fmla="*/ 351490 w 869556"/>
                <a:gd name="connsiteY707" fmla="*/ 52926 h 448064"/>
                <a:gd name="connsiteX708" fmla="*/ 352235 w 869556"/>
                <a:gd name="connsiteY708" fmla="*/ 49949 h 448064"/>
                <a:gd name="connsiteX709" fmla="*/ 355537 w 869556"/>
                <a:gd name="connsiteY709" fmla="*/ 49577 h 448064"/>
                <a:gd name="connsiteX710" fmla="*/ 358932 w 869556"/>
                <a:gd name="connsiteY710" fmla="*/ 49205 h 448064"/>
                <a:gd name="connsiteX711" fmla="*/ 360420 w 869556"/>
                <a:gd name="connsiteY711" fmla="*/ 46228 h 448064"/>
                <a:gd name="connsiteX712" fmla="*/ 365559 w 869556"/>
                <a:gd name="connsiteY712" fmla="*/ 45833 h 448064"/>
                <a:gd name="connsiteX713" fmla="*/ 367117 w 869556"/>
                <a:gd name="connsiteY713" fmla="*/ 45484 h 448064"/>
                <a:gd name="connsiteX714" fmla="*/ 367859 w 869556"/>
                <a:gd name="connsiteY714" fmla="*/ 43999 h 448064"/>
                <a:gd name="connsiteX715" fmla="*/ 368606 w 869556"/>
                <a:gd name="connsiteY715" fmla="*/ 42508 h 448064"/>
                <a:gd name="connsiteX716" fmla="*/ 372001 w 869556"/>
                <a:gd name="connsiteY716" fmla="*/ 42089 h 448064"/>
                <a:gd name="connsiteX717" fmla="*/ 375303 w 869556"/>
                <a:gd name="connsiteY717" fmla="*/ 41763 h 448064"/>
                <a:gd name="connsiteX718" fmla="*/ 376047 w 869556"/>
                <a:gd name="connsiteY718" fmla="*/ 39531 h 448064"/>
                <a:gd name="connsiteX719" fmla="*/ 380186 w 869556"/>
                <a:gd name="connsiteY719" fmla="*/ 39391 h 448064"/>
                <a:gd name="connsiteX720" fmla="*/ 382468 w 869556"/>
                <a:gd name="connsiteY720" fmla="*/ 39453 h 448064"/>
                <a:gd name="connsiteX721" fmla="*/ 384233 w 869556"/>
                <a:gd name="connsiteY721" fmla="*/ 39531 h 448064"/>
                <a:gd name="connsiteX722" fmla="*/ 384233 w 869556"/>
                <a:gd name="connsiteY722" fmla="*/ 35810 h 448064"/>
                <a:gd name="connsiteX723" fmla="*/ 393162 w 869556"/>
                <a:gd name="connsiteY723" fmla="*/ 35810 h 448064"/>
                <a:gd name="connsiteX724" fmla="*/ 393162 w 869556"/>
                <a:gd name="connsiteY724" fmla="*/ 32834 h 448064"/>
                <a:gd name="connsiteX725" fmla="*/ 394738 w 869556"/>
                <a:gd name="connsiteY725" fmla="*/ 32697 h 448064"/>
                <a:gd name="connsiteX726" fmla="*/ 396790 w 869556"/>
                <a:gd name="connsiteY726" fmla="*/ 32508 h 448064"/>
                <a:gd name="connsiteX727" fmla="*/ 398831 w 869556"/>
                <a:gd name="connsiteY727" fmla="*/ 32325 h 448064"/>
                <a:gd name="connsiteX728" fmla="*/ 402092 w 869556"/>
                <a:gd name="connsiteY728" fmla="*/ 31345 h 448064"/>
                <a:gd name="connsiteX729" fmla="*/ 402092 w 869556"/>
                <a:gd name="connsiteY729" fmla="*/ 29113 h 448064"/>
                <a:gd name="connsiteX730" fmla="*/ 411766 w 869556"/>
                <a:gd name="connsiteY730" fmla="*/ 29113 h 448064"/>
                <a:gd name="connsiteX731" fmla="*/ 411766 w 869556"/>
                <a:gd name="connsiteY731" fmla="*/ 26136 h 448064"/>
                <a:gd name="connsiteX732" fmla="*/ 414138 w 869556"/>
                <a:gd name="connsiteY732" fmla="*/ 25811 h 448064"/>
                <a:gd name="connsiteX733" fmla="*/ 416975 w 869556"/>
                <a:gd name="connsiteY733" fmla="*/ 25392 h 448064"/>
                <a:gd name="connsiteX734" fmla="*/ 419114 w 869556"/>
                <a:gd name="connsiteY734" fmla="*/ 25113 h 448064"/>
                <a:gd name="connsiteX735" fmla="*/ 420695 w 869556"/>
                <a:gd name="connsiteY735" fmla="*/ 24648 h 448064"/>
                <a:gd name="connsiteX736" fmla="*/ 421440 w 869556"/>
                <a:gd name="connsiteY736" fmla="*/ 22416 h 448064"/>
                <a:gd name="connsiteX737" fmla="*/ 428951 w 869556"/>
                <a:gd name="connsiteY737" fmla="*/ 22047 h 448064"/>
                <a:gd name="connsiteX738" fmla="*/ 431113 w 869556"/>
                <a:gd name="connsiteY738" fmla="*/ 21672 h 448064"/>
                <a:gd name="connsiteX739" fmla="*/ 431486 w 869556"/>
                <a:gd name="connsiteY739" fmla="*/ 20183 h 448064"/>
                <a:gd name="connsiteX740" fmla="*/ 431858 w 869556"/>
                <a:gd name="connsiteY740" fmla="*/ 18695 h 448064"/>
                <a:gd name="connsiteX741" fmla="*/ 436695 w 869556"/>
                <a:gd name="connsiteY741" fmla="*/ 18276 h 448064"/>
                <a:gd name="connsiteX742" fmla="*/ 441531 w 869556"/>
                <a:gd name="connsiteY742" fmla="*/ 17951 h 448064"/>
                <a:gd name="connsiteX743" fmla="*/ 442276 w 869556"/>
                <a:gd name="connsiteY743" fmla="*/ 15719 h 448064"/>
                <a:gd name="connsiteX744" fmla="*/ 450368 w 869556"/>
                <a:gd name="connsiteY744" fmla="*/ 15349 h 448064"/>
                <a:gd name="connsiteX745" fmla="*/ 452694 w 869556"/>
                <a:gd name="connsiteY745" fmla="*/ 14974 h 448064"/>
                <a:gd name="connsiteX746" fmla="*/ 453016 w 869556"/>
                <a:gd name="connsiteY746" fmla="*/ 13495 h 448064"/>
                <a:gd name="connsiteX747" fmla="*/ 453438 w 869556"/>
                <a:gd name="connsiteY747" fmla="*/ 11998 h 448064"/>
                <a:gd name="connsiteX748" fmla="*/ 459437 w 869556"/>
                <a:gd name="connsiteY748" fmla="*/ 11440 h 448064"/>
                <a:gd name="connsiteX749" fmla="*/ 461148 w 869556"/>
                <a:gd name="connsiteY749" fmla="*/ 11373 h 448064"/>
                <a:gd name="connsiteX750" fmla="*/ 465344 w 869556"/>
                <a:gd name="connsiteY750" fmla="*/ 11254 h 448064"/>
                <a:gd name="connsiteX751" fmla="*/ 465344 w 869556"/>
                <a:gd name="connsiteY751" fmla="*/ 9021 h 448064"/>
                <a:gd name="connsiteX752" fmla="*/ 467733 w 869556"/>
                <a:gd name="connsiteY752" fmla="*/ 8885 h 448064"/>
                <a:gd name="connsiteX753" fmla="*/ 470832 w 869556"/>
                <a:gd name="connsiteY753" fmla="*/ 8696 h 448064"/>
                <a:gd name="connsiteX754" fmla="*/ 472407 w 869556"/>
                <a:gd name="connsiteY754" fmla="*/ 8607 h 448064"/>
                <a:gd name="connsiteX755" fmla="*/ 477994 w 869556"/>
                <a:gd name="connsiteY755" fmla="*/ 7533 h 448064"/>
                <a:gd name="connsiteX756" fmla="*/ 478738 w 869556"/>
                <a:gd name="connsiteY756" fmla="*/ 5301 h 448064"/>
                <a:gd name="connsiteX757" fmla="*/ 482041 w 869556"/>
                <a:gd name="connsiteY757" fmla="*/ 5024 h 448064"/>
                <a:gd name="connsiteX758" fmla="*/ 484058 w 869556"/>
                <a:gd name="connsiteY758" fmla="*/ 4985 h 448064"/>
                <a:gd name="connsiteX759" fmla="*/ 488302 w 869556"/>
                <a:gd name="connsiteY759" fmla="*/ 4974 h 448064"/>
                <a:gd name="connsiteX760" fmla="*/ 490319 w 869556"/>
                <a:gd name="connsiteY760" fmla="*/ 4931 h 448064"/>
                <a:gd name="connsiteX761" fmla="*/ 492182 w 869556"/>
                <a:gd name="connsiteY761" fmla="*/ 4927 h 448064"/>
                <a:gd name="connsiteX762" fmla="*/ 493621 w 869556"/>
                <a:gd name="connsiteY762" fmla="*/ 4556 h 448064"/>
                <a:gd name="connsiteX763" fmla="*/ 493941 w 869556"/>
                <a:gd name="connsiteY763" fmla="*/ 3063 h 448064"/>
                <a:gd name="connsiteX764" fmla="*/ 494365 w 869556"/>
                <a:gd name="connsiteY764" fmla="*/ 1580 h 448064"/>
                <a:gd name="connsiteX765" fmla="*/ 498508 w 869556"/>
                <a:gd name="connsiteY765" fmla="*/ 1289 h 448064"/>
                <a:gd name="connsiteX766" fmla="*/ 501044 w 869556"/>
                <a:gd name="connsiteY766" fmla="*/ 1318 h 448064"/>
                <a:gd name="connsiteX767" fmla="*/ 503714 w 869556"/>
                <a:gd name="connsiteY767" fmla="*/ 1394 h 448064"/>
                <a:gd name="connsiteX768" fmla="*/ 506392 w 869556"/>
                <a:gd name="connsiteY768" fmla="*/ 1435 h 448064"/>
                <a:gd name="connsiteX769" fmla="*/ 512969 w 869556"/>
                <a:gd name="connsiteY769" fmla="*/ 1580 h 448064"/>
                <a:gd name="connsiteX770" fmla="*/ 512969 w 869556"/>
                <a:gd name="connsiteY770" fmla="*/ 92 h 448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Lst>
              <a:rect l="l" t="t" r="r" b="b"/>
              <a:pathLst>
                <a:path w="869556" h="448064">
                  <a:moveTo>
                    <a:pt x="512969" y="92"/>
                  </a:moveTo>
                  <a:cubicBezTo>
                    <a:pt x="526831" y="74"/>
                    <a:pt x="540692" y="61"/>
                    <a:pt x="554554" y="53"/>
                  </a:cubicBezTo>
                  <a:cubicBezTo>
                    <a:pt x="560989" y="49"/>
                    <a:pt x="567425" y="44"/>
                    <a:pt x="573861" y="35"/>
                  </a:cubicBezTo>
                  <a:cubicBezTo>
                    <a:pt x="579468" y="28"/>
                    <a:pt x="585075" y="23"/>
                    <a:pt x="590683" y="22"/>
                  </a:cubicBezTo>
                  <a:cubicBezTo>
                    <a:pt x="593654" y="21"/>
                    <a:pt x="596624" y="18"/>
                    <a:pt x="599595" y="13"/>
                  </a:cubicBezTo>
                  <a:cubicBezTo>
                    <a:pt x="602388" y="8"/>
                    <a:pt x="605181" y="6"/>
                    <a:pt x="607974" y="7"/>
                  </a:cubicBezTo>
                  <a:cubicBezTo>
                    <a:pt x="609003" y="7"/>
                    <a:pt x="610031" y="6"/>
                    <a:pt x="611059" y="3"/>
                  </a:cubicBezTo>
                  <a:cubicBezTo>
                    <a:pt x="612456" y="-1"/>
                    <a:pt x="613854" y="0"/>
                    <a:pt x="615252" y="2"/>
                  </a:cubicBezTo>
                  <a:cubicBezTo>
                    <a:pt x="616036" y="1"/>
                    <a:pt x="616820" y="1"/>
                    <a:pt x="617628" y="0"/>
                  </a:cubicBezTo>
                  <a:cubicBezTo>
                    <a:pt x="619381" y="92"/>
                    <a:pt x="619381" y="92"/>
                    <a:pt x="620125" y="836"/>
                  </a:cubicBezTo>
                  <a:cubicBezTo>
                    <a:pt x="622316" y="909"/>
                    <a:pt x="624492" y="938"/>
                    <a:pt x="626683" y="940"/>
                  </a:cubicBezTo>
                  <a:cubicBezTo>
                    <a:pt x="628034" y="954"/>
                    <a:pt x="629384" y="969"/>
                    <a:pt x="630735" y="984"/>
                  </a:cubicBezTo>
                  <a:cubicBezTo>
                    <a:pt x="632876" y="1006"/>
                    <a:pt x="635017" y="1022"/>
                    <a:pt x="637158" y="1022"/>
                  </a:cubicBezTo>
                  <a:cubicBezTo>
                    <a:pt x="639217" y="1025"/>
                    <a:pt x="641275" y="1050"/>
                    <a:pt x="643333" y="1080"/>
                  </a:cubicBezTo>
                  <a:cubicBezTo>
                    <a:pt x="643978" y="1075"/>
                    <a:pt x="644623" y="1069"/>
                    <a:pt x="645287" y="1064"/>
                  </a:cubicBezTo>
                  <a:cubicBezTo>
                    <a:pt x="647086" y="1101"/>
                    <a:pt x="647086" y="1101"/>
                    <a:pt x="649891" y="1580"/>
                  </a:cubicBezTo>
                  <a:cubicBezTo>
                    <a:pt x="650346" y="3455"/>
                    <a:pt x="650346" y="3455"/>
                    <a:pt x="650635" y="5301"/>
                  </a:cubicBezTo>
                  <a:cubicBezTo>
                    <a:pt x="652537" y="5618"/>
                    <a:pt x="653967" y="5665"/>
                    <a:pt x="655864" y="5559"/>
                  </a:cubicBezTo>
                  <a:cubicBezTo>
                    <a:pt x="656388" y="5547"/>
                    <a:pt x="656912" y="5535"/>
                    <a:pt x="657452" y="5522"/>
                  </a:cubicBezTo>
                  <a:cubicBezTo>
                    <a:pt x="659134" y="5481"/>
                    <a:pt x="660814" y="5416"/>
                    <a:pt x="662495" y="5347"/>
                  </a:cubicBezTo>
                  <a:cubicBezTo>
                    <a:pt x="664173" y="5282"/>
                    <a:pt x="665850" y="5222"/>
                    <a:pt x="667529" y="5180"/>
                  </a:cubicBezTo>
                  <a:cubicBezTo>
                    <a:pt x="668576" y="5154"/>
                    <a:pt x="669622" y="5114"/>
                    <a:pt x="670667" y="5059"/>
                  </a:cubicBezTo>
                  <a:cubicBezTo>
                    <a:pt x="672104" y="5022"/>
                    <a:pt x="672104" y="5022"/>
                    <a:pt x="674447" y="5301"/>
                  </a:cubicBezTo>
                  <a:cubicBezTo>
                    <a:pt x="675378" y="6782"/>
                    <a:pt x="675378" y="6782"/>
                    <a:pt x="675936" y="8277"/>
                  </a:cubicBezTo>
                  <a:cubicBezTo>
                    <a:pt x="678375" y="8613"/>
                    <a:pt x="678375" y="8613"/>
                    <a:pt x="681191" y="8417"/>
                  </a:cubicBezTo>
                  <a:cubicBezTo>
                    <a:pt x="685478" y="8299"/>
                    <a:pt x="689567" y="8219"/>
                    <a:pt x="693795" y="9021"/>
                  </a:cubicBezTo>
                  <a:cubicBezTo>
                    <a:pt x="694041" y="9758"/>
                    <a:pt x="694286" y="10495"/>
                    <a:pt x="694539" y="11254"/>
                  </a:cubicBezTo>
                  <a:cubicBezTo>
                    <a:pt x="696112" y="11586"/>
                    <a:pt x="696112" y="11586"/>
                    <a:pt x="698004" y="11530"/>
                  </a:cubicBezTo>
                  <a:cubicBezTo>
                    <a:pt x="698703" y="11543"/>
                    <a:pt x="699403" y="11556"/>
                    <a:pt x="700123" y="11569"/>
                  </a:cubicBezTo>
                  <a:cubicBezTo>
                    <a:pt x="701610" y="11576"/>
                    <a:pt x="703096" y="11580"/>
                    <a:pt x="704582" y="11581"/>
                  </a:cubicBezTo>
                  <a:cubicBezTo>
                    <a:pt x="705282" y="11595"/>
                    <a:pt x="705981" y="11609"/>
                    <a:pt x="706701" y="11623"/>
                  </a:cubicBezTo>
                  <a:cubicBezTo>
                    <a:pt x="707347" y="11624"/>
                    <a:pt x="707993" y="11626"/>
                    <a:pt x="708659" y="11627"/>
                  </a:cubicBezTo>
                  <a:cubicBezTo>
                    <a:pt x="709156" y="11749"/>
                    <a:pt x="709654" y="11872"/>
                    <a:pt x="710166" y="11998"/>
                  </a:cubicBezTo>
                  <a:cubicBezTo>
                    <a:pt x="710440" y="12983"/>
                    <a:pt x="710688" y="13976"/>
                    <a:pt x="710910" y="14974"/>
                  </a:cubicBezTo>
                  <a:cubicBezTo>
                    <a:pt x="713093" y="15265"/>
                    <a:pt x="715050" y="15391"/>
                    <a:pt x="717236" y="15393"/>
                  </a:cubicBezTo>
                  <a:cubicBezTo>
                    <a:pt x="719383" y="15405"/>
                    <a:pt x="721416" y="15508"/>
                    <a:pt x="723561" y="15719"/>
                  </a:cubicBezTo>
                  <a:cubicBezTo>
                    <a:pt x="723806" y="16455"/>
                    <a:pt x="724052" y="17192"/>
                    <a:pt x="724305" y="17951"/>
                  </a:cubicBezTo>
                  <a:cubicBezTo>
                    <a:pt x="727010" y="18272"/>
                    <a:pt x="729674" y="18279"/>
                    <a:pt x="732397" y="18320"/>
                  </a:cubicBezTo>
                  <a:cubicBezTo>
                    <a:pt x="733549" y="18506"/>
                    <a:pt x="733549" y="18506"/>
                    <a:pt x="734723" y="18695"/>
                  </a:cubicBezTo>
                  <a:cubicBezTo>
                    <a:pt x="735165" y="20186"/>
                    <a:pt x="735165" y="20186"/>
                    <a:pt x="735467" y="21672"/>
                  </a:cubicBezTo>
                  <a:cubicBezTo>
                    <a:pt x="737362" y="22087"/>
                    <a:pt x="737362" y="22087"/>
                    <a:pt x="739560" y="22044"/>
                  </a:cubicBezTo>
                  <a:cubicBezTo>
                    <a:pt x="741815" y="22067"/>
                    <a:pt x="741815" y="22067"/>
                    <a:pt x="743653" y="22416"/>
                  </a:cubicBezTo>
                  <a:cubicBezTo>
                    <a:pt x="744097" y="23930"/>
                    <a:pt x="744097" y="23930"/>
                    <a:pt x="744397" y="25392"/>
                  </a:cubicBezTo>
                  <a:cubicBezTo>
                    <a:pt x="745924" y="25368"/>
                    <a:pt x="747453" y="25339"/>
                    <a:pt x="748978" y="25250"/>
                  </a:cubicBezTo>
                  <a:cubicBezTo>
                    <a:pt x="749431" y="25297"/>
                    <a:pt x="749883" y="25344"/>
                    <a:pt x="750350" y="25392"/>
                  </a:cubicBezTo>
                  <a:cubicBezTo>
                    <a:pt x="750580" y="26006"/>
                    <a:pt x="750810" y="26620"/>
                    <a:pt x="751047" y="27253"/>
                  </a:cubicBezTo>
                  <a:cubicBezTo>
                    <a:pt x="751308" y="27867"/>
                    <a:pt x="751569" y="28481"/>
                    <a:pt x="751838" y="29113"/>
                  </a:cubicBezTo>
                  <a:cubicBezTo>
                    <a:pt x="754093" y="29469"/>
                    <a:pt x="756269" y="29323"/>
                    <a:pt x="758535" y="29113"/>
                  </a:cubicBezTo>
                  <a:cubicBezTo>
                    <a:pt x="758535" y="30095"/>
                    <a:pt x="758535" y="31078"/>
                    <a:pt x="758535" y="32090"/>
                  </a:cubicBezTo>
                  <a:cubicBezTo>
                    <a:pt x="760745" y="32335"/>
                    <a:pt x="762956" y="32581"/>
                    <a:pt x="765233" y="32834"/>
                  </a:cubicBezTo>
                  <a:cubicBezTo>
                    <a:pt x="765233" y="33816"/>
                    <a:pt x="765233" y="34798"/>
                    <a:pt x="765233" y="35810"/>
                  </a:cubicBezTo>
                  <a:cubicBezTo>
                    <a:pt x="767443" y="35810"/>
                    <a:pt x="769653" y="35810"/>
                    <a:pt x="771930" y="35810"/>
                  </a:cubicBezTo>
                  <a:cubicBezTo>
                    <a:pt x="771930" y="36793"/>
                    <a:pt x="771930" y="37775"/>
                    <a:pt x="771930" y="38787"/>
                  </a:cubicBezTo>
                  <a:cubicBezTo>
                    <a:pt x="772396" y="38806"/>
                    <a:pt x="772862" y="38825"/>
                    <a:pt x="773343" y="38845"/>
                  </a:cubicBezTo>
                  <a:cubicBezTo>
                    <a:pt x="773951" y="38887"/>
                    <a:pt x="774559" y="38929"/>
                    <a:pt x="775186" y="38973"/>
                  </a:cubicBezTo>
                  <a:cubicBezTo>
                    <a:pt x="775790" y="39007"/>
                    <a:pt x="776394" y="39042"/>
                    <a:pt x="777017" y="39078"/>
                  </a:cubicBezTo>
                  <a:cubicBezTo>
                    <a:pt x="777548" y="39227"/>
                    <a:pt x="778080" y="39377"/>
                    <a:pt x="778627" y="39531"/>
                  </a:cubicBezTo>
                  <a:cubicBezTo>
                    <a:pt x="779151" y="40509"/>
                    <a:pt x="779649" y="41501"/>
                    <a:pt x="780115" y="42508"/>
                  </a:cubicBezTo>
                  <a:cubicBezTo>
                    <a:pt x="780867" y="42492"/>
                    <a:pt x="781620" y="42477"/>
                    <a:pt x="782394" y="42461"/>
                  </a:cubicBezTo>
                  <a:cubicBezTo>
                    <a:pt x="783116" y="42476"/>
                    <a:pt x="783837" y="42492"/>
                    <a:pt x="784580" y="42508"/>
                  </a:cubicBezTo>
                  <a:cubicBezTo>
                    <a:pt x="784672" y="43121"/>
                    <a:pt x="784764" y="43735"/>
                    <a:pt x="784859" y="44368"/>
                  </a:cubicBezTo>
                  <a:cubicBezTo>
                    <a:pt x="785013" y="44982"/>
                    <a:pt x="785166" y="45596"/>
                    <a:pt x="785324" y="46228"/>
                  </a:cubicBezTo>
                  <a:cubicBezTo>
                    <a:pt x="787386" y="46604"/>
                    <a:pt x="789164" y="46396"/>
                    <a:pt x="791278" y="46228"/>
                  </a:cubicBezTo>
                  <a:cubicBezTo>
                    <a:pt x="791278" y="47211"/>
                    <a:pt x="791278" y="48193"/>
                    <a:pt x="791278" y="49205"/>
                  </a:cubicBezTo>
                  <a:cubicBezTo>
                    <a:pt x="793488" y="49450"/>
                    <a:pt x="795698" y="49696"/>
                    <a:pt x="797975" y="49949"/>
                  </a:cubicBezTo>
                  <a:cubicBezTo>
                    <a:pt x="797975" y="50931"/>
                    <a:pt x="797975" y="51914"/>
                    <a:pt x="797975" y="52926"/>
                  </a:cubicBezTo>
                  <a:cubicBezTo>
                    <a:pt x="799939" y="52926"/>
                    <a:pt x="801904" y="52926"/>
                    <a:pt x="803928" y="52926"/>
                  </a:cubicBezTo>
                  <a:cubicBezTo>
                    <a:pt x="803928" y="54153"/>
                    <a:pt x="803928" y="55381"/>
                    <a:pt x="803928" y="56646"/>
                  </a:cubicBezTo>
                  <a:cubicBezTo>
                    <a:pt x="804772" y="56585"/>
                    <a:pt x="805616" y="56523"/>
                    <a:pt x="806486" y="56460"/>
                  </a:cubicBezTo>
                  <a:cubicBezTo>
                    <a:pt x="807361" y="56522"/>
                    <a:pt x="808236" y="56583"/>
                    <a:pt x="809137" y="56646"/>
                  </a:cubicBezTo>
                  <a:cubicBezTo>
                    <a:pt x="809385" y="57638"/>
                    <a:pt x="809633" y="58631"/>
                    <a:pt x="809881" y="59623"/>
                  </a:cubicBezTo>
                  <a:cubicBezTo>
                    <a:pt x="810741" y="59623"/>
                    <a:pt x="811600" y="59623"/>
                    <a:pt x="812486" y="59623"/>
                  </a:cubicBezTo>
                  <a:cubicBezTo>
                    <a:pt x="813345" y="59623"/>
                    <a:pt x="814205" y="59623"/>
                    <a:pt x="815090" y="59623"/>
                  </a:cubicBezTo>
                  <a:cubicBezTo>
                    <a:pt x="815509" y="61065"/>
                    <a:pt x="815509" y="61065"/>
                    <a:pt x="815834" y="62599"/>
                  </a:cubicBezTo>
                  <a:cubicBezTo>
                    <a:pt x="817322" y="62853"/>
                    <a:pt x="818810" y="63100"/>
                    <a:pt x="820299" y="63344"/>
                  </a:cubicBezTo>
                  <a:cubicBezTo>
                    <a:pt x="820795" y="64336"/>
                    <a:pt x="821291" y="65328"/>
                    <a:pt x="821787" y="66320"/>
                  </a:cubicBezTo>
                  <a:cubicBezTo>
                    <a:pt x="824064" y="66927"/>
                    <a:pt x="824064" y="66927"/>
                    <a:pt x="826252" y="67064"/>
                  </a:cubicBezTo>
                  <a:cubicBezTo>
                    <a:pt x="826252" y="68046"/>
                    <a:pt x="826252" y="69029"/>
                    <a:pt x="826252" y="70041"/>
                  </a:cubicBezTo>
                  <a:cubicBezTo>
                    <a:pt x="827096" y="69979"/>
                    <a:pt x="827940" y="69918"/>
                    <a:pt x="828810" y="69855"/>
                  </a:cubicBezTo>
                  <a:cubicBezTo>
                    <a:pt x="829685" y="69916"/>
                    <a:pt x="830560" y="69978"/>
                    <a:pt x="831461" y="70041"/>
                  </a:cubicBezTo>
                  <a:cubicBezTo>
                    <a:pt x="831880" y="71483"/>
                    <a:pt x="831880" y="71483"/>
                    <a:pt x="832205" y="73017"/>
                  </a:cubicBezTo>
                  <a:cubicBezTo>
                    <a:pt x="833688" y="73295"/>
                    <a:pt x="835177" y="73544"/>
                    <a:pt x="836670" y="73761"/>
                  </a:cubicBezTo>
                  <a:cubicBezTo>
                    <a:pt x="836916" y="74498"/>
                    <a:pt x="837161" y="75235"/>
                    <a:pt x="837414" y="75994"/>
                  </a:cubicBezTo>
                  <a:cubicBezTo>
                    <a:pt x="838703" y="76362"/>
                    <a:pt x="838703" y="76362"/>
                    <a:pt x="840019" y="76738"/>
                  </a:cubicBezTo>
                  <a:cubicBezTo>
                    <a:pt x="841308" y="77106"/>
                    <a:pt x="841308" y="77106"/>
                    <a:pt x="842623" y="77482"/>
                  </a:cubicBezTo>
                  <a:cubicBezTo>
                    <a:pt x="842869" y="78219"/>
                    <a:pt x="843114" y="78956"/>
                    <a:pt x="843367" y="79715"/>
                  </a:cubicBezTo>
                  <a:cubicBezTo>
                    <a:pt x="845617" y="80265"/>
                    <a:pt x="845617" y="80265"/>
                    <a:pt x="847832" y="80459"/>
                  </a:cubicBezTo>
                  <a:cubicBezTo>
                    <a:pt x="847832" y="81441"/>
                    <a:pt x="847832" y="82423"/>
                    <a:pt x="847832" y="83435"/>
                  </a:cubicBezTo>
                  <a:cubicBezTo>
                    <a:pt x="850411" y="83804"/>
                    <a:pt x="850411" y="83804"/>
                    <a:pt x="853041" y="84179"/>
                  </a:cubicBezTo>
                  <a:cubicBezTo>
                    <a:pt x="853041" y="85162"/>
                    <a:pt x="853041" y="86144"/>
                    <a:pt x="853041" y="87156"/>
                  </a:cubicBezTo>
                  <a:cubicBezTo>
                    <a:pt x="853885" y="87095"/>
                    <a:pt x="854729" y="87033"/>
                    <a:pt x="855599" y="86970"/>
                  </a:cubicBezTo>
                  <a:cubicBezTo>
                    <a:pt x="856474" y="87031"/>
                    <a:pt x="857349" y="87093"/>
                    <a:pt x="858250" y="87156"/>
                  </a:cubicBezTo>
                  <a:cubicBezTo>
                    <a:pt x="858669" y="88598"/>
                    <a:pt x="858669" y="88598"/>
                    <a:pt x="858994" y="90133"/>
                  </a:cubicBezTo>
                  <a:cubicBezTo>
                    <a:pt x="861239" y="90744"/>
                    <a:pt x="861239" y="90744"/>
                    <a:pt x="863459" y="90877"/>
                  </a:cubicBezTo>
                  <a:cubicBezTo>
                    <a:pt x="863459" y="91859"/>
                    <a:pt x="863459" y="92841"/>
                    <a:pt x="863459" y="93853"/>
                  </a:cubicBezTo>
                  <a:cubicBezTo>
                    <a:pt x="864288" y="93823"/>
                    <a:pt x="865117" y="93792"/>
                    <a:pt x="865971" y="93760"/>
                  </a:cubicBezTo>
                  <a:cubicBezTo>
                    <a:pt x="868668" y="93853"/>
                    <a:pt x="868668" y="93853"/>
                    <a:pt x="870156" y="95342"/>
                  </a:cubicBezTo>
                  <a:cubicBezTo>
                    <a:pt x="870328" y="97251"/>
                    <a:pt x="870328" y="97251"/>
                    <a:pt x="870296" y="99481"/>
                  </a:cubicBezTo>
                  <a:cubicBezTo>
                    <a:pt x="870291" y="100218"/>
                    <a:pt x="870286" y="100956"/>
                    <a:pt x="870281" y="101716"/>
                  </a:cubicBezTo>
                  <a:cubicBezTo>
                    <a:pt x="870156" y="103527"/>
                    <a:pt x="870156" y="103527"/>
                    <a:pt x="869412" y="104271"/>
                  </a:cubicBezTo>
                  <a:cubicBezTo>
                    <a:pt x="867888" y="104353"/>
                    <a:pt x="866361" y="104387"/>
                    <a:pt x="864834" y="104402"/>
                  </a:cubicBezTo>
                  <a:cubicBezTo>
                    <a:pt x="863903" y="104420"/>
                    <a:pt x="862972" y="104438"/>
                    <a:pt x="862013" y="104456"/>
                  </a:cubicBezTo>
                  <a:cubicBezTo>
                    <a:pt x="860035" y="104488"/>
                    <a:pt x="858056" y="104511"/>
                    <a:pt x="856077" y="104526"/>
                  </a:cubicBezTo>
                  <a:cubicBezTo>
                    <a:pt x="855145" y="104546"/>
                    <a:pt x="854214" y="104567"/>
                    <a:pt x="853253" y="104588"/>
                  </a:cubicBezTo>
                  <a:cubicBezTo>
                    <a:pt x="851963" y="104604"/>
                    <a:pt x="851963" y="104604"/>
                    <a:pt x="850646" y="104621"/>
                  </a:cubicBezTo>
                  <a:cubicBezTo>
                    <a:pt x="849963" y="104751"/>
                    <a:pt x="849280" y="104881"/>
                    <a:pt x="848576" y="105015"/>
                  </a:cubicBezTo>
                  <a:cubicBezTo>
                    <a:pt x="848338" y="105508"/>
                    <a:pt x="848099" y="106000"/>
                    <a:pt x="847853" y="106507"/>
                  </a:cubicBezTo>
                  <a:cubicBezTo>
                    <a:pt x="847600" y="106997"/>
                    <a:pt x="847348" y="107487"/>
                    <a:pt x="847088" y="107992"/>
                  </a:cubicBezTo>
                  <a:cubicBezTo>
                    <a:pt x="844882" y="108363"/>
                    <a:pt x="844882" y="108363"/>
                    <a:pt x="842085" y="108367"/>
                  </a:cubicBezTo>
                  <a:cubicBezTo>
                    <a:pt x="841348" y="108377"/>
                    <a:pt x="841348" y="108377"/>
                    <a:pt x="840596" y="108388"/>
                  </a:cubicBezTo>
                  <a:cubicBezTo>
                    <a:pt x="839023" y="108410"/>
                    <a:pt x="837452" y="108412"/>
                    <a:pt x="835879" y="108411"/>
                  </a:cubicBezTo>
                  <a:cubicBezTo>
                    <a:pt x="834305" y="108413"/>
                    <a:pt x="832730" y="108420"/>
                    <a:pt x="831155" y="108441"/>
                  </a:cubicBezTo>
                  <a:cubicBezTo>
                    <a:pt x="829728" y="108459"/>
                    <a:pt x="828301" y="108461"/>
                    <a:pt x="826874" y="108462"/>
                  </a:cubicBezTo>
                  <a:cubicBezTo>
                    <a:pt x="825830" y="108597"/>
                    <a:pt x="825830" y="108597"/>
                    <a:pt x="824764" y="108736"/>
                  </a:cubicBezTo>
                  <a:cubicBezTo>
                    <a:pt x="824518" y="109473"/>
                    <a:pt x="824273" y="110209"/>
                    <a:pt x="824020" y="110969"/>
                  </a:cubicBezTo>
                  <a:cubicBezTo>
                    <a:pt x="822115" y="111278"/>
                    <a:pt x="822115" y="111278"/>
                    <a:pt x="819604" y="111323"/>
                  </a:cubicBezTo>
                  <a:cubicBezTo>
                    <a:pt x="818707" y="111346"/>
                    <a:pt x="817810" y="111369"/>
                    <a:pt x="816885" y="111393"/>
                  </a:cubicBezTo>
                  <a:cubicBezTo>
                    <a:pt x="815940" y="111406"/>
                    <a:pt x="814994" y="111420"/>
                    <a:pt x="814020" y="111434"/>
                  </a:cubicBezTo>
                  <a:cubicBezTo>
                    <a:pt x="812161" y="111471"/>
                    <a:pt x="810302" y="111512"/>
                    <a:pt x="808442" y="111556"/>
                  </a:cubicBezTo>
                  <a:cubicBezTo>
                    <a:pt x="807613" y="111569"/>
                    <a:pt x="806784" y="111582"/>
                    <a:pt x="805929" y="111595"/>
                  </a:cubicBezTo>
                  <a:cubicBezTo>
                    <a:pt x="803950" y="111579"/>
                    <a:pt x="803950" y="111579"/>
                    <a:pt x="802440" y="112457"/>
                  </a:cubicBezTo>
                  <a:cubicBezTo>
                    <a:pt x="802440" y="113193"/>
                    <a:pt x="802440" y="113930"/>
                    <a:pt x="802440" y="114689"/>
                  </a:cubicBezTo>
                  <a:cubicBezTo>
                    <a:pt x="801533" y="114705"/>
                    <a:pt x="801533" y="114705"/>
                    <a:pt x="800607" y="114722"/>
                  </a:cubicBezTo>
                  <a:cubicBezTo>
                    <a:pt x="797884" y="114777"/>
                    <a:pt x="795163" y="114849"/>
                    <a:pt x="792440" y="114922"/>
                  </a:cubicBezTo>
                  <a:cubicBezTo>
                    <a:pt x="791012" y="114947"/>
                    <a:pt x="791012" y="114947"/>
                    <a:pt x="789555" y="114973"/>
                  </a:cubicBezTo>
                  <a:cubicBezTo>
                    <a:pt x="788651" y="114999"/>
                    <a:pt x="787747" y="115025"/>
                    <a:pt x="786816" y="115053"/>
                  </a:cubicBezTo>
                  <a:cubicBezTo>
                    <a:pt x="785978" y="115072"/>
                    <a:pt x="785140" y="115092"/>
                    <a:pt x="784277" y="115112"/>
                  </a:cubicBezTo>
                  <a:cubicBezTo>
                    <a:pt x="783640" y="115218"/>
                    <a:pt x="783004" y="115324"/>
                    <a:pt x="782348" y="115433"/>
                  </a:cubicBezTo>
                  <a:cubicBezTo>
                    <a:pt x="782102" y="116170"/>
                    <a:pt x="781857" y="116907"/>
                    <a:pt x="781604" y="117666"/>
                  </a:cubicBezTo>
                  <a:cubicBezTo>
                    <a:pt x="779811" y="117988"/>
                    <a:pt x="779811" y="117988"/>
                    <a:pt x="777462" y="118047"/>
                  </a:cubicBezTo>
                  <a:cubicBezTo>
                    <a:pt x="776625" y="118073"/>
                    <a:pt x="775788" y="118099"/>
                    <a:pt x="774925" y="118126"/>
                  </a:cubicBezTo>
                  <a:cubicBezTo>
                    <a:pt x="774044" y="118143"/>
                    <a:pt x="773163" y="118160"/>
                    <a:pt x="772255" y="118177"/>
                  </a:cubicBezTo>
                  <a:cubicBezTo>
                    <a:pt x="771372" y="118203"/>
                    <a:pt x="770488" y="118228"/>
                    <a:pt x="769577" y="118254"/>
                  </a:cubicBezTo>
                  <a:cubicBezTo>
                    <a:pt x="767385" y="118316"/>
                    <a:pt x="765193" y="118367"/>
                    <a:pt x="763000" y="118410"/>
                  </a:cubicBezTo>
                  <a:cubicBezTo>
                    <a:pt x="763000" y="119392"/>
                    <a:pt x="763000" y="120374"/>
                    <a:pt x="763000" y="121386"/>
                  </a:cubicBezTo>
                  <a:cubicBezTo>
                    <a:pt x="762512" y="121393"/>
                    <a:pt x="762024" y="121400"/>
                    <a:pt x="761521" y="121408"/>
                  </a:cubicBezTo>
                  <a:cubicBezTo>
                    <a:pt x="759316" y="121447"/>
                    <a:pt x="757112" y="121510"/>
                    <a:pt x="754908" y="121573"/>
                  </a:cubicBezTo>
                  <a:cubicBezTo>
                    <a:pt x="753755" y="121588"/>
                    <a:pt x="753755" y="121588"/>
                    <a:pt x="752579" y="121604"/>
                  </a:cubicBezTo>
                  <a:cubicBezTo>
                    <a:pt x="751845" y="121628"/>
                    <a:pt x="751112" y="121652"/>
                    <a:pt x="750356" y="121677"/>
                  </a:cubicBezTo>
                  <a:cubicBezTo>
                    <a:pt x="749678" y="121693"/>
                    <a:pt x="748999" y="121708"/>
                    <a:pt x="748301" y="121724"/>
                  </a:cubicBezTo>
                  <a:cubicBezTo>
                    <a:pt x="747749" y="121858"/>
                    <a:pt x="747198" y="121992"/>
                    <a:pt x="746629" y="122131"/>
                  </a:cubicBezTo>
                  <a:cubicBezTo>
                    <a:pt x="746118" y="123115"/>
                    <a:pt x="745622" y="124108"/>
                    <a:pt x="745141" y="125107"/>
                  </a:cubicBezTo>
                  <a:cubicBezTo>
                    <a:pt x="743698" y="125433"/>
                    <a:pt x="743698" y="125433"/>
                    <a:pt x="741955" y="125372"/>
                  </a:cubicBezTo>
                  <a:cubicBezTo>
                    <a:pt x="741329" y="125359"/>
                    <a:pt x="740702" y="125346"/>
                    <a:pt x="740057" y="125332"/>
                  </a:cubicBezTo>
                  <a:cubicBezTo>
                    <a:pt x="739074" y="125290"/>
                    <a:pt x="739074" y="125290"/>
                    <a:pt x="738071" y="125247"/>
                  </a:cubicBezTo>
                  <a:cubicBezTo>
                    <a:pt x="736777" y="125208"/>
                    <a:pt x="735483" y="125172"/>
                    <a:pt x="734188" y="125139"/>
                  </a:cubicBezTo>
                  <a:cubicBezTo>
                    <a:pt x="733325" y="125105"/>
                    <a:pt x="733325" y="125105"/>
                    <a:pt x="732445" y="125070"/>
                  </a:cubicBezTo>
                  <a:cubicBezTo>
                    <a:pt x="730940" y="125007"/>
                    <a:pt x="730940" y="125007"/>
                    <a:pt x="729514" y="125851"/>
                  </a:cubicBezTo>
                  <a:cubicBezTo>
                    <a:pt x="729268" y="126588"/>
                    <a:pt x="729023" y="127325"/>
                    <a:pt x="728770" y="128084"/>
                  </a:cubicBezTo>
                  <a:cubicBezTo>
                    <a:pt x="727331" y="128358"/>
                    <a:pt x="727331" y="128358"/>
                    <a:pt x="725468" y="128360"/>
                  </a:cubicBezTo>
                  <a:cubicBezTo>
                    <a:pt x="724802" y="128373"/>
                    <a:pt x="724136" y="128386"/>
                    <a:pt x="723450" y="128399"/>
                  </a:cubicBezTo>
                  <a:cubicBezTo>
                    <a:pt x="722036" y="128406"/>
                    <a:pt x="720621" y="128410"/>
                    <a:pt x="719206" y="128411"/>
                  </a:cubicBezTo>
                  <a:cubicBezTo>
                    <a:pt x="718541" y="128425"/>
                    <a:pt x="717875" y="128439"/>
                    <a:pt x="717189" y="128453"/>
                  </a:cubicBezTo>
                  <a:cubicBezTo>
                    <a:pt x="716267" y="128455"/>
                    <a:pt x="716267" y="128455"/>
                    <a:pt x="715326" y="128457"/>
                  </a:cubicBezTo>
                  <a:cubicBezTo>
                    <a:pt x="714851" y="128579"/>
                    <a:pt x="714376" y="128702"/>
                    <a:pt x="713887" y="128828"/>
                  </a:cubicBezTo>
                  <a:cubicBezTo>
                    <a:pt x="713633" y="129818"/>
                    <a:pt x="713384" y="130811"/>
                    <a:pt x="713143" y="131804"/>
                  </a:cubicBezTo>
                  <a:cubicBezTo>
                    <a:pt x="711772" y="132175"/>
                    <a:pt x="711772" y="132175"/>
                    <a:pt x="710003" y="132179"/>
                  </a:cubicBezTo>
                  <a:cubicBezTo>
                    <a:pt x="709371" y="132193"/>
                    <a:pt x="708739" y="132207"/>
                    <a:pt x="708088" y="132222"/>
                  </a:cubicBezTo>
                  <a:cubicBezTo>
                    <a:pt x="707091" y="132222"/>
                    <a:pt x="707091" y="132222"/>
                    <a:pt x="706073" y="132223"/>
                  </a:cubicBezTo>
                  <a:cubicBezTo>
                    <a:pt x="704763" y="132230"/>
                    <a:pt x="703453" y="132246"/>
                    <a:pt x="702143" y="132272"/>
                  </a:cubicBezTo>
                  <a:cubicBezTo>
                    <a:pt x="701268" y="132273"/>
                    <a:pt x="701268" y="132273"/>
                    <a:pt x="700375" y="132274"/>
                  </a:cubicBezTo>
                  <a:cubicBezTo>
                    <a:pt x="699922" y="132365"/>
                    <a:pt x="699470" y="132455"/>
                    <a:pt x="699004" y="132549"/>
                  </a:cubicBezTo>
                  <a:cubicBezTo>
                    <a:pt x="698759" y="133285"/>
                    <a:pt x="698513" y="134022"/>
                    <a:pt x="698260" y="134781"/>
                  </a:cubicBezTo>
                  <a:cubicBezTo>
                    <a:pt x="696123" y="135053"/>
                    <a:pt x="694125" y="135197"/>
                    <a:pt x="691981" y="135246"/>
                  </a:cubicBezTo>
                  <a:cubicBezTo>
                    <a:pt x="687927" y="135192"/>
                    <a:pt x="687927" y="135192"/>
                    <a:pt x="684121" y="136269"/>
                  </a:cubicBezTo>
                  <a:cubicBezTo>
                    <a:pt x="683876" y="137006"/>
                    <a:pt x="683630" y="137743"/>
                    <a:pt x="683377" y="138502"/>
                  </a:cubicBezTo>
                  <a:cubicBezTo>
                    <a:pt x="682075" y="138788"/>
                    <a:pt x="682075" y="138788"/>
                    <a:pt x="680401" y="138804"/>
                  </a:cubicBezTo>
                  <a:cubicBezTo>
                    <a:pt x="679802" y="138820"/>
                    <a:pt x="679203" y="138837"/>
                    <a:pt x="678587" y="138853"/>
                  </a:cubicBezTo>
                  <a:cubicBezTo>
                    <a:pt x="677316" y="138867"/>
                    <a:pt x="676044" y="138881"/>
                    <a:pt x="674773" y="138894"/>
                  </a:cubicBezTo>
                  <a:cubicBezTo>
                    <a:pt x="674174" y="138910"/>
                    <a:pt x="673576" y="138927"/>
                    <a:pt x="672959" y="138944"/>
                  </a:cubicBezTo>
                  <a:cubicBezTo>
                    <a:pt x="672407" y="138949"/>
                    <a:pt x="671854" y="138954"/>
                    <a:pt x="671285" y="138960"/>
                  </a:cubicBezTo>
                  <a:cubicBezTo>
                    <a:pt x="670855" y="139054"/>
                    <a:pt x="670425" y="139149"/>
                    <a:pt x="669983" y="139246"/>
                  </a:cubicBezTo>
                  <a:cubicBezTo>
                    <a:pt x="669737" y="139983"/>
                    <a:pt x="669491" y="140719"/>
                    <a:pt x="669238" y="141478"/>
                  </a:cubicBezTo>
                  <a:cubicBezTo>
                    <a:pt x="667154" y="141833"/>
                    <a:pt x="667154" y="141833"/>
                    <a:pt x="664541" y="141943"/>
                  </a:cubicBezTo>
                  <a:cubicBezTo>
                    <a:pt x="660482" y="142010"/>
                    <a:pt x="660482" y="142010"/>
                    <a:pt x="656588" y="142967"/>
                  </a:cubicBezTo>
                  <a:cubicBezTo>
                    <a:pt x="656343" y="143703"/>
                    <a:pt x="656097" y="144440"/>
                    <a:pt x="655844" y="145199"/>
                  </a:cubicBezTo>
                  <a:cubicBezTo>
                    <a:pt x="653453" y="145467"/>
                    <a:pt x="651146" y="145524"/>
                    <a:pt x="648744" y="145526"/>
                  </a:cubicBezTo>
                  <a:cubicBezTo>
                    <a:pt x="647059" y="145544"/>
                    <a:pt x="647059" y="145544"/>
                    <a:pt x="644682" y="145943"/>
                  </a:cubicBezTo>
                  <a:cubicBezTo>
                    <a:pt x="644445" y="146439"/>
                    <a:pt x="644208" y="146935"/>
                    <a:pt x="643964" y="147446"/>
                  </a:cubicBezTo>
                  <a:cubicBezTo>
                    <a:pt x="643710" y="147932"/>
                    <a:pt x="643455" y="148419"/>
                    <a:pt x="643194" y="148920"/>
                  </a:cubicBezTo>
                  <a:cubicBezTo>
                    <a:pt x="641076" y="149144"/>
                    <a:pt x="639253" y="149200"/>
                    <a:pt x="637147" y="149106"/>
                  </a:cubicBezTo>
                  <a:cubicBezTo>
                    <a:pt x="636586" y="149092"/>
                    <a:pt x="636025" y="149079"/>
                    <a:pt x="635447" y="149065"/>
                  </a:cubicBezTo>
                  <a:cubicBezTo>
                    <a:pt x="634060" y="149030"/>
                    <a:pt x="632674" y="148977"/>
                    <a:pt x="631287" y="148920"/>
                  </a:cubicBezTo>
                  <a:cubicBezTo>
                    <a:pt x="631287" y="149902"/>
                    <a:pt x="631287" y="150884"/>
                    <a:pt x="631287" y="151896"/>
                  </a:cubicBezTo>
                  <a:cubicBezTo>
                    <a:pt x="630553" y="151941"/>
                    <a:pt x="629818" y="151986"/>
                    <a:pt x="629061" y="152033"/>
                  </a:cubicBezTo>
                  <a:cubicBezTo>
                    <a:pt x="628107" y="152095"/>
                    <a:pt x="627154" y="152158"/>
                    <a:pt x="626171" y="152222"/>
                  </a:cubicBezTo>
                  <a:cubicBezTo>
                    <a:pt x="624747" y="152312"/>
                    <a:pt x="624747" y="152312"/>
                    <a:pt x="623294" y="152405"/>
                  </a:cubicBezTo>
                  <a:cubicBezTo>
                    <a:pt x="620956" y="152486"/>
                    <a:pt x="620956" y="152486"/>
                    <a:pt x="619381" y="153385"/>
                  </a:cubicBezTo>
                  <a:cubicBezTo>
                    <a:pt x="619381" y="154121"/>
                    <a:pt x="619381" y="154858"/>
                    <a:pt x="619381" y="155617"/>
                  </a:cubicBezTo>
                  <a:cubicBezTo>
                    <a:pt x="618593" y="155645"/>
                    <a:pt x="617804" y="155673"/>
                    <a:pt x="616992" y="155701"/>
                  </a:cubicBezTo>
                  <a:cubicBezTo>
                    <a:pt x="615959" y="155750"/>
                    <a:pt x="614926" y="155800"/>
                    <a:pt x="613893" y="155849"/>
                  </a:cubicBezTo>
                  <a:cubicBezTo>
                    <a:pt x="613373" y="155866"/>
                    <a:pt x="612853" y="155883"/>
                    <a:pt x="612318" y="155900"/>
                  </a:cubicBezTo>
                  <a:cubicBezTo>
                    <a:pt x="610620" y="155967"/>
                    <a:pt x="610620" y="155967"/>
                    <a:pt x="608219" y="156361"/>
                  </a:cubicBezTo>
                  <a:cubicBezTo>
                    <a:pt x="607728" y="157098"/>
                    <a:pt x="607237" y="157834"/>
                    <a:pt x="606731" y="158593"/>
                  </a:cubicBezTo>
                  <a:cubicBezTo>
                    <a:pt x="604789" y="158879"/>
                    <a:pt x="603006" y="159042"/>
                    <a:pt x="601057" y="159105"/>
                  </a:cubicBezTo>
                  <a:cubicBezTo>
                    <a:pt x="600531" y="159131"/>
                    <a:pt x="600005" y="159156"/>
                    <a:pt x="599464" y="159182"/>
                  </a:cubicBezTo>
                  <a:cubicBezTo>
                    <a:pt x="598166" y="159244"/>
                    <a:pt x="596867" y="159292"/>
                    <a:pt x="595569" y="159338"/>
                  </a:cubicBezTo>
                  <a:cubicBezTo>
                    <a:pt x="595569" y="160320"/>
                    <a:pt x="595569" y="161302"/>
                    <a:pt x="595569" y="162314"/>
                  </a:cubicBezTo>
                  <a:cubicBezTo>
                    <a:pt x="594453" y="162343"/>
                    <a:pt x="594453" y="162343"/>
                    <a:pt x="593316" y="162372"/>
                  </a:cubicBezTo>
                  <a:cubicBezTo>
                    <a:pt x="592356" y="162415"/>
                    <a:pt x="591395" y="162457"/>
                    <a:pt x="590406" y="162500"/>
                  </a:cubicBezTo>
                  <a:cubicBezTo>
                    <a:pt x="589448" y="162535"/>
                    <a:pt x="588490" y="162569"/>
                    <a:pt x="587502" y="162605"/>
                  </a:cubicBezTo>
                  <a:cubicBezTo>
                    <a:pt x="586726" y="162755"/>
                    <a:pt x="585950" y="162904"/>
                    <a:pt x="585151" y="163058"/>
                  </a:cubicBezTo>
                  <a:cubicBezTo>
                    <a:pt x="584888" y="164047"/>
                    <a:pt x="584639" y="165039"/>
                    <a:pt x="584406" y="166035"/>
                  </a:cubicBezTo>
                  <a:cubicBezTo>
                    <a:pt x="582244" y="166410"/>
                    <a:pt x="582244" y="166410"/>
                    <a:pt x="579570" y="166453"/>
                  </a:cubicBezTo>
                  <a:cubicBezTo>
                    <a:pt x="576974" y="166453"/>
                    <a:pt x="576974" y="166453"/>
                    <a:pt x="574733" y="166779"/>
                  </a:cubicBezTo>
                  <a:cubicBezTo>
                    <a:pt x="574487" y="167516"/>
                    <a:pt x="574241" y="168252"/>
                    <a:pt x="573988" y="169011"/>
                  </a:cubicBezTo>
                  <a:cubicBezTo>
                    <a:pt x="571637" y="169392"/>
                    <a:pt x="571637" y="169392"/>
                    <a:pt x="568733" y="169523"/>
                  </a:cubicBezTo>
                  <a:cubicBezTo>
                    <a:pt x="567773" y="169572"/>
                    <a:pt x="566813" y="169621"/>
                    <a:pt x="565823" y="169671"/>
                  </a:cubicBezTo>
                  <a:cubicBezTo>
                    <a:pt x="564708" y="169713"/>
                    <a:pt x="564708" y="169713"/>
                    <a:pt x="563571" y="169756"/>
                  </a:cubicBezTo>
                  <a:cubicBezTo>
                    <a:pt x="563571" y="170738"/>
                    <a:pt x="563571" y="171720"/>
                    <a:pt x="563571" y="172732"/>
                  </a:cubicBezTo>
                  <a:cubicBezTo>
                    <a:pt x="562881" y="172760"/>
                    <a:pt x="562191" y="172788"/>
                    <a:pt x="561481" y="172816"/>
                  </a:cubicBezTo>
                  <a:cubicBezTo>
                    <a:pt x="560589" y="172865"/>
                    <a:pt x="559698" y="172914"/>
                    <a:pt x="558780" y="172965"/>
                  </a:cubicBezTo>
                  <a:cubicBezTo>
                    <a:pt x="557446" y="173029"/>
                    <a:pt x="557446" y="173029"/>
                    <a:pt x="556086" y="173096"/>
                  </a:cubicBezTo>
                  <a:cubicBezTo>
                    <a:pt x="555363" y="173221"/>
                    <a:pt x="554641" y="173347"/>
                    <a:pt x="553897" y="173476"/>
                  </a:cubicBezTo>
                  <a:cubicBezTo>
                    <a:pt x="553651" y="174213"/>
                    <a:pt x="553406" y="174950"/>
                    <a:pt x="553153" y="175709"/>
                  </a:cubicBezTo>
                  <a:cubicBezTo>
                    <a:pt x="550964" y="176090"/>
                    <a:pt x="550964" y="176090"/>
                    <a:pt x="548269" y="176220"/>
                  </a:cubicBezTo>
                  <a:cubicBezTo>
                    <a:pt x="547378" y="176269"/>
                    <a:pt x="546487" y="176318"/>
                    <a:pt x="545569" y="176369"/>
                  </a:cubicBezTo>
                  <a:cubicBezTo>
                    <a:pt x="544879" y="176396"/>
                    <a:pt x="544189" y="176424"/>
                    <a:pt x="543479" y="176453"/>
                  </a:cubicBezTo>
                  <a:cubicBezTo>
                    <a:pt x="543479" y="177435"/>
                    <a:pt x="543479" y="178417"/>
                    <a:pt x="543479" y="179429"/>
                  </a:cubicBezTo>
                  <a:cubicBezTo>
                    <a:pt x="542538" y="179458"/>
                    <a:pt x="542538" y="179458"/>
                    <a:pt x="541578" y="179488"/>
                  </a:cubicBezTo>
                  <a:cubicBezTo>
                    <a:pt x="540762" y="179530"/>
                    <a:pt x="539947" y="179572"/>
                    <a:pt x="539107" y="179615"/>
                  </a:cubicBezTo>
                  <a:cubicBezTo>
                    <a:pt x="538295" y="179650"/>
                    <a:pt x="537484" y="179685"/>
                    <a:pt x="536648" y="179720"/>
                  </a:cubicBezTo>
                  <a:cubicBezTo>
                    <a:pt x="535955" y="179870"/>
                    <a:pt x="535263" y="180019"/>
                    <a:pt x="534549" y="180174"/>
                  </a:cubicBezTo>
                  <a:cubicBezTo>
                    <a:pt x="534303" y="180672"/>
                    <a:pt x="534058" y="181171"/>
                    <a:pt x="533805" y="181685"/>
                  </a:cubicBezTo>
                  <a:cubicBezTo>
                    <a:pt x="533559" y="182169"/>
                    <a:pt x="533314" y="182652"/>
                    <a:pt x="533061" y="183150"/>
                  </a:cubicBezTo>
                  <a:cubicBezTo>
                    <a:pt x="530962" y="183441"/>
                    <a:pt x="530962" y="183441"/>
                    <a:pt x="528503" y="183336"/>
                  </a:cubicBezTo>
                  <a:cubicBezTo>
                    <a:pt x="527688" y="183309"/>
                    <a:pt x="526872" y="183282"/>
                    <a:pt x="526032" y="183255"/>
                  </a:cubicBezTo>
                  <a:cubicBezTo>
                    <a:pt x="525405" y="183220"/>
                    <a:pt x="524777" y="183186"/>
                    <a:pt x="524131" y="183150"/>
                  </a:cubicBezTo>
                  <a:cubicBezTo>
                    <a:pt x="524131" y="184132"/>
                    <a:pt x="524131" y="185115"/>
                    <a:pt x="524131" y="186127"/>
                  </a:cubicBezTo>
                  <a:cubicBezTo>
                    <a:pt x="523177" y="186155"/>
                    <a:pt x="523177" y="186155"/>
                    <a:pt x="522204" y="186185"/>
                  </a:cubicBezTo>
                  <a:cubicBezTo>
                    <a:pt x="521382" y="186227"/>
                    <a:pt x="520560" y="186269"/>
                    <a:pt x="519713" y="186313"/>
                  </a:cubicBezTo>
                  <a:cubicBezTo>
                    <a:pt x="518893" y="186347"/>
                    <a:pt x="518072" y="186382"/>
                    <a:pt x="517227" y="186417"/>
                  </a:cubicBezTo>
                  <a:cubicBezTo>
                    <a:pt x="516559" y="186567"/>
                    <a:pt x="515890" y="186717"/>
                    <a:pt x="515201" y="186871"/>
                  </a:cubicBezTo>
                  <a:cubicBezTo>
                    <a:pt x="514938" y="187859"/>
                    <a:pt x="514690" y="188852"/>
                    <a:pt x="514457" y="189847"/>
                  </a:cubicBezTo>
                  <a:cubicBezTo>
                    <a:pt x="512620" y="190222"/>
                    <a:pt x="512620" y="190222"/>
                    <a:pt x="510364" y="190266"/>
                  </a:cubicBezTo>
                  <a:cubicBezTo>
                    <a:pt x="508171" y="190266"/>
                    <a:pt x="508171" y="190266"/>
                    <a:pt x="506272" y="190592"/>
                  </a:cubicBezTo>
                  <a:cubicBezTo>
                    <a:pt x="506026" y="191328"/>
                    <a:pt x="505781" y="192065"/>
                    <a:pt x="505528" y="192824"/>
                  </a:cubicBezTo>
                  <a:cubicBezTo>
                    <a:pt x="503501" y="193205"/>
                    <a:pt x="503501" y="193205"/>
                    <a:pt x="501016" y="193336"/>
                  </a:cubicBezTo>
                  <a:cubicBezTo>
                    <a:pt x="500194" y="193384"/>
                    <a:pt x="499372" y="193433"/>
                    <a:pt x="498525" y="193484"/>
                  </a:cubicBezTo>
                  <a:cubicBezTo>
                    <a:pt x="497889" y="193512"/>
                    <a:pt x="497253" y="193539"/>
                    <a:pt x="496598" y="193568"/>
                  </a:cubicBezTo>
                  <a:cubicBezTo>
                    <a:pt x="496598" y="194550"/>
                    <a:pt x="496598" y="195533"/>
                    <a:pt x="496598" y="196545"/>
                  </a:cubicBezTo>
                  <a:cubicBezTo>
                    <a:pt x="495962" y="196564"/>
                    <a:pt x="495326" y="196583"/>
                    <a:pt x="494671" y="196603"/>
                  </a:cubicBezTo>
                  <a:cubicBezTo>
                    <a:pt x="493849" y="196645"/>
                    <a:pt x="493026" y="196687"/>
                    <a:pt x="492180" y="196731"/>
                  </a:cubicBezTo>
                  <a:cubicBezTo>
                    <a:pt x="491359" y="196765"/>
                    <a:pt x="490539" y="196800"/>
                    <a:pt x="489694" y="196835"/>
                  </a:cubicBezTo>
                  <a:cubicBezTo>
                    <a:pt x="489026" y="196985"/>
                    <a:pt x="488357" y="197135"/>
                    <a:pt x="487668" y="197289"/>
                  </a:cubicBezTo>
                  <a:cubicBezTo>
                    <a:pt x="487391" y="198273"/>
                    <a:pt x="487142" y="199266"/>
                    <a:pt x="486924" y="200265"/>
                  </a:cubicBezTo>
                  <a:cubicBezTo>
                    <a:pt x="485250" y="200640"/>
                    <a:pt x="485250" y="200640"/>
                    <a:pt x="483203" y="200684"/>
                  </a:cubicBezTo>
                  <a:cubicBezTo>
                    <a:pt x="481211" y="200685"/>
                    <a:pt x="481211" y="200685"/>
                    <a:pt x="479483" y="201010"/>
                  </a:cubicBezTo>
                  <a:cubicBezTo>
                    <a:pt x="479237" y="201746"/>
                    <a:pt x="478991" y="202483"/>
                    <a:pt x="478738" y="203242"/>
                  </a:cubicBezTo>
                  <a:cubicBezTo>
                    <a:pt x="476875" y="203623"/>
                    <a:pt x="476875" y="203623"/>
                    <a:pt x="474599" y="203754"/>
                  </a:cubicBezTo>
                  <a:cubicBezTo>
                    <a:pt x="473846" y="203802"/>
                    <a:pt x="473093" y="203851"/>
                    <a:pt x="472317" y="203902"/>
                  </a:cubicBezTo>
                  <a:cubicBezTo>
                    <a:pt x="471735" y="203930"/>
                    <a:pt x="471153" y="203957"/>
                    <a:pt x="470553" y="203986"/>
                  </a:cubicBezTo>
                  <a:cubicBezTo>
                    <a:pt x="470553" y="204968"/>
                    <a:pt x="470553" y="205951"/>
                    <a:pt x="470553" y="206963"/>
                  </a:cubicBezTo>
                  <a:cubicBezTo>
                    <a:pt x="469971" y="206990"/>
                    <a:pt x="469388" y="207018"/>
                    <a:pt x="468788" y="207047"/>
                  </a:cubicBezTo>
                  <a:cubicBezTo>
                    <a:pt x="468035" y="207096"/>
                    <a:pt x="467282" y="207145"/>
                    <a:pt x="466507" y="207195"/>
                  </a:cubicBezTo>
                  <a:cubicBezTo>
                    <a:pt x="465756" y="207238"/>
                    <a:pt x="465004" y="207282"/>
                    <a:pt x="464231" y="207326"/>
                  </a:cubicBezTo>
                  <a:cubicBezTo>
                    <a:pt x="463616" y="207452"/>
                    <a:pt x="463001" y="207577"/>
                    <a:pt x="462367" y="207707"/>
                  </a:cubicBezTo>
                  <a:cubicBezTo>
                    <a:pt x="462122" y="208443"/>
                    <a:pt x="461876" y="209180"/>
                    <a:pt x="461623" y="209939"/>
                  </a:cubicBezTo>
                  <a:cubicBezTo>
                    <a:pt x="459689" y="210258"/>
                    <a:pt x="457814" y="210267"/>
                    <a:pt x="455856" y="210308"/>
                  </a:cubicBezTo>
                  <a:cubicBezTo>
                    <a:pt x="455304" y="210432"/>
                    <a:pt x="454751" y="210556"/>
                    <a:pt x="454182" y="210683"/>
                  </a:cubicBezTo>
                  <a:cubicBezTo>
                    <a:pt x="453932" y="211675"/>
                    <a:pt x="453684" y="212667"/>
                    <a:pt x="453438" y="213660"/>
                  </a:cubicBezTo>
                  <a:cubicBezTo>
                    <a:pt x="451790" y="214009"/>
                    <a:pt x="451790" y="214009"/>
                    <a:pt x="449763" y="214032"/>
                  </a:cubicBezTo>
                  <a:cubicBezTo>
                    <a:pt x="447777" y="213993"/>
                    <a:pt x="447777" y="213993"/>
                    <a:pt x="445996" y="214404"/>
                  </a:cubicBezTo>
                  <a:cubicBezTo>
                    <a:pt x="445752" y="214899"/>
                    <a:pt x="445507" y="215394"/>
                    <a:pt x="445255" y="215904"/>
                  </a:cubicBezTo>
                  <a:cubicBezTo>
                    <a:pt x="445009" y="216391"/>
                    <a:pt x="444762" y="216879"/>
                    <a:pt x="444508" y="217381"/>
                  </a:cubicBezTo>
                  <a:cubicBezTo>
                    <a:pt x="442735" y="217671"/>
                    <a:pt x="442735" y="217671"/>
                    <a:pt x="440694" y="217567"/>
                  </a:cubicBezTo>
                  <a:cubicBezTo>
                    <a:pt x="440017" y="217540"/>
                    <a:pt x="439340" y="217513"/>
                    <a:pt x="438642" y="217485"/>
                  </a:cubicBezTo>
                  <a:cubicBezTo>
                    <a:pt x="438122" y="217451"/>
                    <a:pt x="437602" y="217416"/>
                    <a:pt x="437067" y="217381"/>
                  </a:cubicBezTo>
                  <a:cubicBezTo>
                    <a:pt x="437067" y="218363"/>
                    <a:pt x="437067" y="219345"/>
                    <a:pt x="437067" y="220357"/>
                  </a:cubicBezTo>
                  <a:cubicBezTo>
                    <a:pt x="436538" y="220376"/>
                    <a:pt x="436010" y="220396"/>
                    <a:pt x="435465" y="220415"/>
                  </a:cubicBezTo>
                  <a:cubicBezTo>
                    <a:pt x="434781" y="220458"/>
                    <a:pt x="434097" y="220500"/>
                    <a:pt x="433392" y="220543"/>
                  </a:cubicBezTo>
                  <a:cubicBezTo>
                    <a:pt x="432710" y="220578"/>
                    <a:pt x="432028" y="220612"/>
                    <a:pt x="431326" y="220648"/>
                  </a:cubicBezTo>
                  <a:cubicBezTo>
                    <a:pt x="430765" y="220797"/>
                    <a:pt x="430203" y="220947"/>
                    <a:pt x="429625" y="221101"/>
                  </a:cubicBezTo>
                  <a:cubicBezTo>
                    <a:pt x="429362" y="222090"/>
                    <a:pt x="429114" y="223082"/>
                    <a:pt x="428881" y="224078"/>
                  </a:cubicBezTo>
                  <a:cubicBezTo>
                    <a:pt x="427370" y="224453"/>
                    <a:pt x="427370" y="224453"/>
                    <a:pt x="425532" y="224496"/>
                  </a:cubicBezTo>
                  <a:cubicBezTo>
                    <a:pt x="423741" y="224498"/>
                    <a:pt x="423741" y="224498"/>
                    <a:pt x="422184" y="224822"/>
                  </a:cubicBezTo>
                  <a:cubicBezTo>
                    <a:pt x="421938" y="225559"/>
                    <a:pt x="421693" y="226295"/>
                    <a:pt x="421440" y="227054"/>
                  </a:cubicBezTo>
                  <a:cubicBezTo>
                    <a:pt x="419576" y="227435"/>
                    <a:pt x="419576" y="227435"/>
                    <a:pt x="417300" y="227566"/>
                  </a:cubicBezTo>
                  <a:cubicBezTo>
                    <a:pt x="416547" y="227615"/>
                    <a:pt x="415794" y="227664"/>
                    <a:pt x="415019" y="227714"/>
                  </a:cubicBezTo>
                  <a:cubicBezTo>
                    <a:pt x="414436" y="227742"/>
                    <a:pt x="413854" y="227770"/>
                    <a:pt x="413254" y="227799"/>
                  </a:cubicBezTo>
                  <a:cubicBezTo>
                    <a:pt x="413254" y="228781"/>
                    <a:pt x="413254" y="229763"/>
                    <a:pt x="413254" y="230775"/>
                  </a:cubicBezTo>
                  <a:cubicBezTo>
                    <a:pt x="412779" y="230803"/>
                    <a:pt x="412304" y="230831"/>
                    <a:pt x="411815" y="230859"/>
                  </a:cubicBezTo>
                  <a:cubicBezTo>
                    <a:pt x="411200" y="230908"/>
                    <a:pt x="410585" y="230957"/>
                    <a:pt x="409952" y="231008"/>
                  </a:cubicBezTo>
                  <a:cubicBezTo>
                    <a:pt x="409339" y="231051"/>
                    <a:pt x="408726" y="231094"/>
                    <a:pt x="408095" y="231138"/>
                  </a:cubicBezTo>
                  <a:cubicBezTo>
                    <a:pt x="407587" y="231264"/>
                    <a:pt x="407080" y="231390"/>
                    <a:pt x="406557" y="231519"/>
                  </a:cubicBezTo>
                  <a:cubicBezTo>
                    <a:pt x="406311" y="232256"/>
                    <a:pt x="406066" y="232993"/>
                    <a:pt x="405813" y="233752"/>
                  </a:cubicBezTo>
                  <a:cubicBezTo>
                    <a:pt x="403949" y="234132"/>
                    <a:pt x="403949" y="234132"/>
                    <a:pt x="401673" y="234263"/>
                  </a:cubicBezTo>
                  <a:cubicBezTo>
                    <a:pt x="400920" y="234312"/>
                    <a:pt x="400167" y="234361"/>
                    <a:pt x="399392" y="234412"/>
                  </a:cubicBezTo>
                  <a:cubicBezTo>
                    <a:pt x="398809" y="234439"/>
                    <a:pt x="398227" y="234467"/>
                    <a:pt x="397627" y="234496"/>
                  </a:cubicBezTo>
                  <a:cubicBezTo>
                    <a:pt x="397627" y="235478"/>
                    <a:pt x="397627" y="236460"/>
                    <a:pt x="397627" y="237472"/>
                  </a:cubicBezTo>
                  <a:cubicBezTo>
                    <a:pt x="397161" y="237492"/>
                    <a:pt x="396695" y="237511"/>
                    <a:pt x="396214" y="237531"/>
                  </a:cubicBezTo>
                  <a:cubicBezTo>
                    <a:pt x="395606" y="237573"/>
                    <a:pt x="394998" y="237615"/>
                    <a:pt x="394372" y="237658"/>
                  </a:cubicBezTo>
                  <a:cubicBezTo>
                    <a:pt x="393767" y="237693"/>
                    <a:pt x="393163" y="237727"/>
                    <a:pt x="392540" y="237763"/>
                  </a:cubicBezTo>
                  <a:cubicBezTo>
                    <a:pt x="392009" y="237913"/>
                    <a:pt x="391477" y="238062"/>
                    <a:pt x="390930" y="238217"/>
                  </a:cubicBezTo>
                  <a:cubicBezTo>
                    <a:pt x="390684" y="238715"/>
                    <a:pt x="390439" y="239214"/>
                    <a:pt x="390186" y="239728"/>
                  </a:cubicBezTo>
                  <a:cubicBezTo>
                    <a:pt x="389940" y="240212"/>
                    <a:pt x="389695" y="240695"/>
                    <a:pt x="389442" y="241193"/>
                  </a:cubicBezTo>
                  <a:cubicBezTo>
                    <a:pt x="387831" y="241484"/>
                    <a:pt x="387831" y="241484"/>
                    <a:pt x="386000" y="241379"/>
                  </a:cubicBezTo>
                  <a:cubicBezTo>
                    <a:pt x="385392" y="241352"/>
                    <a:pt x="384784" y="241325"/>
                    <a:pt x="384157" y="241298"/>
                  </a:cubicBezTo>
                  <a:cubicBezTo>
                    <a:pt x="383691" y="241263"/>
                    <a:pt x="383225" y="241229"/>
                    <a:pt x="382744" y="241193"/>
                  </a:cubicBezTo>
                  <a:cubicBezTo>
                    <a:pt x="382744" y="242175"/>
                    <a:pt x="382744" y="243158"/>
                    <a:pt x="382744" y="244170"/>
                  </a:cubicBezTo>
                  <a:cubicBezTo>
                    <a:pt x="382269" y="244189"/>
                    <a:pt x="381795" y="244208"/>
                    <a:pt x="381305" y="244228"/>
                  </a:cubicBezTo>
                  <a:cubicBezTo>
                    <a:pt x="380691" y="244270"/>
                    <a:pt x="380076" y="244312"/>
                    <a:pt x="379442" y="244356"/>
                  </a:cubicBezTo>
                  <a:cubicBezTo>
                    <a:pt x="378829" y="244390"/>
                    <a:pt x="378216" y="244425"/>
                    <a:pt x="377585" y="244460"/>
                  </a:cubicBezTo>
                  <a:cubicBezTo>
                    <a:pt x="377077" y="244610"/>
                    <a:pt x="376570" y="244760"/>
                    <a:pt x="376047" y="244914"/>
                  </a:cubicBezTo>
                  <a:cubicBezTo>
                    <a:pt x="375797" y="245905"/>
                    <a:pt x="375549" y="246898"/>
                    <a:pt x="375303" y="247890"/>
                  </a:cubicBezTo>
                  <a:cubicBezTo>
                    <a:pt x="373818" y="248265"/>
                    <a:pt x="373818" y="248265"/>
                    <a:pt x="372001" y="248309"/>
                  </a:cubicBezTo>
                  <a:cubicBezTo>
                    <a:pt x="370219" y="248314"/>
                    <a:pt x="370219" y="248314"/>
                    <a:pt x="368606" y="248634"/>
                  </a:cubicBezTo>
                  <a:cubicBezTo>
                    <a:pt x="368115" y="249371"/>
                    <a:pt x="367623" y="250108"/>
                    <a:pt x="367117" y="250867"/>
                  </a:cubicBezTo>
                  <a:cubicBezTo>
                    <a:pt x="365388" y="251375"/>
                    <a:pt x="363686" y="251617"/>
                    <a:pt x="361905" y="251890"/>
                  </a:cubicBezTo>
                  <a:cubicBezTo>
                    <a:pt x="361170" y="252120"/>
                    <a:pt x="361170" y="252120"/>
                    <a:pt x="360420" y="252355"/>
                  </a:cubicBezTo>
                  <a:cubicBezTo>
                    <a:pt x="360175" y="253092"/>
                    <a:pt x="359929" y="253829"/>
                    <a:pt x="359676" y="254588"/>
                  </a:cubicBezTo>
                  <a:cubicBezTo>
                    <a:pt x="358164" y="254675"/>
                    <a:pt x="358164" y="254675"/>
                    <a:pt x="356327" y="254495"/>
                  </a:cubicBezTo>
                  <a:cubicBezTo>
                    <a:pt x="354528" y="254378"/>
                    <a:pt x="354528" y="254378"/>
                    <a:pt x="352979" y="254588"/>
                  </a:cubicBezTo>
                  <a:cubicBezTo>
                    <a:pt x="352694" y="255820"/>
                    <a:pt x="352447" y="257062"/>
                    <a:pt x="352235" y="258308"/>
                  </a:cubicBezTo>
                  <a:cubicBezTo>
                    <a:pt x="350677" y="258702"/>
                    <a:pt x="349235" y="258774"/>
                    <a:pt x="347630" y="258802"/>
                  </a:cubicBezTo>
                  <a:cubicBezTo>
                    <a:pt x="347185" y="258885"/>
                    <a:pt x="346740" y="258967"/>
                    <a:pt x="346281" y="259052"/>
                  </a:cubicBezTo>
                  <a:cubicBezTo>
                    <a:pt x="346036" y="259789"/>
                    <a:pt x="345790" y="260526"/>
                    <a:pt x="345537" y="261285"/>
                  </a:cubicBezTo>
                  <a:cubicBezTo>
                    <a:pt x="343988" y="261602"/>
                    <a:pt x="342512" y="261612"/>
                    <a:pt x="340933" y="261654"/>
                  </a:cubicBezTo>
                  <a:cubicBezTo>
                    <a:pt x="340488" y="261778"/>
                    <a:pt x="340043" y="261902"/>
                    <a:pt x="339584" y="262029"/>
                  </a:cubicBezTo>
                  <a:cubicBezTo>
                    <a:pt x="339469" y="262520"/>
                    <a:pt x="339354" y="263011"/>
                    <a:pt x="339235" y="263517"/>
                  </a:cubicBezTo>
                  <a:cubicBezTo>
                    <a:pt x="339105" y="264008"/>
                    <a:pt x="338974" y="264500"/>
                    <a:pt x="338840" y="265006"/>
                  </a:cubicBezTo>
                  <a:cubicBezTo>
                    <a:pt x="337328" y="265381"/>
                    <a:pt x="337328" y="265381"/>
                    <a:pt x="335491" y="265424"/>
                  </a:cubicBezTo>
                  <a:cubicBezTo>
                    <a:pt x="333700" y="265425"/>
                    <a:pt x="333700" y="265425"/>
                    <a:pt x="332143" y="265750"/>
                  </a:cubicBezTo>
                  <a:cubicBezTo>
                    <a:pt x="331897" y="266486"/>
                    <a:pt x="331652" y="267223"/>
                    <a:pt x="331399" y="267982"/>
                  </a:cubicBezTo>
                  <a:cubicBezTo>
                    <a:pt x="329698" y="268363"/>
                    <a:pt x="329698" y="268363"/>
                    <a:pt x="327631" y="268494"/>
                  </a:cubicBezTo>
                  <a:cubicBezTo>
                    <a:pt x="326947" y="268543"/>
                    <a:pt x="326264" y="268592"/>
                    <a:pt x="325559" y="268642"/>
                  </a:cubicBezTo>
                  <a:cubicBezTo>
                    <a:pt x="325030" y="268670"/>
                    <a:pt x="324502" y="268698"/>
                    <a:pt x="323957" y="268726"/>
                  </a:cubicBezTo>
                  <a:cubicBezTo>
                    <a:pt x="323957" y="269709"/>
                    <a:pt x="323957" y="270691"/>
                    <a:pt x="323957" y="271703"/>
                  </a:cubicBezTo>
                  <a:cubicBezTo>
                    <a:pt x="323482" y="271660"/>
                    <a:pt x="323008" y="271617"/>
                    <a:pt x="322518" y="271572"/>
                  </a:cubicBezTo>
                  <a:cubicBezTo>
                    <a:pt x="320707" y="271473"/>
                    <a:pt x="319053" y="271414"/>
                    <a:pt x="317260" y="271703"/>
                  </a:cubicBezTo>
                  <a:cubicBezTo>
                    <a:pt x="316976" y="272935"/>
                    <a:pt x="316729" y="274177"/>
                    <a:pt x="316516" y="275424"/>
                  </a:cubicBezTo>
                  <a:cubicBezTo>
                    <a:pt x="314958" y="275817"/>
                    <a:pt x="313516" y="275889"/>
                    <a:pt x="311911" y="275918"/>
                  </a:cubicBezTo>
                  <a:cubicBezTo>
                    <a:pt x="311466" y="276000"/>
                    <a:pt x="311021" y="276083"/>
                    <a:pt x="310563" y="276168"/>
                  </a:cubicBezTo>
                  <a:cubicBezTo>
                    <a:pt x="310317" y="276904"/>
                    <a:pt x="310072" y="277641"/>
                    <a:pt x="309819" y="278400"/>
                  </a:cubicBezTo>
                  <a:cubicBezTo>
                    <a:pt x="308269" y="278717"/>
                    <a:pt x="306793" y="278727"/>
                    <a:pt x="305214" y="278769"/>
                  </a:cubicBezTo>
                  <a:cubicBezTo>
                    <a:pt x="304769" y="278893"/>
                    <a:pt x="304324" y="279017"/>
                    <a:pt x="303865" y="279144"/>
                  </a:cubicBezTo>
                  <a:cubicBezTo>
                    <a:pt x="303750" y="279635"/>
                    <a:pt x="303635" y="280127"/>
                    <a:pt x="303517" y="280633"/>
                  </a:cubicBezTo>
                  <a:cubicBezTo>
                    <a:pt x="303386" y="281124"/>
                    <a:pt x="303256" y="281615"/>
                    <a:pt x="303121" y="282121"/>
                  </a:cubicBezTo>
                  <a:cubicBezTo>
                    <a:pt x="301610" y="282496"/>
                    <a:pt x="301610" y="282496"/>
                    <a:pt x="299773" y="282539"/>
                  </a:cubicBezTo>
                  <a:cubicBezTo>
                    <a:pt x="297981" y="282541"/>
                    <a:pt x="297981" y="282541"/>
                    <a:pt x="296424" y="282865"/>
                  </a:cubicBezTo>
                  <a:cubicBezTo>
                    <a:pt x="296178" y="283602"/>
                    <a:pt x="295933" y="284338"/>
                    <a:pt x="295680" y="285097"/>
                  </a:cubicBezTo>
                  <a:cubicBezTo>
                    <a:pt x="294820" y="285205"/>
                    <a:pt x="293961" y="285312"/>
                    <a:pt x="293075" y="285423"/>
                  </a:cubicBezTo>
                  <a:cubicBezTo>
                    <a:pt x="292216" y="285561"/>
                    <a:pt x="291356" y="285699"/>
                    <a:pt x="290471" y="285842"/>
                  </a:cubicBezTo>
                  <a:cubicBezTo>
                    <a:pt x="290372" y="286337"/>
                    <a:pt x="290273" y="286833"/>
                    <a:pt x="290171" y="287344"/>
                  </a:cubicBezTo>
                  <a:cubicBezTo>
                    <a:pt x="290025" y="287831"/>
                    <a:pt x="289878" y="288317"/>
                    <a:pt x="289727" y="288818"/>
                  </a:cubicBezTo>
                  <a:cubicBezTo>
                    <a:pt x="288026" y="289109"/>
                    <a:pt x="288026" y="289109"/>
                    <a:pt x="285960" y="289004"/>
                  </a:cubicBezTo>
                  <a:cubicBezTo>
                    <a:pt x="285276" y="288977"/>
                    <a:pt x="284592" y="288950"/>
                    <a:pt x="283887" y="288923"/>
                  </a:cubicBezTo>
                  <a:cubicBezTo>
                    <a:pt x="283358" y="288888"/>
                    <a:pt x="282830" y="288854"/>
                    <a:pt x="282285" y="288818"/>
                  </a:cubicBezTo>
                  <a:cubicBezTo>
                    <a:pt x="282285" y="289800"/>
                    <a:pt x="282285" y="290783"/>
                    <a:pt x="282285" y="291795"/>
                  </a:cubicBezTo>
                  <a:cubicBezTo>
                    <a:pt x="281457" y="291856"/>
                    <a:pt x="280628" y="291917"/>
                    <a:pt x="279774" y="291981"/>
                  </a:cubicBezTo>
                  <a:cubicBezTo>
                    <a:pt x="278884" y="292165"/>
                    <a:pt x="277994" y="292349"/>
                    <a:pt x="277076" y="292539"/>
                  </a:cubicBezTo>
                  <a:cubicBezTo>
                    <a:pt x="276846" y="293030"/>
                    <a:pt x="276616" y="293521"/>
                    <a:pt x="276379" y="294027"/>
                  </a:cubicBezTo>
                  <a:cubicBezTo>
                    <a:pt x="276118" y="294518"/>
                    <a:pt x="275857" y="295009"/>
                    <a:pt x="275588" y="295515"/>
                  </a:cubicBezTo>
                  <a:cubicBezTo>
                    <a:pt x="273978" y="295969"/>
                    <a:pt x="273978" y="295969"/>
                    <a:pt x="272146" y="296073"/>
                  </a:cubicBezTo>
                  <a:cubicBezTo>
                    <a:pt x="271538" y="296116"/>
                    <a:pt x="270930" y="296158"/>
                    <a:pt x="270304" y="296201"/>
                  </a:cubicBezTo>
                  <a:cubicBezTo>
                    <a:pt x="269837" y="296221"/>
                    <a:pt x="269371" y="296240"/>
                    <a:pt x="268891" y="296259"/>
                  </a:cubicBezTo>
                  <a:cubicBezTo>
                    <a:pt x="268891" y="297242"/>
                    <a:pt x="268891" y="298224"/>
                    <a:pt x="268891" y="299236"/>
                  </a:cubicBezTo>
                  <a:cubicBezTo>
                    <a:pt x="268062" y="299175"/>
                    <a:pt x="267233" y="299113"/>
                    <a:pt x="266379" y="299050"/>
                  </a:cubicBezTo>
                  <a:cubicBezTo>
                    <a:pt x="265489" y="299111"/>
                    <a:pt x="264599" y="299173"/>
                    <a:pt x="263682" y="299236"/>
                  </a:cubicBezTo>
                  <a:cubicBezTo>
                    <a:pt x="263452" y="299720"/>
                    <a:pt x="263221" y="300203"/>
                    <a:pt x="262984" y="300701"/>
                  </a:cubicBezTo>
                  <a:cubicBezTo>
                    <a:pt x="262723" y="301200"/>
                    <a:pt x="262462" y="301699"/>
                    <a:pt x="262194" y="302213"/>
                  </a:cubicBezTo>
                  <a:cubicBezTo>
                    <a:pt x="260583" y="302666"/>
                    <a:pt x="260583" y="302666"/>
                    <a:pt x="258752" y="302771"/>
                  </a:cubicBezTo>
                  <a:cubicBezTo>
                    <a:pt x="258144" y="302813"/>
                    <a:pt x="257536" y="302855"/>
                    <a:pt x="256909" y="302899"/>
                  </a:cubicBezTo>
                  <a:cubicBezTo>
                    <a:pt x="256443" y="302918"/>
                    <a:pt x="255977" y="302937"/>
                    <a:pt x="255496" y="302957"/>
                  </a:cubicBezTo>
                  <a:cubicBezTo>
                    <a:pt x="255496" y="303939"/>
                    <a:pt x="255496" y="304921"/>
                    <a:pt x="255496" y="305933"/>
                  </a:cubicBezTo>
                  <a:cubicBezTo>
                    <a:pt x="254667" y="306010"/>
                    <a:pt x="253839" y="306087"/>
                    <a:pt x="252985" y="306166"/>
                  </a:cubicBezTo>
                  <a:cubicBezTo>
                    <a:pt x="251650" y="306419"/>
                    <a:pt x="251650" y="306419"/>
                    <a:pt x="250287" y="306677"/>
                  </a:cubicBezTo>
                  <a:cubicBezTo>
                    <a:pt x="249796" y="307414"/>
                    <a:pt x="249305" y="308151"/>
                    <a:pt x="248799" y="308910"/>
                  </a:cubicBezTo>
                  <a:cubicBezTo>
                    <a:pt x="247351" y="309291"/>
                    <a:pt x="247351" y="309291"/>
                    <a:pt x="245729" y="309421"/>
                  </a:cubicBezTo>
                  <a:cubicBezTo>
                    <a:pt x="244778" y="309498"/>
                    <a:pt x="243826" y="309575"/>
                    <a:pt x="242846" y="309654"/>
                  </a:cubicBezTo>
                  <a:cubicBezTo>
                    <a:pt x="242846" y="310636"/>
                    <a:pt x="242846" y="311619"/>
                    <a:pt x="242846" y="312631"/>
                  </a:cubicBezTo>
                  <a:cubicBezTo>
                    <a:pt x="240636" y="312876"/>
                    <a:pt x="238426" y="313122"/>
                    <a:pt x="236149" y="313375"/>
                  </a:cubicBezTo>
                  <a:cubicBezTo>
                    <a:pt x="236149" y="314357"/>
                    <a:pt x="236149" y="315339"/>
                    <a:pt x="236149" y="316351"/>
                  </a:cubicBezTo>
                  <a:cubicBezTo>
                    <a:pt x="235320" y="316290"/>
                    <a:pt x="234491" y="316229"/>
                    <a:pt x="233637" y="316165"/>
                  </a:cubicBezTo>
                  <a:cubicBezTo>
                    <a:pt x="232747" y="316227"/>
                    <a:pt x="231857" y="316288"/>
                    <a:pt x="230940" y="316351"/>
                  </a:cubicBezTo>
                  <a:cubicBezTo>
                    <a:pt x="230418" y="317330"/>
                    <a:pt x="229924" y="318324"/>
                    <a:pt x="229451" y="319328"/>
                  </a:cubicBezTo>
                  <a:cubicBezTo>
                    <a:pt x="227721" y="319844"/>
                    <a:pt x="225985" y="320341"/>
                    <a:pt x="224242" y="320816"/>
                  </a:cubicBezTo>
                  <a:cubicBezTo>
                    <a:pt x="223997" y="321553"/>
                    <a:pt x="223751" y="322290"/>
                    <a:pt x="223498" y="323049"/>
                  </a:cubicBezTo>
                  <a:cubicBezTo>
                    <a:pt x="221763" y="323301"/>
                    <a:pt x="220026" y="323549"/>
                    <a:pt x="218289" y="323793"/>
                  </a:cubicBezTo>
                  <a:cubicBezTo>
                    <a:pt x="217798" y="324529"/>
                    <a:pt x="217307" y="325266"/>
                    <a:pt x="216801" y="326025"/>
                  </a:cubicBezTo>
                  <a:cubicBezTo>
                    <a:pt x="215926" y="326133"/>
                    <a:pt x="215051" y="326240"/>
                    <a:pt x="214150" y="326351"/>
                  </a:cubicBezTo>
                  <a:cubicBezTo>
                    <a:pt x="213306" y="326489"/>
                    <a:pt x="212462" y="326627"/>
                    <a:pt x="211592" y="326769"/>
                  </a:cubicBezTo>
                  <a:cubicBezTo>
                    <a:pt x="211469" y="327260"/>
                    <a:pt x="211346" y="327752"/>
                    <a:pt x="211220" y="328258"/>
                  </a:cubicBezTo>
                  <a:cubicBezTo>
                    <a:pt x="211097" y="328749"/>
                    <a:pt x="210974" y="329240"/>
                    <a:pt x="210848" y="329746"/>
                  </a:cubicBezTo>
                  <a:cubicBezTo>
                    <a:pt x="209112" y="329998"/>
                    <a:pt x="207376" y="330246"/>
                    <a:pt x="205639" y="330490"/>
                  </a:cubicBezTo>
                  <a:cubicBezTo>
                    <a:pt x="205409" y="330996"/>
                    <a:pt x="205178" y="331503"/>
                    <a:pt x="204941" y="332025"/>
                  </a:cubicBezTo>
                  <a:cubicBezTo>
                    <a:pt x="204680" y="332501"/>
                    <a:pt x="204419" y="332976"/>
                    <a:pt x="204151" y="333467"/>
                  </a:cubicBezTo>
                  <a:cubicBezTo>
                    <a:pt x="202108" y="333750"/>
                    <a:pt x="200272" y="333600"/>
                    <a:pt x="198197" y="333467"/>
                  </a:cubicBezTo>
                  <a:cubicBezTo>
                    <a:pt x="198197" y="334449"/>
                    <a:pt x="198197" y="335431"/>
                    <a:pt x="198197" y="336443"/>
                  </a:cubicBezTo>
                  <a:cubicBezTo>
                    <a:pt x="197353" y="336504"/>
                    <a:pt x="196509" y="336566"/>
                    <a:pt x="195639" y="336629"/>
                  </a:cubicBezTo>
                  <a:cubicBezTo>
                    <a:pt x="194765" y="336813"/>
                    <a:pt x="193890" y="336997"/>
                    <a:pt x="192988" y="337187"/>
                  </a:cubicBezTo>
                  <a:cubicBezTo>
                    <a:pt x="192881" y="337678"/>
                    <a:pt x="192774" y="338169"/>
                    <a:pt x="192663" y="338676"/>
                  </a:cubicBezTo>
                  <a:cubicBezTo>
                    <a:pt x="192525" y="339167"/>
                    <a:pt x="192387" y="339658"/>
                    <a:pt x="192244" y="340164"/>
                  </a:cubicBezTo>
                  <a:cubicBezTo>
                    <a:pt x="190697" y="340492"/>
                    <a:pt x="189220" y="340584"/>
                    <a:pt x="187640" y="340632"/>
                  </a:cubicBezTo>
                  <a:cubicBezTo>
                    <a:pt x="187195" y="340723"/>
                    <a:pt x="186750" y="340814"/>
                    <a:pt x="186291" y="340908"/>
                  </a:cubicBezTo>
                  <a:cubicBezTo>
                    <a:pt x="186046" y="341645"/>
                    <a:pt x="185800" y="342381"/>
                    <a:pt x="185547" y="343140"/>
                  </a:cubicBezTo>
                  <a:cubicBezTo>
                    <a:pt x="184810" y="343248"/>
                    <a:pt x="184074" y="343355"/>
                    <a:pt x="183315" y="343466"/>
                  </a:cubicBezTo>
                  <a:cubicBezTo>
                    <a:pt x="182578" y="343604"/>
                    <a:pt x="181841" y="343742"/>
                    <a:pt x="181082" y="343884"/>
                  </a:cubicBezTo>
                  <a:cubicBezTo>
                    <a:pt x="180990" y="344376"/>
                    <a:pt x="180898" y="344867"/>
                    <a:pt x="180803" y="345373"/>
                  </a:cubicBezTo>
                  <a:cubicBezTo>
                    <a:pt x="180650" y="345864"/>
                    <a:pt x="180496" y="346355"/>
                    <a:pt x="180338" y="346861"/>
                  </a:cubicBezTo>
                  <a:cubicBezTo>
                    <a:pt x="178790" y="347189"/>
                    <a:pt x="177314" y="347281"/>
                    <a:pt x="175734" y="347329"/>
                  </a:cubicBezTo>
                  <a:cubicBezTo>
                    <a:pt x="175289" y="347420"/>
                    <a:pt x="174844" y="347511"/>
                    <a:pt x="174385" y="347605"/>
                  </a:cubicBezTo>
                  <a:cubicBezTo>
                    <a:pt x="174139" y="348342"/>
                    <a:pt x="173894" y="349079"/>
                    <a:pt x="173641" y="349838"/>
                  </a:cubicBezTo>
                  <a:cubicBezTo>
                    <a:pt x="172118" y="350363"/>
                    <a:pt x="170623" y="350589"/>
                    <a:pt x="169036" y="350861"/>
                  </a:cubicBezTo>
                  <a:cubicBezTo>
                    <a:pt x="168369" y="351091"/>
                    <a:pt x="168369" y="351091"/>
                    <a:pt x="167688" y="351326"/>
                  </a:cubicBezTo>
                  <a:cubicBezTo>
                    <a:pt x="167442" y="352063"/>
                    <a:pt x="167197" y="352799"/>
                    <a:pt x="166944" y="353558"/>
                  </a:cubicBezTo>
                  <a:cubicBezTo>
                    <a:pt x="166084" y="353528"/>
                    <a:pt x="165225" y="353497"/>
                    <a:pt x="164339" y="353465"/>
                  </a:cubicBezTo>
                  <a:cubicBezTo>
                    <a:pt x="163050" y="353511"/>
                    <a:pt x="163050" y="353511"/>
                    <a:pt x="161735" y="353558"/>
                  </a:cubicBezTo>
                  <a:cubicBezTo>
                    <a:pt x="161480" y="354797"/>
                    <a:pt x="161233" y="356038"/>
                    <a:pt x="160990" y="357279"/>
                  </a:cubicBezTo>
                  <a:cubicBezTo>
                    <a:pt x="159264" y="357587"/>
                    <a:pt x="157525" y="357836"/>
                    <a:pt x="155781" y="358023"/>
                  </a:cubicBezTo>
                  <a:cubicBezTo>
                    <a:pt x="155536" y="358760"/>
                    <a:pt x="155290" y="359497"/>
                    <a:pt x="155037" y="360256"/>
                  </a:cubicBezTo>
                  <a:cubicBezTo>
                    <a:pt x="153489" y="360779"/>
                    <a:pt x="151970" y="361007"/>
                    <a:pt x="150360" y="361279"/>
                  </a:cubicBezTo>
                  <a:cubicBezTo>
                    <a:pt x="149729" y="361509"/>
                    <a:pt x="149729" y="361509"/>
                    <a:pt x="149084" y="361744"/>
                  </a:cubicBezTo>
                  <a:cubicBezTo>
                    <a:pt x="149084" y="362481"/>
                    <a:pt x="149084" y="363217"/>
                    <a:pt x="149084" y="363976"/>
                  </a:cubicBezTo>
                  <a:cubicBezTo>
                    <a:pt x="147120" y="364222"/>
                    <a:pt x="145155" y="364467"/>
                    <a:pt x="143131" y="364720"/>
                  </a:cubicBezTo>
                  <a:cubicBezTo>
                    <a:pt x="143131" y="365457"/>
                    <a:pt x="143131" y="366194"/>
                    <a:pt x="143131" y="366953"/>
                  </a:cubicBezTo>
                  <a:cubicBezTo>
                    <a:pt x="141166" y="367198"/>
                    <a:pt x="139202" y="367444"/>
                    <a:pt x="137178" y="367697"/>
                  </a:cubicBezTo>
                  <a:cubicBezTo>
                    <a:pt x="137178" y="368679"/>
                    <a:pt x="137178" y="369662"/>
                    <a:pt x="137178" y="370674"/>
                  </a:cubicBezTo>
                  <a:cubicBezTo>
                    <a:pt x="136334" y="370735"/>
                    <a:pt x="135490" y="370796"/>
                    <a:pt x="134620" y="370860"/>
                  </a:cubicBezTo>
                  <a:cubicBezTo>
                    <a:pt x="133745" y="371044"/>
                    <a:pt x="132870" y="371228"/>
                    <a:pt x="131969" y="371418"/>
                  </a:cubicBezTo>
                  <a:cubicBezTo>
                    <a:pt x="131846" y="371909"/>
                    <a:pt x="131723" y="372400"/>
                    <a:pt x="131597" y="372906"/>
                  </a:cubicBezTo>
                  <a:cubicBezTo>
                    <a:pt x="131474" y="373397"/>
                    <a:pt x="131351" y="373888"/>
                    <a:pt x="131225" y="374394"/>
                  </a:cubicBezTo>
                  <a:cubicBezTo>
                    <a:pt x="129493" y="374673"/>
                    <a:pt x="127756" y="374921"/>
                    <a:pt x="126016" y="375138"/>
                  </a:cubicBezTo>
                  <a:cubicBezTo>
                    <a:pt x="125770" y="375875"/>
                    <a:pt x="125525" y="376612"/>
                    <a:pt x="125272" y="377371"/>
                  </a:cubicBezTo>
                  <a:cubicBezTo>
                    <a:pt x="124535" y="377478"/>
                    <a:pt x="123798" y="377586"/>
                    <a:pt x="123039" y="377696"/>
                  </a:cubicBezTo>
                  <a:cubicBezTo>
                    <a:pt x="122303" y="377835"/>
                    <a:pt x="121566" y="377973"/>
                    <a:pt x="120807" y="378115"/>
                  </a:cubicBezTo>
                  <a:cubicBezTo>
                    <a:pt x="120715" y="378606"/>
                    <a:pt x="120623" y="379097"/>
                    <a:pt x="120528" y="379603"/>
                  </a:cubicBezTo>
                  <a:cubicBezTo>
                    <a:pt x="120374" y="380094"/>
                    <a:pt x="120221" y="380586"/>
                    <a:pt x="120063" y="381092"/>
                  </a:cubicBezTo>
                  <a:cubicBezTo>
                    <a:pt x="118515" y="381419"/>
                    <a:pt x="117039" y="381512"/>
                    <a:pt x="115458" y="381560"/>
                  </a:cubicBezTo>
                  <a:cubicBezTo>
                    <a:pt x="114791" y="381696"/>
                    <a:pt x="114791" y="381696"/>
                    <a:pt x="114110" y="381836"/>
                  </a:cubicBezTo>
                  <a:cubicBezTo>
                    <a:pt x="113864" y="382572"/>
                    <a:pt x="113618" y="383309"/>
                    <a:pt x="113365" y="384068"/>
                  </a:cubicBezTo>
                  <a:cubicBezTo>
                    <a:pt x="112491" y="384314"/>
                    <a:pt x="111616" y="384559"/>
                    <a:pt x="110714" y="384812"/>
                  </a:cubicBezTo>
                  <a:cubicBezTo>
                    <a:pt x="109870" y="385058"/>
                    <a:pt x="109026" y="385303"/>
                    <a:pt x="108156" y="385556"/>
                  </a:cubicBezTo>
                  <a:cubicBezTo>
                    <a:pt x="108156" y="386293"/>
                    <a:pt x="108156" y="387030"/>
                    <a:pt x="108156" y="387789"/>
                  </a:cubicBezTo>
                  <a:cubicBezTo>
                    <a:pt x="107190" y="387712"/>
                    <a:pt x="106223" y="387635"/>
                    <a:pt x="105226" y="387556"/>
                  </a:cubicBezTo>
                  <a:cubicBezTo>
                    <a:pt x="103604" y="387490"/>
                    <a:pt x="103604" y="387490"/>
                    <a:pt x="102203" y="387789"/>
                  </a:cubicBezTo>
                  <a:cubicBezTo>
                    <a:pt x="101710" y="389637"/>
                    <a:pt x="101710" y="389637"/>
                    <a:pt x="101459" y="391509"/>
                  </a:cubicBezTo>
                  <a:cubicBezTo>
                    <a:pt x="99971" y="391541"/>
                    <a:pt x="98482" y="391540"/>
                    <a:pt x="96994" y="391509"/>
                  </a:cubicBezTo>
                  <a:cubicBezTo>
                    <a:pt x="96486" y="392495"/>
                    <a:pt x="95990" y="393488"/>
                    <a:pt x="95506" y="394486"/>
                  </a:cubicBezTo>
                  <a:cubicBezTo>
                    <a:pt x="94754" y="394609"/>
                    <a:pt x="94002" y="394732"/>
                    <a:pt x="93227" y="394858"/>
                  </a:cubicBezTo>
                  <a:cubicBezTo>
                    <a:pt x="92506" y="394981"/>
                    <a:pt x="91784" y="395104"/>
                    <a:pt x="91041" y="395230"/>
                  </a:cubicBezTo>
                  <a:cubicBezTo>
                    <a:pt x="90934" y="395721"/>
                    <a:pt x="90826" y="396212"/>
                    <a:pt x="90716" y="396718"/>
                  </a:cubicBezTo>
                  <a:cubicBezTo>
                    <a:pt x="90578" y="397210"/>
                    <a:pt x="90439" y="397701"/>
                    <a:pt x="90297" y="398207"/>
                  </a:cubicBezTo>
                  <a:cubicBezTo>
                    <a:pt x="88565" y="398485"/>
                    <a:pt x="86828" y="398733"/>
                    <a:pt x="85088" y="398951"/>
                  </a:cubicBezTo>
                  <a:cubicBezTo>
                    <a:pt x="84842" y="399688"/>
                    <a:pt x="84597" y="400424"/>
                    <a:pt x="84344" y="401183"/>
                  </a:cubicBezTo>
                  <a:cubicBezTo>
                    <a:pt x="83607" y="401291"/>
                    <a:pt x="82871" y="401398"/>
                    <a:pt x="82112" y="401509"/>
                  </a:cubicBezTo>
                  <a:cubicBezTo>
                    <a:pt x="81375" y="401647"/>
                    <a:pt x="80638" y="401785"/>
                    <a:pt x="79879" y="401927"/>
                  </a:cubicBezTo>
                  <a:cubicBezTo>
                    <a:pt x="79772" y="402419"/>
                    <a:pt x="79664" y="402910"/>
                    <a:pt x="79554" y="403416"/>
                  </a:cubicBezTo>
                  <a:cubicBezTo>
                    <a:pt x="79415" y="403907"/>
                    <a:pt x="79277" y="404398"/>
                    <a:pt x="79135" y="404904"/>
                  </a:cubicBezTo>
                  <a:cubicBezTo>
                    <a:pt x="77399" y="405156"/>
                    <a:pt x="75663" y="405404"/>
                    <a:pt x="73926" y="405648"/>
                  </a:cubicBezTo>
                  <a:cubicBezTo>
                    <a:pt x="73680" y="406139"/>
                    <a:pt x="73435" y="406630"/>
                    <a:pt x="73182" y="407136"/>
                  </a:cubicBezTo>
                  <a:cubicBezTo>
                    <a:pt x="72936" y="407628"/>
                    <a:pt x="72691" y="408119"/>
                    <a:pt x="72438" y="408625"/>
                  </a:cubicBezTo>
                  <a:cubicBezTo>
                    <a:pt x="70705" y="408898"/>
                    <a:pt x="68969" y="409147"/>
                    <a:pt x="67229" y="409369"/>
                  </a:cubicBezTo>
                  <a:cubicBezTo>
                    <a:pt x="66983" y="410106"/>
                    <a:pt x="66738" y="410842"/>
                    <a:pt x="66485" y="411601"/>
                  </a:cubicBezTo>
                  <a:cubicBezTo>
                    <a:pt x="63834" y="412113"/>
                    <a:pt x="63834" y="412113"/>
                    <a:pt x="61276" y="412345"/>
                  </a:cubicBezTo>
                  <a:cubicBezTo>
                    <a:pt x="61276" y="413328"/>
                    <a:pt x="61276" y="414310"/>
                    <a:pt x="61276" y="415322"/>
                  </a:cubicBezTo>
                  <a:cubicBezTo>
                    <a:pt x="60009" y="415437"/>
                    <a:pt x="60009" y="415437"/>
                    <a:pt x="58718" y="415555"/>
                  </a:cubicBezTo>
                  <a:cubicBezTo>
                    <a:pt x="57843" y="415723"/>
                    <a:pt x="56968" y="415892"/>
                    <a:pt x="56067" y="416066"/>
                  </a:cubicBezTo>
                  <a:cubicBezTo>
                    <a:pt x="55821" y="416803"/>
                    <a:pt x="55575" y="417540"/>
                    <a:pt x="55322" y="418299"/>
                  </a:cubicBezTo>
                  <a:cubicBezTo>
                    <a:pt x="52671" y="418810"/>
                    <a:pt x="52671" y="418810"/>
                    <a:pt x="50113" y="419043"/>
                  </a:cubicBezTo>
                  <a:cubicBezTo>
                    <a:pt x="50113" y="420025"/>
                    <a:pt x="50113" y="421007"/>
                    <a:pt x="50113" y="422019"/>
                  </a:cubicBezTo>
                  <a:cubicBezTo>
                    <a:pt x="48847" y="422111"/>
                    <a:pt x="48847" y="422111"/>
                    <a:pt x="47555" y="422205"/>
                  </a:cubicBezTo>
                  <a:cubicBezTo>
                    <a:pt x="46681" y="422389"/>
                    <a:pt x="45806" y="422574"/>
                    <a:pt x="44904" y="422763"/>
                  </a:cubicBezTo>
                  <a:cubicBezTo>
                    <a:pt x="44797" y="423270"/>
                    <a:pt x="44690" y="423776"/>
                    <a:pt x="44579" y="424298"/>
                  </a:cubicBezTo>
                  <a:cubicBezTo>
                    <a:pt x="44372" y="425012"/>
                    <a:pt x="44372" y="425012"/>
                    <a:pt x="44160" y="425740"/>
                  </a:cubicBezTo>
                  <a:cubicBezTo>
                    <a:pt x="42122" y="426033"/>
                    <a:pt x="40279" y="425871"/>
                    <a:pt x="38207" y="425740"/>
                  </a:cubicBezTo>
                  <a:cubicBezTo>
                    <a:pt x="38207" y="426722"/>
                    <a:pt x="38207" y="427704"/>
                    <a:pt x="38207" y="428717"/>
                  </a:cubicBezTo>
                  <a:cubicBezTo>
                    <a:pt x="37125" y="428809"/>
                    <a:pt x="37125" y="428809"/>
                    <a:pt x="36021" y="428903"/>
                  </a:cubicBezTo>
                  <a:cubicBezTo>
                    <a:pt x="35269" y="429087"/>
                    <a:pt x="34517" y="429271"/>
                    <a:pt x="33742" y="429461"/>
                  </a:cubicBezTo>
                  <a:cubicBezTo>
                    <a:pt x="33635" y="429952"/>
                    <a:pt x="33527" y="430443"/>
                    <a:pt x="33417" y="430949"/>
                  </a:cubicBezTo>
                  <a:cubicBezTo>
                    <a:pt x="33279" y="431440"/>
                    <a:pt x="33141" y="431931"/>
                    <a:pt x="32998" y="432437"/>
                  </a:cubicBezTo>
                  <a:cubicBezTo>
                    <a:pt x="31266" y="432716"/>
                    <a:pt x="29530" y="432964"/>
                    <a:pt x="27789" y="433181"/>
                  </a:cubicBezTo>
                  <a:cubicBezTo>
                    <a:pt x="27544" y="433918"/>
                    <a:pt x="27298" y="434655"/>
                    <a:pt x="27045" y="435414"/>
                  </a:cubicBezTo>
                  <a:cubicBezTo>
                    <a:pt x="26170" y="435659"/>
                    <a:pt x="25295" y="435905"/>
                    <a:pt x="24394" y="436158"/>
                  </a:cubicBezTo>
                  <a:cubicBezTo>
                    <a:pt x="23550" y="436403"/>
                    <a:pt x="22706" y="436649"/>
                    <a:pt x="21836" y="436902"/>
                  </a:cubicBezTo>
                  <a:cubicBezTo>
                    <a:pt x="21836" y="437639"/>
                    <a:pt x="21836" y="438375"/>
                    <a:pt x="21836" y="439134"/>
                  </a:cubicBezTo>
                  <a:cubicBezTo>
                    <a:pt x="20593" y="439227"/>
                    <a:pt x="20593" y="439227"/>
                    <a:pt x="19325" y="439321"/>
                  </a:cubicBezTo>
                  <a:cubicBezTo>
                    <a:pt x="18434" y="439505"/>
                    <a:pt x="17544" y="439689"/>
                    <a:pt x="16627" y="439879"/>
                  </a:cubicBezTo>
                  <a:cubicBezTo>
                    <a:pt x="16382" y="440370"/>
                    <a:pt x="16136" y="440861"/>
                    <a:pt x="15883" y="441367"/>
                  </a:cubicBezTo>
                  <a:cubicBezTo>
                    <a:pt x="15637" y="441858"/>
                    <a:pt x="15392" y="442349"/>
                    <a:pt x="15139" y="442855"/>
                  </a:cubicBezTo>
                  <a:cubicBezTo>
                    <a:pt x="13406" y="443129"/>
                    <a:pt x="11670" y="443378"/>
                    <a:pt x="9930" y="443599"/>
                  </a:cubicBezTo>
                  <a:cubicBezTo>
                    <a:pt x="9684" y="444336"/>
                    <a:pt x="9439" y="445073"/>
                    <a:pt x="9186" y="445832"/>
                  </a:cubicBezTo>
                  <a:cubicBezTo>
                    <a:pt x="6674" y="446669"/>
                    <a:pt x="6674" y="446669"/>
                    <a:pt x="3977" y="447320"/>
                  </a:cubicBezTo>
                  <a:cubicBezTo>
                    <a:pt x="3240" y="447566"/>
                    <a:pt x="2503" y="447811"/>
                    <a:pt x="1744" y="448064"/>
                  </a:cubicBezTo>
                  <a:cubicBezTo>
                    <a:pt x="821" y="446217"/>
                    <a:pt x="850" y="444869"/>
                    <a:pt x="814" y="442809"/>
                  </a:cubicBezTo>
                  <a:cubicBezTo>
                    <a:pt x="795" y="442140"/>
                    <a:pt x="776" y="441471"/>
                    <a:pt x="756" y="440783"/>
                  </a:cubicBezTo>
                  <a:cubicBezTo>
                    <a:pt x="837" y="440239"/>
                    <a:pt x="917" y="439695"/>
                    <a:pt x="1000" y="439134"/>
                  </a:cubicBezTo>
                  <a:cubicBezTo>
                    <a:pt x="1737" y="438889"/>
                    <a:pt x="2474" y="438643"/>
                    <a:pt x="3233" y="438390"/>
                  </a:cubicBezTo>
                  <a:cubicBezTo>
                    <a:pt x="3491" y="436904"/>
                    <a:pt x="3738" y="435415"/>
                    <a:pt x="3977" y="433925"/>
                  </a:cubicBezTo>
                  <a:cubicBezTo>
                    <a:pt x="4706" y="433167"/>
                    <a:pt x="5449" y="432420"/>
                    <a:pt x="6209" y="431693"/>
                  </a:cubicBezTo>
                  <a:cubicBezTo>
                    <a:pt x="6209" y="430711"/>
                    <a:pt x="6209" y="429729"/>
                    <a:pt x="6209" y="428717"/>
                  </a:cubicBezTo>
                  <a:cubicBezTo>
                    <a:pt x="6946" y="428471"/>
                    <a:pt x="7683" y="428225"/>
                    <a:pt x="8442" y="427972"/>
                  </a:cubicBezTo>
                  <a:cubicBezTo>
                    <a:pt x="8695" y="426485"/>
                    <a:pt x="8943" y="424997"/>
                    <a:pt x="9186" y="423508"/>
                  </a:cubicBezTo>
                  <a:cubicBezTo>
                    <a:pt x="9922" y="423016"/>
                    <a:pt x="10659" y="422525"/>
                    <a:pt x="11418" y="422019"/>
                  </a:cubicBezTo>
                  <a:cubicBezTo>
                    <a:pt x="11691" y="420535"/>
                    <a:pt x="11940" y="419047"/>
                    <a:pt x="12162" y="417554"/>
                  </a:cubicBezTo>
                  <a:cubicBezTo>
                    <a:pt x="12653" y="417309"/>
                    <a:pt x="13145" y="417063"/>
                    <a:pt x="13651" y="416810"/>
                  </a:cubicBezTo>
                  <a:cubicBezTo>
                    <a:pt x="13896" y="416074"/>
                    <a:pt x="14142" y="415337"/>
                    <a:pt x="14395" y="414578"/>
                  </a:cubicBezTo>
                  <a:cubicBezTo>
                    <a:pt x="15139" y="412345"/>
                    <a:pt x="15139" y="412345"/>
                    <a:pt x="16627" y="411601"/>
                  </a:cubicBezTo>
                  <a:cubicBezTo>
                    <a:pt x="16735" y="410880"/>
                    <a:pt x="16842" y="410159"/>
                    <a:pt x="16953" y="409415"/>
                  </a:cubicBezTo>
                  <a:cubicBezTo>
                    <a:pt x="17091" y="408663"/>
                    <a:pt x="17229" y="407911"/>
                    <a:pt x="17371" y="407136"/>
                  </a:cubicBezTo>
                  <a:cubicBezTo>
                    <a:pt x="18108" y="406645"/>
                    <a:pt x="18845" y="406154"/>
                    <a:pt x="19604" y="405648"/>
                  </a:cubicBezTo>
                  <a:cubicBezTo>
                    <a:pt x="19726" y="405004"/>
                    <a:pt x="19849" y="404359"/>
                    <a:pt x="19976" y="403695"/>
                  </a:cubicBezTo>
                  <a:cubicBezTo>
                    <a:pt x="20099" y="403112"/>
                    <a:pt x="20221" y="402528"/>
                    <a:pt x="20348" y="401927"/>
                  </a:cubicBezTo>
                  <a:cubicBezTo>
                    <a:pt x="21085" y="401927"/>
                    <a:pt x="21821" y="401927"/>
                    <a:pt x="22580" y="401927"/>
                  </a:cubicBezTo>
                  <a:cubicBezTo>
                    <a:pt x="22511" y="400891"/>
                    <a:pt x="22511" y="400891"/>
                    <a:pt x="22441" y="399835"/>
                  </a:cubicBezTo>
                  <a:cubicBezTo>
                    <a:pt x="22601" y="397112"/>
                    <a:pt x="22925" y="396967"/>
                    <a:pt x="24813" y="395230"/>
                  </a:cubicBezTo>
                  <a:cubicBezTo>
                    <a:pt x="24935" y="394586"/>
                    <a:pt x="25058" y="393941"/>
                    <a:pt x="25185" y="393277"/>
                  </a:cubicBezTo>
                  <a:cubicBezTo>
                    <a:pt x="25308" y="392694"/>
                    <a:pt x="25430" y="392110"/>
                    <a:pt x="25557" y="391509"/>
                  </a:cubicBezTo>
                  <a:cubicBezTo>
                    <a:pt x="26294" y="391264"/>
                    <a:pt x="27030" y="391018"/>
                    <a:pt x="27789" y="390765"/>
                  </a:cubicBezTo>
                  <a:cubicBezTo>
                    <a:pt x="28305" y="389035"/>
                    <a:pt x="28802" y="387299"/>
                    <a:pt x="29278" y="385556"/>
                  </a:cubicBezTo>
                  <a:cubicBezTo>
                    <a:pt x="29769" y="385556"/>
                    <a:pt x="30260" y="385556"/>
                    <a:pt x="30766" y="385556"/>
                  </a:cubicBezTo>
                  <a:cubicBezTo>
                    <a:pt x="31011" y="384820"/>
                    <a:pt x="31257" y="384083"/>
                    <a:pt x="31510" y="383324"/>
                  </a:cubicBezTo>
                  <a:cubicBezTo>
                    <a:pt x="31756" y="382587"/>
                    <a:pt x="32001" y="381851"/>
                    <a:pt x="32254" y="381092"/>
                  </a:cubicBezTo>
                  <a:cubicBezTo>
                    <a:pt x="32745" y="381092"/>
                    <a:pt x="33236" y="381092"/>
                    <a:pt x="33742" y="381092"/>
                  </a:cubicBezTo>
                  <a:cubicBezTo>
                    <a:pt x="33673" y="380009"/>
                    <a:pt x="33673" y="380009"/>
                    <a:pt x="33603" y="378906"/>
                  </a:cubicBezTo>
                  <a:cubicBezTo>
                    <a:pt x="33649" y="378154"/>
                    <a:pt x="33695" y="377402"/>
                    <a:pt x="33742" y="376627"/>
                  </a:cubicBezTo>
                  <a:cubicBezTo>
                    <a:pt x="34479" y="376381"/>
                    <a:pt x="35216" y="376136"/>
                    <a:pt x="35975" y="375883"/>
                  </a:cubicBezTo>
                  <a:cubicBezTo>
                    <a:pt x="36253" y="374400"/>
                    <a:pt x="36501" y="372911"/>
                    <a:pt x="36719" y="371418"/>
                  </a:cubicBezTo>
                  <a:cubicBezTo>
                    <a:pt x="37210" y="371172"/>
                    <a:pt x="37701" y="370927"/>
                    <a:pt x="38207" y="370674"/>
                  </a:cubicBezTo>
                  <a:cubicBezTo>
                    <a:pt x="38315" y="370075"/>
                    <a:pt x="38422" y="369476"/>
                    <a:pt x="38533" y="368860"/>
                  </a:cubicBezTo>
                  <a:cubicBezTo>
                    <a:pt x="38951" y="366953"/>
                    <a:pt x="38951" y="366953"/>
                    <a:pt x="41184" y="365465"/>
                  </a:cubicBezTo>
                  <a:cubicBezTo>
                    <a:pt x="41429" y="364835"/>
                    <a:pt x="41675" y="364206"/>
                    <a:pt x="41928" y="363558"/>
                  </a:cubicBezTo>
                  <a:cubicBezTo>
                    <a:pt x="42296" y="362660"/>
                    <a:pt x="42296" y="362660"/>
                    <a:pt x="42672" y="361744"/>
                  </a:cubicBezTo>
                  <a:cubicBezTo>
                    <a:pt x="43409" y="361498"/>
                    <a:pt x="44145" y="361253"/>
                    <a:pt x="44904" y="361000"/>
                  </a:cubicBezTo>
                  <a:cubicBezTo>
                    <a:pt x="45091" y="358736"/>
                    <a:pt x="45091" y="358736"/>
                    <a:pt x="44904" y="356535"/>
                  </a:cubicBezTo>
                  <a:cubicBezTo>
                    <a:pt x="45396" y="356535"/>
                    <a:pt x="45887" y="356535"/>
                    <a:pt x="46393" y="356535"/>
                  </a:cubicBezTo>
                  <a:cubicBezTo>
                    <a:pt x="46898" y="355050"/>
                    <a:pt x="47394" y="353561"/>
                    <a:pt x="47881" y="352070"/>
                  </a:cubicBezTo>
                  <a:cubicBezTo>
                    <a:pt x="48372" y="351824"/>
                    <a:pt x="48863" y="351579"/>
                    <a:pt x="49369" y="351326"/>
                  </a:cubicBezTo>
                  <a:cubicBezTo>
                    <a:pt x="49876" y="350090"/>
                    <a:pt x="50372" y="348850"/>
                    <a:pt x="50858" y="347605"/>
                  </a:cubicBezTo>
                  <a:cubicBezTo>
                    <a:pt x="51349" y="347114"/>
                    <a:pt x="51840" y="346623"/>
                    <a:pt x="52346" y="346117"/>
                  </a:cubicBezTo>
                  <a:cubicBezTo>
                    <a:pt x="52860" y="344884"/>
                    <a:pt x="53353" y="343642"/>
                    <a:pt x="53834" y="342396"/>
                  </a:cubicBezTo>
                  <a:cubicBezTo>
                    <a:pt x="55072" y="339705"/>
                    <a:pt x="56167" y="337734"/>
                    <a:pt x="58299" y="335699"/>
                  </a:cubicBezTo>
                  <a:cubicBezTo>
                    <a:pt x="58545" y="334962"/>
                    <a:pt x="58790" y="334226"/>
                    <a:pt x="59043" y="333467"/>
                  </a:cubicBezTo>
                  <a:cubicBezTo>
                    <a:pt x="59534" y="333221"/>
                    <a:pt x="60025" y="332975"/>
                    <a:pt x="60531" y="332722"/>
                  </a:cubicBezTo>
                  <a:cubicBezTo>
                    <a:pt x="60654" y="332108"/>
                    <a:pt x="60777" y="331495"/>
                    <a:pt x="60903" y="330862"/>
                  </a:cubicBezTo>
                  <a:cubicBezTo>
                    <a:pt x="61026" y="330248"/>
                    <a:pt x="61149" y="329634"/>
                    <a:pt x="61276" y="329002"/>
                  </a:cubicBezTo>
                  <a:cubicBezTo>
                    <a:pt x="61767" y="328756"/>
                    <a:pt x="62258" y="328511"/>
                    <a:pt x="62764" y="328258"/>
                  </a:cubicBezTo>
                  <a:cubicBezTo>
                    <a:pt x="63132" y="327505"/>
                    <a:pt x="63501" y="326753"/>
                    <a:pt x="63880" y="325979"/>
                  </a:cubicBezTo>
                  <a:cubicBezTo>
                    <a:pt x="64433" y="324897"/>
                    <a:pt x="64433" y="324897"/>
                    <a:pt x="64996" y="323793"/>
                  </a:cubicBezTo>
                  <a:cubicBezTo>
                    <a:pt x="65487" y="323793"/>
                    <a:pt x="65979" y="323793"/>
                    <a:pt x="66485" y="323793"/>
                  </a:cubicBezTo>
                  <a:cubicBezTo>
                    <a:pt x="66739" y="322554"/>
                    <a:pt x="66986" y="321313"/>
                    <a:pt x="67229" y="320072"/>
                  </a:cubicBezTo>
                  <a:cubicBezTo>
                    <a:pt x="67720" y="319826"/>
                    <a:pt x="68211" y="319581"/>
                    <a:pt x="68717" y="319328"/>
                  </a:cubicBezTo>
                  <a:cubicBezTo>
                    <a:pt x="68932" y="318668"/>
                    <a:pt x="69147" y="318008"/>
                    <a:pt x="69368" y="317328"/>
                  </a:cubicBezTo>
                  <a:cubicBezTo>
                    <a:pt x="70282" y="314638"/>
                    <a:pt x="71464" y="312653"/>
                    <a:pt x="73182" y="310398"/>
                  </a:cubicBezTo>
                  <a:cubicBezTo>
                    <a:pt x="73673" y="310398"/>
                    <a:pt x="74164" y="310398"/>
                    <a:pt x="74670" y="310398"/>
                  </a:cubicBezTo>
                  <a:cubicBezTo>
                    <a:pt x="74924" y="309159"/>
                    <a:pt x="75172" y="307919"/>
                    <a:pt x="75414" y="306677"/>
                  </a:cubicBezTo>
                  <a:cubicBezTo>
                    <a:pt x="75905" y="306432"/>
                    <a:pt x="76397" y="306186"/>
                    <a:pt x="76903" y="305933"/>
                  </a:cubicBezTo>
                  <a:cubicBezTo>
                    <a:pt x="77010" y="305458"/>
                    <a:pt x="77117" y="304982"/>
                    <a:pt x="77228" y="304492"/>
                  </a:cubicBezTo>
                  <a:cubicBezTo>
                    <a:pt x="77647" y="302957"/>
                    <a:pt x="77647" y="302957"/>
                    <a:pt x="79879" y="301468"/>
                  </a:cubicBezTo>
                  <a:cubicBezTo>
                    <a:pt x="80140" y="300480"/>
                    <a:pt x="80386" y="299487"/>
                    <a:pt x="80623" y="298492"/>
                  </a:cubicBezTo>
                  <a:cubicBezTo>
                    <a:pt x="81415" y="297207"/>
                    <a:pt x="82257" y="295952"/>
                    <a:pt x="83135" y="294725"/>
                  </a:cubicBezTo>
                  <a:cubicBezTo>
                    <a:pt x="83811" y="293768"/>
                    <a:pt x="83811" y="293768"/>
                    <a:pt x="84501" y="292792"/>
                  </a:cubicBezTo>
                  <a:cubicBezTo>
                    <a:pt x="85617" y="291332"/>
                    <a:pt x="86766" y="290106"/>
                    <a:pt x="88065" y="288818"/>
                  </a:cubicBezTo>
                  <a:cubicBezTo>
                    <a:pt x="88326" y="288281"/>
                    <a:pt x="88586" y="287744"/>
                    <a:pt x="88855" y="287190"/>
                  </a:cubicBezTo>
                  <a:cubicBezTo>
                    <a:pt x="89086" y="286745"/>
                    <a:pt x="89316" y="286300"/>
                    <a:pt x="89553" y="285842"/>
                  </a:cubicBezTo>
                  <a:cubicBezTo>
                    <a:pt x="90044" y="285842"/>
                    <a:pt x="90535" y="285842"/>
                    <a:pt x="91041" y="285842"/>
                  </a:cubicBezTo>
                  <a:cubicBezTo>
                    <a:pt x="91295" y="284603"/>
                    <a:pt x="91543" y="283362"/>
                    <a:pt x="91785" y="282121"/>
                  </a:cubicBezTo>
                  <a:cubicBezTo>
                    <a:pt x="92276" y="281875"/>
                    <a:pt x="92768" y="281630"/>
                    <a:pt x="93274" y="281377"/>
                  </a:cubicBezTo>
                  <a:cubicBezTo>
                    <a:pt x="93412" y="280525"/>
                    <a:pt x="93412" y="280525"/>
                    <a:pt x="93553" y="279656"/>
                  </a:cubicBezTo>
                  <a:cubicBezTo>
                    <a:pt x="94126" y="277191"/>
                    <a:pt x="95058" y="276263"/>
                    <a:pt x="96994" y="274679"/>
                  </a:cubicBezTo>
                  <a:cubicBezTo>
                    <a:pt x="97485" y="274679"/>
                    <a:pt x="97977" y="274679"/>
                    <a:pt x="98483" y="274679"/>
                  </a:cubicBezTo>
                  <a:cubicBezTo>
                    <a:pt x="98713" y="273866"/>
                    <a:pt x="98943" y="273053"/>
                    <a:pt x="99180" y="272214"/>
                  </a:cubicBezTo>
                  <a:cubicBezTo>
                    <a:pt x="99930" y="269613"/>
                    <a:pt x="100195" y="268845"/>
                    <a:pt x="102203" y="267238"/>
                  </a:cubicBezTo>
                  <a:cubicBezTo>
                    <a:pt x="104011" y="265647"/>
                    <a:pt x="104011" y="265647"/>
                    <a:pt x="104808" y="263424"/>
                  </a:cubicBezTo>
                  <a:cubicBezTo>
                    <a:pt x="104931" y="262964"/>
                    <a:pt x="105053" y="262503"/>
                    <a:pt x="105180" y="262029"/>
                  </a:cubicBezTo>
                  <a:cubicBezTo>
                    <a:pt x="105917" y="261783"/>
                    <a:pt x="106653" y="261538"/>
                    <a:pt x="107412" y="261285"/>
                  </a:cubicBezTo>
                  <a:cubicBezTo>
                    <a:pt x="107689" y="260300"/>
                    <a:pt x="107938" y="259307"/>
                    <a:pt x="108156" y="258308"/>
                  </a:cubicBezTo>
                  <a:cubicBezTo>
                    <a:pt x="108648" y="258063"/>
                    <a:pt x="109139" y="257817"/>
                    <a:pt x="109645" y="257564"/>
                  </a:cubicBezTo>
                  <a:cubicBezTo>
                    <a:pt x="109752" y="257073"/>
                    <a:pt x="109860" y="256582"/>
                    <a:pt x="109970" y="256076"/>
                  </a:cubicBezTo>
                  <a:cubicBezTo>
                    <a:pt x="110108" y="255585"/>
                    <a:pt x="110247" y="255094"/>
                    <a:pt x="110389" y="254588"/>
                  </a:cubicBezTo>
                  <a:cubicBezTo>
                    <a:pt x="111126" y="254342"/>
                    <a:pt x="111862" y="254096"/>
                    <a:pt x="112621" y="253843"/>
                  </a:cubicBezTo>
                  <a:cubicBezTo>
                    <a:pt x="112867" y="253107"/>
                    <a:pt x="113112" y="252370"/>
                    <a:pt x="113365" y="251611"/>
                  </a:cubicBezTo>
                  <a:cubicBezTo>
                    <a:pt x="113857" y="251366"/>
                    <a:pt x="114348" y="251120"/>
                    <a:pt x="114854" y="250867"/>
                  </a:cubicBezTo>
                  <a:cubicBezTo>
                    <a:pt x="114969" y="250038"/>
                    <a:pt x="114969" y="250038"/>
                    <a:pt x="115086" y="249193"/>
                  </a:cubicBezTo>
                  <a:cubicBezTo>
                    <a:pt x="115778" y="246426"/>
                    <a:pt x="117182" y="245250"/>
                    <a:pt x="119319" y="243426"/>
                  </a:cubicBezTo>
                  <a:cubicBezTo>
                    <a:pt x="119810" y="243426"/>
                    <a:pt x="120301" y="243426"/>
                    <a:pt x="120807" y="243426"/>
                  </a:cubicBezTo>
                  <a:cubicBezTo>
                    <a:pt x="120930" y="242934"/>
                    <a:pt x="121052" y="242443"/>
                    <a:pt x="121179" y="241937"/>
                  </a:cubicBezTo>
                  <a:cubicBezTo>
                    <a:pt x="121302" y="241446"/>
                    <a:pt x="121424" y="240955"/>
                    <a:pt x="121551" y="240449"/>
                  </a:cubicBezTo>
                  <a:cubicBezTo>
                    <a:pt x="122042" y="240449"/>
                    <a:pt x="122533" y="240449"/>
                    <a:pt x="123039" y="240449"/>
                  </a:cubicBezTo>
                  <a:cubicBezTo>
                    <a:pt x="123285" y="239835"/>
                    <a:pt x="123530" y="239221"/>
                    <a:pt x="123783" y="238589"/>
                  </a:cubicBezTo>
                  <a:cubicBezTo>
                    <a:pt x="124029" y="237975"/>
                    <a:pt x="124274" y="237361"/>
                    <a:pt x="124528" y="236728"/>
                  </a:cubicBezTo>
                  <a:cubicBezTo>
                    <a:pt x="125019" y="236728"/>
                    <a:pt x="125510" y="236728"/>
                    <a:pt x="126016" y="236728"/>
                  </a:cubicBezTo>
                  <a:cubicBezTo>
                    <a:pt x="126271" y="235738"/>
                    <a:pt x="126519" y="234746"/>
                    <a:pt x="126760" y="233752"/>
                  </a:cubicBezTo>
                  <a:cubicBezTo>
                    <a:pt x="127251" y="233506"/>
                    <a:pt x="127742" y="233261"/>
                    <a:pt x="128248" y="233008"/>
                  </a:cubicBezTo>
                  <a:cubicBezTo>
                    <a:pt x="128494" y="232501"/>
                    <a:pt x="128739" y="231995"/>
                    <a:pt x="128992" y="231473"/>
                  </a:cubicBezTo>
                  <a:cubicBezTo>
                    <a:pt x="129238" y="230997"/>
                    <a:pt x="129483" y="230521"/>
                    <a:pt x="129737" y="230031"/>
                  </a:cubicBezTo>
                  <a:cubicBezTo>
                    <a:pt x="130228" y="230031"/>
                    <a:pt x="130719" y="230031"/>
                    <a:pt x="131225" y="230031"/>
                  </a:cubicBezTo>
                  <a:cubicBezTo>
                    <a:pt x="131332" y="229586"/>
                    <a:pt x="131440" y="229141"/>
                    <a:pt x="131550" y="228682"/>
                  </a:cubicBezTo>
                  <a:cubicBezTo>
                    <a:pt x="132049" y="226742"/>
                    <a:pt x="132720" y="226133"/>
                    <a:pt x="134201" y="224822"/>
                  </a:cubicBezTo>
                  <a:cubicBezTo>
                    <a:pt x="135912" y="223243"/>
                    <a:pt x="136413" y="222652"/>
                    <a:pt x="137178" y="220357"/>
                  </a:cubicBezTo>
                  <a:cubicBezTo>
                    <a:pt x="137915" y="219866"/>
                    <a:pt x="138651" y="219375"/>
                    <a:pt x="139410" y="218869"/>
                  </a:cubicBezTo>
                  <a:cubicBezTo>
                    <a:pt x="139656" y="218132"/>
                    <a:pt x="139901" y="217395"/>
                    <a:pt x="140154" y="216636"/>
                  </a:cubicBezTo>
                  <a:cubicBezTo>
                    <a:pt x="141390" y="215392"/>
                    <a:pt x="142631" y="214152"/>
                    <a:pt x="143875" y="212916"/>
                  </a:cubicBezTo>
                  <a:cubicBezTo>
                    <a:pt x="145523" y="210834"/>
                    <a:pt x="147063" y="208669"/>
                    <a:pt x="148591" y="206499"/>
                  </a:cubicBezTo>
                  <a:cubicBezTo>
                    <a:pt x="149529" y="205227"/>
                    <a:pt x="149529" y="205227"/>
                    <a:pt x="151317" y="203242"/>
                  </a:cubicBezTo>
                  <a:cubicBezTo>
                    <a:pt x="152299" y="203242"/>
                    <a:pt x="153281" y="203242"/>
                    <a:pt x="154293" y="203242"/>
                  </a:cubicBezTo>
                  <a:cubicBezTo>
                    <a:pt x="154293" y="202260"/>
                    <a:pt x="154293" y="201277"/>
                    <a:pt x="154293" y="200265"/>
                  </a:cubicBezTo>
                  <a:cubicBezTo>
                    <a:pt x="155030" y="200265"/>
                    <a:pt x="155767" y="200265"/>
                    <a:pt x="156526" y="200265"/>
                  </a:cubicBezTo>
                  <a:cubicBezTo>
                    <a:pt x="156526" y="199038"/>
                    <a:pt x="156526" y="197810"/>
                    <a:pt x="156526" y="196545"/>
                  </a:cubicBezTo>
                  <a:cubicBezTo>
                    <a:pt x="157508" y="196545"/>
                    <a:pt x="158490" y="196545"/>
                    <a:pt x="159502" y="196545"/>
                  </a:cubicBezTo>
                  <a:cubicBezTo>
                    <a:pt x="159502" y="195562"/>
                    <a:pt x="159502" y="194580"/>
                    <a:pt x="159502" y="193568"/>
                  </a:cubicBezTo>
                  <a:cubicBezTo>
                    <a:pt x="160484" y="193568"/>
                    <a:pt x="161467" y="193568"/>
                    <a:pt x="162479" y="193568"/>
                  </a:cubicBezTo>
                  <a:cubicBezTo>
                    <a:pt x="162918" y="192120"/>
                    <a:pt x="162918" y="192120"/>
                    <a:pt x="163223" y="190592"/>
                  </a:cubicBezTo>
                  <a:cubicBezTo>
                    <a:pt x="163960" y="190346"/>
                    <a:pt x="164696" y="190100"/>
                    <a:pt x="165455" y="189847"/>
                  </a:cubicBezTo>
                  <a:cubicBezTo>
                    <a:pt x="165732" y="188863"/>
                    <a:pt x="165981" y="187870"/>
                    <a:pt x="166199" y="186871"/>
                  </a:cubicBezTo>
                  <a:cubicBezTo>
                    <a:pt x="166691" y="186625"/>
                    <a:pt x="167182" y="186380"/>
                    <a:pt x="167688" y="186127"/>
                  </a:cubicBezTo>
                  <a:cubicBezTo>
                    <a:pt x="167903" y="185651"/>
                    <a:pt x="168117" y="185175"/>
                    <a:pt x="168339" y="184685"/>
                  </a:cubicBezTo>
                  <a:cubicBezTo>
                    <a:pt x="169176" y="183150"/>
                    <a:pt x="169176" y="183150"/>
                    <a:pt x="170571" y="182546"/>
                  </a:cubicBezTo>
                  <a:cubicBezTo>
                    <a:pt x="172402" y="181522"/>
                    <a:pt x="172698" y="180838"/>
                    <a:pt x="173641" y="179011"/>
                  </a:cubicBezTo>
                  <a:cubicBezTo>
                    <a:pt x="175129" y="176453"/>
                    <a:pt x="175129" y="176453"/>
                    <a:pt x="176757" y="175895"/>
                  </a:cubicBezTo>
                  <a:cubicBezTo>
                    <a:pt x="177202" y="175833"/>
                    <a:pt x="177647" y="175772"/>
                    <a:pt x="178106" y="175709"/>
                  </a:cubicBezTo>
                  <a:cubicBezTo>
                    <a:pt x="178351" y="174972"/>
                    <a:pt x="178597" y="174235"/>
                    <a:pt x="178850" y="173476"/>
                  </a:cubicBezTo>
                  <a:cubicBezTo>
                    <a:pt x="179586" y="173315"/>
                    <a:pt x="179586" y="173315"/>
                    <a:pt x="180338" y="173151"/>
                  </a:cubicBezTo>
                  <a:cubicBezTo>
                    <a:pt x="180829" y="173013"/>
                    <a:pt x="181320" y="172874"/>
                    <a:pt x="181826" y="172732"/>
                  </a:cubicBezTo>
                  <a:cubicBezTo>
                    <a:pt x="182319" y="171258"/>
                    <a:pt x="182319" y="171258"/>
                    <a:pt x="182570" y="169756"/>
                  </a:cubicBezTo>
                  <a:cubicBezTo>
                    <a:pt x="183062" y="169510"/>
                    <a:pt x="183553" y="169264"/>
                    <a:pt x="184059" y="169011"/>
                  </a:cubicBezTo>
                  <a:cubicBezTo>
                    <a:pt x="184274" y="168520"/>
                    <a:pt x="184489" y="168029"/>
                    <a:pt x="184710" y="167523"/>
                  </a:cubicBezTo>
                  <a:cubicBezTo>
                    <a:pt x="185124" y="166786"/>
                    <a:pt x="185124" y="166786"/>
                    <a:pt x="185547" y="166035"/>
                  </a:cubicBezTo>
                  <a:cubicBezTo>
                    <a:pt x="186054" y="165912"/>
                    <a:pt x="186560" y="165789"/>
                    <a:pt x="187082" y="165663"/>
                  </a:cubicBezTo>
                  <a:cubicBezTo>
                    <a:pt x="187558" y="165540"/>
                    <a:pt x="188033" y="165417"/>
                    <a:pt x="188524" y="165291"/>
                  </a:cubicBezTo>
                  <a:cubicBezTo>
                    <a:pt x="188646" y="164784"/>
                    <a:pt x="188769" y="164278"/>
                    <a:pt x="188896" y="163756"/>
                  </a:cubicBezTo>
                  <a:cubicBezTo>
                    <a:pt x="189018" y="163280"/>
                    <a:pt x="189141" y="162804"/>
                    <a:pt x="189268" y="162314"/>
                  </a:cubicBezTo>
                  <a:cubicBezTo>
                    <a:pt x="190250" y="162314"/>
                    <a:pt x="191232" y="162314"/>
                    <a:pt x="192244" y="162314"/>
                  </a:cubicBezTo>
                  <a:cubicBezTo>
                    <a:pt x="192244" y="161332"/>
                    <a:pt x="192244" y="160350"/>
                    <a:pt x="192244" y="159338"/>
                  </a:cubicBezTo>
                  <a:cubicBezTo>
                    <a:pt x="193227" y="159338"/>
                    <a:pt x="194209" y="159338"/>
                    <a:pt x="195221" y="159338"/>
                  </a:cubicBezTo>
                  <a:cubicBezTo>
                    <a:pt x="196091" y="157534"/>
                    <a:pt x="196091" y="157534"/>
                    <a:pt x="196709" y="155617"/>
                  </a:cubicBezTo>
                  <a:cubicBezTo>
                    <a:pt x="197200" y="155371"/>
                    <a:pt x="197691" y="155126"/>
                    <a:pt x="198197" y="154873"/>
                  </a:cubicBezTo>
                  <a:cubicBezTo>
                    <a:pt x="198443" y="154136"/>
                    <a:pt x="198689" y="153399"/>
                    <a:pt x="198942" y="152640"/>
                  </a:cubicBezTo>
                  <a:cubicBezTo>
                    <a:pt x="199571" y="152533"/>
                    <a:pt x="200200" y="152425"/>
                    <a:pt x="200848" y="152315"/>
                  </a:cubicBezTo>
                  <a:cubicBezTo>
                    <a:pt x="201447" y="152177"/>
                    <a:pt x="202046" y="152039"/>
                    <a:pt x="202662" y="151896"/>
                  </a:cubicBezTo>
                  <a:cubicBezTo>
                    <a:pt x="202662" y="150914"/>
                    <a:pt x="202662" y="149932"/>
                    <a:pt x="202662" y="148920"/>
                  </a:cubicBezTo>
                  <a:cubicBezTo>
                    <a:pt x="203261" y="148981"/>
                    <a:pt x="203859" y="149042"/>
                    <a:pt x="204476" y="149106"/>
                  </a:cubicBezTo>
                  <a:cubicBezTo>
                    <a:pt x="205105" y="149044"/>
                    <a:pt x="205735" y="148983"/>
                    <a:pt x="206383" y="148920"/>
                  </a:cubicBezTo>
                  <a:cubicBezTo>
                    <a:pt x="206890" y="147512"/>
                    <a:pt x="206890" y="147512"/>
                    <a:pt x="207127" y="145943"/>
                  </a:cubicBezTo>
                  <a:cubicBezTo>
                    <a:pt x="208232" y="145206"/>
                    <a:pt x="208232" y="145206"/>
                    <a:pt x="209360" y="144455"/>
                  </a:cubicBezTo>
                  <a:cubicBezTo>
                    <a:pt x="209605" y="143718"/>
                    <a:pt x="209851" y="142981"/>
                    <a:pt x="210104" y="142222"/>
                  </a:cubicBezTo>
                  <a:cubicBezTo>
                    <a:pt x="211344" y="141726"/>
                    <a:pt x="212584" y="141230"/>
                    <a:pt x="213824" y="140734"/>
                  </a:cubicBezTo>
                  <a:cubicBezTo>
                    <a:pt x="214070" y="139997"/>
                    <a:pt x="214316" y="139261"/>
                    <a:pt x="214569" y="138502"/>
                  </a:cubicBezTo>
                  <a:cubicBezTo>
                    <a:pt x="215551" y="138502"/>
                    <a:pt x="216533" y="138502"/>
                    <a:pt x="217545" y="138502"/>
                  </a:cubicBezTo>
                  <a:cubicBezTo>
                    <a:pt x="217653" y="138026"/>
                    <a:pt x="217760" y="137550"/>
                    <a:pt x="217871" y="137060"/>
                  </a:cubicBezTo>
                  <a:cubicBezTo>
                    <a:pt x="218009" y="136553"/>
                    <a:pt x="218147" y="136047"/>
                    <a:pt x="218289" y="135525"/>
                  </a:cubicBezTo>
                  <a:cubicBezTo>
                    <a:pt x="218918" y="135402"/>
                    <a:pt x="219548" y="135280"/>
                    <a:pt x="220196" y="135153"/>
                  </a:cubicBezTo>
                  <a:cubicBezTo>
                    <a:pt x="220795" y="135030"/>
                    <a:pt x="221393" y="134908"/>
                    <a:pt x="222010" y="134781"/>
                  </a:cubicBezTo>
                  <a:cubicBezTo>
                    <a:pt x="222010" y="133799"/>
                    <a:pt x="222010" y="132816"/>
                    <a:pt x="222010" y="131804"/>
                  </a:cubicBezTo>
                  <a:cubicBezTo>
                    <a:pt x="223452" y="131386"/>
                    <a:pt x="223452" y="131386"/>
                    <a:pt x="224987" y="131060"/>
                  </a:cubicBezTo>
                  <a:cubicBezTo>
                    <a:pt x="225232" y="130324"/>
                    <a:pt x="225478" y="129587"/>
                    <a:pt x="225731" y="128828"/>
                  </a:cubicBezTo>
                  <a:cubicBezTo>
                    <a:pt x="226971" y="128332"/>
                    <a:pt x="228211" y="127836"/>
                    <a:pt x="229451" y="127340"/>
                  </a:cubicBezTo>
                  <a:cubicBezTo>
                    <a:pt x="229697" y="126603"/>
                    <a:pt x="229942" y="125866"/>
                    <a:pt x="230195" y="125107"/>
                  </a:cubicBezTo>
                  <a:cubicBezTo>
                    <a:pt x="231436" y="124611"/>
                    <a:pt x="232676" y="124115"/>
                    <a:pt x="233916" y="123619"/>
                  </a:cubicBezTo>
                  <a:cubicBezTo>
                    <a:pt x="234162" y="122882"/>
                    <a:pt x="234407" y="122145"/>
                    <a:pt x="234660" y="121386"/>
                  </a:cubicBezTo>
                  <a:cubicBezTo>
                    <a:pt x="235901" y="121138"/>
                    <a:pt x="237141" y="120890"/>
                    <a:pt x="238381" y="120642"/>
                  </a:cubicBezTo>
                  <a:cubicBezTo>
                    <a:pt x="238627" y="119906"/>
                    <a:pt x="238872" y="119169"/>
                    <a:pt x="239125" y="118410"/>
                  </a:cubicBezTo>
                  <a:cubicBezTo>
                    <a:pt x="240117" y="117914"/>
                    <a:pt x="241110" y="117418"/>
                    <a:pt x="242102" y="116922"/>
                  </a:cubicBezTo>
                  <a:cubicBezTo>
                    <a:pt x="242347" y="116185"/>
                    <a:pt x="242593" y="115448"/>
                    <a:pt x="242846" y="114689"/>
                  </a:cubicBezTo>
                  <a:cubicBezTo>
                    <a:pt x="243583" y="114720"/>
                    <a:pt x="244319" y="114751"/>
                    <a:pt x="245078" y="114782"/>
                  </a:cubicBezTo>
                  <a:cubicBezTo>
                    <a:pt x="245815" y="114752"/>
                    <a:pt x="246552" y="114721"/>
                    <a:pt x="247311" y="114689"/>
                  </a:cubicBezTo>
                  <a:cubicBezTo>
                    <a:pt x="247434" y="114075"/>
                    <a:pt x="247556" y="113461"/>
                    <a:pt x="247683" y="112829"/>
                  </a:cubicBezTo>
                  <a:cubicBezTo>
                    <a:pt x="247806" y="112215"/>
                    <a:pt x="247928" y="111601"/>
                    <a:pt x="248055" y="110969"/>
                  </a:cubicBezTo>
                  <a:cubicBezTo>
                    <a:pt x="250334" y="110736"/>
                    <a:pt x="250334" y="110736"/>
                    <a:pt x="252520" y="110969"/>
                  </a:cubicBezTo>
                  <a:cubicBezTo>
                    <a:pt x="252520" y="109986"/>
                    <a:pt x="252520" y="109004"/>
                    <a:pt x="252520" y="107992"/>
                  </a:cubicBezTo>
                  <a:cubicBezTo>
                    <a:pt x="253510" y="107736"/>
                    <a:pt x="254502" y="107489"/>
                    <a:pt x="255496" y="107248"/>
                  </a:cubicBezTo>
                  <a:cubicBezTo>
                    <a:pt x="255588" y="106757"/>
                    <a:pt x="255680" y="106266"/>
                    <a:pt x="255775" y="105760"/>
                  </a:cubicBezTo>
                  <a:cubicBezTo>
                    <a:pt x="256006" y="105023"/>
                    <a:pt x="256006" y="105023"/>
                    <a:pt x="256240" y="104271"/>
                  </a:cubicBezTo>
                  <a:cubicBezTo>
                    <a:pt x="257723" y="103993"/>
                    <a:pt x="259212" y="103745"/>
                    <a:pt x="260705" y="103527"/>
                  </a:cubicBezTo>
                  <a:cubicBezTo>
                    <a:pt x="260951" y="102790"/>
                    <a:pt x="261196" y="102054"/>
                    <a:pt x="261449" y="101295"/>
                  </a:cubicBezTo>
                  <a:cubicBezTo>
                    <a:pt x="262554" y="101134"/>
                    <a:pt x="262554" y="101134"/>
                    <a:pt x="263682" y="100969"/>
                  </a:cubicBezTo>
                  <a:cubicBezTo>
                    <a:pt x="264419" y="100831"/>
                    <a:pt x="265155" y="100693"/>
                    <a:pt x="265914" y="100551"/>
                  </a:cubicBezTo>
                  <a:cubicBezTo>
                    <a:pt x="266037" y="100059"/>
                    <a:pt x="266160" y="99568"/>
                    <a:pt x="266286" y="99062"/>
                  </a:cubicBezTo>
                  <a:cubicBezTo>
                    <a:pt x="266409" y="98571"/>
                    <a:pt x="266532" y="98080"/>
                    <a:pt x="266658" y="97574"/>
                  </a:cubicBezTo>
                  <a:cubicBezTo>
                    <a:pt x="268141" y="97296"/>
                    <a:pt x="269630" y="97048"/>
                    <a:pt x="271123" y="96830"/>
                  </a:cubicBezTo>
                  <a:cubicBezTo>
                    <a:pt x="271369" y="96093"/>
                    <a:pt x="271614" y="95356"/>
                    <a:pt x="271867" y="94597"/>
                  </a:cubicBezTo>
                  <a:cubicBezTo>
                    <a:pt x="274146" y="94086"/>
                    <a:pt x="274146" y="94086"/>
                    <a:pt x="276332" y="93853"/>
                  </a:cubicBezTo>
                  <a:cubicBezTo>
                    <a:pt x="276332" y="92871"/>
                    <a:pt x="276332" y="91889"/>
                    <a:pt x="276332" y="90877"/>
                  </a:cubicBezTo>
                  <a:cubicBezTo>
                    <a:pt x="278297" y="90631"/>
                    <a:pt x="280261" y="90386"/>
                    <a:pt x="282285" y="90133"/>
                  </a:cubicBezTo>
                  <a:cubicBezTo>
                    <a:pt x="282285" y="89150"/>
                    <a:pt x="282285" y="88168"/>
                    <a:pt x="282285" y="87156"/>
                  </a:cubicBezTo>
                  <a:cubicBezTo>
                    <a:pt x="283007" y="87079"/>
                    <a:pt x="283728" y="87003"/>
                    <a:pt x="284471" y="86923"/>
                  </a:cubicBezTo>
                  <a:cubicBezTo>
                    <a:pt x="285223" y="86755"/>
                    <a:pt x="285975" y="86586"/>
                    <a:pt x="286750" y="86412"/>
                  </a:cubicBezTo>
                  <a:cubicBezTo>
                    <a:pt x="286996" y="85675"/>
                    <a:pt x="287241" y="84938"/>
                    <a:pt x="287494" y="84179"/>
                  </a:cubicBezTo>
                  <a:cubicBezTo>
                    <a:pt x="289231" y="83683"/>
                    <a:pt x="290967" y="83187"/>
                    <a:pt x="292703" y="82691"/>
                  </a:cubicBezTo>
                  <a:cubicBezTo>
                    <a:pt x="292949" y="81954"/>
                    <a:pt x="293194" y="81218"/>
                    <a:pt x="293447" y="80459"/>
                  </a:cubicBezTo>
                  <a:cubicBezTo>
                    <a:pt x="294714" y="80298"/>
                    <a:pt x="294714" y="80298"/>
                    <a:pt x="296005" y="80133"/>
                  </a:cubicBezTo>
                  <a:cubicBezTo>
                    <a:pt x="296880" y="79995"/>
                    <a:pt x="297755" y="79857"/>
                    <a:pt x="298656" y="79715"/>
                  </a:cubicBezTo>
                  <a:cubicBezTo>
                    <a:pt x="299164" y="78728"/>
                    <a:pt x="299662" y="77737"/>
                    <a:pt x="300145" y="76738"/>
                  </a:cubicBezTo>
                  <a:cubicBezTo>
                    <a:pt x="302470" y="76552"/>
                    <a:pt x="302470" y="76552"/>
                    <a:pt x="304610" y="76738"/>
                  </a:cubicBezTo>
                  <a:cubicBezTo>
                    <a:pt x="304610" y="75756"/>
                    <a:pt x="304610" y="74774"/>
                    <a:pt x="304610" y="73761"/>
                  </a:cubicBezTo>
                  <a:cubicBezTo>
                    <a:pt x="305454" y="73700"/>
                    <a:pt x="306298" y="73639"/>
                    <a:pt x="307168" y="73575"/>
                  </a:cubicBezTo>
                  <a:cubicBezTo>
                    <a:pt x="308042" y="73391"/>
                    <a:pt x="308917" y="73207"/>
                    <a:pt x="309819" y="73017"/>
                  </a:cubicBezTo>
                  <a:cubicBezTo>
                    <a:pt x="309927" y="72523"/>
                    <a:pt x="310035" y="72029"/>
                    <a:pt x="310147" y="71520"/>
                  </a:cubicBezTo>
                  <a:cubicBezTo>
                    <a:pt x="310353" y="70788"/>
                    <a:pt x="310353" y="70788"/>
                    <a:pt x="310563" y="70041"/>
                  </a:cubicBezTo>
                  <a:cubicBezTo>
                    <a:pt x="312074" y="69666"/>
                    <a:pt x="312074" y="69666"/>
                    <a:pt x="313911" y="69622"/>
                  </a:cubicBezTo>
                  <a:cubicBezTo>
                    <a:pt x="315703" y="69621"/>
                    <a:pt x="315703" y="69621"/>
                    <a:pt x="317260" y="69297"/>
                  </a:cubicBezTo>
                  <a:cubicBezTo>
                    <a:pt x="317506" y="68560"/>
                    <a:pt x="317751" y="67823"/>
                    <a:pt x="318004" y="67064"/>
                  </a:cubicBezTo>
                  <a:cubicBezTo>
                    <a:pt x="319379" y="66683"/>
                    <a:pt x="319379" y="66683"/>
                    <a:pt x="321027" y="66553"/>
                  </a:cubicBezTo>
                  <a:cubicBezTo>
                    <a:pt x="321994" y="66476"/>
                    <a:pt x="322961" y="66399"/>
                    <a:pt x="323957" y="66320"/>
                  </a:cubicBezTo>
                  <a:cubicBezTo>
                    <a:pt x="323957" y="65338"/>
                    <a:pt x="323957" y="64356"/>
                    <a:pt x="323957" y="63344"/>
                  </a:cubicBezTo>
                  <a:cubicBezTo>
                    <a:pt x="324924" y="63420"/>
                    <a:pt x="325891" y="63497"/>
                    <a:pt x="326887" y="63576"/>
                  </a:cubicBezTo>
                  <a:cubicBezTo>
                    <a:pt x="328516" y="63643"/>
                    <a:pt x="328516" y="63643"/>
                    <a:pt x="329910" y="63344"/>
                  </a:cubicBezTo>
                  <a:cubicBezTo>
                    <a:pt x="330018" y="62730"/>
                    <a:pt x="330125" y="62116"/>
                    <a:pt x="330236" y="61483"/>
                  </a:cubicBezTo>
                  <a:cubicBezTo>
                    <a:pt x="330374" y="60869"/>
                    <a:pt x="330512" y="60255"/>
                    <a:pt x="330654" y="59623"/>
                  </a:cubicBezTo>
                  <a:cubicBezTo>
                    <a:pt x="332906" y="59256"/>
                    <a:pt x="335088" y="59417"/>
                    <a:pt x="337352" y="59623"/>
                  </a:cubicBezTo>
                  <a:cubicBezTo>
                    <a:pt x="337352" y="58641"/>
                    <a:pt x="337352" y="57658"/>
                    <a:pt x="337352" y="56646"/>
                  </a:cubicBezTo>
                  <a:cubicBezTo>
                    <a:pt x="338980" y="56108"/>
                    <a:pt x="338980" y="56108"/>
                    <a:pt x="341072" y="55856"/>
                  </a:cubicBezTo>
                  <a:cubicBezTo>
                    <a:pt x="343105" y="55654"/>
                    <a:pt x="343105" y="55654"/>
                    <a:pt x="344793" y="55158"/>
                  </a:cubicBezTo>
                  <a:cubicBezTo>
                    <a:pt x="344793" y="54421"/>
                    <a:pt x="344793" y="53685"/>
                    <a:pt x="344793" y="52926"/>
                  </a:cubicBezTo>
                  <a:cubicBezTo>
                    <a:pt x="345268" y="52960"/>
                    <a:pt x="345743" y="52995"/>
                    <a:pt x="346232" y="53030"/>
                  </a:cubicBezTo>
                  <a:cubicBezTo>
                    <a:pt x="346847" y="53057"/>
                    <a:pt x="347462" y="53084"/>
                    <a:pt x="348095" y="53112"/>
                  </a:cubicBezTo>
                  <a:cubicBezTo>
                    <a:pt x="348708" y="53146"/>
                    <a:pt x="349321" y="53181"/>
                    <a:pt x="349953" y="53216"/>
                  </a:cubicBezTo>
                  <a:cubicBezTo>
                    <a:pt x="350460" y="53120"/>
                    <a:pt x="350968" y="53024"/>
                    <a:pt x="351490" y="52926"/>
                  </a:cubicBezTo>
                  <a:cubicBezTo>
                    <a:pt x="351744" y="51935"/>
                    <a:pt x="351992" y="50943"/>
                    <a:pt x="352235" y="49949"/>
                  </a:cubicBezTo>
                  <a:cubicBezTo>
                    <a:pt x="353720" y="49600"/>
                    <a:pt x="353720" y="49600"/>
                    <a:pt x="355537" y="49577"/>
                  </a:cubicBezTo>
                  <a:cubicBezTo>
                    <a:pt x="357323" y="49615"/>
                    <a:pt x="357323" y="49615"/>
                    <a:pt x="358932" y="49205"/>
                  </a:cubicBezTo>
                  <a:cubicBezTo>
                    <a:pt x="359429" y="48213"/>
                    <a:pt x="359926" y="47221"/>
                    <a:pt x="360420" y="46228"/>
                  </a:cubicBezTo>
                  <a:cubicBezTo>
                    <a:pt x="362166" y="45837"/>
                    <a:pt x="363773" y="45856"/>
                    <a:pt x="365559" y="45833"/>
                  </a:cubicBezTo>
                  <a:cubicBezTo>
                    <a:pt x="366073" y="45718"/>
                    <a:pt x="366588" y="45603"/>
                    <a:pt x="367117" y="45484"/>
                  </a:cubicBezTo>
                  <a:cubicBezTo>
                    <a:pt x="367362" y="44994"/>
                    <a:pt x="367607" y="44504"/>
                    <a:pt x="367859" y="43999"/>
                  </a:cubicBezTo>
                  <a:cubicBezTo>
                    <a:pt x="368105" y="43507"/>
                    <a:pt x="368352" y="43015"/>
                    <a:pt x="368606" y="42508"/>
                  </a:cubicBezTo>
                  <a:cubicBezTo>
                    <a:pt x="370190" y="42133"/>
                    <a:pt x="370190" y="42133"/>
                    <a:pt x="372001" y="42089"/>
                  </a:cubicBezTo>
                  <a:cubicBezTo>
                    <a:pt x="373771" y="42088"/>
                    <a:pt x="373771" y="42088"/>
                    <a:pt x="375303" y="41763"/>
                  </a:cubicBezTo>
                  <a:cubicBezTo>
                    <a:pt x="375548" y="41027"/>
                    <a:pt x="375794" y="40290"/>
                    <a:pt x="376047" y="39531"/>
                  </a:cubicBezTo>
                  <a:cubicBezTo>
                    <a:pt x="377910" y="39313"/>
                    <a:pt x="377910" y="39313"/>
                    <a:pt x="380186" y="39391"/>
                  </a:cubicBezTo>
                  <a:cubicBezTo>
                    <a:pt x="380939" y="39412"/>
                    <a:pt x="381692" y="39432"/>
                    <a:pt x="382468" y="39453"/>
                  </a:cubicBezTo>
                  <a:cubicBezTo>
                    <a:pt x="383050" y="39478"/>
                    <a:pt x="383633" y="39504"/>
                    <a:pt x="384233" y="39531"/>
                  </a:cubicBezTo>
                  <a:cubicBezTo>
                    <a:pt x="384233" y="38303"/>
                    <a:pt x="384233" y="37075"/>
                    <a:pt x="384233" y="35810"/>
                  </a:cubicBezTo>
                  <a:cubicBezTo>
                    <a:pt x="387179" y="35810"/>
                    <a:pt x="390126" y="35810"/>
                    <a:pt x="393162" y="35810"/>
                  </a:cubicBezTo>
                  <a:cubicBezTo>
                    <a:pt x="393162" y="34828"/>
                    <a:pt x="393162" y="33846"/>
                    <a:pt x="393162" y="32834"/>
                  </a:cubicBezTo>
                  <a:cubicBezTo>
                    <a:pt x="393682" y="32789"/>
                    <a:pt x="394202" y="32744"/>
                    <a:pt x="394738" y="32697"/>
                  </a:cubicBezTo>
                  <a:cubicBezTo>
                    <a:pt x="395415" y="32635"/>
                    <a:pt x="396092" y="32572"/>
                    <a:pt x="396790" y="32508"/>
                  </a:cubicBezTo>
                  <a:cubicBezTo>
                    <a:pt x="397463" y="32448"/>
                    <a:pt x="398137" y="32387"/>
                    <a:pt x="398831" y="32325"/>
                  </a:cubicBezTo>
                  <a:cubicBezTo>
                    <a:pt x="400612" y="32186"/>
                    <a:pt x="400612" y="32186"/>
                    <a:pt x="402092" y="31345"/>
                  </a:cubicBezTo>
                  <a:cubicBezTo>
                    <a:pt x="402092" y="30609"/>
                    <a:pt x="402092" y="29872"/>
                    <a:pt x="402092" y="29113"/>
                  </a:cubicBezTo>
                  <a:cubicBezTo>
                    <a:pt x="405284" y="29113"/>
                    <a:pt x="408477" y="29113"/>
                    <a:pt x="411766" y="29113"/>
                  </a:cubicBezTo>
                  <a:cubicBezTo>
                    <a:pt x="411766" y="28131"/>
                    <a:pt x="411766" y="27149"/>
                    <a:pt x="411766" y="26136"/>
                  </a:cubicBezTo>
                  <a:cubicBezTo>
                    <a:pt x="412549" y="26029"/>
                    <a:pt x="413331" y="25922"/>
                    <a:pt x="414138" y="25811"/>
                  </a:cubicBezTo>
                  <a:cubicBezTo>
                    <a:pt x="415074" y="25673"/>
                    <a:pt x="416010" y="25535"/>
                    <a:pt x="416975" y="25392"/>
                  </a:cubicBezTo>
                  <a:cubicBezTo>
                    <a:pt x="418034" y="25254"/>
                    <a:pt x="418034" y="25254"/>
                    <a:pt x="419114" y="25113"/>
                  </a:cubicBezTo>
                  <a:cubicBezTo>
                    <a:pt x="419636" y="24960"/>
                    <a:pt x="420158" y="24806"/>
                    <a:pt x="420695" y="24648"/>
                  </a:cubicBezTo>
                  <a:cubicBezTo>
                    <a:pt x="420941" y="23912"/>
                    <a:pt x="421187" y="23175"/>
                    <a:pt x="421440" y="22416"/>
                  </a:cubicBezTo>
                  <a:cubicBezTo>
                    <a:pt x="423952" y="22095"/>
                    <a:pt x="426419" y="22088"/>
                    <a:pt x="428951" y="22047"/>
                  </a:cubicBezTo>
                  <a:cubicBezTo>
                    <a:pt x="429664" y="21923"/>
                    <a:pt x="430378" y="21799"/>
                    <a:pt x="431113" y="21672"/>
                  </a:cubicBezTo>
                  <a:cubicBezTo>
                    <a:pt x="431236" y="21181"/>
                    <a:pt x="431359" y="20689"/>
                    <a:pt x="431486" y="20183"/>
                  </a:cubicBezTo>
                  <a:cubicBezTo>
                    <a:pt x="431608" y="19692"/>
                    <a:pt x="431731" y="19201"/>
                    <a:pt x="431858" y="18695"/>
                  </a:cubicBezTo>
                  <a:cubicBezTo>
                    <a:pt x="434020" y="18320"/>
                    <a:pt x="434020" y="18320"/>
                    <a:pt x="436695" y="18276"/>
                  </a:cubicBezTo>
                  <a:cubicBezTo>
                    <a:pt x="439290" y="18277"/>
                    <a:pt x="439290" y="18277"/>
                    <a:pt x="441531" y="17951"/>
                  </a:cubicBezTo>
                  <a:cubicBezTo>
                    <a:pt x="441777" y="17214"/>
                    <a:pt x="442023" y="16478"/>
                    <a:pt x="442276" y="15719"/>
                  </a:cubicBezTo>
                  <a:cubicBezTo>
                    <a:pt x="444981" y="15397"/>
                    <a:pt x="447645" y="15391"/>
                    <a:pt x="450368" y="15349"/>
                  </a:cubicBezTo>
                  <a:cubicBezTo>
                    <a:pt x="451519" y="15164"/>
                    <a:pt x="451519" y="15164"/>
                    <a:pt x="452694" y="14974"/>
                  </a:cubicBezTo>
                  <a:cubicBezTo>
                    <a:pt x="452853" y="14242"/>
                    <a:pt x="452853" y="14242"/>
                    <a:pt x="453016" y="13495"/>
                  </a:cubicBezTo>
                  <a:cubicBezTo>
                    <a:pt x="453225" y="12754"/>
                    <a:pt x="453225" y="12754"/>
                    <a:pt x="453438" y="11998"/>
                  </a:cubicBezTo>
                  <a:cubicBezTo>
                    <a:pt x="455525" y="11644"/>
                    <a:pt x="457341" y="11479"/>
                    <a:pt x="459437" y="11440"/>
                  </a:cubicBezTo>
                  <a:cubicBezTo>
                    <a:pt x="460002" y="11418"/>
                    <a:pt x="460566" y="11396"/>
                    <a:pt x="461148" y="11373"/>
                  </a:cubicBezTo>
                  <a:cubicBezTo>
                    <a:pt x="462546" y="11320"/>
                    <a:pt x="463945" y="11285"/>
                    <a:pt x="465344" y="11254"/>
                  </a:cubicBezTo>
                  <a:cubicBezTo>
                    <a:pt x="465344" y="10517"/>
                    <a:pt x="465344" y="9780"/>
                    <a:pt x="465344" y="9021"/>
                  </a:cubicBezTo>
                  <a:cubicBezTo>
                    <a:pt x="466132" y="8976"/>
                    <a:pt x="466921" y="8931"/>
                    <a:pt x="467733" y="8885"/>
                  </a:cubicBezTo>
                  <a:cubicBezTo>
                    <a:pt x="468766" y="8822"/>
                    <a:pt x="469799" y="8759"/>
                    <a:pt x="470832" y="8696"/>
                  </a:cubicBezTo>
                  <a:cubicBezTo>
                    <a:pt x="471352" y="8666"/>
                    <a:pt x="471872" y="8637"/>
                    <a:pt x="472407" y="8607"/>
                  </a:cubicBezTo>
                  <a:cubicBezTo>
                    <a:pt x="475296" y="8469"/>
                    <a:pt x="475296" y="8469"/>
                    <a:pt x="477994" y="7533"/>
                  </a:cubicBezTo>
                  <a:cubicBezTo>
                    <a:pt x="478240" y="6796"/>
                    <a:pt x="478485" y="6060"/>
                    <a:pt x="478738" y="5301"/>
                  </a:cubicBezTo>
                  <a:cubicBezTo>
                    <a:pt x="480177" y="5026"/>
                    <a:pt x="480177" y="5026"/>
                    <a:pt x="482041" y="5024"/>
                  </a:cubicBezTo>
                  <a:cubicBezTo>
                    <a:pt x="483039" y="5005"/>
                    <a:pt x="483039" y="5005"/>
                    <a:pt x="484058" y="4985"/>
                  </a:cubicBezTo>
                  <a:cubicBezTo>
                    <a:pt x="485473" y="4978"/>
                    <a:pt x="486887" y="4975"/>
                    <a:pt x="488302" y="4974"/>
                  </a:cubicBezTo>
                  <a:cubicBezTo>
                    <a:pt x="488968" y="4960"/>
                    <a:pt x="489633" y="4946"/>
                    <a:pt x="490319" y="4931"/>
                  </a:cubicBezTo>
                  <a:cubicBezTo>
                    <a:pt x="491241" y="4929"/>
                    <a:pt x="491241" y="4929"/>
                    <a:pt x="492182" y="4927"/>
                  </a:cubicBezTo>
                  <a:cubicBezTo>
                    <a:pt x="492657" y="4805"/>
                    <a:pt x="493132" y="4682"/>
                    <a:pt x="493621" y="4556"/>
                  </a:cubicBezTo>
                  <a:cubicBezTo>
                    <a:pt x="493727" y="4064"/>
                    <a:pt x="493832" y="3571"/>
                    <a:pt x="493941" y="3063"/>
                  </a:cubicBezTo>
                  <a:cubicBezTo>
                    <a:pt x="494081" y="2573"/>
                    <a:pt x="494221" y="2084"/>
                    <a:pt x="494365" y="1580"/>
                  </a:cubicBezTo>
                  <a:cubicBezTo>
                    <a:pt x="496158" y="1242"/>
                    <a:pt x="496158" y="1242"/>
                    <a:pt x="498508" y="1289"/>
                  </a:cubicBezTo>
                  <a:cubicBezTo>
                    <a:pt x="499345" y="1299"/>
                    <a:pt x="500181" y="1308"/>
                    <a:pt x="501044" y="1318"/>
                  </a:cubicBezTo>
                  <a:cubicBezTo>
                    <a:pt x="501925" y="1343"/>
                    <a:pt x="502806" y="1368"/>
                    <a:pt x="503714" y="1394"/>
                  </a:cubicBezTo>
                  <a:cubicBezTo>
                    <a:pt x="505040" y="1414"/>
                    <a:pt x="505040" y="1414"/>
                    <a:pt x="506392" y="1435"/>
                  </a:cubicBezTo>
                  <a:cubicBezTo>
                    <a:pt x="508585" y="1470"/>
                    <a:pt x="510777" y="1519"/>
                    <a:pt x="512969" y="1580"/>
                  </a:cubicBezTo>
                  <a:cubicBezTo>
                    <a:pt x="512969" y="1089"/>
                    <a:pt x="512969" y="598"/>
                    <a:pt x="512969" y="92"/>
                  </a:cubicBezTo>
                  <a:close/>
                </a:path>
              </a:pathLst>
            </a:custGeom>
            <a:grpFill/>
            <a:ln w="744" cap="flat">
              <a:noFill/>
              <a:prstDash val="solid"/>
              <a:miter/>
            </a:ln>
          </p:spPr>
          <p:txBody>
            <a:bodyPr rtlCol="0" anchor="ctr"/>
            <a:lstStyle/>
            <a:p>
              <a:endParaRPr lang="zh-CN" altLang="en-US"/>
            </a:p>
          </p:txBody>
        </p:sp>
        <p:sp>
          <p:nvSpPr>
            <p:cNvPr id="90" name="任意多边形: 形状 89"/>
            <p:cNvSpPr/>
            <p:nvPr/>
          </p:nvSpPr>
          <p:spPr>
            <a:xfrm>
              <a:off x="10595562" y="624325"/>
              <a:ext cx="279567" cy="539886"/>
            </a:xfrm>
            <a:custGeom>
              <a:avLst/>
              <a:gdLst>
                <a:gd name="connsiteX0" fmla="*/ 174025 w 279567"/>
                <a:gd name="connsiteY0" fmla="*/ 173539 h 539886"/>
                <a:gd name="connsiteX1" fmla="*/ 171250 w 279567"/>
                <a:gd name="connsiteY1" fmla="*/ 173580 h 539886"/>
                <a:gd name="connsiteX2" fmla="*/ 162081 w 279567"/>
                <a:gd name="connsiteY2" fmla="*/ 173609 h 539886"/>
                <a:gd name="connsiteX3" fmla="*/ 153855 w 279567"/>
                <a:gd name="connsiteY3" fmla="*/ 173652 h 539886"/>
                <a:gd name="connsiteX4" fmla="*/ 138328 w 279567"/>
                <a:gd name="connsiteY4" fmla="*/ 173721 h 539886"/>
                <a:gd name="connsiteX5" fmla="*/ 120507 w 279567"/>
                <a:gd name="connsiteY5" fmla="*/ 173809 h 539886"/>
                <a:gd name="connsiteX6" fmla="*/ 82124 w 279567"/>
                <a:gd name="connsiteY6" fmla="*/ 174002 h 539886"/>
                <a:gd name="connsiteX7" fmla="*/ 81823 w 279567"/>
                <a:gd name="connsiteY7" fmla="*/ 188213 h 539886"/>
                <a:gd name="connsiteX8" fmla="*/ 81706 w 279567"/>
                <a:gd name="connsiteY8" fmla="*/ 194001 h 539886"/>
                <a:gd name="connsiteX9" fmla="*/ 81524 w 279567"/>
                <a:gd name="connsiteY9" fmla="*/ 202554 h 539886"/>
                <a:gd name="connsiteX10" fmla="*/ 81470 w 279567"/>
                <a:gd name="connsiteY10" fmla="*/ 205250 h 539886"/>
                <a:gd name="connsiteX11" fmla="*/ 81409 w 279567"/>
                <a:gd name="connsiteY11" fmla="*/ 207890 h 539886"/>
                <a:gd name="connsiteX12" fmla="*/ 81364 w 279567"/>
                <a:gd name="connsiteY12" fmla="*/ 210328 h 539886"/>
                <a:gd name="connsiteX13" fmla="*/ 82124 w 279567"/>
                <a:gd name="connsiteY13" fmla="*/ 215674 h 539886"/>
                <a:gd name="connsiteX14" fmla="*/ 83759 w 279567"/>
                <a:gd name="connsiteY14" fmla="*/ 215859 h 539886"/>
                <a:gd name="connsiteX15" fmla="*/ 85966 w 279567"/>
                <a:gd name="connsiteY15" fmla="*/ 215858 h 539886"/>
                <a:gd name="connsiteX16" fmla="*/ 88489 w 279567"/>
                <a:gd name="connsiteY16" fmla="*/ 215867 h 539886"/>
                <a:gd name="connsiteX17" fmla="*/ 91282 w 279567"/>
                <a:gd name="connsiteY17" fmla="*/ 215855 h 539886"/>
                <a:gd name="connsiteX18" fmla="*/ 100509 w 279567"/>
                <a:gd name="connsiteY18" fmla="*/ 215854 h 539886"/>
                <a:gd name="connsiteX19" fmla="*/ 108790 w 279567"/>
                <a:gd name="connsiteY19" fmla="*/ 215844 h 539886"/>
                <a:gd name="connsiteX20" fmla="*/ 122638 w 279567"/>
                <a:gd name="connsiteY20" fmla="*/ 215831 h 539886"/>
                <a:gd name="connsiteX21" fmla="*/ 138795 w 279567"/>
                <a:gd name="connsiteY21" fmla="*/ 215812 h 539886"/>
                <a:gd name="connsiteX22" fmla="*/ 154429 w 279567"/>
                <a:gd name="connsiteY22" fmla="*/ 215804 h 539886"/>
                <a:gd name="connsiteX23" fmla="*/ 161059 w 279567"/>
                <a:gd name="connsiteY23" fmla="*/ 215798 h 539886"/>
                <a:gd name="connsiteX24" fmla="*/ 169015 w 279567"/>
                <a:gd name="connsiteY24" fmla="*/ 215789 h 539886"/>
                <a:gd name="connsiteX25" fmla="*/ 171937 w 279567"/>
                <a:gd name="connsiteY25" fmla="*/ 215782 h 539886"/>
                <a:gd name="connsiteX26" fmla="*/ 174730 w 279567"/>
                <a:gd name="connsiteY26" fmla="*/ 215783 h 539886"/>
                <a:gd name="connsiteX27" fmla="*/ 177253 w 279567"/>
                <a:gd name="connsiteY27" fmla="*/ 215773 h 539886"/>
                <a:gd name="connsiteX28" fmla="*/ 181839 w 279567"/>
                <a:gd name="connsiteY28" fmla="*/ 214930 h 539886"/>
                <a:gd name="connsiteX29" fmla="*/ 181518 w 279567"/>
                <a:gd name="connsiteY29" fmla="*/ 213609 h 539886"/>
                <a:gd name="connsiteX30" fmla="*/ 181011 w 279567"/>
                <a:gd name="connsiteY30" fmla="*/ 210321 h 539886"/>
                <a:gd name="connsiteX31" fmla="*/ 181022 w 279567"/>
                <a:gd name="connsiteY31" fmla="*/ 208532 h 539886"/>
                <a:gd name="connsiteX32" fmla="*/ 181030 w 279567"/>
                <a:gd name="connsiteY32" fmla="*/ 206492 h 539886"/>
                <a:gd name="connsiteX33" fmla="*/ 181049 w 279567"/>
                <a:gd name="connsiteY33" fmla="*/ 204305 h 539886"/>
                <a:gd name="connsiteX34" fmla="*/ 181095 w 279567"/>
                <a:gd name="connsiteY34" fmla="*/ 194884 h 539886"/>
                <a:gd name="connsiteX35" fmla="*/ 181133 w 279567"/>
                <a:gd name="connsiteY35" fmla="*/ 187734 h 539886"/>
                <a:gd name="connsiteX36" fmla="*/ 181142 w 279567"/>
                <a:gd name="connsiteY36" fmla="*/ 185469 h 539886"/>
                <a:gd name="connsiteX37" fmla="*/ 181160 w 279567"/>
                <a:gd name="connsiteY37" fmla="*/ 183287 h 539886"/>
                <a:gd name="connsiteX38" fmla="*/ 181168 w 279567"/>
                <a:gd name="connsiteY38" fmla="*/ 181240 h 539886"/>
                <a:gd name="connsiteX39" fmla="*/ 180351 w 279567"/>
                <a:gd name="connsiteY39" fmla="*/ 174002 h 539886"/>
                <a:gd name="connsiteX40" fmla="*/ 178725 w 279567"/>
                <a:gd name="connsiteY40" fmla="*/ 173544 h 539886"/>
                <a:gd name="connsiteX41" fmla="*/ 176532 w 279567"/>
                <a:gd name="connsiteY41" fmla="*/ 173554 h 539886"/>
                <a:gd name="connsiteX42" fmla="*/ 174025 w 279567"/>
                <a:gd name="connsiteY42" fmla="*/ 173539 h 539886"/>
                <a:gd name="connsiteX43" fmla="*/ 174721 w 279567"/>
                <a:gd name="connsiteY43" fmla="*/ 67915 h 539886"/>
                <a:gd name="connsiteX44" fmla="*/ 171925 w 279567"/>
                <a:gd name="connsiteY44" fmla="*/ 67939 h 539886"/>
                <a:gd name="connsiteX45" fmla="*/ 162687 w 279567"/>
                <a:gd name="connsiteY45" fmla="*/ 67957 h 539886"/>
                <a:gd name="connsiteX46" fmla="*/ 154398 w 279567"/>
                <a:gd name="connsiteY46" fmla="*/ 67983 h 539886"/>
                <a:gd name="connsiteX47" fmla="*/ 138754 w 279567"/>
                <a:gd name="connsiteY47" fmla="*/ 68024 h 539886"/>
                <a:gd name="connsiteX48" fmla="*/ 120798 w 279567"/>
                <a:gd name="connsiteY48" fmla="*/ 68077 h 539886"/>
                <a:gd name="connsiteX49" fmla="*/ 82124 w 279567"/>
                <a:gd name="connsiteY49" fmla="*/ 68193 h 539886"/>
                <a:gd name="connsiteX50" fmla="*/ 82124 w 279567"/>
                <a:gd name="connsiteY50" fmla="*/ 109865 h 539886"/>
                <a:gd name="connsiteX51" fmla="*/ 119027 w 279567"/>
                <a:gd name="connsiteY51" fmla="*/ 109902 h 539886"/>
                <a:gd name="connsiteX52" fmla="*/ 136961 w 279567"/>
                <a:gd name="connsiteY52" fmla="*/ 109918 h 539886"/>
                <a:gd name="connsiteX53" fmla="*/ 152719 w 279567"/>
                <a:gd name="connsiteY53" fmla="*/ 109934 h 539886"/>
                <a:gd name="connsiteX54" fmla="*/ 161034 w 279567"/>
                <a:gd name="connsiteY54" fmla="*/ 109940 h 539886"/>
                <a:gd name="connsiteX55" fmla="*/ 168999 w 279567"/>
                <a:gd name="connsiteY55" fmla="*/ 109949 h 539886"/>
                <a:gd name="connsiteX56" fmla="*/ 171925 w 279567"/>
                <a:gd name="connsiteY56" fmla="*/ 109949 h 539886"/>
                <a:gd name="connsiteX57" fmla="*/ 174721 w 279567"/>
                <a:gd name="connsiteY57" fmla="*/ 109957 h 539886"/>
                <a:gd name="connsiteX58" fmla="*/ 177248 w 279567"/>
                <a:gd name="connsiteY58" fmla="*/ 109954 h 539886"/>
                <a:gd name="connsiteX59" fmla="*/ 179457 w 279567"/>
                <a:gd name="connsiteY59" fmla="*/ 109956 h 539886"/>
                <a:gd name="connsiteX60" fmla="*/ 181839 w 279567"/>
                <a:gd name="connsiteY60" fmla="*/ 109120 h 539886"/>
                <a:gd name="connsiteX61" fmla="*/ 181519 w 279567"/>
                <a:gd name="connsiteY61" fmla="*/ 107802 h 539886"/>
                <a:gd name="connsiteX62" fmla="*/ 181000 w 279567"/>
                <a:gd name="connsiteY62" fmla="*/ 104496 h 539886"/>
                <a:gd name="connsiteX63" fmla="*/ 180998 w 279567"/>
                <a:gd name="connsiteY63" fmla="*/ 102687 h 539886"/>
                <a:gd name="connsiteX64" fmla="*/ 180991 w 279567"/>
                <a:gd name="connsiteY64" fmla="*/ 100626 h 539886"/>
                <a:gd name="connsiteX65" fmla="*/ 180996 w 279567"/>
                <a:gd name="connsiteY65" fmla="*/ 98418 h 539886"/>
                <a:gd name="connsiteX66" fmla="*/ 180993 w 279567"/>
                <a:gd name="connsiteY66" fmla="*/ 93787 h 539886"/>
                <a:gd name="connsiteX67" fmla="*/ 180998 w 279567"/>
                <a:gd name="connsiteY67" fmla="*/ 86487 h 539886"/>
                <a:gd name="connsiteX68" fmla="*/ 180994 w 279567"/>
                <a:gd name="connsiteY68" fmla="*/ 81717 h 539886"/>
                <a:gd name="connsiteX69" fmla="*/ 180996 w 279567"/>
                <a:gd name="connsiteY69" fmla="*/ 79442 h 539886"/>
                <a:gd name="connsiteX70" fmla="*/ 180991 w 279567"/>
                <a:gd name="connsiteY70" fmla="*/ 77225 h 539886"/>
                <a:gd name="connsiteX71" fmla="*/ 180998 w 279567"/>
                <a:gd name="connsiteY71" fmla="*/ 75177 h 539886"/>
                <a:gd name="connsiteX72" fmla="*/ 181095 w 279567"/>
                <a:gd name="connsiteY72" fmla="*/ 71913 h 539886"/>
                <a:gd name="connsiteX73" fmla="*/ 181095 w 279567"/>
                <a:gd name="connsiteY73" fmla="*/ 68193 h 539886"/>
                <a:gd name="connsiteX74" fmla="*/ 179457 w 279567"/>
                <a:gd name="connsiteY74" fmla="*/ 67918 h 539886"/>
                <a:gd name="connsiteX75" fmla="*/ 177248 w 279567"/>
                <a:gd name="connsiteY75" fmla="*/ 67924 h 539886"/>
                <a:gd name="connsiteX76" fmla="*/ 174721 w 279567"/>
                <a:gd name="connsiteY76" fmla="*/ 67915 h 539886"/>
                <a:gd name="connsiteX77" fmla="*/ 28316 w 279567"/>
                <a:gd name="connsiteY77" fmla="*/ 0 h 539886"/>
                <a:gd name="connsiteX78" fmla="*/ 30879 w 279567"/>
                <a:gd name="connsiteY78" fmla="*/ 26 h 539886"/>
                <a:gd name="connsiteX79" fmla="*/ 33573 w 279567"/>
                <a:gd name="connsiteY79" fmla="*/ 19 h 539886"/>
                <a:gd name="connsiteX80" fmla="*/ 41022 w 279567"/>
                <a:gd name="connsiteY80" fmla="*/ 39 h 539886"/>
                <a:gd name="connsiteX81" fmla="*/ 49161 w 279567"/>
                <a:gd name="connsiteY81" fmla="*/ 45 h 539886"/>
                <a:gd name="connsiteX82" fmla="*/ 64980 w 279567"/>
                <a:gd name="connsiteY82" fmla="*/ 76 h 539886"/>
                <a:gd name="connsiteX83" fmla="*/ 83266 w 279567"/>
                <a:gd name="connsiteY83" fmla="*/ 103 h 539886"/>
                <a:gd name="connsiteX84" fmla="*/ 131576 w 279567"/>
                <a:gd name="connsiteY84" fmla="*/ 198 h 539886"/>
                <a:gd name="connsiteX85" fmla="*/ 240546 w 279567"/>
                <a:gd name="connsiteY85" fmla="*/ 384 h 539886"/>
                <a:gd name="connsiteX86" fmla="*/ 240546 w 279567"/>
                <a:gd name="connsiteY86" fmla="*/ 280181 h 539886"/>
                <a:gd name="connsiteX87" fmla="*/ 159434 w 279567"/>
                <a:gd name="connsiteY87" fmla="*/ 280925 h 539886"/>
                <a:gd name="connsiteX88" fmla="*/ 161667 w 279567"/>
                <a:gd name="connsiteY88" fmla="*/ 283158 h 539886"/>
                <a:gd name="connsiteX89" fmla="*/ 162085 w 279567"/>
                <a:gd name="connsiteY89" fmla="*/ 287343 h 539886"/>
                <a:gd name="connsiteX90" fmla="*/ 162411 w 279567"/>
                <a:gd name="connsiteY90" fmla="*/ 291343 h 539886"/>
                <a:gd name="connsiteX91" fmla="*/ 163899 w 279567"/>
                <a:gd name="connsiteY91" fmla="*/ 292087 h 539886"/>
                <a:gd name="connsiteX92" fmla="*/ 164315 w 279567"/>
                <a:gd name="connsiteY92" fmla="*/ 299017 h 539886"/>
                <a:gd name="connsiteX93" fmla="*/ 164643 w 279567"/>
                <a:gd name="connsiteY93" fmla="*/ 301017 h 539886"/>
                <a:gd name="connsiteX94" fmla="*/ 166876 w 279567"/>
                <a:gd name="connsiteY94" fmla="*/ 301761 h 539886"/>
                <a:gd name="connsiteX95" fmla="*/ 167318 w 279567"/>
                <a:gd name="connsiteY95" fmla="*/ 308691 h 539886"/>
                <a:gd name="connsiteX96" fmla="*/ 167620 w 279567"/>
                <a:gd name="connsiteY96" fmla="*/ 310691 h 539886"/>
                <a:gd name="connsiteX97" fmla="*/ 169852 w 279567"/>
                <a:gd name="connsiteY97" fmla="*/ 311435 h 539886"/>
                <a:gd name="connsiteX98" fmla="*/ 170271 w 279567"/>
                <a:gd name="connsiteY98" fmla="*/ 315900 h 539886"/>
                <a:gd name="connsiteX99" fmla="*/ 170597 w 279567"/>
                <a:gd name="connsiteY99" fmla="*/ 320365 h 539886"/>
                <a:gd name="connsiteX100" fmla="*/ 172085 w 279567"/>
                <a:gd name="connsiteY100" fmla="*/ 321109 h 539886"/>
                <a:gd name="connsiteX101" fmla="*/ 172501 w 279567"/>
                <a:gd name="connsiteY101" fmla="*/ 326876 h 539886"/>
                <a:gd name="connsiteX102" fmla="*/ 172829 w 279567"/>
                <a:gd name="connsiteY102" fmla="*/ 328550 h 539886"/>
                <a:gd name="connsiteX103" fmla="*/ 175061 w 279567"/>
                <a:gd name="connsiteY103" fmla="*/ 329294 h 539886"/>
                <a:gd name="connsiteX104" fmla="*/ 175480 w 279567"/>
                <a:gd name="connsiteY104" fmla="*/ 332643 h 539886"/>
                <a:gd name="connsiteX105" fmla="*/ 175806 w 279567"/>
                <a:gd name="connsiteY105" fmla="*/ 335992 h 539886"/>
                <a:gd name="connsiteX106" fmla="*/ 177294 w 279567"/>
                <a:gd name="connsiteY106" fmla="*/ 336736 h 539886"/>
                <a:gd name="connsiteX107" fmla="*/ 177294 w 279567"/>
                <a:gd name="connsiteY107" fmla="*/ 335247 h 539886"/>
                <a:gd name="connsiteX108" fmla="*/ 178736 w 279567"/>
                <a:gd name="connsiteY108" fmla="*/ 334922 h 539886"/>
                <a:gd name="connsiteX109" fmla="*/ 180270 w 279567"/>
                <a:gd name="connsiteY109" fmla="*/ 334503 h 539886"/>
                <a:gd name="connsiteX110" fmla="*/ 181015 w 279567"/>
                <a:gd name="connsiteY110" fmla="*/ 332271 h 539886"/>
                <a:gd name="connsiteX111" fmla="*/ 183247 w 279567"/>
                <a:gd name="connsiteY111" fmla="*/ 330783 h 539886"/>
                <a:gd name="connsiteX112" fmla="*/ 183991 w 279567"/>
                <a:gd name="connsiteY112" fmla="*/ 328550 h 539886"/>
                <a:gd name="connsiteX113" fmla="*/ 186224 w 279567"/>
                <a:gd name="connsiteY113" fmla="*/ 327806 h 539886"/>
                <a:gd name="connsiteX114" fmla="*/ 186921 w 279567"/>
                <a:gd name="connsiteY114" fmla="*/ 326318 h 539886"/>
                <a:gd name="connsiteX115" fmla="*/ 187712 w 279567"/>
                <a:gd name="connsiteY115" fmla="*/ 324829 h 539886"/>
                <a:gd name="connsiteX116" fmla="*/ 189247 w 279567"/>
                <a:gd name="connsiteY116" fmla="*/ 324457 h 539886"/>
                <a:gd name="connsiteX117" fmla="*/ 190688 w 279567"/>
                <a:gd name="connsiteY117" fmla="*/ 324085 h 539886"/>
                <a:gd name="connsiteX118" fmla="*/ 191060 w 279567"/>
                <a:gd name="connsiteY118" fmla="*/ 322551 h 539886"/>
                <a:gd name="connsiteX119" fmla="*/ 191433 w 279567"/>
                <a:gd name="connsiteY119" fmla="*/ 321109 h 539886"/>
                <a:gd name="connsiteX120" fmla="*/ 194409 w 279567"/>
                <a:gd name="connsiteY120" fmla="*/ 321109 h 539886"/>
                <a:gd name="connsiteX121" fmla="*/ 194409 w 279567"/>
                <a:gd name="connsiteY121" fmla="*/ 318132 h 539886"/>
                <a:gd name="connsiteX122" fmla="*/ 197386 w 279567"/>
                <a:gd name="connsiteY122" fmla="*/ 318132 h 539886"/>
                <a:gd name="connsiteX123" fmla="*/ 198130 w 279567"/>
                <a:gd name="connsiteY123" fmla="*/ 315156 h 539886"/>
                <a:gd name="connsiteX124" fmla="*/ 200362 w 279567"/>
                <a:gd name="connsiteY124" fmla="*/ 314412 h 539886"/>
                <a:gd name="connsiteX125" fmla="*/ 201106 w 279567"/>
                <a:gd name="connsiteY125" fmla="*/ 311435 h 539886"/>
                <a:gd name="connsiteX126" fmla="*/ 202595 w 279567"/>
                <a:gd name="connsiteY126" fmla="*/ 311435 h 539886"/>
                <a:gd name="connsiteX127" fmla="*/ 203246 w 279567"/>
                <a:gd name="connsiteY127" fmla="*/ 309621 h 539886"/>
                <a:gd name="connsiteX128" fmla="*/ 204083 w 279567"/>
                <a:gd name="connsiteY128" fmla="*/ 307714 h 539886"/>
                <a:gd name="connsiteX129" fmla="*/ 207059 w 279567"/>
                <a:gd name="connsiteY129" fmla="*/ 306970 h 539886"/>
                <a:gd name="connsiteX130" fmla="*/ 208548 w 279567"/>
                <a:gd name="connsiteY130" fmla="*/ 303249 h 539886"/>
                <a:gd name="connsiteX131" fmla="*/ 210036 w 279567"/>
                <a:gd name="connsiteY131" fmla="*/ 303249 h 539886"/>
                <a:gd name="connsiteX132" fmla="*/ 210036 w 279567"/>
                <a:gd name="connsiteY132" fmla="*/ 301017 h 539886"/>
                <a:gd name="connsiteX133" fmla="*/ 211478 w 279567"/>
                <a:gd name="connsiteY133" fmla="*/ 300691 h 539886"/>
                <a:gd name="connsiteX134" fmla="*/ 213013 w 279567"/>
                <a:gd name="connsiteY134" fmla="*/ 300273 h 539886"/>
                <a:gd name="connsiteX135" fmla="*/ 213757 w 279567"/>
                <a:gd name="connsiteY135" fmla="*/ 297296 h 539886"/>
                <a:gd name="connsiteX136" fmla="*/ 215989 w 279567"/>
                <a:gd name="connsiteY136" fmla="*/ 297296 h 539886"/>
                <a:gd name="connsiteX137" fmla="*/ 215989 w 279567"/>
                <a:gd name="connsiteY137" fmla="*/ 294320 h 539886"/>
                <a:gd name="connsiteX138" fmla="*/ 218222 w 279567"/>
                <a:gd name="connsiteY138" fmla="*/ 293576 h 539886"/>
                <a:gd name="connsiteX139" fmla="*/ 218594 w 279567"/>
                <a:gd name="connsiteY139" fmla="*/ 292087 h 539886"/>
                <a:gd name="connsiteX140" fmla="*/ 218966 w 279567"/>
                <a:gd name="connsiteY140" fmla="*/ 290599 h 539886"/>
                <a:gd name="connsiteX141" fmla="*/ 221198 w 279567"/>
                <a:gd name="connsiteY141" fmla="*/ 289855 h 539886"/>
                <a:gd name="connsiteX142" fmla="*/ 221942 w 279567"/>
                <a:gd name="connsiteY142" fmla="*/ 287622 h 539886"/>
                <a:gd name="connsiteX143" fmla="*/ 223431 w 279567"/>
                <a:gd name="connsiteY143" fmla="*/ 286878 h 539886"/>
                <a:gd name="connsiteX144" fmla="*/ 223663 w 279567"/>
                <a:gd name="connsiteY144" fmla="*/ 285483 h 539886"/>
                <a:gd name="connsiteX145" fmla="*/ 225896 w 279567"/>
                <a:gd name="connsiteY145" fmla="*/ 282646 h 539886"/>
                <a:gd name="connsiteX146" fmla="*/ 227895 w 279567"/>
                <a:gd name="connsiteY146" fmla="*/ 281669 h 539886"/>
                <a:gd name="connsiteX147" fmla="*/ 229384 w 279567"/>
                <a:gd name="connsiteY147" fmla="*/ 280925 h 539886"/>
                <a:gd name="connsiteX148" fmla="*/ 232872 w 279567"/>
                <a:gd name="connsiteY148" fmla="*/ 282600 h 539886"/>
                <a:gd name="connsiteX149" fmla="*/ 235337 w 279567"/>
                <a:gd name="connsiteY149" fmla="*/ 286878 h 539886"/>
                <a:gd name="connsiteX150" fmla="*/ 237569 w 279567"/>
                <a:gd name="connsiteY150" fmla="*/ 288367 h 539886"/>
                <a:gd name="connsiteX151" fmla="*/ 239802 w 279567"/>
                <a:gd name="connsiteY151" fmla="*/ 292087 h 539886"/>
                <a:gd name="connsiteX152" fmla="*/ 244732 w 279567"/>
                <a:gd name="connsiteY152" fmla="*/ 297668 h 539886"/>
                <a:gd name="connsiteX153" fmla="*/ 246778 w 279567"/>
                <a:gd name="connsiteY153" fmla="*/ 300924 h 539886"/>
                <a:gd name="connsiteX154" fmla="*/ 249941 w 279567"/>
                <a:gd name="connsiteY154" fmla="*/ 305203 h 539886"/>
                <a:gd name="connsiteX155" fmla="*/ 252452 w 279567"/>
                <a:gd name="connsiteY155" fmla="*/ 309947 h 539886"/>
                <a:gd name="connsiteX156" fmla="*/ 253940 w 279567"/>
                <a:gd name="connsiteY156" fmla="*/ 310691 h 539886"/>
                <a:gd name="connsiteX157" fmla="*/ 254266 w 279567"/>
                <a:gd name="connsiteY157" fmla="*/ 312179 h 539886"/>
                <a:gd name="connsiteX158" fmla="*/ 254684 w 279567"/>
                <a:gd name="connsiteY158" fmla="*/ 313667 h 539886"/>
                <a:gd name="connsiteX159" fmla="*/ 256917 w 279567"/>
                <a:gd name="connsiteY159" fmla="*/ 314412 h 539886"/>
                <a:gd name="connsiteX160" fmla="*/ 257661 w 279567"/>
                <a:gd name="connsiteY160" fmla="*/ 317388 h 539886"/>
                <a:gd name="connsiteX161" fmla="*/ 259149 w 279567"/>
                <a:gd name="connsiteY161" fmla="*/ 318132 h 539886"/>
                <a:gd name="connsiteX162" fmla="*/ 259475 w 279567"/>
                <a:gd name="connsiteY162" fmla="*/ 319993 h 539886"/>
                <a:gd name="connsiteX163" fmla="*/ 259893 w 279567"/>
                <a:gd name="connsiteY163" fmla="*/ 321853 h 539886"/>
                <a:gd name="connsiteX164" fmla="*/ 262126 w 279567"/>
                <a:gd name="connsiteY164" fmla="*/ 322597 h 539886"/>
                <a:gd name="connsiteX165" fmla="*/ 262126 w 279567"/>
                <a:gd name="connsiteY165" fmla="*/ 324829 h 539886"/>
                <a:gd name="connsiteX166" fmla="*/ 263614 w 279567"/>
                <a:gd name="connsiteY166" fmla="*/ 325574 h 539886"/>
                <a:gd name="connsiteX167" fmla="*/ 265102 w 279567"/>
                <a:gd name="connsiteY167" fmla="*/ 326318 h 539886"/>
                <a:gd name="connsiteX168" fmla="*/ 265102 w 279567"/>
                <a:gd name="connsiteY168" fmla="*/ 328550 h 539886"/>
                <a:gd name="connsiteX169" fmla="*/ 268079 w 279567"/>
                <a:gd name="connsiteY169" fmla="*/ 328550 h 539886"/>
                <a:gd name="connsiteX170" fmla="*/ 268265 w 279567"/>
                <a:gd name="connsiteY170" fmla="*/ 332922 h 539886"/>
                <a:gd name="connsiteX171" fmla="*/ 268370 w 279567"/>
                <a:gd name="connsiteY171" fmla="*/ 335381 h 539886"/>
                <a:gd name="connsiteX172" fmla="*/ 268079 w 279567"/>
                <a:gd name="connsiteY172" fmla="*/ 337480 h 539886"/>
                <a:gd name="connsiteX173" fmla="*/ 265102 w 279567"/>
                <a:gd name="connsiteY173" fmla="*/ 338968 h 539886"/>
                <a:gd name="connsiteX174" fmla="*/ 262870 w 279567"/>
                <a:gd name="connsiteY174" fmla="*/ 341945 h 539886"/>
                <a:gd name="connsiteX175" fmla="*/ 260638 w 279567"/>
                <a:gd name="connsiteY175" fmla="*/ 342689 h 539886"/>
                <a:gd name="connsiteX176" fmla="*/ 259893 w 279567"/>
                <a:gd name="connsiteY176" fmla="*/ 344921 h 539886"/>
                <a:gd name="connsiteX177" fmla="*/ 257661 w 279567"/>
                <a:gd name="connsiteY177" fmla="*/ 345665 h 539886"/>
                <a:gd name="connsiteX178" fmla="*/ 256917 w 279567"/>
                <a:gd name="connsiteY178" fmla="*/ 347898 h 539886"/>
                <a:gd name="connsiteX179" fmla="*/ 255429 w 279567"/>
                <a:gd name="connsiteY179" fmla="*/ 348223 h 539886"/>
                <a:gd name="connsiteX180" fmla="*/ 253940 w 279567"/>
                <a:gd name="connsiteY180" fmla="*/ 348642 h 539886"/>
                <a:gd name="connsiteX181" fmla="*/ 253196 w 279567"/>
                <a:gd name="connsiteY181" fmla="*/ 351619 h 539886"/>
                <a:gd name="connsiteX182" fmla="*/ 250220 w 279567"/>
                <a:gd name="connsiteY182" fmla="*/ 353107 h 539886"/>
                <a:gd name="connsiteX183" fmla="*/ 249475 w 279567"/>
                <a:gd name="connsiteY183" fmla="*/ 355339 h 539886"/>
                <a:gd name="connsiteX184" fmla="*/ 246499 w 279567"/>
                <a:gd name="connsiteY184" fmla="*/ 356083 h 539886"/>
                <a:gd name="connsiteX185" fmla="*/ 245755 w 279567"/>
                <a:gd name="connsiteY185" fmla="*/ 358316 h 539886"/>
                <a:gd name="connsiteX186" fmla="*/ 243522 w 279567"/>
                <a:gd name="connsiteY186" fmla="*/ 359060 h 539886"/>
                <a:gd name="connsiteX187" fmla="*/ 242825 w 279567"/>
                <a:gd name="connsiteY187" fmla="*/ 360548 h 539886"/>
                <a:gd name="connsiteX188" fmla="*/ 242034 w 279567"/>
                <a:gd name="connsiteY188" fmla="*/ 362037 h 539886"/>
                <a:gd name="connsiteX189" fmla="*/ 240453 w 279567"/>
                <a:gd name="connsiteY189" fmla="*/ 362409 h 539886"/>
                <a:gd name="connsiteX190" fmla="*/ 239058 w 279567"/>
                <a:gd name="connsiteY190" fmla="*/ 362781 h 539886"/>
                <a:gd name="connsiteX191" fmla="*/ 239058 w 279567"/>
                <a:gd name="connsiteY191" fmla="*/ 365757 h 539886"/>
                <a:gd name="connsiteX192" fmla="*/ 234593 w 279567"/>
                <a:gd name="connsiteY192" fmla="*/ 365757 h 539886"/>
                <a:gd name="connsiteX193" fmla="*/ 234593 w 279567"/>
                <a:gd name="connsiteY193" fmla="*/ 368734 h 539886"/>
                <a:gd name="connsiteX194" fmla="*/ 231616 w 279567"/>
                <a:gd name="connsiteY194" fmla="*/ 370222 h 539886"/>
                <a:gd name="connsiteX195" fmla="*/ 230872 w 279567"/>
                <a:gd name="connsiteY195" fmla="*/ 372454 h 539886"/>
                <a:gd name="connsiteX196" fmla="*/ 229012 w 279567"/>
                <a:gd name="connsiteY196" fmla="*/ 372408 h 539886"/>
                <a:gd name="connsiteX197" fmla="*/ 227151 w 279567"/>
                <a:gd name="connsiteY197" fmla="*/ 372454 h 539886"/>
                <a:gd name="connsiteX198" fmla="*/ 226407 w 279567"/>
                <a:gd name="connsiteY198" fmla="*/ 375431 h 539886"/>
                <a:gd name="connsiteX199" fmla="*/ 224175 w 279567"/>
                <a:gd name="connsiteY199" fmla="*/ 375431 h 539886"/>
                <a:gd name="connsiteX200" fmla="*/ 223942 w 279567"/>
                <a:gd name="connsiteY200" fmla="*/ 377245 h 539886"/>
                <a:gd name="connsiteX201" fmla="*/ 223431 w 279567"/>
                <a:gd name="connsiteY201" fmla="*/ 379152 h 539886"/>
                <a:gd name="connsiteX202" fmla="*/ 218966 w 279567"/>
                <a:gd name="connsiteY202" fmla="*/ 379896 h 539886"/>
                <a:gd name="connsiteX203" fmla="*/ 218222 w 279567"/>
                <a:gd name="connsiteY203" fmla="*/ 382872 h 539886"/>
                <a:gd name="connsiteX204" fmla="*/ 215989 w 279567"/>
                <a:gd name="connsiteY204" fmla="*/ 383617 h 539886"/>
                <a:gd name="connsiteX205" fmla="*/ 215245 w 279567"/>
                <a:gd name="connsiteY205" fmla="*/ 385849 h 539886"/>
                <a:gd name="connsiteX206" fmla="*/ 213338 w 279567"/>
                <a:gd name="connsiteY206" fmla="*/ 386175 h 539886"/>
                <a:gd name="connsiteX207" fmla="*/ 211524 w 279567"/>
                <a:gd name="connsiteY207" fmla="*/ 386593 h 539886"/>
                <a:gd name="connsiteX208" fmla="*/ 211524 w 279567"/>
                <a:gd name="connsiteY208" fmla="*/ 389570 h 539886"/>
                <a:gd name="connsiteX209" fmla="*/ 207804 w 279567"/>
                <a:gd name="connsiteY209" fmla="*/ 390314 h 539886"/>
                <a:gd name="connsiteX210" fmla="*/ 207059 w 279567"/>
                <a:gd name="connsiteY210" fmla="*/ 392546 h 539886"/>
                <a:gd name="connsiteX211" fmla="*/ 204083 w 279567"/>
                <a:gd name="connsiteY211" fmla="*/ 393290 h 539886"/>
                <a:gd name="connsiteX212" fmla="*/ 207804 w 279567"/>
                <a:gd name="connsiteY212" fmla="*/ 399244 h 539886"/>
                <a:gd name="connsiteX213" fmla="*/ 208548 w 279567"/>
                <a:gd name="connsiteY213" fmla="*/ 402964 h 539886"/>
                <a:gd name="connsiteX214" fmla="*/ 210036 w 279567"/>
                <a:gd name="connsiteY214" fmla="*/ 403708 h 539886"/>
                <a:gd name="connsiteX215" fmla="*/ 210362 w 279567"/>
                <a:gd name="connsiteY215" fmla="*/ 405569 h 539886"/>
                <a:gd name="connsiteX216" fmla="*/ 210780 w 279567"/>
                <a:gd name="connsiteY216" fmla="*/ 407429 h 539886"/>
                <a:gd name="connsiteX217" fmla="*/ 213013 w 279567"/>
                <a:gd name="connsiteY217" fmla="*/ 408173 h 539886"/>
                <a:gd name="connsiteX218" fmla="*/ 213013 w 279567"/>
                <a:gd name="connsiteY218" fmla="*/ 410406 h 539886"/>
                <a:gd name="connsiteX219" fmla="*/ 215989 w 279567"/>
                <a:gd name="connsiteY219" fmla="*/ 411894 h 539886"/>
                <a:gd name="connsiteX220" fmla="*/ 216733 w 279567"/>
                <a:gd name="connsiteY220" fmla="*/ 414126 h 539886"/>
                <a:gd name="connsiteX221" fmla="*/ 219343 w 279567"/>
                <a:gd name="connsiteY221" fmla="*/ 416695 h 539886"/>
                <a:gd name="connsiteX222" fmla="*/ 225384 w 279567"/>
                <a:gd name="connsiteY222" fmla="*/ 424265 h 539886"/>
                <a:gd name="connsiteX223" fmla="*/ 227924 w 279567"/>
                <a:gd name="connsiteY223" fmla="*/ 427643 h 539886"/>
                <a:gd name="connsiteX224" fmla="*/ 229045 w 279567"/>
                <a:gd name="connsiteY224" fmla="*/ 429142 h 539886"/>
                <a:gd name="connsiteX225" fmla="*/ 233988 w 279567"/>
                <a:gd name="connsiteY225" fmla="*/ 434265 h 539886"/>
                <a:gd name="connsiteX226" fmla="*/ 235337 w 279567"/>
                <a:gd name="connsiteY226" fmla="*/ 437195 h 539886"/>
                <a:gd name="connsiteX227" fmla="*/ 237569 w 279567"/>
                <a:gd name="connsiteY227" fmla="*/ 437195 h 539886"/>
                <a:gd name="connsiteX228" fmla="*/ 237848 w 279567"/>
                <a:gd name="connsiteY228" fmla="*/ 438590 h 539886"/>
                <a:gd name="connsiteX229" fmla="*/ 238313 w 279567"/>
                <a:gd name="connsiteY229" fmla="*/ 440171 h 539886"/>
                <a:gd name="connsiteX230" fmla="*/ 239988 w 279567"/>
                <a:gd name="connsiteY230" fmla="*/ 440822 h 539886"/>
                <a:gd name="connsiteX231" fmla="*/ 246499 w 279567"/>
                <a:gd name="connsiteY231" fmla="*/ 447613 h 539886"/>
                <a:gd name="connsiteX232" fmla="*/ 248731 w 279567"/>
                <a:gd name="connsiteY232" fmla="*/ 448357 h 539886"/>
                <a:gd name="connsiteX233" fmla="*/ 250964 w 279567"/>
                <a:gd name="connsiteY233" fmla="*/ 450589 h 539886"/>
                <a:gd name="connsiteX234" fmla="*/ 253196 w 279567"/>
                <a:gd name="connsiteY234" fmla="*/ 451333 h 539886"/>
                <a:gd name="connsiteX235" fmla="*/ 254684 w 279567"/>
                <a:gd name="connsiteY235" fmla="*/ 454310 h 539886"/>
                <a:gd name="connsiteX236" fmla="*/ 256917 w 279567"/>
                <a:gd name="connsiteY236" fmla="*/ 455054 h 539886"/>
                <a:gd name="connsiteX237" fmla="*/ 258405 w 279567"/>
                <a:gd name="connsiteY237" fmla="*/ 457286 h 539886"/>
                <a:gd name="connsiteX238" fmla="*/ 260312 w 279567"/>
                <a:gd name="connsiteY238" fmla="*/ 457659 h 539886"/>
                <a:gd name="connsiteX239" fmla="*/ 262126 w 279567"/>
                <a:gd name="connsiteY239" fmla="*/ 458031 h 539886"/>
                <a:gd name="connsiteX240" fmla="*/ 262870 w 279567"/>
                <a:gd name="connsiteY240" fmla="*/ 460263 h 539886"/>
                <a:gd name="connsiteX241" fmla="*/ 264730 w 279567"/>
                <a:gd name="connsiteY241" fmla="*/ 460961 h 539886"/>
                <a:gd name="connsiteX242" fmla="*/ 266591 w 279567"/>
                <a:gd name="connsiteY242" fmla="*/ 461751 h 539886"/>
                <a:gd name="connsiteX243" fmla="*/ 266870 w 279567"/>
                <a:gd name="connsiteY243" fmla="*/ 463333 h 539886"/>
                <a:gd name="connsiteX244" fmla="*/ 267335 w 279567"/>
                <a:gd name="connsiteY244" fmla="*/ 464728 h 539886"/>
                <a:gd name="connsiteX245" fmla="*/ 269939 w 279567"/>
                <a:gd name="connsiteY245" fmla="*/ 464728 h 539886"/>
                <a:gd name="connsiteX246" fmla="*/ 272544 w 279567"/>
                <a:gd name="connsiteY246" fmla="*/ 464728 h 539886"/>
                <a:gd name="connsiteX247" fmla="*/ 273288 w 279567"/>
                <a:gd name="connsiteY247" fmla="*/ 467704 h 539886"/>
                <a:gd name="connsiteX248" fmla="*/ 278497 w 279567"/>
                <a:gd name="connsiteY248" fmla="*/ 468449 h 539886"/>
                <a:gd name="connsiteX249" fmla="*/ 279567 w 279567"/>
                <a:gd name="connsiteY249" fmla="*/ 472774 h 539886"/>
                <a:gd name="connsiteX250" fmla="*/ 279241 w 279567"/>
                <a:gd name="connsiteY250" fmla="*/ 476634 h 539886"/>
                <a:gd name="connsiteX251" fmla="*/ 274776 w 279567"/>
                <a:gd name="connsiteY251" fmla="*/ 479611 h 539886"/>
                <a:gd name="connsiteX252" fmla="*/ 273288 w 279567"/>
                <a:gd name="connsiteY252" fmla="*/ 482587 h 539886"/>
                <a:gd name="connsiteX253" fmla="*/ 271800 w 279567"/>
                <a:gd name="connsiteY253" fmla="*/ 483331 h 539886"/>
                <a:gd name="connsiteX254" fmla="*/ 271056 w 279567"/>
                <a:gd name="connsiteY254" fmla="*/ 485564 h 539886"/>
                <a:gd name="connsiteX255" fmla="*/ 268823 w 279567"/>
                <a:gd name="connsiteY255" fmla="*/ 487052 h 539886"/>
                <a:gd name="connsiteX256" fmla="*/ 267660 w 279567"/>
                <a:gd name="connsiteY256" fmla="*/ 489378 h 539886"/>
                <a:gd name="connsiteX257" fmla="*/ 266591 w 279567"/>
                <a:gd name="connsiteY257" fmla="*/ 491517 h 539886"/>
                <a:gd name="connsiteX258" fmla="*/ 265102 w 279567"/>
                <a:gd name="connsiteY258" fmla="*/ 491517 h 539886"/>
                <a:gd name="connsiteX259" fmla="*/ 264823 w 279567"/>
                <a:gd name="connsiteY259" fmla="*/ 492726 h 539886"/>
                <a:gd name="connsiteX260" fmla="*/ 261382 w 279567"/>
                <a:gd name="connsiteY260" fmla="*/ 498958 h 539886"/>
                <a:gd name="connsiteX261" fmla="*/ 259893 w 279567"/>
                <a:gd name="connsiteY261" fmla="*/ 498958 h 539886"/>
                <a:gd name="connsiteX262" fmla="*/ 260033 w 279567"/>
                <a:gd name="connsiteY262" fmla="*/ 500772 h 539886"/>
                <a:gd name="connsiteX263" fmla="*/ 259893 w 279567"/>
                <a:gd name="connsiteY263" fmla="*/ 502679 h 539886"/>
                <a:gd name="connsiteX264" fmla="*/ 257661 w 279567"/>
                <a:gd name="connsiteY264" fmla="*/ 503423 h 539886"/>
                <a:gd name="connsiteX265" fmla="*/ 256173 w 279567"/>
                <a:gd name="connsiteY265" fmla="*/ 507888 h 539886"/>
                <a:gd name="connsiteX266" fmla="*/ 254684 w 279567"/>
                <a:gd name="connsiteY266" fmla="*/ 509376 h 539886"/>
                <a:gd name="connsiteX267" fmla="*/ 254359 w 279567"/>
                <a:gd name="connsiteY267" fmla="*/ 510958 h 539886"/>
                <a:gd name="connsiteX268" fmla="*/ 253940 w 279567"/>
                <a:gd name="connsiteY268" fmla="*/ 512353 h 539886"/>
                <a:gd name="connsiteX269" fmla="*/ 251708 w 279567"/>
                <a:gd name="connsiteY269" fmla="*/ 512353 h 539886"/>
                <a:gd name="connsiteX270" fmla="*/ 251847 w 279567"/>
                <a:gd name="connsiteY270" fmla="*/ 514539 h 539886"/>
                <a:gd name="connsiteX271" fmla="*/ 251708 w 279567"/>
                <a:gd name="connsiteY271" fmla="*/ 516818 h 539886"/>
                <a:gd name="connsiteX272" fmla="*/ 249475 w 279567"/>
                <a:gd name="connsiteY272" fmla="*/ 517562 h 539886"/>
                <a:gd name="connsiteX273" fmla="*/ 247987 w 279567"/>
                <a:gd name="connsiteY273" fmla="*/ 522771 h 539886"/>
                <a:gd name="connsiteX274" fmla="*/ 246499 w 279567"/>
                <a:gd name="connsiteY274" fmla="*/ 522771 h 539886"/>
                <a:gd name="connsiteX275" fmla="*/ 246220 w 279567"/>
                <a:gd name="connsiteY275" fmla="*/ 525329 h 539886"/>
                <a:gd name="connsiteX276" fmla="*/ 245755 w 279567"/>
                <a:gd name="connsiteY276" fmla="*/ 527980 h 539886"/>
                <a:gd name="connsiteX277" fmla="*/ 244266 w 279567"/>
                <a:gd name="connsiteY277" fmla="*/ 528724 h 539886"/>
                <a:gd name="connsiteX278" fmla="*/ 243848 w 279567"/>
                <a:gd name="connsiteY278" fmla="*/ 532073 h 539886"/>
                <a:gd name="connsiteX279" fmla="*/ 242778 w 279567"/>
                <a:gd name="connsiteY279" fmla="*/ 536165 h 539886"/>
                <a:gd name="connsiteX280" fmla="*/ 239011 w 279567"/>
                <a:gd name="connsiteY280" fmla="*/ 536212 h 539886"/>
                <a:gd name="connsiteX281" fmla="*/ 236938 w 279567"/>
                <a:gd name="connsiteY281" fmla="*/ 536192 h 539886"/>
                <a:gd name="connsiteX282" fmla="*/ 235337 w 279567"/>
                <a:gd name="connsiteY282" fmla="*/ 536165 h 539886"/>
                <a:gd name="connsiteX283" fmla="*/ 235337 w 279567"/>
                <a:gd name="connsiteY283" fmla="*/ 533933 h 539886"/>
                <a:gd name="connsiteX284" fmla="*/ 232779 w 279567"/>
                <a:gd name="connsiteY284" fmla="*/ 533747 h 539886"/>
                <a:gd name="connsiteX285" fmla="*/ 230128 w 279567"/>
                <a:gd name="connsiteY285" fmla="*/ 533189 h 539886"/>
                <a:gd name="connsiteX286" fmla="*/ 229384 w 279567"/>
                <a:gd name="connsiteY286" fmla="*/ 530212 h 539886"/>
                <a:gd name="connsiteX287" fmla="*/ 225663 w 279567"/>
                <a:gd name="connsiteY287" fmla="*/ 529468 h 539886"/>
                <a:gd name="connsiteX288" fmla="*/ 224175 w 279567"/>
                <a:gd name="connsiteY288" fmla="*/ 526492 h 539886"/>
                <a:gd name="connsiteX289" fmla="*/ 221942 w 279567"/>
                <a:gd name="connsiteY289" fmla="*/ 525747 h 539886"/>
                <a:gd name="connsiteX290" fmla="*/ 221198 w 279567"/>
                <a:gd name="connsiteY290" fmla="*/ 523515 h 539886"/>
                <a:gd name="connsiteX291" fmla="*/ 219384 w 279567"/>
                <a:gd name="connsiteY291" fmla="*/ 523189 h 539886"/>
                <a:gd name="connsiteX292" fmla="*/ 217477 w 279567"/>
                <a:gd name="connsiteY292" fmla="*/ 522771 h 539886"/>
                <a:gd name="connsiteX293" fmla="*/ 215989 w 279567"/>
                <a:gd name="connsiteY293" fmla="*/ 519794 h 539886"/>
                <a:gd name="connsiteX294" fmla="*/ 213757 w 279567"/>
                <a:gd name="connsiteY294" fmla="*/ 517562 h 539886"/>
                <a:gd name="connsiteX295" fmla="*/ 213013 w 279567"/>
                <a:gd name="connsiteY295" fmla="*/ 516074 h 539886"/>
                <a:gd name="connsiteX296" fmla="*/ 211478 w 279567"/>
                <a:gd name="connsiteY296" fmla="*/ 515702 h 539886"/>
                <a:gd name="connsiteX297" fmla="*/ 210036 w 279567"/>
                <a:gd name="connsiteY297" fmla="*/ 515329 h 539886"/>
                <a:gd name="connsiteX298" fmla="*/ 210036 w 279567"/>
                <a:gd name="connsiteY298" fmla="*/ 513841 h 539886"/>
                <a:gd name="connsiteX299" fmla="*/ 206315 w 279567"/>
                <a:gd name="connsiteY299" fmla="*/ 511609 h 539886"/>
                <a:gd name="connsiteX300" fmla="*/ 202595 w 279567"/>
                <a:gd name="connsiteY300" fmla="*/ 506400 h 539886"/>
                <a:gd name="connsiteX301" fmla="*/ 200362 w 279567"/>
                <a:gd name="connsiteY301" fmla="*/ 504911 h 539886"/>
                <a:gd name="connsiteX302" fmla="*/ 199618 w 279567"/>
                <a:gd name="connsiteY302" fmla="*/ 502679 h 539886"/>
                <a:gd name="connsiteX303" fmla="*/ 197386 w 279567"/>
                <a:gd name="connsiteY303" fmla="*/ 501935 h 539886"/>
                <a:gd name="connsiteX304" fmla="*/ 196641 w 279567"/>
                <a:gd name="connsiteY304" fmla="*/ 499703 h 539886"/>
                <a:gd name="connsiteX305" fmla="*/ 194409 w 279567"/>
                <a:gd name="connsiteY305" fmla="*/ 498958 h 539886"/>
                <a:gd name="connsiteX306" fmla="*/ 193665 w 279567"/>
                <a:gd name="connsiteY306" fmla="*/ 495982 h 539886"/>
                <a:gd name="connsiteX307" fmla="*/ 191433 w 279567"/>
                <a:gd name="connsiteY307" fmla="*/ 495238 h 539886"/>
                <a:gd name="connsiteX308" fmla="*/ 191433 w 279567"/>
                <a:gd name="connsiteY308" fmla="*/ 492261 h 539886"/>
                <a:gd name="connsiteX309" fmla="*/ 189200 w 279567"/>
                <a:gd name="connsiteY309" fmla="*/ 491517 h 539886"/>
                <a:gd name="connsiteX310" fmla="*/ 188456 w 279567"/>
                <a:gd name="connsiteY310" fmla="*/ 489285 h 539886"/>
                <a:gd name="connsiteX311" fmla="*/ 186224 w 279567"/>
                <a:gd name="connsiteY311" fmla="*/ 488540 h 539886"/>
                <a:gd name="connsiteX312" fmla="*/ 185851 w 279567"/>
                <a:gd name="connsiteY312" fmla="*/ 487006 h 539886"/>
                <a:gd name="connsiteX313" fmla="*/ 185479 w 279567"/>
                <a:gd name="connsiteY313" fmla="*/ 485564 h 539886"/>
                <a:gd name="connsiteX314" fmla="*/ 183247 w 279567"/>
                <a:gd name="connsiteY314" fmla="*/ 485564 h 539886"/>
                <a:gd name="connsiteX315" fmla="*/ 183386 w 279567"/>
                <a:gd name="connsiteY315" fmla="*/ 483750 h 539886"/>
                <a:gd name="connsiteX316" fmla="*/ 183247 w 279567"/>
                <a:gd name="connsiteY316" fmla="*/ 481843 h 539886"/>
                <a:gd name="connsiteX317" fmla="*/ 181015 w 279567"/>
                <a:gd name="connsiteY317" fmla="*/ 481099 h 539886"/>
                <a:gd name="connsiteX318" fmla="*/ 179526 w 279567"/>
                <a:gd name="connsiteY318" fmla="*/ 478122 h 539886"/>
                <a:gd name="connsiteX319" fmla="*/ 178038 w 279567"/>
                <a:gd name="connsiteY319" fmla="*/ 477378 h 539886"/>
                <a:gd name="connsiteX320" fmla="*/ 178038 w 279567"/>
                <a:gd name="connsiteY320" fmla="*/ 474402 h 539886"/>
                <a:gd name="connsiteX321" fmla="*/ 175806 w 279567"/>
                <a:gd name="connsiteY321" fmla="*/ 473658 h 539886"/>
                <a:gd name="connsiteX322" fmla="*/ 175061 w 279567"/>
                <a:gd name="connsiteY322" fmla="*/ 470681 h 539886"/>
                <a:gd name="connsiteX323" fmla="*/ 172829 w 279567"/>
                <a:gd name="connsiteY323" fmla="*/ 469937 h 539886"/>
                <a:gd name="connsiteX324" fmla="*/ 171341 w 279567"/>
                <a:gd name="connsiteY324" fmla="*/ 466216 h 539886"/>
                <a:gd name="connsiteX325" fmla="*/ 169852 w 279567"/>
                <a:gd name="connsiteY325" fmla="*/ 465472 h 539886"/>
                <a:gd name="connsiteX326" fmla="*/ 169527 w 279567"/>
                <a:gd name="connsiteY326" fmla="*/ 463705 h 539886"/>
                <a:gd name="connsiteX327" fmla="*/ 166876 w 279567"/>
                <a:gd name="connsiteY327" fmla="*/ 459519 h 539886"/>
                <a:gd name="connsiteX328" fmla="*/ 166132 w 279567"/>
                <a:gd name="connsiteY328" fmla="*/ 457286 h 539886"/>
                <a:gd name="connsiteX329" fmla="*/ 164969 w 279567"/>
                <a:gd name="connsiteY329" fmla="*/ 456263 h 539886"/>
                <a:gd name="connsiteX330" fmla="*/ 163760 w 279567"/>
                <a:gd name="connsiteY330" fmla="*/ 453054 h 539886"/>
                <a:gd name="connsiteX331" fmla="*/ 163899 w 279567"/>
                <a:gd name="connsiteY331" fmla="*/ 451333 h 539886"/>
                <a:gd name="connsiteX332" fmla="*/ 161667 w 279567"/>
                <a:gd name="connsiteY332" fmla="*/ 451333 h 539886"/>
                <a:gd name="connsiteX333" fmla="*/ 160923 w 279567"/>
                <a:gd name="connsiteY333" fmla="*/ 447613 h 539886"/>
                <a:gd name="connsiteX334" fmla="*/ 158690 w 279567"/>
                <a:gd name="connsiteY334" fmla="*/ 446124 h 539886"/>
                <a:gd name="connsiteX335" fmla="*/ 157946 w 279567"/>
                <a:gd name="connsiteY335" fmla="*/ 441660 h 539886"/>
                <a:gd name="connsiteX336" fmla="*/ 155714 w 279567"/>
                <a:gd name="connsiteY336" fmla="*/ 441660 h 539886"/>
                <a:gd name="connsiteX337" fmla="*/ 155714 w 279567"/>
                <a:gd name="connsiteY337" fmla="*/ 436451 h 539886"/>
                <a:gd name="connsiteX338" fmla="*/ 153481 w 279567"/>
                <a:gd name="connsiteY338" fmla="*/ 436451 h 539886"/>
                <a:gd name="connsiteX339" fmla="*/ 153249 w 279567"/>
                <a:gd name="connsiteY339" fmla="*/ 433893 h 539886"/>
                <a:gd name="connsiteX340" fmla="*/ 152737 w 279567"/>
                <a:gd name="connsiteY340" fmla="*/ 431242 h 539886"/>
                <a:gd name="connsiteX341" fmla="*/ 150505 w 279567"/>
                <a:gd name="connsiteY341" fmla="*/ 430497 h 539886"/>
                <a:gd name="connsiteX342" fmla="*/ 149761 w 279567"/>
                <a:gd name="connsiteY342" fmla="*/ 425288 h 539886"/>
                <a:gd name="connsiteX343" fmla="*/ 147528 w 279567"/>
                <a:gd name="connsiteY343" fmla="*/ 423056 h 539886"/>
                <a:gd name="connsiteX344" fmla="*/ 146784 w 279567"/>
                <a:gd name="connsiteY344" fmla="*/ 419335 h 539886"/>
                <a:gd name="connsiteX345" fmla="*/ 145296 w 279567"/>
                <a:gd name="connsiteY345" fmla="*/ 418591 h 539886"/>
                <a:gd name="connsiteX346" fmla="*/ 144970 w 279567"/>
                <a:gd name="connsiteY346" fmla="*/ 415987 h 539886"/>
                <a:gd name="connsiteX347" fmla="*/ 144552 w 279567"/>
                <a:gd name="connsiteY347" fmla="*/ 413382 h 539886"/>
                <a:gd name="connsiteX348" fmla="*/ 142319 w 279567"/>
                <a:gd name="connsiteY348" fmla="*/ 412638 h 539886"/>
                <a:gd name="connsiteX349" fmla="*/ 141877 w 279567"/>
                <a:gd name="connsiteY349" fmla="*/ 407452 h 539886"/>
                <a:gd name="connsiteX350" fmla="*/ 141575 w 279567"/>
                <a:gd name="connsiteY350" fmla="*/ 405941 h 539886"/>
                <a:gd name="connsiteX351" fmla="*/ 139343 w 279567"/>
                <a:gd name="connsiteY351" fmla="*/ 405197 h 539886"/>
                <a:gd name="connsiteX352" fmla="*/ 139343 w 279567"/>
                <a:gd name="connsiteY352" fmla="*/ 400732 h 539886"/>
                <a:gd name="connsiteX353" fmla="*/ 138273 w 279567"/>
                <a:gd name="connsiteY353" fmla="*/ 399709 h 539886"/>
                <a:gd name="connsiteX354" fmla="*/ 136738 w 279567"/>
                <a:gd name="connsiteY354" fmla="*/ 395430 h 539886"/>
                <a:gd name="connsiteX355" fmla="*/ 136366 w 279567"/>
                <a:gd name="connsiteY355" fmla="*/ 392546 h 539886"/>
                <a:gd name="connsiteX356" fmla="*/ 134134 w 279567"/>
                <a:gd name="connsiteY356" fmla="*/ 391802 h 539886"/>
                <a:gd name="connsiteX357" fmla="*/ 133692 w 279567"/>
                <a:gd name="connsiteY357" fmla="*/ 386616 h 539886"/>
                <a:gd name="connsiteX358" fmla="*/ 133390 w 279567"/>
                <a:gd name="connsiteY358" fmla="*/ 385105 h 539886"/>
                <a:gd name="connsiteX359" fmla="*/ 131157 w 279567"/>
                <a:gd name="connsiteY359" fmla="*/ 384361 h 539886"/>
                <a:gd name="connsiteX360" fmla="*/ 131018 w 279567"/>
                <a:gd name="connsiteY360" fmla="*/ 379849 h 539886"/>
                <a:gd name="connsiteX361" fmla="*/ 131079 w 279567"/>
                <a:gd name="connsiteY361" fmla="*/ 377358 h 539886"/>
                <a:gd name="connsiteX362" fmla="*/ 131157 w 279567"/>
                <a:gd name="connsiteY362" fmla="*/ 375431 h 539886"/>
                <a:gd name="connsiteX363" fmla="*/ 128925 w 279567"/>
                <a:gd name="connsiteY363" fmla="*/ 375431 h 539886"/>
                <a:gd name="connsiteX364" fmla="*/ 128840 w 279567"/>
                <a:gd name="connsiteY364" fmla="*/ 373992 h 539886"/>
                <a:gd name="connsiteX365" fmla="*/ 128692 w 279567"/>
                <a:gd name="connsiteY365" fmla="*/ 372129 h 539886"/>
                <a:gd name="connsiteX366" fmla="*/ 128561 w 279567"/>
                <a:gd name="connsiteY366" fmla="*/ 370271 h 539886"/>
                <a:gd name="connsiteX367" fmla="*/ 128181 w 279567"/>
                <a:gd name="connsiteY367" fmla="*/ 368734 h 539886"/>
                <a:gd name="connsiteX368" fmla="*/ 125948 w 279567"/>
                <a:gd name="connsiteY368" fmla="*/ 367990 h 539886"/>
                <a:gd name="connsiteX369" fmla="*/ 125506 w 279567"/>
                <a:gd name="connsiteY369" fmla="*/ 361060 h 539886"/>
                <a:gd name="connsiteX370" fmla="*/ 125204 w 279567"/>
                <a:gd name="connsiteY370" fmla="*/ 359060 h 539886"/>
                <a:gd name="connsiteX371" fmla="*/ 122972 w 279567"/>
                <a:gd name="connsiteY371" fmla="*/ 358316 h 539886"/>
                <a:gd name="connsiteX372" fmla="*/ 122553 w 279567"/>
                <a:gd name="connsiteY372" fmla="*/ 353851 h 539886"/>
                <a:gd name="connsiteX373" fmla="*/ 122227 w 279567"/>
                <a:gd name="connsiteY373" fmla="*/ 349386 h 539886"/>
                <a:gd name="connsiteX374" fmla="*/ 120739 w 279567"/>
                <a:gd name="connsiteY374" fmla="*/ 348642 h 539886"/>
                <a:gd name="connsiteX375" fmla="*/ 120274 w 279567"/>
                <a:gd name="connsiteY375" fmla="*/ 344131 h 539886"/>
                <a:gd name="connsiteX376" fmla="*/ 120105 w 279567"/>
                <a:gd name="connsiteY376" fmla="*/ 341640 h 539886"/>
                <a:gd name="connsiteX377" fmla="*/ 119995 w 279567"/>
                <a:gd name="connsiteY377" fmla="*/ 339712 h 539886"/>
                <a:gd name="connsiteX378" fmla="*/ 117763 w 279567"/>
                <a:gd name="connsiteY378" fmla="*/ 339712 h 539886"/>
                <a:gd name="connsiteX379" fmla="*/ 117678 w 279567"/>
                <a:gd name="connsiteY379" fmla="*/ 337460 h 539886"/>
                <a:gd name="connsiteX380" fmla="*/ 117530 w 279567"/>
                <a:gd name="connsiteY380" fmla="*/ 334550 h 539886"/>
                <a:gd name="connsiteX381" fmla="*/ 117399 w 279567"/>
                <a:gd name="connsiteY381" fmla="*/ 331646 h 539886"/>
                <a:gd name="connsiteX382" fmla="*/ 117018 w 279567"/>
                <a:gd name="connsiteY382" fmla="*/ 329294 h 539886"/>
                <a:gd name="connsiteX383" fmla="*/ 114786 w 279567"/>
                <a:gd name="connsiteY383" fmla="*/ 328550 h 539886"/>
                <a:gd name="connsiteX384" fmla="*/ 114646 w 279567"/>
                <a:gd name="connsiteY384" fmla="*/ 322923 h 539886"/>
                <a:gd name="connsiteX385" fmla="*/ 114677 w 279567"/>
                <a:gd name="connsiteY385" fmla="*/ 321320 h 539886"/>
                <a:gd name="connsiteX386" fmla="*/ 114786 w 279567"/>
                <a:gd name="connsiteY386" fmla="*/ 317388 h 539886"/>
                <a:gd name="connsiteX387" fmla="*/ 112554 w 279567"/>
                <a:gd name="connsiteY387" fmla="*/ 317388 h 539886"/>
                <a:gd name="connsiteX388" fmla="*/ 112469 w 279567"/>
                <a:gd name="connsiteY388" fmla="*/ 315135 h 539886"/>
                <a:gd name="connsiteX389" fmla="*/ 112321 w 279567"/>
                <a:gd name="connsiteY389" fmla="*/ 312226 h 539886"/>
                <a:gd name="connsiteX390" fmla="*/ 112190 w 279567"/>
                <a:gd name="connsiteY390" fmla="*/ 309322 h 539886"/>
                <a:gd name="connsiteX391" fmla="*/ 111809 w 279567"/>
                <a:gd name="connsiteY391" fmla="*/ 306970 h 539886"/>
                <a:gd name="connsiteX392" fmla="*/ 109577 w 279567"/>
                <a:gd name="connsiteY392" fmla="*/ 306226 h 539886"/>
                <a:gd name="connsiteX393" fmla="*/ 109196 w 279567"/>
                <a:gd name="connsiteY393" fmla="*/ 303223 h 539886"/>
                <a:gd name="connsiteX394" fmla="*/ 109116 w 279567"/>
                <a:gd name="connsiteY394" fmla="*/ 301399 h 539886"/>
                <a:gd name="connsiteX395" fmla="*/ 109065 w 279567"/>
                <a:gd name="connsiteY395" fmla="*/ 299482 h 539886"/>
                <a:gd name="connsiteX396" fmla="*/ 108988 w 279567"/>
                <a:gd name="connsiteY396" fmla="*/ 297556 h 539886"/>
                <a:gd name="connsiteX397" fmla="*/ 108833 w 279567"/>
                <a:gd name="connsiteY397" fmla="*/ 292831 h 539886"/>
                <a:gd name="connsiteX398" fmla="*/ 106600 w 279567"/>
                <a:gd name="connsiteY398" fmla="*/ 293576 h 539886"/>
                <a:gd name="connsiteX399" fmla="*/ 106600 w 279567"/>
                <a:gd name="connsiteY399" fmla="*/ 280181 h 539886"/>
                <a:gd name="connsiteX400" fmla="*/ 82044 w 279567"/>
                <a:gd name="connsiteY400" fmla="*/ 280925 h 539886"/>
                <a:gd name="connsiteX401" fmla="*/ 82044 w 279567"/>
                <a:gd name="connsiteY401" fmla="*/ 440915 h 539886"/>
                <a:gd name="connsiteX402" fmla="*/ 85765 w 279567"/>
                <a:gd name="connsiteY402" fmla="*/ 440171 h 539886"/>
                <a:gd name="connsiteX403" fmla="*/ 85765 w 279567"/>
                <a:gd name="connsiteY403" fmla="*/ 437195 h 539886"/>
                <a:gd name="connsiteX404" fmla="*/ 88180 w 279567"/>
                <a:gd name="connsiteY404" fmla="*/ 437110 h 539886"/>
                <a:gd name="connsiteX405" fmla="*/ 91299 w 279567"/>
                <a:gd name="connsiteY405" fmla="*/ 436962 h 539886"/>
                <a:gd name="connsiteX406" fmla="*/ 92893 w 279567"/>
                <a:gd name="connsiteY406" fmla="*/ 436911 h 539886"/>
                <a:gd name="connsiteX407" fmla="*/ 96927 w 279567"/>
                <a:gd name="connsiteY407" fmla="*/ 436451 h 539886"/>
                <a:gd name="connsiteX408" fmla="*/ 97671 w 279567"/>
                <a:gd name="connsiteY408" fmla="*/ 434218 h 539886"/>
                <a:gd name="connsiteX409" fmla="*/ 104771 w 279567"/>
                <a:gd name="connsiteY409" fmla="*/ 433891 h 539886"/>
                <a:gd name="connsiteX410" fmla="*/ 108833 w 279567"/>
                <a:gd name="connsiteY410" fmla="*/ 433474 h 539886"/>
                <a:gd name="connsiteX411" fmla="*/ 109577 w 279567"/>
                <a:gd name="connsiteY411" fmla="*/ 431986 h 539886"/>
                <a:gd name="connsiteX412" fmla="*/ 110321 w 279567"/>
                <a:gd name="connsiteY412" fmla="*/ 430497 h 539886"/>
                <a:gd name="connsiteX413" fmla="*/ 115949 w 279567"/>
                <a:gd name="connsiteY413" fmla="*/ 430079 h 539886"/>
                <a:gd name="connsiteX414" fmla="*/ 121483 w 279567"/>
                <a:gd name="connsiteY414" fmla="*/ 429753 h 539886"/>
                <a:gd name="connsiteX415" fmla="*/ 122227 w 279567"/>
                <a:gd name="connsiteY415" fmla="*/ 427521 h 539886"/>
                <a:gd name="connsiteX416" fmla="*/ 126971 w 279567"/>
                <a:gd name="connsiteY416" fmla="*/ 427056 h 539886"/>
                <a:gd name="connsiteX417" fmla="*/ 134134 w 279567"/>
                <a:gd name="connsiteY417" fmla="*/ 426033 h 539886"/>
                <a:gd name="connsiteX418" fmla="*/ 134878 w 279567"/>
                <a:gd name="connsiteY418" fmla="*/ 423800 h 539886"/>
                <a:gd name="connsiteX419" fmla="*/ 140831 w 279567"/>
                <a:gd name="connsiteY419" fmla="*/ 423614 h 539886"/>
                <a:gd name="connsiteX420" fmla="*/ 142523 w 279567"/>
                <a:gd name="connsiteY420" fmla="*/ 423626 h 539886"/>
                <a:gd name="connsiteX421" fmla="*/ 147528 w 279567"/>
                <a:gd name="connsiteY421" fmla="*/ 424544 h 539886"/>
                <a:gd name="connsiteX422" fmla="*/ 147657 w 279567"/>
                <a:gd name="connsiteY422" fmla="*/ 428760 h 539886"/>
                <a:gd name="connsiteX423" fmla="*/ 147688 w 279567"/>
                <a:gd name="connsiteY423" fmla="*/ 431492 h 539886"/>
                <a:gd name="connsiteX424" fmla="*/ 147711 w 279567"/>
                <a:gd name="connsiteY424" fmla="*/ 434468 h 539886"/>
                <a:gd name="connsiteX425" fmla="*/ 147747 w 279567"/>
                <a:gd name="connsiteY425" fmla="*/ 437502 h 539886"/>
                <a:gd name="connsiteX426" fmla="*/ 147883 w 279567"/>
                <a:gd name="connsiteY426" fmla="*/ 450416 h 539886"/>
                <a:gd name="connsiteX427" fmla="*/ 147972 w 279567"/>
                <a:gd name="connsiteY427" fmla="*/ 458307 h 539886"/>
                <a:gd name="connsiteX428" fmla="*/ 148009 w 279567"/>
                <a:gd name="connsiteY428" fmla="*/ 462782 h 539886"/>
                <a:gd name="connsiteX429" fmla="*/ 148047 w 279567"/>
                <a:gd name="connsiteY429" fmla="*/ 465528 h 539886"/>
                <a:gd name="connsiteX430" fmla="*/ 148070 w 279567"/>
                <a:gd name="connsiteY430" fmla="*/ 467950 h 539886"/>
                <a:gd name="connsiteX431" fmla="*/ 149761 w 279567"/>
                <a:gd name="connsiteY431" fmla="*/ 472169 h 539886"/>
                <a:gd name="connsiteX432" fmla="*/ 150505 w 279567"/>
                <a:gd name="connsiteY432" fmla="*/ 472169 h 539886"/>
                <a:gd name="connsiteX433" fmla="*/ 150691 w 279567"/>
                <a:gd name="connsiteY433" fmla="*/ 482169 h 539886"/>
                <a:gd name="connsiteX434" fmla="*/ 150766 w 279567"/>
                <a:gd name="connsiteY434" fmla="*/ 485054 h 539886"/>
                <a:gd name="connsiteX435" fmla="*/ 150795 w 279567"/>
                <a:gd name="connsiteY435" fmla="*/ 487793 h 539886"/>
                <a:gd name="connsiteX436" fmla="*/ 150843 w 279567"/>
                <a:gd name="connsiteY436" fmla="*/ 490332 h 539886"/>
                <a:gd name="connsiteX437" fmla="*/ 150505 w 279567"/>
                <a:gd name="connsiteY437" fmla="*/ 492261 h 539886"/>
                <a:gd name="connsiteX438" fmla="*/ 147528 w 279567"/>
                <a:gd name="connsiteY438" fmla="*/ 493005 h 539886"/>
                <a:gd name="connsiteX439" fmla="*/ 147528 w 279567"/>
                <a:gd name="connsiteY439" fmla="*/ 495238 h 539886"/>
                <a:gd name="connsiteX440" fmla="*/ 136366 w 279567"/>
                <a:gd name="connsiteY440" fmla="*/ 495982 h 539886"/>
                <a:gd name="connsiteX441" fmla="*/ 136366 w 279567"/>
                <a:gd name="connsiteY441" fmla="*/ 498958 h 539886"/>
                <a:gd name="connsiteX442" fmla="*/ 134517 w 279567"/>
                <a:gd name="connsiteY442" fmla="*/ 499017 h 539886"/>
                <a:gd name="connsiteX443" fmla="*/ 132087 w 279567"/>
                <a:gd name="connsiteY443" fmla="*/ 499144 h 539886"/>
                <a:gd name="connsiteX444" fmla="*/ 129680 w 279567"/>
                <a:gd name="connsiteY444" fmla="*/ 499249 h 539886"/>
                <a:gd name="connsiteX445" fmla="*/ 125925 w 279567"/>
                <a:gd name="connsiteY445" fmla="*/ 501214 h 539886"/>
                <a:gd name="connsiteX446" fmla="*/ 122379 w 279567"/>
                <a:gd name="connsiteY446" fmla="*/ 502970 h 539886"/>
                <a:gd name="connsiteX447" fmla="*/ 120181 w 279567"/>
                <a:gd name="connsiteY447" fmla="*/ 502865 h 539886"/>
                <a:gd name="connsiteX448" fmla="*/ 117960 w 279567"/>
                <a:gd name="connsiteY448" fmla="*/ 502784 h 539886"/>
                <a:gd name="connsiteX449" fmla="*/ 116274 w 279567"/>
                <a:gd name="connsiteY449" fmla="*/ 502679 h 539886"/>
                <a:gd name="connsiteX450" fmla="*/ 116274 w 279567"/>
                <a:gd name="connsiteY450" fmla="*/ 505656 h 539886"/>
                <a:gd name="connsiteX451" fmla="*/ 114184 w 279567"/>
                <a:gd name="connsiteY451" fmla="*/ 505714 h 539886"/>
                <a:gd name="connsiteX452" fmla="*/ 111484 w 279567"/>
                <a:gd name="connsiteY452" fmla="*/ 505842 h 539886"/>
                <a:gd name="connsiteX453" fmla="*/ 108789 w 279567"/>
                <a:gd name="connsiteY453" fmla="*/ 505946 h 539886"/>
                <a:gd name="connsiteX454" fmla="*/ 106600 w 279567"/>
                <a:gd name="connsiteY454" fmla="*/ 506400 h 539886"/>
                <a:gd name="connsiteX455" fmla="*/ 105856 w 279567"/>
                <a:gd name="connsiteY455" fmla="*/ 509376 h 539886"/>
                <a:gd name="connsiteX456" fmla="*/ 101019 w 279567"/>
                <a:gd name="connsiteY456" fmla="*/ 509795 h 539886"/>
                <a:gd name="connsiteX457" fmla="*/ 96182 w 279567"/>
                <a:gd name="connsiteY457" fmla="*/ 510120 h 539886"/>
                <a:gd name="connsiteX458" fmla="*/ 95438 w 279567"/>
                <a:gd name="connsiteY458" fmla="*/ 512353 h 539886"/>
                <a:gd name="connsiteX459" fmla="*/ 89163 w 279567"/>
                <a:gd name="connsiteY459" fmla="*/ 512722 h 539886"/>
                <a:gd name="connsiteX460" fmla="*/ 87253 w 279567"/>
                <a:gd name="connsiteY460" fmla="*/ 513097 h 539886"/>
                <a:gd name="connsiteX461" fmla="*/ 86532 w 279567"/>
                <a:gd name="connsiteY461" fmla="*/ 514585 h 539886"/>
                <a:gd name="connsiteX462" fmla="*/ 85765 w 279567"/>
                <a:gd name="connsiteY462" fmla="*/ 516074 h 539886"/>
                <a:gd name="connsiteX463" fmla="*/ 81253 w 279567"/>
                <a:gd name="connsiteY463" fmla="*/ 516492 h 539886"/>
                <a:gd name="connsiteX464" fmla="*/ 76835 w 279567"/>
                <a:gd name="connsiteY464" fmla="*/ 516818 h 539886"/>
                <a:gd name="connsiteX465" fmla="*/ 76091 w 279567"/>
                <a:gd name="connsiteY465" fmla="*/ 519050 h 539886"/>
                <a:gd name="connsiteX466" fmla="*/ 72417 w 279567"/>
                <a:gd name="connsiteY466" fmla="*/ 519515 h 539886"/>
                <a:gd name="connsiteX467" fmla="*/ 67161 w 279567"/>
                <a:gd name="connsiteY467" fmla="*/ 520538 h 539886"/>
                <a:gd name="connsiteX468" fmla="*/ 67161 w 279567"/>
                <a:gd name="connsiteY468" fmla="*/ 522771 h 539886"/>
                <a:gd name="connsiteX469" fmla="*/ 65423 w 279567"/>
                <a:gd name="connsiteY469" fmla="*/ 522829 h 539886"/>
                <a:gd name="connsiteX470" fmla="*/ 63161 w 279567"/>
                <a:gd name="connsiteY470" fmla="*/ 522957 h 539886"/>
                <a:gd name="connsiteX471" fmla="*/ 60911 w 279567"/>
                <a:gd name="connsiteY471" fmla="*/ 523062 h 539886"/>
                <a:gd name="connsiteX472" fmla="*/ 58975 w 279567"/>
                <a:gd name="connsiteY472" fmla="*/ 523515 h 539886"/>
                <a:gd name="connsiteX473" fmla="*/ 57487 w 279567"/>
                <a:gd name="connsiteY473" fmla="*/ 526492 h 539886"/>
                <a:gd name="connsiteX474" fmla="*/ 53720 w 279567"/>
                <a:gd name="connsiteY474" fmla="*/ 526910 h 539886"/>
                <a:gd name="connsiteX475" fmla="*/ 50046 w 279567"/>
                <a:gd name="connsiteY475" fmla="*/ 527236 h 539886"/>
                <a:gd name="connsiteX476" fmla="*/ 49302 w 279567"/>
                <a:gd name="connsiteY476" fmla="*/ 529468 h 539886"/>
                <a:gd name="connsiteX477" fmla="*/ 46325 w 279567"/>
                <a:gd name="connsiteY477" fmla="*/ 529375 h 539886"/>
                <a:gd name="connsiteX478" fmla="*/ 43349 w 279567"/>
                <a:gd name="connsiteY478" fmla="*/ 529468 h 539886"/>
                <a:gd name="connsiteX479" fmla="*/ 42604 w 279567"/>
                <a:gd name="connsiteY479" fmla="*/ 533189 h 539886"/>
                <a:gd name="connsiteX480" fmla="*/ 38000 w 279567"/>
                <a:gd name="connsiteY480" fmla="*/ 533683 h 539886"/>
                <a:gd name="connsiteX481" fmla="*/ 36651 w 279567"/>
                <a:gd name="connsiteY481" fmla="*/ 533933 h 539886"/>
                <a:gd name="connsiteX482" fmla="*/ 35907 w 279567"/>
                <a:gd name="connsiteY482" fmla="*/ 536165 h 539886"/>
                <a:gd name="connsiteX483" fmla="*/ 30698 w 279567"/>
                <a:gd name="connsiteY483" fmla="*/ 536910 h 539886"/>
                <a:gd name="connsiteX484" fmla="*/ 30698 w 279567"/>
                <a:gd name="connsiteY484" fmla="*/ 539886 h 539886"/>
                <a:gd name="connsiteX485" fmla="*/ 24001 w 279567"/>
                <a:gd name="connsiteY485" fmla="*/ 539886 h 539886"/>
                <a:gd name="connsiteX486" fmla="*/ 24001 w 279567"/>
                <a:gd name="connsiteY486" fmla="*/ 537654 h 539886"/>
                <a:gd name="connsiteX487" fmla="*/ 22513 w 279567"/>
                <a:gd name="connsiteY487" fmla="*/ 537654 h 539886"/>
                <a:gd name="connsiteX488" fmla="*/ 22187 w 279567"/>
                <a:gd name="connsiteY488" fmla="*/ 535282 h 539886"/>
                <a:gd name="connsiteX489" fmla="*/ 21024 w 279567"/>
                <a:gd name="connsiteY489" fmla="*/ 528724 h 539886"/>
                <a:gd name="connsiteX490" fmla="*/ 19536 w 279567"/>
                <a:gd name="connsiteY490" fmla="*/ 528724 h 539886"/>
                <a:gd name="connsiteX491" fmla="*/ 19173 w 279567"/>
                <a:gd name="connsiteY491" fmla="*/ 524146 h 539886"/>
                <a:gd name="connsiteX492" fmla="*/ 18792 w 279567"/>
                <a:gd name="connsiteY492" fmla="*/ 522771 h 539886"/>
                <a:gd name="connsiteX493" fmla="*/ 16559 w 279567"/>
                <a:gd name="connsiteY493" fmla="*/ 522027 h 539886"/>
                <a:gd name="connsiteX494" fmla="*/ 16118 w 279567"/>
                <a:gd name="connsiteY494" fmla="*/ 516841 h 539886"/>
                <a:gd name="connsiteX495" fmla="*/ 15815 w 279567"/>
                <a:gd name="connsiteY495" fmla="*/ 515329 h 539886"/>
                <a:gd name="connsiteX496" fmla="*/ 13583 w 279567"/>
                <a:gd name="connsiteY496" fmla="*/ 514585 h 539886"/>
                <a:gd name="connsiteX497" fmla="*/ 13583 w 279567"/>
                <a:gd name="connsiteY497" fmla="*/ 509376 h 539886"/>
                <a:gd name="connsiteX498" fmla="*/ 11350 w 279567"/>
                <a:gd name="connsiteY498" fmla="*/ 507888 h 539886"/>
                <a:gd name="connsiteX499" fmla="*/ 10978 w 279567"/>
                <a:gd name="connsiteY499" fmla="*/ 505237 h 539886"/>
                <a:gd name="connsiteX500" fmla="*/ 10606 w 279567"/>
                <a:gd name="connsiteY500" fmla="*/ 502679 h 539886"/>
                <a:gd name="connsiteX501" fmla="*/ 8374 w 279567"/>
                <a:gd name="connsiteY501" fmla="*/ 501935 h 539886"/>
                <a:gd name="connsiteX502" fmla="*/ 7630 w 279567"/>
                <a:gd name="connsiteY502" fmla="*/ 496726 h 539886"/>
                <a:gd name="connsiteX503" fmla="*/ 5397 w 279567"/>
                <a:gd name="connsiteY503" fmla="*/ 495982 h 539886"/>
                <a:gd name="connsiteX504" fmla="*/ 4653 w 279567"/>
                <a:gd name="connsiteY504" fmla="*/ 492261 h 539886"/>
                <a:gd name="connsiteX505" fmla="*/ 3165 w 279567"/>
                <a:gd name="connsiteY505" fmla="*/ 491517 h 539886"/>
                <a:gd name="connsiteX506" fmla="*/ 2839 w 279567"/>
                <a:gd name="connsiteY506" fmla="*/ 490029 h 539886"/>
                <a:gd name="connsiteX507" fmla="*/ 2421 w 279567"/>
                <a:gd name="connsiteY507" fmla="*/ 488540 h 539886"/>
                <a:gd name="connsiteX508" fmla="*/ 188 w 279567"/>
                <a:gd name="connsiteY508" fmla="*/ 487796 h 539886"/>
                <a:gd name="connsiteX509" fmla="*/ 49 w 279567"/>
                <a:gd name="connsiteY509" fmla="*/ 483285 h 539886"/>
                <a:gd name="connsiteX510" fmla="*/ 110 w 279567"/>
                <a:gd name="connsiteY510" fmla="*/ 480794 h 539886"/>
                <a:gd name="connsiteX511" fmla="*/ 188 w 279567"/>
                <a:gd name="connsiteY511" fmla="*/ 478867 h 539886"/>
                <a:gd name="connsiteX512" fmla="*/ 3165 w 279567"/>
                <a:gd name="connsiteY512" fmla="*/ 478867 h 539886"/>
                <a:gd name="connsiteX513" fmla="*/ 4653 w 279567"/>
                <a:gd name="connsiteY513" fmla="*/ 475146 h 539886"/>
                <a:gd name="connsiteX514" fmla="*/ 6141 w 279567"/>
                <a:gd name="connsiteY514" fmla="*/ 475146 h 539886"/>
                <a:gd name="connsiteX515" fmla="*/ 7630 w 279567"/>
                <a:gd name="connsiteY515" fmla="*/ 472169 h 539886"/>
                <a:gd name="connsiteX516" fmla="*/ 12260 w 279567"/>
                <a:gd name="connsiteY516" fmla="*/ 466614 h 539886"/>
                <a:gd name="connsiteX517" fmla="*/ 14327 w 279567"/>
                <a:gd name="connsiteY517" fmla="*/ 461007 h 539886"/>
                <a:gd name="connsiteX518" fmla="*/ 15815 w 279567"/>
                <a:gd name="connsiteY518" fmla="*/ 460263 h 539886"/>
                <a:gd name="connsiteX519" fmla="*/ 16280 w 279567"/>
                <a:gd name="connsiteY519" fmla="*/ 457240 h 539886"/>
                <a:gd name="connsiteX520" fmla="*/ 16559 w 279567"/>
                <a:gd name="connsiteY520" fmla="*/ 454310 h 539886"/>
                <a:gd name="connsiteX521" fmla="*/ 18792 w 279567"/>
                <a:gd name="connsiteY521" fmla="*/ 454310 h 539886"/>
                <a:gd name="connsiteX522" fmla="*/ 19536 w 279567"/>
                <a:gd name="connsiteY522" fmla="*/ 441660 h 539886"/>
                <a:gd name="connsiteX523" fmla="*/ 21024 w 279567"/>
                <a:gd name="connsiteY523" fmla="*/ 441660 h 539886"/>
                <a:gd name="connsiteX524" fmla="*/ 21028 w 279567"/>
                <a:gd name="connsiteY524" fmla="*/ 438853 h 539886"/>
                <a:gd name="connsiteX525" fmla="*/ 21206 w 279567"/>
                <a:gd name="connsiteY525" fmla="*/ 316427 h 539886"/>
                <a:gd name="connsiteX526" fmla="*/ 21208 w 279567"/>
                <a:gd name="connsiteY526" fmla="*/ 314556 h 539886"/>
                <a:gd name="connsiteX527" fmla="*/ 21271 w 279567"/>
                <a:gd name="connsiteY527" fmla="*/ 274302 h 539886"/>
                <a:gd name="connsiteX528" fmla="*/ 21301 w 279567"/>
                <a:gd name="connsiteY528" fmla="*/ 254562 h 539886"/>
                <a:gd name="connsiteX529" fmla="*/ 21304 w 279567"/>
                <a:gd name="connsiteY529" fmla="*/ 252577 h 539886"/>
                <a:gd name="connsiteX530" fmla="*/ 21397 w 279567"/>
                <a:gd name="connsiteY530" fmla="*/ 188865 h 539886"/>
                <a:gd name="connsiteX531" fmla="*/ 21495 w 279567"/>
                <a:gd name="connsiteY531" fmla="*/ 123412 h 539886"/>
                <a:gd name="connsiteX532" fmla="*/ 21510 w 279567"/>
                <a:gd name="connsiteY532" fmla="*/ 114174 h 539886"/>
                <a:gd name="connsiteX533" fmla="*/ 21513 w 279567"/>
                <a:gd name="connsiteY533" fmla="*/ 112338 h 539886"/>
                <a:gd name="connsiteX534" fmla="*/ 21554 w 279567"/>
                <a:gd name="connsiteY534" fmla="*/ 83030 h 539886"/>
                <a:gd name="connsiteX535" fmla="*/ 21599 w 279567"/>
                <a:gd name="connsiteY535" fmla="*/ 53590 h 539886"/>
                <a:gd name="connsiteX536" fmla="*/ 21624 w 279567"/>
                <a:gd name="connsiteY536" fmla="*/ 36083 h 539886"/>
                <a:gd name="connsiteX537" fmla="*/ 21646 w 279567"/>
                <a:gd name="connsiteY537" fmla="*/ 23036 h 539886"/>
                <a:gd name="connsiteX538" fmla="*/ 21652 w 279567"/>
                <a:gd name="connsiteY538" fmla="*/ 17738 h 539886"/>
                <a:gd name="connsiteX539" fmla="*/ 21665 w 279567"/>
                <a:gd name="connsiteY539" fmla="*/ 10572 h 539886"/>
                <a:gd name="connsiteX540" fmla="*/ 21663 w 279567"/>
                <a:gd name="connsiteY540" fmla="*/ 8465 h 539886"/>
                <a:gd name="connsiteX541" fmla="*/ 21671 w 279567"/>
                <a:gd name="connsiteY541" fmla="*/ 6541 h 539886"/>
                <a:gd name="connsiteX542" fmla="*/ 21674 w 279567"/>
                <a:gd name="connsiteY542" fmla="*/ 4885 h 539886"/>
                <a:gd name="connsiteX543" fmla="*/ 22513 w 279567"/>
                <a:gd name="connsiteY543" fmla="*/ 384 h 539886"/>
                <a:gd name="connsiteX544" fmla="*/ 26009 w 279567"/>
                <a:gd name="connsiteY544" fmla="*/ 18 h 539886"/>
                <a:gd name="connsiteX545" fmla="*/ 28316 w 279567"/>
                <a:gd name="connsiteY545" fmla="*/ 0 h 53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Lst>
              <a:rect l="l" t="t" r="r" b="b"/>
              <a:pathLst>
                <a:path w="279567" h="539886">
                  <a:moveTo>
                    <a:pt x="174025" y="173539"/>
                  </a:moveTo>
                  <a:cubicBezTo>
                    <a:pt x="172623" y="173559"/>
                    <a:pt x="172623" y="173559"/>
                    <a:pt x="171250" y="173580"/>
                  </a:cubicBezTo>
                  <a:cubicBezTo>
                    <a:pt x="168193" y="173578"/>
                    <a:pt x="165137" y="173579"/>
                    <a:pt x="162081" y="173609"/>
                  </a:cubicBezTo>
                  <a:cubicBezTo>
                    <a:pt x="159339" y="173636"/>
                    <a:pt x="156597" y="173647"/>
                    <a:pt x="153855" y="173652"/>
                  </a:cubicBezTo>
                  <a:cubicBezTo>
                    <a:pt x="148679" y="173660"/>
                    <a:pt x="143503" y="173684"/>
                    <a:pt x="138328" y="173721"/>
                  </a:cubicBezTo>
                  <a:cubicBezTo>
                    <a:pt x="132388" y="173764"/>
                    <a:pt x="126448" y="173790"/>
                    <a:pt x="120507" y="173809"/>
                  </a:cubicBezTo>
                  <a:cubicBezTo>
                    <a:pt x="107713" y="173849"/>
                    <a:pt x="94919" y="173915"/>
                    <a:pt x="82124" y="174002"/>
                  </a:cubicBezTo>
                  <a:cubicBezTo>
                    <a:pt x="82020" y="178739"/>
                    <a:pt x="81920" y="183476"/>
                    <a:pt x="81823" y="188213"/>
                  </a:cubicBezTo>
                  <a:cubicBezTo>
                    <a:pt x="81785" y="190142"/>
                    <a:pt x="81745" y="192072"/>
                    <a:pt x="81706" y="194001"/>
                  </a:cubicBezTo>
                  <a:cubicBezTo>
                    <a:pt x="81643" y="196852"/>
                    <a:pt x="81581" y="199703"/>
                    <a:pt x="81524" y="202554"/>
                  </a:cubicBezTo>
                  <a:cubicBezTo>
                    <a:pt x="81505" y="203470"/>
                    <a:pt x="81488" y="204360"/>
                    <a:pt x="81470" y="205250"/>
                  </a:cubicBezTo>
                  <a:cubicBezTo>
                    <a:pt x="81450" y="206148"/>
                    <a:pt x="81429" y="207019"/>
                    <a:pt x="81409" y="207890"/>
                  </a:cubicBezTo>
                  <a:cubicBezTo>
                    <a:pt x="81394" y="208719"/>
                    <a:pt x="81379" y="209523"/>
                    <a:pt x="81364" y="210328"/>
                  </a:cubicBezTo>
                  <a:cubicBezTo>
                    <a:pt x="81319" y="212465"/>
                    <a:pt x="81169" y="213764"/>
                    <a:pt x="82124" y="215674"/>
                  </a:cubicBezTo>
                  <a:cubicBezTo>
                    <a:pt x="82680" y="215737"/>
                    <a:pt x="83220" y="215798"/>
                    <a:pt x="83759" y="215859"/>
                  </a:cubicBezTo>
                  <a:cubicBezTo>
                    <a:pt x="84874" y="215858"/>
                    <a:pt x="84874" y="215858"/>
                    <a:pt x="85966" y="215858"/>
                  </a:cubicBezTo>
                  <a:cubicBezTo>
                    <a:pt x="86824" y="215861"/>
                    <a:pt x="87657" y="215864"/>
                    <a:pt x="88489" y="215867"/>
                  </a:cubicBezTo>
                  <a:cubicBezTo>
                    <a:pt x="89439" y="215863"/>
                    <a:pt x="90361" y="215859"/>
                    <a:pt x="91282" y="215855"/>
                  </a:cubicBezTo>
                  <a:cubicBezTo>
                    <a:pt x="94358" y="215859"/>
                    <a:pt x="97434" y="215862"/>
                    <a:pt x="100509" y="215854"/>
                  </a:cubicBezTo>
                  <a:cubicBezTo>
                    <a:pt x="103270" y="215846"/>
                    <a:pt x="106030" y="215844"/>
                    <a:pt x="108790" y="215844"/>
                  </a:cubicBezTo>
                  <a:cubicBezTo>
                    <a:pt x="113406" y="215845"/>
                    <a:pt x="118022" y="215841"/>
                    <a:pt x="122638" y="215831"/>
                  </a:cubicBezTo>
                  <a:cubicBezTo>
                    <a:pt x="128024" y="215819"/>
                    <a:pt x="133409" y="215811"/>
                    <a:pt x="138795" y="215812"/>
                  </a:cubicBezTo>
                  <a:cubicBezTo>
                    <a:pt x="144006" y="215812"/>
                    <a:pt x="149218" y="215810"/>
                    <a:pt x="154429" y="215804"/>
                  </a:cubicBezTo>
                  <a:cubicBezTo>
                    <a:pt x="156639" y="215802"/>
                    <a:pt x="158849" y="215799"/>
                    <a:pt x="161059" y="215798"/>
                  </a:cubicBezTo>
                  <a:cubicBezTo>
                    <a:pt x="163711" y="215798"/>
                    <a:pt x="166363" y="215796"/>
                    <a:pt x="169015" y="215789"/>
                  </a:cubicBezTo>
                  <a:cubicBezTo>
                    <a:pt x="170009" y="215787"/>
                    <a:pt x="170973" y="215784"/>
                    <a:pt x="171937" y="215782"/>
                  </a:cubicBezTo>
                  <a:cubicBezTo>
                    <a:pt x="172887" y="215782"/>
                    <a:pt x="173808" y="215783"/>
                    <a:pt x="174730" y="215783"/>
                  </a:cubicBezTo>
                  <a:cubicBezTo>
                    <a:pt x="175588" y="215780"/>
                    <a:pt x="176421" y="215776"/>
                    <a:pt x="177253" y="215773"/>
                  </a:cubicBezTo>
                  <a:cubicBezTo>
                    <a:pt x="178981" y="215770"/>
                    <a:pt x="180578" y="216191"/>
                    <a:pt x="181839" y="214930"/>
                  </a:cubicBezTo>
                  <a:cubicBezTo>
                    <a:pt x="181677" y="214263"/>
                    <a:pt x="181677" y="214263"/>
                    <a:pt x="181518" y="213609"/>
                  </a:cubicBezTo>
                  <a:cubicBezTo>
                    <a:pt x="181042" y="211974"/>
                    <a:pt x="181042" y="211974"/>
                    <a:pt x="181011" y="210321"/>
                  </a:cubicBezTo>
                  <a:cubicBezTo>
                    <a:pt x="181015" y="209713"/>
                    <a:pt x="181018" y="209122"/>
                    <a:pt x="181022" y="208532"/>
                  </a:cubicBezTo>
                  <a:cubicBezTo>
                    <a:pt x="181026" y="207502"/>
                    <a:pt x="181026" y="207502"/>
                    <a:pt x="181030" y="206492"/>
                  </a:cubicBezTo>
                  <a:cubicBezTo>
                    <a:pt x="181036" y="205749"/>
                    <a:pt x="181042" y="205027"/>
                    <a:pt x="181049" y="204305"/>
                  </a:cubicBezTo>
                  <a:cubicBezTo>
                    <a:pt x="181060" y="201165"/>
                    <a:pt x="181075" y="198025"/>
                    <a:pt x="181095" y="194884"/>
                  </a:cubicBezTo>
                  <a:cubicBezTo>
                    <a:pt x="181110" y="192501"/>
                    <a:pt x="181124" y="190118"/>
                    <a:pt x="181133" y="187734"/>
                  </a:cubicBezTo>
                  <a:cubicBezTo>
                    <a:pt x="181137" y="186590"/>
                    <a:pt x="181137" y="186590"/>
                    <a:pt x="181142" y="185469"/>
                  </a:cubicBezTo>
                  <a:cubicBezTo>
                    <a:pt x="181148" y="184727"/>
                    <a:pt x="181154" y="184007"/>
                    <a:pt x="181160" y="183287"/>
                  </a:cubicBezTo>
                  <a:cubicBezTo>
                    <a:pt x="181164" y="182253"/>
                    <a:pt x="181164" y="182253"/>
                    <a:pt x="181168" y="181240"/>
                  </a:cubicBezTo>
                  <a:cubicBezTo>
                    <a:pt x="181184" y="178720"/>
                    <a:pt x="181167" y="176401"/>
                    <a:pt x="180351" y="174002"/>
                  </a:cubicBezTo>
                  <a:cubicBezTo>
                    <a:pt x="179798" y="173846"/>
                    <a:pt x="179262" y="173695"/>
                    <a:pt x="178725" y="173544"/>
                  </a:cubicBezTo>
                  <a:cubicBezTo>
                    <a:pt x="177980" y="173548"/>
                    <a:pt x="177256" y="173551"/>
                    <a:pt x="176532" y="173554"/>
                  </a:cubicBezTo>
                  <a:cubicBezTo>
                    <a:pt x="175266" y="173547"/>
                    <a:pt x="175266" y="173547"/>
                    <a:pt x="174025" y="173539"/>
                  </a:cubicBezTo>
                  <a:close/>
                  <a:moveTo>
                    <a:pt x="174721" y="67915"/>
                  </a:moveTo>
                  <a:cubicBezTo>
                    <a:pt x="173309" y="67927"/>
                    <a:pt x="173309" y="67927"/>
                    <a:pt x="171925" y="67939"/>
                  </a:cubicBezTo>
                  <a:cubicBezTo>
                    <a:pt x="168846" y="67938"/>
                    <a:pt x="165766" y="67939"/>
                    <a:pt x="162687" y="67957"/>
                  </a:cubicBezTo>
                  <a:cubicBezTo>
                    <a:pt x="159924" y="67973"/>
                    <a:pt x="157161" y="67980"/>
                    <a:pt x="154398" y="67983"/>
                  </a:cubicBezTo>
                  <a:cubicBezTo>
                    <a:pt x="149183" y="67988"/>
                    <a:pt x="143969" y="68002"/>
                    <a:pt x="138754" y="68024"/>
                  </a:cubicBezTo>
                  <a:cubicBezTo>
                    <a:pt x="132768" y="68050"/>
                    <a:pt x="126783" y="68066"/>
                    <a:pt x="120798" y="68077"/>
                  </a:cubicBezTo>
                  <a:cubicBezTo>
                    <a:pt x="107907" y="68101"/>
                    <a:pt x="95015" y="68142"/>
                    <a:pt x="82124" y="68193"/>
                  </a:cubicBezTo>
                  <a:cubicBezTo>
                    <a:pt x="82124" y="82361"/>
                    <a:pt x="82124" y="96113"/>
                    <a:pt x="82124" y="109865"/>
                  </a:cubicBezTo>
                  <a:cubicBezTo>
                    <a:pt x="94425" y="109881"/>
                    <a:pt x="106726" y="109894"/>
                    <a:pt x="119027" y="109902"/>
                  </a:cubicBezTo>
                  <a:cubicBezTo>
                    <a:pt x="125005" y="109906"/>
                    <a:pt x="130983" y="109910"/>
                    <a:pt x="136961" y="109918"/>
                  </a:cubicBezTo>
                  <a:cubicBezTo>
                    <a:pt x="142214" y="109926"/>
                    <a:pt x="147466" y="109932"/>
                    <a:pt x="152719" y="109934"/>
                  </a:cubicBezTo>
                  <a:cubicBezTo>
                    <a:pt x="155490" y="109935"/>
                    <a:pt x="158262" y="109935"/>
                    <a:pt x="161034" y="109940"/>
                  </a:cubicBezTo>
                  <a:cubicBezTo>
                    <a:pt x="163689" y="109945"/>
                    <a:pt x="166344" y="109950"/>
                    <a:pt x="168999" y="109949"/>
                  </a:cubicBezTo>
                  <a:cubicBezTo>
                    <a:pt x="170477" y="109949"/>
                    <a:pt x="170477" y="109949"/>
                    <a:pt x="171925" y="109949"/>
                  </a:cubicBezTo>
                  <a:cubicBezTo>
                    <a:pt x="172876" y="109952"/>
                    <a:pt x="173799" y="109955"/>
                    <a:pt x="174721" y="109957"/>
                  </a:cubicBezTo>
                  <a:cubicBezTo>
                    <a:pt x="175580" y="109956"/>
                    <a:pt x="176414" y="109955"/>
                    <a:pt x="177248" y="109954"/>
                  </a:cubicBezTo>
                  <a:cubicBezTo>
                    <a:pt x="178364" y="109955"/>
                    <a:pt x="178364" y="109955"/>
                    <a:pt x="179457" y="109956"/>
                  </a:cubicBezTo>
                  <a:cubicBezTo>
                    <a:pt x="181095" y="109865"/>
                    <a:pt x="181095" y="109865"/>
                    <a:pt x="181839" y="109120"/>
                  </a:cubicBezTo>
                  <a:cubicBezTo>
                    <a:pt x="181730" y="108672"/>
                    <a:pt x="181625" y="108237"/>
                    <a:pt x="181519" y="107802"/>
                  </a:cubicBezTo>
                  <a:cubicBezTo>
                    <a:pt x="181043" y="106162"/>
                    <a:pt x="181043" y="106162"/>
                    <a:pt x="181000" y="104496"/>
                  </a:cubicBezTo>
                  <a:cubicBezTo>
                    <a:pt x="181000" y="103881"/>
                    <a:pt x="180999" y="103284"/>
                    <a:pt x="180998" y="102687"/>
                  </a:cubicBezTo>
                  <a:cubicBezTo>
                    <a:pt x="180996" y="101986"/>
                    <a:pt x="180994" y="101306"/>
                    <a:pt x="180991" y="100626"/>
                  </a:cubicBezTo>
                  <a:cubicBezTo>
                    <a:pt x="180994" y="99511"/>
                    <a:pt x="180994" y="99511"/>
                    <a:pt x="180996" y="98418"/>
                  </a:cubicBezTo>
                  <a:cubicBezTo>
                    <a:pt x="180994" y="96874"/>
                    <a:pt x="180993" y="95331"/>
                    <a:pt x="180993" y="93787"/>
                  </a:cubicBezTo>
                  <a:cubicBezTo>
                    <a:pt x="180998" y="91354"/>
                    <a:pt x="181002" y="88920"/>
                    <a:pt x="180998" y="86487"/>
                  </a:cubicBezTo>
                  <a:cubicBezTo>
                    <a:pt x="180995" y="84897"/>
                    <a:pt x="180993" y="83307"/>
                    <a:pt x="180994" y="81717"/>
                  </a:cubicBezTo>
                  <a:cubicBezTo>
                    <a:pt x="180994" y="80943"/>
                    <a:pt x="180995" y="80193"/>
                    <a:pt x="180996" y="79442"/>
                  </a:cubicBezTo>
                  <a:cubicBezTo>
                    <a:pt x="180994" y="78688"/>
                    <a:pt x="180993" y="77956"/>
                    <a:pt x="180991" y="77225"/>
                  </a:cubicBezTo>
                  <a:cubicBezTo>
                    <a:pt x="180995" y="76191"/>
                    <a:pt x="180995" y="76191"/>
                    <a:pt x="180998" y="75177"/>
                  </a:cubicBezTo>
                  <a:cubicBezTo>
                    <a:pt x="180999" y="74089"/>
                    <a:pt x="181024" y="73000"/>
                    <a:pt x="181095" y="71913"/>
                  </a:cubicBezTo>
                  <a:cubicBezTo>
                    <a:pt x="181839" y="70425"/>
                    <a:pt x="181839" y="70425"/>
                    <a:pt x="181095" y="68193"/>
                  </a:cubicBezTo>
                  <a:cubicBezTo>
                    <a:pt x="180538" y="68099"/>
                    <a:pt x="179998" y="68009"/>
                    <a:pt x="179457" y="67918"/>
                  </a:cubicBezTo>
                  <a:cubicBezTo>
                    <a:pt x="178342" y="67921"/>
                    <a:pt x="178342" y="67921"/>
                    <a:pt x="177248" y="67924"/>
                  </a:cubicBezTo>
                  <a:cubicBezTo>
                    <a:pt x="175972" y="67920"/>
                    <a:pt x="175972" y="67920"/>
                    <a:pt x="174721" y="67915"/>
                  </a:cubicBezTo>
                  <a:close/>
                  <a:moveTo>
                    <a:pt x="28316" y="0"/>
                  </a:moveTo>
                  <a:cubicBezTo>
                    <a:pt x="29162" y="9"/>
                    <a:pt x="30008" y="17"/>
                    <a:pt x="30879" y="26"/>
                  </a:cubicBezTo>
                  <a:cubicBezTo>
                    <a:pt x="31768" y="24"/>
                    <a:pt x="32657" y="21"/>
                    <a:pt x="33573" y="19"/>
                  </a:cubicBezTo>
                  <a:cubicBezTo>
                    <a:pt x="36056" y="14"/>
                    <a:pt x="38539" y="24"/>
                    <a:pt x="41022" y="39"/>
                  </a:cubicBezTo>
                  <a:cubicBezTo>
                    <a:pt x="43735" y="52"/>
                    <a:pt x="46448" y="47"/>
                    <a:pt x="49161" y="45"/>
                  </a:cubicBezTo>
                  <a:cubicBezTo>
                    <a:pt x="54434" y="44"/>
                    <a:pt x="59707" y="57"/>
                    <a:pt x="64980" y="76"/>
                  </a:cubicBezTo>
                  <a:cubicBezTo>
                    <a:pt x="71075" y="98"/>
                    <a:pt x="77171" y="100"/>
                    <a:pt x="83266" y="103"/>
                  </a:cubicBezTo>
                  <a:cubicBezTo>
                    <a:pt x="99369" y="118"/>
                    <a:pt x="115472" y="160"/>
                    <a:pt x="131576" y="198"/>
                  </a:cubicBezTo>
                  <a:cubicBezTo>
                    <a:pt x="167536" y="260"/>
                    <a:pt x="203496" y="321"/>
                    <a:pt x="240546" y="384"/>
                  </a:cubicBezTo>
                  <a:cubicBezTo>
                    <a:pt x="240546" y="92717"/>
                    <a:pt x="240546" y="185050"/>
                    <a:pt x="240546" y="280181"/>
                  </a:cubicBezTo>
                  <a:cubicBezTo>
                    <a:pt x="213779" y="280427"/>
                    <a:pt x="187012" y="280672"/>
                    <a:pt x="159434" y="280925"/>
                  </a:cubicBezTo>
                  <a:cubicBezTo>
                    <a:pt x="160171" y="281662"/>
                    <a:pt x="160908" y="282399"/>
                    <a:pt x="161667" y="283158"/>
                  </a:cubicBezTo>
                  <a:cubicBezTo>
                    <a:pt x="161995" y="285140"/>
                    <a:pt x="161995" y="285140"/>
                    <a:pt x="162085" y="287343"/>
                  </a:cubicBezTo>
                  <a:cubicBezTo>
                    <a:pt x="162147" y="289492"/>
                    <a:pt x="162147" y="289492"/>
                    <a:pt x="162411" y="291343"/>
                  </a:cubicBezTo>
                  <a:cubicBezTo>
                    <a:pt x="162902" y="291589"/>
                    <a:pt x="163393" y="291834"/>
                    <a:pt x="163899" y="292087"/>
                  </a:cubicBezTo>
                  <a:cubicBezTo>
                    <a:pt x="164165" y="294398"/>
                    <a:pt x="164230" y="296693"/>
                    <a:pt x="164315" y="299017"/>
                  </a:cubicBezTo>
                  <a:cubicBezTo>
                    <a:pt x="164423" y="299677"/>
                    <a:pt x="164532" y="300337"/>
                    <a:pt x="164643" y="301017"/>
                  </a:cubicBezTo>
                  <a:cubicBezTo>
                    <a:pt x="165380" y="301263"/>
                    <a:pt x="166117" y="301508"/>
                    <a:pt x="166876" y="301761"/>
                  </a:cubicBezTo>
                  <a:cubicBezTo>
                    <a:pt x="167226" y="304079"/>
                    <a:pt x="167251" y="306349"/>
                    <a:pt x="167318" y="308691"/>
                  </a:cubicBezTo>
                  <a:cubicBezTo>
                    <a:pt x="167417" y="309351"/>
                    <a:pt x="167517" y="310011"/>
                    <a:pt x="167620" y="310691"/>
                  </a:cubicBezTo>
                  <a:cubicBezTo>
                    <a:pt x="168357" y="310936"/>
                    <a:pt x="169093" y="311182"/>
                    <a:pt x="169852" y="311435"/>
                  </a:cubicBezTo>
                  <a:cubicBezTo>
                    <a:pt x="170181" y="313435"/>
                    <a:pt x="170181" y="313435"/>
                    <a:pt x="170271" y="315900"/>
                  </a:cubicBezTo>
                  <a:cubicBezTo>
                    <a:pt x="170333" y="318292"/>
                    <a:pt x="170333" y="318292"/>
                    <a:pt x="170597" y="320365"/>
                  </a:cubicBezTo>
                  <a:cubicBezTo>
                    <a:pt x="171088" y="320610"/>
                    <a:pt x="171579" y="320856"/>
                    <a:pt x="172085" y="321109"/>
                  </a:cubicBezTo>
                  <a:cubicBezTo>
                    <a:pt x="172349" y="323032"/>
                    <a:pt x="172415" y="324937"/>
                    <a:pt x="172501" y="326876"/>
                  </a:cubicBezTo>
                  <a:cubicBezTo>
                    <a:pt x="172609" y="327428"/>
                    <a:pt x="172717" y="327981"/>
                    <a:pt x="172829" y="328550"/>
                  </a:cubicBezTo>
                  <a:cubicBezTo>
                    <a:pt x="173566" y="328796"/>
                    <a:pt x="174302" y="329041"/>
                    <a:pt x="175061" y="329294"/>
                  </a:cubicBezTo>
                  <a:cubicBezTo>
                    <a:pt x="175390" y="330806"/>
                    <a:pt x="175390" y="330806"/>
                    <a:pt x="175480" y="332643"/>
                  </a:cubicBezTo>
                  <a:cubicBezTo>
                    <a:pt x="175543" y="334431"/>
                    <a:pt x="175543" y="334431"/>
                    <a:pt x="175806" y="335992"/>
                  </a:cubicBezTo>
                  <a:cubicBezTo>
                    <a:pt x="176297" y="336237"/>
                    <a:pt x="176788" y="336483"/>
                    <a:pt x="177294" y="336736"/>
                  </a:cubicBezTo>
                  <a:cubicBezTo>
                    <a:pt x="177294" y="336245"/>
                    <a:pt x="177294" y="335753"/>
                    <a:pt x="177294" y="335247"/>
                  </a:cubicBezTo>
                  <a:cubicBezTo>
                    <a:pt x="177770" y="335140"/>
                    <a:pt x="178245" y="335033"/>
                    <a:pt x="178736" y="334922"/>
                  </a:cubicBezTo>
                  <a:cubicBezTo>
                    <a:pt x="179242" y="334784"/>
                    <a:pt x="179749" y="334646"/>
                    <a:pt x="180270" y="334503"/>
                  </a:cubicBezTo>
                  <a:cubicBezTo>
                    <a:pt x="180516" y="333767"/>
                    <a:pt x="180762" y="333030"/>
                    <a:pt x="181015" y="332271"/>
                  </a:cubicBezTo>
                  <a:cubicBezTo>
                    <a:pt x="181751" y="331780"/>
                    <a:pt x="182488" y="331289"/>
                    <a:pt x="183247" y="330783"/>
                  </a:cubicBezTo>
                  <a:cubicBezTo>
                    <a:pt x="183493" y="330046"/>
                    <a:pt x="183738" y="329309"/>
                    <a:pt x="183991" y="328550"/>
                  </a:cubicBezTo>
                  <a:cubicBezTo>
                    <a:pt x="184728" y="328305"/>
                    <a:pt x="185464" y="328059"/>
                    <a:pt x="186224" y="327806"/>
                  </a:cubicBezTo>
                  <a:cubicBezTo>
                    <a:pt x="186454" y="327315"/>
                    <a:pt x="186684" y="326824"/>
                    <a:pt x="186921" y="326318"/>
                  </a:cubicBezTo>
                  <a:cubicBezTo>
                    <a:pt x="187182" y="325827"/>
                    <a:pt x="187443" y="325336"/>
                    <a:pt x="187712" y="324829"/>
                  </a:cubicBezTo>
                  <a:cubicBezTo>
                    <a:pt x="188218" y="324707"/>
                    <a:pt x="188725" y="324584"/>
                    <a:pt x="189247" y="324457"/>
                  </a:cubicBezTo>
                  <a:cubicBezTo>
                    <a:pt x="189722" y="324335"/>
                    <a:pt x="190198" y="324212"/>
                    <a:pt x="190688" y="324085"/>
                  </a:cubicBezTo>
                  <a:cubicBezTo>
                    <a:pt x="190811" y="323579"/>
                    <a:pt x="190934" y="323072"/>
                    <a:pt x="191060" y="322551"/>
                  </a:cubicBezTo>
                  <a:cubicBezTo>
                    <a:pt x="191183" y="322075"/>
                    <a:pt x="191306" y="321599"/>
                    <a:pt x="191433" y="321109"/>
                  </a:cubicBezTo>
                  <a:cubicBezTo>
                    <a:pt x="192415" y="321109"/>
                    <a:pt x="193397" y="321109"/>
                    <a:pt x="194409" y="321109"/>
                  </a:cubicBezTo>
                  <a:cubicBezTo>
                    <a:pt x="194409" y="320127"/>
                    <a:pt x="194409" y="319144"/>
                    <a:pt x="194409" y="318132"/>
                  </a:cubicBezTo>
                  <a:cubicBezTo>
                    <a:pt x="195391" y="318132"/>
                    <a:pt x="196374" y="318132"/>
                    <a:pt x="197386" y="318132"/>
                  </a:cubicBezTo>
                  <a:cubicBezTo>
                    <a:pt x="197825" y="316684"/>
                    <a:pt x="197825" y="316684"/>
                    <a:pt x="198130" y="315156"/>
                  </a:cubicBezTo>
                  <a:cubicBezTo>
                    <a:pt x="198866" y="314910"/>
                    <a:pt x="199603" y="314665"/>
                    <a:pt x="200362" y="314412"/>
                  </a:cubicBezTo>
                  <a:cubicBezTo>
                    <a:pt x="200631" y="313425"/>
                    <a:pt x="200881" y="312433"/>
                    <a:pt x="201106" y="311435"/>
                  </a:cubicBezTo>
                  <a:cubicBezTo>
                    <a:pt x="201597" y="311435"/>
                    <a:pt x="202089" y="311435"/>
                    <a:pt x="202595" y="311435"/>
                  </a:cubicBezTo>
                  <a:cubicBezTo>
                    <a:pt x="202809" y="310836"/>
                    <a:pt x="203024" y="310238"/>
                    <a:pt x="203246" y="309621"/>
                  </a:cubicBezTo>
                  <a:cubicBezTo>
                    <a:pt x="203522" y="308992"/>
                    <a:pt x="203798" y="308363"/>
                    <a:pt x="204083" y="307714"/>
                  </a:cubicBezTo>
                  <a:cubicBezTo>
                    <a:pt x="205075" y="307466"/>
                    <a:pt x="206067" y="307218"/>
                    <a:pt x="207059" y="306970"/>
                  </a:cubicBezTo>
                  <a:cubicBezTo>
                    <a:pt x="207596" y="305747"/>
                    <a:pt x="208096" y="304507"/>
                    <a:pt x="208548" y="303249"/>
                  </a:cubicBezTo>
                  <a:cubicBezTo>
                    <a:pt x="209039" y="303249"/>
                    <a:pt x="209530" y="303249"/>
                    <a:pt x="210036" y="303249"/>
                  </a:cubicBezTo>
                  <a:cubicBezTo>
                    <a:pt x="210036" y="302513"/>
                    <a:pt x="210036" y="301776"/>
                    <a:pt x="210036" y="301017"/>
                  </a:cubicBezTo>
                  <a:cubicBezTo>
                    <a:pt x="210512" y="300910"/>
                    <a:pt x="210988" y="300802"/>
                    <a:pt x="211478" y="300691"/>
                  </a:cubicBezTo>
                  <a:cubicBezTo>
                    <a:pt x="211984" y="300553"/>
                    <a:pt x="212491" y="300415"/>
                    <a:pt x="213013" y="300273"/>
                  </a:cubicBezTo>
                  <a:cubicBezTo>
                    <a:pt x="213282" y="299286"/>
                    <a:pt x="213531" y="298294"/>
                    <a:pt x="213757" y="297296"/>
                  </a:cubicBezTo>
                  <a:cubicBezTo>
                    <a:pt x="214493" y="297296"/>
                    <a:pt x="215230" y="297296"/>
                    <a:pt x="215989" y="297296"/>
                  </a:cubicBezTo>
                  <a:cubicBezTo>
                    <a:pt x="215989" y="296314"/>
                    <a:pt x="215989" y="295332"/>
                    <a:pt x="215989" y="294320"/>
                  </a:cubicBezTo>
                  <a:cubicBezTo>
                    <a:pt x="216726" y="294074"/>
                    <a:pt x="217463" y="293829"/>
                    <a:pt x="218222" y="293576"/>
                  </a:cubicBezTo>
                  <a:cubicBezTo>
                    <a:pt x="218344" y="293084"/>
                    <a:pt x="218467" y="292593"/>
                    <a:pt x="218594" y="292087"/>
                  </a:cubicBezTo>
                  <a:cubicBezTo>
                    <a:pt x="218716" y="291596"/>
                    <a:pt x="218839" y="291105"/>
                    <a:pt x="218966" y="290599"/>
                  </a:cubicBezTo>
                  <a:cubicBezTo>
                    <a:pt x="219702" y="290353"/>
                    <a:pt x="220439" y="290108"/>
                    <a:pt x="221198" y="289855"/>
                  </a:cubicBezTo>
                  <a:cubicBezTo>
                    <a:pt x="221444" y="289118"/>
                    <a:pt x="221689" y="288381"/>
                    <a:pt x="221942" y="287622"/>
                  </a:cubicBezTo>
                  <a:cubicBezTo>
                    <a:pt x="222433" y="287377"/>
                    <a:pt x="222925" y="287131"/>
                    <a:pt x="223431" y="286878"/>
                  </a:cubicBezTo>
                  <a:cubicBezTo>
                    <a:pt x="223507" y="286418"/>
                    <a:pt x="223584" y="285957"/>
                    <a:pt x="223663" y="285483"/>
                  </a:cubicBezTo>
                  <a:cubicBezTo>
                    <a:pt x="224175" y="283902"/>
                    <a:pt x="224175" y="283902"/>
                    <a:pt x="225896" y="282646"/>
                  </a:cubicBezTo>
                  <a:cubicBezTo>
                    <a:pt x="226555" y="282324"/>
                    <a:pt x="227215" y="282001"/>
                    <a:pt x="227895" y="281669"/>
                  </a:cubicBezTo>
                  <a:cubicBezTo>
                    <a:pt x="228387" y="281424"/>
                    <a:pt x="228878" y="281178"/>
                    <a:pt x="229384" y="280925"/>
                  </a:cubicBezTo>
                  <a:cubicBezTo>
                    <a:pt x="230872" y="280925"/>
                    <a:pt x="230872" y="280925"/>
                    <a:pt x="232872" y="282600"/>
                  </a:cubicBezTo>
                  <a:cubicBezTo>
                    <a:pt x="234593" y="284646"/>
                    <a:pt x="234593" y="284646"/>
                    <a:pt x="235337" y="286878"/>
                  </a:cubicBezTo>
                  <a:cubicBezTo>
                    <a:pt x="236073" y="287369"/>
                    <a:pt x="236810" y="287861"/>
                    <a:pt x="237569" y="288367"/>
                  </a:cubicBezTo>
                  <a:cubicBezTo>
                    <a:pt x="238323" y="289601"/>
                    <a:pt x="239066" y="290842"/>
                    <a:pt x="239802" y="292087"/>
                  </a:cubicBezTo>
                  <a:cubicBezTo>
                    <a:pt x="241321" y="294064"/>
                    <a:pt x="242897" y="295975"/>
                    <a:pt x="244732" y="297668"/>
                  </a:cubicBezTo>
                  <a:cubicBezTo>
                    <a:pt x="245755" y="298785"/>
                    <a:pt x="245755" y="298785"/>
                    <a:pt x="246778" y="300924"/>
                  </a:cubicBezTo>
                  <a:cubicBezTo>
                    <a:pt x="247891" y="303349"/>
                    <a:pt x="247891" y="303349"/>
                    <a:pt x="249941" y="305203"/>
                  </a:cubicBezTo>
                  <a:cubicBezTo>
                    <a:pt x="251703" y="306966"/>
                    <a:pt x="252034" y="307605"/>
                    <a:pt x="252452" y="309947"/>
                  </a:cubicBezTo>
                  <a:cubicBezTo>
                    <a:pt x="252943" y="310192"/>
                    <a:pt x="253434" y="310438"/>
                    <a:pt x="253940" y="310691"/>
                  </a:cubicBezTo>
                  <a:cubicBezTo>
                    <a:pt x="254048" y="311182"/>
                    <a:pt x="254155" y="311673"/>
                    <a:pt x="254266" y="312179"/>
                  </a:cubicBezTo>
                  <a:cubicBezTo>
                    <a:pt x="254404" y="312670"/>
                    <a:pt x="254542" y="313161"/>
                    <a:pt x="254684" y="313667"/>
                  </a:cubicBezTo>
                  <a:cubicBezTo>
                    <a:pt x="255421" y="313913"/>
                    <a:pt x="256158" y="314159"/>
                    <a:pt x="256917" y="314412"/>
                  </a:cubicBezTo>
                  <a:cubicBezTo>
                    <a:pt x="257194" y="315396"/>
                    <a:pt x="257442" y="316389"/>
                    <a:pt x="257661" y="317388"/>
                  </a:cubicBezTo>
                  <a:cubicBezTo>
                    <a:pt x="258152" y="317634"/>
                    <a:pt x="258643" y="317879"/>
                    <a:pt x="259149" y="318132"/>
                  </a:cubicBezTo>
                  <a:cubicBezTo>
                    <a:pt x="259257" y="318746"/>
                    <a:pt x="259364" y="319360"/>
                    <a:pt x="259475" y="319993"/>
                  </a:cubicBezTo>
                  <a:cubicBezTo>
                    <a:pt x="259613" y="320607"/>
                    <a:pt x="259751" y="321220"/>
                    <a:pt x="259893" y="321853"/>
                  </a:cubicBezTo>
                  <a:cubicBezTo>
                    <a:pt x="260630" y="322098"/>
                    <a:pt x="261367" y="322344"/>
                    <a:pt x="262126" y="322597"/>
                  </a:cubicBezTo>
                  <a:cubicBezTo>
                    <a:pt x="262126" y="323334"/>
                    <a:pt x="262126" y="324070"/>
                    <a:pt x="262126" y="324829"/>
                  </a:cubicBezTo>
                  <a:cubicBezTo>
                    <a:pt x="262617" y="325075"/>
                    <a:pt x="263108" y="325321"/>
                    <a:pt x="263614" y="325574"/>
                  </a:cubicBezTo>
                  <a:cubicBezTo>
                    <a:pt x="264105" y="325819"/>
                    <a:pt x="264596" y="326065"/>
                    <a:pt x="265102" y="326318"/>
                  </a:cubicBezTo>
                  <a:cubicBezTo>
                    <a:pt x="265102" y="327054"/>
                    <a:pt x="265102" y="327791"/>
                    <a:pt x="265102" y="328550"/>
                  </a:cubicBezTo>
                  <a:cubicBezTo>
                    <a:pt x="266085" y="328550"/>
                    <a:pt x="267067" y="328550"/>
                    <a:pt x="268079" y="328550"/>
                  </a:cubicBezTo>
                  <a:cubicBezTo>
                    <a:pt x="268159" y="330007"/>
                    <a:pt x="268217" y="331464"/>
                    <a:pt x="268265" y="332922"/>
                  </a:cubicBezTo>
                  <a:cubicBezTo>
                    <a:pt x="268300" y="333734"/>
                    <a:pt x="268334" y="334545"/>
                    <a:pt x="268370" y="335381"/>
                  </a:cubicBezTo>
                  <a:cubicBezTo>
                    <a:pt x="268274" y="336074"/>
                    <a:pt x="268178" y="336766"/>
                    <a:pt x="268079" y="337480"/>
                  </a:cubicBezTo>
                  <a:cubicBezTo>
                    <a:pt x="266652" y="338413"/>
                    <a:pt x="266652" y="338413"/>
                    <a:pt x="265102" y="338968"/>
                  </a:cubicBezTo>
                  <a:cubicBezTo>
                    <a:pt x="264353" y="339957"/>
                    <a:pt x="263609" y="340949"/>
                    <a:pt x="262870" y="341945"/>
                  </a:cubicBezTo>
                  <a:cubicBezTo>
                    <a:pt x="262133" y="342190"/>
                    <a:pt x="261397" y="342436"/>
                    <a:pt x="260638" y="342689"/>
                  </a:cubicBezTo>
                  <a:cubicBezTo>
                    <a:pt x="260392" y="343426"/>
                    <a:pt x="260146" y="344162"/>
                    <a:pt x="259893" y="344921"/>
                  </a:cubicBezTo>
                  <a:cubicBezTo>
                    <a:pt x="259157" y="345167"/>
                    <a:pt x="258420" y="345412"/>
                    <a:pt x="257661" y="345665"/>
                  </a:cubicBezTo>
                  <a:cubicBezTo>
                    <a:pt x="257415" y="346402"/>
                    <a:pt x="257170" y="347139"/>
                    <a:pt x="256917" y="347898"/>
                  </a:cubicBezTo>
                  <a:cubicBezTo>
                    <a:pt x="256426" y="348005"/>
                    <a:pt x="255935" y="348113"/>
                    <a:pt x="255429" y="348223"/>
                  </a:cubicBezTo>
                  <a:cubicBezTo>
                    <a:pt x="254937" y="348362"/>
                    <a:pt x="254446" y="348500"/>
                    <a:pt x="253940" y="348642"/>
                  </a:cubicBezTo>
                  <a:cubicBezTo>
                    <a:pt x="253685" y="349632"/>
                    <a:pt x="253437" y="350625"/>
                    <a:pt x="253196" y="351619"/>
                  </a:cubicBezTo>
                  <a:cubicBezTo>
                    <a:pt x="252217" y="352139"/>
                    <a:pt x="251224" y="352636"/>
                    <a:pt x="250220" y="353107"/>
                  </a:cubicBezTo>
                  <a:cubicBezTo>
                    <a:pt x="249974" y="353844"/>
                    <a:pt x="249728" y="354580"/>
                    <a:pt x="249475" y="355339"/>
                  </a:cubicBezTo>
                  <a:cubicBezTo>
                    <a:pt x="248483" y="355587"/>
                    <a:pt x="247491" y="355835"/>
                    <a:pt x="246499" y="356083"/>
                  </a:cubicBezTo>
                  <a:cubicBezTo>
                    <a:pt x="246253" y="356820"/>
                    <a:pt x="246008" y="357557"/>
                    <a:pt x="245755" y="358316"/>
                  </a:cubicBezTo>
                  <a:cubicBezTo>
                    <a:pt x="245018" y="358561"/>
                    <a:pt x="244281" y="358807"/>
                    <a:pt x="243522" y="359060"/>
                  </a:cubicBezTo>
                  <a:cubicBezTo>
                    <a:pt x="243292" y="359551"/>
                    <a:pt x="243062" y="360042"/>
                    <a:pt x="242825" y="360548"/>
                  </a:cubicBezTo>
                  <a:cubicBezTo>
                    <a:pt x="242564" y="361039"/>
                    <a:pt x="242303" y="361531"/>
                    <a:pt x="242034" y="362037"/>
                  </a:cubicBezTo>
                  <a:cubicBezTo>
                    <a:pt x="241512" y="362159"/>
                    <a:pt x="240990" y="362282"/>
                    <a:pt x="240453" y="362409"/>
                  </a:cubicBezTo>
                  <a:cubicBezTo>
                    <a:pt x="239992" y="362531"/>
                    <a:pt x="239532" y="362654"/>
                    <a:pt x="239058" y="362781"/>
                  </a:cubicBezTo>
                  <a:cubicBezTo>
                    <a:pt x="239058" y="363763"/>
                    <a:pt x="239058" y="364745"/>
                    <a:pt x="239058" y="365757"/>
                  </a:cubicBezTo>
                  <a:cubicBezTo>
                    <a:pt x="237584" y="365757"/>
                    <a:pt x="236111" y="365757"/>
                    <a:pt x="234593" y="365757"/>
                  </a:cubicBezTo>
                  <a:cubicBezTo>
                    <a:pt x="234593" y="366739"/>
                    <a:pt x="234593" y="367722"/>
                    <a:pt x="234593" y="368734"/>
                  </a:cubicBezTo>
                  <a:cubicBezTo>
                    <a:pt x="233151" y="369524"/>
                    <a:pt x="233151" y="369524"/>
                    <a:pt x="231616" y="370222"/>
                  </a:cubicBezTo>
                  <a:cubicBezTo>
                    <a:pt x="231371" y="370959"/>
                    <a:pt x="231125" y="371695"/>
                    <a:pt x="230872" y="372454"/>
                  </a:cubicBezTo>
                  <a:cubicBezTo>
                    <a:pt x="230258" y="372439"/>
                    <a:pt x="229644" y="372424"/>
                    <a:pt x="229012" y="372408"/>
                  </a:cubicBezTo>
                  <a:cubicBezTo>
                    <a:pt x="228091" y="372431"/>
                    <a:pt x="228091" y="372431"/>
                    <a:pt x="227151" y="372454"/>
                  </a:cubicBezTo>
                  <a:cubicBezTo>
                    <a:pt x="226659" y="373928"/>
                    <a:pt x="226659" y="373928"/>
                    <a:pt x="226407" y="375431"/>
                  </a:cubicBezTo>
                  <a:cubicBezTo>
                    <a:pt x="225670" y="375431"/>
                    <a:pt x="224934" y="375431"/>
                    <a:pt x="224175" y="375431"/>
                  </a:cubicBezTo>
                  <a:cubicBezTo>
                    <a:pt x="224098" y="376030"/>
                    <a:pt x="224021" y="376628"/>
                    <a:pt x="223942" y="377245"/>
                  </a:cubicBezTo>
                  <a:cubicBezTo>
                    <a:pt x="223773" y="377874"/>
                    <a:pt x="223605" y="378503"/>
                    <a:pt x="223431" y="379152"/>
                  </a:cubicBezTo>
                  <a:cubicBezTo>
                    <a:pt x="221948" y="379430"/>
                    <a:pt x="220459" y="379678"/>
                    <a:pt x="218966" y="379896"/>
                  </a:cubicBezTo>
                  <a:cubicBezTo>
                    <a:pt x="218413" y="381362"/>
                    <a:pt x="218413" y="381362"/>
                    <a:pt x="218222" y="382872"/>
                  </a:cubicBezTo>
                  <a:cubicBezTo>
                    <a:pt x="217485" y="383118"/>
                    <a:pt x="216748" y="383364"/>
                    <a:pt x="215989" y="383617"/>
                  </a:cubicBezTo>
                  <a:cubicBezTo>
                    <a:pt x="215744" y="384353"/>
                    <a:pt x="215498" y="385090"/>
                    <a:pt x="215245" y="385849"/>
                  </a:cubicBezTo>
                  <a:cubicBezTo>
                    <a:pt x="214616" y="385956"/>
                    <a:pt x="213986" y="386064"/>
                    <a:pt x="213338" y="386175"/>
                  </a:cubicBezTo>
                  <a:cubicBezTo>
                    <a:pt x="212740" y="386313"/>
                    <a:pt x="212141" y="386451"/>
                    <a:pt x="211524" y="386593"/>
                  </a:cubicBezTo>
                  <a:cubicBezTo>
                    <a:pt x="211524" y="387575"/>
                    <a:pt x="211524" y="388558"/>
                    <a:pt x="211524" y="389570"/>
                  </a:cubicBezTo>
                  <a:cubicBezTo>
                    <a:pt x="210292" y="389854"/>
                    <a:pt x="209050" y="390101"/>
                    <a:pt x="207804" y="390314"/>
                  </a:cubicBezTo>
                  <a:cubicBezTo>
                    <a:pt x="207558" y="391051"/>
                    <a:pt x="207312" y="391787"/>
                    <a:pt x="207059" y="392546"/>
                  </a:cubicBezTo>
                  <a:cubicBezTo>
                    <a:pt x="205525" y="393058"/>
                    <a:pt x="205525" y="393058"/>
                    <a:pt x="204083" y="393290"/>
                  </a:cubicBezTo>
                  <a:cubicBezTo>
                    <a:pt x="205218" y="396871"/>
                    <a:pt x="205218" y="396871"/>
                    <a:pt x="207804" y="399244"/>
                  </a:cubicBezTo>
                  <a:cubicBezTo>
                    <a:pt x="208052" y="400484"/>
                    <a:pt x="208300" y="401724"/>
                    <a:pt x="208548" y="402964"/>
                  </a:cubicBezTo>
                  <a:cubicBezTo>
                    <a:pt x="209039" y="403210"/>
                    <a:pt x="209530" y="403455"/>
                    <a:pt x="210036" y="403708"/>
                  </a:cubicBezTo>
                  <a:cubicBezTo>
                    <a:pt x="210143" y="404322"/>
                    <a:pt x="210251" y="404936"/>
                    <a:pt x="210362" y="405569"/>
                  </a:cubicBezTo>
                  <a:cubicBezTo>
                    <a:pt x="210500" y="406183"/>
                    <a:pt x="210638" y="406797"/>
                    <a:pt x="210780" y="407429"/>
                  </a:cubicBezTo>
                  <a:cubicBezTo>
                    <a:pt x="211517" y="407675"/>
                    <a:pt x="212254" y="407920"/>
                    <a:pt x="213013" y="408173"/>
                  </a:cubicBezTo>
                  <a:cubicBezTo>
                    <a:pt x="213013" y="408910"/>
                    <a:pt x="213013" y="409647"/>
                    <a:pt x="213013" y="410406"/>
                  </a:cubicBezTo>
                  <a:cubicBezTo>
                    <a:pt x="213998" y="410914"/>
                    <a:pt x="214991" y="411410"/>
                    <a:pt x="215989" y="411894"/>
                  </a:cubicBezTo>
                  <a:cubicBezTo>
                    <a:pt x="216235" y="412631"/>
                    <a:pt x="216480" y="413367"/>
                    <a:pt x="216733" y="414126"/>
                  </a:cubicBezTo>
                  <a:cubicBezTo>
                    <a:pt x="217596" y="414989"/>
                    <a:pt x="218462" y="415850"/>
                    <a:pt x="219343" y="416695"/>
                  </a:cubicBezTo>
                  <a:cubicBezTo>
                    <a:pt x="221588" y="419023"/>
                    <a:pt x="223450" y="421679"/>
                    <a:pt x="225384" y="424265"/>
                  </a:cubicBezTo>
                  <a:cubicBezTo>
                    <a:pt x="226229" y="425392"/>
                    <a:pt x="227076" y="426518"/>
                    <a:pt x="227924" y="427643"/>
                  </a:cubicBezTo>
                  <a:cubicBezTo>
                    <a:pt x="228294" y="428138"/>
                    <a:pt x="228664" y="428632"/>
                    <a:pt x="229045" y="429142"/>
                  </a:cubicBezTo>
                  <a:cubicBezTo>
                    <a:pt x="230547" y="431023"/>
                    <a:pt x="232239" y="432615"/>
                    <a:pt x="233988" y="434265"/>
                  </a:cubicBezTo>
                  <a:cubicBezTo>
                    <a:pt x="235337" y="435706"/>
                    <a:pt x="235337" y="435706"/>
                    <a:pt x="235337" y="437195"/>
                  </a:cubicBezTo>
                  <a:cubicBezTo>
                    <a:pt x="236073" y="437195"/>
                    <a:pt x="236810" y="437195"/>
                    <a:pt x="237569" y="437195"/>
                  </a:cubicBezTo>
                  <a:cubicBezTo>
                    <a:pt x="237661" y="437655"/>
                    <a:pt x="237753" y="438116"/>
                    <a:pt x="237848" y="438590"/>
                  </a:cubicBezTo>
                  <a:cubicBezTo>
                    <a:pt x="238002" y="439112"/>
                    <a:pt x="238155" y="439634"/>
                    <a:pt x="238313" y="440171"/>
                  </a:cubicBezTo>
                  <a:cubicBezTo>
                    <a:pt x="238866" y="440386"/>
                    <a:pt x="239418" y="440601"/>
                    <a:pt x="239988" y="440822"/>
                  </a:cubicBezTo>
                  <a:cubicBezTo>
                    <a:pt x="243137" y="442111"/>
                    <a:pt x="244974" y="444562"/>
                    <a:pt x="246499" y="447613"/>
                  </a:cubicBezTo>
                  <a:cubicBezTo>
                    <a:pt x="247236" y="447858"/>
                    <a:pt x="247972" y="448104"/>
                    <a:pt x="248731" y="448357"/>
                  </a:cubicBezTo>
                  <a:cubicBezTo>
                    <a:pt x="249475" y="449101"/>
                    <a:pt x="250220" y="449845"/>
                    <a:pt x="250964" y="450589"/>
                  </a:cubicBezTo>
                  <a:cubicBezTo>
                    <a:pt x="251700" y="450835"/>
                    <a:pt x="252437" y="451080"/>
                    <a:pt x="253196" y="451333"/>
                  </a:cubicBezTo>
                  <a:cubicBezTo>
                    <a:pt x="253692" y="452326"/>
                    <a:pt x="254188" y="453318"/>
                    <a:pt x="254684" y="454310"/>
                  </a:cubicBezTo>
                  <a:cubicBezTo>
                    <a:pt x="255421" y="454556"/>
                    <a:pt x="256158" y="454801"/>
                    <a:pt x="256917" y="455054"/>
                  </a:cubicBezTo>
                  <a:cubicBezTo>
                    <a:pt x="257408" y="455791"/>
                    <a:pt x="257899" y="456527"/>
                    <a:pt x="258405" y="457286"/>
                  </a:cubicBezTo>
                  <a:cubicBezTo>
                    <a:pt x="259034" y="457409"/>
                    <a:pt x="259664" y="457532"/>
                    <a:pt x="260312" y="457659"/>
                  </a:cubicBezTo>
                  <a:cubicBezTo>
                    <a:pt x="260911" y="457781"/>
                    <a:pt x="261509" y="457904"/>
                    <a:pt x="262126" y="458031"/>
                  </a:cubicBezTo>
                  <a:cubicBezTo>
                    <a:pt x="262371" y="458767"/>
                    <a:pt x="262617" y="459504"/>
                    <a:pt x="262870" y="460263"/>
                  </a:cubicBezTo>
                  <a:cubicBezTo>
                    <a:pt x="263484" y="460493"/>
                    <a:pt x="264098" y="460724"/>
                    <a:pt x="264730" y="460961"/>
                  </a:cubicBezTo>
                  <a:cubicBezTo>
                    <a:pt x="265344" y="461222"/>
                    <a:pt x="265958" y="461483"/>
                    <a:pt x="266591" y="461751"/>
                  </a:cubicBezTo>
                  <a:cubicBezTo>
                    <a:pt x="266683" y="462273"/>
                    <a:pt x="266775" y="462795"/>
                    <a:pt x="266870" y="463333"/>
                  </a:cubicBezTo>
                  <a:cubicBezTo>
                    <a:pt x="267023" y="463793"/>
                    <a:pt x="267177" y="464254"/>
                    <a:pt x="267335" y="464728"/>
                  </a:cubicBezTo>
                  <a:cubicBezTo>
                    <a:pt x="268194" y="464728"/>
                    <a:pt x="269054" y="464728"/>
                    <a:pt x="269939" y="464728"/>
                  </a:cubicBezTo>
                  <a:cubicBezTo>
                    <a:pt x="270799" y="464728"/>
                    <a:pt x="271658" y="464728"/>
                    <a:pt x="272544" y="464728"/>
                  </a:cubicBezTo>
                  <a:cubicBezTo>
                    <a:pt x="272799" y="465718"/>
                    <a:pt x="273047" y="466711"/>
                    <a:pt x="273288" y="467704"/>
                  </a:cubicBezTo>
                  <a:cubicBezTo>
                    <a:pt x="275879" y="468261"/>
                    <a:pt x="275879" y="468261"/>
                    <a:pt x="278497" y="468449"/>
                  </a:cubicBezTo>
                  <a:cubicBezTo>
                    <a:pt x="279727" y="469678"/>
                    <a:pt x="279485" y="471084"/>
                    <a:pt x="279567" y="472774"/>
                  </a:cubicBezTo>
                  <a:cubicBezTo>
                    <a:pt x="279558" y="474817"/>
                    <a:pt x="279558" y="474817"/>
                    <a:pt x="279241" y="476634"/>
                  </a:cubicBezTo>
                  <a:cubicBezTo>
                    <a:pt x="277102" y="478401"/>
                    <a:pt x="277102" y="478401"/>
                    <a:pt x="274776" y="479611"/>
                  </a:cubicBezTo>
                  <a:cubicBezTo>
                    <a:pt x="273845" y="481161"/>
                    <a:pt x="273845" y="481161"/>
                    <a:pt x="273288" y="482587"/>
                  </a:cubicBezTo>
                  <a:cubicBezTo>
                    <a:pt x="272797" y="482833"/>
                    <a:pt x="272306" y="483078"/>
                    <a:pt x="271800" y="483331"/>
                  </a:cubicBezTo>
                  <a:cubicBezTo>
                    <a:pt x="271554" y="484068"/>
                    <a:pt x="271309" y="484805"/>
                    <a:pt x="271056" y="485564"/>
                  </a:cubicBezTo>
                  <a:cubicBezTo>
                    <a:pt x="270319" y="486055"/>
                    <a:pt x="269582" y="486546"/>
                    <a:pt x="268823" y="487052"/>
                  </a:cubicBezTo>
                  <a:cubicBezTo>
                    <a:pt x="268439" y="487820"/>
                    <a:pt x="268056" y="488587"/>
                    <a:pt x="267660" y="489378"/>
                  </a:cubicBezTo>
                  <a:cubicBezTo>
                    <a:pt x="267307" y="490084"/>
                    <a:pt x="266954" y="490790"/>
                    <a:pt x="266591" y="491517"/>
                  </a:cubicBezTo>
                  <a:cubicBezTo>
                    <a:pt x="266100" y="491517"/>
                    <a:pt x="265608" y="491517"/>
                    <a:pt x="265102" y="491517"/>
                  </a:cubicBezTo>
                  <a:cubicBezTo>
                    <a:pt x="265010" y="491916"/>
                    <a:pt x="264918" y="492315"/>
                    <a:pt x="264823" y="492726"/>
                  </a:cubicBezTo>
                  <a:cubicBezTo>
                    <a:pt x="264174" y="495194"/>
                    <a:pt x="262902" y="496931"/>
                    <a:pt x="261382" y="498958"/>
                  </a:cubicBezTo>
                  <a:cubicBezTo>
                    <a:pt x="260891" y="498958"/>
                    <a:pt x="260399" y="498958"/>
                    <a:pt x="259893" y="498958"/>
                  </a:cubicBezTo>
                  <a:cubicBezTo>
                    <a:pt x="259940" y="499557"/>
                    <a:pt x="259986" y="500156"/>
                    <a:pt x="260033" y="500772"/>
                  </a:cubicBezTo>
                  <a:cubicBezTo>
                    <a:pt x="259987" y="501401"/>
                    <a:pt x="259941" y="502031"/>
                    <a:pt x="259893" y="502679"/>
                  </a:cubicBezTo>
                  <a:cubicBezTo>
                    <a:pt x="259157" y="502925"/>
                    <a:pt x="258420" y="503170"/>
                    <a:pt x="257661" y="503423"/>
                  </a:cubicBezTo>
                  <a:cubicBezTo>
                    <a:pt x="257127" y="504898"/>
                    <a:pt x="256632" y="506388"/>
                    <a:pt x="256173" y="507888"/>
                  </a:cubicBezTo>
                  <a:cubicBezTo>
                    <a:pt x="255682" y="508379"/>
                    <a:pt x="255190" y="508870"/>
                    <a:pt x="254684" y="509376"/>
                  </a:cubicBezTo>
                  <a:cubicBezTo>
                    <a:pt x="254577" y="509898"/>
                    <a:pt x="254470" y="510420"/>
                    <a:pt x="254359" y="510958"/>
                  </a:cubicBezTo>
                  <a:cubicBezTo>
                    <a:pt x="254221" y="511418"/>
                    <a:pt x="254083" y="511878"/>
                    <a:pt x="253940" y="512353"/>
                  </a:cubicBezTo>
                  <a:cubicBezTo>
                    <a:pt x="253204" y="512353"/>
                    <a:pt x="252467" y="512353"/>
                    <a:pt x="251708" y="512353"/>
                  </a:cubicBezTo>
                  <a:cubicBezTo>
                    <a:pt x="251777" y="513435"/>
                    <a:pt x="251777" y="513435"/>
                    <a:pt x="251847" y="514539"/>
                  </a:cubicBezTo>
                  <a:cubicBezTo>
                    <a:pt x="251801" y="515291"/>
                    <a:pt x="251755" y="516043"/>
                    <a:pt x="251708" y="516818"/>
                  </a:cubicBezTo>
                  <a:cubicBezTo>
                    <a:pt x="250971" y="517063"/>
                    <a:pt x="250234" y="517309"/>
                    <a:pt x="249475" y="517562"/>
                  </a:cubicBezTo>
                  <a:cubicBezTo>
                    <a:pt x="248959" y="519292"/>
                    <a:pt x="248462" y="521029"/>
                    <a:pt x="247987" y="522771"/>
                  </a:cubicBezTo>
                  <a:cubicBezTo>
                    <a:pt x="247496" y="522771"/>
                    <a:pt x="247005" y="522771"/>
                    <a:pt x="246499" y="522771"/>
                  </a:cubicBezTo>
                  <a:cubicBezTo>
                    <a:pt x="246407" y="523615"/>
                    <a:pt x="246315" y="524459"/>
                    <a:pt x="246220" y="525329"/>
                  </a:cubicBezTo>
                  <a:cubicBezTo>
                    <a:pt x="246066" y="526204"/>
                    <a:pt x="245913" y="527079"/>
                    <a:pt x="245755" y="527980"/>
                  </a:cubicBezTo>
                  <a:cubicBezTo>
                    <a:pt x="245264" y="528225"/>
                    <a:pt x="244772" y="528471"/>
                    <a:pt x="244266" y="528724"/>
                  </a:cubicBezTo>
                  <a:cubicBezTo>
                    <a:pt x="243947" y="530282"/>
                    <a:pt x="243947" y="530282"/>
                    <a:pt x="243848" y="532073"/>
                  </a:cubicBezTo>
                  <a:cubicBezTo>
                    <a:pt x="243594" y="535350"/>
                    <a:pt x="243594" y="535350"/>
                    <a:pt x="242778" y="536165"/>
                  </a:cubicBezTo>
                  <a:cubicBezTo>
                    <a:pt x="241524" y="536219"/>
                    <a:pt x="240267" y="536228"/>
                    <a:pt x="239011" y="536212"/>
                  </a:cubicBezTo>
                  <a:cubicBezTo>
                    <a:pt x="238327" y="536205"/>
                    <a:pt x="237643" y="536198"/>
                    <a:pt x="236938" y="536192"/>
                  </a:cubicBezTo>
                  <a:cubicBezTo>
                    <a:pt x="236410" y="536183"/>
                    <a:pt x="235881" y="536174"/>
                    <a:pt x="235337" y="536165"/>
                  </a:cubicBezTo>
                  <a:cubicBezTo>
                    <a:pt x="235337" y="535429"/>
                    <a:pt x="235337" y="534692"/>
                    <a:pt x="235337" y="533933"/>
                  </a:cubicBezTo>
                  <a:cubicBezTo>
                    <a:pt x="234071" y="533841"/>
                    <a:pt x="234071" y="533841"/>
                    <a:pt x="232779" y="533747"/>
                  </a:cubicBezTo>
                  <a:cubicBezTo>
                    <a:pt x="231904" y="533563"/>
                    <a:pt x="231029" y="533379"/>
                    <a:pt x="230128" y="533189"/>
                  </a:cubicBezTo>
                  <a:cubicBezTo>
                    <a:pt x="229663" y="531701"/>
                    <a:pt x="229663" y="531701"/>
                    <a:pt x="229384" y="530212"/>
                  </a:cubicBezTo>
                  <a:cubicBezTo>
                    <a:pt x="228145" y="529958"/>
                    <a:pt x="226904" y="529710"/>
                    <a:pt x="225663" y="529468"/>
                  </a:cubicBezTo>
                  <a:cubicBezTo>
                    <a:pt x="224826" y="527980"/>
                    <a:pt x="224826" y="527980"/>
                    <a:pt x="224175" y="526492"/>
                  </a:cubicBezTo>
                  <a:cubicBezTo>
                    <a:pt x="223438" y="526246"/>
                    <a:pt x="222701" y="526000"/>
                    <a:pt x="221942" y="525747"/>
                  </a:cubicBezTo>
                  <a:cubicBezTo>
                    <a:pt x="221697" y="525011"/>
                    <a:pt x="221451" y="524274"/>
                    <a:pt x="221198" y="523515"/>
                  </a:cubicBezTo>
                  <a:cubicBezTo>
                    <a:pt x="220600" y="523408"/>
                    <a:pt x="220001" y="523300"/>
                    <a:pt x="219384" y="523189"/>
                  </a:cubicBezTo>
                  <a:cubicBezTo>
                    <a:pt x="218755" y="523051"/>
                    <a:pt x="218126" y="522913"/>
                    <a:pt x="217477" y="522771"/>
                  </a:cubicBezTo>
                  <a:cubicBezTo>
                    <a:pt x="216640" y="521376"/>
                    <a:pt x="216640" y="521376"/>
                    <a:pt x="215989" y="519794"/>
                  </a:cubicBezTo>
                  <a:cubicBezTo>
                    <a:pt x="215260" y="519036"/>
                    <a:pt x="214517" y="518289"/>
                    <a:pt x="213757" y="517562"/>
                  </a:cubicBezTo>
                  <a:cubicBezTo>
                    <a:pt x="213511" y="517071"/>
                    <a:pt x="213266" y="516580"/>
                    <a:pt x="213013" y="516074"/>
                  </a:cubicBezTo>
                  <a:cubicBezTo>
                    <a:pt x="212506" y="515951"/>
                    <a:pt x="212000" y="515828"/>
                    <a:pt x="211478" y="515702"/>
                  </a:cubicBezTo>
                  <a:cubicBezTo>
                    <a:pt x="211002" y="515579"/>
                    <a:pt x="210526" y="515456"/>
                    <a:pt x="210036" y="515329"/>
                  </a:cubicBezTo>
                  <a:cubicBezTo>
                    <a:pt x="210036" y="514838"/>
                    <a:pt x="210036" y="514347"/>
                    <a:pt x="210036" y="513841"/>
                  </a:cubicBezTo>
                  <a:cubicBezTo>
                    <a:pt x="208802" y="513087"/>
                    <a:pt x="207561" y="512345"/>
                    <a:pt x="206315" y="511609"/>
                  </a:cubicBezTo>
                  <a:cubicBezTo>
                    <a:pt x="204321" y="509836"/>
                    <a:pt x="203446" y="508955"/>
                    <a:pt x="202595" y="506400"/>
                  </a:cubicBezTo>
                  <a:cubicBezTo>
                    <a:pt x="201858" y="505909"/>
                    <a:pt x="201121" y="505418"/>
                    <a:pt x="200362" y="504911"/>
                  </a:cubicBezTo>
                  <a:cubicBezTo>
                    <a:pt x="200117" y="504175"/>
                    <a:pt x="199871" y="503438"/>
                    <a:pt x="199618" y="502679"/>
                  </a:cubicBezTo>
                  <a:cubicBezTo>
                    <a:pt x="198881" y="502433"/>
                    <a:pt x="198145" y="502188"/>
                    <a:pt x="197386" y="501935"/>
                  </a:cubicBezTo>
                  <a:cubicBezTo>
                    <a:pt x="197140" y="501198"/>
                    <a:pt x="196894" y="500462"/>
                    <a:pt x="196641" y="499703"/>
                  </a:cubicBezTo>
                  <a:cubicBezTo>
                    <a:pt x="195905" y="499457"/>
                    <a:pt x="195168" y="499211"/>
                    <a:pt x="194409" y="498958"/>
                  </a:cubicBezTo>
                  <a:cubicBezTo>
                    <a:pt x="194161" y="497966"/>
                    <a:pt x="193913" y="496974"/>
                    <a:pt x="193665" y="495982"/>
                  </a:cubicBezTo>
                  <a:cubicBezTo>
                    <a:pt x="192928" y="495736"/>
                    <a:pt x="192192" y="495491"/>
                    <a:pt x="191433" y="495238"/>
                  </a:cubicBezTo>
                  <a:cubicBezTo>
                    <a:pt x="191433" y="494255"/>
                    <a:pt x="191433" y="493273"/>
                    <a:pt x="191433" y="492261"/>
                  </a:cubicBezTo>
                  <a:cubicBezTo>
                    <a:pt x="190696" y="492016"/>
                    <a:pt x="189959" y="491770"/>
                    <a:pt x="189200" y="491517"/>
                  </a:cubicBezTo>
                  <a:cubicBezTo>
                    <a:pt x="188955" y="490780"/>
                    <a:pt x="188709" y="490044"/>
                    <a:pt x="188456" y="489285"/>
                  </a:cubicBezTo>
                  <a:cubicBezTo>
                    <a:pt x="187719" y="489039"/>
                    <a:pt x="186983" y="488793"/>
                    <a:pt x="186224" y="488540"/>
                  </a:cubicBezTo>
                  <a:cubicBezTo>
                    <a:pt x="186039" y="487781"/>
                    <a:pt x="186039" y="487781"/>
                    <a:pt x="185851" y="487006"/>
                  </a:cubicBezTo>
                  <a:cubicBezTo>
                    <a:pt x="185729" y="486530"/>
                    <a:pt x="185606" y="486054"/>
                    <a:pt x="185479" y="485564"/>
                  </a:cubicBezTo>
                  <a:cubicBezTo>
                    <a:pt x="184743" y="485564"/>
                    <a:pt x="184006" y="485564"/>
                    <a:pt x="183247" y="485564"/>
                  </a:cubicBezTo>
                  <a:cubicBezTo>
                    <a:pt x="183293" y="484965"/>
                    <a:pt x="183339" y="484367"/>
                    <a:pt x="183386" y="483750"/>
                  </a:cubicBezTo>
                  <a:cubicBezTo>
                    <a:pt x="183340" y="483121"/>
                    <a:pt x="183294" y="482491"/>
                    <a:pt x="183247" y="481843"/>
                  </a:cubicBezTo>
                  <a:cubicBezTo>
                    <a:pt x="182510" y="481598"/>
                    <a:pt x="181774" y="481352"/>
                    <a:pt x="181015" y="481099"/>
                  </a:cubicBezTo>
                  <a:cubicBezTo>
                    <a:pt x="180494" y="480119"/>
                    <a:pt x="179997" y="479127"/>
                    <a:pt x="179526" y="478122"/>
                  </a:cubicBezTo>
                  <a:cubicBezTo>
                    <a:pt x="179035" y="477877"/>
                    <a:pt x="178544" y="477631"/>
                    <a:pt x="178038" y="477378"/>
                  </a:cubicBezTo>
                  <a:cubicBezTo>
                    <a:pt x="178038" y="476396"/>
                    <a:pt x="178038" y="475414"/>
                    <a:pt x="178038" y="474402"/>
                  </a:cubicBezTo>
                  <a:cubicBezTo>
                    <a:pt x="177301" y="474156"/>
                    <a:pt x="176565" y="473911"/>
                    <a:pt x="175806" y="473658"/>
                  </a:cubicBezTo>
                  <a:cubicBezTo>
                    <a:pt x="175558" y="472665"/>
                    <a:pt x="175309" y="471673"/>
                    <a:pt x="175061" y="470681"/>
                  </a:cubicBezTo>
                  <a:cubicBezTo>
                    <a:pt x="174325" y="470435"/>
                    <a:pt x="173588" y="470190"/>
                    <a:pt x="172829" y="469937"/>
                  </a:cubicBezTo>
                  <a:cubicBezTo>
                    <a:pt x="172307" y="468708"/>
                    <a:pt x="171810" y="467467"/>
                    <a:pt x="171341" y="466216"/>
                  </a:cubicBezTo>
                  <a:cubicBezTo>
                    <a:pt x="170850" y="465971"/>
                    <a:pt x="170358" y="465725"/>
                    <a:pt x="169852" y="465472"/>
                  </a:cubicBezTo>
                  <a:cubicBezTo>
                    <a:pt x="169745" y="464889"/>
                    <a:pt x="169638" y="464306"/>
                    <a:pt x="169527" y="463705"/>
                  </a:cubicBezTo>
                  <a:cubicBezTo>
                    <a:pt x="169057" y="461511"/>
                    <a:pt x="168482" y="460991"/>
                    <a:pt x="166876" y="459519"/>
                  </a:cubicBezTo>
                  <a:cubicBezTo>
                    <a:pt x="166630" y="458782"/>
                    <a:pt x="166385" y="458046"/>
                    <a:pt x="166132" y="457286"/>
                  </a:cubicBezTo>
                  <a:cubicBezTo>
                    <a:pt x="165556" y="456780"/>
                    <a:pt x="165556" y="456780"/>
                    <a:pt x="164969" y="456263"/>
                  </a:cubicBezTo>
                  <a:cubicBezTo>
                    <a:pt x="163899" y="455054"/>
                    <a:pt x="163899" y="455054"/>
                    <a:pt x="163760" y="453054"/>
                  </a:cubicBezTo>
                  <a:cubicBezTo>
                    <a:pt x="163806" y="452486"/>
                    <a:pt x="163852" y="451918"/>
                    <a:pt x="163899" y="451333"/>
                  </a:cubicBezTo>
                  <a:cubicBezTo>
                    <a:pt x="163163" y="451333"/>
                    <a:pt x="162426" y="451333"/>
                    <a:pt x="161667" y="451333"/>
                  </a:cubicBezTo>
                  <a:cubicBezTo>
                    <a:pt x="161406" y="450096"/>
                    <a:pt x="161159" y="448855"/>
                    <a:pt x="160923" y="447613"/>
                  </a:cubicBezTo>
                  <a:cubicBezTo>
                    <a:pt x="160186" y="447122"/>
                    <a:pt x="159449" y="446630"/>
                    <a:pt x="158690" y="446124"/>
                  </a:cubicBezTo>
                  <a:cubicBezTo>
                    <a:pt x="158179" y="443799"/>
                    <a:pt x="158179" y="443799"/>
                    <a:pt x="157946" y="441660"/>
                  </a:cubicBezTo>
                  <a:cubicBezTo>
                    <a:pt x="157209" y="441660"/>
                    <a:pt x="156473" y="441660"/>
                    <a:pt x="155714" y="441660"/>
                  </a:cubicBezTo>
                  <a:cubicBezTo>
                    <a:pt x="155714" y="439941"/>
                    <a:pt x="155714" y="438222"/>
                    <a:pt x="155714" y="436451"/>
                  </a:cubicBezTo>
                  <a:cubicBezTo>
                    <a:pt x="154977" y="436451"/>
                    <a:pt x="154240" y="436451"/>
                    <a:pt x="153481" y="436451"/>
                  </a:cubicBezTo>
                  <a:cubicBezTo>
                    <a:pt x="153405" y="435606"/>
                    <a:pt x="153328" y="434762"/>
                    <a:pt x="153249" y="433893"/>
                  </a:cubicBezTo>
                  <a:cubicBezTo>
                    <a:pt x="153080" y="433018"/>
                    <a:pt x="152911" y="432143"/>
                    <a:pt x="152737" y="431242"/>
                  </a:cubicBezTo>
                  <a:cubicBezTo>
                    <a:pt x="152000" y="430996"/>
                    <a:pt x="151264" y="430750"/>
                    <a:pt x="150505" y="430497"/>
                  </a:cubicBezTo>
                  <a:cubicBezTo>
                    <a:pt x="150248" y="428762"/>
                    <a:pt x="150000" y="427026"/>
                    <a:pt x="149761" y="425288"/>
                  </a:cubicBezTo>
                  <a:cubicBezTo>
                    <a:pt x="148675" y="424079"/>
                    <a:pt x="148675" y="424079"/>
                    <a:pt x="147528" y="423056"/>
                  </a:cubicBezTo>
                  <a:cubicBezTo>
                    <a:pt x="147263" y="421819"/>
                    <a:pt x="147013" y="420579"/>
                    <a:pt x="146784" y="419335"/>
                  </a:cubicBezTo>
                  <a:cubicBezTo>
                    <a:pt x="146293" y="419090"/>
                    <a:pt x="145802" y="418844"/>
                    <a:pt x="145296" y="418591"/>
                  </a:cubicBezTo>
                  <a:cubicBezTo>
                    <a:pt x="145188" y="417732"/>
                    <a:pt x="145081" y="416872"/>
                    <a:pt x="144970" y="415987"/>
                  </a:cubicBezTo>
                  <a:cubicBezTo>
                    <a:pt x="144832" y="415127"/>
                    <a:pt x="144694" y="414268"/>
                    <a:pt x="144552" y="413382"/>
                  </a:cubicBezTo>
                  <a:cubicBezTo>
                    <a:pt x="143815" y="413137"/>
                    <a:pt x="143078" y="412891"/>
                    <a:pt x="142319" y="412638"/>
                  </a:cubicBezTo>
                  <a:cubicBezTo>
                    <a:pt x="141971" y="410899"/>
                    <a:pt x="141945" y="409223"/>
                    <a:pt x="141877" y="407452"/>
                  </a:cubicBezTo>
                  <a:cubicBezTo>
                    <a:pt x="141728" y="406704"/>
                    <a:pt x="141728" y="406704"/>
                    <a:pt x="141575" y="405941"/>
                  </a:cubicBezTo>
                  <a:cubicBezTo>
                    <a:pt x="140838" y="405695"/>
                    <a:pt x="140102" y="405450"/>
                    <a:pt x="139343" y="405197"/>
                  </a:cubicBezTo>
                  <a:cubicBezTo>
                    <a:pt x="139343" y="403708"/>
                    <a:pt x="139343" y="402220"/>
                    <a:pt x="139343" y="400732"/>
                  </a:cubicBezTo>
                  <a:cubicBezTo>
                    <a:pt x="138813" y="400225"/>
                    <a:pt x="138813" y="400225"/>
                    <a:pt x="138273" y="399709"/>
                  </a:cubicBezTo>
                  <a:cubicBezTo>
                    <a:pt x="136828" y="398205"/>
                    <a:pt x="136908" y="397471"/>
                    <a:pt x="136738" y="395430"/>
                  </a:cubicBezTo>
                  <a:cubicBezTo>
                    <a:pt x="136615" y="394478"/>
                    <a:pt x="136493" y="393527"/>
                    <a:pt x="136366" y="392546"/>
                  </a:cubicBezTo>
                  <a:cubicBezTo>
                    <a:pt x="135629" y="392301"/>
                    <a:pt x="134893" y="392055"/>
                    <a:pt x="134134" y="391802"/>
                  </a:cubicBezTo>
                  <a:cubicBezTo>
                    <a:pt x="133786" y="390063"/>
                    <a:pt x="133759" y="388387"/>
                    <a:pt x="133692" y="386616"/>
                  </a:cubicBezTo>
                  <a:cubicBezTo>
                    <a:pt x="133542" y="385868"/>
                    <a:pt x="133542" y="385868"/>
                    <a:pt x="133390" y="385105"/>
                  </a:cubicBezTo>
                  <a:cubicBezTo>
                    <a:pt x="132653" y="384859"/>
                    <a:pt x="131916" y="384614"/>
                    <a:pt x="131157" y="384361"/>
                  </a:cubicBezTo>
                  <a:cubicBezTo>
                    <a:pt x="130939" y="382335"/>
                    <a:pt x="130939" y="382335"/>
                    <a:pt x="131018" y="379849"/>
                  </a:cubicBezTo>
                  <a:cubicBezTo>
                    <a:pt x="131048" y="378616"/>
                    <a:pt x="131048" y="378616"/>
                    <a:pt x="131079" y="377358"/>
                  </a:cubicBezTo>
                  <a:cubicBezTo>
                    <a:pt x="131105" y="376722"/>
                    <a:pt x="131130" y="376086"/>
                    <a:pt x="131157" y="375431"/>
                  </a:cubicBezTo>
                  <a:cubicBezTo>
                    <a:pt x="130420" y="375431"/>
                    <a:pt x="129684" y="375431"/>
                    <a:pt x="128925" y="375431"/>
                  </a:cubicBezTo>
                  <a:cubicBezTo>
                    <a:pt x="128897" y="374956"/>
                    <a:pt x="128869" y="374481"/>
                    <a:pt x="128840" y="373992"/>
                  </a:cubicBezTo>
                  <a:cubicBezTo>
                    <a:pt x="128791" y="373377"/>
                    <a:pt x="128743" y="372762"/>
                    <a:pt x="128692" y="372129"/>
                  </a:cubicBezTo>
                  <a:cubicBezTo>
                    <a:pt x="128627" y="371209"/>
                    <a:pt x="128627" y="371209"/>
                    <a:pt x="128561" y="370271"/>
                  </a:cubicBezTo>
                  <a:cubicBezTo>
                    <a:pt x="128436" y="369764"/>
                    <a:pt x="128310" y="369257"/>
                    <a:pt x="128181" y="368734"/>
                  </a:cubicBezTo>
                  <a:cubicBezTo>
                    <a:pt x="127444" y="368488"/>
                    <a:pt x="126707" y="368243"/>
                    <a:pt x="125948" y="367990"/>
                  </a:cubicBezTo>
                  <a:cubicBezTo>
                    <a:pt x="125598" y="365672"/>
                    <a:pt x="125573" y="363402"/>
                    <a:pt x="125506" y="361060"/>
                  </a:cubicBezTo>
                  <a:cubicBezTo>
                    <a:pt x="125407" y="360400"/>
                    <a:pt x="125307" y="359740"/>
                    <a:pt x="125204" y="359060"/>
                  </a:cubicBezTo>
                  <a:cubicBezTo>
                    <a:pt x="124467" y="358814"/>
                    <a:pt x="123731" y="358569"/>
                    <a:pt x="122972" y="358316"/>
                  </a:cubicBezTo>
                  <a:cubicBezTo>
                    <a:pt x="122643" y="356316"/>
                    <a:pt x="122643" y="356316"/>
                    <a:pt x="122553" y="353851"/>
                  </a:cubicBezTo>
                  <a:cubicBezTo>
                    <a:pt x="122491" y="351459"/>
                    <a:pt x="122491" y="351459"/>
                    <a:pt x="122227" y="349386"/>
                  </a:cubicBezTo>
                  <a:cubicBezTo>
                    <a:pt x="121736" y="349141"/>
                    <a:pt x="121245" y="348895"/>
                    <a:pt x="120739" y="348642"/>
                  </a:cubicBezTo>
                  <a:cubicBezTo>
                    <a:pt x="120431" y="346616"/>
                    <a:pt x="120431" y="346616"/>
                    <a:pt x="120274" y="344131"/>
                  </a:cubicBezTo>
                  <a:cubicBezTo>
                    <a:pt x="120191" y="342898"/>
                    <a:pt x="120191" y="342898"/>
                    <a:pt x="120105" y="341640"/>
                  </a:cubicBezTo>
                  <a:cubicBezTo>
                    <a:pt x="120069" y="341004"/>
                    <a:pt x="120033" y="340368"/>
                    <a:pt x="119995" y="339712"/>
                  </a:cubicBezTo>
                  <a:cubicBezTo>
                    <a:pt x="119258" y="339712"/>
                    <a:pt x="118522" y="339712"/>
                    <a:pt x="117763" y="339712"/>
                  </a:cubicBezTo>
                  <a:cubicBezTo>
                    <a:pt x="117721" y="338597"/>
                    <a:pt x="117721" y="338597"/>
                    <a:pt x="117678" y="337460"/>
                  </a:cubicBezTo>
                  <a:cubicBezTo>
                    <a:pt x="117629" y="336499"/>
                    <a:pt x="117580" y="335539"/>
                    <a:pt x="117530" y="334550"/>
                  </a:cubicBezTo>
                  <a:cubicBezTo>
                    <a:pt x="117465" y="333112"/>
                    <a:pt x="117465" y="333112"/>
                    <a:pt x="117399" y="331646"/>
                  </a:cubicBezTo>
                  <a:cubicBezTo>
                    <a:pt x="117274" y="330870"/>
                    <a:pt x="117148" y="330094"/>
                    <a:pt x="117018" y="329294"/>
                  </a:cubicBezTo>
                  <a:cubicBezTo>
                    <a:pt x="116282" y="329049"/>
                    <a:pt x="115545" y="328803"/>
                    <a:pt x="114786" y="328550"/>
                  </a:cubicBezTo>
                  <a:cubicBezTo>
                    <a:pt x="114618" y="326612"/>
                    <a:pt x="114578" y="324854"/>
                    <a:pt x="114646" y="322923"/>
                  </a:cubicBezTo>
                  <a:cubicBezTo>
                    <a:pt x="114657" y="322394"/>
                    <a:pt x="114667" y="321865"/>
                    <a:pt x="114677" y="321320"/>
                  </a:cubicBezTo>
                  <a:cubicBezTo>
                    <a:pt x="114703" y="320009"/>
                    <a:pt x="114743" y="318698"/>
                    <a:pt x="114786" y="317388"/>
                  </a:cubicBezTo>
                  <a:cubicBezTo>
                    <a:pt x="114049" y="317388"/>
                    <a:pt x="113313" y="317388"/>
                    <a:pt x="112554" y="317388"/>
                  </a:cubicBezTo>
                  <a:cubicBezTo>
                    <a:pt x="112512" y="316273"/>
                    <a:pt x="112512" y="316273"/>
                    <a:pt x="112469" y="315135"/>
                  </a:cubicBezTo>
                  <a:cubicBezTo>
                    <a:pt x="112420" y="314175"/>
                    <a:pt x="112371" y="313215"/>
                    <a:pt x="112321" y="312226"/>
                  </a:cubicBezTo>
                  <a:cubicBezTo>
                    <a:pt x="112256" y="310788"/>
                    <a:pt x="112256" y="310788"/>
                    <a:pt x="112190" y="309322"/>
                  </a:cubicBezTo>
                  <a:cubicBezTo>
                    <a:pt x="112065" y="308546"/>
                    <a:pt x="111939" y="307770"/>
                    <a:pt x="111809" y="306970"/>
                  </a:cubicBezTo>
                  <a:cubicBezTo>
                    <a:pt x="111073" y="306725"/>
                    <a:pt x="110336" y="306479"/>
                    <a:pt x="109577" y="306226"/>
                  </a:cubicBezTo>
                  <a:cubicBezTo>
                    <a:pt x="109255" y="304912"/>
                    <a:pt x="109255" y="304912"/>
                    <a:pt x="109196" y="303223"/>
                  </a:cubicBezTo>
                  <a:cubicBezTo>
                    <a:pt x="109170" y="302621"/>
                    <a:pt x="109143" y="302019"/>
                    <a:pt x="109116" y="301399"/>
                  </a:cubicBezTo>
                  <a:cubicBezTo>
                    <a:pt x="109100" y="300767"/>
                    <a:pt x="109083" y="300134"/>
                    <a:pt x="109065" y="299482"/>
                  </a:cubicBezTo>
                  <a:cubicBezTo>
                    <a:pt x="109040" y="298847"/>
                    <a:pt x="109015" y="298211"/>
                    <a:pt x="108988" y="297556"/>
                  </a:cubicBezTo>
                  <a:cubicBezTo>
                    <a:pt x="108927" y="295982"/>
                    <a:pt x="108879" y="294407"/>
                    <a:pt x="108833" y="292831"/>
                  </a:cubicBezTo>
                  <a:cubicBezTo>
                    <a:pt x="108096" y="293077"/>
                    <a:pt x="107359" y="293323"/>
                    <a:pt x="106600" y="293576"/>
                  </a:cubicBezTo>
                  <a:cubicBezTo>
                    <a:pt x="106600" y="289155"/>
                    <a:pt x="106600" y="284735"/>
                    <a:pt x="106600" y="280181"/>
                  </a:cubicBezTo>
                  <a:cubicBezTo>
                    <a:pt x="98497" y="280427"/>
                    <a:pt x="90393" y="280672"/>
                    <a:pt x="82044" y="280925"/>
                  </a:cubicBezTo>
                  <a:cubicBezTo>
                    <a:pt x="82044" y="333722"/>
                    <a:pt x="82044" y="386519"/>
                    <a:pt x="82044" y="440915"/>
                  </a:cubicBezTo>
                  <a:cubicBezTo>
                    <a:pt x="83272" y="440670"/>
                    <a:pt x="84499" y="440424"/>
                    <a:pt x="85765" y="440171"/>
                  </a:cubicBezTo>
                  <a:cubicBezTo>
                    <a:pt x="85765" y="439189"/>
                    <a:pt x="85765" y="438207"/>
                    <a:pt x="85765" y="437195"/>
                  </a:cubicBezTo>
                  <a:cubicBezTo>
                    <a:pt x="86562" y="437167"/>
                    <a:pt x="87359" y="437139"/>
                    <a:pt x="88180" y="437110"/>
                  </a:cubicBezTo>
                  <a:cubicBezTo>
                    <a:pt x="89220" y="437062"/>
                    <a:pt x="90259" y="437012"/>
                    <a:pt x="91299" y="436962"/>
                  </a:cubicBezTo>
                  <a:cubicBezTo>
                    <a:pt x="91825" y="436945"/>
                    <a:pt x="92351" y="436929"/>
                    <a:pt x="92893" y="436911"/>
                  </a:cubicBezTo>
                  <a:cubicBezTo>
                    <a:pt x="94585" y="436847"/>
                    <a:pt x="94585" y="436847"/>
                    <a:pt x="96927" y="436451"/>
                  </a:cubicBezTo>
                  <a:cubicBezTo>
                    <a:pt x="97172" y="435714"/>
                    <a:pt x="97418" y="434977"/>
                    <a:pt x="97671" y="434218"/>
                  </a:cubicBezTo>
                  <a:cubicBezTo>
                    <a:pt x="100062" y="433950"/>
                    <a:pt x="102369" y="433893"/>
                    <a:pt x="104771" y="433891"/>
                  </a:cubicBezTo>
                  <a:cubicBezTo>
                    <a:pt x="106456" y="433873"/>
                    <a:pt x="106456" y="433873"/>
                    <a:pt x="108833" y="433474"/>
                  </a:cubicBezTo>
                  <a:cubicBezTo>
                    <a:pt x="109078" y="432983"/>
                    <a:pt x="109324" y="432492"/>
                    <a:pt x="109577" y="431986"/>
                  </a:cubicBezTo>
                  <a:cubicBezTo>
                    <a:pt x="109823" y="431495"/>
                    <a:pt x="110068" y="431003"/>
                    <a:pt x="110321" y="430497"/>
                  </a:cubicBezTo>
                  <a:cubicBezTo>
                    <a:pt x="112280" y="430211"/>
                    <a:pt x="113989" y="430081"/>
                    <a:pt x="115949" y="430079"/>
                  </a:cubicBezTo>
                  <a:cubicBezTo>
                    <a:pt x="117838" y="430067"/>
                    <a:pt x="119597" y="429965"/>
                    <a:pt x="121483" y="429753"/>
                  </a:cubicBezTo>
                  <a:cubicBezTo>
                    <a:pt x="121729" y="429017"/>
                    <a:pt x="121974" y="428280"/>
                    <a:pt x="122227" y="427521"/>
                  </a:cubicBezTo>
                  <a:cubicBezTo>
                    <a:pt x="124338" y="427166"/>
                    <a:pt x="124338" y="427166"/>
                    <a:pt x="126971" y="427056"/>
                  </a:cubicBezTo>
                  <a:cubicBezTo>
                    <a:pt x="130616" y="426896"/>
                    <a:pt x="130616" y="426896"/>
                    <a:pt x="134134" y="426033"/>
                  </a:cubicBezTo>
                  <a:cubicBezTo>
                    <a:pt x="134379" y="425296"/>
                    <a:pt x="134625" y="424559"/>
                    <a:pt x="134878" y="423800"/>
                  </a:cubicBezTo>
                  <a:cubicBezTo>
                    <a:pt x="136924" y="423612"/>
                    <a:pt x="138790" y="423558"/>
                    <a:pt x="140831" y="423614"/>
                  </a:cubicBezTo>
                  <a:cubicBezTo>
                    <a:pt x="141668" y="423620"/>
                    <a:pt x="141668" y="423620"/>
                    <a:pt x="142523" y="423626"/>
                  </a:cubicBezTo>
                  <a:cubicBezTo>
                    <a:pt x="146670" y="423686"/>
                    <a:pt x="146670" y="423686"/>
                    <a:pt x="147528" y="424544"/>
                  </a:cubicBezTo>
                  <a:cubicBezTo>
                    <a:pt x="147612" y="425948"/>
                    <a:pt x="147645" y="427354"/>
                    <a:pt x="147657" y="428760"/>
                  </a:cubicBezTo>
                  <a:cubicBezTo>
                    <a:pt x="147672" y="430113"/>
                    <a:pt x="147672" y="430113"/>
                    <a:pt x="147688" y="431492"/>
                  </a:cubicBezTo>
                  <a:cubicBezTo>
                    <a:pt x="147696" y="432474"/>
                    <a:pt x="147703" y="433456"/>
                    <a:pt x="147711" y="434468"/>
                  </a:cubicBezTo>
                  <a:cubicBezTo>
                    <a:pt x="147723" y="435479"/>
                    <a:pt x="147735" y="436491"/>
                    <a:pt x="147747" y="437502"/>
                  </a:cubicBezTo>
                  <a:cubicBezTo>
                    <a:pt x="147800" y="441806"/>
                    <a:pt x="147845" y="446111"/>
                    <a:pt x="147883" y="450416"/>
                  </a:cubicBezTo>
                  <a:cubicBezTo>
                    <a:pt x="147907" y="453046"/>
                    <a:pt x="147937" y="455676"/>
                    <a:pt x="147972" y="458307"/>
                  </a:cubicBezTo>
                  <a:cubicBezTo>
                    <a:pt x="147990" y="459799"/>
                    <a:pt x="148000" y="461290"/>
                    <a:pt x="148009" y="462782"/>
                  </a:cubicBezTo>
                  <a:cubicBezTo>
                    <a:pt x="148022" y="463688"/>
                    <a:pt x="148034" y="464595"/>
                    <a:pt x="148047" y="465528"/>
                  </a:cubicBezTo>
                  <a:cubicBezTo>
                    <a:pt x="148055" y="466328"/>
                    <a:pt x="148062" y="467127"/>
                    <a:pt x="148070" y="467950"/>
                  </a:cubicBezTo>
                  <a:cubicBezTo>
                    <a:pt x="148133" y="470105"/>
                    <a:pt x="148133" y="470105"/>
                    <a:pt x="149761" y="472169"/>
                  </a:cubicBezTo>
                  <a:cubicBezTo>
                    <a:pt x="150006" y="472169"/>
                    <a:pt x="150252" y="472169"/>
                    <a:pt x="150505" y="472169"/>
                  </a:cubicBezTo>
                  <a:cubicBezTo>
                    <a:pt x="150591" y="475502"/>
                    <a:pt x="150644" y="478835"/>
                    <a:pt x="150691" y="482169"/>
                  </a:cubicBezTo>
                  <a:cubicBezTo>
                    <a:pt x="150716" y="483121"/>
                    <a:pt x="150741" y="484073"/>
                    <a:pt x="150766" y="485054"/>
                  </a:cubicBezTo>
                  <a:cubicBezTo>
                    <a:pt x="150776" y="485958"/>
                    <a:pt x="150786" y="486862"/>
                    <a:pt x="150795" y="487793"/>
                  </a:cubicBezTo>
                  <a:cubicBezTo>
                    <a:pt x="150811" y="488631"/>
                    <a:pt x="150827" y="489469"/>
                    <a:pt x="150843" y="490332"/>
                  </a:cubicBezTo>
                  <a:cubicBezTo>
                    <a:pt x="150731" y="490969"/>
                    <a:pt x="150620" y="491605"/>
                    <a:pt x="150505" y="492261"/>
                  </a:cubicBezTo>
                  <a:cubicBezTo>
                    <a:pt x="148998" y="492773"/>
                    <a:pt x="148998" y="492773"/>
                    <a:pt x="147528" y="493005"/>
                  </a:cubicBezTo>
                  <a:cubicBezTo>
                    <a:pt x="147528" y="493742"/>
                    <a:pt x="147528" y="494479"/>
                    <a:pt x="147528" y="495238"/>
                  </a:cubicBezTo>
                  <a:cubicBezTo>
                    <a:pt x="143845" y="495483"/>
                    <a:pt x="140161" y="495729"/>
                    <a:pt x="136366" y="495982"/>
                  </a:cubicBezTo>
                  <a:cubicBezTo>
                    <a:pt x="136366" y="496964"/>
                    <a:pt x="136366" y="497946"/>
                    <a:pt x="136366" y="498958"/>
                  </a:cubicBezTo>
                  <a:cubicBezTo>
                    <a:pt x="135756" y="498978"/>
                    <a:pt x="135146" y="498997"/>
                    <a:pt x="134517" y="499017"/>
                  </a:cubicBezTo>
                  <a:cubicBezTo>
                    <a:pt x="133715" y="499059"/>
                    <a:pt x="132914" y="499101"/>
                    <a:pt x="132087" y="499144"/>
                  </a:cubicBezTo>
                  <a:cubicBezTo>
                    <a:pt x="131293" y="499179"/>
                    <a:pt x="130499" y="499213"/>
                    <a:pt x="129680" y="499249"/>
                  </a:cubicBezTo>
                  <a:cubicBezTo>
                    <a:pt x="127357" y="499503"/>
                    <a:pt x="127357" y="499503"/>
                    <a:pt x="125925" y="501214"/>
                  </a:cubicBezTo>
                  <a:cubicBezTo>
                    <a:pt x="124460" y="502679"/>
                    <a:pt x="124460" y="502679"/>
                    <a:pt x="122379" y="502970"/>
                  </a:cubicBezTo>
                  <a:cubicBezTo>
                    <a:pt x="121291" y="502918"/>
                    <a:pt x="121291" y="502918"/>
                    <a:pt x="120181" y="502865"/>
                  </a:cubicBezTo>
                  <a:cubicBezTo>
                    <a:pt x="119448" y="502838"/>
                    <a:pt x="118715" y="502811"/>
                    <a:pt x="117960" y="502784"/>
                  </a:cubicBezTo>
                  <a:cubicBezTo>
                    <a:pt x="117126" y="502732"/>
                    <a:pt x="117126" y="502732"/>
                    <a:pt x="116274" y="502679"/>
                  </a:cubicBezTo>
                  <a:cubicBezTo>
                    <a:pt x="116274" y="503661"/>
                    <a:pt x="116274" y="504644"/>
                    <a:pt x="116274" y="505656"/>
                  </a:cubicBezTo>
                  <a:cubicBezTo>
                    <a:pt x="115585" y="505675"/>
                    <a:pt x="114895" y="505694"/>
                    <a:pt x="114184" y="505714"/>
                  </a:cubicBezTo>
                  <a:cubicBezTo>
                    <a:pt x="113293" y="505756"/>
                    <a:pt x="112402" y="505798"/>
                    <a:pt x="111484" y="505842"/>
                  </a:cubicBezTo>
                  <a:cubicBezTo>
                    <a:pt x="110595" y="505876"/>
                    <a:pt x="109705" y="505911"/>
                    <a:pt x="108789" y="505946"/>
                  </a:cubicBezTo>
                  <a:cubicBezTo>
                    <a:pt x="108067" y="506096"/>
                    <a:pt x="107345" y="506246"/>
                    <a:pt x="106600" y="506400"/>
                  </a:cubicBezTo>
                  <a:cubicBezTo>
                    <a:pt x="106352" y="507392"/>
                    <a:pt x="106104" y="508384"/>
                    <a:pt x="105856" y="509376"/>
                  </a:cubicBezTo>
                  <a:cubicBezTo>
                    <a:pt x="103694" y="509751"/>
                    <a:pt x="103694" y="509751"/>
                    <a:pt x="101019" y="509795"/>
                  </a:cubicBezTo>
                  <a:cubicBezTo>
                    <a:pt x="98424" y="509795"/>
                    <a:pt x="98424" y="509795"/>
                    <a:pt x="96182" y="510120"/>
                  </a:cubicBezTo>
                  <a:cubicBezTo>
                    <a:pt x="95937" y="510857"/>
                    <a:pt x="95691" y="511594"/>
                    <a:pt x="95438" y="512353"/>
                  </a:cubicBezTo>
                  <a:cubicBezTo>
                    <a:pt x="93336" y="512673"/>
                    <a:pt x="91287" y="512681"/>
                    <a:pt x="89163" y="512722"/>
                  </a:cubicBezTo>
                  <a:cubicBezTo>
                    <a:pt x="88217" y="512908"/>
                    <a:pt x="88217" y="512908"/>
                    <a:pt x="87253" y="513097"/>
                  </a:cubicBezTo>
                  <a:cubicBezTo>
                    <a:pt x="87015" y="513588"/>
                    <a:pt x="86777" y="514079"/>
                    <a:pt x="86532" y="514585"/>
                  </a:cubicBezTo>
                  <a:cubicBezTo>
                    <a:pt x="86279" y="515076"/>
                    <a:pt x="86025" y="515568"/>
                    <a:pt x="85765" y="516074"/>
                  </a:cubicBezTo>
                  <a:cubicBezTo>
                    <a:pt x="83692" y="516449"/>
                    <a:pt x="83692" y="516449"/>
                    <a:pt x="81253" y="516492"/>
                  </a:cubicBezTo>
                  <a:cubicBezTo>
                    <a:pt x="78880" y="516492"/>
                    <a:pt x="78880" y="516492"/>
                    <a:pt x="76835" y="516818"/>
                  </a:cubicBezTo>
                  <a:cubicBezTo>
                    <a:pt x="76589" y="517554"/>
                    <a:pt x="76344" y="518291"/>
                    <a:pt x="76091" y="519050"/>
                  </a:cubicBezTo>
                  <a:cubicBezTo>
                    <a:pt x="74443" y="519405"/>
                    <a:pt x="74443" y="519405"/>
                    <a:pt x="72417" y="519515"/>
                  </a:cubicBezTo>
                  <a:cubicBezTo>
                    <a:pt x="69685" y="519633"/>
                    <a:pt x="69685" y="519633"/>
                    <a:pt x="67161" y="520538"/>
                  </a:cubicBezTo>
                  <a:cubicBezTo>
                    <a:pt x="67161" y="521275"/>
                    <a:pt x="67161" y="522012"/>
                    <a:pt x="67161" y="522771"/>
                  </a:cubicBezTo>
                  <a:cubicBezTo>
                    <a:pt x="66587" y="522790"/>
                    <a:pt x="66014" y="522809"/>
                    <a:pt x="65423" y="522829"/>
                  </a:cubicBezTo>
                  <a:cubicBezTo>
                    <a:pt x="64676" y="522871"/>
                    <a:pt x="63930" y="522913"/>
                    <a:pt x="63161" y="522957"/>
                  </a:cubicBezTo>
                  <a:cubicBezTo>
                    <a:pt x="62419" y="522991"/>
                    <a:pt x="61676" y="523026"/>
                    <a:pt x="60911" y="523062"/>
                  </a:cubicBezTo>
                  <a:cubicBezTo>
                    <a:pt x="60273" y="523211"/>
                    <a:pt x="59634" y="523361"/>
                    <a:pt x="58975" y="523515"/>
                  </a:cubicBezTo>
                  <a:cubicBezTo>
                    <a:pt x="58468" y="524501"/>
                    <a:pt x="57971" y="525494"/>
                    <a:pt x="57487" y="526492"/>
                  </a:cubicBezTo>
                  <a:cubicBezTo>
                    <a:pt x="55740" y="526867"/>
                    <a:pt x="55740" y="526867"/>
                    <a:pt x="53720" y="526910"/>
                  </a:cubicBezTo>
                  <a:cubicBezTo>
                    <a:pt x="51749" y="526911"/>
                    <a:pt x="51749" y="526911"/>
                    <a:pt x="50046" y="527236"/>
                  </a:cubicBezTo>
                  <a:cubicBezTo>
                    <a:pt x="49800" y="527972"/>
                    <a:pt x="49555" y="528709"/>
                    <a:pt x="49302" y="529468"/>
                  </a:cubicBezTo>
                  <a:cubicBezTo>
                    <a:pt x="47953" y="529555"/>
                    <a:pt x="47953" y="529555"/>
                    <a:pt x="46325" y="529375"/>
                  </a:cubicBezTo>
                  <a:cubicBezTo>
                    <a:pt x="44725" y="529258"/>
                    <a:pt x="44725" y="529258"/>
                    <a:pt x="43349" y="529468"/>
                  </a:cubicBezTo>
                  <a:cubicBezTo>
                    <a:pt x="43094" y="530707"/>
                    <a:pt x="42847" y="531947"/>
                    <a:pt x="42604" y="533189"/>
                  </a:cubicBezTo>
                  <a:cubicBezTo>
                    <a:pt x="41046" y="533582"/>
                    <a:pt x="39605" y="533654"/>
                    <a:pt x="38000" y="533683"/>
                  </a:cubicBezTo>
                  <a:cubicBezTo>
                    <a:pt x="37332" y="533807"/>
                    <a:pt x="37332" y="533807"/>
                    <a:pt x="36651" y="533933"/>
                  </a:cubicBezTo>
                  <a:cubicBezTo>
                    <a:pt x="36406" y="534670"/>
                    <a:pt x="36160" y="535406"/>
                    <a:pt x="35907" y="536165"/>
                  </a:cubicBezTo>
                  <a:cubicBezTo>
                    <a:pt x="33256" y="536677"/>
                    <a:pt x="33256" y="536677"/>
                    <a:pt x="30698" y="536910"/>
                  </a:cubicBezTo>
                  <a:cubicBezTo>
                    <a:pt x="30698" y="537892"/>
                    <a:pt x="30698" y="538874"/>
                    <a:pt x="30698" y="539886"/>
                  </a:cubicBezTo>
                  <a:cubicBezTo>
                    <a:pt x="28488" y="539886"/>
                    <a:pt x="26278" y="539886"/>
                    <a:pt x="24001" y="539886"/>
                  </a:cubicBezTo>
                  <a:cubicBezTo>
                    <a:pt x="24001" y="539149"/>
                    <a:pt x="24001" y="538413"/>
                    <a:pt x="24001" y="537654"/>
                  </a:cubicBezTo>
                  <a:cubicBezTo>
                    <a:pt x="23510" y="537654"/>
                    <a:pt x="23019" y="537654"/>
                    <a:pt x="22513" y="537654"/>
                  </a:cubicBezTo>
                  <a:cubicBezTo>
                    <a:pt x="22405" y="536871"/>
                    <a:pt x="22298" y="536088"/>
                    <a:pt x="22187" y="535282"/>
                  </a:cubicBezTo>
                  <a:cubicBezTo>
                    <a:pt x="21737" y="531975"/>
                    <a:pt x="21737" y="531975"/>
                    <a:pt x="21024" y="528724"/>
                  </a:cubicBezTo>
                  <a:cubicBezTo>
                    <a:pt x="20533" y="528724"/>
                    <a:pt x="20042" y="528724"/>
                    <a:pt x="19536" y="528724"/>
                  </a:cubicBezTo>
                  <a:cubicBezTo>
                    <a:pt x="19415" y="527198"/>
                    <a:pt x="19294" y="525672"/>
                    <a:pt x="19173" y="524146"/>
                  </a:cubicBezTo>
                  <a:cubicBezTo>
                    <a:pt x="18984" y="523465"/>
                    <a:pt x="18984" y="523465"/>
                    <a:pt x="18792" y="522771"/>
                  </a:cubicBezTo>
                  <a:cubicBezTo>
                    <a:pt x="18055" y="522525"/>
                    <a:pt x="17318" y="522280"/>
                    <a:pt x="16559" y="522027"/>
                  </a:cubicBezTo>
                  <a:cubicBezTo>
                    <a:pt x="16212" y="520287"/>
                    <a:pt x="16185" y="518612"/>
                    <a:pt x="16118" y="516841"/>
                  </a:cubicBezTo>
                  <a:cubicBezTo>
                    <a:pt x="16018" y="516342"/>
                    <a:pt x="15918" y="515843"/>
                    <a:pt x="15815" y="515329"/>
                  </a:cubicBezTo>
                  <a:cubicBezTo>
                    <a:pt x="15079" y="515084"/>
                    <a:pt x="14342" y="514838"/>
                    <a:pt x="13583" y="514585"/>
                  </a:cubicBezTo>
                  <a:cubicBezTo>
                    <a:pt x="13583" y="512849"/>
                    <a:pt x="13583" y="511113"/>
                    <a:pt x="13583" y="509376"/>
                  </a:cubicBezTo>
                  <a:cubicBezTo>
                    <a:pt x="12846" y="508885"/>
                    <a:pt x="12109" y="508394"/>
                    <a:pt x="11350" y="507888"/>
                  </a:cubicBezTo>
                  <a:cubicBezTo>
                    <a:pt x="11228" y="507013"/>
                    <a:pt x="11105" y="506138"/>
                    <a:pt x="10978" y="505237"/>
                  </a:cubicBezTo>
                  <a:cubicBezTo>
                    <a:pt x="10794" y="503971"/>
                    <a:pt x="10794" y="503971"/>
                    <a:pt x="10606" y="502679"/>
                  </a:cubicBezTo>
                  <a:cubicBezTo>
                    <a:pt x="9870" y="502433"/>
                    <a:pt x="9133" y="502188"/>
                    <a:pt x="8374" y="501935"/>
                  </a:cubicBezTo>
                  <a:cubicBezTo>
                    <a:pt x="8126" y="500199"/>
                    <a:pt x="7878" y="498462"/>
                    <a:pt x="7630" y="496726"/>
                  </a:cubicBezTo>
                  <a:cubicBezTo>
                    <a:pt x="6893" y="496480"/>
                    <a:pt x="6156" y="496235"/>
                    <a:pt x="5397" y="495982"/>
                  </a:cubicBezTo>
                  <a:cubicBezTo>
                    <a:pt x="5120" y="494748"/>
                    <a:pt x="4871" y="493507"/>
                    <a:pt x="4653" y="492261"/>
                  </a:cubicBezTo>
                  <a:cubicBezTo>
                    <a:pt x="4162" y="492016"/>
                    <a:pt x="3671" y="491770"/>
                    <a:pt x="3165" y="491517"/>
                  </a:cubicBezTo>
                  <a:cubicBezTo>
                    <a:pt x="3057" y="491026"/>
                    <a:pt x="2950" y="490535"/>
                    <a:pt x="2839" y="490029"/>
                  </a:cubicBezTo>
                  <a:cubicBezTo>
                    <a:pt x="2701" y="489538"/>
                    <a:pt x="2563" y="489046"/>
                    <a:pt x="2421" y="488540"/>
                  </a:cubicBezTo>
                  <a:cubicBezTo>
                    <a:pt x="1684" y="488295"/>
                    <a:pt x="947" y="488049"/>
                    <a:pt x="188" y="487796"/>
                  </a:cubicBezTo>
                  <a:cubicBezTo>
                    <a:pt x="-30" y="485770"/>
                    <a:pt x="-30" y="485770"/>
                    <a:pt x="49" y="483285"/>
                  </a:cubicBezTo>
                  <a:cubicBezTo>
                    <a:pt x="69" y="482463"/>
                    <a:pt x="89" y="481641"/>
                    <a:pt x="110" y="480794"/>
                  </a:cubicBezTo>
                  <a:cubicBezTo>
                    <a:pt x="136" y="480158"/>
                    <a:pt x="162" y="479522"/>
                    <a:pt x="188" y="478867"/>
                  </a:cubicBezTo>
                  <a:cubicBezTo>
                    <a:pt x="1171" y="478867"/>
                    <a:pt x="2153" y="478867"/>
                    <a:pt x="3165" y="478867"/>
                  </a:cubicBezTo>
                  <a:cubicBezTo>
                    <a:pt x="4025" y="477028"/>
                    <a:pt x="4025" y="477028"/>
                    <a:pt x="4653" y="475146"/>
                  </a:cubicBezTo>
                  <a:cubicBezTo>
                    <a:pt x="5144" y="475146"/>
                    <a:pt x="5635" y="475146"/>
                    <a:pt x="6141" y="475146"/>
                  </a:cubicBezTo>
                  <a:cubicBezTo>
                    <a:pt x="6649" y="474160"/>
                    <a:pt x="7142" y="473166"/>
                    <a:pt x="7630" y="472169"/>
                  </a:cubicBezTo>
                  <a:cubicBezTo>
                    <a:pt x="9132" y="470280"/>
                    <a:pt x="10692" y="468449"/>
                    <a:pt x="12260" y="466614"/>
                  </a:cubicBezTo>
                  <a:cubicBezTo>
                    <a:pt x="13637" y="464651"/>
                    <a:pt x="13935" y="463330"/>
                    <a:pt x="14327" y="461007"/>
                  </a:cubicBezTo>
                  <a:cubicBezTo>
                    <a:pt x="14818" y="460762"/>
                    <a:pt x="15309" y="460516"/>
                    <a:pt x="15815" y="460263"/>
                  </a:cubicBezTo>
                  <a:cubicBezTo>
                    <a:pt x="16162" y="458853"/>
                    <a:pt x="16162" y="458853"/>
                    <a:pt x="16280" y="457240"/>
                  </a:cubicBezTo>
                  <a:cubicBezTo>
                    <a:pt x="16372" y="456273"/>
                    <a:pt x="16465" y="455306"/>
                    <a:pt x="16559" y="454310"/>
                  </a:cubicBezTo>
                  <a:cubicBezTo>
                    <a:pt x="17296" y="454310"/>
                    <a:pt x="18033" y="454310"/>
                    <a:pt x="18792" y="454310"/>
                  </a:cubicBezTo>
                  <a:cubicBezTo>
                    <a:pt x="19037" y="450135"/>
                    <a:pt x="19283" y="445961"/>
                    <a:pt x="19536" y="441660"/>
                  </a:cubicBezTo>
                  <a:cubicBezTo>
                    <a:pt x="20027" y="441660"/>
                    <a:pt x="20518" y="441660"/>
                    <a:pt x="21024" y="441660"/>
                  </a:cubicBezTo>
                  <a:cubicBezTo>
                    <a:pt x="21026" y="440733"/>
                    <a:pt x="21027" y="439807"/>
                    <a:pt x="21028" y="438853"/>
                  </a:cubicBezTo>
                  <a:cubicBezTo>
                    <a:pt x="21085" y="398044"/>
                    <a:pt x="21143" y="357236"/>
                    <a:pt x="21206" y="316427"/>
                  </a:cubicBezTo>
                  <a:cubicBezTo>
                    <a:pt x="21207" y="315810"/>
                    <a:pt x="21208" y="315192"/>
                    <a:pt x="21208" y="314556"/>
                  </a:cubicBezTo>
                  <a:cubicBezTo>
                    <a:pt x="21229" y="301138"/>
                    <a:pt x="21250" y="287720"/>
                    <a:pt x="21271" y="274302"/>
                  </a:cubicBezTo>
                  <a:cubicBezTo>
                    <a:pt x="21281" y="267722"/>
                    <a:pt x="21291" y="261142"/>
                    <a:pt x="21301" y="254562"/>
                  </a:cubicBezTo>
                  <a:cubicBezTo>
                    <a:pt x="21302" y="253907"/>
                    <a:pt x="21303" y="253252"/>
                    <a:pt x="21304" y="252577"/>
                  </a:cubicBezTo>
                  <a:cubicBezTo>
                    <a:pt x="21337" y="231340"/>
                    <a:pt x="21368" y="210102"/>
                    <a:pt x="21397" y="188865"/>
                  </a:cubicBezTo>
                  <a:cubicBezTo>
                    <a:pt x="21427" y="167047"/>
                    <a:pt x="21460" y="145229"/>
                    <a:pt x="21495" y="123412"/>
                  </a:cubicBezTo>
                  <a:cubicBezTo>
                    <a:pt x="21500" y="120332"/>
                    <a:pt x="21505" y="117253"/>
                    <a:pt x="21510" y="114174"/>
                  </a:cubicBezTo>
                  <a:cubicBezTo>
                    <a:pt x="21511" y="113568"/>
                    <a:pt x="21512" y="112962"/>
                    <a:pt x="21513" y="112338"/>
                  </a:cubicBezTo>
                  <a:cubicBezTo>
                    <a:pt x="21529" y="102568"/>
                    <a:pt x="21542" y="92799"/>
                    <a:pt x="21554" y="83030"/>
                  </a:cubicBezTo>
                  <a:cubicBezTo>
                    <a:pt x="21567" y="73216"/>
                    <a:pt x="21582" y="63403"/>
                    <a:pt x="21599" y="53590"/>
                  </a:cubicBezTo>
                  <a:cubicBezTo>
                    <a:pt x="21610" y="47755"/>
                    <a:pt x="21618" y="41919"/>
                    <a:pt x="21624" y="36083"/>
                  </a:cubicBezTo>
                  <a:cubicBezTo>
                    <a:pt x="21628" y="31734"/>
                    <a:pt x="21636" y="27385"/>
                    <a:pt x="21646" y="23036"/>
                  </a:cubicBezTo>
                  <a:cubicBezTo>
                    <a:pt x="21649" y="21270"/>
                    <a:pt x="21651" y="19504"/>
                    <a:pt x="21652" y="17738"/>
                  </a:cubicBezTo>
                  <a:cubicBezTo>
                    <a:pt x="21653" y="15350"/>
                    <a:pt x="21658" y="12961"/>
                    <a:pt x="21665" y="10572"/>
                  </a:cubicBezTo>
                  <a:cubicBezTo>
                    <a:pt x="21664" y="9877"/>
                    <a:pt x="21664" y="9181"/>
                    <a:pt x="21663" y="8465"/>
                  </a:cubicBezTo>
                  <a:cubicBezTo>
                    <a:pt x="21666" y="7830"/>
                    <a:pt x="21668" y="7195"/>
                    <a:pt x="21671" y="6541"/>
                  </a:cubicBezTo>
                  <a:cubicBezTo>
                    <a:pt x="21672" y="5994"/>
                    <a:pt x="21673" y="5448"/>
                    <a:pt x="21674" y="4885"/>
                  </a:cubicBezTo>
                  <a:cubicBezTo>
                    <a:pt x="21773" y="3280"/>
                    <a:pt x="21981" y="1903"/>
                    <a:pt x="22513" y="384"/>
                  </a:cubicBezTo>
                  <a:cubicBezTo>
                    <a:pt x="24003" y="15"/>
                    <a:pt x="24003" y="15"/>
                    <a:pt x="26009" y="18"/>
                  </a:cubicBezTo>
                  <a:cubicBezTo>
                    <a:pt x="26770" y="12"/>
                    <a:pt x="27532" y="6"/>
                    <a:pt x="28316" y="0"/>
                  </a:cubicBezTo>
                  <a:close/>
                </a:path>
              </a:pathLst>
            </a:custGeom>
            <a:grpFill/>
            <a:ln w="744" cap="flat">
              <a:noFill/>
              <a:prstDash val="solid"/>
              <a:miter/>
            </a:ln>
          </p:spPr>
          <p:txBody>
            <a:bodyPr rtlCol="0" anchor="ctr"/>
            <a:lstStyle/>
            <a:p>
              <a:endParaRPr lang="zh-CN" altLang="en-US"/>
            </a:p>
          </p:txBody>
        </p:sp>
        <p:sp>
          <p:nvSpPr>
            <p:cNvPr id="91" name="任意多边形: 形状 90"/>
            <p:cNvSpPr/>
            <p:nvPr/>
          </p:nvSpPr>
          <p:spPr>
            <a:xfrm>
              <a:off x="5658602" y="600426"/>
              <a:ext cx="457283" cy="559903"/>
            </a:xfrm>
            <a:custGeom>
              <a:avLst/>
              <a:gdLst>
                <a:gd name="connsiteX0" fmla="*/ 118294 w 457283"/>
                <a:gd name="connsiteY0" fmla="*/ 439 h 559903"/>
                <a:gd name="connsiteX1" fmla="*/ 119783 w 457283"/>
                <a:gd name="connsiteY1" fmla="*/ 2672 h 559903"/>
                <a:gd name="connsiteX2" fmla="*/ 127901 w 457283"/>
                <a:gd name="connsiteY2" fmla="*/ 3041 h 559903"/>
                <a:gd name="connsiteX3" fmla="*/ 130200 w 457283"/>
                <a:gd name="connsiteY3" fmla="*/ 3416 h 559903"/>
                <a:gd name="connsiteX4" fmla="*/ 130567 w 457283"/>
                <a:gd name="connsiteY4" fmla="*/ 4895 h 559903"/>
                <a:gd name="connsiteX5" fmla="*/ 130945 w 457283"/>
                <a:gd name="connsiteY5" fmla="*/ 6392 h 559903"/>
                <a:gd name="connsiteX6" fmla="*/ 136200 w 457283"/>
                <a:gd name="connsiteY6" fmla="*/ 6950 h 559903"/>
                <a:gd name="connsiteX7" fmla="*/ 139110 w 457283"/>
                <a:gd name="connsiteY7" fmla="*/ 7078 h 559903"/>
                <a:gd name="connsiteX8" fmla="*/ 141363 w 457283"/>
                <a:gd name="connsiteY8" fmla="*/ 7136 h 559903"/>
                <a:gd name="connsiteX9" fmla="*/ 141363 w 457283"/>
                <a:gd name="connsiteY9" fmla="*/ 10113 h 559903"/>
                <a:gd name="connsiteX10" fmla="*/ 152525 w 457283"/>
                <a:gd name="connsiteY10" fmla="*/ 10113 h 559903"/>
                <a:gd name="connsiteX11" fmla="*/ 152525 w 457283"/>
                <a:gd name="connsiteY11" fmla="*/ 13089 h 559903"/>
                <a:gd name="connsiteX12" fmla="*/ 154940 w 457283"/>
                <a:gd name="connsiteY12" fmla="*/ 13174 h 559903"/>
                <a:gd name="connsiteX13" fmla="*/ 158059 w 457283"/>
                <a:gd name="connsiteY13" fmla="*/ 13322 h 559903"/>
                <a:gd name="connsiteX14" fmla="*/ 159654 w 457283"/>
                <a:gd name="connsiteY14" fmla="*/ 13373 h 559903"/>
                <a:gd name="connsiteX15" fmla="*/ 163687 w 457283"/>
                <a:gd name="connsiteY15" fmla="*/ 13834 h 559903"/>
                <a:gd name="connsiteX16" fmla="*/ 164431 w 457283"/>
                <a:gd name="connsiteY16" fmla="*/ 16066 h 559903"/>
                <a:gd name="connsiteX17" fmla="*/ 170710 w 457283"/>
                <a:gd name="connsiteY17" fmla="*/ 16764 h 559903"/>
                <a:gd name="connsiteX18" fmla="*/ 177825 w 457283"/>
                <a:gd name="connsiteY18" fmla="*/ 18298 h 559903"/>
                <a:gd name="connsiteX19" fmla="*/ 178105 w 457283"/>
                <a:gd name="connsiteY19" fmla="*/ 23228 h 559903"/>
                <a:gd name="connsiteX20" fmla="*/ 177982 w 457283"/>
                <a:gd name="connsiteY20" fmla="*/ 25908 h 559903"/>
                <a:gd name="connsiteX21" fmla="*/ 177825 w 457283"/>
                <a:gd name="connsiteY21" fmla="*/ 27972 h 559903"/>
                <a:gd name="connsiteX22" fmla="*/ 176337 w 457283"/>
                <a:gd name="connsiteY22" fmla="*/ 27972 h 559903"/>
                <a:gd name="connsiteX23" fmla="*/ 176064 w 457283"/>
                <a:gd name="connsiteY23" fmla="*/ 29899 h 559903"/>
                <a:gd name="connsiteX24" fmla="*/ 175686 w 457283"/>
                <a:gd name="connsiteY24" fmla="*/ 32391 h 559903"/>
                <a:gd name="connsiteX25" fmla="*/ 175320 w 457283"/>
                <a:gd name="connsiteY25" fmla="*/ 34876 h 559903"/>
                <a:gd name="connsiteX26" fmla="*/ 174849 w 457283"/>
                <a:gd name="connsiteY26" fmla="*/ 36902 h 559903"/>
                <a:gd name="connsiteX27" fmla="*/ 173361 w 457283"/>
                <a:gd name="connsiteY27" fmla="*/ 37646 h 559903"/>
                <a:gd name="connsiteX28" fmla="*/ 172945 w 457283"/>
                <a:gd name="connsiteY28" fmla="*/ 43995 h 559903"/>
                <a:gd name="connsiteX29" fmla="*/ 172616 w 457283"/>
                <a:gd name="connsiteY29" fmla="*/ 45832 h 559903"/>
                <a:gd name="connsiteX30" fmla="*/ 170384 w 457283"/>
                <a:gd name="connsiteY30" fmla="*/ 46576 h 559903"/>
                <a:gd name="connsiteX31" fmla="*/ 169872 w 457283"/>
                <a:gd name="connsiteY31" fmla="*/ 50343 h 559903"/>
                <a:gd name="connsiteX32" fmla="*/ 169724 w 457283"/>
                <a:gd name="connsiteY32" fmla="*/ 52416 h 559903"/>
                <a:gd name="connsiteX33" fmla="*/ 169640 w 457283"/>
                <a:gd name="connsiteY33" fmla="*/ 54017 h 559903"/>
                <a:gd name="connsiteX34" fmla="*/ 167408 w 457283"/>
                <a:gd name="connsiteY34" fmla="*/ 54017 h 559903"/>
                <a:gd name="connsiteX35" fmla="*/ 166899 w 457283"/>
                <a:gd name="connsiteY35" fmla="*/ 58523 h 559903"/>
                <a:gd name="connsiteX36" fmla="*/ 165919 w 457283"/>
                <a:gd name="connsiteY36" fmla="*/ 61459 h 559903"/>
                <a:gd name="connsiteX37" fmla="*/ 445716 w 457283"/>
                <a:gd name="connsiteY37" fmla="*/ 61459 h 559903"/>
                <a:gd name="connsiteX38" fmla="*/ 445716 w 457283"/>
                <a:gd name="connsiteY38" fmla="*/ 126199 h 559903"/>
                <a:gd name="connsiteX39" fmla="*/ 139874 w 457283"/>
                <a:gd name="connsiteY39" fmla="*/ 126199 h 559903"/>
                <a:gd name="connsiteX40" fmla="*/ 139874 w 457283"/>
                <a:gd name="connsiteY40" fmla="*/ 131408 h 559903"/>
                <a:gd name="connsiteX41" fmla="*/ 137642 w 457283"/>
                <a:gd name="connsiteY41" fmla="*/ 132896 h 559903"/>
                <a:gd name="connsiteX42" fmla="*/ 137270 w 457283"/>
                <a:gd name="connsiteY42" fmla="*/ 135501 h 559903"/>
                <a:gd name="connsiteX43" fmla="*/ 136898 w 457283"/>
                <a:gd name="connsiteY43" fmla="*/ 138105 h 559903"/>
                <a:gd name="connsiteX44" fmla="*/ 134665 w 457283"/>
                <a:gd name="connsiteY44" fmla="*/ 139593 h 559903"/>
                <a:gd name="connsiteX45" fmla="*/ 133921 w 457283"/>
                <a:gd name="connsiteY45" fmla="*/ 144058 h 559903"/>
                <a:gd name="connsiteX46" fmla="*/ 131689 w 457283"/>
                <a:gd name="connsiteY46" fmla="*/ 144058 h 559903"/>
                <a:gd name="connsiteX47" fmla="*/ 130945 w 457283"/>
                <a:gd name="connsiteY47" fmla="*/ 147035 h 559903"/>
                <a:gd name="connsiteX48" fmla="*/ 132714 w 457283"/>
                <a:gd name="connsiteY48" fmla="*/ 147034 h 559903"/>
                <a:gd name="connsiteX49" fmla="*/ 236418 w 457283"/>
                <a:gd name="connsiteY49" fmla="*/ 146997 h 559903"/>
                <a:gd name="connsiteX50" fmla="*/ 248856 w 457283"/>
                <a:gd name="connsiteY50" fmla="*/ 146994 h 559903"/>
                <a:gd name="connsiteX51" fmla="*/ 251358 w 457283"/>
                <a:gd name="connsiteY51" fmla="*/ 146993 h 559903"/>
                <a:gd name="connsiteX52" fmla="*/ 291510 w 457283"/>
                <a:gd name="connsiteY52" fmla="*/ 146977 h 559903"/>
                <a:gd name="connsiteX53" fmla="*/ 332677 w 457283"/>
                <a:gd name="connsiteY53" fmla="*/ 146965 h 559903"/>
                <a:gd name="connsiteX54" fmla="*/ 358101 w 457283"/>
                <a:gd name="connsiteY54" fmla="*/ 146954 h 559903"/>
                <a:gd name="connsiteX55" fmla="*/ 375511 w 457283"/>
                <a:gd name="connsiteY55" fmla="*/ 146950 h 559903"/>
                <a:gd name="connsiteX56" fmla="*/ 385571 w 457283"/>
                <a:gd name="connsiteY56" fmla="*/ 146946 h 559903"/>
                <a:gd name="connsiteX57" fmla="*/ 394765 w 457283"/>
                <a:gd name="connsiteY57" fmla="*/ 146945 h 559903"/>
                <a:gd name="connsiteX58" fmla="*/ 398106 w 457283"/>
                <a:gd name="connsiteY58" fmla="*/ 146942 h 559903"/>
                <a:gd name="connsiteX59" fmla="*/ 402618 w 457283"/>
                <a:gd name="connsiteY59" fmla="*/ 146943 h 559903"/>
                <a:gd name="connsiteX60" fmla="*/ 405158 w 457283"/>
                <a:gd name="connsiteY60" fmla="*/ 146942 h 559903"/>
                <a:gd name="connsiteX61" fmla="*/ 407765 w 457283"/>
                <a:gd name="connsiteY61" fmla="*/ 147779 h 559903"/>
                <a:gd name="connsiteX62" fmla="*/ 407861 w 457283"/>
                <a:gd name="connsiteY62" fmla="*/ 153498 h 559903"/>
                <a:gd name="connsiteX63" fmla="*/ 407865 w 457283"/>
                <a:gd name="connsiteY63" fmla="*/ 155313 h 559903"/>
                <a:gd name="connsiteX64" fmla="*/ 407864 w 457283"/>
                <a:gd name="connsiteY64" fmla="*/ 161284 h 559903"/>
                <a:gd name="connsiteX65" fmla="*/ 407866 w 457283"/>
                <a:gd name="connsiteY65" fmla="*/ 165419 h 559903"/>
                <a:gd name="connsiteX66" fmla="*/ 407862 w 457283"/>
                <a:gd name="connsiteY66" fmla="*/ 174101 h 559903"/>
                <a:gd name="connsiteX67" fmla="*/ 407865 w 457283"/>
                <a:gd name="connsiteY67" fmla="*/ 185239 h 559903"/>
                <a:gd name="connsiteX68" fmla="*/ 407865 w 457283"/>
                <a:gd name="connsiteY68" fmla="*/ 193784 h 559903"/>
                <a:gd name="connsiteX69" fmla="*/ 407866 w 457283"/>
                <a:gd name="connsiteY69" fmla="*/ 197891 h 559903"/>
                <a:gd name="connsiteX70" fmla="*/ 407861 w 457283"/>
                <a:gd name="connsiteY70" fmla="*/ 203631 h 559903"/>
                <a:gd name="connsiteX71" fmla="*/ 407866 w 457283"/>
                <a:gd name="connsiteY71" fmla="*/ 205353 h 559903"/>
                <a:gd name="connsiteX72" fmla="*/ 407021 w 457283"/>
                <a:gd name="connsiteY72" fmla="*/ 211775 h 559903"/>
                <a:gd name="connsiteX73" fmla="*/ 402550 w 457283"/>
                <a:gd name="connsiteY73" fmla="*/ 212058 h 559903"/>
                <a:gd name="connsiteX74" fmla="*/ 399586 w 457283"/>
                <a:gd name="connsiteY74" fmla="*/ 212077 h 559903"/>
                <a:gd name="connsiteX75" fmla="*/ 396286 w 457283"/>
                <a:gd name="connsiteY75" fmla="*/ 212063 h 559903"/>
                <a:gd name="connsiteX76" fmla="*/ 392814 w 457283"/>
                <a:gd name="connsiteY76" fmla="*/ 212076 h 559903"/>
                <a:gd name="connsiteX77" fmla="*/ 383228 w 457283"/>
                <a:gd name="connsiteY77" fmla="*/ 212078 h 559903"/>
                <a:gd name="connsiteX78" fmla="*/ 372907 w 457283"/>
                <a:gd name="connsiteY78" fmla="*/ 212091 h 559903"/>
                <a:gd name="connsiteX79" fmla="*/ 352670 w 457283"/>
                <a:gd name="connsiteY79" fmla="*/ 212101 h 559903"/>
                <a:gd name="connsiteX80" fmla="*/ 336232 w 457283"/>
                <a:gd name="connsiteY80" fmla="*/ 212103 h 559903"/>
                <a:gd name="connsiteX81" fmla="*/ 333873 w 457283"/>
                <a:gd name="connsiteY81" fmla="*/ 212104 h 559903"/>
                <a:gd name="connsiteX82" fmla="*/ 329131 w 457283"/>
                <a:gd name="connsiteY82" fmla="*/ 212108 h 559903"/>
                <a:gd name="connsiteX83" fmla="*/ 284605 w 457283"/>
                <a:gd name="connsiteY83" fmla="*/ 212105 h 559903"/>
                <a:gd name="connsiteX84" fmla="*/ 243818 w 457283"/>
                <a:gd name="connsiteY84" fmla="*/ 212125 h 559903"/>
                <a:gd name="connsiteX85" fmla="*/ 201994 w 457283"/>
                <a:gd name="connsiteY85" fmla="*/ 212146 h 559903"/>
                <a:gd name="connsiteX86" fmla="*/ 178491 w 457283"/>
                <a:gd name="connsiteY86" fmla="*/ 212158 h 559903"/>
                <a:gd name="connsiteX87" fmla="*/ 158484 w 457283"/>
                <a:gd name="connsiteY87" fmla="*/ 212156 h 559903"/>
                <a:gd name="connsiteX88" fmla="*/ 148265 w 457283"/>
                <a:gd name="connsiteY88" fmla="*/ 212160 h 559903"/>
                <a:gd name="connsiteX89" fmla="*/ 138927 w 457283"/>
                <a:gd name="connsiteY89" fmla="*/ 212152 h 559903"/>
                <a:gd name="connsiteX90" fmla="*/ 135533 w 457283"/>
                <a:gd name="connsiteY90" fmla="*/ 212159 h 559903"/>
                <a:gd name="connsiteX91" fmla="*/ 130951 w 457283"/>
                <a:gd name="connsiteY91" fmla="*/ 212148 h 559903"/>
                <a:gd name="connsiteX92" fmla="*/ 128370 w 457283"/>
                <a:gd name="connsiteY92" fmla="*/ 212147 h 559903"/>
                <a:gd name="connsiteX93" fmla="*/ 126480 w 457283"/>
                <a:gd name="connsiteY93" fmla="*/ 211775 h 559903"/>
                <a:gd name="connsiteX94" fmla="*/ 125651 w 457283"/>
                <a:gd name="connsiteY94" fmla="*/ 203815 h 559903"/>
                <a:gd name="connsiteX95" fmla="*/ 125651 w 457283"/>
                <a:gd name="connsiteY95" fmla="*/ 202319 h 559903"/>
                <a:gd name="connsiteX96" fmla="*/ 125663 w 457283"/>
                <a:gd name="connsiteY96" fmla="*/ 197439 h 559903"/>
                <a:gd name="connsiteX97" fmla="*/ 125666 w 457283"/>
                <a:gd name="connsiteY97" fmla="*/ 194048 h 559903"/>
                <a:gd name="connsiteX98" fmla="*/ 125685 w 457283"/>
                <a:gd name="connsiteY98" fmla="*/ 185137 h 559903"/>
                <a:gd name="connsiteX99" fmla="*/ 125699 w 457283"/>
                <a:gd name="connsiteY99" fmla="*/ 176039 h 559903"/>
                <a:gd name="connsiteX100" fmla="*/ 125736 w 457283"/>
                <a:gd name="connsiteY100" fmla="*/ 158197 h 559903"/>
                <a:gd name="connsiteX101" fmla="*/ 123503 w 457283"/>
                <a:gd name="connsiteY101" fmla="*/ 163080 h 559903"/>
                <a:gd name="connsiteX102" fmla="*/ 121271 w 457283"/>
                <a:gd name="connsiteY102" fmla="*/ 167127 h 559903"/>
                <a:gd name="connsiteX103" fmla="*/ 120945 w 457283"/>
                <a:gd name="connsiteY103" fmla="*/ 169033 h 559903"/>
                <a:gd name="connsiteX104" fmla="*/ 120527 w 457283"/>
                <a:gd name="connsiteY104" fmla="*/ 170847 h 559903"/>
                <a:gd name="connsiteX105" fmla="*/ 118294 w 457283"/>
                <a:gd name="connsiteY105" fmla="*/ 171591 h 559903"/>
                <a:gd name="connsiteX106" fmla="*/ 117550 w 457283"/>
                <a:gd name="connsiteY106" fmla="*/ 176056 h 559903"/>
                <a:gd name="connsiteX107" fmla="*/ 115318 w 457283"/>
                <a:gd name="connsiteY107" fmla="*/ 178289 h 559903"/>
                <a:gd name="connsiteX108" fmla="*/ 114574 w 457283"/>
                <a:gd name="connsiteY108" fmla="*/ 180521 h 559903"/>
                <a:gd name="connsiteX109" fmla="*/ 113085 w 457283"/>
                <a:gd name="connsiteY109" fmla="*/ 181265 h 559903"/>
                <a:gd name="connsiteX110" fmla="*/ 112760 w 457283"/>
                <a:gd name="connsiteY110" fmla="*/ 183405 h 559903"/>
                <a:gd name="connsiteX111" fmla="*/ 110109 w 457283"/>
                <a:gd name="connsiteY111" fmla="*/ 187963 h 559903"/>
                <a:gd name="connsiteX112" fmla="*/ 109365 w 457283"/>
                <a:gd name="connsiteY112" fmla="*/ 190195 h 559903"/>
                <a:gd name="connsiteX113" fmla="*/ 107132 w 457283"/>
                <a:gd name="connsiteY113" fmla="*/ 191683 h 559903"/>
                <a:gd name="connsiteX114" fmla="*/ 105644 w 457283"/>
                <a:gd name="connsiteY114" fmla="*/ 195404 h 559903"/>
                <a:gd name="connsiteX115" fmla="*/ 101923 w 457283"/>
                <a:gd name="connsiteY115" fmla="*/ 201357 h 559903"/>
                <a:gd name="connsiteX116" fmla="*/ 101598 w 457283"/>
                <a:gd name="connsiteY116" fmla="*/ 202845 h 559903"/>
                <a:gd name="connsiteX117" fmla="*/ 101179 w 457283"/>
                <a:gd name="connsiteY117" fmla="*/ 204334 h 559903"/>
                <a:gd name="connsiteX118" fmla="*/ 98947 w 457283"/>
                <a:gd name="connsiteY118" fmla="*/ 205078 h 559903"/>
                <a:gd name="connsiteX119" fmla="*/ 98947 w 457283"/>
                <a:gd name="connsiteY119" fmla="*/ 206938 h 559903"/>
                <a:gd name="connsiteX120" fmla="*/ 98947 w 457283"/>
                <a:gd name="connsiteY120" fmla="*/ 208798 h 559903"/>
                <a:gd name="connsiteX121" fmla="*/ 96714 w 457283"/>
                <a:gd name="connsiteY121" fmla="*/ 209543 h 559903"/>
                <a:gd name="connsiteX122" fmla="*/ 95226 w 457283"/>
                <a:gd name="connsiteY122" fmla="*/ 213263 h 559903"/>
                <a:gd name="connsiteX123" fmla="*/ 92249 w 457283"/>
                <a:gd name="connsiteY123" fmla="*/ 217728 h 559903"/>
                <a:gd name="connsiteX124" fmla="*/ 90761 w 457283"/>
                <a:gd name="connsiteY124" fmla="*/ 217728 h 559903"/>
                <a:gd name="connsiteX125" fmla="*/ 90017 w 457283"/>
                <a:gd name="connsiteY125" fmla="*/ 219961 h 559903"/>
                <a:gd name="connsiteX126" fmla="*/ 89273 w 457283"/>
                <a:gd name="connsiteY126" fmla="*/ 222193 h 559903"/>
                <a:gd name="connsiteX127" fmla="*/ 87784 w 457283"/>
                <a:gd name="connsiteY127" fmla="*/ 222193 h 559903"/>
                <a:gd name="connsiteX128" fmla="*/ 87784 w 457283"/>
                <a:gd name="connsiteY128" fmla="*/ 225170 h 559903"/>
                <a:gd name="connsiteX129" fmla="*/ 85552 w 457283"/>
                <a:gd name="connsiteY129" fmla="*/ 225914 h 559903"/>
                <a:gd name="connsiteX130" fmla="*/ 84808 w 457283"/>
                <a:gd name="connsiteY130" fmla="*/ 229634 h 559903"/>
                <a:gd name="connsiteX131" fmla="*/ 83320 w 457283"/>
                <a:gd name="connsiteY131" fmla="*/ 230379 h 559903"/>
                <a:gd name="connsiteX132" fmla="*/ 82203 w 457283"/>
                <a:gd name="connsiteY132" fmla="*/ 232285 h 559903"/>
                <a:gd name="connsiteX133" fmla="*/ 81087 w 457283"/>
                <a:gd name="connsiteY133" fmla="*/ 234099 h 559903"/>
                <a:gd name="connsiteX134" fmla="*/ 79599 w 457283"/>
                <a:gd name="connsiteY134" fmla="*/ 234099 h 559903"/>
                <a:gd name="connsiteX135" fmla="*/ 79599 w 457283"/>
                <a:gd name="connsiteY135" fmla="*/ 236332 h 559903"/>
                <a:gd name="connsiteX136" fmla="*/ 81087 w 457283"/>
                <a:gd name="connsiteY136" fmla="*/ 235587 h 559903"/>
                <a:gd name="connsiteX137" fmla="*/ 85915 w 457283"/>
                <a:gd name="connsiteY137" fmla="*/ 235494 h 559903"/>
                <a:gd name="connsiteX138" fmla="*/ 87442 w 457283"/>
                <a:gd name="connsiteY138" fmla="*/ 235491 h 559903"/>
                <a:gd name="connsiteX139" fmla="*/ 92556 w 457283"/>
                <a:gd name="connsiteY139" fmla="*/ 235493 h 559903"/>
                <a:gd name="connsiteX140" fmla="*/ 96240 w 457283"/>
                <a:gd name="connsiteY140" fmla="*/ 235489 h 559903"/>
                <a:gd name="connsiteX141" fmla="*/ 106403 w 457283"/>
                <a:gd name="connsiteY141" fmla="*/ 235490 h 559903"/>
                <a:gd name="connsiteX142" fmla="*/ 117347 w 457283"/>
                <a:gd name="connsiteY142" fmla="*/ 235487 h 559903"/>
                <a:gd name="connsiteX143" fmla="*/ 138803 w 457283"/>
                <a:gd name="connsiteY143" fmla="*/ 235487 h 559903"/>
                <a:gd name="connsiteX144" fmla="*/ 156234 w 457283"/>
                <a:gd name="connsiteY144" fmla="*/ 235488 h 559903"/>
                <a:gd name="connsiteX145" fmla="*/ 158735 w 457283"/>
                <a:gd name="connsiteY145" fmla="*/ 235488 h 559903"/>
                <a:gd name="connsiteX146" fmla="*/ 163765 w 457283"/>
                <a:gd name="connsiteY146" fmla="*/ 235487 h 559903"/>
                <a:gd name="connsiteX147" fmla="*/ 210984 w 457283"/>
                <a:gd name="connsiteY147" fmla="*/ 235491 h 559903"/>
                <a:gd name="connsiteX148" fmla="*/ 251540 w 457283"/>
                <a:gd name="connsiteY148" fmla="*/ 235490 h 559903"/>
                <a:gd name="connsiteX149" fmla="*/ 298585 w 457283"/>
                <a:gd name="connsiteY149" fmla="*/ 235487 h 559903"/>
                <a:gd name="connsiteX150" fmla="*/ 303597 w 457283"/>
                <a:gd name="connsiteY150" fmla="*/ 235488 h 559903"/>
                <a:gd name="connsiteX151" fmla="*/ 306088 w 457283"/>
                <a:gd name="connsiteY151" fmla="*/ 235488 h 559903"/>
                <a:gd name="connsiteX152" fmla="*/ 323507 w 457283"/>
                <a:gd name="connsiteY152" fmla="*/ 235486 h 559903"/>
                <a:gd name="connsiteX153" fmla="*/ 344721 w 457283"/>
                <a:gd name="connsiteY153" fmla="*/ 235489 h 559903"/>
                <a:gd name="connsiteX154" fmla="*/ 355555 w 457283"/>
                <a:gd name="connsiteY154" fmla="*/ 235489 h 559903"/>
                <a:gd name="connsiteX155" fmla="*/ 365458 w 457283"/>
                <a:gd name="connsiteY155" fmla="*/ 235492 h 559903"/>
                <a:gd name="connsiteX156" fmla="*/ 369055 w 457283"/>
                <a:gd name="connsiteY156" fmla="*/ 235490 h 559903"/>
                <a:gd name="connsiteX157" fmla="*/ 373916 w 457283"/>
                <a:gd name="connsiteY157" fmla="*/ 235494 h 559903"/>
                <a:gd name="connsiteX158" fmla="*/ 376652 w 457283"/>
                <a:gd name="connsiteY158" fmla="*/ 235494 h 559903"/>
                <a:gd name="connsiteX159" fmla="*/ 380232 w 457283"/>
                <a:gd name="connsiteY159" fmla="*/ 236332 h 559903"/>
                <a:gd name="connsiteX160" fmla="*/ 380424 w 457283"/>
                <a:gd name="connsiteY160" fmla="*/ 240399 h 559903"/>
                <a:gd name="connsiteX161" fmla="*/ 380439 w 457283"/>
                <a:gd name="connsiteY161" fmla="*/ 243075 h 559903"/>
                <a:gd name="connsiteX162" fmla="*/ 380434 w 457283"/>
                <a:gd name="connsiteY162" fmla="*/ 246036 h 559903"/>
                <a:gd name="connsiteX163" fmla="*/ 380445 w 457283"/>
                <a:gd name="connsiteY163" fmla="*/ 249134 h 559903"/>
                <a:gd name="connsiteX164" fmla="*/ 380459 w 457283"/>
                <a:gd name="connsiteY164" fmla="*/ 255819 h 559903"/>
                <a:gd name="connsiteX165" fmla="*/ 380489 w 457283"/>
                <a:gd name="connsiteY165" fmla="*/ 266379 h 559903"/>
                <a:gd name="connsiteX166" fmla="*/ 380564 w 457283"/>
                <a:gd name="connsiteY166" fmla="*/ 292609 h 559903"/>
                <a:gd name="connsiteX167" fmla="*/ 380626 w 457283"/>
                <a:gd name="connsiteY167" fmla="*/ 312988 h 559903"/>
                <a:gd name="connsiteX168" fmla="*/ 380647 w 457283"/>
                <a:gd name="connsiteY168" fmla="*/ 323496 h 559903"/>
                <a:gd name="connsiteX169" fmla="*/ 380671 w 457283"/>
                <a:gd name="connsiteY169" fmla="*/ 330021 h 559903"/>
                <a:gd name="connsiteX170" fmla="*/ 380667 w 457283"/>
                <a:gd name="connsiteY170" fmla="*/ 334513 h 559903"/>
                <a:gd name="connsiteX171" fmla="*/ 380689 w 457283"/>
                <a:gd name="connsiteY171" fmla="*/ 337188 h 559903"/>
                <a:gd name="connsiteX172" fmla="*/ 380694 w 457283"/>
                <a:gd name="connsiteY172" fmla="*/ 339527 h 559903"/>
                <a:gd name="connsiteX173" fmla="*/ 380976 w 457283"/>
                <a:gd name="connsiteY173" fmla="*/ 341255 h 559903"/>
                <a:gd name="connsiteX174" fmla="*/ 383208 w 457283"/>
                <a:gd name="connsiteY174" fmla="*/ 342000 h 559903"/>
                <a:gd name="connsiteX175" fmla="*/ 383530 w 457283"/>
                <a:gd name="connsiteY175" fmla="*/ 345568 h 559903"/>
                <a:gd name="connsiteX176" fmla="*/ 383575 w 457283"/>
                <a:gd name="connsiteY176" fmla="*/ 347870 h 559903"/>
                <a:gd name="connsiteX177" fmla="*/ 383589 w 457283"/>
                <a:gd name="connsiteY177" fmla="*/ 350374 h 559903"/>
                <a:gd name="connsiteX178" fmla="*/ 383630 w 457283"/>
                <a:gd name="connsiteY178" fmla="*/ 352924 h 559903"/>
                <a:gd name="connsiteX179" fmla="*/ 383720 w 457283"/>
                <a:gd name="connsiteY179" fmla="*/ 361022 h 559903"/>
                <a:gd name="connsiteX180" fmla="*/ 383797 w 457283"/>
                <a:gd name="connsiteY180" fmla="*/ 366497 h 559903"/>
                <a:gd name="connsiteX181" fmla="*/ 383952 w 457283"/>
                <a:gd name="connsiteY181" fmla="*/ 379951 h 559903"/>
                <a:gd name="connsiteX182" fmla="*/ 385441 w 457283"/>
                <a:gd name="connsiteY182" fmla="*/ 379951 h 559903"/>
                <a:gd name="connsiteX183" fmla="*/ 386185 w 457283"/>
                <a:gd name="connsiteY183" fmla="*/ 405252 h 559903"/>
                <a:gd name="connsiteX184" fmla="*/ 388417 w 457283"/>
                <a:gd name="connsiteY184" fmla="*/ 405252 h 559903"/>
                <a:gd name="connsiteX185" fmla="*/ 388450 w 457283"/>
                <a:gd name="connsiteY185" fmla="*/ 407016 h 559903"/>
                <a:gd name="connsiteX186" fmla="*/ 388650 w 457283"/>
                <a:gd name="connsiteY186" fmla="*/ 414879 h 559903"/>
                <a:gd name="connsiteX187" fmla="*/ 388701 w 457283"/>
                <a:gd name="connsiteY187" fmla="*/ 417656 h 559903"/>
                <a:gd name="connsiteX188" fmla="*/ 388781 w 457283"/>
                <a:gd name="connsiteY188" fmla="*/ 420294 h 559903"/>
                <a:gd name="connsiteX189" fmla="*/ 388840 w 457283"/>
                <a:gd name="connsiteY189" fmla="*/ 422739 h 559903"/>
                <a:gd name="connsiteX190" fmla="*/ 389161 w 457283"/>
                <a:gd name="connsiteY190" fmla="*/ 424599 h 559903"/>
                <a:gd name="connsiteX191" fmla="*/ 391394 w 457283"/>
                <a:gd name="connsiteY191" fmla="*/ 425343 h 559903"/>
                <a:gd name="connsiteX192" fmla="*/ 391612 w 457283"/>
                <a:gd name="connsiteY192" fmla="*/ 428509 h 559903"/>
                <a:gd name="connsiteX193" fmla="*/ 391590 w 457283"/>
                <a:gd name="connsiteY193" fmla="*/ 430435 h 559903"/>
                <a:gd name="connsiteX194" fmla="*/ 391533 w 457283"/>
                <a:gd name="connsiteY194" fmla="*/ 432459 h 559903"/>
                <a:gd name="connsiteX195" fmla="*/ 391503 w 457283"/>
                <a:gd name="connsiteY195" fmla="*/ 434492 h 559903"/>
                <a:gd name="connsiteX196" fmla="*/ 391394 w 457283"/>
                <a:gd name="connsiteY196" fmla="*/ 439482 h 559903"/>
                <a:gd name="connsiteX197" fmla="*/ 393626 w 457283"/>
                <a:gd name="connsiteY197" fmla="*/ 439482 h 559903"/>
                <a:gd name="connsiteX198" fmla="*/ 393737 w 457283"/>
                <a:gd name="connsiteY198" fmla="*/ 441709 h 559903"/>
                <a:gd name="connsiteX199" fmla="*/ 393905 w 457283"/>
                <a:gd name="connsiteY199" fmla="*/ 444598 h 559903"/>
                <a:gd name="connsiteX200" fmla="*/ 394062 w 457283"/>
                <a:gd name="connsiteY200" fmla="*/ 447476 h 559903"/>
                <a:gd name="connsiteX201" fmla="*/ 395859 w 457283"/>
                <a:gd name="connsiteY201" fmla="*/ 451388 h 559903"/>
                <a:gd name="connsiteX202" fmla="*/ 396603 w 457283"/>
                <a:gd name="connsiteY202" fmla="*/ 451388 h 559903"/>
                <a:gd name="connsiteX203" fmla="*/ 396687 w 457283"/>
                <a:gd name="connsiteY203" fmla="*/ 453289 h 559903"/>
                <a:gd name="connsiteX204" fmla="*/ 396835 w 457283"/>
                <a:gd name="connsiteY204" fmla="*/ 455760 h 559903"/>
                <a:gd name="connsiteX205" fmla="*/ 396966 w 457283"/>
                <a:gd name="connsiteY205" fmla="*/ 458219 h 559903"/>
                <a:gd name="connsiteX206" fmla="*/ 397347 w 457283"/>
                <a:gd name="connsiteY206" fmla="*/ 460318 h 559903"/>
                <a:gd name="connsiteX207" fmla="*/ 399579 w 457283"/>
                <a:gd name="connsiteY207" fmla="*/ 461806 h 559903"/>
                <a:gd name="connsiteX208" fmla="*/ 399579 w 457283"/>
                <a:gd name="connsiteY208" fmla="*/ 467759 h 559903"/>
                <a:gd name="connsiteX209" fmla="*/ 401812 w 457283"/>
                <a:gd name="connsiteY209" fmla="*/ 467759 h 559903"/>
                <a:gd name="connsiteX210" fmla="*/ 402044 w 457283"/>
                <a:gd name="connsiteY210" fmla="*/ 469852 h 559903"/>
                <a:gd name="connsiteX211" fmla="*/ 404788 w 457283"/>
                <a:gd name="connsiteY211" fmla="*/ 474457 h 559903"/>
                <a:gd name="connsiteX212" fmla="*/ 406277 w 457283"/>
                <a:gd name="connsiteY212" fmla="*/ 477433 h 559903"/>
                <a:gd name="connsiteX213" fmla="*/ 407765 w 457283"/>
                <a:gd name="connsiteY213" fmla="*/ 478177 h 559903"/>
                <a:gd name="connsiteX214" fmla="*/ 408317 w 457283"/>
                <a:gd name="connsiteY214" fmla="*/ 479677 h 559903"/>
                <a:gd name="connsiteX215" fmla="*/ 409253 w 457283"/>
                <a:gd name="connsiteY215" fmla="*/ 481154 h 559903"/>
                <a:gd name="connsiteX216" fmla="*/ 413811 w 457283"/>
                <a:gd name="connsiteY216" fmla="*/ 481712 h 559903"/>
                <a:gd name="connsiteX217" fmla="*/ 416282 w 457283"/>
                <a:gd name="connsiteY217" fmla="*/ 481840 h 559903"/>
                <a:gd name="connsiteX218" fmla="*/ 418183 w 457283"/>
                <a:gd name="connsiteY218" fmla="*/ 481898 h 559903"/>
                <a:gd name="connsiteX219" fmla="*/ 418104 w 457283"/>
                <a:gd name="connsiteY219" fmla="*/ 479997 h 559903"/>
                <a:gd name="connsiteX220" fmla="*/ 418043 w 457283"/>
                <a:gd name="connsiteY220" fmla="*/ 477526 h 559903"/>
                <a:gd name="connsiteX221" fmla="*/ 417965 w 457283"/>
                <a:gd name="connsiteY221" fmla="*/ 475067 h 559903"/>
                <a:gd name="connsiteX222" fmla="*/ 418183 w 457283"/>
                <a:gd name="connsiteY222" fmla="*/ 472968 h 559903"/>
                <a:gd name="connsiteX223" fmla="*/ 420415 w 457283"/>
                <a:gd name="connsiteY223" fmla="*/ 471480 h 559903"/>
                <a:gd name="connsiteX224" fmla="*/ 420737 w 457283"/>
                <a:gd name="connsiteY224" fmla="*/ 468374 h 559903"/>
                <a:gd name="connsiteX225" fmla="*/ 420782 w 457283"/>
                <a:gd name="connsiteY225" fmla="*/ 466433 h 559903"/>
                <a:gd name="connsiteX226" fmla="*/ 420796 w 457283"/>
                <a:gd name="connsiteY226" fmla="*/ 464335 h 559903"/>
                <a:gd name="connsiteX227" fmla="*/ 420837 w 457283"/>
                <a:gd name="connsiteY227" fmla="*/ 462189 h 559903"/>
                <a:gd name="connsiteX228" fmla="*/ 420927 w 457283"/>
                <a:gd name="connsiteY228" fmla="*/ 455388 h 559903"/>
                <a:gd name="connsiteX229" fmla="*/ 421004 w 457283"/>
                <a:gd name="connsiteY229" fmla="*/ 450784 h 559903"/>
                <a:gd name="connsiteX230" fmla="*/ 421159 w 457283"/>
                <a:gd name="connsiteY230" fmla="*/ 439482 h 559903"/>
                <a:gd name="connsiteX231" fmla="*/ 423392 w 457283"/>
                <a:gd name="connsiteY231" fmla="*/ 439482 h 559903"/>
                <a:gd name="connsiteX232" fmla="*/ 424136 w 457283"/>
                <a:gd name="connsiteY232" fmla="*/ 406740 h 559903"/>
                <a:gd name="connsiteX233" fmla="*/ 429345 w 457283"/>
                <a:gd name="connsiteY233" fmla="*/ 406740 h 559903"/>
                <a:gd name="connsiteX234" fmla="*/ 429205 w 457283"/>
                <a:gd name="connsiteY234" fmla="*/ 408554 h 559903"/>
                <a:gd name="connsiteX235" fmla="*/ 429345 w 457283"/>
                <a:gd name="connsiteY235" fmla="*/ 410461 h 559903"/>
                <a:gd name="connsiteX236" fmla="*/ 431577 w 457283"/>
                <a:gd name="connsiteY236" fmla="*/ 411205 h 559903"/>
                <a:gd name="connsiteX237" fmla="*/ 432322 w 457283"/>
                <a:gd name="connsiteY237" fmla="*/ 413437 h 559903"/>
                <a:gd name="connsiteX238" fmla="*/ 434554 w 457283"/>
                <a:gd name="connsiteY238" fmla="*/ 414181 h 559903"/>
                <a:gd name="connsiteX239" fmla="*/ 436042 w 457283"/>
                <a:gd name="connsiteY239" fmla="*/ 417902 h 559903"/>
                <a:gd name="connsiteX240" fmla="*/ 437531 w 457283"/>
                <a:gd name="connsiteY240" fmla="*/ 420878 h 559903"/>
                <a:gd name="connsiteX241" fmla="*/ 439763 w 457283"/>
                <a:gd name="connsiteY241" fmla="*/ 421623 h 559903"/>
                <a:gd name="connsiteX242" fmla="*/ 440507 w 457283"/>
                <a:gd name="connsiteY242" fmla="*/ 423855 h 559903"/>
                <a:gd name="connsiteX243" fmla="*/ 441670 w 457283"/>
                <a:gd name="connsiteY243" fmla="*/ 425018 h 559903"/>
                <a:gd name="connsiteX244" fmla="*/ 442740 w 457283"/>
                <a:gd name="connsiteY244" fmla="*/ 427576 h 559903"/>
                <a:gd name="connsiteX245" fmla="*/ 444972 w 457283"/>
                <a:gd name="connsiteY245" fmla="*/ 428320 h 559903"/>
                <a:gd name="connsiteX246" fmla="*/ 446832 w 457283"/>
                <a:gd name="connsiteY246" fmla="*/ 430878 h 559903"/>
                <a:gd name="connsiteX247" fmla="*/ 450925 w 457283"/>
                <a:gd name="connsiteY247" fmla="*/ 435017 h 559903"/>
                <a:gd name="connsiteX248" fmla="*/ 451669 w 457283"/>
                <a:gd name="connsiteY248" fmla="*/ 437250 h 559903"/>
                <a:gd name="connsiteX249" fmla="*/ 453902 w 457283"/>
                <a:gd name="connsiteY249" fmla="*/ 437994 h 559903"/>
                <a:gd name="connsiteX250" fmla="*/ 454646 w 457283"/>
                <a:gd name="connsiteY250" fmla="*/ 440226 h 559903"/>
                <a:gd name="connsiteX251" fmla="*/ 456878 w 457283"/>
                <a:gd name="connsiteY251" fmla="*/ 441714 h 559903"/>
                <a:gd name="connsiteX252" fmla="*/ 457622 w 457283"/>
                <a:gd name="connsiteY252" fmla="*/ 443947 h 559903"/>
                <a:gd name="connsiteX253" fmla="*/ 459111 w 457283"/>
                <a:gd name="connsiteY253" fmla="*/ 444319 h 559903"/>
                <a:gd name="connsiteX254" fmla="*/ 460599 w 457283"/>
                <a:gd name="connsiteY254" fmla="*/ 444691 h 559903"/>
                <a:gd name="connsiteX255" fmla="*/ 461343 w 457283"/>
                <a:gd name="connsiteY255" fmla="*/ 446923 h 559903"/>
                <a:gd name="connsiteX256" fmla="*/ 463224 w 457283"/>
                <a:gd name="connsiteY256" fmla="*/ 447574 h 559903"/>
                <a:gd name="connsiteX257" fmla="*/ 465064 w 457283"/>
                <a:gd name="connsiteY257" fmla="*/ 448412 h 559903"/>
                <a:gd name="connsiteX258" fmla="*/ 465486 w 457283"/>
                <a:gd name="connsiteY258" fmla="*/ 452133 h 559903"/>
                <a:gd name="connsiteX259" fmla="*/ 465485 w 457283"/>
                <a:gd name="connsiteY259" fmla="*/ 454480 h 559903"/>
                <a:gd name="connsiteX260" fmla="*/ 465427 w 457283"/>
                <a:gd name="connsiteY260" fmla="*/ 457022 h 559903"/>
                <a:gd name="connsiteX261" fmla="*/ 465411 w 457283"/>
                <a:gd name="connsiteY261" fmla="*/ 459618 h 559903"/>
                <a:gd name="connsiteX262" fmla="*/ 465296 w 457283"/>
                <a:gd name="connsiteY262" fmla="*/ 467852 h 559903"/>
                <a:gd name="connsiteX263" fmla="*/ 465245 w 457283"/>
                <a:gd name="connsiteY263" fmla="*/ 473425 h 559903"/>
                <a:gd name="connsiteX264" fmla="*/ 465064 w 457283"/>
                <a:gd name="connsiteY264" fmla="*/ 487107 h 559903"/>
                <a:gd name="connsiteX265" fmla="*/ 462831 w 457283"/>
                <a:gd name="connsiteY265" fmla="*/ 486363 h 559903"/>
                <a:gd name="connsiteX266" fmla="*/ 462087 w 457283"/>
                <a:gd name="connsiteY266" fmla="*/ 504966 h 559903"/>
                <a:gd name="connsiteX267" fmla="*/ 460599 w 457283"/>
                <a:gd name="connsiteY267" fmla="*/ 504966 h 559903"/>
                <a:gd name="connsiteX268" fmla="*/ 460326 w 457283"/>
                <a:gd name="connsiteY268" fmla="*/ 507545 h 559903"/>
                <a:gd name="connsiteX269" fmla="*/ 459948 w 457283"/>
                <a:gd name="connsiteY269" fmla="*/ 510873 h 559903"/>
                <a:gd name="connsiteX270" fmla="*/ 459770 w 457283"/>
                <a:gd name="connsiteY270" fmla="*/ 512575 h 559903"/>
                <a:gd name="connsiteX271" fmla="*/ 459111 w 457283"/>
                <a:gd name="connsiteY271" fmla="*/ 516873 h 559903"/>
                <a:gd name="connsiteX272" fmla="*/ 457622 w 457283"/>
                <a:gd name="connsiteY272" fmla="*/ 517617 h 559903"/>
                <a:gd name="connsiteX273" fmla="*/ 457157 w 457283"/>
                <a:gd name="connsiteY273" fmla="*/ 522128 h 559903"/>
                <a:gd name="connsiteX274" fmla="*/ 456989 w 457283"/>
                <a:gd name="connsiteY274" fmla="*/ 524619 h 559903"/>
                <a:gd name="connsiteX275" fmla="*/ 456878 w 457283"/>
                <a:gd name="connsiteY275" fmla="*/ 526546 h 559903"/>
                <a:gd name="connsiteX276" fmla="*/ 454646 w 457283"/>
                <a:gd name="connsiteY276" fmla="*/ 526546 h 559903"/>
                <a:gd name="connsiteX277" fmla="*/ 453902 w 457283"/>
                <a:gd name="connsiteY277" fmla="*/ 533244 h 559903"/>
                <a:gd name="connsiteX278" fmla="*/ 451669 w 457283"/>
                <a:gd name="connsiteY278" fmla="*/ 533244 h 559903"/>
                <a:gd name="connsiteX279" fmla="*/ 450925 w 457283"/>
                <a:gd name="connsiteY279" fmla="*/ 539197 h 559903"/>
                <a:gd name="connsiteX280" fmla="*/ 448693 w 457283"/>
                <a:gd name="connsiteY280" fmla="*/ 539197 h 559903"/>
                <a:gd name="connsiteX281" fmla="*/ 447949 w 457283"/>
                <a:gd name="connsiteY281" fmla="*/ 542918 h 559903"/>
                <a:gd name="connsiteX282" fmla="*/ 446460 w 457283"/>
                <a:gd name="connsiteY282" fmla="*/ 543662 h 559903"/>
                <a:gd name="connsiteX283" fmla="*/ 446135 w 457283"/>
                <a:gd name="connsiteY283" fmla="*/ 545150 h 559903"/>
                <a:gd name="connsiteX284" fmla="*/ 445716 w 457283"/>
                <a:gd name="connsiteY284" fmla="*/ 546638 h 559903"/>
                <a:gd name="connsiteX285" fmla="*/ 443484 w 457283"/>
                <a:gd name="connsiteY285" fmla="*/ 547382 h 559903"/>
                <a:gd name="connsiteX286" fmla="*/ 442740 w 457283"/>
                <a:gd name="connsiteY286" fmla="*/ 549615 h 559903"/>
                <a:gd name="connsiteX287" fmla="*/ 440507 w 457283"/>
                <a:gd name="connsiteY287" fmla="*/ 550359 h 559903"/>
                <a:gd name="connsiteX288" fmla="*/ 440275 w 457283"/>
                <a:gd name="connsiteY288" fmla="*/ 551847 h 559903"/>
                <a:gd name="connsiteX289" fmla="*/ 439763 w 457283"/>
                <a:gd name="connsiteY289" fmla="*/ 553336 h 559903"/>
                <a:gd name="connsiteX290" fmla="*/ 435298 w 457283"/>
                <a:gd name="connsiteY290" fmla="*/ 554080 h 559903"/>
                <a:gd name="connsiteX291" fmla="*/ 435298 w 457283"/>
                <a:gd name="connsiteY291" fmla="*/ 557056 h 559903"/>
                <a:gd name="connsiteX292" fmla="*/ 433859 w 457283"/>
                <a:gd name="connsiteY292" fmla="*/ 557141 h 559903"/>
                <a:gd name="connsiteX293" fmla="*/ 431996 w 457283"/>
                <a:gd name="connsiteY293" fmla="*/ 557289 h 559903"/>
                <a:gd name="connsiteX294" fmla="*/ 430139 w 457283"/>
                <a:gd name="connsiteY294" fmla="*/ 557420 h 559903"/>
                <a:gd name="connsiteX295" fmla="*/ 428601 w 457283"/>
                <a:gd name="connsiteY295" fmla="*/ 557800 h 559903"/>
                <a:gd name="connsiteX296" fmla="*/ 427857 w 457283"/>
                <a:gd name="connsiteY296" fmla="*/ 560033 h 559903"/>
                <a:gd name="connsiteX297" fmla="*/ 424710 w 457283"/>
                <a:gd name="connsiteY297" fmla="*/ 560322 h 559903"/>
                <a:gd name="connsiteX298" fmla="*/ 422686 w 457283"/>
                <a:gd name="connsiteY298" fmla="*/ 560343 h 559903"/>
                <a:gd name="connsiteX299" fmla="*/ 420485 w 457283"/>
                <a:gd name="connsiteY299" fmla="*/ 560329 h 559903"/>
                <a:gd name="connsiteX300" fmla="*/ 418241 w 457283"/>
                <a:gd name="connsiteY300" fmla="*/ 560336 h 559903"/>
                <a:gd name="connsiteX301" fmla="*/ 413535 w 457283"/>
                <a:gd name="connsiteY301" fmla="*/ 560324 h 559903"/>
                <a:gd name="connsiteX302" fmla="*/ 406303 w 457283"/>
                <a:gd name="connsiteY302" fmla="*/ 560338 h 559903"/>
                <a:gd name="connsiteX303" fmla="*/ 401742 w 457283"/>
                <a:gd name="connsiteY303" fmla="*/ 560329 h 559903"/>
                <a:gd name="connsiteX304" fmla="*/ 399541 w 457283"/>
                <a:gd name="connsiteY304" fmla="*/ 560343 h 559903"/>
                <a:gd name="connsiteX305" fmla="*/ 397517 w 457283"/>
                <a:gd name="connsiteY305" fmla="*/ 560322 h 559903"/>
                <a:gd name="connsiteX306" fmla="*/ 395726 w 457283"/>
                <a:gd name="connsiteY306" fmla="*/ 560316 h 559903"/>
                <a:gd name="connsiteX307" fmla="*/ 394370 w 457283"/>
                <a:gd name="connsiteY307" fmla="*/ 560033 h 559903"/>
                <a:gd name="connsiteX308" fmla="*/ 393626 w 457283"/>
                <a:gd name="connsiteY308" fmla="*/ 557800 h 559903"/>
                <a:gd name="connsiteX309" fmla="*/ 389859 w 457283"/>
                <a:gd name="connsiteY309" fmla="*/ 557289 h 559903"/>
                <a:gd name="connsiteX310" fmla="*/ 387787 w 457283"/>
                <a:gd name="connsiteY310" fmla="*/ 557141 h 559903"/>
                <a:gd name="connsiteX311" fmla="*/ 386185 w 457283"/>
                <a:gd name="connsiteY311" fmla="*/ 557056 h 559903"/>
                <a:gd name="connsiteX312" fmla="*/ 386185 w 457283"/>
                <a:gd name="connsiteY312" fmla="*/ 554080 h 559903"/>
                <a:gd name="connsiteX313" fmla="*/ 380232 w 457283"/>
                <a:gd name="connsiteY313" fmla="*/ 553336 h 559903"/>
                <a:gd name="connsiteX314" fmla="*/ 380232 w 457283"/>
                <a:gd name="connsiteY314" fmla="*/ 550359 h 559903"/>
                <a:gd name="connsiteX315" fmla="*/ 378464 w 457283"/>
                <a:gd name="connsiteY315" fmla="*/ 550545 h 559903"/>
                <a:gd name="connsiteX316" fmla="*/ 376511 w 457283"/>
                <a:gd name="connsiteY316" fmla="*/ 550359 h 559903"/>
                <a:gd name="connsiteX317" fmla="*/ 375023 w 457283"/>
                <a:gd name="connsiteY317" fmla="*/ 547382 h 559903"/>
                <a:gd name="connsiteX318" fmla="*/ 373488 w 457283"/>
                <a:gd name="connsiteY318" fmla="*/ 547010 h 559903"/>
                <a:gd name="connsiteX319" fmla="*/ 372046 w 457283"/>
                <a:gd name="connsiteY319" fmla="*/ 546638 h 559903"/>
                <a:gd name="connsiteX320" fmla="*/ 371302 w 457283"/>
                <a:gd name="connsiteY320" fmla="*/ 543662 h 559903"/>
                <a:gd name="connsiteX321" fmla="*/ 368325 w 457283"/>
                <a:gd name="connsiteY321" fmla="*/ 542173 h 559903"/>
                <a:gd name="connsiteX322" fmla="*/ 366093 w 457283"/>
                <a:gd name="connsiteY322" fmla="*/ 539941 h 559903"/>
                <a:gd name="connsiteX323" fmla="*/ 364605 w 457283"/>
                <a:gd name="connsiteY323" fmla="*/ 539197 h 559903"/>
                <a:gd name="connsiteX324" fmla="*/ 360791 w 457283"/>
                <a:gd name="connsiteY324" fmla="*/ 531802 h 559903"/>
                <a:gd name="connsiteX325" fmla="*/ 360140 w 457283"/>
                <a:gd name="connsiteY325" fmla="*/ 530267 h 559903"/>
                <a:gd name="connsiteX326" fmla="*/ 358652 w 457283"/>
                <a:gd name="connsiteY326" fmla="*/ 530267 h 559903"/>
                <a:gd name="connsiteX327" fmla="*/ 357908 w 457283"/>
                <a:gd name="connsiteY327" fmla="*/ 525802 h 559903"/>
                <a:gd name="connsiteX328" fmla="*/ 355675 w 457283"/>
                <a:gd name="connsiteY328" fmla="*/ 525802 h 559903"/>
                <a:gd name="connsiteX329" fmla="*/ 355861 w 457283"/>
                <a:gd name="connsiteY329" fmla="*/ 524035 h 559903"/>
                <a:gd name="connsiteX330" fmla="*/ 355675 w 457283"/>
                <a:gd name="connsiteY330" fmla="*/ 522082 h 559903"/>
                <a:gd name="connsiteX331" fmla="*/ 352699 w 457283"/>
                <a:gd name="connsiteY331" fmla="*/ 520593 h 559903"/>
                <a:gd name="connsiteX332" fmla="*/ 351954 w 457283"/>
                <a:gd name="connsiteY332" fmla="*/ 516873 h 559903"/>
                <a:gd name="connsiteX333" fmla="*/ 350466 w 457283"/>
                <a:gd name="connsiteY333" fmla="*/ 516128 h 559903"/>
                <a:gd name="connsiteX334" fmla="*/ 348978 w 457283"/>
                <a:gd name="connsiteY334" fmla="*/ 511664 h 559903"/>
                <a:gd name="connsiteX335" fmla="*/ 347490 w 457283"/>
                <a:gd name="connsiteY335" fmla="*/ 510919 h 559903"/>
                <a:gd name="connsiteX336" fmla="*/ 346745 w 457283"/>
                <a:gd name="connsiteY336" fmla="*/ 504966 h 559903"/>
                <a:gd name="connsiteX337" fmla="*/ 344513 w 457283"/>
                <a:gd name="connsiteY337" fmla="*/ 504966 h 559903"/>
                <a:gd name="connsiteX338" fmla="*/ 344513 w 457283"/>
                <a:gd name="connsiteY338" fmla="*/ 497525 h 559903"/>
                <a:gd name="connsiteX339" fmla="*/ 342281 w 457283"/>
                <a:gd name="connsiteY339" fmla="*/ 497525 h 559903"/>
                <a:gd name="connsiteX340" fmla="*/ 342007 w 457283"/>
                <a:gd name="connsiteY340" fmla="*/ 495761 h 559903"/>
                <a:gd name="connsiteX341" fmla="*/ 341629 w 457283"/>
                <a:gd name="connsiteY341" fmla="*/ 493479 h 559903"/>
                <a:gd name="connsiteX342" fmla="*/ 341263 w 457283"/>
                <a:gd name="connsiteY342" fmla="*/ 491203 h 559903"/>
                <a:gd name="connsiteX343" fmla="*/ 340792 w 457283"/>
                <a:gd name="connsiteY343" fmla="*/ 489339 h 559903"/>
                <a:gd name="connsiteX344" fmla="*/ 339304 w 457283"/>
                <a:gd name="connsiteY344" fmla="*/ 488595 h 559903"/>
                <a:gd name="connsiteX345" fmla="*/ 338888 w 457283"/>
                <a:gd name="connsiteY345" fmla="*/ 482828 h 559903"/>
                <a:gd name="connsiteX346" fmla="*/ 338560 w 457283"/>
                <a:gd name="connsiteY346" fmla="*/ 481154 h 559903"/>
                <a:gd name="connsiteX347" fmla="*/ 336327 w 457283"/>
                <a:gd name="connsiteY347" fmla="*/ 480410 h 559903"/>
                <a:gd name="connsiteX348" fmla="*/ 335909 w 457283"/>
                <a:gd name="connsiteY348" fmla="*/ 475573 h 559903"/>
                <a:gd name="connsiteX349" fmla="*/ 335583 w 457283"/>
                <a:gd name="connsiteY349" fmla="*/ 470736 h 559903"/>
                <a:gd name="connsiteX350" fmla="*/ 334095 w 457283"/>
                <a:gd name="connsiteY350" fmla="*/ 469992 h 559903"/>
                <a:gd name="connsiteX351" fmla="*/ 333676 w 457283"/>
                <a:gd name="connsiteY351" fmla="*/ 465620 h 559903"/>
                <a:gd name="connsiteX352" fmla="*/ 332607 w 457283"/>
                <a:gd name="connsiteY352" fmla="*/ 458830 h 559903"/>
                <a:gd name="connsiteX353" fmla="*/ 331118 w 457283"/>
                <a:gd name="connsiteY353" fmla="*/ 458086 h 559903"/>
                <a:gd name="connsiteX354" fmla="*/ 330810 w 457283"/>
                <a:gd name="connsiteY354" fmla="*/ 455083 h 559903"/>
                <a:gd name="connsiteX355" fmla="*/ 330723 w 457283"/>
                <a:gd name="connsiteY355" fmla="*/ 453259 h 559903"/>
                <a:gd name="connsiteX356" fmla="*/ 330653 w 457283"/>
                <a:gd name="connsiteY356" fmla="*/ 451342 h 559903"/>
                <a:gd name="connsiteX357" fmla="*/ 330566 w 457283"/>
                <a:gd name="connsiteY357" fmla="*/ 449416 h 559903"/>
                <a:gd name="connsiteX358" fmla="*/ 330374 w 457283"/>
                <a:gd name="connsiteY358" fmla="*/ 444691 h 559903"/>
                <a:gd name="connsiteX359" fmla="*/ 328142 w 457283"/>
                <a:gd name="connsiteY359" fmla="*/ 444691 h 559903"/>
                <a:gd name="connsiteX360" fmla="*/ 328097 w 457283"/>
                <a:gd name="connsiteY360" fmla="*/ 443268 h 559903"/>
                <a:gd name="connsiteX361" fmla="*/ 327863 w 457283"/>
                <a:gd name="connsiteY361" fmla="*/ 436924 h 559903"/>
                <a:gd name="connsiteX362" fmla="*/ 327793 w 457283"/>
                <a:gd name="connsiteY362" fmla="*/ 434684 h 559903"/>
                <a:gd name="connsiteX363" fmla="*/ 327706 w 457283"/>
                <a:gd name="connsiteY363" fmla="*/ 432555 h 559903"/>
                <a:gd name="connsiteX364" fmla="*/ 327635 w 457283"/>
                <a:gd name="connsiteY364" fmla="*/ 430583 h 559903"/>
                <a:gd name="connsiteX365" fmla="*/ 327398 w 457283"/>
                <a:gd name="connsiteY365" fmla="*/ 429064 h 559903"/>
                <a:gd name="connsiteX366" fmla="*/ 325909 w 457283"/>
                <a:gd name="connsiteY366" fmla="*/ 428320 h 559903"/>
                <a:gd name="connsiteX367" fmla="*/ 325601 w 457283"/>
                <a:gd name="connsiteY367" fmla="*/ 423852 h 559903"/>
                <a:gd name="connsiteX368" fmla="*/ 325514 w 457283"/>
                <a:gd name="connsiteY368" fmla="*/ 421112 h 559903"/>
                <a:gd name="connsiteX369" fmla="*/ 325444 w 457283"/>
                <a:gd name="connsiteY369" fmla="*/ 418227 h 559903"/>
                <a:gd name="connsiteX370" fmla="*/ 325357 w 457283"/>
                <a:gd name="connsiteY370" fmla="*/ 415334 h 559903"/>
                <a:gd name="connsiteX371" fmla="*/ 325165 w 457283"/>
                <a:gd name="connsiteY371" fmla="*/ 408228 h 559903"/>
                <a:gd name="connsiteX372" fmla="*/ 322933 w 457283"/>
                <a:gd name="connsiteY372" fmla="*/ 408228 h 559903"/>
                <a:gd name="connsiteX373" fmla="*/ 322888 w 457283"/>
                <a:gd name="connsiteY373" fmla="*/ 405997 h 559903"/>
                <a:gd name="connsiteX374" fmla="*/ 322697 w 457283"/>
                <a:gd name="connsiteY374" fmla="*/ 397818 h 559903"/>
                <a:gd name="connsiteX375" fmla="*/ 322619 w 457283"/>
                <a:gd name="connsiteY375" fmla="*/ 394275 h 559903"/>
                <a:gd name="connsiteX376" fmla="*/ 322497 w 457283"/>
                <a:gd name="connsiteY376" fmla="*/ 389189 h 559903"/>
                <a:gd name="connsiteX377" fmla="*/ 322471 w 457283"/>
                <a:gd name="connsiteY377" fmla="*/ 387584 h 559903"/>
                <a:gd name="connsiteX378" fmla="*/ 320700 w 457283"/>
                <a:gd name="connsiteY378" fmla="*/ 382183 h 559903"/>
                <a:gd name="connsiteX379" fmla="*/ 319956 w 457283"/>
                <a:gd name="connsiteY379" fmla="*/ 382183 h 559903"/>
                <a:gd name="connsiteX380" fmla="*/ 319938 w 457283"/>
                <a:gd name="connsiteY380" fmla="*/ 380832 h 559903"/>
                <a:gd name="connsiteX381" fmla="*/ 319720 w 457283"/>
                <a:gd name="connsiteY381" fmla="*/ 366963 h 559903"/>
                <a:gd name="connsiteX382" fmla="*/ 319642 w 457283"/>
                <a:gd name="connsiteY382" fmla="*/ 361781 h 559903"/>
                <a:gd name="connsiteX383" fmla="*/ 319520 w 457283"/>
                <a:gd name="connsiteY383" fmla="*/ 354351 h 559903"/>
                <a:gd name="connsiteX384" fmla="*/ 319494 w 457283"/>
                <a:gd name="connsiteY384" fmla="*/ 351995 h 559903"/>
                <a:gd name="connsiteX385" fmla="*/ 319449 w 457283"/>
                <a:gd name="connsiteY385" fmla="*/ 349828 h 559903"/>
                <a:gd name="connsiteX386" fmla="*/ 319419 w 457283"/>
                <a:gd name="connsiteY386" fmla="*/ 347910 h 559903"/>
                <a:gd name="connsiteX387" fmla="*/ 319212 w 457283"/>
                <a:gd name="connsiteY387" fmla="*/ 346464 h 559903"/>
                <a:gd name="connsiteX388" fmla="*/ 317724 w 457283"/>
                <a:gd name="connsiteY388" fmla="*/ 345720 h 559903"/>
                <a:gd name="connsiteX389" fmla="*/ 317416 w 457283"/>
                <a:gd name="connsiteY389" fmla="*/ 340878 h 559903"/>
                <a:gd name="connsiteX390" fmla="*/ 317372 w 457283"/>
                <a:gd name="connsiteY390" fmla="*/ 339367 h 559903"/>
                <a:gd name="connsiteX391" fmla="*/ 317259 w 457283"/>
                <a:gd name="connsiteY391" fmla="*/ 334465 h 559903"/>
                <a:gd name="connsiteX392" fmla="*/ 317173 w 457283"/>
                <a:gd name="connsiteY392" fmla="*/ 331114 h 559903"/>
                <a:gd name="connsiteX393" fmla="*/ 316980 w 457283"/>
                <a:gd name="connsiteY393" fmla="*/ 304048 h 559903"/>
                <a:gd name="connsiteX394" fmla="*/ 315492 w 457283"/>
                <a:gd name="connsiteY394" fmla="*/ 304048 h 559903"/>
                <a:gd name="connsiteX395" fmla="*/ 74390 w 457283"/>
                <a:gd name="connsiteY395" fmla="*/ 304048 h 559903"/>
                <a:gd name="connsiteX396" fmla="*/ 73646 w 457283"/>
                <a:gd name="connsiteY396" fmla="*/ 243773 h 559903"/>
                <a:gd name="connsiteX397" fmla="*/ 72902 w 457283"/>
                <a:gd name="connsiteY397" fmla="*/ 245261 h 559903"/>
                <a:gd name="connsiteX398" fmla="*/ 71413 w 457283"/>
                <a:gd name="connsiteY398" fmla="*/ 245261 h 559903"/>
                <a:gd name="connsiteX399" fmla="*/ 71088 w 457283"/>
                <a:gd name="connsiteY399" fmla="*/ 247122 h 559903"/>
                <a:gd name="connsiteX400" fmla="*/ 70669 w 457283"/>
                <a:gd name="connsiteY400" fmla="*/ 248982 h 559903"/>
                <a:gd name="connsiteX401" fmla="*/ 68437 w 457283"/>
                <a:gd name="connsiteY401" fmla="*/ 248982 h 559903"/>
                <a:gd name="connsiteX402" fmla="*/ 67693 w 457283"/>
                <a:gd name="connsiteY402" fmla="*/ 251959 h 559903"/>
                <a:gd name="connsiteX403" fmla="*/ 65460 w 457283"/>
                <a:gd name="connsiteY403" fmla="*/ 252703 h 559903"/>
                <a:gd name="connsiteX404" fmla="*/ 65460 w 457283"/>
                <a:gd name="connsiteY404" fmla="*/ 255679 h 559903"/>
                <a:gd name="connsiteX405" fmla="*/ 62484 w 457283"/>
                <a:gd name="connsiteY405" fmla="*/ 257168 h 559903"/>
                <a:gd name="connsiteX406" fmla="*/ 61740 w 457283"/>
                <a:gd name="connsiteY406" fmla="*/ 259400 h 559903"/>
                <a:gd name="connsiteX407" fmla="*/ 58763 w 457283"/>
                <a:gd name="connsiteY407" fmla="*/ 259400 h 559903"/>
                <a:gd name="connsiteX408" fmla="*/ 57275 w 457283"/>
                <a:gd name="connsiteY408" fmla="*/ 256423 h 559903"/>
                <a:gd name="connsiteX409" fmla="*/ 55786 w 457283"/>
                <a:gd name="connsiteY409" fmla="*/ 255679 h 559903"/>
                <a:gd name="connsiteX410" fmla="*/ 55042 w 457283"/>
                <a:gd name="connsiteY410" fmla="*/ 253447 h 559903"/>
                <a:gd name="connsiteX411" fmla="*/ 52810 w 457283"/>
                <a:gd name="connsiteY411" fmla="*/ 252703 h 559903"/>
                <a:gd name="connsiteX412" fmla="*/ 52066 w 457283"/>
                <a:gd name="connsiteY412" fmla="*/ 250470 h 559903"/>
                <a:gd name="connsiteX413" fmla="*/ 50624 w 457283"/>
                <a:gd name="connsiteY413" fmla="*/ 250145 h 559903"/>
                <a:gd name="connsiteX414" fmla="*/ 49089 w 457283"/>
                <a:gd name="connsiteY414" fmla="*/ 249726 h 559903"/>
                <a:gd name="connsiteX415" fmla="*/ 47601 w 457283"/>
                <a:gd name="connsiteY415" fmla="*/ 246750 h 559903"/>
                <a:gd name="connsiteX416" fmla="*/ 44624 w 457283"/>
                <a:gd name="connsiteY416" fmla="*/ 245261 h 559903"/>
                <a:gd name="connsiteX417" fmla="*/ 43880 w 457283"/>
                <a:gd name="connsiteY417" fmla="*/ 243029 h 559903"/>
                <a:gd name="connsiteX418" fmla="*/ 42392 w 457283"/>
                <a:gd name="connsiteY418" fmla="*/ 242657 h 559903"/>
                <a:gd name="connsiteX419" fmla="*/ 40904 w 457283"/>
                <a:gd name="connsiteY419" fmla="*/ 242285 h 559903"/>
                <a:gd name="connsiteX420" fmla="*/ 40159 w 457283"/>
                <a:gd name="connsiteY420" fmla="*/ 240052 h 559903"/>
                <a:gd name="connsiteX421" fmla="*/ 38299 w 457283"/>
                <a:gd name="connsiteY421" fmla="*/ 239308 h 559903"/>
                <a:gd name="connsiteX422" fmla="*/ 36439 w 457283"/>
                <a:gd name="connsiteY422" fmla="*/ 238564 h 559903"/>
                <a:gd name="connsiteX423" fmla="*/ 35695 w 457283"/>
                <a:gd name="connsiteY423" fmla="*/ 236332 h 559903"/>
                <a:gd name="connsiteX424" fmla="*/ 34160 w 457283"/>
                <a:gd name="connsiteY424" fmla="*/ 236006 h 559903"/>
                <a:gd name="connsiteX425" fmla="*/ 32718 w 457283"/>
                <a:gd name="connsiteY425" fmla="*/ 235587 h 559903"/>
                <a:gd name="connsiteX426" fmla="*/ 32718 w 457283"/>
                <a:gd name="connsiteY426" fmla="*/ 232611 h 559903"/>
                <a:gd name="connsiteX427" fmla="*/ 28253 w 457283"/>
                <a:gd name="connsiteY427" fmla="*/ 231867 h 559903"/>
                <a:gd name="connsiteX428" fmla="*/ 28253 w 457283"/>
                <a:gd name="connsiteY428" fmla="*/ 228890 h 559903"/>
                <a:gd name="connsiteX429" fmla="*/ 24533 w 457283"/>
                <a:gd name="connsiteY429" fmla="*/ 228890 h 559903"/>
                <a:gd name="connsiteX430" fmla="*/ 24533 w 457283"/>
                <a:gd name="connsiteY430" fmla="*/ 225914 h 559903"/>
                <a:gd name="connsiteX431" fmla="*/ 20068 w 457283"/>
                <a:gd name="connsiteY431" fmla="*/ 225170 h 559903"/>
                <a:gd name="connsiteX432" fmla="*/ 20068 w 457283"/>
                <a:gd name="connsiteY432" fmla="*/ 222193 h 559903"/>
                <a:gd name="connsiteX433" fmla="*/ 17928 w 457283"/>
                <a:gd name="connsiteY433" fmla="*/ 222379 h 559903"/>
                <a:gd name="connsiteX434" fmla="*/ 15603 w 457283"/>
                <a:gd name="connsiteY434" fmla="*/ 222193 h 559903"/>
                <a:gd name="connsiteX435" fmla="*/ 14115 w 457283"/>
                <a:gd name="connsiteY435" fmla="*/ 219216 h 559903"/>
                <a:gd name="connsiteX436" fmla="*/ 10394 w 457283"/>
                <a:gd name="connsiteY436" fmla="*/ 218472 h 559903"/>
                <a:gd name="connsiteX437" fmla="*/ 10394 w 457283"/>
                <a:gd name="connsiteY437" fmla="*/ 216984 h 559903"/>
                <a:gd name="connsiteX438" fmla="*/ 8906 w 457283"/>
                <a:gd name="connsiteY438" fmla="*/ 216984 h 559903"/>
                <a:gd name="connsiteX439" fmla="*/ 8487 w 457283"/>
                <a:gd name="connsiteY439" fmla="*/ 213728 h 559903"/>
                <a:gd name="connsiteX440" fmla="*/ 8252 w 457283"/>
                <a:gd name="connsiteY440" fmla="*/ 211897 h 559903"/>
                <a:gd name="connsiteX441" fmla="*/ 8906 w 457283"/>
                <a:gd name="connsiteY441" fmla="*/ 208798 h 559903"/>
                <a:gd name="connsiteX442" fmla="*/ 11138 w 457283"/>
                <a:gd name="connsiteY442" fmla="*/ 208054 h 559903"/>
                <a:gd name="connsiteX443" fmla="*/ 11882 w 457283"/>
                <a:gd name="connsiteY443" fmla="*/ 205822 h 559903"/>
                <a:gd name="connsiteX444" fmla="*/ 14115 w 457283"/>
                <a:gd name="connsiteY444" fmla="*/ 204334 h 559903"/>
                <a:gd name="connsiteX445" fmla="*/ 14859 w 457283"/>
                <a:gd name="connsiteY445" fmla="*/ 202101 h 559903"/>
                <a:gd name="connsiteX446" fmla="*/ 16673 w 457283"/>
                <a:gd name="connsiteY446" fmla="*/ 201822 h 559903"/>
                <a:gd name="connsiteX447" fmla="*/ 18579 w 457283"/>
                <a:gd name="connsiteY447" fmla="*/ 201357 h 559903"/>
                <a:gd name="connsiteX448" fmla="*/ 20068 w 457283"/>
                <a:gd name="connsiteY448" fmla="*/ 197636 h 559903"/>
                <a:gd name="connsiteX449" fmla="*/ 22672 w 457283"/>
                <a:gd name="connsiteY449" fmla="*/ 194055 h 559903"/>
                <a:gd name="connsiteX450" fmla="*/ 24044 w 457283"/>
                <a:gd name="connsiteY450" fmla="*/ 192273 h 559903"/>
                <a:gd name="connsiteX451" fmla="*/ 25277 w 457283"/>
                <a:gd name="connsiteY451" fmla="*/ 190939 h 559903"/>
                <a:gd name="connsiteX452" fmla="*/ 26765 w 457283"/>
                <a:gd name="connsiteY452" fmla="*/ 190939 h 559903"/>
                <a:gd name="connsiteX453" fmla="*/ 27509 w 457283"/>
                <a:gd name="connsiteY453" fmla="*/ 189079 h 559903"/>
                <a:gd name="connsiteX454" fmla="*/ 28253 w 457283"/>
                <a:gd name="connsiteY454" fmla="*/ 187218 h 559903"/>
                <a:gd name="connsiteX455" fmla="*/ 29741 w 457283"/>
                <a:gd name="connsiteY455" fmla="*/ 187218 h 559903"/>
                <a:gd name="connsiteX456" fmla="*/ 30486 w 457283"/>
                <a:gd name="connsiteY456" fmla="*/ 184242 h 559903"/>
                <a:gd name="connsiteX457" fmla="*/ 31974 w 457283"/>
                <a:gd name="connsiteY457" fmla="*/ 183498 h 559903"/>
                <a:gd name="connsiteX458" fmla="*/ 32718 w 457283"/>
                <a:gd name="connsiteY458" fmla="*/ 181963 h 559903"/>
                <a:gd name="connsiteX459" fmla="*/ 33462 w 457283"/>
                <a:gd name="connsiteY459" fmla="*/ 180521 h 559903"/>
                <a:gd name="connsiteX460" fmla="*/ 34950 w 457283"/>
                <a:gd name="connsiteY460" fmla="*/ 180521 h 559903"/>
                <a:gd name="connsiteX461" fmla="*/ 35276 w 457283"/>
                <a:gd name="connsiteY461" fmla="*/ 179172 h 559903"/>
                <a:gd name="connsiteX462" fmla="*/ 37927 w 457283"/>
                <a:gd name="connsiteY462" fmla="*/ 175312 h 559903"/>
                <a:gd name="connsiteX463" fmla="*/ 38950 w 457283"/>
                <a:gd name="connsiteY463" fmla="*/ 173591 h 559903"/>
                <a:gd name="connsiteX464" fmla="*/ 42113 w 457283"/>
                <a:gd name="connsiteY464" fmla="*/ 169266 h 559903"/>
                <a:gd name="connsiteX465" fmla="*/ 44624 w 457283"/>
                <a:gd name="connsiteY465" fmla="*/ 164894 h 559903"/>
                <a:gd name="connsiteX466" fmla="*/ 46113 w 457283"/>
                <a:gd name="connsiteY466" fmla="*/ 164150 h 559903"/>
                <a:gd name="connsiteX467" fmla="*/ 46438 w 457283"/>
                <a:gd name="connsiteY467" fmla="*/ 162708 h 559903"/>
                <a:gd name="connsiteX468" fmla="*/ 49089 w 457283"/>
                <a:gd name="connsiteY468" fmla="*/ 159685 h 559903"/>
                <a:gd name="connsiteX469" fmla="*/ 50577 w 457283"/>
                <a:gd name="connsiteY469" fmla="*/ 155964 h 559903"/>
                <a:gd name="connsiteX470" fmla="*/ 53182 w 457283"/>
                <a:gd name="connsiteY470" fmla="*/ 151686 h 559903"/>
                <a:gd name="connsiteX471" fmla="*/ 54554 w 457283"/>
                <a:gd name="connsiteY471" fmla="*/ 149511 h 559903"/>
                <a:gd name="connsiteX472" fmla="*/ 57275 w 457283"/>
                <a:gd name="connsiteY472" fmla="*/ 147035 h 559903"/>
                <a:gd name="connsiteX473" fmla="*/ 57647 w 457283"/>
                <a:gd name="connsiteY473" fmla="*/ 145174 h 559903"/>
                <a:gd name="connsiteX474" fmla="*/ 58019 w 457283"/>
                <a:gd name="connsiteY474" fmla="*/ 143314 h 559903"/>
                <a:gd name="connsiteX475" fmla="*/ 59507 w 457283"/>
                <a:gd name="connsiteY475" fmla="*/ 142570 h 559903"/>
                <a:gd name="connsiteX476" fmla="*/ 60251 w 457283"/>
                <a:gd name="connsiteY476" fmla="*/ 140338 h 559903"/>
                <a:gd name="connsiteX477" fmla="*/ 62484 w 457283"/>
                <a:gd name="connsiteY477" fmla="*/ 137361 h 559903"/>
                <a:gd name="connsiteX478" fmla="*/ 62809 w 457283"/>
                <a:gd name="connsiteY478" fmla="*/ 135454 h 559903"/>
                <a:gd name="connsiteX479" fmla="*/ 63228 w 457283"/>
                <a:gd name="connsiteY479" fmla="*/ 133640 h 559903"/>
                <a:gd name="connsiteX480" fmla="*/ 65460 w 457283"/>
                <a:gd name="connsiteY480" fmla="*/ 133640 h 559903"/>
                <a:gd name="connsiteX481" fmla="*/ 65693 w 457283"/>
                <a:gd name="connsiteY481" fmla="*/ 131175 h 559903"/>
                <a:gd name="connsiteX482" fmla="*/ 68437 w 457283"/>
                <a:gd name="connsiteY482" fmla="*/ 126199 h 559903"/>
                <a:gd name="connsiteX483" fmla="*/ 69181 w 457283"/>
                <a:gd name="connsiteY483" fmla="*/ 123222 h 559903"/>
                <a:gd name="connsiteX484" fmla="*/ 70669 w 457283"/>
                <a:gd name="connsiteY484" fmla="*/ 122478 h 559903"/>
                <a:gd name="connsiteX485" fmla="*/ 71413 w 457283"/>
                <a:gd name="connsiteY485" fmla="*/ 120199 h 559903"/>
                <a:gd name="connsiteX486" fmla="*/ 72158 w 457283"/>
                <a:gd name="connsiteY486" fmla="*/ 118013 h 559903"/>
                <a:gd name="connsiteX487" fmla="*/ 73646 w 457283"/>
                <a:gd name="connsiteY487" fmla="*/ 118013 h 559903"/>
                <a:gd name="connsiteX488" fmla="*/ 73925 w 457283"/>
                <a:gd name="connsiteY488" fmla="*/ 115827 h 559903"/>
                <a:gd name="connsiteX489" fmla="*/ 74390 w 457283"/>
                <a:gd name="connsiteY489" fmla="*/ 113548 h 559903"/>
                <a:gd name="connsiteX490" fmla="*/ 75878 w 457283"/>
                <a:gd name="connsiteY490" fmla="*/ 112804 h 559903"/>
                <a:gd name="connsiteX491" fmla="*/ 76157 w 457283"/>
                <a:gd name="connsiteY491" fmla="*/ 110200 h 559903"/>
                <a:gd name="connsiteX492" fmla="*/ 76622 w 457283"/>
                <a:gd name="connsiteY492" fmla="*/ 107595 h 559903"/>
                <a:gd name="connsiteX493" fmla="*/ 78157 w 457283"/>
                <a:gd name="connsiteY493" fmla="*/ 107270 h 559903"/>
                <a:gd name="connsiteX494" fmla="*/ 79599 w 457283"/>
                <a:gd name="connsiteY494" fmla="*/ 106851 h 559903"/>
                <a:gd name="connsiteX495" fmla="*/ 79599 w 457283"/>
                <a:gd name="connsiteY495" fmla="*/ 100898 h 559903"/>
                <a:gd name="connsiteX496" fmla="*/ 81831 w 457283"/>
                <a:gd name="connsiteY496" fmla="*/ 100898 h 559903"/>
                <a:gd name="connsiteX497" fmla="*/ 82110 w 457283"/>
                <a:gd name="connsiteY497" fmla="*/ 98340 h 559903"/>
                <a:gd name="connsiteX498" fmla="*/ 82575 w 457283"/>
                <a:gd name="connsiteY498" fmla="*/ 95689 h 559903"/>
                <a:gd name="connsiteX499" fmla="*/ 84064 w 457283"/>
                <a:gd name="connsiteY499" fmla="*/ 94945 h 559903"/>
                <a:gd name="connsiteX500" fmla="*/ 84761 w 457283"/>
                <a:gd name="connsiteY500" fmla="*/ 92340 h 559903"/>
                <a:gd name="connsiteX501" fmla="*/ 85552 w 457283"/>
                <a:gd name="connsiteY501" fmla="*/ 89736 h 559903"/>
                <a:gd name="connsiteX502" fmla="*/ 87784 w 457283"/>
                <a:gd name="connsiteY502" fmla="*/ 88992 h 559903"/>
                <a:gd name="connsiteX503" fmla="*/ 87924 w 457283"/>
                <a:gd name="connsiteY503" fmla="*/ 85597 h 559903"/>
                <a:gd name="connsiteX504" fmla="*/ 87863 w 457283"/>
                <a:gd name="connsiteY504" fmla="*/ 83733 h 559903"/>
                <a:gd name="connsiteX505" fmla="*/ 87784 w 457283"/>
                <a:gd name="connsiteY505" fmla="*/ 82295 h 559903"/>
                <a:gd name="connsiteX506" fmla="*/ 90017 w 457283"/>
                <a:gd name="connsiteY506" fmla="*/ 82295 h 559903"/>
                <a:gd name="connsiteX507" fmla="*/ 90761 w 457283"/>
                <a:gd name="connsiteY507" fmla="*/ 75597 h 559903"/>
                <a:gd name="connsiteX508" fmla="*/ 92993 w 457283"/>
                <a:gd name="connsiteY508" fmla="*/ 75597 h 559903"/>
                <a:gd name="connsiteX509" fmla="*/ 92915 w 457283"/>
                <a:gd name="connsiteY509" fmla="*/ 74158 h 559903"/>
                <a:gd name="connsiteX510" fmla="*/ 92854 w 457283"/>
                <a:gd name="connsiteY510" fmla="*/ 72295 h 559903"/>
                <a:gd name="connsiteX511" fmla="*/ 92775 w 457283"/>
                <a:gd name="connsiteY511" fmla="*/ 70438 h 559903"/>
                <a:gd name="connsiteX512" fmla="*/ 92993 w 457283"/>
                <a:gd name="connsiteY512" fmla="*/ 68900 h 559903"/>
                <a:gd name="connsiteX513" fmla="*/ 95226 w 457283"/>
                <a:gd name="connsiteY513" fmla="*/ 68156 h 559903"/>
                <a:gd name="connsiteX514" fmla="*/ 95737 w 457283"/>
                <a:gd name="connsiteY514" fmla="*/ 65133 h 559903"/>
                <a:gd name="connsiteX515" fmla="*/ 95970 w 457283"/>
                <a:gd name="connsiteY515" fmla="*/ 62203 h 559903"/>
                <a:gd name="connsiteX516" fmla="*/ 98202 w 457283"/>
                <a:gd name="connsiteY516" fmla="*/ 62203 h 559903"/>
                <a:gd name="connsiteX517" fmla="*/ 98313 w 457283"/>
                <a:gd name="connsiteY517" fmla="*/ 60601 h 559903"/>
                <a:gd name="connsiteX518" fmla="*/ 98481 w 457283"/>
                <a:gd name="connsiteY518" fmla="*/ 58529 h 559903"/>
                <a:gd name="connsiteX519" fmla="*/ 98638 w 457283"/>
                <a:gd name="connsiteY519" fmla="*/ 56462 h 559903"/>
                <a:gd name="connsiteX520" fmla="*/ 98947 w 457283"/>
                <a:gd name="connsiteY520" fmla="*/ 54761 h 559903"/>
                <a:gd name="connsiteX521" fmla="*/ 100435 w 457283"/>
                <a:gd name="connsiteY521" fmla="*/ 54017 h 559903"/>
                <a:gd name="connsiteX522" fmla="*/ 100851 w 457283"/>
                <a:gd name="connsiteY522" fmla="*/ 47669 h 559903"/>
                <a:gd name="connsiteX523" fmla="*/ 101179 w 457283"/>
                <a:gd name="connsiteY523" fmla="*/ 45832 h 559903"/>
                <a:gd name="connsiteX524" fmla="*/ 103411 w 457283"/>
                <a:gd name="connsiteY524" fmla="*/ 45088 h 559903"/>
                <a:gd name="connsiteX525" fmla="*/ 103923 w 457283"/>
                <a:gd name="connsiteY525" fmla="*/ 41692 h 559903"/>
                <a:gd name="connsiteX526" fmla="*/ 104071 w 457283"/>
                <a:gd name="connsiteY526" fmla="*/ 39829 h 559903"/>
                <a:gd name="connsiteX527" fmla="*/ 104156 w 457283"/>
                <a:gd name="connsiteY527" fmla="*/ 38390 h 559903"/>
                <a:gd name="connsiteX528" fmla="*/ 106388 w 457283"/>
                <a:gd name="connsiteY528" fmla="*/ 38390 h 559903"/>
                <a:gd name="connsiteX529" fmla="*/ 107132 w 457283"/>
                <a:gd name="connsiteY529" fmla="*/ 28716 h 559903"/>
                <a:gd name="connsiteX530" fmla="*/ 109365 w 457283"/>
                <a:gd name="connsiteY530" fmla="*/ 28716 h 559903"/>
                <a:gd name="connsiteX531" fmla="*/ 109365 w 457283"/>
                <a:gd name="connsiteY531" fmla="*/ 19787 h 559903"/>
                <a:gd name="connsiteX532" fmla="*/ 111597 w 457283"/>
                <a:gd name="connsiteY532" fmla="*/ 19787 h 559903"/>
                <a:gd name="connsiteX533" fmla="*/ 112341 w 457283"/>
                <a:gd name="connsiteY533" fmla="*/ 10113 h 559903"/>
                <a:gd name="connsiteX534" fmla="*/ 114574 w 457283"/>
                <a:gd name="connsiteY534" fmla="*/ 10113 h 559903"/>
                <a:gd name="connsiteX535" fmla="*/ 114710 w 457283"/>
                <a:gd name="connsiteY535" fmla="*/ 8186 h 559903"/>
                <a:gd name="connsiteX536" fmla="*/ 114899 w 457283"/>
                <a:gd name="connsiteY536" fmla="*/ 5695 h 559903"/>
                <a:gd name="connsiteX537" fmla="*/ 115082 w 457283"/>
                <a:gd name="connsiteY537" fmla="*/ 3209 h 559903"/>
                <a:gd name="connsiteX538" fmla="*/ 118294 w 457283"/>
                <a:gd name="connsiteY538" fmla="*/ 439 h 55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457283" h="559903">
                  <a:moveTo>
                    <a:pt x="118294" y="439"/>
                  </a:moveTo>
                  <a:cubicBezTo>
                    <a:pt x="119031" y="1544"/>
                    <a:pt x="119031" y="1544"/>
                    <a:pt x="119783" y="2672"/>
                  </a:cubicBezTo>
                  <a:cubicBezTo>
                    <a:pt x="122498" y="2984"/>
                    <a:pt x="125169" y="2999"/>
                    <a:pt x="127901" y="3041"/>
                  </a:cubicBezTo>
                  <a:cubicBezTo>
                    <a:pt x="129039" y="3226"/>
                    <a:pt x="129039" y="3226"/>
                    <a:pt x="130200" y="3416"/>
                  </a:cubicBezTo>
                  <a:cubicBezTo>
                    <a:pt x="130321" y="3904"/>
                    <a:pt x="130442" y="4392"/>
                    <a:pt x="130567" y="4895"/>
                  </a:cubicBezTo>
                  <a:cubicBezTo>
                    <a:pt x="130691" y="5389"/>
                    <a:pt x="130816" y="5883"/>
                    <a:pt x="130945" y="6392"/>
                  </a:cubicBezTo>
                  <a:cubicBezTo>
                    <a:pt x="133373" y="6923"/>
                    <a:pt x="133373" y="6923"/>
                    <a:pt x="136200" y="6950"/>
                  </a:cubicBezTo>
                  <a:cubicBezTo>
                    <a:pt x="137640" y="7014"/>
                    <a:pt x="137640" y="7014"/>
                    <a:pt x="139110" y="7078"/>
                  </a:cubicBezTo>
                  <a:cubicBezTo>
                    <a:pt x="139853" y="7097"/>
                    <a:pt x="140597" y="7117"/>
                    <a:pt x="141363" y="7136"/>
                  </a:cubicBezTo>
                  <a:cubicBezTo>
                    <a:pt x="141363" y="8119"/>
                    <a:pt x="141363" y="9101"/>
                    <a:pt x="141363" y="10113"/>
                  </a:cubicBezTo>
                  <a:cubicBezTo>
                    <a:pt x="145046" y="10113"/>
                    <a:pt x="148730" y="10113"/>
                    <a:pt x="152525" y="10113"/>
                  </a:cubicBezTo>
                  <a:cubicBezTo>
                    <a:pt x="152525" y="11095"/>
                    <a:pt x="152525" y="12077"/>
                    <a:pt x="152525" y="13089"/>
                  </a:cubicBezTo>
                  <a:cubicBezTo>
                    <a:pt x="153322" y="13117"/>
                    <a:pt x="154119" y="13145"/>
                    <a:pt x="154940" y="13174"/>
                  </a:cubicBezTo>
                  <a:cubicBezTo>
                    <a:pt x="155980" y="13223"/>
                    <a:pt x="157020" y="13272"/>
                    <a:pt x="158059" y="13322"/>
                  </a:cubicBezTo>
                  <a:cubicBezTo>
                    <a:pt x="158585" y="13339"/>
                    <a:pt x="159112" y="13356"/>
                    <a:pt x="159654" y="13373"/>
                  </a:cubicBezTo>
                  <a:cubicBezTo>
                    <a:pt x="161172" y="13453"/>
                    <a:pt x="161172" y="13453"/>
                    <a:pt x="163687" y="13834"/>
                  </a:cubicBezTo>
                  <a:cubicBezTo>
                    <a:pt x="163932" y="14570"/>
                    <a:pt x="164178" y="15307"/>
                    <a:pt x="164431" y="16066"/>
                  </a:cubicBezTo>
                  <a:cubicBezTo>
                    <a:pt x="166599" y="16767"/>
                    <a:pt x="168427" y="16805"/>
                    <a:pt x="170710" y="16764"/>
                  </a:cubicBezTo>
                  <a:cubicBezTo>
                    <a:pt x="173527" y="16813"/>
                    <a:pt x="175307" y="17030"/>
                    <a:pt x="177825" y="18298"/>
                  </a:cubicBezTo>
                  <a:cubicBezTo>
                    <a:pt x="178261" y="20560"/>
                    <a:pt x="178261" y="20560"/>
                    <a:pt x="178105" y="23228"/>
                  </a:cubicBezTo>
                  <a:cubicBezTo>
                    <a:pt x="178044" y="24555"/>
                    <a:pt x="178044" y="24555"/>
                    <a:pt x="177982" y="25908"/>
                  </a:cubicBezTo>
                  <a:cubicBezTo>
                    <a:pt x="177905" y="26930"/>
                    <a:pt x="177905" y="26930"/>
                    <a:pt x="177825" y="27972"/>
                  </a:cubicBezTo>
                  <a:cubicBezTo>
                    <a:pt x="177334" y="27972"/>
                    <a:pt x="176843" y="27972"/>
                    <a:pt x="176337" y="27972"/>
                  </a:cubicBezTo>
                  <a:cubicBezTo>
                    <a:pt x="176247" y="28608"/>
                    <a:pt x="176157" y="29244"/>
                    <a:pt x="176064" y="29899"/>
                  </a:cubicBezTo>
                  <a:cubicBezTo>
                    <a:pt x="175939" y="30722"/>
                    <a:pt x="175815" y="31544"/>
                    <a:pt x="175686" y="32391"/>
                  </a:cubicBezTo>
                  <a:cubicBezTo>
                    <a:pt x="175505" y="33621"/>
                    <a:pt x="175505" y="33621"/>
                    <a:pt x="175320" y="34876"/>
                  </a:cubicBezTo>
                  <a:cubicBezTo>
                    <a:pt x="175164" y="35545"/>
                    <a:pt x="175009" y="36213"/>
                    <a:pt x="174849" y="36902"/>
                  </a:cubicBezTo>
                  <a:cubicBezTo>
                    <a:pt x="174112" y="37270"/>
                    <a:pt x="174112" y="37270"/>
                    <a:pt x="173361" y="37646"/>
                  </a:cubicBezTo>
                  <a:cubicBezTo>
                    <a:pt x="173096" y="39763"/>
                    <a:pt x="173030" y="41863"/>
                    <a:pt x="172945" y="43995"/>
                  </a:cubicBezTo>
                  <a:cubicBezTo>
                    <a:pt x="172837" y="44601"/>
                    <a:pt x="172728" y="45207"/>
                    <a:pt x="172616" y="45832"/>
                  </a:cubicBezTo>
                  <a:cubicBezTo>
                    <a:pt x="171880" y="46077"/>
                    <a:pt x="171143" y="46323"/>
                    <a:pt x="170384" y="46576"/>
                  </a:cubicBezTo>
                  <a:cubicBezTo>
                    <a:pt x="169946" y="48323"/>
                    <a:pt x="169946" y="48323"/>
                    <a:pt x="169872" y="50343"/>
                  </a:cubicBezTo>
                  <a:cubicBezTo>
                    <a:pt x="169799" y="51369"/>
                    <a:pt x="169799" y="51369"/>
                    <a:pt x="169724" y="52416"/>
                  </a:cubicBezTo>
                  <a:cubicBezTo>
                    <a:pt x="169696" y="52944"/>
                    <a:pt x="169669" y="53473"/>
                    <a:pt x="169640" y="54017"/>
                  </a:cubicBezTo>
                  <a:cubicBezTo>
                    <a:pt x="168903" y="54017"/>
                    <a:pt x="168167" y="54017"/>
                    <a:pt x="167408" y="54017"/>
                  </a:cubicBezTo>
                  <a:cubicBezTo>
                    <a:pt x="167238" y="55519"/>
                    <a:pt x="167068" y="57021"/>
                    <a:pt x="166899" y="58523"/>
                  </a:cubicBezTo>
                  <a:cubicBezTo>
                    <a:pt x="166663" y="59970"/>
                    <a:pt x="166663" y="59970"/>
                    <a:pt x="165919" y="61459"/>
                  </a:cubicBezTo>
                  <a:cubicBezTo>
                    <a:pt x="258252" y="61459"/>
                    <a:pt x="350585" y="61459"/>
                    <a:pt x="445716" y="61459"/>
                  </a:cubicBezTo>
                  <a:cubicBezTo>
                    <a:pt x="445716" y="82823"/>
                    <a:pt x="445716" y="104187"/>
                    <a:pt x="445716" y="126199"/>
                  </a:cubicBezTo>
                  <a:cubicBezTo>
                    <a:pt x="344788" y="126199"/>
                    <a:pt x="243861" y="126199"/>
                    <a:pt x="139874" y="126199"/>
                  </a:cubicBezTo>
                  <a:cubicBezTo>
                    <a:pt x="139874" y="127918"/>
                    <a:pt x="139874" y="129637"/>
                    <a:pt x="139874" y="131408"/>
                  </a:cubicBezTo>
                  <a:cubicBezTo>
                    <a:pt x="139138" y="131899"/>
                    <a:pt x="138401" y="132390"/>
                    <a:pt x="137642" y="132896"/>
                  </a:cubicBezTo>
                  <a:cubicBezTo>
                    <a:pt x="137519" y="133756"/>
                    <a:pt x="137396" y="134615"/>
                    <a:pt x="137270" y="135501"/>
                  </a:cubicBezTo>
                  <a:cubicBezTo>
                    <a:pt x="137147" y="136360"/>
                    <a:pt x="137024" y="137220"/>
                    <a:pt x="136898" y="138105"/>
                  </a:cubicBezTo>
                  <a:cubicBezTo>
                    <a:pt x="136161" y="138596"/>
                    <a:pt x="135424" y="139087"/>
                    <a:pt x="134665" y="139593"/>
                  </a:cubicBezTo>
                  <a:cubicBezTo>
                    <a:pt x="134120" y="141875"/>
                    <a:pt x="134120" y="141875"/>
                    <a:pt x="133921" y="144058"/>
                  </a:cubicBezTo>
                  <a:cubicBezTo>
                    <a:pt x="133184" y="144058"/>
                    <a:pt x="132448" y="144058"/>
                    <a:pt x="131689" y="144058"/>
                  </a:cubicBezTo>
                  <a:cubicBezTo>
                    <a:pt x="131136" y="145525"/>
                    <a:pt x="131136" y="145525"/>
                    <a:pt x="130945" y="147035"/>
                  </a:cubicBezTo>
                  <a:cubicBezTo>
                    <a:pt x="131529" y="147034"/>
                    <a:pt x="132112" y="147034"/>
                    <a:pt x="132714" y="147034"/>
                  </a:cubicBezTo>
                  <a:cubicBezTo>
                    <a:pt x="167282" y="147017"/>
                    <a:pt x="201850" y="147005"/>
                    <a:pt x="236418" y="146997"/>
                  </a:cubicBezTo>
                  <a:cubicBezTo>
                    <a:pt x="240564" y="146996"/>
                    <a:pt x="244710" y="146995"/>
                    <a:pt x="248856" y="146994"/>
                  </a:cubicBezTo>
                  <a:cubicBezTo>
                    <a:pt x="250094" y="146994"/>
                    <a:pt x="250094" y="146994"/>
                    <a:pt x="251358" y="146993"/>
                  </a:cubicBezTo>
                  <a:cubicBezTo>
                    <a:pt x="264742" y="146990"/>
                    <a:pt x="278126" y="146984"/>
                    <a:pt x="291510" y="146977"/>
                  </a:cubicBezTo>
                  <a:cubicBezTo>
                    <a:pt x="305232" y="146970"/>
                    <a:pt x="318955" y="146966"/>
                    <a:pt x="332677" y="146965"/>
                  </a:cubicBezTo>
                  <a:cubicBezTo>
                    <a:pt x="341152" y="146964"/>
                    <a:pt x="349627" y="146960"/>
                    <a:pt x="358101" y="146954"/>
                  </a:cubicBezTo>
                  <a:cubicBezTo>
                    <a:pt x="363904" y="146951"/>
                    <a:pt x="369707" y="146949"/>
                    <a:pt x="375511" y="146950"/>
                  </a:cubicBezTo>
                  <a:cubicBezTo>
                    <a:pt x="378864" y="146951"/>
                    <a:pt x="382217" y="146950"/>
                    <a:pt x="385571" y="146946"/>
                  </a:cubicBezTo>
                  <a:cubicBezTo>
                    <a:pt x="388635" y="146942"/>
                    <a:pt x="391700" y="146942"/>
                    <a:pt x="394765" y="146945"/>
                  </a:cubicBezTo>
                  <a:cubicBezTo>
                    <a:pt x="395878" y="146945"/>
                    <a:pt x="396992" y="146944"/>
                    <a:pt x="398106" y="146942"/>
                  </a:cubicBezTo>
                  <a:cubicBezTo>
                    <a:pt x="399610" y="146939"/>
                    <a:pt x="401114" y="146941"/>
                    <a:pt x="402618" y="146943"/>
                  </a:cubicBezTo>
                  <a:cubicBezTo>
                    <a:pt x="403456" y="146943"/>
                    <a:pt x="404294" y="146943"/>
                    <a:pt x="405158" y="146942"/>
                  </a:cubicBezTo>
                  <a:cubicBezTo>
                    <a:pt x="407021" y="147035"/>
                    <a:pt x="407021" y="147035"/>
                    <a:pt x="407765" y="147779"/>
                  </a:cubicBezTo>
                  <a:cubicBezTo>
                    <a:pt x="407840" y="149692"/>
                    <a:pt x="407866" y="151585"/>
                    <a:pt x="407861" y="153498"/>
                  </a:cubicBezTo>
                  <a:cubicBezTo>
                    <a:pt x="407863" y="154097"/>
                    <a:pt x="407864" y="154696"/>
                    <a:pt x="407865" y="155313"/>
                  </a:cubicBezTo>
                  <a:cubicBezTo>
                    <a:pt x="407868" y="157303"/>
                    <a:pt x="407866" y="159293"/>
                    <a:pt x="407864" y="161284"/>
                  </a:cubicBezTo>
                  <a:cubicBezTo>
                    <a:pt x="407864" y="162662"/>
                    <a:pt x="407865" y="164041"/>
                    <a:pt x="407866" y="165419"/>
                  </a:cubicBezTo>
                  <a:cubicBezTo>
                    <a:pt x="407867" y="168313"/>
                    <a:pt x="407865" y="171207"/>
                    <a:pt x="407862" y="174101"/>
                  </a:cubicBezTo>
                  <a:cubicBezTo>
                    <a:pt x="407858" y="177813"/>
                    <a:pt x="407860" y="181526"/>
                    <a:pt x="407865" y="185239"/>
                  </a:cubicBezTo>
                  <a:cubicBezTo>
                    <a:pt x="407867" y="188087"/>
                    <a:pt x="407866" y="190936"/>
                    <a:pt x="407865" y="193784"/>
                  </a:cubicBezTo>
                  <a:cubicBezTo>
                    <a:pt x="407864" y="195153"/>
                    <a:pt x="407865" y="196522"/>
                    <a:pt x="407866" y="197891"/>
                  </a:cubicBezTo>
                  <a:cubicBezTo>
                    <a:pt x="407868" y="199804"/>
                    <a:pt x="407865" y="201718"/>
                    <a:pt x="407861" y="203631"/>
                  </a:cubicBezTo>
                  <a:cubicBezTo>
                    <a:pt x="407863" y="204200"/>
                    <a:pt x="407864" y="204768"/>
                    <a:pt x="407866" y="205353"/>
                  </a:cubicBezTo>
                  <a:cubicBezTo>
                    <a:pt x="407856" y="207696"/>
                    <a:pt x="407767" y="209535"/>
                    <a:pt x="407021" y="211775"/>
                  </a:cubicBezTo>
                  <a:cubicBezTo>
                    <a:pt x="405130" y="212056"/>
                    <a:pt x="405130" y="212056"/>
                    <a:pt x="402550" y="212058"/>
                  </a:cubicBezTo>
                  <a:cubicBezTo>
                    <a:pt x="401572" y="212064"/>
                    <a:pt x="400593" y="212071"/>
                    <a:pt x="399586" y="212077"/>
                  </a:cubicBezTo>
                  <a:cubicBezTo>
                    <a:pt x="398486" y="212073"/>
                    <a:pt x="397386" y="212068"/>
                    <a:pt x="396286" y="212063"/>
                  </a:cubicBezTo>
                  <a:cubicBezTo>
                    <a:pt x="395129" y="212067"/>
                    <a:pt x="393971" y="212071"/>
                    <a:pt x="392814" y="212076"/>
                  </a:cubicBezTo>
                  <a:cubicBezTo>
                    <a:pt x="389618" y="212086"/>
                    <a:pt x="386423" y="212083"/>
                    <a:pt x="383228" y="212078"/>
                  </a:cubicBezTo>
                  <a:cubicBezTo>
                    <a:pt x="379787" y="212074"/>
                    <a:pt x="376347" y="212084"/>
                    <a:pt x="372907" y="212091"/>
                  </a:cubicBezTo>
                  <a:cubicBezTo>
                    <a:pt x="366161" y="212104"/>
                    <a:pt x="359416" y="212105"/>
                    <a:pt x="352670" y="212101"/>
                  </a:cubicBezTo>
                  <a:cubicBezTo>
                    <a:pt x="347191" y="212098"/>
                    <a:pt x="341711" y="212099"/>
                    <a:pt x="336232" y="212103"/>
                  </a:cubicBezTo>
                  <a:cubicBezTo>
                    <a:pt x="335453" y="212103"/>
                    <a:pt x="334675" y="212104"/>
                    <a:pt x="333873" y="212104"/>
                  </a:cubicBezTo>
                  <a:cubicBezTo>
                    <a:pt x="332293" y="212106"/>
                    <a:pt x="330712" y="212107"/>
                    <a:pt x="329131" y="212108"/>
                  </a:cubicBezTo>
                  <a:cubicBezTo>
                    <a:pt x="314289" y="212118"/>
                    <a:pt x="299447" y="212114"/>
                    <a:pt x="284605" y="212105"/>
                  </a:cubicBezTo>
                  <a:cubicBezTo>
                    <a:pt x="271009" y="212098"/>
                    <a:pt x="257413" y="212108"/>
                    <a:pt x="243818" y="212125"/>
                  </a:cubicBezTo>
                  <a:cubicBezTo>
                    <a:pt x="229877" y="212144"/>
                    <a:pt x="215935" y="212151"/>
                    <a:pt x="201994" y="212146"/>
                  </a:cubicBezTo>
                  <a:cubicBezTo>
                    <a:pt x="194160" y="212143"/>
                    <a:pt x="186325" y="212145"/>
                    <a:pt x="178491" y="212158"/>
                  </a:cubicBezTo>
                  <a:cubicBezTo>
                    <a:pt x="171822" y="212169"/>
                    <a:pt x="165153" y="212169"/>
                    <a:pt x="158484" y="212156"/>
                  </a:cubicBezTo>
                  <a:cubicBezTo>
                    <a:pt x="155078" y="212150"/>
                    <a:pt x="151672" y="212149"/>
                    <a:pt x="148265" y="212160"/>
                  </a:cubicBezTo>
                  <a:cubicBezTo>
                    <a:pt x="145152" y="212170"/>
                    <a:pt x="142040" y="212167"/>
                    <a:pt x="138927" y="212152"/>
                  </a:cubicBezTo>
                  <a:cubicBezTo>
                    <a:pt x="137796" y="212149"/>
                    <a:pt x="136664" y="212152"/>
                    <a:pt x="135533" y="212159"/>
                  </a:cubicBezTo>
                  <a:cubicBezTo>
                    <a:pt x="134006" y="212169"/>
                    <a:pt x="132478" y="212159"/>
                    <a:pt x="130951" y="212148"/>
                  </a:cubicBezTo>
                  <a:cubicBezTo>
                    <a:pt x="129673" y="212147"/>
                    <a:pt x="129673" y="212147"/>
                    <a:pt x="128370" y="212147"/>
                  </a:cubicBezTo>
                  <a:cubicBezTo>
                    <a:pt x="127746" y="212024"/>
                    <a:pt x="127123" y="211902"/>
                    <a:pt x="126480" y="211775"/>
                  </a:cubicBezTo>
                  <a:cubicBezTo>
                    <a:pt x="125321" y="209319"/>
                    <a:pt x="125646" y="206495"/>
                    <a:pt x="125651" y="203815"/>
                  </a:cubicBezTo>
                  <a:cubicBezTo>
                    <a:pt x="125651" y="203321"/>
                    <a:pt x="125651" y="202827"/>
                    <a:pt x="125651" y="202319"/>
                  </a:cubicBezTo>
                  <a:cubicBezTo>
                    <a:pt x="125651" y="200692"/>
                    <a:pt x="125657" y="199065"/>
                    <a:pt x="125663" y="197439"/>
                  </a:cubicBezTo>
                  <a:cubicBezTo>
                    <a:pt x="125664" y="196308"/>
                    <a:pt x="125665" y="195178"/>
                    <a:pt x="125666" y="194048"/>
                  </a:cubicBezTo>
                  <a:cubicBezTo>
                    <a:pt x="125669" y="191078"/>
                    <a:pt x="125676" y="188107"/>
                    <a:pt x="125685" y="185137"/>
                  </a:cubicBezTo>
                  <a:cubicBezTo>
                    <a:pt x="125692" y="182104"/>
                    <a:pt x="125696" y="179072"/>
                    <a:pt x="125699" y="176039"/>
                  </a:cubicBezTo>
                  <a:cubicBezTo>
                    <a:pt x="125707" y="170091"/>
                    <a:pt x="125720" y="164144"/>
                    <a:pt x="125736" y="158197"/>
                  </a:cubicBezTo>
                  <a:cubicBezTo>
                    <a:pt x="124114" y="160381"/>
                    <a:pt x="124114" y="160381"/>
                    <a:pt x="123503" y="163080"/>
                  </a:cubicBezTo>
                  <a:cubicBezTo>
                    <a:pt x="122759" y="165638"/>
                    <a:pt x="122759" y="165638"/>
                    <a:pt x="121271" y="167127"/>
                  </a:cubicBezTo>
                  <a:cubicBezTo>
                    <a:pt x="121163" y="167756"/>
                    <a:pt x="121056" y="168385"/>
                    <a:pt x="120945" y="169033"/>
                  </a:cubicBezTo>
                  <a:cubicBezTo>
                    <a:pt x="120807" y="169632"/>
                    <a:pt x="120669" y="170231"/>
                    <a:pt x="120527" y="170847"/>
                  </a:cubicBezTo>
                  <a:cubicBezTo>
                    <a:pt x="119790" y="171093"/>
                    <a:pt x="119053" y="171338"/>
                    <a:pt x="118294" y="171591"/>
                  </a:cubicBezTo>
                  <a:cubicBezTo>
                    <a:pt x="118036" y="173078"/>
                    <a:pt x="117788" y="174566"/>
                    <a:pt x="117550" y="176056"/>
                  </a:cubicBezTo>
                  <a:cubicBezTo>
                    <a:pt x="116434" y="177312"/>
                    <a:pt x="116434" y="177312"/>
                    <a:pt x="115318" y="178289"/>
                  </a:cubicBezTo>
                  <a:cubicBezTo>
                    <a:pt x="115072" y="179025"/>
                    <a:pt x="114827" y="179762"/>
                    <a:pt x="114574" y="180521"/>
                  </a:cubicBezTo>
                  <a:cubicBezTo>
                    <a:pt x="114082" y="180767"/>
                    <a:pt x="113591" y="181012"/>
                    <a:pt x="113085" y="181265"/>
                  </a:cubicBezTo>
                  <a:cubicBezTo>
                    <a:pt x="112924" y="182324"/>
                    <a:pt x="112924" y="182324"/>
                    <a:pt x="112760" y="183405"/>
                  </a:cubicBezTo>
                  <a:cubicBezTo>
                    <a:pt x="112311" y="185898"/>
                    <a:pt x="111932" y="186367"/>
                    <a:pt x="110109" y="187963"/>
                  </a:cubicBezTo>
                  <a:cubicBezTo>
                    <a:pt x="109863" y="188699"/>
                    <a:pt x="109618" y="189436"/>
                    <a:pt x="109365" y="190195"/>
                  </a:cubicBezTo>
                  <a:cubicBezTo>
                    <a:pt x="108628" y="190686"/>
                    <a:pt x="107891" y="191177"/>
                    <a:pt x="107132" y="191683"/>
                  </a:cubicBezTo>
                  <a:cubicBezTo>
                    <a:pt x="106334" y="193367"/>
                    <a:pt x="106334" y="193367"/>
                    <a:pt x="105644" y="195404"/>
                  </a:cubicBezTo>
                  <a:cubicBezTo>
                    <a:pt x="103667" y="200485"/>
                    <a:pt x="103667" y="200485"/>
                    <a:pt x="101923" y="201357"/>
                  </a:cubicBezTo>
                  <a:cubicBezTo>
                    <a:pt x="101816" y="201848"/>
                    <a:pt x="101708" y="202339"/>
                    <a:pt x="101598" y="202845"/>
                  </a:cubicBezTo>
                  <a:cubicBezTo>
                    <a:pt x="101459" y="203336"/>
                    <a:pt x="101321" y="203828"/>
                    <a:pt x="101179" y="204334"/>
                  </a:cubicBezTo>
                  <a:cubicBezTo>
                    <a:pt x="100442" y="204579"/>
                    <a:pt x="99706" y="204825"/>
                    <a:pt x="98947" y="205078"/>
                  </a:cubicBezTo>
                  <a:cubicBezTo>
                    <a:pt x="98947" y="205692"/>
                    <a:pt x="98947" y="206306"/>
                    <a:pt x="98947" y="206938"/>
                  </a:cubicBezTo>
                  <a:cubicBezTo>
                    <a:pt x="98947" y="207552"/>
                    <a:pt x="98947" y="208166"/>
                    <a:pt x="98947" y="208798"/>
                  </a:cubicBezTo>
                  <a:cubicBezTo>
                    <a:pt x="98210" y="209044"/>
                    <a:pt x="97473" y="209290"/>
                    <a:pt x="96714" y="209543"/>
                  </a:cubicBezTo>
                  <a:cubicBezTo>
                    <a:pt x="96188" y="210770"/>
                    <a:pt x="95698" y="212014"/>
                    <a:pt x="95226" y="213263"/>
                  </a:cubicBezTo>
                  <a:cubicBezTo>
                    <a:pt x="93738" y="215728"/>
                    <a:pt x="93738" y="215728"/>
                    <a:pt x="92249" y="217728"/>
                  </a:cubicBezTo>
                  <a:cubicBezTo>
                    <a:pt x="91758" y="217728"/>
                    <a:pt x="91267" y="217728"/>
                    <a:pt x="90761" y="217728"/>
                  </a:cubicBezTo>
                  <a:cubicBezTo>
                    <a:pt x="90515" y="218465"/>
                    <a:pt x="90270" y="219202"/>
                    <a:pt x="90017" y="219961"/>
                  </a:cubicBezTo>
                  <a:cubicBezTo>
                    <a:pt x="89771" y="220697"/>
                    <a:pt x="89526" y="221434"/>
                    <a:pt x="89273" y="222193"/>
                  </a:cubicBezTo>
                  <a:cubicBezTo>
                    <a:pt x="88782" y="222193"/>
                    <a:pt x="88290" y="222193"/>
                    <a:pt x="87784" y="222193"/>
                  </a:cubicBezTo>
                  <a:cubicBezTo>
                    <a:pt x="87784" y="223175"/>
                    <a:pt x="87784" y="224158"/>
                    <a:pt x="87784" y="225170"/>
                  </a:cubicBezTo>
                  <a:cubicBezTo>
                    <a:pt x="87048" y="225415"/>
                    <a:pt x="86311" y="225661"/>
                    <a:pt x="85552" y="225914"/>
                  </a:cubicBezTo>
                  <a:cubicBezTo>
                    <a:pt x="85274" y="227148"/>
                    <a:pt x="85026" y="228389"/>
                    <a:pt x="84808" y="229634"/>
                  </a:cubicBezTo>
                  <a:cubicBezTo>
                    <a:pt x="84317" y="229880"/>
                    <a:pt x="83826" y="230126"/>
                    <a:pt x="83320" y="230379"/>
                  </a:cubicBezTo>
                  <a:cubicBezTo>
                    <a:pt x="82951" y="231008"/>
                    <a:pt x="82583" y="231637"/>
                    <a:pt x="82203" y="232285"/>
                  </a:cubicBezTo>
                  <a:cubicBezTo>
                    <a:pt x="81835" y="232884"/>
                    <a:pt x="81467" y="233483"/>
                    <a:pt x="81087" y="234099"/>
                  </a:cubicBezTo>
                  <a:cubicBezTo>
                    <a:pt x="80596" y="234099"/>
                    <a:pt x="80105" y="234099"/>
                    <a:pt x="79599" y="234099"/>
                  </a:cubicBezTo>
                  <a:cubicBezTo>
                    <a:pt x="79599" y="234836"/>
                    <a:pt x="79599" y="235573"/>
                    <a:pt x="79599" y="236332"/>
                  </a:cubicBezTo>
                  <a:cubicBezTo>
                    <a:pt x="80090" y="236086"/>
                    <a:pt x="80581" y="235841"/>
                    <a:pt x="81087" y="235587"/>
                  </a:cubicBezTo>
                  <a:cubicBezTo>
                    <a:pt x="82695" y="235516"/>
                    <a:pt x="84305" y="235494"/>
                    <a:pt x="85915" y="235494"/>
                  </a:cubicBezTo>
                  <a:cubicBezTo>
                    <a:pt x="86419" y="235493"/>
                    <a:pt x="86922" y="235492"/>
                    <a:pt x="87442" y="235491"/>
                  </a:cubicBezTo>
                  <a:cubicBezTo>
                    <a:pt x="89146" y="235488"/>
                    <a:pt x="90851" y="235490"/>
                    <a:pt x="92556" y="235493"/>
                  </a:cubicBezTo>
                  <a:cubicBezTo>
                    <a:pt x="93784" y="235492"/>
                    <a:pt x="95012" y="235491"/>
                    <a:pt x="96240" y="235489"/>
                  </a:cubicBezTo>
                  <a:cubicBezTo>
                    <a:pt x="99628" y="235486"/>
                    <a:pt x="103015" y="235488"/>
                    <a:pt x="106403" y="235490"/>
                  </a:cubicBezTo>
                  <a:cubicBezTo>
                    <a:pt x="110051" y="235492"/>
                    <a:pt x="113699" y="235489"/>
                    <a:pt x="117347" y="235487"/>
                  </a:cubicBezTo>
                  <a:cubicBezTo>
                    <a:pt x="124499" y="235484"/>
                    <a:pt x="131651" y="235485"/>
                    <a:pt x="138803" y="235487"/>
                  </a:cubicBezTo>
                  <a:cubicBezTo>
                    <a:pt x="144614" y="235489"/>
                    <a:pt x="150424" y="235489"/>
                    <a:pt x="156234" y="235488"/>
                  </a:cubicBezTo>
                  <a:cubicBezTo>
                    <a:pt x="157059" y="235488"/>
                    <a:pt x="157885" y="235488"/>
                    <a:pt x="158735" y="235488"/>
                  </a:cubicBezTo>
                  <a:cubicBezTo>
                    <a:pt x="160412" y="235487"/>
                    <a:pt x="162089" y="235487"/>
                    <a:pt x="163765" y="235487"/>
                  </a:cubicBezTo>
                  <a:cubicBezTo>
                    <a:pt x="179505" y="235485"/>
                    <a:pt x="195244" y="235487"/>
                    <a:pt x="210984" y="235491"/>
                  </a:cubicBezTo>
                  <a:cubicBezTo>
                    <a:pt x="224503" y="235495"/>
                    <a:pt x="238022" y="235494"/>
                    <a:pt x="251540" y="235490"/>
                  </a:cubicBezTo>
                  <a:cubicBezTo>
                    <a:pt x="267222" y="235487"/>
                    <a:pt x="282903" y="235485"/>
                    <a:pt x="298585" y="235487"/>
                  </a:cubicBezTo>
                  <a:cubicBezTo>
                    <a:pt x="300255" y="235487"/>
                    <a:pt x="301926" y="235488"/>
                    <a:pt x="303597" y="235488"/>
                  </a:cubicBezTo>
                  <a:cubicBezTo>
                    <a:pt x="304419" y="235488"/>
                    <a:pt x="305241" y="235488"/>
                    <a:pt x="306088" y="235488"/>
                  </a:cubicBezTo>
                  <a:cubicBezTo>
                    <a:pt x="311894" y="235489"/>
                    <a:pt x="317701" y="235488"/>
                    <a:pt x="323507" y="235486"/>
                  </a:cubicBezTo>
                  <a:cubicBezTo>
                    <a:pt x="330578" y="235484"/>
                    <a:pt x="337650" y="235485"/>
                    <a:pt x="344721" y="235489"/>
                  </a:cubicBezTo>
                  <a:cubicBezTo>
                    <a:pt x="348332" y="235490"/>
                    <a:pt x="351944" y="235491"/>
                    <a:pt x="355555" y="235489"/>
                  </a:cubicBezTo>
                  <a:cubicBezTo>
                    <a:pt x="358856" y="235487"/>
                    <a:pt x="362157" y="235488"/>
                    <a:pt x="365458" y="235492"/>
                  </a:cubicBezTo>
                  <a:cubicBezTo>
                    <a:pt x="366657" y="235493"/>
                    <a:pt x="367856" y="235492"/>
                    <a:pt x="369055" y="235490"/>
                  </a:cubicBezTo>
                  <a:cubicBezTo>
                    <a:pt x="370675" y="235488"/>
                    <a:pt x="372295" y="235490"/>
                    <a:pt x="373916" y="235494"/>
                  </a:cubicBezTo>
                  <a:cubicBezTo>
                    <a:pt x="374819" y="235494"/>
                    <a:pt x="375722" y="235494"/>
                    <a:pt x="376652" y="235494"/>
                  </a:cubicBezTo>
                  <a:cubicBezTo>
                    <a:pt x="378743" y="235587"/>
                    <a:pt x="378743" y="235587"/>
                    <a:pt x="380232" y="236332"/>
                  </a:cubicBezTo>
                  <a:cubicBezTo>
                    <a:pt x="380420" y="238060"/>
                    <a:pt x="380420" y="238060"/>
                    <a:pt x="380424" y="240399"/>
                  </a:cubicBezTo>
                  <a:cubicBezTo>
                    <a:pt x="380429" y="241282"/>
                    <a:pt x="380434" y="242165"/>
                    <a:pt x="380439" y="243075"/>
                  </a:cubicBezTo>
                  <a:cubicBezTo>
                    <a:pt x="380437" y="244052"/>
                    <a:pt x="380436" y="245029"/>
                    <a:pt x="380434" y="246036"/>
                  </a:cubicBezTo>
                  <a:cubicBezTo>
                    <a:pt x="380437" y="247069"/>
                    <a:pt x="380441" y="248101"/>
                    <a:pt x="380445" y="249134"/>
                  </a:cubicBezTo>
                  <a:cubicBezTo>
                    <a:pt x="380454" y="251362"/>
                    <a:pt x="380458" y="253591"/>
                    <a:pt x="380459" y="255819"/>
                  </a:cubicBezTo>
                  <a:cubicBezTo>
                    <a:pt x="380460" y="259339"/>
                    <a:pt x="380474" y="262859"/>
                    <a:pt x="380489" y="266379"/>
                  </a:cubicBezTo>
                  <a:cubicBezTo>
                    <a:pt x="380526" y="275122"/>
                    <a:pt x="380549" y="283866"/>
                    <a:pt x="380564" y="292609"/>
                  </a:cubicBezTo>
                  <a:cubicBezTo>
                    <a:pt x="380577" y="299402"/>
                    <a:pt x="380594" y="306195"/>
                    <a:pt x="380626" y="312988"/>
                  </a:cubicBezTo>
                  <a:cubicBezTo>
                    <a:pt x="380642" y="316491"/>
                    <a:pt x="380648" y="319993"/>
                    <a:pt x="380647" y="323496"/>
                  </a:cubicBezTo>
                  <a:cubicBezTo>
                    <a:pt x="380648" y="325671"/>
                    <a:pt x="380658" y="327846"/>
                    <a:pt x="380671" y="330021"/>
                  </a:cubicBezTo>
                  <a:cubicBezTo>
                    <a:pt x="380678" y="331518"/>
                    <a:pt x="380673" y="333015"/>
                    <a:pt x="380667" y="334513"/>
                  </a:cubicBezTo>
                  <a:cubicBezTo>
                    <a:pt x="380675" y="335395"/>
                    <a:pt x="380682" y="336278"/>
                    <a:pt x="380689" y="337188"/>
                  </a:cubicBezTo>
                  <a:cubicBezTo>
                    <a:pt x="380691" y="337960"/>
                    <a:pt x="380692" y="338732"/>
                    <a:pt x="380694" y="339527"/>
                  </a:cubicBezTo>
                  <a:cubicBezTo>
                    <a:pt x="380787" y="340098"/>
                    <a:pt x="380880" y="340668"/>
                    <a:pt x="380976" y="341255"/>
                  </a:cubicBezTo>
                  <a:cubicBezTo>
                    <a:pt x="381713" y="341501"/>
                    <a:pt x="382449" y="341747"/>
                    <a:pt x="383208" y="342000"/>
                  </a:cubicBezTo>
                  <a:cubicBezTo>
                    <a:pt x="383505" y="343530"/>
                    <a:pt x="383505" y="343530"/>
                    <a:pt x="383530" y="345568"/>
                  </a:cubicBezTo>
                  <a:cubicBezTo>
                    <a:pt x="383545" y="346328"/>
                    <a:pt x="383559" y="347087"/>
                    <a:pt x="383575" y="347870"/>
                  </a:cubicBezTo>
                  <a:cubicBezTo>
                    <a:pt x="383582" y="349110"/>
                    <a:pt x="383582" y="349110"/>
                    <a:pt x="383589" y="350374"/>
                  </a:cubicBezTo>
                  <a:cubicBezTo>
                    <a:pt x="383609" y="351636"/>
                    <a:pt x="383609" y="351636"/>
                    <a:pt x="383630" y="352924"/>
                  </a:cubicBezTo>
                  <a:cubicBezTo>
                    <a:pt x="383670" y="355623"/>
                    <a:pt x="383695" y="358322"/>
                    <a:pt x="383720" y="361022"/>
                  </a:cubicBezTo>
                  <a:cubicBezTo>
                    <a:pt x="383745" y="362847"/>
                    <a:pt x="383770" y="364672"/>
                    <a:pt x="383797" y="366497"/>
                  </a:cubicBezTo>
                  <a:cubicBezTo>
                    <a:pt x="383860" y="370981"/>
                    <a:pt x="383911" y="375466"/>
                    <a:pt x="383952" y="379951"/>
                  </a:cubicBezTo>
                  <a:cubicBezTo>
                    <a:pt x="384444" y="379951"/>
                    <a:pt x="384935" y="379951"/>
                    <a:pt x="385441" y="379951"/>
                  </a:cubicBezTo>
                  <a:cubicBezTo>
                    <a:pt x="385686" y="388300"/>
                    <a:pt x="385932" y="396649"/>
                    <a:pt x="386185" y="405252"/>
                  </a:cubicBezTo>
                  <a:cubicBezTo>
                    <a:pt x="386922" y="405252"/>
                    <a:pt x="387658" y="405252"/>
                    <a:pt x="388417" y="405252"/>
                  </a:cubicBezTo>
                  <a:cubicBezTo>
                    <a:pt x="388434" y="406125"/>
                    <a:pt x="388434" y="406125"/>
                    <a:pt x="388450" y="407016"/>
                  </a:cubicBezTo>
                  <a:cubicBezTo>
                    <a:pt x="388505" y="409637"/>
                    <a:pt x="388577" y="412258"/>
                    <a:pt x="388650" y="414879"/>
                  </a:cubicBezTo>
                  <a:cubicBezTo>
                    <a:pt x="388667" y="415795"/>
                    <a:pt x="388683" y="416712"/>
                    <a:pt x="388701" y="417656"/>
                  </a:cubicBezTo>
                  <a:cubicBezTo>
                    <a:pt x="388740" y="418962"/>
                    <a:pt x="388740" y="418962"/>
                    <a:pt x="388781" y="420294"/>
                  </a:cubicBezTo>
                  <a:cubicBezTo>
                    <a:pt x="388800" y="421101"/>
                    <a:pt x="388820" y="421908"/>
                    <a:pt x="388840" y="422739"/>
                  </a:cubicBezTo>
                  <a:cubicBezTo>
                    <a:pt x="388946" y="423353"/>
                    <a:pt x="389052" y="423967"/>
                    <a:pt x="389161" y="424599"/>
                  </a:cubicBezTo>
                  <a:cubicBezTo>
                    <a:pt x="389898" y="424845"/>
                    <a:pt x="390635" y="425090"/>
                    <a:pt x="391394" y="425343"/>
                  </a:cubicBezTo>
                  <a:cubicBezTo>
                    <a:pt x="391647" y="426726"/>
                    <a:pt x="391647" y="426726"/>
                    <a:pt x="391612" y="428509"/>
                  </a:cubicBezTo>
                  <a:cubicBezTo>
                    <a:pt x="391601" y="429462"/>
                    <a:pt x="391601" y="429462"/>
                    <a:pt x="391590" y="430435"/>
                  </a:cubicBezTo>
                  <a:cubicBezTo>
                    <a:pt x="391571" y="431103"/>
                    <a:pt x="391553" y="431771"/>
                    <a:pt x="391533" y="432459"/>
                  </a:cubicBezTo>
                  <a:cubicBezTo>
                    <a:pt x="391518" y="433466"/>
                    <a:pt x="391518" y="433466"/>
                    <a:pt x="391503" y="434492"/>
                  </a:cubicBezTo>
                  <a:cubicBezTo>
                    <a:pt x="391476" y="436156"/>
                    <a:pt x="391440" y="437819"/>
                    <a:pt x="391394" y="439482"/>
                  </a:cubicBezTo>
                  <a:cubicBezTo>
                    <a:pt x="392131" y="439482"/>
                    <a:pt x="392867" y="439482"/>
                    <a:pt x="393626" y="439482"/>
                  </a:cubicBezTo>
                  <a:cubicBezTo>
                    <a:pt x="393663" y="440217"/>
                    <a:pt x="393699" y="440952"/>
                    <a:pt x="393737" y="441709"/>
                  </a:cubicBezTo>
                  <a:cubicBezTo>
                    <a:pt x="393792" y="442662"/>
                    <a:pt x="393848" y="443616"/>
                    <a:pt x="393905" y="444598"/>
                  </a:cubicBezTo>
                  <a:cubicBezTo>
                    <a:pt x="393983" y="446022"/>
                    <a:pt x="393983" y="446022"/>
                    <a:pt x="394062" y="447476"/>
                  </a:cubicBezTo>
                  <a:cubicBezTo>
                    <a:pt x="394127" y="449960"/>
                    <a:pt x="394127" y="449960"/>
                    <a:pt x="395859" y="451388"/>
                  </a:cubicBezTo>
                  <a:cubicBezTo>
                    <a:pt x="396104" y="451388"/>
                    <a:pt x="396350" y="451388"/>
                    <a:pt x="396603" y="451388"/>
                  </a:cubicBezTo>
                  <a:cubicBezTo>
                    <a:pt x="396631" y="452016"/>
                    <a:pt x="396658" y="452643"/>
                    <a:pt x="396687" y="453289"/>
                  </a:cubicBezTo>
                  <a:cubicBezTo>
                    <a:pt x="396736" y="454105"/>
                    <a:pt x="396785" y="454920"/>
                    <a:pt x="396835" y="455760"/>
                  </a:cubicBezTo>
                  <a:cubicBezTo>
                    <a:pt x="396879" y="456572"/>
                    <a:pt x="396922" y="457383"/>
                    <a:pt x="396966" y="458219"/>
                  </a:cubicBezTo>
                  <a:cubicBezTo>
                    <a:pt x="397092" y="458912"/>
                    <a:pt x="397218" y="459604"/>
                    <a:pt x="397347" y="460318"/>
                  </a:cubicBezTo>
                  <a:cubicBezTo>
                    <a:pt x="398084" y="460809"/>
                    <a:pt x="398820" y="461300"/>
                    <a:pt x="399579" y="461806"/>
                  </a:cubicBezTo>
                  <a:cubicBezTo>
                    <a:pt x="399883" y="463824"/>
                    <a:pt x="399679" y="465708"/>
                    <a:pt x="399579" y="467759"/>
                  </a:cubicBezTo>
                  <a:cubicBezTo>
                    <a:pt x="400316" y="467759"/>
                    <a:pt x="401053" y="467759"/>
                    <a:pt x="401812" y="467759"/>
                  </a:cubicBezTo>
                  <a:cubicBezTo>
                    <a:pt x="401927" y="468795"/>
                    <a:pt x="401927" y="468795"/>
                    <a:pt x="402044" y="469852"/>
                  </a:cubicBezTo>
                  <a:cubicBezTo>
                    <a:pt x="402586" y="472361"/>
                    <a:pt x="402950" y="472839"/>
                    <a:pt x="404788" y="474457"/>
                  </a:cubicBezTo>
                  <a:cubicBezTo>
                    <a:pt x="405284" y="475449"/>
                    <a:pt x="405781" y="476441"/>
                    <a:pt x="406277" y="477433"/>
                  </a:cubicBezTo>
                  <a:cubicBezTo>
                    <a:pt x="406768" y="477679"/>
                    <a:pt x="407259" y="477924"/>
                    <a:pt x="407765" y="478177"/>
                  </a:cubicBezTo>
                  <a:cubicBezTo>
                    <a:pt x="407947" y="478672"/>
                    <a:pt x="408129" y="479167"/>
                    <a:pt x="408317" y="479677"/>
                  </a:cubicBezTo>
                  <a:cubicBezTo>
                    <a:pt x="408626" y="480165"/>
                    <a:pt x="408935" y="480652"/>
                    <a:pt x="409253" y="481154"/>
                  </a:cubicBezTo>
                  <a:cubicBezTo>
                    <a:pt x="411395" y="481679"/>
                    <a:pt x="411395" y="481679"/>
                    <a:pt x="413811" y="481712"/>
                  </a:cubicBezTo>
                  <a:cubicBezTo>
                    <a:pt x="414626" y="481754"/>
                    <a:pt x="415442" y="481796"/>
                    <a:pt x="416282" y="481840"/>
                  </a:cubicBezTo>
                  <a:cubicBezTo>
                    <a:pt x="417223" y="481869"/>
                    <a:pt x="417223" y="481869"/>
                    <a:pt x="418183" y="481898"/>
                  </a:cubicBezTo>
                  <a:cubicBezTo>
                    <a:pt x="418157" y="481271"/>
                    <a:pt x="418131" y="480643"/>
                    <a:pt x="418104" y="479997"/>
                  </a:cubicBezTo>
                  <a:cubicBezTo>
                    <a:pt x="418074" y="478774"/>
                    <a:pt x="418074" y="478774"/>
                    <a:pt x="418043" y="477526"/>
                  </a:cubicBezTo>
                  <a:cubicBezTo>
                    <a:pt x="418017" y="476715"/>
                    <a:pt x="417992" y="475903"/>
                    <a:pt x="417965" y="475067"/>
                  </a:cubicBezTo>
                  <a:cubicBezTo>
                    <a:pt x="418037" y="474374"/>
                    <a:pt x="418109" y="473682"/>
                    <a:pt x="418183" y="472968"/>
                  </a:cubicBezTo>
                  <a:cubicBezTo>
                    <a:pt x="418920" y="472477"/>
                    <a:pt x="419656" y="471986"/>
                    <a:pt x="420415" y="471480"/>
                  </a:cubicBezTo>
                  <a:cubicBezTo>
                    <a:pt x="420768" y="470045"/>
                    <a:pt x="420768" y="470045"/>
                    <a:pt x="420737" y="468374"/>
                  </a:cubicBezTo>
                  <a:cubicBezTo>
                    <a:pt x="420752" y="467733"/>
                    <a:pt x="420767" y="467093"/>
                    <a:pt x="420782" y="466433"/>
                  </a:cubicBezTo>
                  <a:cubicBezTo>
                    <a:pt x="420786" y="465741"/>
                    <a:pt x="420791" y="465048"/>
                    <a:pt x="420796" y="464335"/>
                  </a:cubicBezTo>
                  <a:cubicBezTo>
                    <a:pt x="420809" y="463627"/>
                    <a:pt x="420823" y="462919"/>
                    <a:pt x="420837" y="462189"/>
                  </a:cubicBezTo>
                  <a:cubicBezTo>
                    <a:pt x="420877" y="459922"/>
                    <a:pt x="420902" y="457655"/>
                    <a:pt x="420927" y="455388"/>
                  </a:cubicBezTo>
                  <a:cubicBezTo>
                    <a:pt x="420952" y="453853"/>
                    <a:pt x="420977" y="452318"/>
                    <a:pt x="421004" y="450784"/>
                  </a:cubicBezTo>
                  <a:cubicBezTo>
                    <a:pt x="421067" y="447017"/>
                    <a:pt x="421117" y="443249"/>
                    <a:pt x="421159" y="439482"/>
                  </a:cubicBezTo>
                  <a:cubicBezTo>
                    <a:pt x="421896" y="439482"/>
                    <a:pt x="422633" y="439482"/>
                    <a:pt x="423392" y="439482"/>
                  </a:cubicBezTo>
                  <a:cubicBezTo>
                    <a:pt x="423637" y="428677"/>
                    <a:pt x="423883" y="417872"/>
                    <a:pt x="424136" y="406740"/>
                  </a:cubicBezTo>
                  <a:cubicBezTo>
                    <a:pt x="425855" y="406740"/>
                    <a:pt x="427574" y="406740"/>
                    <a:pt x="429345" y="406740"/>
                  </a:cubicBezTo>
                  <a:cubicBezTo>
                    <a:pt x="429299" y="407338"/>
                    <a:pt x="429253" y="407937"/>
                    <a:pt x="429205" y="408554"/>
                  </a:cubicBezTo>
                  <a:cubicBezTo>
                    <a:pt x="429252" y="409183"/>
                    <a:pt x="429298" y="409812"/>
                    <a:pt x="429345" y="410461"/>
                  </a:cubicBezTo>
                  <a:cubicBezTo>
                    <a:pt x="430082" y="410706"/>
                    <a:pt x="430818" y="410952"/>
                    <a:pt x="431577" y="411205"/>
                  </a:cubicBezTo>
                  <a:cubicBezTo>
                    <a:pt x="431823" y="411941"/>
                    <a:pt x="432069" y="412678"/>
                    <a:pt x="432322" y="413437"/>
                  </a:cubicBezTo>
                  <a:cubicBezTo>
                    <a:pt x="433058" y="413683"/>
                    <a:pt x="433795" y="413928"/>
                    <a:pt x="434554" y="414181"/>
                  </a:cubicBezTo>
                  <a:cubicBezTo>
                    <a:pt x="435345" y="415902"/>
                    <a:pt x="435345" y="415902"/>
                    <a:pt x="436042" y="417902"/>
                  </a:cubicBezTo>
                  <a:cubicBezTo>
                    <a:pt x="436681" y="419552"/>
                    <a:pt x="436681" y="419552"/>
                    <a:pt x="437531" y="420878"/>
                  </a:cubicBezTo>
                  <a:cubicBezTo>
                    <a:pt x="438267" y="421124"/>
                    <a:pt x="439004" y="421370"/>
                    <a:pt x="439763" y="421623"/>
                  </a:cubicBezTo>
                  <a:cubicBezTo>
                    <a:pt x="440009" y="422359"/>
                    <a:pt x="440254" y="423096"/>
                    <a:pt x="440507" y="423855"/>
                  </a:cubicBezTo>
                  <a:cubicBezTo>
                    <a:pt x="440891" y="424239"/>
                    <a:pt x="441275" y="424622"/>
                    <a:pt x="441670" y="425018"/>
                  </a:cubicBezTo>
                  <a:cubicBezTo>
                    <a:pt x="442740" y="426087"/>
                    <a:pt x="442740" y="426087"/>
                    <a:pt x="442740" y="427576"/>
                  </a:cubicBezTo>
                  <a:cubicBezTo>
                    <a:pt x="443476" y="427821"/>
                    <a:pt x="444213" y="428067"/>
                    <a:pt x="444972" y="428320"/>
                  </a:cubicBezTo>
                  <a:cubicBezTo>
                    <a:pt x="445925" y="429480"/>
                    <a:pt x="445925" y="429480"/>
                    <a:pt x="446832" y="430878"/>
                  </a:cubicBezTo>
                  <a:cubicBezTo>
                    <a:pt x="448142" y="432888"/>
                    <a:pt x="448841" y="433628"/>
                    <a:pt x="450925" y="435017"/>
                  </a:cubicBezTo>
                  <a:cubicBezTo>
                    <a:pt x="451171" y="435754"/>
                    <a:pt x="451416" y="436491"/>
                    <a:pt x="451669" y="437250"/>
                  </a:cubicBezTo>
                  <a:cubicBezTo>
                    <a:pt x="452406" y="437495"/>
                    <a:pt x="453143" y="437741"/>
                    <a:pt x="453902" y="437994"/>
                  </a:cubicBezTo>
                  <a:cubicBezTo>
                    <a:pt x="454147" y="438730"/>
                    <a:pt x="454393" y="439467"/>
                    <a:pt x="454646" y="440226"/>
                  </a:cubicBezTo>
                  <a:cubicBezTo>
                    <a:pt x="455382" y="440717"/>
                    <a:pt x="456119" y="441208"/>
                    <a:pt x="456878" y="441714"/>
                  </a:cubicBezTo>
                  <a:cubicBezTo>
                    <a:pt x="457124" y="442451"/>
                    <a:pt x="457369" y="443188"/>
                    <a:pt x="457622" y="443947"/>
                  </a:cubicBezTo>
                  <a:cubicBezTo>
                    <a:pt x="458113" y="444070"/>
                    <a:pt x="458605" y="444192"/>
                    <a:pt x="459111" y="444319"/>
                  </a:cubicBezTo>
                  <a:cubicBezTo>
                    <a:pt x="459602" y="444442"/>
                    <a:pt x="460093" y="444564"/>
                    <a:pt x="460599" y="444691"/>
                  </a:cubicBezTo>
                  <a:cubicBezTo>
                    <a:pt x="460844" y="445428"/>
                    <a:pt x="461090" y="446164"/>
                    <a:pt x="461343" y="446923"/>
                  </a:cubicBezTo>
                  <a:cubicBezTo>
                    <a:pt x="461964" y="447138"/>
                    <a:pt x="462584" y="447353"/>
                    <a:pt x="463224" y="447574"/>
                  </a:cubicBezTo>
                  <a:cubicBezTo>
                    <a:pt x="463831" y="447851"/>
                    <a:pt x="464438" y="448127"/>
                    <a:pt x="465064" y="448412"/>
                  </a:cubicBezTo>
                  <a:cubicBezTo>
                    <a:pt x="465511" y="450060"/>
                    <a:pt x="465511" y="450060"/>
                    <a:pt x="465486" y="452133"/>
                  </a:cubicBezTo>
                  <a:cubicBezTo>
                    <a:pt x="465486" y="452907"/>
                    <a:pt x="465486" y="453682"/>
                    <a:pt x="465485" y="454480"/>
                  </a:cubicBezTo>
                  <a:cubicBezTo>
                    <a:pt x="465457" y="455738"/>
                    <a:pt x="465457" y="455738"/>
                    <a:pt x="465427" y="457022"/>
                  </a:cubicBezTo>
                  <a:cubicBezTo>
                    <a:pt x="465422" y="457878"/>
                    <a:pt x="465417" y="458735"/>
                    <a:pt x="465411" y="459618"/>
                  </a:cubicBezTo>
                  <a:cubicBezTo>
                    <a:pt x="465390" y="462363"/>
                    <a:pt x="465344" y="465107"/>
                    <a:pt x="465296" y="467852"/>
                  </a:cubicBezTo>
                  <a:cubicBezTo>
                    <a:pt x="465278" y="469710"/>
                    <a:pt x="465261" y="471567"/>
                    <a:pt x="465245" y="473425"/>
                  </a:cubicBezTo>
                  <a:cubicBezTo>
                    <a:pt x="465204" y="477986"/>
                    <a:pt x="465142" y="482546"/>
                    <a:pt x="465064" y="487107"/>
                  </a:cubicBezTo>
                  <a:cubicBezTo>
                    <a:pt x="464327" y="486861"/>
                    <a:pt x="463590" y="486616"/>
                    <a:pt x="462831" y="486363"/>
                  </a:cubicBezTo>
                  <a:cubicBezTo>
                    <a:pt x="462586" y="492502"/>
                    <a:pt x="462340" y="498641"/>
                    <a:pt x="462087" y="504966"/>
                  </a:cubicBezTo>
                  <a:cubicBezTo>
                    <a:pt x="461596" y="504966"/>
                    <a:pt x="461105" y="504966"/>
                    <a:pt x="460599" y="504966"/>
                  </a:cubicBezTo>
                  <a:cubicBezTo>
                    <a:pt x="460509" y="505817"/>
                    <a:pt x="460419" y="506668"/>
                    <a:pt x="460326" y="507545"/>
                  </a:cubicBezTo>
                  <a:cubicBezTo>
                    <a:pt x="460200" y="508654"/>
                    <a:pt x="460074" y="509764"/>
                    <a:pt x="459948" y="510873"/>
                  </a:cubicBezTo>
                  <a:cubicBezTo>
                    <a:pt x="459860" y="511715"/>
                    <a:pt x="459860" y="511715"/>
                    <a:pt x="459770" y="512575"/>
                  </a:cubicBezTo>
                  <a:cubicBezTo>
                    <a:pt x="459603" y="514015"/>
                    <a:pt x="459362" y="515445"/>
                    <a:pt x="459111" y="516873"/>
                  </a:cubicBezTo>
                  <a:cubicBezTo>
                    <a:pt x="458620" y="517118"/>
                    <a:pt x="458128" y="517364"/>
                    <a:pt x="457622" y="517617"/>
                  </a:cubicBezTo>
                  <a:cubicBezTo>
                    <a:pt x="457273" y="519712"/>
                    <a:pt x="457273" y="519712"/>
                    <a:pt x="457157" y="522128"/>
                  </a:cubicBezTo>
                  <a:cubicBezTo>
                    <a:pt x="457102" y="522950"/>
                    <a:pt x="457046" y="523772"/>
                    <a:pt x="456989" y="524619"/>
                  </a:cubicBezTo>
                  <a:cubicBezTo>
                    <a:pt x="456952" y="525255"/>
                    <a:pt x="456916" y="525891"/>
                    <a:pt x="456878" y="526546"/>
                  </a:cubicBezTo>
                  <a:cubicBezTo>
                    <a:pt x="456142" y="526546"/>
                    <a:pt x="455405" y="526546"/>
                    <a:pt x="454646" y="526546"/>
                  </a:cubicBezTo>
                  <a:cubicBezTo>
                    <a:pt x="454400" y="528757"/>
                    <a:pt x="454155" y="530967"/>
                    <a:pt x="453902" y="533244"/>
                  </a:cubicBezTo>
                  <a:cubicBezTo>
                    <a:pt x="453165" y="533244"/>
                    <a:pt x="452428" y="533244"/>
                    <a:pt x="451669" y="533244"/>
                  </a:cubicBezTo>
                  <a:cubicBezTo>
                    <a:pt x="451424" y="535208"/>
                    <a:pt x="451178" y="537173"/>
                    <a:pt x="450925" y="539197"/>
                  </a:cubicBezTo>
                  <a:cubicBezTo>
                    <a:pt x="450188" y="539197"/>
                    <a:pt x="449452" y="539197"/>
                    <a:pt x="448693" y="539197"/>
                  </a:cubicBezTo>
                  <a:cubicBezTo>
                    <a:pt x="448408" y="540429"/>
                    <a:pt x="448161" y="541671"/>
                    <a:pt x="447949" y="542918"/>
                  </a:cubicBezTo>
                  <a:cubicBezTo>
                    <a:pt x="447457" y="543163"/>
                    <a:pt x="446966" y="543409"/>
                    <a:pt x="446460" y="543662"/>
                  </a:cubicBezTo>
                  <a:cubicBezTo>
                    <a:pt x="446353" y="544153"/>
                    <a:pt x="446245" y="544644"/>
                    <a:pt x="446135" y="545150"/>
                  </a:cubicBezTo>
                  <a:cubicBezTo>
                    <a:pt x="445997" y="545641"/>
                    <a:pt x="445858" y="546132"/>
                    <a:pt x="445716" y="546638"/>
                  </a:cubicBezTo>
                  <a:cubicBezTo>
                    <a:pt x="444979" y="546884"/>
                    <a:pt x="444243" y="547129"/>
                    <a:pt x="443484" y="547382"/>
                  </a:cubicBezTo>
                  <a:cubicBezTo>
                    <a:pt x="443238" y="548119"/>
                    <a:pt x="442993" y="548856"/>
                    <a:pt x="442740" y="549615"/>
                  </a:cubicBezTo>
                  <a:cubicBezTo>
                    <a:pt x="442003" y="549860"/>
                    <a:pt x="441266" y="550106"/>
                    <a:pt x="440507" y="550359"/>
                  </a:cubicBezTo>
                  <a:cubicBezTo>
                    <a:pt x="440392" y="551096"/>
                    <a:pt x="440392" y="551096"/>
                    <a:pt x="440275" y="551847"/>
                  </a:cubicBezTo>
                  <a:cubicBezTo>
                    <a:pt x="440106" y="552338"/>
                    <a:pt x="439937" y="552830"/>
                    <a:pt x="439763" y="553336"/>
                  </a:cubicBezTo>
                  <a:cubicBezTo>
                    <a:pt x="437484" y="553894"/>
                    <a:pt x="437484" y="553894"/>
                    <a:pt x="435298" y="554080"/>
                  </a:cubicBezTo>
                  <a:cubicBezTo>
                    <a:pt x="435298" y="555062"/>
                    <a:pt x="435298" y="556044"/>
                    <a:pt x="435298" y="557056"/>
                  </a:cubicBezTo>
                  <a:cubicBezTo>
                    <a:pt x="434823" y="557084"/>
                    <a:pt x="434348" y="557112"/>
                    <a:pt x="433859" y="557141"/>
                  </a:cubicBezTo>
                  <a:cubicBezTo>
                    <a:pt x="433244" y="557189"/>
                    <a:pt x="432630" y="557238"/>
                    <a:pt x="431996" y="557289"/>
                  </a:cubicBezTo>
                  <a:cubicBezTo>
                    <a:pt x="431383" y="557332"/>
                    <a:pt x="430770" y="557375"/>
                    <a:pt x="430139" y="557420"/>
                  </a:cubicBezTo>
                  <a:cubicBezTo>
                    <a:pt x="429631" y="557545"/>
                    <a:pt x="429124" y="557671"/>
                    <a:pt x="428601" y="557800"/>
                  </a:cubicBezTo>
                  <a:cubicBezTo>
                    <a:pt x="428355" y="558537"/>
                    <a:pt x="428110" y="559274"/>
                    <a:pt x="427857" y="560033"/>
                  </a:cubicBezTo>
                  <a:cubicBezTo>
                    <a:pt x="426501" y="560316"/>
                    <a:pt x="426501" y="560316"/>
                    <a:pt x="424710" y="560322"/>
                  </a:cubicBezTo>
                  <a:cubicBezTo>
                    <a:pt x="424042" y="560329"/>
                    <a:pt x="423374" y="560336"/>
                    <a:pt x="422686" y="560343"/>
                  </a:cubicBezTo>
                  <a:cubicBezTo>
                    <a:pt x="421960" y="560338"/>
                    <a:pt x="421233" y="560334"/>
                    <a:pt x="420485" y="560329"/>
                  </a:cubicBezTo>
                  <a:cubicBezTo>
                    <a:pt x="419745" y="560331"/>
                    <a:pt x="419004" y="560334"/>
                    <a:pt x="418241" y="560336"/>
                  </a:cubicBezTo>
                  <a:cubicBezTo>
                    <a:pt x="416672" y="560337"/>
                    <a:pt x="415103" y="560333"/>
                    <a:pt x="413535" y="560324"/>
                  </a:cubicBezTo>
                  <a:cubicBezTo>
                    <a:pt x="411124" y="560312"/>
                    <a:pt x="408714" y="560324"/>
                    <a:pt x="406303" y="560338"/>
                  </a:cubicBezTo>
                  <a:cubicBezTo>
                    <a:pt x="404783" y="560337"/>
                    <a:pt x="403262" y="560334"/>
                    <a:pt x="401742" y="560329"/>
                  </a:cubicBezTo>
                  <a:cubicBezTo>
                    <a:pt x="401016" y="560334"/>
                    <a:pt x="400289" y="560338"/>
                    <a:pt x="399541" y="560343"/>
                  </a:cubicBezTo>
                  <a:cubicBezTo>
                    <a:pt x="398873" y="560336"/>
                    <a:pt x="398205" y="560329"/>
                    <a:pt x="397517" y="560322"/>
                  </a:cubicBezTo>
                  <a:cubicBezTo>
                    <a:pt x="396631" y="560319"/>
                    <a:pt x="396631" y="560319"/>
                    <a:pt x="395726" y="560316"/>
                  </a:cubicBezTo>
                  <a:cubicBezTo>
                    <a:pt x="395055" y="560176"/>
                    <a:pt x="395055" y="560176"/>
                    <a:pt x="394370" y="560033"/>
                  </a:cubicBezTo>
                  <a:cubicBezTo>
                    <a:pt x="394125" y="559296"/>
                    <a:pt x="393879" y="558559"/>
                    <a:pt x="393626" y="557800"/>
                  </a:cubicBezTo>
                  <a:cubicBezTo>
                    <a:pt x="391879" y="557362"/>
                    <a:pt x="391879" y="557362"/>
                    <a:pt x="389859" y="557289"/>
                  </a:cubicBezTo>
                  <a:cubicBezTo>
                    <a:pt x="389175" y="557240"/>
                    <a:pt x="388491" y="557191"/>
                    <a:pt x="387787" y="557141"/>
                  </a:cubicBezTo>
                  <a:cubicBezTo>
                    <a:pt x="386994" y="557099"/>
                    <a:pt x="386994" y="557099"/>
                    <a:pt x="386185" y="557056"/>
                  </a:cubicBezTo>
                  <a:cubicBezTo>
                    <a:pt x="386185" y="556074"/>
                    <a:pt x="386185" y="555092"/>
                    <a:pt x="386185" y="554080"/>
                  </a:cubicBezTo>
                  <a:cubicBezTo>
                    <a:pt x="384220" y="553834"/>
                    <a:pt x="382256" y="553589"/>
                    <a:pt x="380232" y="553336"/>
                  </a:cubicBezTo>
                  <a:cubicBezTo>
                    <a:pt x="380232" y="552353"/>
                    <a:pt x="380232" y="551371"/>
                    <a:pt x="380232" y="550359"/>
                  </a:cubicBezTo>
                  <a:cubicBezTo>
                    <a:pt x="379357" y="550451"/>
                    <a:pt x="379357" y="550451"/>
                    <a:pt x="378464" y="550545"/>
                  </a:cubicBezTo>
                  <a:cubicBezTo>
                    <a:pt x="377497" y="550453"/>
                    <a:pt x="377497" y="550453"/>
                    <a:pt x="376511" y="550359"/>
                  </a:cubicBezTo>
                  <a:cubicBezTo>
                    <a:pt x="375720" y="548917"/>
                    <a:pt x="375720" y="548917"/>
                    <a:pt x="375023" y="547382"/>
                  </a:cubicBezTo>
                  <a:cubicBezTo>
                    <a:pt x="374516" y="547260"/>
                    <a:pt x="374010" y="547137"/>
                    <a:pt x="373488" y="547010"/>
                  </a:cubicBezTo>
                  <a:cubicBezTo>
                    <a:pt x="373012" y="546888"/>
                    <a:pt x="372536" y="546765"/>
                    <a:pt x="372046" y="546638"/>
                  </a:cubicBezTo>
                  <a:cubicBezTo>
                    <a:pt x="371791" y="545648"/>
                    <a:pt x="371543" y="544656"/>
                    <a:pt x="371302" y="543662"/>
                  </a:cubicBezTo>
                  <a:cubicBezTo>
                    <a:pt x="369901" y="542837"/>
                    <a:pt x="369901" y="542837"/>
                    <a:pt x="368325" y="542173"/>
                  </a:cubicBezTo>
                  <a:cubicBezTo>
                    <a:pt x="367567" y="541444"/>
                    <a:pt x="366820" y="540701"/>
                    <a:pt x="366093" y="539941"/>
                  </a:cubicBezTo>
                  <a:cubicBezTo>
                    <a:pt x="365602" y="539695"/>
                    <a:pt x="365111" y="539450"/>
                    <a:pt x="364605" y="539197"/>
                  </a:cubicBezTo>
                  <a:cubicBezTo>
                    <a:pt x="363099" y="536749"/>
                    <a:pt x="361818" y="534484"/>
                    <a:pt x="360791" y="531802"/>
                  </a:cubicBezTo>
                  <a:cubicBezTo>
                    <a:pt x="360576" y="531295"/>
                    <a:pt x="360361" y="530789"/>
                    <a:pt x="360140" y="530267"/>
                  </a:cubicBezTo>
                  <a:cubicBezTo>
                    <a:pt x="359649" y="530267"/>
                    <a:pt x="359158" y="530267"/>
                    <a:pt x="358652" y="530267"/>
                  </a:cubicBezTo>
                  <a:cubicBezTo>
                    <a:pt x="358406" y="528794"/>
                    <a:pt x="358161" y="527320"/>
                    <a:pt x="357908" y="525802"/>
                  </a:cubicBezTo>
                  <a:cubicBezTo>
                    <a:pt x="357171" y="525802"/>
                    <a:pt x="356434" y="525802"/>
                    <a:pt x="355675" y="525802"/>
                  </a:cubicBezTo>
                  <a:cubicBezTo>
                    <a:pt x="355736" y="525219"/>
                    <a:pt x="355798" y="524636"/>
                    <a:pt x="355861" y="524035"/>
                  </a:cubicBezTo>
                  <a:cubicBezTo>
                    <a:pt x="355800" y="523390"/>
                    <a:pt x="355738" y="522746"/>
                    <a:pt x="355675" y="522082"/>
                  </a:cubicBezTo>
                  <a:cubicBezTo>
                    <a:pt x="354689" y="521573"/>
                    <a:pt x="353697" y="521077"/>
                    <a:pt x="352699" y="520593"/>
                  </a:cubicBezTo>
                  <a:cubicBezTo>
                    <a:pt x="352233" y="518686"/>
                    <a:pt x="352233" y="518686"/>
                    <a:pt x="351954" y="516873"/>
                  </a:cubicBezTo>
                  <a:cubicBezTo>
                    <a:pt x="351463" y="516627"/>
                    <a:pt x="350972" y="516382"/>
                    <a:pt x="350466" y="516128"/>
                  </a:cubicBezTo>
                  <a:cubicBezTo>
                    <a:pt x="349970" y="514640"/>
                    <a:pt x="349474" y="513152"/>
                    <a:pt x="348978" y="511664"/>
                  </a:cubicBezTo>
                  <a:cubicBezTo>
                    <a:pt x="348487" y="511418"/>
                    <a:pt x="347996" y="511173"/>
                    <a:pt x="347490" y="510919"/>
                  </a:cubicBezTo>
                  <a:cubicBezTo>
                    <a:pt x="347048" y="508949"/>
                    <a:pt x="346937" y="506982"/>
                    <a:pt x="346745" y="504966"/>
                  </a:cubicBezTo>
                  <a:cubicBezTo>
                    <a:pt x="346009" y="504966"/>
                    <a:pt x="345272" y="504966"/>
                    <a:pt x="344513" y="504966"/>
                  </a:cubicBezTo>
                  <a:cubicBezTo>
                    <a:pt x="344513" y="502511"/>
                    <a:pt x="344513" y="500055"/>
                    <a:pt x="344513" y="497525"/>
                  </a:cubicBezTo>
                  <a:cubicBezTo>
                    <a:pt x="343776" y="497525"/>
                    <a:pt x="343040" y="497525"/>
                    <a:pt x="342281" y="497525"/>
                  </a:cubicBezTo>
                  <a:cubicBezTo>
                    <a:pt x="342190" y="496943"/>
                    <a:pt x="342100" y="496360"/>
                    <a:pt x="342007" y="495761"/>
                  </a:cubicBezTo>
                  <a:cubicBezTo>
                    <a:pt x="341883" y="495008"/>
                    <a:pt x="341758" y="494255"/>
                    <a:pt x="341629" y="493479"/>
                  </a:cubicBezTo>
                  <a:cubicBezTo>
                    <a:pt x="341509" y="492728"/>
                    <a:pt x="341388" y="491977"/>
                    <a:pt x="341263" y="491203"/>
                  </a:cubicBezTo>
                  <a:cubicBezTo>
                    <a:pt x="341108" y="490588"/>
                    <a:pt x="340952" y="489973"/>
                    <a:pt x="340792" y="489339"/>
                  </a:cubicBezTo>
                  <a:cubicBezTo>
                    <a:pt x="340301" y="489094"/>
                    <a:pt x="339810" y="488848"/>
                    <a:pt x="339304" y="488595"/>
                  </a:cubicBezTo>
                  <a:cubicBezTo>
                    <a:pt x="339040" y="486672"/>
                    <a:pt x="338974" y="484767"/>
                    <a:pt x="338888" y="482828"/>
                  </a:cubicBezTo>
                  <a:cubicBezTo>
                    <a:pt x="338780" y="482276"/>
                    <a:pt x="338672" y="481723"/>
                    <a:pt x="338560" y="481154"/>
                  </a:cubicBezTo>
                  <a:cubicBezTo>
                    <a:pt x="337823" y="480908"/>
                    <a:pt x="337086" y="480663"/>
                    <a:pt x="336327" y="480410"/>
                  </a:cubicBezTo>
                  <a:cubicBezTo>
                    <a:pt x="335999" y="478247"/>
                    <a:pt x="335999" y="478247"/>
                    <a:pt x="335909" y="475573"/>
                  </a:cubicBezTo>
                  <a:cubicBezTo>
                    <a:pt x="335851" y="473958"/>
                    <a:pt x="335754" y="472343"/>
                    <a:pt x="335583" y="470736"/>
                  </a:cubicBezTo>
                  <a:cubicBezTo>
                    <a:pt x="335092" y="470490"/>
                    <a:pt x="334601" y="470245"/>
                    <a:pt x="334095" y="469992"/>
                  </a:cubicBezTo>
                  <a:cubicBezTo>
                    <a:pt x="333813" y="468044"/>
                    <a:pt x="333813" y="468044"/>
                    <a:pt x="333676" y="465620"/>
                  </a:cubicBezTo>
                  <a:cubicBezTo>
                    <a:pt x="333530" y="463145"/>
                    <a:pt x="333393" y="461188"/>
                    <a:pt x="332607" y="458830"/>
                  </a:cubicBezTo>
                  <a:cubicBezTo>
                    <a:pt x="332116" y="458584"/>
                    <a:pt x="331624" y="458339"/>
                    <a:pt x="331118" y="458086"/>
                  </a:cubicBezTo>
                  <a:cubicBezTo>
                    <a:pt x="330881" y="456771"/>
                    <a:pt x="330881" y="456771"/>
                    <a:pt x="330810" y="455083"/>
                  </a:cubicBezTo>
                  <a:cubicBezTo>
                    <a:pt x="330782" y="454481"/>
                    <a:pt x="330753" y="453879"/>
                    <a:pt x="330723" y="453259"/>
                  </a:cubicBezTo>
                  <a:cubicBezTo>
                    <a:pt x="330700" y="452626"/>
                    <a:pt x="330677" y="451994"/>
                    <a:pt x="330653" y="451342"/>
                  </a:cubicBezTo>
                  <a:cubicBezTo>
                    <a:pt x="330625" y="450706"/>
                    <a:pt x="330596" y="450071"/>
                    <a:pt x="330566" y="449416"/>
                  </a:cubicBezTo>
                  <a:cubicBezTo>
                    <a:pt x="330496" y="447841"/>
                    <a:pt x="330434" y="446266"/>
                    <a:pt x="330374" y="444691"/>
                  </a:cubicBezTo>
                  <a:cubicBezTo>
                    <a:pt x="329638" y="444691"/>
                    <a:pt x="328901" y="444691"/>
                    <a:pt x="328142" y="444691"/>
                  </a:cubicBezTo>
                  <a:cubicBezTo>
                    <a:pt x="328127" y="444221"/>
                    <a:pt x="328112" y="443752"/>
                    <a:pt x="328097" y="443268"/>
                  </a:cubicBezTo>
                  <a:cubicBezTo>
                    <a:pt x="328027" y="441153"/>
                    <a:pt x="327945" y="439039"/>
                    <a:pt x="327863" y="436924"/>
                  </a:cubicBezTo>
                  <a:cubicBezTo>
                    <a:pt x="327840" y="436185"/>
                    <a:pt x="327817" y="435446"/>
                    <a:pt x="327793" y="434684"/>
                  </a:cubicBezTo>
                  <a:cubicBezTo>
                    <a:pt x="327764" y="433982"/>
                    <a:pt x="327736" y="433279"/>
                    <a:pt x="327706" y="432555"/>
                  </a:cubicBezTo>
                  <a:cubicBezTo>
                    <a:pt x="327671" y="431579"/>
                    <a:pt x="327671" y="431579"/>
                    <a:pt x="327635" y="430583"/>
                  </a:cubicBezTo>
                  <a:cubicBezTo>
                    <a:pt x="327518" y="429831"/>
                    <a:pt x="327518" y="429831"/>
                    <a:pt x="327398" y="429064"/>
                  </a:cubicBezTo>
                  <a:cubicBezTo>
                    <a:pt x="326907" y="428818"/>
                    <a:pt x="326415" y="428573"/>
                    <a:pt x="325909" y="428320"/>
                  </a:cubicBezTo>
                  <a:cubicBezTo>
                    <a:pt x="325672" y="426391"/>
                    <a:pt x="325672" y="426391"/>
                    <a:pt x="325601" y="423852"/>
                  </a:cubicBezTo>
                  <a:cubicBezTo>
                    <a:pt x="325573" y="422948"/>
                    <a:pt x="325544" y="422044"/>
                    <a:pt x="325514" y="421112"/>
                  </a:cubicBezTo>
                  <a:cubicBezTo>
                    <a:pt x="325480" y="419684"/>
                    <a:pt x="325480" y="419684"/>
                    <a:pt x="325444" y="418227"/>
                  </a:cubicBezTo>
                  <a:cubicBezTo>
                    <a:pt x="325416" y="417273"/>
                    <a:pt x="325387" y="416318"/>
                    <a:pt x="325357" y="415334"/>
                  </a:cubicBezTo>
                  <a:cubicBezTo>
                    <a:pt x="325287" y="412965"/>
                    <a:pt x="325223" y="410597"/>
                    <a:pt x="325165" y="408228"/>
                  </a:cubicBezTo>
                  <a:cubicBezTo>
                    <a:pt x="324429" y="408228"/>
                    <a:pt x="323692" y="408228"/>
                    <a:pt x="322933" y="408228"/>
                  </a:cubicBezTo>
                  <a:cubicBezTo>
                    <a:pt x="322918" y="407492"/>
                    <a:pt x="322903" y="406756"/>
                    <a:pt x="322888" y="405997"/>
                  </a:cubicBezTo>
                  <a:cubicBezTo>
                    <a:pt x="322832" y="403271"/>
                    <a:pt x="322766" y="400544"/>
                    <a:pt x="322697" y="397818"/>
                  </a:cubicBezTo>
                  <a:cubicBezTo>
                    <a:pt x="322668" y="396637"/>
                    <a:pt x="322642" y="395456"/>
                    <a:pt x="322619" y="394275"/>
                  </a:cubicBezTo>
                  <a:cubicBezTo>
                    <a:pt x="322585" y="392580"/>
                    <a:pt x="322542" y="390884"/>
                    <a:pt x="322497" y="389189"/>
                  </a:cubicBezTo>
                  <a:cubicBezTo>
                    <a:pt x="322484" y="388394"/>
                    <a:pt x="322484" y="388394"/>
                    <a:pt x="322471" y="387584"/>
                  </a:cubicBezTo>
                  <a:cubicBezTo>
                    <a:pt x="322461" y="384549"/>
                    <a:pt x="322461" y="384549"/>
                    <a:pt x="320700" y="382183"/>
                  </a:cubicBezTo>
                  <a:cubicBezTo>
                    <a:pt x="320455" y="382183"/>
                    <a:pt x="320209" y="382183"/>
                    <a:pt x="319956" y="382183"/>
                  </a:cubicBezTo>
                  <a:cubicBezTo>
                    <a:pt x="319950" y="381737"/>
                    <a:pt x="319944" y="381292"/>
                    <a:pt x="319938" y="380832"/>
                  </a:cubicBezTo>
                  <a:cubicBezTo>
                    <a:pt x="319874" y="376209"/>
                    <a:pt x="319800" y="371586"/>
                    <a:pt x="319720" y="366963"/>
                  </a:cubicBezTo>
                  <a:cubicBezTo>
                    <a:pt x="319692" y="365236"/>
                    <a:pt x="319666" y="363509"/>
                    <a:pt x="319642" y="361781"/>
                  </a:cubicBezTo>
                  <a:cubicBezTo>
                    <a:pt x="319609" y="359304"/>
                    <a:pt x="319565" y="356827"/>
                    <a:pt x="319520" y="354351"/>
                  </a:cubicBezTo>
                  <a:cubicBezTo>
                    <a:pt x="319507" y="353184"/>
                    <a:pt x="319507" y="353184"/>
                    <a:pt x="319494" y="351995"/>
                  </a:cubicBezTo>
                  <a:cubicBezTo>
                    <a:pt x="319472" y="350922"/>
                    <a:pt x="319472" y="350922"/>
                    <a:pt x="319449" y="349828"/>
                  </a:cubicBezTo>
                  <a:cubicBezTo>
                    <a:pt x="319435" y="348878"/>
                    <a:pt x="319435" y="348878"/>
                    <a:pt x="319419" y="347910"/>
                  </a:cubicBezTo>
                  <a:cubicBezTo>
                    <a:pt x="319351" y="347433"/>
                    <a:pt x="319283" y="346956"/>
                    <a:pt x="319212" y="346464"/>
                  </a:cubicBezTo>
                  <a:cubicBezTo>
                    <a:pt x="318721" y="346219"/>
                    <a:pt x="318230" y="345973"/>
                    <a:pt x="317724" y="345720"/>
                  </a:cubicBezTo>
                  <a:cubicBezTo>
                    <a:pt x="317487" y="343653"/>
                    <a:pt x="317487" y="343653"/>
                    <a:pt x="317416" y="340878"/>
                  </a:cubicBezTo>
                  <a:cubicBezTo>
                    <a:pt x="317401" y="340379"/>
                    <a:pt x="317387" y="339881"/>
                    <a:pt x="317372" y="339367"/>
                  </a:cubicBezTo>
                  <a:cubicBezTo>
                    <a:pt x="317327" y="337733"/>
                    <a:pt x="317293" y="336099"/>
                    <a:pt x="317259" y="334465"/>
                  </a:cubicBezTo>
                  <a:cubicBezTo>
                    <a:pt x="317231" y="333348"/>
                    <a:pt x="317202" y="332231"/>
                    <a:pt x="317173" y="331114"/>
                  </a:cubicBezTo>
                  <a:cubicBezTo>
                    <a:pt x="316952" y="322092"/>
                    <a:pt x="316898" y="313072"/>
                    <a:pt x="316980" y="304048"/>
                  </a:cubicBezTo>
                  <a:cubicBezTo>
                    <a:pt x="316489" y="304048"/>
                    <a:pt x="315998" y="304048"/>
                    <a:pt x="315492" y="304048"/>
                  </a:cubicBezTo>
                  <a:cubicBezTo>
                    <a:pt x="247998" y="304048"/>
                    <a:pt x="180505" y="304048"/>
                    <a:pt x="74390" y="304048"/>
                  </a:cubicBezTo>
                  <a:cubicBezTo>
                    <a:pt x="74144" y="284158"/>
                    <a:pt x="73899" y="264267"/>
                    <a:pt x="73646" y="243773"/>
                  </a:cubicBezTo>
                  <a:cubicBezTo>
                    <a:pt x="73400" y="244264"/>
                    <a:pt x="73155" y="244755"/>
                    <a:pt x="72902" y="245261"/>
                  </a:cubicBezTo>
                  <a:cubicBezTo>
                    <a:pt x="72411" y="245261"/>
                    <a:pt x="71919" y="245261"/>
                    <a:pt x="71413" y="245261"/>
                  </a:cubicBezTo>
                  <a:cubicBezTo>
                    <a:pt x="71306" y="245875"/>
                    <a:pt x="71198" y="246489"/>
                    <a:pt x="71088" y="247122"/>
                  </a:cubicBezTo>
                  <a:cubicBezTo>
                    <a:pt x="70881" y="248043"/>
                    <a:pt x="70881" y="248043"/>
                    <a:pt x="70669" y="248982"/>
                  </a:cubicBezTo>
                  <a:cubicBezTo>
                    <a:pt x="69933" y="248982"/>
                    <a:pt x="69196" y="248982"/>
                    <a:pt x="68437" y="248982"/>
                  </a:cubicBezTo>
                  <a:cubicBezTo>
                    <a:pt x="68181" y="249972"/>
                    <a:pt x="67934" y="250965"/>
                    <a:pt x="67693" y="251959"/>
                  </a:cubicBezTo>
                  <a:cubicBezTo>
                    <a:pt x="66956" y="252204"/>
                    <a:pt x="66219" y="252450"/>
                    <a:pt x="65460" y="252703"/>
                  </a:cubicBezTo>
                  <a:cubicBezTo>
                    <a:pt x="65460" y="253685"/>
                    <a:pt x="65460" y="254667"/>
                    <a:pt x="65460" y="255679"/>
                  </a:cubicBezTo>
                  <a:cubicBezTo>
                    <a:pt x="64018" y="256470"/>
                    <a:pt x="64018" y="256470"/>
                    <a:pt x="62484" y="257168"/>
                  </a:cubicBezTo>
                  <a:cubicBezTo>
                    <a:pt x="62238" y="257904"/>
                    <a:pt x="61993" y="258641"/>
                    <a:pt x="61740" y="259400"/>
                  </a:cubicBezTo>
                  <a:cubicBezTo>
                    <a:pt x="60757" y="259400"/>
                    <a:pt x="59775" y="259400"/>
                    <a:pt x="58763" y="259400"/>
                  </a:cubicBezTo>
                  <a:cubicBezTo>
                    <a:pt x="57926" y="257958"/>
                    <a:pt x="57926" y="257958"/>
                    <a:pt x="57275" y="256423"/>
                  </a:cubicBezTo>
                  <a:cubicBezTo>
                    <a:pt x="56784" y="256178"/>
                    <a:pt x="56292" y="255932"/>
                    <a:pt x="55786" y="255679"/>
                  </a:cubicBezTo>
                  <a:cubicBezTo>
                    <a:pt x="55418" y="254574"/>
                    <a:pt x="55418" y="254574"/>
                    <a:pt x="55042" y="253447"/>
                  </a:cubicBezTo>
                  <a:cubicBezTo>
                    <a:pt x="54306" y="253201"/>
                    <a:pt x="53569" y="252956"/>
                    <a:pt x="52810" y="252703"/>
                  </a:cubicBezTo>
                  <a:cubicBezTo>
                    <a:pt x="52441" y="251598"/>
                    <a:pt x="52441" y="251598"/>
                    <a:pt x="52066" y="250470"/>
                  </a:cubicBezTo>
                  <a:cubicBezTo>
                    <a:pt x="51590" y="250363"/>
                    <a:pt x="51114" y="250255"/>
                    <a:pt x="50624" y="250145"/>
                  </a:cubicBezTo>
                  <a:cubicBezTo>
                    <a:pt x="50117" y="250007"/>
                    <a:pt x="49611" y="249868"/>
                    <a:pt x="49089" y="249726"/>
                  </a:cubicBezTo>
                  <a:cubicBezTo>
                    <a:pt x="48580" y="248740"/>
                    <a:pt x="48085" y="247748"/>
                    <a:pt x="47601" y="246750"/>
                  </a:cubicBezTo>
                  <a:cubicBezTo>
                    <a:pt x="46615" y="246242"/>
                    <a:pt x="45623" y="245744"/>
                    <a:pt x="44624" y="245261"/>
                  </a:cubicBezTo>
                  <a:cubicBezTo>
                    <a:pt x="44256" y="244156"/>
                    <a:pt x="44256" y="244156"/>
                    <a:pt x="43880" y="243029"/>
                  </a:cubicBezTo>
                  <a:cubicBezTo>
                    <a:pt x="43389" y="242906"/>
                    <a:pt x="42898" y="242783"/>
                    <a:pt x="42392" y="242657"/>
                  </a:cubicBezTo>
                  <a:cubicBezTo>
                    <a:pt x="41901" y="242534"/>
                    <a:pt x="41410" y="242411"/>
                    <a:pt x="40904" y="242285"/>
                  </a:cubicBezTo>
                  <a:cubicBezTo>
                    <a:pt x="40535" y="241180"/>
                    <a:pt x="40535" y="241180"/>
                    <a:pt x="40159" y="240052"/>
                  </a:cubicBezTo>
                  <a:cubicBezTo>
                    <a:pt x="39546" y="239807"/>
                    <a:pt x="38932" y="239561"/>
                    <a:pt x="38299" y="239308"/>
                  </a:cubicBezTo>
                  <a:cubicBezTo>
                    <a:pt x="37685" y="239063"/>
                    <a:pt x="37071" y="238817"/>
                    <a:pt x="36439" y="238564"/>
                  </a:cubicBezTo>
                  <a:cubicBezTo>
                    <a:pt x="36070" y="237459"/>
                    <a:pt x="36070" y="237459"/>
                    <a:pt x="35695" y="236332"/>
                  </a:cubicBezTo>
                  <a:cubicBezTo>
                    <a:pt x="35188" y="236224"/>
                    <a:pt x="34682" y="236117"/>
                    <a:pt x="34160" y="236006"/>
                  </a:cubicBezTo>
                  <a:cubicBezTo>
                    <a:pt x="33684" y="235868"/>
                    <a:pt x="33208" y="235730"/>
                    <a:pt x="32718" y="235587"/>
                  </a:cubicBezTo>
                  <a:cubicBezTo>
                    <a:pt x="32718" y="234605"/>
                    <a:pt x="32718" y="233623"/>
                    <a:pt x="32718" y="232611"/>
                  </a:cubicBezTo>
                  <a:cubicBezTo>
                    <a:pt x="31245" y="232365"/>
                    <a:pt x="29771" y="232120"/>
                    <a:pt x="28253" y="231867"/>
                  </a:cubicBezTo>
                  <a:cubicBezTo>
                    <a:pt x="28253" y="230885"/>
                    <a:pt x="28253" y="229902"/>
                    <a:pt x="28253" y="228890"/>
                  </a:cubicBezTo>
                  <a:cubicBezTo>
                    <a:pt x="27025" y="228890"/>
                    <a:pt x="25798" y="228890"/>
                    <a:pt x="24533" y="228890"/>
                  </a:cubicBezTo>
                  <a:cubicBezTo>
                    <a:pt x="24533" y="227908"/>
                    <a:pt x="24533" y="226926"/>
                    <a:pt x="24533" y="225914"/>
                  </a:cubicBezTo>
                  <a:cubicBezTo>
                    <a:pt x="23059" y="225668"/>
                    <a:pt x="21586" y="225423"/>
                    <a:pt x="20068" y="225170"/>
                  </a:cubicBezTo>
                  <a:cubicBezTo>
                    <a:pt x="20068" y="224187"/>
                    <a:pt x="20068" y="223205"/>
                    <a:pt x="20068" y="222193"/>
                  </a:cubicBezTo>
                  <a:cubicBezTo>
                    <a:pt x="19362" y="222254"/>
                    <a:pt x="18656" y="222316"/>
                    <a:pt x="17928" y="222379"/>
                  </a:cubicBezTo>
                  <a:cubicBezTo>
                    <a:pt x="17161" y="222318"/>
                    <a:pt x="16393" y="222256"/>
                    <a:pt x="15603" y="222193"/>
                  </a:cubicBezTo>
                  <a:cubicBezTo>
                    <a:pt x="14812" y="220751"/>
                    <a:pt x="14812" y="220751"/>
                    <a:pt x="14115" y="219216"/>
                  </a:cubicBezTo>
                  <a:cubicBezTo>
                    <a:pt x="12202" y="218734"/>
                    <a:pt x="12202" y="218734"/>
                    <a:pt x="10394" y="218472"/>
                  </a:cubicBezTo>
                  <a:cubicBezTo>
                    <a:pt x="10394" y="217981"/>
                    <a:pt x="10394" y="217490"/>
                    <a:pt x="10394" y="216984"/>
                  </a:cubicBezTo>
                  <a:cubicBezTo>
                    <a:pt x="9903" y="216984"/>
                    <a:pt x="9412" y="216984"/>
                    <a:pt x="8906" y="216984"/>
                  </a:cubicBezTo>
                  <a:cubicBezTo>
                    <a:pt x="8761" y="215899"/>
                    <a:pt x="8622" y="214814"/>
                    <a:pt x="8487" y="213728"/>
                  </a:cubicBezTo>
                  <a:cubicBezTo>
                    <a:pt x="8409" y="213124"/>
                    <a:pt x="8332" y="212520"/>
                    <a:pt x="8252" y="211897"/>
                  </a:cubicBezTo>
                  <a:cubicBezTo>
                    <a:pt x="8161" y="210287"/>
                    <a:pt x="8161" y="210287"/>
                    <a:pt x="8906" y="208798"/>
                  </a:cubicBezTo>
                  <a:cubicBezTo>
                    <a:pt x="9642" y="208553"/>
                    <a:pt x="10379" y="208307"/>
                    <a:pt x="11138" y="208054"/>
                  </a:cubicBezTo>
                  <a:cubicBezTo>
                    <a:pt x="11384" y="207318"/>
                    <a:pt x="11629" y="206581"/>
                    <a:pt x="11882" y="205822"/>
                  </a:cubicBezTo>
                  <a:cubicBezTo>
                    <a:pt x="12619" y="205331"/>
                    <a:pt x="13356" y="204840"/>
                    <a:pt x="14115" y="204334"/>
                  </a:cubicBezTo>
                  <a:cubicBezTo>
                    <a:pt x="14360" y="203597"/>
                    <a:pt x="14606" y="202860"/>
                    <a:pt x="14859" y="202101"/>
                  </a:cubicBezTo>
                  <a:cubicBezTo>
                    <a:pt x="15457" y="202009"/>
                    <a:pt x="16056" y="201917"/>
                    <a:pt x="16673" y="201822"/>
                  </a:cubicBezTo>
                  <a:cubicBezTo>
                    <a:pt x="17302" y="201669"/>
                    <a:pt x="17931" y="201515"/>
                    <a:pt x="18579" y="201357"/>
                  </a:cubicBezTo>
                  <a:cubicBezTo>
                    <a:pt x="19097" y="200126"/>
                    <a:pt x="19590" y="198884"/>
                    <a:pt x="20068" y="197636"/>
                  </a:cubicBezTo>
                  <a:cubicBezTo>
                    <a:pt x="20893" y="196412"/>
                    <a:pt x="21762" y="195217"/>
                    <a:pt x="22672" y="194055"/>
                  </a:cubicBezTo>
                  <a:cubicBezTo>
                    <a:pt x="23125" y="193467"/>
                    <a:pt x="23578" y="192879"/>
                    <a:pt x="24044" y="192273"/>
                  </a:cubicBezTo>
                  <a:cubicBezTo>
                    <a:pt x="24451" y="191833"/>
                    <a:pt x="24858" y="191393"/>
                    <a:pt x="25277" y="190939"/>
                  </a:cubicBezTo>
                  <a:cubicBezTo>
                    <a:pt x="25768" y="190939"/>
                    <a:pt x="26259" y="190939"/>
                    <a:pt x="26765" y="190939"/>
                  </a:cubicBezTo>
                  <a:cubicBezTo>
                    <a:pt x="27010" y="190325"/>
                    <a:pt x="27256" y="189711"/>
                    <a:pt x="27509" y="189079"/>
                  </a:cubicBezTo>
                  <a:cubicBezTo>
                    <a:pt x="27755" y="188465"/>
                    <a:pt x="28000" y="187851"/>
                    <a:pt x="28253" y="187218"/>
                  </a:cubicBezTo>
                  <a:cubicBezTo>
                    <a:pt x="28744" y="187218"/>
                    <a:pt x="29235" y="187218"/>
                    <a:pt x="29741" y="187218"/>
                  </a:cubicBezTo>
                  <a:cubicBezTo>
                    <a:pt x="29997" y="186228"/>
                    <a:pt x="30245" y="185236"/>
                    <a:pt x="30486" y="184242"/>
                  </a:cubicBezTo>
                  <a:cubicBezTo>
                    <a:pt x="30977" y="183996"/>
                    <a:pt x="31468" y="183751"/>
                    <a:pt x="31974" y="183498"/>
                  </a:cubicBezTo>
                  <a:cubicBezTo>
                    <a:pt x="32219" y="182991"/>
                    <a:pt x="32465" y="182485"/>
                    <a:pt x="32718" y="181963"/>
                  </a:cubicBezTo>
                  <a:cubicBezTo>
                    <a:pt x="32964" y="181487"/>
                    <a:pt x="33209" y="181011"/>
                    <a:pt x="33462" y="180521"/>
                  </a:cubicBezTo>
                  <a:cubicBezTo>
                    <a:pt x="33953" y="180521"/>
                    <a:pt x="34444" y="180521"/>
                    <a:pt x="34950" y="180521"/>
                  </a:cubicBezTo>
                  <a:cubicBezTo>
                    <a:pt x="35058" y="180076"/>
                    <a:pt x="35165" y="179631"/>
                    <a:pt x="35276" y="179172"/>
                  </a:cubicBezTo>
                  <a:cubicBezTo>
                    <a:pt x="35777" y="177225"/>
                    <a:pt x="36496" y="176688"/>
                    <a:pt x="37927" y="175312"/>
                  </a:cubicBezTo>
                  <a:cubicBezTo>
                    <a:pt x="38265" y="174744"/>
                    <a:pt x="38602" y="174176"/>
                    <a:pt x="38950" y="173591"/>
                  </a:cubicBezTo>
                  <a:cubicBezTo>
                    <a:pt x="39932" y="171968"/>
                    <a:pt x="40885" y="170688"/>
                    <a:pt x="42113" y="169266"/>
                  </a:cubicBezTo>
                  <a:cubicBezTo>
                    <a:pt x="43984" y="167263"/>
                    <a:pt x="43984" y="167263"/>
                    <a:pt x="44624" y="164894"/>
                  </a:cubicBezTo>
                  <a:cubicBezTo>
                    <a:pt x="45115" y="164649"/>
                    <a:pt x="45607" y="164403"/>
                    <a:pt x="46113" y="164150"/>
                  </a:cubicBezTo>
                  <a:cubicBezTo>
                    <a:pt x="46220" y="163674"/>
                    <a:pt x="46327" y="163198"/>
                    <a:pt x="46438" y="162708"/>
                  </a:cubicBezTo>
                  <a:cubicBezTo>
                    <a:pt x="46857" y="161173"/>
                    <a:pt x="46857" y="161173"/>
                    <a:pt x="49089" y="159685"/>
                  </a:cubicBezTo>
                  <a:cubicBezTo>
                    <a:pt x="49614" y="158457"/>
                    <a:pt x="50106" y="157214"/>
                    <a:pt x="50577" y="155964"/>
                  </a:cubicBezTo>
                  <a:cubicBezTo>
                    <a:pt x="51414" y="154520"/>
                    <a:pt x="52284" y="153093"/>
                    <a:pt x="53182" y="151686"/>
                  </a:cubicBezTo>
                  <a:cubicBezTo>
                    <a:pt x="53635" y="150968"/>
                    <a:pt x="54087" y="150251"/>
                    <a:pt x="54554" y="149511"/>
                  </a:cubicBezTo>
                  <a:cubicBezTo>
                    <a:pt x="55786" y="147779"/>
                    <a:pt x="55786" y="147779"/>
                    <a:pt x="57275" y="147035"/>
                  </a:cubicBezTo>
                  <a:cubicBezTo>
                    <a:pt x="57397" y="146421"/>
                    <a:pt x="57520" y="145807"/>
                    <a:pt x="57647" y="145174"/>
                  </a:cubicBezTo>
                  <a:cubicBezTo>
                    <a:pt x="57770" y="144561"/>
                    <a:pt x="57892" y="143947"/>
                    <a:pt x="58019" y="143314"/>
                  </a:cubicBezTo>
                  <a:cubicBezTo>
                    <a:pt x="58510" y="143069"/>
                    <a:pt x="59001" y="142823"/>
                    <a:pt x="59507" y="142570"/>
                  </a:cubicBezTo>
                  <a:cubicBezTo>
                    <a:pt x="59753" y="141833"/>
                    <a:pt x="59998" y="141097"/>
                    <a:pt x="60251" y="140338"/>
                  </a:cubicBezTo>
                  <a:cubicBezTo>
                    <a:pt x="60995" y="138105"/>
                    <a:pt x="60995" y="138105"/>
                    <a:pt x="62484" y="137361"/>
                  </a:cubicBezTo>
                  <a:cubicBezTo>
                    <a:pt x="62591" y="136732"/>
                    <a:pt x="62699" y="136102"/>
                    <a:pt x="62809" y="135454"/>
                  </a:cubicBezTo>
                  <a:cubicBezTo>
                    <a:pt x="63016" y="134556"/>
                    <a:pt x="63016" y="134556"/>
                    <a:pt x="63228" y="133640"/>
                  </a:cubicBezTo>
                  <a:cubicBezTo>
                    <a:pt x="63965" y="133640"/>
                    <a:pt x="64701" y="133640"/>
                    <a:pt x="65460" y="133640"/>
                  </a:cubicBezTo>
                  <a:cubicBezTo>
                    <a:pt x="65537" y="132827"/>
                    <a:pt x="65614" y="132013"/>
                    <a:pt x="65693" y="131175"/>
                  </a:cubicBezTo>
                  <a:cubicBezTo>
                    <a:pt x="66216" y="128368"/>
                    <a:pt x="66432" y="127953"/>
                    <a:pt x="68437" y="126199"/>
                  </a:cubicBezTo>
                  <a:cubicBezTo>
                    <a:pt x="68699" y="125210"/>
                    <a:pt x="68949" y="124218"/>
                    <a:pt x="69181" y="123222"/>
                  </a:cubicBezTo>
                  <a:cubicBezTo>
                    <a:pt x="69672" y="122977"/>
                    <a:pt x="70163" y="122731"/>
                    <a:pt x="70669" y="122478"/>
                  </a:cubicBezTo>
                  <a:cubicBezTo>
                    <a:pt x="70915" y="121726"/>
                    <a:pt x="71160" y="120974"/>
                    <a:pt x="71413" y="120199"/>
                  </a:cubicBezTo>
                  <a:cubicBezTo>
                    <a:pt x="71659" y="119478"/>
                    <a:pt x="71904" y="118757"/>
                    <a:pt x="72158" y="118013"/>
                  </a:cubicBezTo>
                  <a:cubicBezTo>
                    <a:pt x="72649" y="118013"/>
                    <a:pt x="73140" y="118013"/>
                    <a:pt x="73646" y="118013"/>
                  </a:cubicBezTo>
                  <a:cubicBezTo>
                    <a:pt x="73738" y="117292"/>
                    <a:pt x="73830" y="116571"/>
                    <a:pt x="73925" y="115827"/>
                  </a:cubicBezTo>
                  <a:cubicBezTo>
                    <a:pt x="74078" y="115075"/>
                    <a:pt x="74232" y="114323"/>
                    <a:pt x="74390" y="113548"/>
                  </a:cubicBezTo>
                  <a:cubicBezTo>
                    <a:pt x="74881" y="113303"/>
                    <a:pt x="75372" y="113057"/>
                    <a:pt x="75878" y="112804"/>
                  </a:cubicBezTo>
                  <a:cubicBezTo>
                    <a:pt x="76016" y="111515"/>
                    <a:pt x="76016" y="111515"/>
                    <a:pt x="76157" y="110200"/>
                  </a:cubicBezTo>
                  <a:cubicBezTo>
                    <a:pt x="76311" y="109340"/>
                    <a:pt x="76464" y="108481"/>
                    <a:pt x="76622" y="107595"/>
                  </a:cubicBezTo>
                  <a:cubicBezTo>
                    <a:pt x="77129" y="107488"/>
                    <a:pt x="77635" y="107380"/>
                    <a:pt x="78157" y="107270"/>
                  </a:cubicBezTo>
                  <a:cubicBezTo>
                    <a:pt x="78633" y="107132"/>
                    <a:pt x="79109" y="106994"/>
                    <a:pt x="79599" y="106851"/>
                  </a:cubicBezTo>
                  <a:cubicBezTo>
                    <a:pt x="79892" y="104813"/>
                    <a:pt x="79730" y="102970"/>
                    <a:pt x="79599" y="100898"/>
                  </a:cubicBezTo>
                  <a:cubicBezTo>
                    <a:pt x="80336" y="100898"/>
                    <a:pt x="81072" y="100898"/>
                    <a:pt x="81831" y="100898"/>
                  </a:cubicBezTo>
                  <a:cubicBezTo>
                    <a:pt x="81923" y="100054"/>
                    <a:pt x="82016" y="99210"/>
                    <a:pt x="82110" y="98340"/>
                  </a:cubicBezTo>
                  <a:cubicBezTo>
                    <a:pt x="82264" y="97465"/>
                    <a:pt x="82417" y="96590"/>
                    <a:pt x="82575" y="95689"/>
                  </a:cubicBezTo>
                  <a:cubicBezTo>
                    <a:pt x="83067" y="95444"/>
                    <a:pt x="83558" y="95198"/>
                    <a:pt x="84064" y="94945"/>
                  </a:cubicBezTo>
                  <a:cubicBezTo>
                    <a:pt x="84409" y="93656"/>
                    <a:pt x="84409" y="93656"/>
                    <a:pt x="84761" y="92340"/>
                  </a:cubicBezTo>
                  <a:cubicBezTo>
                    <a:pt x="85022" y="91481"/>
                    <a:pt x="85283" y="90621"/>
                    <a:pt x="85552" y="89736"/>
                  </a:cubicBezTo>
                  <a:cubicBezTo>
                    <a:pt x="86289" y="89490"/>
                    <a:pt x="87025" y="89245"/>
                    <a:pt x="87784" y="88992"/>
                  </a:cubicBezTo>
                  <a:cubicBezTo>
                    <a:pt x="88057" y="87406"/>
                    <a:pt x="88057" y="87406"/>
                    <a:pt x="87924" y="85597"/>
                  </a:cubicBezTo>
                  <a:cubicBezTo>
                    <a:pt x="87904" y="84982"/>
                    <a:pt x="87884" y="84367"/>
                    <a:pt x="87863" y="83733"/>
                  </a:cubicBezTo>
                  <a:cubicBezTo>
                    <a:pt x="87837" y="83259"/>
                    <a:pt x="87811" y="82784"/>
                    <a:pt x="87784" y="82295"/>
                  </a:cubicBezTo>
                  <a:cubicBezTo>
                    <a:pt x="88521" y="82295"/>
                    <a:pt x="89258" y="82295"/>
                    <a:pt x="90017" y="82295"/>
                  </a:cubicBezTo>
                  <a:cubicBezTo>
                    <a:pt x="90262" y="80084"/>
                    <a:pt x="90508" y="77874"/>
                    <a:pt x="90761" y="75597"/>
                  </a:cubicBezTo>
                  <a:cubicBezTo>
                    <a:pt x="91498" y="75597"/>
                    <a:pt x="92234" y="75597"/>
                    <a:pt x="92993" y="75597"/>
                  </a:cubicBezTo>
                  <a:cubicBezTo>
                    <a:pt x="92968" y="75122"/>
                    <a:pt x="92942" y="74648"/>
                    <a:pt x="92915" y="74158"/>
                  </a:cubicBezTo>
                  <a:cubicBezTo>
                    <a:pt x="92895" y="73544"/>
                    <a:pt x="92875" y="72929"/>
                    <a:pt x="92854" y="72295"/>
                  </a:cubicBezTo>
                  <a:cubicBezTo>
                    <a:pt x="92815" y="71376"/>
                    <a:pt x="92815" y="71376"/>
                    <a:pt x="92775" y="70438"/>
                  </a:cubicBezTo>
                  <a:cubicBezTo>
                    <a:pt x="92847" y="69930"/>
                    <a:pt x="92919" y="69423"/>
                    <a:pt x="92993" y="68900"/>
                  </a:cubicBezTo>
                  <a:cubicBezTo>
                    <a:pt x="93730" y="68654"/>
                    <a:pt x="94467" y="68409"/>
                    <a:pt x="95226" y="68156"/>
                  </a:cubicBezTo>
                  <a:cubicBezTo>
                    <a:pt x="95661" y="66752"/>
                    <a:pt x="95661" y="66752"/>
                    <a:pt x="95737" y="65133"/>
                  </a:cubicBezTo>
                  <a:cubicBezTo>
                    <a:pt x="95814" y="64166"/>
                    <a:pt x="95891" y="63199"/>
                    <a:pt x="95970" y="62203"/>
                  </a:cubicBezTo>
                  <a:cubicBezTo>
                    <a:pt x="96707" y="62203"/>
                    <a:pt x="97443" y="62203"/>
                    <a:pt x="98202" y="62203"/>
                  </a:cubicBezTo>
                  <a:cubicBezTo>
                    <a:pt x="98257" y="61410"/>
                    <a:pt x="98257" y="61410"/>
                    <a:pt x="98313" y="60601"/>
                  </a:cubicBezTo>
                  <a:cubicBezTo>
                    <a:pt x="98369" y="59917"/>
                    <a:pt x="98424" y="59233"/>
                    <a:pt x="98481" y="58529"/>
                  </a:cubicBezTo>
                  <a:cubicBezTo>
                    <a:pt x="98533" y="57847"/>
                    <a:pt x="98585" y="57165"/>
                    <a:pt x="98638" y="56462"/>
                  </a:cubicBezTo>
                  <a:cubicBezTo>
                    <a:pt x="98740" y="55901"/>
                    <a:pt x="98842" y="55340"/>
                    <a:pt x="98947" y="54761"/>
                  </a:cubicBezTo>
                  <a:cubicBezTo>
                    <a:pt x="99438" y="54516"/>
                    <a:pt x="99929" y="54270"/>
                    <a:pt x="100435" y="54017"/>
                  </a:cubicBezTo>
                  <a:cubicBezTo>
                    <a:pt x="100700" y="51900"/>
                    <a:pt x="100765" y="49800"/>
                    <a:pt x="100851" y="47669"/>
                  </a:cubicBezTo>
                  <a:cubicBezTo>
                    <a:pt x="100959" y="47063"/>
                    <a:pt x="101067" y="46456"/>
                    <a:pt x="101179" y="45832"/>
                  </a:cubicBezTo>
                  <a:cubicBezTo>
                    <a:pt x="101916" y="45586"/>
                    <a:pt x="102652" y="45341"/>
                    <a:pt x="103411" y="45088"/>
                  </a:cubicBezTo>
                  <a:cubicBezTo>
                    <a:pt x="103848" y="43512"/>
                    <a:pt x="103848" y="43512"/>
                    <a:pt x="103923" y="41692"/>
                  </a:cubicBezTo>
                  <a:cubicBezTo>
                    <a:pt x="103996" y="40770"/>
                    <a:pt x="103996" y="40770"/>
                    <a:pt x="104071" y="39829"/>
                  </a:cubicBezTo>
                  <a:cubicBezTo>
                    <a:pt x="104099" y="39354"/>
                    <a:pt x="104127" y="38879"/>
                    <a:pt x="104156" y="38390"/>
                  </a:cubicBezTo>
                  <a:cubicBezTo>
                    <a:pt x="104892" y="38390"/>
                    <a:pt x="105629" y="38390"/>
                    <a:pt x="106388" y="38390"/>
                  </a:cubicBezTo>
                  <a:cubicBezTo>
                    <a:pt x="106634" y="35198"/>
                    <a:pt x="106879" y="32006"/>
                    <a:pt x="107132" y="28716"/>
                  </a:cubicBezTo>
                  <a:cubicBezTo>
                    <a:pt x="107869" y="28716"/>
                    <a:pt x="108606" y="28716"/>
                    <a:pt x="109365" y="28716"/>
                  </a:cubicBezTo>
                  <a:cubicBezTo>
                    <a:pt x="109365" y="25770"/>
                    <a:pt x="109365" y="22823"/>
                    <a:pt x="109365" y="19787"/>
                  </a:cubicBezTo>
                  <a:cubicBezTo>
                    <a:pt x="110101" y="19787"/>
                    <a:pt x="110838" y="19787"/>
                    <a:pt x="111597" y="19787"/>
                  </a:cubicBezTo>
                  <a:cubicBezTo>
                    <a:pt x="111843" y="16594"/>
                    <a:pt x="112088" y="13402"/>
                    <a:pt x="112341" y="10113"/>
                  </a:cubicBezTo>
                  <a:cubicBezTo>
                    <a:pt x="113078" y="10113"/>
                    <a:pt x="113814" y="10113"/>
                    <a:pt x="114574" y="10113"/>
                  </a:cubicBezTo>
                  <a:cubicBezTo>
                    <a:pt x="114619" y="9477"/>
                    <a:pt x="114664" y="8841"/>
                    <a:pt x="114710" y="8186"/>
                  </a:cubicBezTo>
                  <a:cubicBezTo>
                    <a:pt x="114772" y="7364"/>
                    <a:pt x="114835" y="6542"/>
                    <a:pt x="114899" y="5695"/>
                  </a:cubicBezTo>
                  <a:cubicBezTo>
                    <a:pt x="114990" y="4464"/>
                    <a:pt x="114990" y="4464"/>
                    <a:pt x="115082" y="3209"/>
                  </a:cubicBezTo>
                  <a:cubicBezTo>
                    <a:pt x="115411" y="381"/>
                    <a:pt x="115405" y="439"/>
                    <a:pt x="118294" y="439"/>
                  </a:cubicBezTo>
                  <a:close/>
                </a:path>
              </a:pathLst>
            </a:custGeom>
            <a:grpFill/>
            <a:ln w="744" cap="flat">
              <a:noFill/>
              <a:prstDash val="solid"/>
              <a:miter/>
            </a:ln>
          </p:spPr>
          <p:txBody>
            <a:bodyPr rtlCol="0" anchor="ctr"/>
            <a:lstStyle/>
            <a:p>
              <a:endParaRPr lang="zh-CN" altLang="en-US"/>
            </a:p>
          </p:txBody>
        </p:sp>
        <p:sp>
          <p:nvSpPr>
            <p:cNvPr id="92" name="任意多边形: 形状 91"/>
            <p:cNvSpPr/>
            <p:nvPr/>
          </p:nvSpPr>
          <p:spPr>
            <a:xfrm>
              <a:off x="1698784" y="609998"/>
              <a:ext cx="185672" cy="1011677"/>
            </a:xfrm>
            <a:custGeom>
              <a:avLst/>
              <a:gdLst>
                <a:gd name="connsiteX0" fmla="*/ 7596 w 185672"/>
                <a:gd name="connsiteY0" fmla="*/ 459 h 1011677"/>
                <a:gd name="connsiteX1" fmla="*/ 9607 w 185672"/>
                <a:gd name="connsiteY1" fmla="*/ 453 h 1011677"/>
                <a:gd name="connsiteX2" fmla="*/ 11819 w 185672"/>
                <a:gd name="connsiteY2" fmla="*/ 458 h 1011677"/>
                <a:gd name="connsiteX3" fmla="*/ 14144 w 185672"/>
                <a:gd name="connsiteY3" fmla="*/ 454 h 1011677"/>
                <a:gd name="connsiteX4" fmla="*/ 21780 w 185672"/>
                <a:gd name="connsiteY4" fmla="*/ 455 h 1011677"/>
                <a:gd name="connsiteX5" fmla="*/ 27069 w 185672"/>
                <a:gd name="connsiteY5" fmla="*/ 453 h 1011677"/>
                <a:gd name="connsiteX6" fmla="*/ 38164 w 185672"/>
                <a:gd name="connsiteY6" fmla="*/ 457 h 1011677"/>
                <a:gd name="connsiteX7" fmla="*/ 52413 w 185672"/>
                <a:gd name="connsiteY7" fmla="*/ 454 h 1011677"/>
                <a:gd name="connsiteX8" fmla="*/ 63337 w 185672"/>
                <a:gd name="connsiteY8" fmla="*/ 454 h 1011677"/>
                <a:gd name="connsiteX9" fmla="*/ 68592 w 185672"/>
                <a:gd name="connsiteY9" fmla="*/ 452 h 1011677"/>
                <a:gd name="connsiteX10" fmla="*/ 75925 w 185672"/>
                <a:gd name="connsiteY10" fmla="*/ 458 h 1011677"/>
                <a:gd name="connsiteX11" fmla="*/ 78137 w 185672"/>
                <a:gd name="connsiteY11" fmla="*/ 453 h 1011677"/>
                <a:gd name="connsiteX12" fmla="*/ 80148 w 185672"/>
                <a:gd name="connsiteY12" fmla="*/ 459 h 1011677"/>
                <a:gd name="connsiteX13" fmla="*/ 81901 w 185672"/>
                <a:gd name="connsiteY13" fmla="*/ 460 h 1011677"/>
                <a:gd name="connsiteX14" fmla="*/ 84800 w 185672"/>
                <a:gd name="connsiteY14" fmla="*/ 1298 h 1011677"/>
                <a:gd name="connsiteX15" fmla="*/ 84985 w 185672"/>
                <a:gd name="connsiteY15" fmla="*/ 7278 h 1011677"/>
                <a:gd name="connsiteX16" fmla="*/ 84990 w 185672"/>
                <a:gd name="connsiteY16" fmla="*/ 9214 h 1011677"/>
                <a:gd name="connsiteX17" fmla="*/ 84983 w 185672"/>
                <a:gd name="connsiteY17" fmla="*/ 15731 h 1011677"/>
                <a:gd name="connsiteX18" fmla="*/ 84988 w 185672"/>
                <a:gd name="connsiteY18" fmla="*/ 20431 h 1011677"/>
                <a:gd name="connsiteX19" fmla="*/ 84982 w 185672"/>
                <a:gd name="connsiteY19" fmla="*/ 33473 h 1011677"/>
                <a:gd name="connsiteX20" fmla="*/ 84983 w 185672"/>
                <a:gd name="connsiteY20" fmla="*/ 47614 h 1011677"/>
                <a:gd name="connsiteX21" fmla="*/ 84977 w 185672"/>
                <a:gd name="connsiteY21" fmla="*/ 72438 h 1011677"/>
                <a:gd name="connsiteX22" fmla="*/ 84968 w 185672"/>
                <a:gd name="connsiteY22" fmla="*/ 99087 h 1011677"/>
                <a:gd name="connsiteX23" fmla="*/ 84968 w 185672"/>
                <a:gd name="connsiteY23" fmla="*/ 100785 h 1011677"/>
                <a:gd name="connsiteX24" fmla="*/ 84969 w 185672"/>
                <a:gd name="connsiteY24" fmla="*/ 109352 h 1011677"/>
                <a:gd name="connsiteX25" fmla="*/ 84957 w 185672"/>
                <a:gd name="connsiteY25" fmla="*/ 171436 h 1011677"/>
                <a:gd name="connsiteX26" fmla="*/ 84941 w 185672"/>
                <a:gd name="connsiteY26" fmla="*/ 232940 h 1011677"/>
                <a:gd name="connsiteX27" fmla="*/ 84941 w 185672"/>
                <a:gd name="connsiteY27" fmla="*/ 234867 h 1011677"/>
                <a:gd name="connsiteX28" fmla="*/ 84940 w 185672"/>
                <a:gd name="connsiteY28" fmla="*/ 252298 h 1011677"/>
                <a:gd name="connsiteX29" fmla="*/ 84936 w 185672"/>
                <a:gd name="connsiteY29" fmla="*/ 295632 h 1011677"/>
                <a:gd name="connsiteX30" fmla="*/ 84935 w 185672"/>
                <a:gd name="connsiteY30" fmla="*/ 297626 h 1011677"/>
                <a:gd name="connsiteX31" fmla="*/ 84912 w 185672"/>
                <a:gd name="connsiteY31" fmla="*/ 393681 h 1011677"/>
                <a:gd name="connsiteX32" fmla="*/ 84902 w 185672"/>
                <a:gd name="connsiteY32" fmla="*/ 427024 h 1011677"/>
                <a:gd name="connsiteX33" fmla="*/ 84901 w 185672"/>
                <a:gd name="connsiteY33" fmla="*/ 429113 h 1011677"/>
                <a:gd name="connsiteX34" fmla="*/ 84882 w 185672"/>
                <a:gd name="connsiteY34" fmla="*/ 525202 h 1011677"/>
                <a:gd name="connsiteX35" fmla="*/ 84881 w 185672"/>
                <a:gd name="connsiteY35" fmla="*/ 531438 h 1011677"/>
                <a:gd name="connsiteX36" fmla="*/ 84875 w 185672"/>
                <a:gd name="connsiteY36" fmla="*/ 572767 h 1011677"/>
                <a:gd name="connsiteX37" fmla="*/ 84863 w 185672"/>
                <a:gd name="connsiteY37" fmla="*/ 655004 h 1011677"/>
                <a:gd name="connsiteX38" fmla="*/ 84863 w 185672"/>
                <a:gd name="connsiteY38" fmla="*/ 658921 h 1011677"/>
                <a:gd name="connsiteX39" fmla="*/ 84823 w 185672"/>
                <a:gd name="connsiteY39" fmla="*/ 835285 h 1011677"/>
                <a:gd name="connsiteX40" fmla="*/ 84823 w 185672"/>
                <a:gd name="connsiteY40" fmla="*/ 836953 h 1011677"/>
                <a:gd name="connsiteX41" fmla="*/ 84800 w 185672"/>
                <a:gd name="connsiteY41" fmla="*/ 919567 h 1011677"/>
                <a:gd name="connsiteX42" fmla="*/ 86388 w 185672"/>
                <a:gd name="connsiteY42" fmla="*/ 919565 h 1011677"/>
                <a:gd name="connsiteX43" fmla="*/ 124600 w 185672"/>
                <a:gd name="connsiteY43" fmla="*/ 919529 h 1011677"/>
                <a:gd name="connsiteX44" fmla="*/ 143078 w 185672"/>
                <a:gd name="connsiteY44" fmla="*/ 919511 h 1011677"/>
                <a:gd name="connsiteX45" fmla="*/ 159180 w 185672"/>
                <a:gd name="connsiteY45" fmla="*/ 919497 h 1011677"/>
                <a:gd name="connsiteX46" fmla="*/ 167710 w 185672"/>
                <a:gd name="connsiteY46" fmla="*/ 919489 h 1011677"/>
                <a:gd name="connsiteX47" fmla="*/ 175731 w 185672"/>
                <a:gd name="connsiteY47" fmla="*/ 919483 h 1011677"/>
                <a:gd name="connsiteX48" fmla="*/ 180092 w 185672"/>
                <a:gd name="connsiteY48" fmla="*/ 919475 h 1011677"/>
                <a:gd name="connsiteX49" fmla="*/ 182698 w 185672"/>
                <a:gd name="connsiteY49" fmla="*/ 919478 h 1011677"/>
                <a:gd name="connsiteX50" fmla="*/ 184972 w 185672"/>
                <a:gd name="connsiteY50" fmla="*/ 919476 h 1011677"/>
                <a:gd name="connsiteX51" fmla="*/ 188235 w 185672"/>
                <a:gd name="connsiteY51" fmla="*/ 920312 h 1011677"/>
                <a:gd name="connsiteX52" fmla="*/ 188414 w 185672"/>
                <a:gd name="connsiteY52" fmla="*/ 923876 h 1011677"/>
                <a:gd name="connsiteX53" fmla="*/ 188421 w 185672"/>
                <a:gd name="connsiteY53" fmla="*/ 926213 h 1011677"/>
                <a:gd name="connsiteX54" fmla="*/ 188404 w 185672"/>
                <a:gd name="connsiteY54" fmla="*/ 928798 h 1011677"/>
                <a:gd name="connsiteX55" fmla="*/ 188405 w 185672"/>
                <a:gd name="connsiteY55" fmla="*/ 931504 h 1011677"/>
                <a:gd name="connsiteX56" fmla="*/ 188386 w 185672"/>
                <a:gd name="connsiteY56" fmla="*/ 938869 h 1011677"/>
                <a:gd name="connsiteX57" fmla="*/ 188374 w 185672"/>
                <a:gd name="connsiteY57" fmla="*/ 946559 h 1011677"/>
                <a:gd name="connsiteX58" fmla="*/ 188343 w 185672"/>
                <a:gd name="connsiteY58" fmla="*/ 961131 h 1011677"/>
                <a:gd name="connsiteX59" fmla="*/ 188310 w 185672"/>
                <a:gd name="connsiteY59" fmla="*/ 977716 h 1011677"/>
                <a:gd name="connsiteX60" fmla="*/ 188235 w 185672"/>
                <a:gd name="connsiteY60" fmla="*/ 1011841 h 1011677"/>
                <a:gd name="connsiteX61" fmla="*/ 130642 w 185672"/>
                <a:gd name="connsiteY61" fmla="*/ 1011957 h 1011677"/>
                <a:gd name="connsiteX62" fmla="*/ 103902 w 185672"/>
                <a:gd name="connsiteY62" fmla="*/ 1012009 h 1011677"/>
                <a:gd name="connsiteX63" fmla="*/ 80605 w 185672"/>
                <a:gd name="connsiteY63" fmla="*/ 1012051 h 1011677"/>
                <a:gd name="connsiteX64" fmla="*/ 68261 w 185672"/>
                <a:gd name="connsiteY64" fmla="*/ 1012077 h 1011677"/>
                <a:gd name="connsiteX65" fmla="*/ 56657 w 185672"/>
                <a:gd name="connsiteY65" fmla="*/ 1012093 h 1011677"/>
                <a:gd name="connsiteX66" fmla="*/ 52385 w 185672"/>
                <a:gd name="connsiteY66" fmla="*/ 1012107 h 1011677"/>
                <a:gd name="connsiteX67" fmla="*/ 46579 w 185672"/>
                <a:gd name="connsiteY67" fmla="*/ 1012109 h 1011677"/>
                <a:gd name="connsiteX68" fmla="*/ 44848 w 185672"/>
                <a:gd name="connsiteY68" fmla="*/ 1012129 h 1011677"/>
                <a:gd name="connsiteX69" fmla="*/ 40896 w 185672"/>
                <a:gd name="connsiteY69" fmla="*/ 1011841 h 1011677"/>
                <a:gd name="connsiteX70" fmla="*/ 40151 w 185672"/>
                <a:gd name="connsiteY70" fmla="*/ 1009608 h 1011677"/>
                <a:gd name="connsiteX71" fmla="*/ 37919 w 185672"/>
                <a:gd name="connsiteY71" fmla="*/ 1008864 h 1011677"/>
                <a:gd name="connsiteX72" fmla="*/ 37175 w 185672"/>
                <a:gd name="connsiteY72" fmla="*/ 1006632 h 1011677"/>
                <a:gd name="connsiteX73" fmla="*/ 34942 w 185672"/>
                <a:gd name="connsiteY73" fmla="*/ 1005144 h 1011677"/>
                <a:gd name="connsiteX74" fmla="*/ 34198 w 185672"/>
                <a:gd name="connsiteY74" fmla="*/ 1002911 h 1011677"/>
                <a:gd name="connsiteX75" fmla="*/ 32338 w 185672"/>
                <a:gd name="connsiteY75" fmla="*/ 1001795 h 1011677"/>
                <a:gd name="connsiteX76" fmla="*/ 29733 w 185672"/>
                <a:gd name="connsiteY76" fmla="*/ 998446 h 1011677"/>
                <a:gd name="connsiteX77" fmla="*/ 28757 w 185672"/>
                <a:gd name="connsiteY77" fmla="*/ 997470 h 1011677"/>
                <a:gd name="connsiteX78" fmla="*/ 26013 w 185672"/>
                <a:gd name="connsiteY78" fmla="*/ 993888 h 1011677"/>
                <a:gd name="connsiteX79" fmla="*/ 22292 w 185672"/>
                <a:gd name="connsiteY79" fmla="*/ 991005 h 1011677"/>
                <a:gd name="connsiteX80" fmla="*/ 22292 w 185672"/>
                <a:gd name="connsiteY80" fmla="*/ 988028 h 1011677"/>
                <a:gd name="connsiteX81" fmla="*/ 19316 w 185672"/>
                <a:gd name="connsiteY81" fmla="*/ 986540 h 1011677"/>
                <a:gd name="connsiteX82" fmla="*/ 19316 w 185672"/>
                <a:gd name="connsiteY82" fmla="*/ 984308 h 1011677"/>
                <a:gd name="connsiteX83" fmla="*/ 17827 w 185672"/>
                <a:gd name="connsiteY83" fmla="*/ 983936 h 1011677"/>
                <a:gd name="connsiteX84" fmla="*/ 16339 w 185672"/>
                <a:gd name="connsiteY84" fmla="*/ 983563 h 1011677"/>
                <a:gd name="connsiteX85" fmla="*/ 16339 w 185672"/>
                <a:gd name="connsiteY85" fmla="*/ 981331 h 1011677"/>
                <a:gd name="connsiteX86" fmla="*/ 14851 w 185672"/>
                <a:gd name="connsiteY86" fmla="*/ 981006 h 1011677"/>
                <a:gd name="connsiteX87" fmla="*/ 13362 w 185672"/>
                <a:gd name="connsiteY87" fmla="*/ 980587 h 1011677"/>
                <a:gd name="connsiteX88" fmla="*/ 13362 w 185672"/>
                <a:gd name="connsiteY88" fmla="*/ 977610 h 1011677"/>
                <a:gd name="connsiteX89" fmla="*/ 11130 w 185672"/>
                <a:gd name="connsiteY89" fmla="*/ 977610 h 1011677"/>
                <a:gd name="connsiteX90" fmla="*/ 11130 w 185672"/>
                <a:gd name="connsiteY90" fmla="*/ 974634 h 1011677"/>
                <a:gd name="connsiteX91" fmla="*/ 9456 w 185672"/>
                <a:gd name="connsiteY91" fmla="*/ 974308 h 1011677"/>
                <a:gd name="connsiteX92" fmla="*/ 5688 w 185672"/>
                <a:gd name="connsiteY92" fmla="*/ 972076 h 1011677"/>
                <a:gd name="connsiteX93" fmla="*/ 4433 w 185672"/>
                <a:gd name="connsiteY93" fmla="*/ 968681 h 1011677"/>
                <a:gd name="connsiteX94" fmla="*/ 2944 w 185672"/>
                <a:gd name="connsiteY94" fmla="*/ 968681 h 1011677"/>
                <a:gd name="connsiteX95" fmla="*/ 2921 w 185672"/>
                <a:gd name="connsiteY95" fmla="*/ 879890 h 1011677"/>
                <a:gd name="connsiteX96" fmla="*/ 2920 w 185672"/>
                <a:gd name="connsiteY96" fmla="*/ 878135 h 1011677"/>
                <a:gd name="connsiteX97" fmla="*/ 2881 w 185672"/>
                <a:gd name="connsiteY97" fmla="*/ 692030 h 1011677"/>
                <a:gd name="connsiteX98" fmla="*/ 2881 w 185672"/>
                <a:gd name="connsiteY98" fmla="*/ 687898 h 1011677"/>
                <a:gd name="connsiteX99" fmla="*/ 2869 w 185672"/>
                <a:gd name="connsiteY99" fmla="*/ 601167 h 1011677"/>
                <a:gd name="connsiteX100" fmla="*/ 2863 w 185672"/>
                <a:gd name="connsiteY100" fmla="*/ 557601 h 1011677"/>
                <a:gd name="connsiteX101" fmla="*/ 2862 w 185672"/>
                <a:gd name="connsiteY101" fmla="*/ 551029 h 1011677"/>
                <a:gd name="connsiteX102" fmla="*/ 2842 w 185672"/>
                <a:gd name="connsiteY102" fmla="*/ 449791 h 1011677"/>
                <a:gd name="connsiteX103" fmla="*/ 2842 w 185672"/>
                <a:gd name="connsiteY103" fmla="*/ 447591 h 1011677"/>
                <a:gd name="connsiteX104" fmla="*/ 2831 w 185672"/>
                <a:gd name="connsiteY104" fmla="*/ 412475 h 1011677"/>
                <a:gd name="connsiteX105" fmla="*/ 2809 w 185672"/>
                <a:gd name="connsiteY105" fmla="*/ 311371 h 1011677"/>
                <a:gd name="connsiteX106" fmla="*/ 2809 w 185672"/>
                <a:gd name="connsiteY106" fmla="*/ 309272 h 1011677"/>
                <a:gd name="connsiteX107" fmla="*/ 2805 w 185672"/>
                <a:gd name="connsiteY107" fmla="*/ 263671 h 1011677"/>
                <a:gd name="connsiteX108" fmla="*/ 2803 w 185672"/>
                <a:gd name="connsiteY108" fmla="*/ 245325 h 1011677"/>
                <a:gd name="connsiteX109" fmla="*/ 2803 w 185672"/>
                <a:gd name="connsiteY109" fmla="*/ 243297 h 1011677"/>
                <a:gd name="connsiteX110" fmla="*/ 2786 w 185672"/>
                <a:gd name="connsiteY110" fmla="*/ 178522 h 1011677"/>
                <a:gd name="connsiteX111" fmla="*/ 2775 w 185672"/>
                <a:gd name="connsiteY111" fmla="*/ 113310 h 1011677"/>
                <a:gd name="connsiteX112" fmla="*/ 2776 w 185672"/>
                <a:gd name="connsiteY112" fmla="*/ 104313 h 1011677"/>
                <a:gd name="connsiteX113" fmla="*/ 2776 w 185672"/>
                <a:gd name="connsiteY113" fmla="*/ 102531 h 1011677"/>
                <a:gd name="connsiteX114" fmla="*/ 2766 w 185672"/>
                <a:gd name="connsiteY114" fmla="*/ 74524 h 1011677"/>
                <a:gd name="connsiteX115" fmla="*/ 2763 w 185672"/>
                <a:gd name="connsiteY115" fmla="*/ 47030 h 1011677"/>
                <a:gd name="connsiteX116" fmla="*/ 2759 w 185672"/>
                <a:gd name="connsiteY116" fmla="*/ 32304 h 1011677"/>
                <a:gd name="connsiteX117" fmla="*/ 2760 w 185672"/>
                <a:gd name="connsiteY117" fmla="*/ 18938 h 1011677"/>
                <a:gd name="connsiteX118" fmla="*/ 2755 w 185672"/>
                <a:gd name="connsiteY118" fmla="*/ 14102 h 1011677"/>
                <a:gd name="connsiteX119" fmla="*/ 2760 w 185672"/>
                <a:gd name="connsiteY119" fmla="*/ 7593 h 1011677"/>
                <a:gd name="connsiteX120" fmla="*/ 2748 w 185672"/>
                <a:gd name="connsiteY120" fmla="*/ 5666 h 1011677"/>
                <a:gd name="connsiteX121" fmla="*/ 2944 w 185672"/>
                <a:gd name="connsiteY121" fmla="*/ 1298 h 1011677"/>
                <a:gd name="connsiteX122" fmla="*/ 7596 w 185672"/>
                <a:gd name="connsiteY122" fmla="*/ 459 h 101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85672" h="1011677">
                  <a:moveTo>
                    <a:pt x="7596" y="459"/>
                  </a:moveTo>
                  <a:cubicBezTo>
                    <a:pt x="8592" y="456"/>
                    <a:pt x="8592" y="456"/>
                    <a:pt x="9607" y="453"/>
                  </a:cubicBezTo>
                  <a:cubicBezTo>
                    <a:pt x="10702" y="455"/>
                    <a:pt x="10702" y="455"/>
                    <a:pt x="11819" y="458"/>
                  </a:cubicBezTo>
                  <a:cubicBezTo>
                    <a:pt x="12586" y="456"/>
                    <a:pt x="13353" y="455"/>
                    <a:pt x="14144" y="454"/>
                  </a:cubicBezTo>
                  <a:cubicBezTo>
                    <a:pt x="16689" y="450"/>
                    <a:pt x="19235" y="453"/>
                    <a:pt x="21780" y="455"/>
                  </a:cubicBezTo>
                  <a:cubicBezTo>
                    <a:pt x="23543" y="455"/>
                    <a:pt x="25306" y="454"/>
                    <a:pt x="27069" y="453"/>
                  </a:cubicBezTo>
                  <a:cubicBezTo>
                    <a:pt x="30767" y="452"/>
                    <a:pt x="34466" y="453"/>
                    <a:pt x="38164" y="457"/>
                  </a:cubicBezTo>
                  <a:cubicBezTo>
                    <a:pt x="42914" y="461"/>
                    <a:pt x="47663" y="459"/>
                    <a:pt x="52413" y="454"/>
                  </a:cubicBezTo>
                  <a:cubicBezTo>
                    <a:pt x="56054" y="452"/>
                    <a:pt x="59695" y="452"/>
                    <a:pt x="63337" y="454"/>
                  </a:cubicBezTo>
                  <a:cubicBezTo>
                    <a:pt x="65088" y="455"/>
                    <a:pt x="66840" y="454"/>
                    <a:pt x="68592" y="452"/>
                  </a:cubicBezTo>
                  <a:cubicBezTo>
                    <a:pt x="71036" y="451"/>
                    <a:pt x="73481" y="453"/>
                    <a:pt x="75925" y="458"/>
                  </a:cubicBezTo>
                  <a:cubicBezTo>
                    <a:pt x="76655" y="456"/>
                    <a:pt x="77385" y="455"/>
                    <a:pt x="78137" y="453"/>
                  </a:cubicBezTo>
                  <a:cubicBezTo>
                    <a:pt x="78801" y="455"/>
                    <a:pt x="79464" y="457"/>
                    <a:pt x="80148" y="459"/>
                  </a:cubicBezTo>
                  <a:cubicBezTo>
                    <a:pt x="80726" y="460"/>
                    <a:pt x="81305" y="460"/>
                    <a:pt x="81901" y="460"/>
                  </a:cubicBezTo>
                  <a:cubicBezTo>
                    <a:pt x="83312" y="554"/>
                    <a:pt x="83312" y="554"/>
                    <a:pt x="84800" y="1298"/>
                  </a:cubicBezTo>
                  <a:cubicBezTo>
                    <a:pt x="84949" y="3316"/>
                    <a:pt x="84997" y="5259"/>
                    <a:pt x="84985" y="7278"/>
                  </a:cubicBezTo>
                  <a:cubicBezTo>
                    <a:pt x="84987" y="7917"/>
                    <a:pt x="84989" y="8556"/>
                    <a:pt x="84990" y="9214"/>
                  </a:cubicBezTo>
                  <a:cubicBezTo>
                    <a:pt x="84995" y="11386"/>
                    <a:pt x="84989" y="13558"/>
                    <a:pt x="84983" y="15731"/>
                  </a:cubicBezTo>
                  <a:cubicBezTo>
                    <a:pt x="84984" y="17297"/>
                    <a:pt x="84986" y="18864"/>
                    <a:pt x="84988" y="20431"/>
                  </a:cubicBezTo>
                  <a:cubicBezTo>
                    <a:pt x="84993" y="24778"/>
                    <a:pt x="84988" y="29125"/>
                    <a:pt x="84982" y="33473"/>
                  </a:cubicBezTo>
                  <a:cubicBezTo>
                    <a:pt x="84977" y="38186"/>
                    <a:pt x="84980" y="42900"/>
                    <a:pt x="84983" y="47614"/>
                  </a:cubicBezTo>
                  <a:cubicBezTo>
                    <a:pt x="84986" y="55888"/>
                    <a:pt x="84983" y="64163"/>
                    <a:pt x="84977" y="72438"/>
                  </a:cubicBezTo>
                  <a:cubicBezTo>
                    <a:pt x="84971" y="81321"/>
                    <a:pt x="84968" y="90204"/>
                    <a:pt x="84968" y="99087"/>
                  </a:cubicBezTo>
                  <a:cubicBezTo>
                    <a:pt x="84968" y="99648"/>
                    <a:pt x="84968" y="100208"/>
                    <a:pt x="84968" y="100785"/>
                  </a:cubicBezTo>
                  <a:cubicBezTo>
                    <a:pt x="84969" y="103640"/>
                    <a:pt x="84969" y="106496"/>
                    <a:pt x="84969" y="109352"/>
                  </a:cubicBezTo>
                  <a:cubicBezTo>
                    <a:pt x="84971" y="130047"/>
                    <a:pt x="84966" y="150742"/>
                    <a:pt x="84957" y="171436"/>
                  </a:cubicBezTo>
                  <a:cubicBezTo>
                    <a:pt x="84948" y="191938"/>
                    <a:pt x="84943" y="212439"/>
                    <a:pt x="84941" y="232940"/>
                  </a:cubicBezTo>
                  <a:cubicBezTo>
                    <a:pt x="84941" y="233576"/>
                    <a:pt x="84941" y="234212"/>
                    <a:pt x="84941" y="234867"/>
                  </a:cubicBezTo>
                  <a:cubicBezTo>
                    <a:pt x="84940" y="240678"/>
                    <a:pt x="84940" y="246488"/>
                    <a:pt x="84940" y="252298"/>
                  </a:cubicBezTo>
                  <a:cubicBezTo>
                    <a:pt x="84939" y="266743"/>
                    <a:pt x="84937" y="281187"/>
                    <a:pt x="84936" y="295632"/>
                  </a:cubicBezTo>
                  <a:cubicBezTo>
                    <a:pt x="84935" y="296619"/>
                    <a:pt x="84935" y="296619"/>
                    <a:pt x="84935" y="297626"/>
                  </a:cubicBezTo>
                  <a:cubicBezTo>
                    <a:pt x="84931" y="329644"/>
                    <a:pt x="84922" y="361663"/>
                    <a:pt x="84912" y="393681"/>
                  </a:cubicBezTo>
                  <a:cubicBezTo>
                    <a:pt x="84909" y="404795"/>
                    <a:pt x="84905" y="415910"/>
                    <a:pt x="84902" y="427024"/>
                  </a:cubicBezTo>
                  <a:cubicBezTo>
                    <a:pt x="84902" y="427713"/>
                    <a:pt x="84902" y="428403"/>
                    <a:pt x="84901" y="429113"/>
                  </a:cubicBezTo>
                  <a:cubicBezTo>
                    <a:pt x="84892" y="461142"/>
                    <a:pt x="84886" y="493172"/>
                    <a:pt x="84882" y="525202"/>
                  </a:cubicBezTo>
                  <a:cubicBezTo>
                    <a:pt x="84882" y="527281"/>
                    <a:pt x="84881" y="529360"/>
                    <a:pt x="84881" y="531438"/>
                  </a:cubicBezTo>
                  <a:cubicBezTo>
                    <a:pt x="84879" y="545215"/>
                    <a:pt x="84877" y="558991"/>
                    <a:pt x="84875" y="572767"/>
                  </a:cubicBezTo>
                  <a:cubicBezTo>
                    <a:pt x="84872" y="600179"/>
                    <a:pt x="84868" y="627592"/>
                    <a:pt x="84863" y="655004"/>
                  </a:cubicBezTo>
                  <a:cubicBezTo>
                    <a:pt x="84863" y="656310"/>
                    <a:pt x="84863" y="657615"/>
                    <a:pt x="84863" y="658921"/>
                  </a:cubicBezTo>
                  <a:cubicBezTo>
                    <a:pt x="84853" y="717709"/>
                    <a:pt x="84839" y="776497"/>
                    <a:pt x="84823" y="835285"/>
                  </a:cubicBezTo>
                  <a:cubicBezTo>
                    <a:pt x="84823" y="835836"/>
                    <a:pt x="84823" y="836386"/>
                    <a:pt x="84823" y="836953"/>
                  </a:cubicBezTo>
                  <a:cubicBezTo>
                    <a:pt x="84816" y="864491"/>
                    <a:pt x="84808" y="892029"/>
                    <a:pt x="84800" y="919567"/>
                  </a:cubicBezTo>
                  <a:cubicBezTo>
                    <a:pt x="85586" y="919566"/>
                    <a:pt x="85586" y="919566"/>
                    <a:pt x="86388" y="919565"/>
                  </a:cubicBezTo>
                  <a:cubicBezTo>
                    <a:pt x="99125" y="919549"/>
                    <a:pt x="111862" y="919537"/>
                    <a:pt x="124600" y="919529"/>
                  </a:cubicBezTo>
                  <a:cubicBezTo>
                    <a:pt x="130759" y="919525"/>
                    <a:pt x="136919" y="919520"/>
                    <a:pt x="143078" y="919511"/>
                  </a:cubicBezTo>
                  <a:cubicBezTo>
                    <a:pt x="148446" y="919504"/>
                    <a:pt x="153813" y="919499"/>
                    <a:pt x="159180" y="919497"/>
                  </a:cubicBezTo>
                  <a:cubicBezTo>
                    <a:pt x="162023" y="919496"/>
                    <a:pt x="164866" y="919494"/>
                    <a:pt x="167710" y="919489"/>
                  </a:cubicBezTo>
                  <a:cubicBezTo>
                    <a:pt x="170384" y="919484"/>
                    <a:pt x="173057" y="919482"/>
                    <a:pt x="175731" y="919483"/>
                  </a:cubicBezTo>
                  <a:cubicBezTo>
                    <a:pt x="177185" y="919483"/>
                    <a:pt x="178639" y="919479"/>
                    <a:pt x="180092" y="919475"/>
                  </a:cubicBezTo>
                  <a:cubicBezTo>
                    <a:pt x="180952" y="919476"/>
                    <a:pt x="181812" y="919477"/>
                    <a:pt x="182698" y="919478"/>
                  </a:cubicBezTo>
                  <a:cubicBezTo>
                    <a:pt x="183448" y="919477"/>
                    <a:pt x="184199" y="919477"/>
                    <a:pt x="184972" y="919476"/>
                  </a:cubicBezTo>
                  <a:cubicBezTo>
                    <a:pt x="186747" y="919567"/>
                    <a:pt x="186747" y="919567"/>
                    <a:pt x="188235" y="920312"/>
                  </a:cubicBezTo>
                  <a:cubicBezTo>
                    <a:pt x="188419" y="921833"/>
                    <a:pt x="188419" y="921833"/>
                    <a:pt x="188414" y="923876"/>
                  </a:cubicBezTo>
                  <a:cubicBezTo>
                    <a:pt x="188417" y="925033"/>
                    <a:pt x="188417" y="925033"/>
                    <a:pt x="188421" y="926213"/>
                  </a:cubicBezTo>
                  <a:cubicBezTo>
                    <a:pt x="188413" y="927493"/>
                    <a:pt x="188413" y="927493"/>
                    <a:pt x="188404" y="928798"/>
                  </a:cubicBezTo>
                  <a:cubicBezTo>
                    <a:pt x="188405" y="929691"/>
                    <a:pt x="188405" y="930584"/>
                    <a:pt x="188405" y="931504"/>
                  </a:cubicBezTo>
                  <a:cubicBezTo>
                    <a:pt x="188404" y="933959"/>
                    <a:pt x="188397" y="936414"/>
                    <a:pt x="188386" y="938869"/>
                  </a:cubicBezTo>
                  <a:cubicBezTo>
                    <a:pt x="188377" y="941433"/>
                    <a:pt x="188376" y="943996"/>
                    <a:pt x="188374" y="946559"/>
                  </a:cubicBezTo>
                  <a:cubicBezTo>
                    <a:pt x="188370" y="951417"/>
                    <a:pt x="188358" y="956274"/>
                    <a:pt x="188343" y="961131"/>
                  </a:cubicBezTo>
                  <a:cubicBezTo>
                    <a:pt x="188326" y="966659"/>
                    <a:pt x="188318" y="972187"/>
                    <a:pt x="188310" y="977716"/>
                  </a:cubicBezTo>
                  <a:cubicBezTo>
                    <a:pt x="188295" y="989091"/>
                    <a:pt x="188269" y="1000466"/>
                    <a:pt x="188235" y="1011841"/>
                  </a:cubicBezTo>
                  <a:cubicBezTo>
                    <a:pt x="169038" y="1011893"/>
                    <a:pt x="149840" y="1011932"/>
                    <a:pt x="130642" y="1011957"/>
                  </a:cubicBezTo>
                  <a:cubicBezTo>
                    <a:pt x="121729" y="1011968"/>
                    <a:pt x="112815" y="1011984"/>
                    <a:pt x="103902" y="1012009"/>
                  </a:cubicBezTo>
                  <a:cubicBezTo>
                    <a:pt x="96136" y="1012032"/>
                    <a:pt x="88371" y="1012046"/>
                    <a:pt x="80605" y="1012051"/>
                  </a:cubicBezTo>
                  <a:cubicBezTo>
                    <a:pt x="76490" y="1012054"/>
                    <a:pt x="72376" y="1012061"/>
                    <a:pt x="68261" y="1012077"/>
                  </a:cubicBezTo>
                  <a:cubicBezTo>
                    <a:pt x="64393" y="1012092"/>
                    <a:pt x="60525" y="1012097"/>
                    <a:pt x="56657" y="1012093"/>
                  </a:cubicBezTo>
                  <a:cubicBezTo>
                    <a:pt x="55233" y="1012094"/>
                    <a:pt x="53809" y="1012098"/>
                    <a:pt x="52385" y="1012107"/>
                  </a:cubicBezTo>
                  <a:cubicBezTo>
                    <a:pt x="50449" y="1012118"/>
                    <a:pt x="48514" y="1012115"/>
                    <a:pt x="46579" y="1012109"/>
                  </a:cubicBezTo>
                  <a:cubicBezTo>
                    <a:pt x="46008" y="1012116"/>
                    <a:pt x="45436" y="1012122"/>
                    <a:pt x="44848" y="1012129"/>
                  </a:cubicBezTo>
                  <a:cubicBezTo>
                    <a:pt x="43288" y="1012116"/>
                    <a:pt x="43288" y="1012116"/>
                    <a:pt x="40896" y="1011841"/>
                  </a:cubicBezTo>
                  <a:cubicBezTo>
                    <a:pt x="40527" y="1010736"/>
                    <a:pt x="40527" y="1010736"/>
                    <a:pt x="40151" y="1009608"/>
                  </a:cubicBezTo>
                  <a:cubicBezTo>
                    <a:pt x="39415" y="1009363"/>
                    <a:pt x="38678" y="1009117"/>
                    <a:pt x="37919" y="1008864"/>
                  </a:cubicBezTo>
                  <a:cubicBezTo>
                    <a:pt x="37551" y="1007759"/>
                    <a:pt x="37551" y="1007759"/>
                    <a:pt x="37175" y="1006632"/>
                  </a:cubicBezTo>
                  <a:cubicBezTo>
                    <a:pt x="36438" y="1006141"/>
                    <a:pt x="35701" y="1005650"/>
                    <a:pt x="34942" y="1005144"/>
                  </a:cubicBezTo>
                  <a:cubicBezTo>
                    <a:pt x="34574" y="1004039"/>
                    <a:pt x="34574" y="1004039"/>
                    <a:pt x="34198" y="1002911"/>
                  </a:cubicBezTo>
                  <a:cubicBezTo>
                    <a:pt x="33584" y="1002543"/>
                    <a:pt x="32970" y="1002174"/>
                    <a:pt x="32338" y="1001795"/>
                  </a:cubicBezTo>
                  <a:cubicBezTo>
                    <a:pt x="30478" y="1000679"/>
                    <a:pt x="30478" y="1000679"/>
                    <a:pt x="29733" y="998446"/>
                  </a:cubicBezTo>
                  <a:cubicBezTo>
                    <a:pt x="29411" y="998124"/>
                    <a:pt x="29089" y="997802"/>
                    <a:pt x="28757" y="997470"/>
                  </a:cubicBezTo>
                  <a:cubicBezTo>
                    <a:pt x="27501" y="996214"/>
                    <a:pt x="27501" y="996214"/>
                    <a:pt x="26013" y="993888"/>
                  </a:cubicBezTo>
                  <a:cubicBezTo>
                    <a:pt x="24713" y="991564"/>
                    <a:pt x="24713" y="991564"/>
                    <a:pt x="22292" y="991005"/>
                  </a:cubicBezTo>
                  <a:cubicBezTo>
                    <a:pt x="22292" y="990023"/>
                    <a:pt x="22292" y="989040"/>
                    <a:pt x="22292" y="988028"/>
                  </a:cubicBezTo>
                  <a:cubicBezTo>
                    <a:pt x="21312" y="987508"/>
                    <a:pt x="20320" y="987011"/>
                    <a:pt x="19316" y="986540"/>
                  </a:cubicBezTo>
                  <a:cubicBezTo>
                    <a:pt x="19316" y="985803"/>
                    <a:pt x="19316" y="985067"/>
                    <a:pt x="19316" y="984308"/>
                  </a:cubicBezTo>
                  <a:cubicBezTo>
                    <a:pt x="18824" y="984185"/>
                    <a:pt x="18333" y="984062"/>
                    <a:pt x="17827" y="983936"/>
                  </a:cubicBezTo>
                  <a:cubicBezTo>
                    <a:pt x="17336" y="983813"/>
                    <a:pt x="16845" y="983690"/>
                    <a:pt x="16339" y="983563"/>
                  </a:cubicBezTo>
                  <a:cubicBezTo>
                    <a:pt x="16339" y="982827"/>
                    <a:pt x="16339" y="982090"/>
                    <a:pt x="16339" y="981331"/>
                  </a:cubicBezTo>
                  <a:cubicBezTo>
                    <a:pt x="15848" y="981224"/>
                    <a:pt x="15357" y="981116"/>
                    <a:pt x="14851" y="981006"/>
                  </a:cubicBezTo>
                  <a:cubicBezTo>
                    <a:pt x="14360" y="980867"/>
                    <a:pt x="13868" y="980729"/>
                    <a:pt x="13362" y="980587"/>
                  </a:cubicBezTo>
                  <a:cubicBezTo>
                    <a:pt x="13362" y="979605"/>
                    <a:pt x="13362" y="978622"/>
                    <a:pt x="13362" y="977610"/>
                  </a:cubicBezTo>
                  <a:cubicBezTo>
                    <a:pt x="12626" y="977610"/>
                    <a:pt x="11889" y="977610"/>
                    <a:pt x="11130" y="977610"/>
                  </a:cubicBezTo>
                  <a:cubicBezTo>
                    <a:pt x="11130" y="976628"/>
                    <a:pt x="11130" y="975646"/>
                    <a:pt x="11130" y="974634"/>
                  </a:cubicBezTo>
                  <a:cubicBezTo>
                    <a:pt x="10577" y="974526"/>
                    <a:pt x="10025" y="974419"/>
                    <a:pt x="9456" y="974308"/>
                  </a:cubicBezTo>
                  <a:cubicBezTo>
                    <a:pt x="7409" y="973890"/>
                    <a:pt x="7409" y="973890"/>
                    <a:pt x="5688" y="972076"/>
                  </a:cubicBezTo>
                  <a:cubicBezTo>
                    <a:pt x="4433" y="970169"/>
                    <a:pt x="4433" y="970169"/>
                    <a:pt x="4433" y="968681"/>
                  </a:cubicBezTo>
                  <a:cubicBezTo>
                    <a:pt x="3942" y="968681"/>
                    <a:pt x="3450" y="968681"/>
                    <a:pt x="2944" y="968681"/>
                  </a:cubicBezTo>
                  <a:cubicBezTo>
                    <a:pt x="2936" y="939084"/>
                    <a:pt x="2928" y="909487"/>
                    <a:pt x="2921" y="879890"/>
                  </a:cubicBezTo>
                  <a:cubicBezTo>
                    <a:pt x="2921" y="879311"/>
                    <a:pt x="2920" y="878732"/>
                    <a:pt x="2920" y="878135"/>
                  </a:cubicBezTo>
                  <a:cubicBezTo>
                    <a:pt x="2904" y="816100"/>
                    <a:pt x="2891" y="754065"/>
                    <a:pt x="2881" y="692030"/>
                  </a:cubicBezTo>
                  <a:cubicBezTo>
                    <a:pt x="2881" y="690653"/>
                    <a:pt x="2881" y="689276"/>
                    <a:pt x="2881" y="687898"/>
                  </a:cubicBezTo>
                  <a:cubicBezTo>
                    <a:pt x="2876" y="658988"/>
                    <a:pt x="2872" y="630077"/>
                    <a:pt x="2869" y="601167"/>
                  </a:cubicBezTo>
                  <a:cubicBezTo>
                    <a:pt x="2867" y="586645"/>
                    <a:pt x="2865" y="572123"/>
                    <a:pt x="2863" y="557601"/>
                  </a:cubicBezTo>
                  <a:cubicBezTo>
                    <a:pt x="2863" y="555411"/>
                    <a:pt x="2862" y="553220"/>
                    <a:pt x="2862" y="551029"/>
                  </a:cubicBezTo>
                  <a:cubicBezTo>
                    <a:pt x="2858" y="517283"/>
                    <a:pt x="2852" y="483537"/>
                    <a:pt x="2842" y="449791"/>
                  </a:cubicBezTo>
                  <a:cubicBezTo>
                    <a:pt x="2842" y="449065"/>
                    <a:pt x="2842" y="448339"/>
                    <a:pt x="2842" y="447591"/>
                  </a:cubicBezTo>
                  <a:cubicBezTo>
                    <a:pt x="2838" y="435886"/>
                    <a:pt x="2835" y="424180"/>
                    <a:pt x="2831" y="412475"/>
                  </a:cubicBezTo>
                  <a:cubicBezTo>
                    <a:pt x="2822" y="378773"/>
                    <a:pt x="2813" y="345072"/>
                    <a:pt x="2809" y="311371"/>
                  </a:cubicBezTo>
                  <a:cubicBezTo>
                    <a:pt x="2809" y="310678"/>
                    <a:pt x="2809" y="309986"/>
                    <a:pt x="2809" y="309272"/>
                  </a:cubicBezTo>
                  <a:cubicBezTo>
                    <a:pt x="2807" y="294072"/>
                    <a:pt x="2805" y="278872"/>
                    <a:pt x="2805" y="263671"/>
                  </a:cubicBezTo>
                  <a:cubicBezTo>
                    <a:pt x="2804" y="257556"/>
                    <a:pt x="2804" y="251441"/>
                    <a:pt x="2803" y="245325"/>
                  </a:cubicBezTo>
                  <a:cubicBezTo>
                    <a:pt x="2803" y="244656"/>
                    <a:pt x="2803" y="243986"/>
                    <a:pt x="2803" y="243297"/>
                  </a:cubicBezTo>
                  <a:cubicBezTo>
                    <a:pt x="2801" y="221705"/>
                    <a:pt x="2795" y="200113"/>
                    <a:pt x="2786" y="178522"/>
                  </a:cubicBezTo>
                  <a:cubicBezTo>
                    <a:pt x="2777" y="156785"/>
                    <a:pt x="2773" y="135048"/>
                    <a:pt x="2775" y="113310"/>
                  </a:cubicBezTo>
                  <a:cubicBezTo>
                    <a:pt x="2776" y="110311"/>
                    <a:pt x="2776" y="107312"/>
                    <a:pt x="2776" y="104313"/>
                  </a:cubicBezTo>
                  <a:cubicBezTo>
                    <a:pt x="2776" y="103725"/>
                    <a:pt x="2776" y="103137"/>
                    <a:pt x="2776" y="102531"/>
                  </a:cubicBezTo>
                  <a:cubicBezTo>
                    <a:pt x="2777" y="93196"/>
                    <a:pt x="2772" y="83860"/>
                    <a:pt x="2766" y="74524"/>
                  </a:cubicBezTo>
                  <a:cubicBezTo>
                    <a:pt x="2760" y="65359"/>
                    <a:pt x="2758" y="56195"/>
                    <a:pt x="2763" y="47030"/>
                  </a:cubicBezTo>
                  <a:cubicBezTo>
                    <a:pt x="2765" y="42121"/>
                    <a:pt x="2765" y="37212"/>
                    <a:pt x="2759" y="32304"/>
                  </a:cubicBezTo>
                  <a:cubicBezTo>
                    <a:pt x="2753" y="27848"/>
                    <a:pt x="2753" y="23393"/>
                    <a:pt x="2760" y="18938"/>
                  </a:cubicBezTo>
                  <a:cubicBezTo>
                    <a:pt x="2761" y="17326"/>
                    <a:pt x="2759" y="15714"/>
                    <a:pt x="2755" y="14102"/>
                  </a:cubicBezTo>
                  <a:cubicBezTo>
                    <a:pt x="2750" y="11933"/>
                    <a:pt x="2753" y="9763"/>
                    <a:pt x="2760" y="7593"/>
                  </a:cubicBezTo>
                  <a:cubicBezTo>
                    <a:pt x="2756" y="6957"/>
                    <a:pt x="2752" y="6322"/>
                    <a:pt x="2748" y="5666"/>
                  </a:cubicBezTo>
                  <a:cubicBezTo>
                    <a:pt x="2757" y="4209"/>
                    <a:pt x="2842" y="2752"/>
                    <a:pt x="2944" y="1298"/>
                  </a:cubicBezTo>
                  <a:cubicBezTo>
                    <a:pt x="4675" y="433"/>
                    <a:pt x="5670" y="460"/>
                    <a:pt x="7596" y="459"/>
                  </a:cubicBezTo>
                  <a:close/>
                </a:path>
              </a:pathLst>
            </a:custGeom>
            <a:grpFill/>
            <a:ln w="744" cap="flat">
              <a:noFill/>
              <a:prstDash val="solid"/>
              <a:miter/>
            </a:ln>
          </p:spPr>
          <p:txBody>
            <a:bodyPr rtlCol="0" anchor="ctr"/>
            <a:lstStyle/>
            <a:p>
              <a:endParaRPr lang="zh-CN" altLang="en-US"/>
            </a:p>
          </p:txBody>
        </p:sp>
        <p:sp>
          <p:nvSpPr>
            <p:cNvPr id="93" name="任意多边形: 形状 92"/>
            <p:cNvSpPr/>
            <p:nvPr/>
          </p:nvSpPr>
          <p:spPr>
            <a:xfrm>
              <a:off x="3819781" y="610100"/>
              <a:ext cx="185753" cy="1011671"/>
            </a:xfrm>
            <a:custGeom>
              <a:avLst/>
              <a:gdLst>
                <a:gd name="connsiteX0" fmla="*/ 5592 w 185753"/>
                <a:gd name="connsiteY0" fmla="*/ 452 h 1011671"/>
                <a:gd name="connsiteX1" fmla="*/ 84471 w 185753"/>
                <a:gd name="connsiteY1" fmla="*/ 1196 h 1011671"/>
                <a:gd name="connsiteX2" fmla="*/ 84568 w 185753"/>
                <a:gd name="connsiteY2" fmla="*/ 7181 h 1011671"/>
                <a:gd name="connsiteX3" fmla="*/ 84573 w 185753"/>
                <a:gd name="connsiteY3" fmla="*/ 9118 h 1011671"/>
                <a:gd name="connsiteX4" fmla="*/ 84574 w 185753"/>
                <a:gd name="connsiteY4" fmla="*/ 15640 h 1011671"/>
                <a:gd name="connsiteX5" fmla="*/ 84581 w 185753"/>
                <a:gd name="connsiteY5" fmla="*/ 20345 h 1011671"/>
                <a:gd name="connsiteX6" fmla="*/ 84588 w 185753"/>
                <a:gd name="connsiteY6" fmla="*/ 33397 h 1011671"/>
                <a:gd name="connsiteX7" fmla="*/ 84600 w 185753"/>
                <a:gd name="connsiteY7" fmla="*/ 47549 h 1011671"/>
                <a:gd name="connsiteX8" fmla="*/ 84617 w 185753"/>
                <a:gd name="connsiteY8" fmla="*/ 72394 h 1011671"/>
                <a:gd name="connsiteX9" fmla="*/ 84634 w 185753"/>
                <a:gd name="connsiteY9" fmla="*/ 99065 h 1011671"/>
                <a:gd name="connsiteX10" fmla="*/ 84636 w 185753"/>
                <a:gd name="connsiteY10" fmla="*/ 100763 h 1011671"/>
                <a:gd name="connsiteX11" fmla="*/ 84643 w 185753"/>
                <a:gd name="connsiteY11" fmla="*/ 109338 h 1011671"/>
                <a:gd name="connsiteX12" fmla="*/ 84687 w 185753"/>
                <a:gd name="connsiteY12" fmla="*/ 171472 h 1011671"/>
                <a:gd name="connsiteX13" fmla="*/ 84729 w 185753"/>
                <a:gd name="connsiteY13" fmla="*/ 233025 h 1011671"/>
                <a:gd name="connsiteX14" fmla="*/ 84731 w 185753"/>
                <a:gd name="connsiteY14" fmla="*/ 234955 h 1011671"/>
                <a:gd name="connsiteX15" fmla="*/ 84744 w 185753"/>
                <a:gd name="connsiteY15" fmla="*/ 252399 h 1011671"/>
                <a:gd name="connsiteX16" fmla="*/ 84777 w 185753"/>
                <a:gd name="connsiteY16" fmla="*/ 295769 h 1011671"/>
                <a:gd name="connsiteX17" fmla="*/ 84779 w 185753"/>
                <a:gd name="connsiteY17" fmla="*/ 297764 h 1011671"/>
                <a:gd name="connsiteX18" fmla="*/ 84845 w 185753"/>
                <a:gd name="connsiteY18" fmla="*/ 393897 h 1011671"/>
                <a:gd name="connsiteX19" fmla="*/ 84867 w 185753"/>
                <a:gd name="connsiteY19" fmla="*/ 427267 h 1011671"/>
                <a:gd name="connsiteX20" fmla="*/ 84868 w 185753"/>
                <a:gd name="connsiteY20" fmla="*/ 429357 h 1011671"/>
                <a:gd name="connsiteX21" fmla="*/ 84936 w 185753"/>
                <a:gd name="connsiteY21" fmla="*/ 525525 h 1011671"/>
                <a:gd name="connsiteX22" fmla="*/ 84941 w 185753"/>
                <a:gd name="connsiteY22" fmla="*/ 531766 h 1011671"/>
                <a:gd name="connsiteX23" fmla="*/ 84972 w 185753"/>
                <a:gd name="connsiteY23" fmla="*/ 573128 h 1011671"/>
                <a:gd name="connsiteX24" fmla="*/ 85032 w 185753"/>
                <a:gd name="connsiteY24" fmla="*/ 655432 h 1011671"/>
                <a:gd name="connsiteX25" fmla="*/ 85035 w 185753"/>
                <a:gd name="connsiteY25" fmla="*/ 659352 h 1011671"/>
                <a:gd name="connsiteX26" fmla="*/ 85159 w 185753"/>
                <a:gd name="connsiteY26" fmla="*/ 835859 h 1011671"/>
                <a:gd name="connsiteX27" fmla="*/ 85160 w 185753"/>
                <a:gd name="connsiteY27" fmla="*/ 837529 h 1011671"/>
                <a:gd name="connsiteX28" fmla="*/ 85215 w 185753"/>
                <a:gd name="connsiteY28" fmla="*/ 920210 h 1011671"/>
                <a:gd name="connsiteX29" fmla="*/ 87447 w 185753"/>
                <a:gd name="connsiteY29" fmla="*/ 919466 h 1011671"/>
                <a:gd name="connsiteX30" fmla="*/ 91476 w 185753"/>
                <a:gd name="connsiteY30" fmla="*/ 919366 h 1011671"/>
                <a:gd name="connsiteX31" fmla="*/ 94012 w 185753"/>
                <a:gd name="connsiteY31" fmla="*/ 919356 h 1011671"/>
                <a:gd name="connsiteX32" fmla="*/ 96795 w 185753"/>
                <a:gd name="connsiteY32" fmla="*/ 919357 h 1011671"/>
                <a:gd name="connsiteX33" fmla="*/ 99725 w 185753"/>
                <a:gd name="connsiteY33" fmla="*/ 919350 h 1011671"/>
                <a:gd name="connsiteX34" fmla="*/ 107687 w 185753"/>
                <a:gd name="connsiteY34" fmla="*/ 919341 h 1011671"/>
                <a:gd name="connsiteX35" fmla="*/ 114333 w 185753"/>
                <a:gd name="connsiteY35" fmla="*/ 919335 h 1011671"/>
                <a:gd name="connsiteX36" fmla="*/ 130014 w 185753"/>
                <a:gd name="connsiteY36" fmla="*/ 919328 h 1011671"/>
                <a:gd name="connsiteX37" fmla="*/ 146189 w 185753"/>
                <a:gd name="connsiteY37" fmla="*/ 919308 h 1011671"/>
                <a:gd name="connsiteX38" fmla="*/ 160076 w 185753"/>
                <a:gd name="connsiteY38" fmla="*/ 919295 h 1011671"/>
                <a:gd name="connsiteX39" fmla="*/ 168370 w 185753"/>
                <a:gd name="connsiteY39" fmla="*/ 919285 h 1011671"/>
                <a:gd name="connsiteX40" fmla="*/ 177622 w 185753"/>
                <a:gd name="connsiteY40" fmla="*/ 919285 h 1011671"/>
                <a:gd name="connsiteX41" fmla="*/ 180396 w 185753"/>
                <a:gd name="connsiteY41" fmla="*/ 919272 h 1011671"/>
                <a:gd name="connsiteX42" fmla="*/ 182944 w 185753"/>
                <a:gd name="connsiteY42" fmla="*/ 919282 h 1011671"/>
                <a:gd name="connsiteX43" fmla="*/ 185153 w 185753"/>
                <a:gd name="connsiteY43" fmla="*/ 919280 h 1011671"/>
                <a:gd name="connsiteX44" fmla="*/ 190883 w 185753"/>
                <a:gd name="connsiteY44" fmla="*/ 920954 h 1011671"/>
                <a:gd name="connsiteX45" fmla="*/ 191330 w 185753"/>
                <a:gd name="connsiteY45" fmla="*/ 924579 h 1011671"/>
                <a:gd name="connsiteX46" fmla="*/ 191346 w 185753"/>
                <a:gd name="connsiteY46" fmla="*/ 926900 h 1011671"/>
                <a:gd name="connsiteX47" fmla="*/ 191305 w 185753"/>
                <a:gd name="connsiteY47" fmla="*/ 929457 h 1011671"/>
                <a:gd name="connsiteX48" fmla="*/ 191307 w 185753"/>
                <a:gd name="connsiteY48" fmla="*/ 932141 h 1011671"/>
                <a:gd name="connsiteX49" fmla="*/ 191260 w 185753"/>
                <a:gd name="connsiteY49" fmla="*/ 939437 h 1011671"/>
                <a:gd name="connsiteX50" fmla="*/ 191230 w 185753"/>
                <a:gd name="connsiteY50" fmla="*/ 947058 h 1011671"/>
                <a:gd name="connsiteX51" fmla="*/ 191151 w 185753"/>
                <a:gd name="connsiteY51" fmla="*/ 961495 h 1011671"/>
                <a:gd name="connsiteX52" fmla="*/ 191070 w 185753"/>
                <a:gd name="connsiteY52" fmla="*/ 977929 h 1011671"/>
                <a:gd name="connsiteX53" fmla="*/ 190883 w 185753"/>
                <a:gd name="connsiteY53" fmla="*/ 1011739 h 1011671"/>
                <a:gd name="connsiteX54" fmla="*/ 132455 w 185753"/>
                <a:gd name="connsiteY54" fmla="*/ 1011893 h 1011671"/>
                <a:gd name="connsiteX55" fmla="*/ 105327 w 185753"/>
                <a:gd name="connsiteY55" fmla="*/ 1011964 h 1011671"/>
                <a:gd name="connsiteX56" fmla="*/ 81691 w 185753"/>
                <a:gd name="connsiteY56" fmla="*/ 1012019 h 1011671"/>
                <a:gd name="connsiteX57" fmla="*/ 69168 w 185753"/>
                <a:gd name="connsiteY57" fmla="*/ 1012054 h 1011671"/>
                <a:gd name="connsiteX58" fmla="*/ 57394 w 185753"/>
                <a:gd name="connsiteY58" fmla="*/ 1012076 h 1011671"/>
                <a:gd name="connsiteX59" fmla="*/ 53061 w 185753"/>
                <a:gd name="connsiteY59" fmla="*/ 1012094 h 1011671"/>
                <a:gd name="connsiteX60" fmla="*/ 47168 w 185753"/>
                <a:gd name="connsiteY60" fmla="*/ 1012097 h 1011671"/>
                <a:gd name="connsiteX61" fmla="*/ 45418 w 185753"/>
                <a:gd name="connsiteY61" fmla="*/ 1012123 h 1011671"/>
                <a:gd name="connsiteX62" fmla="*/ 41311 w 185753"/>
                <a:gd name="connsiteY62" fmla="*/ 1011739 h 1011671"/>
                <a:gd name="connsiteX63" fmla="*/ 39822 w 185753"/>
                <a:gd name="connsiteY63" fmla="*/ 1008762 h 1011671"/>
                <a:gd name="connsiteX64" fmla="*/ 38334 w 185753"/>
                <a:gd name="connsiteY64" fmla="*/ 1008018 h 1011671"/>
                <a:gd name="connsiteX65" fmla="*/ 37590 w 185753"/>
                <a:gd name="connsiteY65" fmla="*/ 1005786 h 1011671"/>
                <a:gd name="connsiteX66" fmla="*/ 36102 w 185753"/>
                <a:gd name="connsiteY66" fmla="*/ 1005414 h 1011671"/>
                <a:gd name="connsiteX67" fmla="*/ 34613 w 185753"/>
                <a:gd name="connsiteY67" fmla="*/ 1005042 h 1011671"/>
                <a:gd name="connsiteX68" fmla="*/ 33869 w 185753"/>
                <a:gd name="connsiteY68" fmla="*/ 1002809 h 1011671"/>
                <a:gd name="connsiteX69" fmla="*/ 32381 w 185753"/>
                <a:gd name="connsiteY69" fmla="*/ 1002065 h 1011671"/>
                <a:gd name="connsiteX70" fmla="*/ 31776 w 185753"/>
                <a:gd name="connsiteY70" fmla="*/ 1000763 h 1011671"/>
                <a:gd name="connsiteX71" fmla="*/ 29265 w 185753"/>
                <a:gd name="connsiteY71" fmla="*/ 997461 h 1011671"/>
                <a:gd name="connsiteX72" fmla="*/ 23190 w 185753"/>
                <a:gd name="connsiteY72" fmla="*/ 990150 h 1011671"/>
                <a:gd name="connsiteX73" fmla="*/ 19731 w 185753"/>
                <a:gd name="connsiteY73" fmla="*/ 987182 h 1011671"/>
                <a:gd name="connsiteX74" fmla="*/ 18987 w 185753"/>
                <a:gd name="connsiteY74" fmla="*/ 984950 h 1011671"/>
                <a:gd name="connsiteX75" fmla="*/ 16754 w 185753"/>
                <a:gd name="connsiteY75" fmla="*/ 983462 h 1011671"/>
                <a:gd name="connsiteX76" fmla="*/ 16010 w 185753"/>
                <a:gd name="connsiteY76" fmla="*/ 981229 h 1011671"/>
                <a:gd name="connsiteX77" fmla="*/ 14847 w 185753"/>
                <a:gd name="connsiteY77" fmla="*/ 980066 h 1011671"/>
                <a:gd name="connsiteX78" fmla="*/ 13778 w 185753"/>
                <a:gd name="connsiteY78" fmla="*/ 977509 h 1011671"/>
                <a:gd name="connsiteX79" fmla="*/ 10801 w 185753"/>
                <a:gd name="connsiteY79" fmla="*/ 977509 h 1011671"/>
                <a:gd name="connsiteX80" fmla="*/ 10801 w 185753"/>
                <a:gd name="connsiteY80" fmla="*/ 974532 h 1011671"/>
                <a:gd name="connsiteX81" fmla="*/ 9313 w 185753"/>
                <a:gd name="connsiteY81" fmla="*/ 974160 h 1011671"/>
                <a:gd name="connsiteX82" fmla="*/ 7824 w 185753"/>
                <a:gd name="connsiteY82" fmla="*/ 973788 h 1011671"/>
                <a:gd name="connsiteX83" fmla="*/ 7824 w 185753"/>
                <a:gd name="connsiteY83" fmla="*/ 970811 h 1011671"/>
                <a:gd name="connsiteX84" fmla="*/ 5592 w 185753"/>
                <a:gd name="connsiteY84" fmla="*/ 970811 h 1011671"/>
                <a:gd name="connsiteX85" fmla="*/ 5592 w 185753"/>
                <a:gd name="connsiteY85" fmla="*/ 452 h 101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85753" h="1011671">
                  <a:moveTo>
                    <a:pt x="5592" y="452"/>
                  </a:moveTo>
                  <a:cubicBezTo>
                    <a:pt x="83727" y="452"/>
                    <a:pt x="83727" y="452"/>
                    <a:pt x="84471" y="1196"/>
                  </a:cubicBezTo>
                  <a:cubicBezTo>
                    <a:pt x="84546" y="3197"/>
                    <a:pt x="84573" y="5180"/>
                    <a:pt x="84568" y="7181"/>
                  </a:cubicBezTo>
                  <a:cubicBezTo>
                    <a:pt x="84570" y="8140"/>
                    <a:pt x="84570" y="8140"/>
                    <a:pt x="84573" y="9118"/>
                  </a:cubicBezTo>
                  <a:cubicBezTo>
                    <a:pt x="84577" y="11292"/>
                    <a:pt x="84575" y="13466"/>
                    <a:pt x="84574" y="15640"/>
                  </a:cubicBezTo>
                  <a:cubicBezTo>
                    <a:pt x="84576" y="17208"/>
                    <a:pt x="84578" y="18777"/>
                    <a:pt x="84581" y="20345"/>
                  </a:cubicBezTo>
                  <a:cubicBezTo>
                    <a:pt x="84586" y="24695"/>
                    <a:pt x="84587" y="29046"/>
                    <a:pt x="84588" y="33397"/>
                  </a:cubicBezTo>
                  <a:cubicBezTo>
                    <a:pt x="84589" y="38114"/>
                    <a:pt x="84595" y="42832"/>
                    <a:pt x="84600" y="47549"/>
                  </a:cubicBezTo>
                  <a:cubicBezTo>
                    <a:pt x="84608" y="55831"/>
                    <a:pt x="84614" y="64112"/>
                    <a:pt x="84617" y="72394"/>
                  </a:cubicBezTo>
                  <a:cubicBezTo>
                    <a:pt x="84621" y="81284"/>
                    <a:pt x="84627" y="90174"/>
                    <a:pt x="84634" y="99065"/>
                  </a:cubicBezTo>
                  <a:cubicBezTo>
                    <a:pt x="84635" y="99625"/>
                    <a:pt x="84635" y="100186"/>
                    <a:pt x="84636" y="100763"/>
                  </a:cubicBezTo>
                  <a:cubicBezTo>
                    <a:pt x="84638" y="103621"/>
                    <a:pt x="84641" y="106480"/>
                    <a:pt x="84643" y="109338"/>
                  </a:cubicBezTo>
                  <a:cubicBezTo>
                    <a:pt x="84661" y="130049"/>
                    <a:pt x="84675" y="150761"/>
                    <a:pt x="84687" y="171472"/>
                  </a:cubicBezTo>
                  <a:cubicBezTo>
                    <a:pt x="84700" y="191990"/>
                    <a:pt x="84713" y="212508"/>
                    <a:pt x="84729" y="233025"/>
                  </a:cubicBezTo>
                  <a:cubicBezTo>
                    <a:pt x="84730" y="233662"/>
                    <a:pt x="84730" y="234299"/>
                    <a:pt x="84731" y="234955"/>
                  </a:cubicBezTo>
                  <a:cubicBezTo>
                    <a:pt x="84735" y="240770"/>
                    <a:pt x="84740" y="246584"/>
                    <a:pt x="84744" y="252399"/>
                  </a:cubicBezTo>
                  <a:cubicBezTo>
                    <a:pt x="84755" y="266856"/>
                    <a:pt x="84766" y="281312"/>
                    <a:pt x="84777" y="295769"/>
                  </a:cubicBezTo>
                  <a:cubicBezTo>
                    <a:pt x="84778" y="296427"/>
                    <a:pt x="84778" y="297085"/>
                    <a:pt x="84779" y="297764"/>
                  </a:cubicBezTo>
                  <a:cubicBezTo>
                    <a:pt x="84803" y="329808"/>
                    <a:pt x="84824" y="361853"/>
                    <a:pt x="84845" y="393897"/>
                  </a:cubicBezTo>
                  <a:cubicBezTo>
                    <a:pt x="84852" y="405021"/>
                    <a:pt x="84860" y="416144"/>
                    <a:pt x="84867" y="427267"/>
                  </a:cubicBezTo>
                  <a:cubicBezTo>
                    <a:pt x="84868" y="428302"/>
                    <a:pt x="84868" y="428302"/>
                    <a:pt x="84868" y="429357"/>
                  </a:cubicBezTo>
                  <a:cubicBezTo>
                    <a:pt x="84890" y="461413"/>
                    <a:pt x="84913" y="493469"/>
                    <a:pt x="84936" y="525525"/>
                  </a:cubicBezTo>
                  <a:cubicBezTo>
                    <a:pt x="84938" y="527605"/>
                    <a:pt x="84940" y="529686"/>
                    <a:pt x="84941" y="531766"/>
                  </a:cubicBezTo>
                  <a:cubicBezTo>
                    <a:pt x="84951" y="545553"/>
                    <a:pt x="84961" y="559341"/>
                    <a:pt x="84972" y="573128"/>
                  </a:cubicBezTo>
                  <a:cubicBezTo>
                    <a:pt x="84992" y="600563"/>
                    <a:pt x="85012" y="627997"/>
                    <a:pt x="85032" y="655432"/>
                  </a:cubicBezTo>
                  <a:cubicBezTo>
                    <a:pt x="85033" y="656739"/>
                    <a:pt x="85034" y="658045"/>
                    <a:pt x="85035" y="659352"/>
                  </a:cubicBezTo>
                  <a:cubicBezTo>
                    <a:pt x="85078" y="718187"/>
                    <a:pt x="85119" y="777023"/>
                    <a:pt x="85159" y="835859"/>
                  </a:cubicBezTo>
                  <a:cubicBezTo>
                    <a:pt x="85159" y="836410"/>
                    <a:pt x="85159" y="836961"/>
                    <a:pt x="85160" y="837529"/>
                  </a:cubicBezTo>
                  <a:cubicBezTo>
                    <a:pt x="85178" y="865089"/>
                    <a:pt x="85197" y="892649"/>
                    <a:pt x="85215" y="920210"/>
                  </a:cubicBezTo>
                  <a:cubicBezTo>
                    <a:pt x="85952" y="919964"/>
                    <a:pt x="86688" y="919719"/>
                    <a:pt x="87447" y="919466"/>
                  </a:cubicBezTo>
                  <a:cubicBezTo>
                    <a:pt x="88789" y="919395"/>
                    <a:pt x="90133" y="919368"/>
                    <a:pt x="91476" y="919366"/>
                  </a:cubicBezTo>
                  <a:cubicBezTo>
                    <a:pt x="92313" y="919363"/>
                    <a:pt x="93150" y="919360"/>
                    <a:pt x="94012" y="919356"/>
                  </a:cubicBezTo>
                  <a:cubicBezTo>
                    <a:pt x="94930" y="919357"/>
                    <a:pt x="95849" y="919357"/>
                    <a:pt x="96795" y="919357"/>
                  </a:cubicBezTo>
                  <a:cubicBezTo>
                    <a:pt x="97762" y="919355"/>
                    <a:pt x="98729" y="919352"/>
                    <a:pt x="99725" y="919350"/>
                  </a:cubicBezTo>
                  <a:cubicBezTo>
                    <a:pt x="102379" y="919343"/>
                    <a:pt x="105033" y="919342"/>
                    <a:pt x="107687" y="919341"/>
                  </a:cubicBezTo>
                  <a:cubicBezTo>
                    <a:pt x="109902" y="919340"/>
                    <a:pt x="112117" y="919338"/>
                    <a:pt x="114333" y="919335"/>
                  </a:cubicBezTo>
                  <a:cubicBezTo>
                    <a:pt x="119560" y="919329"/>
                    <a:pt x="124787" y="919327"/>
                    <a:pt x="130014" y="919328"/>
                  </a:cubicBezTo>
                  <a:cubicBezTo>
                    <a:pt x="135406" y="919328"/>
                    <a:pt x="140797" y="919320"/>
                    <a:pt x="146189" y="919308"/>
                  </a:cubicBezTo>
                  <a:cubicBezTo>
                    <a:pt x="150818" y="919299"/>
                    <a:pt x="155447" y="919295"/>
                    <a:pt x="160076" y="919295"/>
                  </a:cubicBezTo>
                  <a:cubicBezTo>
                    <a:pt x="162841" y="919295"/>
                    <a:pt x="165606" y="919293"/>
                    <a:pt x="168370" y="919285"/>
                  </a:cubicBezTo>
                  <a:cubicBezTo>
                    <a:pt x="171454" y="919277"/>
                    <a:pt x="174538" y="919280"/>
                    <a:pt x="177622" y="919285"/>
                  </a:cubicBezTo>
                  <a:cubicBezTo>
                    <a:pt x="178995" y="919279"/>
                    <a:pt x="178995" y="919279"/>
                    <a:pt x="180396" y="919272"/>
                  </a:cubicBezTo>
                  <a:cubicBezTo>
                    <a:pt x="181237" y="919275"/>
                    <a:pt x="182078" y="919278"/>
                    <a:pt x="182944" y="919282"/>
                  </a:cubicBezTo>
                  <a:cubicBezTo>
                    <a:pt x="183673" y="919281"/>
                    <a:pt x="184402" y="919281"/>
                    <a:pt x="185153" y="919280"/>
                  </a:cubicBezTo>
                  <a:cubicBezTo>
                    <a:pt x="187392" y="919487"/>
                    <a:pt x="188940" y="919807"/>
                    <a:pt x="190883" y="920954"/>
                  </a:cubicBezTo>
                  <a:cubicBezTo>
                    <a:pt x="191341" y="922555"/>
                    <a:pt x="191341" y="922555"/>
                    <a:pt x="191330" y="924579"/>
                  </a:cubicBezTo>
                  <a:cubicBezTo>
                    <a:pt x="191336" y="925345"/>
                    <a:pt x="191341" y="926111"/>
                    <a:pt x="191346" y="926900"/>
                  </a:cubicBezTo>
                  <a:cubicBezTo>
                    <a:pt x="191333" y="927744"/>
                    <a:pt x="191319" y="928587"/>
                    <a:pt x="191305" y="929457"/>
                  </a:cubicBezTo>
                  <a:cubicBezTo>
                    <a:pt x="191306" y="930785"/>
                    <a:pt x="191306" y="930785"/>
                    <a:pt x="191307" y="932141"/>
                  </a:cubicBezTo>
                  <a:cubicBezTo>
                    <a:pt x="191305" y="934573"/>
                    <a:pt x="191286" y="937005"/>
                    <a:pt x="191260" y="939437"/>
                  </a:cubicBezTo>
                  <a:cubicBezTo>
                    <a:pt x="191237" y="941977"/>
                    <a:pt x="191235" y="944518"/>
                    <a:pt x="191230" y="947058"/>
                  </a:cubicBezTo>
                  <a:cubicBezTo>
                    <a:pt x="191219" y="951871"/>
                    <a:pt x="191188" y="956683"/>
                    <a:pt x="191151" y="961495"/>
                  </a:cubicBezTo>
                  <a:cubicBezTo>
                    <a:pt x="191109" y="966973"/>
                    <a:pt x="191089" y="972451"/>
                    <a:pt x="191070" y="977929"/>
                  </a:cubicBezTo>
                  <a:cubicBezTo>
                    <a:pt x="191031" y="989199"/>
                    <a:pt x="190966" y="1000469"/>
                    <a:pt x="190883" y="1011739"/>
                  </a:cubicBezTo>
                  <a:cubicBezTo>
                    <a:pt x="171407" y="1011808"/>
                    <a:pt x="151931" y="1011861"/>
                    <a:pt x="132455" y="1011893"/>
                  </a:cubicBezTo>
                  <a:cubicBezTo>
                    <a:pt x="123412" y="1011909"/>
                    <a:pt x="114370" y="1011930"/>
                    <a:pt x="105327" y="1011964"/>
                  </a:cubicBezTo>
                  <a:cubicBezTo>
                    <a:pt x="97448" y="1011993"/>
                    <a:pt x="89570" y="1012012"/>
                    <a:pt x="81691" y="1012019"/>
                  </a:cubicBezTo>
                  <a:cubicBezTo>
                    <a:pt x="77516" y="1012023"/>
                    <a:pt x="73342" y="1012032"/>
                    <a:pt x="69168" y="1012054"/>
                  </a:cubicBezTo>
                  <a:cubicBezTo>
                    <a:pt x="65243" y="1012074"/>
                    <a:pt x="61319" y="1012080"/>
                    <a:pt x="57394" y="1012076"/>
                  </a:cubicBezTo>
                  <a:cubicBezTo>
                    <a:pt x="55950" y="1012076"/>
                    <a:pt x="54505" y="1012082"/>
                    <a:pt x="53061" y="1012094"/>
                  </a:cubicBezTo>
                  <a:cubicBezTo>
                    <a:pt x="51097" y="1012108"/>
                    <a:pt x="49133" y="1012105"/>
                    <a:pt x="47168" y="1012097"/>
                  </a:cubicBezTo>
                  <a:cubicBezTo>
                    <a:pt x="46302" y="1012110"/>
                    <a:pt x="46302" y="1012110"/>
                    <a:pt x="45418" y="1012123"/>
                  </a:cubicBezTo>
                  <a:cubicBezTo>
                    <a:pt x="43830" y="1012105"/>
                    <a:pt x="43830" y="1012105"/>
                    <a:pt x="41311" y="1011739"/>
                  </a:cubicBezTo>
                  <a:cubicBezTo>
                    <a:pt x="40294" y="1010275"/>
                    <a:pt x="40294" y="1010275"/>
                    <a:pt x="39822" y="1008762"/>
                  </a:cubicBezTo>
                  <a:cubicBezTo>
                    <a:pt x="39331" y="1008517"/>
                    <a:pt x="38840" y="1008271"/>
                    <a:pt x="38334" y="1008018"/>
                  </a:cubicBezTo>
                  <a:cubicBezTo>
                    <a:pt x="37966" y="1006913"/>
                    <a:pt x="37966" y="1006913"/>
                    <a:pt x="37590" y="1005786"/>
                  </a:cubicBezTo>
                  <a:cubicBezTo>
                    <a:pt x="36853" y="1005602"/>
                    <a:pt x="36853" y="1005602"/>
                    <a:pt x="36102" y="1005414"/>
                  </a:cubicBezTo>
                  <a:cubicBezTo>
                    <a:pt x="35365" y="1005230"/>
                    <a:pt x="35365" y="1005230"/>
                    <a:pt x="34613" y="1005042"/>
                  </a:cubicBezTo>
                  <a:cubicBezTo>
                    <a:pt x="34245" y="1003937"/>
                    <a:pt x="34245" y="1003937"/>
                    <a:pt x="33869" y="1002809"/>
                  </a:cubicBezTo>
                  <a:cubicBezTo>
                    <a:pt x="33378" y="1002564"/>
                    <a:pt x="32887" y="1002318"/>
                    <a:pt x="32381" y="1002065"/>
                  </a:cubicBezTo>
                  <a:cubicBezTo>
                    <a:pt x="32182" y="1001635"/>
                    <a:pt x="31982" y="1001206"/>
                    <a:pt x="31776" y="1000763"/>
                  </a:cubicBezTo>
                  <a:cubicBezTo>
                    <a:pt x="30937" y="998972"/>
                    <a:pt x="30937" y="998972"/>
                    <a:pt x="29265" y="997461"/>
                  </a:cubicBezTo>
                  <a:cubicBezTo>
                    <a:pt x="26982" y="995177"/>
                    <a:pt x="25112" y="992738"/>
                    <a:pt x="23190" y="990150"/>
                  </a:cubicBezTo>
                  <a:cubicBezTo>
                    <a:pt x="21944" y="988504"/>
                    <a:pt x="21944" y="988504"/>
                    <a:pt x="19731" y="987182"/>
                  </a:cubicBezTo>
                  <a:cubicBezTo>
                    <a:pt x="19485" y="986446"/>
                    <a:pt x="19240" y="985709"/>
                    <a:pt x="18987" y="984950"/>
                  </a:cubicBezTo>
                  <a:cubicBezTo>
                    <a:pt x="18250" y="984459"/>
                    <a:pt x="17513" y="983968"/>
                    <a:pt x="16754" y="983462"/>
                  </a:cubicBezTo>
                  <a:cubicBezTo>
                    <a:pt x="16386" y="982357"/>
                    <a:pt x="16386" y="982357"/>
                    <a:pt x="16010" y="981229"/>
                  </a:cubicBezTo>
                  <a:cubicBezTo>
                    <a:pt x="15626" y="980846"/>
                    <a:pt x="15243" y="980462"/>
                    <a:pt x="14847" y="980066"/>
                  </a:cubicBezTo>
                  <a:cubicBezTo>
                    <a:pt x="13778" y="978997"/>
                    <a:pt x="13778" y="978997"/>
                    <a:pt x="13778" y="977509"/>
                  </a:cubicBezTo>
                  <a:cubicBezTo>
                    <a:pt x="12795" y="977509"/>
                    <a:pt x="11813" y="977509"/>
                    <a:pt x="10801" y="977509"/>
                  </a:cubicBezTo>
                  <a:cubicBezTo>
                    <a:pt x="10801" y="976526"/>
                    <a:pt x="10801" y="975544"/>
                    <a:pt x="10801" y="974532"/>
                  </a:cubicBezTo>
                  <a:cubicBezTo>
                    <a:pt x="10310" y="974409"/>
                    <a:pt x="9819" y="974286"/>
                    <a:pt x="9313" y="974160"/>
                  </a:cubicBezTo>
                  <a:cubicBezTo>
                    <a:pt x="8822" y="974037"/>
                    <a:pt x="8330" y="973914"/>
                    <a:pt x="7824" y="973788"/>
                  </a:cubicBezTo>
                  <a:cubicBezTo>
                    <a:pt x="7824" y="972806"/>
                    <a:pt x="7824" y="971823"/>
                    <a:pt x="7824" y="970811"/>
                  </a:cubicBezTo>
                  <a:cubicBezTo>
                    <a:pt x="7088" y="970811"/>
                    <a:pt x="6351" y="970811"/>
                    <a:pt x="5592" y="970811"/>
                  </a:cubicBezTo>
                  <a:cubicBezTo>
                    <a:pt x="5592" y="650593"/>
                    <a:pt x="5592" y="330374"/>
                    <a:pt x="5592" y="452"/>
                  </a:cubicBezTo>
                  <a:close/>
                </a:path>
              </a:pathLst>
            </a:custGeom>
            <a:grpFill/>
            <a:ln w="744" cap="flat">
              <a:noFill/>
              <a:prstDash val="solid"/>
              <a:miter/>
            </a:ln>
          </p:spPr>
          <p:txBody>
            <a:bodyPr rtlCol="0" anchor="ctr"/>
            <a:lstStyle/>
            <a:p>
              <a:endParaRPr lang="zh-CN" altLang="en-US"/>
            </a:p>
          </p:txBody>
        </p:sp>
        <p:sp>
          <p:nvSpPr>
            <p:cNvPr id="94" name="任意多边形: 形状 93"/>
            <p:cNvSpPr/>
            <p:nvPr/>
          </p:nvSpPr>
          <p:spPr>
            <a:xfrm>
              <a:off x="3562206" y="610100"/>
              <a:ext cx="186323" cy="1011767"/>
            </a:xfrm>
            <a:custGeom>
              <a:avLst/>
              <a:gdLst>
                <a:gd name="connsiteX0" fmla="*/ 6094 w 186323"/>
                <a:gd name="connsiteY0" fmla="*/ 452 h 1011767"/>
                <a:gd name="connsiteX1" fmla="*/ 84973 w 186323"/>
                <a:gd name="connsiteY1" fmla="*/ 452 h 1011767"/>
                <a:gd name="connsiteX2" fmla="*/ 84973 w 186323"/>
                <a:gd name="connsiteY2" fmla="*/ 920954 h 1011767"/>
                <a:gd name="connsiteX3" fmla="*/ 87205 w 186323"/>
                <a:gd name="connsiteY3" fmla="*/ 920954 h 1011767"/>
                <a:gd name="connsiteX4" fmla="*/ 87205 w 186323"/>
                <a:gd name="connsiteY4" fmla="*/ 919466 h 1011767"/>
                <a:gd name="connsiteX5" fmla="*/ 127296 w 186323"/>
                <a:gd name="connsiteY5" fmla="*/ 919427 h 1011767"/>
                <a:gd name="connsiteX6" fmla="*/ 145910 w 186323"/>
                <a:gd name="connsiteY6" fmla="*/ 919409 h 1011767"/>
                <a:gd name="connsiteX7" fmla="*/ 162129 w 186323"/>
                <a:gd name="connsiteY7" fmla="*/ 919396 h 1011767"/>
                <a:gd name="connsiteX8" fmla="*/ 170721 w 186323"/>
                <a:gd name="connsiteY8" fmla="*/ 919387 h 1011767"/>
                <a:gd name="connsiteX9" fmla="*/ 178802 w 186323"/>
                <a:gd name="connsiteY9" fmla="*/ 919381 h 1011767"/>
                <a:gd name="connsiteX10" fmla="*/ 183194 w 186323"/>
                <a:gd name="connsiteY10" fmla="*/ 919373 h 1011767"/>
                <a:gd name="connsiteX11" fmla="*/ 185819 w 186323"/>
                <a:gd name="connsiteY11" fmla="*/ 919376 h 1011767"/>
                <a:gd name="connsiteX12" fmla="*/ 188110 w 186323"/>
                <a:gd name="connsiteY12" fmla="*/ 919374 h 1011767"/>
                <a:gd name="connsiteX13" fmla="*/ 191385 w 186323"/>
                <a:gd name="connsiteY13" fmla="*/ 920210 h 1011767"/>
                <a:gd name="connsiteX14" fmla="*/ 191564 w 186323"/>
                <a:gd name="connsiteY14" fmla="*/ 923774 h 1011767"/>
                <a:gd name="connsiteX15" fmla="*/ 191570 w 186323"/>
                <a:gd name="connsiteY15" fmla="*/ 926111 h 1011767"/>
                <a:gd name="connsiteX16" fmla="*/ 191554 w 186323"/>
                <a:gd name="connsiteY16" fmla="*/ 928696 h 1011767"/>
                <a:gd name="connsiteX17" fmla="*/ 191554 w 186323"/>
                <a:gd name="connsiteY17" fmla="*/ 931402 h 1011767"/>
                <a:gd name="connsiteX18" fmla="*/ 191536 w 186323"/>
                <a:gd name="connsiteY18" fmla="*/ 938768 h 1011767"/>
                <a:gd name="connsiteX19" fmla="*/ 191524 w 186323"/>
                <a:gd name="connsiteY19" fmla="*/ 946458 h 1011767"/>
                <a:gd name="connsiteX20" fmla="*/ 191492 w 186323"/>
                <a:gd name="connsiteY20" fmla="*/ 961029 h 1011767"/>
                <a:gd name="connsiteX21" fmla="*/ 191460 w 186323"/>
                <a:gd name="connsiteY21" fmla="*/ 977614 h 1011767"/>
                <a:gd name="connsiteX22" fmla="*/ 191385 w 186323"/>
                <a:gd name="connsiteY22" fmla="*/ 1011739 h 1011767"/>
                <a:gd name="connsiteX23" fmla="*/ 132957 w 186323"/>
                <a:gd name="connsiteY23" fmla="*/ 1011932 h 1011767"/>
                <a:gd name="connsiteX24" fmla="*/ 105829 w 186323"/>
                <a:gd name="connsiteY24" fmla="*/ 1012020 h 1011767"/>
                <a:gd name="connsiteX25" fmla="*/ 82193 w 186323"/>
                <a:gd name="connsiteY25" fmla="*/ 1012089 h 1011767"/>
                <a:gd name="connsiteX26" fmla="*/ 69670 w 186323"/>
                <a:gd name="connsiteY26" fmla="*/ 1012132 h 1011767"/>
                <a:gd name="connsiteX27" fmla="*/ 57896 w 186323"/>
                <a:gd name="connsiteY27" fmla="*/ 1012160 h 1011767"/>
                <a:gd name="connsiteX28" fmla="*/ 53563 w 186323"/>
                <a:gd name="connsiteY28" fmla="*/ 1012183 h 1011767"/>
                <a:gd name="connsiteX29" fmla="*/ 47670 w 186323"/>
                <a:gd name="connsiteY29" fmla="*/ 1012186 h 1011767"/>
                <a:gd name="connsiteX30" fmla="*/ 45919 w 186323"/>
                <a:gd name="connsiteY30" fmla="*/ 1012219 h 1011767"/>
                <a:gd name="connsiteX31" fmla="*/ 41813 w 186323"/>
                <a:gd name="connsiteY31" fmla="*/ 1011739 h 1011767"/>
                <a:gd name="connsiteX32" fmla="*/ 40324 w 186323"/>
                <a:gd name="connsiteY32" fmla="*/ 1008018 h 1011767"/>
                <a:gd name="connsiteX33" fmla="*/ 37999 w 186323"/>
                <a:gd name="connsiteY33" fmla="*/ 1005274 h 1011767"/>
                <a:gd name="connsiteX34" fmla="*/ 35859 w 186323"/>
                <a:gd name="connsiteY34" fmla="*/ 1001321 h 1011767"/>
                <a:gd name="connsiteX35" fmla="*/ 33627 w 186323"/>
                <a:gd name="connsiteY35" fmla="*/ 1000577 h 1011767"/>
                <a:gd name="connsiteX36" fmla="*/ 32883 w 186323"/>
                <a:gd name="connsiteY36" fmla="*/ 998344 h 1011767"/>
                <a:gd name="connsiteX37" fmla="*/ 30650 w 186323"/>
                <a:gd name="connsiteY37" fmla="*/ 997600 h 1011767"/>
                <a:gd name="connsiteX38" fmla="*/ 29906 w 186323"/>
                <a:gd name="connsiteY38" fmla="*/ 995368 h 1011767"/>
                <a:gd name="connsiteX39" fmla="*/ 27674 w 186323"/>
                <a:gd name="connsiteY39" fmla="*/ 994624 h 1011767"/>
                <a:gd name="connsiteX40" fmla="*/ 27674 w 186323"/>
                <a:gd name="connsiteY40" fmla="*/ 991647 h 1011767"/>
                <a:gd name="connsiteX41" fmla="*/ 24697 w 186323"/>
                <a:gd name="connsiteY41" fmla="*/ 991647 h 1011767"/>
                <a:gd name="connsiteX42" fmla="*/ 24697 w 186323"/>
                <a:gd name="connsiteY42" fmla="*/ 987926 h 1011767"/>
                <a:gd name="connsiteX43" fmla="*/ 21721 w 186323"/>
                <a:gd name="connsiteY43" fmla="*/ 987926 h 1011767"/>
                <a:gd name="connsiteX44" fmla="*/ 18744 w 186323"/>
                <a:gd name="connsiteY44" fmla="*/ 981973 h 1011767"/>
                <a:gd name="connsiteX45" fmla="*/ 16512 w 186323"/>
                <a:gd name="connsiteY45" fmla="*/ 981229 h 1011767"/>
                <a:gd name="connsiteX46" fmla="*/ 16233 w 186323"/>
                <a:gd name="connsiteY46" fmla="*/ 979741 h 1011767"/>
                <a:gd name="connsiteX47" fmla="*/ 15768 w 186323"/>
                <a:gd name="connsiteY47" fmla="*/ 978253 h 1011767"/>
                <a:gd name="connsiteX48" fmla="*/ 13907 w 186323"/>
                <a:gd name="connsiteY48" fmla="*/ 977927 h 1011767"/>
                <a:gd name="connsiteX49" fmla="*/ 12047 w 186323"/>
                <a:gd name="connsiteY49" fmla="*/ 977509 h 1011767"/>
                <a:gd name="connsiteX50" fmla="*/ 11303 w 186323"/>
                <a:gd name="connsiteY50" fmla="*/ 973788 h 1011767"/>
                <a:gd name="connsiteX51" fmla="*/ 9070 w 186323"/>
                <a:gd name="connsiteY51" fmla="*/ 973044 h 1011767"/>
                <a:gd name="connsiteX52" fmla="*/ 5644 w 186323"/>
                <a:gd name="connsiteY52" fmla="*/ 968384 h 1011767"/>
                <a:gd name="connsiteX53" fmla="*/ 5256 w 186323"/>
                <a:gd name="connsiteY53" fmla="*/ 945172 h 1011767"/>
                <a:gd name="connsiteX54" fmla="*/ 5253 w 186323"/>
                <a:gd name="connsiteY54" fmla="*/ 940271 h 1011767"/>
                <a:gd name="connsiteX55" fmla="*/ 5254 w 186323"/>
                <a:gd name="connsiteY55" fmla="*/ 926786 h 1011767"/>
                <a:gd name="connsiteX56" fmla="*/ 5252 w 186323"/>
                <a:gd name="connsiteY56" fmla="*/ 913635 h 1011767"/>
                <a:gd name="connsiteX57" fmla="*/ 5251 w 186323"/>
                <a:gd name="connsiteY57" fmla="*/ 886415 h 1011767"/>
                <a:gd name="connsiteX58" fmla="*/ 5252 w 186323"/>
                <a:gd name="connsiteY58" fmla="*/ 858837 h 1011767"/>
                <a:gd name="connsiteX59" fmla="*/ 5252 w 186323"/>
                <a:gd name="connsiteY59" fmla="*/ 857077 h 1011767"/>
                <a:gd name="connsiteX60" fmla="*/ 5250 w 186323"/>
                <a:gd name="connsiteY60" fmla="*/ 849978 h 1011767"/>
                <a:gd name="connsiteX61" fmla="*/ 5248 w 186323"/>
                <a:gd name="connsiteY61" fmla="*/ 783884 h 1011767"/>
                <a:gd name="connsiteX62" fmla="*/ 5248 w 186323"/>
                <a:gd name="connsiteY62" fmla="*/ 781906 h 1011767"/>
                <a:gd name="connsiteX63" fmla="*/ 5249 w 186323"/>
                <a:gd name="connsiteY63" fmla="*/ 779925 h 1011767"/>
                <a:gd name="connsiteX64" fmla="*/ 5250 w 186323"/>
                <a:gd name="connsiteY64" fmla="*/ 720189 h 1011767"/>
                <a:gd name="connsiteX65" fmla="*/ 5250 w 186323"/>
                <a:gd name="connsiteY65" fmla="*/ 716189 h 1011767"/>
                <a:gd name="connsiteX66" fmla="*/ 5249 w 186323"/>
                <a:gd name="connsiteY66" fmla="*/ 700117 h 1011767"/>
                <a:gd name="connsiteX67" fmla="*/ 5248 w 186323"/>
                <a:gd name="connsiteY67" fmla="*/ 655189 h 1011767"/>
                <a:gd name="connsiteX68" fmla="*/ 5248 w 186323"/>
                <a:gd name="connsiteY68" fmla="*/ 653123 h 1011767"/>
                <a:gd name="connsiteX69" fmla="*/ 5250 w 186323"/>
                <a:gd name="connsiteY69" fmla="*/ 587927 h 1011767"/>
                <a:gd name="connsiteX70" fmla="*/ 5250 w 186323"/>
                <a:gd name="connsiteY70" fmla="*/ 585791 h 1011767"/>
                <a:gd name="connsiteX71" fmla="*/ 5253 w 186323"/>
                <a:gd name="connsiteY71" fmla="*/ 551449 h 1011767"/>
                <a:gd name="connsiteX72" fmla="*/ 5253 w 186323"/>
                <a:gd name="connsiteY72" fmla="*/ 415234 h 1011767"/>
                <a:gd name="connsiteX73" fmla="*/ 5250 w 186323"/>
                <a:gd name="connsiteY73" fmla="*/ 380905 h 1011767"/>
                <a:gd name="connsiteX74" fmla="*/ 5250 w 186323"/>
                <a:gd name="connsiteY74" fmla="*/ 378770 h 1011767"/>
                <a:gd name="connsiteX75" fmla="*/ 5248 w 186323"/>
                <a:gd name="connsiteY75" fmla="*/ 313638 h 1011767"/>
                <a:gd name="connsiteX76" fmla="*/ 5248 w 186323"/>
                <a:gd name="connsiteY76" fmla="*/ 311573 h 1011767"/>
                <a:gd name="connsiteX77" fmla="*/ 5249 w 186323"/>
                <a:gd name="connsiteY77" fmla="*/ 266698 h 1011767"/>
                <a:gd name="connsiteX78" fmla="*/ 5250 w 186323"/>
                <a:gd name="connsiteY78" fmla="*/ 250641 h 1011767"/>
                <a:gd name="connsiteX79" fmla="*/ 5250 w 186323"/>
                <a:gd name="connsiteY79" fmla="*/ 246647 h 1011767"/>
                <a:gd name="connsiteX80" fmla="*/ 5251 w 186323"/>
                <a:gd name="connsiteY80" fmla="*/ 226760 h 1011767"/>
                <a:gd name="connsiteX81" fmla="*/ 5251 w 186323"/>
                <a:gd name="connsiteY81" fmla="*/ 224776 h 1011767"/>
                <a:gd name="connsiteX82" fmla="*/ 5248 w 186323"/>
                <a:gd name="connsiteY82" fmla="*/ 186922 h 1011767"/>
                <a:gd name="connsiteX83" fmla="*/ 5248 w 186323"/>
                <a:gd name="connsiteY83" fmla="*/ 184944 h 1011767"/>
                <a:gd name="connsiteX84" fmla="*/ 5248 w 186323"/>
                <a:gd name="connsiteY84" fmla="*/ 182970 h 1011767"/>
                <a:gd name="connsiteX85" fmla="*/ 5251 w 186323"/>
                <a:gd name="connsiteY85" fmla="*/ 117072 h 1011767"/>
                <a:gd name="connsiteX86" fmla="*/ 5252 w 186323"/>
                <a:gd name="connsiteY86" fmla="*/ 109998 h 1011767"/>
                <a:gd name="connsiteX87" fmla="*/ 5252 w 186323"/>
                <a:gd name="connsiteY87" fmla="*/ 108245 h 1011767"/>
                <a:gd name="connsiteX88" fmla="*/ 5251 w 186323"/>
                <a:gd name="connsiteY88" fmla="*/ 80736 h 1011767"/>
                <a:gd name="connsiteX89" fmla="*/ 5253 w 186323"/>
                <a:gd name="connsiteY89" fmla="*/ 53700 h 1011767"/>
                <a:gd name="connsiteX90" fmla="*/ 5253 w 186323"/>
                <a:gd name="connsiteY90" fmla="*/ 39233 h 1011767"/>
                <a:gd name="connsiteX91" fmla="*/ 5255 w 186323"/>
                <a:gd name="connsiteY91" fmla="*/ 26080 h 1011767"/>
                <a:gd name="connsiteX92" fmla="*/ 5253 w 186323"/>
                <a:gd name="connsiteY92" fmla="*/ 21343 h 1011767"/>
                <a:gd name="connsiteX93" fmla="*/ 5256 w 186323"/>
                <a:gd name="connsiteY93" fmla="*/ 14920 h 1011767"/>
                <a:gd name="connsiteX94" fmla="*/ 5251 w 186323"/>
                <a:gd name="connsiteY94" fmla="*/ 13075 h 1011767"/>
                <a:gd name="connsiteX95" fmla="*/ 6094 w 186323"/>
                <a:gd name="connsiteY95" fmla="*/ 452 h 101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86323" h="1011767">
                  <a:moveTo>
                    <a:pt x="6094" y="452"/>
                  </a:moveTo>
                  <a:cubicBezTo>
                    <a:pt x="32124" y="452"/>
                    <a:pt x="58154" y="452"/>
                    <a:pt x="84973" y="452"/>
                  </a:cubicBezTo>
                  <a:cubicBezTo>
                    <a:pt x="84973" y="304218"/>
                    <a:pt x="84973" y="607983"/>
                    <a:pt x="84973" y="920954"/>
                  </a:cubicBezTo>
                  <a:cubicBezTo>
                    <a:pt x="85709" y="920954"/>
                    <a:pt x="86446" y="920954"/>
                    <a:pt x="87205" y="920954"/>
                  </a:cubicBezTo>
                  <a:cubicBezTo>
                    <a:pt x="87205" y="920463"/>
                    <a:pt x="87205" y="919972"/>
                    <a:pt x="87205" y="919466"/>
                  </a:cubicBezTo>
                  <a:cubicBezTo>
                    <a:pt x="100569" y="919448"/>
                    <a:pt x="113932" y="919435"/>
                    <a:pt x="127296" y="919427"/>
                  </a:cubicBezTo>
                  <a:cubicBezTo>
                    <a:pt x="133501" y="919423"/>
                    <a:pt x="139705" y="919418"/>
                    <a:pt x="145910" y="919409"/>
                  </a:cubicBezTo>
                  <a:cubicBezTo>
                    <a:pt x="151316" y="919402"/>
                    <a:pt x="156723" y="919397"/>
                    <a:pt x="162129" y="919396"/>
                  </a:cubicBezTo>
                  <a:cubicBezTo>
                    <a:pt x="164993" y="919395"/>
                    <a:pt x="167857" y="919392"/>
                    <a:pt x="170721" y="919387"/>
                  </a:cubicBezTo>
                  <a:cubicBezTo>
                    <a:pt x="173415" y="919382"/>
                    <a:pt x="176108" y="919380"/>
                    <a:pt x="178802" y="919381"/>
                  </a:cubicBezTo>
                  <a:cubicBezTo>
                    <a:pt x="180266" y="919381"/>
                    <a:pt x="181730" y="919377"/>
                    <a:pt x="183194" y="919373"/>
                  </a:cubicBezTo>
                  <a:cubicBezTo>
                    <a:pt x="184061" y="919374"/>
                    <a:pt x="184927" y="919375"/>
                    <a:pt x="185819" y="919376"/>
                  </a:cubicBezTo>
                  <a:cubicBezTo>
                    <a:pt x="186575" y="919375"/>
                    <a:pt x="187331" y="919375"/>
                    <a:pt x="188110" y="919374"/>
                  </a:cubicBezTo>
                  <a:cubicBezTo>
                    <a:pt x="189897" y="919466"/>
                    <a:pt x="189897" y="919466"/>
                    <a:pt x="191385" y="920210"/>
                  </a:cubicBezTo>
                  <a:cubicBezTo>
                    <a:pt x="191568" y="921731"/>
                    <a:pt x="191568" y="921731"/>
                    <a:pt x="191564" y="923774"/>
                  </a:cubicBezTo>
                  <a:cubicBezTo>
                    <a:pt x="191567" y="924931"/>
                    <a:pt x="191567" y="924931"/>
                    <a:pt x="191570" y="926111"/>
                  </a:cubicBezTo>
                  <a:cubicBezTo>
                    <a:pt x="191562" y="927391"/>
                    <a:pt x="191562" y="927391"/>
                    <a:pt x="191554" y="928696"/>
                  </a:cubicBezTo>
                  <a:cubicBezTo>
                    <a:pt x="191554" y="929589"/>
                    <a:pt x="191554" y="930482"/>
                    <a:pt x="191554" y="931402"/>
                  </a:cubicBezTo>
                  <a:cubicBezTo>
                    <a:pt x="191554" y="933857"/>
                    <a:pt x="191546" y="936312"/>
                    <a:pt x="191536" y="938768"/>
                  </a:cubicBezTo>
                  <a:cubicBezTo>
                    <a:pt x="191527" y="941331"/>
                    <a:pt x="191526" y="943894"/>
                    <a:pt x="191524" y="946458"/>
                  </a:cubicBezTo>
                  <a:cubicBezTo>
                    <a:pt x="191519" y="951315"/>
                    <a:pt x="191507" y="956172"/>
                    <a:pt x="191492" y="961029"/>
                  </a:cubicBezTo>
                  <a:cubicBezTo>
                    <a:pt x="191475" y="966557"/>
                    <a:pt x="191467" y="972086"/>
                    <a:pt x="191460" y="977614"/>
                  </a:cubicBezTo>
                  <a:cubicBezTo>
                    <a:pt x="191444" y="988989"/>
                    <a:pt x="191418" y="1000364"/>
                    <a:pt x="191385" y="1011739"/>
                  </a:cubicBezTo>
                  <a:cubicBezTo>
                    <a:pt x="171909" y="1011826"/>
                    <a:pt x="152433" y="1011891"/>
                    <a:pt x="132957" y="1011932"/>
                  </a:cubicBezTo>
                  <a:cubicBezTo>
                    <a:pt x="123914" y="1011951"/>
                    <a:pt x="114872" y="1011977"/>
                    <a:pt x="105829" y="1012020"/>
                  </a:cubicBezTo>
                  <a:cubicBezTo>
                    <a:pt x="97950" y="1012057"/>
                    <a:pt x="90071" y="1012081"/>
                    <a:pt x="82193" y="1012089"/>
                  </a:cubicBezTo>
                  <a:cubicBezTo>
                    <a:pt x="78018" y="1012094"/>
                    <a:pt x="73844" y="1012105"/>
                    <a:pt x="69670" y="1012132"/>
                  </a:cubicBezTo>
                  <a:cubicBezTo>
                    <a:pt x="65745" y="1012158"/>
                    <a:pt x="61821" y="1012165"/>
                    <a:pt x="57896" y="1012160"/>
                  </a:cubicBezTo>
                  <a:cubicBezTo>
                    <a:pt x="56451" y="1012161"/>
                    <a:pt x="55007" y="1012168"/>
                    <a:pt x="53563" y="1012183"/>
                  </a:cubicBezTo>
                  <a:cubicBezTo>
                    <a:pt x="51598" y="1012201"/>
                    <a:pt x="49635" y="1012197"/>
                    <a:pt x="47670" y="1012186"/>
                  </a:cubicBezTo>
                  <a:cubicBezTo>
                    <a:pt x="47092" y="1012197"/>
                    <a:pt x="46515" y="1012208"/>
                    <a:pt x="45919" y="1012219"/>
                  </a:cubicBezTo>
                  <a:cubicBezTo>
                    <a:pt x="44332" y="1012197"/>
                    <a:pt x="44332" y="1012197"/>
                    <a:pt x="41813" y="1011739"/>
                  </a:cubicBezTo>
                  <a:cubicBezTo>
                    <a:pt x="40773" y="1009941"/>
                    <a:pt x="40773" y="1009941"/>
                    <a:pt x="40324" y="1008018"/>
                  </a:cubicBezTo>
                  <a:cubicBezTo>
                    <a:pt x="39230" y="1006559"/>
                    <a:pt x="39230" y="1006559"/>
                    <a:pt x="37999" y="1005274"/>
                  </a:cubicBezTo>
                  <a:cubicBezTo>
                    <a:pt x="35859" y="1002966"/>
                    <a:pt x="35859" y="1002966"/>
                    <a:pt x="35859" y="1001321"/>
                  </a:cubicBezTo>
                  <a:cubicBezTo>
                    <a:pt x="35123" y="1001075"/>
                    <a:pt x="34386" y="1000830"/>
                    <a:pt x="33627" y="1000577"/>
                  </a:cubicBezTo>
                  <a:cubicBezTo>
                    <a:pt x="33259" y="999472"/>
                    <a:pt x="33259" y="999472"/>
                    <a:pt x="32883" y="998344"/>
                  </a:cubicBezTo>
                  <a:cubicBezTo>
                    <a:pt x="32146" y="998099"/>
                    <a:pt x="31410" y="997853"/>
                    <a:pt x="30650" y="997600"/>
                  </a:cubicBezTo>
                  <a:cubicBezTo>
                    <a:pt x="30282" y="996495"/>
                    <a:pt x="30282" y="996495"/>
                    <a:pt x="29906" y="995368"/>
                  </a:cubicBezTo>
                  <a:cubicBezTo>
                    <a:pt x="29170" y="995122"/>
                    <a:pt x="28433" y="994877"/>
                    <a:pt x="27674" y="994624"/>
                  </a:cubicBezTo>
                  <a:cubicBezTo>
                    <a:pt x="27674" y="993642"/>
                    <a:pt x="27674" y="992659"/>
                    <a:pt x="27674" y="991647"/>
                  </a:cubicBezTo>
                  <a:cubicBezTo>
                    <a:pt x="26692" y="991647"/>
                    <a:pt x="25709" y="991647"/>
                    <a:pt x="24697" y="991647"/>
                  </a:cubicBezTo>
                  <a:cubicBezTo>
                    <a:pt x="24697" y="990419"/>
                    <a:pt x="24697" y="989191"/>
                    <a:pt x="24697" y="987926"/>
                  </a:cubicBezTo>
                  <a:cubicBezTo>
                    <a:pt x="23715" y="987926"/>
                    <a:pt x="22733" y="987926"/>
                    <a:pt x="21721" y="987926"/>
                  </a:cubicBezTo>
                  <a:cubicBezTo>
                    <a:pt x="18744" y="984867"/>
                    <a:pt x="18744" y="984867"/>
                    <a:pt x="18744" y="981973"/>
                  </a:cubicBezTo>
                  <a:cubicBezTo>
                    <a:pt x="18008" y="981728"/>
                    <a:pt x="17271" y="981482"/>
                    <a:pt x="16512" y="981229"/>
                  </a:cubicBezTo>
                  <a:cubicBezTo>
                    <a:pt x="16420" y="980738"/>
                    <a:pt x="16328" y="980247"/>
                    <a:pt x="16233" y="979741"/>
                  </a:cubicBezTo>
                  <a:cubicBezTo>
                    <a:pt x="16079" y="979250"/>
                    <a:pt x="15926" y="978759"/>
                    <a:pt x="15768" y="978253"/>
                  </a:cubicBezTo>
                  <a:cubicBezTo>
                    <a:pt x="15154" y="978145"/>
                    <a:pt x="14540" y="978038"/>
                    <a:pt x="13907" y="977927"/>
                  </a:cubicBezTo>
                  <a:cubicBezTo>
                    <a:pt x="13293" y="977789"/>
                    <a:pt x="12680" y="977651"/>
                    <a:pt x="12047" y="977509"/>
                  </a:cubicBezTo>
                  <a:cubicBezTo>
                    <a:pt x="11582" y="975648"/>
                    <a:pt x="11582" y="975648"/>
                    <a:pt x="11303" y="973788"/>
                  </a:cubicBezTo>
                  <a:cubicBezTo>
                    <a:pt x="10566" y="973542"/>
                    <a:pt x="9829" y="973297"/>
                    <a:pt x="9070" y="973044"/>
                  </a:cubicBezTo>
                  <a:cubicBezTo>
                    <a:pt x="7288" y="971582"/>
                    <a:pt x="6246" y="970635"/>
                    <a:pt x="5644" y="968384"/>
                  </a:cubicBezTo>
                  <a:cubicBezTo>
                    <a:pt x="5243" y="960649"/>
                    <a:pt x="5247" y="952916"/>
                    <a:pt x="5256" y="945172"/>
                  </a:cubicBezTo>
                  <a:cubicBezTo>
                    <a:pt x="5255" y="943538"/>
                    <a:pt x="5254" y="941905"/>
                    <a:pt x="5253" y="940271"/>
                  </a:cubicBezTo>
                  <a:cubicBezTo>
                    <a:pt x="5250" y="935776"/>
                    <a:pt x="5252" y="931281"/>
                    <a:pt x="5254" y="926786"/>
                  </a:cubicBezTo>
                  <a:cubicBezTo>
                    <a:pt x="5256" y="922402"/>
                    <a:pt x="5254" y="918019"/>
                    <a:pt x="5252" y="913635"/>
                  </a:cubicBezTo>
                  <a:cubicBezTo>
                    <a:pt x="5249" y="904562"/>
                    <a:pt x="5249" y="895489"/>
                    <a:pt x="5251" y="886415"/>
                  </a:cubicBezTo>
                  <a:cubicBezTo>
                    <a:pt x="5253" y="877223"/>
                    <a:pt x="5253" y="868030"/>
                    <a:pt x="5252" y="858837"/>
                  </a:cubicBezTo>
                  <a:cubicBezTo>
                    <a:pt x="5252" y="858256"/>
                    <a:pt x="5252" y="857675"/>
                    <a:pt x="5252" y="857077"/>
                  </a:cubicBezTo>
                  <a:cubicBezTo>
                    <a:pt x="5251" y="854711"/>
                    <a:pt x="5251" y="852344"/>
                    <a:pt x="5250" y="849978"/>
                  </a:cubicBezTo>
                  <a:cubicBezTo>
                    <a:pt x="5246" y="827947"/>
                    <a:pt x="5246" y="805915"/>
                    <a:pt x="5248" y="783884"/>
                  </a:cubicBezTo>
                  <a:cubicBezTo>
                    <a:pt x="5248" y="783231"/>
                    <a:pt x="5248" y="782578"/>
                    <a:pt x="5248" y="781906"/>
                  </a:cubicBezTo>
                  <a:cubicBezTo>
                    <a:pt x="5249" y="781252"/>
                    <a:pt x="5249" y="780599"/>
                    <a:pt x="5249" y="779925"/>
                  </a:cubicBezTo>
                  <a:cubicBezTo>
                    <a:pt x="5251" y="760013"/>
                    <a:pt x="5251" y="740101"/>
                    <a:pt x="5250" y="720189"/>
                  </a:cubicBezTo>
                  <a:cubicBezTo>
                    <a:pt x="5250" y="718856"/>
                    <a:pt x="5250" y="717523"/>
                    <a:pt x="5250" y="716189"/>
                  </a:cubicBezTo>
                  <a:cubicBezTo>
                    <a:pt x="5250" y="710832"/>
                    <a:pt x="5249" y="705475"/>
                    <a:pt x="5249" y="700117"/>
                  </a:cubicBezTo>
                  <a:cubicBezTo>
                    <a:pt x="5249" y="685141"/>
                    <a:pt x="5248" y="670165"/>
                    <a:pt x="5248" y="655189"/>
                  </a:cubicBezTo>
                  <a:cubicBezTo>
                    <a:pt x="5248" y="654507"/>
                    <a:pt x="5248" y="653825"/>
                    <a:pt x="5248" y="653123"/>
                  </a:cubicBezTo>
                  <a:cubicBezTo>
                    <a:pt x="5248" y="631391"/>
                    <a:pt x="5248" y="609659"/>
                    <a:pt x="5250" y="587927"/>
                  </a:cubicBezTo>
                  <a:cubicBezTo>
                    <a:pt x="5250" y="587222"/>
                    <a:pt x="5250" y="586517"/>
                    <a:pt x="5250" y="585791"/>
                  </a:cubicBezTo>
                  <a:cubicBezTo>
                    <a:pt x="5251" y="574344"/>
                    <a:pt x="5252" y="562896"/>
                    <a:pt x="5253" y="551449"/>
                  </a:cubicBezTo>
                  <a:cubicBezTo>
                    <a:pt x="5256" y="506044"/>
                    <a:pt x="5256" y="460639"/>
                    <a:pt x="5253" y="415234"/>
                  </a:cubicBezTo>
                  <a:cubicBezTo>
                    <a:pt x="5252" y="403791"/>
                    <a:pt x="5251" y="392348"/>
                    <a:pt x="5250" y="380905"/>
                  </a:cubicBezTo>
                  <a:cubicBezTo>
                    <a:pt x="5250" y="380200"/>
                    <a:pt x="5250" y="379496"/>
                    <a:pt x="5250" y="378770"/>
                  </a:cubicBezTo>
                  <a:cubicBezTo>
                    <a:pt x="5248" y="357059"/>
                    <a:pt x="5248" y="335349"/>
                    <a:pt x="5248" y="313638"/>
                  </a:cubicBezTo>
                  <a:cubicBezTo>
                    <a:pt x="5248" y="312957"/>
                    <a:pt x="5248" y="312275"/>
                    <a:pt x="5248" y="311573"/>
                  </a:cubicBezTo>
                  <a:cubicBezTo>
                    <a:pt x="5248" y="296615"/>
                    <a:pt x="5249" y="281656"/>
                    <a:pt x="5249" y="266698"/>
                  </a:cubicBezTo>
                  <a:cubicBezTo>
                    <a:pt x="5250" y="261345"/>
                    <a:pt x="5250" y="255993"/>
                    <a:pt x="5250" y="250641"/>
                  </a:cubicBezTo>
                  <a:cubicBezTo>
                    <a:pt x="5250" y="249310"/>
                    <a:pt x="5250" y="247978"/>
                    <a:pt x="5250" y="246647"/>
                  </a:cubicBezTo>
                  <a:cubicBezTo>
                    <a:pt x="5251" y="240018"/>
                    <a:pt x="5251" y="233389"/>
                    <a:pt x="5251" y="226760"/>
                  </a:cubicBezTo>
                  <a:cubicBezTo>
                    <a:pt x="5251" y="226105"/>
                    <a:pt x="5251" y="225450"/>
                    <a:pt x="5251" y="224776"/>
                  </a:cubicBezTo>
                  <a:cubicBezTo>
                    <a:pt x="5251" y="212158"/>
                    <a:pt x="5250" y="199540"/>
                    <a:pt x="5248" y="186922"/>
                  </a:cubicBezTo>
                  <a:cubicBezTo>
                    <a:pt x="5248" y="186270"/>
                    <a:pt x="5248" y="185617"/>
                    <a:pt x="5248" y="184944"/>
                  </a:cubicBezTo>
                  <a:cubicBezTo>
                    <a:pt x="5248" y="184293"/>
                    <a:pt x="5248" y="183641"/>
                    <a:pt x="5248" y="182970"/>
                  </a:cubicBezTo>
                  <a:cubicBezTo>
                    <a:pt x="5246" y="161004"/>
                    <a:pt x="5247" y="139038"/>
                    <a:pt x="5251" y="117072"/>
                  </a:cubicBezTo>
                  <a:cubicBezTo>
                    <a:pt x="5251" y="114714"/>
                    <a:pt x="5252" y="112356"/>
                    <a:pt x="5252" y="109998"/>
                  </a:cubicBezTo>
                  <a:cubicBezTo>
                    <a:pt x="5252" y="109420"/>
                    <a:pt x="5252" y="108841"/>
                    <a:pt x="5252" y="108245"/>
                  </a:cubicBezTo>
                  <a:cubicBezTo>
                    <a:pt x="5254" y="99075"/>
                    <a:pt x="5253" y="89906"/>
                    <a:pt x="5251" y="80736"/>
                  </a:cubicBezTo>
                  <a:cubicBezTo>
                    <a:pt x="5249" y="71724"/>
                    <a:pt x="5249" y="62712"/>
                    <a:pt x="5253" y="53700"/>
                  </a:cubicBezTo>
                  <a:cubicBezTo>
                    <a:pt x="5255" y="48878"/>
                    <a:pt x="5255" y="44055"/>
                    <a:pt x="5253" y="39233"/>
                  </a:cubicBezTo>
                  <a:cubicBezTo>
                    <a:pt x="5250" y="34848"/>
                    <a:pt x="5251" y="30464"/>
                    <a:pt x="5255" y="26080"/>
                  </a:cubicBezTo>
                  <a:cubicBezTo>
                    <a:pt x="5256" y="24501"/>
                    <a:pt x="5255" y="22922"/>
                    <a:pt x="5253" y="21343"/>
                  </a:cubicBezTo>
                  <a:cubicBezTo>
                    <a:pt x="5251" y="19202"/>
                    <a:pt x="5253" y="17061"/>
                    <a:pt x="5256" y="14920"/>
                  </a:cubicBezTo>
                  <a:cubicBezTo>
                    <a:pt x="5255" y="14311"/>
                    <a:pt x="5253" y="13702"/>
                    <a:pt x="5251" y="13075"/>
                  </a:cubicBezTo>
                  <a:cubicBezTo>
                    <a:pt x="5265" y="8780"/>
                    <a:pt x="5661" y="4776"/>
                    <a:pt x="6094" y="452"/>
                  </a:cubicBezTo>
                  <a:close/>
                </a:path>
              </a:pathLst>
            </a:custGeom>
            <a:grpFill/>
            <a:ln w="744" cap="flat">
              <a:noFill/>
              <a:prstDash val="solid"/>
              <a:miter/>
            </a:ln>
          </p:spPr>
          <p:txBody>
            <a:bodyPr rtlCol="0" anchor="ctr"/>
            <a:lstStyle/>
            <a:p>
              <a:endParaRPr lang="zh-CN" altLang="en-US"/>
            </a:p>
          </p:txBody>
        </p:sp>
        <p:sp>
          <p:nvSpPr>
            <p:cNvPr id="95" name="任意多边形: 形状 94"/>
            <p:cNvSpPr/>
            <p:nvPr/>
          </p:nvSpPr>
          <p:spPr>
            <a:xfrm>
              <a:off x="9175356" y="634294"/>
              <a:ext cx="270289" cy="534349"/>
            </a:xfrm>
            <a:custGeom>
              <a:avLst/>
              <a:gdLst>
                <a:gd name="connsiteX0" fmla="*/ 159174 w 270289"/>
                <a:gd name="connsiteY0" fmla="*/ 71547 h 534349"/>
                <a:gd name="connsiteX1" fmla="*/ 156695 w 270289"/>
                <a:gd name="connsiteY1" fmla="*/ 71552 h 534349"/>
                <a:gd name="connsiteX2" fmla="*/ 152392 w 270289"/>
                <a:gd name="connsiteY2" fmla="*/ 71558 h 534349"/>
                <a:gd name="connsiteX3" fmla="*/ 149310 w 270289"/>
                <a:gd name="connsiteY3" fmla="*/ 71566 h 534349"/>
                <a:gd name="connsiteX4" fmla="*/ 141247 w 270289"/>
                <a:gd name="connsiteY4" fmla="*/ 71580 h 534349"/>
                <a:gd name="connsiteX5" fmla="*/ 132886 w 270289"/>
                <a:gd name="connsiteY5" fmla="*/ 71598 h 534349"/>
                <a:gd name="connsiteX6" fmla="*/ 114878 w 270289"/>
                <a:gd name="connsiteY6" fmla="*/ 71636 h 534349"/>
                <a:gd name="connsiteX7" fmla="*/ 114563 w 270289"/>
                <a:gd name="connsiteY7" fmla="*/ 122074 h 534349"/>
                <a:gd name="connsiteX8" fmla="*/ 114412 w 270289"/>
                <a:gd name="connsiteY8" fmla="*/ 146590 h 534349"/>
                <a:gd name="connsiteX9" fmla="*/ 114278 w 270289"/>
                <a:gd name="connsiteY9" fmla="*/ 168126 h 534349"/>
                <a:gd name="connsiteX10" fmla="*/ 114209 w 270289"/>
                <a:gd name="connsiteY10" fmla="*/ 179496 h 534349"/>
                <a:gd name="connsiteX11" fmla="*/ 114140 w 270289"/>
                <a:gd name="connsiteY11" fmla="*/ 190380 h 534349"/>
                <a:gd name="connsiteX12" fmla="*/ 114118 w 270289"/>
                <a:gd name="connsiteY12" fmla="*/ 194384 h 534349"/>
                <a:gd name="connsiteX13" fmla="*/ 114080 w 270289"/>
                <a:gd name="connsiteY13" fmla="*/ 199978 h 534349"/>
                <a:gd name="connsiteX14" fmla="*/ 114073 w 270289"/>
                <a:gd name="connsiteY14" fmla="*/ 201660 h 534349"/>
                <a:gd name="connsiteX15" fmla="*/ 114878 w 270289"/>
                <a:gd name="connsiteY15" fmla="*/ 209302 h 534349"/>
                <a:gd name="connsiteX16" fmla="*/ 116743 w 270289"/>
                <a:gd name="connsiteY16" fmla="*/ 209581 h 534349"/>
                <a:gd name="connsiteX17" fmla="*/ 119255 w 270289"/>
                <a:gd name="connsiteY17" fmla="*/ 209580 h 534349"/>
                <a:gd name="connsiteX18" fmla="*/ 123616 w 270289"/>
                <a:gd name="connsiteY18" fmla="*/ 209584 h 534349"/>
                <a:gd name="connsiteX19" fmla="*/ 126743 w 270289"/>
                <a:gd name="connsiteY19" fmla="*/ 209572 h 534349"/>
                <a:gd name="connsiteX20" fmla="*/ 133238 w 270289"/>
                <a:gd name="connsiteY20" fmla="*/ 209563 h 534349"/>
                <a:gd name="connsiteX21" fmla="*/ 141714 w 270289"/>
                <a:gd name="connsiteY21" fmla="*/ 209537 h 534349"/>
                <a:gd name="connsiteX22" fmla="*/ 148313 w 270289"/>
                <a:gd name="connsiteY22" fmla="*/ 209536 h 534349"/>
                <a:gd name="connsiteX23" fmla="*/ 151458 w 270289"/>
                <a:gd name="connsiteY23" fmla="*/ 209526 h 534349"/>
                <a:gd name="connsiteX24" fmla="*/ 154546 w 270289"/>
                <a:gd name="connsiteY24" fmla="*/ 209528 h 534349"/>
                <a:gd name="connsiteX25" fmla="*/ 157383 w 270289"/>
                <a:gd name="connsiteY25" fmla="*/ 209507 h 534349"/>
                <a:gd name="connsiteX26" fmla="*/ 161759 w 270289"/>
                <a:gd name="connsiteY26" fmla="*/ 209302 h 534349"/>
                <a:gd name="connsiteX27" fmla="*/ 162583 w 270289"/>
                <a:gd name="connsiteY27" fmla="*/ 204081 h 534349"/>
                <a:gd name="connsiteX28" fmla="*/ 162570 w 270289"/>
                <a:gd name="connsiteY28" fmla="*/ 202499 h 534349"/>
                <a:gd name="connsiteX29" fmla="*/ 162545 w 270289"/>
                <a:gd name="connsiteY29" fmla="*/ 197168 h 534349"/>
                <a:gd name="connsiteX30" fmla="*/ 162522 w 270289"/>
                <a:gd name="connsiteY30" fmla="*/ 193249 h 534349"/>
                <a:gd name="connsiteX31" fmla="*/ 162467 w 270289"/>
                <a:gd name="connsiteY31" fmla="*/ 182598 h 534349"/>
                <a:gd name="connsiteX32" fmla="*/ 162403 w 270289"/>
                <a:gd name="connsiteY32" fmla="*/ 171268 h 534349"/>
                <a:gd name="connsiteX33" fmla="*/ 162297 w 270289"/>
                <a:gd name="connsiteY33" fmla="*/ 152323 h 534349"/>
                <a:gd name="connsiteX34" fmla="*/ 162174 w 270289"/>
                <a:gd name="connsiteY34" fmla="*/ 130218 h 534349"/>
                <a:gd name="connsiteX35" fmla="*/ 162073 w 270289"/>
                <a:gd name="connsiteY35" fmla="*/ 111123 h 534349"/>
                <a:gd name="connsiteX36" fmla="*/ 162009 w 270289"/>
                <a:gd name="connsiteY36" fmla="*/ 99755 h 534349"/>
                <a:gd name="connsiteX37" fmla="*/ 161950 w 270289"/>
                <a:gd name="connsiteY37" fmla="*/ 88870 h 534349"/>
                <a:gd name="connsiteX38" fmla="*/ 161924 w 270289"/>
                <a:gd name="connsiteY38" fmla="*/ 84874 h 534349"/>
                <a:gd name="connsiteX39" fmla="*/ 161895 w 270289"/>
                <a:gd name="connsiteY39" fmla="*/ 79276 h 534349"/>
                <a:gd name="connsiteX40" fmla="*/ 161882 w 270289"/>
                <a:gd name="connsiteY40" fmla="*/ 77602 h 534349"/>
                <a:gd name="connsiteX41" fmla="*/ 161759 w 270289"/>
                <a:gd name="connsiteY41" fmla="*/ 72381 h 534349"/>
                <a:gd name="connsiteX42" fmla="*/ 159174 w 270289"/>
                <a:gd name="connsiteY42" fmla="*/ 71547 h 534349"/>
                <a:gd name="connsiteX43" fmla="*/ 216247 w 270289"/>
                <a:gd name="connsiteY43" fmla="*/ 1 h 534349"/>
                <a:gd name="connsiteX44" fmla="*/ 232950 w 270289"/>
                <a:gd name="connsiteY44" fmla="*/ 4 h 534349"/>
                <a:gd name="connsiteX45" fmla="*/ 241478 w 270289"/>
                <a:gd name="connsiteY45" fmla="*/ 4 h 534349"/>
                <a:gd name="connsiteX46" fmla="*/ 250708 w 270289"/>
                <a:gd name="connsiteY46" fmla="*/ 8 h 534349"/>
                <a:gd name="connsiteX47" fmla="*/ 253451 w 270289"/>
                <a:gd name="connsiteY47" fmla="*/ 3 h 534349"/>
                <a:gd name="connsiteX48" fmla="*/ 255937 w 270289"/>
                <a:gd name="connsiteY48" fmla="*/ 9 h 534349"/>
                <a:gd name="connsiteX49" fmla="*/ 258091 w 270289"/>
                <a:gd name="connsiteY49" fmla="*/ 9 h 534349"/>
                <a:gd name="connsiteX50" fmla="*/ 262103 w 270289"/>
                <a:gd name="connsiteY50" fmla="*/ 847 h 534349"/>
                <a:gd name="connsiteX51" fmla="*/ 262392 w 270289"/>
                <a:gd name="connsiteY51" fmla="*/ 7329 h 534349"/>
                <a:gd name="connsiteX52" fmla="*/ 262404 w 270289"/>
                <a:gd name="connsiteY52" fmla="*/ 9389 h 534349"/>
                <a:gd name="connsiteX53" fmla="*/ 262400 w 270289"/>
                <a:gd name="connsiteY53" fmla="*/ 16168 h 534349"/>
                <a:gd name="connsiteX54" fmla="*/ 262406 w 270289"/>
                <a:gd name="connsiteY54" fmla="*/ 20859 h 534349"/>
                <a:gd name="connsiteX55" fmla="*/ 262394 w 270289"/>
                <a:gd name="connsiteY55" fmla="*/ 30707 h 534349"/>
                <a:gd name="connsiteX56" fmla="*/ 262402 w 270289"/>
                <a:gd name="connsiteY56" fmla="*/ 43351 h 534349"/>
                <a:gd name="connsiteX57" fmla="*/ 262402 w 270289"/>
                <a:gd name="connsiteY57" fmla="*/ 53044 h 534349"/>
                <a:gd name="connsiteX58" fmla="*/ 262407 w 270289"/>
                <a:gd name="connsiteY58" fmla="*/ 57707 h 534349"/>
                <a:gd name="connsiteX59" fmla="*/ 262392 w 270289"/>
                <a:gd name="connsiteY59" fmla="*/ 64218 h 534349"/>
                <a:gd name="connsiteX60" fmla="*/ 262406 w 270289"/>
                <a:gd name="connsiteY60" fmla="*/ 66180 h 534349"/>
                <a:gd name="connsiteX61" fmla="*/ 262103 w 270289"/>
                <a:gd name="connsiteY61" fmla="*/ 70796 h 534349"/>
                <a:gd name="connsiteX62" fmla="*/ 256306 w 270289"/>
                <a:gd name="connsiteY62" fmla="*/ 72465 h 534349"/>
                <a:gd name="connsiteX63" fmla="*/ 254116 w 270289"/>
                <a:gd name="connsiteY63" fmla="*/ 72472 h 534349"/>
                <a:gd name="connsiteX64" fmla="*/ 251755 w 270289"/>
                <a:gd name="connsiteY64" fmla="*/ 72456 h 534349"/>
                <a:gd name="connsiteX65" fmla="*/ 249328 w 270289"/>
                <a:gd name="connsiteY65" fmla="*/ 72455 h 534349"/>
                <a:gd name="connsiteX66" fmla="*/ 244246 w 270289"/>
                <a:gd name="connsiteY66" fmla="*/ 72437 h 534349"/>
                <a:gd name="connsiteX67" fmla="*/ 236456 w 270289"/>
                <a:gd name="connsiteY67" fmla="*/ 72422 h 534349"/>
                <a:gd name="connsiteX68" fmla="*/ 231524 w 270289"/>
                <a:gd name="connsiteY68" fmla="*/ 72409 h 534349"/>
                <a:gd name="connsiteX69" fmla="*/ 229163 w 270289"/>
                <a:gd name="connsiteY69" fmla="*/ 72407 h 534349"/>
                <a:gd name="connsiteX70" fmla="*/ 226973 w 270289"/>
                <a:gd name="connsiteY70" fmla="*/ 72392 h 534349"/>
                <a:gd name="connsiteX71" fmla="*/ 225046 w 270289"/>
                <a:gd name="connsiteY71" fmla="*/ 72384 h 534349"/>
                <a:gd name="connsiteX72" fmla="*/ 221175 w 270289"/>
                <a:gd name="connsiteY72" fmla="*/ 71540 h 534349"/>
                <a:gd name="connsiteX73" fmla="*/ 221175 w 270289"/>
                <a:gd name="connsiteY73" fmla="*/ 209206 h 534349"/>
                <a:gd name="connsiteX74" fmla="*/ 270289 w 270289"/>
                <a:gd name="connsiteY74" fmla="*/ 209206 h 534349"/>
                <a:gd name="connsiteX75" fmla="*/ 270289 w 270289"/>
                <a:gd name="connsiteY75" fmla="*/ 283620 h 534349"/>
                <a:gd name="connsiteX76" fmla="*/ 221920 w 270289"/>
                <a:gd name="connsiteY76" fmla="*/ 283620 h 534349"/>
                <a:gd name="connsiteX77" fmla="*/ 221863 w 270289"/>
                <a:gd name="connsiteY77" fmla="*/ 306150 h 534349"/>
                <a:gd name="connsiteX78" fmla="*/ 221673 w 270289"/>
                <a:gd name="connsiteY78" fmla="*/ 377433 h 534349"/>
                <a:gd name="connsiteX79" fmla="*/ 221643 w 270289"/>
                <a:gd name="connsiteY79" fmla="*/ 388496 h 534349"/>
                <a:gd name="connsiteX80" fmla="*/ 221636 w 270289"/>
                <a:gd name="connsiteY80" fmla="*/ 390721 h 534349"/>
                <a:gd name="connsiteX81" fmla="*/ 221544 w 270289"/>
                <a:gd name="connsiteY81" fmla="*/ 426434 h 534349"/>
                <a:gd name="connsiteX82" fmla="*/ 221446 w 270289"/>
                <a:gd name="connsiteY82" fmla="*/ 463051 h 534349"/>
                <a:gd name="connsiteX83" fmla="*/ 221387 w 270289"/>
                <a:gd name="connsiteY83" fmla="*/ 485664 h 534349"/>
                <a:gd name="connsiteX84" fmla="*/ 221345 w 270289"/>
                <a:gd name="connsiteY84" fmla="*/ 501149 h 534349"/>
                <a:gd name="connsiteX85" fmla="*/ 221322 w 270289"/>
                <a:gd name="connsiteY85" fmla="*/ 510097 h 534349"/>
                <a:gd name="connsiteX86" fmla="*/ 221298 w 270289"/>
                <a:gd name="connsiteY86" fmla="*/ 518275 h 534349"/>
                <a:gd name="connsiteX87" fmla="*/ 221291 w 270289"/>
                <a:gd name="connsiteY87" fmla="*/ 522663 h 534349"/>
                <a:gd name="connsiteX88" fmla="*/ 221279 w 270289"/>
                <a:gd name="connsiteY88" fmla="*/ 525260 h 534349"/>
                <a:gd name="connsiteX89" fmla="*/ 221273 w 270289"/>
                <a:gd name="connsiteY89" fmla="*/ 527519 h 534349"/>
                <a:gd name="connsiteX90" fmla="*/ 220431 w 270289"/>
                <a:gd name="connsiteY90" fmla="*/ 529931 h 534349"/>
                <a:gd name="connsiteX91" fmla="*/ 215111 w 270289"/>
                <a:gd name="connsiteY91" fmla="*/ 530039 h 534349"/>
                <a:gd name="connsiteX92" fmla="*/ 213424 w 270289"/>
                <a:gd name="connsiteY92" fmla="*/ 530046 h 534349"/>
                <a:gd name="connsiteX93" fmla="*/ 207877 w 270289"/>
                <a:gd name="connsiteY93" fmla="*/ 530056 h 534349"/>
                <a:gd name="connsiteX94" fmla="*/ 204037 w 270289"/>
                <a:gd name="connsiteY94" fmla="*/ 530063 h 534349"/>
                <a:gd name="connsiteX95" fmla="*/ 195976 w 270289"/>
                <a:gd name="connsiteY95" fmla="*/ 530068 h 534349"/>
                <a:gd name="connsiteX96" fmla="*/ 185629 w 270289"/>
                <a:gd name="connsiteY96" fmla="*/ 530091 h 534349"/>
                <a:gd name="connsiteX97" fmla="*/ 177694 w 270289"/>
                <a:gd name="connsiteY97" fmla="*/ 530101 h 534349"/>
                <a:gd name="connsiteX98" fmla="*/ 173879 w 270289"/>
                <a:gd name="connsiteY98" fmla="*/ 530111 h 534349"/>
                <a:gd name="connsiteX99" fmla="*/ 168549 w 270289"/>
                <a:gd name="connsiteY99" fmla="*/ 530111 h 534349"/>
                <a:gd name="connsiteX100" fmla="*/ 166946 w 270289"/>
                <a:gd name="connsiteY100" fmla="*/ 530124 h 534349"/>
                <a:gd name="connsiteX101" fmla="*/ 161644 w 270289"/>
                <a:gd name="connsiteY101" fmla="*/ 528442 h 534349"/>
                <a:gd name="connsiteX102" fmla="*/ 161461 w 270289"/>
                <a:gd name="connsiteY102" fmla="*/ 524436 h 534349"/>
                <a:gd name="connsiteX103" fmla="*/ 161452 w 270289"/>
                <a:gd name="connsiteY103" fmla="*/ 521842 h 534349"/>
                <a:gd name="connsiteX104" fmla="*/ 161465 w 270289"/>
                <a:gd name="connsiteY104" fmla="*/ 518969 h 534349"/>
                <a:gd name="connsiteX105" fmla="*/ 161461 w 270289"/>
                <a:gd name="connsiteY105" fmla="*/ 515935 h 534349"/>
                <a:gd name="connsiteX106" fmla="*/ 161471 w 270289"/>
                <a:gd name="connsiteY106" fmla="*/ 507571 h 534349"/>
                <a:gd name="connsiteX107" fmla="*/ 161475 w 270289"/>
                <a:gd name="connsiteY107" fmla="*/ 498563 h 534349"/>
                <a:gd name="connsiteX108" fmla="*/ 161487 w 270289"/>
                <a:gd name="connsiteY108" fmla="*/ 482945 h 534349"/>
                <a:gd name="connsiteX109" fmla="*/ 161505 w 270289"/>
                <a:gd name="connsiteY109" fmla="*/ 460364 h 534349"/>
                <a:gd name="connsiteX110" fmla="*/ 161532 w 270289"/>
                <a:gd name="connsiteY110" fmla="*/ 423731 h 534349"/>
                <a:gd name="connsiteX111" fmla="*/ 161562 w 270289"/>
                <a:gd name="connsiteY111" fmla="*/ 388138 h 534349"/>
                <a:gd name="connsiteX112" fmla="*/ 161564 w 270289"/>
                <a:gd name="connsiteY112" fmla="*/ 385923 h 534349"/>
                <a:gd name="connsiteX113" fmla="*/ 161569 w 270289"/>
                <a:gd name="connsiteY113" fmla="*/ 374923 h 534349"/>
                <a:gd name="connsiteX114" fmla="*/ 161644 w 270289"/>
                <a:gd name="connsiteY114" fmla="*/ 283620 h 534349"/>
                <a:gd name="connsiteX115" fmla="*/ 159846 w 270289"/>
                <a:gd name="connsiteY115" fmla="*/ 283620 h 534349"/>
                <a:gd name="connsiteX116" fmla="*/ 112531 w 270289"/>
                <a:gd name="connsiteY116" fmla="*/ 283620 h 534349"/>
                <a:gd name="connsiteX117" fmla="*/ 112513 w 270289"/>
                <a:gd name="connsiteY117" fmla="*/ 285141 h 534349"/>
                <a:gd name="connsiteX118" fmla="*/ 112295 w 270289"/>
                <a:gd name="connsiteY118" fmla="*/ 300747 h 534349"/>
                <a:gd name="connsiteX119" fmla="*/ 112217 w 270289"/>
                <a:gd name="connsiteY119" fmla="*/ 306579 h 534349"/>
                <a:gd name="connsiteX120" fmla="*/ 112095 w 270289"/>
                <a:gd name="connsiteY120" fmla="*/ 314941 h 534349"/>
                <a:gd name="connsiteX121" fmla="*/ 112069 w 270289"/>
                <a:gd name="connsiteY121" fmla="*/ 317593 h 534349"/>
                <a:gd name="connsiteX122" fmla="*/ 112024 w 270289"/>
                <a:gd name="connsiteY122" fmla="*/ 320030 h 534349"/>
                <a:gd name="connsiteX123" fmla="*/ 111994 w 270289"/>
                <a:gd name="connsiteY123" fmla="*/ 322189 h 534349"/>
                <a:gd name="connsiteX124" fmla="*/ 111787 w 270289"/>
                <a:gd name="connsiteY124" fmla="*/ 323804 h 534349"/>
                <a:gd name="connsiteX125" fmla="*/ 110298 w 270289"/>
                <a:gd name="connsiteY125" fmla="*/ 324548 h 534349"/>
                <a:gd name="connsiteX126" fmla="*/ 109990 w 270289"/>
                <a:gd name="connsiteY126" fmla="*/ 330806 h 534349"/>
                <a:gd name="connsiteX127" fmla="*/ 109947 w 270289"/>
                <a:gd name="connsiteY127" fmla="*/ 332705 h 534349"/>
                <a:gd name="connsiteX128" fmla="*/ 109833 w 270289"/>
                <a:gd name="connsiteY128" fmla="*/ 338733 h 534349"/>
                <a:gd name="connsiteX129" fmla="*/ 109746 w 270289"/>
                <a:gd name="connsiteY129" fmla="*/ 342810 h 534349"/>
                <a:gd name="connsiteX130" fmla="*/ 109554 w 270289"/>
                <a:gd name="connsiteY130" fmla="*/ 352825 h 534349"/>
                <a:gd name="connsiteX131" fmla="*/ 107322 w 270289"/>
                <a:gd name="connsiteY131" fmla="*/ 352825 h 534349"/>
                <a:gd name="connsiteX132" fmla="*/ 106578 w 270289"/>
                <a:gd name="connsiteY132" fmla="*/ 373661 h 534349"/>
                <a:gd name="connsiteX133" fmla="*/ 105089 w 270289"/>
                <a:gd name="connsiteY133" fmla="*/ 373661 h 534349"/>
                <a:gd name="connsiteX134" fmla="*/ 104162 w 270289"/>
                <a:gd name="connsiteY134" fmla="*/ 379015 h 534349"/>
                <a:gd name="connsiteX135" fmla="*/ 104088 w 270289"/>
                <a:gd name="connsiteY135" fmla="*/ 380815 h 534349"/>
                <a:gd name="connsiteX136" fmla="*/ 103960 w 270289"/>
                <a:gd name="connsiteY136" fmla="*/ 384570 h 534349"/>
                <a:gd name="connsiteX137" fmla="*/ 103601 w 270289"/>
                <a:gd name="connsiteY137" fmla="*/ 389288 h 534349"/>
                <a:gd name="connsiteX138" fmla="*/ 102113 w 270289"/>
                <a:gd name="connsiteY138" fmla="*/ 390032 h 534349"/>
                <a:gd name="connsiteX139" fmla="*/ 101805 w 270289"/>
                <a:gd name="connsiteY139" fmla="*/ 393198 h 534349"/>
                <a:gd name="connsiteX140" fmla="*/ 101718 w 270289"/>
                <a:gd name="connsiteY140" fmla="*/ 395123 h 534349"/>
                <a:gd name="connsiteX141" fmla="*/ 101648 w 270289"/>
                <a:gd name="connsiteY141" fmla="*/ 397148 h 534349"/>
                <a:gd name="connsiteX142" fmla="*/ 101561 w 270289"/>
                <a:gd name="connsiteY142" fmla="*/ 399181 h 534349"/>
                <a:gd name="connsiteX143" fmla="*/ 101369 w 270289"/>
                <a:gd name="connsiteY143" fmla="*/ 404171 h 534349"/>
                <a:gd name="connsiteX144" fmla="*/ 99881 w 270289"/>
                <a:gd name="connsiteY144" fmla="*/ 404171 h 534349"/>
                <a:gd name="connsiteX145" fmla="*/ 98718 w 270289"/>
                <a:gd name="connsiteY145" fmla="*/ 411333 h 534349"/>
                <a:gd name="connsiteX146" fmla="*/ 98620 w 270289"/>
                <a:gd name="connsiteY146" fmla="*/ 412926 h 534349"/>
                <a:gd name="connsiteX147" fmla="*/ 98392 w 270289"/>
                <a:gd name="connsiteY147" fmla="*/ 416821 h 534349"/>
                <a:gd name="connsiteX148" fmla="*/ 96904 w 270289"/>
                <a:gd name="connsiteY148" fmla="*/ 416821 h 534349"/>
                <a:gd name="connsiteX149" fmla="*/ 96631 w 270289"/>
                <a:gd name="connsiteY149" fmla="*/ 419237 h 534349"/>
                <a:gd name="connsiteX150" fmla="*/ 96253 w 270289"/>
                <a:gd name="connsiteY150" fmla="*/ 422356 h 534349"/>
                <a:gd name="connsiteX151" fmla="*/ 96076 w 270289"/>
                <a:gd name="connsiteY151" fmla="*/ 423950 h 534349"/>
                <a:gd name="connsiteX152" fmla="*/ 95416 w 270289"/>
                <a:gd name="connsiteY152" fmla="*/ 427983 h 534349"/>
                <a:gd name="connsiteX153" fmla="*/ 93927 w 270289"/>
                <a:gd name="connsiteY153" fmla="*/ 428727 h 534349"/>
                <a:gd name="connsiteX154" fmla="*/ 93512 w 270289"/>
                <a:gd name="connsiteY154" fmla="*/ 436239 h 534349"/>
                <a:gd name="connsiteX155" fmla="*/ 93183 w 270289"/>
                <a:gd name="connsiteY155" fmla="*/ 438401 h 534349"/>
                <a:gd name="connsiteX156" fmla="*/ 90951 w 270289"/>
                <a:gd name="connsiteY156" fmla="*/ 439145 h 534349"/>
                <a:gd name="connsiteX157" fmla="*/ 90439 w 270289"/>
                <a:gd name="connsiteY157" fmla="*/ 442913 h 534349"/>
                <a:gd name="connsiteX158" fmla="*/ 90291 w 270289"/>
                <a:gd name="connsiteY158" fmla="*/ 444985 h 534349"/>
                <a:gd name="connsiteX159" fmla="*/ 90207 w 270289"/>
                <a:gd name="connsiteY159" fmla="*/ 446587 h 534349"/>
                <a:gd name="connsiteX160" fmla="*/ 87974 w 270289"/>
                <a:gd name="connsiteY160" fmla="*/ 446587 h 534349"/>
                <a:gd name="connsiteX161" fmla="*/ 87864 w 270289"/>
                <a:gd name="connsiteY161" fmla="*/ 448351 h 534349"/>
                <a:gd name="connsiteX162" fmla="*/ 87695 w 270289"/>
                <a:gd name="connsiteY162" fmla="*/ 450633 h 534349"/>
                <a:gd name="connsiteX163" fmla="*/ 87538 w 270289"/>
                <a:gd name="connsiteY163" fmla="*/ 452909 h 534349"/>
                <a:gd name="connsiteX164" fmla="*/ 87230 w 270289"/>
                <a:gd name="connsiteY164" fmla="*/ 454772 h 534349"/>
                <a:gd name="connsiteX165" fmla="*/ 85742 w 270289"/>
                <a:gd name="connsiteY165" fmla="*/ 455516 h 534349"/>
                <a:gd name="connsiteX166" fmla="*/ 85326 w 270289"/>
                <a:gd name="connsiteY166" fmla="*/ 461865 h 534349"/>
                <a:gd name="connsiteX167" fmla="*/ 84998 w 270289"/>
                <a:gd name="connsiteY167" fmla="*/ 463702 h 534349"/>
                <a:gd name="connsiteX168" fmla="*/ 82765 w 270289"/>
                <a:gd name="connsiteY168" fmla="*/ 464446 h 534349"/>
                <a:gd name="connsiteX169" fmla="*/ 82393 w 270289"/>
                <a:gd name="connsiteY169" fmla="*/ 467795 h 534349"/>
                <a:gd name="connsiteX170" fmla="*/ 82021 w 270289"/>
                <a:gd name="connsiteY170" fmla="*/ 471143 h 534349"/>
                <a:gd name="connsiteX171" fmla="*/ 79789 w 270289"/>
                <a:gd name="connsiteY171" fmla="*/ 471888 h 534349"/>
                <a:gd name="connsiteX172" fmla="*/ 79277 w 270289"/>
                <a:gd name="connsiteY172" fmla="*/ 474911 h 534349"/>
                <a:gd name="connsiteX173" fmla="*/ 79045 w 270289"/>
                <a:gd name="connsiteY173" fmla="*/ 477841 h 534349"/>
                <a:gd name="connsiteX174" fmla="*/ 76812 w 270289"/>
                <a:gd name="connsiteY174" fmla="*/ 477841 h 534349"/>
                <a:gd name="connsiteX175" fmla="*/ 76952 w 270289"/>
                <a:gd name="connsiteY175" fmla="*/ 480771 h 534349"/>
                <a:gd name="connsiteX176" fmla="*/ 76812 w 270289"/>
                <a:gd name="connsiteY176" fmla="*/ 483794 h 534349"/>
                <a:gd name="connsiteX177" fmla="*/ 74580 w 270289"/>
                <a:gd name="connsiteY177" fmla="*/ 484538 h 534349"/>
                <a:gd name="connsiteX178" fmla="*/ 73836 w 270289"/>
                <a:gd name="connsiteY178" fmla="*/ 489003 h 534349"/>
                <a:gd name="connsiteX179" fmla="*/ 71603 w 270289"/>
                <a:gd name="connsiteY179" fmla="*/ 489003 h 534349"/>
                <a:gd name="connsiteX180" fmla="*/ 71324 w 270289"/>
                <a:gd name="connsiteY180" fmla="*/ 491933 h 534349"/>
                <a:gd name="connsiteX181" fmla="*/ 70859 w 270289"/>
                <a:gd name="connsiteY181" fmla="*/ 494956 h 534349"/>
                <a:gd name="connsiteX182" fmla="*/ 69371 w 270289"/>
                <a:gd name="connsiteY182" fmla="*/ 495700 h 534349"/>
                <a:gd name="connsiteX183" fmla="*/ 68627 w 270289"/>
                <a:gd name="connsiteY183" fmla="*/ 498305 h 534349"/>
                <a:gd name="connsiteX184" fmla="*/ 67882 w 270289"/>
                <a:gd name="connsiteY184" fmla="*/ 500909 h 534349"/>
                <a:gd name="connsiteX185" fmla="*/ 66394 w 270289"/>
                <a:gd name="connsiteY185" fmla="*/ 501653 h 534349"/>
                <a:gd name="connsiteX186" fmla="*/ 66069 w 270289"/>
                <a:gd name="connsiteY186" fmla="*/ 503467 h 534349"/>
                <a:gd name="connsiteX187" fmla="*/ 63418 w 270289"/>
                <a:gd name="connsiteY187" fmla="*/ 506862 h 534349"/>
                <a:gd name="connsiteX188" fmla="*/ 61929 w 270289"/>
                <a:gd name="connsiteY188" fmla="*/ 510583 h 534349"/>
                <a:gd name="connsiteX189" fmla="*/ 60441 w 270289"/>
                <a:gd name="connsiteY189" fmla="*/ 510583 h 534349"/>
                <a:gd name="connsiteX190" fmla="*/ 60162 w 270289"/>
                <a:gd name="connsiteY190" fmla="*/ 512769 h 534349"/>
                <a:gd name="connsiteX191" fmla="*/ 59697 w 270289"/>
                <a:gd name="connsiteY191" fmla="*/ 515048 h 534349"/>
                <a:gd name="connsiteX192" fmla="*/ 58209 w 270289"/>
                <a:gd name="connsiteY192" fmla="*/ 515792 h 534349"/>
                <a:gd name="connsiteX193" fmla="*/ 57464 w 270289"/>
                <a:gd name="connsiteY193" fmla="*/ 517652 h 534349"/>
                <a:gd name="connsiteX194" fmla="*/ 55232 w 270289"/>
                <a:gd name="connsiteY194" fmla="*/ 520257 h 534349"/>
                <a:gd name="connsiteX195" fmla="*/ 53744 w 270289"/>
                <a:gd name="connsiteY195" fmla="*/ 523233 h 534349"/>
                <a:gd name="connsiteX196" fmla="*/ 52256 w 270289"/>
                <a:gd name="connsiteY196" fmla="*/ 525466 h 534349"/>
                <a:gd name="connsiteX197" fmla="*/ 52256 w 270289"/>
                <a:gd name="connsiteY197" fmla="*/ 526954 h 534349"/>
                <a:gd name="connsiteX198" fmla="*/ 51279 w 270289"/>
                <a:gd name="connsiteY198" fmla="*/ 527884 h 534349"/>
                <a:gd name="connsiteX199" fmla="*/ 49093 w 270289"/>
                <a:gd name="connsiteY199" fmla="*/ 531558 h 534349"/>
                <a:gd name="connsiteX200" fmla="*/ 45326 w 270289"/>
                <a:gd name="connsiteY200" fmla="*/ 534349 h 534349"/>
                <a:gd name="connsiteX201" fmla="*/ 40349 w 270289"/>
                <a:gd name="connsiteY201" fmla="*/ 530721 h 534349"/>
                <a:gd name="connsiteX202" fmla="*/ 39265 w 270289"/>
                <a:gd name="connsiteY202" fmla="*/ 528884 h 534349"/>
                <a:gd name="connsiteX203" fmla="*/ 35373 w 270289"/>
                <a:gd name="connsiteY203" fmla="*/ 523280 h 534349"/>
                <a:gd name="connsiteX204" fmla="*/ 34108 w 270289"/>
                <a:gd name="connsiteY204" fmla="*/ 521632 h 534349"/>
                <a:gd name="connsiteX205" fmla="*/ 30675 w 270289"/>
                <a:gd name="connsiteY205" fmla="*/ 518768 h 534349"/>
                <a:gd name="connsiteX206" fmla="*/ 29931 w 270289"/>
                <a:gd name="connsiteY206" fmla="*/ 516536 h 534349"/>
                <a:gd name="connsiteX207" fmla="*/ 27699 w 270289"/>
                <a:gd name="connsiteY207" fmla="*/ 515792 h 534349"/>
                <a:gd name="connsiteX208" fmla="*/ 26955 w 270289"/>
                <a:gd name="connsiteY208" fmla="*/ 513559 h 534349"/>
                <a:gd name="connsiteX209" fmla="*/ 25466 w 270289"/>
                <a:gd name="connsiteY209" fmla="*/ 513187 h 534349"/>
                <a:gd name="connsiteX210" fmla="*/ 23978 w 270289"/>
                <a:gd name="connsiteY210" fmla="*/ 512815 h 534349"/>
                <a:gd name="connsiteX211" fmla="*/ 23234 w 270289"/>
                <a:gd name="connsiteY211" fmla="*/ 510583 h 534349"/>
                <a:gd name="connsiteX212" fmla="*/ 21792 w 270289"/>
                <a:gd name="connsiteY212" fmla="*/ 509885 h 534349"/>
                <a:gd name="connsiteX213" fmla="*/ 18769 w 270289"/>
                <a:gd name="connsiteY213" fmla="*/ 506118 h 534349"/>
                <a:gd name="connsiteX214" fmla="*/ 16537 w 270289"/>
                <a:gd name="connsiteY214" fmla="*/ 505374 h 534349"/>
                <a:gd name="connsiteX215" fmla="*/ 15793 w 270289"/>
                <a:gd name="connsiteY215" fmla="*/ 503141 h 534349"/>
                <a:gd name="connsiteX216" fmla="*/ 14304 w 270289"/>
                <a:gd name="connsiteY216" fmla="*/ 502816 h 534349"/>
                <a:gd name="connsiteX217" fmla="*/ 12816 w 270289"/>
                <a:gd name="connsiteY217" fmla="*/ 502397 h 534349"/>
                <a:gd name="connsiteX218" fmla="*/ 12490 w 270289"/>
                <a:gd name="connsiteY218" fmla="*/ 500909 h 534349"/>
                <a:gd name="connsiteX219" fmla="*/ 12072 w 270289"/>
                <a:gd name="connsiteY219" fmla="*/ 499421 h 534349"/>
                <a:gd name="connsiteX220" fmla="*/ 8351 w 270289"/>
                <a:gd name="connsiteY220" fmla="*/ 498677 h 534349"/>
                <a:gd name="connsiteX221" fmla="*/ 7607 w 270289"/>
                <a:gd name="connsiteY221" fmla="*/ 496444 h 534349"/>
                <a:gd name="connsiteX222" fmla="*/ 5793 w 270289"/>
                <a:gd name="connsiteY222" fmla="*/ 496119 h 534349"/>
                <a:gd name="connsiteX223" fmla="*/ 3886 w 270289"/>
                <a:gd name="connsiteY223" fmla="*/ 495700 h 534349"/>
                <a:gd name="connsiteX224" fmla="*/ 2398 w 270289"/>
                <a:gd name="connsiteY224" fmla="*/ 492724 h 534349"/>
                <a:gd name="connsiteX225" fmla="*/ 166 w 270289"/>
                <a:gd name="connsiteY225" fmla="*/ 491979 h 534349"/>
                <a:gd name="connsiteX226" fmla="*/ 166 w 270289"/>
                <a:gd name="connsiteY226" fmla="*/ 486026 h 534349"/>
                <a:gd name="connsiteX227" fmla="*/ 2398 w 270289"/>
                <a:gd name="connsiteY227" fmla="*/ 486026 h 534349"/>
                <a:gd name="connsiteX228" fmla="*/ 3392 w 270289"/>
                <a:gd name="connsiteY228" fmla="*/ 482259 h 534349"/>
                <a:gd name="connsiteX229" fmla="*/ 5747 w 270289"/>
                <a:gd name="connsiteY229" fmla="*/ 478492 h 534349"/>
                <a:gd name="connsiteX230" fmla="*/ 9095 w 270289"/>
                <a:gd name="connsiteY230" fmla="*/ 472632 h 534349"/>
                <a:gd name="connsiteX231" fmla="*/ 10584 w 270289"/>
                <a:gd name="connsiteY231" fmla="*/ 471888 h 534349"/>
                <a:gd name="connsiteX232" fmla="*/ 10909 w 270289"/>
                <a:gd name="connsiteY232" fmla="*/ 470353 h 534349"/>
                <a:gd name="connsiteX233" fmla="*/ 11328 w 270289"/>
                <a:gd name="connsiteY233" fmla="*/ 468911 h 534349"/>
                <a:gd name="connsiteX234" fmla="*/ 13560 w 270289"/>
                <a:gd name="connsiteY234" fmla="*/ 468911 h 534349"/>
                <a:gd name="connsiteX235" fmla="*/ 13421 w 270289"/>
                <a:gd name="connsiteY235" fmla="*/ 466818 h 534349"/>
                <a:gd name="connsiteX236" fmla="*/ 15793 w 270289"/>
                <a:gd name="connsiteY236" fmla="*/ 462214 h 534349"/>
                <a:gd name="connsiteX237" fmla="*/ 16165 w 270289"/>
                <a:gd name="connsiteY237" fmla="*/ 460260 h 534349"/>
                <a:gd name="connsiteX238" fmla="*/ 16537 w 270289"/>
                <a:gd name="connsiteY238" fmla="*/ 458493 h 534349"/>
                <a:gd name="connsiteX239" fmla="*/ 18769 w 270289"/>
                <a:gd name="connsiteY239" fmla="*/ 457749 h 534349"/>
                <a:gd name="connsiteX240" fmla="*/ 19513 w 270289"/>
                <a:gd name="connsiteY240" fmla="*/ 452540 h 534349"/>
                <a:gd name="connsiteX241" fmla="*/ 21746 w 270289"/>
                <a:gd name="connsiteY241" fmla="*/ 451052 h 534349"/>
                <a:gd name="connsiteX242" fmla="*/ 21746 w 270289"/>
                <a:gd name="connsiteY242" fmla="*/ 448773 h 534349"/>
                <a:gd name="connsiteX243" fmla="*/ 21746 w 270289"/>
                <a:gd name="connsiteY243" fmla="*/ 446587 h 534349"/>
                <a:gd name="connsiteX244" fmla="*/ 23978 w 270289"/>
                <a:gd name="connsiteY244" fmla="*/ 445843 h 534349"/>
                <a:gd name="connsiteX245" fmla="*/ 24350 w 270289"/>
                <a:gd name="connsiteY245" fmla="*/ 442494 h 534349"/>
                <a:gd name="connsiteX246" fmla="*/ 24722 w 270289"/>
                <a:gd name="connsiteY246" fmla="*/ 439145 h 534349"/>
                <a:gd name="connsiteX247" fmla="*/ 26955 w 270289"/>
                <a:gd name="connsiteY247" fmla="*/ 438401 h 534349"/>
                <a:gd name="connsiteX248" fmla="*/ 27466 w 270289"/>
                <a:gd name="connsiteY248" fmla="*/ 435378 h 534349"/>
                <a:gd name="connsiteX249" fmla="*/ 27699 w 270289"/>
                <a:gd name="connsiteY249" fmla="*/ 432448 h 534349"/>
                <a:gd name="connsiteX250" fmla="*/ 29931 w 270289"/>
                <a:gd name="connsiteY250" fmla="*/ 432448 h 534349"/>
                <a:gd name="connsiteX251" fmla="*/ 29931 w 270289"/>
                <a:gd name="connsiteY251" fmla="*/ 425007 h 534349"/>
                <a:gd name="connsiteX252" fmla="*/ 32908 w 270289"/>
                <a:gd name="connsiteY252" fmla="*/ 425007 h 534349"/>
                <a:gd name="connsiteX253" fmla="*/ 32908 w 270289"/>
                <a:gd name="connsiteY253" fmla="*/ 416821 h 534349"/>
                <a:gd name="connsiteX254" fmla="*/ 35140 w 270289"/>
                <a:gd name="connsiteY254" fmla="*/ 416821 h 534349"/>
                <a:gd name="connsiteX255" fmla="*/ 35884 w 270289"/>
                <a:gd name="connsiteY255" fmla="*/ 407892 h 534349"/>
                <a:gd name="connsiteX256" fmla="*/ 38117 w 270289"/>
                <a:gd name="connsiteY256" fmla="*/ 407892 h 534349"/>
                <a:gd name="connsiteX257" fmla="*/ 38038 w 270289"/>
                <a:gd name="connsiteY257" fmla="*/ 405802 h 534349"/>
                <a:gd name="connsiteX258" fmla="*/ 37977 w 270289"/>
                <a:gd name="connsiteY258" fmla="*/ 403101 h 534349"/>
                <a:gd name="connsiteX259" fmla="*/ 37899 w 270289"/>
                <a:gd name="connsiteY259" fmla="*/ 400406 h 534349"/>
                <a:gd name="connsiteX260" fmla="*/ 38117 w 270289"/>
                <a:gd name="connsiteY260" fmla="*/ 398218 h 534349"/>
                <a:gd name="connsiteX261" fmla="*/ 40349 w 270289"/>
                <a:gd name="connsiteY261" fmla="*/ 397474 h 534349"/>
                <a:gd name="connsiteX262" fmla="*/ 40721 w 270289"/>
                <a:gd name="connsiteY262" fmla="*/ 391986 h 534349"/>
                <a:gd name="connsiteX263" fmla="*/ 42207 w 270289"/>
                <a:gd name="connsiteY263" fmla="*/ 385218 h 534349"/>
                <a:gd name="connsiteX264" fmla="*/ 43744 w 270289"/>
                <a:gd name="connsiteY264" fmla="*/ 378033 h 534349"/>
                <a:gd name="connsiteX265" fmla="*/ 44070 w 270289"/>
                <a:gd name="connsiteY265" fmla="*/ 372173 h 534349"/>
                <a:gd name="connsiteX266" fmla="*/ 45558 w 270289"/>
                <a:gd name="connsiteY266" fmla="*/ 371429 h 534349"/>
                <a:gd name="connsiteX267" fmla="*/ 45788 w 270289"/>
                <a:gd name="connsiteY267" fmla="*/ 368289 h 534349"/>
                <a:gd name="connsiteX268" fmla="*/ 45845 w 270289"/>
                <a:gd name="connsiteY268" fmla="*/ 366374 h 534349"/>
                <a:gd name="connsiteX269" fmla="*/ 45914 w 270289"/>
                <a:gd name="connsiteY269" fmla="*/ 362345 h 534349"/>
                <a:gd name="connsiteX270" fmla="*/ 45974 w 270289"/>
                <a:gd name="connsiteY270" fmla="*/ 360429 h 534349"/>
                <a:gd name="connsiteX271" fmla="*/ 46004 w 270289"/>
                <a:gd name="connsiteY271" fmla="*/ 358661 h 534349"/>
                <a:gd name="connsiteX272" fmla="*/ 46302 w 270289"/>
                <a:gd name="connsiteY272" fmla="*/ 357290 h 534349"/>
                <a:gd name="connsiteX273" fmla="*/ 48535 w 270289"/>
                <a:gd name="connsiteY273" fmla="*/ 356546 h 534349"/>
                <a:gd name="connsiteX274" fmla="*/ 48916 w 270289"/>
                <a:gd name="connsiteY274" fmla="*/ 352241 h 534349"/>
                <a:gd name="connsiteX275" fmla="*/ 48996 w 270289"/>
                <a:gd name="connsiteY275" fmla="*/ 349603 h 534349"/>
                <a:gd name="connsiteX276" fmla="*/ 49046 w 270289"/>
                <a:gd name="connsiteY276" fmla="*/ 346825 h 534349"/>
                <a:gd name="connsiteX277" fmla="*/ 49123 w 270289"/>
                <a:gd name="connsiteY277" fmla="*/ 344039 h 534349"/>
                <a:gd name="connsiteX278" fmla="*/ 49279 w 270289"/>
                <a:gd name="connsiteY278" fmla="*/ 337198 h 534349"/>
                <a:gd name="connsiteX279" fmla="*/ 51511 w 270289"/>
                <a:gd name="connsiteY279" fmla="*/ 337198 h 534349"/>
                <a:gd name="connsiteX280" fmla="*/ 51556 w 270289"/>
                <a:gd name="connsiteY280" fmla="*/ 334683 h 534349"/>
                <a:gd name="connsiteX281" fmla="*/ 51748 w 270289"/>
                <a:gd name="connsiteY281" fmla="*/ 325476 h 534349"/>
                <a:gd name="connsiteX282" fmla="*/ 51825 w 270289"/>
                <a:gd name="connsiteY282" fmla="*/ 321485 h 534349"/>
                <a:gd name="connsiteX283" fmla="*/ 51947 w 270289"/>
                <a:gd name="connsiteY283" fmla="*/ 315761 h 534349"/>
                <a:gd name="connsiteX284" fmla="*/ 51973 w 270289"/>
                <a:gd name="connsiteY284" fmla="*/ 313947 h 534349"/>
                <a:gd name="connsiteX285" fmla="*/ 52256 w 270289"/>
                <a:gd name="connsiteY285" fmla="*/ 309665 h 534349"/>
                <a:gd name="connsiteX286" fmla="*/ 53744 w 270289"/>
                <a:gd name="connsiteY286" fmla="*/ 308921 h 534349"/>
                <a:gd name="connsiteX287" fmla="*/ 54052 w 270289"/>
                <a:gd name="connsiteY287" fmla="*/ 303151 h 534349"/>
                <a:gd name="connsiteX288" fmla="*/ 54096 w 270289"/>
                <a:gd name="connsiteY288" fmla="*/ 301402 h 534349"/>
                <a:gd name="connsiteX289" fmla="*/ 54209 w 270289"/>
                <a:gd name="connsiteY289" fmla="*/ 295852 h 534349"/>
                <a:gd name="connsiteX290" fmla="*/ 54296 w 270289"/>
                <a:gd name="connsiteY290" fmla="*/ 292098 h 534349"/>
                <a:gd name="connsiteX291" fmla="*/ 54488 w 270289"/>
                <a:gd name="connsiteY291" fmla="*/ 282876 h 534349"/>
                <a:gd name="connsiteX292" fmla="*/ 53000 w 270289"/>
                <a:gd name="connsiteY292" fmla="*/ 283620 h 534349"/>
                <a:gd name="connsiteX293" fmla="*/ 49005 w 270289"/>
                <a:gd name="connsiteY293" fmla="*/ 283705 h 534349"/>
                <a:gd name="connsiteX294" fmla="*/ 46442 w 270289"/>
                <a:gd name="connsiteY294" fmla="*/ 283704 h 534349"/>
                <a:gd name="connsiteX295" fmla="*/ 43739 w 270289"/>
                <a:gd name="connsiteY295" fmla="*/ 283693 h 534349"/>
                <a:gd name="connsiteX296" fmla="*/ 41261 w 270289"/>
                <a:gd name="connsiteY296" fmla="*/ 283690 h 534349"/>
                <a:gd name="connsiteX297" fmla="*/ 32071 w 270289"/>
                <a:gd name="connsiteY297" fmla="*/ 283667 h 534349"/>
                <a:gd name="connsiteX298" fmla="*/ 11328 w 270289"/>
                <a:gd name="connsiteY298" fmla="*/ 283620 h 534349"/>
                <a:gd name="connsiteX299" fmla="*/ 11328 w 270289"/>
                <a:gd name="connsiteY299" fmla="*/ 209206 h 534349"/>
                <a:gd name="connsiteX300" fmla="*/ 54488 w 270289"/>
                <a:gd name="connsiteY300" fmla="*/ 208462 h 534349"/>
                <a:gd name="connsiteX301" fmla="*/ 54488 w 270289"/>
                <a:gd name="connsiteY301" fmla="*/ 72284 h 534349"/>
                <a:gd name="connsiteX302" fmla="*/ 25466 w 270289"/>
                <a:gd name="connsiteY302" fmla="*/ 72284 h 534349"/>
                <a:gd name="connsiteX303" fmla="*/ 24621 w 270289"/>
                <a:gd name="connsiteY303" fmla="*/ 66969 h 534349"/>
                <a:gd name="connsiteX304" fmla="*/ 24626 w 270289"/>
                <a:gd name="connsiteY304" fmla="*/ 64978 h 534349"/>
                <a:gd name="connsiteX305" fmla="*/ 24622 w 270289"/>
                <a:gd name="connsiteY305" fmla="*/ 62892 h 534349"/>
                <a:gd name="connsiteX306" fmla="*/ 24623 w 270289"/>
                <a:gd name="connsiteY306" fmla="*/ 56029 h 534349"/>
                <a:gd name="connsiteX307" fmla="*/ 24621 w 270289"/>
                <a:gd name="connsiteY307" fmla="*/ 51283 h 534349"/>
                <a:gd name="connsiteX308" fmla="*/ 24625 w 270289"/>
                <a:gd name="connsiteY308" fmla="*/ 41321 h 534349"/>
                <a:gd name="connsiteX309" fmla="*/ 24623 w 270289"/>
                <a:gd name="connsiteY309" fmla="*/ 28521 h 534349"/>
                <a:gd name="connsiteX310" fmla="*/ 24623 w 270289"/>
                <a:gd name="connsiteY310" fmla="*/ 18716 h 534349"/>
                <a:gd name="connsiteX311" fmla="*/ 24621 w 270289"/>
                <a:gd name="connsiteY311" fmla="*/ 13995 h 534349"/>
                <a:gd name="connsiteX312" fmla="*/ 24626 w 270289"/>
                <a:gd name="connsiteY312" fmla="*/ 7409 h 534349"/>
                <a:gd name="connsiteX313" fmla="*/ 24621 w 270289"/>
                <a:gd name="connsiteY313" fmla="*/ 5417 h 534349"/>
                <a:gd name="connsiteX314" fmla="*/ 29213 w 270289"/>
                <a:gd name="connsiteY314" fmla="*/ 9 h 534349"/>
                <a:gd name="connsiteX315" fmla="*/ 31687 w 270289"/>
                <a:gd name="connsiteY315" fmla="*/ 3 h 534349"/>
                <a:gd name="connsiteX316" fmla="*/ 34440 w 270289"/>
                <a:gd name="connsiteY316" fmla="*/ 8 h 534349"/>
                <a:gd name="connsiteX317" fmla="*/ 37338 w 270289"/>
                <a:gd name="connsiteY317" fmla="*/ 4 h 534349"/>
                <a:gd name="connsiteX318" fmla="*/ 45337 w 270289"/>
                <a:gd name="connsiteY318" fmla="*/ 5 h 534349"/>
                <a:gd name="connsiteX319" fmla="*/ 53951 w 270289"/>
                <a:gd name="connsiteY319" fmla="*/ 2 h 534349"/>
                <a:gd name="connsiteX320" fmla="*/ 70840 w 270289"/>
                <a:gd name="connsiteY320" fmla="*/ 2 h 534349"/>
                <a:gd name="connsiteX321" fmla="*/ 84563 w 270289"/>
                <a:gd name="connsiteY321" fmla="*/ 3 h 534349"/>
                <a:gd name="connsiteX322" fmla="*/ 86532 w 270289"/>
                <a:gd name="connsiteY322" fmla="*/ 3 h 534349"/>
                <a:gd name="connsiteX323" fmla="*/ 90491 w 270289"/>
                <a:gd name="connsiteY323" fmla="*/ 2 h 534349"/>
                <a:gd name="connsiteX324" fmla="*/ 127670 w 270289"/>
                <a:gd name="connsiteY324" fmla="*/ 6 h 534349"/>
                <a:gd name="connsiteX325" fmla="*/ 159595 w 270289"/>
                <a:gd name="connsiteY325" fmla="*/ 5 h 534349"/>
                <a:gd name="connsiteX326" fmla="*/ 196628 w 270289"/>
                <a:gd name="connsiteY326" fmla="*/ 2 h 534349"/>
                <a:gd name="connsiteX327" fmla="*/ 200575 w 270289"/>
                <a:gd name="connsiteY327" fmla="*/ 3 h 534349"/>
                <a:gd name="connsiteX328" fmla="*/ 202537 w 270289"/>
                <a:gd name="connsiteY328" fmla="*/ 3 h 534349"/>
                <a:gd name="connsiteX329" fmla="*/ 216247 w 270289"/>
                <a:gd name="connsiteY329" fmla="*/ 1 h 53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Lst>
              <a:rect l="l" t="t" r="r" b="b"/>
              <a:pathLst>
                <a:path w="270289" h="534349">
                  <a:moveTo>
                    <a:pt x="159174" y="71547"/>
                  </a:moveTo>
                  <a:cubicBezTo>
                    <a:pt x="158331" y="71549"/>
                    <a:pt x="157513" y="71550"/>
                    <a:pt x="156695" y="71552"/>
                  </a:cubicBezTo>
                  <a:cubicBezTo>
                    <a:pt x="155261" y="71552"/>
                    <a:pt x="153827" y="71552"/>
                    <a:pt x="152392" y="71558"/>
                  </a:cubicBezTo>
                  <a:cubicBezTo>
                    <a:pt x="151365" y="71562"/>
                    <a:pt x="150337" y="71565"/>
                    <a:pt x="149310" y="71566"/>
                  </a:cubicBezTo>
                  <a:cubicBezTo>
                    <a:pt x="146622" y="71568"/>
                    <a:pt x="143935" y="71572"/>
                    <a:pt x="141247" y="71580"/>
                  </a:cubicBezTo>
                  <a:cubicBezTo>
                    <a:pt x="138460" y="71589"/>
                    <a:pt x="135673" y="71594"/>
                    <a:pt x="132886" y="71598"/>
                  </a:cubicBezTo>
                  <a:cubicBezTo>
                    <a:pt x="126884" y="71606"/>
                    <a:pt x="120881" y="71619"/>
                    <a:pt x="114878" y="71636"/>
                  </a:cubicBezTo>
                  <a:cubicBezTo>
                    <a:pt x="114769" y="88449"/>
                    <a:pt x="114663" y="105261"/>
                    <a:pt x="114563" y="122074"/>
                  </a:cubicBezTo>
                  <a:cubicBezTo>
                    <a:pt x="114514" y="130246"/>
                    <a:pt x="114465" y="138418"/>
                    <a:pt x="114412" y="146590"/>
                  </a:cubicBezTo>
                  <a:cubicBezTo>
                    <a:pt x="114365" y="153768"/>
                    <a:pt x="114319" y="160947"/>
                    <a:pt x="114278" y="168126"/>
                  </a:cubicBezTo>
                  <a:cubicBezTo>
                    <a:pt x="114256" y="171916"/>
                    <a:pt x="114235" y="175706"/>
                    <a:pt x="114209" y="179496"/>
                  </a:cubicBezTo>
                  <a:cubicBezTo>
                    <a:pt x="114184" y="183124"/>
                    <a:pt x="114159" y="186752"/>
                    <a:pt x="114140" y="190380"/>
                  </a:cubicBezTo>
                  <a:cubicBezTo>
                    <a:pt x="114133" y="191715"/>
                    <a:pt x="114126" y="193050"/>
                    <a:pt x="114118" y="194384"/>
                  </a:cubicBezTo>
                  <a:cubicBezTo>
                    <a:pt x="114104" y="196249"/>
                    <a:pt x="114089" y="198114"/>
                    <a:pt x="114080" y="199978"/>
                  </a:cubicBezTo>
                  <a:cubicBezTo>
                    <a:pt x="114078" y="200550"/>
                    <a:pt x="114075" y="201105"/>
                    <a:pt x="114073" y="201660"/>
                  </a:cubicBezTo>
                  <a:cubicBezTo>
                    <a:pt x="114047" y="204371"/>
                    <a:pt x="114009" y="206694"/>
                    <a:pt x="114878" y="209302"/>
                  </a:cubicBezTo>
                  <a:cubicBezTo>
                    <a:pt x="115820" y="209443"/>
                    <a:pt x="115820" y="209443"/>
                    <a:pt x="116743" y="209581"/>
                  </a:cubicBezTo>
                  <a:cubicBezTo>
                    <a:pt x="118011" y="209580"/>
                    <a:pt x="118011" y="209580"/>
                    <a:pt x="119255" y="209580"/>
                  </a:cubicBezTo>
                  <a:cubicBezTo>
                    <a:pt x="120709" y="209587"/>
                    <a:pt x="122163" y="209593"/>
                    <a:pt x="123616" y="209584"/>
                  </a:cubicBezTo>
                  <a:cubicBezTo>
                    <a:pt x="124658" y="209577"/>
                    <a:pt x="125700" y="209573"/>
                    <a:pt x="126743" y="209572"/>
                  </a:cubicBezTo>
                  <a:cubicBezTo>
                    <a:pt x="128908" y="209575"/>
                    <a:pt x="131073" y="209574"/>
                    <a:pt x="133238" y="209563"/>
                  </a:cubicBezTo>
                  <a:cubicBezTo>
                    <a:pt x="136064" y="209546"/>
                    <a:pt x="138889" y="209533"/>
                    <a:pt x="141714" y="209537"/>
                  </a:cubicBezTo>
                  <a:cubicBezTo>
                    <a:pt x="143914" y="209541"/>
                    <a:pt x="146113" y="209542"/>
                    <a:pt x="148313" y="209536"/>
                  </a:cubicBezTo>
                  <a:cubicBezTo>
                    <a:pt x="149361" y="209532"/>
                    <a:pt x="150409" y="209529"/>
                    <a:pt x="151458" y="209526"/>
                  </a:cubicBezTo>
                  <a:cubicBezTo>
                    <a:pt x="152487" y="209527"/>
                    <a:pt x="153517" y="209528"/>
                    <a:pt x="154546" y="209528"/>
                  </a:cubicBezTo>
                  <a:cubicBezTo>
                    <a:pt x="155511" y="209521"/>
                    <a:pt x="156447" y="209514"/>
                    <a:pt x="157383" y="209507"/>
                  </a:cubicBezTo>
                  <a:cubicBezTo>
                    <a:pt x="159895" y="209496"/>
                    <a:pt x="159895" y="209496"/>
                    <a:pt x="161759" y="209302"/>
                  </a:cubicBezTo>
                  <a:cubicBezTo>
                    <a:pt x="162588" y="207644"/>
                    <a:pt x="162588" y="207644"/>
                    <a:pt x="162583" y="204081"/>
                  </a:cubicBezTo>
                  <a:cubicBezTo>
                    <a:pt x="162579" y="203543"/>
                    <a:pt x="162574" y="203021"/>
                    <a:pt x="162570" y="202499"/>
                  </a:cubicBezTo>
                  <a:cubicBezTo>
                    <a:pt x="162564" y="200722"/>
                    <a:pt x="162556" y="198945"/>
                    <a:pt x="162545" y="197168"/>
                  </a:cubicBezTo>
                  <a:cubicBezTo>
                    <a:pt x="162536" y="195861"/>
                    <a:pt x="162528" y="194555"/>
                    <a:pt x="162522" y="193249"/>
                  </a:cubicBezTo>
                  <a:cubicBezTo>
                    <a:pt x="162507" y="189699"/>
                    <a:pt x="162489" y="186148"/>
                    <a:pt x="162467" y="182598"/>
                  </a:cubicBezTo>
                  <a:cubicBezTo>
                    <a:pt x="162444" y="178821"/>
                    <a:pt x="162423" y="175045"/>
                    <a:pt x="162403" y="171268"/>
                  </a:cubicBezTo>
                  <a:cubicBezTo>
                    <a:pt x="162371" y="164953"/>
                    <a:pt x="162335" y="158638"/>
                    <a:pt x="162297" y="152323"/>
                  </a:cubicBezTo>
                  <a:cubicBezTo>
                    <a:pt x="162253" y="144955"/>
                    <a:pt x="162211" y="137587"/>
                    <a:pt x="162174" y="130218"/>
                  </a:cubicBezTo>
                  <a:cubicBezTo>
                    <a:pt x="162143" y="123853"/>
                    <a:pt x="162109" y="117488"/>
                    <a:pt x="162073" y="111123"/>
                  </a:cubicBezTo>
                  <a:cubicBezTo>
                    <a:pt x="162051" y="107333"/>
                    <a:pt x="162028" y="103544"/>
                    <a:pt x="162009" y="99755"/>
                  </a:cubicBezTo>
                  <a:cubicBezTo>
                    <a:pt x="161992" y="96127"/>
                    <a:pt x="161973" y="92498"/>
                    <a:pt x="161950" y="88870"/>
                  </a:cubicBezTo>
                  <a:cubicBezTo>
                    <a:pt x="161941" y="87538"/>
                    <a:pt x="161932" y="86206"/>
                    <a:pt x="161924" y="84874"/>
                  </a:cubicBezTo>
                  <a:cubicBezTo>
                    <a:pt x="161916" y="83008"/>
                    <a:pt x="161908" y="81142"/>
                    <a:pt x="161895" y="79276"/>
                  </a:cubicBezTo>
                  <a:cubicBezTo>
                    <a:pt x="161890" y="78707"/>
                    <a:pt x="161886" y="78154"/>
                    <a:pt x="161882" y="77602"/>
                  </a:cubicBezTo>
                  <a:cubicBezTo>
                    <a:pt x="161878" y="75854"/>
                    <a:pt x="161843" y="74128"/>
                    <a:pt x="161759" y="72381"/>
                  </a:cubicBezTo>
                  <a:cubicBezTo>
                    <a:pt x="161015" y="71636"/>
                    <a:pt x="161015" y="71636"/>
                    <a:pt x="159174" y="71547"/>
                  </a:cubicBezTo>
                  <a:close/>
                  <a:moveTo>
                    <a:pt x="216247" y="1"/>
                  </a:moveTo>
                  <a:cubicBezTo>
                    <a:pt x="221814" y="-1"/>
                    <a:pt x="227382" y="0"/>
                    <a:pt x="232950" y="4"/>
                  </a:cubicBezTo>
                  <a:cubicBezTo>
                    <a:pt x="235792" y="5"/>
                    <a:pt x="238635" y="6"/>
                    <a:pt x="241478" y="4"/>
                  </a:cubicBezTo>
                  <a:cubicBezTo>
                    <a:pt x="244554" y="1"/>
                    <a:pt x="247631" y="4"/>
                    <a:pt x="250708" y="8"/>
                  </a:cubicBezTo>
                  <a:cubicBezTo>
                    <a:pt x="252066" y="6"/>
                    <a:pt x="252066" y="6"/>
                    <a:pt x="253451" y="3"/>
                  </a:cubicBezTo>
                  <a:cubicBezTo>
                    <a:pt x="254682" y="6"/>
                    <a:pt x="254682" y="6"/>
                    <a:pt x="255937" y="9"/>
                  </a:cubicBezTo>
                  <a:cubicBezTo>
                    <a:pt x="257004" y="9"/>
                    <a:pt x="257004" y="9"/>
                    <a:pt x="258091" y="9"/>
                  </a:cubicBezTo>
                  <a:cubicBezTo>
                    <a:pt x="259871" y="102"/>
                    <a:pt x="259871" y="102"/>
                    <a:pt x="262103" y="847"/>
                  </a:cubicBezTo>
                  <a:cubicBezTo>
                    <a:pt x="262332" y="3057"/>
                    <a:pt x="262407" y="5115"/>
                    <a:pt x="262392" y="7329"/>
                  </a:cubicBezTo>
                  <a:cubicBezTo>
                    <a:pt x="262398" y="8349"/>
                    <a:pt x="262398" y="8349"/>
                    <a:pt x="262404" y="9389"/>
                  </a:cubicBezTo>
                  <a:cubicBezTo>
                    <a:pt x="262414" y="11649"/>
                    <a:pt x="262407" y="13908"/>
                    <a:pt x="262400" y="16168"/>
                  </a:cubicBezTo>
                  <a:cubicBezTo>
                    <a:pt x="262401" y="17732"/>
                    <a:pt x="262403" y="19296"/>
                    <a:pt x="262406" y="20859"/>
                  </a:cubicBezTo>
                  <a:cubicBezTo>
                    <a:pt x="262409" y="24142"/>
                    <a:pt x="262405" y="27424"/>
                    <a:pt x="262394" y="30707"/>
                  </a:cubicBezTo>
                  <a:cubicBezTo>
                    <a:pt x="262382" y="34922"/>
                    <a:pt x="262389" y="39136"/>
                    <a:pt x="262402" y="43351"/>
                  </a:cubicBezTo>
                  <a:cubicBezTo>
                    <a:pt x="262410" y="46582"/>
                    <a:pt x="262408" y="49813"/>
                    <a:pt x="262402" y="53044"/>
                  </a:cubicBezTo>
                  <a:cubicBezTo>
                    <a:pt x="262400" y="54598"/>
                    <a:pt x="262402" y="56153"/>
                    <a:pt x="262407" y="57707"/>
                  </a:cubicBezTo>
                  <a:cubicBezTo>
                    <a:pt x="262413" y="59877"/>
                    <a:pt x="262404" y="62047"/>
                    <a:pt x="262392" y="64218"/>
                  </a:cubicBezTo>
                  <a:cubicBezTo>
                    <a:pt x="262397" y="64865"/>
                    <a:pt x="262401" y="65513"/>
                    <a:pt x="262406" y="66180"/>
                  </a:cubicBezTo>
                  <a:cubicBezTo>
                    <a:pt x="262387" y="67966"/>
                    <a:pt x="262387" y="67966"/>
                    <a:pt x="262103" y="70796"/>
                  </a:cubicBezTo>
                  <a:cubicBezTo>
                    <a:pt x="259702" y="72397"/>
                    <a:pt x="259070" y="72469"/>
                    <a:pt x="256306" y="72465"/>
                  </a:cubicBezTo>
                  <a:cubicBezTo>
                    <a:pt x="255583" y="72467"/>
                    <a:pt x="254860" y="72469"/>
                    <a:pt x="254116" y="72472"/>
                  </a:cubicBezTo>
                  <a:cubicBezTo>
                    <a:pt x="253337" y="72466"/>
                    <a:pt x="252558" y="72461"/>
                    <a:pt x="251755" y="72456"/>
                  </a:cubicBezTo>
                  <a:cubicBezTo>
                    <a:pt x="250954" y="72455"/>
                    <a:pt x="250153" y="72455"/>
                    <a:pt x="249328" y="72455"/>
                  </a:cubicBezTo>
                  <a:cubicBezTo>
                    <a:pt x="247634" y="72452"/>
                    <a:pt x="245940" y="72446"/>
                    <a:pt x="244246" y="72437"/>
                  </a:cubicBezTo>
                  <a:cubicBezTo>
                    <a:pt x="241650" y="72424"/>
                    <a:pt x="239053" y="72422"/>
                    <a:pt x="236456" y="72422"/>
                  </a:cubicBezTo>
                  <a:cubicBezTo>
                    <a:pt x="234812" y="72419"/>
                    <a:pt x="233168" y="72414"/>
                    <a:pt x="231524" y="72409"/>
                  </a:cubicBezTo>
                  <a:cubicBezTo>
                    <a:pt x="230745" y="72408"/>
                    <a:pt x="229966" y="72407"/>
                    <a:pt x="229163" y="72407"/>
                  </a:cubicBezTo>
                  <a:cubicBezTo>
                    <a:pt x="228440" y="72402"/>
                    <a:pt x="227718" y="72397"/>
                    <a:pt x="226973" y="72392"/>
                  </a:cubicBezTo>
                  <a:cubicBezTo>
                    <a:pt x="226337" y="72389"/>
                    <a:pt x="225701" y="72387"/>
                    <a:pt x="225046" y="72384"/>
                  </a:cubicBezTo>
                  <a:cubicBezTo>
                    <a:pt x="223408" y="72284"/>
                    <a:pt x="223408" y="72284"/>
                    <a:pt x="221175" y="71540"/>
                  </a:cubicBezTo>
                  <a:cubicBezTo>
                    <a:pt x="221175" y="116970"/>
                    <a:pt x="221175" y="162400"/>
                    <a:pt x="221175" y="209206"/>
                  </a:cubicBezTo>
                  <a:cubicBezTo>
                    <a:pt x="237383" y="209206"/>
                    <a:pt x="253590" y="209206"/>
                    <a:pt x="270289" y="209206"/>
                  </a:cubicBezTo>
                  <a:cubicBezTo>
                    <a:pt x="270289" y="233763"/>
                    <a:pt x="270289" y="258319"/>
                    <a:pt x="270289" y="283620"/>
                  </a:cubicBezTo>
                  <a:cubicBezTo>
                    <a:pt x="254327" y="283620"/>
                    <a:pt x="238365" y="283620"/>
                    <a:pt x="221920" y="283620"/>
                  </a:cubicBezTo>
                  <a:cubicBezTo>
                    <a:pt x="221901" y="291055"/>
                    <a:pt x="221882" y="298490"/>
                    <a:pt x="221863" y="306150"/>
                  </a:cubicBezTo>
                  <a:cubicBezTo>
                    <a:pt x="221803" y="329911"/>
                    <a:pt x="221739" y="353672"/>
                    <a:pt x="221673" y="377433"/>
                  </a:cubicBezTo>
                  <a:cubicBezTo>
                    <a:pt x="221663" y="381121"/>
                    <a:pt x="221653" y="384809"/>
                    <a:pt x="221643" y="388496"/>
                  </a:cubicBezTo>
                  <a:cubicBezTo>
                    <a:pt x="221640" y="389231"/>
                    <a:pt x="221638" y="389965"/>
                    <a:pt x="221636" y="390721"/>
                  </a:cubicBezTo>
                  <a:cubicBezTo>
                    <a:pt x="221604" y="402626"/>
                    <a:pt x="221573" y="414530"/>
                    <a:pt x="221544" y="426434"/>
                  </a:cubicBezTo>
                  <a:cubicBezTo>
                    <a:pt x="221514" y="438640"/>
                    <a:pt x="221481" y="450845"/>
                    <a:pt x="221446" y="463051"/>
                  </a:cubicBezTo>
                  <a:cubicBezTo>
                    <a:pt x="221424" y="470589"/>
                    <a:pt x="221404" y="478126"/>
                    <a:pt x="221387" y="485664"/>
                  </a:cubicBezTo>
                  <a:cubicBezTo>
                    <a:pt x="221376" y="490826"/>
                    <a:pt x="221361" y="495987"/>
                    <a:pt x="221345" y="501149"/>
                  </a:cubicBezTo>
                  <a:cubicBezTo>
                    <a:pt x="221335" y="504132"/>
                    <a:pt x="221327" y="507114"/>
                    <a:pt x="221322" y="510097"/>
                  </a:cubicBezTo>
                  <a:cubicBezTo>
                    <a:pt x="221317" y="512823"/>
                    <a:pt x="221309" y="515549"/>
                    <a:pt x="221298" y="518275"/>
                  </a:cubicBezTo>
                  <a:cubicBezTo>
                    <a:pt x="221293" y="519738"/>
                    <a:pt x="221292" y="521200"/>
                    <a:pt x="221291" y="522663"/>
                  </a:cubicBezTo>
                  <a:cubicBezTo>
                    <a:pt x="221287" y="523520"/>
                    <a:pt x="221283" y="524377"/>
                    <a:pt x="221279" y="525260"/>
                  </a:cubicBezTo>
                  <a:cubicBezTo>
                    <a:pt x="221276" y="526378"/>
                    <a:pt x="221276" y="526378"/>
                    <a:pt x="221273" y="527519"/>
                  </a:cubicBezTo>
                  <a:cubicBezTo>
                    <a:pt x="221175" y="529186"/>
                    <a:pt x="221175" y="529186"/>
                    <a:pt x="220431" y="529931"/>
                  </a:cubicBezTo>
                  <a:cubicBezTo>
                    <a:pt x="218651" y="530009"/>
                    <a:pt x="216892" y="530040"/>
                    <a:pt x="215111" y="530039"/>
                  </a:cubicBezTo>
                  <a:cubicBezTo>
                    <a:pt x="214276" y="530042"/>
                    <a:pt x="214276" y="530042"/>
                    <a:pt x="213424" y="530046"/>
                  </a:cubicBezTo>
                  <a:cubicBezTo>
                    <a:pt x="211575" y="530053"/>
                    <a:pt x="209726" y="530055"/>
                    <a:pt x="207877" y="530056"/>
                  </a:cubicBezTo>
                  <a:cubicBezTo>
                    <a:pt x="206597" y="530058"/>
                    <a:pt x="205317" y="530060"/>
                    <a:pt x="204037" y="530063"/>
                  </a:cubicBezTo>
                  <a:cubicBezTo>
                    <a:pt x="201350" y="530068"/>
                    <a:pt x="198663" y="530069"/>
                    <a:pt x="195976" y="530068"/>
                  </a:cubicBezTo>
                  <a:cubicBezTo>
                    <a:pt x="192527" y="530068"/>
                    <a:pt x="189078" y="530079"/>
                    <a:pt x="185629" y="530091"/>
                  </a:cubicBezTo>
                  <a:cubicBezTo>
                    <a:pt x="182984" y="530100"/>
                    <a:pt x="180339" y="530101"/>
                    <a:pt x="177694" y="530101"/>
                  </a:cubicBezTo>
                  <a:cubicBezTo>
                    <a:pt x="176422" y="530102"/>
                    <a:pt x="175151" y="530105"/>
                    <a:pt x="173879" y="530111"/>
                  </a:cubicBezTo>
                  <a:cubicBezTo>
                    <a:pt x="172102" y="530118"/>
                    <a:pt x="170326" y="530116"/>
                    <a:pt x="168549" y="530111"/>
                  </a:cubicBezTo>
                  <a:cubicBezTo>
                    <a:pt x="168020" y="530116"/>
                    <a:pt x="167491" y="530120"/>
                    <a:pt x="166946" y="530124"/>
                  </a:cubicBezTo>
                  <a:cubicBezTo>
                    <a:pt x="163302" y="530100"/>
                    <a:pt x="163302" y="530100"/>
                    <a:pt x="161644" y="528442"/>
                  </a:cubicBezTo>
                  <a:cubicBezTo>
                    <a:pt x="161459" y="526688"/>
                    <a:pt x="161459" y="526688"/>
                    <a:pt x="161461" y="524436"/>
                  </a:cubicBezTo>
                  <a:cubicBezTo>
                    <a:pt x="161458" y="523580"/>
                    <a:pt x="161455" y="522724"/>
                    <a:pt x="161452" y="521842"/>
                  </a:cubicBezTo>
                  <a:cubicBezTo>
                    <a:pt x="161456" y="520894"/>
                    <a:pt x="161461" y="519946"/>
                    <a:pt x="161465" y="518969"/>
                  </a:cubicBezTo>
                  <a:cubicBezTo>
                    <a:pt x="161465" y="517958"/>
                    <a:pt x="161463" y="516947"/>
                    <a:pt x="161461" y="515935"/>
                  </a:cubicBezTo>
                  <a:cubicBezTo>
                    <a:pt x="161458" y="513147"/>
                    <a:pt x="161464" y="510360"/>
                    <a:pt x="161471" y="507571"/>
                  </a:cubicBezTo>
                  <a:cubicBezTo>
                    <a:pt x="161478" y="504569"/>
                    <a:pt x="161476" y="501566"/>
                    <a:pt x="161475" y="498563"/>
                  </a:cubicBezTo>
                  <a:cubicBezTo>
                    <a:pt x="161474" y="493357"/>
                    <a:pt x="161478" y="488151"/>
                    <a:pt x="161487" y="482945"/>
                  </a:cubicBezTo>
                  <a:cubicBezTo>
                    <a:pt x="161499" y="475418"/>
                    <a:pt x="161503" y="467891"/>
                    <a:pt x="161505" y="460364"/>
                  </a:cubicBezTo>
                  <a:cubicBezTo>
                    <a:pt x="161508" y="448153"/>
                    <a:pt x="161518" y="435942"/>
                    <a:pt x="161532" y="423731"/>
                  </a:cubicBezTo>
                  <a:cubicBezTo>
                    <a:pt x="161546" y="411866"/>
                    <a:pt x="161556" y="400002"/>
                    <a:pt x="161562" y="388138"/>
                  </a:cubicBezTo>
                  <a:cubicBezTo>
                    <a:pt x="161563" y="387407"/>
                    <a:pt x="161563" y="386676"/>
                    <a:pt x="161564" y="385923"/>
                  </a:cubicBezTo>
                  <a:cubicBezTo>
                    <a:pt x="161566" y="382256"/>
                    <a:pt x="161567" y="378590"/>
                    <a:pt x="161569" y="374923"/>
                  </a:cubicBezTo>
                  <a:cubicBezTo>
                    <a:pt x="161585" y="344489"/>
                    <a:pt x="161611" y="314054"/>
                    <a:pt x="161644" y="283620"/>
                  </a:cubicBezTo>
                  <a:cubicBezTo>
                    <a:pt x="161051" y="283620"/>
                    <a:pt x="160457" y="283620"/>
                    <a:pt x="159846" y="283620"/>
                  </a:cubicBezTo>
                  <a:cubicBezTo>
                    <a:pt x="144074" y="283620"/>
                    <a:pt x="128303" y="283620"/>
                    <a:pt x="112531" y="283620"/>
                  </a:cubicBezTo>
                  <a:cubicBezTo>
                    <a:pt x="112525" y="284122"/>
                    <a:pt x="112519" y="284624"/>
                    <a:pt x="112513" y="285141"/>
                  </a:cubicBezTo>
                  <a:cubicBezTo>
                    <a:pt x="112449" y="290343"/>
                    <a:pt x="112375" y="295545"/>
                    <a:pt x="112295" y="300747"/>
                  </a:cubicBezTo>
                  <a:cubicBezTo>
                    <a:pt x="112266" y="302691"/>
                    <a:pt x="112240" y="304635"/>
                    <a:pt x="112217" y="306579"/>
                  </a:cubicBezTo>
                  <a:cubicBezTo>
                    <a:pt x="112183" y="309367"/>
                    <a:pt x="112140" y="312154"/>
                    <a:pt x="112095" y="314941"/>
                  </a:cubicBezTo>
                  <a:cubicBezTo>
                    <a:pt x="112086" y="315816"/>
                    <a:pt x="112078" y="316691"/>
                    <a:pt x="112069" y="317593"/>
                  </a:cubicBezTo>
                  <a:cubicBezTo>
                    <a:pt x="112054" y="318397"/>
                    <a:pt x="112039" y="319202"/>
                    <a:pt x="112024" y="320030"/>
                  </a:cubicBezTo>
                  <a:cubicBezTo>
                    <a:pt x="112014" y="320743"/>
                    <a:pt x="112004" y="321455"/>
                    <a:pt x="111994" y="322189"/>
                  </a:cubicBezTo>
                  <a:cubicBezTo>
                    <a:pt x="111926" y="322722"/>
                    <a:pt x="111857" y="323255"/>
                    <a:pt x="111787" y="323804"/>
                  </a:cubicBezTo>
                  <a:cubicBezTo>
                    <a:pt x="111296" y="324049"/>
                    <a:pt x="110804" y="324295"/>
                    <a:pt x="110298" y="324548"/>
                  </a:cubicBezTo>
                  <a:cubicBezTo>
                    <a:pt x="110112" y="326655"/>
                    <a:pt x="110020" y="328695"/>
                    <a:pt x="109990" y="330806"/>
                  </a:cubicBezTo>
                  <a:cubicBezTo>
                    <a:pt x="109976" y="331433"/>
                    <a:pt x="109962" y="332059"/>
                    <a:pt x="109947" y="332705"/>
                  </a:cubicBezTo>
                  <a:cubicBezTo>
                    <a:pt x="109902" y="334714"/>
                    <a:pt x="109868" y="336723"/>
                    <a:pt x="109833" y="338733"/>
                  </a:cubicBezTo>
                  <a:cubicBezTo>
                    <a:pt x="109805" y="340092"/>
                    <a:pt x="109776" y="341451"/>
                    <a:pt x="109746" y="342810"/>
                  </a:cubicBezTo>
                  <a:cubicBezTo>
                    <a:pt x="109675" y="346148"/>
                    <a:pt x="109612" y="349486"/>
                    <a:pt x="109554" y="352825"/>
                  </a:cubicBezTo>
                  <a:cubicBezTo>
                    <a:pt x="108818" y="352825"/>
                    <a:pt x="108081" y="352825"/>
                    <a:pt x="107322" y="352825"/>
                  </a:cubicBezTo>
                  <a:cubicBezTo>
                    <a:pt x="107076" y="359701"/>
                    <a:pt x="106831" y="366577"/>
                    <a:pt x="106578" y="373661"/>
                  </a:cubicBezTo>
                  <a:cubicBezTo>
                    <a:pt x="106087" y="373661"/>
                    <a:pt x="105596" y="373661"/>
                    <a:pt x="105089" y="373661"/>
                  </a:cubicBezTo>
                  <a:cubicBezTo>
                    <a:pt x="104424" y="375657"/>
                    <a:pt x="104230" y="376955"/>
                    <a:pt x="104162" y="379015"/>
                  </a:cubicBezTo>
                  <a:cubicBezTo>
                    <a:pt x="104126" y="379906"/>
                    <a:pt x="104126" y="379906"/>
                    <a:pt x="104088" y="380815"/>
                  </a:cubicBezTo>
                  <a:cubicBezTo>
                    <a:pt x="104042" y="382066"/>
                    <a:pt x="104000" y="383318"/>
                    <a:pt x="103960" y="384570"/>
                  </a:cubicBezTo>
                  <a:cubicBezTo>
                    <a:pt x="103893" y="386146"/>
                    <a:pt x="103753" y="387718"/>
                    <a:pt x="103601" y="389288"/>
                  </a:cubicBezTo>
                  <a:cubicBezTo>
                    <a:pt x="103110" y="389534"/>
                    <a:pt x="102619" y="389779"/>
                    <a:pt x="102113" y="390032"/>
                  </a:cubicBezTo>
                  <a:cubicBezTo>
                    <a:pt x="101835" y="391474"/>
                    <a:pt x="101835" y="391474"/>
                    <a:pt x="101805" y="393198"/>
                  </a:cubicBezTo>
                  <a:cubicBezTo>
                    <a:pt x="101762" y="394151"/>
                    <a:pt x="101762" y="394151"/>
                    <a:pt x="101718" y="395123"/>
                  </a:cubicBezTo>
                  <a:cubicBezTo>
                    <a:pt x="101695" y="395792"/>
                    <a:pt x="101672" y="396460"/>
                    <a:pt x="101648" y="397148"/>
                  </a:cubicBezTo>
                  <a:cubicBezTo>
                    <a:pt x="101619" y="397819"/>
                    <a:pt x="101590" y="398490"/>
                    <a:pt x="101561" y="399181"/>
                  </a:cubicBezTo>
                  <a:cubicBezTo>
                    <a:pt x="101490" y="400844"/>
                    <a:pt x="101427" y="402507"/>
                    <a:pt x="101369" y="404171"/>
                  </a:cubicBezTo>
                  <a:cubicBezTo>
                    <a:pt x="100878" y="404171"/>
                    <a:pt x="100387" y="404171"/>
                    <a:pt x="99881" y="404171"/>
                  </a:cubicBezTo>
                  <a:cubicBezTo>
                    <a:pt x="98749" y="406435"/>
                    <a:pt x="98858" y="408844"/>
                    <a:pt x="98718" y="411333"/>
                  </a:cubicBezTo>
                  <a:cubicBezTo>
                    <a:pt x="98670" y="412122"/>
                    <a:pt x="98670" y="412122"/>
                    <a:pt x="98620" y="412926"/>
                  </a:cubicBezTo>
                  <a:cubicBezTo>
                    <a:pt x="98541" y="414224"/>
                    <a:pt x="98466" y="415523"/>
                    <a:pt x="98392" y="416821"/>
                  </a:cubicBezTo>
                  <a:cubicBezTo>
                    <a:pt x="97901" y="416821"/>
                    <a:pt x="97410" y="416821"/>
                    <a:pt x="96904" y="416821"/>
                  </a:cubicBezTo>
                  <a:cubicBezTo>
                    <a:pt x="96814" y="417618"/>
                    <a:pt x="96724" y="418415"/>
                    <a:pt x="96631" y="419237"/>
                  </a:cubicBezTo>
                  <a:cubicBezTo>
                    <a:pt x="96505" y="420276"/>
                    <a:pt x="96379" y="421316"/>
                    <a:pt x="96253" y="422356"/>
                  </a:cubicBezTo>
                  <a:cubicBezTo>
                    <a:pt x="96194" y="422882"/>
                    <a:pt x="96136" y="423408"/>
                    <a:pt x="96076" y="423950"/>
                  </a:cubicBezTo>
                  <a:cubicBezTo>
                    <a:pt x="95907" y="425302"/>
                    <a:pt x="95666" y="426644"/>
                    <a:pt x="95416" y="427983"/>
                  </a:cubicBezTo>
                  <a:cubicBezTo>
                    <a:pt x="94925" y="428229"/>
                    <a:pt x="94433" y="428474"/>
                    <a:pt x="93927" y="428727"/>
                  </a:cubicBezTo>
                  <a:cubicBezTo>
                    <a:pt x="93661" y="431232"/>
                    <a:pt x="93597" y="433722"/>
                    <a:pt x="93512" y="436239"/>
                  </a:cubicBezTo>
                  <a:cubicBezTo>
                    <a:pt x="93403" y="436952"/>
                    <a:pt x="93295" y="437666"/>
                    <a:pt x="93183" y="438401"/>
                  </a:cubicBezTo>
                  <a:cubicBezTo>
                    <a:pt x="92447" y="438647"/>
                    <a:pt x="91710" y="438892"/>
                    <a:pt x="90951" y="439145"/>
                  </a:cubicBezTo>
                  <a:cubicBezTo>
                    <a:pt x="90513" y="440893"/>
                    <a:pt x="90513" y="440893"/>
                    <a:pt x="90439" y="442913"/>
                  </a:cubicBezTo>
                  <a:cubicBezTo>
                    <a:pt x="90390" y="443597"/>
                    <a:pt x="90341" y="444280"/>
                    <a:pt x="90291" y="444985"/>
                  </a:cubicBezTo>
                  <a:cubicBezTo>
                    <a:pt x="90263" y="445514"/>
                    <a:pt x="90235" y="446042"/>
                    <a:pt x="90207" y="446587"/>
                  </a:cubicBezTo>
                  <a:cubicBezTo>
                    <a:pt x="89470" y="446587"/>
                    <a:pt x="88733" y="446587"/>
                    <a:pt x="87974" y="446587"/>
                  </a:cubicBezTo>
                  <a:cubicBezTo>
                    <a:pt x="87920" y="447460"/>
                    <a:pt x="87920" y="447460"/>
                    <a:pt x="87864" y="448351"/>
                  </a:cubicBezTo>
                  <a:cubicBezTo>
                    <a:pt x="87808" y="449104"/>
                    <a:pt x="87753" y="449857"/>
                    <a:pt x="87695" y="450633"/>
                  </a:cubicBezTo>
                  <a:cubicBezTo>
                    <a:pt x="87643" y="451384"/>
                    <a:pt x="87592" y="452135"/>
                    <a:pt x="87538" y="452909"/>
                  </a:cubicBezTo>
                  <a:cubicBezTo>
                    <a:pt x="87437" y="453524"/>
                    <a:pt x="87335" y="454139"/>
                    <a:pt x="87230" y="454772"/>
                  </a:cubicBezTo>
                  <a:cubicBezTo>
                    <a:pt x="86739" y="455018"/>
                    <a:pt x="86248" y="455263"/>
                    <a:pt x="85742" y="455516"/>
                  </a:cubicBezTo>
                  <a:cubicBezTo>
                    <a:pt x="85477" y="457634"/>
                    <a:pt x="85411" y="459733"/>
                    <a:pt x="85326" y="461865"/>
                  </a:cubicBezTo>
                  <a:cubicBezTo>
                    <a:pt x="85164" y="462774"/>
                    <a:pt x="85164" y="462774"/>
                    <a:pt x="84998" y="463702"/>
                  </a:cubicBezTo>
                  <a:cubicBezTo>
                    <a:pt x="84261" y="463948"/>
                    <a:pt x="83524" y="464193"/>
                    <a:pt x="82765" y="464446"/>
                  </a:cubicBezTo>
                  <a:cubicBezTo>
                    <a:pt x="82413" y="466001"/>
                    <a:pt x="82413" y="466001"/>
                    <a:pt x="82393" y="467795"/>
                  </a:cubicBezTo>
                  <a:cubicBezTo>
                    <a:pt x="82323" y="469632"/>
                    <a:pt x="82323" y="469632"/>
                    <a:pt x="82021" y="471143"/>
                  </a:cubicBezTo>
                  <a:cubicBezTo>
                    <a:pt x="81284" y="471389"/>
                    <a:pt x="80548" y="471635"/>
                    <a:pt x="79789" y="471888"/>
                  </a:cubicBezTo>
                  <a:cubicBezTo>
                    <a:pt x="79353" y="473291"/>
                    <a:pt x="79353" y="473291"/>
                    <a:pt x="79277" y="474911"/>
                  </a:cubicBezTo>
                  <a:cubicBezTo>
                    <a:pt x="79200" y="475878"/>
                    <a:pt x="79124" y="476844"/>
                    <a:pt x="79045" y="477841"/>
                  </a:cubicBezTo>
                  <a:cubicBezTo>
                    <a:pt x="78308" y="477841"/>
                    <a:pt x="77571" y="477841"/>
                    <a:pt x="76812" y="477841"/>
                  </a:cubicBezTo>
                  <a:cubicBezTo>
                    <a:pt x="76858" y="478808"/>
                    <a:pt x="76904" y="479775"/>
                    <a:pt x="76952" y="480771"/>
                  </a:cubicBezTo>
                  <a:cubicBezTo>
                    <a:pt x="77030" y="482419"/>
                    <a:pt x="77030" y="482419"/>
                    <a:pt x="76812" y="483794"/>
                  </a:cubicBezTo>
                  <a:cubicBezTo>
                    <a:pt x="76075" y="484039"/>
                    <a:pt x="75339" y="484285"/>
                    <a:pt x="74580" y="484538"/>
                  </a:cubicBezTo>
                  <a:cubicBezTo>
                    <a:pt x="74029" y="486787"/>
                    <a:pt x="74029" y="486787"/>
                    <a:pt x="73836" y="489003"/>
                  </a:cubicBezTo>
                  <a:cubicBezTo>
                    <a:pt x="73099" y="489003"/>
                    <a:pt x="72362" y="489003"/>
                    <a:pt x="71603" y="489003"/>
                  </a:cubicBezTo>
                  <a:cubicBezTo>
                    <a:pt x="71511" y="489970"/>
                    <a:pt x="71419" y="490937"/>
                    <a:pt x="71324" y="491933"/>
                  </a:cubicBezTo>
                  <a:cubicBezTo>
                    <a:pt x="71167" y="493581"/>
                    <a:pt x="71167" y="493581"/>
                    <a:pt x="70859" y="494956"/>
                  </a:cubicBezTo>
                  <a:cubicBezTo>
                    <a:pt x="70368" y="495202"/>
                    <a:pt x="69877" y="495447"/>
                    <a:pt x="69371" y="495700"/>
                  </a:cubicBezTo>
                  <a:cubicBezTo>
                    <a:pt x="69002" y="496989"/>
                    <a:pt x="69002" y="496989"/>
                    <a:pt x="68627" y="498305"/>
                  </a:cubicBezTo>
                  <a:cubicBezTo>
                    <a:pt x="68258" y="499594"/>
                    <a:pt x="68258" y="499594"/>
                    <a:pt x="67882" y="500909"/>
                  </a:cubicBezTo>
                  <a:cubicBezTo>
                    <a:pt x="67391" y="501155"/>
                    <a:pt x="66900" y="501400"/>
                    <a:pt x="66394" y="501653"/>
                  </a:cubicBezTo>
                  <a:cubicBezTo>
                    <a:pt x="66287" y="502252"/>
                    <a:pt x="66179" y="502850"/>
                    <a:pt x="66069" y="503467"/>
                  </a:cubicBezTo>
                  <a:cubicBezTo>
                    <a:pt x="65650" y="505374"/>
                    <a:pt x="65650" y="505374"/>
                    <a:pt x="63418" y="506862"/>
                  </a:cubicBezTo>
                  <a:cubicBezTo>
                    <a:pt x="62916" y="508100"/>
                    <a:pt x="62420" y="509340"/>
                    <a:pt x="61929" y="510583"/>
                  </a:cubicBezTo>
                  <a:cubicBezTo>
                    <a:pt x="61438" y="510583"/>
                    <a:pt x="60947" y="510583"/>
                    <a:pt x="60441" y="510583"/>
                  </a:cubicBezTo>
                  <a:cubicBezTo>
                    <a:pt x="60349" y="511304"/>
                    <a:pt x="60257" y="512026"/>
                    <a:pt x="60162" y="512769"/>
                  </a:cubicBezTo>
                  <a:cubicBezTo>
                    <a:pt x="60009" y="513521"/>
                    <a:pt x="59855" y="514273"/>
                    <a:pt x="59697" y="515048"/>
                  </a:cubicBezTo>
                  <a:cubicBezTo>
                    <a:pt x="59206" y="515293"/>
                    <a:pt x="58715" y="515539"/>
                    <a:pt x="58209" y="515792"/>
                  </a:cubicBezTo>
                  <a:cubicBezTo>
                    <a:pt x="57963" y="516406"/>
                    <a:pt x="57717" y="517020"/>
                    <a:pt x="57464" y="517652"/>
                  </a:cubicBezTo>
                  <a:cubicBezTo>
                    <a:pt x="56720" y="519513"/>
                    <a:pt x="56720" y="519513"/>
                    <a:pt x="55232" y="520257"/>
                  </a:cubicBezTo>
                  <a:cubicBezTo>
                    <a:pt x="54710" y="521235"/>
                    <a:pt x="54216" y="522230"/>
                    <a:pt x="53744" y="523233"/>
                  </a:cubicBezTo>
                  <a:cubicBezTo>
                    <a:pt x="53253" y="523970"/>
                    <a:pt x="52762" y="524707"/>
                    <a:pt x="52256" y="525466"/>
                  </a:cubicBezTo>
                  <a:cubicBezTo>
                    <a:pt x="52256" y="525957"/>
                    <a:pt x="52256" y="526448"/>
                    <a:pt x="52256" y="526954"/>
                  </a:cubicBezTo>
                  <a:cubicBezTo>
                    <a:pt x="51772" y="527414"/>
                    <a:pt x="51772" y="527414"/>
                    <a:pt x="51279" y="527884"/>
                  </a:cubicBezTo>
                  <a:cubicBezTo>
                    <a:pt x="49838" y="529211"/>
                    <a:pt x="49838" y="529211"/>
                    <a:pt x="49093" y="531558"/>
                  </a:cubicBezTo>
                  <a:cubicBezTo>
                    <a:pt x="47791" y="533651"/>
                    <a:pt x="47791" y="533651"/>
                    <a:pt x="45326" y="534349"/>
                  </a:cubicBezTo>
                  <a:cubicBezTo>
                    <a:pt x="42241" y="533565"/>
                    <a:pt x="42004" y="533249"/>
                    <a:pt x="40349" y="530721"/>
                  </a:cubicBezTo>
                  <a:cubicBezTo>
                    <a:pt x="39991" y="530115"/>
                    <a:pt x="39634" y="529509"/>
                    <a:pt x="39265" y="528884"/>
                  </a:cubicBezTo>
                  <a:cubicBezTo>
                    <a:pt x="38084" y="526900"/>
                    <a:pt x="36786" y="525105"/>
                    <a:pt x="35373" y="523280"/>
                  </a:cubicBezTo>
                  <a:cubicBezTo>
                    <a:pt x="34956" y="522736"/>
                    <a:pt x="34538" y="522192"/>
                    <a:pt x="34108" y="521632"/>
                  </a:cubicBezTo>
                  <a:cubicBezTo>
                    <a:pt x="32867" y="520089"/>
                    <a:pt x="32867" y="520089"/>
                    <a:pt x="30675" y="518768"/>
                  </a:cubicBezTo>
                  <a:cubicBezTo>
                    <a:pt x="30307" y="517663"/>
                    <a:pt x="30307" y="517663"/>
                    <a:pt x="29931" y="516536"/>
                  </a:cubicBezTo>
                  <a:cubicBezTo>
                    <a:pt x="29195" y="516290"/>
                    <a:pt x="28458" y="516045"/>
                    <a:pt x="27699" y="515792"/>
                  </a:cubicBezTo>
                  <a:cubicBezTo>
                    <a:pt x="27331" y="514687"/>
                    <a:pt x="27331" y="514687"/>
                    <a:pt x="26955" y="513559"/>
                  </a:cubicBezTo>
                  <a:cubicBezTo>
                    <a:pt x="26464" y="513437"/>
                    <a:pt x="25972" y="513314"/>
                    <a:pt x="25466" y="513187"/>
                  </a:cubicBezTo>
                  <a:cubicBezTo>
                    <a:pt x="24975" y="513065"/>
                    <a:pt x="24484" y="512942"/>
                    <a:pt x="23978" y="512815"/>
                  </a:cubicBezTo>
                  <a:cubicBezTo>
                    <a:pt x="23733" y="512079"/>
                    <a:pt x="23487" y="511342"/>
                    <a:pt x="23234" y="510583"/>
                  </a:cubicBezTo>
                  <a:cubicBezTo>
                    <a:pt x="22758" y="510353"/>
                    <a:pt x="22282" y="510122"/>
                    <a:pt x="21792" y="509885"/>
                  </a:cubicBezTo>
                  <a:cubicBezTo>
                    <a:pt x="19896" y="508908"/>
                    <a:pt x="19675" y="507990"/>
                    <a:pt x="18769" y="506118"/>
                  </a:cubicBezTo>
                  <a:cubicBezTo>
                    <a:pt x="18032" y="505872"/>
                    <a:pt x="17296" y="505627"/>
                    <a:pt x="16537" y="505374"/>
                  </a:cubicBezTo>
                  <a:cubicBezTo>
                    <a:pt x="16291" y="504637"/>
                    <a:pt x="16046" y="503900"/>
                    <a:pt x="15793" y="503141"/>
                  </a:cubicBezTo>
                  <a:cubicBezTo>
                    <a:pt x="15301" y="503034"/>
                    <a:pt x="14810" y="502927"/>
                    <a:pt x="14304" y="502816"/>
                  </a:cubicBezTo>
                  <a:cubicBezTo>
                    <a:pt x="13813" y="502678"/>
                    <a:pt x="13322" y="502540"/>
                    <a:pt x="12816" y="502397"/>
                  </a:cubicBezTo>
                  <a:cubicBezTo>
                    <a:pt x="12709" y="501906"/>
                    <a:pt x="12601" y="501415"/>
                    <a:pt x="12490" y="500909"/>
                  </a:cubicBezTo>
                  <a:cubicBezTo>
                    <a:pt x="12352" y="500418"/>
                    <a:pt x="12214" y="499927"/>
                    <a:pt x="12072" y="499421"/>
                  </a:cubicBezTo>
                  <a:cubicBezTo>
                    <a:pt x="10838" y="499143"/>
                    <a:pt x="9597" y="498895"/>
                    <a:pt x="8351" y="498677"/>
                  </a:cubicBezTo>
                  <a:cubicBezTo>
                    <a:pt x="7983" y="497572"/>
                    <a:pt x="7983" y="497572"/>
                    <a:pt x="7607" y="496444"/>
                  </a:cubicBezTo>
                  <a:cubicBezTo>
                    <a:pt x="7008" y="496337"/>
                    <a:pt x="6410" y="496229"/>
                    <a:pt x="5793" y="496119"/>
                  </a:cubicBezTo>
                  <a:cubicBezTo>
                    <a:pt x="5164" y="495981"/>
                    <a:pt x="4535" y="495842"/>
                    <a:pt x="3886" y="495700"/>
                  </a:cubicBezTo>
                  <a:cubicBezTo>
                    <a:pt x="3049" y="494212"/>
                    <a:pt x="3049" y="494212"/>
                    <a:pt x="2398" y="492724"/>
                  </a:cubicBezTo>
                  <a:cubicBezTo>
                    <a:pt x="1661" y="492478"/>
                    <a:pt x="925" y="492232"/>
                    <a:pt x="166" y="491979"/>
                  </a:cubicBezTo>
                  <a:cubicBezTo>
                    <a:pt x="-153" y="489972"/>
                    <a:pt x="69" y="488067"/>
                    <a:pt x="166" y="486026"/>
                  </a:cubicBezTo>
                  <a:cubicBezTo>
                    <a:pt x="902" y="486026"/>
                    <a:pt x="1639" y="486026"/>
                    <a:pt x="2398" y="486026"/>
                  </a:cubicBezTo>
                  <a:cubicBezTo>
                    <a:pt x="2748" y="484776"/>
                    <a:pt x="3092" y="483523"/>
                    <a:pt x="3392" y="482259"/>
                  </a:cubicBezTo>
                  <a:cubicBezTo>
                    <a:pt x="3941" y="480658"/>
                    <a:pt x="4626" y="479750"/>
                    <a:pt x="5747" y="478492"/>
                  </a:cubicBezTo>
                  <a:cubicBezTo>
                    <a:pt x="7481" y="476498"/>
                    <a:pt x="8194" y="475058"/>
                    <a:pt x="9095" y="472632"/>
                  </a:cubicBezTo>
                  <a:cubicBezTo>
                    <a:pt x="9586" y="472386"/>
                    <a:pt x="10078" y="472141"/>
                    <a:pt x="10584" y="471888"/>
                  </a:cubicBezTo>
                  <a:cubicBezTo>
                    <a:pt x="10691" y="471381"/>
                    <a:pt x="10798" y="470875"/>
                    <a:pt x="10909" y="470353"/>
                  </a:cubicBezTo>
                  <a:cubicBezTo>
                    <a:pt x="11116" y="469639"/>
                    <a:pt x="11116" y="469639"/>
                    <a:pt x="11328" y="468911"/>
                  </a:cubicBezTo>
                  <a:cubicBezTo>
                    <a:pt x="12064" y="468911"/>
                    <a:pt x="12801" y="468911"/>
                    <a:pt x="13560" y="468911"/>
                  </a:cubicBezTo>
                  <a:cubicBezTo>
                    <a:pt x="13491" y="467875"/>
                    <a:pt x="13491" y="467875"/>
                    <a:pt x="13421" y="466818"/>
                  </a:cubicBezTo>
                  <a:cubicBezTo>
                    <a:pt x="13581" y="464096"/>
                    <a:pt x="13905" y="463950"/>
                    <a:pt x="15793" y="462214"/>
                  </a:cubicBezTo>
                  <a:cubicBezTo>
                    <a:pt x="15915" y="461569"/>
                    <a:pt x="16038" y="460925"/>
                    <a:pt x="16165" y="460260"/>
                  </a:cubicBezTo>
                  <a:cubicBezTo>
                    <a:pt x="16287" y="459677"/>
                    <a:pt x="16410" y="459094"/>
                    <a:pt x="16537" y="458493"/>
                  </a:cubicBezTo>
                  <a:cubicBezTo>
                    <a:pt x="17273" y="458247"/>
                    <a:pt x="18010" y="458002"/>
                    <a:pt x="18769" y="457749"/>
                  </a:cubicBezTo>
                  <a:cubicBezTo>
                    <a:pt x="19022" y="456013"/>
                    <a:pt x="19270" y="454277"/>
                    <a:pt x="19513" y="452540"/>
                  </a:cubicBezTo>
                  <a:cubicBezTo>
                    <a:pt x="20250" y="452049"/>
                    <a:pt x="20987" y="451558"/>
                    <a:pt x="21746" y="451052"/>
                  </a:cubicBezTo>
                  <a:cubicBezTo>
                    <a:pt x="21746" y="450300"/>
                    <a:pt x="21746" y="449548"/>
                    <a:pt x="21746" y="448773"/>
                  </a:cubicBezTo>
                  <a:cubicBezTo>
                    <a:pt x="21746" y="448051"/>
                    <a:pt x="21746" y="447330"/>
                    <a:pt x="21746" y="446587"/>
                  </a:cubicBezTo>
                  <a:cubicBezTo>
                    <a:pt x="22482" y="446341"/>
                    <a:pt x="23219" y="446096"/>
                    <a:pt x="23978" y="445843"/>
                  </a:cubicBezTo>
                  <a:cubicBezTo>
                    <a:pt x="24331" y="444287"/>
                    <a:pt x="24331" y="444287"/>
                    <a:pt x="24350" y="442494"/>
                  </a:cubicBezTo>
                  <a:cubicBezTo>
                    <a:pt x="24420" y="440657"/>
                    <a:pt x="24420" y="440657"/>
                    <a:pt x="24722" y="439145"/>
                  </a:cubicBezTo>
                  <a:cubicBezTo>
                    <a:pt x="25459" y="438900"/>
                    <a:pt x="26196" y="438654"/>
                    <a:pt x="26955" y="438401"/>
                  </a:cubicBezTo>
                  <a:cubicBezTo>
                    <a:pt x="27390" y="436998"/>
                    <a:pt x="27390" y="436998"/>
                    <a:pt x="27466" y="435378"/>
                  </a:cubicBezTo>
                  <a:cubicBezTo>
                    <a:pt x="27543" y="434411"/>
                    <a:pt x="27620" y="433444"/>
                    <a:pt x="27699" y="432448"/>
                  </a:cubicBezTo>
                  <a:cubicBezTo>
                    <a:pt x="28436" y="432448"/>
                    <a:pt x="29172" y="432448"/>
                    <a:pt x="29931" y="432448"/>
                  </a:cubicBezTo>
                  <a:cubicBezTo>
                    <a:pt x="29931" y="429992"/>
                    <a:pt x="29931" y="427537"/>
                    <a:pt x="29931" y="425007"/>
                  </a:cubicBezTo>
                  <a:cubicBezTo>
                    <a:pt x="30914" y="425007"/>
                    <a:pt x="31896" y="425007"/>
                    <a:pt x="32908" y="425007"/>
                  </a:cubicBezTo>
                  <a:cubicBezTo>
                    <a:pt x="32908" y="422306"/>
                    <a:pt x="32908" y="419604"/>
                    <a:pt x="32908" y="416821"/>
                  </a:cubicBezTo>
                  <a:cubicBezTo>
                    <a:pt x="33645" y="416821"/>
                    <a:pt x="34381" y="416821"/>
                    <a:pt x="35140" y="416821"/>
                  </a:cubicBezTo>
                  <a:cubicBezTo>
                    <a:pt x="35386" y="413874"/>
                    <a:pt x="35631" y="410928"/>
                    <a:pt x="35884" y="407892"/>
                  </a:cubicBezTo>
                  <a:cubicBezTo>
                    <a:pt x="36621" y="407892"/>
                    <a:pt x="37358" y="407892"/>
                    <a:pt x="38117" y="407892"/>
                  </a:cubicBezTo>
                  <a:cubicBezTo>
                    <a:pt x="38091" y="407202"/>
                    <a:pt x="38065" y="406512"/>
                    <a:pt x="38038" y="405802"/>
                  </a:cubicBezTo>
                  <a:cubicBezTo>
                    <a:pt x="38018" y="404910"/>
                    <a:pt x="37998" y="404019"/>
                    <a:pt x="37977" y="403101"/>
                  </a:cubicBezTo>
                  <a:cubicBezTo>
                    <a:pt x="37951" y="402212"/>
                    <a:pt x="37926" y="401323"/>
                    <a:pt x="37899" y="400406"/>
                  </a:cubicBezTo>
                  <a:cubicBezTo>
                    <a:pt x="37971" y="399684"/>
                    <a:pt x="38043" y="398962"/>
                    <a:pt x="38117" y="398218"/>
                  </a:cubicBezTo>
                  <a:cubicBezTo>
                    <a:pt x="38854" y="397972"/>
                    <a:pt x="39590" y="397727"/>
                    <a:pt x="40349" y="397474"/>
                  </a:cubicBezTo>
                  <a:cubicBezTo>
                    <a:pt x="40582" y="395600"/>
                    <a:pt x="40697" y="393864"/>
                    <a:pt x="40721" y="391986"/>
                  </a:cubicBezTo>
                  <a:cubicBezTo>
                    <a:pt x="40792" y="386607"/>
                    <a:pt x="40792" y="386607"/>
                    <a:pt x="42207" y="385218"/>
                  </a:cubicBezTo>
                  <a:cubicBezTo>
                    <a:pt x="44113" y="383278"/>
                    <a:pt x="43697" y="380617"/>
                    <a:pt x="43744" y="378033"/>
                  </a:cubicBezTo>
                  <a:cubicBezTo>
                    <a:pt x="43791" y="376060"/>
                    <a:pt x="43896" y="374142"/>
                    <a:pt x="44070" y="372173"/>
                  </a:cubicBezTo>
                  <a:cubicBezTo>
                    <a:pt x="44561" y="371927"/>
                    <a:pt x="45052" y="371682"/>
                    <a:pt x="45558" y="371429"/>
                  </a:cubicBezTo>
                  <a:cubicBezTo>
                    <a:pt x="45799" y="369997"/>
                    <a:pt x="45799" y="369997"/>
                    <a:pt x="45788" y="368289"/>
                  </a:cubicBezTo>
                  <a:cubicBezTo>
                    <a:pt x="45807" y="367657"/>
                    <a:pt x="45825" y="367025"/>
                    <a:pt x="45845" y="366374"/>
                  </a:cubicBezTo>
                  <a:cubicBezTo>
                    <a:pt x="45871" y="365031"/>
                    <a:pt x="45894" y="363688"/>
                    <a:pt x="45914" y="362345"/>
                  </a:cubicBezTo>
                  <a:cubicBezTo>
                    <a:pt x="45934" y="361713"/>
                    <a:pt x="45954" y="361081"/>
                    <a:pt x="45974" y="360429"/>
                  </a:cubicBezTo>
                  <a:cubicBezTo>
                    <a:pt x="45984" y="359846"/>
                    <a:pt x="45994" y="359262"/>
                    <a:pt x="46004" y="358661"/>
                  </a:cubicBezTo>
                  <a:cubicBezTo>
                    <a:pt x="46103" y="358208"/>
                    <a:pt x="46201" y="357756"/>
                    <a:pt x="46302" y="357290"/>
                  </a:cubicBezTo>
                  <a:cubicBezTo>
                    <a:pt x="47039" y="357044"/>
                    <a:pt x="47776" y="356799"/>
                    <a:pt x="48535" y="356546"/>
                  </a:cubicBezTo>
                  <a:cubicBezTo>
                    <a:pt x="48918" y="354598"/>
                    <a:pt x="48918" y="354598"/>
                    <a:pt x="48916" y="352241"/>
                  </a:cubicBezTo>
                  <a:cubicBezTo>
                    <a:pt x="48955" y="350935"/>
                    <a:pt x="48955" y="350935"/>
                    <a:pt x="48996" y="349603"/>
                  </a:cubicBezTo>
                  <a:cubicBezTo>
                    <a:pt x="49012" y="348686"/>
                    <a:pt x="49029" y="347770"/>
                    <a:pt x="49046" y="346825"/>
                  </a:cubicBezTo>
                  <a:cubicBezTo>
                    <a:pt x="49072" y="345906"/>
                    <a:pt x="49097" y="344987"/>
                    <a:pt x="49123" y="344039"/>
                  </a:cubicBezTo>
                  <a:cubicBezTo>
                    <a:pt x="49185" y="341759"/>
                    <a:pt x="49236" y="339479"/>
                    <a:pt x="49279" y="337198"/>
                  </a:cubicBezTo>
                  <a:cubicBezTo>
                    <a:pt x="50016" y="337198"/>
                    <a:pt x="50752" y="337198"/>
                    <a:pt x="51511" y="337198"/>
                  </a:cubicBezTo>
                  <a:cubicBezTo>
                    <a:pt x="51526" y="336368"/>
                    <a:pt x="51541" y="335538"/>
                    <a:pt x="51556" y="334683"/>
                  </a:cubicBezTo>
                  <a:cubicBezTo>
                    <a:pt x="51613" y="331613"/>
                    <a:pt x="51679" y="328544"/>
                    <a:pt x="51748" y="325476"/>
                  </a:cubicBezTo>
                  <a:cubicBezTo>
                    <a:pt x="51776" y="324145"/>
                    <a:pt x="51802" y="322815"/>
                    <a:pt x="51825" y="321485"/>
                  </a:cubicBezTo>
                  <a:cubicBezTo>
                    <a:pt x="51859" y="319576"/>
                    <a:pt x="51902" y="317668"/>
                    <a:pt x="51947" y="315761"/>
                  </a:cubicBezTo>
                  <a:cubicBezTo>
                    <a:pt x="51956" y="315162"/>
                    <a:pt x="51965" y="314564"/>
                    <a:pt x="51973" y="313947"/>
                  </a:cubicBezTo>
                  <a:cubicBezTo>
                    <a:pt x="52012" y="312517"/>
                    <a:pt x="52126" y="311090"/>
                    <a:pt x="52256" y="309665"/>
                  </a:cubicBezTo>
                  <a:cubicBezTo>
                    <a:pt x="52747" y="309419"/>
                    <a:pt x="53238" y="309174"/>
                    <a:pt x="53744" y="308921"/>
                  </a:cubicBezTo>
                  <a:cubicBezTo>
                    <a:pt x="53930" y="306974"/>
                    <a:pt x="54022" y="305102"/>
                    <a:pt x="54052" y="303151"/>
                  </a:cubicBezTo>
                  <a:cubicBezTo>
                    <a:pt x="54066" y="302574"/>
                    <a:pt x="54081" y="301997"/>
                    <a:pt x="54096" y="301402"/>
                  </a:cubicBezTo>
                  <a:cubicBezTo>
                    <a:pt x="54140" y="299552"/>
                    <a:pt x="54175" y="297702"/>
                    <a:pt x="54209" y="295852"/>
                  </a:cubicBezTo>
                  <a:cubicBezTo>
                    <a:pt x="54237" y="294600"/>
                    <a:pt x="54266" y="293349"/>
                    <a:pt x="54296" y="292098"/>
                  </a:cubicBezTo>
                  <a:cubicBezTo>
                    <a:pt x="54368" y="289024"/>
                    <a:pt x="54430" y="285950"/>
                    <a:pt x="54488" y="282876"/>
                  </a:cubicBezTo>
                  <a:cubicBezTo>
                    <a:pt x="53997" y="283121"/>
                    <a:pt x="53506" y="283367"/>
                    <a:pt x="53000" y="283620"/>
                  </a:cubicBezTo>
                  <a:cubicBezTo>
                    <a:pt x="51670" y="283688"/>
                    <a:pt x="50337" y="283707"/>
                    <a:pt x="49005" y="283705"/>
                  </a:cubicBezTo>
                  <a:cubicBezTo>
                    <a:pt x="48159" y="283704"/>
                    <a:pt x="47314" y="283704"/>
                    <a:pt x="46442" y="283704"/>
                  </a:cubicBezTo>
                  <a:cubicBezTo>
                    <a:pt x="45550" y="283700"/>
                    <a:pt x="44658" y="283697"/>
                    <a:pt x="43739" y="283693"/>
                  </a:cubicBezTo>
                  <a:cubicBezTo>
                    <a:pt x="42921" y="283692"/>
                    <a:pt x="42103" y="283691"/>
                    <a:pt x="41261" y="283690"/>
                  </a:cubicBezTo>
                  <a:cubicBezTo>
                    <a:pt x="38197" y="283687"/>
                    <a:pt x="35134" y="283676"/>
                    <a:pt x="32071" y="283667"/>
                  </a:cubicBezTo>
                  <a:cubicBezTo>
                    <a:pt x="21803" y="283644"/>
                    <a:pt x="21803" y="283644"/>
                    <a:pt x="11328" y="283620"/>
                  </a:cubicBezTo>
                  <a:cubicBezTo>
                    <a:pt x="11328" y="259063"/>
                    <a:pt x="11328" y="234507"/>
                    <a:pt x="11328" y="209206"/>
                  </a:cubicBezTo>
                  <a:cubicBezTo>
                    <a:pt x="32692" y="208838"/>
                    <a:pt x="32692" y="208838"/>
                    <a:pt x="54488" y="208462"/>
                  </a:cubicBezTo>
                  <a:cubicBezTo>
                    <a:pt x="54488" y="163523"/>
                    <a:pt x="54488" y="118585"/>
                    <a:pt x="54488" y="72284"/>
                  </a:cubicBezTo>
                  <a:cubicBezTo>
                    <a:pt x="44911" y="72284"/>
                    <a:pt x="35334" y="72284"/>
                    <a:pt x="25466" y="72284"/>
                  </a:cubicBezTo>
                  <a:cubicBezTo>
                    <a:pt x="24063" y="70880"/>
                    <a:pt x="24628" y="68837"/>
                    <a:pt x="24621" y="66969"/>
                  </a:cubicBezTo>
                  <a:cubicBezTo>
                    <a:pt x="24623" y="66312"/>
                    <a:pt x="24624" y="65655"/>
                    <a:pt x="24626" y="64978"/>
                  </a:cubicBezTo>
                  <a:cubicBezTo>
                    <a:pt x="24625" y="64289"/>
                    <a:pt x="24623" y="63601"/>
                    <a:pt x="24622" y="62892"/>
                  </a:cubicBezTo>
                  <a:cubicBezTo>
                    <a:pt x="24619" y="60604"/>
                    <a:pt x="24621" y="58317"/>
                    <a:pt x="24623" y="56029"/>
                  </a:cubicBezTo>
                  <a:cubicBezTo>
                    <a:pt x="24623" y="54447"/>
                    <a:pt x="24622" y="52865"/>
                    <a:pt x="24621" y="51283"/>
                  </a:cubicBezTo>
                  <a:cubicBezTo>
                    <a:pt x="24620" y="47962"/>
                    <a:pt x="24622" y="44642"/>
                    <a:pt x="24625" y="41321"/>
                  </a:cubicBezTo>
                  <a:cubicBezTo>
                    <a:pt x="24630" y="37054"/>
                    <a:pt x="24627" y="32788"/>
                    <a:pt x="24623" y="28521"/>
                  </a:cubicBezTo>
                  <a:cubicBezTo>
                    <a:pt x="24620" y="25253"/>
                    <a:pt x="24621" y="21984"/>
                    <a:pt x="24623" y="18716"/>
                  </a:cubicBezTo>
                  <a:cubicBezTo>
                    <a:pt x="24623" y="17142"/>
                    <a:pt x="24623" y="15568"/>
                    <a:pt x="24621" y="13995"/>
                  </a:cubicBezTo>
                  <a:cubicBezTo>
                    <a:pt x="24619" y="11799"/>
                    <a:pt x="24622" y="9604"/>
                    <a:pt x="24626" y="7409"/>
                  </a:cubicBezTo>
                  <a:cubicBezTo>
                    <a:pt x="24625" y="6752"/>
                    <a:pt x="24623" y="6094"/>
                    <a:pt x="24621" y="5417"/>
                  </a:cubicBezTo>
                  <a:cubicBezTo>
                    <a:pt x="24641" y="10"/>
                    <a:pt x="24641" y="10"/>
                    <a:pt x="29213" y="9"/>
                  </a:cubicBezTo>
                  <a:cubicBezTo>
                    <a:pt x="30029" y="7"/>
                    <a:pt x="30846" y="5"/>
                    <a:pt x="31687" y="3"/>
                  </a:cubicBezTo>
                  <a:cubicBezTo>
                    <a:pt x="32596" y="5"/>
                    <a:pt x="33504" y="6"/>
                    <a:pt x="34440" y="8"/>
                  </a:cubicBezTo>
                  <a:cubicBezTo>
                    <a:pt x="35396" y="7"/>
                    <a:pt x="36352" y="6"/>
                    <a:pt x="37338" y="4"/>
                  </a:cubicBezTo>
                  <a:cubicBezTo>
                    <a:pt x="40004" y="1"/>
                    <a:pt x="42671" y="3"/>
                    <a:pt x="45337" y="5"/>
                  </a:cubicBezTo>
                  <a:cubicBezTo>
                    <a:pt x="48208" y="7"/>
                    <a:pt x="51080" y="4"/>
                    <a:pt x="53951" y="2"/>
                  </a:cubicBezTo>
                  <a:cubicBezTo>
                    <a:pt x="59580" y="-1"/>
                    <a:pt x="65210" y="0"/>
                    <a:pt x="70840" y="2"/>
                  </a:cubicBezTo>
                  <a:cubicBezTo>
                    <a:pt x="75414" y="3"/>
                    <a:pt x="79988" y="4"/>
                    <a:pt x="84563" y="3"/>
                  </a:cubicBezTo>
                  <a:cubicBezTo>
                    <a:pt x="85537" y="3"/>
                    <a:pt x="85537" y="3"/>
                    <a:pt x="86532" y="3"/>
                  </a:cubicBezTo>
                  <a:cubicBezTo>
                    <a:pt x="87852" y="2"/>
                    <a:pt x="89172" y="2"/>
                    <a:pt x="90491" y="2"/>
                  </a:cubicBezTo>
                  <a:cubicBezTo>
                    <a:pt x="102884" y="0"/>
                    <a:pt x="115277" y="2"/>
                    <a:pt x="127670" y="6"/>
                  </a:cubicBezTo>
                  <a:cubicBezTo>
                    <a:pt x="138311" y="9"/>
                    <a:pt x="148953" y="9"/>
                    <a:pt x="159595" y="5"/>
                  </a:cubicBezTo>
                  <a:cubicBezTo>
                    <a:pt x="171939" y="1"/>
                    <a:pt x="184284" y="0"/>
                    <a:pt x="196628" y="2"/>
                  </a:cubicBezTo>
                  <a:cubicBezTo>
                    <a:pt x="197944" y="2"/>
                    <a:pt x="199260" y="3"/>
                    <a:pt x="200575" y="3"/>
                  </a:cubicBezTo>
                  <a:cubicBezTo>
                    <a:pt x="201223" y="3"/>
                    <a:pt x="201870" y="3"/>
                    <a:pt x="202537" y="3"/>
                  </a:cubicBezTo>
                  <a:cubicBezTo>
                    <a:pt x="207107" y="4"/>
                    <a:pt x="211677" y="3"/>
                    <a:pt x="216247" y="1"/>
                  </a:cubicBezTo>
                  <a:close/>
                </a:path>
              </a:pathLst>
            </a:custGeom>
            <a:grpFill/>
            <a:ln w="744" cap="flat">
              <a:noFill/>
              <a:prstDash val="solid"/>
              <a:miter/>
            </a:ln>
          </p:spPr>
          <p:txBody>
            <a:bodyPr rtlCol="0" anchor="ctr"/>
            <a:lstStyle/>
            <a:p>
              <a:endParaRPr lang="zh-CN" altLang="en-US"/>
            </a:p>
          </p:txBody>
        </p:sp>
        <p:sp>
          <p:nvSpPr>
            <p:cNvPr id="96" name="任意多边形: 形状 95"/>
            <p:cNvSpPr/>
            <p:nvPr/>
          </p:nvSpPr>
          <p:spPr>
            <a:xfrm>
              <a:off x="7401379" y="767583"/>
              <a:ext cx="320859" cy="396913"/>
            </a:xfrm>
            <a:custGeom>
              <a:avLst/>
              <a:gdLst>
                <a:gd name="connsiteX0" fmla="*/ 65327 w 320859"/>
                <a:gd name="connsiteY0" fmla="*/ 67914 h 396913"/>
                <a:gd name="connsiteX1" fmla="*/ 63163 w 320859"/>
                <a:gd name="connsiteY1" fmla="*/ 72513 h 396913"/>
                <a:gd name="connsiteX2" fmla="*/ 63167 w 320859"/>
                <a:gd name="connsiteY2" fmla="*/ 74147 h 396913"/>
                <a:gd name="connsiteX3" fmla="*/ 63162 w 320859"/>
                <a:gd name="connsiteY3" fmla="*/ 79551 h 396913"/>
                <a:gd name="connsiteX4" fmla="*/ 63164 w 320859"/>
                <a:gd name="connsiteY4" fmla="*/ 83425 h 396913"/>
                <a:gd name="connsiteX5" fmla="*/ 63164 w 320859"/>
                <a:gd name="connsiteY5" fmla="*/ 91472 h 396913"/>
                <a:gd name="connsiteX6" fmla="*/ 63167 w 320859"/>
                <a:gd name="connsiteY6" fmla="*/ 101975 h 396913"/>
                <a:gd name="connsiteX7" fmla="*/ 63163 w 320859"/>
                <a:gd name="connsiteY7" fmla="*/ 110150 h 396913"/>
                <a:gd name="connsiteX8" fmla="*/ 63165 w 320859"/>
                <a:gd name="connsiteY8" fmla="*/ 114045 h 396913"/>
                <a:gd name="connsiteX9" fmla="*/ 63164 w 320859"/>
                <a:gd name="connsiteY9" fmla="*/ 119676 h 396913"/>
                <a:gd name="connsiteX10" fmla="*/ 63167 w 320859"/>
                <a:gd name="connsiteY10" fmla="*/ 121388 h 396913"/>
                <a:gd name="connsiteX11" fmla="*/ 63264 w 320859"/>
                <a:gd name="connsiteY11" fmla="*/ 126789 h 396913"/>
                <a:gd name="connsiteX12" fmla="*/ 65309 w 320859"/>
                <a:gd name="connsiteY12" fmla="*/ 127626 h 396913"/>
                <a:gd name="connsiteX13" fmla="*/ 67043 w 320859"/>
                <a:gd name="connsiteY13" fmla="*/ 127626 h 396913"/>
                <a:gd name="connsiteX14" fmla="*/ 69037 w 320859"/>
                <a:gd name="connsiteY14" fmla="*/ 127632 h 396913"/>
                <a:gd name="connsiteX15" fmla="*/ 71253 w 320859"/>
                <a:gd name="connsiteY15" fmla="*/ 127627 h 396913"/>
                <a:gd name="connsiteX16" fmla="*/ 78681 w 320859"/>
                <a:gd name="connsiteY16" fmla="*/ 127631 h 396913"/>
                <a:gd name="connsiteX17" fmla="*/ 84149 w 320859"/>
                <a:gd name="connsiteY17" fmla="*/ 127631 h 396913"/>
                <a:gd name="connsiteX18" fmla="*/ 99000 w 320859"/>
                <a:gd name="connsiteY18" fmla="*/ 127634 h 396913"/>
                <a:gd name="connsiteX19" fmla="*/ 110048 w 320859"/>
                <a:gd name="connsiteY19" fmla="*/ 127632 h 396913"/>
                <a:gd name="connsiteX20" fmla="*/ 111628 w 320859"/>
                <a:gd name="connsiteY20" fmla="*/ 127632 h 396913"/>
                <a:gd name="connsiteX21" fmla="*/ 114807 w 320859"/>
                <a:gd name="connsiteY21" fmla="*/ 127633 h 396913"/>
                <a:gd name="connsiteX22" fmla="*/ 144655 w 320859"/>
                <a:gd name="connsiteY22" fmla="*/ 127630 h 396913"/>
                <a:gd name="connsiteX23" fmla="*/ 170374 w 320859"/>
                <a:gd name="connsiteY23" fmla="*/ 127629 h 396913"/>
                <a:gd name="connsiteX24" fmla="*/ 200320 w 320859"/>
                <a:gd name="connsiteY24" fmla="*/ 127633 h 396913"/>
                <a:gd name="connsiteX25" fmla="*/ 203513 w 320859"/>
                <a:gd name="connsiteY25" fmla="*/ 127633 h 396913"/>
                <a:gd name="connsiteX26" fmla="*/ 205101 w 320859"/>
                <a:gd name="connsiteY26" fmla="*/ 127632 h 396913"/>
                <a:gd name="connsiteX27" fmla="*/ 216153 w 320859"/>
                <a:gd name="connsiteY27" fmla="*/ 127633 h 396913"/>
                <a:gd name="connsiteX28" fmla="*/ 229759 w 320859"/>
                <a:gd name="connsiteY28" fmla="*/ 127633 h 396913"/>
                <a:gd name="connsiteX29" fmla="*/ 235343 w 320859"/>
                <a:gd name="connsiteY29" fmla="*/ 127629 h 396913"/>
                <a:gd name="connsiteX30" fmla="*/ 243146 w 320859"/>
                <a:gd name="connsiteY30" fmla="*/ 127631 h 396913"/>
                <a:gd name="connsiteX31" fmla="*/ 245491 w 320859"/>
                <a:gd name="connsiteY31" fmla="*/ 127627 h 396913"/>
                <a:gd name="connsiteX32" fmla="*/ 247692 w 320859"/>
                <a:gd name="connsiteY32" fmla="*/ 127632 h 396913"/>
                <a:gd name="connsiteX33" fmla="*/ 249704 w 320859"/>
                <a:gd name="connsiteY33" fmla="*/ 127626 h 396913"/>
                <a:gd name="connsiteX34" fmla="*/ 255996 w 320859"/>
                <a:gd name="connsiteY34" fmla="*/ 126789 h 396913"/>
                <a:gd name="connsiteX35" fmla="*/ 256319 w 320859"/>
                <a:gd name="connsiteY35" fmla="*/ 123013 h 396913"/>
                <a:gd name="connsiteX36" fmla="*/ 256266 w 320859"/>
                <a:gd name="connsiteY36" fmla="*/ 121376 h 396913"/>
                <a:gd name="connsiteX37" fmla="*/ 256173 w 320859"/>
                <a:gd name="connsiteY37" fmla="*/ 115961 h 396913"/>
                <a:gd name="connsiteX38" fmla="*/ 256091 w 320859"/>
                <a:gd name="connsiteY38" fmla="*/ 112081 h 396913"/>
                <a:gd name="connsiteX39" fmla="*/ 255903 w 320859"/>
                <a:gd name="connsiteY39" fmla="*/ 101934 h 396913"/>
                <a:gd name="connsiteX40" fmla="*/ 255697 w 320859"/>
                <a:gd name="connsiteY40" fmla="*/ 91411 h 396913"/>
                <a:gd name="connsiteX41" fmla="*/ 255252 w 320859"/>
                <a:gd name="connsiteY41" fmla="*/ 68746 h 396913"/>
                <a:gd name="connsiteX42" fmla="*/ 183909 w 320859"/>
                <a:gd name="connsiteY42" fmla="*/ 68430 h 396913"/>
                <a:gd name="connsiteX43" fmla="*/ 175315 w 320859"/>
                <a:gd name="connsiteY43" fmla="*/ 68394 h 396913"/>
                <a:gd name="connsiteX44" fmla="*/ 173585 w 320859"/>
                <a:gd name="connsiteY44" fmla="*/ 68387 h 396913"/>
                <a:gd name="connsiteX45" fmla="*/ 145772 w 320859"/>
                <a:gd name="connsiteY45" fmla="*/ 68263 h 396913"/>
                <a:gd name="connsiteX46" fmla="*/ 117149 w 320859"/>
                <a:gd name="connsiteY46" fmla="*/ 68138 h 396913"/>
                <a:gd name="connsiteX47" fmla="*/ 99504 w 320859"/>
                <a:gd name="connsiteY47" fmla="*/ 68061 h 396913"/>
                <a:gd name="connsiteX48" fmla="*/ 87301 w 320859"/>
                <a:gd name="connsiteY48" fmla="*/ 68007 h 396913"/>
                <a:gd name="connsiteX49" fmla="*/ 81648 w 320859"/>
                <a:gd name="connsiteY49" fmla="*/ 67985 h 396913"/>
                <a:gd name="connsiteX50" fmla="*/ 73726 w 320859"/>
                <a:gd name="connsiteY50" fmla="*/ 67948 h 396913"/>
                <a:gd name="connsiteX51" fmla="*/ 71358 w 320859"/>
                <a:gd name="connsiteY51" fmla="*/ 67940 h 396913"/>
                <a:gd name="connsiteX52" fmla="*/ 69109 w 320859"/>
                <a:gd name="connsiteY52" fmla="*/ 67925 h 396913"/>
                <a:gd name="connsiteX53" fmla="*/ 67086 w 320859"/>
                <a:gd name="connsiteY53" fmla="*/ 67922 h 396913"/>
                <a:gd name="connsiteX54" fmla="*/ 65327 w 320859"/>
                <a:gd name="connsiteY54" fmla="*/ 67914 h 396913"/>
                <a:gd name="connsiteX55" fmla="*/ 12935 w 320859"/>
                <a:gd name="connsiteY55" fmla="*/ 2 h 396913"/>
                <a:gd name="connsiteX56" fmla="*/ 18207 w 320859"/>
                <a:gd name="connsiteY56" fmla="*/ 10 h 396913"/>
                <a:gd name="connsiteX57" fmla="*/ 22031 w 320859"/>
                <a:gd name="connsiteY57" fmla="*/ 4 h 396913"/>
                <a:gd name="connsiteX58" fmla="*/ 32529 w 320859"/>
                <a:gd name="connsiteY58" fmla="*/ 10 h 396913"/>
                <a:gd name="connsiteX59" fmla="*/ 43854 w 320859"/>
                <a:gd name="connsiteY59" fmla="*/ 8 h 396913"/>
                <a:gd name="connsiteX60" fmla="*/ 66036 w 320859"/>
                <a:gd name="connsiteY60" fmla="*/ 16 h 396913"/>
                <a:gd name="connsiteX61" fmla="*/ 91862 w 320859"/>
                <a:gd name="connsiteY61" fmla="*/ 23 h 396913"/>
                <a:gd name="connsiteX62" fmla="*/ 137940 w 320859"/>
                <a:gd name="connsiteY62" fmla="*/ 40 h 396913"/>
                <a:gd name="connsiteX63" fmla="*/ 182662 w 320859"/>
                <a:gd name="connsiteY63" fmla="*/ 56 h 396913"/>
                <a:gd name="connsiteX64" fmla="*/ 185444 w 320859"/>
                <a:gd name="connsiteY64" fmla="*/ 56 h 396913"/>
                <a:gd name="connsiteX65" fmla="*/ 188222 w 320859"/>
                <a:gd name="connsiteY65" fmla="*/ 55 h 396913"/>
                <a:gd name="connsiteX66" fmla="*/ 239120 w 320859"/>
                <a:gd name="connsiteY66" fmla="*/ 66 h 396913"/>
                <a:gd name="connsiteX67" fmla="*/ 257127 w 320859"/>
                <a:gd name="connsiteY67" fmla="*/ 69 h 396913"/>
                <a:gd name="connsiteX68" fmla="*/ 279068 w 320859"/>
                <a:gd name="connsiteY68" fmla="*/ 80 h 396913"/>
                <a:gd name="connsiteX69" fmla="*/ 290265 w 320859"/>
                <a:gd name="connsiteY69" fmla="*/ 85 h 396913"/>
                <a:gd name="connsiteX70" fmla="*/ 300512 w 320859"/>
                <a:gd name="connsiteY70" fmla="*/ 92 h 396913"/>
                <a:gd name="connsiteX71" fmla="*/ 304221 w 320859"/>
                <a:gd name="connsiteY71" fmla="*/ 92 h 396913"/>
                <a:gd name="connsiteX72" fmla="*/ 309261 w 320859"/>
                <a:gd name="connsiteY72" fmla="*/ 98 h 396913"/>
                <a:gd name="connsiteX73" fmla="*/ 312089 w 320859"/>
                <a:gd name="connsiteY73" fmla="*/ 99 h 396913"/>
                <a:gd name="connsiteX74" fmla="*/ 320664 w 320859"/>
                <a:gd name="connsiteY74" fmla="*/ 1682 h 396913"/>
                <a:gd name="connsiteX75" fmla="*/ 320759 w 320859"/>
                <a:gd name="connsiteY75" fmla="*/ 4735 h 396913"/>
                <a:gd name="connsiteX76" fmla="*/ 320767 w 320859"/>
                <a:gd name="connsiteY76" fmla="*/ 6741 h 396913"/>
                <a:gd name="connsiteX77" fmla="*/ 320763 w 320859"/>
                <a:gd name="connsiteY77" fmla="*/ 8970 h 396913"/>
                <a:gd name="connsiteX78" fmla="*/ 320768 w 320859"/>
                <a:gd name="connsiteY78" fmla="*/ 11319 h 396913"/>
                <a:gd name="connsiteX79" fmla="*/ 320772 w 320859"/>
                <a:gd name="connsiteY79" fmla="*/ 19173 h 396913"/>
                <a:gd name="connsiteX80" fmla="*/ 320779 w 320859"/>
                <a:gd name="connsiteY80" fmla="*/ 24779 h 396913"/>
                <a:gd name="connsiteX81" fmla="*/ 320788 w 320859"/>
                <a:gd name="connsiteY81" fmla="*/ 38461 h 396913"/>
                <a:gd name="connsiteX82" fmla="*/ 320792 w 320859"/>
                <a:gd name="connsiteY82" fmla="*/ 49576 h 396913"/>
                <a:gd name="connsiteX83" fmla="*/ 320802 w 320859"/>
                <a:gd name="connsiteY83" fmla="*/ 81054 h 396913"/>
                <a:gd name="connsiteX84" fmla="*/ 320801 w 320859"/>
                <a:gd name="connsiteY84" fmla="*/ 82770 h 396913"/>
                <a:gd name="connsiteX85" fmla="*/ 320801 w 320859"/>
                <a:gd name="connsiteY85" fmla="*/ 84487 h 396913"/>
                <a:gd name="connsiteX86" fmla="*/ 320819 w 320859"/>
                <a:gd name="connsiteY86" fmla="*/ 112066 h 396913"/>
                <a:gd name="connsiteX87" fmla="*/ 320834 w 320859"/>
                <a:gd name="connsiteY87" fmla="*/ 140347 h 396913"/>
                <a:gd name="connsiteX88" fmla="*/ 320844 w 320859"/>
                <a:gd name="connsiteY88" fmla="*/ 156240 h 396913"/>
                <a:gd name="connsiteX89" fmla="*/ 320846 w 320859"/>
                <a:gd name="connsiteY89" fmla="*/ 171177 h 396913"/>
                <a:gd name="connsiteX90" fmla="*/ 320851 w 320859"/>
                <a:gd name="connsiteY90" fmla="*/ 176677 h 396913"/>
                <a:gd name="connsiteX91" fmla="*/ 320848 w 320859"/>
                <a:gd name="connsiteY91" fmla="*/ 184149 h 396913"/>
                <a:gd name="connsiteX92" fmla="*/ 320859 w 320859"/>
                <a:gd name="connsiteY92" fmla="*/ 186379 h 396913"/>
                <a:gd name="connsiteX93" fmla="*/ 320849 w 320859"/>
                <a:gd name="connsiteY93" fmla="*/ 188385 h 396913"/>
                <a:gd name="connsiteX94" fmla="*/ 320849 w 320859"/>
                <a:gd name="connsiteY94" fmla="*/ 190129 h 396913"/>
                <a:gd name="connsiteX95" fmla="*/ 320664 w 320859"/>
                <a:gd name="connsiteY95" fmla="*/ 191438 h 396913"/>
                <a:gd name="connsiteX96" fmla="*/ 314265 w 320859"/>
                <a:gd name="connsiteY96" fmla="*/ 192276 h 396913"/>
                <a:gd name="connsiteX97" fmla="*/ 312719 w 320859"/>
                <a:gd name="connsiteY97" fmla="*/ 192280 h 396913"/>
                <a:gd name="connsiteX98" fmla="*/ 307566 w 320859"/>
                <a:gd name="connsiteY98" fmla="*/ 192278 h 396913"/>
                <a:gd name="connsiteX99" fmla="*/ 303881 w 320859"/>
                <a:gd name="connsiteY99" fmla="*/ 192282 h 396913"/>
                <a:gd name="connsiteX100" fmla="*/ 293854 w 320859"/>
                <a:gd name="connsiteY100" fmla="*/ 192282 h 396913"/>
                <a:gd name="connsiteX101" fmla="*/ 283375 w 320859"/>
                <a:gd name="connsiteY101" fmla="*/ 192283 h 396913"/>
                <a:gd name="connsiteX102" fmla="*/ 265773 w 320859"/>
                <a:gd name="connsiteY102" fmla="*/ 192279 h 396913"/>
                <a:gd name="connsiteX103" fmla="*/ 245408 w 320859"/>
                <a:gd name="connsiteY103" fmla="*/ 192280 h 396913"/>
                <a:gd name="connsiteX104" fmla="*/ 227943 w 320859"/>
                <a:gd name="connsiteY104" fmla="*/ 192282 h 396913"/>
                <a:gd name="connsiteX105" fmla="*/ 217503 w 320859"/>
                <a:gd name="connsiteY105" fmla="*/ 192283 h 396913"/>
                <a:gd name="connsiteX106" fmla="*/ 207687 w 320859"/>
                <a:gd name="connsiteY106" fmla="*/ 192280 h 396913"/>
                <a:gd name="connsiteX107" fmla="*/ 204079 w 320859"/>
                <a:gd name="connsiteY107" fmla="*/ 192281 h 396913"/>
                <a:gd name="connsiteX108" fmla="*/ 199164 w 320859"/>
                <a:gd name="connsiteY108" fmla="*/ 192276 h 396913"/>
                <a:gd name="connsiteX109" fmla="*/ 196383 w 320859"/>
                <a:gd name="connsiteY109" fmla="*/ 192275 h 396913"/>
                <a:gd name="connsiteX110" fmla="*/ 191927 w 320859"/>
                <a:gd name="connsiteY110" fmla="*/ 191438 h 396913"/>
                <a:gd name="connsiteX111" fmla="*/ 191927 w 320859"/>
                <a:gd name="connsiteY111" fmla="*/ 353660 h 396913"/>
                <a:gd name="connsiteX112" fmla="*/ 189695 w 320859"/>
                <a:gd name="connsiteY112" fmla="*/ 353660 h 396913"/>
                <a:gd name="connsiteX113" fmla="*/ 189584 w 320859"/>
                <a:gd name="connsiteY113" fmla="*/ 355425 h 396913"/>
                <a:gd name="connsiteX114" fmla="*/ 189416 w 320859"/>
                <a:gd name="connsiteY114" fmla="*/ 357707 h 396913"/>
                <a:gd name="connsiteX115" fmla="*/ 189259 w 320859"/>
                <a:gd name="connsiteY115" fmla="*/ 359983 h 396913"/>
                <a:gd name="connsiteX116" fmla="*/ 188951 w 320859"/>
                <a:gd name="connsiteY116" fmla="*/ 361846 h 396913"/>
                <a:gd name="connsiteX117" fmla="*/ 187462 w 320859"/>
                <a:gd name="connsiteY117" fmla="*/ 362590 h 396913"/>
                <a:gd name="connsiteX118" fmla="*/ 187137 w 320859"/>
                <a:gd name="connsiteY118" fmla="*/ 365148 h 396913"/>
                <a:gd name="connsiteX119" fmla="*/ 186718 w 320859"/>
                <a:gd name="connsiteY119" fmla="*/ 367799 h 396913"/>
                <a:gd name="connsiteX120" fmla="*/ 184486 w 320859"/>
                <a:gd name="connsiteY120" fmla="*/ 369287 h 396913"/>
                <a:gd name="connsiteX121" fmla="*/ 184114 w 320859"/>
                <a:gd name="connsiteY121" fmla="*/ 371194 h 396913"/>
                <a:gd name="connsiteX122" fmla="*/ 183742 w 320859"/>
                <a:gd name="connsiteY122" fmla="*/ 373008 h 396913"/>
                <a:gd name="connsiteX123" fmla="*/ 181509 w 320859"/>
                <a:gd name="connsiteY123" fmla="*/ 373752 h 396913"/>
                <a:gd name="connsiteX124" fmla="*/ 180765 w 320859"/>
                <a:gd name="connsiteY124" fmla="*/ 375985 h 396913"/>
                <a:gd name="connsiteX125" fmla="*/ 178533 w 320859"/>
                <a:gd name="connsiteY125" fmla="*/ 376729 h 396913"/>
                <a:gd name="connsiteX126" fmla="*/ 177789 w 320859"/>
                <a:gd name="connsiteY126" fmla="*/ 378263 h 396913"/>
                <a:gd name="connsiteX127" fmla="*/ 177044 w 320859"/>
                <a:gd name="connsiteY127" fmla="*/ 379705 h 396913"/>
                <a:gd name="connsiteX128" fmla="*/ 174812 w 320859"/>
                <a:gd name="connsiteY128" fmla="*/ 379705 h 396913"/>
                <a:gd name="connsiteX129" fmla="*/ 174533 w 320859"/>
                <a:gd name="connsiteY129" fmla="*/ 381566 h 396913"/>
                <a:gd name="connsiteX130" fmla="*/ 174068 w 320859"/>
                <a:gd name="connsiteY130" fmla="*/ 383426 h 396913"/>
                <a:gd name="connsiteX131" fmla="*/ 170347 w 320859"/>
                <a:gd name="connsiteY131" fmla="*/ 383426 h 396913"/>
                <a:gd name="connsiteX132" fmla="*/ 169722 w 320859"/>
                <a:gd name="connsiteY132" fmla="*/ 384876 h 396913"/>
                <a:gd name="connsiteX133" fmla="*/ 168859 w 320859"/>
                <a:gd name="connsiteY133" fmla="*/ 386402 h 396913"/>
                <a:gd name="connsiteX134" fmla="*/ 165045 w 320859"/>
                <a:gd name="connsiteY134" fmla="*/ 386961 h 396913"/>
                <a:gd name="connsiteX135" fmla="*/ 162993 w 320859"/>
                <a:gd name="connsiteY135" fmla="*/ 387088 h 396913"/>
                <a:gd name="connsiteX136" fmla="*/ 161417 w 320859"/>
                <a:gd name="connsiteY136" fmla="*/ 387147 h 396913"/>
                <a:gd name="connsiteX137" fmla="*/ 161417 w 320859"/>
                <a:gd name="connsiteY137" fmla="*/ 390123 h 396913"/>
                <a:gd name="connsiteX138" fmla="*/ 159490 w 320859"/>
                <a:gd name="connsiteY138" fmla="*/ 390207 h 396913"/>
                <a:gd name="connsiteX139" fmla="*/ 156999 w 320859"/>
                <a:gd name="connsiteY139" fmla="*/ 390356 h 396913"/>
                <a:gd name="connsiteX140" fmla="*/ 154514 w 320859"/>
                <a:gd name="connsiteY140" fmla="*/ 390487 h 396913"/>
                <a:gd name="connsiteX141" fmla="*/ 152488 w 320859"/>
                <a:gd name="connsiteY141" fmla="*/ 390867 h 396913"/>
                <a:gd name="connsiteX142" fmla="*/ 151744 w 320859"/>
                <a:gd name="connsiteY142" fmla="*/ 393100 h 396913"/>
                <a:gd name="connsiteX143" fmla="*/ 148630 w 320859"/>
                <a:gd name="connsiteY143" fmla="*/ 393454 h 396913"/>
                <a:gd name="connsiteX144" fmla="*/ 146725 w 320859"/>
                <a:gd name="connsiteY144" fmla="*/ 393524 h 396913"/>
                <a:gd name="connsiteX145" fmla="*/ 144721 w 320859"/>
                <a:gd name="connsiteY145" fmla="*/ 393565 h 396913"/>
                <a:gd name="connsiteX146" fmla="*/ 140817 w 320859"/>
                <a:gd name="connsiteY146" fmla="*/ 393687 h 396913"/>
                <a:gd name="connsiteX147" fmla="*/ 139060 w 320859"/>
                <a:gd name="connsiteY147" fmla="*/ 393727 h 396913"/>
                <a:gd name="connsiteX148" fmla="*/ 136117 w 320859"/>
                <a:gd name="connsiteY148" fmla="*/ 394588 h 396913"/>
                <a:gd name="connsiteX149" fmla="*/ 136117 w 320859"/>
                <a:gd name="connsiteY149" fmla="*/ 396820 h 396913"/>
                <a:gd name="connsiteX150" fmla="*/ 112287 w 320859"/>
                <a:gd name="connsiteY150" fmla="*/ 396859 h 396913"/>
                <a:gd name="connsiteX151" fmla="*/ 101224 w 320859"/>
                <a:gd name="connsiteY151" fmla="*/ 396877 h 396913"/>
                <a:gd name="connsiteX152" fmla="*/ 90556 w 320859"/>
                <a:gd name="connsiteY152" fmla="*/ 396891 h 396913"/>
                <a:gd name="connsiteX153" fmla="*/ 86476 w 320859"/>
                <a:gd name="connsiteY153" fmla="*/ 396899 h 396913"/>
                <a:gd name="connsiteX154" fmla="*/ 80783 w 320859"/>
                <a:gd name="connsiteY154" fmla="*/ 396905 h 396913"/>
                <a:gd name="connsiteX155" fmla="*/ 79062 w 320859"/>
                <a:gd name="connsiteY155" fmla="*/ 396913 h 396913"/>
                <a:gd name="connsiteX156" fmla="*/ 74353 w 320859"/>
                <a:gd name="connsiteY156" fmla="*/ 396076 h 396913"/>
                <a:gd name="connsiteX157" fmla="*/ 74196 w 320859"/>
                <a:gd name="connsiteY157" fmla="*/ 392989 h 396913"/>
                <a:gd name="connsiteX158" fmla="*/ 74132 w 320859"/>
                <a:gd name="connsiteY158" fmla="*/ 391094 h 396913"/>
                <a:gd name="connsiteX159" fmla="*/ 74033 w 320859"/>
                <a:gd name="connsiteY159" fmla="*/ 387123 h 396913"/>
                <a:gd name="connsiteX160" fmla="*/ 73964 w 320859"/>
                <a:gd name="connsiteY160" fmla="*/ 385222 h 396913"/>
                <a:gd name="connsiteX161" fmla="*/ 73919 w 320859"/>
                <a:gd name="connsiteY161" fmla="*/ 383477 h 396913"/>
                <a:gd name="connsiteX162" fmla="*/ 71376 w 320859"/>
                <a:gd name="connsiteY162" fmla="*/ 379705 h 396913"/>
                <a:gd name="connsiteX163" fmla="*/ 71342 w 320859"/>
                <a:gd name="connsiteY163" fmla="*/ 375293 h 396913"/>
                <a:gd name="connsiteX164" fmla="*/ 70632 w 320859"/>
                <a:gd name="connsiteY164" fmla="*/ 369287 h 396913"/>
                <a:gd name="connsiteX165" fmla="*/ 69144 w 320859"/>
                <a:gd name="connsiteY165" fmla="*/ 368543 h 396913"/>
                <a:gd name="connsiteX166" fmla="*/ 68728 w 320859"/>
                <a:gd name="connsiteY166" fmla="*/ 361613 h 396913"/>
                <a:gd name="connsiteX167" fmla="*/ 68400 w 320859"/>
                <a:gd name="connsiteY167" fmla="*/ 359613 h 396913"/>
                <a:gd name="connsiteX168" fmla="*/ 66167 w 320859"/>
                <a:gd name="connsiteY168" fmla="*/ 358869 h 396913"/>
                <a:gd name="connsiteX169" fmla="*/ 65656 w 320859"/>
                <a:gd name="connsiteY169" fmla="*/ 353986 h 396913"/>
                <a:gd name="connsiteX170" fmla="*/ 65508 w 320859"/>
                <a:gd name="connsiteY170" fmla="*/ 351285 h 396913"/>
                <a:gd name="connsiteX171" fmla="*/ 65423 w 320859"/>
                <a:gd name="connsiteY171" fmla="*/ 349195 h 396913"/>
                <a:gd name="connsiteX172" fmla="*/ 63935 w 320859"/>
                <a:gd name="connsiteY172" fmla="*/ 349195 h 396913"/>
                <a:gd name="connsiteX173" fmla="*/ 63851 w 320859"/>
                <a:gd name="connsiteY173" fmla="*/ 347809 h 396913"/>
                <a:gd name="connsiteX174" fmla="*/ 63703 w 320859"/>
                <a:gd name="connsiteY174" fmla="*/ 345986 h 396913"/>
                <a:gd name="connsiteX175" fmla="*/ 63572 w 320859"/>
                <a:gd name="connsiteY175" fmla="*/ 344181 h 396913"/>
                <a:gd name="connsiteX176" fmla="*/ 62075 w 320859"/>
                <a:gd name="connsiteY176" fmla="*/ 341428 h 396913"/>
                <a:gd name="connsiteX177" fmla="*/ 60447 w 320859"/>
                <a:gd name="connsiteY177" fmla="*/ 336033 h 396913"/>
                <a:gd name="connsiteX178" fmla="*/ 60299 w 320859"/>
                <a:gd name="connsiteY178" fmla="*/ 333792 h 396913"/>
                <a:gd name="connsiteX179" fmla="*/ 60214 w 320859"/>
                <a:gd name="connsiteY179" fmla="*/ 332080 h 396913"/>
                <a:gd name="connsiteX180" fmla="*/ 57982 w 320859"/>
                <a:gd name="connsiteY180" fmla="*/ 332080 h 396913"/>
                <a:gd name="connsiteX181" fmla="*/ 57935 w 320859"/>
                <a:gd name="connsiteY181" fmla="*/ 327290 h 396913"/>
                <a:gd name="connsiteX182" fmla="*/ 57909 w 320859"/>
                <a:gd name="connsiteY182" fmla="*/ 324595 h 396913"/>
                <a:gd name="connsiteX183" fmla="*/ 58726 w 320859"/>
                <a:gd name="connsiteY183" fmla="*/ 321662 h 396913"/>
                <a:gd name="connsiteX184" fmla="*/ 62705 w 320859"/>
                <a:gd name="connsiteY184" fmla="*/ 321590 h 396913"/>
                <a:gd name="connsiteX185" fmla="*/ 65140 w 320859"/>
                <a:gd name="connsiteY185" fmla="*/ 321597 h 396913"/>
                <a:gd name="connsiteX186" fmla="*/ 67702 w 320859"/>
                <a:gd name="connsiteY186" fmla="*/ 321616 h 396913"/>
                <a:gd name="connsiteX187" fmla="*/ 70273 w 320859"/>
                <a:gd name="connsiteY187" fmla="*/ 321626 h 396913"/>
                <a:gd name="connsiteX188" fmla="*/ 76585 w 320859"/>
                <a:gd name="connsiteY188" fmla="*/ 321662 h 396913"/>
                <a:gd name="connsiteX189" fmla="*/ 76585 w 320859"/>
                <a:gd name="connsiteY189" fmla="*/ 324639 h 396913"/>
                <a:gd name="connsiteX190" fmla="*/ 94011 w 320859"/>
                <a:gd name="connsiteY190" fmla="*/ 324793 h 396913"/>
                <a:gd name="connsiteX191" fmla="*/ 102102 w 320859"/>
                <a:gd name="connsiteY191" fmla="*/ 324863 h 396913"/>
                <a:gd name="connsiteX192" fmla="*/ 109904 w 320859"/>
                <a:gd name="connsiteY192" fmla="*/ 324921 h 396913"/>
                <a:gd name="connsiteX193" fmla="*/ 114342 w 320859"/>
                <a:gd name="connsiteY193" fmla="*/ 324976 h 396913"/>
                <a:gd name="connsiteX194" fmla="*/ 117051 w 320859"/>
                <a:gd name="connsiteY194" fmla="*/ 324977 h 396913"/>
                <a:gd name="connsiteX195" fmla="*/ 119449 w 320859"/>
                <a:gd name="connsiteY195" fmla="*/ 324997 h 396913"/>
                <a:gd name="connsiteX196" fmla="*/ 121234 w 320859"/>
                <a:gd name="connsiteY196" fmla="*/ 324639 h 396913"/>
                <a:gd name="connsiteX197" fmla="*/ 121978 w 320859"/>
                <a:gd name="connsiteY197" fmla="*/ 321662 h 396913"/>
                <a:gd name="connsiteX198" fmla="*/ 128675 w 320859"/>
                <a:gd name="connsiteY198" fmla="*/ 320918 h 396913"/>
                <a:gd name="connsiteX199" fmla="*/ 129419 w 320859"/>
                <a:gd name="connsiteY199" fmla="*/ 191438 h 396913"/>
                <a:gd name="connsiteX200" fmla="*/ 126443 w 320859"/>
                <a:gd name="connsiteY200" fmla="*/ 192182 h 396913"/>
                <a:gd name="connsiteX201" fmla="*/ 121410 w 320859"/>
                <a:gd name="connsiteY201" fmla="*/ 192276 h 396913"/>
                <a:gd name="connsiteX202" fmla="*/ 119879 w 320859"/>
                <a:gd name="connsiteY202" fmla="*/ 192280 h 396913"/>
                <a:gd name="connsiteX203" fmla="*/ 114801 w 320859"/>
                <a:gd name="connsiteY203" fmla="*/ 192278 h 396913"/>
                <a:gd name="connsiteX204" fmla="*/ 111160 w 320859"/>
                <a:gd name="connsiteY204" fmla="*/ 192282 h 396913"/>
                <a:gd name="connsiteX205" fmla="*/ 101271 w 320859"/>
                <a:gd name="connsiteY205" fmla="*/ 192282 h 396913"/>
                <a:gd name="connsiteX206" fmla="*/ 90929 w 320859"/>
                <a:gd name="connsiteY206" fmla="*/ 192283 h 396913"/>
                <a:gd name="connsiteX207" fmla="*/ 73564 w 320859"/>
                <a:gd name="connsiteY207" fmla="*/ 192279 h 396913"/>
                <a:gd name="connsiteX208" fmla="*/ 53475 w 320859"/>
                <a:gd name="connsiteY208" fmla="*/ 192280 h 396913"/>
                <a:gd name="connsiteX209" fmla="*/ 36237 w 320859"/>
                <a:gd name="connsiteY209" fmla="*/ 192282 h 396913"/>
                <a:gd name="connsiteX210" fmla="*/ 25937 w 320859"/>
                <a:gd name="connsiteY210" fmla="*/ 192283 h 396913"/>
                <a:gd name="connsiteX211" fmla="*/ 16257 w 320859"/>
                <a:gd name="connsiteY211" fmla="*/ 192280 h 396913"/>
                <a:gd name="connsiteX212" fmla="*/ 12700 w 320859"/>
                <a:gd name="connsiteY212" fmla="*/ 192281 h 396913"/>
                <a:gd name="connsiteX213" fmla="*/ 7854 w 320859"/>
                <a:gd name="connsiteY213" fmla="*/ 192276 h 396913"/>
                <a:gd name="connsiteX214" fmla="*/ 5111 w 320859"/>
                <a:gd name="connsiteY214" fmla="*/ 192275 h 396913"/>
                <a:gd name="connsiteX215" fmla="*/ 683 w 320859"/>
                <a:gd name="connsiteY215" fmla="*/ 191438 h 396913"/>
                <a:gd name="connsiteX216" fmla="*/ 394 w 320859"/>
                <a:gd name="connsiteY216" fmla="*/ 188387 h 396913"/>
                <a:gd name="connsiteX217" fmla="*/ 371 w 320859"/>
                <a:gd name="connsiteY217" fmla="*/ 186382 h 396913"/>
                <a:gd name="connsiteX218" fmla="*/ 380 w 320859"/>
                <a:gd name="connsiteY218" fmla="*/ 184154 h 396913"/>
                <a:gd name="connsiteX219" fmla="*/ 363 w 320859"/>
                <a:gd name="connsiteY219" fmla="*/ 181807 h 396913"/>
                <a:gd name="connsiteX220" fmla="*/ 347 w 320859"/>
                <a:gd name="connsiteY220" fmla="*/ 173958 h 396913"/>
                <a:gd name="connsiteX221" fmla="*/ 321 w 320859"/>
                <a:gd name="connsiteY221" fmla="*/ 168356 h 396913"/>
                <a:gd name="connsiteX222" fmla="*/ 285 w 320859"/>
                <a:gd name="connsiteY222" fmla="*/ 153094 h 396913"/>
                <a:gd name="connsiteX223" fmla="*/ 268 w 320859"/>
                <a:gd name="connsiteY223" fmla="*/ 143572 h 396913"/>
                <a:gd name="connsiteX224" fmla="*/ 230 w 320859"/>
                <a:gd name="connsiteY224" fmla="*/ 117230 h 396913"/>
                <a:gd name="connsiteX225" fmla="*/ 230 w 320859"/>
                <a:gd name="connsiteY225" fmla="*/ 115526 h 396913"/>
                <a:gd name="connsiteX226" fmla="*/ 229 w 320859"/>
                <a:gd name="connsiteY226" fmla="*/ 112106 h 396913"/>
                <a:gd name="connsiteX227" fmla="*/ 229 w 320859"/>
                <a:gd name="connsiteY227" fmla="*/ 110391 h 396913"/>
                <a:gd name="connsiteX228" fmla="*/ 228 w 320859"/>
                <a:gd name="connsiteY228" fmla="*/ 108674 h 396913"/>
                <a:gd name="connsiteX229" fmla="*/ 160 w 320859"/>
                <a:gd name="connsiteY229" fmla="*/ 81111 h 396913"/>
                <a:gd name="connsiteX230" fmla="*/ 102 w 320859"/>
                <a:gd name="connsiteY230" fmla="*/ 52842 h 396913"/>
                <a:gd name="connsiteX231" fmla="*/ 64 w 320859"/>
                <a:gd name="connsiteY231" fmla="*/ 36958 h 396913"/>
                <a:gd name="connsiteX232" fmla="*/ 53 w 320859"/>
                <a:gd name="connsiteY232" fmla="*/ 22027 h 396913"/>
                <a:gd name="connsiteX233" fmla="*/ 32 w 320859"/>
                <a:gd name="connsiteY233" fmla="*/ 16532 h 396913"/>
                <a:gd name="connsiteX234" fmla="*/ 42 w 320859"/>
                <a:gd name="connsiteY234" fmla="*/ 9060 h 396913"/>
                <a:gd name="connsiteX235" fmla="*/ 0 w 320859"/>
                <a:gd name="connsiteY235" fmla="*/ 6837 h 396913"/>
                <a:gd name="connsiteX236" fmla="*/ 36 w 320859"/>
                <a:gd name="connsiteY236" fmla="*/ 4826 h 396913"/>
                <a:gd name="connsiteX237" fmla="*/ 34 w 320859"/>
                <a:gd name="connsiteY237" fmla="*/ 3083 h 396913"/>
                <a:gd name="connsiteX238" fmla="*/ 2987 w 320859"/>
                <a:gd name="connsiteY238" fmla="*/ 753 h 396913"/>
                <a:gd name="connsiteX239" fmla="*/ 11341 w 320859"/>
                <a:gd name="connsiteY239" fmla="*/ 8 h 396913"/>
                <a:gd name="connsiteX240" fmla="*/ 12935 w 320859"/>
                <a:gd name="connsiteY240" fmla="*/ 2 h 39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320859" h="396913">
                  <a:moveTo>
                    <a:pt x="65327" y="67914"/>
                  </a:moveTo>
                  <a:cubicBezTo>
                    <a:pt x="63182" y="68056"/>
                    <a:pt x="63182" y="68056"/>
                    <a:pt x="63163" y="72513"/>
                  </a:cubicBezTo>
                  <a:cubicBezTo>
                    <a:pt x="63164" y="73069"/>
                    <a:pt x="63166" y="73608"/>
                    <a:pt x="63167" y="74147"/>
                  </a:cubicBezTo>
                  <a:cubicBezTo>
                    <a:pt x="63163" y="75948"/>
                    <a:pt x="63160" y="77749"/>
                    <a:pt x="63162" y="79551"/>
                  </a:cubicBezTo>
                  <a:cubicBezTo>
                    <a:pt x="63164" y="80842"/>
                    <a:pt x="63165" y="82133"/>
                    <a:pt x="63164" y="83425"/>
                  </a:cubicBezTo>
                  <a:cubicBezTo>
                    <a:pt x="63162" y="86107"/>
                    <a:pt x="63161" y="88789"/>
                    <a:pt x="63164" y="91472"/>
                  </a:cubicBezTo>
                  <a:cubicBezTo>
                    <a:pt x="63169" y="94973"/>
                    <a:pt x="63171" y="98474"/>
                    <a:pt x="63167" y="101975"/>
                  </a:cubicBezTo>
                  <a:cubicBezTo>
                    <a:pt x="63163" y="104700"/>
                    <a:pt x="63162" y="107425"/>
                    <a:pt x="63163" y="110150"/>
                  </a:cubicBezTo>
                  <a:cubicBezTo>
                    <a:pt x="63164" y="111448"/>
                    <a:pt x="63164" y="112747"/>
                    <a:pt x="63165" y="114045"/>
                  </a:cubicBezTo>
                  <a:cubicBezTo>
                    <a:pt x="63162" y="115922"/>
                    <a:pt x="63160" y="117799"/>
                    <a:pt x="63164" y="119676"/>
                  </a:cubicBezTo>
                  <a:cubicBezTo>
                    <a:pt x="63165" y="120258"/>
                    <a:pt x="63166" y="120823"/>
                    <a:pt x="63167" y="121388"/>
                  </a:cubicBezTo>
                  <a:cubicBezTo>
                    <a:pt x="63162" y="123195"/>
                    <a:pt x="63189" y="124981"/>
                    <a:pt x="63264" y="126789"/>
                  </a:cubicBezTo>
                  <a:cubicBezTo>
                    <a:pt x="64008" y="127533"/>
                    <a:pt x="64008" y="127533"/>
                    <a:pt x="65309" y="127626"/>
                  </a:cubicBezTo>
                  <a:cubicBezTo>
                    <a:pt x="66185" y="127626"/>
                    <a:pt x="66185" y="127626"/>
                    <a:pt x="67043" y="127626"/>
                  </a:cubicBezTo>
                  <a:cubicBezTo>
                    <a:pt x="67721" y="127628"/>
                    <a:pt x="68379" y="127630"/>
                    <a:pt x="69037" y="127632"/>
                  </a:cubicBezTo>
                  <a:cubicBezTo>
                    <a:pt x="69791" y="127631"/>
                    <a:pt x="70522" y="127629"/>
                    <a:pt x="71253" y="127627"/>
                  </a:cubicBezTo>
                  <a:cubicBezTo>
                    <a:pt x="73729" y="127631"/>
                    <a:pt x="76205" y="127634"/>
                    <a:pt x="78681" y="127631"/>
                  </a:cubicBezTo>
                  <a:cubicBezTo>
                    <a:pt x="80504" y="127630"/>
                    <a:pt x="82326" y="127630"/>
                    <a:pt x="84149" y="127631"/>
                  </a:cubicBezTo>
                  <a:cubicBezTo>
                    <a:pt x="89099" y="127635"/>
                    <a:pt x="94049" y="127636"/>
                    <a:pt x="99000" y="127634"/>
                  </a:cubicBezTo>
                  <a:cubicBezTo>
                    <a:pt x="102682" y="127632"/>
                    <a:pt x="106365" y="127631"/>
                    <a:pt x="110048" y="127632"/>
                  </a:cubicBezTo>
                  <a:cubicBezTo>
                    <a:pt x="110585" y="127632"/>
                    <a:pt x="111107" y="127632"/>
                    <a:pt x="111628" y="127632"/>
                  </a:cubicBezTo>
                  <a:cubicBezTo>
                    <a:pt x="112688" y="127633"/>
                    <a:pt x="113748" y="127633"/>
                    <a:pt x="114807" y="127633"/>
                  </a:cubicBezTo>
                  <a:cubicBezTo>
                    <a:pt x="124757" y="127635"/>
                    <a:pt x="134706" y="127634"/>
                    <a:pt x="144655" y="127630"/>
                  </a:cubicBezTo>
                  <a:cubicBezTo>
                    <a:pt x="153228" y="127626"/>
                    <a:pt x="161801" y="127626"/>
                    <a:pt x="170374" y="127629"/>
                  </a:cubicBezTo>
                  <a:cubicBezTo>
                    <a:pt x="180356" y="127633"/>
                    <a:pt x="190338" y="127636"/>
                    <a:pt x="200320" y="127633"/>
                  </a:cubicBezTo>
                  <a:cubicBezTo>
                    <a:pt x="201384" y="127633"/>
                    <a:pt x="202449" y="127633"/>
                    <a:pt x="203513" y="127633"/>
                  </a:cubicBezTo>
                  <a:cubicBezTo>
                    <a:pt x="204315" y="127633"/>
                    <a:pt x="204315" y="127633"/>
                    <a:pt x="205101" y="127632"/>
                  </a:cubicBezTo>
                  <a:cubicBezTo>
                    <a:pt x="208785" y="127632"/>
                    <a:pt x="212469" y="127632"/>
                    <a:pt x="216153" y="127633"/>
                  </a:cubicBezTo>
                  <a:cubicBezTo>
                    <a:pt x="220688" y="127636"/>
                    <a:pt x="225223" y="127636"/>
                    <a:pt x="229759" y="127633"/>
                  </a:cubicBezTo>
                  <a:cubicBezTo>
                    <a:pt x="231620" y="127631"/>
                    <a:pt x="233481" y="127630"/>
                    <a:pt x="235343" y="127629"/>
                  </a:cubicBezTo>
                  <a:cubicBezTo>
                    <a:pt x="237944" y="127631"/>
                    <a:pt x="240545" y="127634"/>
                    <a:pt x="243146" y="127631"/>
                  </a:cubicBezTo>
                  <a:cubicBezTo>
                    <a:pt x="243943" y="127630"/>
                    <a:pt x="244717" y="127628"/>
                    <a:pt x="245491" y="127627"/>
                  </a:cubicBezTo>
                  <a:cubicBezTo>
                    <a:pt x="246239" y="127629"/>
                    <a:pt x="246966" y="127631"/>
                    <a:pt x="247692" y="127632"/>
                  </a:cubicBezTo>
                  <a:cubicBezTo>
                    <a:pt x="248376" y="127630"/>
                    <a:pt x="249040" y="127628"/>
                    <a:pt x="249704" y="127626"/>
                  </a:cubicBezTo>
                  <a:cubicBezTo>
                    <a:pt x="251908" y="127626"/>
                    <a:pt x="253925" y="127599"/>
                    <a:pt x="255996" y="126789"/>
                  </a:cubicBezTo>
                  <a:cubicBezTo>
                    <a:pt x="256326" y="124496"/>
                    <a:pt x="256326" y="124496"/>
                    <a:pt x="256319" y="123013"/>
                  </a:cubicBezTo>
                  <a:cubicBezTo>
                    <a:pt x="256292" y="122186"/>
                    <a:pt x="256292" y="122186"/>
                    <a:pt x="256266" y="121376"/>
                  </a:cubicBezTo>
                  <a:cubicBezTo>
                    <a:pt x="256244" y="119570"/>
                    <a:pt x="256218" y="117766"/>
                    <a:pt x="256173" y="115961"/>
                  </a:cubicBezTo>
                  <a:cubicBezTo>
                    <a:pt x="256140" y="114667"/>
                    <a:pt x="256113" y="113374"/>
                    <a:pt x="256091" y="112081"/>
                  </a:cubicBezTo>
                  <a:cubicBezTo>
                    <a:pt x="256040" y="108698"/>
                    <a:pt x="255979" y="105316"/>
                    <a:pt x="255903" y="101934"/>
                  </a:cubicBezTo>
                  <a:cubicBezTo>
                    <a:pt x="255824" y="98426"/>
                    <a:pt x="255758" y="94919"/>
                    <a:pt x="255697" y="91411"/>
                  </a:cubicBezTo>
                  <a:cubicBezTo>
                    <a:pt x="255568" y="83855"/>
                    <a:pt x="255418" y="76300"/>
                    <a:pt x="255252" y="68746"/>
                  </a:cubicBezTo>
                  <a:cubicBezTo>
                    <a:pt x="231471" y="68636"/>
                    <a:pt x="207690" y="68531"/>
                    <a:pt x="183909" y="68430"/>
                  </a:cubicBezTo>
                  <a:cubicBezTo>
                    <a:pt x="181044" y="68418"/>
                    <a:pt x="178180" y="68406"/>
                    <a:pt x="175315" y="68394"/>
                  </a:cubicBezTo>
                  <a:cubicBezTo>
                    <a:pt x="174727" y="68392"/>
                    <a:pt x="174156" y="68389"/>
                    <a:pt x="173585" y="68387"/>
                  </a:cubicBezTo>
                  <a:cubicBezTo>
                    <a:pt x="164314" y="68348"/>
                    <a:pt x="155043" y="68306"/>
                    <a:pt x="145772" y="68263"/>
                  </a:cubicBezTo>
                  <a:cubicBezTo>
                    <a:pt x="136231" y="68219"/>
                    <a:pt x="126690" y="68177"/>
                    <a:pt x="117149" y="68138"/>
                  </a:cubicBezTo>
                  <a:cubicBezTo>
                    <a:pt x="111267" y="68114"/>
                    <a:pt x="105386" y="68090"/>
                    <a:pt x="99504" y="68061"/>
                  </a:cubicBezTo>
                  <a:cubicBezTo>
                    <a:pt x="95436" y="68041"/>
                    <a:pt x="91369" y="68023"/>
                    <a:pt x="87301" y="68007"/>
                  </a:cubicBezTo>
                  <a:cubicBezTo>
                    <a:pt x="85417" y="68000"/>
                    <a:pt x="83532" y="67993"/>
                    <a:pt x="81648" y="67985"/>
                  </a:cubicBezTo>
                  <a:cubicBezTo>
                    <a:pt x="79007" y="67971"/>
                    <a:pt x="76367" y="67957"/>
                    <a:pt x="73726" y="67948"/>
                  </a:cubicBezTo>
                  <a:cubicBezTo>
                    <a:pt x="72921" y="67945"/>
                    <a:pt x="72139" y="67943"/>
                    <a:pt x="71358" y="67940"/>
                  </a:cubicBezTo>
                  <a:cubicBezTo>
                    <a:pt x="70593" y="67935"/>
                    <a:pt x="69851" y="67930"/>
                    <a:pt x="69109" y="67925"/>
                  </a:cubicBezTo>
                  <a:cubicBezTo>
                    <a:pt x="68422" y="67924"/>
                    <a:pt x="67754" y="67923"/>
                    <a:pt x="67086" y="67922"/>
                  </a:cubicBezTo>
                  <a:cubicBezTo>
                    <a:pt x="66488" y="67919"/>
                    <a:pt x="65907" y="67916"/>
                    <a:pt x="65327" y="67914"/>
                  </a:cubicBezTo>
                  <a:close/>
                  <a:moveTo>
                    <a:pt x="12935" y="2"/>
                  </a:moveTo>
                  <a:cubicBezTo>
                    <a:pt x="14692" y="-2"/>
                    <a:pt x="16450" y="4"/>
                    <a:pt x="18207" y="10"/>
                  </a:cubicBezTo>
                  <a:cubicBezTo>
                    <a:pt x="19482" y="8"/>
                    <a:pt x="20757" y="7"/>
                    <a:pt x="22031" y="4"/>
                  </a:cubicBezTo>
                  <a:cubicBezTo>
                    <a:pt x="25530" y="-1"/>
                    <a:pt x="29030" y="4"/>
                    <a:pt x="32529" y="10"/>
                  </a:cubicBezTo>
                  <a:cubicBezTo>
                    <a:pt x="36304" y="15"/>
                    <a:pt x="40079" y="11"/>
                    <a:pt x="43854" y="8"/>
                  </a:cubicBezTo>
                  <a:cubicBezTo>
                    <a:pt x="51248" y="5"/>
                    <a:pt x="58642" y="9"/>
                    <a:pt x="66036" y="16"/>
                  </a:cubicBezTo>
                  <a:cubicBezTo>
                    <a:pt x="74645" y="24"/>
                    <a:pt x="83253" y="23"/>
                    <a:pt x="91862" y="23"/>
                  </a:cubicBezTo>
                  <a:cubicBezTo>
                    <a:pt x="107222" y="23"/>
                    <a:pt x="122581" y="30"/>
                    <a:pt x="137940" y="40"/>
                  </a:cubicBezTo>
                  <a:cubicBezTo>
                    <a:pt x="152848" y="51"/>
                    <a:pt x="167755" y="56"/>
                    <a:pt x="182662" y="56"/>
                  </a:cubicBezTo>
                  <a:cubicBezTo>
                    <a:pt x="183580" y="56"/>
                    <a:pt x="184498" y="56"/>
                    <a:pt x="185444" y="56"/>
                  </a:cubicBezTo>
                  <a:cubicBezTo>
                    <a:pt x="186819" y="56"/>
                    <a:pt x="186819" y="56"/>
                    <a:pt x="188222" y="55"/>
                  </a:cubicBezTo>
                  <a:cubicBezTo>
                    <a:pt x="205188" y="55"/>
                    <a:pt x="222154" y="59"/>
                    <a:pt x="239120" y="66"/>
                  </a:cubicBezTo>
                  <a:cubicBezTo>
                    <a:pt x="245123" y="68"/>
                    <a:pt x="251125" y="69"/>
                    <a:pt x="257127" y="69"/>
                  </a:cubicBezTo>
                  <a:cubicBezTo>
                    <a:pt x="264441" y="70"/>
                    <a:pt x="271754" y="73"/>
                    <a:pt x="279068" y="80"/>
                  </a:cubicBezTo>
                  <a:cubicBezTo>
                    <a:pt x="282800" y="83"/>
                    <a:pt x="286532" y="86"/>
                    <a:pt x="290265" y="85"/>
                  </a:cubicBezTo>
                  <a:cubicBezTo>
                    <a:pt x="293681" y="84"/>
                    <a:pt x="297096" y="87"/>
                    <a:pt x="300512" y="92"/>
                  </a:cubicBezTo>
                  <a:cubicBezTo>
                    <a:pt x="301749" y="93"/>
                    <a:pt x="302985" y="93"/>
                    <a:pt x="304221" y="92"/>
                  </a:cubicBezTo>
                  <a:cubicBezTo>
                    <a:pt x="305901" y="91"/>
                    <a:pt x="307581" y="94"/>
                    <a:pt x="309261" y="98"/>
                  </a:cubicBezTo>
                  <a:cubicBezTo>
                    <a:pt x="310194" y="98"/>
                    <a:pt x="311128" y="99"/>
                    <a:pt x="312089" y="99"/>
                  </a:cubicBezTo>
                  <a:cubicBezTo>
                    <a:pt x="319342" y="360"/>
                    <a:pt x="319342" y="360"/>
                    <a:pt x="320664" y="1682"/>
                  </a:cubicBezTo>
                  <a:cubicBezTo>
                    <a:pt x="320737" y="2697"/>
                    <a:pt x="320758" y="3717"/>
                    <a:pt x="320759" y="4735"/>
                  </a:cubicBezTo>
                  <a:cubicBezTo>
                    <a:pt x="320762" y="5397"/>
                    <a:pt x="320764" y="6059"/>
                    <a:pt x="320767" y="6741"/>
                  </a:cubicBezTo>
                  <a:cubicBezTo>
                    <a:pt x="320765" y="7477"/>
                    <a:pt x="320764" y="8212"/>
                    <a:pt x="320763" y="8970"/>
                  </a:cubicBezTo>
                  <a:cubicBezTo>
                    <a:pt x="320765" y="9745"/>
                    <a:pt x="320766" y="10520"/>
                    <a:pt x="320768" y="11319"/>
                  </a:cubicBezTo>
                  <a:cubicBezTo>
                    <a:pt x="320773" y="13937"/>
                    <a:pt x="320772" y="16555"/>
                    <a:pt x="320772" y="19173"/>
                  </a:cubicBezTo>
                  <a:cubicBezTo>
                    <a:pt x="320774" y="21042"/>
                    <a:pt x="320776" y="22910"/>
                    <a:pt x="320779" y="24779"/>
                  </a:cubicBezTo>
                  <a:cubicBezTo>
                    <a:pt x="320785" y="29340"/>
                    <a:pt x="320787" y="33900"/>
                    <a:pt x="320788" y="38461"/>
                  </a:cubicBezTo>
                  <a:cubicBezTo>
                    <a:pt x="320788" y="42166"/>
                    <a:pt x="320790" y="45871"/>
                    <a:pt x="320792" y="49576"/>
                  </a:cubicBezTo>
                  <a:cubicBezTo>
                    <a:pt x="320799" y="60069"/>
                    <a:pt x="320802" y="70561"/>
                    <a:pt x="320802" y="81054"/>
                  </a:cubicBezTo>
                  <a:cubicBezTo>
                    <a:pt x="320802" y="81903"/>
                    <a:pt x="320802" y="81903"/>
                    <a:pt x="320801" y="82770"/>
                  </a:cubicBezTo>
                  <a:cubicBezTo>
                    <a:pt x="320801" y="83336"/>
                    <a:pt x="320801" y="83903"/>
                    <a:pt x="320801" y="84487"/>
                  </a:cubicBezTo>
                  <a:cubicBezTo>
                    <a:pt x="320801" y="93680"/>
                    <a:pt x="320808" y="102873"/>
                    <a:pt x="320819" y="112066"/>
                  </a:cubicBezTo>
                  <a:cubicBezTo>
                    <a:pt x="320829" y="121493"/>
                    <a:pt x="320835" y="130920"/>
                    <a:pt x="320834" y="140347"/>
                  </a:cubicBezTo>
                  <a:cubicBezTo>
                    <a:pt x="320834" y="145645"/>
                    <a:pt x="320836" y="150942"/>
                    <a:pt x="320844" y="156240"/>
                  </a:cubicBezTo>
                  <a:cubicBezTo>
                    <a:pt x="320851" y="161219"/>
                    <a:pt x="320851" y="166198"/>
                    <a:pt x="320846" y="171177"/>
                  </a:cubicBezTo>
                  <a:cubicBezTo>
                    <a:pt x="320845" y="173010"/>
                    <a:pt x="320847" y="174843"/>
                    <a:pt x="320851" y="176677"/>
                  </a:cubicBezTo>
                  <a:cubicBezTo>
                    <a:pt x="320857" y="179168"/>
                    <a:pt x="320853" y="181658"/>
                    <a:pt x="320848" y="184149"/>
                  </a:cubicBezTo>
                  <a:cubicBezTo>
                    <a:pt x="320851" y="184885"/>
                    <a:pt x="320855" y="185621"/>
                    <a:pt x="320859" y="186379"/>
                  </a:cubicBezTo>
                  <a:cubicBezTo>
                    <a:pt x="320856" y="187041"/>
                    <a:pt x="320852" y="187703"/>
                    <a:pt x="320849" y="188385"/>
                  </a:cubicBezTo>
                  <a:cubicBezTo>
                    <a:pt x="320849" y="189248"/>
                    <a:pt x="320849" y="189248"/>
                    <a:pt x="320849" y="190129"/>
                  </a:cubicBezTo>
                  <a:cubicBezTo>
                    <a:pt x="320788" y="190561"/>
                    <a:pt x="320727" y="190993"/>
                    <a:pt x="320664" y="191438"/>
                  </a:cubicBezTo>
                  <a:cubicBezTo>
                    <a:pt x="318516" y="192511"/>
                    <a:pt x="316666" y="192276"/>
                    <a:pt x="314265" y="192276"/>
                  </a:cubicBezTo>
                  <a:cubicBezTo>
                    <a:pt x="313755" y="192277"/>
                    <a:pt x="313245" y="192279"/>
                    <a:pt x="312719" y="192280"/>
                  </a:cubicBezTo>
                  <a:cubicBezTo>
                    <a:pt x="311001" y="192283"/>
                    <a:pt x="309284" y="192280"/>
                    <a:pt x="307566" y="192278"/>
                  </a:cubicBezTo>
                  <a:cubicBezTo>
                    <a:pt x="306337" y="192279"/>
                    <a:pt x="305109" y="192280"/>
                    <a:pt x="303881" y="192282"/>
                  </a:cubicBezTo>
                  <a:cubicBezTo>
                    <a:pt x="300539" y="192285"/>
                    <a:pt x="297196" y="192284"/>
                    <a:pt x="293854" y="192282"/>
                  </a:cubicBezTo>
                  <a:cubicBezTo>
                    <a:pt x="290361" y="192280"/>
                    <a:pt x="286868" y="192282"/>
                    <a:pt x="283375" y="192283"/>
                  </a:cubicBezTo>
                  <a:cubicBezTo>
                    <a:pt x="277508" y="192284"/>
                    <a:pt x="271641" y="192282"/>
                    <a:pt x="265773" y="192279"/>
                  </a:cubicBezTo>
                  <a:cubicBezTo>
                    <a:pt x="258985" y="192275"/>
                    <a:pt x="252196" y="192276"/>
                    <a:pt x="245408" y="192280"/>
                  </a:cubicBezTo>
                  <a:cubicBezTo>
                    <a:pt x="239586" y="192284"/>
                    <a:pt x="233764" y="192284"/>
                    <a:pt x="227943" y="192282"/>
                  </a:cubicBezTo>
                  <a:cubicBezTo>
                    <a:pt x="224463" y="192281"/>
                    <a:pt x="220983" y="192281"/>
                    <a:pt x="217503" y="192283"/>
                  </a:cubicBezTo>
                  <a:cubicBezTo>
                    <a:pt x="214231" y="192285"/>
                    <a:pt x="210959" y="192284"/>
                    <a:pt x="207687" y="192280"/>
                  </a:cubicBezTo>
                  <a:cubicBezTo>
                    <a:pt x="206484" y="192279"/>
                    <a:pt x="205282" y="192279"/>
                    <a:pt x="204079" y="192281"/>
                  </a:cubicBezTo>
                  <a:cubicBezTo>
                    <a:pt x="202441" y="192283"/>
                    <a:pt x="200802" y="192280"/>
                    <a:pt x="199164" y="192276"/>
                  </a:cubicBezTo>
                  <a:cubicBezTo>
                    <a:pt x="198246" y="192276"/>
                    <a:pt x="197328" y="192276"/>
                    <a:pt x="196383" y="192275"/>
                  </a:cubicBezTo>
                  <a:cubicBezTo>
                    <a:pt x="194160" y="192182"/>
                    <a:pt x="194160" y="192182"/>
                    <a:pt x="191927" y="191438"/>
                  </a:cubicBezTo>
                  <a:cubicBezTo>
                    <a:pt x="191927" y="244971"/>
                    <a:pt x="191927" y="298505"/>
                    <a:pt x="191927" y="353660"/>
                  </a:cubicBezTo>
                  <a:cubicBezTo>
                    <a:pt x="191191" y="353660"/>
                    <a:pt x="190454" y="353660"/>
                    <a:pt x="189695" y="353660"/>
                  </a:cubicBezTo>
                  <a:cubicBezTo>
                    <a:pt x="189640" y="354534"/>
                    <a:pt x="189640" y="354534"/>
                    <a:pt x="189584" y="355425"/>
                  </a:cubicBezTo>
                  <a:cubicBezTo>
                    <a:pt x="189529" y="356178"/>
                    <a:pt x="189473" y="356931"/>
                    <a:pt x="189416" y="357707"/>
                  </a:cubicBezTo>
                  <a:cubicBezTo>
                    <a:pt x="189364" y="358458"/>
                    <a:pt x="189312" y="359209"/>
                    <a:pt x="189259" y="359983"/>
                  </a:cubicBezTo>
                  <a:cubicBezTo>
                    <a:pt x="189157" y="360597"/>
                    <a:pt x="189055" y="361212"/>
                    <a:pt x="188951" y="361846"/>
                  </a:cubicBezTo>
                  <a:cubicBezTo>
                    <a:pt x="188460" y="362091"/>
                    <a:pt x="187968" y="362337"/>
                    <a:pt x="187462" y="362590"/>
                  </a:cubicBezTo>
                  <a:cubicBezTo>
                    <a:pt x="187301" y="363856"/>
                    <a:pt x="187301" y="363856"/>
                    <a:pt x="187137" y="365148"/>
                  </a:cubicBezTo>
                  <a:cubicBezTo>
                    <a:pt x="186999" y="366023"/>
                    <a:pt x="186861" y="366898"/>
                    <a:pt x="186718" y="367799"/>
                  </a:cubicBezTo>
                  <a:cubicBezTo>
                    <a:pt x="185982" y="368290"/>
                    <a:pt x="185245" y="368781"/>
                    <a:pt x="184486" y="369287"/>
                  </a:cubicBezTo>
                  <a:cubicBezTo>
                    <a:pt x="184363" y="369916"/>
                    <a:pt x="184240" y="370546"/>
                    <a:pt x="184114" y="371194"/>
                  </a:cubicBezTo>
                  <a:cubicBezTo>
                    <a:pt x="183991" y="371793"/>
                    <a:pt x="183868" y="372391"/>
                    <a:pt x="183742" y="373008"/>
                  </a:cubicBezTo>
                  <a:cubicBezTo>
                    <a:pt x="183005" y="373253"/>
                    <a:pt x="182268" y="373499"/>
                    <a:pt x="181509" y="373752"/>
                  </a:cubicBezTo>
                  <a:cubicBezTo>
                    <a:pt x="181264" y="374489"/>
                    <a:pt x="181018" y="375225"/>
                    <a:pt x="180765" y="375985"/>
                  </a:cubicBezTo>
                  <a:cubicBezTo>
                    <a:pt x="180028" y="376230"/>
                    <a:pt x="179292" y="376476"/>
                    <a:pt x="178533" y="376729"/>
                  </a:cubicBezTo>
                  <a:cubicBezTo>
                    <a:pt x="178287" y="377235"/>
                    <a:pt x="178042" y="377742"/>
                    <a:pt x="177789" y="378263"/>
                  </a:cubicBezTo>
                  <a:cubicBezTo>
                    <a:pt x="177543" y="378739"/>
                    <a:pt x="177297" y="379215"/>
                    <a:pt x="177044" y="379705"/>
                  </a:cubicBezTo>
                  <a:cubicBezTo>
                    <a:pt x="176308" y="379705"/>
                    <a:pt x="175571" y="379705"/>
                    <a:pt x="174812" y="379705"/>
                  </a:cubicBezTo>
                  <a:cubicBezTo>
                    <a:pt x="174674" y="380626"/>
                    <a:pt x="174674" y="380626"/>
                    <a:pt x="174533" y="381566"/>
                  </a:cubicBezTo>
                  <a:cubicBezTo>
                    <a:pt x="174379" y="382179"/>
                    <a:pt x="174226" y="382793"/>
                    <a:pt x="174068" y="383426"/>
                  </a:cubicBezTo>
                  <a:cubicBezTo>
                    <a:pt x="172828" y="383458"/>
                    <a:pt x="171587" y="383456"/>
                    <a:pt x="170347" y="383426"/>
                  </a:cubicBezTo>
                  <a:cubicBezTo>
                    <a:pt x="170141" y="383905"/>
                    <a:pt x="169935" y="384383"/>
                    <a:pt x="169722" y="384876"/>
                  </a:cubicBezTo>
                  <a:cubicBezTo>
                    <a:pt x="169437" y="385380"/>
                    <a:pt x="169152" y="385884"/>
                    <a:pt x="168859" y="386402"/>
                  </a:cubicBezTo>
                  <a:cubicBezTo>
                    <a:pt x="167086" y="386856"/>
                    <a:pt x="167086" y="386856"/>
                    <a:pt x="165045" y="386961"/>
                  </a:cubicBezTo>
                  <a:cubicBezTo>
                    <a:pt x="164368" y="387003"/>
                    <a:pt x="163691" y="387045"/>
                    <a:pt x="162993" y="387088"/>
                  </a:cubicBezTo>
                  <a:cubicBezTo>
                    <a:pt x="162473" y="387108"/>
                    <a:pt x="161953" y="387127"/>
                    <a:pt x="161417" y="387147"/>
                  </a:cubicBezTo>
                  <a:cubicBezTo>
                    <a:pt x="161417" y="388129"/>
                    <a:pt x="161417" y="389111"/>
                    <a:pt x="161417" y="390123"/>
                  </a:cubicBezTo>
                  <a:cubicBezTo>
                    <a:pt x="160782" y="390151"/>
                    <a:pt x="160146" y="390179"/>
                    <a:pt x="159490" y="390207"/>
                  </a:cubicBezTo>
                  <a:cubicBezTo>
                    <a:pt x="158668" y="390256"/>
                    <a:pt x="157846" y="390305"/>
                    <a:pt x="156999" y="390356"/>
                  </a:cubicBezTo>
                  <a:cubicBezTo>
                    <a:pt x="156179" y="390399"/>
                    <a:pt x="155359" y="390442"/>
                    <a:pt x="154514" y="390487"/>
                  </a:cubicBezTo>
                  <a:cubicBezTo>
                    <a:pt x="153845" y="390612"/>
                    <a:pt x="153177" y="390738"/>
                    <a:pt x="152488" y="390867"/>
                  </a:cubicBezTo>
                  <a:cubicBezTo>
                    <a:pt x="152242" y="391604"/>
                    <a:pt x="151997" y="392341"/>
                    <a:pt x="151744" y="393100"/>
                  </a:cubicBezTo>
                  <a:cubicBezTo>
                    <a:pt x="150385" y="393410"/>
                    <a:pt x="150385" y="393410"/>
                    <a:pt x="148630" y="393454"/>
                  </a:cubicBezTo>
                  <a:cubicBezTo>
                    <a:pt x="148002" y="393477"/>
                    <a:pt x="147373" y="393500"/>
                    <a:pt x="146725" y="393524"/>
                  </a:cubicBezTo>
                  <a:cubicBezTo>
                    <a:pt x="145733" y="393544"/>
                    <a:pt x="145733" y="393544"/>
                    <a:pt x="144721" y="393565"/>
                  </a:cubicBezTo>
                  <a:cubicBezTo>
                    <a:pt x="143419" y="393603"/>
                    <a:pt x="142118" y="393643"/>
                    <a:pt x="140817" y="393687"/>
                  </a:cubicBezTo>
                  <a:cubicBezTo>
                    <a:pt x="139947" y="393706"/>
                    <a:pt x="139947" y="393706"/>
                    <a:pt x="139060" y="393727"/>
                  </a:cubicBezTo>
                  <a:cubicBezTo>
                    <a:pt x="137546" y="393757"/>
                    <a:pt x="137546" y="393757"/>
                    <a:pt x="136117" y="394588"/>
                  </a:cubicBezTo>
                  <a:cubicBezTo>
                    <a:pt x="136117" y="395325"/>
                    <a:pt x="136117" y="396061"/>
                    <a:pt x="136117" y="396820"/>
                  </a:cubicBezTo>
                  <a:cubicBezTo>
                    <a:pt x="128174" y="396838"/>
                    <a:pt x="120231" y="396851"/>
                    <a:pt x="112287" y="396859"/>
                  </a:cubicBezTo>
                  <a:cubicBezTo>
                    <a:pt x="108599" y="396863"/>
                    <a:pt x="104912" y="396868"/>
                    <a:pt x="101224" y="396877"/>
                  </a:cubicBezTo>
                  <a:cubicBezTo>
                    <a:pt x="97668" y="396885"/>
                    <a:pt x="94112" y="396889"/>
                    <a:pt x="90556" y="396891"/>
                  </a:cubicBezTo>
                  <a:cubicBezTo>
                    <a:pt x="89196" y="396892"/>
                    <a:pt x="87836" y="396895"/>
                    <a:pt x="86476" y="396899"/>
                  </a:cubicBezTo>
                  <a:cubicBezTo>
                    <a:pt x="84579" y="396904"/>
                    <a:pt x="82681" y="396905"/>
                    <a:pt x="80783" y="396905"/>
                  </a:cubicBezTo>
                  <a:cubicBezTo>
                    <a:pt x="80215" y="396908"/>
                    <a:pt x="79647" y="396910"/>
                    <a:pt x="79062" y="396913"/>
                  </a:cubicBezTo>
                  <a:cubicBezTo>
                    <a:pt x="75182" y="396905"/>
                    <a:pt x="75182" y="396905"/>
                    <a:pt x="74353" y="396076"/>
                  </a:cubicBezTo>
                  <a:cubicBezTo>
                    <a:pt x="74264" y="395050"/>
                    <a:pt x="74220" y="394019"/>
                    <a:pt x="74196" y="392989"/>
                  </a:cubicBezTo>
                  <a:cubicBezTo>
                    <a:pt x="74175" y="392364"/>
                    <a:pt x="74154" y="391738"/>
                    <a:pt x="74132" y="391094"/>
                  </a:cubicBezTo>
                  <a:cubicBezTo>
                    <a:pt x="74094" y="389771"/>
                    <a:pt x="74061" y="388447"/>
                    <a:pt x="74033" y="387123"/>
                  </a:cubicBezTo>
                  <a:cubicBezTo>
                    <a:pt x="74010" y="386496"/>
                    <a:pt x="73987" y="385869"/>
                    <a:pt x="73964" y="385222"/>
                  </a:cubicBezTo>
                  <a:cubicBezTo>
                    <a:pt x="73941" y="384358"/>
                    <a:pt x="73941" y="384358"/>
                    <a:pt x="73919" y="383477"/>
                  </a:cubicBezTo>
                  <a:cubicBezTo>
                    <a:pt x="73536" y="381574"/>
                    <a:pt x="72729" y="381044"/>
                    <a:pt x="71376" y="379705"/>
                  </a:cubicBezTo>
                  <a:cubicBezTo>
                    <a:pt x="71328" y="378235"/>
                    <a:pt x="71287" y="376763"/>
                    <a:pt x="71342" y="375293"/>
                  </a:cubicBezTo>
                  <a:cubicBezTo>
                    <a:pt x="71389" y="373209"/>
                    <a:pt x="71125" y="371309"/>
                    <a:pt x="70632" y="369287"/>
                  </a:cubicBezTo>
                  <a:cubicBezTo>
                    <a:pt x="70141" y="369042"/>
                    <a:pt x="69650" y="368796"/>
                    <a:pt x="69144" y="368543"/>
                  </a:cubicBezTo>
                  <a:cubicBezTo>
                    <a:pt x="68879" y="366232"/>
                    <a:pt x="68813" y="363937"/>
                    <a:pt x="68728" y="361613"/>
                  </a:cubicBezTo>
                  <a:cubicBezTo>
                    <a:pt x="68620" y="360953"/>
                    <a:pt x="68512" y="360293"/>
                    <a:pt x="68400" y="359613"/>
                  </a:cubicBezTo>
                  <a:cubicBezTo>
                    <a:pt x="67663" y="359368"/>
                    <a:pt x="66927" y="359122"/>
                    <a:pt x="66167" y="358869"/>
                  </a:cubicBezTo>
                  <a:cubicBezTo>
                    <a:pt x="65787" y="356680"/>
                    <a:pt x="65787" y="356680"/>
                    <a:pt x="65656" y="353986"/>
                  </a:cubicBezTo>
                  <a:cubicBezTo>
                    <a:pt x="65607" y="353095"/>
                    <a:pt x="65558" y="352204"/>
                    <a:pt x="65508" y="351285"/>
                  </a:cubicBezTo>
                  <a:cubicBezTo>
                    <a:pt x="65480" y="350596"/>
                    <a:pt x="65452" y="349906"/>
                    <a:pt x="65423" y="349195"/>
                  </a:cubicBezTo>
                  <a:cubicBezTo>
                    <a:pt x="64932" y="349195"/>
                    <a:pt x="64441" y="349195"/>
                    <a:pt x="63935" y="349195"/>
                  </a:cubicBezTo>
                  <a:cubicBezTo>
                    <a:pt x="63893" y="348509"/>
                    <a:pt x="63893" y="348509"/>
                    <a:pt x="63851" y="347809"/>
                  </a:cubicBezTo>
                  <a:cubicBezTo>
                    <a:pt x="63802" y="347207"/>
                    <a:pt x="63753" y="346606"/>
                    <a:pt x="63703" y="345986"/>
                  </a:cubicBezTo>
                  <a:cubicBezTo>
                    <a:pt x="63659" y="345391"/>
                    <a:pt x="63616" y="344795"/>
                    <a:pt x="63572" y="344181"/>
                  </a:cubicBezTo>
                  <a:cubicBezTo>
                    <a:pt x="63342" y="342446"/>
                    <a:pt x="63342" y="342446"/>
                    <a:pt x="62075" y="341428"/>
                  </a:cubicBezTo>
                  <a:cubicBezTo>
                    <a:pt x="60459" y="339746"/>
                    <a:pt x="60582" y="338322"/>
                    <a:pt x="60447" y="336033"/>
                  </a:cubicBezTo>
                  <a:cubicBezTo>
                    <a:pt x="60398" y="335294"/>
                    <a:pt x="60349" y="334554"/>
                    <a:pt x="60299" y="333792"/>
                  </a:cubicBezTo>
                  <a:cubicBezTo>
                    <a:pt x="60271" y="333227"/>
                    <a:pt x="60243" y="332662"/>
                    <a:pt x="60214" y="332080"/>
                  </a:cubicBezTo>
                  <a:cubicBezTo>
                    <a:pt x="59478" y="332080"/>
                    <a:pt x="58741" y="332080"/>
                    <a:pt x="57982" y="332080"/>
                  </a:cubicBezTo>
                  <a:cubicBezTo>
                    <a:pt x="57962" y="330483"/>
                    <a:pt x="57947" y="328887"/>
                    <a:pt x="57935" y="327290"/>
                  </a:cubicBezTo>
                  <a:cubicBezTo>
                    <a:pt x="57927" y="326401"/>
                    <a:pt x="57918" y="325511"/>
                    <a:pt x="57909" y="324595"/>
                  </a:cubicBezTo>
                  <a:cubicBezTo>
                    <a:pt x="57982" y="322406"/>
                    <a:pt x="57982" y="322406"/>
                    <a:pt x="58726" y="321662"/>
                  </a:cubicBezTo>
                  <a:cubicBezTo>
                    <a:pt x="60051" y="321597"/>
                    <a:pt x="61379" y="321583"/>
                    <a:pt x="62705" y="321590"/>
                  </a:cubicBezTo>
                  <a:cubicBezTo>
                    <a:pt x="63509" y="321592"/>
                    <a:pt x="64312" y="321594"/>
                    <a:pt x="65140" y="321597"/>
                  </a:cubicBezTo>
                  <a:cubicBezTo>
                    <a:pt x="65986" y="321603"/>
                    <a:pt x="66831" y="321609"/>
                    <a:pt x="67702" y="321616"/>
                  </a:cubicBezTo>
                  <a:cubicBezTo>
                    <a:pt x="68975" y="321621"/>
                    <a:pt x="68975" y="321621"/>
                    <a:pt x="70273" y="321626"/>
                  </a:cubicBezTo>
                  <a:cubicBezTo>
                    <a:pt x="72377" y="321635"/>
                    <a:pt x="74481" y="321647"/>
                    <a:pt x="76585" y="321662"/>
                  </a:cubicBezTo>
                  <a:cubicBezTo>
                    <a:pt x="76585" y="322644"/>
                    <a:pt x="76585" y="323627"/>
                    <a:pt x="76585" y="324639"/>
                  </a:cubicBezTo>
                  <a:cubicBezTo>
                    <a:pt x="82394" y="324708"/>
                    <a:pt x="88202" y="324761"/>
                    <a:pt x="94011" y="324793"/>
                  </a:cubicBezTo>
                  <a:cubicBezTo>
                    <a:pt x="96708" y="324809"/>
                    <a:pt x="99405" y="324830"/>
                    <a:pt x="102102" y="324863"/>
                  </a:cubicBezTo>
                  <a:cubicBezTo>
                    <a:pt x="104703" y="324896"/>
                    <a:pt x="107303" y="324913"/>
                    <a:pt x="109904" y="324921"/>
                  </a:cubicBezTo>
                  <a:cubicBezTo>
                    <a:pt x="111383" y="324929"/>
                    <a:pt x="112863" y="324953"/>
                    <a:pt x="114342" y="324976"/>
                  </a:cubicBezTo>
                  <a:cubicBezTo>
                    <a:pt x="115236" y="324976"/>
                    <a:pt x="116130" y="324976"/>
                    <a:pt x="117051" y="324977"/>
                  </a:cubicBezTo>
                  <a:cubicBezTo>
                    <a:pt x="118238" y="324987"/>
                    <a:pt x="118238" y="324987"/>
                    <a:pt x="119449" y="324997"/>
                  </a:cubicBezTo>
                  <a:cubicBezTo>
                    <a:pt x="120038" y="324879"/>
                    <a:pt x="120627" y="324761"/>
                    <a:pt x="121234" y="324639"/>
                  </a:cubicBezTo>
                  <a:cubicBezTo>
                    <a:pt x="121479" y="323657"/>
                    <a:pt x="121725" y="322674"/>
                    <a:pt x="121978" y="321662"/>
                  </a:cubicBezTo>
                  <a:cubicBezTo>
                    <a:pt x="124188" y="321417"/>
                    <a:pt x="126398" y="321171"/>
                    <a:pt x="128675" y="320918"/>
                  </a:cubicBezTo>
                  <a:cubicBezTo>
                    <a:pt x="129044" y="256825"/>
                    <a:pt x="129044" y="256825"/>
                    <a:pt x="129419" y="191438"/>
                  </a:cubicBezTo>
                  <a:cubicBezTo>
                    <a:pt x="128437" y="191683"/>
                    <a:pt x="127455" y="191929"/>
                    <a:pt x="126443" y="192182"/>
                  </a:cubicBezTo>
                  <a:cubicBezTo>
                    <a:pt x="124766" y="192250"/>
                    <a:pt x="123088" y="192276"/>
                    <a:pt x="121410" y="192276"/>
                  </a:cubicBezTo>
                  <a:cubicBezTo>
                    <a:pt x="120905" y="192277"/>
                    <a:pt x="120400" y="192279"/>
                    <a:pt x="119879" y="192280"/>
                  </a:cubicBezTo>
                  <a:cubicBezTo>
                    <a:pt x="118186" y="192283"/>
                    <a:pt x="116494" y="192280"/>
                    <a:pt x="114801" y="192278"/>
                  </a:cubicBezTo>
                  <a:cubicBezTo>
                    <a:pt x="113587" y="192279"/>
                    <a:pt x="112373" y="192280"/>
                    <a:pt x="111160" y="192282"/>
                  </a:cubicBezTo>
                  <a:cubicBezTo>
                    <a:pt x="107863" y="192285"/>
                    <a:pt x="104567" y="192284"/>
                    <a:pt x="101271" y="192282"/>
                  </a:cubicBezTo>
                  <a:cubicBezTo>
                    <a:pt x="97824" y="192280"/>
                    <a:pt x="94377" y="192282"/>
                    <a:pt x="90929" y="192283"/>
                  </a:cubicBezTo>
                  <a:cubicBezTo>
                    <a:pt x="85141" y="192284"/>
                    <a:pt x="79353" y="192282"/>
                    <a:pt x="73564" y="192279"/>
                  </a:cubicBezTo>
                  <a:cubicBezTo>
                    <a:pt x="66868" y="192275"/>
                    <a:pt x="60172" y="192276"/>
                    <a:pt x="53475" y="192280"/>
                  </a:cubicBezTo>
                  <a:cubicBezTo>
                    <a:pt x="47729" y="192284"/>
                    <a:pt x="41983" y="192284"/>
                    <a:pt x="36237" y="192282"/>
                  </a:cubicBezTo>
                  <a:cubicBezTo>
                    <a:pt x="32804" y="192281"/>
                    <a:pt x="29371" y="192281"/>
                    <a:pt x="25937" y="192283"/>
                  </a:cubicBezTo>
                  <a:cubicBezTo>
                    <a:pt x="22711" y="192285"/>
                    <a:pt x="19484" y="192284"/>
                    <a:pt x="16257" y="192280"/>
                  </a:cubicBezTo>
                  <a:cubicBezTo>
                    <a:pt x="15071" y="192279"/>
                    <a:pt x="13885" y="192279"/>
                    <a:pt x="12700" y="192281"/>
                  </a:cubicBezTo>
                  <a:cubicBezTo>
                    <a:pt x="11084" y="192283"/>
                    <a:pt x="9469" y="192280"/>
                    <a:pt x="7854" y="192276"/>
                  </a:cubicBezTo>
                  <a:cubicBezTo>
                    <a:pt x="6949" y="192276"/>
                    <a:pt x="6044" y="192276"/>
                    <a:pt x="5111" y="192275"/>
                  </a:cubicBezTo>
                  <a:cubicBezTo>
                    <a:pt x="2916" y="192182"/>
                    <a:pt x="2916" y="192182"/>
                    <a:pt x="683" y="191438"/>
                  </a:cubicBezTo>
                  <a:cubicBezTo>
                    <a:pt x="400" y="190130"/>
                    <a:pt x="400" y="190130"/>
                    <a:pt x="394" y="188387"/>
                  </a:cubicBezTo>
                  <a:cubicBezTo>
                    <a:pt x="386" y="187725"/>
                    <a:pt x="379" y="187064"/>
                    <a:pt x="371" y="186382"/>
                  </a:cubicBezTo>
                  <a:cubicBezTo>
                    <a:pt x="374" y="185647"/>
                    <a:pt x="377" y="184912"/>
                    <a:pt x="380" y="184154"/>
                  </a:cubicBezTo>
                  <a:cubicBezTo>
                    <a:pt x="374" y="183380"/>
                    <a:pt x="368" y="182605"/>
                    <a:pt x="363" y="181807"/>
                  </a:cubicBezTo>
                  <a:cubicBezTo>
                    <a:pt x="347" y="179191"/>
                    <a:pt x="347" y="176574"/>
                    <a:pt x="347" y="173958"/>
                  </a:cubicBezTo>
                  <a:cubicBezTo>
                    <a:pt x="339" y="172091"/>
                    <a:pt x="330" y="170223"/>
                    <a:pt x="321" y="168356"/>
                  </a:cubicBezTo>
                  <a:cubicBezTo>
                    <a:pt x="298" y="163269"/>
                    <a:pt x="289" y="158181"/>
                    <a:pt x="285" y="153094"/>
                  </a:cubicBezTo>
                  <a:cubicBezTo>
                    <a:pt x="282" y="149920"/>
                    <a:pt x="276" y="146746"/>
                    <a:pt x="268" y="143572"/>
                  </a:cubicBezTo>
                  <a:cubicBezTo>
                    <a:pt x="248" y="134791"/>
                    <a:pt x="232" y="126011"/>
                    <a:pt x="230" y="117230"/>
                  </a:cubicBezTo>
                  <a:cubicBezTo>
                    <a:pt x="230" y="116668"/>
                    <a:pt x="230" y="116106"/>
                    <a:pt x="230" y="115526"/>
                  </a:cubicBezTo>
                  <a:cubicBezTo>
                    <a:pt x="229" y="114386"/>
                    <a:pt x="229" y="113246"/>
                    <a:pt x="229" y="112106"/>
                  </a:cubicBezTo>
                  <a:cubicBezTo>
                    <a:pt x="229" y="111540"/>
                    <a:pt x="229" y="110974"/>
                    <a:pt x="229" y="110391"/>
                  </a:cubicBezTo>
                  <a:cubicBezTo>
                    <a:pt x="228" y="109824"/>
                    <a:pt x="228" y="109257"/>
                    <a:pt x="228" y="108674"/>
                  </a:cubicBezTo>
                  <a:cubicBezTo>
                    <a:pt x="226" y="99486"/>
                    <a:pt x="199" y="90299"/>
                    <a:pt x="160" y="81111"/>
                  </a:cubicBezTo>
                  <a:cubicBezTo>
                    <a:pt x="121" y="71688"/>
                    <a:pt x="102" y="62265"/>
                    <a:pt x="102" y="52842"/>
                  </a:cubicBezTo>
                  <a:cubicBezTo>
                    <a:pt x="102" y="47547"/>
                    <a:pt x="94" y="42253"/>
                    <a:pt x="64" y="36958"/>
                  </a:cubicBezTo>
                  <a:cubicBezTo>
                    <a:pt x="37" y="31981"/>
                    <a:pt x="36" y="27004"/>
                    <a:pt x="53" y="22027"/>
                  </a:cubicBezTo>
                  <a:cubicBezTo>
                    <a:pt x="55" y="20195"/>
                    <a:pt x="48" y="18363"/>
                    <a:pt x="32" y="16532"/>
                  </a:cubicBezTo>
                  <a:cubicBezTo>
                    <a:pt x="11" y="14040"/>
                    <a:pt x="22" y="11551"/>
                    <a:pt x="42" y="9060"/>
                  </a:cubicBezTo>
                  <a:cubicBezTo>
                    <a:pt x="28" y="8326"/>
                    <a:pt x="14" y="7593"/>
                    <a:pt x="0" y="6837"/>
                  </a:cubicBezTo>
                  <a:cubicBezTo>
                    <a:pt x="12" y="6173"/>
                    <a:pt x="24" y="5510"/>
                    <a:pt x="36" y="4826"/>
                  </a:cubicBezTo>
                  <a:cubicBezTo>
                    <a:pt x="35" y="4251"/>
                    <a:pt x="34" y="3675"/>
                    <a:pt x="34" y="3083"/>
                  </a:cubicBezTo>
                  <a:cubicBezTo>
                    <a:pt x="683" y="1682"/>
                    <a:pt x="683" y="1682"/>
                    <a:pt x="2987" y="753"/>
                  </a:cubicBezTo>
                  <a:cubicBezTo>
                    <a:pt x="5854" y="201"/>
                    <a:pt x="8425" y="8"/>
                    <a:pt x="11341" y="8"/>
                  </a:cubicBezTo>
                  <a:cubicBezTo>
                    <a:pt x="12130" y="5"/>
                    <a:pt x="12130" y="5"/>
                    <a:pt x="12935" y="2"/>
                  </a:cubicBezTo>
                  <a:close/>
                </a:path>
              </a:pathLst>
            </a:custGeom>
            <a:grpFill/>
            <a:ln w="744" cap="flat">
              <a:noFill/>
              <a:prstDash val="solid"/>
              <a:miter/>
            </a:ln>
          </p:spPr>
          <p:txBody>
            <a:bodyPr rtlCol="0" anchor="ctr"/>
            <a:lstStyle/>
            <a:p>
              <a:endParaRPr lang="zh-CN" altLang="en-US"/>
            </a:p>
          </p:txBody>
        </p:sp>
        <p:sp>
          <p:nvSpPr>
            <p:cNvPr id="97" name="任意多边形: 形状 96"/>
            <p:cNvSpPr/>
            <p:nvPr/>
          </p:nvSpPr>
          <p:spPr>
            <a:xfrm>
              <a:off x="8522648" y="800937"/>
              <a:ext cx="429573" cy="359341"/>
            </a:xfrm>
            <a:custGeom>
              <a:avLst/>
              <a:gdLst>
                <a:gd name="connsiteX0" fmla="*/ 318267 w 429573"/>
                <a:gd name="connsiteY0" fmla="*/ 1116 h 359341"/>
                <a:gd name="connsiteX1" fmla="*/ 323894 w 429573"/>
                <a:gd name="connsiteY1" fmla="*/ 744 h 359341"/>
                <a:gd name="connsiteX2" fmla="*/ 325468 w 429573"/>
                <a:gd name="connsiteY2" fmla="*/ 709 h 359341"/>
                <a:gd name="connsiteX3" fmla="*/ 329429 w 429573"/>
                <a:gd name="connsiteY3" fmla="*/ 1116 h 359341"/>
                <a:gd name="connsiteX4" fmla="*/ 330173 w 429573"/>
                <a:gd name="connsiteY4" fmla="*/ 4093 h 359341"/>
                <a:gd name="connsiteX5" fmla="*/ 333150 w 429573"/>
                <a:gd name="connsiteY5" fmla="*/ 4837 h 359341"/>
                <a:gd name="connsiteX6" fmla="*/ 333894 w 429573"/>
                <a:gd name="connsiteY6" fmla="*/ 7069 h 359341"/>
                <a:gd name="connsiteX7" fmla="*/ 335336 w 429573"/>
                <a:gd name="connsiteY7" fmla="*/ 7767 h 359341"/>
                <a:gd name="connsiteX8" fmla="*/ 338359 w 429573"/>
                <a:gd name="connsiteY8" fmla="*/ 11534 h 359341"/>
                <a:gd name="connsiteX9" fmla="*/ 340591 w 429573"/>
                <a:gd name="connsiteY9" fmla="*/ 12278 h 359341"/>
                <a:gd name="connsiteX10" fmla="*/ 341335 w 429573"/>
                <a:gd name="connsiteY10" fmla="*/ 14510 h 359341"/>
                <a:gd name="connsiteX11" fmla="*/ 342823 w 429573"/>
                <a:gd name="connsiteY11" fmla="*/ 14883 h 359341"/>
                <a:gd name="connsiteX12" fmla="*/ 344312 w 429573"/>
                <a:gd name="connsiteY12" fmla="*/ 15255 h 359341"/>
                <a:gd name="connsiteX13" fmla="*/ 345056 w 429573"/>
                <a:gd name="connsiteY13" fmla="*/ 17487 h 359341"/>
                <a:gd name="connsiteX14" fmla="*/ 348032 w 429573"/>
                <a:gd name="connsiteY14" fmla="*/ 20092 h 359341"/>
                <a:gd name="connsiteX15" fmla="*/ 351753 w 429573"/>
                <a:gd name="connsiteY15" fmla="*/ 24928 h 359341"/>
                <a:gd name="connsiteX16" fmla="*/ 353986 w 429573"/>
                <a:gd name="connsiteY16" fmla="*/ 25673 h 359341"/>
                <a:gd name="connsiteX17" fmla="*/ 354730 w 429573"/>
                <a:gd name="connsiteY17" fmla="*/ 27905 h 359341"/>
                <a:gd name="connsiteX18" fmla="*/ 356265 w 429573"/>
                <a:gd name="connsiteY18" fmla="*/ 28231 h 359341"/>
                <a:gd name="connsiteX19" fmla="*/ 357706 w 429573"/>
                <a:gd name="connsiteY19" fmla="*/ 28649 h 359341"/>
                <a:gd name="connsiteX20" fmla="*/ 357706 w 429573"/>
                <a:gd name="connsiteY20" fmla="*/ 31626 h 359341"/>
                <a:gd name="connsiteX21" fmla="*/ 362171 w 429573"/>
                <a:gd name="connsiteY21" fmla="*/ 33114 h 359341"/>
                <a:gd name="connsiteX22" fmla="*/ 363659 w 429573"/>
                <a:gd name="connsiteY22" fmla="*/ 36091 h 359341"/>
                <a:gd name="connsiteX23" fmla="*/ 365148 w 429573"/>
                <a:gd name="connsiteY23" fmla="*/ 36835 h 359341"/>
                <a:gd name="connsiteX24" fmla="*/ 365148 w 429573"/>
                <a:gd name="connsiteY24" fmla="*/ 41300 h 359341"/>
                <a:gd name="connsiteX25" fmla="*/ 362915 w 429573"/>
                <a:gd name="connsiteY25" fmla="*/ 42788 h 359341"/>
                <a:gd name="connsiteX26" fmla="*/ 362171 w 429573"/>
                <a:gd name="connsiteY26" fmla="*/ 45020 h 359341"/>
                <a:gd name="connsiteX27" fmla="*/ 359939 w 429573"/>
                <a:gd name="connsiteY27" fmla="*/ 45718 h 359341"/>
                <a:gd name="connsiteX28" fmla="*/ 357706 w 429573"/>
                <a:gd name="connsiteY28" fmla="*/ 46509 h 359341"/>
                <a:gd name="connsiteX29" fmla="*/ 356962 w 429573"/>
                <a:gd name="connsiteY29" fmla="*/ 49485 h 359341"/>
                <a:gd name="connsiteX30" fmla="*/ 354730 w 429573"/>
                <a:gd name="connsiteY30" fmla="*/ 52462 h 359341"/>
                <a:gd name="connsiteX31" fmla="*/ 351753 w 429573"/>
                <a:gd name="connsiteY31" fmla="*/ 52462 h 359341"/>
                <a:gd name="connsiteX32" fmla="*/ 351753 w 429573"/>
                <a:gd name="connsiteY32" fmla="*/ 55438 h 359341"/>
                <a:gd name="connsiteX33" fmla="*/ 348777 w 429573"/>
                <a:gd name="connsiteY33" fmla="*/ 56926 h 359341"/>
                <a:gd name="connsiteX34" fmla="*/ 348032 w 429573"/>
                <a:gd name="connsiteY34" fmla="*/ 59159 h 359341"/>
                <a:gd name="connsiteX35" fmla="*/ 345800 w 429573"/>
                <a:gd name="connsiteY35" fmla="*/ 59159 h 359341"/>
                <a:gd name="connsiteX36" fmla="*/ 345102 w 429573"/>
                <a:gd name="connsiteY36" fmla="*/ 60973 h 359341"/>
                <a:gd name="connsiteX37" fmla="*/ 344312 w 429573"/>
                <a:gd name="connsiteY37" fmla="*/ 62880 h 359341"/>
                <a:gd name="connsiteX38" fmla="*/ 341335 w 429573"/>
                <a:gd name="connsiteY38" fmla="*/ 63624 h 359341"/>
                <a:gd name="connsiteX39" fmla="*/ 340963 w 429573"/>
                <a:gd name="connsiteY39" fmla="*/ 65159 h 359341"/>
                <a:gd name="connsiteX40" fmla="*/ 340591 w 429573"/>
                <a:gd name="connsiteY40" fmla="*/ 66600 h 359341"/>
                <a:gd name="connsiteX41" fmla="*/ 337614 w 429573"/>
                <a:gd name="connsiteY41" fmla="*/ 66600 h 359341"/>
                <a:gd name="connsiteX42" fmla="*/ 337614 w 429573"/>
                <a:gd name="connsiteY42" fmla="*/ 69577 h 359341"/>
                <a:gd name="connsiteX43" fmla="*/ 335382 w 429573"/>
                <a:gd name="connsiteY43" fmla="*/ 70321 h 359341"/>
                <a:gd name="connsiteX44" fmla="*/ 334638 w 429573"/>
                <a:gd name="connsiteY44" fmla="*/ 72553 h 359341"/>
                <a:gd name="connsiteX45" fmla="*/ 331661 w 429573"/>
                <a:gd name="connsiteY45" fmla="*/ 74042 h 359341"/>
                <a:gd name="connsiteX46" fmla="*/ 330917 w 429573"/>
                <a:gd name="connsiteY46" fmla="*/ 76274 h 359341"/>
                <a:gd name="connsiteX47" fmla="*/ 327197 w 429573"/>
                <a:gd name="connsiteY47" fmla="*/ 77762 h 359341"/>
                <a:gd name="connsiteX48" fmla="*/ 323476 w 429573"/>
                <a:gd name="connsiteY48" fmla="*/ 82971 h 359341"/>
                <a:gd name="connsiteX49" fmla="*/ 319755 w 429573"/>
                <a:gd name="connsiteY49" fmla="*/ 84460 h 359341"/>
                <a:gd name="connsiteX50" fmla="*/ 319011 w 429573"/>
                <a:gd name="connsiteY50" fmla="*/ 86692 h 359341"/>
                <a:gd name="connsiteX51" fmla="*/ 316034 w 429573"/>
                <a:gd name="connsiteY51" fmla="*/ 87436 h 359341"/>
                <a:gd name="connsiteX52" fmla="*/ 315290 w 429573"/>
                <a:gd name="connsiteY52" fmla="*/ 89669 h 359341"/>
                <a:gd name="connsiteX53" fmla="*/ 312314 w 429573"/>
                <a:gd name="connsiteY53" fmla="*/ 91157 h 359341"/>
                <a:gd name="connsiteX54" fmla="*/ 311570 w 429573"/>
                <a:gd name="connsiteY54" fmla="*/ 93389 h 359341"/>
                <a:gd name="connsiteX55" fmla="*/ 309756 w 429573"/>
                <a:gd name="connsiteY55" fmla="*/ 93715 h 359341"/>
                <a:gd name="connsiteX56" fmla="*/ 307849 w 429573"/>
                <a:gd name="connsiteY56" fmla="*/ 94134 h 359341"/>
                <a:gd name="connsiteX57" fmla="*/ 306361 w 429573"/>
                <a:gd name="connsiteY57" fmla="*/ 97110 h 359341"/>
                <a:gd name="connsiteX58" fmla="*/ 303384 w 429573"/>
                <a:gd name="connsiteY58" fmla="*/ 97854 h 359341"/>
                <a:gd name="connsiteX59" fmla="*/ 302640 w 429573"/>
                <a:gd name="connsiteY59" fmla="*/ 100087 h 359341"/>
                <a:gd name="connsiteX60" fmla="*/ 301198 w 429573"/>
                <a:gd name="connsiteY60" fmla="*/ 100412 h 359341"/>
                <a:gd name="connsiteX61" fmla="*/ 299663 w 429573"/>
                <a:gd name="connsiteY61" fmla="*/ 100831 h 359341"/>
                <a:gd name="connsiteX62" fmla="*/ 298966 w 429573"/>
                <a:gd name="connsiteY62" fmla="*/ 102319 h 359341"/>
                <a:gd name="connsiteX63" fmla="*/ 298175 w 429573"/>
                <a:gd name="connsiteY63" fmla="*/ 103807 h 359341"/>
                <a:gd name="connsiteX64" fmla="*/ 294454 w 429573"/>
                <a:gd name="connsiteY64" fmla="*/ 104551 h 359341"/>
                <a:gd name="connsiteX65" fmla="*/ 293710 w 429573"/>
                <a:gd name="connsiteY65" fmla="*/ 106784 h 359341"/>
                <a:gd name="connsiteX66" fmla="*/ 289245 w 429573"/>
                <a:gd name="connsiteY66" fmla="*/ 107528 h 359341"/>
                <a:gd name="connsiteX67" fmla="*/ 289245 w 429573"/>
                <a:gd name="connsiteY67" fmla="*/ 110505 h 359341"/>
                <a:gd name="connsiteX68" fmla="*/ 285525 w 429573"/>
                <a:gd name="connsiteY68" fmla="*/ 111249 h 359341"/>
                <a:gd name="connsiteX69" fmla="*/ 285199 w 429573"/>
                <a:gd name="connsiteY69" fmla="*/ 112737 h 359341"/>
                <a:gd name="connsiteX70" fmla="*/ 284780 w 429573"/>
                <a:gd name="connsiteY70" fmla="*/ 114225 h 359341"/>
                <a:gd name="connsiteX71" fmla="*/ 280316 w 429573"/>
                <a:gd name="connsiteY71" fmla="*/ 114969 h 359341"/>
                <a:gd name="connsiteX72" fmla="*/ 279572 w 429573"/>
                <a:gd name="connsiteY72" fmla="*/ 117202 h 359341"/>
                <a:gd name="connsiteX73" fmla="*/ 277293 w 429573"/>
                <a:gd name="connsiteY73" fmla="*/ 117946 h 359341"/>
                <a:gd name="connsiteX74" fmla="*/ 275107 w 429573"/>
                <a:gd name="connsiteY74" fmla="*/ 118690 h 359341"/>
                <a:gd name="connsiteX75" fmla="*/ 275107 w 429573"/>
                <a:gd name="connsiteY75" fmla="*/ 120923 h 359341"/>
                <a:gd name="connsiteX76" fmla="*/ 272549 w 429573"/>
                <a:gd name="connsiteY76" fmla="*/ 121109 h 359341"/>
                <a:gd name="connsiteX77" fmla="*/ 269898 w 429573"/>
                <a:gd name="connsiteY77" fmla="*/ 121667 h 359341"/>
                <a:gd name="connsiteX78" fmla="*/ 269154 w 429573"/>
                <a:gd name="connsiteY78" fmla="*/ 124643 h 359341"/>
                <a:gd name="connsiteX79" fmla="*/ 264689 w 429573"/>
                <a:gd name="connsiteY79" fmla="*/ 124643 h 359341"/>
                <a:gd name="connsiteX80" fmla="*/ 264689 w 429573"/>
                <a:gd name="connsiteY80" fmla="*/ 127620 h 359341"/>
                <a:gd name="connsiteX81" fmla="*/ 259480 w 429573"/>
                <a:gd name="connsiteY81" fmla="*/ 129108 h 359341"/>
                <a:gd name="connsiteX82" fmla="*/ 258736 w 429573"/>
                <a:gd name="connsiteY82" fmla="*/ 130596 h 359341"/>
                <a:gd name="connsiteX83" fmla="*/ 256503 w 429573"/>
                <a:gd name="connsiteY83" fmla="*/ 131341 h 359341"/>
                <a:gd name="connsiteX84" fmla="*/ 256364 w 429573"/>
                <a:gd name="connsiteY84" fmla="*/ 134736 h 359341"/>
                <a:gd name="connsiteX85" fmla="*/ 256425 w 429573"/>
                <a:gd name="connsiteY85" fmla="*/ 136599 h 359341"/>
                <a:gd name="connsiteX86" fmla="*/ 256503 w 429573"/>
                <a:gd name="connsiteY86" fmla="*/ 138038 h 359341"/>
                <a:gd name="connsiteX87" fmla="*/ 259383 w 429573"/>
                <a:gd name="connsiteY87" fmla="*/ 138036 h 359341"/>
                <a:gd name="connsiteX88" fmla="*/ 326996 w 429573"/>
                <a:gd name="connsiteY88" fmla="*/ 138000 h 359341"/>
                <a:gd name="connsiteX89" fmla="*/ 335309 w 429573"/>
                <a:gd name="connsiteY89" fmla="*/ 137997 h 359341"/>
                <a:gd name="connsiteX90" fmla="*/ 336981 w 429573"/>
                <a:gd name="connsiteY90" fmla="*/ 137996 h 359341"/>
                <a:gd name="connsiteX91" fmla="*/ 363816 w 429573"/>
                <a:gd name="connsiteY91" fmla="*/ 137980 h 359341"/>
                <a:gd name="connsiteX92" fmla="*/ 391331 w 429573"/>
                <a:gd name="connsiteY92" fmla="*/ 137968 h 359341"/>
                <a:gd name="connsiteX93" fmla="*/ 408323 w 429573"/>
                <a:gd name="connsiteY93" fmla="*/ 137958 h 359341"/>
                <a:gd name="connsiteX94" fmla="*/ 421330 w 429573"/>
                <a:gd name="connsiteY94" fmla="*/ 137954 h 359341"/>
                <a:gd name="connsiteX95" fmla="*/ 426682 w 429573"/>
                <a:gd name="connsiteY95" fmla="*/ 137949 h 359341"/>
                <a:gd name="connsiteX96" fmla="*/ 433954 w 429573"/>
                <a:gd name="connsiteY96" fmla="*/ 137948 h 359341"/>
                <a:gd name="connsiteX97" fmla="*/ 436124 w 429573"/>
                <a:gd name="connsiteY97" fmla="*/ 137942 h 359341"/>
                <a:gd name="connsiteX98" fmla="*/ 441794 w 429573"/>
                <a:gd name="connsiteY98" fmla="*/ 138782 h 359341"/>
                <a:gd name="connsiteX99" fmla="*/ 441890 w 429573"/>
                <a:gd name="connsiteY99" fmla="*/ 145003 h 359341"/>
                <a:gd name="connsiteX100" fmla="*/ 441894 w 429573"/>
                <a:gd name="connsiteY100" fmla="*/ 146979 h 359341"/>
                <a:gd name="connsiteX101" fmla="*/ 441893 w 429573"/>
                <a:gd name="connsiteY101" fmla="*/ 153479 h 359341"/>
                <a:gd name="connsiteX102" fmla="*/ 441895 w 429573"/>
                <a:gd name="connsiteY102" fmla="*/ 157975 h 359341"/>
                <a:gd name="connsiteX103" fmla="*/ 441891 w 429573"/>
                <a:gd name="connsiteY103" fmla="*/ 167411 h 359341"/>
                <a:gd name="connsiteX104" fmla="*/ 441894 w 429573"/>
                <a:gd name="connsiteY104" fmla="*/ 179536 h 359341"/>
                <a:gd name="connsiteX105" fmla="*/ 441894 w 429573"/>
                <a:gd name="connsiteY105" fmla="*/ 188824 h 359341"/>
                <a:gd name="connsiteX106" fmla="*/ 441896 w 429573"/>
                <a:gd name="connsiteY106" fmla="*/ 193296 h 359341"/>
                <a:gd name="connsiteX107" fmla="*/ 441890 w 429573"/>
                <a:gd name="connsiteY107" fmla="*/ 199534 h 359341"/>
                <a:gd name="connsiteX108" fmla="*/ 441895 w 429573"/>
                <a:gd name="connsiteY108" fmla="*/ 201420 h 359341"/>
                <a:gd name="connsiteX109" fmla="*/ 441050 w 429573"/>
                <a:gd name="connsiteY109" fmla="*/ 206499 h 359341"/>
                <a:gd name="connsiteX110" fmla="*/ 433954 w 429573"/>
                <a:gd name="connsiteY110" fmla="*/ 206588 h 359341"/>
                <a:gd name="connsiteX111" fmla="*/ 431669 w 429573"/>
                <a:gd name="connsiteY111" fmla="*/ 206590 h 359341"/>
                <a:gd name="connsiteX112" fmla="*/ 424025 w 429573"/>
                <a:gd name="connsiteY112" fmla="*/ 206583 h 359341"/>
                <a:gd name="connsiteX113" fmla="*/ 418570 w 429573"/>
                <a:gd name="connsiteY113" fmla="*/ 206584 h 359341"/>
                <a:gd name="connsiteX114" fmla="*/ 406794 w 429573"/>
                <a:gd name="connsiteY114" fmla="*/ 206577 h 359341"/>
                <a:gd name="connsiteX115" fmla="*/ 389768 w 429573"/>
                <a:gd name="connsiteY115" fmla="*/ 206569 h 359341"/>
                <a:gd name="connsiteX116" fmla="*/ 362147 w 429573"/>
                <a:gd name="connsiteY116" fmla="*/ 206555 h 359341"/>
                <a:gd name="connsiteX117" fmla="*/ 335309 w 429573"/>
                <a:gd name="connsiteY117" fmla="*/ 206540 h 359341"/>
                <a:gd name="connsiteX118" fmla="*/ 333639 w 429573"/>
                <a:gd name="connsiteY118" fmla="*/ 206539 h 359341"/>
                <a:gd name="connsiteX119" fmla="*/ 325346 w 429573"/>
                <a:gd name="connsiteY119" fmla="*/ 206536 h 359341"/>
                <a:gd name="connsiteX120" fmla="*/ 256503 w 429573"/>
                <a:gd name="connsiteY120" fmla="*/ 206499 h 359341"/>
                <a:gd name="connsiteX121" fmla="*/ 256496 w 429573"/>
                <a:gd name="connsiteY121" fmla="*/ 208135 h 359341"/>
                <a:gd name="connsiteX122" fmla="*/ 256289 w 429573"/>
                <a:gd name="connsiteY122" fmla="*/ 247501 h 359341"/>
                <a:gd name="connsiteX123" fmla="*/ 256189 w 429573"/>
                <a:gd name="connsiteY123" fmla="*/ 266538 h 359341"/>
                <a:gd name="connsiteX124" fmla="*/ 256099 w 429573"/>
                <a:gd name="connsiteY124" fmla="*/ 283125 h 359341"/>
                <a:gd name="connsiteX125" fmla="*/ 256054 w 429573"/>
                <a:gd name="connsiteY125" fmla="*/ 291912 h 359341"/>
                <a:gd name="connsiteX126" fmla="*/ 256007 w 429573"/>
                <a:gd name="connsiteY126" fmla="*/ 300174 h 359341"/>
                <a:gd name="connsiteX127" fmla="*/ 255991 w 429573"/>
                <a:gd name="connsiteY127" fmla="*/ 304671 h 359341"/>
                <a:gd name="connsiteX128" fmla="*/ 255966 w 429573"/>
                <a:gd name="connsiteY128" fmla="*/ 307350 h 359341"/>
                <a:gd name="connsiteX129" fmla="*/ 255954 w 429573"/>
                <a:gd name="connsiteY129" fmla="*/ 309692 h 359341"/>
                <a:gd name="connsiteX130" fmla="*/ 255759 w 429573"/>
                <a:gd name="connsiteY130" fmla="*/ 311423 h 359341"/>
                <a:gd name="connsiteX131" fmla="*/ 254271 w 429573"/>
                <a:gd name="connsiteY131" fmla="*/ 312167 h 359341"/>
                <a:gd name="connsiteX132" fmla="*/ 253855 w 429573"/>
                <a:gd name="connsiteY132" fmla="*/ 319097 h 359341"/>
                <a:gd name="connsiteX133" fmla="*/ 253527 w 429573"/>
                <a:gd name="connsiteY133" fmla="*/ 321096 h 359341"/>
                <a:gd name="connsiteX134" fmla="*/ 251294 w 429573"/>
                <a:gd name="connsiteY134" fmla="*/ 321841 h 359341"/>
                <a:gd name="connsiteX135" fmla="*/ 250783 w 429573"/>
                <a:gd name="connsiteY135" fmla="*/ 324864 h 359341"/>
                <a:gd name="connsiteX136" fmla="*/ 250550 w 429573"/>
                <a:gd name="connsiteY136" fmla="*/ 327794 h 359341"/>
                <a:gd name="connsiteX137" fmla="*/ 248318 w 429573"/>
                <a:gd name="connsiteY137" fmla="*/ 327794 h 359341"/>
                <a:gd name="connsiteX138" fmla="*/ 246829 w 429573"/>
                <a:gd name="connsiteY138" fmla="*/ 332258 h 359341"/>
                <a:gd name="connsiteX139" fmla="*/ 245341 w 429573"/>
                <a:gd name="connsiteY139" fmla="*/ 333003 h 359341"/>
                <a:gd name="connsiteX140" fmla="*/ 245015 w 429573"/>
                <a:gd name="connsiteY140" fmla="*/ 334491 h 359341"/>
                <a:gd name="connsiteX141" fmla="*/ 244597 w 429573"/>
                <a:gd name="connsiteY141" fmla="*/ 335979 h 359341"/>
                <a:gd name="connsiteX142" fmla="*/ 242364 w 429573"/>
                <a:gd name="connsiteY142" fmla="*/ 336723 h 359341"/>
                <a:gd name="connsiteX143" fmla="*/ 241620 w 429573"/>
                <a:gd name="connsiteY143" fmla="*/ 338956 h 359341"/>
                <a:gd name="connsiteX144" fmla="*/ 237900 w 429573"/>
                <a:gd name="connsiteY144" fmla="*/ 340444 h 359341"/>
                <a:gd name="connsiteX145" fmla="*/ 237155 w 429573"/>
                <a:gd name="connsiteY145" fmla="*/ 342676 h 359341"/>
                <a:gd name="connsiteX146" fmla="*/ 234877 w 429573"/>
                <a:gd name="connsiteY146" fmla="*/ 343421 h 359341"/>
                <a:gd name="connsiteX147" fmla="*/ 232691 w 429573"/>
                <a:gd name="connsiteY147" fmla="*/ 344165 h 359341"/>
                <a:gd name="connsiteX148" fmla="*/ 232691 w 429573"/>
                <a:gd name="connsiteY148" fmla="*/ 346397 h 359341"/>
                <a:gd name="connsiteX149" fmla="*/ 225249 w 429573"/>
                <a:gd name="connsiteY149" fmla="*/ 347141 h 359341"/>
                <a:gd name="connsiteX150" fmla="*/ 225249 w 429573"/>
                <a:gd name="connsiteY150" fmla="*/ 350118 h 359341"/>
                <a:gd name="connsiteX151" fmla="*/ 223485 w 429573"/>
                <a:gd name="connsiteY151" fmla="*/ 350202 h 359341"/>
                <a:gd name="connsiteX152" fmla="*/ 221203 w 429573"/>
                <a:gd name="connsiteY152" fmla="*/ 350350 h 359341"/>
                <a:gd name="connsiteX153" fmla="*/ 218927 w 429573"/>
                <a:gd name="connsiteY153" fmla="*/ 350481 h 359341"/>
                <a:gd name="connsiteX154" fmla="*/ 217064 w 429573"/>
                <a:gd name="connsiteY154" fmla="*/ 350862 h 359341"/>
                <a:gd name="connsiteX155" fmla="*/ 216320 w 429573"/>
                <a:gd name="connsiteY155" fmla="*/ 353094 h 359341"/>
                <a:gd name="connsiteX156" fmla="*/ 208300 w 429573"/>
                <a:gd name="connsiteY156" fmla="*/ 353464 h 359341"/>
                <a:gd name="connsiteX157" fmla="*/ 205902 w 429573"/>
                <a:gd name="connsiteY157" fmla="*/ 353839 h 359341"/>
                <a:gd name="connsiteX158" fmla="*/ 205402 w 429573"/>
                <a:gd name="connsiteY158" fmla="*/ 355327 h 359341"/>
                <a:gd name="connsiteX159" fmla="*/ 204413 w 429573"/>
                <a:gd name="connsiteY159" fmla="*/ 356815 h 359341"/>
                <a:gd name="connsiteX160" fmla="*/ 198108 w 429573"/>
                <a:gd name="connsiteY160" fmla="*/ 357190 h 359341"/>
                <a:gd name="connsiteX161" fmla="*/ 196218 w 429573"/>
                <a:gd name="connsiteY161" fmla="*/ 357211 h 359341"/>
                <a:gd name="connsiteX162" fmla="*/ 190228 w 429573"/>
                <a:gd name="connsiteY162" fmla="*/ 357234 h 359341"/>
                <a:gd name="connsiteX163" fmla="*/ 184230 w 429573"/>
                <a:gd name="connsiteY163" fmla="*/ 357264 h 359341"/>
                <a:gd name="connsiteX164" fmla="*/ 180493 w 429573"/>
                <a:gd name="connsiteY164" fmla="*/ 357269 h 359341"/>
                <a:gd name="connsiteX165" fmla="*/ 176136 w 429573"/>
                <a:gd name="connsiteY165" fmla="*/ 357559 h 359341"/>
                <a:gd name="connsiteX166" fmla="*/ 175392 w 429573"/>
                <a:gd name="connsiteY166" fmla="*/ 359792 h 359341"/>
                <a:gd name="connsiteX167" fmla="*/ 171209 w 429573"/>
                <a:gd name="connsiteY167" fmla="*/ 360045 h 359341"/>
                <a:gd name="connsiteX168" fmla="*/ 168500 w 429573"/>
                <a:gd name="connsiteY168" fmla="*/ 360045 h 359341"/>
                <a:gd name="connsiteX169" fmla="*/ 165552 w 429573"/>
                <a:gd name="connsiteY169" fmla="*/ 360010 h 359341"/>
                <a:gd name="connsiteX170" fmla="*/ 162552 w 429573"/>
                <a:gd name="connsiteY170" fmla="*/ 360000 h 359341"/>
                <a:gd name="connsiteX171" fmla="*/ 154643 w 429573"/>
                <a:gd name="connsiteY171" fmla="*/ 359945 h 359341"/>
                <a:gd name="connsiteX172" fmla="*/ 146578 w 429573"/>
                <a:gd name="connsiteY172" fmla="*/ 359901 h 359341"/>
                <a:gd name="connsiteX173" fmla="*/ 130743 w 429573"/>
                <a:gd name="connsiteY173" fmla="*/ 359792 h 359341"/>
                <a:gd name="connsiteX174" fmla="*/ 130470 w 429573"/>
                <a:gd name="connsiteY174" fmla="*/ 358027 h 359341"/>
                <a:gd name="connsiteX175" fmla="*/ 130092 w 429573"/>
                <a:gd name="connsiteY175" fmla="*/ 355745 h 359341"/>
                <a:gd name="connsiteX176" fmla="*/ 129726 w 429573"/>
                <a:gd name="connsiteY176" fmla="*/ 353469 h 359341"/>
                <a:gd name="connsiteX177" fmla="*/ 129255 w 429573"/>
                <a:gd name="connsiteY177" fmla="*/ 351606 h 359341"/>
                <a:gd name="connsiteX178" fmla="*/ 127767 w 429573"/>
                <a:gd name="connsiteY178" fmla="*/ 350862 h 359341"/>
                <a:gd name="connsiteX179" fmla="*/ 127351 w 429573"/>
                <a:gd name="connsiteY179" fmla="*/ 343932 h 359341"/>
                <a:gd name="connsiteX180" fmla="*/ 127023 w 429573"/>
                <a:gd name="connsiteY180" fmla="*/ 341932 h 359341"/>
                <a:gd name="connsiteX181" fmla="*/ 124790 w 429573"/>
                <a:gd name="connsiteY181" fmla="*/ 341188 h 359341"/>
                <a:gd name="connsiteX182" fmla="*/ 124348 w 429573"/>
                <a:gd name="connsiteY182" fmla="*/ 334258 h 359341"/>
                <a:gd name="connsiteX183" fmla="*/ 124046 w 429573"/>
                <a:gd name="connsiteY183" fmla="*/ 332258 h 359341"/>
                <a:gd name="connsiteX184" fmla="*/ 121814 w 429573"/>
                <a:gd name="connsiteY184" fmla="*/ 331514 h 359341"/>
                <a:gd name="connsiteX185" fmla="*/ 121814 w 429573"/>
                <a:gd name="connsiteY185" fmla="*/ 326305 h 359341"/>
                <a:gd name="connsiteX186" fmla="*/ 119581 w 429573"/>
                <a:gd name="connsiteY186" fmla="*/ 323329 h 359341"/>
                <a:gd name="connsiteX187" fmla="*/ 119116 w 429573"/>
                <a:gd name="connsiteY187" fmla="*/ 319562 h 359341"/>
                <a:gd name="connsiteX188" fmla="*/ 118948 w 429573"/>
                <a:gd name="connsiteY188" fmla="*/ 317489 h 359341"/>
                <a:gd name="connsiteX189" fmla="*/ 118837 w 429573"/>
                <a:gd name="connsiteY189" fmla="*/ 315887 h 359341"/>
                <a:gd name="connsiteX190" fmla="*/ 116605 w 429573"/>
                <a:gd name="connsiteY190" fmla="*/ 315887 h 359341"/>
                <a:gd name="connsiteX191" fmla="*/ 116520 w 429573"/>
                <a:gd name="connsiteY191" fmla="*/ 314501 h 359341"/>
                <a:gd name="connsiteX192" fmla="*/ 116372 w 429573"/>
                <a:gd name="connsiteY192" fmla="*/ 312678 h 359341"/>
                <a:gd name="connsiteX193" fmla="*/ 116241 w 429573"/>
                <a:gd name="connsiteY193" fmla="*/ 310873 h 359341"/>
                <a:gd name="connsiteX194" fmla="*/ 113628 w 429573"/>
                <a:gd name="connsiteY194" fmla="*/ 306958 h 359341"/>
                <a:gd name="connsiteX195" fmla="*/ 113628 w 429573"/>
                <a:gd name="connsiteY195" fmla="*/ 301749 h 359341"/>
                <a:gd name="connsiteX196" fmla="*/ 111396 w 429573"/>
                <a:gd name="connsiteY196" fmla="*/ 301749 h 359341"/>
                <a:gd name="connsiteX197" fmla="*/ 110605 w 429573"/>
                <a:gd name="connsiteY197" fmla="*/ 298772 h 359341"/>
                <a:gd name="connsiteX198" fmla="*/ 109907 w 429573"/>
                <a:gd name="connsiteY198" fmla="*/ 295796 h 359341"/>
                <a:gd name="connsiteX199" fmla="*/ 108419 w 429573"/>
                <a:gd name="connsiteY199" fmla="*/ 295796 h 359341"/>
                <a:gd name="connsiteX200" fmla="*/ 108187 w 429573"/>
                <a:gd name="connsiteY200" fmla="*/ 293284 h 359341"/>
                <a:gd name="connsiteX201" fmla="*/ 107675 w 429573"/>
                <a:gd name="connsiteY201" fmla="*/ 290587 h 359341"/>
                <a:gd name="connsiteX202" fmla="*/ 105443 w 429573"/>
                <a:gd name="connsiteY202" fmla="*/ 289098 h 359341"/>
                <a:gd name="connsiteX203" fmla="*/ 106187 w 429573"/>
                <a:gd name="connsiteY203" fmla="*/ 285378 h 359341"/>
                <a:gd name="connsiteX204" fmla="*/ 113491 w 429573"/>
                <a:gd name="connsiteY204" fmla="*/ 284544 h 359341"/>
                <a:gd name="connsiteX205" fmla="*/ 115612 w 429573"/>
                <a:gd name="connsiteY205" fmla="*/ 284541 h 359341"/>
                <a:gd name="connsiteX206" fmla="*/ 117912 w 429573"/>
                <a:gd name="connsiteY206" fmla="*/ 284549 h 359341"/>
                <a:gd name="connsiteX207" fmla="*/ 120355 w 429573"/>
                <a:gd name="connsiteY207" fmla="*/ 284549 h 359341"/>
                <a:gd name="connsiteX208" fmla="*/ 128339 w 429573"/>
                <a:gd name="connsiteY208" fmla="*/ 284561 h 359341"/>
                <a:gd name="connsiteX209" fmla="*/ 133879 w 429573"/>
                <a:gd name="connsiteY209" fmla="*/ 284564 h 359341"/>
                <a:gd name="connsiteX210" fmla="*/ 148453 w 429573"/>
                <a:gd name="connsiteY210" fmla="*/ 284582 h 359341"/>
                <a:gd name="connsiteX211" fmla="*/ 165943 w 429573"/>
                <a:gd name="connsiteY211" fmla="*/ 284599 h 359341"/>
                <a:gd name="connsiteX212" fmla="*/ 192507 w 429573"/>
                <a:gd name="connsiteY212" fmla="*/ 284633 h 359341"/>
                <a:gd name="connsiteX213" fmla="*/ 193251 w 429573"/>
                <a:gd name="connsiteY213" fmla="*/ 207243 h 359341"/>
                <a:gd name="connsiteX214" fmla="*/ 13169 w 429573"/>
                <a:gd name="connsiteY214" fmla="*/ 206499 h 359341"/>
                <a:gd name="connsiteX215" fmla="*/ 12329 w 429573"/>
                <a:gd name="connsiteY215" fmla="*/ 194532 h 359341"/>
                <a:gd name="connsiteX216" fmla="*/ 12325 w 429573"/>
                <a:gd name="connsiteY216" fmla="*/ 192810 h 359341"/>
                <a:gd name="connsiteX217" fmla="*/ 12326 w 429573"/>
                <a:gd name="connsiteY217" fmla="*/ 187235 h 359341"/>
                <a:gd name="connsiteX218" fmla="*/ 12324 w 429573"/>
                <a:gd name="connsiteY218" fmla="*/ 183334 h 359341"/>
                <a:gd name="connsiteX219" fmla="*/ 12328 w 429573"/>
                <a:gd name="connsiteY219" fmla="*/ 175184 h 359341"/>
                <a:gd name="connsiteX220" fmla="*/ 12325 w 429573"/>
                <a:gd name="connsiteY220" fmla="*/ 164750 h 359341"/>
                <a:gd name="connsiteX221" fmla="*/ 12325 w 429573"/>
                <a:gd name="connsiteY221" fmla="*/ 156705 h 359341"/>
                <a:gd name="connsiteX222" fmla="*/ 12324 w 429573"/>
                <a:gd name="connsiteY222" fmla="*/ 152857 h 359341"/>
                <a:gd name="connsiteX223" fmla="*/ 12329 w 429573"/>
                <a:gd name="connsiteY223" fmla="*/ 147483 h 359341"/>
                <a:gd name="connsiteX224" fmla="*/ 12324 w 429573"/>
                <a:gd name="connsiteY224" fmla="*/ 145886 h 359341"/>
                <a:gd name="connsiteX225" fmla="*/ 12425 w 429573"/>
                <a:gd name="connsiteY225" fmla="*/ 141759 h 359341"/>
                <a:gd name="connsiteX226" fmla="*/ 12370 w 429573"/>
                <a:gd name="connsiteY226" fmla="*/ 139763 h 359341"/>
                <a:gd name="connsiteX227" fmla="*/ 13169 w 429573"/>
                <a:gd name="connsiteY227" fmla="*/ 138038 h 359341"/>
                <a:gd name="connsiteX228" fmla="*/ 20095 w 429573"/>
                <a:gd name="connsiteY228" fmla="*/ 137562 h 359341"/>
                <a:gd name="connsiteX229" fmla="*/ 22326 w 429573"/>
                <a:gd name="connsiteY229" fmla="*/ 137543 h 359341"/>
                <a:gd name="connsiteX230" fmla="*/ 29785 w 429573"/>
                <a:gd name="connsiteY230" fmla="*/ 137547 h 359341"/>
                <a:gd name="connsiteX231" fmla="*/ 35107 w 429573"/>
                <a:gd name="connsiteY231" fmla="*/ 137523 h 359341"/>
                <a:gd name="connsiteX232" fmla="*/ 48100 w 429573"/>
                <a:gd name="connsiteY232" fmla="*/ 137509 h 359341"/>
                <a:gd name="connsiteX233" fmla="*/ 63212 w 429573"/>
                <a:gd name="connsiteY233" fmla="*/ 137483 h 359341"/>
                <a:gd name="connsiteX234" fmla="*/ 90165 w 429573"/>
                <a:gd name="connsiteY234" fmla="*/ 137439 h 359341"/>
                <a:gd name="connsiteX235" fmla="*/ 116353 w 429573"/>
                <a:gd name="connsiteY235" fmla="*/ 137407 h 359341"/>
                <a:gd name="connsiteX236" fmla="*/ 117982 w 429573"/>
                <a:gd name="connsiteY236" fmla="*/ 137403 h 359341"/>
                <a:gd name="connsiteX237" fmla="*/ 126074 w 429573"/>
                <a:gd name="connsiteY237" fmla="*/ 137384 h 359341"/>
                <a:gd name="connsiteX238" fmla="*/ 193251 w 429573"/>
                <a:gd name="connsiteY238" fmla="*/ 137294 h 359341"/>
                <a:gd name="connsiteX239" fmla="*/ 193251 w 429573"/>
                <a:gd name="connsiteY239" fmla="*/ 100831 h 359341"/>
                <a:gd name="connsiteX240" fmla="*/ 196228 w 429573"/>
                <a:gd name="connsiteY240" fmla="*/ 100831 h 359341"/>
                <a:gd name="connsiteX241" fmla="*/ 196228 w 429573"/>
                <a:gd name="connsiteY241" fmla="*/ 97110 h 359341"/>
                <a:gd name="connsiteX242" fmla="*/ 197667 w 429573"/>
                <a:gd name="connsiteY242" fmla="*/ 97026 h 359341"/>
                <a:gd name="connsiteX243" fmla="*/ 199530 w 429573"/>
                <a:gd name="connsiteY243" fmla="*/ 96878 h 359341"/>
                <a:gd name="connsiteX244" fmla="*/ 201387 w 429573"/>
                <a:gd name="connsiteY244" fmla="*/ 96747 h 359341"/>
                <a:gd name="connsiteX245" fmla="*/ 202925 w 429573"/>
                <a:gd name="connsiteY245" fmla="*/ 96366 h 359341"/>
                <a:gd name="connsiteX246" fmla="*/ 203669 w 429573"/>
                <a:gd name="connsiteY246" fmla="*/ 94134 h 359341"/>
                <a:gd name="connsiteX247" fmla="*/ 206320 w 429573"/>
                <a:gd name="connsiteY247" fmla="*/ 93389 h 359341"/>
                <a:gd name="connsiteX248" fmla="*/ 208878 w 429573"/>
                <a:gd name="connsiteY248" fmla="*/ 92645 h 359341"/>
                <a:gd name="connsiteX249" fmla="*/ 208878 w 429573"/>
                <a:gd name="connsiteY249" fmla="*/ 90413 h 359341"/>
                <a:gd name="connsiteX250" fmla="*/ 211808 w 429573"/>
                <a:gd name="connsiteY250" fmla="*/ 90227 h 359341"/>
                <a:gd name="connsiteX251" fmla="*/ 214831 w 429573"/>
                <a:gd name="connsiteY251" fmla="*/ 89669 h 359341"/>
                <a:gd name="connsiteX252" fmla="*/ 215575 w 429573"/>
                <a:gd name="connsiteY252" fmla="*/ 86692 h 359341"/>
                <a:gd name="connsiteX253" fmla="*/ 220040 w 429573"/>
                <a:gd name="connsiteY253" fmla="*/ 85948 h 359341"/>
                <a:gd name="connsiteX254" fmla="*/ 220784 w 429573"/>
                <a:gd name="connsiteY254" fmla="*/ 83716 h 359341"/>
                <a:gd name="connsiteX255" fmla="*/ 225249 w 429573"/>
                <a:gd name="connsiteY255" fmla="*/ 82227 h 359341"/>
                <a:gd name="connsiteX256" fmla="*/ 225993 w 429573"/>
                <a:gd name="connsiteY256" fmla="*/ 79995 h 359341"/>
                <a:gd name="connsiteX257" fmla="*/ 230458 w 429573"/>
                <a:gd name="connsiteY257" fmla="*/ 79251 h 359341"/>
                <a:gd name="connsiteX258" fmla="*/ 231202 w 429573"/>
                <a:gd name="connsiteY258" fmla="*/ 77018 h 359341"/>
                <a:gd name="connsiteX259" fmla="*/ 234923 w 429573"/>
                <a:gd name="connsiteY259" fmla="*/ 75530 h 359341"/>
                <a:gd name="connsiteX260" fmla="*/ 235667 w 429573"/>
                <a:gd name="connsiteY260" fmla="*/ 73298 h 359341"/>
                <a:gd name="connsiteX261" fmla="*/ 240132 w 429573"/>
                <a:gd name="connsiteY261" fmla="*/ 72553 h 359341"/>
                <a:gd name="connsiteX262" fmla="*/ 242364 w 429573"/>
                <a:gd name="connsiteY262" fmla="*/ 70321 h 359341"/>
                <a:gd name="connsiteX263" fmla="*/ 240112 w 429573"/>
                <a:gd name="connsiteY263" fmla="*/ 70311 h 359341"/>
                <a:gd name="connsiteX264" fmla="*/ 185935 w 429573"/>
                <a:gd name="connsiteY264" fmla="*/ 70069 h 359341"/>
                <a:gd name="connsiteX265" fmla="*/ 159736 w 429573"/>
                <a:gd name="connsiteY265" fmla="*/ 69951 h 359341"/>
                <a:gd name="connsiteX266" fmla="*/ 136910 w 429573"/>
                <a:gd name="connsiteY266" fmla="*/ 69847 h 359341"/>
                <a:gd name="connsiteX267" fmla="*/ 124815 w 429573"/>
                <a:gd name="connsiteY267" fmla="*/ 69793 h 359341"/>
                <a:gd name="connsiteX268" fmla="*/ 113446 w 429573"/>
                <a:gd name="connsiteY268" fmla="*/ 69740 h 359341"/>
                <a:gd name="connsiteX269" fmla="*/ 109260 w 429573"/>
                <a:gd name="connsiteY269" fmla="*/ 69723 h 359341"/>
                <a:gd name="connsiteX270" fmla="*/ 103571 w 429573"/>
                <a:gd name="connsiteY270" fmla="*/ 69695 h 359341"/>
                <a:gd name="connsiteX271" fmla="*/ 101876 w 429573"/>
                <a:gd name="connsiteY271" fmla="*/ 69692 h 359341"/>
                <a:gd name="connsiteX272" fmla="*/ 97257 w 429573"/>
                <a:gd name="connsiteY272" fmla="*/ 68833 h 359341"/>
                <a:gd name="connsiteX273" fmla="*/ 97161 w 429573"/>
                <a:gd name="connsiteY273" fmla="*/ 63034 h 359341"/>
                <a:gd name="connsiteX274" fmla="*/ 97157 w 429573"/>
                <a:gd name="connsiteY274" fmla="*/ 61193 h 359341"/>
                <a:gd name="connsiteX275" fmla="*/ 97158 w 429573"/>
                <a:gd name="connsiteY275" fmla="*/ 55139 h 359341"/>
                <a:gd name="connsiteX276" fmla="*/ 97156 w 429573"/>
                <a:gd name="connsiteY276" fmla="*/ 50948 h 359341"/>
                <a:gd name="connsiteX277" fmla="*/ 97160 w 429573"/>
                <a:gd name="connsiteY277" fmla="*/ 42152 h 359341"/>
                <a:gd name="connsiteX278" fmla="*/ 97157 w 429573"/>
                <a:gd name="connsiteY278" fmla="*/ 30859 h 359341"/>
                <a:gd name="connsiteX279" fmla="*/ 97157 w 429573"/>
                <a:gd name="connsiteY279" fmla="*/ 22201 h 359341"/>
                <a:gd name="connsiteX280" fmla="*/ 97156 w 429573"/>
                <a:gd name="connsiteY280" fmla="*/ 18036 h 359341"/>
                <a:gd name="connsiteX281" fmla="*/ 97161 w 429573"/>
                <a:gd name="connsiteY281" fmla="*/ 12220 h 359341"/>
                <a:gd name="connsiteX282" fmla="*/ 97156 w 429573"/>
                <a:gd name="connsiteY282" fmla="*/ 10469 h 359341"/>
                <a:gd name="connsiteX283" fmla="*/ 98001 w 429573"/>
                <a:gd name="connsiteY283" fmla="*/ 4837 h 359341"/>
                <a:gd name="connsiteX284" fmla="*/ 101505 w 429573"/>
                <a:gd name="connsiteY284" fmla="*/ 4650 h 359341"/>
                <a:gd name="connsiteX285" fmla="*/ 103816 w 429573"/>
                <a:gd name="connsiteY285" fmla="*/ 4639 h 359341"/>
                <a:gd name="connsiteX286" fmla="*/ 106386 w 429573"/>
                <a:gd name="connsiteY286" fmla="*/ 4649 h 359341"/>
                <a:gd name="connsiteX287" fmla="*/ 109092 w 429573"/>
                <a:gd name="connsiteY287" fmla="*/ 4643 h 359341"/>
                <a:gd name="connsiteX288" fmla="*/ 116562 w 429573"/>
                <a:gd name="connsiteY288" fmla="*/ 4645 h 359341"/>
                <a:gd name="connsiteX289" fmla="*/ 124604 w 429573"/>
                <a:gd name="connsiteY289" fmla="*/ 4638 h 359341"/>
                <a:gd name="connsiteX290" fmla="*/ 138551 w 429573"/>
                <a:gd name="connsiteY290" fmla="*/ 4632 h 359341"/>
                <a:gd name="connsiteX291" fmla="*/ 158721 w 429573"/>
                <a:gd name="connsiteY291" fmla="*/ 4614 h 359341"/>
                <a:gd name="connsiteX292" fmla="*/ 191447 w 429573"/>
                <a:gd name="connsiteY292" fmla="*/ 4570 h 359341"/>
                <a:gd name="connsiteX293" fmla="*/ 193428 w 429573"/>
                <a:gd name="connsiteY293" fmla="*/ 4568 h 359341"/>
                <a:gd name="connsiteX294" fmla="*/ 221256 w 429573"/>
                <a:gd name="connsiteY294" fmla="*/ 4554 h 359341"/>
                <a:gd name="connsiteX295" fmla="*/ 223235 w 429573"/>
                <a:gd name="connsiteY295" fmla="*/ 4553 h 359341"/>
                <a:gd name="connsiteX296" fmla="*/ 225212 w 429573"/>
                <a:gd name="connsiteY296" fmla="*/ 4553 h 359341"/>
                <a:gd name="connsiteX297" fmla="*/ 257810 w 429573"/>
                <a:gd name="connsiteY297" fmla="*/ 4512 h 359341"/>
                <a:gd name="connsiteX298" fmla="*/ 277937 w 429573"/>
                <a:gd name="connsiteY298" fmla="*/ 4502 h 359341"/>
                <a:gd name="connsiteX299" fmla="*/ 291721 w 429573"/>
                <a:gd name="connsiteY299" fmla="*/ 4486 h 359341"/>
                <a:gd name="connsiteX300" fmla="*/ 299683 w 429573"/>
                <a:gd name="connsiteY300" fmla="*/ 4485 h 359341"/>
                <a:gd name="connsiteX301" fmla="*/ 308299 w 429573"/>
                <a:gd name="connsiteY301" fmla="*/ 4469 h 359341"/>
                <a:gd name="connsiteX302" fmla="*/ 310864 w 429573"/>
                <a:gd name="connsiteY302" fmla="*/ 4489 h 359341"/>
                <a:gd name="connsiteX303" fmla="*/ 313181 w 429573"/>
                <a:gd name="connsiteY303" fmla="*/ 4466 h 359341"/>
                <a:gd name="connsiteX304" fmla="*/ 315192 w 429573"/>
                <a:gd name="connsiteY304" fmla="*/ 4465 h 359341"/>
                <a:gd name="connsiteX305" fmla="*/ 316779 w 429573"/>
                <a:gd name="connsiteY305" fmla="*/ 4093 h 359341"/>
                <a:gd name="connsiteX306" fmla="*/ 318267 w 429573"/>
                <a:gd name="connsiteY306" fmla="*/ 1116 h 35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429573" h="359341">
                  <a:moveTo>
                    <a:pt x="318267" y="1116"/>
                  </a:moveTo>
                  <a:cubicBezTo>
                    <a:pt x="320266" y="807"/>
                    <a:pt x="321900" y="699"/>
                    <a:pt x="323894" y="744"/>
                  </a:cubicBezTo>
                  <a:cubicBezTo>
                    <a:pt x="324674" y="727"/>
                    <a:pt x="324674" y="727"/>
                    <a:pt x="325468" y="709"/>
                  </a:cubicBezTo>
                  <a:cubicBezTo>
                    <a:pt x="326967" y="721"/>
                    <a:pt x="326967" y="721"/>
                    <a:pt x="329429" y="1116"/>
                  </a:cubicBezTo>
                  <a:cubicBezTo>
                    <a:pt x="330054" y="2601"/>
                    <a:pt x="330054" y="2601"/>
                    <a:pt x="330173" y="4093"/>
                  </a:cubicBezTo>
                  <a:cubicBezTo>
                    <a:pt x="331158" y="4369"/>
                    <a:pt x="332151" y="4618"/>
                    <a:pt x="333150" y="4837"/>
                  </a:cubicBezTo>
                  <a:cubicBezTo>
                    <a:pt x="333395" y="5573"/>
                    <a:pt x="333641" y="6310"/>
                    <a:pt x="333894" y="7069"/>
                  </a:cubicBezTo>
                  <a:cubicBezTo>
                    <a:pt x="334370" y="7299"/>
                    <a:pt x="334845" y="7530"/>
                    <a:pt x="335336" y="7767"/>
                  </a:cubicBezTo>
                  <a:cubicBezTo>
                    <a:pt x="337232" y="8744"/>
                    <a:pt x="337453" y="9661"/>
                    <a:pt x="338359" y="11534"/>
                  </a:cubicBezTo>
                  <a:cubicBezTo>
                    <a:pt x="339095" y="11779"/>
                    <a:pt x="339832" y="12025"/>
                    <a:pt x="340591" y="12278"/>
                  </a:cubicBezTo>
                  <a:cubicBezTo>
                    <a:pt x="340837" y="13015"/>
                    <a:pt x="341082" y="13751"/>
                    <a:pt x="341335" y="14510"/>
                  </a:cubicBezTo>
                  <a:cubicBezTo>
                    <a:pt x="341826" y="14633"/>
                    <a:pt x="342317" y="14756"/>
                    <a:pt x="342823" y="14883"/>
                  </a:cubicBezTo>
                  <a:cubicBezTo>
                    <a:pt x="343315" y="15005"/>
                    <a:pt x="343806" y="15128"/>
                    <a:pt x="344312" y="15255"/>
                  </a:cubicBezTo>
                  <a:cubicBezTo>
                    <a:pt x="344557" y="15991"/>
                    <a:pt x="344803" y="16728"/>
                    <a:pt x="345056" y="17487"/>
                  </a:cubicBezTo>
                  <a:cubicBezTo>
                    <a:pt x="346418" y="18811"/>
                    <a:pt x="346418" y="18811"/>
                    <a:pt x="348032" y="20092"/>
                  </a:cubicBezTo>
                  <a:cubicBezTo>
                    <a:pt x="350926" y="22448"/>
                    <a:pt x="350926" y="22448"/>
                    <a:pt x="351753" y="24928"/>
                  </a:cubicBezTo>
                  <a:cubicBezTo>
                    <a:pt x="352490" y="25174"/>
                    <a:pt x="353227" y="25420"/>
                    <a:pt x="353986" y="25673"/>
                  </a:cubicBezTo>
                  <a:cubicBezTo>
                    <a:pt x="354231" y="26409"/>
                    <a:pt x="354477" y="27146"/>
                    <a:pt x="354730" y="27905"/>
                  </a:cubicBezTo>
                  <a:cubicBezTo>
                    <a:pt x="355236" y="28012"/>
                    <a:pt x="355743" y="28120"/>
                    <a:pt x="356265" y="28231"/>
                  </a:cubicBezTo>
                  <a:cubicBezTo>
                    <a:pt x="356740" y="28369"/>
                    <a:pt x="357216" y="28507"/>
                    <a:pt x="357706" y="28649"/>
                  </a:cubicBezTo>
                  <a:cubicBezTo>
                    <a:pt x="357706" y="29631"/>
                    <a:pt x="357706" y="30614"/>
                    <a:pt x="357706" y="31626"/>
                  </a:cubicBezTo>
                  <a:cubicBezTo>
                    <a:pt x="359188" y="32141"/>
                    <a:pt x="360677" y="32636"/>
                    <a:pt x="362171" y="33114"/>
                  </a:cubicBezTo>
                  <a:cubicBezTo>
                    <a:pt x="363101" y="34649"/>
                    <a:pt x="363101" y="34649"/>
                    <a:pt x="363659" y="36091"/>
                  </a:cubicBezTo>
                  <a:cubicBezTo>
                    <a:pt x="364151" y="36336"/>
                    <a:pt x="364642" y="36582"/>
                    <a:pt x="365148" y="36835"/>
                  </a:cubicBezTo>
                  <a:cubicBezTo>
                    <a:pt x="365380" y="39021"/>
                    <a:pt x="365380" y="39021"/>
                    <a:pt x="365148" y="41300"/>
                  </a:cubicBezTo>
                  <a:cubicBezTo>
                    <a:pt x="364411" y="41791"/>
                    <a:pt x="363674" y="42282"/>
                    <a:pt x="362915" y="42788"/>
                  </a:cubicBezTo>
                  <a:cubicBezTo>
                    <a:pt x="362670" y="43525"/>
                    <a:pt x="362424" y="44261"/>
                    <a:pt x="362171" y="45020"/>
                  </a:cubicBezTo>
                  <a:cubicBezTo>
                    <a:pt x="361066" y="45366"/>
                    <a:pt x="361066" y="45366"/>
                    <a:pt x="359939" y="45718"/>
                  </a:cubicBezTo>
                  <a:cubicBezTo>
                    <a:pt x="358834" y="46109"/>
                    <a:pt x="358834" y="46109"/>
                    <a:pt x="357706" y="46509"/>
                  </a:cubicBezTo>
                  <a:cubicBezTo>
                    <a:pt x="357139" y="47909"/>
                    <a:pt x="357139" y="47909"/>
                    <a:pt x="356962" y="49485"/>
                  </a:cubicBezTo>
                  <a:cubicBezTo>
                    <a:pt x="355985" y="51159"/>
                    <a:pt x="355985" y="51159"/>
                    <a:pt x="354730" y="52462"/>
                  </a:cubicBezTo>
                  <a:cubicBezTo>
                    <a:pt x="353747" y="52462"/>
                    <a:pt x="352765" y="52462"/>
                    <a:pt x="351753" y="52462"/>
                  </a:cubicBezTo>
                  <a:cubicBezTo>
                    <a:pt x="351753" y="53444"/>
                    <a:pt x="351753" y="54426"/>
                    <a:pt x="351753" y="55438"/>
                  </a:cubicBezTo>
                  <a:cubicBezTo>
                    <a:pt x="350311" y="56229"/>
                    <a:pt x="350311" y="56229"/>
                    <a:pt x="348777" y="56926"/>
                  </a:cubicBezTo>
                  <a:cubicBezTo>
                    <a:pt x="348531" y="57663"/>
                    <a:pt x="348285" y="58400"/>
                    <a:pt x="348032" y="59159"/>
                  </a:cubicBezTo>
                  <a:cubicBezTo>
                    <a:pt x="347296" y="59159"/>
                    <a:pt x="346559" y="59159"/>
                    <a:pt x="345800" y="59159"/>
                  </a:cubicBezTo>
                  <a:cubicBezTo>
                    <a:pt x="345455" y="60057"/>
                    <a:pt x="345455" y="60057"/>
                    <a:pt x="345102" y="60973"/>
                  </a:cubicBezTo>
                  <a:cubicBezTo>
                    <a:pt x="344841" y="61602"/>
                    <a:pt x="344581" y="62231"/>
                    <a:pt x="344312" y="62880"/>
                  </a:cubicBezTo>
                  <a:cubicBezTo>
                    <a:pt x="343325" y="63149"/>
                    <a:pt x="342333" y="63398"/>
                    <a:pt x="341335" y="63624"/>
                  </a:cubicBezTo>
                  <a:cubicBezTo>
                    <a:pt x="341212" y="64130"/>
                    <a:pt x="341090" y="64637"/>
                    <a:pt x="340963" y="65159"/>
                  </a:cubicBezTo>
                  <a:cubicBezTo>
                    <a:pt x="340840" y="65634"/>
                    <a:pt x="340718" y="66110"/>
                    <a:pt x="340591" y="66600"/>
                  </a:cubicBezTo>
                  <a:cubicBezTo>
                    <a:pt x="339609" y="66600"/>
                    <a:pt x="338627" y="66600"/>
                    <a:pt x="337614" y="66600"/>
                  </a:cubicBezTo>
                  <a:cubicBezTo>
                    <a:pt x="337614" y="67583"/>
                    <a:pt x="337614" y="68565"/>
                    <a:pt x="337614" y="69577"/>
                  </a:cubicBezTo>
                  <a:cubicBezTo>
                    <a:pt x="336509" y="69945"/>
                    <a:pt x="336509" y="69945"/>
                    <a:pt x="335382" y="70321"/>
                  </a:cubicBezTo>
                  <a:cubicBezTo>
                    <a:pt x="335136" y="71058"/>
                    <a:pt x="334891" y="71794"/>
                    <a:pt x="334638" y="72553"/>
                  </a:cubicBezTo>
                  <a:cubicBezTo>
                    <a:pt x="333646" y="73050"/>
                    <a:pt x="332654" y="73546"/>
                    <a:pt x="331661" y="74042"/>
                  </a:cubicBezTo>
                  <a:cubicBezTo>
                    <a:pt x="331416" y="74778"/>
                    <a:pt x="331170" y="75515"/>
                    <a:pt x="330917" y="76274"/>
                  </a:cubicBezTo>
                  <a:cubicBezTo>
                    <a:pt x="329679" y="76776"/>
                    <a:pt x="328439" y="77271"/>
                    <a:pt x="327197" y="77762"/>
                  </a:cubicBezTo>
                  <a:cubicBezTo>
                    <a:pt x="325176" y="79503"/>
                    <a:pt x="324327" y="80419"/>
                    <a:pt x="323476" y="82971"/>
                  </a:cubicBezTo>
                  <a:cubicBezTo>
                    <a:pt x="322236" y="83468"/>
                    <a:pt x="320995" y="83964"/>
                    <a:pt x="319755" y="84460"/>
                  </a:cubicBezTo>
                  <a:cubicBezTo>
                    <a:pt x="319510" y="85196"/>
                    <a:pt x="319264" y="85933"/>
                    <a:pt x="319011" y="86692"/>
                  </a:cubicBezTo>
                  <a:cubicBezTo>
                    <a:pt x="318019" y="86940"/>
                    <a:pt x="317027" y="87188"/>
                    <a:pt x="316034" y="87436"/>
                  </a:cubicBezTo>
                  <a:cubicBezTo>
                    <a:pt x="315789" y="88173"/>
                    <a:pt x="315543" y="88910"/>
                    <a:pt x="315290" y="89669"/>
                  </a:cubicBezTo>
                  <a:cubicBezTo>
                    <a:pt x="314298" y="90165"/>
                    <a:pt x="313306" y="90661"/>
                    <a:pt x="312314" y="91157"/>
                  </a:cubicBezTo>
                  <a:cubicBezTo>
                    <a:pt x="312068" y="91894"/>
                    <a:pt x="311823" y="92630"/>
                    <a:pt x="311570" y="93389"/>
                  </a:cubicBezTo>
                  <a:cubicBezTo>
                    <a:pt x="310672" y="93551"/>
                    <a:pt x="310672" y="93551"/>
                    <a:pt x="309756" y="93715"/>
                  </a:cubicBezTo>
                  <a:cubicBezTo>
                    <a:pt x="309126" y="93853"/>
                    <a:pt x="308497" y="93991"/>
                    <a:pt x="307849" y="94134"/>
                  </a:cubicBezTo>
                  <a:cubicBezTo>
                    <a:pt x="307328" y="95113"/>
                    <a:pt x="306831" y="96106"/>
                    <a:pt x="306361" y="97110"/>
                  </a:cubicBezTo>
                  <a:cubicBezTo>
                    <a:pt x="305374" y="97379"/>
                    <a:pt x="304382" y="97629"/>
                    <a:pt x="303384" y="97854"/>
                  </a:cubicBezTo>
                  <a:cubicBezTo>
                    <a:pt x="303138" y="98591"/>
                    <a:pt x="302893" y="99328"/>
                    <a:pt x="302640" y="100087"/>
                  </a:cubicBezTo>
                  <a:cubicBezTo>
                    <a:pt x="302164" y="100194"/>
                    <a:pt x="301688" y="100302"/>
                    <a:pt x="301198" y="100412"/>
                  </a:cubicBezTo>
                  <a:cubicBezTo>
                    <a:pt x="300692" y="100550"/>
                    <a:pt x="300185" y="100688"/>
                    <a:pt x="299663" y="100831"/>
                  </a:cubicBezTo>
                  <a:cubicBezTo>
                    <a:pt x="299433" y="101322"/>
                    <a:pt x="299203" y="101813"/>
                    <a:pt x="298966" y="102319"/>
                  </a:cubicBezTo>
                  <a:cubicBezTo>
                    <a:pt x="298705" y="102810"/>
                    <a:pt x="298444" y="103301"/>
                    <a:pt x="298175" y="103807"/>
                  </a:cubicBezTo>
                  <a:cubicBezTo>
                    <a:pt x="296940" y="104079"/>
                    <a:pt x="295699" y="104328"/>
                    <a:pt x="294454" y="104551"/>
                  </a:cubicBezTo>
                  <a:cubicBezTo>
                    <a:pt x="294209" y="105288"/>
                    <a:pt x="293963" y="106025"/>
                    <a:pt x="293710" y="106784"/>
                  </a:cubicBezTo>
                  <a:cubicBezTo>
                    <a:pt x="291431" y="107296"/>
                    <a:pt x="291431" y="107296"/>
                    <a:pt x="289245" y="107528"/>
                  </a:cubicBezTo>
                  <a:cubicBezTo>
                    <a:pt x="289245" y="108510"/>
                    <a:pt x="289245" y="109493"/>
                    <a:pt x="289245" y="110505"/>
                  </a:cubicBezTo>
                  <a:cubicBezTo>
                    <a:pt x="288006" y="110759"/>
                    <a:pt x="286766" y="111007"/>
                    <a:pt x="285525" y="111249"/>
                  </a:cubicBezTo>
                  <a:cubicBezTo>
                    <a:pt x="285417" y="111740"/>
                    <a:pt x="285310" y="112231"/>
                    <a:pt x="285199" y="112737"/>
                  </a:cubicBezTo>
                  <a:cubicBezTo>
                    <a:pt x="285061" y="113228"/>
                    <a:pt x="284923" y="113719"/>
                    <a:pt x="284780" y="114225"/>
                  </a:cubicBezTo>
                  <a:cubicBezTo>
                    <a:pt x="283298" y="114503"/>
                    <a:pt x="281809" y="114752"/>
                    <a:pt x="280316" y="114969"/>
                  </a:cubicBezTo>
                  <a:cubicBezTo>
                    <a:pt x="280070" y="115706"/>
                    <a:pt x="279825" y="116443"/>
                    <a:pt x="279572" y="117202"/>
                  </a:cubicBezTo>
                  <a:cubicBezTo>
                    <a:pt x="278819" y="117447"/>
                    <a:pt x="278067" y="117693"/>
                    <a:pt x="277293" y="117946"/>
                  </a:cubicBezTo>
                  <a:cubicBezTo>
                    <a:pt x="276571" y="118192"/>
                    <a:pt x="275850" y="118437"/>
                    <a:pt x="275107" y="118690"/>
                  </a:cubicBezTo>
                  <a:cubicBezTo>
                    <a:pt x="275107" y="119427"/>
                    <a:pt x="275107" y="120164"/>
                    <a:pt x="275107" y="120923"/>
                  </a:cubicBezTo>
                  <a:cubicBezTo>
                    <a:pt x="274263" y="120984"/>
                    <a:pt x="273418" y="121045"/>
                    <a:pt x="272549" y="121109"/>
                  </a:cubicBezTo>
                  <a:cubicBezTo>
                    <a:pt x="271674" y="121293"/>
                    <a:pt x="270799" y="121477"/>
                    <a:pt x="269898" y="121667"/>
                  </a:cubicBezTo>
                  <a:cubicBezTo>
                    <a:pt x="269629" y="122653"/>
                    <a:pt x="269379" y="123646"/>
                    <a:pt x="269154" y="124643"/>
                  </a:cubicBezTo>
                  <a:cubicBezTo>
                    <a:pt x="266875" y="124829"/>
                    <a:pt x="266875" y="124829"/>
                    <a:pt x="264689" y="124643"/>
                  </a:cubicBezTo>
                  <a:cubicBezTo>
                    <a:pt x="264689" y="125626"/>
                    <a:pt x="264689" y="126608"/>
                    <a:pt x="264689" y="127620"/>
                  </a:cubicBezTo>
                  <a:cubicBezTo>
                    <a:pt x="262131" y="128457"/>
                    <a:pt x="262131" y="128457"/>
                    <a:pt x="259480" y="129108"/>
                  </a:cubicBezTo>
                  <a:cubicBezTo>
                    <a:pt x="259234" y="129599"/>
                    <a:pt x="258989" y="130090"/>
                    <a:pt x="258736" y="130596"/>
                  </a:cubicBezTo>
                  <a:cubicBezTo>
                    <a:pt x="257999" y="130842"/>
                    <a:pt x="257262" y="131088"/>
                    <a:pt x="256503" y="131341"/>
                  </a:cubicBezTo>
                  <a:cubicBezTo>
                    <a:pt x="256231" y="132926"/>
                    <a:pt x="256231" y="132926"/>
                    <a:pt x="256364" y="134736"/>
                  </a:cubicBezTo>
                  <a:cubicBezTo>
                    <a:pt x="256384" y="135351"/>
                    <a:pt x="256404" y="135965"/>
                    <a:pt x="256425" y="136599"/>
                  </a:cubicBezTo>
                  <a:cubicBezTo>
                    <a:pt x="256451" y="137074"/>
                    <a:pt x="256476" y="137549"/>
                    <a:pt x="256503" y="138038"/>
                  </a:cubicBezTo>
                  <a:cubicBezTo>
                    <a:pt x="257454" y="138037"/>
                    <a:pt x="258404" y="138036"/>
                    <a:pt x="259383" y="138036"/>
                  </a:cubicBezTo>
                  <a:cubicBezTo>
                    <a:pt x="281921" y="138020"/>
                    <a:pt x="304458" y="138007"/>
                    <a:pt x="326996" y="138000"/>
                  </a:cubicBezTo>
                  <a:cubicBezTo>
                    <a:pt x="329767" y="137999"/>
                    <a:pt x="332538" y="137998"/>
                    <a:pt x="335309" y="137997"/>
                  </a:cubicBezTo>
                  <a:cubicBezTo>
                    <a:pt x="335861" y="137997"/>
                    <a:pt x="336413" y="137997"/>
                    <a:pt x="336981" y="137996"/>
                  </a:cubicBezTo>
                  <a:cubicBezTo>
                    <a:pt x="345926" y="137993"/>
                    <a:pt x="354871" y="137987"/>
                    <a:pt x="363816" y="137980"/>
                  </a:cubicBezTo>
                  <a:cubicBezTo>
                    <a:pt x="372988" y="137973"/>
                    <a:pt x="382159" y="137969"/>
                    <a:pt x="391331" y="137968"/>
                  </a:cubicBezTo>
                  <a:cubicBezTo>
                    <a:pt x="396995" y="137967"/>
                    <a:pt x="402659" y="137964"/>
                    <a:pt x="408323" y="137958"/>
                  </a:cubicBezTo>
                  <a:cubicBezTo>
                    <a:pt x="412658" y="137953"/>
                    <a:pt x="416994" y="137953"/>
                    <a:pt x="421330" y="137954"/>
                  </a:cubicBezTo>
                  <a:cubicBezTo>
                    <a:pt x="423114" y="137953"/>
                    <a:pt x="424898" y="137952"/>
                    <a:pt x="426682" y="137949"/>
                  </a:cubicBezTo>
                  <a:cubicBezTo>
                    <a:pt x="429106" y="137945"/>
                    <a:pt x="431530" y="137946"/>
                    <a:pt x="433954" y="137948"/>
                  </a:cubicBezTo>
                  <a:cubicBezTo>
                    <a:pt x="435028" y="137945"/>
                    <a:pt x="435028" y="137945"/>
                    <a:pt x="436124" y="137942"/>
                  </a:cubicBezTo>
                  <a:cubicBezTo>
                    <a:pt x="440965" y="137953"/>
                    <a:pt x="440965" y="137953"/>
                    <a:pt x="441794" y="138782"/>
                  </a:cubicBezTo>
                  <a:cubicBezTo>
                    <a:pt x="441869" y="140861"/>
                    <a:pt x="441895" y="142923"/>
                    <a:pt x="441890" y="145003"/>
                  </a:cubicBezTo>
                  <a:cubicBezTo>
                    <a:pt x="441892" y="145655"/>
                    <a:pt x="441893" y="146307"/>
                    <a:pt x="441894" y="146979"/>
                  </a:cubicBezTo>
                  <a:cubicBezTo>
                    <a:pt x="441898" y="149145"/>
                    <a:pt x="441896" y="151312"/>
                    <a:pt x="441893" y="153479"/>
                  </a:cubicBezTo>
                  <a:cubicBezTo>
                    <a:pt x="441893" y="154977"/>
                    <a:pt x="441894" y="156476"/>
                    <a:pt x="441895" y="157975"/>
                  </a:cubicBezTo>
                  <a:cubicBezTo>
                    <a:pt x="441896" y="161120"/>
                    <a:pt x="441895" y="164266"/>
                    <a:pt x="441891" y="167411"/>
                  </a:cubicBezTo>
                  <a:cubicBezTo>
                    <a:pt x="441887" y="171453"/>
                    <a:pt x="441889" y="175494"/>
                    <a:pt x="441894" y="179536"/>
                  </a:cubicBezTo>
                  <a:cubicBezTo>
                    <a:pt x="441897" y="182632"/>
                    <a:pt x="441896" y="185728"/>
                    <a:pt x="441894" y="188824"/>
                  </a:cubicBezTo>
                  <a:cubicBezTo>
                    <a:pt x="441893" y="190314"/>
                    <a:pt x="441894" y="191805"/>
                    <a:pt x="441896" y="193296"/>
                  </a:cubicBezTo>
                  <a:cubicBezTo>
                    <a:pt x="441897" y="195375"/>
                    <a:pt x="441895" y="197455"/>
                    <a:pt x="441890" y="199534"/>
                  </a:cubicBezTo>
                  <a:cubicBezTo>
                    <a:pt x="441892" y="200156"/>
                    <a:pt x="441893" y="200779"/>
                    <a:pt x="441895" y="201420"/>
                  </a:cubicBezTo>
                  <a:cubicBezTo>
                    <a:pt x="441879" y="205670"/>
                    <a:pt x="441879" y="205670"/>
                    <a:pt x="441050" y="206499"/>
                  </a:cubicBezTo>
                  <a:cubicBezTo>
                    <a:pt x="438680" y="206572"/>
                    <a:pt x="436325" y="206595"/>
                    <a:pt x="433954" y="206588"/>
                  </a:cubicBezTo>
                  <a:cubicBezTo>
                    <a:pt x="433200" y="206589"/>
                    <a:pt x="432446" y="206589"/>
                    <a:pt x="431669" y="206590"/>
                  </a:cubicBezTo>
                  <a:cubicBezTo>
                    <a:pt x="429121" y="206591"/>
                    <a:pt x="426573" y="206587"/>
                    <a:pt x="424025" y="206583"/>
                  </a:cubicBezTo>
                  <a:cubicBezTo>
                    <a:pt x="422206" y="206583"/>
                    <a:pt x="420388" y="206583"/>
                    <a:pt x="418570" y="206584"/>
                  </a:cubicBezTo>
                  <a:cubicBezTo>
                    <a:pt x="414645" y="206584"/>
                    <a:pt x="410719" y="206582"/>
                    <a:pt x="406794" y="206577"/>
                  </a:cubicBezTo>
                  <a:cubicBezTo>
                    <a:pt x="401119" y="206571"/>
                    <a:pt x="395443" y="206569"/>
                    <a:pt x="389768" y="206569"/>
                  </a:cubicBezTo>
                  <a:cubicBezTo>
                    <a:pt x="380561" y="206567"/>
                    <a:pt x="371354" y="206562"/>
                    <a:pt x="362147" y="206555"/>
                  </a:cubicBezTo>
                  <a:cubicBezTo>
                    <a:pt x="353201" y="206548"/>
                    <a:pt x="344255" y="206543"/>
                    <a:pt x="335309" y="206540"/>
                  </a:cubicBezTo>
                  <a:cubicBezTo>
                    <a:pt x="334483" y="206539"/>
                    <a:pt x="334483" y="206539"/>
                    <a:pt x="333639" y="206539"/>
                  </a:cubicBezTo>
                  <a:cubicBezTo>
                    <a:pt x="330875" y="206538"/>
                    <a:pt x="328111" y="206537"/>
                    <a:pt x="325346" y="206536"/>
                  </a:cubicBezTo>
                  <a:cubicBezTo>
                    <a:pt x="302399" y="206528"/>
                    <a:pt x="279451" y="206515"/>
                    <a:pt x="256503" y="206499"/>
                  </a:cubicBezTo>
                  <a:cubicBezTo>
                    <a:pt x="256501" y="207039"/>
                    <a:pt x="256498" y="207579"/>
                    <a:pt x="256496" y="208135"/>
                  </a:cubicBezTo>
                  <a:cubicBezTo>
                    <a:pt x="256435" y="221257"/>
                    <a:pt x="256367" y="234379"/>
                    <a:pt x="256289" y="247501"/>
                  </a:cubicBezTo>
                  <a:cubicBezTo>
                    <a:pt x="256252" y="253847"/>
                    <a:pt x="256217" y="260192"/>
                    <a:pt x="256189" y="266538"/>
                  </a:cubicBezTo>
                  <a:cubicBezTo>
                    <a:pt x="256165" y="272067"/>
                    <a:pt x="256135" y="277596"/>
                    <a:pt x="256099" y="283125"/>
                  </a:cubicBezTo>
                  <a:cubicBezTo>
                    <a:pt x="256080" y="286054"/>
                    <a:pt x="256064" y="288983"/>
                    <a:pt x="256054" y="291912"/>
                  </a:cubicBezTo>
                  <a:cubicBezTo>
                    <a:pt x="256045" y="294666"/>
                    <a:pt x="256028" y="297420"/>
                    <a:pt x="256007" y="300174"/>
                  </a:cubicBezTo>
                  <a:cubicBezTo>
                    <a:pt x="255996" y="301673"/>
                    <a:pt x="255994" y="303172"/>
                    <a:pt x="255991" y="304671"/>
                  </a:cubicBezTo>
                  <a:cubicBezTo>
                    <a:pt x="255983" y="305555"/>
                    <a:pt x="255975" y="306439"/>
                    <a:pt x="255966" y="307350"/>
                  </a:cubicBezTo>
                  <a:cubicBezTo>
                    <a:pt x="255962" y="308123"/>
                    <a:pt x="255958" y="308896"/>
                    <a:pt x="255954" y="309692"/>
                  </a:cubicBezTo>
                  <a:cubicBezTo>
                    <a:pt x="255889" y="310263"/>
                    <a:pt x="255825" y="310834"/>
                    <a:pt x="255759" y="311423"/>
                  </a:cubicBezTo>
                  <a:cubicBezTo>
                    <a:pt x="255268" y="311668"/>
                    <a:pt x="254777" y="311914"/>
                    <a:pt x="254271" y="312167"/>
                  </a:cubicBezTo>
                  <a:cubicBezTo>
                    <a:pt x="254005" y="314478"/>
                    <a:pt x="253940" y="316772"/>
                    <a:pt x="253855" y="319097"/>
                  </a:cubicBezTo>
                  <a:cubicBezTo>
                    <a:pt x="253747" y="319756"/>
                    <a:pt x="253638" y="320416"/>
                    <a:pt x="253527" y="321096"/>
                  </a:cubicBezTo>
                  <a:cubicBezTo>
                    <a:pt x="252790" y="321342"/>
                    <a:pt x="252053" y="321588"/>
                    <a:pt x="251294" y="321841"/>
                  </a:cubicBezTo>
                  <a:cubicBezTo>
                    <a:pt x="250859" y="323244"/>
                    <a:pt x="250859" y="323244"/>
                    <a:pt x="250783" y="324864"/>
                  </a:cubicBezTo>
                  <a:cubicBezTo>
                    <a:pt x="250706" y="325831"/>
                    <a:pt x="250629" y="326797"/>
                    <a:pt x="250550" y="327794"/>
                  </a:cubicBezTo>
                  <a:cubicBezTo>
                    <a:pt x="249813" y="327794"/>
                    <a:pt x="249077" y="327794"/>
                    <a:pt x="248318" y="327794"/>
                  </a:cubicBezTo>
                  <a:cubicBezTo>
                    <a:pt x="247784" y="329269"/>
                    <a:pt x="247289" y="330758"/>
                    <a:pt x="246829" y="332258"/>
                  </a:cubicBezTo>
                  <a:cubicBezTo>
                    <a:pt x="246338" y="332504"/>
                    <a:pt x="245847" y="332750"/>
                    <a:pt x="245341" y="333003"/>
                  </a:cubicBezTo>
                  <a:cubicBezTo>
                    <a:pt x="245234" y="333494"/>
                    <a:pt x="245126" y="333985"/>
                    <a:pt x="245015" y="334491"/>
                  </a:cubicBezTo>
                  <a:cubicBezTo>
                    <a:pt x="244877" y="334982"/>
                    <a:pt x="244739" y="335473"/>
                    <a:pt x="244597" y="335979"/>
                  </a:cubicBezTo>
                  <a:cubicBezTo>
                    <a:pt x="243860" y="336225"/>
                    <a:pt x="243123" y="336470"/>
                    <a:pt x="242364" y="336723"/>
                  </a:cubicBezTo>
                  <a:cubicBezTo>
                    <a:pt x="242119" y="337460"/>
                    <a:pt x="241873" y="338197"/>
                    <a:pt x="241620" y="338956"/>
                  </a:cubicBezTo>
                  <a:cubicBezTo>
                    <a:pt x="240380" y="339452"/>
                    <a:pt x="239140" y="339948"/>
                    <a:pt x="237900" y="340444"/>
                  </a:cubicBezTo>
                  <a:cubicBezTo>
                    <a:pt x="237654" y="341181"/>
                    <a:pt x="237408" y="341917"/>
                    <a:pt x="237155" y="342676"/>
                  </a:cubicBezTo>
                  <a:cubicBezTo>
                    <a:pt x="236403" y="342922"/>
                    <a:pt x="235651" y="343168"/>
                    <a:pt x="234877" y="343421"/>
                  </a:cubicBezTo>
                  <a:cubicBezTo>
                    <a:pt x="234155" y="343666"/>
                    <a:pt x="233434" y="343912"/>
                    <a:pt x="232691" y="344165"/>
                  </a:cubicBezTo>
                  <a:cubicBezTo>
                    <a:pt x="232691" y="344901"/>
                    <a:pt x="232691" y="345638"/>
                    <a:pt x="232691" y="346397"/>
                  </a:cubicBezTo>
                  <a:cubicBezTo>
                    <a:pt x="230235" y="346643"/>
                    <a:pt x="227779" y="346888"/>
                    <a:pt x="225249" y="347141"/>
                  </a:cubicBezTo>
                  <a:cubicBezTo>
                    <a:pt x="225249" y="348124"/>
                    <a:pt x="225249" y="349106"/>
                    <a:pt x="225249" y="350118"/>
                  </a:cubicBezTo>
                  <a:cubicBezTo>
                    <a:pt x="224667" y="350146"/>
                    <a:pt x="224085" y="350173"/>
                    <a:pt x="223485" y="350202"/>
                  </a:cubicBezTo>
                  <a:cubicBezTo>
                    <a:pt x="222732" y="350251"/>
                    <a:pt x="221979" y="350300"/>
                    <a:pt x="221203" y="350350"/>
                  </a:cubicBezTo>
                  <a:cubicBezTo>
                    <a:pt x="220452" y="350394"/>
                    <a:pt x="219701" y="350437"/>
                    <a:pt x="218927" y="350481"/>
                  </a:cubicBezTo>
                  <a:cubicBezTo>
                    <a:pt x="218312" y="350607"/>
                    <a:pt x="217697" y="350733"/>
                    <a:pt x="217064" y="350862"/>
                  </a:cubicBezTo>
                  <a:cubicBezTo>
                    <a:pt x="216818" y="351599"/>
                    <a:pt x="216573" y="352335"/>
                    <a:pt x="216320" y="353094"/>
                  </a:cubicBezTo>
                  <a:cubicBezTo>
                    <a:pt x="213638" y="353416"/>
                    <a:pt x="210999" y="353422"/>
                    <a:pt x="208300" y="353464"/>
                  </a:cubicBezTo>
                  <a:cubicBezTo>
                    <a:pt x="207508" y="353587"/>
                    <a:pt x="206717" y="353711"/>
                    <a:pt x="205902" y="353839"/>
                  </a:cubicBezTo>
                  <a:cubicBezTo>
                    <a:pt x="205737" y="354330"/>
                    <a:pt x="205572" y="354821"/>
                    <a:pt x="205402" y="355327"/>
                  </a:cubicBezTo>
                  <a:cubicBezTo>
                    <a:pt x="205075" y="355818"/>
                    <a:pt x="204749" y="356309"/>
                    <a:pt x="204413" y="356815"/>
                  </a:cubicBezTo>
                  <a:cubicBezTo>
                    <a:pt x="202224" y="357110"/>
                    <a:pt x="200300" y="357212"/>
                    <a:pt x="198108" y="357190"/>
                  </a:cubicBezTo>
                  <a:cubicBezTo>
                    <a:pt x="197173" y="357201"/>
                    <a:pt x="197173" y="357201"/>
                    <a:pt x="196218" y="357211"/>
                  </a:cubicBezTo>
                  <a:cubicBezTo>
                    <a:pt x="194221" y="357233"/>
                    <a:pt x="192225" y="357235"/>
                    <a:pt x="190228" y="357234"/>
                  </a:cubicBezTo>
                  <a:cubicBezTo>
                    <a:pt x="188229" y="357236"/>
                    <a:pt x="186229" y="357243"/>
                    <a:pt x="184230" y="357264"/>
                  </a:cubicBezTo>
                  <a:cubicBezTo>
                    <a:pt x="182985" y="357277"/>
                    <a:pt x="181739" y="357279"/>
                    <a:pt x="180493" y="357269"/>
                  </a:cubicBezTo>
                  <a:cubicBezTo>
                    <a:pt x="178629" y="357260"/>
                    <a:pt x="178629" y="357260"/>
                    <a:pt x="176136" y="357559"/>
                  </a:cubicBezTo>
                  <a:cubicBezTo>
                    <a:pt x="175890" y="358296"/>
                    <a:pt x="175645" y="359033"/>
                    <a:pt x="175392" y="359792"/>
                  </a:cubicBezTo>
                  <a:cubicBezTo>
                    <a:pt x="173607" y="360060"/>
                    <a:pt x="173607" y="360060"/>
                    <a:pt x="171209" y="360045"/>
                  </a:cubicBezTo>
                  <a:cubicBezTo>
                    <a:pt x="170315" y="360045"/>
                    <a:pt x="169421" y="360045"/>
                    <a:pt x="168500" y="360045"/>
                  </a:cubicBezTo>
                  <a:cubicBezTo>
                    <a:pt x="167527" y="360033"/>
                    <a:pt x="166555" y="360022"/>
                    <a:pt x="165552" y="360010"/>
                  </a:cubicBezTo>
                  <a:cubicBezTo>
                    <a:pt x="164552" y="360006"/>
                    <a:pt x="163552" y="360002"/>
                    <a:pt x="162552" y="360000"/>
                  </a:cubicBezTo>
                  <a:cubicBezTo>
                    <a:pt x="159916" y="359992"/>
                    <a:pt x="157280" y="359970"/>
                    <a:pt x="154643" y="359945"/>
                  </a:cubicBezTo>
                  <a:cubicBezTo>
                    <a:pt x="151955" y="359922"/>
                    <a:pt x="149267" y="359912"/>
                    <a:pt x="146578" y="359901"/>
                  </a:cubicBezTo>
                  <a:cubicBezTo>
                    <a:pt x="141300" y="359877"/>
                    <a:pt x="136022" y="359839"/>
                    <a:pt x="130743" y="359792"/>
                  </a:cubicBezTo>
                  <a:cubicBezTo>
                    <a:pt x="130653" y="359209"/>
                    <a:pt x="130563" y="358627"/>
                    <a:pt x="130470" y="358027"/>
                  </a:cubicBezTo>
                  <a:cubicBezTo>
                    <a:pt x="130345" y="357274"/>
                    <a:pt x="130221" y="356521"/>
                    <a:pt x="130092" y="355745"/>
                  </a:cubicBezTo>
                  <a:cubicBezTo>
                    <a:pt x="129971" y="354994"/>
                    <a:pt x="129851" y="354243"/>
                    <a:pt x="129726" y="353469"/>
                  </a:cubicBezTo>
                  <a:cubicBezTo>
                    <a:pt x="129493" y="352547"/>
                    <a:pt x="129493" y="352547"/>
                    <a:pt x="129255" y="351606"/>
                  </a:cubicBezTo>
                  <a:cubicBezTo>
                    <a:pt x="128764" y="351361"/>
                    <a:pt x="128273" y="351115"/>
                    <a:pt x="127767" y="350862"/>
                  </a:cubicBezTo>
                  <a:cubicBezTo>
                    <a:pt x="127501" y="348551"/>
                    <a:pt x="127436" y="346256"/>
                    <a:pt x="127351" y="343932"/>
                  </a:cubicBezTo>
                  <a:cubicBezTo>
                    <a:pt x="127243" y="343272"/>
                    <a:pt x="127134" y="342612"/>
                    <a:pt x="127023" y="341932"/>
                  </a:cubicBezTo>
                  <a:cubicBezTo>
                    <a:pt x="126286" y="341687"/>
                    <a:pt x="125549" y="341441"/>
                    <a:pt x="124790" y="341188"/>
                  </a:cubicBezTo>
                  <a:cubicBezTo>
                    <a:pt x="124440" y="338870"/>
                    <a:pt x="124415" y="336600"/>
                    <a:pt x="124348" y="334258"/>
                  </a:cubicBezTo>
                  <a:cubicBezTo>
                    <a:pt x="124249" y="333598"/>
                    <a:pt x="124149" y="332938"/>
                    <a:pt x="124046" y="332258"/>
                  </a:cubicBezTo>
                  <a:cubicBezTo>
                    <a:pt x="123309" y="332013"/>
                    <a:pt x="122573" y="331767"/>
                    <a:pt x="121814" y="331514"/>
                  </a:cubicBezTo>
                  <a:cubicBezTo>
                    <a:pt x="121721" y="329003"/>
                    <a:pt x="121721" y="329003"/>
                    <a:pt x="121814" y="326305"/>
                  </a:cubicBezTo>
                  <a:cubicBezTo>
                    <a:pt x="121333" y="323985"/>
                    <a:pt x="121333" y="323985"/>
                    <a:pt x="119581" y="323329"/>
                  </a:cubicBezTo>
                  <a:cubicBezTo>
                    <a:pt x="119273" y="321628"/>
                    <a:pt x="119273" y="321628"/>
                    <a:pt x="119116" y="319562"/>
                  </a:cubicBezTo>
                  <a:cubicBezTo>
                    <a:pt x="119033" y="318536"/>
                    <a:pt x="119033" y="318536"/>
                    <a:pt x="118948" y="317489"/>
                  </a:cubicBezTo>
                  <a:cubicBezTo>
                    <a:pt x="118911" y="316961"/>
                    <a:pt x="118875" y="316432"/>
                    <a:pt x="118837" y="315887"/>
                  </a:cubicBezTo>
                  <a:cubicBezTo>
                    <a:pt x="118100" y="315887"/>
                    <a:pt x="117364" y="315887"/>
                    <a:pt x="116605" y="315887"/>
                  </a:cubicBezTo>
                  <a:cubicBezTo>
                    <a:pt x="116563" y="315201"/>
                    <a:pt x="116563" y="315201"/>
                    <a:pt x="116520" y="314501"/>
                  </a:cubicBezTo>
                  <a:cubicBezTo>
                    <a:pt x="116471" y="313899"/>
                    <a:pt x="116423" y="313298"/>
                    <a:pt x="116372" y="312678"/>
                  </a:cubicBezTo>
                  <a:cubicBezTo>
                    <a:pt x="116307" y="311785"/>
                    <a:pt x="116307" y="311785"/>
                    <a:pt x="116241" y="310873"/>
                  </a:cubicBezTo>
                  <a:cubicBezTo>
                    <a:pt x="115792" y="308886"/>
                    <a:pt x="115051" y="308350"/>
                    <a:pt x="113628" y="306958"/>
                  </a:cubicBezTo>
                  <a:cubicBezTo>
                    <a:pt x="113489" y="304214"/>
                    <a:pt x="113489" y="304214"/>
                    <a:pt x="113628" y="301749"/>
                  </a:cubicBezTo>
                  <a:cubicBezTo>
                    <a:pt x="112891" y="301749"/>
                    <a:pt x="112155" y="301749"/>
                    <a:pt x="111396" y="301749"/>
                  </a:cubicBezTo>
                  <a:cubicBezTo>
                    <a:pt x="110904" y="300446"/>
                    <a:pt x="110904" y="300446"/>
                    <a:pt x="110605" y="298772"/>
                  </a:cubicBezTo>
                  <a:cubicBezTo>
                    <a:pt x="110341" y="297146"/>
                    <a:pt x="110341" y="297146"/>
                    <a:pt x="109907" y="295796"/>
                  </a:cubicBezTo>
                  <a:cubicBezTo>
                    <a:pt x="109416" y="295796"/>
                    <a:pt x="108925" y="295796"/>
                    <a:pt x="108419" y="295796"/>
                  </a:cubicBezTo>
                  <a:cubicBezTo>
                    <a:pt x="108342" y="294967"/>
                    <a:pt x="108266" y="294138"/>
                    <a:pt x="108187" y="293284"/>
                  </a:cubicBezTo>
                  <a:cubicBezTo>
                    <a:pt x="107933" y="291949"/>
                    <a:pt x="107933" y="291949"/>
                    <a:pt x="107675" y="290587"/>
                  </a:cubicBezTo>
                  <a:cubicBezTo>
                    <a:pt x="106938" y="290095"/>
                    <a:pt x="106202" y="289604"/>
                    <a:pt x="105443" y="289098"/>
                  </a:cubicBezTo>
                  <a:cubicBezTo>
                    <a:pt x="105443" y="287191"/>
                    <a:pt x="105443" y="287191"/>
                    <a:pt x="106187" y="285378"/>
                  </a:cubicBezTo>
                  <a:cubicBezTo>
                    <a:pt x="108630" y="284681"/>
                    <a:pt x="110961" y="284541"/>
                    <a:pt x="113491" y="284544"/>
                  </a:cubicBezTo>
                  <a:cubicBezTo>
                    <a:pt x="114191" y="284543"/>
                    <a:pt x="114891" y="284542"/>
                    <a:pt x="115612" y="284541"/>
                  </a:cubicBezTo>
                  <a:cubicBezTo>
                    <a:pt x="116371" y="284544"/>
                    <a:pt x="117130" y="284546"/>
                    <a:pt x="117912" y="284549"/>
                  </a:cubicBezTo>
                  <a:cubicBezTo>
                    <a:pt x="119121" y="284549"/>
                    <a:pt x="119121" y="284549"/>
                    <a:pt x="120355" y="284549"/>
                  </a:cubicBezTo>
                  <a:cubicBezTo>
                    <a:pt x="123017" y="284549"/>
                    <a:pt x="125678" y="284555"/>
                    <a:pt x="128339" y="284561"/>
                  </a:cubicBezTo>
                  <a:cubicBezTo>
                    <a:pt x="130186" y="284562"/>
                    <a:pt x="132033" y="284563"/>
                    <a:pt x="133879" y="284564"/>
                  </a:cubicBezTo>
                  <a:cubicBezTo>
                    <a:pt x="138737" y="284567"/>
                    <a:pt x="143595" y="284574"/>
                    <a:pt x="148453" y="284582"/>
                  </a:cubicBezTo>
                  <a:cubicBezTo>
                    <a:pt x="154283" y="284592"/>
                    <a:pt x="160113" y="284595"/>
                    <a:pt x="165943" y="284599"/>
                  </a:cubicBezTo>
                  <a:cubicBezTo>
                    <a:pt x="174798" y="284606"/>
                    <a:pt x="183652" y="284621"/>
                    <a:pt x="192507" y="284633"/>
                  </a:cubicBezTo>
                  <a:cubicBezTo>
                    <a:pt x="192875" y="246325"/>
                    <a:pt x="192875" y="246325"/>
                    <a:pt x="193251" y="207243"/>
                  </a:cubicBezTo>
                  <a:cubicBezTo>
                    <a:pt x="104111" y="206875"/>
                    <a:pt x="104111" y="206875"/>
                    <a:pt x="13169" y="206499"/>
                  </a:cubicBezTo>
                  <a:cubicBezTo>
                    <a:pt x="12658" y="202411"/>
                    <a:pt x="12317" y="198612"/>
                    <a:pt x="12329" y="194532"/>
                  </a:cubicBezTo>
                  <a:cubicBezTo>
                    <a:pt x="12327" y="193964"/>
                    <a:pt x="12326" y="193396"/>
                    <a:pt x="12325" y="192810"/>
                  </a:cubicBezTo>
                  <a:cubicBezTo>
                    <a:pt x="12322" y="190952"/>
                    <a:pt x="12324" y="189094"/>
                    <a:pt x="12326" y="187235"/>
                  </a:cubicBezTo>
                  <a:cubicBezTo>
                    <a:pt x="12326" y="185935"/>
                    <a:pt x="12325" y="184634"/>
                    <a:pt x="12324" y="183334"/>
                  </a:cubicBezTo>
                  <a:cubicBezTo>
                    <a:pt x="12323" y="180617"/>
                    <a:pt x="12324" y="177901"/>
                    <a:pt x="12328" y="175184"/>
                  </a:cubicBezTo>
                  <a:cubicBezTo>
                    <a:pt x="12332" y="171706"/>
                    <a:pt x="12330" y="168228"/>
                    <a:pt x="12325" y="164750"/>
                  </a:cubicBezTo>
                  <a:cubicBezTo>
                    <a:pt x="12323" y="162068"/>
                    <a:pt x="12323" y="159387"/>
                    <a:pt x="12325" y="156705"/>
                  </a:cubicBezTo>
                  <a:cubicBezTo>
                    <a:pt x="12326" y="155422"/>
                    <a:pt x="12325" y="154140"/>
                    <a:pt x="12324" y="152857"/>
                  </a:cubicBezTo>
                  <a:cubicBezTo>
                    <a:pt x="12322" y="151066"/>
                    <a:pt x="12325" y="149274"/>
                    <a:pt x="12329" y="147483"/>
                  </a:cubicBezTo>
                  <a:cubicBezTo>
                    <a:pt x="12327" y="146956"/>
                    <a:pt x="12326" y="146429"/>
                    <a:pt x="12324" y="145886"/>
                  </a:cubicBezTo>
                  <a:cubicBezTo>
                    <a:pt x="12330" y="144510"/>
                    <a:pt x="12376" y="143134"/>
                    <a:pt x="12425" y="141759"/>
                  </a:cubicBezTo>
                  <a:cubicBezTo>
                    <a:pt x="12407" y="141100"/>
                    <a:pt x="12389" y="140441"/>
                    <a:pt x="12370" y="139763"/>
                  </a:cubicBezTo>
                  <a:cubicBezTo>
                    <a:pt x="12766" y="138909"/>
                    <a:pt x="12766" y="138909"/>
                    <a:pt x="13169" y="138038"/>
                  </a:cubicBezTo>
                  <a:cubicBezTo>
                    <a:pt x="15599" y="137645"/>
                    <a:pt x="17654" y="137534"/>
                    <a:pt x="20095" y="137562"/>
                  </a:cubicBezTo>
                  <a:cubicBezTo>
                    <a:pt x="20831" y="137556"/>
                    <a:pt x="21567" y="137550"/>
                    <a:pt x="22326" y="137543"/>
                  </a:cubicBezTo>
                  <a:cubicBezTo>
                    <a:pt x="24812" y="137527"/>
                    <a:pt x="27298" y="137537"/>
                    <a:pt x="29785" y="137547"/>
                  </a:cubicBezTo>
                  <a:cubicBezTo>
                    <a:pt x="31559" y="137541"/>
                    <a:pt x="33333" y="137533"/>
                    <a:pt x="35107" y="137523"/>
                  </a:cubicBezTo>
                  <a:cubicBezTo>
                    <a:pt x="39438" y="137505"/>
                    <a:pt x="43769" y="137503"/>
                    <a:pt x="48100" y="137509"/>
                  </a:cubicBezTo>
                  <a:cubicBezTo>
                    <a:pt x="53137" y="137514"/>
                    <a:pt x="58175" y="137499"/>
                    <a:pt x="63212" y="137483"/>
                  </a:cubicBezTo>
                  <a:cubicBezTo>
                    <a:pt x="72196" y="137454"/>
                    <a:pt x="81180" y="137441"/>
                    <a:pt x="90165" y="137439"/>
                  </a:cubicBezTo>
                  <a:cubicBezTo>
                    <a:pt x="98894" y="137437"/>
                    <a:pt x="107623" y="137427"/>
                    <a:pt x="116353" y="137407"/>
                  </a:cubicBezTo>
                  <a:cubicBezTo>
                    <a:pt x="117159" y="137405"/>
                    <a:pt x="117159" y="137405"/>
                    <a:pt x="117982" y="137403"/>
                  </a:cubicBezTo>
                  <a:cubicBezTo>
                    <a:pt x="120680" y="137397"/>
                    <a:pt x="123377" y="137391"/>
                    <a:pt x="126074" y="137384"/>
                  </a:cubicBezTo>
                  <a:cubicBezTo>
                    <a:pt x="148467" y="137330"/>
                    <a:pt x="170859" y="137306"/>
                    <a:pt x="193251" y="137294"/>
                  </a:cubicBezTo>
                  <a:cubicBezTo>
                    <a:pt x="193251" y="125261"/>
                    <a:pt x="193251" y="113228"/>
                    <a:pt x="193251" y="100831"/>
                  </a:cubicBezTo>
                  <a:cubicBezTo>
                    <a:pt x="194233" y="100831"/>
                    <a:pt x="195216" y="100831"/>
                    <a:pt x="196228" y="100831"/>
                  </a:cubicBezTo>
                  <a:cubicBezTo>
                    <a:pt x="196228" y="99603"/>
                    <a:pt x="196228" y="98375"/>
                    <a:pt x="196228" y="97110"/>
                  </a:cubicBezTo>
                  <a:cubicBezTo>
                    <a:pt x="196703" y="97082"/>
                    <a:pt x="197177" y="97054"/>
                    <a:pt x="197667" y="97026"/>
                  </a:cubicBezTo>
                  <a:cubicBezTo>
                    <a:pt x="198281" y="96977"/>
                    <a:pt x="198896" y="96928"/>
                    <a:pt x="199530" y="96878"/>
                  </a:cubicBezTo>
                  <a:cubicBezTo>
                    <a:pt x="200143" y="96834"/>
                    <a:pt x="200756" y="96791"/>
                    <a:pt x="201387" y="96747"/>
                  </a:cubicBezTo>
                  <a:cubicBezTo>
                    <a:pt x="201895" y="96621"/>
                    <a:pt x="202402" y="96495"/>
                    <a:pt x="202925" y="96366"/>
                  </a:cubicBezTo>
                  <a:cubicBezTo>
                    <a:pt x="203171" y="95629"/>
                    <a:pt x="203416" y="94893"/>
                    <a:pt x="203669" y="94134"/>
                  </a:cubicBezTo>
                  <a:cubicBezTo>
                    <a:pt x="204544" y="93888"/>
                    <a:pt x="205419" y="93642"/>
                    <a:pt x="206320" y="93389"/>
                  </a:cubicBezTo>
                  <a:cubicBezTo>
                    <a:pt x="207164" y="93144"/>
                    <a:pt x="208008" y="92898"/>
                    <a:pt x="208878" y="92645"/>
                  </a:cubicBezTo>
                  <a:cubicBezTo>
                    <a:pt x="208878" y="91909"/>
                    <a:pt x="208878" y="91172"/>
                    <a:pt x="208878" y="90413"/>
                  </a:cubicBezTo>
                  <a:cubicBezTo>
                    <a:pt x="209845" y="90351"/>
                    <a:pt x="210812" y="90290"/>
                    <a:pt x="211808" y="90227"/>
                  </a:cubicBezTo>
                  <a:cubicBezTo>
                    <a:pt x="213436" y="90073"/>
                    <a:pt x="213436" y="90073"/>
                    <a:pt x="214831" y="89669"/>
                  </a:cubicBezTo>
                  <a:cubicBezTo>
                    <a:pt x="215324" y="88195"/>
                    <a:pt x="215324" y="88195"/>
                    <a:pt x="215575" y="86692"/>
                  </a:cubicBezTo>
                  <a:cubicBezTo>
                    <a:pt x="217058" y="86414"/>
                    <a:pt x="218547" y="86166"/>
                    <a:pt x="220040" y="85948"/>
                  </a:cubicBezTo>
                  <a:cubicBezTo>
                    <a:pt x="220286" y="85211"/>
                    <a:pt x="220531" y="84475"/>
                    <a:pt x="220784" y="83716"/>
                  </a:cubicBezTo>
                  <a:cubicBezTo>
                    <a:pt x="222273" y="83219"/>
                    <a:pt x="223761" y="82723"/>
                    <a:pt x="225249" y="82227"/>
                  </a:cubicBezTo>
                  <a:cubicBezTo>
                    <a:pt x="225495" y="81491"/>
                    <a:pt x="225740" y="80754"/>
                    <a:pt x="225993" y="79995"/>
                  </a:cubicBezTo>
                  <a:cubicBezTo>
                    <a:pt x="227482" y="79747"/>
                    <a:pt x="228970" y="79499"/>
                    <a:pt x="230458" y="79251"/>
                  </a:cubicBezTo>
                  <a:cubicBezTo>
                    <a:pt x="230704" y="78514"/>
                    <a:pt x="230949" y="77777"/>
                    <a:pt x="231202" y="77018"/>
                  </a:cubicBezTo>
                  <a:cubicBezTo>
                    <a:pt x="232443" y="76522"/>
                    <a:pt x="233683" y="76026"/>
                    <a:pt x="234923" y="75530"/>
                  </a:cubicBezTo>
                  <a:cubicBezTo>
                    <a:pt x="235169" y="74793"/>
                    <a:pt x="235414" y="74057"/>
                    <a:pt x="235667" y="73298"/>
                  </a:cubicBezTo>
                  <a:cubicBezTo>
                    <a:pt x="237154" y="73039"/>
                    <a:pt x="238642" y="72792"/>
                    <a:pt x="240132" y="72553"/>
                  </a:cubicBezTo>
                  <a:cubicBezTo>
                    <a:pt x="241386" y="71462"/>
                    <a:pt x="241386" y="71462"/>
                    <a:pt x="242364" y="70321"/>
                  </a:cubicBezTo>
                  <a:cubicBezTo>
                    <a:pt x="241249" y="70316"/>
                    <a:pt x="241249" y="70316"/>
                    <a:pt x="240112" y="70311"/>
                  </a:cubicBezTo>
                  <a:cubicBezTo>
                    <a:pt x="222053" y="70235"/>
                    <a:pt x="203994" y="70154"/>
                    <a:pt x="185935" y="70069"/>
                  </a:cubicBezTo>
                  <a:cubicBezTo>
                    <a:pt x="177202" y="70027"/>
                    <a:pt x="168469" y="69988"/>
                    <a:pt x="159736" y="69951"/>
                  </a:cubicBezTo>
                  <a:cubicBezTo>
                    <a:pt x="152127" y="69919"/>
                    <a:pt x="144518" y="69885"/>
                    <a:pt x="136910" y="69847"/>
                  </a:cubicBezTo>
                  <a:cubicBezTo>
                    <a:pt x="132878" y="69827"/>
                    <a:pt x="128847" y="69809"/>
                    <a:pt x="124815" y="69793"/>
                  </a:cubicBezTo>
                  <a:cubicBezTo>
                    <a:pt x="121025" y="69779"/>
                    <a:pt x="117236" y="69761"/>
                    <a:pt x="113446" y="69740"/>
                  </a:cubicBezTo>
                  <a:cubicBezTo>
                    <a:pt x="112051" y="69733"/>
                    <a:pt x="110655" y="69728"/>
                    <a:pt x="109260" y="69723"/>
                  </a:cubicBezTo>
                  <a:cubicBezTo>
                    <a:pt x="107364" y="69717"/>
                    <a:pt x="105468" y="69706"/>
                    <a:pt x="103571" y="69695"/>
                  </a:cubicBezTo>
                  <a:cubicBezTo>
                    <a:pt x="103012" y="69694"/>
                    <a:pt x="102452" y="69693"/>
                    <a:pt x="101876" y="69692"/>
                  </a:cubicBezTo>
                  <a:cubicBezTo>
                    <a:pt x="98086" y="69662"/>
                    <a:pt x="98086" y="69662"/>
                    <a:pt x="97257" y="68833"/>
                  </a:cubicBezTo>
                  <a:cubicBezTo>
                    <a:pt x="97182" y="66893"/>
                    <a:pt x="97156" y="64974"/>
                    <a:pt x="97161" y="63034"/>
                  </a:cubicBezTo>
                  <a:cubicBezTo>
                    <a:pt x="97159" y="62123"/>
                    <a:pt x="97159" y="62123"/>
                    <a:pt x="97157" y="61193"/>
                  </a:cubicBezTo>
                  <a:cubicBezTo>
                    <a:pt x="97154" y="59175"/>
                    <a:pt x="97156" y="57157"/>
                    <a:pt x="97158" y="55139"/>
                  </a:cubicBezTo>
                  <a:cubicBezTo>
                    <a:pt x="97158" y="53742"/>
                    <a:pt x="97157" y="52345"/>
                    <a:pt x="97156" y="50948"/>
                  </a:cubicBezTo>
                  <a:cubicBezTo>
                    <a:pt x="97155" y="48016"/>
                    <a:pt x="97157" y="45084"/>
                    <a:pt x="97160" y="42152"/>
                  </a:cubicBezTo>
                  <a:cubicBezTo>
                    <a:pt x="97164" y="38388"/>
                    <a:pt x="97162" y="34623"/>
                    <a:pt x="97157" y="30859"/>
                  </a:cubicBezTo>
                  <a:cubicBezTo>
                    <a:pt x="97155" y="27973"/>
                    <a:pt x="97156" y="25087"/>
                    <a:pt x="97157" y="22201"/>
                  </a:cubicBezTo>
                  <a:cubicBezTo>
                    <a:pt x="97158" y="20812"/>
                    <a:pt x="97157" y="19424"/>
                    <a:pt x="97156" y="18036"/>
                  </a:cubicBezTo>
                  <a:cubicBezTo>
                    <a:pt x="97154" y="16097"/>
                    <a:pt x="97157" y="14159"/>
                    <a:pt x="97161" y="12220"/>
                  </a:cubicBezTo>
                  <a:cubicBezTo>
                    <a:pt x="97159" y="11642"/>
                    <a:pt x="97158" y="11064"/>
                    <a:pt x="97156" y="10469"/>
                  </a:cubicBezTo>
                  <a:cubicBezTo>
                    <a:pt x="97172" y="6495"/>
                    <a:pt x="97172" y="6495"/>
                    <a:pt x="98001" y="4837"/>
                  </a:cubicBezTo>
                  <a:cubicBezTo>
                    <a:pt x="99495" y="4650"/>
                    <a:pt x="99495" y="4650"/>
                    <a:pt x="101505" y="4650"/>
                  </a:cubicBezTo>
                  <a:cubicBezTo>
                    <a:pt x="102268" y="4646"/>
                    <a:pt x="103031" y="4643"/>
                    <a:pt x="103816" y="4639"/>
                  </a:cubicBezTo>
                  <a:cubicBezTo>
                    <a:pt x="105088" y="4644"/>
                    <a:pt x="105088" y="4644"/>
                    <a:pt x="106386" y="4649"/>
                  </a:cubicBezTo>
                  <a:cubicBezTo>
                    <a:pt x="107279" y="4647"/>
                    <a:pt x="108172" y="4645"/>
                    <a:pt x="109092" y="4643"/>
                  </a:cubicBezTo>
                  <a:cubicBezTo>
                    <a:pt x="111582" y="4638"/>
                    <a:pt x="114072" y="4640"/>
                    <a:pt x="116562" y="4645"/>
                  </a:cubicBezTo>
                  <a:cubicBezTo>
                    <a:pt x="119243" y="4648"/>
                    <a:pt x="121924" y="4643"/>
                    <a:pt x="124604" y="4638"/>
                  </a:cubicBezTo>
                  <a:cubicBezTo>
                    <a:pt x="129253" y="4632"/>
                    <a:pt x="133902" y="4631"/>
                    <a:pt x="138551" y="4632"/>
                  </a:cubicBezTo>
                  <a:cubicBezTo>
                    <a:pt x="145274" y="4635"/>
                    <a:pt x="151997" y="4626"/>
                    <a:pt x="158721" y="4614"/>
                  </a:cubicBezTo>
                  <a:cubicBezTo>
                    <a:pt x="169629" y="4595"/>
                    <a:pt x="180538" y="4580"/>
                    <a:pt x="191447" y="4570"/>
                  </a:cubicBezTo>
                  <a:cubicBezTo>
                    <a:pt x="192428" y="4569"/>
                    <a:pt x="192428" y="4569"/>
                    <a:pt x="193428" y="4568"/>
                  </a:cubicBezTo>
                  <a:cubicBezTo>
                    <a:pt x="202704" y="4560"/>
                    <a:pt x="211980" y="4556"/>
                    <a:pt x="221256" y="4554"/>
                  </a:cubicBezTo>
                  <a:cubicBezTo>
                    <a:pt x="221909" y="4554"/>
                    <a:pt x="222562" y="4553"/>
                    <a:pt x="223235" y="4553"/>
                  </a:cubicBezTo>
                  <a:cubicBezTo>
                    <a:pt x="224214" y="4553"/>
                    <a:pt x="224214" y="4553"/>
                    <a:pt x="225212" y="4553"/>
                  </a:cubicBezTo>
                  <a:cubicBezTo>
                    <a:pt x="236079" y="4550"/>
                    <a:pt x="246944" y="4536"/>
                    <a:pt x="257810" y="4512"/>
                  </a:cubicBezTo>
                  <a:cubicBezTo>
                    <a:pt x="264519" y="4498"/>
                    <a:pt x="271228" y="4494"/>
                    <a:pt x="277937" y="4502"/>
                  </a:cubicBezTo>
                  <a:cubicBezTo>
                    <a:pt x="282532" y="4506"/>
                    <a:pt x="287126" y="4500"/>
                    <a:pt x="291721" y="4486"/>
                  </a:cubicBezTo>
                  <a:cubicBezTo>
                    <a:pt x="294375" y="4478"/>
                    <a:pt x="297029" y="4475"/>
                    <a:pt x="299683" y="4485"/>
                  </a:cubicBezTo>
                  <a:cubicBezTo>
                    <a:pt x="302555" y="4495"/>
                    <a:pt x="305427" y="4483"/>
                    <a:pt x="308299" y="4469"/>
                  </a:cubicBezTo>
                  <a:cubicBezTo>
                    <a:pt x="309145" y="4475"/>
                    <a:pt x="309992" y="4482"/>
                    <a:pt x="310864" y="4489"/>
                  </a:cubicBezTo>
                  <a:cubicBezTo>
                    <a:pt x="311628" y="4482"/>
                    <a:pt x="312393" y="4474"/>
                    <a:pt x="313181" y="4466"/>
                  </a:cubicBezTo>
                  <a:cubicBezTo>
                    <a:pt x="313844" y="4466"/>
                    <a:pt x="314508" y="4466"/>
                    <a:pt x="315192" y="4465"/>
                  </a:cubicBezTo>
                  <a:cubicBezTo>
                    <a:pt x="315715" y="4342"/>
                    <a:pt x="316239" y="4219"/>
                    <a:pt x="316779" y="4093"/>
                  </a:cubicBezTo>
                  <a:cubicBezTo>
                    <a:pt x="317309" y="3118"/>
                    <a:pt x="317807" y="2125"/>
                    <a:pt x="318267" y="1116"/>
                  </a:cubicBezTo>
                  <a:close/>
                </a:path>
              </a:pathLst>
            </a:custGeom>
            <a:grpFill/>
            <a:ln w="744" cap="flat">
              <a:noFill/>
              <a:prstDash val="solid"/>
              <a:miter/>
            </a:ln>
          </p:spPr>
          <p:txBody>
            <a:bodyPr rtlCol="0" anchor="ctr"/>
            <a:lstStyle/>
            <a:p>
              <a:endParaRPr lang="zh-CN" altLang="en-US"/>
            </a:p>
          </p:txBody>
        </p:sp>
        <p:sp>
          <p:nvSpPr>
            <p:cNvPr id="98" name="任意多边形: 形状 97"/>
            <p:cNvSpPr/>
            <p:nvPr/>
          </p:nvSpPr>
          <p:spPr>
            <a:xfrm>
              <a:off x="8992192" y="631416"/>
              <a:ext cx="188268" cy="502480"/>
            </a:xfrm>
            <a:custGeom>
              <a:avLst/>
              <a:gdLst>
                <a:gd name="connsiteX0" fmla="*/ 126694 w 188268"/>
                <a:gd name="connsiteY0" fmla="*/ 252150 h 502480"/>
                <a:gd name="connsiteX1" fmla="*/ 124823 w 188268"/>
                <a:gd name="connsiteY1" fmla="*/ 252168 h 502480"/>
                <a:gd name="connsiteX2" fmla="*/ 122709 w 188268"/>
                <a:gd name="connsiteY2" fmla="*/ 252162 h 502480"/>
                <a:gd name="connsiteX3" fmla="*/ 120409 w 188268"/>
                <a:gd name="connsiteY3" fmla="*/ 252213 h 502480"/>
                <a:gd name="connsiteX4" fmla="*/ 113148 w 188268"/>
                <a:gd name="connsiteY4" fmla="*/ 252281 h 502480"/>
                <a:gd name="connsiteX5" fmla="*/ 108090 w 188268"/>
                <a:gd name="connsiteY5" fmla="*/ 252342 h 502480"/>
                <a:gd name="connsiteX6" fmla="*/ 98529 w 188268"/>
                <a:gd name="connsiteY6" fmla="*/ 252423 h 502480"/>
                <a:gd name="connsiteX7" fmla="*/ 96415 w 188268"/>
                <a:gd name="connsiteY7" fmla="*/ 252459 h 502480"/>
                <a:gd name="connsiteX8" fmla="*/ 92291 w 188268"/>
                <a:gd name="connsiteY8" fmla="*/ 257012 h 502480"/>
                <a:gd name="connsiteX9" fmla="*/ 92298 w 188268"/>
                <a:gd name="connsiteY9" fmla="*/ 258614 h 502480"/>
                <a:gd name="connsiteX10" fmla="*/ 92299 w 188268"/>
                <a:gd name="connsiteY10" fmla="*/ 263989 h 502480"/>
                <a:gd name="connsiteX11" fmla="*/ 92303 w 188268"/>
                <a:gd name="connsiteY11" fmla="*/ 267945 h 502480"/>
                <a:gd name="connsiteX12" fmla="*/ 92309 w 188268"/>
                <a:gd name="connsiteY12" fmla="*/ 278691 h 502480"/>
                <a:gd name="connsiteX13" fmla="*/ 92317 w 188268"/>
                <a:gd name="connsiteY13" fmla="*/ 290132 h 502480"/>
                <a:gd name="connsiteX14" fmla="*/ 92331 w 188268"/>
                <a:gd name="connsiteY14" fmla="*/ 311738 h 502480"/>
                <a:gd name="connsiteX15" fmla="*/ 92349 w 188268"/>
                <a:gd name="connsiteY15" fmla="*/ 336505 h 502480"/>
                <a:gd name="connsiteX16" fmla="*/ 92382 w 188268"/>
                <a:gd name="connsiteY16" fmla="*/ 384717 h 502480"/>
                <a:gd name="connsiteX17" fmla="*/ 92387 w 188268"/>
                <a:gd name="connsiteY17" fmla="*/ 390268 h 502480"/>
                <a:gd name="connsiteX18" fmla="*/ 92387 w 188268"/>
                <a:gd name="connsiteY18" fmla="*/ 393245 h 502480"/>
                <a:gd name="connsiteX19" fmla="*/ 105313 w 188268"/>
                <a:gd name="connsiteY19" fmla="*/ 393281 h 502480"/>
                <a:gd name="connsiteX20" fmla="*/ 110572 w 188268"/>
                <a:gd name="connsiteY20" fmla="*/ 393291 h 502480"/>
                <a:gd name="connsiteX21" fmla="*/ 118352 w 188268"/>
                <a:gd name="connsiteY21" fmla="*/ 393314 h 502480"/>
                <a:gd name="connsiteX22" fmla="*/ 120801 w 188268"/>
                <a:gd name="connsiteY22" fmla="*/ 393317 h 502480"/>
                <a:gd name="connsiteX23" fmla="*/ 123207 w 188268"/>
                <a:gd name="connsiteY23" fmla="*/ 393329 h 502480"/>
                <a:gd name="connsiteX24" fmla="*/ 125419 w 188268"/>
                <a:gd name="connsiteY24" fmla="*/ 393329 h 502480"/>
                <a:gd name="connsiteX25" fmla="*/ 127377 w 188268"/>
                <a:gd name="connsiteY25" fmla="*/ 393334 h 502480"/>
                <a:gd name="connsiteX26" fmla="*/ 129594 w 188268"/>
                <a:gd name="connsiteY26" fmla="*/ 392501 h 502480"/>
                <a:gd name="connsiteX27" fmla="*/ 128761 w 188268"/>
                <a:gd name="connsiteY27" fmla="*/ 387088 h 502480"/>
                <a:gd name="connsiteX28" fmla="*/ 128766 w 188268"/>
                <a:gd name="connsiteY28" fmla="*/ 384134 h 502480"/>
                <a:gd name="connsiteX29" fmla="*/ 128772 w 188268"/>
                <a:gd name="connsiteY29" fmla="*/ 378913 h 502480"/>
                <a:gd name="connsiteX30" fmla="*/ 128780 w 188268"/>
                <a:gd name="connsiteY30" fmla="*/ 375083 h 502480"/>
                <a:gd name="connsiteX31" fmla="*/ 128789 w 188268"/>
                <a:gd name="connsiteY31" fmla="*/ 366833 h 502480"/>
                <a:gd name="connsiteX32" fmla="*/ 128811 w 188268"/>
                <a:gd name="connsiteY32" fmla="*/ 353560 h 502480"/>
                <a:gd name="connsiteX33" fmla="*/ 128850 w 188268"/>
                <a:gd name="connsiteY33" fmla="*/ 322970 h 502480"/>
                <a:gd name="connsiteX34" fmla="*/ 128888 w 188268"/>
                <a:gd name="connsiteY34" fmla="*/ 294641 h 502480"/>
                <a:gd name="connsiteX35" fmla="*/ 128906 w 188268"/>
                <a:gd name="connsiteY35" fmla="*/ 281294 h 502480"/>
                <a:gd name="connsiteX36" fmla="*/ 128920 w 188268"/>
                <a:gd name="connsiteY36" fmla="*/ 272850 h 502480"/>
                <a:gd name="connsiteX37" fmla="*/ 128923 w 188268"/>
                <a:gd name="connsiteY37" fmla="*/ 268926 h 502480"/>
                <a:gd name="connsiteX38" fmla="*/ 128935 w 188268"/>
                <a:gd name="connsiteY38" fmla="*/ 263459 h 502480"/>
                <a:gd name="connsiteX39" fmla="*/ 128935 w 188268"/>
                <a:gd name="connsiteY39" fmla="*/ 261807 h 502480"/>
                <a:gd name="connsiteX40" fmla="*/ 128106 w 188268"/>
                <a:gd name="connsiteY40" fmla="*/ 252602 h 502480"/>
                <a:gd name="connsiteX41" fmla="*/ 126694 w 188268"/>
                <a:gd name="connsiteY41" fmla="*/ 252150 h 502480"/>
                <a:gd name="connsiteX42" fmla="*/ 11162 w 188268"/>
                <a:gd name="connsiteY42" fmla="*/ 0 h 502480"/>
                <a:gd name="connsiteX43" fmla="*/ 188268 w 188268"/>
                <a:gd name="connsiteY43" fmla="*/ 0 h 502480"/>
                <a:gd name="connsiteX44" fmla="*/ 188268 w 188268"/>
                <a:gd name="connsiteY44" fmla="*/ 71437 h 502480"/>
                <a:gd name="connsiteX45" fmla="*/ 117574 w 188268"/>
                <a:gd name="connsiteY45" fmla="*/ 71437 h 502480"/>
                <a:gd name="connsiteX46" fmla="*/ 117574 w 188268"/>
                <a:gd name="connsiteY46" fmla="*/ 87064 h 502480"/>
                <a:gd name="connsiteX47" fmla="*/ 115342 w 188268"/>
                <a:gd name="connsiteY47" fmla="*/ 87809 h 502480"/>
                <a:gd name="connsiteX48" fmla="*/ 114961 w 188268"/>
                <a:gd name="connsiteY48" fmla="*/ 91137 h 502480"/>
                <a:gd name="connsiteX49" fmla="*/ 114881 w 188268"/>
                <a:gd name="connsiteY49" fmla="*/ 93164 h 502480"/>
                <a:gd name="connsiteX50" fmla="*/ 114830 w 188268"/>
                <a:gd name="connsiteY50" fmla="*/ 95296 h 502480"/>
                <a:gd name="connsiteX51" fmla="*/ 114753 w 188268"/>
                <a:gd name="connsiteY51" fmla="*/ 97437 h 502480"/>
                <a:gd name="connsiteX52" fmla="*/ 114598 w 188268"/>
                <a:gd name="connsiteY52" fmla="*/ 102691 h 502480"/>
                <a:gd name="connsiteX53" fmla="*/ 112365 w 188268"/>
                <a:gd name="connsiteY53" fmla="*/ 102691 h 502480"/>
                <a:gd name="connsiteX54" fmla="*/ 112255 w 188268"/>
                <a:gd name="connsiteY54" fmla="*/ 105595 h 502480"/>
                <a:gd name="connsiteX55" fmla="*/ 112086 w 188268"/>
                <a:gd name="connsiteY55" fmla="*/ 109342 h 502480"/>
                <a:gd name="connsiteX56" fmla="*/ 112016 w 188268"/>
                <a:gd name="connsiteY56" fmla="*/ 111259 h 502480"/>
                <a:gd name="connsiteX57" fmla="*/ 111929 w 188268"/>
                <a:gd name="connsiteY57" fmla="*/ 113083 h 502480"/>
                <a:gd name="connsiteX58" fmla="*/ 111858 w 188268"/>
                <a:gd name="connsiteY58" fmla="*/ 114772 h 502480"/>
                <a:gd name="connsiteX59" fmla="*/ 111621 w 188268"/>
                <a:gd name="connsiteY59" fmla="*/ 116086 h 502480"/>
                <a:gd name="connsiteX60" fmla="*/ 110133 w 188268"/>
                <a:gd name="connsiteY60" fmla="*/ 116830 h 502480"/>
                <a:gd name="connsiteX61" fmla="*/ 109668 w 188268"/>
                <a:gd name="connsiteY61" fmla="*/ 123202 h 502480"/>
                <a:gd name="connsiteX62" fmla="*/ 109581 w 188268"/>
                <a:gd name="connsiteY62" fmla="*/ 125020 h 502480"/>
                <a:gd name="connsiteX63" fmla="*/ 109389 w 188268"/>
                <a:gd name="connsiteY63" fmla="*/ 129480 h 502480"/>
                <a:gd name="connsiteX64" fmla="*/ 107156 w 188268"/>
                <a:gd name="connsiteY64" fmla="*/ 128736 h 502480"/>
                <a:gd name="connsiteX65" fmla="*/ 107072 w 188268"/>
                <a:gd name="connsiteY65" fmla="*/ 131451 h 502480"/>
                <a:gd name="connsiteX66" fmla="*/ 106924 w 188268"/>
                <a:gd name="connsiteY66" fmla="*/ 134968 h 502480"/>
                <a:gd name="connsiteX67" fmla="*/ 106873 w 188268"/>
                <a:gd name="connsiteY67" fmla="*/ 136759 h 502480"/>
                <a:gd name="connsiteX68" fmla="*/ 106412 w 188268"/>
                <a:gd name="connsiteY68" fmla="*/ 141387 h 502480"/>
                <a:gd name="connsiteX69" fmla="*/ 104180 w 188268"/>
                <a:gd name="connsiteY69" fmla="*/ 142875 h 502480"/>
                <a:gd name="connsiteX70" fmla="*/ 103761 w 188268"/>
                <a:gd name="connsiteY70" fmla="*/ 148503 h 502480"/>
                <a:gd name="connsiteX71" fmla="*/ 103436 w 188268"/>
                <a:gd name="connsiteY71" fmla="*/ 154037 h 502480"/>
                <a:gd name="connsiteX72" fmla="*/ 101947 w 188268"/>
                <a:gd name="connsiteY72" fmla="*/ 154781 h 502480"/>
                <a:gd name="connsiteX73" fmla="*/ 101532 w 188268"/>
                <a:gd name="connsiteY73" fmla="*/ 162874 h 502480"/>
                <a:gd name="connsiteX74" fmla="*/ 101203 w 188268"/>
                <a:gd name="connsiteY74" fmla="*/ 165199 h 502480"/>
                <a:gd name="connsiteX75" fmla="*/ 98971 w 188268"/>
                <a:gd name="connsiteY75" fmla="*/ 165943 h 502480"/>
                <a:gd name="connsiteX76" fmla="*/ 98459 w 188268"/>
                <a:gd name="connsiteY76" fmla="*/ 170827 h 502480"/>
                <a:gd name="connsiteX77" fmla="*/ 98311 w 188268"/>
                <a:gd name="connsiteY77" fmla="*/ 173527 h 502480"/>
                <a:gd name="connsiteX78" fmla="*/ 98227 w 188268"/>
                <a:gd name="connsiteY78" fmla="*/ 175617 h 502480"/>
                <a:gd name="connsiteX79" fmla="*/ 96738 w 188268"/>
                <a:gd name="connsiteY79" fmla="*/ 175617 h 502480"/>
                <a:gd name="connsiteX80" fmla="*/ 95901 w 188268"/>
                <a:gd name="connsiteY80" fmla="*/ 178594 h 502480"/>
                <a:gd name="connsiteX81" fmla="*/ 95523 w 188268"/>
                <a:gd name="connsiteY81" fmla="*/ 180268 h 502480"/>
                <a:gd name="connsiteX82" fmla="*/ 95250 w 188268"/>
                <a:gd name="connsiteY82" fmla="*/ 181570 h 502480"/>
                <a:gd name="connsiteX83" fmla="*/ 97482 w 188268"/>
                <a:gd name="connsiteY83" fmla="*/ 180826 h 502480"/>
                <a:gd name="connsiteX84" fmla="*/ 100933 w 188268"/>
                <a:gd name="connsiteY84" fmla="*/ 180727 h 502480"/>
                <a:gd name="connsiteX85" fmla="*/ 103080 w 188268"/>
                <a:gd name="connsiteY85" fmla="*/ 180717 h 502480"/>
                <a:gd name="connsiteX86" fmla="*/ 105431 w 188268"/>
                <a:gd name="connsiteY86" fmla="*/ 180718 h 502480"/>
                <a:gd name="connsiteX87" fmla="*/ 107910 w 188268"/>
                <a:gd name="connsiteY87" fmla="*/ 180710 h 502480"/>
                <a:gd name="connsiteX88" fmla="*/ 116042 w 188268"/>
                <a:gd name="connsiteY88" fmla="*/ 180701 h 502480"/>
                <a:gd name="connsiteX89" fmla="*/ 121678 w 188268"/>
                <a:gd name="connsiteY89" fmla="*/ 180694 h 502480"/>
                <a:gd name="connsiteX90" fmla="*/ 133495 w 188268"/>
                <a:gd name="connsiteY90" fmla="*/ 180688 h 502480"/>
                <a:gd name="connsiteX91" fmla="*/ 147167 w 188268"/>
                <a:gd name="connsiteY91" fmla="*/ 180669 h 502480"/>
                <a:gd name="connsiteX92" fmla="*/ 160311 w 188268"/>
                <a:gd name="connsiteY92" fmla="*/ 180656 h 502480"/>
                <a:gd name="connsiteX93" fmla="*/ 165908 w 188268"/>
                <a:gd name="connsiteY93" fmla="*/ 180646 h 502480"/>
                <a:gd name="connsiteX94" fmla="*/ 173718 w 188268"/>
                <a:gd name="connsiteY94" fmla="*/ 180645 h 502480"/>
                <a:gd name="connsiteX95" fmla="*/ 176074 w 188268"/>
                <a:gd name="connsiteY95" fmla="*/ 180633 h 502480"/>
                <a:gd name="connsiteX96" fmla="*/ 178214 w 188268"/>
                <a:gd name="connsiteY96" fmla="*/ 180642 h 502480"/>
                <a:gd name="connsiteX97" fmla="*/ 180080 w 188268"/>
                <a:gd name="connsiteY97" fmla="*/ 180641 h 502480"/>
                <a:gd name="connsiteX98" fmla="*/ 183059 w 188268"/>
                <a:gd name="connsiteY98" fmla="*/ 182314 h 502480"/>
                <a:gd name="connsiteX99" fmla="*/ 183246 w 188268"/>
                <a:gd name="connsiteY99" fmla="*/ 186842 h 502480"/>
                <a:gd name="connsiteX100" fmla="*/ 183258 w 188268"/>
                <a:gd name="connsiteY100" fmla="*/ 189787 h 502480"/>
                <a:gd name="connsiteX101" fmla="*/ 183248 w 188268"/>
                <a:gd name="connsiteY101" fmla="*/ 193054 h 502480"/>
                <a:gd name="connsiteX102" fmla="*/ 183255 w 188268"/>
                <a:gd name="connsiteY102" fmla="*/ 196500 h 502480"/>
                <a:gd name="connsiteX103" fmla="*/ 183253 w 188268"/>
                <a:gd name="connsiteY103" fmla="*/ 206005 h 502480"/>
                <a:gd name="connsiteX104" fmla="*/ 183259 w 188268"/>
                <a:gd name="connsiteY104" fmla="*/ 216242 h 502480"/>
                <a:gd name="connsiteX105" fmla="*/ 183260 w 188268"/>
                <a:gd name="connsiteY105" fmla="*/ 236310 h 502480"/>
                <a:gd name="connsiteX106" fmla="*/ 183258 w 188268"/>
                <a:gd name="connsiteY106" fmla="*/ 252611 h 502480"/>
                <a:gd name="connsiteX107" fmla="*/ 183258 w 188268"/>
                <a:gd name="connsiteY107" fmla="*/ 254950 h 502480"/>
                <a:gd name="connsiteX108" fmla="*/ 183260 w 188268"/>
                <a:gd name="connsiteY108" fmla="*/ 259655 h 502480"/>
                <a:gd name="connsiteX109" fmla="*/ 183251 w 188268"/>
                <a:gd name="connsiteY109" fmla="*/ 303811 h 502480"/>
                <a:gd name="connsiteX110" fmla="*/ 183253 w 188268"/>
                <a:gd name="connsiteY110" fmla="*/ 341742 h 502480"/>
                <a:gd name="connsiteX111" fmla="*/ 183259 w 188268"/>
                <a:gd name="connsiteY111" fmla="*/ 385739 h 502480"/>
                <a:gd name="connsiteX112" fmla="*/ 183258 w 188268"/>
                <a:gd name="connsiteY112" fmla="*/ 390426 h 502480"/>
                <a:gd name="connsiteX113" fmla="*/ 183257 w 188268"/>
                <a:gd name="connsiteY113" fmla="*/ 392755 h 502480"/>
                <a:gd name="connsiteX114" fmla="*/ 183261 w 188268"/>
                <a:gd name="connsiteY114" fmla="*/ 409048 h 502480"/>
                <a:gd name="connsiteX115" fmla="*/ 183257 w 188268"/>
                <a:gd name="connsiteY115" fmla="*/ 428888 h 502480"/>
                <a:gd name="connsiteX116" fmla="*/ 183256 w 188268"/>
                <a:gd name="connsiteY116" fmla="*/ 439020 h 502480"/>
                <a:gd name="connsiteX117" fmla="*/ 183250 w 188268"/>
                <a:gd name="connsiteY117" fmla="*/ 448280 h 502480"/>
                <a:gd name="connsiteX118" fmla="*/ 183253 w 188268"/>
                <a:gd name="connsiteY118" fmla="*/ 451645 h 502480"/>
                <a:gd name="connsiteX119" fmla="*/ 183246 w 188268"/>
                <a:gd name="connsiteY119" fmla="*/ 456189 h 502480"/>
                <a:gd name="connsiteX120" fmla="*/ 183245 w 188268"/>
                <a:gd name="connsiteY120" fmla="*/ 458748 h 502480"/>
                <a:gd name="connsiteX121" fmla="*/ 183059 w 188268"/>
                <a:gd name="connsiteY121" fmla="*/ 460623 h 502480"/>
                <a:gd name="connsiteX122" fmla="*/ 178030 w 188268"/>
                <a:gd name="connsiteY122" fmla="*/ 461457 h 502480"/>
                <a:gd name="connsiteX123" fmla="*/ 175765 w 188268"/>
                <a:gd name="connsiteY123" fmla="*/ 461460 h 502480"/>
                <a:gd name="connsiteX124" fmla="*/ 173272 w 188268"/>
                <a:gd name="connsiteY124" fmla="*/ 461452 h 502480"/>
                <a:gd name="connsiteX125" fmla="*/ 170655 w 188268"/>
                <a:gd name="connsiteY125" fmla="*/ 461452 h 502480"/>
                <a:gd name="connsiteX126" fmla="*/ 162054 w 188268"/>
                <a:gd name="connsiteY126" fmla="*/ 461440 h 502480"/>
                <a:gd name="connsiteX127" fmla="*/ 156104 w 188268"/>
                <a:gd name="connsiteY127" fmla="*/ 461437 h 502480"/>
                <a:gd name="connsiteX128" fmla="*/ 142023 w 188268"/>
                <a:gd name="connsiteY128" fmla="*/ 461421 h 502480"/>
                <a:gd name="connsiteX129" fmla="*/ 125994 w 188268"/>
                <a:gd name="connsiteY129" fmla="*/ 461405 h 502480"/>
                <a:gd name="connsiteX130" fmla="*/ 93018 w 188268"/>
                <a:gd name="connsiteY130" fmla="*/ 461367 h 502480"/>
                <a:gd name="connsiteX131" fmla="*/ 93028 w 188268"/>
                <a:gd name="connsiteY131" fmla="*/ 462854 h 502480"/>
                <a:gd name="connsiteX132" fmla="*/ 93099 w 188268"/>
                <a:gd name="connsiteY132" fmla="*/ 478136 h 502480"/>
                <a:gd name="connsiteX133" fmla="*/ 93130 w 188268"/>
                <a:gd name="connsiteY133" fmla="*/ 483844 h 502480"/>
                <a:gd name="connsiteX134" fmla="*/ 93163 w 188268"/>
                <a:gd name="connsiteY134" fmla="*/ 492034 h 502480"/>
                <a:gd name="connsiteX135" fmla="*/ 93186 w 188268"/>
                <a:gd name="connsiteY135" fmla="*/ 494625 h 502480"/>
                <a:gd name="connsiteX136" fmla="*/ 93187 w 188268"/>
                <a:gd name="connsiteY136" fmla="*/ 497017 h 502480"/>
                <a:gd name="connsiteX137" fmla="*/ 93197 w 188268"/>
                <a:gd name="connsiteY137" fmla="*/ 499130 h 502480"/>
                <a:gd name="connsiteX138" fmla="*/ 91529 w 188268"/>
                <a:gd name="connsiteY138" fmla="*/ 502295 h 502480"/>
                <a:gd name="connsiteX139" fmla="*/ 86602 w 188268"/>
                <a:gd name="connsiteY139" fmla="*/ 502476 h 502480"/>
                <a:gd name="connsiteX140" fmla="*/ 85069 w 188268"/>
                <a:gd name="connsiteY140" fmla="*/ 502480 h 502480"/>
                <a:gd name="connsiteX141" fmla="*/ 80042 w 188268"/>
                <a:gd name="connsiteY141" fmla="*/ 502466 h 502480"/>
                <a:gd name="connsiteX142" fmla="*/ 76555 w 188268"/>
                <a:gd name="connsiteY142" fmla="*/ 502465 h 502480"/>
                <a:gd name="connsiteX143" fmla="*/ 69244 w 188268"/>
                <a:gd name="connsiteY143" fmla="*/ 502448 h 502480"/>
                <a:gd name="connsiteX144" fmla="*/ 59860 w 188268"/>
                <a:gd name="connsiteY144" fmla="*/ 502433 h 502480"/>
                <a:gd name="connsiteX145" fmla="*/ 52659 w 188268"/>
                <a:gd name="connsiteY145" fmla="*/ 502423 h 502480"/>
                <a:gd name="connsiteX146" fmla="*/ 49198 w 188268"/>
                <a:gd name="connsiteY146" fmla="*/ 502419 h 502480"/>
                <a:gd name="connsiteX147" fmla="*/ 44366 w 188268"/>
                <a:gd name="connsiteY147" fmla="*/ 502403 h 502480"/>
                <a:gd name="connsiteX148" fmla="*/ 41586 w 188268"/>
                <a:gd name="connsiteY148" fmla="*/ 502394 h 502480"/>
                <a:gd name="connsiteX149" fmla="*/ 37951 w 188268"/>
                <a:gd name="connsiteY149" fmla="*/ 501551 h 502480"/>
                <a:gd name="connsiteX150" fmla="*/ 37762 w 188268"/>
                <a:gd name="connsiteY150" fmla="*/ 495017 h 502480"/>
                <a:gd name="connsiteX151" fmla="*/ 37755 w 188268"/>
                <a:gd name="connsiteY151" fmla="*/ 492914 h 502480"/>
                <a:gd name="connsiteX152" fmla="*/ 37759 w 188268"/>
                <a:gd name="connsiteY152" fmla="*/ 485882 h 502480"/>
                <a:gd name="connsiteX153" fmla="*/ 37751 w 188268"/>
                <a:gd name="connsiteY153" fmla="*/ 480863 h 502480"/>
                <a:gd name="connsiteX154" fmla="*/ 37751 w 188268"/>
                <a:gd name="connsiteY154" fmla="*/ 467187 h 502480"/>
                <a:gd name="connsiteX155" fmla="*/ 37749 w 188268"/>
                <a:gd name="connsiteY155" fmla="*/ 452900 h 502480"/>
                <a:gd name="connsiteX156" fmla="*/ 37759 w 188268"/>
                <a:gd name="connsiteY156" fmla="*/ 427353 h 502480"/>
                <a:gd name="connsiteX157" fmla="*/ 37757 w 188268"/>
                <a:gd name="connsiteY157" fmla="*/ 404189 h 502480"/>
                <a:gd name="connsiteX158" fmla="*/ 37751 w 188268"/>
                <a:gd name="connsiteY158" fmla="*/ 377308 h 502480"/>
                <a:gd name="connsiteX159" fmla="*/ 37748 w 188268"/>
                <a:gd name="connsiteY159" fmla="*/ 363072 h 502480"/>
                <a:gd name="connsiteX160" fmla="*/ 37756 w 188268"/>
                <a:gd name="connsiteY160" fmla="*/ 349681 h 502480"/>
                <a:gd name="connsiteX161" fmla="*/ 37754 w 188268"/>
                <a:gd name="connsiteY161" fmla="*/ 344761 h 502480"/>
                <a:gd name="connsiteX162" fmla="*/ 37762 w 188268"/>
                <a:gd name="connsiteY162" fmla="*/ 338054 h 502480"/>
                <a:gd name="connsiteX163" fmla="*/ 37752 w 188268"/>
                <a:gd name="connsiteY163" fmla="*/ 336079 h 502480"/>
                <a:gd name="connsiteX164" fmla="*/ 39439 w 188268"/>
                <a:gd name="connsiteY164" fmla="*/ 327422 h 502480"/>
                <a:gd name="connsiteX165" fmla="*/ 37951 w 188268"/>
                <a:gd name="connsiteY165" fmla="*/ 327422 h 502480"/>
                <a:gd name="connsiteX166" fmla="*/ 37207 w 188268"/>
                <a:gd name="connsiteY166" fmla="*/ 331143 h 502480"/>
                <a:gd name="connsiteX167" fmla="*/ 33486 w 188268"/>
                <a:gd name="connsiteY167" fmla="*/ 337096 h 502480"/>
                <a:gd name="connsiteX168" fmla="*/ 32742 w 188268"/>
                <a:gd name="connsiteY168" fmla="*/ 338956 h 502480"/>
                <a:gd name="connsiteX169" fmla="*/ 30510 w 188268"/>
                <a:gd name="connsiteY169" fmla="*/ 341561 h 502480"/>
                <a:gd name="connsiteX170" fmla="*/ 30184 w 188268"/>
                <a:gd name="connsiteY170" fmla="*/ 343095 h 502480"/>
                <a:gd name="connsiteX171" fmla="*/ 29766 w 188268"/>
                <a:gd name="connsiteY171" fmla="*/ 344537 h 502480"/>
                <a:gd name="connsiteX172" fmla="*/ 27533 w 188268"/>
                <a:gd name="connsiteY172" fmla="*/ 344537 h 502480"/>
                <a:gd name="connsiteX173" fmla="*/ 27397 w 188268"/>
                <a:gd name="connsiteY173" fmla="*/ 345976 h 502480"/>
                <a:gd name="connsiteX174" fmla="*/ 27208 w 188268"/>
                <a:gd name="connsiteY174" fmla="*/ 347839 h 502480"/>
                <a:gd name="connsiteX175" fmla="*/ 27025 w 188268"/>
                <a:gd name="connsiteY175" fmla="*/ 349697 h 502480"/>
                <a:gd name="connsiteX176" fmla="*/ 26045 w 188268"/>
                <a:gd name="connsiteY176" fmla="*/ 351978 h 502480"/>
                <a:gd name="connsiteX177" fmla="*/ 23068 w 188268"/>
                <a:gd name="connsiteY177" fmla="*/ 352071 h 502480"/>
                <a:gd name="connsiteX178" fmla="*/ 21441 w 188268"/>
                <a:gd name="connsiteY178" fmla="*/ 352077 h 502480"/>
                <a:gd name="connsiteX179" fmla="*/ 19348 w 188268"/>
                <a:gd name="connsiteY179" fmla="*/ 351234 h 502480"/>
                <a:gd name="connsiteX180" fmla="*/ 19112 w 188268"/>
                <a:gd name="connsiteY180" fmla="*/ 347092 h 502480"/>
                <a:gd name="connsiteX181" fmla="*/ 19018 w 188268"/>
                <a:gd name="connsiteY181" fmla="*/ 344556 h 502480"/>
                <a:gd name="connsiteX182" fmla="*/ 18929 w 188268"/>
                <a:gd name="connsiteY182" fmla="*/ 341886 h 502480"/>
                <a:gd name="connsiteX183" fmla="*/ 18832 w 188268"/>
                <a:gd name="connsiteY183" fmla="*/ 339207 h 502480"/>
                <a:gd name="connsiteX184" fmla="*/ 18604 w 188268"/>
                <a:gd name="connsiteY184" fmla="*/ 332631 h 502480"/>
                <a:gd name="connsiteX185" fmla="*/ 16371 w 188268"/>
                <a:gd name="connsiteY185" fmla="*/ 332631 h 502480"/>
                <a:gd name="connsiteX186" fmla="*/ 16287 w 188268"/>
                <a:gd name="connsiteY186" fmla="*/ 329890 h 502480"/>
                <a:gd name="connsiteX187" fmla="*/ 16139 w 188268"/>
                <a:gd name="connsiteY187" fmla="*/ 326352 h 502480"/>
                <a:gd name="connsiteX188" fmla="*/ 16088 w 188268"/>
                <a:gd name="connsiteY188" fmla="*/ 324543 h 502480"/>
                <a:gd name="connsiteX189" fmla="*/ 15627 w 188268"/>
                <a:gd name="connsiteY189" fmla="*/ 319980 h 502480"/>
                <a:gd name="connsiteX190" fmla="*/ 13395 w 188268"/>
                <a:gd name="connsiteY190" fmla="*/ 319236 h 502480"/>
                <a:gd name="connsiteX191" fmla="*/ 13177 w 188268"/>
                <a:gd name="connsiteY191" fmla="*/ 316234 h 502480"/>
                <a:gd name="connsiteX192" fmla="*/ 13198 w 188268"/>
                <a:gd name="connsiteY192" fmla="*/ 314410 h 502480"/>
                <a:gd name="connsiteX193" fmla="*/ 13255 w 188268"/>
                <a:gd name="connsiteY193" fmla="*/ 312493 h 502480"/>
                <a:gd name="connsiteX194" fmla="*/ 13286 w 188268"/>
                <a:gd name="connsiteY194" fmla="*/ 310567 h 502480"/>
                <a:gd name="connsiteX195" fmla="*/ 13395 w 188268"/>
                <a:gd name="connsiteY195" fmla="*/ 305842 h 502480"/>
                <a:gd name="connsiteX196" fmla="*/ 11162 w 188268"/>
                <a:gd name="connsiteY196" fmla="*/ 305842 h 502480"/>
                <a:gd name="connsiteX197" fmla="*/ 11025 w 188268"/>
                <a:gd name="connsiteY197" fmla="*/ 303967 h 502480"/>
                <a:gd name="connsiteX198" fmla="*/ 10837 w 188268"/>
                <a:gd name="connsiteY198" fmla="*/ 301516 h 502480"/>
                <a:gd name="connsiteX199" fmla="*/ 10653 w 188268"/>
                <a:gd name="connsiteY199" fmla="*/ 299083 h 502480"/>
                <a:gd name="connsiteX200" fmla="*/ 9674 w 188268"/>
                <a:gd name="connsiteY200" fmla="*/ 294680 h 502480"/>
                <a:gd name="connsiteX201" fmla="*/ 8186 w 188268"/>
                <a:gd name="connsiteY201" fmla="*/ 293936 h 502480"/>
                <a:gd name="connsiteX202" fmla="*/ 7720 w 188268"/>
                <a:gd name="connsiteY202" fmla="*/ 288680 h 502480"/>
                <a:gd name="connsiteX203" fmla="*/ 7552 w 188268"/>
                <a:gd name="connsiteY203" fmla="*/ 285770 h 502480"/>
                <a:gd name="connsiteX204" fmla="*/ 7441 w 188268"/>
                <a:gd name="connsiteY204" fmla="*/ 283518 h 502480"/>
                <a:gd name="connsiteX205" fmla="*/ 5209 w 188268"/>
                <a:gd name="connsiteY205" fmla="*/ 284262 h 502480"/>
                <a:gd name="connsiteX206" fmla="*/ 5099 w 188268"/>
                <a:gd name="connsiteY206" fmla="*/ 282334 h 502480"/>
                <a:gd name="connsiteX207" fmla="*/ 4930 w 188268"/>
                <a:gd name="connsiteY207" fmla="*/ 279843 h 502480"/>
                <a:gd name="connsiteX208" fmla="*/ 4773 w 188268"/>
                <a:gd name="connsiteY208" fmla="*/ 277358 h 502480"/>
                <a:gd name="connsiteX209" fmla="*/ 4465 w 188268"/>
                <a:gd name="connsiteY209" fmla="*/ 275332 h 502480"/>
                <a:gd name="connsiteX210" fmla="*/ 2977 w 188268"/>
                <a:gd name="connsiteY210" fmla="*/ 274588 h 502480"/>
                <a:gd name="connsiteX211" fmla="*/ 1907 w 188268"/>
                <a:gd name="connsiteY211" fmla="*/ 269402 h 502480"/>
                <a:gd name="connsiteX212" fmla="*/ 1488 w 188268"/>
                <a:gd name="connsiteY212" fmla="*/ 267891 h 502480"/>
                <a:gd name="connsiteX213" fmla="*/ 0 w 188268"/>
                <a:gd name="connsiteY213" fmla="*/ 267146 h 502480"/>
                <a:gd name="connsiteX214" fmla="*/ 0 w 188268"/>
                <a:gd name="connsiteY214" fmla="*/ 265658 h 502480"/>
                <a:gd name="connsiteX215" fmla="*/ 1488 w 188268"/>
                <a:gd name="connsiteY215" fmla="*/ 264914 h 502480"/>
                <a:gd name="connsiteX216" fmla="*/ 3139 w 188268"/>
                <a:gd name="connsiteY216" fmla="*/ 260237 h 502480"/>
                <a:gd name="connsiteX217" fmla="*/ 3721 w 188268"/>
                <a:gd name="connsiteY217" fmla="*/ 258961 h 502480"/>
                <a:gd name="connsiteX218" fmla="*/ 5209 w 188268"/>
                <a:gd name="connsiteY218" fmla="*/ 258961 h 502480"/>
                <a:gd name="connsiteX219" fmla="*/ 5488 w 188268"/>
                <a:gd name="connsiteY219" fmla="*/ 256403 h 502480"/>
                <a:gd name="connsiteX220" fmla="*/ 5953 w 188268"/>
                <a:gd name="connsiteY220" fmla="*/ 253752 h 502480"/>
                <a:gd name="connsiteX221" fmla="*/ 7441 w 188268"/>
                <a:gd name="connsiteY221" fmla="*/ 253008 h 502480"/>
                <a:gd name="connsiteX222" fmla="*/ 7813 w 188268"/>
                <a:gd name="connsiteY222" fmla="*/ 251147 h 502480"/>
                <a:gd name="connsiteX223" fmla="*/ 8186 w 188268"/>
                <a:gd name="connsiteY223" fmla="*/ 249287 h 502480"/>
                <a:gd name="connsiteX224" fmla="*/ 9674 w 188268"/>
                <a:gd name="connsiteY224" fmla="*/ 248543 h 502480"/>
                <a:gd name="connsiteX225" fmla="*/ 10371 w 188268"/>
                <a:gd name="connsiteY225" fmla="*/ 245892 h 502480"/>
                <a:gd name="connsiteX226" fmla="*/ 11162 w 188268"/>
                <a:gd name="connsiteY226" fmla="*/ 243334 h 502480"/>
                <a:gd name="connsiteX227" fmla="*/ 13395 w 188268"/>
                <a:gd name="connsiteY227" fmla="*/ 243334 h 502480"/>
                <a:gd name="connsiteX228" fmla="*/ 13255 w 188268"/>
                <a:gd name="connsiteY228" fmla="*/ 240404 h 502480"/>
                <a:gd name="connsiteX229" fmla="*/ 13395 w 188268"/>
                <a:gd name="connsiteY229" fmla="*/ 237381 h 502480"/>
                <a:gd name="connsiteX230" fmla="*/ 15627 w 188268"/>
                <a:gd name="connsiteY230" fmla="*/ 236637 h 502480"/>
                <a:gd name="connsiteX231" fmla="*/ 16371 w 188268"/>
                <a:gd name="connsiteY231" fmla="*/ 232172 h 502480"/>
                <a:gd name="connsiteX232" fmla="*/ 17859 w 188268"/>
                <a:gd name="connsiteY232" fmla="*/ 231428 h 502480"/>
                <a:gd name="connsiteX233" fmla="*/ 19510 w 188268"/>
                <a:gd name="connsiteY233" fmla="*/ 226751 h 502480"/>
                <a:gd name="connsiteX234" fmla="*/ 20092 w 188268"/>
                <a:gd name="connsiteY234" fmla="*/ 225475 h 502480"/>
                <a:gd name="connsiteX235" fmla="*/ 21580 w 188268"/>
                <a:gd name="connsiteY235" fmla="*/ 225475 h 502480"/>
                <a:gd name="connsiteX236" fmla="*/ 21502 w 188268"/>
                <a:gd name="connsiteY236" fmla="*/ 224036 h 502480"/>
                <a:gd name="connsiteX237" fmla="*/ 21441 w 188268"/>
                <a:gd name="connsiteY237" fmla="*/ 222172 h 502480"/>
                <a:gd name="connsiteX238" fmla="*/ 21362 w 188268"/>
                <a:gd name="connsiteY238" fmla="*/ 220315 h 502480"/>
                <a:gd name="connsiteX239" fmla="*/ 21580 w 188268"/>
                <a:gd name="connsiteY239" fmla="*/ 218777 h 502480"/>
                <a:gd name="connsiteX240" fmla="*/ 23813 w 188268"/>
                <a:gd name="connsiteY240" fmla="*/ 218033 h 502480"/>
                <a:gd name="connsiteX241" fmla="*/ 24324 w 188268"/>
                <a:gd name="connsiteY241" fmla="*/ 214638 h 502480"/>
                <a:gd name="connsiteX242" fmla="*/ 24472 w 188268"/>
                <a:gd name="connsiteY242" fmla="*/ 212775 h 502480"/>
                <a:gd name="connsiteX243" fmla="*/ 24557 w 188268"/>
                <a:gd name="connsiteY243" fmla="*/ 211336 h 502480"/>
                <a:gd name="connsiteX244" fmla="*/ 26789 w 188268"/>
                <a:gd name="connsiteY244" fmla="*/ 211336 h 502480"/>
                <a:gd name="connsiteX245" fmla="*/ 26900 w 188268"/>
                <a:gd name="connsiteY245" fmla="*/ 209897 h 502480"/>
                <a:gd name="connsiteX246" fmla="*/ 27068 w 188268"/>
                <a:gd name="connsiteY246" fmla="*/ 208034 h 502480"/>
                <a:gd name="connsiteX247" fmla="*/ 27225 w 188268"/>
                <a:gd name="connsiteY247" fmla="*/ 206176 h 502480"/>
                <a:gd name="connsiteX248" fmla="*/ 27533 w 188268"/>
                <a:gd name="connsiteY248" fmla="*/ 204639 h 502480"/>
                <a:gd name="connsiteX249" fmla="*/ 29021 w 188268"/>
                <a:gd name="connsiteY249" fmla="*/ 203895 h 502480"/>
                <a:gd name="connsiteX250" fmla="*/ 29437 w 188268"/>
                <a:gd name="connsiteY250" fmla="*/ 197546 h 502480"/>
                <a:gd name="connsiteX251" fmla="*/ 29766 w 188268"/>
                <a:gd name="connsiteY251" fmla="*/ 195709 h 502480"/>
                <a:gd name="connsiteX252" fmla="*/ 31998 w 188268"/>
                <a:gd name="connsiteY252" fmla="*/ 194965 h 502480"/>
                <a:gd name="connsiteX253" fmla="*/ 32510 w 188268"/>
                <a:gd name="connsiteY253" fmla="*/ 191570 h 502480"/>
                <a:gd name="connsiteX254" fmla="*/ 32658 w 188268"/>
                <a:gd name="connsiteY254" fmla="*/ 189706 h 502480"/>
                <a:gd name="connsiteX255" fmla="*/ 32742 w 188268"/>
                <a:gd name="connsiteY255" fmla="*/ 188268 h 502480"/>
                <a:gd name="connsiteX256" fmla="*/ 34975 w 188268"/>
                <a:gd name="connsiteY256" fmla="*/ 188268 h 502480"/>
                <a:gd name="connsiteX257" fmla="*/ 35085 w 188268"/>
                <a:gd name="connsiteY257" fmla="*/ 186340 h 502480"/>
                <a:gd name="connsiteX258" fmla="*/ 35254 w 188268"/>
                <a:gd name="connsiteY258" fmla="*/ 183849 h 502480"/>
                <a:gd name="connsiteX259" fmla="*/ 35411 w 188268"/>
                <a:gd name="connsiteY259" fmla="*/ 181364 h 502480"/>
                <a:gd name="connsiteX260" fmla="*/ 35719 w 188268"/>
                <a:gd name="connsiteY260" fmla="*/ 179338 h 502480"/>
                <a:gd name="connsiteX261" fmla="*/ 37207 w 188268"/>
                <a:gd name="connsiteY261" fmla="*/ 178594 h 502480"/>
                <a:gd name="connsiteX262" fmla="*/ 37672 w 188268"/>
                <a:gd name="connsiteY262" fmla="*/ 174082 h 502480"/>
                <a:gd name="connsiteX263" fmla="*/ 37841 w 188268"/>
                <a:gd name="connsiteY263" fmla="*/ 171591 h 502480"/>
                <a:gd name="connsiteX264" fmla="*/ 37951 w 188268"/>
                <a:gd name="connsiteY264" fmla="*/ 169664 h 502480"/>
                <a:gd name="connsiteX265" fmla="*/ 40184 w 188268"/>
                <a:gd name="connsiteY265" fmla="*/ 169664 h 502480"/>
                <a:gd name="connsiteX266" fmla="*/ 40928 w 188268"/>
                <a:gd name="connsiteY266" fmla="*/ 159990 h 502480"/>
                <a:gd name="connsiteX267" fmla="*/ 43160 w 188268"/>
                <a:gd name="connsiteY267" fmla="*/ 159990 h 502480"/>
                <a:gd name="connsiteX268" fmla="*/ 43904 w 188268"/>
                <a:gd name="connsiteY268" fmla="*/ 148828 h 502480"/>
                <a:gd name="connsiteX269" fmla="*/ 46137 w 188268"/>
                <a:gd name="connsiteY269" fmla="*/ 148828 h 502480"/>
                <a:gd name="connsiteX270" fmla="*/ 46058 w 188268"/>
                <a:gd name="connsiteY270" fmla="*/ 146413 h 502480"/>
                <a:gd name="connsiteX271" fmla="*/ 45997 w 188268"/>
                <a:gd name="connsiteY271" fmla="*/ 143294 h 502480"/>
                <a:gd name="connsiteX272" fmla="*/ 45941 w 188268"/>
                <a:gd name="connsiteY272" fmla="*/ 141699 h 502480"/>
                <a:gd name="connsiteX273" fmla="*/ 46137 w 188268"/>
                <a:gd name="connsiteY273" fmla="*/ 137666 h 502480"/>
                <a:gd name="connsiteX274" fmla="*/ 48369 w 188268"/>
                <a:gd name="connsiteY274" fmla="*/ 136922 h 502480"/>
                <a:gd name="connsiteX275" fmla="*/ 48881 w 188268"/>
                <a:gd name="connsiteY275" fmla="*/ 131294 h 502480"/>
                <a:gd name="connsiteX276" fmla="*/ 48958 w 188268"/>
                <a:gd name="connsiteY276" fmla="*/ 129691 h 502480"/>
                <a:gd name="connsiteX277" fmla="*/ 49113 w 188268"/>
                <a:gd name="connsiteY277" fmla="*/ 125760 h 502480"/>
                <a:gd name="connsiteX278" fmla="*/ 50602 w 188268"/>
                <a:gd name="connsiteY278" fmla="*/ 125760 h 502480"/>
                <a:gd name="connsiteX279" fmla="*/ 51731 w 188268"/>
                <a:gd name="connsiteY279" fmla="*/ 116289 h 502480"/>
                <a:gd name="connsiteX280" fmla="*/ 52090 w 188268"/>
                <a:gd name="connsiteY280" fmla="*/ 112365 h 502480"/>
                <a:gd name="connsiteX281" fmla="*/ 53578 w 188268"/>
                <a:gd name="connsiteY281" fmla="*/ 111621 h 502480"/>
                <a:gd name="connsiteX282" fmla="*/ 53808 w 188268"/>
                <a:gd name="connsiteY282" fmla="*/ 108645 h 502480"/>
                <a:gd name="connsiteX283" fmla="*/ 53864 w 188268"/>
                <a:gd name="connsiteY283" fmla="*/ 106831 h 502480"/>
                <a:gd name="connsiteX284" fmla="*/ 53934 w 188268"/>
                <a:gd name="connsiteY284" fmla="*/ 103017 h 502480"/>
                <a:gd name="connsiteX285" fmla="*/ 53994 w 188268"/>
                <a:gd name="connsiteY285" fmla="*/ 101203 h 502480"/>
                <a:gd name="connsiteX286" fmla="*/ 54024 w 188268"/>
                <a:gd name="connsiteY286" fmla="*/ 99529 h 502480"/>
                <a:gd name="connsiteX287" fmla="*/ 54322 w 188268"/>
                <a:gd name="connsiteY287" fmla="*/ 98227 h 502480"/>
                <a:gd name="connsiteX288" fmla="*/ 56555 w 188268"/>
                <a:gd name="connsiteY288" fmla="*/ 97482 h 502480"/>
                <a:gd name="connsiteX289" fmla="*/ 56857 w 188268"/>
                <a:gd name="connsiteY289" fmla="*/ 94343 h 502480"/>
                <a:gd name="connsiteX290" fmla="*/ 56906 w 188268"/>
                <a:gd name="connsiteY290" fmla="*/ 92427 h 502480"/>
                <a:gd name="connsiteX291" fmla="*/ 56927 w 188268"/>
                <a:gd name="connsiteY291" fmla="*/ 90413 h 502480"/>
                <a:gd name="connsiteX292" fmla="*/ 56997 w 188268"/>
                <a:gd name="connsiteY292" fmla="*/ 86483 h 502480"/>
                <a:gd name="connsiteX293" fmla="*/ 57013 w 188268"/>
                <a:gd name="connsiteY293" fmla="*/ 84714 h 502480"/>
                <a:gd name="connsiteX294" fmla="*/ 57299 w 188268"/>
                <a:gd name="connsiteY294" fmla="*/ 83344 h 502480"/>
                <a:gd name="connsiteX295" fmla="*/ 59531 w 188268"/>
                <a:gd name="connsiteY295" fmla="*/ 82600 h 502480"/>
                <a:gd name="connsiteX296" fmla="*/ 59531 w 188268"/>
                <a:gd name="connsiteY296" fmla="*/ 71437 h 502480"/>
                <a:gd name="connsiteX297" fmla="*/ 11162 w 188268"/>
                <a:gd name="connsiteY297" fmla="*/ 71437 h 502480"/>
                <a:gd name="connsiteX298" fmla="*/ 11162 w 188268"/>
                <a:gd name="connsiteY298" fmla="*/ 0 h 5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188268" h="502480">
                  <a:moveTo>
                    <a:pt x="126694" y="252150"/>
                  </a:moveTo>
                  <a:cubicBezTo>
                    <a:pt x="126058" y="252156"/>
                    <a:pt x="125440" y="252162"/>
                    <a:pt x="124823" y="252168"/>
                  </a:cubicBezTo>
                  <a:cubicBezTo>
                    <a:pt x="123755" y="252165"/>
                    <a:pt x="123755" y="252165"/>
                    <a:pt x="122709" y="252162"/>
                  </a:cubicBezTo>
                  <a:cubicBezTo>
                    <a:pt x="121927" y="252179"/>
                    <a:pt x="121168" y="252196"/>
                    <a:pt x="120409" y="252213"/>
                  </a:cubicBezTo>
                  <a:cubicBezTo>
                    <a:pt x="117988" y="252224"/>
                    <a:pt x="115569" y="252240"/>
                    <a:pt x="113148" y="252281"/>
                  </a:cubicBezTo>
                  <a:cubicBezTo>
                    <a:pt x="111462" y="252309"/>
                    <a:pt x="109776" y="252329"/>
                    <a:pt x="108090" y="252342"/>
                  </a:cubicBezTo>
                  <a:cubicBezTo>
                    <a:pt x="104903" y="252359"/>
                    <a:pt x="101716" y="252390"/>
                    <a:pt x="98529" y="252423"/>
                  </a:cubicBezTo>
                  <a:cubicBezTo>
                    <a:pt x="97461" y="252441"/>
                    <a:pt x="97461" y="252441"/>
                    <a:pt x="96415" y="252459"/>
                  </a:cubicBezTo>
                  <a:cubicBezTo>
                    <a:pt x="92410" y="252521"/>
                    <a:pt x="92304" y="252980"/>
                    <a:pt x="92291" y="257012"/>
                  </a:cubicBezTo>
                  <a:cubicBezTo>
                    <a:pt x="92294" y="257557"/>
                    <a:pt x="92296" y="258085"/>
                    <a:pt x="92298" y="258614"/>
                  </a:cubicBezTo>
                  <a:cubicBezTo>
                    <a:pt x="92296" y="260406"/>
                    <a:pt x="92295" y="262198"/>
                    <a:pt x="92299" y="263989"/>
                  </a:cubicBezTo>
                  <a:cubicBezTo>
                    <a:pt x="92302" y="265308"/>
                    <a:pt x="92303" y="266626"/>
                    <a:pt x="92303" y="267945"/>
                  </a:cubicBezTo>
                  <a:cubicBezTo>
                    <a:pt x="92302" y="271527"/>
                    <a:pt x="92304" y="275109"/>
                    <a:pt x="92309" y="278691"/>
                  </a:cubicBezTo>
                  <a:cubicBezTo>
                    <a:pt x="92314" y="282505"/>
                    <a:pt x="92316" y="286318"/>
                    <a:pt x="92317" y="290132"/>
                  </a:cubicBezTo>
                  <a:cubicBezTo>
                    <a:pt x="92319" y="297334"/>
                    <a:pt x="92324" y="304536"/>
                    <a:pt x="92331" y="311738"/>
                  </a:cubicBezTo>
                  <a:cubicBezTo>
                    <a:pt x="92340" y="319994"/>
                    <a:pt x="92345" y="328250"/>
                    <a:pt x="92349" y="336505"/>
                  </a:cubicBezTo>
                  <a:cubicBezTo>
                    <a:pt x="92356" y="352576"/>
                    <a:pt x="92367" y="368647"/>
                    <a:pt x="92382" y="384717"/>
                  </a:cubicBezTo>
                  <a:cubicBezTo>
                    <a:pt x="92384" y="386568"/>
                    <a:pt x="92386" y="388418"/>
                    <a:pt x="92387" y="390268"/>
                  </a:cubicBezTo>
                  <a:cubicBezTo>
                    <a:pt x="92387" y="391280"/>
                    <a:pt x="92387" y="392263"/>
                    <a:pt x="92387" y="393245"/>
                  </a:cubicBezTo>
                  <a:cubicBezTo>
                    <a:pt x="96696" y="393260"/>
                    <a:pt x="101004" y="393273"/>
                    <a:pt x="105313" y="393281"/>
                  </a:cubicBezTo>
                  <a:cubicBezTo>
                    <a:pt x="107066" y="393284"/>
                    <a:pt x="108819" y="393288"/>
                    <a:pt x="110572" y="393291"/>
                  </a:cubicBezTo>
                  <a:cubicBezTo>
                    <a:pt x="113166" y="393301"/>
                    <a:pt x="115759" y="393310"/>
                    <a:pt x="118352" y="393314"/>
                  </a:cubicBezTo>
                  <a:cubicBezTo>
                    <a:pt x="119589" y="393316"/>
                    <a:pt x="119589" y="393316"/>
                    <a:pt x="120801" y="393317"/>
                  </a:cubicBezTo>
                  <a:cubicBezTo>
                    <a:pt x="121619" y="393321"/>
                    <a:pt x="122413" y="393325"/>
                    <a:pt x="123207" y="393329"/>
                  </a:cubicBezTo>
                  <a:cubicBezTo>
                    <a:pt x="123959" y="393329"/>
                    <a:pt x="124689" y="393329"/>
                    <a:pt x="125419" y="393329"/>
                  </a:cubicBezTo>
                  <a:cubicBezTo>
                    <a:pt x="126084" y="393331"/>
                    <a:pt x="126730" y="393333"/>
                    <a:pt x="127377" y="393334"/>
                  </a:cubicBezTo>
                  <a:cubicBezTo>
                    <a:pt x="128850" y="393245"/>
                    <a:pt x="128850" y="393245"/>
                    <a:pt x="129594" y="392501"/>
                  </a:cubicBezTo>
                  <a:cubicBezTo>
                    <a:pt x="129089" y="390611"/>
                    <a:pt x="128834" y="389069"/>
                    <a:pt x="128761" y="387088"/>
                  </a:cubicBezTo>
                  <a:cubicBezTo>
                    <a:pt x="128763" y="386084"/>
                    <a:pt x="128764" y="385109"/>
                    <a:pt x="128766" y="384134"/>
                  </a:cubicBezTo>
                  <a:cubicBezTo>
                    <a:pt x="128766" y="382394"/>
                    <a:pt x="128766" y="380653"/>
                    <a:pt x="128772" y="378913"/>
                  </a:cubicBezTo>
                  <a:cubicBezTo>
                    <a:pt x="128776" y="377636"/>
                    <a:pt x="128778" y="376359"/>
                    <a:pt x="128780" y="375083"/>
                  </a:cubicBezTo>
                  <a:cubicBezTo>
                    <a:pt x="128781" y="372333"/>
                    <a:pt x="128784" y="369583"/>
                    <a:pt x="128789" y="366833"/>
                  </a:cubicBezTo>
                  <a:cubicBezTo>
                    <a:pt x="128800" y="362409"/>
                    <a:pt x="128807" y="357984"/>
                    <a:pt x="128811" y="353560"/>
                  </a:cubicBezTo>
                  <a:cubicBezTo>
                    <a:pt x="128819" y="343363"/>
                    <a:pt x="128834" y="333167"/>
                    <a:pt x="128850" y="322970"/>
                  </a:cubicBezTo>
                  <a:cubicBezTo>
                    <a:pt x="128866" y="313527"/>
                    <a:pt x="128880" y="304084"/>
                    <a:pt x="128888" y="294641"/>
                  </a:cubicBezTo>
                  <a:cubicBezTo>
                    <a:pt x="128892" y="290192"/>
                    <a:pt x="128896" y="285743"/>
                    <a:pt x="128906" y="281294"/>
                  </a:cubicBezTo>
                  <a:cubicBezTo>
                    <a:pt x="128913" y="278479"/>
                    <a:pt x="128917" y="275664"/>
                    <a:pt x="128920" y="272850"/>
                  </a:cubicBezTo>
                  <a:cubicBezTo>
                    <a:pt x="128921" y="271542"/>
                    <a:pt x="128922" y="270234"/>
                    <a:pt x="128923" y="268926"/>
                  </a:cubicBezTo>
                  <a:cubicBezTo>
                    <a:pt x="128929" y="267103"/>
                    <a:pt x="128935" y="265281"/>
                    <a:pt x="128935" y="263459"/>
                  </a:cubicBezTo>
                  <a:cubicBezTo>
                    <a:pt x="128935" y="262897"/>
                    <a:pt x="128935" y="262352"/>
                    <a:pt x="128935" y="261807"/>
                  </a:cubicBezTo>
                  <a:cubicBezTo>
                    <a:pt x="128940" y="258654"/>
                    <a:pt x="129002" y="255646"/>
                    <a:pt x="128106" y="252602"/>
                  </a:cubicBezTo>
                  <a:cubicBezTo>
                    <a:pt x="127626" y="252448"/>
                    <a:pt x="127160" y="252299"/>
                    <a:pt x="126694" y="252150"/>
                  </a:cubicBezTo>
                  <a:close/>
                  <a:moveTo>
                    <a:pt x="11162" y="0"/>
                  </a:moveTo>
                  <a:cubicBezTo>
                    <a:pt x="69607" y="0"/>
                    <a:pt x="128052" y="0"/>
                    <a:pt x="188268" y="0"/>
                  </a:cubicBezTo>
                  <a:cubicBezTo>
                    <a:pt x="188268" y="23574"/>
                    <a:pt x="188268" y="47149"/>
                    <a:pt x="188268" y="71437"/>
                  </a:cubicBezTo>
                  <a:cubicBezTo>
                    <a:pt x="164939" y="71437"/>
                    <a:pt x="141610" y="71437"/>
                    <a:pt x="117574" y="71437"/>
                  </a:cubicBezTo>
                  <a:cubicBezTo>
                    <a:pt x="117574" y="76594"/>
                    <a:pt x="117574" y="81751"/>
                    <a:pt x="117574" y="87064"/>
                  </a:cubicBezTo>
                  <a:cubicBezTo>
                    <a:pt x="116838" y="87310"/>
                    <a:pt x="116101" y="87556"/>
                    <a:pt x="115342" y="87809"/>
                  </a:cubicBezTo>
                  <a:cubicBezTo>
                    <a:pt x="114960" y="89317"/>
                    <a:pt x="114960" y="89317"/>
                    <a:pt x="114961" y="91137"/>
                  </a:cubicBezTo>
                  <a:cubicBezTo>
                    <a:pt x="114935" y="91806"/>
                    <a:pt x="114908" y="92475"/>
                    <a:pt x="114881" y="93164"/>
                  </a:cubicBezTo>
                  <a:cubicBezTo>
                    <a:pt x="114856" y="94220"/>
                    <a:pt x="114856" y="94220"/>
                    <a:pt x="114830" y="95296"/>
                  </a:cubicBezTo>
                  <a:cubicBezTo>
                    <a:pt x="114805" y="96003"/>
                    <a:pt x="114779" y="96709"/>
                    <a:pt x="114753" y="97437"/>
                  </a:cubicBezTo>
                  <a:cubicBezTo>
                    <a:pt x="114692" y="99189"/>
                    <a:pt x="114640" y="100940"/>
                    <a:pt x="114598" y="102691"/>
                  </a:cubicBezTo>
                  <a:cubicBezTo>
                    <a:pt x="113861" y="102691"/>
                    <a:pt x="113124" y="102691"/>
                    <a:pt x="112365" y="102691"/>
                  </a:cubicBezTo>
                  <a:cubicBezTo>
                    <a:pt x="112311" y="104129"/>
                    <a:pt x="112311" y="104129"/>
                    <a:pt x="112255" y="105595"/>
                  </a:cubicBezTo>
                  <a:cubicBezTo>
                    <a:pt x="112199" y="106844"/>
                    <a:pt x="112143" y="108093"/>
                    <a:pt x="112086" y="109342"/>
                  </a:cubicBezTo>
                  <a:cubicBezTo>
                    <a:pt x="112063" y="109975"/>
                    <a:pt x="112040" y="110607"/>
                    <a:pt x="112016" y="111259"/>
                  </a:cubicBezTo>
                  <a:cubicBezTo>
                    <a:pt x="111988" y="111861"/>
                    <a:pt x="111959" y="112463"/>
                    <a:pt x="111929" y="113083"/>
                  </a:cubicBezTo>
                  <a:cubicBezTo>
                    <a:pt x="111906" y="113640"/>
                    <a:pt x="111882" y="114198"/>
                    <a:pt x="111858" y="114772"/>
                  </a:cubicBezTo>
                  <a:cubicBezTo>
                    <a:pt x="111780" y="115206"/>
                    <a:pt x="111702" y="115639"/>
                    <a:pt x="111621" y="116086"/>
                  </a:cubicBezTo>
                  <a:cubicBezTo>
                    <a:pt x="111130" y="116331"/>
                    <a:pt x="110639" y="116577"/>
                    <a:pt x="110133" y="116830"/>
                  </a:cubicBezTo>
                  <a:cubicBezTo>
                    <a:pt x="109900" y="118973"/>
                    <a:pt x="109751" y="121053"/>
                    <a:pt x="109668" y="123202"/>
                  </a:cubicBezTo>
                  <a:cubicBezTo>
                    <a:pt x="109625" y="124102"/>
                    <a:pt x="109625" y="124102"/>
                    <a:pt x="109581" y="125020"/>
                  </a:cubicBezTo>
                  <a:cubicBezTo>
                    <a:pt x="109510" y="126507"/>
                    <a:pt x="109449" y="127993"/>
                    <a:pt x="109389" y="129480"/>
                  </a:cubicBezTo>
                  <a:cubicBezTo>
                    <a:pt x="108652" y="129235"/>
                    <a:pt x="107915" y="128989"/>
                    <a:pt x="107156" y="128736"/>
                  </a:cubicBezTo>
                  <a:cubicBezTo>
                    <a:pt x="107128" y="129632"/>
                    <a:pt x="107101" y="130528"/>
                    <a:pt x="107072" y="131451"/>
                  </a:cubicBezTo>
                  <a:cubicBezTo>
                    <a:pt x="107023" y="132624"/>
                    <a:pt x="106974" y="133796"/>
                    <a:pt x="106924" y="134968"/>
                  </a:cubicBezTo>
                  <a:cubicBezTo>
                    <a:pt x="106899" y="135855"/>
                    <a:pt x="106899" y="135855"/>
                    <a:pt x="106873" y="136759"/>
                  </a:cubicBezTo>
                  <a:cubicBezTo>
                    <a:pt x="106801" y="138308"/>
                    <a:pt x="106613" y="139850"/>
                    <a:pt x="106412" y="141387"/>
                  </a:cubicBezTo>
                  <a:cubicBezTo>
                    <a:pt x="105675" y="141878"/>
                    <a:pt x="104939" y="142369"/>
                    <a:pt x="104180" y="142875"/>
                  </a:cubicBezTo>
                  <a:cubicBezTo>
                    <a:pt x="103933" y="144797"/>
                    <a:pt x="103799" y="146577"/>
                    <a:pt x="103761" y="148503"/>
                  </a:cubicBezTo>
                  <a:cubicBezTo>
                    <a:pt x="103715" y="150367"/>
                    <a:pt x="103609" y="152176"/>
                    <a:pt x="103436" y="154037"/>
                  </a:cubicBezTo>
                  <a:cubicBezTo>
                    <a:pt x="102944" y="154283"/>
                    <a:pt x="102453" y="154528"/>
                    <a:pt x="101947" y="154781"/>
                  </a:cubicBezTo>
                  <a:cubicBezTo>
                    <a:pt x="101681" y="157479"/>
                    <a:pt x="101616" y="160164"/>
                    <a:pt x="101532" y="162874"/>
                  </a:cubicBezTo>
                  <a:cubicBezTo>
                    <a:pt x="101369" y="164025"/>
                    <a:pt x="101369" y="164025"/>
                    <a:pt x="101203" y="165199"/>
                  </a:cubicBezTo>
                  <a:cubicBezTo>
                    <a:pt x="100466" y="165445"/>
                    <a:pt x="99730" y="165690"/>
                    <a:pt x="98971" y="165943"/>
                  </a:cubicBezTo>
                  <a:cubicBezTo>
                    <a:pt x="98531" y="168205"/>
                    <a:pt x="98531" y="168205"/>
                    <a:pt x="98459" y="170827"/>
                  </a:cubicBezTo>
                  <a:cubicBezTo>
                    <a:pt x="98386" y="172163"/>
                    <a:pt x="98386" y="172163"/>
                    <a:pt x="98311" y="173527"/>
                  </a:cubicBezTo>
                  <a:cubicBezTo>
                    <a:pt x="98269" y="174562"/>
                    <a:pt x="98269" y="174562"/>
                    <a:pt x="98227" y="175617"/>
                  </a:cubicBezTo>
                  <a:cubicBezTo>
                    <a:pt x="97735" y="175617"/>
                    <a:pt x="97244" y="175617"/>
                    <a:pt x="96738" y="175617"/>
                  </a:cubicBezTo>
                  <a:cubicBezTo>
                    <a:pt x="96220" y="176963"/>
                    <a:pt x="96220" y="176963"/>
                    <a:pt x="95901" y="178594"/>
                  </a:cubicBezTo>
                  <a:cubicBezTo>
                    <a:pt x="95714" y="179423"/>
                    <a:pt x="95714" y="179423"/>
                    <a:pt x="95523" y="180268"/>
                  </a:cubicBezTo>
                  <a:cubicBezTo>
                    <a:pt x="95433" y="180698"/>
                    <a:pt x="95343" y="181128"/>
                    <a:pt x="95250" y="181570"/>
                  </a:cubicBezTo>
                  <a:cubicBezTo>
                    <a:pt x="95987" y="181325"/>
                    <a:pt x="96723" y="181079"/>
                    <a:pt x="97482" y="180826"/>
                  </a:cubicBezTo>
                  <a:cubicBezTo>
                    <a:pt x="98631" y="180757"/>
                    <a:pt x="99782" y="180729"/>
                    <a:pt x="100933" y="180727"/>
                  </a:cubicBezTo>
                  <a:cubicBezTo>
                    <a:pt x="101642" y="180723"/>
                    <a:pt x="102350" y="180720"/>
                    <a:pt x="103080" y="180717"/>
                  </a:cubicBezTo>
                  <a:cubicBezTo>
                    <a:pt x="104244" y="180718"/>
                    <a:pt x="104244" y="180718"/>
                    <a:pt x="105431" y="180718"/>
                  </a:cubicBezTo>
                  <a:cubicBezTo>
                    <a:pt x="106249" y="180716"/>
                    <a:pt x="107067" y="180713"/>
                    <a:pt x="107910" y="180710"/>
                  </a:cubicBezTo>
                  <a:cubicBezTo>
                    <a:pt x="110621" y="180703"/>
                    <a:pt x="113332" y="180702"/>
                    <a:pt x="116042" y="180701"/>
                  </a:cubicBezTo>
                  <a:cubicBezTo>
                    <a:pt x="117921" y="180699"/>
                    <a:pt x="119799" y="180696"/>
                    <a:pt x="121678" y="180694"/>
                  </a:cubicBezTo>
                  <a:cubicBezTo>
                    <a:pt x="125617" y="180689"/>
                    <a:pt x="129556" y="180688"/>
                    <a:pt x="133495" y="180688"/>
                  </a:cubicBezTo>
                  <a:cubicBezTo>
                    <a:pt x="138052" y="180689"/>
                    <a:pt x="142610" y="180681"/>
                    <a:pt x="147167" y="180669"/>
                  </a:cubicBezTo>
                  <a:cubicBezTo>
                    <a:pt x="151548" y="180658"/>
                    <a:pt x="155929" y="180656"/>
                    <a:pt x="160311" y="180656"/>
                  </a:cubicBezTo>
                  <a:cubicBezTo>
                    <a:pt x="162177" y="180655"/>
                    <a:pt x="164043" y="180652"/>
                    <a:pt x="165908" y="180646"/>
                  </a:cubicBezTo>
                  <a:cubicBezTo>
                    <a:pt x="168512" y="180639"/>
                    <a:pt x="171115" y="180641"/>
                    <a:pt x="173718" y="180645"/>
                  </a:cubicBezTo>
                  <a:cubicBezTo>
                    <a:pt x="174495" y="180641"/>
                    <a:pt x="175273" y="180637"/>
                    <a:pt x="176074" y="180633"/>
                  </a:cubicBezTo>
                  <a:cubicBezTo>
                    <a:pt x="177133" y="180637"/>
                    <a:pt x="177133" y="180637"/>
                    <a:pt x="178214" y="180642"/>
                  </a:cubicBezTo>
                  <a:cubicBezTo>
                    <a:pt x="178830" y="180642"/>
                    <a:pt x="179446" y="180641"/>
                    <a:pt x="180080" y="180641"/>
                  </a:cubicBezTo>
                  <a:cubicBezTo>
                    <a:pt x="181570" y="180826"/>
                    <a:pt x="181570" y="180826"/>
                    <a:pt x="183059" y="182314"/>
                  </a:cubicBezTo>
                  <a:cubicBezTo>
                    <a:pt x="183245" y="184283"/>
                    <a:pt x="183245" y="184283"/>
                    <a:pt x="183246" y="186842"/>
                  </a:cubicBezTo>
                  <a:cubicBezTo>
                    <a:pt x="183250" y="187814"/>
                    <a:pt x="183254" y="188786"/>
                    <a:pt x="183258" y="189787"/>
                  </a:cubicBezTo>
                  <a:cubicBezTo>
                    <a:pt x="183254" y="190876"/>
                    <a:pt x="183251" y="191965"/>
                    <a:pt x="183248" y="193054"/>
                  </a:cubicBezTo>
                  <a:cubicBezTo>
                    <a:pt x="183249" y="194203"/>
                    <a:pt x="183252" y="195352"/>
                    <a:pt x="183255" y="196500"/>
                  </a:cubicBezTo>
                  <a:cubicBezTo>
                    <a:pt x="183261" y="199669"/>
                    <a:pt x="183258" y="202837"/>
                    <a:pt x="183253" y="206005"/>
                  </a:cubicBezTo>
                  <a:cubicBezTo>
                    <a:pt x="183250" y="209418"/>
                    <a:pt x="183255" y="212830"/>
                    <a:pt x="183259" y="216242"/>
                  </a:cubicBezTo>
                  <a:cubicBezTo>
                    <a:pt x="183266" y="222931"/>
                    <a:pt x="183264" y="229621"/>
                    <a:pt x="183260" y="236310"/>
                  </a:cubicBezTo>
                  <a:cubicBezTo>
                    <a:pt x="183257" y="241744"/>
                    <a:pt x="183256" y="247177"/>
                    <a:pt x="183258" y="252611"/>
                  </a:cubicBezTo>
                  <a:cubicBezTo>
                    <a:pt x="183258" y="253383"/>
                    <a:pt x="183258" y="254155"/>
                    <a:pt x="183258" y="254950"/>
                  </a:cubicBezTo>
                  <a:cubicBezTo>
                    <a:pt x="183259" y="256518"/>
                    <a:pt x="183259" y="258087"/>
                    <a:pt x="183260" y="259655"/>
                  </a:cubicBezTo>
                  <a:cubicBezTo>
                    <a:pt x="183264" y="274373"/>
                    <a:pt x="183259" y="289092"/>
                    <a:pt x="183251" y="303811"/>
                  </a:cubicBezTo>
                  <a:cubicBezTo>
                    <a:pt x="183245" y="316455"/>
                    <a:pt x="183246" y="329099"/>
                    <a:pt x="183253" y="341742"/>
                  </a:cubicBezTo>
                  <a:cubicBezTo>
                    <a:pt x="183261" y="356408"/>
                    <a:pt x="183264" y="371074"/>
                    <a:pt x="183259" y="385739"/>
                  </a:cubicBezTo>
                  <a:cubicBezTo>
                    <a:pt x="183259" y="387302"/>
                    <a:pt x="183258" y="388864"/>
                    <a:pt x="183258" y="390426"/>
                  </a:cubicBezTo>
                  <a:cubicBezTo>
                    <a:pt x="183257" y="391579"/>
                    <a:pt x="183257" y="391579"/>
                    <a:pt x="183257" y="392755"/>
                  </a:cubicBezTo>
                  <a:cubicBezTo>
                    <a:pt x="183256" y="398186"/>
                    <a:pt x="183258" y="403617"/>
                    <a:pt x="183261" y="409048"/>
                  </a:cubicBezTo>
                  <a:cubicBezTo>
                    <a:pt x="183266" y="415661"/>
                    <a:pt x="183265" y="422274"/>
                    <a:pt x="183257" y="428888"/>
                  </a:cubicBezTo>
                  <a:cubicBezTo>
                    <a:pt x="183253" y="432265"/>
                    <a:pt x="183251" y="435643"/>
                    <a:pt x="183256" y="439020"/>
                  </a:cubicBezTo>
                  <a:cubicBezTo>
                    <a:pt x="183260" y="442107"/>
                    <a:pt x="183258" y="445193"/>
                    <a:pt x="183250" y="448280"/>
                  </a:cubicBezTo>
                  <a:cubicBezTo>
                    <a:pt x="183248" y="449402"/>
                    <a:pt x="183249" y="450524"/>
                    <a:pt x="183253" y="451645"/>
                  </a:cubicBezTo>
                  <a:cubicBezTo>
                    <a:pt x="183257" y="453160"/>
                    <a:pt x="183252" y="454674"/>
                    <a:pt x="183246" y="456189"/>
                  </a:cubicBezTo>
                  <a:cubicBezTo>
                    <a:pt x="183246" y="457033"/>
                    <a:pt x="183245" y="457878"/>
                    <a:pt x="183245" y="458748"/>
                  </a:cubicBezTo>
                  <a:cubicBezTo>
                    <a:pt x="183184" y="459367"/>
                    <a:pt x="183122" y="459985"/>
                    <a:pt x="183059" y="460623"/>
                  </a:cubicBezTo>
                  <a:cubicBezTo>
                    <a:pt x="181237" y="461534"/>
                    <a:pt x="180066" y="461459"/>
                    <a:pt x="178030" y="461457"/>
                  </a:cubicBezTo>
                  <a:cubicBezTo>
                    <a:pt x="177282" y="461458"/>
                    <a:pt x="176535" y="461459"/>
                    <a:pt x="175765" y="461460"/>
                  </a:cubicBezTo>
                  <a:cubicBezTo>
                    <a:pt x="174943" y="461457"/>
                    <a:pt x="174120" y="461454"/>
                    <a:pt x="173272" y="461452"/>
                  </a:cubicBezTo>
                  <a:cubicBezTo>
                    <a:pt x="172409" y="461452"/>
                    <a:pt x="171545" y="461452"/>
                    <a:pt x="170655" y="461452"/>
                  </a:cubicBezTo>
                  <a:cubicBezTo>
                    <a:pt x="167788" y="461451"/>
                    <a:pt x="164921" y="461446"/>
                    <a:pt x="162054" y="461440"/>
                  </a:cubicBezTo>
                  <a:cubicBezTo>
                    <a:pt x="160071" y="461438"/>
                    <a:pt x="158088" y="461437"/>
                    <a:pt x="156104" y="461437"/>
                  </a:cubicBezTo>
                  <a:cubicBezTo>
                    <a:pt x="151411" y="461434"/>
                    <a:pt x="146717" y="461428"/>
                    <a:pt x="142023" y="461421"/>
                  </a:cubicBezTo>
                  <a:cubicBezTo>
                    <a:pt x="136680" y="461412"/>
                    <a:pt x="131337" y="461408"/>
                    <a:pt x="125994" y="461405"/>
                  </a:cubicBezTo>
                  <a:cubicBezTo>
                    <a:pt x="115002" y="461397"/>
                    <a:pt x="104010" y="461384"/>
                    <a:pt x="93018" y="461367"/>
                  </a:cubicBezTo>
                  <a:cubicBezTo>
                    <a:pt x="93021" y="461858"/>
                    <a:pt x="93024" y="462349"/>
                    <a:pt x="93028" y="462854"/>
                  </a:cubicBezTo>
                  <a:cubicBezTo>
                    <a:pt x="93060" y="467948"/>
                    <a:pt x="93083" y="473042"/>
                    <a:pt x="93099" y="478136"/>
                  </a:cubicBezTo>
                  <a:cubicBezTo>
                    <a:pt x="93107" y="480038"/>
                    <a:pt x="93117" y="481941"/>
                    <a:pt x="93130" y="483844"/>
                  </a:cubicBezTo>
                  <a:cubicBezTo>
                    <a:pt x="93148" y="486574"/>
                    <a:pt x="93156" y="489304"/>
                    <a:pt x="93163" y="492034"/>
                  </a:cubicBezTo>
                  <a:cubicBezTo>
                    <a:pt x="93174" y="493316"/>
                    <a:pt x="93174" y="493316"/>
                    <a:pt x="93186" y="494625"/>
                  </a:cubicBezTo>
                  <a:cubicBezTo>
                    <a:pt x="93186" y="495414"/>
                    <a:pt x="93186" y="496204"/>
                    <a:pt x="93187" y="497017"/>
                  </a:cubicBezTo>
                  <a:cubicBezTo>
                    <a:pt x="93190" y="497715"/>
                    <a:pt x="93193" y="498412"/>
                    <a:pt x="93197" y="499130"/>
                  </a:cubicBezTo>
                  <a:cubicBezTo>
                    <a:pt x="93018" y="500807"/>
                    <a:pt x="93018" y="500807"/>
                    <a:pt x="91529" y="502295"/>
                  </a:cubicBezTo>
                  <a:cubicBezTo>
                    <a:pt x="89383" y="502479"/>
                    <a:pt x="89383" y="502479"/>
                    <a:pt x="86602" y="502476"/>
                  </a:cubicBezTo>
                  <a:cubicBezTo>
                    <a:pt x="86096" y="502477"/>
                    <a:pt x="85590" y="502478"/>
                    <a:pt x="85069" y="502480"/>
                  </a:cubicBezTo>
                  <a:cubicBezTo>
                    <a:pt x="83393" y="502483"/>
                    <a:pt x="81718" y="502475"/>
                    <a:pt x="80042" y="502466"/>
                  </a:cubicBezTo>
                  <a:cubicBezTo>
                    <a:pt x="78879" y="502465"/>
                    <a:pt x="77717" y="502465"/>
                    <a:pt x="76555" y="502465"/>
                  </a:cubicBezTo>
                  <a:cubicBezTo>
                    <a:pt x="74118" y="502464"/>
                    <a:pt x="71681" y="502458"/>
                    <a:pt x="69244" y="502448"/>
                  </a:cubicBezTo>
                  <a:cubicBezTo>
                    <a:pt x="66116" y="502435"/>
                    <a:pt x="62988" y="502433"/>
                    <a:pt x="59860" y="502433"/>
                  </a:cubicBezTo>
                  <a:cubicBezTo>
                    <a:pt x="57459" y="502433"/>
                    <a:pt x="55059" y="502429"/>
                    <a:pt x="52659" y="502423"/>
                  </a:cubicBezTo>
                  <a:cubicBezTo>
                    <a:pt x="51505" y="502421"/>
                    <a:pt x="50352" y="502420"/>
                    <a:pt x="49198" y="502419"/>
                  </a:cubicBezTo>
                  <a:cubicBezTo>
                    <a:pt x="47588" y="502417"/>
                    <a:pt x="45977" y="502411"/>
                    <a:pt x="44366" y="502403"/>
                  </a:cubicBezTo>
                  <a:cubicBezTo>
                    <a:pt x="42990" y="502399"/>
                    <a:pt x="42990" y="502399"/>
                    <a:pt x="41586" y="502394"/>
                  </a:cubicBezTo>
                  <a:cubicBezTo>
                    <a:pt x="39439" y="502295"/>
                    <a:pt x="39439" y="502295"/>
                    <a:pt x="37951" y="501551"/>
                  </a:cubicBezTo>
                  <a:cubicBezTo>
                    <a:pt x="37801" y="499350"/>
                    <a:pt x="37751" y="497219"/>
                    <a:pt x="37762" y="495017"/>
                  </a:cubicBezTo>
                  <a:cubicBezTo>
                    <a:pt x="37760" y="494323"/>
                    <a:pt x="37758" y="493629"/>
                    <a:pt x="37755" y="492914"/>
                  </a:cubicBezTo>
                  <a:cubicBezTo>
                    <a:pt x="37749" y="490570"/>
                    <a:pt x="37754" y="488226"/>
                    <a:pt x="37759" y="485882"/>
                  </a:cubicBezTo>
                  <a:cubicBezTo>
                    <a:pt x="37757" y="484209"/>
                    <a:pt x="37754" y="482536"/>
                    <a:pt x="37751" y="480863"/>
                  </a:cubicBezTo>
                  <a:cubicBezTo>
                    <a:pt x="37744" y="476305"/>
                    <a:pt x="37747" y="471746"/>
                    <a:pt x="37751" y="467187"/>
                  </a:cubicBezTo>
                  <a:cubicBezTo>
                    <a:pt x="37755" y="462425"/>
                    <a:pt x="37752" y="457663"/>
                    <a:pt x="37749" y="452900"/>
                  </a:cubicBezTo>
                  <a:cubicBezTo>
                    <a:pt x="37746" y="444384"/>
                    <a:pt x="37751" y="435869"/>
                    <a:pt x="37759" y="427353"/>
                  </a:cubicBezTo>
                  <a:cubicBezTo>
                    <a:pt x="37765" y="419631"/>
                    <a:pt x="37764" y="411910"/>
                    <a:pt x="37757" y="404189"/>
                  </a:cubicBezTo>
                  <a:cubicBezTo>
                    <a:pt x="37749" y="395228"/>
                    <a:pt x="37746" y="386268"/>
                    <a:pt x="37751" y="377308"/>
                  </a:cubicBezTo>
                  <a:cubicBezTo>
                    <a:pt x="37753" y="372563"/>
                    <a:pt x="37753" y="367817"/>
                    <a:pt x="37748" y="363072"/>
                  </a:cubicBezTo>
                  <a:cubicBezTo>
                    <a:pt x="37744" y="358609"/>
                    <a:pt x="37747" y="354145"/>
                    <a:pt x="37756" y="349681"/>
                  </a:cubicBezTo>
                  <a:cubicBezTo>
                    <a:pt x="37758" y="348041"/>
                    <a:pt x="37757" y="346401"/>
                    <a:pt x="37754" y="344761"/>
                  </a:cubicBezTo>
                  <a:cubicBezTo>
                    <a:pt x="37750" y="342526"/>
                    <a:pt x="37755" y="340290"/>
                    <a:pt x="37762" y="338054"/>
                  </a:cubicBezTo>
                  <a:cubicBezTo>
                    <a:pt x="37759" y="337403"/>
                    <a:pt x="37756" y="336751"/>
                    <a:pt x="37752" y="336079"/>
                  </a:cubicBezTo>
                  <a:cubicBezTo>
                    <a:pt x="37773" y="332857"/>
                    <a:pt x="37935" y="330357"/>
                    <a:pt x="39439" y="327422"/>
                  </a:cubicBezTo>
                  <a:cubicBezTo>
                    <a:pt x="38948" y="327422"/>
                    <a:pt x="38457" y="327422"/>
                    <a:pt x="37951" y="327422"/>
                  </a:cubicBezTo>
                  <a:cubicBezTo>
                    <a:pt x="37689" y="328659"/>
                    <a:pt x="37445" y="329900"/>
                    <a:pt x="37207" y="331143"/>
                  </a:cubicBezTo>
                  <a:cubicBezTo>
                    <a:pt x="35449" y="336115"/>
                    <a:pt x="35449" y="336115"/>
                    <a:pt x="33486" y="337096"/>
                  </a:cubicBezTo>
                  <a:cubicBezTo>
                    <a:pt x="33118" y="338017"/>
                    <a:pt x="33118" y="338017"/>
                    <a:pt x="32742" y="338956"/>
                  </a:cubicBezTo>
                  <a:cubicBezTo>
                    <a:pt x="31998" y="340816"/>
                    <a:pt x="31998" y="340816"/>
                    <a:pt x="30510" y="341561"/>
                  </a:cubicBezTo>
                  <a:cubicBezTo>
                    <a:pt x="30402" y="342067"/>
                    <a:pt x="30295" y="342573"/>
                    <a:pt x="30184" y="343095"/>
                  </a:cubicBezTo>
                  <a:cubicBezTo>
                    <a:pt x="30046" y="343571"/>
                    <a:pt x="29908" y="344047"/>
                    <a:pt x="29766" y="344537"/>
                  </a:cubicBezTo>
                  <a:cubicBezTo>
                    <a:pt x="29029" y="344537"/>
                    <a:pt x="28292" y="344537"/>
                    <a:pt x="27533" y="344537"/>
                  </a:cubicBezTo>
                  <a:cubicBezTo>
                    <a:pt x="27488" y="345012"/>
                    <a:pt x="27443" y="345487"/>
                    <a:pt x="27397" y="345976"/>
                  </a:cubicBezTo>
                  <a:cubicBezTo>
                    <a:pt x="27334" y="346591"/>
                    <a:pt x="27272" y="347206"/>
                    <a:pt x="27208" y="347839"/>
                  </a:cubicBezTo>
                  <a:cubicBezTo>
                    <a:pt x="27147" y="348452"/>
                    <a:pt x="27087" y="349065"/>
                    <a:pt x="27025" y="349697"/>
                  </a:cubicBezTo>
                  <a:cubicBezTo>
                    <a:pt x="26789" y="351234"/>
                    <a:pt x="26789" y="351234"/>
                    <a:pt x="26045" y="351978"/>
                  </a:cubicBezTo>
                  <a:cubicBezTo>
                    <a:pt x="24696" y="352077"/>
                    <a:pt x="24696" y="352077"/>
                    <a:pt x="23068" y="352071"/>
                  </a:cubicBezTo>
                  <a:cubicBezTo>
                    <a:pt x="22531" y="352073"/>
                    <a:pt x="21994" y="352075"/>
                    <a:pt x="21441" y="352077"/>
                  </a:cubicBezTo>
                  <a:cubicBezTo>
                    <a:pt x="20092" y="351978"/>
                    <a:pt x="20092" y="351978"/>
                    <a:pt x="19348" y="351234"/>
                  </a:cubicBezTo>
                  <a:cubicBezTo>
                    <a:pt x="19230" y="349856"/>
                    <a:pt x="19161" y="348474"/>
                    <a:pt x="19112" y="347092"/>
                  </a:cubicBezTo>
                  <a:cubicBezTo>
                    <a:pt x="19081" y="346255"/>
                    <a:pt x="19050" y="345418"/>
                    <a:pt x="19018" y="344556"/>
                  </a:cubicBezTo>
                  <a:cubicBezTo>
                    <a:pt x="18988" y="343675"/>
                    <a:pt x="18959" y="342794"/>
                    <a:pt x="18929" y="341886"/>
                  </a:cubicBezTo>
                  <a:cubicBezTo>
                    <a:pt x="18897" y="341002"/>
                    <a:pt x="18865" y="340118"/>
                    <a:pt x="18832" y="339207"/>
                  </a:cubicBezTo>
                  <a:cubicBezTo>
                    <a:pt x="18752" y="337015"/>
                    <a:pt x="18677" y="334823"/>
                    <a:pt x="18604" y="332631"/>
                  </a:cubicBezTo>
                  <a:cubicBezTo>
                    <a:pt x="17867" y="332631"/>
                    <a:pt x="17130" y="332631"/>
                    <a:pt x="16371" y="332631"/>
                  </a:cubicBezTo>
                  <a:cubicBezTo>
                    <a:pt x="16343" y="331726"/>
                    <a:pt x="16315" y="330822"/>
                    <a:pt x="16287" y="329890"/>
                  </a:cubicBezTo>
                  <a:cubicBezTo>
                    <a:pt x="16238" y="328711"/>
                    <a:pt x="16189" y="327531"/>
                    <a:pt x="16139" y="326352"/>
                  </a:cubicBezTo>
                  <a:cubicBezTo>
                    <a:pt x="16122" y="325755"/>
                    <a:pt x="16105" y="325158"/>
                    <a:pt x="16088" y="324543"/>
                  </a:cubicBezTo>
                  <a:cubicBezTo>
                    <a:pt x="16024" y="322628"/>
                    <a:pt x="16024" y="322628"/>
                    <a:pt x="15627" y="319980"/>
                  </a:cubicBezTo>
                  <a:cubicBezTo>
                    <a:pt x="14890" y="319735"/>
                    <a:pt x="14154" y="319489"/>
                    <a:pt x="13395" y="319236"/>
                  </a:cubicBezTo>
                  <a:cubicBezTo>
                    <a:pt x="13141" y="317922"/>
                    <a:pt x="13141" y="317922"/>
                    <a:pt x="13177" y="316234"/>
                  </a:cubicBezTo>
                  <a:cubicBezTo>
                    <a:pt x="13184" y="315632"/>
                    <a:pt x="13191" y="315030"/>
                    <a:pt x="13198" y="314410"/>
                  </a:cubicBezTo>
                  <a:cubicBezTo>
                    <a:pt x="13217" y="313777"/>
                    <a:pt x="13236" y="313144"/>
                    <a:pt x="13255" y="312493"/>
                  </a:cubicBezTo>
                  <a:cubicBezTo>
                    <a:pt x="13265" y="311857"/>
                    <a:pt x="13275" y="311222"/>
                    <a:pt x="13286" y="310567"/>
                  </a:cubicBezTo>
                  <a:cubicBezTo>
                    <a:pt x="13312" y="308992"/>
                    <a:pt x="13352" y="307417"/>
                    <a:pt x="13395" y="305842"/>
                  </a:cubicBezTo>
                  <a:cubicBezTo>
                    <a:pt x="12658" y="305842"/>
                    <a:pt x="11921" y="305842"/>
                    <a:pt x="11162" y="305842"/>
                  </a:cubicBezTo>
                  <a:cubicBezTo>
                    <a:pt x="11117" y="305223"/>
                    <a:pt x="11072" y="304604"/>
                    <a:pt x="11025" y="303967"/>
                  </a:cubicBezTo>
                  <a:cubicBezTo>
                    <a:pt x="10963" y="303158"/>
                    <a:pt x="10901" y="302350"/>
                    <a:pt x="10837" y="301516"/>
                  </a:cubicBezTo>
                  <a:cubicBezTo>
                    <a:pt x="10776" y="300714"/>
                    <a:pt x="10716" y="299911"/>
                    <a:pt x="10653" y="299083"/>
                  </a:cubicBezTo>
                  <a:cubicBezTo>
                    <a:pt x="10491" y="296867"/>
                    <a:pt x="10491" y="296867"/>
                    <a:pt x="9674" y="294680"/>
                  </a:cubicBezTo>
                  <a:cubicBezTo>
                    <a:pt x="9183" y="294434"/>
                    <a:pt x="8692" y="294189"/>
                    <a:pt x="8186" y="293936"/>
                  </a:cubicBezTo>
                  <a:cubicBezTo>
                    <a:pt x="7877" y="291584"/>
                    <a:pt x="7877" y="291584"/>
                    <a:pt x="7720" y="288680"/>
                  </a:cubicBezTo>
                  <a:cubicBezTo>
                    <a:pt x="7665" y="287720"/>
                    <a:pt x="7609" y="286760"/>
                    <a:pt x="7552" y="285770"/>
                  </a:cubicBezTo>
                  <a:cubicBezTo>
                    <a:pt x="7515" y="285027"/>
                    <a:pt x="7479" y="284283"/>
                    <a:pt x="7441" y="283518"/>
                  </a:cubicBezTo>
                  <a:cubicBezTo>
                    <a:pt x="6705" y="283763"/>
                    <a:pt x="5968" y="284009"/>
                    <a:pt x="5209" y="284262"/>
                  </a:cubicBezTo>
                  <a:cubicBezTo>
                    <a:pt x="5173" y="283626"/>
                    <a:pt x="5136" y="282990"/>
                    <a:pt x="5099" y="282334"/>
                  </a:cubicBezTo>
                  <a:cubicBezTo>
                    <a:pt x="5043" y="281512"/>
                    <a:pt x="4987" y="280690"/>
                    <a:pt x="4930" y="279843"/>
                  </a:cubicBezTo>
                  <a:cubicBezTo>
                    <a:pt x="4878" y="279023"/>
                    <a:pt x="4826" y="278203"/>
                    <a:pt x="4773" y="277358"/>
                  </a:cubicBezTo>
                  <a:cubicBezTo>
                    <a:pt x="4671" y="276689"/>
                    <a:pt x="4570" y="276021"/>
                    <a:pt x="4465" y="275332"/>
                  </a:cubicBezTo>
                  <a:cubicBezTo>
                    <a:pt x="3974" y="275086"/>
                    <a:pt x="3483" y="274841"/>
                    <a:pt x="2977" y="274588"/>
                  </a:cubicBezTo>
                  <a:cubicBezTo>
                    <a:pt x="2502" y="272873"/>
                    <a:pt x="2217" y="271154"/>
                    <a:pt x="1907" y="269402"/>
                  </a:cubicBezTo>
                  <a:cubicBezTo>
                    <a:pt x="1769" y="268903"/>
                    <a:pt x="1631" y="268405"/>
                    <a:pt x="1488" y="267891"/>
                  </a:cubicBezTo>
                  <a:cubicBezTo>
                    <a:pt x="997" y="267645"/>
                    <a:pt x="506" y="267399"/>
                    <a:pt x="0" y="267146"/>
                  </a:cubicBezTo>
                  <a:cubicBezTo>
                    <a:pt x="0" y="266655"/>
                    <a:pt x="0" y="266164"/>
                    <a:pt x="0" y="265658"/>
                  </a:cubicBezTo>
                  <a:cubicBezTo>
                    <a:pt x="491" y="265413"/>
                    <a:pt x="982" y="265167"/>
                    <a:pt x="1488" y="264914"/>
                  </a:cubicBezTo>
                  <a:cubicBezTo>
                    <a:pt x="2137" y="263380"/>
                    <a:pt x="2627" y="261821"/>
                    <a:pt x="3139" y="260237"/>
                  </a:cubicBezTo>
                  <a:cubicBezTo>
                    <a:pt x="3331" y="259816"/>
                    <a:pt x="3523" y="259395"/>
                    <a:pt x="3721" y="258961"/>
                  </a:cubicBezTo>
                  <a:cubicBezTo>
                    <a:pt x="4212" y="258961"/>
                    <a:pt x="4703" y="258961"/>
                    <a:pt x="5209" y="258961"/>
                  </a:cubicBezTo>
                  <a:cubicBezTo>
                    <a:pt x="5301" y="258117"/>
                    <a:pt x="5393" y="257273"/>
                    <a:pt x="5488" y="256403"/>
                  </a:cubicBezTo>
                  <a:cubicBezTo>
                    <a:pt x="5642" y="255528"/>
                    <a:pt x="5795" y="254653"/>
                    <a:pt x="5953" y="253752"/>
                  </a:cubicBezTo>
                  <a:cubicBezTo>
                    <a:pt x="6444" y="253506"/>
                    <a:pt x="6935" y="253261"/>
                    <a:pt x="7441" y="253008"/>
                  </a:cubicBezTo>
                  <a:cubicBezTo>
                    <a:pt x="7626" y="252087"/>
                    <a:pt x="7626" y="252087"/>
                    <a:pt x="7813" y="251147"/>
                  </a:cubicBezTo>
                  <a:cubicBezTo>
                    <a:pt x="7998" y="250227"/>
                    <a:pt x="7998" y="250227"/>
                    <a:pt x="8186" y="249287"/>
                  </a:cubicBezTo>
                  <a:cubicBezTo>
                    <a:pt x="8677" y="249042"/>
                    <a:pt x="9168" y="248796"/>
                    <a:pt x="9674" y="248543"/>
                  </a:cubicBezTo>
                  <a:cubicBezTo>
                    <a:pt x="9904" y="247668"/>
                    <a:pt x="10134" y="246793"/>
                    <a:pt x="10371" y="245892"/>
                  </a:cubicBezTo>
                  <a:cubicBezTo>
                    <a:pt x="10632" y="245048"/>
                    <a:pt x="10893" y="244204"/>
                    <a:pt x="11162" y="243334"/>
                  </a:cubicBezTo>
                  <a:cubicBezTo>
                    <a:pt x="11899" y="243334"/>
                    <a:pt x="12636" y="243334"/>
                    <a:pt x="13395" y="243334"/>
                  </a:cubicBezTo>
                  <a:cubicBezTo>
                    <a:pt x="13348" y="242367"/>
                    <a:pt x="13302" y="241400"/>
                    <a:pt x="13255" y="240404"/>
                  </a:cubicBezTo>
                  <a:cubicBezTo>
                    <a:pt x="13177" y="238756"/>
                    <a:pt x="13177" y="238756"/>
                    <a:pt x="13395" y="237381"/>
                  </a:cubicBezTo>
                  <a:cubicBezTo>
                    <a:pt x="14131" y="237135"/>
                    <a:pt x="14868" y="236890"/>
                    <a:pt x="15627" y="236637"/>
                  </a:cubicBezTo>
                  <a:cubicBezTo>
                    <a:pt x="15905" y="235154"/>
                    <a:pt x="16153" y="233665"/>
                    <a:pt x="16371" y="232172"/>
                  </a:cubicBezTo>
                  <a:cubicBezTo>
                    <a:pt x="16862" y="231926"/>
                    <a:pt x="17353" y="231681"/>
                    <a:pt x="17859" y="231428"/>
                  </a:cubicBezTo>
                  <a:cubicBezTo>
                    <a:pt x="18508" y="229894"/>
                    <a:pt x="18998" y="228335"/>
                    <a:pt x="19510" y="226751"/>
                  </a:cubicBezTo>
                  <a:cubicBezTo>
                    <a:pt x="19702" y="226330"/>
                    <a:pt x="19894" y="225908"/>
                    <a:pt x="20092" y="225475"/>
                  </a:cubicBezTo>
                  <a:cubicBezTo>
                    <a:pt x="20583" y="225475"/>
                    <a:pt x="21074" y="225475"/>
                    <a:pt x="21580" y="225475"/>
                  </a:cubicBezTo>
                  <a:cubicBezTo>
                    <a:pt x="21554" y="225000"/>
                    <a:pt x="21528" y="224525"/>
                    <a:pt x="21502" y="224036"/>
                  </a:cubicBezTo>
                  <a:cubicBezTo>
                    <a:pt x="21481" y="223421"/>
                    <a:pt x="21461" y="222806"/>
                    <a:pt x="21441" y="222172"/>
                  </a:cubicBezTo>
                  <a:cubicBezTo>
                    <a:pt x="21415" y="221560"/>
                    <a:pt x="21389" y="220947"/>
                    <a:pt x="21362" y="220315"/>
                  </a:cubicBezTo>
                  <a:cubicBezTo>
                    <a:pt x="21434" y="219808"/>
                    <a:pt x="21506" y="219300"/>
                    <a:pt x="21580" y="218777"/>
                  </a:cubicBezTo>
                  <a:cubicBezTo>
                    <a:pt x="22317" y="218532"/>
                    <a:pt x="23053" y="218286"/>
                    <a:pt x="23813" y="218033"/>
                  </a:cubicBezTo>
                  <a:cubicBezTo>
                    <a:pt x="24249" y="216458"/>
                    <a:pt x="24249" y="216458"/>
                    <a:pt x="24324" y="214638"/>
                  </a:cubicBezTo>
                  <a:cubicBezTo>
                    <a:pt x="24373" y="214023"/>
                    <a:pt x="24422" y="213408"/>
                    <a:pt x="24472" y="212775"/>
                  </a:cubicBezTo>
                  <a:cubicBezTo>
                    <a:pt x="24500" y="212300"/>
                    <a:pt x="24528" y="211825"/>
                    <a:pt x="24557" y="211336"/>
                  </a:cubicBezTo>
                  <a:cubicBezTo>
                    <a:pt x="25293" y="211336"/>
                    <a:pt x="26030" y="211336"/>
                    <a:pt x="26789" y="211336"/>
                  </a:cubicBezTo>
                  <a:cubicBezTo>
                    <a:pt x="26826" y="210861"/>
                    <a:pt x="26862" y="210386"/>
                    <a:pt x="26900" y="209897"/>
                  </a:cubicBezTo>
                  <a:cubicBezTo>
                    <a:pt x="26955" y="209282"/>
                    <a:pt x="27011" y="208667"/>
                    <a:pt x="27068" y="208034"/>
                  </a:cubicBezTo>
                  <a:cubicBezTo>
                    <a:pt x="27146" y="207114"/>
                    <a:pt x="27146" y="207114"/>
                    <a:pt x="27225" y="206176"/>
                  </a:cubicBezTo>
                  <a:cubicBezTo>
                    <a:pt x="27327" y="205669"/>
                    <a:pt x="27428" y="205161"/>
                    <a:pt x="27533" y="204639"/>
                  </a:cubicBezTo>
                  <a:cubicBezTo>
                    <a:pt x="28024" y="204393"/>
                    <a:pt x="28515" y="204148"/>
                    <a:pt x="29021" y="203895"/>
                  </a:cubicBezTo>
                  <a:cubicBezTo>
                    <a:pt x="29286" y="201777"/>
                    <a:pt x="29352" y="199678"/>
                    <a:pt x="29437" y="197546"/>
                  </a:cubicBezTo>
                  <a:cubicBezTo>
                    <a:pt x="29546" y="196940"/>
                    <a:pt x="29654" y="196334"/>
                    <a:pt x="29766" y="195709"/>
                  </a:cubicBezTo>
                  <a:cubicBezTo>
                    <a:pt x="30502" y="195463"/>
                    <a:pt x="31239" y="195218"/>
                    <a:pt x="31998" y="194965"/>
                  </a:cubicBezTo>
                  <a:cubicBezTo>
                    <a:pt x="32435" y="193389"/>
                    <a:pt x="32435" y="193389"/>
                    <a:pt x="32510" y="191570"/>
                  </a:cubicBezTo>
                  <a:cubicBezTo>
                    <a:pt x="32559" y="190955"/>
                    <a:pt x="32607" y="190340"/>
                    <a:pt x="32658" y="189706"/>
                  </a:cubicBezTo>
                  <a:cubicBezTo>
                    <a:pt x="32686" y="189232"/>
                    <a:pt x="32714" y="188757"/>
                    <a:pt x="32742" y="188268"/>
                  </a:cubicBezTo>
                  <a:cubicBezTo>
                    <a:pt x="33479" y="188268"/>
                    <a:pt x="34216" y="188268"/>
                    <a:pt x="34975" y="188268"/>
                  </a:cubicBezTo>
                  <a:cubicBezTo>
                    <a:pt x="35011" y="187632"/>
                    <a:pt x="35048" y="186996"/>
                    <a:pt x="35085" y="186340"/>
                  </a:cubicBezTo>
                  <a:cubicBezTo>
                    <a:pt x="35141" y="185518"/>
                    <a:pt x="35196" y="184696"/>
                    <a:pt x="35254" y="183849"/>
                  </a:cubicBezTo>
                  <a:cubicBezTo>
                    <a:pt x="35305" y="183029"/>
                    <a:pt x="35357" y="182209"/>
                    <a:pt x="35411" y="181364"/>
                  </a:cubicBezTo>
                  <a:cubicBezTo>
                    <a:pt x="35512" y="180695"/>
                    <a:pt x="35614" y="180027"/>
                    <a:pt x="35719" y="179338"/>
                  </a:cubicBezTo>
                  <a:cubicBezTo>
                    <a:pt x="36210" y="179092"/>
                    <a:pt x="36701" y="178847"/>
                    <a:pt x="37207" y="178594"/>
                  </a:cubicBezTo>
                  <a:cubicBezTo>
                    <a:pt x="37556" y="176498"/>
                    <a:pt x="37556" y="176498"/>
                    <a:pt x="37672" y="174082"/>
                  </a:cubicBezTo>
                  <a:cubicBezTo>
                    <a:pt x="37728" y="173260"/>
                    <a:pt x="37783" y="172438"/>
                    <a:pt x="37841" y="171591"/>
                  </a:cubicBezTo>
                  <a:cubicBezTo>
                    <a:pt x="37877" y="170955"/>
                    <a:pt x="37914" y="170319"/>
                    <a:pt x="37951" y="169664"/>
                  </a:cubicBezTo>
                  <a:cubicBezTo>
                    <a:pt x="38688" y="169664"/>
                    <a:pt x="39425" y="169664"/>
                    <a:pt x="40184" y="169664"/>
                  </a:cubicBezTo>
                  <a:cubicBezTo>
                    <a:pt x="40552" y="164875"/>
                    <a:pt x="40552" y="164875"/>
                    <a:pt x="40928" y="159990"/>
                  </a:cubicBezTo>
                  <a:cubicBezTo>
                    <a:pt x="41664" y="159990"/>
                    <a:pt x="42401" y="159990"/>
                    <a:pt x="43160" y="159990"/>
                  </a:cubicBezTo>
                  <a:cubicBezTo>
                    <a:pt x="43406" y="156307"/>
                    <a:pt x="43651" y="152623"/>
                    <a:pt x="43904" y="148828"/>
                  </a:cubicBezTo>
                  <a:cubicBezTo>
                    <a:pt x="44641" y="148828"/>
                    <a:pt x="45378" y="148828"/>
                    <a:pt x="46137" y="148828"/>
                  </a:cubicBezTo>
                  <a:cubicBezTo>
                    <a:pt x="46111" y="148031"/>
                    <a:pt x="46085" y="147234"/>
                    <a:pt x="46058" y="146413"/>
                  </a:cubicBezTo>
                  <a:cubicBezTo>
                    <a:pt x="46037" y="145373"/>
                    <a:pt x="46017" y="144333"/>
                    <a:pt x="45997" y="143294"/>
                  </a:cubicBezTo>
                  <a:cubicBezTo>
                    <a:pt x="45978" y="142767"/>
                    <a:pt x="45960" y="142241"/>
                    <a:pt x="45941" y="141699"/>
                  </a:cubicBezTo>
                  <a:cubicBezTo>
                    <a:pt x="45919" y="140180"/>
                    <a:pt x="45919" y="140180"/>
                    <a:pt x="46137" y="137666"/>
                  </a:cubicBezTo>
                  <a:cubicBezTo>
                    <a:pt x="46873" y="137420"/>
                    <a:pt x="47610" y="137175"/>
                    <a:pt x="48369" y="136922"/>
                  </a:cubicBezTo>
                  <a:cubicBezTo>
                    <a:pt x="48661" y="134995"/>
                    <a:pt x="48819" y="133230"/>
                    <a:pt x="48881" y="131294"/>
                  </a:cubicBezTo>
                  <a:cubicBezTo>
                    <a:pt x="48906" y="130765"/>
                    <a:pt x="48932" y="130236"/>
                    <a:pt x="48958" y="129691"/>
                  </a:cubicBezTo>
                  <a:cubicBezTo>
                    <a:pt x="49019" y="128381"/>
                    <a:pt x="49068" y="127070"/>
                    <a:pt x="49113" y="125760"/>
                  </a:cubicBezTo>
                  <a:cubicBezTo>
                    <a:pt x="49604" y="125760"/>
                    <a:pt x="50096" y="125760"/>
                    <a:pt x="50602" y="125760"/>
                  </a:cubicBezTo>
                  <a:cubicBezTo>
                    <a:pt x="51636" y="122658"/>
                    <a:pt x="51607" y="119532"/>
                    <a:pt x="51731" y="116289"/>
                  </a:cubicBezTo>
                  <a:cubicBezTo>
                    <a:pt x="51799" y="114978"/>
                    <a:pt x="51939" y="113670"/>
                    <a:pt x="52090" y="112365"/>
                  </a:cubicBezTo>
                  <a:cubicBezTo>
                    <a:pt x="52581" y="112120"/>
                    <a:pt x="53072" y="111874"/>
                    <a:pt x="53578" y="111621"/>
                  </a:cubicBezTo>
                  <a:cubicBezTo>
                    <a:pt x="53819" y="110263"/>
                    <a:pt x="53819" y="110263"/>
                    <a:pt x="53808" y="108645"/>
                  </a:cubicBezTo>
                  <a:cubicBezTo>
                    <a:pt x="53826" y="108046"/>
                    <a:pt x="53845" y="107447"/>
                    <a:pt x="53864" y="106831"/>
                  </a:cubicBezTo>
                  <a:cubicBezTo>
                    <a:pt x="53891" y="105559"/>
                    <a:pt x="53914" y="104288"/>
                    <a:pt x="53934" y="103017"/>
                  </a:cubicBezTo>
                  <a:cubicBezTo>
                    <a:pt x="53954" y="102418"/>
                    <a:pt x="53974" y="101820"/>
                    <a:pt x="53994" y="101203"/>
                  </a:cubicBezTo>
                  <a:cubicBezTo>
                    <a:pt x="54004" y="100651"/>
                    <a:pt x="54014" y="100098"/>
                    <a:pt x="54024" y="99529"/>
                  </a:cubicBezTo>
                  <a:cubicBezTo>
                    <a:pt x="54123" y="99099"/>
                    <a:pt x="54221" y="98669"/>
                    <a:pt x="54322" y="98227"/>
                  </a:cubicBezTo>
                  <a:cubicBezTo>
                    <a:pt x="55059" y="97981"/>
                    <a:pt x="55796" y="97735"/>
                    <a:pt x="56555" y="97482"/>
                  </a:cubicBezTo>
                  <a:cubicBezTo>
                    <a:pt x="56899" y="96057"/>
                    <a:pt x="56899" y="96057"/>
                    <a:pt x="56857" y="94343"/>
                  </a:cubicBezTo>
                  <a:cubicBezTo>
                    <a:pt x="56881" y="93395"/>
                    <a:pt x="56881" y="93395"/>
                    <a:pt x="56906" y="92427"/>
                  </a:cubicBezTo>
                  <a:cubicBezTo>
                    <a:pt x="56913" y="91763"/>
                    <a:pt x="56920" y="91098"/>
                    <a:pt x="56927" y="90413"/>
                  </a:cubicBezTo>
                  <a:cubicBezTo>
                    <a:pt x="56940" y="89103"/>
                    <a:pt x="56963" y="87793"/>
                    <a:pt x="56997" y="86483"/>
                  </a:cubicBezTo>
                  <a:cubicBezTo>
                    <a:pt x="57002" y="85899"/>
                    <a:pt x="57007" y="85316"/>
                    <a:pt x="57013" y="84714"/>
                  </a:cubicBezTo>
                  <a:cubicBezTo>
                    <a:pt x="57107" y="84262"/>
                    <a:pt x="57201" y="83810"/>
                    <a:pt x="57299" y="83344"/>
                  </a:cubicBezTo>
                  <a:cubicBezTo>
                    <a:pt x="58036" y="83098"/>
                    <a:pt x="58772" y="82853"/>
                    <a:pt x="59531" y="82600"/>
                  </a:cubicBezTo>
                  <a:cubicBezTo>
                    <a:pt x="59531" y="78916"/>
                    <a:pt x="59531" y="75233"/>
                    <a:pt x="59531" y="71437"/>
                  </a:cubicBezTo>
                  <a:cubicBezTo>
                    <a:pt x="43569" y="71437"/>
                    <a:pt x="27608" y="71437"/>
                    <a:pt x="11162" y="71437"/>
                  </a:cubicBezTo>
                  <a:cubicBezTo>
                    <a:pt x="11162" y="47863"/>
                    <a:pt x="11162" y="24289"/>
                    <a:pt x="11162" y="0"/>
                  </a:cubicBezTo>
                  <a:close/>
                </a:path>
              </a:pathLst>
            </a:custGeom>
            <a:grpFill/>
            <a:ln w="744" cap="flat">
              <a:noFill/>
              <a:prstDash val="solid"/>
              <a:miter/>
            </a:ln>
          </p:spPr>
          <p:txBody>
            <a:bodyPr rtlCol="0" anchor="ctr"/>
            <a:lstStyle/>
            <a:p>
              <a:endParaRPr lang="zh-CN" altLang="en-US"/>
            </a:p>
          </p:txBody>
        </p:sp>
        <p:sp>
          <p:nvSpPr>
            <p:cNvPr id="99" name="任意多边形: 形状 98"/>
            <p:cNvSpPr/>
            <p:nvPr/>
          </p:nvSpPr>
          <p:spPr>
            <a:xfrm>
              <a:off x="9463343" y="832394"/>
              <a:ext cx="445847" cy="328032"/>
            </a:xfrm>
            <a:custGeom>
              <a:avLst/>
              <a:gdLst>
                <a:gd name="connsiteX0" fmla="*/ 169656 w 445847"/>
                <a:gd name="connsiteY0" fmla="*/ 955 h 328032"/>
                <a:gd name="connsiteX1" fmla="*/ 175398 w 445847"/>
                <a:gd name="connsiteY1" fmla="*/ 762 h 328032"/>
                <a:gd name="connsiteX2" fmla="*/ 177220 w 445847"/>
                <a:gd name="connsiteY2" fmla="*/ 755 h 328032"/>
                <a:gd name="connsiteX3" fmla="*/ 183213 w 445847"/>
                <a:gd name="connsiteY3" fmla="*/ 757 h 328032"/>
                <a:gd name="connsiteX4" fmla="*/ 187359 w 445847"/>
                <a:gd name="connsiteY4" fmla="*/ 753 h 328032"/>
                <a:gd name="connsiteX5" fmla="*/ 196059 w 445847"/>
                <a:gd name="connsiteY5" fmla="*/ 761 h 328032"/>
                <a:gd name="connsiteX6" fmla="*/ 207238 w 445847"/>
                <a:gd name="connsiteY6" fmla="*/ 756 h 328032"/>
                <a:gd name="connsiteX7" fmla="*/ 215802 w 445847"/>
                <a:gd name="connsiteY7" fmla="*/ 756 h 328032"/>
                <a:gd name="connsiteX8" fmla="*/ 219925 w 445847"/>
                <a:gd name="connsiteY8" fmla="*/ 752 h 328032"/>
                <a:gd name="connsiteX9" fmla="*/ 225677 w 445847"/>
                <a:gd name="connsiteY9" fmla="*/ 762 h 328032"/>
                <a:gd name="connsiteX10" fmla="*/ 227415 w 445847"/>
                <a:gd name="connsiteY10" fmla="*/ 753 h 328032"/>
                <a:gd name="connsiteX11" fmla="*/ 231419 w 445847"/>
                <a:gd name="connsiteY11" fmla="*/ 955 h 328032"/>
                <a:gd name="connsiteX12" fmla="*/ 232248 w 445847"/>
                <a:gd name="connsiteY12" fmla="*/ 7462 h 328032"/>
                <a:gd name="connsiteX13" fmla="*/ 232248 w 445847"/>
                <a:gd name="connsiteY13" fmla="*/ 9024 h 328032"/>
                <a:gd name="connsiteX14" fmla="*/ 232236 w 445847"/>
                <a:gd name="connsiteY14" fmla="*/ 14146 h 328032"/>
                <a:gd name="connsiteX15" fmla="*/ 232233 w 445847"/>
                <a:gd name="connsiteY15" fmla="*/ 17693 h 328032"/>
                <a:gd name="connsiteX16" fmla="*/ 232214 w 445847"/>
                <a:gd name="connsiteY16" fmla="*/ 27037 h 328032"/>
                <a:gd name="connsiteX17" fmla="*/ 232200 w 445847"/>
                <a:gd name="connsiteY17" fmla="*/ 36569 h 328032"/>
                <a:gd name="connsiteX18" fmla="*/ 232163 w 445847"/>
                <a:gd name="connsiteY18" fmla="*/ 55277 h 328032"/>
                <a:gd name="connsiteX19" fmla="*/ 234114 w 445847"/>
                <a:gd name="connsiteY19" fmla="*/ 55275 h 328032"/>
                <a:gd name="connsiteX20" fmla="*/ 281025 w 445847"/>
                <a:gd name="connsiteY20" fmla="*/ 55239 h 328032"/>
                <a:gd name="connsiteX21" fmla="*/ 303710 w 445847"/>
                <a:gd name="connsiteY21" fmla="*/ 55221 h 328032"/>
                <a:gd name="connsiteX22" fmla="*/ 323476 w 445847"/>
                <a:gd name="connsiteY22" fmla="*/ 55207 h 328032"/>
                <a:gd name="connsiteX23" fmla="*/ 333948 w 445847"/>
                <a:gd name="connsiteY23" fmla="*/ 55199 h 328032"/>
                <a:gd name="connsiteX24" fmla="*/ 343793 w 445847"/>
                <a:gd name="connsiteY24" fmla="*/ 55193 h 328032"/>
                <a:gd name="connsiteX25" fmla="*/ 347417 w 445847"/>
                <a:gd name="connsiteY25" fmla="*/ 55189 h 328032"/>
                <a:gd name="connsiteX26" fmla="*/ 352343 w 445847"/>
                <a:gd name="connsiteY26" fmla="*/ 55188 h 328032"/>
                <a:gd name="connsiteX27" fmla="*/ 355135 w 445847"/>
                <a:gd name="connsiteY27" fmla="*/ 55186 h 328032"/>
                <a:gd name="connsiteX28" fmla="*/ 357923 w 445847"/>
                <a:gd name="connsiteY28" fmla="*/ 56021 h 328032"/>
                <a:gd name="connsiteX29" fmla="*/ 358031 w 445847"/>
                <a:gd name="connsiteY29" fmla="*/ 62660 h 328032"/>
                <a:gd name="connsiteX30" fmla="*/ 358039 w 445847"/>
                <a:gd name="connsiteY30" fmla="*/ 64797 h 328032"/>
                <a:gd name="connsiteX31" fmla="*/ 358052 w 445847"/>
                <a:gd name="connsiteY31" fmla="*/ 71942 h 328032"/>
                <a:gd name="connsiteX32" fmla="*/ 358067 w 445847"/>
                <a:gd name="connsiteY32" fmla="*/ 77041 h 328032"/>
                <a:gd name="connsiteX33" fmla="*/ 358094 w 445847"/>
                <a:gd name="connsiteY33" fmla="*/ 88050 h 328032"/>
                <a:gd name="connsiteX34" fmla="*/ 358142 w 445847"/>
                <a:gd name="connsiteY34" fmla="*/ 105436 h 328032"/>
                <a:gd name="connsiteX35" fmla="*/ 358215 w 445847"/>
                <a:gd name="connsiteY35" fmla="*/ 129797 h 328032"/>
                <a:gd name="connsiteX36" fmla="*/ 358220 w 445847"/>
                <a:gd name="connsiteY36" fmla="*/ 131359 h 328032"/>
                <a:gd name="connsiteX37" fmla="*/ 358274 w 445847"/>
                <a:gd name="connsiteY37" fmla="*/ 153324 h 328032"/>
                <a:gd name="connsiteX38" fmla="*/ 358278 w 445847"/>
                <a:gd name="connsiteY38" fmla="*/ 154887 h 328032"/>
                <a:gd name="connsiteX39" fmla="*/ 358282 w 445847"/>
                <a:gd name="connsiteY39" fmla="*/ 156448 h 328032"/>
                <a:gd name="connsiteX40" fmla="*/ 358357 w 445847"/>
                <a:gd name="connsiteY40" fmla="*/ 182176 h 328032"/>
                <a:gd name="connsiteX41" fmla="*/ 358399 w 445847"/>
                <a:gd name="connsiteY41" fmla="*/ 199480 h 328032"/>
                <a:gd name="connsiteX42" fmla="*/ 358433 w 445847"/>
                <a:gd name="connsiteY42" fmla="*/ 210222 h 328032"/>
                <a:gd name="connsiteX43" fmla="*/ 358442 w 445847"/>
                <a:gd name="connsiteY43" fmla="*/ 215225 h 328032"/>
                <a:gd name="connsiteX44" fmla="*/ 358465 w 445847"/>
                <a:gd name="connsiteY44" fmla="*/ 222023 h 328032"/>
                <a:gd name="connsiteX45" fmla="*/ 358459 w 445847"/>
                <a:gd name="connsiteY45" fmla="*/ 224051 h 328032"/>
                <a:gd name="connsiteX46" fmla="*/ 358667 w 445847"/>
                <a:gd name="connsiteY46" fmla="*/ 228662 h 328032"/>
                <a:gd name="connsiteX47" fmla="*/ 360156 w 445847"/>
                <a:gd name="connsiteY47" fmla="*/ 229406 h 328032"/>
                <a:gd name="connsiteX48" fmla="*/ 360301 w 445847"/>
                <a:gd name="connsiteY48" fmla="*/ 233386 h 328032"/>
                <a:gd name="connsiteX49" fmla="*/ 360286 w 445847"/>
                <a:gd name="connsiteY49" fmla="*/ 235820 h 328032"/>
                <a:gd name="connsiteX50" fmla="*/ 360249 w 445847"/>
                <a:gd name="connsiteY50" fmla="*/ 238382 h 328032"/>
                <a:gd name="connsiteX51" fmla="*/ 360228 w 445847"/>
                <a:gd name="connsiteY51" fmla="*/ 240953 h 328032"/>
                <a:gd name="connsiteX52" fmla="*/ 360156 w 445847"/>
                <a:gd name="connsiteY52" fmla="*/ 247266 h 328032"/>
                <a:gd name="connsiteX53" fmla="*/ 361731 w 445847"/>
                <a:gd name="connsiteY53" fmla="*/ 246998 h 328032"/>
                <a:gd name="connsiteX54" fmla="*/ 363783 w 445847"/>
                <a:gd name="connsiteY54" fmla="*/ 246707 h 328032"/>
                <a:gd name="connsiteX55" fmla="*/ 365824 w 445847"/>
                <a:gd name="connsiteY55" fmla="*/ 246393 h 328032"/>
                <a:gd name="connsiteX56" fmla="*/ 367597 w 445847"/>
                <a:gd name="connsiteY56" fmla="*/ 246521 h 328032"/>
                <a:gd name="connsiteX57" fmla="*/ 368267 w 445847"/>
                <a:gd name="connsiteY57" fmla="*/ 247973 h 328032"/>
                <a:gd name="connsiteX58" fmla="*/ 369085 w 445847"/>
                <a:gd name="connsiteY58" fmla="*/ 249498 h 328032"/>
                <a:gd name="connsiteX59" fmla="*/ 374088 w 445847"/>
                <a:gd name="connsiteY59" fmla="*/ 249893 h 328032"/>
                <a:gd name="connsiteX60" fmla="*/ 375578 w 445847"/>
                <a:gd name="connsiteY60" fmla="*/ 249902 h 328032"/>
                <a:gd name="connsiteX61" fmla="*/ 378695 w 445847"/>
                <a:gd name="connsiteY61" fmla="*/ 249886 h 328032"/>
                <a:gd name="connsiteX62" fmla="*/ 383481 w 445847"/>
                <a:gd name="connsiteY62" fmla="*/ 249905 h 328032"/>
                <a:gd name="connsiteX63" fmla="*/ 386506 w 445847"/>
                <a:gd name="connsiteY63" fmla="*/ 249893 h 328032"/>
                <a:gd name="connsiteX64" fmla="*/ 389299 w 445847"/>
                <a:gd name="connsiteY64" fmla="*/ 249883 h 328032"/>
                <a:gd name="connsiteX65" fmla="*/ 391409 w 445847"/>
                <a:gd name="connsiteY65" fmla="*/ 249498 h 328032"/>
                <a:gd name="connsiteX66" fmla="*/ 392154 w 445847"/>
                <a:gd name="connsiteY66" fmla="*/ 246521 h 328032"/>
                <a:gd name="connsiteX67" fmla="*/ 395874 w 445847"/>
                <a:gd name="connsiteY67" fmla="*/ 246521 h 328032"/>
                <a:gd name="connsiteX68" fmla="*/ 398567 w 445847"/>
                <a:gd name="connsiteY68" fmla="*/ 239051 h 328032"/>
                <a:gd name="connsiteX69" fmla="*/ 398618 w 445847"/>
                <a:gd name="connsiteY69" fmla="*/ 237406 h 328032"/>
                <a:gd name="connsiteX70" fmla="*/ 398695 w 445847"/>
                <a:gd name="connsiteY70" fmla="*/ 235726 h 328032"/>
                <a:gd name="connsiteX71" fmla="*/ 398851 w 445847"/>
                <a:gd name="connsiteY71" fmla="*/ 231639 h 328032"/>
                <a:gd name="connsiteX72" fmla="*/ 401083 w 445847"/>
                <a:gd name="connsiteY72" fmla="*/ 231639 h 328032"/>
                <a:gd name="connsiteX73" fmla="*/ 401078 w 445847"/>
                <a:gd name="connsiteY73" fmla="*/ 229163 h 328032"/>
                <a:gd name="connsiteX74" fmla="*/ 401045 w 445847"/>
                <a:gd name="connsiteY74" fmla="*/ 206101 h 328032"/>
                <a:gd name="connsiteX75" fmla="*/ 401027 w 445847"/>
                <a:gd name="connsiteY75" fmla="*/ 194244 h 328032"/>
                <a:gd name="connsiteX76" fmla="*/ 401013 w 445847"/>
                <a:gd name="connsiteY76" fmla="*/ 182809 h 328032"/>
                <a:gd name="connsiteX77" fmla="*/ 401005 w 445847"/>
                <a:gd name="connsiteY77" fmla="*/ 178439 h 328032"/>
                <a:gd name="connsiteX78" fmla="*/ 400999 w 445847"/>
                <a:gd name="connsiteY78" fmla="*/ 172334 h 328032"/>
                <a:gd name="connsiteX79" fmla="*/ 400991 w 445847"/>
                <a:gd name="connsiteY79" fmla="*/ 170495 h 328032"/>
                <a:gd name="connsiteX80" fmla="*/ 401827 w 445847"/>
                <a:gd name="connsiteY80" fmla="*/ 164666 h 328032"/>
                <a:gd name="connsiteX81" fmla="*/ 405548 w 445847"/>
                <a:gd name="connsiteY81" fmla="*/ 164387 h 328032"/>
                <a:gd name="connsiteX82" fmla="*/ 407595 w 445847"/>
                <a:gd name="connsiteY82" fmla="*/ 164323 h 328032"/>
                <a:gd name="connsiteX83" fmla="*/ 409269 w 445847"/>
                <a:gd name="connsiteY83" fmla="*/ 164666 h 328032"/>
                <a:gd name="connsiteX84" fmla="*/ 410013 w 445847"/>
                <a:gd name="connsiteY84" fmla="*/ 167643 h 328032"/>
                <a:gd name="connsiteX85" fmla="*/ 413734 w 445847"/>
                <a:gd name="connsiteY85" fmla="*/ 168387 h 328032"/>
                <a:gd name="connsiteX86" fmla="*/ 415222 w 445847"/>
                <a:gd name="connsiteY86" fmla="*/ 171363 h 328032"/>
                <a:gd name="connsiteX87" fmla="*/ 418199 w 445847"/>
                <a:gd name="connsiteY87" fmla="*/ 171363 h 328032"/>
                <a:gd name="connsiteX88" fmla="*/ 418896 w 445847"/>
                <a:gd name="connsiteY88" fmla="*/ 172805 h 328032"/>
                <a:gd name="connsiteX89" fmla="*/ 419687 w 445847"/>
                <a:gd name="connsiteY89" fmla="*/ 174340 h 328032"/>
                <a:gd name="connsiteX90" fmla="*/ 423408 w 445847"/>
                <a:gd name="connsiteY90" fmla="*/ 175084 h 328032"/>
                <a:gd name="connsiteX91" fmla="*/ 424152 w 445847"/>
                <a:gd name="connsiteY91" fmla="*/ 177316 h 328032"/>
                <a:gd name="connsiteX92" fmla="*/ 427128 w 445847"/>
                <a:gd name="connsiteY92" fmla="*/ 178060 h 328032"/>
                <a:gd name="connsiteX93" fmla="*/ 430105 w 445847"/>
                <a:gd name="connsiteY93" fmla="*/ 178805 h 328032"/>
                <a:gd name="connsiteX94" fmla="*/ 430849 w 445847"/>
                <a:gd name="connsiteY94" fmla="*/ 181037 h 328032"/>
                <a:gd name="connsiteX95" fmla="*/ 433453 w 445847"/>
                <a:gd name="connsiteY95" fmla="*/ 181363 h 328032"/>
                <a:gd name="connsiteX96" fmla="*/ 436058 w 445847"/>
                <a:gd name="connsiteY96" fmla="*/ 181781 h 328032"/>
                <a:gd name="connsiteX97" fmla="*/ 436383 w 445847"/>
                <a:gd name="connsiteY97" fmla="*/ 183269 h 328032"/>
                <a:gd name="connsiteX98" fmla="*/ 436802 w 445847"/>
                <a:gd name="connsiteY98" fmla="*/ 184758 h 328032"/>
                <a:gd name="connsiteX99" fmla="*/ 441406 w 445847"/>
                <a:gd name="connsiteY99" fmla="*/ 185226 h 328032"/>
                <a:gd name="connsiteX100" fmla="*/ 442755 w 445847"/>
                <a:gd name="connsiteY100" fmla="*/ 185502 h 328032"/>
                <a:gd name="connsiteX101" fmla="*/ 443499 w 445847"/>
                <a:gd name="connsiteY101" fmla="*/ 187734 h 328032"/>
                <a:gd name="connsiteX102" fmla="*/ 447267 w 445847"/>
                <a:gd name="connsiteY102" fmla="*/ 188246 h 328032"/>
                <a:gd name="connsiteX103" fmla="*/ 449339 w 445847"/>
                <a:gd name="connsiteY103" fmla="*/ 188394 h 328032"/>
                <a:gd name="connsiteX104" fmla="*/ 450941 w 445847"/>
                <a:gd name="connsiteY104" fmla="*/ 188478 h 328032"/>
                <a:gd name="connsiteX105" fmla="*/ 450941 w 445847"/>
                <a:gd name="connsiteY105" fmla="*/ 191455 h 328032"/>
                <a:gd name="connsiteX106" fmla="*/ 452542 w 445847"/>
                <a:gd name="connsiteY106" fmla="*/ 191513 h 328032"/>
                <a:gd name="connsiteX107" fmla="*/ 454615 w 445847"/>
                <a:gd name="connsiteY107" fmla="*/ 191641 h 328032"/>
                <a:gd name="connsiteX108" fmla="*/ 456682 w 445847"/>
                <a:gd name="connsiteY108" fmla="*/ 191746 h 328032"/>
                <a:gd name="connsiteX109" fmla="*/ 458382 w 445847"/>
                <a:gd name="connsiteY109" fmla="*/ 192199 h 328032"/>
                <a:gd name="connsiteX110" fmla="*/ 459225 w 445847"/>
                <a:gd name="connsiteY110" fmla="*/ 200178 h 328032"/>
                <a:gd name="connsiteX111" fmla="*/ 459228 w 445847"/>
                <a:gd name="connsiteY111" fmla="*/ 201653 h 328032"/>
                <a:gd name="connsiteX112" fmla="*/ 459219 w 445847"/>
                <a:gd name="connsiteY112" fmla="*/ 206384 h 328032"/>
                <a:gd name="connsiteX113" fmla="*/ 459217 w 445847"/>
                <a:gd name="connsiteY113" fmla="*/ 208001 h 328032"/>
                <a:gd name="connsiteX114" fmla="*/ 458382 w 445847"/>
                <a:gd name="connsiteY114" fmla="*/ 233127 h 328032"/>
                <a:gd name="connsiteX115" fmla="*/ 456894 w 445847"/>
                <a:gd name="connsiteY115" fmla="*/ 233127 h 328032"/>
                <a:gd name="connsiteX116" fmla="*/ 456150 w 445847"/>
                <a:gd name="connsiteY116" fmla="*/ 254707 h 328032"/>
                <a:gd name="connsiteX117" fmla="*/ 453917 w 445847"/>
                <a:gd name="connsiteY117" fmla="*/ 254707 h 328032"/>
                <a:gd name="connsiteX118" fmla="*/ 453884 w 445847"/>
                <a:gd name="connsiteY118" fmla="*/ 255981 h 328032"/>
                <a:gd name="connsiteX119" fmla="*/ 453685 w 445847"/>
                <a:gd name="connsiteY119" fmla="*/ 261683 h 328032"/>
                <a:gd name="connsiteX120" fmla="*/ 453634 w 445847"/>
                <a:gd name="connsiteY120" fmla="*/ 263689 h 328032"/>
                <a:gd name="connsiteX121" fmla="*/ 453554 w 445847"/>
                <a:gd name="connsiteY121" fmla="*/ 265607 h 328032"/>
                <a:gd name="connsiteX122" fmla="*/ 453495 w 445847"/>
                <a:gd name="connsiteY122" fmla="*/ 267379 h 328032"/>
                <a:gd name="connsiteX123" fmla="*/ 450941 w 445847"/>
                <a:gd name="connsiteY123" fmla="*/ 270334 h 328032"/>
                <a:gd name="connsiteX124" fmla="*/ 450522 w 445847"/>
                <a:gd name="connsiteY124" fmla="*/ 274845 h 328032"/>
                <a:gd name="connsiteX125" fmla="*/ 450197 w 445847"/>
                <a:gd name="connsiteY125" fmla="*/ 279264 h 328032"/>
                <a:gd name="connsiteX126" fmla="*/ 448708 w 445847"/>
                <a:gd name="connsiteY126" fmla="*/ 280008 h 328032"/>
                <a:gd name="connsiteX127" fmla="*/ 448293 w 445847"/>
                <a:gd name="connsiteY127" fmla="*/ 285775 h 328032"/>
                <a:gd name="connsiteX128" fmla="*/ 447964 w 445847"/>
                <a:gd name="connsiteY128" fmla="*/ 287449 h 328032"/>
                <a:gd name="connsiteX129" fmla="*/ 445732 w 445847"/>
                <a:gd name="connsiteY129" fmla="*/ 288193 h 328032"/>
                <a:gd name="connsiteX130" fmla="*/ 445220 w 445847"/>
                <a:gd name="connsiteY130" fmla="*/ 291216 h 328032"/>
                <a:gd name="connsiteX131" fmla="*/ 444988 w 445847"/>
                <a:gd name="connsiteY131" fmla="*/ 294146 h 328032"/>
                <a:gd name="connsiteX132" fmla="*/ 442755 w 445847"/>
                <a:gd name="connsiteY132" fmla="*/ 294146 h 328032"/>
                <a:gd name="connsiteX133" fmla="*/ 442476 w 445847"/>
                <a:gd name="connsiteY133" fmla="*/ 296704 h 328032"/>
                <a:gd name="connsiteX134" fmla="*/ 442011 w 445847"/>
                <a:gd name="connsiteY134" fmla="*/ 299355 h 328032"/>
                <a:gd name="connsiteX135" fmla="*/ 440523 w 445847"/>
                <a:gd name="connsiteY135" fmla="*/ 300100 h 328032"/>
                <a:gd name="connsiteX136" fmla="*/ 439779 w 445847"/>
                <a:gd name="connsiteY136" fmla="*/ 301960 h 328032"/>
                <a:gd name="connsiteX137" fmla="*/ 437546 w 445847"/>
                <a:gd name="connsiteY137" fmla="*/ 304564 h 328032"/>
                <a:gd name="connsiteX138" fmla="*/ 436849 w 445847"/>
                <a:gd name="connsiteY138" fmla="*/ 306006 h 328032"/>
                <a:gd name="connsiteX139" fmla="*/ 433825 w 445847"/>
                <a:gd name="connsiteY139" fmla="*/ 309029 h 328032"/>
                <a:gd name="connsiteX140" fmla="*/ 433081 w 445847"/>
                <a:gd name="connsiteY140" fmla="*/ 311262 h 328032"/>
                <a:gd name="connsiteX141" fmla="*/ 431174 w 445847"/>
                <a:gd name="connsiteY141" fmla="*/ 312006 h 328032"/>
                <a:gd name="connsiteX142" fmla="*/ 429361 w 445847"/>
                <a:gd name="connsiteY142" fmla="*/ 312750 h 328032"/>
                <a:gd name="connsiteX143" fmla="*/ 429361 w 445847"/>
                <a:gd name="connsiteY143" fmla="*/ 314982 h 328032"/>
                <a:gd name="connsiteX144" fmla="*/ 423408 w 445847"/>
                <a:gd name="connsiteY144" fmla="*/ 315726 h 328032"/>
                <a:gd name="connsiteX145" fmla="*/ 423408 w 445847"/>
                <a:gd name="connsiteY145" fmla="*/ 318703 h 328032"/>
                <a:gd name="connsiteX146" fmla="*/ 421643 w 445847"/>
                <a:gd name="connsiteY146" fmla="*/ 318787 h 328032"/>
                <a:gd name="connsiteX147" fmla="*/ 419361 w 445847"/>
                <a:gd name="connsiteY147" fmla="*/ 318936 h 328032"/>
                <a:gd name="connsiteX148" fmla="*/ 417085 w 445847"/>
                <a:gd name="connsiteY148" fmla="*/ 319066 h 328032"/>
                <a:gd name="connsiteX149" fmla="*/ 415222 w 445847"/>
                <a:gd name="connsiteY149" fmla="*/ 319447 h 328032"/>
                <a:gd name="connsiteX150" fmla="*/ 414478 w 445847"/>
                <a:gd name="connsiteY150" fmla="*/ 321680 h 328032"/>
                <a:gd name="connsiteX151" fmla="*/ 411455 w 445847"/>
                <a:gd name="connsiteY151" fmla="*/ 321963 h 328032"/>
                <a:gd name="connsiteX152" fmla="*/ 409482 w 445847"/>
                <a:gd name="connsiteY152" fmla="*/ 321982 h 328032"/>
                <a:gd name="connsiteX153" fmla="*/ 407301 w 445847"/>
                <a:gd name="connsiteY153" fmla="*/ 321968 h 328032"/>
                <a:gd name="connsiteX154" fmla="*/ 405017 w 445847"/>
                <a:gd name="connsiteY154" fmla="*/ 321980 h 328032"/>
                <a:gd name="connsiteX155" fmla="*/ 397502 w 445847"/>
                <a:gd name="connsiteY155" fmla="*/ 321976 h 328032"/>
                <a:gd name="connsiteX156" fmla="*/ 392305 w 445847"/>
                <a:gd name="connsiteY156" fmla="*/ 321983 h 328032"/>
                <a:gd name="connsiteX157" fmla="*/ 381398 w 445847"/>
                <a:gd name="connsiteY157" fmla="*/ 321971 h 328032"/>
                <a:gd name="connsiteX158" fmla="*/ 367381 w 445847"/>
                <a:gd name="connsiteY158" fmla="*/ 321979 h 328032"/>
                <a:gd name="connsiteX159" fmla="*/ 356645 w 445847"/>
                <a:gd name="connsiteY159" fmla="*/ 321978 h 328032"/>
                <a:gd name="connsiteX160" fmla="*/ 351476 w 445847"/>
                <a:gd name="connsiteY160" fmla="*/ 321984 h 328032"/>
                <a:gd name="connsiteX161" fmla="*/ 344264 w 445847"/>
                <a:gd name="connsiteY161" fmla="*/ 321968 h 328032"/>
                <a:gd name="connsiteX162" fmla="*/ 342083 w 445847"/>
                <a:gd name="connsiteY162" fmla="*/ 321982 h 328032"/>
                <a:gd name="connsiteX163" fmla="*/ 340110 w 445847"/>
                <a:gd name="connsiteY163" fmla="*/ 321963 h 328032"/>
                <a:gd name="connsiteX164" fmla="*/ 338385 w 445847"/>
                <a:gd name="connsiteY164" fmla="*/ 321961 h 328032"/>
                <a:gd name="connsiteX165" fmla="*/ 337087 w 445847"/>
                <a:gd name="connsiteY165" fmla="*/ 321680 h 328032"/>
                <a:gd name="connsiteX166" fmla="*/ 336343 w 445847"/>
                <a:gd name="connsiteY166" fmla="*/ 319447 h 328032"/>
                <a:gd name="connsiteX167" fmla="*/ 328251 w 445847"/>
                <a:gd name="connsiteY167" fmla="*/ 319078 h 328032"/>
                <a:gd name="connsiteX168" fmla="*/ 325925 w 445847"/>
                <a:gd name="connsiteY168" fmla="*/ 318703 h 328032"/>
                <a:gd name="connsiteX169" fmla="*/ 325181 w 445847"/>
                <a:gd name="connsiteY169" fmla="*/ 315726 h 328032"/>
                <a:gd name="connsiteX170" fmla="*/ 322576 w 445847"/>
                <a:gd name="connsiteY170" fmla="*/ 315354 h 328032"/>
                <a:gd name="connsiteX171" fmla="*/ 319972 w 445847"/>
                <a:gd name="connsiteY171" fmla="*/ 314982 h 328032"/>
                <a:gd name="connsiteX172" fmla="*/ 319228 w 445847"/>
                <a:gd name="connsiteY172" fmla="*/ 312006 h 328032"/>
                <a:gd name="connsiteX173" fmla="*/ 317367 w 445847"/>
                <a:gd name="connsiteY173" fmla="*/ 311634 h 328032"/>
                <a:gd name="connsiteX174" fmla="*/ 315507 w 445847"/>
                <a:gd name="connsiteY174" fmla="*/ 311262 h 328032"/>
                <a:gd name="connsiteX175" fmla="*/ 314763 w 445847"/>
                <a:gd name="connsiteY175" fmla="*/ 308285 h 328032"/>
                <a:gd name="connsiteX176" fmla="*/ 313400 w 445847"/>
                <a:gd name="connsiteY176" fmla="*/ 307657 h 328032"/>
                <a:gd name="connsiteX177" fmla="*/ 309461 w 445847"/>
                <a:gd name="connsiteY177" fmla="*/ 303402 h 328032"/>
                <a:gd name="connsiteX178" fmla="*/ 305833 w 445847"/>
                <a:gd name="connsiteY178" fmla="*/ 299355 h 328032"/>
                <a:gd name="connsiteX179" fmla="*/ 305508 w 445847"/>
                <a:gd name="connsiteY179" fmla="*/ 297123 h 328032"/>
                <a:gd name="connsiteX180" fmla="*/ 305089 w 445847"/>
                <a:gd name="connsiteY180" fmla="*/ 294891 h 328032"/>
                <a:gd name="connsiteX181" fmla="*/ 302857 w 445847"/>
                <a:gd name="connsiteY181" fmla="*/ 294146 h 328032"/>
                <a:gd name="connsiteX182" fmla="*/ 302717 w 445847"/>
                <a:gd name="connsiteY182" fmla="*/ 290379 h 328032"/>
                <a:gd name="connsiteX183" fmla="*/ 302778 w 445847"/>
                <a:gd name="connsiteY183" fmla="*/ 288307 h 328032"/>
                <a:gd name="connsiteX184" fmla="*/ 302857 w 445847"/>
                <a:gd name="connsiteY184" fmla="*/ 286705 h 328032"/>
                <a:gd name="connsiteX185" fmla="*/ 300624 w 445847"/>
                <a:gd name="connsiteY185" fmla="*/ 286705 h 328032"/>
                <a:gd name="connsiteX186" fmla="*/ 300540 w 445847"/>
                <a:gd name="connsiteY186" fmla="*/ 284641 h 328032"/>
                <a:gd name="connsiteX187" fmla="*/ 300392 w 445847"/>
                <a:gd name="connsiteY187" fmla="*/ 281961 h 328032"/>
                <a:gd name="connsiteX188" fmla="*/ 300261 w 445847"/>
                <a:gd name="connsiteY188" fmla="*/ 279293 h 328032"/>
                <a:gd name="connsiteX189" fmla="*/ 299880 w 445847"/>
                <a:gd name="connsiteY189" fmla="*/ 277031 h 328032"/>
                <a:gd name="connsiteX190" fmla="*/ 297648 w 445847"/>
                <a:gd name="connsiteY190" fmla="*/ 275543 h 328032"/>
                <a:gd name="connsiteX191" fmla="*/ 297267 w 445847"/>
                <a:gd name="connsiteY191" fmla="*/ 270677 h 328032"/>
                <a:gd name="connsiteX192" fmla="*/ 297187 w 445847"/>
                <a:gd name="connsiteY192" fmla="*/ 267741 h 328032"/>
                <a:gd name="connsiteX193" fmla="*/ 297136 w 445847"/>
                <a:gd name="connsiteY193" fmla="*/ 264660 h 328032"/>
                <a:gd name="connsiteX194" fmla="*/ 297059 w 445847"/>
                <a:gd name="connsiteY194" fmla="*/ 261561 h 328032"/>
                <a:gd name="connsiteX195" fmla="*/ 296904 w 445847"/>
                <a:gd name="connsiteY195" fmla="*/ 253963 h 328032"/>
                <a:gd name="connsiteX196" fmla="*/ 294671 w 445847"/>
                <a:gd name="connsiteY196" fmla="*/ 254707 h 328032"/>
                <a:gd name="connsiteX197" fmla="*/ 293927 w 445847"/>
                <a:gd name="connsiteY197" fmla="*/ 126715 h 328032"/>
                <a:gd name="connsiteX198" fmla="*/ 292439 w 445847"/>
                <a:gd name="connsiteY198" fmla="*/ 127459 h 328032"/>
                <a:gd name="connsiteX199" fmla="*/ 286977 w 445847"/>
                <a:gd name="connsiteY199" fmla="*/ 127567 h 328032"/>
                <a:gd name="connsiteX200" fmla="*/ 285272 w 445847"/>
                <a:gd name="connsiteY200" fmla="*/ 127575 h 328032"/>
                <a:gd name="connsiteX201" fmla="*/ 279675 w 445847"/>
                <a:gd name="connsiteY201" fmla="*/ 127584 h 328032"/>
                <a:gd name="connsiteX202" fmla="*/ 275793 w 445847"/>
                <a:gd name="connsiteY202" fmla="*/ 127591 h 328032"/>
                <a:gd name="connsiteX203" fmla="*/ 267650 w 445847"/>
                <a:gd name="connsiteY203" fmla="*/ 127597 h 328032"/>
                <a:gd name="connsiteX204" fmla="*/ 257206 w 445847"/>
                <a:gd name="connsiteY204" fmla="*/ 127620 h 328032"/>
                <a:gd name="connsiteX205" fmla="*/ 249187 w 445847"/>
                <a:gd name="connsiteY205" fmla="*/ 127629 h 328032"/>
                <a:gd name="connsiteX206" fmla="*/ 245336 w 445847"/>
                <a:gd name="connsiteY206" fmla="*/ 127639 h 328032"/>
                <a:gd name="connsiteX207" fmla="*/ 239954 w 445847"/>
                <a:gd name="connsiteY207" fmla="*/ 127640 h 328032"/>
                <a:gd name="connsiteX208" fmla="*/ 238340 w 445847"/>
                <a:gd name="connsiteY208" fmla="*/ 127652 h 328032"/>
                <a:gd name="connsiteX209" fmla="*/ 232163 w 445847"/>
                <a:gd name="connsiteY209" fmla="*/ 125971 h 328032"/>
                <a:gd name="connsiteX210" fmla="*/ 232242 w 445847"/>
                <a:gd name="connsiteY210" fmla="*/ 128061 h 328032"/>
                <a:gd name="connsiteX211" fmla="*/ 232303 w 445847"/>
                <a:gd name="connsiteY211" fmla="*/ 130761 h 328032"/>
                <a:gd name="connsiteX212" fmla="*/ 232381 w 445847"/>
                <a:gd name="connsiteY212" fmla="*/ 133456 h 328032"/>
                <a:gd name="connsiteX213" fmla="*/ 232163 w 445847"/>
                <a:gd name="connsiteY213" fmla="*/ 135644 h 328032"/>
                <a:gd name="connsiteX214" fmla="*/ 229931 w 445847"/>
                <a:gd name="connsiteY214" fmla="*/ 136389 h 328032"/>
                <a:gd name="connsiteX215" fmla="*/ 229550 w 445847"/>
                <a:gd name="connsiteY215" fmla="*/ 140205 h 328032"/>
                <a:gd name="connsiteX216" fmla="*/ 229470 w 445847"/>
                <a:gd name="connsiteY216" fmla="*/ 142538 h 328032"/>
                <a:gd name="connsiteX217" fmla="*/ 229419 w 445847"/>
                <a:gd name="connsiteY217" fmla="*/ 144993 h 328032"/>
                <a:gd name="connsiteX218" fmla="*/ 229342 w 445847"/>
                <a:gd name="connsiteY218" fmla="*/ 147456 h 328032"/>
                <a:gd name="connsiteX219" fmla="*/ 229187 w 445847"/>
                <a:gd name="connsiteY219" fmla="*/ 153504 h 328032"/>
                <a:gd name="connsiteX220" fmla="*/ 226954 w 445847"/>
                <a:gd name="connsiteY220" fmla="*/ 153504 h 328032"/>
                <a:gd name="connsiteX221" fmla="*/ 226844 w 445847"/>
                <a:gd name="connsiteY221" fmla="*/ 156245 h 328032"/>
                <a:gd name="connsiteX222" fmla="*/ 226675 w 445847"/>
                <a:gd name="connsiteY222" fmla="*/ 159783 h 328032"/>
                <a:gd name="connsiteX223" fmla="*/ 226606 w 445847"/>
                <a:gd name="connsiteY223" fmla="*/ 161592 h 328032"/>
                <a:gd name="connsiteX224" fmla="*/ 226210 w 445847"/>
                <a:gd name="connsiteY224" fmla="*/ 166154 h 328032"/>
                <a:gd name="connsiteX225" fmla="*/ 224722 w 445847"/>
                <a:gd name="connsiteY225" fmla="*/ 166898 h 328032"/>
                <a:gd name="connsiteX226" fmla="*/ 224257 w 445847"/>
                <a:gd name="connsiteY226" fmla="*/ 172154 h 328032"/>
                <a:gd name="connsiteX227" fmla="*/ 224088 w 445847"/>
                <a:gd name="connsiteY227" fmla="*/ 175064 h 328032"/>
                <a:gd name="connsiteX228" fmla="*/ 223978 w 445847"/>
                <a:gd name="connsiteY228" fmla="*/ 177316 h 328032"/>
                <a:gd name="connsiteX229" fmla="*/ 221001 w 445847"/>
                <a:gd name="connsiteY229" fmla="*/ 177316 h 328032"/>
                <a:gd name="connsiteX230" fmla="*/ 221001 w 445847"/>
                <a:gd name="connsiteY230" fmla="*/ 185502 h 328032"/>
                <a:gd name="connsiteX231" fmla="*/ 218769 w 445847"/>
                <a:gd name="connsiteY231" fmla="*/ 185502 h 328032"/>
                <a:gd name="connsiteX232" fmla="*/ 218685 w 445847"/>
                <a:gd name="connsiteY232" fmla="*/ 187214 h 328032"/>
                <a:gd name="connsiteX233" fmla="*/ 218536 w 445847"/>
                <a:gd name="connsiteY233" fmla="*/ 189455 h 328032"/>
                <a:gd name="connsiteX234" fmla="*/ 218405 w 445847"/>
                <a:gd name="connsiteY234" fmla="*/ 191679 h 328032"/>
                <a:gd name="connsiteX235" fmla="*/ 215792 w 445847"/>
                <a:gd name="connsiteY235" fmla="*/ 195920 h 328032"/>
                <a:gd name="connsiteX236" fmla="*/ 215792 w 445847"/>
                <a:gd name="connsiteY236" fmla="*/ 198245 h 328032"/>
                <a:gd name="connsiteX237" fmla="*/ 215792 w 445847"/>
                <a:gd name="connsiteY237" fmla="*/ 200385 h 328032"/>
                <a:gd name="connsiteX238" fmla="*/ 213560 w 445847"/>
                <a:gd name="connsiteY238" fmla="*/ 201129 h 328032"/>
                <a:gd name="connsiteX239" fmla="*/ 212816 w 445847"/>
                <a:gd name="connsiteY239" fmla="*/ 206338 h 328032"/>
                <a:gd name="connsiteX240" fmla="*/ 211327 w 445847"/>
                <a:gd name="connsiteY240" fmla="*/ 206338 h 328032"/>
                <a:gd name="connsiteX241" fmla="*/ 210330 w 445847"/>
                <a:gd name="connsiteY241" fmla="*/ 210989 h 328032"/>
                <a:gd name="connsiteX242" fmla="*/ 209839 w 445847"/>
                <a:gd name="connsiteY242" fmla="*/ 212291 h 328032"/>
                <a:gd name="connsiteX243" fmla="*/ 207607 w 445847"/>
                <a:gd name="connsiteY243" fmla="*/ 212291 h 328032"/>
                <a:gd name="connsiteX244" fmla="*/ 207328 w 445847"/>
                <a:gd name="connsiteY244" fmla="*/ 214849 h 328032"/>
                <a:gd name="connsiteX245" fmla="*/ 206863 w 445847"/>
                <a:gd name="connsiteY245" fmla="*/ 217500 h 328032"/>
                <a:gd name="connsiteX246" fmla="*/ 205374 w 445847"/>
                <a:gd name="connsiteY246" fmla="*/ 218244 h 328032"/>
                <a:gd name="connsiteX247" fmla="*/ 204630 w 445847"/>
                <a:gd name="connsiteY247" fmla="*/ 220104 h 328032"/>
                <a:gd name="connsiteX248" fmla="*/ 202398 w 445847"/>
                <a:gd name="connsiteY248" fmla="*/ 222709 h 328032"/>
                <a:gd name="connsiteX249" fmla="*/ 202026 w 445847"/>
                <a:gd name="connsiteY249" fmla="*/ 224569 h 328032"/>
                <a:gd name="connsiteX250" fmla="*/ 201654 w 445847"/>
                <a:gd name="connsiteY250" fmla="*/ 226430 h 328032"/>
                <a:gd name="connsiteX251" fmla="*/ 200165 w 445847"/>
                <a:gd name="connsiteY251" fmla="*/ 227174 h 328032"/>
                <a:gd name="connsiteX252" fmla="*/ 199468 w 445847"/>
                <a:gd name="connsiteY252" fmla="*/ 229313 h 328032"/>
                <a:gd name="connsiteX253" fmla="*/ 196445 w 445847"/>
                <a:gd name="connsiteY253" fmla="*/ 233871 h 328032"/>
                <a:gd name="connsiteX254" fmla="*/ 193840 w 445847"/>
                <a:gd name="connsiteY254" fmla="*/ 237685 h 328032"/>
                <a:gd name="connsiteX255" fmla="*/ 193468 w 445847"/>
                <a:gd name="connsiteY255" fmla="*/ 239080 h 328032"/>
                <a:gd name="connsiteX256" fmla="*/ 191236 w 445847"/>
                <a:gd name="connsiteY256" fmla="*/ 239824 h 328032"/>
                <a:gd name="connsiteX257" fmla="*/ 189747 w 445847"/>
                <a:gd name="connsiteY257" fmla="*/ 242801 h 328032"/>
                <a:gd name="connsiteX258" fmla="*/ 188259 w 445847"/>
                <a:gd name="connsiteY258" fmla="*/ 242801 h 328032"/>
                <a:gd name="connsiteX259" fmla="*/ 187515 w 445847"/>
                <a:gd name="connsiteY259" fmla="*/ 244661 h 328032"/>
                <a:gd name="connsiteX260" fmla="*/ 186771 w 445847"/>
                <a:gd name="connsiteY260" fmla="*/ 246521 h 328032"/>
                <a:gd name="connsiteX261" fmla="*/ 185282 w 445847"/>
                <a:gd name="connsiteY261" fmla="*/ 246521 h 328032"/>
                <a:gd name="connsiteX262" fmla="*/ 184538 w 445847"/>
                <a:gd name="connsiteY262" fmla="*/ 249498 h 328032"/>
                <a:gd name="connsiteX263" fmla="*/ 183050 w 445847"/>
                <a:gd name="connsiteY263" fmla="*/ 250242 h 328032"/>
                <a:gd name="connsiteX264" fmla="*/ 182306 w 445847"/>
                <a:gd name="connsiteY264" fmla="*/ 251730 h 328032"/>
                <a:gd name="connsiteX265" fmla="*/ 180074 w 445847"/>
                <a:gd name="connsiteY265" fmla="*/ 253963 h 328032"/>
                <a:gd name="connsiteX266" fmla="*/ 179469 w 445847"/>
                <a:gd name="connsiteY266" fmla="*/ 255265 h 328032"/>
                <a:gd name="connsiteX267" fmla="*/ 172865 w 445847"/>
                <a:gd name="connsiteY267" fmla="*/ 262567 h 328032"/>
                <a:gd name="connsiteX268" fmla="*/ 170353 w 445847"/>
                <a:gd name="connsiteY268" fmla="*/ 266055 h 328032"/>
                <a:gd name="connsiteX269" fmla="*/ 169656 w 445847"/>
                <a:gd name="connsiteY269" fmla="*/ 267357 h 328032"/>
                <a:gd name="connsiteX270" fmla="*/ 166679 w 445847"/>
                <a:gd name="connsiteY270" fmla="*/ 268101 h 328032"/>
                <a:gd name="connsiteX271" fmla="*/ 165935 w 445847"/>
                <a:gd name="connsiteY271" fmla="*/ 270334 h 328032"/>
                <a:gd name="connsiteX272" fmla="*/ 162958 w 445847"/>
                <a:gd name="connsiteY272" fmla="*/ 271822 h 328032"/>
                <a:gd name="connsiteX273" fmla="*/ 162214 w 445847"/>
                <a:gd name="connsiteY273" fmla="*/ 274055 h 328032"/>
                <a:gd name="connsiteX274" fmla="*/ 158493 w 445847"/>
                <a:gd name="connsiteY274" fmla="*/ 274799 h 328032"/>
                <a:gd name="connsiteX275" fmla="*/ 157749 w 445847"/>
                <a:gd name="connsiteY275" fmla="*/ 277031 h 328032"/>
                <a:gd name="connsiteX276" fmla="*/ 155517 w 445847"/>
                <a:gd name="connsiteY276" fmla="*/ 277775 h 328032"/>
                <a:gd name="connsiteX277" fmla="*/ 154866 w 445847"/>
                <a:gd name="connsiteY277" fmla="*/ 279264 h 328032"/>
                <a:gd name="connsiteX278" fmla="*/ 154029 w 445847"/>
                <a:gd name="connsiteY278" fmla="*/ 280752 h 328032"/>
                <a:gd name="connsiteX279" fmla="*/ 150308 w 445847"/>
                <a:gd name="connsiteY279" fmla="*/ 281496 h 328032"/>
                <a:gd name="connsiteX280" fmla="*/ 149564 w 445847"/>
                <a:gd name="connsiteY280" fmla="*/ 283728 h 328032"/>
                <a:gd name="connsiteX281" fmla="*/ 146587 w 445847"/>
                <a:gd name="connsiteY281" fmla="*/ 285217 h 328032"/>
                <a:gd name="connsiteX282" fmla="*/ 145843 w 445847"/>
                <a:gd name="connsiteY282" fmla="*/ 287449 h 328032"/>
                <a:gd name="connsiteX283" fmla="*/ 143611 w 445847"/>
                <a:gd name="connsiteY283" fmla="*/ 287356 h 328032"/>
                <a:gd name="connsiteX284" fmla="*/ 141378 w 445847"/>
                <a:gd name="connsiteY284" fmla="*/ 287449 h 328032"/>
                <a:gd name="connsiteX285" fmla="*/ 140634 w 445847"/>
                <a:gd name="connsiteY285" fmla="*/ 291170 h 328032"/>
                <a:gd name="connsiteX286" fmla="*/ 136169 w 445847"/>
                <a:gd name="connsiteY286" fmla="*/ 291914 h 328032"/>
                <a:gd name="connsiteX287" fmla="*/ 135425 w 445847"/>
                <a:gd name="connsiteY287" fmla="*/ 294146 h 328032"/>
                <a:gd name="connsiteX288" fmla="*/ 130960 w 445847"/>
                <a:gd name="connsiteY288" fmla="*/ 295635 h 328032"/>
                <a:gd name="connsiteX289" fmla="*/ 130216 w 445847"/>
                <a:gd name="connsiteY289" fmla="*/ 297867 h 328032"/>
                <a:gd name="connsiteX290" fmla="*/ 127984 w 445847"/>
                <a:gd name="connsiteY290" fmla="*/ 298193 h 328032"/>
                <a:gd name="connsiteX291" fmla="*/ 125751 w 445847"/>
                <a:gd name="connsiteY291" fmla="*/ 298611 h 328032"/>
                <a:gd name="connsiteX292" fmla="*/ 125472 w 445847"/>
                <a:gd name="connsiteY292" fmla="*/ 300146 h 328032"/>
                <a:gd name="connsiteX293" fmla="*/ 125007 w 445847"/>
                <a:gd name="connsiteY293" fmla="*/ 301588 h 328032"/>
                <a:gd name="connsiteX294" fmla="*/ 119054 w 445847"/>
                <a:gd name="connsiteY294" fmla="*/ 301588 h 328032"/>
                <a:gd name="connsiteX295" fmla="*/ 119054 w 445847"/>
                <a:gd name="connsiteY295" fmla="*/ 304564 h 328032"/>
                <a:gd name="connsiteX296" fmla="*/ 116496 w 445847"/>
                <a:gd name="connsiteY296" fmla="*/ 304750 h 328032"/>
                <a:gd name="connsiteX297" fmla="*/ 113845 w 445847"/>
                <a:gd name="connsiteY297" fmla="*/ 305309 h 328032"/>
                <a:gd name="connsiteX298" fmla="*/ 113519 w 445847"/>
                <a:gd name="connsiteY298" fmla="*/ 306797 h 328032"/>
                <a:gd name="connsiteX299" fmla="*/ 113101 w 445847"/>
                <a:gd name="connsiteY299" fmla="*/ 308285 h 328032"/>
                <a:gd name="connsiteX300" fmla="*/ 108496 w 445847"/>
                <a:gd name="connsiteY300" fmla="*/ 308753 h 328032"/>
                <a:gd name="connsiteX301" fmla="*/ 107148 w 445847"/>
                <a:gd name="connsiteY301" fmla="*/ 309029 h 328032"/>
                <a:gd name="connsiteX302" fmla="*/ 106404 w 445847"/>
                <a:gd name="connsiteY302" fmla="*/ 311262 h 328032"/>
                <a:gd name="connsiteX303" fmla="*/ 101799 w 445847"/>
                <a:gd name="connsiteY303" fmla="*/ 311631 h 328032"/>
                <a:gd name="connsiteX304" fmla="*/ 100450 w 445847"/>
                <a:gd name="connsiteY304" fmla="*/ 312006 h 328032"/>
                <a:gd name="connsiteX305" fmla="*/ 100102 w 445847"/>
                <a:gd name="connsiteY305" fmla="*/ 313497 h 328032"/>
                <a:gd name="connsiteX306" fmla="*/ 99706 w 445847"/>
                <a:gd name="connsiteY306" fmla="*/ 314982 h 328032"/>
                <a:gd name="connsiteX307" fmla="*/ 94521 w 445847"/>
                <a:gd name="connsiteY307" fmla="*/ 315378 h 328032"/>
                <a:gd name="connsiteX308" fmla="*/ 93009 w 445847"/>
                <a:gd name="connsiteY308" fmla="*/ 315726 h 328032"/>
                <a:gd name="connsiteX309" fmla="*/ 92686 w 445847"/>
                <a:gd name="connsiteY309" fmla="*/ 317226 h 328032"/>
                <a:gd name="connsiteX310" fmla="*/ 92265 w 445847"/>
                <a:gd name="connsiteY310" fmla="*/ 318703 h 328032"/>
                <a:gd name="connsiteX311" fmla="*/ 88126 w 445847"/>
                <a:gd name="connsiteY311" fmla="*/ 318889 h 328032"/>
                <a:gd name="connsiteX312" fmla="*/ 85844 w 445847"/>
                <a:gd name="connsiteY312" fmla="*/ 318808 h 328032"/>
                <a:gd name="connsiteX313" fmla="*/ 84079 w 445847"/>
                <a:gd name="connsiteY313" fmla="*/ 318703 h 328032"/>
                <a:gd name="connsiteX314" fmla="*/ 84079 w 445847"/>
                <a:gd name="connsiteY314" fmla="*/ 321680 h 328032"/>
                <a:gd name="connsiteX315" fmla="*/ 75894 w 445847"/>
                <a:gd name="connsiteY315" fmla="*/ 322424 h 328032"/>
                <a:gd name="connsiteX316" fmla="*/ 75894 w 445847"/>
                <a:gd name="connsiteY316" fmla="*/ 325400 h 328032"/>
                <a:gd name="connsiteX317" fmla="*/ 73967 w 445847"/>
                <a:gd name="connsiteY317" fmla="*/ 325296 h 328032"/>
                <a:gd name="connsiteX318" fmla="*/ 71475 w 445847"/>
                <a:gd name="connsiteY318" fmla="*/ 325214 h 328032"/>
                <a:gd name="connsiteX319" fmla="*/ 68990 w 445847"/>
                <a:gd name="connsiteY319" fmla="*/ 325110 h 328032"/>
                <a:gd name="connsiteX320" fmla="*/ 66964 w 445847"/>
                <a:gd name="connsiteY320" fmla="*/ 325400 h 328032"/>
                <a:gd name="connsiteX321" fmla="*/ 66682 w 445847"/>
                <a:gd name="connsiteY321" fmla="*/ 326877 h 328032"/>
                <a:gd name="connsiteX322" fmla="*/ 66220 w 445847"/>
                <a:gd name="connsiteY322" fmla="*/ 328377 h 328032"/>
                <a:gd name="connsiteX323" fmla="*/ 60267 w 445847"/>
                <a:gd name="connsiteY323" fmla="*/ 328749 h 328032"/>
                <a:gd name="connsiteX324" fmla="*/ 58575 w 445847"/>
                <a:gd name="connsiteY324" fmla="*/ 328784 h 328032"/>
                <a:gd name="connsiteX325" fmla="*/ 54314 w 445847"/>
                <a:gd name="connsiteY325" fmla="*/ 328377 h 328032"/>
                <a:gd name="connsiteX326" fmla="*/ 53570 w 445847"/>
                <a:gd name="connsiteY326" fmla="*/ 325400 h 328032"/>
                <a:gd name="connsiteX327" fmla="*/ 52081 w 445847"/>
                <a:gd name="connsiteY327" fmla="*/ 324656 h 328032"/>
                <a:gd name="connsiteX328" fmla="*/ 50593 w 445847"/>
                <a:gd name="connsiteY328" fmla="*/ 320935 h 328032"/>
                <a:gd name="connsiteX329" fmla="*/ 49105 w 445847"/>
                <a:gd name="connsiteY329" fmla="*/ 320191 h 328032"/>
                <a:gd name="connsiteX330" fmla="*/ 48361 w 445847"/>
                <a:gd name="connsiteY330" fmla="*/ 317912 h 328032"/>
                <a:gd name="connsiteX331" fmla="*/ 47616 w 445847"/>
                <a:gd name="connsiteY331" fmla="*/ 315726 h 328032"/>
                <a:gd name="connsiteX332" fmla="*/ 46128 w 445847"/>
                <a:gd name="connsiteY332" fmla="*/ 315726 h 328032"/>
                <a:gd name="connsiteX333" fmla="*/ 45849 w 445847"/>
                <a:gd name="connsiteY333" fmla="*/ 313541 h 328032"/>
                <a:gd name="connsiteX334" fmla="*/ 45384 w 445847"/>
                <a:gd name="connsiteY334" fmla="*/ 311262 h 328032"/>
                <a:gd name="connsiteX335" fmla="*/ 43896 w 445847"/>
                <a:gd name="connsiteY335" fmla="*/ 310517 h 328032"/>
                <a:gd name="connsiteX336" fmla="*/ 42407 w 445847"/>
                <a:gd name="connsiteY336" fmla="*/ 307541 h 328032"/>
                <a:gd name="connsiteX337" fmla="*/ 40919 w 445847"/>
                <a:gd name="connsiteY337" fmla="*/ 306797 h 328032"/>
                <a:gd name="connsiteX338" fmla="*/ 40175 w 445847"/>
                <a:gd name="connsiteY338" fmla="*/ 302332 h 328032"/>
                <a:gd name="connsiteX339" fmla="*/ 37943 w 445847"/>
                <a:gd name="connsiteY339" fmla="*/ 302332 h 328032"/>
                <a:gd name="connsiteX340" fmla="*/ 37943 w 445847"/>
                <a:gd name="connsiteY340" fmla="*/ 297867 h 328032"/>
                <a:gd name="connsiteX341" fmla="*/ 34966 w 445847"/>
                <a:gd name="connsiteY341" fmla="*/ 297867 h 328032"/>
                <a:gd name="connsiteX342" fmla="*/ 34222 w 445847"/>
                <a:gd name="connsiteY342" fmla="*/ 294891 h 328032"/>
                <a:gd name="connsiteX343" fmla="*/ 32734 w 445847"/>
                <a:gd name="connsiteY343" fmla="*/ 294146 h 328032"/>
                <a:gd name="connsiteX344" fmla="*/ 32408 w 445847"/>
                <a:gd name="connsiteY344" fmla="*/ 292751 h 328032"/>
                <a:gd name="connsiteX345" fmla="*/ 29757 w 445847"/>
                <a:gd name="connsiteY345" fmla="*/ 288937 h 328032"/>
                <a:gd name="connsiteX346" fmla="*/ 29757 w 445847"/>
                <a:gd name="connsiteY346" fmla="*/ 287449 h 328032"/>
                <a:gd name="connsiteX347" fmla="*/ 27525 w 445847"/>
                <a:gd name="connsiteY347" fmla="*/ 286705 h 328032"/>
                <a:gd name="connsiteX348" fmla="*/ 26781 w 445847"/>
                <a:gd name="connsiteY348" fmla="*/ 284473 h 328032"/>
                <a:gd name="connsiteX349" fmla="*/ 24548 w 445847"/>
                <a:gd name="connsiteY349" fmla="*/ 282984 h 328032"/>
                <a:gd name="connsiteX350" fmla="*/ 23804 w 445847"/>
                <a:gd name="connsiteY350" fmla="*/ 280752 h 328032"/>
                <a:gd name="connsiteX351" fmla="*/ 22641 w 445847"/>
                <a:gd name="connsiteY351" fmla="*/ 279589 h 328032"/>
                <a:gd name="connsiteX352" fmla="*/ 21572 w 445847"/>
                <a:gd name="connsiteY352" fmla="*/ 277031 h 328032"/>
                <a:gd name="connsiteX353" fmla="*/ 19339 w 445847"/>
                <a:gd name="connsiteY353" fmla="*/ 276287 h 328032"/>
                <a:gd name="connsiteX354" fmla="*/ 18595 w 445847"/>
                <a:gd name="connsiteY354" fmla="*/ 274055 h 328032"/>
                <a:gd name="connsiteX355" fmla="*/ 16363 w 445847"/>
                <a:gd name="connsiteY355" fmla="*/ 273310 h 328032"/>
                <a:gd name="connsiteX356" fmla="*/ 14874 w 445847"/>
                <a:gd name="connsiteY356" fmla="*/ 268101 h 328032"/>
                <a:gd name="connsiteX357" fmla="*/ 13386 w 445847"/>
                <a:gd name="connsiteY357" fmla="*/ 267357 h 328032"/>
                <a:gd name="connsiteX358" fmla="*/ 16363 w 445847"/>
                <a:gd name="connsiteY358" fmla="*/ 263637 h 328032"/>
                <a:gd name="connsiteX359" fmla="*/ 20548 w 445847"/>
                <a:gd name="connsiteY359" fmla="*/ 263590 h 328032"/>
                <a:gd name="connsiteX360" fmla="*/ 22810 w 445847"/>
                <a:gd name="connsiteY360" fmla="*/ 263610 h 328032"/>
                <a:gd name="connsiteX361" fmla="*/ 24548 w 445847"/>
                <a:gd name="connsiteY361" fmla="*/ 263637 h 328032"/>
                <a:gd name="connsiteX362" fmla="*/ 24548 w 445847"/>
                <a:gd name="connsiteY362" fmla="*/ 260660 h 328032"/>
                <a:gd name="connsiteX363" fmla="*/ 34222 w 445847"/>
                <a:gd name="connsiteY363" fmla="*/ 259916 h 328032"/>
                <a:gd name="connsiteX364" fmla="*/ 34222 w 445847"/>
                <a:gd name="connsiteY364" fmla="*/ 256939 h 328032"/>
                <a:gd name="connsiteX365" fmla="*/ 35824 w 445847"/>
                <a:gd name="connsiteY365" fmla="*/ 256855 h 328032"/>
                <a:gd name="connsiteX366" fmla="*/ 37896 w 445847"/>
                <a:gd name="connsiteY366" fmla="*/ 256707 h 328032"/>
                <a:gd name="connsiteX367" fmla="*/ 39963 w 445847"/>
                <a:gd name="connsiteY367" fmla="*/ 256576 h 328032"/>
                <a:gd name="connsiteX368" fmla="*/ 41663 w 445847"/>
                <a:gd name="connsiteY368" fmla="*/ 256195 h 328032"/>
                <a:gd name="connsiteX369" fmla="*/ 42407 w 445847"/>
                <a:gd name="connsiteY369" fmla="*/ 253963 h 328032"/>
                <a:gd name="connsiteX370" fmla="*/ 45710 w 445847"/>
                <a:gd name="connsiteY370" fmla="*/ 253451 h 328032"/>
                <a:gd name="connsiteX371" fmla="*/ 47521 w 445847"/>
                <a:gd name="connsiteY371" fmla="*/ 253303 h 328032"/>
                <a:gd name="connsiteX372" fmla="*/ 50593 w 445847"/>
                <a:gd name="connsiteY372" fmla="*/ 253219 h 328032"/>
                <a:gd name="connsiteX373" fmla="*/ 50593 w 445847"/>
                <a:gd name="connsiteY373" fmla="*/ 250242 h 328032"/>
                <a:gd name="connsiteX374" fmla="*/ 52032 w 445847"/>
                <a:gd name="connsiteY374" fmla="*/ 250184 h 328032"/>
                <a:gd name="connsiteX375" fmla="*/ 53895 w 445847"/>
                <a:gd name="connsiteY375" fmla="*/ 250056 h 328032"/>
                <a:gd name="connsiteX376" fmla="*/ 55753 w 445847"/>
                <a:gd name="connsiteY376" fmla="*/ 249951 h 328032"/>
                <a:gd name="connsiteX377" fmla="*/ 57290 w 445847"/>
                <a:gd name="connsiteY377" fmla="*/ 249498 h 328032"/>
                <a:gd name="connsiteX378" fmla="*/ 57639 w 445847"/>
                <a:gd name="connsiteY378" fmla="*/ 247986 h 328032"/>
                <a:gd name="connsiteX379" fmla="*/ 58034 w 445847"/>
                <a:gd name="connsiteY379" fmla="*/ 246521 h 328032"/>
                <a:gd name="connsiteX380" fmla="*/ 61802 w 445847"/>
                <a:gd name="connsiteY380" fmla="*/ 246335 h 328032"/>
                <a:gd name="connsiteX381" fmla="*/ 63874 w 445847"/>
                <a:gd name="connsiteY381" fmla="*/ 246417 h 328032"/>
                <a:gd name="connsiteX382" fmla="*/ 65476 w 445847"/>
                <a:gd name="connsiteY382" fmla="*/ 246521 h 328032"/>
                <a:gd name="connsiteX383" fmla="*/ 65476 w 445847"/>
                <a:gd name="connsiteY383" fmla="*/ 243545 h 328032"/>
                <a:gd name="connsiteX384" fmla="*/ 68406 w 445847"/>
                <a:gd name="connsiteY384" fmla="*/ 243359 h 328032"/>
                <a:gd name="connsiteX385" fmla="*/ 71429 w 445847"/>
                <a:gd name="connsiteY385" fmla="*/ 242801 h 328032"/>
                <a:gd name="connsiteX386" fmla="*/ 71801 w 445847"/>
                <a:gd name="connsiteY386" fmla="*/ 241312 h 328032"/>
                <a:gd name="connsiteX387" fmla="*/ 72173 w 445847"/>
                <a:gd name="connsiteY387" fmla="*/ 239824 h 328032"/>
                <a:gd name="connsiteX388" fmla="*/ 76777 w 445847"/>
                <a:gd name="connsiteY388" fmla="*/ 239356 h 328032"/>
                <a:gd name="connsiteX389" fmla="*/ 78126 w 445847"/>
                <a:gd name="connsiteY389" fmla="*/ 239080 h 328032"/>
                <a:gd name="connsiteX390" fmla="*/ 78870 w 445847"/>
                <a:gd name="connsiteY390" fmla="*/ 236848 h 328032"/>
                <a:gd name="connsiteX391" fmla="*/ 81893 w 445847"/>
                <a:gd name="connsiteY391" fmla="*/ 236336 h 328032"/>
                <a:gd name="connsiteX392" fmla="*/ 84824 w 445847"/>
                <a:gd name="connsiteY392" fmla="*/ 236103 h 328032"/>
                <a:gd name="connsiteX393" fmla="*/ 84824 w 445847"/>
                <a:gd name="connsiteY393" fmla="*/ 233127 h 328032"/>
                <a:gd name="connsiteX394" fmla="*/ 87009 w 445847"/>
                <a:gd name="connsiteY394" fmla="*/ 232894 h 328032"/>
                <a:gd name="connsiteX395" fmla="*/ 89288 w 445847"/>
                <a:gd name="connsiteY395" fmla="*/ 232383 h 328032"/>
                <a:gd name="connsiteX396" fmla="*/ 90032 w 445847"/>
                <a:gd name="connsiteY396" fmla="*/ 230150 h 328032"/>
                <a:gd name="connsiteX397" fmla="*/ 95241 w 445847"/>
                <a:gd name="connsiteY397" fmla="*/ 228662 h 328032"/>
                <a:gd name="connsiteX398" fmla="*/ 95986 w 445847"/>
                <a:gd name="connsiteY398" fmla="*/ 226430 h 328032"/>
                <a:gd name="connsiteX399" fmla="*/ 100450 w 445847"/>
                <a:gd name="connsiteY399" fmla="*/ 225685 h 328032"/>
                <a:gd name="connsiteX400" fmla="*/ 100450 w 445847"/>
                <a:gd name="connsiteY400" fmla="*/ 222709 h 328032"/>
                <a:gd name="connsiteX401" fmla="*/ 104171 w 445847"/>
                <a:gd name="connsiteY401" fmla="*/ 221965 h 328032"/>
                <a:gd name="connsiteX402" fmla="*/ 104915 w 445847"/>
                <a:gd name="connsiteY402" fmla="*/ 219732 h 328032"/>
                <a:gd name="connsiteX403" fmla="*/ 107148 w 445847"/>
                <a:gd name="connsiteY403" fmla="*/ 219825 h 328032"/>
                <a:gd name="connsiteX404" fmla="*/ 109380 w 445847"/>
                <a:gd name="connsiteY404" fmla="*/ 219732 h 328032"/>
                <a:gd name="connsiteX405" fmla="*/ 110124 w 445847"/>
                <a:gd name="connsiteY405" fmla="*/ 216012 h 328032"/>
                <a:gd name="connsiteX406" fmla="*/ 113845 w 445847"/>
                <a:gd name="connsiteY406" fmla="*/ 215267 h 328032"/>
                <a:gd name="connsiteX407" fmla="*/ 114589 w 445847"/>
                <a:gd name="connsiteY407" fmla="*/ 212291 h 328032"/>
                <a:gd name="connsiteX408" fmla="*/ 116822 w 445847"/>
                <a:gd name="connsiteY408" fmla="*/ 212291 h 328032"/>
                <a:gd name="connsiteX409" fmla="*/ 118310 w 445847"/>
                <a:gd name="connsiteY409" fmla="*/ 209314 h 328032"/>
                <a:gd name="connsiteX410" fmla="*/ 120542 w 445847"/>
                <a:gd name="connsiteY410" fmla="*/ 208570 h 328032"/>
                <a:gd name="connsiteX411" fmla="*/ 121240 w 445847"/>
                <a:gd name="connsiteY411" fmla="*/ 207082 h 328032"/>
                <a:gd name="connsiteX412" fmla="*/ 122031 w 445847"/>
                <a:gd name="connsiteY412" fmla="*/ 205594 h 328032"/>
                <a:gd name="connsiteX413" fmla="*/ 125007 w 445847"/>
                <a:gd name="connsiteY413" fmla="*/ 204850 h 328032"/>
                <a:gd name="connsiteX414" fmla="*/ 125751 w 445847"/>
                <a:gd name="connsiteY414" fmla="*/ 202617 h 328032"/>
                <a:gd name="connsiteX415" fmla="*/ 127937 w 445847"/>
                <a:gd name="connsiteY415" fmla="*/ 200803 h 328032"/>
                <a:gd name="connsiteX416" fmla="*/ 131704 w 445847"/>
                <a:gd name="connsiteY416" fmla="*/ 195920 h 328032"/>
                <a:gd name="connsiteX417" fmla="*/ 135425 w 445847"/>
                <a:gd name="connsiteY417" fmla="*/ 192199 h 328032"/>
                <a:gd name="connsiteX418" fmla="*/ 136681 w 445847"/>
                <a:gd name="connsiteY418" fmla="*/ 190478 h 328032"/>
                <a:gd name="connsiteX419" fmla="*/ 137657 w 445847"/>
                <a:gd name="connsiteY419" fmla="*/ 189223 h 328032"/>
                <a:gd name="connsiteX420" fmla="*/ 139146 w 445847"/>
                <a:gd name="connsiteY420" fmla="*/ 189223 h 328032"/>
                <a:gd name="connsiteX421" fmla="*/ 141332 w 445847"/>
                <a:gd name="connsiteY421" fmla="*/ 184200 h 328032"/>
                <a:gd name="connsiteX422" fmla="*/ 142122 w 445847"/>
                <a:gd name="connsiteY422" fmla="*/ 182525 h 328032"/>
                <a:gd name="connsiteX423" fmla="*/ 144355 w 445847"/>
                <a:gd name="connsiteY423" fmla="*/ 182525 h 328032"/>
                <a:gd name="connsiteX424" fmla="*/ 145099 w 445847"/>
                <a:gd name="connsiteY424" fmla="*/ 178805 h 328032"/>
                <a:gd name="connsiteX425" fmla="*/ 146587 w 445847"/>
                <a:gd name="connsiteY425" fmla="*/ 178060 h 328032"/>
                <a:gd name="connsiteX426" fmla="*/ 146959 w 445847"/>
                <a:gd name="connsiteY426" fmla="*/ 176200 h 328032"/>
                <a:gd name="connsiteX427" fmla="*/ 147331 w 445847"/>
                <a:gd name="connsiteY427" fmla="*/ 174340 h 328032"/>
                <a:gd name="connsiteX428" fmla="*/ 148820 w 445847"/>
                <a:gd name="connsiteY428" fmla="*/ 173596 h 328032"/>
                <a:gd name="connsiteX429" fmla="*/ 149517 w 445847"/>
                <a:gd name="connsiteY429" fmla="*/ 171317 h 328032"/>
                <a:gd name="connsiteX430" fmla="*/ 150308 w 445847"/>
                <a:gd name="connsiteY430" fmla="*/ 169131 h 328032"/>
                <a:gd name="connsiteX431" fmla="*/ 152540 w 445847"/>
                <a:gd name="connsiteY431" fmla="*/ 169131 h 328032"/>
                <a:gd name="connsiteX432" fmla="*/ 152540 w 445847"/>
                <a:gd name="connsiteY432" fmla="*/ 164666 h 328032"/>
                <a:gd name="connsiteX433" fmla="*/ 154773 w 445847"/>
                <a:gd name="connsiteY433" fmla="*/ 164666 h 328032"/>
                <a:gd name="connsiteX434" fmla="*/ 155005 w 445847"/>
                <a:gd name="connsiteY434" fmla="*/ 161829 h 328032"/>
                <a:gd name="connsiteX435" fmla="*/ 157749 w 445847"/>
                <a:gd name="connsiteY435" fmla="*/ 156480 h 328032"/>
                <a:gd name="connsiteX436" fmla="*/ 158493 w 445847"/>
                <a:gd name="connsiteY436" fmla="*/ 151271 h 328032"/>
                <a:gd name="connsiteX437" fmla="*/ 160726 w 445847"/>
                <a:gd name="connsiteY437" fmla="*/ 151271 h 328032"/>
                <a:gd name="connsiteX438" fmla="*/ 160647 w 445847"/>
                <a:gd name="connsiteY438" fmla="*/ 149670 h 328032"/>
                <a:gd name="connsiteX439" fmla="*/ 160586 w 445847"/>
                <a:gd name="connsiteY439" fmla="*/ 147597 h 328032"/>
                <a:gd name="connsiteX440" fmla="*/ 160508 w 445847"/>
                <a:gd name="connsiteY440" fmla="*/ 145530 h 328032"/>
                <a:gd name="connsiteX441" fmla="*/ 160726 w 445847"/>
                <a:gd name="connsiteY441" fmla="*/ 143830 h 328032"/>
                <a:gd name="connsiteX442" fmla="*/ 162958 w 445847"/>
                <a:gd name="connsiteY442" fmla="*/ 143086 h 328032"/>
                <a:gd name="connsiteX443" fmla="*/ 163470 w 445847"/>
                <a:gd name="connsiteY443" fmla="*/ 138202 h 328032"/>
                <a:gd name="connsiteX444" fmla="*/ 163618 w 445847"/>
                <a:gd name="connsiteY444" fmla="*/ 135502 h 328032"/>
                <a:gd name="connsiteX445" fmla="*/ 163702 w 445847"/>
                <a:gd name="connsiteY445" fmla="*/ 133412 h 328032"/>
                <a:gd name="connsiteX446" fmla="*/ 165191 w 445847"/>
                <a:gd name="connsiteY446" fmla="*/ 133412 h 328032"/>
                <a:gd name="connsiteX447" fmla="*/ 165935 w 445847"/>
                <a:gd name="connsiteY447" fmla="*/ 126715 h 328032"/>
                <a:gd name="connsiteX448" fmla="*/ 163702 w 445847"/>
                <a:gd name="connsiteY448" fmla="*/ 127459 h 328032"/>
                <a:gd name="connsiteX449" fmla="*/ 159381 w 445847"/>
                <a:gd name="connsiteY449" fmla="*/ 127553 h 328032"/>
                <a:gd name="connsiteX450" fmla="*/ 156649 w 445847"/>
                <a:gd name="connsiteY450" fmla="*/ 127560 h 328032"/>
                <a:gd name="connsiteX451" fmla="*/ 153648 w 445847"/>
                <a:gd name="connsiteY451" fmla="*/ 127555 h 328032"/>
                <a:gd name="connsiteX452" fmla="*/ 150491 w 445847"/>
                <a:gd name="connsiteY452" fmla="*/ 127559 h 328032"/>
                <a:gd name="connsiteX453" fmla="*/ 141912 w 445847"/>
                <a:gd name="connsiteY453" fmla="*/ 127559 h 328032"/>
                <a:gd name="connsiteX454" fmla="*/ 132941 w 445847"/>
                <a:gd name="connsiteY454" fmla="*/ 127560 h 328032"/>
                <a:gd name="connsiteX455" fmla="*/ 117875 w 445847"/>
                <a:gd name="connsiteY455" fmla="*/ 127556 h 328032"/>
                <a:gd name="connsiteX456" fmla="*/ 100447 w 445847"/>
                <a:gd name="connsiteY456" fmla="*/ 127557 h 328032"/>
                <a:gd name="connsiteX457" fmla="*/ 85494 w 445847"/>
                <a:gd name="connsiteY457" fmla="*/ 127559 h 328032"/>
                <a:gd name="connsiteX458" fmla="*/ 76559 w 445847"/>
                <a:gd name="connsiteY458" fmla="*/ 127560 h 328032"/>
                <a:gd name="connsiteX459" fmla="*/ 68159 w 445847"/>
                <a:gd name="connsiteY459" fmla="*/ 127557 h 328032"/>
                <a:gd name="connsiteX460" fmla="*/ 65073 w 445847"/>
                <a:gd name="connsiteY460" fmla="*/ 127558 h 328032"/>
                <a:gd name="connsiteX461" fmla="*/ 60868 w 445847"/>
                <a:gd name="connsiteY461" fmla="*/ 127553 h 328032"/>
                <a:gd name="connsiteX462" fmla="*/ 58488 w 445847"/>
                <a:gd name="connsiteY462" fmla="*/ 127553 h 328032"/>
                <a:gd name="connsiteX463" fmla="*/ 54314 w 445847"/>
                <a:gd name="connsiteY463" fmla="*/ 126715 h 328032"/>
                <a:gd name="connsiteX464" fmla="*/ 54060 w 445847"/>
                <a:gd name="connsiteY464" fmla="*/ 120073 h 328032"/>
                <a:gd name="connsiteX465" fmla="*/ 54059 w 445847"/>
                <a:gd name="connsiteY465" fmla="*/ 117927 h 328032"/>
                <a:gd name="connsiteX466" fmla="*/ 54096 w 445847"/>
                <a:gd name="connsiteY466" fmla="*/ 111015 h 328032"/>
                <a:gd name="connsiteX467" fmla="*/ 54103 w 445847"/>
                <a:gd name="connsiteY467" fmla="*/ 106762 h 328032"/>
                <a:gd name="connsiteX468" fmla="*/ 54174 w 445847"/>
                <a:gd name="connsiteY468" fmla="*/ 90950 h 328032"/>
                <a:gd name="connsiteX469" fmla="*/ 54314 w 445847"/>
                <a:gd name="connsiteY469" fmla="*/ 55277 h 328032"/>
                <a:gd name="connsiteX470" fmla="*/ 169656 w 445847"/>
                <a:gd name="connsiteY470" fmla="*/ 55277 h 328032"/>
                <a:gd name="connsiteX471" fmla="*/ 168911 w 445847"/>
                <a:gd name="connsiteY471" fmla="*/ 53045 h 328032"/>
                <a:gd name="connsiteX472" fmla="*/ 168815 w 445847"/>
                <a:gd name="connsiteY472" fmla="*/ 48170 h 328032"/>
                <a:gd name="connsiteX473" fmla="*/ 168811 w 445847"/>
                <a:gd name="connsiteY473" fmla="*/ 46681 h 328032"/>
                <a:gd name="connsiteX474" fmla="*/ 168813 w 445847"/>
                <a:gd name="connsiteY474" fmla="*/ 41810 h 328032"/>
                <a:gd name="connsiteX475" fmla="*/ 168810 w 445847"/>
                <a:gd name="connsiteY475" fmla="*/ 38427 h 328032"/>
                <a:gd name="connsiteX476" fmla="*/ 168814 w 445847"/>
                <a:gd name="connsiteY476" fmla="*/ 31339 h 328032"/>
                <a:gd name="connsiteX477" fmla="*/ 168812 w 445847"/>
                <a:gd name="connsiteY477" fmla="*/ 22243 h 328032"/>
                <a:gd name="connsiteX478" fmla="*/ 168812 w 445847"/>
                <a:gd name="connsiteY478" fmla="*/ 15258 h 328032"/>
                <a:gd name="connsiteX479" fmla="*/ 168810 w 445847"/>
                <a:gd name="connsiteY479" fmla="*/ 11904 h 328032"/>
                <a:gd name="connsiteX480" fmla="*/ 168815 w 445847"/>
                <a:gd name="connsiteY480" fmla="*/ 7222 h 328032"/>
                <a:gd name="connsiteX481" fmla="*/ 168817 w 445847"/>
                <a:gd name="connsiteY481" fmla="*/ 4528 h 328032"/>
                <a:gd name="connsiteX482" fmla="*/ 169656 w 445847"/>
                <a:gd name="connsiteY482" fmla="*/ 955 h 32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Lst>
              <a:rect l="l" t="t" r="r" b="b"/>
              <a:pathLst>
                <a:path w="445847" h="328032">
                  <a:moveTo>
                    <a:pt x="169656" y="955"/>
                  </a:moveTo>
                  <a:cubicBezTo>
                    <a:pt x="171595" y="804"/>
                    <a:pt x="173457" y="752"/>
                    <a:pt x="175398" y="762"/>
                  </a:cubicBezTo>
                  <a:cubicBezTo>
                    <a:pt x="176300" y="759"/>
                    <a:pt x="176300" y="759"/>
                    <a:pt x="177220" y="755"/>
                  </a:cubicBezTo>
                  <a:cubicBezTo>
                    <a:pt x="179218" y="748"/>
                    <a:pt x="181215" y="752"/>
                    <a:pt x="183213" y="757"/>
                  </a:cubicBezTo>
                  <a:cubicBezTo>
                    <a:pt x="184595" y="756"/>
                    <a:pt x="185977" y="755"/>
                    <a:pt x="187359" y="753"/>
                  </a:cubicBezTo>
                  <a:cubicBezTo>
                    <a:pt x="190259" y="751"/>
                    <a:pt x="193159" y="754"/>
                    <a:pt x="196059" y="761"/>
                  </a:cubicBezTo>
                  <a:cubicBezTo>
                    <a:pt x="199785" y="769"/>
                    <a:pt x="203511" y="765"/>
                    <a:pt x="207238" y="756"/>
                  </a:cubicBezTo>
                  <a:cubicBezTo>
                    <a:pt x="210092" y="750"/>
                    <a:pt x="212947" y="752"/>
                    <a:pt x="215802" y="756"/>
                  </a:cubicBezTo>
                  <a:cubicBezTo>
                    <a:pt x="217176" y="757"/>
                    <a:pt x="218551" y="756"/>
                    <a:pt x="219925" y="752"/>
                  </a:cubicBezTo>
                  <a:cubicBezTo>
                    <a:pt x="221842" y="748"/>
                    <a:pt x="223759" y="754"/>
                    <a:pt x="225677" y="762"/>
                  </a:cubicBezTo>
                  <a:cubicBezTo>
                    <a:pt x="226537" y="758"/>
                    <a:pt x="226537" y="758"/>
                    <a:pt x="227415" y="753"/>
                  </a:cubicBezTo>
                  <a:cubicBezTo>
                    <a:pt x="228752" y="764"/>
                    <a:pt x="230087" y="851"/>
                    <a:pt x="231419" y="955"/>
                  </a:cubicBezTo>
                  <a:cubicBezTo>
                    <a:pt x="232506" y="3129"/>
                    <a:pt x="232252" y="5035"/>
                    <a:pt x="232248" y="7462"/>
                  </a:cubicBezTo>
                  <a:cubicBezTo>
                    <a:pt x="232248" y="7978"/>
                    <a:pt x="232248" y="8493"/>
                    <a:pt x="232248" y="9024"/>
                  </a:cubicBezTo>
                  <a:cubicBezTo>
                    <a:pt x="232248" y="10732"/>
                    <a:pt x="232242" y="12439"/>
                    <a:pt x="232236" y="14146"/>
                  </a:cubicBezTo>
                  <a:cubicBezTo>
                    <a:pt x="232235" y="15329"/>
                    <a:pt x="232234" y="16511"/>
                    <a:pt x="232233" y="17693"/>
                  </a:cubicBezTo>
                  <a:cubicBezTo>
                    <a:pt x="232230" y="20808"/>
                    <a:pt x="232223" y="23923"/>
                    <a:pt x="232214" y="27037"/>
                  </a:cubicBezTo>
                  <a:cubicBezTo>
                    <a:pt x="232207" y="30215"/>
                    <a:pt x="232203" y="33392"/>
                    <a:pt x="232200" y="36569"/>
                  </a:cubicBezTo>
                  <a:cubicBezTo>
                    <a:pt x="232192" y="42805"/>
                    <a:pt x="232179" y="49041"/>
                    <a:pt x="232163" y="55277"/>
                  </a:cubicBezTo>
                  <a:cubicBezTo>
                    <a:pt x="232807" y="55277"/>
                    <a:pt x="233451" y="55276"/>
                    <a:pt x="234114" y="55275"/>
                  </a:cubicBezTo>
                  <a:cubicBezTo>
                    <a:pt x="249751" y="55259"/>
                    <a:pt x="265388" y="55246"/>
                    <a:pt x="281025" y="55239"/>
                  </a:cubicBezTo>
                  <a:cubicBezTo>
                    <a:pt x="288587" y="55235"/>
                    <a:pt x="296149" y="55230"/>
                    <a:pt x="303710" y="55221"/>
                  </a:cubicBezTo>
                  <a:cubicBezTo>
                    <a:pt x="310299" y="55214"/>
                    <a:pt x="316887" y="55209"/>
                    <a:pt x="323476" y="55207"/>
                  </a:cubicBezTo>
                  <a:cubicBezTo>
                    <a:pt x="326966" y="55206"/>
                    <a:pt x="330457" y="55204"/>
                    <a:pt x="333948" y="55199"/>
                  </a:cubicBezTo>
                  <a:cubicBezTo>
                    <a:pt x="337230" y="55194"/>
                    <a:pt x="340511" y="55192"/>
                    <a:pt x="343793" y="55193"/>
                  </a:cubicBezTo>
                  <a:cubicBezTo>
                    <a:pt x="345001" y="55193"/>
                    <a:pt x="346209" y="55191"/>
                    <a:pt x="347417" y="55189"/>
                  </a:cubicBezTo>
                  <a:cubicBezTo>
                    <a:pt x="349059" y="55185"/>
                    <a:pt x="350701" y="55186"/>
                    <a:pt x="352343" y="55188"/>
                  </a:cubicBezTo>
                  <a:cubicBezTo>
                    <a:pt x="353265" y="55187"/>
                    <a:pt x="354186" y="55186"/>
                    <a:pt x="355135" y="55186"/>
                  </a:cubicBezTo>
                  <a:cubicBezTo>
                    <a:pt x="357179" y="55277"/>
                    <a:pt x="357179" y="55277"/>
                    <a:pt x="357923" y="56021"/>
                  </a:cubicBezTo>
                  <a:cubicBezTo>
                    <a:pt x="358002" y="58240"/>
                    <a:pt x="358032" y="60441"/>
                    <a:pt x="358031" y="62660"/>
                  </a:cubicBezTo>
                  <a:cubicBezTo>
                    <a:pt x="358033" y="63365"/>
                    <a:pt x="358036" y="64070"/>
                    <a:pt x="358039" y="64797"/>
                  </a:cubicBezTo>
                  <a:cubicBezTo>
                    <a:pt x="358047" y="67178"/>
                    <a:pt x="358050" y="69560"/>
                    <a:pt x="358052" y="71942"/>
                  </a:cubicBezTo>
                  <a:cubicBezTo>
                    <a:pt x="358057" y="73642"/>
                    <a:pt x="358062" y="75342"/>
                    <a:pt x="358067" y="77041"/>
                  </a:cubicBezTo>
                  <a:cubicBezTo>
                    <a:pt x="358078" y="80711"/>
                    <a:pt x="358087" y="84380"/>
                    <a:pt x="358094" y="88050"/>
                  </a:cubicBezTo>
                  <a:cubicBezTo>
                    <a:pt x="358106" y="93845"/>
                    <a:pt x="358123" y="99641"/>
                    <a:pt x="358142" y="105436"/>
                  </a:cubicBezTo>
                  <a:cubicBezTo>
                    <a:pt x="358169" y="113557"/>
                    <a:pt x="358193" y="121677"/>
                    <a:pt x="358215" y="129797"/>
                  </a:cubicBezTo>
                  <a:cubicBezTo>
                    <a:pt x="358217" y="130312"/>
                    <a:pt x="358218" y="130828"/>
                    <a:pt x="358220" y="131359"/>
                  </a:cubicBezTo>
                  <a:cubicBezTo>
                    <a:pt x="358240" y="138681"/>
                    <a:pt x="358257" y="146003"/>
                    <a:pt x="358274" y="153324"/>
                  </a:cubicBezTo>
                  <a:cubicBezTo>
                    <a:pt x="358276" y="153840"/>
                    <a:pt x="358277" y="154355"/>
                    <a:pt x="358278" y="154887"/>
                  </a:cubicBezTo>
                  <a:cubicBezTo>
                    <a:pt x="358280" y="155659"/>
                    <a:pt x="358280" y="155659"/>
                    <a:pt x="358282" y="156448"/>
                  </a:cubicBezTo>
                  <a:cubicBezTo>
                    <a:pt x="358301" y="165024"/>
                    <a:pt x="358327" y="173600"/>
                    <a:pt x="358357" y="182176"/>
                  </a:cubicBezTo>
                  <a:cubicBezTo>
                    <a:pt x="358377" y="187944"/>
                    <a:pt x="358391" y="193712"/>
                    <a:pt x="358399" y="199480"/>
                  </a:cubicBezTo>
                  <a:cubicBezTo>
                    <a:pt x="358406" y="203061"/>
                    <a:pt x="358419" y="206642"/>
                    <a:pt x="358433" y="210222"/>
                  </a:cubicBezTo>
                  <a:cubicBezTo>
                    <a:pt x="358439" y="211890"/>
                    <a:pt x="358442" y="213558"/>
                    <a:pt x="358442" y="215225"/>
                  </a:cubicBezTo>
                  <a:cubicBezTo>
                    <a:pt x="358443" y="217491"/>
                    <a:pt x="358453" y="219757"/>
                    <a:pt x="358465" y="222023"/>
                  </a:cubicBezTo>
                  <a:cubicBezTo>
                    <a:pt x="358463" y="222693"/>
                    <a:pt x="358461" y="223362"/>
                    <a:pt x="358459" y="224051"/>
                  </a:cubicBezTo>
                  <a:cubicBezTo>
                    <a:pt x="358472" y="225589"/>
                    <a:pt x="358561" y="227127"/>
                    <a:pt x="358667" y="228662"/>
                  </a:cubicBezTo>
                  <a:cubicBezTo>
                    <a:pt x="359158" y="228908"/>
                    <a:pt x="359650" y="229153"/>
                    <a:pt x="360156" y="229406"/>
                  </a:cubicBezTo>
                  <a:cubicBezTo>
                    <a:pt x="360325" y="231130"/>
                    <a:pt x="360325" y="231130"/>
                    <a:pt x="360301" y="233386"/>
                  </a:cubicBezTo>
                  <a:cubicBezTo>
                    <a:pt x="360296" y="234189"/>
                    <a:pt x="360291" y="234992"/>
                    <a:pt x="360286" y="235820"/>
                  </a:cubicBezTo>
                  <a:cubicBezTo>
                    <a:pt x="360274" y="236666"/>
                    <a:pt x="360261" y="237511"/>
                    <a:pt x="360249" y="238382"/>
                  </a:cubicBezTo>
                  <a:cubicBezTo>
                    <a:pt x="360242" y="239231"/>
                    <a:pt x="360235" y="240079"/>
                    <a:pt x="360228" y="240953"/>
                  </a:cubicBezTo>
                  <a:cubicBezTo>
                    <a:pt x="360211" y="243058"/>
                    <a:pt x="360186" y="245161"/>
                    <a:pt x="360156" y="247266"/>
                  </a:cubicBezTo>
                  <a:cubicBezTo>
                    <a:pt x="360675" y="247177"/>
                    <a:pt x="361195" y="247089"/>
                    <a:pt x="361731" y="246998"/>
                  </a:cubicBezTo>
                  <a:cubicBezTo>
                    <a:pt x="362408" y="246902"/>
                    <a:pt x="363085" y="246806"/>
                    <a:pt x="363783" y="246707"/>
                  </a:cubicBezTo>
                  <a:cubicBezTo>
                    <a:pt x="364793" y="246552"/>
                    <a:pt x="364793" y="246552"/>
                    <a:pt x="365824" y="246393"/>
                  </a:cubicBezTo>
                  <a:cubicBezTo>
                    <a:pt x="366409" y="246436"/>
                    <a:pt x="366994" y="246478"/>
                    <a:pt x="367597" y="246521"/>
                  </a:cubicBezTo>
                  <a:cubicBezTo>
                    <a:pt x="367818" y="247001"/>
                    <a:pt x="368039" y="247480"/>
                    <a:pt x="368267" y="247973"/>
                  </a:cubicBezTo>
                  <a:cubicBezTo>
                    <a:pt x="368537" y="248476"/>
                    <a:pt x="368807" y="248980"/>
                    <a:pt x="369085" y="249498"/>
                  </a:cubicBezTo>
                  <a:cubicBezTo>
                    <a:pt x="371377" y="249962"/>
                    <a:pt x="371377" y="249962"/>
                    <a:pt x="374088" y="249893"/>
                  </a:cubicBezTo>
                  <a:cubicBezTo>
                    <a:pt x="374825" y="249898"/>
                    <a:pt x="374825" y="249898"/>
                    <a:pt x="375578" y="249902"/>
                  </a:cubicBezTo>
                  <a:cubicBezTo>
                    <a:pt x="376617" y="249904"/>
                    <a:pt x="377656" y="249898"/>
                    <a:pt x="378695" y="249886"/>
                  </a:cubicBezTo>
                  <a:cubicBezTo>
                    <a:pt x="380291" y="249870"/>
                    <a:pt x="381885" y="249886"/>
                    <a:pt x="383481" y="249905"/>
                  </a:cubicBezTo>
                  <a:cubicBezTo>
                    <a:pt x="384489" y="249903"/>
                    <a:pt x="385498" y="249899"/>
                    <a:pt x="386506" y="249893"/>
                  </a:cubicBezTo>
                  <a:cubicBezTo>
                    <a:pt x="387428" y="249890"/>
                    <a:pt x="388349" y="249887"/>
                    <a:pt x="389299" y="249883"/>
                  </a:cubicBezTo>
                  <a:cubicBezTo>
                    <a:pt x="389996" y="249756"/>
                    <a:pt x="390692" y="249629"/>
                    <a:pt x="391409" y="249498"/>
                  </a:cubicBezTo>
                  <a:cubicBezTo>
                    <a:pt x="392032" y="248022"/>
                    <a:pt x="392032" y="248022"/>
                    <a:pt x="392154" y="246521"/>
                  </a:cubicBezTo>
                  <a:cubicBezTo>
                    <a:pt x="393394" y="246521"/>
                    <a:pt x="394634" y="246521"/>
                    <a:pt x="395874" y="246521"/>
                  </a:cubicBezTo>
                  <a:cubicBezTo>
                    <a:pt x="398239" y="244356"/>
                    <a:pt x="398412" y="242164"/>
                    <a:pt x="398567" y="239051"/>
                  </a:cubicBezTo>
                  <a:cubicBezTo>
                    <a:pt x="398584" y="238508"/>
                    <a:pt x="398601" y="237965"/>
                    <a:pt x="398618" y="237406"/>
                  </a:cubicBezTo>
                  <a:cubicBezTo>
                    <a:pt x="398644" y="236851"/>
                    <a:pt x="398669" y="236297"/>
                    <a:pt x="398695" y="235726"/>
                  </a:cubicBezTo>
                  <a:cubicBezTo>
                    <a:pt x="398756" y="234364"/>
                    <a:pt x="398805" y="233001"/>
                    <a:pt x="398851" y="231639"/>
                  </a:cubicBezTo>
                  <a:cubicBezTo>
                    <a:pt x="399588" y="231639"/>
                    <a:pt x="400324" y="231639"/>
                    <a:pt x="401083" y="231639"/>
                  </a:cubicBezTo>
                  <a:cubicBezTo>
                    <a:pt x="401082" y="230822"/>
                    <a:pt x="401080" y="230004"/>
                    <a:pt x="401078" y="229163"/>
                  </a:cubicBezTo>
                  <a:cubicBezTo>
                    <a:pt x="401063" y="221476"/>
                    <a:pt x="401052" y="213788"/>
                    <a:pt x="401045" y="206101"/>
                  </a:cubicBezTo>
                  <a:cubicBezTo>
                    <a:pt x="401041" y="202149"/>
                    <a:pt x="401036" y="198197"/>
                    <a:pt x="401027" y="194244"/>
                  </a:cubicBezTo>
                  <a:cubicBezTo>
                    <a:pt x="401019" y="190433"/>
                    <a:pt x="401015" y="186621"/>
                    <a:pt x="401013" y="182809"/>
                  </a:cubicBezTo>
                  <a:cubicBezTo>
                    <a:pt x="401011" y="181353"/>
                    <a:pt x="401009" y="179896"/>
                    <a:pt x="401005" y="178439"/>
                  </a:cubicBezTo>
                  <a:cubicBezTo>
                    <a:pt x="400999" y="176404"/>
                    <a:pt x="400998" y="174369"/>
                    <a:pt x="400999" y="172334"/>
                  </a:cubicBezTo>
                  <a:cubicBezTo>
                    <a:pt x="400996" y="171727"/>
                    <a:pt x="400993" y="171120"/>
                    <a:pt x="400991" y="170495"/>
                  </a:cubicBezTo>
                  <a:cubicBezTo>
                    <a:pt x="400998" y="166324"/>
                    <a:pt x="400998" y="166324"/>
                    <a:pt x="401827" y="164666"/>
                  </a:cubicBezTo>
                  <a:cubicBezTo>
                    <a:pt x="403502" y="164416"/>
                    <a:pt x="403502" y="164416"/>
                    <a:pt x="405548" y="164387"/>
                  </a:cubicBezTo>
                  <a:cubicBezTo>
                    <a:pt x="406223" y="164366"/>
                    <a:pt x="406899" y="164345"/>
                    <a:pt x="407595" y="164323"/>
                  </a:cubicBezTo>
                  <a:cubicBezTo>
                    <a:pt x="408147" y="164436"/>
                    <a:pt x="408700" y="164549"/>
                    <a:pt x="409269" y="164666"/>
                  </a:cubicBezTo>
                  <a:cubicBezTo>
                    <a:pt x="409760" y="166148"/>
                    <a:pt x="409760" y="166148"/>
                    <a:pt x="410013" y="167643"/>
                  </a:cubicBezTo>
                  <a:cubicBezTo>
                    <a:pt x="411252" y="167897"/>
                    <a:pt x="412492" y="168144"/>
                    <a:pt x="413734" y="168387"/>
                  </a:cubicBezTo>
                  <a:cubicBezTo>
                    <a:pt x="414242" y="169373"/>
                    <a:pt x="414739" y="170365"/>
                    <a:pt x="415222" y="171363"/>
                  </a:cubicBezTo>
                  <a:cubicBezTo>
                    <a:pt x="416204" y="171363"/>
                    <a:pt x="417186" y="171363"/>
                    <a:pt x="418199" y="171363"/>
                  </a:cubicBezTo>
                  <a:cubicBezTo>
                    <a:pt x="418429" y="171839"/>
                    <a:pt x="418659" y="172315"/>
                    <a:pt x="418896" y="172805"/>
                  </a:cubicBezTo>
                  <a:cubicBezTo>
                    <a:pt x="419157" y="173311"/>
                    <a:pt x="419418" y="173818"/>
                    <a:pt x="419687" y="174340"/>
                  </a:cubicBezTo>
                  <a:cubicBezTo>
                    <a:pt x="420922" y="174611"/>
                    <a:pt x="422163" y="174860"/>
                    <a:pt x="423408" y="175084"/>
                  </a:cubicBezTo>
                  <a:cubicBezTo>
                    <a:pt x="423653" y="175821"/>
                    <a:pt x="423899" y="176557"/>
                    <a:pt x="424152" y="177316"/>
                  </a:cubicBezTo>
                  <a:cubicBezTo>
                    <a:pt x="425526" y="177831"/>
                    <a:pt x="425526" y="177831"/>
                    <a:pt x="427128" y="178060"/>
                  </a:cubicBezTo>
                  <a:cubicBezTo>
                    <a:pt x="428756" y="178340"/>
                    <a:pt x="428756" y="178340"/>
                    <a:pt x="430105" y="178805"/>
                  </a:cubicBezTo>
                  <a:cubicBezTo>
                    <a:pt x="430350" y="179541"/>
                    <a:pt x="430596" y="180278"/>
                    <a:pt x="430849" y="181037"/>
                  </a:cubicBezTo>
                  <a:cubicBezTo>
                    <a:pt x="431708" y="181144"/>
                    <a:pt x="432568" y="181252"/>
                    <a:pt x="433453" y="181363"/>
                  </a:cubicBezTo>
                  <a:cubicBezTo>
                    <a:pt x="434313" y="181501"/>
                    <a:pt x="435172" y="181639"/>
                    <a:pt x="436058" y="181781"/>
                  </a:cubicBezTo>
                  <a:cubicBezTo>
                    <a:pt x="436165" y="182272"/>
                    <a:pt x="436273" y="182763"/>
                    <a:pt x="436383" y="183269"/>
                  </a:cubicBezTo>
                  <a:cubicBezTo>
                    <a:pt x="436522" y="183761"/>
                    <a:pt x="436660" y="184252"/>
                    <a:pt x="436802" y="184758"/>
                  </a:cubicBezTo>
                  <a:cubicBezTo>
                    <a:pt x="438350" y="185086"/>
                    <a:pt x="439826" y="185178"/>
                    <a:pt x="441406" y="185226"/>
                  </a:cubicBezTo>
                  <a:cubicBezTo>
                    <a:pt x="441851" y="185317"/>
                    <a:pt x="442297" y="185408"/>
                    <a:pt x="442755" y="185502"/>
                  </a:cubicBezTo>
                  <a:cubicBezTo>
                    <a:pt x="443001" y="186239"/>
                    <a:pt x="443246" y="186975"/>
                    <a:pt x="443499" y="187734"/>
                  </a:cubicBezTo>
                  <a:cubicBezTo>
                    <a:pt x="445247" y="188172"/>
                    <a:pt x="445247" y="188172"/>
                    <a:pt x="447267" y="188246"/>
                  </a:cubicBezTo>
                  <a:cubicBezTo>
                    <a:pt x="448292" y="188319"/>
                    <a:pt x="448292" y="188319"/>
                    <a:pt x="449339" y="188394"/>
                  </a:cubicBezTo>
                  <a:cubicBezTo>
                    <a:pt x="449868" y="188422"/>
                    <a:pt x="450396" y="188450"/>
                    <a:pt x="450941" y="188478"/>
                  </a:cubicBezTo>
                  <a:cubicBezTo>
                    <a:pt x="450941" y="189461"/>
                    <a:pt x="450941" y="190443"/>
                    <a:pt x="450941" y="191455"/>
                  </a:cubicBezTo>
                  <a:cubicBezTo>
                    <a:pt x="451469" y="191474"/>
                    <a:pt x="451998" y="191493"/>
                    <a:pt x="452542" y="191513"/>
                  </a:cubicBezTo>
                  <a:cubicBezTo>
                    <a:pt x="453226" y="191555"/>
                    <a:pt x="453910" y="191598"/>
                    <a:pt x="454615" y="191641"/>
                  </a:cubicBezTo>
                  <a:cubicBezTo>
                    <a:pt x="455297" y="191676"/>
                    <a:pt x="455979" y="191710"/>
                    <a:pt x="456682" y="191746"/>
                  </a:cubicBezTo>
                  <a:cubicBezTo>
                    <a:pt x="457243" y="191895"/>
                    <a:pt x="457804" y="192045"/>
                    <a:pt x="458382" y="192199"/>
                  </a:cubicBezTo>
                  <a:cubicBezTo>
                    <a:pt x="459390" y="194768"/>
                    <a:pt x="459223" y="197454"/>
                    <a:pt x="459225" y="200178"/>
                  </a:cubicBezTo>
                  <a:cubicBezTo>
                    <a:pt x="459226" y="200665"/>
                    <a:pt x="459227" y="201152"/>
                    <a:pt x="459228" y="201653"/>
                  </a:cubicBezTo>
                  <a:cubicBezTo>
                    <a:pt x="459229" y="203230"/>
                    <a:pt x="459225" y="204807"/>
                    <a:pt x="459219" y="206384"/>
                  </a:cubicBezTo>
                  <a:cubicBezTo>
                    <a:pt x="459219" y="206918"/>
                    <a:pt x="459218" y="207451"/>
                    <a:pt x="459217" y="208001"/>
                  </a:cubicBezTo>
                  <a:cubicBezTo>
                    <a:pt x="459205" y="216394"/>
                    <a:pt x="458986" y="224754"/>
                    <a:pt x="458382" y="233127"/>
                  </a:cubicBezTo>
                  <a:cubicBezTo>
                    <a:pt x="457891" y="233127"/>
                    <a:pt x="457400" y="233127"/>
                    <a:pt x="456894" y="233127"/>
                  </a:cubicBezTo>
                  <a:cubicBezTo>
                    <a:pt x="456648" y="240248"/>
                    <a:pt x="456403" y="247370"/>
                    <a:pt x="456150" y="254707"/>
                  </a:cubicBezTo>
                  <a:cubicBezTo>
                    <a:pt x="455413" y="254707"/>
                    <a:pt x="454676" y="254707"/>
                    <a:pt x="453917" y="254707"/>
                  </a:cubicBezTo>
                  <a:cubicBezTo>
                    <a:pt x="453906" y="255127"/>
                    <a:pt x="453896" y="255548"/>
                    <a:pt x="453884" y="255981"/>
                  </a:cubicBezTo>
                  <a:cubicBezTo>
                    <a:pt x="453829" y="257882"/>
                    <a:pt x="453757" y="259783"/>
                    <a:pt x="453685" y="261683"/>
                  </a:cubicBezTo>
                  <a:cubicBezTo>
                    <a:pt x="453668" y="262345"/>
                    <a:pt x="453651" y="263007"/>
                    <a:pt x="453634" y="263689"/>
                  </a:cubicBezTo>
                  <a:cubicBezTo>
                    <a:pt x="453607" y="264322"/>
                    <a:pt x="453581" y="264955"/>
                    <a:pt x="453554" y="265607"/>
                  </a:cubicBezTo>
                  <a:cubicBezTo>
                    <a:pt x="453534" y="266192"/>
                    <a:pt x="453515" y="266777"/>
                    <a:pt x="453495" y="267379"/>
                  </a:cubicBezTo>
                  <a:cubicBezTo>
                    <a:pt x="453173" y="268846"/>
                    <a:pt x="453173" y="268846"/>
                    <a:pt x="450941" y="270334"/>
                  </a:cubicBezTo>
                  <a:cubicBezTo>
                    <a:pt x="450561" y="272459"/>
                    <a:pt x="450561" y="272459"/>
                    <a:pt x="450522" y="274845"/>
                  </a:cubicBezTo>
                  <a:cubicBezTo>
                    <a:pt x="450426" y="277290"/>
                    <a:pt x="450426" y="277290"/>
                    <a:pt x="450197" y="279264"/>
                  </a:cubicBezTo>
                  <a:cubicBezTo>
                    <a:pt x="449460" y="279632"/>
                    <a:pt x="449460" y="279632"/>
                    <a:pt x="448708" y="280008"/>
                  </a:cubicBezTo>
                  <a:cubicBezTo>
                    <a:pt x="448444" y="281931"/>
                    <a:pt x="448378" y="283836"/>
                    <a:pt x="448293" y="285775"/>
                  </a:cubicBezTo>
                  <a:cubicBezTo>
                    <a:pt x="448184" y="286327"/>
                    <a:pt x="448076" y="286880"/>
                    <a:pt x="447964" y="287449"/>
                  </a:cubicBezTo>
                  <a:cubicBezTo>
                    <a:pt x="447227" y="287695"/>
                    <a:pt x="446491" y="287940"/>
                    <a:pt x="445732" y="288193"/>
                  </a:cubicBezTo>
                  <a:cubicBezTo>
                    <a:pt x="445296" y="289597"/>
                    <a:pt x="445296" y="289597"/>
                    <a:pt x="445220" y="291216"/>
                  </a:cubicBezTo>
                  <a:cubicBezTo>
                    <a:pt x="445143" y="292183"/>
                    <a:pt x="445067" y="293150"/>
                    <a:pt x="444988" y="294146"/>
                  </a:cubicBezTo>
                  <a:cubicBezTo>
                    <a:pt x="444251" y="294146"/>
                    <a:pt x="443514" y="294146"/>
                    <a:pt x="442755" y="294146"/>
                  </a:cubicBezTo>
                  <a:cubicBezTo>
                    <a:pt x="442617" y="295413"/>
                    <a:pt x="442617" y="295413"/>
                    <a:pt x="442476" y="296704"/>
                  </a:cubicBezTo>
                  <a:cubicBezTo>
                    <a:pt x="442323" y="297579"/>
                    <a:pt x="442169" y="298454"/>
                    <a:pt x="442011" y="299355"/>
                  </a:cubicBezTo>
                  <a:cubicBezTo>
                    <a:pt x="441274" y="299724"/>
                    <a:pt x="441274" y="299724"/>
                    <a:pt x="440523" y="300100"/>
                  </a:cubicBezTo>
                  <a:cubicBezTo>
                    <a:pt x="440277" y="300713"/>
                    <a:pt x="440032" y="301327"/>
                    <a:pt x="439779" y="301960"/>
                  </a:cubicBezTo>
                  <a:cubicBezTo>
                    <a:pt x="439034" y="303820"/>
                    <a:pt x="439034" y="303820"/>
                    <a:pt x="437546" y="304564"/>
                  </a:cubicBezTo>
                  <a:cubicBezTo>
                    <a:pt x="437316" y="305040"/>
                    <a:pt x="437086" y="305516"/>
                    <a:pt x="436849" y="306006"/>
                  </a:cubicBezTo>
                  <a:cubicBezTo>
                    <a:pt x="436058" y="307541"/>
                    <a:pt x="436058" y="307541"/>
                    <a:pt x="433825" y="309029"/>
                  </a:cubicBezTo>
                  <a:cubicBezTo>
                    <a:pt x="433580" y="309766"/>
                    <a:pt x="433334" y="310503"/>
                    <a:pt x="433081" y="311262"/>
                  </a:cubicBezTo>
                  <a:cubicBezTo>
                    <a:pt x="432452" y="311507"/>
                    <a:pt x="431823" y="311753"/>
                    <a:pt x="431174" y="312006"/>
                  </a:cubicBezTo>
                  <a:cubicBezTo>
                    <a:pt x="430576" y="312251"/>
                    <a:pt x="429977" y="312497"/>
                    <a:pt x="429361" y="312750"/>
                  </a:cubicBezTo>
                  <a:cubicBezTo>
                    <a:pt x="429361" y="313487"/>
                    <a:pt x="429361" y="314223"/>
                    <a:pt x="429361" y="314982"/>
                  </a:cubicBezTo>
                  <a:cubicBezTo>
                    <a:pt x="427396" y="315228"/>
                    <a:pt x="425432" y="315473"/>
                    <a:pt x="423408" y="315726"/>
                  </a:cubicBezTo>
                  <a:cubicBezTo>
                    <a:pt x="423408" y="316709"/>
                    <a:pt x="423408" y="317691"/>
                    <a:pt x="423408" y="318703"/>
                  </a:cubicBezTo>
                  <a:cubicBezTo>
                    <a:pt x="422825" y="318731"/>
                    <a:pt x="422243" y="318759"/>
                    <a:pt x="421643" y="318787"/>
                  </a:cubicBezTo>
                  <a:cubicBezTo>
                    <a:pt x="420890" y="318836"/>
                    <a:pt x="420137" y="318885"/>
                    <a:pt x="419361" y="318936"/>
                  </a:cubicBezTo>
                  <a:cubicBezTo>
                    <a:pt x="418610" y="318979"/>
                    <a:pt x="417859" y="319022"/>
                    <a:pt x="417085" y="319066"/>
                  </a:cubicBezTo>
                  <a:cubicBezTo>
                    <a:pt x="416470" y="319192"/>
                    <a:pt x="415855" y="319318"/>
                    <a:pt x="415222" y="319447"/>
                  </a:cubicBezTo>
                  <a:cubicBezTo>
                    <a:pt x="414976" y="320184"/>
                    <a:pt x="414731" y="320921"/>
                    <a:pt x="414478" y="321680"/>
                  </a:cubicBezTo>
                  <a:cubicBezTo>
                    <a:pt x="413180" y="321961"/>
                    <a:pt x="413180" y="321961"/>
                    <a:pt x="411455" y="321963"/>
                  </a:cubicBezTo>
                  <a:cubicBezTo>
                    <a:pt x="410804" y="321969"/>
                    <a:pt x="410153" y="321976"/>
                    <a:pt x="409482" y="321982"/>
                  </a:cubicBezTo>
                  <a:cubicBezTo>
                    <a:pt x="408402" y="321975"/>
                    <a:pt x="408402" y="321975"/>
                    <a:pt x="407301" y="321968"/>
                  </a:cubicBezTo>
                  <a:cubicBezTo>
                    <a:pt x="406170" y="321974"/>
                    <a:pt x="406170" y="321974"/>
                    <a:pt x="405017" y="321980"/>
                  </a:cubicBezTo>
                  <a:cubicBezTo>
                    <a:pt x="402512" y="321990"/>
                    <a:pt x="400007" y="321984"/>
                    <a:pt x="397502" y="321976"/>
                  </a:cubicBezTo>
                  <a:cubicBezTo>
                    <a:pt x="395770" y="321978"/>
                    <a:pt x="394038" y="321980"/>
                    <a:pt x="392305" y="321983"/>
                  </a:cubicBezTo>
                  <a:cubicBezTo>
                    <a:pt x="388669" y="321986"/>
                    <a:pt x="385034" y="321981"/>
                    <a:pt x="381398" y="321971"/>
                  </a:cubicBezTo>
                  <a:cubicBezTo>
                    <a:pt x="376725" y="321958"/>
                    <a:pt x="372053" y="321965"/>
                    <a:pt x="367381" y="321979"/>
                  </a:cubicBezTo>
                  <a:cubicBezTo>
                    <a:pt x="363803" y="321987"/>
                    <a:pt x="360224" y="321984"/>
                    <a:pt x="356645" y="321978"/>
                  </a:cubicBezTo>
                  <a:cubicBezTo>
                    <a:pt x="354922" y="321977"/>
                    <a:pt x="353199" y="321979"/>
                    <a:pt x="351476" y="321984"/>
                  </a:cubicBezTo>
                  <a:cubicBezTo>
                    <a:pt x="349072" y="321990"/>
                    <a:pt x="346668" y="321981"/>
                    <a:pt x="344264" y="321968"/>
                  </a:cubicBezTo>
                  <a:cubicBezTo>
                    <a:pt x="343544" y="321973"/>
                    <a:pt x="342824" y="321977"/>
                    <a:pt x="342083" y="321982"/>
                  </a:cubicBezTo>
                  <a:cubicBezTo>
                    <a:pt x="341432" y="321976"/>
                    <a:pt x="340781" y="321970"/>
                    <a:pt x="340110" y="321963"/>
                  </a:cubicBezTo>
                  <a:cubicBezTo>
                    <a:pt x="339541" y="321962"/>
                    <a:pt x="338972" y="321961"/>
                    <a:pt x="338385" y="321961"/>
                  </a:cubicBezTo>
                  <a:cubicBezTo>
                    <a:pt x="337957" y="321868"/>
                    <a:pt x="337529" y="321775"/>
                    <a:pt x="337087" y="321680"/>
                  </a:cubicBezTo>
                  <a:cubicBezTo>
                    <a:pt x="336842" y="320943"/>
                    <a:pt x="336596" y="320206"/>
                    <a:pt x="336343" y="319447"/>
                  </a:cubicBezTo>
                  <a:cubicBezTo>
                    <a:pt x="333637" y="319126"/>
                    <a:pt x="330974" y="319119"/>
                    <a:pt x="328251" y="319078"/>
                  </a:cubicBezTo>
                  <a:cubicBezTo>
                    <a:pt x="327483" y="318954"/>
                    <a:pt x="326716" y="318831"/>
                    <a:pt x="325925" y="318703"/>
                  </a:cubicBezTo>
                  <a:cubicBezTo>
                    <a:pt x="325390" y="317212"/>
                    <a:pt x="325390" y="317212"/>
                    <a:pt x="325181" y="315726"/>
                  </a:cubicBezTo>
                  <a:cubicBezTo>
                    <a:pt x="324321" y="315604"/>
                    <a:pt x="323462" y="315481"/>
                    <a:pt x="322576" y="315354"/>
                  </a:cubicBezTo>
                  <a:cubicBezTo>
                    <a:pt x="321717" y="315232"/>
                    <a:pt x="320857" y="315109"/>
                    <a:pt x="319972" y="314982"/>
                  </a:cubicBezTo>
                  <a:cubicBezTo>
                    <a:pt x="319507" y="313494"/>
                    <a:pt x="319507" y="313494"/>
                    <a:pt x="319228" y="312006"/>
                  </a:cubicBezTo>
                  <a:cubicBezTo>
                    <a:pt x="318614" y="311883"/>
                    <a:pt x="318000" y="311760"/>
                    <a:pt x="317367" y="311634"/>
                  </a:cubicBezTo>
                  <a:cubicBezTo>
                    <a:pt x="316754" y="311511"/>
                    <a:pt x="316140" y="311388"/>
                    <a:pt x="315507" y="311262"/>
                  </a:cubicBezTo>
                  <a:cubicBezTo>
                    <a:pt x="315089" y="309820"/>
                    <a:pt x="315089" y="309820"/>
                    <a:pt x="314763" y="308285"/>
                  </a:cubicBezTo>
                  <a:cubicBezTo>
                    <a:pt x="314313" y="308078"/>
                    <a:pt x="313863" y="307871"/>
                    <a:pt x="313400" y="307657"/>
                  </a:cubicBezTo>
                  <a:cubicBezTo>
                    <a:pt x="311357" y="306568"/>
                    <a:pt x="310663" y="305362"/>
                    <a:pt x="309461" y="303402"/>
                  </a:cubicBezTo>
                  <a:cubicBezTo>
                    <a:pt x="308055" y="300940"/>
                    <a:pt x="308055" y="300940"/>
                    <a:pt x="305833" y="299355"/>
                  </a:cubicBezTo>
                  <a:cubicBezTo>
                    <a:pt x="305726" y="298619"/>
                    <a:pt x="305618" y="297882"/>
                    <a:pt x="305508" y="297123"/>
                  </a:cubicBezTo>
                  <a:cubicBezTo>
                    <a:pt x="305370" y="296386"/>
                    <a:pt x="305231" y="295650"/>
                    <a:pt x="305089" y="294891"/>
                  </a:cubicBezTo>
                  <a:cubicBezTo>
                    <a:pt x="304352" y="294645"/>
                    <a:pt x="303616" y="294399"/>
                    <a:pt x="302857" y="294146"/>
                  </a:cubicBezTo>
                  <a:cubicBezTo>
                    <a:pt x="302639" y="292446"/>
                    <a:pt x="302639" y="292446"/>
                    <a:pt x="302717" y="290379"/>
                  </a:cubicBezTo>
                  <a:cubicBezTo>
                    <a:pt x="302737" y="289695"/>
                    <a:pt x="302757" y="289011"/>
                    <a:pt x="302778" y="288307"/>
                  </a:cubicBezTo>
                  <a:cubicBezTo>
                    <a:pt x="302817" y="287514"/>
                    <a:pt x="302817" y="287514"/>
                    <a:pt x="302857" y="286705"/>
                  </a:cubicBezTo>
                  <a:cubicBezTo>
                    <a:pt x="302120" y="286705"/>
                    <a:pt x="301383" y="286705"/>
                    <a:pt x="300624" y="286705"/>
                  </a:cubicBezTo>
                  <a:cubicBezTo>
                    <a:pt x="300596" y="286024"/>
                    <a:pt x="300569" y="285343"/>
                    <a:pt x="300540" y="284641"/>
                  </a:cubicBezTo>
                  <a:cubicBezTo>
                    <a:pt x="300491" y="283757"/>
                    <a:pt x="300442" y="282872"/>
                    <a:pt x="300392" y="281961"/>
                  </a:cubicBezTo>
                  <a:cubicBezTo>
                    <a:pt x="300349" y="281081"/>
                    <a:pt x="300305" y="280200"/>
                    <a:pt x="300261" y="279293"/>
                  </a:cubicBezTo>
                  <a:cubicBezTo>
                    <a:pt x="300135" y="278546"/>
                    <a:pt x="300010" y="277800"/>
                    <a:pt x="299880" y="277031"/>
                  </a:cubicBezTo>
                  <a:cubicBezTo>
                    <a:pt x="299143" y="276540"/>
                    <a:pt x="298407" y="276049"/>
                    <a:pt x="297648" y="275543"/>
                  </a:cubicBezTo>
                  <a:cubicBezTo>
                    <a:pt x="297326" y="273393"/>
                    <a:pt x="297326" y="273393"/>
                    <a:pt x="297267" y="270677"/>
                  </a:cubicBezTo>
                  <a:cubicBezTo>
                    <a:pt x="297227" y="269224"/>
                    <a:pt x="297227" y="269224"/>
                    <a:pt x="297187" y="267741"/>
                  </a:cubicBezTo>
                  <a:cubicBezTo>
                    <a:pt x="297170" y="266714"/>
                    <a:pt x="297153" y="265687"/>
                    <a:pt x="297136" y="264660"/>
                  </a:cubicBezTo>
                  <a:cubicBezTo>
                    <a:pt x="297111" y="263627"/>
                    <a:pt x="297086" y="262594"/>
                    <a:pt x="297059" y="261561"/>
                  </a:cubicBezTo>
                  <a:cubicBezTo>
                    <a:pt x="296998" y="259028"/>
                    <a:pt x="296946" y="256496"/>
                    <a:pt x="296904" y="253963"/>
                  </a:cubicBezTo>
                  <a:cubicBezTo>
                    <a:pt x="296167" y="254208"/>
                    <a:pt x="295430" y="254454"/>
                    <a:pt x="294671" y="254707"/>
                  </a:cubicBezTo>
                  <a:cubicBezTo>
                    <a:pt x="294303" y="191351"/>
                    <a:pt x="294303" y="191351"/>
                    <a:pt x="293927" y="126715"/>
                  </a:cubicBezTo>
                  <a:cubicBezTo>
                    <a:pt x="293436" y="126960"/>
                    <a:pt x="292945" y="127206"/>
                    <a:pt x="292439" y="127459"/>
                  </a:cubicBezTo>
                  <a:cubicBezTo>
                    <a:pt x="290611" y="127536"/>
                    <a:pt x="288805" y="127568"/>
                    <a:pt x="286977" y="127567"/>
                  </a:cubicBezTo>
                  <a:cubicBezTo>
                    <a:pt x="286133" y="127571"/>
                    <a:pt x="286133" y="127571"/>
                    <a:pt x="285272" y="127575"/>
                  </a:cubicBezTo>
                  <a:cubicBezTo>
                    <a:pt x="283406" y="127582"/>
                    <a:pt x="281541" y="127583"/>
                    <a:pt x="279675" y="127584"/>
                  </a:cubicBezTo>
                  <a:cubicBezTo>
                    <a:pt x="278381" y="127586"/>
                    <a:pt x="277087" y="127589"/>
                    <a:pt x="275793" y="127591"/>
                  </a:cubicBezTo>
                  <a:cubicBezTo>
                    <a:pt x="273079" y="127596"/>
                    <a:pt x="270365" y="127597"/>
                    <a:pt x="267650" y="127597"/>
                  </a:cubicBezTo>
                  <a:cubicBezTo>
                    <a:pt x="264169" y="127597"/>
                    <a:pt x="260687" y="127607"/>
                    <a:pt x="257206" y="127620"/>
                  </a:cubicBezTo>
                  <a:cubicBezTo>
                    <a:pt x="254533" y="127628"/>
                    <a:pt x="251860" y="127629"/>
                    <a:pt x="249187" y="127629"/>
                  </a:cubicBezTo>
                  <a:cubicBezTo>
                    <a:pt x="247903" y="127630"/>
                    <a:pt x="246619" y="127633"/>
                    <a:pt x="245336" y="127639"/>
                  </a:cubicBezTo>
                  <a:cubicBezTo>
                    <a:pt x="243542" y="127646"/>
                    <a:pt x="241748" y="127644"/>
                    <a:pt x="239954" y="127640"/>
                  </a:cubicBezTo>
                  <a:cubicBezTo>
                    <a:pt x="239155" y="127646"/>
                    <a:pt x="239155" y="127646"/>
                    <a:pt x="238340" y="127652"/>
                  </a:cubicBezTo>
                  <a:cubicBezTo>
                    <a:pt x="235614" y="127635"/>
                    <a:pt x="234499" y="127528"/>
                    <a:pt x="232163" y="125971"/>
                  </a:cubicBezTo>
                  <a:cubicBezTo>
                    <a:pt x="232189" y="126660"/>
                    <a:pt x="232215" y="127350"/>
                    <a:pt x="232242" y="128061"/>
                  </a:cubicBezTo>
                  <a:cubicBezTo>
                    <a:pt x="232262" y="128952"/>
                    <a:pt x="232282" y="129843"/>
                    <a:pt x="232303" y="130761"/>
                  </a:cubicBezTo>
                  <a:cubicBezTo>
                    <a:pt x="232342" y="132095"/>
                    <a:pt x="232342" y="132095"/>
                    <a:pt x="232381" y="133456"/>
                  </a:cubicBezTo>
                  <a:cubicBezTo>
                    <a:pt x="232309" y="134178"/>
                    <a:pt x="232237" y="134900"/>
                    <a:pt x="232163" y="135644"/>
                  </a:cubicBezTo>
                  <a:cubicBezTo>
                    <a:pt x="231427" y="135890"/>
                    <a:pt x="230690" y="136136"/>
                    <a:pt x="229931" y="136389"/>
                  </a:cubicBezTo>
                  <a:cubicBezTo>
                    <a:pt x="229548" y="138117"/>
                    <a:pt x="229548" y="138117"/>
                    <a:pt x="229550" y="140205"/>
                  </a:cubicBezTo>
                  <a:cubicBezTo>
                    <a:pt x="229511" y="141360"/>
                    <a:pt x="229511" y="141360"/>
                    <a:pt x="229470" y="142538"/>
                  </a:cubicBezTo>
                  <a:cubicBezTo>
                    <a:pt x="229453" y="143348"/>
                    <a:pt x="229437" y="144158"/>
                    <a:pt x="229419" y="144993"/>
                  </a:cubicBezTo>
                  <a:cubicBezTo>
                    <a:pt x="229394" y="145806"/>
                    <a:pt x="229368" y="146619"/>
                    <a:pt x="229342" y="147456"/>
                  </a:cubicBezTo>
                  <a:cubicBezTo>
                    <a:pt x="229281" y="149472"/>
                    <a:pt x="229229" y="151488"/>
                    <a:pt x="229187" y="153504"/>
                  </a:cubicBezTo>
                  <a:cubicBezTo>
                    <a:pt x="228450" y="153504"/>
                    <a:pt x="227713" y="153504"/>
                    <a:pt x="226954" y="153504"/>
                  </a:cubicBezTo>
                  <a:cubicBezTo>
                    <a:pt x="226918" y="154408"/>
                    <a:pt x="226881" y="155313"/>
                    <a:pt x="226844" y="156245"/>
                  </a:cubicBezTo>
                  <a:cubicBezTo>
                    <a:pt x="226788" y="157424"/>
                    <a:pt x="226732" y="158603"/>
                    <a:pt x="226675" y="159783"/>
                  </a:cubicBezTo>
                  <a:cubicBezTo>
                    <a:pt x="226652" y="160380"/>
                    <a:pt x="226629" y="160977"/>
                    <a:pt x="226606" y="161592"/>
                  </a:cubicBezTo>
                  <a:cubicBezTo>
                    <a:pt x="226528" y="163116"/>
                    <a:pt x="226375" y="164637"/>
                    <a:pt x="226210" y="166154"/>
                  </a:cubicBezTo>
                  <a:cubicBezTo>
                    <a:pt x="225719" y="166400"/>
                    <a:pt x="225228" y="166645"/>
                    <a:pt x="224722" y="166898"/>
                  </a:cubicBezTo>
                  <a:cubicBezTo>
                    <a:pt x="224372" y="169336"/>
                    <a:pt x="224372" y="169336"/>
                    <a:pt x="224257" y="172154"/>
                  </a:cubicBezTo>
                  <a:cubicBezTo>
                    <a:pt x="224201" y="173114"/>
                    <a:pt x="224146" y="174074"/>
                    <a:pt x="224088" y="175064"/>
                  </a:cubicBezTo>
                  <a:cubicBezTo>
                    <a:pt x="224052" y="175807"/>
                    <a:pt x="224015" y="176550"/>
                    <a:pt x="223978" y="177316"/>
                  </a:cubicBezTo>
                  <a:cubicBezTo>
                    <a:pt x="222996" y="177316"/>
                    <a:pt x="222013" y="177316"/>
                    <a:pt x="221001" y="177316"/>
                  </a:cubicBezTo>
                  <a:cubicBezTo>
                    <a:pt x="221001" y="180018"/>
                    <a:pt x="221001" y="182719"/>
                    <a:pt x="221001" y="185502"/>
                  </a:cubicBezTo>
                  <a:cubicBezTo>
                    <a:pt x="220265" y="185502"/>
                    <a:pt x="219528" y="185502"/>
                    <a:pt x="218769" y="185502"/>
                  </a:cubicBezTo>
                  <a:cubicBezTo>
                    <a:pt x="218741" y="186067"/>
                    <a:pt x="218713" y="186632"/>
                    <a:pt x="218685" y="187214"/>
                  </a:cubicBezTo>
                  <a:cubicBezTo>
                    <a:pt x="218611" y="188323"/>
                    <a:pt x="218611" y="188323"/>
                    <a:pt x="218536" y="189455"/>
                  </a:cubicBezTo>
                  <a:cubicBezTo>
                    <a:pt x="218493" y="190189"/>
                    <a:pt x="218450" y="190923"/>
                    <a:pt x="218405" y="191679"/>
                  </a:cubicBezTo>
                  <a:cubicBezTo>
                    <a:pt x="217978" y="193932"/>
                    <a:pt x="217424" y="194419"/>
                    <a:pt x="215792" y="195920"/>
                  </a:cubicBezTo>
                  <a:cubicBezTo>
                    <a:pt x="215792" y="196687"/>
                    <a:pt x="215792" y="197455"/>
                    <a:pt x="215792" y="198245"/>
                  </a:cubicBezTo>
                  <a:cubicBezTo>
                    <a:pt x="215792" y="198951"/>
                    <a:pt x="215792" y="199657"/>
                    <a:pt x="215792" y="200385"/>
                  </a:cubicBezTo>
                  <a:cubicBezTo>
                    <a:pt x="215056" y="200630"/>
                    <a:pt x="214319" y="200876"/>
                    <a:pt x="213560" y="201129"/>
                  </a:cubicBezTo>
                  <a:cubicBezTo>
                    <a:pt x="213008" y="203752"/>
                    <a:pt x="213008" y="203752"/>
                    <a:pt x="212816" y="206338"/>
                  </a:cubicBezTo>
                  <a:cubicBezTo>
                    <a:pt x="212325" y="206338"/>
                    <a:pt x="211833" y="206338"/>
                    <a:pt x="211327" y="206338"/>
                  </a:cubicBezTo>
                  <a:cubicBezTo>
                    <a:pt x="210865" y="207872"/>
                    <a:pt x="210612" y="209412"/>
                    <a:pt x="210330" y="210989"/>
                  </a:cubicBezTo>
                  <a:cubicBezTo>
                    <a:pt x="210168" y="211418"/>
                    <a:pt x="210006" y="211848"/>
                    <a:pt x="209839" y="212291"/>
                  </a:cubicBezTo>
                  <a:cubicBezTo>
                    <a:pt x="209102" y="212291"/>
                    <a:pt x="208366" y="212291"/>
                    <a:pt x="207607" y="212291"/>
                  </a:cubicBezTo>
                  <a:cubicBezTo>
                    <a:pt x="207515" y="213135"/>
                    <a:pt x="207423" y="213979"/>
                    <a:pt x="207328" y="214849"/>
                  </a:cubicBezTo>
                  <a:cubicBezTo>
                    <a:pt x="207097" y="216161"/>
                    <a:pt x="207097" y="216161"/>
                    <a:pt x="206863" y="217500"/>
                  </a:cubicBezTo>
                  <a:cubicBezTo>
                    <a:pt x="206371" y="217745"/>
                    <a:pt x="205880" y="217991"/>
                    <a:pt x="205374" y="218244"/>
                  </a:cubicBezTo>
                  <a:cubicBezTo>
                    <a:pt x="205129" y="218858"/>
                    <a:pt x="204883" y="219472"/>
                    <a:pt x="204630" y="220104"/>
                  </a:cubicBezTo>
                  <a:cubicBezTo>
                    <a:pt x="203886" y="221965"/>
                    <a:pt x="203886" y="221965"/>
                    <a:pt x="202398" y="222709"/>
                  </a:cubicBezTo>
                  <a:cubicBezTo>
                    <a:pt x="202275" y="223323"/>
                    <a:pt x="202152" y="223937"/>
                    <a:pt x="202026" y="224569"/>
                  </a:cubicBezTo>
                  <a:cubicBezTo>
                    <a:pt x="201903" y="225183"/>
                    <a:pt x="201780" y="225797"/>
                    <a:pt x="201654" y="226430"/>
                  </a:cubicBezTo>
                  <a:cubicBezTo>
                    <a:pt x="201162" y="226675"/>
                    <a:pt x="200671" y="226921"/>
                    <a:pt x="200165" y="227174"/>
                  </a:cubicBezTo>
                  <a:cubicBezTo>
                    <a:pt x="199935" y="227880"/>
                    <a:pt x="199705" y="228586"/>
                    <a:pt x="199468" y="229313"/>
                  </a:cubicBezTo>
                  <a:cubicBezTo>
                    <a:pt x="198692" y="231595"/>
                    <a:pt x="198229" y="232372"/>
                    <a:pt x="196445" y="233871"/>
                  </a:cubicBezTo>
                  <a:cubicBezTo>
                    <a:pt x="194637" y="235462"/>
                    <a:pt x="194637" y="235462"/>
                    <a:pt x="193840" y="237685"/>
                  </a:cubicBezTo>
                  <a:cubicBezTo>
                    <a:pt x="193717" y="238145"/>
                    <a:pt x="193595" y="238606"/>
                    <a:pt x="193468" y="239080"/>
                  </a:cubicBezTo>
                  <a:cubicBezTo>
                    <a:pt x="192731" y="239326"/>
                    <a:pt x="191995" y="239571"/>
                    <a:pt x="191236" y="239824"/>
                  </a:cubicBezTo>
                  <a:cubicBezTo>
                    <a:pt x="190728" y="240810"/>
                    <a:pt x="190231" y="241802"/>
                    <a:pt x="189747" y="242801"/>
                  </a:cubicBezTo>
                  <a:cubicBezTo>
                    <a:pt x="189256" y="242801"/>
                    <a:pt x="188765" y="242801"/>
                    <a:pt x="188259" y="242801"/>
                  </a:cubicBezTo>
                  <a:cubicBezTo>
                    <a:pt x="188013" y="243415"/>
                    <a:pt x="187768" y="244029"/>
                    <a:pt x="187515" y="244661"/>
                  </a:cubicBezTo>
                  <a:cubicBezTo>
                    <a:pt x="187269" y="245275"/>
                    <a:pt x="187024" y="245889"/>
                    <a:pt x="186771" y="246521"/>
                  </a:cubicBezTo>
                  <a:cubicBezTo>
                    <a:pt x="186280" y="246521"/>
                    <a:pt x="185789" y="246521"/>
                    <a:pt x="185282" y="246521"/>
                  </a:cubicBezTo>
                  <a:cubicBezTo>
                    <a:pt x="185027" y="247512"/>
                    <a:pt x="184779" y="248504"/>
                    <a:pt x="184538" y="249498"/>
                  </a:cubicBezTo>
                  <a:cubicBezTo>
                    <a:pt x="184047" y="249744"/>
                    <a:pt x="183556" y="249989"/>
                    <a:pt x="183050" y="250242"/>
                  </a:cubicBezTo>
                  <a:cubicBezTo>
                    <a:pt x="182805" y="250733"/>
                    <a:pt x="182559" y="251224"/>
                    <a:pt x="182306" y="251730"/>
                  </a:cubicBezTo>
                  <a:cubicBezTo>
                    <a:pt x="181562" y="253219"/>
                    <a:pt x="181562" y="253219"/>
                    <a:pt x="180074" y="253963"/>
                  </a:cubicBezTo>
                  <a:cubicBezTo>
                    <a:pt x="179774" y="254607"/>
                    <a:pt x="179774" y="254607"/>
                    <a:pt x="179469" y="255265"/>
                  </a:cubicBezTo>
                  <a:cubicBezTo>
                    <a:pt x="177907" y="258224"/>
                    <a:pt x="175265" y="260278"/>
                    <a:pt x="172865" y="262567"/>
                  </a:cubicBezTo>
                  <a:cubicBezTo>
                    <a:pt x="171109" y="264228"/>
                    <a:pt x="171109" y="264228"/>
                    <a:pt x="170353" y="266055"/>
                  </a:cubicBezTo>
                  <a:cubicBezTo>
                    <a:pt x="170123" y="266485"/>
                    <a:pt x="169893" y="266915"/>
                    <a:pt x="169656" y="267357"/>
                  </a:cubicBezTo>
                  <a:cubicBezTo>
                    <a:pt x="168669" y="267626"/>
                    <a:pt x="167677" y="267876"/>
                    <a:pt x="166679" y="268101"/>
                  </a:cubicBezTo>
                  <a:cubicBezTo>
                    <a:pt x="166433" y="268838"/>
                    <a:pt x="166188" y="269575"/>
                    <a:pt x="165935" y="270334"/>
                  </a:cubicBezTo>
                  <a:cubicBezTo>
                    <a:pt x="164943" y="270830"/>
                    <a:pt x="163950" y="271326"/>
                    <a:pt x="162958" y="271822"/>
                  </a:cubicBezTo>
                  <a:cubicBezTo>
                    <a:pt x="162713" y="272559"/>
                    <a:pt x="162467" y="273296"/>
                    <a:pt x="162214" y="274055"/>
                  </a:cubicBezTo>
                  <a:cubicBezTo>
                    <a:pt x="160974" y="274303"/>
                    <a:pt x="159734" y="274551"/>
                    <a:pt x="158493" y="274799"/>
                  </a:cubicBezTo>
                  <a:cubicBezTo>
                    <a:pt x="158248" y="275535"/>
                    <a:pt x="158002" y="276272"/>
                    <a:pt x="157749" y="277031"/>
                  </a:cubicBezTo>
                  <a:cubicBezTo>
                    <a:pt x="157013" y="277277"/>
                    <a:pt x="156276" y="277522"/>
                    <a:pt x="155517" y="277775"/>
                  </a:cubicBezTo>
                  <a:cubicBezTo>
                    <a:pt x="155302" y="278266"/>
                    <a:pt x="155087" y="278758"/>
                    <a:pt x="154866" y="279264"/>
                  </a:cubicBezTo>
                  <a:cubicBezTo>
                    <a:pt x="154589" y="279755"/>
                    <a:pt x="154313" y="280246"/>
                    <a:pt x="154029" y="280752"/>
                  </a:cubicBezTo>
                  <a:cubicBezTo>
                    <a:pt x="152793" y="281023"/>
                    <a:pt x="151553" y="281273"/>
                    <a:pt x="150308" y="281496"/>
                  </a:cubicBezTo>
                  <a:cubicBezTo>
                    <a:pt x="150062" y="282233"/>
                    <a:pt x="149817" y="282969"/>
                    <a:pt x="149564" y="283728"/>
                  </a:cubicBezTo>
                  <a:cubicBezTo>
                    <a:pt x="148572" y="284225"/>
                    <a:pt x="147579" y="284721"/>
                    <a:pt x="146587" y="285217"/>
                  </a:cubicBezTo>
                  <a:cubicBezTo>
                    <a:pt x="146342" y="285953"/>
                    <a:pt x="146096" y="286690"/>
                    <a:pt x="145843" y="287449"/>
                  </a:cubicBezTo>
                  <a:cubicBezTo>
                    <a:pt x="145106" y="287418"/>
                    <a:pt x="144370" y="287388"/>
                    <a:pt x="143611" y="287356"/>
                  </a:cubicBezTo>
                  <a:cubicBezTo>
                    <a:pt x="142506" y="287402"/>
                    <a:pt x="142506" y="287402"/>
                    <a:pt x="141378" y="287449"/>
                  </a:cubicBezTo>
                  <a:cubicBezTo>
                    <a:pt x="141124" y="288688"/>
                    <a:pt x="140876" y="289928"/>
                    <a:pt x="140634" y="291170"/>
                  </a:cubicBezTo>
                  <a:cubicBezTo>
                    <a:pt x="138402" y="291635"/>
                    <a:pt x="138402" y="291635"/>
                    <a:pt x="136169" y="291914"/>
                  </a:cubicBezTo>
                  <a:cubicBezTo>
                    <a:pt x="135924" y="292651"/>
                    <a:pt x="135678" y="293387"/>
                    <a:pt x="135425" y="294146"/>
                  </a:cubicBezTo>
                  <a:cubicBezTo>
                    <a:pt x="133937" y="294642"/>
                    <a:pt x="132449" y="295139"/>
                    <a:pt x="130960" y="295635"/>
                  </a:cubicBezTo>
                  <a:cubicBezTo>
                    <a:pt x="130715" y="296371"/>
                    <a:pt x="130469" y="297108"/>
                    <a:pt x="130216" y="297867"/>
                  </a:cubicBezTo>
                  <a:cubicBezTo>
                    <a:pt x="129479" y="297975"/>
                    <a:pt x="128743" y="298082"/>
                    <a:pt x="127984" y="298193"/>
                  </a:cubicBezTo>
                  <a:cubicBezTo>
                    <a:pt x="127247" y="298331"/>
                    <a:pt x="126510" y="298469"/>
                    <a:pt x="125751" y="298611"/>
                  </a:cubicBezTo>
                  <a:cubicBezTo>
                    <a:pt x="125659" y="299118"/>
                    <a:pt x="125567" y="299624"/>
                    <a:pt x="125472" y="300146"/>
                  </a:cubicBezTo>
                  <a:cubicBezTo>
                    <a:pt x="125319" y="300622"/>
                    <a:pt x="125165" y="301098"/>
                    <a:pt x="125007" y="301588"/>
                  </a:cubicBezTo>
                  <a:cubicBezTo>
                    <a:pt x="122969" y="301880"/>
                    <a:pt x="121126" y="301719"/>
                    <a:pt x="119054" y="301588"/>
                  </a:cubicBezTo>
                  <a:cubicBezTo>
                    <a:pt x="119054" y="302570"/>
                    <a:pt x="119054" y="303552"/>
                    <a:pt x="119054" y="304564"/>
                  </a:cubicBezTo>
                  <a:cubicBezTo>
                    <a:pt x="118210" y="304626"/>
                    <a:pt x="117366" y="304687"/>
                    <a:pt x="116496" y="304750"/>
                  </a:cubicBezTo>
                  <a:cubicBezTo>
                    <a:pt x="115621" y="304935"/>
                    <a:pt x="114746" y="305119"/>
                    <a:pt x="113845" y="305309"/>
                  </a:cubicBezTo>
                  <a:cubicBezTo>
                    <a:pt x="113738" y="305800"/>
                    <a:pt x="113630" y="306291"/>
                    <a:pt x="113519" y="306797"/>
                  </a:cubicBezTo>
                  <a:cubicBezTo>
                    <a:pt x="113381" y="307288"/>
                    <a:pt x="113243" y="307779"/>
                    <a:pt x="113101" y="308285"/>
                  </a:cubicBezTo>
                  <a:cubicBezTo>
                    <a:pt x="111553" y="308614"/>
                    <a:pt x="110077" y="308705"/>
                    <a:pt x="108496" y="308753"/>
                  </a:cubicBezTo>
                  <a:cubicBezTo>
                    <a:pt x="108051" y="308844"/>
                    <a:pt x="107606" y="308935"/>
                    <a:pt x="107148" y="309029"/>
                  </a:cubicBezTo>
                  <a:cubicBezTo>
                    <a:pt x="106902" y="309766"/>
                    <a:pt x="106657" y="310503"/>
                    <a:pt x="106404" y="311262"/>
                  </a:cubicBezTo>
                  <a:cubicBezTo>
                    <a:pt x="104854" y="311579"/>
                    <a:pt x="103378" y="311588"/>
                    <a:pt x="101799" y="311631"/>
                  </a:cubicBezTo>
                  <a:cubicBezTo>
                    <a:pt x="101354" y="311755"/>
                    <a:pt x="100909" y="311878"/>
                    <a:pt x="100450" y="312006"/>
                  </a:cubicBezTo>
                  <a:cubicBezTo>
                    <a:pt x="100335" y="312498"/>
                    <a:pt x="100220" y="312990"/>
                    <a:pt x="100102" y="313497"/>
                  </a:cubicBezTo>
                  <a:cubicBezTo>
                    <a:pt x="99971" y="313987"/>
                    <a:pt x="99841" y="314477"/>
                    <a:pt x="99706" y="314982"/>
                  </a:cubicBezTo>
                  <a:cubicBezTo>
                    <a:pt x="97949" y="315388"/>
                    <a:pt x="96320" y="315355"/>
                    <a:pt x="94521" y="315378"/>
                  </a:cubicBezTo>
                  <a:cubicBezTo>
                    <a:pt x="94022" y="315493"/>
                    <a:pt x="93523" y="315608"/>
                    <a:pt x="93009" y="315726"/>
                  </a:cubicBezTo>
                  <a:cubicBezTo>
                    <a:pt x="92903" y="316221"/>
                    <a:pt x="92796" y="316716"/>
                    <a:pt x="92686" y="317226"/>
                  </a:cubicBezTo>
                  <a:cubicBezTo>
                    <a:pt x="92547" y="317714"/>
                    <a:pt x="92408" y="318201"/>
                    <a:pt x="92265" y="318703"/>
                  </a:cubicBezTo>
                  <a:cubicBezTo>
                    <a:pt x="90402" y="318994"/>
                    <a:pt x="90402" y="318994"/>
                    <a:pt x="88126" y="318889"/>
                  </a:cubicBezTo>
                  <a:cubicBezTo>
                    <a:pt x="87373" y="318862"/>
                    <a:pt x="86620" y="318835"/>
                    <a:pt x="85844" y="318808"/>
                  </a:cubicBezTo>
                  <a:cubicBezTo>
                    <a:pt x="85262" y="318773"/>
                    <a:pt x="84679" y="318739"/>
                    <a:pt x="84079" y="318703"/>
                  </a:cubicBezTo>
                  <a:cubicBezTo>
                    <a:pt x="84079" y="319685"/>
                    <a:pt x="84079" y="320668"/>
                    <a:pt x="84079" y="321680"/>
                  </a:cubicBezTo>
                  <a:cubicBezTo>
                    <a:pt x="81378" y="321925"/>
                    <a:pt x="78677" y="322171"/>
                    <a:pt x="75894" y="322424"/>
                  </a:cubicBezTo>
                  <a:cubicBezTo>
                    <a:pt x="75894" y="323406"/>
                    <a:pt x="75894" y="324388"/>
                    <a:pt x="75894" y="325400"/>
                  </a:cubicBezTo>
                  <a:cubicBezTo>
                    <a:pt x="75258" y="325366"/>
                    <a:pt x="74622" y="325331"/>
                    <a:pt x="73967" y="325296"/>
                  </a:cubicBezTo>
                  <a:cubicBezTo>
                    <a:pt x="73145" y="325269"/>
                    <a:pt x="72322" y="325242"/>
                    <a:pt x="71475" y="325214"/>
                  </a:cubicBezTo>
                  <a:cubicBezTo>
                    <a:pt x="70655" y="325180"/>
                    <a:pt x="69835" y="325145"/>
                    <a:pt x="68990" y="325110"/>
                  </a:cubicBezTo>
                  <a:cubicBezTo>
                    <a:pt x="68322" y="325206"/>
                    <a:pt x="67653" y="325301"/>
                    <a:pt x="66964" y="325400"/>
                  </a:cubicBezTo>
                  <a:cubicBezTo>
                    <a:pt x="66871" y="325888"/>
                    <a:pt x="66778" y="326375"/>
                    <a:pt x="66682" y="326877"/>
                  </a:cubicBezTo>
                  <a:cubicBezTo>
                    <a:pt x="66530" y="327372"/>
                    <a:pt x="66377" y="327867"/>
                    <a:pt x="66220" y="328377"/>
                  </a:cubicBezTo>
                  <a:cubicBezTo>
                    <a:pt x="64120" y="328690"/>
                    <a:pt x="62365" y="328792"/>
                    <a:pt x="60267" y="328749"/>
                  </a:cubicBezTo>
                  <a:cubicBezTo>
                    <a:pt x="59709" y="328760"/>
                    <a:pt x="59150" y="328772"/>
                    <a:pt x="58575" y="328784"/>
                  </a:cubicBezTo>
                  <a:cubicBezTo>
                    <a:pt x="56965" y="328772"/>
                    <a:pt x="56965" y="328772"/>
                    <a:pt x="54314" y="328377"/>
                  </a:cubicBezTo>
                  <a:cubicBezTo>
                    <a:pt x="53663" y="326912"/>
                    <a:pt x="53663" y="326912"/>
                    <a:pt x="53570" y="325400"/>
                  </a:cubicBezTo>
                  <a:cubicBezTo>
                    <a:pt x="53078" y="325155"/>
                    <a:pt x="52587" y="324909"/>
                    <a:pt x="52081" y="324656"/>
                  </a:cubicBezTo>
                  <a:cubicBezTo>
                    <a:pt x="51585" y="323416"/>
                    <a:pt x="51089" y="322176"/>
                    <a:pt x="50593" y="320935"/>
                  </a:cubicBezTo>
                  <a:cubicBezTo>
                    <a:pt x="50102" y="320690"/>
                    <a:pt x="49611" y="320444"/>
                    <a:pt x="49105" y="320191"/>
                  </a:cubicBezTo>
                  <a:cubicBezTo>
                    <a:pt x="48736" y="319063"/>
                    <a:pt x="48736" y="319063"/>
                    <a:pt x="48361" y="317912"/>
                  </a:cubicBezTo>
                  <a:cubicBezTo>
                    <a:pt x="47992" y="316830"/>
                    <a:pt x="47992" y="316830"/>
                    <a:pt x="47616" y="315726"/>
                  </a:cubicBezTo>
                  <a:cubicBezTo>
                    <a:pt x="47125" y="315726"/>
                    <a:pt x="46634" y="315726"/>
                    <a:pt x="46128" y="315726"/>
                  </a:cubicBezTo>
                  <a:cubicBezTo>
                    <a:pt x="45990" y="314644"/>
                    <a:pt x="45990" y="314644"/>
                    <a:pt x="45849" y="313541"/>
                  </a:cubicBezTo>
                  <a:cubicBezTo>
                    <a:pt x="45696" y="312789"/>
                    <a:pt x="45542" y="312036"/>
                    <a:pt x="45384" y="311262"/>
                  </a:cubicBezTo>
                  <a:cubicBezTo>
                    <a:pt x="44893" y="311016"/>
                    <a:pt x="44402" y="310770"/>
                    <a:pt x="43896" y="310517"/>
                  </a:cubicBezTo>
                  <a:cubicBezTo>
                    <a:pt x="43400" y="309525"/>
                    <a:pt x="42904" y="308533"/>
                    <a:pt x="42407" y="307541"/>
                  </a:cubicBezTo>
                  <a:cubicBezTo>
                    <a:pt x="41916" y="307295"/>
                    <a:pt x="41425" y="307050"/>
                    <a:pt x="40919" y="306797"/>
                  </a:cubicBezTo>
                  <a:cubicBezTo>
                    <a:pt x="40454" y="304518"/>
                    <a:pt x="40454" y="304518"/>
                    <a:pt x="40175" y="302332"/>
                  </a:cubicBezTo>
                  <a:cubicBezTo>
                    <a:pt x="39438" y="302332"/>
                    <a:pt x="38702" y="302332"/>
                    <a:pt x="37943" y="302332"/>
                  </a:cubicBezTo>
                  <a:cubicBezTo>
                    <a:pt x="37943" y="300859"/>
                    <a:pt x="37943" y="299385"/>
                    <a:pt x="37943" y="297867"/>
                  </a:cubicBezTo>
                  <a:cubicBezTo>
                    <a:pt x="36960" y="297867"/>
                    <a:pt x="35978" y="297867"/>
                    <a:pt x="34966" y="297867"/>
                  </a:cubicBezTo>
                  <a:cubicBezTo>
                    <a:pt x="34501" y="296425"/>
                    <a:pt x="34501" y="296425"/>
                    <a:pt x="34222" y="294891"/>
                  </a:cubicBezTo>
                  <a:cubicBezTo>
                    <a:pt x="33731" y="294645"/>
                    <a:pt x="33240" y="294399"/>
                    <a:pt x="32734" y="294146"/>
                  </a:cubicBezTo>
                  <a:cubicBezTo>
                    <a:pt x="32626" y="293686"/>
                    <a:pt x="32519" y="293226"/>
                    <a:pt x="32408" y="292751"/>
                  </a:cubicBezTo>
                  <a:cubicBezTo>
                    <a:pt x="31914" y="290885"/>
                    <a:pt x="31126" y="290247"/>
                    <a:pt x="29757" y="288937"/>
                  </a:cubicBezTo>
                  <a:cubicBezTo>
                    <a:pt x="29757" y="288446"/>
                    <a:pt x="29757" y="287955"/>
                    <a:pt x="29757" y="287449"/>
                  </a:cubicBezTo>
                  <a:cubicBezTo>
                    <a:pt x="29020" y="287204"/>
                    <a:pt x="28284" y="286958"/>
                    <a:pt x="27525" y="286705"/>
                  </a:cubicBezTo>
                  <a:cubicBezTo>
                    <a:pt x="27279" y="285968"/>
                    <a:pt x="27034" y="285232"/>
                    <a:pt x="26781" y="284473"/>
                  </a:cubicBezTo>
                  <a:cubicBezTo>
                    <a:pt x="26044" y="283981"/>
                    <a:pt x="25307" y="283490"/>
                    <a:pt x="24548" y="282984"/>
                  </a:cubicBezTo>
                  <a:cubicBezTo>
                    <a:pt x="24180" y="281879"/>
                    <a:pt x="24180" y="281879"/>
                    <a:pt x="23804" y="280752"/>
                  </a:cubicBezTo>
                  <a:cubicBezTo>
                    <a:pt x="23420" y="280368"/>
                    <a:pt x="23037" y="279984"/>
                    <a:pt x="22641" y="279589"/>
                  </a:cubicBezTo>
                  <a:cubicBezTo>
                    <a:pt x="21572" y="278519"/>
                    <a:pt x="21572" y="278519"/>
                    <a:pt x="21572" y="277031"/>
                  </a:cubicBezTo>
                  <a:cubicBezTo>
                    <a:pt x="20835" y="276786"/>
                    <a:pt x="20098" y="276540"/>
                    <a:pt x="19339" y="276287"/>
                  </a:cubicBezTo>
                  <a:cubicBezTo>
                    <a:pt x="18971" y="275182"/>
                    <a:pt x="18971" y="275182"/>
                    <a:pt x="18595" y="274055"/>
                  </a:cubicBezTo>
                  <a:cubicBezTo>
                    <a:pt x="17858" y="273809"/>
                    <a:pt x="17122" y="273563"/>
                    <a:pt x="16363" y="273310"/>
                  </a:cubicBezTo>
                  <a:cubicBezTo>
                    <a:pt x="15838" y="271583"/>
                    <a:pt x="15342" y="269846"/>
                    <a:pt x="14874" y="268101"/>
                  </a:cubicBezTo>
                  <a:cubicBezTo>
                    <a:pt x="14383" y="267856"/>
                    <a:pt x="13892" y="267610"/>
                    <a:pt x="13386" y="267357"/>
                  </a:cubicBezTo>
                  <a:cubicBezTo>
                    <a:pt x="14688" y="264474"/>
                    <a:pt x="14688" y="264474"/>
                    <a:pt x="16363" y="263637"/>
                  </a:cubicBezTo>
                  <a:cubicBezTo>
                    <a:pt x="17757" y="263584"/>
                    <a:pt x="19153" y="263574"/>
                    <a:pt x="20548" y="263590"/>
                  </a:cubicBezTo>
                  <a:cubicBezTo>
                    <a:pt x="21668" y="263600"/>
                    <a:pt x="21668" y="263600"/>
                    <a:pt x="22810" y="263610"/>
                  </a:cubicBezTo>
                  <a:cubicBezTo>
                    <a:pt x="23670" y="263623"/>
                    <a:pt x="23670" y="263623"/>
                    <a:pt x="24548" y="263637"/>
                  </a:cubicBezTo>
                  <a:cubicBezTo>
                    <a:pt x="24548" y="262654"/>
                    <a:pt x="24548" y="261672"/>
                    <a:pt x="24548" y="260660"/>
                  </a:cubicBezTo>
                  <a:cubicBezTo>
                    <a:pt x="27740" y="260415"/>
                    <a:pt x="30933" y="260169"/>
                    <a:pt x="34222" y="259916"/>
                  </a:cubicBezTo>
                  <a:cubicBezTo>
                    <a:pt x="34222" y="258934"/>
                    <a:pt x="34222" y="257951"/>
                    <a:pt x="34222" y="256939"/>
                  </a:cubicBezTo>
                  <a:cubicBezTo>
                    <a:pt x="34750" y="256912"/>
                    <a:pt x="35279" y="256884"/>
                    <a:pt x="35824" y="256855"/>
                  </a:cubicBezTo>
                  <a:cubicBezTo>
                    <a:pt x="36508" y="256806"/>
                    <a:pt x="37191" y="256757"/>
                    <a:pt x="37896" y="256707"/>
                  </a:cubicBezTo>
                  <a:cubicBezTo>
                    <a:pt x="38578" y="256664"/>
                    <a:pt x="39260" y="256620"/>
                    <a:pt x="39963" y="256576"/>
                  </a:cubicBezTo>
                  <a:cubicBezTo>
                    <a:pt x="40524" y="256450"/>
                    <a:pt x="41085" y="256325"/>
                    <a:pt x="41663" y="256195"/>
                  </a:cubicBezTo>
                  <a:cubicBezTo>
                    <a:pt x="41909" y="255459"/>
                    <a:pt x="42154" y="254722"/>
                    <a:pt x="42407" y="253963"/>
                  </a:cubicBezTo>
                  <a:cubicBezTo>
                    <a:pt x="43893" y="253582"/>
                    <a:pt x="43893" y="253582"/>
                    <a:pt x="45710" y="253451"/>
                  </a:cubicBezTo>
                  <a:cubicBezTo>
                    <a:pt x="46307" y="253402"/>
                    <a:pt x="46905" y="253353"/>
                    <a:pt x="47521" y="253303"/>
                  </a:cubicBezTo>
                  <a:cubicBezTo>
                    <a:pt x="48544" y="253249"/>
                    <a:pt x="49568" y="253219"/>
                    <a:pt x="50593" y="253219"/>
                  </a:cubicBezTo>
                  <a:cubicBezTo>
                    <a:pt x="50593" y="252236"/>
                    <a:pt x="50593" y="251254"/>
                    <a:pt x="50593" y="250242"/>
                  </a:cubicBezTo>
                  <a:cubicBezTo>
                    <a:pt x="51068" y="250223"/>
                    <a:pt x="51543" y="250204"/>
                    <a:pt x="52032" y="250184"/>
                  </a:cubicBezTo>
                  <a:cubicBezTo>
                    <a:pt x="52647" y="250142"/>
                    <a:pt x="53262" y="250100"/>
                    <a:pt x="53895" y="250056"/>
                  </a:cubicBezTo>
                  <a:cubicBezTo>
                    <a:pt x="54508" y="250022"/>
                    <a:pt x="55121" y="249987"/>
                    <a:pt x="55753" y="249951"/>
                  </a:cubicBezTo>
                  <a:cubicBezTo>
                    <a:pt x="56260" y="249802"/>
                    <a:pt x="56767" y="249652"/>
                    <a:pt x="57290" y="249498"/>
                  </a:cubicBezTo>
                  <a:cubicBezTo>
                    <a:pt x="57405" y="248999"/>
                    <a:pt x="57521" y="248500"/>
                    <a:pt x="57639" y="247986"/>
                  </a:cubicBezTo>
                  <a:cubicBezTo>
                    <a:pt x="57770" y="247503"/>
                    <a:pt x="57900" y="247020"/>
                    <a:pt x="58034" y="246521"/>
                  </a:cubicBezTo>
                  <a:cubicBezTo>
                    <a:pt x="59735" y="246231"/>
                    <a:pt x="59735" y="246231"/>
                    <a:pt x="61802" y="246335"/>
                  </a:cubicBezTo>
                  <a:cubicBezTo>
                    <a:pt x="62486" y="246362"/>
                    <a:pt x="63170" y="246389"/>
                    <a:pt x="63874" y="246417"/>
                  </a:cubicBezTo>
                  <a:cubicBezTo>
                    <a:pt x="64403" y="246451"/>
                    <a:pt x="64931" y="246486"/>
                    <a:pt x="65476" y="246521"/>
                  </a:cubicBezTo>
                  <a:cubicBezTo>
                    <a:pt x="65476" y="245539"/>
                    <a:pt x="65476" y="244557"/>
                    <a:pt x="65476" y="243545"/>
                  </a:cubicBezTo>
                  <a:cubicBezTo>
                    <a:pt x="66443" y="243483"/>
                    <a:pt x="67410" y="243422"/>
                    <a:pt x="68406" y="243359"/>
                  </a:cubicBezTo>
                  <a:cubicBezTo>
                    <a:pt x="70038" y="243206"/>
                    <a:pt x="70038" y="243206"/>
                    <a:pt x="71429" y="242801"/>
                  </a:cubicBezTo>
                  <a:cubicBezTo>
                    <a:pt x="71552" y="242310"/>
                    <a:pt x="71675" y="241818"/>
                    <a:pt x="71801" y="241312"/>
                  </a:cubicBezTo>
                  <a:cubicBezTo>
                    <a:pt x="71924" y="240821"/>
                    <a:pt x="72047" y="240330"/>
                    <a:pt x="72173" y="239824"/>
                  </a:cubicBezTo>
                  <a:cubicBezTo>
                    <a:pt x="73721" y="239495"/>
                    <a:pt x="75197" y="239404"/>
                    <a:pt x="76777" y="239356"/>
                  </a:cubicBezTo>
                  <a:cubicBezTo>
                    <a:pt x="77223" y="239265"/>
                    <a:pt x="77668" y="239174"/>
                    <a:pt x="78126" y="239080"/>
                  </a:cubicBezTo>
                  <a:cubicBezTo>
                    <a:pt x="78372" y="238343"/>
                    <a:pt x="78617" y="237607"/>
                    <a:pt x="78870" y="236848"/>
                  </a:cubicBezTo>
                  <a:cubicBezTo>
                    <a:pt x="80245" y="236467"/>
                    <a:pt x="80245" y="236467"/>
                    <a:pt x="81893" y="236336"/>
                  </a:cubicBezTo>
                  <a:cubicBezTo>
                    <a:pt x="82860" y="236259"/>
                    <a:pt x="83827" y="236183"/>
                    <a:pt x="84824" y="236103"/>
                  </a:cubicBezTo>
                  <a:cubicBezTo>
                    <a:pt x="84824" y="235121"/>
                    <a:pt x="84824" y="234139"/>
                    <a:pt x="84824" y="233127"/>
                  </a:cubicBezTo>
                  <a:cubicBezTo>
                    <a:pt x="85545" y="233050"/>
                    <a:pt x="86266" y="232973"/>
                    <a:pt x="87009" y="232894"/>
                  </a:cubicBezTo>
                  <a:cubicBezTo>
                    <a:pt x="88137" y="232641"/>
                    <a:pt x="88137" y="232641"/>
                    <a:pt x="89288" y="232383"/>
                  </a:cubicBezTo>
                  <a:cubicBezTo>
                    <a:pt x="89534" y="231646"/>
                    <a:pt x="89779" y="230909"/>
                    <a:pt x="90032" y="230150"/>
                  </a:cubicBezTo>
                  <a:cubicBezTo>
                    <a:pt x="91769" y="229654"/>
                    <a:pt x="93505" y="229158"/>
                    <a:pt x="95241" y="228662"/>
                  </a:cubicBezTo>
                  <a:cubicBezTo>
                    <a:pt x="95487" y="227925"/>
                    <a:pt x="95733" y="227189"/>
                    <a:pt x="95986" y="226430"/>
                  </a:cubicBezTo>
                  <a:cubicBezTo>
                    <a:pt x="98265" y="225918"/>
                    <a:pt x="98265" y="225918"/>
                    <a:pt x="100450" y="225685"/>
                  </a:cubicBezTo>
                  <a:cubicBezTo>
                    <a:pt x="100450" y="224703"/>
                    <a:pt x="100450" y="223721"/>
                    <a:pt x="100450" y="222709"/>
                  </a:cubicBezTo>
                  <a:cubicBezTo>
                    <a:pt x="101683" y="222424"/>
                    <a:pt x="102924" y="222178"/>
                    <a:pt x="104171" y="221965"/>
                  </a:cubicBezTo>
                  <a:cubicBezTo>
                    <a:pt x="104417" y="221228"/>
                    <a:pt x="104662" y="220491"/>
                    <a:pt x="104915" y="219732"/>
                  </a:cubicBezTo>
                  <a:cubicBezTo>
                    <a:pt x="105652" y="219763"/>
                    <a:pt x="106389" y="219794"/>
                    <a:pt x="107148" y="219825"/>
                  </a:cubicBezTo>
                  <a:cubicBezTo>
                    <a:pt x="108253" y="219779"/>
                    <a:pt x="108253" y="219779"/>
                    <a:pt x="109380" y="219732"/>
                  </a:cubicBezTo>
                  <a:cubicBezTo>
                    <a:pt x="109665" y="218500"/>
                    <a:pt x="109911" y="217258"/>
                    <a:pt x="110124" y="216012"/>
                  </a:cubicBezTo>
                  <a:cubicBezTo>
                    <a:pt x="111358" y="215734"/>
                    <a:pt x="112599" y="215486"/>
                    <a:pt x="113845" y="215267"/>
                  </a:cubicBezTo>
                  <a:cubicBezTo>
                    <a:pt x="114330" y="213761"/>
                    <a:pt x="114330" y="213761"/>
                    <a:pt x="114589" y="212291"/>
                  </a:cubicBezTo>
                  <a:cubicBezTo>
                    <a:pt x="115326" y="212291"/>
                    <a:pt x="116063" y="212291"/>
                    <a:pt x="116822" y="212291"/>
                  </a:cubicBezTo>
                  <a:cubicBezTo>
                    <a:pt x="117330" y="211305"/>
                    <a:pt x="117826" y="210313"/>
                    <a:pt x="118310" y="209314"/>
                  </a:cubicBezTo>
                  <a:cubicBezTo>
                    <a:pt x="119047" y="209069"/>
                    <a:pt x="119783" y="208823"/>
                    <a:pt x="120542" y="208570"/>
                  </a:cubicBezTo>
                  <a:cubicBezTo>
                    <a:pt x="120772" y="208079"/>
                    <a:pt x="121003" y="207588"/>
                    <a:pt x="121240" y="207082"/>
                  </a:cubicBezTo>
                  <a:cubicBezTo>
                    <a:pt x="121501" y="206591"/>
                    <a:pt x="121762" y="206100"/>
                    <a:pt x="122031" y="205594"/>
                  </a:cubicBezTo>
                  <a:cubicBezTo>
                    <a:pt x="123017" y="205325"/>
                    <a:pt x="124009" y="205075"/>
                    <a:pt x="125007" y="204850"/>
                  </a:cubicBezTo>
                  <a:cubicBezTo>
                    <a:pt x="125253" y="204113"/>
                    <a:pt x="125498" y="203376"/>
                    <a:pt x="125751" y="202617"/>
                  </a:cubicBezTo>
                  <a:cubicBezTo>
                    <a:pt x="126473" y="202019"/>
                    <a:pt x="127194" y="201420"/>
                    <a:pt x="127937" y="200803"/>
                  </a:cubicBezTo>
                  <a:cubicBezTo>
                    <a:pt x="130070" y="199019"/>
                    <a:pt x="130594" y="198290"/>
                    <a:pt x="131704" y="195920"/>
                  </a:cubicBezTo>
                  <a:cubicBezTo>
                    <a:pt x="132929" y="194664"/>
                    <a:pt x="134170" y="193424"/>
                    <a:pt x="135425" y="192199"/>
                  </a:cubicBezTo>
                  <a:cubicBezTo>
                    <a:pt x="135839" y="191631"/>
                    <a:pt x="136254" y="191063"/>
                    <a:pt x="136681" y="190478"/>
                  </a:cubicBezTo>
                  <a:cubicBezTo>
                    <a:pt x="137003" y="190064"/>
                    <a:pt x="137325" y="189650"/>
                    <a:pt x="137657" y="189223"/>
                  </a:cubicBezTo>
                  <a:cubicBezTo>
                    <a:pt x="138149" y="189223"/>
                    <a:pt x="138640" y="189223"/>
                    <a:pt x="139146" y="189223"/>
                  </a:cubicBezTo>
                  <a:cubicBezTo>
                    <a:pt x="140109" y="187597"/>
                    <a:pt x="140721" y="185990"/>
                    <a:pt x="141332" y="184200"/>
                  </a:cubicBezTo>
                  <a:cubicBezTo>
                    <a:pt x="141593" y="183647"/>
                    <a:pt x="141854" y="183095"/>
                    <a:pt x="142122" y="182525"/>
                  </a:cubicBezTo>
                  <a:cubicBezTo>
                    <a:pt x="142859" y="182525"/>
                    <a:pt x="143596" y="182525"/>
                    <a:pt x="144355" y="182525"/>
                  </a:cubicBezTo>
                  <a:cubicBezTo>
                    <a:pt x="144639" y="181293"/>
                    <a:pt x="144886" y="180051"/>
                    <a:pt x="145099" y="178805"/>
                  </a:cubicBezTo>
                  <a:cubicBezTo>
                    <a:pt x="145590" y="178559"/>
                    <a:pt x="146081" y="178313"/>
                    <a:pt x="146587" y="178060"/>
                  </a:cubicBezTo>
                  <a:cubicBezTo>
                    <a:pt x="146710" y="177447"/>
                    <a:pt x="146833" y="176833"/>
                    <a:pt x="146959" y="176200"/>
                  </a:cubicBezTo>
                  <a:cubicBezTo>
                    <a:pt x="147082" y="175586"/>
                    <a:pt x="147205" y="174972"/>
                    <a:pt x="147331" y="174340"/>
                  </a:cubicBezTo>
                  <a:cubicBezTo>
                    <a:pt x="147822" y="174094"/>
                    <a:pt x="148314" y="173849"/>
                    <a:pt x="148820" y="173596"/>
                  </a:cubicBezTo>
                  <a:cubicBezTo>
                    <a:pt x="149050" y="172844"/>
                    <a:pt x="149280" y="172092"/>
                    <a:pt x="149517" y="171317"/>
                  </a:cubicBezTo>
                  <a:cubicBezTo>
                    <a:pt x="149778" y="170595"/>
                    <a:pt x="150039" y="169874"/>
                    <a:pt x="150308" y="169131"/>
                  </a:cubicBezTo>
                  <a:cubicBezTo>
                    <a:pt x="151045" y="169131"/>
                    <a:pt x="151781" y="169131"/>
                    <a:pt x="152540" y="169131"/>
                  </a:cubicBezTo>
                  <a:cubicBezTo>
                    <a:pt x="152540" y="167657"/>
                    <a:pt x="152540" y="166184"/>
                    <a:pt x="152540" y="164666"/>
                  </a:cubicBezTo>
                  <a:cubicBezTo>
                    <a:pt x="153277" y="164666"/>
                    <a:pt x="154014" y="164666"/>
                    <a:pt x="154773" y="164666"/>
                  </a:cubicBezTo>
                  <a:cubicBezTo>
                    <a:pt x="154888" y="163262"/>
                    <a:pt x="154888" y="163262"/>
                    <a:pt x="155005" y="161829"/>
                  </a:cubicBezTo>
                  <a:cubicBezTo>
                    <a:pt x="155327" y="159160"/>
                    <a:pt x="155818" y="158331"/>
                    <a:pt x="157749" y="156480"/>
                  </a:cubicBezTo>
                  <a:cubicBezTo>
                    <a:pt x="158293" y="153794"/>
                    <a:pt x="158293" y="153794"/>
                    <a:pt x="158493" y="151271"/>
                  </a:cubicBezTo>
                  <a:cubicBezTo>
                    <a:pt x="159230" y="151271"/>
                    <a:pt x="159967" y="151271"/>
                    <a:pt x="160726" y="151271"/>
                  </a:cubicBezTo>
                  <a:cubicBezTo>
                    <a:pt x="160700" y="150743"/>
                    <a:pt x="160674" y="150214"/>
                    <a:pt x="160647" y="149670"/>
                  </a:cubicBezTo>
                  <a:cubicBezTo>
                    <a:pt x="160627" y="148986"/>
                    <a:pt x="160607" y="148302"/>
                    <a:pt x="160586" y="147597"/>
                  </a:cubicBezTo>
                  <a:cubicBezTo>
                    <a:pt x="160560" y="146915"/>
                    <a:pt x="160535" y="146233"/>
                    <a:pt x="160508" y="145530"/>
                  </a:cubicBezTo>
                  <a:cubicBezTo>
                    <a:pt x="160580" y="144969"/>
                    <a:pt x="160652" y="144408"/>
                    <a:pt x="160726" y="143830"/>
                  </a:cubicBezTo>
                  <a:cubicBezTo>
                    <a:pt x="161463" y="143584"/>
                    <a:pt x="162199" y="143339"/>
                    <a:pt x="162958" y="143086"/>
                  </a:cubicBezTo>
                  <a:cubicBezTo>
                    <a:pt x="163398" y="140824"/>
                    <a:pt x="163398" y="140824"/>
                    <a:pt x="163470" y="138202"/>
                  </a:cubicBezTo>
                  <a:cubicBezTo>
                    <a:pt x="163543" y="136866"/>
                    <a:pt x="163543" y="136866"/>
                    <a:pt x="163618" y="135502"/>
                  </a:cubicBezTo>
                  <a:cubicBezTo>
                    <a:pt x="163660" y="134467"/>
                    <a:pt x="163660" y="134467"/>
                    <a:pt x="163702" y="133412"/>
                  </a:cubicBezTo>
                  <a:cubicBezTo>
                    <a:pt x="164194" y="133412"/>
                    <a:pt x="164685" y="133412"/>
                    <a:pt x="165191" y="133412"/>
                  </a:cubicBezTo>
                  <a:cubicBezTo>
                    <a:pt x="165436" y="131202"/>
                    <a:pt x="165682" y="128992"/>
                    <a:pt x="165935" y="126715"/>
                  </a:cubicBezTo>
                  <a:cubicBezTo>
                    <a:pt x="165198" y="126960"/>
                    <a:pt x="164461" y="127206"/>
                    <a:pt x="163702" y="127459"/>
                  </a:cubicBezTo>
                  <a:cubicBezTo>
                    <a:pt x="162263" y="127528"/>
                    <a:pt x="160822" y="127553"/>
                    <a:pt x="159381" y="127553"/>
                  </a:cubicBezTo>
                  <a:cubicBezTo>
                    <a:pt x="158479" y="127556"/>
                    <a:pt x="157578" y="127558"/>
                    <a:pt x="156649" y="127560"/>
                  </a:cubicBezTo>
                  <a:cubicBezTo>
                    <a:pt x="155649" y="127558"/>
                    <a:pt x="154648" y="127557"/>
                    <a:pt x="153648" y="127555"/>
                  </a:cubicBezTo>
                  <a:cubicBezTo>
                    <a:pt x="152595" y="127556"/>
                    <a:pt x="151543" y="127558"/>
                    <a:pt x="150491" y="127559"/>
                  </a:cubicBezTo>
                  <a:cubicBezTo>
                    <a:pt x="147631" y="127563"/>
                    <a:pt x="144771" y="127561"/>
                    <a:pt x="141912" y="127559"/>
                  </a:cubicBezTo>
                  <a:cubicBezTo>
                    <a:pt x="138921" y="127557"/>
                    <a:pt x="135931" y="127559"/>
                    <a:pt x="132941" y="127560"/>
                  </a:cubicBezTo>
                  <a:cubicBezTo>
                    <a:pt x="127919" y="127561"/>
                    <a:pt x="122897" y="127559"/>
                    <a:pt x="117875" y="127556"/>
                  </a:cubicBezTo>
                  <a:cubicBezTo>
                    <a:pt x="112065" y="127552"/>
                    <a:pt x="106256" y="127553"/>
                    <a:pt x="100447" y="127557"/>
                  </a:cubicBezTo>
                  <a:cubicBezTo>
                    <a:pt x="95463" y="127561"/>
                    <a:pt x="90478" y="127561"/>
                    <a:pt x="85494" y="127559"/>
                  </a:cubicBezTo>
                  <a:cubicBezTo>
                    <a:pt x="82516" y="127558"/>
                    <a:pt x="79537" y="127558"/>
                    <a:pt x="76559" y="127560"/>
                  </a:cubicBezTo>
                  <a:cubicBezTo>
                    <a:pt x="73759" y="127562"/>
                    <a:pt x="70959" y="127561"/>
                    <a:pt x="68159" y="127557"/>
                  </a:cubicBezTo>
                  <a:cubicBezTo>
                    <a:pt x="67131" y="127556"/>
                    <a:pt x="66102" y="127556"/>
                    <a:pt x="65073" y="127558"/>
                  </a:cubicBezTo>
                  <a:cubicBezTo>
                    <a:pt x="63672" y="127560"/>
                    <a:pt x="62270" y="127557"/>
                    <a:pt x="60868" y="127553"/>
                  </a:cubicBezTo>
                  <a:cubicBezTo>
                    <a:pt x="59690" y="127553"/>
                    <a:pt x="59690" y="127553"/>
                    <a:pt x="58488" y="127553"/>
                  </a:cubicBezTo>
                  <a:cubicBezTo>
                    <a:pt x="56546" y="127459"/>
                    <a:pt x="56546" y="127459"/>
                    <a:pt x="54314" y="126715"/>
                  </a:cubicBezTo>
                  <a:cubicBezTo>
                    <a:pt x="54097" y="124451"/>
                    <a:pt x="54033" y="122338"/>
                    <a:pt x="54060" y="120073"/>
                  </a:cubicBezTo>
                  <a:cubicBezTo>
                    <a:pt x="54060" y="119364"/>
                    <a:pt x="54060" y="118656"/>
                    <a:pt x="54059" y="117927"/>
                  </a:cubicBezTo>
                  <a:cubicBezTo>
                    <a:pt x="54061" y="115623"/>
                    <a:pt x="54078" y="113319"/>
                    <a:pt x="54096" y="111015"/>
                  </a:cubicBezTo>
                  <a:cubicBezTo>
                    <a:pt x="54099" y="109597"/>
                    <a:pt x="54101" y="108180"/>
                    <a:pt x="54103" y="106762"/>
                  </a:cubicBezTo>
                  <a:cubicBezTo>
                    <a:pt x="54114" y="101491"/>
                    <a:pt x="54145" y="96220"/>
                    <a:pt x="54174" y="90950"/>
                  </a:cubicBezTo>
                  <a:cubicBezTo>
                    <a:pt x="54220" y="79178"/>
                    <a:pt x="54266" y="67406"/>
                    <a:pt x="54314" y="55277"/>
                  </a:cubicBezTo>
                  <a:cubicBezTo>
                    <a:pt x="92377" y="55277"/>
                    <a:pt x="130439" y="55277"/>
                    <a:pt x="169656" y="55277"/>
                  </a:cubicBezTo>
                  <a:cubicBezTo>
                    <a:pt x="169410" y="54541"/>
                    <a:pt x="169164" y="53804"/>
                    <a:pt x="168911" y="53045"/>
                  </a:cubicBezTo>
                  <a:cubicBezTo>
                    <a:pt x="168841" y="51421"/>
                    <a:pt x="168816" y="49795"/>
                    <a:pt x="168815" y="48170"/>
                  </a:cubicBezTo>
                  <a:cubicBezTo>
                    <a:pt x="168813" y="47433"/>
                    <a:pt x="168813" y="47433"/>
                    <a:pt x="168811" y="46681"/>
                  </a:cubicBezTo>
                  <a:cubicBezTo>
                    <a:pt x="168808" y="45057"/>
                    <a:pt x="168810" y="43434"/>
                    <a:pt x="168813" y="41810"/>
                  </a:cubicBezTo>
                  <a:cubicBezTo>
                    <a:pt x="168812" y="40682"/>
                    <a:pt x="168811" y="39555"/>
                    <a:pt x="168810" y="38427"/>
                  </a:cubicBezTo>
                  <a:cubicBezTo>
                    <a:pt x="168809" y="36064"/>
                    <a:pt x="168811" y="33702"/>
                    <a:pt x="168814" y="31339"/>
                  </a:cubicBezTo>
                  <a:cubicBezTo>
                    <a:pt x="168819" y="28307"/>
                    <a:pt x="168816" y="25275"/>
                    <a:pt x="168812" y="22243"/>
                  </a:cubicBezTo>
                  <a:cubicBezTo>
                    <a:pt x="168809" y="19915"/>
                    <a:pt x="168810" y="17587"/>
                    <a:pt x="168812" y="15258"/>
                  </a:cubicBezTo>
                  <a:cubicBezTo>
                    <a:pt x="168812" y="14140"/>
                    <a:pt x="168812" y="13022"/>
                    <a:pt x="168810" y="11904"/>
                  </a:cubicBezTo>
                  <a:cubicBezTo>
                    <a:pt x="168808" y="10343"/>
                    <a:pt x="168811" y="8783"/>
                    <a:pt x="168815" y="7222"/>
                  </a:cubicBezTo>
                  <a:cubicBezTo>
                    <a:pt x="168816" y="6333"/>
                    <a:pt x="168816" y="5444"/>
                    <a:pt x="168817" y="4528"/>
                  </a:cubicBezTo>
                  <a:cubicBezTo>
                    <a:pt x="168911" y="2443"/>
                    <a:pt x="168911" y="2443"/>
                    <a:pt x="169656" y="955"/>
                  </a:cubicBezTo>
                  <a:close/>
                </a:path>
              </a:pathLst>
            </a:custGeom>
            <a:grpFill/>
            <a:ln w="744" cap="flat">
              <a:noFill/>
              <a:prstDash val="solid"/>
              <a:miter/>
            </a:ln>
          </p:spPr>
          <p:txBody>
            <a:bodyPr rtlCol="0" anchor="ctr"/>
            <a:lstStyle/>
            <a:p>
              <a:endParaRPr lang="zh-CN" altLang="en-US"/>
            </a:p>
          </p:txBody>
        </p:sp>
        <p:sp>
          <p:nvSpPr>
            <p:cNvPr id="100" name="任意多边形: 形状 99"/>
            <p:cNvSpPr/>
            <p:nvPr/>
          </p:nvSpPr>
          <p:spPr>
            <a:xfrm>
              <a:off x="11381738" y="637536"/>
              <a:ext cx="393747" cy="526534"/>
            </a:xfrm>
            <a:custGeom>
              <a:avLst/>
              <a:gdLst>
                <a:gd name="connsiteX0" fmla="*/ 15754 w 393747"/>
                <a:gd name="connsiteY0" fmla="*/ 586 h 526534"/>
                <a:gd name="connsiteX1" fmla="*/ 128098 w 393747"/>
                <a:gd name="connsiteY1" fmla="*/ 555 h 526534"/>
                <a:gd name="connsiteX2" fmla="*/ 129776 w 393747"/>
                <a:gd name="connsiteY2" fmla="*/ 555 h 526534"/>
                <a:gd name="connsiteX3" fmla="*/ 165878 w 393747"/>
                <a:gd name="connsiteY3" fmla="*/ 548 h 526534"/>
                <a:gd name="connsiteX4" fmla="*/ 183581 w 393747"/>
                <a:gd name="connsiteY4" fmla="*/ 546 h 526534"/>
                <a:gd name="connsiteX5" fmla="*/ 185360 w 393747"/>
                <a:gd name="connsiteY5" fmla="*/ 545 h 526534"/>
                <a:gd name="connsiteX6" fmla="*/ 242515 w 393747"/>
                <a:gd name="connsiteY6" fmla="*/ 530 h 526534"/>
                <a:gd name="connsiteX7" fmla="*/ 301223 w 393747"/>
                <a:gd name="connsiteY7" fmla="*/ 517 h 526534"/>
                <a:gd name="connsiteX8" fmla="*/ 309506 w 393747"/>
                <a:gd name="connsiteY8" fmla="*/ 516 h 526534"/>
                <a:gd name="connsiteX9" fmla="*/ 311152 w 393747"/>
                <a:gd name="connsiteY9" fmla="*/ 516 h 526534"/>
                <a:gd name="connsiteX10" fmla="*/ 337448 w 393747"/>
                <a:gd name="connsiteY10" fmla="*/ 507 h 526534"/>
                <a:gd name="connsiteX11" fmla="*/ 363851 w 393747"/>
                <a:gd name="connsiteY11" fmla="*/ 502 h 526534"/>
                <a:gd name="connsiteX12" fmla="*/ 378170 w 393747"/>
                <a:gd name="connsiteY12" fmla="*/ 498 h 526534"/>
                <a:gd name="connsiteX13" fmla="*/ 391256 w 393747"/>
                <a:gd name="connsiteY13" fmla="*/ 497 h 526534"/>
                <a:gd name="connsiteX14" fmla="*/ 396012 w 393747"/>
                <a:gd name="connsiteY14" fmla="*/ 494 h 526534"/>
                <a:gd name="connsiteX15" fmla="*/ 402433 w 393747"/>
                <a:gd name="connsiteY15" fmla="*/ 495 h 526534"/>
                <a:gd name="connsiteX16" fmla="*/ 404337 w 393747"/>
                <a:gd name="connsiteY16" fmla="*/ 489 h 526534"/>
                <a:gd name="connsiteX17" fmla="*/ 409404 w 393747"/>
                <a:gd name="connsiteY17" fmla="*/ 1331 h 526534"/>
                <a:gd name="connsiteX18" fmla="*/ 409497 w 393747"/>
                <a:gd name="connsiteY18" fmla="*/ 4338 h 526534"/>
                <a:gd name="connsiteX19" fmla="*/ 409502 w 393747"/>
                <a:gd name="connsiteY19" fmla="*/ 6318 h 526534"/>
                <a:gd name="connsiteX20" fmla="*/ 409496 w 393747"/>
                <a:gd name="connsiteY20" fmla="*/ 8523 h 526534"/>
                <a:gd name="connsiteX21" fmla="*/ 409499 w 393747"/>
                <a:gd name="connsiteY21" fmla="*/ 10852 h 526534"/>
                <a:gd name="connsiteX22" fmla="*/ 409494 w 393747"/>
                <a:gd name="connsiteY22" fmla="*/ 18681 h 526534"/>
                <a:gd name="connsiteX23" fmla="*/ 409496 w 393747"/>
                <a:gd name="connsiteY23" fmla="*/ 24309 h 526534"/>
                <a:gd name="connsiteX24" fmla="*/ 409493 w 393747"/>
                <a:gd name="connsiteY24" fmla="*/ 36600 h 526534"/>
                <a:gd name="connsiteX25" fmla="*/ 409489 w 393747"/>
                <a:gd name="connsiteY25" fmla="*/ 54875 h 526534"/>
                <a:gd name="connsiteX26" fmla="*/ 409483 w 393747"/>
                <a:gd name="connsiteY26" fmla="*/ 85612 h 526534"/>
                <a:gd name="connsiteX27" fmla="*/ 409475 w 393747"/>
                <a:gd name="connsiteY27" fmla="*/ 116061 h 526534"/>
                <a:gd name="connsiteX28" fmla="*/ 409475 w 393747"/>
                <a:gd name="connsiteY28" fmla="*/ 117971 h 526534"/>
                <a:gd name="connsiteX29" fmla="*/ 409474 w 393747"/>
                <a:gd name="connsiteY29" fmla="*/ 127573 h 526534"/>
                <a:gd name="connsiteX30" fmla="*/ 409461 w 393747"/>
                <a:gd name="connsiteY30" fmla="*/ 195643 h 526534"/>
                <a:gd name="connsiteX31" fmla="*/ 409445 w 393747"/>
                <a:gd name="connsiteY31" fmla="*/ 261785 h 526534"/>
                <a:gd name="connsiteX32" fmla="*/ 409445 w 393747"/>
                <a:gd name="connsiteY32" fmla="*/ 263844 h 526534"/>
                <a:gd name="connsiteX33" fmla="*/ 409442 w 393747"/>
                <a:gd name="connsiteY33" fmla="*/ 284306 h 526534"/>
                <a:gd name="connsiteX34" fmla="*/ 409436 w 393747"/>
                <a:gd name="connsiteY34" fmla="*/ 325992 h 526534"/>
                <a:gd name="connsiteX35" fmla="*/ 409436 w 393747"/>
                <a:gd name="connsiteY35" fmla="*/ 327928 h 526534"/>
                <a:gd name="connsiteX36" fmla="*/ 409404 w 393747"/>
                <a:gd name="connsiteY36" fmla="*/ 456000 h 526534"/>
                <a:gd name="connsiteX37" fmla="*/ 407916 w 393747"/>
                <a:gd name="connsiteY37" fmla="*/ 456000 h 526534"/>
                <a:gd name="connsiteX38" fmla="*/ 406989 w 393747"/>
                <a:gd name="connsiteY38" fmla="*/ 461352 h 526534"/>
                <a:gd name="connsiteX39" fmla="*/ 406915 w 393747"/>
                <a:gd name="connsiteY39" fmla="*/ 463667 h 526534"/>
                <a:gd name="connsiteX40" fmla="*/ 406787 w 393747"/>
                <a:gd name="connsiteY40" fmla="*/ 468527 h 526534"/>
                <a:gd name="connsiteX41" fmla="*/ 406710 w 393747"/>
                <a:gd name="connsiteY41" fmla="*/ 470840 h 526534"/>
                <a:gd name="connsiteX42" fmla="*/ 406653 w 393747"/>
                <a:gd name="connsiteY42" fmla="*/ 472972 h 526534"/>
                <a:gd name="connsiteX43" fmla="*/ 406428 w 393747"/>
                <a:gd name="connsiteY43" fmla="*/ 474604 h 526534"/>
                <a:gd name="connsiteX44" fmla="*/ 404940 w 393747"/>
                <a:gd name="connsiteY44" fmla="*/ 475348 h 526534"/>
                <a:gd name="connsiteX45" fmla="*/ 404524 w 393747"/>
                <a:gd name="connsiteY45" fmla="*/ 482278 h 526534"/>
                <a:gd name="connsiteX46" fmla="*/ 404195 w 393747"/>
                <a:gd name="connsiteY46" fmla="*/ 484278 h 526534"/>
                <a:gd name="connsiteX47" fmla="*/ 401963 w 393747"/>
                <a:gd name="connsiteY47" fmla="*/ 485022 h 526534"/>
                <a:gd name="connsiteX48" fmla="*/ 401451 w 393747"/>
                <a:gd name="connsiteY48" fmla="*/ 488045 h 526534"/>
                <a:gd name="connsiteX49" fmla="*/ 401219 w 393747"/>
                <a:gd name="connsiteY49" fmla="*/ 490975 h 526534"/>
                <a:gd name="connsiteX50" fmla="*/ 398986 w 393747"/>
                <a:gd name="connsiteY50" fmla="*/ 490975 h 526534"/>
                <a:gd name="connsiteX51" fmla="*/ 398707 w 393747"/>
                <a:gd name="connsiteY51" fmla="*/ 493161 h 526534"/>
                <a:gd name="connsiteX52" fmla="*/ 398242 w 393747"/>
                <a:gd name="connsiteY52" fmla="*/ 495440 h 526534"/>
                <a:gd name="connsiteX53" fmla="*/ 396754 w 393747"/>
                <a:gd name="connsiteY53" fmla="*/ 496184 h 526534"/>
                <a:gd name="connsiteX54" fmla="*/ 396428 w 393747"/>
                <a:gd name="connsiteY54" fmla="*/ 497672 h 526534"/>
                <a:gd name="connsiteX55" fmla="*/ 396010 w 393747"/>
                <a:gd name="connsiteY55" fmla="*/ 499161 h 526534"/>
                <a:gd name="connsiteX56" fmla="*/ 393777 w 393747"/>
                <a:gd name="connsiteY56" fmla="*/ 499905 h 526534"/>
                <a:gd name="connsiteX57" fmla="*/ 393033 w 393747"/>
                <a:gd name="connsiteY57" fmla="*/ 502137 h 526534"/>
                <a:gd name="connsiteX58" fmla="*/ 390801 w 393747"/>
                <a:gd name="connsiteY58" fmla="*/ 502881 h 526534"/>
                <a:gd name="connsiteX59" fmla="*/ 390103 w 393747"/>
                <a:gd name="connsiteY59" fmla="*/ 504370 h 526534"/>
                <a:gd name="connsiteX60" fmla="*/ 389313 w 393747"/>
                <a:gd name="connsiteY60" fmla="*/ 505858 h 526534"/>
                <a:gd name="connsiteX61" fmla="*/ 387731 w 393747"/>
                <a:gd name="connsiteY61" fmla="*/ 506230 h 526534"/>
                <a:gd name="connsiteX62" fmla="*/ 386336 w 393747"/>
                <a:gd name="connsiteY62" fmla="*/ 506602 h 526534"/>
                <a:gd name="connsiteX63" fmla="*/ 386336 w 393747"/>
                <a:gd name="connsiteY63" fmla="*/ 509579 h 526534"/>
                <a:gd name="connsiteX64" fmla="*/ 381127 w 393747"/>
                <a:gd name="connsiteY64" fmla="*/ 511067 h 526534"/>
                <a:gd name="connsiteX65" fmla="*/ 380383 w 393747"/>
                <a:gd name="connsiteY65" fmla="*/ 513299 h 526534"/>
                <a:gd name="connsiteX66" fmla="*/ 377360 w 393747"/>
                <a:gd name="connsiteY66" fmla="*/ 513439 h 526534"/>
                <a:gd name="connsiteX67" fmla="*/ 374430 w 393747"/>
                <a:gd name="connsiteY67" fmla="*/ 513299 h 526534"/>
                <a:gd name="connsiteX68" fmla="*/ 374430 w 393747"/>
                <a:gd name="connsiteY68" fmla="*/ 516276 h 526534"/>
                <a:gd name="connsiteX69" fmla="*/ 373017 w 393747"/>
                <a:gd name="connsiteY69" fmla="*/ 516412 h 526534"/>
                <a:gd name="connsiteX70" fmla="*/ 371174 w 393747"/>
                <a:gd name="connsiteY70" fmla="*/ 516601 h 526534"/>
                <a:gd name="connsiteX71" fmla="*/ 369343 w 393747"/>
                <a:gd name="connsiteY71" fmla="*/ 516785 h 526534"/>
                <a:gd name="connsiteX72" fmla="*/ 366244 w 393747"/>
                <a:gd name="connsiteY72" fmla="*/ 517764 h 526534"/>
                <a:gd name="connsiteX73" fmla="*/ 366244 w 393747"/>
                <a:gd name="connsiteY73" fmla="*/ 519997 h 526534"/>
                <a:gd name="connsiteX74" fmla="*/ 363529 w 393747"/>
                <a:gd name="connsiteY74" fmla="*/ 520081 h 526534"/>
                <a:gd name="connsiteX75" fmla="*/ 360012 w 393747"/>
                <a:gd name="connsiteY75" fmla="*/ 520229 h 526534"/>
                <a:gd name="connsiteX76" fmla="*/ 358221 w 393747"/>
                <a:gd name="connsiteY76" fmla="*/ 520280 h 526534"/>
                <a:gd name="connsiteX77" fmla="*/ 353594 w 393747"/>
                <a:gd name="connsiteY77" fmla="*/ 520741 h 526534"/>
                <a:gd name="connsiteX78" fmla="*/ 352106 w 393747"/>
                <a:gd name="connsiteY78" fmla="*/ 522973 h 526534"/>
                <a:gd name="connsiteX79" fmla="*/ 348396 w 393747"/>
                <a:gd name="connsiteY79" fmla="*/ 523248 h 526534"/>
                <a:gd name="connsiteX80" fmla="*/ 346056 w 393747"/>
                <a:gd name="connsiteY80" fmla="*/ 523263 h 526534"/>
                <a:gd name="connsiteX81" fmla="*/ 343522 w 393747"/>
                <a:gd name="connsiteY81" fmla="*/ 523249 h 526534"/>
                <a:gd name="connsiteX82" fmla="*/ 338256 w 393747"/>
                <a:gd name="connsiteY82" fmla="*/ 523289 h 526534"/>
                <a:gd name="connsiteX83" fmla="*/ 329917 w 393747"/>
                <a:gd name="connsiteY83" fmla="*/ 523297 h 526534"/>
                <a:gd name="connsiteX84" fmla="*/ 321895 w 393747"/>
                <a:gd name="connsiteY84" fmla="*/ 523342 h 526534"/>
                <a:gd name="connsiteX85" fmla="*/ 319356 w 393747"/>
                <a:gd name="connsiteY85" fmla="*/ 523324 h 526534"/>
                <a:gd name="connsiteX86" fmla="*/ 317023 w 393747"/>
                <a:gd name="connsiteY86" fmla="*/ 523346 h 526534"/>
                <a:gd name="connsiteX87" fmla="*/ 314959 w 393747"/>
                <a:gd name="connsiteY87" fmla="*/ 523346 h 526534"/>
                <a:gd name="connsiteX88" fmla="*/ 313410 w 393747"/>
                <a:gd name="connsiteY88" fmla="*/ 523717 h 526534"/>
                <a:gd name="connsiteX89" fmla="*/ 312666 w 393747"/>
                <a:gd name="connsiteY89" fmla="*/ 526694 h 526534"/>
                <a:gd name="connsiteX90" fmla="*/ 307085 w 393747"/>
                <a:gd name="connsiteY90" fmla="*/ 527011 h 526534"/>
                <a:gd name="connsiteX91" fmla="*/ 305392 w 393747"/>
                <a:gd name="connsiteY91" fmla="*/ 527003 h 526534"/>
                <a:gd name="connsiteX92" fmla="*/ 301841 w 393747"/>
                <a:gd name="connsiteY92" fmla="*/ 526959 h 526534"/>
                <a:gd name="connsiteX93" fmla="*/ 296388 w 393747"/>
                <a:gd name="connsiteY93" fmla="*/ 526905 h 526534"/>
                <a:gd name="connsiteX94" fmla="*/ 292946 w 393747"/>
                <a:gd name="connsiteY94" fmla="*/ 526871 h 526534"/>
                <a:gd name="connsiteX95" fmla="*/ 291288 w 393747"/>
                <a:gd name="connsiteY95" fmla="*/ 526854 h 526534"/>
                <a:gd name="connsiteX96" fmla="*/ 286621 w 393747"/>
                <a:gd name="connsiteY96" fmla="*/ 525950 h 526534"/>
                <a:gd name="connsiteX97" fmla="*/ 286203 w 393747"/>
                <a:gd name="connsiteY97" fmla="*/ 520694 h 526534"/>
                <a:gd name="connsiteX98" fmla="*/ 286014 w 393747"/>
                <a:gd name="connsiteY98" fmla="*/ 517784 h 526534"/>
                <a:gd name="connsiteX99" fmla="*/ 285877 w 393747"/>
                <a:gd name="connsiteY99" fmla="*/ 515532 h 526534"/>
                <a:gd name="connsiteX100" fmla="*/ 283645 w 393747"/>
                <a:gd name="connsiteY100" fmla="*/ 515532 h 526534"/>
                <a:gd name="connsiteX101" fmla="*/ 283612 w 393747"/>
                <a:gd name="connsiteY101" fmla="*/ 514189 h 526534"/>
                <a:gd name="connsiteX102" fmla="*/ 283412 w 393747"/>
                <a:gd name="connsiteY102" fmla="*/ 508183 h 526534"/>
                <a:gd name="connsiteX103" fmla="*/ 283361 w 393747"/>
                <a:gd name="connsiteY103" fmla="*/ 506070 h 526534"/>
                <a:gd name="connsiteX104" fmla="*/ 283281 w 393747"/>
                <a:gd name="connsiteY104" fmla="*/ 504050 h 526534"/>
                <a:gd name="connsiteX105" fmla="*/ 283222 w 393747"/>
                <a:gd name="connsiteY105" fmla="*/ 502184 h 526534"/>
                <a:gd name="connsiteX106" fmla="*/ 280668 w 393747"/>
                <a:gd name="connsiteY106" fmla="*/ 499161 h 526534"/>
                <a:gd name="connsiteX107" fmla="*/ 280622 w 393747"/>
                <a:gd name="connsiteY107" fmla="*/ 494370 h 526534"/>
                <a:gd name="connsiteX108" fmla="*/ 279180 w 393747"/>
                <a:gd name="connsiteY108" fmla="*/ 487254 h 526534"/>
                <a:gd name="connsiteX109" fmla="*/ 278436 w 393747"/>
                <a:gd name="connsiteY109" fmla="*/ 487254 h 526534"/>
                <a:gd name="connsiteX110" fmla="*/ 278325 w 393747"/>
                <a:gd name="connsiteY110" fmla="*/ 485191 h 526534"/>
                <a:gd name="connsiteX111" fmla="*/ 278157 w 393747"/>
                <a:gd name="connsiteY111" fmla="*/ 482510 h 526534"/>
                <a:gd name="connsiteX112" fmla="*/ 278000 w 393747"/>
                <a:gd name="connsiteY112" fmla="*/ 479842 h 526534"/>
                <a:gd name="connsiteX113" fmla="*/ 276203 w 393747"/>
                <a:gd name="connsiteY113" fmla="*/ 476092 h 526534"/>
                <a:gd name="connsiteX114" fmla="*/ 275459 w 393747"/>
                <a:gd name="connsiteY114" fmla="*/ 476092 h 526534"/>
                <a:gd name="connsiteX115" fmla="*/ 275375 w 393747"/>
                <a:gd name="connsiteY115" fmla="*/ 474028 h 526534"/>
                <a:gd name="connsiteX116" fmla="*/ 275227 w 393747"/>
                <a:gd name="connsiteY116" fmla="*/ 471348 h 526534"/>
                <a:gd name="connsiteX117" fmla="*/ 275096 w 393747"/>
                <a:gd name="connsiteY117" fmla="*/ 468680 h 526534"/>
                <a:gd name="connsiteX118" fmla="*/ 274715 w 393747"/>
                <a:gd name="connsiteY118" fmla="*/ 466418 h 526534"/>
                <a:gd name="connsiteX119" fmla="*/ 272483 w 393747"/>
                <a:gd name="connsiteY119" fmla="*/ 464930 h 526534"/>
                <a:gd name="connsiteX120" fmla="*/ 272343 w 393747"/>
                <a:gd name="connsiteY120" fmla="*/ 461116 h 526534"/>
                <a:gd name="connsiteX121" fmla="*/ 272404 w 393747"/>
                <a:gd name="connsiteY121" fmla="*/ 459064 h 526534"/>
                <a:gd name="connsiteX122" fmla="*/ 272483 w 393747"/>
                <a:gd name="connsiteY122" fmla="*/ 457489 h 526534"/>
                <a:gd name="connsiteX123" fmla="*/ 270250 w 393747"/>
                <a:gd name="connsiteY123" fmla="*/ 457489 h 526534"/>
                <a:gd name="connsiteX124" fmla="*/ 269506 w 393747"/>
                <a:gd name="connsiteY124" fmla="*/ 450047 h 526534"/>
                <a:gd name="connsiteX125" fmla="*/ 267274 w 393747"/>
                <a:gd name="connsiteY125" fmla="*/ 450047 h 526534"/>
                <a:gd name="connsiteX126" fmla="*/ 267181 w 393747"/>
                <a:gd name="connsiteY126" fmla="*/ 446001 h 526534"/>
                <a:gd name="connsiteX127" fmla="*/ 267128 w 393747"/>
                <a:gd name="connsiteY127" fmla="*/ 443725 h 526534"/>
                <a:gd name="connsiteX128" fmla="*/ 267274 w 393747"/>
                <a:gd name="connsiteY128" fmla="*/ 441862 h 526534"/>
                <a:gd name="connsiteX129" fmla="*/ 273465 w 393747"/>
                <a:gd name="connsiteY129" fmla="*/ 441045 h 526534"/>
                <a:gd name="connsiteX130" fmla="*/ 276299 w 393747"/>
                <a:gd name="connsiteY130" fmla="*/ 441052 h 526534"/>
                <a:gd name="connsiteX131" fmla="*/ 279273 w 393747"/>
                <a:gd name="connsiteY131" fmla="*/ 441071 h 526534"/>
                <a:gd name="connsiteX132" fmla="*/ 282264 w 393747"/>
                <a:gd name="connsiteY132" fmla="*/ 441081 h 526534"/>
                <a:gd name="connsiteX133" fmla="*/ 289598 w 393747"/>
                <a:gd name="connsiteY133" fmla="*/ 441118 h 526534"/>
                <a:gd name="connsiteX134" fmla="*/ 289598 w 393747"/>
                <a:gd name="connsiteY134" fmla="*/ 444094 h 526534"/>
                <a:gd name="connsiteX135" fmla="*/ 306985 w 393747"/>
                <a:gd name="connsiteY135" fmla="*/ 444248 h 526534"/>
                <a:gd name="connsiteX136" fmla="*/ 315058 w 393747"/>
                <a:gd name="connsiteY136" fmla="*/ 444319 h 526534"/>
                <a:gd name="connsiteX137" fmla="*/ 322845 w 393747"/>
                <a:gd name="connsiteY137" fmla="*/ 444377 h 526534"/>
                <a:gd name="connsiteX138" fmla="*/ 327270 w 393747"/>
                <a:gd name="connsiteY138" fmla="*/ 444431 h 526534"/>
                <a:gd name="connsiteX139" fmla="*/ 329979 w 393747"/>
                <a:gd name="connsiteY139" fmla="*/ 444432 h 526534"/>
                <a:gd name="connsiteX140" fmla="*/ 332372 w 393747"/>
                <a:gd name="connsiteY140" fmla="*/ 444452 h 526534"/>
                <a:gd name="connsiteX141" fmla="*/ 334246 w 393747"/>
                <a:gd name="connsiteY141" fmla="*/ 444094 h 526534"/>
                <a:gd name="connsiteX142" fmla="*/ 335734 w 393747"/>
                <a:gd name="connsiteY142" fmla="*/ 441118 h 526534"/>
                <a:gd name="connsiteX143" fmla="*/ 343920 w 393747"/>
                <a:gd name="connsiteY143" fmla="*/ 441862 h 526534"/>
                <a:gd name="connsiteX144" fmla="*/ 343920 w 393747"/>
                <a:gd name="connsiteY144" fmla="*/ 72768 h 526534"/>
                <a:gd name="connsiteX145" fmla="*/ 15754 w 393747"/>
                <a:gd name="connsiteY145" fmla="*/ 72024 h 526534"/>
                <a:gd name="connsiteX146" fmla="*/ 15754 w 393747"/>
                <a:gd name="connsiteY146" fmla="*/ 586 h 52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93747" h="526534">
                  <a:moveTo>
                    <a:pt x="15754" y="586"/>
                  </a:moveTo>
                  <a:cubicBezTo>
                    <a:pt x="53202" y="574"/>
                    <a:pt x="90650" y="562"/>
                    <a:pt x="128098" y="555"/>
                  </a:cubicBezTo>
                  <a:cubicBezTo>
                    <a:pt x="128652" y="555"/>
                    <a:pt x="129205" y="555"/>
                    <a:pt x="129776" y="555"/>
                  </a:cubicBezTo>
                  <a:cubicBezTo>
                    <a:pt x="141810" y="552"/>
                    <a:pt x="153844" y="550"/>
                    <a:pt x="165878" y="548"/>
                  </a:cubicBezTo>
                  <a:cubicBezTo>
                    <a:pt x="171779" y="548"/>
                    <a:pt x="177680" y="547"/>
                    <a:pt x="183581" y="546"/>
                  </a:cubicBezTo>
                  <a:cubicBezTo>
                    <a:pt x="184168" y="546"/>
                    <a:pt x="184755" y="545"/>
                    <a:pt x="185360" y="545"/>
                  </a:cubicBezTo>
                  <a:cubicBezTo>
                    <a:pt x="204412" y="542"/>
                    <a:pt x="223463" y="537"/>
                    <a:pt x="242515" y="530"/>
                  </a:cubicBezTo>
                  <a:cubicBezTo>
                    <a:pt x="262084" y="523"/>
                    <a:pt x="281654" y="518"/>
                    <a:pt x="301223" y="517"/>
                  </a:cubicBezTo>
                  <a:cubicBezTo>
                    <a:pt x="303984" y="516"/>
                    <a:pt x="306745" y="516"/>
                    <a:pt x="309506" y="516"/>
                  </a:cubicBezTo>
                  <a:cubicBezTo>
                    <a:pt x="310049" y="516"/>
                    <a:pt x="310593" y="516"/>
                    <a:pt x="311152" y="516"/>
                  </a:cubicBezTo>
                  <a:cubicBezTo>
                    <a:pt x="319918" y="515"/>
                    <a:pt x="328683" y="511"/>
                    <a:pt x="337448" y="507"/>
                  </a:cubicBezTo>
                  <a:cubicBezTo>
                    <a:pt x="346249" y="503"/>
                    <a:pt x="355050" y="501"/>
                    <a:pt x="363851" y="502"/>
                  </a:cubicBezTo>
                  <a:cubicBezTo>
                    <a:pt x="368624" y="503"/>
                    <a:pt x="373397" y="502"/>
                    <a:pt x="378170" y="498"/>
                  </a:cubicBezTo>
                  <a:cubicBezTo>
                    <a:pt x="382532" y="494"/>
                    <a:pt x="386894" y="494"/>
                    <a:pt x="391256" y="497"/>
                  </a:cubicBezTo>
                  <a:cubicBezTo>
                    <a:pt x="392841" y="497"/>
                    <a:pt x="394427" y="496"/>
                    <a:pt x="396012" y="494"/>
                  </a:cubicBezTo>
                  <a:cubicBezTo>
                    <a:pt x="398152" y="491"/>
                    <a:pt x="400292" y="492"/>
                    <a:pt x="402433" y="495"/>
                  </a:cubicBezTo>
                  <a:cubicBezTo>
                    <a:pt x="403375" y="492"/>
                    <a:pt x="403375" y="492"/>
                    <a:pt x="404337" y="489"/>
                  </a:cubicBezTo>
                  <a:cubicBezTo>
                    <a:pt x="408575" y="502"/>
                    <a:pt x="408575" y="502"/>
                    <a:pt x="409404" y="1331"/>
                  </a:cubicBezTo>
                  <a:cubicBezTo>
                    <a:pt x="409476" y="2331"/>
                    <a:pt x="409497" y="3335"/>
                    <a:pt x="409497" y="4338"/>
                  </a:cubicBezTo>
                  <a:cubicBezTo>
                    <a:pt x="409499" y="4992"/>
                    <a:pt x="409500" y="5645"/>
                    <a:pt x="409502" y="6318"/>
                  </a:cubicBezTo>
                  <a:cubicBezTo>
                    <a:pt x="409499" y="7410"/>
                    <a:pt x="409499" y="7410"/>
                    <a:pt x="409496" y="8523"/>
                  </a:cubicBezTo>
                  <a:cubicBezTo>
                    <a:pt x="409497" y="9291"/>
                    <a:pt x="409498" y="10060"/>
                    <a:pt x="409499" y="10852"/>
                  </a:cubicBezTo>
                  <a:cubicBezTo>
                    <a:pt x="409501" y="13462"/>
                    <a:pt x="409497" y="16071"/>
                    <a:pt x="409494" y="18681"/>
                  </a:cubicBezTo>
                  <a:cubicBezTo>
                    <a:pt x="409494" y="20557"/>
                    <a:pt x="409495" y="22433"/>
                    <a:pt x="409496" y="24309"/>
                  </a:cubicBezTo>
                  <a:cubicBezTo>
                    <a:pt x="409497" y="28406"/>
                    <a:pt x="409496" y="32503"/>
                    <a:pt x="409493" y="36600"/>
                  </a:cubicBezTo>
                  <a:cubicBezTo>
                    <a:pt x="409489" y="42691"/>
                    <a:pt x="409488" y="48783"/>
                    <a:pt x="409489" y="54875"/>
                  </a:cubicBezTo>
                  <a:cubicBezTo>
                    <a:pt x="409490" y="65121"/>
                    <a:pt x="409488" y="75367"/>
                    <a:pt x="409483" y="85612"/>
                  </a:cubicBezTo>
                  <a:cubicBezTo>
                    <a:pt x="409479" y="95762"/>
                    <a:pt x="409476" y="105911"/>
                    <a:pt x="409475" y="116061"/>
                  </a:cubicBezTo>
                  <a:cubicBezTo>
                    <a:pt x="409475" y="116691"/>
                    <a:pt x="409475" y="117321"/>
                    <a:pt x="409475" y="117971"/>
                  </a:cubicBezTo>
                  <a:cubicBezTo>
                    <a:pt x="409475" y="121171"/>
                    <a:pt x="409474" y="124372"/>
                    <a:pt x="409474" y="127573"/>
                  </a:cubicBezTo>
                  <a:cubicBezTo>
                    <a:pt x="409473" y="150263"/>
                    <a:pt x="409468" y="172953"/>
                    <a:pt x="409461" y="195643"/>
                  </a:cubicBezTo>
                  <a:cubicBezTo>
                    <a:pt x="409454" y="217690"/>
                    <a:pt x="409448" y="239738"/>
                    <a:pt x="409445" y="261785"/>
                  </a:cubicBezTo>
                  <a:cubicBezTo>
                    <a:pt x="409445" y="262804"/>
                    <a:pt x="409445" y="262804"/>
                    <a:pt x="409445" y="263844"/>
                  </a:cubicBezTo>
                  <a:cubicBezTo>
                    <a:pt x="409444" y="270664"/>
                    <a:pt x="409443" y="277485"/>
                    <a:pt x="409442" y="284306"/>
                  </a:cubicBezTo>
                  <a:cubicBezTo>
                    <a:pt x="409440" y="298201"/>
                    <a:pt x="409438" y="312096"/>
                    <a:pt x="409436" y="325992"/>
                  </a:cubicBezTo>
                  <a:cubicBezTo>
                    <a:pt x="409436" y="326630"/>
                    <a:pt x="409436" y="327269"/>
                    <a:pt x="409436" y="327928"/>
                  </a:cubicBezTo>
                  <a:cubicBezTo>
                    <a:pt x="409429" y="370619"/>
                    <a:pt x="409417" y="413310"/>
                    <a:pt x="409404" y="456000"/>
                  </a:cubicBezTo>
                  <a:cubicBezTo>
                    <a:pt x="408913" y="456000"/>
                    <a:pt x="408422" y="456000"/>
                    <a:pt x="407916" y="456000"/>
                  </a:cubicBezTo>
                  <a:cubicBezTo>
                    <a:pt x="406978" y="457876"/>
                    <a:pt x="407042" y="459255"/>
                    <a:pt x="406989" y="461352"/>
                  </a:cubicBezTo>
                  <a:cubicBezTo>
                    <a:pt x="406964" y="462116"/>
                    <a:pt x="406940" y="462880"/>
                    <a:pt x="406915" y="463667"/>
                  </a:cubicBezTo>
                  <a:cubicBezTo>
                    <a:pt x="406869" y="465287"/>
                    <a:pt x="406826" y="466907"/>
                    <a:pt x="406787" y="468527"/>
                  </a:cubicBezTo>
                  <a:cubicBezTo>
                    <a:pt x="406761" y="469290"/>
                    <a:pt x="406736" y="470053"/>
                    <a:pt x="406710" y="470840"/>
                  </a:cubicBezTo>
                  <a:cubicBezTo>
                    <a:pt x="406691" y="471543"/>
                    <a:pt x="406673" y="472247"/>
                    <a:pt x="406653" y="472972"/>
                  </a:cubicBezTo>
                  <a:cubicBezTo>
                    <a:pt x="406579" y="473511"/>
                    <a:pt x="406505" y="474049"/>
                    <a:pt x="406428" y="474604"/>
                  </a:cubicBezTo>
                  <a:cubicBezTo>
                    <a:pt x="405937" y="474850"/>
                    <a:pt x="405446" y="475095"/>
                    <a:pt x="404940" y="475348"/>
                  </a:cubicBezTo>
                  <a:cubicBezTo>
                    <a:pt x="404674" y="477659"/>
                    <a:pt x="404609" y="479954"/>
                    <a:pt x="404524" y="482278"/>
                  </a:cubicBezTo>
                  <a:cubicBezTo>
                    <a:pt x="404415" y="482938"/>
                    <a:pt x="404307" y="483598"/>
                    <a:pt x="404195" y="484278"/>
                  </a:cubicBezTo>
                  <a:cubicBezTo>
                    <a:pt x="403459" y="484523"/>
                    <a:pt x="402722" y="484769"/>
                    <a:pt x="401963" y="485022"/>
                  </a:cubicBezTo>
                  <a:cubicBezTo>
                    <a:pt x="401527" y="486425"/>
                    <a:pt x="401527" y="486425"/>
                    <a:pt x="401451" y="488045"/>
                  </a:cubicBezTo>
                  <a:cubicBezTo>
                    <a:pt x="401375" y="489012"/>
                    <a:pt x="401298" y="489979"/>
                    <a:pt x="401219" y="490975"/>
                  </a:cubicBezTo>
                  <a:cubicBezTo>
                    <a:pt x="400482" y="490975"/>
                    <a:pt x="399745" y="490975"/>
                    <a:pt x="398986" y="490975"/>
                  </a:cubicBezTo>
                  <a:cubicBezTo>
                    <a:pt x="398894" y="491696"/>
                    <a:pt x="398802" y="492418"/>
                    <a:pt x="398707" y="493161"/>
                  </a:cubicBezTo>
                  <a:cubicBezTo>
                    <a:pt x="398554" y="493913"/>
                    <a:pt x="398400" y="494665"/>
                    <a:pt x="398242" y="495440"/>
                  </a:cubicBezTo>
                  <a:cubicBezTo>
                    <a:pt x="397751" y="495686"/>
                    <a:pt x="397260" y="495931"/>
                    <a:pt x="396754" y="496184"/>
                  </a:cubicBezTo>
                  <a:cubicBezTo>
                    <a:pt x="396647" y="496675"/>
                    <a:pt x="396539" y="497166"/>
                    <a:pt x="396428" y="497672"/>
                  </a:cubicBezTo>
                  <a:cubicBezTo>
                    <a:pt x="396290" y="498163"/>
                    <a:pt x="396152" y="498655"/>
                    <a:pt x="396010" y="499161"/>
                  </a:cubicBezTo>
                  <a:cubicBezTo>
                    <a:pt x="395273" y="499406"/>
                    <a:pt x="394536" y="499652"/>
                    <a:pt x="393777" y="499905"/>
                  </a:cubicBezTo>
                  <a:cubicBezTo>
                    <a:pt x="393532" y="500641"/>
                    <a:pt x="393286" y="501378"/>
                    <a:pt x="393033" y="502137"/>
                  </a:cubicBezTo>
                  <a:cubicBezTo>
                    <a:pt x="392297" y="502383"/>
                    <a:pt x="391560" y="502628"/>
                    <a:pt x="390801" y="502881"/>
                  </a:cubicBezTo>
                  <a:cubicBezTo>
                    <a:pt x="390571" y="503372"/>
                    <a:pt x="390340" y="503864"/>
                    <a:pt x="390103" y="504370"/>
                  </a:cubicBezTo>
                  <a:cubicBezTo>
                    <a:pt x="389712" y="505106"/>
                    <a:pt x="389712" y="505106"/>
                    <a:pt x="389313" y="505858"/>
                  </a:cubicBezTo>
                  <a:cubicBezTo>
                    <a:pt x="388791" y="505981"/>
                    <a:pt x="388269" y="506103"/>
                    <a:pt x="387731" y="506230"/>
                  </a:cubicBezTo>
                  <a:cubicBezTo>
                    <a:pt x="387271" y="506353"/>
                    <a:pt x="386810" y="506476"/>
                    <a:pt x="386336" y="506602"/>
                  </a:cubicBezTo>
                  <a:cubicBezTo>
                    <a:pt x="386336" y="507584"/>
                    <a:pt x="386336" y="508567"/>
                    <a:pt x="386336" y="509579"/>
                  </a:cubicBezTo>
                  <a:cubicBezTo>
                    <a:pt x="384611" y="510112"/>
                    <a:pt x="382873" y="510607"/>
                    <a:pt x="381127" y="511067"/>
                  </a:cubicBezTo>
                  <a:cubicBezTo>
                    <a:pt x="380882" y="511804"/>
                    <a:pt x="380636" y="512540"/>
                    <a:pt x="380383" y="513299"/>
                  </a:cubicBezTo>
                  <a:cubicBezTo>
                    <a:pt x="379008" y="513517"/>
                    <a:pt x="379008" y="513517"/>
                    <a:pt x="377360" y="513439"/>
                  </a:cubicBezTo>
                  <a:cubicBezTo>
                    <a:pt x="376393" y="513393"/>
                    <a:pt x="375426" y="513347"/>
                    <a:pt x="374430" y="513299"/>
                  </a:cubicBezTo>
                  <a:cubicBezTo>
                    <a:pt x="374430" y="514282"/>
                    <a:pt x="374430" y="515264"/>
                    <a:pt x="374430" y="516276"/>
                  </a:cubicBezTo>
                  <a:cubicBezTo>
                    <a:pt x="373964" y="516321"/>
                    <a:pt x="373497" y="516366"/>
                    <a:pt x="373017" y="516412"/>
                  </a:cubicBezTo>
                  <a:cubicBezTo>
                    <a:pt x="372409" y="516475"/>
                    <a:pt x="371801" y="516537"/>
                    <a:pt x="371174" y="516601"/>
                  </a:cubicBezTo>
                  <a:cubicBezTo>
                    <a:pt x="370570" y="516662"/>
                    <a:pt x="369966" y="516722"/>
                    <a:pt x="369343" y="516785"/>
                  </a:cubicBezTo>
                  <a:cubicBezTo>
                    <a:pt x="367701" y="516939"/>
                    <a:pt x="367701" y="516939"/>
                    <a:pt x="366244" y="517764"/>
                  </a:cubicBezTo>
                  <a:cubicBezTo>
                    <a:pt x="366244" y="518501"/>
                    <a:pt x="366244" y="519238"/>
                    <a:pt x="366244" y="519997"/>
                  </a:cubicBezTo>
                  <a:cubicBezTo>
                    <a:pt x="365348" y="520024"/>
                    <a:pt x="364452" y="520052"/>
                    <a:pt x="363529" y="520081"/>
                  </a:cubicBezTo>
                  <a:cubicBezTo>
                    <a:pt x="362357" y="520130"/>
                    <a:pt x="361184" y="520179"/>
                    <a:pt x="360012" y="520229"/>
                  </a:cubicBezTo>
                  <a:cubicBezTo>
                    <a:pt x="359126" y="520254"/>
                    <a:pt x="359126" y="520254"/>
                    <a:pt x="358221" y="520280"/>
                  </a:cubicBezTo>
                  <a:cubicBezTo>
                    <a:pt x="356673" y="520352"/>
                    <a:pt x="355131" y="520540"/>
                    <a:pt x="353594" y="520741"/>
                  </a:cubicBezTo>
                  <a:cubicBezTo>
                    <a:pt x="353103" y="521477"/>
                    <a:pt x="352612" y="522214"/>
                    <a:pt x="352106" y="522973"/>
                  </a:cubicBezTo>
                  <a:cubicBezTo>
                    <a:pt x="350463" y="523250"/>
                    <a:pt x="350463" y="523250"/>
                    <a:pt x="348396" y="523248"/>
                  </a:cubicBezTo>
                  <a:cubicBezTo>
                    <a:pt x="347238" y="523255"/>
                    <a:pt x="347238" y="523255"/>
                    <a:pt x="346056" y="523263"/>
                  </a:cubicBezTo>
                  <a:cubicBezTo>
                    <a:pt x="345220" y="523259"/>
                    <a:pt x="344384" y="523254"/>
                    <a:pt x="343522" y="523249"/>
                  </a:cubicBezTo>
                  <a:cubicBezTo>
                    <a:pt x="341767" y="523262"/>
                    <a:pt x="340011" y="523275"/>
                    <a:pt x="338256" y="523289"/>
                  </a:cubicBezTo>
                  <a:cubicBezTo>
                    <a:pt x="335476" y="523296"/>
                    <a:pt x="332697" y="523299"/>
                    <a:pt x="329917" y="523297"/>
                  </a:cubicBezTo>
                  <a:cubicBezTo>
                    <a:pt x="327243" y="523300"/>
                    <a:pt x="324569" y="523320"/>
                    <a:pt x="321895" y="523342"/>
                  </a:cubicBezTo>
                  <a:cubicBezTo>
                    <a:pt x="321057" y="523336"/>
                    <a:pt x="320219" y="523330"/>
                    <a:pt x="319356" y="523324"/>
                  </a:cubicBezTo>
                  <a:cubicBezTo>
                    <a:pt x="318586" y="523331"/>
                    <a:pt x="317816" y="523339"/>
                    <a:pt x="317023" y="523346"/>
                  </a:cubicBezTo>
                  <a:cubicBezTo>
                    <a:pt x="316001" y="523346"/>
                    <a:pt x="316001" y="523346"/>
                    <a:pt x="314959" y="523346"/>
                  </a:cubicBezTo>
                  <a:cubicBezTo>
                    <a:pt x="314448" y="523469"/>
                    <a:pt x="313937" y="523591"/>
                    <a:pt x="313410" y="523717"/>
                  </a:cubicBezTo>
                  <a:cubicBezTo>
                    <a:pt x="312940" y="525195"/>
                    <a:pt x="312940" y="525195"/>
                    <a:pt x="312666" y="526694"/>
                  </a:cubicBezTo>
                  <a:cubicBezTo>
                    <a:pt x="310705" y="526980"/>
                    <a:pt x="309048" y="527057"/>
                    <a:pt x="307085" y="527011"/>
                  </a:cubicBezTo>
                  <a:cubicBezTo>
                    <a:pt x="306526" y="527008"/>
                    <a:pt x="305968" y="527006"/>
                    <a:pt x="305392" y="527003"/>
                  </a:cubicBezTo>
                  <a:cubicBezTo>
                    <a:pt x="304208" y="526996"/>
                    <a:pt x="303025" y="526981"/>
                    <a:pt x="301841" y="526959"/>
                  </a:cubicBezTo>
                  <a:cubicBezTo>
                    <a:pt x="300023" y="526927"/>
                    <a:pt x="298206" y="526914"/>
                    <a:pt x="296388" y="526905"/>
                  </a:cubicBezTo>
                  <a:cubicBezTo>
                    <a:pt x="295241" y="526895"/>
                    <a:pt x="294094" y="526884"/>
                    <a:pt x="292946" y="526871"/>
                  </a:cubicBezTo>
                  <a:cubicBezTo>
                    <a:pt x="292399" y="526866"/>
                    <a:pt x="291852" y="526860"/>
                    <a:pt x="291288" y="526854"/>
                  </a:cubicBezTo>
                  <a:cubicBezTo>
                    <a:pt x="287453" y="526782"/>
                    <a:pt x="287453" y="526782"/>
                    <a:pt x="286621" y="525950"/>
                  </a:cubicBezTo>
                  <a:cubicBezTo>
                    <a:pt x="286446" y="524201"/>
                    <a:pt x="286313" y="522448"/>
                    <a:pt x="286203" y="520694"/>
                  </a:cubicBezTo>
                  <a:cubicBezTo>
                    <a:pt x="286109" y="519254"/>
                    <a:pt x="286109" y="519254"/>
                    <a:pt x="286014" y="517784"/>
                  </a:cubicBezTo>
                  <a:cubicBezTo>
                    <a:pt x="285969" y="517041"/>
                    <a:pt x="285924" y="516298"/>
                    <a:pt x="285877" y="515532"/>
                  </a:cubicBezTo>
                  <a:cubicBezTo>
                    <a:pt x="285140" y="515532"/>
                    <a:pt x="284404" y="515532"/>
                    <a:pt x="283645" y="515532"/>
                  </a:cubicBezTo>
                  <a:cubicBezTo>
                    <a:pt x="283634" y="515089"/>
                    <a:pt x="283623" y="514646"/>
                    <a:pt x="283612" y="514189"/>
                  </a:cubicBezTo>
                  <a:cubicBezTo>
                    <a:pt x="283556" y="512187"/>
                    <a:pt x="283484" y="510185"/>
                    <a:pt x="283412" y="508183"/>
                  </a:cubicBezTo>
                  <a:cubicBezTo>
                    <a:pt x="283395" y="507486"/>
                    <a:pt x="283379" y="506789"/>
                    <a:pt x="283361" y="506070"/>
                  </a:cubicBezTo>
                  <a:cubicBezTo>
                    <a:pt x="283322" y="505070"/>
                    <a:pt x="283322" y="505070"/>
                    <a:pt x="283281" y="504050"/>
                  </a:cubicBezTo>
                  <a:cubicBezTo>
                    <a:pt x="283252" y="503126"/>
                    <a:pt x="283252" y="503126"/>
                    <a:pt x="283222" y="502184"/>
                  </a:cubicBezTo>
                  <a:cubicBezTo>
                    <a:pt x="283026" y="500356"/>
                    <a:pt x="283026" y="500356"/>
                    <a:pt x="280668" y="499161"/>
                  </a:cubicBezTo>
                  <a:cubicBezTo>
                    <a:pt x="280502" y="496978"/>
                    <a:pt x="280502" y="496978"/>
                    <a:pt x="280622" y="494370"/>
                  </a:cubicBezTo>
                  <a:cubicBezTo>
                    <a:pt x="280876" y="490566"/>
                    <a:pt x="280876" y="490566"/>
                    <a:pt x="279180" y="487254"/>
                  </a:cubicBezTo>
                  <a:cubicBezTo>
                    <a:pt x="278934" y="487254"/>
                    <a:pt x="278689" y="487254"/>
                    <a:pt x="278436" y="487254"/>
                  </a:cubicBezTo>
                  <a:cubicBezTo>
                    <a:pt x="278399" y="486573"/>
                    <a:pt x="278363" y="485892"/>
                    <a:pt x="278325" y="485191"/>
                  </a:cubicBezTo>
                  <a:cubicBezTo>
                    <a:pt x="278270" y="484306"/>
                    <a:pt x="278214" y="483422"/>
                    <a:pt x="278157" y="482510"/>
                  </a:cubicBezTo>
                  <a:cubicBezTo>
                    <a:pt x="278105" y="481630"/>
                    <a:pt x="278053" y="480749"/>
                    <a:pt x="278000" y="479842"/>
                  </a:cubicBezTo>
                  <a:cubicBezTo>
                    <a:pt x="277913" y="477502"/>
                    <a:pt x="277913" y="477502"/>
                    <a:pt x="276203" y="476092"/>
                  </a:cubicBezTo>
                  <a:cubicBezTo>
                    <a:pt x="275958" y="476092"/>
                    <a:pt x="275712" y="476092"/>
                    <a:pt x="275459" y="476092"/>
                  </a:cubicBezTo>
                  <a:cubicBezTo>
                    <a:pt x="275431" y="475411"/>
                    <a:pt x="275403" y="474730"/>
                    <a:pt x="275375" y="474028"/>
                  </a:cubicBezTo>
                  <a:cubicBezTo>
                    <a:pt x="275301" y="472702"/>
                    <a:pt x="275301" y="472702"/>
                    <a:pt x="275227" y="471348"/>
                  </a:cubicBezTo>
                  <a:cubicBezTo>
                    <a:pt x="275183" y="470468"/>
                    <a:pt x="275140" y="469587"/>
                    <a:pt x="275096" y="468680"/>
                  </a:cubicBezTo>
                  <a:cubicBezTo>
                    <a:pt x="274970" y="467934"/>
                    <a:pt x="274844" y="467187"/>
                    <a:pt x="274715" y="466418"/>
                  </a:cubicBezTo>
                  <a:cubicBezTo>
                    <a:pt x="273978" y="465927"/>
                    <a:pt x="273242" y="465436"/>
                    <a:pt x="272483" y="464930"/>
                  </a:cubicBezTo>
                  <a:cubicBezTo>
                    <a:pt x="272265" y="463157"/>
                    <a:pt x="272265" y="463157"/>
                    <a:pt x="272343" y="461116"/>
                  </a:cubicBezTo>
                  <a:cubicBezTo>
                    <a:pt x="272363" y="460439"/>
                    <a:pt x="272383" y="459762"/>
                    <a:pt x="272404" y="459064"/>
                  </a:cubicBezTo>
                  <a:cubicBezTo>
                    <a:pt x="272430" y="458544"/>
                    <a:pt x="272456" y="458024"/>
                    <a:pt x="272483" y="457489"/>
                  </a:cubicBezTo>
                  <a:cubicBezTo>
                    <a:pt x="271746" y="457489"/>
                    <a:pt x="271009" y="457489"/>
                    <a:pt x="270250" y="457489"/>
                  </a:cubicBezTo>
                  <a:cubicBezTo>
                    <a:pt x="270005" y="455033"/>
                    <a:pt x="269759" y="452577"/>
                    <a:pt x="269506" y="450047"/>
                  </a:cubicBezTo>
                  <a:cubicBezTo>
                    <a:pt x="268769" y="450047"/>
                    <a:pt x="268033" y="450047"/>
                    <a:pt x="267274" y="450047"/>
                  </a:cubicBezTo>
                  <a:cubicBezTo>
                    <a:pt x="267234" y="448699"/>
                    <a:pt x="267205" y="447350"/>
                    <a:pt x="267181" y="446001"/>
                  </a:cubicBezTo>
                  <a:cubicBezTo>
                    <a:pt x="267155" y="444874"/>
                    <a:pt x="267155" y="444874"/>
                    <a:pt x="267128" y="443725"/>
                  </a:cubicBezTo>
                  <a:cubicBezTo>
                    <a:pt x="267200" y="442803"/>
                    <a:pt x="267200" y="442803"/>
                    <a:pt x="267274" y="441862"/>
                  </a:cubicBezTo>
                  <a:cubicBezTo>
                    <a:pt x="269371" y="440813"/>
                    <a:pt x="271123" y="441034"/>
                    <a:pt x="273465" y="441045"/>
                  </a:cubicBezTo>
                  <a:cubicBezTo>
                    <a:pt x="274400" y="441047"/>
                    <a:pt x="275336" y="441050"/>
                    <a:pt x="276299" y="441052"/>
                  </a:cubicBezTo>
                  <a:cubicBezTo>
                    <a:pt x="277280" y="441058"/>
                    <a:pt x="278262" y="441065"/>
                    <a:pt x="279273" y="441071"/>
                  </a:cubicBezTo>
                  <a:cubicBezTo>
                    <a:pt x="280270" y="441075"/>
                    <a:pt x="281267" y="441078"/>
                    <a:pt x="282264" y="441081"/>
                  </a:cubicBezTo>
                  <a:cubicBezTo>
                    <a:pt x="284709" y="441090"/>
                    <a:pt x="287153" y="441102"/>
                    <a:pt x="289598" y="441118"/>
                  </a:cubicBezTo>
                  <a:cubicBezTo>
                    <a:pt x="289598" y="442100"/>
                    <a:pt x="289598" y="443082"/>
                    <a:pt x="289598" y="444094"/>
                  </a:cubicBezTo>
                  <a:cubicBezTo>
                    <a:pt x="295393" y="444163"/>
                    <a:pt x="301189" y="444216"/>
                    <a:pt x="306985" y="444248"/>
                  </a:cubicBezTo>
                  <a:cubicBezTo>
                    <a:pt x="309676" y="444264"/>
                    <a:pt x="312367" y="444285"/>
                    <a:pt x="315058" y="444319"/>
                  </a:cubicBezTo>
                  <a:cubicBezTo>
                    <a:pt x="317654" y="444351"/>
                    <a:pt x="320249" y="444369"/>
                    <a:pt x="322845" y="444377"/>
                  </a:cubicBezTo>
                  <a:cubicBezTo>
                    <a:pt x="324320" y="444385"/>
                    <a:pt x="325795" y="444408"/>
                    <a:pt x="327270" y="444431"/>
                  </a:cubicBezTo>
                  <a:cubicBezTo>
                    <a:pt x="328611" y="444432"/>
                    <a:pt x="328611" y="444432"/>
                    <a:pt x="329979" y="444432"/>
                  </a:cubicBezTo>
                  <a:cubicBezTo>
                    <a:pt x="330769" y="444439"/>
                    <a:pt x="331558" y="444445"/>
                    <a:pt x="332372" y="444452"/>
                  </a:cubicBezTo>
                  <a:cubicBezTo>
                    <a:pt x="332991" y="444334"/>
                    <a:pt x="333609" y="444216"/>
                    <a:pt x="334246" y="444094"/>
                  </a:cubicBezTo>
                  <a:cubicBezTo>
                    <a:pt x="335089" y="442623"/>
                    <a:pt x="335089" y="442623"/>
                    <a:pt x="335734" y="441118"/>
                  </a:cubicBezTo>
                  <a:cubicBezTo>
                    <a:pt x="338871" y="440869"/>
                    <a:pt x="340949" y="440872"/>
                    <a:pt x="343920" y="441862"/>
                  </a:cubicBezTo>
                  <a:cubicBezTo>
                    <a:pt x="343920" y="320061"/>
                    <a:pt x="343920" y="198260"/>
                    <a:pt x="343920" y="72768"/>
                  </a:cubicBezTo>
                  <a:cubicBezTo>
                    <a:pt x="235625" y="72523"/>
                    <a:pt x="127330" y="72277"/>
                    <a:pt x="15754" y="72024"/>
                  </a:cubicBezTo>
                  <a:cubicBezTo>
                    <a:pt x="15754" y="48450"/>
                    <a:pt x="15754" y="24875"/>
                    <a:pt x="15754" y="586"/>
                  </a:cubicBezTo>
                  <a:close/>
                </a:path>
              </a:pathLst>
            </a:custGeom>
            <a:grpFill/>
            <a:ln w="744" cap="flat">
              <a:noFill/>
              <a:prstDash val="solid"/>
              <a:miter/>
            </a:ln>
          </p:spPr>
          <p:txBody>
            <a:bodyPr rtlCol="0" anchor="ctr"/>
            <a:lstStyle/>
            <a:p>
              <a:endParaRPr lang="zh-CN" altLang="en-US"/>
            </a:p>
          </p:txBody>
        </p:sp>
        <p:sp>
          <p:nvSpPr>
            <p:cNvPr id="101" name="任意多边形: 形状 100"/>
            <p:cNvSpPr/>
            <p:nvPr/>
          </p:nvSpPr>
          <p:spPr>
            <a:xfrm>
              <a:off x="7096135" y="609907"/>
              <a:ext cx="207891" cy="540847"/>
            </a:xfrm>
            <a:custGeom>
              <a:avLst/>
              <a:gdLst>
                <a:gd name="connsiteX0" fmla="*/ 18026 w 207891"/>
                <a:gd name="connsiteY0" fmla="*/ 537 h 540847"/>
                <a:gd name="connsiteX1" fmla="*/ 19804 w 207891"/>
                <a:gd name="connsiteY1" fmla="*/ 530 h 540847"/>
                <a:gd name="connsiteX2" fmla="*/ 25640 w 207891"/>
                <a:gd name="connsiteY2" fmla="*/ 520 h 540847"/>
                <a:gd name="connsiteX3" fmla="*/ 29682 w 207891"/>
                <a:gd name="connsiteY3" fmla="*/ 513 h 540847"/>
                <a:gd name="connsiteX4" fmla="*/ 38159 w 207891"/>
                <a:gd name="connsiteY4" fmla="*/ 507 h 540847"/>
                <a:gd name="connsiteX5" fmla="*/ 49050 w 207891"/>
                <a:gd name="connsiteY5" fmla="*/ 485 h 540847"/>
                <a:gd name="connsiteX6" fmla="*/ 57398 w 207891"/>
                <a:gd name="connsiteY6" fmla="*/ 475 h 540847"/>
                <a:gd name="connsiteX7" fmla="*/ 61415 w 207891"/>
                <a:gd name="connsiteY7" fmla="*/ 465 h 540847"/>
                <a:gd name="connsiteX8" fmla="*/ 67017 w 207891"/>
                <a:gd name="connsiteY8" fmla="*/ 465 h 540847"/>
                <a:gd name="connsiteX9" fmla="*/ 68710 w 207891"/>
                <a:gd name="connsiteY9" fmla="*/ 452 h 540847"/>
                <a:gd name="connsiteX10" fmla="*/ 72611 w 207891"/>
                <a:gd name="connsiteY10" fmla="*/ 645 h 540847"/>
                <a:gd name="connsiteX11" fmla="*/ 73445 w 207891"/>
                <a:gd name="connsiteY11" fmla="*/ 9036 h 540847"/>
                <a:gd name="connsiteX12" fmla="*/ 73447 w 207891"/>
                <a:gd name="connsiteY12" fmla="*/ 11232 h 540847"/>
                <a:gd name="connsiteX13" fmla="*/ 73440 w 207891"/>
                <a:gd name="connsiteY13" fmla="*/ 18560 h 540847"/>
                <a:gd name="connsiteX14" fmla="*/ 73440 w 207891"/>
                <a:gd name="connsiteY14" fmla="*/ 23795 h 540847"/>
                <a:gd name="connsiteX15" fmla="*/ 73431 w 207891"/>
                <a:gd name="connsiteY15" fmla="*/ 38047 h 540847"/>
                <a:gd name="connsiteX16" fmla="*/ 73425 w 207891"/>
                <a:gd name="connsiteY16" fmla="*/ 51420 h 540847"/>
                <a:gd name="connsiteX17" fmla="*/ 73411 w 207891"/>
                <a:gd name="connsiteY17" fmla="*/ 77913 h 540847"/>
                <a:gd name="connsiteX18" fmla="*/ 73396 w 207891"/>
                <a:gd name="connsiteY18" fmla="*/ 103653 h 540847"/>
                <a:gd name="connsiteX19" fmla="*/ 73395 w 207891"/>
                <a:gd name="connsiteY19" fmla="*/ 105255 h 540847"/>
                <a:gd name="connsiteX20" fmla="*/ 73393 w 207891"/>
                <a:gd name="connsiteY20" fmla="*/ 113211 h 540847"/>
                <a:gd name="connsiteX21" fmla="*/ 73355 w 207891"/>
                <a:gd name="connsiteY21" fmla="*/ 179239 h 540847"/>
                <a:gd name="connsiteX22" fmla="*/ 76332 w 207891"/>
                <a:gd name="connsiteY22" fmla="*/ 175518 h 540847"/>
                <a:gd name="connsiteX23" fmla="*/ 79308 w 207891"/>
                <a:gd name="connsiteY23" fmla="*/ 174030 h 540847"/>
                <a:gd name="connsiteX24" fmla="*/ 80796 w 207891"/>
                <a:gd name="connsiteY24" fmla="*/ 171798 h 540847"/>
                <a:gd name="connsiteX25" fmla="*/ 82331 w 207891"/>
                <a:gd name="connsiteY25" fmla="*/ 171426 h 540847"/>
                <a:gd name="connsiteX26" fmla="*/ 83773 w 207891"/>
                <a:gd name="connsiteY26" fmla="*/ 171053 h 540847"/>
                <a:gd name="connsiteX27" fmla="*/ 84517 w 207891"/>
                <a:gd name="connsiteY27" fmla="*/ 168821 h 540847"/>
                <a:gd name="connsiteX28" fmla="*/ 87494 w 207891"/>
                <a:gd name="connsiteY28" fmla="*/ 167333 h 540847"/>
                <a:gd name="connsiteX29" fmla="*/ 88238 w 207891"/>
                <a:gd name="connsiteY29" fmla="*/ 165100 h 540847"/>
                <a:gd name="connsiteX30" fmla="*/ 91959 w 207891"/>
                <a:gd name="connsiteY30" fmla="*/ 164356 h 540847"/>
                <a:gd name="connsiteX31" fmla="*/ 92703 w 207891"/>
                <a:gd name="connsiteY31" fmla="*/ 162124 h 540847"/>
                <a:gd name="connsiteX32" fmla="*/ 94191 w 207891"/>
                <a:gd name="connsiteY32" fmla="*/ 161798 h 540847"/>
                <a:gd name="connsiteX33" fmla="*/ 95679 w 207891"/>
                <a:gd name="connsiteY33" fmla="*/ 161380 h 540847"/>
                <a:gd name="connsiteX34" fmla="*/ 96051 w 207891"/>
                <a:gd name="connsiteY34" fmla="*/ 159891 h 540847"/>
                <a:gd name="connsiteX35" fmla="*/ 96423 w 207891"/>
                <a:gd name="connsiteY35" fmla="*/ 158403 h 540847"/>
                <a:gd name="connsiteX36" fmla="*/ 99400 w 207891"/>
                <a:gd name="connsiteY36" fmla="*/ 157659 h 540847"/>
                <a:gd name="connsiteX37" fmla="*/ 99772 w 207891"/>
                <a:gd name="connsiteY37" fmla="*/ 156124 h 540847"/>
                <a:gd name="connsiteX38" fmla="*/ 100144 w 207891"/>
                <a:gd name="connsiteY38" fmla="*/ 154682 h 540847"/>
                <a:gd name="connsiteX39" fmla="*/ 103121 w 207891"/>
                <a:gd name="connsiteY39" fmla="*/ 154682 h 540847"/>
                <a:gd name="connsiteX40" fmla="*/ 103865 w 207891"/>
                <a:gd name="connsiteY40" fmla="*/ 151706 h 540847"/>
                <a:gd name="connsiteX41" fmla="*/ 106097 w 207891"/>
                <a:gd name="connsiteY41" fmla="*/ 150962 h 540847"/>
                <a:gd name="connsiteX42" fmla="*/ 106748 w 207891"/>
                <a:gd name="connsiteY42" fmla="*/ 149473 h 540847"/>
                <a:gd name="connsiteX43" fmla="*/ 107586 w 207891"/>
                <a:gd name="connsiteY43" fmla="*/ 147985 h 540847"/>
                <a:gd name="connsiteX44" fmla="*/ 109492 w 207891"/>
                <a:gd name="connsiteY44" fmla="*/ 147613 h 540847"/>
                <a:gd name="connsiteX45" fmla="*/ 111306 w 207891"/>
                <a:gd name="connsiteY45" fmla="*/ 147241 h 540847"/>
                <a:gd name="connsiteX46" fmla="*/ 112050 w 207891"/>
                <a:gd name="connsiteY46" fmla="*/ 144264 h 540847"/>
                <a:gd name="connsiteX47" fmla="*/ 114283 w 207891"/>
                <a:gd name="connsiteY47" fmla="*/ 143520 h 540847"/>
                <a:gd name="connsiteX48" fmla="*/ 115027 w 207891"/>
                <a:gd name="connsiteY48" fmla="*/ 141288 h 540847"/>
                <a:gd name="connsiteX49" fmla="*/ 117259 w 207891"/>
                <a:gd name="connsiteY49" fmla="*/ 140544 h 540847"/>
                <a:gd name="connsiteX50" fmla="*/ 117957 w 207891"/>
                <a:gd name="connsiteY50" fmla="*/ 139102 h 540847"/>
                <a:gd name="connsiteX51" fmla="*/ 121724 w 207891"/>
                <a:gd name="connsiteY51" fmla="*/ 136079 h 540847"/>
                <a:gd name="connsiteX52" fmla="*/ 122468 w 207891"/>
                <a:gd name="connsiteY52" fmla="*/ 134591 h 540847"/>
                <a:gd name="connsiteX53" fmla="*/ 124701 w 207891"/>
                <a:gd name="connsiteY53" fmla="*/ 133846 h 540847"/>
                <a:gd name="connsiteX54" fmla="*/ 126933 w 207891"/>
                <a:gd name="connsiteY54" fmla="*/ 130870 h 540847"/>
                <a:gd name="connsiteX55" fmla="*/ 128421 w 207891"/>
                <a:gd name="connsiteY55" fmla="*/ 130870 h 540847"/>
                <a:gd name="connsiteX56" fmla="*/ 128654 w 207891"/>
                <a:gd name="connsiteY56" fmla="*/ 129614 h 540847"/>
                <a:gd name="connsiteX57" fmla="*/ 132886 w 207891"/>
                <a:gd name="connsiteY57" fmla="*/ 124173 h 540847"/>
                <a:gd name="connsiteX58" fmla="*/ 135863 w 207891"/>
                <a:gd name="connsiteY58" fmla="*/ 122684 h 540847"/>
                <a:gd name="connsiteX59" fmla="*/ 139584 w 207891"/>
                <a:gd name="connsiteY59" fmla="*/ 117475 h 540847"/>
                <a:gd name="connsiteX60" fmla="*/ 142514 w 207891"/>
                <a:gd name="connsiteY60" fmla="*/ 114871 h 540847"/>
                <a:gd name="connsiteX61" fmla="*/ 147025 w 207891"/>
                <a:gd name="connsiteY61" fmla="*/ 110034 h 540847"/>
                <a:gd name="connsiteX62" fmla="*/ 149257 w 207891"/>
                <a:gd name="connsiteY62" fmla="*/ 109290 h 540847"/>
                <a:gd name="connsiteX63" fmla="*/ 150002 w 207891"/>
                <a:gd name="connsiteY63" fmla="*/ 107057 h 540847"/>
                <a:gd name="connsiteX64" fmla="*/ 152234 w 207891"/>
                <a:gd name="connsiteY64" fmla="*/ 106313 h 540847"/>
                <a:gd name="connsiteX65" fmla="*/ 152978 w 207891"/>
                <a:gd name="connsiteY65" fmla="*/ 104081 h 540847"/>
                <a:gd name="connsiteX66" fmla="*/ 154466 w 207891"/>
                <a:gd name="connsiteY66" fmla="*/ 103755 h 540847"/>
                <a:gd name="connsiteX67" fmla="*/ 155955 w 207891"/>
                <a:gd name="connsiteY67" fmla="*/ 103337 h 540847"/>
                <a:gd name="connsiteX68" fmla="*/ 156280 w 207891"/>
                <a:gd name="connsiteY68" fmla="*/ 102034 h 540847"/>
                <a:gd name="connsiteX69" fmla="*/ 160420 w 207891"/>
                <a:gd name="connsiteY69" fmla="*/ 96639 h 540847"/>
                <a:gd name="connsiteX70" fmla="*/ 162047 w 207891"/>
                <a:gd name="connsiteY70" fmla="*/ 94593 h 540847"/>
                <a:gd name="connsiteX71" fmla="*/ 166280 w 207891"/>
                <a:gd name="connsiteY71" fmla="*/ 91945 h 540847"/>
                <a:gd name="connsiteX72" fmla="*/ 170838 w 207891"/>
                <a:gd name="connsiteY72" fmla="*/ 92175 h 540847"/>
                <a:gd name="connsiteX73" fmla="*/ 172326 w 207891"/>
                <a:gd name="connsiteY73" fmla="*/ 96639 h 540847"/>
                <a:gd name="connsiteX74" fmla="*/ 173814 w 207891"/>
                <a:gd name="connsiteY74" fmla="*/ 97384 h 540847"/>
                <a:gd name="connsiteX75" fmla="*/ 176047 w 207891"/>
                <a:gd name="connsiteY75" fmla="*/ 101104 h 540847"/>
                <a:gd name="connsiteX76" fmla="*/ 178000 w 207891"/>
                <a:gd name="connsiteY76" fmla="*/ 103337 h 540847"/>
                <a:gd name="connsiteX77" fmla="*/ 180511 w 207891"/>
                <a:gd name="connsiteY77" fmla="*/ 109290 h 540847"/>
                <a:gd name="connsiteX78" fmla="*/ 182744 w 207891"/>
                <a:gd name="connsiteY78" fmla="*/ 110034 h 540847"/>
                <a:gd name="connsiteX79" fmla="*/ 183488 w 207891"/>
                <a:gd name="connsiteY79" fmla="*/ 113011 h 540847"/>
                <a:gd name="connsiteX80" fmla="*/ 184976 w 207891"/>
                <a:gd name="connsiteY80" fmla="*/ 113755 h 540847"/>
                <a:gd name="connsiteX81" fmla="*/ 185302 w 207891"/>
                <a:gd name="connsiteY81" fmla="*/ 115150 h 540847"/>
                <a:gd name="connsiteX82" fmla="*/ 189162 w 207891"/>
                <a:gd name="connsiteY82" fmla="*/ 119987 h 540847"/>
                <a:gd name="connsiteX83" fmla="*/ 190557 w 207891"/>
                <a:gd name="connsiteY83" fmla="*/ 123149 h 540847"/>
                <a:gd name="connsiteX84" fmla="*/ 190929 w 207891"/>
                <a:gd name="connsiteY84" fmla="*/ 124917 h 540847"/>
                <a:gd name="connsiteX85" fmla="*/ 193162 w 207891"/>
                <a:gd name="connsiteY85" fmla="*/ 125661 h 540847"/>
                <a:gd name="connsiteX86" fmla="*/ 195162 w 207891"/>
                <a:gd name="connsiteY86" fmla="*/ 128591 h 540847"/>
                <a:gd name="connsiteX87" fmla="*/ 196147 w 207891"/>
                <a:gd name="connsiteY87" fmla="*/ 130193 h 540847"/>
                <a:gd name="connsiteX88" fmla="*/ 196882 w 207891"/>
                <a:gd name="connsiteY88" fmla="*/ 133102 h 540847"/>
                <a:gd name="connsiteX89" fmla="*/ 199115 w 207891"/>
                <a:gd name="connsiteY89" fmla="*/ 133846 h 540847"/>
                <a:gd name="connsiteX90" fmla="*/ 199115 w 207891"/>
                <a:gd name="connsiteY90" fmla="*/ 137567 h 540847"/>
                <a:gd name="connsiteX91" fmla="*/ 201347 w 207891"/>
                <a:gd name="connsiteY91" fmla="*/ 137567 h 540847"/>
                <a:gd name="connsiteX92" fmla="*/ 202091 w 207891"/>
                <a:gd name="connsiteY92" fmla="*/ 140544 h 540847"/>
                <a:gd name="connsiteX93" fmla="*/ 203254 w 207891"/>
                <a:gd name="connsiteY93" fmla="*/ 141706 h 540847"/>
                <a:gd name="connsiteX94" fmla="*/ 204324 w 207891"/>
                <a:gd name="connsiteY94" fmla="*/ 145009 h 540847"/>
                <a:gd name="connsiteX95" fmla="*/ 206556 w 207891"/>
                <a:gd name="connsiteY95" fmla="*/ 145009 h 540847"/>
                <a:gd name="connsiteX96" fmla="*/ 207300 w 207891"/>
                <a:gd name="connsiteY96" fmla="*/ 148729 h 540847"/>
                <a:gd name="connsiteX97" fmla="*/ 209533 w 207891"/>
                <a:gd name="connsiteY97" fmla="*/ 149473 h 540847"/>
                <a:gd name="connsiteX98" fmla="*/ 212509 w 207891"/>
                <a:gd name="connsiteY98" fmla="*/ 152450 h 540847"/>
                <a:gd name="connsiteX99" fmla="*/ 212509 w 207891"/>
                <a:gd name="connsiteY99" fmla="*/ 159891 h 540847"/>
                <a:gd name="connsiteX100" fmla="*/ 208696 w 207891"/>
                <a:gd name="connsiteY100" fmla="*/ 161473 h 540847"/>
                <a:gd name="connsiteX101" fmla="*/ 206556 w 207891"/>
                <a:gd name="connsiteY101" fmla="*/ 161380 h 540847"/>
                <a:gd name="connsiteX102" fmla="*/ 206556 w 207891"/>
                <a:gd name="connsiteY102" fmla="*/ 164356 h 540847"/>
                <a:gd name="connsiteX103" fmla="*/ 202836 w 207891"/>
                <a:gd name="connsiteY103" fmla="*/ 165844 h 540847"/>
                <a:gd name="connsiteX104" fmla="*/ 202836 w 207891"/>
                <a:gd name="connsiteY104" fmla="*/ 168077 h 540847"/>
                <a:gd name="connsiteX105" fmla="*/ 200650 w 207891"/>
                <a:gd name="connsiteY105" fmla="*/ 167891 h 540847"/>
                <a:gd name="connsiteX106" fmla="*/ 198371 w 207891"/>
                <a:gd name="connsiteY106" fmla="*/ 168077 h 540847"/>
                <a:gd name="connsiteX107" fmla="*/ 197627 w 207891"/>
                <a:gd name="connsiteY107" fmla="*/ 171053 h 540847"/>
                <a:gd name="connsiteX108" fmla="*/ 195394 w 207891"/>
                <a:gd name="connsiteY108" fmla="*/ 172542 h 540847"/>
                <a:gd name="connsiteX109" fmla="*/ 194650 w 207891"/>
                <a:gd name="connsiteY109" fmla="*/ 174774 h 540847"/>
                <a:gd name="connsiteX110" fmla="*/ 190929 w 207891"/>
                <a:gd name="connsiteY110" fmla="*/ 176262 h 540847"/>
                <a:gd name="connsiteX111" fmla="*/ 190185 w 207891"/>
                <a:gd name="connsiteY111" fmla="*/ 178495 h 540847"/>
                <a:gd name="connsiteX112" fmla="*/ 186464 w 207891"/>
                <a:gd name="connsiteY112" fmla="*/ 179983 h 540847"/>
                <a:gd name="connsiteX113" fmla="*/ 185720 w 207891"/>
                <a:gd name="connsiteY113" fmla="*/ 181471 h 540847"/>
                <a:gd name="connsiteX114" fmla="*/ 184279 w 207891"/>
                <a:gd name="connsiteY114" fmla="*/ 181750 h 540847"/>
                <a:gd name="connsiteX115" fmla="*/ 182744 w 207891"/>
                <a:gd name="connsiteY115" fmla="*/ 182216 h 540847"/>
                <a:gd name="connsiteX116" fmla="*/ 181255 w 207891"/>
                <a:gd name="connsiteY116" fmla="*/ 185192 h 540847"/>
                <a:gd name="connsiteX117" fmla="*/ 178279 w 207891"/>
                <a:gd name="connsiteY117" fmla="*/ 186680 h 540847"/>
                <a:gd name="connsiteX118" fmla="*/ 178279 w 207891"/>
                <a:gd name="connsiteY118" fmla="*/ 188913 h 540847"/>
                <a:gd name="connsiteX119" fmla="*/ 176512 w 207891"/>
                <a:gd name="connsiteY119" fmla="*/ 188727 h 540847"/>
                <a:gd name="connsiteX120" fmla="*/ 174558 w 207891"/>
                <a:gd name="connsiteY120" fmla="*/ 188913 h 540847"/>
                <a:gd name="connsiteX121" fmla="*/ 173070 w 207891"/>
                <a:gd name="connsiteY121" fmla="*/ 191889 h 540847"/>
                <a:gd name="connsiteX122" fmla="*/ 171117 w 207891"/>
                <a:gd name="connsiteY122" fmla="*/ 192261 h 540847"/>
                <a:gd name="connsiteX123" fmla="*/ 169349 w 207891"/>
                <a:gd name="connsiteY123" fmla="*/ 192634 h 540847"/>
                <a:gd name="connsiteX124" fmla="*/ 169349 w 207891"/>
                <a:gd name="connsiteY124" fmla="*/ 195610 h 540847"/>
                <a:gd name="connsiteX125" fmla="*/ 165629 w 207891"/>
                <a:gd name="connsiteY125" fmla="*/ 196354 h 540847"/>
                <a:gd name="connsiteX126" fmla="*/ 164884 w 207891"/>
                <a:gd name="connsiteY126" fmla="*/ 198587 h 540847"/>
                <a:gd name="connsiteX127" fmla="*/ 160420 w 207891"/>
                <a:gd name="connsiteY127" fmla="*/ 199331 h 540847"/>
                <a:gd name="connsiteX128" fmla="*/ 160420 w 207891"/>
                <a:gd name="connsiteY128" fmla="*/ 202307 h 540847"/>
                <a:gd name="connsiteX129" fmla="*/ 155211 w 207891"/>
                <a:gd name="connsiteY129" fmla="*/ 203052 h 540847"/>
                <a:gd name="connsiteX130" fmla="*/ 155211 w 207891"/>
                <a:gd name="connsiteY130" fmla="*/ 205284 h 540847"/>
                <a:gd name="connsiteX131" fmla="*/ 152234 w 207891"/>
                <a:gd name="connsiteY131" fmla="*/ 206772 h 540847"/>
                <a:gd name="connsiteX132" fmla="*/ 151490 w 207891"/>
                <a:gd name="connsiteY132" fmla="*/ 209005 h 540847"/>
                <a:gd name="connsiteX133" fmla="*/ 149211 w 207891"/>
                <a:gd name="connsiteY133" fmla="*/ 209749 h 540847"/>
                <a:gd name="connsiteX134" fmla="*/ 147025 w 207891"/>
                <a:gd name="connsiteY134" fmla="*/ 210493 h 540847"/>
                <a:gd name="connsiteX135" fmla="*/ 147025 w 207891"/>
                <a:gd name="connsiteY135" fmla="*/ 212725 h 540847"/>
                <a:gd name="connsiteX136" fmla="*/ 144839 w 207891"/>
                <a:gd name="connsiteY136" fmla="*/ 212958 h 540847"/>
                <a:gd name="connsiteX137" fmla="*/ 142560 w 207891"/>
                <a:gd name="connsiteY137" fmla="*/ 213469 h 540847"/>
                <a:gd name="connsiteX138" fmla="*/ 141816 w 207891"/>
                <a:gd name="connsiteY138" fmla="*/ 215702 h 540847"/>
                <a:gd name="connsiteX139" fmla="*/ 138095 w 207891"/>
                <a:gd name="connsiteY139" fmla="*/ 217190 h 540847"/>
                <a:gd name="connsiteX140" fmla="*/ 137351 w 207891"/>
                <a:gd name="connsiteY140" fmla="*/ 219423 h 540847"/>
                <a:gd name="connsiteX141" fmla="*/ 133630 w 207891"/>
                <a:gd name="connsiteY141" fmla="*/ 220167 h 540847"/>
                <a:gd name="connsiteX142" fmla="*/ 132886 w 207891"/>
                <a:gd name="connsiteY142" fmla="*/ 222399 h 540847"/>
                <a:gd name="connsiteX143" fmla="*/ 128421 w 207891"/>
                <a:gd name="connsiteY143" fmla="*/ 223143 h 540847"/>
                <a:gd name="connsiteX144" fmla="*/ 128421 w 207891"/>
                <a:gd name="connsiteY144" fmla="*/ 226120 h 540847"/>
                <a:gd name="connsiteX145" fmla="*/ 124701 w 207891"/>
                <a:gd name="connsiteY145" fmla="*/ 226864 h 540847"/>
                <a:gd name="connsiteX146" fmla="*/ 124375 w 207891"/>
                <a:gd name="connsiteY146" fmla="*/ 228352 h 540847"/>
                <a:gd name="connsiteX147" fmla="*/ 123957 w 207891"/>
                <a:gd name="connsiteY147" fmla="*/ 229841 h 540847"/>
                <a:gd name="connsiteX148" fmla="*/ 119492 w 207891"/>
                <a:gd name="connsiteY148" fmla="*/ 230585 h 540847"/>
                <a:gd name="connsiteX149" fmla="*/ 118748 w 207891"/>
                <a:gd name="connsiteY149" fmla="*/ 232817 h 540847"/>
                <a:gd name="connsiteX150" fmla="*/ 114283 w 207891"/>
                <a:gd name="connsiteY150" fmla="*/ 234305 h 540847"/>
                <a:gd name="connsiteX151" fmla="*/ 113539 w 207891"/>
                <a:gd name="connsiteY151" fmla="*/ 236538 h 540847"/>
                <a:gd name="connsiteX152" fmla="*/ 109074 w 207891"/>
                <a:gd name="connsiteY152" fmla="*/ 237282 h 540847"/>
                <a:gd name="connsiteX153" fmla="*/ 108330 w 207891"/>
                <a:gd name="connsiteY153" fmla="*/ 239514 h 540847"/>
                <a:gd name="connsiteX154" fmla="*/ 103865 w 207891"/>
                <a:gd name="connsiteY154" fmla="*/ 241003 h 540847"/>
                <a:gd name="connsiteX155" fmla="*/ 103121 w 207891"/>
                <a:gd name="connsiteY155" fmla="*/ 243235 h 540847"/>
                <a:gd name="connsiteX156" fmla="*/ 101632 w 207891"/>
                <a:gd name="connsiteY156" fmla="*/ 243561 h 540847"/>
                <a:gd name="connsiteX157" fmla="*/ 100144 w 207891"/>
                <a:gd name="connsiteY157" fmla="*/ 243979 h 540847"/>
                <a:gd name="connsiteX158" fmla="*/ 99912 w 207891"/>
                <a:gd name="connsiteY158" fmla="*/ 245514 h 540847"/>
                <a:gd name="connsiteX159" fmla="*/ 99400 w 207891"/>
                <a:gd name="connsiteY159" fmla="*/ 246956 h 540847"/>
                <a:gd name="connsiteX160" fmla="*/ 94191 w 207891"/>
                <a:gd name="connsiteY160" fmla="*/ 246956 h 540847"/>
                <a:gd name="connsiteX161" fmla="*/ 94191 w 207891"/>
                <a:gd name="connsiteY161" fmla="*/ 249932 h 540847"/>
                <a:gd name="connsiteX162" fmla="*/ 92052 w 207891"/>
                <a:gd name="connsiteY162" fmla="*/ 250118 h 540847"/>
                <a:gd name="connsiteX163" fmla="*/ 89726 w 207891"/>
                <a:gd name="connsiteY163" fmla="*/ 250677 h 540847"/>
                <a:gd name="connsiteX164" fmla="*/ 88238 w 207891"/>
                <a:gd name="connsiteY164" fmla="*/ 253653 h 540847"/>
                <a:gd name="connsiteX165" fmla="*/ 84517 w 207891"/>
                <a:gd name="connsiteY165" fmla="*/ 254397 h 540847"/>
                <a:gd name="connsiteX166" fmla="*/ 83773 w 207891"/>
                <a:gd name="connsiteY166" fmla="*/ 256630 h 540847"/>
                <a:gd name="connsiteX167" fmla="*/ 78564 w 207891"/>
                <a:gd name="connsiteY167" fmla="*/ 257374 h 540847"/>
                <a:gd name="connsiteX168" fmla="*/ 78564 w 207891"/>
                <a:gd name="connsiteY168" fmla="*/ 260350 h 540847"/>
                <a:gd name="connsiteX169" fmla="*/ 74099 w 207891"/>
                <a:gd name="connsiteY169" fmla="*/ 261094 h 540847"/>
                <a:gd name="connsiteX170" fmla="*/ 74023 w 207891"/>
                <a:gd name="connsiteY170" fmla="*/ 325615 h 540847"/>
                <a:gd name="connsiteX171" fmla="*/ 74017 w 207891"/>
                <a:gd name="connsiteY171" fmla="*/ 333224 h 540847"/>
                <a:gd name="connsiteX172" fmla="*/ 74016 w 207891"/>
                <a:gd name="connsiteY172" fmla="*/ 334754 h 540847"/>
                <a:gd name="connsiteX173" fmla="*/ 73984 w 207891"/>
                <a:gd name="connsiteY173" fmla="*/ 359316 h 540847"/>
                <a:gd name="connsiteX174" fmla="*/ 73959 w 207891"/>
                <a:gd name="connsiteY174" fmla="*/ 384499 h 540847"/>
                <a:gd name="connsiteX175" fmla="*/ 73942 w 207891"/>
                <a:gd name="connsiteY175" fmla="*/ 398652 h 540847"/>
                <a:gd name="connsiteX176" fmla="*/ 73931 w 207891"/>
                <a:gd name="connsiteY176" fmla="*/ 411957 h 540847"/>
                <a:gd name="connsiteX177" fmla="*/ 73922 w 207891"/>
                <a:gd name="connsiteY177" fmla="*/ 416855 h 540847"/>
                <a:gd name="connsiteX178" fmla="*/ 73920 w 207891"/>
                <a:gd name="connsiteY178" fmla="*/ 423512 h 540847"/>
                <a:gd name="connsiteX179" fmla="*/ 73907 w 207891"/>
                <a:gd name="connsiteY179" fmla="*/ 425497 h 540847"/>
                <a:gd name="connsiteX180" fmla="*/ 74099 w 207891"/>
                <a:gd name="connsiteY180" fmla="*/ 430014 h 540847"/>
                <a:gd name="connsiteX181" fmla="*/ 75588 w 207891"/>
                <a:gd name="connsiteY181" fmla="*/ 430759 h 540847"/>
                <a:gd name="connsiteX182" fmla="*/ 75896 w 207891"/>
                <a:gd name="connsiteY182" fmla="*/ 437017 h 540847"/>
                <a:gd name="connsiteX183" fmla="*/ 75939 w 207891"/>
                <a:gd name="connsiteY183" fmla="*/ 438916 h 540847"/>
                <a:gd name="connsiteX184" fmla="*/ 76053 w 207891"/>
                <a:gd name="connsiteY184" fmla="*/ 444944 h 540847"/>
                <a:gd name="connsiteX185" fmla="*/ 76140 w 207891"/>
                <a:gd name="connsiteY185" fmla="*/ 449020 h 540847"/>
                <a:gd name="connsiteX186" fmla="*/ 76332 w 207891"/>
                <a:gd name="connsiteY186" fmla="*/ 459036 h 540847"/>
                <a:gd name="connsiteX187" fmla="*/ 77820 w 207891"/>
                <a:gd name="connsiteY187" fmla="*/ 459036 h 540847"/>
                <a:gd name="connsiteX188" fmla="*/ 78256 w 207891"/>
                <a:gd name="connsiteY188" fmla="*/ 460513 h 540847"/>
                <a:gd name="connsiteX189" fmla="*/ 79308 w 207891"/>
                <a:gd name="connsiteY189" fmla="*/ 462012 h 540847"/>
                <a:gd name="connsiteX190" fmla="*/ 85726 w 207891"/>
                <a:gd name="connsiteY190" fmla="*/ 462198 h 540847"/>
                <a:gd name="connsiteX191" fmla="*/ 87534 w 207891"/>
                <a:gd name="connsiteY191" fmla="*/ 462158 h 540847"/>
                <a:gd name="connsiteX192" fmla="*/ 91959 w 207891"/>
                <a:gd name="connsiteY192" fmla="*/ 462012 h 540847"/>
                <a:gd name="connsiteX193" fmla="*/ 91959 w 207891"/>
                <a:gd name="connsiteY193" fmla="*/ 464245 h 540847"/>
                <a:gd name="connsiteX194" fmla="*/ 97566 w 207891"/>
                <a:gd name="connsiteY194" fmla="*/ 465121 h 540847"/>
                <a:gd name="connsiteX195" fmla="*/ 100177 w 207891"/>
                <a:gd name="connsiteY195" fmla="*/ 465150 h 540847"/>
                <a:gd name="connsiteX196" fmla="*/ 103007 w 207891"/>
                <a:gd name="connsiteY196" fmla="*/ 465166 h 540847"/>
                <a:gd name="connsiteX197" fmla="*/ 105899 w 207891"/>
                <a:gd name="connsiteY197" fmla="*/ 465185 h 540847"/>
                <a:gd name="connsiteX198" fmla="*/ 111958 w 207891"/>
                <a:gd name="connsiteY198" fmla="*/ 465209 h 540847"/>
                <a:gd name="connsiteX199" fmla="*/ 119741 w 207891"/>
                <a:gd name="connsiteY199" fmla="*/ 465272 h 540847"/>
                <a:gd name="connsiteX200" fmla="*/ 127145 w 207891"/>
                <a:gd name="connsiteY200" fmla="*/ 465306 h 540847"/>
                <a:gd name="connsiteX201" fmla="*/ 129980 w 207891"/>
                <a:gd name="connsiteY201" fmla="*/ 465345 h 540847"/>
                <a:gd name="connsiteX202" fmla="*/ 132584 w 207891"/>
                <a:gd name="connsiteY202" fmla="*/ 465339 h 540847"/>
                <a:gd name="connsiteX203" fmla="*/ 134889 w 207891"/>
                <a:gd name="connsiteY203" fmla="*/ 465352 h 540847"/>
                <a:gd name="connsiteX204" fmla="*/ 136607 w 207891"/>
                <a:gd name="connsiteY204" fmla="*/ 464989 h 540847"/>
                <a:gd name="connsiteX205" fmla="*/ 137351 w 207891"/>
                <a:gd name="connsiteY205" fmla="*/ 462012 h 540847"/>
                <a:gd name="connsiteX206" fmla="*/ 142235 w 207891"/>
                <a:gd name="connsiteY206" fmla="*/ 461826 h 540847"/>
                <a:gd name="connsiteX207" fmla="*/ 144935 w 207891"/>
                <a:gd name="connsiteY207" fmla="*/ 461908 h 540847"/>
                <a:gd name="connsiteX208" fmla="*/ 147025 w 207891"/>
                <a:gd name="connsiteY208" fmla="*/ 462012 h 540847"/>
                <a:gd name="connsiteX209" fmla="*/ 147025 w 207891"/>
                <a:gd name="connsiteY209" fmla="*/ 459036 h 540847"/>
                <a:gd name="connsiteX210" fmla="*/ 149257 w 207891"/>
                <a:gd name="connsiteY210" fmla="*/ 458292 h 540847"/>
                <a:gd name="connsiteX211" fmla="*/ 149769 w 207891"/>
                <a:gd name="connsiteY211" fmla="*/ 455269 h 540847"/>
                <a:gd name="connsiteX212" fmla="*/ 150002 w 207891"/>
                <a:gd name="connsiteY212" fmla="*/ 452339 h 540847"/>
                <a:gd name="connsiteX213" fmla="*/ 152234 w 207891"/>
                <a:gd name="connsiteY213" fmla="*/ 452339 h 540847"/>
                <a:gd name="connsiteX214" fmla="*/ 152156 w 207891"/>
                <a:gd name="connsiteY214" fmla="*/ 449760 h 540847"/>
                <a:gd name="connsiteX215" fmla="*/ 152094 w 207891"/>
                <a:gd name="connsiteY215" fmla="*/ 446432 h 540847"/>
                <a:gd name="connsiteX216" fmla="*/ 152038 w 207891"/>
                <a:gd name="connsiteY216" fmla="*/ 444730 h 540847"/>
                <a:gd name="connsiteX217" fmla="*/ 152234 w 207891"/>
                <a:gd name="connsiteY217" fmla="*/ 440432 h 540847"/>
                <a:gd name="connsiteX218" fmla="*/ 154466 w 207891"/>
                <a:gd name="connsiteY218" fmla="*/ 439688 h 540847"/>
                <a:gd name="connsiteX219" fmla="*/ 154769 w 207891"/>
                <a:gd name="connsiteY219" fmla="*/ 434811 h 540847"/>
                <a:gd name="connsiteX220" fmla="*/ 154793 w 207891"/>
                <a:gd name="connsiteY220" fmla="*/ 433328 h 540847"/>
                <a:gd name="connsiteX221" fmla="*/ 154838 w 207891"/>
                <a:gd name="connsiteY221" fmla="*/ 428619 h 540847"/>
                <a:gd name="connsiteX222" fmla="*/ 154908 w 207891"/>
                <a:gd name="connsiteY222" fmla="*/ 422439 h 540847"/>
                <a:gd name="connsiteX223" fmla="*/ 154924 w 207891"/>
                <a:gd name="connsiteY223" fmla="*/ 419655 h 540847"/>
                <a:gd name="connsiteX224" fmla="*/ 156326 w 207891"/>
                <a:gd name="connsiteY224" fmla="*/ 416401 h 540847"/>
                <a:gd name="connsiteX225" fmla="*/ 157741 w 207891"/>
                <a:gd name="connsiteY225" fmla="*/ 410381 h 540847"/>
                <a:gd name="connsiteX226" fmla="*/ 157771 w 207891"/>
                <a:gd name="connsiteY226" fmla="*/ 407410 h 540847"/>
                <a:gd name="connsiteX227" fmla="*/ 157771 w 207891"/>
                <a:gd name="connsiteY227" fmla="*/ 404196 h 540847"/>
                <a:gd name="connsiteX228" fmla="*/ 157801 w 207891"/>
                <a:gd name="connsiteY228" fmla="*/ 400908 h 540847"/>
                <a:gd name="connsiteX229" fmla="*/ 157854 w 207891"/>
                <a:gd name="connsiteY229" fmla="*/ 392255 h 540847"/>
                <a:gd name="connsiteX230" fmla="*/ 157945 w 207891"/>
                <a:gd name="connsiteY230" fmla="*/ 378387 h 540847"/>
                <a:gd name="connsiteX231" fmla="*/ 157962 w 207891"/>
                <a:gd name="connsiteY231" fmla="*/ 373533 h 540847"/>
                <a:gd name="connsiteX232" fmla="*/ 157985 w 207891"/>
                <a:gd name="connsiteY232" fmla="*/ 370576 h 540847"/>
                <a:gd name="connsiteX233" fmla="*/ 157995 w 207891"/>
                <a:gd name="connsiteY233" fmla="*/ 367957 h 540847"/>
                <a:gd name="connsiteX234" fmla="*/ 158187 w 207891"/>
                <a:gd name="connsiteY234" fmla="*/ 366018 h 540847"/>
                <a:gd name="connsiteX235" fmla="*/ 159675 w 207891"/>
                <a:gd name="connsiteY235" fmla="*/ 365274 h 540847"/>
                <a:gd name="connsiteX236" fmla="*/ 159957 w 207891"/>
                <a:gd name="connsiteY236" fmla="*/ 361158 h 540847"/>
                <a:gd name="connsiteX237" fmla="*/ 160034 w 207891"/>
                <a:gd name="connsiteY237" fmla="*/ 358632 h 540847"/>
                <a:gd name="connsiteX238" fmla="*/ 160094 w 207891"/>
                <a:gd name="connsiteY238" fmla="*/ 355972 h 540847"/>
                <a:gd name="connsiteX239" fmla="*/ 160236 w 207891"/>
                <a:gd name="connsiteY239" fmla="*/ 350787 h 540847"/>
                <a:gd name="connsiteX240" fmla="*/ 160290 w 207891"/>
                <a:gd name="connsiteY240" fmla="*/ 348451 h 540847"/>
                <a:gd name="connsiteX241" fmla="*/ 161164 w 207891"/>
                <a:gd name="connsiteY241" fmla="*/ 345927 h 540847"/>
                <a:gd name="connsiteX242" fmla="*/ 167117 w 207891"/>
                <a:gd name="connsiteY242" fmla="*/ 345927 h 540847"/>
                <a:gd name="connsiteX243" fmla="*/ 167117 w 207891"/>
                <a:gd name="connsiteY243" fmla="*/ 348903 h 540847"/>
                <a:gd name="connsiteX244" fmla="*/ 170838 w 207891"/>
                <a:gd name="connsiteY244" fmla="*/ 350391 h 540847"/>
                <a:gd name="connsiteX245" fmla="*/ 170838 w 207891"/>
                <a:gd name="connsiteY245" fmla="*/ 352624 h 540847"/>
                <a:gd name="connsiteX246" fmla="*/ 172651 w 207891"/>
                <a:gd name="connsiteY246" fmla="*/ 352438 h 540847"/>
                <a:gd name="connsiteX247" fmla="*/ 174558 w 207891"/>
                <a:gd name="connsiteY247" fmla="*/ 352624 h 540847"/>
                <a:gd name="connsiteX248" fmla="*/ 174884 w 207891"/>
                <a:gd name="connsiteY248" fmla="*/ 354066 h 540847"/>
                <a:gd name="connsiteX249" fmla="*/ 175302 w 207891"/>
                <a:gd name="connsiteY249" fmla="*/ 355600 h 540847"/>
                <a:gd name="connsiteX250" fmla="*/ 179767 w 207891"/>
                <a:gd name="connsiteY250" fmla="*/ 356344 h 540847"/>
                <a:gd name="connsiteX251" fmla="*/ 179767 w 207891"/>
                <a:gd name="connsiteY251" fmla="*/ 359321 h 540847"/>
                <a:gd name="connsiteX252" fmla="*/ 182325 w 207891"/>
                <a:gd name="connsiteY252" fmla="*/ 359554 h 540847"/>
                <a:gd name="connsiteX253" fmla="*/ 184976 w 207891"/>
                <a:gd name="connsiteY253" fmla="*/ 360065 h 540847"/>
                <a:gd name="connsiteX254" fmla="*/ 185720 w 207891"/>
                <a:gd name="connsiteY254" fmla="*/ 362298 h 540847"/>
                <a:gd name="connsiteX255" fmla="*/ 187906 w 207891"/>
                <a:gd name="connsiteY255" fmla="*/ 362623 h 540847"/>
                <a:gd name="connsiteX256" fmla="*/ 190185 w 207891"/>
                <a:gd name="connsiteY256" fmla="*/ 363042 h 540847"/>
                <a:gd name="connsiteX257" fmla="*/ 191673 w 207891"/>
                <a:gd name="connsiteY257" fmla="*/ 366018 h 540847"/>
                <a:gd name="connsiteX258" fmla="*/ 196138 w 207891"/>
                <a:gd name="connsiteY258" fmla="*/ 366762 h 540847"/>
                <a:gd name="connsiteX259" fmla="*/ 196138 w 207891"/>
                <a:gd name="connsiteY259" fmla="*/ 368995 h 540847"/>
                <a:gd name="connsiteX260" fmla="*/ 197551 w 207891"/>
                <a:gd name="connsiteY260" fmla="*/ 369053 h 540847"/>
                <a:gd name="connsiteX261" fmla="*/ 199394 w 207891"/>
                <a:gd name="connsiteY261" fmla="*/ 369181 h 540847"/>
                <a:gd name="connsiteX262" fmla="*/ 201225 w 207891"/>
                <a:gd name="connsiteY262" fmla="*/ 369286 h 540847"/>
                <a:gd name="connsiteX263" fmla="*/ 202836 w 207891"/>
                <a:gd name="connsiteY263" fmla="*/ 369739 h 540847"/>
                <a:gd name="connsiteX264" fmla="*/ 204324 w 207891"/>
                <a:gd name="connsiteY264" fmla="*/ 372716 h 540847"/>
                <a:gd name="connsiteX265" fmla="*/ 207765 w 207891"/>
                <a:gd name="connsiteY265" fmla="*/ 373274 h 540847"/>
                <a:gd name="connsiteX266" fmla="*/ 209608 w 207891"/>
                <a:gd name="connsiteY266" fmla="*/ 373402 h 540847"/>
                <a:gd name="connsiteX267" fmla="*/ 211021 w 207891"/>
                <a:gd name="connsiteY267" fmla="*/ 373460 h 540847"/>
                <a:gd name="connsiteX268" fmla="*/ 211021 w 207891"/>
                <a:gd name="connsiteY268" fmla="*/ 376436 h 540847"/>
                <a:gd name="connsiteX269" fmla="*/ 217718 w 207891"/>
                <a:gd name="connsiteY269" fmla="*/ 376436 h 540847"/>
                <a:gd name="connsiteX270" fmla="*/ 217795 w 207891"/>
                <a:gd name="connsiteY270" fmla="*/ 394444 h 540847"/>
                <a:gd name="connsiteX271" fmla="*/ 217831 w 207891"/>
                <a:gd name="connsiteY271" fmla="*/ 402805 h 540847"/>
                <a:gd name="connsiteX272" fmla="*/ 217860 w 207891"/>
                <a:gd name="connsiteY272" fmla="*/ 410868 h 540847"/>
                <a:gd name="connsiteX273" fmla="*/ 217876 w 207891"/>
                <a:gd name="connsiteY273" fmla="*/ 413950 h 540847"/>
                <a:gd name="connsiteX274" fmla="*/ 217887 w 207891"/>
                <a:gd name="connsiteY274" fmla="*/ 418253 h 540847"/>
                <a:gd name="connsiteX275" fmla="*/ 217897 w 207891"/>
                <a:gd name="connsiteY275" fmla="*/ 420732 h 540847"/>
                <a:gd name="connsiteX276" fmla="*/ 217718 w 207891"/>
                <a:gd name="connsiteY276" fmla="*/ 422573 h 540847"/>
                <a:gd name="connsiteX277" fmla="*/ 216230 w 207891"/>
                <a:gd name="connsiteY277" fmla="*/ 423317 h 540847"/>
                <a:gd name="connsiteX278" fmla="*/ 216000 w 207891"/>
                <a:gd name="connsiteY278" fmla="*/ 428573 h 540847"/>
                <a:gd name="connsiteX279" fmla="*/ 215944 w 207891"/>
                <a:gd name="connsiteY279" fmla="*/ 431811 h 540847"/>
                <a:gd name="connsiteX280" fmla="*/ 215891 w 207891"/>
                <a:gd name="connsiteY280" fmla="*/ 436941 h 540847"/>
                <a:gd name="connsiteX281" fmla="*/ 215814 w 207891"/>
                <a:gd name="connsiteY281" fmla="*/ 441874 h 540847"/>
                <a:gd name="connsiteX282" fmla="*/ 215814 w 207891"/>
                <a:gd name="connsiteY282" fmla="*/ 443434 h 540847"/>
                <a:gd name="connsiteX283" fmla="*/ 215486 w 207891"/>
                <a:gd name="connsiteY283" fmla="*/ 447130 h 540847"/>
                <a:gd name="connsiteX284" fmla="*/ 213254 w 207891"/>
                <a:gd name="connsiteY284" fmla="*/ 447874 h 540847"/>
                <a:gd name="connsiteX285" fmla="*/ 212925 w 207891"/>
                <a:gd name="connsiteY285" fmla="*/ 451501 h 540847"/>
                <a:gd name="connsiteX286" fmla="*/ 212865 w 207891"/>
                <a:gd name="connsiteY286" fmla="*/ 453722 h 540847"/>
                <a:gd name="connsiteX287" fmla="*/ 212835 w 207891"/>
                <a:gd name="connsiteY287" fmla="*/ 456059 h 540847"/>
                <a:gd name="connsiteX288" fmla="*/ 212739 w 207891"/>
                <a:gd name="connsiteY288" fmla="*/ 460617 h 540847"/>
                <a:gd name="connsiteX289" fmla="*/ 212711 w 207891"/>
                <a:gd name="connsiteY289" fmla="*/ 462669 h 540847"/>
                <a:gd name="connsiteX290" fmla="*/ 212509 w 207891"/>
                <a:gd name="connsiteY290" fmla="*/ 464245 h 540847"/>
                <a:gd name="connsiteX291" fmla="*/ 211021 w 207891"/>
                <a:gd name="connsiteY291" fmla="*/ 464989 h 540847"/>
                <a:gd name="connsiteX292" fmla="*/ 209815 w 207891"/>
                <a:gd name="connsiteY292" fmla="*/ 475555 h 540847"/>
                <a:gd name="connsiteX293" fmla="*/ 209533 w 207891"/>
                <a:gd name="connsiteY293" fmla="*/ 477639 h 540847"/>
                <a:gd name="connsiteX294" fmla="*/ 208045 w 207891"/>
                <a:gd name="connsiteY294" fmla="*/ 478384 h 540847"/>
                <a:gd name="connsiteX295" fmla="*/ 207629 w 207891"/>
                <a:gd name="connsiteY295" fmla="*/ 485895 h 540847"/>
                <a:gd name="connsiteX296" fmla="*/ 207300 w 207891"/>
                <a:gd name="connsiteY296" fmla="*/ 488057 h 540847"/>
                <a:gd name="connsiteX297" fmla="*/ 205068 w 207891"/>
                <a:gd name="connsiteY297" fmla="*/ 488801 h 540847"/>
                <a:gd name="connsiteX298" fmla="*/ 204696 w 207891"/>
                <a:gd name="connsiteY298" fmla="*/ 492104 h 540847"/>
                <a:gd name="connsiteX299" fmla="*/ 204324 w 207891"/>
                <a:gd name="connsiteY299" fmla="*/ 495499 h 540847"/>
                <a:gd name="connsiteX300" fmla="*/ 202091 w 207891"/>
                <a:gd name="connsiteY300" fmla="*/ 496987 h 540847"/>
                <a:gd name="connsiteX301" fmla="*/ 201580 w 207891"/>
                <a:gd name="connsiteY301" fmla="*/ 500057 h 540847"/>
                <a:gd name="connsiteX302" fmla="*/ 201347 w 207891"/>
                <a:gd name="connsiteY302" fmla="*/ 502940 h 540847"/>
                <a:gd name="connsiteX303" fmla="*/ 199115 w 207891"/>
                <a:gd name="connsiteY303" fmla="*/ 502940 h 540847"/>
                <a:gd name="connsiteX304" fmla="*/ 199254 w 207891"/>
                <a:gd name="connsiteY304" fmla="*/ 505452 h 540847"/>
                <a:gd name="connsiteX305" fmla="*/ 199115 w 207891"/>
                <a:gd name="connsiteY305" fmla="*/ 508149 h 540847"/>
                <a:gd name="connsiteX306" fmla="*/ 196882 w 207891"/>
                <a:gd name="connsiteY306" fmla="*/ 509637 h 540847"/>
                <a:gd name="connsiteX307" fmla="*/ 196510 w 207891"/>
                <a:gd name="connsiteY307" fmla="*/ 511544 h 540847"/>
                <a:gd name="connsiteX308" fmla="*/ 196138 w 207891"/>
                <a:gd name="connsiteY308" fmla="*/ 513358 h 540847"/>
                <a:gd name="connsiteX309" fmla="*/ 193906 w 207891"/>
                <a:gd name="connsiteY309" fmla="*/ 514102 h 540847"/>
                <a:gd name="connsiteX310" fmla="*/ 193627 w 207891"/>
                <a:gd name="connsiteY310" fmla="*/ 515777 h 540847"/>
                <a:gd name="connsiteX311" fmla="*/ 189441 w 207891"/>
                <a:gd name="connsiteY311" fmla="*/ 521544 h 540847"/>
                <a:gd name="connsiteX312" fmla="*/ 187953 w 207891"/>
                <a:gd name="connsiteY312" fmla="*/ 523776 h 540847"/>
                <a:gd name="connsiteX313" fmla="*/ 184976 w 207891"/>
                <a:gd name="connsiteY313" fmla="*/ 523776 h 540847"/>
                <a:gd name="connsiteX314" fmla="*/ 184976 w 207891"/>
                <a:gd name="connsiteY314" fmla="*/ 526753 h 540847"/>
                <a:gd name="connsiteX315" fmla="*/ 182000 w 207891"/>
                <a:gd name="connsiteY315" fmla="*/ 526753 h 540847"/>
                <a:gd name="connsiteX316" fmla="*/ 181674 w 207891"/>
                <a:gd name="connsiteY316" fmla="*/ 528566 h 540847"/>
                <a:gd name="connsiteX317" fmla="*/ 181255 w 207891"/>
                <a:gd name="connsiteY317" fmla="*/ 530473 h 540847"/>
                <a:gd name="connsiteX318" fmla="*/ 177535 w 207891"/>
                <a:gd name="connsiteY318" fmla="*/ 531218 h 540847"/>
                <a:gd name="connsiteX319" fmla="*/ 176791 w 207891"/>
                <a:gd name="connsiteY319" fmla="*/ 533450 h 540847"/>
                <a:gd name="connsiteX320" fmla="*/ 173396 w 207891"/>
                <a:gd name="connsiteY320" fmla="*/ 533962 h 540847"/>
                <a:gd name="connsiteX321" fmla="*/ 171532 w 207891"/>
                <a:gd name="connsiteY321" fmla="*/ 534110 h 540847"/>
                <a:gd name="connsiteX322" fmla="*/ 170093 w 207891"/>
                <a:gd name="connsiteY322" fmla="*/ 534194 h 540847"/>
                <a:gd name="connsiteX323" fmla="*/ 170093 w 207891"/>
                <a:gd name="connsiteY323" fmla="*/ 537171 h 540847"/>
                <a:gd name="connsiteX324" fmla="*/ 167352 w 207891"/>
                <a:gd name="connsiteY324" fmla="*/ 537229 h 540847"/>
                <a:gd name="connsiteX325" fmla="*/ 163815 w 207891"/>
                <a:gd name="connsiteY325" fmla="*/ 537357 h 540847"/>
                <a:gd name="connsiteX326" fmla="*/ 162005 w 207891"/>
                <a:gd name="connsiteY326" fmla="*/ 537389 h 540847"/>
                <a:gd name="connsiteX327" fmla="*/ 157443 w 207891"/>
                <a:gd name="connsiteY327" fmla="*/ 537915 h 540847"/>
                <a:gd name="connsiteX328" fmla="*/ 157112 w 207891"/>
                <a:gd name="connsiteY328" fmla="*/ 539408 h 540847"/>
                <a:gd name="connsiteX329" fmla="*/ 156699 w 207891"/>
                <a:gd name="connsiteY329" fmla="*/ 540891 h 540847"/>
                <a:gd name="connsiteX330" fmla="*/ 153196 w 207891"/>
                <a:gd name="connsiteY330" fmla="*/ 541269 h 540847"/>
                <a:gd name="connsiteX331" fmla="*/ 150900 w 207891"/>
                <a:gd name="connsiteY331" fmla="*/ 541295 h 540847"/>
                <a:gd name="connsiteX332" fmla="*/ 148361 w 207891"/>
                <a:gd name="connsiteY332" fmla="*/ 541276 h 540847"/>
                <a:gd name="connsiteX333" fmla="*/ 145703 w 207891"/>
                <a:gd name="connsiteY333" fmla="*/ 541292 h 540847"/>
                <a:gd name="connsiteX334" fmla="*/ 138466 w 207891"/>
                <a:gd name="connsiteY334" fmla="*/ 541291 h 540847"/>
                <a:gd name="connsiteX335" fmla="*/ 130908 w 207891"/>
                <a:gd name="connsiteY335" fmla="*/ 541295 h 540847"/>
                <a:gd name="connsiteX336" fmla="*/ 118214 w 207891"/>
                <a:gd name="connsiteY336" fmla="*/ 541279 h 540847"/>
                <a:gd name="connsiteX337" fmla="*/ 103518 w 207891"/>
                <a:gd name="connsiteY337" fmla="*/ 541285 h 540847"/>
                <a:gd name="connsiteX338" fmla="*/ 90922 w 207891"/>
                <a:gd name="connsiteY338" fmla="*/ 541292 h 540847"/>
                <a:gd name="connsiteX339" fmla="*/ 83389 w 207891"/>
                <a:gd name="connsiteY339" fmla="*/ 541297 h 540847"/>
                <a:gd name="connsiteX340" fmla="*/ 74996 w 207891"/>
                <a:gd name="connsiteY340" fmla="*/ 541276 h 540847"/>
                <a:gd name="connsiteX341" fmla="*/ 72456 w 207891"/>
                <a:gd name="connsiteY341" fmla="*/ 541295 h 540847"/>
                <a:gd name="connsiteX342" fmla="*/ 70161 w 207891"/>
                <a:gd name="connsiteY342" fmla="*/ 541269 h 540847"/>
                <a:gd name="connsiteX343" fmla="*/ 68154 w 207891"/>
                <a:gd name="connsiteY343" fmla="*/ 541266 h 540847"/>
                <a:gd name="connsiteX344" fmla="*/ 66658 w 207891"/>
                <a:gd name="connsiteY344" fmla="*/ 540891 h 540847"/>
                <a:gd name="connsiteX345" fmla="*/ 65914 w 207891"/>
                <a:gd name="connsiteY345" fmla="*/ 537915 h 540847"/>
                <a:gd name="connsiteX346" fmla="*/ 62612 w 207891"/>
                <a:gd name="connsiteY346" fmla="*/ 537540 h 540847"/>
                <a:gd name="connsiteX347" fmla="*/ 60594 w 207891"/>
                <a:gd name="connsiteY347" fmla="*/ 537498 h 540847"/>
                <a:gd name="connsiteX348" fmla="*/ 58472 w 207891"/>
                <a:gd name="connsiteY348" fmla="*/ 537496 h 540847"/>
                <a:gd name="connsiteX349" fmla="*/ 54333 w 207891"/>
                <a:gd name="connsiteY349" fmla="*/ 537447 h 540847"/>
                <a:gd name="connsiteX350" fmla="*/ 52470 w 207891"/>
                <a:gd name="connsiteY350" fmla="*/ 537445 h 540847"/>
                <a:gd name="connsiteX351" fmla="*/ 51031 w 207891"/>
                <a:gd name="connsiteY351" fmla="*/ 537171 h 540847"/>
                <a:gd name="connsiteX352" fmla="*/ 50287 w 207891"/>
                <a:gd name="connsiteY352" fmla="*/ 534938 h 540847"/>
                <a:gd name="connsiteX353" fmla="*/ 46566 w 207891"/>
                <a:gd name="connsiteY353" fmla="*/ 534194 h 540847"/>
                <a:gd name="connsiteX354" fmla="*/ 42845 w 207891"/>
                <a:gd name="connsiteY354" fmla="*/ 533450 h 540847"/>
                <a:gd name="connsiteX355" fmla="*/ 42101 w 207891"/>
                <a:gd name="connsiteY355" fmla="*/ 531218 h 540847"/>
                <a:gd name="connsiteX356" fmla="*/ 39869 w 207891"/>
                <a:gd name="connsiteY356" fmla="*/ 530892 h 540847"/>
                <a:gd name="connsiteX357" fmla="*/ 37636 w 207891"/>
                <a:gd name="connsiteY357" fmla="*/ 530473 h 540847"/>
                <a:gd name="connsiteX358" fmla="*/ 36892 w 207891"/>
                <a:gd name="connsiteY358" fmla="*/ 527497 h 540847"/>
                <a:gd name="connsiteX359" fmla="*/ 34985 w 207891"/>
                <a:gd name="connsiteY359" fmla="*/ 527125 h 540847"/>
                <a:gd name="connsiteX360" fmla="*/ 33171 w 207891"/>
                <a:gd name="connsiteY360" fmla="*/ 526753 h 540847"/>
                <a:gd name="connsiteX361" fmla="*/ 33171 w 207891"/>
                <a:gd name="connsiteY361" fmla="*/ 523776 h 540847"/>
                <a:gd name="connsiteX362" fmla="*/ 30195 w 207891"/>
                <a:gd name="connsiteY362" fmla="*/ 523032 h 540847"/>
                <a:gd name="connsiteX363" fmla="*/ 28707 w 207891"/>
                <a:gd name="connsiteY363" fmla="*/ 520055 h 540847"/>
                <a:gd name="connsiteX364" fmla="*/ 27218 w 207891"/>
                <a:gd name="connsiteY364" fmla="*/ 519311 h 540847"/>
                <a:gd name="connsiteX365" fmla="*/ 25730 w 207891"/>
                <a:gd name="connsiteY365" fmla="*/ 516335 h 540847"/>
                <a:gd name="connsiteX366" fmla="*/ 24242 w 207891"/>
                <a:gd name="connsiteY366" fmla="*/ 515591 h 540847"/>
                <a:gd name="connsiteX367" fmla="*/ 23498 w 207891"/>
                <a:gd name="connsiteY367" fmla="*/ 510382 h 540847"/>
                <a:gd name="connsiteX368" fmla="*/ 21265 w 207891"/>
                <a:gd name="connsiteY368" fmla="*/ 510382 h 540847"/>
                <a:gd name="connsiteX369" fmla="*/ 20902 w 207891"/>
                <a:gd name="connsiteY369" fmla="*/ 505876 h 540847"/>
                <a:gd name="connsiteX370" fmla="*/ 18289 w 207891"/>
                <a:gd name="connsiteY370" fmla="*/ 502940 h 540847"/>
                <a:gd name="connsiteX371" fmla="*/ 17870 w 207891"/>
                <a:gd name="connsiteY371" fmla="*/ 499545 h 540847"/>
                <a:gd name="connsiteX372" fmla="*/ 17545 w 207891"/>
                <a:gd name="connsiteY372" fmla="*/ 496243 h 540847"/>
                <a:gd name="connsiteX373" fmla="*/ 16056 w 207891"/>
                <a:gd name="connsiteY373" fmla="*/ 495499 h 540847"/>
                <a:gd name="connsiteX374" fmla="*/ 15641 w 207891"/>
                <a:gd name="connsiteY374" fmla="*/ 487552 h 540847"/>
                <a:gd name="connsiteX375" fmla="*/ 14199 w 207891"/>
                <a:gd name="connsiteY375" fmla="*/ 484170 h 540847"/>
                <a:gd name="connsiteX376" fmla="*/ 12699 w 207891"/>
                <a:gd name="connsiteY376" fmla="*/ 477096 h 540847"/>
                <a:gd name="connsiteX377" fmla="*/ 12658 w 207891"/>
                <a:gd name="connsiteY377" fmla="*/ 475404 h 540847"/>
                <a:gd name="connsiteX378" fmla="*/ 12568 w 207891"/>
                <a:gd name="connsiteY378" fmla="*/ 470058 h 540847"/>
                <a:gd name="connsiteX379" fmla="*/ 12491 w 207891"/>
                <a:gd name="connsiteY379" fmla="*/ 466432 h 540847"/>
                <a:gd name="connsiteX380" fmla="*/ 12336 w 207891"/>
                <a:gd name="connsiteY380" fmla="*/ 457548 h 540847"/>
                <a:gd name="connsiteX381" fmla="*/ 10103 w 207891"/>
                <a:gd name="connsiteY381" fmla="*/ 457548 h 540847"/>
                <a:gd name="connsiteX382" fmla="*/ 10072 w 207891"/>
                <a:gd name="connsiteY382" fmla="*/ 327814 h 540847"/>
                <a:gd name="connsiteX383" fmla="*/ 10071 w 207891"/>
                <a:gd name="connsiteY383" fmla="*/ 325876 h 540847"/>
                <a:gd name="connsiteX384" fmla="*/ 10065 w 207891"/>
                <a:gd name="connsiteY384" fmla="*/ 284179 h 540847"/>
                <a:gd name="connsiteX385" fmla="*/ 10062 w 207891"/>
                <a:gd name="connsiteY385" fmla="*/ 263732 h 540847"/>
                <a:gd name="connsiteX386" fmla="*/ 10062 w 207891"/>
                <a:gd name="connsiteY386" fmla="*/ 261677 h 540847"/>
                <a:gd name="connsiteX387" fmla="*/ 10046 w 207891"/>
                <a:gd name="connsiteY387" fmla="*/ 195675 h 540847"/>
                <a:gd name="connsiteX388" fmla="*/ 10033 w 207891"/>
                <a:gd name="connsiteY388" fmla="*/ 127873 h 540847"/>
                <a:gd name="connsiteX389" fmla="*/ 10033 w 207891"/>
                <a:gd name="connsiteY389" fmla="*/ 118306 h 540847"/>
                <a:gd name="connsiteX390" fmla="*/ 10032 w 207891"/>
                <a:gd name="connsiteY390" fmla="*/ 116403 h 540847"/>
                <a:gd name="connsiteX391" fmla="*/ 10024 w 207891"/>
                <a:gd name="connsiteY391" fmla="*/ 86040 h 540847"/>
                <a:gd name="connsiteX392" fmla="*/ 10019 w 207891"/>
                <a:gd name="connsiteY392" fmla="*/ 55546 h 540847"/>
                <a:gd name="connsiteX393" fmla="*/ 10013 w 207891"/>
                <a:gd name="connsiteY393" fmla="*/ 37409 h 540847"/>
                <a:gd name="connsiteX394" fmla="*/ 10013 w 207891"/>
                <a:gd name="connsiteY394" fmla="*/ 23895 h 540847"/>
                <a:gd name="connsiteX395" fmla="*/ 10010 w 207891"/>
                <a:gd name="connsiteY395" fmla="*/ 18406 h 540847"/>
                <a:gd name="connsiteX396" fmla="*/ 10012 w 207891"/>
                <a:gd name="connsiteY396" fmla="*/ 10986 h 540847"/>
                <a:gd name="connsiteX397" fmla="*/ 10006 w 207891"/>
                <a:gd name="connsiteY397" fmla="*/ 8797 h 540847"/>
                <a:gd name="connsiteX398" fmla="*/ 10011 w 207891"/>
                <a:gd name="connsiteY398" fmla="*/ 6810 h 540847"/>
                <a:gd name="connsiteX399" fmla="*/ 10010 w 207891"/>
                <a:gd name="connsiteY399" fmla="*/ 5094 h 540847"/>
                <a:gd name="connsiteX400" fmla="*/ 10847 w 207891"/>
                <a:gd name="connsiteY400" fmla="*/ 1389 h 540847"/>
                <a:gd name="connsiteX401" fmla="*/ 18026 w 207891"/>
                <a:gd name="connsiteY401" fmla="*/ 537 h 54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Lst>
              <a:rect l="l" t="t" r="r" b="b"/>
              <a:pathLst>
                <a:path w="207891" h="540847">
                  <a:moveTo>
                    <a:pt x="18026" y="537"/>
                  </a:moveTo>
                  <a:cubicBezTo>
                    <a:pt x="18906" y="533"/>
                    <a:pt x="18906" y="533"/>
                    <a:pt x="19804" y="530"/>
                  </a:cubicBezTo>
                  <a:cubicBezTo>
                    <a:pt x="21750" y="523"/>
                    <a:pt x="23695" y="521"/>
                    <a:pt x="25640" y="520"/>
                  </a:cubicBezTo>
                  <a:cubicBezTo>
                    <a:pt x="26987" y="518"/>
                    <a:pt x="28335" y="515"/>
                    <a:pt x="29682" y="513"/>
                  </a:cubicBezTo>
                  <a:cubicBezTo>
                    <a:pt x="32508" y="508"/>
                    <a:pt x="35334" y="507"/>
                    <a:pt x="38159" y="507"/>
                  </a:cubicBezTo>
                  <a:cubicBezTo>
                    <a:pt x="41790" y="507"/>
                    <a:pt x="45420" y="497"/>
                    <a:pt x="49050" y="485"/>
                  </a:cubicBezTo>
                  <a:cubicBezTo>
                    <a:pt x="51833" y="476"/>
                    <a:pt x="54615" y="475"/>
                    <a:pt x="57398" y="475"/>
                  </a:cubicBezTo>
                  <a:cubicBezTo>
                    <a:pt x="58737" y="474"/>
                    <a:pt x="60076" y="471"/>
                    <a:pt x="61415" y="465"/>
                  </a:cubicBezTo>
                  <a:cubicBezTo>
                    <a:pt x="63282" y="458"/>
                    <a:pt x="65150" y="460"/>
                    <a:pt x="67017" y="465"/>
                  </a:cubicBezTo>
                  <a:cubicBezTo>
                    <a:pt x="67855" y="458"/>
                    <a:pt x="67855" y="458"/>
                    <a:pt x="68710" y="452"/>
                  </a:cubicBezTo>
                  <a:cubicBezTo>
                    <a:pt x="70012" y="460"/>
                    <a:pt x="71313" y="544"/>
                    <a:pt x="72611" y="645"/>
                  </a:cubicBezTo>
                  <a:cubicBezTo>
                    <a:pt x="73899" y="3221"/>
                    <a:pt x="73454" y="6202"/>
                    <a:pt x="73445" y="9036"/>
                  </a:cubicBezTo>
                  <a:cubicBezTo>
                    <a:pt x="73445" y="9761"/>
                    <a:pt x="73446" y="10485"/>
                    <a:pt x="73447" y="11232"/>
                  </a:cubicBezTo>
                  <a:cubicBezTo>
                    <a:pt x="73448" y="13674"/>
                    <a:pt x="73444" y="16117"/>
                    <a:pt x="73440" y="18560"/>
                  </a:cubicBezTo>
                  <a:cubicBezTo>
                    <a:pt x="73439" y="20305"/>
                    <a:pt x="73439" y="22050"/>
                    <a:pt x="73440" y="23795"/>
                  </a:cubicBezTo>
                  <a:cubicBezTo>
                    <a:pt x="73440" y="28546"/>
                    <a:pt x="73436" y="33297"/>
                    <a:pt x="73431" y="38047"/>
                  </a:cubicBezTo>
                  <a:cubicBezTo>
                    <a:pt x="73426" y="42505"/>
                    <a:pt x="73426" y="46963"/>
                    <a:pt x="73425" y="51420"/>
                  </a:cubicBezTo>
                  <a:cubicBezTo>
                    <a:pt x="73423" y="60251"/>
                    <a:pt x="73418" y="69082"/>
                    <a:pt x="73411" y="77913"/>
                  </a:cubicBezTo>
                  <a:cubicBezTo>
                    <a:pt x="73404" y="86493"/>
                    <a:pt x="73399" y="95073"/>
                    <a:pt x="73396" y="103653"/>
                  </a:cubicBezTo>
                  <a:cubicBezTo>
                    <a:pt x="73396" y="104182"/>
                    <a:pt x="73396" y="104710"/>
                    <a:pt x="73395" y="105255"/>
                  </a:cubicBezTo>
                  <a:cubicBezTo>
                    <a:pt x="73394" y="107907"/>
                    <a:pt x="73393" y="110559"/>
                    <a:pt x="73393" y="113211"/>
                  </a:cubicBezTo>
                  <a:cubicBezTo>
                    <a:pt x="73385" y="135220"/>
                    <a:pt x="73372" y="157230"/>
                    <a:pt x="73355" y="179239"/>
                  </a:cubicBezTo>
                  <a:cubicBezTo>
                    <a:pt x="75772" y="177957"/>
                    <a:pt x="75772" y="177957"/>
                    <a:pt x="76332" y="175518"/>
                  </a:cubicBezTo>
                  <a:cubicBezTo>
                    <a:pt x="77317" y="175010"/>
                    <a:pt x="78310" y="174514"/>
                    <a:pt x="79308" y="174030"/>
                  </a:cubicBezTo>
                  <a:cubicBezTo>
                    <a:pt x="79799" y="173293"/>
                    <a:pt x="80290" y="172557"/>
                    <a:pt x="80796" y="171798"/>
                  </a:cubicBezTo>
                  <a:cubicBezTo>
                    <a:pt x="81303" y="171675"/>
                    <a:pt x="81809" y="171552"/>
                    <a:pt x="82331" y="171426"/>
                  </a:cubicBezTo>
                  <a:cubicBezTo>
                    <a:pt x="82807" y="171303"/>
                    <a:pt x="83283" y="171180"/>
                    <a:pt x="83773" y="171053"/>
                  </a:cubicBezTo>
                  <a:cubicBezTo>
                    <a:pt x="84019" y="170317"/>
                    <a:pt x="84264" y="169580"/>
                    <a:pt x="84517" y="168821"/>
                  </a:cubicBezTo>
                  <a:cubicBezTo>
                    <a:pt x="85509" y="168325"/>
                    <a:pt x="86502" y="167829"/>
                    <a:pt x="87494" y="167333"/>
                  </a:cubicBezTo>
                  <a:cubicBezTo>
                    <a:pt x="87739" y="166596"/>
                    <a:pt x="87985" y="165859"/>
                    <a:pt x="88238" y="165100"/>
                  </a:cubicBezTo>
                  <a:cubicBezTo>
                    <a:pt x="89478" y="164852"/>
                    <a:pt x="90718" y="164604"/>
                    <a:pt x="91959" y="164356"/>
                  </a:cubicBezTo>
                  <a:cubicBezTo>
                    <a:pt x="92204" y="163620"/>
                    <a:pt x="92450" y="162883"/>
                    <a:pt x="92703" y="162124"/>
                  </a:cubicBezTo>
                  <a:cubicBezTo>
                    <a:pt x="93439" y="161963"/>
                    <a:pt x="93439" y="161963"/>
                    <a:pt x="94191" y="161798"/>
                  </a:cubicBezTo>
                  <a:cubicBezTo>
                    <a:pt x="94682" y="161660"/>
                    <a:pt x="95173" y="161522"/>
                    <a:pt x="95679" y="161380"/>
                  </a:cubicBezTo>
                  <a:cubicBezTo>
                    <a:pt x="95802" y="160889"/>
                    <a:pt x="95925" y="160397"/>
                    <a:pt x="96051" y="159891"/>
                  </a:cubicBezTo>
                  <a:cubicBezTo>
                    <a:pt x="96174" y="159400"/>
                    <a:pt x="96297" y="158909"/>
                    <a:pt x="96423" y="158403"/>
                  </a:cubicBezTo>
                  <a:cubicBezTo>
                    <a:pt x="97416" y="158155"/>
                    <a:pt x="98408" y="157907"/>
                    <a:pt x="99400" y="157659"/>
                  </a:cubicBezTo>
                  <a:cubicBezTo>
                    <a:pt x="99523" y="157152"/>
                    <a:pt x="99646" y="156646"/>
                    <a:pt x="99772" y="156124"/>
                  </a:cubicBezTo>
                  <a:cubicBezTo>
                    <a:pt x="99895" y="155648"/>
                    <a:pt x="100018" y="155173"/>
                    <a:pt x="100144" y="154682"/>
                  </a:cubicBezTo>
                  <a:cubicBezTo>
                    <a:pt x="101126" y="154682"/>
                    <a:pt x="102109" y="154682"/>
                    <a:pt x="103121" y="154682"/>
                  </a:cubicBezTo>
                  <a:cubicBezTo>
                    <a:pt x="103560" y="153234"/>
                    <a:pt x="103560" y="153234"/>
                    <a:pt x="103865" y="151706"/>
                  </a:cubicBezTo>
                  <a:cubicBezTo>
                    <a:pt x="104602" y="151460"/>
                    <a:pt x="105338" y="151215"/>
                    <a:pt x="106097" y="150962"/>
                  </a:cubicBezTo>
                  <a:cubicBezTo>
                    <a:pt x="106312" y="150471"/>
                    <a:pt x="106527" y="149979"/>
                    <a:pt x="106748" y="149473"/>
                  </a:cubicBezTo>
                  <a:cubicBezTo>
                    <a:pt x="107163" y="148737"/>
                    <a:pt x="107163" y="148737"/>
                    <a:pt x="107586" y="147985"/>
                  </a:cubicBezTo>
                  <a:cubicBezTo>
                    <a:pt x="108215" y="147862"/>
                    <a:pt x="108844" y="147740"/>
                    <a:pt x="109492" y="147613"/>
                  </a:cubicBezTo>
                  <a:cubicBezTo>
                    <a:pt x="110091" y="147490"/>
                    <a:pt x="110690" y="147367"/>
                    <a:pt x="111306" y="147241"/>
                  </a:cubicBezTo>
                  <a:cubicBezTo>
                    <a:pt x="111799" y="145767"/>
                    <a:pt x="111799" y="145767"/>
                    <a:pt x="112050" y="144264"/>
                  </a:cubicBezTo>
                  <a:cubicBezTo>
                    <a:pt x="112787" y="144019"/>
                    <a:pt x="113524" y="143773"/>
                    <a:pt x="114283" y="143520"/>
                  </a:cubicBezTo>
                  <a:cubicBezTo>
                    <a:pt x="114528" y="142784"/>
                    <a:pt x="114774" y="142047"/>
                    <a:pt x="115027" y="141288"/>
                  </a:cubicBezTo>
                  <a:cubicBezTo>
                    <a:pt x="115764" y="141042"/>
                    <a:pt x="116500" y="140797"/>
                    <a:pt x="117259" y="140544"/>
                  </a:cubicBezTo>
                  <a:cubicBezTo>
                    <a:pt x="117490" y="140068"/>
                    <a:pt x="117720" y="139592"/>
                    <a:pt x="117957" y="139102"/>
                  </a:cubicBezTo>
                  <a:cubicBezTo>
                    <a:pt x="118931" y="137211"/>
                    <a:pt x="119830" y="136934"/>
                    <a:pt x="121724" y="136079"/>
                  </a:cubicBezTo>
                  <a:cubicBezTo>
                    <a:pt x="121970" y="135588"/>
                    <a:pt x="122215" y="135097"/>
                    <a:pt x="122468" y="134591"/>
                  </a:cubicBezTo>
                  <a:cubicBezTo>
                    <a:pt x="123205" y="134345"/>
                    <a:pt x="123942" y="134099"/>
                    <a:pt x="124701" y="133846"/>
                  </a:cubicBezTo>
                  <a:cubicBezTo>
                    <a:pt x="125450" y="132858"/>
                    <a:pt x="126194" y="131866"/>
                    <a:pt x="126933" y="130870"/>
                  </a:cubicBezTo>
                  <a:cubicBezTo>
                    <a:pt x="127424" y="130870"/>
                    <a:pt x="127915" y="130870"/>
                    <a:pt x="128421" y="130870"/>
                  </a:cubicBezTo>
                  <a:cubicBezTo>
                    <a:pt x="128498" y="130455"/>
                    <a:pt x="128575" y="130041"/>
                    <a:pt x="128654" y="129614"/>
                  </a:cubicBezTo>
                  <a:cubicBezTo>
                    <a:pt x="129405" y="127088"/>
                    <a:pt x="130938" y="125895"/>
                    <a:pt x="132886" y="124173"/>
                  </a:cubicBezTo>
                  <a:cubicBezTo>
                    <a:pt x="133872" y="123665"/>
                    <a:pt x="134864" y="123168"/>
                    <a:pt x="135863" y="122684"/>
                  </a:cubicBezTo>
                  <a:cubicBezTo>
                    <a:pt x="137843" y="120931"/>
                    <a:pt x="138738" y="120011"/>
                    <a:pt x="139584" y="117475"/>
                  </a:cubicBezTo>
                  <a:cubicBezTo>
                    <a:pt x="140906" y="116196"/>
                    <a:pt x="140906" y="116196"/>
                    <a:pt x="142514" y="114871"/>
                  </a:cubicBezTo>
                  <a:cubicBezTo>
                    <a:pt x="144428" y="113287"/>
                    <a:pt x="145628" y="112130"/>
                    <a:pt x="147025" y="110034"/>
                  </a:cubicBezTo>
                  <a:cubicBezTo>
                    <a:pt x="147762" y="109788"/>
                    <a:pt x="148498" y="109543"/>
                    <a:pt x="149257" y="109290"/>
                  </a:cubicBezTo>
                  <a:cubicBezTo>
                    <a:pt x="149503" y="108553"/>
                    <a:pt x="149749" y="107816"/>
                    <a:pt x="150002" y="107057"/>
                  </a:cubicBezTo>
                  <a:cubicBezTo>
                    <a:pt x="150738" y="106812"/>
                    <a:pt x="151475" y="106566"/>
                    <a:pt x="152234" y="106313"/>
                  </a:cubicBezTo>
                  <a:cubicBezTo>
                    <a:pt x="152480" y="105577"/>
                    <a:pt x="152725" y="104840"/>
                    <a:pt x="152978" y="104081"/>
                  </a:cubicBezTo>
                  <a:cubicBezTo>
                    <a:pt x="153715" y="103920"/>
                    <a:pt x="153715" y="103920"/>
                    <a:pt x="154466" y="103755"/>
                  </a:cubicBezTo>
                  <a:cubicBezTo>
                    <a:pt x="154958" y="103617"/>
                    <a:pt x="155449" y="103479"/>
                    <a:pt x="155955" y="103337"/>
                  </a:cubicBezTo>
                  <a:cubicBezTo>
                    <a:pt x="156116" y="102692"/>
                    <a:pt x="156116" y="102692"/>
                    <a:pt x="156280" y="102034"/>
                  </a:cubicBezTo>
                  <a:cubicBezTo>
                    <a:pt x="156905" y="99535"/>
                    <a:pt x="158579" y="98394"/>
                    <a:pt x="160420" y="96639"/>
                  </a:cubicBezTo>
                  <a:cubicBezTo>
                    <a:pt x="160957" y="95964"/>
                    <a:pt x="161494" y="95289"/>
                    <a:pt x="162047" y="94593"/>
                  </a:cubicBezTo>
                  <a:cubicBezTo>
                    <a:pt x="163457" y="92843"/>
                    <a:pt x="164094" y="92305"/>
                    <a:pt x="166280" y="91945"/>
                  </a:cubicBezTo>
                  <a:cubicBezTo>
                    <a:pt x="167899" y="91847"/>
                    <a:pt x="169255" y="91804"/>
                    <a:pt x="170838" y="92175"/>
                  </a:cubicBezTo>
                  <a:cubicBezTo>
                    <a:pt x="171861" y="94360"/>
                    <a:pt x="171861" y="94360"/>
                    <a:pt x="172326" y="96639"/>
                  </a:cubicBezTo>
                  <a:cubicBezTo>
                    <a:pt x="172817" y="96885"/>
                    <a:pt x="173308" y="97131"/>
                    <a:pt x="173814" y="97384"/>
                  </a:cubicBezTo>
                  <a:cubicBezTo>
                    <a:pt x="174558" y="98624"/>
                    <a:pt x="175302" y="99864"/>
                    <a:pt x="176047" y="101104"/>
                  </a:cubicBezTo>
                  <a:cubicBezTo>
                    <a:pt x="176691" y="101841"/>
                    <a:pt x="177336" y="102578"/>
                    <a:pt x="178000" y="103337"/>
                  </a:cubicBezTo>
                  <a:cubicBezTo>
                    <a:pt x="179763" y="105563"/>
                    <a:pt x="180050" y="106601"/>
                    <a:pt x="180511" y="109290"/>
                  </a:cubicBezTo>
                  <a:cubicBezTo>
                    <a:pt x="181248" y="109535"/>
                    <a:pt x="181985" y="109781"/>
                    <a:pt x="182744" y="110034"/>
                  </a:cubicBezTo>
                  <a:cubicBezTo>
                    <a:pt x="183021" y="111018"/>
                    <a:pt x="183269" y="112011"/>
                    <a:pt x="183488" y="113011"/>
                  </a:cubicBezTo>
                  <a:cubicBezTo>
                    <a:pt x="183979" y="113256"/>
                    <a:pt x="184470" y="113502"/>
                    <a:pt x="184976" y="113755"/>
                  </a:cubicBezTo>
                  <a:cubicBezTo>
                    <a:pt x="185137" y="114445"/>
                    <a:pt x="185137" y="114445"/>
                    <a:pt x="185302" y="115150"/>
                  </a:cubicBezTo>
                  <a:cubicBezTo>
                    <a:pt x="185916" y="117472"/>
                    <a:pt x="187373" y="118473"/>
                    <a:pt x="189162" y="119987"/>
                  </a:cubicBezTo>
                  <a:cubicBezTo>
                    <a:pt x="190185" y="121196"/>
                    <a:pt x="190185" y="121196"/>
                    <a:pt x="190557" y="123149"/>
                  </a:cubicBezTo>
                  <a:cubicBezTo>
                    <a:pt x="190680" y="123733"/>
                    <a:pt x="190803" y="124316"/>
                    <a:pt x="190929" y="124917"/>
                  </a:cubicBezTo>
                  <a:cubicBezTo>
                    <a:pt x="191666" y="125162"/>
                    <a:pt x="192403" y="125408"/>
                    <a:pt x="193162" y="125661"/>
                  </a:cubicBezTo>
                  <a:cubicBezTo>
                    <a:pt x="194194" y="126983"/>
                    <a:pt x="194194" y="126983"/>
                    <a:pt x="195162" y="128591"/>
                  </a:cubicBezTo>
                  <a:cubicBezTo>
                    <a:pt x="195487" y="129119"/>
                    <a:pt x="195812" y="129648"/>
                    <a:pt x="196147" y="130193"/>
                  </a:cubicBezTo>
                  <a:cubicBezTo>
                    <a:pt x="196882" y="131614"/>
                    <a:pt x="196882" y="131614"/>
                    <a:pt x="196882" y="133102"/>
                  </a:cubicBezTo>
                  <a:cubicBezTo>
                    <a:pt x="197619" y="133348"/>
                    <a:pt x="198356" y="133593"/>
                    <a:pt x="199115" y="133846"/>
                  </a:cubicBezTo>
                  <a:cubicBezTo>
                    <a:pt x="199254" y="135753"/>
                    <a:pt x="199254" y="135753"/>
                    <a:pt x="199115" y="137567"/>
                  </a:cubicBezTo>
                  <a:cubicBezTo>
                    <a:pt x="199852" y="137567"/>
                    <a:pt x="200588" y="137567"/>
                    <a:pt x="201347" y="137567"/>
                  </a:cubicBezTo>
                  <a:cubicBezTo>
                    <a:pt x="201619" y="138553"/>
                    <a:pt x="201864" y="139547"/>
                    <a:pt x="202091" y="140544"/>
                  </a:cubicBezTo>
                  <a:cubicBezTo>
                    <a:pt x="202475" y="140927"/>
                    <a:pt x="202859" y="141311"/>
                    <a:pt x="203254" y="141706"/>
                  </a:cubicBezTo>
                  <a:cubicBezTo>
                    <a:pt x="204324" y="142776"/>
                    <a:pt x="204324" y="142776"/>
                    <a:pt x="204324" y="145009"/>
                  </a:cubicBezTo>
                  <a:cubicBezTo>
                    <a:pt x="205061" y="145009"/>
                    <a:pt x="205797" y="145009"/>
                    <a:pt x="206556" y="145009"/>
                  </a:cubicBezTo>
                  <a:cubicBezTo>
                    <a:pt x="206810" y="146248"/>
                    <a:pt x="207058" y="147488"/>
                    <a:pt x="207300" y="148729"/>
                  </a:cubicBezTo>
                  <a:cubicBezTo>
                    <a:pt x="208037" y="148975"/>
                    <a:pt x="208774" y="149220"/>
                    <a:pt x="209533" y="149473"/>
                  </a:cubicBezTo>
                  <a:cubicBezTo>
                    <a:pt x="211161" y="150543"/>
                    <a:pt x="211161" y="150543"/>
                    <a:pt x="212509" y="152450"/>
                  </a:cubicBezTo>
                  <a:cubicBezTo>
                    <a:pt x="212846" y="154959"/>
                    <a:pt x="212885" y="157386"/>
                    <a:pt x="212509" y="159891"/>
                  </a:cubicBezTo>
                  <a:cubicBezTo>
                    <a:pt x="211021" y="161380"/>
                    <a:pt x="211021" y="161380"/>
                    <a:pt x="208696" y="161473"/>
                  </a:cubicBezTo>
                  <a:cubicBezTo>
                    <a:pt x="207990" y="161442"/>
                    <a:pt x="207284" y="161411"/>
                    <a:pt x="206556" y="161380"/>
                  </a:cubicBezTo>
                  <a:cubicBezTo>
                    <a:pt x="206556" y="162362"/>
                    <a:pt x="206556" y="163344"/>
                    <a:pt x="206556" y="164356"/>
                  </a:cubicBezTo>
                  <a:cubicBezTo>
                    <a:pt x="205327" y="164879"/>
                    <a:pt x="204086" y="165375"/>
                    <a:pt x="202836" y="165844"/>
                  </a:cubicBezTo>
                  <a:cubicBezTo>
                    <a:pt x="202836" y="166581"/>
                    <a:pt x="202836" y="167318"/>
                    <a:pt x="202836" y="168077"/>
                  </a:cubicBezTo>
                  <a:cubicBezTo>
                    <a:pt x="202114" y="168016"/>
                    <a:pt x="201393" y="167954"/>
                    <a:pt x="200650" y="167891"/>
                  </a:cubicBezTo>
                  <a:cubicBezTo>
                    <a:pt x="199898" y="167952"/>
                    <a:pt x="199146" y="168014"/>
                    <a:pt x="198371" y="168077"/>
                  </a:cubicBezTo>
                  <a:cubicBezTo>
                    <a:pt x="197803" y="169477"/>
                    <a:pt x="197803" y="169477"/>
                    <a:pt x="197627" y="171053"/>
                  </a:cubicBezTo>
                  <a:cubicBezTo>
                    <a:pt x="196890" y="171545"/>
                    <a:pt x="196153" y="172036"/>
                    <a:pt x="195394" y="172542"/>
                  </a:cubicBezTo>
                  <a:cubicBezTo>
                    <a:pt x="195149" y="173278"/>
                    <a:pt x="194903" y="174015"/>
                    <a:pt x="194650" y="174774"/>
                  </a:cubicBezTo>
                  <a:cubicBezTo>
                    <a:pt x="193410" y="175270"/>
                    <a:pt x="192170" y="175766"/>
                    <a:pt x="190929" y="176262"/>
                  </a:cubicBezTo>
                  <a:cubicBezTo>
                    <a:pt x="190684" y="176999"/>
                    <a:pt x="190438" y="177736"/>
                    <a:pt x="190185" y="178495"/>
                  </a:cubicBezTo>
                  <a:cubicBezTo>
                    <a:pt x="188956" y="179017"/>
                    <a:pt x="187715" y="179514"/>
                    <a:pt x="186464" y="179983"/>
                  </a:cubicBezTo>
                  <a:cubicBezTo>
                    <a:pt x="186219" y="180474"/>
                    <a:pt x="185973" y="180965"/>
                    <a:pt x="185720" y="181471"/>
                  </a:cubicBezTo>
                  <a:cubicBezTo>
                    <a:pt x="185245" y="181564"/>
                    <a:pt x="184769" y="181656"/>
                    <a:pt x="184279" y="181750"/>
                  </a:cubicBezTo>
                  <a:cubicBezTo>
                    <a:pt x="183772" y="181904"/>
                    <a:pt x="183266" y="182057"/>
                    <a:pt x="182744" y="182216"/>
                  </a:cubicBezTo>
                  <a:cubicBezTo>
                    <a:pt x="182235" y="183201"/>
                    <a:pt x="181739" y="184194"/>
                    <a:pt x="181255" y="185192"/>
                  </a:cubicBezTo>
                  <a:cubicBezTo>
                    <a:pt x="180263" y="185688"/>
                    <a:pt x="179271" y="186184"/>
                    <a:pt x="178279" y="186680"/>
                  </a:cubicBezTo>
                  <a:cubicBezTo>
                    <a:pt x="178279" y="187417"/>
                    <a:pt x="178279" y="188154"/>
                    <a:pt x="178279" y="188913"/>
                  </a:cubicBezTo>
                  <a:cubicBezTo>
                    <a:pt x="177696" y="188851"/>
                    <a:pt x="177112" y="188790"/>
                    <a:pt x="176512" y="188727"/>
                  </a:cubicBezTo>
                  <a:cubicBezTo>
                    <a:pt x="175867" y="188788"/>
                    <a:pt x="175222" y="188850"/>
                    <a:pt x="174558" y="188913"/>
                  </a:cubicBezTo>
                  <a:cubicBezTo>
                    <a:pt x="174049" y="189899"/>
                    <a:pt x="173554" y="190891"/>
                    <a:pt x="173070" y="191889"/>
                  </a:cubicBezTo>
                  <a:cubicBezTo>
                    <a:pt x="172425" y="192012"/>
                    <a:pt x="171781" y="192135"/>
                    <a:pt x="171117" y="192261"/>
                  </a:cubicBezTo>
                  <a:cubicBezTo>
                    <a:pt x="170533" y="192384"/>
                    <a:pt x="169950" y="192507"/>
                    <a:pt x="169349" y="192634"/>
                  </a:cubicBezTo>
                  <a:cubicBezTo>
                    <a:pt x="169349" y="193616"/>
                    <a:pt x="169349" y="194598"/>
                    <a:pt x="169349" y="195610"/>
                  </a:cubicBezTo>
                  <a:cubicBezTo>
                    <a:pt x="168117" y="195895"/>
                    <a:pt x="166875" y="196141"/>
                    <a:pt x="165629" y="196354"/>
                  </a:cubicBezTo>
                  <a:cubicBezTo>
                    <a:pt x="165383" y="197091"/>
                    <a:pt x="165137" y="197828"/>
                    <a:pt x="164884" y="198587"/>
                  </a:cubicBezTo>
                  <a:cubicBezTo>
                    <a:pt x="162605" y="199098"/>
                    <a:pt x="162605" y="199098"/>
                    <a:pt x="160420" y="199331"/>
                  </a:cubicBezTo>
                  <a:cubicBezTo>
                    <a:pt x="160420" y="200313"/>
                    <a:pt x="160420" y="201295"/>
                    <a:pt x="160420" y="202307"/>
                  </a:cubicBezTo>
                  <a:cubicBezTo>
                    <a:pt x="158701" y="202553"/>
                    <a:pt x="156982" y="202799"/>
                    <a:pt x="155211" y="203052"/>
                  </a:cubicBezTo>
                  <a:cubicBezTo>
                    <a:pt x="155211" y="203788"/>
                    <a:pt x="155211" y="204525"/>
                    <a:pt x="155211" y="205284"/>
                  </a:cubicBezTo>
                  <a:cubicBezTo>
                    <a:pt x="154225" y="205793"/>
                    <a:pt x="153232" y="206288"/>
                    <a:pt x="152234" y="206772"/>
                  </a:cubicBezTo>
                  <a:cubicBezTo>
                    <a:pt x="151988" y="207509"/>
                    <a:pt x="151743" y="208246"/>
                    <a:pt x="151490" y="209005"/>
                  </a:cubicBezTo>
                  <a:cubicBezTo>
                    <a:pt x="150738" y="209250"/>
                    <a:pt x="149986" y="209496"/>
                    <a:pt x="149211" y="209749"/>
                  </a:cubicBezTo>
                  <a:cubicBezTo>
                    <a:pt x="148490" y="209994"/>
                    <a:pt x="147768" y="210240"/>
                    <a:pt x="147025" y="210493"/>
                  </a:cubicBezTo>
                  <a:cubicBezTo>
                    <a:pt x="147025" y="211230"/>
                    <a:pt x="147025" y="211966"/>
                    <a:pt x="147025" y="212725"/>
                  </a:cubicBezTo>
                  <a:cubicBezTo>
                    <a:pt x="146304" y="212802"/>
                    <a:pt x="145582" y="212879"/>
                    <a:pt x="144839" y="212958"/>
                  </a:cubicBezTo>
                  <a:cubicBezTo>
                    <a:pt x="144087" y="213127"/>
                    <a:pt x="143335" y="213296"/>
                    <a:pt x="142560" y="213469"/>
                  </a:cubicBezTo>
                  <a:cubicBezTo>
                    <a:pt x="142315" y="214206"/>
                    <a:pt x="142069" y="214943"/>
                    <a:pt x="141816" y="215702"/>
                  </a:cubicBezTo>
                  <a:cubicBezTo>
                    <a:pt x="140576" y="216198"/>
                    <a:pt x="139336" y="216694"/>
                    <a:pt x="138095" y="217190"/>
                  </a:cubicBezTo>
                  <a:cubicBezTo>
                    <a:pt x="137850" y="217927"/>
                    <a:pt x="137604" y="218664"/>
                    <a:pt x="137351" y="219423"/>
                  </a:cubicBezTo>
                  <a:cubicBezTo>
                    <a:pt x="136111" y="219671"/>
                    <a:pt x="134871" y="219919"/>
                    <a:pt x="133630" y="220167"/>
                  </a:cubicBezTo>
                  <a:cubicBezTo>
                    <a:pt x="133385" y="220903"/>
                    <a:pt x="133139" y="221640"/>
                    <a:pt x="132886" y="222399"/>
                  </a:cubicBezTo>
                  <a:cubicBezTo>
                    <a:pt x="130607" y="222911"/>
                    <a:pt x="130607" y="222911"/>
                    <a:pt x="128421" y="223143"/>
                  </a:cubicBezTo>
                  <a:cubicBezTo>
                    <a:pt x="128421" y="224126"/>
                    <a:pt x="128421" y="225108"/>
                    <a:pt x="128421" y="226120"/>
                  </a:cubicBezTo>
                  <a:cubicBezTo>
                    <a:pt x="127182" y="226374"/>
                    <a:pt x="125942" y="226622"/>
                    <a:pt x="124701" y="226864"/>
                  </a:cubicBezTo>
                  <a:cubicBezTo>
                    <a:pt x="124593" y="227355"/>
                    <a:pt x="124486" y="227846"/>
                    <a:pt x="124375" y="228352"/>
                  </a:cubicBezTo>
                  <a:cubicBezTo>
                    <a:pt x="124237" y="228843"/>
                    <a:pt x="124099" y="229335"/>
                    <a:pt x="123957" y="229841"/>
                  </a:cubicBezTo>
                  <a:cubicBezTo>
                    <a:pt x="122474" y="230119"/>
                    <a:pt x="120985" y="230367"/>
                    <a:pt x="119492" y="230585"/>
                  </a:cubicBezTo>
                  <a:cubicBezTo>
                    <a:pt x="119246" y="231321"/>
                    <a:pt x="119001" y="232058"/>
                    <a:pt x="118748" y="232817"/>
                  </a:cubicBezTo>
                  <a:cubicBezTo>
                    <a:pt x="117259" y="233313"/>
                    <a:pt x="115771" y="233809"/>
                    <a:pt x="114283" y="234305"/>
                  </a:cubicBezTo>
                  <a:cubicBezTo>
                    <a:pt x="114037" y="235042"/>
                    <a:pt x="113792" y="235779"/>
                    <a:pt x="113539" y="236538"/>
                  </a:cubicBezTo>
                  <a:cubicBezTo>
                    <a:pt x="112050" y="236786"/>
                    <a:pt x="110562" y="237034"/>
                    <a:pt x="109074" y="237282"/>
                  </a:cubicBezTo>
                  <a:cubicBezTo>
                    <a:pt x="108828" y="238019"/>
                    <a:pt x="108583" y="238755"/>
                    <a:pt x="108330" y="239514"/>
                  </a:cubicBezTo>
                  <a:cubicBezTo>
                    <a:pt x="106841" y="240010"/>
                    <a:pt x="105353" y="240507"/>
                    <a:pt x="103865" y="241003"/>
                  </a:cubicBezTo>
                  <a:cubicBezTo>
                    <a:pt x="103619" y="241739"/>
                    <a:pt x="103374" y="242476"/>
                    <a:pt x="103121" y="243235"/>
                  </a:cubicBezTo>
                  <a:cubicBezTo>
                    <a:pt x="102630" y="243343"/>
                    <a:pt x="102138" y="243450"/>
                    <a:pt x="101632" y="243561"/>
                  </a:cubicBezTo>
                  <a:cubicBezTo>
                    <a:pt x="101141" y="243699"/>
                    <a:pt x="100650" y="243837"/>
                    <a:pt x="100144" y="243979"/>
                  </a:cubicBezTo>
                  <a:cubicBezTo>
                    <a:pt x="100067" y="244486"/>
                    <a:pt x="99991" y="244992"/>
                    <a:pt x="99912" y="245514"/>
                  </a:cubicBezTo>
                  <a:cubicBezTo>
                    <a:pt x="99743" y="245990"/>
                    <a:pt x="99574" y="246466"/>
                    <a:pt x="99400" y="246956"/>
                  </a:cubicBezTo>
                  <a:cubicBezTo>
                    <a:pt x="96749" y="247142"/>
                    <a:pt x="96749" y="247142"/>
                    <a:pt x="94191" y="246956"/>
                  </a:cubicBezTo>
                  <a:cubicBezTo>
                    <a:pt x="94191" y="247938"/>
                    <a:pt x="94191" y="248920"/>
                    <a:pt x="94191" y="249932"/>
                  </a:cubicBezTo>
                  <a:cubicBezTo>
                    <a:pt x="93485" y="249994"/>
                    <a:pt x="92779" y="250055"/>
                    <a:pt x="92052" y="250118"/>
                  </a:cubicBezTo>
                  <a:cubicBezTo>
                    <a:pt x="91284" y="250303"/>
                    <a:pt x="90517" y="250487"/>
                    <a:pt x="89726" y="250677"/>
                  </a:cubicBezTo>
                  <a:cubicBezTo>
                    <a:pt x="89206" y="251656"/>
                    <a:pt x="88709" y="252649"/>
                    <a:pt x="88238" y="253653"/>
                  </a:cubicBezTo>
                  <a:cubicBezTo>
                    <a:pt x="87003" y="253924"/>
                    <a:pt x="85762" y="254174"/>
                    <a:pt x="84517" y="254397"/>
                  </a:cubicBezTo>
                  <a:cubicBezTo>
                    <a:pt x="84272" y="255134"/>
                    <a:pt x="84026" y="255871"/>
                    <a:pt x="83773" y="256630"/>
                  </a:cubicBezTo>
                  <a:cubicBezTo>
                    <a:pt x="81122" y="257141"/>
                    <a:pt x="81122" y="257141"/>
                    <a:pt x="78564" y="257374"/>
                  </a:cubicBezTo>
                  <a:cubicBezTo>
                    <a:pt x="78564" y="258356"/>
                    <a:pt x="78564" y="259338"/>
                    <a:pt x="78564" y="260350"/>
                  </a:cubicBezTo>
                  <a:cubicBezTo>
                    <a:pt x="77091" y="260596"/>
                    <a:pt x="75617" y="260841"/>
                    <a:pt x="74099" y="261094"/>
                  </a:cubicBezTo>
                  <a:cubicBezTo>
                    <a:pt x="74065" y="282601"/>
                    <a:pt x="74039" y="304108"/>
                    <a:pt x="74023" y="325615"/>
                  </a:cubicBezTo>
                  <a:cubicBezTo>
                    <a:pt x="74021" y="328151"/>
                    <a:pt x="74019" y="330688"/>
                    <a:pt x="74017" y="333224"/>
                  </a:cubicBezTo>
                  <a:cubicBezTo>
                    <a:pt x="74017" y="333981"/>
                    <a:pt x="74017" y="333981"/>
                    <a:pt x="74016" y="334754"/>
                  </a:cubicBezTo>
                  <a:cubicBezTo>
                    <a:pt x="74010" y="342941"/>
                    <a:pt x="73998" y="351128"/>
                    <a:pt x="73984" y="359316"/>
                  </a:cubicBezTo>
                  <a:cubicBezTo>
                    <a:pt x="73971" y="367710"/>
                    <a:pt x="73962" y="376105"/>
                    <a:pt x="73959" y="384499"/>
                  </a:cubicBezTo>
                  <a:cubicBezTo>
                    <a:pt x="73957" y="389217"/>
                    <a:pt x="73953" y="393935"/>
                    <a:pt x="73942" y="398652"/>
                  </a:cubicBezTo>
                  <a:cubicBezTo>
                    <a:pt x="73932" y="403087"/>
                    <a:pt x="73929" y="407522"/>
                    <a:pt x="73931" y="411957"/>
                  </a:cubicBezTo>
                  <a:cubicBezTo>
                    <a:pt x="73930" y="413590"/>
                    <a:pt x="73927" y="415223"/>
                    <a:pt x="73922" y="416855"/>
                  </a:cubicBezTo>
                  <a:cubicBezTo>
                    <a:pt x="73914" y="419074"/>
                    <a:pt x="73916" y="421293"/>
                    <a:pt x="73920" y="423512"/>
                  </a:cubicBezTo>
                  <a:cubicBezTo>
                    <a:pt x="73914" y="424495"/>
                    <a:pt x="73914" y="424495"/>
                    <a:pt x="73907" y="425497"/>
                  </a:cubicBezTo>
                  <a:cubicBezTo>
                    <a:pt x="73915" y="427004"/>
                    <a:pt x="73998" y="428511"/>
                    <a:pt x="74099" y="430014"/>
                  </a:cubicBezTo>
                  <a:cubicBezTo>
                    <a:pt x="74590" y="430260"/>
                    <a:pt x="75081" y="430505"/>
                    <a:pt x="75588" y="430759"/>
                  </a:cubicBezTo>
                  <a:cubicBezTo>
                    <a:pt x="75774" y="432866"/>
                    <a:pt x="75866" y="434905"/>
                    <a:pt x="75896" y="437017"/>
                  </a:cubicBezTo>
                  <a:cubicBezTo>
                    <a:pt x="75910" y="437643"/>
                    <a:pt x="75924" y="438270"/>
                    <a:pt x="75939" y="438916"/>
                  </a:cubicBezTo>
                  <a:cubicBezTo>
                    <a:pt x="75984" y="440925"/>
                    <a:pt x="76018" y="442934"/>
                    <a:pt x="76053" y="444944"/>
                  </a:cubicBezTo>
                  <a:cubicBezTo>
                    <a:pt x="76081" y="446303"/>
                    <a:pt x="76110" y="447662"/>
                    <a:pt x="76140" y="449020"/>
                  </a:cubicBezTo>
                  <a:cubicBezTo>
                    <a:pt x="76211" y="452359"/>
                    <a:pt x="76274" y="455697"/>
                    <a:pt x="76332" y="459036"/>
                  </a:cubicBezTo>
                  <a:cubicBezTo>
                    <a:pt x="76823" y="459036"/>
                    <a:pt x="77314" y="459036"/>
                    <a:pt x="77820" y="459036"/>
                  </a:cubicBezTo>
                  <a:cubicBezTo>
                    <a:pt x="77964" y="459523"/>
                    <a:pt x="78108" y="460010"/>
                    <a:pt x="78256" y="460513"/>
                  </a:cubicBezTo>
                  <a:cubicBezTo>
                    <a:pt x="78777" y="461255"/>
                    <a:pt x="78777" y="461255"/>
                    <a:pt x="79308" y="462012"/>
                  </a:cubicBezTo>
                  <a:cubicBezTo>
                    <a:pt x="81545" y="462236"/>
                    <a:pt x="83502" y="462292"/>
                    <a:pt x="85726" y="462198"/>
                  </a:cubicBezTo>
                  <a:cubicBezTo>
                    <a:pt x="86621" y="462178"/>
                    <a:pt x="86621" y="462178"/>
                    <a:pt x="87534" y="462158"/>
                  </a:cubicBezTo>
                  <a:cubicBezTo>
                    <a:pt x="89010" y="462123"/>
                    <a:pt x="90484" y="462069"/>
                    <a:pt x="91959" y="462012"/>
                  </a:cubicBezTo>
                  <a:cubicBezTo>
                    <a:pt x="91959" y="462749"/>
                    <a:pt x="91959" y="463486"/>
                    <a:pt x="91959" y="464245"/>
                  </a:cubicBezTo>
                  <a:cubicBezTo>
                    <a:pt x="93910" y="465221"/>
                    <a:pt x="95380" y="465100"/>
                    <a:pt x="97566" y="465121"/>
                  </a:cubicBezTo>
                  <a:cubicBezTo>
                    <a:pt x="98858" y="465135"/>
                    <a:pt x="98858" y="465135"/>
                    <a:pt x="100177" y="465150"/>
                  </a:cubicBezTo>
                  <a:cubicBezTo>
                    <a:pt x="101111" y="465155"/>
                    <a:pt x="102045" y="465161"/>
                    <a:pt x="103007" y="465166"/>
                  </a:cubicBezTo>
                  <a:cubicBezTo>
                    <a:pt x="103961" y="465172"/>
                    <a:pt x="104916" y="465178"/>
                    <a:pt x="105899" y="465185"/>
                  </a:cubicBezTo>
                  <a:cubicBezTo>
                    <a:pt x="107919" y="465196"/>
                    <a:pt x="109938" y="465203"/>
                    <a:pt x="111958" y="465209"/>
                  </a:cubicBezTo>
                  <a:cubicBezTo>
                    <a:pt x="114553" y="465217"/>
                    <a:pt x="117147" y="465243"/>
                    <a:pt x="119741" y="465272"/>
                  </a:cubicBezTo>
                  <a:cubicBezTo>
                    <a:pt x="122209" y="465296"/>
                    <a:pt x="124677" y="465300"/>
                    <a:pt x="127145" y="465306"/>
                  </a:cubicBezTo>
                  <a:cubicBezTo>
                    <a:pt x="128081" y="465319"/>
                    <a:pt x="129017" y="465332"/>
                    <a:pt x="129980" y="465345"/>
                  </a:cubicBezTo>
                  <a:cubicBezTo>
                    <a:pt x="130840" y="465343"/>
                    <a:pt x="131699" y="465341"/>
                    <a:pt x="132584" y="465339"/>
                  </a:cubicBezTo>
                  <a:cubicBezTo>
                    <a:pt x="133345" y="465343"/>
                    <a:pt x="134105" y="465347"/>
                    <a:pt x="134889" y="465352"/>
                  </a:cubicBezTo>
                  <a:cubicBezTo>
                    <a:pt x="135456" y="465232"/>
                    <a:pt x="136023" y="465112"/>
                    <a:pt x="136607" y="464989"/>
                  </a:cubicBezTo>
                  <a:cubicBezTo>
                    <a:pt x="137127" y="463516"/>
                    <a:pt x="137127" y="463516"/>
                    <a:pt x="137351" y="462012"/>
                  </a:cubicBezTo>
                  <a:cubicBezTo>
                    <a:pt x="139540" y="461722"/>
                    <a:pt x="139540" y="461722"/>
                    <a:pt x="142235" y="461826"/>
                  </a:cubicBezTo>
                  <a:cubicBezTo>
                    <a:pt x="143126" y="461853"/>
                    <a:pt x="144017" y="461880"/>
                    <a:pt x="144935" y="461908"/>
                  </a:cubicBezTo>
                  <a:cubicBezTo>
                    <a:pt x="145625" y="461942"/>
                    <a:pt x="146314" y="461977"/>
                    <a:pt x="147025" y="462012"/>
                  </a:cubicBezTo>
                  <a:cubicBezTo>
                    <a:pt x="147025" y="461030"/>
                    <a:pt x="147025" y="460048"/>
                    <a:pt x="147025" y="459036"/>
                  </a:cubicBezTo>
                  <a:cubicBezTo>
                    <a:pt x="147762" y="458790"/>
                    <a:pt x="148498" y="458545"/>
                    <a:pt x="149257" y="458292"/>
                  </a:cubicBezTo>
                  <a:cubicBezTo>
                    <a:pt x="149693" y="456888"/>
                    <a:pt x="149693" y="456888"/>
                    <a:pt x="149769" y="455269"/>
                  </a:cubicBezTo>
                  <a:cubicBezTo>
                    <a:pt x="149884" y="453818"/>
                    <a:pt x="149884" y="453818"/>
                    <a:pt x="150002" y="452339"/>
                  </a:cubicBezTo>
                  <a:cubicBezTo>
                    <a:pt x="150738" y="452339"/>
                    <a:pt x="151475" y="452339"/>
                    <a:pt x="152234" y="452339"/>
                  </a:cubicBezTo>
                  <a:cubicBezTo>
                    <a:pt x="152208" y="451488"/>
                    <a:pt x="152182" y="450637"/>
                    <a:pt x="152156" y="449760"/>
                  </a:cubicBezTo>
                  <a:cubicBezTo>
                    <a:pt x="152135" y="448651"/>
                    <a:pt x="152114" y="447541"/>
                    <a:pt x="152094" y="446432"/>
                  </a:cubicBezTo>
                  <a:cubicBezTo>
                    <a:pt x="152076" y="445870"/>
                    <a:pt x="152057" y="445309"/>
                    <a:pt x="152038" y="444730"/>
                  </a:cubicBezTo>
                  <a:cubicBezTo>
                    <a:pt x="152016" y="443110"/>
                    <a:pt x="152016" y="443110"/>
                    <a:pt x="152234" y="440432"/>
                  </a:cubicBezTo>
                  <a:cubicBezTo>
                    <a:pt x="152971" y="440187"/>
                    <a:pt x="153707" y="439941"/>
                    <a:pt x="154466" y="439688"/>
                  </a:cubicBezTo>
                  <a:cubicBezTo>
                    <a:pt x="154813" y="437484"/>
                    <a:pt x="154813" y="437484"/>
                    <a:pt x="154769" y="434811"/>
                  </a:cubicBezTo>
                  <a:cubicBezTo>
                    <a:pt x="154781" y="434077"/>
                    <a:pt x="154781" y="434077"/>
                    <a:pt x="154793" y="433328"/>
                  </a:cubicBezTo>
                  <a:cubicBezTo>
                    <a:pt x="154819" y="431759"/>
                    <a:pt x="154830" y="430189"/>
                    <a:pt x="154838" y="428619"/>
                  </a:cubicBezTo>
                  <a:cubicBezTo>
                    <a:pt x="154849" y="426559"/>
                    <a:pt x="154874" y="424499"/>
                    <a:pt x="154908" y="422439"/>
                  </a:cubicBezTo>
                  <a:cubicBezTo>
                    <a:pt x="154914" y="421520"/>
                    <a:pt x="154919" y="420602"/>
                    <a:pt x="154924" y="419655"/>
                  </a:cubicBezTo>
                  <a:cubicBezTo>
                    <a:pt x="155211" y="417364"/>
                    <a:pt x="155211" y="417364"/>
                    <a:pt x="156326" y="416401"/>
                  </a:cubicBezTo>
                  <a:cubicBezTo>
                    <a:pt x="158010" y="414486"/>
                    <a:pt x="157730" y="412897"/>
                    <a:pt x="157741" y="410381"/>
                  </a:cubicBezTo>
                  <a:cubicBezTo>
                    <a:pt x="157751" y="409401"/>
                    <a:pt x="157761" y="408420"/>
                    <a:pt x="157771" y="407410"/>
                  </a:cubicBezTo>
                  <a:cubicBezTo>
                    <a:pt x="157771" y="406339"/>
                    <a:pt x="157771" y="405267"/>
                    <a:pt x="157771" y="404196"/>
                  </a:cubicBezTo>
                  <a:cubicBezTo>
                    <a:pt x="157780" y="403100"/>
                    <a:pt x="157790" y="402004"/>
                    <a:pt x="157801" y="400908"/>
                  </a:cubicBezTo>
                  <a:cubicBezTo>
                    <a:pt x="157828" y="398023"/>
                    <a:pt x="157843" y="395139"/>
                    <a:pt x="157854" y="392255"/>
                  </a:cubicBezTo>
                  <a:cubicBezTo>
                    <a:pt x="157873" y="387632"/>
                    <a:pt x="157902" y="383010"/>
                    <a:pt x="157945" y="378387"/>
                  </a:cubicBezTo>
                  <a:cubicBezTo>
                    <a:pt x="157957" y="376769"/>
                    <a:pt x="157960" y="375152"/>
                    <a:pt x="157962" y="373533"/>
                  </a:cubicBezTo>
                  <a:cubicBezTo>
                    <a:pt x="157974" y="372069"/>
                    <a:pt x="157974" y="372069"/>
                    <a:pt x="157985" y="370576"/>
                  </a:cubicBezTo>
                  <a:cubicBezTo>
                    <a:pt x="157988" y="369712"/>
                    <a:pt x="157992" y="368848"/>
                    <a:pt x="157995" y="367957"/>
                  </a:cubicBezTo>
                  <a:cubicBezTo>
                    <a:pt x="158058" y="367317"/>
                    <a:pt x="158122" y="366678"/>
                    <a:pt x="158187" y="366018"/>
                  </a:cubicBezTo>
                  <a:cubicBezTo>
                    <a:pt x="158678" y="365773"/>
                    <a:pt x="159169" y="365527"/>
                    <a:pt x="159675" y="365274"/>
                  </a:cubicBezTo>
                  <a:cubicBezTo>
                    <a:pt x="159943" y="363406"/>
                    <a:pt x="159943" y="363406"/>
                    <a:pt x="159957" y="361158"/>
                  </a:cubicBezTo>
                  <a:cubicBezTo>
                    <a:pt x="159983" y="360325"/>
                    <a:pt x="160008" y="359491"/>
                    <a:pt x="160034" y="358632"/>
                  </a:cubicBezTo>
                  <a:cubicBezTo>
                    <a:pt x="160054" y="357754"/>
                    <a:pt x="160074" y="356877"/>
                    <a:pt x="160094" y="355972"/>
                  </a:cubicBezTo>
                  <a:cubicBezTo>
                    <a:pt x="160138" y="354244"/>
                    <a:pt x="160186" y="352515"/>
                    <a:pt x="160236" y="350787"/>
                  </a:cubicBezTo>
                  <a:cubicBezTo>
                    <a:pt x="160263" y="349631"/>
                    <a:pt x="160263" y="349631"/>
                    <a:pt x="160290" y="348451"/>
                  </a:cubicBezTo>
                  <a:cubicBezTo>
                    <a:pt x="160420" y="346671"/>
                    <a:pt x="160420" y="346671"/>
                    <a:pt x="161164" y="345927"/>
                  </a:cubicBezTo>
                  <a:cubicBezTo>
                    <a:pt x="163151" y="345821"/>
                    <a:pt x="165126" y="345895"/>
                    <a:pt x="167117" y="345927"/>
                  </a:cubicBezTo>
                  <a:cubicBezTo>
                    <a:pt x="167117" y="346909"/>
                    <a:pt x="167117" y="347891"/>
                    <a:pt x="167117" y="348903"/>
                  </a:cubicBezTo>
                  <a:cubicBezTo>
                    <a:pt x="168346" y="349426"/>
                    <a:pt x="169587" y="349922"/>
                    <a:pt x="170838" y="350391"/>
                  </a:cubicBezTo>
                  <a:cubicBezTo>
                    <a:pt x="170838" y="351128"/>
                    <a:pt x="170838" y="351865"/>
                    <a:pt x="170838" y="352624"/>
                  </a:cubicBezTo>
                  <a:cubicBezTo>
                    <a:pt x="171436" y="352562"/>
                    <a:pt x="172035" y="352501"/>
                    <a:pt x="172651" y="352438"/>
                  </a:cubicBezTo>
                  <a:cubicBezTo>
                    <a:pt x="173281" y="352499"/>
                    <a:pt x="173910" y="352561"/>
                    <a:pt x="174558" y="352624"/>
                  </a:cubicBezTo>
                  <a:cubicBezTo>
                    <a:pt x="174666" y="353100"/>
                    <a:pt x="174773" y="353575"/>
                    <a:pt x="174884" y="354066"/>
                  </a:cubicBezTo>
                  <a:cubicBezTo>
                    <a:pt x="175022" y="354572"/>
                    <a:pt x="175160" y="355078"/>
                    <a:pt x="175302" y="355600"/>
                  </a:cubicBezTo>
                  <a:cubicBezTo>
                    <a:pt x="177547" y="356212"/>
                    <a:pt x="177547" y="356212"/>
                    <a:pt x="179767" y="356344"/>
                  </a:cubicBezTo>
                  <a:cubicBezTo>
                    <a:pt x="179767" y="357327"/>
                    <a:pt x="179767" y="358309"/>
                    <a:pt x="179767" y="359321"/>
                  </a:cubicBezTo>
                  <a:cubicBezTo>
                    <a:pt x="180611" y="359398"/>
                    <a:pt x="181455" y="359474"/>
                    <a:pt x="182325" y="359554"/>
                  </a:cubicBezTo>
                  <a:cubicBezTo>
                    <a:pt x="183637" y="359807"/>
                    <a:pt x="183637" y="359807"/>
                    <a:pt x="184976" y="360065"/>
                  </a:cubicBezTo>
                  <a:cubicBezTo>
                    <a:pt x="185222" y="360802"/>
                    <a:pt x="185467" y="361539"/>
                    <a:pt x="185720" y="362298"/>
                  </a:cubicBezTo>
                  <a:cubicBezTo>
                    <a:pt x="186442" y="362405"/>
                    <a:pt x="187163" y="362512"/>
                    <a:pt x="187906" y="362623"/>
                  </a:cubicBezTo>
                  <a:cubicBezTo>
                    <a:pt x="188658" y="362761"/>
                    <a:pt x="189410" y="362899"/>
                    <a:pt x="190185" y="363042"/>
                  </a:cubicBezTo>
                  <a:cubicBezTo>
                    <a:pt x="190681" y="364034"/>
                    <a:pt x="191177" y="365026"/>
                    <a:pt x="191673" y="366018"/>
                  </a:cubicBezTo>
                  <a:cubicBezTo>
                    <a:pt x="193950" y="366625"/>
                    <a:pt x="193950" y="366625"/>
                    <a:pt x="196138" y="366762"/>
                  </a:cubicBezTo>
                  <a:cubicBezTo>
                    <a:pt x="196138" y="367499"/>
                    <a:pt x="196138" y="368236"/>
                    <a:pt x="196138" y="368995"/>
                  </a:cubicBezTo>
                  <a:cubicBezTo>
                    <a:pt x="196604" y="369014"/>
                    <a:pt x="197071" y="369033"/>
                    <a:pt x="197551" y="369053"/>
                  </a:cubicBezTo>
                  <a:cubicBezTo>
                    <a:pt x="198159" y="369095"/>
                    <a:pt x="198767" y="369137"/>
                    <a:pt x="199394" y="369181"/>
                  </a:cubicBezTo>
                  <a:cubicBezTo>
                    <a:pt x="199998" y="369215"/>
                    <a:pt x="200603" y="369250"/>
                    <a:pt x="201225" y="369286"/>
                  </a:cubicBezTo>
                  <a:cubicBezTo>
                    <a:pt x="201757" y="369435"/>
                    <a:pt x="202288" y="369585"/>
                    <a:pt x="202836" y="369739"/>
                  </a:cubicBezTo>
                  <a:cubicBezTo>
                    <a:pt x="203332" y="370731"/>
                    <a:pt x="203828" y="371723"/>
                    <a:pt x="204324" y="372716"/>
                  </a:cubicBezTo>
                  <a:cubicBezTo>
                    <a:pt x="205950" y="373236"/>
                    <a:pt x="205950" y="373236"/>
                    <a:pt x="207765" y="373274"/>
                  </a:cubicBezTo>
                  <a:cubicBezTo>
                    <a:pt x="208374" y="373316"/>
                    <a:pt x="208982" y="373358"/>
                    <a:pt x="209608" y="373402"/>
                  </a:cubicBezTo>
                  <a:cubicBezTo>
                    <a:pt x="210075" y="373421"/>
                    <a:pt x="210541" y="373440"/>
                    <a:pt x="211021" y="373460"/>
                  </a:cubicBezTo>
                  <a:cubicBezTo>
                    <a:pt x="211021" y="374442"/>
                    <a:pt x="211021" y="375424"/>
                    <a:pt x="211021" y="376436"/>
                  </a:cubicBezTo>
                  <a:cubicBezTo>
                    <a:pt x="213231" y="376436"/>
                    <a:pt x="215441" y="376436"/>
                    <a:pt x="217718" y="376436"/>
                  </a:cubicBezTo>
                  <a:cubicBezTo>
                    <a:pt x="217753" y="382439"/>
                    <a:pt x="217779" y="388441"/>
                    <a:pt x="217795" y="394444"/>
                  </a:cubicBezTo>
                  <a:cubicBezTo>
                    <a:pt x="217803" y="397231"/>
                    <a:pt x="217814" y="400018"/>
                    <a:pt x="217831" y="402805"/>
                  </a:cubicBezTo>
                  <a:cubicBezTo>
                    <a:pt x="217847" y="405493"/>
                    <a:pt x="217856" y="408180"/>
                    <a:pt x="217860" y="410868"/>
                  </a:cubicBezTo>
                  <a:cubicBezTo>
                    <a:pt x="217862" y="411895"/>
                    <a:pt x="217868" y="412922"/>
                    <a:pt x="217876" y="413950"/>
                  </a:cubicBezTo>
                  <a:cubicBezTo>
                    <a:pt x="217886" y="415384"/>
                    <a:pt x="217887" y="416819"/>
                    <a:pt x="217887" y="418253"/>
                  </a:cubicBezTo>
                  <a:cubicBezTo>
                    <a:pt x="217891" y="419071"/>
                    <a:pt x="217894" y="419889"/>
                    <a:pt x="217897" y="420732"/>
                  </a:cubicBezTo>
                  <a:cubicBezTo>
                    <a:pt x="217809" y="421643"/>
                    <a:pt x="217809" y="421643"/>
                    <a:pt x="217718" y="422573"/>
                  </a:cubicBezTo>
                  <a:cubicBezTo>
                    <a:pt x="217227" y="422819"/>
                    <a:pt x="216736" y="423064"/>
                    <a:pt x="216230" y="423317"/>
                  </a:cubicBezTo>
                  <a:cubicBezTo>
                    <a:pt x="216071" y="425094"/>
                    <a:pt x="216006" y="426793"/>
                    <a:pt x="216000" y="428573"/>
                  </a:cubicBezTo>
                  <a:cubicBezTo>
                    <a:pt x="215982" y="429652"/>
                    <a:pt x="215963" y="430731"/>
                    <a:pt x="215944" y="431811"/>
                  </a:cubicBezTo>
                  <a:cubicBezTo>
                    <a:pt x="215922" y="433521"/>
                    <a:pt x="215904" y="435231"/>
                    <a:pt x="215891" y="436941"/>
                  </a:cubicBezTo>
                  <a:cubicBezTo>
                    <a:pt x="215875" y="438585"/>
                    <a:pt x="215845" y="440230"/>
                    <a:pt x="215814" y="441874"/>
                  </a:cubicBezTo>
                  <a:cubicBezTo>
                    <a:pt x="215814" y="442389"/>
                    <a:pt x="215814" y="442903"/>
                    <a:pt x="215814" y="443434"/>
                  </a:cubicBezTo>
                  <a:cubicBezTo>
                    <a:pt x="215784" y="444871"/>
                    <a:pt x="215784" y="444871"/>
                    <a:pt x="215486" y="447130"/>
                  </a:cubicBezTo>
                  <a:cubicBezTo>
                    <a:pt x="214749" y="447375"/>
                    <a:pt x="214013" y="447621"/>
                    <a:pt x="213254" y="447874"/>
                  </a:cubicBezTo>
                  <a:cubicBezTo>
                    <a:pt x="212896" y="449518"/>
                    <a:pt x="212896" y="449518"/>
                    <a:pt x="212925" y="451501"/>
                  </a:cubicBezTo>
                  <a:cubicBezTo>
                    <a:pt x="212905" y="452234"/>
                    <a:pt x="212886" y="452967"/>
                    <a:pt x="212865" y="453722"/>
                  </a:cubicBezTo>
                  <a:cubicBezTo>
                    <a:pt x="212855" y="454493"/>
                    <a:pt x="212845" y="455265"/>
                    <a:pt x="212835" y="456059"/>
                  </a:cubicBezTo>
                  <a:cubicBezTo>
                    <a:pt x="212809" y="457579"/>
                    <a:pt x="212778" y="459098"/>
                    <a:pt x="212739" y="460617"/>
                  </a:cubicBezTo>
                  <a:cubicBezTo>
                    <a:pt x="212730" y="461294"/>
                    <a:pt x="212721" y="461972"/>
                    <a:pt x="212711" y="462669"/>
                  </a:cubicBezTo>
                  <a:cubicBezTo>
                    <a:pt x="212645" y="463189"/>
                    <a:pt x="212578" y="463709"/>
                    <a:pt x="212509" y="464245"/>
                  </a:cubicBezTo>
                  <a:cubicBezTo>
                    <a:pt x="212018" y="464490"/>
                    <a:pt x="211527" y="464736"/>
                    <a:pt x="211021" y="464989"/>
                  </a:cubicBezTo>
                  <a:cubicBezTo>
                    <a:pt x="209811" y="468319"/>
                    <a:pt x="209998" y="472055"/>
                    <a:pt x="209815" y="475555"/>
                  </a:cubicBezTo>
                  <a:cubicBezTo>
                    <a:pt x="209722" y="476243"/>
                    <a:pt x="209629" y="476931"/>
                    <a:pt x="209533" y="477639"/>
                  </a:cubicBezTo>
                  <a:cubicBezTo>
                    <a:pt x="209042" y="477885"/>
                    <a:pt x="208551" y="478130"/>
                    <a:pt x="208045" y="478384"/>
                  </a:cubicBezTo>
                  <a:cubicBezTo>
                    <a:pt x="207779" y="480888"/>
                    <a:pt x="207714" y="483378"/>
                    <a:pt x="207629" y="485895"/>
                  </a:cubicBezTo>
                  <a:cubicBezTo>
                    <a:pt x="207520" y="486608"/>
                    <a:pt x="207412" y="487322"/>
                    <a:pt x="207300" y="488057"/>
                  </a:cubicBezTo>
                  <a:cubicBezTo>
                    <a:pt x="206564" y="488303"/>
                    <a:pt x="205827" y="488548"/>
                    <a:pt x="205068" y="488801"/>
                  </a:cubicBezTo>
                  <a:cubicBezTo>
                    <a:pt x="204715" y="490331"/>
                    <a:pt x="204715" y="490331"/>
                    <a:pt x="204696" y="492104"/>
                  </a:cubicBezTo>
                  <a:cubicBezTo>
                    <a:pt x="204626" y="493915"/>
                    <a:pt x="204626" y="493915"/>
                    <a:pt x="204324" y="495499"/>
                  </a:cubicBezTo>
                  <a:cubicBezTo>
                    <a:pt x="203587" y="495990"/>
                    <a:pt x="202850" y="496481"/>
                    <a:pt x="202091" y="496987"/>
                  </a:cubicBezTo>
                  <a:cubicBezTo>
                    <a:pt x="201662" y="498448"/>
                    <a:pt x="201662" y="498448"/>
                    <a:pt x="201580" y="500057"/>
                  </a:cubicBezTo>
                  <a:cubicBezTo>
                    <a:pt x="201503" y="501008"/>
                    <a:pt x="201426" y="501960"/>
                    <a:pt x="201347" y="502940"/>
                  </a:cubicBezTo>
                  <a:cubicBezTo>
                    <a:pt x="200611" y="502940"/>
                    <a:pt x="199874" y="502940"/>
                    <a:pt x="199115" y="502940"/>
                  </a:cubicBezTo>
                  <a:cubicBezTo>
                    <a:pt x="199161" y="503769"/>
                    <a:pt x="199207" y="504598"/>
                    <a:pt x="199254" y="505452"/>
                  </a:cubicBezTo>
                  <a:cubicBezTo>
                    <a:pt x="199208" y="506342"/>
                    <a:pt x="199162" y="507232"/>
                    <a:pt x="199115" y="508149"/>
                  </a:cubicBezTo>
                  <a:cubicBezTo>
                    <a:pt x="198378" y="508640"/>
                    <a:pt x="197641" y="509131"/>
                    <a:pt x="196882" y="509637"/>
                  </a:cubicBezTo>
                  <a:cubicBezTo>
                    <a:pt x="196760" y="510267"/>
                    <a:pt x="196637" y="510896"/>
                    <a:pt x="196510" y="511544"/>
                  </a:cubicBezTo>
                  <a:cubicBezTo>
                    <a:pt x="196388" y="512143"/>
                    <a:pt x="196265" y="512741"/>
                    <a:pt x="196138" y="513358"/>
                  </a:cubicBezTo>
                  <a:cubicBezTo>
                    <a:pt x="195402" y="513604"/>
                    <a:pt x="194665" y="513849"/>
                    <a:pt x="193906" y="514102"/>
                  </a:cubicBezTo>
                  <a:cubicBezTo>
                    <a:pt x="193814" y="514655"/>
                    <a:pt x="193722" y="515207"/>
                    <a:pt x="193627" y="515777"/>
                  </a:cubicBezTo>
                  <a:cubicBezTo>
                    <a:pt x="192996" y="518553"/>
                    <a:pt x="191497" y="519638"/>
                    <a:pt x="189441" y="521544"/>
                  </a:cubicBezTo>
                  <a:cubicBezTo>
                    <a:pt x="188950" y="522280"/>
                    <a:pt x="188459" y="523017"/>
                    <a:pt x="187953" y="523776"/>
                  </a:cubicBezTo>
                  <a:cubicBezTo>
                    <a:pt x="186970" y="523776"/>
                    <a:pt x="185988" y="523776"/>
                    <a:pt x="184976" y="523776"/>
                  </a:cubicBezTo>
                  <a:cubicBezTo>
                    <a:pt x="184976" y="524758"/>
                    <a:pt x="184976" y="525741"/>
                    <a:pt x="184976" y="526753"/>
                  </a:cubicBezTo>
                  <a:cubicBezTo>
                    <a:pt x="183994" y="526753"/>
                    <a:pt x="183012" y="526753"/>
                    <a:pt x="182000" y="526753"/>
                  </a:cubicBezTo>
                  <a:cubicBezTo>
                    <a:pt x="181892" y="527351"/>
                    <a:pt x="181785" y="527950"/>
                    <a:pt x="181674" y="528566"/>
                  </a:cubicBezTo>
                  <a:cubicBezTo>
                    <a:pt x="181536" y="529196"/>
                    <a:pt x="181398" y="529825"/>
                    <a:pt x="181255" y="530473"/>
                  </a:cubicBezTo>
                  <a:cubicBezTo>
                    <a:pt x="179395" y="530938"/>
                    <a:pt x="179395" y="530938"/>
                    <a:pt x="177535" y="531218"/>
                  </a:cubicBezTo>
                  <a:cubicBezTo>
                    <a:pt x="177289" y="531954"/>
                    <a:pt x="177044" y="532691"/>
                    <a:pt x="176791" y="533450"/>
                  </a:cubicBezTo>
                  <a:cubicBezTo>
                    <a:pt x="175253" y="533831"/>
                    <a:pt x="175253" y="533831"/>
                    <a:pt x="173396" y="533962"/>
                  </a:cubicBezTo>
                  <a:cubicBezTo>
                    <a:pt x="172781" y="534010"/>
                    <a:pt x="172166" y="534059"/>
                    <a:pt x="171532" y="534110"/>
                  </a:cubicBezTo>
                  <a:cubicBezTo>
                    <a:pt x="171057" y="534138"/>
                    <a:pt x="170583" y="534165"/>
                    <a:pt x="170093" y="534194"/>
                  </a:cubicBezTo>
                  <a:cubicBezTo>
                    <a:pt x="170093" y="535176"/>
                    <a:pt x="170093" y="536159"/>
                    <a:pt x="170093" y="537171"/>
                  </a:cubicBezTo>
                  <a:cubicBezTo>
                    <a:pt x="169189" y="537190"/>
                    <a:pt x="168284" y="537209"/>
                    <a:pt x="167352" y="537229"/>
                  </a:cubicBezTo>
                  <a:cubicBezTo>
                    <a:pt x="166173" y="537271"/>
                    <a:pt x="164994" y="537313"/>
                    <a:pt x="163815" y="537357"/>
                  </a:cubicBezTo>
                  <a:cubicBezTo>
                    <a:pt x="163218" y="537367"/>
                    <a:pt x="162620" y="537378"/>
                    <a:pt x="162005" y="537389"/>
                  </a:cubicBezTo>
                  <a:cubicBezTo>
                    <a:pt x="160088" y="537436"/>
                    <a:pt x="160088" y="537436"/>
                    <a:pt x="157443" y="537915"/>
                  </a:cubicBezTo>
                  <a:cubicBezTo>
                    <a:pt x="157334" y="538407"/>
                    <a:pt x="157225" y="538900"/>
                    <a:pt x="157112" y="539408"/>
                  </a:cubicBezTo>
                  <a:cubicBezTo>
                    <a:pt x="156976" y="539897"/>
                    <a:pt x="156839" y="540387"/>
                    <a:pt x="156699" y="540891"/>
                  </a:cubicBezTo>
                  <a:cubicBezTo>
                    <a:pt x="155203" y="541266"/>
                    <a:pt x="155203" y="541266"/>
                    <a:pt x="153196" y="541269"/>
                  </a:cubicBezTo>
                  <a:cubicBezTo>
                    <a:pt x="152439" y="541278"/>
                    <a:pt x="151681" y="541286"/>
                    <a:pt x="150900" y="541295"/>
                  </a:cubicBezTo>
                  <a:cubicBezTo>
                    <a:pt x="149643" y="541286"/>
                    <a:pt x="149643" y="541286"/>
                    <a:pt x="148361" y="541276"/>
                  </a:cubicBezTo>
                  <a:cubicBezTo>
                    <a:pt x="147045" y="541284"/>
                    <a:pt x="147045" y="541284"/>
                    <a:pt x="145703" y="541292"/>
                  </a:cubicBezTo>
                  <a:cubicBezTo>
                    <a:pt x="143290" y="541303"/>
                    <a:pt x="140878" y="541301"/>
                    <a:pt x="138466" y="541291"/>
                  </a:cubicBezTo>
                  <a:cubicBezTo>
                    <a:pt x="135947" y="541284"/>
                    <a:pt x="133427" y="541291"/>
                    <a:pt x="130908" y="541295"/>
                  </a:cubicBezTo>
                  <a:cubicBezTo>
                    <a:pt x="126677" y="541301"/>
                    <a:pt x="122445" y="541294"/>
                    <a:pt x="118214" y="541279"/>
                  </a:cubicBezTo>
                  <a:cubicBezTo>
                    <a:pt x="113315" y="541263"/>
                    <a:pt x="108417" y="541268"/>
                    <a:pt x="103518" y="541285"/>
                  </a:cubicBezTo>
                  <a:cubicBezTo>
                    <a:pt x="99319" y="541298"/>
                    <a:pt x="95120" y="541300"/>
                    <a:pt x="90922" y="541292"/>
                  </a:cubicBezTo>
                  <a:cubicBezTo>
                    <a:pt x="88411" y="541288"/>
                    <a:pt x="85900" y="541287"/>
                    <a:pt x="83389" y="541297"/>
                  </a:cubicBezTo>
                  <a:cubicBezTo>
                    <a:pt x="80591" y="541305"/>
                    <a:pt x="77794" y="541293"/>
                    <a:pt x="74996" y="541276"/>
                  </a:cubicBezTo>
                  <a:cubicBezTo>
                    <a:pt x="74158" y="541283"/>
                    <a:pt x="73320" y="541289"/>
                    <a:pt x="72456" y="541295"/>
                  </a:cubicBezTo>
                  <a:cubicBezTo>
                    <a:pt x="71699" y="541286"/>
                    <a:pt x="70941" y="541278"/>
                    <a:pt x="70161" y="541269"/>
                  </a:cubicBezTo>
                  <a:cubicBezTo>
                    <a:pt x="69498" y="541268"/>
                    <a:pt x="68836" y="541267"/>
                    <a:pt x="68154" y="541266"/>
                  </a:cubicBezTo>
                  <a:cubicBezTo>
                    <a:pt x="67660" y="541142"/>
                    <a:pt x="67166" y="541019"/>
                    <a:pt x="66658" y="540891"/>
                  </a:cubicBezTo>
                  <a:cubicBezTo>
                    <a:pt x="66157" y="539403"/>
                    <a:pt x="66157" y="539403"/>
                    <a:pt x="65914" y="537915"/>
                  </a:cubicBezTo>
                  <a:cubicBezTo>
                    <a:pt x="64422" y="537467"/>
                    <a:pt x="64422" y="537467"/>
                    <a:pt x="62612" y="537540"/>
                  </a:cubicBezTo>
                  <a:cubicBezTo>
                    <a:pt x="61613" y="537519"/>
                    <a:pt x="61613" y="537519"/>
                    <a:pt x="60594" y="537498"/>
                  </a:cubicBezTo>
                  <a:cubicBezTo>
                    <a:pt x="59894" y="537497"/>
                    <a:pt x="59194" y="537497"/>
                    <a:pt x="58472" y="537496"/>
                  </a:cubicBezTo>
                  <a:cubicBezTo>
                    <a:pt x="57092" y="537490"/>
                    <a:pt x="55713" y="537474"/>
                    <a:pt x="54333" y="537447"/>
                  </a:cubicBezTo>
                  <a:cubicBezTo>
                    <a:pt x="53718" y="537446"/>
                    <a:pt x="53103" y="537446"/>
                    <a:pt x="52470" y="537445"/>
                  </a:cubicBezTo>
                  <a:cubicBezTo>
                    <a:pt x="51995" y="537355"/>
                    <a:pt x="51520" y="537264"/>
                    <a:pt x="51031" y="537171"/>
                  </a:cubicBezTo>
                  <a:cubicBezTo>
                    <a:pt x="50663" y="536066"/>
                    <a:pt x="50663" y="536066"/>
                    <a:pt x="50287" y="534938"/>
                  </a:cubicBezTo>
                  <a:cubicBezTo>
                    <a:pt x="48568" y="534420"/>
                    <a:pt x="48568" y="534420"/>
                    <a:pt x="46566" y="534194"/>
                  </a:cubicBezTo>
                  <a:cubicBezTo>
                    <a:pt x="44520" y="533915"/>
                    <a:pt x="44520" y="533915"/>
                    <a:pt x="42845" y="533450"/>
                  </a:cubicBezTo>
                  <a:cubicBezTo>
                    <a:pt x="42477" y="532345"/>
                    <a:pt x="42477" y="532345"/>
                    <a:pt x="42101" y="531218"/>
                  </a:cubicBezTo>
                  <a:cubicBezTo>
                    <a:pt x="41364" y="531110"/>
                    <a:pt x="40628" y="531003"/>
                    <a:pt x="39869" y="530892"/>
                  </a:cubicBezTo>
                  <a:cubicBezTo>
                    <a:pt x="39132" y="530754"/>
                    <a:pt x="38395" y="530616"/>
                    <a:pt x="37636" y="530473"/>
                  </a:cubicBezTo>
                  <a:cubicBezTo>
                    <a:pt x="37359" y="529489"/>
                    <a:pt x="37111" y="528496"/>
                    <a:pt x="36892" y="527497"/>
                  </a:cubicBezTo>
                  <a:cubicBezTo>
                    <a:pt x="36263" y="527374"/>
                    <a:pt x="35634" y="527251"/>
                    <a:pt x="34985" y="527125"/>
                  </a:cubicBezTo>
                  <a:cubicBezTo>
                    <a:pt x="34387" y="527002"/>
                    <a:pt x="33788" y="526879"/>
                    <a:pt x="33171" y="526753"/>
                  </a:cubicBezTo>
                  <a:cubicBezTo>
                    <a:pt x="33171" y="525770"/>
                    <a:pt x="33171" y="524788"/>
                    <a:pt x="33171" y="523776"/>
                  </a:cubicBezTo>
                  <a:cubicBezTo>
                    <a:pt x="32183" y="523513"/>
                    <a:pt x="31190" y="523266"/>
                    <a:pt x="30195" y="523032"/>
                  </a:cubicBezTo>
                  <a:cubicBezTo>
                    <a:pt x="29358" y="521544"/>
                    <a:pt x="29358" y="521544"/>
                    <a:pt x="28707" y="520055"/>
                  </a:cubicBezTo>
                  <a:cubicBezTo>
                    <a:pt x="28216" y="519810"/>
                    <a:pt x="27724" y="519564"/>
                    <a:pt x="27218" y="519311"/>
                  </a:cubicBezTo>
                  <a:cubicBezTo>
                    <a:pt x="26722" y="518319"/>
                    <a:pt x="26226" y="517327"/>
                    <a:pt x="25730" y="516335"/>
                  </a:cubicBezTo>
                  <a:cubicBezTo>
                    <a:pt x="25239" y="516089"/>
                    <a:pt x="24748" y="515844"/>
                    <a:pt x="24242" y="515591"/>
                  </a:cubicBezTo>
                  <a:cubicBezTo>
                    <a:pt x="23939" y="513863"/>
                    <a:pt x="23688" y="512125"/>
                    <a:pt x="23498" y="510382"/>
                  </a:cubicBezTo>
                  <a:cubicBezTo>
                    <a:pt x="22761" y="510382"/>
                    <a:pt x="22024" y="510382"/>
                    <a:pt x="21265" y="510382"/>
                  </a:cubicBezTo>
                  <a:cubicBezTo>
                    <a:pt x="21144" y="508880"/>
                    <a:pt x="21023" y="507378"/>
                    <a:pt x="20902" y="505876"/>
                  </a:cubicBezTo>
                  <a:cubicBezTo>
                    <a:pt x="20615" y="504134"/>
                    <a:pt x="20615" y="504134"/>
                    <a:pt x="18289" y="502940"/>
                  </a:cubicBezTo>
                  <a:cubicBezTo>
                    <a:pt x="17960" y="501356"/>
                    <a:pt x="17960" y="501356"/>
                    <a:pt x="17870" y="499545"/>
                  </a:cubicBezTo>
                  <a:cubicBezTo>
                    <a:pt x="17807" y="497778"/>
                    <a:pt x="17807" y="497778"/>
                    <a:pt x="17545" y="496243"/>
                  </a:cubicBezTo>
                  <a:cubicBezTo>
                    <a:pt x="17053" y="495997"/>
                    <a:pt x="16562" y="495752"/>
                    <a:pt x="16056" y="495499"/>
                  </a:cubicBezTo>
                  <a:cubicBezTo>
                    <a:pt x="15789" y="492849"/>
                    <a:pt x="15725" y="490213"/>
                    <a:pt x="15641" y="487552"/>
                  </a:cubicBezTo>
                  <a:cubicBezTo>
                    <a:pt x="15602" y="485106"/>
                    <a:pt x="15602" y="485106"/>
                    <a:pt x="14199" y="484170"/>
                  </a:cubicBezTo>
                  <a:cubicBezTo>
                    <a:pt x="12431" y="482083"/>
                    <a:pt x="12722" y="479712"/>
                    <a:pt x="12699" y="477096"/>
                  </a:cubicBezTo>
                  <a:cubicBezTo>
                    <a:pt x="12686" y="476537"/>
                    <a:pt x="12672" y="475979"/>
                    <a:pt x="12658" y="475404"/>
                  </a:cubicBezTo>
                  <a:cubicBezTo>
                    <a:pt x="12618" y="473622"/>
                    <a:pt x="12593" y="471840"/>
                    <a:pt x="12568" y="470058"/>
                  </a:cubicBezTo>
                  <a:cubicBezTo>
                    <a:pt x="12543" y="468850"/>
                    <a:pt x="12518" y="467641"/>
                    <a:pt x="12491" y="466432"/>
                  </a:cubicBezTo>
                  <a:cubicBezTo>
                    <a:pt x="12428" y="463471"/>
                    <a:pt x="12378" y="460509"/>
                    <a:pt x="12336" y="457548"/>
                  </a:cubicBezTo>
                  <a:cubicBezTo>
                    <a:pt x="11599" y="457548"/>
                    <a:pt x="10862" y="457548"/>
                    <a:pt x="10103" y="457548"/>
                  </a:cubicBezTo>
                  <a:cubicBezTo>
                    <a:pt x="10090" y="414303"/>
                    <a:pt x="10079" y="371059"/>
                    <a:pt x="10072" y="327814"/>
                  </a:cubicBezTo>
                  <a:cubicBezTo>
                    <a:pt x="10072" y="327175"/>
                    <a:pt x="10071" y="326535"/>
                    <a:pt x="10071" y="325876"/>
                  </a:cubicBezTo>
                  <a:cubicBezTo>
                    <a:pt x="10069" y="311977"/>
                    <a:pt x="10067" y="298078"/>
                    <a:pt x="10065" y="284179"/>
                  </a:cubicBezTo>
                  <a:cubicBezTo>
                    <a:pt x="10064" y="277364"/>
                    <a:pt x="10063" y="270548"/>
                    <a:pt x="10062" y="263732"/>
                  </a:cubicBezTo>
                  <a:cubicBezTo>
                    <a:pt x="10062" y="263054"/>
                    <a:pt x="10062" y="262376"/>
                    <a:pt x="10062" y="261677"/>
                  </a:cubicBezTo>
                  <a:cubicBezTo>
                    <a:pt x="10059" y="239676"/>
                    <a:pt x="10053" y="217676"/>
                    <a:pt x="10046" y="195675"/>
                  </a:cubicBezTo>
                  <a:cubicBezTo>
                    <a:pt x="10039" y="173074"/>
                    <a:pt x="10035" y="150474"/>
                    <a:pt x="10033" y="127873"/>
                  </a:cubicBezTo>
                  <a:cubicBezTo>
                    <a:pt x="10033" y="124684"/>
                    <a:pt x="10033" y="121495"/>
                    <a:pt x="10033" y="118306"/>
                  </a:cubicBezTo>
                  <a:cubicBezTo>
                    <a:pt x="10032" y="117678"/>
                    <a:pt x="10032" y="117050"/>
                    <a:pt x="10032" y="116403"/>
                  </a:cubicBezTo>
                  <a:cubicBezTo>
                    <a:pt x="10032" y="106282"/>
                    <a:pt x="10028" y="96161"/>
                    <a:pt x="10024" y="86040"/>
                  </a:cubicBezTo>
                  <a:cubicBezTo>
                    <a:pt x="10019" y="75875"/>
                    <a:pt x="10018" y="65711"/>
                    <a:pt x="10019" y="55546"/>
                  </a:cubicBezTo>
                  <a:cubicBezTo>
                    <a:pt x="10019" y="49500"/>
                    <a:pt x="10018" y="43454"/>
                    <a:pt x="10013" y="37409"/>
                  </a:cubicBezTo>
                  <a:cubicBezTo>
                    <a:pt x="10010" y="32904"/>
                    <a:pt x="10011" y="28400"/>
                    <a:pt x="10013" y="23895"/>
                  </a:cubicBezTo>
                  <a:cubicBezTo>
                    <a:pt x="10013" y="22065"/>
                    <a:pt x="10013" y="20236"/>
                    <a:pt x="10010" y="18406"/>
                  </a:cubicBezTo>
                  <a:cubicBezTo>
                    <a:pt x="10007" y="15932"/>
                    <a:pt x="10009" y="13459"/>
                    <a:pt x="10012" y="10986"/>
                  </a:cubicBezTo>
                  <a:cubicBezTo>
                    <a:pt x="10010" y="10263"/>
                    <a:pt x="10008" y="9541"/>
                    <a:pt x="10006" y="8797"/>
                  </a:cubicBezTo>
                  <a:cubicBezTo>
                    <a:pt x="10007" y="8141"/>
                    <a:pt x="10009" y="7485"/>
                    <a:pt x="10011" y="6810"/>
                  </a:cubicBezTo>
                  <a:cubicBezTo>
                    <a:pt x="10011" y="6244"/>
                    <a:pt x="10010" y="5678"/>
                    <a:pt x="10010" y="5094"/>
                  </a:cubicBezTo>
                  <a:cubicBezTo>
                    <a:pt x="10103" y="3622"/>
                    <a:pt x="10103" y="3622"/>
                    <a:pt x="10847" y="1389"/>
                  </a:cubicBezTo>
                  <a:cubicBezTo>
                    <a:pt x="13130" y="248"/>
                    <a:pt x="15521" y="536"/>
                    <a:pt x="18026" y="537"/>
                  </a:cubicBezTo>
                  <a:close/>
                </a:path>
              </a:pathLst>
            </a:custGeom>
            <a:grpFill/>
            <a:ln w="744" cap="flat">
              <a:noFill/>
              <a:prstDash val="solid"/>
              <a:miter/>
            </a:ln>
          </p:spPr>
          <p:txBody>
            <a:bodyPr rtlCol="0" anchor="ctr"/>
            <a:lstStyle/>
            <a:p>
              <a:endParaRPr lang="zh-CN" altLang="en-US"/>
            </a:p>
          </p:txBody>
        </p:sp>
        <p:sp>
          <p:nvSpPr>
            <p:cNvPr id="102" name="任意多边形: 形状 101"/>
            <p:cNvSpPr/>
            <p:nvPr/>
          </p:nvSpPr>
          <p:spPr>
            <a:xfrm>
              <a:off x="10919652" y="777215"/>
              <a:ext cx="399578" cy="383236"/>
            </a:xfrm>
            <a:custGeom>
              <a:avLst/>
              <a:gdLst>
                <a:gd name="connsiteX0" fmla="*/ 176803 w 399578"/>
                <a:gd name="connsiteY0" fmla="*/ 761 h 383236"/>
                <a:gd name="connsiteX1" fmla="*/ 179268 w 399578"/>
                <a:gd name="connsiteY1" fmla="*/ 677 h 383236"/>
                <a:gd name="connsiteX2" fmla="*/ 181268 w 399578"/>
                <a:gd name="connsiteY2" fmla="*/ 994 h 383236"/>
                <a:gd name="connsiteX3" fmla="*/ 182012 w 399578"/>
                <a:gd name="connsiteY3" fmla="*/ 3970 h 383236"/>
                <a:gd name="connsiteX4" fmla="*/ 184617 w 399578"/>
                <a:gd name="connsiteY4" fmla="*/ 4342 h 383236"/>
                <a:gd name="connsiteX5" fmla="*/ 187221 w 399578"/>
                <a:gd name="connsiteY5" fmla="*/ 4714 h 383236"/>
                <a:gd name="connsiteX6" fmla="*/ 187965 w 399578"/>
                <a:gd name="connsiteY6" fmla="*/ 7691 h 383236"/>
                <a:gd name="connsiteX7" fmla="*/ 190105 w 399578"/>
                <a:gd name="connsiteY7" fmla="*/ 7691 h 383236"/>
                <a:gd name="connsiteX8" fmla="*/ 192430 w 399578"/>
                <a:gd name="connsiteY8" fmla="*/ 7691 h 383236"/>
                <a:gd name="connsiteX9" fmla="*/ 193454 w 399578"/>
                <a:gd name="connsiteY9" fmla="*/ 9133 h 383236"/>
                <a:gd name="connsiteX10" fmla="*/ 196093 w 399578"/>
                <a:gd name="connsiteY10" fmla="*/ 10926 h 383236"/>
                <a:gd name="connsiteX11" fmla="*/ 197732 w 399578"/>
                <a:gd name="connsiteY11" fmla="*/ 11039 h 383236"/>
                <a:gd name="connsiteX12" fmla="*/ 200616 w 399578"/>
                <a:gd name="connsiteY12" fmla="*/ 11411 h 383236"/>
                <a:gd name="connsiteX13" fmla="*/ 201360 w 399578"/>
                <a:gd name="connsiteY13" fmla="*/ 14388 h 383236"/>
                <a:gd name="connsiteX14" fmla="*/ 205825 w 399578"/>
                <a:gd name="connsiteY14" fmla="*/ 15132 h 383236"/>
                <a:gd name="connsiteX15" fmla="*/ 206569 w 399578"/>
                <a:gd name="connsiteY15" fmla="*/ 17365 h 383236"/>
                <a:gd name="connsiteX16" fmla="*/ 211144 w 399578"/>
                <a:gd name="connsiteY16" fmla="*/ 17827 h 383236"/>
                <a:gd name="connsiteX17" fmla="*/ 212522 w 399578"/>
                <a:gd name="connsiteY17" fmla="*/ 18109 h 383236"/>
                <a:gd name="connsiteX18" fmla="*/ 214010 w 399578"/>
                <a:gd name="connsiteY18" fmla="*/ 21085 h 383236"/>
                <a:gd name="connsiteX19" fmla="*/ 216615 w 399578"/>
                <a:gd name="connsiteY19" fmla="*/ 21457 h 383236"/>
                <a:gd name="connsiteX20" fmla="*/ 219219 w 399578"/>
                <a:gd name="connsiteY20" fmla="*/ 21829 h 383236"/>
                <a:gd name="connsiteX21" fmla="*/ 220708 w 399578"/>
                <a:gd name="connsiteY21" fmla="*/ 24806 h 383236"/>
                <a:gd name="connsiteX22" fmla="*/ 222568 w 399578"/>
                <a:gd name="connsiteY22" fmla="*/ 24806 h 383236"/>
                <a:gd name="connsiteX23" fmla="*/ 224428 w 399578"/>
                <a:gd name="connsiteY23" fmla="*/ 24806 h 383236"/>
                <a:gd name="connsiteX24" fmla="*/ 225033 w 399578"/>
                <a:gd name="connsiteY24" fmla="*/ 26248 h 383236"/>
                <a:gd name="connsiteX25" fmla="*/ 225917 w 399578"/>
                <a:gd name="connsiteY25" fmla="*/ 27783 h 383236"/>
                <a:gd name="connsiteX26" fmla="*/ 231870 w 399578"/>
                <a:gd name="connsiteY26" fmla="*/ 28527 h 383236"/>
                <a:gd name="connsiteX27" fmla="*/ 231870 w 399578"/>
                <a:gd name="connsiteY27" fmla="*/ 31503 h 383236"/>
                <a:gd name="connsiteX28" fmla="*/ 233471 w 399578"/>
                <a:gd name="connsiteY28" fmla="*/ 31588 h 383236"/>
                <a:gd name="connsiteX29" fmla="*/ 235544 w 399578"/>
                <a:gd name="connsiteY29" fmla="*/ 31736 h 383236"/>
                <a:gd name="connsiteX30" fmla="*/ 237611 w 399578"/>
                <a:gd name="connsiteY30" fmla="*/ 31867 h 383236"/>
                <a:gd name="connsiteX31" fmla="*/ 239311 w 399578"/>
                <a:gd name="connsiteY31" fmla="*/ 32247 h 383236"/>
                <a:gd name="connsiteX32" fmla="*/ 240241 w 399578"/>
                <a:gd name="connsiteY32" fmla="*/ 39782 h 383236"/>
                <a:gd name="connsiteX33" fmla="*/ 240299 w 399578"/>
                <a:gd name="connsiteY33" fmla="*/ 42625 h 383236"/>
                <a:gd name="connsiteX34" fmla="*/ 240055 w 399578"/>
                <a:gd name="connsiteY34" fmla="*/ 44898 h 383236"/>
                <a:gd name="connsiteX35" fmla="*/ 237823 w 399578"/>
                <a:gd name="connsiteY35" fmla="*/ 45642 h 383236"/>
                <a:gd name="connsiteX36" fmla="*/ 237079 w 399578"/>
                <a:gd name="connsiteY36" fmla="*/ 50851 h 383236"/>
                <a:gd name="connsiteX37" fmla="*/ 234846 w 399578"/>
                <a:gd name="connsiteY37" fmla="*/ 52339 h 383236"/>
                <a:gd name="connsiteX38" fmla="*/ 234102 w 399578"/>
                <a:gd name="connsiteY38" fmla="*/ 57548 h 383236"/>
                <a:gd name="connsiteX39" fmla="*/ 231870 w 399578"/>
                <a:gd name="connsiteY39" fmla="*/ 57548 h 383236"/>
                <a:gd name="connsiteX40" fmla="*/ 231591 w 399578"/>
                <a:gd name="connsiteY40" fmla="*/ 60478 h 383236"/>
                <a:gd name="connsiteX41" fmla="*/ 231126 w 399578"/>
                <a:gd name="connsiteY41" fmla="*/ 63501 h 383236"/>
                <a:gd name="connsiteX42" fmla="*/ 229637 w 399578"/>
                <a:gd name="connsiteY42" fmla="*/ 64245 h 383236"/>
                <a:gd name="connsiteX43" fmla="*/ 229312 w 399578"/>
                <a:gd name="connsiteY43" fmla="*/ 66431 h 383236"/>
                <a:gd name="connsiteX44" fmla="*/ 228893 w 399578"/>
                <a:gd name="connsiteY44" fmla="*/ 68710 h 383236"/>
                <a:gd name="connsiteX45" fmla="*/ 226661 w 399578"/>
                <a:gd name="connsiteY45" fmla="*/ 70199 h 383236"/>
                <a:gd name="connsiteX46" fmla="*/ 226289 w 399578"/>
                <a:gd name="connsiteY46" fmla="*/ 72850 h 383236"/>
                <a:gd name="connsiteX47" fmla="*/ 225917 w 399578"/>
                <a:gd name="connsiteY47" fmla="*/ 75408 h 383236"/>
                <a:gd name="connsiteX48" fmla="*/ 223684 w 399578"/>
                <a:gd name="connsiteY48" fmla="*/ 76152 h 383236"/>
                <a:gd name="connsiteX49" fmla="*/ 222940 w 399578"/>
                <a:gd name="connsiteY49" fmla="*/ 81361 h 383236"/>
                <a:gd name="connsiteX50" fmla="*/ 221452 w 399578"/>
                <a:gd name="connsiteY50" fmla="*/ 82105 h 383236"/>
                <a:gd name="connsiteX51" fmla="*/ 220708 w 399578"/>
                <a:gd name="connsiteY51" fmla="*/ 86570 h 383236"/>
                <a:gd name="connsiteX52" fmla="*/ 218475 w 399578"/>
                <a:gd name="connsiteY52" fmla="*/ 86570 h 383236"/>
                <a:gd name="connsiteX53" fmla="*/ 217731 w 399578"/>
                <a:gd name="connsiteY53" fmla="*/ 93267 h 383236"/>
                <a:gd name="connsiteX54" fmla="*/ 215499 w 399578"/>
                <a:gd name="connsiteY54" fmla="*/ 93267 h 383236"/>
                <a:gd name="connsiteX55" fmla="*/ 215220 w 399578"/>
                <a:gd name="connsiteY55" fmla="*/ 95825 h 383236"/>
                <a:gd name="connsiteX56" fmla="*/ 214755 w 399578"/>
                <a:gd name="connsiteY56" fmla="*/ 98476 h 383236"/>
                <a:gd name="connsiteX57" fmla="*/ 213266 w 399578"/>
                <a:gd name="connsiteY57" fmla="*/ 99220 h 383236"/>
                <a:gd name="connsiteX58" fmla="*/ 212522 w 399578"/>
                <a:gd name="connsiteY58" fmla="*/ 103685 h 383236"/>
                <a:gd name="connsiteX59" fmla="*/ 210290 w 399578"/>
                <a:gd name="connsiteY59" fmla="*/ 103685 h 383236"/>
                <a:gd name="connsiteX60" fmla="*/ 210057 w 399578"/>
                <a:gd name="connsiteY60" fmla="*/ 106615 h 383236"/>
                <a:gd name="connsiteX61" fmla="*/ 209546 w 399578"/>
                <a:gd name="connsiteY61" fmla="*/ 109638 h 383236"/>
                <a:gd name="connsiteX62" fmla="*/ 207313 w 399578"/>
                <a:gd name="connsiteY62" fmla="*/ 110382 h 383236"/>
                <a:gd name="connsiteX63" fmla="*/ 206569 w 399578"/>
                <a:gd name="connsiteY63" fmla="*/ 115591 h 383236"/>
                <a:gd name="connsiteX64" fmla="*/ 205081 w 399578"/>
                <a:gd name="connsiteY64" fmla="*/ 116335 h 383236"/>
                <a:gd name="connsiteX65" fmla="*/ 204337 w 399578"/>
                <a:gd name="connsiteY65" fmla="*/ 118196 h 383236"/>
                <a:gd name="connsiteX66" fmla="*/ 202104 w 399578"/>
                <a:gd name="connsiteY66" fmla="*/ 120800 h 383236"/>
                <a:gd name="connsiteX67" fmla="*/ 201779 w 399578"/>
                <a:gd name="connsiteY67" fmla="*/ 123358 h 383236"/>
                <a:gd name="connsiteX68" fmla="*/ 201360 w 399578"/>
                <a:gd name="connsiteY68" fmla="*/ 126009 h 383236"/>
                <a:gd name="connsiteX69" fmla="*/ 199128 w 399578"/>
                <a:gd name="connsiteY69" fmla="*/ 127497 h 383236"/>
                <a:gd name="connsiteX70" fmla="*/ 198383 w 399578"/>
                <a:gd name="connsiteY70" fmla="*/ 130474 h 383236"/>
                <a:gd name="connsiteX71" fmla="*/ 196895 w 399578"/>
                <a:gd name="connsiteY71" fmla="*/ 131218 h 383236"/>
                <a:gd name="connsiteX72" fmla="*/ 196616 w 399578"/>
                <a:gd name="connsiteY72" fmla="*/ 133823 h 383236"/>
                <a:gd name="connsiteX73" fmla="*/ 196151 w 399578"/>
                <a:gd name="connsiteY73" fmla="*/ 136427 h 383236"/>
                <a:gd name="connsiteX74" fmla="*/ 193174 w 399578"/>
                <a:gd name="connsiteY74" fmla="*/ 137171 h 383236"/>
                <a:gd name="connsiteX75" fmla="*/ 193174 w 399578"/>
                <a:gd name="connsiteY75" fmla="*/ 141636 h 383236"/>
                <a:gd name="connsiteX76" fmla="*/ 190942 w 399578"/>
                <a:gd name="connsiteY76" fmla="*/ 141636 h 383236"/>
                <a:gd name="connsiteX77" fmla="*/ 190709 w 399578"/>
                <a:gd name="connsiteY77" fmla="*/ 144101 h 383236"/>
                <a:gd name="connsiteX78" fmla="*/ 187965 w 399578"/>
                <a:gd name="connsiteY78" fmla="*/ 149077 h 383236"/>
                <a:gd name="connsiteX79" fmla="*/ 187221 w 399578"/>
                <a:gd name="connsiteY79" fmla="*/ 152054 h 383236"/>
                <a:gd name="connsiteX80" fmla="*/ 185733 w 399578"/>
                <a:gd name="connsiteY80" fmla="*/ 152798 h 383236"/>
                <a:gd name="connsiteX81" fmla="*/ 185407 w 399578"/>
                <a:gd name="connsiteY81" fmla="*/ 154612 h 383236"/>
                <a:gd name="connsiteX82" fmla="*/ 182756 w 399578"/>
                <a:gd name="connsiteY82" fmla="*/ 158007 h 383236"/>
                <a:gd name="connsiteX83" fmla="*/ 181268 w 399578"/>
                <a:gd name="connsiteY83" fmla="*/ 161728 h 383236"/>
                <a:gd name="connsiteX84" fmla="*/ 179780 w 399578"/>
                <a:gd name="connsiteY84" fmla="*/ 161728 h 383236"/>
                <a:gd name="connsiteX85" fmla="*/ 179919 w 399578"/>
                <a:gd name="connsiteY85" fmla="*/ 163821 h 383236"/>
                <a:gd name="connsiteX86" fmla="*/ 178710 w 399578"/>
                <a:gd name="connsiteY86" fmla="*/ 167402 h 383236"/>
                <a:gd name="connsiteX87" fmla="*/ 177547 w 399578"/>
                <a:gd name="connsiteY87" fmla="*/ 168425 h 383236"/>
                <a:gd name="connsiteX88" fmla="*/ 177175 w 399578"/>
                <a:gd name="connsiteY88" fmla="*/ 169960 h 383236"/>
                <a:gd name="connsiteX89" fmla="*/ 174571 w 399578"/>
                <a:gd name="connsiteY89" fmla="*/ 172890 h 383236"/>
                <a:gd name="connsiteX90" fmla="*/ 173827 w 399578"/>
                <a:gd name="connsiteY90" fmla="*/ 175867 h 383236"/>
                <a:gd name="connsiteX91" fmla="*/ 172339 w 399578"/>
                <a:gd name="connsiteY91" fmla="*/ 176611 h 383236"/>
                <a:gd name="connsiteX92" fmla="*/ 171594 w 399578"/>
                <a:gd name="connsiteY92" fmla="*/ 178843 h 383236"/>
                <a:gd name="connsiteX93" fmla="*/ 169362 w 399578"/>
                <a:gd name="connsiteY93" fmla="*/ 181820 h 383236"/>
                <a:gd name="connsiteX94" fmla="*/ 169036 w 399578"/>
                <a:gd name="connsiteY94" fmla="*/ 183680 h 383236"/>
                <a:gd name="connsiteX95" fmla="*/ 168618 w 399578"/>
                <a:gd name="connsiteY95" fmla="*/ 185540 h 383236"/>
                <a:gd name="connsiteX96" fmla="*/ 166385 w 399578"/>
                <a:gd name="connsiteY96" fmla="*/ 186285 h 383236"/>
                <a:gd name="connsiteX97" fmla="*/ 165641 w 399578"/>
                <a:gd name="connsiteY97" fmla="*/ 190749 h 383236"/>
                <a:gd name="connsiteX98" fmla="*/ 163409 w 399578"/>
                <a:gd name="connsiteY98" fmla="*/ 192982 h 383236"/>
                <a:gd name="connsiteX99" fmla="*/ 162665 w 399578"/>
                <a:gd name="connsiteY99" fmla="*/ 195214 h 383236"/>
                <a:gd name="connsiteX100" fmla="*/ 160432 w 399578"/>
                <a:gd name="connsiteY100" fmla="*/ 195214 h 383236"/>
                <a:gd name="connsiteX101" fmla="*/ 160432 w 399578"/>
                <a:gd name="connsiteY101" fmla="*/ 199679 h 383236"/>
                <a:gd name="connsiteX102" fmla="*/ 158200 w 399578"/>
                <a:gd name="connsiteY102" fmla="*/ 199679 h 383236"/>
                <a:gd name="connsiteX103" fmla="*/ 157967 w 399578"/>
                <a:gd name="connsiteY103" fmla="*/ 201772 h 383236"/>
                <a:gd name="connsiteX104" fmla="*/ 155223 w 399578"/>
                <a:gd name="connsiteY104" fmla="*/ 206376 h 383236"/>
                <a:gd name="connsiteX105" fmla="*/ 154479 w 399578"/>
                <a:gd name="connsiteY105" fmla="*/ 208609 h 383236"/>
                <a:gd name="connsiteX106" fmla="*/ 152991 w 399578"/>
                <a:gd name="connsiteY106" fmla="*/ 209353 h 383236"/>
                <a:gd name="connsiteX107" fmla="*/ 152665 w 399578"/>
                <a:gd name="connsiteY107" fmla="*/ 211260 h 383236"/>
                <a:gd name="connsiteX108" fmla="*/ 152247 w 399578"/>
                <a:gd name="connsiteY108" fmla="*/ 213074 h 383236"/>
                <a:gd name="connsiteX109" fmla="*/ 150014 w 399578"/>
                <a:gd name="connsiteY109" fmla="*/ 213074 h 383236"/>
                <a:gd name="connsiteX110" fmla="*/ 149782 w 399578"/>
                <a:gd name="connsiteY110" fmla="*/ 215539 h 383236"/>
                <a:gd name="connsiteX111" fmla="*/ 147038 w 399578"/>
                <a:gd name="connsiteY111" fmla="*/ 220515 h 383236"/>
                <a:gd name="connsiteX112" fmla="*/ 145549 w 399578"/>
                <a:gd name="connsiteY112" fmla="*/ 222747 h 383236"/>
                <a:gd name="connsiteX113" fmla="*/ 144061 w 399578"/>
                <a:gd name="connsiteY113" fmla="*/ 222747 h 383236"/>
                <a:gd name="connsiteX114" fmla="*/ 144201 w 399578"/>
                <a:gd name="connsiteY114" fmla="*/ 224561 h 383236"/>
                <a:gd name="connsiteX115" fmla="*/ 144061 w 399578"/>
                <a:gd name="connsiteY115" fmla="*/ 226468 h 383236"/>
                <a:gd name="connsiteX116" fmla="*/ 141829 w 399578"/>
                <a:gd name="connsiteY116" fmla="*/ 227212 h 383236"/>
                <a:gd name="connsiteX117" fmla="*/ 141085 w 399578"/>
                <a:gd name="connsiteY117" fmla="*/ 230933 h 383236"/>
                <a:gd name="connsiteX118" fmla="*/ 139596 w 399578"/>
                <a:gd name="connsiteY118" fmla="*/ 231677 h 383236"/>
                <a:gd name="connsiteX119" fmla="*/ 138480 w 399578"/>
                <a:gd name="connsiteY119" fmla="*/ 233956 h 383236"/>
                <a:gd name="connsiteX120" fmla="*/ 137364 w 399578"/>
                <a:gd name="connsiteY120" fmla="*/ 236142 h 383236"/>
                <a:gd name="connsiteX121" fmla="*/ 135876 w 399578"/>
                <a:gd name="connsiteY121" fmla="*/ 236142 h 383236"/>
                <a:gd name="connsiteX122" fmla="*/ 135550 w 399578"/>
                <a:gd name="connsiteY122" fmla="*/ 237584 h 383236"/>
                <a:gd name="connsiteX123" fmla="*/ 135131 w 399578"/>
                <a:gd name="connsiteY123" fmla="*/ 239118 h 383236"/>
                <a:gd name="connsiteX124" fmla="*/ 132899 w 399578"/>
                <a:gd name="connsiteY124" fmla="*/ 239863 h 383236"/>
                <a:gd name="connsiteX125" fmla="*/ 132899 w 399578"/>
                <a:gd name="connsiteY125" fmla="*/ 243583 h 383236"/>
                <a:gd name="connsiteX126" fmla="*/ 130667 w 399578"/>
                <a:gd name="connsiteY126" fmla="*/ 243583 h 383236"/>
                <a:gd name="connsiteX127" fmla="*/ 130806 w 399578"/>
                <a:gd name="connsiteY127" fmla="*/ 245397 h 383236"/>
                <a:gd name="connsiteX128" fmla="*/ 130667 w 399578"/>
                <a:gd name="connsiteY128" fmla="*/ 247304 h 383236"/>
                <a:gd name="connsiteX129" fmla="*/ 128434 w 399578"/>
                <a:gd name="connsiteY129" fmla="*/ 248048 h 383236"/>
                <a:gd name="connsiteX130" fmla="*/ 126946 w 399578"/>
                <a:gd name="connsiteY130" fmla="*/ 252513 h 383236"/>
                <a:gd name="connsiteX131" fmla="*/ 123969 w 399578"/>
                <a:gd name="connsiteY131" fmla="*/ 256234 h 383236"/>
                <a:gd name="connsiteX132" fmla="*/ 122481 w 399578"/>
                <a:gd name="connsiteY132" fmla="*/ 256234 h 383236"/>
                <a:gd name="connsiteX133" fmla="*/ 122481 w 399578"/>
                <a:gd name="connsiteY133" fmla="*/ 258466 h 383236"/>
                <a:gd name="connsiteX134" fmla="*/ 123969 w 399578"/>
                <a:gd name="connsiteY134" fmla="*/ 257722 h 383236"/>
                <a:gd name="connsiteX135" fmla="*/ 127257 w 399578"/>
                <a:gd name="connsiteY135" fmla="*/ 257581 h 383236"/>
                <a:gd name="connsiteX136" fmla="*/ 129319 w 399578"/>
                <a:gd name="connsiteY136" fmla="*/ 257543 h 383236"/>
                <a:gd name="connsiteX137" fmla="*/ 131550 w 399578"/>
                <a:gd name="connsiteY137" fmla="*/ 257513 h 383236"/>
                <a:gd name="connsiteX138" fmla="*/ 133836 w 399578"/>
                <a:gd name="connsiteY138" fmla="*/ 257471 h 383236"/>
                <a:gd name="connsiteX139" fmla="*/ 143544 w 399578"/>
                <a:gd name="connsiteY139" fmla="*/ 257311 h 383236"/>
                <a:gd name="connsiteX140" fmla="*/ 150619 w 399578"/>
                <a:gd name="connsiteY140" fmla="*/ 257187 h 383236"/>
                <a:gd name="connsiteX141" fmla="*/ 152850 w 399578"/>
                <a:gd name="connsiteY141" fmla="*/ 257157 h 383236"/>
                <a:gd name="connsiteX142" fmla="*/ 154912 w 399578"/>
                <a:gd name="connsiteY142" fmla="*/ 257119 h 383236"/>
                <a:gd name="connsiteX143" fmla="*/ 156731 w 399578"/>
                <a:gd name="connsiteY143" fmla="*/ 257091 h 383236"/>
                <a:gd name="connsiteX144" fmla="*/ 159688 w 399578"/>
                <a:gd name="connsiteY144" fmla="*/ 256234 h 383236"/>
                <a:gd name="connsiteX145" fmla="*/ 159688 w 399578"/>
                <a:gd name="connsiteY145" fmla="*/ 254001 h 383236"/>
                <a:gd name="connsiteX146" fmla="*/ 161204 w 399578"/>
                <a:gd name="connsiteY146" fmla="*/ 253988 h 383236"/>
                <a:gd name="connsiteX147" fmla="*/ 176775 w 399578"/>
                <a:gd name="connsiteY147" fmla="*/ 253806 h 383236"/>
                <a:gd name="connsiteX148" fmla="*/ 182591 w 399578"/>
                <a:gd name="connsiteY148" fmla="*/ 253744 h 383236"/>
                <a:gd name="connsiteX149" fmla="*/ 190936 w 399578"/>
                <a:gd name="connsiteY149" fmla="*/ 253638 h 383236"/>
                <a:gd name="connsiteX150" fmla="*/ 193576 w 399578"/>
                <a:gd name="connsiteY150" fmla="*/ 253624 h 383236"/>
                <a:gd name="connsiteX151" fmla="*/ 196014 w 399578"/>
                <a:gd name="connsiteY151" fmla="*/ 253579 h 383236"/>
                <a:gd name="connsiteX152" fmla="*/ 198167 w 399578"/>
                <a:gd name="connsiteY152" fmla="*/ 253554 h 383236"/>
                <a:gd name="connsiteX153" fmla="*/ 199872 w 399578"/>
                <a:gd name="connsiteY153" fmla="*/ 253257 h 383236"/>
                <a:gd name="connsiteX154" fmla="*/ 201360 w 399578"/>
                <a:gd name="connsiteY154" fmla="*/ 251025 h 383236"/>
                <a:gd name="connsiteX155" fmla="*/ 225219 w 399578"/>
                <a:gd name="connsiteY155" fmla="*/ 250281 h 383236"/>
                <a:gd name="connsiteX156" fmla="*/ 233059 w 399578"/>
                <a:gd name="connsiteY156" fmla="*/ 250327 h 383236"/>
                <a:gd name="connsiteX157" fmla="*/ 234863 w 399578"/>
                <a:gd name="connsiteY157" fmla="*/ 250346 h 383236"/>
                <a:gd name="connsiteX158" fmla="*/ 241544 w 399578"/>
                <a:gd name="connsiteY158" fmla="*/ 249536 h 383236"/>
                <a:gd name="connsiteX159" fmla="*/ 242288 w 399578"/>
                <a:gd name="connsiteY159" fmla="*/ 247304 h 383236"/>
                <a:gd name="connsiteX160" fmla="*/ 245981 w 399578"/>
                <a:gd name="connsiteY160" fmla="*/ 247030 h 383236"/>
                <a:gd name="connsiteX161" fmla="*/ 248366 w 399578"/>
                <a:gd name="connsiteY161" fmla="*/ 247014 h 383236"/>
                <a:gd name="connsiteX162" fmla="*/ 250962 w 399578"/>
                <a:gd name="connsiteY162" fmla="*/ 247028 h 383236"/>
                <a:gd name="connsiteX163" fmla="*/ 256336 w 399578"/>
                <a:gd name="connsiteY163" fmla="*/ 246989 h 383236"/>
                <a:gd name="connsiteX164" fmla="*/ 264862 w 399578"/>
                <a:gd name="connsiteY164" fmla="*/ 246980 h 383236"/>
                <a:gd name="connsiteX165" fmla="*/ 273053 w 399578"/>
                <a:gd name="connsiteY165" fmla="*/ 246935 h 383236"/>
                <a:gd name="connsiteX166" fmla="*/ 275649 w 399578"/>
                <a:gd name="connsiteY166" fmla="*/ 246953 h 383236"/>
                <a:gd name="connsiteX167" fmla="*/ 278034 w 399578"/>
                <a:gd name="connsiteY167" fmla="*/ 246931 h 383236"/>
                <a:gd name="connsiteX168" fmla="*/ 280145 w 399578"/>
                <a:gd name="connsiteY168" fmla="*/ 246931 h 383236"/>
                <a:gd name="connsiteX169" fmla="*/ 281727 w 399578"/>
                <a:gd name="connsiteY169" fmla="*/ 246560 h 383236"/>
                <a:gd name="connsiteX170" fmla="*/ 282471 w 399578"/>
                <a:gd name="connsiteY170" fmla="*/ 243583 h 383236"/>
                <a:gd name="connsiteX171" fmla="*/ 286192 w 399578"/>
                <a:gd name="connsiteY171" fmla="*/ 244327 h 383236"/>
                <a:gd name="connsiteX172" fmla="*/ 285448 w 399578"/>
                <a:gd name="connsiteY172" fmla="*/ 240607 h 383236"/>
                <a:gd name="connsiteX173" fmla="*/ 283960 w 399578"/>
                <a:gd name="connsiteY173" fmla="*/ 239863 h 383236"/>
                <a:gd name="connsiteX174" fmla="*/ 282471 w 399578"/>
                <a:gd name="connsiteY174" fmla="*/ 235398 h 383236"/>
                <a:gd name="connsiteX175" fmla="*/ 280983 w 399578"/>
                <a:gd name="connsiteY175" fmla="*/ 234654 h 383236"/>
                <a:gd name="connsiteX176" fmla="*/ 279495 w 399578"/>
                <a:gd name="connsiteY176" fmla="*/ 230189 h 383236"/>
                <a:gd name="connsiteX177" fmla="*/ 278006 w 399578"/>
                <a:gd name="connsiteY177" fmla="*/ 229445 h 383236"/>
                <a:gd name="connsiteX178" fmla="*/ 277681 w 399578"/>
                <a:gd name="connsiteY178" fmla="*/ 227677 h 383236"/>
                <a:gd name="connsiteX179" fmla="*/ 276100 w 399578"/>
                <a:gd name="connsiteY179" fmla="*/ 224608 h 383236"/>
                <a:gd name="connsiteX180" fmla="*/ 275030 w 399578"/>
                <a:gd name="connsiteY180" fmla="*/ 219771 h 383236"/>
                <a:gd name="connsiteX181" fmla="*/ 272798 w 399578"/>
                <a:gd name="connsiteY181" fmla="*/ 219027 h 383236"/>
                <a:gd name="connsiteX182" fmla="*/ 271309 w 399578"/>
                <a:gd name="connsiteY182" fmla="*/ 215306 h 383236"/>
                <a:gd name="connsiteX183" fmla="*/ 269821 w 399578"/>
                <a:gd name="connsiteY183" fmla="*/ 214562 h 383236"/>
                <a:gd name="connsiteX184" fmla="*/ 269821 w 399578"/>
                <a:gd name="connsiteY184" fmla="*/ 209353 h 383236"/>
                <a:gd name="connsiteX185" fmla="*/ 267589 w 399578"/>
                <a:gd name="connsiteY185" fmla="*/ 209353 h 383236"/>
                <a:gd name="connsiteX186" fmla="*/ 267356 w 399578"/>
                <a:gd name="connsiteY186" fmla="*/ 207167 h 383236"/>
                <a:gd name="connsiteX187" fmla="*/ 266844 w 399578"/>
                <a:gd name="connsiteY187" fmla="*/ 204888 h 383236"/>
                <a:gd name="connsiteX188" fmla="*/ 264612 w 399578"/>
                <a:gd name="connsiteY188" fmla="*/ 204144 h 383236"/>
                <a:gd name="connsiteX189" fmla="*/ 263868 w 399578"/>
                <a:gd name="connsiteY189" fmla="*/ 199679 h 383236"/>
                <a:gd name="connsiteX190" fmla="*/ 261635 w 399578"/>
                <a:gd name="connsiteY190" fmla="*/ 198935 h 383236"/>
                <a:gd name="connsiteX191" fmla="*/ 261635 w 399578"/>
                <a:gd name="connsiteY191" fmla="*/ 195214 h 383236"/>
                <a:gd name="connsiteX192" fmla="*/ 259403 w 399578"/>
                <a:gd name="connsiteY192" fmla="*/ 194470 h 383236"/>
                <a:gd name="connsiteX193" fmla="*/ 257915 w 399578"/>
                <a:gd name="connsiteY193" fmla="*/ 190005 h 383236"/>
                <a:gd name="connsiteX194" fmla="*/ 256426 w 399578"/>
                <a:gd name="connsiteY194" fmla="*/ 189261 h 383236"/>
                <a:gd name="connsiteX195" fmla="*/ 256101 w 399578"/>
                <a:gd name="connsiteY195" fmla="*/ 187447 h 383236"/>
                <a:gd name="connsiteX196" fmla="*/ 253450 w 399578"/>
                <a:gd name="connsiteY196" fmla="*/ 184052 h 383236"/>
                <a:gd name="connsiteX197" fmla="*/ 252706 w 399578"/>
                <a:gd name="connsiteY197" fmla="*/ 179587 h 383236"/>
                <a:gd name="connsiteX198" fmla="*/ 250473 w 399578"/>
                <a:gd name="connsiteY198" fmla="*/ 179587 h 383236"/>
                <a:gd name="connsiteX199" fmla="*/ 250613 w 399578"/>
                <a:gd name="connsiteY199" fmla="*/ 177820 h 383236"/>
                <a:gd name="connsiteX200" fmla="*/ 250473 w 399578"/>
                <a:gd name="connsiteY200" fmla="*/ 175867 h 383236"/>
                <a:gd name="connsiteX201" fmla="*/ 248241 w 399578"/>
                <a:gd name="connsiteY201" fmla="*/ 174378 h 383236"/>
                <a:gd name="connsiteX202" fmla="*/ 248101 w 399578"/>
                <a:gd name="connsiteY202" fmla="*/ 169820 h 383236"/>
                <a:gd name="connsiteX203" fmla="*/ 248162 w 399578"/>
                <a:gd name="connsiteY203" fmla="*/ 167350 h 383236"/>
                <a:gd name="connsiteX204" fmla="*/ 248241 w 399578"/>
                <a:gd name="connsiteY204" fmla="*/ 165449 h 383236"/>
                <a:gd name="connsiteX205" fmla="*/ 255682 w 399578"/>
                <a:gd name="connsiteY205" fmla="*/ 164704 h 383236"/>
                <a:gd name="connsiteX206" fmla="*/ 255682 w 399578"/>
                <a:gd name="connsiteY206" fmla="*/ 161728 h 383236"/>
                <a:gd name="connsiteX207" fmla="*/ 258612 w 399578"/>
                <a:gd name="connsiteY207" fmla="*/ 161914 h 383236"/>
                <a:gd name="connsiteX208" fmla="*/ 261635 w 399578"/>
                <a:gd name="connsiteY208" fmla="*/ 161728 h 383236"/>
                <a:gd name="connsiteX209" fmla="*/ 262380 w 399578"/>
                <a:gd name="connsiteY209" fmla="*/ 158751 h 383236"/>
                <a:gd name="connsiteX210" fmla="*/ 266844 w 399578"/>
                <a:gd name="connsiteY210" fmla="*/ 157263 h 383236"/>
                <a:gd name="connsiteX211" fmla="*/ 267589 w 399578"/>
                <a:gd name="connsiteY211" fmla="*/ 155031 h 383236"/>
                <a:gd name="connsiteX212" fmla="*/ 270193 w 399578"/>
                <a:gd name="connsiteY212" fmla="*/ 154705 h 383236"/>
                <a:gd name="connsiteX213" fmla="*/ 272798 w 399578"/>
                <a:gd name="connsiteY213" fmla="*/ 154286 h 383236"/>
                <a:gd name="connsiteX214" fmla="*/ 273170 w 399578"/>
                <a:gd name="connsiteY214" fmla="*/ 152798 h 383236"/>
                <a:gd name="connsiteX215" fmla="*/ 273542 w 399578"/>
                <a:gd name="connsiteY215" fmla="*/ 151310 h 383236"/>
                <a:gd name="connsiteX216" fmla="*/ 278751 w 399578"/>
                <a:gd name="connsiteY216" fmla="*/ 150566 h 383236"/>
                <a:gd name="connsiteX217" fmla="*/ 279495 w 399578"/>
                <a:gd name="connsiteY217" fmla="*/ 148333 h 383236"/>
                <a:gd name="connsiteX218" fmla="*/ 284704 w 399578"/>
                <a:gd name="connsiteY218" fmla="*/ 146845 h 383236"/>
                <a:gd name="connsiteX219" fmla="*/ 285448 w 399578"/>
                <a:gd name="connsiteY219" fmla="*/ 144613 h 383236"/>
                <a:gd name="connsiteX220" fmla="*/ 290657 w 399578"/>
                <a:gd name="connsiteY220" fmla="*/ 143869 h 383236"/>
                <a:gd name="connsiteX221" fmla="*/ 291401 w 399578"/>
                <a:gd name="connsiteY221" fmla="*/ 141636 h 383236"/>
                <a:gd name="connsiteX222" fmla="*/ 294424 w 399578"/>
                <a:gd name="connsiteY222" fmla="*/ 141124 h 383236"/>
                <a:gd name="connsiteX223" fmla="*/ 297354 w 399578"/>
                <a:gd name="connsiteY223" fmla="*/ 140892 h 383236"/>
                <a:gd name="connsiteX224" fmla="*/ 297354 w 399578"/>
                <a:gd name="connsiteY224" fmla="*/ 137915 h 383236"/>
                <a:gd name="connsiteX225" fmla="*/ 307772 w 399578"/>
                <a:gd name="connsiteY225" fmla="*/ 137915 h 383236"/>
                <a:gd name="connsiteX226" fmla="*/ 308005 w 399578"/>
                <a:gd name="connsiteY226" fmla="*/ 140473 h 383236"/>
                <a:gd name="connsiteX227" fmla="*/ 308516 w 399578"/>
                <a:gd name="connsiteY227" fmla="*/ 143124 h 383236"/>
                <a:gd name="connsiteX228" fmla="*/ 310749 w 399578"/>
                <a:gd name="connsiteY228" fmla="*/ 143869 h 383236"/>
                <a:gd name="connsiteX229" fmla="*/ 311493 w 399578"/>
                <a:gd name="connsiteY229" fmla="*/ 147589 h 383236"/>
                <a:gd name="connsiteX230" fmla="*/ 312981 w 399578"/>
                <a:gd name="connsiteY230" fmla="*/ 148333 h 383236"/>
                <a:gd name="connsiteX231" fmla="*/ 314469 w 399578"/>
                <a:gd name="connsiteY231" fmla="*/ 152054 h 383236"/>
                <a:gd name="connsiteX232" fmla="*/ 315958 w 399578"/>
                <a:gd name="connsiteY232" fmla="*/ 152798 h 383236"/>
                <a:gd name="connsiteX233" fmla="*/ 317446 w 399578"/>
                <a:gd name="connsiteY233" fmla="*/ 156519 h 383236"/>
                <a:gd name="connsiteX234" fmla="*/ 318934 w 399578"/>
                <a:gd name="connsiteY234" fmla="*/ 157263 h 383236"/>
                <a:gd name="connsiteX235" fmla="*/ 318888 w 399578"/>
                <a:gd name="connsiteY235" fmla="*/ 159495 h 383236"/>
                <a:gd name="connsiteX236" fmla="*/ 318934 w 399578"/>
                <a:gd name="connsiteY236" fmla="*/ 161728 h 383236"/>
                <a:gd name="connsiteX237" fmla="*/ 321167 w 399578"/>
                <a:gd name="connsiteY237" fmla="*/ 162472 h 383236"/>
                <a:gd name="connsiteX238" fmla="*/ 321539 w 399578"/>
                <a:gd name="connsiteY238" fmla="*/ 164379 h 383236"/>
                <a:gd name="connsiteX239" fmla="*/ 321911 w 399578"/>
                <a:gd name="connsiteY239" fmla="*/ 166193 h 383236"/>
                <a:gd name="connsiteX240" fmla="*/ 324143 w 399578"/>
                <a:gd name="connsiteY240" fmla="*/ 166193 h 383236"/>
                <a:gd name="connsiteX241" fmla="*/ 325631 w 399578"/>
                <a:gd name="connsiteY241" fmla="*/ 170658 h 383236"/>
                <a:gd name="connsiteX242" fmla="*/ 327120 w 399578"/>
                <a:gd name="connsiteY242" fmla="*/ 171402 h 383236"/>
                <a:gd name="connsiteX243" fmla="*/ 327864 w 399578"/>
                <a:gd name="connsiteY243" fmla="*/ 175122 h 383236"/>
                <a:gd name="connsiteX244" fmla="*/ 329352 w 399578"/>
                <a:gd name="connsiteY244" fmla="*/ 175867 h 383236"/>
                <a:gd name="connsiteX245" fmla="*/ 330840 w 399578"/>
                <a:gd name="connsiteY245" fmla="*/ 179587 h 383236"/>
                <a:gd name="connsiteX246" fmla="*/ 332329 w 399578"/>
                <a:gd name="connsiteY246" fmla="*/ 180331 h 383236"/>
                <a:gd name="connsiteX247" fmla="*/ 333817 w 399578"/>
                <a:gd name="connsiteY247" fmla="*/ 185540 h 383236"/>
                <a:gd name="connsiteX248" fmla="*/ 335305 w 399578"/>
                <a:gd name="connsiteY248" fmla="*/ 186285 h 383236"/>
                <a:gd name="connsiteX249" fmla="*/ 335631 w 399578"/>
                <a:gd name="connsiteY249" fmla="*/ 187680 h 383236"/>
                <a:gd name="connsiteX250" fmla="*/ 337166 w 399578"/>
                <a:gd name="connsiteY250" fmla="*/ 190377 h 383236"/>
                <a:gd name="connsiteX251" fmla="*/ 339026 w 399578"/>
                <a:gd name="connsiteY251" fmla="*/ 194470 h 383236"/>
                <a:gd name="connsiteX252" fmla="*/ 340514 w 399578"/>
                <a:gd name="connsiteY252" fmla="*/ 195214 h 383236"/>
                <a:gd name="connsiteX253" fmla="*/ 340840 w 399578"/>
                <a:gd name="connsiteY253" fmla="*/ 197400 h 383236"/>
                <a:gd name="connsiteX254" fmla="*/ 341258 w 399578"/>
                <a:gd name="connsiteY254" fmla="*/ 199679 h 383236"/>
                <a:gd name="connsiteX255" fmla="*/ 343491 w 399578"/>
                <a:gd name="connsiteY255" fmla="*/ 201167 h 383236"/>
                <a:gd name="connsiteX256" fmla="*/ 346514 w 399578"/>
                <a:gd name="connsiteY256" fmla="*/ 207306 h 383236"/>
                <a:gd name="connsiteX257" fmla="*/ 348700 w 399578"/>
                <a:gd name="connsiteY257" fmla="*/ 210097 h 383236"/>
                <a:gd name="connsiteX258" fmla="*/ 350188 w 399578"/>
                <a:gd name="connsiteY258" fmla="*/ 213818 h 383236"/>
                <a:gd name="connsiteX259" fmla="*/ 351676 w 399578"/>
                <a:gd name="connsiteY259" fmla="*/ 214562 h 383236"/>
                <a:gd name="connsiteX260" fmla="*/ 352002 w 399578"/>
                <a:gd name="connsiteY260" fmla="*/ 217073 h 383236"/>
                <a:gd name="connsiteX261" fmla="*/ 354653 w 399578"/>
                <a:gd name="connsiteY261" fmla="*/ 222003 h 383236"/>
                <a:gd name="connsiteX262" fmla="*/ 355397 w 399578"/>
                <a:gd name="connsiteY262" fmla="*/ 224236 h 383236"/>
                <a:gd name="connsiteX263" fmla="*/ 356560 w 399578"/>
                <a:gd name="connsiteY263" fmla="*/ 225259 h 383236"/>
                <a:gd name="connsiteX264" fmla="*/ 357769 w 399578"/>
                <a:gd name="connsiteY264" fmla="*/ 228468 h 383236"/>
                <a:gd name="connsiteX265" fmla="*/ 357630 w 399578"/>
                <a:gd name="connsiteY265" fmla="*/ 230189 h 383236"/>
                <a:gd name="connsiteX266" fmla="*/ 359862 w 399578"/>
                <a:gd name="connsiteY266" fmla="*/ 230189 h 383236"/>
                <a:gd name="connsiteX267" fmla="*/ 361350 w 399578"/>
                <a:gd name="connsiteY267" fmla="*/ 234654 h 383236"/>
                <a:gd name="connsiteX268" fmla="*/ 362839 w 399578"/>
                <a:gd name="connsiteY268" fmla="*/ 235398 h 383236"/>
                <a:gd name="connsiteX269" fmla="*/ 362839 w 399578"/>
                <a:gd name="connsiteY269" fmla="*/ 240607 h 383236"/>
                <a:gd name="connsiteX270" fmla="*/ 365071 w 399578"/>
                <a:gd name="connsiteY270" fmla="*/ 240607 h 383236"/>
                <a:gd name="connsiteX271" fmla="*/ 365303 w 399578"/>
                <a:gd name="connsiteY271" fmla="*/ 242793 h 383236"/>
                <a:gd name="connsiteX272" fmla="*/ 365815 w 399578"/>
                <a:gd name="connsiteY272" fmla="*/ 245072 h 383236"/>
                <a:gd name="connsiteX273" fmla="*/ 368048 w 399578"/>
                <a:gd name="connsiteY273" fmla="*/ 245816 h 383236"/>
                <a:gd name="connsiteX274" fmla="*/ 368792 w 399578"/>
                <a:gd name="connsiteY274" fmla="*/ 250281 h 383236"/>
                <a:gd name="connsiteX275" fmla="*/ 371024 w 399578"/>
                <a:gd name="connsiteY275" fmla="*/ 251025 h 383236"/>
                <a:gd name="connsiteX276" fmla="*/ 371768 w 399578"/>
                <a:gd name="connsiteY276" fmla="*/ 255490 h 383236"/>
                <a:gd name="connsiteX277" fmla="*/ 374001 w 399578"/>
                <a:gd name="connsiteY277" fmla="*/ 257722 h 383236"/>
                <a:gd name="connsiteX278" fmla="*/ 374745 w 399578"/>
                <a:gd name="connsiteY278" fmla="*/ 260699 h 383236"/>
                <a:gd name="connsiteX279" fmla="*/ 376233 w 399578"/>
                <a:gd name="connsiteY279" fmla="*/ 261443 h 383236"/>
                <a:gd name="connsiteX280" fmla="*/ 376977 w 399578"/>
                <a:gd name="connsiteY280" fmla="*/ 265908 h 383236"/>
                <a:gd name="connsiteX281" fmla="*/ 379210 w 399578"/>
                <a:gd name="connsiteY281" fmla="*/ 265908 h 383236"/>
                <a:gd name="connsiteX282" fmla="*/ 379210 w 399578"/>
                <a:gd name="connsiteY282" fmla="*/ 271861 h 383236"/>
                <a:gd name="connsiteX283" fmla="*/ 381442 w 399578"/>
                <a:gd name="connsiteY283" fmla="*/ 271861 h 383236"/>
                <a:gd name="connsiteX284" fmla="*/ 382930 w 399578"/>
                <a:gd name="connsiteY284" fmla="*/ 277070 h 383236"/>
                <a:gd name="connsiteX285" fmla="*/ 384419 w 399578"/>
                <a:gd name="connsiteY285" fmla="*/ 277814 h 383236"/>
                <a:gd name="connsiteX286" fmla="*/ 385907 w 399578"/>
                <a:gd name="connsiteY286" fmla="*/ 282279 h 383236"/>
                <a:gd name="connsiteX287" fmla="*/ 387395 w 399578"/>
                <a:gd name="connsiteY287" fmla="*/ 283023 h 383236"/>
                <a:gd name="connsiteX288" fmla="*/ 388139 w 399578"/>
                <a:gd name="connsiteY288" fmla="*/ 288232 h 383236"/>
                <a:gd name="connsiteX289" fmla="*/ 389628 w 399578"/>
                <a:gd name="connsiteY289" fmla="*/ 288976 h 383236"/>
                <a:gd name="connsiteX290" fmla="*/ 391116 w 399578"/>
                <a:gd name="connsiteY290" fmla="*/ 292697 h 383236"/>
                <a:gd name="connsiteX291" fmla="*/ 392604 w 399578"/>
                <a:gd name="connsiteY291" fmla="*/ 293441 h 383236"/>
                <a:gd name="connsiteX292" fmla="*/ 392930 w 399578"/>
                <a:gd name="connsiteY292" fmla="*/ 296045 h 383236"/>
                <a:gd name="connsiteX293" fmla="*/ 393348 w 399578"/>
                <a:gd name="connsiteY293" fmla="*/ 298650 h 383236"/>
                <a:gd name="connsiteX294" fmla="*/ 395581 w 399578"/>
                <a:gd name="connsiteY294" fmla="*/ 299394 h 383236"/>
                <a:gd name="connsiteX295" fmla="*/ 395581 w 399578"/>
                <a:gd name="connsiteY295" fmla="*/ 305347 h 383236"/>
                <a:gd name="connsiteX296" fmla="*/ 397813 w 399578"/>
                <a:gd name="connsiteY296" fmla="*/ 306091 h 383236"/>
                <a:gd name="connsiteX297" fmla="*/ 399301 w 399578"/>
                <a:gd name="connsiteY297" fmla="*/ 310556 h 383236"/>
                <a:gd name="connsiteX298" fmla="*/ 400790 w 399578"/>
                <a:gd name="connsiteY298" fmla="*/ 311300 h 383236"/>
                <a:gd name="connsiteX299" fmla="*/ 401534 w 399578"/>
                <a:gd name="connsiteY299" fmla="*/ 313951 h 383236"/>
                <a:gd name="connsiteX300" fmla="*/ 402278 w 399578"/>
                <a:gd name="connsiteY300" fmla="*/ 316509 h 383236"/>
                <a:gd name="connsiteX301" fmla="*/ 403766 w 399578"/>
                <a:gd name="connsiteY301" fmla="*/ 316509 h 383236"/>
                <a:gd name="connsiteX302" fmla="*/ 403766 w 399578"/>
                <a:gd name="connsiteY302" fmla="*/ 323206 h 383236"/>
                <a:gd name="connsiteX303" fmla="*/ 405999 w 399578"/>
                <a:gd name="connsiteY303" fmla="*/ 323206 h 383236"/>
                <a:gd name="connsiteX304" fmla="*/ 406789 w 399578"/>
                <a:gd name="connsiteY304" fmla="*/ 326136 h 383236"/>
                <a:gd name="connsiteX305" fmla="*/ 407487 w 399578"/>
                <a:gd name="connsiteY305" fmla="*/ 329160 h 383236"/>
                <a:gd name="connsiteX306" fmla="*/ 408975 w 399578"/>
                <a:gd name="connsiteY306" fmla="*/ 329904 h 383236"/>
                <a:gd name="connsiteX307" fmla="*/ 409719 w 399578"/>
                <a:gd name="connsiteY307" fmla="*/ 335857 h 383236"/>
                <a:gd name="connsiteX308" fmla="*/ 411952 w 399578"/>
                <a:gd name="connsiteY308" fmla="*/ 335857 h 383236"/>
                <a:gd name="connsiteX309" fmla="*/ 412315 w 399578"/>
                <a:gd name="connsiteY309" fmla="*/ 340435 h 383236"/>
                <a:gd name="connsiteX310" fmla="*/ 412696 w 399578"/>
                <a:gd name="connsiteY310" fmla="*/ 341810 h 383236"/>
                <a:gd name="connsiteX311" fmla="*/ 414928 w 399578"/>
                <a:gd name="connsiteY311" fmla="*/ 342554 h 383236"/>
                <a:gd name="connsiteX312" fmla="*/ 414184 w 399578"/>
                <a:gd name="connsiteY312" fmla="*/ 344042 h 383236"/>
                <a:gd name="connsiteX313" fmla="*/ 412696 w 399578"/>
                <a:gd name="connsiteY313" fmla="*/ 344042 h 383236"/>
                <a:gd name="connsiteX314" fmla="*/ 412649 w 399578"/>
                <a:gd name="connsiteY314" fmla="*/ 346554 h 383236"/>
                <a:gd name="connsiteX315" fmla="*/ 411952 w 399578"/>
                <a:gd name="connsiteY315" fmla="*/ 349251 h 383236"/>
                <a:gd name="connsiteX316" fmla="*/ 406743 w 399578"/>
                <a:gd name="connsiteY316" fmla="*/ 350740 h 383236"/>
                <a:gd name="connsiteX317" fmla="*/ 405999 w 399578"/>
                <a:gd name="connsiteY317" fmla="*/ 352972 h 383236"/>
                <a:gd name="connsiteX318" fmla="*/ 404138 w 399578"/>
                <a:gd name="connsiteY318" fmla="*/ 353298 h 383236"/>
                <a:gd name="connsiteX319" fmla="*/ 402278 w 399578"/>
                <a:gd name="connsiteY319" fmla="*/ 353716 h 383236"/>
                <a:gd name="connsiteX320" fmla="*/ 401999 w 399578"/>
                <a:gd name="connsiteY320" fmla="*/ 355204 h 383236"/>
                <a:gd name="connsiteX321" fmla="*/ 401534 w 399578"/>
                <a:gd name="connsiteY321" fmla="*/ 356693 h 383236"/>
                <a:gd name="connsiteX322" fmla="*/ 396325 w 399578"/>
                <a:gd name="connsiteY322" fmla="*/ 357437 h 383236"/>
                <a:gd name="connsiteX323" fmla="*/ 395581 w 399578"/>
                <a:gd name="connsiteY323" fmla="*/ 359669 h 383236"/>
                <a:gd name="connsiteX324" fmla="*/ 393674 w 399578"/>
                <a:gd name="connsiteY324" fmla="*/ 360413 h 383236"/>
                <a:gd name="connsiteX325" fmla="*/ 391860 w 399578"/>
                <a:gd name="connsiteY325" fmla="*/ 361158 h 383236"/>
                <a:gd name="connsiteX326" fmla="*/ 391860 w 399578"/>
                <a:gd name="connsiteY326" fmla="*/ 363390 h 383236"/>
                <a:gd name="connsiteX327" fmla="*/ 389302 w 399578"/>
                <a:gd name="connsiteY327" fmla="*/ 363623 h 383236"/>
                <a:gd name="connsiteX328" fmla="*/ 386651 w 399578"/>
                <a:gd name="connsiteY328" fmla="*/ 364134 h 383236"/>
                <a:gd name="connsiteX329" fmla="*/ 385907 w 399578"/>
                <a:gd name="connsiteY329" fmla="*/ 366367 h 383236"/>
                <a:gd name="connsiteX330" fmla="*/ 381442 w 399578"/>
                <a:gd name="connsiteY330" fmla="*/ 367855 h 383236"/>
                <a:gd name="connsiteX331" fmla="*/ 380698 w 399578"/>
                <a:gd name="connsiteY331" fmla="*/ 370087 h 383236"/>
                <a:gd name="connsiteX332" fmla="*/ 378512 w 399578"/>
                <a:gd name="connsiteY332" fmla="*/ 370413 h 383236"/>
                <a:gd name="connsiteX333" fmla="*/ 376233 w 399578"/>
                <a:gd name="connsiteY333" fmla="*/ 370831 h 383236"/>
                <a:gd name="connsiteX334" fmla="*/ 374745 w 399578"/>
                <a:gd name="connsiteY334" fmla="*/ 373808 h 383236"/>
                <a:gd name="connsiteX335" fmla="*/ 371024 w 399578"/>
                <a:gd name="connsiteY335" fmla="*/ 374552 h 383236"/>
                <a:gd name="connsiteX336" fmla="*/ 370280 w 399578"/>
                <a:gd name="connsiteY336" fmla="*/ 376784 h 383236"/>
                <a:gd name="connsiteX337" fmla="*/ 368048 w 399578"/>
                <a:gd name="connsiteY337" fmla="*/ 377110 h 383236"/>
                <a:gd name="connsiteX338" fmla="*/ 365815 w 399578"/>
                <a:gd name="connsiteY338" fmla="*/ 377529 h 383236"/>
                <a:gd name="connsiteX339" fmla="*/ 365443 w 399578"/>
                <a:gd name="connsiteY339" fmla="*/ 379063 h 383236"/>
                <a:gd name="connsiteX340" fmla="*/ 365071 w 399578"/>
                <a:gd name="connsiteY340" fmla="*/ 380505 h 383236"/>
                <a:gd name="connsiteX341" fmla="*/ 360606 w 399578"/>
                <a:gd name="connsiteY341" fmla="*/ 380505 h 383236"/>
                <a:gd name="connsiteX342" fmla="*/ 360324 w 399578"/>
                <a:gd name="connsiteY342" fmla="*/ 381967 h 383236"/>
                <a:gd name="connsiteX343" fmla="*/ 359862 w 399578"/>
                <a:gd name="connsiteY343" fmla="*/ 383482 h 383236"/>
                <a:gd name="connsiteX344" fmla="*/ 352421 w 399578"/>
                <a:gd name="connsiteY344" fmla="*/ 383482 h 383236"/>
                <a:gd name="connsiteX345" fmla="*/ 350932 w 399578"/>
                <a:gd name="connsiteY345" fmla="*/ 379761 h 383236"/>
                <a:gd name="connsiteX346" fmla="*/ 349444 w 399578"/>
                <a:gd name="connsiteY346" fmla="*/ 379017 h 383236"/>
                <a:gd name="connsiteX347" fmla="*/ 348979 w 399578"/>
                <a:gd name="connsiteY347" fmla="*/ 375622 h 383236"/>
                <a:gd name="connsiteX348" fmla="*/ 348810 w 399578"/>
                <a:gd name="connsiteY348" fmla="*/ 373759 h 383236"/>
                <a:gd name="connsiteX349" fmla="*/ 348700 w 399578"/>
                <a:gd name="connsiteY349" fmla="*/ 372320 h 383236"/>
                <a:gd name="connsiteX350" fmla="*/ 346467 w 399578"/>
                <a:gd name="connsiteY350" fmla="*/ 372320 h 383236"/>
                <a:gd name="connsiteX351" fmla="*/ 346104 w 399578"/>
                <a:gd name="connsiteY351" fmla="*/ 367741 h 383236"/>
                <a:gd name="connsiteX352" fmla="*/ 345723 w 399578"/>
                <a:gd name="connsiteY352" fmla="*/ 366367 h 383236"/>
                <a:gd name="connsiteX353" fmla="*/ 343491 w 399578"/>
                <a:gd name="connsiteY353" fmla="*/ 365622 h 383236"/>
                <a:gd name="connsiteX354" fmla="*/ 343630 w 399578"/>
                <a:gd name="connsiteY354" fmla="*/ 360437 h 383236"/>
                <a:gd name="connsiteX355" fmla="*/ 343491 w 399578"/>
                <a:gd name="connsiteY355" fmla="*/ 358925 h 383236"/>
                <a:gd name="connsiteX356" fmla="*/ 341258 w 399578"/>
                <a:gd name="connsiteY356" fmla="*/ 358181 h 383236"/>
                <a:gd name="connsiteX357" fmla="*/ 339770 w 399578"/>
                <a:gd name="connsiteY357" fmla="*/ 352972 h 383236"/>
                <a:gd name="connsiteX358" fmla="*/ 338282 w 399578"/>
                <a:gd name="connsiteY358" fmla="*/ 352228 h 383236"/>
                <a:gd name="connsiteX359" fmla="*/ 337538 w 399578"/>
                <a:gd name="connsiteY359" fmla="*/ 349577 h 383236"/>
                <a:gd name="connsiteX360" fmla="*/ 336794 w 399578"/>
                <a:gd name="connsiteY360" fmla="*/ 347019 h 383236"/>
                <a:gd name="connsiteX361" fmla="*/ 335305 w 399578"/>
                <a:gd name="connsiteY361" fmla="*/ 347019 h 383236"/>
                <a:gd name="connsiteX362" fmla="*/ 334869 w 399578"/>
                <a:gd name="connsiteY362" fmla="*/ 342441 h 383236"/>
                <a:gd name="connsiteX363" fmla="*/ 334561 w 399578"/>
                <a:gd name="connsiteY363" fmla="*/ 341066 h 383236"/>
                <a:gd name="connsiteX364" fmla="*/ 333073 w 399578"/>
                <a:gd name="connsiteY364" fmla="*/ 340322 h 383236"/>
                <a:gd name="connsiteX365" fmla="*/ 331585 w 399578"/>
                <a:gd name="connsiteY365" fmla="*/ 335113 h 383236"/>
                <a:gd name="connsiteX366" fmla="*/ 330096 w 399578"/>
                <a:gd name="connsiteY366" fmla="*/ 334368 h 383236"/>
                <a:gd name="connsiteX367" fmla="*/ 328608 w 399578"/>
                <a:gd name="connsiteY367" fmla="*/ 329160 h 383236"/>
                <a:gd name="connsiteX368" fmla="*/ 327120 w 399578"/>
                <a:gd name="connsiteY368" fmla="*/ 328415 h 383236"/>
                <a:gd name="connsiteX369" fmla="*/ 326376 w 399578"/>
                <a:gd name="connsiteY369" fmla="*/ 323206 h 383236"/>
                <a:gd name="connsiteX370" fmla="*/ 324887 w 399578"/>
                <a:gd name="connsiteY370" fmla="*/ 322462 h 383236"/>
                <a:gd name="connsiteX371" fmla="*/ 324887 w 399578"/>
                <a:gd name="connsiteY371" fmla="*/ 318742 h 383236"/>
                <a:gd name="connsiteX372" fmla="*/ 300331 w 399578"/>
                <a:gd name="connsiteY372" fmla="*/ 319486 h 383236"/>
                <a:gd name="connsiteX373" fmla="*/ 300331 w 399578"/>
                <a:gd name="connsiteY373" fmla="*/ 322462 h 383236"/>
                <a:gd name="connsiteX374" fmla="*/ 297474 w 399578"/>
                <a:gd name="connsiteY374" fmla="*/ 322495 h 383236"/>
                <a:gd name="connsiteX375" fmla="*/ 287018 w 399578"/>
                <a:gd name="connsiteY375" fmla="*/ 322658 h 383236"/>
                <a:gd name="connsiteX376" fmla="*/ 282486 w 399578"/>
                <a:gd name="connsiteY376" fmla="*/ 322720 h 383236"/>
                <a:gd name="connsiteX377" fmla="*/ 275986 w 399578"/>
                <a:gd name="connsiteY377" fmla="*/ 322826 h 383236"/>
                <a:gd name="connsiteX378" fmla="*/ 273926 w 399578"/>
                <a:gd name="connsiteY378" fmla="*/ 322840 h 383236"/>
                <a:gd name="connsiteX379" fmla="*/ 269077 w 399578"/>
                <a:gd name="connsiteY379" fmla="*/ 323206 h 383236"/>
                <a:gd name="connsiteX380" fmla="*/ 268333 w 399578"/>
                <a:gd name="connsiteY380" fmla="*/ 325439 h 383236"/>
                <a:gd name="connsiteX381" fmla="*/ 265243 w 399578"/>
                <a:gd name="connsiteY381" fmla="*/ 325761 h 383236"/>
                <a:gd name="connsiteX382" fmla="*/ 263256 w 399578"/>
                <a:gd name="connsiteY382" fmla="*/ 325805 h 383236"/>
                <a:gd name="connsiteX383" fmla="*/ 261098 w 399578"/>
                <a:gd name="connsiteY383" fmla="*/ 325820 h 383236"/>
                <a:gd name="connsiteX384" fmla="*/ 258899 w 399578"/>
                <a:gd name="connsiteY384" fmla="*/ 325860 h 383236"/>
                <a:gd name="connsiteX385" fmla="*/ 251915 w 399578"/>
                <a:gd name="connsiteY385" fmla="*/ 325950 h 383236"/>
                <a:gd name="connsiteX386" fmla="*/ 247193 w 399578"/>
                <a:gd name="connsiteY386" fmla="*/ 326027 h 383236"/>
                <a:gd name="connsiteX387" fmla="*/ 235590 w 399578"/>
                <a:gd name="connsiteY387" fmla="*/ 326183 h 383236"/>
                <a:gd name="connsiteX388" fmla="*/ 235590 w 399578"/>
                <a:gd name="connsiteY388" fmla="*/ 329160 h 383236"/>
                <a:gd name="connsiteX389" fmla="*/ 232665 w 399578"/>
                <a:gd name="connsiteY389" fmla="*/ 329181 h 383236"/>
                <a:gd name="connsiteX390" fmla="*/ 221960 w 399578"/>
                <a:gd name="connsiteY390" fmla="*/ 329314 h 383236"/>
                <a:gd name="connsiteX391" fmla="*/ 217320 w 399578"/>
                <a:gd name="connsiteY391" fmla="*/ 329361 h 383236"/>
                <a:gd name="connsiteX392" fmla="*/ 210665 w 399578"/>
                <a:gd name="connsiteY392" fmla="*/ 329450 h 383236"/>
                <a:gd name="connsiteX393" fmla="*/ 208555 w 399578"/>
                <a:gd name="connsiteY393" fmla="*/ 329453 h 383236"/>
                <a:gd name="connsiteX394" fmla="*/ 206614 w 399578"/>
                <a:gd name="connsiteY394" fmla="*/ 329497 h 383236"/>
                <a:gd name="connsiteX395" fmla="*/ 204897 w 399578"/>
                <a:gd name="connsiteY395" fmla="*/ 329517 h 383236"/>
                <a:gd name="connsiteX396" fmla="*/ 203592 w 399578"/>
                <a:gd name="connsiteY396" fmla="*/ 329904 h 383236"/>
                <a:gd name="connsiteX397" fmla="*/ 202848 w 399578"/>
                <a:gd name="connsiteY397" fmla="*/ 332880 h 383236"/>
                <a:gd name="connsiteX398" fmla="*/ 195965 w 399578"/>
                <a:gd name="connsiteY398" fmla="*/ 333255 h 383236"/>
                <a:gd name="connsiteX399" fmla="*/ 193871 w 399578"/>
                <a:gd name="connsiteY399" fmla="*/ 333276 h 383236"/>
                <a:gd name="connsiteX400" fmla="*/ 187221 w 399578"/>
                <a:gd name="connsiteY400" fmla="*/ 333299 h 383236"/>
                <a:gd name="connsiteX401" fmla="*/ 180571 w 399578"/>
                <a:gd name="connsiteY401" fmla="*/ 333329 h 383236"/>
                <a:gd name="connsiteX402" fmla="*/ 176425 w 399578"/>
                <a:gd name="connsiteY402" fmla="*/ 333334 h 383236"/>
                <a:gd name="connsiteX403" fmla="*/ 171594 w 399578"/>
                <a:gd name="connsiteY403" fmla="*/ 333624 h 383236"/>
                <a:gd name="connsiteX404" fmla="*/ 170850 w 399578"/>
                <a:gd name="connsiteY404" fmla="*/ 335857 h 383236"/>
                <a:gd name="connsiteX405" fmla="*/ 164292 w 399578"/>
                <a:gd name="connsiteY405" fmla="*/ 336133 h 383236"/>
                <a:gd name="connsiteX406" fmla="*/ 160240 w 399578"/>
                <a:gd name="connsiteY406" fmla="*/ 336172 h 383236"/>
                <a:gd name="connsiteX407" fmla="*/ 153817 w 399578"/>
                <a:gd name="connsiteY407" fmla="*/ 336181 h 383236"/>
                <a:gd name="connsiteX408" fmla="*/ 147642 w 399578"/>
                <a:gd name="connsiteY408" fmla="*/ 336226 h 383236"/>
                <a:gd name="connsiteX409" fmla="*/ 145688 w 399578"/>
                <a:gd name="connsiteY409" fmla="*/ 336207 h 383236"/>
                <a:gd name="connsiteX410" fmla="*/ 141085 w 399578"/>
                <a:gd name="connsiteY410" fmla="*/ 336601 h 383236"/>
                <a:gd name="connsiteX411" fmla="*/ 140340 w 399578"/>
                <a:gd name="connsiteY411" fmla="*/ 339577 h 383236"/>
                <a:gd name="connsiteX412" fmla="*/ 133946 w 399578"/>
                <a:gd name="connsiteY412" fmla="*/ 339952 h 383236"/>
                <a:gd name="connsiteX413" fmla="*/ 132002 w 399578"/>
                <a:gd name="connsiteY413" fmla="*/ 339974 h 383236"/>
                <a:gd name="connsiteX414" fmla="*/ 125830 w 399578"/>
                <a:gd name="connsiteY414" fmla="*/ 339996 h 383236"/>
                <a:gd name="connsiteX415" fmla="*/ 119657 w 399578"/>
                <a:gd name="connsiteY415" fmla="*/ 340026 h 383236"/>
                <a:gd name="connsiteX416" fmla="*/ 115809 w 399578"/>
                <a:gd name="connsiteY416" fmla="*/ 340032 h 383236"/>
                <a:gd name="connsiteX417" fmla="*/ 111319 w 399578"/>
                <a:gd name="connsiteY417" fmla="*/ 340322 h 383236"/>
                <a:gd name="connsiteX418" fmla="*/ 110575 w 399578"/>
                <a:gd name="connsiteY418" fmla="*/ 342554 h 383236"/>
                <a:gd name="connsiteX419" fmla="*/ 104968 w 399578"/>
                <a:gd name="connsiteY419" fmla="*/ 342935 h 383236"/>
                <a:gd name="connsiteX420" fmla="*/ 103269 w 399578"/>
                <a:gd name="connsiteY420" fmla="*/ 342975 h 383236"/>
                <a:gd name="connsiteX421" fmla="*/ 97878 w 399578"/>
                <a:gd name="connsiteY421" fmla="*/ 343066 h 383236"/>
                <a:gd name="connsiteX422" fmla="*/ 94231 w 399578"/>
                <a:gd name="connsiteY422" fmla="*/ 343143 h 383236"/>
                <a:gd name="connsiteX423" fmla="*/ 85274 w 399578"/>
                <a:gd name="connsiteY423" fmla="*/ 343298 h 383236"/>
                <a:gd name="connsiteX424" fmla="*/ 85274 w 399578"/>
                <a:gd name="connsiteY424" fmla="*/ 346275 h 383236"/>
                <a:gd name="connsiteX425" fmla="*/ 65182 w 399578"/>
                <a:gd name="connsiteY425" fmla="*/ 347019 h 383236"/>
                <a:gd name="connsiteX426" fmla="*/ 65182 w 399578"/>
                <a:gd name="connsiteY426" fmla="*/ 349251 h 383236"/>
                <a:gd name="connsiteX427" fmla="*/ 58531 w 399578"/>
                <a:gd name="connsiteY427" fmla="*/ 349995 h 383236"/>
                <a:gd name="connsiteX428" fmla="*/ 51044 w 399578"/>
                <a:gd name="connsiteY428" fmla="*/ 350740 h 383236"/>
                <a:gd name="connsiteX429" fmla="*/ 50299 w 399578"/>
                <a:gd name="connsiteY429" fmla="*/ 352972 h 383236"/>
                <a:gd name="connsiteX430" fmla="*/ 43951 w 399578"/>
                <a:gd name="connsiteY430" fmla="*/ 352687 h 383236"/>
                <a:gd name="connsiteX431" fmla="*/ 42114 w 399578"/>
                <a:gd name="connsiteY431" fmla="*/ 352972 h 383236"/>
                <a:gd name="connsiteX432" fmla="*/ 41370 w 399578"/>
                <a:gd name="connsiteY432" fmla="*/ 356693 h 383236"/>
                <a:gd name="connsiteX433" fmla="*/ 37649 w 399578"/>
                <a:gd name="connsiteY433" fmla="*/ 355949 h 383236"/>
                <a:gd name="connsiteX434" fmla="*/ 37155 w 399578"/>
                <a:gd name="connsiteY434" fmla="*/ 350181 h 383236"/>
                <a:gd name="connsiteX435" fmla="*/ 36905 w 399578"/>
                <a:gd name="connsiteY435" fmla="*/ 348507 h 383236"/>
                <a:gd name="connsiteX436" fmla="*/ 34672 w 399578"/>
                <a:gd name="connsiteY436" fmla="*/ 347763 h 383236"/>
                <a:gd name="connsiteX437" fmla="*/ 34254 w 399578"/>
                <a:gd name="connsiteY437" fmla="*/ 342601 h 383236"/>
                <a:gd name="connsiteX438" fmla="*/ 32440 w 399578"/>
                <a:gd name="connsiteY438" fmla="*/ 335857 h 383236"/>
                <a:gd name="connsiteX439" fmla="*/ 31975 w 399578"/>
                <a:gd name="connsiteY439" fmla="*/ 330927 h 383236"/>
                <a:gd name="connsiteX440" fmla="*/ 31806 w 399578"/>
                <a:gd name="connsiteY440" fmla="*/ 328247 h 383236"/>
                <a:gd name="connsiteX441" fmla="*/ 31696 w 399578"/>
                <a:gd name="connsiteY441" fmla="*/ 326183 h 383236"/>
                <a:gd name="connsiteX442" fmla="*/ 29464 w 399578"/>
                <a:gd name="connsiteY442" fmla="*/ 326183 h 383236"/>
                <a:gd name="connsiteX443" fmla="*/ 28719 w 399578"/>
                <a:gd name="connsiteY443" fmla="*/ 316509 h 383236"/>
                <a:gd name="connsiteX444" fmla="*/ 26487 w 399578"/>
                <a:gd name="connsiteY444" fmla="*/ 316509 h 383236"/>
                <a:gd name="connsiteX445" fmla="*/ 26565 w 399578"/>
                <a:gd name="connsiteY445" fmla="*/ 314582 h 383236"/>
                <a:gd name="connsiteX446" fmla="*/ 26626 w 399578"/>
                <a:gd name="connsiteY446" fmla="*/ 312091 h 383236"/>
                <a:gd name="connsiteX447" fmla="*/ 26705 w 399578"/>
                <a:gd name="connsiteY447" fmla="*/ 309605 h 383236"/>
                <a:gd name="connsiteX448" fmla="*/ 26487 w 399578"/>
                <a:gd name="connsiteY448" fmla="*/ 307579 h 383236"/>
                <a:gd name="connsiteX449" fmla="*/ 24255 w 399578"/>
                <a:gd name="connsiteY449" fmla="*/ 306835 h 383236"/>
                <a:gd name="connsiteX450" fmla="*/ 23464 w 399578"/>
                <a:gd name="connsiteY450" fmla="*/ 303115 h 383236"/>
                <a:gd name="connsiteX451" fmla="*/ 22766 w 399578"/>
                <a:gd name="connsiteY451" fmla="*/ 299394 h 383236"/>
                <a:gd name="connsiteX452" fmla="*/ 21278 w 399578"/>
                <a:gd name="connsiteY452" fmla="*/ 298650 h 383236"/>
                <a:gd name="connsiteX453" fmla="*/ 20862 w 399578"/>
                <a:gd name="connsiteY453" fmla="*/ 292883 h 383236"/>
                <a:gd name="connsiteX454" fmla="*/ 20534 w 399578"/>
                <a:gd name="connsiteY454" fmla="*/ 291208 h 383236"/>
                <a:gd name="connsiteX455" fmla="*/ 18301 w 399578"/>
                <a:gd name="connsiteY455" fmla="*/ 290464 h 383236"/>
                <a:gd name="connsiteX456" fmla="*/ 17883 w 399578"/>
                <a:gd name="connsiteY456" fmla="*/ 287116 h 383236"/>
                <a:gd name="connsiteX457" fmla="*/ 17557 w 399578"/>
                <a:gd name="connsiteY457" fmla="*/ 283767 h 383236"/>
                <a:gd name="connsiteX458" fmla="*/ 16069 w 399578"/>
                <a:gd name="connsiteY458" fmla="*/ 283023 h 383236"/>
                <a:gd name="connsiteX459" fmla="*/ 15557 w 399578"/>
                <a:gd name="connsiteY459" fmla="*/ 279721 h 383236"/>
                <a:gd name="connsiteX460" fmla="*/ 15363 w 399578"/>
                <a:gd name="connsiteY460" fmla="*/ 277910 h 383236"/>
                <a:gd name="connsiteX461" fmla="*/ 16069 w 399578"/>
                <a:gd name="connsiteY461" fmla="*/ 274837 h 383236"/>
                <a:gd name="connsiteX462" fmla="*/ 18720 w 399578"/>
                <a:gd name="connsiteY462" fmla="*/ 274140 h 383236"/>
                <a:gd name="connsiteX463" fmla="*/ 21278 w 399578"/>
                <a:gd name="connsiteY463" fmla="*/ 273349 h 383236"/>
                <a:gd name="connsiteX464" fmla="*/ 21278 w 399578"/>
                <a:gd name="connsiteY464" fmla="*/ 271117 h 383236"/>
                <a:gd name="connsiteX465" fmla="*/ 27231 w 399578"/>
                <a:gd name="connsiteY465" fmla="*/ 271117 h 383236"/>
                <a:gd name="connsiteX466" fmla="*/ 27231 w 399578"/>
                <a:gd name="connsiteY466" fmla="*/ 268140 h 383236"/>
                <a:gd name="connsiteX467" fmla="*/ 31696 w 399578"/>
                <a:gd name="connsiteY467" fmla="*/ 267396 h 383236"/>
                <a:gd name="connsiteX468" fmla="*/ 31696 w 399578"/>
                <a:gd name="connsiteY468" fmla="*/ 264419 h 383236"/>
                <a:gd name="connsiteX469" fmla="*/ 34672 w 399578"/>
                <a:gd name="connsiteY469" fmla="*/ 263675 h 383236"/>
                <a:gd name="connsiteX470" fmla="*/ 35417 w 399578"/>
                <a:gd name="connsiteY470" fmla="*/ 261443 h 383236"/>
                <a:gd name="connsiteX471" fmla="*/ 36951 w 399578"/>
                <a:gd name="connsiteY471" fmla="*/ 261071 h 383236"/>
                <a:gd name="connsiteX472" fmla="*/ 38393 w 399578"/>
                <a:gd name="connsiteY472" fmla="*/ 260699 h 383236"/>
                <a:gd name="connsiteX473" fmla="*/ 38393 w 399578"/>
                <a:gd name="connsiteY473" fmla="*/ 258466 h 383236"/>
                <a:gd name="connsiteX474" fmla="*/ 40626 w 399578"/>
                <a:gd name="connsiteY474" fmla="*/ 256234 h 383236"/>
                <a:gd name="connsiteX475" fmla="*/ 43602 w 399578"/>
                <a:gd name="connsiteY475" fmla="*/ 251769 h 383236"/>
                <a:gd name="connsiteX476" fmla="*/ 47323 w 399578"/>
                <a:gd name="connsiteY476" fmla="*/ 248048 h 383236"/>
                <a:gd name="connsiteX477" fmla="*/ 49555 w 399578"/>
                <a:gd name="connsiteY477" fmla="*/ 244327 h 383236"/>
                <a:gd name="connsiteX478" fmla="*/ 51044 w 399578"/>
                <a:gd name="connsiteY478" fmla="*/ 243583 h 383236"/>
                <a:gd name="connsiteX479" fmla="*/ 51788 w 399578"/>
                <a:gd name="connsiteY479" fmla="*/ 241351 h 383236"/>
                <a:gd name="connsiteX480" fmla="*/ 53276 w 399578"/>
                <a:gd name="connsiteY480" fmla="*/ 240607 h 383236"/>
                <a:gd name="connsiteX481" fmla="*/ 53602 w 399578"/>
                <a:gd name="connsiteY481" fmla="*/ 238746 h 383236"/>
                <a:gd name="connsiteX482" fmla="*/ 54020 w 399578"/>
                <a:gd name="connsiteY482" fmla="*/ 236886 h 383236"/>
                <a:gd name="connsiteX483" fmla="*/ 56253 w 399578"/>
                <a:gd name="connsiteY483" fmla="*/ 236142 h 383236"/>
                <a:gd name="connsiteX484" fmla="*/ 56997 w 399578"/>
                <a:gd name="connsiteY484" fmla="*/ 232421 h 383236"/>
                <a:gd name="connsiteX485" fmla="*/ 58485 w 399578"/>
                <a:gd name="connsiteY485" fmla="*/ 232421 h 383236"/>
                <a:gd name="connsiteX486" fmla="*/ 59229 w 399578"/>
                <a:gd name="connsiteY486" fmla="*/ 230933 h 383236"/>
                <a:gd name="connsiteX487" fmla="*/ 59973 w 399578"/>
                <a:gd name="connsiteY487" fmla="*/ 229445 h 383236"/>
                <a:gd name="connsiteX488" fmla="*/ 61462 w 399578"/>
                <a:gd name="connsiteY488" fmla="*/ 229445 h 383236"/>
                <a:gd name="connsiteX489" fmla="*/ 62066 w 399578"/>
                <a:gd name="connsiteY489" fmla="*/ 227073 h 383236"/>
                <a:gd name="connsiteX490" fmla="*/ 66671 w 399578"/>
                <a:gd name="connsiteY490" fmla="*/ 220515 h 383236"/>
                <a:gd name="connsiteX491" fmla="*/ 67926 w 399578"/>
                <a:gd name="connsiteY491" fmla="*/ 218422 h 383236"/>
                <a:gd name="connsiteX492" fmla="*/ 68903 w 399578"/>
                <a:gd name="connsiteY492" fmla="*/ 216794 h 383236"/>
                <a:gd name="connsiteX493" fmla="*/ 70391 w 399578"/>
                <a:gd name="connsiteY493" fmla="*/ 216794 h 383236"/>
                <a:gd name="connsiteX494" fmla="*/ 71135 w 399578"/>
                <a:gd name="connsiteY494" fmla="*/ 213074 h 383236"/>
                <a:gd name="connsiteX495" fmla="*/ 72624 w 399578"/>
                <a:gd name="connsiteY495" fmla="*/ 212329 h 383236"/>
                <a:gd name="connsiteX496" fmla="*/ 72996 w 399578"/>
                <a:gd name="connsiteY496" fmla="*/ 210469 h 383236"/>
                <a:gd name="connsiteX497" fmla="*/ 73368 w 399578"/>
                <a:gd name="connsiteY497" fmla="*/ 208609 h 383236"/>
                <a:gd name="connsiteX498" fmla="*/ 74856 w 399578"/>
                <a:gd name="connsiteY498" fmla="*/ 207865 h 383236"/>
                <a:gd name="connsiteX499" fmla="*/ 75600 w 399578"/>
                <a:gd name="connsiteY499" fmla="*/ 206004 h 383236"/>
                <a:gd name="connsiteX500" fmla="*/ 77833 w 399578"/>
                <a:gd name="connsiteY500" fmla="*/ 203400 h 383236"/>
                <a:gd name="connsiteX501" fmla="*/ 78158 w 399578"/>
                <a:gd name="connsiteY501" fmla="*/ 201493 h 383236"/>
                <a:gd name="connsiteX502" fmla="*/ 78577 w 399578"/>
                <a:gd name="connsiteY502" fmla="*/ 199679 h 383236"/>
                <a:gd name="connsiteX503" fmla="*/ 80809 w 399578"/>
                <a:gd name="connsiteY503" fmla="*/ 199679 h 383236"/>
                <a:gd name="connsiteX504" fmla="*/ 81088 w 399578"/>
                <a:gd name="connsiteY504" fmla="*/ 197493 h 383236"/>
                <a:gd name="connsiteX505" fmla="*/ 81553 w 399578"/>
                <a:gd name="connsiteY505" fmla="*/ 195214 h 383236"/>
                <a:gd name="connsiteX506" fmla="*/ 83042 w 399578"/>
                <a:gd name="connsiteY506" fmla="*/ 194470 h 383236"/>
                <a:gd name="connsiteX507" fmla="*/ 83786 w 399578"/>
                <a:gd name="connsiteY507" fmla="*/ 192238 h 383236"/>
                <a:gd name="connsiteX508" fmla="*/ 86018 w 399578"/>
                <a:gd name="connsiteY508" fmla="*/ 189261 h 383236"/>
                <a:gd name="connsiteX509" fmla="*/ 86344 w 399578"/>
                <a:gd name="connsiteY509" fmla="*/ 187819 h 383236"/>
                <a:gd name="connsiteX510" fmla="*/ 88995 w 399578"/>
                <a:gd name="connsiteY510" fmla="*/ 184796 h 383236"/>
                <a:gd name="connsiteX511" fmla="*/ 89739 w 399578"/>
                <a:gd name="connsiteY511" fmla="*/ 181076 h 383236"/>
                <a:gd name="connsiteX512" fmla="*/ 91227 w 399578"/>
                <a:gd name="connsiteY512" fmla="*/ 180331 h 383236"/>
                <a:gd name="connsiteX513" fmla="*/ 91971 w 399578"/>
                <a:gd name="connsiteY513" fmla="*/ 178099 h 383236"/>
                <a:gd name="connsiteX514" fmla="*/ 94204 w 399578"/>
                <a:gd name="connsiteY514" fmla="*/ 175122 h 383236"/>
                <a:gd name="connsiteX515" fmla="*/ 94529 w 399578"/>
                <a:gd name="connsiteY515" fmla="*/ 173355 h 383236"/>
                <a:gd name="connsiteX516" fmla="*/ 97180 w 399578"/>
                <a:gd name="connsiteY516" fmla="*/ 169169 h 383236"/>
                <a:gd name="connsiteX517" fmla="*/ 97552 w 399578"/>
                <a:gd name="connsiteY517" fmla="*/ 167541 h 383236"/>
                <a:gd name="connsiteX518" fmla="*/ 97924 w 399578"/>
                <a:gd name="connsiteY518" fmla="*/ 166193 h 383236"/>
                <a:gd name="connsiteX519" fmla="*/ 100157 w 399578"/>
                <a:gd name="connsiteY519" fmla="*/ 166193 h 383236"/>
                <a:gd name="connsiteX520" fmla="*/ 100157 w 399578"/>
                <a:gd name="connsiteY520" fmla="*/ 160984 h 383236"/>
                <a:gd name="connsiteX521" fmla="*/ 102389 w 399578"/>
                <a:gd name="connsiteY521" fmla="*/ 160984 h 383236"/>
                <a:gd name="connsiteX522" fmla="*/ 103878 w 399578"/>
                <a:gd name="connsiteY522" fmla="*/ 155775 h 383236"/>
                <a:gd name="connsiteX523" fmla="*/ 105366 w 399578"/>
                <a:gd name="connsiteY523" fmla="*/ 155031 h 383236"/>
                <a:gd name="connsiteX524" fmla="*/ 105738 w 399578"/>
                <a:gd name="connsiteY524" fmla="*/ 152798 h 383236"/>
                <a:gd name="connsiteX525" fmla="*/ 106110 w 399578"/>
                <a:gd name="connsiteY525" fmla="*/ 150566 h 383236"/>
                <a:gd name="connsiteX526" fmla="*/ 107598 w 399578"/>
                <a:gd name="connsiteY526" fmla="*/ 149822 h 383236"/>
                <a:gd name="connsiteX527" fmla="*/ 108714 w 399578"/>
                <a:gd name="connsiteY527" fmla="*/ 147543 h 383236"/>
                <a:gd name="connsiteX528" fmla="*/ 109831 w 399578"/>
                <a:gd name="connsiteY528" fmla="*/ 145357 h 383236"/>
                <a:gd name="connsiteX529" fmla="*/ 111319 w 399578"/>
                <a:gd name="connsiteY529" fmla="*/ 145357 h 383236"/>
                <a:gd name="connsiteX530" fmla="*/ 111319 w 399578"/>
                <a:gd name="connsiteY530" fmla="*/ 139404 h 383236"/>
                <a:gd name="connsiteX531" fmla="*/ 113551 w 399578"/>
                <a:gd name="connsiteY531" fmla="*/ 139404 h 383236"/>
                <a:gd name="connsiteX532" fmla="*/ 113830 w 399578"/>
                <a:gd name="connsiteY532" fmla="*/ 137218 h 383236"/>
                <a:gd name="connsiteX533" fmla="*/ 114296 w 399578"/>
                <a:gd name="connsiteY533" fmla="*/ 134939 h 383236"/>
                <a:gd name="connsiteX534" fmla="*/ 115784 w 399578"/>
                <a:gd name="connsiteY534" fmla="*/ 134195 h 383236"/>
                <a:gd name="connsiteX535" fmla="*/ 116528 w 399578"/>
                <a:gd name="connsiteY535" fmla="*/ 131590 h 383236"/>
                <a:gd name="connsiteX536" fmla="*/ 117272 w 399578"/>
                <a:gd name="connsiteY536" fmla="*/ 128986 h 383236"/>
                <a:gd name="connsiteX537" fmla="*/ 118760 w 399578"/>
                <a:gd name="connsiteY537" fmla="*/ 128242 h 383236"/>
                <a:gd name="connsiteX538" fmla="*/ 119505 w 399578"/>
                <a:gd name="connsiteY538" fmla="*/ 123777 h 383236"/>
                <a:gd name="connsiteX539" fmla="*/ 121737 w 399578"/>
                <a:gd name="connsiteY539" fmla="*/ 123777 h 383236"/>
                <a:gd name="connsiteX540" fmla="*/ 121969 w 399578"/>
                <a:gd name="connsiteY540" fmla="*/ 121265 h 383236"/>
                <a:gd name="connsiteX541" fmla="*/ 122481 w 399578"/>
                <a:gd name="connsiteY541" fmla="*/ 118568 h 383236"/>
                <a:gd name="connsiteX542" fmla="*/ 124714 w 399578"/>
                <a:gd name="connsiteY542" fmla="*/ 117079 h 383236"/>
                <a:gd name="connsiteX543" fmla="*/ 124714 w 399578"/>
                <a:gd name="connsiteY543" fmla="*/ 112615 h 383236"/>
                <a:gd name="connsiteX544" fmla="*/ 126946 w 399578"/>
                <a:gd name="connsiteY544" fmla="*/ 112615 h 383236"/>
                <a:gd name="connsiteX545" fmla="*/ 127178 w 399578"/>
                <a:gd name="connsiteY545" fmla="*/ 110057 h 383236"/>
                <a:gd name="connsiteX546" fmla="*/ 127690 w 399578"/>
                <a:gd name="connsiteY546" fmla="*/ 107406 h 383236"/>
                <a:gd name="connsiteX547" fmla="*/ 129922 w 399578"/>
                <a:gd name="connsiteY547" fmla="*/ 106661 h 383236"/>
                <a:gd name="connsiteX548" fmla="*/ 130667 w 399578"/>
                <a:gd name="connsiteY548" fmla="*/ 101452 h 383236"/>
                <a:gd name="connsiteX549" fmla="*/ 132899 w 399578"/>
                <a:gd name="connsiteY549" fmla="*/ 99964 h 383236"/>
                <a:gd name="connsiteX550" fmla="*/ 132899 w 399578"/>
                <a:gd name="connsiteY550" fmla="*/ 97685 h 383236"/>
                <a:gd name="connsiteX551" fmla="*/ 132899 w 399578"/>
                <a:gd name="connsiteY551" fmla="*/ 95499 h 383236"/>
                <a:gd name="connsiteX552" fmla="*/ 135131 w 399578"/>
                <a:gd name="connsiteY552" fmla="*/ 94755 h 383236"/>
                <a:gd name="connsiteX553" fmla="*/ 135876 w 399578"/>
                <a:gd name="connsiteY553" fmla="*/ 89546 h 383236"/>
                <a:gd name="connsiteX554" fmla="*/ 137364 w 399578"/>
                <a:gd name="connsiteY554" fmla="*/ 89546 h 383236"/>
                <a:gd name="connsiteX555" fmla="*/ 138361 w 399578"/>
                <a:gd name="connsiteY555" fmla="*/ 84895 h 383236"/>
                <a:gd name="connsiteX556" fmla="*/ 138852 w 399578"/>
                <a:gd name="connsiteY556" fmla="*/ 83593 h 383236"/>
                <a:gd name="connsiteX557" fmla="*/ 141085 w 399578"/>
                <a:gd name="connsiteY557" fmla="*/ 83593 h 383236"/>
                <a:gd name="connsiteX558" fmla="*/ 140945 w 399578"/>
                <a:gd name="connsiteY558" fmla="*/ 81500 h 383236"/>
                <a:gd name="connsiteX559" fmla="*/ 142154 w 399578"/>
                <a:gd name="connsiteY559" fmla="*/ 78105 h 383236"/>
                <a:gd name="connsiteX560" fmla="*/ 143643 w 399578"/>
                <a:gd name="connsiteY560" fmla="*/ 73826 h 383236"/>
                <a:gd name="connsiteX561" fmla="*/ 144061 w 399578"/>
                <a:gd name="connsiteY561" fmla="*/ 70943 h 383236"/>
                <a:gd name="connsiteX562" fmla="*/ 145596 w 399578"/>
                <a:gd name="connsiteY562" fmla="*/ 70571 h 383236"/>
                <a:gd name="connsiteX563" fmla="*/ 147038 w 399578"/>
                <a:gd name="connsiteY563" fmla="*/ 70199 h 383236"/>
                <a:gd name="connsiteX564" fmla="*/ 147038 w 399578"/>
                <a:gd name="connsiteY564" fmla="*/ 64245 h 383236"/>
                <a:gd name="connsiteX565" fmla="*/ 149270 w 399578"/>
                <a:gd name="connsiteY565" fmla="*/ 64245 h 383236"/>
                <a:gd name="connsiteX566" fmla="*/ 149549 w 399578"/>
                <a:gd name="connsiteY566" fmla="*/ 61687 h 383236"/>
                <a:gd name="connsiteX567" fmla="*/ 150014 w 399578"/>
                <a:gd name="connsiteY567" fmla="*/ 59036 h 383236"/>
                <a:gd name="connsiteX568" fmla="*/ 151503 w 399578"/>
                <a:gd name="connsiteY568" fmla="*/ 58292 h 383236"/>
                <a:gd name="connsiteX569" fmla="*/ 151968 w 399578"/>
                <a:gd name="connsiteY569" fmla="*/ 55269 h 383236"/>
                <a:gd name="connsiteX570" fmla="*/ 152247 w 399578"/>
                <a:gd name="connsiteY570" fmla="*/ 52339 h 383236"/>
                <a:gd name="connsiteX571" fmla="*/ 154479 w 399578"/>
                <a:gd name="connsiteY571" fmla="*/ 52339 h 383236"/>
                <a:gd name="connsiteX572" fmla="*/ 154590 w 399578"/>
                <a:gd name="connsiteY572" fmla="*/ 50900 h 383236"/>
                <a:gd name="connsiteX573" fmla="*/ 154758 w 399578"/>
                <a:gd name="connsiteY573" fmla="*/ 49037 h 383236"/>
                <a:gd name="connsiteX574" fmla="*/ 154915 w 399578"/>
                <a:gd name="connsiteY574" fmla="*/ 47180 h 383236"/>
                <a:gd name="connsiteX575" fmla="*/ 155223 w 399578"/>
                <a:gd name="connsiteY575" fmla="*/ 45642 h 383236"/>
                <a:gd name="connsiteX576" fmla="*/ 156712 w 399578"/>
                <a:gd name="connsiteY576" fmla="*/ 44898 h 383236"/>
                <a:gd name="connsiteX577" fmla="*/ 157874 w 399578"/>
                <a:gd name="connsiteY577" fmla="*/ 41549 h 383236"/>
                <a:gd name="connsiteX578" fmla="*/ 159688 w 399578"/>
                <a:gd name="connsiteY578" fmla="*/ 37456 h 383236"/>
                <a:gd name="connsiteX579" fmla="*/ 160107 w 399578"/>
                <a:gd name="connsiteY579" fmla="*/ 34433 h 383236"/>
                <a:gd name="connsiteX580" fmla="*/ 160432 w 399578"/>
                <a:gd name="connsiteY580" fmla="*/ 31503 h 383236"/>
                <a:gd name="connsiteX581" fmla="*/ 162665 w 399578"/>
                <a:gd name="connsiteY581" fmla="*/ 31503 h 383236"/>
                <a:gd name="connsiteX582" fmla="*/ 163409 w 399578"/>
                <a:gd name="connsiteY582" fmla="*/ 24806 h 383236"/>
                <a:gd name="connsiteX583" fmla="*/ 165641 w 399578"/>
                <a:gd name="connsiteY583" fmla="*/ 24806 h 383236"/>
                <a:gd name="connsiteX584" fmla="*/ 165752 w 399578"/>
                <a:gd name="connsiteY584" fmla="*/ 23204 h 383236"/>
                <a:gd name="connsiteX585" fmla="*/ 165920 w 399578"/>
                <a:gd name="connsiteY585" fmla="*/ 21132 h 383236"/>
                <a:gd name="connsiteX586" fmla="*/ 166077 w 399578"/>
                <a:gd name="connsiteY586" fmla="*/ 19065 h 383236"/>
                <a:gd name="connsiteX587" fmla="*/ 166385 w 399578"/>
                <a:gd name="connsiteY587" fmla="*/ 17365 h 383236"/>
                <a:gd name="connsiteX588" fmla="*/ 167874 w 399578"/>
                <a:gd name="connsiteY588" fmla="*/ 16620 h 383236"/>
                <a:gd name="connsiteX589" fmla="*/ 168339 w 399578"/>
                <a:gd name="connsiteY589" fmla="*/ 13225 h 383236"/>
                <a:gd name="connsiteX590" fmla="*/ 168507 w 399578"/>
                <a:gd name="connsiteY590" fmla="*/ 11362 h 383236"/>
                <a:gd name="connsiteX591" fmla="*/ 168618 w 399578"/>
                <a:gd name="connsiteY591" fmla="*/ 9923 h 383236"/>
                <a:gd name="connsiteX592" fmla="*/ 170850 w 399578"/>
                <a:gd name="connsiteY592" fmla="*/ 9923 h 383236"/>
                <a:gd name="connsiteX593" fmla="*/ 170987 w 399578"/>
                <a:gd name="connsiteY593" fmla="*/ 8159 h 383236"/>
                <a:gd name="connsiteX594" fmla="*/ 171176 w 399578"/>
                <a:gd name="connsiteY594" fmla="*/ 5877 h 383236"/>
                <a:gd name="connsiteX595" fmla="*/ 171359 w 399578"/>
                <a:gd name="connsiteY595" fmla="*/ 3601 h 383236"/>
                <a:gd name="connsiteX596" fmla="*/ 176803 w 399578"/>
                <a:gd name="connsiteY596" fmla="*/ 761 h 38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99578" h="383236">
                  <a:moveTo>
                    <a:pt x="176803" y="761"/>
                  </a:moveTo>
                  <a:cubicBezTo>
                    <a:pt x="177617" y="733"/>
                    <a:pt x="178430" y="705"/>
                    <a:pt x="179268" y="677"/>
                  </a:cubicBezTo>
                  <a:cubicBezTo>
                    <a:pt x="179928" y="781"/>
                    <a:pt x="180588" y="886"/>
                    <a:pt x="181268" y="994"/>
                  </a:cubicBezTo>
                  <a:cubicBezTo>
                    <a:pt x="181757" y="2473"/>
                    <a:pt x="181757" y="2473"/>
                    <a:pt x="182012" y="3970"/>
                  </a:cubicBezTo>
                  <a:cubicBezTo>
                    <a:pt x="182872" y="4093"/>
                    <a:pt x="183731" y="4216"/>
                    <a:pt x="184617" y="4342"/>
                  </a:cubicBezTo>
                  <a:cubicBezTo>
                    <a:pt x="185476" y="4465"/>
                    <a:pt x="186336" y="4588"/>
                    <a:pt x="187221" y="4714"/>
                  </a:cubicBezTo>
                  <a:cubicBezTo>
                    <a:pt x="187490" y="5701"/>
                    <a:pt x="187740" y="6693"/>
                    <a:pt x="187965" y="7691"/>
                  </a:cubicBezTo>
                  <a:cubicBezTo>
                    <a:pt x="188671" y="7691"/>
                    <a:pt x="189377" y="7691"/>
                    <a:pt x="190105" y="7691"/>
                  </a:cubicBezTo>
                  <a:cubicBezTo>
                    <a:pt x="190872" y="7691"/>
                    <a:pt x="191640" y="7691"/>
                    <a:pt x="192430" y="7691"/>
                  </a:cubicBezTo>
                  <a:cubicBezTo>
                    <a:pt x="192768" y="8167"/>
                    <a:pt x="193106" y="8642"/>
                    <a:pt x="193454" y="9133"/>
                  </a:cubicBezTo>
                  <a:cubicBezTo>
                    <a:pt x="194492" y="10800"/>
                    <a:pt x="194492" y="10800"/>
                    <a:pt x="196093" y="10926"/>
                  </a:cubicBezTo>
                  <a:cubicBezTo>
                    <a:pt x="196634" y="10963"/>
                    <a:pt x="197175" y="11001"/>
                    <a:pt x="197732" y="11039"/>
                  </a:cubicBezTo>
                  <a:cubicBezTo>
                    <a:pt x="198684" y="11162"/>
                    <a:pt x="199635" y="11285"/>
                    <a:pt x="200616" y="11411"/>
                  </a:cubicBezTo>
                  <a:cubicBezTo>
                    <a:pt x="201081" y="12900"/>
                    <a:pt x="201081" y="12900"/>
                    <a:pt x="201360" y="14388"/>
                  </a:cubicBezTo>
                  <a:cubicBezTo>
                    <a:pt x="202843" y="14666"/>
                    <a:pt x="204332" y="14914"/>
                    <a:pt x="205825" y="15132"/>
                  </a:cubicBezTo>
                  <a:cubicBezTo>
                    <a:pt x="206070" y="15869"/>
                    <a:pt x="206316" y="16606"/>
                    <a:pt x="206569" y="17365"/>
                  </a:cubicBezTo>
                  <a:cubicBezTo>
                    <a:pt x="208092" y="17534"/>
                    <a:pt x="209617" y="17700"/>
                    <a:pt x="211144" y="17827"/>
                  </a:cubicBezTo>
                  <a:cubicBezTo>
                    <a:pt x="211826" y="17966"/>
                    <a:pt x="211826" y="17966"/>
                    <a:pt x="212522" y="18109"/>
                  </a:cubicBezTo>
                  <a:cubicBezTo>
                    <a:pt x="213043" y="19088"/>
                    <a:pt x="213540" y="20081"/>
                    <a:pt x="214010" y="21085"/>
                  </a:cubicBezTo>
                  <a:cubicBezTo>
                    <a:pt x="214870" y="21208"/>
                    <a:pt x="215729" y="21331"/>
                    <a:pt x="216615" y="21457"/>
                  </a:cubicBezTo>
                  <a:cubicBezTo>
                    <a:pt x="217474" y="21580"/>
                    <a:pt x="218334" y="21703"/>
                    <a:pt x="219219" y="21829"/>
                  </a:cubicBezTo>
                  <a:cubicBezTo>
                    <a:pt x="220057" y="23364"/>
                    <a:pt x="220057" y="23364"/>
                    <a:pt x="220708" y="24806"/>
                  </a:cubicBezTo>
                  <a:cubicBezTo>
                    <a:pt x="221322" y="24806"/>
                    <a:pt x="221935" y="24806"/>
                    <a:pt x="222568" y="24806"/>
                  </a:cubicBezTo>
                  <a:cubicBezTo>
                    <a:pt x="223182" y="24806"/>
                    <a:pt x="223796" y="24806"/>
                    <a:pt x="224428" y="24806"/>
                  </a:cubicBezTo>
                  <a:cubicBezTo>
                    <a:pt x="224728" y="25520"/>
                    <a:pt x="224728" y="25520"/>
                    <a:pt x="225033" y="26248"/>
                  </a:cubicBezTo>
                  <a:cubicBezTo>
                    <a:pt x="225325" y="26754"/>
                    <a:pt x="225616" y="27261"/>
                    <a:pt x="225917" y="27783"/>
                  </a:cubicBezTo>
                  <a:cubicBezTo>
                    <a:pt x="227921" y="28299"/>
                    <a:pt x="229789" y="28393"/>
                    <a:pt x="231870" y="28527"/>
                  </a:cubicBezTo>
                  <a:cubicBezTo>
                    <a:pt x="231870" y="29509"/>
                    <a:pt x="231870" y="30491"/>
                    <a:pt x="231870" y="31503"/>
                  </a:cubicBezTo>
                  <a:cubicBezTo>
                    <a:pt x="232398" y="31531"/>
                    <a:pt x="232927" y="31559"/>
                    <a:pt x="233471" y="31588"/>
                  </a:cubicBezTo>
                  <a:cubicBezTo>
                    <a:pt x="234155" y="31637"/>
                    <a:pt x="234839" y="31685"/>
                    <a:pt x="235544" y="31736"/>
                  </a:cubicBezTo>
                  <a:cubicBezTo>
                    <a:pt x="236567" y="31801"/>
                    <a:pt x="236567" y="31801"/>
                    <a:pt x="237611" y="31867"/>
                  </a:cubicBezTo>
                  <a:cubicBezTo>
                    <a:pt x="238172" y="31992"/>
                    <a:pt x="238733" y="32118"/>
                    <a:pt x="239311" y="32247"/>
                  </a:cubicBezTo>
                  <a:cubicBezTo>
                    <a:pt x="240183" y="34862"/>
                    <a:pt x="240207" y="37027"/>
                    <a:pt x="240241" y="39782"/>
                  </a:cubicBezTo>
                  <a:cubicBezTo>
                    <a:pt x="240261" y="40720"/>
                    <a:pt x="240280" y="41658"/>
                    <a:pt x="240299" y="42625"/>
                  </a:cubicBezTo>
                  <a:cubicBezTo>
                    <a:pt x="240179" y="43750"/>
                    <a:pt x="240179" y="43750"/>
                    <a:pt x="240055" y="44898"/>
                  </a:cubicBezTo>
                  <a:cubicBezTo>
                    <a:pt x="238950" y="45266"/>
                    <a:pt x="238950" y="45266"/>
                    <a:pt x="237823" y="45642"/>
                  </a:cubicBezTo>
                  <a:cubicBezTo>
                    <a:pt x="237570" y="47378"/>
                    <a:pt x="237323" y="49114"/>
                    <a:pt x="237079" y="50851"/>
                  </a:cubicBezTo>
                  <a:cubicBezTo>
                    <a:pt x="235974" y="51588"/>
                    <a:pt x="235974" y="51588"/>
                    <a:pt x="234846" y="52339"/>
                  </a:cubicBezTo>
                  <a:cubicBezTo>
                    <a:pt x="234299" y="54994"/>
                    <a:pt x="234299" y="54994"/>
                    <a:pt x="234102" y="57548"/>
                  </a:cubicBezTo>
                  <a:cubicBezTo>
                    <a:pt x="233365" y="57548"/>
                    <a:pt x="232629" y="57548"/>
                    <a:pt x="231870" y="57548"/>
                  </a:cubicBezTo>
                  <a:cubicBezTo>
                    <a:pt x="231778" y="58515"/>
                    <a:pt x="231686" y="59482"/>
                    <a:pt x="231591" y="60478"/>
                  </a:cubicBezTo>
                  <a:cubicBezTo>
                    <a:pt x="231434" y="62126"/>
                    <a:pt x="231434" y="62126"/>
                    <a:pt x="231126" y="63501"/>
                  </a:cubicBezTo>
                  <a:cubicBezTo>
                    <a:pt x="230634" y="63747"/>
                    <a:pt x="230143" y="63992"/>
                    <a:pt x="229637" y="64245"/>
                  </a:cubicBezTo>
                  <a:cubicBezTo>
                    <a:pt x="229530" y="64967"/>
                    <a:pt x="229422" y="65688"/>
                    <a:pt x="229312" y="66431"/>
                  </a:cubicBezTo>
                  <a:cubicBezTo>
                    <a:pt x="229174" y="67183"/>
                    <a:pt x="229036" y="67935"/>
                    <a:pt x="228893" y="68710"/>
                  </a:cubicBezTo>
                  <a:cubicBezTo>
                    <a:pt x="227788" y="69447"/>
                    <a:pt x="227788" y="69447"/>
                    <a:pt x="226661" y="70199"/>
                  </a:cubicBezTo>
                  <a:cubicBezTo>
                    <a:pt x="226538" y="71073"/>
                    <a:pt x="226415" y="71948"/>
                    <a:pt x="226289" y="72850"/>
                  </a:cubicBezTo>
                  <a:cubicBezTo>
                    <a:pt x="226166" y="73694"/>
                    <a:pt x="226043" y="74538"/>
                    <a:pt x="225917" y="75408"/>
                  </a:cubicBezTo>
                  <a:cubicBezTo>
                    <a:pt x="224812" y="75776"/>
                    <a:pt x="224812" y="75776"/>
                    <a:pt x="223684" y="76152"/>
                  </a:cubicBezTo>
                  <a:cubicBezTo>
                    <a:pt x="223406" y="77883"/>
                    <a:pt x="223158" y="79620"/>
                    <a:pt x="222940" y="81361"/>
                  </a:cubicBezTo>
                  <a:cubicBezTo>
                    <a:pt x="222449" y="81606"/>
                    <a:pt x="221958" y="81852"/>
                    <a:pt x="221452" y="82105"/>
                  </a:cubicBezTo>
                  <a:cubicBezTo>
                    <a:pt x="220962" y="84359"/>
                    <a:pt x="220962" y="84359"/>
                    <a:pt x="220708" y="86570"/>
                  </a:cubicBezTo>
                  <a:cubicBezTo>
                    <a:pt x="219971" y="86570"/>
                    <a:pt x="219234" y="86570"/>
                    <a:pt x="218475" y="86570"/>
                  </a:cubicBezTo>
                  <a:cubicBezTo>
                    <a:pt x="218230" y="88780"/>
                    <a:pt x="217984" y="90990"/>
                    <a:pt x="217731" y="93267"/>
                  </a:cubicBezTo>
                  <a:cubicBezTo>
                    <a:pt x="216994" y="93267"/>
                    <a:pt x="216258" y="93267"/>
                    <a:pt x="215499" y="93267"/>
                  </a:cubicBezTo>
                  <a:cubicBezTo>
                    <a:pt x="215407" y="94111"/>
                    <a:pt x="215314" y="94955"/>
                    <a:pt x="215220" y="95825"/>
                  </a:cubicBezTo>
                  <a:cubicBezTo>
                    <a:pt x="214989" y="97137"/>
                    <a:pt x="214989" y="97137"/>
                    <a:pt x="214755" y="98476"/>
                  </a:cubicBezTo>
                  <a:cubicBezTo>
                    <a:pt x="214263" y="98722"/>
                    <a:pt x="213772" y="98967"/>
                    <a:pt x="213266" y="99220"/>
                  </a:cubicBezTo>
                  <a:cubicBezTo>
                    <a:pt x="212777" y="101474"/>
                    <a:pt x="212777" y="101474"/>
                    <a:pt x="212522" y="103685"/>
                  </a:cubicBezTo>
                  <a:cubicBezTo>
                    <a:pt x="211785" y="103685"/>
                    <a:pt x="211049" y="103685"/>
                    <a:pt x="210290" y="103685"/>
                  </a:cubicBezTo>
                  <a:cubicBezTo>
                    <a:pt x="210213" y="104652"/>
                    <a:pt x="210136" y="105619"/>
                    <a:pt x="210057" y="106615"/>
                  </a:cubicBezTo>
                  <a:cubicBezTo>
                    <a:pt x="209926" y="108263"/>
                    <a:pt x="209926" y="108263"/>
                    <a:pt x="209546" y="109638"/>
                  </a:cubicBezTo>
                  <a:cubicBezTo>
                    <a:pt x="208809" y="109884"/>
                    <a:pt x="208072" y="110129"/>
                    <a:pt x="207313" y="110382"/>
                  </a:cubicBezTo>
                  <a:cubicBezTo>
                    <a:pt x="207035" y="112114"/>
                    <a:pt x="206787" y="113851"/>
                    <a:pt x="206569" y="115591"/>
                  </a:cubicBezTo>
                  <a:cubicBezTo>
                    <a:pt x="206078" y="115837"/>
                    <a:pt x="205587" y="116082"/>
                    <a:pt x="205081" y="116335"/>
                  </a:cubicBezTo>
                  <a:cubicBezTo>
                    <a:pt x="204835" y="116949"/>
                    <a:pt x="204590" y="117563"/>
                    <a:pt x="204337" y="118196"/>
                  </a:cubicBezTo>
                  <a:cubicBezTo>
                    <a:pt x="203592" y="120056"/>
                    <a:pt x="203592" y="120056"/>
                    <a:pt x="202104" y="120800"/>
                  </a:cubicBezTo>
                  <a:cubicBezTo>
                    <a:pt x="201997" y="121644"/>
                    <a:pt x="201889" y="122488"/>
                    <a:pt x="201779" y="123358"/>
                  </a:cubicBezTo>
                  <a:cubicBezTo>
                    <a:pt x="201640" y="124233"/>
                    <a:pt x="201502" y="125108"/>
                    <a:pt x="201360" y="126009"/>
                  </a:cubicBezTo>
                  <a:cubicBezTo>
                    <a:pt x="200623" y="126500"/>
                    <a:pt x="199887" y="126991"/>
                    <a:pt x="199128" y="127497"/>
                  </a:cubicBezTo>
                  <a:cubicBezTo>
                    <a:pt x="198858" y="128484"/>
                    <a:pt x="198609" y="129476"/>
                    <a:pt x="198383" y="130474"/>
                  </a:cubicBezTo>
                  <a:cubicBezTo>
                    <a:pt x="197892" y="130720"/>
                    <a:pt x="197401" y="130965"/>
                    <a:pt x="196895" y="131218"/>
                  </a:cubicBezTo>
                  <a:cubicBezTo>
                    <a:pt x="196757" y="132507"/>
                    <a:pt x="196757" y="132507"/>
                    <a:pt x="196616" y="133823"/>
                  </a:cubicBezTo>
                  <a:cubicBezTo>
                    <a:pt x="196463" y="134682"/>
                    <a:pt x="196309" y="135542"/>
                    <a:pt x="196151" y="136427"/>
                  </a:cubicBezTo>
                  <a:cubicBezTo>
                    <a:pt x="195164" y="136696"/>
                    <a:pt x="194172" y="136946"/>
                    <a:pt x="193174" y="137171"/>
                  </a:cubicBezTo>
                  <a:cubicBezTo>
                    <a:pt x="192926" y="139435"/>
                    <a:pt x="192926" y="139435"/>
                    <a:pt x="193174" y="141636"/>
                  </a:cubicBezTo>
                  <a:cubicBezTo>
                    <a:pt x="192438" y="141636"/>
                    <a:pt x="191701" y="141636"/>
                    <a:pt x="190942" y="141636"/>
                  </a:cubicBezTo>
                  <a:cubicBezTo>
                    <a:pt x="190865" y="142450"/>
                    <a:pt x="190789" y="143263"/>
                    <a:pt x="190709" y="144101"/>
                  </a:cubicBezTo>
                  <a:cubicBezTo>
                    <a:pt x="190186" y="146908"/>
                    <a:pt x="189970" y="147324"/>
                    <a:pt x="187965" y="149077"/>
                  </a:cubicBezTo>
                  <a:cubicBezTo>
                    <a:pt x="187704" y="150066"/>
                    <a:pt x="187454" y="151058"/>
                    <a:pt x="187221" y="152054"/>
                  </a:cubicBezTo>
                  <a:cubicBezTo>
                    <a:pt x="186730" y="152300"/>
                    <a:pt x="186239" y="152545"/>
                    <a:pt x="185733" y="152798"/>
                  </a:cubicBezTo>
                  <a:cubicBezTo>
                    <a:pt x="185626" y="153397"/>
                    <a:pt x="185518" y="153995"/>
                    <a:pt x="185407" y="154612"/>
                  </a:cubicBezTo>
                  <a:cubicBezTo>
                    <a:pt x="184989" y="156519"/>
                    <a:pt x="184989" y="156519"/>
                    <a:pt x="182756" y="158007"/>
                  </a:cubicBezTo>
                  <a:cubicBezTo>
                    <a:pt x="182255" y="159245"/>
                    <a:pt x="181759" y="160485"/>
                    <a:pt x="181268" y="161728"/>
                  </a:cubicBezTo>
                  <a:cubicBezTo>
                    <a:pt x="180777" y="161728"/>
                    <a:pt x="180286" y="161728"/>
                    <a:pt x="179780" y="161728"/>
                  </a:cubicBezTo>
                  <a:cubicBezTo>
                    <a:pt x="179826" y="162419"/>
                    <a:pt x="179872" y="163109"/>
                    <a:pt x="179919" y="163821"/>
                  </a:cubicBezTo>
                  <a:cubicBezTo>
                    <a:pt x="179780" y="166193"/>
                    <a:pt x="179780" y="166193"/>
                    <a:pt x="178710" y="167402"/>
                  </a:cubicBezTo>
                  <a:cubicBezTo>
                    <a:pt x="178327" y="167740"/>
                    <a:pt x="177943" y="168077"/>
                    <a:pt x="177547" y="168425"/>
                  </a:cubicBezTo>
                  <a:cubicBezTo>
                    <a:pt x="177425" y="168932"/>
                    <a:pt x="177302" y="169438"/>
                    <a:pt x="177175" y="169960"/>
                  </a:cubicBezTo>
                  <a:cubicBezTo>
                    <a:pt x="176803" y="171402"/>
                    <a:pt x="176803" y="171402"/>
                    <a:pt x="174571" y="172890"/>
                  </a:cubicBezTo>
                  <a:cubicBezTo>
                    <a:pt x="174302" y="173877"/>
                    <a:pt x="174052" y="174869"/>
                    <a:pt x="173827" y="175867"/>
                  </a:cubicBezTo>
                  <a:cubicBezTo>
                    <a:pt x="173336" y="176112"/>
                    <a:pt x="172845" y="176358"/>
                    <a:pt x="172339" y="176611"/>
                  </a:cubicBezTo>
                  <a:cubicBezTo>
                    <a:pt x="172093" y="177347"/>
                    <a:pt x="171847" y="178084"/>
                    <a:pt x="171594" y="178843"/>
                  </a:cubicBezTo>
                  <a:cubicBezTo>
                    <a:pt x="170850" y="181076"/>
                    <a:pt x="170850" y="181076"/>
                    <a:pt x="169362" y="181820"/>
                  </a:cubicBezTo>
                  <a:cubicBezTo>
                    <a:pt x="169201" y="182741"/>
                    <a:pt x="169201" y="182741"/>
                    <a:pt x="169036" y="183680"/>
                  </a:cubicBezTo>
                  <a:cubicBezTo>
                    <a:pt x="168898" y="184294"/>
                    <a:pt x="168760" y="184908"/>
                    <a:pt x="168618" y="185540"/>
                  </a:cubicBezTo>
                  <a:cubicBezTo>
                    <a:pt x="167881" y="185786"/>
                    <a:pt x="167144" y="186032"/>
                    <a:pt x="166385" y="186285"/>
                  </a:cubicBezTo>
                  <a:cubicBezTo>
                    <a:pt x="166127" y="187771"/>
                    <a:pt x="165880" y="189260"/>
                    <a:pt x="165641" y="190749"/>
                  </a:cubicBezTo>
                  <a:cubicBezTo>
                    <a:pt x="164525" y="192005"/>
                    <a:pt x="164525" y="192005"/>
                    <a:pt x="163409" y="192982"/>
                  </a:cubicBezTo>
                  <a:cubicBezTo>
                    <a:pt x="163163" y="193718"/>
                    <a:pt x="162918" y="194455"/>
                    <a:pt x="162665" y="195214"/>
                  </a:cubicBezTo>
                  <a:cubicBezTo>
                    <a:pt x="161928" y="195214"/>
                    <a:pt x="161191" y="195214"/>
                    <a:pt x="160432" y="195214"/>
                  </a:cubicBezTo>
                  <a:cubicBezTo>
                    <a:pt x="160432" y="196688"/>
                    <a:pt x="160432" y="198161"/>
                    <a:pt x="160432" y="199679"/>
                  </a:cubicBezTo>
                  <a:cubicBezTo>
                    <a:pt x="159696" y="199679"/>
                    <a:pt x="158959" y="199679"/>
                    <a:pt x="158200" y="199679"/>
                  </a:cubicBezTo>
                  <a:cubicBezTo>
                    <a:pt x="158085" y="200715"/>
                    <a:pt x="158085" y="200715"/>
                    <a:pt x="157967" y="201772"/>
                  </a:cubicBezTo>
                  <a:cubicBezTo>
                    <a:pt x="157432" y="204256"/>
                    <a:pt x="157050" y="204778"/>
                    <a:pt x="155223" y="206376"/>
                  </a:cubicBezTo>
                  <a:cubicBezTo>
                    <a:pt x="154978" y="207113"/>
                    <a:pt x="154732" y="207850"/>
                    <a:pt x="154479" y="208609"/>
                  </a:cubicBezTo>
                  <a:cubicBezTo>
                    <a:pt x="153988" y="208854"/>
                    <a:pt x="153497" y="209100"/>
                    <a:pt x="152991" y="209353"/>
                  </a:cubicBezTo>
                  <a:cubicBezTo>
                    <a:pt x="152830" y="210297"/>
                    <a:pt x="152830" y="210297"/>
                    <a:pt x="152665" y="211260"/>
                  </a:cubicBezTo>
                  <a:cubicBezTo>
                    <a:pt x="152527" y="211858"/>
                    <a:pt x="152389" y="212457"/>
                    <a:pt x="152247" y="213074"/>
                  </a:cubicBezTo>
                  <a:cubicBezTo>
                    <a:pt x="151510" y="213074"/>
                    <a:pt x="150773" y="213074"/>
                    <a:pt x="150014" y="213074"/>
                  </a:cubicBezTo>
                  <a:cubicBezTo>
                    <a:pt x="149899" y="214294"/>
                    <a:pt x="149899" y="214294"/>
                    <a:pt x="149782" y="215539"/>
                  </a:cubicBezTo>
                  <a:cubicBezTo>
                    <a:pt x="149269" y="218286"/>
                    <a:pt x="149102" y="218864"/>
                    <a:pt x="147038" y="220515"/>
                  </a:cubicBezTo>
                  <a:cubicBezTo>
                    <a:pt x="146547" y="221252"/>
                    <a:pt x="146055" y="221988"/>
                    <a:pt x="145549" y="222747"/>
                  </a:cubicBezTo>
                  <a:cubicBezTo>
                    <a:pt x="145058" y="222747"/>
                    <a:pt x="144567" y="222747"/>
                    <a:pt x="144061" y="222747"/>
                  </a:cubicBezTo>
                  <a:cubicBezTo>
                    <a:pt x="144107" y="223346"/>
                    <a:pt x="144153" y="223945"/>
                    <a:pt x="144201" y="224561"/>
                  </a:cubicBezTo>
                  <a:cubicBezTo>
                    <a:pt x="144155" y="225191"/>
                    <a:pt x="144109" y="225820"/>
                    <a:pt x="144061" y="226468"/>
                  </a:cubicBezTo>
                  <a:cubicBezTo>
                    <a:pt x="143324" y="226714"/>
                    <a:pt x="142588" y="226959"/>
                    <a:pt x="141829" y="227212"/>
                  </a:cubicBezTo>
                  <a:cubicBezTo>
                    <a:pt x="141551" y="228446"/>
                    <a:pt x="141303" y="229687"/>
                    <a:pt x="141085" y="230933"/>
                  </a:cubicBezTo>
                  <a:cubicBezTo>
                    <a:pt x="140593" y="231179"/>
                    <a:pt x="140102" y="231424"/>
                    <a:pt x="139596" y="231677"/>
                  </a:cubicBezTo>
                  <a:cubicBezTo>
                    <a:pt x="139044" y="232805"/>
                    <a:pt x="139044" y="232805"/>
                    <a:pt x="138480" y="233956"/>
                  </a:cubicBezTo>
                  <a:cubicBezTo>
                    <a:pt x="138112" y="234677"/>
                    <a:pt x="137743" y="235399"/>
                    <a:pt x="137364" y="236142"/>
                  </a:cubicBezTo>
                  <a:cubicBezTo>
                    <a:pt x="136873" y="236142"/>
                    <a:pt x="136382" y="236142"/>
                    <a:pt x="135876" y="236142"/>
                  </a:cubicBezTo>
                  <a:cubicBezTo>
                    <a:pt x="135768" y="236618"/>
                    <a:pt x="135661" y="237094"/>
                    <a:pt x="135550" y="237584"/>
                  </a:cubicBezTo>
                  <a:cubicBezTo>
                    <a:pt x="135412" y="238090"/>
                    <a:pt x="135274" y="238597"/>
                    <a:pt x="135131" y="239118"/>
                  </a:cubicBezTo>
                  <a:cubicBezTo>
                    <a:pt x="134395" y="239364"/>
                    <a:pt x="133658" y="239610"/>
                    <a:pt x="132899" y="239863"/>
                  </a:cubicBezTo>
                  <a:cubicBezTo>
                    <a:pt x="132713" y="241754"/>
                    <a:pt x="132713" y="241754"/>
                    <a:pt x="132899" y="243583"/>
                  </a:cubicBezTo>
                  <a:cubicBezTo>
                    <a:pt x="132162" y="243583"/>
                    <a:pt x="131426" y="243583"/>
                    <a:pt x="130667" y="243583"/>
                  </a:cubicBezTo>
                  <a:cubicBezTo>
                    <a:pt x="130713" y="244182"/>
                    <a:pt x="130759" y="244780"/>
                    <a:pt x="130806" y="245397"/>
                  </a:cubicBezTo>
                  <a:cubicBezTo>
                    <a:pt x="130760" y="246026"/>
                    <a:pt x="130714" y="246656"/>
                    <a:pt x="130667" y="247304"/>
                  </a:cubicBezTo>
                  <a:cubicBezTo>
                    <a:pt x="129930" y="247550"/>
                    <a:pt x="129193" y="247795"/>
                    <a:pt x="128434" y="248048"/>
                  </a:cubicBezTo>
                  <a:cubicBezTo>
                    <a:pt x="127928" y="249533"/>
                    <a:pt x="127433" y="251022"/>
                    <a:pt x="126946" y="252513"/>
                  </a:cubicBezTo>
                  <a:cubicBezTo>
                    <a:pt x="125458" y="254652"/>
                    <a:pt x="125458" y="254652"/>
                    <a:pt x="123969" y="256234"/>
                  </a:cubicBezTo>
                  <a:cubicBezTo>
                    <a:pt x="123478" y="256234"/>
                    <a:pt x="122987" y="256234"/>
                    <a:pt x="122481" y="256234"/>
                  </a:cubicBezTo>
                  <a:cubicBezTo>
                    <a:pt x="122481" y="256970"/>
                    <a:pt x="122481" y="257707"/>
                    <a:pt x="122481" y="258466"/>
                  </a:cubicBezTo>
                  <a:cubicBezTo>
                    <a:pt x="122972" y="258221"/>
                    <a:pt x="123463" y="257975"/>
                    <a:pt x="123969" y="257722"/>
                  </a:cubicBezTo>
                  <a:cubicBezTo>
                    <a:pt x="125063" y="257638"/>
                    <a:pt x="126160" y="257598"/>
                    <a:pt x="127257" y="257581"/>
                  </a:cubicBezTo>
                  <a:cubicBezTo>
                    <a:pt x="127937" y="257569"/>
                    <a:pt x="128618" y="257556"/>
                    <a:pt x="129319" y="257543"/>
                  </a:cubicBezTo>
                  <a:cubicBezTo>
                    <a:pt x="130423" y="257528"/>
                    <a:pt x="130423" y="257528"/>
                    <a:pt x="131550" y="257513"/>
                  </a:cubicBezTo>
                  <a:cubicBezTo>
                    <a:pt x="132682" y="257492"/>
                    <a:pt x="132682" y="257492"/>
                    <a:pt x="133836" y="257471"/>
                  </a:cubicBezTo>
                  <a:cubicBezTo>
                    <a:pt x="137072" y="257413"/>
                    <a:pt x="140308" y="257362"/>
                    <a:pt x="143544" y="257311"/>
                  </a:cubicBezTo>
                  <a:cubicBezTo>
                    <a:pt x="145903" y="257273"/>
                    <a:pt x="148261" y="257230"/>
                    <a:pt x="150619" y="257187"/>
                  </a:cubicBezTo>
                  <a:cubicBezTo>
                    <a:pt x="151724" y="257172"/>
                    <a:pt x="151724" y="257172"/>
                    <a:pt x="152850" y="257157"/>
                  </a:cubicBezTo>
                  <a:cubicBezTo>
                    <a:pt x="153531" y="257144"/>
                    <a:pt x="154211" y="257132"/>
                    <a:pt x="154912" y="257119"/>
                  </a:cubicBezTo>
                  <a:cubicBezTo>
                    <a:pt x="155813" y="257105"/>
                    <a:pt x="155813" y="257105"/>
                    <a:pt x="156731" y="257091"/>
                  </a:cubicBezTo>
                  <a:cubicBezTo>
                    <a:pt x="158257" y="257066"/>
                    <a:pt x="158257" y="257066"/>
                    <a:pt x="159688" y="256234"/>
                  </a:cubicBezTo>
                  <a:cubicBezTo>
                    <a:pt x="159688" y="255497"/>
                    <a:pt x="159688" y="254760"/>
                    <a:pt x="159688" y="254001"/>
                  </a:cubicBezTo>
                  <a:cubicBezTo>
                    <a:pt x="160438" y="253995"/>
                    <a:pt x="160438" y="253995"/>
                    <a:pt x="161204" y="253988"/>
                  </a:cubicBezTo>
                  <a:cubicBezTo>
                    <a:pt x="166394" y="253941"/>
                    <a:pt x="171584" y="253878"/>
                    <a:pt x="176775" y="253806"/>
                  </a:cubicBezTo>
                  <a:cubicBezTo>
                    <a:pt x="178713" y="253781"/>
                    <a:pt x="180652" y="253760"/>
                    <a:pt x="182591" y="253744"/>
                  </a:cubicBezTo>
                  <a:cubicBezTo>
                    <a:pt x="185373" y="253719"/>
                    <a:pt x="188154" y="253680"/>
                    <a:pt x="190936" y="253638"/>
                  </a:cubicBezTo>
                  <a:cubicBezTo>
                    <a:pt x="192243" y="253631"/>
                    <a:pt x="192243" y="253631"/>
                    <a:pt x="193576" y="253624"/>
                  </a:cubicBezTo>
                  <a:cubicBezTo>
                    <a:pt x="194783" y="253601"/>
                    <a:pt x="194783" y="253601"/>
                    <a:pt x="196014" y="253579"/>
                  </a:cubicBezTo>
                  <a:cubicBezTo>
                    <a:pt x="196725" y="253571"/>
                    <a:pt x="197435" y="253562"/>
                    <a:pt x="198167" y="253554"/>
                  </a:cubicBezTo>
                  <a:cubicBezTo>
                    <a:pt x="198730" y="253456"/>
                    <a:pt x="199292" y="253358"/>
                    <a:pt x="199872" y="253257"/>
                  </a:cubicBezTo>
                  <a:cubicBezTo>
                    <a:pt x="200363" y="252520"/>
                    <a:pt x="200854" y="251784"/>
                    <a:pt x="201360" y="251025"/>
                  </a:cubicBezTo>
                  <a:cubicBezTo>
                    <a:pt x="208825" y="249219"/>
                    <a:pt x="217564" y="250222"/>
                    <a:pt x="225219" y="250281"/>
                  </a:cubicBezTo>
                  <a:cubicBezTo>
                    <a:pt x="227832" y="250300"/>
                    <a:pt x="230445" y="250315"/>
                    <a:pt x="233059" y="250327"/>
                  </a:cubicBezTo>
                  <a:cubicBezTo>
                    <a:pt x="233654" y="250333"/>
                    <a:pt x="234249" y="250339"/>
                    <a:pt x="234863" y="250346"/>
                  </a:cubicBezTo>
                  <a:cubicBezTo>
                    <a:pt x="237290" y="250357"/>
                    <a:pt x="239223" y="250310"/>
                    <a:pt x="241544" y="249536"/>
                  </a:cubicBezTo>
                  <a:cubicBezTo>
                    <a:pt x="241789" y="248800"/>
                    <a:pt x="242035" y="248063"/>
                    <a:pt x="242288" y="247304"/>
                  </a:cubicBezTo>
                  <a:cubicBezTo>
                    <a:pt x="243869" y="247027"/>
                    <a:pt x="243869" y="247027"/>
                    <a:pt x="245981" y="247030"/>
                  </a:cubicBezTo>
                  <a:cubicBezTo>
                    <a:pt x="247162" y="247022"/>
                    <a:pt x="247162" y="247022"/>
                    <a:pt x="248366" y="247014"/>
                  </a:cubicBezTo>
                  <a:cubicBezTo>
                    <a:pt x="249651" y="247021"/>
                    <a:pt x="249651" y="247021"/>
                    <a:pt x="250962" y="247028"/>
                  </a:cubicBezTo>
                  <a:cubicBezTo>
                    <a:pt x="252753" y="247015"/>
                    <a:pt x="254545" y="247002"/>
                    <a:pt x="256336" y="246989"/>
                  </a:cubicBezTo>
                  <a:cubicBezTo>
                    <a:pt x="259178" y="246981"/>
                    <a:pt x="262020" y="246978"/>
                    <a:pt x="264862" y="246980"/>
                  </a:cubicBezTo>
                  <a:cubicBezTo>
                    <a:pt x="267592" y="246977"/>
                    <a:pt x="270323" y="246957"/>
                    <a:pt x="273053" y="246935"/>
                  </a:cubicBezTo>
                  <a:cubicBezTo>
                    <a:pt x="273910" y="246941"/>
                    <a:pt x="274766" y="246947"/>
                    <a:pt x="275649" y="246953"/>
                  </a:cubicBezTo>
                  <a:cubicBezTo>
                    <a:pt x="276436" y="246946"/>
                    <a:pt x="277223" y="246938"/>
                    <a:pt x="278034" y="246931"/>
                  </a:cubicBezTo>
                  <a:cubicBezTo>
                    <a:pt x="278731" y="246931"/>
                    <a:pt x="279428" y="246931"/>
                    <a:pt x="280145" y="246931"/>
                  </a:cubicBezTo>
                  <a:cubicBezTo>
                    <a:pt x="280667" y="246809"/>
                    <a:pt x="281189" y="246686"/>
                    <a:pt x="281727" y="246560"/>
                  </a:cubicBezTo>
                  <a:cubicBezTo>
                    <a:pt x="282395" y="245091"/>
                    <a:pt x="282395" y="245091"/>
                    <a:pt x="282471" y="243583"/>
                  </a:cubicBezTo>
                  <a:cubicBezTo>
                    <a:pt x="283699" y="243829"/>
                    <a:pt x="284927" y="244074"/>
                    <a:pt x="286192" y="244327"/>
                  </a:cubicBezTo>
                  <a:cubicBezTo>
                    <a:pt x="285936" y="242487"/>
                    <a:pt x="285936" y="242487"/>
                    <a:pt x="285448" y="240607"/>
                  </a:cubicBezTo>
                  <a:cubicBezTo>
                    <a:pt x="284957" y="240361"/>
                    <a:pt x="284466" y="240116"/>
                    <a:pt x="283960" y="239863"/>
                  </a:cubicBezTo>
                  <a:cubicBezTo>
                    <a:pt x="283464" y="238374"/>
                    <a:pt x="282967" y="236886"/>
                    <a:pt x="282471" y="235398"/>
                  </a:cubicBezTo>
                  <a:cubicBezTo>
                    <a:pt x="281980" y="235152"/>
                    <a:pt x="281489" y="234907"/>
                    <a:pt x="280983" y="234654"/>
                  </a:cubicBezTo>
                  <a:cubicBezTo>
                    <a:pt x="280487" y="233165"/>
                    <a:pt x="279991" y="231677"/>
                    <a:pt x="279495" y="230189"/>
                  </a:cubicBezTo>
                  <a:cubicBezTo>
                    <a:pt x="279004" y="229943"/>
                    <a:pt x="278512" y="229698"/>
                    <a:pt x="278006" y="229445"/>
                  </a:cubicBezTo>
                  <a:cubicBezTo>
                    <a:pt x="277899" y="228861"/>
                    <a:pt x="277792" y="228278"/>
                    <a:pt x="277681" y="227677"/>
                  </a:cubicBezTo>
                  <a:cubicBezTo>
                    <a:pt x="277446" y="225692"/>
                    <a:pt x="277446" y="225692"/>
                    <a:pt x="276100" y="224608"/>
                  </a:cubicBezTo>
                  <a:cubicBezTo>
                    <a:pt x="274601" y="223044"/>
                    <a:pt x="275030" y="221863"/>
                    <a:pt x="275030" y="219771"/>
                  </a:cubicBezTo>
                  <a:cubicBezTo>
                    <a:pt x="274293" y="219525"/>
                    <a:pt x="273557" y="219280"/>
                    <a:pt x="272798" y="219027"/>
                  </a:cubicBezTo>
                  <a:cubicBezTo>
                    <a:pt x="272275" y="217797"/>
                    <a:pt x="271778" y="216557"/>
                    <a:pt x="271309" y="215306"/>
                  </a:cubicBezTo>
                  <a:cubicBezTo>
                    <a:pt x="270818" y="215060"/>
                    <a:pt x="270327" y="214815"/>
                    <a:pt x="269821" y="214562"/>
                  </a:cubicBezTo>
                  <a:cubicBezTo>
                    <a:pt x="269728" y="211911"/>
                    <a:pt x="269728" y="211911"/>
                    <a:pt x="269821" y="209353"/>
                  </a:cubicBezTo>
                  <a:cubicBezTo>
                    <a:pt x="269084" y="209353"/>
                    <a:pt x="268348" y="209353"/>
                    <a:pt x="267589" y="209353"/>
                  </a:cubicBezTo>
                  <a:cubicBezTo>
                    <a:pt x="267512" y="208632"/>
                    <a:pt x="267435" y="207910"/>
                    <a:pt x="267356" y="207167"/>
                  </a:cubicBezTo>
                  <a:cubicBezTo>
                    <a:pt x="267187" y="206415"/>
                    <a:pt x="267018" y="205663"/>
                    <a:pt x="266844" y="204888"/>
                  </a:cubicBezTo>
                  <a:cubicBezTo>
                    <a:pt x="266108" y="204642"/>
                    <a:pt x="265371" y="204397"/>
                    <a:pt x="264612" y="204144"/>
                  </a:cubicBezTo>
                  <a:cubicBezTo>
                    <a:pt x="264364" y="202656"/>
                    <a:pt x="264116" y="201167"/>
                    <a:pt x="263868" y="199679"/>
                  </a:cubicBezTo>
                  <a:cubicBezTo>
                    <a:pt x="263131" y="199433"/>
                    <a:pt x="262394" y="199188"/>
                    <a:pt x="261635" y="198935"/>
                  </a:cubicBezTo>
                  <a:cubicBezTo>
                    <a:pt x="261635" y="197695"/>
                    <a:pt x="261635" y="196454"/>
                    <a:pt x="261635" y="195214"/>
                  </a:cubicBezTo>
                  <a:cubicBezTo>
                    <a:pt x="260899" y="194969"/>
                    <a:pt x="260162" y="194723"/>
                    <a:pt x="259403" y="194470"/>
                  </a:cubicBezTo>
                  <a:cubicBezTo>
                    <a:pt x="258879" y="192991"/>
                    <a:pt x="258383" y="191503"/>
                    <a:pt x="257915" y="190005"/>
                  </a:cubicBezTo>
                  <a:cubicBezTo>
                    <a:pt x="257424" y="189760"/>
                    <a:pt x="256932" y="189514"/>
                    <a:pt x="256426" y="189261"/>
                  </a:cubicBezTo>
                  <a:cubicBezTo>
                    <a:pt x="256319" y="188663"/>
                    <a:pt x="256212" y="188064"/>
                    <a:pt x="256101" y="187447"/>
                  </a:cubicBezTo>
                  <a:cubicBezTo>
                    <a:pt x="255857" y="185284"/>
                    <a:pt x="255857" y="185284"/>
                    <a:pt x="253450" y="184052"/>
                  </a:cubicBezTo>
                  <a:cubicBezTo>
                    <a:pt x="252938" y="181727"/>
                    <a:pt x="252938" y="181727"/>
                    <a:pt x="252706" y="179587"/>
                  </a:cubicBezTo>
                  <a:cubicBezTo>
                    <a:pt x="251969" y="179587"/>
                    <a:pt x="251232" y="179587"/>
                    <a:pt x="250473" y="179587"/>
                  </a:cubicBezTo>
                  <a:cubicBezTo>
                    <a:pt x="250519" y="179004"/>
                    <a:pt x="250565" y="178421"/>
                    <a:pt x="250613" y="177820"/>
                  </a:cubicBezTo>
                  <a:cubicBezTo>
                    <a:pt x="250567" y="177175"/>
                    <a:pt x="250521" y="176531"/>
                    <a:pt x="250473" y="175867"/>
                  </a:cubicBezTo>
                  <a:cubicBezTo>
                    <a:pt x="249737" y="175375"/>
                    <a:pt x="249000" y="174884"/>
                    <a:pt x="248241" y="174378"/>
                  </a:cubicBezTo>
                  <a:cubicBezTo>
                    <a:pt x="248023" y="172280"/>
                    <a:pt x="248023" y="172280"/>
                    <a:pt x="248101" y="169820"/>
                  </a:cubicBezTo>
                  <a:cubicBezTo>
                    <a:pt x="248121" y="169005"/>
                    <a:pt x="248142" y="168190"/>
                    <a:pt x="248162" y="167350"/>
                  </a:cubicBezTo>
                  <a:cubicBezTo>
                    <a:pt x="248201" y="166409"/>
                    <a:pt x="248201" y="166409"/>
                    <a:pt x="248241" y="165449"/>
                  </a:cubicBezTo>
                  <a:cubicBezTo>
                    <a:pt x="250697" y="165203"/>
                    <a:pt x="253152" y="164957"/>
                    <a:pt x="255682" y="164704"/>
                  </a:cubicBezTo>
                  <a:cubicBezTo>
                    <a:pt x="255682" y="163722"/>
                    <a:pt x="255682" y="162740"/>
                    <a:pt x="255682" y="161728"/>
                  </a:cubicBezTo>
                  <a:cubicBezTo>
                    <a:pt x="256649" y="161789"/>
                    <a:pt x="257616" y="161851"/>
                    <a:pt x="258612" y="161914"/>
                  </a:cubicBezTo>
                  <a:cubicBezTo>
                    <a:pt x="260232" y="161959"/>
                    <a:pt x="260232" y="161959"/>
                    <a:pt x="261635" y="161728"/>
                  </a:cubicBezTo>
                  <a:cubicBezTo>
                    <a:pt x="262143" y="160320"/>
                    <a:pt x="262143" y="160320"/>
                    <a:pt x="262380" y="158751"/>
                  </a:cubicBezTo>
                  <a:cubicBezTo>
                    <a:pt x="263858" y="158228"/>
                    <a:pt x="265347" y="157731"/>
                    <a:pt x="266844" y="157263"/>
                  </a:cubicBezTo>
                  <a:cubicBezTo>
                    <a:pt x="267090" y="156526"/>
                    <a:pt x="267336" y="155790"/>
                    <a:pt x="267589" y="155031"/>
                  </a:cubicBezTo>
                  <a:cubicBezTo>
                    <a:pt x="268448" y="154923"/>
                    <a:pt x="269307" y="154816"/>
                    <a:pt x="270193" y="154705"/>
                  </a:cubicBezTo>
                  <a:cubicBezTo>
                    <a:pt x="271052" y="154567"/>
                    <a:pt x="271912" y="154429"/>
                    <a:pt x="272798" y="154286"/>
                  </a:cubicBezTo>
                  <a:cubicBezTo>
                    <a:pt x="272920" y="153795"/>
                    <a:pt x="273043" y="153304"/>
                    <a:pt x="273170" y="152798"/>
                  </a:cubicBezTo>
                  <a:cubicBezTo>
                    <a:pt x="273292" y="152307"/>
                    <a:pt x="273415" y="151816"/>
                    <a:pt x="273542" y="151310"/>
                  </a:cubicBezTo>
                  <a:cubicBezTo>
                    <a:pt x="275273" y="151032"/>
                    <a:pt x="277010" y="150783"/>
                    <a:pt x="278751" y="150566"/>
                  </a:cubicBezTo>
                  <a:cubicBezTo>
                    <a:pt x="278996" y="149829"/>
                    <a:pt x="279242" y="149092"/>
                    <a:pt x="279495" y="148333"/>
                  </a:cubicBezTo>
                  <a:cubicBezTo>
                    <a:pt x="281231" y="147837"/>
                    <a:pt x="282967" y="147341"/>
                    <a:pt x="284704" y="146845"/>
                  </a:cubicBezTo>
                  <a:cubicBezTo>
                    <a:pt x="284949" y="146108"/>
                    <a:pt x="285195" y="145372"/>
                    <a:pt x="285448" y="144613"/>
                  </a:cubicBezTo>
                  <a:cubicBezTo>
                    <a:pt x="287184" y="144365"/>
                    <a:pt x="288921" y="144117"/>
                    <a:pt x="290657" y="143869"/>
                  </a:cubicBezTo>
                  <a:cubicBezTo>
                    <a:pt x="290902" y="143132"/>
                    <a:pt x="291148" y="142395"/>
                    <a:pt x="291401" y="141636"/>
                  </a:cubicBezTo>
                  <a:cubicBezTo>
                    <a:pt x="292776" y="141255"/>
                    <a:pt x="292776" y="141255"/>
                    <a:pt x="294424" y="141124"/>
                  </a:cubicBezTo>
                  <a:cubicBezTo>
                    <a:pt x="295391" y="141048"/>
                    <a:pt x="296358" y="140971"/>
                    <a:pt x="297354" y="140892"/>
                  </a:cubicBezTo>
                  <a:cubicBezTo>
                    <a:pt x="297354" y="139910"/>
                    <a:pt x="297354" y="138927"/>
                    <a:pt x="297354" y="137915"/>
                  </a:cubicBezTo>
                  <a:cubicBezTo>
                    <a:pt x="300792" y="137915"/>
                    <a:pt x="304230" y="137915"/>
                    <a:pt x="307772" y="137915"/>
                  </a:cubicBezTo>
                  <a:cubicBezTo>
                    <a:pt x="307849" y="138760"/>
                    <a:pt x="307926" y="139604"/>
                    <a:pt x="308005" y="140473"/>
                  </a:cubicBezTo>
                  <a:cubicBezTo>
                    <a:pt x="308173" y="141348"/>
                    <a:pt x="308342" y="142223"/>
                    <a:pt x="308516" y="143124"/>
                  </a:cubicBezTo>
                  <a:cubicBezTo>
                    <a:pt x="309253" y="143370"/>
                    <a:pt x="309990" y="143616"/>
                    <a:pt x="310749" y="143869"/>
                  </a:cubicBezTo>
                  <a:cubicBezTo>
                    <a:pt x="311026" y="145102"/>
                    <a:pt x="311275" y="146343"/>
                    <a:pt x="311493" y="147589"/>
                  </a:cubicBezTo>
                  <a:cubicBezTo>
                    <a:pt x="311984" y="147835"/>
                    <a:pt x="312475" y="148080"/>
                    <a:pt x="312981" y="148333"/>
                  </a:cubicBezTo>
                  <a:cubicBezTo>
                    <a:pt x="313477" y="149574"/>
                    <a:pt x="313973" y="150814"/>
                    <a:pt x="314469" y="152054"/>
                  </a:cubicBezTo>
                  <a:cubicBezTo>
                    <a:pt x="314961" y="152300"/>
                    <a:pt x="315452" y="152545"/>
                    <a:pt x="315958" y="152798"/>
                  </a:cubicBezTo>
                  <a:cubicBezTo>
                    <a:pt x="316454" y="154038"/>
                    <a:pt x="316950" y="155279"/>
                    <a:pt x="317446" y="156519"/>
                  </a:cubicBezTo>
                  <a:cubicBezTo>
                    <a:pt x="317937" y="156764"/>
                    <a:pt x="318428" y="157010"/>
                    <a:pt x="318934" y="157263"/>
                  </a:cubicBezTo>
                  <a:cubicBezTo>
                    <a:pt x="318919" y="158000"/>
                    <a:pt x="318904" y="158736"/>
                    <a:pt x="318888" y="159495"/>
                  </a:cubicBezTo>
                  <a:cubicBezTo>
                    <a:pt x="318911" y="160601"/>
                    <a:pt x="318911" y="160601"/>
                    <a:pt x="318934" y="161728"/>
                  </a:cubicBezTo>
                  <a:cubicBezTo>
                    <a:pt x="319671" y="161973"/>
                    <a:pt x="320408" y="162219"/>
                    <a:pt x="321167" y="162472"/>
                  </a:cubicBezTo>
                  <a:cubicBezTo>
                    <a:pt x="321289" y="163101"/>
                    <a:pt x="321412" y="163731"/>
                    <a:pt x="321539" y="164379"/>
                  </a:cubicBezTo>
                  <a:cubicBezTo>
                    <a:pt x="321661" y="164977"/>
                    <a:pt x="321784" y="165576"/>
                    <a:pt x="321911" y="166193"/>
                  </a:cubicBezTo>
                  <a:cubicBezTo>
                    <a:pt x="322647" y="166193"/>
                    <a:pt x="323384" y="166193"/>
                    <a:pt x="324143" y="166193"/>
                  </a:cubicBezTo>
                  <a:cubicBezTo>
                    <a:pt x="324677" y="167668"/>
                    <a:pt x="325172" y="169157"/>
                    <a:pt x="325631" y="170658"/>
                  </a:cubicBezTo>
                  <a:cubicBezTo>
                    <a:pt x="326123" y="170903"/>
                    <a:pt x="326614" y="171149"/>
                    <a:pt x="327120" y="171402"/>
                  </a:cubicBezTo>
                  <a:cubicBezTo>
                    <a:pt x="327368" y="172642"/>
                    <a:pt x="327616" y="173882"/>
                    <a:pt x="327864" y="175122"/>
                  </a:cubicBezTo>
                  <a:cubicBezTo>
                    <a:pt x="328355" y="175368"/>
                    <a:pt x="328846" y="175614"/>
                    <a:pt x="329352" y="175867"/>
                  </a:cubicBezTo>
                  <a:cubicBezTo>
                    <a:pt x="329848" y="177107"/>
                    <a:pt x="330344" y="178347"/>
                    <a:pt x="330840" y="179587"/>
                  </a:cubicBezTo>
                  <a:cubicBezTo>
                    <a:pt x="331332" y="179833"/>
                    <a:pt x="331823" y="180078"/>
                    <a:pt x="332329" y="180331"/>
                  </a:cubicBezTo>
                  <a:cubicBezTo>
                    <a:pt x="332825" y="182068"/>
                    <a:pt x="333321" y="183804"/>
                    <a:pt x="333817" y="185540"/>
                  </a:cubicBezTo>
                  <a:cubicBezTo>
                    <a:pt x="334308" y="185786"/>
                    <a:pt x="334799" y="186032"/>
                    <a:pt x="335305" y="186285"/>
                  </a:cubicBezTo>
                  <a:cubicBezTo>
                    <a:pt x="335413" y="186745"/>
                    <a:pt x="335520" y="187205"/>
                    <a:pt x="335631" y="187680"/>
                  </a:cubicBezTo>
                  <a:cubicBezTo>
                    <a:pt x="335924" y="189323"/>
                    <a:pt x="335924" y="189323"/>
                    <a:pt x="337166" y="190377"/>
                  </a:cubicBezTo>
                  <a:cubicBezTo>
                    <a:pt x="338494" y="191706"/>
                    <a:pt x="338608" y="192677"/>
                    <a:pt x="339026" y="194470"/>
                  </a:cubicBezTo>
                  <a:cubicBezTo>
                    <a:pt x="339517" y="194716"/>
                    <a:pt x="340008" y="194961"/>
                    <a:pt x="340514" y="195214"/>
                  </a:cubicBezTo>
                  <a:cubicBezTo>
                    <a:pt x="340622" y="195936"/>
                    <a:pt x="340729" y="196657"/>
                    <a:pt x="340840" y="197400"/>
                  </a:cubicBezTo>
                  <a:cubicBezTo>
                    <a:pt x="340978" y="198152"/>
                    <a:pt x="341116" y="198904"/>
                    <a:pt x="341258" y="199679"/>
                  </a:cubicBezTo>
                  <a:cubicBezTo>
                    <a:pt x="341995" y="200170"/>
                    <a:pt x="342732" y="200661"/>
                    <a:pt x="343491" y="201167"/>
                  </a:cubicBezTo>
                  <a:cubicBezTo>
                    <a:pt x="344893" y="203186"/>
                    <a:pt x="345748" y="204963"/>
                    <a:pt x="346514" y="207306"/>
                  </a:cubicBezTo>
                  <a:cubicBezTo>
                    <a:pt x="346979" y="209454"/>
                    <a:pt x="346979" y="209454"/>
                    <a:pt x="348700" y="210097"/>
                  </a:cubicBezTo>
                  <a:cubicBezTo>
                    <a:pt x="349196" y="211337"/>
                    <a:pt x="349692" y="212577"/>
                    <a:pt x="350188" y="213818"/>
                  </a:cubicBezTo>
                  <a:cubicBezTo>
                    <a:pt x="350679" y="214063"/>
                    <a:pt x="351170" y="214309"/>
                    <a:pt x="351676" y="214562"/>
                  </a:cubicBezTo>
                  <a:cubicBezTo>
                    <a:pt x="351784" y="215391"/>
                    <a:pt x="351891" y="216219"/>
                    <a:pt x="352002" y="217073"/>
                  </a:cubicBezTo>
                  <a:cubicBezTo>
                    <a:pt x="352432" y="219843"/>
                    <a:pt x="352625" y="220314"/>
                    <a:pt x="354653" y="222003"/>
                  </a:cubicBezTo>
                  <a:cubicBezTo>
                    <a:pt x="354899" y="222740"/>
                    <a:pt x="355144" y="223477"/>
                    <a:pt x="355397" y="224236"/>
                  </a:cubicBezTo>
                  <a:cubicBezTo>
                    <a:pt x="355973" y="224742"/>
                    <a:pt x="355973" y="224742"/>
                    <a:pt x="356560" y="225259"/>
                  </a:cubicBezTo>
                  <a:cubicBezTo>
                    <a:pt x="357630" y="226468"/>
                    <a:pt x="357630" y="226468"/>
                    <a:pt x="357769" y="228468"/>
                  </a:cubicBezTo>
                  <a:cubicBezTo>
                    <a:pt x="357723" y="229036"/>
                    <a:pt x="357677" y="229604"/>
                    <a:pt x="357630" y="230189"/>
                  </a:cubicBezTo>
                  <a:cubicBezTo>
                    <a:pt x="358366" y="230189"/>
                    <a:pt x="359103" y="230189"/>
                    <a:pt x="359862" y="230189"/>
                  </a:cubicBezTo>
                  <a:cubicBezTo>
                    <a:pt x="360396" y="231664"/>
                    <a:pt x="360891" y="233154"/>
                    <a:pt x="361350" y="234654"/>
                  </a:cubicBezTo>
                  <a:cubicBezTo>
                    <a:pt x="361841" y="234899"/>
                    <a:pt x="362333" y="235145"/>
                    <a:pt x="362839" y="235398"/>
                  </a:cubicBezTo>
                  <a:cubicBezTo>
                    <a:pt x="362932" y="238049"/>
                    <a:pt x="362932" y="238049"/>
                    <a:pt x="362839" y="240607"/>
                  </a:cubicBezTo>
                  <a:cubicBezTo>
                    <a:pt x="363575" y="240607"/>
                    <a:pt x="364312" y="240607"/>
                    <a:pt x="365071" y="240607"/>
                  </a:cubicBezTo>
                  <a:cubicBezTo>
                    <a:pt x="365148" y="241328"/>
                    <a:pt x="365224" y="242049"/>
                    <a:pt x="365303" y="242793"/>
                  </a:cubicBezTo>
                  <a:cubicBezTo>
                    <a:pt x="365472" y="243545"/>
                    <a:pt x="365641" y="244297"/>
                    <a:pt x="365815" y="245072"/>
                  </a:cubicBezTo>
                  <a:cubicBezTo>
                    <a:pt x="366552" y="245317"/>
                    <a:pt x="367288" y="245563"/>
                    <a:pt x="368048" y="245816"/>
                  </a:cubicBezTo>
                  <a:cubicBezTo>
                    <a:pt x="368296" y="247304"/>
                    <a:pt x="368544" y="248792"/>
                    <a:pt x="368792" y="250281"/>
                  </a:cubicBezTo>
                  <a:cubicBezTo>
                    <a:pt x="369528" y="250526"/>
                    <a:pt x="370265" y="250772"/>
                    <a:pt x="371024" y="251025"/>
                  </a:cubicBezTo>
                  <a:cubicBezTo>
                    <a:pt x="371283" y="252511"/>
                    <a:pt x="371530" y="254000"/>
                    <a:pt x="371768" y="255490"/>
                  </a:cubicBezTo>
                  <a:cubicBezTo>
                    <a:pt x="372853" y="256699"/>
                    <a:pt x="372853" y="256699"/>
                    <a:pt x="374001" y="257722"/>
                  </a:cubicBezTo>
                  <a:cubicBezTo>
                    <a:pt x="374262" y="258711"/>
                    <a:pt x="374512" y="259703"/>
                    <a:pt x="374745" y="260699"/>
                  </a:cubicBezTo>
                  <a:cubicBezTo>
                    <a:pt x="375236" y="260944"/>
                    <a:pt x="375727" y="261190"/>
                    <a:pt x="376233" y="261443"/>
                  </a:cubicBezTo>
                  <a:cubicBezTo>
                    <a:pt x="376698" y="263722"/>
                    <a:pt x="376698" y="263722"/>
                    <a:pt x="376977" y="265908"/>
                  </a:cubicBezTo>
                  <a:cubicBezTo>
                    <a:pt x="377714" y="265908"/>
                    <a:pt x="378451" y="265908"/>
                    <a:pt x="379210" y="265908"/>
                  </a:cubicBezTo>
                  <a:cubicBezTo>
                    <a:pt x="379210" y="267872"/>
                    <a:pt x="379210" y="269837"/>
                    <a:pt x="379210" y="271861"/>
                  </a:cubicBezTo>
                  <a:cubicBezTo>
                    <a:pt x="379946" y="271861"/>
                    <a:pt x="380683" y="271861"/>
                    <a:pt x="381442" y="271861"/>
                  </a:cubicBezTo>
                  <a:cubicBezTo>
                    <a:pt x="381975" y="273586"/>
                    <a:pt x="382471" y="275323"/>
                    <a:pt x="382930" y="277070"/>
                  </a:cubicBezTo>
                  <a:cubicBezTo>
                    <a:pt x="383421" y="277315"/>
                    <a:pt x="383913" y="277561"/>
                    <a:pt x="384419" y="277814"/>
                  </a:cubicBezTo>
                  <a:cubicBezTo>
                    <a:pt x="384915" y="279302"/>
                    <a:pt x="385411" y="280790"/>
                    <a:pt x="385907" y="282279"/>
                  </a:cubicBezTo>
                  <a:cubicBezTo>
                    <a:pt x="386398" y="282524"/>
                    <a:pt x="386889" y="282770"/>
                    <a:pt x="387395" y="283023"/>
                  </a:cubicBezTo>
                  <a:cubicBezTo>
                    <a:pt x="387643" y="284759"/>
                    <a:pt x="387891" y="286495"/>
                    <a:pt x="388139" y="288232"/>
                  </a:cubicBezTo>
                  <a:cubicBezTo>
                    <a:pt x="388630" y="288477"/>
                    <a:pt x="389122" y="288723"/>
                    <a:pt x="389628" y="288976"/>
                  </a:cubicBezTo>
                  <a:cubicBezTo>
                    <a:pt x="390124" y="290216"/>
                    <a:pt x="390620" y="291456"/>
                    <a:pt x="391116" y="292697"/>
                  </a:cubicBezTo>
                  <a:cubicBezTo>
                    <a:pt x="391607" y="292942"/>
                    <a:pt x="392098" y="293188"/>
                    <a:pt x="392604" y="293441"/>
                  </a:cubicBezTo>
                  <a:cubicBezTo>
                    <a:pt x="392712" y="294300"/>
                    <a:pt x="392819" y="295160"/>
                    <a:pt x="392930" y="296045"/>
                  </a:cubicBezTo>
                  <a:cubicBezTo>
                    <a:pt x="393068" y="296905"/>
                    <a:pt x="393206" y="297764"/>
                    <a:pt x="393348" y="298650"/>
                  </a:cubicBezTo>
                  <a:cubicBezTo>
                    <a:pt x="394085" y="298895"/>
                    <a:pt x="394822" y="299141"/>
                    <a:pt x="395581" y="299394"/>
                  </a:cubicBezTo>
                  <a:cubicBezTo>
                    <a:pt x="395581" y="301378"/>
                    <a:pt x="395581" y="303363"/>
                    <a:pt x="395581" y="305347"/>
                  </a:cubicBezTo>
                  <a:cubicBezTo>
                    <a:pt x="396317" y="305593"/>
                    <a:pt x="397054" y="305838"/>
                    <a:pt x="397813" y="306091"/>
                  </a:cubicBezTo>
                  <a:cubicBezTo>
                    <a:pt x="398337" y="307570"/>
                    <a:pt x="398833" y="309059"/>
                    <a:pt x="399301" y="310556"/>
                  </a:cubicBezTo>
                  <a:cubicBezTo>
                    <a:pt x="399793" y="310802"/>
                    <a:pt x="400284" y="311047"/>
                    <a:pt x="400790" y="311300"/>
                  </a:cubicBezTo>
                  <a:cubicBezTo>
                    <a:pt x="401035" y="312175"/>
                    <a:pt x="401281" y="313050"/>
                    <a:pt x="401534" y="313951"/>
                  </a:cubicBezTo>
                  <a:cubicBezTo>
                    <a:pt x="401779" y="314795"/>
                    <a:pt x="402025" y="315639"/>
                    <a:pt x="402278" y="316509"/>
                  </a:cubicBezTo>
                  <a:cubicBezTo>
                    <a:pt x="402769" y="316509"/>
                    <a:pt x="403260" y="316509"/>
                    <a:pt x="403766" y="316509"/>
                  </a:cubicBezTo>
                  <a:cubicBezTo>
                    <a:pt x="403766" y="318719"/>
                    <a:pt x="403766" y="320929"/>
                    <a:pt x="403766" y="323206"/>
                  </a:cubicBezTo>
                  <a:cubicBezTo>
                    <a:pt x="404503" y="323206"/>
                    <a:pt x="405240" y="323206"/>
                    <a:pt x="405999" y="323206"/>
                  </a:cubicBezTo>
                  <a:cubicBezTo>
                    <a:pt x="406490" y="324482"/>
                    <a:pt x="406490" y="324482"/>
                    <a:pt x="406789" y="326136"/>
                  </a:cubicBezTo>
                  <a:cubicBezTo>
                    <a:pt x="407061" y="327750"/>
                    <a:pt x="407061" y="327750"/>
                    <a:pt x="407487" y="329160"/>
                  </a:cubicBezTo>
                  <a:cubicBezTo>
                    <a:pt x="407978" y="329405"/>
                    <a:pt x="408469" y="329651"/>
                    <a:pt x="408975" y="329904"/>
                  </a:cubicBezTo>
                  <a:cubicBezTo>
                    <a:pt x="409417" y="331875"/>
                    <a:pt x="409527" y="333842"/>
                    <a:pt x="409719" y="335857"/>
                  </a:cubicBezTo>
                  <a:cubicBezTo>
                    <a:pt x="410456" y="335857"/>
                    <a:pt x="411193" y="335857"/>
                    <a:pt x="411952" y="335857"/>
                  </a:cubicBezTo>
                  <a:cubicBezTo>
                    <a:pt x="412073" y="337383"/>
                    <a:pt x="412194" y="338909"/>
                    <a:pt x="412315" y="340435"/>
                  </a:cubicBezTo>
                  <a:cubicBezTo>
                    <a:pt x="412441" y="340889"/>
                    <a:pt x="412566" y="341342"/>
                    <a:pt x="412696" y="341810"/>
                  </a:cubicBezTo>
                  <a:cubicBezTo>
                    <a:pt x="413433" y="342055"/>
                    <a:pt x="414169" y="342301"/>
                    <a:pt x="414928" y="342554"/>
                  </a:cubicBezTo>
                  <a:cubicBezTo>
                    <a:pt x="414683" y="343045"/>
                    <a:pt x="414437" y="343536"/>
                    <a:pt x="414184" y="344042"/>
                  </a:cubicBezTo>
                  <a:cubicBezTo>
                    <a:pt x="413693" y="344042"/>
                    <a:pt x="413202" y="344042"/>
                    <a:pt x="412696" y="344042"/>
                  </a:cubicBezTo>
                  <a:cubicBezTo>
                    <a:pt x="412673" y="345285"/>
                    <a:pt x="412673" y="345285"/>
                    <a:pt x="412649" y="346554"/>
                  </a:cubicBezTo>
                  <a:cubicBezTo>
                    <a:pt x="412419" y="347444"/>
                    <a:pt x="412189" y="348334"/>
                    <a:pt x="411952" y="349251"/>
                  </a:cubicBezTo>
                  <a:cubicBezTo>
                    <a:pt x="409347" y="350181"/>
                    <a:pt x="409347" y="350181"/>
                    <a:pt x="406743" y="350740"/>
                  </a:cubicBezTo>
                  <a:cubicBezTo>
                    <a:pt x="406497" y="351476"/>
                    <a:pt x="406252" y="352213"/>
                    <a:pt x="405999" y="352972"/>
                  </a:cubicBezTo>
                  <a:cubicBezTo>
                    <a:pt x="405385" y="353079"/>
                    <a:pt x="404771" y="353187"/>
                    <a:pt x="404138" y="353298"/>
                  </a:cubicBezTo>
                  <a:cubicBezTo>
                    <a:pt x="403524" y="353436"/>
                    <a:pt x="402910" y="353574"/>
                    <a:pt x="402278" y="353716"/>
                  </a:cubicBezTo>
                  <a:cubicBezTo>
                    <a:pt x="402186" y="354207"/>
                    <a:pt x="402094" y="354698"/>
                    <a:pt x="401999" y="355204"/>
                  </a:cubicBezTo>
                  <a:cubicBezTo>
                    <a:pt x="401845" y="355696"/>
                    <a:pt x="401692" y="356187"/>
                    <a:pt x="401534" y="356693"/>
                  </a:cubicBezTo>
                  <a:cubicBezTo>
                    <a:pt x="399802" y="356971"/>
                    <a:pt x="398065" y="357219"/>
                    <a:pt x="396325" y="357437"/>
                  </a:cubicBezTo>
                  <a:cubicBezTo>
                    <a:pt x="396079" y="358174"/>
                    <a:pt x="395834" y="358910"/>
                    <a:pt x="395581" y="359669"/>
                  </a:cubicBezTo>
                  <a:cubicBezTo>
                    <a:pt x="394951" y="359915"/>
                    <a:pt x="394322" y="360160"/>
                    <a:pt x="393674" y="360413"/>
                  </a:cubicBezTo>
                  <a:cubicBezTo>
                    <a:pt x="393075" y="360659"/>
                    <a:pt x="392477" y="360905"/>
                    <a:pt x="391860" y="361158"/>
                  </a:cubicBezTo>
                  <a:cubicBezTo>
                    <a:pt x="391860" y="361894"/>
                    <a:pt x="391860" y="362631"/>
                    <a:pt x="391860" y="363390"/>
                  </a:cubicBezTo>
                  <a:cubicBezTo>
                    <a:pt x="391016" y="363467"/>
                    <a:pt x="390172" y="363543"/>
                    <a:pt x="389302" y="363623"/>
                  </a:cubicBezTo>
                  <a:cubicBezTo>
                    <a:pt x="387990" y="363876"/>
                    <a:pt x="387990" y="363876"/>
                    <a:pt x="386651" y="364134"/>
                  </a:cubicBezTo>
                  <a:cubicBezTo>
                    <a:pt x="386405" y="364871"/>
                    <a:pt x="386160" y="365608"/>
                    <a:pt x="385907" y="366367"/>
                  </a:cubicBezTo>
                  <a:cubicBezTo>
                    <a:pt x="384419" y="366863"/>
                    <a:pt x="382930" y="367359"/>
                    <a:pt x="381442" y="367855"/>
                  </a:cubicBezTo>
                  <a:cubicBezTo>
                    <a:pt x="381196" y="368592"/>
                    <a:pt x="380951" y="369328"/>
                    <a:pt x="380698" y="370087"/>
                  </a:cubicBezTo>
                  <a:cubicBezTo>
                    <a:pt x="379977" y="370195"/>
                    <a:pt x="379255" y="370302"/>
                    <a:pt x="378512" y="370413"/>
                  </a:cubicBezTo>
                  <a:cubicBezTo>
                    <a:pt x="377760" y="370551"/>
                    <a:pt x="377008" y="370689"/>
                    <a:pt x="376233" y="370831"/>
                  </a:cubicBezTo>
                  <a:cubicBezTo>
                    <a:pt x="375713" y="371811"/>
                    <a:pt x="375216" y="372803"/>
                    <a:pt x="374745" y="373808"/>
                  </a:cubicBezTo>
                  <a:cubicBezTo>
                    <a:pt x="373509" y="374079"/>
                    <a:pt x="372269" y="374329"/>
                    <a:pt x="371024" y="374552"/>
                  </a:cubicBezTo>
                  <a:cubicBezTo>
                    <a:pt x="370779" y="375289"/>
                    <a:pt x="370533" y="376025"/>
                    <a:pt x="370280" y="376784"/>
                  </a:cubicBezTo>
                  <a:cubicBezTo>
                    <a:pt x="369543" y="376892"/>
                    <a:pt x="368807" y="376999"/>
                    <a:pt x="368048" y="377110"/>
                  </a:cubicBezTo>
                  <a:cubicBezTo>
                    <a:pt x="367311" y="377248"/>
                    <a:pt x="366574" y="377386"/>
                    <a:pt x="365815" y="377529"/>
                  </a:cubicBezTo>
                  <a:cubicBezTo>
                    <a:pt x="365692" y="378035"/>
                    <a:pt x="365570" y="378542"/>
                    <a:pt x="365443" y="379063"/>
                  </a:cubicBezTo>
                  <a:cubicBezTo>
                    <a:pt x="365320" y="379539"/>
                    <a:pt x="365197" y="380015"/>
                    <a:pt x="365071" y="380505"/>
                  </a:cubicBezTo>
                  <a:cubicBezTo>
                    <a:pt x="363583" y="380505"/>
                    <a:pt x="362094" y="380505"/>
                    <a:pt x="360606" y="380505"/>
                  </a:cubicBezTo>
                  <a:cubicBezTo>
                    <a:pt x="360513" y="380988"/>
                    <a:pt x="360420" y="381470"/>
                    <a:pt x="360324" y="381967"/>
                  </a:cubicBezTo>
                  <a:cubicBezTo>
                    <a:pt x="360095" y="382717"/>
                    <a:pt x="360095" y="382717"/>
                    <a:pt x="359862" y="383482"/>
                  </a:cubicBezTo>
                  <a:cubicBezTo>
                    <a:pt x="357366" y="384120"/>
                    <a:pt x="354937" y="383991"/>
                    <a:pt x="352421" y="383482"/>
                  </a:cubicBezTo>
                  <a:cubicBezTo>
                    <a:pt x="351304" y="381668"/>
                    <a:pt x="351304" y="381668"/>
                    <a:pt x="350932" y="379761"/>
                  </a:cubicBezTo>
                  <a:cubicBezTo>
                    <a:pt x="350441" y="379516"/>
                    <a:pt x="349950" y="379270"/>
                    <a:pt x="349444" y="379017"/>
                  </a:cubicBezTo>
                  <a:cubicBezTo>
                    <a:pt x="349136" y="377479"/>
                    <a:pt x="349136" y="377479"/>
                    <a:pt x="348979" y="375622"/>
                  </a:cubicBezTo>
                  <a:cubicBezTo>
                    <a:pt x="348895" y="374699"/>
                    <a:pt x="348895" y="374699"/>
                    <a:pt x="348810" y="373759"/>
                  </a:cubicBezTo>
                  <a:cubicBezTo>
                    <a:pt x="348774" y="373284"/>
                    <a:pt x="348737" y="372809"/>
                    <a:pt x="348700" y="372320"/>
                  </a:cubicBezTo>
                  <a:cubicBezTo>
                    <a:pt x="347963" y="372320"/>
                    <a:pt x="347226" y="372320"/>
                    <a:pt x="346467" y="372320"/>
                  </a:cubicBezTo>
                  <a:cubicBezTo>
                    <a:pt x="346346" y="370794"/>
                    <a:pt x="346225" y="369268"/>
                    <a:pt x="346104" y="367741"/>
                  </a:cubicBezTo>
                  <a:cubicBezTo>
                    <a:pt x="345978" y="367288"/>
                    <a:pt x="345853" y="366834"/>
                    <a:pt x="345723" y="366367"/>
                  </a:cubicBezTo>
                  <a:cubicBezTo>
                    <a:pt x="344987" y="366121"/>
                    <a:pt x="344250" y="365875"/>
                    <a:pt x="343491" y="365622"/>
                  </a:cubicBezTo>
                  <a:cubicBezTo>
                    <a:pt x="343328" y="363859"/>
                    <a:pt x="343496" y="362201"/>
                    <a:pt x="343630" y="360437"/>
                  </a:cubicBezTo>
                  <a:cubicBezTo>
                    <a:pt x="343584" y="359938"/>
                    <a:pt x="343538" y="359439"/>
                    <a:pt x="343491" y="358925"/>
                  </a:cubicBezTo>
                  <a:cubicBezTo>
                    <a:pt x="342754" y="358680"/>
                    <a:pt x="342017" y="358434"/>
                    <a:pt x="341258" y="358181"/>
                  </a:cubicBezTo>
                  <a:cubicBezTo>
                    <a:pt x="340734" y="356453"/>
                    <a:pt x="340237" y="354716"/>
                    <a:pt x="339770" y="352972"/>
                  </a:cubicBezTo>
                  <a:cubicBezTo>
                    <a:pt x="339279" y="352726"/>
                    <a:pt x="338788" y="352481"/>
                    <a:pt x="338282" y="352228"/>
                  </a:cubicBezTo>
                  <a:cubicBezTo>
                    <a:pt x="338036" y="351353"/>
                    <a:pt x="337791" y="350478"/>
                    <a:pt x="337538" y="349577"/>
                  </a:cubicBezTo>
                  <a:cubicBezTo>
                    <a:pt x="337292" y="348733"/>
                    <a:pt x="337047" y="347889"/>
                    <a:pt x="336794" y="347019"/>
                  </a:cubicBezTo>
                  <a:cubicBezTo>
                    <a:pt x="336302" y="347019"/>
                    <a:pt x="335811" y="347019"/>
                    <a:pt x="335305" y="347019"/>
                  </a:cubicBezTo>
                  <a:cubicBezTo>
                    <a:pt x="335160" y="345493"/>
                    <a:pt x="335015" y="343967"/>
                    <a:pt x="334869" y="342441"/>
                  </a:cubicBezTo>
                  <a:cubicBezTo>
                    <a:pt x="334768" y="341987"/>
                    <a:pt x="334666" y="341533"/>
                    <a:pt x="334561" y="341066"/>
                  </a:cubicBezTo>
                  <a:cubicBezTo>
                    <a:pt x="334070" y="340820"/>
                    <a:pt x="333579" y="340575"/>
                    <a:pt x="333073" y="340322"/>
                  </a:cubicBezTo>
                  <a:cubicBezTo>
                    <a:pt x="332577" y="338585"/>
                    <a:pt x="332081" y="336849"/>
                    <a:pt x="331585" y="335113"/>
                  </a:cubicBezTo>
                  <a:cubicBezTo>
                    <a:pt x="331093" y="334867"/>
                    <a:pt x="330602" y="334621"/>
                    <a:pt x="330096" y="334368"/>
                  </a:cubicBezTo>
                  <a:cubicBezTo>
                    <a:pt x="329600" y="332632"/>
                    <a:pt x="329104" y="330896"/>
                    <a:pt x="328608" y="329160"/>
                  </a:cubicBezTo>
                  <a:cubicBezTo>
                    <a:pt x="328117" y="328914"/>
                    <a:pt x="327626" y="328668"/>
                    <a:pt x="327120" y="328415"/>
                  </a:cubicBezTo>
                  <a:cubicBezTo>
                    <a:pt x="326872" y="326679"/>
                    <a:pt x="326624" y="324943"/>
                    <a:pt x="326376" y="323206"/>
                  </a:cubicBezTo>
                  <a:cubicBezTo>
                    <a:pt x="325884" y="322961"/>
                    <a:pt x="325393" y="322715"/>
                    <a:pt x="324887" y="322462"/>
                  </a:cubicBezTo>
                  <a:cubicBezTo>
                    <a:pt x="324887" y="321234"/>
                    <a:pt x="324887" y="320007"/>
                    <a:pt x="324887" y="318742"/>
                  </a:cubicBezTo>
                  <a:cubicBezTo>
                    <a:pt x="316784" y="318987"/>
                    <a:pt x="308680" y="319233"/>
                    <a:pt x="300331" y="319486"/>
                  </a:cubicBezTo>
                  <a:cubicBezTo>
                    <a:pt x="300331" y="320468"/>
                    <a:pt x="300331" y="321450"/>
                    <a:pt x="300331" y="322462"/>
                  </a:cubicBezTo>
                  <a:cubicBezTo>
                    <a:pt x="299388" y="322473"/>
                    <a:pt x="298445" y="322484"/>
                    <a:pt x="297474" y="322495"/>
                  </a:cubicBezTo>
                  <a:cubicBezTo>
                    <a:pt x="293988" y="322538"/>
                    <a:pt x="290503" y="322596"/>
                    <a:pt x="287018" y="322658"/>
                  </a:cubicBezTo>
                  <a:cubicBezTo>
                    <a:pt x="285508" y="322682"/>
                    <a:pt x="283997" y="322703"/>
                    <a:pt x="282486" y="322720"/>
                  </a:cubicBezTo>
                  <a:cubicBezTo>
                    <a:pt x="280319" y="322745"/>
                    <a:pt x="278153" y="322784"/>
                    <a:pt x="275986" y="322826"/>
                  </a:cubicBezTo>
                  <a:cubicBezTo>
                    <a:pt x="275306" y="322830"/>
                    <a:pt x="274627" y="322835"/>
                    <a:pt x="273926" y="322840"/>
                  </a:cubicBezTo>
                  <a:cubicBezTo>
                    <a:pt x="271849" y="322862"/>
                    <a:pt x="271849" y="322862"/>
                    <a:pt x="269077" y="323206"/>
                  </a:cubicBezTo>
                  <a:cubicBezTo>
                    <a:pt x="268831" y="323943"/>
                    <a:pt x="268586" y="324680"/>
                    <a:pt x="268333" y="325439"/>
                  </a:cubicBezTo>
                  <a:cubicBezTo>
                    <a:pt x="267000" y="325736"/>
                    <a:pt x="267000" y="325736"/>
                    <a:pt x="265243" y="325761"/>
                  </a:cubicBezTo>
                  <a:cubicBezTo>
                    <a:pt x="264587" y="325775"/>
                    <a:pt x="263932" y="325790"/>
                    <a:pt x="263256" y="325805"/>
                  </a:cubicBezTo>
                  <a:cubicBezTo>
                    <a:pt x="262188" y="325812"/>
                    <a:pt x="262188" y="325812"/>
                    <a:pt x="261098" y="325820"/>
                  </a:cubicBezTo>
                  <a:cubicBezTo>
                    <a:pt x="260009" y="325840"/>
                    <a:pt x="260009" y="325840"/>
                    <a:pt x="258899" y="325860"/>
                  </a:cubicBezTo>
                  <a:cubicBezTo>
                    <a:pt x="256571" y="325901"/>
                    <a:pt x="254243" y="325926"/>
                    <a:pt x="251915" y="325950"/>
                  </a:cubicBezTo>
                  <a:cubicBezTo>
                    <a:pt x="250341" y="325975"/>
                    <a:pt x="248767" y="326001"/>
                    <a:pt x="247193" y="326027"/>
                  </a:cubicBezTo>
                  <a:cubicBezTo>
                    <a:pt x="243326" y="326091"/>
                    <a:pt x="239458" y="326142"/>
                    <a:pt x="235590" y="326183"/>
                  </a:cubicBezTo>
                  <a:cubicBezTo>
                    <a:pt x="235590" y="327165"/>
                    <a:pt x="235590" y="328147"/>
                    <a:pt x="235590" y="329160"/>
                  </a:cubicBezTo>
                  <a:cubicBezTo>
                    <a:pt x="234625" y="329166"/>
                    <a:pt x="233660" y="329173"/>
                    <a:pt x="232665" y="329181"/>
                  </a:cubicBezTo>
                  <a:cubicBezTo>
                    <a:pt x="229096" y="329210"/>
                    <a:pt x="225528" y="329259"/>
                    <a:pt x="221960" y="329314"/>
                  </a:cubicBezTo>
                  <a:cubicBezTo>
                    <a:pt x="220413" y="329335"/>
                    <a:pt x="218867" y="329351"/>
                    <a:pt x="217320" y="329361"/>
                  </a:cubicBezTo>
                  <a:cubicBezTo>
                    <a:pt x="215101" y="329377"/>
                    <a:pt x="212883" y="329412"/>
                    <a:pt x="210665" y="329450"/>
                  </a:cubicBezTo>
                  <a:cubicBezTo>
                    <a:pt x="209969" y="329451"/>
                    <a:pt x="209273" y="329452"/>
                    <a:pt x="208555" y="329453"/>
                  </a:cubicBezTo>
                  <a:cubicBezTo>
                    <a:pt x="207915" y="329468"/>
                    <a:pt x="207274" y="329482"/>
                    <a:pt x="206614" y="329497"/>
                  </a:cubicBezTo>
                  <a:cubicBezTo>
                    <a:pt x="206047" y="329504"/>
                    <a:pt x="205481" y="329511"/>
                    <a:pt x="204897" y="329517"/>
                  </a:cubicBezTo>
                  <a:cubicBezTo>
                    <a:pt x="204466" y="329645"/>
                    <a:pt x="204036" y="329772"/>
                    <a:pt x="203592" y="329904"/>
                  </a:cubicBezTo>
                  <a:cubicBezTo>
                    <a:pt x="203342" y="330895"/>
                    <a:pt x="203094" y="331887"/>
                    <a:pt x="202848" y="332880"/>
                  </a:cubicBezTo>
                  <a:cubicBezTo>
                    <a:pt x="200475" y="333179"/>
                    <a:pt x="198343" y="333277"/>
                    <a:pt x="195965" y="333255"/>
                  </a:cubicBezTo>
                  <a:cubicBezTo>
                    <a:pt x="195274" y="333262"/>
                    <a:pt x="194583" y="333269"/>
                    <a:pt x="193871" y="333276"/>
                  </a:cubicBezTo>
                  <a:cubicBezTo>
                    <a:pt x="191655" y="333298"/>
                    <a:pt x="189438" y="333300"/>
                    <a:pt x="187221" y="333299"/>
                  </a:cubicBezTo>
                  <a:cubicBezTo>
                    <a:pt x="185004" y="333301"/>
                    <a:pt x="182788" y="333308"/>
                    <a:pt x="180571" y="333329"/>
                  </a:cubicBezTo>
                  <a:cubicBezTo>
                    <a:pt x="179189" y="333342"/>
                    <a:pt x="177807" y="333344"/>
                    <a:pt x="176425" y="333334"/>
                  </a:cubicBezTo>
                  <a:cubicBezTo>
                    <a:pt x="174357" y="333325"/>
                    <a:pt x="174357" y="333325"/>
                    <a:pt x="171594" y="333624"/>
                  </a:cubicBezTo>
                  <a:cubicBezTo>
                    <a:pt x="171349" y="334361"/>
                    <a:pt x="171103" y="335098"/>
                    <a:pt x="170850" y="335857"/>
                  </a:cubicBezTo>
                  <a:cubicBezTo>
                    <a:pt x="168617" y="336075"/>
                    <a:pt x="166528" y="336149"/>
                    <a:pt x="164292" y="336133"/>
                  </a:cubicBezTo>
                  <a:cubicBezTo>
                    <a:pt x="162942" y="336146"/>
                    <a:pt x="161591" y="336159"/>
                    <a:pt x="160240" y="336172"/>
                  </a:cubicBezTo>
                  <a:cubicBezTo>
                    <a:pt x="158099" y="336180"/>
                    <a:pt x="155958" y="336182"/>
                    <a:pt x="153817" y="336181"/>
                  </a:cubicBezTo>
                  <a:cubicBezTo>
                    <a:pt x="151759" y="336184"/>
                    <a:pt x="149701" y="336204"/>
                    <a:pt x="147642" y="336226"/>
                  </a:cubicBezTo>
                  <a:cubicBezTo>
                    <a:pt x="146997" y="336220"/>
                    <a:pt x="146353" y="336214"/>
                    <a:pt x="145688" y="336207"/>
                  </a:cubicBezTo>
                  <a:cubicBezTo>
                    <a:pt x="143715" y="336197"/>
                    <a:pt x="143715" y="336197"/>
                    <a:pt x="141085" y="336601"/>
                  </a:cubicBezTo>
                  <a:cubicBezTo>
                    <a:pt x="140834" y="337592"/>
                    <a:pt x="140586" y="338585"/>
                    <a:pt x="140340" y="339577"/>
                  </a:cubicBezTo>
                  <a:cubicBezTo>
                    <a:pt x="138124" y="339878"/>
                    <a:pt x="136167" y="339974"/>
                    <a:pt x="133946" y="339952"/>
                  </a:cubicBezTo>
                  <a:cubicBezTo>
                    <a:pt x="133304" y="339959"/>
                    <a:pt x="132663" y="339966"/>
                    <a:pt x="132002" y="339974"/>
                  </a:cubicBezTo>
                  <a:cubicBezTo>
                    <a:pt x="129944" y="339995"/>
                    <a:pt x="127887" y="339997"/>
                    <a:pt x="125830" y="339996"/>
                  </a:cubicBezTo>
                  <a:cubicBezTo>
                    <a:pt x="123772" y="339999"/>
                    <a:pt x="121715" y="340006"/>
                    <a:pt x="119657" y="340026"/>
                  </a:cubicBezTo>
                  <a:cubicBezTo>
                    <a:pt x="118375" y="340039"/>
                    <a:pt x="117092" y="340041"/>
                    <a:pt x="115809" y="340032"/>
                  </a:cubicBezTo>
                  <a:cubicBezTo>
                    <a:pt x="113888" y="340022"/>
                    <a:pt x="113888" y="340022"/>
                    <a:pt x="111319" y="340322"/>
                  </a:cubicBezTo>
                  <a:cubicBezTo>
                    <a:pt x="111073" y="341058"/>
                    <a:pt x="110828" y="341795"/>
                    <a:pt x="110575" y="342554"/>
                  </a:cubicBezTo>
                  <a:cubicBezTo>
                    <a:pt x="108652" y="342811"/>
                    <a:pt x="106897" y="342918"/>
                    <a:pt x="104968" y="342935"/>
                  </a:cubicBezTo>
                  <a:cubicBezTo>
                    <a:pt x="104127" y="342955"/>
                    <a:pt x="104127" y="342955"/>
                    <a:pt x="103269" y="342975"/>
                  </a:cubicBezTo>
                  <a:cubicBezTo>
                    <a:pt x="101472" y="343016"/>
                    <a:pt x="99675" y="343041"/>
                    <a:pt x="97878" y="343066"/>
                  </a:cubicBezTo>
                  <a:cubicBezTo>
                    <a:pt x="96662" y="343090"/>
                    <a:pt x="95447" y="343116"/>
                    <a:pt x="94231" y="343143"/>
                  </a:cubicBezTo>
                  <a:cubicBezTo>
                    <a:pt x="91246" y="343206"/>
                    <a:pt x="88260" y="343256"/>
                    <a:pt x="85274" y="343298"/>
                  </a:cubicBezTo>
                  <a:cubicBezTo>
                    <a:pt x="85274" y="344280"/>
                    <a:pt x="85274" y="345263"/>
                    <a:pt x="85274" y="346275"/>
                  </a:cubicBezTo>
                  <a:cubicBezTo>
                    <a:pt x="78644" y="346520"/>
                    <a:pt x="72013" y="346766"/>
                    <a:pt x="65182" y="347019"/>
                  </a:cubicBezTo>
                  <a:cubicBezTo>
                    <a:pt x="65182" y="347756"/>
                    <a:pt x="65182" y="348492"/>
                    <a:pt x="65182" y="349251"/>
                  </a:cubicBezTo>
                  <a:cubicBezTo>
                    <a:pt x="62998" y="350139"/>
                    <a:pt x="60860" y="350053"/>
                    <a:pt x="58531" y="349995"/>
                  </a:cubicBezTo>
                  <a:cubicBezTo>
                    <a:pt x="54728" y="349921"/>
                    <a:pt x="54728" y="349921"/>
                    <a:pt x="51044" y="350740"/>
                  </a:cubicBezTo>
                  <a:cubicBezTo>
                    <a:pt x="50798" y="351476"/>
                    <a:pt x="50552" y="352213"/>
                    <a:pt x="50299" y="352972"/>
                  </a:cubicBezTo>
                  <a:cubicBezTo>
                    <a:pt x="48153" y="353074"/>
                    <a:pt x="46091" y="352869"/>
                    <a:pt x="43951" y="352687"/>
                  </a:cubicBezTo>
                  <a:cubicBezTo>
                    <a:pt x="43042" y="352828"/>
                    <a:pt x="43042" y="352828"/>
                    <a:pt x="42114" y="352972"/>
                  </a:cubicBezTo>
                  <a:cubicBezTo>
                    <a:pt x="41408" y="354804"/>
                    <a:pt x="41408" y="354804"/>
                    <a:pt x="41370" y="356693"/>
                  </a:cubicBezTo>
                  <a:cubicBezTo>
                    <a:pt x="39556" y="356786"/>
                    <a:pt x="39556" y="356786"/>
                    <a:pt x="37649" y="355949"/>
                  </a:cubicBezTo>
                  <a:cubicBezTo>
                    <a:pt x="37262" y="354004"/>
                    <a:pt x="37183" y="352162"/>
                    <a:pt x="37155" y="350181"/>
                  </a:cubicBezTo>
                  <a:cubicBezTo>
                    <a:pt x="37072" y="349629"/>
                    <a:pt x="36990" y="349076"/>
                    <a:pt x="36905" y="348507"/>
                  </a:cubicBezTo>
                  <a:cubicBezTo>
                    <a:pt x="36168" y="348262"/>
                    <a:pt x="35432" y="348016"/>
                    <a:pt x="34672" y="347763"/>
                  </a:cubicBezTo>
                  <a:cubicBezTo>
                    <a:pt x="34344" y="345464"/>
                    <a:pt x="34344" y="345464"/>
                    <a:pt x="34254" y="342601"/>
                  </a:cubicBezTo>
                  <a:cubicBezTo>
                    <a:pt x="34361" y="338812"/>
                    <a:pt x="34361" y="338812"/>
                    <a:pt x="32440" y="335857"/>
                  </a:cubicBezTo>
                  <a:cubicBezTo>
                    <a:pt x="32132" y="333595"/>
                    <a:pt x="32132" y="333595"/>
                    <a:pt x="31975" y="330927"/>
                  </a:cubicBezTo>
                  <a:cubicBezTo>
                    <a:pt x="31919" y="330042"/>
                    <a:pt x="31864" y="329158"/>
                    <a:pt x="31806" y="328247"/>
                  </a:cubicBezTo>
                  <a:cubicBezTo>
                    <a:pt x="31752" y="327225"/>
                    <a:pt x="31752" y="327225"/>
                    <a:pt x="31696" y="326183"/>
                  </a:cubicBezTo>
                  <a:cubicBezTo>
                    <a:pt x="30959" y="326183"/>
                    <a:pt x="30223" y="326183"/>
                    <a:pt x="29464" y="326183"/>
                  </a:cubicBezTo>
                  <a:cubicBezTo>
                    <a:pt x="29218" y="322991"/>
                    <a:pt x="28972" y="319798"/>
                    <a:pt x="28719" y="316509"/>
                  </a:cubicBezTo>
                  <a:cubicBezTo>
                    <a:pt x="27983" y="316509"/>
                    <a:pt x="27246" y="316509"/>
                    <a:pt x="26487" y="316509"/>
                  </a:cubicBezTo>
                  <a:cubicBezTo>
                    <a:pt x="26513" y="315873"/>
                    <a:pt x="26539" y="315237"/>
                    <a:pt x="26565" y="314582"/>
                  </a:cubicBezTo>
                  <a:cubicBezTo>
                    <a:pt x="26586" y="313760"/>
                    <a:pt x="26606" y="312938"/>
                    <a:pt x="26626" y="312091"/>
                  </a:cubicBezTo>
                  <a:cubicBezTo>
                    <a:pt x="26652" y="311271"/>
                    <a:pt x="26678" y="310450"/>
                    <a:pt x="26705" y="309605"/>
                  </a:cubicBezTo>
                  <a:cubicBezTo>
                    <a:pt x="26633" y="308937"/>
                    <a:pt x="26561" y="308268"/>
                    <a:pt x="26487" y="307579"/>
                  </a:cubicBezTo>
                  <a:cubicBezTo>
                    <a:pt x="25750" y="307334"/>
                    <a:pt x="25014" y="307088"/>
                    <a:pt x="24255" y="306835"/>
                  </a:cubicBezTo>
                  <a:cubicBezTo>
                    <a:pt x="23763" y="305161"/>
                    <a:pt x="23763" y="305161"/>
                    <a:pt x="23464" y="303115"/>
                  </a:cubicBezTo>
                  <a:cubicBezTo>
                    <a:pt x="23195" y="301120"/>
                    <a:pt x="23195" y="301120"/>
                    <a:pt x="22766" y="299394"/>
                  </a:cubicBezTo>
                  <a:cubicBezTo>
                    <a:pt x="22275" y="299148"/>
                    <a:pt x="21784" y="298903"/>
                    <a:pt x="21278" y="298650"/>
                  </a:cubicBezTo>
                  <a:cubicBezTo>
                    <a:pt x="21014" y="296726"/>
                    <a:pt x="20948" y="294822"/>
                    <a:pt x="20862" y="292883"/>
                  </a:cubicBezTo>
                  <a:cubicBezTo>
                    <a:pt x="20700" y="292054"/>
                    <a:pt x="20700" y="292054"/>
                    <a:pt x="20534" y="291208"/>
                  </a:cubicBezTo>
                  <a:cubicBezTo>
                    <a:pt x="19797" y="290963"/>
                    <a:pt x="19060" y="290717"/>
                    <a:pt x="18301" y="290464"/>
                  </a:cubicBezTo>
                  <a:cubicBezTo>
                    <a:pt x="17973" y="288953"/>
                    <a:pt x="17973" y="288953"/>
                    <a:pt x="17883" y="287116"/>
                  </a:cubicBezTo>
                  <a:cubicBezTo>
                    <a:pt x="17820" y="285327"/>
                    <a:pt x="17820" y="285327"/>
                    <a:pt x="17557" y="283767"/>
                  </a:cubicBezTo>
                  <a:cubicBezTo>
                    <a:pt x="17066" y="283521"/>
                    <a:pt x="16575" y="283276"/>
                    <a:pt x="16069" y="283023"/>
                  </a:cubicBezTo>
                  <a:cubicBezTo>
                    <a:pt x="15735" y="281537"/>
                    <a:pt x="15735" y="281537"/>
                    <a:pt x="15557" y="279721"/>
                  </a:cubicBezTo>
                  <a:cubicBezTo>
                    <a:pt x="15493" y="279123"/>
                    <a:pt x="15429" y="278525"/>
                    <a:pt x="15363" y="277910"/>
                  </a:cubicBezTo>
                  <a:cubicBezTo>
                    <a:pt x="15325" y="276326"/>
                    <a:pt x="15325" y="276326"/>
                    <a:pt x="16069" y="274837"/>
                  </a:cubicBezTo>
                  <a:cubicBezTo>
                    <a:pt x="17381" y="274492"/>
                    <a:pt x="17381" y="274492"/>
                    <a:pt x="18720" y="274140"/>
                  </a:cubicBezTo>
                  <a:cubicBezTo>
                    <a:pt x="19564" y="273879"/>
                    <a:pt x="20408" y="273618"/>
                    <a:pt x="21278" y="273349"/>
                  </a:cubicBezTo>
                  <a:cubicBezTo>
                    <a:pt x="21278" y="272612"/>
                    <a:pt x="21278" y="271876"/>
                    <a:pt x="21278" y="271117"/>
                  </a:cubicBezTo>
                  <a:cubicBezTo>
                    <a:pt x="23242" y="271117"/>
                    <a:pt x="25207" y="271117"/>
                    <a:pt x="27231" y="271117"/>
                  </a:cubicBezTo>
                  <a:cubicBezTo>
                    <a:pt x="27231" y="270134"/>
                    <a:pt x="27231" y="269152"/>
                    <a:pt x="27231" y="268140"/>
                  </a:cubicBezTo>
                  <a:cubicBezTo>
                    <a:pt x="28704" y="267894"/>
                    <a:pt x="30178" y="267649"/>
                    <a:pt x="31696" y="267396"/>
                  </a:cubicBezTo>
                  <a:cubicBezTo>
                    <a:pt x="31696" y="266414"/>
                    <a:pt x="31696" y="265431"/>
                    <a:pt x="31696" y="264419"/>
                  </a:cubicBezTo>
                  <a:cubicBezTo>
                    <a:pt x="33138" y="264001"/>
                    <a:pt x="33138" y="264001"/>
                    <a:pt x="34672" y="263675"/>
                  </a:cubicBezTo>
                  <a:cubicBezTo>
                    <a:pt x="34918" y="262938"/>
                    <a:pt x="35164" y="262202"/>
                    <a:pt x="35417" y="261443"/>
                  </a:cubicBezTo>
                  <a:cubicBezTo>
                    <a:pt x="35923" y="261320"/>
                    <a:pt x="36430" y="261197"/>
                    <a:pt x="36951" y="261071"/>
                  </a:cubicBezTo>
                  <a:cubicBezTo>
                    <a:pt x="37427" y="260948"/>
                    <a:pt x="37903" y="260825"/>
                    <a:pt x="38393" y="260699"/>
                  </a:cubicBezTo>
                  <a:cubicBezTo>
                    <a:pt x="38393" y="259962"/>
                    <a:pt x="38393" y="259225"/>
                    <a:pt x="38393" y="258466"/>
                  </a:cubicBezTo>
                  <a:cubicBezTo>
                    <a:pt x="39370" y="257350"/>
                    <a:pt x="39370" y="257350"/>
                    <a:pt x="40626" y="256234"/>
                  </a:cubicBezTo>
                  <a:cubicBezTo>
                    <a:pt x="42336" y="254655"/>
                    <a:pt x="42837" y="254064"/>
                    <a:pt x="43602" y="251769"/>
                  </a:cubicBezTo>
                  <a:cubicBezTo>
                    <a:pt x="44842" y="250529"/>
                    <a:pt x="46083" y="249288"/>
                    <a:pt x="47323" y="248048"/>
                  </a:cubicBezTo>
                  <a:cubicBezTo>
                    <a:pt x="48079" y="246815"/>
                    <a:pt x="48827" y="245577"/>
                    <a:pt x="49555" y="244327"/>
                  </a:cubicBezTo>
                  <a:cubicBezTo>
                    <a:pt x="50046" y="244082"/>
                    <a:pt x="50538" y="243836"/>
                    <a:pt x="51044" y="243583"/>
                  </a:cubicBezTo>
                  <a:cubicBezTo>
                    <a:pt x="51289" y="242847"/>
                    <a:pt x="51535" y="242110"/>
                    <a:pt x="51788" y="241351"/>
                  </a:cubicBezTo>
                  <a:cubicBezTo>
                    <a:pt x="52279" y="241105"/>
                    <a:pt x="52770" y="240860"/>
                    <a:pt x="53276" y="240607"/>
                  </a:cubicBezTo>
                  <a:cubicBezTo>
                    <a:pt x="53383" y="239993"/>
                    <a:pt x="53491" y="239379"/>
                    <a:pt x="53602" y="238746"/>
                  </a:cubicBezTo>
                  <a:cubicBezTo>
                    <a:pt x="53809" y="237826"/>
                    <a:pt x="53809" y="237826"/>
                    <a:pt x="54020" y="236886"/>
                  </a:cubicBezTo>
                  <a:cubicBezTo>
                    <a:pt x="54757" y="236641"/>
                    <a:pt x="55494" y="236395"/>
                    <a:pt x="56253" y="236142"/>
                  </a:cubicBezTo>
                  <a:cubicBezTo>
                    <a:pt x="56524" y="234907"/>
                    <a:pt x="56773" y="233666"/>
                    <a:pt x="56997" y="232421"/>
                  </a:cubicBezTo>
                  <a:cubicBezTo>
                    <a:pt x="57488" y="232421"/>
                    <a:pt x="57979" y="232421"/>
                    <a:pt x="58485" y="232421"/>
                  </a:cubicBezTo>
                  <a:cubicBezTo>
                    <a:pt x="58731" y="231930"/>
                    <a:pt x="58976" y="231439"/>
                    <a:pt x="59229" y="230933"/>
                  </a:cubicBezTo>
                  <a:cubicBezTo>
                    <a:pt x="59475" y="230442"/>
                    <a:pt x="59720" y="229951"/>
                    <a:pt x="59973" y="229445"/>
                  </a:cubicBezTo>
                  <a:cubicBezTo>
                    <a:pt x="60464" y="229445"/>
                    <a:pt x="60956" y="229445"/>
                    <a:pt x="61462" y="229445"/>
                  </a:cubicBezTo>
                  <a:cubicBezTo>
                    <a:pt x="61661" y="228662"/>
                    <a:pt x="61861" y="227879"/>
                    <a:pt x="62066" y="227073"/>
                  </a:cubicBezTo>
                  <a:cubicBezTo>
                    <a:pt x="63063" y="223872"/>
                    <a:pt x="64251" y="222758"/>
                    <a:pt x="66671" y="220515"/>
                  </a:cubicBezTo>
                  <a:cubicBezTo>
                    <a:pt x="67085" y="219824"/>
                    <a:pt x="67499" y="219134"/>
                    <a:pt x="67926" y="218422"/>
                  </a:cubicBezTo>
                  <a:cubicBezTo>
                    <a:pt x="68410" y="217616"/>
                    <a:pt x="68410" y="217616"/>
                    <a:pt x="68903" y="216794"/>
                  </a:cubicBezTo>
                  <a:cubicBezTo>
                    <a:pt x="69394" y="216794"/>
                    <a:pt x="69885" y="216794"/>
                    <a:pt x="70391" y="216794"/>
                  </a:cubicBezTo>
                  <a:cubicBezTo>
                    <a:pt x="70645" y="215555"/>
                    <a:pt x="70893" y="214315"/>
                    <a:pt x="71135" y="213074"/>
                  </a:cubicBezTo>
                  <a:cubicBezTo>
                    <a:pt x="71627" y="212828"/>
                    <a:pt x="72118" y="212582"/>
                    <a:pt x="72624" y="212329"/>
                  </a:cubicBezTo>
                  <a:cubicBezTo>
                    <a:pt x="72746" y="211716"/>
                    <a:pt x="72869" y="211102"/>
                    <a:pt x="72996" y="210469"/>
                  </a:cubicBezTo>
                  <a:cubicBezTo>
                    <a:pt x="73119" y="209855"/>
                    <a:pt x="73241" y="209241"/>
                    <a:pt x="73368" y="208609"/>
                  </a:cubicBezTo>
                  <a:cubicBezTo>
                    <a:pt x="73859" y="208363"/>
                    <a:pt x="74350" y="208118"/>
                    <a:pt x="74856" y="207865"/>
                  </a:cubicBezTo>
                  <a:cubicBezTo>
                    <a:pt x="75224" y="206944"/>
                    <a:pt x="75224" y="206944"/>
                    <a:pt x="75600" y="206004"/>
                  </a:cubicBezTo>
                  <a:cubicBezTo>
                    <a:pt x="76344" y="204144"/>
                    <a:pt x="76344" y="204144"/>
                    <a:pt x="77833" y="203400"/>
                  </a:cubicBezTo>
                  <a:cubicBezTo>
                    <a:pt x="77994" y="202456"/>
                    <a:pt x="77994" y="202456"/>
                    <a:pt x="78158" y="201493"/>
                  </a:cubicBezTo>
                  <a:cubicBezTo>
                    <a:pt x="78365" y="200595"/>
                    <a:pt x="78365" y="200595"/>
                    <a:pt x="78577" y="199679"/>
                  </a:cubicBezTo>
                  <a:cubicBezTo>
                    <a:pt x="79313" y="199679"/>
                    <a:pt x="80050" y="199679"/>
                    <a:pt x="80809" y="199679"/>
                  </a:cubicBezTo>
                  <a:cubicBezTo>
                    <a:pt x="80901" y="198958"/>
                    <a:pt x="80993" y="198236"/>
                    <a:pt x="81088" y="197493"/>
                  </a:cubicBezTo>
                  <a:cubicBezTo>
                    <a:pt x="81242" y="196741"/>
                    <a:pt x="81395" y="195989"/>
                    <a:pt x="81553" y="195214"/>
                  </a:cubicBezTo>
                  <a:cubicBezTo>
                    <a:pt x="82044" y="194969"/>
                    <a:pt x="82536" y="194723"/>
                    <a:pt x="83042" y="194470"/>
                  </a:cubicBezTo>
                  <a:cubicBezTo>
                    <a:pt x="83287" y="193733"/>
                    <a:pt x="83533" y="192997"/>
                    <a:pt x="83786" y="192238"/>
                  </a:cubicBezTo>
                  <a:cubicBezTo>
                    <a:pt x="84530" y="190005"/>
                    <a:pt x="84530" y="190005"/>
                    <a:pt x="86018" y="189261"/>
                  </a:cubicBezTo>
                  <a:cubicBezTo>
                    <a:pt x="86126" y="188785"/>
                    <a:pt x="86233" y="188310"/>
                    <a:pt x="86344" y="187819"/>
                  </a:cubicBezTo>
                  <a:cubicBezTo>
                    <a:pt x="86762" y="186285"/>
                    <a:pt x="86762" y="186285"/>
                    <a:pt x="88995" y="184796"/>
                  </a:cubicBezTo>
                  <a:cubicBezTo>
                    <a:pt x="89266" y="183561"/>
                    <a:pt x="89515" y="182320"/>
                    <a:pt x="89739" y="181076"/>
                  </a:cubicBezTo>
                  <a:cubicBezTo>
                    <a:pt x="90230" y="180830"/>
                    <a:pt x="90721" y="180584"/>
                    <a:pt x="91227" y="180331"/>
                  </a:cubicBezTo>
                  <a:cubicBezTo>
                    <a:pt x="91473" y="179595"/>
                    <a:pt x="91718" y="178858"/>
                    <a:pt x="91971" y="178099"/>
                  </a:cubicBezTo>
                  <a:cubicBezTo>
                    <a:pt x="92715" y="175867"/>
                    <a:pt x="92715" y="175867"/>
                    <a:pt x="94204" y="175122"/>
                  </a:cubicBezTo>
                  <a:cubicBezTo>
                    <a:pt x="94311" y="174539"/>
                    <a:pt x="94419" y="173956"/>
                    <a:pt x="94529" y="173355"/>
                  </a:cubicBezTo>
                  <a:cubicBezTo>
                    <a:pt x="95003" y="171145"/>
                    <a:pt x="95601" y="170683"/>
                    <a:pt x="97180" y="169169"/>
                  </a:cubicBezTo>
                  <a:cubicBezTo>
                    <a:pt x="97303" y="168632"/>
                    <a:pt x="97426" y="168095"/>
                    <a:pt x="97552" y="167541"/>
                  </a:cubicBezTo>
                  <a:cubicBezTo>
                    <a:pt x="97675" y="167096"/>
                    <a:pt x="97798" y="166651"/>
                    <a:pt x="97924" y="166193"/>
                  </a:cubicBezTo>
                  <a:cubicBezTo>
                    <a:pt x="98661" y="166193"/>
                    <a:pt x="99398" y="166193"/>
                    <a:pt x="100157" y="166193"/>
                  </a:cubicBezTo>
                  <a:cubicBezTo>
                    <a:pt x="100157" y="164474"/>
                    <a:pt x="100157" y="162755"/>
                    <a:pt x="100157" y="160984"/>
                  </a:cubicBezTo>
                  <a:cubicBezTo>
                    <a:pt x="100894" y="160984"/>
                    <a:pt x="101630" y="160984"/>
                    <a:pt x="102389" y="160984"/>
                  </a:cubicBezTo>
                  <a:cubicBezTo>
                    <a:pt x="102923" y="159258"/>
                    <a:pt x="103418" y="157521"/>
                    <a:pt x="103878" y="155775"/>
                  </a:cubicBezTo>
                  <a:cubicBezTo>
                    <a:pt x="104369" y="155529"/>
                    <a:pt x="104860" y="155284"/>
                    <a:pt x="105366" y="155031"/>
                  </a:cubicBezTo>
                  <a:cubicBezTo>
                    <a:pt x="105489" y="154294"/>
                    <a:pt x="105611" y="153557"/>
                    <a:pt x="105738" y="152798"/>
                  </a:cubicBezTo>
                  <a:cubicBezTo>
                    <a:pt x="105861" y="152061"/>
                    <a:pt x="105983" y="151325"/>
                    <a:pt x="106110" y="150566"/>
                  </a:cubicBezTo>
                  <a:cubicBezTo>
                    <a:pt x="106601" y="150320"/>
                    <a:pt x="107092" y="150075"/>
                    <a:pt x="107598" y="149822"/>
                  </a:cubicBezTo>
                  <a:cubicBezTo>
                    <a:pt x="107967" y="149070"/>
                    <a:pt x="108335" y="148318"/>
                    <a:pt x="108714" y="147543"/>
                  </a:cubicBezTo>
                  <a:cubicBezTo>
                    <a:pt x="109083" y="146821"/>
                    <a:pt x="109451" y="146100"/>
                    <a:pt x="109831" y="145357"/>
                  </a:cubicBezTo>
                  <a:cubicBezTo>
                    <a:pt x="110322" y="145357"/>
                    <a:pt x="110813" y="145357"/>
                    <a:pt x="111319" y="145357"/>
                  </a:cubicBezTo>
                  <a:cubicBezTo>
                    <a:pt x="111319" y="143392"/>
                    <a:pt x="111319" y="141428"/>
                    <a:pt x="111319" y="139404"/>
                  </a:cubicBezTo>
                  <a:cubicBezTo>
                    <a:pt x="112056" y="139404"/>
                    <a:pt x="112792" y="139404"/>
                    <a:pt x="113551" y="139404"/>
                  </a:cubicBezTo>
                  <a:cubicBezTo>
                    <a:pt x="113643" y="138682"/>
                    <a:pt x="113736" y="137961"/>
                    <a:pt x="113830" y="137218"/>
                  </a:cubicBezTo>
                  <a:cubicBezTo>
                    <a:pt x="113984" y="136466"/>
                    <a:pt x="114137" y="135714"/>
                    <a:pt x="114296" y="134939"/>
                  </a:cubicBezTo>
                  <a:cubicBezTo>
                    <a:pt x="114787" y="134693"/>
                    <a:pt x="115278" y="134448"/>
                    <a:pt x="115784" y="134195"/>
                  </a:cubicBezTo>
                  <a:cubicBezTo>
                    <a:pt x="116029" y="133335"/>
                    <a:pt x="116275" y="132476"/>
                    <a:pt x="116528" y="131590"/>
                  </a:cubicBezTo>
                  <a:cubicBezTo>
                    <a:pt x="116774" y="130731"/>
                    <a:pt x="117019" y="129871"/>
                    <a:pt x="117272" y="128986"/>
                  </a:cubicBezTo>
                  <a:cubicBezTo>
                    <a:pt x="117763" y="128740"/>
                    <a:pt x="118254" y="128495"/>
                    <a:pt x="118760" y="128242"/>
                  </a:cubicBezTo>
                  <a:cubicBezTo>
                    <a:pt x="119250" y="125987"/>
                    <a:pt x="119250" y="125987"/>
                    <a:pt x="119505" y="123777"/>
                  </a:cubicBezTo>
                  <a:cubicBezTo>
                    <a:pt x="120241" y="123777"/>
                    <a:pt x="120978" y="123777"/>
                    <a:pt x="121737" y="123777"/>
                  </a:cubicBezTo>
                  <a:cubicBezTo>
                    <a:pt x="121852" y="122534"/>
                    <a:pt x="121852" y="122534"/>
                    <a:pt x="121969" y="121265"/>
                  </a:cubicBezTo>
                  <a:cubicBezTo>
                    <a:pt x="122138" y="120375"/>
                    <a:pt x="122307" y="119485"/>
                    <a:pt x="122481" y="118568"/>
                  </a:cubicBezTo>
                  <a:cubicBezTo>
                    <a:pt x="123218" y="118077"/>
                    <a:pt x="123954" y="117585"/>
                    <a:pt x="124714" y="117079"/>
                  </a:cubicBezTo>
                  <a:cubicBezTo>
                    <a:pt x="124900" y="114785"/>
                    <a:pt x="124900" y="114785"/>
                    <a:pt x="124714" y="112615"/>
                  </a:cubicBezTo>
                  <a:cubicBezTo>
                    <a:pt x="125450" y="112615"/>
                    <a:pt x="126187" y="112615"/>
                    <a:pt x="126946" y="112615"/>
                  </a:cubicBezTo>
                  <a:cubicBezTo>
                    <a:pt x="127061" y="111348"/>
                    <a:pt x="127061" y="111348"/>
                    <a:pt x="127178" y="110057"/>
                  </a:cubicBezTo>
                  <a:cubicBezTo>
                    <a:pt x="127432" y="108744"/>
                    <a:pt x="127432" y="108744"/>
                    <a:pt x="127690" y="107406"/>
                  </a:cubicBezTo>
                  <a:cubicBezTo>
                    <a:pt x="128427" y="107160"/>
                    <a:pt x="129163" y="106914"/>
                    <a:pt x="129922" y="106661"/>
                  </a:cubicBezTo>
                  <a:cubicBezTo>
                    <a:pt x="130175" y="104926"/>
                    <a:pt x="130423" y="103189"/>
                    <a:pt x="130667" y="101452"/>
                  </a:cubicBezTo>
                  <a:cubicBezTo>
                    <a:pt x="131403" y="100961"/>
                    <a:pt x="132140" y="100470"/>
                    <a:pt x="132899" y="99964"/>
                  </a:cubicBezTo>
                  <a:cubicBezTo>
                    <a:pt x="132899" y="99212"/>
                    <a:pt x="132899" y="98460"/>
                    <a:pt x="132899" y="97685"/>
                  </a:cubicBezTo>
                  <a:cubicBezTo>
                    <a:pt x="132899" y="96964"/>
                    <a:pt x="132899" y="96243"/>
                    <a:pt x="132899" y="95499"/>
                  </a:cubicBezTo>
                  <a:cubicBezTo>
                    <a:pt x="133636" y="95254"/>
                    <a:pt x="134372" y="95008"/>
                    <a:pt x="135131" y="94755"/>
                  </a:cubicBezTo>
                  <a:cubicBezTo>
                    <a:pt x="135683" y="92132"/>
                    <a:pt x="135683" y="92132"/>
                    <a:pt x="135876" y="89546"/>
                  </a:cubicBezTo>
                  <a:cubicBezTo>
                    <a:pt x="136367" y="89546"/>
                    <a:pt x="136858" y="89546"/>
                    <a:pt x="137364" y="89546"/>
                  </a:cubicBezTo>
                  <a:cubicBezTo>
                    <a:pt x="137826" y="88012"/>
                    <a:pt x="138079" y="86472"/>
                    <a:pt x="138361" y="84895"/>
                  </a:cubicBezTo>
                  <a:cubicBezTo>
                    <a:pt x="138523" y="84466"/>
                    <a:pt x="138685" y="84036"/>
                    <a:pt x="138852" y="83593"/>
                  </a:cubicBezTo>
                  <a:cubicBezTo>
                    <a:pt x="139589" y="83593"/>
                    <a:pt x="140326" y="83593"/>
                    <a:pt x="141085" y="83593"/>
                  </a:cubicBezTo>
                  <a:cubicBezTo>
                    <a:pt x="141039" y="82902"/>
                    <a:pt x="140993" y="82212"/>
                    <a:pt x="140945" y="81500"/>
                  </a:cubicBezTo>
                  <a:cubicBezTo>
                    <a:pt x="141085" y="79128"/>
                    <a:pt x="141085" y="79128"/>
                    <a:pt x="142154" y="78105"/>
                  </a:cubicBezTo>
                  <a:cubicBezTo>
                    <a:pt x="143606" y="76595"/>
                    <a:pt x="143497" y="75876"/>
                    <a:pt x="143643" y="73826"/>
                  </a:cubicBezTo>
                  <a:cubicBezTo>
                    <a:pt x="143781" y="72875"/>
                    <a:pt x="143919" y="71923"/>
                    <a:pt x="144061" y="70943"/>
                  </a:cubicBezTo>
                  <a:cubicBezTo>
                    <a:pt x="144568" y="70820"/>
                    <a:pt x="145074" y="70697"/>
                    <a:pt x="145596" y="70571"/>
                  </a:cubicBezTo>
                  <a:cubicBezTo>
                    <a:pt x="146072" y="70448"/>
                    <a:pt x="146548" y="70325"/>
                    <a:pt x="147038" y="70199"/>
                  </a:cubicBezTo>
                  <a:cubicBezTo>
                    <a:pt x="147331" y="68161"/>
                    <a:pt x="147169" y="66317"/>
                    <a:pt x="147038" y="64245"/>
                  </a:cubicBezTo>
                  <a:cubicBezTo>
                    <a:pt x="147774" y="64245"/>
                    <a:pt x="148511" y="64245"/>
                    <a:pt x="149270" y="64245"/>
                  </a:cubicBezTo>
                  <a:cubicBezTo>
                    <a:pt x="149362" y="63401"/>
                    <a:pt x="149454" y="62557"/>
                    <a:pt x="149549" y="61687"/>
                  </a:cubicBezTo>
                  <a:cubicBezTo>
                    <a:pt x="149703" y="60813"/>
                    <a:pt x="149856" y="59938"/>
                    <a:pt x="150014" y="59036"/>
                  </a:cubicBezTo>
                  <a:cubicBezTo>
                    <a:pt x="150505" y="58791"/>
                    <a:pt x="150997" y="58545"/>
                    <a:pt x="151503" y="58292"/>
                  </a:cubicBezTo>
                  <a:cubicBezTo>
                    <a:pt x="151849" y="56882"/>
                    <a:pt x="151849" y="56882"/>
                    <a:pt x="151968" y="55269"/>
                  </a:cubicBezTo>
                  <a:cubicBezTo>
                    <a:pt x="152106" y="53819"/>
                    <a:pt x="152106" y="53819"/>
                    <a:pt x="152247" y="52339"/>
                  </a:cubicBezTo>
                  <a:cubicBezTo>
                    <a:pt x="152983" y="52339"/>
                    <a:pt x="153720" y="52339"/>
                    <a:pt x="154479" y="52339"/>
                  </a:cubicBezTo>
                  <a:cubicBezTo>
                    <a:pt x="154516" y="51864"/>
                    <a:pt x="154552" y="51390"/>
                    <a:pt x="154590" y="50900"/>
                  </a:cubicBezTo>
                  <a:cubicBezTo>
                    <a:pt x="154673" y="49978"/>
                    <a:pt x="154673" y="49978"/>
                    <a:pt x="154758" y="49037"/>
                  </a:cubicBezTo>
                  <a:cubicBezTo>
                    <a:pt x="154810" y="48424"/>
                    <a:pt x="154862" y="47811"/>
                    <a:pt x="154915" y="47180"/>
                  </a:cubicBezTo>
                  <a:cubicBezTo>
                    <a:pt x="155017" y="46672"/>
                    <a:pt x="155119" y="46165"/>
                    <a:pt x="155223" y="45642"/>
                  </a:cubicBezTo>
                  <a:cubicBezTo>
                    <a:pt x="155714" y="45396"/>
                    <a:pt x="156206" y="45151"/>
                    <a:pt x="156712" y="44898"/>
                  </a:cubicBezTo>
                  <a:cubicBezTo>
                    <a:pt x="157360" y="43349"/>
                    <a:pt x="157360" y="43349"/>
                    <a:pt x="157874" y="41549"/>
                  </a:cubicBezTo>
                  <a:cubicBezTo>
                    <a:pt x="158876" y="38268"/>
                    <a:pt x="158876" y="38268"/>
                    <a:pt x="159688" y="37456"/>
                  </a:cubicBezTo>
                  <a:cubicBezTo>
                    <a:pt x="159860" y="36454"/>
                    <a:pt x="159994" y="35444"/>
                    <a:pt x="160107" y="34433"/>
                  </a:cubicBezTo>
                  <a:cubicBezTo>
                    <a:pt x="160268" y="32983"/>
                    <a:pt x="160268" y="32983"/>
                    <a:pt x="160432" y="31503"/>
                  </a:cubicBezTo>
                  <a:cubicBezTo>
                    <a:pt x="161169" y="31503"/>
                    <a:pt x="161906" y="31503"/>
                    <a:pt x="162665" y="31503"/>
                  </a:cubicBezTo>
                  <a:cubicBezTo>
                    <a:pt x="162910" y="29293"/>
                    <a:pt x="163156" y="27083"/>
                    <a:pt x="163409" y="24806"/>
                  </a:cubicBezTo>
                  <a:cubicBezTo>
                    <a:pt x="164146" y="24806"/>
                    <a:pt x="164882" y="24806"/>
                    <a:pt x="165641" y="24806"/>
                  </a:cubicBezTo>
                  <a:cubicBezTo>
                    <a:pt x="165696" y="24013"/>
                    <a:pt x="165696" y="24013"/>
                    <a:pt x="165752" y="23204"/>
                  </a:cubicBezTo>
                  <a:cubicBezTo>
                    <a:pt x="165807" y="22520"/>
                    <a:pt x="165863" y="21836"/>
                    <a:pt x="165920" y="21132"/>
                  </a:cubicBezTo>
                  <a:cubicBezTo>
                    <a:pt x="165972" y="20450"/>
                    <a:pt x="166024" y="19768"/>
                    <a:pt x="166077" y="19065"/>
                  </a:cubicBezTo>
                  <a:cubicBezTo>
                    <a:pt x="166179" y="18504"/>
                    <a:pt x="166281" y="17943"/>
                    <a:pt x="166385" y="17365"/>
                  </a:cubicBezTo>
                  <a:cubicBezTo>
                    <a:pt x="167122" y="16996"/>
                    <a:pt x="167122" y="16996"/>
                    <a:pt x="167874" y="16620"/>
                  </a:cubicBezTo>
                  <a:cubicBezTo>
                    <a:pt x="168221" y="15039"/>
                    <a:pt x="168221" y="15039"/>
                    <a:pt x="168339" y="13225"/>
                  </a:cubicBezTo>
                  <a:cubicBezTo>
                    <a:pt x="168394" y="12610"/>
                    <a:pt x="168450" y="11996"/>
                    <a:pt x="168507" y="11362"/>
                  </a:cubicBezTo>
                  <a:cubicBezTo>
                    <a:pt x="168562" y="10650"/>
                    <a:pt x="168562" y="10650"/>
                    <a:pt x="168618" y="9923"/>
                  </a:cubicBezTo>
                  <a:cubicBezTo>
                    <a:pt x="169355" y="9923"/>
                    <a:pt x="170091" y="9923"/>
                    <a:pt x="170850" y="9923"/>
                  </a:cubicBezTo>
                  <a:cubicBezTo>
                    <a:pt x="170895" y="9341"/>
                    <a:pt x="170940" y="8759"/>
                    <a:pt x="170987" y="8159"/>
                  </a:cubicBezTo>
                  <a:cubicBezTo>
                    <a:pt x="171049" y="7406"/>
                    <a:pt x="171112" y="6653"/>
                    <a:pt x="171176" y="5877"/>
                  </a:cubicBezTo>
                  <a:cubicBezTo>
                    <a:pt x="171266" y="4750"/>
                    <a:pt x="171266" y="4750"/>
                    <a:pt x="171359" y="3601"/>
                  </a:cubicBezTo>
                  <a:cubicBezTo>
                    <a:pt x="171798" y="127"/>
                    <a:pt x="173653" y="832"/>
                    <a:pt x="176803" y="761"/>
                  </a:cubicBezTo>
                  <a:close/>
                </a:path>
              </a:pathLst>
            </a:custGeom>
            <a:grpFill/>
            <a:ln w="744" cap="flat">
              <a:noFill/>
              <a:prstDash val="solid"/>
              <a:miter/>
            </a:ln>
          </p:spPr>
          <p:txBody>
            <a:bodyPr rtlCol="0" anchor="ctr"/>
            <a:lstStyle/>
            <a:p>
              <a:endParaRPr lang="zh-CN" altLang="en-US"/>
            </a:p>
          </p:txBody>
        </p:sp>
        <p:sp>
          <p:nvSpPr>
            <p:cNvPr id="103" name="任意多边形: 形状 102"/>
            <p:cNvSpPr/>
            <p:nvPr/>
          </p:nvSpPr>
          <p:spPr>
            <a:xfrm>
              <a:off x="10430531" y="620518"/>
              <a:ext cx="163905" cy="539501"/>
            </a:xfrm>
            <a:custGeom>
              <a:avLst/>
              <a:gdLst>
                <a:gd name="connsiteX0" fmla="*/ 136129 w 163905"/>
                <a:gd name="connsiteY0" fmla="*/ 466 h 539501"/>
                <a:gd name="connsiteX1" fmla="*/ 139105 w 163905"/>
                <a:gd name="connsiteY1" fmla="*/ 466 h 539501"/>
                <a:gd name="connsiteX2" fmla="*/ 139105 w 163905"/>
                <a:gd name="connsiteY2" fmla="*/ 3443 h 539501"/>
                <a:gd name="connsiteX3" fmla="*/ 141663 w 163905"/>
                <a:gd name="connsiteY3" fmla="*/ 3675 h 539501"/>
                <a:gd name="connsiteX4" fmla="*/ 144314 w 163905"/>
                <a:gd name="connsiteY4" fmla="*/ 4187 h 539501"/>
                <a:gd name="connsiteX5" fmla="*/ 145059 w 163905"/>
                <a:gd name="connsiteY5" fmla="*/ 6419 h 539501"/>
                <a:gd name="connsiteX6" fmla="*/ 146965 w 163905"/>
                <a:gd name="connsiteY6" fmla="*/ 6745 h 539501"/>
                <a:gd name="connsiteX7" fmla="*/ 148779 w 163905"/>
                <a:gd name="connsiteY7" fmla="*/ 7163 h 539501"/>
                <a:gd name="connsiteX8" fmla="*/ 148779 w 163905"/>
                <a:gd name="connsiteY8" fmla="*/ 10140 h 539501"/>
                <a:gd name="connsiteX9" fmla="*/ 153988 w 163905"/>
                <a:gd name="connsiteY9" fmla="*/ 10884 h 539501"/>
                <a:gd name="connsiteX10" fmla="*/ 153988 w 163905"/>
                <a:gd name="connsiteY10" fmla="*/ 13861 h 539501"/>
                <a:gd name="connsiteX11" fmla="*/ 156174 w 163905"/>
                <a:gd name="connsiteY11" fmla="*/ 14093 h 539501"/>
                <a:gd name="connsiteX12" fmla="*/ 158453 w 163905"/>
                <a:gd name="connsiteY12" fmla="*/ 14605 h 539501"/>
                <a:gd name="connsiteX13" fmla="*/ 159197 w 163905"/>
                <a:gd name="connsiteY13" fmla="*/ 16837 h 539501"/>
                <a:gd name="connsiteX14" fmla="*/ 161383 w 163905"/>
                <a:gd name="connsiteY14" fmla="*/ 17163 h 539501"/>
                <a:gd name="connsiteX15" fmla="*/ 163662 w 163905"/>
                <a:gd name="connsiteY15" fmla="*/ 17581 h 539501"/>
                <a:gd name="connsiteX16" fmla="*/ 165150 w 163905"/>
                <a:gd name="connsiteY16" fmla="*/ 20558 h 539501"/>
                <a:gd name="connsiteX17" fmla="*/ 168127 w 163905"/>
                <a:gd name="connsiteY17" fmla="*/ 21302 h 539501"/>
                <a:gd name="connsiteX18" fmla="*/ 168871 w 163905"/>
                <a:gd name="connsiteY18" fmla="*/ 23534 h 539501"/>
                <a:gd name="connsiteX19" fmla="*/ 172592 w 163905"/>
                <a:gd name="connsiteY19" fmla="*/ 25023 h 539501"/>
                <a:gd name="connsiteX20" fmla="*/ 174080 w 163905"/>
                <a:gd name="connsiteY20" fmla="*/ 27255 h 539501"/>
                <a:gd name="connsiteX21" fmla="*/ 175987 w 163905"/>
                <a:gd name="connsiteY21" fmla="*/ 27906 h 539501"/>
                <a:gd name="connsiteX22" fmla="*/ 177801 w 163905"/>
                <a:gd name="connsiteY22" fmla="*/ 28743 h 539501"/>
                <a:gd name="connsiteX23" fmla="*/ 178545 w 163905"/>
                <a:gd name="connsiteY23" fmla="*/ 32464 h 539501"/>
                <a:gd name="connsiteX24" fmla="*/ 177057 w 163905"/>
                <a:gd name="connsiteY24" fmla="*/ 32464 h 539501"/>
                <a:gd name="connsiteX25" fmla="*/ 176313 w 163905"/>
                <a:gd name="connsiteY25" fmla="*/ 45114 h 539501"/>
                <a:gd name="connsiteX26" fmla="*/ 174080 w 163905"/>
                <a:gd name="connsiteY26" fmla="*/ 45114 h 539501"/>
                <a:gd name="connsiteX27" fmla="*/ 173336 w 163905"/>
                <a:gd name="connsiteY27" fmla="*/ 56277 h 539501"/>
                <a:gd name="connsiteX28" fmla="*/ 171104 w 163905"/>
                <a:gd name="connsiteY28" fmla="*/ 56277 h 539501"/>
                <a:gd name="connsiteX29" fmla="*/ 170359 w 163905"/>
                <a:gd name="connsiteY29" fmla="*/ 67439 h 539501"/>
                <a:gd name="connsiteX30" fmla="*/ 168127 w 163905"/>
                <a:gd name="connsiteY30" fmla="*/ 67439 h 539501"/>
                <a:gd name="connsiteX31" fmla="*/ 168205 w 163905"/>
                <a:gd name="connsiteY31" fmla="*/ 69691 h 539501"/>
                <a:gd name="connsiteX32" fmla="*/ 168266 w 163905"/>
                <a:gd name="connsiteY32" fmla="*/ 72601 h 539501"/>
                <a:gd name="connsiteX33" fmla="*/ 168345 w 163905"/>
                <a:gd name="connsiteY33" fmla="*/ 75505 h 539501"/>
                <a:gd name="connsiteX34" fmla="*/ 168127 w 163905"/>
                <a:gd name="connsiteY34" fmla="*/ 77857 h 539501"/>
                <a:gd name="connsiteX35" fmla="*/ 165895 w 163905"/>
                <a:gd name="connsiteY35" fmla="*/ 78601 h 539501"/>
                <a:gd name="connsiteX36" fmla="*/ 165383 w 163905"/>
                <a:gd name="connsiteY36" fmla="*/ 83856 h 539501"/>
                <a:gd name="connsiteX37" fmla="*/ 165235 w 163905"/>
                <a:gd name="connsiteY37" fmla="*/ 86766 h 539501"/>
                <a:gd name="connsiteX38" fmla="*/ 165150 w 163905"/>
                <a:gd name="connsiteY38" fmla="*/ 89019 h 539501"/>
                <a:gd name="connsiteX39" fmla="*/ 163662 w 163905"/>
                <a:gd name="connsiteY39" fmla="*/ 89019 h 539501"/>
                <a:gd name="connsiteX40" fmla="*/ 162456 w 163905"/>
                <a:gd name="connsiteY40" fmla="*/ 96882 h 539501"/>
                <a:gd name="connsiteX41" fmla="*/ 162174 w 163905"/>
                <a:gd name="connsiteY41" fmla="*/ 98693 h 539501"/>
                <a:gd name="connsiteX42" fmla="*/ 160686 w 163905"/>
                <a:gd name="connsiteY42" fmla="*/ 99437 h 539501"/>
                <a:gd name="connsiteX43" fmla="*/ 160220 w 163905"/>
                <a:gd name="connsiteY43" fmla="*/ 104692 h 539501"/>
                <a:gd name="connsiteX44" fmla="*/ 160052 w 163905"/>
                <a:gd name="connsiteY44" fmla="*/ 107602 h 539501"/>
                <a:gd name="connsiteX45" fmla="*/ 159941 w 163905"/>
                <a:gd name="connsiteY45" fmla="*/ 109855 h 539501"/>
                <a:gd name="connsiteX46" fmla="*/ 157709 w 163905"/>
                <a:gd name="connsiteY46" fmla="*/ 109855 h 539501"/>
                <a:gd name="connsiteX47" fmla="*/ 156965 w 163905"/>
                <a:gd name="connsiteY47" fmla="*/ 120273 h 539501"/>
                <a:gd name="connsiteX48" fmla="*/ 154732 w 163905"/>
                <a:gd name="connsiteY48" fmla="*/ 120273 h 539501"/>
                <a:gd name="connsiteX49" fmla="*/ 154622 w 163905"/>
                <a:gd name="connsiteY49" fmla="*/ 122525 h 539501"/>
                <a:gd name="connsiteX50" fmla="*/ 154453 w 163905"/>
                <a:gd name="connsiteY50" fmla="*/ 125435 h 539501"/>
                <a:gd name="connsiteX51" fmla="*/ 154296 w 163905"/>
                <a:gd name="connsiteY51" fmla="*/ 128339 h 539501"/>
                <a:gd name="connsiteX52" fmla="*/ 153988 w 163905"/>
                <a:gd name="connsiteY52" fmla="*/ 130691 h 539501"/>
                <a:gd name="connsiteX53" fmla="*/ 152500 w 163905"/>
                <a:gd name="connsiteY53" fmla="*/ 131435 h 539501"/>
                <a:gd name="connsiteX54" fmla="*/ 152084 w 163905"/>
                <a:gd name="connsiteY54" fmla="*/ 138292 h 539501"/>
                <a:gd name="connsiteX55" fmla="*/ 151756 w 163905"/>
                <a:gd name="connsiteY55" fmla="*/ 140364 h 539501"/>
                <a:gd name="connsiteX56" fmla="*/ 149523 w 163905"/>
                <a:gd name="connsiteY56" fmla="*/ 141853 h 539501"/>
                <a:gd name="connsiteX57" fmla="*/ 149012 w 163905"/>
                <a:gd name="connsiteY57" fmla="*/ 146783 h 539501"/>
                <a:gd name="connsiteX58" fmla="*/ 148864 w 163905"/>
                <a:gd name="connsiteY58" fmla="*/ 149463 h 539501"/>
                <a:gd name="connsiteX59" fmla="*/ 148779 w 163905"/>
                <a:gd name="connsiteY59" fmla="*/ 151527 h 539501"/>
                <a:gd name="connsiteX60" fmla="*/ 147291 w 163905"/>
                <a:gd name="connsiteY60" fmla="*/ 151527 h 539501"/>
                <a:gd name="connsiteX61" fmla="*/ 146085 w 163905"/>
                <a:gd name="connsiteY61" fmla="*/ 159389 h 539501"/>
                <a:gd name="connsiteX62" fmla="*/ 145803 w 163905"/>
                <a:gd name="connsiteY62" fmla="*/ 161200 h 539501"/>
                <a:gd name="connsiteX63" fmla="*/ 144314 w 163905"/>
                <a:gd name="connsiteY63" fmla="*/ 161944 h 539501"/>
                <a:gd name="connsiteX64" fmla="*/ 143899 w 163905"/>
                <a:gd name="connsiteY64" fmla="*/ 169456 h 539501"/>
                <a:gd name="connsiteX65" fmla="*/ 143570 w 163905"/>
                <a:gd name="connsiteY65" fmla="*/ 171618 h 539501"/>
                <a:gd name="connsiteX66" fmla="*/ 141338 w 163905"/>
                <a:gd name="connsiteY66" fmla="*/ 172362 h 539501"/>
                <a:gd name="connsiteX67" fmla="*/ 140826 w 163905"/>
                <a:gd name="connsiteY67" fmla="*/ 177246 h 539501"/>
                <a:gd name="connsiteX68" fmla="*/ 140678 w 163905"/>
                <a:gd name="connsiteY68" fmla="*/ 179946 h 539501"/>
                <a:gd name="connsiteX69" fmla="*/ 140594 w 163905"/>
                <a:gd name="connsiteY69" fmla="*/ 182036 h 539501"/>
                <a:gd name="connsiteX70" fmla="*/ 138361 w 163905"/>
                <a:gd name="connsiteY70" fmla="*/ 182036 h 539501"/>
                <a:gd name="connsiteX71" fmla="*/ 138222 w 163905"/>
                <a:gd name="connsiteY71" fmla="*/ 185245 h 539501"/>
                <a:gd name="connsiteX72" fmla="*/ 138143 w 163905"/>
                <a:gd name="connsiteY72" fmla="*/ 187051 h 539501"/>
                <a:gd name="connsiteX73" fmla="*/ 140594 w 163905"/>
                <a:gd name="connsiteY73" fmla="*/ 190966 h 539501"/>
                <a:gd name="connsiteX74" fmla="*/ 142082 w 163905"/>
                <a:gd name="connsiteY74" fmla="*/ 194687 h 539501"/>
                <a:gd name="connsiteX75" fmla="*/ 145803 w 163905"/>
                <a:gd name="connsiteY75" fmla="*/ 199896 h 539501"/>
                <a:gd name="connsiteX76" fmla="*/ 146547 w 163905"/>
                <a:gd name="connsiteY76" fmla="*/ 205105 h 539501"/>
                <a:gd name="connsiteX77" fmla="*/ 148779 w 163905"/>
                <a:gd name="connsiteY77" fmla="*/ 205105 h 539501"/>
                <a:gd name="connsiteX78" fmla="*/ 149012 w 163905"/>
                <a:gd name="connsiteY78" fmla="*/ 207663 h 539501"/>
                <a:gd name="connsiteX79" fmla="*/ 149523 w 163905"/>
                <a:gd name="connsiteY79" fmla="*/ 210314 h 539501"/>
                <a:gd name="connsiteX80" fmla="*/ 151756 w 163905"/>
                <a:gd name="connsiteY80" fmla="*/ 211058 h 539501"/>
                <a:gd name="connsiteX81" fmla="*/ 151756 w 163905"/>
                <a:gd name="connsiteY81" fmla="*/ 217011 h 539501"/>
                <a:gd name="connsiteX82" fmla="*/ 153988 w 163905"/>
                <a:gd name="connsiteY82" fmla="*/ 217011 h 539501"/>
                <a:gd name="connsiteX83" fmla="*/ 154352 w 163905"/>
                <a:gd name="connsiteY83" fmla="*/ 221589 h 539501"/>
                <a:gd name="connsiteX84" fmla="*/ 154732 w 163905"/>
                <a:gd name="connsiteY84" fmla="*/ 222964 h 539501"/>
                <a:gd name="connsiteX85" fmla="*/ 156965 w 163905"/>
                <a:gd name="connsiteY85" fmla="*/ 223708 h 539501"/>
                <a:gd name="connsiteX86" fmla="*/ 157407 w 163905"/>
                <a:gd name="connsiteY86" fmla="*/ 228894 h 539501"/>
                <a:gd name="connsiteX87" fmla="*/ 157709 w 163905"/>
                <a:gd name="connsiteY87" fmla="*/ 230405 h 539501"/>
                <a:gd name="connsiteX88" fmla="*/ 159941 w 163905"/>
                <a:gd name="connsiteY88" fmla="*/ 231150 h 539501"/>
                <a:gd name="connsiteX89" fmla="*/ 160360 w 163905"/>
                <a:gd name="connsiteY89" fmla="*/ 234870 h 539501"/>
                <a:gd name="connsiteX90" fmla="*/ 160686 w 163905"/>
                <a:gd name="connsiteY90" fmla="*/ 238591 h 539501"/>
                <a:gd name="connsiteX91" fmla="*/ 162174 w 163905"/>
                <a:gd name="connsiteY91" fmla="*/ 239335 h 539501"/>
                <a:gd name="connsiteX92" fmla="*/ 162590 w 163905"/>
                <a:gd name="connsiteY92" fmla="*/ 244957 h 539501"/>
                <a:gd name="connsiteX93" fmla="*/ 164037 w 163905"/>
                <a:gd name="connsiteY93" fmla="*/ 247776 h 539501"/>
                <a:gd name="connsiteX94" fmla="*/ 165543 w 163905"/>
                <a:gd name="connsiteY94" fmla="*/ 256247 h 539501"/>
                <a:gd name="connsiteX95" fmla="*/ 165895 w 163905"/>
                <a:gd name="connsiteY95" fmla="*/ 260171 h 539501"/>
                <a:gd name="connsiteX96" fmla="*/ 168127 w 163905"/>
                <a:gd name="connsiteY96" fmla="*/ 260915 h 539501"/>
                <a:gd name="connsiteX97" fmla="*/ 168455 w 163905"/>
                <a:gd name="connsiteY97" fmla="*/ 264217 h 539501"/>
                <a:gd name="connsiteX98" fmla="*/ 168515 w 163905"/>
                <a:gd name="connsiteY98" fmla="*/ 266235 h 539501"/>
                <a:gd name="connsiteX99" fmla="*/ 168546 w 163905"/>
                <a:gd name="connsiteY99" fmla="*/ 268357 h 539501"/>
                <a:gd name="connsiteX100" fmla="*/ 168641 w 163905"/>
                <a:gd name="connsiteY100" fmla="*/ 272496 h 539501"/>
                <a:gd name="connsiteX101" fmla="*/ 168669 w 163905"/>
                <a:gd name="connsiteY101" fmla="*/ 274359 h 539501"/>
                <a:gd name="connsiteX102" fmla="*/ 168871 w 163905"/>
                <a:gd name="connsiteY102" fmla="*/ 275798 h 539501"/>
                <a:gd name="connsiteX103" fmla="*/ 170359 w 163905"/>
                <a:gd name="connsiteY103" fmla="*/ 276542 h 539501"/>
                <a:gd name="connsiteX104" fmla="*/ 170528 w 163905"/>
                <a:gd name="connsiteY104" fmla="*/ 282843 h 539501"/>
                <a:gd name="connsiteX105" fmla="*/ 170529 w 163905"/>
                <a:gd name="connsiteY105" fmla="*/ 284845 h 539501"/>
                <a:gd name="connsiteX106" fmla="*/ 170505 w 163905"/>
                <a:gd name="connsiteY106" fmla="*/ 291428 h 539501"/>
                <a:gd name="connsiteX107" fmla="*/ 170498 w 163905"/>
                <a:gd name="connsiteY107" fmla="*/ 295979 h 539501"/>
                <a:gd name="connsiteX108" fmla="*/ 170462 w 163905"/>
                <a:gd name="connsiteY108" fmla="*/ 307984 h 539501"/>
                <a:gd name="connsiteX109" fmla="*/ 170432 w 163905"/>
                <a:gd name="connsiteY109" fmla="*/ 320224 h 539501"/>
                <a:gd name="connsiteX110" fmla="*/ 170359 w 163905"/>
                <a:gd name="connsiteY110" fmla="*/ 344259 h 539501"/>
                <a:gd name="connsiteX111" fmla="*/ 168127 w 163905"/>
                <a:gd name="connsiteY111" fmla="*/ 344259 h 539501"/>
                <a:gd name="connsiteX112" fmla="*/ 168205 w 163905"/>
                <a:gd name="connsiteY112" fmla="*/ 347163 h 539501"/>
                <a:gd name="connsiteX113" fmla="*/ 168266 w 163905"/>
                <a:gd name="connsiteY113" fmla="*/ 350910 h 539501"/>
                <a:gd name="connsiteX114" fmla="*/ 168323 w 163905"/>
                <a:gd name="connsiteY114" fmla="*/ 352827 h 539501"/>
                <a:gd name="connsiteX115" fmla="*/ 168345 w 163905"/>
                <a:gd name="connsiteY115" fmla="*/ 354651 h 539501"/>
                <a:gd name="connsiteX116" fmla="*/ 168380 w 163905"/>
                <a:gd name="connsiteY116" fmla="*/ 356339 h 539501"/>
                <a:gd name="connsiteX117" fmla="*/ 168127 w 163905"/>
                <a:gd name="connsiteY117" fmla="*/ 357653 h 539501"/>
                <a:gd name="connsiteX118" fmla="*/ 165895 w 163905"/>
                <a:gd name="connsiteY118" fmla="*/ 358398 h 539501"/>
                <a:gd name="connsiteX119" fmla="*/ 165383 w 163905"/>
                <a:gd name="connsiteY119" fmla="*/ 362537 h 539501"/>
                <a:gd name="connsiteX120" fmla="*/ 165235 w 163905"/>
                <a:gd name="connsiteY120" fmla="*/ 364819 h 539501"/>
                <a:gd name="connsiteX121" fmla="*/ 165150 w 163905"/>
                <a:gd name="connsiteY121" fmla="*/ 366583 h 539501"/>
                <a:gd name="connsiteX122" fmla="*/ 163662 w 163905"/>
                <a:gd name="connsiteY122" fmla="*/ 366583 h 539501"/>
                <a:gd name="connsiteX123" fmla="*/ 162918 w 163905"/>
                <a:gd name="connsiteY123" fmla="*/ 369885 h 539501"/>
                <a:gd name="connsiteX124" fmla="*/ 162174 w 163905"/>
                <a:gd name="connsiteY124" fmla="*/ 373280 h 539501"/>
                <a:gd name="connsiteX125" fmla="*/ 160686 w 163905"/>
                <a:gd name="connsiteY125" fmla="*/ 374025 h 539501"/>
                <a:gd name="connsiteX126" fmla="*/ 159941 w 163905"/>
                <a:gd name="connsiteY126" fmla="*/ 376257 h 539501"/>
                <a:gd name="connsiteX127" fmla="*/ 157709 w 163905"/>
                <a:gd name="connsiteY127" fmla="*/ 379234 h 539501"/>
                <a:gd name="connsiteX128" fmla="*/ 156965 w 163905"/>
                <a:gd name="connsiteY128" fmla="*/ 381094 h 539501"/>
                <a:gd name="connsiteX129" fmla="*/ 154732 w 163905"/>
                <a:gd name="connsiteY129" fmla="*/ 383698 h 539501"/>
                <a:gd name="connsiteX130" fmla="*/ 153988 w 163905"/>
                <a:gd name="connsiteY130" fmla="*/ 385931 h 539501"/>
                <a:gd name="connsiteX131" fmla="*/ 151756 w 163905"/>
                <a:gd name="connsiteY131" fmla="*/ 386675 h 539501"/>
                <a:gd name="connsiteX132" fmla="*/ 150268 w 163905"/>
                <a:gd name="connsiteY132" fmla="*/ 389651 h 539501"/>
                <a:gd name="connsiteX133" fmla="*/ 148779 w 163905"/>
                <a:gd name="connsiteY133" fmla="*/ 390396 h 539501"/>
                <a:gd name="connsiteX134" fmla="*/ 148175 w 163905"/>
                <a:gd name="connsiteY134" fmla="*/ 391884 h 539501"/>
                <a:gd name="connsiteX135" fmla="*/ 147291 w 163905"/>
                <a:gd name="connsiteY135" fmla="*/ 393372 h 539501"/>
                <a:gd name="connsiteX136" fmla="*/ 145384 w 163905"/>
                <a:gd name="connsiteY136" fmla="*/ 393744 h 539501"/>
                <a:gd name="connsiteX137" fmla="*/ 143570 w 163905"/>
                <a:gd name="connsiteY137" fmla="*/ 394116 h 539501"/>
                <a:gd name="connsiteX138" fmla="*/ 143245 w 163905"/>
                <a:gd name="connsiteY138" fmla="*/ 395558 h 539501"/>
                <a:gd name="connsiteX139" fmla="*/ 142826 w 163905"/>
                <a:gd name="connsiteY139" fmla="*/ 397093 h 539501"/>
                <a:gd name="connsiteX140" fmla="*/ 138361 w 163905"/>
                <a:gd name="connsiteY140" fmla="*/ 398581 h 539501"/>
                <a:gd name="connsiteX141" fmla="*/ 138361 w 163905"/>
                <a:gd name="connsiteY141" fmla="*/ 400069 h 539501"/>
                <a:gd name="connsiteX142" fmla="*/ 130176 w 163905"/>
                <a:gd name="connsiteY142" fmla="*/ 400814 h 539501"/>
                <a:gd name="connsiteX143" fmla="*/ 130176 w 163905"/>
                <a:gd name="connsiteY143" fmla="*/ 403790 h 539501"/>
                <a:gd name="connsiteX144" fmla="*/ 128616 w 163905"/>
                <a:gd name="connsiteY144" fmla="*/ 403823 h 539501"/>
                <a:gd name="connsiteX145" fmla="*/ 121665 w 163905"/>
                <a:gd name="connsiteY145" fmla="*/ 404023 h 539501"/>
                <a:gd name="connsiteX146" fmla="*/ 119210 w 163905"/>
                <a:gd name="connsiteY146" fmla="*/ 404074 h 539501"/>
                <a:gd name="connsiteX147" fmla="*/ 116877 w 163905"/>
                <a:gd name="connsiteY147" fmla="*/ 404154 h 539501"/>
                <a:gd name="connsiteX148" fmla="*/ 114716 w 163905"/>
                <a:gd name="connsiteY148" fmla="*/ 404213 h 539501"/>
                <a:gd name="connsiteX149" fmla="*/ 113061 w 163905"/>
                <a:gd name="connsiteY149" fmla="*/ 404534 h 539501"/>
                <a:gd name="connsiteX150" fmla="*/ 112316 w 163905"/>
                <a:gd name="connsiteY150" fmla="*/ 406767 h 539501"/>
                <a:gd name="connsiteX151" fmla="*/ 107224 w 163905"/>
                <a:gd name="connsiteY151" fmla="*/ 407011 h 539501"/>
                <a:gd name="connsiteX152" fmla="*/ 105681 w 163905"/>
                <a:gd name="connsiteY152" fmla="*/ 407007 h 539501"/>
                <a:gd name="connsiteX153" fmla="*/ 102445 w 163905"/>
                <a:gd name="connsiteY153" fmla="*/ 406976 h 539501"/>
                <a:gd name="connsiteX154" fmla="*/ 97477 w 163905"/>
                <a:gd name="connsiteY154" fmla="*/ 406941 h 539501"/>
                <a:gd name="connsiteX155" fmla="*/ 88504 w 163905"/>
                <a:gd name="connsiteY155" fmla="*/ 406023 h 539501"/>
                <a:gd name="connsiteX156" fmla="*/ 88042 w 163905"/>
                <a:gd name="connsiteY156" fmla="*/ 400255 h 539501"/>
                <a:gd name="connsiteX157" fmla="*/ 87760 w 163905"/>
                <a:gd name="connsiteY157" fmla="*/ 398581 h 539501"/>
                <a:gd name="connsiteX158" fmla="*/ 86271 w 163905"/>
                <a:gd name="connsiteY158" fmla="*/ 397837 h 539501"/>
                <a:gd name="connsiteX159" fmla="*/ 85963 w 163905"/>
                <a:gd name="connsiteY159" fmla="*/ 392718 h 539501"/>
                <a:gd name="connsiteX160" fmla="*/ 85920 w 163905"/>
                <a:gd name="connsiteY160" fmla="*/ 391170 h 539501"/>
                <a:gd name="connsiteX161" fmla="*/ 85806 w 163905"/>
                <a:gd name="connsiteY161" fmla="*/ 386256 h 539501"/>
                <a:gd name="connsiteX162" fmla="*/ 85719 w 163905"/>
                <a:gd name="connsiteY162" fmla="*/ 382932 h 539501"/>
                <a:gd name="connsiteX163" fmla="*/ 85527 w 163905"/>
                <a:gd name="connsiteY163" fmla="*/ 374769 h 539501"/>
                <a:gd name="connsiteX164" fmla="*/ 83295 w 163905"/>
                <a:gd name="connsiteY164" fmla="*/ 374769 h 539501"/>
                <a:gd name="connsiteX165" fmla="*/ 83211 w 163905"/>
                <a:gd name="connsiteY165" fmla="*/ 372190 h 539501"/>
                <a:gd name="connsiteX166" fmla="*/ 83062 w 163905"/>
                <a:gd name="connsiteY166" fmla="*/ 368862 h 539501"/>
                <a:gd name="connsiteX167" fmla="*/ 83012 w 163905"/>
                <a:gd name="connsiteY167" fmla="*/ 367160 h 539501"/>
                <a:gd name="connsiteX168" fmla="*/ 82551 w 163905"/>
                <a:gd name="connsiteY168" fmla="*/ 362862 h 539501"/>
                <a:gd name="connsiteX169" fmla="*/ 80318 w 163905"/>
                <a:gd name="connsiteY169" fmla="*/ 362118 h 539501"/>
                <a:gd name="connsiteX170" fmla="*/ 79900 w 163905"/>
                <a:gd name="connsiteY170" fmla="*/ 357653 h 539501"/>
                <a:gd name="connsiteX171" fmla="*/ 79574 w 163905"/>
                <a:gd name="connsiteY171" fmla="*/ 353189 h 539501"/>
                <a:gd name="connsiteX172" fmla="*/ 78086 w 163905"/>
                <a:gd name="connsiteY172" fmla="*/ 352444 h 539501"/>
                <a:gd name="connsiteX173" fmla="*/ 77621 w 163905"/>
                <a:gd name="connsiteY173" fmla="*/ 348677 h 539501"/>
                <a:gd name="connsiteX174" fmla="*/ 77452 w 163905"/>
                <a:gd name="connsiteY174" fmla="*/ 346605 h 539501"/>
                <a:gd name="connsiteX175" fmla="*/ 77342 w 163905"/>
                <a:gd name="connsiteY175" fmla="*/ 345003 h 539501"/>
                <a:gd name="connsiteX176" fmla="*/ 75109 w 163905"/>
                <a:gd name="connsiteY176" fmla="*/ 345003 h 539501"/>
                <a:gd name="connsiteX177" fmla="*/ 75109 w 163905"/>
                <a:gd name="connsiteY177" fmla="*/ 339050 h 539501"/>
                <a:gd name="connsiteX178" fmla="*/ 77818 w 163905"/>
                <a:gd name="connsiteY178" fmla="*/ 339029 h 539501"/>
                <a:gd name="connsiteX179" fmla="*/ 87745 w 163905"/>
                <a:gd name="connsiteY179" fmla="*/ 338896 h 539501"/>
                <a:gd name="connsiteX180" fmla="*/ 92045 w 163905"/>
                <a:gd name="connsiteY180" fmla="*/ 338848 h 539501"/>
                <a:gd name="connsiteX181" fmla="*/ 98218 w 163905"/>
                <a:gd name="connsiteY181" fmla="*/ 338759 h 539501"/>
                <a:gd name="connsiteX182" fmla="*/ 100168 w 163905"/>
                <a:gd name="connsiteY182" fmla="*/ 338756 h 539501"/>
                <a:gd name="connsiteX183" fmla="*/ 104875 w 163905"/>
                <a:gd name="connsiteY183" fmla="*/ 338306 h 539501"/>
                <a:gd name="connsiteX184" fmla="*/ 106363 w 163905"/>
                <a:gd name="connsiteY184" fmla="*/ 335329 h 539501"/>
                <a:gd name="connsiteX185" fmla="*/ 108224 w 163905"/>
                <a:gd name="connsiteY185" fmla="*/ 335004 h 539501"/>
                <a:gd name="connsiteX186" fmla="*/ 110084 w 163905"/>
                <a:gd name="connsiteY186" fmla="*/ 334585 h 539501"/>
                <a:gd name="connsiteX187" fmla="*/ 111572 w 163905"/>
                <a:gd name="connsiteY187" fmla="*/ 330864 h 539501"/>
                <a:gd name="connsiteX188" fmla="*/ 112316 w 163905"/>
                <a:gd name="connsiteY188" fmla="*/ 330120 h 539501"/>
                <a:gd name="connsiteX189" fmla="*/ 112735 w 163905"/>
                <a:gd name="connsiteY189" fmla="*/ 327097 h 539501"/>
                <a:gd name="connsiteX190" fmla="*/ 113061 w 163905"/>
                <a:gd name="connsiteY190" fmla="*/ 324167 h 539501"/>
                <a:gd name="connsiteX191" fmla="*/ 115293 w 163905"/>
                <a:gd name="connsiteY191" fmla="*/ 324167 h 539501"/>
                <a:gd name="connsiteX192" fmla="*/ 115409 w 163905"/>
                <a:gd name="connsiteY192" fmla="*/ 305577 h 539501"/>
                <a:gd name="connsiteX193" fmla="*/ 115461 w 163905"/>
                <a:gd name="connsiteY193" fmla="*/ 296946 h 539501"/>
                <a:gd name="connsiteX194" fmla="*/ 115505 w 163905"/>
                <a:gd name="connsiteY194" fmla="*/ 288623 h 539501"/>
                <a:gd name="connsiteX195" fmla="*/ 115529 w 163905"/>
                <a:gd name="connsiteY195" fmla="*/ 285441 h 539501"/>
                <a:gd name="connsiteX196" fmla="*/ 115546 w 163905"/>
                <a:gd name="connsiteY196" fmla="*/ 280998 h 539501"/>
                <a:gd name="connsiteX197" fmla="*/ 115561 w 163905"/>
                <a:gd name="connsiteY197" fmla="*/ 278440 h 539501"/>
                <a:gd name="connsiteX198" fmla="*/ 115293 w 163905"/>
                <a:gd name="connsiteY198" fmla="*/ 276542 h 539501"/>
                <a:gd name="connsiteX199" fmla="*/ 113061 w 163905"/>
                <a:gd name="connsiteY199" fmla="*/ 275798 h 539501"/>
                <a:gd name="connsiteX200" fmla="*/ 112843 w 163905"/>
                <a:gd name="connsiteY200" fmla="*/ 272632 h 539501"/>
                <a:gd name="connsiteX201" fmla="*/ 112864 w 163905"/>
                <a:gd name="connsiteY201" fmla="*/ 270707 h 539501"/>
                <a:gd name="connsiteX202" fmla="*/ 112921 w 163905"/>
                <a:gd name="connsiteY202" fmla="*/ 268682 h 539501"/>
                <a:gd name="connsiteX203" fmla="*/ 112952 w 163905"/>
                <a:gd name="connsiteY203" fmla="*/ 266649 h 539501"/>
                <a:gd name="connsiteX204" fmla="*/ 113061 w 163905"/>
                <a:gd name="connsiteY204" fmla="*/ 261659 h 539501"/>
                <a:gd name="connsiteX205" fmla="*/ 110828 w 163905"/>
                <a:gd name="connsiteY205" fmla="*/ 261659 h 539501"/>
                <a:gd name="connsiteX206" fmla="*/ 110084 w 163905"/>
                <a:gd name="connsiteY206" fmla="*/ 251241 h 539501"/>
                <a:gd name="connsiteX207" fmla="*/ 107852 w 163905"/>
                <a:gd name="connsiteY207" fmla="*/ 251241 h 539501"/>
                <a:gd name="connsiteX208" fmla="*/ 107107 w 163905"/>
                <a:gd name="connsiteY208" fmla="*/ 242312 h 539501"/>
                <a:gd name="connsiteX209" fmla="*/ 104875 w 163905"/>
                <a:gd name="connsiteY209" fmla="*/ 242312 h 539501"/>
                <a:gd name="connsiteX210" fmla="*/ 104765 w 163905"/>
                <a:gd name="connsiteY210" fmla="*/ 240873 h 539501"/>
                <a:gd name="connsiteX211" fmla="*/ 104596 w 163905"/>
                <a:gd name="connsiteY211" fmla="*/ 239010 h 539501"/>
                <a:gd name="connsiteX212" fmla="*/ 104439 w 163905"/>
                <a:gd name="connsiteY212" fmla="*/ 237152 h 539501"/>
                <a:gd name="connsiteX213" fmla="*/ 104131 w 163905"/>
                <a:gd name="connsiteY213" fmla="*/ 235614 h 539501"/>
                <a:gd name="connsiteX214" fmla="*/ 102643 w 163905"/>
                <a:gd name="connsiteY214" fmla="*/ 234870 h 539501"/>
                <a:gd name="connsiteX215" fmla="*/ 102227 w 163905"/>
                <a:gd name="connsiteY215" fmla="*/ 230266 h 539501"/>
                <a:gd name="connsiteX216" fmla="*/ 101898 w 163905"/>
                <a:gd name="connsiteY216" fmla="*/ 228917 h 539501"/>
                <a:gd name="connsiteX217" fmla="*/ 99666 w 163905"/>
                <a:gd name="connsiteY217" fmla="*/ 228173 h 539501"/>
                <a:gd name="connsiteX218" fmla="*/ 98922 w 163905"/>
                <a:gd name="connsiteY218" fmla="*/ 222964 h 539501"/>
                <a:gd name="connsiteX219" fmla="*/ 96689 w 163905"/>
                <a:gd name="connsiteY219" fmla="*/ 220732 h 539501"/>
                <a:gd name="connsiteX220" fmla="*/ 95945 w 163905"/>
                <a:gd name="connsiteY220" fmla="*/ 216267 h 539501"/>
                <a:gd name="connsiteX221" fmla="*/ 94457 w 163905"/>
                <a:gd name="connsiteY221" fmla="*/ 216267 h 539501"/>
                <a:gd name="connsiteX222" fmla="*/ 92969 w 163905"/>
                <a:gd name="connsiteY222" fmla="*/ 211802 h 539501"/>
                <a:gd name="connsiteX223" fmla="*/ 91480 w 163905"/>
                <a:gd name="connsiteY223" fmla="*/ 211058 h 539501"/>
                <a:gd name="connsiteX224" fmla="*/ 89992 w 163905"/>
                <a:gd name="connsiteY224" fmla="*/ 207337 h 539501"/>
                <a:gd name="connsiteX225" fmla="*/ 88504 w 163905"/>
                <a:gd name="connsiteY225" fmla="*/ 206593 h 539501"/>
                <a:gd name="connsiteX226" fmla="*/ 87760 w 163905"/>
                <a:gd name="connsiteY226" fmla="*/ 202128 h 539501"/>
                <a:gd name="connsiteX227" fmla="*/ 86271 w 163905"/>
                <a:gd name="connsiteY227" fmla="*/ 201384 h 539501"/>
                <a:gd name="connsiteX228" fmla="*/ 85946 w 163905"/>
                <a:gd name="connsiteY228" fmla="*/ 199896 h 539501"/>
                <a:gd name="connsiteX229" fmla="*/ 85527 w 163905"/>
                <a:gd name="connsiteY229" fmla="*/ 198407 h 539501"/>
                <a:gd name="connsiteX230" fmla="*/ 83295 w 163905"/>
                <a:gd name="connsiteY230" fmla="*/ 197663 h 539501"/>
                <a:gd name="connsiteX231" fmla="*/ 83155 w 163905"/>
                <a:gd name="connsiteY231" fmla="*/ 193896 h 539501"/>
                <a:gd name="connsiteX232" fmla="*/ 83216 w 163905"/>
                <a:gd name="connsiteY232" fmla="*/ 191823 h 539501"/>
                <a:gd name="connsiteX233" fmla="*/ 83295 w 163905"/>
                <a:gd name="connsiteY233" fmla="*/ 190222 h 539501"/>
                <a:gd name="connsiteX234" fmla="*/ 84783 w 163905"/>
                <a:gd name="connsiteY234" fmla="*/ 190222 h 539501"/>
                <a:gd name="connsiteX235" fmla="*/ 85990 w 163905"/>
                <a:gd name="connsiteY235" fmla="*/ 181778 h 539501"/>
                <a:gd name="connsiteX236" fmla="*/ 86271 w 163905"/>
                <a:gd name="connsiteY236" fmla="*/ 179804 h 539501"/>
                <a:gd name="connsiteX237" fmla="*/ 87760 w 163905"/>
                <a:gd name="connsiteY237" fmla="*/ 179060 h 539501"/>
                <a:gd name="connsiteX238" fmla="*/ 88225 w 163905"/>
                <a:gd name="connsiteY238" fmla="*/ 173060 h 539501"/>
                <a:gd name="connsiteX239" fmla="*/ 88312 w 163905"/>
                <a:gd name="connsiteY239" fmla="*/ 171349 h 539501"/>
                <a:gd name="connsiteX240" fmla="*/ 88504 w 163905"/>
                <a:gd name="connsiteY240" fmla="*/ 167153 h 539501"/>
                <a:gd name="connsiteX241" fmla="*/ 90736 w 163905"/>
                <a:gd name="connsiteY241" fmla="*/ 167898 h 539501"/>
                <a:gd name="connsiteX242" fmla="*/ 90821 w 163905"/>
                <a:gd name="connsiteY242" fmla="*/ 165157 h 539501"/>
                <a:gd name="connsiteX243" fmla="*/ 90969 w 163905"/>
                <a:gd name="connsiteY243" fmla="*/ 161619 h 539501"/>
                <a:gd name="connsiteX244" fmla="*/ 91020 w 163905"/>
                <a:gd name="connsiteY244" fmla="*/ 159809 h 539501"/>
                <a:gd name="connsiteX245" fmla="*/ 91480 w 163905"/>
                <a:gd name="connsiteY245" fmla="*/ 155247 h 539501"/>
                <a:gd name="connsiteX246" fmla="*/ 93713 w 163905"/>
                <a:gd name="connsiteY246" fmla="*/ 154503 h 539501"/>
                <a:gd name="connsiteX247" fmla="*/ 94131 w 163905"/>
                <a:gd name="connsiteY247" fmla="*/ 148550 h 539501"/>
                <a:gd name="connsiteX248" fmla="*/ 94457 w 163905"/>
                <a:gd name="connsiteY248" fmla="*/ 142597 h 539501"/>
                <a:gd name="connsiteX249" fmla="*/ 95945 w 163905"/>
                <a:gd name="connsiteY249" fmla="*/ 141853 h 539501"/>
                <a:gd name="connsiteX250" fmla="*/ 96301 w 163905"/>
                <a:gd name="connsiteY250" fmla="*/ 134687 h 539501"/>
                <a:gd name="connsiteX251" fmla="*/ 96689 w 163905"/>
                <a:gd name="connsiteY251" fmla="*/ 130691 h 539501"/>
                <a:gd name="connsiteX252" fmla="*/ 98922 w 163905"/>
                <a:gd name="connsiteY252" fmla="*/ 129946 h 539501"/>
                <a:gd name="connsiteX253" fmla="*/ 99433 w 163905"/>
                <a:gd name="connsiteY253" fmla="*/ 123947 h 539501"/>
                <a:gd name="connsiteX254" fmla="*/ 99511 w 163905"/>
                <a:gd name="connsiteY254" fmla="*/ 122236 h 539501"/>
                <a:gd name="connsiteX255" fmla="*/ 99666 w 163905"/>
                <a:gd name="connsiteY255" fmla="*/ 118040 h 539501"/>
                <a:gd name="connsiteX256" fmla="*/ 101898 w 163905"/>
                <a:gd name="connsiteY256" fmla="*/ 118040 h 539501"/>
                <a:gd name="connsiteX257" fmla="*/ 102009 w 163905"/>
                <a:gd name="connsiteY257" fmla="*/ 115136 h 539501"/>
                <a:gd name="connsiteX258" fmla="*/ 102177 w 163905"/>
                <a:gd name="connsiteY258" fmla="*/ 111389 h 539501"/>
                <a:gd name="connsiteX259" fmla="*/ 102247 w 163905"/>
                <a:gd name="connsiteY259" fmla="*/ 109472 h 539501"/>
                <a:gd name="connsiteX260" fmla="*/ 102334 w 163905"/>
                <a:gd name="connsiteY260" fmla="*/ 107648 h 539501"/>
                <a:gd name="connsiteX261" fmla="*/ 102405 w 163905"/>
                <a:gd name="connsiteY261" fmla="*/ 105960 h 539501"/>
                <a:gd name="connsiteX262" fmla="*/ 102643 w 163905"/>
                <a:gd name="connsiteY262" fmla="*/ 104646 h 539501"/>
                <a:gd name="connsiteX263" fmla="*/ 104131 w 163905"/>
                <a:gd name="connsiteY263" fmla="*/ 103902 h 539501"/>
                <a:gd name="connsiteX264" fmla="*/ 104439 w 163905"/>
                <a:gd name="connsiteY264" fmla="*/ 100899 h 539501"/>
                <a:gd name="connsiteX265" fmla="*/ 104526 w 163905"/>
                <a:gd name="connsiteY265" fmla="*/ 99075 h 539501"/>
                <a:gd name="connsiteX266" fmla="*/ 104596 w 163905"/>
                <a:gd name="connsiteY266" fmla="*/ 97158 h 539501"/>
                <a:gd name="connsiteX267" fmla="*/ 104683 w 163905"/>
                <a:gd name="connsiteY267" fmla="*/ 95232 h 539501"/>
                <a:gd name="connsiteX268" fmla="*/ 104875 w 163905"/>
                <a:gd name="connsiteY268" fmla="*/ 90507 h 539501"/>
                <a:gd name="connsiteX269" fmla="*/ 107107 w 163905"/>
                <a:gd name="connsiteY269" fmla="*/ 90507 h 539501"/>
                <a:gd name="connsiteX270" fmla="*/ 107192 w 163905"/>
                <a:gd name="connsiteY270" fmla="*/ 87792 h 539501"/>
                <a:gd name="connsiteX271" fmla="*/ 107340 w 163905"/>
                <a:gd name="connsiteY271" fmla="*/ 84275 h 539501"/>
                <a:gd name="connsiteX272" fmla="*/ 107391 w 163905"/>
                <a:gd name="connsiteY272" fmla="*/ 82484 h 539501"/>
                <a:gd name="connsiteX273" fmla="*/ 107852 w 163905"/>
                <a:gd name="connsiteY273" fmla="*/ 77857 h 539501"/>
                <a:gd name="connsiteX274" fmla="*/ 110084 w 163905"/>
                <a:gd name="connsiteY274" fmla="*/ 76368 h 539501"/>
                <a:gd name="connsiteX275" fmla="*/ 110084 w 163905"/>
                <a:gd name="connsiteY275" fmla="*/ 74880 h 539501"/>
                <a:gd name="connsiteX276" fmla="*/ 108596 w 163905"/>
                <a:gd name="connsiteY276" fmla="*/ 74136 h 539501"/>
                <a:gd name="connsiteX277" fmla="*/ 108596 w 163905"/>
                <a:gd name="connsiteY277" fmla="*/ 75624 h 539501"/>
                <a:gd name="connsiteX278" fmla="*/ 69900 w 163905"/>
                <a:gd name="connsiteY278" fmla="*/ 75624 h 539501"/>
                <a:gd name="connsiteX279" fmla="*/ 69156 w 163905"/>
                <a:gd name="connsiteY279" fmla="*/ 539968 h 539501"/>
                <a:gd name="connsiteX280" fmla="*/ 14834 w 163905"/>
                <a:gd name="connsiteY280" fmla="*/ 539968 h 539501"/>
                <a:gd name="connsiteX281" fmla="*/ 14817 w 163905"/>
                <a:gd name="connsiteY281" fmla="*/ 506133 h 539501"/>
                <a:gd name="connsiteX282" fmla="*/ 14817 w 163905"/>
                <a:gd name="connsiteY282" fmla="*/ 504349 h 539501"/>
                <a:gd name="connsiteX283" fmla="*/ 14771 w 163905"/>
                <a:gd name="connsiteY283" fmla="*/ 387462 h 539501"/>
                <a:gd name="connsiteX284" fmla="*/ 14770 w 163905"/>
                <a:gd name="connsiteY284" fmla="*/ 385183 h 539501"/>
                <a:gd name="connsiteX285" fmla="*/ 14758 w 163905"/>
                <a:gd name="connsiteY285" fmla="*/ 336169 h 539501"/>
                <a:gd name="connsiteX286" fmla="*/ 14752 w 163905"/>
                <a:gd name="connsiteY286" fmla="*/ 312134 h 539501"/>
                <a:gd name="connsiteX287" fmla="*/ 14752 w 163905"/>
                <a:gd name="connsiteY287" fmla="*/ 309718 h 539501"/>
                <a:gd name="connsiteX288" fmla="*/ 14720 w 163905"/>
                <a:gd name="connsiteY288" fmla="*/ 232130 h 539501"/>
                <a:gd name="connsiteX289" fmla="*/ 14694 w 163905"/>
                <a:gd name="connsiteY289" fmla="*/ 152428 h 539501"/>
                <a:gd name="connsiteX290" fmla="*/ 14693 w 163905"/>
                <a:gd name="connsiteY290" fmla="*/ 141182 h 539501"/>
                <a:gd name="connsiteX291" fmla="*/ 14692 w 163905"/>
                <a:gd name="connsiteY291" fmla="*/ 138946 h 539501"/>
                <a:gd name="connsiteX292" fmla="*/ 14675 w 163905"/>
                <a:gd name="connsiteY292" fmla="*/ 103253 h 539501"/>
                <a:gd name="connsiteX293" fmla="*/ 14665 w 163905"/>
                <a:gd name="connsiteY293" fmla="*/ 67406 h 539501"/>
                <a:gd name="connsiteX294" fmla="*/ 14654 w 163905"/>
                <a:gd name="connsiteY294" fmla="*/ 46085 h 539501"/>
                <a:gd name="connsiteX295" fmla="*/ 14653 w 163905"/>
                <a:gd name="connsiteY295" fmla="*/ 31864 h 539501"/>
                <a:gd name="connsiteX296" fmla="*/ 14648 w 163905"/>
                <a:gd name="connsiteY296" fmla="*/ 23747 h 539501"/>
                <a:gd name="connsiteX297" fmla="*/ 14651 w 163905"/>
                <a:gd name="connsiteY297" fmla="*/ 15026 h 539501"/>
                <a:gd name="connsiteX298" fmla="*/ 14639 w 163905"/>
                <a:gd name="connsiteY298" fmla="*/ 12450 h 539501"/>
                <a:gd name="connsiteX299" fmla="*/ 14649 w 163905"/>
                <a:gd name="connsiteY299" fmla="*/ 10118 h 539501"/>
                <a:gd name="connsiteX300" fmla="*/ 14648 w 163905"/>
                <a:gd name="connsiteY300" fmla="*/ 8101 h 539501"/>
                <a:gd name="connsiteX301" fmla="*/ 16322 w 163905"/>
                <a:gd name="connsiteY301" fmla="*/ 4187 h 539501"/>
                <a:gd name="connsiteX302" fmla="*/ 21016 w 163905"/>
                <a:gd name="connsiteY302" fmla="*/ 3910 h 539501"/>
                <a:gd name="connsiteX303" fmla="*/ 22492 w 163905"/>
                <a:gd name="connsiteY303" fmla="*/ 3901 h 539501"/>
                <a:gd name="connsiteX304" fmla="*/ 27409 w 163905"/>
                <a:gd name="connsiteY304" fmla="*/ 3912 h 539501"/>
                <a:gd name="connsiteX305" fmla="*/ 30925 w 163905"/>
                <a:gd name="connsiteY305" fmla="*/ 3904 h 539501"/>
                <a:gd name="connsiteX306" fmla="*/ 38507 w 163905"/>
                <a:gd name="connsiteY306" fmla="*/ 3904 h 539501"/>
                <a:gd name="connsiteX307" fmla="*/ 50483 w 163905"/>
                <a:gd name="connsiteY307" fmla="*/ 3891 h 539501"/>
                <a:gd name="connsiteX308" fmla="*/ 80228 w 163905"/>
                <a:gd name="connsiteY308" fmla="*/ 3862 h 539501"/>
                <a:gd name="connsiteX309" fmla="*/ 103344 w 163905"/>
                <a:gd name="connsiteY309" fmla="*/ 3832 h 539501"/>
                <a:gd name="connsiteX310" fmla="*/ 115262 w 163905"/>
                <a:gd name="connsiteY310" fmla="*/ 3833 h 539501"/>
                <a:gd name="connsiteX311" fmla="*/ 122659 w 163905"/>
                <a:gd name="connsiteY311" fmla="*/ 3818 h 539501"/>
                <a:gd name="connsiteX312" fmla="*/ 126104 w 163905"/>
                <a:gd name="connsiteY312" fmla="*/ 3825 h 539501"/>
                <a:gd name="connsiteX313" fmla="*/ 130785 w 163905"/>
                <a:gd name="connsiteY313" fmla="*/ 3814 h 539501"/>
                <a:gd name="connsiteX314" fmla="*/ 133438 w 163905"/>
                <a:gd name="connsiteY314" fmla="*/ 3814 h 539501"/>
                <a:gd name="connsiteX315" fmla="*/ 135385 w 163905"/>
                <a:gd name="connsiteY315" fmla="*/ 3443 h 539501"/>
                <a:gd name="connsiteX316" fmla="*/ 136129 w 163905"/>
                <a:gd name="connsiteY316" fmla="*/ 466 h 53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163905" h="539501">
                  <a:moveTo>
                    <a:pt x="136129" y="466"/>
                  </a:moveTo>
                  <a:cubicBezTo>
                    <a:pt x="137111" y="466"/>
                    <a:pt x="138093" y="466"/>
                    <a:pt x="139105" y="466"/>
                  </a:cubicBezTo>
                  <a:cubicBezTo>
                    <a:pt x="139105" y="1448"/>
                    <a:pt x="139105" y="2431"/>
                    <a:pt x="139105" y="3443"/>
                  </a:cubicBezTo>
                  <a:cubicBezTo>
                    <a:pt x="139950" y="3519"/>
                    <a:pt x="140794" y="3596"/>
                    <a:pt x="141663" y="3675"/>
                  </a:cubicBezTo>
                  <a:cubicBezTo>
                    <a:pt x="142976" y="3928"/>
                    <a:pt x="142976" y="3928"/>
                    <a:pt x="144314" y="4187"/>
                  </a:cubicBezTo>
                  <a:cubicBezTo>
                    <a:pt x="144560" y="4923"/>
                    <a:pt x="144806" y="5660"/>
                    <a:pt x="145059" y="6419"/>
                  </a:cubicBezTo>
                  <a:cubicBezTo>
                    <a:pt x="145688" y="6527"/>
                    <a:pt x="146317" y="6634"/>
                    <a:pt x="146965" y="6745"/>
                  </a:cubicBezTo>
                  <a:cubicBezTo>
                    <a:pt x="147863" y="6952"/>
                    <a:pt x="147863" y="6952"/>
                    <a:pt x="148779" y="7163"/>
                  </a:cubicBezTo>
                  <a:cubicBezTo>
                    <a:pt x="148779" y="8146"/>
                    <a:pt x="148779" y="9128"/>
                    <a:pt x="148779" y="10140"/>
                  </a:cubicBezTo>
                  <a:cubicBezTo>
                    <a:pt x="150498" y="10385"/>
                    <a:pt x="152217" y="10631"/>
                    <a:pt x="153988" y="10884"/>
                  </a:cubicBezTo>
                  <a:cubicBezTo>
                    <a:pt x="153988" y="11866"/>
                    <a:pt x="153988" y="12848"/>
                    <a:pt x="153988" y="13861"/>
                  </a:cubicBezTo>
                  <a:cubicBezTo>
                    <a:pt x="154710" y="13937"/>
                    <a:pt x="155431" y="14014"/>
                    <a:pt x="156174" y="14093"/>
                  </a:cubicBezTo>
                  <a:cubicBezTo>
                    <a:pt x="156926" y="14262"/>
                    <a:pt x="157678" y="14431"/>
                    <a:pt x="158453" y="14605"/>
                  </a:cubicBezTo>
                  <a:cubicBezTo>
                    <a:pt x="158699" y="15341"/>
                    <a:pt x="158944" y="16078"/>
                    <a:pt x="159197" y="16837"/>
                  </a:cubicBezTo>
                  <a:cubicBezTo>
                    <a:pt x="159919" y="16945"/>
                    <a:pt x="160640" y="17052"/>
                    <a:pt x="161383" y="17163"/>
                  </a:cubicBezTo>
                  <a:cubicBezTo>
                    <a:pt x="162135" y="17301"/>
                    <a:pt x="162887" y="17439"/>
                    <a:pt x="163662" y="17581"/>
                  </a:cubicBezTo>
                  <a:cubicBezTo>
                    <a:pt x="164499" y="19070"/>
                    <a:pt x="164499" y="19070"/>
                    <a:pt x="165150" y="20558"/>
                  </a:cubicBezTo>
                  <a:cubicBezTo>
                    <a:pt x="166137" y="20827"/>
                    <a:pt x="167129" y="21077"/>
                    <a:pt x="168127" y="21302"/>
                  </a:cubicBezTo>
                  <a:cubicBezTo>
                    <a:pt x="168373" y="22039"/>
                    <a:pt x="168618" y="22775"/>
                    <a:pt x="168871" y="23534"/>
                  </a:cubicBezTo>
                  <a:cubicBezTo>
                    <a:pt x="170107" y="24041"/>
                    <a:pt x="171347" y="24537"/>
                    <a:pt x="172592" y="25023"/>
                  </a:cubicBezTo>
                  <a:cubicBezTo>
                    <a:pt x="173083" y="25759"/>
                    <a:pt x="173574" y="26496"/>
                    <a:pt x="174080" y="27255"/>
                  </a:cubicBezTo>
                  <a:cubicBezTo>
                    <a:pt x="174709" y="27470"/>
                    <a:pt x="175339" y="27685"/>
                    <a:pt x="175987" y="27906"/>
                  </a:cubicBezTo>
                  <a:cubicBezTo>
                    <a:pt x="176586" y="28182"/>
                    <a:pt x="177184" y="28459"/>
                    <a:pt x="177801" y="28743"/>
                  </a:cubicBezTo>
                  <a:cubicBezTo>
                    <a:pt x="178405" y="30697"/>
                    <a:pt x="178405" y="30697"/>
                    <a:pt x="178545" y="32464"/>
                  </a:cubicBezTo>
                  <a:cubicBezTo>
                    <a:pt x="178054" y="32464"/>
                    <a:pt x="177563" y="32464"/>
                    <a:pt x="177057" y="32464"/>
                  </a:cubicBezTo>
                  <a:cubicBezTo>
                    <a:pt x="176811" y="36639"/>
                    <a:pt x="176566" y="40813"/>
                    <a:pt x="176313" y="45114"/>
                  </a:cubicBezTo>
                  <a:cubicBezTo>
                    <a:pt x="175576" y="45114"/>
                    <a:pt x="174839" y="45114"/>
                    <a:pt x="174080" y="45114"/>
                  </a:cubicBezTo>
                  <a:cubicBezTo>
                    <a:pt x="173835" y="48798"/>
                    <a:pt x="173589" y="52481"/>
                    <a:pt x="173336" y="56277"/>
                  </a:cubicBezTo>
                  <a:cubicBezTo>
                    <a:pt x="172599" y="56277"/>
                    <a:pt x="171863" y="56277"/>
                    <a:pt x="171104" y="56277"/>
                  </a:cubicBezTo>
                  <a:cubicBezTo>
                    <a:pt x="170858" y="59960"/>
                    <a:pt x="170612" y="63644"/>
                    <a:pt x="170359" y="67439"/>
                  </a:cubicBezTo>
                  <a:cubicBezTo>
                    <a:pt x="169623" y="67439"/>
                    <a:pt x="168886" y="67439"/>
                    <a:pt x="168127" y="67439"/>
                  </a:cubicBezTo>
                  <a:cubicBezTo>
                    <a:pt x="168153" y="68182"/>
                    <a:pt x="168179" y="68925"/>
                    <a:pt x="168205" y="69691"/>
                  </a:cubicBezTo>
                  <a:cubicBezTo>
                    <a:pt x="168226" y="70652"/>
                    <a:pt x="168246" y="71612"/>
                    <a:pt x="168266" y="72601"/>
                  </a:cubicBezTo>
                  <a:cubicBezTo>
                    <a:pt x="168292" y="73559"/>
                    <a:pt x="168318" y="74518"/>
                    <a:pt x="168345" y="75505"/>
                  </a:cubicBezTo>
                  <a:cubicBezTo>
                    <a:pt x="168273" y="76281"/>
                    <a:pt x="168201" y="77057"/>
                    <a:pt x="168127" y="77857"/>
                  </a:cubicBezTo>
                  <a:cubicBezTo>
                    <a:pt x="167390" y="78102"/>
                    <a:pt x="166654" y="78348"/>
                    <a:pt x="165895" y="78601"/>
                  </a:cubicBezTo>
                  <a:cubicBezTo>
                    <a:pt x="165454" y="81034"/>
                    <a:pt x="165454" y="81034"/>
                    <a:pt x="165383" y="83856"/>
                  </a:cubicBezTo>
                  <a:cubicBezTo>
                    <a:pt x="165310" y="85297"/>
                    <a:pt x="165310" y="85297"/>
                    <a:pt x="165235" y="86766"/>
                  </a:cubicBezTo>
                  <a:cubicBezTo>
                    <a:pt x="165207" y="87509"/>
                    <a:pt x="165179" y="88253"/>
                    <a:pt x="165150" y="89019"/>
                  </a:cubicBezTo>
                  <a:cubicBezTo>
                    <a:pt x="164659" y="89019"/>
                    <a:pt x="164168" y="89019"/>
                    <a:pt x="163662" y="89019"/>
                  </a:cubicBezTo>
                  <a:cubicBezTo>
                    <a:pt x="162438" y="91466"/>
                    <a:pt x="162621" y="94178"/>
                    <a:pt x="162456" y="96882"/>
                  </a:cubicBezTo>
                  <a:cubicBezTo>
                    <a:pt x="162363" y="97479"/>
                    <a:pt x="162270" y="98077"/>
                    <a:pt x="162174" y="98693"/>
                  </a:cubicBezTo>
                  <a:cubicBezTo>
                    <a:pt x="161683" y="98938"/>
                    <a:pt x="161192" y="99184"/>
                    <a:pt x="160686" y="99437"/>
                  </a:cubicBezTo>
                  <a:cubicBezTo>
                    <a:pt x="160336" y="101874"/>
                    <a:pt x="160336" y="101874"/>
                    <a:pt x="160220" y="104692"/>
                  </a:cubicBezTo>
                  <a:cubicBezTo>
                    <a:pt x="160165" y="105652"/>
                    <a:pt x="160109" y="106613"/>
                    <a:pt x="160052" y="107602"/>
                  </a:cubicBezTo>
                  <a:cubicBezTo>
                    <a:pt x="159997" y="108717"/>
                    <a:pt x="159997" y="108717"/>
                    <a:pt x="159941" y="109855"/>
                  </a:cubicBezTo>
                  <a:cubicBezTo>
                    <a:pt x="159205" y="109855"/>
                    <a:pt x="158468" y="109855"/>
                    <a:pt x="157709" y="109855"/>
                  </a:cubicBezTo>
                  <a:cubicBezTo>
                    <a:pt x="157463" y="113293"/>
                    <a:pt x="157218" y="116731"/>
                    <a:pt x="156965" y="120273"/>
                  </a:cubicBezTo>
                  <a:cubicBezTo>
                    <a:pt x="156228" y="120273"/>
                    <a:pt x="155491" y="120273"/>
                    <a:pt x="154732" y="120273"/>
                  </a:cubicBezTo>
                  <a:cubicBezTo>
                    <a:pt x="154678" y="121388"/>
                    <a:pt x="154678" y="121388"/>
                    <a:pt x="154622" y="122525"/>
                  </a:cubicBezTo>
                  <a:cubicBezTo>
                    <a:pt x="154566" y="123486"/>
                    <a:pt x="154511" y="124446"/>
                    <a:pt x="154453" y="125435"/>
                  </a:cubicBezTo>
                  <a:cubicBezTo>
                    <a:pt x="154402" y="126393"/>
                    <a:pt x="154350" y="127352"/>
                    <a:pt x="154296" y="128339"/>
                  </a:cubicBezTo>
                  <a:cubicBezTo>
                    <a:pt x="154195" y="129115"/>
                    <a:pt x="154093" y="129891"/>
                    <a:pt x="153988" y="130691"/>
                  </a:cubicBezTo>
                  <a:cubicBezTo>
                    <a:pt x="153497" y="130936"/>
                    <a:pt x="153006" y="131182"/>
                    <a:pt x="152500" y="131435"/>
                  </a:cubicBezTo>
                  <a:cubicBezTo>
                    <a:pt x="152234" y="133721"/>
                    <a:pt x="152169" y="135992"/>
                    <a:pt x="152084" y="138292"/>
                  </a:cubicBezTo>
                  <a:cubicBezTo>
                    <a:pt x="151922" y="139318"/>
                    <a:pt x="151922" y="139318"/>
                    <a:pt x="151756" y="140364"/>
                  </a:cubicBezTo>
                  <a:cubicBezTo>
                    <a:pt x="151019" y="140856"/>
                    <a:pt x="150282" y="141347"/>
                    <a:pt x="149523" y="141853"/>
                  </a:cubicBezTo>
                  <a:cubicBezTo>
                    <a:pt x="149087" y="144172"/>
                    <a:pt x="149087" y="144172"/>
                    <a:pt x="149012" y="146783"/>
                  </a:cubicBezTo>
                  <a:cubicBezTo>
                    <a:pt x="148938" y="148109"/>
                    <a:pt x="148938" y="148109"/>
                    <a:pt x="148864" y="149463"/>
                  </a:cubicBezTo>
                  <a:cubicBezTo>
                    <a:pt x="148836" y="150144"/>
                    <a:pt x="148808" y="150825"/>
                    <a:pt x="148779" y="151527"/>
                  </a:cubicBezTo>
                  <a:cubicBezTo>
                    <a:pt x="148288" y="151527"/>
                    <a:pt x="147797" y="151527"/>
                    <a:pt x="147291" y="151527"/>
                  </a:cubicBezTo>
                  <a:cubicBezTo>
                    <a:pt x="146067" y="153974"/>
                    <a:pt x="146250" y="156686"/>
                    <a:pt x="146085" y="159389"/>
                  </a:cubicBezTo>
                  <a:cubicBezTo>
                    <a:pt x="145992" y="159987"/>
                    <a:pt x="145899" y="160585"/>
                    <a:pt x="145803" y="161200"/>
                  </a:cubicBezTo>
                  <a:cubicBezTo>
                    <a:pt x="145312" y="161446"/>
                    <a:pt x="144820" y="161691"/>
                    <a:pt x="144314" y="161944"/>
                  </a:cubicBezTo>
                  <a:cubicBezTo>
                    <a:pt x="144049" y="164449"/>
                    <a:pt x="143984" y="166939"/>
                    <a:pt x="143899" y="169456"/>
                  </a:cubicBezTo>
                  <a:cubicBezTo>
                    <a:pt x="143790" y="170169"/>
                    <a:pt x="143682" y="170883"/>
                    <a:pt x="143570" y="171618"/>
                  </a:cubicBezTo>
                  <a:cubicBezTo>
                    <a:pt x="142834" y="171864"/>
                    <a:pt x="142097" y="172109"/>
                    <a:pt x="141338" y="172362"/>
                  </a:cubicBezTo>
                  <a:cubicBezTo>
                    <a:pt x="140898" y="174624"/>
                    <a:pt x="140898" y="174624"/>
                    <a:pt x="140826" y="177246"/>
                  </a:cubicBezTo>
                  <a:cubicBezTo>
                    <a:pt x="140753" y="178583"/>
                    <a:pt x="140753" y="178583"/>
                    <a:pt x="140678" y="179946"/>
                  </a:cubicBezTo>
                  <a:cubicBezTo>
                    <a:pt x="140636" y="180981"/>
                    <a:pt x="140636" y="180981"/>
                    <a:pt x="140594" y="182036"/>
                  </a:cubicBezTo>
                  <a:cubicBezTo>
                    <a:pt x="139857" y="182036"/>
                    <a:pt x="139120" y="182036"/>
                    <a:pt x="138361" y="182036"/>
                  </a:cubicBezTo>
                  <a:cubicBezTo>
                    <a:pt x="138301" y="183105"/>
                    <a:pt x="138258" y="184175"/>
                    <a:pt x="138222" y="185245"/>
                  </a:cubicBezTo>
                  <a:cubicBezTo>
                    <a:pt x="138196" y="185841"/>
                    <a:pt x="138170" y="186437"/>
                    <a:pt x="138143" y="187051"/>
                  </a:cubicBezTo>
                  <a:cubicBezTo>
                    <a:pt x="138411" y="189120"/>
                    <a:pt x="139055" y="189625"/>
                    <a:pt x="140594" y="190966"/>
                  </a:cubicBezTo>
                  <a:cubicBezTo>
                    <a:pt x="141124" y="192192"/>
                    <a:pt x="141616" y="193435"/>
                    <a:pt x="142082" y="194687"/>
                  </a:cubicBezTo>
                  <a:cubicBezTo>
                    <a:pt x="143331" y="197853"/>
                    <a:pt x="143331" y="197853"/>
                    <a:pt x="145803" y="199896"/>
                  </a:cubicBezTo>
                  <a:cubicBezTo>
                    <a:pt x="146106" y="201623"/>
                    <a:pt x="146357" y="203361"/>
                    <a:pt x="146547" y="205105"/>
                  </a:cubicBezTo>
                  <a:cubicBezTo>
                    <a:pt x="147284" y="205105"/>
                    <a:pt x="148020" y="205105"/>
                    <a:pt x="148779" y="205105"/>
                  </a:cubicBezTo>
                  <a:cubicBezTo>
                    <a:pt x="148856" y="205949"/>
                    <a:pt x="148933" y="206793"/>
                    <a:pt x="149012" y="207663"/>
                  </a:cubicBezTo>
                  <a:cubicBezTo>
                    <a:pt x="149265" y="208975"/>
                    <a:pt x="149265" y="208975"/>
                    <a:pt x="149523" y="210314"/>
                  </a:cubicBezTo>
                  <a:cubicBezTo>
                    <a:pt x="150260" y="210559"/>
                    <a:pt x="150997" y="210805"/>
                    <a:pt x="151756" y="211058"/>
                  </a:cubicBezTo>
                  <a:cubicBezTo>
                    <a:pt x="152074" y="213065"/>
                    <a:pt x="151853" y="214971"/>
                    <a:pt x="151756" y="217011"/>
                  </a:cubicBezTo>
                  <a:cubicBezTo>
                    <a:pt x="152493" y="217011"/>
                    <a:pt x="153229" y="217011"/>
                    <a:pt x="153988" y="217011"/>
                  </a:cubicBezTo>
                  <a:cubicBezTo>
                    <a:pt x="154109" y="218537"/>
                    <a:pt x="154231" y="220063"/>
                    <a:pt x="154352" y="221589"/>
                  </a:cubicBezTo>
                  <a:cubicBezTo>
                    <a:pt x="154477" y="222043"/>
                    <a:pt x="154603" y="222497"/>
                    <a:pt x="154732" y="222964"/>
                  </a:cubicBezTo>
                  <a:cubicBezTo>
                    <a:pt x="155469" y="223210"/>
                    <a:pt x="156206" y="223455"/>
                    <a:pt x="156965" y="223708"/>
                  </a:cubicBezTo>
                  <a:cubicBezTo>
                    <a:pt x="157313" y="225448"/>
                    <a:pt x="157339" y="227123"/>
                    <a:pt x="157407" y="228894"/>
                  </a:cubicBezTo>
                  <a:cubicBezTo>
                    <a:pt x="157506" y="229393"/>
                    <a:pt x="157606" y="229892"/>
                    <a:pt x="157709" y="230405"/>
                  </a:cubicBezTo>
                  <a:cubicBezTo>
                    <a:pt x="158446" y="230651"/>
                    <a:pt x="159182" y="230897"/>
                    <a:pt x="159941" y="231150"/>
                  </a:cubicBezTo>
                  <a:cubicBezTo>
                    <a:pt x="160270" y="232824"/>
                    <a:pt x="160270" y="232824"/>
                    <a:pt x="160360" y="234870"/>
                  </a:cubicBezTo>
                  <a:cubicBezTo>
                    <a:pt x="160423" y="236860"/>
                    <a:pt x="160423" y="236860"/>
                    <a:pt x="160686" y="238591"/>
                  </a:cubicBezTo>
                  <a:cubicBezTo>
                    <a:pt x="161177" y="238837"/>
                    <a:pt x="161668" y="239082"/>
                    <a:pt x="162174" y="239335"/>
                  </a:cubicBezTo>
                  <a:cubicBezTo>
                    <a:pt x="162439" y="241210"/>
                    <a:pt x="162504" y="243066"/>
                    <a:pt x="162590" y="244957"/>
                  </a:cubicBezTo>
                  <a:cubicBezTo>
                    <a:pt x="162733" y="246817"/>
                    <a:pt x="162733" y="246817"/>
                    <a:pt x="164037" y="247776"/>
                  </a:cubicBezTo>
                  <a:cubicBezTo>
                    <a:pt x="166056" y="250012"/>
                    <a:pt x="165505" y="253356"/>
                    <a:pt x="165543" y="256247"/>
                  </a:cubicBezTo>
                  <a:cubicBezTo>
                    <a:pt x="165575" y="257898"/>
                    <a:pt x="165575" y="257898"/>
                    <a:pt x="165895" y="260171"/>
                  </a:cubicBezTo>
                  <a:cubicBezTo>
                    <a:pt x="166631" y="260417"/>
                    <a:pt x="167368" y="260662"/>
                    <a:pt x="168127" y="260915"/>
                  </a:cubicBezTo>
                  <a:cubicBezTo>
                    <a:pt x="168425" y="262354"/>
                    <a:pt x="168425" y="262354"/>
                    <a:pt x="168455" y="264217"/>
                  </a:cubicBezTo>
                  <a:cubicBezTo>
                    <a:pt x="168475" y="264883"/>
                    <a:pt x="168495" y="265549"/>
                    <a:pt x="168515" y="266235"/>
                  </a:cubicBezTo>
                  <a:cubicBezTo>
                    <a:pt x="168525" y="266935"/>
                    <a:pt x="168535" y="267635"/>
                    <a:pt x="168546" y="268357"/>
                  </a:cubicBezTo>
                  <a:cubicBezTo>
                    <a:pt x="168571" y="269736"/>
                    <a:pt x="168603" y="271116"/>
                    <a:pt x="168641" y="272496"/>
                  </a:cubicBezTo>
                  <a:cubicBezTo>
                    <a:pt x="168655" y="273418"/>
                    <a:pt x="168655" y="273418"/>
                    <a:pt x="168669" y="274359"/>
                  </a:cubicBezTo>
                  <a:cubicBezTo>
                    <a:pt x="168736" y="274834"/>
                    <a:pt x="168802" y="275309"/>
                    <a:pt x="168871" y="275798"/>
                  </a:cubicBezTo>
                  <a:cubicBezTo>
                    <a:pt x="169362" y="276044"/>
                    <a:pt x="169853" y="276289"/>
                    <a:pt x="170359" y="276542"/>
                  </a:cubicBezTo>
                  <a:cubicBezTo>
                    <a:pt x="170502" y="278666"/>
                    <a:pt x="170546" y="280718"/>
                    <a:pt x="170528" y="282843"/>
                  </a:cubicBezTo>
                  <a:cubicBezTo>
                    <a:pt x="170529" y="283503"/>
                    <a:pt x="170529" y="284164"/>
                    <a:pt x="170529" y="284845"/>
                  </a:cubicBezTo>
                  <a:cubicBezTo>
                    <a:pt x="170528" y="287039"/>
                    <a:pt x="170516" y="289233"/>
                    <a:pt x="170505" y="291428"/>
                  </a:cubicBezTo>
                  <a:cubicBezTo>
                    <a:pt x="170502" y="292945"/>
                    <a:pt x="170500" y="294462"/>
                    <a:pt x="170498" y="295979"/>
                  </a:cubicBezTo>
                  <a:cubicBezTo>
                    <a:pt x="170493" y="299981"/>
                    <a:pt x="170478" y="303983"/>
                    <a:pt x="170462" y="307984"/>
                  </a:cubicBezTo>
                  <a:cubicBezTo>
                    <a:pt x="170446" y="312064"/>
                    <a:pt x="170440" y="316144"/>
                    <a:pt x="170432" y="320224"/>
                  </a:cubicBezTo>
                  <a:cubicBezTo>
                    <a:pt x="170416" y="328236"/>
                    <a:pt x="170391" y="336247"/>
                    <a:pt x="170359" y="344259"/>
                  </a:cubicBezTo>
                  <a:cubicBezTo>
                    <a:pt x="169623" y="344259"/>
                    <a:pt x="168886" y="344259"/>
                    <a:pt x="168127" y="344259"/>
                  </a:cubicBezTo>
                  <a:cubicBezTo>
                    <a:pt x="168153" y="345217"/>
                    <a:pt x="168179" y="346176"/>
                    <a:pt x="168205" y="347163"/>
                  </a:cubicBezTo>
                  <a:cubicBezTo>
                    <a:pt x="168226" y="348412"/>
                    <a:pt x="168247" y="349661"/>
                    <a:pt x="168266" y="350910"/>
                  </a:cubicBezTo>
                  <a:cubicBezTo>
                    <a:pt x="168285" y="351542"/>
                    <a:pt x="168304" y="352175"/>
                    <a:pt x="168323" y="352827"/>
                  </a:cubicBezTo>
                  <a:cubicBezTo>
                    <a:pt x="168334" y="353730"/>
                    <a:pt x="168334" y="353730"/>
                    <a:pt x="168345" y="354651"/>
                  </a:cubicBezTo>
                  <a:cubicBezTo>
                    <a:pt x="168357" y="355208"/>
                    <a:pt x="168368" y="355765"/>
                    <a:pt x="168380" y="356339"/>
                  </a:cubicBezTo>
                  <a:cubicBezTo>
                    <a:pt x="168255" y="356990"/>
                    <a:pt x="168255" y="356990"/>
                    <a:pt x="168127" y="357653"/>
                  </a:cubicBezTo>
                  <a:cubicBezTo>
                    <a:pt x="167390" y="357899"/>
                    <a:pt x="166654" y="358145"/>
                    <a:pt x="165895" y="358398"/>
                  </a:cubicBezTo>
                  <a:cubicBezTo>
                    <a:pt x="165456" y="360317"/>
                    <a:pt x="165456" y="360317"/>
                    <a:pt x="165383" y="362537"/>
                  </a:cubicBezTo>
                  <a:cubicBezTo>
                    <a:pt x="165310" y="363666"/>
                    <a:pt x="165310" y="363666"/>
                    <a:pt x="165235" y="364819"/>
                  </a:cubicBezTo>
                  <a:cubicBezTo>
                    <a:pt x="165207" y="365401"/>
                    <a:pt x="165179" y="365983"/>
                    <a:pt x="165150" y="366583"/>
                  </a:cubicBezTo>
                  <a:cubicBezTo>
                    <a:pt x="164659" y="366583"/>
                    <a:pt x="164168" y="366583"/>
                    <a:pt x="163662" y="366583"/>
                  </a:cubicBezTo>
                  <a:cubicBezTo>
                    <a:pt x="163198" y="368079"/>
                    <a:pt x="163198" y="368079"/>
                    <a:pt x="162918" y="369885"/>
                  </a:cubicBezTo>
                  <a:cubicBezTo>
                    <a:pt x="162592" y="371743"/>
                    <a:pt x="162592" y="371743"/>
                    <a:pt x="162174" y="373280"/>
                  </a:cubicBezTo>
                  <a:cubicBezTo>
                    <a:pt x="161683" y="373526"/>
                    <a:pt x="161192" y="373772"/>
                    <a:pt x="160686" y="374025"/>
                  </a:cubicBezTo>
                  <a:cubicBezTo>
                    <a:pt x="160440" y="374761"/>
                    <a:pt x="160194" y="375498"/>
                    <a:pt x="159941" y="376257"/>
                  </a:cubicBezTo>
                  <a:cubicBezTo>
                    <a:pt x="159197" y="378489"/>
                    <a:pt x="159197" y="378489"/>
                    <a:pt x="157709" y="379234"/>
                  </a:cubicBezTo>
                  <a:cubicBezTo>
                    <a:pt x="157463" y="379847"/>
                    <a:pt x="157218" y="380461"/>
                    <a:pt x="156965" y="381094"/>
                  </a:cubicBezTo>
                  <a:cubicBezTo>
                    <a:pt x="156221" y="382954"/>
                    <a:pt x="156221" y="382954"/>
                    <a:pt x="154732" y="383698"/>
                  </a:cubicBezTo>
                  <a:cubicBezTo>
                    <a:pt x="154487" y="384435"/>
                    <a:pt x="154241" y="385172"/>
                    <a:pt x="153988" y="385931"/>
                  </a:cubicBezTo>
                  <a:cubicBezTo>
                    <a:pt x="153252" y="386176"/>
                    <a:pt x="152515" y="386422"/>
                    <a:pt x="151756" y="386675"/>
                  </a:cubicBezTo>
                  <a:cubicBezTo>
                    <a:pt x="151235" y="387655"/>
                    <a:pt x="150738" y="388647"/>
                    <a:pt x="150268" y="389651"/>
                  </a:cubicBezTo>
                  <a:cubicBezTo>
                    <a:pt x="149776" y="389897"/>
                    <a:pt x="149285" y="390143"/>
                    <a:pt x="148779" y="390396"/>
                  </a:cubicBezTo>
                  <a:cubicBezTo>
                    <a:pt x="148580" y="390887"/>
                    <a:pt x="148380" y="391378"/>
                    <a:pt x="148175" y="391884"/>
                  </a:cubicBezTo>
                  <a:cubicBezTo>
                    <a:pt x="147883" y="392375"/>
                    <a:pt x="147591" y="392866"/>
                    <a:pt x="147291" y="393372"/>
                  </a:cubicBezTo>
                  <a:cubicBezTo>
                    <a:pt x="146662" y="393495"/>
                    <a:pt x="146032" y="393618"/>
                    <a:pt x="145384" y="393744"/>
                  </a:cubicBezTo>
                  <a:cubicBezTo>
                    <a:pt x="144786" y="393867"/>
                    <a:pt x="144187" y="393990"/>
                    <a:pt x="143570" y="394116"/>
                  </a:cubicBezTo>
                  <a:cubicBezTo>
                    <a:pt x="143409" y="394830"/>
                    <a:pt x="143409" y="394830"/>
                    <a:pt x="143245" y="395558"/>
                  </a:cubicBezTo>
                  <a:cubicBezTo>
                    <a:pt x="143038" y="396318"/>
                    <a:pt x="143038" y="396318"/>
                    <a:pt x="142826" y="397093"/>
                  </a:cubicBezTo>
                  <a:cubicBezTo>
                    <a:pt x="141354" y="397634"/>
                    <a:pt x="139865" y="398133"/>
                    <a:pt x="138361" y="398581"/>
                  </a:cubicBezTo>
                  <a:cubicBezTo>
                    <a:pt x="138361" y="399072"/>
                    <a:pt x="138361" y="399563"/>
                    <a:pt x="138361" y="400069"/>
                  </a:cubicBezTo>
                  <a:cubicBezTo>
                    <a:pt x="135660" y="400315"/>
                    <a:pt x="132959" y="400561"/>
                    <a:pt x="130176" y="400814"/>
                  </a:cubicBezTo>
                  <a:cubicBezTo>
                    <a:pt x="130176" y="401796"/>
                    <a:pt x="130176" y="402778"/>
                    <a:pt x="130176" y="403790"/>
                  </a:cubicBezTo>
                  <a:cubicBezTo>
                    <a:pt x="129404" y="403806"/>
                    <a:pt x="129404" y="403806"/>
                    <a:pt x="128616" y="403823"/>
                  </a:cubicBezTo>
                  <a:cubicBezTo>
                    <a:pt x="126299" y="403878"/>
                    <a:pt x="123982" y="403950"/>
                    <a:pt x="121665" y="404023"/>
                  </a:cubicBezTo>
                  <a:cubicBezTo>
                    <a:pt x="120450" y="404048"/>
                    <a:pt x="120450" y="404048"/>
                    <a:pt x="119210" y="404074"/>
                  </a:cubicBezTo>
                  <a:cubicBezTo>
                    <a:pt x="118440" y="404100"/>
                    <a:pt x="117670" y="404126"/>
                    <a:pt x="116877" y="404154"/>
                  </a:cubicBezTo>
                  <a:cubicBezTo>
                    <a:pt x="116164" y="404173"/>
                    <a:pt x="115451" y="404192"/>
                    <a:pt x="114716" y="404213"/>
                  </a:cubicBezTo>
                  <a:cubicBezTo>
                    <a:pt x="114170" y="404319"/>
                    <a:pt x="113623" y="404425"/>
                    <a:pt x="113061" y="404534"/>
                  </a:cubicBezTo>
                  <a:cubicBezTo>
                    <a:pt x="112815" y="405271"/>
                    <a:pt x="112569" y="406008"/>
                    <a:pt x="112316" y="406767"/>
                  </a:cubicBezTo>
                  <a:cubicBezTo>
                    <a:pt x="110126" y="407032"/>
                    <a:pt x="110126" y="407032"/>
                    <a:pt x="107224" y="407011"/>
                  </a:cubicBezTo>
                  <a:cubicBezTo>
                    <a:pt x="106714" y="407009"/>
                    <a:pt x="106205" y="407008"/>
                    <a:pt x="105681" y="407007"/>
                  </a:cubicBezTo>
                  <a:cubicBezTo>
                    <a:pt x="104602" y="407002"/>
                    <a:pt x="103524" y="406991"/>
                    <a:pt x="102445" y="406976"/>
                  </a:cubicBezTo>
                  <a:cubicBezTo>
                    <a:pt x="100789" y="406953"/>
                    <a:pt x="99133" y="406946"/>
                    <a:pt x="97477" y="406941"/>
                  </a:cubicBezTo>
                  <a:cubicBezTo>
                    <a:pt x="89370" y="406888"/>
                    <a:pt x="89370" y="406888"/>
                    <a:pt x="88504" y="406023"/>
                  </a:cubicBezTo>
                  <a:cubicBezTo>
                    <a:pt x="88294" y="404103"/>
                    <a:pt x="88170" y="402183"/>
                    <a:pt x="88042" y="400255"/>
                  </a:cubicBezTo>
                  <a:cubicBezTo>
                    <a:pt x="87949" y="399703"/>
                    <a:pt x="87856" y="399150"/>
                    <a:pt x="87760" y="398581"/>
                  </a:cubicBezTo>
                  <a:cubicBezTo>
                    <a:pt x="87269" y="398336"/>
                    <a:pt x="86778" y="398090"/>
                    <a:pt x="86271" y="397837"/>
                  </a:cubicBezTo>
                  <a:cubicBezTo>
                    <a:pt x="86034" y="395635"/>
                    <a:pt x="86034" y="395635"/>
                    <a:pt x="85963" y="392718"/>
                  </a:cubicBezTo>
                  <a:cubicBezTo>
                    <a:pt x="85949" y="392207"/>
                    <a:pt x="85935" y="391696"/>
                    <a:pt x="85920" y="391170"/>
                  </a:cubicBezTo>
                  <a:cubicBezTo>
                    <a:pt x="85875" y="389532"/>
                    <a:pt x="85841" y="387894"/>
                    <a:pt x="85806" y="386256"/>
                  </a:cubicBezTo>
                  <a:cubicBezTo>
                    <a:pt x="85778" y="385148"/>
                    <a:pt x="85749" y="384040"/>
                    <a:pt x="85719" y="382932"/>
                  </a:cubicBezTo>
                  <a:cubicBezTo>
                    <a:pt x="85648" y="380211"/>
                    <a:pt x="85585" y="377490"/>
                    <a:pt x="85527" y="374769"/>
                  </a:cubicBezTo>
                  <a:cubicBezTo>
                    <a:pt x="84791" y="374769"/>
                    <a:pt x="84054" y="374769"/>
                    <a:pt x="83295" y="374769"/>
                  </a:cubicBezTo>
                  <a:cubicBezTo>
                    <a:pt x="83267" y="373918"/>
                    <a:pt x="83239" y="373067"/>
                    <a:pt x="83211" y="372190"/>
                  </a:cubicBezTo>
                  <a:cubicBezTo>
                    <a:pt x="83162" y="371081"/>
                    <a:pt x="83112" y="369971"/>
                    <a:pt x="83062" y="368862"/>
                  </a:cubicBezTo>
                  <a:cubicBezTo>
                    <a:pt x="83046" y="368300"/>
                    <a:pt x="83029" y="367739"/>
                    <a:pt x="83012" y="367160"/>
                  </a:cubicBezTo>
                  <a:cubicBezTo>
                    <a:pt x="82947" y="365357"/>
                    <a:pt x="82947" y="365357"/>
                    <a:pt x="82551" y="362862"/>
                  </a:cubicBezTo>
                  <a:cubicBezTo>
                    <a:pt x="81814" y="362617"/>
                    <a:pt x="81077" y="362371"/>
                    <a:pt x="80318" y="362118"/>
                  </a:cubicBezTo>
                  <a:cubicBezTo>
                    <a:pt x="79990" y="360118"/>
                    <a:pt x="79990" y="360118"/>
                    <a:pt x="79900" y="357653"/>
                  </a:cubicBezTo>
                  <a:cubicBezTo>
                    <a:pt x="79838" y="355262"/>
                    <a:pt x="79838" y="355262"/>
                    <a:pt x="79574" y="353189"/>
                  </a:cubicBezTo>
                  <a:cubicBezTo>
                    <a:pt x="79083" y="352943"/>
                    <a:pt x="78592" y="352697"/>
                    <a:pt x="78086" y="352444"/>
                  </a:cubicBezTo>
                  <a:cubicBezTo>
                    <a:pt x="77778" y="350744"/>
                    <a:pt x="77778" y="350744"/>
                    <a:pt x="77621" y="348677"/>
                  </a:cubicBezTo>
                  <a:cubicBezTo>
                    <a:pt x="77537" y="347651"/>
                    <a:pt x="77537" y="347651"/>
                    <a:pt x="77452" y="346605"/>
                  </a:cubicBezTo>
                  <a:cubicBezTo>
                    <a:pt x="77416" y="346076"/>
                    <a:pt x="77379" y="345548"/>
                    <a:pt x="77342" y="345003"/>
                  </a:cubicBezTo>
                  <a:cubicBezTo>
                    <a:pt x="76605" y="345003"/>
                    <a:pt x="75868" y="345003"/>
                    <a:pt x="75109" y="345003"/>
                  </a:cubicBezTo>
                  <a:cubicBezTo>
                    <a:pt x="75109" y="343039"/>
                    <a:pt x="75109" y="341074"/>
                    <a:pt x="75109" y="339050"/>
                  </a:cubicBezTo>
                  <a:cubicBezTo>
                    <a:pt x="76003" y="339043"/>
                    <a:pt x="76897" y="339036"/>
                    <a:pt x="77818" y="339029"/>
                  </a:cubicBezTo>
                  <a:cubicBezTo>
                    <a:pt x="81127" y="338999"/>
                    <a:pt x="84436" y="338950"/>
                    <a:pt x="87745" y="338896"/>
                  </a:cubicBezTo>
                  <a:cubicBezTo>
                    <a:pt x="89178" y="338874"/>
                    <a:pt x="90612" y="338859"/>
                    <a:pt x="92045" y="338848"/>
                  </a:cubicBezTo>
                  <a:cubicBezTo>
                    <a:pt x="94104" y="338832"/>
                    <a:pt x="96161" y="338798"/>
                    <a:pt x="98218" y="338759"/>
                  </a:cubicBezTo>
                  <a:cubicBezTo>
                    <a:pt x="98862" y="338758"/>
                    <a:pt x="99505" y="338757"/>
                    <a:pt x="100168" y="338756"/>
                  </a:cubicBezTo>
                  <a:cubicBezTo>
                    <a:pt x="102164" y="338742"/>
                    <a:pt x="102164" y="338742"/>
                    <a:pt x="104875" y="338306"/>
                  </a:cubicBezTo>
                  <a:cubicBezTo>
                    <a:pt x="105404" y="337331"/>
                    <a:pt x="105902" y="336338"/>
                    <a:pt x="106363" y="335329"/>
                  </a:cubicBezTo>
                  <a:cubicBezTo>
                    <a:pt x="106977" y="335222"/>
                    <a:pt x="107591" y="335114"/>
                    <a:pt x="108224" y="335004"/>
                  </a:cubicBezTo>
                  <a:cubicBezTo>
                    <a:pt x="108838" y="334866"/>
                    <a:pt x="109451" y="334727"/>
                    <a:pt x="110084" y="334585"/>
                  </a:cubicBezTo>
                  <a:cubicBezTo>
                    <a:pt x="111059" y="332767"/>
                    <a:pt x="111059" y="332767"/>
                    <a:pt x="111572" y="330864"/>
                  </a:cubicBezTo>
                  <a:cubicBezTo>
                    <a:pt x="111818" y="330619"/>
                    <a:pt x="112063" y="330373"/>
                    <a:pt x="112316" y="330120"/>
                  </a:cubicBezTo>
                  <a:cubicBezTo>
                    <a:pt x="112488" y="329118"/>
                    <a:pt x="112623" y="328108"/>
                    <a:pt x="112735" y="327097"/>
                  </a:cubicBezTo>
                  <a:cubicBezTo>
                    <a:pt x="112842" y="326130"/>
                    <a:pt x="112950" y="325163"/>
                    <a:pt x="113061" y="324167"/>
                  </a:cubicBezTo>
                  <a:cubicBezTo>
                    <a:pt x="113797" y="324167"/>
                    <a:pt x="114534" y="324167"/>
                    <a:pt x="115293" y="324167"/>
                  </a:cubicBezTo>
                  <a:cubicBezTo>
                    <a:pt x="115345" y="317970"/>
                    <a:pt x="115384" y="311774"/>
                    <a:pt x="115409" y="305577"/>
                  </a:cubicBezTo>
                  <a:cubicBezTo>
                    <a:pt x="115420" y="302700"/>
                    <a:pt x="115436" y="299823"/>
                    <a:pt x="115461" y="296946"/>
                  </a:cubicBezTo>
                  <a:cubicBezTo>
                    <a:pt x="115486" y="294172"/>
                    <a:pt x="115499" y="291397"/>
                    <a:pt x="115505" y="288623"/>
                  </a:cubicBezTo>
                  <a:cubicBezTo>
                    <a:pt x="115509" y="287562"/>
                    <a:pt x="115517" y="286501"/>
                    <a:pt x="115529" y="285441"/>
                  </a:cubicBezTo>
                  <a:cubicBezTo>
                    <a:pt x="115545" y="283960"/>
                    <a:pt x="115546" y="282479"/>
                    <a:pt x="115546" y="280998"/>
                  </a:cubicBezTo>
                  <a:cubicBezTo>
                    <a:pt x="115554" y="279732"/>
                    <a:pt x="115554" y="279732"/>
                    <a:pt x="115561" y="278440"/>
                  </a:cubicBezTo>
                  <a:cubicBezTo>
                    <a:pt x="115473" y="277813"/>
                    <a:pt x="115384" y="277187"/>
                    <a:pt x="115293" y="276542"/>
                  </a:cubicBezTo>
                  <a:cubicBezTo>
                    <a:pt x="114556" y="276297"/>
                    <a:pt x="113820" y="276051"/>
                    <a:pt x="113061" y="275798"/>
                  </a:cubicBezTo>
                  <a:cubicBezTo>
                    <a:pt x="112807" y="274416"/>
                    <a:pt x="112807" y="274416"/>
                    <a:pt x="112843" y="272632"/>
                  </a:cubicBezTo>
                  <a:cubicBezTo>
                    <a:pt x="112850" y="271997"/>
                    <a:pt x="112857" y="271361"/>
                    <a:pt x="112864" y="270707"/>
                  </a:cubicBezTo>
                  <a:cubicBezTo>
                    <a:pt x="112883" y="270039"/>
                    <a:pt x="112902" y="269371"/>
                    <a:pt x="112921" y="268682"/>
                  </a:cubicBezTo>
                  <a:cubicBezTo>
                    <a:pt x="112931" y="268011"/>
                    <a:pt x="112941" y="267340"/>
                    <a:pt x="112952" y="266649"/>
                  </a:cubicBezTo>
                  <a:cubicBezTo>
                    <a:pt x="112978" y="264985"/>
                    <a:pt x="113015" y="263322"/>
                    <a:pt x="113061" y="261659"/>
                  </a:cubicBezTo>
                  <a:cubicBezTo>
                    <a:pt x="112324" y="261659"/>
                    <a:pt x="111587" y="261659"/>
                    <a:pt x="110828" y="261659"/>
                  </a:cubicBezTo>
                  <a:cubicBezTo>
                    <a:pt x="110583" y="258221"/>
                    <a:pt x="110337" y="254783"/>
                    <a:pt x="110084" y="251241"/>
                  </a:cubicBezTo>
                  <a:cubicBezTo>
                    <a:pt x="109347" y="251241"/>
                    <a:pt x="108611" y="251241"/>
                    <a:pt x="107852" y="251241"/>
                  </a:cubicBezTo>
                  <a:cubicBezTo>
                    <a:pt x="107606" y="248295"/>
                    <a:pt x="107360" y="245348"/>
                    <a:pt x="107107" y="242312"/>
                  </a:cubicBezTo>
                  <a:cubicBezTo>
                    <a:pt x="106371" y="242312"/>
                    <a:pt x="105634" y="242312"/>
                    <a:pt x="104875" y="242312"/>
                  </a:cubicBezTo>
                  <a:cubicBezTo>
                    <a:pt x="104820" y="241599"/>
                    <a:pt x="104820" y="241599"/>
                    <a:pt x="104765" y="240873"/>
                  </a:cubicBezTo>
                  <a:cubicBezTo>
                    <a:pt x="104681" y="239950"/>
                    <a:pt x="104681" y="239950"/>
                    <a:pt x="104596" y="239010"/>
                  </a:cubicBezTo>
                  <a:cubicBezTo>
                    <a:pt x="104544" y="238397"/>
                    <a:pt x="104492" y="237784"/>
                    <a:pt x="104439" y="237152"/>
                  </a:cubicBezTo>
                  <a:cubicBezTo>
                    <a:pt x="104337" y="236645"/>
                    <a:pt x="104236" y="236137"/>
                    <a:pt x="104131" y="235614"/>
                  </a:cubicBezTo>
                  <a:cubicBezTo>
                    <a:pt x="103640" y="235369"/>
                    <a:pt x="103149" y="235123"/>
                    <a:pt x="102643" y="234870"/>
                  </a:cubicBezTo>
                  <a:cubicBezTo>
                    <a:pt x="102381" y="233334"/>
                    <a:pt x="102313" y="231822"/>
                    <a:pt x="102227" y="230266"/>
                  </a:cubicBezTo>
                  <a:cubicBezTo>
                    <a:pt x="102119" y="229821"/>
                    <a:pt x="102010" y="229376"/>
                    <a:pt x="101898" y="228917"/>
                  </a:cubicBezTo>
                  <a:cubicBezTo>
                    <a:pt x="101162" y="228672"/>
                    <a:pt x="100425" y="228426"/>
                    <a:pt x="99666" y="228173"/>
                  </a:cubicBezTo>
                  <a:cubicBezTo>
                    <a:pt x="99409" y="226438"/>
                    <a:pt x="99162" y="224702"/>
                    <a:pt x="98922" y="222964"/>
                  </a:cubicBezTo>
                  <a:cubicBezTo>
                    <a:pt x="98193" y="222205"/>
                    <a:pt x="97449" y="221460"/>
                    <a:pt x="96689" y="220732"/>
                  </a:cubicBezTo>
                  <a:cubicBezTo>
                    <a:pt x="96178" y="218360"/>
                    <a:pt x="96178" y="218360"/>
                    <a:pt x="95945" y="216267"/>
                  </a:cubicBezTo>
                  <a:cubicBezTo>
                    <a:pt x="95454" y="216267"/>
                    <a:pt x="94963" y="216267"/>
                    <a:pt x="94457" y="216267"/>
                  </a:cubicBezTo>
                  <a:cubicBezTo>
                    <a:pt x="93951" y="214782"/>
                    <a:pt x="93456" y="213293"/>
                    <a:pt x="92969" y="211802"/>
                  </a:cubicBezTo>
                  <a:cubicBezTo>
                    <a:pt x="92478" y="211556"/>
                    <a:pt x="91986" y="211311"/>
                    <a:pt x="91480" y="211058"/>
                  </a:cubicBezTo>
                  <a:cubicBezTo>
                    <a:pt x="90984" y="209818"/>
                    <a:pt x="90488" y="208577"/>
                    <a:pt x="89992" y="207337"/>
                  </a:cubicBezTo>
                  <a:cubicBezTo>
                    <a:pt x="89501" y="207092"/>
                    <a:pt x="89010" y="206846"/>
                    <a:pt x="88504" y="206593"/>
                  </a:cubicBezTo>
                  <a:cubicBezTo>
                    <a:pt x="88256" y="205105"/>
                    <a:pt x="88008" y="203616"/>
                    <a:pt x="87760" y="202128"/>
                  </a:cubicBezTo>
                  <a:cubicBezTo>
                    <a:pt x="87269" y="201883"/>
                    <a:pt x="86778" y="201637"/>
                    <a:pt x="86271" y="201384"/>
                  </a:cubicBezTo>
                  <a:cubicBezTo>
                    <a:pt x="86164" y="200893"/>
                    <a:pt x="86057" y="200402"/>
                    <a:pt x="85946" y="199896"/>
                  </a:cubicBezTo>
                  <a:cubicBezTo>
                    <a:pt x="85808" y="199405"/>
                    <a:pt x="85670" y="198913"/>
                    <a:pt x="85527" y="198407"/>
                  </a:cubicBezTo>
                  <a:cubicBezTo>
                    <a:pt x="84791" y="198162"/>
                    <a:pt x="84054" y="197916"/>
                    <a:pt x="83295" y="197663"/>
                  </a:cubicBezTo>
                  <a:cubicBezTo>
                    <a:pt x="83077" y="195963"/>
                    <a:pt x="83077" y="195963"/>
                    <a:pt x="83155" y="193896"/>
                  </a:cubicBezTo>
                  <a:cubicBezTo>
                    <a:pt x="83176" y="193212"/>
                    <a:pt x="83196" y="192528"/>
                    <a:pt x="83216" y="191823"/>
                  </a:cubicBezTo>
                  <a:cubicBezTo>
                    <a:pt x="83242" y="191295"/>
                    <a:pt x="83268" y="190766"/>
                    <a:pt x="83295" y="190222"/>
                  </a:cubicBezTo>
                  <a:cubicBezTo>
                    <a:pt x="83786" y="190222"/>
                    <a:pt x="84277" y="190222"/>
                    <a:pt x="84783" y="190222"/>
                  </a:cubicBezTo>
                  <a:cubicBezTo>
                    <a:pt x="86079" y="187630"/>
                    <a:pt x="85830" y="184638"/>
                    <a:pt x="85990" y="181778"/>
                  </a:cubicBezTo>
                  <a:cubicBezTo>
                    <a:pt x="86083" y="181126"/>
                    <a:pt x="86176" y="180475"/>
                    <a:pt x="86271" y="179804"/>
                  </a:cubicBezTo>
                  <a:cubicBezTo>
                    <a:pt x="86763" y="179558"/>
                    <a:pt x="87254" y="179313"/>
                    <a:pt x="87760" y="179060"/>
                  </a:cubicBezTo>
                  <a:cubicBezTo>
                    <a:pt x="87992" y="177040"/>
                    <a:pt x="88142" y="175087"/>
                    <a:pt x="88225" y="173060"/>
                  </a:cubicBezTo>
                  <a:cubicBezTo>
                    <a:pt x="88254" y="172496"/>
                    <a:pt x="88282" y="171931"/>
                    <a:pt x="88312" y="171349"/>
                  </a:cubicBezTo>
                  <a:cubicBezTo>
                    <a:pt x="88382" y="169951"/>
                    <a:pt x="88444" y="168552"/>
                    <a:pt x="88504" y="167153"/>
                  </a:cubicBezTo>
                  <a:cubicBezTo>
                    <a:pt x="89241" y="167399"/>
                    <a:pt x="89977" y="167645"/>
                    <a:pt x="90736" y="167898"/>
                  </a:cubicBezTo>
                  <a:cubicBezTo>
                    <a:pt x="90764" y="166993"/>
                    <a:pt x="90792" y="166088"/>
                    <a:pt x="90821" y="165157"/>
                  </a:cubicBezTo>
                  <a:cubicBezTo>
                    <a:pt x="90869" y="163977"/>
                    <a:pt x="90919" y="162798"/>
                    <a:pt x="90969" y="161619"/>
                  </a:cubicBezTo>
                  <a:cubicBezTo>
                    <a:pt x="90986" y="161022"/>
                    <a:pt x="91002" y="160425"/>
                    <a:pt x="91020" y="159809"/>
                  </a:cubicBezTo>
                  <a:cubicBezTo>
                    <a:pt x="91100" y="158087"/>
                    <a:pt x="91100" y="158087"/>
                    <a:pt x="91480" y="155247"/>
                  </a:cubicBezTo>
                  <a:cubicBezTo>
                    <a:pt x="92217" y="155002"/>
                    <a:pt x="92954" y="154756"/>
                    <a:pt x="93713" y="154503"/>
                  </a:cubicBezTo>
                  <a:cubicBezTo>
                    <a:pt x="93964" y="152475"/>
                    <a:pt x="94095" y="150583"/>
                    <a:pt x="94131" y="148550"/>
                  </a:cubicBezTo>
                  <a:cubicBezTo>
                    <a:pt x="94178" y="146547"/>
                    <a:pt x="94284" y="144596"/>
                    <a:pt x="94457" y="142597"/>
                  </a:cubicBezTo>
                  <a:cubicBezTo>
                    <a:pt x="94948" y="142351"/>
                    <a:pt x="95439" y="142106"/>
                    <a:pt x="95945" y="141853"/>
                  </a:cubicBezTo>
                  <a:cubicBezTo>
                    <a:pt x="96167" y="139456"/>
                    <a:pt x="96255" y="137092"/>
                    <a:pt x="96301" y="134687"/>
                  </a:cubicBezTo>
                  <a:cubicBezTo>
                    <a:pt x="96361" y="133179"/>
                    <a:pt x="96361" y="133179"/>
                    <a:pt x="96689" y="130691"/>
                  </a:cubicBezTo>
                  <a:cubicBezTo>
                    <a:pt x="97426" y="130445"/>
                    <a:pt x="98163" y="130199"/>
                    <a:pt x="98922" y="129946"/>
                  </a:cubicBezTo>
                  <a:cubicBezTo>
                    <a:pt x="99213" y="127898"/>
                    <a:pt x="99372" y="126004"/>
                    <a:pt x="99433" y="123947"/>
                  </a:cubicBezTo>
                  <a:cubicBezTo>
                    <a:pt x="99459" y="123382"/>
                    <a:pt x="99484" y="122818"/>
                    <a:pt x="99511" y="122236"/>
                  </a:cubicBezTo>
                  <a:cubicBezTo>
                    <a:pt x="99572" y="120838"/>
                    <a:pt x="99620" y="119439"/>
                    <a:pt x="99666" y="118040"/>
                  </a:cubicBezTo>
                  <a:cubicBezTo>
                    <a:pt x="100403" y="118040"/>
                    <a:pt x="101139" y="118040"/>
                    <a:pt x="101898" y="118040"/>
                  </a:cubicBezTo>
                  <a:cubicBezTo>
                    <a:pt x="101953" y="116603"/>
                    <a:pt x="101953" y="116603"/>
                    <a:pt x="102009" y="115136"/>
                  </a:cubicBezTo>
                  <a:cubicBezTo>
                    <a:pt x="102065" y="113887"/>
                    <a:pt x="102121" y="112638"/>
                    <a:pt x="102177" y="111389"/>
                  </a:cubicBezTo>
                  <a:cubicBezTo>
                    <a:pt x="102201" y="110757"/>
                    <a:pt x="102224" y="110124"/>
                    <a:pt x="102247" y="109472"/>
                  </a:cubicBezTo>
                  <a:cubicBezTo>
                    <a:pt x="102276" y="108870"/>
                    <a:pt x="102305" y="108269"/>
                    <a:pt x="102334" y="107648"/>
                  </a:cubicBezTo>
                  <a:cubicBezTo>
                    <a:pt x="102370" y="106813"/>
                    <a:pt x="102370" y="106813"/>
                    <a:pt x="102405" y="105960"/>
                  </a:cubicBezTo>
                  <a:cubicBezTo>
                    <a:pt x="102484" y="105526"/>
                    <a:pt x="102562" y="105092"/>
                    <a:pt x="102643" y="104646"/>
                  </a:cubicBezTo>
                  <a:cubicBezTo>
                    <a:pt x="103134" y="104400"/>
                    <a:pt x="103625" y="104155"/>
                    <a:pt x="104131" y="103902"/>
                  </a:cubicBezTo>
                  <a:cubicBezTo>
                    <a:pt x="104409" y="102533"/>
                    <a:pt x="104409" y="102533"/>
                    <a:pt x="104439" y="100899"/>
                  </a:cubicBezTo>
                  <a:cubicBezTo>
                    <a:pt x="104468" y="100297"/>
                    <a:pt x="104497" y="99695"/>
                    <a:pt x="104526" y="99075"/>
                  </a:cubicBezTo>
                  <a:cubicBezTo>
                    <a:pt x="104549" y="98442"/>
                    <a:pt x="104572" y="97810"/>
                    <a:pt x="104596" y="97158"/>
                  </a:cubicBezTo>
                  <a:cubicBezTo>
                    <a:pt x="104625" y="96522"/>
                    <a:pt x="104654" y="95887"/>
                    <a:pt x="104683" y="95232"/>
                  </a:cubicBezTo>
                  <a:cubicBezTo>
                    <a:pt x="104754" y="93657"/>
                    <a:pt x="104815" y="92082"/>
                    <a:pt x="104875" y="90507"/>
                  </a:cubicBezTo>
                  <a:cubicBezTo>
                    <a:pt x="105612" y="90507"/>
                    <a:pt x="106348" y="90507"/>
                    <a:pt x="107107" y="90507"/>
                  </a:cubicBezTo>
                  <a:cubicBezTo>
                    <a:pt x="107135" y="89611"/>
                    <a:pt x="107163" y="88715"/>
                    <a:pt x="107192" y="87792"/>
                  </a:cubicBezTo>
                  <a:cubicBezTo>
                    <a:pt x="107241" y="86620"/>
                    <a:pt x="107290" y="85447"/>
                    <a:pt x="107340" y="84275"/>
                  </a:cubicBezTo>
                  <a:cubicBezTo>
                    <a:pt x="107357" y="83684"/>
                    <a:pt x="107374" y="83093"/>
                    <a:pt x="107391" y="82484"/>
                  </a:cubicBezTo>
                  <a:cubicBezTo>
                    <a:pt x="107463" y="80936"/>
                    <a:pt x="107651" y="79394"/>
                    <a:pt x="107852" y="77857"/>
                  </a:cubicBezTo>
                  <a:cubicBezTo>
                    <a:pt x="108588" y="77365"/>
                    <a:pt x="109325" y="76874"/>
                    <a:pt x="110084" y="76368"/>
                  </a:cubicBezTo>
                  <a:cubicBezTo>
                    <a:pt x="110084" y="75877"/>
                    <a:pt x="110084" y="75386"/>
                    <a:pt x="110084" y="74880"/>
                  </a:cubicBezTo>
                  <a:cubicBezTo>
                    <a:pt x="109593" y="74634"/>
                    <a:pt x="109102" y="74389"/>
                    <a:pt x="108596" y="74136"/>
                  </a:cubicBezTo>
                  <a:cubicBezTo>
                    <a:pt x="108596" y="74627"/>
                    <a:pt x="108596" y="75118"/>
                    <a:pt x="108596" y="75624"/>
                  </a:cubicBezTo>
                  <a:cubicBezTo>
                    <a:pt x="95697" y="75624"/>
                    <a:pt x="82799" y="75624"/>
                    <a:pt x="69900" y="75624"/>
                  </a:cubicBezTo>
                  <a:cubicBezTo>
                    <a:pt x="69655" y="228858"/>
                    <a:pt x="69409" y="382091"/>
                    <a:pt x="69156" y="539968"/>
                  </a:cubicBezTo>
                  <a:cubicBezTo>
                    <a:pt x="51230" y="539968"/>
                    <a:pt x="33304" y="539968"/>
                    <a:pt x="14834" y="539968"/>
                  </a:cubicBezTo>
                  <a:cubicBezTo>
                    <a:pt x="14822" y="515589"/>
                    <a:pt x="14822" y="515589"/>
                    <a:pt x="14817" y="506133"/>
                  </a:cubicBezTo>
                  <a:cubicBezTo>
                    <a:pt x="14817" y="505544"/>
                    <a:pt x="14817" y="504956"/>
                    <a:pt x="14817" y="504349"/>
                  </a:cubicBezTo>
                  <a:cubicBezTo>
                    <a:pt x="14798" y="465387"/>
                    <a:pt x="14782" y="426424"/>
                    <a:pt x="14771" y="387462"/>
                  </a:cubicBezTo>
                  <a:cubicBezTo>
                    <a:pt x="14771" y="386710"/>
                    <a:pt x="14771" y="385958"/>
                    <a:pt x="14770" y="385183"/>
                  </a:cubicBezTo>
                  <a:cubicBezTo>
                    <a:pt x="14766" y="368845"/>
                    <a:pt x="14762" y="352507"/>
                    <a:pt x="14758" y="336169"/>
                  </a:cubicBezTo>
                  <a:cubicBezTo>
                    <a:pt x="14756" y="328157"/>
                    <a:pt x="14754" y="320146"/>
                    <a:pt x="14752" y="312134"/>
                  </a:cubicBezTo>
                  <a:cubicBezTo>
                    <a:pt x="14752" y="310938"/>
                    <a:pt x="14752" y="310938"/>
                    <a:pt x="14752" y="309718"/>
                  </a:cubicBezTo>
                  <a:cubicBezTo>
                    <a:pt x="14745" y="283855"/>
                    <a:pt x="14734" y="257993"/>
                    <a:pt x="14720" y="232130"/>
                  </a:cubicBezTo>
                  <a:cubicBezTo>
                    <a:pt x="14706" y="205563"/>
                    <a:pt x="14697" y="178996"/>
                    <a:pt x="14694" y="152428"/>
                  </a:cubicBezTo>
                  <a:cubicBezTo>
                    <a:pt x="14694" y="148680"/>
                    <a:pt x="14693" y="144931"/>
                    <a:pt x="14693" y="141182"/>
                  </a:cubicBezTo>
                  <a:cubicBezTo>
                    <a:pt x="14693" y="140445"/>
                    <a:pt x="14693" y="139707"/>
                    <a:pt x="14692" y="138946"/>
                  </a:cubicBezTo>
                  <a:cubicBezTo>
                    <a:pt x="14691" y="127049"/>
                    <a:pt x="14684" y="115151"/>
                    <a:pt x="14675" y="103253"/>
                  </a:cubicBezTo>
                  <a:cubicBezTo>
                    <a:pt x="14666" y="91304"/>
                    <a:pt x="14663" y="79355"/>
                    <a:pt x="14665" y="67406"/>
                  </a:cubicBezTo>
                  <a:cubicBezTo>
                    <a:pt x="14666" y="60299"/>
                    <a:pt x="14663" y="53192"/>
                    <a:pt x="14654" y="46085"/>
                  </a:cubicBezTo>
                  <a:cubicBezTo>
                    <a:pt x="14649" y="41345"/>
                    <a:pt x="14648" y="36604"/>
                    <a:pt x="14653" y="31864"/>
                  </a:cubicBezTo>
                  <a:cubicBezTo>
                    <a:pt x="14655" y="29159"/>
                    <a:pt x="14655" y="26453"/>
                    <a:pt x="14648" y="23747"/>
                  </a:cubicBezTo>
                  <a:cubicBezTo>
                    <a:pt x="14641" y="20840"/>
                    <a:pt x="14645" y="17933"/>
                    <a:pt x="14651" y="15026"/>
                  </a:cubicBezTo>
                  <a:cubicBezTo>
                    <a:pt x="14647" y="14176"/>
                    <a:pt x="14643" y="13326"/>
                    <a:pt x="14639" y="12450"/>
                  </a:cubicBezTo>
                  <a:cubicBezTo>
                    <a:pt x="14642" y="11680"/>
                    <a:pt x="14646" y="10911"/>
                    <a:pt x="14649" y="10118"/>
                  </a:cubicBezTo>
                  <a:cubicBezTo>
                    <a:pt x="14649" y="9452"/>
                    <a:pt x="14649" y="8787"/>
                    <a:pt x="14648" y="8101"/>
                  </a:cubicBezTo>
                  <a:cubicBezTo>
                    <a:pt x="14834" y="6419"/>
                    <a:pt x="14834" y="6419"/>
                    <a:pt x="16322" y="4187"/>
                  </a:cubicBezTo>
                  <a:cubicBezTo>
                    <a:pt x="18363" y="3909"/>
                    <a:pt x="18363" y="3909"/>
                    <a:pt x="21016" y="3910"/>
                  </a:cubicBezTo>
                  <a:cubicBezTo>
                    <a:pt x="21503" y="3907"/>
                    <a:pt x="21990" y="3904"/>
                    <a:pt x="22492" y="3901"/>
                  </a:cubicBezTo>
                  <a:cubicBezTo>
                    <a:pt x="24131" y="3894"/>
                    <a:pt x="25770" y="3903"/>
                    <a:pt x="27409" y="3912"/>
                  </a:cubicBezTo>
                  <a:cubicBezTo>
                    <a:pt x="28581" y="3910"/>
                    <a:pt x="29753" y="3908"/>
                    <a:pt x="30925" y="3904"/>
                  </a:cubicBezTo>
                  <a:cubicBezTo>
                    <a:pt x="33452" y="3897"/>
                    <a:pt x="35979" y="3898"/>
                    <a:pt x="38507" y="3904"/>
                  </a:cubicBezTo>
                  <a:cubicBezTo>
                    <a:pt x="42499" y="3912"/>
                    <a:pt x="46491" y="3903"/>
                    <a:pt x="50483" y="3891"/>
                  </a:cubicBezTo>
                  <a:cubicBezTo>
                    <a:pt x="60398" y="3864"/>
                    <a:pt x="70313" y="3860"/>
                    <a:pt x="80228" y="3862"/>
                  </a:cubicBezTo>
                  <a:cubicBezTo>
                    <a:pt x="87933" y="3863"/>
                    <a:pt x="95638" y="3858"/>
                    <a:pt x="103344" y="3832"/>
                  </a:cubicBezTo>
                  <a:cubicBezTo>
                    <a:pt x="107316" y="3819"/>
                    <a:pt x="111289" y="3821"/>
                    <a:pt x="115262" y="3833"/>
                  </a:cubicBezTo>
                  <a:cubicBezTo>
                    <a:pt x="117728" y="3837"/>
                    <a:pt x="120193" y="3829"/>
                    <a:pt x="122659" y="3818"/>
                  </a:cubicBezTo>
                  <a:cubicBezTo>
                    <a:pt x="123807" y="3815"/>
                    <a:pt x="124956" y="3817"/>
                    <a:pt x="126104" y="3825"/>
                  </a:cubicBezTo>
                  <a:cubicBezTo>
                    <a:pt x="127665" y="3835"/>
                    <a:pt x="129224" y="3827"/>
                    <a:pt x="130785" y="3814"/>
                  </a:cubicBezTo>
                  <a:cubicBezTo>
                    <a:pt x="131661" y="3814"/>
                    <a:pt x="132536" y="3814"/>
                    <a:pt x="133438" y="3814"/>
                  </a:cubicBezTo>
                  <a:cubicBezTo>
                    <a:pt x="134080" y="3692"/>
                    <a:pt x="134723" y="3569"/>
                    <a:pt x="135385" y="3443"/>
                  </a:cubicBezTo>
                  <a:cubicBezTo>
                    <a:pt x="135885" y="1954"/>
                    <a:pt x="135885" y="1954"/>
                    <a:pt x="136129" y="466"/>
                  </a:cubicBezTo>
                  <a:close/>
                </a:path>
              </a:pathLst>
            </a:custGeom>
            <a:grpFill/>
            <a:ln w="744" cap="flat">
              <a:noFill/>
              <a:prstDash val="solid"/>
              <a:miter/>
            </a:ln>
          </p:spPr>
          <p:txBody>
            <a:bodyPr rtlCol="0" anchor="ctr"/>
            <a:lstStyle/>
            <a:p>
              <a:endParaRPr lang="zh-CN" altLang="en-US"/>
            </a:p>
          </p:txBody>
        </p:sp>
        <p:sp>
          <p:nvSpPr>
            <p:cNvPr id="104" name="任意多边形: 形状 103"/>
            <p:cNvSpPr/>
            <p:nvPr/>
          </p:nvSpPr>
          <p:spPr>
            <a:xfrm>
              <a:off x="6847375" y="609896"/>
              <a:ext cx="194729" cy="543426"/>
            </a:xfrm>
            <a:custGeom>
              <a:avLst/>
              <a:gdLst>
                <a:gd name="connsiteX0" fmla="*/ 147788 w 194729"/>
                <a:gd name="connsiteY0" fmla="*/ 463 h 543426"/>
                <a:gd name="connsiteX1" fmla="*/ 149586 w 194729"/>
                <a:gd name="connsiteY1" fmla="*/ 455 h 543426"/>
                <a:gd name="connsiteX2" fmla="*/ 155459 w 194729"/>
                <a:gd name="connsiteY2" fmla="*/ 458 h 543426"/>
                <a:gd name="connsiteX3" fmla="*/ 159540 w 194729"/>
                <a:gd name="connsiteY3" fmla="*/ 454 h 543426"/>
                <a:gd name="connsiteX4" fmla="*/ 168086 w 194729"/>
                <a:gd name="connsiteY4" fmla="*/ 462 h 543426"/>
                <a:gd name="connsiteX5" fmla="*/ 179056 w 194729"/>
                <a:gd name="connsiteY5" fmla="*/ 456 h 543426"/>
                <a:gd name="connsiteX6" fmla="*/ 187479 w 194729"/>
                <a:gd name="connsiteY6" fmla="*/ 457 h 543426"/>
                <a:gd name="connsiteX7" fmla="*/ 191525 w 194729"/>
                <a:gd name="connsiteY7" fmla="*/ 453 h 543426"/>
                <a:gd name="connsiteX8" fmla="*/ 197169 w 194729"/>
                <a:gd name="connsiteY8" fmla="*/ 463 h 543426"/>
                <a:gd name="connsiteX9" fmla="*/ 198868 w 194729"/>
                <a:gd name="connsiteY9" fmla="*/ 454 h 543426"/>
                <a:gd name="connsiteX10" fmla="*/ 204381 w 194729"/>
                <a:gd name="connsiteY10" fmla="*/ 2144 h 543426"/>
                <a:gd name="connsiteX11" fmla="*/ 204565 w 194729"/>
                <a:gd name="connsiteY11" fmla="*/ 5803 h 543426"/>
                <a:gd name="connsiteX12" fmla="*/ 204576 w 194729"/>
                <a:gd name="connsiteY12" fmla="*/ 8166 h 543426"/>
                <a:gd name="connsiteX13" fmla="*/ 204564 w 194729"/>
                <a:gd name="connsiteY13" fmla="*/ 10788 h 543426"/>
                <a:gd name="connsiteX14" fmla="*/ 204569 w 194729"/>
                <a:gd name="connsiteY14" fmla="*/ 13565 h 543426"/>
                <a:gd name="connsiteX15" fmla="*/ 204563 w 194729"/>
                <a:gd name="connsiteY15" fmla="*/ 21254 h 543426"/>
                <a:gd name="connsiteX16" fmla="*/ 204563 w 194729"/>
                <a:gd name="connsiteY16" fmla="*/ 29597 h 543426"/>
                <a:gd name="connsiteX17" fmla="*/ 204558 w 194729"/>
                <a:gd name="connsiteY17" fmla="*/ 44238 h 543426"/>
                <a:gd name="connsiteX18" fmla="*/ 204550 w 194729"/>
                <a:gd name="connsiteY18" fmla="*/ 66010 h 543426"/>
                <a:gd name="connsiteX19" fmla="*/ 204538 w 194729"/>
                <a:gd name="connsiteY19" fmla="*/ 102628 h 543426"/>
                <a:gd name="connsiteX20" fmla="*/ 204522 w 194729"/>
                <a:gd name="connsiteY20" fmla="*/ 138901 h 543426"/>
                <a:gd name="connsiteX21" fmla="*/ 204521 w 194729"/>
                <a:gd name="connsiteY21" fmla="*/ 141176 h 543426"/>
                <a:gd name="connsiteX22" fmla="*/ 204520 w 194729"/>
                <a:gd name="connsiteY22" fmla="*/ 152617 h 543426"/>
                <a:gd name="connsiteX23" fmla="*/ 204493 w 194729"/>
                <a:gd name="connsiteY23" fmla="*/ 233710 h 543426"/>
                <a:gd name="connsiteX24" fmla="*/ 204462 w 194729"/>
                <a:gd name="connsiteY24" fmla="*/ 312506 h 543426"/>
                <a:gd name="connsiteX25" fmla="*/ 204462 w 194729"/>
                <a:gd name="connsiteY25" fmla="*/ 314958 h 543426"/>
                <a:gd name="connsiteX26" fmla="*/ 204456 w 194729"/>
                <a:gd name="connsiteY26" fmla="*/ 339336 h 543426"/>
                <a:gd name="connsiteX27" fmla="*/ 204444 w 194729"/>
                <a:gd name="connsiteY27" fmla="*/ 389000 h 543426"/>
                <a:gd name="connsiteX28" fmla="*/ 204443 w 194729"/>
                <a:gd name="connsiteY28" fmla="*/ 391306 h 543426"/>
                <a:gd name="connsiteX29" fmla="*/ 204397 w 194729"/>
                <a:gd name="connsiteY29" fmla="*/ 509516 h 543426"/>
                <a:gd name="connsiteX30" fmla="*/ 204396 w 194729"/>
                <a:gd name="connsiteY30" fmla="*/ 511196 h 543426"/>
                <a:gd name="connsiteX31" fmla="*/ 204381 w 194729"/>
                <a:gd name="connsiteY31" fmla="*/ 543878 h 543426"/>
                <a:gd name="connsiteX32" fmla="*/ 138896 w 194729"/>
                <a:gd name="connsiteY32" fmla="*/ 543878 h 543426"/>
                <a:gd name="connsiteX33" fmla="*/ 138896 w 194729"/>
                <a:gd name="connsiteY33" fmla="*/ 427048 h 543426"/>
                <a:gd name="connsiteX34" fmla="*/ 133687 w 194729"/>
                <a:gd name="connsiteY34" fmla="*/ 428537 h 543426"/>
                <a:gd name="connsiteX35" fmla="*/ 133362 w 194729"/>
                <a:gd name="connsiteY35" fmla="*/ 430118 h 543426"/>
                <a:gd name="connsiteX36" fmla="*/ 132943 w 194729"/>
                <a:gd name="connsiteY36" fmla="*/ 431513 h 543426"/>
                <a:gd name="connsiteX37" fmla="*/ 126990 w 194729"/>
                <a:gd name="connsiteY37" fmla="*/ 431513 h 543426"/>
                <a:gd name="connsiteX38" fmla="*/ 126990 w 194729"/>
                <a:gd name="connsiteY38" fmla="*/ 434490 h 543426"/>
                <a:gd name="connsiteX39" fmla="*/ 124478 w 194729"/>
                <a:gd name="connsiteY39" fmla="*/ 434676 h 543426"/>
                <a:gd name="connsiteX40" fmla="*/ 121781 w 194729"/>
                <a:gd name="connsiteY40" fmla="*/ 435234 h 543426"/>
                <a:gd name="connsiteX41" fmla="*/ 121083 w 194729"/>
                <a:gd name="connsiteY41" fmla="*/ 436722 h 543426"/>
                <a:gd name="connsiteX42" fmla="*/ 120293 w 194729"/>
                <a:gd name="connsiteY42" fmla="*/ 438210 h 543426"/>
                <a:gd name="connsiteX43" fmla="*/ 115694 w 194729"/>
                <a:gd name="connsiteY43" fmla="*/ 438696 h 543426"/>
                <a:gd name="connsiteX44" fmla="*/ 114340 w 194729"/>
                <a:gd name="connsiteY44" fmla="*/ 438955 h 543426"/>
                <a:gd name="connsiteX45" fmla="*/ 112851 w 194729"/>
                <a:gd name="connsiteY45" fmla="*/ 441931 h 543426"/>
                <a:gd name="connsiteX46" fmla="*/ 108386 w 194729"/>
                <a:gd name="connsiteY46" fmla="*/ 441931 h 543426"/>
                <a:gd name="connsiteX47" fmla="*/ 108061 w 194729"/>
                <a:gd name="connsiteY47" fmla="*/ 443373 h 543426"/>
                <a:gd name="connsiteX48" fmla="*/ 107642 w 194729"/>
                <a:gd name="connsiteY48" fmla="*/ 444908 h 543426"/>
                <a:gd name="connsiteX49" fmla="*/ 102433 w 194729"/>
                <a:gd name="connsiteY49" fmla="*/ 445652 h 543426"/>
                <a:gd name="connsiteX50" fmla="*/ 101736 w 194729"/>
                <a:gd name="connsiteY50" fmla="*/ 447140 h 543426"/>
                <a:gd name="connsiteX51" fmla="*/ 100945 w 194729"/>
                <a:gd name="connsiteY51" fmla="*/ 448628 h 543426"/>
                <a:gd name="connsiteX52" fmla="*/ 97922 w 194729"/>
                <a:gd name="connsiteY52" fmla="*/ 449047 h 543426"/>
                <a:gd name="connsiteX53" fmla="*/ 94992 w 194729"/>
                <a:gd name="connsiteY53" fmla="*/ 449373 h 543426"/>
                <a:gd name="connsiteX54" fmla="*/ 94248 w 194729"/>
                <a:gd name="connsiteY54" fmla="*/ 451605 h 543426"/>
                <a:gd name="connsiteX55" fmla="*/ 91643 w 194729"/>
                <a:gd name="connsiteY55" fmla="*/ 451930 h 543426"/>
                <a:gd name="connsiteX56" fmla="*/ 89039 w 194729"/>
                <a:gd name="connsiteY56" fmla="*/ 452349 h 543426"/>
                <a:gd name="connsiteX57" fmla="*/ 88713 w 194729"/>
                <a:gd name="connsiteY57" fmla="*/ 453837 h 543426"/>
                <a:gd name="connsiteX58" fmla="*/ 88295 w 194729"/>
                <a:gd name="connsiteY58" fmla="*/ 455326 h 543426"/>
                <a:gd name="connsiteX59" fmla="*/ 83690 w 194729"/>
                <a:gd name="connsiteY59" fmla="*/ 455794 h 543426"/>
                <a:gd name="connsiteX60" fmla="*/ 82342 w 194729"/>
                <a:gd name="connsiteY60" fmla="*/ 456070 h 543426"/>
                <a:gd name="connsiteX61" fmla="*/ 81597 w 194729"/>
                <a:gd name="connsiteY61" fmla="*/ 458302 h 543426"/>
                <a:gd name="connsiteX62" fmla="*/ 78574 w 194729"/>
                <a:gd name="connsiteY62" fmla="*/ 458814 h 543426"/>
                <a:gd name="connsiteX63" fmla="*/ 75644 w 194729"/>
                <a:gd name="connsiteY63" fmla="*/ 459046 h 543426"/>
                <a:gd name="connsiteX64" fmla="*/ 75644 w 194729"/>
                <a:gd name="connsiteY64" fmla="*/ 462023 h 543426"/>
                <a:gd name="connsiteX65" fmla="*/ 71066 w 194729"/>
                <a:gd name="connsiteY65" fmla="*/ 462314 h 543426"/>
                <a:gd name="connsiteX66" fmla="*/ 69691 w 194729"/>
                <a:gd name="connsiteY66" fmla="*/ 462767 h 543426"/>
                <a:gd name="connsiteX67" fmla="*/ 69339 w 194729"/>
                <a:gd name="connsiteY67" fmla="*/ 464264 h 543426"/>
                <a:gd name="connsiteX68" fmla="*/ 68947 w 194729"/>
                <a:gd name="connsiteY68" fmla="*/ 465744 h 543426"/>
                <a:gd name="connsiteX69" fmla="*/ 65598 w 194729"/>
                <a:gd name="connsiteY69" fmla="*/ 466162 h 543426"/>
                <a:gd name="connsiteX70" fmla="*/ 62250 w 194729"/>
                <a:gd name="connsiteY70" fmla="*/ 466488 h 543426"/>
                <a:gd name="connsiteX71" fmla="*/ 61506 w 194729"/>
                <a:gd name="connsiteY71" fmla="*/ 468720 h 543426"/>
                <a:gd name="connsiteX72" fmla="*/ 58901 w 194729"/>
                <a:gd name="connsiteY72" fmla="*/ 469046 h 543426"/>
                <a:gd name="connsiteX73" fmla="*/ 56297 w 194729"/>
                <a:gd name="connsiteY73" fmla="*/ 469464 h 543426"/>
                <a:gd name="connsiteX74" fmla="*/ 55971 w 194729"/>
                <a:gd name="connsiteY74" fmla="*/ 470953 h 543426"/>
                <a:gd name="connsiteX75" fmla="*/ 55552 w 194729"/>
                <a:gd name="connsiteY75" fmla="*/ 472441 h 543426"/>
                <a:gd name="connsiteX76" fmla="*/ 50948 w 194729"/>
                <a:gd name="connsiteY76" fmla="*/ 472909 h 543426"/>
                <a:gd name="connsiteX77" fmla="*/ 49599 w 194729"/>
                <a:gd name="connsiteY77" fmla="*/ 473185 h 543426"/>
                <a:gd name="connsiteX78" fmla="*/ 48855 w 194729"/>
                <a:gd name="connsiteY78" fmla="*/ 475417 h 543426"/>
                <a:gd name="connsiteX79" fmla="*/ 45832 w 194729"/>
                <a:gd name="connsiteY79" fmla="*/ 475929 h 543426"/>
                <a:gd name="connsiteX80" fmla="*/ 42902 w 194729"/>
                <a:gd name="connsiteY80" fmla="*/ 476162 h 543426"/>
                <a:gd name="connsiteX81" fmla="*/ 42902 w 194729"/>
                <a:gd name="connsiteY81" fmla="*/ 479138 h 543426"/>
                <a:gd name="connsiteX82" fmla="*/ 39646 w 194729"/>
                <a:gd name="connsiteY82" fmla="*/ 479278 h 543426"/>
                <a:gd name="connsiteX83" fmla="*/ 37815 w 194729"/>
                <a:gd name="connsiteY83" fmla="*/ 479356 h 543426"/>
                <a:gd name="connsiteX84" fmla="*/ 36205 w 194729"/>
                <a:gd name="connsiteY84" fmla="*/ 479138 h 543426"/>
                <a:gd name="connsiteX85" fmla="*/ 34882 w 194729"/>
                <a:gd name="connsiteY85" fmla="*/ 470505 h 543426"/>
                <a:gd name="connsiteX86" fmla="*/ 34717 w 194729"/>
                <a:gd name="connsiteY86" fmla="*/ 468720 h 543426"/>
                <a:gd name="connsiteX87" fmla="*/ 32484 w 194729"/>
                <a:gd name="connsiteY87" fmla="*/ 467976 h 543426"/>
                <a:gd name="connsiteX88" fmla="*/ 31973 w 194729"/>
                <a:gd name="connsiteY88" fmla="*/ 464209 h 543426"/>
                <a:gd name="connsiteX89" fmla="*/ 31824 w 194729"/>
                <a:gd name="connsiteY89" fmla="*/ 462136 h 543426"/>
                <a:gd name="connsiteX90" fmla="*/ 31740 w 194729"/>
                <a:gd name="connsiteY90" fmla="*/ 460535 h 543426"/>
                <a:gd name="connsiteX91" fmla="*/ 29508 w 194729"/>
                <a:gd name="connsiteY91" fmla="*/ 460535 h 543426"/>
                <a:gd name="connsiteX92" fmla="*/ 29397 w 194729"/>
                <a:gd name="connsiteY92" fmla="*/ 459122 h 543426"/>
                <a:gd name="connsiteX93" fmla="*/ 29228 w 194729"/>
                <a:gd name="connsiteY93" fmla="*/ 457279 h 543426"/>
                <a:gd name="connsiteX94" fmla="*/ 29072 w 194729"/>
                <a:gd name="connsiteY94" fmla="*/ 455448 h 543426"/>
                <a:gd name="connsiteX95" fmla="*/ 27275 w 194729"/>
                <a:gd name="connsiteY95" fmla="*/ 452349 h 543426"/>
                <a:gd name="connsiteX96" fmla="*/ 26531 w 194729"/>
                <a:gd name="connsiteY96" fmla="*/ 452349 h 543426"/>
                <a:gd name="connsiteX97" fmla="*/ 26447 w 194729"/>
                <a:gd name="connsiteY97" fmla="*/ 450774 h 543426"/>
                <a:gd name="connsiteX98" fmla="*/ 26298 w 194729"/>
                <a:gd name="connsiteY98" fmla="*/ 448721 h 543426"/>
                <a:gd name="connsiteX99" fmla="*/ 26168 w 194729"/>
                <a:gd name="connsiteY99" fmla="*/ 446681 h 543426"/>
                <a:gd name="connsiteX100" fmla="*/ 23554 w 194729"/>
                <a:gd name="connsiteY100" fmla="*/ 443419 h 543426"/>
                <a:gd name="connsiteX101" fmla="*/ 23415 w 194729"/>
                <a:gd name="connsiteY101" fmla="*/ 439978 h 543426"/>
                <a:gd name="connsiteX102" fmla="*/ 23476 w 194729"/>
                <a:gd name="connsiteY102" fmla="*/ 438135 h 543426"/>
                <a:gd name="connsiteX103" fmla="*/ 23554 w 194729"/>
                <a:gd name="connsiteY103" fmla="*/ 436722 h 543426"/>
                <a:gd name="connsiteX104" fmla="*/ 21322 w 194729"/>
                <a:gd name="connsiteY104" fmla="*/ 436722 h 543426"/>
                <a:gd name="connsiteX105" fmla="*/ 21238 w 194729"/>
                <a:gd name="connsiteY105" fmla="*/ 435120 h 543426"/>
                <a:gd name="connsiteX106" fmla="*/ 21089 w 194729"/>
                <a:gd name="connsiteY106" fmla="*/ 433048 h 543426"/>
                <a:gd name="connsiteX107" fmla="*/ 20959 w 194729"/>
                <a:gd name="connsiteY107" fmla="*/ 430981 h 543426"/>
                <a:gd name="connsiteX108" fmla="*/ 20578 w 194729"/>
                <a:gd name="connsiteY108" fmla="*/ 429281 h 543426"/>
                <a:gd name="connsiteX109" fmla="*/ 18345 w 194729"/>
                <a:gd name="connsiteY109" fmla="*/ 428537 h 543426"/>
                <a:gd name="connsiteX110" fmla="*/ 17973 w 194729"/>
                <a:gd name="connsiteY110" fmla="*/ 424862 h 543426"/>
                <a:gd name="connsiteX111" fmla="*/ 17601 w 194729"/>
                <a:gd name="connsiteY111" fmla="*/ 421095 h 543426"/>
                <a:gd name="connsiteX112" fmla="*/ 15369 w 194729"/>
                <a:gd name="connsiteY112" fmla="*/ 419607 h 543426"/>
                <a:gd name="connsiteX113" fmla="*/ 15369 w 194729"/>
                <a:gd name="connsiteY113" fmla="*/ 414398 h 543426"/>
                <a:gd name="connsiteX114" fmla="*/ 13136 w 194729"/>
                <a:gd name="connsiteY114" fmla="*/ 412910 h 543426"/>
                <a:gd name="connsiteX115" fmla="*/ 12346 w 194729"/>
                <a:gd name="connsiteY115" fmla="*/ 409096 h 543426"/>
                <a:gd name="connsiteX116" fmla="*/ 11648 w 194729"/>
                <a:gd name="connsiteY116" fmla="*/ 405468 h 543426"/>
                <a:gd name="connsiteX117" fmla="*/ 10160 w 194729"/>
                <a:gd name="connsiteY117" fmla="*/ 405468 h 543426"/>
                <a:gd name="connsiteX118" fmla="*/ 10160 w 194729"/>
                <a:gd name="connsiteY118" fmla="*/ 401748 h 543426"/>
                <a:gd name="connsiteX119" fmla="*/ 15319 w 194729"/>
                <a:gd name="connsiteY119" fmla="*/ 400091 h 543426"/>
                <a:gd name="connsiteX120" fmla="*/ 16857 w 194729"/>
                <a:gd name="connsiteY120" fmla="*/ 399515 h 543426"/>
                <a:gd name="connsiteX121" fmla="*/ 17601 w 194729"/>
                <a:gd name="connsiteY121" fmla="*/ 397283 h 543426"/>
                <a:gd name="connsiteX122" fmla="*/ 23296 w 194729"/>
                <a:gd name="connsiteY122" fmla="*/ 396914 h 543426"/>
                <a:gd name="connsiteX123" fmla="*/ 25043 w 194729"/>
                <a:gd name="connsiteY123" fmla="*/ 396539 h 543426"/>
                <a:gd name="connsiteX124" fmla="*/ 25787 w 194729"/>
                <a:gd name="connsiteY124" fmla="*/ 395050 h 543426"/>
                <a:gd name="connsiteX125" fmla="*/ 26531 w 194729"/>
                <a:gd name="connsiteY125" fmla="*/ 393562 h 543426"/>
                <a:gd name="connsiteX126" fmla="*/ 30298 w 194729"/>
                <a:gd name="connsiteY126" fmla="*/ 393143 h 543426"/>
                <a:gd name="connsiteX127" fmla="*/ 33972 w 194729"/>
                <a:gd name="connsiteY127" fmla="*/ 392818 h 543426"/>
                <a:gd name="connsiteX128" fmla="*/ 34717 w 194729"/>
                <a:gd name="connsiteY128" fmla="*/ 390585 h 543426"/>
                <a:gd name="connsiteX129" fmla="*/ 40484 w 194729"/>
                <a:gd name="connsiteY129" fmla="*/ 389562 h 543426"/>
                <a:gd name="connsiteX130" fmla="*/ 42158 w 194729"/>
                <a:gd name="connsiteY130" fmla="*/ 389097 h 543426"/>
                <a:gd name="connsiteX131" fmla="*/ 42902 w 194729"/>
                <a:gd name="connsiteY131" fmla="*/ 386865 h 543426"/>
                <a:gd name="connsiteX132" fmla="*/ 48669 w 194729"/>
                <a:gd name="connsiteY132" fmla="*/ 386423 h 543426"/>
                <a:gd name="connsiteX133" fmla="*/ 50343 w 194729"/>
                <a:gd name="connsiteY133" fmla="*/ 386121 h 543426"/>
                <a:gd name="connsiteX134" fmla="*/ 51088 w 194729"/>
                <a:gd name="connsiteY134" fmla="*/ 383888 h 543426"/>
                <a:gd name="connsiteX135" fmla="*/ 56855 w 194729"/>
                <a:gd name="connsiteY135" fmla="*/ 382865 h 543426"/>
                <a:gd name="connsiteX136" fmla="*/ 58529 w 194729"/>
                <a:gd name="connsiteY136" fmla="*/ 382400 h 543426"/>
                <a:gd name="connsiteX137" fmla="*/ 59273 w 194729"/>
                <a:gd name="connsiteY137" fmla="*/ 380167 h 543426"/>
                <a:gd name="connsiteX138" fmla="*/ 63412 w 194729"/>
                <a:gd name="connsiteY138" fmla="*/ 379656 h 543426"/>
                <a:gd name="connsiteX139" fmla="*/ 65694 w 194729"/>
                <a:gd name="connsiteY139" fmla="*/ 379508 h 543426"/>
                <a:gd name="connsiteX140" fmla="*/ 67459 w 194729"/>
                <a:gd name="connsiteY140" fmla="*/ 379423 h 543426"/>
                <a:gd name="connsiteX141" fmla="*/ 67459 w 194729"/>
                <a:gd name="connsiteY141" fmla="*/ 376447 h 543426"/>
                <a:gd name="connsiteX142" fmla="*/ 69060 w 194729"/>
                <a:gd name="connsiteY142" fmla="*/ 376362 h 543426"/>
                <a:gd name="connsiteX143" fmla="*/ 71133 w 194729"/>
                <a:gd name="connsiteY143" fmla="*/ 376214 h 543426"/>
                <a:gd name="connsiteX144" fmla="*/ 73200 w 194729"/>
                <a:gd name="connsiteY144" fmla="*/ 376083 h 543426"/>
                <a:gd name="connsiteX145" fmla="*/ 74900 w 194729"/>
                <a:gd name="connsiteY145" fmla="*/ 375703 h 543426"/>
                <a:gd name="connsiteX146" fmla="*/ 75644 w 194729"/>
                <a:gd name="connsiteY146" fmla="*/ 373470 h 543426"/>
                <a:gd name="connsiteX147" fmla="*/ 79411 w 194729"/>
                <a:gd name="connsiteY147" fmla="*/ 372959 h 543426"/>
                <a:gd name="connsiteX148" fmla="*/ 81484 w 194729"/>
                <a:gd name="connsiteY148" fmla="*/ 372810 h 543426"/>
                <a:gd name="connsiteX149" fmla="*/ 83086 w 194729"/>
                <a:gd name="connsiteY149" fmla="*/ 372726 h 543426"/>
                <a:gd name="connsiteX150" fmla="*/ 83086 w 194729"/>
                <a:gd name="connsiteY150" fmla="*/ 369749 h 543426"/>
                <a:gd name="connsiteX151" fmla="*/ 84687 w 194729"/>
                <a:gd name="connsiteY151" fmla="*/ 369665 h 543426"/>
                <a:gd name="connsiteX152" fmla="*/ 86760 w 194729"/>
                <a:gd name="connsiteY152" fmla="*/ 369517 h 543426"/>
                <a:gd name="connsiteX153" fmla="*/ 88827 w 194729"/>
                <a:gd name="connsiteY153" fmla="*/ 369386 h 543426"/>
                <a:gd name="connsiteX154" fmla="*/ 90527 w 194729"/>
                <a:gd name="connsiteY154" fmla="*/ 369005 h 543426"/>
                <a:gd name="connsiteX155" fmla="*/ 91271 w 194729"/>
                <a:gd name="connsiteY155" fmla="*/ 366773 h 543426"/>
                <a:gd name="connsiteX156" fmla="*/ 96457 w 194729"/>
                <a:gd name="connsiteY156" fmla="*/ 366404 h 543426"/>
                <a:gd name="connsiteX157" fmla="*/ 97968 w 194729"/>
                <a:gd name="connsiteY157" fmla="*/ 366029 h 543426"/>
                <a:gd name="connsiteX158" fmla="*/ 98713 w 194729"/>
                <a:gd name="connsiteY158" fmla="*/ 363052 h 543426"/>
                <a:gd name="connsiteX159" fmla="*/ 102015 w 194729"/>
                <a:gd name="connsiteY159" fmla="*/ 362680 h 543426"/>
                <a:gd name="connsiteX160" fmla="*/ 105410 w 194729"/>
                <a:gd name="connsiteY160" fmla="*/ 362308 h 543426"/>
                <a:gd name="connsiteX161" fmla="*/ 106128 w 194729"/>
                <a:gd name="connsiteY161" fmla="*/ 360808 h 543426"/>
                <a:gd name="connsiteX162" fmla="*/ 106898 w 194729"/>
                <a:gd name="connsiteY162" fmla="*/ 359332 h 543426"/>
                <a:gd name="connsiteX163" fmla="*/ 110712 w 194729"/>
                <a:gd name="connsiteY163" fmla="*/ 359145 h 543426"/>
                <a:gd name="connsiteX164" fmla="*/ 112764 w 194729"/>
                <a:gd name="connsiteY164" fmla="*/ 359227 h 543426"/>
                <a:gd name="connsiteX165" fmla="*/ 114340 w 194729"/>
                <a:gd name="connsiteY165" fmla="*/ 359332 h 543426"/>
                <a:gd name="connsiteX166" fmla="*/ 114340 w 194729"/>
                <a:gd name="connsiteY166" fmla="*/ 356355 h 543426"/>
                <a:gd name="connsiteX167" fmla="*/ 121781 w 194729"/>
                <a:gd name="connsiteY167" fmla="*/ 355611 h 543426"/>
                <a:gd name="connsiteX168" fmla="*/ 121781 w 194729"/>
                <a:gd name="connsiteY168" fmla="*/ 352634 h 543426"/>
                <a:gd name="connsiteX169" fmla="*/ 129222 w 194729"/>
                <a:gd name="connsiteY169" fmla="*/ 352634 h 543426"/>
                <a:gd name="connsiteX170" fmla="*/ 129222 w 194729"/>
                <a:gd name="connsiteY170" fmla="*/ 349658 h 543426"/>
                <a:gd name="connsiteX171" fmla="*/ 130583 w 194729"/>
                <a:gd name="connsiteY171" fmla="*/ 349652 h 543426"/>
                <a:gd name="connsiteX172" fmla="*/ 132385 w 194729"/>
                <a:gd name="connsiteY172" fmla="*/ 349565 h 543426"/>
                <a:gd name="connsiteX173" fmla="*/ 134164 w 194729"/>
                <a:gd name="connsiteY173" fmla="*/ 349512 h 543426"/>
                <a:gd name="connsiteX174" fmla="*/ 138896 w 194729"/>
                <a:gd name="connsiteY174" fmla="*/ 344449 h 543426"/>
                <a:gd name="connsiteX175" fmla="*/ 139254 w 194729"/>
                <a:gd name="connsiteY175" fmla="*/ 338798 h 543426"/>
                <a:gd name="connsiteX176" fmla="*/ 139262 w 194729"/>
                <a:gd name="connsiteY176" fmla="*/ 337120 h 543426"/>
                <a:gd name="connsiteX177" fmla="*/ 139234 w 194729"/>
                <a:gd name="connsiteY177" fmla="*/ 331578 h 543426"/>
                <a:gd name="connsiteX178" fmla="*/ 139235 w 194729"/>
                <a:gd name="connsiteY178" fmla="*/ 327595 h 543426"/>
                <a:gd name="connsiteX179" fmla="*/ 139198 w 194729"/>
                <a:gd name="connsiteY179" fmla="*/ 316798 h 543426"/>
                <a:gd name="connsiteX180" fmla="*/ 139174 w 194729"/>
                <a:gd name="connsiteY180" fmla="*/ 305509 h 543426"/>
                <a:gd name="connsiteX181" fmla="*/ 139111 w 194729"/>
                <a:gd name="connsiteY181" fmla="*/ 284139 h 543426"/>
                <a:gd name="connsiteX182" fmla="*/ 139046 w 194729"/>
                <a:gd name="connsiteY182" fmla="*/ 259806 h 543426"/>
                <a:gd name="connsiteX183" fmla="*/ 138896 w 194729"/>
                <a:gd name="connsiteY183" fmla="*/ 209759 h 543426"/>
                <a:gd name="connsiteX184" fmla="*/ 137155 w 194729"/>
                <a:gd name="connsiteY184" fmla="*/ 209750 h 543426"/>
                <a:gd name="connsiteX185" fmla="*/ 95274 w 194729"/>
                <a:gd name="connsiteY185" fmla="*/ 209507 h 543426"/>
                <a:gd name="connsiteX186" fmla="*/ 75021 w 194729"/>
                <a:gd name="connsiteY186" fmla="*/ 209389 h 543426"/>
                <a:gd name="connsiteX187" fmla="*/ 57375 w 194729"/>
                <a:gd name="connsiteY187" fmla="*/ 209285 h 543426"/>
                <a:gd name="connsiteX188" fmla="*/ 48026 w 194729"/>
                <a:gd name="connsiteY188" fmla="*/ 209232 h 543426"/>
                <a:gd name="connsiteX189" fmla="*/ 39236 w 194729"/>
                <a:gd name="connsiteY189" fmla="*/ 209178 h 543426"/>
                <a:gd name="connsiteX190" fmla="*/ 36001 w 194729"/>
                <a:gd name="connsiteY190" fmla="*/ 209161 h 543426"/>
                <a:gd name="connsiteX191" fmla="*/ 31602 w 194729"/>
                <a:gd name="connsiteY191" fmla="*/ 209133 h 543426"/>
                <a:gd name="connsiteX192" fmla="*/ 29110 w 194729"/>
                <a:gd name="connsiteY192" fmla="*/ 209118 h 543426"/>
                <a:gd name="connsiteX193" fmla="*/ 26531 w 194729"/>
                <a:gd name="connsiteY193" fmla="*/ 208271 h 543426"/>
                <a:gd name="connsiteX194" fmla="*/ 26423 w 194729"/>
                <a:gd name="connsiteY194" fmla="*/ 201436 h 543426"/>
                <a:gd name="connsiteX195" fmla="*/ 26415 w 194729"/>
                <a:gd name="connsiteY195" fmla="*/ 199262 h 543426"/>
                <a:gd name="connsiteX196" fmla="*/ 26406 w 194729"/>
                <a:gd name="connsiteY196" fmla="*/ 192109 h 543426"/>
                <a:gd name="connsiteX197" fmla="*/ 26398 w 194729"/>
                <a:gd name="connsiteY197" fmla="*/ 187163 h 543426"/>
                <a:gd name="connsiteX198" fmla="*/ 26393 w 194729"/>
                <a:gd name="connsiteY198" fmla="*/ 176781 h 543426"/>
                <a:gd name="connsiteX199" fmla="*/ 26370 w 194729"/>
                <a:gd name="connsiteY199" fmla="*/ 163440 h 543426"/>
                <a:gd name="connsiteX200" fmla="*/ 26361 w 194729"/>
                <a:gd name="connsiteY200" fmla="*/ 153221 h 543426"/>
                <a:gd name="connsiteX201" fmla="*/ 26351 w 194729"/>
                <a:gd name="connsiteY201" fmla="*/ 148300 h 543426"/>
                <a:gd name="connsiteX202" fmla="*/ 26350 w 194729"/>
                <a:gd name="connsiteY202" fmla="*/ 141436 h 543426"/>
                <a:gd name="connsiteX203" fmla="*/ 26338 w 194729"/>
                <a:gd name="connsiteY203" fmla="*/ 139361 h 543426"/>
                <a:gd name="connsiteX204" fmla="*/ 26531 w 194729"/>
                <a:gd name="connsiteY204" fmla="*/ 134601 h 543426"/>
                <a:gd name="connsiteX205" fmla="*/ 32436 w 194729"/>
                <a:gd name="connsiteY205" fmla="*/ 133767 h 543426"/>
                <a:gd name="connsiteX206" fmla="*/ 35288 w 194729"/>
                <a:gd name="connsiteY206" fmla="*/ 133764 h 543426"/>
                <a:gd name="connsiteX207" fmla="*/ 38435 w 194729"/>
                <a:gd name="connsiteY207" fmla="*/ 133772 h 543426"/>
                <a:gd name="connsiteX208" fmla="*/ 41734 w 194729"/>
                <a:gd name="connsiteY208" fmla="*/ 133772 h 543426"/>
                <a:gd name="connsiteX209" fmla="*/ 50710 w 194729"/>
                <a:gd name="connsiteY209" fmla="*/ 133781 h 543426"/>
                <a:gd name="connsiteX210" fmla="*/ 60083 w 194729"/>
                <a:gd name="connsiteY210" fmla="*/ 133787 h 543426"/>
                <a:gd name="connsiteX211" fmla="*/ 77841 w 194729"/>
                <a:gd name="connsiteY211" fmla="*/ 133803 h 543426"/>
                <a:gd name="connsiteX212" fmla="*/ 98054 w 194729"/>
                <a:gd name="connsiteY212" fmla="*/ 133819 h 543426"/>
                <a:gd name="connsiteX213" fmla="*/ 139640 w 194729"/>
                <a:gd name="connsiteY213" fmla="*/ 133857 h 543426"/>
                <a:gd name="connsiteX214" fmla="*/ 138896 w 194729"/>
                <a:gd name="connsiteY214" fmla="*/ 131625 h 543426"/>
                <a:gd name="connsiteX215" fmla="*/ 138787 w 194729"/>
                <a:gd name="connsiteY215" fmla="*/ 126450 h 543426"/>
                <a:gd name="connsiteX216" fmla="*/ 138778 w 194729"/>
                <a:gd name="connsiteY216" fmla="*/ 124846 h 543426"/>
                <a:gd name="connsiteX217" fmla="*/ 138765 w 194729"/>
                <a:gd name="connsiteY217" fmla="*/ 119509 h 543426"/>
                <a:gd name="connsiteX218" fmla="*/ 138750 w 194729"/>
                <a:gd name="connsiteY218" fmla="*/ 115688 h 543426"/>
                <a:gd name="connsiteX219" fmla="*/ 138723 w 194729"/>
                <a:gd name="connsiteY219" fmla="*/ 105301 h 543426"/>
                <a:gd name="connsiteX220" fmla="*/ 138710 w 194729"/>
                <a:gd name="connsiteY220" fmla="*/ 98818 h 543426"/>
                <a:gd name="connsiteX221" fmla="*/ 138679 w 194729"/>
                <a:gd name="connsiteY221" fmla="*/ 78550 h 543426"/>
                <a:gd name="connsiteX222" fmla="*/ 138622 w 194729"/>
                <a:gd name="connsiteY222" fmla="*/ 55120 h 543426"/>
                <a:gd name="connsiteX223" fmla="*/ 138586 w 194729"/>
                <a:gd name="connsiteY223" fmla="*/ 37028 h 543426"/>
                <a:gd name="connsiteX224" fmla="*/ 138559 w 194729"/>
                <a:gd name="connsiteY224" fmla="*/ 26212 h 543426"/>
                <a:gd name="connsiteX225" fmla="*/ 138546 w 194729"/>
                <a:gd name="connsiteY225" fmla="*/ 16048 h 543426"/>
                <a:gd name="connsiteX226" fmla="*/ 138531 w 194729"/>
                <a:gd name="connsiteY226" fmla="*/ 12310 h 543426"/>
                <a:gd name="connsiteX227" fmla="*/ 138533 w 194729"/>
                <a:gd name="connsiteY227" fmla="*/ 7224 h 543426"/>
                <a:gd name="connsiteX228" fmla="*/ 138528 w 194729"/>
                <a:gd name="connsiteY228" fmla="*/ 4343 h 543426"/>
                <a:gd name="connsiteX229" fmla="*/ 140241 w 194729"/>
                <a:gd name="connsiteY229" fmla="*/ 1094 h 543426"/>
                <a:gd name="connsiteX230" fmla="*/ 147788 w 194729"/>
                <a:gd name="connsiteY230" fmla="*/ 463 h 543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194729" h="543426">
                  <a:moveTo>
                    <a:pt x="147788" y="463"/>
                  </a:moveTo>
                  <a:cubicBezTo>
                    <a:pt x="148678" y="459"/>
                    <a:pt x="148678" y="459"/>
                    <a:pt x="149586" y="455"/>
                  </a:cubicBezTo>
                  <a:cubicBezTo>
                    <a:pt x="151544" y="449"/>
                    <a:pt x="153501" y="453"/>
                    <a:pt x="155459" y="458"/>
                  </a:cubicBezTo>
                  <a:cubicBezTo>
                    <a:pt x="156819" y="457"/>
                    <a:pt x="158180" y="456"/>
                    <a:pt x="159540" y="454"/>
                  </a:cubicBezTo>
                  <a:cubicBezTo>
                    <a:pt x="162389" y="452"/>
                    <a:pt x="165237" y="455"/>
                    <a:pt x="168086" y="462"/>
                  </a:cubicBezTo>
                  <a:cubicBezTo>
                    <a:pt x="171743" y="470"/>
                    <a:pt x="175400" y="465"/>
                    <a:pt x="179056" y="456"/>
                  </a:cubicBezTo>
                  <a:cubicBezTo>
                    <a:pt x="181864" y="451"/>
                    <a:pt x="184671" y="453"/>
                    <a:pt x="187479" y="457"/>
                  </a:cubicBezTo>
                  <a:cubicBezTo>
                    <a:pt x="188828" y="458"/>
                    <a:pt x="190177" y="456"/>
                    <a:pt x="191525" y="453"/>
                  </a:cubicBezTo>
                  <a:cubicBezTo>
                    <a:pt x="193407" y="449"/>
                    <a:pt x="195288" y="455"/>
                    <a:pt x="197169" y="463"/>
                  </a:cubicBezTo>
                  <a:cubicBezTo>
                    <a:pt x="197730" y="460"/>
                    <a:pt x="198290" y="457"/>
                    <a:pt x="198868" y="454"/>
                  </a:cubicBezTo>
                  <a:cubicBezTo>
                    <a:pt x="202722" y="486"/>
                    <a:pt x="202722" y="486"/>
                    <a:pt x="204381" y="2144"/>
                  </a:cubicBezTo>
                  <a:cubicBezTo>
                    <a:pt x="204566" y="3755"/>
                    <a:pt x="204566" y="3755"/>
                    <a:pt x="204565" y="5803"/>
                  </a:cubicBezTo>
                  <a:cubicBezTo>
                    <a:pt x="204569" y="6582"/>
                    <a:pt x="204572" y="7362"/>
                    <a:pt x="204576" y="8166"/>
                  </a:cubicBezTo>
                  <a:cubicBezTo>
                    <a:pt x="204572" y="9031"/>
                    <a:pt x="204568" y="9896"/>
                    <a:pt x="204564" y="10788"/>
                  </a:cubicBezTo>
                  <a:cubicBezTo>
                    <a:pt x="204565" y="11704"/>
                    <a:pt x="204567" y="12620"/>
                    <a:pt x="204569" y="13565"/>
                  </a:cubicBezTo>
                  <a:cubicBezTo>
                    <a:pt x="204572" y="16128"/>
                    <a:pt x="204569" y="18691"/>
                    <a:pt x="204563" y="21254"/>
                  </a:cubicBezTo>
                  <a:cubicBezTo>
                    <a:pt x="204557" y="24035"/>
                    <a:pt x="204561" y="26816"/>
                    <a:pt x="204563" y="29597"/>
                  </a:cubicBezTo>
                  <a:cubicBezTo>
                    <a:pt x="204567" y="34477"/>
                    <a:pt x="204564" y="39358"/>
                    <a:pt x="204558" y="44238"/>
                  </a:cubicBezTo>
                  <a:cubicBezTo>
                    <a:pt x="204549" y="51496"/>
                    <a:pt x="204549" y="58753"/>
                    <a:pt x="204550" y="66010"/>
                  </a:cubicBezTo>
                  <a:cubicBezTo>
                    <a:pt x="204552" y="78216"/>
                    <a:pt x="204547" y="90422"/>
                    <a:pt x="204538" y="102628"/>
                  </a:cubicBezTo>
                  <a:cubicBezTo>
                    <a:pt x="204529" y="114719"/>
                    <a:pt x="204523" y="126810"/>
                    <a:pt x="204522" y="138901"/>
                  </a:cubicBezTo>
                  <a:cubicBezTo>
                    <a:pt x="204522" y="139652"/>
                    <a:pt x="204522" y="140403"/>
                    <a:pt x="204521" y="141176"/>
                  </a:cubicBezTo>
                  <a:cubicBezTo>
                    <a:pt x="204521" y="144990"/>
                    <a:pt x="204521" y="148803"/>
                    <a:pt x="204520" y="152617"/>
                  </a:cubicBezTo>
                  <a:cubicBezTo>
                    <a:pt x="204517" y="179648"/>
                    <a:pt x="204507" y="206679"/>
                    <a:pt x="204493" y="233710"/>
                  </a:cubicBezTo>
                  <a:cubicBezTo>
                    <a:pt x="204479" y="259976"/>
                    <a:pt x="204469" y="286241"/>
                    <a:pt x="204462" y="312506"/>
                  </a:cubicBezTo>
                  <a:cubicBezTo>
                    <a:pt x="204462" y="313315"/>
                    <a:pt x="204462" y="314125"/>
                    <a:pt x="204462" y="314958"/>
                  </a:cubicBezTo>
                  <a:cubicBezTo>
                    <a:pt x="204460" y="323084"/>
                    <a:pt x="204458" y="331210"/>
                    <a:pt x="204456" y="339336"/>
                  </a:cubicBezTo>
                  <a:cubicBezTo>
                    <a:pt x="204452" y="355891"/>
                    <a:pt x="204448" y="372445"/>
                    <a:pt x="204444" y="389000"/>
                  </a:cubicBezTo>
                  <a:cubicBezTo>
                    <a:pt x="204443" y="390141"/>
                    <a:pt x="204443" y="390141"/>
                    <a:pt x="204443" y="391306"/>
                  </a:cubicBezTo>
                  <a:cubicBezTo>
                    <a:pt x="204432" y="430709"/>
                    <a:pt x="204415" y="470113"/>
                    <a:pt x="204397" y="509516"/>
                  </a:cubicBezTo>
                  <a:cubicBezTo>
                    <a:pt x="204397" y="510070"/>
                    <a:pt x="204397" y="510625"/>
                    <a:pt x="204396" y="511196"/>
                  </a:cubicBezTo>
                  <a:cubicBezTo>
                    <a:pt x="204391" y="522090"/>
                    <a:pt x="204386" y="532984"/>
                    <a:pt x="204381" y="543878"/>
                  </a:cubicBezTo>
                  <a:cubicBezTo>
                    <a:pt x="182771" y="543878"/>
                    <a:pt x="161161" y="543878"/>
                    <a:pt x="138896" y="543878"/>
                  </a:cubicBezTo>
                  <a:cubicBezTo>
                    <a:pt x="138896" y="505324"/>
                    <a:pt x="138896" y="466771"/>
                    <a:pt x="138896" y="427048"/>
                  </a:cubicBezTo>
                  <a:cubicBezTo>
                    <a:pt x="137177" y="427539"/>
                    <a:pt x="135458" y="428031"/>
                    <a:pt x="133687" y="428537"/>
                  </a:cubicBezTo>
                  <a:cubicBezTo>
                    <a:pt x="133580" y="429058"/>
                    <a:pt x="133472" y="429580"/>
                    <a:pt x="133362" y="430118"/>
                  </a:cubicBezTo>
                  <a:cubicBezTo>
                    <a:pt x="133224" y="430578"/>
                    <a:pt x="133085" y="431039"/>
                    <a:pt x="132943" y="431513"/>
                  </a:cubicBezTo>
                  <a:cubicBezTo>
                    <a:pt x="130904" y="431802"/>
                    <a:pt x="129062" y="431645"/>
                    <a:pt x="126990" y="431513"/>
                  </a:cubicBezTo>
                  <a:cubicBezTo>
                    <a:pt x="126990" y="432495"/>
                    <a:pt x="126990" y="433478"/>
                    <a:pt x="126990" y="434490"/>
                  </a:cubicBezTo>
                  <a:cubicBezTo>
                    <a:pt x="125747" y="434582"/>
                    <a:pt x="125747" y="434582"/>
                    <a:pt x="124478" y="434676"/>
                  </a:cubicBezTo>
                  <a:cubicBezTo>
                    <a:pt x="123588" y="434860"/>
                    <a:pt x="122698" y="435044"/>
                    <a:pt x="121781" y="435234"/>
                  </a:cubicBezTo>
                  <a:cubicBezTo>
                    <a:pt x="121551" y="435725"/>
                    <a:pt x="121321" y="436216"/>
                    <a:pt x="121083" y="436722"/>
                  </a:cubicBezTo>
                  <a:cubicBezTo>
                    <a:pt x="120822" y="437213"/>
                    <a:pt x="120562" y="437704"/>
                    <a:pt x="120293" y="438210"/>
                  </a:cubicBezTo>
                  <a:cubicBezTo>
                    <a:pt x="118759" y="438501"/>
                    <a:pt x="117250" y="438587"/>
                    <a:pt x="115694" y="438696"/>
                  </a:cubicBezTo>
                  <a:cubicBezTo>
                    <a:pt x="115024" y="438824"/>
                    <a:pt x="115024" y="438824"/>
                    <a:pt x="114340" y="438955"/>
                  </a:cubicBezTo>
                  <a:cubicBezTo>
                    <a:pt x="113496" y="440455"/>
                    <a:pt x="113496" y="440455"/>
                    <a:pt x="112851" y="441931"/>
                  </a:cubicBezTo>
                  <a:cubicBezTo>
                    <a:pt x="111363" y="441931"/>
                    <a:pt x="109875" y="441931"/>
                    <a:pt x="108386" y="441931"/>
                  </a:cubicBezTo>
                  <a:cubicBezTo>
                    <a:pt x="108225" y="442645"/>
                    <a:pt x="108225" y="442645"/>
                    <a:pt x="108061" y="443373"/>
                  </a:cubicBezTo>
                  <a:cubicBezTo>
                    <a:pt x="107854" y="444133"/>
                    <a:pt x="107854" y="444133"/>
                    <a:pt x="107642" y="444908"/>
                  </a:cubicBezTo>
                  <a:cubicBezTo>
                    <a:pt x="105907" y="445160"/>
                    <a:pt x="104170" y="445408"/>
                    <a:pt x="102433" y="445652"/>
                  </a:cubicBezTo>
                  <a:cubicBezTo>
                    <a:pt x="102203" y="446143"/>
                    <a:pt x="101973" y="446634"/>
                    <a:pt x="101736" y="447140"/>
                  </a:cubicBezTo>
                  <a:cubicBezTo>
                    <a:pt x="101475" y="447631"/>
                    <a:pt x="101214" y="448122"/>
                    <a:pt x="100945" y="448628"/>
                  </a:cubicBezTo>
                  <a:cubicBezTo>
                    <a:pt x="99567" y="448910"/>
                    <a:pt x="99567" y="448910"/>
                    <a:pt x="97922" y="449047"/>
                  </a:cubicBezTo>
                  <a:cubicBezTo>
                    <a:pt x="96955" y="449154"/>
                    <a:pt x="95988" y="449262"/>
                    <a:pt x="94992" y="449373"/>
                  </a:cubicBezTo>
                  <a:cubicBezTo>
                    <a:pt x="94746" y="450109"/>
                    <a:pt x="94501" y="450846"/>
                    <a:pt x="94248" y="451605"/>
                  </a:cubicBezTo>
                  <a:cubicBezTo>
                    <a:pt x="93388" y="451712"/>
                    <a:pt x="92529" y="451820"/>
                    <a:pt x="91643" y="451930"/>
                  </a:cubicBezTo>
                  <a:cubicBezTo>
                    <a:pt x="90784" y="452069"/>
                    <a:pt x="89924" y="452207"/>
                    <a:pt x="89039" y="452349"/>
                  </a:cubicBezTo>
                  <a:cubicBezTo>
                    <a:pt x="88931" y="452840"/>
                    <a:pt x="88824" y="453331"/>
                    <a:pt x="88713" y="453837"/>
                  </a:cubicBezTo>
                  <a:cubicBezTo>
                    <a:pt x="88575" y="454328"/>
                    <a:pt x="88437" y="454820"/>
                    <a:pt x="88295" y="455326"/>
                  </a:cubicBezTo>
                  <a:cubicBezTo>
                    <a:pt x="86747" y="455654"/>
                    <a:pt x="85271" y="455746"/>
                    <a:pt x="83690" y="455794"/>
                  </a:cubicBezTo>
                  <a:cubicBezTo>
                    <a:pt x="83245" y="455885"/>
                    <a:pt x="82800" y="455976"/>
                    <a:pt x="82342" y="456070"/>
                  </a:cubicBezTo>
                  <a:cubicBezTo>
                    <a:pt x="82096" y="456806"/>
                    <a:pt x="81850" y="457543"/>
                    <a:pt x="81597" y="458302"/>
                  </a:cubicBezTo>
                  <a:cubicBezTo>
                    <a:pt x="80222" y="458683"/>
                    <a:pt x="80222" y="458683"/>
                    <a:pt x="78574" y="458814"/>
                  </a:cubicBezTo>
                  <a:cubicBezTo>
                    <a:pt x="77124" y="458929"/>
                    <a:pt x="77124" y="458929"/>
                    <a:pt x="75644" y="459046"/>
                  </a:cubicBezTo>
                  <a:cubicBezTo>
                    <a:pt x="75644" y="460029"/>
                    <a:pt x="75644" y="461011"/>
                    <a:pt x="75644" y="462023"/>
                  </a:cubicBezTo>
                  <a:cubicBezTo>
                    <a:pt x="74118" y="462120"/>
                    <a:pt x="72592" y="462217"/>
                    <a:pt x="71066" y="462314"/>
                  </a:cubicBezTo>
                  <a:cubicBezTo>
                    <a:pt x="70612" y="462463"/>
                    <a:pt x="70159" y="462613"/>
                    <a:pt x="69691" y="462767"/>
                  </a:cubicBezTo>
                  <a:cubicBezTo>
                    <a:pt x="69575" y="463261"/>
                    <a:pt x="69459" y="463755"/>
                    <a:pt x="69339" y="464264"/>
                  </a:cubicBezTo>
                  <a:cubicBezTo>
                    <a:pt x="69210" y="464752"/>
                    <a:pt x="69080" y="465241"/>
                    <a:pt x="68947" y="465744"/>
                  </a:cubicBezTo>
                  <a:cubicBezTo>
                    <a:pt x="67435" y="466119"/>
                    <a:pt x="67435" y="466119"/>
                    <a:pt x="65598" y="466162"/>
                  </a:cubicBezTo>
                  <a:cubicBezTo>
                    <a:pt x="63807" y="466163"/>
                    <a:pt x="63807" y="466163"/>
                    <a:pt x="62250" y="466488"/>
                  </a:cubicBezTo>
                  <a:cubicBezTo>
                    <a:pt x="62004" y="467224"/>
                    <a:pt x="61759" y="467961"/>
                    <a:pt x="61506" y="468720"/>
                  </a:cubicBezTo>
                  <a:cubicBezTo>
                    <a:pt x="60646" y="468828"/>
                    <a:pt x="59787" y="468935"/>
                    <a:pt x="58901" y="469046"/>
                  </a:cubicBezTo>
                  <a:cubicBezTo>
                    <a:pt x="58042" y="469184"/>
                    <a:pt x="57182" y="469322"/>
                    <a:pt x="56297" y="469464"/>
                  </a:cubicBezTo>
                  <a:cubicBezTo>
                    <a:pt x="56189" y="469955"/>
                    <a:pt x="56082" y="470447"/>
                    <a:pt x="55971" y="470953"/>
                  </a:cubicBezTo>
                  <a:cubicBezTo>
                    <a:pt x="55833" y="471444"/>
                    <a:pt x="55695" y="471935"/>
                    <a:pt x="55552" y="472441"/>
                  </a:cubicBezTo>
                  <a:cubicBezTo>
                    <a:pt x="54005" y="472769"/>
                    <a:pt x="52529" y="472861"/>
                    <a:pt x="50948" y="472909"/>
                  </a:cubicBezTo>
                  <a:cubicBezTo>
                    <a:pt x="50280" y="473046"/>
                    <a:pt x="50280" y="473046"/>
                    <a:pt x="49599" y="473185"/>
                  </a:cubicBezTo>
                  <a:cubicBezTo>
                    <a:pt x="49354" y="473922"/>
                    <a:pt x="49108" y="474658"/>
                    <a:pt x="48855" y="475417"/>
                  </a:cubicBezTo>
                  <a:cubicBezTo>
                    <a:pt x="47480" y="475798"/>
                    <a:pt x="47480" y="475798"/>
                    <a:pt x="45832" y="475929"/>
                  </a:cubicBezTo>
                  <a:cubicBezTo>
                    <a:pt x="44382" y="476044"/>
                    <a:pt x="44382" y="476044"/>
                    <a:pt x="42902" y="476162"/>
                  </a:cubicBezTo>
                  <a:cubicBezTo>
                    <a:pt x="42902" y="477144"/>
                    <a:pt x="42902" y="478126"/>
                    <a:pt x="42902" y="479138"/>
                  </a:cubicBezTo>
                  <a:cubicBezTo>
                    <a:pt x="41818" y="479198"/>
                    <a:pt x="40732" y="479242"/>
                    <a:pt x="39646" y="479278"/>
                  </a:cubicBezTo>
                  <a:cubicBezTo>
                    <a:pt x="39042" y="479304"/>
                    <a:pt x="38438" y="479329"/>
                    <a:pt x="37815" y="479356"/>
                  </a:cubicBezTo>
                  <a:cubicBezTo>
                    <a:pt x="37284" y="479284"/>
                    <a:pt x="36752" y="479212"/>
                    <a:pt x="36205" y="479138"/>
                  </a:cubicBezTo>
                  <a:cubicBezTo>
                    <a:pt x="34205" y="476138"/>
                    <a:pt x="34694" y="474011"/>
                    <a:pt x="34882" y="470505"/>
                  </a:cubicBezTo>
                  <a:cubicBezTo>
                    <a:pt x="34828" y="469916"/>
                    <a:pt x="34773" y="469327"/>
                    <a:pt x="34717" y="468720"/>
                  </a:cubicBezTo>
                  <a:cubicBezTo>
                    <a:pt x="33980" y="468475"/>
                    <a:pt x="33243" y="468229"/>
                    <a:pt x="32484" y="467976"/>
                  </a:cubicBezTo>
                  <a:cubicBezTo>
                    <a:pt x="32103" y="466276"/>
                    <a:pt x="32103" y="466276"/>
                    <a:pt x="31973" y="464209"/>
                  </a:cubicBezTo>
                  <a:cubicBezTo>
                    <a:pt x="31924" y="463525"/>
                    <a:pt x="31875" y="462841"/>
                    <a:pt x="31824" y="462136"/>
                  </a:cubicBezTo>
                  <a:cubicBezTo>
                    <a:pt x="31796" y="461608"/>
                    <a:pt x="31769" y="461079"/>
                    <a:pt x="31740" y="460535"/>
                  </a:cubicBezTo>
                  <a:cubicBezTo>
                    <a:pt x="31003" y="460535"/>
                    <a:pt x="30267" y="460535"/>
                    <a:pt x="29508" y="460535"/>
                  </a:cubicBezTo>
                  <a:cubicBezTo>
                    <a:pt x="29453" y="459835"/>
                    <a:pt x="29453" y="459835"/>
                    <a:pt x="29397" y="459122"/>
                  </a:cubicBezTo>
                  <a:cubicBezTo>
                    <a:pt x="29341" y="458514"/>
                    <a:pt x="29286" y="457906"/>
                    <a:pt x="29228" y="457279"/>
                  </a:cubicBezTo>
                  <a:cubicBezTo>
                    <a:pt x="29151" y="456373"/>
                    <a:pt x="29151" y="456373"/>
                    <a:pt x="29072" y="455448"/>
                  </a:cubicBezTo>
                  <a:cubicBezTo>
                    <a:pt x="28891" y="453686"/>
                    <a:pt x="28891" y="453686"/>
                    <a:pt x="27275" y="452349"/>
                  </a:cubicBezTo>
                  <a:cubicBezTo>
                    <a:pt x="27030" y="452349"/>
                    <a:pt x="26784" y="452349"/>
                    <a:pt x="26531" y="452349"/>
                  </a:cubicBezTo>
                  <a:cubicBezTo>
                    <a:pt x="26503" y="451829"/>
                    <a:pt x="26475" y="451309"/>
                    <a:pt x="26447" y="450774"/>
                  </a:cubicBezTo>
                  <a:cubicBezTo>
                    <a:pt x="26398" y="450096"/>
                    <a:pt x="26349" y="449419"/>
                    <a:pt x="26298" y="448721"/>
                  </a:cubicBezTo>
                  <a:cubicBezTo>
                    <a:pt x="26255" y="448048"/>
                    <a:pt x="26212" y="447375"/>
                    <a:pt x="26168" y="446681"/>
                  </a:cubicBezTo>
                  <a:cubicBezTo>
                    <a:pt x="25944" y="444638"/>
                    <a:pt x="25944" y="444638"/>
                    <a:pt x="23554" y="443419"/>
                  </a:cubicBezTo>
                  <a:cubicBezTo>
                    <a:pt x="23336" y="441809"/>
                    <a:pt x="23336" y="441809"/>
                    <a:pt x="23415" y="439978"/>
                  </a:cubicBezTo>
                  <a:cubicBezTo>
                    <a:pt x="23435" y="439370"/>
                    <a:pt x="23455" y="438761"/>
                    <a:pt x="23476" y="438135"/>
                  </a:cubicBezTo>
                  <a:cubicBezTo>
                    <a:pt x="23502" y="437669"/>
                    <a:pt x="23528" y="437202"/>
                    <a:pt x="23554" y="436722"/>
                  </a:cubicBezTo>
                  <a:cubicBezTo>
                    <a:pt x="22818" y="436722"/>
                    <a:pt x="22081" y="436722"/>
                    <a:pt x="21322" y="436722"/>
                  </a:cubicBezTo>
                  <a:cubicBezTo>
                    <a:pt x="21294" y="436194"/>
                    <a:pt x="21266" y="435665"/>
                    <a:pt x="21238" y="435120"/>
                  </a:cubicBezTo>
                  <a:cubicBezTo>
                    <a:pt x="21189" y="434437"/>
                    <a:pt x="21140" y="433753"/>
                    <a:pt x="21089" y="433048"/>
                  </a:cubicBezTo>
                  <a:cubicBezTo>
                    <a:pt x="21025" y="432025"/>
                    <a:pt x="21025" y="432025"/>
                    <a:pt x="20959" y="430981"/>
                  </a:cubicBezTo>
                  <a:cubicBezTo>
                    <a:pt x="20833" y="430420"/>
                    <a:pt x="20707" y="429859"/>
                    <a:pt x="20578" y="429281"/>
                  </a:cubicBezTo>
                  <a:cubicBezTo>
                    <a:pt x="19841" y="429035"/>
                    <a:pt x="19104" y="428790"/>
                    <a:pt x="18345" y="428537"/>
                  </a:cubicBezTo>
                  <a:cubicBezTo>
                    <a:pt x="18043" y="426888"/>
                    <a:pt x="18043" y="426888"/>
                    <a:pt x="17973" y="424862"/>
                  </a:cubicBezTo>
                  <a:cubicBezTo>
                    <a:pt x="17951" y="422879"/>
                    <a:pt x="17951" y="422879"/>
                    <a:pt x="17601" y="421095"/>
                  </a:cubicBezTo>
                  <a:cubicBezTo>
                    <a:pt x="16865" y="420604"/>
                    <a:pt x="16128" y="420113"/>
                    <a:pt x="15369" y="419607"/>
                  </a:cubicBezTo>
                  <a:cubicBezTo>
                    <a:pt x="15369" y="417871"/>
                    <a:pt x="15369" y="416134"/>
                    <a:pt x="15369" y="414398"/>
                  </a:cubicBezTo>
                  <a:cubicBezTo>
                    <a:pt x="14632" y="413907"/>
                    <a:pt x="13895" y="413416"/>
                    <a:pt x="13136" y="412910"/>
                  </a:cubicBezTo>
                  <a:cubicBezTo>
                    <a:pt x="12645" y="411136"/>
                    <a:pt x="12645" y="411136"/>
                    <a:pt x="12346" y="409096"/>
                  </a:cubicBezTo>
                  <a:cubicBezTo>
                    <a:pt x="12084" y="407112"/>
                    <a:pt x="12084" y="407112"/>
                    <a:pt x="11648" y="405468"/>
                  </a:cubicBezTo>
                  <a:cubicBezTo>
                    <a:pt x="11157" y="405468"/>
                    <a:pt x="10666" y="405468"/>
                    <a:pt x="10160" y="405468"/>
                  </a:cubicBezTo>
                  <a:cubicBezTo>
                    <a:pt x="9741" y="403747"/>
                    <a:pt x="9741" y="403747"/>
                    <a:pt x="10160" y="401748"/>
                  </a:cubicBezTo>
                  <a:cubicBezTo>
                    <a:pt x="11853" y="400978"/>
                    <a:pt x="13512" y="400526"/>
                    <a:pt x="15319" y="400091"/>
                  </a:cubicBezTo>
                  <a:cubicBezTo>
                    <a:pt x="16081" y="399806"/>
                    <a:pt x="16081" y="399806"/>
                    <a:pt x="16857" y="399515"/>
                  </a:cubicBezTo>
                  <a:cubicBezTo>
                    <a:pt x="17103" y="398778"/>
                    <a:pt x="17348" y="398042"/>
                    <a:pt x="17601" y="397283"/>
                  </a:cubicBezTo>
                  <a:cubicBezTo>
                    <a:pt x="19511" y="396963"/>
                    <a:pt x="21361" y="396955"/>
                    <a:pt x="23296" y="396914"/>
                  </a:cubicBezTo>
                  <a:cubicBezTo>
                    <a:pt x="23872" y="396790"/>
                    <a:pt x="24449" y="396666"/>
                    <a:pt x="25043" y="396539"/>
                  </a:cubicBezTo>
                  <a:cubicBezTo>
                    <a:pt x="25288" y="396047"/>
                    <a:pt x="25534" y="395556"/>
                    <a:pt x="25787" y="395050"/>
                  </a:cubicBezTo>
                  <a:cubicBezTo>
                    <a:pt x="26032" y="394559"/>
                    <a:pt x="26278" y="394068"/>
                    <a:pt x="26531" y="393562"/>
                  </a:cubicBezTo>
                  <a:cubicBezTo>
                    <a:pt x="28278" y="393187"/>
                    <a:pt x="28278" y="393187"/>
                    <a:pt x="30298" y="393143"/>
                  </a:cubicBezTo>
                  <a:cubicBezTo>
                    <a:pt x="32270" y="393143"/>
                    <a:pt x="32270" y="393143"/>
                    <a:pt x="33972" y="392818"/>
                  </a:cubicBezTo>
                  <a:cubicBezTo>
                    <a:pt x="34218" y="392081"/>
                    <a:pt x="34464" y="391344"/>
                    <a:pt x="34717" y="390585"/>
                  </a:cubicBezTo>
                  <a:cubicBezTo>
                    <a:pt x="36629" y="390054"/>
                    <a:pt x="38518" y="389830"/>
                    <a:pt x="40484" y="389562"/>
                  </a:cubicBezTo>
                  <a:cubicBezTo>
                    <a:pt x="41036" y="389409"/>
                    <a:pt x="41589" y="389255"/>
                    <a:pt x="42158" y="389097"/>
                  </a:cubicBezTo>
                  <a:cubicBezTo>
                    <a:pt x="42404" y="388360"/>
                    <a:pt x="42649" y="387624"/>
                    <a:pt x="42902" y="386865"/>
                  </a:cubicBezTo>
                  <a:cubicBezTo>
                    <a:pt x="44834" y="386516"/>
                    <a:pt x="46708" y="386490"/>
                    <a:pt x="48669" y="386423"/>
                  </a:cubicBezTo>
                  <a:cubicBezTo>
                    <a:pt x="49222" y="386323"/>
                    <a:pt x="49774" y="386223"/>
                    <a:pt x="50343" y="386121"/>
                  </a:cubicBezTo>
                  <a:cubicBezTo>
                    <a:pt x="50589" y="385384"/>
                    <a:pt x="50835" y="384647"/>
                    <a:pt x="51088" y="383888"/>
                  </a:cubicBezTo>
                  <a:cubicBezTo>
                    <a:pt x="53000" y="383357"/>
                    <a:pt x="54890" y="383133"/>
                    <a:pt x="56855" y="382865"/>
                  </a:cubicBezTo>
                  <a:cubicBezTo>
                    <a:pt x="57407" y="382711"/>
                    <a:pt x="57960" y="382558"/>
                    <a:pt x="58529" y="382400"/>
                  </a:cubicBezTo>
                  <a:cubicBezTo>
                    <a:pt x="58775" y="381663"/>
                    <a:pt x="59020" y="380926"/>
                    <a:pt x="59273" y="380167"/>
                  </a:cubicBezTo>
                  <a:cubicBezTo>
                    <a:pt x="61136" y="379787"/>
                    <a:pt x="61136" y="379787"/>
                    <a:pt x="63412" y="379656"/>
                  </a:cubicBezTo>
                  <a:cubicBezTo>
                    <a:pt x="64165" y="379607"/>
                    <a:pt x="64918" y="379558"/>
                    <a:pt x="65694" y="379508"/>
                  </a:cubicBezTo>
                  <a:cubicBezTo>
                    <a:pt x="66277" y="379480"/>
                    <a:pt x="66859" y="379452"/>
                    <a:pt x="67459" y="379423"/>
                  </a:cubicBezTo>
                  <a:cubicBezTo>
                    <a:pt x="67459" y="378441"/>
                    <a:pt x="67459" y="377459"/>
                    <a:pt x="67459" y="376447"/>
                  </a:cubicBezTo>
                  <a:cubicBezTo>
                    <a:pt x="67987" y="376419"/>
                    <a:pt x="68516" y="376391"/>
                    <a:pt x="69060" y="376362"/>
                  </a:cubicBezTo>
                  <a:cubicBezTo>
                    <a:pt x="69744" y="376314"/>
                    <a:pt x="70428" y="376265"/>
                    <a:pt x="71133" y="376214"/>
                  </a:cubicBezTo>
                  <a:cubicBezTo>
                    <a:pt x="71815" y="376171"/>
                    <a:pt x="72497" y="376128"/>
                    <a:pt x="73200" y="376083"/>
                  </a:cubicBezTo>
                  <a:cubicBezTo>
                    <a:pt x="73761" y="375958"/>
                    <a:pt x="74322" y="375832"/>
                    <a:pt x="74900" y="375703"/>
                  </a:cubicBezTo>
                  <a:cubicBezTo>
                    <a:pt x="75146" y="374966"/>
                    <a:pt x="75391" y="374229"/>
                    <a:pt x="75644" y="373470"/>
                  </a:cubicBezTo>
                  <a:cubicBezTo>
                    <a:pt x="77345" y="373089"/>
                    <a:pt x="77345" y="373089"/>
                    <a:pt x="79411" y="372959"/>
                  </a:cubicBezTo>
                  <a:cubicBezTo>
                    <a:pt x="80095" y="372910"/>
                    <a:pt x="80779" y="372861"/>
                    <a:pt x="81484" y="372810"/>
                  </a:cubicBezTo>
                  <a:cubicBezTo>
                    <a:pt x="82013" y="372783"/>
                    <a:pt x="82541" y="372755"/>
                    <a:pt x="83086" y="372726"/>
                  </a:cubicBezTo>
                  <a:cubicBezTo>
                    <a:pt x="83086" y="371744"/>
                    <a:pt x="83086" y="370761"/>
                    <a:pt x="83086" y="369749"/>
                  </a:cubicBezTo>
                  <a:cubicBezTo>
                    <a:pt x="83614" y="369722"/>
                    <a:pt x="84143" y="369694"/>
                    <a:pt x="84687" y="369665"/>
                  </a:cubicBezTo>
                  <a:cubicBezTo>
                    <a:pt x="85371" y="369616"/>
                    <a:pt x="86055" y="369567"/>
                    <a:pt x="86760" y="369517"/>
                  </a:cubicBezTo>
                  <a:cubicBezTo>
                    <a:pt x="87442" y="369474"/>
                    <a:pt x="88124" y="369431"/>
                    <a:pt x="88827" y="369386"/>
                  </a:cubicBezTo>
                  <a:cubicBezTo>
                    <a:pt x="89388" y="369260"/>
                    <a:pt x="89949" y="369135"/>
                    <a:pt x="90527" y="369005"/>
                  </a:cubicBezTo>
                  <a:cubicBezTo>
                    <a:pt x="90773" y="368269"/>
                    <a:pt x="91018" y="367532"/>
                    <a:pt x="91271" y="366773"/>
                  </a:cubicBezTo>
                  <a:cubicBezTo>
                    <a:pt x="93013" y="366455"/>
                    <a:pt x="94689" y="366446"/>
                    <a:pt x="96457" y="366404"/>
                  </a:cubicBezTo>
                  <a:cubicBezTo>
                    <a:pt x="96956" y="366280"/>
                    <a:pt x="97455" y="366156"/>
                    <a:pt x="97968" y="366029"/>
                  </a:cubicBezTo>
                  <a:cubicBezTo>
                    <a:pt x="98218" y="365037"/>
                    <a:pt x="98466" y="364045"/>
                    <a:pt x="98713" y="363052"/>
                  </a:cubicBezTo>
                  <a:cubicBezTo>
                    <a:pt x="100198" y="362703"/>
                    <a:pt x="100198" y="362703"/>
                    <a:pt x="102015" y="362680"/>
                  </a:cubicBezTo>
                  <a:cubicBezTo>
                    <a:pt x="103801" y="362718"/>
                    <a:pt x="103801" y="362718"/>
                    <a:pt x="105410" y="362308"/>
                  </a:cubicBezTo>
                  <a:cubicBezTo>
                    <a:pt x="105647" y="361813"/>
                    <a:pt x="105884" y="361318"/>
                    <a:pt x="106128" y="360808"/>
                  </a:cubicBezTo>
                  <a:cubicBezTo>
                    <a:pt x="106382" y="360321"/>
                    <a:pt x="106636" y="359834"/>
                    <a:pt x="106898" y="359332"/>
                  </a:cubicBezTo>
                  <a:cubicBezTo>
                    <a:pt x="108671" y="359041"/>
                    <a:pt x="108671" y="359041"/>
                    <a:pt x="110712" y="359145"/>
                  </a:cubicBezTo>
                  <a:cubicBezTo>
                    <a:pt x="111389" y="359172"/>
                    <a:pt x="112066" y="359199"/>
                    <a:pt x="112764" y="359227"/>
                  </a:cubicBezTo>
                  <a:cubicBezTo>
                    <a:pt x="113284" y="359261"/>
                    <a:pt x="113804" y="359296"/>
                    <a:pt x="114340" y="359332"/>
                  </a:cubicBezTo>
                  <a:cubicBezTo>
                    <a:pt x="114340" y="358349"/>
                    <a:pt x="114340" y="357367"/>
                    <a:pt x="114340" y="356355"/>
                  </a:cubicBezTo>
                  <a:cubicBezTo>
                    <a:pt x="116795" y="356109"/>
                    <a:pt x="119251" y="355864"/>
                    <a:pt x="121781" y="355611"/>
                  </a:cubicBezTo>
                  <a:cubicBezTo>
                    <a:pt x="121781" y="354629"/>
                    <a:pt x="121781" y="353646"/>
                    <a:pt x="121781" y="352634"/>
                  </a:cubicBezTo>
                  <a:cubicBezTo>
                    <a:pt x="124237" y="352634"/>
                    <a:pt x="126692" y="352634"/>
                    <a:pt x="129222" y="352634"/>
                  </a:cubicBezTo>
                  <a:cubicBezTo>
                    <a:pt x="129222" y="351652"/>
                    <a:pt x="129222" y="350670"/>
                    <a:pt x="129222" y="349658"/>
                  </a:cubicBezTo>
                  <a:cubicBezTo>
                    <a:pt x="129671" y="349656"/>
                    <a:pt x="130120" y="349654"/>
                    <a:pt x="130583" y="349652"/>
                  </a:cubicBezTo>
                  <a:cubicBezTo>
                    <a:pt x="131178" y="349623"/>
                    <a:pt x="131772" y="349594"/>
                    <a:pt x="132385" y="349565"/>
                  </a:cubicBezTo>
                  <a:cubicBezTo>
                    <a:pt x="132972" y="349547"/>
                    <a:pt x="133559" y="349530"/>
                    <a:pt x="134164" y="349512"/>
                  </a:cubicBezTo>
                  <a:cubicBezTo>
                    <a:pt x="136879" y="348586"/>
                    <a:pt x="137539" y="346917"/>
                    <a:pt x="138896" y="344449"/>
                  </a:cubicBezTo>
                  <a:cubicBezTo>
                    <a:pt x="139171" y="342457"/>
                    <a:pt x="139288" y="340781"/>
                    <a:pt x="139254" y="338798"/>
                  </a:cubicBezTo>
                  <a:cubicBezTo>
                    <a:pt x="139258" y="337968"/>
                    <a:pt x="139258" y="337968"/>
                    <a:pt x="139262" y="337120"/>
                  </a:cubicBezTo>
                  <a:cubicBezTo>
                    <a:pt x="139267" y="335272"/>
                    <a:pt x="139250" y="333425"/>
                    <a:pt x="139234" y="331578"/>
                  </a:cubicBezTo>
                  <a:cubicBezTo>
                    <a:pt x="139233" y="330250"/>
                    <a:pt x="139234" y="328922"/>
                    <a:pt x="139235" y="327595"/>
                  </a:cubicBezTo>
                  <a:cubicBezTo>
                    <a:pt x="139236" y="323996"/>
                    <a:pt x="139219" y="320397"/>
                    <a:pt x="139198" y="316798"/>
                  </a:cubicBezTo>
                  <a:cubicBezTo>
                    <a:pt x="139179" y="313035"/>
                    <a:pt x="139178" y="309272"/>
                    <a:pt x="139174" y="305509"/>
                  </a:cubicBezTo>
                  <a:cubicBezTo>
                    <a:pt x="139165" y="298386"/>
                    <a:pt x="139140" y="291262"/>
                    <a:pt x="139111" y="284139"/>
                  </a:cubicBezTo>
                  <a:cubicBezTo>
                    <a:pt x="139077" y="276028"/>
                    <a:pt x="139061" y="267917"/>
                    <a:pt x="139046" y="259806"/>
                  </a:cubicBezTo>
                  <a:cubicBezTo>
                    <a:pt x="139015" y="243124"/>
                    <a:pt x="138963" y="226442"/>
                    <a:pt x="138896" y="209759"/>
                  </a:cubicBezTo>
                  <a:cubicBezTo>
                    <a:pt x="138322" y="209756"/>
                    <a:pt x="137747" y="209753"/>
                    <a:pt x="137155" y="209750"/>
                  </a:cubicBezTo>
                  <a:cubicBezTo>
                    <a:pt x="123195" y="209673"/>
                    <a:pt x="109234" y="209592"/>
                    <a:pt x="95274" y="209507"/>
                  </a:cubicBezTo>
                  <a:cubicBezTo>
                    <a:pt x="88523" y="209466"/>
                    <a:pt x="81772" y="209426"/>
                    <a:pt x="75021" y="209389"/>
                  </a:cubicBezTo>
                  <a:cubicBezTo>
                    <a:pt x="69139" y="209357"/>
                    <a:pt x="63257" y="209323"/>
                    <a:pt x="57375" y="209285"/>
                  </a:cubicBezTo>
                  <a:cubicBezTo>
                    <a:pt x="54258" y="209266"/>
                    <a:pt x="51142" y="209247"/>
                    <a:pt x="48026" y="209232"/>
                  </a:cubicBezTo>
                  <a:cubicBezTo>
                    <a:pt x="45096" y="209217"/>
                    <a:pt x="42166" y="209199"/>
                    <a:pt x="39236" y="209178"/>
                  </a:cubicBezTo>
                  <a:cubicBezTo>
                    <a:pt x="38157" y="209171"/>
                    <a:pt x="37079" y="209166"/>
                    <a:pt x="36001" y="209161"/>
                  </a:cubicBezTo>
                  <a:cubicBezTo>
                    <a:pt x="34534" y="209155"/>
                    <a:pt x="33068" y="209144"/>
                    <a:pt x="31602" y="209133"/>
                  </a:cubicBezTo>
                  <a:cubicBezTo>
                    <a:pt x="30780" y="209128"/>
                    <a:pt x="29957" y="209123"/>
                    <a:pt x="29110" y="209118"/>
                  </a:cubicBezTo>
                  <a:cubicBezTo>
                    <a:pt x="27275" y="209015"/>
                    <a:pt x="27275" y="209015"/>
                    <a:pt x="26531" y="208271"/>
                  </a:cubicBezTo>
                  <a:cubicBezTo>
                    <a:pt x="26452" y="205987"/>
                    <a:pt x="26422" y="203720"/>
                    <a:pt x="26423" y="201436"/>
                  </a:cubicBezTo>
                  <a:cubicBezTo>
                    <a:pt x="26420" y="200718"/>
                    <a:pt x="26418" y="200001"/>
                    <a:pt x="26415" y="199262"/>
                  </a:cubicBezTo>
                  <a:cubicBezTo>
                    <a:pt x="26408" y="196877"/>
                    <a:pt x="26407" y="194493"/>
                    <a:pt x="26406" y="192109"/>
                  </a:cubicBezTo>
                  <a:cubicBezTo>
                    <a:pt x="26404" y="190460"/>
                    <a:pt x="26401" y="188811"/>
                    <a:pt x="26398" y="187163"/>
                  </a:cubicBezTo>
                  <a:cubicBezTo>
                    <a:pt x="26394" y="183702"/>
                    <a:pt x="26393" y="180241"/>
                    <a:pt x="26393" y="176781"/>
                  </a:cubicBezTo>
                  <a:cubicBezTo>
                    <a:pt x="26393" y="172334"/>
                    <a:pt x="26383" y="167887"/>
                    <a:pt x="26370" y="163440"/>
                  </a:cubicBezTo>
                  <a:cubicBezTo>
                    <a:pt x="26362" y="160033"/>
                    <a:pt x="26360" y="156627"/>
                    <a:pt x="26361" y="153221"/>
                  </a:cubicBezTo>
                  <a:cubicBezTo>
                    <a:pt x="26360" y="151581"/>
                    <a:pt x="26357" y="149941"/>
                    <a:pt x="26351" y="148300"/>
                  </a:cubicBezTo>
                  <a:cubicBezTo>
                    <a:pt x="26344" y="146012"/>
                    <a:pt x="26346" y="143724"/>
                    <a:pt x="26350" y="141436"/>
                  </a:cubicBezTo>
                  <a:cubicBezTo>
                    <a:pt x="26346" y="140751"/>
                    <a:pt x="26342" y="140066"/>
                    <a:pt x="26338" y="139361"/>
                  </a:cubicBezTo>
                  <a:cubicBezTo>
                    <a:pt x="26346" y="137773"/>
                    <a:pt x="26430" y="136186"/>
                    <a:pt x="26531" y="134601"/>
                  </a:cubicBezTo>
                  <a:cubicBezTo>
                    <a:pt x="28562" y="133586"/>
                    <a:pt x="30161" y="133766"/>
                    <a:pt x="32436" y="133767"/>
                  </a:cubicBezTo>
                  <a:cubicBezTo>
                    <a:pt x="33377" y="133766"/>
                    <a:pt x="34318" y="133765"/>
                    <a:pt x="35288" y="133764"/>
                  </a:cubicBezTo>
                  <a:cubicBezTo>
                    <a:pt x="36337" y="133767"/>
                    <a:pt x="37386" y="133770"/>
                    <a:pt x="38435" y="133772"/>
                  </a:cubicBezTo>
                  <a:cubicBezTo>
                    <a:pt x="39535" y="133773"/>
                    <a:pt x="40635" y="133773"/>
                    <a:pt x="41734" y="133772"/>
                  </a:cubicBezTo>
                  <a:cubicBezTo>
                    <a:pt x="44726" y="133772"/>
                    <a:pt x="47718" y="133776"/>
                    <a:pt x="50710" y="133781"/>
                  </a:cubicBezTo>
                  <a:cubicBezTo>
                    <a:pt x="53834" y="133786"/>
                    <a:pt x="56959" y="133787"/>
                    <a:pt x="60083" y="133787"/>
                  </a:cubicBezTo>
                  <a:cubicBezTo>
                    <a:pt x="66002" y="133790"/>
                    <a:pt x="71921" y="133796"/>
                    <a:pt x="77841" y="133803"/>
                  </a:cubicBezTo>
                  <a:cubicBezTo>
                    <a:pt x="84578" y="133812"/>
                    <a:pt x="91316" y="133816"/>
                    <a:pt x="98054" y="133819"/>
                  </a:cubicBezTo>
                  <a:cubicBezTo>
                    <a:pt x="111916" y="133827"/>
                    <a:pt x="125778" y="133840"/>
                    <a:pt x="139640" y="133857"/>
                  </a:cubicBezTo>
                  <a:cubicBezTo>
                    <a:pt x="139395" y="133120"/>
                    <a:pt x="139149" y="132384"/>
                    <a:pt x="138896" y="131625"/>
                  </a:cubicBezTo>
                  <a:cubicBezTo>
                    <a:pt x="138821" y="129901"/>
                    <a:pt x="138792" y="128176"/>
                    <a:pt x="138787" y="126450"/>
                  </a:cubicBezTo>
                  <a:cubicBezTo>
                    <a:pt x="138784" y="125921"/>
                    <a:pt x="138781" y="125391"/>
                    <a:pt x="138778" y="124846"/>
                  </a:cubicBezTo>
                  <a:cubicBezTo>
                    <a:pt x="138770" y="123067"/>
                    <a:pt x="138767" y="121288"/>
                    <a:pt x="138765" y="119509"/>
                  </a:cubicBezTo>
                  <a:cubicBezTo>
                    <a:pt x="138760" y="118235"/>
                    <a:pt x="138755" y="116962"/>
                    <a:pt x="138750" y="115688"/>
                  </a:cubicBezTo>
                  <a:cubicBezTo>
                    <a:pt x="138737" y="112226"/>
                    <a:pt x="138729" y="108764"/>
                    <a:pt x="138723" y="105301"/>
                  </a:cubicBezTo>
                  <a:cubicBezTo>
                    <a:pt x="138719" y="103140"/>
                    <a:pt x="138714" y="100979"/>
                    <a:pt x="138710" y="98818"/>
                  </a:cubicBezTo>
                  <a:cubicBezTo>
                    <a:pt x="138696" y="92062"/>
                    <a:pt x="138685" y="85306"/>
                    <a:pt x="138679" y="78550"/>
                  </a:cubicBezTo>
                  <a:cubicBezTo>
                    <a:pt x="138671" y="70740"/>
                    <a:pt x="138652" y="62930"/>
                    <a:pt x="138622" y="55120"/>
                  </a:cubicBezTo>
                  <a:cubicBezTo>
                    <a:pt x="138599" y="49090"/>
                    <a:pt x="138588" y="43059"/>
                    <a:pt x="138586" y="37028"/>
                  </a:cubicBezTo>
                  <a:cubicBezTo>
                    <a:pt x="138584" y="33423"/>
                    <a:pt x="138577" y="29818"/>
                    <a:pt x="138559" y="26212"/>
                  </a:cubicBezTo>
                  <a:cubicBezTo>
                    <a:pt x="138542" y="22824"/>
                    <a:pt x="138538" y="19437"/>
                    <a:pt x="138546" y="16048"/>
                  </a:cubicBezTo>
                  <a:cubicBezTo>
                    <a:pt x="138546" y="14802"/>
                    <a:pt x="138542" y="13556"/>
                    <a:pt x="138531" y="12310"/>
                  </a:cubicBezTo>
                  <a:cubicBezTo>
                    <a:pt x="138518" y="10614"/>
                    <a:pt x="138523" y="8919"/>
                    <a:pt x="138533" y="7224"/>
                  </a:cubicBezTo>
                  <a:cubicBezTo>
                    <a:pt x="138531" y="6273"/>
                    <a:pt x="138530" y="5322"/>
                    <a:pt x="138528" y="4343"/>
                  </a:cubicBezTo>
                  <a:cubicBezTo>
                    <a:pt x="138896" y="2144"/>
                    <a:pt x="138896" y="2144"/>
                    <a:pt x="140241" y="1094"/>
                  </a:cubicBezTo>
                  <a:cubicBezTo>
                    <a:pt x="142743" y="422"/>
                    <a:pt x="145217" y="449"/>
                    <a:pt x="147788" y="463"/>
                  </a:cubicBezTo>
                  <a:close/>
                </a:path>
              </a:pathLst>
            </a:custGeom>
            <a:grpFill/>
            <a:ln w="744" cap="flat">
              <a:noFill/>
              <a:prstDash val="solid"/>
              <a:miter/>
            </a:ln>
          </p:spPr>
          <p:txBody>
            <a:bodyPr rtlCol="0" anchor="ctr"/>
            <a:lstStyle/>
            <a:p>
              <a:endParaRPr lang="zh-CN" altLang="en-US"/>
            </a:p>
          </p:txBody>
        </p:sp>
        <p:sp>
          <p:nvSpPr>
            <p:cNvPr id="105" name="任意多边形: 形状 104"/>
            <p:cNvSpPr/>
            <p:nvPr/>
          </p:nvSpPr>
          <p:spPr>
            <a:xfrm>
              <a:off x="8528498" y="596456"/>
              <a:ext cx="418616" cy="236346"/>
            </a:xfrm>
            <a:custGeom>
              <a:avLst/>
              <a:gdLst>
                <a:gd name="connsiteX0" fmla="*/ 223745 w 418616"/>
                <a:gd name="connsiteY0" fmla="*/ 684 h 236346"/>
                <a:gd name="connsiteX1" fmla="*/ 227140 w 418616"/>
                <a:gd name="connsiteY1" fmla="*/ 498 h 236346"/>
                <a:gd name="connsiteX2" fmla="*/ 229003 w 418616"/>
                <a:gd name="connsiteY2" fmla="*/ 579 h 236346"/>
                <a:gd name="connsiteX3" fmla="*/ 230442 w 418616"/>
                <a:gd name="connsiteY3" fmla="*/ 684 h 236346"/>
                <a:gd name="connsiteX4" fmla="*/ 231186 w 418616"/>
                <a:gd name="connsiteY4" fmla="*/ 5149 h 236346"/>
                <a:gd name="connsiteX5" fmla="*/ 233419 w 418616"/>
                <a:gd name="connsiteY5" fmla="*/ 5149 h 236346"/>
                <a:gd name="connsiteX6" fmla="*/ 233651 w 418616"/>
                <a:gd name="connsiteY6" fmla="*/ 7660 h 236346"/>
                <a:gd name="connsiteX7" fmla="*/ 234163 w 418616"/>
                <a:gd name="connsiteY7" fmla="*/ 10358 h 236346"/>
                <a:gd name="connsiteX8" fmla="*/ 236395 w 418616"/>
                <a:gd name="connsiteY8" fmla="*/ 11846 h 236346"/>
                <a:gd name="connsiteX9" fmla="*/ 237139 w 418616"/>
                <a:gd name="connsiteY9" fmla="*/ 14822 h 236346"/>
                <a:gd name="connsiteX10" fmla="*/ 238302 w 418616"/>
                <a:gd name="connsiteY10" fmla="*/ 15892 h 236346"/>
                <a:gd name="connsiteX11" fmla="*/ 239511 w 418616"/>
                <a:gd name="connsiteY11" fmla="*/ 19055 h 236346"/>
                <a:gd name="connsiteX12" fmla="*/ 239372 w 418616"/>
                <a:gd name="connsiteY12" fmla="*/ 20776 h 236346"/>
                <a:gd name="connsiteX13" fmla="*/ 241604 w 418616"/>
                <a:gd name="connsiteY13" fmla="*/ 20776 h 236346"/>
                <a:gd name="connsiteX14" fmla="*/ 241837 w 418616"/>
                <a:gd name="connsiteY14" fmla="*/ 22915 h 236346"/>
                <a:gd name="connsiteX15" fmla="*/ 244581 w 418616"/>
                <a:gd name="connsiteY15" fmla="*/ 26729 h 236346"/>
                <a:gd name="connsiteX16" fmla="*/ 245325 w 418616"/>
                <a:gd name="connsiteY16" fmla="*/ 31194 h 236346"/>
                <a:gd name="connsiteX17" fmla="*/ 246813 w 418616"/>
                <a:gd name="connsiteY17" fmla="*/ 31938 h 236346"/>
                <a:gd name="connsiteX18" fmla="*/ 248301 w 418616"/>
                <a:gd name="connsiteY18" fmla="*/ 36403 h 236346"/>
                <a:gd name="connsiteX19" fmla="*/ 249790 w 418616"/>
                <a:gd name="connsiteY19" fmla="*/ 37147 h 236346"/>
                <a:gd name="connsiteX20" fmla="*/ 250115 w 418616"/>
                <a:gd name="connsiteY20" fmla="*/ 39751 h 236346"/>
                <a:gd name="connsiteX21" fmla="*/ 250534 w 418616"/>
                <a:gd name="connsiteY21" fmla="*/ 42356 h 236346"/>
                <a:gd name="connsiteX22" fmla="*/ 252766 w 418616"/>
                <a:gd name="connsiteY22" fmla="*/ 43100 h 236346"/>
                <a:gd name="connsiteX23" fmla="*/ 253208 w 418616"/>
                <a:gd name="connsiteY23" fmla="*/ 47704 h 236346"/>
                <a:gd name="connsiteX24" fmla="*/ 253510 w 418616"/>
                <a:gd name="connsiteY24" fmla="*/ 49053 h 236346"/>
                <a:gd name="connsiteX25" fmla="*/ 255743 w 418616"/>
                <a:gd name="connsiteY25" fmla="*/ 49797 h 236346"/>
                <a:gd name="connsiteX26" fmla="*/ 255882 w 418616"/>
                <a:gd name="connsiteY26" fmla="*/ 53192 h 236346"/>
                <a:gd name="connsiteX27" fmla="*/ 255821 w 418616"/>
                <a:gd name="connsiteY27" fmla="*/ 55055 h 236346"/>
                <a:gd name="connsiteX28" fmla="*/ 255743 w 418616"/>
                <a:gd name="connsiteY28" fmla="*/ 56494 h 236346"/>
                <a:gd name="connsiteX29" fmla="*/ 257975 w 418616"/>
                <a:gd name="connsiteY29" fmla="*/ 56494 h 236346"/>
                <a:gd name="connsiteX30" fmla="*/ 258339 w 418616"/>
                <a:gd name="connsiteY30" fmla="*/ 61073 h 236346"/>
                <a:gd name="connsiteX31" fmla="*/ 258719 w 418616"/>
                <a:gd name="connsiteY31" fmla="*/ 62447 h 236346"/>
                <a:gd name="connsiteX32" fmla="*/ 260952 w 418616"/>
                <a:gd name="connsiteY32" fmla="*/ 63192 h 236346"/>
                <a:gd name="connsiteX33" fmla="*/ 261394 w 418616"/>
                <a:gd name="connsiteY33" fmla="*/ 68377 h 236346"/>
                <a:gd name="connsiteX34" fmla="*/ 261696 w 418616"/>
                <a:gd name="connsiteY34" fmla="*/ 69889 h 236346"/>
                <a:gd name="connsiteX35" fmla="*/ 263928 w 418616"/>
                <a:gd name="connsiteY35" fmla="*/ 70633 h 236346"/>
                <a:gd name="connsiteX36" fmla="*/ 264347 w 418616"/>
                <a:gd name="connsiteY36" fmla="*/ 74354 h 236346"/>
                <a:gd name="connsiteX37" fmla="*/ 264672 w 418616"/>
                <a:gd name="connsiteY37" fmla="*/ 78074 h 236346"/>
                <a:gd name="connsiteX38" fmla="*/ 266161 w 418616"/>
                <a:gd name="connsiteY38" fmla="*/ 78819 h 236346"/>
                <a:gd name="connsiteX39" fmla="*/ 266626 w 418616"/>
                <a:gd name="connsiteY39" fmla="*/ 83702 h 236346"/>
                <a:gd name="connsiteX40" fmla="*/ 266794 w 418616"/>
                <a:gd name="connsiteY40" fmla="*/ 86402 h 236346"/>
                <a:gd name="connsiteX41" fmla="*/ 266905 w 418616"/>
                <a:gd name="connsiteY41" fmla="*/ 88492 h 236346"/>
                <a:gd name="connsiteX42" fmla="*/ 269137 w 418616"/>
                <a:gd name="connsiteY42" fmla="*/ 88492 h 236346"/>
                <a:gd name="connsiteX43" fmla="*/ 268393 w 418616"/>
                <a:gd name="connsiteY43" fmla="*/ 92213 h 236346"/>
                <a:gd name="connsiteX44" fmla="*/ 263184 w 418616"/>
                <a:gd name="connsiteY44" fmla="*/ 93701 h 236346"/>
                <a:gd name="connsiteX45" fmla="*/ 262440 w 418616"/>
                <a:gd name="connsiteY45" fmla="*/ 95934 h 236346"/>
                <a:gd name="connsiteX46" fmla="*/ 259138 w 418616"/>
                <a:gd name="connsiteY46" fmla="*/ 96724 h 236346"/>
                <a:gd name="connsiteX47" fmla="*/ 254255 w 418616"/>
                <a:gd name="connsiteY47" fmla="*/ 98910 h 236346"/>
                <a:gd name="connsiteX48" fmla="*/ 271021 w 418616"/>
                <a:gd name="connsiteY48" fmla="*/ 99180 h 236346"/>
                <a:gd name="connsiteX49" fmla="*/ 278806 w 418616"/>
                <a:gd name="connsiteY49" fmla="*/ 99303 h 236346"/>
                <a:gd name="connsiteX50" fmla="*/ 287755 w 418616"/>
                <a:gd name="connsiteY50" fmla="*/ 99419 h 236346"/>
                <a:gd name="connsiteX51" fmla="*/ 290581 w 418616"/>
                <a:gd name="connsiteY51" fmla="*/ 99501 h 236346"/>
                <a:gd name="connsiteX52" fmla="*/ 297415 w 418616"/>
                <a:gd name="connsiteY52" fmla="*/ 98910 h 236346"/>
                <a:gd name="connsiteX53" fmla="*/ 299647 w 418616"/>
                <a:gd name="connsiteY53" fmla="*/ 93701 h 236346"/>
                <a:gd name="connsiteX54" fmla="*/ 301880 w 418616"/>
                <a:gd name="connsiteY54" fmla="*/ 93701 h 236346"/>
                <a:gd name="connsiteX55" fmla="*/ 301880 w 418616"/>
                <a:gd name="connsiteY55" fmla="*/ 87748 h 236346"/>
                <a:gd name="connsiteX56" fmla="*/ 304112 w 418616"/>
                <a:gd name="connsiteY56" fmla="*/ 87748 h 236346"/>
                <a:gd name="connsiteX57" fmla="*/ 304344 w 418616"/>
                <a:gd name="connsiteY57" fmla="*/ 85655 h 236346"/>
                <a:gd name="connsiteX58" fmla="*/ 307088 w 418616"/>
                <a:gd name="connsiteY58" fmla="*/ 81051 h 236346"/>
                <a:gd name="connsiteX59" fmla="*/ 307833 w 418616"/>
                <a:gd name="connsiteY59" fmla="*/ 77330 h 236346"/>
                <a:gd name="connsiteX60" fmla="*/ 309321 w 418616"/>
                <a:gd name="connsiteY60" fmla="*/ 76586 h 236346"/>
                <a:gd name="connsiteX61" fmla="*/ 310065 w 418616"/>
                <a:gd name="connsiteY61" fmla="*/ 72121 h 236346"/>
                <a:gd name="connsiteX62" fmla="*/ 312297 w 418616"/>
                <a:gd name="connsiteY62" fmla="*/ 72121 h 236346"/>
                <a:gd name="connsiteX63" fmla="*/ 312577 w 418616"/>
                <a:gd name="connsiteY63" fmla="*/ 69191 h 236346"/>
                <a:gd name="connsiteX64" fmla="*/ 313042 w 418616"/>
                <a:gd name="connsiteY64" fmla="*/ 66168 h 236346"/>
                <a:gd name="connsiteX65" fmla="*/ 314530 w 418616"/>
                <a:gd name="connsiteY65" fmla="*/ 65424 h 236346"/>
                <a:gd name="connsiteX66" fmla="*/ 315274 w 418616"/>
                <a:gd name="connsiteY66" fmla="*/ 62820 h 236346"/>
                <a:gd name="connsiteX67" fmla="*/ 316018 w 418616"/>
                <a:gd name="connsiteY67" fmla="*/ 60215 h 236346"/>
                <a:gd name="connsiteX68" fmla="*/ 317506 w 418616"/>
                <a:gd name="connsiteY68" fmla="*/ 59471 h 236346"/>
                <a:gd name="connsiteX69" fmla="*/ 318251 w 418616"/>
                <a:gd name="connsiteY69" fmla="*/ 54262 h 236346"/>
                <a:gd name="connsiteX70" fmla="*/ 320483 w 418616"/>
                <a:gd name="connsiteY70" fmla="*/ 54262 h 236346"/>
                <a:gd name="connsiteX71" fmla="*/ 320762 w 418616"/>
                <a:gd name="connsiteY71" fmla="*/ 51332 h 236346"/>
                <a:gd name="connsiteX72" fmla="*/ 321227 w 418616"/>
                <a:gd name="connsiteY72" fmla="*/ 48309 h 236346"/>
                <a:gd name="connsiteX73" fmla="*/ 322715 w 418616"/>
                <a:gd name="connsiteY73" fmla="*/ 47565 h 236346"/>
                <a:gd name="connsiteX74" fmla="*/ 323460 w 418616"/>
                <a:gd name="connsiteY74" fmla="*/ 44960 h 236346"/>
                <a:gd name="connsiteX75" fmla="*/ 324204 w 418616"/>
                <a:gd name="connsiteY75" fmla="*/ 42356 h 236346"/>
                <a:gd name="connsiteX76" fmla="*/ 325692 w 418616"/>
                <a:gd name="connsiteY76" fmla="*/ 41612 h 236346"/>
                <a:gd name="connsiteX77" fmla="*/ 326108 w 418616"/>
                <a:gd name="connsiteY77" fmla="*/ 36426 h 236346"/>
                <a:gd name="connsiteX78" fmla="*/ 326436 w 418616"/>
                <a:gd name="connsiteY78" fmla="*/ 34914 h 236346"/>
                <a:gd name="connsiteX79" fmla="*/ 328669 w 418616"/>
                <a:gd name="connsiteY79" fmla="*/ 34170 h 236346"/>
                <a:gd name="connsiteX80" fmla="*/ 330157 w 418616"/>
                <a:gd name="connsiteY80" fmla="*/ 28961 h 236346"/>
                <a:gd name="connsiteX81" fmla="*/ 331645 w 418616"/>
                <a:gd name="connsiteY81" fmla="*/ 28217 h 236346"/>
                <a:gd name="connsiteX82" fmla="*/ 332017 w 418616"/>
                <a:gd name="connsiteY82" fmla="*/ 24868 h 236346"/>
                <a:gd name="connsiteX83" fmla="*/ 332389 w 418616"/>
                <a:gd name="connsiteY83" fmla="*/ 21520 h 236346"/>
                <a:gd name="connsiteX84" fmla="*/ 333878 w 418616"/>
                <a:gd name="connsiteY84" fmla="*/ 20776 h 236346"/>
                <a:gd name="connsiteX85" fmla="*/ 334343 w 418616"/>
                <a:gd name="connsiteY85" fmla="*/ 17753 h 236346"/>
                <a:gd name="connsiteX86" fmla="*/ 334622 w 418616"/>
                <a:gd name="connsiteY86" fmla="*/ 14822 h 236346"/>
                <a:gd name="connsiteX87" fmla="*/ 336854 w 418616"/>
                <a:gd name="connsiteY87" fmla="*/ 14822 h 236346"/>
                <a:gd name="connsiteX88" fmla="*/ 337087 w 418616"/>
                <a:gd name="connsiteY88" fmla="*/ 12985 h 236346"/>
                <a:gd name="connsiteX89" fmla="*/ 337598 w 418616"/>
                <a:gd name="connsiteY89" fmla="*/ 11102 h 236346"/>
                <a:gd name="connsiteX90" fmla="*/ 342063 w 418616"/>
                <a:gd name="connsiteY90" fmla="*/ 10730 h 236346"/>
                <a:gd name="connsiteX91" fmla="*/ 344528 w 418616"/>
                <a:gd name="connsiteY91" fmla="*/ 10753 h 236346"/>
                <a:gd name="connsiteX92" fmla="*/ 346528 w 418616"/>
                <a:gd name="connsiteY92" fmla="*/ 11102 h 236346"/>
                <a:gd name="connsiteX93" fmla="*/ 347272 w 418616"/>
                <a:gd name="connsiteY93" fmla="*/ 13334 h 236346"/>
                <a:gd name="connsiteX94" fmla="*/ 353621 w 418616"/>
                <a:gd name="connsiteY94" fmla="*/ 13703 h 236346"/>
                <a:gd name="connsiteX95" fmla="*/ 355458 w 418616"/>
                <a:gd name="connsiteY95" fmla="*/ 14078 h 236346"/>
                <a:gd name="connsiteX96" fmla="*/ 355827 w 418616"/>
                <a:gd name="connsiteY96" fmla="*/ 15558 h 236346"/>
                <a:gd name="connsiteX97" fmla="*/ 356202 w 418616"/>
                <a:gd name="connsiteY97" fmla="*/ 17055 h 236346"/>
                <a:gd name="connsiteX98" fmla="*/ 360341 w 418616"/>
                <a:gd name="connsiteY98" fmla="*/ 17613 h 236346"/>
                <a:gd name="connsiteX99" fmla="*/ 362623 w 418616"/>
                <a:gd name="connsiteY99" fmla="*/ 17741 h 236346"/>
                <a:gd name="connsiteX100" fmla="*/ 364387 w 418616"/>
                <a:gd name="connsiteY100" fmla="*/ 17799 h 236346"/>
                <a:gd name="connsiteX101" fmla="*/ 364387 w 418616"/>
                <a:gd name="connsiteY101" fmla="*/ 20776 h 236346"/>
                <a:gd name="connsiteX102" fmla="*/ 365937 w 418616"/>
                <a:gd name="connsiteY102" fmla="*/ 20749 h 236346"/>
                <a:gd name="connsiteX103" fmla="*/ 367969 w 418616"/>
                <a:gd name="connsiteY103" fmla="*/ 20729 h 236346"/>
                <a:gd name="connsiteX104" fmla="*/ 369983 w 418616"/>
                <a:gd name="connsiteY104" fmla="*/ 20703 h 236346"/>
                <a:gd name="connsiteX105" fmla="*/ 374061 w 418616"/>
                <a:gd name="connsiteY105" fmla="*/ 21520 h 236346"/>
                <a:gd name="connsiteX106" fmla="*/ 374805 w 418616"/>
                <a:gd name="connsiteY106" fmla="*/ 23752 h 236346"/>
                <a:gd name="connsiteX107" fmla="*/ 381154 w 418616"/>
                <a:gd name="connsiteY107" fmla="*/ 24121 h 236346"/>
                <a:gd name="connsiteX108" fmla="*/ 382991 w 418616"/>
                <a:gd name="connsiteY108" fmla="*/ 24496 h 236346"/>
                <a:gd name="connsiteX109" fmla="*/ 383360 w 418616"/>
                <a:gd name="connsiteY109" fmla="*/ 25976 h 236346"/>
                <a:gd name="connsiteX110" fmla="*/ 383735 w 418616"/>
                <a:gd name="connsiteY110" fmla="*/ 27473 h 236346"/>
                <a:gd name="connsiteX111" fmla="*/ 387874 w 418616"/>
                <a:gd name="connsiteY111" fmla="*/ 28031 h 236346"/>
                <a:gd name="connsiteX112" fmla="*/ 390156 w 418616"/>
                <a:gd name="connsiteY112" fmla="*/ 28159 h 236346"/>
                <a:gd name="connsiteX113" fmla="*/ 391921 w 418616"/>
                <a:gd name="connsiteY113" fmla="*/ 28217 h 236346"/>
                <a:gd name="connsiteX114" fmla="*/ 391921 w 418616"/>
                <a:gd name="connsiteY114" fmla="*/ 31194 h 236346"/>
                <a:gd name="connsiteX115" fmla="*/ 400106 w 418616"/>
                <a:gd name="connsiteY115" fmla="*/ 31194 h 236346"/>
                <a:gd name="connsiteX116" fmla="*/ 400246 w 418616"/>
                <a:gd name="connsiteY116" fmla="*/ 35984 h 236346"/>
                <a:gd name="connsiteX117" fmla="*/ 400324 w 418616"/>
                <a:gd name="connsiteY117" fmla="*/ 38679 h 236346"/>
                <a:gd name="connsiteX118" fmla="*/ 400106 w 418616"/>
                <a:gd name="connsiteY118" fmla="*/ 40867 h 236346"/>
                <a:gd name="connsiteX119" fmla="*/ 397874 w 418616"/>
                <a:gd name="connsiteY119" fmla="*/ 41612 h 236346"/>
                <a:gd name="connsiteX120" fmla="*/ 397130 w 418616"/>
                <a:gd name="connsiteY120" fmla="*/ 44588 h 236346"/>
                <a:gd name="connsiteX121" fmla="*/ 395641 w 418616"/>
                <a:gd name="connsiteY121" fmla="*/ 45332 h 236346"/>
                <a:gd name="connsiteX122" fmla="*/ 395316 w 418616"/>
                <a:gd name="connsiteY122" fmla="*/ 47518 h 236346"/>
                <a:gd name="connsiteX123" fmla="*/ 394897 w 418616"/>
                <a:gd name="connsiteY123" fmla="*/ 49797 h 236346"/>
                <a:gd name="connsiteX124" fmla="*/ 392665 w 418616"/>
                <a:gd name="connsiteY124" fmla="*/ 51285 h 236346"/>
                <a:gd name="connsiteX125" fmla="*/ 392293 w 418616"/>
                <a:gd name="connsiteY125" fmla="*/ 52774 h 236346"/>
                <a:gd name="connsiteX126" fmla="*/ 389688 w 418616"/>
                <a:gd name="connsiteY126" fmla="*/ 55750 h 236346"/>
                <a:gd name="connsiteX127" fmla="*/ 388944 w 418616"/>
                <a:gd name="connsiteY127" fmla="*/ 58727 h 236346"/>
                <a:gd name="connsiteX128" fmla="*/ 387456 w 418616"/>
                <a:gd name="connsiteY128" fmla="*/ 59471 h 236346"/>
                <a:gd name="connsiteX129" fmla="*/ 386712 w 418616"/>
                <a:gd name="connsiteY129" fmla="*/ 61750 h 236346"/>
                <a:gd name="connsiteX130" fmla="*/ 385967 w 418616"/>
                <a:gd name="connsiteY130" fmla="*/ 63936 h 236346"/>
                <a:gd name="connsiteX131" fmla="*/ 384479 w 418616"/>
                <a:gd name="connsiteY131" fmla="*/ 63936 h 236346"/>
                <a:gd name="connsiteX132" fmla="*/ 384200 w 418616"/>
                <a:gd name="connsiteY132" fmla="*/ 66122 h 236346"/>
                <a:gd name="connsiteX133" fmla="*/ 383735 w 418616"/>
                <a:gd name="connsiteY133" fmla="*/ 68401 h 236346"/>
                <a:gd name="connsiteX134" fmla="*/ 382247 w 418616"/>
                <a:gd name="connsiteY134" fmla="*/ 69145 h 236346"/>
                <a:gd name="connsiteX135" fmla="*/ 380758 w 418616"/>
                <a:gd name="connsiteY135" fmla="*/ 72865 h 236346"/>
                <a:gd name="connsiteX136" fmla="*/ 377317 w 418616"/>
                <a:gd name="connsiteY136" fmla="*/ 77749 h 236346"/>
                <a:gd name="connsiteX137" fmla="*/ 375922 w 418616"/>
                <a:gd name="connsiteY137" fmla="*/ 80400 h 236346"/>
                <a:gd name="connsiteX138" fmla="*/ 375549 w 418616"/>
                <a:gd name="connsiteY138" fmla="*/ 81795 h 236346"/>
                <a:gd name="connsiteX139" fmla="*/ 373317 w 418616"/>
                <a:gd name="connsiteY139" fmla="*/ 82539 h 236346"/>
                <a:gd name="connsiteX140" fmla="*/ 372573 w 418616"/>
                <a:gd name="connsiteY140" fmla="*/ 86260 h 236346"/>
                <a:gd name="connsiteX141" fmla="*/ 371085 w 418616"/>
                <a:gd name="connsiteY141" fmla="*/ 87004 h 236346"/>
                <a:gd name="connsiteX142" fmla="*/ 370340 w 418616"/>
                <a:gd name="connsiteY142" fmla="*/ 89237 h 236346"/>
                <a:gd name="connsiteX143" fmla="*/ 368108 w 418616"/>
                <a:gd name="connsiteY143" fmla="*/ 92213 h 236346"/>
                <a:gd name="connsiteX144" fmla="*/ 367875 w 418616"/>
                <a:gd name="connsiteY144" fmla="*/ 93515 h 236346"/>
                <a:gd name="connsiteX145" fmla="*/ 363643 w 418616"/>
                <a:gd name="connsiteY145" fmla="*/ 98910 h 236346"/>
                <a:gd name="connsiteX146" fmla="*/ 363643 w 418616"/>
                <a:gd name="connsiteY146" fmla="*/ 99654 h 236346"/>
                <a:gd name="connsiteX147" fmla="*/ 366119 w 418616"/>
                <a:gd name="connsiteY147" fmla="*/ 99639 h 236346"/>
                <a:gd name="connsiteX148" fmla="*/ 389180 w 418616"/>
                <a:gd name="connsiteY148" fmla="*/ 99539 h 236346"/>
                <a:gd name="connsiteX149" fmla="*/ 401037 w 418616"/>
                <a:gd name="connsiteY149" fmla="*/ 99486 h 236346"/>
                <a:gd name="connsiteX150" fmla="*/ 412472 w 418616"/>
                <a:gd name="connsiteY150" fmla="*/ 99443 h 236346"/>
                <a:gd name="connsiteX151" fmla="*/ 416843 w 418616"/>
                <a:gd name="connsiteY151" fmla="*/ 99418 h 236346"/>
                <a:gd name="connsiteX152" fmla="*/ 422947 w 418616"/>
                <a:gd name="connsiteY152" fmla="*/ 99401 h 236346"/>
                <a:gd name="connsiteX153" fmla="*/ 424787 w 418616"/>
                <a:gd name="connsiteY153" fmla="*/ 99377 h 236346"/>
                <a:gd name="connsiteX154" fmla="*/ 429128 w 418616"/>
                <a:gd name="connsiteY154" fmla="*/ 99654 h 236346"/>
                <a:gd name="connsiteX155" fmla="*/ 430805 w 418616"/>
                <a:gd name="connsiteY155" fmla="*/ 107202 h 236346"/>
                <a:gd name="connsiteX156" fmla="*/ 430812 w 418616"/>
                <a:gd name="connsiteY156" fmla="*/ 108853 h 236346"/>
                <a:gd name="connsiteX157" fmla="*/ 430808 w 418616"/>
                <a:gd name="connsiteY157" fmla="*/ 114344 h 236346"/>
                <a:gd name="connsiteX158" fmla="*/ 430816 w 418616"/>
                <a:gd name="connsiteY158" fmla="*/ 118275 h 236346"/>
                <a:gd name="connsiteX159" fmla="*/ 430816 w 418616"/>
                <a:gd name="connsiteY159" fmla="*/ 128961 h 236346"/>
                <a:gd name="connsiteX160" fmla="*/ 430818 w 418616"/>
                <a:gd name="connsiteY160" fmla="*/ 140129 h 236346"/>
                <a:gd name="connsiteX161" fmla="*/ 430810 w 418616"/>
                <a:gd name="connsiteY161" fmla="*/ 158883 h 236346"/>
                <a:gd name="connsiteX162" fmla="*/ 430813 w 418616"/>
                <a:gd name="connsiteY162" fmla="*/ 180589 h 236346"/>
                <a:gd name="connsiteX163" fmla="*/ 430816 w 418616"/>
                <a:gd name="connsiteY163" fmla="*/ 199203 h 236346"/>
                <a:gd name="connsiteX164" fmla="*/ 430819 w 418616"/>
                <a:gd name="connsiteY164" fmla="*/ 210331 h 236346"/>
                <a:gd name="connsiteX165" fmla="*/ 430811 w 418616"/>
                <a:gd name="connsiteY165" fmla="*/ 220788 h 236346"/>
                <a:gd name="connsiteX166" fmla="*/ 430813 w 418616"/>
                <a:gd name="connsiteY166" fmla="*/ 224634 h 236346"/>
                <a:gd name="connsiteX167" fmla="*/ 430805 w 418616"/>
                <a:gd name="connsiteY167" fmla="*/ 229867 h 236346"/>
                <a:gd name="connsiteX168" fmla="*/ 430803 w 418616"/>
                <a:gd name="connsiteY168" fmla="*/ 232831 h 236346"/>
                <a:gd name="connsiteX169" fmla="*/ 429128 w 418616"/>
                <a:gd name="connsiteY169" fmla="*/ 236576 h 236346"/>
                <a:gd name="connsiteX170" fmla="*/ 423449 w 418616"/>
                <a:gd name="connsiteY170" fmla="*/ 236769 h 236346"/>
                <a:gd name="connsiteX171" fmla="*/ 421674 w 418616"/>
                <a:gd name="connsiteY171" fmla="*/ 236777 h 236346"/>
                <a:gd name="connsiteX172" fmla="*/ 415849 w 418616"/>
                <a:gd name="connsiteY172" fmla="*/ 236774 h 236346"/>
                <a:gd name="connsiteX173" fmla="*/ 411812 w 418616"/>
                <a:gd name="connsiteY173" fmla="*/ 236778 h 236346"/>
                <a:gd name="connsiteX174" fmla="*/ 403345 w 418616"/>
                <a:gd name="connsiteY174" fmla="*/ 236770 h 236346"/>
                <a:gd name="connsiteX175" fmla="*/ 392474 w 418616"/>
                <a:gd name="connsiteY175" fmla="*/ 236776 h 236346"/>
                <a:gd name="connsiteX176" fmla="*/ 384136 w 418616"/>
                <a:gd name="connsiteY176" fmla="*/ 236776 h 236346"/>
                <a:gd name="connsiteX177" fmla="*/ 380127 w 418616"/>
                <a:gd name="connsiteY177" fmla="*/ 236779 h 236346"/>
                <a:gd name="connsiteX178" fmla="*/ 374531 w 418616"/>
                <a:gd name="connsiteY178" fmla="*/ 236769 h 236346"/>
                <a:gd name="connsiteX179" fmla="*/ 372846 w 418616"/>
                <a:gd name="connsiteY179" fmla="*/ 236778 h 236346"/>
                <a:gd name="connsiteX180" fmla="*/ 367364 w 418616"/>
                <a:gd name="connsiteY180" fmla="*/ 235088 h 236346"/>
                <a:gd name="connsiteX181" fmla="*/ 367183 w 418616"/>
                <a:gd name="connsiteY181" fmla="*/ 229080 h 236346"/>
                <a:gd name="connsiteX182" fmla="*/ 367179 w 418616"/>
                <a:gd name="connsiteY182" fmla="*/ 227199 h 236346"/>
                <a:gd name="connsiteX183" fmla="*/ 367192 w 418616"/>
                <a:gd name="connsiteY183" fmla="*/ 221022 h 236346"/>
                <a:gd name="connsiteX184" fmla="*/ 367193 w 418616"/>
                <a:gd name="connsiteY184" fmla="*/ 216740 h 236346"/>
                <a:gd name="connsiteX185" fmla="*/ 367211 w 418616"/>
                <a:gd name="connsiteY185" fmla="*/ 207756 h 236346"/>
                <a:gd name="connsiteX186" fmla="*/ 367226 w 418616"/>
                <a:gd name="connsiteY186" fmla="*/ 196230 h 236346"/>
                <a:gd name="connsiteX187" fmla="*/ 367235 w 418616"/>
                <a:gd name="connsiteY187" fmla="*/ 187385 h 236346"/>
                <a:gd name="connsiteX188" fmla="*/ 367240 w 418616"/>
                <a:gd name="connsiteY188" fmla="*/ 183134 h 236346"/>
                <a:gd name="connsiteX189" fmla="*/ 367256 w 418616"/>
                <a:gd name="connsiteY189" fmla="*/ 177196 h 236346"/>
                <a:gd name="connsiteX190" fmla="*/ 367255 w 418616"/>
                <a:gd name="connsiteY190" fmla="*/ 175414 h 236346"/>
                <a:gd name="connsiteX191" fmla="*/ 368108 w 418616"/>
                <a:gd name="connsiteY191" fmla="*/ 168860 h 236346"/>
                <a:gd name="connsiteX192" fmla="*/ 71940 w 418616"/>
                <a:gd name="connsiteY192" fmla="*/ 168115 h 236346"/>
                <a:gd name="connsiteX193" fmla="*/ 72684 w 418616"/>
                <a:gd name="connsiteY193" fmla="*/ 171092 h 236346"/>
                <a:gd name="connsiteX194" fmla="*/ 72780 w 418616"/>
                <a:gd name="connsiteY194" fmla="*/ 177281 h 236346"/>
                <a:gd name="connsiteX195" fmla="*/ 72784 w 418616"/>
                <a:gd name="connsiteY195" fmla="*/ 179166 h 236346"/>
                <a:gd name="connsiteX196" fmla="*/ 72783 w 418616"/>
                <a:gd name="connsiteY196" fmla="*/ 185329 h 236346"/>
                <a:gd name="connsiteX197" fmla="*/ 72785 w 418616"/>
                <a:gd name="connsiteY197" fmla="*/ 189610 h 236346"/>
                <a:gd name="connsiteX198" fmla="*/ 72781 w 418616"/>
                <a:gd name="connsiteY198" fmla="*/ 198577 h 236346"/>
                <a:gd name="connsiteX199" fmla="*/ 72784 w 418616"/>
                <a:gd name="connsiteY199" fmla="*/ 210088 h 236346"/>
                <a:gd name="connsiteX200" fmla="*/ 72784 w 418616"/>
                <a:gd name="connsiteY200" fmla="*/ 218924 h 236346"/>
                <a:gd name="connsiteX201" fmla="*/ 72786 w 418616"/>
                <a:gd name="connsiteY201" fmla="*/ 223170 h 236346"/>
                <a:gd name="connsiteX202" fmla="*/ 72780 w 418616"/>
                <a:gd name="connsiteY202" fmla="*/ 229092 h 236346"/>
                <a:gd name="connsiteX203" fmla="*/ 72785 w 418616"/>
                <a:gd name="connsiteY203" fmla="*/ 230875 h 236346"/>
                <a:gd name="connsiteX204" fmla="*/ 71940 w 418616"/>
                <a:gd name="connsiteY204" fmla="*/ 236576 h 236346"/>
                <a:gd name="connsiteX205" fmla="*/ 66551 w 418616"/>
                <a:gd name="connsiteY205" fmla="*/ 236757 h 236346"/>
                <a:gd name="connsiteX206" fmla="*/ 64842 w 418616"/>
                <a:gd name="connsiteY206" fmla="*/ 236761 h 236346"/>
                <a:gd name="connsiteX207" fmla="*/ 59223 w 418616"/>
                <a:gd name="connsiteY207" fmla="*/ 236748 h 236346"/>
                <a:gd name="connsiteX208" fmla="*/ 55333 w 418616"/>
                <a:gd name="connsiteY208" fmla="*/ 236747 h 236346"/>
                <a:gd name="connsiteX209" fmla="*/ 47167 w 418616"/>
                <a:gd name="connsiteY209" fmla="*/ 236730 h 236346"/>
                <a:gd name="connsiteX210" fmla="*/ 36684 w 418616"/>
                <a:gd name="connsiteY210" fmla="*/ 236715 h 236346"/>
                <a:gd name="connsiteX211" fmla="*/ 28647 w 418616"/>
                <a:gd name="connsiteY211" fmla="*/ 236705 h 236346"/>
                <a:gd name="connsiteX212" fmla="*/ 24781 w 418616"/>
                <a:gd name="connsiteY212" fmla="*/ 236701 h 236346"/>
                <a:gd name="connsiteX213" fmla="*/ 19382 w 418616"/>
                <a:gd name="connsiteY213" fmla="*/ 236684 h 236346"/>
                <a:gd name="connsiteX214" fmla="*/ 17757 w 418616"/>
                <a:gd name="connsiteY214" fmla="*/ 236685 h 236346"/>
                <a:gd name="connsiteX215" fmla="*/ 12409 w 418616"/>
                <a:gd name="connsiteY215" fmla="*/ 235832 h 236346"/>
                <a:gd name="connsiteX216" fmla="*/ 12220 w 418616"/>
                <a:gd name="connsiteY216" fmla="*/ 230606 h 236346"/>
                <a:gd name="connsiteX217" fmla="*/ 12213 w 418616"/>
                <a:gd name="connsiteY217" fmla="*/ 228930 h 236346"/>
                <a:gd name="connsiteX218" fmla="*/ 12216 w 418616"/>
                <a:gd name="connsiteY218" fmla="*/ 223327 h 236346"/>
                <a:gd name="connsiteX219" fmla="*/ 12208 w 418616"/>
                <a:gd name="connsiteY219" fmla="*/ 219328 h 236346"/>
                <a:gd name="connsiteX220" fmla="*/ 12209 w 418616"/>
                <a:gd name="connsiteY220" fmla="*/ 208433 h 236346"/>
                <a:gd name="connsiteX221" fmla="*/ 12207 w 418616"/>
                <a:gd name="connsiteY221" fmla="*/ 197059 h 236346"/>
                <a:gd name="connsiteX222" fmla="*/ 12215 w 418616"/>
                <a:gd name="connsiteY222" fmla="*/ 177953 h 236346"/>
                <a:gd name="connsiteX223" fmla="*/ 12212 w 418616"/>
                <a:gd name="connsiteY223" fmla="*/ 155832 h 236346"/>
                <a:gd name="connsiteX224" fmla="*/ 12208 w 418616"/>
                <a:gd name="connsiteY224" fmla="*/ 136874 h 236346"/>
                <a:gd name="connsiteX225" fmla="*/ 12206 w 418616"/>
                <a:gd name="connsiteY225" fmla="*/ 125536 h 236346"/>
                <a:gd name="connsiteX226" fmla="*/ 12213 w 418616"/>
                <a:gd name="connsiteY226" fmla="*/ 114880 h 236346"/>
                <a:gd name="connsiteX227" fmla="*/ 12211 w 418616"/>
                <a:gd name="connsiteY227" fmla="*/ 110957 h 236346"/>
                <a:gd name="connsiteX228" fmla="*/ 12220 w 418616"/>
                <a:gd name="connsiteY228" fmla="*/ 105625 h 236346"/>
                <a:gd name="connsiteX229" fmla="*/ 12210 w 418616"/>
                <a:gd name="connsiteY229" fmla="*/ 104036 h 236346"/>
                <a:gd name="connsiteX230" fmla="*/ 12409 w 418616"/>
                <a:gd name="connsiteY230" fmla="*/ 100399 h 236346"/>
                <a:gd name="connsiteX231" fmla="*/ 20487 w 418616"/>
                <a:gd name="connsiteY231" fmla="*/ 99502 h 236346"/>
                <a:gd name="connsiteX232" fmla="*/ 22555 w 418616"/>
                <a:gd name="connsiteY232" fmla="*/ 99479 h 236346"/>
                <a:gd name="connsiteX233" fmla="*/ 29344 w 418616"/>
                <a:gd name="connsiteY233" fmla="*/ 99419 h 236346"/>
                <a:gd name="connsiteX234" fmla="*/ 34042 w 418616"/>
                <a:gd name="connsiteY234" fmla="*/ 99372 h 236346"/>
                <a:gd name="connsiteX235" fmla="*/ 46425 w 418616"/>
                <a:gd name="connsiteY235" fmla="*/ 99258 h 236346"/>
                <a:gd name="connsiteX236" fmla="*/ 59054 w 418616"/>
                <a:gd name="connsiteY236" fmla="*/ 99139 h 236346"/>
                <a:gd name="connsiteX237" fmla="*/ 83846 w 418616"/>
                <a:gd name="connsiteY237" fmla="*/ 98910 h 236346"/>
                <a:gd name="connsiteX238" fmla="*/ 80870 w 418616"/>
                <a:gd name="connsiteY238" fmla="*/ 94446 h 236346"/>
                <a:gd name="connsiteX239" fmla="*/ 80126 w 418616"/>
                <a:gd name="connsiteY239" fmla="*/ 89237 h 236346"/>
                <a:gd name="connsiteX240" fmla="*/ 77893 w 418616"/>
                <a:gd name="connsiteY240" fmla="*/ 89237 h 236346"/>
                <a:gd name="connsiteX241" fmla="*/ 77149 w 418616"/>
                <a:gd name="connsiteY241" fmla="*/ 83283 h 236346"/>
                <a:gd name="connsiteX242" fmla="*/ 74917 w 418616"/>
                <a:gd name="connsiteY242" fmla="*/ 83283 h 236346"/>
                <a:gd name="connsiteX243" fmla="*/ 75056 w 418616"/>
                <a:gd name="connsiteY243" fmla="*/ 81516 h 236346"/>
                <a:gd name="connsiteX244" fmla="*/ 74917 w 418616"/>
                <a:gd name="connsiteY244" fmla="*/ 79563 h 236346"/>
                <a:gd name="connsiteX245" fmla="*/ 72684 w 418616"/>
                <a:gd name="connsiteY245" fmla="*/ 78074 h 236346"/>
                <a:gd name="connsiteX246" fmla="*/ 71196 w 418616"/>
                <a:gd name="connsiteY246" fmla="*/ 73610 h 236346"/>
                <a:gd name="connsiteX247" fmla="*/ 69708 w 418616"/>
                <a:gd name="connsiteY247" fmla="*/ 73610 h 236346"/>
                <a:gd name="connsiteX248" fmla="*/ 69847 w 418616"/>
                <a:gd name="connsiteY248" fmla="*/ 71052 h 236346"/>
                <a:gd name="connsiteX249" fmla="*/ 69708 w 418616"/>
                <a:gd name="connsiteY249" fmla="*/ 68401 h 236346"/>
                <a:gd name="connsiteX250" fmla="*/ 67475 w 418616"/>
                <a:gd name="connsiteY250" fmla="*/ 67656 h 236346"/>
                <a:gd name="connsiteX251" fmla="*/ 65987 w 418616"/>
                <a:gd name="connsiteY251" fmla="*/ 63936 h 236346"/>
                <a:gd name="connsiteX252" fmla="*/ 64499 w 418616"/>
                <a:gd name="connsiteY252" fmla="*/ 63192 h 236346"/>
                <a:gd name="connsiteX253" fmla="*/ 63010 w 418616"/>
                <a:gd name="connsiteY253" fmla="*/ 58727 h 236346"/>
                <a:gd name="connsiteX254" fmla="*/ 61522 w 418616"/>
                <a:gd name="connsiteY254" fmla="*/ 57983 h 236346"/>
                <a:gd name="connsiteX255" fmla="*/ 61197 w 418616"/>
                <a:gd name="connsiteY255" fmla="*/ 56587 h 236346"/>
                <a:gd name="connsiteX256" fmla="*/ 59662 w 418616"/>
                <a:gd name="connsiteY256" fmla="*/ 53890 h 236346"/>
                <a:gd name="connsiteX257" fmla="*/ 57801 w 418616"/>
                <a:gd name="connsiteY257" fmla="*/ 49797 h 236346"/>
                <a:gd name="connsiteX258" fmla="*/ 56313 w 418616"/>
                <a:gd name="connsiteY258" fmla="*/ 49053 h 236346"/>
                <a:gd name="connsiteX259" fmla="*/ 55569 w 418616"/>
                <a:gd name="connsiteY259" fmla="*/ 44588 h 236346"/>
                <a:gd name="connsiteX260" fmla="*/ 53337 w 418616"/>
                <a:gd name="connsiteY260" fmla="*/ 44588 h 236346"/>
                <a:gd name="connsiteX261" fmla="*/ 53337 w 418616"/>
                <a:gd name="connsiteY261" fmla="*/ 38635 h 236346"/>
                <a:gd name="connsiteX262" fmla="*/ 57057 w 418616"/>
                <a:gd name="connsiteY262" fmla="*/ 37147 h 236346"/>
                <a:gd name="connsiteX263" fmla="*/ 57801 w 418616"/>
                <a:gd name="connsiteY263" fmla="*/ 34914 h 236346"/>
                <a:gd name="connsiteX264" fmla="*/ 60824 w 418616"/>
                <a:gd name="connsiteY264" fmla="*/ 34403 h 236346"/>
                <a:gd name="connsiteX265" fmla="*/ 63754 w 418616"/>
                <a:gd name="connsiteY265" fmla="*/ 34170 h 236346"/>
                <a:gd name="connsiteX266" fmla="*/ 63754 w 418616"/>
                <a:gd name="connsiteY266" fmla="*/ 31194 h 236346"/>
                <a:gd name="connsiteX267" fmla="*/ 68333 w 418616"/>
                <a:gd name="connsiteY267" fmla="*/ 30830 h 236346"/>
                <a:gd name="connsiteX268" fmla="*/ 69708 w 418616"/>
                <a:gd name="connsiteY268" fmla="*/ 30449 h 236346"/>
                <a:gd name="connsiteX269" fmla="*/ 70452 w 418616"/>
                <a:gd name="connsiteY269" fmla="*/ 28217 h 236346"/>
                <a:gd name="connsiteX270" fmla="*/ 73056 w 418616"/>
                <a:gd name="connsiteY270" fmla="*/ 27891 h 236346"/>
                <a:gd name="connsiteX271" fmla="*/ 75661 w 418616"/>
                <a:gd name="connsiteY271" fmla="*/ 27473 h 236346"/>
                <a:gd name="connsiteX272" fmla="*/ 76033 w 418616"/>
                <a:gd name="connsiteY272" fmla="*/ 25985 h 236346"/>
                <a:gd name="connsiteX273" fmla="*/ 76405 w 418616"/>
                <a:gd name="connsiteY273" fmla="*/ 24496 h 236346"/>
                <a:gd name="connsiteX274" fmla="*/ 81614 w 418616"/>
                <a:gd name="connsiteY274" fmla="*/ 23752 h 236346"/>
                <a:gd name="connsiteX275" fmla="*/ 82358 w 418616"/>
                <a:gd name="connsiteY275" fmla="*/ 21520 h 236346"/>
                <a:gd name="connsiteX276" fmla="*/ 85381 w 418616"/>
                <a:gd name="connsiteY276" fmla="*/ 21008 h 236346"/>
                <a:gd name="connsiteX277" fmla="*/ 88311 w 418616"/>
                <a:gd name="connsiteY277" fmla="*/ 20776 h 236346"/>
                <a:gd name="connsiteX278" fmla="*/ 88311 w 418616"/>
                <a:gd name="connsiteY278" fmla="*/ 17799 h 236346"/>
                <a:gd name="connsiteX279" fmla="*/ 90823 w 418616"/>
                <a:gd name="connsiteY279" fmla="*/ 17613 h 236346"/>
                <a:gd name="connsiteX280" fmla="*/ 93520 w 418616"/>
                <a:gd name="connsiteY280" fmla="*/ 17055 h 236346"/>
                <a:gd name="connsiteX281" fmla="*/ 95008 w 418616"/>
                <a:gd name="connsiteY281" fmla="*/ 14078 h 236346"/>
                <a:gd name="connsiteX282" fmla="*/ 99473 w 418616"/>
                <a:gd name="connsiteY282" fmla="*/ 14078 h 236346"/>
                <a:gd name="connsiteX283" fmla="*/ 99773 w 418616"/>
                <a:gd name="connsiteY283" fmla="*/ 12605 h 236346"/>
                <a:gd name="connsiteX284" fmla="*/ 100217 w 418616"/>
                <a:gd name="connsiteY284" fmla="*/ 11102 h 236346"/>
                <a:gd name="connsiteX285" fmla="*/ 103566 w 418616"/>
                <a:gd name="connsiteY285" fmla="*/ 10869 h 236346"/>
                <a:gd name="connsiteX286" fmla="*/ 105403 w 418616"/>
                <a:gd name="connsiteY286" fmla="*/ 10924 h 236346"/>
                <a:gd name="connsiteX287" fmla="*/ 107659 w 418616"/>
                <a:gd name="connsiteY287" fmla="*/ 11846 h 236346"/>
                <a:gd name="connsiteX288" fmla="*/ 107938 w 418616"/>
                <a:gd name="connsiteY288" fmla="*/ 14357 h 236346"/>
                <a:gd name="connsiteX289" fmla="*/ 110635 w 418616"/>
                <a:gd name="connsiteY289" fmla="*/ 19287 h 236346"/>
                <a:gd name="connsiteX290" fmla="*/ 110635 w 418616"/>
                <a:gd name="connsiteY290" fmla="*/ 21520 h 236346"/>
                <a:gd name="connsiteX291" fmla="*/ 112868 w 418616"/>
                <a:gd name="connsiteY291" fmla="*/ 22264 h 236346"/>
                <a:gd name="connsiteX292" fmla="*/ 113612 w 418616"/>
                <a:gd name="connsiteY292" fmla="*/ 24496 h 236346"/>
                <a:gd name="connsiteX293" fmla="*/ 115844 w 418616"/>
                <a:gd name="connsiteY293" fmla="*/ 25985 h 236346"/>
                <a:gd name="connsiteX294" fmla="*/ 118077 w 418616"/>
                <a:gd name="connsiteY294" fmla="*/ 29705 h 236346"/>
                <a:gd name="connsiteX295" fmla="*/ 121797 w 418616"/>
                <a:gd name="connsiteY295" fmla="*/ 34170 h 236346"/>
                <a:gd name="connsiteX296" fmla="*/ 122542 w 418616"/>
                <a:gd name="connsiteY296" fmla="*/ 37891 h 236346"/>
                <a:gd name="connsiteX297" fmla="*/ 124030 w 418616"/>
                <a:gd name="connsiteY297" fmla="*/ 38635 h 236346"/>
                <a:gd name="connsiteX298" fmla="*/ 125518 w 418616"/>
                <a:gd name="connsiteY298" fmla="*/ 42356 h 236346"/>
                <a:gd name="connsiteX299" fmla="*/ 126727 w 418616"/>
                <a:gd name="connsiteY299" fmla="*/ 44356 h 236346"/>
                <a:gd name="connsiteX300" fmla="*/ 127751 w 418616"/>
                <a:gd name="connsiteY300" fmla="*/ 47565 h 236346"/>
                <a:gd name="connsiteX301" fmla="*/ 129983 w 418616"/>
                <a:gd name="connsiteY301" fmla="*/ 47565 h 236346"/>
                <a:gd name="connsiteX302" fmla="*/ 129983 w 418616"/>
                <a:gd name="connsiteY302" fmla="*/ 52774 h 236346"/>
                <a:gd name="connsiteX303" fmla="*/ 132215 w 418616"/>
                <a:gd name="connsiteY303" fmla="*/ 52774 h 236346"/>
                <a:gd name="connsiteX304" fmla="*/ 133704 w 418616"/>
                <a:gd name="connsiteY304" fmla="*/ 56494 h 236346"/>
                <a:gd name="connsiteX305" fmla="*/ 135192 w 418616"/>
                <a:gd name="connsiteY305" fmla="*/ 57238 h 236346"/>
                <a:gd name="connsiteX306" fmla="*/ 135936 w 418616"/>
                <a:gd name="connsiteY306" fmla="*/ 61703 h 236346"/>
                <a:gd name="connsiteX307" fmla="*/ 137424 w 418616"/>
                <a:gd name="connsiteY307" fmla="*/ 62447 h 236346"/>
                <a:gd name="connsiteX308" fmla="*/ 138913 w 418616"/>
                <a:gd name="connsiteY308" fmla="*/ 66912 h 236346"/>
                <a:gd name="connsiteX309" fmla="*/ 140401 w 418616"/>
                <a:gd name="connsiteY309" fmla="*/ 67656 h 236346"/>
                <a:gd name="connsiteX310" fmla="*/ 141889 w 418616"/>
                <a:gd name="connsiteY310" fmla="*/ 72865 h 236346"/>
                <a:gd name="connsiteX311" fmla="*/ 143378 w 418616"/>
                <a:gd name="connsiteY311" fmla="*/ 73610 h 236346"/>
                <a:gd name="connsiteX312" fmla="*/ 143703 w 418616"/>
                <a:gd name="connsiteY312" fmla="*/ 76214 h 236346"/>
                <a:gd name="connsiteX313" fmla="*/ 144122 w 418616"/>
                <a:gd name="connsiteY313" fmla="*/ 78819 h 236346"/>
                <a:gd name="connsiteX314" fmla="*/ 146354 w 418616"/>
                <a:gd name="connsiteY314" fmla="*/ 79563 h 236346"/>
                <a:gd name="connsiteX315" fmla="*/ 146354 w 418616"/>
                <a:gd name="connsiteY315" fmla="*/ 85516 h 236346"/>
                <a:gd name="connsiteX316" fmla="*/ 148587 w 418616"/>
                <a:gd name="connsiteY316" fmla="*/ 85516 h 236346"/>
                <a:gd name="connsiteX317" fmla="*/ 148866 w 418616"/>
                <a:gd name="connsiteY317" fmla="*/ 90585 h 236346"/>
                <a:gd name="connsiteX318" fmla="*/ 149023 w 418616"/>
                <a:gd name="connsiteY318" fmla="*/ 93437 h 236346"/>
                <a:gd name="connsiteX319" fmla="*/ 148587 w 418616"/>
                <a:gd name="connsiteY319" fmla="*/ 95934 h 236346"/>
                <a:gd name="connsiteX320" fmla="*/ 144122 w 418616"/>
                <a:gd name="connsiteY320" fmla="*/ 98166 h 236346"/>
                <a:gd name="connsiteX321" fmla="*/ 143378 w 418616"/>
                <a:gd name="connsiteY321" fmla="*/ 98910 h 236346"/>
                <a:gd name="connsiteX322" fmla="*/ 204397 w 418616"/>
                <a:gd name="connsiteY322" fmla="*/ 98910 h 236346"/>
                <a:gd name="connsiteX323" fmla="*/ 203653 w 418616"/>
                <a:gd name="connsiteY323" fmla="*/ 98166 h 236346"/>
                <a:gd name="connsiteX324" fmla="*/ 203263 w 418616"/>
                <a:gd name="connsiteY324" fmla="*/ 93562 h 236346"/>
                <a:gd name="connsiteX325" fmla="*/ 202909 w 418616"/>
                <a:gd name="connsiteY325" fmla="*/ 92213 h 236346"/>
                <a:gd name="connsiteX326" fmla="*/ 200676 w 418616"/>
                <a:gd name="connsiteY326" fmla="*/ 91469 h 236346"/>
                <a:gd name="connsiteX327" fmla="*/ 200258 w 418616"/>
                <a:gd name="connsiteY327" fmla="*/ 88120 h 236346"/>
                <a:gd name="connsiteX328" fmla="*/ 199932 w 418616"/>
                <a:gd name="connsiteY328" fmla="*/ 84772 h 236346"/>
                <a:gd name="connsiteX329" fmla="*/ 198444 w 418616"/>
                <a:gd name="connsiteY329" fmla="*/ 84028 h 236346"/>
                <a:gd name="connsiteX330" fmla="*/ 197374 w 418616"/>
                <a:gd name="connsiteY330" fmla="*/ 78842 h 236346"/>
                <a:gd name="connsiteX331" fmla="*/ 196956 w 418616"/>
                <a:gd name="connsiteY331" fmla="*/ 77330 h 236346"/>
                <a:gd name="connsiteX332" fmla="*/ 195467 w 418616"/>
                <a:gd name="connsiteY332" fmla="*/ 76586 h 236346"/>
                <a:gd name="connsiteX333" fmla="*/ 195002 w 418616"/>
                <a:gd name="connsiteY333" fmla="*/ 72819 h 236346"/>
                <a:gd name="connsiteX334" fmla="*/ 194834 w 418616"/>
                <a:gd name="connsiteY334" fmla="*/ 70746 h 236346"/>
                <a:gd name="connsiteX335" fmla="*/ 194723 w 418616"/>
                <a:gd name="connsiteY335" fmla="*/ 69145 h 236346"/>
                <a:gd name="connsiteX336" fmla="*/ 192491 w 418616"/>
                <a:gd name="connsiteY336" fmla="*/ 69145 h 236346"/>
                <a:gd name="connsiteX337" fmla="*/ 192212 w 418616"/>
                <a:gd name="connsiteY337" fmla="*/ 66959 h 236346"/>
                <a:gd name="connsiteX338" fmla="*/ 191747 w 418616"/>
                <a:gd name="connsiteY338" fmla="*/ 64680 h 236346"/>
                <a:gd name="connsiteX339" fmla="*/ 190258 w 418616"/>
                <a:gd name="connsiteY339" fmla="*/ 63936 h 236346"/>
                <a:gd name="connsiteX340" fmla="*/ 189189 w 418616"/>
                <a:gd name="connsiteY340" fmla="*/ 58677 h 236346"/>
                <a:gd name="connsiteX341" fmla="*/ 188770 w 418616"/>
                <a:gd name="connsiteY341" fmla="*/ 57238 h 236346"/>
                <a:gd name="connsiteX342" fmla="*/ 187282 w 418616"/>
                <a:gd name="connsiteY342" fmla="*/ 57238 h 236346"/>
                <a:gd name="connsiteX343" fmla="*/ 186918 w 418616"/>
                <a:gd name="connsiteY343" fmla="*/ 52733 h 236346"/>
                <a:gd name="connsiteX344" fmla="*/ 184305 w 418616"/>
                <a:gd name="connsiteY344" fmla="*/ 49797 h 236346"/>
                <a:gd name="connsiteX345" fmla="*/ 183561 w 418616"/>
                <a:gd name="connsiteY345" fmla="*/ 45332 h 236346"/>
                <a:gd name="connsiteX346" fmla="*/ 182073 w 418616"/>
                <a:gd name="connsiteY346" fmla="*/ 44588 h 236346"/>
                <a:gd name="connsiteX347" fmla="*/ 181329 w 418616"/>
                <a:gd name="connsiteY347" fmla="*/ 38635 h 236346"/>
                <a:gd name="connsiteX348" fmla="*/ 179096 w 418616"/>
                <a:gd name="connsiteY348" fmla="*/ 38635 h 236346"/>
                <a:gd name="connsiteX349" fmla="*/ 178864 w 418616"/>
                <a:gd name="connsiteY349" fmla="*/ 36449 h 236346"/>
                <a:gd name="connsiteX350" fmla="*/ 178352 w 418616"/>
                <a:gd name="connsiteY350" fmla="*/ 34170 h 236346"/>
                <a:gd name="connsiteX351" fmla="*/ 176120 w 418616"/>
                <a:gd name="connsiteY351" fmla="*/ 33426 h 236346"/>
                <a:gd name="connsiteX352" fmla="*/ 175794 w 418616"/>
                <a:gd name="connsiteY352" fmla="*/ 29008 h 236346"/>
                <a:gd name="connsiteX353" fmla="*/ 175751 w 418616"/>
                <a:gd name="connsiteY353" fmla="*/ 26569 h 236346"/>
                <a:gd name="connsiteX354" fmla="*/ 176120 w 418616"/>
                <a:gd name="connsiteY354" fmla="*/ 24496 h 236346"/>
                <a:gd name="connsiteX355" fmla="*/ 179096 w 418616"/>
                <a:gd name="connsiteY355" fmla="*/ 23008 h 236346"/>
                <a:gd name="connsiteX356" fmla="*/ 180585 w 418616"/>
                <a:gd name="connsiteY356" fmla="*/ 20776 h 236346"/>
                <a:gd name="connsiteX357" fmla="*/ 183654 w 418616"/>
                <a:gd name="connsiteY357" fmla="*/ 20264 h 236346"/>
                <a:gd name="connsiteX358" fmla="*/ 186538 w 418616"/>
                <a:gd name="connsiteY358" fmla="*/ 20031 h 236346"/>
                <a:gd name="connsiteX359" fmla="*/ 186538 w 418616"/>
                <a:gd name="connsiteY359" fmla="*/ 17799 h 236346"/>
                <a:gd name="connsiteX360" fmla="*/ 187977 w 418616"/>
                <a:gd name="connsiteY360" fmla="*/ 17741 h 236346"/>
                <a:gd name="connsiteX361" fmla="*/ 189840 w 418616"/>
                <a:gd name="connsiteY361" fmla="*/ 17613 h 236346"/>
                <a:gd name="connsiteX362" fmla="*/ 191697 w 418616"/>
                <a:gd name="connsiteY362" fmla="*/ 17508 h 236346"/>
                <a:gd name="connsiteX363" fmla="*/ 193235 w 418616"/>
                <a:gd name="connsiteY363" fmla="*/ 17055 h 236346"/>
                <a:gd name="connsiteX364" fmla="*/ 193979 w 418616"/>
                <a:gd name="connsiteY364" fmla="*/ 14078 h 236346"/>
                <a:gd name="connsiteX365" fmla="*/ 197328 w 418616"/>
                <a:gd name="connsiteY365" fmla="*/ 13660 h 236346"/>
                <a:gd name="connsiteX366" fmla="*/ 200676 w 418616"/>
                <a:gd name="connsiteY366" fmla="*/ 13334 h 236346"/>
                <a:gd name="connsiteX367" fmla="*/ 201421 w 418616"/>
                <a:gd name="connsiteY367" fmla="*/ 11102 h 236346"/>
                <a:gd name="connsiteX368" fmla="*/ 206606 w 418616"/>
                <a:gd name="connsiteY368" fmla="*/ 10079 h 236346"/>
                <a:gd name="connsiteX369" fmla="*/ 208118 w 418616"/>
                <a:gd name="connsiteY369" fmla="*/ 9613 h 236346"/>
                <a:gd name="connsiteX370" fmla="*/ 208862 w 418616"/>
                <a:gd name="connsiteY370" fmla="*/ 7381 h 236346"/>
                <a:gd name="connsiteX371" fmla="*/ 214048 w 418616"/>
                <a:gd name="connsiteY371" fmla="*/ 6939 h 236346"/>
                <a:gd name="connsiteX372" fmla="*/ 215559 w 418616"/>
                <a:gd name="connsiteY372" fmla="*/ 6637 h 236346"/>
                <a:gd name="connsiteX373" fmla="*/ 216303 w 418616"/>
                <a:gd name="connsiteY373" fmla="*/ 4405 h 236346"/>
                <a:gd name="connsiteX374" fmla="*/ 221489 w 418616"/>
                <a:gd name="connsiteY374" fmla="*/ 4035 h 236346"/>
                <a:gd name="connsiteX375" fmla="*/ 223001 w 418616"/>
                <a:gd name="connsiteY375" fmla="*/ 3660 h 236346"/>
                <a:gd name="connsiteX376" fmla="*/ 223370 w 418616"/>
                <a:gd name="connsiteY376" fmla="*/ 2158 h 236346"/>
                <a:gd name="connsiteX377" fmla="*/ 223745 w 418616"/>
                <a:gd name="connsiteY377" fmla="*/ 684 h 23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Lst>
              <a:rect l="l" t="t" r="r" b="b"/>
              <a:pathLst>
                <a:path w="418616" h="236346">
                  <a:moveTo>
                    <a:pt x="223745" y="684"/>
                  </a:moveTo>
                  <a:cubicBezTo>
                    <a:pt x="225282" y="393"/>
                    <a:pt x="225282" y="393"/>
                    <a:pt x="227140" y="498"/>
                  </a:cubicBezTo>
                  <a:cubicBezTo>
                    <a:pt x="227755" y="525"/>
                    <a:pt x="228370" y="551"/>
                    <a:pt x="229003" y="579"/>
                  </a:cubicBezTo>
                  <a:cubicBezTo>
                    <a:pt x="229478" y="614"/>
                    <a:pt x="229953" y="648"/>
                    <a:pt x="230442" y="684"/>
                  </a:cubicBezTo>
                  <a:cubicBezTo>
                    <a:pt x="230688" y="2157"/>
                    <a:pt x="230933" y="3631"/>
                    <a:pt x="231186" y="5149"/>
                  </a:cubicBezTo>
                  <a:cubicBezTo>
                    <a:pt x="231923" y="5149"/>
                    <a:pt x="232660" y="5149"/>
                    <a:pt x="233419" y="5149"/>
                  </a:cubicBezTo>
                  <a:cubicBezTo>
                    <a:pt x="233495" y="5977"/>
                    <a:pt x="233572" y="6806"/>
                    <a:pt x="233651" y="7660"/>
                  </a:cubicBezTo>
                  <a:cubicBezTo>
                    <a:pt x="233820" y="8550"/>
                    <a:pt x="233989" y="9440"/>
                    <a:pt x="234163" y="10358"/>
                  </a:cubicBezTo>
                  <a:cubicBezTo>
                    <a:pt x="234899" y="10849"/>
                    <a:pt x="235636" y="11340"/>
                    <a:pt x="236395" y="11846"/>
                  </a:cubicBezTo>
                  <a:cubicBezTo>
                    <a:pt x="236651" y="12836"/>
                    <a:pt x="236898" y="13829"/>
                    <a:pt x="237139" y="14822"/>
                  </a:cubicBezTo>
                  <a:cubicBezTo>
                    <a:pt x="237523" y="15175"/>
                    <a:pt x="237907" y="15528"/>
                    <a:pt x="238302" y="15892"/>
                  </a:cubicBezTo>
                  <a:cubicBezTo>
                    <a:pt x="239372" y="17055"/>
                    <a:pt x="239372" y="17055"/>
                    <a:pt x="239511" y="19055"/>
                  </a:cubicBezTo>
                  <a:cubicBezTo>
                    <a:pt x="239442" y="19907"/>
                    <a:pt x="239442" y="19907"/>
                    <a:pt x="239372" y="20776"/>
                  </a:cubicBezTo>
                  <a:cubicBezTo>
                    <a:pt x="240108" y="20776"/>
                    <a:pt x="240845" y="20776"/>
                    <a:pt x="241604" y="20776"/>
                  </a:cubicBezTo>
                  <a:cubicBezTo>
                    <a:pt x="241681" y="21482"/>
                    <a:pt x="241758" y="22188"/>
                    <a:pt x="241837" y="22915"/>
                  </a:cubicBezTo>
                  <a:cubicBezTo>
                    <a:pt x="242114" y="25457"/>
                    <a:pt x="242114" y="25457"/>
                    <a:pt x="244581" y="26729"/>
                  </a:cubicBezTo>
                  <a:cubicBezTo>
                    <a:pt x="244853" y="28213"/>
                    <a:pt x="245103" y="29701"/>
                    <a:pt x="245325" y="31194"/>
                  </a:cubicBezTo>
                  <a:cubicBezTo>
                    <a:pt x="245816" y="31439"/>
                    <a:pt x="246307" y="31685"/>
                    <a:pt x="246813" y="31938"/>
                  </a:cubicBezTo>
                  <a:cubicBezTo>
                    <a:pt x="247309" y="33426"/>
                    <a:pt x="247805" y="34914"/>
                    <a:pt x="248301" y="36403"/>
                  </a:cubicBezTo>
                  <a:cubicBezTo>
                    <a:pt x="248793" y="36648"/>
                    <a:pt x="249284" y="36894"/>
                    <a:pt x="249790" y="37147"/>
                  </a:cubicBezTo>
                  <a:cubicBezTo>
                    <a:pt x="249897" y="38006"/>
                    <a:pt x="250005" y="38866"/>
                    <a:pt x="250115" y="39751"/>
                  </a:cubicBezTo>
                  <a:cubicBezTo>
                    <a:pt x="250253" y="40611"/>
                    <a:pt x="250391" y="41470"/>
                    <a:pt x="250534" y="42356"/>
                  </a:cubicBezTo>
                  <a:cubicBezTo>
                    <a:pt x="251271" y="42601"/>
                    <a:pt x="252007" y="42847"/>
                    <a:pt x="252766" y="43100"/>
                  </a:cubicBezTo>
                  <a:cubicBezTo>
                    <a:pt x="253113" y="44647"/>
                    <a:pt x="253140" y="46122"/>
                    <a:pt x="253208" y="47704"/>
                  </a:cubicBezTo>
                  <a:cubicBezTo>
                    <a:pt x="253308" y="48149"/>
                    <a:pt x="253408" y="48594"/>
                    <a:pt x="253510" y="49053"/>
                  </a:cubicBezTo>
                  <a:cubicBezTo>
                    <a:pt x="254247" y="49299"/>
                    <a:pt x="254984" y="49544"/>
                    <a:pt x="255743" y="49797"/>
                  </a:cubicBezTo>
                  <a:cubicBezTo>
                    <a:pt x="255961" y="51335"/>
                    <a:pt x="255961" y="51335"/>
                    <a:pt x="255882" y="53192"/>
                  </a:cubicBezTo>
                  <a:cubicBezTo>
                    <a:pt x="255862" y="53807"/>
                    <a:pt x="255842" y="54422"/>
                    <a:pt x="255821" y="55055"/>
                  </a:cubicBezTo>
                  <a:cubicBezTo>
                    <a:pt x="255795" y="55530"/>
                    <a:pt x="255769" y="56005"/>
                    <a:pt x="255743" y="56494"/>
                  </a:cubicBezTo>
                  <a:cubicBezTo>
                    <a:pt x="256479" y="56494"/>
                    <a:pt x="257216" y="56494"/>
                    <a:pt x="257975" y="56494"/>
                  </a:cubicBezTo>
                  <a:cubicBezTo>
                    <a:pt x="258096" y="58020"/>
                    <a:pt x="258217" y="59546"/>
                    <a:pt x="258339" y="61073"/>
                  </a:cubicBezTo>
                  <a:cubicBezTo>
                    <a:pt x="258464" y="61526"/>
                    <a:pt x="258590" y="61980"/>
                    <a:pt x="258719" y="62447"/>
                  </a:cubicBezTo>
                  <a:cubicBezTo>
                    <a:pt x="259456" y="62693"/>
                    <a:pt x="260193" y="62939"/>
                    <a:pt x="260952" y="63192"/>
                  </a:cubicBezTo>
                  <a:cubicBezTo>
                    <a:pt x="261300" y="64931"/>
                    <a:pt x="261326" y="66606"/>
                    <a:pt x="261394" y="68377"/>
                  </a:cubicBezTo>
                  <a:cubicBezTo>
                    <a:pt x="261493" y="68876"/>
                    <a:pt x="261593" y="69375"/>
                    <a:pt x="261696" y="69889"/>
                  </a:cubicBezTo>
                  <a:cubicBezTo>
                    <a:pt x="262433" y="70134"/>
                    <a:pt x="263169" y="70380"/>
                    <a:pt x="263928" y="70633"/>
                  </a:cubicBezTo>
                  <a:cubicBezTo>
                    <a:pt x="264257" y="72307"/>
                    <a:pt x="264257" y="72307"/>
                    <a:pt x="264347" y="74354"/>
                  </a:cubicBezTo>
                  <a:cubicBezTo>
                    <a:pt x="264410" y="76343"/>
                    <a:pt x="264410" y="76343"/>
                    <a:pt x="264672" y="78074"/>
                  </a:cubicBezTo>
                  <a:cubicBezTo>
                    <a:pt x="265164" y="78320"/>
                    <a:pt x="265655" y="78566"/>
                    <a:pt x="266161" y="78819"/>
                  </a:cubicBezTo>
                  <a:cubicBezTo>
                    <a:pt x="266469" y="81007"/>
                    <a:pt x="266469" y="81007"/>
                    <a:pt x="266626" y="83702"/>
                  </a:cubicBezTo>
                  <a:cubicBezTo>
                    <a:pt x="266709" y="85039"/>
                    <a:pt x="266709" y="85039"/>
                    <a:pt x="266794" y="86402"/>
                  </a:cubicBezTo>
                  <a:cubicBezTo>
                    <a:pt x="266831" y="87092"/>
                    <a:pt x="266867" y="87782"/>
                    <a:pt x="266905" y="88492"/>
                  </a:cubicBezTo>
                  <a:cubicBezTo>
                    <a:pt x="267642" y="88492"/>
                    <a:pt x="268378" y="88492"/>
                    <a:pt x="269137" y="88492"/>
                  </a:cubicBezTo>
                  <a:cubicBezTo>
                    <a:pt x="269091" y="90260"/>
                    <a:pt x="269091" y="90260"/>
                    <a:pt x="268393" y="92213"/>
                  </a:cubicBezTo>
                  <a:cubicBezTo>
                    <a:pt x="266674" y="92766"/>
                    <a:pt x="264936" y="93263"/>
                    <a:pt x="263184" y="93701"/>
                  </a:cubicBezTo>
                  <a:cubicBezTo>
                    <a:pt x="262939" y="94438"/>
                    <a:pt x="262693" y="95175"/>
                    <a:pt x="262440" y="95934"/>
                  </a:cubicBezTo>
                  <a:cubicBezTo>
                    <a:pt x="260955" y="96425"/>
                    <a:pt x="260955" y="96425"/>
                    <a:pt x="259138" y="96724"/>
                  </a:cubicBezTo>
                  <a:cubicBezTo>
                    <a:pt x="256382" y="97148"/>
                    <a:pt x="256382" y="97148"/>
                    <a:pt x="254255" y="98910"/>
                  </a:cubicBezTo>
                  <a:cubicBezTo>
                    <a:pt x="259843" y="99031"/>
                    <a:pt x="265431" y="99124"/>
                    <a:pt x="271021" y="99180"/>
                  </a:cubicBezTo>
                  <a:cubicBezTo>
                    <a:pt x="273617" y="99207"/>
                    <a:pt x="276211" y="99244"/>
                    <a:pt x="278806" y="99303"/>
                  </a:cubicBezTo>
                  <a:cubicBezTo>
                    <a:pt x="281789" y="99371"/>
                    <a:pt x="284772" y="99396"/>
                    <a:pt x="287755" y="99419"/>
                  </a:cubicBezTo>
                  <a:cubicBezTo>
                    <a:pt x="288688" y="99446"/>
                    <a:pt x="289620" y="99473"/>
                    <a:pt x="290581" y="99501"/>
                  </a:cubicBezTo>
                  <a:cubicBezTo>
                    <a:pt x="292974" y="99502"/>
                    <a:pt x="295092" y="99490"/>
                    <a:pt x="297415" y="98910"/>
                  </a:cubicBezTo>
                  <a:cubicBezTo>
                    <a:pt x="298858" y="97209"/>
                    <a:pt x="299086" y="95916"/>
                    <a:pt x="299647" y="93701"/>
                  </a:cubicBezTo>
                  <a:cubicBezTo>
                    <a:pt x="300384" y="93701"/>
                    <a:pt x="301120" y="93701"/>
                    <a:pt x="301880" y="93701"/>
                  </a:cubicBezTo>
                  <a:cubicBezTo>
                    <a:pt x="301880" y="91737"/>
                    <a:pt x="301880" y="89772"/>
                    <a:pt x="301880" y="87748"/>
                  </a:cubicBezTo>
                  <a:cubicBezTo>
                    <a:pt x="302616" y="87748"/>
                    <a:pt x="303353" y="87748"/>
                    <a:pt x="304112" y="87748"/>
                  </a:cubicBezTo>
                  <a:cubicBezTo>
                    <a:pt x="304189" y="87058"/>
                    <a:pt x="304265" y="86367"/>
                    <a:pt x="304344" y="85655"/>
                  </a:cubicBezTo>
                  <a:cubicBezTo>
                    <a:pt x="304893" y="83111"/>
                    <a:pt x="305313" y="82753"/>
                    <a:pt x="307088" y="81051"/>
                  </a:cubicBezTo>
                  <a:cubicBezTo>
                    <a:pt x="307354" y="79814"/>
                    <a:pt x="307604" y="78574"/>
                    <a:pt x="307833" y="77330"/>
                  </a:cubicBezTo>
                  <a:cubicBezTo>
                    <a:pt x="308324" y="77085"/>
                    <a:pt x="308815" y="76839"/>
                    <a:pt x="309321" y="76586"/>
                  </a:cubicBezTo>
                  <a:cubicBezTo>
                    <a:pt x="309810" y="74332"/>
                    <a:pt x="309810" y="74332"/>
                    <a:pt x="310065" y="72121"/>
                  </a:cubicBezTo>
                  <a:cubicBezTo>
                    <a:pt x="310802" y="72121"/>
                    <a:pt x="311538" y="72121"/>
                    <a:pt x="312297" y="72121"/>
                  </a:cubicBezTo>
                  <a:cubicBezTo>
                    <a:pt x="312390" y="71154"/>
                    <a:pt x="312482" y="70187"/>
                    <a:pt x="312577" y="69191"/>
                  </a:cubicBezTo>
                  <a:cubicBezTo>
                    <a:pt x="312734" y="67543"/>
                    <a:pt x="312734" y="67543"/>
                    <a:pt x="313042" y="66168"/>
                  </a:cubicBezTo>
                  <a:cubicBezTo>
                    <a:pt x="313533" y="65923"/>
                    <a:pt x="314024" y="65677"/>
                    <a:pt x="314530" y="65424"/>
                  </a:cubicBezTo>
                  <a:cubicBezTo>
                    <a:pt x="314775" y="64565"/>
                    <a:pt x="315021" y="63705"/>
                    <a:pt x="315274" y="62820"/>
                  </a:cubicBezTo>
                  <a:cubicBezTo>
                    <a:pt x="315520" y="61960"/>
                    <a:pt x="315765" y="61101"/>
                    <a:pt x="316018" y="60215"/>
                  </a:cubicBezTo>
                  <a:cubicBezTo>
                    <a:pt x="316509" y="59969"/>
                    <a:pt x="317000" y="59724"/>
                    <a:pt x="317506" y="59471"/>
                  </a:cubicBezTo>
                  <a:cubicBezTo>
                    <a:pt x="317810" y="57743"/>
                    <a:pt x="318060" y="56006"/>
                    <a:pt x="318251" y="54262"/>
                  </a:cubicBezTo>
                  <a:cubicBezTo>
                    <a:pt x="318987" y="54262"/>
                    <a:pt x="319724" y="54262"/>
                    <a:pt x="320483" y="54262"/>
                  </a:cubicBezTo>
                  <a:cubicBezTo>
                    <a:pt x="320575" y="53295"/>
                    <a:pt x="320667" y="52328"/>
                    <a:pt x="320762" y="51332"/>
                  </a:cubicBezTo>
                  <a:cubicBezTo>
                    <a:pt x="320919" y="49684"/>
                    <a:pt x="320919" y="49684"/>
                    <a:pt x="321227" y="48309"/>
                  </a:cubicBezTo>
                  <a:cubicBezTo>
                    <a:pt x="321718" y="48063"/>
                    <a:pt x="322209" y="47818"/>
                    <a:pt x="322715" y="47565"/>
                  </a:cubicBezTo>
                  <a:cubicBezTo>
                    <a:pt x="322961" y="46705"/>
                    <a:pt x="323207" y="45846"/>
                    <a:pt x="323460" y="44960"/>
                  </a:cubicBezTo>
                  <a:cubicBezTo>
                    <a:pt x="323705" y="44101"/>
                    <a:pt x="323951" y="43241"/>
                    <a:pt x="324204" y="42356"/>
                  </a:cubicBezTo>
                  <a:cubicBezTo>
                    <a:pt x="324695" y="42110"/>
                    <a:pt x="325186" y="41865"/>
                    <a:pt x="325692" y="41612"/>
                  </a:cubicBezTo>
                  <a:cubicBezTo>
                    <a:pt x="325955" y="39881"/>
                    <a:pt x="326022" y="38173"/>
                    <a:pt x="326108" y="36426"/>
                  </a:cubicBezTo>
                  <a:cubicBezTo>
                    <a:pt x="326216" y="35927"/>
                    <a:pt x="326324" y="35428"/>
                    <a:pt x="326436" y="34914"/>
                  </a:cubicBezTo>
                  <a:cubicBezTo>
                    <a:pt x="327541" y="34546"/>
                    <a:pt x="327541" y="34546"/>
                    <a:pt x="328669" y="34170"/>
                  </a:cubicBezTo>
                  <a:cubicBezTo>
                    <a:pt x="329193" y="32442"/>
                    <a:pt x="329690" y="30705"/>
                    <a:pt x="330157" y="28961"/>
                  </a:cubicBezTo>
                  <a:cubicBezTo>
                    <a:pt x="330648" y="28716"/>
                    <a:pt x="331139" y="28470"/>
                    <a:pt x="331645" y="28217"/>
                  </a:cubicBezTo>
                  <a:cubicBezTo>
                    <a:pt x="331936" y="26658"/>
                    <a:pt x="331936" y="26658"/>
                    <a:pt x="332017" y="24868"/>
                  </a:cubicBezTo>
                  <a:cubicBezTo>
                    <a:pt x="332133" y="23031"/>
                    <a:pt x="332133" y="23031"/>
                    <a:pt x="332389" y="21520"/>
                  </a:cubicBezTo>
                  <a:cubicBezTo>
                    <a:pt x="332880" y="21274"/>
                    <a:pt x="333372" y="21029"/>
                    <a:pt x="333878" y="20776"/>
                  </a:cubicBezTo>
                  <a:cubicBezTo>
                    <a:pt x="334224" y="19365"/>
                    <a:pt x="334224" y="19365"/>
                    <a:pt x="334343" y="17753"/>
                  </a:cubicBezTo>
                  <a:cubicBezTo>
                    <a:pt x="334435" y="16786"/>
                    <a:pt x="334527" y="15819"/>
                    <a:pt x="334622" y="14822"/>
                  </a:cubicBezTo>
                  <a:cubicBezTo>
                    <a:pt x="335358" y="14822"/>
                    <a:pt x="336095" y="14822"/>
                    <a:pt x="336854" y="14822"/>
                  </a:cubicBezTo>
                  <a:cubicBezTo>
                    <a:pt x="336931" y="14216"/>
                    <a:pt x="337008" y="13610"/>
                    <a:pt x="337087" y="12985"/>
                  </a:cubicBezTo>
                  <a:cubicBezTo>
                    <a:pt x="337340" y="12053"/>
                    <a:pt x="337340" y="12053"/>
                    <a:pt x="337598" y="11102"/>
                  </a:cubicBezTo>
                  <a:cubicBezTo>
                    <a:pt x="339598" y="10660"/>
                    <a:pt x="339598" y="10660"/>
                    <a:pt x="342063" y="10730"/>
                  </a:cubicBezTo>
                  <a:cubicBezTo>
                    <a:pt x="343283" y="10741"/>
                    <a:pt x="343283" y="10741"/>
                    <a:pt x="344528" y="10753"/>
                  </a:cubicBezTo>
                  <a:cubicBezTo>
                    <a:pt x="345188" y="10868"/>
                    <a:pt x="345848" y="10983"/>
                    <a:pt x="346528" y="11102"/>
                  </a:cubicBezTo>
                  <a:cubicBezTo>
                    <a:pt x="346774" y="11838"/>
                    <a:pt x="347019" y="12575"/>
                    <a:pt x="347272" y="13334"/>
                  </a:cubicBezTo>
                  <a:cubicBezTo>
                    <a:pt x="349399" y="13654"/>
                    <a:pt x="351472" y="13662"/>
                    <a:pt x="353621" y="13703"/>
                  </a:cubicBezTo>
                  <a:cubicBezTo>
                    <a:pt x="354530" y="13889"/>
                    <a:pt x="354530" y="13889"/>
                    <a:pt x="355458" y="14078"/>
                  </a:cubicBezTo>
                  <a:cubicBezTo>
                    <a:pt x="355640" y="14811"/>
                    <a:pt x="355640" y="14811"/>
                    <a:pt x="355827" y="15558"/>
                  </a:cubicBezTo>
                  <a:cubicBezTo>
                    <a:pt x="355951" y="16052"/>
                    <a:pt x="356074" y="16546"/>
                    <a:pt x="356202" y="17055"/>
                  </a:cubicBezTo>
                  <a:cubicBezTo>
                    <a:pt x="358115" y="17583"/>
                    <a:pt x="358115" y="17583"/>
                    <a:pt x="360341" y="17613"/>
                  </a:cubicBezTo>
                  <a:cubicBezTo>
                    <a:pt x="361094" y="17655"/>
                    <a:pt x="361847" y="17697"/>
                    <a:pt x="362623" y="17741"/>
                  </a:cubicBezTo>
                  <a:cubicBezTo>
                    <a:pt x="363205" y="17760"/>
                    <a:pt x="363787" y="17779"/>
                    <a:pt x="364387" y="17799"/>
                  </a:cubicBezTo>
                  <a:cubicBezTo>
                    <a:pt x="364387" y="18781"/>
                    <a:pt x="364387" y="19764"/>
                    <a:pt x="364387" y="20776"/>
                  </a:cubicBezTo>
                  <a:cubicBezTo>
                    <a:pt x="365154" y="20763"/>
                    <a:pt x="365154" y="20763"/>
                    <a:pt x="365937" y="20749"/>
                  </a:cubicBezTo>
                  <a:cubicBezTo>
                    <a:pt x="366607" y="20743"/>
                    <a:pt x="367278" y="20736"/>
                    <a:pt x="367969" y="20729"/>
                  </a:cubicBezTo>
                  <a:cubicBezTo>
                    <a:pt x="368966" y="20716"/>
                    <a:pt x="368966" y="20716"/>
                    <a:pt x="369983" y="20703"/>
                  </a:cubicBezTo>
                  <a:cubicBezTo>
                    <a:pt x="371829" y="20776"/>
                    <a:pt x="371829" y="20776"/>
                    <a:pt x="374061" y="21520"/>
                  </a:cubicBezTo>
                  <a:cubicBezTo>
                    <a:pt x="374307" y="22256"/>
                    <a:pt x="374552" y="22993"/>
                    <a:pt x="374805" y="23752"/>
                  </a:cubicBezTo>
                  <a:cubicBezTo>
                    <a:pt x="376932" y="24072"/>
                    <a:pt x="379005" y="24080"/>
                    <a:pt x="381154" y="24121"/>
                  </a:cubicBezTo>
                  <a:cubicBezTo>
                    <a:pt x="382063" y="24307"/>
                    <a:pt x="382063" y="24307"/>
                    <a:pt x="382991" y="24496"/>
                  </a:cubicBezTo>
                  <a:cubicBezTo>
                    <a:pt x="383113" y="24985"/>
                    <a:pt x="383234" y="25473"/>
                    <a:pt x="383360" y="25976"/>
                  </a:cubicBezTo>
                  <a:cubicBezTo>
                    <a:pt x="383484" y="26470"/>
                    <a:pt x="383607" y="26964"/>
                    <a:pt x="383735" y="27473"/>
                  </a:cubicBezTo>
                  <a:cubicBezTo>
                    <a:pt x="385648" y="28001"/>
                    <a:pt x="385648" y="28001"/>
                    <a:pt x="387874" y="28031"/>
                  </a:cubicBezTo>
                  <a:cubicBezTo>
                    <a:pt x="388627" y="28073"/>
                    <a:pt x="389380" y="28115"/>
                    <a:pt x="390156" y="28159"/>
                  </a:cubicBezTo>
                  <a:cubicBezTo>
                    <a:pt x="391029" y="28188"/>
                    <a:pt x="391029" y="28188"/>
                    <a:pt x="391921" y="28217"/>
                  </a:cubicBezTo>
                  <a:cubicBezTo>
                    <a:pt x="391921" y="29199"/>
                    <a:pt x="391921" y="30182"/>
                    <a:pt x="391921" y="31194"/>
                  </a:cubicBezTo>
                  <a:cubicBezTo>
                    <a:pt x="394622" y="31194"/>
                    <a:pt x="397323" y="31194"/>
                    <a:pt x="400106" y="31194"/>
                  </a:cubicBezTo>
                  <a:cubicBezTo>
                    <a:pt x="400166" y="32790"/>
                    <a:pt x="400210" y="34387"/>
                    <a:pt x="400246" y="35984"/>
                  </a:cubicBezTo>
                  <a:cubicBezTo>
                    <a:pt x="400272" y="36873"/>
                    <a:pt x="400297" y="37762"/>
                    <a:pt x="400324" y="38679"/>
                  </a:cubicBezTo>
                  <a:cubicBezTo>
                    <a:pt x="400252" y="39401"/>
                    <a:pt x="400180" y="40123"/>
                    <a:pt x="400106" y="40867"/>
                  </a:cubicBezTo>
                  <a:cubicBezTo>
                    <a:pt x="399001" y="41236"/>
                    <a:pt x="399001" y="41236"/>
                    <a:pt x="397874" y="41612"/>
                  </a:cubicBezTo>
                  <a:cubicBezTo>
                    <a:pt x="397597" y="42596"/>
                    <a:pt x="397348" y="43589"/>
                    <a:pt x="397130" y="44588"/>
                  </a:cubicBezTo>
                  <a:cubicBezTo>
                    <a:pt x="396638" y="44834"/>
                    <a:pt x="396147" y="45079"/>
                    <a:pt x="395641" y="45332"/>
                  </a:cubicBezTo>
                  <a:cubicBezTo>
                    <a:pt x="395534" y="46054"/>
                    <a:pt x="395426" y="46775"/>
                    <a:pt x="395316" y="47518"/>
                  </a:cubicBezTo>
                  <a:cubicBezTo>
                    <a:pt x="395178" y="48270"/>
                    <a:pt x="395039" y="49022"/>
                    <a:pt x="394897" y="49797"/>
                  </a:cubicBezTo>
                  <a:cubicBezTo>
                    <a:pt x="393792" y="50534"/>
                    <a:pt x="393792" y="50534"/>
                    <a:pt x="392665" y="51285"/>
                  </a:cubicBezTo>
                  <a:cubicBezTo>
                    <a:pt x="392542" y="51776"/>
                    <a:pt x="392419" y="52268"/>
                    <a:pt x="392293" y="52774"/>
                  </a:cubicBezTo>
                  <a:cubicBezTo>
                    <a:pt x="391921" y="54262"/>
                    <a:pt x="391921" y="54262"/>
                    <a:pt x="389688" y="55750"/>
                  </a:cubicBezTo>
                  <a:cubicBezTo>
                    <a:pt x="389419" y="56737"/>
                    <a:pt x="389169" y="57729"/>
                    <a:pt x="388944" y="58727"/>
                  </a:cubicBezTo>
                  <a:cubicBezTo>
                    <a:pt x="388453" y="58972"/>
                    <a:pt x="387962" y="59218"/>
                    <a:pt x="387456" y="59471"/>
                  </a:cubicBezTo>
                  <a:cubicBezTo>
                    <a:pt x="387210" y="60223"/>
                    <a:pt x="386965" y="60975"/>
                    <a:pt x="386712" y="61750"/>
                  </a:cubicBezTo>
                  <a:cubicBezTo>
                    <a:pt x="386466" y="62471"/>
                    <a:pt x="386220" y="63193"/>
                    <a:pt x="385967" y="63936"/>
                  </a:cubicBezTo>
                  <a:cubicBezTo>
                    <a:pt x="385476" y="63936"/>
                    <a:pt x="384985" y="63936"/>
                    <a:pt x="384479" y="63936"/>
                  </a:cubicBezTo>
                  <a:cubicBezTo>
                    <a:pt x="384387" y="64657"/>
                    <a:pt x="384295" y="65378"/>
                    <a:pt x="384200" y="66122"/>
                  </a:cubicBezTo>
                  <a:cubicBezTo>
                    <a:pt x="383970" y="67250"/>
                    <a:pt x="383970" y="67250"/>
                    <a:pt x="383735" y="68401"/>
                  </a:cubicBezTo>
                  <a:cubicBezTo>
                    <a:pt x="383244" y="68646"/>
                    <a:pt x="382753" y="68892"/>
                    <a:pt x="382247" y="69145"/>
                  </a:cubicBezTo>
                  <a:cubicBezTo>
                    <a:pt x="381733" y="70378"/>
                    <a:pt x="381240" y="71619"/>
                    <a:pt x="380758" y="72865"/>
                  </a:cubicBezTo>
                  <a:cubicBezTo>
                    <a:pt x="379740" y="74725"/>
                    <a:pt x="378847" y="76277"/>
                    <a:pt x="377317" y="77749"/>
                  </a:cubicBezTo>
                  <a:cubicBezTo>
                    <a:pt x="376163" y="78774"/>
                    <a:pt x="376163" y="78774"/>
                    <a:pt x="375922" y="80400"/>
                  </a:cubicBezTo>
                  <a:cubicBezTo>
                    <a:pt x="375799" y="80860"/>
                    <a:pt x="375676" y="81321"/>
                    <a:pt x="375549" y="81795"/>
                  </a:cubicBezTo>
                  <a:cubicBezTo>
                    <a:pt x="374444" y="82163"/>
                    <a:pt x="374444" y="82163"/>
                    <a:pt x="373317" y="82539"/>
                  </a:cubicBezTo>
                  <a:cubicBezTo>
                    <a:pt x="373039" y="83773"/>
                    <a:pt x="372791" y="85014"/>
                    <a:pt x="372573" y="86260"/>
                  </a:cubicBezTo>
                  <a:cubicBezTo>
                    <a:pt x="372082" y="86506"/>
                    <a:pt x="371591" y="86751"/>
                    <a:pt x="371085" y="87004"/>
                  </a:cubicBezTo>
                  <a:cubicBezTo>
                    <a:pt x="370839" y="87741"/>
                    <a:pt x="370593" y="88478"/>
                    <a:pt x="370340" y="89237"/>
                  </a:cubicBezTo>
                  <a:cubicBezTo>
                    <a:pt x="369596" y="91469"/>
                    <a:pt x="369596" y="91469"/>
                    <a:pt x="368108" y="92213"/>
                  </a:cubicBezTo>
                  <a:cubicBezTo>
                    <a:pt x="368031" y="92643"/>
                    <a:pt x="367955" y="93073"/>
                    <a:pt x="367875" y="93515"/>
                  </a:cubicBezTo>
                  <a:cubicBezTo>
                    <a:pt x="367131" y="95951"/>
                    <a:pt x="365461" y="97186"/>
                    <a:pt x="363643" y="98910"/>
                  </a:cubicBezTo>
                  <a:cubicBezTo>
                    <a:pt x="363643" y="99156"/>
                    <a:pt x="363643" y="99401"/>
                    <a:pt x="363643" y="99654"/>
                  </a:cubicBezTo>
                  <a:cubicBezTo>
                    <a:pt x="364869" y="99647"/>
                    <a:pt x="364869" y="99647"/>
                    <a:pt x="366119" y="99639"/>
                  </a:cubicBezTo>
                  <a:cubicBezTo>
                    <a:pt x="373806" y="99594"/>
                    <a:pt x="381493" y="99561"/>
                    <a:pt x="389180" y="99539"/>
                  </a:cubicBezTo>
                  <a:cubicBezTo>
                    <a:pt x="393133" y="99527"/>
                    <a:pt x="397085" y="99511"/>
                    <a:pt x="401037" y="99486"/>
                  </a:cubicBezTo>
                  <a:cubicBezTo>
                    <a:pt x="404849" y="99462"/>
                    <a:pt x="408661" y="99448"/>
                    <a:pt x="412472" y="99443"/>
                  </a:cubicBezTo>
                  <a:cubicBezTo>
                    <a:pt x="413929" y="99439"/>
                    <a:pt x="415386" y="99430"/>
                    <a:pt x="416843" y="99418"/>
                  </a:cubicBezTo>
                  <a:cubicBezTo>
                    <a:pt x="418878" y="99402"/>
                    <a:pt x="420912" y="99400"/>
                    <a:pt x="422947" y="99401"/>
                  </a:cubicBezTo>
                  <a:cubicBezTo>
                    <a:pt x="423554" y="99393"/>
                    <a:pt x="424161" y="99385"/>
                    <a:pt x="424787" y="99377"/>
                  </a:cubicBezTo>
                  <a:cubicBezTo>
                    <a:pt x="426463" y="99386"/>
                    <a:pt x="426463" y="99386"/>
                    <a:pt x="429128" y="99654"/>
                  </a:cubicBezTo>
                  <a:cubicBezTo>
                    <a:pt x="430983" y="102438"/>
                    <a:pt x="430803" y="103874"/>
                    <a:pt x="430805" y="107202"/>
                  </a:cubicBezTo>
                  <a:cubicBezTo>
                    <a:pt x="430807" y="107747"/>
                    <a:pt x="430809" y="108292"/>
                    <a:pt x="430812" y="108853"/>
                  </a:cubicBezTo>
                  <a:cubicBezTo>
                    <a:pt x="430818" y="110684"/>
                    <a:pt x="430813" y="112514"/>
                    <a:pt x="430808" y="114344"/>
                  </a:cubicBezTo>
                  <a:cubicBezTo>
                    <a:pt x="430810" y="115654"/>
                    <a:pt x="430813" y="116965"/>
                    <a:pt x="430816" y="118275"/>
                  </a:cubicBezTo>
                  <a:cubicBezTo>
                    <a:pt x="430823" y="121837"/>
                    <a:pt x="430820" y="125399"/>
                    <a:pt x="430816" y="128961"/>
                  </a:cubicBezTo>
                  <a:cubicBezTo>
                    <a:pt x="430812" y="132684"/>
                    <a:pt x="430815" y="136407"/>
                    <a:pt x="430818" y="140129"/>
                  </a:cubicBezTo>
                  <a:cubicBezTo>
                    <a:pt x="430821" y="146381"/>
                    <a:pt x="430817" y="152632"/>
                    <a:pt x="430810" y="158883"/>
                  </a:cubicBezTo>
                  <a:cubicBezTo>
                    <a:pt x="430802" y="166119"/>
                    <a:pt x="430804" y="173354"/>
                    <a:pt x="430813" y="180589"/>
                  </a:cubicBezTo>
                  <a:cubicBezTo>
                    <a:pt x="430819" y="186794"/>
                    <a:pt x="430820" y="192999"/>
                    <a:pt x="430816" y="199203"/>
                  </a:cubicBezTo>
                  <a:cubicBezTo>
                    <a:pt x="430814" y="202912"/>
                    <a:pt x="430814" y="206622"/>
                    <a:pt x="430819" y="210331"/>
                  </a:cubicBezTo>
                  <a:cubicBezTo>
                    <a:pt x="430823" y="213816"/>
                    <a:pt x="430820" y="217302"/>
                    <a:pt x="430811" y="220788"/>
                  </a:cubicBezTo>
                  <a:cubicBezTo>
                    <a:pt x="430809" y="222070"/>
                    <a:pt x="430810" y="223352"/>
                    <a:pt x="430813" y="224634"/>
                  </a:cubicBezTo>
                  <a:cubicBezTo>
                    <a:pt x="430817" y="226379"/>
                    <a:pt x="430812" y="228123"/>
                    <a:pt x="430805" y="229867"/>
                  </a:cubicBezTo>
                  <a:cubicBezTo>
                    <a:pt x="430804" y="230845"/>
                    <a:pt x="430804" y="231823"/>
                    <a:pt x="430803" y="232831"/>
                  </a:cubicBezTo>
                  <a:cubicBezTo>
                    <a:pt x="430616" y="235088"/>
                    <a:pt x="430616" y="235088"/>
                    <a:pt x="429128" y="236576"/>
                  </a:cubicBezTo>
                  <a:cubicBezTo>
                    <a:pt x="427208" y="236724"/>
                    <a:pt x="425369" y="236779"/>
                    <a:pt x="423449" y="236769"/>
                  </a:cubicBezTo>
                  <a:cubicBezTo>
                    <a:pt x="422863" y="236772"/>
                    <a:pt x="422278" y="236774"/>
                    <a:pt x="421674" y="236777"/>
                  </a:cubicBezTo>
                  <a:cubicBezTo>
                    <a:pt x="419732" y="236783"/>
                    <a:pt x="417791" y="236779"/>
                    <a:pt x="415849" y="236774"/>
                  </a:cubicBezTo>
                  <a:cubicBezTo>
                    <a:pt x="414504" y="236775"/>
                    <a:pt x="413158" y="236776"/>
                    <a:pt x="411812" y="236778"/>
                  </a:cubicBezTo>
                  <a:cubicBezTo>
                    <a:pt x="408990" y="236781"/>
                    <a:pt x="406167" y="236777"/>
                    <a:pt x="403345" y="236770"/>
                  </a:cubicBezTo>
                  <a:cubicBezTo>
                    <a:pt x="399721" y="236762"/>
                    <a:pt x="396098" y="236767"/>
                    <a:pt x="392474" y="236776"/>
                  </a:cubicBezTo>
                  <a:cubicBezTo>
                    <a:pt x="389695" y="236781"/>
                    <a:pt x="386915" y="236779"/>
                    <a:pt x="384136" y="236776"/>
                  </a:cubicBezTo>
                  <a:cubicBezTo>
                    <a:pt x="382799" y="236775"/>
                    <a:pt x="381463" y="236776"/>
                    <a:pt x="380127" y="236779"/>
                  </a:cubicBezTo>
                  <a:cubicBezTo>
                    <a:pt x="378261" y="236783"/>
                    <a:pt x="376396" y="236777"/>
                    <a:pt x="374531" y="236769"/>
                  </a:cubicBezTo>
                  <a:cubicBezTo>
                    <a:pt x="373975" y="236772"/>
                    <a:pt x="373419" y="236775"/>
                    <a:pt x="372846" y="236778"/>
                  </a:cubicBezTo>
                  <a:cubicBezTo>
                    <a:pt x="369022" y="236746"/>
                    <a:pt x="369022" y="236746"/>
                    <a:pt x="367364" y="235088"/>
                  </a:cubicBezTo>
                  <a:cubicBezTo>
                    <a:pt x="367220" y="233060"/>
                    <a:pt x="367169" y="231108"/>
                    <a:pt x="367183" y="229080"/>
                  </a:cubicBezTo>
                  <a:cubicBezTo>
                    <a:pt x="367182" y="228459"/>
                    <a:pt x="367180" y="227838"/>
                    <a:pt x="367179" y="227199"/>
                  </a:cubicBezTo>
                  <a:cubicBezTo>
                    <a:pt x="367176" y="225140"/>
                    <a:pt x="367184" y="223081"/>
                    <a:pt x="367192" y="221022"/>
                  </a:cubicBezTo>
                  <a:cubicBezTo>
                    <a:pt x="367193" y="219595"/>
                    <a:pt x="367194" y="218167"/>
                    <a:pt x="367193" y="216740"/>
                  </a:cubicBezTo>
                  <a:cubicBezTo>
                    <a:pt x="367195" y="213745"/>
                    <a:pt x="367201" y="210751"/>
                    <a:pt x="367211" y="207756"/>
                  </a:cubicBezTo>
                  <a:cubicBezTo>
                    <a:pt x="367223" y="203914"/>
                    <a:pt x="367226" y="200072"/>
                    <a:pt x="367226" y="196230"/>
                  </a:cubicBezTo>
                  <a:cubicBezTo>
                    <a:pt x="367226" y="193282"/>
                    <a:pt x="367230" y="190333"/>
                    <a:pt x="367235" y="187385"/>
                  </a:cubicBezTo>
                  <a:cubicBezTo>
                    <a:pt x="367238" y="185968"/>
                    <a:pt x="367239" y="184551"/>
                    <a:pt x="367240" y="183134"/>
                  </a:cubicBezTo>
                  <a:cubicBezTo>
                    <a:pt x="367241" y="181155"/>
                    <a:pt x="367248" y="179176"/>
                    <a:pt x="367256" y="177196"/>
                  </a:cubicBezTo>
                  <a:cubicBezTo>
                    <a:pt x="367255" y="176314"/>
                    <a:pt x="367255" y="176314"/>
                    <a:pt x="367255" y="175414"/>
                  </a:cubicBezTo>
                  <a:cubicBezTo>
                    <a:pt x="367269" y="173033"/>
                    <a:pt x="367349" y="171135"/>
                    <a:pt x="368108" y="168860"/>
                  </a:cubicBezTo>
                  <a:cubicBezTo>
                    <a:pt x="270373" y="168614"/>
                    <a:pt x="172637" y="168368"/>
                    <a:pt x="71940" y="168115"/>
                  </a:cubicBezTo>
                  <a:cubicBezTo>
                    <a:pt x="72186" y="169098"/>
                    <a:pt x="72431" y="170080"/>
                    <a:pt x="72684" y="171092"/>
                  </a:cubicBezTo>
                  <a:cubicBezTo>
                    <a:pt x="72755" y="173161"/>
                    <a:pt x="72786" y="175212"/>
                    <a:pt x="72780" y="177281"/>
                  </a:cubicBezTo>
                  <a:cubicBezTo>
                    <a:pt x="72782" y="178214"/>
                    <a:pt x="72782" y="178214"/>
                    <a:pt x="72784" y="179166"/>
                  </a:cubicBezTo>
                  <a:cubicBezTo>
                    <a:pt x="72788" y="181221"/>
                    <a:pt x="72786" y="183275"/>
                    <a:pt x="72783" y="185329"/>
                  </a:cubicBezTo>
                  <a:cubicBezTo>
                    <a:pt x="72784" y="186756"/>
                    <a:pt x="72784" y="188183"/>
                    <a:pt x="72785" y="189610"/>
                  </a:cubicBezTo>
                  <a:cubicBezTo>
                    <a:pt x="72786" y="192599"/>
                    <a:pt x="72785" y="195588"/>
                    <a:pt x="72781" y="198577"/>
                  </a:cubicBezTo>
                  <a:cubicBezTo>
                    <a:pt x="72777" y="202414"/>
                    <a:pt x="72779" y="206251"/>
                    <a:pt x="72784" y="210088"/>
                  </a:cubicBezTo>
                  <a:cubicBezTo>
                    <a:pt x="72787" y="213033"/>
                    <a:pt x="72786" y="215979"/>
                    <a:pt x="72784" y="218924"/>
                  </a:cubicBezTo>
                  <a:cubicBezTo>
                    <a:pt x="72783" y="220339"/>
                    <a:pt x="72784" y="221755"/>
                    <a:pt x="72786" y="223170"/>
                  </a:cubicBezTo>
                  <a:cubicBezTo>
                    <a:pt x="72787" y="225144"/>
                    <a:pt x="72785" y="227118"/>
                    <a:pt x="72780" y="229092"/>
                  </a:cubicBezTo>
                  <a:cubicBezTo>
                    <a:pt x="72782" y="229680"/>
                    <a:pt x="72783" y="230268"/>
                    <a:pt x="72785" y="230875"/>
                  </a:cubicBezTo>
                  <a:cubicBezTo>
                    <a:pt x="72769" y="234918"/>
                    <a:pt x="72769" y="234918"/>
                    <a:pt x="71940" y="236576"/>
                  </a:cubicBezTo>
                  <a:cubicBezTo>
                    <a:pt x="70116" y="236723"/>
                    <a:pt x="68376" y="236771"/>
                    <a:pt x="66551" y="236757"/>
                  </a:cubicBezTo>
                  <a:cubicBezTo>
                    <a:pt x="65987" y="236759"/>
                    <a:pt x="65423" y="236760"/>
                    <a:pt x="64842" y="236761"/>
                  </a:cubicBezTo>
                  <a:cubicBezTo>
                    <a:pt x="62969" y="236764"/>
                    <a:pt x="61096" y="236756"/>
                    <a:pt x="59223" y="236748"/>
                  </a:cubicBezTo>
                  <a:cubicBezTo>
                    <a:pt x="57926" y="236747"/>
                    <a:pt x="56629" y="236747"/>
                    <a:pt x="55333" y="236747"/>
                  </a:cubicBezTo>
                  <a:cubicBezTo>
                    <a:pt x="52611" y="236746"/>
                    <a:pt x="49889" y="236739"/>
                    <a:pt x="47167" y="236730"/>
                  </a:cubicBezTo>
                  <a:cubicBezTo>
                    <a:pt x="43673" y="236717"/>
                    <a:pt x="40179" y="236714"/>
                    <a:pt x="36684" y="236715"/>
                  </a:cubicBezTo>
                  <a:cubicBezTo>
                    <a:pt x="34005" y="236714"/>
                    <a:pt x="31326" y="236710"/>
                    <a:pt x="28647" y="236705"/>
                  </a:cubicBezTo>
                  <a:cubicBezTo>
                    <a:pt x="27358" y="236703"/>
                    <a:pt x="26070" y="236701"/>
                    <a:pt x="24781" y="236701"/>
                  </a:cubicBezTo>
                  <a:cubicBezTo>
                    <a:pt x="22981" y="236699"/>
                    <a:pt x="21182" y="236692"/>
                    <a:pt x="19382" y="236684"/>
                  </a:cubicBezTo>
                  <a:cubicBezTo>
                    <a:pt x="18578" y="236685"/>
                    <a:pt x="18578" y="236685"/>
                    <a:pt x="17757" y="236685"/>
                  </a:cubicBezTo>
                  <a:cubicBezTo>
                    <a:pt x="14067" y="236662"/>
                    <a:pt x="14067" y="236662"/>
                    <a:pt x="12409" y="235832"/>
                  </a:cubicBezTo>
                  <a:cubicBezTo>
                    <a:pt x="12258" y="234062"/>
                    <a:pt x="12209" y="232378"/>
                    <a:pt x="12220" y="230606"/>
                  </a:cubicBezTo>
                  <a:cubicBezTo>
                    <a:pt x="12217" y="230053"/>
                    <a:pt x="12215" y="229500"/>
                    <a:pt x="12213" y="228930"/>
                  </a:cubicBezTo>
                  <a:cubicBezTo>
                    <a:pt x="12207" y="227062"/>
                    <a:pt x="12212" y="225195"/>
                    <a:pt x="12216" y="223327"/>
                  </a:cubicBezTo>
                  <a:cubicBezTo>
                    <a:pt x="12214" y="221994"/>
                    <a:pt x="12212" y="220661"/>
                    <a:pt x="12208" y="219328"/>
                  </a:cubicBezTo>
                  <a:cubicBezTo>
                    <a:pt x="12202" y="215696"/>
                    <a:pt x="12204" y="212065"/>
                    <a:pt x="12209" y="208433"/>
                  </a:cubicBezTo>
                  <a:cubicBezTo>
                    <a:pt x="12213" y="204642"/>
                    <a:pt x="12209" y="200850"/>
                    <a:pt x="12207" y="197059"/>
                  </a:cubicBezTo>
                  <a:cubicBezTo>
                    <a:pt x="12204" y="190690"/>
                    <a:pt x="12208" y="184322"/>
                    <a:pt x="12215" y="177953"/>
                  </a:cubicBezTo>
                  <a:cubicBezTo>
                    <a:pt x="12223" y="170579"/>
                    <a:pt x="12220" y="163206"/>
                    <a:pt x="12212" y="155832"/>
                  </a:cubicBezTo>
                  <a:cubicBezTo>
                    <a:pt x="12205" y="149512"/>
                    <a:pt x="12204" y="143193"/>
                    <a:pt x="12208" y="136874"/>
                  </a:cubicBezTo>
                  <a:cubicBezTo>
                    <a:pt x="12211" y="133095"/>
                    <a:pt x="12211" y="129316"/>
                    <a:pt x="12206" y="125536"/>
                  </a:cubicBezTo>
                  <a:cubicBezTo>
                    <a:pt x="12202" y="121984"/>
                    <a:pt x="12205" y="118432"/>
                    <a:pt x="12213" y="114880"/>
                  </a:cubicBezTo>
                  <a:cubicBezTo>
                    <a:pt x="12215" y="113572"/>
                    <a:pt x="12215" y="112264"/>
                    <a:pt x="12211" y="110957"/>
                  </a:cubicBezTo>
                  <a:cubicBezTo>
                    <a:pt x="12207" y="109179"/>
                    <a:pt x="12212" y="107402"/>
                    <a:pt x="12220" y="105625"/>
                  </a:cubicBezTo>
                  <a:cubicBezTo>
                    <a:pt x="12216" y="105100"/>
                    <a:pt x="12213" y="104576"/>
                    <a:pt x="12210" y="104036"/>
                  </a:cubicBezTo>
                  <a:cubicBezTo>
                    <a:pt x="12220" y="102822"/>
                    <a:pt x="12306" y="101609"/>
                    <a:pt x="12409" y="100399"/>
                  </a:cubicBezTo>
                  <a:cubicBezTo>
                    <a:pt x="14909" y="99149"/>
                    <a:pt x="17736" y="99520"/>
                    <a:pt x="20487" y="99502"/>
                  </a:cubicBezTo>
                  <a:cubicBezTo>
                    <a:pt x="21511" y="99491"/>
                    <a:pt x="21511" y="99491"/>
                    <a:pt x="22555" y="99479"/>
                  </a:cubicBezTo>
                  <a:cubicBezTo>
                    <a:pt x="24818" y="99456"/>
                    <a:pt x="27081" y="99437"/>
                    <a:pt x="29344" y="99419"/>
                  </a:cubicBezTo>
                  <a:cubicBezTo>
                    <a:pt x="30910" y="99404"/>
                    <a:pt x="32476" y="99388"/>
                    <a:pt x="34042" y="99372"/>
                  </a:cubicBezTo>
                  <a:cubicBezTo>
                    <a:pt x="38170" y="99331"/>
                    <a:pt x="42297" y="99294"/>
                    <a:pt x="46425" y="99258"/>
                  </a:cubicBezTo>
                  <a:cubicBezTo>
                    <a:pt x="50635" y="99221"/>
                    <a:pt x="54845" y="99180"/>
                    <a:pt x="59054" y="99139"/>
                  </a:cubicBezTo>
                  <a:cubicBezTo>
                    <a:pt x="67318" y="99058"/>
                    <a:pt x="75582" y="98983"/>
                    <a:pt x="83846" y="98910"/>
                  </a:cubicBezTo>
                  <a:cubicBezTo>
                    <a:pt x="83014" y="96138"/>
                    <a:pt x="83014" y="96138"/>
                    <a:pt x="80870" y="94446"/>
                  </a:cubicBezTo>
                  <a:cubicBezTo>
                    <a:pt x="80567" y="92718"/>
                    <a:pt x="80316" y="90980"/>
                    <a:pt x="80126" y="89237"/>
                  </a:cubicBezTo>
                  <a:cubicBezTo>
                    <a:pt x="79389" y="89237"/>
                    <a:pt x="78652" y="89237"/>
                    <a:pt x="77893" y="89237"/>
                  </a:cubicBezTo>
                  <a:cubicBezTo>
                    <a:pt x="77525" y="86290"/>
                    <a:pt x="77525" y="86290"/>
                    <a:pt x="77149" y="83283"/>
                  </a:cubicBezTo>
                  <a:cubicBezTo>
                    <a:pt x="76412" y="83283"/>
                    <a:pt x="75676" y="83283"/>
                    <a:pt x="74917" y="83283"/>
                  </a:cubicBezTo>
                  <a:cubicBezTo>
                    <a:pt x="74986" y="82409"/>
                    <a:pt x="74986" y="82409"/>
                    <a:pt x="75056" y="81516"/>
                  </a:cubicBezTo>
                  <a:cubicBezTo>
                    <a:pt x="75010" y="80871"/>
                    <a:pt x="74964" y="80227"/>
                    <a:pt x="74917" y="79563"/>
                  </a:cubicBezTo>
                  <a:cubicBezTo>
                    <a:pt x="73812" y="78826"/>
                    <a:pt x="73812" y="78826"/>
                    <a:pt x="72684" y="78074"/>
                  </a:cubicBezTo>
                  <a:cubicBezTo>
                    <a:pt x="72179" y="76589"/>
                    <a:pt x="71682" y="75101"/>
                    <a:pt x="71196" y="73610"/>
                  </a:cubicBezTo>
                  <a:cubicBezTo>
                    <a:pt x="70705" y="73610"/>
                    <a:pt x="70214" y="73610"/>
                    <a:pt x="69708" y="73610"/>
                  </a:cubicBezTo>
                  <a:cubicBezTo>
                    <a:pt x="69754" y="72765"/>
                    <a:pt x="69800" y="71921"/>
                    <a:pt x="69847" y="71052"/>
                  </a:cubicBezTo>
                  <a:cubicBezTo>
                    <a:pt x="69801" y="70177"/>
                    <a:pt x="69755" y="69302"/>
                    <a:pt x="69708" y="68401"/>
                  </a:cubicBezTo>
                  <a:cubicBezTo>
                    <a:pt x="68603" y="68032"/>
                    <a:pt x="68603" y="68032"/>
                    <a:pt x="67475" y="67656"/>
                  </a:cubicBezTo>
                  <a:cubicBezTo>
                    <a:pt x="66953" y="66427"/>
                    <a:pt x="66456" y="65186"/>
                    <a:pt x="65987" y="63936"/>
                  </a:cubicBezTo>
                  <a:cubicBezTo>
                    <a:pt x="65496" y="63690"/>
                    <a:pt x="65005" y="63445"/>
                    <a:pt x="64499" y="63192"/>
                  </a:cubicBezTo>
                  <a:cubicBezTo>
                    <a:pt x="64003" y="61703"/>
                    <a:pt x="63506" y="60215"/>
                    <a:pt x="63010" y="58727"/>
                  </a:cubicBezTo>
                  <a:cubicBezTo>
                    <a:pt x="62519" y="58481"/>
                    <a:pt x="62028" y="58236"/>
                    <a:pt x="61522" y="57983"/>
                  </a:cubicBezTo>
                  <a:cubicBezTo>
                    <a:pt x="61415" y="57522"/>
                    <a:pt x="61307" y="57062"/>
                    <a:pt x="61197" y="56587"/>
                  </a:cubicBezTo>
                  <a:cubicBezTo>
                    <a:pt x="60903" y="54945"/>
                    <a:pt x="60903" y="54945"/>
                    <a:pt x="59662" y="53890"/>
                  </a:cubicBezTo>
                  <a:cubicBezTo>
                    <a:pt x="58333" y="52562"/>
                    <a:pt x="58220" y="51590"/>
                    <a:pt x="57801" y="49797"/>
                  </a:cubicBezTo>
                  <a:cubicBezTo>
                    <a:pt x="57065" y="49429"/>
                    <a:pt x="57065" y="49429"/>
                    <a:pt x="56313" y="49053"/>
                  </a:cubicBezTo>
                  <a:cubicBezTo>
                    <a:pt x="55848" y="46774"/>
                    <a:pt x="55848" y="46774"/>
                    <a:pt x="55569" y="44588"/>
                  </a:cubicBezTo>
                  <a:cubicBezTo>
                    <a:pt x="54832" y="44588"/>
                    <a:pt x="54096" y="44588"/>
                    <a:pt x="53337" y="44588"/>
                  </a:cubicBezTo>
                  <a:cubicBezTo>
                    <a:pt x="53009" y="40532"/>
                    <a:pt x="53009" y="40532"/>
                    <a:pt x="53337" y="38635"/>
                  </a:cubicBezTo>
                  <a:cubicBezTo>
                    <a:pt x="55150" y="37658"/>
                    <a:pt x="55150" y="37658"/>
                    <a:pt x="57057" y="37147"/>
                  </a:cubicBezTo>
                  <a:cubicBezTo>
                    <a:pt x="57303" y="36410"/>
                    <a:pt x="57548" y="35673"/>
                    <a:pt x="57801" y="34914"/>
                  </a:cubicBezTo>
                  <a:cubicBezTo>
                    <a:pt x="59176" y="34533"/>
                    <a:pt x="59176" y="34533"/>
                    <a:pt x="60824" y="34403"/>
                  </a:cubicBezTo>
                  <a:cubicBezTo>
                    <a:pt x="62275" y="34288"/>
                    <a:pt x="62275" y="34288"/>
                    <a:pt x="63754" y="34170"/>
                  </a:cubicBezTo>
                  <a:cubicBezTo>
                    <a:pt x="63754" y="33188"/>
                    <a:pt x="63754" y="32206"/>
                    <a:pt x="63754" y="31194"/>
                  </a:cubicBezTo>
                  <a:cubicBezTo>
                    <a:pt x="65281" y="31072"/>
                    <a:pt x="66807" y="30951"/>
                    <a:pt x="68333" y="30830"/>
                  </a:cubicBezTo>
                  <a:cubicBezTo>
                    <a:pt x="69013" y="30642"/>
                    <a:pt x="69013" y="30642"/>
                    <a:pt x="69708" y="30449"/>
                  </a:cubicBezTo>
                  <a:cubicBezTo>
                    <a:pt x="69953" y="29713"/>
                    <a:pt x="70199" y="28976"/>
                    <a:pt x="70452" y="28217"/>
                  </a:cubicBezTo>
                  <a:cubicBezTo>
                    <a:pt x="71311" y="28110"/>
                    <a:pt x="72171" y="28002"/>
                    <a:pt x="73056" y="27891"/>
                  </a:cubicBezTo>
                  <a:cubicBezTo>
                    <a:pt x="73916" y="27753"/>
                    <a:pt x="74775" y="27615"/>
                    <a:pt x="75661" y="27473"/>
                  </a:cubicBezTo>
                  <a:cubicBezTo>
                    <a:pt x="75784" y="26982"/>
                    <a:pt x="75906" y="26491"/>
                    <a:pt x="76033" y="25985"/>
                  </a:cubicBezTo>
                  <a:cubicBezTo>
                    <a:pt x="76156" y="25493"/>
                    <a:pt x="76278" y="25002"/>
                    <a:pt x="76405" y="24496"/>
                  </a:cubicBezTo>
                  <a:cubicBezTo>
                    <a:pt x="78137" y="24218"/>
                    <a:pt x="79873" y="23970"/>
                    <a:pt x="81614" y="23752"/>
                  </a:cubicBezTo>
                  <a:cubicBezTo>
                    <a:pt x="81982" y="22647"/>
                    <a:pt x="81982" y="22647"/>
                    <a:pt x="82358" y="21520"/>
                  </a:cubicBezTo>
                  <a:cubicBezTo>
                    <a:pt x="83733" y="21139"/>
                    <a:pt x="83733" y="21139"/>
                    <a:pt x="85381" y="21008"/>
                  </a:cubicBezTo>
                  <a:cubicBezTo>
                    <a:pt x="86348" y="20931"/>
                    <a:pt x="87315" y="20855"/>
                    <a:pt x="88311" y="20776"/>
                  </a:cubicBezTo>
                  <a:cubicBezTo>
                    <a:pt x="88311" y="19793"/>
                    <a:pt x="88311" y="18811"/>
                    <a:pt x="88311" y="17799"/>
                  </a:cubicBezTo>
                  <a:cubicBezTo>
                    <a:pt x="89554" y="17707"/>
                    <a:pt x="89554" y="17707"/>
                    <a:pt x="90823" y="17613"/>
                  </a:cubicBezTo>
                  <a:cubicBezTo>
                    <a:pt x="91713" y="17429"/>
                    <a:pt x="92603" y="17245"/>
                    <a:pt x="93520" y="17055"/>
                  </a:cubicBezTo>
                  <a:cubicBezTo>
                    <a:pt x="94028" y="16069"/>
                    <a:pt x="94525" y="15077"/>
                    <a:pt x="95008" y="14078"/>
                  </a:cubicBezTo>
                  <a:cubicBezTo>
                    <a:pt x="96497" y="14078"/>
                    <a:pt x="97985" y="14078"/>
                    <a:pt x="99473" y="14078"/>
                  </a:cubicBezTo>
                  <a:cubicBezTo>
                    <a:pt x="99572" y="13592"/>
                    <a:pt x="99671" y="13106"/>
                    <a:pt x="99773" y="12605"/>
                  </a:cubicBezTo>
                  <a:cubicBezTo>
                    <a:pt x="99919" y="12109"/>
                    <a:pt x="100066" y="11613"/>
                    <a:pt x="100217" y="11102"/>
                  </a:cubicBezTo>
                  <a:cubicBezTo>
                    <a:pt x="101729" y="10785"/>
                    <a:pt x="101729" y="10785"/>
                    <a:pt x="103566" y="10869"/>
                  </a:cubicBezTo>
                  <a:cubicBezTo>
                    <a:pt x="104172" y="10887"/>
                    <a:pt x="104779" y="10906"/>
                    <a:pt x="105403" y="10924"/>
                  </a:cubicBezTo>
                  <a:cubicBezTo>
                    <a:pt x="106915" y="11102"/>
                    <a:pt x="106915" y="11102"/>
                    <a:pt x="107659" y="11846"/>
                  </a:cubicBezTo>
                  <a:cubicBezTo>
                    <a:pt x="107751" y="12675"/>
                    <a:pt x="107843" y="13503"/>
                    <a:pt x="107938" y="14357"/>
                  </a:cubicBezTo>
                  <a:cubicBezTo>
                    <a:pt x="108415" y="17122"/>
                    <a:pt x="108651" y="17562"/>
                    <a:pt x="110635" y="19287"/>
                  </a:cubicBezTo>
                  <a:cubicBezTo>
                    <a:pt x="110635" y="20024"/>
                    <a:pt x="110635" y="20761"/>
                    <a:pt x="110635" y="21520"/>
                  </a:cubicBezTo>
                  <a:cubicBezTo>
                    <a:pt x="111372" y="21765"/>
                    <a:pt x="112109" y="22011"/>
                    <a:pt x="112868" y="22264"/>
                  </a:cubicBezTo>
                  <a:cubicBezTo>
                    <a:pt x="113113" y="23001"/>
                    <a:pt x="113359" y="23737"/>
                    <a:pt x="113612" y="24496"/>
                  </a:cubicBezTo>
                  <a:cubicBezTo>
                    <a:pt x="114349" y="24987"/>
                    <a:pt x="115085" y="25479"/>
                    <a:pt x="115844" y="25985"/>
                  </a:cubicBezTo>
                  <a:cubicBezTo>
                    <a:pt x="116631" y="27198"/>
                    <a:pt x="117372" y="28442"/>
                    <a:pt x="118077" y="29705"/>
                  </a:cubicBezTo>
                  <a:cubicBezTo>
                    <a:pt x="119468" y="32421"/>
                    <a:pt x="119468" y="32421"/>
                    <a:pt x="121797" y="34170"/>
                  </a:cubicBezTo>
                  <a:cubicBezTo>
                    <a:pt x="122046" y="35410"/>
                    <a:pt x="122294" y="36651"/>
                    <a:pt x="122542" y="37891"/>
                  </a:cubicBezTo>
                  <a:cubicBezTo>
                    <a:pt x="123033" y="38136"/>
                    <a:pt x="123524" y="38382"/>
                    <a:pt x="124030" y="38635"/>
                  </a:cubicBezTo>
                  <a:cubicBezTo>
                    <a:pt x="124544" y="39868"/>
                    <a:pt x="125037" y="41110"/>
                    <a:pt x="125518" y="42356"/>
                  </a:cubicBezTo>
                  <a:cubicBezTo>
                    <a:pt x="125917" y="43016"/>
                    <a:pt x="126316" y="43676"/>
                    <a:pt x="126727" y="44356"/>
                  </a:cubicBezTo>
                  <a:cubicBezTo>
                    <a:pt x="127751" y="46076"/>
                    <a:pt x="127751" y="46076"/>
                    <a:pt x="127751" y="47565"/>
                  </a:cubicBezTo>
                  <a:cubicBezTo>
                    <a:pt x="128487" y="47565"/>
                    <a:pt x="129224" y="47565"/>
                    <a:pt x="129983" y="47565"/>
                  </a:cubicBezTo>
                  <a:cubicBezTo>
                    <a:pt x="129983" y="49284"/>
                    <a:pt x="129983" y="51003"/>
                    <a:pt x="129983" y="52774"/>
                  </a:cubicBezTo>
                  <a:cubicBezTo>
                    <a:pt x="130720" y="52774"/>
                    <a:pt x="131456" y="52774"/>
                    <a:pt x="132215" y="52774"/>
                  </a:cubicBezTo>
                  <a:cubicBezTo>
                    <a:pt x="132749" y="53998"/>
                    <a:pt x="133245" y="55240"/>
                    <a:pt x="133704" y="56494"/>
                  </a:cubicBezTo>
                  <a:cubicBezTo>
                    <a:pt x="134195" y="56740"/>
                    <a:pt x="134686" y="56985"/>
                    <a:pt x="135192" y="57238"/>
                  </a:cubicBezTo>
                  <a:cubicBezTo>
                    <a:pt x="135440" y="58727"/>
                    <a:pt x="135688" y="60215"/>
                    <a:pt x="135936" y="61703"/>
                  </a:cubicBezTo>
                  <a:cubicBezTo>
                    <a:pt x="136427" y="61949"/>
                    <a:pt x="136918" y="62194"/>
                    <a:pt x="137424" y="62447"/>
                  </a:cubicBezTo>
                  <a:cubicBezTo>
                    <a:pt x="137921" y="63936"/>
                    <a:pt x="138417" y="65424"/>
                    <a:pt x="138913" y="66912"/>
                  </a:cubicBezTo>
                  <a:cubicBezTo>
                    <a:pt x="139404" y="67158"/>
                    <a:pt x="139895" y="67403"/>
                    <a:pt x="140401" y="67656"/>
                  </a:cubicBezTo>
                  <a:cubicBezTo>
                    <a:pt x="140897" y="69393"/>
                    <a:pt x="141393" y="71129"/>
                    <a:pt x="141889" y="72865"/>
                  </a:cubicBezTo>
                  <a:cubicBezTo>
                    <a:pt x="142380" y="73111"/>
                    <a:pt x="142872" y="73357"/>
                    <a:pt x="143378" y="73610"/>
                  </a:cubicBezTo>
                  <a:cubicBezTo>
                    <a:pt x="143539" y="74899"/>
                    <a:pt x="143539" y="74899"/>
                    <a:pt x="143703" y="76214"/>
                  </a:cubicBezTo>
                  <a:cubicBezTo>
                    <a:pt x="143841" y="77074"/>
                    <a:pt x="143979" y="77933"/>
                    <a:pt x="144122" y="78819"/>
                  </a:cubicBezTo>
                  <a:cubicBezTo>
                    <a:pt x="144858" y="79064"/>
                    <a:pt x="145595" y="79310"/>
                    <a:pt x="146354" y="79563"/>
                  </a:cubicBezTo>
                  <a:cubicBezTo>
                    <a:pt x="146672" y="81570"/>
                    <a:pt x="146451" y="83476"/>
                    <a:pt x="146354" y="85516"/>
                  </a:cubicBezTo>
                  <a:cubicBezTo>
                    <a:pt x="147091" y="85516"/>
                    <a:pt x="147828" y="85516"/>
                    <a:pt x="148587" y="85516"/>
                  </a:cubicBezTo>
                  <a:cubicBezTo>
                    <a:pt x="148707" y="87204"/>
                    <a:pt x="148794" y="88894"/>
                    <a:pt x="148866" y="90585"/>
                  </a:cubicBezTo>
                  <a:cubicBezTo>
                    <a:pt x="148943" y="91997"/>
                    <a:pt x="148943" y="91997"/>
                    <a:pt x="149023" y="93437"/>
                  </a:cubicBezTo>
                  <a:cubicBezTo>
                    <a:pt x="148879" y="94261"/>
                    <a:pt x="148735" y="95085"/>
                    <a:pt x="148587" y="95934"/>
                  </a:cubicBezTo>
                  <a:cubicBezTo>
                    <a:pt x="146383" y="97338"/>
                    <a:pt x="146383" y="97338"/>
                    <a:pt x="144122" y="98166"/>
                  </a:cubicBezTo>
                  <a:cubicBezTo>
                    <a:pt x="143876" y="98412"/>
                    <a:pt x="143631" y="98657"/>
                    <a:pt x="143378" y="98910"/>
                  </a:cubicBezTo>
                  <a:cubicBezTo>
                    <a:pt x="163514" y="98910"/>
                    <a:pt x="183650" y="98910"/>
                    <a:pt x="204397" y="98910"/>
                  </a:cubicBezTo>
                  <a:cubicBezTo>
                    <a:pt x="204152" y="98665"/>
                    <a:pt x="203906" y="98419"/>
                    <a:pt x="203653" y="98166"/>
                  </a:cubicBezTo>
                  <a:cubicBezTo>
                    <a:pt x="203475" y="96633"/>
                    <a:pt x="203368" y="95102"/>
                    <a:pt x="203263" y="93562"/>
                  </a:cubicBezTo>
                  <a:cubicBezTo>
                    <a:pt x="203146" y="93117"/>
                    <a:pt x="203029" y="92672"/>
                    <a:pt x="202909" y="92213"/>
                  </a:cubicBezTo>
                  <a:cubicBezTo>
                    <a:pt x="202172" y="91968"/>
                    <a:pt x="201435" y="91722"/>
                    <a:pt x="200676" y="91469"/>
                  </a:cubicBezTo>
                  <a:cubicBezTo>
                    <a:pt x="200348" y="89957"/>
                    <a:pt x="200348" y="89957"/>
                    <a:pt x="200258" y="88120"/>
                  </a:cubicBezTo>
                  <a:cubicBezTo>
                    <a:pt x="200195" y="86332"/>
                    <a:pt x="200195" y="86332"/>
                    <a:pt x="199932" y="84772"/>
                  </a:cubicBezTo>
                  <a:cubicBezTo>
                    <a:pt x="199441" y="84526"/>
                    <a:pt x="198950" y="84281"/>
                    <a:pt x="198444" y="84028"/>
                  </a:cubicBezTo>
                  <a:cubicBezTo>
                    <a:pt x="197969" y="82313"/>
                    <a:pt x="197685" y="80593"/>
                    <a:pt x="197374" y="78842"/>
                  </a:cubicBezTo>
                  <a:cubicBezTo>
                    <a:pt x="197236" y="78343"/>
                    <a:pt x="197098" y="77844"/>
                    <a:pt x="196956" y="77330"/>
                  </a:cubicBezTo>
                  <a:cubicBezTo>
                    <a:pt x="196465" y="77085"/>
                    <a:pt x="195973" y="76839"/>
                    <a:pt x="195467" y="76586"/>
                  </a:cubicBezTo>
                  <a:cubicBezTo>
                    <a:pt x="195159" y="74886"/>
                    <a:pt x="195159" y="74886"/>
                    <a:pt x="195002" y="72819"/>
                  </a:cubicBezTo>
                  <a:cubicBezTo>
                    <a:pt x="194919" y="71793"/>
                    <a:pt x="194919" y="71793"/>
                    <a:pt x="194834" y="70746"/>
                  </a:cubicBezTo>
                  <a:cubicBezTo>
                    <a:pt x="194779" y="69954"/>
                    <a:pt x="194779" y="69954"/>
                    <a:pt x="194723" y="69145"/>
                  </a:cubicBezTo>
                  <a:cubicBezTo>
                    <a:pt x="193987" y="69145"/>
                    <a:pt x="193250" y="69145"/>
                    <a:pt x="192491" y="69145"/>
                  </a:cubicBezTo>
                  <a:cubicBezTo>
                    <a:pt x="192399" y="68423"/>
                    <a:pt x="192307" y="67702"/>
                    <a:pt x="192212" y="66959"/>
                  </a:cubicBezTo>
                  <a:cubicBezTo>
                    <a:pt x="192058" y="66207"/>
                    <a:pt x="191905" y="65455"/>
                    <a:pt x="191747" y="64680"/>
                  </a:cubicBezTo>
                  <a:cubicBezTo>
                    <a:pt x="191256" y="64434"/>
                    <a:pt x="190764" y="64189"/>
                    <a:pt x="190258" y="63936"/>
                  </a:cubicBezTo>
                  <a:cubicBezTo>
                    <a:pt x="189785" y="62196"/>
                    <a:pt x="189499" y="60453"/>
                    <a:pt x="189189" y="58677"/>
                  </a:cubicBezTo>
                  <a:cubicBezTo>
                    <a:pt x="189051" y="58203"/>
                    <a:pt x="188912" y="57728"/>
                    <a:pt x="188770" y="57238"/>
                  </a:cubicBezTo>
                  <a:cubicBezTo>
                    <a:pt x="188279" y="57238"/>
                    <a:pt x="187788" y="57238"/>
                    <a:pt x="187282" y="57238"/>
                  </a:cubicBezTo>
                  <a:cubicBezTo>
                    <a:pt x="187161" y="55737"/>
                    <a:pt x="187040" y="54235"/>
                    <a:pt x="186918" y="52733"/>
                  </a:cubicBezTo>
                  <a:cubicBezTo>
                    <a:pt x="186632" y="50991"/>
                    <a:pt x="186632" y="50991"/>
                    <a:pt x="184305" y="49797"/>
                  </a:cubicBezTo>
                  <a:cubicBezTo>
                    <a:pt x="184033" y="48313"/>
                    <a:pt x="183783" y="46825"/>
                    <a:pt x="183561" y="45332"/>
                  </a:cubicBezTo>
                  <a:cubicBezTo>
                    <a:pt x="183070" y="45087"/>
                    <a:pt x="182579" y="44841"/>
                    <a:pt x="182073" y="44588"/>
                  </a:cubicBezTo>
                  <a:cubicBezTo>
                    <a:pt x="181631" y="42617"/>
                    <a:pt x="181521" y="40650"/>
                    <a:pt x="181329" y="38635"/>
                  </a:cubicBezTo>
                  <a:cubicBezTo>
                    <a:pt x="180592" y="38635"/>
                    <a:pt x="179855" y="38635"/>
                    <a:pt x="179096" y="38635"/>
                  </a:cubicBezTo>
                  <a:cubicBezTo>
                    <a:pt x="179020" y="37914"/>
                    <a:pt x="178943" y="37192"/>
                    <a:pt x="178864" y="36449"/>
                  </a:cubicBezTo>
                  <a:cubicBezTo>
                    <a:pt x="178695" y="35697"/>
                    <a:pt x="178526" y="34945"/>
                    <a:pt x="178352" y="34170"/>
                  </a:cubicBezTo>
                  <a:cubicBezTo>
                    <a:pt x="177615" y="33925"/>
                    <a:pt x="176879" y="33679"/>
                    <a:pt x="176120" y="33426"/>
                  </a:cubicBezTo>
                  <a:cubicBezTo>
                    <a:pt x="175797" y="31452"/>
                    <a:pt x="175797" y="31452"/>
                    <a:pt x="175794" y="29008"/>
                  </a:cubicBezTo>
                  <a:cubicBezTo>
                    <a:pt x="175780" y="28203"/>
                    <a:pt x="175765" y="27398"/>
                    <a:pt x="175751" y="26569"/>
                  </a:cubicBezTo>
                  <a:cubicBezTo>
                    <a:pt x="175872" y="25885"/>
                    <a:pt x="175994" y="25201"/>
                    <a:pt x="176120" y="24496"/>
                  </a:cubicBezTo>
                  <a:cubicBezTo>
                    <a:pt x="177535" y="23610"/>
                    <a:pt x="177535" y="23610"/>
                    <a:pt x="179096" y="23008"/>
                  </a:cubicBezTo>
                  <a:cubicBezTo>
                    <a:pt x="179833" y="21903"/>
                    <a:pt x="179833" y="21903"/>
                    <a:pt x="180585" y="20776"/>
                  </a:cubicBezTo>
                  <a:cubicBezTo>
                    <a:pt x="182032" y="20395"/>
                    <a:pt x="182032" y="20395"/>
                    <a:pt x="183654" y="20264"/>
                  </a:cubicBezTo>
                  <a:cubicBezTo>
                    <a:pt x="184606" y="20187"/>
                    <a:pt x="185557" y="20111"/>
                    <a:pt x="186538" y="20031"/>
                  </a:cubicBezTo>
                  <a:cubicBezTo>
                    <a:pt x="186538" y="19295"/>
                    <a:pt x="186538" y="18558"/>
                    <a:pt x="186538" y="17799"/>
                  </a:cubicBezTo>
                  <a:cubicBezTo>
                    <a:pt x="187013" y="17780"/>
                    <a:pt x="187487" y="17761"/>
                    <a:pt x="187977" y="17741"/>
                  </a:cubicBezTo>
                  <a:cubicBezTo>
                    <a:pt x="188591" y="17699"/>
                    <a:pt x="189206" y="17656"/>
                    <a:pt x="189840" y="17613"/>
                  </a:cubicBezTo>
                  <a:cubicBezTo>
                    <a:pt x="190453" y="17578"/>
                    <a:pt x="191066" y="17544"/>
                    <a:pt x="191697" y="17508"/>
                  </a:cubicBezTo>
                  <a:cubicBezTo>
                    <a:pt x="192205" y="17359"/>
                    <a:pt x="192712" y="17209"/>
                    <a:pt x="193235" y="17055"/>
                  </a:cubicBezTo>
                  <a:cubicBezTo>
                    <a:pt x="193483" y="16063"/>
                    <a:pt x="193732" y="15071"/>
                    <a:pt x="193979" y="14078"/>
                  </a:cubicBezTo>
                  <a:cubicBezTo>
                    <a:pt x="195491" y="13703"/>
                    <a:pt x="195491" y="13703"/>
                    <a:pt x="197328" y="13660"/>
                  </a:cubicBezTo>
                  <a:cubicBezTo>
                    <a:pt x="199120" y="13658"/>
                    <a:pt x="199120" y="13658"/>
                    <a:pt x="200676" y="13334"/>
                  </a:cubicBezTo>
                  <a:cubicBezTo>
                    <a:pt x="200922" y="12597"/>
                    <a:pt x="201168" y="11861"/>
                    <a:pt x="201421" y="11102"/>
                  </a:cubicBezTo>
                  <a:cubicBezTo>
                    <a:pt x="203138" y="10573"/>
                    <a:pt x="204831" y="10348"/>
                    <a:pt x="206606" y="10079"/>
                  </a:cubicBezTo>
                  <a:cubicBezTo>
                    <a:pt x="207105" y="9925"/>
                    <a:pt x="207604" y="9772"/>
                    <a:pt x="208118" y="9613"/>
                  </a:cubicBezTo>
                  <a:cubicBezTo>
                    <a:pt x="208363" y="8877"/>
                    <a:pt x="208609" y="8140"/>
                    <a:pt x="208862" y="7381"/>
                  </a:cubicBezTo>
                  <a:cubicBezTo>
                    <a:pt x="210601" y="7033"/>
                    <a:pt x="212277" y="7006"/>
                    <a:pt x="214048" y="6939"/>
                  </a:cubicBezTo>
                  <a:cubicBezTo>
                    <a:pt x="214546" y="6839"/>
                    <a:pt x="215045" y="6740"/>
                    <a:pt x="215559" y="6637"/>
                  </a:cubicBezTo>
                  <a:cubicBezTo>
                    <a:pt x="215805" y="5900"/>
                    <a:pt x="216050" y="5164"/>
                    <a:pt x="216303" y="4405"/>
                  </a:cubicBezTo>
                  <a:cubicBezTo>
                    <a:pt x="218045" y="4086"/>
                    <a:pt x="219721" y="4077"/>
                    <a:pt x="221489" y="4035"/>
                  </a:cubicBezTo>
                  <a:cubicBezTo>
                    <a:pt x="221988" y="3912"/>
                    <a:pt x="222487" y="3788"/>
                    <a:pt x="223001" y="3660"/>
                  </a:cubicBezTo>
                  <a:cubicBezTo>
                    <a:pt x="223183" y="2916"/>
                    <a:pt x="223183" y="2916"/>
                    <a:pt x="223370" y="2158"/>
                  </a:cubicBezTo>
                  <a:cubicBezTo>
                    <a:pt x="223494" y="1671"/>
                    <a:pt x="223617" y="1185"/>
                    <a:pt x="223745" y="684"/>
                  </a:cubicBezTo>
                  <a:close/>
                </a:path>
              </a:pathLst>
            </a:custGeom>
            <a:grpFill/>
            <a:ln w="744" cap="flat">
              <a:noFill/>
              <a:prstDash val="solid"/>
              <a:miter/>
            </a:ln>
          </p:spPr>
          <p:txBody>
            <a:bodyPr rtlCol="0" anchor="ctr"/>
            <a:lstStyle/>
            <a:p>
              <a:endParaRPr lang="zh-CN" altLang="en-US"/>
            </a:p>
          </p:txBody>
        </p:sp>
        <p:sp>
          <p:nvSpPr>
            <p:cNvPr id="106" name="任意多边形: 形状 105"/>
            <p:cNvSpPr/>
            <p:nvPr/>
          </p:nvSpPr>
          <p:spPr>
            <a:xfrm>
              <a:off x="11424972" y="853323"/>
              <a:ext cx="235347" cy="249432"/>
            </a:xfrm>
            <a:custGeom>
              <a:avLst/>
              <a:gdLst>
                <a:gd name="connsiteX0" fmla="*/ 173171 w 235347"/>
                <a:gd name="connsiteY0" fmla="*/ 64695 h 249432"/>
                <a:gd name="connsiteX1" fmla="*/ 170615 w 235347"/>
                <a:gd name="connsiteY1" fmla="*/ 64699 h 249432"/>
                <a:gd name="connsiteX2" fmla="*/ 166104 w 235347"/>
                <a:gd name="connsiteY2" fmla="*/ 64696 h 249432"/>
                <a:gd name="connsiteX3" fmla="*/ 162786 w 235347"/>
                <a:gd name="connsiteY3" fmla="*/ 64706 h 249432"/>
                <a:gd name="connsiteX4" fmla="*/ 153771 w 235347"/>
                <a:gd name="connsiteY4" fmla="*/ 64713 h 249432"/>
                <a:gd name="connsiteX5" fmla="*/ 144179 w 235347"/>
                <a:gd name="connsiteY5" fmla="*/ 64732 h 249432"/>
                <a:gd name="connsiteX6" fmla="*/ 128142 w 235347"/>
                <a:gd name="connsiteY6" fmla="*/ 64756 h 249432"/>
                <a:gd name="connsiteX7" fmla="*/ 107360 w 235347"/>
                <a:gd name="connsiteY7" fmla="*/ 64794 h 249432"/>
                <a:gd name="connsiteX8" fmla="*/ 89393 w 235347"/>
                <a:gd name="connsiteY8" fmla="*/ 64814 h 249432"/>
                <a:gd name="connsiteX9" fmla="*/ 83644 w 235347"/>
                <a:gd name="connsiteY9" fmla="*/ 64823 h 249432"/>
                <a:gd name="connsiteX10" fmla="*/ 74428 w 235347"/>
                <a:gd name="connsiteY10" fmla="*/ 64841 h 249432"/>
                <a:gd name="connsiteX11" fmla="*/ 71044 w 235347"/>
                <a:gd name="connsiteY11" fmla="*/ 64852 h 249432"/>
                <a:gd name="connsiteX12" fmla="*/ 67809 w 235347"/>
                <a:gd name="connsiteY12" fmla="*/ 64855 h 249432"/>
                <a:gd name="connsiteX13" fmla="*/ 64887 w 235347"/>
                <a:gd name="connsiteY13" fmla="*/ 64867 h 249432"/>
                <a:gd name="connsiteX14" fmla="*/ 59607 w 235347"/>
                <a:gd name="connsiteY14" fmla="*/ 70356 h 249432"/>
                <a:gd name="connsiteX15" fmla="*/ 59612 w 235347"/>
                <a:gd name="connsiteY15" fmla="*/ 72379 h 249432"/>
                <a:gd name="connsiteX16" fmla="*/ 59607 w 235347"/>
                <a:gd name="connsiteY16" fmla="*/ 79072 h 249432"/>
                <a:gd name="connsiteX17" fmla="*/ 59608 w 235347"/>
                <a:gd name="connsiteY17" fmla="*/ 83874 h 249432"/>
                <a:gd name="connsiteX18" fmla="*/ 59608 w 235347"/>
                <a:gd name="connsiteY18" fmla="*/ 93857 h 249432"/>
                <a:gd name="connsiteX19" fmla="*/ 59611 w 235347"/>
                <a:gd name="connsiteY19" fmla="*/ 106875 h 249432"/>
                <a:gd name="connsiteX20" fmla="*/ 59607 w 235347"/>
                <a:gd name="connsiteY20" fmla="*/ 117007 h 249432"/>
                <a:gd name="connsiteX21" fmla="*/ 59609 w 235347"/>
                <a:gd name="connsiteY21" fmla="*/ 121843 h 249432"/>
                <a:gd name="connsiteX22" fmla="*/ 59608 w 235347"/>
                <a:gd name="connsiteY22" fmla="*/ 128814 h 249432"/>
                <a:gd name="connsiteX23" fmla="*/ 59612 w 235347"/>
                <a:gd name="connsiteY23" fmla="*/ 130946 h 249432"/>
                <a:gd name="connsiteX24" fmla="*/ 59607 w 235347"/>
                <a:gd name="connsiteY24" fmla="*/ 132955 h 249432"/>
                <a:gd name="connsiteX25" fmla="*/ 59613 w 235347"/>
                <a:gd name="connsiteY25" fmla="*/ 134805 h 249432"/>
                <a:gd name="connsiteX26" fmla="*/ 59614 w 235347"/>
                <a:gd name="connsiteY26" fmla="*/ 136406 h 249432"/>
                <a:gd name="connsiteX27" fmla="*/ 59708 w 235347"/>
                <a:gd name="connsiteY27" fmla="*/ 137898 h 249432"/>
                <a:gd name="connsiteX28" fmla="*/ 60452 w 235347"/>
                <a:gd name="connsiteY28" fmla="*/ 140874 h 249432"/>
                <a:gd name="connsiteX29" fmla="*/ 62333 w 235347"/>
                <a:gd name="connsiteY29" fmla="*/ 141241 h 249432"/>
                <a:gd name="connsiteX30" fmla="*/ 64892 w 235347"/>
                <a:gd name="connsiteY30" fmla="*/ 141232 h 249432"/>
                <a:gd name="connsiteX31" fmla="*/ 69408 w 235347"/>
                <a:gd name="connsiteY31" fmla="*/ 141229 h 249432"/>
                <a:gd name="connsiteX32" fmla="*/ 72730 w 235347"/>
                <a:gd name="connsiteY32" fmla="*/ 141211 h 249432"/>
                <a:gd name="connsiteX33" fmla="*/ 81754 w 235347"/>
                <a:gd name="connsiteY33" fmla="*/ 141189 h 249432"/>
                <a:gd name="connsiteX34" fmla="*/ 91353 w 235347"/>
                <a:gd name="connsiteY34" fmla="*/ 141154 h 249432"/>
                <a:gd name="connsiteX35" fmla="*/ 109470 w 235347"/>
                <a:gd name="connsiteY35" fmla="*/ 141099 h 249432"/>
                <a:gd name="connsiteX36" fmla="*/ 130263 w 235347"/>
                <a:gd name="connsiteY36" fmla="*/ 141029 h 249432"/>
                <a:gd name="connsiteX37" fmla="*/ 175050 w 235347"/>
                <a:gd name="connsiteY37" fmla="*/ 140874 h 249432"/>
                <a:gd name="connsiteX38" fmla="*/ 175351 w 235347"/>
                <a:gd name="connsiteY38" fmla="*/ 114796 h 249432"/>
                <a:gd name="connsiteX39" fmla="*/ 175500 w 235347"/>
                <a:gd name="connsiteY39" fmla="*/ 101508 h 249432"/>
                <a:gd name="connsiteX40" fmla="*/ 175651 w 235347"/>
                <a:gd name="connsiteY40" fmla="*/ 88483 h 249432"/>
                <a:gd name="connsiteX41" fmla="*/ 175704 w 235347"/>
                <a:gd name="connsiteY41" fmla="*/ 83538 h 249432"/>
                <a:gd name="connsiteX42" fmla="*/ 175788 w 235347"/>
                <a:gd name="connsiteY42" fmla="*/ 76399 h 249432"/>
                <a:gd name="connsiteX43" fmla="*/ 175810 w 235347"/>
                <a:gd name="connsiteY43" fmla="*/ 74220 h 249432"/>
                <a:gd name="connsiteX44" fmla="*/ 175839 w 235347"/>
                <a:gd name="connsiteY44" fmla="*/ 72157 h 249432"/>
                <a:gd name="connsiteX45" fmla="*/ 175855 w 235347"/>
                <a:gd name="connsiteY45" fmla="*/ 70270 h 249432"/>
                <a:gd name="connsiteX46" fmla="*/ 175050 w 235347"/>
                <a:gd name="connsiteY46" fmla="*/ 64972 h 249432"/>
                <a:gd name="connsiteX47" fmla="*/ 173171 w 235347"/>
                <a:gd name="connsiteY47" fmla="*/ 64695 h 249432"/>
                <a:gd name="connsiteX48" fmla="*/ 191172 w 235347"/>
                <a:gd name="connsiteY48" fmla="*/ 43 h 249432"/>
                <a:gd name="connsiteX49" fmla="*/ 207833 w 235347"/>
                <a:gd name="connsiteY49" fmla="*/ 45 h 249432"/>
                <a:gd name="connsiteX50" fmla="*/ 216342 w 235347"/>
                <a:gd name="connsiteY50" fmla="*/ 46 h 249432"/>
                <a:gd name="connsiteX51" fmla="*/ 225545 w 235347"/>
                <a:gd name="connsiteY51" fmla="*/ 50 h 249432"/>
                <a:gd name="connsiteX52" fmla="*/ 228292 w 235347"/>
                <a:gd name="connsiteY52" fmla="*/ 45 h 249432"/>
                <a:gd name="connsiteX53" fmla="*/ 230762 w 235347"/>
                <a:gd name="connsiteY53" fmla="*/ 51 h 249432"/>
                <a:gd name="connsiteX54" fmla="*/ 232911 w 235347"/>
                <a:gd name="connsiteY54" fmla="*/ 51 h 249432"/>
                <a:gd name="connsiteX55" fmla="*/ 235245 w 235347"/>
                <a:gd name="connsiteY55" fmla="*/ 889 h 249432"/>
                <a:gd name="connsiteX56" fmla="*/ 235338 w 235347"/>
                <a:gd name="connsiteY56" fmla="*/ 4162 h 249432"/>
                <a:gd name="connsiteX57" fmla="*/ 235344 w 235347"/>
                <a:gd name="connsiteY57" fmla="*/ 6318 h 249432"/>
                <a:gd name="connsiteX58" fmla="*/ 235339 w 235347"/>
                <a:gd name="connsiteY58" fmla="*/ 8714 h 249432"/>
                <a:gd name="connsiteX59" fmla="*/ 235343 w 235347"/>
                <a:gd name="connsiteY59" fmla="*/ 11237 h 249432"/>
                <a:gd name="connsiteX60" fmla="*/ 235341 w 235347"/>
                <a:gd name="connsiteY60" fmla="*/ 19678 h 249432"/>
                <a:gd name="connsiteX61" fmla="*/ 235345 w 235347"/>
                <a:gd name="connsiteY61" fmla="*/ 25701 h 249432"/>
                <a:gd name="connsiteX62" fmla="*/ 235345 w 235347"/>
                <a:gd name="connsiteY62" fmla="*/ 40404 h 249432"/>
                <a:gd name="connsiteX63" fmla="*/ 235344 w 235347"/>
                <a:gd name="connsiteY63" fmla="*/ 52349 h 249432"/>
                <a:gd name="connsiteX64" fmla="*/ 235344 w 235347"/>
                <a:gd name="connsiteY64" fmla="*/ 54063 h 249432"/>
                <a:gd name="connsiteX65" fmla="*/ 235345 w 235347"/>
                <a:gd name="connsiteY65" fmla="*/ 57509 h 249432"/>
                <a:gd name="connsiteX66" fmla="*/ 235341 w 235347"/>
                <a:gd name="connsiteY66" fmla="*/ 89863 h 249432"/>
                <a:gd name="connsiteX67" fmla="*/ 235342 w 235347"/>
                <a:gd name="connsiteY67" fmla="*/ 117655 h 249432"/>
                <a:gd name="connsiteX68" fmla="*/ 235345 w 235347"/>
                <a:gd name="connsiteY68" fmla="*/ 149889 h 249432"/>
                <a:gd name="connsiteX69" fmla="*/ 235344 w 235347"/>
                <a:gd name="connsiteY69" fmla="*/ 153323 h 249432"/>
                <a:gd name="connsiteX70" fmla="*/ 235344 w 235347"/>
                <a:gd name="connsiteY70" fmla="*/ 155030 h 249432"/>
                <a:gd name="connsiteX71" fmla="*/ 235346 w 235347"/>
                <a:gd name="connsiteY71" fmla="*/ 166967 h 249432"/>
                <a:gd name="connsiteX72" fmla="*/ 235344 w 235347"/>
                <a:gd name="connsiteY72" fmla="*/ 181504 h 249432"/>
                <a:gd name="connsiteX73" fmla="*/ 235343 w 235347"/>
                <a:gd name="connsiteY73" fmla="*/ 188928 h 249432"/>
                <a:gd name="connsiteX74" fmla="*/ 235339 w 235347"/>
                <a:gd name="connsiteY74" fmla="*/ 196958 h 249432"/>
                <a:gd name="connsiteX75" fmla="*/ 235344 w 235347"/>
                <a:gd name="connsiteY75" fmla="*/ 199354 h 249432"/>
                <a:gd name="connsiteX76" fmla="*/ 235338 w 235347"/>
                <a:gd name="connsiteY76" fmla="*/ 201509 h 249432"/>
                <a:gd name="connsiteX77" fmla="*/ 235338 w 235347"/>
                <a:gd name="connsiteY77" fmla="*/ 203384 h 249432"/>
                <a:gd name="connsiteX78" fmla="*/ 234500 w 235347"/>
                <a:gd name="connsiteY78" fmla="*/ 205527 h 249432"/>
                <a:gd name="connsiteX79" fmla="*/ 227800 w 235347"/>
                <a:gd name="connsiteY79" fmla="*/ 205617 h 249432"/>
                <a:gd name="connsiteX80" fmla="*/ 225644 w 235347"/>
                <a:gd name="connsiteY80" fmla="*/ 205619 h 249432"/>
                <a:gd name="connsiteX81" fmla="*/ 218431 w 235347"/>
                <a:gd name="connsiteY81" fmla="*/ 205612 h 249432"/>
                <a:gd name="connsiteX82" fmla="*/ 213284 w 235347"/>
                <a:gd name="connsiteY82" fmla="*/ 205612 h 249432"/>
                <a:gd name="connsiteX83" fmla="*/ 199263 w 235347"/>
                <a:gd name="connsiteY83" fmla="*/ 205603 h 249432"/>
                <a:gd name="connsiteX84" fmla="*/ 184628 w 235347"/>
                <a:gd name="connsiteY84" fmla="*/ 205597 h 249432"/>
                <a:gd name="connsiteX85" fmla="*/ 160048 w 235347"/>
                <a:gd name="connsiteY85" fmla="*/ 205583 h 249432"/>
                <a:gd name="connsiteX86" fmla="*/ 134726 w 235347"/>
                <a:gd name="connsiteY86" fmla="*/ 205568 h 249432"/>
                <a:gd name="connsiteX87" fmla="*/ 133151 w 235347"/>
                <a:gd name="connsiteY87" fmla="*/ 205568 h 249432"/>
                <a:gd name="connsiteX88" fmla="*/ 125326 w 235347"/>
                <a:gd name="connsiteY88" fmla="*/ 205565 h 249432"/>
                <a:gd name="connsiteX89" fmla="*/ 60371 w 235347"/>
                <a:gd name="connsiteY89" fmla="*/ 205527 h 249432"/>
                <a:gd name="connsiteX90" fmla="*/ 60371 w 235347"/>
                <a:gd name="connsiteY90" fmla="*/ 249432 h 249432"/>
                <a:gd name="connsiteX91" fmla="*/ 96 w 235347"/>
                <a:gd name="connsiteY91" fmla="*/ 249432 h 249432"/>
                <a:gd name="connsiteX92" fmla="*/ 58 w 235347"/>
                <a:gd name="connsiteY92" fmla="*/ 154481 h 249432"/>
                <a:gd name="connsiteX93" fmla="*/ 55 w 235347"/>
                <a:gd name="connsiteY93" fmla="*/ 143283 h 249432"/>
                <a:gd name="connsiteX94" fmla="*/ 55 w 235347"/>
                <a:gd name="connsiteY94" fmla="*/ 141032 h 249432"/>
                <a:gd name="connsiteX95" fmla="*/ 39 w 235347"/>
                <a:gd name="connsiteY95" fmla="*/ 104885 h 249432"/>
                <a:gd name="connsiteX96" fmla="*/ 26 w 235347"/>
                <a:gd name="connsiteY96" fmla="*/ 67825 h 249432"/>
                <a:gd name="connsiteX97" fmla="*/ 16 w 235347"/>
                <a:gd name="connsiteY97" fmla="*/ 44937 h 249432"/>
                <a:gd name="connsiteX98" fmla="*/ 12 w 235347"/>
                <a:gd name="connsiteY98" fmla="*/ 29265 h 249432"/>
                <a:gd name="connsiteX99" fmla="*/ 7 w 235347"/>
                <a:gd name="connsiteY99" fmla="*/ 20208 h 249432"/>
                <a:gd name="connsiteX100" fmla="*/ 6 w 235347"/>
                <a:gd name="connsiteY100" fmla="*/ 11931 h 249432"/>
                <a:gd name="connsiteX101" fmla="*/ 0 w 235347"/>
                <a:gd name="connsiteY101" fmla="*/ 7490 h 249432"/>
                <a:gd name="connsiteX102" fmla="*/ 5 w 235347"/>
                <a:gd name="connsiteY102" fmla="*/ 4862 h 249432"/>
                <a:gd name="connsiteX103" fmla="*/ 4 w 235347"/>
                <a:gd name="connsiteY103" fmla="*/ 2575 h 249432"/>
                <a:gd name="connsiteX104" fmla="*/ 4579 w 235347"/>
                <a:gd name="connsiteY104" fmla="*/ 51 h 249432"/>
                <a:gd name="connsiteX105" fmla="*/ 7048 w 235347"/>
                <a:gd name="connsiteY105" fmla="*/ 45 h 249432"/>
                <a:gd name="connsiteX106" fmla="*/ 9795 w 235347"/>
                <a:gd name="connsiteY106" fmla="*/ 50 h 249432"/>
                <a:gd name="connsiteX107" fmla="*/ 12687 w 235347"/>
                <a:gd name="connsiteY107" fmla="*/ 46 h 249432"/>
                <a:gd name="connsiteX108" fmla="*/ 20670 w 235347"/>
                <a:gd name="connsiteY108" fmla="*/ 47 h 249432"/>
                <a:gd name="connsiteX109" fmla="*/ 29265 w 235347"/>
                <a:gd name="connsiteY109" fmla="*/ 44 h 249432"/>
                <a:gd name="connsiteX110" fmla="*/ 46117 w 235347"/>
                <a:gd name="connsiteY110" fmla="*/ 44 h 249432"/>
                <a:gd name="connsiteX111" fmla="*/ 59807 w 235347"/>
                <a:gd name="connsiteY111" fmla="*/ 45 h 249432"/>
                <a:gd name="connsiteX112" fmla="*/ 61771 w 235347"/>
                <a:gd name="connsiteY112" fmla="*/ 45 h 249432"/>
                <a:gd name="connsiteX113" fmla="*/ 65721 w 235347"/>
                <a:gd name="connsiteY113" fmla="*/ 44 h 249432"/>
                <a:gd name="connsiteX114" fmla="*/ 102802 w 235347"/>
                <a:gd name="connsiteY114" fmla="*/ 48 h 249432"/>
                <a:gd name="connsiteX115" fmla="*/ 134655 w 235347"/>
                <a:gd name="connsiteY115" fmla="*/ 47 h 249432"/>
                <a:gd name="connsiteX116" fmla="*/ 171598 w 235347"/>
                <a:gd name="connsiteY116" fmla="*/ 44 h 249432"/>
                <a:gd name="connsiteX117" fmla="*/ 175534 w 235347"/>
                <a:gd name="connsiteY117" fmla="*/ 45 h 249432"/>
                <a:gd name="connsiteX118" fmla="*/ 177490 w 235347"/>
                <a:gd name="connsiteY118" fmla="*/ 45 h 249432"/>
                <a:gd name="connsiteX119" fmla="*/ 191172 w 235347"/>
                <a:gd name="connsiteY119" fmla="*/ 43 h 24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35347" h="249432">
                  <a:moveTo>
                    <a:pt x="173171" y="64695"/>
                  </a:moveTo>
                  <a:cubicBezTo>
                    <a:pt x="172302" y="64696"/>
                    <a:pt x="171458" y="64697"/>
                    <a:pt x="170615" y="64699"/>
                  </a:cubicBezTo>
                  <a:cubicBezTo>
                    <a:pt x="169111" y="64692"/>
                    <a:pt x="167608" y="64686"/>
                    <a:pt x="166104" y="64696"/>
                  </a:cubicBezTo>
                  <a:cubicBezTo>
                    <a:pt x="164998" y="64703"/>
                    <a:pt x="163892" y="64706"/>
                    <a:pt x="162786" y="64706"/>
                  </a:cubicBezTo>
                  <a:cubicBezTo>
                    <a:pt x="159781" y="64699"/>
                    <a:pt x="156776" y="64701"/>
                    <a:pt x="153771" y="64713"/>
                  </a:cubicBezTo>
                  <a:cubicBezTo>
                    <a:pt x="150574" y="64726"/>
                    <a:pt x="147377" y="64731"/>
                    <a:pt x="144179" y="64732"/>
                  </a:cubicBezTo>
                  <a:cubicBezTo>
                    <a:pt x="138834" y="64733"/>
                    <a:pt x="133488" y="64740"/>
                    <a:pt x="128142" y="64756"/>
                  </a:cubicBezTo>
                  <a:cubicBezTo>
                    <a:pt x="121215" y="64778"/>
                    <a:pt x="114287" y="64791"/>
                    <a:pt x="107360" y="64794"/>
                  </a:cubicBezTo>
                  <a:cubicBezTo>
                    <a:pt x="101371" y="64797"/>
                    <a:pt x="95382" y="64804"/>
                    <a:pt x="89393" y="64814"/>
                  </a:cubicBezTo>
                  <a:cubicBezTo>
                    <a:pt x="87477" y="64818"/>
                    <a:pt x="85560" y="64821"/>
                    <a:pt x="83644" y="64823"/>
                  </a:cubicBezTo>
                  <a:cubicBezTo>
                    <a:pt x="80572" y="64826"/>
                    <a:pt x="77500" y="64831"/>
                    <a:pt x="74428" y="64841"/>
                  </a:cubicBezTo>
                  <a:cubicBezTo>
                    <a:pt x="73300" y="64845"/>
                    <a:pt x="72172" y="64849"/>
                    <a:pt x="71044" y="64852"/>
                  </a:cubicBezTo>
                  <a:cubicBezTo>
                    <a:pt x="69966" y="64853"/>
                    <a:pt x="68887" y="64854"/>
                    <a:pt x="67809" y="64855"/>
                  </a:cubicBezTo>
                  <a:cubicBezTo>
                    <a:pt x="66333" y="64861"/>
                    <a:pt x="66333" y="64861"/>
                    <a:pt x="64887" y="64867"/>
                  </a:cubicBezTo>
                  <a:cubicBezTo>
                    <a:pt x="59678" y="64881"/>
                    <a:pt x="59625" y="65085"/>
                    <a:pt x="59607" y="70356"/>
                  </a:cubicBezTo>
                  <a:cubicBezTo>
                    <a:pt x="59609" y="71044"/>
                    <a:pt x="59610" y="71712"/>
                    <a:pt x="59612" y="72379"/>
                  </a:cubicBezTo>
                  <a:cubicBezTo>
                    <a:pt x="59608" y="74610"/>
                    <a:pt x="59605" y="76841"/>
                    <a:pt x="59607" y="79072"/>
                  </a:cubicBezTo>
                  <a:cubicBezTo>
                    <a:pt x="59608" y="80672"/>
                    <a:pt x="59609" y="82273"/>
                    <a:pt x="59608" y="83874"/>
                  </a:cubicBezTo>
                  <a:cubicBezTo>
                    <a:pt x="59606" y="87201"/>
                    <a:pt x="59606" y="90529"/>
                    <a:pt x="59608" y="93857"/>
                  </a:cubicBezTo>
                  <a:cubicBezTo>
                    <a:pt x="59613" y="98196"/>
                    <a:pt x="59615" y="102535"/>
                    <a:pt x="59611" y="106875"/>
                  </a:cubicBezTo>
                  <a:cubicBezTo>
                    <a:pt x="59607" y="110252"/>
                    <a:pt x="59606" y="113629"/>
                    <a:pt x="59607" y="117007"/>
                  </a:cubicBezTo>
                  <a:cubicBezTo>
                    <a:pt x="59608" y="118619"/>
                    <a:pt x="59609" y="120231"/>
                    <a:pt x="59609" y="121843"/>
                  </a:cubicBezTo>
                  <a:cubicBezTo>
                    <a:pt x="59607" y="124167"/>
                    <a:pt x="59604" y="126491"/>
                    <a:pt x="59608" y="128814"/>
                  </a:cubicBezTo>
                  <a:cubicBezTo>
                    <a:pt x="59609" y="129539"/>
                    <a:pt x="59610" y="130242"/>
                    <a:pt x="59612" y="130946"/>
                  </a:cubicBezTo>
                  <a:cubicBezTo>
                    <a:pt x="59609" y="131960"/>
                    <a:pt x="59609" y="131960"/>
                    <a:pt x="59607" y="132955"/>
                  </a:cubicBezTo>
                  <a:cubicBezTo>
                    <a:pt x="59609" y="133584"/>
                    <a:pt x="59611" y="134194"/>
                    <a:pt x="59613" y="134805"/>
                  </a:cubicBezTo>
                  <a:cubicBezTo>
                    <a:pt x="59614" y="135349"/>
                    <a:pt x="59614" y="135878"/>
                    <a:pt x="59614" y="136406"/>
                  </a:cubicBezTo>
                  <a:cubicBezTo>
                    <a:pt x="59646" y="136913"/>
                    <a:pt x="59677" y="137406"/>
                    <a:pt x="59708" y="137898"/>
                  </a:cubicBezTo>
                  <a:cubicBezTo>
                    <a:pt x="59808" y="139557"/>
                    <a:pt x="59808" y="139557"/>
                    <a:pt x="60452" y="140874"/>
                  </a:cubicBezTo>
                  <a:cubicBezTo>
                    <a:pt x="61092" y="140999"/>
                    <a:pt x="61713" y="141120"/>
                    <a:pt x="62333" y="141241"/>
                  </a:cubicBezTo>
                  <a:cubicBezTo>
                    <a:pt x="63626" y="141236"/>
                    <a:pt x="63626" y="141236"/>
                    <a:pt x="64892" y="141232"/>
                  </a:cubicBezTo>
                  <a:cubicBezTo>
                    <a:pt x="66397" y="141239"/>
                    <a:pt x="67903" y="141244"/>
                    <a:pt x="69408" y="141229"/>
                  </a:cubicBezTo>
                  <a:cubicBezTo>
                    <a:pt x="70515" y="141218"/>
                    <a:pt x="71622" y="141212"/>
                    <a:pt x="72730" y="141211"/>
                  </a:cubicBezTo>
                  <a:cubicBezTo>
                    <a:pt x="75738" y="141215"/>
                    <a:pt x="78746" y="141209"/>
                    <a:pt x="81754" y="141189"/>
                  </a:cubicBezTo>
                  <a:cubicBezTo>
                    <a:pt x="84953" y="141167"/>
                    <a:pt x="88153" y="141158"/>
                    <a:pt x="91353" y="141154"/>
                  </a:cubicBezTo>
                  <a:cubicBezTo>
                    <a:pt x="97392" y="141148"/>
                    <a:pt x="103431" y="141128"/>
                    <a:pt x="109470" y="141099"/>
                  </a:cubicBezTo>
                  <a:cubicBezTo>
                    <a:pt x="116401" y="141065"/>
                    <a:pt x="123332" y="141044"/>
                    <a:pt x="130263" y="141029"/>
                  </a:cubicBezTo>
                  <a:cubicBezTo>
                    <a:pt x="145192" y="140996"/>
                    <a:pt x="160121" y="140944"/>
                    <a:pt x="175050" y="140874"/>
                  </a:cubicBezTo>
                  <a:cubicBezTo>
                    <a:pt x="175154" y="132182"/>
                    <a:pt x="175255" y="123489"/>
                    <a:pt x="175351" y="114796"/>
                  </a:cubicBezTo>
                  <a:cubicBezTo>
                    <a:pt x="175399" y="110367"/>
                    <a:pt x="175447" y="105937"/>
                    <a:pt x="175500" y="101508"/>
                  </a:cubicBezTo>
                  <a:cubicBezTo>
                    <a:pt x="175552" y="97167"/>
                    <a:pt x="175604" y="92825"/>
                    <a:pt x="175651" y="88483"/>
                  </a:cubicBezTo>
                  <a:cubicBezTo>
                    <a:pt x="175668" y="86835"/>
                    <a:pt x="175686" y="85186"/>
                    <a:pt x="175704" y="83538"/>
                  </a:cubicBezTo>
                  <a:cubicBezTo>
                    <a:pt x="175734" y="81158"/>
                    <a:pt x="175764" y="78779"/>
                    <a:pt x="175788" y="76399"/>
                  </a:cubicBezTo>
                  <a:cubicBezTo>
                    <a:pt x="175796" y="75658"/>
                    <a:pt x="175803" y="74939"/>
                    <a:pt x="175810" y="74220"/>
                  </a:cubicBezTo>
                  <a:cubicBezTo>
                    <a:pt x="175820" y="73519"/>
                    <a:pt x="175830" y="72838"/>
                    <a:pt x="175839" y="72157"/>
                  </a:cubicBezTo>
                  <a:cubicBezTo>
                    <a:pt x="175845" y="71516"/>
                    <a:pt x="175850" y="70893"/>
                    <a:pt x="175855" y="70270"/>
                  </a:cubicBezTo>
                  <a:cubicBezTo>
                    <a:pt x="175879" y="68166"/>
                    <a:pt x="175733" y="67021"/>
                    <a:pt x="175050" y="64972"/>
                  </a:cubicBezTo>
                  <a:cubicBezTo>
                    <a:pt x="174411" y="64878"/>
                    <a:pt x="173791" y="64787"/>
                    <a:pt x="173171" y="64695"/>
                  </a:cubicBezTo>
                  <a:close/>
                  <a:moveTo>
                    <a:pt x="191172" y="43"/>
                  </a:moveTo>
                  <a:cubicBezTo>
                    <a:pt x="196725" y="41"/>
                    <a:pt x="202279" y="42"/>
                    <a:pt x="207833" y="45"/>
                  </a:cubicBezTo>
                  <a:cubicBezTo>
                    <a:pt x="210669" y="47"/>
                    <a:pt x="213506" y="48"/>
                    <a:pt x="216342" y="46"/>
                  </a:cubicBezTo>
                  <a:cubicBezTo>
                    <a:pt x="219410" y="43"/>
                    <a:pt x="222478" y="46"/>
                    <a:pt x="225545" y="50"/>
                  </a:cubicBezTo>
                  <a:cubicBezTo>
                    <a:pt x="226452" y="48"/>
                    <a:pt x="227358" y="47"/>
                    <a:pt x="228292" y="45"/>
                  </a:cubicBezTo>
                  <a:cubicBezTo>
                    <a:pt x="229107" y="47"/>
                    <a:pt x="229922" y="49"/>
                    <a:pt x="230762" y="51"/>
                  </a:cubicBezTo>
                  <a:cubicBezTo>
                    <a:pt x="231825" y="51"/>
                    <a:pt x="231825" y="51"/>
                    <a:pt x="232911" y="51"/>
                  </a:cubicBezTo>
                  <a:cubicBezTo>
                    <a:pt x="234500" y="144"/>
                    <a:pt x="234500" y="144"/>
                    <a:pt x="235245" y="889"/>
                  </a:cubicBezTo>
                  <a:cubicBezTo>
                    <a:pt x="235317" y="1978"/>
                    <a:pt x="235338" y="3071"/>
                    <a:pt x="235338" y="4162"/>
                  </a:cubicBezTo>
                  <a:cubicBezTo>
                    <a:pt x="235341" y="5229"/>
                    <a:pt x="235341" y="5229"/>
                    <a:pt x="235344" y="6318"/>
                  </a:cubicBezTo>
                  <a:cubicBezTo>
                    <a:pt x="235342" y="7504"/>
                    <a:pt x="235342" y="7504"/>
                    <a:pt x="235339" y="8714"/>
                  </a:cubicBezTo>
                  <a:cubicBezTo>
                    <a:pt x="235340" y="9546"/>
                    <a:pt x="235341" y="10379"/>
                    <a:pt x="235343" y="11237"/>
                  </a:cubicBezTo>
                  <a:cubicBezTo>
                    <a:pt x="235346" y="14051"/>
                    <a:pt x="235343" y="16864"/>
                    <a:pt x="235341" y="19678"/>
                  </a:cubicBezTo>
                  <a:cubicBezTo>
                    <a:pt x="235342" y="21686"/>
                    <a:pt x="235343" y="23694"/>
                    <a:pt x="235345" y="25701"/>
                  </a:cubicBezTo>
                  <a:cubicBezTo>
                    <a:pt x="235348" y="30602"/>
                    <a:pt x="235347" y="35503"/>
                    <a:pt x="235345" y="40404"/>
                  </a:cubicBezTo>
                  <a:cubicBezTo>
                    <a:pt x="235344" y="44386"/>
                    <a:pt x="235343" y="48367"/>
                    <a:pt x="235344" y="52349"/>
                  </a:cubicBezTo>
                  <a:cubicBezTo>
                    <a:pt x="235344" y="52914"/>
                    <a:pt x="235344" y="53480"/>
                    <a:pt x="235344" y="54063"/>
                  </a:cubicBezTo>
                  <a:cubicBezTo>
                    <a:pt x="235345" y="55211"/>
                    <a:pt x="235345" y="56360"/>
                    <a:pt x="235345" y="57509"/>
                  </a:cubicBezTo>
                  <a:cubicBezTo>
                    <a:pt x="235347" y="68294"/>
                    <a:pt x="235345" y="79078"/>
                    <a:pt x="235341" y="89863"/>
                  </a:cubicBezTo>
                  <a:cubicBezTo>
                    <a:pt x="235338" y="99127"/>
                    <a:pt x="235338" y="108391"/>
                    <a:pt x="235342" y="117655"/>
                  </a:cubicBezTo>
                  <a:cubicBezTo>
                    <a:pt x="235346" y="128399"/>
                    <a:pt x="235347" y="139144"/>
                    <a:pt x="235345" y="149889"/>
                  </a:cubicBezTo>
                  <a:cubicBezTo>
                    <a:pt x="235345" y="151034"/>
                    <a:pt x="235344" y="152178"/>
                    <a:pt x="235344" y="153323"/>
                  </a:cubicBezTo>
                  <a:cubicBezTo>
                    <a:pt x="235344" y="153886"/>
                    <a:pt x="235344" y="154449"/>
                    <a:pt x="235344" y="155030"/>
                  </a:cubicBezTo>
                  <a:cubicBezTo>
                    <a:pt x="235343" y="159009"/>
                    <a:pt x="235344" y="162988"/>
                    <a:pt x="235346" y="166967"/>
                  </a:cubicBezTo>
                  <a:cubicBezTo>
                    <a:pt x="235348" y="171812"/>
                    <a:pt x="235347" y="176658"/>
                    <a:pt x="235344" y="181504"/>
                  </a:cubicBezTo>
                  <a:cubicBezTo>
                    <a:pt x="235342" y="183979"/>
                    <a:pt x="235341" y="186453"/>
                    <a:pt x="235343" y="188928"/>
                  </a:cubicBezTo>
                  <a:cubicBezTo>
                    <a:pt x="235345" y="191605"/>
                    <a:pt x="235343" y="194281"/>
                    <a:pt x="235339" y="196958"/>
                  </a:cubicBezTo>
                  <a:cubicBezTo>
                    <a:pt x="235341" y="197749"/>
                    <a:pt x="235342" y="198539"/>
                    <a:pt x="235344" y="199354"/>
                  </a:cubicBezTo>
                  <a:cubicBezTo>
                    <a:pt x="235342" y="200065"/>
                    <a:pt x="235340" y="200776"/>
                    <a:pt x="235338" y="201509"/>
                  </a:cubicBezTo>
                  <a:cubicBezTo>
                    <a:pt x="235338" y="202128"/>
                    <a:pt x="235338" y="202747"/>
                    <a:pt x="235338" y="203384"/>
                  </a:cubicBezTo>
                  <a:cubicBezTo>
                    <a:pt x="235245" y="204783"/>
                    <a:pt x="235245" y="204783"/>
                    <a:pt x="234500" y="205527"/>
                  </a:cubicBezTo>
                  <a:cubicBezTo>
                    <a:pt x="232261" y="205600"/>
                    <a:pt x="230040" y="205624"/>
                    <a:pt x="227800" y="205617"/>
                  </a:cubicBezTo>
                  <a:cubicBezTo>
                    <a:pt x="226733" y="205618"/>
                    <a:pt x="226733" y="205618"/>
                    <a:pt x="225644" y="205619"/>
                  </a:cubicBezTo>
                  <a:cubicBezTo>
                    <a:pt x="223240" y="205620"/>
                    <a:pt x="220835" y="205616"/>
                    <a:pt x="218431" y="205612"/>
                  </a:cubicBezTo>
                  <a:cubicBezTo>
                    <a:pt x="216716" y="205612"/>
                    <a:pt x="215000" y="205612"/>
                    <a:pt x="213284" y="205612"/>
                  </a:cubicBezTo>
                  <a:cubicBezTo>
                    <a:pt x="208611" y="205612"/>
                    <a:pt x="203937" y="205608"/>
                    <a:pt x="199263" y="205603"/>
                  </a:cubicBezTo>
                  <a:cubicBezTo>
                    <a:pt x="194385" y="205598"/>
                    <a:pt x="189507" y="205598"/>
                    <a:pt x="184628" y="205597"/>
                  </a:cubicBezTo>
                  <a:cubicBezTo>
                    <a:pt x="176435" y="205595"/>
                    <a:pt x="168242" y="205590"/>
                    <a:pt x="160048" y="205583"/>
                  </a:cubicBezTo>
                  <a:cubicBezTo>
                    <a:pt x="151608" y="205577"/>
                    <a:pt x="143167" y="205571"/>
                    <a:pt x="134726" y="205568"/>
                  </a:cubicBezTo>
                  <a:cubicBezTo>
                    <a:pt x="134207" y="205568"/>
                    <a:pt x="133687" y="205568"/>
                    <a:pt x="133151" y="205568"/>
                  </a:cubicBezTo>
                  <a:cubicBezTo>
                    <a:pt x="130543" y="205567"/>
                    <a:pt x="127935" y="205566"/>
                    <a:pt x="125326" y="205565"/>
                  </a:cubicBezTo>
                  <a:cubicBezTo>
                    <a:pt x="103675" y="205557"/>
                    <a:pt x="82023" y="205543"/>
                    <a:pt x="60371" y="205527"/>
                  </a:cubicBezTo>
                  <a:cubicBezTo>
                    <a:pt x="60371" y="220016"/>
                    <a:pt x="60371" y="234504"/>
                    <a:pt x="60371" y="249432"/>
                  </a:cubicBezTo>
                  <a:cubicBezTo>
                    <a:pt x="40481" y="249432"/>
                    <a:pt x="20590" y="249432"/>
                    <a:pt x="96" y="249432"/>
                  </a:cubicBezTo>
                  <a:cubicBezTo>
                    <a:pt x="80" y="217781"/>
                    <a:pt x="66" y="186131"/>
                    <a:pt x="58" y="154481"/>
                  </a:cubicBezTo>
                  <a:cubicBezTo>
                    <a:pt x="57" y="150748"/>
                    <a:pt x="56" y="147016"/>
                    <a:pt x="55" y="143283"/>
                  </a:cubicBezTo>
                  <a:cubicBezTo>
                    <a:pt x="55" y="142540"/>
                    <a:pt x="55" y="141797"/>
                    <a:pt x="55" y="141032"/>
                  </a:cubicBezTo>
                  <a:cubicBezTo>
                    <a:pt x="51" y="128983"/>
                    <a:pt x="45" y="116934"/>
                    <a:pt x="39" y="104885"/>
                  </a:cubicBezTo>
                  <a:cubicBezTo>
                    <a:pt x="32" y="92532"/>
                    <a:pt x="28" y="80178"/>
                    <a:pt x="26" y="67825"/>
                  </a:cubicBezTo>
                  <a:cubicBezTo>
                    <a:pt x="25" y="60196"/>
                    <a:pt x="22" y="52566"/>
                    <a:pt x="16" y="44937"/>
                  </a:cubicBezTo>
                  <a:cubicBezTo>
                    <a:pt x="12" y="39713"/>
                    <a:pt x="11" y="34489"/>
                    <a:pt x="12" y="29265"/>
                  </a:cubicBezTo>
                  <a:cubicBezTo>
                    <a:pt x="12" y="26246"/>
                    <a:pt x="11" y="23227"/>
                    <a:pt x="7" y="20208"/>
                  </a:cubicBezTo>
                  <a:cubicBezTo>
                    <a:pt x="4" y="17449"/>
                    <a:pt x="4" y="14690"/>
                    <a:pt x="6" y="11931"/>
                  </a:cubicBezTo>
                  <a:cubicBezTo>
                    <a:pt x="7" y="10451"/>
                    <a:pt x="3" y="8970"/>
                    <a:pt x="0" y="7490"/>
                  </a:cubicBezTo>
                  <a:cubicBezTo>
                    <a:pt x="2" y="6623"/>
                    <a:pt x="3" y="5755"/>
                    <a:pt x="5" y="4862"/>
                  </a:cubicBezTo>
                  <a:cubicBezTo>
                    <a:pt x="4" y="4107"/>
                    <a:pt x="4" y="3352"/>
                    <a:pt x="4" y="2575"/>
                  </a:cubicBezTo>
                  <a:cubicBezTo>
                    <a:pt x="176" y="-572"/>
                    <a:pt x="1820" y="51"/>
                    <a:pt x="4579" y="51"/>
                  </a:cubicBezTo>
                  <a:cubicBezTo>
                    <a:pt x="5394" y="49"/>
                    <a:pt x="6209" y="47"/>
                    <a:pt x="7048" y="45"/>
                  </a:cubicBezTo>
                  <a:cubicBezTo>
                    <a:pt x="7955" y="47"/>
                    <a:pt x="8861" y="48"/>
                    <a:pt x="9795" y="50"/>
                  </a:cubicBezTo>
                  <a:cubicBezTo>
                    <a:pt x="10750" y="49"/>
                    <a:pt x="11704" y="48"/>
                    <a:pt x="12687" y="46"/>
                  </a:cubicBezTo>
                  <a:cubicBezTo>
                    <a:pt x="15348" y="43"/>
                    <a:pt x="18009" y="45"/>
                    <a:pt x="20670" y="47"/>
                  </a:cubicBezTo>
                  <a:cubicBezTo>
                    <a:pt x="23535" y="49"/>
                    <a:pt x="26400" y="46"/>
                    <a:pt x="29265" y="44"/>
                  </a:cubicBezTo>
                  <a:cubicBezTo>
                    <a:pt x="34882" y="41"/>
                    <a:pt x="40500" y="42"/>
                    <a:pt x="46117" y="44"/>
                  </a:cubicBezTo>
                  <a:cubicBezTo>
                    <a:pt x="50680" y="45"/>
                    <a:pt x="55244" y="46"/>
                    <a:pt x="59807" y="45"/>
                  </a:cubicBezTo>
                  <a:cubicBezTo>
                    <a:pt x="60779" y="45"/>
                    <a:pt x="60779" y="45"/>
                    <a:pt x="61771" y="45"/>
                  </a:cubicBezTo>
                  <a:cubicBezTo>
                    <a:pt x="63087" y="44"/>
                    <a:pt x="64404" y="44"/>
                    <a:pt x="65721" y="44"/>
                  </a:cubicBezTo>
                  <a:cubicBezTo>
                    <a:pt x="78081" y="42"/>
                    <a:pt x="90441" y="44"/>
                    <a:pt x="102802" y="48"/>
                  </a:cubicBezTo>
                  <a:cubicBezTo>
                    <a:pt x="113419" y="51"/>
                    <a:pt x="124037" y="51"/>
                    <a:pt x="134655" y="47"/>
                  </a:cubicBezTo>
                  <a:cubicBezTo>
                    <a:pt x="146969" y="43"/>
                    <a:pt x="159284" y="42"/>
                    <a:pt x="171598" y="44"/>
                  </a:cubicBezTo>
                  <a:cubicBezTo>
                    <a:pt x="172910" y="44"/>
                    <a:pt x="174222" y="45"/>
                    <a:pt x="175534" y="45"/>
                  </a:cubicBezTo>
                  <a:cubicBezTo>
                    <a:pt x="176502" y="45"/>
                    <a:pt x="176502" y="45"/>
                    <a:pt x="177490" y="45"/>
                  </a:cubicBezTo>
                  <a:cubicBezTo>
                    <a:pt x="182051" y="46"/>
                    <a:pt x="186611" y="45"/>
                    <a:pt x="191172" y="43"/>
                  </a:cubicBezTo>
                  <a:close/>
                </a:path>
              </a:pathLst>
            </a:custGeom>
            <a:grpFill/>
            <a:ln w="744" cap="flat">
              <a:noFill/>
              <a:prstDash val="solid"/>
              <a:miter/>
            </a:ln>
          </p:spPr>
          <p:txBody>
            <a:bodyPr rtlCol="0" anchor="ctr"/>
            <a:lstStyle/>
            <a:p>
              <a:endParaRPr lang="zh-CN" altLang="en-US"/>
            </a:p>
          </p:txBody>
        </p:sp>
        <p:sp>
          <p:nvSpPr>
            <p:cNvPr id="107" name="任意多边形: 形状 106"/>
            <p:cNvSpPr/>
            <p:nvPr/>
          </p:nvSpPr>
          <p:spPr>
            <a:xfrm>
              <a:off x="9476646" y="596342"/>
              <a:ext cx="415322" cy="277513"/>
            </a:xfrm>
            <a:custGeom>
              <a:avLst/>
              <a:gdLst>
                <a:gd name="connsiteX0" fmla="*/ 230121 w 415322"/>
                <a:gd name="connsiteY0" fmla="*/ 797 h 277513"/>
                <a:gd name="connsiteX1" fmla="*/ 235284 w 415322"/>
                <a:gd name="connsiteY1" fmla="*/ 565 h 277513"/>
                <a:gd name="connsiteX2" fmla="*/ 238188 w 415322"/>
                <a:gd name="connsiteY2" fmla="*/ 434 h 277513"/>
                <a:gd name="connsiteX3" fmla="*/ 240539 w 415322"/>
                <a:gd name="connsiteY3" fmla="*/ 797 h 277513"/>
                <a:gd name="connsiteX4" fmla="*/ 241284 w 415322"/>
                <a:gd name="connsiteY4" fmla="*/ 4518 h 277513"/>
                <a:gd name="connsiteX5" fmla="*/ 243516 w 415322"/>
                <a:gd name="connsiteY5" fmla="*/ 5262 h 277513"/>
                <a:gd name="connsiteX6" fmla="*/ 243656 w 415322"/>
                <a:gd name="connsiteY6" fmla="*/ 8657 h 277513"/>
                <a:gd name="connsiteX7" fmla="*/ 243595 w 415322"/>
                <a:gd name="connsiteY7" fmla="*/ 10521 h 277513"/>
                <a:gd name="connsiteX8" fmla="*/ 243516 w 415322"/>
                <a:gd name="connsiteY8" fmla="*/ 11959 h 277513"/>
                <a:gd name="connsiteX9" fmla="*/ 245748 w 415322"/>
                <a:gd name="connsiteY9" fmla="*/ 11959 h 277513"/>
                <a:gd name="connsiteX10" fmla="*/ 246539 w 415322"/>
                <a:gd name="connsiteY10" fmla="*/ 14890 h 277513"/>
                <a:gd name="connsiteX11" fmla="*/ 247237 w 415322"/>
                <a:gd name="connsiteY11" fmla="*/ 17913 h 277513"/>
                <a:gd name="connsiteX12" fmla="*/ 248725 w 415322"/>
                <a:gd name="connsiteY12" fmla="*/ 18657 h 277513"/>
                <a:gd name="connsiteX13" fmla="*/ 249141 w 415322"/>
                <a:gd name="connsiteY13" fmla="*/ 23842 h 277513"/>
                <a:gd name="connsiteX14" fmla="*/ 249469 w 415322"/>
                <a:gd name="connsiteY14" fmla="*/ 25354 h 277513"/>
                <a:gd name="connsiteX15" fmla="*/ 251702 w 415322"/>
                <a:gd name="connsiteY15" fmla="*/ 26098 h 277513"/>
                <a:gd name="connsiteX16" fmla="*/ 252120 w 415322"/>
                <a:gd name="connsiteY16" fmla="*/ 29075 h 277513"/>
                <a:gd name="connsiteX17" fmla="*/ 252446 w 415322"/>
                <a:gd name="connsiteY17" fmla="*/ 32051 h 277513"/>
                <a:gd name="connsiteX18" fmla="*/ 253934 w 415322"/>
                <a:gd name="connsiteY18" fmla="*/ 32795 h 277513"/>
                <a:gd name="connsiteX19" fmla="*/ 254350 w 415322"/>
                <a:gd name="connsiteY19" fmla="*/ 37327 h 277513"/>
                <a:gd name="connsiteX20" fmla="*/ 256911 w 415322"/>
                <a:gd name="connsiteY20" fmla="*/ 40237 h 277513"/>
                <a:gd name="connsiteX21" fmla="*/ 257422 w 415322"/>
                <a:gd name="connsiteY21" fmla="*/ 44423 h 277513"/>
                <a:gd name="connsiteX22" fmla="*/ 257570 w 415322"/>
                <a:gd name="connsiteY22" fmla="*/ 46684 h 277513"/>
                <a:gd name="connsiteX23" fmla="*/ 257655 w 415322"/>
                <a:gd name="connsiteY23" fmla="*/ 48422 h 277513"/>
                <a:gd name="connsiteX24" fmla="*/ 259887 w 415322"/>
                <a:gd name="connsiteY24" fmla="*/ 48422 h 277513"/>
                <a:gd name="connsiteX25" fmla="*/ 259998 w 415322"/>
                <a:gd name="connsiteY25" fmla="*/ 49861 h 277513"/>
                <a:gd name="connsiteX26" fmla="*/ 260166 w 415322"/>
                <a:gd name="connsiteY26" fmla="*/ 51724 h 277513"/>
                <a:gd name="connsiteX27" fmla="*/ 260323 w 415322"/>
                <a:gd name="connsiteY27" fmla="*/ 53582 h 277513"/>
                <a:gd name="connsiteX28" fmla="*/ 260631 w 415322"/>
                <a:gd name="connsiteY28" fmla="*/ 55120 h 277513"/>
                <a:gd name="connsiteX29" fmla="*/ 262120 w 415322"/>
                <a:gd name="connsiteY29" fmla="*/ 55864 h 277513"/>
                <a:gd name="connsiteX30" fmla="*/ 262864 w 415322"/>
                <a:gd name="connsiteY30" fmla="*/ 65538 h 277513"/>
                <a:gd name="connsiteX31" fmla="*/ 428807 w 415322"/>
                <a:gd name="connsiteY31" fmla="*/ 65538 h 277513"/>
                <a:gd name="connsiteX32" fmla="*/ 428807 w 415322"/>
                <a:gd name="connsiteY32" fmla="*/ 181623 h 277513"/>
                <a:gd name="connsiteX33" fmla="*/ 366299 w 415322"/>
                <a:gd name="connsiteY33" fmla="*/ 181623 h 277513"/>
                <a:gd name="connsiteX34" fmla="*/ 366299 w 415322"/>
                <a:gd name="connsiteY34" fmla="*/ 132510 h 277513"/>
                <a:gd name="connsiteX35" fmla="*/ 364067 w 415322"/>
                <a:gd name="connsiteY35" fmla="*/ 133999 h 277513"/>
                <a:gd name="connsiteX36" fmla="*/ 360747 w 415322"/>
                <a:gd name="connsiteY36" fmla="*/ 134206 h 277513"/>
                <a:gd name="connsiteX37" fmla="*/ 358689 w 415322"/>
                <a:gd name="connsiteY37" fmla="*/ 134231 h 277513"/>
                <a:gd name="connsiteX38" fmla="*/ 356436 w 415322"/>
                <a:gd name="connsiteY38" fmla="*/ 134236 h 277513"/>
                <a:gd name="connsiteX39" fmla="*/ 354060 w 415322"/>
                <a:gd name="connsiteY39" fmla="*/ 134258 h 277513"/>
                <a:gd name="connsiteX40" fmla="*/ 346268 w 415322"/>
                <a:gd name="connsiteY40" fmla="*/ 134307 h 277513"/>
                <a:gd name="connsiteX41" fmla="*/ 340872 w 415322"/>
                <a:gd name="connsiteY41" fmla="*/ 134350 h 277513"/>
                <a:gd name="connsiteX42" fmla="*/ 326658 w 415322"/>
                <a:gd name="connsiteY42" fmla="*/ 134446 h 277513"/>
                <a:gd name="connsiteX43" fmla="*/ 312159 w 415322"/>
                <a:gd name="connsiteY43" fmla="*/ 134551 h 277513"/>
                <a:gd name="connsiteX44" fmla="*/ 283700 w 415322"/>
                <a:gd name="connsiteY44" fmla="*/ 134743 h 277513"/>
                <a:gd name="connsiteX45" fmla="*/ 287885 w 415322"/>
                <a:gd name="connsiteY45" fmla="*/ 137301 h 277513"/>
                <a:gd name="connsiteX46" fmla="*/ 289653 w 415322"/>
                <a:gd name="connsiteY46" fmla="*/ 137719 h 277513"/>
                <a:gd name="connsiteX47" fmla="*/ 289885 w 415322"/>
                <a:gd name="connsiteY47" fmla="*/ 139254 h 277513"/>
                <a:gd name="connsiteX48" fmla="*/ 290397 w 415322"/>
                <a:gd name="connsiteY48" fmla="*/ 140696 h 277513"/>
                <a:gd name="connsiteX49" fmla="*/ 294969 w 415322"/>
                <a:gd name="connsiteY49" fmla="*/ 140606 h 277513"/>
                <a:gd name="connsiteX50" fmla="*/ 296350 w 415322"/>
                <a:gd name="connsiteY50" fmla="*/ 140696 h 277513"/>
                <a:gd name="connsiteX51" fmla="*/ 297838 w 415322"/>
                <a:gd name="connsiteY51" fmla="*/ 143672 h 277513"/>
                <a:gd name="connsiteX52" fmla="*/ 302303 w 415322"/>
                <a:gd name="connsiteY52" fmla="*/ 144416 h 277513"/>
                <a:gd name="connsiteX53" fmla="*/ 302303 w 415322"/>
                <a:gd name="connsiteY53" fmla="*/ 147393 h 277513"/>
                <a:gd name="connsiteX54" fmla="*/ 304861 w 415322"/>
                <a:gd name="connsiteY54" fmla="*/ 147160 h 277513"/>
                <a:gd name="connsiteX55" fmla="*/ 307512 w 415322"/>
                <a:gd name="connsiteY55" fmla="*/ 147393 h 277513"/>
                <a:gd name="connsiteX56" fmla="*/ 308256 w 415322"/>
                <a:gd name="connsiteY56" fmla="*/ 151114 h 277513"/>
                <a:gd name="connsiteX57" fmla="*/ 313465 w 415322"/>
                <a:gd name="connsiteY57" fmla="*/ 151114 h 277513"/>
                <a:gd name="connsiteX58" fmla="*/ 314209 w 415322"/>
                <a:gd name="connsiteY58" fmla="*/ 154090 h 277513"/>
                <a:gd name="connsiteX59" fmla="*/ 318674 w 415322"/>
                <a:gd name="connsiteY59" fmla="*/ 154834 h 277513"/>
                <a:gd name="connsiteX60" fmla="*/ 319418 w 415322"/>
                <a:gd name="connsiteY60" fmla="*/ 157067 h 277513"/>
                <a:gd name="connsiteX61" fmla="*/ 322023 w 415322"/>
                <a:gd name="connsiteY61" fmla="*/ 157392 h 277513"/>
                <a:gd name="connsiteX62" fmla="*/ 324627 w 415322"/>
                <a:gd name="connsiteY62" fmla="*/ 157811 h 277513"/>
                <a:gd name="connsiteX63" fmla="*/ 325372 w 415322"/>
                <a:gd name="connsiteY63" fmla="*/ 160788 h 277513"/>
                <a:gd name="connsiteX64" fmla="*/ 329836 w 415322"/>
                <a:gd name="connsiteY64" fmla="*/ 161532 h 277513"/>
                <a:gd name="connsiteX65" fmla="*/ 329836 w 415322"/>
                <a:gd name="connsiteY65" fmla="*/ 164508 h 277513"/>
                <a:gd name="connsiteX66" fmla="*/ 332394 w 415322"/>
                <a:gd name="connsiteY66" fmla="*/ 164322 h 277513"/>
                <a:gd name="connsiteX67" fmla="*/ 335045 w 415322"/>
                <a:gd name="connsiteY67" fmla="*/ 164508 h 277513"/>
                <a:gd name="connsiteX68" fmla="*/ 335789 w 415322"/>
                <a:gd name="connsiteY68" fmla="*/ 167485 h 277513"/>
                <a:gd name="connsiteX69" fmla="*/ 340254 w 415322"/>
                <a:gd name="connsiteY69" fmla="*/ 168229 h 277513"/>
                <a:gd name="connsiteX70" fmla="*/ 341743 w 415322"/>
                <a:gd name="connsiteY70" fmla="*/ 171206 h 277513"/>
                <a:gd name="connsiteX71" fmla="*/ 343649 w 415322"/>
                <a:gd name="connsiteY71" fmla="*/ 171578 h 277513"/>
                <a:gd name="connsiteX72" fmla="*/ 345463 w 415322"/>
                <a:gd name="connsiteY72" fmla="*/ 171950 h 277513"/>
                <a:gd name="connsiteX73" fmla="*/ 345835 w 415322"/>
                <a:gd name="connsiteY73" fmla="*/ 173484 h 277513"/>
                <a:gd name="connsiteX74" fmla="*/ 346207 w 415322"/>
                <a:gd name="connsiteY74" fmla="*/ 174926 h 277513"/>
                <a:gd name="connsiteX75" fmla="*/ 349928 w 415322"/>
                <a:gd name="connsiteY75" fmla="*/ 174926 h 277513"/>
                <a:gd name="connsiteX76" fmla="*/ 350672 w 415322"/>
                <a:gd name="connsiteY76" fmla="*/ 177159 h 277513"/>
                <a:gd name="connsiteX77" fmla="*/ 353277 w 415322"/>
                <a:gd name="connsiteY77" fmla="*/ 177903 h 277513"/>
                <a:gd name="connsiteX78" fmla="*/ 355881 w 415322"/>
                <a:gd name="connsiteY78" fmla="*/ 178647 h 277513"/>
                <a:gd name="connsiteX79" fmla="*/ 356625 w 415322"/>
                <a:gd name="connsiteY79" fmla="*/ 180879 h 277513"/>
                <a:gd name="connsiteX80" fmla="*/ 358486 w 415322"/>
                <a:gd name="connsiteY80" fmla="*/ 181623 h 277513"/>
                <a:gd name="connsiteX81" fmla="*/ 360346 w 415322"/>
                <a:gd name="connsiteY81" fmla="*/ 182368 h 277513"/>
                <a:gd name="connsiteX82" fmla="*/ 361090 w 415322"/>
                <a:gd name="connsiteY82" fmla="*/ 184600 h 277513"/>
                <a:gd name="connsiteX83" fmla="*/ 362904 w 415322"/>
                <a:gd name="connsiteY83" fmla="*/ 184926 h 277513"/>
                <a:gd name="connsiteX84" fmla="*/ 364811 w 415322"/>
                <a:gd name="connsiteY84" fmla="*/ 185344 h 277513"/>
                <a:gd name="connsiteX85" fmla="*/ 366299 w 415322"/>
                <a:gd name="connsiteY85" fmla="*/ 188321 h 277513"/>
                <a:gd name="connsiteX86" fmla="*/ 370020 w 415322"/>
                <a:gd name="connsiteY86" fmla="*/ 189065 h 277513"/>
                <a:gd name="connsiteX87" fmla="*/ 370764 w 415322"/>
                <a:gd name="connsiteY87" fmla="*/ 191297 h 277513"/>
                <a:gd name="connsiteX88" fmla="*/ 372624 w 415322"/>
                <a:gd name="connsiteY88" fmla="*/ 191669 h 277513"/>
                <a:gd name="connsiteX89" fmla="*/ 374485 w 415322"/>
                <a:gd name="connsiteY89" fmla="*/ 192041 h 277513"/>
                <a:gd name="connsiteX90" fmla="*/ 375229 w 415322"/>
                <a:gd name="connsiteY90" fmla="*/ 194274 h 277513"/>
                <a:gd name="connsiteX91" fmla="*/ 377508 w 415322"/>
                <a:gd name="connsiteY91" fmla="*/ 194972 h 277513"/>
                <a:gd name="connsiteX92" fmla="*/ 379694 w 415322"/>
                <a:gd name="connsiteY92" fmla="*/ 195762 h 277513"/>
                <a:gd name="connsiteX93" fmla="*/ 379694 w 415322"/>
                <a:gd name="connsiteY93" fmla="*/ 198739 h 277513"/>
                <a:gd name="connsiteX94" fmla="*/ 381461 w 415322"/>
                <a:gd name="connsiteY94" fmla="*/ 198506 h 277513"/>
                <a:gd name="connsiteX95" fmla="*/ 383414 w 415322"/>
                <a:gd name="connsiteY95" fmla="*/ 198739 h 277513"/>
                <a:gd name="connsiteX96" fmla="*/ 384112 w 415322"/>
                <a:gd name="connsiteY96" fmla="*/ 200599 h 277513"/>
                <a:gd name="connsiteX97" fmla="*/ 384903 w 415322"/>
                <a:gd name="connsiteY97" fmla="*/ 202459 h 277513"/>
                <a:gd name="connsiteX98" fmla="*/ 389368 w 415322"/>
                <a:gd name="connsiteY98" fmla="*/ 202459 h 277513"/>
                <a:gd name="connsiteX99" fmla="*/ 389368 w 415322"/>
                <a:gd name="connsiteY99" fmla="*/ 205436 h 277513"/>
                <a:gd name="connsiteX100" fmla="*/ 393088 w 415322"/>
                <a:gd name="connsiteY100" fmla="*/ 206180 h 277513"/>
                <a:gd name="connsiteX101" fmla="*/ 393832 w 415322"/>
                <a:gd name="connsiteY101" fmla="*/ 208413 h 277513"/>
                <a:gd name="connsiteX102" fmla="*/ 397553 w 415322"/>
                <a:gd name="connsiteY102" fmla="*/ 209901 h 277513"/>
                <a:gd name="connsiteX103" fmla="*/ 399041 w 415322"/>
                <a:gd name="connsiteY103" fmla="*/ 212133 h 277513"/>
                <a:gd name="connsiteX104" fmla="*/ 401274 w 415322"/>
                <a:gd name="connsiteY104" fmla="*/ 212877 h 277513"/>
                <a:gd name="connsiteX105" fmla="*/ 402018 w 415322"/>
                <a:gd name="connsiteY105" fmla="*/ 215110 h 277513"/>
                <a:gd name="connsiteX106" fmla="*/ 403832 w 415322"/>
                <a:gd name="connsiteY106" fmla="*/ 215435 h 277513"/>
                <a:gd name="connsiteX107" fmla="*/ 405739 w 415322"/>
                <a:gd name="connsiteY107" fmla="*/ 215854 h 277513"/>
                <a:gd name="connsiteX108" fmla="*/ 407227 w 415322"/>
                <a:gd name="connsiteY108" fmla="*/ 218831 h 277513"/>
                <a:gd name="connsiteX109" fmla="*/ 409459 w 415322"/>
                <a:gd name="connsiteY109" fmla="*/ 219575 h 277513"/>
                <a:gd name="connsiteX110" fmla="*/ 410204 w 415322"/>
                <a:gd name="connsiteY110" fmla="*/ 221807 h 277513"/>
                <a:gd name="connsiteX111" fmla="*/ 413924 w 415322"/>
                <a:gd name="connsiteY111" fmla="*/ 223295 h 277513"/>
                <a:gd name="connsiteX112" fmla="*/ 416901 w 415322"/>
                <a:gd name="connsiteY112" fmla="*/ 226272 h 277513"/>
                <a:gd name="connsiteX113" fmla="*/ 418389 w 415322"/>
                <a:gd name="connsiteY113" fmla="*/ 227016 h 277513"/>
                <a:gd name="connsiteX114" fmla="*/ 418854 w 415322"/>
                <a:gd name="connsiteY114" fmla="*/ 231527 h 277513"/>
                <a:gd name="connsiteX115" fmla="*/ 419023 w 415322"/>
                <a:gd name="connsiteY115" fmla="*/ 234019 h 277513"/>
                <a:gd name="connsiteX116" fmla="*/ 419133 w 415322"/>
                <a:gd name="connsiteY116" fmla="*/ 235946 h 277513"/>
                <a:gd name="connsiteX117" fmla="*/ 417328 w 415322"/>
                <a:gd name="connsiteY117" fmla="*/ 235829 h 277513"/>
                <a:gd name="connsiteX118" fmla="*/ 415413 w 415322"/>
                <a:gd name="connsiteY118" fmla="*/ 235946 h 277513"/>
                <a:gd name="connsiteX119" fmla="*/ 413924 w 415322"/>
                <a:gd name="connsiteY119" fmla="*/ 239666 h 277513"/>
                <a:gd name="connsiteX120" fmla="*/ 412436 w 415322"/>
                <a:gd name="connsiteY120" fmla="*/ 239666 h 277513"/>
                <a:gd name="connsiteX121" fmla="*/ 412157 w 415322"/>
                <a:gd name="connsiteY121" fmla="*/ 241062 h 277513"/>
                <a:gd name="connsiteX122" fmla="*/ 411692 w 415322"/>
                <a:gd name="connsiteY122" fmla="*/ 242643 h 277513"/>
                <a:gd name="connsiteX123" fmla="*/ 408715 w 415322"/>
                <a:gd name="connsiteY123" fmla="*/ 244131 h 277513"/>
                <a:gd name="connsiteX124" fmla="*/ 407971 w 415322"/>
                <a:gd name="connsiteY124" fmla="*/ 246364 h 277513"/>
                <a:gd name="connsiteX125" fmla="*/ 404995 w 415322"/>
                <a:gd name="connsiteY125" fmla="*/ 247108 h 277513"/>
                <a:gd name="connsiteX126" fmla="*/ 404250 w 415322"/>
                <a:gd name="connsiteY126" fmla="*/ 249340 h 277513"/>
                <a:gd name="connsiteX127" fmla="*/ 402716 w 415322"/>
                <a:gd name="connsiteY127" fmla="*/ 249666 h 277513"/>
                <a:gd name="connsiteX128" fmla="*/ 401274 w 415322"/>
                <a:gd name="connsiteY128" fmla="*/ 250084 h 277513"/>
                <a:gd name="connsiteX129" fmla="*/ 401274 w 415322"/>
                <a:gd name="connsiteY129" fmla="*/ 253061 h 277513"/>
                <a:gd name="connsiteX130" fmla="*/ 399041 w 415322"/>
                <a:gd name="connsiteY130" fmla="*/ 253805 h 277513"/>
                <a:gd name="connsiteX131" fmla="*/ 397553 w 415322"/>
                <a:gd name="connsiteY131" fmla="*/ 256782 h 277513"/>
                <a:gd name="connsiteX132" fmla="*/ 394902 w 415322"/>
                <a:gd name="connsiteY132" fmla="*/ 259061 h 277513"/>
                <a:gd name="connsiteX133" fmla="*/ 391600 w 415322"/>
                <a:gd name="connsiteY133" fmla="*/ 263479 h 277513"/>
                <a:gd name="connsiteX134" fmla="*/ 388623 w 415322"/>
                <a:gd name="connsiteY134" fmla="*/ 264223 h 277513"/>
                <a:gd name="connsiteX135" fmla="*/ 387879 w 415322"/>
                <a:gd name="connsiteY135" fmla="*/ 266456 h 277513"/>
                <a:gd name="connsiteX136" fmla="*/ 386345 w 415322"/>
                <a:gd name="connsiteY136" fmla="*/ 266781 h 277513"/>
                <a:gd name="connsiteX137" fmla="*/ 384903 w 415322"/>
                <a:gd name="connsiteY137" fmla="*/ 267200 h 277513"/>
                <a:gd name="connsiteX138" fmla="*/ 384903 w 415322"/>
                <a:gd name="connsiteY138" fmla="*/ 270176 h 277513"/>
                <a:gd name="connsiteX139" fmla="*/ 382670 w 415322"/>
                <a:gd name="connsiteY139" fmla="*/ 270920 h 277513"/>
                <a:gd name="connsiteX140" fmla="*/ 378950 w 415322"/>
                <a:gd name="connsiteY140" fmla="*/ 277618 h 277513"/>
                <a:gd name="connsiteX141" fmla="*/ 372997 w 415322"/>
                <a:gd name="connsiteY141" fmla="*/ 277618 h 277513"/>
                <a:gd name="connsiteX142" fmla="*/ 372252 w 415322"/>
                <a:gd name="connsiteY142" fmla="*/ 274641 h 277513"/>
                <a:gd name="connsiteX143" fmla="*/ 369276 w 415322"/>
                <a:gd name="connsiteY143" fmla="*/ 271665 h 277513"/>
                <a:gd name="connsiteX144" fmla="*/ 369276 w 415322"/>
                <a:gd name="connsiteY144" fmla="*/ 270176 h 277513"/>
                <a:gd name="connsiteX145" fmla="*/ 366299 w 415322"/>
                <a:gd name="connsiteY145" fmla="*/ 270176 h 277513"/>
                <a:gd name="connsiteX146" fmla="*/ 366299 w 415322"/>
                <a:gd name="connsiteY146" fmla="*/ 267200 h 277513"/>
                <a:gd name="connsiteX147" fmla="*/ 363323 w 415322"/>
                <a:gd name="connsiteY147" fmla="*/ 267200 h 277513"/>
                <a:gd name="connsiteX148" fmla="*/ 362997 w 415322"/>
                <a:gd name="connsiteY148" fmla="*/ 265758 h 277513"/>
                <a:gd name="connsiteX149" fmla="*/ 362579 w 415322"/>
                <a:gd name="connsiteY149" fmla="*/ 264223 h 277513"/>
                <a:gd name="connsiteX150" fmla="*/ 360672 w 415322"/>
                <a:gd name="connsiteY150" fmla="*/ 263851 h 277513"/>
                <a:gd name="connsiteX151" fmla="*/ 358858 w 415322"/>
                <a:gd name="connsiteY151" fmla="*/ 263479 h 277513"/>
                <a:gd name="connsiteX152" fmla="*/ 358858 w 415322"/>
                <a:gd name="connsiteY152" fmla="*/ 260502 h 277513"/>
                <a:gd name="connsiteX153" fmla="*/ 355881 w 415322"/>
                <a:gd name="connsiteY153" fmla="*/ 259758 h 277513"/>
                <a:gd name="connsiteX154" fmla="*/ 355137 w 415322"/>
                <a:gd name="connsiteY154" fmla="*/ 257526 h 277513"/>
                <a:gd name="connsiteX155" fmla="*/ 353323 w 415322"/>
                <a:gd name="connsiteY155" fmla="*/ 257200 h 277513"/>
                <a:gd name="connsiteX156" fmla="*/ 351416 w 415322"/>
                <a:gd name="connsiteY156" fmla="*/ 256782 h 277513"/>
                <a:gd name="connsiteX157" fmla="*/ 349928 w 415322"/>
                <a:gd name="connsiteY157" fmla="*/ 253805 h 277513"/>
                <a:gd name="connsiteX158" fmla="*/ 347696 w 415322"/>
                <a:gd name="connsiteY158" fmla="*/ 253061 h 277513"/>
                <a:gd name="connsiteX159" fmla="*/ 346952 w 415322"/>
                <a:gd name="connsiteY159" fmla="*/ 250829 h 277513"/>
                <a:gd name="connsiteX160" fmla="*/ 345138 w 415322"/>
                <a:gd name="connsiteY160" fmla="*/ 250503 h 277513"/>
                <a:gd name="connsiteX161" fmla="*/ 343231 w 415322"/>
                <a:gd name="connsiteY161" fmla="*/ 250084 h 277513"/>
                <a:gd name="connsiteX162" fmla="*/ 341743 w 415322"/>
                <a:gd name="connsiteY162" fmla="*/ 247108 h 277513"/>
                <a:gd name="connsiteX163" fmla="*/ 338766 w 415322"/>
                <a:gd name="connsiteY163" fmla="*/ 246364 h 277513"/>
                <a:gd name="connsiteX164" fmla="*/ 338022 w 415322"/>
                <a:gd name="connsiteY164" fmla="*/ 244131 h 277513"/>
                <a:gd name="connsiteX165" fmla="*/ 336162 w 415322"/>
                <a:gd name="connsiteY165" fmla="*/ 243387 h 277513"/>
                <a:gd name="connsiteX166" fmla="*/ 334301 w 415322"/>
                <a:gd name="connsiteY166" fmla="*/ 242643 h 277513"/>
                <a:gd name="connsiteX167" fmla="*/ 333557 w 415322"/>
                <a:gd name="connsiteY167" fmla="*/ 240411 h 277513"/>
                <a:gd name="connsiteX168" fmla="*/ 331697 w 415322"/>
                <a:gd name="connsiteY168" fmla="*/ 240039 h 277513"/>
                <a:gd name="connsiteX169" fmla="*/ 329836 w 415322"/>
                <a:gd name="connsiteY169" fmla="*/ 239666 h 277513"/>
                <a:gd name="connsiteX170" fmla="*/ 329092 w 415322"/>
                <a:gd name="connsiteY170" fmla="*/ 237434 h 277513"/>
                <a:gd name="connsiteX171" fmla="*/ 327232 w 415322"/>
                <a:gd name="connsiteY171" fmla="*/ 236690 h 277513"/>
                <a:gd name="connsiteX172" fmla="*/ 325372 w 415322"/>
                <a:gd name="connsiteY172" fmla="*/ 235946 h 277513"/>
                <a:gd name="connsiteX173" fmla="*/ 324627 w 415322"/>
                <a:gd name="connsiteY173" fmla="*/ 233713 h 277513"/>
                <a:gd name="connsiteX174" fmla="*/ 322767 w 415322"/>
                <a:gd name="connsiteY174" fmla="*/ 233388 h 277513"/>
                <a:gd name="connsiteX175" fmla="*/ 320907 w 415322"/>
                <a:gd name="connsiteY175" fmla="*/ 232969 h 277513"/>
                <a:gd name="connsiteX176" fmla="*/ 320163 w 415322"/>
                <a:gd name="connsiteY176" fmla="*/ 229993 h 277513"/>
                <a:gd name="connsiteX177" fmla="*/ 316442 w 415322"/>
                <a:gd name="connsiteY177" fmla="*/ 229248 h 277513"/>
                <a:gd name="connsiteX178" fmla="*/ 315698 w 415322"/>
                <a:gd name="connsiteY178" fmla="*/ 227016 h 277513"/>
                <a:gd name="connsiteX179" fmla="*/ 313837 w 415322"/>
                <a:gd name="connsiteY179" fmla="*/ 226691 h 277513"/>
                <a:gd name="connsiteX180" fmla="*/ 311977 w 415322"/>
                <a:gd name="connsiteY180" fmla="*/ 226272 h 277513"/>
                <a:gd name="connsiteX181" fmla="*/ 311651 w 415322"/>
                <a:gd name="connsiteY181" fmla="*/ 224784 h 277513"/>
                <a:gd name="connsiteX182" fmla="*/ 311233 w 415322"/>
                <a:gd name="connsiteY182" fmla="*/ 223295 h 277513"/>
                <a:gd name="connsiteX183" fmla="*/ 309000 w 415322"/>
                <a:gd name="connsiteY183" fmla="*/ 222923 h 277513"/>
                <a:gd name="connsiteX184" fmla="*/ 306768 w 415322"/>
                <a:gd name="connsiteY184" fmla="*/ 222551 h 277513"/>
                <a:gd name="connsiteX185" fmla="*/ 306396 w 415322"/>
                <a:gd name="connsiteY185" fmla="*/ 221016 h 277513"/>
                <a:gd name="connsiteX186" fmla="*/ 306024 w 415322"/>
                <a:gd name="connsiteY186" fmla="*/ 219575 h 277513"/>
                <a:gd name="connsiteX187" fmla="*/ 303791 w 415322"/>
                <a:gd name="connsiteY187" fmla="*/ 219575 h 277513"/>
                <a:gd name="connsiteX188" fmla="*/ 301559 w 415322"/>
                <a:gd name="connsiteY188" fmla="*/ 219575 h 277513"/>
                <a:gd name="connsiteX189" fmla="*/ 300815 w 415322"/>
                <a:gd name="connsiteY189" fmla="*/ 216598 h 277513"/>
                <a:gd name="connsiteX190" fmla="*/ 297094 w 415322"/>
                <a:gd name="connsiteY190" fmla="*/ 215854 h 277513"/>
                <a:gd name="connsiteX191" fmla="*/ 296350 w 415322"/>
                <a:gd name="connsiteY191" fmla="*/ 213622 h 277513"/>
                <a:gd name="connsiteX192" fmla="*/ 292629 w 415322"/>
                <a:gd name="connsiteY192" fmla="*/ 212133 h 277513"/>
                <a:gd name="connsiteX193" fmla="*/ 291141 w 415322"/>
                <a:gd name="connsiteY193" fmla="*/ 209901 h 277513"/>
                <a:gd name="connsiteX194" fmla="*/ 289188 w 415322"/>
                <a:gd name="connsiteY194" fmla="*/ 209575 h 277513"/>
                <a:gd name="connsiteX195" fmla="*/ 287420 w 415322"/>
                <a:gd name="connsiteY195" fmla="*/ 209157 h 277513"/>
                <a:gd name="connsiteX196" fmla="*/ 287420 w 415322"/>
                <a:gd name="connsiteY196" fmla="*/ 206180 h 277513"/>
                <a:gd name="connsiteX197" fmla="*/ 282211 w 415322"/>
                <a:gd name="connsiteY197" fmla="*/ 205436 h 277513"/>
                <a:gd name="connsiteX198" fmla="*/ 282211 w 415322"/>
                <a:gd name="connsiteY198" fmla="*/ 202459 h 277513"/>
                <a:gd name="connsiteX199" fmla="*/ 279653 w 415322"/>
                <a:gd name="connsiteY199" fmla="*/ 202645 h 277513"/>
                <a:gd name="connsiteX200" fmla="*/ 277002 w 415322"/>
                <a:gd name="connsiteY200" fmla="*/ 202459 h 277513"/>
                <a:gd name="connsiteX201" fmla="*/ 276258 w 415322"/>
                <a:gd name="connsiteY201" fmla="*/ 199483 h 277513"/>
                <a:gd name="connsiteX202" fmla="*/ 271793 w 415322"/>
                <a:gd name="connsiteY202" fmla="*/ 198739 h 277513"/>
                <a:gd name="connsiteX203" fmla="*/ 271793 w 415322"/>
                <a:gd name="connsiteY203" fmla="*/ 195762 h 277513"/>
                <a:gd name="connsiteX204" fmla="*/ 269654 w 415322"/>
                <a:gd name="connsiteY204" fmla="*/ 195948 h 277513"/>
                <a:gd name="connsiteX205" fmla="*/ 267329 w 415322"/>
                <a:gd name="connsiteY205" fmla="*/ 195762 h 277513"/>
                <a:gd name="connsiteX206" fmla="*/ 265840 w 415322"/>
                <a:gd name="connsiteY206" fmla="*/ 192786 h 277513"/>
                <a:gd name="connsiteX207" fmla="*/ 263608 w 415322"/>
                <a:gd name="connsiteY207" fmla="*/ 192414 h 277513"/>
                <a:gd name="connsiteX208" fmla="*/ 261375 w 415322"/>
                <a:gd name="connsiteY208" fmla="*/ 192041 h 277513"/>
                <a:gd name="connsiteX209" fmla="*/ 259887 w 415322"/>
                <a:gd name="connsiteY209" fmla="*/ 189065 h 277513"/>
                <a:gd name="connsiteX210" fmla="*/ 255422 w 415322"/>
                <a:gd name="connsiteY210" fmla="*/ 188321 h 277513"/>
                <a:gd name="connsiteX211" fmla="*/ 255422 w 415322"/>
                <a:gd name="connsiteY211" fmla="*/ 185344 h 277513"/>
                <a:gd name="connsiteX212" fmla="*/ 252864 w 415322"/>
                <a:gd name="connsiteY212" fmla="*/ 185530 h 277513"/>
                <a:gd name="connsiteX213" fmla="*/ 250213 w 415322"/>
                <a:gd name="connsiteY213" fmla="*/ 185344 h 277513"/>
                <a:gd name="connsiteX214" fmla="*/ 249469 w 415322"/>
                <a:gd name="connsiteY214" fmla="*/ 182368 h 277513"/>
                <a:gd name="connsiteX215" fmla="*/ 246865 w 415322"/>
                <a:gd name="connsiteY215" fmla="*/ 181996 h 277513"/>
                <a:gd name="connsiteX216" fmla="*/ 244260 w 415322"/>
                <a:gd name="connsiteY216" fmla="*/ 181623 h 277513"/>
                <a:gd name="connsiteX217" fmla="*/ 243516 w 415322"/>
                <a:gd name="connsiteY217" fmla="*/ 178647 h 277513"/>
                <a:gd name="connsiteX218" fmla="*/ 241981 w 415322"/>
                <a:gd name="connsiteY218" fmla="*/ 178461 h 277513"/>
                <a:gd name="connsiteX219" fmla="*/ 240539 w 415322"/>
                <a:gd name="connsiteY219" fmla="*/ 177903 h 277513"/>
                <a:gd name="connsiteX220" fmla="*/ 240539 w 415322"/>
                <a:gd name="connsiteY220" fmla="*/ 171950 h 277513"/>
                <a:gd name="connsiteX221" fmla="*/ 243516 w 415322"/>
                <a:gd name="connsiteY221" fmla="*/ 171950 h 277513"/>
                <a:gd name="connsiteX222" fmla="*/ 245004 w 415322"/>
                <a:gd name="connsiteY222" fmla="*/ 168229 h 277513"/>
                <a:gd name="connsiteX223" fmla="*/ 247981 w 415322"/>
                <a:gd name="connsiteY223" fmla="*/ 167485 h 277513"/>
                <a:gd name="connsiteX224" fmla="*/ 248353 w 415322"/>
                <a:gd name="connsiteY224" fmla="*/ 165950 h 277513"/>
                <a:gd name="connsiteX225" fmla="*/ 248725 w 415322"/>
                <a:gd name="connsiteY225" fmla="*/ 164508 h 277513"/>
                <a:gd name="connsiteX226" fmla="*/ 251702 w 415322"/>
                <a:gd name="connsiteY226" fmla="*/ 164508 h 277513"/>
                <a:gd name="connsiteX227" fmla="*/ 251702 w 415322"/>
                <a:gd name="connsiteY227" fmla="*/ 161532 h 277513"/>
                <a:gd name="connsiteX228" fmla="*/ 254678 w 415322"/>
                <a:gd name="connsiteY228" fmla="*/ 161532 h 277513"/>
                <a:gd name="connsiteX229" fmla="*/ 255422 w 415322"/>
                <a:gd name="connsiteY229" fmla="*/ 158555 h 277513"/>
                <a:gd name="connsiteX230" fmla="*/ 256911 w 415322"/>
                <a:gd name="connsiteY230" fmla="*/ 157811 h 277513"/>
                <a:gd name="connsiteX231" fmla="*/ 257562 w 415322"/>
                <a:gd name="connsiteY231" fmla="*/ 156323 h 277513"/>
                <a:gd name="connsiteX232" fmla="*/ 258399 w 415322"/>
                <a:gd name="connsiteY232" fmla="*/ 154834 h 277513"/>
                <a:gd name="connsiteX233" fmla="*/ 259934 w 415322"/>
                <a:gd name="connsiteY233" fmla="*/ 154462 h 277513"/>
                <a:gd name="connsiteX234" fmla="*/ 261375 w 415322"/>
                <a:gd name="connsiteY234" fmla="*/ 154090 h 277513"/>
                <a:gd name="connsiteX235" fmla="*/ 261747 w 415322"/>
                <a:gd name="connsiteY235" fmla="*/ 152556 h 277513"/>
                <a:gd name="connsiteX236" fmla="*/ 262120 w 415322"/>
                <a:gd name="connsiteY236" fmla="*/ 151114 h 277513"/>
                <a:gd name="connsiteX237" fmla="*/ 265096 w 415322"/>
                <a:gd name="connsiteY237" fmla="*/ 151114 h 277513"/>
                <a:gd name="connsiteX238" fmla="*/ 265840 w 415322"/>
                <a:gd name="connsiteY238" fmla="*/ 148137 h 277513"/>
                <a:gd name="connsiteX239" fmla="*/ 268073 w 415322"/>
                <a:gd name="connsiteY239" fmla="*/ 148137 h 277513"/>
                <a:gd name="connsiteX240" fmla="*/ 269561 w 415322"/>
                <a:gd name="connsiteY240" fmla="*/ 144416 h 277513"/>
                <a:gd name="connsiteX241" fmla="*/ 271049 w 415322"/>
                <a:gd name="connsiteY241" fmla="*/ 144416 h 277513"/>
                <a:gd name="connsiteX242" fmla="*/ 271282 w 415322"/>
                <a:gd name="connsiteY242" fmla="*/ 143021 h 277513"/>
                <a:gd name="connsiteX243" fmla="*/ 271793 w 415322"/>
                <a:gd name="connsiteY243" fmla="*/ 141440 h 277513"/>
                <a:gd name="connsiteX244" fmla="*/ 275514 w 415322"/>
                <a:gd name="connsiteY244" fmla="*/ 139952 h 277513"/>
                <a:gd name="connsiteX245" fmla="*/ 275514 w 415322"/>
                <a:gd name="connsiteY245" fmla="*/ 137719 h 277513"/>
                <a:gd name="connsiteX246" fmla="*/ 279235 w 415322"/>
                <a:gd name="connsiteY246" fmla="*/ 136975 h 277513"/>
                <a:gd name="connsiteX247" fmla="*/ 279235 w 415322"/>
                <a:gd name="connsiteY247" fmla="*/ 134743 h 277513"/>
                <a:gd name="connsiteX248" fmla="*/ 277935 w 415322"/>
                <a:gd name="connsiteY248" fmla="*/ 134740 h 277513"/>
                <a:gd name="connsiteX249" fmla="*/ 201708 w 415322"/>
                <a:gd name="connsiteY249" fmla="*/ 134534 h 277513"/>
                <a:gd name="connsiteX250" fmla="*/ 192562 w 415322"/>
                <a:gd name="connsiteY250" fmla="*/ 134506 h 277513"/>
                <a:gd name="connsiteX251" fmla="*/ 190723 w 415322"/>
                <a:gd name="connsiteY251" fmla="*/ 134501 h 277513"/>
                <a:gd name="connsiteX252" fmla="*/ 161213 w 415322"/>
                <a:gd name="connsiteY252" fmla="*/ 134425 h 277513"/>
                <a:gd name="connsiteX253" fmla="*/ 130949 w 415322"/>
                <a:gd name="connsiteY253" fmla="*/ 134339 h 277513"/>
                <a:gd name="connsiteX254" fmla="*/ 112264 w 415322"/>
                <a:gd name="connsiteY254" fmla="*/ 134291 h 277513"/>
                <a:gd name="connsiteX255" fmla="*/ 99462 w 415322"/>
                <a:gd name="connsiteY255" fmla="*/ 134252 h 277513"/>
                <a:gd name="connsiteX256" fmla="*/ 92069 w 415322"/>
                <a:gd name="connsiteY256" fmla="*/ 134233 h 277513"/>
                <a:gd name="connsiteX257" fmla="*/ 84065 w 415322"/>
                <a:gd name="connsiteY257" fmla="*/ 134206 h 277513"/>
                <a:gd name="connsiteX258" fmla="*/ 81690 w 415322"/>
                <a:gd name="connsiteY258" fmla="*/ 134210 h 277513"/>
                <a:gd name="connsiteX259" fmla="*/ 79532 w 415322"/>
                <a:gd name="connsiteY259" fmla="*/ 134193 h 277513"/>
                <a:gd name="connsiteX260" fmla="*/ 77664 w 415322"/>
                <a:gd name="connsiteY260" fmla="*/ 134188 h 277513"/>
                <a:gd name="connsiteX261" fmla="*/ 73852 w 415322"/>
                <a:gd name="connsiteY261" fmla="*/ 132510 h 277513"/>
                <a:gd name="connsiteX262" fmla="*/ 73852 w 415322"/>
                <a:gd name="connsiteY262" fmla="*/ 188321 h 277513"/>
                <a:gd name="connsiteX263" fmla="*/ 13577 w 415322"/>
                <a:gd name="connsiteY263" fmla="*/ 188321 h 277513"/>
                <a:gd name="connsiteX264" fmla="*/ 13540 w 415322"/>
                <a:gd name="connsiteY264" fmla="*/ 144976 h 277513"/>
                <a:gd name="connsiteX265" fmla="*/ 13520 w 415322"/>
                <a:gd name="connsiteY265" fmla="*/ 118479 h 277513"/>
                <a:gd name="connsiteX266" fmla="*/ 13507 w 415322"/>
                <a:gd name="connsiteY266" fmla="*/ 99184 h 277513"/>
                <a:gd name="connsiteX267" fmla="*/ 13498 w 415322"/>
                <a:gd name="connsiteY267" fmla="*/ 88962 h 277513"/>
                <a:gd name="connsiteX268" fmla="*/ 13492 w 415322"/>
                <a:gd name="connsiteY268" fmla="*/ 79351 h 277513"/>
                <a:gd name="connsiteX269" fmla="*/ 13488 w 415322"/>
                <a:gd name="connsiteY269" fmla="*/ 75813 h 277513"/>
                <a:gd name="connsiteX270" fmla="*/ 13487 w 415322"/>
                <a:gd name="connsiteY270" fmla="*/ 71004 h 277513"/>
                <a:gd name="connsiteX271" fmla="*/ 13485 w 415322"/>
                <a:gd name="connsiteY271" fmla="*/ 68279 h 277513"/>
                <a:gd name="connsiteX272" fmla="*/ 14321 w 415322"/>
                <a:gd name="connsiteY272" fmla="*/ 65538 h 277513"/>
                <a:gd name="connsiteX273" fmla="*/ 21049 w 415322"/>
                <a:gd name="connsiteY273" fmla="*/ 65448 h 277513"/>
                <a:gd name="connsiteX274" fmla="*/ 23215 w 415322"/>
                <a:gd name="connsiteY274" fmla="*/ 65446 h 277513"/>
                <a:gd name="connsiteX275" fmla="*/ 30458 w 415322"/>
                <a:gd name="connsiteY275" fmla="*/ 65453 h 277513"/>
                <a:gd name="connsiteX276" fmla="*/ 35627 w 415322"/>
                <a:gd name="connsiteY276" fmla="*/ 65453 h 277513"/>
                <a:gd name="connsiteX277" fmla="*/ 49708 w 415322"/>
                <a:gd name="connsiteY277" fmla="*/ 65462 h 277513"/>
                <a:gd name="connsiteX278" fmla="*/ 64406 w 415322"/>
                <a:gd name="connsiteY278" fmla="*/ 65468 h 277513"/>
                <a:gd name="connsiteX279" fmla="*/ 89091 w 415322"/>
                <a:gd name="connsiteY279" fmla="*/ 65481 h 277513"/>
                <a:gd name="connsiteX280" fmla="*/ 114521 w 415322"/>
                <a:gd name="connsiteY280" fmla="*/ 65497 h 277513"/>
                <a:gd name="connsiteX281" fmla="*/ 116103 w 415322"/>
                <a:gd name="connsiteY281" fmla="*/ 65497 h 277513"/>
                <a:gd name="connsiteX282" fmla="*/ 123961 w 415322"/>
                <a:gd name="connsiteY282" fmla="*/ 65500 h 277513"/>
                <a:gd name="connsiteX283" fmla="*/ 189194 w 415322"/>
                <a:gd name="connsiteY283" fmla="*/ 65538 h 277513"/>
                <a:gd name="connsiteX284" fmla="*/ 187705 w 415322"/>
                <a:gd name="connsiteY284" fmla="*/ 60329 h 277513"/>
                <a:gd name="connsiteX285" fmla="*/ 186217 w 415322"/>
                <a:gd name="connsiteY285" fmla="*/ 59584 h 277513"/>
                <a:gd name="connsiteX286" fmla="*/ 185802 w 415322"/>
                <a:gd name="connsiteY286" fmla="*/ 53236 h 277513"/>
                <a:gd name="connsiteX287" fmla="*/ 185473 w 415322"/>
                <a:gd name="connsiteY287" fmla="*/ 51399 h 277513"/>
                <a:gd name="connsiteX288" fmla="*/ 183241 w 415322"/>
                <a:gd name="connsiteY288" fmla="*/ 50655 h 277513"/>
                <a:gd name="connsiteX289" fmla="*/ 182729 w 415322"/>
                <a:gd name="connsiteY289" fmla="*/ 46143 h 277513"/>
                <a:gd name="connsiteX290" fmla="*/ 182581 w 415322"/>
                <a:gd name="connsiteY290" fmla="*/ 43652 h 277513"/>
                <a:gd name="connsiteX291" fmla="*/ 182496 w 415322"/>
                <a:gd name="connsiteY291" fmla="*/ 41725 h 277513"/>
                <a:gd name="connsiteX292" fmla="*/ 180264 w 415322"/>
                <a:gd name="connsiteY292" fmla="*/ 41725 h 277513"/>
                <a:gd name="connsiteX293" fmla="*/ 180264 w 415322"/>
                <a:gd name="connsiteY293" fmla="*/ 33540 h 277513"/>
                <a:gd name="connsiteX294" fmla="*/ 178032 w 415322"/>
                <a:gd name="connsiteY294" fmla="*/ 33540 h 277513"/>
                <a:gd name="connsiteX295" fmla="*/ 176543 w 415322"/>
                <a:gd name="connsiteY295" fmla="*/ 25354 h 277513"/>
                <a:gd name="connsiteX296" fmla="*/ 175055 w 415322"/>
                <a:gd name="connsiteY296" fmla="*/ 25354 h 277513"/>
                <a:gd name="connsiteX297" fmla="*/ 175055 w 415322"/>
                <a:gd name="connsiteY297" fmla="*/ 17913 h 277513"/>
                <a:gd name="connsiteX298" fmla="*/ 185473 w 415322"/>
                <a:gd name="connsiteY298" fmla="*/ 17168 h 277513"/>
                <a:gd name="connsiteX299" fmla="*/ 185473 w 415322"/>
                <a:gd name="connsiteY299" fmla="*/ 14192 h 277513"/>
                <a:gd name="connsiteX300" fmla="*/ 187726 w 415322"/>
                <a:gd name="connsiteY300" fmla="*/ 14108 h 277513"/>
                <a:gd name="connsiteX301" fmla="*/ 190636 w 415322"/>
                <a:gd name="connsiteY301" fmla="*/ 13959 h 277513"/>
                <a:gd name="connsiteX302" fmla="*/ 193539 w 415322"/>
                <a:gd name="connsiteY302" fmla="*/ 13829 h 277513"/>
                <a:gd name="connsiteX303" fmla="*/ 195891 w 415322"/>
                <a:gd name="connsiteY303" fmla="*/ 13448 h 277513"/>
                <a:gd name="connsiteX304" fmla="*/ 196635 w 415322"/>
                <a:gd name="connsiteY304" fmla="*/ 11215 h 277513"/>
                <a:gd name="connsiteX305" fmla="*/ 201054 w 415322"/>
                <a:gd name="connsiteY305" fmla="*/ 10750 h 277513"/>
                <a:gd name="connsiteX306" fmla="*/ 207053 w 415322"/>
                <a:gd name="connsiteY306" fmla="*/ 9727 h 277513"/>
                <a:gd name="connsiteX307" fmla="*/ 207053 w 415322"/>
                <a:gd name="connsiteY307" fmla="*/ 7495 h 277513"/>
                <a:gd name="connsiteX308" fmla="*/ 209443 w 415322"/>
                <a:gd name="connsiteY308" fmla="*/ 7410 h 277513"/>
                <a:gd name="connsiteX309" fmla="*/ 212541 w 415322"/>
                <a:gd name="connsiteY309" fmla="*/ 7262 h 277513"/>
                <a:gd name="connsiteX310" fmla="*/ 214117 w 415322"/>
                <a:gd name="connsiteY310" fmla="*/ 7211 h 277513"/>
                <a:gd name="connsiteX311" fmla="*/ 218215 w 415322"/>
                <a:gd name="connsiteY311" fmla="*/ 6750 h 277513"/>
                <a:gd name="connsiteX312" fmla="*/ 219704 w 415322"/>
                <a:gd name="connsiteY312" fmla="*/ 4518 h 277513"/>
                <a:gd name="connsiteX313" fmla="*/ 225006 w 415322"/>
                <a:gd name="connsiteY313" fmla="*/ 4006 h 277513"/>
                <a:gd name="connsiteX314" fmla="*/ 227895 w 415322"/>
                <a:gd name="connsiteY314" fmla="*/ 3858 h 277513"/>
                <a:gd name="connsiteX315" fmla="*/ 230121 w 415322"/>
                <a:gd name="connsiteY315" fmla="*/ 3774 h 277513"/>
                <a:gd name="connsiteX316" fmla="*/ 230121 w 415322"/>
                <a:gd name="connsiteY316" fmla="*/ 797 h 27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415322" h="277513">
                  <a:moveTo>
                    <a:pt x="230121" y="797"/>
                  </a:moveTo>
                  <a:cubicBezTo>
                    <a:pt x="231841" y="697"/>
                    <a:pt x="233562" y="625"/>
                    <a:pt x="235284" y="565"/>
                  </a:cubicBezTo>
                  <a:cubicBezTo>
                    <a:pt x="236721" y="500"/>
                    <a:pt x="236721" y="500"/>
                    <a:pt x="238188" y="434"/>
                  </a:cubicBezTo>
                  <a:cubicBezTo>
                    <a:pt x="238964" y="554"/>
                    <a:pt x="239740" y="674"/>
                    <a:pt x="240539" y="797"/>
                  </a:cubicBezTo>
                  <a:cubicBezTo>
                    <a:pt x="241100" y="2626"/>
                    <a:pt x="241100" y="2626"/>
                    <a:pt x="241284" y="4518"/>
                  </a:cubicBezTo>
                  <a:cubicBezTo>
                    <a:pt x="242020" y="4764"/>
                    <a:pt x="242757" y="5009"/>
                    <a:pt x="243516" y="5262"/>
                  </a:cubicBezTo>
                  <a:cubicBezTo>
                    <a:pt x="243734" y="6800"/>
                    <a:pt x="243734" y="6800"/>
                    <a:pt x="243656" y="8657"/>
                  </a:cubicBezTo>
                  <a:cubicBezTo>
                    <a:pt x="243635" y="9272"/>
                    <a:pt x="243615" y="9887"/>
                    <a:pt x="243595" y="10521"/>
                  </a:cubicBezTo>
                  <a:cubicBezTo>
                    <a:pt x="243556" y="11233"/>
                    <a:pt x="243556" y="11233"/>
                    <a:pt x="243516" y="11959"/>
                  </a:cubicBezTo>
                  <a:cubicBezTo>
                    <a:pt x="244253" y="11959"/>
                    <a:pt x="244989" y="11959"/>
                    <a:pt x="245748" y="11959"/>
                  </a:cubicBezTo>
                  <a:cubicBezTo>
                    <a:pt x="246240" y="13236"/>
                    <a:pt x="246240" y="13236"/>
                    <a:pt x="246539" y="14890"/>
                  </a:cubicBezTo>
                  <a:cubicBezTo>
                    <a:pt x="246811" y="16503"/>
                    <a:pt x="246811" y="16503"/>
                    <a:pt x="247237" y="17913"/>
                  </a:cubicBezTo>
                  <a:cubicBezTo>
                    <a:pt x="247728" y="18158"/>
                    <a:pt x="248219" y="18404"/>
                    <a:pt x="248725" y="18657"/>
                  </a:cubicBezTo>
                  <a:cubicBezTo>
                    <a:pt x="248988" y="20387"/>
                    <a:pt x="249055" y="22095"/>
                    <a:pt x="249141" y="23842"/>
                  </a:cubicBezTo>
                  <a:cubicBezTo>
                    <a:pt x="249249" y="24341"/>
                    <a:pt x="249357" y="24840"/>
                    <a:pt x="249469" y="25354"/>
                  </a:cubicBezTo>
                  <a:cubicBezTo>
                    <a:pt x="250206" y="25600"/>
                    <a:pt x="250943" y="25845"/>
                    <a:pt x="251702" y="26098"/>
                  </a:cubicBezTo>
                  <a:cubicBezTo>
                    <a:pt x="252030" y="27447"/>
                    <a:pt x="252030" y="27447"/>
                    <a:pt x="252120" y="29075"/>
                  </a:cubicBezTo>
                  <a:cubicBezTo>
                    <a:pt x="252184" y="30662"/>
                    <a:pt x="252184" y="30662"/>
                    <a:pt x="252446" y="32051"/>
                  </a:cubicBezTo>
                  <a:cubicBezTo>
                    <a:pt x="252937" y="32297"/>
                    <a:pt x="253428" y="32542"/>
                    <a:pt x="253934" y="32795"/>
                  </a:cubicBezTo>
                  <a:cubicBezTo>
                    <a:pt x="254102" y="34303"/>
                    <a:pt x="254264" y="35813"/>
                    <a:pt x="254350" y="37327"/>
                  </a:cubicBezTo>
                  <a:cubicBezTo>
                    <a:pt x="254577" y="39049"/>
                    <a:pt x="254577" y="39049"/>
                    <a:pt x="256911" y="40237"/>
                  </a:cubicBezTo>
                  <a:cubicBezTo>
                    <a:pt x="257291" y="42173"/>
                    <a:pt x="257291" y="42173"/>
                    <a:pt x="257422" y="44423"/>
                  </a:cubicBezTo>
                  <a:cubicBezTo>
                    <a:pt x="257471" y="45169"/>
                    <a:pt x="257520" y="45915"/>
                    <a:pt x="257570" y="46684"/>
                  </a:cubicBezTo>
                  <a:cubicBezTo>
                    <a:pt x="257598" y="47258"/>
                    <a:pt x="257626" y="47831"/>
                    <a:pt x="257655" y="48422"/>
                  </a:cubicBezTo>
                  <a:cubicBezTo>
                    <a:pt x="258391" y="48422"/>
                    <a:pt x="259128" y="48422"/>
                    <a:pt x="259887" y="48422"/>
                  </a:cubicBezTo>
                  <a:cubicBezTo>
                    <a:pt x="259924" y="48897"/>
                    <a:pt x="259960" y="49372"/>
                    <a:pt x="259998" y="49861"/>
                  </a:cubicBezTo>
                  <a:cubicBezTo>
                    <a:pt x="260081" y="50784"/>
                    <a:pt x="260081" y="50784"/>
                    <a:pt x="260166" y="51724"/>
                  </a:cubicBezTo>
                  <a:cubicBezTo>
                    <a:pt x="260218" y="52337"/>
                    <a:pt x="260270" y="52950"/>
                    <a:pt x="260323" y="53582"/>
                  </a:cubicBezTo>
                  <a:cubicBezTo>
                    <a:pt x="260425" y="54089"/>
                    <a:pt x="260526" y="54597"/>
                    <a:pt x="260631" y="55120"/>
                  </a:cubicBezTo>
                  <a:cubicBezTo>
                    <a:pt x="261122" y="55365"/>
                    <a:pt x="261614" y="55611"/>
                    <a:pt x="262120" y="55864"/>
                  </a:cubicBezTo>
                  <a:cubicBezTo>
                    <a:pt x="262365" y="59056"/>
                    <a:pt x="262611" y="62248"/>
                    <a:pt x="262864" y="65538"/>
                  </a:cubicBezTo>
                  <a:cubicBezTo>
                    <a:pt x="317625" y="65538"/>
                    <a:pt x="372386" y="65538"/>
                    <a:pt x="428807" y="65538"/>
                  </a:cubicBezTo>
                  <a:cubicBezTo>
                    <a:pt x="428807" y="103846"/>
                    <a:pt x="428807" y="142154"/>
                    <a:pt x="428807" y="181623"/>
                  </a:cubicBezTo>
                  <a:cubicBezTo>
                    <a:pt x="408179" y="181623"/>
                    <a:pt x="387552" y="181623"/>
                    <a:pt x="366299" y="181623"/>
                  </a:cubicBezTo>
                  <a:cubicBezTo>
                    <a:pt x="366299" y="165416"/>
                    <a:pt x="366299" y="149209"/>
                    <a:pt x="366299" y="132510"/>
                  </a:cubicBezTo>
                  <a:cubicBezTo>
                    <a:pt x="365194" y="133247"/>
                    <a:pt x="365194" y="133247"/>
                    <a:pt x="364067" y="133999"/>
                  </a:cubicBezTo>
                  <a:cubicBezTo>
                    <a:pt x="362537" y="134193"/>
                    <a:pt x="362537" y="134193"/>
                    <a:pt x="360747" y="134206"/>
                  </a:cubicBezTo>
                  <a:cubicBezTo>
                    <a:pt x="360068" y="134214"/>
                    <a:pt x="359389" y="134222"/>
                    <a:pt x="358689" y="134231"/>
                  </a:cubicBezTo>
                  <a:cubicBezTo>
                    <a:pt x="357574" y="134233"/>
                    <a:pt x="357574" y="134233"/>
                    <a:pt x="356436" y="134236"/>
                  </a:cubicBezTo>
                  <a:cubicBezTo>
                    <a:pt x="355260" y="134247"/>
                    <a:pt x="355260" y="134247"/>
                    <a:pt x="354060" y="134258"/>
                  </a:cubicBezTo>
                  <a:cubicBezTo>
                    <a:pt x="351463" y="134281"/>
                    <a:pt x="348866" y="134294"/>
                    <a:pt x="346268" y="134307"/>
                  </a:cubicBezTo>
                  <a:cubicBezTo>
                    <a:pt x="344470" y="134321"/>
                    <a:pt x="342671" y="134335"/>
                    <a:pt x="340872" y="134350"/>
                  </a:cubicBezTo>
                  <a:cubicBezTo>
                    <a:pt x="336134" y="134389"/>
                    <a:pt x="331396" y="134418"/>
                    <a:pt x="326658" y="134446"/>
                  </a:cubicBezTo>
                  <a:cubicBezTo>
                    <a:pt x="321825" y="134475"/>
                    <a:pt x="316992" y="134513"/>
                    <a:pt x="312159" y="134551"/>
                  </a:cubicBezTo>
                  <a:cubicBezTo>
                    <a:pt x="302672" y="134623"/>
                    <a:pt x="293186" y="134686"/>
                    <a:pt x="283700" y="134743"/>
                  </a:cubicBezTo>
                  <a:cubicBezTo>
                    <a:pt x="285413" y="136648"/>
                    <a:pt x="285413" y="136648"/>
                    <a:pt x="287885" y="137301"/>
                  </a:cubicBezTo>
                  <a:cubicBezTo>
                    <a:pt x="288469" y="137439"/>
                    <a:pt x="289052" y="137577"/>
                    <a:pt x="289653" y="137719"/>
                  </a:cubicBezTo>
                  <a:cubicBezTo>
                    <a:pt x="289729" y="138226"/>
                    <a:pt x="289806" y="138732"/>
                    <a:pt x="289885" y="139254"/>
                  </a:cubicBezTo>
                  <a:cubicBezTo>
                    <a:pt x="290054" y="139730"/>
                    <a:pt x="290223" y="140206"/>
                    <a:pt x="290397" y="140696"/>
                  </a:cubicBezTo>
                  <a:cubicBezTo>
                    <a:pt x="291921" y="140696"/>
                    <a:pt x="293447" y="140689"/>
                    <a:pt x="294969" y="140606"/>
                  </a:cubicBezTo>
                  <a:cubicBezTo>
                    <a:pt x="295425" y="140635"/>
                    <a:pt x="295881" y="140665"/>
                    <a:pt x="296350" y="140696"/>
                  </a:cubicBezTo>
                  <a:cubicBezTo>
                    <a:pt x="297187" y="142138"/>
                    <a:pt x="297187" y="142138"/>
                    <a:pt x="297838" y="143672"/>
                  </a:cubicBezTo>
                  <a:cubicBezTo>
                    <a:pt x="300115" y="144279"/>
                    <a:pt x="300115" y="144279"/>
                    <a:pt x="302303" y="144416"/>
                  </a:cubicBezTo>
                  <a:cubicBezTo>
                    <a:pt x="302303" y="145399"/>
                    <a:pt x="302303" y="146381"/>
                    <a:pt x="302303" y="147393"/>
                  </a:cubicBezTo>
                  <a:cubicBezTo>
                    <a:pt x="303147" y="147316"/>
                    <a:pt x="303991" y="147240"/>
                    <a:pt x="304861" y="147160"/>
                  </a:cubicBezTo>
                  <a:cubicBezTo>
                    <a:pt x="306173" y="147276"/>
                    <a:pt x="306173" y="147276"/>
                    <a:pt x="307512" y="147393"/>
                  </a:cubicBezTo>
                  <a:cubicBezTo>
                    <a:pt x="307760" y="148633"/>
                    <a:pt x="308008" y="149874"/>
                    <a:pt x="308256" y="151114"/>
                  </a:cubicBezTo>
                  <a:cubicBezTo>
                    <a:pt x="309992" y="151145"/>
                    <a:pt x="311729" y="151145"/>
                    <a:pt x="313465" y="151114"/>
                  </a:cubicBezTo>
                  <a:cubicBezTo>
                    <a:pt x="313884" y="152556"/>
                    <a:pt x="313884" y="152556"/>
                    <a:pt x="314209" y="154090"/>
                  </a:cubicBezTo>
                  <a:cubicBezTo>
                    <a:pt x="315692" y="154368"/>
                    <a:pt x="317181" y="154617"/>
                    <a:pt x="318674" y="154834"/>
                  </a:cubicBezTo>
                  <a:cubicBezTo>
                    <a:pt x="318920" y="155571"/>
                    <a:pt x="319165" y="156308"/>
                    <a:pt x="319418" y="157067"/>
                  </a:cubicBezTo>
                  <a:cubicBezTo>
                    <a:pt x="320708" y="157228"/>
                    <a:pt x="320708" y="157228"/>
                    <a:pt x="322023" y="157392"/>
                  </a:cubicBezTo>
                  <a:cubicBezTo>
                    <a:pt x="322882" y="157531"/>
                    <a:pt x="323742" y="157669"/>
                    <a:pt x="324627" y="157811"/>
                  </a:cubicBezTo>
                  <a:cubicBezTo>
                    <a:pt x="324904" y="158796"/>
                    <a:pt x="325153" y="159788"/>
                    <a:pt x="325372" y="160788"/>
                  </a:cubicBezTo>
                  <a:cubicBezTo>
                    <a:pt x="327616" y="161399"/>
                    <a:pt x="327616" y="161399"/>
                    <a:pt x="329836" y="161532"/>
                  </a:cubicBezTo>
                  <a:cubicBezTo>
                    <a:pt x="329836" y="162514"/>
                    <a:pt x="329836" y="163496"/>
                    <a:pt x="329836" y="164508"/>
                  </a:cubicBezTo>
                  <a:cubicBezTo>
                    <a:pt x="330680" y="164447"/>
                    <a:pt x="331525" y="164385"/>
                    <a:pt x="332394" y="164322"/>
                  </a:cubicBezTo>
                  <a:cubicBezTo>
                    <a:pt x="333269" y="164384"/>
                    <a:pt x="334144" y="164445"/>
                    <a:pt x="335045" y="164508"/>
                  </a:cubicBezTo>
                  <a:cubicBezTo>
                    <a:pt x="335464" y="165950"/>
                    <a:pt x="335464" y="165950"/>
                    <a:pt x="335789" y="167485"/>
                  </a:cubicBezTo>
                  <a:cubicBezTo>
                    <a:pt x="337277" y="167738"/>
                    <a:pt x="338765" y="167986"/>
                    <a:pt x="340254" y="168229"/>
                  </a:cubicBezTo>
                  <a:cubicBezTo>
                    <a:pt x="340775" y="169209"/>
                    <a:pt x="341272" y="170201"/>
                    <a:pt x="341743" y="171206"/>
                  </a:cubicBezTo>
                  <a:cubicBezTo>
                    <a:pt x="342372" y="171328"/>
                    <a:pt x="343001" y="171451"/>
                    <a:pt x="343649" y="171578"/>
                  </a:cubicBezTo>
                  <a:cubicBezTo>
                    <a:pt x="344248" y="171700"/>
                    <a:pt x="344847" y="171823"/>
                    <a:pt x="345463" y="171950"/>
                  </a:cubicBezTo>
                  <a:cubicBezTo>
                    <a:pt x="345586" y="172456"/>
                    <a:pt x="345709" y="172963"/>
                    <a:pt x="345835" y="173484"/>
                  </a:cubicBezTo>
                  <a:cubicBezTo>
                    <a:pt x="345958" y="173960"/>
                    <a:pt x="346081" y="174436"/>
                    <a:pt x="346207" y="174926"/>
                  </a:cubicBezTo>
                  <a:cubicBezTo>
                    <a:pt x="347447" y="174957"/>
                    <a:pt x="348688" y="174957"/>
                    <a:pt x="349928" y="174926"/>
                  </a:cubicBezTo>
                  <a:cubicBezTo>
                    <a:pt x="350174" y="175663"/>
                    <a:pt x="350419" y="176400"/>
                    <a:pt x="350672" y="177159"/>
                  </a:cubicBezTo>
                  <a:cubicBezTo>
                    <a:pt x="351532" y="177404"/>
                    <a:pt x="352391" y="177650"/>
                    <a:pt x="353277" y="177903"/>
                  </a:cubicBezTo>
                  <a:cubicBezTo>
                    <a:pt x="354136" y="178148"/>
                    <a:pt x="354996" y="178394"/>
                    <a:pt x="355881" y="178647"/>
                  </a:cubicBezTo>
                  <a:cubicBezTo>
                    <a:pt x="356127" y="179384"/>
                    <a:pt x="356372" y="180120"/>
                    <a:pt x="356625" y="180879"/>
                  </a:cubicBezTo>
                  <a:cubicBezTo>
                    <a:pt x="357239" y="181125"/>
                    <a:pt x="357853" y="181370"/>
                    <a:pt x="358486" y="181623"/>
                  </a:cubicBezTo>
                  <a:cubicBezTo>
                    <a:pt x="359100" y="181869"/>
                    <a:pt x="359714" y="182115"/>
                    <a:pt x="360346" y="182368"/>
                  </a:cubicBezTo>
                  <a:cubicBezTo>
                    <a:pt x="360592" y="183104"/>
                    <a:pt x="360837" y="183841"/>
                    <a:pt x="361090" y="184600"/>
                  </a:cubicBezTo>
                  <a:cubicBezTo>
                    <a:pt x="361689" y="184707"/>
                    <a:pt x="362287" y="184815"/>
                    <a:pt x="362904" y="184926"/>
                  </a:cubicBezTo>
                  <a:cubicBezTo>
                    <a:pt x="363533" y="185064"/>
                    <a:pt x="364163" y="185202"/>
                    <a:pt x="364811" y="185344"/>
                  </a:cubicBezTo>
                  <a:cubicBezTo>
                    <a:pt x="365307" y="186336"/>
                    <a:pt x="365803" y="187329"/>
                    <a:pt x="366299" y="188321"/>
                  </a:cubicBezTo>
                  <a:cubicBezTo>
                    <a:pt x="367535" y="188592"/>
                    <a:pt x="368775" y="188841"/>
                    <a:pt x="370020" y="189065"/>
                  </a:cubicBezTo>
                  <a:cubicBezTo>
                    <a:pt x="370266" y="189802"/>
                    <a:pt x="370511" y="190538"/>
                    <a:pt x="370764" y="191297"/>
                  </a:cubicBezTo>
                  <a:cubicBezTo>
                    <a:pt x="371378" y="191420"/>
                    <a:pt x="371992" y="191543"/>
                    <a:pt x="372624" y="191669"/>
                  </a:cubicBezTo>
                  <a:cubicBezTo>
                    <a:pt x="373238" y="191792"/>
                    <a:pt x="373852" y="191915"/>
                    <a:pt x="374485" y="192041"/>
                  </a:cubicBezTo>
                  <a:cubicBezTo>
                    <a:pt x="374730" y="192778"/>
                    <a:pt x="374976" y="193515"/>
                    <a:pt x="375229" y="194274"/>
                  </a:cubicBezTo>
                  <a:cubicBezTo>
                    <a:pt x="375981" y="194504"/>
                    <a:pt x="376733" y="194734"/>
                    <a:pt x="377508" y="194972"/>
                  </a:cubicBezTo>
                  <a:cubicBezTo>
                    <a:pt x="378229" y="195232"/>
                    <a:pt x="378951" y="195493"/>
                    <a:pt x="379694" y="195762"/>
                  </a:cubicBezTo>
                  <a:cubicBezTo>
                    <a:pt x="379694" y="196744"/>
                    <a:pt x="379694" y="197727"/>
                    <a:pt x="379694" y="198739"/>
                  </a:cubicBezTo>
                  <a:cubicBezTo>
                    <a:pt x="380277" y="198662"/>
                    <a:pt x="380860" y="198585"/>
                    <a:pt x="381461" y="198506"/>
                  </a:cubicBezTo>
                  <a:cubicBezTo>
                    <a:pt x="382106" y="198583"/>
                    <a:pt x="382750" y="198660"/>
                    <a:pt x="383414" y="198739"/>
                  </a:cubicBezTo>
                  <a:cubicBezTo>
                    <a:pt x="383760" y="199660"/>
                    <a:pt x="383760" y="199660"/>
                    <a:pt x="384112" y="200599"/>
                  </a:cubicBezTo>
                  <a:cubicBezTo>
                    <a:pt x="384373" y="201213"/>
                    <a:pt x="384634" y="201827"/>
                    <a:pt x="384903" y="202459"/>
                  </a:cubicBezTo>
                  <a:cubicBezTo>
                    <a:pt x="387198" y="202770"/>
                    <a:pt x="387198" y="202770"/>
                    <a:pt x="389368" y="202459"/>
                  </a:cubicBezTo>
                  <a:cubicBezTo>
                    <a:pt x="389368" y="203442"/>
                    <a:pt x="389368" y="204424"/>
                    <a:pt x="389368" y="205436"/>
                  </a:cubicBezTo>
                  <a:cubicBezTo>
                    <a:pt x="390600" y="205720"/>
                    <a:pt x="391842" y="205967"/>
                    <a:pt x="393088" y="206180"/>
                  </a:cubicBezTo>
                  <a:cubicBezTo>
                    <a:pt x="393334" y="206917"/>
                    <a:pt x="393579" y="207654"/>
                    <a:pt x="393832" y="208413"/>
                  </a:cubicBezTo>
                  <a:cubicBezTo>
                    <a:pt x="395068" y="208920"/>
                    <a:pt x="396309" y="209415"/>
                    <a:pt x="397553" y="209901"/>
                  </a:cubicBezTo>
                  <a:cubicBezTo>
                    <a:pt x="398044" y="210638"/>
                    <a:pt x="398535" y="211374"/>
                    <a:pt x="399041" y="212133"/>
                  </a:cubicBezTo>
                  <a:cubicBezTo>
                    <a:pt x="399778" y="212379"/>
                    <a:pt x="400515" y="212624"/>
                    <a:pt x="401274" y="212877"/>
                  </a:cubicBezTo>
                  <a:cubicBezTo>
                    <a:pt x="401519" y="213614"/>
                    <a:pt x="401765" y="214351"/>
                    <a:pt x="402018" y="215110"/>
                  </a:cubicBezTo>
                  <a:cubicBezTo>
                    <a:pt x="402617" y="215217"/>
                    <a:pt x="403215" y="215325"/>
                    <a:pt x="403832" y="215435"/>
                  </a:cubicBezTo>
                  <a:cubicBezTo>
                    <a:pt x="404461" y="215574"/>
                    <a:pt x="405090" y="215712"/>
                    <a:pt x="405739" y="215854"/>
                  </a:cubicBezTo>
                  <a:cubicBezTo>
                    <a:pt x="406576" y="217342"/>
                    <a:pt x="406576" y="217342"/>
                    <a:pt x="407227" y="218831"/>
                  </a:cubicBezTo>
                  <a:cubicBezTo>
                    <a:pt x="407964" y="219076"/>
                    <a:pt x="408700" y="219322"/>
                    <a:pt x="409459" y="219575"/>
                  </a:cubicBezTo>
                  <a:cubicBezTo>
                    <a:pt x="409705" y="220311"/>
                    <a:pt x="409951" y="221048"/>
                    <a:pt x="410204" y="221807"/>
                  </a:cubicBezTo>
                  <a:cubicBezTo>
                    <a:pt x="411441" y="222309"/>
                    <a:pt x="412682" y="222804"/>
                    <a:pt x="413924" y="223295"/>
                  </a:cubicBezTo>
                  <a:cubicBezTo>
                    <a:pt x="414945" y="224258"/>
                    <a:pt x="415942" y="225247"/>
                    <a:pt x="416901" y="226272"/>
                  </a:cubicBezTo>
                  <a:cubicBezTo>
                    <a:pt x="417392" y="226517"/>
                    <a:pt x="417883" y="226763"/>
                    <a:pt x="418389" y="227016"/>
                  </a:cubicBezTo>
                  <a:cubicBezTo>
                    <a:pt x="418697" y="229042"/>
                    <a:pt x="418697" y="229042"/>
                    <a:pt x="418854" y="231527"/>
                  </a:cubicBezTo>
                  <a:cubicBezTo>
                    <a:pt x="418910" y="232350"/>
                    <a:pt x="418965" y="233172"/>
                    <a:pt x="419023" y="234019"/>
                  </a:cubicBezTo>
                  <a:cubicBezTo>
                    <a:pt x="419059" y="234655"/>
                    <a:pt x="419096" y="235290"/>
                    <a:pt x="419133" y="235946"/>
                  </a:cubicBezTo>
                  <a:cubicBezTo>
                    <a:pt x="418538" y="235907"/>
                    <a:pt x="417942" y="235869"/>
                    <a:pt x="417328" y="235829"/>
                  </a:cubicBezTo>
                  <a:cubicBezTo>
                    <a:pt x="416380" y="235887"/>
                    <a:pt x="416380" y="235887"/>
                    <a:pt x="415413" y="235946"/>
                  </a:cubicBezTo>
                  <a:cubicBezTo>
                    <a:pt x="414495" y="237774"/>
                    <a:pt x="414495" y="237774"/>
                    <a:pt x="413924" y="239666"/>
                  </a:cubicBezTo>
                  <a:cubicBezTo>
                    <a:pt x="413433" y="239666"/>
                    <a:pt x="412942" y="239666"/>
                    <a:pt x="412436" y="239666"/>
                  </a:cubicBezTo>
                  <a:cubicBezTo>
                    <a:pt x="412298" y="240357"/>
                    <a:pt x="412298" y="240357"/>
                    <a:pt x="412157" y="241062"/>
                  </a:cubicBezTo>
                  <a:cubicBezTo>
                    <a:pt x="412003" y="241584"/>
                    <a:pt x="411850" y="242105"/>
                    <a:pt x="411692" y="242643"/>
                  </a:cubicBezTo>
                  <a:cubicBezTo>
                    <a:pt x="410712" y="243163"/>
                    <a:pt x="409720" y="243660"/>
                    <a:pt x="408715" y="244131"/>
                  </a:cubicBezTo>
                  <a:cubicBezTo>
                    <a:pt x="408470" y="244868"/>
                    <a:pt x="408224" y="245605"/>
                    <a:pt x="407971" y="246364"/>
                  </a:cubicBezTo>
                  <a:cubicBezTo>
                    <a:pt x="406979" y="246612"/>
                    <a:pt x="405987" y="246860"/>
                    <a:pt x="404995" y="247108"/>
                  </a:cubicBezTo>
                  <a:cubicBezTo>
                    <a:pt x="404749" y="247845"/>
                    <a:pt x="404503" y="248581"/>
                    <a:pt x="404250" y="249340"/>
                  </a:cubicBezTo>
                  <a:cubicBezTo>
                    <a:pt x="403744" y="249448"/>
                    <a:pt x="403237" y="249555"/>
                    <a:pt x="402716" y="249666"/>
                  </a:cubicBezTo>
                  <a:cubicBezTo>
                    <a:pt x="402240" y="249804"/>
                    <a:pt x="401764" y="249942"/>
                    <a:pt x="401274" y="250084"/>
                  </a:cubicBezTo>
                  <a:cubicBezTo>
                    <a:pt x="401274" y="251067"/>
                    <a:pt x="401274" y="252049"/>
                    <a:pt x="401274" y="253061"/>
                  </a:cubicBezTo>
                  <a:cubicBezTo>
                    <a:pt x="400537" y="253307"/>
                    <a:pt x="399800" y="253552"/>
                    <a:pt x="399041" y="253805"/>
                  </a:cubicBezTo>
                  <a:cubicBezTo>
                    <a:pt x="398533" y="254791"/>
                    <a:pt x="398038" y="255784"/>
                    <a:pt x="397553" y="256782"/>
                  </a:cubicBezTo>
                  <a:cubicBezTo>
                    <a:pt x="396294" y="257971"/>
                    <a:pt x="396294" y="257971"/>
                    <a:pt x="394902" y="259061"/>
                  </a:cubicBezTo>
                  <a:cubicBezTo>
                    <a:pt x="392944" y="260596"/>
                    <a:pt x="392415" y="261033"/>
                    <a:pt x="391600" y="263479"/>
                  </a:cubicBezTo>
                  <a:cubicBezTo>
                    <a:pt x="390608" y="263727"/>
                    <a:pt x="389616" y="263975"/>
                    <a:pt x="388623" y="264223"/>
                  </a:cubicBezTo>
                  <a:cubicBezTo>
                    <a:pt x="388378" y="264960"/>
                    <a:pt x="388132" y="265697"/>
                    <a:pt x="387879" y="266456"/>
                  </a:cubicBezTo>
                  <a:cubicBezTo>
                    <a:pt x="387373" y="266563"/>
                    <a:pt x="386866" y="266670"/>
                    <a:pt x="386345" y="266781"/>
                  </a:cubicBezTo>
                  <a:cubicBezTo>
                    <a:pt x="385869" y="266919"/>
                    <a:pt x="385393" y="267057"/>
                    <a:pt x="384903" y="267200"/>
                  </a:cubicBezTo>
                  <a:cubicBezTo>
                    <a:pt x="384903" y="268182"/>
                    <a:pt x="384903" y="269164"/>
                    <a:pt x="384903" y="270176"/>
                  </a:cubicBezTo>
                  <a:cubicBezTo>
                    <a:pt x="384166" y="270422"/>
                    <a:pt x="383429" y="270667"/>
                    <a:pt x="382670" y="270920"/>
                  </a:cubicBezTo>
                  <a:cubicBezTo>
                    <a:pt x="381038" y="273129"/>
                    <a:pt x="379820" y="275007"/>
                    <a:pt x="378950" y="277618"/>
                  </a:cubicBezTo>
                  <a:cubicBezTo>
                    <a:pt x="376947" y="278097"/>
                    <a:pt x="375012" y="278016"/>
                    <a:pt x="372997" y="277618"/>
                  </a:cubicBezTo>
                  <a:cubicBezTo>
                    <a:pt x="372438" y="276315"/>
                    <a:pt x="372438" y="276315"/>
                    <a:pt x="372252" y="274641"/>
                  </a:cubicBezTo>
                  <a:cubicBezTo>
                    <a:pt x="371275" y="273634"/>
                    <a:pt x="370284" y="272640"/>
                    <a:pt x="369276" y="271665"/>
                  </a:cubicBezTo>
                  <a:cubicBezTo>
                    <a:pt x="369276" y="271173"/>
                    <a:pt x="369276" y="270682"/>
                    <a:pt x="369276" y="270176"/>
                  </a:cubicBezTo>
                  <a:cubicBezTo>
                    <a:pt x="368294" y="270176"/>
                    <a:pt x="367311" y="270176"/>
                    <a:pt x="366299" y="270176"/>
                  </a:cubicBezTo>
                  <a:cubicBezTo>
                    <a:pt x="366299" y="269194"/>
                    <a:pt x="366299" y="268212"/>
                    <a:pt x="366299" y="267200"/>
                  </a:cubicBezTo>
                  <a:cubicBezTo>
                    <a:pt x="365317" y="267200"/>
                    <a:pt x="364335" y="267200"/>
                    <a:pt x="363323" y="267200"/>
                  </a:cubicBezTo>
                  <a:cubicBezTo>
                    <a:pt x="363215" y="266724"/>
                    <a:pt x="363108" y="266248"/>
                    <a:pt x="362997" y="265758"/>
                  </a:cubicBezTo>
                  <a:cubicBezTo>
                    <a:pt x="362859" y="265251"/>
                    <a:pt x="362721" y="264745"/>
                    <a:pt x="362579" y="264223"/>
                  </a:cubicBezTo>
                  <a:cubicBezTo>
                    <a:pt x="361949" y="264100"/>
                    <a:pt x="361320" y="263978"/>
                    <a:pt x="360672" y="263851"/>
                  </a:cubicBezTo>
                  <a:cubicBezTo>
                    <a:pt x="360073" y="263728"/>
                    <a:pt x="359475" y="263605"/>
                    <a:pt x="358858" y="263479"/>
                  </a:cubicBezTo>
                  <a:cubicBezTo>
                    <a:pt x="358858" y="262497"/>
                    <a:pt x="358858" y="261514"/>
                    <a:pt x="358858" y="260502"/>
                  </a:cubicBezTo>
                  <a:cubicBezTo>
                    <a:pt x="357410" y="260063"/>
                    <a:pt x="357410" y="260063"/>
                    <a:pt x="355881" y="259758"/>
                  </a:cubicBezTo>
                  <a:cubicBezTo>
                    <a:pt x="355636" y="259022"/>
                    <a:pt x="355390" y="258285"/>
                    <a:pt x="355137" y="257526"/>
                  </a:cubicBezTo>
                  <a:cubicBezTo>
                    <a:pt x="354539" y="257418"/>
                    <a:pt x="353940" y="257311"/>
                    <a:pt x="353323" y="257200"/>
                  </a:cubicBezTo>
                  <a:cubicBezTo>
                    <a:pt x="352694" y="257062"/>
                    <a:pt x="352065" y="256924"/>
                    <a:pt x="351416" y="256782"/>
                  </a:cubicBezTo>
                  <a:cubicBezTo>
                    <a:pt x="350579" y="255293"/>
                    <a:pt x="350579" y="255293"/>
                    <a:pt x="349928" y="253805"/>
                  </a:cubicBezTo>
                  <a:cubicBezTo>
                    <a:pt x="349191" y="253560"/>
                    <a:pt x="348455" y="253314"/>
                    <a:pt x="347696" y="253061"/>
                  </a:cubicBezTo>
                  <a:cubicBezTo>
                    <a:pt x="347450" y="252324"/>
                    <a:pt x="347205" y="251588"/>
                    <a:pt x="346952" y="250829"/>
                  </a:cubicBezTo>
                  <a:cubicBezTo>
                    <a:pt x="346353" y="250721"/>
                    <a:pt x="345754" y="250614"/>
                    <a:pt x="345138" y="250503"/>
                  </a:cubicBezTo>
                  <a:cubicBezTo>
                    <a:pt x="344508" y="250365"/>
                    <a:pt x="343879" y="250227"/>
                    <a:pt x="343231" y="250084"/>
                  </a:cubicBezTo>
                  <a:cubicBezTo>
                    <a:pt x="342710" y="249105"/>
                    <a:pt x="342213" y="248112"/>
                    <a:pt x="341743" y="247108"/>
                  </a:cubicBezTo>
                  <a:cubicBezTo>
                    <a:pt x="340756" y="246839"/>
                    <a:pt x="339764" y="246589"/>
                    <a:pt x="338766" y="246364"/>
                  </a:cubicBezTo>
                  <a:cubicBezTo>
                    <a:pt x="338520" y="245627"/>
                    <a:pt x="338275" y="244890"/>
                    <a:pt x="338022" y="244131"/>
                  </a:cubicBezTo>
                  <a:cubicBezTo>
                    <a:pt x="337408" y="243886"/>
                    <a:pt x="336794" y="243640"/>
                    <a:pt x="336162" y="243387"/>
                  </a:cubicBezTo>
                  <a:cubicBezTo>
                    <a:pt x="335548" y="243142"/>
                    <a:pt x="334934" y="242896"/>
                    <a:pt x="334301" y="242643"/>
                  </a:cubicBezTo>
                  <a:cubicBezTo>
                    <a:pt x="334056" y="241906"/>
                    <a:pt x="333810" y="241170"/>
                    <a:pt x="333557" y="240411"/>
                  </a:cubicBezTo>
                  <a:cubicBezTo>
                    <a:pt x="332943" y="240288"/>
                    <a:pt x="332329" y="240165"/>
                    <a:pt x="331697" y="240039"/>
                  </a:cubicBezTo>
                  <a:cubicBezTo>
                    <a:pt x="331083" y="239916"/>
                    <a:pt x="330469" y="239793"/>
                    <a:pt x="329836" y="239666"/>
                  </a:cubicBezTo>
                  <a:cubicBezTo>
                    <a:pt x="329591" y="238930"/>
                    <a:pt x="329345" y="238193"/>
                    <a:pt x="329092" y="237434"/>
                  </a:cubicBezTo>
                  <a:cubicBezTo>
                    <a:pt x="328478" y="237188"/>
                    <a:pt x="327864" y="236943"/>
                    <a:pt x="327232" y="236690"/>
                  </a:cubicBezTo>
                  <a:cubicBezTo>
                    <a:pt x="326618" y="236444"/>
                    <a:pt x="326004" y="236199"/>
                    <a:pt x="325372" y="235946"/>
                  </a:cubicBezTo>
                  <a:cubicBezTo>
                    <a:pt x="325126" y="235209"/>
                    <a:pt x="324880" y="234472"/>
                    <a:pt x="324627" y="233713"/>
                  </a:cubicBezTo>
                  <a:cubicBezTo>
                    <a:pt x="324013" y="233606"/>
                    <a:pt x="323400" y="233498"/>
                    <a:pt x="322767" y="233388"/>
                  </a:cubicBezTo>
                  <a:cubicBezTo>
                    <a:pt x="322153" y="233250"/>
                    <a:pt x="321539" y="233112"/>
                    <a:pt x="320907" y="232969"/>
                  </a:cubicBezTo>
                  <a:cubicBezTo>
                    <a:pt x="320659" y="231977"/>
                    <a:pt x="320411" y="230985"/>
                    <a:pt x="320163" y="229993"/>
                  </a:cubicBezTo>
                  <a:cubicBezTo>
                    <a:pt x="318929" y="229715"/>
                    <a:pt x="317688" y="229467"/>
                    <a:pt x="316442" y="229248"/>
                  </a:cubicBezTo>
                  <a:cubicBezTo>
                    <a:pt x="316196" y="228512"/>
                    <a:pt x="315951" y="227775"/>
                    <a:pt x="315698" y="227016"/>
                  </a:cubicBezTo>
                  <a:cubicBezTo>
                    <a:pt x="315084" y="226909"/>
                    <a:pt x="314470" y="226801"/>
                    <a:pt x="313837" y="226691"/>
                  </a:cubicBezTo>
                  <a:cubicBezTo>
                    <a:pt x="313223" y="226552"/>
                    <a:pt x="312609" y="226414"/>
                    <a:pt x="311977" y="226272"/>
                  </a:cubicBezTo>
                  <a:cubicBezTo>
                    <a:pt x="311870" y="225781"/>
                    <a:pt x="311762" y="225290"/>
                    <a:pt x="311651" y="224784"/>
                  </a:cubicBezTo>
                  <a:cubicBezTo>
                    <a:pt x="311513" y="224293"/>
                    <a:pt x="311375" y="223801"/>
                    <a:pt x="311233" y="223295"/>
                  </a:cubicBezTo>
                  <a:cubicBezTo>
                    <a:pt x="310496" y="223173"/>
                    <a:pt x="309759" y="223050"/>
                    <a:pt x="309000" y="222923"/>
                  </a:cubicBezTo>
                  <a:cubicBezTo>
                    <a:pt x="308264" y="222801"/>
                    <a:pt x="307527" y="222678"/>
                    <a:pt x="306768" y="222551"/>
                  </a:cubicBezTo>
                  <a:cubicBezTo>
                    <a:pt x="306645" y="222045"/>
                    <a:pt x="306522" y="221538"/>
                    <a:pt x="306396" y="221016"/>
                  </a:cubicBezTo>
                  <a:cubicBezTo>
                    <a:pt x="306273" y="220541"/>
                    <a:pt x="306150" y="220065"/>
                    <a:pt x="306024" y="219575"/>
                  </a:cubicBezTo>
                  <a:cubicBezTo>
                    <a:pt x="305287" y="219575"/>
                    <a:pt x="304550" y="219575"/>
                    <a:pt x="303791" y="219575"/>
                  </a:cubicBezTo>
                  <a:cubicBezTo>
                    <a:pt x="303055" y="219575"/>
                    <a:pt x="302318" y="219575"/>
                    <a:pt x="301559" y="219575"/>
                  </a:cubicBezTo>
                  <a:cubicBezTo>
                    <a:pt x="301140" y="218133"/>
                    <a:pt x="301140" y="218133"/>
                    <a:pt x="300815" y="216598"/>
                  </a:cubicBezTo>
                  <a:cubicBezTo>
                    <a:pt x="299581" y="216320"/>
                    <a:pt x="298340" y="216072"/>
                    <a:pt x="297094" y="215854"/>
                  </a:cubicBezTo>
                  <a:cubicBezTo>
                    <a:pt x="296849" y="215117"/>
                    <a:pt x="296603" y="214381"/>
                    <a:pt x="296350" y="213622"/>
                  </a:cubicBezTo>
                  <a:cubicBezTo>
                    <a:pt x="295114" y="213115"/>
                    <a:pt x="293874" y="212619"/>
                    <a:pt x="292629" y="212133"/>
                  </a:cubicBezTo>
                  <a:cubicBezTo>
                    <a:pt x="292138" y="211397"/>
                    <a:pt x="291647" y="210660"/>
                    <a:pt x="291141" y="209901"/>
                  </a:cubicBezTo>
                  <a:cubicBezTo>
                    <a:pt x="290496" y="209793"/>
                    <a:pt x="289852" y="209686"/>
                    <a:pt x="289188" y="209575"/>
                  </a:cubicBezTo>
                  <a:cubicBezTo>
                    <a:pt x="288604" y="209437"/>
                    <a:pt x="288021" y="209299"/>
                    <a:pt x="287420" y="209157"/>
                  </a:cubicBezTo>
                  <a:cubicBezTo>
                    <a:pt x="287420" y="208174"/>
                    <a:pt x="287420" y="207192"/>
                    <a:pt x="287420" y="206180"/>
                  </a:cubicBezTo>
                  <a:cubicBezTo>
                    <a:pt x="285701" y="205935"/>
                    <a:pt x="283982" y="205689"/>
                    <a:pt x="282211" y="205436"/>
                  </a:cubicBezTo>
                  <a:cubicBezTo>
                    <a:pt x="282211" y="204454"/>
                    <a:pt x="282211" y="203471"/>
                    <a:pt x="282211" y="202459"/>
                  </a:cubicBezTo>
                  <a:cubicBezTo>
                    <a:pt x="281367" y="202521"/>
                    <a:pt x="280523" y="202582"/>
                    <a:pt x="279653" y="202645"/>
                  </a:cubicBezTo>
                  <a:cubicBezTo>
                    <a:pt x="278779" y="202584"/>
                    <a:pt x="277904" y="202523"/>
                    <a:pt x="277002" y="202459"/>
                  </a:cubicBezTo>
                  <a:cubicBezTo>
                    <a:pt x="276584" y="201018"/>
                    <a:pt x="276584" y="201018"/>
                    <a:pt x="276258" y="199483"/>
                  </a:cubicBezTo>
                  <a:cubicBezTo>
                    <a:pt x="274014" y="198871"/>
                    <a:pt x="274014" y="198871"/>
                    <a:pt x="271793" y="198739"/>
                  </a:cubicBezTo>
                  <a:cubicBezTo>
                    <a:pt x="271793" y="197756"/>
                    <a:pt x="271793" y="196774"/>
                    <a:pt x="271793" y="195762"/>
                  </a:cubicBezTo>
                  <a:cubicBezTo>
                    <a:pt x="271087" y="195824"/>
                    <a:pt x="270381" y="195885"/>
                    <a:pt x="269654" y="195948"/>
                  </a:cubicBezTo>
                  <a:cubicBezTo>
                    <a:pt x="268887" y="195887"/>
                    <a:pt x="268119" y="195825"/>
                    <a:pt x="267329" y="195762"/>
                  </a:cubicBezTo>
                  <a:cubicBezTo>
                    <a:pt x="266820" y="194776"/>
                    <a:pt x="266324" y="193784"/>
                    <a:pt x="265840" y="192786"/>
                  </a:cubicBezTo>
                  <a:cubicBezTo>
                    <a:pt x="265104" y="192663"/>
                    <a:pt x="264367" y="192540"/>
                    <a:pt x="263608" y="192414"/>
                  </a:cubicBezTo>
                  <a:cubicBezTo>
                    <a:pt x="262871" y="192291"/>
                    <a:pt x="262134" y="192168"/>
                    <a:pt x="261375" y="192041"/>
                  </a:cubicBezTo>
                  <a:cubicBezTo>
                    <a:pt x="260879" y="191049"/>
                    <a:pt x="260383" y="190057"/>
                    <a:pt x="259887" y="189065"/>
                  </a:cubicBezTo>
                  <a:cubicBezTo>
                    <a:pt x="257611" y="188458"/>
                    <a:pt x="257611" y="188458"/>
                    <a:pt x="255422" y="188321"/>
                  </a:cubicBezTo>
                  <a:cubicBezTo>
                    <a:pt x="255422" y="187338"/>
                    <a:pt x="255422" y="186356"/>
                    <a:pt x="255422" y="185344"/>
                  </a:cubicBezTo>
                  <a:cubicBezTo>
                    <a:pt x="254578" y="185406"/>
                    <a:pt x="253734" y="185467"/>
                    <a:pt x="252864" y="185530"/>
                  </a:cubicBezTo>
                  <a:cubicBezTo>
                    <a:pt x="251989" y="185469"/>
                    <a:pt x="251115" y="185407"/>
                    <a:pt x="250213" y="185344"/>
                  </a:cubicBezTo>
                  <a:cubicBezTo>
                    <a:pt x="249958" y="184354"/>
                    <a:pt x="249710" y="183362"/>
                    <a:pt x="249469" y="182368"/>
                  </a:cubicBezTo>
                  <a:cubicBezTo>
                    <a:pt x="248610" y="182245"/>
                    <a:pt x="247750" y="182122"/>
                    <a:pt x="246865" y="181996"/>
                  </a:cubicBezTo>
                  <a:cubicBezTo>
                    <a:pt x="246005" y="181873"/>
                    <a:pt x="245146" y="181750"/>
                    <a:pt x="244260" y="181623"/>
                  </a:cubicBezTo>
                  <a:cubicBezTo>
                    <a:pt x="243749" y="180135"/>
                    <a:pt x="243749" y="180135"/>
                    <a:pt x="243516" y="178647"/>
                  </a:cubicBezTo>
                  <a:cubicBezTo>
                    <a:pt x="243010" y="178586"/>
                    <a:pt x="242503" y="178524"/>
                    <a:pt x="241981" y="178461"/>
                  </a:cubicBezTo>
                  <a:cubicBezTo>
                    <a:pt x="241505" y="178277"/>
                    <a:pt x="241030" y="178093"/>
                    <a:pt x="240539" y="177903"/>
                  </a:cubicBezTo>
                  <a:cubicBezTo>
                    <a:pt x="240248" y="175863"/>
                    <a:pt x="240408" y="174023"/>
                    <a:pt x="240539" y="171950"/>
                  </a:cubicBezTo>
                  <a:cubicBezTo>
                    <a:pt x="241522" y="171950"/>
                    <a:pt x="242504" y="171950"/>
                    <a:pt x="243516" y="171950"/>
                  </a:cubicBezTo>
                  <a:cubicBezTo>
                    <a:pt x="244023" y="170714"/>
                    <a:pt x="244519" y="169473"/>
                    <a:pt x="245004" y="168229"/>
                  </a:cubicBezTo>
                  <a:cubicBezTo>
                    <a:pt x="245991" y="167960"/>
                    <a:pt x="246983" y="167710"/>
                    <a:pt x="247981" y="167485"/>
                  </a:cubicBezTo>
                  <a:cubicBezTo>
                    <a:pt x="248104" y="166978"/>
                    <a:pt x="248226" y="166472"/>
                    <a:pt x="248353" y="165950"/>
                  </a:cubicBezTo>
                  <a:cubicBezTo>
                    <a:pt x="248476" y="165474"/>
                    <a:pt x="248599" y="164998"/>
                    <a:pt x="248725" y="164508"/>
                  </a:cubicBezTo>
                  <a:cubicBezTo>
                    <a:pt x="249707" y="164508"/>
                    <a:pt x="250690" y="164508"/>
                    <a:pt x="251702" y="164508"/>
                  </a:cubicBezTo>
                  <a:cubicBezTo>
                    <a:pt x="251702" y="163526"/>
                    <a:pt x="251702" y="162544"/>
                    <a:pt x="251702" y="161532"/>
                  </a:cubicBezTo>
                  <a:cubicBezTo>
                    <a:pt x="252684" y="161532"/>
                    <a:pt x="253666" y="161532"/>
                    <a:pt x="254678" y="161532"/>
                  </a:cubicBezTo>
                  <a:cubicBezTo>
                    <a:pt x="255178" y="160091"/>
                    <a:pt x="255178" y="160091"/>
                    <a:pt x="255422" y="158555"/>
                  </a:cubicBezTo>
                  <a:cubicBezTo>
                    <a:pt x="255913" y="158310"/>
                    <a:pt x="256405" y="158064"/>
                    <a:pt x="256911" y="157811"/>
                  </a:cubicBezTo>
                  <a:cubicBezTo>
                    <a:pt x="257125" y="157320"/>
                    <a:pt x="257340" y="156829"/>
                    <a:pt x="257562" y="156323"/>
                  </a:cubicBezTo>
                  <a:cubicBezTo>
                    <a:pt x="257838" y="155832"/>
                    <a:pt x="258114" y="155340"/>
                    <a:pt x="258399" y="154834"/>
                  </a:cubicBezTo>
                  <a:cubicBezTo>
                    <a:pt x="258905" y="154712"/>
                    <a:pt x="259412" y="154589"/>
                    <a:pt x="259934" y="154462"/>
                  </a:cubicBezTo>
                  <a:cubicBezTo>
                    <a:pt x="260409" y="154340"/>
                    <a:pt x="260885" y="154217"/>
                    <a:pt x="261375" y="154090"/>
                  </a:cubicBezTo>
                  <a:cubicBezTo>
                    <a:pt x="261498" y="153584"/>
                    <a:pt x="261621" y="153077"/>
                    <a:pt x="261747" y="152556"/>
                  </a:cubicBezTo>
                  <a:cubicBezTo>
                    <a:pt x="261870" y="152080"/>
                    <a:pt x="261993" y="151604"/>
                    <a:pt x="262120" y="151114"/>
                  </a:cubicBezTo>
                  <a:cubicBezTo>
                    <a:pt x="263102" y="151114"/>
                    <a:pt x="264084" y="151114"/>
                    <a:pt x="265096" y="151114"/>
                  </a:cubicBezTo>
                  <a:cubicBezTo>
                    <a:pt x="265373" y="150129"/>
                    <a:pt x="265622" y="149136"/>
                    <a:pt x="265840" y="148137"/>
                  </a:cubicBezTo>
                  <a:cubicBezTo>
                    <a:pt x="266577" y="148137"/>
                    <a:pt x="267314" y="148137"/>
                    <a:pt x="268073" y="148137"/>
                  </a:cubicBezTo>
                  <a:cubicBezTo>
                    <a:pt x="268595" y="146908"/>
                    <a:pt x="269092" y="145667"/>
                    <a:pt x="269561" y="144416"/>
                  </a:cubicBezTo>
                  <a:cubicBezTo>
                    <a:pt x="270052" y="144416"/>
                    <a:pt x="270543" y="144416"/>
                    <a:pt x="271049" y="144416"/>
                  </a:cubicBezTo>
                  <a:cubicBezTo>
                    <a:pt x="271126" y="143956"/>
                    <a:pt x="271203" y="143496"/>
                    <a:pt x="271282" y="143021"/>
                  </a:cubicBezTo>
                  <a:cubicBezTo>
                    <a:pt x="271451" y="142499"/>
                    <a:pt x="271619" y="141978"/>
                    <a:pt x="271793" y="141440"/>
                  </a:cubicBezTo>
                  <a:cubicBezTo>
                    <a:pt x="273027" y="140928"/>
                    <a:pt x="274267" y="140431"/>
                    <a:pt x="275514" y="139952"/>
                  </a:cubicBezTo>
                  <a:cubicBezTo>
                    <a:pt x="275514" y="139215"/>
                    <a:pt x="275514" y="138478"/>
                    <a:pt x="275514" y="137719"/>
                  </a:cubicBezTo>
                  <a:cubicBezTo>
                    <a:pt x="276754" y="137471"/>
                    <a:pt x="277995" y="137223"/>
                    <a:pt x="279235" y="136975"/>
                  </a:cubicBezTo>
                  <a:cubicBezTo>
                    <a:pt x="279235" y="136238"/>
                    <a:pt x="279235" y="135502"/>
                    <a:pt x="279235" y="134743"/>
                  </a:cubicBezTo>
                  <a:cubicBezTo>
                    <a:pt x="278806" y="134742"/>
                    <a:pt x="278377" y="134741"/>
                    <a:pt x="277935" y="134740"/>
                  </a:cubicBezTo>
                  <a:cubicBezTo>
                    <a:pt x="252526" y="134680"/>
                    <a:pt x="227117" y="134612"/>
                    <a:pt x="201708" y="134534"/>
                  </a:cubicBezTo>
                  <a:cubicBezTo>
                    <a:pt x="198660" y="134525"/>
                    <a:pt x="195611" y="134516"/>
                    <a:pt x="192562" y="134506"/>
                  </a:cubicBezTo>
                  <a:cubicBezTo>
                    <a:pt x="191955" y="134505"/>
                    <a:pt x="191348" y="134503"/>
                    <a:pt x="190723" y="134501"/>
                  </a:cubicBezTo>
                  <a:cubicBezTo>
                    <a:pt x="180886" y="134471"/>
                    <a:pt x="171050" y="134447"/>
                    <a:pt x="161213" y="134425"/>
                  </a:cubicBezTo>
                  <a:cubicBezTo>
                    <a:pt x="151125" y="134401"/>
                    <a:pt x="141037" y="134373"/>
                    <a:pt x="130949" y="134339"/>
                  </a:cubicBezTo>
                  <a:cubicBezTo>
                    <a:pt x="124720" y="134318"/>
                    <a:pt x="118492" y="134302"/>
                    <a:pt x="112264" y="134291"/>
                  </a:cubicBezTo>
                  <a:cubicBezTo>
                    <a:pt x="107996" y="134283"/>
                    <a:pt x="103729" y="134270"/>
                    <a:pt x="99462" y="134252"/>
                  </a:cubicBezTo>
                  <a:cubicBezTo>
                    <a:pt x="96998" y="134242"/>
                    <a:pt x="94534" y="134235"/>
                    <a:pt x="92069" y="134233"/>
                  </a:cubicBezTo>
                  <a:cubicBezTo>
                    <a:pt x="89401" y="134231"/>
                    <a:pt x="86733" y="134220"/>
                    <a:pt x="84065" y="134206"/>
                  </a:cubicBezTo>
                  <a:cubicBezTo>
                    <a:pt x="83281" y="134207"/>
                    <a:pt x="82497" y="134209"/>
                    <a:pt x="81690" y="134210"/>
                  </a:cubicBezTo>
                  <a:cubicBezTo>
                    <a:pt x="80978" y="134205"/>
                    <a:pt x="80265" y="134199"/>
                    <a:pt x="79532" y="134193"/>
                  </a:cubicBezTo>
                  <a:cubicBezTo>
                    <a:pt x="78607" y="134191"/>
                    <a:pt x="78607" y="134191"/>
                    <a:pt x="77664" y="134188"/>
                  </a:cubicBezTo>
                  <a:cubicBezTo>
                    <a:pt x="76084" y="133999"/>
                    <a:pt x="76084" y="133999"/>
                    <a:pt x="73852" y="132510"/>
                  </a:cubicBezTo>
                  <a:cubicBezTo>
                    <a:pt x="73852" y="150928"/>
                    <a:pt x="73852" y="169345"/>
                    <a:pt x="73852" y="188321"/>
                  </a:cubicBezTo>
                  <a:cubicBezTo>
                    <a:pt x="53961" y="188321"/>
                    <a:pt x="34070" y="188321"/>
                    <a:pt x="13577" y="188321"/>
                  </a:cubicBezTo>
                  <a:cubicBezTo>
                    <a:pt x="13547" y="157746"/>
                    <a:pt x="13547" y="157746"/>
                    <a:pt x="13540" y="144976"/>
                  </a:cubicBezTo>
                  <a:cubicBezTo>
                    <a:pt x="13536" y="136144"/>
                    <a:pt x="13531" y="127311"/>
                    <a:pt x="13520" y="118479"/>
                  </a:cubicBezTo>
                  <a:cubicBezTo>
                    <a:pt x="13513" y="112047"/>
                    <a:pt x="13508" y="105616"/>
                    <a:pt x="13507" y="99184"/>
                  </a:cubicBezTo>
                  <a:cubicBezTo>
                    <a:pt x="13506" y="95777"/>
                    <a:pt x="13503" y="92369"/>
                    <a:pt x="13498" y="88962"/>
                  </a:cubicBezTo>
                  <a:cubicBezTo>
                    <a:pt x="13493" y="85758"/>
                    <a:pt x="13491" y="82555"/>
                    <a:pt x="13492" y="79351"/>
                  </a:cubicBezTo>
                  <a:cubicBezTo>
                    <a:pt x="13492" y="78172"/>
                    <a:pt x="13491" y="76992"/>
                    <a:pt x="13488" y="75813"/>
                  </a:cubicBezTo>
                  <a:cubicBezTo>
                    <a:pt x="13484" y="74210"/>
                    <a:pt x="13485" y="72607"/>
                    <a:pt x="13487" y="71004"/>
                  </a:cubicBezTo>
                  <a:cubicBezTo>
                    <a:pt x="13486" y="70105"/>
                    <a:pt x="13486" y="69206"/>
                    <a:pt x="13485" y="68279"/>
                  </a:cubicBezTo>
                  <a:cubicBezTo>
                    <a:pt x="13577" y="66282"/>
                    <a:pt x="13577" y="66282"/>
                    <a:pt x="14321" y="65538"/>
                  </a:cubicBezTo>
                  <a:cubicBezTo>
                    <a:pt x="16569" y="65465"/>
                    <a:pt x="18800" y="65441"/>
                    <a:pt x="21049" y="65448"/>
                  </a:cubicBezTo>
                  <a:cubicBezTo>
                    <a:pt x="22121" y="65447"/>
                    <a:pt x="22121" y="65447"/>
                    <a:pt x="23215" y="65446"/>
                  </a:cubicBezTo>
                  <a:cubicBezTo>
                    <a:pt x="25629" y="65445"/>
                    <a:pt x="28044" y="65449"/>
                    <a:pt x="30458" y="65453"/>
                  </a:cubicBezTo>
                  <a:cubicBezTo>
                    <a:pt x="32181" y="65453"/>
                    <a:pt x="33904" y="65453"/>
                    <a:pt x="35627" y="65453"/>
                  </a:cubicBezTo>
                  <a:cubicBezTo>
                    <a:pt x="40321" y="65453"/>
                    <a:pt x="45014" y="65457"/>
                    <a:pt x="49708" y="65462"/>
                  </a:cubicBezTo>
                  <a:cubicBezTo>
                    <a:pt x="54607" y="65467"/>
                    <a:pt x="59507" y="65467"/>
                    <a:pt x="64406" y="65468"/>
                  </a:cubicBezTo>
                  <a:cubicBezTo>
                    <a:pt x="72634" y="65470"/>
                    <a:pt x="80862" y="65475"/>
                    <a:pt x="89091" y="65481"/>
                  </a:cubicBezTo>
                  <a:cubicBezTo>
                    <a:pt x="97567" y="65488"/>
                    <a:pt x="106044" y="65494"/>
                    <a:pt x="114521" y="65497"/>
                  </a:cubicBezTo>
                  <a:cubicBezTo>
                    <a:pt x="115304" y="65497"/>
                    <a:pt x="115304" y="65497"/>
                    <a:pt x="116103" y="65497"/>
                  </a:cubicBezTo>
                  <a:cubicBezTo>
                    <a:pt x="118722" y="65498"/>
                    <a:pt x="121342" y="65499"/>
                    <a:pt x="123961" y="65500"/>
                  </a:cubicBezTo>
                  <a:cubicBezTo>
                    <a:pt x="145705" y="65508"/>
                    <a:pt x="167450" y="65521"/>
                    <a:pt x="189194" y="65538"/>
                  </a:cubicBezTo>
                  <a:cubicBezTo>
                    <a:pt x="188748" y="63788"/>
                    <a:pt x="188249" y="62051"/>
                    <a:pt x="187705" y="60329"/>
                  </a:cubicBezTo>
                  <a:cubicBezTo>
                    <a:pt x="187214" y="60083"/>
                    <a:pt x="186723" y="59837"/>
                    <a:pt x="186217" y="59584"/>
                  </a:cubicBezTo>
                  <a:cubicBezTo>
                    <a:pt x="185953" y="57467"/>
                    <a:pt x="185887" y="55368"/>
                    <a:pt x="185802" y="53236"/>
                  </a:cubicBezTo>
                  <a:cubicBezTo>
                    <a:pt x="185639" y="52327"/>
                    <a:pt x="185639" y="52327"/>
                    <a:pt x="185473" y="51399"/>
                  </a:cubicBezTo>
                  <a:cubicBezTo>
                    <a:pt x="184736" y="51153"/>
                    <a:pt x="184000" y="50908"/>
                    <a:pt x="183241" y="50655"/>
                  </a:cubicBezTo>
                  <a:cubicBezTo>
                    <a:pt x="182860" y="48629"/>
                    <a:pt x="182860" y="48629"/>
                    <a:pt x="182729" y="46143"/>
                  </a:cubicBezTo>
                  <a:cubicBezTo>
                    <a:pt x="182680" y="45321"/>
                    <a:pt x="182631" y="44499"/>
                    <a:pt x="182581" y="43652"/>
                  </a:cubicBezTo>
                  <a:cubicBezTo>
                    <a:pt x="182539" y="42698"/>
                    <a:pt x="182539" y="42698"/>
                    <a:pt x="182496" y="41725"/>
                  </a:cubicBezTo>
                  <a:cubicBezTo>
                    <a:pt x="181760" y="41725"/>
                    <a:pt x="181023" y="41725"/>
                    <a:pt x="180264" y="41725"/>
                  </a:cubicBezTo>
                  <a:cubicBezTo>
                    <a:pt x="180264" y="39024"/>
                    <a:pt x="180264" y="36323"/>
                    <a:pt x="180264" y="33540"/>
                  </a:cubicBezTo>
                  <a:cubicBezTo>
                    <a:pt x="179527" y="33540"/>
                    <a:pt x="178791" y="33540"/>
                    <a:pt x="178032" y="33540"/>
                  </a:cubicBezTo>
                  <a:cubicBezTo>
                    <a:pt x="177295" y="29488"/>
                    <a:pt x="177295" y="29488"/>
                    <a:pt x="176543" y="25354"/>
                  </a:cubicBezTo>
                  <a:cubicBezTo>
                    <a:pt x="176052" y="25354"/>
                    <a:pt x="175561" y="25354"/>
                    <a:pt x="175055" y="25354"/>
                  </a:cubicBezTo>
                  <a:cubicBezTo>
                    <a:pt x="175055" y="22898"/>
                    <a:pt x="175055" y="20443"/>
                    <a:pt x="175055" y="17913"/>
                  </a:cubicBezTo>
                  <a:cubicBezTo>
                    <a:pt x="178493" y="17667"/>
                    <a:pt x="181931" y="17421"/>
                    <a:pt x="185473" y="17168"/>
                  </a:cubicBezTo>
                  <a:cubicBezTo>
                    <a:pt x="185473" y="16186"/>
                    <a:pt x="185473" y="15204"/>
                    <a:pt x="185473" y="14192"/>
                  </a:cubicBezTo>
                  <a:cubicBezTo>
                    <a:pt x="186216" y="14164"/>
                    <a:pt x="186960" y="14136"/>
                    <a:pt x="187726" y="14108"/>
                  </a:cubicBezTo>
                  <a:cubicBezTo>
                    <a:pt x="188686" y="14059"/>
                    <a:pt x="189646" y="14010"/>
                    <a:pt x="190636" y="13959"/>
                  </a:cubicBezTo>
                  <a:cubicBezTo>
                    <a:pt x="192073" y="13895"/>
                    <a:pt x="192073" y="13895"/>
                    <a:pt x="193539" y="13829"/>
                  </a:cubicBezTo>
                  <a:cubicBezTo>
                    <a:pt x="194315" y="13703"/>
                    <a:pt x="195091" y="13577"/>
                    <a:pt x="195891" y="13448"/>
                  </a:cubicBezTo>
                  <a:cubicBezTo>
                    <a:pt x="196137" y="12711"/>
                    <a:pt x="196382" y="11974"/>
                    <a:pt x="196635" y="11215"/>
                  </a:cubicBezTo>
                  <a:cubicBezTo>
                    <a:pt x="198609" y="10861"/>
                    <a:pt x="198609" y="10861"/>
                    <a:pt x="201054" y="10750"/>
                  </a:cubicBezTo>
                  <a:cubicBezTo>
                    <a:pt x="204168" y="10685"/>
                    <a:pt x="204168" y="10685"/>
                    <a:pt x="207053" y="9727"/>
                  </a:cubicBezTo>
                  <a:cubicBezTo>
                    <a:pt x="207053" y="8990"/>
                    <a:pt x="207053" y="8254"/>
                    <a:pt x="207053" y="7495"/>
                  </a:cubicBezTo>
                  <a:cubicBezTo>
                    <a:pt x="207842" y="7467"/>
                    <a:pt x="208630" y="7439"/>
                    <a:pt x="209443" y="7410"/>
                  </a:cubicBezTo>
                  <a:cubicBezTo>
                    <a:pt x="210475" y="7361"/>
                    <a:pt x="211508" y="7312"/>
                    <a:pt x="212541" y="7262"/>
                  </a:cubicBezTo>
                  <a:cubicBezTo>
                    <a:pt x="213061" y="7245"/>
                    <a:pt x="213581" y="7228"/>
                    <a:pt x="214117" y="7211"/>
                  </a:cubicBezTo>
                  <a:cubicBezTo>
                    <a:pt x="215814" y="7145"/>
                    <a:pt x="215814" y="7145"/>
                    <a:pt x="218215" y="6750"/>
                  </a:cubicBezTo>
                  <a:cubicBezTo>
                    <a:pt x="218706" y="6014"/>
                    <a:pt x="219198" y="5277"/>
                    <a:pt x="219704" y="4518"/>
                  </a:cubicBezTo>
                  <a:cubicBezTo>
                    <a:pt x="222128" y="4137"/>
                    <a:pt x="222128" y="4137"/>
                    <a:pt x="225006" y="4006"/>
                  </a:cubicBezTo>
                  <a:cubicBezTo>
                    <a:pt x="226436" y="3933"/>
                    <a:pt x="226436" y="3933"/>
                    <a:pt x="227895" y="3858"/>
                  </a:cubicBezTo>
                  <a:cubicBezTo>
                    <a:pt x="228630" y="3830"/>
                    <a:pt x="229364" y="3803"/>
                    <a:pt x="230121" y="3774"/>
                  </a:cubicBezTo>
                  <a:cubicBezTo>
                    <a:pt x="230121" y="2792"/>
                    <a:pt x="230121" y="1809"/>
                    <a:pt x="230121" y="797"/>
                  </a:cubicBezTo>
                  <a:close/>
                </a:path>
              </a:pathLst>
            </a:custGeom>
            <a:grpFill/>
            <a:ln w="744" cap="flat">
              <a:noFill/>
              <a:prstDash val="solid"/>
              <a:miter/>
            </a:ln>
          </p:spPr>
          <p:txBody>
            <a:bodyPr rtlCol="0" anchor="ctr"/>
            <a:lstStyle/>
            <a:p>
              <a:endParaRPr lang="zh-CN" altLang="en-US"/>
            </a:p>
          </p:txBody>
        </p:sp>
        <p:sp>
          <p:nvSpPr>
            <p:cNvPr id="108" name="任意多边形: 形状 107"/>
            <p:cNvSpPr/>
            <p:nvPr/>
          </p:nvSpPr>
          <p:spPr>
            <a:xfrm>
              <a:off x="7339566" y="596633"/>
              <a:ext cx="423416" cy="146668"/>
            </a:xfrm>
            <a:custGeom>
              <a:avLst/>
              <a:gdLst>
                <a:gd name="connsiteX0" fmla="*/ 224177 w 423416"/>
                <a:gd name="connsiteY0" fmla="*/ 507 h 146668"/>
                <a:gd name="connsiteX1" fmla="*/ 228968 w 423416"/>
                <a:gd name="connsiteY1" fmla="*/ 460 h 146668"/>
                <a:gd name="connsiteX2" fmla="*/ 231662 w 423416"/>
                <a:gd name="connsiteY2" fmla="*/ 434 h 146668"/>
                <a:gd name="connsiteX3" fmla="*/ 234595 w 423416"/>
                <a:gd name="connsiteY3" fmla="*/ 1251 h 146668"/>
                <a:gd name="connsiteX4" fmla="*/ 234985 w 423416"/>
                <a:gd name="connsiteY4" fmla="*/ 5783 h 146668"/>
                <a:gd name="connsiteX5" fmla="*/ 237572 w 423416"/>
                <a:gd name="connsiteY5" fmla="*/ 8692 h 146668"/>
                <a:gd name="connsiteX6" fmla="*/ 238316 w 423416"/>
                <a:gd name="connsiteY6" fmla="*/ 13901 h 146668"/>
                <a:gd name="connsiteX7" fmla="*/ 239804 w 423416"/>
                <a:gd name="connsiteY7" fmla="*/ 14645 h 146668"/>
                <a:gd name="connsiteX8" fmla="*/ 240548 w 423416"/>
                <a:gd name="connsiteY8" fmla="*/ 20598 h 146668"/>
                <a:gd name="connsiteX9" fmla="*/ 242781 w 423416"/>
                <a:gd name="connsiteY9" fmla="*/ 20598 h 146668"/>
                <a:gd name="connsiteX10" fmla="*/ 244269 w 423416"/>
                <a:gd name="connsiteY10" fmla="*/ 25807 h 146668"/>
                <a:gd name="connsiteX11" fmla="*/ 245757 w 423416"/>
                <a:gd name="connsiteY11" fmla="*/ 25807 h 146668"/>
                <a:gd name="connsiteX12" fmla="*/ 246121 w 423416"/>
                <a:gd name="connsiteY12" fmla="*/ 30313 h 146668"/>
                <a:gd name="connsiteX13" fmla="*/ 248734 w 423416"/>
                <a:gd name="connsiteY13" fmla="*/ 33249 h 146668"/>
                <a:gd name="connsiteX14" fmla="*/ 248734 w 423416"/>
                <a:gd name="connsiteY14" fmla="*/ 38458 h 146668"/>
                <a:gd name="connsiteX15" fmla="*/ 250966 w 423416"/>
                <a:gd name="connsiteY15" fmla="*/ 38458 h 146668"/>
                <a:gd name="connsiteX16" fmla="*/ 251711 w 423416"/>
                <a:gd name="connsiteY16" fmla="*/ 44411 h 146668"/>
                <a:gd name="connsiteX17" fmla="*/ 253943 w 423416"/>
                <a:gd name="connsiteY17" fmla="*/ 44411 h 146668"/>
                <a:gd name="connsiteX18" fmla="*/ 255431 w 423416"/>
                <a:gd name="connsiteY18" fmla="*/ 49620 h 146668"/>
                <a:gd name="connsiteX19" fmla="*/ 256920 w 423416"/>
                <a:gd name="connsiteY19" fmla="*/ 49620 h 146668"/>
                <a:gd name="connsiteX20" fmla="*/ 257030 w 423416"/>
                <a:gd name="connsiteY20" fmla="*/ 51059 h 146668"/>
                <a:gd name="connsiteX21" fmla="*/ 257199 w 423416"/>
                <a:gd name="connsiteY21" fmla="*/ 52922 h 146668"/>
                <a:gd name="connsiteX22" fmla="*/ 257356 w 423416"/>
                <a:gd name="connsiteY22" fmla="*/ 54780 h 146668"/>
                <a:gd name="connsiteX23" fmla="*/ 257664 w 423416"/>
                <a:gd name="connsiteY23" fmla="*/ 56317 h 146668"/>
                <a:gd name="connsiteX24" fmla="*/ 259152 w 423416"/>
                <a:gd name="connsiteY24" fmla="*/ 57061 h 146668"/>
                <a:gd name="connsiteX25" fmla="*/ 259478 w 423416"/>
                <a:gd name="connsiteY25" fmla="*/ 59666 h 146668"/>
                <a:gd name="connsiteX26" fmla="*/ 259896 w 423416"/>
                <a:gd name="connsiteY26" fmla="*/ 62270 h 146668"/>
                <a:gd name="connsiteX27" fmla="*/ 262129 w 423416"/>
                <a:gd name="connsiteY27" fmla="*/ 63014 h 146668"/>
                <a:gd name="connsiteX28" fmla="*/ 262501 w 423416"/>
                <a:gd name="connsiteY28" fmla="*/ 66270 h 146668"/>
                <a:gd name="connsiteX29" fmla="*/ 263828 w 423416"/>
                <a:gd name="connsiteY29" fmla="*/ 70914 h 146668"/>
                <a:gd name="connsiteX30" fmla="*/ 271687 w 423416"/>
                <a:gd name="connsiteY30" fmla="*/ 72208 h 146668"/>
                <a:gd name="connsiteX31" fmla="*/ 273750 w 423416"/>
                <a:gd name="connsiteY31" fmla="*/ 72212 h 146668"/>
                <a:gd name="connsiteX32" fmla="*/ 280625 w 423416"/>
                <a:gd name="connsiteY32" fmla="*/ 72186 h 146668"/>
                <a:gd name="connsiteX33" fmla="*/ 285541 w 423416"/>
                <a:gd name="connsiteY33" fmla="*/ 72183 h 146668"/>
                <a:gd name="connsiteX34" fmla="*/ 298917 w 423416"/>
                <a:gd name="connsiteY34" fmla="*/ 72146 h 146668"/>
                <a:gd name="connsiteX35" fmla="*/ 312893 w 423416"/>
                <a:gd name="connsiteY35" fmla="*/ 72121 h 146668"/>
                <a:gd name="connsiteX36" fmla="*/ 336367 w 423416"/>
                <a:gd name="connsiteY36" fmla="*/ 72072 h 146668"/>
                <a:gd name="connsiteX37" fmla="*/ 360530 w 423416"/>
                <a:gd name="connsiteY37" fmla="*/ 72011 h 146668"/>
                <a:gd name="connsiteX38" fmla="*/ 362033 w 423416"/>
                <a:gd name="connsiteY38" fmla="*/ 72008 h 146668"/>
                <a:gd name="connsiteX39" fmla="*/ 386829 w 423416"/>
                <a:gd name="connsiteY39" fmla="*/ 71965 h 146668"/>
                <a:gd name="connsiteX40" fmla="*/ 403493 w 423416"/>
                <a:gd name="connsiteY40" fmla="*/ 71925 h 146668"/>
                <a:gd name="connsiteX41" fmla="*/ 413845 w 423416"/>
                <a:gd name="connsiteY41" fmla="*/ 71901 h 146668"/>
                <a:gd name="connsiteX42" fmla="*/ 418659 w 423416"/>
                <a:gd name="connsiteY42" fmla="*/ 71885 h 146668"/>
                <a:gd name="connsiteX43" fmla="*/ 425211 w 423416"/>
                <a:gd name="connsiteY43" fmla="*/ 71870 h 146668"/>
                <a:gd name="connsiteX44" fmla="*/ 427152 w 423416"/>
                <a:gd name="connsiteY44" fmla="*/ 71859 h 146668"/>
                <a:gd name="connsiteX45" fmla="*/ 434025 w 423416"/>
                <a:gd name="connsiteY45" fmla="*/ 72688 h 146668"/>
                <a:gd name="connsiteX46" fmla="*/ 434025 w 423416"/>
                <a:gd name="connsiteY46" fmla="*/ 147102 h 146668"/>
                <a:gd name="connsiteX47" fmla="*/ 10609 w 423416"/>
                <a:gd name="connsiteY47" fmla="*/ 147102 h 146668"/>
                <a:gd name="connsiteX48" fmla="*/ 11353 w 423416"/>
                <a:gd name="connsiteY48" fmla="*/ 71944 h 146668"/>
                <a:gd name="connsiteX49" fmla="*/ 18251 w 423416"/>
                <a:gd name="connsiteY49" fmla="*/ 71855 h 146668"/>
                <a:gd name="connsiteX50" fmla="*/ 20472 w 423416"/>
                <a:gd name="connsiteY50" fmla="*/ 71853 h 146668"/>
                <a:gd name="connsiteX51" fmla="*/ 27900 w 423416"/>
                <a:gd name="connsiteY51" fmla="*/ 71860 h 146668"/>
                <a:gd name="connsiteX52" fmla="*/ 33201 w 423416"/>
                <a:gd name="connsiteY52" fmla="*/ 71859 h 146668"/>
                <a:gd name="connsiteX53" fmla="*/ 46140 w 423416"/>
                <a:gd name="connsiteY53" fmla="*/ 71867 h 146668"/>
                <a:gd name="connsiteX54" fmla="*/ 61190 w 423416"/>
                <a:gd name="connsiteY54" fmla="*/ 71874 h 146668"/>
                <a:gd name="connsiteX55" fmla="*/ 88031 w 423416"/>
                <a:gd name="connsiteY55" fmla="*/ 71888 h 146668"/>
                <a:gd name="connsiteX56" fmla="*/ 114110 w 423416"/>
                <a:gd name="connsiteY56" fmla="*/ 71903 h 146668"/>
                <a:gd name="connsiteX57" fmla="*/ 115733 w 423416"/>
                <a:gd name="connsiteY57" fmla="*/ 71904 h 146668"/>
                <a:gd name="connsiteX58" fmla="*/ 123792 w 423416"/>
                <a:gd name="connsiteY58" fmla="*/ 71907 h 146668"/>
                <a:gd name="connsiteX59" fmla="*/ 190691 w 423416"/>
                <a:gd name="connsiteY59" fmla="*/ 71944 h 146668"/>
                <a:gd name="connsiteX60" fmla="*/ 190691 w 423416"/>
                <a:gd name="connsiteY60" fmla="*/ 68223 h 146668"/>
                <a:gd name="connsiteX61" fmla="*/ 188459 w 423416"/>
                <a:gd name="connsiteY61" fmla="*/ 68223 h 146668"/>
                <a:gd name="connsiteX62" fmla="*/ 188095 w 423416"/>
                <a:gd name="connsiteY62" fmla="*/ 63645 h 146668"/>
                <a:gd name="connsiteX63" fmla="*/ 187714 w 423416"/>
                <a:gd name="connsiteY63" fmla="*/ 62270 h 146668"/>
                <a:gd name="connsiteX64" fmla="*/ 185482 w 423416"/>
                <a:gd name="connsiteY64" fmla="*/ 61526 h 146668"/>
                <a:gd name="connsiteX65" fmla="*/ 185343 w 423416"/>
                <a:gd name="connsiteY65" fmla="*/ 58131 h 146668"/>
                <a:gd name="connsiteX66" fmla="*/ 185404 w 423416"/>
                <a:gd name="connsiteY66" fmla="*/ 56268 h 146668"/>
                <a:gd name="connsiteX67" fmla="*/ 185482 w 423416"/>
                <a:gd name="connsiteY67" fmla="*/ 54829 h 146668"/>
                <a:gd name="connsiteX68" fmla="*/ 183250 w 423416"/>
                <a:gd name="connsiteY68" fmla="*/ 54829 h 146668"/>
                <a:gd name="connsiteX69" fmla="*/ 182459 w 423416"/>
                <a:gd name="connsiteY69" fmla="*/ 51527 h 146668"/>
                <a:gd name="connsiteX70" fmla="*/ 181761 w 423416"/>
                <a:gd name="connsiteY70" fmla="*/ 48132 h 146668"/>
                <a:gd name="connsiteX71" fmla="*/ 180273 w 423416"/>
                <a:gd name="connsiteY71" fmla="*/ 47388 h 146668"/>
                <a:gd name="connsiteX72" fmla="*/ 179529 w 423416"/>
                <a:gd name="connsiteY72" fmla="*/ 41434 h 146668"/>
                <a:gd name="connsiteX73" fmla="*/ 177297 w 423416"/>
                <a:gd name="connsiteY73" fmla="*/ 41434 h 146668"/>
                <a:gd name="connsiteX74" fmla="*/ 176860 w 423416"/>
                <a:gd name="connsiteY74" fmla="*/ 36856 h 146668"/>
                <a:gd name="connsiteX75" fmla="*/ 176552 w 423416"/>
                <a:gd name="connsiteY75" fmla="*/ 35481 h 146668"/>
                <a:gd name="connsiteX76" fmla="*/ 175064 w 423416"/>
                <a:gd name="connsiteY76" fmla="*/ 34737 h 146668"/>
                <a:gd name="connsiteX77" fmla="*/ 173994 w 423416"/>
                <a:gd name="connsiteY77" fmla="*/ 30060 h 146668"/>
                <a:gd name="connsiteX78" fmla="*/ 173576 w 423416"/>
                <a:gd name="connsiteY78" fmla="*/ 28784 h 146668"/>
                <a:gd name="connsiteX79" fmla="*/ 172088 w 423416"/>
                <a:gd name="connsiteY79" fmla="*/ 28784 h 146668"/>
                <a:gd name="connsiteX80" fmla="*/ 172088 w 423416"/>
                <a:gd name="connsiteY80" fmla="*/ 21343 h 146668"/>
                <a:gd name="connsiteX81" fmla="*/ 180273 w 423416"/>
                <a:gd name="connsiteY81" fmla="*/ 20598 h 146668"/>
                <a:gd name="connsiteX82" fmla="*/ 180529 w 423416"/>
                <a:gd name="connsiteY82" fmla="*/ 19133 h 146668"/>
                <a:gd name="connsiteX83" fmla="*/ 181017 w 423416"/>
                <a:gd name="connsiteY83" fmla="*/ 17622 h 146668"/>
                <a:gd name="connsiteX84" fmla="*/ 187366 w 423416"/>
                <a:gd name="connsiteY84" fmla="*/ 17227 h 146668"/>
                <a:gd name="connsiteX85" fmla="*/ 189203 w 423416"/>
                <a:gd name="connsiteY85" fmla="*/ 16878 h 146668"/>
                <a:gd name="connsiteX86" fmla="*/ 189572 w 423416"/>
                <a:gd name="connsiteY86" fmla="*/ 15378 h 146668"/>
                <a:gd name="connsiteX87" fmla="*/ 189947 w 423416"/>
                <a:gd name="connsiteY87" fmla="*/ 13901 h 146668"/>
                <a:gd name="connsiteX88" fmla="*/ 194086 w 423416"/>
                <a:gd name="connsiteY88" fmla="*/ 13715 h 146668"/>
                <a:gd name="connsiteX89" fmla="*/ 196368 w 423416"/>
                <a:gd name="connsiteY89" fmla="*/ 13797 h 146668"/>
                <a:gd name="connsiteX90" fmla="*/ 198132 w 423416"/>
                <a:gd name="connsiteY90" fmla="*/ 13901 h 146668"/>
                <a:gd name="connsiteX91" fmla="*/ 198132 w 423416"/>
                <a:gd name="connsiteY91" fmla="*/ 10925 h 146668"/>
                <a:gd name="connsiteX92" fmla="*/ 207062 w 423416"/>
                <a:gd name="connsiteY92" fmla="*/ 10180 h 146668"/>
                <a:gd name="connsiteX93" fmla="*/ 207062 w 423416"/>
                <a:gd name="connsiteY93" fmla="*/ 7204 h 146668"/>
                <a:gd name="connsiteX94" fmla="*/ 208664 w 423416"/>
                <a:gd name="connsiteY94" fmla="*/ 7120 h 146668"/>
                <a:gd name="connsiteX95" fmla="*/ 210736 w 423416"/>
                <a:gd name="connsiteY95" fmla="*/ 6971 h 146668"/>
                <a:gd name="connsiteX96" fmla="*/ 212803 w 423416"/>
                <a:gd name="connsiteY96" fmla="*/ 6841 h 146668"/>
                <a:gd name="connsiteX97" fmla="*/ 214504 w 423416"/>
                <a:gd name="connsiteY97" fmla="*/ 6460 h 146668"/>
                <a:gd name="connsiteX98" fmla="*/ 215248 w 423416"/>
                <a:gd name="connsiteY98" fmla="*/ 4227 h 146668"/>
                <a:gd name="connsiteX99" fmla="*/ 219759 w 423416"/>
                <a:gd name="connsiteY99" fmla="*/ 3716 h 146668"/>
                <a:gd name="connsiteX100" fmla="*/ 222250 w 423416"/>
                <a:gd name="connsiteY100" fmla="*/ 3568 h 146668"/>
                <a:gd name="connsiteX101" fmla="*/ 224177 w 423416"/>
                <a:gd name="connsiteY101" fmla="*/ 3483 h 146668"/>
                <a:gd name="connsiteX102" fmla="*/ 224177 w 423416"/>
                <a:gd name="connsiteY102" fmla="*/ 507 h 14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23416" h="146668">
                  <a:moveTo>
                    <a:pt x="224177" y="507"/>
                  </a:moveTo>
                  <a:cubicBezTo>
                    <a:pt x="225774" y="487"/>
                    <a:pt x="227371" y="472"/>
                    <a:pt x="228968" y="460"/>
                  </a:cubicBezTo>
                  <a:cubicBezTo>
                    <a:pt x="229857" y="452"/>
                    <a:pt x="230746" y="443"/>
                    <a:pt x="231662" y="434"/>
                  </a:cubicBezTo>
                  <a:cubicBezTo>
                    <a:pt x="233851" y="507"/>
                    <a:pt x="233851" y="507"/>
                    <a:pt x="234595" y="1251"/>
                  </a:cubicBezTo>
                  <a:cubicBezTo>
                    <a:pt x="234739" y="2760"/>
                    <a:pt x="234881" y="4270"/>
                    <a:pt x="234985" y="5783"/>
                  </a:cubicBezTo>
                  <a:cubicBezTo>
                    <a:pt x="235245" y="7502"/>
                    <a:pt x="235245" y="7502"/>
                    <a:pt x="237572" y="8692"/>
                  </a:cubicBezTo>
                  <a:cubicBezTo>
                    <a:pt x="237845" y="10425"/>
                    <a:pt x="238095" y="12161"/>
                    <a:pt x="238316" y="13901"/>
                  </a:cubicBezTo>
                  <a:cubicBezTo>
                    <a:pt x="238807" y="14147"/>
                    <a:pt x="239298" y="14392"/>
                    <a:pt x="239804" y="14645"/>
                  </a:cubicBezTo>
                  <a:cubicBezTo>
                    <a:pt x="240246" y="16616"/>
                    <a:pt x="240357" y="18583"/>
                    <a:pt x="240548" y="20598"/>
                  </a:cubicBezTo>
                  <a:cubicBezTo>
                    <a:pt x="241285" y="20598"/>
                    <a:pt x="242022" y="20598"/>
                    <a:pt x="242781" y="20598"/>
                  </a:cubicBezTo>
                  <a:cubicBezTo>
                    <a:pt x="243305" y="22326"/>
                    <a:pt x="243802" y="24063"/>
                    <a:pt x="244269" y="25807"/>
                  </a:cubicBezTo>
                  <a:cubicBezTo>
                    <a:pt x="244760" y="25807"/>
                    <a:pt x="245251" y="25807"/>
                    <a:pt x="245757" y="25807"/>
                  </a:cubicBezTo>
                  <a:cubicBezTo>
                    <a:pt x="245879" y="27309"/>
                    <a:pt x="246000" y="28811"/>
                    <a:pt x="246121" y="30313"/>
                  </a:cubicBezTo>
                  <a:cubicBezTo>
                    <a:pt x="246408" y="32055"/>
                    <a:pt x="246408" y="32055"/>
                    <a:pt x="248734" y="33249"/>
                  </a:cubicBezTo>
                  <a:cubicBezTo>
                    <a:pt x="248874" y="35946"/>
                    <a:pt x="248874" y="35946"/>
                    <a:pt x="248734" y="38458"/>
                  </a:cubicBezTo>
                  <a:cubicBezTo>
                    <a:pt x="249471" y="38458"/>
                    <a:pt x="250207" y="38458"/>
                    <a:pt x="250966" y="38458"/>
                  </a:cubicBezTo>
                  <a:cubicBezTo>
                    <a:pt x="251212" y="40422"/>
                    <a:pt x="251458" y="42387"/>
                    <a:pt x="251711" y="44411"/>
                  </a:cubicBezTo>
                  <a:cubicBezTo>
                    <a:pt x="252447" y="44411"/>
                    <a:pt x="253184" y="44411"/>
                    <a:pt x="253943" y="44411"/>
                  </a:cubicBezTo>
                  <a:cubicBezTo>
                    <a:pt x="254468" y="46139"/>
                    <a:pt x="254964" y="47876"/>
                    <a:pt x="255431" y="49620"/>
                  </a:cubicBezTo>
                  <a:cubicBezTo>
                    <a:pt x="255922" y="49620"/>
                    <a:pt x="256414" y="49620"/>
                    <a:pt x="256920" y="49620"/>
                  </a:cubicBezTo>
                  <a:cubicBezTo>
                    <a:pt x="256956" y="50095"/>
                    <a:pt x="256992" y="50570"/>
                    <a:pt x="257030" y="51059"/>
                  </a:cubicBezTo>
                  <a:cubicBezTo>
                    <a:pt x="257113" y="51981"/>
                    <a:pt x="257113" y="51981"/>
                    <a:pt x="257199" y="52922"/>
                  </a:cubicBezTo>
                  <a:cubicBezTo>
                    <a:pt x="257250" y="53535"/>
                    <a:pt x="257302" y="54148"/>
                    <a:pt x="257356" y="54780"/>
                  </a:cubicBezTo>
                  <a:cubicBezTo>
                    <a:pt x="257457" y="55287"/>
                    <a:pt x="257559" y="55794"/>
                    <a:pt x="257664" y="56317"/>
                  </a:cubicBezTo>
                  <a:cubicBezTo>
                    <a:pt x="258155" y="56563"/>
                    <a:pt x="258646" y="56808"/>
                    <a:pt x="259152" y="57061"/>
                  </a:cubicBezTo>
                  <a:cubicBezTo>
                    <a:pt x="259259" y="57921"/>
                    <a:pt x="259367" y="58780"/>
                    <a:pt x="259478" y="59666"/>
                  </a:cubicBezTo>
                  <a:cubicBezTo>
                    <a:pt x="259616" y="60525"/>
                    <a:pt x="259754" y="61385"/>
                    <a:pt x="259896" y="62270"/>
                  </a:cubicBezTo>
                  <a:cubicBezTo>
                    <a:pt x="260633" y="62516"/>
                    <a:pt x="261370" y="62761"/>
                    <a:pt x="262129" y="63014"/>
                  </a:cubicBezTo>
                  <a:cubicBezTo>
                    <a:pt x="262431" y="64474"/>
                    <a:pt x="262431" y="64474"/>
                    <a:pt x="262501" y="66270"/>
                  </a:cubicBezTo>
                  <a:cubicBezTo>
                    <a:pt x="262577" y="68800"/>
                    <a:pt x="262577" y="68800"/>
                    <a:pt x="263828" y="70914"/>
                  </a:cubicBezTo>
                  <a:cubicBezTo>
                    <a:pt x="266067" y="72720"/>
                    <a:pt x="268931" y="72238"/>
                    <a:pt x="271687" y="72208"/>
                  </a:cubicBezTo>
                  <a:cubicBezTo>
                    <a:pt x="272368" y="72209"/>
                    <a:pt x="273049" y="72210"/>
                    <a:pt x="273750" y="72212"/>
                  </a:cubicBezTo>
                  <a:cubicBezTo>
                    <a:pt x="276042" y="72214"/>
                    <a:pt x="278333" y="72200"/>
                    <a:pt x="280625" y="72186"/>
                  </a:cubicBezTo>
                  <a:cubicBezTo>
                    <a:pt x="282263" y="72184"/>
                    <a:pt x="283902" y="72183"/>
                    <a:pt x="285541" y="72183"/>
                  </a:cubicBezTo>
                  <a:cubicBezTo>
                    <a:pt x="290000" y="72181"/>
                    <a:pt x="294458" y="72164"/>
                    <a:pt x="298917" y="72146"/>
                  </a:cubicBezTo>
                  <a:cubicBezTo>
                    <a:pt x="303576" y="72129"/>
                    <a:pt x="308235" y="72126"/>
                    <a:pt x="312893" y="72121"/>
                  </a:cubicBezTo>
                  <a:cubicBezTo>
                    <a:pt x="320718" y="72112"/>
                    <a:pt x="328543" y="72095"/>
                    <a:pt x="336367" y="72072"/>
                  </a:cubicBezTo>
                  <a:cubicBezTo>
                    <a:pt x="344422" y="72048"/>
                    <a:pt x="352476" y="72027"/>
                    <a:pt x="360530" y="72011"/>
                  </a:cubicBezTo>
                  <a:cubicBezTo>
                    <a:pt x="361274" y="72009"/>
                    <a:pt x="361274" y="72009"/>
                    <a:pt x="362033" y="72008"/>
                  </a:cubicBezTo>
                  <a:cubicBezTo>
                    <a:pt x="370299" y="71991"/>
                    <a:pt x="378564" y="71977"/>
                    <a:pt x="386829" y="71965"/>
                  </a:cubicBezTo>
                  <a:cubicBezTo>
                    <a:pt x="392384" y="71956"/>
                    <a:pt x="397939" y="71943"/>
                    <a:pt x="403493" y="71925"/>
                  </a:cubicBezTo>
                  <a:cubicBezTo>
                    <a:pt x="406944" y="71915"/>
                    <a:pt x="410395" y="71908"/>
                    <a:pt x="413845" y="71901"/>
                  </a:cubicBezTo>
                  <a:cubicBezTo>
                    <a:pt x="415450" y="71897"/>
                    <a:pt x="417054" y="71892"/>
                    <a:pt x="418659" y="71885"/>
                  </a:cubicBezTo>
                  <a:cubicBezTo>
                    <a:pt x="420843" y="71877"/>
                    <a:pt x="423027" y="71873"/>
                    <a:pt x="425211" y="71870"/>
                  </a:cubicBezTo>
                  <a:cubicBezTo>
                    <a:pt x="425852" y="71866"/>
                    <a:pt x="426492" y="71862"/>
                    <a:pt x="427152" y="71859"/>
                  </a:cubicBezTo>
                  <a:cubicBezTo>
                    <a:pt x="429635" y="71859"/>
                    <a:pt x="431653" y="71898"/>
                    <a:pt x="434025" y="72688"/>
                  </a:cubicBezTo>
                  <a:cubicBezTo>
                    <a:pt x="434025" y="97245"/>
                    <a:pt x="434025" y="121802"/>
                    <a:pt x="434025" y="147102"/>
                  </a:cubicBezTo>
                  <a:cubicBezTo>
                    <a:pt x="294298" y="147102"/>
                    <a:pt x="154570" y="147102"/>
                    <a:pt x="10609" y="147102"/>
                  </a:cubicBezTo>
                  <a:cubicBezTo>
                    <a:pt x="10609" y="72688"/>
                    <a:pt x="10609" y="72688"/>
                    <a:pt x="11353" y="71944"/>
                  </a:cubicBezTo>
                  <a:cubicBezTo>
                    <a:pt x="13658" y="71871"/>
                    <a:pt x="15946" y="71847"/>
                    <a:pt x="18251" y="71855"/>
                  </a:cubicBezTo>
                  <a:cubicBezTo>
                    <a:pt x="18984" y="71854"/>
                    <a:pt x="19717" y="71853"/>
                    <a:pt x="20472" y="71853"/>
                  </a:cubicBezTo>
                  <a:cubicBezTo>
                    <a:pt x="22948" y="71852"/>
                    <a:pt x="25424" y="71856"/>
                    <a:pt x="27900" y="71860"/>
                  </a:cubicBezTo>
                  <a:cubicBezTo>
                    <a:pt x="29667" y="71860"/>
                    <a:pt x="31434" y="71860"/>
                    <a:pt x="33201" y="71859"/>
                  </a:cubicBezTo>
                  <a:cubicBezTo>
                    <a:pt x="37514" y="71859"/>
                    <a:pt x="41827" y="71862"/>
                    <a:pt x="46140" y="71867"/>
                  </a:cubicBezTo>
                  <a:cubicBezTo>
                    <a:pt x="51156" y="71872"/>
                    <a:pt x="56173" y="71874"/>
                    <a:pt x="61190" y="71874"/>
                  </a:cubicBezTo>
                  <a:cubicBezTo>
                    <a:pt x="70137" y="71876"/>
                    <a:pt x="79084" y="71881"/>
                    <a:pt x="88031" y="71888"/>
                  </a:cubicBezTo>
                  <a:cubicBezTo>
                    <a:pt x="96724" y="71895"/>
                    <a:pt x="105417" y="71900"/>
                    <a:pt x="114110" y="71903"/>
                  </a:cubicBezTo>
                  <a:cubicBezTo>
                    <a:pt x="114646" y="71903"/>
                    <a:pt x="115181" y="71904"/>
                    <a:pt x="115733" y="71904"/>
                  </a:cubicBezTo>
                  <a:cubicBezTo>
                    <a:pt x="118419" y="71905"/>
                    <a:pt x="121106" y="71906"/>
                    <a:pt x="123792" y="71907"/>
                  </a:cubicBezTo>
                  <a:cubicBezTo>
                    <a:pt x="146092" y="71914"/>
                    <a:pt x="168391" y="71928"/>
                    <a:pt x="190691" y="71944"/>
                  </a:cubicBezTo>
                  <a:cubicBezTo>
                    <a:pt x="190691" y="70716"/>
                    <a:pt x="190691" y="69488"/>
                    <a:pt x="190691" y="68223"/>
                  </a:cubicBezTo>
                  <a:cubicBezTo>
                    <a:pt x="189954" y="68223"/>
                    <a:pt x="189218" y="68223"/>
                    <a:pt x="188459" y="68223"/>
                  </a:cubicBezTo>
                  <a:cubicBezTo>
                    <a:pt x="188337" y="66697"/>
                    <a:pt x="188216" y="65171"/>
                    <a:pt x="188095" y="63645"/>
                  </a:cubicBezTo>
                  <a:cubicBezTo>
                    <a:pt x="187970" y="63192"/>
                    <a:pt x="187844" y="62738"/>
                    <a:pt x="187714" y="62270"/>
                  </a:cubicBezTo>
                  <a:cubicBezTo>
                    <a:pt x="186978" y="62025"/>
                    <a:pt x="186241" y="61779"/>
                    <a:pt x="185482" y="61526"/>
                  </a:cubicBezTo>
                  <a:cubicBezTo>
                    <a:pt x="185264" y="59988"/>
                    <a:pt x="185264" y="59988"/>
                    <a:pt x="185343" y="58131"/>
                  </a:cubicBezTo>
                  <a:cubicBezTo>
                    <a:pt x="185373" y="57209"/>
                    <a:pt x="185373" y="57209"/>
                    <a:pt x="185404" y="56268"/>
                  </a:cubicBezTo>
                  <a:cubicBezTo>
                    <a:pt x="185429" y="55793"/>
                    <a:pt x="185455" y="55318"/>
                    <a:pt x="185482" y="54829"/>
                  </a:cubicBezTo>
                  <a:cubicBezTo>
                    <a:pt x="184745" y="54829"/>
                    <a:pt x="184009" y="54829"/>
                    <a:pt x="183250" y="54829"/>
                  </a:cubicBezTo>
                  <a:cubicBezTo>
                    <a:pt x="182758" y="53390"/>
                    <a:pt x="182758" y="53390"/>
                    <a:pt x="182459" y="51527"/>
                  </a:cubicBezTo>
                  <a:cubicBezTo>
                    <a:pt x="182188" y="49712"/>
                    <a:pt x="182188" y="49712"/>
                    <a:pt x="181761" y="48132"/>
                  </a:cubicBezTo>
                  <a:cubicBezTo>
                    <a:pt x="181270" y="47886"/>
                    <a:pt x="180779" y="47641"/>
                    <a:pt x="180273" y="47388"/>
                  </a:cubicBezTo>
                  <a:cubicBezTo>
                    <a:pt x="179831" y="45417"/>
                    <a:pt x="179721" y="43450"/>
                    <a:pt x="179529" y="41434"/>
                  </a:cubicBezTo>
                  <a:cubicBezTo>
                    <a:pt x="178792" y="41434"/>
                    <a:pt x="178056" y="41434"/>
                    <a:pt x="177297" y="41434"/>
                  </a:cubicBezTo>
                  <a:cubicBezTo>
                    <a:pt x="177151" y="39908"/>
                    <a:pt x="177006" y="38382"/>
                    <a:pt x="176860" y="36856"/>
                  </a:cubicBezTo>
                  <a:cubicBezTo>
                    <a:pt x="176759" y="36402"/>
                    <a:pt x="176657" y="35949"/>
                    <a:pt x="176552" y="35481"/>
                  </a:cubicBezTo>
                  <a:cubicBezTo>
                    <a:pt x="176061" y="35236"/>
                    <a:pt x="175570" y="34990"/>
                    <a:pt x="175064" y="34737"/>
                  </a:cubicBezTo>
                  <a:cubicBezTo>
                    <a:pt x="174594" y="33193"/>
                    <a:pt x="174306" y="31644"/>
                    <a:pt x="173994" y="30060"/>
                  </a:cubicBezTo>
                  <a:cubicBezTo>
                    <a:pt x="173856" y="29639"/>
                    <a:pt x="173718" y="29218"/>
                    <a:pt x="173576" y="28784"/>
                  </a:cubicBezTo>
                  <a:cubicBezTo>
                    <a:pt x="173085" y="28784"/>
                    <a:pt x="172594" y="28784"/>
                    <a:pt x="172088" y="28784"/>
                  </a:cubicBezTo>
                  <a:cubicBezTo>
                    <a:pt x="172088" y="26328"/>
                    <a:pt x="172088" y="23873"/>
                    <a:pt x="172088" y="21343"/>
                  </a:cubicBezTo>
                  <a:cubicBezTo>
                    <a:pt x="177762" y="20598"/>
                    <a:pt x="177762" y="20598"/>
                    <a:pt x="180273" y="20598"/>
                  </a:cubicBezTo>
                  <a:cubicBezTo>
                    <a:pt x="180357" y="20115"/>
                    <a:pt x="180442" y="19632"/>
                    <a:pt x="180529" y="19133"/>
                  </a:cubicBezTo>
                  <a:cubicBezTo>
                    <a:pt x="180690" y="18635"/>
                    <a:pt x="180851" y="18136"/>
                    <a:pt x="181017" y="17622"/>
                  </a:cubicBezTo>
                  <a:cubicBezTo>
                    <a:pt x="183157" y="17216"/>
                    <a:pt x="185191" y="17249"/>
                    <a:pt x="187366" y="17227"/>
                  </a:cubicBezTo>
                  <a:cubicBezTo>
                    <a:pt x="187972" y="17111"/>
                    <a:pt x="188578" y="16996"/>
                    <a:pt x="189203" y="16878"/>
                  </a:cubicBezTo>
                  <a:cubicBezTo>
                    <a:pt x="189325" y="16383"/>
                    <a:pt x="189446" y="15888"/>
                    <a:pt x="189572" y="15378"/>
                  </a:cubicBezTo>
                  <a:cubicBezTo>
                    <a:pt x="189696" y="14891"/>
                    <a:pt x="189819" y="14403"/>
                    <a:pt x="189947" y="13901"/>
                  </a:cubicBezTo>
                  <a:cubicBezTo>
                    <a:pt x="191810" y="13611"/>
                    <a:pt x="191810" y="13611"/>
                    <a:pt x="194086" y="13715"/>
                  </a:cubicBezTo>
                  <a:cubicBezTo>
                    <a:pt x="194839" y="13742"/>
                    <a:pt x="195592" y="13769"/>
                    <a:pt x="196368" y="13797"/>
                  </a:cubicBezTo>
                  <a:cubicBezTo>
                    <a:pt x="196950" y="13831"/>
                    <a:pt x="197533" y="13866"/>
                    <a:pt x="198132" y="13901"/>
                  </a:cubicBezTo>
                  <a:cubicBezTo>
                    <a:pt x="198132" y="12919"/>
                    <a:pt x="198132" y="11937"/>
                    <a:pt x="198132" y="10925"/>
                  </a:cubicBezTo>
                  <a:cubicBezTo>
                    <a:pt x="201079" y="10679"/>
                    <a:pt x="204026" y="10434"/>
                    <a:pt x="207062" y="10180"/>
                  </a:cubicBezTo>
                  <a:cubicBezTo>
                    <a:pt x="207062" y="9198"/>
                    <a:pt x="207062" y="8216"/>
                    <a:pt x="207062" y="7204"/>
                  </a:cubicBezTo>
                  <a:cubicBezTo>
                    <a:pt x="207591" y="7176"/>
                    <a:pt x="208119" y="7148"/>
                    <a:pt x="208664" y="7120"/>
                  </a:cubicBezTo>
                  <a:cubicBezTo>
                    <a:pt x="209348" y="7071"/>
                    <a:pt x="210032" y="7022"/>
                    <a:pt x="210736" y="6971"/>
                  </a:cubicBezTo>
                  <a:cubicBezTo>
                    <a:pt x="211759" y="6907"/>
                    <a:pt x="211759" y="6907"/>
                    <a:pt x="212803" y="6841"/>
                  </a:cubicBezTo>
                  <a:cubicBezTo>
                    <a:pt x="213645" y="6652"/>
                    <a:pt x="213645" y="6652"/>
                    <a:pt x="214504" y="6460"/>
                  </a:cubicBezTo>
                  <a:cubicBezTo>
                    <a:pt x="214749" y="5723"/>
                    <a:pt x="214995" y="4986"/>
                    <a:pt x="215248" y="4227"/>
                  </a:cubicBezTo>
                  <a:cubicBezTo>
                    <a:pt x="217274" y="3847"/>
                    <a:pt x="217274" y="3847"/>
                    <a:pt x="219759" y="3716"/>
                  </a:cubicBezTo>
                  <a:cubicBezTo>
                    <a:pt x="220581" y="3667"/>
                    <a:pt x="221403" y="3618"/>
                    <a:pt x="222250" y="3568"/>
                  </a:cubicBezTo>
                  <a:cubicBezTo>
                    <a:pt x="222886" y="3540"/>
                    <a:pt x="223522" y="3512"/>
                    <a:pt x="224177" y="3483"/>
                  </a:cubicBezTo>
                  <a:cubicBezTo>
                    <a:pt x="224177" y="2501"/>
                    <a:pt x="224177" y="1519"/>
                    <a:pt x="224177" y="507"/>
                  </a:cubicBezTo>
                  <a:close/>
                </a:path>
              </a:pathLst>
            </a:custGeom>
            <a:grpFill/>
            <a:ln w="744" cap="flat">
              <a:noFill/>
              <a:prstDash val="solid"/>
              <a:miter/>
            </a:ln>
          </p:spPr>
          <p:txBody>
            <a:bodyPr rtlCol="0" anchor="ctr"/>
            <a:lstStyle/>
            <a:p>
              <a:endParaRPr lang="zh-CN" altLang="en-US"/>
            </a:p>
          </p:txBody>
        </p:sp>
        <p:sp>
          <p:nvSpPr>
            <p:cNvPr id="109" name="任意多边形: 形状 108"/>
            <p:cNvSpPr/>
            <p:nvPr/>
          </p:nvSpPr>
          <p:spPr>
            <a:xfrm>
              <a:off x="10984570" y="1390301"/>
              <a:ext cx="183265" cy="243262"/>
            </a:xfrm>
            <a:custGeom>
              <a:avLst/>
              <a:gdLst>
                <a:gd name="connsiteX0" fmla="*/ 91291 w 183265"/>
                <a:gd name="connsiteY0" fmla="*/ 30638 h 243262"/>
                <a:gd name="connsiteX1" fmla="*/ 84315 w 183265"/>
                <a:gd name="connsiteY1" fmla="*/ 30964 h 243262"/>
                <a:gd name="connsiteX2" fmla="*/ 83832 w 183265"/>
                <a:gd name="connsiteY2" fmla="*/ 32833 h 243262"/>
                <a:gd name="connsiteX3" fmla="*/ 83571 w 183265"/>
                <a:gd name="connsiteY3" fmla="*/ 34684 h 243262"/>
                <a:gd name="connsiteX4" fmla="*/ 81245 w 183265"/>
                <a:gd name="connsiteY4" fmla="*/ 35022 h 243262"/>
                <a:gd name="connsiteX5" fmla="*/ 73153 w 183265"/>
                <a:gd name="connsiteY5" fmla="*/ 34684 h 243262"/>
                <a:gd name="connsiteX6" fmla="*/ 71990 w 183265"/>
                <a:gd name="connsiteY6" fmla="*/ 36963 h 243262"/>
                <a:gd name="connsiteX7" fmla="*/ 71665 w 183265"/>
                <a:gd name="connsiteY7" fmla="*/ 38405 h 243262"/>
                <a:gd name="connsiteX8" fmla="*/ 65711 w 183265"/>
                <a:gd name="connsiteY8" fmla="*/ 37661 h 243262"/>
                <a:gd name="connsiteX9" fmla="*/ 64874 w 183265"/>
                <a:gd name="connsiteY9" fmla="*/ 39056 h 243262"/>
                <a:gd name="connsiteX10" fmla="*/ 64223 w 183265"/>
                <a:gd name="connsiteY10" fmla="*/ 40638 h 243262"/>
                <a:gd name="connsiteX11" fmla="*/ 59758 w 183265"/>
                <a:gd name="connsiteY11" fmla="*/ 41382 h 243262"/>
                <a:gd name="connsiteX12" fmla="*/ 59200 w 183265"/>
                <a:gd name="connsiteY12" fmla="*/ 42917 h 243262"/>
                <a:gd name="connsiteX13" fmla="*/ 59014 w 183265"/>
                <a:gd name="connsiteY13" fmla="*/ 44358 h 243262"/>
                <a:gd name="connsiteX14" fmla="*/ 57526 w 183265"/>
                <a:gd name="connsiteY14" fmla="*/ 44358 h 243262"/>
                <a:gd name="connsiteX15" fmla="*/ 54549 w 183265"/>
                <a:gd name="connsiteY15" fmla="*/ 48079 h 243262"/>
                <a:gd name="connsiteX16" fmla="*/ 52317 w 183265"/>
                <a:gd name="connsiteY16" fmla="*/ 48823 h 243262"/>
                <a:gd name="connsiteX17" fmla="*/ 51573 w 183265"/>
                <a:gd name="connsiteY17" fmla="*/ 51056 h 243262"/>
                <a:gd name="connsiteX18" fmla="*/ 49340 w 183265"/>
                <a:gd name="connsiteY18" fmla="*/ 51056 h 243262"/>
                <a:gd name="connsiteX19" fmla="*/ 48550 w 183265"/>
                <a:gd name="connsiteY19" fmla="*/ 52497 h 243262"/>
                <a:gd name="connsiteX20" fmla="*/ 47852 w 183265"/>
                <a:gd name="connsiteY20" fmla="*/ 54032 h 243262"/>
                <a:gd name="connsiteX21" fmla="*/ 46364 w 183265"/>
                <a:gd name="connsiteY21" fmla="*/ 54776 h 243262"/>
                <a:gd name="connsiteX22" fmla="*/ 45620 w 183265"/>
                <a:gd name="connsiteY22" fmla="*/ 58497 h 243262"/>
                <a:gd name="connsiteX23" fmla="*/ 44131 w 183265"/>
                <a:gd name="connsiteY23" fmla="*/ 58497 h 243262"/>
                <a:gd name="connsiteX24" fmla="*/ 43387 w 183265"/>
                <a:gd name="connsiteY24" fmla="*/ 61055 h 243262"/>
                <a:gd name="connsiteX25" fmla="*/ 42643 w 183265"/>
                <a:gd name="connsiteY25" fmla="*/ 63706 h 243262"/>
                <a:gd name="connsiteX26" fmla="*/ 41155 w 183265"/>
                <a:gd name="connsiteY26" fmla="*/ 64450 h 243262"/>
                <a:gd name="connsiteX27" fmla="*/ 40690 w 183265"/>
                <a:gd name="connsiteY27" fmla="*/ 66729 h 243262"/>
                <a:gd name="connsiteX28" fmla="*/ 40411 w 183265"/>
                <a:gd name="connsiteY28" fmla="*/ 68915 h 243262"/>
                <a:gd name="connsiteX29" fmla="*/ 38922 w 183265"/>
                <a:gd name="connsiteY29" fmla="*/ 68915 h 243262"/>
                <a:gd name="connsiteX30" fmla="*/ 37899 w 183265"/>
                <a:gd name="connsiteY30" fmla="*/ 73752 h 243262"/>
                <a:gd name="connsiteX31" fmla="*/ 37434 w 183265"/>
                <a:gd name="connsiteY31" fmla="*/ 77100 h 243262"/>
                <a:gd name="connsiteX32" fmla="*/ 35202 w 183265"/>
                <a:gd name="connsiteY32" fmla="*/ 78589 h 243262"/>
                <a:gd name="connsiteX33" fmla="*/ 34873 w 183265"/>
                <a:gd name="connsiteY33" fmla="*/ 80824 h 243262"/>
                <a:gd name="connsiteX34" fmla="*/ 34458 w 183265"/>
                <a:gd name="connsiteY34" fmla="*/ 88263 h 243262"/>
                <a:gd name="connsiteX35" fmla="*/ 32969 w 183265"/>
                <a:gd name="connsiteY35" fmla="*/ 89007 h 243262"/>
                <a:gd name="connsiteX36" fmla="*/ 32877 w 183265"/>
                <a:gd name="connsiteY36" fmla="*/ 92797 h 243262"/>
                <a:gd name="connsiteX37" fmla="*/ 32956 w 183265"/>
                <a:gd name="connsiteY37" fmla="*/ 96037 h 243262"/>
                <a:gd name="connsiteX38" fmla="*/ 33062 w 183265"/>
                <a:gd name="connsiteY38" fmla="*/ 101239 h 243262"/>
                <a:gd name="connsiteX39" fmla="*/ 33184 w 183265"/>
                <a:gd name="connsiteY39" fmla="*/ 106432 h 243262"/>
                <a:gd name="connsiteX40" fmla="*/ 33208 w 183265"/>
                <a:gd name="connsiteY40" fmla="*/ 108072 h 243262"/>
                <a:gd name="connsiteX41" fmla="*/ 32969 w 183265"/>
                <a:gd name="connsiteY41" fmla="*/ 113563 h 243262"/>
                <a:gd name="connsiteX42" fmla="*/ 31486 w 183265"/>
                <a:gd name="connsiteY42" fmla="*/ 114392 h 243262"/>
                <a:gd name="connsiteX43" fmla="*/ 29993 w 183265"/>
                <a:gd name="connsiteY43" fmla="*/ 115052 h 243262"/>
                <a:gd name="connsiteX44" fmla="*/ 29643 w 183265"/>
                <a:gd name="connsiteY44" fmla="*/ 116893 h 243262"/>
                <a:gd name="connsiteX45" fmla="*/ 29676 w 183265"/>
                <a:gd name="connsiteY45" fmla="*/ 119188 h 243262"/>
                <a:gd name="connsiteX46" fmla="*/ 29695 w 183265"/>
                <a:gd name="connsiteY46" fmla="*/ 121686 h 243262"/>
                <a:gd name="connsiteX47" fmla="*/ 29760 w 183265"/>
                <a:gd name="connsiteY47" fmla="*/ 124307 h 243262"/>
                <a:gd name="connsiteX48" fmla="*/ 30737 w 183265"/>
                <a:gd name="connsiteY48" fmla="*/ 135888 h 243262"/>
                <a:gd name="connsiteX49" fmla="*/ 32969 w 183265"/>
                <a:gd name="connsiteY49" fmla="*/ 136632 h 243262"/>
                <a:gd name="connsiteX50" fmla="*/ 33187 w 183265"/>
                <a:gd name="connsiteY50" fmla="*/ 138480 h 243262"/>
                <a:gd name="connsiteX51" fmla="*/ 33109 w 183265"/>
                <a:gd name="connsiteY51" fmla="*/ 140911 h 243262"/>
                <a:gd name="connsiteX52" fmla="*/ 33056 w 183265"/>
                <a:gd name="connsiteY52" fmla="*/ 143538 h 243262"/>
                <a:gd name="connsiteX53" fmla="*/ 32882 w 183265"/>
                <a:gd name="connsiteY53" fmla="*/ 149073 h 243262"/>
                <a:gd name="connsiteX54" fmla="*/ 32830 w 183265"/>
                <a:gd name="connsiteY54" fmla="*/ 151701 h 243262"/>
                <a:gd name="connsiteX55" fmla="*/ 32969 w 183265"/>
                <a:gd name="connsiteY55" fmla="*/ 155979 h 243262"/>
                <a:gd name="connsiteX56" fmla="*/ 35202 w 183265"/>
                <a:gd name="connsiteY56" fmla="*/ 156723 h 243262"/>
                <a:gd name="connsiteX57" fmla="*/ 35394 w 183265"/>
                <a:gd name="connsiteY57" fmla="*/ 158534 h 243262"/>
                <a:gd name="connsiteX58" fmla="*/ 35946 w 183265"/>
                <a:gd name="connsiteY58" fmla="*/ 166397 h 243262"/>
                <a:gd name="connsiteX59" fmla="*/ 38178 w 183265"/>
                <a:gd name="connsiteY59" fmla="*/ 166397 h 243262"/>
                <a:gd name="connsiteX60" fmla="*/ 38178 w 183265"/>
                <a:gd name="connsiteY60" fmla="*/ 172350 h 243262"/>
                <a:gd name="connsiteX61" fmla="*/ 39667 w 183265"/>
                <a:gd name="connsiteY61" fmla="*/ 173095 h 243262"/>
                <a:gd name="connsiteX62" fmla="*/ 41155 w 183265"/>
                <a:gd name="connsiteY62" fmla="*/ 173095 h 243262"/>
                <a:gd name="connsiteX63" fmla="*/ 40411 w 183265"/>
                <a:gd name="connsiteY63" fmla="*/ 178304 h 243262"/>
                <a:gd name="connsiteX64" fmla="*/ 43434 w 183265"/>
                <a:gd name="connsiteY64" fmla="*/ 182071 h 243262"/>
                <a:gd name="connsiteX65" fmla="*/ 44131 w 183265"/>
                <a:gd name="connsiteY65" fmla="*/ 184257 h 243262"/>
                <a:gd name="connsiteX66" fmla="*/ 45620 w 183265"/>
                <a:gd name="connsiteY66" fmla="*/ 185001 h 243262"/>
                <a:gd name="connsiteX67" fmla="*/ 46364 w 183265"/>
                <a:gd name="connsiteY67" fmla="*/ 187233 h 243262"/>
                <a:gd name="connsiteX68" fmla="*/ 48596 w 183265"/>
                <a:gd name="connsiteY68" fmla="*/ 188722 h 243262"/>
                <a:gd name="connsiteX69" fmla="*/ 49340 w 183265"/>
                <a:gd name="connsiteY69" fmla="*/ 190954 h 243262"/>
                <a:gd name="connsiteX70" fmla="*/ 53759 w 183265"/>
                <a:gd name="connsiteY70" fmla="*/ 195047 h 243262"/>
                <a:gd name="connsiteX71" fmla="*/ 57651 w 183265"/>
                <a:gd name="connsiteY71" fmla="*/ 198462 h 243262"/>
                <a:gd name="connsiteX72" fmla="*/ 59014 w 183265"/>
                <a:gd name="connsiteY72" fmla="*/ 199140 h 243262"/>
                <a:gd name="connsiteX73" fmla="*/ 59758 w 183265"/>
                <a:gd name="connsiteY73" fmla="*/ 202116 h 243262"/>
                <a:gd name="connsiteX74" fmla="*/ 61991 w 183265"/>
                <a:gd name="connsiteY74" fmla="*/ 202488 h 243262"/>
                <a:gd name="connsiteX75" fmla="*/ 64223 w 183265"/>
                <a:gd name="connsiteY75" fmla="*/ 202860 h 243262"/>
                <a:gd name="connsiteX76" fmla="*/ 64967 w 183265"/>
                <a:gd name="connsiteY76" fmla="*/ 205837 h 243262"/>
                <a:gd name="connsiteX77" fmla="*/ 67944 w 183265"/>
                <a:gd name="connsiteY77" fmla="*/ 206255 h 243262"/>
                <a:gd name="connsiteX78" fmla="*/ 70920 w 183265"/>
                <a:gd name="connsiteY78" fmla="*/ 206581 h 243262"/>
                <a:gd name="connsiteX79" fmla="*/ 71665 w 183265"/>
                <a:gd name="connsiteY79" fmla="*/ 208813 h 243262"/>
                <a:gd name="connsiteX80" fmla="*/ 75698 w 183265"/>
                <a:gd name="connsiteY80" fmla="*/ 209010 h 243262"/>
                <a:gd name="connsiteX81" fmla="*/ 77292 w 183265"/>
                <a:gd name="connsiteY81" fmla="*/ 208953 h 243262"/>
                <a:gd name="connsiteX82" fmla="*/ 80411 w 183265"/>
                <a:gd name="connsiteY82" fmla="*/ 208892 h 243262"/>
                <a:gd name="connsiteX83" fmla="*/ 82827 w 183265"/>
                <a:gd name="connsiteY83" fmla="*/ 208813 h 243262"/>
                <a:gd name="connsiteX84" fmla="*/ 82827 w 183265"/>
                <a:gd name="connsiteY84" fmla="*/ 211790 h 243262"/>
                <a:gd name="connsiteX85" fmla="*/ 85827 w 183265"/>
                <a:gd name="connsiteY85" fmla="*/ 212630 h 243262"/>
                <a:gd name="connsiteX86" fmla="*/ 87664 w 183265"/>
                <a:gd name="connsiteY86" fmla="*/ 212633 h 243262"/>
                <a:gd name="connsiteX87" fmla="*/ 89664 w 183265"/>
                <a:gd name="connsiteY87" fmla="*/ 212636 h 243262"/>
                <a:gd name="connsiteX88" fmla="*/ 91756 w 183265"/>
                <a:gd name="connsiteY88" fmla="*/ 212627 h 243262"/>
                <a:gd name="connsiteX89" fmla="*/ 93849 w 183265"/>
                <a:gd name="connsiteY89" fmla="*/ 212636 h 243262"/>
                <a:gd name="connsiteX90" fmla="*/ 95849 w 183265"/>
                <a:gd name="connsiteY90" fmla="*/ 212633 h 243262"/>
                <a:gd name="connsiteX91" fmla="*/ 100686 w 183265"/>
                <a:gd name="connsiteY91" fmla="*/ 211790 h 243262"/>
                <a:gd name="connsiteX92" fmla="*/ 100686 w 183265"/>
                <a:gd name="connsiteY92" fmla="*/ 208813 h 243262"/>
                <a:gd name="connsiteX93" fmla="*/ 112592 w 183265"/>
                <a:gd name="connsiteY93" fmla="*/ 208813 h 243262"/>
                <a:gd name="connsiteX94" fmla="*/ 112592 w 183265"/>
                <a:gd name="connsiteY94" fmla="*/ 205837 h 243262"/>
                <a:gd name="connsiteX95" fmla="*/ 117801 w 183265"/>
                <a:gd name="connsiteY95" fmla="*/ 205837 h 243262"/>
                <a:gd name="connsiteX96" fmla="*/ 118220 w 183265"/>
                <a:gd name="connsiteY96" fmla="*/ 203976 h 243262"/>
                <a:gd name="connsiteX97" fmla="*/ 118545 w 183265"/>
                <a:gd name="connsiteY97" fmla="*/ 202116 h 243262"/>
                <a:gd name="connsiteX98" fmla="*/ 120778 w 183265"/>
                <a:gd name="connsiteY98" fmla="*/ 202070 h 243262"/>
                <a:gd name="connsiteX99" fmla="*/ 123010 w 183265"/>
                <a:gd name="connsiteY99" fmla="*/ 202116 h 243262"/>
                <a:gd name="connsiteX100" fmla="*/ 123475 w 183265"/>
                <a:gd name="connsiteY100" fmla="*/ 200674 h 243262"/>
                <a:gd name="connsiteX101" fmla="*/ 123754 w 183265"/>
                <a:gd name="connsiteY101" fmla="*/ 199140 h 243262"/>
                <a:gd name="connsiteX102" fmla="*/ 126731 w 183265"/>
                <a:gd name="connsiteY102" fmla="*/ 198395 h 243262"/>
                <a:gd name="connsiteX103" fmla="*/ 127475 w 183265"/>
                <a:gd name="connsiteY103" fmla="*/ 195419 h 243262"/>
                <a:gd name="connsiteX104" fmla="*/ 130452 w 183265"/>
                <a:gd name="connsiteY104" fmla="*/ 195419 h 243262"/>
                <a:gd name="connsiteX105" fmla="*/ 131289 w 183265"/>
                <a:gd name="connsiteY105" fmla="*/ 193977 h 243262"/>
                <a:gd name="connsiteX106" fmla="*/ 131940 w 183265"/>
                <a:gd name="connsiteY106" fmla="*/ 192442 h 243262"/>
                <a:gd name="connsiteX107" fmla="*/ 133428 w 183265"/>
                <a:gd name="connsiteY107" fmla="*/ 191698 h 243262"/>
                <a:gd name="connsiteX108" fmla="*/ 134172 w 183265"/>
                <a:gd name="connsiteY108" fmla="*/ 188722 h 243262"/>
                <a:gd name="connsiteX109" fmla="*/ 136405 w 183265"/>
                <a:gd name="connsiteY109" fmla="*/ 188722 h 243262"/>
                <a:gd name="connsiteX110" fmla="*/ 136405 w 183265"/>
                <a:gd name="connsiteY110" fmla="*/ 185001 h 243262"/>
                <a:gd name="connsiteX111" fmla="*/ 138637 w 183265"/>
                <a:gd name="connsiteY111" fmla="*/ 185001 h 243262"/>
                <a:gd name="connsiteX112" fmla="*/ 139381 w 183265"/>
                <a:gd name="connsiteY112" fmla="*/ 179792 h 243262"/>
                <a:gd name="connsiteX113" fmla="*/ 140916 w 183265"/>
                <a:gd name="connsiteY113" fmla="*/ 178955 h 243262"/>
                <a:gd name="connsiteX114" fmla="*/ 142358 w 183265"/>
                <a:gd name="connsiteY114" fmla="*/ 178304 h 243262"/>
                <a:gd name="connsiteX115" fmla="*/ 142404 w 183265"/>
                <a:gd name="connsiteY115" fmla="*/ 176397 h 243262"/>
                <a:gd name="connsiteX116" fmla="*/ 142358 w 183265"/>
                <a:gd name="connsiteY116" fmla="*/ 174583 h 243262"/>
                <a:gd name="connsiteX117" fmla="*/ 144590 w 183265"/>
                <a:gd name="connsiteY117" fmla="*/ 173839 h 243262"/>
                <a:gd name="connsiteX118" fmla="*/ 144893 w 183265"/>
                <a:gd name="connsiteY118" fmla="*/ 172353 h 243262"/>
                <a:gd name="connsiteX119" fmla="*/ 145335 w 183265"/>
                <a:gd name="connsiteY119" fmla="*/ 167141 h 243262"/>
                <a:gd name="connsiteX120" fmla="*/ 147567 w 183265"/>
                <a:gd name="connsiteY120" fmla="*/ 165653 h 243262"/>
                <a:gd name="connsiteX121" fmla="*/ 147785 w 183265"/>
                <a:gd name="connsiteY121" fmla="*/ 163880 h 243262"/>
                <a:gd name="connsiteX122" fmla="*/ 147706 w 183265"/>
                <a:gd name="connsiteY122" fmla="*/ 161839 h 243262"/>
                <a:gd name="connsiteX123" fmla="*/ 147645 w 183265"/>
                <a:gd name="connsiteY123" fmla="*/ 159787 h 243262"/>
                <a:gd name="connsiteX124" fmla="*/ 147567 w 183265"/>
                <a:gd name="connsiteY124" fmla="*/ 158212 h 243262"/>
                <a:gd name="connsiteX125" fmla="*/ 149799 w 183265"/>
                <a:gd name="connsiteY125" fmla="*/ 158212 h 243262"/>
                <a:gd name="connsiteX126" fmla="*/ 150628 w 183265"/>
                <a:gd name="connsiteY126" fmla="*/ 154291 h 243262"/>
                <a:gd name="connsiteX127" fmla="*/ 150616 w 183265"/>
                <a:gd name="connsiteY127" fmla="*/ 152343 h 243262"/>
                <a:gd name="connsiteX128" fmla="*/ 150609 w 183265"/>
                <a:gd name="connsiteY128" fmla="*/ 150228 h 243262"/>
                <a:gd name="connsiteX129" fmla="*/ 150590 w 183265"/>
                <a:gd name="connsiteY129" fmla="*/ 148026 h 243262"/>
                <a:gd name="connsiteX130" fmla="*/ 150555 w 183265"/>
                <a:gd name="connsiteY130" fmla="*/ 141751 h 243262"/>
                <a:gd name="connsiteX131" fmla="*/ 150544 w 183265"/>
                <a:gd name="connsiteY131" fmla="*/ 140352 h 243262"/>
                <a:gd name="connsiteX132" fmla="*/ 152032 w 183265"/>
                <a:gd name="connsiteY132" fmla="*/ 140352 h 243262"/>
                <a:gd name="connsiteX133" fmla="*/ 152870 w 183265"/>
                <a:gd name="connsiteY133" fmla="*/ 137396 h 243262"/>
                <a:gd name="connsiteX134" fmla="*/ 152872 w 183265"/>
                <a:gd name="connsiteY134" fmla="*/ 135577 h 243262"/>
                <a:gd name="connsiteX135" fmla="*/ 152879 w 183265"/>
                <a:gd name="connsiteY135" fmla="*/ 133515 h 243262"/>
                <a:gd name="connsiteX136" fmla="*/ 152875 w 183265"/>
                <a:gd name="connsiteY136" fmla="*/ 131283 h 243262"/>
                <a:gd name="connsiteX137" fmla="*/ 152878 w 183265"/>
                <a:gd name="connsiteY137" fmla="*/ 126638 h 243262"/>
                <a:gd name="connsiteX138" fmla="*/ 152873 w 183265"/>
                <a:gd name="connsiteY138" fmla="*/ 119289 h 243262"/>
                <a:gd name="connsiteX139" fmla="*/ 152877 w 183265"/>
                <a:gd name="connsiteY139" fmla="*/ 114500 h 243262"/>
                <a:gd name="connsiteX140" fmla="*/ 152875 w 183265"/>
                <a:gd name="connsiteY140" fmla="*/ 112215 h 243262"/>
                <a:gd name="connsiteX141" fmla="*/ 152879 w 183265"/>
                <a:gd name="connsiteY141" fmla="*/ 109983 h 243262"/>
                <a:gd name="connsiteX142" fmla="*/ 152872 w 183265"/>
                <a:gd name="connsiteY142" fmla="*/ 107921 h 243262"/>
                <a:gd name="connsiteX143" fmla="*/ 152032 w 183265"/>
                <a:gd name="connsiteY143" fmla="*/ 103145 h 243262"/>
                <a:gd name="connsiteX144" fmla="*/ 150544 w 183265"/>
                <a:gd name="connsiteY144" fmla="*/ 103145 h 243262"/>
                <a:gd name="connsiteX145" fmla="*/ 150580 w 183265"/>
                <a:gd name="connsiteY145" fmla="*/ 98192 h 243262"/>
                <a:gd name="connsiteX146" fmla="*/ 150590 w 183265"/>
                <a:gd name="connsiteY146" fmla="*/ 96169 h 243262"/>
                <a:gd name="connsiteX147" fmla="*/ 150609 w 183265"/>
                <a:gd name="connsiteY147" fmla="*/ 94163 h 243262"/>
                <a:gd name="connsiteX148" fmla="*/ 150616 w 183265"/>
                <a:gd name="connsiteY148" fmla="*/ 92245 h 243262"/>
                <a:gd name="connsiteX149" fmla="*/ 149799 w 183265"/>
                <a:gd name="connsiteY149" fmla="*/ 87518 h 243262"/>
                <a:gd name="connsiteX150" fmla="*/ 147567 w 183265"/>
                <a:gd name="connsiteY150" fmla="*/ 87518 h 243262"/>
                <a:gd name="connsiteX151" fmla="*/ 147645 w 183265"/>
                <a:gd name="connsiteY151" fmla="*/ 85617 h 243262"/>
                <a:gd name="connsiteX152" fmla="*/ 147706 w 183265"/>
                <a:gd name="connsiteY152" fmla="*/ 83147 h 243262"/>
                <a:gd name="connsiteX153" fmla="*/ 147567 w 183265"/>
                <a:gd name="connsiteY153" fmla="*/ 78589 h 243262"/>
                <a:gd name="connsiteX154" fmla="*/ 145032 w 183265"/>
                <a:gd name="connsiteY154" fmla="*/ 75679 h 243262"/>
                <a:gd name="connsiteX155" fmla="*/ 144590 w 183265"/>
                <a:gd name="connsiteY155" fmla="*/ 71147 h 243262"/>
                <a:gd name="connsiteX156" fmla="*/ 142358 w 183265"/>
                <a:gd name="connsiteY156" fmla="*/ 70403 h 243262"/>
                <a:gd name="connsiteX157" fmla="*/ 142358 w 183265"/>
                <a:gd name="connsiteY157" fmla="*/ 65194 h 243262"/>
                <a:gd name="connsiteX158" fmla="*/ 140870 w 183265"/>
                <a:gd name="connsiteY158" fmla="*/ 64776 h 243262"/>
                <a:gd name="connsiteX159" fmla="*/ 139381 w 183265"/>
                <a:gd name="connsiteY159" fmla="*/ 64450 h 243262"/>
                <a:gd name="connsiteX160" fmla="*/ 139381 w 183265"/>
                <a:gd name="connsiteY160" fmla="*/ 59985 h 243262"/>
                <a:gd name="connsiteX161" fmla="*/ 137893 w 183265"/>
                <a:gd name="connsiteY161" fmla="*/ 59148 h 243262"/>
                <a:gd name="connsiteX162" fmla="*/ 136405 w 183265"/>
                <a:gd name="connsiteY162" fmla="*/ 58497 h 243262"/>
                <a:gd name="connsiteX163" fmla="*/ 136405 w 183265"/>
                <a:gd name="connsiteY163" fmla="*/ 55520 h 243262"/>
                <a:gd name="connsiteX164" fmla="*/ 134172 w 183265"/>
                <a:gd name="connsiteY164" fmla="*/ 54776 h 243262"/>
                <a:gd name="connsiteX165" fmla="*/ 134172 w 183265"/>
                <a:gd name="connsiteY165" fmla="*/ 52544 h 243262"/>
                <a:gd name="connsiteX166" fmla="*/ 131196 w 183265"/>
                <a:gd name="connsiteY166" fmla="*/ 51800 h 243262"/>
                <a:gd name="connsiteX167" fmla="*/ 131196 w 183265"/>
                <a:gd name="connsiteY167" fmla="*/ 48823 h 243262"/>
                <a:gd name="connsiteX168" fmla="*/ 129336 w 183265"/>
                <a:gd name="connsiteY168" fmla="*/ 48405 h 243262"/>
                <a:gd name="connsiteX169" fmla="*/ 127475 w 183265"/>
                <a:gd name="connsiteY169" fmla="*/ 48079 h 243262"/>
                <a:gd name="connsiteX170" fmla="*/ 127475 w 183265"/>
                <a:gd name="connsiteY170" fmla="*/ 45847 h 243262"/>
                <a:gd name="connsiteX171" fmla="*/ 123754 w 183265"/>
                <a:gd name="connsiteY171" fmla="*/ 44358 h 243262"/>
                <a:gd name="connsiteX172" fmla="*/ 123010 w 183265"/>
                <a:gd name="connsiteY172" fmla="*/ 41382 h 243262"/>
                <a:gd name="connsiteX173" fmla="*/ 120731 w 183265"/>
                <a:gd name="connsiteY173" fmla="*/ 41196 h 243262"/>
                <a:gd name="connsiteX174" fmla="*/ 118545 w 183265"/>
                <a:gd name="connsiteY174" fmla="*/ 41382 h 243262"/>
                <a:gd name="connsiteX175" fmla="*/ 117057 w 183265"/>
                <a:gd name="connsiteY175" fmla="*/ 37661 h 243262"/>
                <a:gd name="connsiteX176" fmla="*/ 114732 w 183265"/>
                <a:gd name="connsiteY176" fmla="*/ 37940 h 243262"/>
                <a:gd name="connsiteX177" fmla="*/ 112592 w 183265"/>
                <a:gd name="connsiteY177" fmla="*/ 38405 h 243262"/>
                <a:gd name="connsiteX178" fmla="*/ 111848 w 183265"/>
                <a:gd name="connsiteY178" fmla="*/ 34684 h 243262"/>
                <a:gd name="connsiteX179" fmla="*/ 107815 w 183265"/>
                <a:gd name="connsiteY179" fmla="*/ 34357 h 243262"/>
                <a:gd name="connsiteX180" fmla="*/ 106221 w 183265"/>
                <a:gd name="connsiteY180" fmla="*/ 34452 h 243262"/>
                <a:gd name="connsiteX181" fmla="*/ 103102 w 183265"/>
                <a:gd name="connsiteY181" fmla="*/ 34554 h 243262"/>
                <a:gd name="connsiteX182" fmla="*/ 100686 w 183265"/>
                <a:gd name="connsiteY182" fmla="*/ 34684 h 243262"/>
                <a:gd name="connsiteX183" fmla="*/ 100686 w 183265"/>
                <a:gd name="connsiteY183" fmla="*/ 32452 h 243262"/>
                <a:gd name="connsiteX184" fmla="*/ 93268 w 183265"/>
                <a:gd name="connsiteY184" fmla="*/ 30651 h 243262"/>
                <a:gd name="connsiteX185" fmla="*/ 91291 w 183265"/>
                <a:gd name="connsiteY185" fmla="*/ 30638 h 243262"/>
                <a:gd name="connsiteX186" fmla="*/ 76171 w 183265"/>
                <a:gd name="connsiteY186" fmla="*/ 0 h 243262"/>
                <a:gd name="connsiteX187" fmla="*/ 79062 w 183265"/>
                <a:gd name="connsiteY187" fmla="*/ 18 h 243262"/>
                <a:gd name="connsiteX188" fmla="*/ 82007 w 183265"/>
                <a:gd name="connsiteY188" fmla="*/ 10 h 243262"/>
                <a:gd name="connsiteX189" fmla="*/ 88185 w 183265"/>
                <a:gd name="connsiteY189" fmla="*/ 26 h 243262"/>
                <a:gd name="connsiteX190" fmla="*/ 96120 w 183265"/>
                <a:gd name="connsiteY190" fmla="*/ 15 h 243262"/>
                <a:gd name="connsiteX191" fmla="*/ 103666 w 183265"/>
                <a:gd name="connsiteY191" fmla="*/ 18 h 243262"/>
                <a:gd name="connsiteX192" fmla="*/ 106557 w 183265"/>
                <a:gd name="connsiteY192" fmla="*/ 0 h 243262"/>
                <a:gd name="connsiteX193" fmla="*/ 109213 w 183265"/>
                <a:gd name="connsiteY193" fmla="*/ 28 h 243262"/>
                <a:gd name="connsiteX194" fmla="*/ 111565 w 183265"/>
                <a:gd name="connsiteY194" fmla="*/ 36 h 243262"/>
                <a:gd name="connsiteX195" fmla="*/ 113316 w 183265"/>
                <a:gd name="connsiteY195" fmla="*/ 414 h 243262"/>
                <a:gd name="connsiteX196" fmla="*/ 114060 w 183265"/>
                <a:gd name="connsiteY196" fmla="*/ 3390 h 243262"/>
                <a:gd name="connsiteX197" fmla="*/ 118525 w 183265"/>
                <a:gd name="connsiteY197" fmla="*/ 3809 h 243262"/>
                <a:gd name="connsiteX198" fmla="*/ 122990 w 183265"/>
                <a:gd name="connsiteY198" fmla="*/ 4134 h 243262"/>
                <a:gd name="connsiteX199" fmla="*/ 123734 w 183265"/>
                <a:gd name="connsiteY199" fmla="*/ 6367 h 243262"/>
                <a:gd name="connsiteX200" fmla="*/ 126711 w 183265"/>
                <a:gd name="connsiteY200" fmla="*/ 6646 h 243262"/>
                <a:gd name="connsiteX201" fmla="*/ 129687 w 183265"/>
                <a:gd name="connsiteY201" fmla="*/ 7111 h 243262"/>
                <a:gd name="connsiteX202" fmla="*/ 130431 w 183265"/>
                <a:gd name="connsiteY202" fmla="*/ 10832 h 243262"/>
                <a:gd name="connsiteX203" fmla="*/ 135640 w 183265"/>
                <a:gd name="connsiteY203" fmla="*/ 10832 h 243262"/>
                <a:gd name="connsiteX204" fmla="*/ 136385 w 183265"/>
                <a:gd name="connsiteY204" fmla="*/ 13808 h 243262"/>
                <a:gd name="connsiteX205" fmla="*/ 140849 w 183265"/>
                <a:gd name="connsiteY205" fmla="*/ 14552 h 243262"/>
                <a:gd name="connsiteX206" fmla="*/ 141594 w 183265"/>
                <a:gd name="connsiteY206" fmla="*/ 16785 h 243262"/>
                <a:gd name="connsiteX207" fmla="*/ 143082 w 183265"/>
                <a:gd name="connsiteY207" fmla="*/ 17529 h 243262"/>
                <a:gd name="connsiteX208" fmla="*/ 145314 w 183265"/>
                <a:gd name="connsiteY208" fmla="*/ 20505 h 243262"/>
                <a:gd name="connsiteX209" fmla="*/ 146989 w 183265"/>
                <a:gd name="connsiteY209" fmla="*/ 21110 h 243262"/>
                <a:gd name="connsiteX210" fmla="*/ 152756 w 183265"/>
                <a:gd name="connsiteY210" fmla="*/ 26459 h 243262"/>
                <a:gd name="connsiteX211" fmla="*/ 154011 w 183265"/>
                <a:gd name="connsiteY211" fmla="*/ 27668 h 243262"/>
                <a:gd name="connsiteX212" fmla="*/ 156476 w 183265"/>
                <a:gd name="connsiteY212" fmla="*/ 31667 h 243262"/>
                <a:gd name="connsiteX213" fmla="*/ 157965 w 183265"/>
                <a:gd name="connsiteY213" fmla="*/ 32412 h 243262"/>
                <a:gd name="connsiteX214" fmla="*/ 158709 w 183265"/>
                <a:gd name="connsiteY214" fmla="*/ 34644 h 243262"/>
                <a:gd name="connsiteX215" fmla="*/ 160941 w 183265"/>
                <a:gd name="connsiteY215" fmla="*/ 36132 h 243262"/>
                <a:gd name="connsiteX216" fmla="*/ 161685 w 183265"/>
                <a:gd name="connsiteY216" fmla="*/ 38365 h 243262"/>
                <a:gd name="connsiteX217" fmla="*/ 162802 w 183265"/>
                <a:gd name="connsiteY217" fmla="*/ 39434 h 243262"/>
                <a:gd name="connsiteX218" fmla="*/ 164662 w 183265"/>
                <a:gd name="connsiteY218" fmla="*/ 43574 h 243262"/>
                <a:gd name="connsiteX219" fmla="*/ 166150 w 183265"/>
                <a:gd name="connsiteY219" fmla="*/ 44318 h 243262"/>
                <a:gd name="connsiteX220" fmla="*/ 167638 w 183265"/>
                <a:gd name="connsiteY220" fmla="*/ 48783 h 243262"/>
                <a:gd name="connsiteX221" fmla="*/ 169127 w 183265"/>
                <a:gd name="connsiteY221" fmla="*/ 49527 h 243262"/>
                <a:gd name="connsiteX222" fmla="*/ 169871 w 183265"/>
                <a:gd name="connsiteY222" fmla="*/ 55480 h 243262"/>
                <a:gd name="connsiteX223" fmla="*/ 172103 w 183265"/>
                <a:gd name="connsiteY223" fmla="*/ 55480 h 243262"/>
                <a:gd name="connsiteX224" fmla="*/ 171999 w 183265"/>
                <a:gd name="connsiteY224" fmla="*/ 56919 h 243262"/>
                <a:gd name="connsiteX225" fmla="*/ 171917 w 183265"/>
                <a:gd name="connsiteY225" fmla="*/ 58782 h 243262"/>
                <a:gd name="connsiteX226" fmla="*/ 171813 w 183265"/>
                <a:gd name="connsiteY226" fmla="*/ 60640 h 243262"/>
                <a:gd name="connsiteX227" fmla="*/ 172103 w 183265"/>
                <a:gd name="connsiteY227" fmla="*/ 62177 h 243262"/>
                <a:gd name="connsiteX228" fmla="*/ 173592 w 183265"/>
                <a:gd name="connsiteY228" fmla="*/ 62526 h 243262"/>
                <a:gd name="connsiteX229" fmla="*/ 175080 w 183265"/>
                <a:gd name="connsiteY229" fmla="*/ 62921 h 243262"/>
                <a:gd name="connsiteX230" fmla="*/ 175266 w 183265"/>
                <a:gd name="connsiteY230" fmla="*/ 66689 h 243262"/>
                <a:gd name="connsiteX231" fmla="*/ 175184 w 183265"/>
                <a:gd name="connsiteY231" fmla="*/ 68761 h 243262"/>
                <a:gd name="connsiteX232" fmla="*/ 175080 w 183265"/>
                <a:gd name="connsiteY232" fmla="*/ 70363 h 243262"/>
                <a:gd name="connsiteX233" fmla="*/ 177312 w 183265"/>
                <a:gd name="connsiteY233" fmla="*/ 70363 h 243262"/>
                <a:gd name="connsiteX234" fmla="*/ 177397 w 183265"/>
                <a:gd name="connsiteY234" fmla="*/ 72453 h 243262"/>
                <a:gd name="connsiteX235" fmla="*/ 177545 w 183265"/>
                <a:gd name="connsiteY235" fmla="*/ 75153 h 243262"/>
                <a:gd name="connsiteX236" fmla="*/ 177676 w 183265"/>
                <a:gd name="connsiteY236" fmla="*/ 77848 h 243262"/>
                <a:gd name="connsiteX237" fmla="*/ 178056 w 183265"/>
                <a:gd name="connsiteY237" fmla="*/ 80037 h 243262"/>
                <a:gd name="connsiteX238" fmla="*/ 180289 w 183265"/>
                <a:gd name="connsiteY238" fmla="*/ 80781 h 243262"/>
                <a:gd name="connsiteX239" fmla="*/ 180670 w 183265"/>
                <a:gd name="connsiteY239" fmla="*/ 84435 h 243262"/>
                <a:gd name="connsiteX240" fmla="*/ 180750 w 183265"/>
                <a:gd name="connsiteY240" fmla="*/ 86666 h 243262"/>
                <a:gd name="connsiteX241" fmla="*/ 180800 w 183265"/>
                <a:gd name="connsiteY241" fmla="*/ 89013 h 243262"/>
                <a:gd name="connsiteX242" fmla="*/ 180877 w 183265"/>
                <a:gd name="connsiteY242" fmla="*/ 91369 h 243262"/>
                <a:gd name="connsiteX243" fmla="*/ 181033 w 183265"/>
                <a:gd name="connsiteY243" fmla="*/ 97152 h 243262"/>
                <a:gd name="connsiteX244" fmla="*/ 183265 w 183265"/>
                <a:gd name="connsiteY244" fmla="*/ 97152 h 243262"/>
                <a:gd name="connsiteX245" fmla="*/ 183265 w 183265"/>
                <a:gd name="connsiteY245" fmla="*/ 146265 h 243262"/>
                <a:gd name="connsiteX246" fmla="*/ 181033 w 183265"/>
                <a:gd name="connsiteY246" fmla="*/ 146265 h 243262"/>
                <a:gd name="connsiteX247" fmla="*/ 180289 w 183265"/>
                <a:gd name="connsiteY247" fmla="*/ 162636 h 243262"/>
                <a:gd name="connsiteX248" fmla="*/ 178056 w 183265"/>
                <a:gd name="connsiteY248" fmla="*/ 162636 h 243262"/>
                <a:gd name="connsiteX249" fmla="*/ 177972 w 183265"/>
                <a:gd name="connsiteY249" fmla="*/ 164837 h 243262"/>
                <a:gd name="connsiteX250" fmla="*/ 177824 w 183265"/>
                <a:gd name="connsiteY250" fmla="*/ 167706 h 243262"/>
                <a:gd name="connsiteX251" fmla="*/ 177693 w 183265"/>
                <a:gd name="connsiteY251" fmla="*/ 170557 h 243262"/>
                <a:gd name="connsiteX252" fmla="*/ 175080 w 183265"/>
                <a:gd name="connsiteY252" fmla="*/ 175287 h 243262"/>
                <a:gd name="connsiteX253" fmla="*/ 175080 w 183265"/>
                <a:gd name="connsiteY253" fmla="*/ 177938 h 243262"/>
                <a:gd name="connsiteX254" fmla="*/ 175080 w 183265"/>
                <a:gd name="connsiteY254" fmla="*/ 180496 h 243262"/>
                <a:gd name="connsiteX255" fmla="*/ 172847 w 183265"/>
                <a:gd name="connsiteY255" fmla="*/ 181984 h 243262"/>
                <a:gd name="connsiteX256" fmla="*/ 172336 w 183265"/>
                <a:gd name="connsiteY256" fmla="*/ 185053 h 243262"/>
                <a:gd name="connsiteX257" fmla="*/ 172103 w 183265"/>
                <a:gd name="connsiteY257" fmla="*/ 187937 h 243262"/>
                <a:gd name="connsiteX258" fmla="*/ 169871 w 183265"/>
                <a:gd name="connsiteY258" fmla="*/ 187937 h 243262"/>
                <a:gd name="connsiteX259" fmla="*/ 169638 w 183265"/>
                <a:gd name="connsiteY259" fmla="*/ 190821 h 243262"/>
                <a:gd name="connsiteX260" fmla="*/ 169127 w 183265"/>
                <a:gd name="connsiteY260" fmla="*/ 193890 h 243262"/>
                <a:gd name="connsiteX261" fmla="*/ 166894 w 183265"/>
                <a:gd name="connsiteY261" fmla="*/ 195378 h 243262"/>
                <a:gd name="connsiteX262" fmla="*/ 166150 w 183265"/>
                <a:gd name="connsiteY262" fmla="*/ 199099 h 243262"/>
                <a:gd name="connsiteX263" fmla="*/ 164662 w 183265"/>
                <a:gd name="connsiteY263" fmla="*/ 199843 h 243262"/>
                <a:gd name="connsiteX264" fmla="*/ 163918 w 183265"/>
                <a:gd name="connsiteY264" fmla="*/ 202076 h 243262"/>
                <a:gd name="connsiteX265" fmla="*/ 161685 w 183265"/>
                <a:gd name="connsiteY265" fmla="*/ 205052 h 243262"/>
                <a:gd name="connsiteX266" fmla="*/ 160941 w 183265"/>
                <a:gd name="connsiteY266" fmla="*/ 206541 h 243262"/>
                <a:gd name="connsiteX267" fmla="*/ 158709 w 183265"/>
                <a:gd name="connsiteY267" fmla="*/ 208773 h 243262"/>
                <a:gd name="connsiteX268" fmla="*/ 158383 w 183265"/>
                <a:gd name="connsiteY268" fmla="*/ 210261 h 243262"/>
                <a:gd name="connsiteX269" fmla="*/ 157965 w 183265"/>
                <a:gd name="connsiteY269" fmla="*/ 211749 h 243262"/>
                <a:gd name="connsiteX270" fmla="*/ 155732 w 183265"/>
                <a:gd name="connsiteY270" fmla="*/ 212494 h 243262"/>
                <a:gd name="connsiteX271" fmla="*/ 154244 w 183265"/>
                <a:gd name="connsiteY271" fmla="*/ 215470 h 243262"/>
                <a:gd name="connsiteX272" fmla="*/ 152756 w 183265"/>
                <a:gd name="connsiteY272" fmla="*/ 215470 h 243262"/>
                <a:gd name="connsiteX273" fmla="*/ 152430 w 183265"/>
                <a:gd name="connsiteY273" fmla="*/ 216865 h 243262"/>
                <a:gd name="connsiteX274" fmla="*/ 149779 w 183265"/>
                <a:gd name="connsiteY274" fmla="*/ 219935 h 243262"/>
                <a:gd name="connsiteX275" fmla="*/ 149035 w 183265"/>
                <a:gd name="connsiteY275" fmla="*/ 222167 h 243262"/>
                <a:gd name="connsiteX276" fmla="*/ 147128 w 183265"/>
                <a:gd name="connsiteY276" fmla="*/ 222493 h 243262"/>
                <a:gd name="connsiteX277" fmla="*/ 145314 w 183265"/>
                <a:gd name="connsiteY277" fmla="*/ 222912 h 243262"/>
                <a:gd name="connsiteX278" fmla="*/ 145314 w 183265"/>
                <a:gd name="connsiteY278" fmla="*/ 225888 h 243262"/>
                <a:gd name="connsiteX279" fmla="*/ 141594 w 183265"/>
                <a:gd name="connsiteY279" fmla="*/ 226632 h 243262"/>
                <a:gd name="connsiteX280" fmla="*/ 141221 w 183265"/>
                <a:gd name="connsiteY280" fmla="*/ 228167 h 243262"/>
                <a:gd name="connsiteX281" fmla="*/ 140849 w 183265"/>
                <a:gd name="connsiteY281" fmla="*/ 229609 h 243262"/>
                <a:gd name="connsiteX282" fmla="*/ 137129 w 183265"/>
                <a:gd name="connsiteY282" fmla="*/ 229609 h 243262"/>
                <a:gd name="connsiteX283" fmla="*/ 136431 w 183265"/>
                <a:gd name="connsiteY283" fmla="*/ 231051 h 243262"/>
                <a:gd name="connsiteX284" fmla="*/ 135640 w 183265"/>
                <a:gd name="connsiteY284" fmla="*/ 232585 h 243262"/>
                <a:gd name="connsiteX285" fmla="*/ 133361 w 183265"/>
                <a:gd name="connsiteY285" fmla="*/ 232957 h 243262"/>
                <a:gd name="connsiteX286" fmla="*/ 131176 w 183265"/>
                <a:gd name="connsiteY286" fmla="*/ 233330 h 243262"/>
                <a:gd name="connsiteX287" fmla="*/ 130899 w 183265"/>
                <a:gd name="connsiteY287" fmla="*/ 234815 h 243262"/>
                <a:gd name="connsiteX288" fmla="*/ 130431 w 183265"/>
                <a:gd name="connsiteY288" fmla="*/ 236306 h 243262"/>
                <a:gd name="connsiteX289" fmla="*/ 126711 w 183265"/>
                <a:gd name="connsiteY289" fmla="*/ 236725 h 243262"/>
                <a:gd name="connsiteX290" fmla="*/ 122990 w 183265"/>
                <a:gd name="connsiteY290" fmla="*/ 237050 h 243262"/>
                <a:gd name="connsiteX291" fmla="*/ 122246 w 183265"/>
                <a:gd name="connsiteY291" fmla="*/ 239283 h 243262"/>
                <a:gd name="connsiteX292" fmla="*/ 117037 w 183265"/>
                <a:gd name="connsiteY292" fmla="*/ 240027 h 243262"/>
                <a:gd name="connsiteX293" fmla="*/ 114060 w 183265"/>
                <a:gd name="connsiteY293" fmla="*/ 240771 h 243262"/>
                <a:gd name="connsiteX294" fmla="*/ 113316 w 183265"/>
                <a:gd name="connsiteY294" fmla="*/ 243003 h 243262"/>
                <a:gd name="connsiteX295" fmla="*/ 109201 w 183265"/>
                <a:gd name="connsiteY295" fmla="*/ 243257 h 243262"/>
                <a:gd name="connsiteX296" fmla="*/ 106538 w 183265"/>
                <a:gd name="connsiteY296" fmla="*/ 243256 h 243262"/>
                <a:gd name="connsiteX297" fmla="*/ 103639 w 183265"/>
                <a:gd name="connsiteY297" fmla="*/ 243221 h 243262"/>
                <a:gd name="connsiteX298" fmla="*/ 100690 w 183265"/>
                <a:gd name="connsiteY298" fmla="*/ 243212 h 243262"/>
                <a:gd name="connsiteX299" fmla="*/ 92913 w 183265"/>
                <a:gd name="connsiteY299" fmla="*/ 243157 h 243262"/>
                <a:gd name="connsiteX300" fmla="*/ 84982 w 183265"/>
                <a:gd name="connsiteY300" fmla="*/ 243112 h 243262"/>
                <a:gd name="connsiteX301" fmla="*/ 69412 w 183265"/>
                <a:gd name="connsiteY301" fmla="*/ 243003 h 243262"/>
                <a:gd name="connsiteX302" fmla="*/ 69412 w 183265"/>
                <a:gd name="connsiteY302" fmla="*/ 240771 h 243262"/>
                <a:gd name="connsiteX303" fmla="*/ 65691 w 183265"/>
                <a:gd name="connsiteY303" fmla="*/ 240027 h 243262"/>
                <a:gd name="connsiteX304" fmla="*/ 62854 w 183265"/>
                <a:gd name="connsiteY304" fmla="*/ 239608 h 243262"/>
                <a:gd name="connsiteX305" fmla="*/ 60482 w 183265"/>
                <a:gd name="connsiteY305" fmla="*/ 239283 h 243262"/>
                <a:gd name="connsiteX306" fmla="*/ 60482 w 183265"/>
                <a:gd name="connsiteY306" fmla="*/ 236306 h 243262"/>
                <a:gd name="connsiteX307" fmla="*/ 58881 w 183265"/>
                <a:gd name="connsiteY307" fmla="*/ 236411 h 243262"/>
                <a:gd name="connsiteX308" fmla="*/ 56808 w 183265"/>
                <a:gd name="connsiteY308" fmla="*/ 236492 h 243262"/>
                <a:gd name="connsiteX309" fmla="*/ 54741 w 183265"/>
                <a:gd name="connsiteY309" fmla="*/ 236597 h 243262"/>
                <a:gd name="connsiteX310" fmla="*/ 53041 w 183265"/>
                <a:gd name="connsiteY310" fmla="*/ 236306 h 243262"/>
                <a:gd name="connsiteX311" fmla="*/ 52297 w 183265"/>
                <a:gd name="connsiteY311" fmla="*/ 233330 h 243262"/>
                <a:gd name="connsiteX312" fmla="*/ 47088 w 183265"/>
                <a:gd name="connsiteY312" fmla="*/ 232585 h 243262"/>
                <a:gd name="connsiteX313" fmla="*/ 47088 w 183265"/>
                <a:gd name="connsiteY313" fmla="*/ 229609 h 243262"/>
                <a:gd name="connsiteX314" fmla="*/ 42623 w 183265"/>
                <a:gd name="connsiteY314" fmla="*/ 229609 h 243262"/>
                <a:gd name="connsiteX315" fmla="*/ 42623 w 183265"/>
                <a:gd name="connsiteY315" fmla="*/ 226632 h 243262"/>
                <a:gd name="connsiteX316" fmla="*/ 38902 w 183265"/>
                <a:gd name="connsiteY316" fmla="*/ 225144 h 243262"/>
                <a:gd name="connsiteX317" fmla="*/ 38158 w 183265"/>
                <a:gd name="connsiteY317" fmla="*/ 222912 h 243262"/>
                <a:gd name="connsiteX318" fmla="*/ 36623 w 183265"/>
                <a:gd name="connsiteY318" fmla="*/ 222540 h 243262"/>
                <a:gd name="connsiteX319" fmla="*/ 35181 w 183265"/>
                <a:gd name="connsiteY319" fmla="*/ 222167 h 243262"/>
                <a:gd name="connsiteX320" fmla="*/ 35181 w 183265"/>
                <a:gd name="connsiteY320" fmla="*/ 219935 h 243262"/>
                <a:gd name="connsiteX321" fmla="*/ 32205 w 183265"/>
                <a:gd name="connsiteY321" fmla="*/ 219191 h 243262"/>
                <a:gd name="connsiteX322" fmla="*/ 31461 w 183265"/>
                <a:gd name="connsiteY322" fmla="*/ 216958 h 243262"/>
                <a:gd name="connsiteX323" fmla="*/ 27740 w 183265"/>
                <a:gd name="connsiteY323" fmla="*/ 213238 h 243262"/>
                <a:gd name="connsiteX324" fmla="*/ 21043 w 183265"/>
                <a:gd name="connsiteY324" fmla="*/ 202820 h 243262"/>
                <a:gd name="connsiteX325" fmla="*/ 18810 w 183265"/>
                <a:gd name="connsiteY325" fmla="*/ 202820 h 243262"/>
                <a:gd name="connsiteX326" fmla="*/ 18950 w 183265"/>
                <a:gd name="connsiteY326" fmla="*/ 201052 h 243262"/>
                <a:gd name="connsiteX327" fmla="*/ 18810 w 183265"/>
                <a:gd name="connsiteY327" fmla="*/ 199099 h 243262"/>
                <a:gd name="connsiteX328" fmla="*/ 16578 w 183265"/>
                <a:gd name="connsiteY328" fmla="*/ 197611 h 243262"/>
                <a:gd name="connsiteX329" fmla="*/ 15834 w 183265"/>
                <a:gd name="connsiteY329" fmla="*/ 192402 h 243262"/>
                <a:gd name="connsiteX330" fmla="*/ 13601 w 183265"/>
                <a:gd name="connsiteY330" fmla="*/ 192402 h 243262"/>
                <a:gd name="connsiteX331" fmla="*/ 12113 w 183265"/>
                <a:gd name="connsiteY331" fmla="*/ 187193 h 243262"/>
                <a:gd name="connsiteX332" fmla="*/ 10625 w 183265"/>
                <a:gd name="connsiteY332" fmla="*/ 187193 h 243262"/>
                <a:gd name="connsiteX333" fmla="*/ 10625 w 183265"/>
                <a:gd name="connsiteY333" fmla="*/ 179751 h 243262"/>
                <a:gd name="connsiteX334" fmla="*/ 8392 w 183265"/>
                <a:gd name="connsiteY334" fmla="*/ 179751 h 243262"/>
                <a:gd name="connsiteX335" fmla="*/ 7648 w 183265"/>
                <a:gd name="connsiteY335" fmla="*/ 170822 h 243262"/>
                <a:gd name="connsiteX336" fmla="*/ 5416 w 183265"/>
                <a:gd name="connsiteY336" fmla="*/ 170822 h 243262"/>
                <a:gd name="connsiteX337" fmla="*/ 4672 w 183265"/>
                <a:gd name="connsiteY337" fmla="*/ 160404 h 243262"/>
                <a:gd name="connsiteX338" fmla="*/ 2439 w 183265"/>
                <a:gd name="connsiteY338" fmla="*/ 160404 h 243262"/>
                <a:gd name="connsiteX339" fmla="*/ 2395 w 183265"/>
                <a:gd name="connsiteY339" fmla="*/ 158913 h 243262"/>
                <a:gd name="connsiteX340" fmla="*/ 2160 w 183265"/>
                <a:gd name="connsiteY340" fmla="*/ 152265 h 243262"/>
                <a:gd name="connsiteX341" fmla="*/ 2090 w 183265"/>
                <a:gd name="connsiteY341" fmla="*/ 149918 h 243262"/>
                <a:gd name="connsiteX342" fmla="*/ 2003 w 183265"/>
                <a:gd name="connsiteY342" fmla="*/ 147687 h 243262"/>
                <a:gd name="connsiteX343" fmla="*/ 1932 w 183265"/>
                <a:gd name="connsiteY343" fmla="*/ 145620 h 243262"/>
                <a:gd name="connsiteX344" fmla="*/ 1695 w 183265"/>
                <a:gd name="connsiteY344" fmla="*/ 144033 h 243262"/>
                <a:gd name="connsiteX345" fmla="*/ 207 w 183265"/>
                <a:gd name="connsiteY345" fmla="*/ 143289 h 243262"/>
                <a:gd name="connsiteX346" fmla="*/ 14 w 183265"/>
                <a:gd name="connsiteY346" fmla="*/ 139459 h 243262"/>
                <a:gd name="connsiteX347" fmla="*/ 0 w 183265"/>
                <a:gd name="connsiteY347" fmla="*/ 136983 h 243262"/>
                <a:gd name="connsiteX348" fmla="*/ 9 w 183265"/>
                <a:gd name="connsiteY348" fmla="*/ 134289 h 243262"/>
                <a:gd name="connsiteX349" fmla="*/ 5 w 183265"/>
                <a:gd name="connsiteY349" fmla="*/ 131545 h 243262"/>
                <a:gd name="connsiteX350" fmla="*/ 13 w 183265"/>
                <a:gd name="connsiteY350" fmla="*/ 125787 h 243262"/>
                <a:gd name="connsiteX351" fmla="*/ 3 w 183265"/>
                <a:gd name="connsiteY351" fmla="*/ 116938 h 243262"/>
                <a:gd name="connsiteX352" fmla="*/ 9 w 183265"/>
                <a:gd name="connsiteY352" fmla="*/ 111360 h 243262"/>
                <a:gd name="connsiteX353" fmla="*/ 0 w 183265"/>
                <a:gd name="connsiteY353" fmla="*/ 108666 h 243262"/>
                <a:gd name="connsiteX354" fmla="*/ 14 w 183265"/>
                <a:gd name="connsiteY354" fmla="*/ 106191 h 243262"/>
                <a:gd name="connsiteX355" fmla="*/ 18 w 183265"/>
                <a:gd name="connsiteY355" fmla="*/ 103999 h 243262"/>
                <a:gd name="connsiteX356" fmla="*/ 207 w 183265"/>
                <a:gd name="connsiteY356" fmla="*/ 102361 h 243262"/>
                <a:gd name="connsiteX357" fmla="*/ 1695 w 183265"/>
                <a:gd name="connsiteY357" fmla="*/ 101617 h 243262"/>
                <a:gd name="connsiteX358" fmla="*/ 2003 w 183265"/>
                <a:gd name="connsiteY358" fmla="*/ 97475 h 243262"/>
                <a:gd name="connsiteX359" fmla="*/ 2090 w 183265"/>
                <a:gd name="connsiteY359" fmla="*/ 94938 h 243262"/>
                <a:gd name="connsiteX360" fmla="*/ 2160 w 183265"/>
                <a:gd name="connsiteY360" fmla="*/ 92268 h 243262"/>
                <a:gd name="connsiteX361" fmla="*/ 2247 w 183265"/>
                <a:gd name="connsiteY361" fmla="*/ 89590 h 243262"/>
                <a:gd name="connsiteX362" fmla="*/ 2439 w 183265"/>
                <a:gd name="connsiteY362" fmla="*/ 83013 h 243262"/>
                <a:gd name="connsiteX363" fmla="*/ 3927 w 183265"/>
                <a:gd name="connsiteY363" fmla="*/ 83013 h 243262"/>
                <a:gd name="connsiteX364" fmla="*/ 5090 w 183265"/>
                <a:gd name="connsiteY364" fmla="*/ 76967 h 243262"/>
                <a:gd name="connsiteX365" fmla="*/ 5279 w 183265"/>
                <a:gd name="connsiteY365" fmla="*/ 74496 h 243262"/>
                <a:gd name="connsiteX366" fmla="*/ 5416 w 183265"/>
                <a:gd name="connsiteY366" fmla="*/ 72595 h 243262"/>
                <a:gd name="connsiteX367" fmla="*/ 7648 w 183265"/>
                <a:gd name="connsiteY367" fmla="*/ 72595 h 243262"/>
                <a:gd name="connsiteX368" fmla="*/ 7759 w 183265"/>
                <a:gd name="connsiteY368" fmla="*/ 70668 h 243262"/>
                <a:gd name="connsiteX369" fmla="*/ 7927 w 183265"/>
                <a:gd name="connsiteY369" fmla="*/ 68177 h 243262"/>
                <a:gd name="connsiteX370" fmla="*/ 8084 w 183265"/>
                <a:gd name="connsiteY370" fmla="*/ 65692 h 243262"/>
                <a:gd name="connsiteX371" fmla="*/ 8392 w 183265"/>
                <a:gd name="connsiteY371" fmla="*/ 63666 h 243262"/>
                <a:gd name="connsiteX372" fmla="*/ 9881 w 183265"/>
                <a:gd name="connsiteY372" fmla="*/ 62921 h 243262"/>
                <a:gd name="connsiteX373" fmla="*/ 10296 w 183265"/>
                <a:gd name="connsiteY373" fmla="*/ 57736 h 243262"/>
                <a:gd name="connsiteX374" fmla="*/ 10625 w 183265"/>
                <a:gd name="connsiteY374" fmla="*/ 56224 h 243262"/>
                <a:gd name="connsiteX375" fmla="*/ 12857 w 183265"/>
                <a:gd name="connsiteY375" fmla="*/ 55480 h 243262"/>
                <a:gd name="connsiteX376" fmla="*/ 13601 w 183265"/>
                <a:gd name="connsiteY376" fmla="*/ 50271 h 243262"/>
                <a:gd name="connsiteX377" fmla="*/ 15090 w 183265"/>
                <a:gd name="connsiteY377" fmla="*/ 50271 h 243262"/>
                <a:gd name="connsiteX378" fmla="*/ 15787 w 183265"/>
                <a:gd name="connsiteY378" fmla="*/ 48039 h 243262"/>
                <a:gd name="connsiteX379" fmla="*/ 16578 w 183265"/>
                <a:gd name="connsiteY379" fmla="*/ 45806 h 243262"/>
                <a:gd name="connsiteX380" fmla="*/ 18810 w 183265"/>
                <a:gd name="connsiteY380" fmla="*/ 45806 h 243262"/>
                <a:gd name="connsiteX381" fmla="*/ 18810 w 183265"/>
                <a:gd name="connsiteY381" fmla="*/ 41341 h 243262"/>
                <a:gd name="connsiteX382" fmla="*/ 21043 w 183265"/>
                <a:gd name="connsiteY382" fmla="*/ 41341 h 243262"/>
                <a:gd name="connsiteX383" fmla="*/ 21275 w 183265"/>
                <a:gd name="connsiteY383" fmla="*/ 39248 h 243262"/>
                <a:gd name="connsiteX384" fmla="*/ 24019 w 183265"/>
                <a:gd name="connsiteY384" fmla="*/ 34644 h 243262"/>
                <a:gd name="connsiteX385" fmla="*/ 24763 w 183265"/>
                <a:gd name="connsiteY385" fmla="*/ 32412 h 243262"/>
                <a:gd name="connsiteX386" fmla="*/ 26996 w 183265"/>
                <a:gd name="connsiteY386" fmla="*/ 30923 h 243262"/>
                <a:gd name="connsiteX387" fmla="*/ 27740 w 183265"/>
                <a:gd name="connsiteY387" fmla="*/ 28691 h 243262"/>
                <a:gd name="connsiteX388" fmla="*/ 31461 w 183265"/>
                <a:gd name="connsiteY388" fmla="*/ 25714 h 243262"/>
                <a:gd name="connsiteX389" fmla="*/ 34437 w 183265"/>
                <a:gd name="connsiteY389" fmla="*/ 21250 h 243262"/>
                <a:gd name="connsiteX390" fmla="*/ 38158 w 183265"/>
                <a:gd name="connsiteY390" fmla="*/ 20505 h 243262"/>
                <a:gd name="connsiteX391" fmla="*/ 38902 w 183265"/>
                <a:gd name="connsiteY391" fmla="*/ 18273 h 243262"/>
                <a:gd name="connsiteX392" fmla="*/ 40437 w 183265"/>
                <a:gd name="connsiteY392" fmla="*/ 17947 h 243262"/>
                <a:gd name="connsiteX393" fmla="*/ 41879 w 183265"/>
                <a:gd name="connsiteY393" fmla="*/ 17529 h 243262"/>
                <a:gd name="connsiteX394" fmla="*/ 41879 w 183265"/>
                <a:gd name="connsiteY394" fmla="*/ 14552 h 243262"/>
                <a:gd name="connsiteX395" fmla="*/ 44065 w 183265"/>
                <a:gd name="connsiteY395" fmla="*/ 14366 h 243262"/>
                <a:gd name="connsiteX396" fmla="*/ 46344 w 183265"/>
                <a:gd name="connsiteY396" fmla="*/ 13808 h 243262"/>
                <a:gd name="connsiteX397" fmla="*/ 46669 w 183265"/>
                <a:gd name="connsiteY397" fmla="*/ 12273 h 243262"/>
                <a:gd name="connsiteX398" fmla="*/ 47088 w 183265"/>
                <a:gd name="connsiteY398" fmla="*/ 10832 h 243262"/>
                <a:gd name="connsiteX399" fmla="*/ 49692 w 183265"/>
                <a:gd name="connsiteY399" fmla="*/ 10878 h 243262"/>
                <a:gd name="connsiteX400" fmla="*/ 52297 w 183265"/>
                <a:gd name="connsiteY400" fmla="*/ 10832 h 243262"/>
                <a:gd name="connsiteX401" fmla="*/ 52622 w 183265"/>
                <a:gd name="connsiteY401" fmla="*/ 9018 h 243262"/>
                <a:gd name="connsiteX402" fmla="*/ 53041 w 183265"/>
                <a:gd name="connsiteY402" fmla="*/ 7111 h 243262"/>
                <a:gd name="connsiteX403" fmla="*/ 57645 w 183265"/>
                <a:gd name="connsiteY403" fmla="*/ 6617 h 243262"/>
                <a:gd name="connsiteX404" fmla="*/ 58994 w 183265"/>
                <a:gd name="connsiteY404" fmla="*/ 6367 h 243262"/>
                <a:gd name="connsiteX405" fmla="*/ 59738 w 183265"/>
                <a:gd name="connsiteY405" fmla="*/ 4134 h 243262"/>
                <a:gd name="connsiteX406" fmla="*/ 66668 w 183265"/>
                <a:gd name="connsiteY406" fmla="*/ 3765 h 243262"/>
                <a:gd name="connsiteX407" fmla="*/ 68668 w 183265"/>
                <a:gd name="connsiteY407" fmla="*/ 3390 h 243262"/>
                <a:gd name="connsiteX408" fmla="*/ 68908 w 183265"/>
                <a:gd name="connsiteY408" fmla="*/ 1902 h 243262"/>
                <a:gd name="connsiteX409" fmla="*/ 69412 w 183265"/>
                <a:gd name="connsiteY409" fmla="*/ 414 h 243262"/>
                <a:gd name="connsiteX410" fmla="*/ 73515 w 183265"/>
                <a:gd name="connsiteY410" fmla="*/ 28 h 243262"/>
                <a:gd name="connsiteX411" fmla="*/ 76171 w 183265"/>
                <a:gd name="connsiteY411" fmla="*/ 0 h 24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Lst>
              <a:rect l="l" t="t" r="r" b="b"/>
              <a:pathLst>
                <a:path w="183265" h="243262">
                  <a:moveTo>
                    <a:pt x="91291" y="30638"/>
                  </a:moveTo>
                  <a:cubicBezTo>
                    <a:pt x="88928" y="30550"/>
                    <a:pt x="86624" y="30391"/>
                    <a:pt x="84315" y="30964"/>
                  </a:cubicBezTo>
                  <a:cubicBezTo>
                    <a:pt x="84151" y="31599"/>
                    <a:pt x="83992" y="32216"/>
                    <a:pt x="83832" y="32833"/>
                  </a:cubicBezTo>
                  <a:cubicBezTo>
                    <a:pt x="83700" y="33768"/>
                    <a:pt x="83700" y="33768"/>
                    <a:pt x="83571" y="34684"/>
                  </a:cubicBezTo>
                  <a:cubicBezTo>
                    <a:pt x="82780" y="34799"/>
                    <a:pt x="82013" y="34910"/>
                    <a:pt x="81245" y="35022"/>
                  </a:cubicBezTo>
                  <a:cubicBezTo>
                    <a:pt x="78548" y="34880"/>
                    <a:pt x="75854" y="34752"/>
                    <a:pt x="73153" y="34684"/>
                  </a:cubicBezTo>
                  <a:cubicBezTo>
                    <a:pt x="72409" y="35429"/>
                    <a:pt x="72409" y="35429"/>
                    <a:pt x="71990" y="36963"/>
                  </a:cubicBezTo>
                  <a:cubicBezTo>
                    <a:pt x="71879" y="37454"/>
                    <a:pt x="71772" y="37929"/>
                    <a:pt x="71665" y="38405"/>
                  </a:cubicBezTo>
                  <a:cubicBezTo>
                    <a:pt x="69601" y="38006"/>
                    <a:pt x="67795" y="37618"/>
                    <a:pt x="65711" y="37661"/>
                  </a:cubicBezTo>
                  <a:cubicBezTo>
                    <a:pt x="65427" y="38135"/>
                    <a:pt x="65151" y="38596"/>
                    <a:pt x="64874" y="39056"/>
                  </a:cubicBezTo>
                  <a:cubicBezTo>
                    <a:pt x="64653" y="39594"/>
                    <a:pt x="64438" y="40116"/>
                    <a:pt x="64223" y="40638"/>
                  </a:cubicBezTo>
                  <a:cubicBezTo>
                    <a:pt x="62734" y="40881"/>
                    <a:pt x="61246" y="41129"/>
                    <a:pt x="59758" y="41382"/>
                  </a:cubicBezTo>
                  <a:cubicBezTo>
                    <a:pt x="59569" y="41904"/>
                    <a:pt x="59384" y="42410"/>
                    <a:pt x="59200" y="42917"/>
                  </a:cubicBezTo>
                  <a:cubicBezTo>
                    <a:pt x="59137" y="43407"/>
                    <a:pt x="59076" y="43882"/>
                    <a:pt x="59014" y="44358"/>
                  </a:cubicBezTo>
                  <a:cubicBezTo>
                    <a:pt x="58508" y="44358"/>
                    <a:pt x="58017" y="44358"/>
                    <a:pt x="57526" y="44358"/>
                  </a:cubicBezTo>
                  <a:cubicBezTo>
                    <a:pt x="56538" y="45602"/>
                    <a:pt x="55545" y="46842"/>
                    <a:pt x="54549" y="48079"/>
                  </a:cubicBezTo>
                  <a:cubicBezTo>
                    <a:pt x="53790" y="48332"/>
                    <a:pt x="53054" y="48578"/>
                    <a:pt x="52317" y="48823"/>
                  </a:cubicBezTo>
                  <a:cubicBezTo>
                    <a:pt x="52064" y="49582"/>
                    <a:pt x="51818" y="50319"/>
                    <a:pt x="51573" y="51056"/>
                  </a:cubicBezTo>
                  <a:cubicBezTo>
                    <a:pt x="50814" y="51056"/>
                    <a:pt x="50077" y="51056"/>
                    <a:pt x="49340" y="51056"/>
                  </a:cubicBezTo>
                  <a:cubicBezTo>
                    <a:pt x="48941" y="51784"/>
                    <a:pt x="48941" y="51784"/>
                    <a:pt x="48550" y="52497"/>
                  </a:cubicBezTo>
                  <a:cubicBezTo>
                    <a:pt x="48313" y="53019"/>
                    <a:pt x="48082" y="53526"/>
                    <a:pt x="47852" y="54032"/>
                  </a:cubicBezTo>
                  <a:cubicBezTo>
                    <a:pt x="47346" y="54285"/>
                    <a:pt x="46855" y="54531"/>
                    <a:pt x="46364" y="54776"/>
                  </a:cubicBezTo>
                  <a:cubicBezTo>
                    <a:pt x="46122" y="56018"/>
                    <a:pt x="45874" y="57258"/>
                    <a:pt x="45620" y="58497"/>
                  </a:cubicBezTo>
                  <a:cubicBezTo>
                    <a:pt x="45114" y="58497"/>
                    <a:pt x="44623" y="58497"/>
                    <a:pt x="44131" y="58497"/>
                  </a:cubicBezTo>
                  <a:cubicBezTo>
                    <a:pt x="43878" y="59367"/>
                    <a:pt x="43633" y="60211"/>
                    <a:pt x="43387" y="61055"/>
                  </a:cubicBezTo>
                  <a:cubicBezTo>
                    <a:pt x="43134" y="61956"/>
                    <a:pt x="42889" y="62831"/>
                    <a:pt x="42643" y="63706"/>
                  </a:cubicBezTo>
                  <a:cubicBezTo>
                    <a:pt x="41892" y="64082"/>
                    <a:pt x="41892" y="64082"/>
                    <a:pt x="41155" y="64450"/>
                  </a:cubicBezTo>
                  <a:cubicBezTo>
                    <a:pt x="40997" y="65225"/>
                    <a:pt x="40843" y="65977"/>
                    <a:pt x="40690" y="66729"/>
                  </a:cubicBezTo>
                  <a:cubicBezTo>
                    <a:pt x="40595" y="67472"/>
                    <a:pt x="40503" y="68194"/>
                    <a:pt x="40411" y="68915"/>
                  </a:cubicBezTo>
                  <a:cubicBezTo>
                    <a:pt x="39905" y="68915"/>
                    <a:pt x="39414" y="68915"/>
                    <a:pt x="38922" y="68915"/>
                  </a:cubicBezTo>
                  <a:cubicBezTo>
                    <a:pt x="38120" y="70521"/>
                    <a:pt x="38120" y="70521"/>
                    <a:pt x="37899" y="73752"/>
                  </a:cubicBezTo>
                  <a:cubicBezTo>
                    <a:pt x="37839" y="75517"/>
                    <a:pt x="37839" y="75517"/>
                    <a:pt x="37434" y="77100"/>
                  </a:cubicBezTo>
                  <a:cubicBezTo>
                    <a:pt x="36675" y="77606"/>
                    <a:pt x="35938" y="78098"/>
                    <a:pt x="35202" y="78589"/>
                  </a:cubicBezTo>
                  <a:cubicBezTo>
                    <a:pt x="35090" y="79349"/>
                    <a:pt x="34982" y="80086"/>
                    <a:pt x="34873" y="80824"/>
                  </a:cubicBezTo>
                  <a:cubicBezTo>
                    <a:pt x="34788" y="83317"/>
                    <a:pt x="34724" y="85782"/>
                    <a:pt x="34458" y="88263"/>
                  </a:cubicBezTo>
                  <a:cubicBezTo>
                    <a:pt x="33706" y="88638"/>
                    <a:pt x="33706" y="88638"/>
                    <a:pt x="32969" y="89007"/>
                  </a:cubicBezTo>
                  <a:cubicBezTo>
                    <a:pt x="32903" y="90269"/>
                    <a:pt x="32852" y="91533"/>
                    <a:pt x="32877" y="92797"/>
                  </a:cubicBezTo>
                  <a:cubicBezTo>
                    <a:pt x="32912" y="93877"/>
                    <a:pt x="32938" y="94957"/>
                    <a:pt x="32956" y="96037"/>
                  </a:cubicBezTo>
                  <a:cubicBezTo>
                    <a:pt x="32985" y="97771"/>
                    <a:pt x="33021" y="99505"/>
                    <a:pt x="33062" y="101239"/>
                  </a:cubicBezTo>
                  <a:cubicBezTo>
                    <a:pt x="33111" y="102970"/>
                    <a:pt x="33158" y="104701"/>
                    <a:pt x="33184" y="106432"/>
                  </a:cubicBezTo>
                  <a:cubicBezTo>
                    <a:pt x="33192" y="106990"/>
                    <a:pt x="33200" y="107531"/>
                    <a:pt x="33208" y="108072"/>
                  </a:cubicBezTo>
                  <a:cubicBezTo>
                    <a:pt x="33281" y="110003"/>
                    <a:pt x="33222" y="111627"/>
                    <a:pt x="32969" y="113563"/>
                  </a:cubicBezTo>
                  <a:cubicBezTo>
                    <a:pt x="32465" y="113845"/>
                    <a:pt x="31975" y="114119"/>
                    <a:pt x="31486" y="114392"/>
                  </a:cubicBezTo>
                  <a:cubicBezTo>
                    <a:pt x="30978" y="114616"/>
                    <a:pt x="30485" y="114834"/>
                    <a:pt x="29993" y="115052"/>
                  </a:cubicBezTo>
                  <a:cubicBezTo>
                    <a:pt x="29816" y="115981"/>
                    <a:pt x="29816" y="115981"/>
                    <a:pt x="29643" y="116893"/>
                  </a:cubicBezTo>
                  <a:cubicBezTo>
                    <a:pt x="29654" y="117673"/>
                    <a:pt x="29665" y="118431"/>
                    <a:pt x="29676" y="119188"/>
                  </a:cubicBezTo>
                  <a:cubicBezTo>
                    <a:pt x="29682" y="120037"/>
                    <a:pt x="29689" y="120862"/>
                    <a:pt x="29695" y="121686"/>
                  </a:cubicBezTo>
                  <a:cubicBezTo>
                    <a:pt x="29717" y="122577"/>
                    <a:pt x="29739" y="123442"/>
                    <a:pt x="29760" y="124307"/>
                  </a:cubicBezTo>
                  <a:cubicBezTo>
                    <a:pt x="29793" y="128233"/>
                    <a:pt x="29487" y="132138"/>
                    <a:pt x="30737" y="135888"/>
                  </a:cubicBezTo>
                  <a:cubicBezTo>
                    <a:pt x="31496" y="136141"/>
                    <a:pt x="32233" y="136386"/>
                    <a:pt x="32969" y="136632"/>
                  </a:cubicBezTo>
                  <a:cubicBezTo>
                    <a:pt x="33043" y="137260"/>
                    <a:pt x="33115" y="137870"/>
                    <a:pt x="33187" y="138480"/>
                  </a:cubicBezTo>
                  <a:cubicBezTo>
                    <a:pt x="33148" y="139708"/>
                    <a:pt x="33148" y="139708"/>
                    <a:pt x="33109" y="140911"/>
                  </a:cubicBezTo>
                  <a:cubicBezTo>
                    <a:pt x="33082" y="142238"/>
                    <a:pt x="33082" y="142238"/>
                    <a:pt x="33056" y="143538"/>
                  </a:cubicBezTo>
                  <a:cubicBezTo>
                    <a:pt x="32998" y="145383"/>
                    <a:pt x="32940" y="147228"/>
                    <a:pt x="32882" y="149073"/>
                  </a:cubicBezTo>
                  <a:cubicBezTo>
                    <a:pt x="32856" y="150400"/>
                    <a:pt x="32856" y="150400"/>
                    <a:pt x="32830" y="151701"/>
                  </a:cubicBezTo>
                  <a:cubicBezTo>
                    <a:pt x="32751" y="154131"/>
                    <a:pt x="32751" y="154131"/>
                    <a:pt x="32969" y="155979"/>
                  </a:cubicBezTo>
                  <a:cubicBezTo>
                    <a:pt x="33728" y="156232"/>
                    <a:pt x="34465" y="156478"/>
                    <a:pt x="35202" y="156723"/>
                  </a:cubicBezTo>
                  <a:cubicBezTo>
                    <a:pt x="35267" y="157339"/>
                    <a:pt x="35330" y="157937"/>
                    <a:pt x="35394" y="158534"/>
                  </a:cubicBezTo>
                  <a:cubicBezTo>
                    <a:pt x="35274" y="161240"/>
                    <a:pt x="34715" y="163936"/>
                    <a:pt x="35946" y="166397"/>
                  </a:cubicBezTo>
                  <a:cubicBezTo>
                    <a:pt x="36705" y="166397"/>
                    <a:pt x="37442" y="166397"/>
                    <a:pt x="38178" y="166397"/>
                  </a:cubicBezTo>
                  <a:cubicBezTo>
                    <a:pt x="38047" y="168472"/>
                    <a:pt x="37885" y="170310"/>
                    <a:pt x="38178" y="172350"/>
                  </a:cubicBezTo>
                  <a:cubicBezTo>
                    <a:pt x="38684" y="172603"/>
                    <a:pt x="39175" y="172849"/>
                    <a:pt x="39667" y="173095"/>
                  </a:cubicBezTo>
                  <a:cubicBezTo>
                    <a:pt x="40173" y="173095"/>
                    <a:pt x="40664" y="173095"/>
                    <a:pt x="41155" y="173095"/>
                  </a:cubicBezTo>
                  <a:cubicBezTo>
                    <a:pt x="40643" y="175606"/>
                    <a:pt x="40643" y="175606"/>
                    <a:pt x="40411" y="178304"/>
                  </a:cubicBezTo>
                  <a:cubicBezTo>
                    <a:pt x="42831" y="179592"/>
                    <a:pt x="42831" y="179592"/>
                    <a:pt x="43434" y="182071"/>
                  </a:cubicBezTo>
                  <a:cubicBezTo>
                    <a:pt x="43671" y="182814"/>
                    <a:pt x="43901" y="183535"/>
                    <a:pt x="44131" y="184257"/>
                  </a:cubicBezTo>
                  <a:cubicBezTo>
                    <a:pt x="44637" y="184510"/>
                    <a:pt x="45129" y="184755"/>
                    <a:pt x="45620" y="185001"/>
                  </a:cubicBezTo>
                  <a:cubicBezTo>
                    <a:pt x="45873" y="185760"/>
                    <a:pt x="46118" y="186497"/>
                    <a:pt x="46364" y="187233"/>
                  </a:cubicBezTo>
                  <a:cubicBezTo>
                    <a:pt x="47491" y="187985"/>
                    <a:pt x="47491" y="187985"/>
                    <a:pt x="48596" y="188722"/>
                  </a:cubicBezTo>
                  <a:cubicBezTo>
                    <a:pt x="48849" y="189481"/>
                    <a:pt x="49095" y="190217"/>
                    <a:pt x="49340" y="190954"/>
                  </a:cubicBezTo>
                  <a:cubicBezTo>
                    <a:pt x="51324" y="192277"/>
                    <a:pt x="52310" y="193234"/>
                    <a:pt x="53759" y="195047"/>
                  </a:cubicBezTo>
                  <a:cubicBezTo>
                    <a:pt x="55011" y="196622"/>
                    <a:pt x="55841" y="197552"/>
                    <a:pt x="57651" y="198462"/>
                  </a:cubicBezTo>
                  <a:cubicBezTo>
                    <a:pt x="58114" y="198693"/>
                    <a:pt x="58564" y="198916"/>
                    <a:pt x="59014" y="199140"/>
                  </a:cubicBezTo>
                  <a:cubicBezTo>
                    <a:pt x="59293" y="200674"/>
                    <a:pt x="59293" y="200674"/>
                    <a:pt x="59758" y="202116"/>
                  </a:cubicBezTo>
                  <a:cubicBezTo>
                    <a:pt x="60517" y="202243"/>
                    <a:pt x="61254" y="202365"/>
                    <a:pt x="61991" y="202488"/>
                  </a:cubicBezTo>
                  <a:cubicBezTo>
                    <a:pt x="62750" y="202615"/>
                    <a:pt x="63486" y="202737"/>
                    <a:pt x="64223" y="202860"/>
                  </a:cubicBezTo>
                  <a:cubicBezTo>
                    <a:pt x="64502" y="204348"/>
                    <a:pt x="64502" y="204348"/>
                    <a:pt x="64967" y="205837"/>
                  </a:cubicBezTo>
                  <a:cubicBezTo>
                    <a:pt x="66299" y="206119"/>
                    <a:pt x="66299" y="206119"/>
                    <a:pt x="67944" y="206255"/>
                  </a:cubicBezTo>
                  <a:cubicBezTo>
                    <a:pt x="69535" y="206257"/>
                    <a:pt x="69535" y="206257"/>
                    <a:pt x="70920" y="206581"/>
                  </a:cubicBezTo>
                  <a:cubicBezTo>
                    <a:pt x="71173" y="207340"/>
                    <a:pt x="71419" y="208077"/>
                    <a:pt x="71665" y="208813"/>
                  </a:cubicBezTo>
                  <a:cubicBezTo>
                    <a:pt x="74179" y="209031"/>
                    <a:pt x="74179" y="209031"/>
                    <a:pt x="75698" y="209010"/>
                  </a:cubicBezTo>
                  <a:cubicBezTo>
                    <a:pt x="76240" y="208990"/>
                    <a:pt x="76766" y="208972"/>
                    <a:pt x="77292" y="208953"/>
                  </a:cubicBezTo>
                  <a:cubicBezTo>
                    <a:pt x="78332" y="208933"/>
                    <a:pt x="79372" y="208913"/>
                    <a:pt x="80411" y="208892"/>
                  </a:cubicBezTo>
                  <a:cubicBezTo>
                    <a:pt x="81232" y="208865"/>
                    <a:pt x="82030" y="208839"/>
                    <a:pt x="82827" y="208813"/>
                  </a:cubicBezTo>
                  <a:cubicBezTo>
                    <a:pt x="82827" y="209825"/>
                    <a:pt x="82827" y="210808"/>
                    <a:pt x="82827" y="211790"/>
                  </a:cubicBezTo>
                  <a:cubicBezTo>
                    <a:pt x="84315" y="212534"/>
                    <a:pt x="84315" y="212534"/>
                    <a:pt x="85827" y="212630"/>
                  </a:cubicBezTo>
                  <a:cubicBezTo>
                    <a:pt x="86451" y="212631"/>
                    <a:pt x="87057" y="212632"/>
                    <a:pt x="87664" y="212633"/>
                  </a:cubicBezTo>
                  <a:cubicBezTo>
                    <a:pt x="88344" y="212634"/>
                    <a:pt x="89004" y="212635"/>
                    <a:pt x="89664" y="212636"/>
                  </a:cubicBezTo>
                  <a:cubicBezTo>
                    <a:pt x="90375" y="212633"/>
                    <a:pt x="91066" y="212630"/>
                    <a:pt x="91756" y="212627"/>
                  </a:cubicBezTo>
                  <a:cubicBezTo>
                    <a:pt x="92468" y="212630"/>
                    <a:pt x="93159" y="212633"/>
                    <a:pt x="93849" y="212636"/>
                  </a:cubicBezTo>
                  <a:cubicBezTo>
                    <a:pt x="94859" y="212634"/>
                    <a:pt x="94859" y="212634"/>
                    <a:pt x="95849" y="212633"/>
                  </a:cubicBezTo>
                  <a:cubicBezTo>
                    <a:pt x="97820" y="212630"/>
                    <a:pt x="98918" y="212674"/>
                    <a:pt x="100686" y="211790"/>
                  </a:cubicBezTo>
                  <a:cubicBezTo>
                    <a:pt x="100686" y="210778"/>
                    <a:pt x="100686" y="209796"/>
                    <a:pt x="100686" y="208813"/>
                  </a:cubicBezTo>
                  <a:cubicBezTo>
                    <a:pt x="104734" y="208813"/>
                    <a:pt x="108663" y="208813"/>
                    <a:pt x="112592" y="208813"/>
                  </a:cubicBezTo>
                  <a:cubicBezTo>
                    <a:pt x="112592" y="207801"/>
                    <a:pt x="112592" y="206819"/>
                    <a:pt x="112592" y="205837"/>
                  </a:cubicBezTo>
                  <a:cubicBezTo>
                    <a:pt x="115150" y="206069"/>
                    <a:pt x="115150" y="206069"/>
                    <a:pt x="117801" y="205837"/>
                  </a:cubicBezTo>
                  <a:cubicBezTo>
                    <a:pt x="117944" y="205204"/>
                    <a:pt x="118082" y="204590"/>
                    <a:pt x="118220" y="203976"/>
                  </a:cubicBezTo>
                  <a:cubicBezTo>
                    <a:pt x="118384" y="203037"/>
                    <a:pt x="118384" y="203037"/>
                    <a:pt x="118545" y="202116"/>
                  </a:cubicBezTo>
                  <a:cubicBezTo>
                    <a:pt x="119673" y="202093"/>
                    <a:pt x="119673" y="202093"/>
                    <a:pt x="120778" y="202070"/>
                  </a:cubicBezTo>
                  <a:cubicBezTo>
                    <a:pt x="121537" y="202085"/>
                    <a:pt x="122274" y="202101"/>
                    <a:pt x="123010" y="202116"/>
                  </a:cubicBezTo>
                  <a:cubicBezTo>
                    <a:pt x="123168" y="201626"/>
                    <a:pt x="123322" y="201150"/>
                    <a:pt x="123475" y="200674"/>
                  </a:cubicBezTo>
                  <a:cubicBezTo>
                    <a:pt x="123570" y="200152"/>
                    <a:pt x="123662" y="199646"/>
                    <a:pt x="123754" y="199140"/>
                  </a:cubicBezTo>
                  <a:cubicBezTo>
                    <a:pt x="124747" y="198891"/>
                    <a:pt x="125739" y="198643"/>
                    <a:pt x="126731" y="198395"/>
                  </a:cubicBezTo>
                  <a:cubicBezTo>
                    <a:pt x="126972" y="197401"/>
                    <a:pt x="127220" y="196409"/>
                    <a:pt x="127475" y="195419"/>
                  </a:cubicBezTo>
                  <a:cubicBezTo>
                    <a:pt x="128487" y="195419"/>
                    <a:pt x="129469" y="195419"/>
                    <a:pt x="130452" y="195419"/>
                  </a:cubicBezTo>
                  <a:cubicBezTo>
                    <a:pt x="130874" y="194691"/>
                    <a:pt x="130874" y="194691"/>
                    <a:pt x="131289" y="193977"/>
                  </a:cubicBezTo>
                  <a:cubicBezTo>
                    <a:pt x="131618" y="193202"/>
                    <a:pt x="131618" y="193202"/>
                    <a:pt x="131940" y="192442"/>
                  </a:cubicBezTo>
                  <a:cubicBezTo>
                    <a:pt x="132446" y="192189"/>
                    <a:pt x="132937" y="191944"/>
                    <a:pt x="133428" y="191698"/>
                  </a:cubicBezTo>
                  <a:cubicBezTo>
                    <a:pt x="133733" y="190170"/>
                    <a:pt x="133733" y="190170"/>
                    <a:pt x="134172" y="188722"/>
                  </a:cubicBezTo>
                  <a:cubicBezTo>
                    <a:pt x="134931" y="188722"/>
                    <a:pt x="135668" y="188722"/>
                    <a:pt x="136405" y="188722"/>
                  </a:cubicBezTo>
                  <a:cubicBezTo>
                    <a:pt x="136405" y="187457"/>
                    <a:pt x="136405" y="186229"/>
                    <a:pt x="136405" y="185001"/>
                  </a:cubicBezTo>
                  <a:cubicBezTo>
                    <a:pt x="137164" y="185001"/>
                    <a:pt x="137901" y="185001"/>
                    <a:pt x="138637" y="185001"/>
                  </a:cubicBezTo>
                  <a:cubicBezTo>
                    <a:pt x="138772" y="182443"/>
                    <a:pt x="138772" y="182443"/>
                    <a:pt x="139381" y="179792"/>
                  </a:cubicBezTo>
                  <a:cubicBezTo>
                    <a:pt x="139903" y="179507"/>
                    <a:pt x="140410" y="179231"/>
                    <a:pt x="140916" y="178955"/>
                  </a:cubicBezTo>
                  <a:cubicBezTo>
                    <a:pt x="141644" y="178626"/>
                    <a:pt x="141644" y="178626"/>
                    <a:pt x="142358" y="178304"/>
                  </a:cubicBezTo>
                  <a:cubicBezTo>
                    <a:pt x="142374" y="177655"/>
                    <a:pt x="142389" y="177026"/>
                    <a:pt x="142404" y="176397"/>
                  </a:cubicBezTo>
                  <a:cubicBezTo>
                    <a:pt x="142381" y="175481"/>
                    <a:pt x="142381" y="175481"/>
                    <a:pt x="142358" y="174583"/>
                  </a:cubicBezTo>
                  <a:cubicBezTo>
                    <a:pt x="143117" y="174330"/>
                    <a:pt x="143854" y="174084"/>
                    <a:pt x="144590" y="173839"/>
                  </a:cubicBezTo>
                  <a:cubicBezTo>
                    <a:pt x="144693" y="173334"/>
                    <a:pt x="144793" y="172844"/>
                    <a:pt x="144893" y="172353"/>
                  </a:cubicBezTo>
                  <a:cubicBezTo>
                    <a:pt x="144961" y="170574"/>
                    <a:pt x="145000" y="168892"/>
                    <a:pt x="145335" y="167141"/>
                  </a:cubicBezTo>
                  <a:cubicBezTo>
                    <a:pt x="146094" y="166635"/>
                    <a:pt x="146830" y="166144"/>
                    <a:pt x="147567" y="165653"/>
                  </a:cubicBezTo>
                  <a:cubicBezTo>
                    <a:pt x="147641" y="165050"/>
                    <a:pt x="147713" y="164465"/>
                    <a:pt x="147785" y="163880"/>
                  </a:cubicBezTo>
                  <a:cubicBezTo>
                    <a:pt x="147758" y="163186"/>
                    <a:pt x="147732" y="162513"/>
                    <a:pt x="147706" y="161839"/>
                  </a:cubicBezTo>
                  <a:cubicBezTo>
                    <a:pt x="147676" y="160803"/>
                    <a:pt x="147676" y="160803"/>
                    <a:pt x="147645" y="159787"/>
                  </a:cubicBezTo>
                  <a:cubicBezTo>
                    <a:pt x="147619" y="159252"/>
                    <a:pt x="147593" y="158732"/>
                    <a:pt x="147567" y="158212"/>
                  </a:cubicBezTo>
                  <a:cubicBezTo>
                    <a:pt x="148326" y="158212"/>
                    <a:pt x="149063" y="158212"/>
                    <a:pt x="149799" y="158212"/>
                  </a:cubicBezTo>
                  <a:cubicBezTo>
                    <a:pt x="150544" y="155979"/>
                    <a:pt x="150544" y="155979"/>
                    <a:pt x="150628" y="154291"/>
                  </a:cubicBezTo>
                  <a:cubicBezTo>
                    <a:pt x="150624" y="153629"/>
                    <a:pt x="150620" y="152986"/>
                    <a:pt x="150616" y="152343"/>
                  </a:cubicBezTo>
                  <a:cubicBezTo>
                    <a:pt x="150614" y="151624"/>
                    <a:pt x="150611" y="150926"/>
                    <a:pt x="150609" y="150228"/>
                  </a:cubicBezTo>
                  <a:cubicBezTo>
                    <a:pt x="150602" y="149480"/>
                    <a:pt x="150596" y="148753"/>
                    <a:pt x="150590" y="148026"/>
                  </a:cubicBezTo>
                  <a:cubicBezTo>
                    <a:pt x="150580" y="145935"/>
                    <a:pt x="150571" y="143843"/>
                    <a:pt x="150555" y="141751"/>
                  </a:cubicBezTo>
                  <a:cubicBezTo>
                    <a:pt x="150551" y="141276"/>
                    <a:pt x="150547" y="140814"/>
                    <a:pt x="150544" y="140352"/>
                  </a:cubicBezTo>
                  <a:cubicBezTo>
                    <a:pt x="151050" y="140352"/>
                    <a:pt x="151541" y="140352"/>
                    <a:pt x="152032" y="140352"/>
                  </a:cubicBezTo>
                  <a:cubicBezTo>
                    <a:pt x="152776" y="138864"/>
                    <a:pt x="152776" y="138864"/>
                    <a:pt x="152870" y="137396"/>
                  </a:cubicBezTo>
                  <a:cubicBezTo>
                    <a:pt x="152871" y="136777"/>
                    <a:pt x="152872" y="136177"/>
                    <a:pt x="152872" y="135577"/>
                  </a:cubicBezTo>
                  <a:cubicBezTo>
                    <a:pt x="152876" y="134535"/>
                    <a:pt x="152876" y="134535"/>
                    <a:pt x="152879" y="133515"/>
                  </a:cubicBezTo>
                  <a:cubicBezTo>
                    <a:pt x="152878" y="132756"/>
                    <a:pt x="152876" y="132020"/>
                    <a:pt x="152875" y="131283"/>
                  </a:cubicBezTo>
                  <a:cubicBezTo>
                    <a:pt x="152876" y="129735"/>
                    <a:pt x="152877" y="128186"/>
                    <a:pt x="152878" y="126638"/>
                  </a:cubicBezTo>
                  <a:cubicBezTo>
                    <a:pt x="152873" y="124188"/>
                    <a:pt x="152869" y="121739"/>
                    <a:pt x="152873" y="119289"/>
                  </a:cubicBezTo>
                  <a:cubicBezTo>
                    <a:pt x="152876" y="117693"/>
                    <a:pt x="152877" y="116096"/>
                    <a:pt x="152877" y="114500"/>
                  </a:cubicBezTo>
                  <a:cubicBezTo>
                    <a:pt x="152876" y="113723"/>
                    <a:pt x="152875" y="112969"/>
                    <a:pt x="152875" y="112215"/>
                  </a:cubicBezTo>
                  <a:cubicBezTo>
                    <a:pt x="152877" y="111088"/>
                    <a:pt x="152877" y="111088"/>
                    <a:pt x="152879" y="109983"/>
                  </a:cubicBezTo>
                  <a:cubicBezTo>
                    <a:pt x="152877" y="109282"/>
                    <a:pt x="152875" y="108602"/>
                    <a:pt x="152872" y="107921"/>
                  </a:cubicBezTo>
                  <a:cubicBezTo>
                    <a:pt x="152870" y="105961"/>
                    <a:pt x="152911" y="104903"/>
                    <a:pt x="152032" y="103145"/>
                  </a:cubicBezTo>
                  <a:cubicBezTo>
                    <a:pt x="151526" y="103145"/>
                    <a:pt x="151035" y="103145"/>
                    <a:pt x="150544" y="103145"/>
                  </a:cubicBezTo>
                  <a:cubicBezTo>
                    <a:pt x="150559" y="101494"/>
                    <a:pt x="150571" y="99843"/>
                    <a:pt x="150580" y="98192"/>
                  </a:cubicBezTo>
                  <a:cubicBezTo>
                    <a:pt x="150583" y="97504"/>
                    <a:pt x="150587" y="96837"/>
                    <a:pt x="150590" y="96169"/>
                  </a:cubicBezTo>
                  <a:cubicBezTo>
                    <a:pt x="150596" y="95487"/>
                    <a:pt x="150603" y="94825"/>
                    <a:pt x="150609" y="94163"/>
                  </a:cubicBezTo>
                  <a:cubicBezTo>
                    <a:pt x="150611" y="93511"/>
                    <a:pt x="150614" y="92878"/>
                    <a:pt x="150616" y="92245"/>
                  </a:cubicBezTo>
                  <a:cubicBezTo>
                    <a:pt x="150629" y="90300"/>
                    <a:pt x="150673" y="89266"/>
                    <a:pt x="149799" y="87518"/>
                  </a:cubicBezTo>
                  <a:cubicBezTo>
                    <a:pt x="149040" y="87518"/>
                    <a:pt x="148304" y="87518"/>
                    <a:pt x="147567" y="87518"/>
                  </a:cubicBezTo>
                  <a:cubicBezTo>
                    <a:pt x="147594" y="86872"/>
                    <a:pt x="147620" y="86245"/>
                    <a:pt x="147645" y="85617"/>
                  </a:cubicBezTo>
                  <a:cubicBezTo>
                    <a:pt x="147676" y="84370"/>
                    <a:pt x="147676" y="84370"/>
                    <a:pt x="147706" y="83147"/>
                  </a:cubicBezTo>
                  <a:cubicBezTo>
                    <a:pt x="147785" y="80687"/>
                    <a:pt x="147785" y="80687"/>
                    <a:pt x="147567" y="78589"/>
                  </a:cubicBezTo>
                  <a:cubicBezTo>
                    <a:pt x="145226" y="77404"/>
                    <a:pt x="145226" y="77404"/>
                    <a:pt x="145032" y="75679"/>
                  </a:cubicBezTo>
                  <a:cubicBezTo>
                    <a:pt x="144966" y="74163"/>
                    <a:pt x="144782" y="72653"/>
                    <a:pt x="144590" y="71147"/>
                  </a:cubicBezTo>
                  <a:cubicBezTo>
                    <a:pt x="143831" y="70894"/>
                    <a:pt x="143095" y="70649"/>
                    <a:pt x="142358" y="70403"/>
                  </a:cubicBezTo>
                  <a:cubicBezTo>
                    <a:pt x="142389" y="68667"/>
                    <a:pt x="142389" y="66930"/>
                    <a:pt x="142358" y="65194"/>
                  </a:cubicBezTo>
                  <a:cubicBezTo>
                    <a:pt x="141606" y="64983"/>
                    <a:pt x="141606" y="64983"/>
                    <a:pt x="140870" y="64776"/>
                  </a:cubicBezTo>
                  <a:cubicBezTo>
                    <a:pt x="140364" y="64665"/>
                    <a:pt x="139873" y="64558"/>
                    <a:pt x="139381" y="64450"/>
                  </a:cubicBezTo>
                  <a:cubicBezTo>
                    <a:pt x="139381" y="62962"/>
                    <a:pt x="139381" y="61474"/>
                    <a:pt x="139381" y="59985"/>
                  </a:cubicBezTo>
                  <a:cubicBezTo>
                    <a:pt x="138875" y="59701"/>
                    <a:pt x="138384" y="59424"/>
                    <a:pt x="137893" y="59148"/>
                  </a:cubicBezTo>
                  <a:cubicBezTo>
                    <a:pt x="137142" y="58819"/>
                    <a:pt x="137142" y="58819"/>
                    <a:pt x="136405" y="58497"/>
                  </a:cubicBezTo>
                  <a:cubicBezTo>
                    <a:pt x="136405" y="57485"/>
                    <a:pt x="136405" y="56503"/>
                    <a:pt x="136405" y="55520"/>
                  </a:cubicBezTo>
                  <a:cubicBezTo>
                    <a:pt x="135646" y="55267"/>
                    <a:pt x="134909" y="55022"/>
                    <a:pt x="134172" y="54776"/>
                  </a:cubicBezTo>
                  <a:cubicBezTo>
                    <a:pt x="134172" y="54017"/>
                    <a:pt x="134172" y="53281"/>
                    <a:pt x="134172" y="52544"/>
                  </a:cubicBezTo>
                  <a:cubicBezTo>
                    <a:pt x="133173" y="52325"/>
                    <a:pt x="132180" y="52077"/>
                    <a:pt x="131196" y="51800"/>
                  </a:cubicBezTo>
                  <a:cubicBezTo>
                    <a:pt x="131196" y="50788"/>
                    <a:pt x="131196" y="49805"/>
                    <a:pt x="131196" y="48823"/>
                  </a:cubicBezTo>
                  <a:cubicBezTo>
                    <a:pt x="130563" y="48681"/>
                    <a:pt x="129949" y="48543"/>
                    <a:pt x="129336" y="48405"/>
                  </a:cubicBezTo>
                  <a:cubicBezTo>
                    <a:pt x="128703" y="48294"/>
                    <a:pt x="128089" y="48186"/>
                    <a:pt x="127475" y="48079"/>
                  </a:cubicBezTo>
                  <a:cubicBezTo>
                    <a:pt x="127475" y="47320"/>
                    <a:pt x="127475" y="46583"/>
                    <a:pt x="127475" y="45847"/>
                  </a:cubicBezTo>
                  <a:cubicBezTo>
                    <a:pt x="126228" y="45367"/>
                    <a:pt x="124988" y="44870"/>
                    <a:pt x="123754" y="44358"/>
                  </a:cubicBezTo>
                  <a:cubicBezTo>
                    <a:pt x="123429" y="42777"/>
                    <a:pt x="123429" y="42777"/>
                    <a:pt x="123010" y="41382"/>
                  </a:cubicBezTo>
                  <a:cubicBezTo>
                    <a:pt x="122235" y="41318"/>
                    <a:pt x="121483" y="41257"/>
                    <a:pt x="120731" y="41196"/>
                  </a:cubicBezTo>
                  <a:cubicBezTo>
                    <a:pt x="119988" y="41259"/>
                    <a:pt x="119267" y="41320"/>
                    <a:pt x="118545" y="41382"/>
                  </a:cubicBezTo>
                  <a:cubicBezTo>
                    <a:pt x="118545" y="39149"/>
                    <a:pt x="118545" y="39149"/>
                    <a:pt x="117057" y="37661"/>
                  </a:cubicBezTo>
                  <a:cubicBezTo>
                    <a:pt x="116267" y="37756"/>
                    <a:pt x="115499" y="37848"/>
                    <a:pt x="114732" y="37940"/>
                  </a:cubicBezTo>
                  <a:cubicBezTo>
                    <a:pt x="113651" y="38175"/>
                    <a:pt x="113651" y="38175"/>
                    <a:pt x="112592" y="38405"/>
                  </a:cubicBezTo>
                  <a:cubicBezTo>
                    <a:pt x="112572" y="36559"/>
                    <a:pt x="112572" y="36559"/>
                    <a:pt x="111848" y="34684"/>
                  </a:cubicBezTo>
                  <a:cubicBezTo>
                    <a:pt x="109334" y="34321"/>
                    <a:pt x="109334" y="34321"/>
                    <a:pt x="107815" y="34357"/>
                  </a:cubicBezTo>
                  <a:cubicBezTo>
                    <a:pt x="107273" y="34390"/>
                    <a:pt x="106747" y="34421"/>
                    <a:pt x="106221" y="34452"/>
                  </a:cubicBezTo>
                  <a:cubicBezTo>
                    <a:pt x="105181" y="34485"/>
                    <a:pt x="104141" y="34519"/>
                    <a:pt x="103102" y="34554"/>
                  </a:cubicBezTo>
                  <a:cubicBezTo>
                    <a:pt x="102280" y="34598"/>
                    <a:pt x="101483" y="34641"/>
                    <a:pt x="100686" y="34684"/>
                  </a:cubicBezTo>
                  <a:cubicBezTo>
                    <a:pt x="100686" y="33925"/>
                    <a:pt x="100686" y="33189"/>
                    <a:pt x="100686" y="32452"/>
                  </a:cubicBezTo>
                  <a:cubicBezTo>
                    <a:pt x="98124" y="30744"/>
                    <a:pt x="98124" y="30744"/>
                    <a:pt x="93268" y="30651"/>
                  </a:cubicBezTo>
                  <a:cubicBezTo>
                    <a:pt x="92596" y="30647"/>
                    <a:pt x="91944" y="30643"/>
                    <a:pt x="91291" y="30638"/>
                  </a:cubicBezTo>
                  <a:close/>
                  <a:moveTo>
                    <a:pt x="76171" y="0"/>
                  </a:moveTo>
                  <a:cubicBezTo>
                    <a:pt x="77125" y="6"/>
                    <a:pt x="78079" y="12"/>
                    <a:pt x="79062" y="18"/>
                  </a:cubicBezTo>
                  <a:cubicBezTo>
                    <a:pt x="80520" y="14"/>
                    <a:pt x="80520" y="14"/>
                    <a:pt x="82007" y="10"/>
                  </a:cubicBezTo>
                  <a:cubicBezTo>
                    <a:pt x="84066" y="5"/>
                    <a:pt x="86126" y="12"/>
                    <a:pt x="88185" y="26"/>
                  </a:cubicBezTo>
                  <a:cubicBezTo>
                    <a:pt x="90830" y="42"/>
                    <a:pt x="93475" y="33"/>
                    <a:pt x="96120" y="15"/>
                  </a:cubicBezTo>
                  <a:cubicBezTo>
                    <a:pt x="98636" y="2"/>
                    <a:pt x="101150" y="11"/>
                    <a:pt x="103666" y="18"/>
                  </a:cubicBezTo>
                  <a:cubicBezTo>
                    <a:pt x="105097" y="9"/>
                    <a:pt x="105097" y="9"/>
                    <a:pt x="106557" y="0"/>
                  </a:cubicBezTo>
                  <a:cubicBezTo>
                    <a:pt x="107872" y="14"/>
                    <a:pt x="107872" y="14"/>
                    <a:pt x="109213" y="28"/>
                  </a:cubicBezTo>
                  <a:cubicBezTo>
                    <a:pt x="109989" y="31"/>
                    <a:pt x="110765" y="33"/>
                    <a:pt x="111565" y="36"/>
                  </a:cubicBezTo>
                  <a:cubicBezTo>
                    <a:pt x="112143" y="160"/>
                    <a:pt x="112721" y="285"/>
                    <a:pt x="113316" y="414"/>
                  </a:cubicBezTo>
                  <a:cubicBezTo>
                    <a:pt x="113820" y="1902"/>
                    <a:pt x="113820" y="1902"/>
                    <a:pt x="114060" y="3390"/>
                  </a:cubicBezTo>
                  <a:cubicBezTo>
                    <a:pt x="116125" y="3835"/>
                    <a:pt x="116125" y="3835"/>
                    <a:pt x="118525" y="3809"/>
                  </a:cubicBezTo>
                  <a:cubicBezTo>
                    <a:pt x="120990" y="3858"/>
                    <a:pt x="120990" y="3858"/>
                    <a:pt x="122990" y="4134"/>
                  </a:cubicBezTo>
                  <a:cubicBezTo>
                    <a:pt x="123236" y="4871"/>
                    <a:pt x="123481" y="5608"/>
                    <a:pt x="123734" y="6367"/>
                  </a:cubicBezTo>
                  <a:cubicBezTo>
                    <a:pt x="125121" y="6662"/>
                    <a:pt x="125121" y="6662"/>
                    <a:pt x="126711" y="6646"/>
                  </a:cubicBezTo>
                  <a:cubicBezTo>
                    <a:pt x="128359" y="6777"/>
                    <a:pt x="128359" y="6777"/>
                    <a:pt x="129687" y="7111"/>
                  </a:cubicBezTo>
                  <a:cubicBezTo>
                    <a:pt x="129958" y="8346"/>
                    <a:pt x="130208" y="9587"/>
                    <a:pt x="130431" y="10832"/>
                  </a:cubicBezTo>
                  <a:cubicBezTo>
                    <a:pt x="132167" y="10863"/>
                    <a:pt x="133904" y="10863"/>
                    <a:pt x="135640" y="10832"/>
                  </a:cubicBezTo>
                  <a:cubicBezTo>
                    <a:pt x="136059" y="12273"/>
                    <a:pt x="136059" y="12273"/>
                    <a:pt x="136385" y="13808"/>
                  </a:cubicBezTo>
                  <a:cubicBezTo>
                    <a:pt x="137868" y="14086"/>
                    <a:pt x="139356" y="14335"/>
                    <a:pt x="140849" y="14552"/>
                  </a:cubicBezTo>
                  <a:cubicBezTo>
                    <a:pt x="141095" y="15289"/>
                    <a:pt x="141341" y="16026"/>
                    <a:pt x="141594" y="16785"/>
                  </a:cubicBezTo>
                  <a:cubicBezTo>
                    <a:pt x="142085" y="17030"/>
                    <a:pt x="142576" y="17276"/>
                    <a:pt x="143082" y="17529"/>
                  </a:cubicBezTo>
                  <a:cubicBezTo>
                    <a:pt x="144570" y="18273"/>
                    <a:pt x="144570" y="18273"/>
                    <a:pt x="145314" y="20505"/>
                  </a:cubicBezTo>
                  <a:cubicBezTo>
                    <a:pt x="146143" y="20805"/>
                    <a:pt x="146143" y="20805"/>
                    <a:pt x="146989" y="21110"/>
                  </a:cubicBezTo>
                  <a:cubicBezTo>
                    <a:pt x="149742" y="22299"/>
                    <a:pt x="150937" y="24113"/>
                    <a:pt x="152756" y="26459"/>
                  </a:cubicBezTo>
                  <a:cubicBezTo>
                    <a:pt x="153170" y="26858"/>
                    <a:pt x="153584" y="27257"/>
                    <a:pt x="154011" y="27668"/>
                  </a:cubicBezTo>
                  <a:cubicBezTo>
                    <a:pt x="155169" y="28880"/>
                    <a:pt x="155731" y="30177"/>
                    <a:pt x="156476" y="31667"/>
                  </a:cubicBezTo>
                  <a:cubicBezTo>
                    <a:pt x="156967" y="31913"/>
                    <a:pt x="157459" y="32159"/>
                    <a:pt x="157965" y="32412"/>
                  </a:cubicBezTo>
                  <a:cubicBezTo>
                    <a:pt x="158210" y="33148"/>
                    <a:pt x="158456" y="33885"/>
                    <a:pt x="158709" y="34644"/>
                  </a:cubicBezTo>
                  <a:cubicBezTo>
                    <a:pt x="159445" y="35135"/>
                    <a:pt x="160182" y="35626"/>
                    <a:pt x="160941" y="36132"/>
                  </a:cubicBezTo>
                  <a:cubicBezTo>
                    <a:pt x="161187" y="36869"/>
                    <a:pt x="161432" y="37606"/>
                    <a:pt x="161685" y="38365"/>
                  </a:cubicBezTo>
                  <a:cubicBezTo>
                    <a:pt x="162238" y="38894"/>
                    <a:pt x="162238" y="38894"/>
                    <a:pt x="162802" y="39434"/>
                  </a:cubicBezTo>
                  <a:cubicBezTo>
                    <a:pt x="164107" y="40794"/>
                    <a:pt x="164242" y="41773"/>
                    <a:pt x="164662" y="43574"/>
                  </a:cubicBezTo>
                  <a:cubicBezTo>
                    <a:pt x="165153" y="43819"/>
                    <a:pt x="165644" y="44065"/>
                    <a:pt x="166150" y="44318"/>
                  </a:cubicBezTo>
                  <a:cubicBezTo>
                    <a:pt x="166646" y="45806"/>
                    <a:pt x="167142" y="47294"/>
                    <a:pt x="167638" y="48783"/>
                  </a:cubicBezTo>
                  <a:cubicBezTo>
                    <a:pt x="168130" y="49028"/>
                    <a:pt x="168621" y="49274"/>
                    <a:pt x="169127" y="49527"/>
                  </a:cubicBezTo>
                  <a:cubicBezTo>
                    <a:pt x="169568" y="51498"/>
                    <a:pt x="169679" y="53465"/>
                    <a:pt x="169871" y="55480"/>
                  </a:cubicBezTo>
                  <a:cubicBezTo>
                    <a:pt x="170608" y="55480"/>
                    <a:pt x="171344" y="55480"/>
                    <a:pt x="172103" y="55480"/>
                  </a:cubicBezTo>
                  <a:cubicBezTo>
                    <a:pt x="172069" y="55955"/>
                    <a:pt x="172034" y="56430"/>
                    <a:pt x="171999" y="56919"/>
                  </a:cubicBezTo>
                  <a:cubicBezTo>
                    <a:pt x="171972" y="57534"/>
                    <a:pt x="171945" y="58149"/>
                    <a:pt x="171917" y="58782"/>
                  </a:cubicBezTo>
                  <a:cubicBezTo>
                    <a:pt x="171883" y="59395"/>
                    <a:pt x="171848" y="60008"/>
                    <a:pt x="171813" y="60640"/>
                  </a:cubicBezTo>
                  <a:cubicBezTo>
                    <a:pt x="171909" y="61147"/>
                    <a:pt x="172004" y="61654"/>
                    <a:pt x="172103" y="62177"/>
                  </a:cubicBezTo>
                  <a:cubicBezTo>
                    <a:pt x="172594" y="62292"/>
                    <a:pt x="173086" y="62407"/>
                    <a:pt x="173592" y="62526"/>
                  </a:cubicBezTo>
                  <a:cubicBezTo>
                    <a:pt x="174083" y="62657"/>
                    <a:pt x="174574" y="62787"/>
                    <a:pt x="175080" y="62921"/>
                  </a:cubicBezTo>
                  <a:cubicBezTo>
                    <a:pt x="175371" y="64622"/>
                    <a:pt x="175371" y="64622"/>
                    <a:pt x="175266" y="66689"/>
                  </a:cubicBezTo>
                  <a:cubicBezTo>
                    <a:pt x="175239" y="67373"/>
                    <a:pt x="175212" y="68056"/>
                    <a:pt x="175184" y="68761"/>
                  </a:cubicBezTo>
                  <a:cubicBezTo>
                    <a:pt x="175150" y="69290"/>
                    <a:pt x="175115" y="69818"/>
                    <a:pt x="175080" y="70363"/>
                  </a:cubicBezTo>
                  <a:cubicBezTo>
                    <a:pt x="175817" y="70363"/>
                    <a:pt x="176553" y="70363"/>
                    <a:pt x="177312" y="70363"/>
                  </a:cubicBezTo>
                  <a:cubicBezTo>
                    <a:pt x="177354" y="71397"/>
                    <a:pt x="177354" y="71397"/>
                    <a:pt x="177397" y="72453"/>
                  </a:cubicBezTo>
                  <a:cubicBezTo>
                    <a:pt x="177445" y="73344"/>
                    <a:pt x="177494" y="74235"/>
                    <a:pt x="177545" y="75153"/>
                  </a:cubicBezTo>
                  <a:cubicBezTo>
                    <a:pt x="177610" y="76487"/>
                    <a:pt x="177610" y="76487"/>
                    <a:pt x="177676" y="77848"/>
                  </a:cubicBezTo>
                  <a:cubicBezTo>
                    <a:pt x="177801" y="78570"/>
                    <a:pt x="177927" y="79292"/>
                    <a:pt x="178056" y="80037"/>
                  </a:cubicBezTo>
                  <a:cubicBezTo>
                    <a:pt x="178793" y="80282"/>
                    <a:pt x="179530" y="80528"/>
                    <a:pt x="180289" y="80781"/>
                  </a:cubicBezTo>
                  <a:cubicBezTo>
                    <a:pt x="180611" y="82368"/>
                    <a:pt x="180611" y="82368"/>
                    <a:pt x="180670" y="84435"/>
                  </a:cubicBezTo>
                  <a:cubicBezTo>
                    <a:pt x="180696" y="85171"/>
                    <a:pt x="180722" y="85907"/>
                    <a:pt x="180750" y="86666"/>
                  </a:cubicBezTo>
                  <a:cubicBezTo>
                    <a:pt x="180766" y="87440"/>
                    <a:pt x="180783" y="88215"/>
                    <a:pt x="180800" y="89013"/>
                  </a:cubicBezTo>
                  <a:cubicBezTo>
                    <a:pt x="180826" y="89790"/>
                    <a:pt x="180851" y="90568"/>
                    <a:pt x="180877" y="91369"/>
                  </a:cubicBezTo>
                  <a:cubicBezTo>
                    <a:pt x="180939" y="93296"/>
                    <a:pt x="180990" y="95224"/>
                    <a:pt x="181033" y="97152"/>
                  </a:cubicBezTo>
                  <a:cubicBezTo>
                    <a:pt x="181770" y="97152"/>
                    <a:pt x="182506" y="97152"/>
                    <a:pt x="183265" y="97152"/>
                  </a:cubicBezTo>
                  <a:cubicBezTo>
                    <a:pt x="183265" y="113359"/>
                    <a:pt x="183265" y="129567"/>
                    <a:pt x="183265" y="146265"/>
                  </a:cubicBezTo>
                  <a:cubicBezTo>
                    <a:pt x="182529" y="146265"/>
                    <a:pt x="181792" y="146265"/>
                    <a:pt x="181033" y="146265"/>
                  </a:cubicBezTo>
                  <a:cubicBezTo>
                    <a:pt x="180787" y="151668"/>
                    <a:pt x="180542" y="157070"/>
                    <a:pt x="180289" y="162636"/>
                  </a:cubicBezTo>
                  <a:cubicBezTo>
                    <a:pt x="179552" y="162636"/>
                    <a:pt x="178815" y="162636"/>
                    <a:pt x="178056" y="162636"/>
                  </a:cubicBezTo>
                  <a:cubicBezTo>
                    <a:pt x="178015" y="163725"/>
                    <a:pt x="178015" y="163725"/>
                    <a:pt x="177972" y="164837"/>
                  </a:cubicBezTo>
                  <a:cubicBezTo>
                    <a:pt x="177899" y="166257"/>
                    <a:pt x="177899" y="166257"/>
                    <a:pt x="177824" y="167706"/>
                  </a:cubicBezTo>
                  <a:cubicBezTo>
                    <a:pt x="177781" y="168647"/>
                    <a:pt x="177738" y="169588"/>
                    <a:pt x="177693" y="170557"/>
                  </a:cubicBezTo>
                  <a:cubicBezTo>
                    <a:pt x="177290" y="173203"/>
                    <a:pt x="176987" y="173620"/>
                    <a:pt x="175080" y="175287"/>
                  </a:cubicBezTo>
                  <a:cubicBezTo>
                    <a:pt x="175080" y="176161"/>
                    <a:pt x="175080" y="177036"/>
                    <a:pt x="175080" y="177938"/>
                  </a:cubicBezTo>
                  <a:cubicBezTo>
                    <a:pt x="175080" y="178782"/>
                    <a:pt x="175080" y="179626"/>
                    <a:pt x="175080" y="180496"/>
                  </a:cubicBezTo>
                  <a:cubicBezTo>
                    <a:pt x="174343" y="180987"/>
                    <a:pt x="173606" y="181478"/>
                    <a:pt x="172847" y="181984"/>
                  </a:cubicBezTo>
                  <a:cubicBezTo>
                    <a:pt x="172418" y="183445"/>
                    <a:pt x="172418" y="183445"/>
                    <a:pt x="172336" y="185053"/>
                  </a:cubicBezTo>
                  <a:cubicBezTo>
                    <a:pt x="172221" y="186481"/>
                    <a:pt x="172221" y="186481"/>
                    <a:pt x="172103" y="187937"/>
                  </a:cubicBezTo>
                  <a:cubicBezTo>
                    <a:pt x="171367" y="187937"/>
                    <a:pt x="170630" y="187937"/>
                    <a:pt x="169871" y="187937"/>
                  </a:cubicBezTo>
                  <a:cubicBezTo>
                    <a:pt x="169756" y="189364"/>
                    <a:pt x="169756" y="189364"/>
                    <a:pt x="169638" y="190821"/>
                  </a:cubicBezTo>
                  <a:cubicBezTo>
                    <a:pt x="169508" y="192443"/>
                    <a:pt x="169508" y="192443"/>
                    <a:pt x="169127" y="193890"/>
                  </a:cubicBezTo>
                  <a:cubicBezTo>
                    <a:pt x="168390" y="194381"/>
                    <a:pt x="167653" y="194872"/>
                    <a:pt x="166894" y="195378"/>
                  </a:cubicBezTo>
                  <a:cubicBezTo>
                    <a:pt x="166623" y="196614"/>
                    <a:pt x="166374" y="197854"/>
                    <a:pt x="166150" y="199099"/>
                  </a:cubicBezTo>
                  <a:cubicBezTo>
                    <a:pt x="165659" y="199345"/>
                    <a:pt x="165168" y="199590"/>
                    <a:pt x="164662" y="199843"/>
                  </a:cubicBezTo>
                  <a:cubicBezTo>
                    <a:pt x="164416" y="200580"/>
                    <a:pt x="164171" y="201317"/>
                    <a:pt x="163918" y="202076"/>
                  </a:cubicBezTo>
                  <a:cubicBezTo>
                    <a:pt x="163174" y="204308"/>
                    <a:pt x="163174" y="204308"/>
                    <a:pt x="161685" y="205052"/>
                  </a:cubicBezTo>
                  <a:cubicBezTo>
                    <a:pt x="161440" y="205543"/>
                    <a:pt x="161194" y="206034"/>
                    <a:pt x="160941" y="206541"/>
                  </a:cubicBezTo>
                  <a:cubicBezTo>
                    <a:pt x="160197" y="208029"/>
                    <a:pt x="160197" y="208029"/>
                    <a:pt x="158709" y="208773"/>
                  </a:cubicBezTo>
                  <a:cubicBezTo>
                    <a:pt x="158601" y="209264"/>
                    <a:pt x="158494" y="209755"/>
                    <a:pt x="158383" y="210261"/>
                  </a:cubicBezTo>
                  <a:cubicBezTo>
                    <a:pt x="158245" y="210752"/>
                    <a:pt x="158107" y="211243"/>
                    <a:pt x="157965" y="211749"/>
                  </a:cubicBezTo>
                  <a:cubicBezTo>
                    <a:pt x="157228" y="211995"/>
                    <a:pt x="156491" y="212241"/>
                    <a:pt x="155732" y="212494"/>
                  </a:cubicBezTo>
                  <a:cubicBezTo>
                    <a:pt x="155224" y="213480"/>
                    <a:pt x="154727" y="214472"/>
                    <a:pt x="154244" y="215470"/>
                  </a:cubicBezTo>
                  <a:cubicBezTo>
                    <a:pt x="153753" y="215470"/>
                    <a:pt x="153262" y="215470"/>
                    <a:pt x="152756" y="215470"/>
                  </a:cubicBezTo>
                  <a:cubicBezTo>
                    <a:pt x="152648" y="215931"/>
                    <a:pt x="152541" y="216391"/>
                    <a:pt x="152430" y="216865"/>
                  </a:cubicBezTo>
                  <a:cubicBezTo>
                    <a:pt x="152011" y="218447"/>
                    <a:pt x="152011" y="218447"/>
                    <a:pt x="149779" y="219935"/>
                  </a:cubicBezTo>
                  <a:cubicBezTo>
                    <a:pt x="149533" y="220672"/>
                    <a:pt x="149288" y="221408"/>
                    <a:pt x="149035" y="222167"/>
                  </a:cubicBezTo>
                  <a:cubicBezTo>
                    <a:pt x="148406" y="222275"/>
                    <a:pt x="147776" y="222382"/>
                    <a:pt x="147128" y="222493"/>
                  </a:cubicBezTo>
                  <a:cubicBezTo>
                    <a:pt x="146529" y="222631"/>
                    <a:pt x="145931" y="222769"/>
                    <a:pt x="145314" y="222912"/>
                  </a:cubicBezTo>
                  <a:cubicBezTo>
                    <a:pt x="145314" y="223894"/>
                    <a:pt x="145314" y="224876"/>
                    <a:pt x="145314" y="225888"/>
                  </a:cubicBezTo>
                  <a:cubicBezTo>
                    <a:pt x="144075" y="226142"/>
                    <a:pt x="142835" y="226390"/>
                    <a:pt x="141594" y="226632"/>
                  </a:cubicBezTo>
                  <a:cubicBezTo>
                    <a:pt x="141471" y="227139"/>
                    <a:pt x="141348" y="227645"/>
                    <a:pt x="141221" y="228167"/>
                  </a:cubicBezTo>
                  <a:cubicBezTo>
                    <a:pt x="141099" y="228643"/>
                    <a:pt x="140976" y="229119"/>
                    <a:pt x="140849" y="229609"/>
                  </a:cubicBezTo>
                  <a:cubicBezTo>
                    <a:pt x="139609" y="229609"/>
                    <a:pt x="138369" y="229609"/>
                    <a:pt x="137129" y="229609"/>
                  </a:cubicBezTo>
                  <a:cubicBezTo>
                    <a:pt x="136783" y="230323"/>
                    <a:pt x="136783" y="230323"/>
                    <a:pt x="136431" y="231051"/>
                  </a:cubicBezTo>
                  <a:cubicBezTo>
                    <a:pt x="136170" y="231557"/>
                    <a:pt x="135909" y="232064"/>
                    <a:pt x="135640" y="232585"/>
                  </a:cubicBezTo>
                  <a:cubicBezTo>
                    <a:pt x="134888" y="232708"/>
                    <a:pt x="134136" y="232831"/>
                    <a:pt x="133361" y="232957"/>
                  </a:cubicBezTo>
                  <a:cubicBezTo>
                    <a:pt x="132640" y="233080"/>
                    <a:pt x="131919" y="233203"/>
                    <a:pt x="131176" y="233330"/>
                  </a:cubicBezTo>
                  <a:cubicBezTo>
                    <a:pt x="131084" y="233820"/>
                    <a:pt x="130993" y="234310"/>
                    <a:pt x="130899" y="234815"/>
                  </a:cubicBezTo>
                  <a:cubicBezTo>
                    <a:pt x="130745" y="235307"/>
                    <a:pt x="130591" y="235799"/>
                    <a:pt x="130431" y="236306"/>
                  </a:cubicBezTo>
                  <a:cubicBezTo>
                    <a:pt x="128757" y="236681"/>
                    <a:pt x="128757" y="236681"/>
                    <a:pt x="126711" y="236725"/>
                  </a:cubicBezTo>
                  <a:cubicBezTo>
                    <a:pt x="124718" y="236725"/>
                    <a:pt x="124718" y="236725"/>
                    <a:pt x="122990" y="237050"/>
                  </a:cubicBezTo>
                  <a:cubicBezTo>
                    <a:pt x="122744" y="237787"/>
                    <a:pt x="122499" y="238524"/>
                    <a:pt x="122246" y="239283"/>
                  </a:cubicBezTo>
                  <a:cubicBezTo>
                    <a:pt x="119781" y="239748"/>
                    <a:pt x="119781" y="239748"/>
                    <a:pt x="117037" y="240027"/>
                  </a:cubicBezTo>
                  <a:cubicBezTo>
                    <a:pt x="115335" y="240233"/>
                    <a:pt x="115335" y="240233"/>
                    <a:pt x="114060" y="240771"/>
                  </a:cubicBezTo>
                  <a:cubicBezTo>
                    <a:pt x="113815" y="241508"/>
                    <a:pt x="113569" y="242244"/>
                    <a:pt x="113316" y="243003"/>
                  </a:cubicBezTo>
                  <a:cubicBezTo>
                    <a:pt x="111560" y="243272"/>
                    <a:pt x="111560" y="243272"/>
                    <a:pt x="109201" y="243257"/>
                  </a:cubicBezTo>
                  <a:cubicBezTo>
                    <a:pt x="108322" y="243257"/>
                    <a:pt x="107444" y="243256"/>
                    <a:pt x="106538" y="243256"/>
                  </a:cubicBezTo>
                  <a:cubicBezTo>
                    <a:pt x="105103" y="243239"/>
                    <a:pt x="105103" y="243239"/>
                    <a:pt x="103639" y="243221"/>
                  </a:cubicBezTo>
                  <a:cubicBezTo>
                    <a:pt x="102179" y="243217"/>
                    <a:pt x="102179" y="243217"/>
                    <a:pt x="100690" y="243212"/>
                  </a:cubicBezTo>
                  <a:cubicBezTo>
                    <a:pt x="98097" y="243203"/>
                    <a:pt x="95505" y="243181"/>
                    <a:pt x="92913" y="243157"/>
                  </a:cubicBezTo>
                  <a:cubicBezTo>
                    <a:pt x="90269" y="243134"/>
                    <a:pt x="87626" y="243124"/>
                    <a:pt x="84982" y="243112"/>
                  </a:cubicBezTo>
                  <a:cubicBezTo>
                    <a:pt x="79792" y="243088"/>
                    <a:pt x="74602" y="243050"/>
                    <a:pt x="69412" y="243003"/>
                  </a:cubicBezTo>
                  <a:cubicBezTo>
                    <a:pt x="69412" y="242267"/>
                    <a:pt x="69412" y="241530"/>
                    <a:pt x="69412" y="240771"/>
                  </a:cubicBezTo>
                  <a:cubicBezTo>
                    <a:pt x="67791" y="240233"/>
                    <a:pt x="67791" y="240233"/>
                    <a:pt x="65691" y="240027"/>
                  </a:cubicBezTo>
                  <a:cubicBezTo>
                    <a:pt x="64755" y="239889"/>
                    <a:pt x="63819" y="239751"/>
                    <a:pt x="62854" y="239608"/>
                  </a:cubicBezTo>
                  <a:cubicBezTo>
                    <a:pt x="62071" y="239501"/>
                    <a:pt x="61289" y="239393"/>
                    <a:pt x="60482" y="239283"/>
                  </a:cubicBezTo>
                  <a:cubicBezTo>
                    <a:pt x="60482" y="238300"/>
                    <a:pt x="60482" y="237318"/>
                    <a:pt x="60482" y="236306"/>
                  </a:cubicBezTo>
                  <a:cubicBezTo>
                    <a:pt x="59954" y="236341"/>
                    <a:pt x="59425" y="236375"/>
                    <a:pt x="58881" y="236411"/>
                  </a:cubicBezTo>
                  <a:cubicBezTo>
                    <a:pt x="58197" y="236438"/>
                    <a:pt x="57513" y="236464"/>
                    <a:pt x="56808" y="236492"/>
                  </a:cubicBezTo>
                  <a:cubicBezTo>
                    <a:pt x="56126" y="236527"/>
                    <a:pt x="55444" y="236561"/>
                    <a:pt x="54741" y="236597"/>
                  </a:cubicBezTo>
                  <a:cubicBezTo>
                    <a:pt x="54180" y="236501"/>
                    <a:pt x="53619" y="236405"/>
                    <a:pt x="53041" y="236306"/>
                  </a:cubicBezTo>
                  <a:cubicBezTo>
                    <a:pt x="52599" y="234841"/>
                    <a:pt x="52599" y="234841"/>
                    <a:pt x="52297" y="233330"/>
                  </a:cubicBezTo>
                  <a:cubicBezTo>
                    <a:pt x="49678" y="232716"/>
                    <a:pt x="49678" y="232716"/>
                    <a:pt x="47088" y="232585"/>
                  </a:cubicBezTo>
                  <a:cubicBezTo>
                    <a:pt x="47088" y="231603"/>
                    <a:pt x="47088" y="230621"/>
                    <a:pt x="47088" y="229609"/>
                  </a:cubicBezTo>
                  <a:cubicBezTo>
                    <a:pt x="45614" y="229609"/>
                    <a:pt x="44141" y="229609"/>
                    <a:pt x="42623" y="229609"/>
                  </a:cubicBezTo>
                  <a:cubicBezTo>
                    <a:pt x="42623" y="228627"/>
                    <a:pt x="42623" y="227644"/>
                    <a:pt x="42623" y="226632"/>
                  </a:cubicBezTo>
                  <a:cubicBezTo>
                    <a:pt x="41398" y="226099"/>
                    <a:pt x="40157" y="225603"/>
                    <a:pt x="38902" y="225144"/>
                  </a:cubicBezTo>
                  <a:cubicBezTo>
                    <a:pt x="38534" y="224039"/>
                    <a:pt x="38534" y="224039"/>
                    <a:pt x="38158" y="222912"/>
                  </a:cubicBezTo>
                  <a:cubicBezTo>
                    <a:pt x="37651" y="222789"/>
                    <a:pt x="37145" y="222666"/>
                    <a:pt x="36623" y="222540"/>
                  </a:cubicBezTo>
                  <a:cubicBezTo>
                    <a:pt x="36147" y="222417"/>
                    <a:pt x="35672" y="222294"/>
                    <a:pt x="35181" y="222167"/>
                  </a:cubicBezTo>
                  <a:cubicBezTo>
                    <a:pt x="35181" y="221431"/>
                    <a:pt x="35181" y="220694"/>
                    <a:pt x="35181" y="219935"/>
                  </a:cubicBezTo>
                  <a:cubicBezTo>
                    <a:pt x="34191" y="219679"/>
                    <a:pt x="33199" y="219432"/>
                    <a:pt x="32205" y="219191"/>
                  </a:cubicBezTo>
                  <a:cubicBezTo>
                    <a:pt x="31836" y="218086"/>
                    <a:pt x="31836" y="218086"/>
                    <a:pt x="31461" y="216958"/>
                  </a:cubicBezTo>
                  <a:cubicBezTo>
                    <a:pt x="30238" y="215701"/>
                    <a:pt x="28994" y="214464"/>
                    <a:pt x="27740" y="213238"/>
                  </a:cubicBezTo>
                  <a:cubicBezTo>
                    <a:pt x="21043" y="205560"/>
                    <a:pt x="21043" y="205560"/>
                    <a:pt x="21043" y="202820"/>
                  </a:cubicBezTo>
                  <a:cubicBezTo>
                    <a:pt x="20306" y="202820"/>
                    <a:pt x="19569" y="202820"/>
                    <a:pt x="18810" y="202820"/>
                  </a:cubicBezTo>
                  <a:cubicBezTo>
                    <a:pt x="18879" y="201945"/>
                    <a:pt x="18879" y="201945"/>
                    <a:pt x="18950" y="201052"/>
                  </a:cubicBezTo>
                  <a:cubicBezTo>
                    <a:pt x="18904" y="200408"/>
                    <a:pt x="18858" y="199763"/>
                    <a:pt x="18810" y="199099"/>
                  </a:cubicBezTo>
                  <a:cubicBezTo>
                    <a:pt x="18074" y="198608"/>
                    <a:pt x="17337" y="198117"/>
                    <a:pt x="16578" y="197611"/>
                  </a:cubicBezTo>
                  <a:cubicBezTo>
                    <a:pt x="16066" y="194913"/>
                    <a:pt x="16066" y="194913"/>
                    <a:pt x="15834" y="192402"/>
                  </a:cubicBezTo>
                  <a:cubicBezTo>
                    <a:pt x="15097" y="192402"/>
                    <a:pt x="14360" y="192402"/>
                    <a:pt x="13601" y="192402"/>
                  </a:cubicBezTo>
                  <a:cubicBezTo>
                    <a:pt x="13077" y="190674"/>
                    <a:pt x="12580" y="188937"/>
                    <a:pt x="12113" y="187193"/>
                  </a:cubicBezTo>
                  <a:cubicBezTo>
                    <a:pt x="11622" y="187193"/>
                    <a:pt x="11131" y="187193"/>
                    <a:pt x="10625" y="187193"/>
                  </a:cubicBezTo>
                  <a:cubicBezTo>
                    <a:pt x="10625" y="184737"/>
                    <a:pt x="10625" y="182282"/>
                    <a:pt x="10625" y="179751"/>
                  </a:cubicBezTo>
                  <a:cubicBezTo>
                    <a:pt x="9888" y="179751"/>
                    <a:pt x="9151" y="179751"/>
                    <a:pt x="8392" y="179751"/>
                  </a:cubicBezTo>
                  <a:cubicBezTo>
                    <a:pt x="8024" y="175331"/>
                    <a:pt x="8024" y="175331"/>
                    <a:pt x="7648" y="170822"/>
                  </a:cubicBezTo>
                  <a:cubicBezTo>
                    <a:pt x="6912" y="170822"/>
                    <a:pt x="6175" y="170822"/>
                    <a:pt x="5416" y="170822"/>
                  </a:cubicBezTo>
                  <a:cubicBezTo>
                    <a:pt x="5170" y="167384"/>
                    <a:pt x="4925" y="163946"/>
                    <a:pt x="4672" y="160404"/>
                  </a:cubicBezTo>
                  <a:cubicBezTo>
                    <a:pt x="3935" y="160404"/>
                    <a:pt x="3198" y="160404"/>
                    <a:pt x="2439" y="160404"/>
                  </a:cubicBezTo>
                  <a:cubicBezTo>
                    <a:pt x="2424" y="159912"/>
                    <a:pt x="2410" y="159420"/>
                    <a:pt x="2395" y="158913"/>
                  </a:cubicBezTo>
                  <a:cubicBezTo>
                    <a:pt x="2324" y="156696"/>
                    <a:pt x="2242" y="154481"/>
                    <a:pt x="2160" y="152265"/>
                  </a:cubicBezTo>
                  <a:cubicBezTo>
                    <a:pt x="2137" y="151490"/>
                    <a:pt x="2114" y="150716"/>
                    <a:pt x="2090" y="149918"/>
                  </a:cubicBezTo>
                  <a:cubicBezTo>
                    <a:pt x="2047" y="148813"/>
                    <a:pt x="2047" y="148813"/>
                    <a:pt x="2003" y="147687"/>
                  </a:cubicBezTo>
                  <a:cubicBezTo>
                    <a:pt x="1980" y="147005"/>
                    <a:pt x="1956" y="146323"/>
                    <a:pt x="1932" y="145620"/>
                  </a:cubicBezTo>
                  <a:cubicBezTo>
                    <a:pt x="1854" y="145096"/>
                    <a:pt x="1776" y="144572"/>
                    <a:pt x="1695" y="144033"/>
                  </a:cubicBezTo>
                  <a:cubicBezTo>
                    <a:pt x="1204" y="143787"/>
                    <a:pt x="713" y="143542"/>
                    <a:pt x="207" y="143289"/>
                  </a:cubicBezTo>
                  <a:cubicBezTo>
                    <a:pt x="18" y="141650"/>
                    <a:pt x="18" y="141650"/>
                    <a:pt x="14" y="139459"/>
                  </a:cubicBezTo>
                  <a:cubicBezTo>
                    <a:pt x="10" y="138642"/>
                    <a:pt x="5" y="137825"/>
                    <a:pt x="0" y="136983"/>
                  </a:cubicBezTo>
                  <a:cubicBezTo>
                    <a:pt x="3" y="136094"/>
                    <a:pt x="6" y="135205"/>
                    <a:pt x="9" y="134289"/>
                  </a:cubicBezTo>
                  <a:cubicBezTo>
                    <a:pt x="8" y="133384"/>
                    <a:pt x="6" y="132478"/>
                    <a:pt x="5" y="131545"/>
                  </a:cubicBezTo>
                  <a:cubicBezTo>
                    <a:pt x="4" y="129626"/>
                    <a:pt x="7" y="127706"/>
                    <a:pt x="13" y="125787"/>
                  </a:cubicBezTo>
                  <a:cubicBezTo>
                    <a:pt x="21" y="122837"/>
                    <a:pt x="13" y="119888"/>
                    <a:pt x="3" y="116938"/>
                  </a:cubicBezTo>
                  <a:cubicBezTo>
                    <a:pt x="4" y="115079"/>
                    <a:pt x="6" y="113220"/>
                    <a:pt x="9" y="111360"/>
                  </a:cubicBezTo>
                  <a:cubicBezTo>
                    <a:pt x="6" y="110471"/>
                    <a:pt x="3" y="109582"/>
                    <a:pt x="0" y="108666"/>
                  </a:cubicBezTo>
                  <a:cubicBezTo>
                    <a:pt x="7" y="107441"/>
                    <a:pt x="7" y="107441"/>
                    <a:pt x="14" y="106191"/>
                  </a:cubicBezTo>
                  <a:cubicBezTo>
                    <a:pt x="15" y="105467"/>
                    <a:pt x="17" y="104744"/>
                    <a:pt x="18" y="103999"/>
                  </a:cubicBezTo>
                  <a:cubicBezTo>
                    <a:pt x="80" y="103458"/>
                    <a:pt x="143" y="102918"/>
                    <a:pt x="207" y="102361"/>
                  </a:cubicBezTo>
                  <a:cubicBezTo>
                    <a:pt x="698" y="102115"/>
                    <a:pt x="1189" y="101870"/>
                    <a:pt x="1695" y="101617"/>
                  </a:cubicBezTo>
                  <a:cubicBezTo>
                    <a:pt x="1975" y="99737"/>
                    <a:pt x="1975" y="99737"/>
                    <a:pt x="2003" y="97475"/>
                  </a:cubicBezTo>
                  <a:cubicBezTo>
                    <a:pt x="2032" y="96638"/>
                    <a:pt x="2061" y="95801"/>
                    <a:pt x="2090" y="94938"/>
                  </a:cubicBezTo>
                  <a:cubicBezTo>
                    <a:pt x="2113" y="94057"/>
                    <a:pt x="2136" y="93176"/>
                    <a:pt x="2160" y="92268"/>
                  </a:cubicBezTo>
                  <a:cubicBezTo>
                    <a:pt x="2189" y="91384"/>
                    <a:pt x="2218" y="90501"/>
                    <a:pt x="2247" y="89590"/>
                  </a:cubicBezTo>
                  <a:cubicBezTo>
                    <a:pt x="2318" y="87398"/>
                    <a:pt x="2381" y="85206"/>
                    <a:pt x="2439" y="83013"/>
                  </a:cubicBezTo>
                  <a:cubicBezTo>
                    <a:pt x="2930" y="83013"/>
                    <a:pt x="3421" y="83013"/>
                    <a:pt x="3927" y="83013"/>
                  </a:cubicBezTo>
                  <a:cubicBezTo>
                    <a:pt x="4933" y="81003"/>
                    <a:pt x="4924" y="79205"/>
                    <a:pt x="5090" y="76967"/>
                  </a:cubicBezTo>
                  <a:cubicBezTo>
                    <a:pt x="5153" y="76152"/>
                    <a:pt x="5215" y="75336"/>
                    <a:pt x="5279" y="74496"/>
                  </a:cubicBezTo>
                  <a:cubicBezTo>
                    <a:pt x="5324" y="73869"/>
                    <a:pt x="5369" y="73242"/>
                    <a:pt x="5416" y="72595"/>
                  </a:cubicBezTo>
                  <a:cubicBezTo>
                    <a:pt x="6152" y="72595"/>
                    <a:pt x="6889" y="72595"/>
                    <a:pt x="7648" y="72595"/>
                  </a:cubicBezTo>
                  <a:cubicBezTo>
                    <a:pt x="7685" y="71959"/>
                    <a:pt x="7721" y="71323"/>
                    <a:pt x="7759" y="70668"/>
                  </a:cubicBezTo>
                  <a:cubicBezTo>
                    <a:pt x="7814" y="69846"/>
                    <a:pt x="7870" y="69024"/>
                    <a:pt x="7927" y="68177"/>
                  </a:cubicBezTo>
                  <a:cubicBezTo>
                    <a:pt x="7979" y="67357"/>
                    <a:pt x="8031" y="66537"/>
                    <a:pt x="8084" y="65692"/>
                  </a:cubicBezTo>
                  <a:cubicBezTo>
                    <a:pt x="8186" y="65023"/>
                    <a:pt x="8288" y="64354"/>
                    <a:pt x="8392" y="63666"/>
                  </a:cubicBezTo>
                  <a:cubicBezTo>
                    <a:pt x="9129" y="63297"/>
                    <a:pt x="9129" y="63297"/>
                    <a:pt x="9881" y="62921"/>
                  </a:cubicBezTo>
                  <a:cubicBezTo>
                    <a:pt x="10143" y="61191"/>
                    <a:pt x="10211" y="59483"/>
                    <a:pt x="10296" y="57736"/>
                  </a:cubicBezTo>
                  <a:cubicBezTo>
                    <a:pt x="10405" y="57237"/>
                    <a:pt x="10513" y="56738"/>
                    <a:pt x="10625" y="56224"/>
                  </a:cubicBezTo>
                  <a:cubicBezTo>
                    <a:pt x="11730" y="55856"/>
                    <a:pt x="11730" y="55856"/>
                    <a:pt x="12857" y="55480"/>
                  </a:cubicBezTo>
                  <a:cubicBezTo>
                    <a:pt x="13409" y="52857"/>
                    <a:pt x="13409" y="52857"/>
                    <a:pt x="13601" y="50271"/>
                  </a:cubicBezTo>
                  <a:cubicBezTo>
                    <a:pt x="14092" y="50271"/>
                    <a:pt x="14584" y="50271"/>
                    <a:pt x="15090" y="50271"/>
                  </a:cubicBezTo>
                  <a:cubicBezTo>
                    <a:pt x="15320" y="49534"/>
                    <a:pt x="15550" y="48798"/>
                    <a:pt x="15787" y="48039"/>
                  </a:cubicBezTo>
                  <a:cubicBezTo>
                    <a:pt x="16048" y="47302"/>
                    <a:pt x="16309" y="46565"/>
                    <a:pt x="16578" y="45806"/>
                  </a:cubicBezTo>
                  <a:cubicBezTo>
                    <a:pt x="17315" y="45806"/>
                    <a:pt x="18051" y="45806"/>
                    <a:pt x="18810" y="45806"/>
                  </a:cubicBezTo>
                  <a:cubicBezTo>
                    <a:pt x="18810" y="44333"/>
                    <a:pt x="18810" y="42859"/>
                    <a:pt x="18810" y="41341"/>
                  </a:cubicBezTo>
                  <a:cubicBezTo>
                    <a:pt x="19547" y="41341"/>
                    <a:pt x="20284" y="41341"/>
                    <a:pt x="21043" y="41341"/>
                  </a:cubicBezTo>
                  <a:cubicBezTo>
                    <a:pt x="21119" y="40651"/>
                    <a:pt x="21196" y="39960"/>
                    <a:pt x="21275" y="39248"/>
                  </a:cubicBezTo>
                  <a:cubicBezTo>
                    <a:pt x="21811" y="36765"/>
                    <a:pt x="22192" y="36243"/>
                    <a:pt x="24019" y="34644"/>
                  </a:cubicBezTo>
                  <a:cubicBezTo>
                    <a:pt x="24265" y="33907"/>
                    <a:pt x="24510" y="33171"/>
                    <a:pt x="24763" y="32412"/>
                  </a:cubicBezTo>
                  <a:cubicBezTo>
                    <a:pt x="25500" y="31920"/>
                    <a:pt x="26237" y="31429"/>
                    <a:pt x="26996" y="30923"/>
                  </a:cubicBezTo>
                  <a:cubicBezTo>
                    <a:pt x="27241" y="30187"/>
                    <a:pt x="27487" y="29450"/>
                    <a:pt x="27740" y="28691"/>
                  </a:cubicBezTo>
                  <a:cubicBezTo>
                    <a:pt x="28955" y="27668"/>
                    <a:pt x="30197" y="26677"/>
                    <a:pt x="31461" y="25714"/>
                  </a:cubicBezTo>
                  <a:cubicBezTo>
                    <a:pt x="33231" y="24134"/>
                    <a:pt x="33660" y="23582"/>
                    <a:pt x="34437" y="21250"/>
                  </a:cubicBezTo>
                  <a:cubicBezTo>
                    <a:pt x="35677" y="21001"/>
                    <a:pt x="36918" y="20753"/>
                    <a:pt x="38158" y="20505"/>
                  </a:cubicBezTo>
                  <a:cubicBezTo>
                    <a:pt x="38526" y="19400"/>
                    <a:pt x="38526" y="19400"/>
                    <a:pt x="38902" y="18273"/>
                  </a:cubicBezTo>
                  <a:cubicBezTo>
                    <a:pt x="39409" y="18166"/>
                    <a:pt x="39915" y="18058"/>
                    <a:pt x="40437" y="17947"/>
                  </a:cubicBezTo>
                  <a:cubicBezTo>
                    <a:pt x="40913" y="17809"/>
                    <a:pt x="41388" y="17671"/>
                    <a:pt x="41879" y="17529"/>
                  </a:cubicBezTo>
                  <a:cubicBezTo>
                    <a:pt x="41879" y="16547"/>
                    <a:pt x="41879" y="15564"/>
                    <a:pt x="41879" y="14552"/>
                  </a:cubicBezTo>
                  <a:cubicBezTo>
                    <a:pt x="42600" y="14491"/>
                    <a:pt x="43321" y="14429"/>
                    <a:pt x="44065" y="14366"/>
                  </a:cubicBezTo>
                  <a:cubicBezTo>
                    <a:pt x="44817" y="14182"/>
                    <a:pt x="45569" y="13998"/>
                    <a:pt x="46344" y="13808"/>
                  </a:cubicBezTo>
                  <a:cubicBezTo>
                    <a:pt x="46451" y="13302"/>
                    <a:pt x="46558" y="12795"/>
                    <a:pt x="46669" y="12273"/>
                  </a:cubicBezTo>
                  <a:cubicBezTo>
                    <a:pt x="46876" y="11560"/>
                    <a:pt x="46876" y="11560"/>
                    <a:pt x="47088" y="10832"/>
                  </a:cubicBezTo>
                  <a:cubicBezTo>
                    <a:pt x="47947" y="10847"/>
                    <a:pt x="48807" y="10862"/>
                    <a:pt x="49692" y="10878"/>
                  </a:cubicBezTo>
                  <a:cubicBezTo>
                    <a:pt x="50552" y="10863"/>
                    <a:pt x="51411" y="10847"/>
                    <a:pt x="52297" y="10832"/>
                  </a:cubicBezTo>
                  <a:cubicBezTo>
                    <a:pt x="52404" y="10233"/>
                    <a:pt x="52512" y="9634"/>
                    <a:pt x="52622" y="9018"/>
                  </a:cubicBezTo>
                  <a:cubicBezTo>
                    <a:pt x="52829" y="8074"/>
                    <a:pt x="52829" y="8074"/>
                    <a:pt x="53041" y="7111"/>
                  </a:cubicBezTo>
                  <a:cubicBezTo>
                    <a:pt x="54599" y="6719"/>
                    <a:pt x="56040" y="6645"/>
                    <a:pt x="57645" y="6617"/>
                  </a:cubicBezTo>
                  <a:cubicBezTo>
                    <a:pt x="58090" y="6534"/>
                    <a:pt x="58535" y="6452"/>
                    <a:pt x="58994" y="6367"/>
                  </a:cubicBezTo>
                  <a:cubicBezTo>
                    <a:pt x="59239" y="5630"/>
                    <a:pt x="59485" y="4893"/>
                    <a:pt x="59738" y="4134"/>
                  </a:cubicBezTo>
                  <a:cubicBezTo>
                    <a:pt x="62057" y="3814"/>
                    <a:pt x="64328" y="3807"/>
                    <a:pt x="66668" y="3765"/>
                  </a:cubicBezTo>
                  <a:cubicBezTo>
                    <a:pt x="67328" y="3641"/>
                    <a:pt x="67988" y="3518"/>
                    <a:pt x="68668" y="3390"/>
                  </a:cubicBezTo>
                  <a:cubicBezTo>
                    <a:pt x="68747" y="2899"/>
                    <a:pt x="68827" y="2408"/>
                    <a:pt x="68908" y="1902"/>
                  </a:cubicBezTo>
                  <a:cubicBezTo>
                    <a:pt x="69075" y="1411"/>
                    <a:pt x="69241" y="920"/>
                    <a:pt x="69412" y="414"/>
                  </a:cubicBezTo>
                  <a:cubicBezTo>
                    <a:pt x="71163" y="36"/>
                    <a:pt x="71163" y="36"/>
                    <a:pt x="73515" y="28"/>
                  </a:cubicBezTo>
                  <a:cubicBezTo>
                    <a:pt x="74391" y="19"/>
                    <a:pt x="75268" y="10"/>
                    <a:pt x="76171" y="0"/>
                  </a:cubicBezTo>
                  <a:close/>
                </a:path>
              </a:pathLst>
            </a:custGeom>
            <a:grpFill/>
            <a:ln w="744" cap="flat">
              <a:noFill/>
              <a:prstDash val="solid"/>
              <a:miter/>
            </a:ln>
          </p:spPr>
          <p:txBody>
            <a:bodyPr rtlCol="0" anchor="ctr"/>
            <a:lstStyle/>
            <a:p>
              <a:endParaRPr lang="zh-CN" altLang="en-US"/>
            </a:p>
          </p:txBody>
        </p:sp>
        <p:sp>
          <p:nvSpPr>
            <p:cNvPr id="110" name="任意多边形: 形状 109"/>
            <p:cNvSpPr/>
            <p:nvPr/>
          </p:nvSpPr>
          <p:spPr>
            <a:xfrm>
              <a:off x="6523620" y="1390302"/>
              <a:ext cx="183231" cy="243347"/>
            </a:xfrm>
            <a:custGeom>
              <a:avLst/>
              <a:gdLst>
                <a:gd name="connsiteX0" fmla="*/ 88013 w 183231"/>
                <a:gd name="connsiteY0" fmla="*/ 30621 h 243347"/>
                <a:gd name="connsiteX1" fmla="*/ 84853 w 183231"/>
                <a:gd name="connsiteY1" fmla="*/ 30964 h 243347"/>
                <a:gd name="connsiteX2" fmla="*/ 84060 w 183231"/>
                <a:gd name="connsiteY2" fmla="*/ 32452 h 243347"/>
                <a:gd name="connsiteX3" fmla="*/ 83365 w 183231"/>
                <a:gd name="connsiteY3" fmla="*/ 33941 h 243347"/>
                <a:gd name="connsiteX4" fmla="*/ 80993 w 183231"/>
                <a:gd name="connsiteY4" fmla="*/ 34290 h 243347"/>
                <a:gd name="connsiteX5" fmla="*/ 72947 w 183231"/>
                <a:gd name="connsiteY5" fmla="*/ 34685 h 243347"/>
                <a:gd name="connsiteX6" fmla="*/ 72066 w 183231"/>
                <a:gd name="connsiteY6" fmla="*/ 36199 h 243347"/>
                <a:gd name="connsiteX7" fmla="*/ 71459 w 183231"/>
                <a:gd name="connsiteY7" fmla="*/ 37661 h 243347"/>
                <a:gd name="connsiteX8" fmla="*/ 70037 w 183231"/>
                <a:gd name="connsiteY8" fmla="*/ 37821 h 243347"/>
                <a:gd name="connsiteX9" fmla="*/ 65506 w 183231"/>
                <a:gd name="connsiteY9" fmla="*/ 37661 h 243347"/>
                <a:gd name="connsiteX10" fmla="*/ 65040 w 183231"/>
                <a:gd name="connsiteY10" fmla="*/ 39522 h 243347"/>
                <a:gd name="connsiteX11" fmla="*/ 64761 w 183231"/>
                <a:gd name="connsiteY11" fmla="*/ 41382 h 243347"/>
                <a:gd name="connsiteX12" fmla="*/ 62529 w 183231"/>
                <a:gd name="connsiteY12" fmla="*/ 41429 h 243347"/>
                <a:gd name="connsiteX13" fmla="*/ 60297 w 183231"/>
                <a:gd name="connsiteY13" fmla="*/ 41382 h 243347"/>
                <a:gd name="connsiteX14" fmla="*/ 59831 w 183231"/>
                <a:gd name="connsiteY14" fmla="*/ 42824 h 243347"/>
                <a:gd name="connsiteX15" fmla="*/ 59552 w 183231"/>
                <a:gd name="connsiteY15" fmla="*/ 44359 h 243347"/>
                <a:gd name="connsiteX16" fmla="*/ 56576 w 183231"/>
                <a:gd name="connsiteY16" fmla="*/ 45103 h 243347"/>
                <a:gd name="connsiteX17" fmla="*/ 56111 w 183231"/>
                <a:gd name="connsiteY17" fmla="*/ 46638 h 243347"/>
                <a:gd name="connsiteX18" fmla="*/ 55832 w 183231"/>
                <a:gd name="connsiteY18" fmla="*/ 48079 h 243347"/>
                <a:gd name="connsiteX19" fmla="*/ 52902 w 183231"/>
                <a:gd name="connsiteY19" fmla="*/ 49521 h 243347"/>
                <a:gd name="connsiteX20" fmla="*/ 51367 w 183231"/>
                <a:gd name="connsiteY20" fmla="*/ 51056 h 243347"/>
                <a:gd name="connsiteX21" fmla="*/ 49134 w 183231"/>
                <a:gd name="connsiteY21" fmla="*/ 51800 h 243347"/>
                <a:gd name="connsiteX22" fmla="*/ 48716 w 183231"/>
                <a:gd name="connsiteY22" fmla="*/ 53335 h 243347"/>
                <a:gd name="connsiteX23" fmla="*/ 48390 w 183231"/>
                <a:gd name="connsiteY23" fmla="*/ 54777 h 243347"/>
                <a:gd name="connsiteX24" fmla="*/ 46902 w 183231"/>
                <a:gd name="connsiteY24" fmla="*/ 54777 h 243347"/>
                <a:gd name="connsiteX25" fmla="*/ 46158 w 183231"/>
                <a:gd name="connsiteY25" fmla="*/ 58497 h 243347"/>
                <a:gd name="connsiteX26" fmla="*/ 43925 w 183231"/>
                <a:gd name="connsiteY26" fmla="*/ 58497 h 243347"/>
                <a:gd name="connsiteX27" fmla="*/ 43181 w 183231"/>
                <a:gd name="connsiteY27" fmla="*/ 64451 h 243347"/>
                <a:gd name="connsiteX28" fmla="*/ 41693 w 183231"/>
                <a:gd name="connsiteY28" fmla="*/ 64451 h 243347"/>
                <a:gd name="connsiteX29" fmla="*/ 40902 w 183231"/>
                <a:gd name="connsiteY29" fmla="*/ 66683 h 243347"/>
                <a:gd name="connsiteX30" fmla="*/ 40205 w 183231"/>
                <a:gd name="connsiteY30" fmla="*/ 68915 h 243347"/>
                <a:gd name="connsiteX31" fmla="*/ 39461 w 183231"/>
                <a:gd name="connsiteY31" fmla="*/ 68915 h 243347"/>
                <a:gd name="connsiteX32" fmla="*/ 37972 w 183231"/>
                <a:gd name="connsiteY32" fmla="*/ 71892 h 243347"/>
                <a:gd name="connsiteX33" fmla="*/ 37972 w 183231"/>
                <a:gd name="connsiteY33" fmla="*/ 77101 h 243347"/>
                <a:gd name="connsiteX34" fmla="*/ 35740 w 183231"/>
                <a:gd name="connsiteY34" fmla="*/ 77845 h 243347"/>
                <a:gd name="connsiteX35" fmla="*/ 35438 w 183231"/>
                <a:gd name="connsiteY35" fmla="*/ 80144 h 243347"/>
                <a:gd name="connsiteX36" fmla="*/ 34996 w 183231"/>
                <a:gd name="connsiteY36" fmla="*/ 88263 h 243347"/>
                <a:gd name="connsiteX37" fmla="*/ 32763 w 183231"/>
                <a:gd name="connsiteY37" fmla="*/ 89751 h 243347"/>
                <a:gd name="connsiteX38" fmla="*/ 32397 w 183231"/>
                <a:gd name="connsiteY38" fmla="*/ 93551 h 243347"/>
                <a:gd name="connsiteX39" fmla="*/ 32383 w 183231"/>
                <a:gd name="connsiteY39" fmla="*/ 95106 h 243347"/>
                <a:gd name="connsiteX40" fmla="*/ 32277 w 183231"/>
                <a:gd name="connsiteY40" fmla="*/ 100037 h 243347"/>
                <a:gd name="connsiteX41" fmla="*/ 32214 w 183231"/>
                <a:gd name="connsiteY41" fmla="*/ 103472 h 243347"/>
                <a:gd name="connsiteX42" fmla="*/ 32052 w 183231"/>
                <a:gd name="connsiteY42" fmla="*/ 111402 h 243347"/>
                <a:gd name="connsiteX43" fmla="*/ 32019 w 183231"/>
                <a:gd name="connsiteY43" fmla="*/ 113564 h 243347"/>
                <a:gd name="connsiteX44" fmla="*/ 31275 w 183231"/>
                <a:gd name="connsiteY44" fmla="*/ 113564 h 243347"/>
                <a:gd name="connsiteX45" fmla="*/ 29606 w 183231"/>
                <a:gd name="connsiteY45" fmla="*/ 118185 h 243347"/>
                <a:gd name="connsiteX46" fmla="*/ 29615 w 183231"/>
                <a:gd name="connsiteY46" fmla="*/ 119956 h 243347"/>
                <a:gd name="connsiteX47" fmla="*/ 29620 w 183231"/>
                <a:gd name="connsiteY47" fmla="*/ 121911 h 243347"/>
                <a:gd name="connsiteX48" fmla="*/ 29647 w 183231"/>
                <a:gd name="connsiteY48" fmla="*/ 123935 h 243347"/>
                <a:gd name="connsiteX49" fmla="*/ 30531 w 183231"/>
                <a:gd name="connsiteY49" fmla="*/ 135144 h 243347"/>
                <a:gd name="connsiteX50" fmla="*/ 32245 w 183231"/>
                <a:gd name="connsiteY50" fmla="*/ 138485 h 243347"/>
                <a:gd name="connsiteX51" fmla="*/ 32301 w 183231"/>
                <a:gd name="connsiteY51" fmla="*/ 140795 h 243347"/>
                <a:gd name="connsiteX52" fmla="*/ 32378 w 183231"/>
                <a:gd name="connsiteY52" fmla="*/ 143303 h 243347"/>
                <a:gd name="connsiteX53" fmla="*/ 32506 w 183231"/>
                <a:gd name="connsiteY53" fmla="*/ 148565 h 243347"/>
                <a:gd name="connsiteX54" fmla="*/ 32580 w 183231"/>
                <a:gd name="connsiteY54" fmla="*/ 151073 h 243347"/>
                <a:gd name="connsiteX55" fmla="*/ 33507 w 183231"/>
                <a:gd name="connsiteY55" fmla="*/ 156724 h 243347"/>
                <a:gd name="connsiteX56" fmla="*/ 34996 w 183231"/>
                <a:gd name="connsiteY56" fmla="*/ 156724 h 243347"/>
                <a:gd name="connsiteX57" fmla="*/ 35080 w 183231"/>
                <a:gd name="connsiteY57" fmla="*/ 158651 h 243347"/>
                <a:gd name="connsiteX58" fmla="*/ 35228 w 183231"/>
                <a:gd name="connsiteY58" fmla="*/ 161142 h 243347"/>
                <a:gd name="connsiteX59" fmla="*/ 35740 w 183231"/>
                <a:gd name="connsiteY59" fmla="*/ 165654 h 243347"/>
                <a:gd name="connsiteX60" fmla="*/ 37972 w 183231"/>
                <a:gd name="connsiteY60" fmla="*/ 166398 h 243347"/>
                <a:gd name="connsiteX61" fmla="*/ 38065 w 183231"/>
                <a:gd name="connsiteY61" fmla="*/ 168956 h 243347"/>
                <a:gd name="connsiteX62" fmla="*/ 38716 w 183231"/>
                <a:gd name="connsiteY62" fmla="*/ 173095 h 243347"/>
                <a:gd name="connsiteX63" fmla="*/ 40949 w 183231"/>
                <a:gd name="connsiteY63" fmla="*/ 173095 h 243347"/>
                <a:gd name="connsiteX64" fmla="*/ 40949 w 183231"/>
                <a:gd name="connsiteY64" fmla="*/ 179048 h 243347"/>
                <a:gd name="connsiteX65" fmla="*/ 43181 w 183231"/>
                <a:gd name="connsiteY65" fmla="*/ 179048 h 243347"/>
                <a:gd name="connsiteX66" fmla="*/ 43925 w 183231"/>
                <a:gd name="connsiteY66" fmla="*/ 183513 h 243347"/>
                <a:gd name="connsiteX67" fmla="*/ 46158 w 183231"/>
                <a:gd name="connsiteY67" fmla="*/ 185001 h 243347"/>
                <a:gd name="connsiteX68" fmla="*/ 46902 w 183231"/>
                <a:gd name="connsiteY68" fmla="*/ 187978 h 243347"/>
                <a:gd name="connsiteX69" fmla="*/ 49134 w 183231"/>
                <a:gd name="connsiteY69" fmla="*/ 187978 h 243347"/>
                <a:gd name="connsiteX70" fmla="*/ 49879 w 183231"/>
                <a:gd name="connsiteY70" fmla="*/ 191699 h 243347"/>
                <a:gd name="connsiteX71" fmla="*/ 52111 w 183231"/>
                <a:gd name="connsiteY71" fmla="*/ 191699 h 243347"/>
                <a:gd name="connsiteX72" fmla="*/ 52983 w 183231"/>
                <a:gd name="connsiteY72" fmla="*/ 194445 h 243347"/>
                <a:gd name="connsiteX73" fmla="*/ 54157 w 183231"/>
                <a:gd name="connsiteY73" fmla="*/ 195838 h 243347"/>
                <a:gd name="connsiteX74" fmla="*/ 56576 w 183231"/>
                <a:gd name="connsiteY74" fmla="*/ 198396 h 243347"/>
                <a:gd name="connsiteX75" fmla="*/ 59552 w 183231"/>
                <a:gd name="connsiteY75" fmla="*/ 199140 h 243347"/>
                <a:gd name="connsiteX76" fmla="*/ 59552 w 183231"/>
                <a:gd name="connsiteY76" fmla="*/ 202117 h 243347"/>
                <a:gd name="connsiteX77" fmla="*/ 64761 w 183231"/>
                <a:gd name="connsiteY77" fmla="*/ 202117 h 243347"/>
                <a:gd name="connsiteX78" fmla="*/ 65506 w 183231"/>
                <a:gd name="connsiteY78" fmla="*/ 205837 h 243347"/>
                <a:gd name="connsiteX79" fmla="*/ 68482 w 183231"/>
                <a:gd name="connsiteY79" fmla="*/ 205884 h 243347"/>
                <a:gd name="connsiteX80" fmla="*/ 71459 w 183231"/>
                <a:gd name="connsiteY80" fmla="*/ 205837 h 243347"/>
                <a:gd name="connsiteX81" fmla="*/ 72203 w 183231"/>
                <a:gd name="connsiteY81" fmla="*/ 208814 h 243347"/>
                <a:gd name="connsiteX82" fmla="*/ 77784 w 183231"/>
                <a:gd name="connsiteY82" fmla="*/ 208767 h 243347"/>
                <a:gd name="connsiteX83" fmla="*/ 83365 w 183231"/>
                <a:gd name="connsiteY83" fmla="*/ 208814 h 243347"/>
                <a:gd name="connsiteX84" fmla="*/ 84109 w 183231"/>
                <a:gd name="connsiteY84" fmla="*/ 212535 h 243347"/>
                <a:gd name="connsiteX85" fmla="*/ 85604 w 183231"/>
                <a:gd name="connsiteY85" fmla="*/ 213004 h 243347"/>
                <a:gd name="connsiteX86" fmla="*/ 87548 w 183231"/>
                <a:gd name="connsiteY86" fmla="*/ 213002 h 243347"/>
                <a:gd name="connsiteX87" fmla="*/ 89657 w 183231"/>
                <a:gd name="connsiteY87" fmla="*/ 213007 h 243347"/>
                <a:gd name="connsiteX88" fmla="*/ 91876 w 183231"/>
                <a:gd name="connsiteY88" fmla="*/ 212953 h 243347"/>
                <a:gd name="connsiteX89" fmla="*/ 99736 w 183231"/>
                <a:gd name="connsiteY89" fmla="*/ 212535 h 243347"/>
                <a:gd name="connsiteX90" fmla="*/ 100541 w 183231"/>
                <a:gd name="connsiteY90" fmla="*/ 211042 h 243347"/>
                <a:gd name="connsiteX91" fmla="*/ 101224 w 183231"/>
                <a:gd name="connsiteY91" fmla="*/ 209558 h 243347"/>
                <a:gd name="connsiteX92" fmla="*/ 105287 w 183231"/>
                <a:gd name="connsiteY92" fmla="*/ 209177 h 243347"/>
                <a:gd name="connsiteX93" fmla="*/ 112386 w 183231"/>
                <a:gd name="connsiteY93" fmla="*/ 208814 h 243347"/>
                <a:gd name="connsiteX94" fmla="*/ 112968 w 183231"/>
                <a:gd name="connsiteY94" fmla="*/ 207302 h 243347"/>
                <a:gd name="connsiteX95" fmla="*/ 113131 w 183231"/>
                <a:gd name="connsiteY95" fmla="*/ 205837 h 243347"/>
                <a:gd name="connsiteX96" fmla="*/ 117595 w 183231"/>
                <a:gd name="connsiteY96" fmla="*/ 205837 h 243347"/>
                <a:gd name="connsiteX97" fmla="*/ 118340 w 183231"/>
                <a:gd name="connsiteY97" fmla="*/ 204395 h 243347"/>
                <a:gd name="connsiteX98" fmla="*/ 119084 w 183231"/>
                <a:gd name="connsiteY98" fmla="*/ 202861 h 243347"/>
                <a:gd name="connsiteX99" fmla="*/ 121363 w 183231"/>
                <a:gd name="connsiteY99" fmla="*/ 202442 h 243347"/>
                <a:gd name="connsiteX100" fmla="*/ 123548 w 183231"/>
                <a:gd name="connsiteY100" fmla="*/ 202117 h 243347"/>
                <a:gd name="connsiteX101" fmla="*/ 124293 w 183231"/>
                <a:gd name="connsiteY101" fmla="*/ 199884 h 243347"/>
                <a:gd name="connsiteX102" fmla="*/ 127269 w 183231"/>
                <a:gd name="connsiteY102" fmla="*/ 198396 h 243347"/>
                <a:gd name="connsiteX103" fmla="*/ 128013 w 183231"/>
                <a:gd name="connsiteY103" fmla="*/ 195419 h 243347"/>
                <a:gd name="connsiteX104" fmla="*/ 130990 w 183231"/>
                <a:gd name="connsiteY104" fmla="*/ 195419 h 243347"/>
                <a:gd name="connsiteX105" fmla="*/ 131734 w 183231"/>
                <a:gd name="connsiteY105" fmla="*/ 193931 h 243347"/>
                <a:gd name="connsiteX106" fmla="*/ 133966 w 183231"/>
                <a:gd name="connsiteY106" fmla="*/ 191699 h 243347"/>
                <a:gd name="connsiteX107" fmla="*/ 133966 w 183231"/>
                <a:gd name="connsiteY107" fmla="*/ 188722 h 243347"/>
                <a:gd name="connsiteX108" fmla="*/ 136199 w 183231"/>
                <a:gd name="connsiteY108" fmla="*/ 188722 h 243347"/>
                <a:gd name="connsiteX109" fmla="*/ 136617 w 183231"/>
                <a:gd name="connsiteY109" fmla="*/ 186862 h 243347"/>
                <a:gd name="connsiteX110" fmla="*/ 136943 w 183231"/>
                <a:gd name="connsiteY110" fmla="*/ 185001 h 243347"/>
                <a:gd name="connsiteX111" fmla="*/ 138431 w 183231"/>
                <a:gd name="connsiteY111" fmla="*/ 185001 h 243347"/>
                <a:gd name="connsiteX112" fmla="*/ 139920 w 183231"/>
                <a:gd name="connsiteY112" fmla="*/ 179792 h 243347"/>
                <a:gd name="connsiteX113" fmla="*/ 142152 w 183231"/>
                <a:gd name="connsiteY113" fmla="*/ 179048 h 243347"/>
                <a:gd name="connsiteX114" fmla="*/ 142292 w 183231"/>
                <a:gd name="connsiteY114" fmla="*/ 176769 h 243347"/>
                <a:gd name="connsiteX115" fmla="*/ 142152 w 183231"/>
                <a:gd name="connsiteY115" fmla="*/ 174583 h 243347"/>
                <a:gd name="connsiteX116" fmla="*/ 144384 w 183231"/>
                <a:gd name="connsiteY116" fmla="*/ 174583 h 243347"/>
                <a:gd name="connsiteX117" fmla="*/ 145175 w 183231"/>
                <a:gd name="connsiteY117" fmla="*/ 169235 h 243347"/>
                <a:gd name="connsiteX118" fmla="*/ 145129 w 183231"/>
                <a:gd name="connsiteY118" fmla="*/ 166398 h 243347"/>
                <a:gd name="connsiteX119" fmla="*/ 147361 w 183231"/>
                <a:gd name="connsiteY119" fmla="*/ 166398 h 243347"/>
                <a:gd name="connsiteX120" fmla="*/ 147780 w 183231"/>
                <a:gd name="connsiteY120" fmla="*/ 161049 h 243347"/>
                <a:gd name="connsiteX121" fmla="*/ 147361 w 183231"/>
                <a:gd name="connsiteY121" fmla="*/ 158212 h 243347"/>
                <a:gd name="connsiteX122" fmla="*/ 150338 w 183231"/>
                <a:gd name="connsiteY122" fmla="*/ 157468 h 243347"/>
                <a:gd name="connsiteX123" fmla="*/ 150708 w 183231"/>
                <a:gd name="connsiteY123" fmla="*/ 155848 h 243347"/>
                <a:gd name="connsiteX124" fmla="*/ 150713 w 183231"/>
                <a:gd name="connsiteY124" fmla="*/ 153730 h 243347"/>
                <a:gd name="connsiteX125" fmla="*/ 150755 w 183231"/>
                <a:gd name="connsiteY125" fmla="*/ 151428 h 243347"/>
                <a:gd name="connsiteX126" fmla="*/ 150766 w 183231"/>
                <a:gd name="connsiteY126" fmla="*/ 146597 h 243347"/>
                <a:gd name="connsiteX127" fmla="*/ 150806 w 183231"/>
                <a:gd name="connsiteY127" fmla="*/ 144289 h 243347"/>
                <a:gd name="connsiteX128" fmla="*/ 151082 w 183231"/>
                <a:gd name="connsiteY128" fmla="*/ 140353 h 243347"/>
                <a:gd name="connsiteX129" fmla="*/ 153598 w 183231"/>
                <a:gd name="connsiteY129" fmla="*/ 136624 h 243347"/>
                <a:gd name="connsiteX130" fmla="*/ 153603 w 183231"/>
                <a:gd name="connsiteY130" fmla="*/ 134897 h 243347"/>
                <a:gd name="connsiteX131" fmla="*/ 153624 w 183231"/>
                <a:gd name="connsiteY131" fmla="*/ 132933 h 243347"/>
                <a:gd name="connsiteX132" fmla="*/ 153611 w 183231"/>
                <a:gd name="connsiteY132" fmla="*/ 130819 h 243347"/>
                <a:gd name="connsiteX133" fmla="*/ 153619 w 183231"/>
                <a:gd name="connsiteY133" fmla="*/ 126394 h 243347"/>
                <a:gd name="connsiteX134" fmla="*/ 153605 w 183231"/>
                <a:gd name="connsiteY134" fmla="*/ 119413 h 243347"/>
                <a:gd name="connsiteX135" fmla="*/ 153617 w 183231"/>
                <a:gd name="connsiteY135" fmla="*/ 114857 h 243347"/>
                <a:gd name="connsiteX136" fmla="*/ 153611 w 183231"/>
                <a:gd name="connsiteY136" fmla="*/ 112680 h 243347"/>
                <a:gd name="connsiteX137" fmla="*/ 153624 w 183231"/>
                <a:gd name="connsiteY137" fmla="*/ 110566 h 243347"/>
                <a:gd name="connsiteX138" fmla="*/ 153603 w 183231"/>
                <a:gd name="connsiteY138" fmla="*/ 108602 h 243347"/>
                <a:gd name="connsiteX139" fmla="*/ 152198 w 183231"/>
                <a:gd name="connsiteY139" fmla="*/ 104160 h 243347"/>
                <a:gd name="connsiteX140" fmla="*/ 150795 w 183231"/>
                <a:gd name="connsiteY140" fmla="*/ 101550 h 243347"/>
                <a:gd name="connsiteX141" fmla="*/ 150779 w 183231"/>
                <a:gd name="connsiteY141" fmla="*/ 99725 h 243347"/>
                <a:gd name="connsiteX142" fmla="*/ 150710 w 183231"/>
                <a:gd name="connsiteY142" fmla="*/ 95658 h 243347"/>
                <a:gd name="connsiteX143" fmla="*/ 150689 w 183231"/>
                <a:gd name="connsiteY143" fmla="*/ 93575 h 243347"/>
                <a:gd name="connsiteX144" fmla="*/ 150640 w 183231"/>
                <a:gd name="connsiteY144" fmla="*/ 91586 h 243347"/>
                <a:gd name="connsiteX145" fmla="*/ 150338 w 183231"/>
                <a:gd name="connsiteY145" fmla="*/ 88263 h 243347"/>
                <a:gd name="connsiteX146" fmla="*/ 148105 w 183231"/>
                <a:gd name="connsiteY146" fmla="*/ 86775 h 243347"/>
                <a:gd name="connsiteX147" fmla="*/ 148012 w 183231"/>
                <a:gd name="connsiteY147" fmla="*/ 84310 h 243347"/>
                <a:gd name="connsiteX148" fmla="*/ 147361 w 183231"/>
                <a:gd name="connsiteY148" fmla="*/ 77845 h 243347"/>
                <a:gd name="connsiteX149" fmla="*/ 145129 w 183231"/>
                <a:gd name="connsiteY149" fmla="*/ 77101 h 243347"/>
                <a:gd name="connsiteX150" fmla="*/ 145129 w 183231"/>
                <a:gd name="connsiteY150" fmla="*/ 71892 h 243347"/>
                <a:gd name="connsiteX151" fmla="*/ 142896 w 183231"/>
                <a:gd name="connsiteY151" fmla="*/ 70404 h 243347"/>
                <a:gd name="connsiteX152" fmla="*/ 142152 w 183231"/>
                <a:gd name="connsiteY152" fmla="*/ 65195 h 243347"/>
                <a:gd name="connsiteX153" fmla="*/ 139920 w 183231"/>
                <a:gd name="connsiteY153" fmla="*/ 64451 h 243347"/>
                <a:gd name="connsiteX154" fmla="*/ 139175 w 183231"/>
                <a:gd name="connsiteY154" fmla="*/ 59242 h 243347"/>
                <a:gd name="connsiteX155" fmla="*/ 136943 w 183231"/>
                <a:gd name="connsiteY155" fmla="*/ 58497 h 243347"/>
                <a:gd name="connsiteX156" fmla="*/ 136943 w 183231"/>
                <a:gd name="connsiteY156" fmla="*/ 55521 h 243347"/>
                <a:gd name="connsiteX157" fmla="*/ 135455 w 183231"/>
                <a:gd name="connsiteY157" fmla="*/ 55149 h 243347"/>
                <a:gd name="connsiteX158" fmla="*/ 133966 w 183231"/>
                <a:gd name="connsiteY158" fmla="*/ 54777 h 243347"/>
                <a:gd name="connsiteX159" fmla="*/ 133966 w 183231"/>
                <a:gd name="connsiteY159" fmla="*/ 51800 h 243347"/>
                <a:gd name="connsiteX160" fmla="*/ 131734 w 183231"/>
                <a:gd name="connsiteY160" fmla="*/ 51056 h 243347"/>
                <a:gd name="connsiteX161" fmla="*/ 130990 w 183231"/>
                <a:gd name="connsiteY161" fmla="*/ 48079 h 243347"/>
                <a:gd name="connsiteX162" fmla="*/ 128013 w 183231"/>
                <a:gd name="connsiteY162" fmla="*/ 48079 h 243347"/>
                <a:gd name="connsiteX163" fmla="*/ 128013 w 183231"/>
                <a:gd name="connsiteY163" fmla="*/ 46591 h 243347"/>
                <a:gd name="connsiteX164" fmla="*/ 125037 w 183231"/>
                <a:gd name="connsiteY164" fmla="*/ 44359 h 243347"/>
                <a:gd name="connsiteX165" fmla="*/ 123548 w 183231"/>
                <a:gd name="connsiteY165" fmla="*/ 41382 h 243347"/>
                <a:gd name="connsiteX166" fmla="*/ 118340 w 183231"/>
                <a:gd name="connsiteY166" fmla="*/ 41382 h 243347"/>
                <a:gd name="connsiteX167" fmla="*/ 117921 w 183231"/>
                <a:gd name="connsiteY167" fmla="*/ 39522 h 243347"/>
                <a:gd name="connsiteX168" fmla="*/ 117595 w 183231"/>
                <a:gd name="connsiteY168" fmla="*/ 37661 h 243347"/>
                <a:gd name="connsiteX169" fmla="*/ 115409 w 183231"/>
                <a:gd name="connsiteY169" fmla="*/ 37615 h 243347"/>
                <a:gd name="connsiteX170" fmla="*/ 113131 w 183231"/>
                <a:gd name="connsiteY170" fmla="*/ 37661 h 243347"/>
                <a:gd name="connsiteX171" fmla="*/ 111642 w 183231"/>
                <a:gd name="connsiteY171" fmla="*/ 34685 h 243347"/>
                <a:gd name="connsiteX172" fmla="*/ 109218 w 183231"/>
                <a:gd name="connsiteY172" fmla="*/ 34231 h 243347"/>
                <a:gd name="connsiteX173" fmla="*/ 106340 w 183231"/>
                <a:gd name="connsiteY173" fmla="*/ 34127 h 243347"/>
                <a:gd name="connsiteX174" fmla="*/ 103451 w 183231"/>
                <a:gd name="connsiteY174" fmla="*/ 33999 h 243347"/>
                <a:gd name="connsiteX175" fmla="*/ 101224 w 183231"/>
                <a:gd name="connsiteY175" fmla="*/ 33941 h 243347"/>
                <a:gd name="connsiteX176" fmla="*/ 101224 w 183231"/>
                <a:gd name="connsiteY176" fmla="*/ 32452 h 243347"/>
                <a:gd name="connsiteX177" fmla="*/ 93842 w 183231"/>
                <a:gd name="connsiteY177" fmla="*/ 30688 h 243347"/>
                <a:gd name="connsiteX178" fmla="*/ 91876 w 183231"/>
                <a:gd name="connsiteY178" fmla="*/ 30685 h 243347"/>
                <a:gd name="connsiteX179" fmla="*/ 89901 w 183231"/>
                <a:gd name="connsiteY179" fmla="*/ 30630 h 243347"/>
                <a:gd name="connsiteX180" fmla="*/ 88013 w 183231"/>
                <a:gd name="connsiteY180" fmla="*/ 30621 h 243347"/>
                <a:gd name="connsiteX181" fmla="*/ 76078 w 183231"/>
                <a:gd name="connsiteY181" fmla="*/ 0 h 243347"/>
                <a:gd name="connsiteX182" fmla="*/ 79018 w 183231"/>
                <a:gd name="connsiteY182" fmla="*/ 18 h 243347"/>
                <a:gd name="connsiteX183" fmla="*/ 82013 w 183231"/>
                <a:gd name="connsiteY183" fmla="*/ 10 h 243347"/>
                <a:gd name="connsiteX184" fmla="*/ 88296 w 183231"/>
                <a:gd name="connsiteY184" fmla="*/ 26 h 243347"/>
                <a:gd name="connsiteX185" fmla="*/ 96367 w 183231"/>
                <a:gd name="connsiteY185" fmla="*/ 15 h 243347"/>
                <a:gd name="connsiteX186" fmla="*/ 102552 w 183231"/>
                <a:gd name="connsiteY186" fmla="*/ 15 h 243347"/>
                <a:gd name="connsiteX187" fmla="*/ 106981 w 183231"/>
                <a:gd name="connsiteY187" fmla="*/ 0 h 243347"/>
                <a:gd name="connsiteX188" fmla="*/ 109682 w 183231"/>
                <a:gd name="connsiteY188" fmla="*/ 28 h 243347"/>
                <a:gd name="connsiteX189" fmla="*/ 112074 w 183231"/>
                <a:gd name="connsiteY189" fmla="*/ 36 h 243347"/>
                <a:gd name="connsiteX190" fmla="*/ 113854 w 183231"/>
                <a:gd name="connsiteY190" fmla="*/ 414 h 243347"/>
                <a:gd name="connsiteX191" fmla="*/ 114598 w 183231"/>
                <a:gd name="connsiteY191" fmla="*/ 3390 h 243347"/>
                <a:gd name="connsiteX192" fmla="*/ 119063 w 183231"/>
                <a:gd name="connsiteY192" fmla="*/ 3809 h 243347"/>
                <a:gd name="connsiteX193" fmla="*/ 123527 w 183231"/>
                <a:gd name="connsiteY193" fmla="*/ 4134 h 243347"/>
                <a:gd name="connsiteX194" fmla="*/ 124271 w 183231"/>
                <a:gd name="connsiteY194" fmla="*/ 6367 h 243347"/>
                <a:gd name="connsiteX195" fmla="*/ 127248 w 183231"/>
                <a:gd name="connsiteY195" fmla="*/ 6692 h 243347"/>
                <a:gd name="connsiteX196" fmla="*/ 130225 w 183231"/>
                <a:gd name="connsiteY196" fmla="*/ 7111 h 243347"/>
                <a:gd name="connsiteX197" fmla="*/ 130969 w 183231"/>
                <a:gd name="connsiteY197" fmla="*/ 10087 h 243347"/>
                <a:gd name="connsiteX198" fmla="*/ 133573 w 183231"/>
                <a:gd name="connsiteY198" fmla="*/ 10459 h 243347"/>
                <a:gd name="connsiteX199" fmla="*/ 136178 w 183231"/>
                <a:gd name="connsiteY199" fmla="*/ 10832 h 243347"/>
                <a:gd name="connsiteX200" fmla="*/ 136922 w 183231"/>
                <a:gd name="connsiteY200" fmla="*/ 13808 h 243347"/>
                <a:gd name="connsiteX201" fmla="*/ 141387 w 183231"/>
                <a:gd name="connsiteY201" fmla="*/ 14552 h 243347"/>
                <a:gd name="connsiteX202" fmla="*/ 141387 w 183231"/>
                <a:gd name="connsiteY202" fmla="*/ 17529 h 243347"/>
                <a:gd name="connsiteX203" fmla="*/ 144363 w 183231"/>
                <a:gd name="connsiteY203" fmla="*/ 18273 h 243347"/>
                <a:gd name="connsiteX204" fmla="*/ 144689 w 183231"/>
                <a:gd name="connsiteY204" fmla="*/ 19808 h 243347"/>
                <a:gd name="connsiteX205" fmla="*/ 145107 w 183231"/>
                <a:gd name="connsiteY205" fmla="*/ 21250 h 243347"/>
                <a:gd name="connsiteX206" fmla="*/ 146921 w 183231"/>
                <a:gd name="connsiteY206" fmla="*/ 21250 h 243347"/>
                <a:gd name="connsiteX207" fmla="*/ 148828 w 183231"/>
                <a:gd name="connsiteY207" fmla="*/ 21250 h 243347"/>
                <a:gd name="connsiteX208" fmla="*/ 150316 w 183231"/>
                <a:gd name="connsiteY208" fmla="*/ 24226 h 243347"/>
                <a:gd name="connsiteX209" fmla="*/ 152549 w 183231"/>
                <a:gd name="connsiteY209" fmla="*/ 24970 h 243347"/>
                <a:gd name="connsiteX210" fmla="*/ 153293 w 183231"/>
                <a:gd name="connsiteY210" fmla="*/ 27947 h 243347"/>
                <a:gd name="connsiteX211" fmla="*/ 155525 w 183231"/>
                <a:gd name="connsiteY211" fmla="*/ 29435 h 243347"/>
                <a:gd name="connsiteX212" fmla="*/ 155525 w 183231"/>
                <a:gd name="connsiteY212" fmla="*/ 31667 h 243347"/>
                <a:gd name="connsiteX213" fmla="*/ 157758 w 183231"/>
                <a:gd name="connsiteY213" fmla="*/ 32412 h 243347"/>
                <a:gd name="connsiteX214" fmla="*/ 158130 w 183231"/>
                <a:gd name="connsiteY214" fmla="*/ 33946 h 243347"/>
                <a:gd name="connsiteX215" fmla="*/ 158502 w 183231"/>
                <a:gd name="connsiteY215" fmla="*/ 35388 h 243347"/>
                <a:gd name="connsiteX216" fmla="*/ 160734 w 183231"/>
                <a:gd name="connsiteY216" fmla="*/ 35388 h 243347"/>
                <a:gd name="connsiteX217" fmla="*/ 161479 w 183231"/>
                <a:gd name="connsiteY217" fmla="*/ 39109 h 243347"/>
                <a:gd name="connsiteX218" fmla="*/ 163711 w 183231"/>
                <a:gd name="connsiteY218" fmla="*/ 39853 h 243347"/>
                <a:gd name="connsiteX219" fmla="*/ 164455 w 183231"/>
                <a:gd name="connsiteY219" fmla="*/ 44318 h 243347"/>
                <a:gd name="connsiteX220" fmla="*/ 166688 w 183231"/>
                <a:gd name="connsiteY220" fmla="*/ 44318 h 243347"/>
                <a:gd name="connsiteX221" fmla="*/ 166920 w 183231"/>
                <a:gd name="connsiteY221" fmla="*/ 46457 h 243347"/>
                <a:gd name="connsiteX222" fmla="*/ 169664 w 183231"/>
                <a:gd name="connsiteY222" fmla="*/ 50271 h 243347"/>
                <a:gd name="connsiteX223" fmla="*/ 169664 w 183231"/>
                <a:gd name="connsiteY223" fmla="*/ 55480 h 243347"/>
                <a:gd name="connsiteX224" fmla="*/ 171896 w 183231"/>
                <a:gd name="connsiteY224" fmla="*/ 55480 h 243347"/>
                <a:gd name="connsiteX225" fmla="*/ 172687 w 183231"/>
                <a:gd name="connsiteY225" fmla="*/ 58829 h 243347"/>
                <a:gd name="connsiteX226" fmla="*/ 173385 w 183231"/>
                <a:gd name="connsiteY226" fmla="*/ 62177 h 243347"/>
                <a:gd name="connsiteX227" fmla="*/ 174873 w 183231"/>
                <a:gd name="connsiteY227" fmla="*/ 62177 h 243347"/>
                <a:gd name="connsiteX228" fmla="*/ 174957 w 183231"/>
                <a:gd name="connsiteY228" fmla="*/ 63779 h 243347"/>
                <a:gd name="connsiteX229" fmla="*/ 175106 w 183231"/>
                <a:gd name="connsiteY229" fmla="*/ 65851 h 243347"/>
                <a:gd name="connsiteX230" fmla="*/ 175236 w 183231"/>
                <a:gd name="connsiteY230" fmla="*/ 67918 h 243347"/>
                <a:gd name="connsiteX231" fmla="*/ 175617 w 183231"/>
                <a:gd name="connsiteY231" fmla="*/ 69619 h 243347"/>
                <a:gd name="connsiteX232" fmla="*/ 177850 w 183231"/>
                <a:gd name="connsiteY232" fmla="*/ 70363 h 243347"/>
                <a:gd name="connsiteX233" fmla="*/ 178268 w 183231"/>
                <a:gd name="connsiteY233" fmla="*/ 75572 h 243347"/>
                <a:gd name="connsiteX234" fmla="*/ 178594 w 183231"/>
                <a:gd name="connsiteY234" fmla="*/ 80781 h 243347"/>
                <a:gd name="connsiteX235" fmla="*/ 180082 w 183231"/>
                <a:gd name="connsiteY235" fmla="*/ 81525 h 243347"/>
                <a:gd name="connsiteX236" fmla="*/ 180501 w 183231"/>
                <a:gd name="connsiteY236" fmla="*/ 87757 h 243347"/>
                <a:gd name="connsiteX237" fmla="*/ 181570 w 183231"/>
                <a:gd name="connsiteY237" fmla="*/ 96408 h 243347"/>
                <a:gd name="connsiteX238" fmla="*/ 183059 w 183231"/>
                <a:gd name="connsiteY238" fmla="*/ 97152 h 243347"/>
                <a:gd name="connsiteX239" fmla="*/ 183228 w 183231"/>
                <a:gd name="connsiteY239" fmla="*/ 101813 h 243347"/>
                <a:gd name="connsiteX240" fmla="*/ 183228 w 183231"/>
                <a:gd name="connsiteY240" fmla="*/ 103287 h 243347"/>
                <a:gd name="connsiteX241" fmla="*/ 183204 w 183231"/>
                <a:gd name="connsiteY241" fmla="*/ 108131 h 243347"/>
                <a:gd name="connsiteX242" fmla="*/ 183198 w 183231"/>
                <a:gd name="connsiteY242" fmla="*/ 111481 h 243347"/>
                <a:gd name="connsiteX243" fmla="*/ 183161 w 183231"/>
                <a:gd name="connsiteY243" fmla="*/ 120315 h 243347"/>
                <a:gd name="connsiteX244" fmla="*/ 183131 w 183231"/>
                <a:gd name="connsiteY244" fmla="*/ 129323 h 243347"/>
                <a:gd name="connsiteX245" fmla="*/ 183059 w 183231"/>
                <a:gd name="connsiteY245" fmla="*/ 147009 h 243347"/>
                <a:gd name="connsiteX246" fmla="*/ 181570 w 183231"/>
                <a:gd name="connsiteY246" fmla="*/ 147009 h 243347"/>
                <a:gd name="connsiteX247" fmla="*/ 180591 w 183231"/>
                <a:gd name="connsiteY247" fmla="*/ 153044 h 243347"/>
                <a:gd name="connsiteX248" fmla="*/ 180496 w 183231"/>
                <a:gd name="connsiteY248" fmla="*/ 154744 h 243347"/>
                <a:gd name="connsiteX249" fmla="*/ 180408 w 183231"/>
                <a:gd name="connsiteY249" fmla="*/ 156497 h 243347"/>
                <a:gd name="connsiteX250" fmla="*/ 180310 w 183231"/>
                <a:gd name="connsiteY250" fmla="*/ 158285 h 243347"/>
                <a:gd name="connsiteX251" fmla="*/ 180082 w 183231"/>
                <a:gd name="connsiteY251" fmla="*/ 162636 h 243347"/>
                <a:gd name="connsiteX252" fmla="*/ 177850 w 183231"/>
                <a:gd name="connsiteY252" fmla="*/ 162636 h 243347"/>
                <a:gd name="connsiteX253" fmla="*/ 177928 w 183231"/>
                <a:gd name="connsiteY253" fmla="*/ 164889 h 243347"/>
                <a:gd name="connsiteX254" fmla="*/ 177989 w 183231"/>
                <a:gd name="connsiteY254" fmla="*/ 167799 h 243347"/>
                <a:gd name="connsiteX255" fmla="*/ 178068 w 183231"/>
                <a:gd name="connsiteY255" fmla="*/ 170703 h 243347"/>
                <a:gd name="connsiteX256" fmla="*/ 177850 w 183231"/>
                <a:gd name="connsiteY256" fmla="*/ 173054 h 243347"/>
                <a:gd name="connsiteX257" fmla="*/ 175617 w 183231"/>
                <a:gd name="connsiteY257" fmla="*/ 173798 h 243347"/>
                <a:gd name="connsiteX258" fmla="*/ 175106 w 183231"/>
                <a:gd name="connsiteY258" fmla="*/ 177566 h 243347"/>
                <a:gd name="connsiteX259" fmla="*/ 174957 w 183231"/>
                <a:gd name="connsiteY259" fmla="*/ 179638 h 243347"/>
                <a:gd name="connsiteX260" fmla="*/ 174873 w 183231"/>
                <a:gd name="connsiteY260" fmla="*/ 181240 h 243347"/>
                <a:gd name="connsiteX261" fmla="*/ 172641 w 183231"/>
                <a:gd name="connsiteY261" fmla="*/ 181240 h 243347"/>
                <a:gd name="connsiteX262" fmla="*/ 172530 w 183231"/>
                <a:gd name="connsiteY262" fmla="*/ 182679 h 243347"/>
                <a:gd name="connsiteX263" fmla="*/ 172362 w 183231"/>
                <a:gd name="connsiteY263" fmla="*/ 184542 h 243347"/>
                <a:gd name="connsiteX264" fmla="*/ 172205 w 183231"/>
                <a:gd name="connsiteY264" fmla="*/ 186399 h 243347"/>
                <a:gd name="connsiteX265" fmla="*/ 171896 w 183231"/>
                <a:gd name="connsiteY265" fmla="*/ 187937 h 243347"/>
                <a:gd name="connsiteX266" fmla="*/ 170408 w 183231"/>
                <a:gd name="connsiteY266" fmla="*/ 188681 h 243347"/>
                <a:gd name="connsiteX267" fmla="*/ 169664 w 183231"/>
                <a:gd name="connsiteY267" fmla="*/ 191286 h 243347"/>
                <a:gd name="connsiteX268" fmla="*/ 168920 w 183231"/>
                <a:gd name="connsiteY268" fmla="*/ 193890 h 243347"/>
                <a:gd name="connsiteX269" fmla="*/ 167432 w 183231"/>
                <a:gd name="connsiteY269" fmla="*/ 194634 h 243347"/>
                <a:gd name="connsiteX270" fmla="*/ 166688 w 183231"/>
                <a:gd name="connsiteY270" fmla="*/ 199099 h 243347"/>
                <a:gd name="connsiteX271" fmla="*/ 164455 w 183231"/>
                <a:gd name="connsiteY271" fmla="*/ 199099 h 243347"/>
                <a:gd name="connsiteX272" fmla="*/ 164223 w 183231"/>
                <a:gd name="connsiteY272" fmla="*/ 201611 h 243347"/>
                <a:gd name="connsiteX273" fmla="*/ 163711 w 183231"/>
                <a:gd name="connsiteY273" fmla="*/ 204308 h 243347"/>
                <a:gd name="connsiteX274" fmla="*/ 161479 w 183231"/>
                <a:gd name="connsiteY274" fmla="*/ 205796 h 243347"/>
                <a:gd name="connsiteX275" fmla="*/ 160734 w 183231"/>
                <a:gd name="connsiteY275" fmla="*/ 208029 h 243347"/>
                <a:gd name="connsiteX276" fmla="*/ 157339 w 183231"/>
                <a:gd name="connsiteY276" fmla="*/ 211331 h 243347"/>
                <a:gd name="connsiteX277" fmla="*/ 155618 w 183231"/>
                <a:gd name="connsiteY277" fmla="*/ 213889 h 243347"/>
                <a:gd name="connsiteX278" fmla="*/ 151061 w 183231"/>
                <a:gd name="connsiteY278" fmla="*/ 219191 h 243347"/>
                <a:gd name="connsiteX279" fmla="*/ 149061 w 183231"/>
                <a:gd name="connsiteY279" fmla="*/ 221237 h 243347"/>
                <a:gd name="connsiteX280" fmla="*/ 145852 w 183231"/>
                <a:gd name="connsiteY280" fmla="*/ 223656 h 243347"/>
                <a:gd name="connsiteX281" fmla="*/ 145107 w 183231"/>
                <a:gd name="connsiteY281" fmla="*/ 225888 h 243347"/>
                <a:gd name="connsiteX282" fmla="*/ 141387 w 183231"/>
                <a:gd name="connsiteY282" fmla="*/ 225888 h 243347"/>
                <a:gd name="connsiteX283" fmla="*/ 141387 w 183231"/>
                <a:gd name="connsiteY283" fmla="*/ 229609 h 243347"/>
                <a:gd name="connsiteX284" fmla="*/ 139201 w 183231"/>
                <a:gd name="connsiteY284" fmla="*/ 229423 h 243347"/>
                <a:gd name="connsiteX285" fmla="*/ 136922 w 183231"/>
                <a:gd name="connsiteY285" fmla="*/ 229609 h 243347"/>
                <a:gd name="connsiteX286" fmla="*/ 136596 w 183231"/>
                <a:gd name="connsiteY286" fmla="*/ 231051 h 243347"/>
                <a:gd name="connsiteX287" fmla="*/ 136178 w 183231"/>
                <a:gd name="connsiteY287" fmla="*/ 232585 h 243347"/>
                <a:gd name="connsiteX288" fmla="*/ 130969 w 183231"/>
                <a:gd name="connsiteY288" fmla="*/ 233330 h 243347"/>
                <a:gd name="connsiteX289" fmla="*/ 130643 w 183231"/>
                <a:gd name="connsiteY289" fmla="*/ 234815 h 243347"/>
                <a:gd name="connsiteX290" fmla="*/ 130225 w 183231"/>
                <a:gd name="connsiteY290" fmla="*/ 236306 h 243347"/>
                <a:gd name="connsiteX291" fmla="*/ 126876 w 183231"/>
                <a:gd name="connsiteY291" fmla="*/ 236725 h 243347"/>
                <a:gd name="connsiteX292" fmla="*/ 123527 w 183231"/>
                <a:gd name="connsiteY292" fmla="*/ 237050 h 243347"/>
                <a:gd name="connsiteX293" fmla="*/ 122783 w 183231"/>
                <a:gd name="connsiteY293" fmla="*/ 239283 h 243347"/>
                <a:gd name="connsiteX294" fmla="*/ 114598 w 183231"/>
                <a:gd name="connsiteY294" fmla="*/ 240027 h 243347"/>
                <a:gd name="connsiteX295" fmla="*/ 114297 w 183231"/>
                <a:gd name="connsiteY295" fmla="*/ 241494 h 243347"/>
                <a:gd name="connsiteX296" fmla="*/ 113854 w 183231"/>
                <a:gd name="connsiteY296" fmla="*/ 243003 h 243347"/>
                <a:gd name="connsiteX297" fmla="*/ 109739 w 183231"/>
                <a:gd name="connsiteY297" fmla="*/ 243341 h 243347"/>
                <a:gd name="connsiteX298" fmla="*/ 107075 w 183231"/>
                <a:gd name="connsiteY298" fmla="*/ 243341 h 243347"/>
                <a:gd name="connsiteX299" fmla="*/ 104177 w 183231"/>
                <a:gd name="connsiteY299" fmla="*/ 243294 h 243347"/>
                <a:gd name="connsiteX300" fmla="*/ 101227 w 183231"/>
                <a:gd name="connsiteY300" fmla="*/ 243281 h 243347"/>
                <a:gd name="connsiteX301" fmla="*/ 93450 w 183231"/>
                <a:gd name="connsiteY301" fmla="*/ 243208 h 243347"/>
                <a:gd name="connsiteX302" fmla="*/ 85519 w 183231"/>
                <a:gd name="connsiteY302" fmla="*/ 243149 h 243347"/>
                <a:gd name="connsiteX303" fmla="*/ 69949 w 183231"/>
                <a:gd name="connsiteY303" fmla="*/ 243003 h 243347"/>
                <a:gd name="connsiteX304" fmla="*/ 69949 w 183231"/>
                <a:gd name="connsiteY304" fmla="*/ 240027 h 243347"/>
                <a:gd name="connsiteX305" fmla="*/ 68563 w 183231"/>
                <a:gd name="connsiteY305" fmla="*/ 240053 h 243347"/>
                <a:gd name="connsiteX306" fmla="*/ 66740 w 183231"/>
                <a:gd name="connsiteY306" fmla="*/ 240073 h 243347"/>
                <a:gd name="connsiteX307" fmla="*/ 64935 w 183231"/>
                <a:gd name="connsiteY307" fmla="*/ 240100 h 243347"/>
                <a:gd name="connsiteX308" fmla="*/ 61020 w 183231"/>
                <a:gd name="connsiteY308" fmla="*/ 239283 h 243347"/>
                <a:gd name="connsiteX309" fmla="*/ 60275 w 183231"/>
                <a:gd name="connsiteY309" fmla="*/ 237050 h 243347"/>
                <a:gd name="connsiteX310" fmla="*/ 54508 w 183231"/>
                <a:gd name="connsiteY310" fmla="*/ 236681 h 243347"/>
                <a:gd name="connsiteX311" fmla="*/ 52834 w 183231"/>
                <a:gd name="connsiteY311" fmla="*/ 236306 h 243347"/>
                <a:gd name="connsiteX312" fmla="*/ 52090 w 183231"/>
                <a:gd name="connsiteY312" fmla="*/ 233330 h 243347"/>
                <a:gd name="connsiteX313" fmla="*/ 47625 w 183231"/>
                <a:gd name="connsiteY313" fmla="*/ 232585 h 243347"/>
                <a:gd name="connsiteX314" fmla="*/ 46137 w 183231"/>
                <a:gd name="connsiteY314" fmla="*/ 229609 h 243347"/>
                <a:gd name="connsiteX315" fmla="*/ 43160 w 183231"/>
                <a:gd name="connsiteY315" fmla="*/ 229609 h 243347"/>
                <a:gd name="connsiteX316" fmla="*/ 41672 w 183231"/>
                <a:gd name="connsiteY316" fmla="*/ 226632 h 243347"/>
                <a:gd name="connsiteX317" fmla="*/ 39439 w 183231"/>
                <a:gd name="connsiteY317" fmla="*/ 225888 h 243347"/>
                <a:gd name="connsiteX318" fmla="*/ 38742 w 183231"/>
                <a:gd name="connsiteY318" fmla="*/ 224400 h 243347"/>
                <a:gd name="connsiteX319" fmla="*/ 37951 w 183231"/>
                <a:gd name="connsiteY319" fmla="*/ 222912 h 243347"/>
                <a:gd name="connsiteX320" fmla="*/ 34975 w 183231"/>
                <a:gd name="connsiteY320" fmla="*/ 222167 h 243347"/>
                <a:gd name="connsiteX321" fmla="*/ 34230 w 183231"/>
                <a:gd name="connsiteY321" fmla="*/ 219935 h 243347"/>
                <a:gd name="connsiteX322" fmla="*/ 31704 w 183231"/>
                <a:gd name="connsiteY322" fmla="*/ 217397 h 243347"/>
                <a:gd name="connsiteX323" fmla="*/ 27347 w 183231"/>
                <a:gd name="connsiteY323" fmla="*/ 212819 h 243347"/>
                <a:gd name="connsiteX324" fmla="*/ 25801 w 183231"/>
                <a:gd name="connsiteY324" fmla="*/ 211142 h 243347"/>
                <a:gd name="connsiteX325" fmla="*/ 24150 w 183231"/>
                <a:gd name="connsiteY325" fmla="*/ 207869 h 243347"/>
                <a:gd name="connsiteX326" fmla="*/ 23813 w 183231"/>
                <a:gd name="connsiteY326" fmla="*/ 206541 h 243347"/>
                <a:gd name="connsiteX327" fmla="*/ 21580 w 183231"/>
                <a:gd name="connsiteY327" fmla="*/ 205796 h 243347"/>
                <a:gd name="connsiteX328" fmla="*/ 21580 w 183231"/>
                <a:gd name="connsiteY328" fmla="*/ 202820 h 243347"/>
                <a:gd name="connsiteX329" fmla="*/ 19348 w 183231"/>
                <a:gd name="connsiteY329" fmla="*/ 202820 h 243347"/>
                <a:gd name="connsiteX330" fmla="*/ 19115 w 183231"/>
                <a:gd name="connsiteY330" fmla="*/ 200680 h 243347"/>
                <a:gd name="connsiteX331" fmla="*/ 16371 w 183231"/>
                <a:gd name="connsiteY331" fmla="*/ 196867 h 243347"/>
                <a:gd name="connsiteX332" fmla="*/ 15627 w 183231"/>
                <a:gd name="connsiteY332" fmla="*/ 193146 h 243347"/>
                <a:gd name="connsiteX333" fmla="*/ 14139 w 183231"/>
                <a:gd name="connsiteY333" fmla="*/ 192402 h 243347"/>
                <a:gd name="connsiteX334" fmla="*/ 13395 w 183231"/>
                <a:gd name="connsiteY334" fmla="*/ 189751 h 243347"/>
                <a:gd name="connsiteX335" fmla="*/ 12650 w 183231"/>
                <a:gd name="connsiteY335" fmla="*/ 187193 h 243347"/>
                <a:gd name="connsiteX336" fmla="*/ 11162 w 183231"/>
                <a:gd name="connsiteY336" fmla="*/ 187193 h 243347"/>
                <a:gd name="connsiteX337" fmla="*/ 10092 w 183231"/>
                <a:gd name="connsiteY337" fmla="*/ 181379 h 243347"/>
                <a:gd name="connsiteX338" fmla="*/ 9674 w 183231"/>
                <a:gd name="connsiteY338" fmla="*/ 179751 h 243347"/>
                <a:gd name="connsiteX339" fmla="*/ 8186 w 183231"/>
                <a:gd name="connsiteY339" fmla="*/ 179751 h 243347"/>
                <a:gd name="connsiteX340" fmla="*/ 8101 w 183231"/>
                <a:gd name="connsiteY340" fmla="*/ 177987 h 243347"/>
                <a:gd name="connsiteX341" fmla="*/ 7953 w 183231"/>
                <a:gd name="connsiteY341" fmla="*/ 175705 h 243347"/>
                <a:gd name="connsiteX342" fmla="*/ 7822 w 183231"/>
                <a:gd name="connsiteY342" fmla="*/ 173429 h 243347"/>
                <a:gd name="connsiteX343" fmla="*/ 7441 w 183231"/>
                <a:gd name="connsiteY343" fmla="*/ 171566 h 243347"/>
                <a:gd name="connsiteX344" fmla="*/ 5209 w 183231"/>
                <a:gd name="connsiteY344" fmla="*/ 170822 h 243347"/>
                <a:gd name="connsiteX345" fmla="*/ 4790 w 183231"/>
                <a:gd name="connsiteY345" fmla="*/ 165985 h 243347"/>
                <a:gd name="connsiteX346" fmla="*/ 4465 w 183231"/>
                <a:gd name="connsiteY346" fmla="*/ 161148 h 243347"/>
                <a:gd name="connsiteX347" fmla="*/ 2977 w 183231"/>
                <a:gd name="connsiteY347" fmla="*/ 160404 h 243347"/>
                <a:gd name="connsiteX348" fmla="*/ 2668 w 183231"/>
                <a:gd name="connsiteY348" fmla="*/ 156587 h 243347"/>
                <a:gd name="connsiteX349" fmla="*/ 2581 w 183231"/>
                <a:gd name="connsiteY349" fmla="*/ 154254 h 243347"/>
                <a:gd name="connsiteX350" fmla="*/ 2511 w 183231"/>
                <a:gd name="connsiteY350" fmla="*/ 151800 h 243347"/>
                <a:gd name="connsiteX351" fmla="*/ 2424 w 183231"/>
                <a:gd name="connsiteY351" fmla="*/ 149336 h 243347"/>
                <a:gd name="connsiteX352" fmla="*/ 2232 w 183231"/>
                <a:gd name="connsiteY352" fmla="*/ 143289 h 243347"/>
                <a:gd name="connsiteX353" fmla="*/ 0 w 183231"/>
                <a:gd name="connsiteY353" fmla="*/ 143289 h 243347"/>
                <a:gd name="connsiteX354" fmla="*/ 0 w 183231"/>
                <a:gd name="connsiteY354" fmla="*/ 102361 h 243347"/>
                <a:gd name="connsiteX355" fmla="*/ 2232 w 183231"/>
                <a:gd name="connsiteY355" fmla="*/ 102361 h 243347"/>
                <a:gd name="connsiteX356" fmla="*/ 2977 w 183231"/>
                <a:gd name="connsiteY356" fmla="*/ 83013 h 243347"/>
                <a:gd name="connsiteX357" fmla="*/ 4465 w 183231"/>
                <a:gd name="connsiteY357" fmla="*/ 83013 h 243347"/>
                <a:gd name="connsiteX358" fmla="*/ 4549 w 183231"/>
                <a:gd name="connsiteY358" fmla="*/ 80949 h 243347"/>
                <a:gd name="connsiteX359" fmla="*/ 4697 w 183231"/>
                <a:gd name="connsiteY359" fmla="*/ 78269 h 243347"/>
                <a:gd name="connsiteX360" fmla="*/ 4828 w 183231"/>
                <a:gd name="connsiteY360" fmla="*/ 75601 h 243347"/>
                <a:gd name="connsiteX361" fmla="*/ 5209 w 183231"/>
                <a:gd name="connsiteY361" fmla="*/ 73339 h 243347"/>
                <a:gd name="connsiteX362" fmla="*/ 7441 w 183231"/>
                <a:gd name="connsiteY362" fmla="*/ 71851 h 243347"/>
                <a:gd name="connsiteX363" fmla="*/ 7953 w 183231"/>
                <a:gd name="connsiteY363" fmla="*/ 67665 h 243347"/>
                <a:gd name="connsiteX364" fmla="*/ 8101 w 183231"/>
                <a:gd name="connsiteY364" fmla="*/ 65404 h 243347"/>
                <a:gd name="connsiteX365" fmla="*/ 8186 w 183231"/>
                <a:gd name="connsiteY365" fmla="*/ 63666 h 243347"/>
                <a:gd name="connsiteX366" fmla="*/ 10418 w 183231"/>
                <a:gd name="connsiteY366" fmla="*/ 63666 h 243347"/>
                <a:gd name="connsiteX367" fmla="*/ 11162 w 183231"/>
                <a:gd name="connsiteY367" fmla="*/ 56224 h 243347"/>
                <a:gd name="connsiteX368" fmla="*/ 13395 w 183231"/>
                <a:gd name="connsiteY368" fmla="*/ 56224 h 243347"/>
                <a:gd name="connsiteX369" fmla="*/ 13255 w 183231"/>
                <a:gd name="connsiteY369" fmla="*/ 53713 h 243347"/>
                <a:gd name="connsiteX370" fmla="*/ 13395 w 183231"/>
                <a:gd name="connsiteY370" fmla="*/ 51015 h 243347"/>
                <a:gd name="connsiteX371" fmla="*/ 15627 w 183231"/>
                <a:gd name="connsiteY371" fmla="*/ 49527 h 243347"/>
                <a:gd name="connsiteX372" fmla="*/ 17115 w 183231"/>
                <a:gd name="connsiteY372" fmla="*/ 45806 h 243347"/>
                <a:gd name="connsiteX373" fmla="*/ 18604 w 183231"/>
                <a:gd name="connsiteY373" fmla="*/ 45062 h 243347"/>
                <a:gd name="connsiteX374" fmla="*/ 18976 w 183231"/>
                <a:gd name="connsiteY374" fmla="*/ 43202 h 243347"/>
                <a:gd name="connsiteX375" fmla="*/ 19348 w 183231"/>
                <a:gd name="connsiteY375" fmla="*/ 41341 h 243347"/>
                <a:gd name="connsiteX376" fmla="*/ 20836 w 183231"/>
                <a:gd name="connsiteY376" fmla="*/ 40597 h 243347"/>
                <a:gd name="connsiteX377" fmla="*/ 23068 w 183231"/>
                <a:gd name="connsiteY377" fmla="*/ 36132 h 243347"/>
                <a:gd name="connsiteX378" fmla="*/ 26045 w 183231"/>
                <a:gd name="connsiteY378" fmla="*/ 31667 h 243347"/>
                <a:gd name="connsiteX379" fmla="*/ 27533 w 183231"/>
                <a:gd name="connsiteY379" fmla="*/ 31667 h 243347"/>
                <a:gd name="connsiteX380" fmla="*/ 28138 w 183231"/>
                <a:gd name="connsiteY380" fmla="*/ 30040 h 243347"/>
                <a:gd name="connsiteX381" fmla="*/ 32742 w 183231"/>
                <a:gd name="connsiteY381" fmla="*/ 24226 h 243347"/>
                <a:gd name="connsiteX382" fmla="*/ 33440 w 183231"/>
                <a:gd name="connsiteY382" fmla="*/ 22505 h 243347"/>
                <a:gd name="connsiteX383" fmla="*/ 34230 w 183231"/>
                <a:gd name="connsiteY383" fmla="*/ 21250 h 243347"/>
                <a:gd name="connsiteX384" fmla="*/ 38695 w 183231"/>
                <a:gd name="connsiteY384" fmla="*/ 21250 h 243347"/>
                <a:gd name="connsiteX385" fmla="*/ 38695 w 183231"/>
                <a:gd name="connsiteY385" fmla="*/ 18273 h 243347"/>
                <a:gd name="connsiteX386" fmla="*/ 41672 w 183231"/>
                <a:gd name="connsiteY386" fmla="*/ 16785 h 243347"/>
                <a:gd name="connsiteX387" fmla="*/ 42416 w 183231"/>
                <a:gd name="connsiteY387" fmla="*/ 14552 h 243347"/>
                <a:gd name="connsiteX388" fmla="*/ 44695 w 183231"/>
                <a:gd name="connsiteY388" fmla="*/ 13808 h 243347"/>
                <a:gd name="connsiteX389" fmla="*/ 46881 w 183231"/>
                <a:gd name="connsiteY389" fmla="*/ 13064 h 243347"/>
                <a:gd name="connsiteX390" fmla="*/ 46881 w 183231"/>
                <a:gd name="connsiteY390" fmla="*/ 10832 h 243347"/>
                <a:gd name="connsiteX391" fmla="*/ 49439 w 183231"/>
                <a:gd name="connsiteY391" fmla="*/ 10646 h 243347"/>
                <a:gd name="connsiteX392" fmla="*/ 52090 w 183231"/>
                <a:gd name="connsiteY392" fmla="*/ 10087 h 243347"/>
                <a:gd name="connsiteX393" fmla="*/ 52415 w 183231"/>
                <a:gd name="connsiteY393" fmla="*/ 8599 h 243347"/>
                <a:gd name="connsiteX394" fmla="*/ 52834 w 183231"/>
                <a:gd name="connsiteY394" fmla="*/ 7111 h 243347"/>
                <a:gd name="connsiteX395" fmla="*/ 57438 w 183231"/>
                <a:gd name="connsiteY395" fmla="*/ 6643 h 243347"/>
                <a:gd name="connsiteX396" fmla="*/ 58787 w 183231"/>
                <a:gd name="connsiteY396" fmla="*/ 6367 h 243347"/>
                <a:gd name="connsiteX397" fmla="*/ 59531 w 183231"/>
                <a:gd name="connsiteY397" fmla="*/ 4134 h 243347"/>
                <a:gd name="connsiteX398" fmla="*/ 66461 w 183231"/>
                <a:gd name="connsiteY398" fmla="*/ 3765 h 243347"/>
                <a:gd name="connsiteX399" fmla="*/ 68461 w 183231"/>
                <a:gd name="connsiteY399" fmla="*/ 3390 h 243347"/>
                <a:gd name="connsiteX400" fmla="*/ 68697 w 183231"/>
                <a:gd name="connsiteY400" fmla="*/ 1902 h 243347"/>
                <a:gd name="connsiteX401" fmla="*/ 69205 w 183231"/>
                <a:gd name="connsiteY401" fmla="*/ 414 h 243347"/>
                <a:gd name="connsiteX402" fmla="*/ 73376 w 183231"/>
                <a:gd name="connsiteY402" fmla="*/ 28 h 243347"/>
                <a:gd name="connsiteX403" fmla="*/ 76078 w 183231"/>
                <a:gd name="connsiteY403" fmla="*/ 0 h 24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Lst>
              <a:rect l="l" t="t" r="r" b="b"/>
              <a:pathLst>
                <a:path w="183231" h="243347">
                  <a:moveTo>
                    <a:pt x="88013" y="30621"/>
                  </a:moveTo>
                  <a:cubicBezTo>
                    <a:pt x="86285" y="30603"/>
                    <a:pt x="86285" y="30603"/>
                    <a:pt x="84853" y="30964"/>
                  </a:cubicBezTo>
                  <a:cubicBezTo>
                    <a:pt x="84583" y="31470"/>
                    <a:pt x="84322" y="31961"/>
                    <a:pt x="84060" y="32452"/>
                  </a:cubicBezTo>
                  <a:cubicBezTo>
                    <a:pt x="83824" y="32958"/>
                    <a:pt x="83594" y="33450"/>
                    <a:pt x="83365" y="33941"/>
                  </a:cubicBezTo>
                  <a:cubicBezTo>
                    <a:pt x="82558" y="34059"/>
                    <a:pt x="81776" y="34174"/>
                    <a:pt x="80993" y="34290"/>
                  </a:cubicBezTo>
                  <a:cubicBezTo>
                    <a:pt x="78263" y="34312"/>
                    <a:pt x="75649" y="34287"/>
                    <a:pt x="72947" y="34685"/>
                  </a:cubicBezTo>
                  <a:cubicBezTo>
                    <a:pt x="72647" y="35200"/>
                    <a:pt x="72357" y="35700"/>
                    <a:pt x="72066" y="36199"/>
                  </a:cubicBezTo>
                  <a:cubicBezTo>
                    <a:pt x="71860" y="36696"/>
                    <a:pt x="71659" y="37179"/>
                    <a:pt x="71459" y="37661"/>
                  </a:cubicBezTo>
                  <a:cubicBezTo>
                    <a:pt x="70975" y="37716"/>
                    <a:pt x="70506" y="37769"/>
                    <a:pt x="70037" y="37821"/>
                  </a:cubicBezTo>
                  <a:cubicBezTo>
                    <a:pt x="68436" y="37615"/>
                    <a:pt x="68436" y="37615"/>
                    <a:pt x="65506" y="37661"/>
                  </a:cubicBezTo>
                  <a:cubicBezTo>
                    <a:pt x="65347" y="38294"/>
                    <a:pt x="65194" y="38908"/>
                    <a:pt x="65040" y="39522"/>
                  </a:cubicBezTo>
                  <a:cubicBezTo>
                    <a:pt x="64946" y="40154"/>
                    <a:pt x="64853" y="40768"/>
                    <a:pt x="64761" y="41382"/>
                  </a:cubicBezTo>
                  <a:cubicBezTo>
                    <a:pt x="64002" y="41398"/>
                    <a:pt x="63266" y="41413"/>
                    <a:pt x="62529" y="41429"/>
                  </a:cubicBezTo>
                  <a:cubicBezTo>
                    <a:pt x="61770" y="41413"/>
                    <a:pt x="61033" y="41398"/>
                    <a:pt x="60297" y="41382"/>
                  </a:cubicBezTo>
                  <a:cubicBezTo>
                    <a:pt x="60138" y="41872"/>
                    <a:pt x="59985" y="42348"/>
                    <a:pt x="59831" y="42824"/>
                  </a:cubicBezTo>
                  <a:cubicBezTo>
                    <a:pt x="59691" y="43599"/>
                    <a:pt x="59691" y="43599"/>
                    <a:pt x="59552" y="44359"/>
                  </a:cubicBezTo>
                  <a:cubicBezTo>
                    <a:pt x="58560" y="44607"/>
                    <a:pt x="57568" y="44855"/>
                    <a:pt x="56576" y="45103"/>
                  </a:cubicBezTo>
                  <a:cubicBezTo>
                    <a:pt x="56418" y="45625"/>
                    <a:pt x="56264" y="46131"/>
                    <a:pt x="56111" y="46638"/>
                  </a:cubicBezTo>
                  <a:cubicBezTo>
                    <a:pt x="55970" y="47366"/>
                    <a:pt x="55970" y="47366"/>
                    <a:pt x="55832" y="48079"/>
                  </a:cubicBezTo>
                  <a:cubicBezTo>
                    <a:pt x="54343" y="48079"/>
                    <a:pt x="54343" y="48079"/>
                    <a:pt x="52902" y="49521"/>
                  </a:cubicBezTo>
                  <a:cubicBezTo>
                    <a:pt x="52380" y="50043"/>
                    <a:pt x="51873" y="50550"/>
                    <a:pt x="51367" y="51056"/>
                  </a:cubicBezTo>
                  <a:cubicBezTo>
                    <a:pt x="50608" y="51309"/>
                    <a:pt x="49871" y="51555"/>
                    <a:pt x="49134" y="51800"/>
                  </a:cubicBezTo>
                  <a:cubicBezTo>
                    <a:pt x="48992" y="52322"/>
                    <a:pt x="48854" y="52828"/>
                    <a:pt x="48716" y="53335"/>
                  </a:cubicBezTo>
                  <a:cubicBezTo>
                    <a:pt x="48605" y="53825"/>
                    <a:pt x="48498" y="54301"/>
                    <a:pt x="48390" y="54777"/>
                  </a:cubicBezTo>
                  <a:cubicBezTo>
                    <a:pt x="47884" y="54777"/>
                    <a:pt x="47393" y="54777"/>
                    <a:pt x="46902" y="54777"/>
                  </a:cubicBezTo>
                  <a:cubicBezTo>
                    <a:pt x="46684" y="56023"/>
                    <a:pt x="46436" y="57263"/>
                    <a:pt x="46158" y="58497"/>
                  </a:cubicBezTo>
                  <a:cubicBezTo>
                    <a:pt x="45399" y="58497"/>
                    <a:pt x="44662" y="58497"/>
                    <a:pt x="43925" y="58497"/>
                  </a:cubicBezTo>
                  <a:cubicBezTo>
                    <a:pt x="43672" y="60521"/>
                    <a:pt x="43427" y="62486"/>
                    <a:pt x="43181" y="64451"/>
                  </a:cubicBezTo>
                  <a:cubicBezTo>
                    <a:pt x="42675" y="64451"/>
                    <a:pt x="42184" y="64451"/>
                    <a:pt x="41693" y="64451"/>
                  </a:cubicBezTo>
                  <a:cubicBezTo>
                    <a:pt x="41424" y="65210"/>
                    <a:pt x="41163" y="65946"/>
                    <a:pt x="40902" y="66683"/>
                  </a:cubicBezTo>
                  <a:cubicBezTo>
                    <a:pt x="40665" y="67442"/>
                    <a:pt x="40435" y="68179"/>
                    <a:pt x="40205" y="68915"/>
                  </a:cubicBezTo>
                  <a:cubicBezTo>
                    <a:pt x="39952" y="68915"/>
                    <a:pt x="39706" y="68915"/>
                    <a:pt x="39461" y="68915"/>
                  </a:cubicBezTo>
                  <a:cubicBezTo>
                    <a:pt x="38670" y="70078"/>
                    <a:pt x="38670" y="70078"/>
                    <a:pt x="37972" y="71892"/>
                  </a:cubicBezTo>
                  <a:cubicBezTo>
                    <a:pt x="38002" y="73628"/>
                    <a:pt x="38005" y="75365"/>
                    <a:pt x="37972" y="77101"/>
                  </a:cubicBezTo>
                  <a:cubicBezTo>
                    <a:pt x="36845" y="77477"/>
                    <a:pt x="36845" y="77477"/>
                    <a:pt x="35740" y="77845"/>
                  </a:cubicBezTo>
                  <a:cubicBezTo>
                    <a:pt x="35587" y="79006"/>
                    <a:pt x="35587" y="79006"/>
                    <a:pt x="35438" y="80144"/>
                  </a:cubicBezTo>
                  <a:cubicBezTo>
                    <a:pt x="35371" y="82878"/>
                    <a:pt x="35338" y="85549"/>
                    <a:pt x="34996" y="88263"/>
                  </a:cubicBezTo>
                  <a:cubicBezTo>
                    <a:pt x="33868" y="89015"/>
                    <a:pt x="33868" y="89015"/>
                    <a:pt x="32763" y="89751"/>
                  </a:cubicBezTo>
                  <a:cubicBezTo>
                    <a:pt x="32442" y="92106"/>
                    <a:pt x="32442" y="92106"/>
                    <a:pt x="32397" y="93551"/>
                  </a:cubicBezTo>
                  <a:cubicBezTo>
                    <a:pt x="32392" y="94079"/>
                    <a:pt x="32387" y="94592"/>
                    <a:pt x="32383" y="95106"/>
                  </a:cubicBezTo>
                  <a:cubicBezTo>
                    <a:pt x="32341" y="96750"/>
                    <a:pt x="32302" y="98393"/>
                    <a:pt x="32277" y="100037"/>
                  </a:cubicBezTo>
                  <a:cubicBezTo>
                    <a:pt x="32260" y="101182"/>
                    <a:pt x="32239" y="102327"/>
                    <a:pt x="32214" y="103472"/>
                  </a:cubicBezTo>
                  <a:cubicBezTo>
                    <a:pt x="32153" y="106115"/>
                    <a:pt x="32095" y="108758"/>
                    <a:pt x="32052" y="111402"/>
                  </a:cubicBezTo>
                  <a:cubicBezTo>
                    <a:pt x="32035" y="112493"/>
                    <a:pt x="32035" y="112493"/>
                    <a:pt x="32019" y="113564"/>
                  </a:cubicBezTo>
                  <a:cubicBezTo>
                    <a:pt x="31766" y="113564"/>
                    <a:pt x="31521" y="113564"/>
                    <a:pt x="31275" y="113564"/>
                  </a:cubicBezTo>
                  <a:cubicBezTo>
                    <a:pt x="30313" y="115135"/>
                    <a:pt x="29808" y="116347"/>
                    <a:pt x="29606" y="118185"/>
                  </a:cubicBezTo>
                  <a:cubicBezTo>
                    <a:pt x="29609" y="118787"/>
                    <a:pt x="29612" y="119372"/>
                    <a:pt x="29615" y="119956"/>
                  </a:cubicBezTo>
                  <a:cubicBezTo>
                    <a:pt x="29617" y="120621"/>
                    <a:pt x="29618" y="121266"/>
                    <a:pt x="29620" y="121911"/>
                  </a:cubicBezTo>
                  <a:cubicBezTo>
                    <a:pt x="29629" y="122599"/>
                    <a:pt x="29638" y="123267"/>
                    <a:pt x="29647" y="123935"/>
                  </a:cubicBezTo>
                  <a:cubicBezTo>
                    <a:pt x="29650" y="127678"/>
                    <a:pt x="29421" y="131532"/>
                    <a:pt x="30531" y="135144"/>
                  </a:cubicBezTo>
                  <a:cubicBezTo>
                    <a:pt x="32197" y="136504"/>
                    <a:pt x="32197" y="136504"/>
                    <a:pt x="32245" y="138485"/>
                  </a:cubicBezTo>
                  <a:cubicBezTo>
                    <a:pt x="32264" y="139270"/>
                    <a:pt x="32283" y="140033"/>
                    <a:pt x="32301" y="140795"/>
                  </a:cubicBezTo>
                  <a:cubicBezTo>
                    <a:pt x="32327" y="141648"/>
                    <a:pt x="32353" y="142475"/>
                    <a:pt x="32378" y="143303"/>
                  </a:cubicBezTo>
                  <a:cubicBezTo>
                    <a:pt x="32418" y="145057"/>
                    <a:pt x="32461" y="146811"/>
                    <a:pt x="32506" y="148565"/>
                  </a:cubicBezTo>
                  <a:cubicBezTo>
                    <a:pt x="32531" y="149417"/>
                    <a:pt x="32556" y="150245"/>
                    <a:pt x="32580" y="151073"/>
                  </a:cubicBezTo>
                  <a:cubicBezTo>
                    <a:pt x="32631" y="153254"/>
                    <a:pt x="32533" y="154774"/>
                    <a:pt x="33507" y="156724"/>
                  </a:cubicBezTo>
                  <a:cubicBezTo>
                    <a:pt x="34013" y="156724"/>
                    <a:pt x="34505" y="156724"/>
                    <a:pt x="34996" y="156724"/>
                  </a:cubicBezTo>
                  <a:cubicBezTo>
                    <a:pt x="35038" y="157697"/>
                    <a:pt x="35038" y="157697"/>
                    <a:pt x="35080" y="158651"/>
                  </a:cubicBezTo>
                  <a:cubicBezTo>
                    <a:pt x="35130" y="159498"/>
                    <a:pt x="35179" y="160320"/>
                    <a:pt x="35228" y="161142"/>
                  </a:cubicBezTo>
                  <a:cubicBezTo>
                    <a:pt x="35359" y="163628"/>
                    <a:pt x="35359" y="163628"/>
                    <a:pt x="35740" y="165654"/>
                  </a:cubicBezTo>
                  <a:cubicBezTo>
                    <a:pt x="36499" y="165907"/>
                    <a:pt x="37236" y="166152"/>
                    <a:pt x="37972" y="166398"/>
                  </a:cubicBezTo>
                  <a:cubicBezTo>
                    <a:pt x="38004" y="167268"/>
                    <a:pt x="38035" y="168112"/>
                    <a:pt x="38065" y="168956"/>
                  </a:cubicBezTo>
                  <a:cubicBezTo>
                    <a:pt x="37972" y="171607"/>
                    <a:pt x="37972" y="171607"/>
                    <a:pt x="38716" y="173095"/>
                  </a:cubicBezTo>
                  <a:cubicBezTo>
                    <a:pt x="39475" y="173095"/>
                    <a:pt x="40212" y="173095"/>
                    <a:pt x="40949" y="173095"/>
                  </a:cubicBezTo>
                  <a:cubicBezTo>
                    <a:pt x="40949" y="175119"/>
                    <a:pt x="40949" y="177084"/>
                    <a:pt x="40949" y="179048"/>
                  </a:cubicBezTo>
                  <a:cubicBezTo>
                    <a:pt x="41708" y="179048"/>
                    <a:pt x="42445" y="179048"/>
                    <a:pt x="43181" y="179048"/>
                  </a:cubicBezTo>
                  <a:cubicBezTo>
                    <a:pt x="43414" y="181188"/>
                    <a:pt x="43414" y="181188"/>
                    <a:pt x="43925" y="183513"/>
                  </a:cubicBezTo>
                  <a:cubicBezTo>
                    <a:pt x="45053" y="184265"/>
                    <a:pt x="45053" y="184265"/>
                    <a:pt x="46158" y="185001"/>
                  </a:cubicBezTo>
                  <a:cubicBezTo>
                    <a:pt x="46392" y="185997"/>
                    <a:pt x="46638" y="186990"/>
                    <a:pt x="46902" y="187978"/>
                  </a:cubicBezTo>
                  <a:cubicBezTo>
                    <a:pt x="47661" y="187978"/>
                    <a:pt x="48398" y="187978"/>
                    <a:pt x="49134" y="187978"/>
                  </a:cubicBezTo>
                  <a:cubicBezTo>
                    <a:pt x="49382" y="189218"/>
                    <a:pt x="49631" y="190458"/>
                    <a:pt x="49879" y="191699"/>
                  </a:cubicBezTo>
                  <a:cubicBezTo>
                    <a:pt x="50638" y="191699"/>
                    <a:pt x="51374" y="191699"/>
                    <a:pt x="52111" y="191699"/>
                  </a:cubicBezTo>
                  <a:cubicBezTo>
                    <a:pt x="52111" y="193187"/>
                    <a:pt x="52111" y="193187"/>
                    <a:pt x="52983" y="194445"/>
                  </a:cubicBezTo>
                  <a:cubicBezTo>
                    <a:pt x="53382" y="194919"/>
                    <a:pt x="53770" y="195378"/>
                    <a:pt x="54157" y="195838"/>
                  </a:cubicBezTo>
                  <a:cubicBezTo>
                    <a:pt x="55308" y="197236"/>
                    <a:pt x="55308" y="197236"/>
                    <a:pt x="56576" y="198396"/>
                  </a:cubicBezTo>
                  <a:cubicBezTo>
                    <a:pt x="58175" y="198710"/>
                    <a:pt x="58175" y="198710"/>
                    <a:pt x="59552" y="199140"/>
                  </a:cubicBezTo>
                  <a:cubicBezTo>
                    <a:pt x="59552" y="200152"/>
                    <a:pt x="59552" y="201134"/>
                    <a:pt x="59552" y="202117"/>
                  </a:cubicBezTo>
                  <a:cubicBezTo>
                    <a:pt x="62126" y="201806"/>
                    <a:pt x="62126" y="201806"/>
                    <a:pt x="64761" y="202117"/>
                  </a:cubicBezTo>
                  <a:cubicBezTo>
                    <a:pt x="64979" y="203362"/>
                    <a:pt x="65228" y="204603"/>
                    <a:pt x="65506" y="205837"/>
                  </a:cubicBezTo>
                  <a:cubicBezTo>
                    <a:pt x="66834" y="205980"/>
                    <a:pt x="66834" y="205980"/>
                    <a:pt x="68482" y="205884"/>
                  </a:cubicBezTo>
                  <a:cubicBezTo>
                    <a:pt x="70063" y="205617"/>
                    <a:pt x="70063" y="205617"/>
                    <a:pt x="71459" y="205837"/>
                  </a:cubicBezTo>
                  <a:cubicBezTo>
                    <a:pt x="71668" y="207326"/>
                    <a:pt x="71668" y="207326"/>
                    <a:pt x="72203" y="208814"/>
                  </a:cubicBezTo>
                  <a:cubicBezTo>
                    <a:pt x="74150" y="208939"/>
                    <a:pt x="75855" y="208921"/>
                    <a:pt x="77784" y="208767"/>
                  </a:cubicBezTo>
                  <a:cubicBezTo>
                    <a:pt x="79762" y="208599"/>
                    <a:pt x="81363" y="208606"/>
                    <a:pt x="83365" y="208814"/>
                  </a:cubicBezTo>
                  <a:cubicBezTo>
                    <a:pt x="83576" y="210061"/>
                    <a:pt x="83825" y="211302"/>
                    <a:pt x="84109" y="212535"/>
                  </a:cubicBezTo>
                  <a:cubicBezTo>
                    <a:pt x="84617" y="212694"/>
                    <a:pt x="85111" y="212849"/>
                    <a:pt x="85604" y="213004"/>
                  </a:cubicBezTo>
                  <a:cubicBezTo>
                    <a:pt x="86265" y="213004"/>
                    <a:pt x="86906" y="213003"/>
                    <a:pt x="87548" y="213002"/>
                  </a:cubicBezTo>
                  <a:cubicBezTo>
                    <a:pt x="88265" y="213004"/>
                    <a:pt x="88961" y="213005"/>
                    <a:pt x="89657" y="213007"/>
                  </a:cubicBezTo>
                  <a:cubicBezTo>
                    <a:pt x="90411" y="212989"/>
                    <a:pt x="91144" y="212971"/>
                    <a:pt x="91876" y="212953"/>
                  </a:cubicBezTo>
                  <a:cubicBezTo>
                    <a:pt x="94515" y="212983"/>
                    <a:pt x="97166" y="213175"/>
                    <a:pt x="99736" y="212535"/>
                  </a:cubicBezTo>
                  <a:cubicBezTo>
                    <a:pt x="100143" y="211781"/>
                    <a:pt x="100143" y="211781"/>
                    <a:pt x="100541" y="211042"/>
                  </a:cubicBezTo>
                  <a:cubicBezTo>
                    <a:pt x="100773" y="210537"/>
                    <a:pt x="100999" y="210048"/>
                    <a:pt x="101224" y="209558"/>
                  </a:cubicBezTo>
                  <a:cubicBezTo>
                    <a:pt x="103602" y="209185"/>
                    <a:pt x="103602" y="209185"/>
                    <a:pt x="105287" y="209177"/>
                  </a:cubicBezTo>
                  <a:cubicBezTo>
                    <a:pt x="107715" y="209191"/>
                    <a:pt x="109973" y="209156"/>
                    <a:pt x="112386" y="208814"/>
                  </a:cubicBezTo>
                  <a:cubicBezTo>
                    <a:pt x="112680" y="208050"/>
                    <a:pt x="112680" y="208050"/>
                    <a:pt x="112968" y="207302"/>
                  </a:cubicBezTo>
                  <a:cubicBezTo>
                    <a:pt x="113023" y="206804"/>
                    <a:pt x="113077" y="206321"/>
                    <a:pt x="113131" y="205837"/>
                  </a:cubicBezTo>
                  <a:cubicBezTo>
                    <a:pt x="114619" y="205837"/>
                    <a:pt x="116107" y="205837"/>
                    <a:pt x="117595" y="205837"/>
                  </a:cubicBezTo>
                  <a:cubicBezTo>
                    <a:pt x="117848" y="205347"/>
                    <a:pt x="118094" y="204871"/>
                    <a:pt x="118340" y="204395"/>
                  </a:cubicBezTo>
                  <a:cubicBezTo>
                    <a:pt x="118593" y="203874"/>
                    <a:pt x="118838" y="203367"/>
                    <a:pt x="119084" y="202861"/>
                  </a:cubicBezTo>
                  <a:cubicBezTo>
                    <a:pt x="119858" y="202718"/>
                    <a:pt x="120611" y="202580"/>
                    <a:pt x="121363" y="202442"/>
                  </a:cubicBezTo>
                  <a:cubicBezTo>
                    <a:pt x="122466" y="202278"/>
                    <a:pt x="122466" y="202278"/>
                    <a:pt x="123548" y="202117"/>
                  </a:cubicBezTo>
                  <a:cubicBezTo>
                    <a:pt x="123801" y="201358"/>
                    <a:pt x="124047" y="200621"/>
                    <a:pt x="124293" y="199884"/>
                  </a:cubicBezTo>
                  <a:cubicBezTo>
                    <a:pt x="125297" y="199413"/>
                    <a:pt x="126290" y="198916"/>
                    <a:pt x="127269" y="198396"/>
                  </a:cubicBezTo>
                  <a:cubicBezTo>
                    <a:pt x="127503" y="197400"/>
                    <a:pt x="127750" y="196407"/>
                    <a:pt x="128013" y="195419"/>
                  </a:cubicBezTo>
                  <a:cubicBezTo>
                    <a:pt x="129025" y="195419"/>
                    <a:pt x="130008" y="195419"/>
                    <a:pt x="130990" y="195419"/>
                  </a:cubicBezTo>
                  <a:cubicBezTo>
                    <a:pt x="131243" y="194913"/>
                    <a:pt x="131488" y="194422"/>
                    <a:pt x="131734" y="193931"/>
                  </a:cubicBezTo>
                  <a:cubicBezTo>
                    <a:pt x="132897" y="192908"/>
                    <a:pt x="132897" y="192908"/>
                    <a:pt x="133966" y="191699"/>
                  </a:cubicBezTo>
                  <a:cubicBezTo>
                    <a:pt x="133966" y="190687"/>
                    <a:pt x="133966" y="189704"/>
                    <a:pt x="133966" y="188722"/>
                  </a:cubicBezTo>
                  <a:cubicBezTo>
                    <a:pt x="134725" y="188722"/>
                    <a:pt x="135462" y="188722"/>
                    <a:pt x="136199" y="188722"/>
                  </a:cubicBezTo>
                  <a:cubicBezTo>
                    <a:pt x="136341" y="188089"/>
                    <a:pt x="136479" y="187476"/>
                    <a:pt x="136617" y="186862"/>
                  </a:cubicBezTo>
                  <a:cubicBezTo>
                    <a:pt x="136782" y="185922"/>
                    <a:pt x="136782" y="185922"/>
                    <a:pt x="136943" y="185001"/>
                  </a:cubicBezTo>
                  <a:cubicBezTo>
                    <a:pt x="137449" y="185001"/>
                    <a:pt x="137940" y="185001"/>
                    <a:pt x="138431" y="185001"/>
                  </a:cubicBezTo>
                  <a:cubicBezTo>
                    <a:pt x="138906" y="183259"/>
                    <a:pt x="139403" y="181523"/>
                    <a:pt x="139920" y="179792"/>
                  </a:cubicBezTo>
                  <a:cubicBezTo>
                    <a:pt x="140679" y="179539"/>
                    <a:pt x="141415" y="179294"/>
                    <a:pt x="142152" y="179048"/>
                  </a:cubicBezTo>
                  <a:cubicBezTo>
                    <a:pt x="142199" y="178273"/>
                    <a:pt x="142245" y="177521"/>
                    <a:pt x="142292" y="176769"/>
                  </a:cubicBezTo>
                  <a:cubicBezTo>
                    <a:pt x="142244" y="176026"/>
                    <a:pt x="142198" y="175305"/>
                    <a:pt x="142152" y="174583"/>
                  </a:cubicBezTo>
                  <a:cubicBezTo>
                    <a:pt x="142911" y="174583"/>
                    <a:pt x="143648" y="174583"/>
                    <a:pt x="144384" y="174583"/>
                  </a:cubicBezTo>
                  <a:cubicBezTo>
                    <a:pt x="145067" y="172536"/>
                    <a:pt x="145210" y="171339"/>
                    <a:pt x="145175" y="169235"/>
                  </a:cubicBezTo>
                  <a:cubicBezTo>
                    <a:pt x="145152" y="167802"/>
                    <a:pt x="145152" y="167802"/>
                    <a:pt x="145129" y="166398"/>
                  </a:cubicBezTo>
                  <a:cubicBezTo>
                    <a:pt x="145888" y="166398"/>
                    <a:pt x="146624" y="166398"/>
                    <a:pt x="147361" y="166398"/>
                  </a:cubicBezTo>
                  <a:cubicBezTo>
                    <a:pt x="148104" y="164169"/>
                    <a:pt x="148111" y="163293"/>
                    <a:pt x="147780" y="161049"/>
                  </a:cubicBezTo>
                  <a:cubicBezTo>
                    <a:pt x="147637" y="160085"/>
                    <a:pt x="147499" y="159148"/>
                    <a:pt x="147361" y="158212"/>
                  </a:cubicBezTo>
                  <a:cubicBezTo>
                    <a:pt x="148826" y="158074"/>
                    <a:pt x="148826" y="158074"/>
                    <a:pt x="150338" y="157468"/>
                  </a:cubicBezTo>
                  <a:cubicBezTo>
                    <a:pt x="150464" y="156917"/>
                    <a:pt x="150586" y="156383"/>
                    <a:pt x="150708" y="155848"/>
                  </a:cubicBezTo>
                  <a:cubicBezTo>
                    <a:pt x="150710" y="155128"/>
                    <a:pt x="150711" y="154429"/>
                    <a:pt x="150713" y="153730"/>
                  </a:cubicBezTo>
                  <a:cubicBezTo>
                    <a:pt x="150727" y="152947"/>
                    <a:pt x="150741" y="152187"/>
                    <a:pt x="150755" y="151428"/>
                  </a:cubicBezTo>
                  <a:cubicBezTo>
                    <a:pt x="150756" y="149817"/>
                    <a:pt x="150759" y="148207"/>
                    <a:pt x="150766" y="146597"/>
                  </a:cubicBezTo>
                  <a:cubicBezTo>
                    <a:pt x="150786" y="145431"/>
                    <a:pt x="150786" y="145431"/>
                    <a:pt x="150806" y="144289"/>
                  </a:cubicBezTo>
                  <a:cubicBezTo>
                    <a:pt x="150754" y="142210"/>
                    <a:pt x="150754" y="142210"/>
                    <a:pt x="151082" y="140353"/>
                  </a:cubicBezTo>
                  <a:cubicBezTo>
                    <a:pt x="152461" y="139082"/>
                    <a:pt x="153242" y="138502"/>
                    <a:pt x="153598" y="136624"/>
                  </a:cubicBezTo>
                  <a:cubicBezTo>
                    <a:pt x="153599" y="136037"/>
                    <a:pt x="153601" y="135467"/>
                    <a:pt x="153603" y="134897"/>
                  </a:cubicBezTo>
                  <a:cubicBezTo>
                    <a:pt x="153614" y="133905"/>
                    <a:pt x="153614" y="133905"/>
                    <a:pt x="153624" y="132933"/>
                  </a:cubicBezTo>
                  <a:cubicBezTo>
                    <a:pt x="153620" y="132214"/>
                    <a:pt x="153615" y="131516"/>
                    <a:pt x="153611" y="130819"/>
                  </a:cubicBezTo>
                  <a:cubicBezTo>
                    <a:pt x="153615" y="129344"/>
                    <a:pt x="153618" y="127869"/>
                    <a:pt x="153619" y="126394"/>
                  </a:cubicBezTo>
                  <a:cubicBezTo>
                    <a:pt x="153605" y="124067"/>
                    <a:pt x="153593" y="121740"/>
                    <a:pt x="153605" y="119413"/>
                  </a:cubicBezTo>
                  <a:cubicBezTo>
                    <a:pt x="153614" y="117894"/>
                    <a:pt x="153619" y="116376"/>
                    <a:pt x="153617" y="114857"/>
                  </a:cubicBezTo>
                  <a:cubicBezTo>
                    <a:pt x="153614" y="113758"/>
                    <a:pt x="153614" y="113758"/>
                    <a:pt x="153611" y="112680"/>
                  </a:cubicBezTo>
                  <a:cubicBezTo>
                    <a:pt x="153618" y="111612"/>
                    <a:pt x="153618" y="111612"/>
                    <a:pt x="153624" y="110566"/>
                  </a:cubicBezTo>
                  <a:cubicBezTo>
                    <a:pt x="153617" y="109898"/>
                    <a:pt x="153610" y="109250"/>
                    <a:pt x="153603" y="108602"/>
                  </a:cubicBezTo>
                  <a:cubicBezTo>
                    <a:pt x="153596" y="106510"/>
                    <a:pt x="153628" y="105721"/>
                    <a:pt x="152198" y="104160"/>
                  </a:cubicBezTo>
                  <a:cubicBezTo>
                    <a:pt x="150926" y="103211"/>
                    <a:pt x="150926" y="103211"/>
                    <a:pt x="150795" y="101550"/>
                  </a:cubicBezTo>
                  <a:cubicBezTo>
                    <a:pt x="150790" y="100929"/>
                    <a:pt x="150785" y="100327"/>
                    <a:pt x="150779" y="99725"/>
                  </a:cubicBezTo>
                  <a:cubicBezTo>
                    <a:pt x="150746" y="98369"/>
                    <a:pt x="150723" y="97014"/>
                    <a:pt x="150710" y="95658"/>
                  </a:cubicBezTo>
                  <a:cubicBezTo>
                    <a:pt x="150703" y="94950"/>
                    <a:pt x="150696" y="94263"/>
                    <a:pt x="150689" y="93575"/>
                  </a:cubicBezTo>
                  <a:cubicBezTo>
                    <a:pt x="150672" y="92899"/>
                    <a:pt x="150656" y="92242"/>
                    <a:pt x="150640" y="91586"/>
                  </a:cubicBezTo>
                  <a:cubicBezTo>
                    <a:pt x="150624" y="89763"/>
                    <a:pt x="150624" y="89763"/>
                    <a:pt x="150338" y="88263"/>
                  </a:cubicBezTo>
                  <a:cubicBezTo>
                    <a:pt x="149579" y="87757"/>
                    <a:pt x="148842" y="87266"/>
                    <a:pt x="148105" y="86775"/>
                  </a:cubicBezTo>
                  <a:cubicBezTo>
                    <a:pt x="148074" y="85937"/>
                    <a:pt x="148043" y="85123"/>
                    <a:pt x="148012" y="84310"/>
                  </a:cubicBezTo>
                  <a:cubicBezTo>
                    <a:pt x="148093" y="81932"/>
                    <a:pt x="148090" y="80098"/>
                    <a:pt x="147361" y="77845"/>
                  </a:cubicBezTo>
                  <a:cubicBezTo>
                    <a:pt x="146602" y="77592"/>
                    <a:pt x="145865" y="77346"/>
                    <a:pt x="145129" y="77101"/>
                  </a:cubicBezTo>
                  <a:cubicBezTo>
                    <a:pt x="145129" y="75365"/>
                    <a:pt x="145129" y="73628"/>
                    <a:pt x="145129" y="71892"/>
                  </a:cubicBezTo>
                  <a:cubicBezTo>
                    <a:pt x="144370" y="71386"/>
                    <a:pt x="143633" y="70895"/>
                    <a:pt x="142896" y="70404"/>
                  </a:cubicBezTo>
                  <a:cubicBezTo>
                    <a:pt x="142652" y="68667"/>
                    <a:pt x="142404" y="66930"/>
                    <a:pt x="142152" y="65195"/>
                  </a:cubicBezTo>
                  <a:cubicBezTo>
                    <a:pt x="141393" y="64942"/>
                    <a:pt x="140656" y="64696"/>
                    <a:pt x="139920" y="64451"/>
                  </a:cubicBezTo>
                  <a:cubicBezTo>
                    <a:pt x="139672" y="62714"/>
                    <a:pt x="139423" y="60978"/>
                    <a:pt x="139175" y="59242"/>
                  </a:cubicBezTo>
                  <a:cubicBezTo>
                    <a:pt x="138416" y="58989"/>
                    <a:pt x="137680" y="58743"/>
                    <a:pt x="136943" y="58497"/>
                  </a:cubicBezTo>
                  <a:cubicBezTo>
                    <a:pt x="136943" y="57485"/>
                    <a:pt x="136943" y="56503"/>
                    <a:pt x="136943" y="55521"/>
                  </a:cubicBezTo>
                  <a:cubicBezTo>
                    <a:pt x="136437" y="55394"/>
                    <a:pt x="135946" y="55272"/>
                    <a:pt x="135455" y="55149"/>
                  </a:cubicBezTo>
                  <a:cubicBezTo>
                    <a:pt x="134949" y="55022"/>
                    <a:pt x="134458" y="54899"/>
                    <a:pt x="133966" y="54777"/>
                  </a:cubicBezTo>
                  <a:cubicBezTo>
                    <a:pt x="133966" y="53765"/>
                    <a:pt x="133966" y="52782"/>
                    <a:pt x="133966" y="51800"/>
                  </a:cubicBezTo>
                  <a:cubicBezTo>
                    <a:pt x="133207" y="51547"/>
                    <a:pt x="132471" y="51302"/>
                    <a:pt x="131734" y="51056"/>
                  </a:cubicBezTo>
                  <a:cubicBezTo>
                    <a:pt x="131408" y="49521"/>
                    <a:pt x="131408" y="49521"/>
                    <a:pt x="130990" y="48079"/>
                  </a:cubicBezTo>
                  <a:cubicBezTo>
                    <a:pt x="129978" y="48079"/>
                    <a:pt x="128996" y="48079"/>
                    <a:pt x="128013" y="48079"/>
                  </a:cubicBezTo>
                  <a:cubicBezTo>
                    <a:pt x="128013" y="47573"/>
                    <a:pt x="128013" y="47082"/>
                    <a:pt x="128013" y="46591"/>
                  </a:cubicBezTo>
                  <a:cubicBezTo>
                    <a:pt x="127013" y="45858"/>
                    <a:pt x="126022" y="45112"/>
                    <a:pt x="125037" y="44359"/>
                  </a:cubicBezTo>
                  <a:cubicBezTo>
                    <a:pt x="124432" y="42731"/>
                    <a:pt x="124432" y="42731"/>
                    <a:pt x="123548" y="41382"/>
                  </a:cubicBezTo>
                  <a:cubicBezTo>
                    <a:pt x="121812" y="41413"/>
                    <a:pt x="120076" y="41414"/>
                    <a:pt x="118340" y="41382"/>
                  </a:cubicBezTo>
                  <a:cubicBezTo>
                    <a:pt x="118197" y="40750"/>
                    <a:pt x="118059" y="40136"/>
                    <a:pt x="117921" y="39522"/>
                  </a:cubicBezTo>
                  <a:cubicBezTo>
                    <a:pt x="117757" y="38582"/>
                    <a:pt x="117757" y="38582"/>
                    <a:pt x="117595" y="37661"/>
                  </a:cubicBezTo>
                  <a:cubicBezTo>
                    <a:pt x="116491" y="37638"/>
                    <a:pt x="116491" y="37638"/>
                    <a:pt x="115409" y="37615"/>
                  </a:cubicBezTo>
                  <a:cubicBezTo>
                    <a:pt x="114635" y="37631"/>
                    <a:pt x="113883" y="37646"/>
                    <a:pt x="113131" y="37661"/>
                  </a:cubicBezTo>
                  <a:cubicBezTo>
                    <a:pt x="112575" y="36211"/>
                    <a:pt x="112575" y="36211"/>
                    <a:pt x="111642" y="34685"/>
                  </a:cubicBezTo>
                  <a:cubicBezTo>
                    <a:pt x="110818" y="34531"/>
                    <a:pt x="110018" y="34381"/>
                    <a:pt x="109218" y="34231"/>
                  </a:cubicBezTo>
                  <a:cubicBezTo>
                    <a:pt x="108240" y="34196"/>
                    <a:pt x="107290" y="34161"/>
                    <a:pt x="106340" y="34127"/>
                  </a:cubicBezTo>
                  <a:cubicBezTo>
                    <a:pt x="104881" y="34062"/>
                    <a:pt x="104881" y="34062"/>
                    <a:pt x="103451" y="33999"/>
                  </a:cubicBezTo>
                  <a:cubicBezTo>
                    <a:pt x="102694" y="33979"/>
                    <a:pt x="101959" y="33960"/>
                    <a:pt x="101224" y="33941"/>
                  </a:cubicBezTo>
                  <a:cubicBezTo>
                    <a:pt x="101224" y="33435"/>
                    <a:pt x="101224" y="32944"/>
                    <a:pt x="101224" y="32452"/>
                  </a:cubicBezTo>
                  <a:cubicBezTo>
                    <a:pt x="98678" y="30755"/>
                    <a:pt x="98678" y="30755"/>
                    <a:pt x="93842" y="30688"/>
                  </a:cubicBezTo>
                  <a:cubicBezTo>
                    <a:pt x="93174" y="30687"/>
                    <a:pt x="92525" y="30686"/>
                    <a:pt x="91876" y="30685"/>
                  </a:cubicBezTo>
                  <a:cubicBezTo>
                    <a:pt x="90879" y="30657"/>
                    <a:pt x="90879" y="30657"/>
                    <a:pt x="89901" y="30630"/>
                  </a:cubicBezTo>
                  <a:cubicBezTo>
                    <a:pt x="89259" y="30627"/>
                    <a:pt x="88636" y="30624"/>
                    <a:pt x="88013" y="30621"/>
                  </a:cubicBezTo>
                  <a:close/>
                  <a:moveTo>
                    <a:pt x="76078" y="0"/>
                  </a:moveTo>
                  <a:cubicBezTo>
                    <a:pt x="77048" y="6"/>
                    <a:pt x="78019" y="12"/>
                    <a:pt x="79018" y="18"/>
                  </a:cubicBezTo>
                  <a:cubicBezTo>
                    <a:pt x="80017" y="16"/>
                    <a:pt x="81015" y="13"/>
                    <a:pt x="82013" y="10"/>
                  </a:cubicBezTo>
                  <a:cubicBezTo>
                    <a:pt x="84108" y="5"/>
                    <a:pt x="86202" y="12"/>
                    <a:pt x="88296" y="26"/>
                  </a:cubicBezTo>
                  <a:cubicBezTo>
                    <a:pt x="90987" y="42"/>
                    <a:pt x="93676" y="33"/>
                    <a:pt x="96367" y="15"/>
                  </a:cubicBezTo>
                  <a:cubicBezTo>
                    <a:pt x="98429" y="4"/>
                    <a:pt x="100490" y="8"/>
                    <a:pt x="102552" y="15"/>
                  </a:cubicBezTo>
                  <a:cubicBezTo>
                    <a:pt x="104029" y="18"/>
                    <a:pt x="105505" y="9"/>
                    <a:pt x="106981" y="0"/>
                  </a:cubicBezTo>
                  <a:cubicBezTo>
                    <a:pt x="107872" y="9"/>
                    <a:pt x="108764" y="19"/>
                    <a:pt x="109682" y="28"/>
                  </a:cubicBezTo>
                  <a:cubicBezTo>
                    <a:pt x="110866" y="32"/>
                    <a:pt x="110866" y="32"/>
                    <a:pt x="112074" y="36"/>
                  </a:cubicBezTo>
                  <a:cubicBezTo>
                    <a:pt x="112955" y="223"/>
                    <a:pt x="112955" y="223"/>
                    <a:pt x="113854" y="414"/>
                  </a:cubicBezTo>
                  <a:cubicBezTo>
                    <a:pt x="114361" y="1902"/>
                    <a:pt x="114361" y="1902"/>
                    <a:pt x="114598" y="3390"/>
                  </a:cubicBezTo>
                  <a:cubicBezTo>
                    <a:pt x="116662" y="3835"/>
                    <a:pt x="116662" y="3835"/>
                    <a:pt x="119063" y="3809"/>
                  </a:cubicBezTo>
                  <a:cubicBezTo>
                    <a:pt x="121527" y="3858"/>
                    <a:pt x="121527" y="3858"/>
                    <a:pt x="123527" y="4134"/>
                  </a:cubicBezTo>
                  <a:cubicBezTo>
                    <a:pt x="123773" y="4871"/>
                    <a:pt x="124018" y="5608"/>
                    <a:pt x="124271" y="6367"/>
                  </a:cubicBezTo>
                  <a:cubicBezTo>
                    <a:pt x="125657" y="6690"/>
                    <a:pt x="125657" y="6690"/>
                    <a:pt x="127248" y="6692"/>
                  </a:cubicBezTo>
                  <a:cubicBezTo>
                    <a:pt x="128896" y="6829"/>
                    <a:pt x="128896" y="6829"/>
                    <a:pt x="130225" y="7111"/>
                  </a:cubicBezTo>
                  <a:cubicBezTo>
                    <a:pt x="130502" y="8095"/>
                    <a:pt x="130750" y="9088"/>
                    <a:pt x="130969" y="10087"/>
                  </a:cubicBezTo>
                  <a:cubicBezTo>
                    <a:pt x="131828" y="10210"/>
                    <a:pt x="132688" y="10333"/>
                    <a:pt x="133573" y="10459"/>
                  </a:cubicBezTo>
                  <a:cubicBezTo>
                    <a:pt x="134433" y="10582"/>
                    <a:pt x="135292" y="10705"/>
                    <a:pt x="136178" y="10832"/>
                  </a:cubicBezTo>
                  <a:cubicBezTo>
                    <a:pt x="136455" y="11816"/>
                    <a:pt x="136703" y="12809"/>
                    <a:pt x="136922" y="13808"/>
                  </a:cubicBezTo>
                  <a:cubicBezTo>
                    <a:pt x="139166" y="14420"/>
                    <a:pt x="139166" y="14420"/>
                    <a:pt x="141387" y="14552"/>
                  </a:cubicBezTo>
                  <a:cubicBezTo>
                    <a:pt x="141387" y="15535"/>
                    <a:pt x="141387" y="16517"/>
                    <a:pt x="141387" y="17529"/>
                  </a:cubicBezTo>
                  <a:cubicBezTo>
                    <a:pt x="142377" y="17784"/>
                    <a:pt x="143369" y="18032"/>
                    <a:pt x="144363" y="18273"/>
                  </a:cubicBezTo>
                  <a:cubicBezTo>
                    <a:pt x="144524" y="19033"/>
                    <a:pt x="144524" y="19033"/>
                    <a:pt x="144689" y="19808"/>
                  </a:cubicBezTo>
                  <a:cubicBezTo>
                    <a:pt x="144827" y="20284"/>
                    <a:pt x="144965" y="20759"/>
                    <a:pt x="145107" y="21250"/>
                  </a:cubicBezTo>
                  <a:cubicBezTo>
                    <a:pt x="145706" y="21250"/>
                    <a:pt x="146305" y="21250"/>
                    <a:pt x="146921" y="21250"/>
                  </a:cubicBezTo>
                  <a:cubicBezTo>
                    <a:pt x="147551" y="21250"/>
                    <a:pt x="148180" y="21250"/>
                    <a:pt x="148828" y="21250"/>
                  </a:cubicBezTo>
                  <a:cubicBezTo>
                    <a:pt x="149665" y="22691"/>
                    <a:pt x="149665" y="22691"/>
                    <a:pt x="150316" y="24226"/>
                  </a:cubicBezTo>
                  <a:cubicBezTo>
                    <a:pt x="151053" y="24472"/>
                    <a:pt x="151790" y="24717"/>
                    <a:pt x="152549" y="24970"/>
                  </a:cubicBezTo>
                  <a:cubicBezTo>
                    <a:pt x="152804" y="25960"/>
                    <a:pt x="153052" y="26953"/>
                    <a:pt x="153293" y="27947"/>
                  </a:cubicBezTo>
                  <a:cubicBezTo>
                    <a:pt x="154030" y="28438"/>
                    <a:pt x="154766" y="28929"/>
                    <a:pt x="155525" y="29435"/>
                  </a:cubicBezTo>
                  <a:cubicBezTo>
                    <a:pt x="155525" y="30172"/>
                    <a:pt x="155525" y="30908"/>
                    <a:pt x="155525" y="31667"/>
                  </a:cubicBezTo>
                  <a:cubicBezTo>
                    <a:pt x="156262" y="31913"/>
                    <a:pt x="156999" y="32159"/>
                    <a:pt x="157758" y="32412"/>
                  </a:cubicBezTo>
                  <a:cubicBezTo>
                    <a:pt x="157881" y="32918"/>
                    <a:pt x="158003" y="33425"/>
                    <a:pt x="158130" y="33946"/>
                  </a:cubicBezTo>
                  <a:cubicBezTo>
                    <a:pt x="158253" y="34422"/>
                    <a:pt x="158375" y="34898"/>
                    <a:pt x="158502" y="35388"/>
                  </a:cubicBezTo>
                  <a:cubicBezTo>
                    <a:pt x="159239" y="35388"/>
                    <a:pt x="159975" y="35388"/>
                    <a:pt x="160734" y="35388"/>
                  </a:cubicBezTo>
                  <a:cubicBezTo>
                    <a:pt x="160989" y="36627"/>
                    <a:pt x="161236" y="37868"/>
                    <a:pt x="161479" y="39109"/>
                  </a:cubicBezTo>
                  <a:cubicBezTo>
                    <a:pt x="162215" y="39354"/>
                    <a:pt x="162952" y="39600"/>
                    <a:pt x="163711" y="39853"/>
                  </a:cubicBezTo>
                  <a:cubicBezTo>
                    <a:pt x="164223" y="42132"/>
                    <a:pt x="164223" y="42132"/>
                    <a:pt x="164455" y="44318"/>
                  </a:cubicBezTo>
                  <a:cubicBezTo>
                    <a:pt x="165192" y="44318"/>
                    <a:pt x="165928" y="44318"/>
                    <a:pt x="166688" y="44318"/>
                  </a:cubicBezTo>
                  <a:cubicBezTo>
                    <a:pt x="166764" y="45024"/>
                    <a:pt x="166841" y="45730"/>
                    <a:pt x="166920" y="46457"/>
                  </a:cubicBezTo>
                  <a:cubicBezTo>
                    <a:pt x="167198" y="48999"/>
                    <a:pt x="167198" y="48999"/>
                    <a:pt x="169664" y="50271"/>
                  </a:cubicBezTo>
                  <a:cubicBezTo>
                    <a:pt x="169804" y="52969"/>
                    <a:pt x="169804" y="52969"/>
                    <a:pt x="169664" y="55480"/>
                  </a:cubicBezTo>
                  <a:cubicBezTo>
                    <a:pt x="170401" y="55480"/>
                    <a:pt x="171137" y="55480"/>
                    <a:pt x="171896" y="55480"/>
                  </a:cubicBezTo>
                  <a:cubicBezTo>
                    <a:pt x="172388" y="56945"/>
                    <a:pt x="172388" y="56945"/>
                    <a:pt x="172687" y="58829"/>
                  </a:cubicBezTo>
                  <a:cubicBezTo>
                    <a:pt x="172951" y="60655"/>
                    <a:pt x="172951" y="60655"/>
                    <a:pt x="173385" y="62177"/>
                  </a:cubicBezTo>
                  <a:cubicBezTo>
                    <a:pt x="173876" y="62177"/>
                    <a:pt x="174367" y="62177"/>
                    <a:pt x="174873" y="62177"/>
                  </a:cubicBezTo>
                  <a:cubicBezTo>
                    <a:pt x="174901" y="62706"/>
                    <a:pt x="174929" y="63234"/>
                    <a:pt x="174957" y="63779"/>
                  </a:cubicBezTo>
                  <a:cubicBezTo>
                    <a:pt x="175006" y="64463"/>
                    <a:pt x="175055" y="65147"/>
                    <a:pt x="175106" y="65851"/>
                  </a:cubicBezTo>
                  <a:cubicBezTo>
                    <a:pt x="175149" y="66533"/>
                    <a:pt x="175192" y="67215"/>
                    <a:pt x="175236" y="67918"/>
                  </a:cubicBezTo>
                  <a:cubicBezTo>
                    <a:pt x="175362" y="68479"/>
                    <a:pt x="175488" y="69040"/>
                    <a:pt x="175617" y="69619"/>
                  </a:cubicBezTo>
                  <a:cubicBezTo>
                    <a:pt x="176354" y="69864"/>
                    <a:pt x="177091" y="70110"/>
                    <a:pt x="177850" y="70363"/>
                  </a:cubicBezTo>
                  <a:cubicBezTo>
                    <a:pt x="178178" y="72688"/>
                    <a:pt x="178178" y="72688"/>
                    <a:pt x="178268" y="75572"/>
                  </a:cubicBezTo>
                  <a:cubicBezTo>
                    <a:pt x="178326" y="77311"/>
                    <a:pt x="178423" y="79049"/>
                    <a:pt x="178594" y="80781"/>
                  </a:cubicBezTo>
                  <a:cubicBezTo>
                    <a:pt x="179085" y="81026"/>
                    <a:pt x="179576" y="81272"/>
                    <a:pt x="180082" y="81525"/>
                  </a:cubicBezTo>
                  <a:cubicBezTo>
                    <a:pt x="180296" y="83620"/>
                    <a:pt x="180430" y="85656"/>
                    <a:pt x="180501" y="87757"/>
                  </a:cubicBezTo>
                  <a:cubicBezTo>
                    <a:pt x="180616" y="92145"/>
                    <a:pt x="180616" y="92145"/>
                    <a:pt x="181570" y="96408"/>
                  </a:cubicBezTo>
                  <a:cubicBezTo>
                    <a:pt x="182061" y="96653"/>
                    <a:pt x="182553" y="96899"/>
                    <a:pt x="183059" y="97152"/>
                  </a:cubicBezTo>
                  <a:cubicBezTo>
                    <a:pt x="183238" y="99134"/>
                    <a:pt x="183238" y="99134"/>
                    <a:pt x="183228" y="101813"/>
                  </a:cubicBezTo>
                  <a:cubicBezTo>
                    <a:pt x="183228" y="102299"/>
                    <a:pt x="183228" y="102786"/>
                    <a:pt x="183228" y="103287"/>
                  </a:cubicBezTo>
                  <a:cubicBezTo>
                    <a:pt x="183227" y="104902"/>
                    <a:pt x="183216" y="106516"/>
                    <a:pt x="183204" y="108131"/>
                  </a:cubicBezTo>
                  <a:cubicBezTo>
                    <a:pt x="183201" y="109248"/>
                    <a:pt x="183199" y="110364"/>
                    <a:pt x="183198" y="111481"/>
                  </a:cubicBezTo>
                  <a:cubicBezTo>
                    <a:pt x="183192" y="114426"/>
                    <a:pt x="183177" y="117370"/>
                    <a:pt x="183161" y="120315"/>
                  </a:cubicBezTo>
                  <a:cubicBezTo>
                    <a:pt x="183146" y="123318"/>
                    <a:pt x="183139" y="126320"/>
                    <a:pt x="183131" y="129323"/>
                  </a:cubicBezTo>
                  <a:cubicBezTo>
                    <a:pt x="183115" y="135218"/>
                    <a:pt x="183090" y="141114"/>
                    <a:pt x="183059" y="147009"/>
                  </a:cubicBezTo>
                  <a:cubicBezTo>
                    <a:pt x="182567" y="147009"/>
                    <a:pt x="182076" y="147009"/>
                    <a:pt x="181570" y="147009"/>
                  </a:cubicBezTo>
                  <a:cubicBezTo>
                    <a:pt x="180880" y="148998"/>
                    <a:pt x="180702" y="150952"/>
                    <a:pt x="180591" y="153044"/>
                  </a:cubicBezTo>
                  <a:cubicBezTo>
                    <a:pt x="180560" y="153605"/>
                    <a:pt x="180528" y="154166"/>
                    <a:pt x="180496" y="154744"/>
                  </a:cubicBezTo>
                  <a:cubicBezTo>
                    <a:pt x="180467" y="155323"/>
                    <a:pt x="180438" y="155901"/>
                    <a:pt x="180408" y="156497"/>
                  </a:cubicBezTo>
                  <a:cubicBezTo>
                    <a:pt x="180375" y="157087"/>
                    <a:pt x="180343" y="157677"/>
                    <a:pt x="180310" y="158285"/>
                  </a:cubicBezTo>
                  <a:cubicBezTo>
                    <a:pt x="180232" y="159735"/>
                    <a:pt x="180156" y="161186"/>
                    <a:pt x="180082" y="162636"/>
                  </a:cubicBezTo>
                  <a:cubicBezTo>
                    <a:pt x="179345" y="162636"/>
                    <a:pt x="178609" y="162636"/>
                    <a:pt x="177850" y="162636"/>
                  </a:cubicBezTo>
                  <a:cubicBezTo>
                    <a:pt x="177876" y="163380"/>
                    <a:pt x="177901" y="164123"/>
                    <a:pt x="177928" y="164889"/>
                  </a:cubicBezTo>
                  <a:cubicBezTo>
                    <a:pt x="177948" y="165849"/>
                    <a:pt x="177968" y="166809"/>
                    <a:pt x="177989" y="167799"/>
                  </a:cubicBezTo>
                  <a:cubicBezTo>
                    <a:pt x="178015" y="168757"/>
                    <a:pt x="178041" y="169715"/>
                    <a:pt x="178068" y="170703"/>
                  </a:cubicBezTo>
                  <a:cubicBezTo>
                    <a:pt x="177996" y="171479"/>
                    <a:pt x="177924" y="172255"/>
                    <a:pt x="177850" y="173054"/>
                  </a:cubicBezTo>
                  <a:cubicBezTo>
                    <a:pt x="177113" y="173300"/>
                    <a:pt x="176376" y="173545"/>
                    <a:pt x="175617" y="173798"/>
                  </a:cubicBezTo>
                  <a:cubicBezTo>
                    <a:pt x="175179" y="175546"/>
                    <a:pt x="175179" y="175546"/>
                    <a:pt x="175106" y="177566"/>
                  </a:cubicBezTo>
                  <a:cubicBezTo>
                    <a:pt x="175032" y="178591"/>
                    <a:pt x="175032" y="178591"/>
                    <a:pt x="174957" y="179638"/>
                  </a:cubicBezTo>
                  <a:cubicBezTo>
                    <a:pt x="174930" y="180167"/>
                    <a:pt x="174902" y="180695"/>
                    <a:pt x="174873" y="181240"/>
                  </a:cubicBezTo>
                  <a:cubicBezTo>
                    <a:pt x="174136" y="181240"/>
                    <a:pt x="173400" y="181240"/>
                    <a:pt x="172641" y="181240"/>
                  </a:cubicBezTo>
                  <a:cubicBezTo>
                    <a:pt x="172586" y="181952"/>
                    <a:pt x="172586" y="181952"/>
                    <a:pt x="172530" y="182679"/>
                  </a:cubicBezTo>
                  <a:cubicBezTo>
                    <a:pt x="172475" y="183293"/>
                    <a:pt x="172419" y="183908"/>
                    <a:pt x="172362" y="184542"/>
                  </a:cubicBezTo>
                  <a:cubicBezTo>
                    <a:pt x="172310" y="185155"/>
                    <a:pt x="172258" y="185768"/>
                    <a:pt x="172205" y="186399"/>
                  </a:cubicBezTo>
                  <a:cubicBezTo>
                    <a:pt x="172103" y="186907"/>
                    <a:pt x="172001" y="187414"/>
                    <a:pt x="171896" y="187937"/>
                  </a:cubicBezTo>
                  <a:cubicBezTo>
                    <a:pt x="171405" y="188183"/>
                    <a:pt x="170914" y="188428"/>
                    <a:pt x="170408" y="188681"/>
                  </a:cubicBezTo>
                  <a:cubicBezTo>
                    <a:pt x="170163" y="189541"/>
                    <a:pt x="169917" y="190400"/>
                    <a:pt x="169664" y="191286"/>
                  </a:cubicBezTo>
                  <a:cubicBezTo>
                    <a:pt x="169419" y="192145"/>
                    <a:pt x="169173" y="193005"/>
                    <a:pt x="168920" y="193890"/>
                  </a:cubicBezTo>
                  <a:cubicBezTo>
                    <a:pt x="168429" y="194136"/>
                    <a:pt x="167938" y="194381"/>
                    <a:pt x="167432" y="194634"/>
                  </a:cubicBezTo>
                  <a:cubicBezTo>
                    <a:pt x="166942" y="196889"/>
                    <a:pt x="166942" y="196889"/>
                    <a:pt x="166688" y="199099"/>
                  </a:cubicBezTo>
                  <a:cubicBezTo>
                    <a:pt x="165951" y="199099"/>
                    <a:pt x="165214" y="199099"/>
                    <a:pt x="164455" y="199099"/>
                  </a:cubicBezTo>
                  <a:cubicBezTo>
                    <a:pt x="164378" y="199928"/>
                    <a:pt x="164302" y="200757"/>
                    <a:pt x="164223" y="201611"/>
                  </a:cubicBezTo>
                  <a:cubicBezTo>
                    <a:pt x="163969" y="202946"/>
                    <a:pt x="163969" y="202946"/>
                    <a:pt x="163711" y="204308"/>
                  </a:cubicBezTo>
                  <a:cubicBezTo>
                    <a:pt x="162974" y="204799"/>
                    <a:pt x="162238" y="205290"/>
                    <a:pt x="161479" y="205796"/>
                  </a:cubicBezTo>
                  <a:cubicBezTo>
                    <a:pt x="161233" y="206533"/>
                    <a:pt x="160987" y="207270"/>
                    <a:pt x="160734" y="208029"/>
                  </a:cubicBezTo>
                  <a:cubicBezTo>
                    <a:pt x="159659" y="209202"/>
                    <a:pt x="158510" y="210254"/>
                    <a:pt x="157339" y="211331"/>
                  </a:cubicBezTo>
                  <a:cubicBezTo>
                    <a:pt x="156207" y="212444"/>
                    <a:pt x="156207" y="212444"/>
                    <a:pt x="155618" y="213889"/>
                  </a:cubicBezTo>
                  <a:cubicBezTo>
                    <a:pt x="154462" y="216073"/>
                    <a:pt x="152845" y="217490"/>
                    <a:pt x="151061" y="219191"/>
                  </a:cubicBezTo>
                  <a:cubicBezTo>
                    <a:pt x="150401" y="219866"/>
                    <a:pt x="149741" y="220542"/>
                    <a:pt x="149061" y="221237"/>
                  </a:cubicBezTo>
                  <a:cubicBezTo>
                    <a:pt x="147340" y="222912"/>
                    <a:pt x="147340" y="222912"/>
                    <a:pt x="145852" y="223656"/>
                  </a:cubicBezTo>
                  <a:cubicBezTo>
                    <a:pt x="145606" y="224392"/>
                    <a:pt x="145360" y="225129"/>
                    <a:pt x="145107" y="225888"/>
                  </a:cubicBezTo>
                  <a:cubicBezTo>
                    <a:pt x="143201" y="226028"/>
                    <a:pt x="143201" y="226028"/>
                    <a:pt x="141387" y="225888"/>
                  </a:cubicBezTo>
                  <a:cubicBezTo>
                    <a:pt x="141387" y="227116"/>
                    <a:pt x="141387" y="228344"/>
                    <a:pt x="141387" y="229609"/>
                  </a:cubicBezTo>
                  <a:cubicBezTo>
                    <a:pt x="140665" y="229547"/>
                    <a:pt x="139944" y="229486"/>
                    <a:pt x="139201" y="229423"/>
                  </a:cubicBezTo>
                  <a:cubicBezTo>
                    <a:pt x="138449" y="229484"/>
                    <a:pt x="137697" y="229546"/>
                    <a:pt x="136922" y="229609"/>
                  </a:cubicBezTo>
                  <a:cubicBezTo>
                    <a:pt x="136814" y="230085"/>
                    <a:pt x="136707" y="230560"/>
                    <a:pt x="136596" y="231051"/>
                  </a:cubicBezTo>
                  <a:cubicBezTo>
                    <a:pt x="136458" y="231557"/>
                    <a:pt x="136320" y="232064"/>
                    <a:pt x="136178" y="232585"/>
                  </a:cubicBezTo>
                  <a:cubicBezTo>
                    <a:pt x="134441" y="232833"/>
                    <a:pt x="132705" y="233082"/>
                    <a:pt x="130969" y="233330"/>
                  </a:cubicBezTo>
                  <a:cubicBezTo>
                    <a:pt x="130861" y="233820"/>
                    <a:pt x="130754" y="234310"/>
                    <a:pt x="130643" y="234815"/>
                  </a:cubicBezTo>
                  <a:cubicBezTo>
                    <a:pt x="130505" y="235307"/>
                    <a:pt x="130367" y="235799"/>
                    <a:pt x="130225" y="236306"/>
                  </a:cubicBezTo>
                  <a:cubicBezTo>
                    <a:pt x="128713" y="236681"/>
                    <a:pt x="128713" y="236681"/>
                    <a:pt x="126876" y="236725"/>
                  </a:cubicBezTo>
                  <a:cubicBezTo>
                    <a:pt x="125084" y="236726"/>
                    <a:pt x="125084" y="236726"/>
                    <a:pt x="123527" y="237050"/>
                  </a:cubicBezTo>
                  <a:cubicBezTo>
                    <a:pt x="123282" y="237787"/>
                    <a:pt x="123036" y="238524"/>
                    <a:pt x="122783" y="239283"/>
                  </a:cubicBezTo>
                  <a:cubicBezTo>
                    <a:pt x="119994" y="239862"/>
                    <a:pt x="117448" y="240027"/>
                    <a:pt x="114598" y="240027"/>
                  </a:cubicBezTo>
                  <a:cubicBezTo>
                    <a:pt x="114449" y="240753"/>
                    <a:pt x="114449" y="240753"/>
                    <a:pt x="114297" y="241494"/>
                  </a:cubicBezTo>
                  <a:cubicBezTo>
                    <a:pt x="114150" y="241992"/>
                    <a:pt x="114004" y="242490"/>
                    <a:pt x="113854" y="243003"/>
                  </a:cubicBezTo>
                  <a:cubicBezTo>
                    <a:pt x="112097" y="243361"/>
                    <a:pt x="112097" y="243361"/>
                    <a:pt x="109739" y="243341"/>
                  </a:cubicBezTo>
                  <a:cubicBezTo>
                    <a:pt x="108860" y="243341"/>
                    <a:pt x="107981" y="243341"/>
                    <a:pt x="107075" y="243341"/>
                  </a:cubicBezTo>
                  <a:cubicBezTo>
                    <a:pt x="105641" y="243318"/>
                    <a:pt x="105641" y="243318"/>
                    <a:pt x="104177" y="243294"/>
                  </a:cubicBezTo>
                  <a:cubicBezTo>
                    <a:pt x="103203" y="243290"/>
                    <a:pt x="102230" y="243286"/>
                    <a:pt x="101227" y="243281"/>
                  </a:cubicBezTo>
                  <a:cubicBezTo>
                    <a:pt x="98634" y="243270"/>
                    <a:pt x="96042" y="243241"/>
                    <a:pt x="93450" y="243208"/>
                  </a:cubicBezTo>
                  <a:cubicBezTo>
                    <a:pt x="90807" y="243177"/>
                    <a:pt x="88163" y="243164"/>
                    <a:pt x="85519" y="243149"/>
                  </a:cubicBezTo>
                  <a:cubicBezTo>
                    <a:pt x="80329" y="243117"/>
                    <a:pt x="75139" y="243066"/>
                    <a:pt x="69949" y="243003"/>
                  </a:cubicBezTo>
                  <a:cubicBezTo>
                    <a:pt x="69949" y="242021"/>
                    <a:pt x="69949" y="241039"/>
                    <a:pt x="69949" y="240027"/>
                  </a:cubicBezTo>
                  <a:cubicBezTo>
                    <a:pt x="69492" y="240035"/>
                    <a:pt x="69034" y="240044"/>
                    <a:pt x="68563" y="240053"/>
                  </a:cubicBezTo>
                  <a:cubicBezTo>
                    <a:pt x="67661" y="240063"/>
                    <a:pt x="67661" y="240063"/>
                    <a:pt x="66740" y="240073"/>
                  </a:cubicBezTo>
                  <a:cubicBezTo>
                    <a:pt x="66144" y="240082"/>
                    <a:pt x="65549" y="240091"/>
                    <a:pt x="64935" y="240100"/>
                  </a:cubicBezTo>
                  <a:cubicBezTo>
                    <a:pt x="63252" y="240027"/>
                    <a:pt x="63252" y="240027"/>
                    <a:pt x="61020" y="239283"/>
                  </a:cubicBezTo>
                  <a:cubicBezTo>
                    <a:pt x="60651" y="238178"/>
                    <a:pt x="60651" y="238178"/>
                    <a:pt x="60275" y="237050"/>
                  </a:cubicBezTo>
                  <a:cubicBezTo>
                    <a:pt x="58341" y="236731"/>
                    <a:pt x="56467" y="236723"/>
                    <a:pt x="54508" y="236681"/>
                  </a:cubicBezTo>
                  <a:cubicBezTo>
                    <a:pt x="53956" y="236557"/>
                    <a:pt x="53403" y="236434"/>
                    <a:pt x="52834" y="236306"/>
                  </a:cubicBezTo>
                  <a:cubicBezTo>
                    <a:pt x="52366" y="234815"/>
                    <a:pt x="52366" y="234815"/>
                    <a:pt x="52090" y="233330"/>
                  </a:cubicBezTo>
                  <a:cubicBezTo>
                    <a:pt x="50602" y="233076"/>
                    <a:pt x="49114" y="232829"/>
                    <a:pt x="47625" y="232585"/>
                  </a:cubicBezTo>
                  <a:cubicBezTo>
                    <a:pt x="46788" y="231051"/>
                    <a:pt x="46788" y="231051"/>
                    <a:pt x="46137" y="229609"/>
                  </a:cubicBezTo>
                  <a:cubicBezTo>
                    <a:pt x="45154" y="229609"/>
                    <a:pt x="44172" y="229609"/>
                    <a:pt x="43160" y="229609"/>
                  </a:cubicBezTo>
                  <a:cubicBezTo>
                    <a:pt x="42370" y="228167"/>
                    <a:pt x="42370" y="228167"/>
                    <a:pt x="41672" y="226632"/>
                  </a:cubicBezTo>
                  <a:cubicBezTo>
                    <a:pt x="40935" y="226387"/>
                    <a:pt x="40198" y="226141"/>
                    <a:pt x="39439" y="225888"/>
                  </a:cubicBezTo>
                  <a:cubicBezTo>
                    <a:pt x="39209" y="225397"/>
                    <a:pt x="38979" y="224906"/>
                    <a:pt x="38742" y="224400"/>
                  </a:cubicBezTo>
                  <a:cubicBezTo>
                    <a:pt x="38481" y="223909"/>
                    <a:pt x="38220" y="223418"/>
                    <a:pt x="37951" y="222912"/>
                  </a:cubicBezTo>
                  <a:cubicBezTo>
                    <a:pt x="36964" y="222642"/>
                    <a:pt x="35972" y="222393"/>
                    <a:pt x="34975" y="222167"/>
                  </a:cubicBezTo>
                  <a:cubicBezTo>
                    <a:pt x="34606" y="221062"/>
                    <a:pt x="34606" y="221062"/>
                    <a:pt x="34230" y="219935"/>
                  </a:cubicBezTo>
                  <a:cubicBezTo>
                    <a:pt x="33399" y="219079"/>
                    <a:pt x="32563" y="218226"/>
                    <a:pt x="31704" y="217397"/>
                  </a:cubicBezTo>
                  <a:cubicBezTo>
                    <a:pt x="30205" y="215912"/>
                    <a:pt x="28772" y="214377"/>
                    <a:pt x="27347" y="212819"/>
                  </a:cubicBezTo>
                  <a:cubicBezTo>
                    <a:pt x="26837" y="212266"/>
                    <a:pt x="26327" y="211712"/>
                    <a:pt x="25801" y="211142"/>
                  </a:cubicBezTo>
                  <a:cubicBezTo>
                    <a:pt x="24557" y="209517"/>
                    <a:pt x="24557" y="209517"/>
                    <a:pt x="24150" y="207869"/>
                  </a:cubicBezTo>
                  <a:cubicBezTo>
                    <a:pt x="24038" y="207431"/>
                    <a:pt x="23927" y="206992"/>
                    <a:pt x="23813" y="206541"/>
                  </a:cubicBezTo>
                  <a:cubicBezTo>
                    <a:pt x="23076" y="206295"/>
                    <a:pt x="22339" y="206049"/>
                    <a:pt x="21580" y="205796"/>
                  </a:cubicBezTo>
                  <a:cubicBezTo>
                    <a:pt x="21580" y="204814"/>
                    <a:pt x="21580" y="203832"/>
                    <a:pt x="21580" y="202820"/>
                  </a:cubicBezTo>
                  <a:cubicBezTo>
                    <a:pt x="20843" y="202820"/>
                    <a:pt x="20107" y="202820"/>
                    <a:pt x="19348" y="202820"/>
                  </a:cubicBezTo>
                  <a:cubicBezTo>
                    <a:pt x="19271" y="202114"/>
                    <a:pt x="19194" y="201408"/>
                    <a:pt x="19115" y="200680"/>
                  </a:cubicBezTo>
                  <a:cubicBezTo>
                    <a:pt x="18838" y="198138"/>
                    <a:pt x="18838" y="198138"/>
                    <a:pt x="16371" y="196867"/>
                  </a:cubicBezTo>
                  <a:cubicBezTo>
                    <a:pt x="16100" y="195631"/>
                    <a:pt x="15850" y="194391"/>
                    <a:pt x="15627" y="193146"/>
                  </a:cubicBezTo>
                  <a:cubicBezTo>
                    <a:pt x="15136" y="192900"/>
                    <a:pt x="14645" y="192655"/>
                    <a:pt x="14139" y="192402"/>
                  </a:cubicBezTo>
                  <a:cubicBezTo>
                    <a:pt x="13893" y="191527"/>
                    <a:pt x="13648" y="190652"/>
                    <a:pt x="13395" y="189751"/>
                  </a:cubicBezTo>
                  <a:cubicBezTo>
                    <a:pt x="13149" y="188907"/>
                    <a:pt x="12903" y="188063"/>
                    <a:pt x="12650" y="187193"/>
                  </a:cubicBezTo>
                  <a:cubicBezTo>
                    <a:pt x="12159" y="187193"/>
                    <a:pt x="11668" y="187193"/>
                    <a:pt x="11162" y="187193"/>
                  </a:cubicBezTo>
                  <a:cubicBezTo>
                    <a:pt x="10668" y="185270"/>
                    <a:pt x="10398" y="183341"/>
                    <a:pt x="10092" y="181379"/>
                  </a:cubicBezTo>
                  <a:cubicBezTo>
                    <a:pt x="9954" y="180842"/>
                    <a:pt x="9816" y="180305"/>
                    <a:pt x="9674" y="179751"/>
                  </a:cubicBezTo>
                  <a:cubicBezTo>
                    <a:pt x="9183" y="179751"/>
                    <a:pt x="8692" y="179751"/>
                    <a:pt x="8186" y="179751"/>
                  </a:cubicBezTo>
                  <a:cubicBezTo>
                    <a:pt x="8158" y="179169"/>
                    <a:pt x="8130" y="178587"/>
                    <a:pt x="8101" y="177987"/>
                  </a:cubicBezTo>
                  <a:cubicBezTo>
                    <a:pt x="8052" y="177234"/>
                    <a:pt x="8003" y="176481"/>
                    <a:pt x="7953" y="175705"/>
                  </a:cubicBezTo>
                  <a:cubicBezTo>
                    <a:pt x="7910" y="174954"/>
                    <a:pt x="7867" y="174203"/>
                    <a:pt x="7822" y="173429"/>
                  </a:cubicBezTo>
                  <a:cubicBezTo>
                    <a:pt x="7697" y="172814"/>
                    <a:pt x="7571" y="172199"/>
                    <a:pt x="7441" y="171566"/>
                  </a:cubicBezTo>
                  <a:cubicBezTo>
                    <a:pt x="6705" y="171320"/>
                    <a:pt x="5968" y="171075"/>
                    <a:pt x="5209" y="170822"/>
                  </a:cubicBezTo>
                  <a:cubicBezTo>
                    <a:pt x="4881" y="168659"/>
                    <a:pt x="4881" y="168659"/>
                    <a:pt x="4790" y="165985"/>
                  </a:cubicBezTo>
                  <a:cubicBezTo>
                    <a:pt x="4732" y="164370"/>
                    <a:pt x="4635" y="162755"/>
                    <a:pt x="4465" y="161148"/>
                  </a:cubicBezTo>
                  <a:cubicBezTo>
                    <a:pt x="3974" y="160902"/>
                    <a:pt x="3483" y="160657"/>
                    <a:pt x="2977" y="160404"/>
                  </a:cubicBezTo>
                  <a:cubicBezTo>
                    <a:pt x="2739" y="158748"/>
                    <a:pt x="2739" y="158748"/>
                    <a:pt x="2668" y="156587"/>
                  </a:cubicBezTo>
                  <a:cubicBezTo>
                    <a:pt x="2640" y="155817"/>
                    <a:pt x="2611" y="155048"/>
                    <a:pt x="2581" y="154254"/>
                  </a:cubicBezTo>
                  <a:cubicBezTo>
                    <a:pt x="2558" y="153444"/>
                    <a:pt x="2535" y="152634"/>
                    <a:pt x="2511" y="151800"/>
                  </a:cubicBezTo>
                  <a:cubicBezTo>
                    <a:pt x="2468" y="150580"/>
                    <a:pt x="2468" y="150580"/>
                    <a:pt x="2424" y="149336"/>
                  </a:cubicBezTo>
                  <a:cubicBezTo>
                    <a:pt x="2354" y="147320"/>
                    <a:pt x="2290" y="145305"/>
                    <a:pt x="2232" y="143289"/>
                  </a:cubicBezTo>
                  <a:cubicBezTo>
                    <a:pt x="1496" y="143289"/>
                    <a:pt x="759" y="143289"/>
                    <a:pt x="0" y="143289"/>
                  </a:cubicBezTo>
                  <a:cubicBezTo>
                    <a:pt x="0" y="129782"/>
                    <a:pt x="0" y="116276"/>
                    <a:pt x="0" y="102361"/>
                  </a:cubicBezTo>
                  <a:cubicBezTo>
                    <a:pt x="737" y="102361"/>
                    <a:pt x="1473" y="102361"/>
                    <a:pt x="2232" y="102361"/>
                  </a:cubicBezTo>
                  <a:cubicBezTo>
                    <a:pt x="2478" y="95976"/>
                    <a:pt x="2724" y="89591"/>
                    <a:pt x="2977" y="83013"/>
                  </a:cubicBezTo>
                  <a:cubicBezTo>
                    <a:pt x="3468" y="83013"/>
                    <a:pt x="3959" y="83013"/>
                    <a:pt x="4465" y="83013"/>
                  </a:cubicBezTo>
                  <a:cubicBezTo>
                    <a:pt x="4493" y="82332"/>
                    <a:pt x="4520" y="81651"/>
                    <a:pt x="4549" y="80949"/>
                  </a:cubicBezTo>
                  <a:cubicBezTo>
                    <a:pt x="4598" y="80065"/>
                    <a:pt x="4647" y="79181"/>
                    <a:pt x="4697" y="78269"/>
                  </a:cubicBezTo>
                  <a:cubicBezTo>
                    <a:pt x="4741" y="77389"/>
                    <a:pt x="4784" y="76508"/>
                    <a:pt x="4828" y="75601"/>
                  </a:cubicBezTo>
                  <a:cubicBezTo>
                    <a:pt x="4954" y="74855"/>
                    <a:pt x="5080" y="74108"/>
                    <a:pt x="5209" y="73339"/>
                  </a:cubicBezTo>
                  <a:cubicBezTo>
                    <a:pt x="6314" y="72603"/>
                    <a:pt x="6314" y="72603"/>
                    <a:pt x="7441" y="71851"/>
                  </a:cubicBezTo>
                  <a:cubicBezTo>
                    <a:pt x="7876" y="69875"/>
                    <a:pt x="7876" y="69875"/>
                    <a:pt x="7953" y="67665"/>
                  </a:cubicBezTo>
                  <a:cubicBezTo>
                    <a:pt x="8002" y="66919"/>
                    <a:pt x="8051" y="66173"/>
                    <a:pt x="8101" y="65404"/>
                  </a:cubicBezTo>
                  <a:cubicBezTo>
                    <a:pt x="8129" y="64830"/>
                    <a:pt x="8157" y="64257"/>
                    <a:pt x="8186" y="63666"/>
                  </a:cubicBezTo>
                  <a:cubicBezTo>
                    <a:pt x="8922" y="63666"/>
                    <a:pt x="9659" y="63666"/>
                    <a:pt x="10418" y="63666"/>
                  </a:cubicBezTo>
                  <a:cubicBezTo>
                    <a:pt x="10664" y="61210"/>
                    <a:pt x="10909" y="58754"/>
                    <a:pt x="11162" y="56224"/>
                  </a:cubicBezTo>
                  <a:cubicBezTo>
                    <a:pt x="11899" y="56224"/>
                    <a:pt x="12636" y="56224"/>
                    <a:pt x="13395" y="56224"/>
                  </a:cubicBezTo>
                  <a:cubicBezTo>
                    <a:pt x="13348" y="55395"/>
                    <a:pt x="13302" y="54567"/>
                    <a:pt x="13255" y="53713"/>
                  </a:cubicBezTo>
                  <a:cubicBezTo>
                    <a:pt x="13301" y="52822"/>
                    <a:pt x="13347" y="51932"/>
                    <a:pt x="13395" y="51015"/>
                  </a:cubicBezTo>
                  <a:cubicBezTo>
                    <a:pt x="14500" y="50278"/>
                    <a:pt x="14500" y="50278"/>
                    <a:pt x="15627" y="49527"/>
                  </a:cubicBezTo>
                  <a:cubicBezTo>
                    <a:pt x="16139" y="48293"/>
                    <a:pt x="16636" y="47053"/>
                    <a:pt x="17115" y="45806"/>
                  </a:cubicBezTo>
                  <a:cubicBezTo>
                    <a:pt x="17852" y="45438"/>
                    <a:pt x="17852" y="45438"/>
                    <a:pt x="18604" y="45062"/>
                  </a:cubicBezTo>
                  <a:cubicBezTo>
                    <a:pt x="18726" y="44448"/>
                    <a:pt x="18849" y="43834"/>
                    <a:pt x="18976" y="43202"/>
                  </a:cubicBezTo>
                  <a:cubicBezTo>
                    <a:pt x="19098" y="42588"/>
                    <a:pt x="19221" y="41974"/>
                    <a:pt x="19348" y="41341"/>
                  </a:cubicBezTo>
                  <a:cubicBezTo>
                    <a:pt x="20084" y="40973"/>
                    <a:pt x="20084" y="40973"/>
                    <a:pt x="20836" y="40597"/>
                  </a:cubicBezTo>
                  <a:cubicBezTo>
                    <a:pt x="21594" y="39116"/>
                    <a:pt x="22336" y="37626"/>
                    <a:pt x="23068" y="36132"/>
                  </a:cubicBezTo>
                  <a:cubicBezTo>
                    <a:pt x="24603" y="33621"/>
                    <a:pt x="24603" y="33621"/>
                    <a:pt x="26045" y="31667"/>
                  </a:cubicBezTo>
                  <a:cubicBezTo>
                    <a:pt x="26536" y="31667"/>
                    <a:pt x="27027" y="31667"/>
                    <a:pt x="27533" y="31667"/>
                  </a:cubicBezTo>
                  <a:cubicBezTo>
                    <a:pt x="27733" y="31130"/>
                    <a:pt x="27932" y="30593"/>
                    <a:pt x="28138" y="30040"/>
                  </a:cubicBezTo>
                  <a:cubicBezTo>
                    <a:pt x="29216" y="27487"/>
                    <a:pt x="30771" y="26148"/>
                    <a:pt x="32742" y="24226"/>
                  </a:cubicBezTo>
                  <a:cubicBezTo>
                    <a:pt x="32972" y="23658"/>
                    <a:pt x="33203" y="23090"/>
                    <a:pt x="33440" y="22505"/>
                  </a:cubicBezTo>
                  <a:cubicBezTo>
                    <a:pt x="33701" y="22091"/>
                    <a:pt x="33962" y="21676"/>
                    <a:pt x="34230" y="21250"/>
                  </a:cubicBezTo>
                  <a:cubicBezTo>
                    <a:pt x="36556" y="21063"/>
                    <a:pt x="36556" y="21063"/>
                    <a:pt x="38695" y="21250"/>
                  </a:cubicBezTo>
                  <a:cubicBezTo>
                    <a:pt x="38695" y="20267"/>
                    <a:pt x="38695" y="19285"/>
                    <a:pt x="38695" y="18273"/>
                  </a:cubicBezTo>
                  <a:cubicBezTo>
                    <a:pt x="40137" y="17482"/>
                    <a:pt x="40137" y="17482"/>
                    <a:pt x="41672" y="16785"/>
                  </a:cubicBezTo>
                  <a:cubicBezTo>
                    <a:pt x="42040" y="15680"/>
                    <a:pt x="42040" y="15680"/>
                    <a:pt x="42416" y="14552"/>
                  </a:cubicBezTo>
                  <a:cubicBezTo>
                    <a:pt x="43168" y="14307"/>
                    <a:pt x="43920" y="14061"/>
                    <a:pt x="44695" y="13808"/>
                  </a:cubicBezTo>
                  <a:cubicBezTo>
                    <a:pt x="45416" y="13563"/>
                    <a:pt x="46138" y="13317"/>
                    <a:pt x="46881" y="13064"/>
                  </a:cubicBezTo>
                  <a:cubicBezTo>
                    <a:pt x="46881" y="12327"/>
                    <a:pt x="46881" y="11591"/>
                    <a:pt x="46881" y="10832"/>
                  </a:cubicBezTo>
                  <a:cubicBezTo>
                    <a:pt x="47725" y="10770"/>
                    <a:pt x="48569" y="10709"/>
                    <a:pt x="49439" y="10646"/>
                  </a:cubicBezTo>
                  <a:cubicBezTo>
                    <a:pt x="50314" y="10461"/>
                    <a:pt x="51189" y="10277"/>
                    <a:pt x="52090" y="10087"/>
                  </a:cubicBezTo>
                  <a:cubicBezTo>
                    <a:pt x="52197" y="9596"/>
                    <a:pt x="52305" y="9105"/>
                    <a:pt x="52415" y="8599"/>
                  </a:cubicBezTo>
                  <a:cubicBezTo>
                    <a:pt x="52623" y="7862"/>
                    <a:pt x="52623" y="7862"/>
                    <a:pt x="52834" y="7111"/>
                  </a:cubicBezTo>
                  <a:cubicBezTo>
                    <a:pt x="54382" y="6782"/>
                    <a:pt x="55858" y="6691"/>
                    <a:pt x="57438" y="6643"/>
                  </a:cubicBezTo>
                  <a:cubicBezTo>
                    <a:pt x="57883" y="6552"/>
                    <a:pt x="58329" y="6461"/>
                    <a:pt x="58787" y="6367"/>
                  </a:cubicBezTo>
                  <a:cubicBezTo>
                    <a:pt x="59033" y="5630"/>
                    <a:pt x="59278" y="4893"/>
                    <a:pt x="59531" y="4134"/>
                  </a:cubicBezTo>
                  <a:cubicBezTo>
                    <a:pt x="61851" y="3814"/>
                    <a:pt x="64121" y="3807"/>
                    <a:pt x="66461" y="3765"/>
                  </a:cubicBezTo>
                  <a:cubicBezTo>
                    <a:pt x="67121" y="3641"/>
                    <a:pt x="67781" y="3518"/>
                    <a:pt x="68461" y="3390"/>
                  </a:cubicBezTo>
                  <a:cubicBezTo>
                    <a:pt x="68539" y="2899"/>
                    <a:pt x="68617" y="2408"/>
                    <a:pt x="68697" y="1902"/>
                  </a:cubicBezTo>
                  <a:cubicBezTo>
                    <a:pt x="68865" y="1411"/>
                    <a:pt x="69032" y="920"/>
                    <a:pt x="69205" y="414"/>
                  </a:cubicBezTo>
                  <a:cubicBezTo>
                    <a:pt x="70985" y="36"/>
                    <a:pt x="70985" y="36"/>
                    <a:pt x="73376" y="28"/>
                  </a:cubicBezTo>
                  <a:cubicBezTo>
                    <a:pt x="74268" y="19"/>
                    <a:pt x="75159" y="10"/>
                    <a:pt x="76078" y="0"/>
                  </a:cubicBezTo>
                  <a:close/>
                </a:path>
              </a:pathLst>
            </a:custGeom>
            <a:grpFill/>
            <a:ln w="744" cap="flat">
              <a:noFill/>
              <a:prstDash val="solid"/>
              <a:miter/>
            </a:ln>
          </p:spPr>
          <p:txBody>
            <a:bodyPr rtlCol="0" anchor="ctr"/>
            <a:lstStyle/>
            <a:p>
              <a:endParaRPr lang="zh-CN" altLang="en-US"/>
            </a:p>
          </p:txBody>
        </p:sp>
        <p:sp>
          <p:nvSpPr>
            <p:cNvPr id="111" name="任意多边形: 形状 110"/>
            <p:cNvSpPr/>
            <p:nvPr/>
          </p:nvSpPr>
          <p:spPr>
            <a:xfrm>
              <a:off x="7786795" y="596233"/>
              <a:ext cx="143079" cy="574454"/>
            </a:xfrm>
            <a:custGeom>
              <a:avLst/>
              <a:gdLst>
                <a:gd name="connsiteX0" fmla="*/ 51161 w 143079"/>
                <a:gd name="connsiteY0" fmla="*/ 906 h 574454"/>
                <a:gd name="connsiteX1" fmla="*/ 56649 w 143079"/>
                <a:gd name="connsiteY1" fmla="*/ 488 h 574454"/>
                <a:gd name="connsiteX2" fmla="*/ 58195 w 143079"/>
                <a:gd name="connsiteY2" fmla="*/ 434 h 574454"/>
                <a:gd name="connsiteX3" fmla="*/ 62323 w 143079"/>
                <a:gd name="connsiteY3" fmla="*/ 906 h 574454"/>
                <a:gd name="connsiteX4" fmla="*/ 64555 w 143079"/>
                <a:gd name="connsiteY4" fmla="*/ 6859 h 574454"/>
                <a:gd name="connsiteX5" fmla="*/ 65857 w 143079"/>
                <a:gd name="connsiteY5" fmla="*/ 7464 h 574454"/>
                <a:gd name="connsiteX6" fmla="*/ 70508 w 143079"/>
                <a:gd name="connsiteY6" fmla="*/ 12813 h 574454"/>
                <a:gd name="connsiteX7" fmla="*/ 71997 w 143079"/>
                <a:gd name="connsiteY7" fmla="*/ 13557 h 574454"/>
                <a:gd name="connsiteX8" fmla="*/ 72322 w 143079"/>
                <a:gd name="connsiteY8" fmla="*/ 15417 h 574454"/>
                <a:gd name="connsiteX9" fmla="*/ 72741 w 143079"/>
                <a:gd name="connsiteY9" fmla="*/ 17277 h 574454"/>
                <a:gd name="connsiteX10" fmla="*/ 74973 w 143079"/>
                <a:gd name="connsiteY10" fmla="*/ 18022 h 574454"/>
                <a:gd name="connsiteX11" fmla="*/ 75717 w 143079"/>
                <a:gd name="connsiteY11" fmla="*/ 20998 h 574454"/>
                <a:gd name="connsiteX12" fmla="*/ 77206 w 143079"/>
                <a:gd name="connsiteY12" fmla="*/ 21742 h 574454"/>
                <a:gd name="connsiteX13" fmla="*/ 77531 w 143079"/>
                <a:gd name="connsiteY13" fmla="*/ 23184 h 574454"/>
                <a:gd name="connsiteX14" fmla="*/ 80182 w 143079"/>
                <a:gd name="connsiteY14" fmla="*/ 26207 h 574454"/>
                <a:gd name="connsiteX15" fmla="*/ 80926 w 143079"/>
                <a:gd name="connsiteY15" fmla="*/ 28440 h 574454"/>
                <a:gd name="connsiteX16" fmla="*/ 83159 w 143079"/>
                <a:gd name="connsiteY16" fmla="*/ 30672 h 574454"/>
                <a:gd name="connsiteX17" fmla="*/ 85999 w 143079"/>
                <a:gd name="connsiteY17" fmla="*/ 35329 h 574454"/>
                <a:gd name="connsiteX18" fmla="*/ 88368 w 143079"/>
                <a:gd name="connsiteY18" fmla="*/ 37369 h 574454"/>
                <a:gd name="connsiteX19" fmla="*/ 89856 w 143079"/>
                <a:gd name="connsiteY19" fmla="*/ 41834 h 574454"/>
                <a:gd name="connsiteX20" fmla="*/ 93577 w 143079"/>
                <a:gd name="connsiteY20" fmla="*/ 46299 h 574454"/>
                <a:gd name="connsiteX21" fmla="*/ 95065 w 143079"/>
                <a:gd name="connsiteY21" fmla="*/ 50020 h 574454"/>
                <a:gd name="connsiteX22" fmla="*/ 96553 w 143079"/>
                <a:gd name="connsiteY22" fmla="*/ 50764 h 574454"/>
                <a:gd name="connsiteX23" fmla="*/ 96460 w 143079"/>
                <a:gd name="connsiteY23" fmla="*/ 53368 h 574454"/>
                <a:gd name="connsiteX24" fmla="*/ 96553 w 143079"/>
                <a:gd name="connsiteY24" fmla="*/ 55973 h 574454"/>
                <a:gd name="connsiteX25" fmla="*/ 99530 w 143079"/>
                <a:gd name="connsiteY25" fmla="*/ 56717 h 574454"/>
                <a:gd name="connsiteX26" fmla="*/ 100274 w 143079"/>
                <a:gd name="connsiteY26" fmla="*/ 60438 h 574454"/>
                <a:gd name="connsiteX27" fmla="*/ 102506 w 143079"/>
                <a:gd name="connsiteY27" fmla="*/ 61182 h 574454"/>
                <a:gd name="connsiteX28" fmla="*/ 102506 w 143079"/>
                <a:gd name="connsiteY28" fmla="*/ 65647 h 574454"/>
                <a:gd name="connsiteX29" fmla="*/ 104739 w 143079"/>
                <a:gd name="connsiteY29" fmla="*/ 67135 h 574454"/>
                <a:gd name="connsiteX30" fmla="*/ 105483 w 143079"/>
                <a:gd name="connsiteY30" fmla="*/ 71600 h 574454"/>
                <a:gd name="connsiteX31" fmla="*/ 107715 w 143079"/>
                <a:gd name="connsiteY31" fmla="*/ 71600 h 574454"/>
                <a:gd name="connsiteX32" fmla="*/ 107529 w 143079"/>
                <a:gd name="connsiteY32" fmla="*/ 74111 h 574454"/>
                <a:gd name="connsiteX33" fmla="*/ 107715 w 143079"/>
                <a:gd name="connsiteY33" fmla="*/ 76809 h 574454"/>
                <a:gd name="connsiteX34" fmla="*/ 110692 w 143079"/>
                <a:gd name="connsiteY34" fmla="*/ 78297 h 574454"/>
                <a:gd name="connsiteX35" fmla="*/ 111436 w 143079"/>
                <a:gd name="connsiteY35" fmla="*/ 82762 h 574454"/>
                <a:gd name="connsiteX36" fmla="*/ 112924 w 143079"/>
                <a:gd name="connsiteY36" fmla="*/ 83506 h 574454"/>
                <a:gd name="connsiteX37" fmla="*/ 113668 w 143079"/>
                <a:gd name="connsiteY37" fmla="*/ 89459 h 574454"/>
                <a:gd name="connsiteX38" fmla="*/ 115901 w 143079"/>
                <a:gd name="connsiteY38" fmla="*/ 89459 h 574454"/>
                <a:gd name="connsiteX39" fmla="*/ 116133 w 143079"/>
                <a:gd name="connsiteY39" fmla="*/ 91645 h 574454"/>
                <a:gd name="connsiteX40" fmla="*/ 116645 w 143079"/>
                <a:gd name="connsiteY40" fmla="*/ 93924 h 574454"/>
                <a:gd name="connsiteX41" fmla="*/ 118877 w 143079"/>
                <a:gd name="connsiteY41" fmla="*/ 94668 h 574454"/>
                <a:gd name="connsiteX42" fmla="*/ 119296 w 143079"/>
                <a:gd name="connsiteY42" fmla="*/ 98017 h 574454"/>
                <a:gd name="connsiteX43" fmla="*/ 119622 w 143079"/>
                <a:gd name="connsiteY43" fmla="*/ 101365 h 574454"/>
                <a:gd name="connsiteX44" fmla="*/ 121110 w 143079"/>
                <a:gd name="connsiteY44" fmla="*/ 102109 h 574454"/>
                <a:gd name="connsiteX45" fmla="*/ 121435 w 143079"/>
                <a:gd name="connsiteY45" fmla="*/ 104667 h 574454"/>
                <a:gd name="connsiteX46" fmla="*/ 121854 w 143079"/>
                <a:gd name="connsiteY46" fmla="*/ 107318 h 574454"/>
                <a:gd name="connsiteX47" fmla="*/ 124086 w 143079"/>
                <a:gd name="connsiteY47" fmla="*/ 108807 h 574454"/>
                <a:gd name="connsiteX48" fmla="*/ 124598 w 143079"/>
                <a:gd name="connsiteY48" fmla="*/ 112993 h 574454"/>
                <a:gd name="connsiteX49" fmla="*/ 124746 w 143079"/>
                <a:gd name="connsiteY49" fmla="*/ 115254 h 574454"/>
                <a:gd name="connsiteX50" fmla="*/ 124831 w 143079"/>
                <a:gd name="connsiteY50" fmla="*/ 116992 h 574454"/>
                <a:gd name="connsiteX51" fmla="*/ 127063 w 143079"/>
                <a:gd name="connsiteY51" fmla="*/ 116992 h 574454"/>
                <a:gd name="connsiteX52" fmla="*/ 127173 w 143079"/>
                <a:gd name="connsiteY52" fmla="*/ 118431 h 574454"/>
                <a:gd name="connsiteX53" fmla="*/ 127342 w 143079"/>
                <a:gd name="connsiteY53" fmla="*/ 120294 h 574454"/>
                <a:gd name="connsiteX54" fmla="*/ 127499 w 143079"/>
                <a:gd name="connsiteY54" fmla="*/ 122152 h 574454"/>
                <a:gd name="connsiteX55" fmla="*/ 127807 w 143079"/>
                <a:gd name="connsiteY55" fmla="*/ 123690 h 574454"/>
                <a:gd name="connsiteX56" fmla="*/ 129295 w 143079"/>
                <a:gd name="connsiteY56" fmla="*/ 124434 h 574454"/>
                <a:gd name="connsiteX57" fmla="*/ 129711 w 143079"/>
                <a:gd name="connsiteY57" fmla="*/ 129619 h 574454"/>
                <a:gd name="connsiteX58" fmla="*/ 130040 w 143079"/>
                <a:gd name="connsiteY58" fmla="*/ 131131 h 574454"/>
                <a:gd name="connsiteX59" fmla="*/ 132272 w 143079"/>
                <a:gd name="connsiteY59" fmla="*/ 131875 h 574454"/>
                <a:gd name="connsiteX60" fmla="*/ 132784 w 143079"/>
                <a:gd name="connsiteY60" fmla="*/ 136386 h 574454"/>
                <a:gd name="connsiteX61" fmla="*/ 132932 w 143079"/>
                <a:gd name="connsiteY61" fmla="*/ 138878 h 574454"/>
                <a:gd name="connsiteX62" fmla="*/ 133016 w 143079"/>
                <a:gd name="connsiteY62" fmla="*/ 140805 h 574454"/>
                <a:gd name="connsiteX63" fmla="*/ 135248 w 143079"/>
                <a:gd name="connsiteY63" fmla="*/ 140061 h 574454"/>
                <a:gd name="connsiteX64" fmla="*/ 135359 w 143079"/>
                <a:gd name="connsiteY64" fmla="*/ 142313 h 574454"/>
                <a:gd name="connsiteX65" fmla="*/ 135528 w 143079"/>
                <a:gd name="connsiteY65" fmla="*/ 145223 h 574454"/>
                <a:gd name="connsiteX66" fmla="*/ 135685 w 143079"/>
                <a:gd name="connsiteY66" fmla="*/ 148127 h 574454"/>
                <a:gd name="connsiteX67" fmla="*/ 135993 w 143079"/>
                <a:gd name="connsiteY67" fmla="*/ 150479 h 574454"/>
                <a:gd name="connsiteX68" fmla="*/ 137481 w 143079"/>
                <a:gd name="connsiteY68" fmla="*/ 151223 h 574454"/>
                <a:gd name="connsiteX69" fmla="*/ 138318 w 143079"/>
                <a:gd name="connsiteY69" fmla="*/ 156106 h 574454"/>
                <a:gd name="connsiteX70" fmla="*/ 138696 w 143079"/>
                <a:gd name="connsiteY70" fmla="*/ 158807 h 574454"/>
                <a:gd name="connsiteX71" fmla="*/ 138969 w 143079"/>
                <a:gd name="connsiteY71" fmla="*/ 160897 h 574454"/>
                <a:gd name="connsiteX72" fmla="*/ 140457 w 143079"/>
                <a:gd name="connsiteY72" fmla="*/ 160897 h 574454"/>
                <a:gd name="connsiteX73" fmla="*/ 140542 w 143079"/>
                <a:gd name="connsiteY73" fmla="*/ 163149 h 574454"/>
                <a:gd name="connsiteX74" fmla="*/ 140690 w 143079"/>
                <a:gd name="connsiteY74" fmla="*/ 166059 h 574454"/>
                <a:gd name="connsiteX75" fmla="*/ 140821 w 143079"/>
                <a:gd name="connsiteY75" fmla="*/ 168963 h 574454"/>
                <a:gd name="connsiteX76" fmla="*/ 141202 w 143079"/>
                <a:gd name="connsiteY76" fmla="*/ 171315 h 574454"/>
                <a:gd name="connsiteX77" fmla="*/ 143434 w 143079"/>
                <a:gd name="connsiteY77" fmla="*/ 172059 h 574454"/>
                <a:gd name="connsiteX78" fmla="*/ 143853 w 143079"/>
                <a:gd name="connsiteY78" fmla="*/ 177965 h 574454"/>
                <a:gd name="connsiteX79" fmla="*/ 145666 w 143079"/>
                <a:gd name="connsiteY79" fmla="*/ 185453 h 574454"/>
                <a:gd name="connsiteX80" fmla="*/ 145922 w 143079"/>
                <a:gd name="connsiteY80" fmla="*/ 188476 h 574454"/>
                <a:gd name="connsiteX81" fmla="*/ 145989 w 143079"/>
                <a:gd name="connsiteY81" fmla="*/ 190273 h 574454"/>
                <a:gd name="connsiteX82" fmla="*/ 146088 w 143079"/>
                <a:gd name="connsiteY82" fmla="*/ 194028 h 574454"/>
                <a:gd name="connsiteX83" fmla="*/ 146155 w 143079"/>
                <a:gd name="connsiteY83" fmla="*/ 195825 h 574454"/>
                <a:gd name="connsiteX84" fmla="*/ 146197 w 143079"/>
                <a:gd name="connsiteY84" fmla="*/ 197473 h 574454"/>
                <a:gd name="connsiteX85" fmla="*/ 147899 w 143079"/>
                <a:gd name="connsiteY85" fmla="*/ 200336 h 574454"/>
                <a:gd name="connsiteX86" fmla="*/ 148643 w 143079"/>
                <a:gd name="connsiteY86" fmla="*/ 200336 h 574454"/>
                <a:gd name="connsiteX87" fmla="*/ 149387 w 143079"/>
                <a:gd name="connsiteY87" fmla="*/ 218940 h 574454"/>
                <a:gd name="connsiteX88" fmla="*/ 151620 w 143079"/>
                <a:gd name="connsiteY88" fmla="*/ 218940 h 574454"/>
                <a:gd name="connsiteX89" fmla="*/ 151664 w 143079"/>
                <a:gd name="connsiteY89" fmla="*/ 221523 h 574454"/>
                <a:gd name="connsiteX90" fmla="*/ 151856 w 143079"/>
                <a:gd name="connsiteY90" fmla="*/ 230980 h 574454"/>
                <a:gd name="connsiteX91" fmla="*/ 151934 w 143079"/>
                <a:gd name="connsiteY91" fmla="*/ 235079 h 574454"/>
                <a:gd name="connsiteX92" fmla="*/ 152056 w 143079"/>
                <a:gd name="connsiteY92" fmla="*/ 240959 h 574454"/>
                <a:gd name="connsiteX93" fmla="*/ 152082 w 143079"/>
                <a:gd name="connsiteY93" fmla="*/ 242821 h 574454"/>
                <a:gd name="connsiteX94" fmla="*/ 152364 w 143079"/>
                <a:gd name="connsiteY94" fmla="*/ 247217 h 574454"/>
                <a:gd name="connsiteX95" fmla="*/ 153852 w 143079"/>
                <a:gd name="connsiteY95" fmla="*/ 247961 h 574454"/>
                <a:gd name="connsiteX96" fmla="*/ 154041 w 143079"/>
                <a:gd name="connsiteY96" fmla="*/ 251040 h 574454"/>
                <a:gd name="connsiteX97" fmla="*/ 154054 w 143079"/>
                <a:gd name="connsiteY97" fmla="*/ 253051 h 574454"/>
                <a:gd name="connsiteX98" fmla="*/ 154045 w 143079"/>
                <a:gd name="connsiteY98" fmla="*/ 255275 h 574454"/>
                <a:gd name="connsiteX99" fmla="*/ 154052 w 143079"/>
                <a:gd name="connsiteY99" fmla="*/ 257603 h 574454"/>
                <a:gd name="connsiteX100" fmla="*/ 154050 w 143079"/>
                <a:gd name="connsiteY100" fmla="*/ 265262 h 574454"/>
                <a:gd name="connsiteX101" fmla="*/ 154054 w 143079"/>
                <a:gd name="connsiteY101" fmla="*/ 270559 h 574454"/>
                <a:gd name="connsiteX102" fmla="*/ 154046 w 143079"/>
                <a:gd name="connsiteY102" fmla="*/ 281677 h 574454"/>
                <a:gd name="connsiteX103" fmla="*/ 154051 w 143079"/>
                <a:gd name="connsiteY103" fmla="*/ 295964 h 574454"/>
                <a:gd name="connsiteX104" fmla="*/ 154051 w 143079"/>
                <a:gd name="connsiteY104" fmla="*/ 306906 h 574454"/>
                <a:gd name="connsiteX105" fmla="*/ 154055 w 143079"/>
                <a:gd name="connsiteY105" fmla="*/ 312176 h 574454"/>
                <a:gd name="connsiteX106" fmla="*/ 154045 w 143079"/>
                <a:gd name="connsiteY106" fmla="*/ 319526 h 574454"/>
                <a:gd name="connsiteX107" fmla="*/ 154054 w 143079"/>
                <a:gd name="connsiteY107" fmla="*/ 321750 h 574454"/>
                <a:gd name="connsiteX108" fmla="*/ 154041 w 143079"/>
                <a:gd name="connsiteY108" fmla="*/ 323761 h 574454"/>
                <a:gd name="connsiteX109" fmla="*/ 154039 w 143079"/>
                <a:gd name="connsiteY109" fmla="*/ 325519 h 574454"/>
                <a:gd name="connsiteX110" fmla="*/ 153852 w 143079"/>
                <a:gd name="connsiteY110" fmla="*/ 326840 h 574454"/>
                <a:gd name="connsiteX111" fmla="*/ 152364 w 143079"/>
                <a:gd name="connsiteY111" fmla="*/ 327584 h 574454"/>
                <a:gd name="connsiteX112" fmla="*/ 152056 w 143079"/>
                <a:gd name="connsiteY112" fmla="*/ 333680 h 574454"/>
                <a:gd name="connsiteX113" fmla="*/ 152012 w 143079"/>
                <a:gd name="connsiteY113" fmla="*/ 335528 h 574454"/>
                <a:gd name="connsiteX114" fmla="*/ 151899 w 143079"/>
                <a:gd name="connsiteY114" fmla="*/ 341397 h 574454"/>
                <a:gd name="connsiteX115" fmla="*/ 151811 w 143079"/>
                <a:gd name="connsiteY115" fmla="*/ 345366 h 574454"/>
                <a:gd name="connsiteX116" fmla="*/ 151620 w 143079"/>
                <a:gd name="connsiteY116" fmla="*/ 355117 h 574454"/>
                <a:gd name="connsiteX117" fmla="*/ 149387 w 143079"/>
                <a:gd name="connsiteY117" fmla="*/ 355117 h 574454"/>
                <a:gd name="connsiteX118" fmla="*/ 148643 w 143079"/>
                <a:gd name="connsiteY118" fmla="*/ 373721 h 574454"/>
                <a:gd name="connsiteX119" fmla="*/ 146411 w 143079"/>
                <a:gd name="connsiteY119" fmla="*/ 373721 h 574454"/>
                <a:gd name="connsiteX120" fmla="*/ 146366 w 143079"/>
                <a:gd name="connsiteY120" fmla="*/ 375075 h 574454"/>
                <a:gd name="connsiteX121" fmla="*/ 146132 w 143079"/>
                <a:gd name="connsiteY121" fmla="*/ 381116 h 574454"/>
                <a:gd name="connsiteX122" fmla="*/ 146062 w 143079"/>
                <a:gd name="connsiteY122" fmla="*/ 383248 h 574454"/>
                <a:gd name="connsiteX123" fmla="*/ 145975 w 143079"/>
                <a:gd name="connsiteY123" fmla="*/ 385275 h 574454"/>
                <a:gd name="connsiteX124" fmla="*/ 145904 w 143079"/>
                <a:gd name="connsiteY124" fmla="*/ 387153 h 574454"/>
                <a:gd name="connsiteX125" fmla="*/ 145666 w 143079"/>
                <a:gd name="connsiteY125" fmla="*/ 388604 h 574454"/>
                <a:gd name="connsiteX126" fmla="*/ 144178 w 143079"/>
                <a:gd name="connsiteY126" fmla="*/ 389348 h 574454"/>
                <a:gd name="connsiteX127" fmla="*/ 143822 w 143079"/>
                <a:gd name="connsiteY127" fmla="*/ 397472 h 574454"/>
                <a:gd name="connsiteX128" fmla="*/ 143434 w 143079"/>
                <a:gd name="connsiteY128" fmla="*/ 401998 h 574454"/>
                <a:gd name="connsiteX129" fmla="*/ 141202 w 143079"/>
                <a:gd name="connsiteY129" fmla="*/ 402742 h 574454"/>
                <a:gd name="connsiteX130" fmla="*/ 140830 w 143079"/>
                <a:gd name="connsiteY130" fmla="*/ 407951 h 574454"/>
                <a:gd name="connsiteX131" fmla="*/ 140457 w 143079"/>
                <a:gd name="connsiteY131" fmla="*/ 413160 h 574454"/>
                <a:gd name="connsiteX132" fmla="*/ 138225 w 143079"/>
                <a:gd name="connsiteY132" fmla="*/ 413904 h 574454"/>
                <a:gd name="connsiteX133" fmla="*/ 137713 w 143079"/>
                <a:gd name="connsiteY133" fmla="*/ 418788 h 574454"/>
                <a:gd name="connsiteX134" fmla="*/ 137565 w 143079"/>
                <a:gd name="connsiteY134" fmla="*/ 421488 h 574454"/>
                <a:gd name="connsiteX135" fmla="*/ 137481 w 143079"/>
                <a:gd name="connsiteY135" fmla="*/ 423578 h 574454"/>
                <a:gd name="connsiteX136" fmla="*/ 135248 w 143079"/>
                <a:gd name="connsiteY136" fmla="*/ 423578 h 574454"/>
                <a:gd name="connsiteX137" fmla="*/ 135327 w 143079"/>
                <a:gd name="connsiteY137" fmla="*/ 425668 h 574454"/>
                <a:gd name="connsiteX138" fmla="*/ 135388 w 143079"/>
                <a:gd name="connsiteY138" fmla="*/ 428369 h 574454"/>
                <a:gd name="connsiteX139" fmla="*/ 135467 w 143079"/>
                <a:gd name="connsiteY139" fmla="*/ 431063 h 574454"/>
                <a:gd name="connsiteX140" fmla="*/ 135248 w 143079"/>
                <a:gd name="connsiteY140" fmla="*/ 433252 h 574454"/>
                <a:gd name="connsiteX141" fmla="*/ 133016 w 143079"/>
                <a:gd name="connsiteY141" fmla="*/ 433996 h 574454"/>
                <a:gd name="connsiteX142" fmla="*/ 132504 w 143079"/>
                <a:gd name="connsiteY142" fmla="*/ 438135 h 574454"/>
                <a:gd name="connsiteX143" fmla="*/ 132356 w 143079"/>
                <a:gd name="connsiteY143" fmla="*/ 440417 h 574454"/>
                <a:gd name="connsiteX144" fmla="*/ 132272 w 143079"/>
                <a:gd name="connsiteY144" fmla="*/ 442182 h 574454"/>
                <a:gd name="connsiteX145" fmla="*/ 130784 w 143079"/>
                <a:gd name="connsiteY145" fmla="*/ 442182 h 574454"/>
                <a:gd name="connsiteX146" fmla="*/ 130040 w 143079"/>
                <a:gd name="connsiteY146" fmla="*/ 445856 h 574454"/>
                <a:gd name="connsiteX147" fmla="*/ 129295 w 143079"/>
                <a:gd name="connsiteY147" fmla="*/ 449623 h 574454"/>
                <a:gd name="connsiteX148" fmla="*/ 127807 w 143079"/>
                <a:gd name="connsiteY148" fmla="*/ 450367 h 574454"/>
                <a:gd name="connsiteX149" fmla="*/ 127342 w 143079"/>
                <a:gd name="connsiteY149" fmla="*/ 454134 h 574454"/>
                <a:gd name="connsiteX150" fmla="*/ 127173 w 143079"/>
                <a:gd name="connsiteY150" fmla="*/ 456207 h 574454"/>
                <a:gd name="connsiteX151" fmla="*/ 127063 w 143079"/>
                <a:gd name="connsiteY151" fmla="*/ 457809 h 574454"/>
                <a:gd name="connsiteX152" fmla="*/ 124831 w 143079"/>
                <a:gd name="connsiteY152" fmla="*/ 457809 h 574454"/>
                <a:gd name="connsiteX153" fmla="*/ 124086 w 143079"/>
                <a:gd name="connsiteY153" fmla="*/ 465250 h 574454"/>
                <a:gd name="connsiteX154" fmla="*/ 121854 w 143079"/>
                <a:gd name="connsiteY154" fmla="*/ 465250 h 574454"/>
                <a:gd name="connsiteX155" fmla="*/ 121110 w 143079"/>
                <a:gd name="connsiteY155" fmla="*/ 471947 h 574454"/>
                <a:gd name="connsiteX156" fmla="*/ 118877 w 143079"/>
                <a:gd name="connsiteY156" fmla="*/ 471947 h 574454"/>
                <a:gd name="connsiteX157" fmla="*/ 118956 w 143079"/>
                <a:gd name="connsiteY157" fmla="*/ 473386 h 574454"/>
                <a:gd name="connsiteX158" fmla="*/ 119017 w 143079"/>
                <a:gd name="connsiteY158" fmla="*/ 475249 h 574454"/>
                <a:gd name="connsiteX159" fmla="*/ 119095 w 143079"/>
                <a:gd name="connsiteY159" fmla="*/ 477107 h 574454"/>
                <a:gd name="connsiteX160" fmla="*/ 118877 w 143079"/>
                <a:gd name="connsiteY160" fmla="*/ 478645 h 574454"/>
                <a:gd name="connsiteX161" fmla="*/ 116645 w 143079"/>
                <a:gd name="connsiteY161" fmla="*/ 479389 h 574454"/>
                <a:gd name="connsiteX162" fmla="*/ 115901 w 143079"/>
                <a:gd name="connsiteY162" fmla="*/ 484598 h 574454"/>
                <a:gd name="connsiteX163" fmla="*/ 113668 w 143079"/>
                <a:gd name="connsiteY163" fmla="*/ 484598 h 574454"/>
                <a:gd name="connsiteX164" fmla="*/ 112924 w 143079"/>
                <a:gd name="connsiteY164" fmla="*/ 491295 h 574454"/>
                <a:gd name="connsiteX165" fmla="*/ 110692 w 143079"/>
                <a:gd name="connsiteY165" fmla="*/ 491295 h 574454"/>
                <a:gd name="connsiteX166" fmla="*/ 110831 w 143079"/>
                <a:gd name="connsiteY166" fmla="*/ 493853 h 574454"/>
                <a:gd name="connsiteX167" fmla="*/ 110692 w 143079"/>
                <a:gd name="connsiteY167" fmla="*/ 496504 h 574454"/>
                <a:gd name="connsiteX168" fmla="*/ 108459 w 143079"/>
                <a:gd name="connsiteY168" fmla="*/ 497248 h 574454"/>
                <a:gd name="connsiteX169" fmla="*/ 107715 w 143079"/>
                <a:gd name="connsiteY169" fmla="*/ 501713 h 574454"/>
                <a:gd name="connsiteX170" fmla="*/ 105483 w 143079"/>
                <a:gd name="connsiteY170" fmla="*/ 503201 h 574454"/>
                <a:gd name="connsiteX171" fmla="*/ 104739 w 143079"/>
                <a:gd name="connsiteY171" fmla="*/ 507666 h 574454"/>
                <a:gd name="connsiteX172" fmla="*/ 103250 w 143079"/>
                <a:gd name="connsiteY172" fmla="*/ 508410 h 574454"/>
                <a:gd name="connsiteX173" fmla="*/ 102506 w 143079"/>
                <a:gd name="connsiteY173" fmla="*/ 510271 h 574454"/>
                <a:gd name="connsiteX174" fmla="*/ 100274 w 143079"/>
                <a:gd name="connsiteY174" fmla="*/ 512875 h 574454"/>
                <a:gd name="connsiteX175" fmla="*/ 99530 w 143079"/>
                <a:gd name="connsiteY175" fmla="*/ 518084 h 574454"/>
                <a:gd name="connsiteX176" fmla="*/ 98041 w 143079"/>
                <a:gd name="connsiteY176" fmla="*/ 518084 h 574454"/>
                <a:gd name="connsiteX177" fmla="*/ 97344 w 143079"/>
                <a:gd name="connsiteY177" fmla="*/ 520223 h 574454"/>
                <a:gd name="connsiteX178" fmla="*/ 94321 w 143079"/>
                <a:gd name="connsiteY178" fmla="*/ 524037 h 574454"/>
                <a:gd name="connsiteX179" fmla="*/ 93530 w 143079"/>
                <a:gd name="connsiteY179" fmla="*/ 525618 h 574454"/>
                <a:gd name="connsiteX180" fmla="*/ 92832 w 143079"/>
                <a:gd name="connsiteY180" fmla="*/ 527014 h 574454"/>
                <a:gd name="connsiteX181" fmla="*/ 91344 w 143079"/>
                <a:gd name="connsiteY181" fmla="*/ 527014 h 574454"/>
                <a:gd name="connsiteX182" fmla="*/ 91484 w 143079"/>
                <a:gd name="connsiteY182" fmla="*/ 529107 h 574454"/>
                <a:gd name="connsiteX183" fmla="*/ 90321 w 143079"/>
                <a:gd name="connsiteY183" fmla="*/ 532688 h 574454"/>
                <a:gd name="connsiteX184" fmla="*/ 89112 w 143079"/>
                <a:gd name="connsiteY184" fmla="*/ 533711 h 574454"/>
                <a:gd name="connsiteX185" fmla="*/ 88321 w 143079"/>
                <a:gd name="connsiteY185" fmla="*/ 535292 h 574454"/>
                <a:gd name="connsiteX186" fmla="*/ 86135 w 143079"/>
                <a:gd name="connsiteY186" fmla="*/ 537432 h 574454"/>
                <a:gd name="connsiteX187" fmla="*/ 85763 w 143079"/>
                <a:gd name="connsiteY187" fmla="*/ 538920 h 574454"/>
                <a:gd name="connsiteX188" fmla="*/ 85391 w 143079"/>
                <a:gd name="connsiteY188" fmla="*/ 540408 h 574454"/>
                <a:gd name="connsiteX189" fmla="*/ 83903 w 143079"/>
                <a:gd name="connsiteY189" fmla="*/ 541152 h 574454"/>
                <a:gd name="connsiteX190" fmla="*/ 83577 w 143079"/>
                <a:gd name="connsiteY190" fmla="*/ 542687 h 574454"/>
                <a:gd name="connsiteX191" fmla="*/ 83159 w 143079"/>
                <a:gd name="connsiteY191" fmla="*/ 544129 h 574454"/>
                <a:gd name="connsiteX192" fmla="*/ 80926 w 143079"/>
                <a:gd name="connsiteY192" fmla="*/ 544129 h 574454"/>
                <a:gd name="connsiteX193" fmla="*/ 80182 w 143079"/>
                <a:gd name="connsiteY193" fmla="*/ 547850 h 574454"/>
                <a:gd name="connsiteX194" fmla="*/ 78694 w 143079"/>
                <a:gd name="connsiteY194" fmla="*/ 548594 h 574454"/>
                <a:gd name="connsiteX195" fmla="*/ 77150 w 143079"/>
                <a:gd name="connsiteY195" fmla="*/ 552434 h 574454"/>
                <a:gd name="connsiteX196" fmla="*/ 72741 w 143079"/>
                <a:gd name="connsiteY196" fmla="*/ 557523 h 574454"/>
                <a:gd name="connsiteX197" fmla="*/ 71997 w 143079"/>
                <a:gd name="connsiteY197" fmla="*/ 560500 h 574454"/>
                <a:gd name="connsiteX198" fmla="*/ 69764 w 143079"/>
                <a:gd name="connsiteY198" fmla="*/ 561244 h 574454"/>
                <a:gd name="connsiteX199" fmla="*/ 68276 w 143079"/>
                <a:gd name="connsiteY199" fmla="*/ 564221 h 574454"/>
                <a:gd name="connsiteX200" fmla="*/ 66788 w 143079"/>
                <a:gd name="connsiteY200" fmla="*/ 564965 h 574454"/>
                <a:gd name="connsiteX201" fmla="*/ 66043 w 143079"/>
                <a:gd name="connsiteY201" fmla="*/ 567197 h 574454"/>
                <a:gd name="connsiteX202" fmla="*/ 64555 w 143079"/>
                <a:gd name="connsiteY202" fmla="*/ 567941 h 574454"/>
                <a:gd name="connsiteX203" fmla="*/ 63811 w 143079"/>
                <a:gd name="connsiteY203" fmla="*/ 569430 h 574454"/>
                <a:gd name="connsiteX204" fmla="*/ 61579 w 143079"/>
                <a:gd name="connsiteY204" fmla="*/ 571662 h 574454"/>
                <a:gd name="connsiteX205" fmla="*/ 61326 w 143079"/>
                <a:gd name="connsiteY205" fmla="*/ 573185 h 574454"/>
                <a:gd name="connsiteX206" fmla="*/ 60834 w 143079"/>
                <a:gd name="connsiteY206" fmla="*/ 574639 h 574454"/>
                <a:gd name="connsiteX207" fmla="*/ 57439 w 143079"/>
                <a:gd name="connsiteY207" fmla="*/ 574825 h 574454"/>
                <a:gd name="connsiteX208" fmla="*/ 55576 w 143079"/>
                <a:gd name="connsiteY208" fmla="*/ 574743 h 574454"/>
                <a:gd name="connsiteX209" fmla="*/ 54137 w 143079"/>
                <a:gd name="connsiteY209" fmla="*/ 574639 h 574454"/>
                <a:gd name="connsiteX210" fmla="*/ 54137 w 143079"/>
                <a:gd name="connsiteY210" fmla="*/ 571662 h 574454"/>
                <a:gd name="connsiteX211" fmla="*/ 51579 w 143079"/>
                <a:gd name="connsiteY211" fmla="*/ 571895 h 574454"/>
                <a:gd name="connsiteX212" fmla="*/ 48928 w 143079"/>
                <a:gd name="connsiteY212" fmla="*/ 571662 h 574454"/>
                <a:gd name="connsiteX213" fmla="*/ 48603 w 143079"/>
                <a:gd name="connsiteY213" fmla="*/ 569802 h 574454"/>
                <a:gd name="connsiteX214" fmla="*/ 48184 w 143079"/>
                <a:gd name="connsiteY214" fmla="*/ 567941 h 574454"/>
                <a:gd name="connsiteX215" fmla="*/ 42231 w 143079"/>
                <a:gd name="connsiteY215" fmla="*/ 567941 h 574454"/>
                <a:gd name="connsiteX216" fmla="*/ 42231 w 143079"/>
                <a:gd name="connsiteY216" fmla="*/ 565709 h 574454"/>
                <a:gd name="connsiteX217" fmla="*/ 39301 w 143079"/>
                <a:gd name="connsiteY217" fmla="*/ 564965 h 574454"/>
                <a:gd name="connsiteX218" fmla="*/ 36278 w 143079"/>
                <a:gd name="connsiteY218" fmla="*/ 564221 h 574454"/>
                <a:gd name="connsiteX219" fmla="*/ 35534 w 143079"/>
                <a:gd name="connsiteY219" fmla="*/ 561988 h 574454"/>
                <a:gd name="connsiteX220" fmla="*/ 32557 w 143079"/>
                <a:gd name="connsiteY220" fmla="*/ 561663 h 574454"/>
                <a:gd name="connsiteX221" fmla="*/ 29581 w 143079"/>
                <a:gd name="connsiteY221" fmla="*/ 561244 h 574454"/>
                <a:gd name="connsiteX222" fmla="*/ 28836 w 143079"/>
                <a:gd name="connsiteY222" fmla="*/ 558268 h 574454"/>
                <a:gd name="connsiteX223" fmla="*/ 23627 w 143079"/>
                <a:gd name="connsiteY223" fmla="*/ 557523 h 574454"/>
                <a:gd name="connsiteX224" fmla="*/ 22883 w 143079"/>
                <a:gd name="connsiteY224" fmla="*/ 555291 h 574454"/>
                <a:gd name="connsiteX225" fmla="*/ 20325 w 143079"/>
                <a:gd name="connsiteY225" fmla="*/ 554965 h 574454"/>
                <a:gd name="connsiteX226" fmla="*/ 17674 w 143079"/>
                <a:gd name="connsiteY226" fmla="*/ 554547 h 574454"/>
                <a:gd name="connsiteX227" fmla="*/ 16186 w 143079"/>
                <a:gd name="connsiteY227" fmla="*/ 551570 h 574454"/>
                <a:gd name="connsiteX228" fmla="*/ 10977 w 143079"/>
                <a:gd name="connsiteY228" fmla="*/ 550082 h 574454"/>
                <a:gd name="connsiteX229" fmla="*/ 12465 w 143079"/>
                <a:gd name="connsiteY229" fmla="*/ 541152 h 574454"/>
                <a:gd name="connsiteX230" fmla="*/ 14698 w 143079"/>
                <a:gd name="connsiteY230" fmla="*/ 540408 h 574454"/>
                <a:gd name="connsiteX231" fmla="*/ 15442 w 143079"/>
                <a:gd name="connsiteY231" fmla="*/ 537432 h 574454"/>
                <a:gd name="connsiteX232" fmla="*/ 16930 w 143079"/>
                <a:gd name="connsiteY232" fmla="*/ 536688 h 574454"/>
                <a:gd name="connsiteX233" fmla="*/ 17674 w 143079"/>
                <a:gd name="connsiteY233" fmla="*/ 535199 h 574454"/>
                <a:gd name="connsiteX234" fmla="*/ 19907 w 143079"/>
                <a:gd name="connsiteY234" fmla="*/ 532967 h 574454"/>
                <a:gd name="connsiteX235" fmla="*/ 20561 w 143079"/>
                <a:gd name="connsiteY235" fmla="*/ 531316 h 574454"/>
                <a:gd name="connsiteX236" fmla="*/ 24325 w 143079"/>
                <a:gd name="connsiteY236" fmla="*/ 525153 h 574454"/>
                <a:gd name="connsiteX237" fmla="*/ 28560 w 143079"/>
                <a:gd name="connsiteY237" fmla="*/ 518991 h 574454"/>
                <a:gd name="connsiteX238" fmla="*/ 31069 w 143079"/>
                <a:gd name="connsiteY238" fmla="*/ 516596 h 574454"/>
                <a:gd name="connsiteX239" fmla="*/ 31022 w 143079"/>
                <a:gd name="connsiteY239" fmla="*/ 514735 h 574454"/>
                <a:gd name="connsiteX240" fmla="*/ 31069 w 143079"/>
                <a:gd name="connsiteY240" fmla="*/ 512875 h 574454"/>
                <a:gd name="connsiteX241" fmla="*/ 33301 w 143079"/>
                <a:gd name="connsiteY241" fmla="*/ 512131 h 574454"/>
                <a:gd name="connsiteX242" fmla="*/ 34790 w 143079"/>
                <a:gd name="connsiteY242" fmla="*/ 508410 h 574454"/>
                <a:gd name="connsiteX243" fmla="*/ 36278 w 143079"/>
                <a:gd name="connsiteY243" fmla="*/ 508410 h 574454"/>
                <a:gd name="connsiteX244" fmla="*/ 37022 w 143079"/>
                <a:gd name="connsiteY244" fmla="*/ 503945 h 574454"/>
                <a:gd name="connsiteX245" fmla="*/ 39254 w 143079"/>
                <a:gd name="connsiteY245" fmla="*/ 503945 h 574454"/>
                <a:gd name="connsiteX246" fmla="*/ 39115 w 143079"/>
                <a:gd name="connsiteY246" fmla="*/ 501759 h 574454"/>
                <a:gd name="connsiteX247" fmla="*/ 39254 w 143079"/>
                <a:gd name="connsiteY247" fmla="*/ 499481 h 574454"/>
                <a:gd name="connsiteX248" fmla="*/ 41487 w 143079"/>
                <a:gd name="connsiteY248" fmla="*/ 498736 h 574454"/>
                <a:gd name="connsiteX249" fmla="*/ 42975 w 143079"/>
                <a:gd name="connsiteY249" fmla="*/ 494272 h 574454"/>
                <a:gd name="connsiteX250" fmla="*/ 44463 w 143079"/>
                <a:gd name="connsiteY250" fmla="*/ 494272 h 574454"/>
                <a:gd name="connsiteX251" fmla="*/ 45207 w 143079"/>
                <a:gd name="connsiteY251" fmla="*/ 489807 h 574454"/>
                <a:gd name="connsiteX252" fmla="*/ 47440 w 143079"/>
                <a:gd name="connsiteY252" fmla="*/ 489807 h 574454"/>
                <a:gd name="connsiteX253" fmla="*/ 47300 w 143079"/>
                <a:gd name="connsiteY253" fmla="*/ 487714 h 574454"/>
                <a:gd name="connsiteX254" fmla="*/ 49672 w 143079"/>
                <a:gd name="connsiteY254" fmla="*/ 483109 h 574454"/>
                <a:gd name="connsiteX255" fmla="*/ 50416 w 143079"/>
                <a:gd name="connsiteY255" fmla="*/ 478645 h 574454"/>
                <a:gd name="connsiteX256" fmla="*/ 52649 w 143079"/>
                <a:gd name="connsiteY256" fmla="*/ 478645 h 574454"/>
                <a:gd name="connsiteX257" fmla="*/ 53393 w 143079"/>
                <a:gd name="connsiteY257" fmla="*/ 473436 h 574454"/>
                <a:gd name="connsiteX258" fmla="*/ 55625 w 143079"/>
                <a:gd name="connsiteY258" fmla="*/ 473436 h 574454"/>
                <a:gd name="connsiteX259" fmla="*/ 55486 w 143079"/>
                <a:gd name="connsiteY259" fmla="*/ 470506 h 574454"/>
                <a:gd name="connsiteX260" fmla="*/ 55625 w 143079"/>
                <a:gd name="connsiteY260" fmla="*/ 467482 h 574454"/>
                <a:gd name="connsiteX261" fmla="*/ 57858 w 143079"/>
                <a:gd name="connsiteY261" fmla="*/ 466738 h 574454"/>
                <a:gd name="connsiteX262" fmla="*/ 58602 w 143079"/>
                <a:gd name="connsiteY262" fmla="*/ 461529 h 574454"/>
                <a:gd name="connsiteX263" fmla="*/ 60090 w 143079"/>
                <a:gd name="connsiteY263" fmla="*/ 461529 h 574454"/>
                <a:gd name="connsiteX264" fmla="*/ 61087 w 143079"/>
                <a:gd name="connsiteY264" fmla="*/ 456878 h 574454"/>
                <a:gd name="connsiteX265" fmla="*/ 61579 w 143079"/>
                <a:gd name="connsiteY265" fmla="*/ 455576 h 574454"/>
                <a:gd name="connsiteX266" fmla="*/ 63811 w 143079"/>
                <a:gd name="connsiteY266" fmla="*/ 455576 h 574454"/>
                <a:gd name="connsiteX267" fmla="*/ 63733 w 143079"/>
                <a:gd name="connsiteY267" fmla="*/ 454137 h 574454"/>
                <a:gd name="connsiteX268" fmla="*/ 63671 w 143079"/>
                <a:gd name="connsiteY268" fmla="*/ 452274 h 574454"/>
                <a:gd name="connsiteX269" fmla="*/ 63593 w 143079"/>
                <a:gd name="connsiteY269" fmla="*/ 450417 h 574454"/>
                <a:gd name="connsiteX270" fmla="*/ 63811 w 143079"/>
                <a:gd name="connsiteY270" fmla="*/ 448879 h 574454"/>
                <a:gd name="connsiteX271" fmla="*/ 66043 w 143079"/>
                <a:gd name="connsiteY271" fmla="*/ 448135 h 574454"/>
                <a:gd name="connsiteX272" fmla="*/ 66555 w 143079"/>
                <a:gd name="connsiteY272" fmla="*/ 445112 h 574454"/>
                <a:gd name="connsiteX273" fmla="*/ 66788 w 143079"/>
                <a:gd name="connsiteY273" fmla="*/ 442182 h 574454"/>
                <a:gd name="connsiteX274" fmla="*/ 69020 w 143079"/>
                <a:gd name="connsiteY274" fmla="*/ 442182 h 574454"/>
                <a:gd name="connsiteX275" fmla="*/ 69130 w 143079"/>
                <a:gd name="connsiteY275" fmla="*/ 440580 h 574454"/>
                <a:gd name="connsiteX276" fmla="*/ 69299 w 143079"/>
                <a:gd name="connsiteY276" fmla="*/ 438507 h 574454"/>
                <a:gd name="connsiteX277" fmla="*/ 69456 w 143079"/>
                <a:gd name="connsiteY277" fmla="*/ 436441 h 574454"/>
                <a:gd name="connsiteX278" fmla="*/ 69764 w 143079"/>
                <a:gd name="connsiteY278" fmla="*/ 434740 h 574454"/>
                <a:gd name="connsiteX279" fmla="*/ 71252 w 143079"/>
                <a:gd name="connsiteY279" fmla="*/ 433996 h 574454"/>
                <a:gd name="connsiteX280" fmla="*/ 71668 w 143079"/>
                <a:gd name="connsiteY280" fmla="*/ 428229 h 574454"/>
                <a:gd name="connsiteX281" fmla="*/ 71997 w 143079"/>
                <a:gd name="connsiteY281" fmla="*/ 426555 h 574454"/>
                <a:gd name="connsiteX282" fmla="*/ 74229 w 143079"/>
                <a:gd name="connsiteY282" fmla="*/ 425811 h 574454"/>
                <a:gd name="connsiteX283" fmla="*/ 74741 w 143079"/>
                <a:gd name="connsiteY283" fmla="*/ 422043 h 574454"/>
                <a:gd name="connsiteX284" fmla="*/ 74889 w 143079"/>
                <a:gd name="connsiteY284" fmla="*/ 419971 h 574454"/>
                <a:gd name="connsiteX285" fmla="*/ 74973 w 143079"/>
                <a:gd name="connsiteY285" fmla="*/ 418369 h 574454"/>
                <a:gd name="connsiteX286" fmla="*/ 77206 w 143079"/>
                <a:gd name="connsiteY286" fmla="*/ 418369 h 574454"/>
                <a:gd name="connsiteX287" fmla="*/ 77950 w 143079"/>
                <a:gd name="connsiteY287" fmla="*/ 408695 h 574454"/>
                <a:gd name="connsiteX288" fmla="*/ 80182 w 143079"/>
                <a:gd name="connsiteY288" fmla="*/ 408695 h 574454"/>
                <a:gd name="connsiteX289" fmla="*/ 80182 w 143079"/>
                <a:gd name="connsiteY289" fmla="*/ 398277 h 574454"/>
                <a:gd name="connsiteX290" fmla="*/ 83159 w 143079"/>
                <a:gd name="connsiteY290" fmla="*/ 398277 h 574454"/>
                <a:gd name="connsiteX291" fmla="*/ 83159 w 143079"/>
                <a:gd name="connsiteY291" fmla="*/ 387859 h 574454"/>
                <a:gd name="connsiteX292" fmla="*/ 85391 w 143079"/>
                <a:gd name="connsiteY292" fmla="*/ 387859 h 574454"/>
                <a:gd name="connsiteX293" fmla="*/ 85502 w 143079"/>
                <a:gd name="connsiteY293" fmla="*/ 385118 h 574454"/>
                <a:gd name="connsiteX294" fmla="*/ 85670 w 143079"/>
                <a:gd name="connsiteY294" fmla="*/ 381581 h 574454"/>
                <a:gd name="connsiteX295" fmla="*/ 85740 w 143079"/>
                <a:gd name="connsiteY295" fmla="*/ 379771 h 574454"/>
                <a:gd name="connsiteX296" fmla="*/ 86135 w 143079"/>
                <a:gd name="connsiteY296" fmla="*/ 375209 h 574454"/>
                <a:gd name="connsiteX297" fmla="*/ 87623 w 143079"/>
                <a:gd name="connsiteY297" fmla="*/ 374465 h 574454"/>
                <a:gd name="connsiteX298" fmla="*/ 87853 w 143079"/>
                <a:gd name="connsiteY298" fmla="*/ 371189 h 574454"/>
                <a:gd name="connsiteX299" fmla="*/ 87910 w 143079"/>
                <a:gd name="connsiteY299" fmla="*/ 369182 h 574454"/>
                <a:gd name="connsiteX300" fmla="*/ 87980 w 143079"/>
                <a:gd name="connsiteY300" fmla="*/ 364967 h 574454"/>
                <a:gd name="connsiteX301" fmla="*/ 88039 w 143079"/>
                <a:gd name="connsiteY301" fmla="*/ 362957 h 574454"/>
                <a:gd name="connsiteX302" fmla="*/ 88070 w 143079"/>
                <a:gd name="connsiteY302" fmla="*/ 361105 h 574454"/>
                <a:gd name="connsiteX303" fmla="*/ 88368 w 143079"/>
                <a:gd name="connsiteY303" fmla="*/ 359582 h 574454"/>
                <a:gd name="connsiteX304" fmla="*/ 90600 w 143079"/>
                <a:gd name="connsiteY304" fmla="*/ 358094 h 574454"/>
                <a:gd name="connsiteX305" fmla="*/ 90902 w 143079"/>
                <a:gd name="connsiteY305" fmla="*/ 353417 h 574454"/>
                <a:gd name="connsiteX306" fmla="*/ 90952 w 143079"/>
                <a:gd name="connsiteY306" fmla="*/ 350593 h 574454"/>
                <a:gd name="connsiteX307" fmla="*/ 90992 w 143079"/>
                <a:gd name="connsiteY307" fmla="*/ 344657 h 574454"/>
                <a:gd name="connsiteX308" fmla="*/ 91042 w 143079"/>
                <a:gd name="connsiteY308" fmla="*/ 341836 h 574454"/>
                <a:gd name="connsiteX309" fmla="*/ 91058 w 143079"/>
                <a:gd name="connsiteY309" fmla="*/ 339231 h 574454"/>
                <a:gd name="connsiteX310" fmla="*/ 91344 w 143079"/>
                <a:gd name="connsiteY310" fmla="*/ 337258 h 574454"/>
                <a:gd name="connsiteX311" fmla="*/ 93577 w 143079"/>
                <a:gd name="connsiteY311" fmla="*/ 336514 h 574454"/>
                <a:gd name="connsiteX312" fmla="*/ 93855 w 143079"/>
                <a:gd name="connsiteY312" fmla="*/ 332710 h 574454"/>
                <a:gd name="connsiteX313" fmla="*/ 93871 w 143079"/>
                <a:gd name="connsiteY313" fmla="*/ 330212 h 574454"/>
                <a:gd name="connsiteX314" fmla="*/ 93854 w 143079"/>
                <a:gd name="connsiteY314" fmla="*/ 327448 h 574454"/>
                <a:gd name="connsiteX315" fmla="*/ 93862 w 143079"/>
                <a:gd name="connsiteY315" fmla="*/ 324555 h 574454"/>
                <a:gd name="connsiteX316" fmla="*/ 93852 w 143079"/>
                <a:gd name="connsiteY316" fmla="*/ 316677 h 574454"/>
                <a:gd name="connsiteX317" fmla="*/ 93848 w 143079"/>
                <a:gd name="connsiteY317" fmla="*/ 308445 h 574454"/>
                <a:gd name="connsiteX318" fmla="*/ 93827 w 143079"/>
                <a:gd name="connsiteY318" fmla="*/ 294613 h 574454"/>
                <a:gd name="connsiteX319" fmla="*/ 93813 w 143079"/>
                <a:gd name="connsiteY319" fmla="*/ 278614 h 574454"/>
                <a:gd name="connsiteX320" fmla="*/ 93805 w 143079"/>
                <a:gd name="connsiteY320" fmla="*/ 263241 h 574454"/>
                <a:gd name="connsiteX321" fmla="*/ 93802 w 143079"/>
                <a:gd name="connsiteY321" fmla="*/ 256692 h 574454"/>
                <a:gd name="connsiteX322" fmla="*/ 93781 w 143079"/>
                <a:gd name="connsiteY322" fmla="*/ 247546 h 574454"/>
                <a:gd name="connsiteX323" fmla="*/ 93787 w 143079"/>
                <a:gd name="connsiteY323" fmla="*/ 244790 h 574454"/>
                <a:gd name="connsiteX324" fmla="*/ 93771 w 143079"/>
                <a:gd name="connsiteY324" fmla="*/ 242280 h 574454"/>
                <a:gd name="connsiteX325" fmla="*/ 93766 w 143079"/>
                <a:gd name="connsiteY325" fmla="*/ 240094 h 574454"/>
                <a:gd name="connsiteX326" fmla="*/ 92088 w 143079"/>
                <a:gd name="connsiteY326" fmla="*/ 236055 h 574454"/>
                <a:gd name="connsiteX327" fmla="*/ 91344 w 143079"/>
                <a:gd name="connsiteY327" fmla="*/ 236055 h 574454"/>
                <a:gd name="connsiteX328" fmla="*/ 91311 w 143079"/>
                <a:gd name="connsiteY328" fmla="*/ 234154 h 574454"/>
                <a:gd name="connsiteX329" fmla="*/ 91149 w 143079"/>
                <a:gd name="connsiteY329" fmla="*/ 227194 h 574454"/>
                <a:gd name="connsiteX330" fmla="*/ 91086 w 143079"/>
                <a:gd name="connsiteY330" fmla="*/ 224177 h 574454"/>
                <a:gd name="connsiteX331" fmla="*/ 90981 w 143079"/>
                <a:gd name="connsiteY331" fmla="*/ 219849 h 574454"/>
                <a:gd name="connsiteX332" fmla="*/ 90922 w 143079"/>
                <a:gd name="connsiteY332" fmla="*/ 217216 h 574454"/>
                <a:gd name="connsiteX333" fmla="*/ 90600 w 143079"/>
                <a:gd name="connsiteY333" fmla="*/ 215219 h 574454"/>
                <a:gd name="connsiteX334" fmla="*/ 88368 w 143079"/>
                <a:gd name="connsiteY334" fmla="*/ 214475 h 574454"/>
                <a:gd name="connsiteX335" fmla="*/ 88039 w 143079"/>
                <a:gd name="connsiteY335" fmla="*/ 211335 h 574454"/>
                <a:gd name="connsiteX336" fmla="*/ 87980 w 143079"/>
                <a:gd name="connsiteY336" fmla="*/ 209420 h 574454"/>
                <a:gd name="connsiteX337" fmla="*/ 87949 w 143079"/>
                <a:gd name="connsiteY337" fmla="*/ 207405 h 574454"/>
                <a:gd name="connsiteX338" fmla="*/ 87853 w 143079"/>
                <a:gd name="connsiteY338" fmla="*/ 203475 h 574454"/>
                <a:gd name="connsiteX339" fmla="*/ 87825 w 143079"/>
                <a:gd name="connsiteY339" fmla="*/ 201707 h 574454"/>
                <a:gd name="connsiteX340" fmla="*/ 87623 w 143079"/>
                <a:gd name="connsiteY340" fmla="*/ 200336 h 574454"/>
                <a:gd name="connsiteX341" fmla="*/ 86135 w 143079"/>
                <a:gd name="connsiteY341" fmla="*/ 199592 h 574454"/>
                <a:gd name="connsiteX342" fmla="*/ 85763 w 143079"/>
                <a:gd name="connsiteY342" fmla="*/ 194057 h 574454"/>
                <a:gd name="connsiteX343" fmla="*/ 83903 w 143079"/>
                <a:gd name="connsiteY343" fmla="*/ 186941 h 574454"/>
                <a:gd name="connsiteX344" fmla="*/ 83159 w 143079"/>
                <a:gd name="connsiteY344" fmla="*/ 186941 h 574454"/>
                <a:gd name="connsiteX345" fmla="*/ 82415 w 143079"/>
                <a:gd name="connsiteY345" fmla="*/ 175035 h 574454"/>
                <a:gd name="connsiteX346" fmla="*/ 80182 w 143079"/>
                <a:gd name="connsiteY346" fmla="*/ 175035 h 574454"/>
                <a:gd name="connsiteX347" fmla="*/ 80072 w 143079"/>
                <a:gd name="connsiteY347" fmla="*/ 173108 h 574454"/>
                <a:gd name="connsiteX348" fmla="*/ 79903 w 143079"/>
                <a:gd name="connsiteY348" fmla="*/ 170617 h 574454"/>
                <a:gd name="connsiteX349" fmla="*/ 79746 w 143079"/>
                <a:gd name="connsiteY349" fmla="*/ 168132 h 574454"/>
                <a:gd name="connsiteX350" fmla="*/ 79438 w 143079"/>
                <a:gd name="connsiteY350" fmla="*/ 166106 h 574454"/>
                <a:gd name="connsiteX351" fmla="*/ 77950 w 143079"/>
                <a:gd name="connsiteY351" fmla="*/ 165361 h 574454"/>
                <a:gd name="connsiteX352" fmla="*/ 77485 w 143079"/>
                <a:gd name="connsiteY352" fmla="*/ 160850 h 574454"/>
                <a:gd name="connsiteX353" fmla="*/ 77316 w 143079"/>
                <a:gd name="connsiteY353" fmla="*/ 158359 h 574454"/>
                <a:gd name="connsiteX354" fmla="*/ 77206 w 143079"/>
                <a:gd name="connsiteY354" fmla="*/ 156432 h 574454"/>
                <a:gd name="connsiteX355" fmla="*/ 74973 w 143079"/>
                <a:gd name="connsiteY355" fmla="*/ 156432 h 574454"/>
                <a:gd name="connsiteX356" fmla="*/ 74889 w 143079"/>
                <a:gd name="connsiteY356" fmla="*/ 154667 h 574454"/>
                <a:gd name="connsiteX357" fmla="*/ 74741 w 143079"/>
                <a:gd name="connsiteY357" fmla="*/ 152385 h 574454"/>
                <a:gd name="connsiteX358" fmla="*/ 74610 w 143079"/>
                <a:gd name="connsiteY358" fmla="*/ 150109 h 574454"/>
                <a:gd name="connsiteX359" fmla="*/ 74229 w 143079"/>
                <a:gd name="connsiteY359" fmla="*/ 148246 h 574454"/>
                <a:gd name="connsiteX360" fmla="*/ 71997 w 143079"/>
                <a:gd name="connsiteY360" fmla="*/ 147502 h 574454"/>
                <a:gd name="connsiteX361" fmla="*/ 72063 w 143079"/>
                <a:gd name="connsiteY361" fmla="*/ 142973 h 574454"/>
                <a:gd name="connsiteX362" fmla="*/ 69764 w 143079"/>
                <a:gd name="connsiteY362" fmla="*/ 139316 h 574454"/>
                <a:gd name="connsiteX363" fmla="*/ 69392 w 143079"/>
                <a:gd name="connsiteY363" fmla="*/ 136247 h 574454"/>
                <a:gd name="connsiteX364" fmla="*/ 69020 w 143079"/>
                <a:gd name="connsiteY364" fmla="*/ 133363 h 574454"/>
                <a:gd name="connsiteX365" fmla="*/ 66788 w 143079"/>
                <a:gd name="connsiteY365" fmla="*/ 132619 h 574454"/>
                <a:gd name="connsiteX366" fmla="*/ 66276 w 143079"/>
                <a:gd name="connsiteY366" fmla="*/ 128852 h 574454"/>
                <a:gd name="connsiteX367" fmla="*/ 66128 w 143079"/>
                <a:gd name="connsiteY367" fmla="*/ 126779 h 574454"/>
                <a:gd name="connsiteX368" fmla="*/ 66043 w 143079"/>
                <a:gd name="connsiteY368" fmla="*/ 125178 h 574454"/>
                <a:gd name="connsiteX369" fmla="*/ 63811 w 143079"/>
                <a:gd name="connsiteY369" fmla="*/ 125178 h 574454"/>
                <a:gd name="connsiteX370" fmla="*/ 63375 w 143079"/>
                <a:gd name="connsiteY370" fmla="*/ 120600 h 574454"/>
                <a:gd name="connsiteX371" fmla="*/ 63067 w 143079"/>
                <a:gd name="connsiteY371" fmla="*/ 119225 h 574454"/>
                <a:gd name="connsiteX372" fmla="*/ 61579 w 143079"/>
                <a:gd name="connsiteY372" fmla="*/ 118481 h 574454"/>
                <a:gd name="connsiteX373" fmla="*/ 61253 w 143079"/>
                <a:gd name="connsiteY373" fmla="*/ 115923 h 574454"/>
                <a:gd name="connsiteX374" fmla="*/ 60834 w 143079"/>
                <a:gd name="connsiteY374" fmla="*/ 113272 h 574454"/>
                <a:gd name="connsiteX375" fmla="*/ 58602 w 143079"/>
                <a:gd name="connsiteY375" fmla="*/ 111783 h 574454"/>
                <a:gd name="connsiteX376" fmla="*/ 57114 w 143079"/>
                <a:gd name="connsiteY376" fmla="*/ 106574 h 574454"/>
                <a:gd name="connsiteX377" fmla="*/ 55625 w 143079"/>
                <a:gd name="connsiteY377" fmla="*/ 104342 h 574454"/>
                <a:gd name="connsiteX378" fmla="*/ 55253 w 143079"/>
                <a:gd name="connsiteY378" fmla="*/ 102389 h 574454"/>
                <a:gd name="connsiteX379" fmla="*/ 54881 w 143079"/>
                <a:gd name="connsiteY379" fmla="*/ 100621 h 574454"/>
                <a:gd name="connsiteX380" fmla="*/ 53393 w 143079"/>
                <a:gd name="connsiteY380" fmla="*/ 99877 h 574454"/>
                <a:gd name="connsiteX381" fmla="*/ 53067 w 143079"/>
                <a:gd name="connsiteY381" fmla="*/ 98017 h 574454"/>
                <a:gd name="connsiteX382" fmla="*/ 52649 w 143079"/>
                <a:gd name="connsiteY382" fmla="*/ 96156 h 574454"/>
                <a:gd name="connsiteX383" fmla="*/ 50416 w 143079"/>
                <a:gd name="connsiteY383" fmla="*/ 95412 h 574454"/>
                <a:gd name="connsiteX384" fmla="*/ 49672 w 143079"/>
                <a:gd name="connsiteY384" fmla="*/ 90203 h 574454"/>
                <a:gd name="connsiteX385" fmla="*/ 48184 w 143079"/>
                <a:gd name="connsiteY385" fmla="*/ 89459 h 574454"/>
                <a:gd name="connsiteX386" fmla="*/ 47858 w 143079"/>
                <a:gd name="connsiteY386" fmla="*/ 87227 h 574454"/>
                <a:gd name="connsiteX387" fmla="*/ 47440 w 143079"/>
                <a:gd name="connsiteY387" fmla="*/ 84994 h 574454"/>
                <a:gd name="connsiteX388" fmla="*/ 45207 w 143079"/>
                <a:gd name="connsiteY388" fmla="*/ 84250 h 574454"/>
                <a:gd name="connsiteX389" fmla="*/ 44463 w 143079"/>
                <a:gd name="connsiteY389" fmla="*/ 79041 h 574454"/>
                <a:gd name="connsiteX390" fmla="*/ 42231 w 143079"/>
                <a:gd name="connsiteY390" fmla="*/ 79041 h 574454"/>
                <a:gd name="connsiteX391" fmla="*/ 42370 w 143079"/>
                <a:gd name="connsiteY391" fmla="*/ 77227 h 574454"/>
                <a:gd name="connsiteX392" fmla="*/ 42231 w 143079"/>
                <a:gd name="connsiteY392" fmla="*/ 75320 h 574454"/>
                <a:gd name="connsiteX393" fmla="*/ 39998 w 143079"/>
                <a:gd name="connsiteY393" fmla="*/ 74576 h 574454"/>
                <a:gd name="connsiteX394" fmla="*/ 38510 w 143079"/>
                <a:gd name="connsiteY394" fmla="*/ 70856 h 574454"/>
                <a:gd name="connsiteX395" fmla="*/ 37022 w 143079"/>
                <a:gd name="connsiteY395" fmla="*/ 70111 h 574454"/>
                <a:gd name="connsiteX396" fmla="*/ 36696 w 143079"/>
                <a:gd name="connsiteY396" fmla="*/ 68251 h 574454"/>
                <a:gd name="connsiteX397" fmla="*/ 36278 w 143079"/>
                <a:gd name="connsiteY397" fmla="*/ 66391 h 574454"/>
                <a:gd name="connsiteX398" fmla="*/ 34045 w 143079"/>
                <a:gd name="connsiteY398" fmla="*/ 65647 h 574454"/>
                <a:gd name="connsiteX399" fmla="*/ 33301 w 143079"/>
                <a:gd name="connsiteY399" fmla="*/ 61926 h 574454"/>
                <a:gd name="connsiteX400" fmla="*/ 31069 w 143079"/>
                <a:gd name="connsiteY400" fmla="*/ 59693 h 574454"/>
                <a:gd name="connsiteX401" fmla="*/ 30325 w 143079"/>
                <a:gd name="connsiteY401" fmla="*/ 56717 h 574454"/>
                <a:gd name="connsiteX402" fmla="*/ 28836 w 143079"/>
                <a:gd name="connsiteY402" fmla="*/ 55973 h 574454"/>
                <a:gd name="connsiteX403" fmla="*/ 27348 w 143079"/>
                <a:gd name="connsiteY403" fmla="*/ 52252 h 574454"/>
                <a:gd name="connsiteX404" fmla="*/ 25860 w 143079"/>
                <a:gd name="connsiteY404" fmla="*/ 51508 h 574454"/>
                <a:gd name="connsiteX405" fmla="*/ 25116 w 143079"/>
                <a:gd name="connsiteY405" fmla="*/ 49275 h 574454"/>
                <a:gd name="connsiteX406" fmla="*/ 23627 w 143079"/>
                <a:gd name="connsiteY406" fmla="*/ 48531 h 574454"/>
                <a:gd name="connsiteX407" fmla="*/ 23302 w 143079"/>
                <a:gd name="connsiteY407" fmla="*/ 47090 h 574454"/>
                <a:gd name="connsiteX408" fmla="*/ 20651 w 143079"/>
                <a:gd name="connsiteY408" fmla="*/ 44067 h 574454"/>
                <a:gd name="connsiteX409" fmla="*/ 18418 w 143079"/>
                <a:gd name="connsiteY409" fmla="*/ 40346 h 574454"/>
                <a:gd name="connsiteX410" fmla="*/ 14852 w 143079"/>
                <a:gd name="connsiteY410" fmla="*/ 35128 h 574454"/>
                <a:gd name="connsiteX411" fmla="*/ 13954 w 143079"/>
                <a:gd name="connsiteY411" fmla="*/ 32160 h 574454"/>
                <a:gd name="connsiteX412" fmla="*/ 11721 w 143079"/>
                <a:gd name="connsiteY412" fmla="*/ 31416 h 574454"/>
                <a:gd name="connsiteX413" fmla="*/ 11396 w 143079"/>
                <a:gd name="connsiteY413" fmla="*/ 28067 h 574454"/>
                <a:gd name="connsiteX414" fmla="*/ 11352 w 143079"/>
                <a:gd name="connsiteY414" fmla="*/ 26230 h 574454"/>
                <a:gd name="connsiteX415" fmla="*/ 11721 w 143079"/>
                <a:gd name="connsiteY415" fmla="*/ 24719 h 574454"/>
                <a:gd name="connsiteX416" fmla="*/ 14698 w 143079"/>
                <a:gd name="connsiteY416" fmla="*/ 23975 h 574454"/>
                <a:gd name="connsiteX417" fmla="*/ 14698 w 143079"/>
                <a:gd name="connsiteY417" fmla="*/ 21742 h 574454"/>
                <a:gd name="connsiteX418" fmla="*/ 20651 w 143079"/>
                <a:gd name="connsiteY418" fmla="*/ 20998 h 574454"/>
                <a:gd name="connsiteX419" fmla="*/ 20651 w 143079"/>
                <a:gd name="connsiteY419" fmla="*/ 18022 h 574454"/>
                <a:gd name="connsiteX420" fmla="*/ 23209 w 143079"/>
                <a:gd name="connsiteY420" fmla="*/ 17836 h 574454"/>
                <a:gd name="connsiteX421" fmla="*/ 25860 w 143079"/>
                <a:gd name="connsiteY421" fmla="*/ 17277 h 574454"/>
                <a:gd name="connsiteX422" fmla="*/ 26232 w 143079"/>
                <a:gd name="connsiteY422" fmla="*/ 15789 h 574454"/>
                <a:gd name="connsiteX423" fmla="*/ 26604 w 143079"/>
                <a:gd name="connsiteY423" fmla="*/ 14301 h 574454"/>
                <a:gd name="connsiteX424" fmla="*/ 31813 w 143079"/>
                <a:gd name="connsiteY424" fmla="*/ 13557 h 574454"/>
                <a:gd name="connsiteX425" fmla="*/ 32557 w 143079"/>
                <a:gd name="connsiteY425" fmla="*/ 11324 h 574454"/>
                <a:gd name="connsiteX426" fmla="*/ 35952 w 143079"/>
                <a:gd name="connsiteY426" fmla="*/ 10813 h 574454"/>
                <a:gd name="connsiteX427" fmla="*/ 37815 w 143079"/>
                <a:gd name="connsiteY427" fmla="*/ 10664 h 574454"/>
                <a:gd name="connsiteX428" fmla="*/ 39254 w 143079"/>
                <a:gd name="connsiteY428" fmla="*/ 10580 h 574454"/>
                <a:gd name="connsiteX429" fmla="*/ 39254 w 143079"/>
                <a:gd name="connsiteY429" fmla="*/ 7604 h 574454"/>
                <a:gd name="connsiteX430" fmla="*/ 41812 w 143079"/>
                <a:gd name="connsiteY430" fmla="*/ 7371 h 574454"/>
                <a:gd name="connsiteX431" fmla="*/ 44463 w 143079"/>
                <a:gd name="connsiteY431" fmla="*/ 6859 h 574454"/>
                <a:gd name="connsiteX432" fmla="*/ 45207 w 143079"/>
                <a:gd name="connsiteY432" fmla="*/ 4627 h 574454"/>
                <a:gd name="connsiteX433" fmla="*/ 47812 w 143079"/>
                <a:gd name="connsiteY433" fmla="*/ 4301 h 574454"/>
                <a:gd name="connsiteX434" fmla="*/ 50416 w 143079"/>
                <a:gd name="connsiteY434" fmla="*/ 3883 h 574454"/>
                <a:gd name="connsiteX435" fmla="*/ 50608 w 143079"/>
                <a:gd name="connsiteY435" fmla="*/ 2395 h 574454"/>
                <a:gd name="connsiteX436" fmla="*/ 51161 w 143079"/>
                <a:gd name="connsiteY436" fmla="*/ 906 h 57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143079" h="574454">
                  <a:moveTo>
                    <a:pt x="51161" y="906"/>
                  </a:moveTo>
                  <a:cubicBezTo>
                    <a:pt x="53116" y="568"/>
                    <a:pt x="54691" y="457"/>
                    <a:pt x="56649" y="488"/>
                  </a:cubicBezTo>
                  <a:cubicBezTo>
                    <a:pt x="57159" y="470"/>
                    <a:pt x="57669" y="452"/>
                    <a:pt x="58195" y="434"/>
                  </a:cubicBezTo>
                  <a:cubicBezTo>
                    <a:pt x="59689" y="438"/>
                    <a:pt x="59689" y="438"/>
                    <a:pt x="62323" y="906"/>
                  </a:cubicBezTo>
                  <a:cubicBezTo>
                    <a:pt x="64114" y="3034"/>
                    <a:pt x="64555" y="4075"/>
                    <a:pt x="64555" y="6859"/>
                  </a:cubicBezTo>
                  <a:cubicBezTo>
                    <a:pt x="64985" y="7059"/>
                    <a:pt x="65415" y="7259"/>
                    <a:pt x="65857" y="7464"/>
                  </a:cubicBezTo>
                  <a:cubicBezTo>
                    <a:pt x="68216" y="8709"/>
                    <a:pt x="69094" y="10597"/>
                    <a:pt x="70508" y="12813"/>
                  </a:cubicBezTo>
                  <a:cubicBezTo>
                    <a:pt x="70999" y="13058"/>
                    <a:pt x="71491" y="13304"/>
                    <a:pt x="71997" y="13557"/>
                  </a:cubicBezTo>
                  <a:cubicBezTo>
                    <a:pt x="72158" y="14478"/>
                    <a:pt x="72158" y="14478"/>
                    <a:pt x="72322" y="15417"/>
                  </a:cubicBezTo>
                  <a:cubicBezTo>
                    <a:pt x="72460" y="16031"/>
                    <a:pt x="72598" y="16645"/>
                    <a:pt x="72741" y="17277"/>
                  </a:cubicBezTo>
                  <a:cubicBezTo>
                    <a:pt x="73846" y="17646"/>
                    <a:pt x="73846" y="17646"/>
                    <a:pt x="74973" y="18022"/>
                  </a:cubicBezTo>
                  <a:cubicBezTo>
                    <a:pt x="75250" y="19006"/>
                    <a:pt x="75499" y="19999"/>
                    <a:pt x="75717" y="20998"/>
                  </a:cubicBezTo>
                  <a:cubicBezTo>
                    <a:pt x="76208" y="21244"/>
                    <a:pt x="76700" y="21489"/>
                    <a:pt x="77206" y="21742"/>
                  </a:cubicBezTo>
                  <a:cubicBezTo>
                    <a:pt x="77313" y="22218"/>
                    <a:pt x="77420" y="22694"/>
                    <a:pt x="77531" y="23184"/>
                  </a:cubicBezTo>
                  <a:cubicBezTo>
                    <a:pt x="77847" y="25003"/>
                    <a:pt x="77847" y="25003"/>
                    <a:pt x="80182" y="26207"/>
                  </a:cubicBezTo>
                  <a:cubicBezTo>
                    <a:pt x="80428" y="26944"/>
                    <a:pt x="80673" y="27681"/>
                    <a:pt x="80926" y="28440"/>
                  </a:cubicBezTo>
                  <a:cubicBezTo>
                    <a:pt x="81663" y="29191"/>
                    <a:pt x="82408" y="29934"/>
                    <a:pt x="83159" y="30672"/>
                  </a:cubicBezTo>
                  <a:cubicBezTo>
                    <a:pt x="84158" y="32197"/>
                    <a:pt x="85075" y="33757"/>
                    <a:pt x="85999" y="35329"/>
                  </a:cubicBezTo>
                  <a:cubicBezTo>
                    <a:pt x="86802" y="36738"/>
                    <a:pt x="86802" y="36738"/>
                    <a:pt x="88368" y="37369"/>
                  </a:cubicBezTo>
                  <a:cubicBezTo>
                    <a:pt x="88874" y="38854"/>
                    <a:pt x="89368" y="40343"/>
                    <a:pt x="89856" y="41834"/>
                  </a:cubicBezTo>
                  <a:cubicBezTo>
                    <a:pt x="91214" y="44572"/>
                    <a:pt x="91214" y="44572"/>
                    <a:pt x="93577" y="46299"/>
                  </a:cubicBezTo>
                  <a:cubicBezTo>
                    <a:pt x="94073" y="47539"/>
                    <a:pt x="94569" y="48779"/>
                    <a:pt x="95065" y="50020"/>
                  </a:cubicBezTo>
                  <a:cubicBezTo>
                    <a:pt x="95556" y="50265"/>
                    <a:pt x="96047" y="50511"/>
                    <a:pt x="96553" y="50764"/>
                  </a:cubicBezTo>
                  <a:cubicBezTo>
                    <a:pt x="96522" y="51623"/>
                    <a:pt x="96492" y="52483"/>
                    <a:pt x="96460" y="53368"/>
                  </a:cubicBezTo>
                  <a:cubicBezTo>
                    <a:pt x="96491" y="54228"/>
                    <a:pt x="96522" y="55087"/>
                    <a:pt x="96553" y="55973"/>
                  </a:cubicBezTo>
                  <a:cubicBezTo>
                    <a:pt x="97994" y="56472"/>
                    <a:pt x="97994" y="56472"/>
                    <a:pt x="99530" y="56717"/>
                  </a:cubicBezTo>
                  <a:cubicBezTo>
                    <a:pt x="99807" y="57951"/>
                    <a:pt x="100056" y="59192"/>
                    <a:pt x="100274" y="60438"/>
                  </a:cubicBezTo>
                  <a:cubicBezTo>
                    <a:pt x="101379" y="60806"/>
                    <a:pt x="101379" y="60806"/>
                    <a:pt x="102506" y="61182"/>
                  </a:cubicBezTo>
                  <a:cubicBezTo>
                    <a:pt x="102506" y="62670"/>
                    <a:pt x="102506" y="64158"/>
                    <a:pt x="102506" y="65647"/>
                  </a:cubicBezTo>
                  <a:cubicBezTo>
                    <a:pt x="103611" y="66383"/>
                    <a:pt x="103611" y="66383"/>
                    <a:pt x="104739" y="67135"/>
                  </a:cubicBezTo>
                  <a:cubicBezTo>
                    <a:pt x="105250" y="69460"/>
                    <a:pt x="105250" y="69460"/>
                    <a:pt x="105483" y="71600"/>
                  </a:cubicBezTo>
                  <a:cubicBezTo>
                    <a:pt x="106220" y="71600"/>
                    <a:pt x="106956" y="71600"/>
                    <a:pt x="107715" y="71600"/>
                  </a:cubicBezTo>
                  <a:cubicBezTo>
                    <a:pt x="107654" y="72428"/>
                    <a:pt x="107593" y="73257"/>
                    <a:pt x="107529" y="74111"/>
                  </a:cubicBezTo>
                  <a:cubicBezTo>
                    <a:pt x="107591" y="75001"/>
                    <a:pt x="107652" y="75892"/>
                    <a:pt x="107715" y="76809"/>
                  </a:cubicBezTo>
                  <a:cubicBezTo>
                    <a:pt x="109154" y="77621"/>
                    <a:pt x="109154" y="77621"/>
                    <a:pt x="110692" y="78297"/>
                  </a:cubicBezTo>
                  <a:cubicBezTo>
                    <a:pt x="111157" y="80576"/>
                    <a:pt x="111157" y="80576"/>
                    <a:pt x="111436" y="82762"/>
                  </a:cubicBezTo>
                  <a:cubicBezTo>
                    <a:pt x="111927" y="83007"/>
                    <a:pt x="112418" y="83253"/>
                    <a:pt x="112924" y="83506"/>
                  </a:cubicBezTo>
                  <a:cubicBezTo>
                    <a:pt x="113366" y="85477"/>
                    <a:pt x="113476" y="87444"/>
                    <a:pt x="113668" y="89459"/>
                  </a:cubicBezTo>
                  <a:cubicBezTo>
                    <a:pt x="114405" y="89459"/>
                    <a:pt x="115142" y="89459"/>
                    <a:pt x="115901" y="89459"/>
                  </a:cubicBezTo>
                  <a:cubicBezTo>
                    <a:pt x="115978" y="90180"/>
                    <a:pt x="116054" y="90902"/>
                    <a:pt x="116133" y="91645"/>
                  </a:cubicBezTo>
                  <a:cubicBezTo>
                    <a:pt x="116387" y="92773"/>
                    <a:pt x="116387" y="92773"/>
                    <a:pt x="116645" y="93924"/>
                  </a:cubicBezTo>
                  <a:cubicBezTo>
                    <a:pt x="117382" y="94169"/>
                    <a:pt x="118118" y="94415"/>
                    <a:pt x="118877" y="94668"/>
                  </a:cubicBezTo>
                  <a:cubicBezTo>
                    <a:pt x="119206" y="96180"/>
                    <a:pt x="119206" y="96180"/>
                    <a:pt x="119296" y="98017"/>
                  </a:cubicBezTo>
                  <a:cubicBezTo>
                    <a:pt x="119359" y="99805"/>
                    <a:pt x="119359" y="99805"/>
                    <a:pt x="119622" y="101365"/>
                  </a:cubicBezTo>
                  <a:cubicBezTo>
                    <a:pt x="120113" y="101611"/>
                    <a:pt x="120604" y="101856"/>
                    <a:pt x="121110" y="102109"/>
                  </a:cubicBezTo>
                  <a:cubicBezTo>
                    <a:pt x="121271" y="103376"/>
                    <a:pt x="121271" y="103376"/>
                    <a:pt x="121435" y="104667"/>
                  </a:cubicBezTo>
                  <a:cubicBezTo>
                    <a:pt x="121574" y="105542"/>
                    <a:pt x="121712" y="106417"/>
                    <a:pt x="121854" y="107318"/>
                  </a:cubicBezTo>
                  <a:cubicBezTo>
                    <a:pt x="122591" y="107810"/>
                    <a:pt x="123327" y="108301"/>
                    <a:pt x="124086" y="108807"/>
                  </a:cubicBezTo>
                  <a:cubicBezTo>
                    <a:pt x="124467" y="110743"/>
                    <a:pt x="124467" y="110743"/>
                    <a:pt x="124598" y="112993"/>
                  </a:cubicBezTo>
                  <a:cubicBezTo>
                    <a:pt x="124647" y="113739"/>
                    <a:pt x="124696" y="114485"/>
                    <a:pt x="124746" y="115254"/>
                  </a:cubicBezTo>
                  <a:cubicBezTo>
                    <a:pt x="124788" y="116114"/>
                    <a:pt x="124788" y="116114"/>
                    <a:pt x="124831" y="116992"/>
                  </a:cubicBezTo>
                  <a:cubicBezTo>
                    <a:pt x="125567" y="116992"/>
                    <a:pt x="126304" y="116992"/>
                    <a:pt x="127063" y="116992"/>
                  </a:cubicBezTo>
                  <a:cubicBezTo>
                    <a:pt x="127099" y="117467"/>
                    <a:pt x="127136" y="117942"/>
                    <a:pt x="127173" y="118431"/>
                  </a:cubicBezTo>
                  <a:cubicBezTo>
                    <a:pt x="127257" y="119353"/>
                    <a:pt x="127257" y="119353"/>
                    <a:pt x="127342" y="120294"/>
                  </a:cubicBezTo>
                  <a:cubicBezTo>
                    <a:pt x="127394" y="120907"/>
                    <a:pt x="127446" y="121520"/>
                    <a:pt x="127499" y="122152"/>
                  </a:cubicBezTo>
                  <a:cubicBezTo>
                    <a:pt x="127601" y="122659"/>
                    <a:pt x="127702" y="123167"/>
                    <a:pt x="127807" y="123690"/>
                  </a:cubicBezTo>
                  <a:cubicBezTo>
                    <a:pt x="128298" y="123935"/>
                    <a:pt x="128789" y="124181"/>
                    <a:pt x="129295" y="124434"/>
                  </a:cubicBezTo>
                  <a:cubicBezTo>
                    <a:pt x="129558" y="126164"/>
                    <a:pt x="129625" y="127872"/>
                    <a:pt x="129711" y="129619"/>
                  </a:cubicBezTo>
                  <a:cubicBezTo>
                    <a:pt x="129819" y="130118"/>
                    <a:pt x="129928" y="130617"/>
                    <a:pt x="130040" y="131131"/>
                  </a:cubicBezTo>
                  <a:cubicBezTo>
                    <a:pt x="130776" y="131377"/>
                    <a:pt x="131513" y="131622"/>
                    <a:pt x="132272" y="131875"/>
                  </a:cubicBezTo>
                  <a:cubicBezTo>
                    <a:pt x="132653" y="133901"/>
                    <a:pt x="132653" y="133901"/>
                    <a:pt x="132784" y="136386"/>
                  </a:cubicBezTo>
                  <a:cubicBezTo>
                    <a:pt x="132832" y="137209"/>
                    <a:pt x="132881" y="138031"/>
                    <a:pt x="132932" y="138878"/>
                  </a:cubicBezTo>
                  <a:cubicBezTo>
                    <a:pt x="132974" y="139832"/>
                    <a:pt x="132974" y="139832"/>
                    <a:pt x="133016" y="140805"/>
                  </a:cubicBezTo>
                  <a:cubicBezTo>
                    <a:pt x="133753" y="140559"/>
                    <a:pt x="134489" y="140314"/>
                    <a:pt x="135248" y="140061"/>
                  </a:cubicBezTo>
                  <a:cubicBezTo>
                    <a:pt x="135285" y="140804"/>
                    <a:pt x="135321" y="141547"/>
                    <a:pt x="135359" y="142313"/>
                  </a:cubicBezTo>
                  <a:cubicBezTo>
                    <a:pt x="135442" y="143754"/>
                    <a:pt x="135442" y="143754"/>
                    <a:pt x="135528" y="145223"/>
                  </a:cubicBezTo>
                  <a:cubicBezTo>
                    <a:pt x="135605" y="146661"/>
                    <a:pt x="135605" y="146661"/>
                    <a:pt x="135685" y="148127"/>
                  </a:cubicBezTo>
                  <a:cubicBezTo>
                    <a:pt x="135786" y="148903"/>
                    <a:pt x="135888" y="149679"/>
                    <a:pt x="135993" y="150479"/>
                  </a:cubicBezTo>
                  <a:cubicBezTo>
                    <a:pt x="136484" y="150724"/>
                    <a:pt x="136975" y="150970"/>
                    <a:pt x="137481" y="151223"/>
                  </a:cubicBezTo>
                  <a:cubicBezTo>
                    <a:pt x="137952" y="153412"/>
                    <a:pt x="137952" y="153412"/>
                    <a:pt x="138318" y="156106"/>
                  </a:cubicBezTo>
                  <a:cubicBezTo>
                    <a:pt x="138443" y="156997"/>
                    <a:pt x="138567" y="157888"/>
                    <a:pt x="138696" y="158807"/>
                  </a:cubicBezTo>
                  <a:cubicBezTo>
                    <a:pt x="138786" y="159496"/>
                    <a:pt x="138876" y="160186"/>
                    <a:pt x="138969" y="160897"/>
                  </a:cubicBezTo>
                  <a:cubicBezTo>
                    <a:pt x="139460" y="160897"/>
                    <a:pt x="139951" y="160897"/>
                    <a:pt x="140457" y="160897"/>
                  </a:cubicBezTo>
                  <a:cubicBezTo>
                    <a:pt x="140499" y="162012"/>
                    <a:pt x="140499" y="162012"/>
                    <a:pt x="140542" y="163149"/>
                  </a:cubicBezTo>
                  <a:cubicBezTo>
                    <a:pt x="140591" y="164110"/>
                    <a:pt x="140640" y="165070"/>
                    <a:pt x="140690" y="166059"/>
                  </a:cubicBezTo>
                  <a:cubicBezTo>
                    <a:pt x="140755" y="167496"/>
                    <a:pt x="140755" y="167496"/>
                    <a:pt x="140821" y="168963"/>
                  </a:cubicBezTo>
                  <a:cubicBezTo>
                    <a:pt x="140946" y="169739"/>
                    <a:pt x="141072" y="170515"/>
                    <a:pt x="141202" y="171315"/>
                  </a:cubicBezTo>
                  <a:cubicBezTo>
                    <a:pt x="141938" y="171560"/>
                    <a:pt x="142675" y="171806"/>
                    <a:pt x="143434" y="172059"/>
                  </a:cubicBezTo>
                  <a:cubicBezTo>
                    <a:pt x="143686" y="174071"/>
                    <a:pt x="143816" y="175947"/>
                    <a:pt x="143853" y="177965"/>
                  </a:cubicBezTo>
                  <a:cubicBezTo>
                    <a:pt x="143704" y="182082"/>
                    <a:pt x="143704" y="182082"/>
                    <a:pt x="145666" y="185453"/>
                  </a:cubicBezTo>
                  <a:cubicBezTo>
                    <a:pt x="145880" y="186828"/>
                    <a:pt x="145880" y="186828"/>
                    <a:pt x="145922" y="188476"/>
                  </a:cubicBezTo>
                  <a:cubicBezTo>
                    <a:pt x="145944" y="189069"/>
                    <a:pt x="145966" y="189662"/>
                    <a:pt x="145989" y="190273"/>
                  </a:cubicBezTo>
                  <a:cubicBezTo>
                    <a:pt x="146022" y="191525"/>
                    <a:pt x="146055" y="192776"/>
                    <a:pt x="146088" y="194028"/>
                  </a:cubicBezTo>
                  <a:cubicBezTo>
                    <a:pt x="146110" y="194621"/>
                    <a:pt x="146132" y="195214"/>
                    <a:pt x="146155" y="195825"/>
                  </a:cubicBezTo>
                  <a:cubicBezTo>
                    <a:pt x="146169" y="196369"/>
                    <a:pt x="146183" y="196912"/>
                    <a:pt x="146197" y="197473"/>
                  </a:cubicBezTo>
                  <a:cubicBezTo>
                    <a:pt x="146300" y="199030"/>
                    <a:pt x="146300" y="199030"/>
                    <a:pt x="147899" y="200336"/>
                  </a:cubicBezTo>
                  <a:cubicBezTo>
                    <a:pt x="148144" y="200336"/>
                    <a:pt x="148390" y="200336"/>
                    <a:pt x="148643" y="200336"/>
                  </a:cubicBezTo>
                  <a:cubicBezTo>
                    <a:pt x="148889" y="206475"/>
                    <a:pt x="149134" y="212614"/>
                    <a:pt x="149387" y="218940"/>
                  </a:cubicBezTo>
                  <a:cubicBezTo>
                    <a:pt x="150124" y="218940"/>
                    <a:pt x="150861" y="218940"/>
                    <a:pt x="151620" y="218940"/>
                  </a:cubicBezTo>
                  <a:cubicBezTo>
                    <a:pt x="151634" y="219792"/>
                    <a:pt x="151649" y="220645"/>
                    <a:pt x="151664" y="221523"/>
                  </a:cubicBezTo>
                  <a:cubicBezTo>
                    <a:pt x="151721" y="224676"/>
                    <a:pt x="151787" y="227828"/>
                    <a:pt x="151856" y="230980"/>
                  </a:cubicBezTo>
                  <a:cubicBezTo>
                    <a:pt x="151884" y="232346"/>
                    <a:pt x="151910" y="233713"/>
                    <a:pt x="151934" y="235079"/>
                  </a:cubicBezTo>
                  <a:cubicBezTo>
                    <a:pt x="151967" y="237039"/>
                    <a:pt x="152011" y="238999"/>
                    <a:pt x="152056" y="240959"/>
                  </a:cubicBezTo>
                  <a:cubicBezTo>
                    <a:pt x="152064" y="241573"/>
                    <a:pt x="152073" y="242188"/>
                    <a:pt x="152082" y="242821"/>
                  </a:cubicBezTo>
                  <a:cubicBezTo>
                    <a:pt x="152120" y="244289"/>
                    <a:pt x="152234" y="245754"/>
                    <a:pt x="152364" y="247217"/>
                  </a:cubicBezTo>
                  <a:cubicBezTo>
                    <a:pt x="152855" y="247462"/>
                    <a:pt x="153346" y="247708"/>
                    <a:pt x="153852" y="247961"/>
                  </a:cubicBezTo>
                  <a:cubicBezTo>
                    <a:pt x="154039" y="249282"/>
                    <a:pt x="154039" y="249282"/>
                    <a:pt x="154041" y="251040"/>
                  </a:cubicBezTo>
                  <a:cubicBezTo>
                    <a:pt x="154047" y="252036"/>
                    <a:pt x="154047" y="252036"/>
                    <a:pt x="154054" y="253051"/>
                  </a:cubicBezTo>
                  <a:cubicBezTo>
                    <a:pt x="154049" y="254152"/>
                    <a:pt x="154049" y="254152"/>
                    <a:pt x="154045" y="255275"/>
                  </a:cubicBezTo>
                  <a:cubicBezTo>
                    <a:pt x="154049" y="256427"/>
                    <a:pt x="154049" y="256427"/>
                    <a:pt x="154052" y="257603"/>
                  </a:cubicBezTo>
                  <a:cubicBezTo>
                    <a:pt x="154059" y="260156"/>
                    <a:pt x="154055" y="262709"/>
                    <a:pt x="154050" y="265262"/>
                  </a:cubicBezTo>
                  <a:cubicBezTo>
                    <a:pt x="154051" y="267028"/>
                    <a:pt x="154052" y="268794"/>
                    <a:pt x="154054" y="270559"/>
                  </a:cubicBezTo>
                  <a:cubicBezTo>
                    <a:pt x="154056" y="274265"/>
                    <a:pt x="154053" y="277971"/>
                    <a:pt x="154046" y="281677"/>
                  </a:cubicBezTo>
                  <a:cubicBezTo>
                    <a:pt x="154038" y="286439"/>
                    <a:pt x="154042" y="291201"/>
                    <a:pt x="154051" y="295964"/>
                  </a:cubicBezTo>
                  <a:cubicBezTo>
                    <a:pt x="154057" y="299611"/>
                    <a:pt x="154055" y="303259"/>
                    <a:pt x="154051" y="306906"/>
                  </a:cubicBezTo>
                  <a:cubicBezTo>
                    <a:pt x="154050" y="308663"/>
                    <a:pt x="154051" y="310419"/>
                    <a:pt x="154055" y="312176"/>
                  </a:cubicBezTo>
                  <a:cubicBezTo>
                    <a:pt x="154059" y="314626"/>
                    <a:pt x="154053" y="317076"/>
                    <a:pt x="154045" y="319526"/>
                  </a:cubicBezTo>
                  <a:cubicBezTo>
                    <a:pt x="154048" y="320260"/>
                    <a:pt x="154051" y="320994"/>
                    <a:pt x="154054" y="321750"/>
                  </a:cubicBezTo>
                  <a:cubicBezTo>
                    <a:pt x="154050" y="322413"/>
                    <a:pt x="154045" y="323077"/>
                    <a:pt x="154041" y="323761"/>
                  </a:cubicBezTo>
                  <a:cubicBezTo>
                    <a:pt x="154040" y="324631"/>
                    <a:pt x="154040" y="324631"/>
                    <a:pt x="154039" y="325519"/>
                  </a:cubicBezTo>
                  <a:cubicBezTo>
                    <a:pt x="153977" y="325955"/>
                    <a:pt x="153916" y="326391"/>
                    <a:pt x="153852" y="326840"/>
                  </a:cubicBezTo>
                  <a:cubicBezTo>
                    <a:pt x="153361" y="327085"/>
                    <a:pt x="152870" y="327331"/>
                    <a:pt x="152364" y="327584"/>
                  </a:cubicBezTo>
                  <a:cubicBezTo>
                    <a:pt x="152177" y="329638"/>
                    <a:pt x="152085" y="331622"/>
                    <a:pt x="152056" y="333680"/>
                  </a:cubicBezTo>
                  <a:cubicBezTo>
                    <a:pt x="152041" y="334290"/>
                    <a:pt x="152027" y="334900"/>
                    <a:pt x="152012" y="335528"/>
                  </a:cubicBezTo>
                  <a:cubicBezTo>
                    <a:pt x="151967" y="337485"/>
                    <a:pt x="151933" y="339441"/>
                    <a:pt x="151899" y="341397"/>
                  </a:cubicBezTo>
                  <a:cubicBezTo>
                    <a:pt x="151870" y="342720"/>
                    <a:pt x="151841" y="344043"/>
                    <a:pt x="151811" y="345366"/>
                  </a:cubicBezTo>
                  <a:cubicBezTo>
                    <a:pt x="151740" y="348617"/>
                    <a:pt x="151677" y="351867"/>
                    <a:pt x="151620" y="355117"/>
                  </a:cubicBezTo>
                  <a:cubicBezTo>
                    <a:pt x="150883" y="355117"/>
                    <a:pt x="150146" y="355117"/>
                    <a:pt x="149387" y="355117"/>
                  </a:cubicBezTo>
                  <a:cubicBezTo>
                    <a:pt x="149142" y="361256"/>
                    <a:pt x="148896" y="367396"/>
                    <a:pt x="148643" y="373721"/>
                  </a:cubicBezTo>
                  <a:cubicBezTo>
                    <a:pt x="147906" y="373721"/>
                    <a:pt x="147170" y="373721"/>
                    <a:pt x="146411" y="373721"/>
                  </a:cubicBezTo>
                  <a:cubicBezTo>
                    <a:pt x="146396" y="374168"/>
                    <a:pt x="146381" y="374615"/>
                    <a:pt x="146366" y="375075"/>
                  </a:cubicBezTo>
                  <a:cubicBezTo>
                    <a:pt x="146295" y="377089"/>
                    <a:pt x="146214" y="379102"/>
                    <a:pt x="146132" y="381116"/>
                  </a:cubicBezTo>
                  <a:cubicBezTo>
                    <a:pt x="146109" y="381819"/>
                    <a:pt x="146086" y="382523"/>
                    <a:pt x="146062" y="383248"/>
                  </a:cubicBezTo>
                  <a:cubicBezTo>
                    <a:pt x="146033" y="383917"/>
                    <a:pt x="146004" y="384586"/>
                    <a:pt x="145975" y="385275"/>
                  </a:cubicBezTo>
                  <a:cubicBezTo>
                    <a:pt x="145951" y="385895"/>
                    <a:pt x="145928" y="386514"/>
                    <a:pt x="145904" y="387153"/>
                  </a:cubicBezTo>
                  <a:cubicBezTo>
                    <a:pt x="145825" y="387632"/>
                    <a:pt x="145747" y="388110"/>
                    <a:pt x="145666" y="388604"/>
                  </a:cubicBezTo>
                  <a:cubicBezTo>
                    <a:pt x="145175" y="388849"/>
                    <a:pt x="144684" y="389095"/>
                    <a:pt x="144178" y="389348"/>
                  </a:cubicBezTo>
                  <a:cubicBezTo>
                    <a:pt x="143957" y="392063"/>
                    <a:pt x="143868" y="394750"/>
                    <a:pt x="143822" y="397472"/>
                  </a:cubicBezTo>
                  <a:cubicBezTo>
                    <a:pt x="143769" y="398985"/>
                    <a:pt x="143610" y="400494"/>
                    <a:pt x="143434" y="401998"/>
                  </a:cubicBezTo>
                  <a:cubicBezTo>
                    <a:pt x="142697" y="402244"/>
                    <a:pt x="141961" y="402489"/>
                    <a:pt x="141202" y="402742"/>
                  </a:cubicBezTo>
                  <a:cubicBezTo>
                    <a:pt x="140847" y="405154"/>
                    <a:pt x="140847" y="405154"/>
                    <a:pt x="140830" y="407951"/>
                  </a:cubicBezTo>
                  <a:cubicBezTo>
                    <a:pt x="140760" y="410835"/>
                    <a:pt x="140760" y="410835"/>
                    <a:pt x="140457" y="413160"/>
                  </a:cubicBezTo>
                  <a:cubicBezTo>
                    <a:pt x="139721" y="413406"/>
                    <a:pt x="138984" y="413651"/>
                    <a:pt x="138225" y="413904"/>
                  </a:cubicBezTo>
                  <a:cubicBezTo>
                    <a:pt x="137785" y="416166"/>
                    <a:pt x="137785" y="416166"/>
                    <a:pt x="137713" y="418788"/>
                  </a:cubicBezTo>
                  <a:cubicBezTo>
                    <a:pt x="137640" y="420124"/>
                    <a:pt x="137640" y="420124"/>
                    <a:pt x="137565" y="421488"/>
                  </a:cubicBezTo>
                  <a:cubicBezTo>
                    <a:pt x="137537" y="422178"/>
                    <a:pt x="137510" y="422868"/>
                    <a:pt x="137481" y="423578"/>
                  </a:cubicBezTo>
                  <a:cubicBezTo>
                    <a:pt x="136744" y="423578"/>
                    <a:pt x="136008" y="423578"/>
                    <a:pt x="135248" y="423578"/>
                  </a:cubicBezTo>
                  <a:cubicBezTo>
                    <a:pt x="135274" y="424268"/>
                    <a:pt x="135300" y="424958"/>
                    <a:pt x="135327" y="425668"/>
                  </a:cubicBezTo>
                  <a:cubicBezTo>
                    <a:pt x="135347" y="426559"/>
                    <a:pt x="135367" y="427450"/>
                    <a:pt x="135388" y="428369"/>
                  </a:cubicBezTo>
                  <a:cubicBezTo>
                    <a:pt x="135414" y="429258"/>
                    <a:pt x="135440" y="430147"/>
                    <a:pt x="135467" y="431063"/>
                  </a:cubicBezTo>
                  <a:cubicBezTo>
                    <a:pt x="135395" y="431785"/>
                    <a:pt x="135323" y="432508"/>
                    <a:pt x="135248" y="433252"/>
                  </a:cubicBezTo>
                  <a:cubicBezTo>
                    <a:pt x="134512" y="433498"/>
                    <a:pt x="133775" y="433743"/>
                    <a:pt x="133016" y="433996"/>
                  </a:cubicBezTo>
                  <a:cubicBezTo>
                    <a:pt x="132577" y="435915"/>
                    <a:pt x="132577" y="435915"/>
                    <a:pt x="132504" y="438135"/>
                  </a:cubicBezTo>
                  <a:cubicBezTo>
                    <a:pt x="132456" y="438888"/>
                    <a:pt x="132407" y="439641"/>
                    <a:pt x="132356" y="440417"/>
                  </a:cubicBezTo>
                  <a:cubicBezTo>
                    <a:pt x="132328" y="441000"/>
                    <a:pt x="132301" y="441582"/>
                    <a:pt x="132272" y="442182"/>
                  </a:cubicBezTo>
                  <a:cubicBezTo>
                    <a:pt x="131781" y="442182"/>
                    <a:pt x="131290" y="442182"/>
                    <a:pt x="130784" y="442182"/>
                  </a:cubicBezTo>
                  <a:cubicBezTo>
                    <a:pt x="130319" y="443849"/>
                    <a:pt x="130319" y="443849"/>
                    <a:pt x="130040" y="445856"/>
                  </a:cubicBezTo>
                  <a:cubicBezTo>
                    <a:pt x="129714" y="447923"/>
                    <a:pt x="129714" y="447923"/>
                    <a:pt x="129295" y="449623"/>
                  </a:cubicBezTo>
                  <a:cubicBezTo>
                    <a:pt x="128804" y="449869"/>
                    <a:pt x="128313" y="450114"/>
                    <a:pt x="127807" y="450367"/>
                  </a:cubicBezTo>
                  <a:cubicBezTo>
                    <a:pt x="127459" y="452120"/>
                    <a:pt x="127459" y="452120"/>
                    <a:pt x="127342" y="454134"/>
                  </a:cubicBezTo>
                  <a:cubicBezTo>
                    <a:pt x="127286" y="454818"/>
                    <a:pt x="127231" y="455502"/>
                    <a:pt x="127173" y="456207"/>
                  </a:cubicBezTo>
                  <a:cubicBezTo>
                    <a:pt x="127137" y="456736"/>
                    <a:pt x="127100" y="457264"/>
                    <a:pt x="127063" y="457809"/>
                  </a:cubicBezTo>
                  <a:cubicBezTo>
                    <a:pt x="126326" y="457809"/>
                    <a:pt x="125590" y="457809"/>
                    <a:pt x="124831" y="457809"/>
                  </a:cubicBezTo>
                  <a:cubicBezTo>
                    <a:pt x="124585" y="460264"/>
                    <a:pt x="124339" y="462720"/>
                    <a:pt x="124086" y="465250"/>
                  </a:cubicBezTo>
                  <a:cubicBezTo>
                    <a:pt x="123350" y="465250"/>
                    <a:pt x="122613" y="465250"/>
                    <a:pt x="121854" y="465250"/>
                  </a:cubicBezTo>
                  <a:cubicBezTo>
                    <a:pt x="121608" y="467460"/>
                    <a:pt x="121363" y="469670"/>
                    <a:pt x="121110" y="471947"/>
                  </a:cubicBezTo>
                  <a:cubicBezTo>
                    <a:pt x="120373" y="471947"/>
                    <a:pt x="119636" y="471947"/>
                    <a:pt x="118877" y="471947"/>
                  </a:cubicBezTo>
                  <a:cubicBezTo>
                    <a:pt x="118903" y="472422"/>
                    <a:pt x="118929" y="472897"/>
                    <a:pt x="118956" y="473386"/>
                  </a:cubicBezTo>
                  <a:cubicBezTo>
                    <a:pt x="118976" y="474001"/>
                    <a:pt x="118996" y="474616"/>
                    <a:pt x="119017" y="475249"/>
                  </a:cubicBezTo>
                  <a:cubicBezTo>
                    <a:pt x="119043" y="475862"/>
                    <a:pt x="119069" y="476475"/>
                    <a:pt x="119095" y="477107"/>
                  </a:cubicBezTo>
                  <a:cubicBezTo>
                    <a:pt x="119023" y="477614"/>
                    <a:pt x="118952" y="478122"/>
                    <a:pt x="118877" y="478645"/>
                  </a:cubicBezTo>
                  <a:cubicBezTo>
                    <a:pt x="118141" y="478890"/>
                    <a:pt x="117404" y="479136"/>
                    <a:pt x="116645" y="479389"/>
                  </a:cubicBezTo>
                  <a:cubicBezTo>
                    <a:pt x="116093" y="482012"/>
                    <a:pt x="116093" y="482012"/>
                    <a:pt x="115901" y="484598"/>
                  </a:cubicBezTo>
                  <a:cubicBezTo>
                    <a:pt x="115164" y="484598"/>
                    <a:pt x="114427" y="484598"/>
                    <a:pt x="113668" y="484598"/>
                  </a:cubicBezTo>
                  <a:cubicBezTo>
                    <a:pt x="113423" y="486808"/>
                    <a:pt x="113177" y="489018"/>
                    <a:pt x="112924" y="491295"/>
                  </a:cubicBezTo>
                  <a:cubicBezTo>
                    <a:pt x="112188" y="491295"/>
                    <a:pt x="111451" y="491295"/>
                    <a:pt x="110692" y="491295"/>
                  </a:cubicBezTo>
                  <a:cubicBezTo>
                    <a:pt x="110738" y="492139"/>
                    <a:pt x="110784" y="492983"/>
                    <a:pt x="110831" y="493853"/>
                  </a:cubicBezTo>
                  <a:cubicBezTo>
                    <a:pt x="110785" y="494728"/>
                    <a:pt x="110739" y="495603"/>
                    <a:pt x="110692" y="496504"/>
                  </a:cubicBezTo>
                  <a:cubicBezTo>
                    <a:pt x="109955" y="496750"/>
                    <a:pt x="109218" y="496995"/>
                    <a:pt x="108459" y="497248"/>
                  </a:cubicBezTo>
                  <a:cubicBezTo>
                    <a:pt x="108206" y="498736"/>
                    <a:pt x="107958" y="500224"/>
                    <a:pt x="107715" y="501713"/>
                  </a:cubicBezTo>
                  <a:cubicBezTo>
                    <a:pt x="106979" y="502204"/>
                    <a:pt x="106242" y="502695"/>
                    <a:pt x="105483" y="503201"/>
                  </a:cubicBezTo>
                  <a:cubicBezTo>
                    <a:pt x="105210" y="504685"/>
                    <a:pt x="104961" y="506174"/>
                    <a:pt x="104739" y="507666"/>
                  </a:cubicBezTo>
                  <a:cubicBezTo>
                    <a:pt x="104248" y="507912"/>
                    <a:pt x="103756" y="508157"/>
                    <a:pt x="103250" y="508410"/>
                  </a:cubicBezTo>
                  <a:cubicBezTo>
                    <a:pt x="103005" y="509024"/>
                    <a:pt x="102759" y="509638"/>
                    <a:pt x="102506" y="510271"/>
                  </a:cubicBezTo>
                  <a:cubicBezTo>
                    <a:pt x="101762" y="512131"/>
                    <a:pt x="101762" y="512131"/>
                    <a:pt x="100274" y="512875"/>
                  </a:cubicBezTo>
                  <a:cubicBezTo>
                    <a:pt x="99971" y="514603"/>
                    <a:pt x="99720" y="516340"/>
                    <a:pt x="99530" y="518084"/>
                  </a:cubicBezTo>
                  <a:cubicBezTo>
                    <a:pt x="99039" y="518084"/>
                    <a:pt x="98547" y="518084"/>
                    <a:pt x="98041" y="518084"/>
                  </a:cubicBezTo>
                  <a:cubicBezTo>
                    <a:pt x="97811" y="518790"/>
                    <a:pt x="97581" y="519496"/>
                    <a:pt x="97344" y="520223"/>
                  </a:cubicBezTo>
                  <a:cubicBezTo>
                    <a:pt x="96553" y="522549"/>
                    <a:pt x="96553" y="522549"/>
                    <a:pt x="94321" y="524037"/>
                  </a:cubicBezTo>
                  <a:cubicBezTo>
                    <a:pt x="94060" y="524559"/>
                    <a:pt x="93799" y="525081"/>
                    <a:pt x="93530" y="525618"/>
                  </a:cubicBezTo>
                  <a:cubicBezTo>
                    <a:pt x="93185" y="526309"/>
                    <a:pt x="93185" y="526309"/>
                    <a:pt x="92832" y="527014"/>
                  </a:cubicBezTo>
                  <a:cubicBezTo>
                    <a:pt x="92341" y="527014"/>
                    <a:pt x="91850" y="527014"/>
                    <a:pt x="91344" y="527014"/>
                  </a:cubicBezTo>
                  <a:cubicBezTo>
                    <a:pt x="91413" y="528050"/>
                    <a:pt x="91413" y="528050"/>
                    <a:pt x="91484" y="529107"/>
                  </a:cubicBezTo>
                  <a:cubicBezTo>
                    <a:pt x="91344" y="531479"/>
                    <a:pt x="91344" y="531479"/>
                    <a:pt x="90321" y="532688"/>
                  </a:cubicBezTo>
                  <a:cubicBezTo>
                    <a:pt x="89922" y="533025"/>
                    <a:pt x="89523" y="533363"/>
                    <a:pt x="89112" y="533711"/>
                  </a:cubicBezTo>
                  <a:cubicBezTo>
                    <a:pt x="88851" y="534233"/>
                    <a:pt x="88590" y="534755"/>
                    <a:pt x="88321" y="535292"/>
                  </a:cubicBezTo>
                  <a:cubicBezTo>
                    <a:pt x="87623" y="536688"/>
                    <a:pt x="87623" y="536688"/>
                    <a:pt x="86135" y="537432"/>
                  </a:cubicBezTo>
                  <a:cubicBezTo>
                    <a:pt x="86012" y="537923"/>
                    <a:pt x="85890" y="538414"/>
                    <a:pt x="85763" y="538920"/>
                  </a:cubicBezTo>
                  <a:cubicBezTo>
                    <a:pt x="85640" y="539411"/>
                    <a:pt x="85518" y="539902"/>
                    <a:pt x="85391" y="540408"/>
                  </a:cubicBezTo>
                  <a:cubicBezTo>
                    <a:pt x="84900" y="540654"/>
                    <a:pt x="84409" y="540899"/>
                    <a:pt x="83903" y="541152"/>
                  </a:cubicBezTo>
                  <a:cubicBezTo>
                    <a:pt x="83795" y="541659"/>
                    <a:pt x="83688" y="542165"/>
                    <a:pt x="83577" y="542687"/>
                  </a:cubicBezTo>
                  <a:cubicBezTo>
                    <a:pt x="83370" y="543401"/>
                    <a:pt x="83370" y="543401"/>
                    <a:pt x="83159" y="544129"/>
                  </a:cubicBezTo>
                  <a:cubicBezTo>
                    <a:pt x="82422" y="544129"/>
                    <a:pt x="81685" y="544129"/>
                    <a:pt x="80926" y="544129"/>
                  </a:cubicBezTo>
                  <a:cubicBezTo>
                    <a:pt x="80642" y="545361"/>
                    <a:pt x="80395" y="546603"/>
                    <a:pt x="80182" y="547850"/>
                  </a:cubicBezTo>
                  <a:cubicBezTo>
                    <a:pt x="79691" y="548095"/>
                    <a:pt x="79200" y="548341"/>
                    <a:pt x="78694" y="548594"/>
                  </a:cubicBezTo>
                  <a:cubicBezTo>
                    <a:pt x="78177" y="549873"/>
                    <a:pt x="77661" y="551152"/>
                    <a:pt x="77150" y="552434"/>
                  </a:cubicBezTo>
                  <a:cubicBezTo>
                    <a:pt x="76101" y="554519"/>
                    <a:pt x="74399" y="555908"/>
                    <a:pt x="72741" y="557523"/>
                  </a:cubicBezTo>
                  <a:cubicBezTo>
                    <a:pt x="72467" y="558509"/>
                    <a:pt x="72211" y="559500"/>
                    <a:pt x="71997" y="560500"/>
                  </a:cubicBezTo>
                  <a:cubicBezTo>
                    <a:pt x="71260" y="560746"/>
                    <a:pt x="70523" y="560991"/>
                    <a:pt x="69764" y="561244"/>
                  </a:cubicBezTo>
                  <a:cubicBezTo>
                    <a:pt x="69244" y="562224"/>
                    <a:pt x="68747" y="563216"/>
                    <a:pt x="68276" y="564221"/>
                  </a:cubicBezTo>
                  <a:cubicBezTo>
                    <a:pt x="67785" y="564466"/>
                    <a:pt x="67294" y="564712"/>
                    <a:pt x="66788" y="564965"/>
                  </a:cubicBezTo>
                  <a:cubicBezTo>
                    <a:pt x="66542" y="565702"/>
                    <a:pt x="66296" y="566438"/>
                    <a:pt x="66043" y="567197"/>
                  </a:cubicBezTo>
                  <a:cubicBezTo>
                    <a:pt x="65552" y="567443"/>
                    <a:pt x="65061" y="567688"/>
                    <a:pt x="64555" y="567941"/>
                  </a:cubicBezTo>
                  <a:cubicBezTo>
                    <a:pt x="64310" y="568433"/>
                    <a:pt x="64064" y="568924"/>
                    <a:pt x="63811" y="569430"/>
                  </a:cubicBezTo>
                  <a:cubicBezTo>
                    <a:pt x="63067" y="570918"/>
                    <a:pt x="63067" y="570918"/>
                    <a:pt x="61579" y="571662"/>
                  </a:cubicBezTo>
                  <a:cubicBezTo>
                    <a:pt x="61495" y="572165"/>
                    <a:pt x="61412" y="572667"/>
                    <a:pt x="61326" y="573185"/>
                  </a:cubicBezTo>
                  <a:cubicBezTo>
                    <a:pt x="61083" y="573905"/>
                    <a:pt x="61083" y="573905"/>
                    <a:pt x="60834" y="574639"/>
                  </a:cubicBezTo>
                  <a:cubicBezTo>
                    <a:pt x="59297" y="574929"/>
                    <a:pt x="59297" y="574929"/>
                    <a:pt x="57439" y="574825"/>
                  </a:cubicBezTo>
                  <a:cubicBezTo>
                    <a:pt x="56824" y="574798"/>
                    <a:pt x="56210" y="574771"/>
                    <a:pt x="55576" y="574743"/>
                  </a:cubicBezTo>
                  <a:cubicBezTo>
                    <a:pt x="54864" y="574692"/>
                    <a:pt x="54864" y="574692"/>
                    <a:pt x="54137" y="574639"/>
                  </a:cubicBezTo>
                  <a:cubicBezTo>
                    <a:pt x="54137" y="573656"/>
                    <a:pt x="54137" y="572674"/>
                    <a:pt x="54137" y="571662"/>
                  </a:cubicBezTo>
                  <a:cubicBezTo>
                    <a:pt x="52871" y="571777"/>
                    <a:pt x="52871" y="571777"/>
                    <a:pt x="51579" y="571895"/>
                  </a:cubicBezTo>
                  <a:cubicBezTo>
                    <a:pt x="50704" y="571818"/>
                    <a:pt x="49830" y="571741"/>
                    <a:pt x="48928" y="571662"/>
                  </a:cubicBezTo>
                  <a:cubicBezTo>
                    <a:pt x="48821" y="571048"/>
                    <a:pt x="48713" y="570434"/>
                    <a:pt x="48603" y="569802"/>
                  </a:cubicBezTo>
                  <a:cubicBezTo>
                    <a:pt x="48464" y="569188"/>
                    <a:pt x="48326" y="568574"/>
                    <a:pt x="48184" y="567941"/>
                  </a:cubicBezTo>
                  <a:cubicBezTo>
                    <a:pt x="46123" y="567565"/>
                    <a:pt x="44343" y="567774"/>
                    <a:pt x="42231" y="567941"/>
                  </a:cubicBezTo>
                  <a:cubicBezTo>
                    <a:pt x="42231" y="567205"/>
                    <a:pt x="42231" y="566468"/>
                    <a:pt x="42231" y="565709"/>
                  </a:cubicBezTo>
                  <a:cubicBezTo>
                    <a:pt x="40915" y="565186"/>
                    <a:pt x="40915" y="565186"/>
                    <a:pt x="39301" y="564965"/>
                  </a:cubicBezTo>
                  <a:cubicBezTo>
                    <a:pt x="37653" y="564686"/>
                    <a:pt x="37653" y="564686"/>
                    <a:pt x="36278" y="564221"/>
                  </a:cubicBezTo>
                  <a:cubicBezTo>
                    <a:pt x="35909" y="563116"/>
                    <a:pt x="35909" y="563116"/>
                    <a:pt x="35534" y="561988"/>
                  </a:cubicBezTo>
                  <a:cubicBezTo>
                    <a:pt x="34148" y="561665"/>
                    <a:pt x="34148" y="561665"/>
                    <a:pt x="32557" y="561663"/>
                  </a:cubicBezTo>
                  <a:cubicBezTo>
                    <a:pt x="30909" y="561526"/>
                    <a:pt x="30909" y="561526"/>
                    <a:pt x="29581" y="561244"/>
                  </a:cubicBezTo>
                  <a:cubicBezTo>
                    <a:pt x="29304" y="560260"/>
                    <a:pt x="29055" y="559267"/>
                    <a:pt x="28836" y="558268"/>
                  </a:cubicBezTo>
                  <a:cubicBezTo>
                    <a:pt x="27105" y="557989"/>
                    <a:pt x="25368" y="557741"/>
                    <a:pt x="23627" y="557523"/>
                  </a:cubicBezTo>
                  <a:cubicBezTo>
                    <a:pt x="23382" y="556787"/>
                    <a:pt x="23136" y="556050"/>
                    <a:pt x="22883" y="555291"/>
                  </a:cubicBezTo>
                  <a:cubicBezTo>
                    <a:pt x="22039" y="555184"/>
                    <a:pt x="21195" y="555076"/>
                    <a:pt x="20325" y="554965"/>
                  </a:cubicBezTo>
                  <a:cubicBezTo>
                    <a:pt x="19450" y="554827"/>
                    <a:pt x="18576" y="554689"/>
                    <a:pt x="17674" y="554547"/>
                  </a:cubicBezTo>
                  <a:cubicBezTo>
                    <a:pt x="17165" y="553561"/>
                    <a:pt x="16670" y="552569"/>
                    <a:pt x="16186" y="551570"/>
                  </a:cubicBezTo>
                  <a:cubicBezTo>
                    <a:pt x="13547" y="550604"/>
                    <a:pt x="13547" y="550604"/>
                    <a:pt x="10977" y="550082"/>
                  </a:cubicBezTo>
                  <a:cubicBezTo>
                    <a:pt x="11835" y="542728"/>
                    <a:pt x="11835" y="542728"/>
                    <a:pt x="12465" y="541152"/>
                  </a:cubicBezTo>
                  <a:cubicBezTo>
                    <a:pt x="13202" y="540907"/>
                    <a:pt x="13939" y="540661"/>
                    <a:pt x="14698" y="540408"/>
                  </a:cubicBezTo>
                  <a:cubicBezTo>
                    <a:pt x="14975" y="539424"/>
                    <a:pt x="15223" y="538431"/>
                    <a:pt x="15442" y="537432"/>
                  </a:cubicBezTo>
                  <a:cubicBezTo>
                    <a:pt x="15933" y="537186"/>
                    <a:pt x="16424" y="536941"/>
                    <a:pt x="16930" y="536688"/>
                  </a:cubicBezTo>
                  <a:cubicBezTo>
                    <a:pt x="17176" y="536196"/>
                    <a:pt x="17421" y="535705"/>
                    <a:pt x="17674" y="535199"/>
                  </a:cubicBezTo>
                  <a:cubicBezTo>
                    <a:pt x="18418" y="533711"/>
                    <a:pt x="18418" y="533711"/>
                    <a:pt x="19907" y="532967"/>
                  </a:cubicBezTo>
                  <a:cubicBezTo>
                    <a:pt x="20123" y="532422"/>
                    <a:pt x="20338" y="531877"/>
                    <a:pt x="20561" y="531316"/>
                  </a:cubicBezTo>
                  <a:cubicBezTo>
                    <a:pt x="21517" y="528944"/>
                    <a:pt x="22787" y="527193"/>
                    <a:pt x="24325" y="525153"/>
                  </a:cubicBezTo>
                  <a:cubicBezTo>
                    <a:pt x="25843" y="523133"/>
                    <a:pt x="27283" y="521172"/>
                    <a:pt x="28560" y="518991"/>
                  </a:cubicBezTo>
                  <a:cubicBezTo>
                    <a:pt x="29581" y="517340"/>
                    <a:pt x="29581" y="517340"/>
                    <a:pt x="31069" y="516596"/>
                  </a:cubicBezTo>
                  <a:cubicBezTo>
                    <a:pt x="31053" y="515982"/>
                    <a:pt x="31038" y="515368"/>
                    <a:pt x="31022" y="514735"/>
                  </a:cubicBezTo>
                  <a:cubicBezTo>
                    <a:pt x="31038" y="514121"/>
                    <a:pt x="31053" y="513508"/>
                    <a:pt x="31069" y="512875"/>
                  </a:cubicBezTo>
                  <a:cubicBezTo>
                    <a:pt x="31805" y="512629"/>
                    <a:pt x="32542" y="512384"/>
                    <a:pt x="33301" y="512131"/>
                  </a:cubicBezTo>
                  <a:cubicBezTo>
                    <a:pt x="33813" y="510897"/>
                    <a:pt x="34310" y="509657"/>
                    <a:pt x="34790" y="508410"/>
                  </a:cubicBezTo>
                  <a:cubicBezTo>
                    <a:pt x="35281" y="508410"/>
                    <a:pt x="35772" y="508410"/>
                    <a:pt x="36278" y="508410"/>
                  </a:cubicBezTo>
                  <a:cubicBezTo>
                    <a:pt x="36523" y="506937"/>
                    <a:pt x="36769" y="505463"/>
                    <a:pt x="37022" y="503945"/>
                  </a:cubicBezTo>
                  <a:cubicBezTo>
                    <a:pt x="37759" y="503945"/>
                    <a:pt x="38495" y="503945"/>
                    <a:pt x="39254" y="503945"/>
                  </a:cubicBezTo>
                  <a:cubicBezTo>
                    <a:pt x="39185" y="502863"/>
                    <a:pt x="39185" y="502863"/>
                    <a:pt x="39115" y="501759"/>
                  </a:cubicBezTo>
                  <a:cubicBezTo>
                    <a:pt x="39161" y="501007"/>
                    <a:pt x="39207" y="500255"/>
                    <a:pt x="39254" y="499481"/>
                  </a:cubicBezTo>
                  <a:cubicBezTo>
                    <a:pt x="39991" y="499235"/>
                    <a:pt x="40728" y="498989"/>
                    <a:pt x="41487" y="498736"/>
                  </a:cubicBezTo>
                  <a:cubicBezTo>
                    <a:pt x="42001" y="497254"/>
                    <a:pt x="42498" y="495766"/>
                    <a:pt x="42975" y="494272"/>
                  </a:cubicBezTo>
                  <a:cubicBezTo>
                    <a:pt x="43466" y="494272"/>
                    <a:pt x="43957" y="494272"/>
                    <a:pt x="44463" y="494272"/>
                  </a:cubicBezTo>
                  <a:cubicBezTo>
                    <a:pt x="44709" y="492798"/>
                    <a:pt x="44954" y="491325"/>
                    <a:pt x="45207" y="489807"/>
                  </a:cubicBezTo>
                  <a:cubicBezTo>
                    <a:pt x="45944" y="489807"/>
                    <a:pt x="46681" y="489807"/>
                    <a:pt x="47440" y="489807"/>
                  </a:cubicBezTo>
                  <a:cubicBezTo>
                    <a:pt x="47371" y="488771"/>
                    <a:pt x="47371" y="488771"/>
                    <a:pt x="47300" y="487714"/>
                  </a:cubicBezTo>
                  <a:cubicBezTo>
                    <a:pt x="47462" y="484959"/>
                    <a:pt x="47809" y="484899"/>
                    <a:pt x="49672" y="483109"/>
                  </a:cubicBezTo>
                  <a:cubicBezTo>
                    <a:pt x="50213" y="480796"/>
                    <a:pt x="50213" y="480796"/>
                    <a:pt x="50416" y="478645"/>
                  </a:cubicBezTo>
                  <a:cubicBezTo>
                    <a:pt x="51153" y="478645"/>
                    <a:pt x="51890" y="478645"/>
                    <a:pt x="52649" y="478645"/>
                  </a:cubicBezTo>
                  <a:cubicBezTo>
                    <a:pt x="52894" y="476926"/>
                    <a:pt x="53140" y="475207"/>
                    <a:pt x="53393" y="473436"/>
                  </a:cubicBezTo>
                  <a:cubicBezTo>
                    <a:pt x="54130" y="473436"/>
                    <a:pt x="54866" y="473436"/>
                    <a:pt x="55625" y="473436"/>
                  </a:cubicBezTo>
                  <a:cubicBezTo>
                    <a:pt x="55579" y="472469"/>
                    <a:pt x="55533" y="471502"/>
                    <a:pt x="55486" y="470506"/>
                  </a:cubicBezTo>
                  <a:cubicBezTo>
                    <a:pt x="55407" y="468857"/>
                    <a:pt x="55407" y="468857"/>
                    <a:pt x="55625" y="467482"/>
                  </a:cubicBezTo>
                  <a:cubicBezTo>
                    <a:pt x="56362" y="467237"/>
                    <a:pt x="57099" y="466991"/>
                    <a:pt x="57858" y="466738"/>
                  </a:cubicBezTo>
                  <a:cubicBezTo>
                    <a:pt x="58410" y="464115"/>
                    <a:pt x="58410" y="464115"/>
                    <a:pt x="58602" y="461529"/>
                  </a:cubicBezTo>
                  <a:cubicBezTo>
                    <a:pt x="59093" y="461529"/>
                    <a:pt x="59584" y="461529"/>
                    <a:pt x="60090" y="461529"/>
                  </a:cubicBezTo>
                  <a:cubicBezTo>
                    <a:pt x="60553" y="459995"/>
                    <a:pt x="60805" y="458456"/>
                    <a:pt x="61087" y="456878"/>
                  </a:cubicBezTo>
                  <a:cubicBezTo>
                    <a:pt x="61330" y="456234"/>
                    <a:pt x="61330" y="456234"/>
                    <a:pt x="61579" y="455576"/>
                  </a:cubicBezTo>
                  <a:cubicBezTo>
                    <a:pt x="62315" y="455576"/>
                    <a:pt x="63052" y="455576"/>
                    <a:pt x="63811" y="455576"/>
                  </a:cubicBezTo>
                  <a:cubicBezTo>
                    <a:pt x="63772" y="454864"/>
                    <a:pt x="63772" y="454864"/>
                    <a:pt x="63733" y="454137"/>
                  </a:cubicBezTo>
                  <a:cubicBezTo>
                    <a:pt x="63712" y="453522"/>
                    <a:pt x="63692" y="452908"/>
                    <a:pt x="63671" y="452274"/>
                  </a:cubicBezTo>
                  <a:cubicBezTo>
                    <a:pt x="63646" y="451661"/>
                    <a:pt x="63620" y="451048"/>
                    <a:pt x="63593" y="450417"/>
                  </a:cubicBezTo>
                  <a:cubicBezTo>
                    <a:pt x="63665" y="449909"/>
                    <a:pt x="63737" y="449402"/>
                    <a:pt x="63811" y="448879"/>
                  </a:cubicBezTo>
                  <a:cubicBezTo>
                    <a:pt x="64548" y="448633"/>
                    <a:pt x="65284" y="448388"/>
                    <a:pt x="66043" y="448135"/>
                  </a:cubicBezTo>
                  <a:cubicBezTo>
                    <a:pt x="66479" y="446731"/>
                    <a:pt x="66479" y="446731"/>
                    <a:pt x="66555" y="445112"/>
                  </a:cubicBezTo>
                  <a:cubicBezTo>
                    <a:pt x="66632" y="444145"/>
                    <a:pt x="66708" y="443178"/>
                    <a:pt x="66788" y="442182"/>
                  </a:cubicBezTo>
                  <a:cubicBezTo>
                    <a:pt x="67524" y="442182"/>
                    <a:pt x="68261" y="442182"/>
                    <a:pt x="69020" y="442182"/>
                  </a:cubicBezTo>
                  <a:cubicBezTo>
                    <a:pt x="69056" y="441653"/>
                    <a:pt x="69093" y="441125"/>
                    <a:pt x="69130" y="440580"/>
                  </a:cubicBezTo>
                  <a:cubicBezTo>
                    <a:pt x="69186" y="439896"/>
                    <a:pt x="69242" y="439212"/>
                    <a:pt x="69299" y="438507"/>
                  </a:cubicBezTo>
                  <a:cubicBezTo>
                    <a:pt x="69351" y="437825"/>
                    <a:pt x="69403" y="437143"/>
                    <a:pt x="69456" y="436441"/>
                  </a:cubicBezTo>
                  <a:cubicBezTo>
                    <a:pt x="69558" y="435880"/>
                    <a:pt x="69659" y="435318"/>
                    <a:pt x="69764" y="434740"/>
                  </a:cubicBezTo>
                  <a:cubicBezTo>
                    <a:pt x="70255" y="434495"/>
                    <a:pt x="70746" y="434249"/>
                    <a:pt x="71252" y="433996"/>
                  </a:cubicBezTo>
                  <a:cubicBezTo>
                    <a:pt x="71516" y="432073"/>
                    <a:pt x="71583" y="430168"/>
                    <a:pt x="71668" y="428229"/>
                  </a:cubicBezTo>
                  <a:cubicBezTo>
                    <a:pt x="71776" y="427677"/>
                    <a:pt x="71885" y="427124"/>
                    <a:pt x="71997" y="426555"/>
                  </a:cubicBezTo>
                  <a:cubicBezTo>
                    <a:pt x="72733" y="426309"/>
                    <a:pt x="73470" y="426064"/>
                    <a:pt x="74229" y="425811"/>
                  </a:cubicBezTo>
                  <a:cubicBezTo>
                    <a:pt x="74667" y="424063"/>
                    <a:pt x="74667" y="424063"/>
                    <a:pt x="74741" y="422043"/>
                  </a:cubicBezTo>
                  <a:cubicBezTo>
                    <a:pt x="74789" y="421359"/>
                    <a:pt x="74838" y="420676"/>
                    <a:pt x="74889" y="419971"/>
                  </a:cubicBezTo>
                  <a:cubicBezTo>
                    <a:pt x="74917" y="419442"/>
                    <a:pt x="74944" y="418914"/>
                    <a:pt x="74973" y="418369"/>
                  </a:cubicBezTo>
                  <a:cubicBezTo>
                    <a:pt x="75710" y="418369"/>
                    <a:pt x="76446" y="418369"/>
                    <a:pt x="77206" y="418369"/>
                  </a:cubicBezTo>
                  <a:cubicBezTo>
                    <a:pt x="77451" y="415177"/>
                    <a:pt x="77697" y="411984"/>
                    <a:pt x="77950" y="408695"/>
                  </a:cubicBezTo>
                  <a:cubicBezTo>
                    <a:pt x="78686" y="408695"/>
                    <a:pt x="79423" y="408695"/>
                    <a:pt x="80182" y="408695"/>
                  </a:cubicBezTo>
                  <a:cubicBezTo>
                    <a:pt x="80182" y="405257"/>
                    <a:pt x="80182" y="401820"/>
                    <a:pt x="80182" y="398277"/>
                  </a:cubicBezTo>
                  <a:cubicBezTo>
                    <a:pt x="81164" y="398277"/>
                    <a:pt x="82147" y="398277"/>
                    <a:pt x="83159" y="398277"/>
                  </a:cubicBezTo>
                  <a:cubicBezTo>
                    <a:pt x="83159" y="394839"/>
                    <a:pt x="83159" y="391402"/>
                    <a:pt x="83159" y="387859"/>
                  </a:cubicBezTo>
                  <a:cubicBezTo>
                    <a:pt x="83895" y="387859"/>
                    <a:pt x="84632" y="387859"/>
                    <a:pt x="85391" y="387859"/>
                  </a:cubicBezTo>
                  <a:cubicBezTo>
                    <a:pt x="85446" y="386503"/>
                    <a:pt x="85446" y="386503"/>
                    <a:pt x="85502" y="385118"/>
                  </a:cubicBezTo>
                  <a:cubicBezTo>
                    <a:pt x="85557" y="383939"/>
                    <a:pt x="85614" y="382760"/>
                    <a:pt x="85670" y="381581"/>
                  </a:cubicBezTo>
                  <a:cubicBezTo>
                    <a:pt x="85693" y="380984"/>
                    <a:pt x="85716" y="380386"/>
                    <a:pt x="85740" y="379771"/>
                  </a:cubicBezTo>
                  <a:cubicBezTo>
                    <a:pt x="85817" y="378247"/>
                    <a:pt x="85971" y="376727"/>
                    <a:pt x="86135" y="375209"/>
                  </a:cubicBezTo>
                  <a:cubicBezTo>
                    <a:pt x="86626" y="374963"/>
                    <a:pt x="87117" y="374718"/>
                    <a:pt x="87623" y="374465"/>
                  </a:cubicBezTo>
                  <a:cubicBezTo>
                    <a:pt x="87865" y="372973"/>
                    <a:pt x="87865" y="372973"/>
                    <a:pt x="87853" y="371189"/>
                  </a:cubicBezTo>
                  <a:cubicBezTo>
                    <a:pt x="87872" y="370527"/>
                    <a:pt x="87891" y="369864"/>
                    <a:pt x="87910" y="369182"/>
                  </a:cubicBezTo>
                  <a:cubicBezTo>
                    <a:pt x="87936" y="367777"/>
                    <a:pt x="87959" y="366372"/>
                    <a:pt x="87980" y="364967"/>
                  </a:cubicBezTo>
                  <a:cubicBezTo>
                    <a:pt x="87999" y="364304"/>
                    <a:pt x="88019" y="363640"/>
                    <a:pt x="88039" y="362957"/>
                  </a:cubicBezTo>
                  <a:cubicBezTo>
                    <a:pt x="88049" y="362346"/>
                    <a:pt x="88059" y="361735"/>
                    <a:pt x="88070" y="361105"/>
                  </a:cubicBezTo>
                  <a:cubicBezTo>
                    <a:pt x="88168" y="360603"/>
                    <a:pt x="88266" y="360100"/>
                    <a:pt x="88368" y="359582"/>
                  </a:cubicBezTo>
                  <a:cubicBezTo>
                    <a:pt x="89104" y="359091"/>
                    <a:pt x="89841" y="358600"/>
                    <a:pt x="90600" y="358094"/>
                  </a:cubicBezTo>
                  <a:cubicBezTo>
                    <a:pt x="90944" y="355942"/>
                    <a:pt x="90944" y="355942"/>
                    <a:pt x="90902" y="353417"/>
                  </a:cubicBezTo>
                  <a:cubicBezTo>
                    <a:pt x="90927" y="352019"/>
                    <a:pt x="90927" y="352019"/>
                    <a:pt x="90952" y="350593"/>
                  </a:cubicBezTo>
                  <a:cubicBezTo>
                    <a:pt x="90965" y="348614"/>
                    <a:pt x="90979" y="346636"/>
                    <a:pt x="90992" y="344657"/>
                  </a:cubicBezTo>
                  <a:cubicBezTo>
                    <a:pt x="91017" y="343261"/>
                    <a:pt x="91017" y="343261"/>
                    <a:pt x="91042" y="341836"/>
                  </a:cubicBezTo>
                  <a:cubicBezTo>
                    <a:pt x="91047" y="340977"/>
                    <a:pt x="91052" y="340117"/>
                    <a:pt x="91058" y="339231"/>
                  </a:cubicBezTo>
                  <a:cubicBezTo>
                    <a:pt x="91152" y="338580"/>
                    <a:pt x="91247" y="337929"/>
                    <a:pt x="91344" y="337258"/>
                  </a:cubicBezTo>
                  <a:cubicBezTo>
                    <a:pt x="92081" y="337012"/>
                    <a:pt x="92818" y="336767"/>
                    <a:pt x="93577" y="336514"/>
                  </a:cubicBezTo>
                  <a:cubicBezTo>
                    <a:pt x="93917" y="334809"/>
                    <a:pt x="93917" y="334809"/>
                    <a:pt x="93855" y="332710"/>
                  </a:cubicBezTo>
                  <a:cubicBezTo>
                    <a:pt x="93860" y="331886"/>
                    <a:pt x="93866" y="331062"/>
                    <a:pt x="93871" y="330212"/>
                  </a:cubicBezTo>
                  <a:cubicBezTo>
                    <a:pt x="93865" y="329300"/>
                    <a:pt x="93860" y="328388"/>
                    <a:pt x="93854" y="327448"/>
                  </a:cubicBezTo>
                  <a:cubicBezTo>
                    <a:pt x="93856" y="326493"/>
                    <a:pt x="93859" y="325539"/>
                    <a:pt x="93862" y="324555"/>
                  </a:cubicBezTo>
                  <a:cubicBezTo>
                    <a:pt x="93869" y="321929"/>
                    <a:pt x="93862" y="319303"/>
                    <a:pt x="93852" y="316677"/>
                  </a:cubicBezTo>
                  <a:cubicBezTo>
                    <a:pt x="93844" y="313933"/>
                    <a:pt x="93847" y="311189"/>
                    <a:pt x="93848" y="308445"/>
                  </a:cubicBezTo>
                  <a:cubicBezTo>
                    <a:pt x="93849" y="303834"/>
                    <a:pt x="93840" y="299224"/>
                    <a:pt x="93827" y="294613"/>
                  </a:cubicBezTo>
                  <a:cubicBezTo>
                    <a:pt x="93811" y="289280"/>
                    <a:pt x="93808" y="283947"/>
                    <a:pt x="93813" y="278614"/>
                  </a:cubicBezTo>
                  <a:cubicBezTo>
                    <a:pt x="93817" y="273490"/>
                    <a:pt x="93813" y="268365"/>
                    <a:pt x="93805" y="263241"/>
                  </a:cubicBezTo>
                  <a:cubicBezTo>
                    <a:pt x="93801" y="261058"/>
                    <a:pt x="93801" y="258875"/>
                    <a:pt x="93802" y="256692"/>
                  </a:cubicBezTo>
                  <a:cubicBezTo>
                    <a:pt x="93804" y="253643"/>
                    <a:pt x="93793" y="250594"/>
                    <a:pt x="93781" y="247546"/>
                  </a:cubicBezTo>
                  <a:cubicBezTo>
                    <a:pt x="93783" y="246636"/>
                    <a:pt x="93785" y="245727"/>
                    <a:pt x="93787" y="244790"/>
                  </a:cubicBezTo>
                  <a:cubicBezTo>
                    <a:pt x="93781" y="243962"/>
                    <a:pt x="93776" y="243133"/>
                    <a:pt x="93771" y="242280"/>
                  </a:cubicBezTo>
                  <a:cubicBezTo>
                    <a:pt x="93769" y="241558"/>
                    <a:pt x="93768" y="240837"/>
                    <a:pt x="93766" y="240094"/>
                  </a:cubicBezTo>
                  <a:cubicBezTo>
                    <a:pt x="93698" y="238094"/>
                    <a:pt x="93698" y="238094"/>
                    <a:pt x="92088" y="236055"/>
                  </a:cubicBezTo>
                  <a:cubicBezTo>
                    <a:pt x="91843" y="236055"/>
                    <a:pt x="91597" y="236055"/>
                    <a:pt x="91344" y="236055"/>
                  </a:cubicBezTo>
                  <a:cubicBezTo>
                    <a:pt x="91333" y="235427"/>
                    <a:pt x="91322" y="234800"/>
                    <a:pt x="91311" y="234154"/>
                  </a:cubicBezTo>
                  <a:cubicBezTo>
                    <a:pt x="91266" y="231833"/>
                    <a:pt x="91211" y="229514"/>
                    <a:pt x="91149" y="227194"/>
                  </a:cubicBezTo>
                  <a:cubicBezTo>
                    <a:pt x="91124" y="226188"/>
                    <a:pt x="91103" y="225183"/>
                    <a:pt x="91086" y="224177"/>
                  </a:cubicBezTo>
                  <a:cubicBezTo>
                    <a:pt x="91062" y="222734"/>
                    <a:pt x="91021" y="221292"/>
                    <a:pt x="90981" y="219849"/>
                  </a:cubicBezTo>
                  <a:cubicBezTo>
                    <a:pt x="90961" y="218980"/>
                    <a:pt x="90942" y="218111"/>
                    <a:pt x="90922" y="217216"/>
                  </a:cubicBezTo>
                  <a:cubicBezTo>
                    <a:pt x="90816" y="216557"/>
                    <a:pt x="90709" y="215898"/>
                    <a:pt x="90600" y="215219"/>
                  </a:cubicBezTo>
                  <a:cubicBezTo>
                    <a:pt x="89863" y="214973"/>
                    <a:pt x="89127" y="214728"/>
                    <a:pt x="88368" y="214475"/>
                  </a:cubicBezTo>
                  <a:cubicBezTo>
                    <a:pt x="88070" y="213104"/>
                    <a:pt x="88070" y="213104"/>
                    <a:pt x="88039" y="211335"/>
                  </a:cubicBezTo>
                  <a:cubicBezTo>
                    <a:pt x="88010" y="210387"/>
                    <a:pt x="88010" y="210387"/>
                    <a:pt x="87980" y="209420"/>
                  </a:cubicBezTo>
                  <a:cubicBezTo>
                    <a:pt x="87969" y="208755"/>
                    <a:pt x="87959" y="208090"/>
                    <a:pt x="87949" y="207405"/>
                  </a:cubicBezTo>
                  <a:cubicBezTo>
                    <a:pt x="87924" y="206095"/>
                    <a:pt x="87892" y="204785"/>
                    <a:pt x="87853" y="203475"/>
                  </a:cubicBezTo>
                  <a:cubicBezTo>
                    <a:pt x="87839" y="202600"/>
                    <a:pt x="87839" y="202600"/>
                    <a:pt x="87825" y="201707"/>
                  </a:cubicBezTo>
                  <a:cubicBezTo>
                    <a:pt x="87759" y="201254"/>
                    <a:pt x="87692" y="200802"/>
                    <a:pt x="87623" y="200336"/>
                  </a:cubicBezTo>
                  <a:cubicBezTo>
                    <a:pt x="87132" y="200090"/>
                    <a:pt x="86641" y="199845"/>
                    <a:pt x="86135" y="199592"/>
                  </a:cubicBezTo>
                  <a:cubicBezTo>
                    <a:pt x="85942" y="197729"/>
                    <a:pt x="85822" y="195925"/>
                    <a:pt x="85763" y="194057"/>
                  </a:cubicBezTo>
                  <a:cubicBezTo>
                    <a:pt x="85845" y="190139"/>
                    <a:pt x="85845" y="190139"/>
                    <a:pt x="83903" y="186941"/>
                  </a:cubicBezTo>
                  <a:cubicBezTo>
                    <a:pt x="83657" y="186941"/>
                    <a:pt x="83412" y="186941"/>
                    <a:pt x="83159" y="186941"/>
                  </a:cubicBezTo>
                  <a:cubicBezTo>
                    <a:pt x="82913" y="183012"/>
                    <a:pt x="82668" y="179083"/>
                    <a:pt x="82415" y="175035"/>
                  </a:cubicBezTo>
                  <a:cubicBezTo>
                    <a:pt x="81678" y="175035"/>
                    <a:pt x="80941" y="175035"/>
                    <a:pt x="80182" y="175035"/>
                  </a:cubicBezTo>
                  <a:cubicBezTo>
                    <a:pt x="80146" y="174399"/>
                    <a:pt x="80109" y="173763"/>
                    <a:pt x="80072" y="173108"/>
                  </a:cubicBezTo>
                  <a:cubicBezTo>
                    <a:pt x="79988" y="171875"/>
                    <a:pt x="79988" y="171875"/>
                    <a:pt x="79903" y="170617"/>
                  </a:cubicBezTo>
                  <a:cubicBezTo>
                    <a:pt x="79825" y="169387"/>
                    <a:pt x="79825" y="169387"/>
                    <a:pt x="79746" y="168132"/>
                  </a:cubicBezTo>
                  <a:cubicBezTo>
                    <a:pt x="79644" y="167463"/>
                    <a:pt x="79543" y="166794"/>
                    <a:pt x="79438" y="166106"/>
                  </a:cubicBezTo>
                  <a:cubicBezTo>
                    <a:pt x="78947" y="165860"/>
                    <a:pt x="78456" y="165614"/>
                    <a:pt x="77950" y="165361"/>
                  </a:cubicBezTo>
                  <a:cubicBezTo>
                    <a:pt x="77642" y="163335"/>
                    <a:pt x="77642" y="163335"/>
                    <a:pt x="77485" y="160850"/>
                  </a:cubicBezTo>
                  <a:cubicBezTo>
                    <a:pt x="77401" y="159617"/>
                    <a:pt x="77401" y="159617"/>
                    <a:pt x="77316" y="158359"/>
                  </a:cubicBezTo>
                  <a:cubicBezTo>
                    <a:pt x="77280" y="157723"/>
                    <a:pt x="77243" y="157087"/>
                    <a:pt x="77206" y="156432"/>
                  </a:cubicBezTo>
                  <a:cubicBezTo>
                    <a:pt x="76469" y="156432"/>
                    <a:pt x="75732" y="156432"/>
                    <a:pt x="74973" y="156432"/>
                  </a:cubicBezTo>
                  <a:cubicBezTo>
                    <a:pt x="74945" y="155849"/>
                    <a:pt x="74917" y="155267"/>
                    <a:pt x="74889" y="154667"/>
                  </a:cubicBezTo>
                  <a:cubicBezTo>
                    <a:pt x="74840" y="153914"/>
                    <a:pt x="74791" y="153161"/>
                    <a:pt x="74741" y="152385"/>
                  </a:cubicBezTo>
                  <a:cubicBezTo>
                    <a:pt x="74697" y="151634"/>
                    <a:pt x="74654" y="150883"/>
                    <a:pt x="74610" y="150109"/>
                  </a:cubicBezTo>
                  <a:cubicBezTo>
                    <a:pt x="74421" y="149187"/>
                    <a:pt x="74421" y="149187"/>
                    <a:pt x="74229" y="148246"/>
                  </a:cubicBezTo>
                  <a:cubicBezTo>
                    <a:pt x="73492" y="148001"/>
                    <a:pt x="72756" y="147755"/>
                    <a:pt x="71997" y="147502"/>
                  </a:cubicBezTo>
                  <a:cubicBezTo>
                    <a:pt x="71997" y="145992"/>
                    <a:pt x="72002" y="144482"/>
                    <a:pt x="72063" y="142973"/>
                  </a:cubicBezTo>
                  <a:cubicBezTo>
                    <a:pt x="71973" y="141041"/>
                    <a:pt x="71127" y="140624"/>
                    <a:pt x="69764" y="139316"/>
                  </a:cubicBezTo>
                  <a:cubicBezTo>
                    <a:pt x="69529" y="137892"/>
                    <a:pt x="69529" y="137892"/>
                    <a:pt x="69392" y="136247"/>
                  </a:cubicBezTo>
                  <a:cubicBezTo>
                    <a:pt x="69269" y="135295"/>
                    <a:pt x="69146" y="134344"/>
                    <a:pt x="69020" y="133363"/>
                  </a:cubicBezTo>
                  <a:cubicBezTo>
                    <a:pt x="68283" y="133118"/>
                    <a:pt x="67547" y="132872"/>
                    <a:pt x="66788" y="132619"/>
                  </a:cubicBezTo>
                  <a:cubicBezTo>
                    <a:pt x="66407" y="130919"/>
                    <a:pt x="66407" y="130919"/>
                    <a:pt x="66276" y="128852"/>
                  </a:cubicBezTo>
                  <a:cubicBezTo>
                    <a:pt x="66227" y="128168"/>
                    <a:pt x="66178" y="127484"/>
                    <a:pt x="66128" y="126779"/>
                  </a:cubicBezTo>
                  <a:cubicBezTo>
                    <a:pt x="66086" y="125987"/>
                    <a:pt x="66086" y="125987"/>
                    <a:pt x="66043" y="125178"/>
                  </a:cubicBezTo>
                  <a:cubicBezTo>
                    <a:pt x="65307" y="125178"/>
                    <a:pt x="64570" y="125178"/>
                    <a:pt x="63811" y="125178"/>
                  </a:cubicBezTo>
                  <a:cubicBezTo>
                    <a:pt x="63666" y="123652"/>
                    <a:pt x="63520" y="122126"/>
                    <a:pt x="63375" y="120600"/>
                  </a:cubicBezTo>
                  <a:cubicBezTo>
                    <a:pt x="63273" y="120146"/>
                    <a:pt x="63172" y="119692"/>
                    <a:pt x="63067" y="119225"/>
                  </a:cubicBezTo>
                  <a:cubicBezTo>
                    <a:pt x="62576" y="118979"/>
                    <a:pt x="62085" y="118734"/>
                    <a:pt x="61579" y="118481"/>
                  </a:cubicBezTo>
                  <a:cubicBezTo>
                    <a:pt x="61417" y="117214"/>
                    <a:pt x="61417" y="117214"/>
                    <a:pt x="61253" y="115923"/>
                  </a:cubicBezTo>
                  <a:cubicBezTo>
                    <a:pt x="61115" y="115048"/>
                    <a:pt x="60977" y="114173"/>
                    <a:pt x="60834" y="113272"/>
                  </a:cubicBezTo>
                  <a:cubicBezTo>
                    <a:pt x="59729" y="112535"/>
                    <a:pt x="59729" y="112535"/>
                    <a:pt x="58602" y="111783"/>
                  </a:cubicBezTo>
                  <a:cubicBezTo>
                    <a:pt x="58069" y="110058"/>
                    <a:pt x="57573" y="108321"/>
                    <a:pt x="57114" y="106574"/>
                  </a:cubicBezTo>
                  <a:cubicBezTo>
                    <a:pt x="56623" y="105838"/>
                    <a:pt x="56131" y="105101"/>
                    <a:pt x="55625" y="104342"/>
                  </a:cubicBezTo>
                  <a:cubicBezTo>
                    <a:pt x="55503" y="103697"/>
                    <a:pt x="55380" y="103053"/>
                    <a:pt x="55253" y="102389"/>
                  </a:cubicBezTo>
                  <a:cubicBezTo>
                    <a:pt x="55069" y="101514"/>
                    <a:pt x="55069" y="101514"/>
                    <a:pt x="54881" y="100621"/>
                  </a:cubicBezTo>
                  <a:cubicBezTo>
                    <a:pt x="54390" y="100376"/>
                    <a:pt x="53899" y="100130"/>
                    <a:pt x="53393" y="99877"/>
                  </a:cubicBezTo>
                  <a:cubicBezTo>
                    <a:pt x="53286" y="99263"/>
                    <a:pt x="53178" y="98649"/>
                    <a:pt x="53067" y="98017"/>
                  </a:cubicBezTo>
                  <a:cubicBezTo>
                    <a:pt x="52929" y="97403"/>
                    <a:pt x="52791" y="96789"/>
                    <a:pt x="52649" y="96156"/>
                  </a:cubicBezTo>
                  <a:cubicBezTo>
                    <a:pt x="51912" y="95911"/>
                    <a:pt x="51175" y="95665"/>
                    <a:pt x="50416" y="95412"/>
                  </a:cubicBezTo>
                  <a:cubicBezTo>
                    <a:pt x="50138" y="93680"/>
                    <a:pt x="49890" y="91944"/>
                    <a:pt x="49672" y="90203"/>
                  </a:cubicBezTo>
                  <a:cubicBezTo>
                    <a:pt x="48936" y="89835"/>
                    <a:pt x="48936" y="89835"/>
                    <a:pt x="48184" y="89459"/>
                  </a:cubicBezTo>
                  <a:cubicBezTo>
                    <a:pt x="48077" y="88722"/>
                    <a:pt x="47969" y="87986"/>
                    <a:pt x="47858" y="87227"/>
                  </a:cubicBezTo>
                  <a:cubicBezTo>
                    <a:pt x="47720" y="86490"/>
                    <a:pt x="47582" y="85753"/>
                    <a:pt x="47440" y="84994"/>
                  </a:cubicBezTo>
                  <a:cubicBezTo>
                    <a:pt x="46703" y="84749"/>
                    <a:pt x="45966" y="84503"/>
                    <a:pt x="45207" y="84250"/>
                  </a:cubicBezTo>
                  <a:cubicBezTo>
                    <a:pt x="44696" y="81599"/>
                    <a:pt x="44696" y="81599"/>
                    <a:pt x="44463" y="79041"/>
                  </a:cubicBezTo>
                  <a:cubicBezTo>
                    <a:pt x="43727" y="79041"/>
                    <a:pt x="42990" y="79041"/>
                    <a:pt x="42231" y="79041"/>
                  </a:cubicBezTo>
                  <a:cubicBezTo>
                    <a:pt x="42277" y="78443"/>
                    <a:pt x="42323" y="77844"/>
                    <a:pt x="42370" y="77227"/>
                  </a:cubicBezTo>
                  <a:cubicBezTo>
                    <a:pt x="42324" y="76598"/>
                    <a:pt x="42278" y="75969"/>
                    <a:pt x="42231" y="75320"/>
                  </a:cubicBezTo>
                  <a:cubicBezTo>
                    <a:pt x="41494" y="75075"/>
                    <a:pt x="40758" y="74829"/>
                    <a:pt x="39998" y="74576"/>
                  </a:cubicBezTo>
                  <a:cubicBezTo>
                    <a:pt x="39476" y="73347"/>
                    <a:pt x="38979" y="72106"/>
                    <a:pt x="38510" y="70856"/>
                  </a:cubicBezTo>
                  <a:cubicBezTo>
                    <a:pt x="37774" y="70487"/>
                    <a:pt x="37774" y="70487"/>
                    <a:pt x="37022" y="70111"/>
                  </a:cubicBezTo>
                  <a:cubicBezTo>
                    <a:pt x="36914" y="69498"/>
                    <a:pt x="36807" y="68884"/>
                    <a:pt x="36696" y="68251"/>
                  </a:cubicBezTo>
                  <a:cubicBezTo>
                    <a:pt x="36558" y="67637"/>
                    <a:pt x="36420" y="67023"/>
                    <a:pt x="36278" y="66391"/>
                  </a:cubicBezTo>
                  <a:cubicBezTo>
                    <a:pt x="35541" y="66145"/>
                    <a:pt x="34804" y="65900"/>
                    <a:pt x="34045" y="65647"/>
                  </a:cubicBezTo>
                  <a:cubicBezTo>
                    <a:pt x="33785" y="64409"/>
                    <a:pt x="33538" y="63168"/>
                    <a:pt x="33301" y="61926"/>
                  </a:cubicBezTo>
                  <a:cubicBezTo>
                    <a:pt x="32572" y="61167"/>
                    <a:pt x="31829" y="60422"/>
                    <a:pt x="31069" y="59693"/>
                  </a:cubicBezTo>
                  <a:cubicBezTo>
                    <a:pt x="30807" y="58705"/>
                    <a:pt x="30557" y="57713"/>
                    <a:pt x="30325" y="56717"/>
                  </a:cubicBezTo>
                  <a:cubicBezTo>
                    <a:pt x="29834" y="56471"/>
                    <a:pt x="29342" y="56226"/>
                    <a:pt x="28836" y="55973"/>
                  </a:cubicBezTo>
                  <a:cubicBezTo>
                    <a:pt x="28092" y="54112"/>
                    <a:pt x="28092" y="54112"/>
                    <a:pt x="27348" y="52252"/>
                  </a:cubicBezTo>
                  <a:cubicBezTo>
                    <a:pt x="26857" y="52006"/>
                    <a:pt x="26366" y="51761"/>
                    <a:pt x="25860" y="51508"/>
                  </a:cubicBezTo>
                  <a:cubicBezTo>
                    <a:pt x="25614" y="50771"/>
                    <a:pt x="25369" y="50035"/>
                    <a:pt x="25116" y="49275"/>
                  </a:cubicBezTo>
                  <a:cubicBezTo>
                    <a:pt x="24625" y="49030"/>
                    <a:pt x="24133" y="48784"/>
                    <a:pt x="23627" y="48531"/>
                  </a:cubicBezTo>
                  <a:cubicBezTo>
                    <a:pt x="23520" y="48056"/>
                    <a:pt x="23413" y="47580"/>
                    <a:pt x="23302" y="47090"/>
                  </a:cubicBezTo>
                  <a:cubicBezTo>
                    <a:pt x="22986" y="45270"/>
                    <a:pt x="22986" y="45270"/>
                    <a:pt x="20651" y="44067"/>
                  </a:cubicBezTo>
                  <a:cubicBezTo>
                    <a:pt x="19874" y="42846"/>
                    <a:pt x="19139" y="41600"/>
                    <a:pt x="18418" y="40346"/>
                  </a:cubicBezTo>
                  <a:cubicBezTo>
                    <a:pt x="17240" y="38599"/>
                    <a:pt x="16049" y="36862"/>
                    <a:pt x="14852" y="35128"/>
                  </a:cubicBezTo>
                  <a:cubicBezTo>
                    <a:pt x="13954" y="33649"/>
                    <a:pt x="13954" y="33649"/>
                    <a:pt x="13954" y="32160"/>
                  </a:cubicBezTo>
                  <a:cubicBezTo>
                    <a:pt x="13217" y="31915"/>
                    <a:pt x="12480" y="31669"/>
                    <a:pt x="11721" y="31416"/>
                  </a:cubicBezTo>
                  <a:cubicBezTo>
                    <a:pt x="11398" y="29905"/>
                    <a:pt x="11398" y="29905"/>
                    <a:pt x="11396" y="28067"/>
                  </a:cubicBezTo>
                  <a:cubicBezTo>
                    <a:pt x="11381" y="27461"/>
                    <a:pt x="11367" y="26855"/>
                    <a:pt x="11352" y="26230"/>
                  </a:cubicBezTo>
                  <a:cubicBezTo>
                    <a:pt x="11474" y="25732"/>
                    <a:pt x="11596" y="25233"/>
                    <a:pt x="11721" y="24719"/>
                  </a:cubicBezTo>
                  <a:cubicBezTo>
                    <a:pt x="13230" y="24277"/>
                    <a:pt x="13230" y="24277"/>
                    <a:pt x="14698" y="23975"/>
                  </a:cubicBezTo>
                  <a:cubicBezTo>
                    <a:pt x="14698" y="23238"/>
                    <a:pt x="14698" y="22501"/>
                    <a:pt x="14698" y="21742"/>
                  </a:cubicBezTo>
                  <a:cubicBezTo>
                    <a:pt x="17645" y="21374"/>
                    <a:pt x="17645" y="21374"/>
                    <a:pt x="20651" y="20998"/>
                  </a:cubicBezTo>
                  <a:cubicBezTo>
                    <a:pt x="20651" y="20016"/>
                    <a:pt x="20651" y="19034"/>
                    <a:pt x="20651" y="18022"/>
                  </a:cubicBezTo>
                  <a:cubicBezTo>
                    <a:pt x="21917" y="17929"/>
                    <a:pt x="21917" y="17929"/>
                    <a:pt x="23209" y="17836"/>
                  </a:cubicBezTo>
                  <a:cubicBezTo>
                    <a:pt x="24084" y="17651"/>
                    <a:pt x="24958" y="17467"/>
                    <a:pt x="25860" y="17277"/>
                  </a:cubicBezTo>
                  <a:cubicBezTo>
                    <a:pt x="25983" y="16786"/>
                    <a:pt x="26105" y="16295"/>
                    <a:pt x="26232" y="15789"/>
                  </a:cubicBezTo>
                  <a:cubicBezTo>
                    <a:pt x="26355" y="15298"/>
                    <a:pt x="26477" y="14807"/>
                    <a:pt x="26604" y="14301"/>
                  </a:cubicBezTo>
                  <a:cubicBezTo>
                    <a:pt x="28336" y="14023"/>
                    <a:pt x="30073" y="13774"/>
                    <a:pt x="31813" y="13557"/>
                  </a:cubicBezTo>
                  <a:cubicBezTo>
                    <a:pt x="32059" y="12820"/>
                    <a:pt x="32304" y="12083"/>
                    <a:pt x="32557" y="11324"/>
                  </a:cubicBezTo>
                  <a:cubicBezTo>
                    <a:pt x="34095" y="10944"/>
                    <a:pt x="34095" y="10944"/>
                    <a:pt x="35952" y="10813"/>
                  </a:cubicBezTo>
                  <a:cubicBezTo>
                    <a:pt x="36567" y="10764"/>
                    <a:pt x="37182" y="10715"/>
                    <a:pt x="37815" y="10664"/>
                  </a:cubicBezTo>
                  <a:cubicBezTo>
                    <a:pt x="38528" y="10623"/>
                    <a:pt x="38528" y="10623"/>
                    <a:pt x="39254" y="10580"/>
                  </a:cubicBezTo>
                  <a:cubicBezTo>
                    <a:pt x="39254" y="9598"/>
                    <a:pt x="39254" y="8616"/>
                    <a:pt x="39254" y="7604"/>
                  </a:cubicBezTo>
                  <a:cubicBezTo>
                    <a:pt x="40098" y="7527"/>
                    <a:pt x="40943" y="7450"/>
                    <a:pt x="41812" y="7371"/>
                  </a:cubicBezTo>
                  <a:cubicBezTo>
                    <a:pt x="42687" y="7202"/>
                    <a:pt x="43562" y="7033"/>
                    <a:pt x="44463" y="6859"/>
                  </a:cubicBezTo>
                  <a:cubicBezTo>
                    <a:pt x="44709" y="6123"/>
                    <a:pt x="44954" y="5386"/>
                    <a:pt x="45207" y="4627"/>
                  </a:cubicBezTo>
                  <a:cubicBezTo>
                    <a:pt x="46067" y="4520"/>
                    <a:pt x="46926" y="4412"/>
                    <a:pt x="47812" y="4301"/>
                  </a:cubicBezTo>
                  <a:cubicBezTo>
                    <a:pt x="49101" y="4094"/>
                    <a:pt x="49101" y="4094"/>
                    <a:pt x="50416" y="3883"/>
                  </a:cubicBezTo>
                  <a:cubicBezTo>
                    <a:pt x="50480" y="3392"/>
                    <a:pt x="50543" y="2901"/>
                    <a:pt x="50608" y="2395"/>
                  </a:cubicBezTo>
                  <a:cubicBezTo>
                    <a:pt x="50791" y="1904"/>
                    <a:pt x="50973" y="1412"/>
                    <a:pt x="51161" y="906"/>
                  </a:cubicBezTo>
                  <a:close/>
                </a:path>
              </a:pathLst>
            </a:custGeom>
            <a:grpFill/>
            <a:ln w="744" cap="flat">
              <a:noFill/>
              <a:prstDash val="solid"/>
              <a:miter/>
            </a:ln>
          </p:spPr>
          <p:txBody>
            <a:bodyPr rtlCol="0" anchor="ctr"/>
            <a:lstStyle/>
            <a:p>
              <a:endParaRPr lang="zh-CN" altLang="en-US"/>
            </a:p>
          </p:txBody>
        </p:sp>
        <p:sp>
          <p:nvSpPr>
            <p:cNvPr id="112" name="任意多边形: 形状 111"/>
            <p:cNvSpPr/>
            <p:nvPr/>
          </p:nvSpPr>
          <p:spPr>
            <a:xfrm>
              <a:off x="6697207" y="596299"/>
              <a:ext cx="145577" cy="574510"/>
            </a:xfrm>
            <a:custGeom>
              <a:avLst/>
              <a:gdLst>
                <a:gd name="connsiteX0" fmla="*/ 103512 w 145577"/>
                <a:gd name="connsiteY0" fmla="*/ 840 h 574510"/>
                <a:gd name="connsiteX1" fmla="*/ 108721 w 145577"/>
                <a:gd name="connsiteY1" fmla="*/ 468 h 574510"/>
                <a:gd name="connsiteX2" fmla="*/ 111605 w 145577"/>
                <a:gd name="connsiteY2" fmla="*/ 491 h 574510"/>
                <a:gd name="connsiteX3" fmla="*/ 113930 w 145577"/>
                <a:gd name="connsiteY3" fmla="*/ 840 h 574510"/>
                <a:gd name="connsiteX4" fmla="*/ 114674 w 145577"/>
                <a:gd name="connsiteY4" fmla="*/ 3073 h 574510"/>
                <a:gd name="connsiteX5" fmla="*/ 117651 w 145577"/>
                <a:gd name="connsiteY5" fmla="*/ 3817 h 574510"/>
                <a:gd name="connsiteX6" fmla="*/ 120628 w 145577"/>
                <a:gd name="connsiteY6" fmla="*/ 4561 h 574510"/>
                <a:gd name="connsiteX7" fmla="*/ 121372 w 145577"/>
                <a:gd name="connsiteY7" fmla="*/ 6793 h 574510"/>
                <a:gd name="connsiteX8" fmla="*/ 123976 w 145577"/>
                <a:gd name="connsiteY8" fmla="*/ 7119 h 574510"/>
                <a:gd name="connsiteX9" fmla="*/ 126581 w 145577"/>
                <a:gd name="connsiteY9" fmla="*/ 7537 h 574510"/>
                <a:gd name="connsiteX10" fmla="*/ 127325 w 145577"/>
                <a:gd name="connsiteY10" fmla="*/ 10514 h 574510"/>
                <a:gd name="connsiteX11" fmla="*/ 132534 w 145577"/>
                <a:gd name="connsiteY11" fmla="*/ 11258 h 574510"/>
                <a:gd name="connsiteX12" fmla="*/ 132534 w 145577"/>
                <a:gd name="connsiteY12" fmla="*/ 14235 h 574510"/>
                <a:gd name="connsiteX13" fmla="*/ 138487 w 145577"/>
                <a:gd name="connsiteY13" fmla="*/ 14235 h 574510"/>
                <a:gd name="connsiteX14" fmla="*/ 138487 w 145577"/>
                <a:gd name="connsiteY14" fmla="*/ 17211 h 574510"/>
                <a:gd name="connsiteX15" fmla="*/ 145184 w 145577"/>
                <a:gd name="connsiteY15" fmla="*/ 17955 h 574510"/>
                <a:gd name="connsiteX16" fmla="*/ 145184 w 145577"/>
                <a:gd name="connsiteY16" fmla="*/ 20932 h 574510"/>
                <a:gd name="connsiteX17" fmla="*/ 147324 w 145577"/>
                <a:gd name="connsiteY17" fmla="*/ 20885 h 574510"/>
                <a:gd name="connsiteX18" fmla="*/ 151137 w 145577"/>
                <a:gd name="connsiteY18" fmla="*/ 21676 h 574510"/>
                <a:gd name="connsiteX19" fmla="*/ 151835 w 145577"/>
                <a:gd name="connsiteY19" fmla="*/ 23164 h 574510"/>
                <a:gd name="connsiteX20" fmla="*/ 154858 w 145577"/>
                <a:gd name="connsiteY20" fmla="*/ 25397 h 574510"/>
                <a:gd name="connsiteX21" fmla="*/ 154858 w 145577"/>
                <a:gd name="connsiteY21" fmla="*/ 30606 h 574510"/>
                <a:gd name="connsiteX22" fmla="*/ 152626 w 145577"/>
                <a:gd name="connsiteY22" fmla="*/ 31350 h 574510"/>
                <a:gd name="connsiteX23" fmla="*/ 151137 w 145577"/>
                <a:gd name="connsiteY23" fmla="*/ 34326 h 574510"/>
                <a:gd name="connsiteX24" fmla="*/ 149649 w 145577"/>
                <a:gd name="connsiteY24" fmla="*/ 35071 h 574510"/>
                <a:gd name="connsiteX25" fmla="*/ 149324 w 145577"/>
                <a:gd name="connsiteY25" fmla="*/ 36605 h 574510"/>
                <a:gd name="connsiteX26" fmla="*/ 148905 w 145577"/>
                <a:gd name="connsiteY26" fmla="*/ 38047 h 574510"/>
                <a:gd name="connsiteX27" fmla="*/ 146673 w 145577"/>
                <a:gd name="connsiteY27" fmla="*/ 38047 h 574510"/>
                <a:gd name="connsiteX28" fmla="*/ 146673 w 145577"/>
                <a:gd name="connsiteY28" fmla="*/ 41768 h 574510"/>
                <a:gd name="connsiteX29" fmla="*/ 144440 w 145577"/>
                <a:gd name="connsiteY29" fmla="*/ 41768 h 574510"/>
                <a:gd name="connsiteX30" fmla="*/ 143696 w 145577"/>
                <a:gd name="connsiteY30" fmla="*/ 45489 h 574510"/>
                <a:gd name="connsiteX31" fmla="*/ 142208 w 145577"/>
                <a:gd name="connsiteY31" fmla="*/ 46233 h 574510"/>
                <a:gd name="connsiteX32" fmla="*/ 141510 w 145577"/>
                <a:gd name="connsiteY32" fmla="*/ 48419 h 574510"/>
                <a:gd name="connsiteX33" fmla="*/ 138487 w 145577"/>
                <a:gd name="connsiteY33" fmla="*/ 52186 h 574510"/>
                <a:gd name="connsiteX34" fmla="*/ 137743 w 145577"/>
                <a:gd name="connsiteY34" fmla="*/ 54418 h 574510"/>
                <a:gd name="connsiteX35" fmla="*/ 136255 w 145577"/>
                <a:gd name="connsiteY35" fmla="*/ 55162 h 574510"/>
                <a:gd name="connsiteX36" fmla="*/ 133231 w 145577"/>
                <a:gd name="connsiteY36" fmla="*/ 61302 h 574510"/>
                <a:gd name="connsiteX37" fmla="*/ 131046 w 145577"/>
                <a:gd name="connsiteY37" fmla="*/ 64092 h 574510"/>
                <a:gd name="connsiteX38" fmla="*/ 130301 w 145577"/>
                <a:gd name="connsiteY38" fmla="*/ 65952 h 574510"/>
                <a:gd name="connsiteX39" fmla="*/ 128069 w 145577"/>
                <a:gd name="connsiteY39" fmla="*/ 68557 h 574510"/>
                <a:gd name="connsiteX40" fmla="*/ 127325 w 145577"/>
                <a:gd name="connsiteY40" fmla="*/ 70417 h 574510"/>
                <a:gd name="connsiteX41" fmla="*/ 125092 w 145577"/>
                <a:gd name="connsiteY41" fmla="*/ 73022 h 574510"/>
                <a:gd name="connsiteX42" fmla="*/ 124720 w 145577"/>
                <a:gd name="connsiteY42" fmla="*/ 74882 h 574510"/>
                <a:gd name="connsiteX43" fmla="*/ 124348 w 145577"/>
                <a:gd name="connsiteY43" fmla="*/ 76742 h 574510"/>
                <a:gd name="connsiteX44" fmla="*/ 122860 w 145577"/>
                <a:gd name="connsiteY44" fmla="*/ 77487 h 574510"/>
                <a:gd name="connsiteX45" fmla="*/ 122162 w 145577"/>
                <a:gd name="connsiteY45" fmla="*/ 79766 h 574510"/>
                <a:gd name="connsiteX46" fmla="*/ 121372 w 145577"/>
                <a:gd name="connsiteY46" fmla="*/ 81951 h 574510"/>
                <a:gd name="connsiteX47" fmla="*/ 119139 w 145577"/>
                <a:gd name="connsiteY47" fmla="*/ 81951 h 574510"/>
                <a:gd name="connsiteX48" fmla="*/ 119139 w 145577"/>
                <a:gd name="connsiteY48" fmla="*/ 87160 h 574510"/>
                <a:gd name="connsiteX49" fmla="*/ 116907 w 145577"/>
                <a:gd name="connsiteY49" fmla="*/ 87160 h 574510"/>
                <a:gd name="connsiteX50" fmla="*/ 116674 w 145577"/>
                <a:gd name="connsiteY50" fmla="*/ 89300 h 574510"/>
                <a:gd name="connsiteX51" fmla="*/ 113930 w 145577"/>
                <a:gd name="connsiteY51" fmla="*/ 93114 h 574510"/>
                <a:gd name="connsiteX52" fmla="*/ 113930 w 145577"/>
                <a:gd name="connsiteY52" fmla="*/ 95346 h 574510"/>
                <a:gd name="connsiteX53" fmla="*/ 113930 w 145577"/>
                <a:gd name="connsiteY53" fmla="*/ 97578 h 574510"/>
                <a:gd name="connsiteX54" fmla="*/ 111698 w 145577"/>
                <a:gd name="connsiteY54" fmla="*/ 99067 h 574510"/>
                <a:gd name="connsiteX55" fmla="*/ 111326 w 145577"/>
                <a:gd name="connsiteY55" fmla="*/ 100974 h 574510"/>
                <a:gd name="connsiteX56" fmla="*/ 110954 w 145577"/>
                <a:gd name="connsiteY56" fmla="*/ 102787 h 574510"/>
                <a:gd name="connsiteX57" fmla="*/ 108721 w 145577"/>
                <a:gd name="connsiteY57" fmla="*/ 103531 h 574510"/>
                <a:gd name="connsiteX58" fmla="*/ 107977 w 145577"/>
                <a:gd name="connsiteY58" fmla="*/ 108740 h 574510"/>
                <a:gd name="connsiteX59" fmla="*/ 105745 w 145577"/>
                <a:gd name="connsiteY59" fmla="*/ 110229 h 574510"/>
                <a:gd name="connsiteX60" fmla="*/ 105745 w 145577"/>
                <a:gd name="connsiteY60" fmla="*/ 112880 h 574510"/>
                <a:gd name="connsiteX61" fmla="*/ 105745 w 145577"/>
                <a:gd name="connsiteY61" fmla="*/ 115438 h 574510"/>
                <a:gd name="connsiteX62" fmla="*/ 103512 w 145577"/>
                <a:gd name="connsiteY62" fmla="*/ 116182 h 574510"/>
                <a:gd name="connsiteX63" fmla="*/ 103140 w 145577"/>
                <a:gd name="connsiteY63" fmla="*/ 119158 h 574510"/>
                <a:gd name="connsiteX64" fmla="*/ 102768 w 145577"/>
                <a:gd name="connsiteY64" fmla="*/ 122135 h 574510"/>
                <a:gd name="connsiteX65" fmla="*/ 100536 w 145577"/>
                <a:gd name="connsiteY65" fmla="*/ 122879 h 574510"/>
                <a:gd name="connsiteX66" fmla="*/ 100024 w 145577"/>
                <a:gd name="connsiteY66" fmla="*/ 125902 h 574510"/>
                <a:gd name="connsiteX67" fmla="*/ 99792 w 145577"/>
                <a:gd name="connsiteY67" fmla="*/ 128832 h 574510"/>
                <a:gd name="connsiteX68" fmla="*/ 97559 w 145577"/>
                <a:gd name="connsiteY68" fmla="*/ 128832 h 574510"/>
                <a:gd name="connsiteX69" fmla="*/ 97664 w 145577"/>
                <a:gd name="connsiteY69" fmla="*/ 130271 h 574510"/>
                <a:gd name="connsiteX70" fmla="*/ 97745 w 145577"/>
                <a:gd name="connsiteY70" fmla="*/ 132134 h 574510"/>
                <a:gd name="connsiteX71" fmla="*/ 97850 w 145577"/>
                <a:gd name="connsiteY71" fmla="*/ 133992 h 574510"/>
                <a:gd name="connsiteX72" fmla="*/ 97559 w 145577"/>
                <a:gd name="connsiteY72" fmla="*/ 135530 h 574510"/>
                <a:gd name="connsiteX73" fmla="*/ 94583 w 145577"/>
                <a:gd name="connsiteY73" fmla="*/ 136274 h 574510"/>
                <a:gd name="connsiteX74" fmla="*/ 94536 w 145577"/>
                <a:gd name="connsiteY74" fmla="*/ 139622 h 574510"/>
                <a:gd name="connsiteX75" fmla="*/ 94583 w 145577"/>
                <a:gd name="connsiteY75" fmla="*/ 142971 h 574510"/>
                <a:gd name="connsiteX76" fmla="*/ 92350 w 145577"/>
                <a:gd name="connsiteY76" fmla="*/ 143715 h 574510"/>
                <a:gd name="connsiteX77" fmla="*/ 91932 w 145577"/>
                <a:gd name="connsiteY77" fmla="*/ 147436 h 574510"/>
                <a:gd name="connsiteX78" fmla="*/ 91606 w 145577"/>
                <a:gd name="connsiteY78" fmla="*/ 151156 h 574510"/>
                <a:gd name="connsiteX79" fmla="*/ 90118 w 145577"/>
                <a:gd name="connsiteY79" fmla="*/ 151901 h 574510"/>
                <a:gd name="connsiteX80" fmla="*/ 89702 w 145577"/>
                <a:gd name="connsiteY80" fmla="*/ 158249 h 574510"/>
                <a:gd name="connsiteX81" fmla="*/ 89374 w 145577"/>
                <a:gd name="connsiteY81" fmla="*/ 160086 h 574510"/>
                <a:gd name="connsiteX82" fmla="*/ 87141 w 145577"/>
                <a:gd name="connsiteY82" fmla="*/ 160830 h 574510"/>
                <a:gd name="connsiteX83" fmla="*/ 86769 w 145577"/>
                <a:gd name="connsiteY83" fmla="*/ 165667 h 574510"/>
                <a:gd name="connsiteX84" fmla="*/ 86397 w 145577"/>
                <a:gd name="connsiteY84" fmla="*/ 170504 h 574510"/>
                <a:gd name="connsiteX85" fmla="*/ 84165 w 145577"/>
                <a:gd name="connsiteY85" fmla="*/ 171248 h 574510"/>
                <a:gd name="connsiteX86" fmla="*/ 83793 w 145577"/>
                <a:gd name="connsiteY86" fmla="*/ 175620 h 574510"/>
                <a:gd name="connsiteX87" fmla="*/ 82281 w 145577"/>
                <a:gd name="connsiteY87" fmla="*/ 181294 h 574510"/>
                <a:gd name="connsiteX88" fmla="*/ 81049 w 145577"/>
                <a:gd name="connsiteY88" fmla="*/ 184556 h 574510"/>
                <a:gd name="connsiteX89" fmla="*/ 81188 w 145577"/>
                <a:gd name="connsiteY89" fmla="*/ 186968 h 574510"/>
                <a:gd name="connsiteX90" fmla="*/ 81188 w 145577"/>
                <a:gd name="connsiteY90" fmla="*/ 191340 h 574510"/>
                <a:gd name="connsiteX91" fmla="*/ 78956 w 145577"/>
                <a:gd name="connsiteY91" fmla="*/ 192084 h 574510"/>
                <a:gd name="connsiteX92" fmla="*/ 78575 w 145577"/>
                <a:gd name="connsiteY92" fmla="*/ 195413 h 574510"/>
                <a:gd name="connsiteX93" fmla="*/ 78495 w 145577"/>
                <a:gd name="connsiteY93" fmla="*/ 197440 h 574510"/>
                <a:gd name="connsiteX94" fmla="*/ 78444 w 145577"/>
                <a:gd name="connsiteY94" fmla="*/ 199572 h 574510"/>
                <a:gd name="connsiteX95" fmla="*/ 78367 w 145577"/>
                <a:gd name="connsiteY95" fmla="*/ 201713 h 574510"/>
                <a:gd name="connsiteX96" fmla="*/ 78212 w 145577"/>
                <a:gd name="connsiteY96" fmla="*/ 206967 h 574510"/>
                <a:gd name="connsiteX97" fmla="*/ 75979 w 145577"/>
                <a:gd name="connsiteY97" fmla="*/ 206967 h 574510"/>
                <a:gd name="connsiteX98" fmla="*/ 75946 w 145577"/>
                <a:gd name="connsiteY98" fmla="*/ 208503 h 574510"/>
                <a:gd name="connsiteX99" fmla="*/ 75747 w 145577"/>
                <a:gd name="connsiteY99" fmla="*/ 215385 h 574510"/>
                <a:gd name="connsiteX100" fmla="*/ 75696 w 145577"/>
                <a:gd name="connsiteY100" fmla="*/ 217802 h 574510"/>
                <a:gd name="connsiteX101" fmla="*/ 75616 w 145577"/>
                <a:gd name="connsiteY101" fmla="*/ 220120 h 574510"/>
                <a:gd name="connsiteX102" fmla="*/ 75557 w 145577"/>
                <a:gd name="connsiteY102" fmla="*/ 222258 h 574510"/>
                <a:gd name="connsiteX103" fmla="*/ 74105 w 145577"/>
                <a:gd name="connsiteY103" fmla="*/ 225179 h 574510"/>
                <a:gd name="connsiteX104" fmla="*/ 72773 w 145577"/>
                <a:gd name="connsiteY104" fmla="*/ 228262 h 574510"/>
                <a:gd name="connsiteX105" fmla="*/ 72837 w 145577"/>
                <a:gd name="connsiteY105" fmla="*/ 230582 h 574510"/>
                <a:gd name="connsiteX106" fmla="*/ 72879 w 145577"/>
                <a:gd name="connsiteY106" fmla="*/ 233134 h 574510"/>
                <a:gd name="connsiteX107" fmla="*/ 72956 w 145577"/>
                <a:gd name="connsiteY107" fmla="*/ 235802 h 574510"/>
                <a:gd name="connsiteX108" fmla="*/ 71514 w 145577"/>
                <a:gd name="connsiteY108" fmla="*/ 250871 h 574510"/>
                <a:gd name="connsiteX109" fmla="*/ 70770 w 145577"/>
                <a:gd name="connsiteY109" fmla="*/ 251615 h 574510"/>
                <a:gd name="connsiteX110" fmla="*/ 70662 w 145577"/>
                <a:gd name="connsiteY110" fmla="*/ 258246 h 574510"/>
                <a:gd name="connsiteX111" fmla="*/ 70654 w 145577"/>
                <a:gd name="connsiteY111" fmla="*/ 260354 h 574510"/>
                <a:gd name="connsiteX112" fmla="*/ 70645 w 145577"/>
                <a:gd name="connsiteY112" fmla="*/ 267289 h 574510"/>
                <a:gd name="connsiteX113" fmla="*/ 70638 w 145577"/>
                <a:gd name="connsiteY113" fmla="*/ 272085 h 574510"/>
                <a:gd name="connsiteX114" fmla="*/ 70632 w 145577"/>
                <a:gd name="connsiteY114" fmla="*/ 282152 h 574510"/>
                <a:gd name="connsiteX115" fmla="*/ 70609 w 145577"/>
                <a:gd name="connsiteY115" fmla="*/ 295088 h 574510"/>
                <a:gd name="connsiteX116" fmla="*/ 70600 w 145577"/>
                <a:gd name="connsiteY116" fmla="*/ 304996 h 574510"/>
                <a:gd name="connsiteX117" fmla="*/ 70590 w 145577"/>
                <a:gd name="connsiteY117" fmla="*/ 309767 h 574510"/>
                <a:gd name="connsiteX118" fmla="*/ 70589 w 145577"/>
                <a:gd name="connsiteY118" fmla="*/ 316423 h 574510"/>
                <a:gd name="connsiteX119" fmla="*/ 70577 w 145577"/>
                <a:gd name="connsiteY119" fmla="*/ 318435 h 574510"/>
                <a:gd name="connsiteX120" fmla="*/ 70770 w 145577"/>
                <a:gd name="connsiteY120" fmla="*/ 323053 h 574510"/>
                <a:gd name="connsiteX121" fmla="*/ 72258 w 145577"/>
                <a:gd name="connsiteY121" fmla="*/ 323797 h 574510"/>
                <a:gd name="connsiteX122" fmla="*/ 73186 w 145577"/>
                <a:gd name="connsiteY122" fmla="*/ 334046 h 574510"/>
                <a:gd name="connsiteX123" fmla="*/ 73260 w 145577"/>
                <a:gd name="connsiteY123" fmla="*/ 336834 h 574510"/>
                <a:gd name="connsiteX124" fmla="*/ 73388 w 145577"/>
                <a:gd name="connsiteY124" fmla="*/ 342624 h 574510"/>
                <a:gd name="connsiteX125" fmla="*/ 73465 w 145577"/>
                <a:gd name="connsiteY125" fmla="*/ 345395 h 574510"/>
                <a:gd name="connsiteX126" fmla="*/ 73521 w 145577"/>
                <a:gd name="connsiteY126" fmla="*/ 347928 h 574510"/>
                <a:gd name="connsiteX127" fmla="*/ 73747 w 145577"/>
                <a:gd name="connsiteY127" fmla="*/ 349842 h 574510"/>
                <a:gd name="connsiteX128" fmla="*/ 75235 w 145577"/>
                <a:gd name="connsiteY128" fmla="*/ 350586 h 574510"/>
                <a:gd name="connsiteX129" fmla="*/ 75491 w 145577"/>
                <a:gd name="connsiteY129" fmla="*/ 353862 h 574510"/>
                <a:gd name="connsiteX130" fmla="*/ 75558 w 145577"/>
                <a:gd name="connsiteY130" fmla="*/ 355869 h 574510"/>
                <a:gd name="connsiteX131" fmla="*/ 75607 w 145577"/>
                <a:gd name="connsiteY131" fmla="*/ 357981 h 574510"/>
                <a:gd name="connsiteX132" fmla="*/ 75723 w 145577"/>
                <a:gd name="connsiteY132" fmla="*/ 362094 h 574510"/>
                <a:gd name="connsiteX133" fmla="*/ 75765 w 145577"/>
                <a:gd name="connsiteY133" fmla="*/ 363946 h 574510"/>
                <a:gd name="connsiteX134" fmla="*/ 77467 w 145577"/>
                <a:gd name="connsiteY134" fmla="*/ 366957 h 574510"/>
                <a:gd name="connsiteX135" fmla="*/ 78212 w 145577"/>
                <a:gd name="connsiteY135" fmla="*/ 366957 h 574510"/>
                <a:gd name="connsiteX136" fmla="*/ 78244 w 145577"/>
                <a:gd name="connsiteY136" fmla="*/ 368232 h 574510"/>
                <a:gd name="connsiteX137" fmla="*/ 78444 w 145577"/>
                <a:gd name="connsiteY137" fmla="*/ 373934 h 574510"/>
                <a:gd name="connsiteX138" fmla="*/ 78495 w 145577"/>
                <a:gd name="connsiteY138" fmla="*/ 375939 h 574510"/>
                <a:gd name="connsiteX139" fmla="*/ 78575 w 145577"/>
                <a:gd name="connsiteY139" fmla="*/ 377858 h 574510"/>
                <a:gd name="connsiteX140" fmla="*/ 78634 w 145577"/>
                <a:gd name="connsiteY140" fmla="*/ 379629 h 574510"/>
                <a:gd name="connsiteX141" fmla="*/ 81188 w 145577"/>
                <a:gd name="connsiteY141" fmla="*/ 382584 h 574510"/>
                <a:gd name="connsiteX142" fmla="*/ 81281 w 145577"/>
                <a:gd name="connsiteY142" fmla="*/ 386212 h 574510"/>
                <a:gd name="connsiteX143" fmla="*/ 81932 w 145577"/>
                <a:gd name="connsiteY143" fmla="*/ 393002 h 574510"/>
                <a:gd name="connsiteX144" fmla="*/ 83421 w 145577"/>
                <a:gd name="connsiteY144" fmla="*/ 393746 h 574510"/>
                <a:gd name="connsiteX145" fmla="*/ 83793 w 145577"/>
                <a:gd name="connsiteY145" fmla="*/ 397793 h 574510"/>
                <a:gd name="connsiteX146" fmla="*/ 85653 w 145577"/>
                <a:gd name="connsiteY146" fmla="*/ 403420 h 574510"/>
                <a:gd name="connsiteX147" fmla="*/ 86397 w 145577"/>
                <a:gd name="connsiteY147" fmla="*/ 403420 h 574510"/>
                <a:gd name="connsiteX148" fmla="*/ 86481 w 145577"/>
                <a:gd name="connsiteY148" fmla="*/ 405484 h 574510"/>
                <a:gd name="connsiteX149" fmla="*/ 86630 w 145577"/>
                <a:gd name="connsiteY149" fmla="*/ 408164 h 574510"/>
                <a:gd name="connsiteX150" fmla="*/ 86760 w 145577"/>
                <a:gd name="connsiteY150" fmla="*/ 410832 h 574510"/>
                <a:gd name="connsiteX151" fmla="*/ 87141 w 145577"/>
                <a:gd name="connsiteY151" fmla="*/ 413094 h 574510"/>
                <a:gd name="connsiteX152" fmla="*/ 89374 w 145577"/>
                <a:gd name="connsiteY152" fmla="*/ 414582 h 574510"/>
                <a:gd name="connsiteX153" fmla="*/ 89513 w 145577"/>
                <a:gd name="connsiteY153" fmla="*/ 418396 h 574510"/>
                <a:gd name="connsiteX154" fmla="*/ 89452 w 145577"/>
                <a:gd name="connsiteY154" fmla="*/ 420448 h 574510"/>
                <a:gd name="connsiteX155" fmla="*/ 89374 w 145577"/>
                <a:gd name="connsiteY155" fmla="*/ 422024 h 574510"/>
                <a:gd name="connsiteX156" fmla="*/ 91606 w 145577"/>
                <a:gd name="connsiteY156" fmla="*/ 422024 h 574510"/>
                <a:gd name="connsiteX157" fmla="*/ 92350 w 145577"/>
                <a:gd name="connsiteY157" fmla="*/ 430953 h 574510"/>
                <a:gd name="connsiteX158" fmla="*/ 94583 w 145577"/>
                <a:gd name="connsiteY158" fmla="*/ 430953 h 574510"/>
                <a:gd name="connsiteX159" fmla="*/ 95019 w 145577"/>
                <a:gd name="connsiteY159" fmla="*/ 435532 h 574510"/>
                <a:gd name="connsiteX160" fmla="*/ 95327 w 145577"/>
                <a:gd name="connsiteY160" fmla="*/ 436906 h 574510"/>
                <a:gd name="connsiteX161" fmla="*/ 96815 w 145577"/>
                <a:gd name="connsiteY161" fmla="*/ 437651 h 574510"/>
                <a:gd name="connsiteX162" fmla="*/ 97885 w 145577"/>
                <a:gd name="connsiteY162" fmla="*/ 443490 h 574510"/>
                <a:gd name="connsiteX163" fmla="*/ 98303 w 145577"/>
                <a:gd name="connsiteY163" fmla="*/ 445092 h 574510"/>
                <a:gd name="connsiteX164" fmla="*/ 99792 w 145577"/>
                <a:gd name="connsiteY164" fmla="*/ 445092 h 574510"/>
                <a:gd name="connsiteX165" fmla="*/ 100155 w 145577"/>
                <a:gd name="connsiteY165" fmla="*/ 449598 h 574510"/>
                <a:gd name="connsiteX166" fmla="*/ 102768 w 145577"/>
                <a:gd name="connsiteY166" fmla="*/ 452533 h 574510"/>
                <a:gd name="connsiteX167" fmla="*/ 103512 w 145577"/>
                <a:gd name="connsiteY167" fmla="*/ 457742 h 574510"/>
                <a:gd name="connsiteX168" fmla="*/ 105001 w 145577"/>
                <a:gd name="connsiteY168" fmla="*/ 458487 h 574510"/>
                <a:gd name="connsiteX169" fmla="*/ 106489 w 145577"/>
                <a:gd name="connsiteY169" fmla="*/ 463696 h 574510"/>
                <a:gd name="connsiteX170" fmla="*/ 107977 w 145577"/>
                <a:gd name="connsiteY170" fmla="*/ 464440 h 574510"/>
                <a:gd name="connsiteX171" fmla="*/ 108721 w 145577"/>
                <a:gd name="connsiteY171" fmla="*/ 470393 h 574510"/>
                <a:gd name="connsiteX172" fmla="*/ 110954 w 145577"/>
                <a:gd name="connsiteY172" fmla="*/ 470393 h 574510"/>
                <a:gd name="connsiteX173" fmla="*/ 111233 w 145577"/>
                <a:gd name="connsiteY173" fmla="*/ 472951 h 574510"/>
                <a:gd name="connsiteX174" fmla="*/ 111698 w 145577"/>
                <a:gd name="connsiteY174" fmla="*/ 475602 h 574510"/>
                <a:gd name="connsiteX175" fmla="*/ 113186 w 145577"/>
                <a:gd name="connsiteY175" fmla="*/ 476346 h 574510"/>
                <a:gd name="connsiteX176" fmla="*/ 114674 w 145577"/>
                <a:gd name="connsiteY176" fmla="*/ 480811 h 574510"/>
                <a:gd name="connsiteX177" fmla="*/ 116163 w 145577"/>
                <a:gd name="connsiteY177" fmla="*/ 481555 h 574510"/>
                <a:gd name="connsiteX178" fmla="*/ 116488 w 145577"/>
                <a:gd name="connsiteY178" fmla="*/ 483741 h 574510"/>
                <a:gd name="connsiteX179" fmla="*/ 116907 w 145577"/>
                <a:gd name="connsiteY179" fmla="*/ 486020 h 574510"/>
                <a:gd name="connsiteX180" fmla="*/ 119139 w 145577"/>
                <a:gd name="connsiteY180" fmla="*/ 487508 h 574510"/>
                <a:gd name="connsiteX181" fmla="*/ 119883 w 145577"/>
                <a:gd name="connsiteY181" fmla="*/ 491973 h 574510"/>
                <a:gd name="connsiteX182" fmla="*/ 122116 w 145577"/>
                <a:gd name="connsiteY182" fmla="*/ 491973 h 574510"/>
                <a:gd name="connsiteX183" fmla="*/ 122116 w 145577"/>
                <a:gd name="connsiteY183" fmla="*/ 497182 h 574510"/>
                <a:gd name="connsiteX184" fmla="*/ 124348 w 145577"/>
                <a:gd name="connsiteY184" fmla="*/ 497182 h 574510"/>
                <a:gd name="connsiteX185" fmla="*/ 125092 w 145577"/>
                <a:gd name="connsiteY185" fmla="*/ 500158 h 574510"/>
                <a:gd name="connsiteX186" fmla="*/ 127325 w 145577"/>
                <a:gd name="connsiteY186" fmla="*/ 501647 h 574510"/>
                <a:gd name="connsiteX187" fmla="*/ 128069 w 145577"/>
                <a:gd name="connsiteY187" fmla="*/ 506112 h 574510"/>
                <a:gd name="connsiteX188" fmla="*/ 129557 w 145577"/>
                <a:gd name="connsiteY188" fmla="*/ 506856 h 574510"/>
                <a:gd name="connsiteX189" fmla="*/ 129883 w 145577"/>
                <a:gd name="connsiteY189" fmla="*/ 508344 h 574510"/>
                <a:gd name="connsiteX190" fmla="*/ 130301 w 145577"/>
                <a:gd name="connsiteY190" fmla="*/ 509832 h 574510"/>
                <a:gd name="connsiteX191" fmla="*/ 132534 w 145577"/>
                <a:gd name="connsiteY191" fmla="*/ 510576 h 574510"/>
                <a:gd name="connsiteX192" fmla="*/ 134022 w 145577"/>
                <a:gd name="connsiteY192" fmla="*/ 514297 h 574510"/>
                <a:gd name="connsiteX193" fmla="*/ 138487 w 145577"/>
                <a:gd name="connsiteY193" fmla="*/ 519506 h 574510"/>
                <a:gd name="connsiteX194" fmla="*/ 139231 w 145577"/>
                <a:gd name="connsiteY194" fmla="*/ 523227 h 574510"/>
                <a:gd name="connsiteX195" fmla="*/ 140719 w 145577"/>
                <a:gd name="connsiteY195" fmla="*/ 523971 h 574510"/>
                <a:gd name="connsiteX196" fmla="*/ 141045 w 145577"/>
                <a:gd name="connsiteY196" fmla="*/ 525366 h 574510"/>
                <a:gd name="connsiteX197" fmla="*/ 143696 w 145577"/>
                <a:gd name="connsiteY197" fmla="*/ 529180 h 574510"/>
                <a:gd name="connsiteX198" fmla="*/ 147417 w 145577"/>
                <a:gd name="connsiteY198" fmla="*/ 534389 h 574510"/>
                <a:gd name="connsiteX199" fmla="*/ 148905 w 145577"/>
                <a:gd name="connsiteY199" fmla="*/ 535133 h 574510"/>
                <a:gd name="connsiteX200" fmla="*/ 149463 w 145577"/>
                <a:gd name="connsiteY200" fmla="*/ 537272 h 574510"/>
                <a:gd name="connsiteX201" fmla="*/ 150393 w 145577"/>
                <a:gd name="connsiteY201" fmla="*/ 539598 h 574510"/>
                <a:gd name="connsiteX202" fmla="*/ 152719 w 145577"/>
                <a:gd name="connsiteY202" fmla="*/ 540482 h 574510"/>
                <a:gd name="connsiteX203" fmla="*/ 154858 w 145577"/>
                <a:gd name="connsiteY203" fmla="*/ 541830 h 574510"/>
                <a:gd name="connsiteX204" fmla="*/ 154858 w 145577"/>
                <a:gd name="connsiteY204" fmla="*/ 550016 h 574510"/>
                <a:gd name="connsiteX205" fmla="*/ 151509 w 145577"/>
                <a:gd name="connsiteY205" fmla="*/ 550993 h 574510"/>
                <a:gd name="connsiteX206" fmla="*/ 148905 w 145577"/>
                <a:gd name="connsiteY206" fmla="*/ 551504 h 574510"/>
                <a:gd name="connsiteX207" fmla="*/ 148579 w 145577"/>
                <a:gd name="connsiteY207" fmla="*/ 553039 h 574510"/>
                <a:gd name="connsiteX208" fmla="*/ 148161 w 145577"/>
                <a:gd name="connsiteY208" fmla="*/ 554481 h 574510"/>
                <a:gd name="connsiteX209" fmla="*/ 142208 w 145577"/>
                <a:gd name="connsiteY209" fmla="*/ 554481 h 574510"/>
                <a:gd name="connsiteX210" fmla="*/ 142208 w 145577"/>
                <a:gd name="connsiteY210" fmla="*/ 557457 h 574510"/>
                <a:gd name="connsiteX211" fmla="*/ 139231 w 145577"/>
                <a:gd name="connsiteY211" fmla="*/ 558248 h 574510"/>
                <a:gd name="connsiteX212" fmla="*/ 136255 w 145577"/>
                <a:gd name="connsiteY212" fmla="*/ 558946 h 574510"/>
                <a:gd name="connsiteX213" fmla="*/ 136255 w 145577"/>
                <a:gd name="connsiteY213" fmla="*/ 561178 h 574510"/>
                <a:gd name="connsiteX214" fmla="*/ 134816 w 145577"/>
                <a:gd name="connsiteY214" fmla="*/ 561262 h 574510"/>
                <a:gd name="connsiteX215" fmla="*/ 132952 w 145577"/>
                <a:gd name="connsiteY215" fmla="*/ 561410 h 574510"/>
                <a:gd name="connsiteX216" fmla="*/ 131095 w 145577"/>
                <a:gd name="connsiteY216" fmla="*/ 561541 h 574510"/>
                <a:gd name="connsiteX217" fmla="*/ 129557 w 145577"/>
                <a:gd name="connsiteY217" fmla="*/ 561922 h 574510"/>
                <a:gd name="connsiteX218" fmla="*/ 128813 w 145577"/>
                <a:gd name="connsiteY218" fmla="*/ 564154 h 574510"/>
                <a:gd name="connsiteX219" fmla="*/ 126162 w 145577"/>
                <a:gd name="connsiteY219" fmla="*/ 564899 h 574510"/>
                <a:gd name="connsiteX220" fmla="*/ 123604 w 145577"/>
                <a:gd name="connsiteY220" fmla="*/ 565643 h 574510"/>
                <a:gd name="connsiteX221" fmla="*/ 123604 w 145577"/>
                <a:gd name="connsiteY221" fmla="*/ 567875 h 574510"/>
                <a:gd name="connsiteX222" fmla="*/ 120721 w 145577"/>
                <a:gd name="connsiteY222" fmla="*/ 568061 h 574510"/>
                <a:gd name="connsiteX223" fmla="*/ 117651 w 145577"/>
                <a:gd name="connsiteY223" fmla="*/ 568619 h 574510"/>
                <a:gd name="connsiteX224" fmla="*/ 116163 w 145577"/>
                <a:gd name="connsiteY224" fmla="*/ 571596 h 574510"/>
                <a:gd name="connsiteX225" fmla="*/ 110954 w 145577"/>
                <a:gd name="connsiteY225" fmla="*/ 572340 h 574510"/>
                <a:gd name="connsiteX226" fmla="*/ 110210 w 145577"/>
                <a:gd name="connsiteY226" fmla="*/ 574572 h 574510"/>
                <a:gd name="connsiteX227" fmla="*/ 103512 w 145577"/>
                <a:gd name="connsiteY227" fmla="*/ 574572 h 574510"/>
                <a:gd name="connsiteX228" fmla="*/ 102024 w 145577"/>
                <a:gd name="connsiteY228" fmla="*/ 568619 h 574510"/>
                <a:gd name="connsiteX229" fmla="*/ 99792 w 145577"/>
                <a:gd name="connsiteY229" fmla="*/ 567875 h 574510"/>
                <a:gd name="connsiteX230" fmla="*/ 96397 w 145577"/>
                <a:gd name="connsiteY230" fmla="*/ 563410 h 574510"/>
                <a:gd name="connsiteX231" fmla="*/ 91606 w 145577"/>
                <a:gd name="connsiteY231" fmla="*/ 558201 h 574510"/>
                <a:gd name="connsiteX232" fmla="*/ 90862 w 145577"/>
                <a:gd name="connsiteY232" fmla="*/ 554481 h 574510"/>
                <a:gd name="connsiteX233" fmla="*/ 89374 w 145577"/>
                <a:gd name="connsiteY233" fmla="*/ 553737 h 574510"/>
                <a:gd name="connsiteX234" fmla="*/ 88630 w 145577"/>
                <a:gd name="connsiteY234" fmla="*/ 551504 h 574510"/>
                <a:gd name="connsiteX235" fmla="*/ 87467 w 145577"/>
                <a:gd name="connsiteY235" fmla="*/ 550388 h 574510"/>
                <a:gd name="connsiteX236" fmla="*/ 86397 w 145577"/>
                <a:gd name="connsiteY236" fmla="*/ 547039 h 574510"/>
                <a:gd name="connsiteX237" fmla="*/ 84165 w 145577"/>
                <a:gd name="connsiteY237" fmla="*/ 546295 h 574510"/>
                <a:gd name="connsiteX238" fmla="*/ 82676 w 145577"/>
                <a:gd name="connsiteY238" fmla="*/ 543319 h 574510"/>
                <a:gd name="connsiteX239" fmla="*/ 81188 w 145577"/>
                <a:gd name="connsiteY239" fmla="*/ 542574 h 574510"/>
                <a:gd name="connsiteX240" fmla="*/ 80863 w 145577"/>
                <a:gd name="connsiteY240" fmla="*/ 540342 h 574510"/>
                <a:gd name="connsiteX241" fmla="*/ 80444 w 145577"/>
                <a:gd name="connsiteY241" fmla="*/ 538110 h 574510"/>
                <a:gd name="connsiteX242" fmla="*/ 78212 w 145577"/>
                <a:gd name="connsiteY242" fmla="*/ 537365 h 574510"/>
                <a:gd name="connsiteX243" fmla="*/ 78212 w 145577"/>
                <a:gd name="connsiteY243" fmla="*/ 533645 h 574510"/>
                <a:gd name="connsiteX244" fmla="*/ 75979 w 145577"/>
                <a:gd name="connsiteY244" fmla="*/ 533645 h 574510"/>
                <a:gd name="connsiteX245" fmla="*/ 74491 w 145577"/>
                <a:gd name="connsiteY245" fmla="*/ 529924 h 574510"/>
                <a:gd name="connsiteX246" fmla="*/ 73003 w 145577"/>
                <a:gd name="connsiteY246" fmla="*/ 529180 h 574510"/>
                <a:gd name="connsiteX247" fmla="*/ 71514 w 145577"/>
                <a:gd name="connsiteY247" fmla="*/ 525459 h 574510"/>
                <a:gd name="connsiteX248" fmla="*/ 70026 w 145577"/>
                <a:gd name="connsiteY248" fmla="*/ 524715 h 574510"/>
                <a:gd name="connsiteX249" fmla="*/ 69282 w 145577"/>
                <a:gd name="connsiteY249" fmla="*/ 520250 h 574510"/>
                <a:gd name="connsiteX250" fmla="*/ 67794 w 145577"/>
                <a:gd name="connsiteY250" fmla="*/ 519506 h 574510"/>
                <a:gd name="connsiteX251" fmla="*/ 66305 w 145577"/>
                <a:gd name="connsiteY251" fmla="*/ 515785 h 574510"/>
                <a:gd name="connsiteX252" fmla="*/ 64817 w 145577"/>
                <a:gd name="connsiteY252" fmla="*/ 515041 h 574510"/>
                <a:gd name="connsiteX253" fmla="*/ 63329 w 145577"/>
                <a:gd name="connsiteY253" fmla="*/ 509832 h 574510"/>
                <a:gd name="connsiteX254" fmla="*/ 61840 w 145577"/>
                <a:gd name="connsiteY254" fmla="*/ 509088 h 574510"/>
                <a:gd name="connsiteX255" fmla="*/ 60352 w 145577"/>
                <a:gd name="connsiteY255" fmla="*/ 505367 h 574510"/>
                <a:gd name="connsiteX256" fmla="*/ 58864 w 145577"/>
                <a:gd name="connsiteY256" fmla="*/ 503879 h 574510"/>
                <a:gd name="connsiteX257" fmla="*/ 58864 w 145577"/>
                <a:gd name="connsiteY257" fmla="*/ 499414 h 574510"/>
                <a:gd name="connsiteX258" fmla="*/ 56631 w 145577"/>
                <a:gd name="connsiteY258" fmla="*/ 499414 h 574510"/>
                <a:gd name="connsiteX259" fmla="*/ 55143 w 145577"/>
                <a:gd name="connsiteY259" fmla="*/ 494205 h 574510"/>
                <a:gd name="connsiteX260" fmla="*/ 53655 w 145577"/>
                <a:gd name="connsiteY260" fmla="*/ 494205 h 574510"/>
                <a:gd name="connsiteX261" fmla="*/ 53422 w 145577"/>
                <a:gd name="connsiteY261" fmla="*/ 491647 h 574510"/>
                <a:gd name="connsiteX262" fmla="*/ 52911 w 145577"/>
                <a:gd name="connsiteY262" fmla="*/ 488996 h 574510"/>
                <a:gd name="connsiteX263" fmla="*/ 50678 w 145577"/>
                <a:gd name="connsiteY263" fmla="*/ 488252 h 574510"/>
                <a:gd name="connsiteX264" fmla="*/ 50539 w 145577"/>
                <a:gd name="connsiteY264" fmla="*/ 484857 h 574510"/>
                <a:gd name="connsiteX265" fmla="*/ 50600 w 145577"/>
                <a:gd name="connsiteY265" fmla="*/ 482994 h 574510"/>
                <a:gd name="connsiteX266" fmla="*/ 50678 w 145577"/>
                <a:gd name="connsiteY266" fmla="*/ 481555 h 574510"/>
                <a:gd name="connsiteX267" fmla="*/ 48446 w 145577"/>
                <a:gd name="connsiteY267" fmla="*/ 481555 h 574510"/>
                <a:gd name="connsiteX268" fmla="*/ 47655 w 145577"/>
                <a:gd name="connsiteY268" fmla="*/ 478625 h 574510"/>
                <a:gd name="connsiteX269" fmla="*/ 46958 w 145577"/>
                <a:gd name="connsiteY269" fmla="*/ 475602 h 574510"/>
                <a:gd name="connsiteX270" fmla="*/ 45469 w 145577"/>
                <a:gd name="connsiteY270" fmla="*/ 474858 h 574510"/>
                <a:gd name="connsiteX271" fmla="*/ 45054 w 145577"/>
                <a:gd name="connsiteY271" fmla="*/ 470253 h 574510"/>
                <a:gd name="connsiteX272" fmla="*/ 44725 w 145577"/>
                <a:gd name="connsiteY272" fmla="*/ 468904 h 574510"/>
                <a:gd name="connsiteX273" fmla="*/ 42493 w 145577"/>
                <a:gd name="connsiteY273" fmla="*/ 468160 h 574510"/>
                <a:gd name="connsiteX274" fmla="*/ 42074 w 145577"/>
                <a:gd name="connsiteY274" fmla="*/ 465184 h 574510"/>
                <a:gd name="connsiteX275" fmla="*/ 41749 w 145577"/>
                <a:gd name="connsiteY275" fmla="*/ 462207 h 574510"/>
                <a:gd name="connsiteX276" fmla="*/ 40260 w 145577"/>
                <a:gd name="connsiteY276" fmla="*/ 461463 h 574510"/>
                <a:gd name="connsiteX277" fmla="*/ 39795 w 145577"/>
                <a:gd name="connsiteY277" fmla="*/ 457696 h 574510"/>
                <a:gd name="connsiteX278" fmla="*/ 39627 w 145577"/>
                <a:gd name="connsiteY278" fmla="*/ 455623 h 574510"/>
                <a:gd name="connsiteX279" fmla="*/ 39516 w 145577"/>
                <a:gd name="connsiteY279" fmla="*/ 454022 h 574510"/>
                <a:gd name="connsiteX280" fmla="*/ 37284 w 145577"/>
                <a:gd name="connsiteY280" fmla="*/ 454022 h 574510"/>
                <a:gd name="connsiteX281" fmla="*/ 36540 w 145577"/>
                <a:gd name="connsiteY281" fmla="*/ 445836 h 574510"/>
                <a:gd name="connsiteX282" fmla="*/ 34307 w 145577"/>
                <a:gd name="connsiteY282" fmla="*/ 446580 h 574510"/>
                <a:gd name="connsiteX283" fmla="*/ 34197 w 145577"/>
                <a:gd name="connsiteY283" fmla="*/ 444816 h 574510"/>
                <a:gd name="connsiteX284" fmla="*/ 34028 w 145577"/>
                <a:gd name="connsiteY284" fmla="*/ 442534 h 574510"/>
                <a:gd name="connsiteX285" fmla="*/ 33871 w 145577"/>
                <a:gd name="connsiteY285" fmla="*/ 440258 h 574510"/>
                <a:gd name="connsiteX286" fmla="*/ 33563 w 145577"/>
                <a:gd name="connsiteY286" fmla="*/ 438395 h 574510"/>
                <a:gd name="connsiteX287" fmla="*/ 32075 w 145577"/>
                <a:gd name="connsiteY287" fmla="*/ 437651 h 574510"/>
                <a:gd name="connsiteX288" fmla="*/ 31005 w 145577"/>
                <a:gd name="connsiteY288" fmla="*/ 430721 h 574510"/>
                <a:gd name="connsiteX289" fmla="*/ 30587 w 145577"/>
                <a:gd name="connsiteY289" fmla="*/ 428721 h 574510"/>
                <a:gd name="connsiteX290" fmla="*/ 29098 w 145577"/>
                <a:gd name="connsiteY290" fmla="*/ 427977 h 574510"/>
                <a:gd name="connsiteX291" fmla="*/ 28683 w 145577"/>
                <a:gd name="connsiteY291" fmla="*/ 421628 h 574510"/>
                <a:gd name="connsiteX292" fmla="*/ 28354 w 145577"/>
                <a:gd name="connsiteY292" fmla="*/ 419791 h 574510"/>
                <a:gd name="connsiteX293" fmla="*/ 26122 w 145577"/>
                <a:gd name="connsiteY293" fmla="*/ 419047 h 574510"/>
                <a:gd name="connsiteX294" fmla="*/ 25703 w 145577"/>
                <a:gd name="connsiteY294" fmla="*/ 413838 h 574510"/>
                <a:gd name="connsiteX295" fmla="*/ 25378 w 145577"/>
                <a:gd name="connsiteY295" fmla="*/ 408629 h 574510"/>
                <a:gd name="connsiteX296" fmla="*/ 23889 w 145577"/>
                <a:gd name="connsiteY296" fmla="*/ 407885 h 574510"/>
                <a:gd name="connsiteX297" fmla="*/ 23337 w 145577"/>
                <a:gd name="connsiteY297" fmla="*/ 399397 h 574510"/>
                <a:gd name="connsiteX298" fmla="*/ 22041 w 145577"/>
                <a:gd name="connsiteY298" fmla="*/ 396437 h 574510"/>
                <a:gd name="connsiteX299" fmla="*/ 20532 w 145577"/>
                <a:gd name="connsiteY299" fmla="*/ 391924 h 574510"/>
                <a:gd name="connsiteX300" fmla="*/ 20452 w 145577"/>
                <a:gd name="connsiteY300" fmla="*/ 390013 h 574510"/>
                <a:gd name="connsiteX301" fmla="*/ 20401 w 145577"/>
                <a:gd name="connsiteY301" fmla="*/ 388026 h 574510"/>
                <a:gd name="connsiteX302" fmla="*/ 20324 w 145577"/>
                <a:gd name="connsiteY302" fmla="*/ 386013 h 574510"/>
                <a:gd name="connsiteX303" fmla="*/ 20169 w 145577"/>
                <a:gd name="connsiteY303" fmla="*/ 381096 h 574510"/>
                <a:gd name="connsiteX304" fmla="*/ 17936 w 145577"/>
                <a:gd name="connsiteY304" fmla="*/ 381096 h 574510"/>
                <a:gd name="connsiteX305" fmla="*/ 17891 w 145577"/>
                <a:gd name="connsiteY305" fmla="*/ 379673 h 574510"/>
                <a:gd name="connsiteX306" fmla="*/ 17657 w 145577"/>
                <a:gd name="connsiteY306" fmla="*/ 373329 h 574510"/>
                <a:gd name="connsiteX307" fmla="*/ 17587 w 145577"/>
                <a:gd name="connsiteY307" fmla="*/ 371089 h 574510"/>
                <a:gd name="connsiteX308" fmla="*/ 17500 w 145577"/>
                <a:gd name="connsiteY308" fmla="*/ 368960 h 574510"/>
                <a:gd name="connsiteX309" fmla="*/ 17429 w 145577"/>
                <a:gd name="connsiteY309" fmla="*/ 366988 h 574510"/>
                <a:gd name="connsiteX310" fmla="*/ 17192 w 145577"/>
                <a:gd name="connsiteY310" fmla="*/ 365469 h 574510"/>
                <a:gd name="connsiteX311" fmla="*/ 15704 w 145577"/>
                <a:gd name="connsiteY311" fmla="*/ 364725 h 574510"/>
                <a:gd name="connsiteX312" fmla="*/ 14939 w 145577"/>
                <a:gd name="connsiteY312" fmla="*/ 358798 h 574510"/>
                <a:gd name="connsiteX313" fmla="*/ 14967 w 145577"/>
                <a:gd name="connsiteY313" fmla="*/ 356622 h 574510"/>
                <a:gd name="connsiteX314" fmla="*/ 15054 w 145577"/>
                <a:gd name="connsiteY314" fmla="*/ 352093 h 574510"/>
                <a:gd name="connsiteX315" fmla="*/ 15079 w 145577"/>
                <a:gd name="connsiteY315" fmla="*/ 349915 h 574510"/>
                <a:gd name="connsiteX316" fmla="*/ 15117 w 145577"/>
                <a:gd name="connsiteY316" fmla="*/ 347927 h 574510"/>
                <a:gd name="connsiteX317" fmla="*/ 13471 w 145577"/>
                <a:gd name="connsiteY317" fmla="*/ 343145 h 574510"/>
                <a:gd name="connsiteX318" fmla="*/ 12727 w 145577"/>
                <a:gd name="connsiteY318" fmla="*/ 343145 h 574510"/>
                <a:gd name="connsiteX319" fmla="*/ 12714 w 145577"/>
                <a:gd name="connsiteY319" fmla="*/ 341144 h 574510"/>
                <a:gd name="connsiteX320" fmla="*/ 12552 w 145577"/>
                <a:gd name="connsiteY320" fmla="*/ 322517 h 574510"/>
                <a:gd name="connsiteX321" fmla="*/ 12469 w 145577"/>
                <a:gd name="connsiteY321" fmla="*/ 312940 h 574510"/>
                <a:gd name="connsiteX322" fmla="*/ 12383 w 145577"/>
                <a:gd name="connsiteY322" fmla="*/ 303705 h 574510"/>
                <a:gd name="connsiteX323" fmla="*/ 12357 w 145577"/>
                <a:gd name="connsiteY323" fmla="*/ 300174 h 574510"/>
                <a:gd name="connsiteX324" fmla="*/ 12305 w 145577"/>
                <a:gd name="connsiteY324" fmla="*/ 295245 h 574510"/>
                <a:gd name="connsiteX325" fmla="*/ 12280 w 145577"/>
                <a:gd name="connsiteY325" fmla="*/ 292406 h 574510"/>
                <a:gd name="connsiteX326" fmla="*/ 11983 w 145577"/>
                <a:gd name="connsiteY326" fmla="*/ 290311 h 574510"/>
                <a:gd name="connsiteX327" fmla="*/ 9751 w 145577"/>
                <a:gd name="connsiteY327" fmla="*/ 289567 h 574510"/>
                <a:gd name="connsiteX328" fmla="*/ 9751 w 145577"/>
                <a:gd name="connsiteY328" fmla="*/ 283614 h 574510"/>
                <a:gd name="connsiteX329" fmla="*/ 11239 w 145577"/>
                <a:gd name="connsiteY329" fmla="*/ 283614 h 574510"/>
                <a:gd name="connsiteX330" fmla="*/ 12100 w 145577"/>
                <a:gd name="connsiteY330" fmla="*/ 277347 h 574510"/>
                <a:gd name="connsiteX331" fmla="*/ 12112 w 145577"/>
                <a:gd name="connsiteY331" fmla="*/ 275861 h 574510"/>
                <a:gd name="connsiteX332" fmla="*/ 12131 w 145577"/>
                <a:gd name="connsiteY332" fmla="*/ 272665 h 574510"/>
                <a:gd name="connsiteX333" fmla="*/ 12171 w 145577"/>
                <a:gd name="connsiteY333" fmla="*/ 267608 h 574510"/>
                <a:gd name="connsiteX334" fmla="*/ 12282 w 145577"/>
                <a:gd name="connsiteY334" fmla="*/ 253230 h 574510"/>
                <a:gd name="connsiteX335" fmla="*/ 12357 w 145577"/>
                <a:gd name="connsiteY335" fmla="*/ 244438 h 574510"/>
                <a:gd name="connsiteX336" fmla="*/ 12376 w 145577"/>
                <a:gd name="connsiteY336" fmla="*/ 241085 h 574510"/>
                <a:gd name="connsiteX337" fmla="*/ 12417 w 145577"/>
                <a:gd name="connsiteY337" fmla="*/ 236399 h 574510"/>
                <a:gd name="connsiteX338" fmla="*/ 12435 w 145577"/>
                <a:gd name="connsiteY338" fmla="*/ 233703 h 574510"/>
                <a:gd name="connsiteX339" fmla="*/ 14960 w 145577"/>
                <a:gd name="connsiteY339" fmla="*/ 229291 h 574510"/>
                <a:gd name="connsiteX340" fmla="*/ 15125 w 145577"/>
                <a:gd name="connsiteY340" fmla="*/ 225649 h 574510"/>
                <a:gd name="connsiteX341" fmla="*/ 15083 w 145577"/>
                <a:gd name="connsiteY341" fmla="*/ 223494 h 574510"/>
                <a:gd name="connsiteX342" fmla="*/ 15006 w 145577"/>
                <a:gd name="connsiteY342" fmla="*/ 221245 h 574510"/>
                <a:gd name="connsiteX343" fmla="*/ 16448 w 145577"/>
                <a:gd name="connsiteY343" fmla="*/ 208455 h 574510"/>
                <a:gd name="connsiteX344" fmla="*/ 17192 w 145577"/>
                <a:gd name="connsiteY344" fmla="*/ 207711 h 574510"/>
                <a:gd name="connsiteX345" fmla="*/ 17427 w 145577"/>
                <a:gd name="connsiteY345" fmla="*/ 204383 h 574510"/>
                <a:gd name="connsiteX346" fmla="*/ 17522 w 145577"/>
                <a:gd name="connsiteY346" fmla="*/ 202355 h 574510"/>
                <a:gd name="connsiteX347" fmla="*/ 17611 w 145577"/>
                <a:gd name="connsiteY347" fmla="*/ 200223 h 574510"/>
                <a:gd name="connsiteX348" fmla="*/ 17708 w 145577"/>
                <a:gd name="connsiteY348" fmla="*/ 198082 h 574510"/>
                <a:gd name="connsiteX349" fmla="*/ 17936 w 145577"/>
                <a:gd name="connsiteY349" fmla="*/ 192828 h 574510"/>
                <a:gd name="connsiteX350" fmla="*/ 20169 w 145577"/>
                <a:gd name="connsiteY350" fmla="*/ 192828 h 574510"/>
                <a:gd name="connsiteX351" fmla="*/ 20913 w 145577"/>
                <a:gd name="connsiteY351" fmla="*/ 177946 h 574510"/>
                <a:gd name="connsiteX352" fmla="*/ 23145 w 145577"/>
                <a:gd name="connsiteY352" fmla="*/ 177946 h 574510"/>
                <a:gd name="connsiteX353" fmla="*/ 23119 w 145577"/>
                <a:gd name="connsiteY353" fmla="*/ 175719 h 574510"/>
                <a:gd name="connsiteX354" fmla="*/ 23099 w 145577"/>
                <a:gd name="connsiteY354" fmla="*/ 172830 h 574510"/>
                <a:gd name="connsiteX355" fmla="*/ 23072 w 145577"/>
                <a:gd name="connsiteY355" fmla="*/ 169952 h 574510"/>
                <a:gd name="connsiteX356" fmla="*/ 23889 w 145577"/>
                <a:gd name="connsiteY356" fmla="*/ 166039 h 574510"/>
                <a:gd name="connsiteX357" fmla="*/ 26122 w 145577"/>
                <a:gd name="connsiteY357" fmla="*/ 166039 h 574510"/>
                <a:gd name="connsiteX358" fmla="*/ 26043 w 145577"/>
                <a:gd name="connsiteY358" fmla="*/ 163624 h 574510"/>
                <a:gd name="connsiteX359" fmla="*/ 25982 w 145577"/>
                <a:gd name="connsiteY359" fmla="*/ 160505 h 574510"/>
                <a:gd name="connsiteX360" fmla="*/ 25926 w 145577"/>
                <a:gd name="connsiteY360" fmla="*/ 158910 h 574510"/>
                <a:gd name="connsiteX361" fmla="*/ 26122 w 145577"/>
                <a:gd name="connsiteY361" fmla="*/ 154877 h 574510"/>
                <a:gd name="connsiteX362" fmla="*/ 28354 w 145577"/>
                <a:gd name="connsiteY362" fmla="*/ 154133 h 574510"/>
                <a:gd name="connsiteX363" fmla="*/ 28726 w 145577"/>
                <a:gd name="connsiteY363" fmla="*/ 150087 h 574510"/>
                <a:gd name="connsiteX364" fmla="*/ 29098 w 145577"/>
                <a:gd name="connsiteY364" fmla="*/ 145948 h 574510"/>
                <a:gd name="connsiteX365" fmla="*/ 31331 w 145577"/>
                <a:gd name="connsiteY365" fmla="*/ 144459 h 574510"/>
                <a:gd name="connsiteX366" fmla="*/ 31749 w 145577"/>
                <a:gd name="connsiteY366" fmla="*/ 140320 h 574510"/>
                <a:gd name="connsiteX367" fmla="*/ 32075 w 145577"/>
                <a:gd name="connsiteY367" fmla="*/ 136274 h 574510"/>
                <a:gd name="connsiteX368" fmla="*/ 33563 w 145577"/>
                <a:gd name="connsiteY368" fmla="*/ 135530 h 574510"/>
                <a:gd name="connsiteX369" fmla="*/ 34028 w 145577"/>
                <a:gd name="connsiteY369" fmla="*/ 131390 h 574510"/>
                <a:gd name="connsiteX370" fmla="*/ 34197 w 145577"/>
                <a:gd name="connsiteY370" fmla="*/ 129108 h 574510"/>
                <a:gd name="connsiteX371" fmla="*/ 34307 w 145577"/>
                <a:gd name="connsiteY371" fmla="*/ 127344 h 574510"/>
                <a:gd name="connsiteX372" fmla="*/ 36540 w 145577"/>
                <a:gd name="connsiteY372" fmla="*/ 128088 h 574510"/>
                <a:gd name="connsiteX373" fmla="*/ 37284 w 145577"/>
                <a:gd name="connsiteY373" fmla="*/ 119903 h 574510"/>
                <a:gd name="connsiteX374" fmla="*/ 39516 w 145577"/>
                <a:gd name="connsiteY374" fmla="*/ 119903 h 574510"/>
                <a:gd name="connsiteX375" fmla="*/ 39627 w 145577"/>
                <a:gd name="connsiteY375" fmla="*/ 118138 h 574510"/>
                <a:gd name="connsiteX376" fmla="*/ 39795 w 145577"/>
                <a:gd name="connsiteY376" fmla="*/ 115856 h 574510"/>
                <a:gd name="connsiteX377" fmla="*/ 39952 w 145577"/>
                <a:gd name="connsiteY377" fmla="*/ 113580 h 574510"/>
                <a:gd name="connsiteX378" fmla="*/ 40260 w 145577"/>
                <a:gd name="connsiteY378" fmla="*/ 111717 h 574510"/>
                <a:gd name="connsiteX379" fmla="*/ 41749 w 145577"/>
                <a:gd name="connsiteY379" fmla="*/ 110973 h 574510"/>
                <a:gd name="connsiteX380" fmla="*/ 42164 w 145577"/>
                <a:gd name="connsiteY380" fmla="*/ 106369 h 574510"/>
                <a:gd name="connsiteX381" fmla="*/ 42493 w 145577"/>
                <a:gd name="connsiteY381" fmla="*/ 105020 h 574510"/>
                <a:gd name="connsiteX382" fmla="*/ 44725 w 145577"/>
                <a:gd name="connsiteY382" fmla="*/ 104276 h 574510"/>
                <a:gd name="connsiteX383" fmla="*/ 45167 w 145577"/>
                <a:gd name="connsiteY383" fmla="*/ 99744 h 574510"/>
                <a:gd name="connsiteX384" fmla="*/ 47702 w 145577"/>
                <a:gd name="connsiteY384" fmla="*/ 96834 h 574510"/>
                <a:gd name="connsiteX385" fmla="*/ 48446 w 145577"/>
                <a:gd name="connsiteY385" fmla="*/ 93114 h 574510"/>
                <a:gd name="connsiteX386" fmla="*/ 49934 w 145577"/>
                <a:gd name="connsiteY386" fmla="*/ 92369 h 574510"/>
                <a:gd name="connsiteX387" fmla="*/ 50350 w 145577"/>
                <a:gd name="connsiteY387" fmla="*/ 87765 h 574510"/>
                <a:gd name="connsiteX388" fmla="*/ 50678 w 145577"/>
                <a:gd name="connsiteY388" fmla="*/ 86416 h 574510"/>
                <a:gd name="connsiteX389" fmla="*/ 52911 w 145577"/>
                <a:gd name="connsiteY389" fmla="*/ 85672 h 574510"/>
                <a:gd name="connsiteX390" fmla="*/ 53283 w 145577"/>
                <a:gd name="connsiteY390" fmla="*/ 83068 h 574510"/>
                <a:gd name="connsiteX391" fmla="*/ 53655 w 145577"/>
                <a:gd name="connsiteY391" fmla="*/ 80463 h 574510"/>
                <a:gd name="connsiteX392" fmla="*/ 55887 w 145577"/>
                <a:gd name="connsiteY392" fmla="*/ 79719 h 574510"/>
                <a:gd name="connsiteX393" fmla="*/ 56631 w 145577"/>
                <a:gd name="connsiteY393" fmla="*/ 74510 h 574510"/>
                <a:gd name="connsiteX394" fmla="*/ 58120 w 145577"/>
                <a:gd name="connsiteY394" fmla="*/ 73766 h 574510"/>
                <a:gd name="connsiteX395" fmla="*/ 58864 w 145577"/>
                <a:gd name="connsiteY395" fmla="*/ 71533 h 574510"/>
                <a:gd name="connsiteX396" fmla="*/ 61096 w 145577"/>
                <a:gd name="connsiteY396" fmla="*/ 68557 h 574510"/>
                <a:gd name="connsiteX397" fmla="*/ 61422 w 145577"/>
                <a:gd name="connsiteY397" fmla="*/ 66371 h 574510"/>
                <a:gd name="connsiteX398" fmla="*/ 61840 w 145577"/>
                <a:gd name="connsiteY398" fmla="*/ 64092 h 574510"/>
                <a:gd name="connsiteX399" fmla="*/ 64073 w 145577"/>
                <a:gd name="connsiteY399" fmla="*/ 62604 h 574510"/>
                <a:gd name="connsiteX400" fmla="*/ 65561 w 145577"/>
                <a:gd name="connsiteY400" fmla="*/ 58883 h 574510"/>
                <a:gd name="connsiteX401" fmla="*/ 67049 w 145577"/>
                <a:gd name="connsiteY401" fmla="*/ 58883 h 574510"/>
                <a:gd name="connsiteX402" fmla="*/ 66910 w 145577"/>
                <a:gd name="connsiteY402" fmla="*/ 56744 h 574510"/>
                <a:gd name="connsiteX403" fmla="*/ 67049 w 145577"/>
                <a:gd name="connsiteY403" fmla="*/ 54418 h 574510"/>
                <a:gd name="connsiteX404" fmla="*/ 69282 w 145577"/>
                <a:gd name="connsiteY404" fmla="*/ 52930 h 574510"/>
                <a:gd name="connsiteX405" fmla="*/ 69654 w 145577"/>
                <a:gd name="connsiteY405" fmla="*/ 51070 h 574510"/>
                <a:gd name="connsiteX406" fmla="*/ 72258 w 145577"/>
                <a:gd name="connsiteY406" fmla="*/ 47721 h 574510"/>
                <a:gd name="connsiteX407" fmla="*/ 73747 w 145577"/>
                <a:gd name="connsiteY407" fmla="*/ 44000 h 574510"/>
                <a:gd name="connsiteX408" fmla="*/ 77467 w 145577"/>
                <a:gd name="connsiteY408" fmla="*/ 38791 h 574510"/>
                <a:gd name="connsiteX409" fmla="*/ 78212 w 145577"/>
                <a:gd name="connsiteY409" fmla="*/ 37303 h 574510"/>
                <a:gd name="connsiteX410" fmla="*/ 80444 w 145577"/>
                <a:gd name="connsiteY410" fmla="*/ 35071 h 574510"/>
                <a:gd name="connsiteX411" fmla="*/ 80816 w 145577"/>
                <a:gd name="connsiteY411" fmla="*/ 33582 h 574510"/>
                <a:gd name="connsiteX412" fmla="*/ 81188 w 145577"/>
                <a:gd name="connsiteY412" fmla="*/ 32094 h 574510"/>
                <a:gd name="connsiteX413" fmla="*/ 82676 w 145577"/>
                <a:gd name="connsiteY413" fmla="*/ 31350 h 574510"/>
                <a:gd name="connsiteX414" fmla="*/ 83002 w 145577"/>
                <a:gd name="connsiteY414" fmla="*/ 29583 h 574510"/>
                <a:gd name="connsiteX415" fmla="*/ 85653 w 145577"/>
                <a:gd name="connsiteY415" fmla="*/ 25397 h 574510"/>
                <a:gd name="connsiteX416" fmla="*/ 86444 w 145577"/>
                <a:gd name="connsiteY416" fmla="*/ 23815 h 574510"/>
                <a:gd name="connsiteX417" fmla="*/ 88630 w 145577"/>
                <a:gd name="connsiteY417" fmla="*/ 21676 h 574510"/>
                <a:gd name="connsiteX418" fmla="*/ 89374 w 145577"/>
                <a:gd name="connsiteY418" fmla="*/ 20141 h 574510"/>
                <a:gd name="connsiteX419" fmla="*/ 90118 w 145577"/>
                <a:gd name="connsiteY419" fmla="*/ 18699 h 574510"/>
                <a:gd name="connsiteX420" fmla="*/ 91606 w 145577"/>
                <a:gd name="connsiteY420" fmla="*/ 18699 h 574510"/>
                <a:gd name="connsiteX421" fmla="*/ 92350 w 145577"/>
                <a:gd name="connsiteY421" fmla="*/ 16839 h 574510"/>
                <a:gd name="connsiteX422" fmla="*/ 93094 w 145577"/>
                <a:gd name="connsiteY422" fmla="*/ 14979 h 574510"/>
                <a:gd name="connsiteX423" fmla="*/ 94583 w 145577"/>
                <a:gd name="connsiteY423" fmla="*/ 14979 h 574510"/>
                <a:gd name="connsiteX424" fmla="*/ 95327 w 145577"/>
                <a:gd name="connsiteY424" fmla="*/ 13118 h 574510"/>
                <a:gd name="connsiteX425" fmla="*/ 96071 w 145577"/>
                <a:gd name="connsiteY425" fmla="*/ 11258 h 574510"/>
                <a:gd name="connsiteX426" fmla="*/ 97559 w 145577"/>
                <a:gd name="connsiteY426" fmla="*/ 11258 h 574510"/>
                <a:gd name="connsiteX427" fmla="*/ 98303 w 145577"/>
                <a:gd name="connsiteY427" fmla="*/ 8282 h 574510"/>
                <a:gd name="connsiteX428" fmla="*/ 99792 w 145577"/>
                <a:gd name="connsiteY428" fmla="*/ 7537 h 574510"/>
                <a:gd name="connsiteX429" fmla="*/ 100536 w 145577"/>
                <a:gd name="connsiteY429" fmla="*/ 6003 h 574510"/>
                <a:gd name="connsiteX430" fmla="*/ 101280 w 145577"/>
                <a:gd name="connsiteY430" fmla="*/ 4561 h 574510"/>
                <a:gd name="connsiteX431" fmla="*/ 102768 w 145577"/>
                <a:gd name="connsiteY431" fmla="*/ 4561 h 574510"/>
                <a:gd name="connsiteX432" fmla="*/ 102908 w 145577"/>
                <a:gd name="connsiteY432" fmla="*/ 2724 h 574510"/>
                <a:gd name="connsiteX433" fmla="*/ 103512 w 145577"/>
                <a:gd name="connsiteY433" fmla="*/ 840 h 5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145577" h="574510">
                  <a:moveTo>
                    <a:pt x="103512" y="840"/>
                  </a:moveTo>
                  <a:cubicBezTo>
                    <a:pt x="105838" y="398"/>
                    <a:pt x="105838" y="398"/>
                    <a:pt x="108721" y="468"/>
                  </a:cubicBezTo>
                  <a:cubicBezTo>
                    <a:pt x="109673" y="476"/>
                    <a:pt x="110624" y="483"/>
                    <a:pt x="111605" y="491"/>
                  </a:cubicBezTo>
                  <a:cubicBezTo>
                    <a:pt x="112372" y="606"/>
                    <a:pt x="113140" y="722"/>
                    <a:pt x="113930" y="840"/>
                  </a:cubicBezTo>
                  <a:cubicBezTo>
                    <a:pt x="114176" y="1577"/>
                    <a:pt x="114421" y="2314"/>
                    <a:pt x="114674" y="3073"/>
                  </a:cubicBezTo>
                  <a:cubicBezTo>
                    <a:pt x="116049" y="3587"/>
                    <a:pt x="116049" y="3587"/>
                    <a:pt x="117651" y="3817"/>
                  </a:cubicBezTo>
                  <a:cubicBezTo>
                    <a:pt x="119279" y="4096"/>
                    <a:pt x="119279" y="4096"/>
                    <a:pt x="120628" y="4561"/>
                  </a:cubicBezTo>
                  <a:cubicBezTo>
                    <a:pt x="120873" y="5298"/>
                    <a:pt x="121119" y="6034"/>
                    <a:pt x="121372" y="6793"/>
                  </a:cubicBezTo>
                  <a:cubicBezTo>
                    <a:pt x="122231" y="6901"/>
                    <a:pt x="123091" y="7008"/>
                    <a:pt x="123976" y="7119"/>
                  </a:cubicBezTo>
                  <a:cubicBezTo>
                    <a:pt x="124836" y="7257"/>
                    <a:pt x="125695" y="7395"/>
                    <a:pt x="126581" y="7537"/>
                  </a:cubicBezTo>
                  <a:cubicBezTo>
                    <a:pt x="126829" y="8530"/>
                    <a:pt x="127077" y="9522"/>
                    <a:pt x="127325" y="10514"/>
                  </a:cubicBezTo>
                  <a:cubicBezTo>
                    <a:pt x="129944" y="11127"/>
                    <a:pt x="129944" y="11127"/>
                    <a:pt x="132534" y="11258"/>
                  </a:cubicBezTo>
                  <a:cubicBezTo>
                    <a:pt x="132534" y="12240"/>
                    <a:pt x="132534" y="13223"/>
                    <a:pt x="132534" y="14235"/>
                  </a:cubicBezTo>
                  <a:cubicBezTo>
                    <a:pt x="134498" y="14235"/>
                    <a:pt x="136463" y="14235"/>
                    <a:pt x="138487" y="14235"/>
                  </a:cubicBezTo>
                  <a:cubicBezTo>
                    <a:pt x="138487" y="15217"/>
                    <a:pt x="138487" y="16199"/>
                    <a:pt x="138487" y="17211"/>
                  </a:cubicBezTo>
                  <a:cubicBezTo>
                    <a:pt x="140697" y="17457"/>
                    <a:pt x="142907" y="17702"/>
                    <a:pt x="145184" y="17955"/>
                  </a:cubicBezTo>
                  <a:cubicBezTo>
                    <a:pt x="145184" y="18938"/>
                    <a:pt x="145184" y="19920"/>
                    <a:pt x="145184" y="20932"/>
                  </a:cubicBezTo>
                  <a:cubicBezTo>
                    <a:pt x="145890" y="20917"/>
                    <a:pt x="146596" y="20901"/>
                    <a:pt x="147324" y="20885"/>
                  </a:cubicBezTo>
                  <a:cubicBezTo>
                    <a:pt x="149649" y="20932"/>
                    <a:pt x="149649" y="20932"/>
                    <a:pt x="151137" y="21676"/>
                  </a:cubicBezTo>
                  <a:cubicBezTo>
                    <a:pt x="151368" y="22167"/>
                    <a:pt x="151598" y="22658"/>
                    <a:pt x="151835" y="23164"/>
                  </a:cubicBezTo>
                  <a:cubicBezTo>
                    <a:pt x="152543" y="24910"/>
                    <a:pt x="152543" y="24910"/>
                    <a:pt x="154858" y="25397"/>
                  </a:cubicBezTo>
                  <a:cubicBezTo>
                    <a:pt x="155137" y="28001"/>
                    <a:pt x="155137" y="28001"/>
                    <a:pt x="154858" y="30606"/>
                  </a:cubicBezTo>
                  <a:cubicBezTo>
                    <a:pt x="154121" y="30851"/>
                    <a:pt x="153385" y="31097"/>
                    <a:pt x="152626" y="31350"/>
                  </a:cubicBezTo>
                  <a:cubicBezTo>
                    <a:pt x="152105" y="32330"/>
                    <a:pt x="151608" y="33322"/>
                    <a:pt x="151137" y="34326"/>
                  </a:cubicBezTo>
                  <a:cubicBezTo>
                    <a:pt x="150401" y="34695"/>
                    <a:pt x="150401" y="34695"/>
                    <a:pt x="149649" y="35071"/>
                  </a:cubicBezTo>
                  <a:cubicBezTo>
                    <a:pt x="149542" y="35577"/>
                    <a:pt x="149434" y="36084"/>
                    <a:pt x="149324" y="36605"/>
                  </a:cubicBezTo>
                  <a:cubicBezTo>
                    <a:pt x="149185" y="37081"/>
                    <a:pt x="149047" y="37557"/>
                    <a:pt x="148905" y="38047"/>
                  </a:cubicBezTo>
                  <a:cubicBezTo>
                    <a:pt x="148168" y="38047"/>
                    <a:pt x="147432" y="38047"/>
                    <a:pt x="146673" y="38047"/>
                  </a:cubicBezTo>
                  <a:cubicBezTo>
                    <a:pt x="146673" y="39275"/>
                    <a:pt x="146673" y="40503"/>
                    <a:pt x="146673" y="41768"/>
                  </a:cubicBezTo>
                  <a:cubicBezTo>
                    <a:pt x="145936" y="41768"/>
                    <a:pt x="145199" y="41768"/>
                    <a:pt x="144440" y="41768"/>
                  </a:cubicBezTo>
                  <a:cubicBezTo>
                    <a:pt x="144156" y="43000"/>
                    <a:pt x="143909" y="44242"/>
                    <a:pt x="143696" y="45489"/>
                  </a:cubicBezTo>
                  <a:cubicBezTo>
                    <a:pt x="142959" y="45857"/>
                    <a:pt x="142959" y="45857"/>
                    <a:pt x="142208" y="46233"/>
                  </a:cubicBezTo>
                  <a:cubicBezTo>
                    <a:pt x="141977" y="46954"/>
                    <a:pt x="141747" y="47675"/>
                    <a:pt x="141510" y="48419"/>
                  </a:cubicBezTo>
                  <a:cubicBezTo>
                    <a:pt x="140719" y="50698"/>
                    <a:pt x="140719" y="50698"/>
                    <a:pt x="138487" y="52186"/>
                  </a:cubicBezTo>
                  <a:cubicBezTo>
                    <a:pt x="138241" y="52922"/>
                    <a:pt x="137996" y="53659"/>
                    <a:pt x="137743" y="54418"/>
                  </a:cubicBezTo>
                  <a:cubicBezTo>
                    <a:pt x="137006" y="54787"/>
                    <a:pt x="137006" y="54787"/>
                    <a:pt x="136255" y="55162"/>
                  </a:cubicBezTo>
                  <a:cubicBezTo>
                    <a:pt x="134872" y="57179"/>
                    <a:pt x="133994" y="58970"/>
                    <a:pt x="133231" y="61302"/>
                  </a:cubicBezTo>
                  <a:cubicBezTo>
                    <a:pt x="132534" y="63348"/>
                    <a:pt x="132534" y="63348"/>
                    <a:pt x="131046" y="64092"/>
                  </a:cubicBezTo>
                  <a:cubicBezTo>
                    <a:pt x="130800" y="64706"/>
                    <a:pt x="130554" y="65320"/>
                    <a:pt x="130301" y="65952"/>
                  </a:cubicBezTo>
                  <a:cubicBezTo>
                    <a:pt x="129557" y="67813"/>
                    <a:pt x="129557" y="67813"/>
                    <a:pt x="128069" y="68557"/>
                  </a:cubicBezTo>
                  <a:cubicBezTo>
                    <a:pt x="127823" y="69171"/>
                    <a:pt x="127578" y="69785"/>
                    <a:pt x="127325" y="70417"/>
                  </a:cubicBezTo>
                  <a:cubicBezTo>
                    <a:pt x="126581" y="72278"/>
                    <a:pt x="126581" y="72278"/>
                    <a:pt x="125092" y="73022"/>
                  </a:cubicBezTo>
                  <a:cubicBezTo>
                    <a:pt x="124970" y="73636"/>
                    <a:pt x="124847" y="74250"/>
                    <a:pt x="124720" y="74882"/>
                  </a:cubicBezTo>
                  <a:cubicBezTo>
                    <a:pt x="124598" y="75496"/>
                    <a:pt x="124475" y="76110"/>
                    <a:pt x="124348" y="76742"/>
                  </a:cubicBezTo>
                  <a:cubicBezTo>
                    <a:pt x="123612" y="77111"/>
                    <a:pt x="123612" y="77111"/>
                    <a:pt x="122860" y="77487"/>
                  </a:cubicBezTo>
                  <a:cubicBezTo>
                    <a:pt x="122630" y="78239"/>
                    <a:pt x="122400" y="78991"/>
                    <a:pt x="122162" y="79766"/>
                  </a:cubicBezTo>
                  <a:cubicBezTo>
                    <a:pt x="121901" y="80487"/>
                    <a:pt x="121641" y="81208"/>
                    <a:pt x="121372" y="81951"/>
                  </a:cubicBezTo>
                  <a:cubicBezTo>
                    <a:pt x="120635" y="81951"/>
                    <a:pt x="119898" y="81951"/>
                    <a:pt x="119139" y="81951"/>
                  </a:cubicBezTo>
                  <a:cubicBezTo>
                    <a:pt x="119139" y="83670"/>
                    <a:pt x="119139" y="85389"/>
                    <a:pt x="119139" y="87160"/>
                  </a:cubicBezTo>
                  <a:cubicBezTo>
                    <a:pt x="118403" y="87160"/>
                    <a:pt x="117666" y="87160"/>
                    <a:pt x="116907" y="87160"/>
                  </a:cubicBezTo>
                  <a:cubicBezTo>
                    <a:pt x="116792" y="88219"/>
                    <a:pt x="116792" y="88219"/>
                    <a:pt x="116674" y="89300"/>
                  </a:cubicBezTo>
                  <a:cubicBezTo>
                    <a:pt x="116163" y="91625"/>
                    <a:pt x="116163" y="91625"/>
                    <a:pt x="113930" y="93114"/>
                  </a:cubicBezTo>
                  <a:cubicBezTo>
                    <a:pt x="113930" y="93850"/>
                    <a:pt x="113930" y="94587"/>
                    <a:pt x="113930" y="95346"/>
                  </a:cubicBezTo>
                  <a:cubicBezTo>
                    <a:pt x="113930" y="96083"/>
                    <a:pt x="113930" y="96819"/>
                    <a:pt x="113930" y="97578"/>
                  </a:cubicBezTo>
                  <a:cubicBezTo>
                    <a:pt x="113194" y="98070"/>
                    <a:pt x="112457" y="98561"/>
                    <a:pt x="111698" y="99067"/>
                  </a:cubicBezTo>
                  <a:cubicBezTo>
                    <a:pt x="111575" y="99696"/>
                    <a:pt x="111452" y="100325"/>
                    <a:pt x="111326" y="100974"/>
                  </a:cubicBezTo>
                  <a:cubicBezTo>
                    <a:pt x="111203" y="101572"/>
                    <a:pt x="111080" y="102171"/>
                    <a:pt x="110954" y="102787"/>
                  </a:cubicBezTo>
                  <a:cubicBezTo>
                    <a:pt x="110217" y="103033"/>
                    <a:pt x="109480" y="103278"/>
                    <a:pt x="108721" y="103531"/>
                  </a:cubicBezTo>
                  <a:cubicBezTo>
                    <a:pt x="108469" y="105267"/>
                    <a:pt x="108221" y="107004"/>
                    <a:pt x="107977" y="108740"/>
                  </a:cubicBezTo>
                  <a:cubicBezTo>
                    <a:pt x="107240" y="109232"/>
                    <a:pt x="106504" y="109723"/>
                    <a:pt x="105745" y="110229"/>
                  </a:cubicBezTo>
                  <a:cubicBezTo>
                    <a:pt x="105745" y="111104"/>
                    <a:pt x="105745" y="111978"/>
                    <a:pt x="105745" y="112880"/>
                  </a:cubicBezTo>
                  <a:cubicBezTo>
                    <a:pt x="105745" y="113724"/>
                    <a:pt x="105745" y="114568"/>
                    <a:pt x="105745" y="115438"/>
                  </a:cubicBezTo>
                  <a:cubicBezTo>
                    <a:pt x="105008" y="115683"/>
                    <a:pt x="104271" y="115929"/>
                    <a:pt x="103512" y="116182"/>
                  </a:cubicBezTo>
                  <a:cubicBezTo>
                    <a:pt x="103161" y="117565"/>
                    <a:pt x="103161" y="117565"/>
                    <a:pt x="103140" y="119158"/>
                  </a:cubicBezTo>
                  <a:cubicBezTo>
                    <a:pt x="103071" y="120786"/>
                    <a:pt x="103071" y="120786"/>
                    <a:pt x="102768" y="122135"/>
                  </a:cubicBezTo>
                  <a:cubicBezTo>
                    <a:pt x="102032" y="122381"/>
                    <a:pt x="101295" y="122626"/>
                    <a:pt x="100536" y="122879"/>
                  </a:cubicBezTo>
                  <a:cubicBezTo>
                    <a:pt x="100100" y="124283"/>
                    <a:pt x="100100" y="124283"/>
                    <a:pt x="100024" y="125902"/>
                  </a:cubicBezTo>
                  <a:cubicBezTo>
                    <a:pt x="99947" y="126869"/>
                    <a:pt x="99871" y="127836"/>
                    <a:pt x="99792" y="128832"/>
                  </a:cubicBezTo>
                  <a:cubicBezTo>
                    <a:pt x="99055" y="128832"/>
                    <a:pt x="98318" y="128832"/>
                    <a:pt x="97559" y="128832"/>
                  </a:cubicBezTo>
                  <a:cubicBezTo>
                    <a:pt x="97594" y="129307"/>
                    <a:pt x="97628" y="129782"/>
                    <a:pt x="97664" y="130271"/>
                  </a:cubicBezTo>
                  <a:cubicBezTo>
                    <a:pt x="97691" y="130886"/>
                    <a:pt x="97718" y="131501"/>
                    <a:pt x="97745" y="132134"/>
                  </a:cubicBezTo>
                  <a:cubicBezTo>
                    <a:pt x="97780" y="132747"/>
                    <a:pt x="97814" y="133360"/>
                    <a:pt x="97850" y="133992"/>
                  </a:cubicBezTo>
                  <a:cubicBezTo>
                    <a:pt x="97706" y="134753"/>
                    <a:pt x="97706" y="134753"/>
                    <a:pt x="97559" y="135530"/>
                  </a:cubicBezTo>
                  <a:cubicBezTo>
                    <a:pt x="96567" y="135778"/>
                    <a:pt x="95575" y="136026"/>
                    <a:pt x="94583" y="136274"/>
                  </a:cubicBezTo>
                  <a:cubicBezTo>
                    <a:pt x="94305" y="137836"/>
                    <a:pt x="94305" y="137836"/>
                    <a:pt x="94536" y="139622"/>
                  </a:cubicBezTo>
                  <a:cubicBezTo>
                    <a:pt x="94696" y="141459"/>
                    <a:pt x="94696" y="141459"/>
                    <a:pt x="94583" y="142971"/>
                  </a:cubicBezTo>
                  <a:cubicBezTo>
                    <a:pt x="93846" y="143217"/>
                    <a:pt x="93109" y="143462"/>
                    <a:pt x="92350" y="143715"/>
                  </a:cubicBezTo>
                  <a:cubicBezTo>
                    <a:pt x="91969" y="145440"/>
                    <a:pt x="91969" y="145440"/>
                    <a:pt x="91932" y="147436"/>
                  </a:cubicBezTo>
                  <a:cubicBezTo>
                    <a:pt x="91836" y="149482"/>
                    <a:pt x="91836" y="149482"/>
                    <a:pt x="91606" y="151156"/>
                  </a:cubicBezTo>
                  <a:cubicBezTo>
                    <a:pt x="91115" y="151402"/>
                    <a:pt x="90624" y="151648"/>
                    <a:pt x="90118" y="151901"/>
                  </a:cubicBezTo>
                  <a:cubicBezTo>
                    <a:pt x="89853" y="154018"/>
                    <a:pt x="89787" y="156118"/>
                    <a:pt x="89702" y="158249"/>
                  </a:cubicBezTo>
                  <a:cubicBezTo>
                    <a:pt x="89594" y="158855"/>
                    <a:pt x="89485" y="159462"/>
                    <a:pt x="89374" y="160086"/>
                  </a:cubicBezTo>
                  <a:cubicBezTo>
                    <a:pt x="88637" y="160332"/>
                    <a:pt x="87900" y="160577"/>
                    <a:pt x="87141" y="160830"/>
                  </a:cubicBezTo>
                  <a:cubicBezTo>
                    <a:pt x="86787" y="163071"/>
                    <a:pt x="86787" y="163071"/>
                    <a:pt x="86769" y="165667"/>
                  </a:cubicBezTo>
                  <a:cubicBezTo>
                    <a:pt x="86699" y="168341"/>
                    <a:pt x="86699" y="168341"/>
                    <a:pt x="86397" y="170504"/>
                  </a:cubicBezTo>
                  <a:cubicBezTo>
                    <a:pt x="85660" y="170750"/>
                    <a:pt x="84924" y="170995"/>
                    <a:pt x="84165" y="171248"/>
                  </a:cubicBezTo>
                  <a:cubicBezTo>
                    <a:pt x="83810" y="173267"/>
                    <a:pt x="83810" y="173267"/>
                    <a:pt x="83793" y="175620"/>
                  </a:cubicBezTo>
                  <a:cubicBezTo>
                    <a:pt x="83668" y="179936"/>
                    <a:pt x="83668" y="179936"/>
                    <a:pt x="82281" y="181294"/>
                  </a:cubicBezTo>
                  <a:cubicBezTo>
                    <a:pt x="80954" y="182407"/>
                    <a:pt x="80954" y="182407"/>
                    <a:pt x="81049" y="184556"/>
                  </a:cubicBezTo>
                  <a:cubicBezTo>
                    <a:pt x="81095" y="185352"/>
                    <a:pt x="81141" y="186148"/>
                    <a:pt x="81188" y="186968"/>
                  </a:cubicBezTo>
                  <a:cubicBezTo>
                    <a:pt x="81328" y="189393"/>
                    <a:pt x="81328" y="189393"/>
                    <a:pt x="81188" y="191340"/>
                  </a:cubicBezTo>
                  <a:cubicBezTo>
                    <a:pt x="80451" y="191586"/>
                    <a:pt x="79715" y="191831"/>
                    <a:pt x="78956" y="192084"/>
                  </a:cubicBezTo>
                  <a:cubicBezTo>
                    <a:pt x="78574" y="193593"/>
                    <a:pt x="78574" y="193593"/>
                    <a:pt x="78575" y="195413"/>
                  </a:cubicBezTo>
                  <a:cubicBezTo>
                    <a:pt x="78535" y="196416"/>
                    <a:pt x="78535" y="196416"/>
                    <a:pt x="78495" y="197440"/>
                  </a:cubicBezTo>
                  <a:cubicBezTo>
                    <a:pt x="78478" y="198144"/>
                    <a:pt x="78461" y="198847"/>
                    <a:pt x="78444" y="199572"/>
                  </a:cubicBezTo>
                  <a:cubicBezTo>
                    <a:pt x="78419" y="200279"/>
                    <a:pt x="78393" y="200985"/>
                    <a:pt x="78367" y="201713"/>
                  </a:cubicBezTo>
                  <a:cubicBezTo>
                    <a:pt x="78305" y="203464"/>
                    <a:pt x="78254" y="205215"/>
                    <a:pt x="78212" y="206967"/>
                  </a:cubicBezTo>
                  <a:cubicBezTo>
                    <a:pt x="77475" y="206967"/>
                    <a:pt x="76738" y="206967"/>
                    <a:pt x="75979" y="206967"/>
                  </a:cubicBezTo>
                  <a:cubicBezTo>
                    <a:pt x="75968" y="207474"/>
                    <a:pt x="75957" y="207981"/>
                    <a:pt x="75946" y="208503"/>
                  </a:cubicBezTo>
                  <a:cubicBezTo>
                    <a:pt x="75891" y="210797"/>
                    <a:pt x="75819" y="213091"/>
                    <a:pt x="75747" y="215385"/>
                  </a:cubicBezTo>
                  <a:cubicBezTo>
                    <a:pt x="75730" y="216183"/>
                    <a:pt x="75713" y="216980"/>
                    <a:pt x="75696" y="217802"/>
                  </a:cubicBezTo>
                  <a:cubicBezTo>
                    <a:pt x="75656" y="218950"/>
                    <a:pt x="75656" y="218950"/>
                    <a:pt x="75616" y="220120"/>
                  </a:cubicBezTo>
                  <a:cubicBezTo>
                    <a:pt x="75587" y="221178"/>
                    <a:pt x="75587" y="221178"/>
                    <a:pt x="75557" y="222258"/>
                  </a:cubicBezTo>
                  <a:cubicBezTo>
                    <a:pt x="75235" y="224082"/>
                    <a:pt x="75235" y="224082"/>
                    <a:pt x="74105" y="225179"/>
                  </a:cubicBezTo>
                  <a:cubicBezTo>
                    <a:pt x="72806" y="226287"/>
                    <a:pt x="72806" y="226287"/>
                    <a:pt x="72773" y="228262"/>
                  </a:cubicBezTo>
                  <a:cubicBezTo>
                    <a:pt x="72805" y="229410"/>
                    <a:pt x="72805" y="229410"/>
                    <a:pt x="72837" y="230582"/>
                  </a:cubicBezTo>
                  <a:cubicBezTo>
                    <a:pt x="72851" y="231424"/>
                    <a:pt x="72865" y="232266"/>
                    <a:pt x="72879" y="233134"/>
                  </a:cubicBezTo>
                  <a:cubicBezTo>
                    <a:pt x="72904" y="234015"/>
                    <a:pt x="72930" y="234895"/>
                    <a:pt x="72956" y="235802"/>
                  </a:cubicBezTo>
                  <a:cubicBezTo>
                    <a:pt x="73233" y="246465"/>
                    <a:pt x="73233" y="246465"/>
                    <a:pt x="71514" y="250871"/>
                  </a:cubicBezTo>
                  <a:cubicBezTo>
                    <a:pt x="71269" y="251117"/>
                    <a:pt x="71023" y="251362"/>
                    <a:pt x="70770" y="251615"/>
                  </a:cubicBezTo>
                  <a:cubicBezTo>
                    <a:pt x="70691" y="253831"/>
                    <a:pt x="70661" y="256030"/>
                    <a:pt x="70662" y="258246"/>
                  </a:cubicBezTo>
                  <a:cubicBezTo>
                    <a:pt x="70660" y="258942"/>
                    <a:pt x="70657" y="259637"/>
                    <a:pt x="70654" y="260354"/>
                  </a:cubicBezTo>
                  <a:cubicBezTo>
                    <a:pt x="70647" y="262666"/>
                    <a:pt x="70646" y="264977"/>
                    <a:pt x="70645" y="267289"/>
                  </a:cubicBezTo>
                  <a:cubicBezTo>
                    <a:pt x="70643" y="268888"/>
                    <a:pt x="70640" y="270487"/>
                    <a:pt x="70638" y="272085"/>
                  </a:cubicBezTo>
                  <a:cubicBezTo>
                    <a:pt x="70633" y="275441"/>
                    <a:pt x="70632" y="278797"/>
                    <a:pt x="70632" y="282152"/>
                  </a:cubicBezTo>
                  <a:cubicBezTo>
                    <a:pt x="70632" y="286464"/>
                    <a:pt x="70622" y="290776"/>
                    <a:pt x="70609" y="295088"/>
                  </a:cubicBezTo>
                  <a:cubicBezTo>
                    <a:pt x="70601" y="298390"/>
                    <a:pt x="70600" y="301693"/>
                    <a:pt x="70600" y="304996"/>
                  </a:cubicBezTo>
                  <a:cubicBezTo>
                    <a:pt x="70599" y="306586"/>
                    <a:pt x="70596" y="308177"/>
                    <a:pt x="70590" y="309767"/>
                  </a:cubicBezTo>
                  <a:cubicBezTo>
                    <a:pt x="70583" y="311986"/>
                    <a:pt x="70585" y="314204"/>
                    <a:pt x="70589" y="316423"/>
                  </a:cubicBezTo>
                  <a:cubicBezTo>
                    <a:pt x="70585" y="317087"/>
                    <a:pt x="70581" y="317751"/>
                    <a:pt x="70577" y="318435"/>
                  </a:cubicBezTo>
                  <a:cubicBezTo>
                    <a:pt x="70585" y="319976"/>
                    <a:pt x="70669" y="321516"/>
                    <a:pt x="70770" y="323053"/>
                  </a:cubicBezTo>
                  <a:cubicBezTo>
                    <a:pt x="71261" y="323299"/>
                    <a:pt x="71752" y="323544"/>
                    <a:pt x="72258" y="323797"/>
                  </a:cubicBezTo>
                  <a:cubicBezTo>
                    <a:pt x="72922" y="327213"/>
                    <a:pt x="73112" y="330574"/>
                    <a:pt x="73186" y="334046"/>
                  </a:cubicBezTo>
                  <a:cubicBezTo>
                    <a:pt x="73210" y="334966"/>
                    <a:pt x="73235" y="335886"/>
                    <a:pt x="73260" y="336834"/>
                  </a:cubicBezTo>
                  <a:cubicBezTo>
                    <a:pt x="73306" y="338764"/>
                    <a:pt x="73348" y="340694"/>
                    <a:pt x="73388" y="342624"/>
                  </a:cubicBezTo>
                  <a:cubicBezTo>
                    <a:pt x="73413" y="343539"/>
                    <a:pt x="73439" y="344453"/>
                    <a:pt x="73465" y="345395"/>
                  </a:cubicBezTo>
                  <a:cubicBezTo>
                    <a:pt x="73493" y="346648"/>
                    <a:pt x="73493" y="346648"/>
                    <a:pt x="73521" y="347928"/>
                  </a:cubicBezTo>
                  <a:cubicBezTo>
                    <a:pt x="73596" y="348559"/>
                    <a:pt x="73670" y="349191"/>
                    <a:pt x="73747" y="349842"/>
                  </a:cubicBezTo>
                  <a:cubicBezTo>
                    <a:pt x="74238" y="350088"/>
                    <a:pt x="74729" y="350333"/>
                    <a:pt x="75235" y="350586"/>
                  </a:cubicBezTo>
                  <a:cubicBezTo>
                    <a:pt x="75449" y="352013"/>
                    <a:pt x="75449" y="352013"/>
                    <a:pt x="75491" y="353862"/>
                  </a:cubicBezTo>
                  <a:cubicBezTo>
                    <a:pt x="75513" y="354524"/>
                    <a:pt x="75535" y="355187"/>
                    <a:pt x="75558" y="355869"/>
                  </a:cubicBezTo>
                  <a:cubicBezTo>
                    <a:pt x="75574" y="356566"/>
                    <a:pt x="75590" y="357263"/>
                    <a:pt x="75607" y="357981"/>
                  </a:cubicBezTo>
                  <a:cubicBezTo>
                    <a:pt x="75639" y="359352"/>
                    <a:pt x="75678" y="360723"/>
                    <a:pt x="75723" y="362094"/>
                  </a:cubicBezTo>
                  <a:cubicBezTo>
                    <a:pt x="75744" y="363011"/>
                    <a:pt x="75744" y="363011"/>
                    <a:pt x="75765" y="363946"/>
                  </a:cubicBezTo>
                  <a:cubicBezTo>
                    <a:pt x="75847" y="365635"/>
                    <a:pt x="75847" y="365635"/>
                    <a:pt x="77467" y="366957"/>
                  </a:cubicBezTo>
                  <a:cubicBezTo>
                    <a:pt x="77713" y="366957"/>
                    <a:pt x="77959" y="366957"/>
                    <a:pt x="78212" y="366957"/>
                  </a:cubicBezTo>
                  <a:cubicBezTo>
                    <a:pt x="78222" y="367378"/>
                    <a:pt x="78233" y="367798"/>
                    <a:pt x="78244" y="368232"/>
                  </a:cubicBezTo>
                  <a:cubicBezTo>
                    <a:pt x="78300" y="370133"/>
                    <a:pt x="78372" y="372033"/>
                    <a:pt x="78444" y="373934"/>
                  </a:cubicBezTo>
                  <a:cubicBezTo>
                    <a:pt x="78461" y="374595"/>
                    <a:pt x="78478" y="375257"/>
                    <a:pt x="78495" y="375939"/>
                  </a:cubicBezTo>
                  <a:cubicBezTo>
                    <a:pt x="78521" y="376572"/>
                    <a:pt x="78548" y="377205"/>
                    <a:pt x="78575" y="377858"/>
                  </a:cubicBezTo>
                  <a:cubicBezTo>
                    <a:pt x="78594" y="378442"/>
                    <a:pt x="78614" y="379027"/>
                    <a:pt x="78634" y="379629"/>
                  </a:cubicBezTo>
                  <a:cubicBezTo>
                    <a:pt x="78843" y="381394"/>
                    <a:pt x="78843" y="381394"/>
                    <a:pt x="81188" y="382584"/>
                  </a:cubicBezTo>
                  <a:cubicBezTo>
                    <a:pt x="81380" y="384253"/>
                    <a:pt x="81380" y="384253"/>
                    <a:pt x="81281" y="386212"/>
                  </a:cubicBezTo>
                  <a:cubicBezTo>
                    <a:pt x="81173" y="388629"/>
                    <a:pt x="81098" y="390706"/>
                    <a:pt x="81932" y="393002"/>
                  </a:cubicBezTo>
                  <a:cubicBezTo>
                    <a:pt x="82423" y="393248"/>
                    <a:pt x="82915" y="393493"/>
                    <a:pt x="83421" y="393746"/>
                  </a:cubicBezTo>
                  <a:cubicBezTo>
                    <a:pt x="83676" y="395557"/>
                    <a:pt x="83676" y="395557"/>
                    <a:pt x="83793" y="397793"/>
                  </a:cubicBezTo>
                  <a:cubicBezTo>
                    <a:pt x="83827" y="400982"/>
                    <a:pt x="83827" y="400982"/>
                    <a:pt x="85653" y="403420"/>
                  </a:cubicBezTo>
                  <a:cubicBezTo>
                    <a:pt x="85899" y="403420"/>
                    <a:pt x="86144" y="403420"/>
                    <a:pt x="86397" y="403420"/>
                  </a:cubicBezTo>
                  <a:cubicBezTo>
                    <a:pt x="86425" y="404101"/>
                    <a:pt x="86453" y="404782"/>
                    <a:pt x="86481" y="405484"/>
                  </a:cubicBezTo>
                  <a:cubicBezTo>
                    <a:pt x="86530" y="406368"/>
                    <a:pt x="86579" y="407253"/>
                    <a:pt x="86630" y="408164"/>
                  </a:cubicBezTo>
                  <a:cubicBezTo>
                    <a:pt x="86673" y="409045"/>
                    <a:pt x="86716" y="409925"/>
                    <a:pt x="86760" y="410832"/>
                  </a:cubicBezTo>
                  <a:cubicBezTo>
                    <a:pt x="86886" y="411579"/>
                    <a:pt x="87012" y="412325"/>
                    <a:pt x="87141" y="413094"/>
                  </a:cubicBezTo>
                  <a:cubicBezTo>
                    <a:pt x="87878" y="413585"/>
                    <a:pt x="88615" y="414076"/>
                    <a:pt x="89374" y="414582"/>
                  </a:cubicBezTo>
                  <a:cubicBezTo>
                    <a:pt x="89592" y="416355"/>
                    <a:pt x="89592" y="416355"/>
                    <a:pt x="89513" y="418396"/>
                  </a:cubicBezTo>
                  <a:cubicBezTo>
                    <a:pt x="89493" y="419073"/>
                    <a:pt x="89473" y="419750"/>
                    <a:pt x="89452" y="420448"/>
                  </a:cubicBezTo>
                  <a:cubicBezTo>
                    <a:pt x="89426" y="420968"/>
                    <a:pt x="89400" y="421488"/>
                    <a:pt x="89374" y="422024"/>
                  </a:cubicBezTo>
                  <a:cubicBezTo>
                    <a:pt x="90110" y="422024"/>
                    <a:pt x="90847" y="422024"/>
                    <a:pt x="91606" y="422024"/>
                  </a:cubicBezTo>
                  <a:cubicBezTo>
                    <a:pt x="91852" y="424970"/>
                    <a:pt x="92097" y="427917"/>
                    <a:pt x="92350" y="430953"/>
                  </a:cubicBezTo>
                  <a:cubicBezTo>
                    <a:pt x="93087" y="430953"/>
                    <a:pt x="93824" y="430953"/>
                    <a:pt x="94583" y="430953"/>
                  </a:cubicBezTo>
                  <a:cubicBezTo>
                    <a:pt x="94728" y="432479"/>
                    <a:pt x="94873" y="434005"/>
                    <a:pt x="95019" y="435532"/>
                  </a:cubicBezTo>
                  <a:cubicBezTo>
                    <a:pt x="95120" y="435985"/>
                    <a:pt x="95222" y="436439"/>
                    <a:pt x="95327" y="436906"/>
                  </a:cubicBezTo>
                  <a:cubicBezTo>
                    <a:pt x="95818" y="437152"/>
                    <a:pt x="96309" y="437398"/>
                    <a:pt x="96815" y="437651"/>
                  </a:cubicBezTo>
                  <a:cubicBezTo>
                    <a:pt x="97291" y="439585"/>
                    <a:pt x="97576" y="441523"/>
                    <a:pt x="97885" y="443490"/>
                  </a:cubicBezTo>
                  <a:cubicBezTo>
                    <a:pt x="98023" y="444019"/>
                    <a:pt x="98161" y="444547"/>
                    <a:pt x="98303" y="445092"/>
                  </a:cubicBezTo>
                  <a:cubicBezTo>
                    <a:pt x="98794" y="445092"/>
                    <a:pt x="99286" y="445092"/>
                    <a:pt x="99792" y="445092"/>
                  </a:cubicBezTo>
                  <a:cubicBezTo>
                    <a:pt x="99913" y="446594"/>
                    <a:pt x="100034" y="448096"/>
                    <a:pt x="100155" y="449598"/>
                  </a:cubicBezTo>
                  <a:cubicBezTo>
                    <a:pt x="100442" y="451339"/>
                    <a:pt x="100442" y="451339"/>
                    <a:pt x="102768" y="452533"/>
                  </a:cubicBezTo>
                  <a:cubicBezTo>
                    <a:pt x="103042" y="454266"/>
                    <a:pt x="103291" y="456002"/>
                    <a:pt x="103512" y="457742"/>
                  </a:cubicBezTo>
                  <a:cubicBezTo>
                    <a:pt x="104003" y="457988"/>
                    <a:pt x="104495" y="458234"/>
                    <a:pt x="105001" y="458487"/>
                  </a:cubicBezTo>
                  <a:cubicBezTo>
                    <a:pt x="105497" y="460223"/>
                    <a:pt x="105993" y="461959"/>
                    <a:pt x="106489" y="463696"/>
                  </a:cubicBezTo>
                  <a:cubicBezTo>
                    <a:pt x="106980" y="463941"/>
                    <a:pt x="107471" y="464187"/>
                    <a:pt x="107977" y="464440"/>
                  </a:cubicBezTo>
                  <a:cubicBezTo>
                    <a:pt x="108419" y="466411"/>
                    <a:pt x="108529" y="468378"/>
                    <a:pt x="108721" y="470393"/>
                  </a:cubicBezTo>
                  <a:cubicBezTo>
                    <a:pt x="109458" y="470393"/>
                    <a:pt x="110195" y="470393"/>
                    <a:pt x="110954" y="470393"/>
                  </a:cubicBezTo>
                  <a:cubicBezTo>
                    <a:pt x="111046" y="471237"/>
                    <a:pt x="111138" y="472081"/>
                    <a:pt x="111233" y="472951"/>
                  </a:cubicBezTo>
                  <a:cubicBezTo>
                    <a:pt x="111386" y="473826"/>
                    <a:pt x="111540" y="474700"/>
                    <a:pt x="111698" y="475602"/>
                  </a:cubicBezTo>
                  <a:cubicBezTo>
                    <a:pt x="112189" y="475847"/>
                    <a:pt x="112680" y="476093"/>
                    <a:pt x="113186" y="476346"/>
                  </a:cubicBezTo>
                  <a:cubicBezTo>
                    <a:pt x="113682" y="477834"/>
                    <a:pt x="114178" y="479322"/>
                    <a:pt x="114674" y="480811"/>
                  </a:cubicBezTo>
                  <a:cubicBezTo>
                    <a:pt x="115166" y="481056"/>
                    <a:pt x="115657" y="481302"/>
                    <a:pt x="116163" y="481555"/>
                  </a:cubicBezTo>
                  <a:cubicBezTo>
                    <a:pt x="116324" y="482637"/>
                    <a:pt x="116324" y="482637"/>
                    <a:pt x="116488" y="483741"/>
                  </a:cubicBezTo>
                  <a:cubicBezTo>
                    <a:pt x="116626" y="484493"/>
                    <a:pt x="116765" y="485245"/>
                    <a:pt x="116907" y="486020"/>
                  </a:cubicBezTo>
                  <a:cubicBezTo>
                    <a:pt x="117644" y="486511"/>
                    <a:pt x="118380" y="487002"/>
                    <a:pt x="119139" y="487508"/>
                  </a:cubicBezTo>
                  <a:cubicBezTo>
                    <a:pt x="119651" y="489833"/>
                    <a:pt x="119651" y="489833"/>
                    <a:pt x="119883" y="491973"/>
                  </a:cubicBezTo>
                  <a:cubicBezTo>
                    <a:pt x="120620" y="491973"/>
                    <a:pt x="121357" y="491973"/>
                    <a:pt x="122116" y="491973"/>
                  </a:cubicBezTo>
                  <a:cubicBezTo>
                    <a:pt x="122116" y="493692"/>
                    <a:pt x="122116" y="495411"/>
                    <a:pt x="122116" y="497182"/>
                  </a:cubicBezTo>
                  <a:cubicBezTo>
                    <a:pt x="122853" y="497182"/>
                    <a:pt x="123589" y="497182"/>
                    <a:pt x="124348" y="497182"/>
                  </a:cubicBezTo>
                  <a:cubicBezTo>
                    <a:pt x="124612" y="498170"/>
                    <a:pt x="124858" y="499163"/>
                    <a:pt x="125092" y="500158"/>
                  </a:cubicBezTo>
                  <a:cubicBezTo>
                    <a:pt x="125829" y="500650"/>
                    <a:pt x="126566" y="501141"/>
                    <a:pt x="127325" y="501647"/>
                  </a:cubicBezTo>
                  <a:cubicBezTo>
                    <a:pt x="127597" y="503131"/>
                    <a:pt x="127847" y="504619"/>
                    <a:pt x="128069" y="506112"/>
                  </a:cubicBezTo>
                  <a:cubicBezTo>
                    <a:pt x="128560" y="506357"/>
                    <a:pt x="129051" y="506603"/>
                    <a:pt x="129557" y="506856"/>
                  </a:cubicBezTo>
                  <a:cubicBezTo>
                    <a:pt x="129665" y="507347"/>
                    <a:pt x="129772" y="507838"/>
                    <a:pt x="129883" y="508344"/>
                  </a:cubicBezTo>
                  <a:cubicBezTo>
                    <a:pt x="130090" y="509081"/>
                    <a:pt x="130090" y="509081"/>
                    <a:pt x="130301" y="509832"/>
                  </a:cubicBezTo>
                  <a:cubicBezTo>
                    <a:pt x="131038" y="510078"/>
                    <a:pt x="131775" y="510323"/>
                    <a:pt x="132534" y="510576"/>
                  </a:cubicBezTo>
                  <a:cubicBezTo>
                    <a:pt x="133060" y="511804"/>
                    <a:pt x="133550" y="513048"/>
                    <a:pt x="134022" y="514297"/>
                  </a:cubicBezTo>
                  <a:cubicBezTo>
                    <a:pt x="135769" y="517406"/>
                    <a:pt x="135769" y="517406"/>
                    <a:pt x="138487" y="519506"/>
                  </a:cubicBezTo>
                  <a:cubicBezTo>
                    <a:pt x="138735" y="520746"/>
                    <a:pt x="138983" y="521987"/>
                    <a:pt x="139231" y="523227"/>
                  </a:cubicBezTo>
                  <a:cubicBezTo>
                    <a:pt x="139722" y="523472"/>
                    <a:pt x="140213" y="523718"/>
                    <a:pt x="140719" y="523971"/>
                  </a:cubicBezTo>
                  <a:cubicBezTo>
                    <a:pt x="140827" y="524431"/>
                    <a:pt x="140934" y="524892"/>
                    <a:pt x="141045" y="525366"/>
                  </a:cubicBezTo>
                  <a:cubicBezTo>
                    <a:pt x="141548" y="527267"/>
                    <a:pt x="142240" y="527892"/>
                    <a:pt x="143696" y="529180"/>
                  </a:cubicBezTo>
                  <a:cubicBezTo>
                    <a:pt x="145454" y="530797"/>
                    <a:pt x="146354" y="532263"/>
                    <a:pt x="147417" y="534389"/>
                  </a:cubicBezTo>
                  <a:cubicBezTo>
                    <a:pt x="147908" y="534634"/>
                    <a:pt x="148399" y="534880"/>
                    <a:pt x="148905" y="535133"/>
                  </a:cubicBezTo>
                  <a:cubicBezTo>
                    <a:pt x="149181" y="536192"/>
                    <a:pt x="149181" y="536192"/>
                    <a:pt x="149463" y="537272"/>
                  </a:cubicBezTo>
                  <a:cubicBezTo>
                    <a:pt x="149923" y="538424"/>
                    <a:pt x="149923" y="538424"/>
                    <a:pt x="150393" y="539598"/>
                  </a:cubicBezTo>
                  <a:cubicBezTo>
                    <a:pt x="151544" y="540035"/>
                    <a:pt x="151544" y="540035"/>
                    <a:pt x="152719" y="540482"/>
                  </a:cubicBezTo>
                  <a:cubicBezTo>
                    <a:pt x="153778" y="541149"/>
                    <a:pt x="153778" y="541149"/>
                    <a:pt x="154858" y="541830"/>
                  </a:cubicBezTo>
                  <a:cubicBezTo>
                    <a:pt x="155312" y="544591"/>
                    <a:pt x="155214" y="547246"/>
                    <a:pt x="154858" y="550016"/>
                  </a:cubicBezTo>
                  <a:cubicBezTo>
                    <a:pt x="154114" y="550760"/>
                    <a:pt x="154114" y="550760"/>
                    <a:pt x="151509" y="550993"/>
                  </a:cubicBezTo>
                  <a:cubicBezTo>
                    <a:pt x="150650" y="551161"/>
                    <a:pt x="149790" y="551330"/>
                    <a:pt x="148905" y="551504"/>
                  </a:cubicBezTo>
                  <a:cubicBezTo>
                    <a:pt x="148797" y="552011"/>
                    <a:pt x="148690" y="552517"/>
                    <a:pt x="148579" y="553039"/>
                  </a:cubicBezTo>
                  <a:cubicBezTo>
                    <a:pt x="148441" y="553515"/>
                    <a:pt x="148303" y="553990"/>
                    <a:pt x="148161" y="554481"/>
                  </a:cubicBezTo>
                  <a:cubicBezTo>
                    <a:pt x="146123" y="554774"/>
                    <a:pt x="144279" y="554612"/>
                    <a:pt x="142208" y="554481"/>
                  </a:cubicBezTo>
                  <a:cubicBezTo>
                    <a:pt x="142208" y="555463"/>
                    <a:pt x="142208" y="556445"/>
                    <a:pt x="142208" y="557457"/>
                  </a:cubicBezTo>
                  <a:cubicBezTo>
                    <a:pt x="140905" y="557995"/>
                    <a:pt x="140905" y="557995"/>
                    <a:pt x="139231" y="558248"/>
                  </a:cubicBezTo>
                  <a:cubicBezTo>
                    <a:pt x="137598" y="558451"/>
                    <a:pt x="137598" y="558451"/>
                    <a:pt x="136255" y="558946"/>
                  </a:cubicBezTo>
                  <a:cubicBezTo>
                    <a:pt x="136255" y="559682"/>
                    <a:pt x="136255" y="560419"/>
                    <a:pt x="136255" y="561178"/>
                  </a:cubicBezTo>
                  <a:cubicBezTo>
                    <a:pt x="135780" y="561206"/>
                    <a:pt x="135305" y="561234"/>
                    <a:pt x="134816" y="561262"/>
                  </a:cubicBezTo>
                  <a:cubicBezTo>
                    <a:pt x="134201" y="561311"/>
                    <a:pt x="133586" y="561360"/>
                    <a:pt x="132952" y="561410"/>
                  </a:cubicBezTo>
                  <a:cubicBezTo>
                    <a:pt x="132033" y="561475"/>
                    <a:pt x="132033" y="561475"/>
                    <a:pt x="131095" y="561541"/>
                  </a:cubicBezTo>
                  <a:cubicBezTo>
                    <a:pt x="130588" y="561667"/>
                    <a:pt x="130080" y="561793"/>
                    <a:pt x="129557" y="561922"/>
                  </a:cubicBezTo>
                  <a:cubicBezTo>
                    <a:pt x="129312" y="562659"/>
                    <a:pt x="129066" y="563395"/>
                    <a:pt x="128813" y="564154"/>
                  </a:cubicBezTo>
                  <a:cubicBezTo>
                    <a:pt x="127938" y="564400"/>
                    <a:pt x="127063" y="564646"/>
                    <a:pt x="126162" y="564899"/>
                  </a:cubicBezTo>
                  <a:cubicBezTo>
                    <a:pt x="125318" y="565144"/>
                    <a:pt x="124474" y="565390"/>
                    <a:pt x="123604" y="565643"/>
                  </a:cubicBezTo>
                  <a:cubicBezTo>
                    <a:pt x="123604" y="566379"/>
                    <a:pt x="123604" y="567116"/>
                    <a:pt x="123604" y="567875"/>
                  </a:cubicBezTo>
                  <a:cubicBezTo>
                    <a:pt x="122177" y="567967"/>
                    <a:pt x="122177" y="567967"/>
                    <a:pt x="120721" y="568061"/>
                  </a:cubicBezTo>
                  <a:cubicBezTo>
                    <a:pt x="119086" y="568218"/>
                    <a:pt x="119086" y="568218"/>
                    <a:pt x="117651" y="568619"/>
                  </a:cubicBezTo>
                  <a:cubicBezTo>
                    <a:pt x="117131" y="569599"/>
                    <a:pt x="116634" y="570591"/>
                    <a:pt x="116163" y="571596"/>
                  </a:cubicBezTo>
                  <a:cubicBezTo>
                    <a:pt x="114430" y="571869"/>
                    <a:pt x="112694" y="572119"/>
                    <a:pt x="110954" y="572340"/>
                  </a:cubicBezTo>
                  <a:cubicBezTo>
                    <a:pt x="110708" y="573077"/>
                    <a:pt x="110463" y="573813"/>
                    <a:pt x="110210" y="574572"/>
                  </a:cubicBezTo>
                  <a:cubicBezTo>
                    <a:pt x="107950" y="575103"/>
                    <a:pt x="105781" y="575032"/>
                    <a:pt x="103512" y="574572"/>
                  </a:cubicBezTo>
                  <a:cubicBezTo>
                    <a:pt x="102069" y="572437"/>
                    <a:pt x="102024" y="571180"/>
                    <a:pt x="102024" y="568619"/>
                  </a:cubicBezTo>
                  <a:cubicBezTo>
                    <a:pt x="101287" y="568374"/>
                    <a:pt x="100551" y="568128"/>
                    <a:pt x="99792" y="567875"/>
                  </a:cubicBezTo>
                  <a:cubicBezTo>
                    <a:pt x="98595" y="566408"/>
                    <a:pt x="97486" y="564953"/>
                    <a:pt x="96397" y="563410"/>
                  </a:cubicBezTo>
                  <a:cubicBezTo>
                    <a:pt x="94412" y="560365"/>
                    <a:pt x="94412" y="560365"/>
                    <a:pt x="91606" y="558201"/>
                  </a:cubicBezTo>
                  <a:cubicBezTo>
                    <a:pt x="91358" y="556961"/>
                    <a:pt x="91110" y="555721"/>
                    <a:pt x="90862" y="554481"/>
                  </a:cubicBezTo>
                  <a:cubicBezTo>
                    <a:pt x="90371" y="554235"/>
                    <a:pt x="89880" y="553990"/>
                    <a:pt x="89374" y="553737"/>
                  </a:cubicBezTo>
                  <a:cubicBezTo>
                    <a:pt x="89005" y="552631"/>
                    <a:pt x="89005" y="552631"/>
                    <a:pt x="88630" y="551504"/>
                  </a:cubicBezTo>
                  <a:cubicBezTo>
                    <a:pt x="88054" y="550952"/>
                    <a:pt x="88054" y="550952"/>
                    <a:pt x="87467" y="550388"/>
                  </a:cubicBezTo>
                  <a:cubicBezTo>
                    <a:pt x="86397" y="549272"/>
                    <a:pt x="86397" y="549272"/>
                    <a:pt x="86397" y="547039"/>
                  </a:cubicBezTo>
                  <a:cubicBezTo>
                    <a:pt x="85660" y="546794"/>
                    <a:pt x="84924" y="546548"/>
                    <a:pt x="84165" y="546295"/>
                  </a:cubicBezTo>
                  <a:cubicBezTo>
                    <a:pt x="83644" y="545315"/>
                    <a:pt x="83147" y="544323"/>
                    <a:pt x="82676" y="543319"/>
                  </a:cubicBezTo>
                  <a:cubicBezTo>
                    <a:pt x="82185" y="543073"/>
                    <a:pt x="81694" y="542827"/>
                    <a:pt x="81188" y="542574"/>
                  </a:cubicBezTo>
                  <a:cubicBezTo>
                    <a:pt x="81027" y="541469"/>
                    <a:pt x="81027" y="541469"/>
                    <a:pt x="80863" y="540342"/>
                  </a:cubicBezTo>
                  <a:cubicBezTo>
                    <a:pt x="80724" y="539605"/>
                    <a:pt x="80586" y="538869"/>
                    <a:pt x="80444" y="538110"/>
                  </a:cubicBezTo>
                  <a:cubicBezTo>
                    <a:pt x="79707" y="537864"/>
                    <a:pt x="78971" y="537618"/>
                    <a:pt x="78212" y="537365"/>
                  </a:cubicBezTo>
                  <a:cubicBezTo>
                    <a:pt x="78072" y="535459"/>
                    <a:pt x="78072" y="535459"/>
                    <a:pt x="78212" y="533645"/>
                  </a:cubicBezTo>
                  <a:cubicBezTo>
                    <a:pt x="77475" y="533645"/>
                    <a:pt x="76738" y="533645"/>
                    <a:pt x="75979" y="533645"/>
                  </a:cubicBezTo>
                  <a:cubicBezTo>
                    <a:pt x="75445" y="532420"/>
                    <a:pt x="74950" y="531178"/>
                    <a:pt x="74491" y="529924"/>
                  </a:cubicBezTo>
                  <a:cubicBezTo>
                    <a:pt x="74000" y="529678"/>
                    <a:pt x="73509" y="529433"/>
                    <a:pt x="73003" y="529180"/>
                  </a:cubicBezTo>
                  <a:cubicBezTo>
                    <a:pt x="72506" y="527940"/>
                    <a:pt x="72010" y="526699"/>
                    <a:pt x="71514" y="525459"/>
                  </a:cubicBezTo>
                  <a:cubicBezTo>
                    <a:pt x="71023" y="525214"/>
                    <a:pt x="70532" y="524968"/>
                    <a:pt x="70026" y="524715"/>
                  </a:cubicBezTo>
                  <a:cubicBezTo>
                    <a:pt x="69778" y="523227"/>
                    <a:pt x="69530" y="521738"/>
                    <a:pt x="69282" y="520250"/>
                  </a:cubicBezTo>
                  <a:cubicBezTo>
                    <a:pt x="68791" y="520005"/>
                    <a:pt x="68300" y="519759"/>
                    <a:pt x="67794" y="519506"/>
                  </a:cubicBezTo>
                  <a:cubicBezTo>
                    <a:pt x="67298" y="518266"/>
                    <a:pt x="66801" y="517026"/>
                    <a:pt x="66305" y="515785"/>
                  </a:cubicBezTo>
                  <a:cubicBezTo>
                    <a:pt x="65814" y="515540"/>
                    <a:pt x="65323" y="515294"/>
                    <a:pt x="64817" y="515041"/>
                  </a:cubicBezTo>
                  <a:cubicBezTo>
                    <a:pt x="64321" y="513305"/>
                    <a:pt x="63825" y="511569"/>
                    <a:pt x="63329" y="509832"/>
                  </a:cubicBezTo>
                  <a:cubicBezTo>
                    <a:pt x="62838" y="509587"/>
                    <a:pt x="62346" y="509341"/>
                    <a:pt x="61840" y="509088"/>
                  </a:cubicBezTo>
                  <a:cubicBezTo>
                    <a:pt x="61333" y="507852"/>
                    <a:pt x="60838" y="506612"/>
                    <a:pt x="60352" y="505367"/>
                  </a:cubicBezTo>
                  <a:cubicBezTo>
                    <a:pt x="59861" y="504876"/>
                    <a:pt x="59370" y="504385"/>
                    <a:pt x="58864" y="503879"/>
                  </a:cubicBezTo>
                  <a:cubicBezTo>
                    <a:pt x="58771" y="501554"/>
                    <a:pt x="58771" y="501554"/>
                    <a:pt x="58864" y="499414"/>
                  </a:cubicBezTo>
                  <a:cubicBezTo>
                    <a:pt x="58127" y="499414"/>
                    <a:pt x="57391" y="499414"/>
                    <a:pt x="56631" y="499414"/>
                  </a:cubicBezTo>
                  <a:cubicBezTo>
                    <a:pt x="56107" y="497686"/>
                    <a:pt x="55610" y="495950"/>
                    <a:pt x="55143" y="494205"/>
                  </a:cubicBezTo>
                  <a:cubicBezTo>
                    <a:pt x="54652" y="494205"/>
                    <a:pt x="54161" y="494205"/>
                    <a:pt x="53655" y="494205"/>
                  </a:cubicBezTo>
                  <a:cubicBezTo>
                    <a:pt x="53578" y="493361"/>
                    <a:pt x="53501" y="492517"/>
                    <a:pt x="53422" y="491647"/>
                  </a:cubicBezTo>
                  <a:cubicBezTo>
                    <a:pt x="53254" y="490772"/>
                    <a:pt x="53085" y="489898"/>
                    <a:pt x="52911" y="488996"/>
                  </a:cubicBezTo>
                  <a:cubicBezTo>
                    <a:pt x="52174" y="488751"/>
                    <a:pt x="51437" y="488505"/>
                    <a:pt x="50678" y="488252"/>
                  </a:cubicBezTo>
                  <a:cubicBezTo>
                    <a:pt x="50460" y="486714"/>
                    <a:pt x="50460" y="486714"/>
                    <a:pt x="50539" y="484857"/>
                  </a:cubicBezTo>
                  <a:cubicBezTo>
                    <a:pt x="50569" y="483935"/>
                    <a:pt x="50569" y="483935"/>
                    <a:pt x="50600" y="482994"/>
                  </a:cubicBezTo>
                  <a:cubicBezTo>
                    <a:pt x="50626" y="482519"/>
                    <a:pt x="50652" y="482044"/>
                    <a:pt x="50678" y="481555"/>
                  </a:cubicBezTo>
                  <a:cubicBezTo>
                    <a:pt x="49942" y="481555"/>
                    <a:pt x="49205" y="481555"/>
                    <a:pt x="48446" y="481555"/>
                  </a:cubicBezTo>
                  <a:cubicBezTo>
                    <a:pt x="47955" y="480279"/>
                    <a:pt x="47955" y="480279"/>
                    <a:pt x="47655" y="478625"/>
                  </a:cubicBezTo>
                  <a:cubicBezTo>
                    <a:pt x="47383" y="477011"/>
                    <a:pt x="47383" y="477011"/>
                    <a:pt x="46958" y="475602"/>
                  </a:cubicBezTo>
                  <a:cubicBezTo>
                    <a:pt x="46467" y="475356"/>
                    <a:pt x="45975" y="475111"/>
                    <a:pt x="45469" y="474858"/>
                  </a:cubicBezTo>
                  <a:cubicBezTo>
                    <a:pt x="45208" y="473321"/>
                    <a:pt x="45140" y="471809"/>
                    <a:pt x="45054" y="470253"/>
                  </a:cubicBezTo>
                  <a:cubicBezTo>
                    <a:pt x="44945" y="469808"/>
                    <a:pt x="44837" y="469363"/>
                    <a:pt x="44725" y="468904"/>
                  </a:cubicBezTo>
                  <a:cubicBezTo>
                    <a:pt x="43989" y="468659"/>
                    <a:pt x="43252" y="468413"/>
                    <a:pt x="42493" y="468160"/>
                  </a:cubicBezTo>
                  <a:cubicBezTo>
                    <a:pt x="42164" y="466812"/>
                    <a:pt x="42164" y="466812"/>
                    <a:pt x="42074" y="465184"/>
                  </a:cubicBezTo>
                  <a:cubicBezTo>
                    <a:pt x="42011" y="463596"/>
                    <a:pt x="42011" y="463596"/>
                    <a:pt x="41749" y="462207"/>
                  </a:cubicBezTo>
                  <a:cubicBezTo>
                    <a:pt x="41258" y="461962"/>
                    <a:pt x="40766" y="461716"/>
                    <a:pt x="40260" y="461463"/>
                  </a:cubicBezTo>
                  <a:cubicBezTo>
                    <a:pt x="39952" y="459763"/>
                    <a:pt x="39952" y="459763"/>
                    <a:pt x="39795" y="457696"/>
                  </a:cubicBezTo>
                  <a:cubicBezTo>
                    <a:pt x="39740" y="457012"/>
                    <a:pt x="39684" y="456328"/>
                    <a:pt x="39627" y="455623"/>
                  </a:cubicBezTo>
                  <a:cubicBezTo>
                    <a:pt x="39590" y="455095"/>
                    <a:pt x="39554" y="454566"/>
                    <a:pt x="39516" y="454022"/>
                  </a:cubicBezTo>
                  <a:cubicBezTo>
                    <a:pt x="38780" y="454022"/>
                    <a:pt x="38043" y="454022"/>
                    <a:pt x="37284" y="454022"/>
                  </a:cubicBezTo>
                  <a:cubicBezTo>
                    <a:pt x="37038" y="451320"/>
                    <a:pt x="36793" y="448619"/>
                    <a:pt x="36540" y="445836"/>
                  </a:cubicBezTo>
                  <a:cubicBezTo>
                    <a:pt x="35803" y="446082"/>
                    <a:pt x="35066" y="446327"/>
                    <a:pt x="34307" y="446580"/>
                  </a:cubicBezTo>
                  <a:cubicBezTo>
                    <a:pt x="34271" y="445998"/>
                    <a:pt x="34234" y="445416"/>
                    <a:pt x="34197" y="444816"/>
                  </a:cubicBezTo>
                  <a:cubicBezTo>
                    <a:pt x="34141" y="444063"/>
                    <a:pt x="34086" y="443310"/>
                    <a:pt x="34028" y="442534"/>
                  </a:cubicBezTo>
                  <a:cubicBezTo>
                    <a:pt x="33976" y="441783"/>
                    <a:pt x="33925" y="441032"/>
                    <a:pt x="33871" y="440258"/>
                  </a:cubicBezTo>
                  <a:cubicBezTo>
                    <a:pt x="33719" y="439336"/>
                    <a:pt x="33719" y="439336"/>
                    <a:pt x="33563" y="438395"/>
                  </a:cubicBezTo>
                  <a:cubicBezTo>
                    <a:pt x="33072" y="438149"/>
                    <a:pt x="32581" y="437904"/>
                    <a:pt x="32075" y="437651"/>
                  </a:cubicBezTo>
                  <a:cubicBezTo>
                    <a:pt x="31594" y="435352"/>
                    <a:pt x="31313" y="433049"/>
                    <a:pt x="31005" y="430721"/>
                  </a:cubicBezTo>
                  <a:cubicBezTo>
                    <a:pt x="30867" y="430061"/>
                    <a:pt x="30729" y="429401"/>
                    <a:pt x="30587" y="428721"/>
                  </a:cubicBezTo>
                  <a:cubicBezTo>
                    <a:pt x="30095" y="428475"/>
                    <a:pt x="29604" y="428230"/>
                    <a:pt x="29098" y="427977"/>
                  </a:cubicBezTo>
                  <a:cubicBezTo>
                    <a:pt x="28834" y="425860"/>
                    <a:pt x="28768" y="423760"/>
                    <a:pt x="28683" y="421628"/>
                  </a:cubicBezTo>
                  <a:cubicBezTo>
                    <a:pt x="28574" y="421022"/>
                    <a:pt x="28466" y="420416"/>
                    <a:pt x="28354" y="419791"/>
                  </a:cubicBezTo>
                  <a:cubicBezTo>
                    <a:pt x="27617" y="419546"/>
                    <a:pt x="26881" y="419300"/>
                    <a:pt x="26122" y="419047"/>
                  </a:cubicBezTo>
                  <a:cubicBezTo>
                    <a:pt x="25793" y="416722"/>
                    <a:pt x="25793" y="416722"/>
                    <a:pt x="25703" y="413838"/>
                  </a:cubicBezTo>
                  <a:cubicBezTo>
                    <a:pt x="25645" y="412099"/>
                    <a:pt x="25549" y="410360"/>
                    <a:pt x="25378" y="408629"/>
                  </a:cubicBezTo>
                  <a:cubicBezTo>
                    <a:pt x="24886" y="408384"/>
                    <a:pt x="24395" y="408138"/>
                    <a:pt x="23889" y="407885"/>
                  </a:cubicBezTo>
                  <a:cubicBezTo>
                    <a:pt x="22921" y="404979"/>
                    <a:pt x="23198" y="402433"/>
                    <a:pt x="23337" y="399397"/>
                  </a:cubicBezTo>
                  <a:cubicBezTo>
                    <a:pt x="23357" y="397437"/>
                    <a:pt x="23357" y="397437"/>
                    <a:pt x="22041" y="396437"/>
                  </a:cubicBezTo>
                  <a:cubicBezTo>
                    <a:pt x="20587" y="394887"/>
                    <a:pt x="20602" y="394022"/>
                    <a:pt x="20532" y="391924"/>
                  </a:cubicBezTo>
                  <a:cubicBezTo>
                    <a:pt x="20506" y="391293"/>
                    <a:pt x="20479" y="390662"/>
                    <a:pt x="20452" y="390013"/>
                  </a:cubicBezTo>
                  <a:cubicBezTo>
                    <a:pt x="20435" y="389357"/>
                    <a:pt x="20418" y="388701"/>
                    <a:pt x="20401" y="388026"/>
                  </a:cubicBezTo>
                  <a:cubicBezTo>
                    <a:pt x="20376" y="387361"/>
                    <a:pt x="20350" y="386697"/>
                    <a:pt x="20324" y="386013"/>
                  </a:cubicBezTo>
                  <a:cubicBezTo>
                    <a:pt x="20263" y="384374"/>
                    <a:pt x="20211" y="382735"/>
                    <a:pt x="20169" y="381096"/>
                  </a:cubicBezTo>
                  <a:cubicBezTo>
                    <a:pt x="19432" y="381096"/>
                    <a:pt x="18695" y="381096"/>
                    <a:pt x="17936" y="381096"/>
                  </a:cubicBezTo>
                  <a:cubicBezTo>
                    <a:pt x="17921" y="380626"/>
                    <a:pt x="17907" y="380157"/>
                    <a:pt x="17891" y="379673"/>
                  </a:cubicBezTo>
                  <a:cubicBezTo>
                    <a:pt x="17821" y="377558"/>
                    <a:pt x="17739" y="375444"/>
                    <a:pt x="17657" y="373329"/>
                  </a:cubicBezTo>
                  <a:cubicBezTo>
                    <a:pt x="17634" y="372590"/>
                    <a:pt x="17611" y="371851"/>
                    <a:pt x="17587" y="371089"/>
                  </a:cubicBezTo>
                  <a:cubicBezTo>
                    <a:pt x="17544" y="370035"/>
                    <a:pt x="17544" y="370035"/>
                    <a:pt x="17500" y="368960"/>
                  </a:cubicBezTo>
                  <a:cubicBezTo>
                    <a:pt x="17477" y="368309"/>
                    <a:pt x="17453" y="367658"/>
                    <a:pt x="17429" y="366988"/>
                  </a:cubicBezTo>
                  <a:cubicBezTo>
                    <a:pt x="17351" y="366487"/>
                    <a:pt x="17273" y="365985"/>
                    <a:pt x="17192" y="365469"/>
                  </a:cubicBezTo>
                  <a:cubicBezTo>
                    <a:pt x="16701" y="365223"/>
                    <a:pt x="16210" y="364978"/>
                    <a:pt x="15704" y="364725"/>
                  </a:cubicBezTo>
                  <a:cubicBezTo>
                    <a:pt x="14962" y="362499"/>
                    <a:pt x="14892" y="361115"/>
                    <a:pt x="14939" y="358798"/>
                  </a:cubicBezTo>
                  <a:cubicBezTo>
                    <a:pt x="14948" y="358080"/>
                    <a:pt x="14957" y="357362"/>
                    <a:pt x="14967" y="356622"/>
                  </a:cubicBezTo>
                  <a:cubicBezTo>
                    <a:pt x="14993" y="355112"/>
                    <a:pt x="15022" y="353603"/>
                    <a:pt x="15054" y="352093"/>
                  </a:cubicBezTo>
                  <a:cubicBezTo>
                    <a:pt x="15062" y="351374"/>
                    <a:pt x="15070" y="350655"/>
                    <a:pt x="15079" y="349915"/>
                  </a:cubicBezTo>
                  <a:cubicBezTo>
                    <a:pt x="15091" y="349259"/>
                    <a:pt x="15104" y="348603"/>
                    <a:pt x="15117" y="347927"/>
                  </a:cubicBezTo>
                  <a:cubicBezTo>
                    <a:pt x="14948" y="345987"/>
                    <a:pt x="14500" y="344788"/>
                    <a:pt x="13471" y="343145"/>
                  </a:cubicBezTo>
                  <a:cubicBezTo>
                    <a:pt x="13226" y="343145"/>
                    <a:pt x="12980" y="343145"/>
                    <a:pt x="12727" y="343145"/>
                  </a:cubicBezTo>
                  <a:cubicBezTo>
                    <a:pt x="12723" y="342484"/>
                    <a:pt x="12718" y="341824"/>
                    <a:pt x="12714" y="341144"/>
                  </a:cubicBezTo>
                  <a:cubicBezTo>
                    <a:pt x="12671" y="334935"/>
                    <a:pt x="12617" y="328726"/>
                    <a:pt x="12552" y="322517"/>
                  </a:cubicBezTo>
                  <a:cubicBezTo>
                    <a:pt x="12518" y="319325"/>
                    <a:pt x="12489" y="316133"/>
                    <a:pt x="12469" y="312940"/>
                  </a:cubicBezTo>
                  <a:cubicBezTo>
                    <a:pt x="12450" y="309862"/>
                    <a:pt x="12420" y="306783"/>
                    <a:pt x="12383" y="303705"/>
                  </a:cubicBezTo>
                  <a:cubicBezTo>
                    <a:pt x="12370" y="302528"/>
                    <a:pt x="12362" y="301351"/>
                    <a:pt x="12357" y="300174"/>
                  </a:cubicBezTo>
                  <a:cubicBezTo>
                    <a:pt x="12350" y="298531"/>
                    <a:pt x="12329" y="296888"/>
                    <a:pt x="12305" y="295245"/>
                  </a:cubicBezTo>
                  <a:cubicBezTo>
                    <a:pt x="12297" y="294308"/>
                    <a:pt x="12288" y="293371"/>
                    <a:pt x="12280" y="292406"/>
                  </a:cubicBezTo>
                  <a:cubicBezTo>
                    <a:pt x="12133" y="291369"/>
                    <a:pt x="12133" y="291369"/>
                    <a:pt x="11983" y="290311"/>
                  </a:cubicBezTo>
                  <a:cubicBezTo>
                    <a:pt x="11246" y="290065"/>
                    <a:pt x="10510" y="289820"/>
                    <a:pt x="9751" y="289567"/>
                  </a:cubicBezTo>
                  <a:cubicBezTo>
                    <a:pt x="9432" y="287559"/>
                    <a:pt x="9653" y="285654"/>
                    <a:pt x="9751" y="283614"/>
                  </a:cubicBezTo>
                  <a:cubicBezTo>
                    <a:pt x="10242" y="283614"/>
                    <a:pt x="10733" y="283614"/>
                    <a:pt x="11239" y="283614"/>
                  </a:cubicBezTo>
                  <a:cubicBezTo>
                    <a:pt x="12295" y="281501"/>
                    <a:pt x="12088" y="279709"/>
                    <a:pt x="12100" y="277347"/>
                  </a:cubicBezTo>
                  <a:cubicBezTo>
                    <a:pt x="12104" y="276856"/>
                    <a:pt x="12108" y="276366"/>
                    <a:pt x="12112" y="275861"/>
                  </a:cubicBezTo>
                  <a:cubicBezTo>
                    <a:pt x="12120" y="274796"/>
                    <a:pt x="12126" y="273730"/>
                    <a:pt x="12131" y="272665"/>
                  </a:cubicBezTo>
                  <a:cubicBezTo>
                    <a:pt x="12140" y="270979"/>
                    <a:pt x="12155" y="269294"/>
                    <a:pt x="12171" y="267608"/>
                  </a:cubicBezTo>
                  <a:cubicBezTo>
                    <a:pt x="12217" y="262815"/>
                    <a:pt x="12257" y="258023"/>
                    <a:pt x="12282" y="253230"/>
                  </a:cubicBezTo>
                  <a:cubicBezTo>
                    <a:pt x="12297" y="250299"/>
                    <a:pt x="12324" y="247369"/>
                    <a:pt x="12357" y="244438"/>
                  </a:cubicBezTo>
                  <a:cubicBezTo>
                    <a:pt x="12367" y="243321"/>
                    <a:pt x="12374" y="242203"/>
                    <a:pt x="12376" y="241085"/>
                  </a:cubicBezTo>
                  <a:cubicBezTo>
                    <a:pt x="12380" y="239523"/>
                    <a:pt x="12397" y="237961"/>
                    <a:pt x="12417" y="236399"/>
                  </a:cubicBezTo>
                  <a:cubicBezTo>
                    <a:pt x="12426" y="235064"/>
                    <a:pt x="12426" y="235064"/>
                    <a:pt x="12435" y="233703"/>
                  </a:cubicBezTo>
                  <a:cubicBezTo>
                    <a:pt x="12757" y="231303"/>
                    <a:pt x="13152" y="230783"/>
                    <a:pt x="14960" y="229291"/>
                  </a:cubicBezTo>
                  <a:cubicBezTo>
                    <a:pt x="15243" y="227566"/>
                    <a:pt x="15243" y="227566"/>
                    <a:pt x="15125" y="225649"/>
                  </a:cubicBezTo>
                  <a:cubicBezTo>
                    <a:pt x="15104" y="224582"/>
                    <a:pt x="15104" y="224582"/>
                    <a:pt x="15083" y="223494"/>
                  </a:cubicBezTo>
                  <a:cubicBezTo>
                    <a:pt x="15058" y="222752"/>
                    <a:pt x="15032" y="222010"/>
                    <a:pt x="15006" y="221245"/>
                  </a:cubicBezTo>
                  <a:cubicBezTo>
                    <a:pt x="14730" y="212262"/>
                    <a:pt x="14730" y="212262"/>
                    <a:pt x="16448" y="208455"/>
                  </a:cubicBezTo>
                  <a:cubicBezTo>
                    <a:pt x="16693" y="208210"/>
                    <a:pt x="16939" y="207964"/>
                    <a:pt x="17192" y="207711"/>
                  </a:cubicBezTo>
                  <a:cubicBezTo>
                    <a:pt x="17309" y="206605"/>
                    <a:pt x="17379" y="205494"/>
                    <a:pt x="17427" y="204383"/>
                  </a:cubicBezTo>
                  <a:cubicBezTo>
                    <a:pt x="17459" y="203714"/>
                    <a:pt x="17490" y="203045"/>
                    <a:pt x="17522" y="202355"/>
                  </a:cubicBezTo>
                  <a:cubicBezTo>
                    <a:pt x="17551" y="201652"/>
                    <a:pt x="17580" y="200948"/>
                    <a:pt x="17611" y="200223"/>
                  </a:cubicBezTo>
                  <a:cubicBezTo>
                    <a:pt x="17643" y="199517"/>
                    <a:pt x="17675" y="198810"/>
                    <a:pt x="17708" y="198082"/>
                  </a:cubicBezTo>
                  <a:cubicBezTo>
                    <a:pt x="17787" y="196331"/>
                    <a:pt x="17863" y="194580"/>
                    <a:pt x="17936" y="192828"/>
                  </a:cubicBezTo>
                  <a:cubicBezTo>
                    <a:pt x="18673" y="192828"/>
                    <a:pt x="19410" y="192828"/>
                    <a:pt x="20169" y="192828"/>
                  </a:cubicBezTo>
                  <a:cubicBezTo>
                    <a:pt x="20414" y="187917"/>
                    <a:pt x="20660" y="183006"/>
                    <a:pt x="20913" y="177946"/>
                  </a:cubicBezTo>
                  <a:cubicBezTo>
                    <a:pt x="21649" y="177946"/>
                    <a:pt x="22386" y="177946"/>
                    <a:pt x="23145" y="177946"/>
                  </a:cubicBezTo>
                  <a:cubicBezTo>
                    <a:pt x="23137" y="177211"/>
                    <a:pt x="23128" y="176476"/>
                    <a:pt x="23119" y="175719"/>
                  </a:cubicBezTo>
                  <a:cubicBezTo>
                    <a:pt x="23112" y="174765"/>
                    <a:pt x="23106" y="173812"/>
                    <a:pt x="23099" y="172830"/>
                  </a:cubicBezTo>
                  <a:cubicBezTo>
                    <a:pt x="23090" y="171880"/>
                    <a:pt x="23081" y="170930"/>
                    <a:pt x="23072" y="169952"/>
                  </a:cubicBezTo>
                  <a:cubicBezTo>
                    <a:pt x="23145" y="167528"/>
                    <a:pt x="23145" y="167528"/>
                    <a:pt x="23889" y="166039"/>
                  </a:cubicBezTo>
                  <a:cubicBezTo>
                    <a:pt x="24626" y="166039"/>
                    <a:pt x="25363" y="166039"/>
                    <a:pt x="26122" y="166039"/>
                  </a:cubicBezTo>
                  <a:cubicBezTo>
                    <a:pt x="26096" y="165242"/>
                    <a:pt x="26070" y="164445"/>
                    <a:pt x="26043" y="163624"/>
                  </a:cubicBezTo>
                  <a:cubicBezTo>
                    <a:pt x="26022" y="162584"/>
                    <a:pt x="26002" y="161544"/>
                    <a:pt x="25982" y="160505"/>
                  </a:cubicBezTo>
                  <a:cubicBezTo>
                    <a:pt x="25963" y="159979"/>
                    <a:pt x="25945" y="159452"/>
                    <a:pt x="25926" y="158910"/>
                  </a:cubicBezTo>
                  <a:cubicBezTo>
                    <a:pt x="25904" y="157392"/>
                    <a:pt x="25904" y="157392"/>
                    <a:pt x="26122" y="154877"/>
                  </a:cubicBezTo>
                  <a:cubicBezTo>
                    <a:pt x="26858" y="154632"/>
                    <a:pt x="27595" y="154386"/>
                    <a:pt x="28354" y="154133"/>
                  </a:cubicBezTo>
                  <a:cubicBezTo>
                    <a:pt x="28708" y="152260"/>
                    <a:pt x="28708" y="152260"/>
                    <a:pt x="28726" y="150087"/>
                  </a:cubicBezTo>
                  <a:cubicBezTo>
                    <a:pt x="28796" y="147857"/>
                    <a:pt x="28796" y="147857"/>
                    <a:pt x="29098" y="145948"/>
                  </a:cubicBezTo>
                  <a:cubicBezTo>
                    <a:pt x="30203" y="145211"/>
                    <a:pt x="30203" y="145211"/>
                    <a:pt x="31331" y="144459"/>
                  </a:cubicBezTo>
                  <a:cubicBezTo>
                    <a:pt x="31709" y="142506"/>
                    <a:pt x="31709" y="142506"/>
                    <a:pt x="31749" y="140320"/>
                  </a:cubicBezTo>
                  <a:cubicBezTo>
                    <a:pt x="31845" y="138085"/>
                    <a:pt x="31845" y="138085"/>
                    <a:pt x="32075" y="136274"/>
                  </a:cubicBezTo>
                  <a:cubicBezTo>
                    <a:pt x="32566" y="136028"/>
                    <a:pt x="33057" y="135783"/>
                    <a:pt x="33563" y="135530"/>
                  </a:cubicBezTo>
                  <a:cubicBezTo>
                    <a:pt x="33912" y="133605"/>
                    <a:pt x="33912" y="133605"/>
                    <a:pt x="34028" y="131390"/>
                  </a:cubicBezTo>
                  <a:cubicBezTo>
                    <a:pt x="34084" y="130637"/>
                    <a:pt x="34139" y="129884"/>
                    <a:pt x="34197" y="129108"/>
                  </a:cubicBezTo>
                  <a:cubicBezTo>
                    <a:pt x="34233" y="128526"/>
                    <a:pt x="34270" y="127944"/>
                    <a:pt x="34307" y="127344"/>
                  </a:cubicBezTo>
                  <a:cubicBezTo>
                    <a:pt x="35044" y="127590"/>
                    <a:pt x="35781" y="127835"/>
                    <a:pt x="36540" y="128088"/>
                  </a:cubicBezTo>
                  <a:cubicBezTo>
                    <a:pt x="36785" y="125387"/>
                    <a:pt x="37031" y="122686"/>
                    <a:pt x="37284" y="119903"/>
                  </a:cubicBezTo>
                  <a:cubicBezTo>
                    <a:pt x="38021" y="119903"/>
                    <a:pt x="38757" y="119903"/>
                    <a:pt x="39516" y="119903"/>
                  </a:cubicBezTo>
                  <a:cubicBezTo>
                    <a:pt x="39553" y="119320"/>
                    <a:pt x="39589" y="118738"/>
                    <a:pt x="39627" y="118138"/>
                  </a:cubicBezTo>
                  <a:cubicBezTo>
                    <a:pt x="39682" y="117385"/>
                    <a:pt x="39738" y="116632"/>
                    <a:pt x="39795" y="115856"/>
                  </a:cubicBezTo>
                  <a:cubicBezTo>
                    <a:pt x="39847" y="115105"/>
                    <a:pt x="39899" y="114354"/>
                    <a:pt x="39952" y="113580"/>
                  </a:cubicBezTo>
                  <a:cubicBezTo>
                    <a:pt x="40054" y="112965"/>
                    <a:pt x="40156" y="112351"/>
                    <a:pt x="40260" y="111717"/>
                  </a:cubicBezTo>
                  <a:cubicBezTo>
                    <a:pt x="40752" y="111471"/>
                    <a:pt x="41243" y="111226"/>
                    <a:pt x="41749" y="110973"/>
                  </a:cubicBezTo>
                  <a:cubicBezTo>
                    <a:pt x="42010" y="109436"/>
                    <a:pt x="42078" y="107924"/>
                    <a:pt x="42164" y="106369"/>
                  </a:cubicBezTo>
                  <a:cubicBezTo>
                    <a:pt x="42273" y="105923"/>
                    <a:pt x="42381" y="105478"/>
                    <a:pt x="42493" y="105020"/>
                  </a:cubicBezTo>
                  <a:cubicBezTo>
                    <a:pt x="43230" y="104774"/>
                    <a:pt x="43966" y="104529"/>
                    <a:pt x="44725" y="104276"/>
                  </a:cubicBezTo>
                  <a:cubicBezTo>
                    <a:pt x="44916" y="102770"/>
                    <a:pt x="45101" y="101260"/>
                    <a:pt x="45167" y="99744"/>
                  </a:cubicBezTo>
                  <a:cubicBezTo>
                    <a:pt x="45469" y="98323"/>
                    <a:pt x="45469" y="98323"/>
                    <a:pt x="47702" y="96834"/>
                  </a:cubicBezTo>
                  <a:cubicBezTo>
                    <a:pt x="47973" y="95599"/>
                    <a:pt x="48222" y="94358"/>
                    <a:pt x="48446" y="93114"/>
                  </a:cubicBezTo>
                  <a:cubicBezTo>
                    <a:pt x="48937" y="92868"/>
                    <a:pt x="49428" y="92622"/>
                    <a:pt x="49934" y="92369"/>
                  </a:cubicBezTo>
                  <a:cubicBezTo>
                    <a:pt x="50196" y="90833"/>
                    <a:pt x="50264" y="89321"/>
                    <a:pt x="50350" y="87765"/>
                  </a:cubicBezTo>
                  <a:cubicBezTo>
                    <a:pt x="50458" y="87320"/>
                    <a:pt x="50567" y="86875"/>
                    <a:pt x="50678" y="86416"/>
                  </a:cubicBezTo>
                  <a:cubicBezTo>
                    <a:pt x="51415" y="86171"/>
                    <a:pt x="52152" y="85925"/>
                    <a:pt x="52911" y="85672"/>
                  </a:cubicBezTo>
                  <a:cubicBezTo>
                    <a:pt x="53034" y="84813"/>
                    <a:pt x="53156" y="83953"/>
                    <a:pt x="53283" y="83068"/>
                  </a:cubicBezTo>
                  <a:cubicBezTo>
                    <a:pt x="53406" y="82208"/>
                    <a:pt x="53528" y="81349"/>
                    <a:pt x="53655" y="80463"/>
                  </a:cubicBezTo>
                  <a:cubicBezTo>
                    <a:pt x="54392" y="80218"/>
                    <a:pt x="55128" y="79972"/>
                    <a:pt x="55887" y="79719"/>
                  </a:cubicBezTo>
                  <a:cubicBezTo>
                    <a:pt x="56166" y="77987"/>
                    <a:pt x="56414" y="76250"/>
                    <a:pt x="56631" y="74510"/>
                  </a:cubicBezTo>
                  <a:cubicBezTo>
                    <a:pt x="57123" y="74264"/>
                    <a:pt x="57614" y="74019"/>
                    <a:pt x="58120" y="73766"/>
                  </a:cubicBezTo>
                  <a:cubicBezTo>
                    <a:pt x="58488" y="72661"/>
                    <a:pt x="58488" y="72661"/>
                    <a:pt x="58864" y="71533"/>
                  </a:cubicBezTo>
                  <a:cubicBezTo>
                    <a:pt x="59608" y="69301"/>
                    <a:pt x="59608" y="69301"/>
                    <a:pt x="61096" y="68557"/>
                  </a:cubicBezTo>
                  <a:cubicBezTo>
                    <a:pt x="61204" y="67836"/>
                    <a:pt x="61311" y="67114"/>
                    <a:pt x="61422" y="66371"/>
                  </a:cubicBezTo>
                  <a:cubicBezTo>
                    <a:pt x="61629" y="65243"/>
                    <a:pt x="61629" y="65243"/>
                    <a:pt x="61840" y="64092"/>
                  </a:cubicBezTo>
                  <a:cubicBezTo>
                    <a:pt x="62577" y="63601"/>
                    <a:pt x="63314" y="63110"/>
                    <a:pt x="64073" y="62604"/>
                  </a:cubicBezTo>
                  <a:cubicBezTo>
                    <a:pt x="64574" y="61366"/>
                    <a:pt x="65071" y="60126"/>
                    <a:pt x="65561" y="58883"/>
                  </a:cubicBezTo>
                  <a:cubicBezTo>
                    <a:pt x="66052" y="58883"/>
                    <a:pt x="66543" y="58883"/>
                    <a:pt x="67049" y="58883"/>
                  </a:cubicBezTo>
                  <a:cubicBezTo>
                    <a:pt x="66980" y="57824"/>
                    <a:pt x="66980" y="57824"/>
                    <a:pt x="66910" y="56744"/>
                  </a:cubicBezTo>
                  <a:cubicBezTo>
                    <a:pt x="66979" y="55593"/>
                    <a:pt x="66979" y="55593"/>
                    <a:pt x="67049" y="54418"/>
                  </a:cubicBezTo>
                  <a:cubicBezTo>
                    <a:pt x="67786" y="53927"/>
                    <a:pt x="68523" y="53436"/>
                    <a:pt x="69282" y="52930"/>
                  </a:cubicBezTo>
                  <a:cubicBezTo>
                    <a:pt x="69405" y="52316"/>
                    <a:pt x="69527" y="51702"/>
                    <a:pt x="69654" y="51070"/>
                  </a:cubicBezTo>
                  <a:cubicBezTo>
                    <a:pt x="70026" y="49209"/>
                    <a:pt x="70026" y="49209"/>
                    <a:pt x="72258" y="47721"/>
                  </a:cubicBezTo>
                  <a:cubicBezTo>
                    <a:pt x="72801" y="46500"/>
                    <a:pt x="73290" y="45256"/>
                    <a:pt x="73747" y="44000"/>
                  </a:cubicBezTo>
                  <a:cubicBezTo>
                    <a:pt x="75756" y="39647"/>
                    <a:pt x="75756" y="39647"/>
                    <a:pt x="77467" y="38791"/>
                  </a:cubicBezTo>
                  <a:cubicBezTo>
                    <a:pt x="77836" y="38055"/>
                    <a:pt x="77836" y="38055"/>
                    <a:pt x="78212" y="37303"/>
                  </a:cubicBezTo>
                  <a:cubicBezTo>
                    <a:pt x="78956" y="35815"/>
                    <a:pt x="78956" y="35815"/>
                    <a:pt x="80444" y="35071"/>
                  </a:cubicBezTo>
                  <a:cubicBezTo>
                    <a:pt x="80567" y="34579"/>
                    <a:pt x="80690" y="34088"/>
                    <a:pt x="80816" y="33582"/>
                  </a:cubicBezTo>
                  <a:cubicBezTo>
                    <a:pt x="80939" y="33091"/>
                    <a:pt x="81062" y="32600"/>
                    <a:pt x="81188" y="32094"/>
                  </a:cubicBezTo>
                  <a:cubicBezTo>
                    <a:pt x="81679" y="31848"/>
                    <a:pt x="82170" y="31603"/>
                    <a:pt x="82676" y="31350"/>
                  </a:cubicBezTo>
                  <a:cubicBezTo>
                    <a:pt x="82838" y="30475"/>
                    <a:pt x="82838" y="30475"/>
                    <a:pt x="83002" y="29583"/>
                  </a:cubicBezTo>
                  <a:cubicBezTo>
                    <a:pt x="83476" y="27370"/>
                    <a:pt x="84035" y="26886"/>
                    <a:pt x="85653" y="25397"/>
                  </a:cubicBezTo>
                  <a:cubicBezTo>
                    <a:pt x="85914" y="24875"/>
                    <a:pt x="86175" y="24353"/>
                    <a:pt x="86444" y="23815"/>
                  </a:cubicBezTo>
                  <a:cubicBezTo>
                    <a:pt x="87141" y="22420"/>
                    <a:pt x="87141" y="22420"/>
                    <a:pt x="88630" y="21676"/>
                  </a:cubicBezTo>
                  <a:cubicBezTo>
                    <a:pt x="88875" y="21170"/>
                    <a:pt x="89121" y="20663"/>
                    <a:pt x="89374" y="20141"/>
                  </a:cubicBezTo>
                  <a:cubicBezTo>
                    <a:pt x="89619" y="19665"/>
                    <a:pt x="89865" y="19190"/>
                    <a:pt x="90118" y="18699"/>
                  </a:cubicBezTo>
                  <a:cubicBezTo>
                    <a:pt x="90609" y="18699"/>
                    <a:pt x="91100" y="18699"/>
                    <a:pt x="91606" y="18699"/>
                  </a:cubicBezTo>
                  <a:cubicBezTo>
                    <a:pt x="91852" y="18086"/>
                    <a:pt x="92097" y="17472"/>
                    <a:pt x="92350" y="16839"/>
                  </a:cubicBezTo>
                  <a:cubicBezTo>
                    <a:pt x="92596" y="16225"/>
                    <a:pt x="92841" y="15611"/>
                    <a:pt x="93094" y="14979"/>
                  </a:cubicBezTo>
                  <a:cubicBezTo>
                    <a:pt x="93586" y="14979"/>
                    <a:pt x="94077" y="14979"/>
                    <a:pt x="94583" y="14979"/>
                  </a:cubicBezTo>
                  <a:cubicBezTo>
                    <a:pt x="94828" y="14365"/>
                    <a:pt x="95074" y="13751"/>
                    <a:pt x="95327" y="13118"/>
                  </a:cubicBezTo>
                  <a:cubicBezTo>
                    <a:pt x="95572" y="12505"/>
                    <a:pt x="95818" y="11891"/>
                    <a:pt x="96071" y="11258"/>
                  </a:cubicBezTo>
                  <a:cubicBezTo>
                    <a:pt x="96562" y="11258"/>
                    <a:pt x="97053" y="11258"/>
                    <a:pt x="97559" y="11258"/>
                  </a:cubicBezTo>
                  <a:cubicBezTo>
                    <a:pt x="97815" y="10268"/>
                    <a:pt x="98062" y="9275"/>
                    <a:pt x="98303" y="8282"/>
                  </a:cubicBezTo>
                  <a:cubicBezTo>
                    <a:pt x="98794" y="8036"/>
                    <a:pt x="99286" y="7790"/>
                    <a:pt x="99792" y="7537"/>
                  </a:cubicBezTo>
                  <a:cubicBezTo>
                    <a:pt x="100160" y="6778"/>
                    <a:pt x="100160" y="6778"/>
                    <a:pt x="100536" y="6003"/>
                  </a:cubicBezTo>
                  <a:cubicBezTo>
                    <a:pt x="100781" y="5527"/>
                    <a:pt x="101027" y="5051"/>
                    <a:pt x="101280" y="4561"/>
                  </a:cubicBezTo>
                  <a:cubicBezTo>
                    <a:pt x="101771" y="4561"/>
                    <a:pt x="102262" y="4561"/>
                    <a:pt x="102768" y="4561"/>
                  </a:cubicBezTo>
                  <a:cubicBezTo>
                    <a:pt x="102837" y="3651"/>
                    <a:pt x="102837" y="3651"/>
                    <a:pt x="102908" y="2724"/>
                  </a:cubicBezTo>
                  <a:cubicBezTo>
                    <a:pt x="103107" y="2102"/>
                    <a:pt x="103307" y="1481"/>
                    <a:pt x="103512" y="840"/>
                  </a:cubicBezTo>
                  <a:close/>
                </a:path>
              </a:pathLst>
            </a:custGeom>
            <a:grpFill/>
            <a:ln w="744" cap="flat">
              <a:noFill/>
              <a:prstDash val="solid"/>
              <a:miter/>
            </a:ln>
          </p:spPr>
          <p:txBody>
            <a:bodyPr rtlCol="0" anchor="ctr"/>
            <a:lstStyle/>
            <a:p>
              <a:endParaRPr lang="zh-CN" altLang="en-US"/>
            </a:p>
          </p:txBody>
        </p:sp>
        <p:sp>
          <p:nvSpPr>
            <p:cNvPr id="113" name="任意多边形: 形状 112"/>
            <p:cNvSpPr/>
            <p:nvPr/>
          </p:nvSpPr>
          <p:spPr>
            <a:xfrm>
              <a:off x="11621491" y="1394069"/>
              <a:ext cx="158994" cy="236364"/>
            </a:xfrm>
            <a:custGeom>
              <a:avLst/>
              <a:gdLst>
                <a:gd name="connsiteX0" fmla="*/ 30094 w 158994"/>
                <a:gd name="connsiteY0" fmla="*/ 30922 h 236364"/>
                <a:gd name="connsiteX1" fmla="*/ 30094 w 158994"/>
                <a:gd name="connsiteY1" fmla="*/ 205051 h 236364"/>
                <a:gd name="connsiteX2" fmla="*/ 80696 w 158994"/>
                <a:gd name="connsiteY2" fmla="*/ 205051 h 236364"/>
                <a:gd name="connsiteX3" fmla="*/ 80696 w 158994"/>
                <a:gd name="connsiteY3" fmla="*/ 202074 h 236364"/>
                <a:gd name="connsiteX4" fmla="*/ 85120 w 158994"/>
                <a:gd name="connsiteY4" fmla="*/ 202220 h 236364"/>
                <a:gd name="connsiteX5" fmla="*/ 86928 w 158994"/>
                <a:gd name="connsiteY5" fmla="*/ 202260 h 236364"/>
                <a:gd name="connsiteX6" fmla="*/ 93346 w 158994"/>
                <a:gd name="connsiteY6" fmla="*/ 202074 h 236364"/>
                <a:gd name="connsiteX7" fmla="*/ 94276 w 158994"/>
                <a:gd name="connsiteY7" fmla="*/ 200624 h 236364"/>
                <a:gd name="connsiteX8" fmla="*/ 94834 w 158994"/>
                <a:gd name="connsiteY8" fmla="*/ 199098 h 236364"/>
                <a:gd name="connsiteX9" fmla="*/ 96445 w 158994"/>
                <a:gd name="connsiteY9" fmla="*/ 198560 h 236364"/>
                <a:gd name="connsiteX10" fmla="*/ 101532 w 158994"/>
                <a:gd name="connsiteY10" fmla="*/ 197609 h 236364"/>
                <a:gd name="connsiteX11" fmla="*/ 101532 w 158994"/>
                <a:gd name="connsiteY11" fmla="*/ 195377 h 236364"/>
                <a:gd name="connsiteX12" fmla="*/ 105252 w 158994"/>
                <a:gd name="connsiteY12" fmla="*/ 194633 h 236364"/>
                <a:gd name="connsiteX13" fmla="*/ 105996 w 158994"/>
                <a:gd name="connsiteY13" fmla="*/ 191656 h 236364"/>
                <a:gd name="connsiteX14" fmla="*/ 109717 w 158994"/>
                <a:gd name="connsiteY14" fmla="*/ 191656 h 236364"/>
                <a:gd name="connsiteX15" fmla="*/ 110182 w 158994"/>
                <a:gd name="connsiteY15" fmla="*/ 190215 h 236364"/>
                <a:gd name="connsiteX16" fmla="*/ 110461 w 158994"/>
                <a:gd name="connsiteY16" fmla="*/ 188680 h 236364"/>
                <a:gd name="connsiteX17" fmla="*/ 112694 w 158994"/>
                <a:gd name="connsiteY17" fmla="*/ 187936 h 236364"/>
                <a:gd name="connsiteX18" fmla="*/ 112833 w 158994"/>
                <a:gd name="connsiteY18" fmla="*/ 186029 h 236364"/>
                <a:gd name="connsiteX19" fmla="*/ 112694 w 158994"/>
                <a:gd name="connsiteY19" fmla="*/ 184215 h 236364"/>
                <a:gd name="connsiteX20" fmla="*/ 114926 w 158994"/>
                <a:gd name="connsiteY20" fmla="*/ 184215 h 236364"/>
                <a:gd name="connsiteX21" fmla="*/ 115670 w 158994"/>
                <a:gd name="connsiteY21" fmla="*/ 179006 h 236364"/>
                <a:gd name="connsiteX22" fmla="*/ 117205 w 158994"/>
                <a:gd name="connsiteY22" fmla="*/ 178215 h 236364"/>
                <a:gd name="connsiteX23" fmla="*/ 118647 w 158994"/>
                <a:gd name="connsiteY23" fmla="*/ 177518 h 236364"/>
                <a:gd name="connsiteX24" fmla="*/ 118693 w 158994"/>
                <a:gd name="connsiteY24" fmla="*/ 175285 h 236364"/>
                <a:gd name="connsiteX25" fmla="*/ 118647 w 158994"/>
                <a:gd name="connsiteY25" fmla="*/ 173053 h 236364"/>
                <a:gd name="connsiteX26" fmla="*/ 120879 w 158994"/>
                <a:gd name="connsiteY26" fmla="*/ 171565 h 236364"/>
                <a:gd name="connsiteX27" fmla="*/ 121019 w 158994"/>
                <a:gd name="connsiteY27" fmla="*/ 168495 h 236364"/>
                <a:gd name="connsiteX28" fmla="*/ 120879 w 158994"/>
                <a:gd name="connsiteY28" fmla="*/ 165611 h 236364"/>
                <a:gd name="connsiteX29" fmla="*/ 123112 w 158994"/>
                <a:gd name="connsiteY29" fmla="*/ 165611 h 236364"/>
                <a:gd name="connsiteX30" fmla="*/ 123928 w 158994"/>
                <a:gd name="connsiteY30" fmla="*/ 161862 h 236364"/>
                <a:gd name="connsiteX31" fmla="*/ 123902 w 158994"/>
                <a:gd name="connsiteY31" fmla="*/ 159193 h 236364"/>
                <a:gd name="connsiteX32" fmla="*/ 123882 w 158994"/>
                <a:gd name="connsiteY32" fmla="*/ 156513 h 236364"/>
                <a:gd name="connsiteX33" fmla="*/ 123856 w 158994"/>
                <a:gd name="connsiteY33" fmla="*/ 154449 h 236364"/>
                <a:gd name="connsiteX34" fmla="*/ 126088 w 158994"/>
                <a:gd name="connsiteY34" fmla="*/ 154449 h 236364"/>
                <a:gd name="connsiteX35" fmla="*/ 126244 w 158994"/>
                <a:gd name="connsiteY35" fmla="*/ 148174 h 236364"/>
                <a:gd name="connsiteX36" fmla="*/ 126321 w 158994"/>
                <a:gd name="connsiteY36" fmla="*/ 145613 h 236364"/>
                <a:gd name="connsiteX37" fmla="*/ 126372 w 158994"/>
                <a:gd name="connsiteY37" fmla="*/ 143069 h 236364"/>
                <a:gd name="connsiteX38" fmla="*/ 126451 w 158994"/>
                <a:gd name="connsiteY38" fmla="*/ 140642 h 236364"/>
                <a:gd name="connsiteX39" fmla="*/ 126832 w 158994"/>
                <a:gd name="connsiteY39" fmla="*/ 136590 h 236364"/>
                <a:gd name="connsiteX40" fmla="*/ 129065 w 158994"/>
                <a:gd name="connsiteY40" fmla="*/ 135102 h 236364"/>
                <a:gd name="connsiteX41" fmla="*/ 129338 w 158994"/>
                <a:gd name="connsiteY41" fmla="*/ 133615 h 236364"/>
                <a:gd name="connsiteX42" fmla="*/ 129330 w 158994"/>
                <a:gd name="connsiteY42" fmla="*/ 131769 h 236364"/>
                <a:gd name="connsiteX43" fmla="*/ 129337 w 158994"/>
                <a:gd name="connsiteY43" fmla="*/ 129677 h 236364"/>
                <a:gd name="connsiteX44" fmla="*/ 129309 w 158994"/>
                <a:gd name="connsiteY44" fmla="*/ 127410 h 236364"/>
                <a:gd name="connsiteX45" fmla="*/ 129297 w 158994"/>
                <a:gd name="connsiteY45" fmla="*/ 122684 h 236364"/>
                <a:gd name="connsiteX46" fmla="*/ 129243 w 158994"/>
                <a:gd name="connsiteY46" fmla="*/ 115213 h 236364"/>
                <a:gd name="connsiteX47" fmla="*/ 129229 w 158994"/>
                <a:gd name="connsiteY47" fmla="*/ 110345 h 236364"/>
                <a:gd name="connsiteX48" fmla="*/ 129216 w 158994"/>
                <a:gd name="connsiteY48" fmla="*/ 108016 h 236364"/>
                <a:gd name="connsiteX49" fmla="*/ 129206 w 158994"/>
                <a:gd name="connsiteY49" fmla="*/ 105759 h 236364"/>
                <a:gd name="connsiteX50" fmla="*/ 129185 w 158994"/>
                <a:gd name="connsiteY50" fmla="*/ 103652 h 236364"/>
                <a:gd name="connsiteX51" fmla="*/ 128321 w 158994"/>
                <a:gd name="connsiteY51" fmla="*/ 97151 h 236364"/>
                <a:gd name="connsiteX52" fmla="*/ 126832 w 158994"/>
                <a:gd name="connsiteY52" fmla="*/ 96406 h 236364"/>
                <a:gd name="connsiteX53" fmla="*/ 126630 w 158994"/>
                <a:gd name="connsiteY53" fmla="*/ 94694 h 236364"/>
                <a:gd name="connsiteX54" fmla="*/ 126603 w 158994"/>
                <a:gd name="connsiteY54" fmla="*/ 92453 h 236364"/>
                <a:gd name="connsiteX55" fmla="*/ 126507 w 158994"/>
                <a:gd name="connsiteY55" fmla="*/ 87477 h 236364"/>
                <a:gd name="connsiteX56" fmla="*/ 126476 w 158994"/>
                <a:gd name="connsiteY56" fmla="*/ 84925 h 236364"/>
                <a:gd name="connsiteX57" fmla="*/ 126417 w 158994"/>
                <a:gd name="connsiteY57" fmla="*/ 82500 h 236364"/>
                <a:gd name="connsiteX58" fmla="*/ 126088 w 158994"/>
                <a:gd name="connsiteY58" fmla="*/ 78547 h 236364"/>
                <a:gd name="connsiteX59" fmla="*/ 123856 w 158994"/>
                <a:gd name="connsiteY59" fmla="*/ 77803 h 236364"/>
                <a:gd name="connsiteX60" fmla="*/ 123763 w 158994"/>
                <a:gd name="connsiteY60" fmla="*/ 74919 h 236364"/>
                <a:gd name="connsiteX61" fmla="*/ 123112 w 158994"/>
                <a:gd name="connsiteY61" fmla="*/ 69617 h 236364"/>
                <a:gd name="connsiteX62" fmla="*/ 120879 w 158994"/>
                <a:gd name="connsiteY62" fmla="*/ 68873 h 236364"/>
                <a:gd name="connsiteX63" fmla="*/ 119809 w 158994"/>
                <a:gd name="connsiteY63" fmla="*/ 62455 h 236364"/>
                <a:gd name="connsiteX64" fmla="*/ 118647 w 158994"/>
                <a:gd name="connsiteY64" fmla="*/ 61432 h 236364"/>
                <a:gd name="connsiteX65" fmla="*/ 117903 w 158994"/>
                <a:gd name="connsiteY65" fmla="*/ 57711 h 236364"/>
                <a:gd name="connsiteX66" fmla="*/ 115670 w 158994"/>
                <a:gd name="connsiteY66" fmla="*/ 56967 h 236364"/>
                <a:gd name="connsiteX67" fmla="*/ 115670 w 158994"/>
                <a:gd name="connsiteY67" fmla="*/ 54734 h 236364"/>
                <a:gd name="connsiteX68" fmla="*/ 111019 w 158994"/>
                <a:gd name="connsiteY68" fmla="*/ 48642 h 236364"/>
                <a:gd name="connsiteX69" fmla="*/ 109717 w 158994"/>
                <a:gd name="connsiteY69" fmla="*/ 48037 h 236364"/>
                <a:gd name="connsiteX70" fmla="*/ 109717 w 158994"/>
                <a:gd name="connsiteY70" fmla="*/ 45061 h 236364"/>
                <a:gd name="connsiteX71" fmla="*/ 107857 w 158994"/>
                <a:gd name="connsiteY71" fmla="*/ 44642 h 236364"/>
                <a:gd name="connsiteX72" fmla="*/ 105996 w 158994"/>
                <a:gd name="connsiteY72" fmla="*/ 44317 h 236364"/>
                <a:gd name="connsiteX73" fmla="*/ 105996 w 158994"/>
                <a:gd name="connsiteY73" fmla="*/ 42084 h 236364"/>
                <a:gd name="connsiteX74" fmla="*/ 102276 w 158994"/>
                <a:gd name="connsiteY74" fmla="*/ 40596 h 236364"/>
                <a:gd name="connsiteX75" fmla="*/ 101532 w 158994"/>
                <a:gd name="connsiteY75" fmla="*/ 37619 h 236364"/>
                <a:gd name="connsiteX76" fmla="*/ 98927 w 158994"/>
                <a:gd name="connsiteY76" fmla="*/ 37201 h 236364"/>
                <a:gd name="connsiteX77" fmla="*/ 96323 w 158994"/>
                <a:gd name="connsiteY77" fmla="*/ 36875 h 236364"/>
                <a:gd name="connsiteX78" fmla="*/ 95578 w 158994"/>
                <a:gd name="connsiteY78" fmla="*/ 34643 h 236364"/>
                <a:gd name="connsiteX79" fmla="*/ 94208 w 158994"/>
                <a:gd name="connsiteY79" fmla="*/ 34448 h 236364"/>
                <a:gd name="connsiteX80" fmla="*/ 92439 w 158994"/>
                <a:gd name="connsiteY80" fmla="*/ 34555 h 236364"/>
                <a:gd name="connsiteX81" fmla="*/ 88509 w 158994"/>
                <a:gd name="connsiteY81" fmla="*/ 34736 h 236364"/>
                <a:gd name="connsiteX82" fmla="*/ 86495 w 158994"/>
                <a:gd name="connsiteY82" fmla="*/ 34861 h 236364"/>
                <a:gd name="connsiteX83" fmla="*/ 84579 w 158994"/>
                <a:gd name="connsiteY83" fmla="*/ 34928 h 236364"/>
                <a:gd name="connsiteX84" fmla="*/ 81440 w 158994"/>
                <a:gd name="connsiteY84" fmla="*/ 34643 h 236364"/>
                <a:gd name="connsiteX85" fmla="*/ 80696 w 158994"/>
                <a:gd name="connsiteY85" fmla="*/ 30922 h 236364"/>
                <a:gd name="connsiteX86" fmla="*/ 30094 w 158994"/>
                <a:gd name="connsiteY86" fmla="*/ 30922 h 236364"/>
                <a:gd name="connsiteX87" fmla="*/ 92189 w 158994"/>
                <a:gd name="connsiteY87" fmla="*/ 0 h 236364"/>
                <a:gd name="connsiteX88" fmla="*/ 94696 w 158994"/>
                <a:gd name="connsiteY88" fmla="*/ 12 h 236364"/>
                <a:gd name="connsiteX89" fmla="*/ 96889 w 158994"/>
                <a:gd name="connsiteY89" fmla="*/ 4 h 236364"/>
                <a:gd name="connsiteX90" fmla="*/ 98515 w 158994"/>
                <a:gd name="connsiteY90" fmla="*/ 370 h 236364"/>
                <a:gd name="connsiteX91" fmla="*/ 99259 w 158994"/>
                <a:gd name="connsiteY91" fmla="*/ 3347 h 236364"/>
                <a:gd name="connsiteX92" fmla="*/ 104096 w 158994"/>
                <a:gd name="connsiteY92" fmla="*/ 3347 h 236364"/>
                <a:gd name="connsiteX93" fmla="*/ 108933 w 158994"/>
                <a:gd name="connsiteY93" fmla="*/ 3347 h 236364"/>
                <a:gd name="connsiteX94" fmla="*/ 109677 w 158994"/>
                <a:gd name="connsiteY94" fmla="*/ 6323 h 236364"/>
                <a:gd name="connsiteX95" fmla="*/ 114886 w 158994"/>
                <a:gd name="connsiteY95" fmla="*/ 7068 h 236364"/>
                <a:gd name="connsiteX96" fmla="*/ 114886 w 158994"/>
                <a:gd name="connsiteY96" fmla="*/ 10044 h 236364"/>
                <a:gd name="connsiteX97" fmla="*/ 120095 w 158994"/>
                <a:gd name="connsiteY97" fmla="*/ 10788 h 236364"/>
                <a:gd name="connsiteX98" fmla="*/ 120095 w 158994"/>
                <a:gd name="connsiteY98" fmla="*/ 13765 h 236364"/>
                <a:gd name="connsiteX99" fmla="*/ 122653 w 158994"/>
                <a:gd name="connsiteY99" fmla="*/ 13579 h 236364"/>
                <a:gd name="connsiteX100" fmla="*/ 125304 w 158994"/>
                <a:gd name="connsiteY100" fmla="*/ 13765 h 236364"/>
                <a:gd name="connsiteX101" fmla="*/ 126048 w 158994"/>
                <a:gd name="connsiteY101" fmla="*/ 16741 h 236364"/>
                <a:gd name="connsiteX102" fmla="*/ 128280 w 158994"/>
                <a:gd name="connsiteY102" fmla="*/ 18230 h 236364"/>
                <a:gd name="connsiteX103" fmla="*/ 129024 w 158994"/>
                <a:gd name="connsiteY103" fmla="*/ 20462 h 236364"/>
                <a:gd name="connsiteX104" fmla="*/ 131257 w 158994"/>
                <a:gd name="connsiteY104" fmla="*/ 21206 h 236364"/>
                <a:gd name="connsiteX105" fmla="*/ 132001 w 158994"/>
                <a:gd name="connsiteY105" fmla="*/ 24183 h 236364"/>
                <a:gd name="connsiteX106" fmla="*/ 134233 w 158994"/>
                <a:gd name="connsiteY106" fmla="*/ 25671 h 236364"/>
                <a:gd name="connsiteX107" fmla="*/ 134233 w 158994"/>
                <a:gd name="connsiteY107" fmla="*/ 27904 h 236364"/>
                <a:gd name="connsiteX108" fmla="*/ 136466 w 158994"/>
                <a:gd name="connsiteY108" fmla="*/ 28648 h 236364"/>
                <a:gd name="connsiteX109" fmla="*/ 136838 w 158994"/>
                <a:gd name="connsiteY109" fmla="*/ 30182 h 236364"/>
                <a:gd name="connsiteX110" fmla="*/ 137210 w 158994"/>
                <a:gd name="connsiteY110" fmla="*/ 31624 h 236364"/>
                <a:gd name="connsiteX111" fmla="*/ 139442 w 158994"/>
                <a:gd name="connsiteY111" fmla="*/ 31624 h 236364"/>
                <a:gd name="connsiteX112" fmla="*/ 140931 w 158994"/>
                <a:gd name="connsiteY112" fmla="*/ 36089 h 236364"/>
                <a:gd name="connsiteX113" fmla="*/ 142419 w 158994"/>
                <a:gd name="connsiteY113" fmla="*/ 36833 h 236364"/>
                <a:gd name="connsiteX114" fmla="*/ 142745 w 158994"/>
                <a:gd name="connsiteY114" fmla="*/ 38694 h 236364"/>
                <a:gd name="connsiteX115" fmla="*/ 143163 w 158994"/>
                <a:gd name="connsiteY115" fmla="*/ 40554 h 236364"/>
                <a:gd name="connsiteX116" fmla="*/ 145396 w 158994"/>
                <a:gd name="connsiteY116" fmla="*/ 41298 h 236364"/>
                <a:gd name="connsiteX117" fmla="*/ 145837 w 158994"/>
                <a:gd name="connsiteY117" fmla="*/ 46484 h 236364"/>
                <a:gd name="connsiteX118" fmla="*/ 146140 w 158994"/>
                <a:gd name="connsiteY118" fmla="*/ 47995 h 236364"/>
                <a:gd name="connsiteX119" fmla="*/ 148372 w 158994"/>
                <a:gd name="connsiteY119" fmla="*/ 48739 h 236364"/>
                <a:gd name="connsiteX120" fmla="*/ 149116 w 158994"/>
                <a:gd name="connsiteY120" fmla="*/ 53948 h 236364"/>
                <a:gd name="connsiteX121" fmla="*/ 150605 w 158994"/>
                <a:gd name="connsiteY121" fmla="*/ 54693 h 236364"/>
                <a:gd name="connsiteX122" fmla="*/ 151020 w 158994"/>
                <a:gd name="connsiteY122" fmla="*/ 60460 h 236364"/>
                <a:gd name="connsiteX123" fmla="*/ 151349 w 158994"/>
                <a:gd name="connsiteY123" fmla="*/ 62134 h 236364"/>
                <a:gd name="connsiteX124" fmla="*/ 153581 w 158994"/>
                <a:gd name="connsiteY124" fmla="*/ 62878 h 236364"/>
                <a:gd name="connsiteX125" fmla="*/ 154023 w 158994"/>
                <a:gd name="connsiteY125" fmla="*/ 70971 h 236364"/>
                <a:gd name="connsiteX126" fmla="*/ 154325 w 158994"/>
                <a:gd name="connsiteY126" fmla="*/ 73296 h 236364"/>
                <a:gd name="connsiteX127" fmla="*/ 156558 w 158994"/>
                <a:gd name="connsiteY127" fmla="*/ 74040 h 236364"/>
                <a:gd name="connsiteX128" fmla="*/ 156886 w 158994"/>
                <a:gd name="connsiteY128" fmla="*/ 77668 h 236364"/>
                <a:gd name="connsiteX129" fmla="*/ 156946 w 158994"/>
                <a:gd name="connsiteY129" fmla="*/ 79889 h 236364"/>
                <a:gd name="connsiteX130" fmla="*/ 156976 w 158994"/>
                <a:gd name="connsiteY130" fmla="*/ 82226 h 236364"/>
                <a:gd name="connsiteX131" fmla="*/ 157072 w 158994"/>
                <a:gd name="connsiteY131" fmla="*/ 86784 h 236364"/>
                <a:gd name="connsiteX132" fmla="*/ 157100 w 158994"/>
                <a:gd name="connsiteY132" fmla="*/ 88836 h 236364"/>
                <a:gd name="connsiteX133" fmla="*/ 157302 w 158994"/>
                <a:gd name="connsiteY133" fmla="*/ 90411 h 236364"/>
                <a:gd name="connsiteX134" fmla="*/ 158790 w 158994"/>
                <a:gd name="connsiteY134" fmla="*/ 91155 h 236364"/>
                <a:gd name="connsiteX135" fmla="*/ 158983 w 158994"/>
                <a:gd name="connsiteY135" fmla="*/ 95942 h 236364"/>
                <a:gd name="connsiteX136" fmla="*/ 158991 w 158994"/>
                <a:gd name="connsiteY136" fmla="*/ 97456 h 236364"/>
                <a:gd name="connsiteX137" fmla="*/ 158988 w 158994"/>
                <a:gd name="connsiteY137" fmla="*/ 102434 h 236364"/>
                <a:gd name="connsiteX138" fmla="*/ 158992 w 158994"/>
                <a:gd name="connsiteY138" fmla="*/ 105879 h 236364"/>
                <a:gd name="connsiteX139" fmla="*/ 158984 w 158994"/>
                <a:gd name="connsiteY139" fmla="*/ 113108 h 236364"/>
                <a:gd name="connsiteX140" fmla="*/ 158989 w 158994"/>
                <a:gd name="connsiteY140" fmla="*/ 122395 h 236364"/>
                <a:gd name="connsiteX141" fmla="*/ 158989 w 158994"/>
                <a:gd name="connsiteY141" fmla="*/ 129511 h 236364"/>
                <a:gd name="connsiteX142" fmla="*/ 158993 w 158994"/>
                <a:gd name="connsiteY142" fmla="*/ 132936 h 236364"/>
                <a:gd name="connsiteX143" fmla="*/ 158983 w 158994"/>
                <a:gd name="connsiteY143" fmla="*/ 137715 h 236364"/>
                <a:gd name="connsiteX144" fmla="*/ 158979 w 158994"/>
                <a:gd name="connsiteY144" fmla="*/ 140467 h 236364"/>
                <a:gd name="connsiteX145" fmla="*/ 158790 w 158994"/>
                <a:gd name="connsiteY145" fmla="*/ 142501 h 236364"/>
                <a:gd name="connsiteX146" fmla="*/ 157302 w 158994"/>
                <a:gd name="connsiteY146" fmla="*/ 143245 h 236364"/>
                <a:gd name="connsiteX147" fmla="*/ 157072 w 158994"/>
                <a:gd name="connsiteY147" fmla="*/ 146847 h 236364"/>
                <a:gd name="connsiteX148" fmla="*/ 157016 w 158994"/>
                <a:gd name="connsiteY148" fmla="*/ 149057 h 236364"/>
                <a:gd name="connsiteX149" fmla="*/ 156946 w 158994"/>
                <a:gd name="connsiteY149" fmla="*/ 153703 h 236364"/>
                <a:gd name="connsiteX150" fmla="*/ 156886 w 158994"/>
                <a:gd name="connsiteY150" fmla="*/ 155916 h 236364"/>
                <a:gd name="connsiteX151" fmla="*/ 156856 w 158994"/>
                <a:gd name="connsiteY151" fmla="*/ 157956 h 236364"/>
                <a:gd name="connsiteX152" fmla="*/ 156558 w 158994"/>
                <a:gd name="connsiteY152" fmla="*/ 159616 h 236364"/>
                <a:gd name="connsiteX153" fmla="*/ 154325 w 158994"/>
                <a:gd name="connsiteY153" fmla="*/ 161105 h 236364"/>
                <a:gd name="connsiteX154" fmla="*/ 153883 w 158994"/>
                <a:gd name="connsiteY154" fmla="*/ 168642 h 236364"/>
                <a:gd name="connsiteX155" fmla="*/ 153581 w 158994"/>
                <a:gd name="connsiteY155" fmla="*/ 170779 h 236364"/>
                <a:gd name="connsiteX156" fmla="*/ 151349 w 158994"/>
                <a:gd name="connsiteY156" fmla="*/ 171523 h 236364"/>
                <a:gd name="connsiteX157" fmla="*/ 150977 w 158994"/>
                <a:gd name="connsiteY157" fmla="*/ 175522 h 236364"/>
                <a:gd name="connsiteX158" fmla="*/ 149462 w 158994"/>
                <a:gd name="connsiteY158" fmla="*/ 180941 h 236364"/>
                <a:gd name="connsiteX159" fmla="*/ 148372 w 158994"/>
                <a:gd name="connsiteY159" fmla="*/ 181941 h 236364"/>
                <a:gd name="connsiteX160" fmla="*/ 148419 w 158994"/>
                <a:gd name="connsiteY160" fmla="*/ 184266 h 236364"/>
                <a:gd name="connsiteX161" fmla="*/ 148372 w 158994"/>
                <a:gd name="connsiteY161" fmla="*/ 186405 h 236364"/>
                <a:gd name="connsiteX162" fmla="*/ 146884 w 158994"/>
                <a:gd name="connsiteY162" fmla="*/ 186702 h 236364"/>
                <a:gd name="connsiteX163" fmla="*/ 145396 w 158994"/>
                <a:gd name="connsiteY163" fmla="*/ 187150 h 236364"/>
                <a:gd name="connsiteX164" fmla="*/ 145349 w 158994"/>
                <a:gd name="connsiteY164" fmla="*/ 190498 h 236364"/>
                <a:gd name="connsiteX165" fmla="*/ 145396 w 158994"/>
                <a:gd name="connsiteY165" fmla="*/ 193847 h 236364"/>
                <a:gd name="connsiteX166" fmla="*/ 143163 w 158994"/>
                <a:gd name="connsiteY166" fmla="*/ 194591 h 236364"/>
                <a:gd name="connsiteX167" fmla="*/ 142791 w 158994"/>
                <a:gd name="connsiteY167" fmla="*/ 196498 h 236364"/>
                <a:gd name="connsiteX168" fmla="*/ 142419 w 158994"/>
                <a:gd name="connsiteY168" fmla="*/ 198312 h 236364"/>
                <a:gd name="connsiteX169" fmla="*/ 140187 w 158994"/>
                <a:gd name="connsiteY169" fmla="*/ 198312 h 236364"/>
                <a:gd name="connsiteX170" fmla="*/ 140326 w 158994"/>
                <a:gd name="connsiteY170" fmla="*/ 200079 h 236364"/>
                <a:gd name="connsiteX171" fmla="*/ 140187 w 158994"/>
                <a:gd name="connsiteY171" fmla="*/ 202032 h 236364"/>
                <a:gd name="connsiteX172" fmla="*/ 137954 w 158994"/>
                <a:gd name="connsiteY172" fmla="*/ 203521 h 236364"/>
                <a:gd name="connsiteX173" fmla="*/ 137210 w 158994"/>
                <a:gd name="connsiteY173" fmla="*/ 205428 h 236364"/>
                <a:gd name="connsiteX174" fmla="*/ 136466 w 158994"/>
                <a:gd name="connsiteY174" fmla="*/ 207241 h 236364"/>
                <a:gd name="connsiteX175" fmla="*/ 134233 w 158994"/>
                <a:gd name="connsiteY175" fmla="*/ 207986 h 236364"/>
                <a:gd name="connsiteX176" fmla="*/ 133861 w 158994"/>
                <a:gd name="connsiteY176" fmla="*/ 209474 h 236364"/>
                <a:gd name="connsiteX177" fmla="*/ 133489 w 158994"/>
                <a:gd name="connsiteY177" fmla="*/ 210962 h 236364"/>
                <a:gd name="connsiteX178" fmla="*/ 131257 w 158994"/>
                <a:gd name="connsiteY178" fmla="*/ 211706 h 236364"/>
                <a:gd name="connsiteX179" fmla="*/ 131257 w 158994"/>
                <a:gd name="connsiteY179" fmla="*/ 214683 h 236364"/>
                <a:gd name="connsiteX180" fmla="*/ 128280 w 158994"/>
                <a:gd name="connsiteY180" fmla="*/ 216171 h 236364"/>
                <a:gd name="connsiteX181" fmla="*/ 123816 w 158994"/>
                <a:gd name="connsiteY181" fmla="*/ 222124 h 236364"/>
                <a:gd name="connsiteX182" fmla="*/ 121955 w 158994"/>
                <a:gd name="connsiteY182" fmla="*/ 222031 h 236364"/>
                <a:gd name="connsiteX183" fmla="*/ 120095 w 158994"/>
                <a:gd name="connsiteY183" fmla="*/ 222124 h 236364"/>
                <a:gd name="connsiteX184" fmla="*/ 119723 w 158994"/>
                <a:gd name="connsiteY184" fmla="*/ 223985 h 236364"/>
                <a:gd name="connsiteX185" fmla="*/ 119351 w 158994"/>
                <a:gd name="connsiteY185" fmla="*/ 225845 h 236364"/>
                <a:gd name="connsiteX186" fmla="*/ 115630 w 158994"/>
                <a:gd name="connsiteY186" fmla="*/ 225845 h 236364"/>
                <a:gd name="connsiteX187" fmla="*/ 115005 w 158994"/>
                <a:gd name="connsiteY187" fmla="*/ 227319 h 236364"/>
                <a:gd name="connsiteX188" fmla="*/ 114142 w 158994"/>
                <a:gd name="connsiteY188" fmla="*/ 228821 h 236364"/>
                <a:gd name="connsiteX189" fmla="*/ 110328 w 158994"/>
                <a:gd name="connsiteY189" fmla="*/ 229008 h 236364"/>
                <a:gd name="connsiteX190" fmla="*/ 108276 w 158994"/>
                <a:gd name="connsiteY190" fmla="*/ 228926 h 236364"/>
                <a:gd name="connsiteX191" fmla="*/ 106700 w 158994"/>
                <a:gd name="connsiteY191" fmla="*/ 228821 h 236364"/>
                <a:gd name="connsiteX192" fmla="*/ 106700 w 158994"/>
                <a:gd name="connsiteY192" fmla="*/ 232542 h 236364"/>
                <a:gd name="connsiteX193" fmla="*/ 95538 w 158994"/>
                <a:gd name="connsiteY193" fmla="*/ 232542 h 236364"/>
                <a:gd name="connsiteX194" fmla="*/ 95538 w 158994"/>
                <a:gd name="connsiteY194" fmla="*/ 235519 h 236364"/>
                <a:gd name="connsiteX195" fmla="*/ 78671 w 158994"/>
                <a:gd name="connsiteY195" fmla="*/ 236359 h 236364"/>
                <a:gd name="connsiteX196" fmla="*/ 76171 w 158994"/>
                <a:gd name="connsiteY196" fmla="*/ 236363 h 236364"/>
                <a:gd name="connsiteX197" fmla="*/ 68075 w 158994"/>
                <a:gd name="connsiteY197" fmla="*/ 236362 h 236364"/>
                <a:gd name="connsiteX198" fmla="*/ 62420 w 158994"/>
                <a:gd name="connsiteY198" fmla="*/ 236364 h 236364"/>
                <a:gd name="connsiteX199" fmla="*/ 50614 w 158994"/>
                <a:gd name="connsiteY199" fmla="*/ 236360 h 236364"/>
                <a:gd name="connsiteX200" fmla="*/ 36970 w 158994"/>
                <a:gd name="connsiteY200" fmla="*/ 236361 h 236364"/>
                <a:gd name="connsiteX201" fmla="*/ 23807 w 158994"/>
                <a:gd name="connsiteY201" fmla="*/ 236362 h 236364"/>
                <a:gd name="connsiteX202" fmla="*/ 18217 w 158994"/>
                <a:gd name="connsiteY202" fmla="*/ 236364 h 236364"/>
                <a:gd name="connsiteX203" fmla="*/ 10431 w 158994"/>
                <a:gd name="connsiteY203" fmla="*/ 236359 h 236364"/>
                <a:gd name="connsiteX204" fmla="*/ 8091 w 158994"/>
                <a:gd name="connsiteY204" fmla="*/ 236364 h 236364"/>
                <a:gd name="connsiteX205" fmla="*/ 5955 w 158994"/>
                <a:gd name="connsiteY205" fmla="*/ 236357 h 236364"/>
                <a:gd name="connsiteX206" fmla="*/ 4097 w 158994"/>
                <a:gd name="connsiteY206" fmla="*/ 236357 h 236364"/>
                <a:gd name="connsiteX207" fmla="*/ 288 w 158994"/>
                <a:gd name="connsiteY207" fmla="*/ 235519 h 236364"/>
                <a:gd name="connsiteX208" fmla="*/ 13 w 158994"/>
                <a:gd name="connsiteY208" fmla="*/ 231755 h 236364"/>
                <a:gd name="connsiteX209" fmla="*/ 0 w 158994"/>
                <a:gd name="connsiteY209" fmla="*/ 229268 h 236364"/>
                <a:gd name="connsiteX210" fmla="*/ 20 w 158994"/>
                <a:gd name="connsiteY210" fmla="*/ 226502 h 236364"/>
                <a:gd name="connsiteX211" fmla="*/ 14 w 158994"/>
                <a:gd name="connsiteY211" fmla="*/ 223590 h 236364"/>
                <a:gd name="connsiteX212" fmla="*/ 29 w 158994"/>
                <a:gd name="connsiteY212" fmla="*/ 215552 h 236364"/>
                <a:gd name="connsiteX213" fmla="*/ 34 w 158994"/>
                <a:gd name="connsiteY213" fmla="*/ 206898 h 236364"/>
                <a:gd name="connsiteX214" fmla="*/ 52 w 158994"/>
                <a:gd name="connsiteY214" fmla="*/ 191892 h 236364"/>
                <a:gd name="connsiteX215" fmla="*/ 79 w 158994"/>
                <a:gd name="connsiteY215" fmla="*/ 170195 h 236364"/>
                <a:gd name="connsiteX216" fmla="*/ 120 w 158994"/>
                <a:gd name="connsiteY216" fmla="*/ 134996 h 236364"/>
                <a:gd name="connsiteX217" fmla="*/ 166 w 158994"/>
                <a:gd name="connsiteY217" fmla="*/ 100796 h 236364"/>
                <a:gd name="connsiteX218" fmla="*/ 167 w 158994"/>
                <a:gd name="connsiteY218" fmla="*/ 98668 h 236364"/>
                <a:gd name="connsiteX219" fmla="*/ 176 w 158994"/>
                <a:gd name="connsiteY219" fmla="*/ 88100 h 236364"/>
                <a:gd name="connsiteX220" fmla="*/ 288 w 158994"/>
                <a:gd name="connsiteY220" fmla="*/ 370 h 236364"/>
                <a:gd name="connsiteX221" fmla="*/ 38671 w 158994"/>
                <a:gd name="connsiteY221" fmla="*/ 216 h 236364"/>
                <a:gd name="connsiteX222" fmla="*/ 56492 w 158994"/>
                <a:gd name="connsiteY222" fmla="*/ 146 h 236364"/>
                <a:gd name="connsiteX223" fmla="*/ 72019 w 158994"/>
                <a:gd name="connsiteY223" fmla="*/ 90 h 236364"/>
                <a:gd name="connsiteX224" fmla="*/ 80245 w 158994"/>
                <a:gd name="connsiteY224" fmla="*/ 56 h 236364"/>
                <a:gd name="connsiteX225" fmla="*/ 89413 w 158994"/>
                <a:gd name="connsiteY225" fmla="*/ 32 h 236364"/>
                <a:gd name="connsiteX226" fmla="*/ 92189 w 158994"/>
                <a:gd name="connsiteY226"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58994" h="236364">
                  <a:moveTo>
                    <a:pt x="30094" y="30922"/>
                  </a:moveTo>
                  <a:cubicBezTo>
                    <a:pt x="30094" y="90126"/>
                    <a:pt x="30094" y="147588"/>
                    <a:pt x="30094" y="205051"/>
                  </a:cubicBezTo>
                  <a:cubicBezTo>
                    <a:pt x="47299" y="205051"/>
                    <a:pt x="63997" y="205051"/>
                    <a:pt x="80696" y="205051"/>
                  </a:cubicBezTo>
                  <a:cubicBezTo>
                    <a:pt x="80696" y="204039"/>
                    <a:pt x="80696" y="203057"/>
                    <a:pt x="80696" y="202074"/>
                  </a:cubicBezTo>
                  <a:cubicBezTo>
                    <a:pt x="82170" y="202131"/>
                    <a:pt x="83645" y="202185"/>
                    <a:pt x="85120" y="202220"/>
                  </a:cubicBezTo>
                  <a:cubicBezTo>
                    <a:pt x="85734" y="202234"/>
                    <a:pt x="86331" y="202247"/>
                    <a:pt x="86928" y="202260"/>
                  </a:cubicBezTo>
                  <a:cubicBezTo>
                    <a:pt x="89153" y="202354"/>
                    <a:pt x="91109" y="202298"/>
                    <a:pt x="93346" y="202074"/>
                  </a:cubicBezTo>
                  <a:cubicBezTo>
                    <a:pt x="93662" y="201581"/>
                    <a:pt x="93969" y="201102"/>
                    <a:pt x="94276" y="200624"/>
                  </a:cubicBezTo>
                  <a:cubicBezTo>
                    <a:pt x="94558" y="199853"/>
                    <a:pt x="94558" y="199853"/>
                    <a:pt x="94834" y="199098"/>
                  </a:cubicBezTo>
                  <a:cubicBezTo>
                    <a:pt x="95382" y="198915"/>
                    <a:pt x="95913" y="198737"/>
                    <a:pt x="96445" y="198560"/>
                  </a:cubicBezTo>
                  <a:cubicBezTo>
                    <a:pt x="98188" y="198319"/>
                    <a:pt x="99849" y="198132"/>
                    <a:pt x="101532" y="197609"/>
                  </a:cubicBezTo>
                  <a:cubicBezTo>
                    <a:pt x="101532" y="196850"/>
                    <a:pt x="101532" y="196114"/>
                    <a:pt x="101532" y="195377"/>
                  </a:cubicBezTo>
                  <a:cubicBezTo>
                    <a:pt x="102776" y="195154"/>
                    <a:pt x="104017" y="194904"/>
                    <a:pt x="105252" y="194633"/>
                  </a:cubicBezTo>
                  <a:cubicBezTo>
                    <a:pt x="105493" y="193639"/>
                    <a:pt x="105741" y="192647"/>
                    <a:pt x="105996" y="191656"/>
                  </a:cubicBezTo>
                  <a:cubicBezTo>
                    <a:pt x="107237" y="191656"/>
                    <a:pt x="108477" y="191656"/>
                    <a:pt x="109717" y="191656"/>
                  </a:cubicBezTo>
                  <a:cubicBezTo>
                    <a:pt x="109875" y="191166"/>
                    <a:pt x="110029" y="190690"/>
                    <a:pt x="110182" y="190215"/>
                  </a:cubicBezTo>
                  <a:cubicBezTo>
                    <a:pt x="110277" y="189693"/>
                    <a:pt x="110369" y="189186"/>
                    <a:pt x="110461" y="188680"/>
                  </a:cubicBezTo>
                  <a:cubicBezTo>
                    <a:pt x="111220" y="188427"/>
                    <a:pt x="111957" y="188181"/>
                    <a:pt x="112694" y="187936"/>
                  </a:cubicBezTo>
                  <a:cubicBezTo>
                    <a:pt x="112741" y="187287"/>
                    <a:pt x="112787" y="186658"/>
                    <a:pt x="112833" y="186029"/>
                  </a:cubicBezTo>
                  <a:cubicBezTo>
                    <a:pt x="112786" y="185412"/>
                    <a:pt x="112740" y="184814"/>
                    <a:pt x="112694" y="184215"/>
                  </a:cubicBezTo>
                  <a:cubicBezTo>
                    <a:pt x="113453" y="184215"/>
                    <a:pt x="114189" y="184215"/>
                    <a:pt x="114926" y="184215"/>
                  </a:cubicBezTo>
                  <a:cubicBezTo>
                    <a:pt x="115061" y="181657"/>
                    <a:pt x="115061" y="181657"/>
                    <a:pt x="115670" y="179006"/>
                  </a:cubicBezTo>
                  <a:cubicBezTo>
                    <a:pt x="116192" y="178737"/>
                    <a:pt x="116698" y="178476"/>
                    <a:pt x="117205" y="178215"/>
                  </a:cubicBezTo>
                  <a:cubicBezTo>
                    <a:pt x="117695" y="177978"/>
                    <a:pt x="118171" y="177748"/>
                    <a:pt x="118647" y="177518"/>
                  </a:cubicBezTo>
                  <a:cubicBezTo>
                    <a:pt x="118663" y="176759"/>
                    <a:pt x="118678" y="176022"/>
                    <a:pt x="118693" y="175285"/>
                  </a:cubicBezTo>
                  <a:cubicBezTo>
                    <a:pt x="118677" y="174526"/>
                    <a:pt x="118662" y="173790"/>
                    <a:pt x="118647" y="173053"/>
                  </a:cubicBezTo>
                  <a:cubicBezTo>
                    <a:pt x="119406" y="172547"/>
                    <a:pt x="120142" y="172056"/>
                    <a:pt x="120879" y="171565"/>
                  </a:cubicBezTo>
                  <a:cubicBezTo>
                    <a:pt x="121097" y="170117"/>
                    <a:pt x="121097" y="170117"/>
                    <a:pt x="121019" y="168495"/>
                  </a:cubicBezTo>
                  <a:cubicBezTo>
                    <a:pt x="120971" y="167515"/>
                    <a:pt x="120925" y="166563"/>
                    <a:pt x="120879" y="165611"/>
                  </a:cubicBezTo>
                  <a:cubicBezTo>
                    <a:pt x="121638" y="165611"/>
                    <a:pt x="122375" y="165611"/>
                    <a:pt x="123112" y="165611"/>
                  </a:cubicBezTo>
                  <a:cubicBezTo>
                    <a:pt x="123856" y="164123"/>
                    <a:pt x="123856" y="164123"/>
                    <a:pt x="123928" y="161862"/>
                  </a:cubicBezTo>
                  <a:cubicBezTo>
                    <a:pt x="123919" y="160954"/>
                    <a:pt x="123911" y="160074"/>
                    <a:pt x="123902" y="159193"/>
                  </a:cubicBezTo>
                  <a:cubicBezTo>
                    <a:pt x="123895" y="158282"/>
                    <a:pt x="123889" y="157398"/>
                    <a:pt x="123882" y="156513"/>
                  </a:cubicBezTo>
                  <a:cubicBezTo>
                    <a:pt x="123873" y="155811"/>
                    <a:pt x="123864" y="155130"/>
                    <a:pt x="123856" y="154449"/>
                  </a:cubicBezTo>
                  <a:cubicBezTo>
                    <a:pt x="124615" y="154449"/>
                    <a:pt x="125351" y="154449"/>
                    <a:pt x="126088" y="154449"/>
                  </a:cubicBezTo>
                  <a:cubicBezTo>
                    <a:pt x="126131" y="152357"/>
                    <a:pt x="126182" y="150265"/>
                    <a:pt x="126244" y="148174"/>
                  </a:cubicBezTo>
                  <a:cubicBezTo>
                    <a:pt x="126270" y="147303"/>
                    <a:pt x="126295" y="146458"/>
                    <a:pt x="126321" y="145613"/>
                  </a:cubicBezTo>
                  <a:cubicBezTo>
                    <a:pt x="126346" y="144328"/>
                    <a:pt x="126346" y="144328"/>
                    <a:pt x="126372" y="143069"/>
                  </a:cubicBezTo>
                  <a:cubicBezTo>
                    <a:pt x="126399" y="142244"/>
                    <a:pt x="126425" y="141443"/>
                    <a:pt x="126451" y="140642"/>
                  </a:cubicBezTo>
                  <a:cubicBezTo>
                    <a:pt x="126453" y="138461"/>
                    <a:pt x="126453" y="138461"/>
                    <a:pt x="126832" y="136590"/>
                  </a:cubicBezTo>
                  <a:cubicBezTo>
                    <a:pt x="127591" y="136084"/>
                    <a:pt x="128328" y="135593"/>
                    <a:pt x="129065" y="135102"/>
                  </a:cubicBezTo>
                  <a:cubicBezTo>
                    <a:pt x="129158" y="134596"/>
                    <a:pt x="129248" y="134106"/>
                    <a:pt x="129338" y="133615"/>
                  </a:cubicBezTo>
                  <a:cubicBezTo>
                    <a:pt x="129334" y="132683"/>
                    <a:pt x="129334" y="132683"/>
                    <a:pt x="129330" y="131769"/>
                  </a:cubicBezTo>
                  <a:cubicBezTo>
                    <a:pt x="129332" y="131058"/>
                    <a:pt x="129334" y="130367"/>
                    <a:pt x="129337" y="129677"/>
                  </a:cubicBezTo>
                  <a:cubicBezTo>
                    <a:pt x="129327" y="128906"/>
                    <a:pt x="129318" y="128158"/>
                    <a:pt x="129309" y="127410"/>
                  </a:cubicBezTo>
                  <a:cubicBezTo>
                    <a:pt x="129306" y="125835"/>
                    <a:pt x="129302" y="124259"/>
                    <a:pt x="129297" y="122684"/>
                  </a:cubicBezTo>
                  <a:cubicBezTo>
                    <a:pt x="129274" y="120193"/>
                    <a:pt x="129251" y="117703"/>
                    <a:pt x="129243" y="115213"/>
                  </a:cubicBezTo>
                  <a:cubicBezTo>
                    <a:pt x="129241" y="113590"/>
                    <a:pt x="129236" y="111968"/>
                    <a:pt x="129229" y="110345"/>
                  </a:cubicBezTo>
                  <a:cubicBezTo>
                    <a:pt x="129224" y="109553"/>
                    <a:pt x="129220" y="108785"/>
                    <a:pt x="129216" y="108016"/>
                  </a:cubicBezTo>
                  <a:cubicBezTo>
                    <a:pt x="129211" y="106876"/>
                    <a:pt x="129211" y="106876"/>
                    <a:pt x="129206" y="105759"/>
                  </a:cubicBezTo>
                  <a:cubicBezTo>
                    <a:pt x="129199" y="105042"/>
                    <a:pt x="129192" y="104347"/>
                    <a:pt x="129185" y="103652"/>
                  </a:cubicBezTo>
                  <a:cubicBezTo>
                    <a:pt x="129166" y="101370"/>
                    <a:pt x="129075" y="99319"/>
                    <a:pt x="128321" y="97151"/>
                  </a:cubicBezTo>
                  <a:cubicBezTo>
                    <a:pt x="127815" y="96898"/>
                    <a:pt x="127323" y="96652"/>
                    <a:pt x="126832" y="96406"/>
                  </a:cubicBezTo>
                  <a:cubicBezTo>
                    <a:pt x="126764" y="95824"/>
                    <a:pt x="126697" y="95259"/>
                    <a:pt x="126630" y="94694"/>
                  </a:cubicBezTo>
                  <a:cubicBezTo>
                    <a:pt x="126616" y="93562"/>
                    <a:pt x="126616" y="93562"/>
                    <a:pt x="126603" y="92453"/>
                  </a:cubicBezTo>
                  <a:cubicBezTo>
                    <a:pt x="126564" y="90794"/>
                    <a:pt x="126532" y="89136"/>
                    <a:pt x="126507" y="87477"/>
                  </a:cubicBezTo>
                  <a:cubicBezTo>
                    <a:pt x="126496" y="86609"/>
                    <a:pt x="126486" y="85767"/>
                    <a:pt x="126476" y="84925"/>
                  </a:cubicBezTo>
                  <a:cubicBezTo>
                    <a:pt x="126456" y="84100"/>
                    <a:pt x="126436" y="83300"/>
                    <a:pt x="126417" y="82500"/>
                  </a:cubicBezTo>
                  <a:cubicBezTo>
                    <a:pt x="126386" y="80259"/>
                    <a:pt x="126386" y="80259"/>
                    <a:pt x="126088" y="78547"/>
                  </a:cubicBezTo>
                  <a:cubicBezTo>
                    <a:pt x="124961" y="78171"/>
                    <a:pt x="124961" y="78171"/>
                    <a:pt x="123856" y="77803"/>
                  </a:cubicBezTo>
                  <a:cubicBezTo>
                    <a:pt x="123824" y="76822"/>
                    <a:pt x="123793" y="75871"/>
                    <a:pt x="123763" y="74919"/>
                  </a:cubicBezTo>
                  <a:cubicBezTo>
                    <a:pt x="123882" y="72771"/>
                    <a:pt x="123814" y="71725"/>
                    <a:pt x="123112" y="69617"/>
                  </a:cubicBezTo>
                  <a:cubicBezTo>
                    <a:pt x="121984" y="69242"/>
                    <a:pt x="121984" y="69242"/>
                    <a:pt x="120879" y="68873"/>
                  </a:cubicBezTo>
                  <a:cubicBezTo>
                    <a:pt x="120879" y="66422"/>
                    <a:pt x="121491" y="64356"/>
                    <a:pt x="119809" y="62455"/>
                  </a:cubicBezTo>
                  <a:cubicBezTo>
                    <a:pt x="119414" y="62107"/>
                    <a:pt x="119030" y="61769"/>
                    <a:pt x="118647" y="61432"/>
                  </a:cubicBezTo>
                  <a:cubicBezTo>
                    <a:pt x="118410" y="60189"/>
                    <a:pt x="118163" y="58949"/>
                    <a:pt x="117903" y="57711"/>
                  </a:cubicBezTo>
                  <a:cubicBezTo>
                    <a:pt x="116775" y="57335"/>
                    <a:pt x="116775" y="57335"/>
                    <a:pt x="115670" y="56967"/>
                  </a:cubicBezTo>
                  <a:cubicBezTo>
                    <a:pt x="115670" y="56208"/>
                    <a:pt x="115670" y="55471"/>
                    <a:pt x="115670" y="54734"/>
                  </a:cubicBezTo>
                  <a:cubicBezTo>
                    <a:pt x="114361" y="52070"/>
                    <a:pt x="113666" y="50039"/>
                    <a:pt x="111019" y="48642"/>
                  </a:cubicBezTo>
                  <a:cubicBezTo>
                    <a:pt x="110577" y="48436"/>
                    <a:pt x="110147" y="48237"/>
                    <a:pt x="109717" y="48037"/>
                  </a:cubicBezTo>
                  <a:cubicBezTo>
                    <a:pt x="109717" y="47025"/>
                    <a:pt x="109717" y="46043"/>
                    <a:pt x="109717" y="45061"/>
                  </a:cubicBezTo>
                  <a:cubicBezTo>
                    <a:pt x="109085" y="44918"/>
                    <a:pt x="108471" y="44780"/>
                    <a:pt x="107857" y="44642"/>
                  </a:cubicBezTo>
                  <a:cubicBezTo>
                    <a:pt x="107224" y="44531"/>
                    <a:pt x="106610" y="44424"/>
                    <a:pt x="105996" y="44317"/>
                  </a:cubicBezTo>
                  <a:cubicBezTo>
                    <a:pt x="105996" y="43558"/>
                    <a:pt x="105996" y="42821"/>
                    <a:pt x="105996" y="42084"/>
                  </a:cubicBezTo>
                  <a:cubicBezTo>
                    <a:pt x="104750" y="41605"/>
                    <a:pt x="103510" y="41107"/>
                    <a:pt x="102276" y="40596"/>
                  </a:cubicBezTo>
                  <a:cubicBezTo>
                    <a:pt x="101997" y="39061"/>
                    <a:pt x="101997" y="39061"/>
                    <a:pt x="101532" y="37619"/>
                  </a:cubicBezTo>
                  <a:cubicBezTo>
                    <a:pt x="100646" y="37477"/>
                    <a:pt x="99786" y="37339"/>
                    <a:pt x="98927" y="37201"/>
                  </a:cubicBezTo>
                  <a:cubicBezTo>
                    <a:pt x="98041" y="37090"/>
                    <a:pt x="97182" y="36983"/>
                    <a:pt x="96323" y="36875"/>
                  </a:cubicBezTo>
                  <a:cubicBezTo>
                    <a:pt x="95947" y="35748"/>
                    <a:pt x="95947" y="35748"/>
                    <a:pt x="95578" y="34643"/>
                  </a:cubicBezTo>
                  <a:cubicBezTo>
                    <a:pt x="95112" y="34577"/>
                    <a:pt x="94660" y="34512"/>
                    <a:pt x="94208" y="34448"/>
                  </a:cubicBezTo>
                  <a:cubicBezTo>
                    <a:pt x="93315" y="34502"/>
                    <a:pt x="93315" y="34502"/>
                    <a:pt x="92439" y="34555"/>
                  </a:cubicBezTo>
                  <a:cubicBezTo>
                    <a:pt x="91129" y="34605"/>
                    <a:pt x="89819" y="34666"/>
                    <a:pt x="88509" y="34736"/>
                  </a:cubicBezTo>
                  <a:cubicBezTo>
                    <a:pt x="87824" y="34778"/>
                    <a:pt x="87159" y="34819"/>
                    <a:pt x="86495" y="34861"/>
                  </a:cubicBezTo>
                  <a:cubicBezTo>
                    <a:pt x="85527" y="34894"/>
                    <a:pt x="85527" y="34894"/>
                    <a:pt x="84579" y="34928"/>
                  </a:cubicBezTo>
                  <a:cubicBezTo>
                    <a:pt x="82857" y="35124"/>
                    <a:pt x="82857" y="35124"/>
                    <a:pt x="81440" y="34643"/>
                  </a:cubicBezTo>
                  <a:cubicBezTo>
                    <a:pt x="81064" y="32764"/>
                    <a:pt x="81064" y="32764"/>
                    <a:pt x="80696" y="30922"/>
                  </a:cubicBezTo>
                  <a:cubicBezTo>
                    <a:pt x="63491" y="30922"/>
                    <a:pt x="46793" y="30922"/>
                    <a:pt x="30094" y="30922"/>
                  </a:cubicBezTo>
                  <a:close/>
                  <a:moveTo>
                    <a:pt x="92189" y="0"/>
                  </a:moveTo>
                  <a:cubicBezTo>
                    <a:pt x="93430" y="6"/>
                    <a:pt x="93430" y="6"/>
                    <a:pt x="94696" y="12"/>
                  </a:cubicBezTo>
                  <a:cubicBezTo>
                    <a:pt x="95420" y="10"/>
                    <a:pt x="96144" y="7"/>
                    <a:pt x="96889" y="4"/>
                  </a:cubicBezTo>
                  <a:cubicBezTo>
                    <a:pt x="97426" y="125"/>
                    <a:pt x="97962" y="246"/>
                    <a:pt x="98515" y="370"/>
                  </a:cubicBezTo>
                  <a:cubicBezTo>
                    <a:pt x="98990" y="1869"/>
                    <a:pt x="98990" y="1869"/>
                    <a:pt x="99259" y="3347"/>
                  </a:cubicBezTo>
                  <a:cubicBezTo>
                    <a:pt x="101506" y="3596"/>
                    <a:pt x="101506" y="3596"/>
                    <a:pt x="104096" y="3347"/>
                  </a:cubicBezTo>
                  <a:cubicBezTo>
                    <a:pt x="106770" y="3161"/>
                    <a:pt x="106770" y="3161"/>
                    <a:pt x="108933" y="3347"/>
                  </a:cubicBezTo>
                  <a:cubicBezTo>
                    <a:pt x="109441" y="4800"/>
                    <a:pt x="109441" y="4800"/>
                    <a:pt x="109677" y="6323"/>
                  </a:cubicBezTo>
                  <a:cubicBezTo>
                    <a:pt x="112296" y="6937"/>
                    <a:pt x="112296" y="6937"/>
                    <a:pt x="114886" y="7068"/>
                  </a:cubicBezTo>
                  <a:cubicBezTo>
                    <a:pt x="114886" y="8050"/>
                    <a:pt x="114886" y="9032"/>
                    <a:pt x="114886" y="10044"/>
                  </a:cubicBezTo>
                  <a:cubicBezTo>
                    <a:pt x="116605" y="10290"/>
                    <a:pt x="118324" y="10535"/>
                    <a:pt x="120095" y="10788"/>
                  </a:cubicBezTo>
                  <a:cubicBezTo>
                    <a:pt x="120095" y="11771"/>
                    <a:pt x="120095" y="12753"/>
                    <a:pt x="120095" y="13765"/>
                  </a:cubicBezTo>
                  <a:cubicBezTo>
                    <a:pt x="121361" y="13673"/>
                    <a:pt x="121361" y="13673"/>
                    <a:pt x="122653" y="13579"/>
                  </a:cubicBezTo>
                  <a:cubicBezTo>
                    <a:pt x="123528" y="13640"/>
                    <a:pt x="124402" y="13702"/>
                    <a:pt x="125304" y="13765"/>
                  </a:cubicBezTo>
                  <a:cubicBezTo>
                    <a:pt x="125862" y="15160"/>
                    <a:pt x="125862" y="15160"/>
                    <a:pt x="126048" y="16741"/>
                  </a:cubicBezTo>
                  <a:cubicBezTo>
                    <a:pt x="126785" y="17233"/>
                    <a:pt x="127521" y="17724"/>
                    <a:pt x="128280" y="18230"/>
                  </a:cubicBezTo>
                  <a:cubicBezTo>
                    <a:pt x="128526" y="18966"/>
                    <a:pt x="128771" y="19703"/>
                    <a:pt x="129024" y="20462"/>
                  </a:cubicBezTo>
                  <a:cubicBezTo>
                    <a:pt x="129761" y="20708"/>
                    <a:pt x="130498" y="20953"/>
                    <a:pt x="131257" y="21206"/>
                  </a:cubicBezTo>
                  <a:cubicBezTo>
                    <a:pt x="131512" y="22197"/>
                    <a:pt x="131760" y="23189"/>
                    <a:pt x="132001" y="24183"/>
                  </a:cubicBezTo>
                  <a:cubicBezTo>
                    <a:pt x="132738" y="24674"/>
                    <a:pt x="133474" y="25165"/>
                    <a:pt x="134233" y="25671"/>
                  </a:cubicBezTo>
                  <a:cubicBezTo>
                    <a:pt x="134233" y="26408"/>
                    <a:pt x="134233" y="27145"/>
                    <a:pt x="134233" y="27904"/>
                  </a:cubicBezTo>
                  <a:cubicBezTo>
                    <a:pt x="134970" y="28149"/>
                    <a:pt x="135707" y="28395"/>
                    <a:pt x="136466" y="28648"/>
                  </a:cubicBezTo>
                  <a:cubicBezTo>
                    <a:pt x="136589" y="29154"/>
                    <a:pt x="136711" y="29661"/>
                    <a:pt x="136838" y="30182"/>
                  </a:cubicBezTo>
                  <a:cubicBezTo>
                    <a:pt x="136961" y="30658"/>
                    <a:pt x="137084" y="31134"/>
                    <a:pt x="137210" y="31624"/>
                  </a:cubicBezTo>
                  <a:cubicBezTo>
                    <a:pt x="137947" y="31624"/>
                    <a:pt x="138683" y="31624"/>
                    <a:pt x="139442" y="31624"/>
                  </a:cubicBezTo>
                  <a:cubicBezTo>
                    <a:pt x="139976" y="33099"/>
                    <a:pt x="140472" y="34589"/>
                    <a:pt x="140931" y="36089"/>
                  </a:cubicBezTo>
                  <a:cubicBezTo>
                    <a:pt x="141422" y="36335"/>
                    <a:pt x="141913" y="36580"/>
                    <a:pt x="142419" y="36833"/>
                  </a:cubicBezTo>
                  <a:cubicBezTo>
                    <a:pt x="142526" y="37447"/>
                    <a:pt x="142634" y="38061"/>
                    <a:pt x="142745" y="38694"/>
                  </a:cubicBezTo>
                  <a:cubicBezTo>
                    <a:pt x="142883" y="39307"/>
                    <a:pt x="143021" y="39921"/>
                    <a:pt x="143163" y="40554"/>
                  </a:cubicBezTo>
                  <a:cubicBezTo>
                    <a:pt x="143900" y="40800"/>
                    <a:pt x="144637" y="41045"/>
                    <a:pt x="145396" y="41298"/>
                  </a:cubicBezTo>
                  <a:cubicBezTo>
                    <a:pt x="145743" y="43038"/>
                    <a:pt x="145770" y="44713"/>
                    <a:pt x="145837" y="46484"/>
                  </a:cubicBezTo>
                  <a:cubicBezTo>
                    <a:pt x="145987" y="47232"/>
                    <a:pt x="145987" y="47232"/>
                    <a:pt x="146140" y="47995"/>
                  </a:cubicBezTo>
                  <a:cubicBezTo>
                    <a:pt x="146876" y="48241"/>
                    <a:pt x="147613" y="48486"/>
                    <a:pt x="148372" y="48739"/>
                  </a:cubicBezTo>
                  <a:cubicBezTo>
                    <a:pt x="148650" y="50471"/>
                    <a:pt x="148899" y="52208"/>
                    <a:pt x="149116" y="53948"/>
                  </a:cubicBezTo>
                  <a:cubicBezTo>
                    <a:pt x="149607" y="54194"/>
                    <a:pt x="150099" y="54440"/>
                    <a:pt x="150605" y="54693"/>
                  </a:cubicBezTo>
                  <a:cubicBezTo>
                    <a:pt x="150868" y="56616"/>
                    <a:pt x="150935" y="58520"/>
                    <a:pt x="151020" y="60460"/>
                  </a:cubicBezTo>
                  <a:cubicBezTo>
                    <a:pt x="151183" y="61288"/>
                    <a:pt x="151183" y="61288"/>
                    <a:pt x="151349" y="62134"/>
                  </a:cubicBezTo>
                  <a:cubicBezTo>
                    <a:pt x="152085" y="62380"/>
                    <a:pt x="152822" y="62625"/>
                    <a:pt x="153581" y="62878"/>
                  </a:cubicBezTo>
                  <a:cubicBezTo>
                    <a:pt x="153933" y="65582"/>
                    <a:pt x="153957" y="68246"/>
                    <a:pt x="154023" y="70971"/>
                  </a:cubicBezTo>
                  <a:cubicBezTo>
                    <a:pt x="154173" y="72122"/>
                    <a:pt x="154173" y="72122"/>
                    <a:pt x="154325" y="73296"/>
                  </a:cubicBezTo>
                  <a:cubicBezTo>
                    <a:pt x="155062" y="73542"/>
                    <a:pt x="155799" y="73787"/>
                    <a:pt x="156558" y="74040"/>
                  </a:cubicBezTo>
                  <a:cubicBezTo>
                    <a:pt x="156856" y="75616"/>
                    <a:pt x="156856" y="75616"/>
                    <a:pt x="156886" y="77668"/>
                  </a:cubicBezTo>
                  <a:cubicBezTo>
                    <a:pt x="156916" y="78767"/>
                    <a:pt x="156916" y="78767"/>
                    <a:pt x="156946" y="79889"/>
                  </a:cubicBezTo>
                  <a:cubicBezTo>
                    <a:pt x="156956" y="80660"/>
                    <a:pt x="156966" y="81431"/>
                    <a:pt x="156976" y="82226"/>
                  </a:cubicBezTo>
                  <a:cubicBezTo>
                    <a:pt x="157002" y="83745"/>
                    <a:pt x="157033" y="85265"/>
                    <a:pt x="157072" y="86784"/>
                  </a:cubicBezTo>
                  <a:cubicBezTo>
                    <a:pt x="157086" y="87800"/>
                    <a:pt x="157086" y="87800"/>
                    <a:pt x="157100" y="88836"/>
                  </a:cubicBezTo>
                  <a:cubicBezTo>
                    <a:pt x="157167" y="89356"/>
                    <a:pt x="157233" y="89876"/>
                    <a:pt x="157302" y="90411"/>
                  </a:cubicBezTo>
                  <a:cubicBezTo>
                    <a:pt x="157793" y="90657"/>
                    <a:pt x="158284" y="90902"/>
                    <a:pt x="158790" y="91155"/>
                  </a:cubicBezTo>
                  <a:cubicBezTo>
                    <a:pt x="158979" y="93189"/>
                    <a:pt x="158979" y="93189"/>
                    <a:pt x="158983" y="95942"/>
                  </a:cubicBezTo>
                  <a:cubicBezTo>
                    <a:pt x="158987" y="96691"/>
                    <a:pt x="158987" y="96691"/>
                    <a:pt x="158991" y="97456"/>
                  </a:cubicBezTo>
                  <a:cubicBezTo>
                    <a:pt x="158997" y="99115"/>
                    <a:pt x="158993" y="100774"/>
                    <a:pt x="158988" y="102434"/>
                  </a:cubicBezTo>
                  <a:cubicBezTo>
                    <a:pt x="158989" y="103582"/>
                    <a:pt x="158990" y="104731"/>
                    <a:pt x="158992" y="105879"/>
                  </a:cubicBezTo>
                  <a:cubicBezTo>
                    <a:pt x="158994" y="108289"/>
                    <a:pt x="158991" y="110698"/>
                    <a:pt x="158984" y="113108"/>
                  </a:cubicBezTo>
                  <a:cubicBezTo>
                    <a:pt x="158976" y="116204"/>
                    <a:pt x="158981" y="119299"/>
                    <a:pt x="158989" y="122395"/>
                  </a:cubicBezTo>
                  <a:cubicBezTo>
                    <a:pt x="158995" y="124767"/>
                    <a:pt x="158993" y="127139"/>
                    <a:pt x="158989" y="129511"/>
                  </a:cubicBezTo>
                  <a:cubicBezTo>
                    <a:pt x="158988" y="130653"/>
                    <a:pt x="158990" y="131795"/>
                    <a:pt x="158993" y="132936"/>
                  </a:cubicBezTo>
                  <a:cubicBezTo>
                    <a:pt x="158997" y="134529"/>
                    <a:pt x="158991" y="136122"/>
                    <a:pt x="158983" y="137715"/>
                  </a:cubicBezTo>
                  <a:cubicBezTo>
                    <a:pt x="158982" y="138623"/>
                    <a:pt x="158980" y="139532"/>
                    <a:pt x="158979" y="140467"/>
                  </a:cubicBezTo>
                  <a:cubicBezTo>
                    <a:pt x="158917" y="141139"/>
                    <a:pt x="158854" y="141810"/>
                    <a:pt x="158790" y="142501"/>
                  </a:cubicBezTo>
                  <a:cubicBezTo>
                    <a:pt x="158299" y="142747"/>
                    <a:pt x="157808" y="142992"/>
                    <a:pt x="157302" y="143245"/>
                  </a:cubicBezTo>
                  <a:cubicBezTo>
                    <a:pt x="157060" y="144883"/>
                    <a:pt x="157060" y="144883"/>
                    <a:pt x="157072" y="146847"/>
                  </a:cubicBezTo>
                  <a:cubicBezTo>
                    <a:pt x="157054" y="147576"/>
                    <a:pt x="157035" y="148306"/>
                    <a:pt x="157016" y="149057"/>
                  </a:cubicBezTo>
                  <a:cubicBezTo>
                    <a:pt x="156989" y="150606"/>
                    <a:pt x="156966" y="152154"/>
                    <a:pt x="156946" y="153703"/>
                  </a:cubicBezTo>
                  <a:cubicBezTo>
                    <a:pt x="156926" y="154433"/>
                    <a:pt x="156906" y="155163"/>
                    <a:pt x="156886" y="155916"/>
                  </a:cubicBezTo>
                  <a:cubicBezTo>
                    <a:pt x="156876" y="156589"/>
                    <a:pt x="156866" y="157263"/>
                    <a:pt x="156856" y="157956"/>
                  </a:cubicBezTo>
                  <a:cubicBezTo>
                    <a:pt x="156757" y="158504"/>
                    <a:pt x="156659" y="159052"/>
                    <a:pt x="156558" y="159616"/>
                  </a:cubicBezTo>
                  <a:cubicBezTo>
                    <a:pt x="155821" y="160108"/>
                    <a:pt x="155084" y="160599"/>
                    <a:pt x="154325" y="161105"/>
                  </a:cubicBezTo>
                  <a:cubicBezTo>
                    <a:pt x="153984" y="163626"/>
                    <a:pt x="153950" y="166100"/>
                    <a:pt x="153883" y="168642"/>
                  </a:cubicBezTo>
                  <a:cubicBezTo>
                    <a:pt x="153784" y="169347"/>
                    <a:pt x="153684" y="170052"/>
                    <a:pt x="153581" y="170779"/>
                  </a:cubicBezTo>
                  <a:cubicBezTo>
                    <a:pt x="152844" y="171024"/>
                    <a:pt x="152108" y="171270"/>
                    <a:pt x="151349" y="171523"/>
                  </a:cubicBezTo>
                  <a:cubicBezTo>
                    <a:pt x="150994" y="173370"/>
                    <a:pt x="150994" y="173370"/>
                    <a:pt x="150977" y="175522"/>
                  </a:cubicBezTo>
                  <a:cubicBezTo>
                    <a:pt x="150853" y="179441"/>
                    <a:pt x="150853" y="179441"/>
                    <a:pt x="149462" y="180941"/>
                  </a:cubicBezTo>
                  <a:cubicBezTo>
                    <a:pt x="149102" y="181271"/>
                    <a:pt x="148743" y="181601"/>
                    <a:pt x="148372" y="181941"/>
                  </a:cubicBezTo>
                  <a:cubicBezTo>
                    <a:pt x="148395" y="183092"/>
                    <a:pt x="148395" y="183092"/>
                    <a:pt x="148419" y="184266"/>
                  </a:cubicBezTo>
                  <a:cubicBezTo>
                    <a:pt x="148396" y="185325"/>
                    <a:pt x="148396" y="185325"/>
                    <a:pt x="148372" y="186405"/>
                  </a:cubicBezTo>
                  <a:cubicBezTo>
                    <a:pt x="147881" y="186503"/>
                    <a:pt x="147390" y="186601"/>
                    <a:pt x="146884" y="186702"/>
                  </a:cubicBezTo>
                  <a:cubicBezTo>
                    <a:pt x="146147" y="186924"/>
                    <a:pt x="146147" y="186924"/>
                    <a:pt x="145396" y="187150"/>
                  </a:cubicBezTo>
                  <a:cubicBezTo>
                    <a:pt x="145118" y="188712"/>
                    <a:pt x="145118" y="188712"/>
                    <a:pt x="145349" y="190498"/>
                  </a:cubicBezTo>
                  <a:cubicBezTo>
                    <a:pt x="145509" y="192335"/>
                    <a:pt x="145509" y="192335"/>
                    <a:pt x="145396" y="193847"/>
                  </a:cubicBezTo>
                  <a:cubicBezTo>
                    <a:pt x="144659" y="194092"/>
                    <a:pt x="143922" y="194338"/>
                    <a:pt x="143163" y="194591"/>
                  </a:cubicBezTo>
                  <a:cubicBezTo>
                    <a:pt x="143040" y="195220"/>
                    <a:pt x="142918" y="195850"/>
                    <a:pt x="142791" y="196498"/>
                  </a:cubicBezTo>
                  <a:cubicBezTo>
                    <a:pt x="142668" y="197096"/>
                    <a:pt x="142546" y="197695"/>
                    <a:pt x="142419" y="198312"/>
                  </a:cubicBezTo>
                  <a:cubicBezTo>
                    <a:pt x="141682" y="198312"/>
                    <a:pt x="140946" y="198312"/>
                    <a:pt x="140187" y="198312"/>
                  </a:cubicBezTo>
                  <a:cubicBezTo>
                    <a:pt x="140233" y="198895"/>
                    <a:pt x="140279" y="199478"/>
                    <a:pt x="140326" y="200079"/>
                  </a:cubicBezTo>
                  <a:cubicBezTo>
                    <a:pt x="140280" y="200724"/>
                    <a:pt x="140234" y="201368"/>
                    <a:pt x="140187" y="202032"/>
                  </a:cubicBezTo>
                  <a:cubicBezTo>
                    <a:pt x="139450" y="202524"/>
                    <a:pt x="138713" y="203015"/>
                    <a:pt x="137954" y="203521"/>
                  </a:cubicBezTo>
                  <a:cubicBezTo>
                    <a:pt x="137709" y="204150"/>
                    <a:pt x="137463" y="204779"/>
                    <a:pt x="137210" y="205428"/>
                  </a:cubicBezTo>
                  <a:cubicBezTo>
                    <a:pt x="136964" y="206026"/>
                    <a:pt x="136719" y="206625"/>
                    <a:pt x="136466" y="207241"/>
                  </a:cubicBezTo>
                  <a:cubicBezTo>
                    <a:pt x="135729" y="207487"/>
                    <a:pt x="134993" y="207733"/>
                    <a:pt x="134233" y="207986"/>
                  </a:cubicBezTo>
                  <a:cubicBezTo>
                    <a:pt x="134111" y="208477"/>
                    <a:pt x="133988" y="208968"/>
                    <a:pt x="133861" y="209474"/>
                  </a:cubicBezTo>
                  <a:cubicBezTo>
                    <a:pt x="133739" y="209965"/>
                    <a:pt x="133616" y="210456"/>
                    <a:pt x="133489" y="210962"/>
                  </a:cubicBezTo>
                  <a:cubicBezTo>
                    <a:pt x="132753" y="211208"/>
                    <a:pt x="132016" y="211453"/>
                    <a:pt x="131257" y="211706"/>
                  </a:cubicBezTo>
                  <a:cubicBezTo>
                    <a:pt x="131257" y="212689"/>
                    <a:pt x="131257" y="213671"/>
                    <a:pt x="131257" y="214683"/>
                  </a:cubicBezTo>
                  <a:cubicBezTo>
                    <a:pt x="130001" y="215380"/>
                    <a:pt x="130001" y="215380"/>
                    <a:pt x="128280" y="216171"/>
                  </a:cubicBezTo>
                  <a:cubicBezTo>
                    <a:pt x="125429" y="218733"/>
                    <a:pt x="125429" y="218733"/>
                    <a:pt x="123816" y="222124"/>
                  </a:cubicBezTo>
                  <a:cubicBezTo>
                    <a:pt x="122895" y="222078"/>
                    <a:pt x="122895" y="222078"/>
                    <a:pt x="121955" y="222031"/>
                  </a:cubicBezTo>
                  <a:cubicBezTo>
                    <a:pt x="121034" y="222077"/>
                    <a:pt x="121034" y="222077"/>
                    <a:pt x="120095" y="222124"/>
                  </a:cubicBezTo>
                  <a:cubicBezTo>
                    <a:pt x="119972" y="222738"/>
                    <a:pt x="119849" y="223352"/>
                    <a:pt x="119723" y="223985"/>
                  </a:cubicBezTo>
                  <a:cubicBezTo>
                    <a:pt x="119600" y="224598"/>
                    <a:pt x="119477" y="225212"/>
                    <a:pt x="119351" y="225845"/>
                  </a:cubicBezTo>
                  <a:cubicBezTo>
                    <a:pt x="118111" y="225877"/>
                    <a:pt x="116870" y="225875"/>
                    <a:pt x="115630" y="225845"/>
                  </a:cubicBezTo>
                  <a:cubicBezTo>
                    <a:pt x="115424" y="226331"/>
                    <a:pt x="115217" y="226818"/>
                    <a:pt x="115005" y="227319"/>
                  </a:cubicBezTo>
                  <a:cubicBezTo>
                    <a:pt x="114720" y="227815"/>
                    <a:pt x="114435" y="228311"/>
                    <a:pt x="114142" y="228821"/>
                  </a:cubicBezTo>
                  <a:cubicBezTo>
                    <a:pt x="112369" y="229112"/>
                    <a:pt x="112369" y="229112"/>
                    <a:pt x="110328" y="229008"/>
                  </a:cubicBezTo>
                  <a:cubicBezTo>
                    <a:pt x="109651" y="228981"/>
                    <a:pt x="108974" y="228954"/>
                    <a:pt x="108276" y="228926"/>
                  </a:cubicBezTo>
                  <a:cubicBezTo>
                    <a:pt x="107756" y="228892"/>
                    <a:pt x="107236" y="228857"/>
                    <a:pt x="106700" y="228821"/>
                  </a:cubicBezTo>
                  <a:cubicBezTo>
                    <a:pt x="106700" y="230049"/>
                    <a:pt x="106700" y="231277"/>
                    <a:pt x="106700" y="232542"/>
                  </a:cubicBezTo>
                  <a:cubicBezTo>
                    <a:pt x="103017" y="232542"/>
                    <a:pt x="99333" y="232542"/>
                    <a:pt x="95538" y="232542"/>
                  </a:cubicBezTo>
                  <a:cubicBezTo>
                    <a:pt x="95538" y="233524"/>
                    <a:pt x="95538" y="234507"/>
                    <a:pt x="95538" y="235519"/>
                  </a:cubicBezTo>
                  <a:cubicBezTo>
                    <a:pt x="89900" y="236124"/>
                    <a:pt x="84340" y="236370"/>
                    <a:pt x="78671" y="236359"/>
                  </a:cubicBezTo>
                  <a:cubicBezTo>
                    <a:pt x="77846" y="236360"/>
                    <a:pt x="77021" y="236362"/>
                    <a:pt x="76171" y="236363"/>
                  </a:cubicBezTo>
                  <a:cubicBezTo>
                    <a:pt x="73472" y="236366"/>
                    <a:pt x="70774" y="236364"/>
                    <a:pt x="68075" y="236362"/>
                  </a:cubicBezTo>
                  <a:cubicBezTo>
                    <a:pt x="66190" y="236362"/>
                    <a:pt x="64305" y="236363"/>
                    <a:pt x="62420" y="236364"/>
                  </a:cubicBezTo>
                  <a:cubicBezTo>
                    <a:pt x="58485" y="236365"/>
                    <a:pt x="54549" y="236363"/>
                    <a:pt x="50614" y="236360"/>
                  </a:cubicBezTo>
                  <a:cubicBezTo>
                    <a:pt x="46066" y="236356"/>
                    <a:pt x="41518" y="236357"/>
                    <a:pt x="36970" y="236361"/>
                  </a:cubicBezTo>
                  <a:cubicBezTo>
                    <a:pt x="32582" y="236365"/>
                    <a:pt x="28194" y="236365"/>
                    <a:pt x="23807" y="236362"/>
                  </a:cubicBezTo>
                  <a:cubicBezTo>
                    <a:pt x="21944" y="236362"/>
                    <a:pt x="20080" y="236363"/>
                    <a:pt x="18217" y="236364"/>
                  </a:cubicBezTo>
                  <a:cubicBezTo>
                    <a:pt x="15622" y="236366"/>
                    <a:pt x="13027" y="236363"/>
                    <a:pt x="10431" y="236359"/>
                  </a:cubicBezTo>
                  <a:cubicBezTo>
                    <a:pt x="9659" y="236361"/>
                    <a:pt x="8887" y="236362"/>
                    <a:pt x="8091" y="236364"/>
                  </a:cubicBezTo>
                  <a:cubicBezTo>
                    <a:pt x="7033" y="236361"/>
                    <a:pt x="7033" y="236361"/>
                    <a:pt x="5955" y="236357"/>
                  </a:cubicBezTo>
                  <a:cubicBezTo>
                    <a:pt x="5342" y="236357"/>
                    <a:pt x="4729" y="236357"/>
                    <a:pt x="4097" y="236357"/>
                  </a:cubicBezTo>
                  <a:cubicBezTo>
                    <a:pt x="2521" y="236263"/>
                    <a:pt x="2521" y="236263"/>
                    <a:pt x="288" y="235519"/>
                  </a:cubicBezTo>
                  <a:cubicBezTo>
                    <a:pt x="11" y="233919"/>
                    <a:pt x="11" y="233919"/>
                    <a:pt x="13" y="231755"/>
                  </a:cubicBezTo>
                  <a:cubicBezTo>
                    <a:pt x="9" y="230934"/>
                    <a:pt x="5" y="230114"/>
                    <a:pt x="0" y="229268"/>
                  </a:cubicBezTo>
                  <a:cubicBezTo>
                    <a:pt x="7" y="228355"/>
                    <a:pt x="13" y="227443"/>
                    <a:pt x="20" y="226502"/>
                  </a:cubicBezTo>
                  <a:cubicBezTo>
                    <a:pt x="18" y="225541"/>
                    <a:pt x="16" y="224580"/>
                    <a:pt x="14" y="223590"/>
                  </a:cubicBezTo>
                  <a:cubicBezTo>
                    <a:pt x="9" y="220911"/>
                    <a:pt x="18" y="218232"/>
                    <a:pt x="29" y="215552"/>
                  </a:cubicBezTo>
                  <a:cubicBezTo>
                    <a:pt x="39" y="212667"/>
                    <a:pt x="35" y="209783"/>
                    <a:pt x="34" y="206898"/>
                  </a:cubicBezTo>
                  <a:cubicBezTo>
                    <a:pt x="33" y="201896"/>
                    <a:pt x="40" y="196894"/>
                    <a:pt x="52" y="191892"/>
                  </a:cubicBezTo>
                  <a:cubicBezTo>
                    <a:pt x="70" y="184659"/>
                    <a:pt x="76" y="177427"/>
                    <a:pt x="79" y="170195"/>
                  </a:cubicBezTo>
                  <a:cubicBezTo>
                    <a:pt x="84" y="158462"/>
                    <a:pt x="99" y="146729"/>
                    <a:pt x="120" y="134996"/>
                  </a:cubicBezTo>
                  <a:cubicBezTo>
                    <a:pt x="140" y="123596"/>
                    <a:pt x="156" y="112196"/>
                    <a:pt x="166" y="100796"/>
                  </a:cubicBezTo>
                  <a:cubicBezTo>
                    <a:pt x="166" y="100094"/>
                    <a:pt x="167" y="99391"/>
                    <a:pt x="167" y="98668"/>
                  </a:cubicBezTo>
                  <a:cubicBezTo>
                    <a:pt x="170" y="95145"/>
                    <a:pt x="173" y="91623"/>
                    <a:pt x="176" y="88100"/>
                  </a:cubicBezTo>
                  <a:cubicBezTo>
                    <a:pt x="199" y="58857"/>
                    <a:pt x="238" y="29614"/>
                    <a:pt x="288" y="370"/>
                  </a:cubicBezTo>
                  <a:cubicBezTo>
                    <a:pt x="13082" y="301"/>
                    <a:pt x="25877" y="248"/>
                    <a:pt x="38671" y="216"/>
                  </a:cubicBezTo>
                  <a:cubicBezTo>
                    <a:pt x="44611" y="201"/>
                    <a:pt x="50551" y="180"/>
                    <a:pt x="56492" y="146"/>
                  </a:cubicBezTo>
                  <a:cubicBezTo>
                    <a:pt x="61667" y="116"/>
                    <a:pt x="66843" y="97"/>
                    <a:pt x="72019" y="90"/>
                  </a:cubicBezTo>
                  <a:cubicBezTo>
                    <a:pt x="74761" y="86"/>
                    <a:pt x="77503" y="77"/>
                    <a:pt x="80245" y="56"/>
                  </a:cubicBezTo>
                  <a:cubicBezTo>
                    <a:pt x="83301" y="32"/>
                    <a:pt x="86357" y="31"/>
                    <a:pt x="89413" y="32"/>
                  </a:cubicBezTo>
                  <a:cubicBezTo>
                    <a:pt x="90787" y="16"/>
                    <a:pt x="90787" y="16"/>
                    <a:pt x="92189" y="0"/>
                  </a:cubicBezTo>
                  <a:close/>
                </a:path>
              </a:pathLst>
            </a:custGeom>
            <a:grpFill/>
            <a:ln w="744" cap="flat">
              <a:noFill/>
              <a:prstDash val="solid"/>
              <a:miter/>
            </a:ln>
          </p:spPr>
          <p:txBody>
            <a:bodyPr rtlCol="0" anchor="ctr"/>
            <a:lstStyle/>
            <a:p>
              <a:endParaRPr lang="zh-CN" altLang="en-US"/>
            </a:p>
          </p:txBody>
        </p:sp>
        <p:sp>
          <p:nvSpPr>
            <p:cNvPr id="114" name="任意多边形: 形状 113"/>
            <p:cNvSpPr/>
            <p:nvPr/>
          </p:nvSpPr>
          <p:spPr>
            <a:xfrm>
              <a:off x="8641674" y="1394069"/>
              <a:ext cx="158790" cy="236364"/>
            </a:xfrm>
            <a:custGeom>
              <a:avLst/>
              <a:gdLst>
                <a:gd name="connsiteX0" fmla="*/ 29348 w 158790"/>
                <a:gd name="connsiteY0" fmla="*/ 30922 h 236364"/>
                <a:gd name="connsiteX1" fmla="*/ 29348 w 158790"/>
                <a:gd name="connsiteY1" fmla="*/ 205051 h 236364"/>
                <a:gd name="connsiteX2" fmla="*/ 79950 w 158790"/>
                <a:gd name="connsiteY2" fmla="*/ 205051 h 236364"/>
                <a:gd name="connsiteX3" fmla="*/ 79950 w 158790"/>
                <a:gd name="connsiteY3" fmla="*/ 202074 h 236364"/>
                <a:gd name="connsiteX4" fmla="*/ 84675 w 158790"/>
                <a:gd name="connsiteY4" fmla="*/ 202256 h 236364"/>
                <a:gd name="connsiteX5" fmla="*/ 86600 w 158790"/>
                <a:gd name="connsiteY5" fmla="*/ 202307 h 236364"/>
                <a:gd name="connsiteX6" fmla="*/ 93344 w 158790"/>
                <a:gd name="connsiteY6" fmla="*/ 202074 h 236364"/>
                <a:gd name="connsiteX7" fmla="*/ 93952 w 158790"/>
                <a:gd name="connsiteY7" fmla="*/ 200202 h 236364"/>
                <a:gd name="connsiteX8" fmla="*/ 94088 w 158790"/>
                <a:gd name="connsiteY8" fmla="*/ 198354 h 236364"/>
                <a:gd name="connsiteX9" fmla="*/ 95437 w 158790"/>
                <a:gd name="connsiteY9" fmla="*/ 198095 h 236364"/>
                <a:gd name="connsiteX10" fmla="*/ 100041 w 158790"/>
                <a:gd name="connsiteY10" fmla="*/ 198354 h 236364"/>
                <a:gd name="connsiteX11" fmla="*/ 100599 w 158790"/>
                <a:gd name="connsiteY11" fmla="*/ 196865 h 236364"/>
                <a:gd name="connsiteX12" fmla="*/ 100786 w 158790"/>
                <a:gd name="connsiteY12" fmla="*/ 195377 h 236364"/>
                <a:gd name="connsiteX13" fmla="*/ 103762 w 158790"/>
                <a:gd name="connsiteY13" fmla="*/ 195377 h 236364"/>
                <a:gd name="connsiteX14" fmla="*/ 104878 w 158790"/>
                <a:gd name="connsiteY14" fmla="*/ 193935 h 236364"/>
                <a:gd name="connsiteX15" fmla="*/ 105994 w 158790"/>
                <a:gd name="connsiteY15" fmla="*/ 192400 h 236364"/>
                <a:gd name="connsiteX16" fmla="*/ 108971 w 158790"/>
                <a:gd name="connsiteY16" fmla="*/ 191656 h 236364"/>
                <a:gd name="connsiteX17" fmla="*/ 109436 w 158790"/>
                <a:gd name="connsiteY17" fmla="*/ 190122 h 236364"/>
                <a:gd name="connsiteX18" fmla="*/ 109715 w 158790"/>
                <a:gd name="connsiteY18" fmla="*/ 188680 h 236364"/>
                <a:gd name="connsiteX19" fmla="*/ 111203 w 158790"/>
                <a:gd name="connsiteY19" fmla="*/ 188680 h 236364"/>
                <a:gd name="connsiteX20" fmla="*/ 112692 w 158790"/>
                <a:gd name="connsiteY20" fmla="*/ 184959 h 236364"/>
                <a:gd name="connsiteX21" fmla="*/ 114924 w 158790"/>
                <a:gd name="connsiteY21" fmla="*/ 183471 h 236364"/>
                <a:gd name="connsiteX22" fmla="*/ 114924 w 158790"/>
                <a:gd name="connsiteY22" fmla="*/ 179006 h 236364"/>
                <a:gd name="connsiteX23" fmla="*/ 117901 w 158790"/>
                <a:gd name="connsiteY23" fmla="*/ 178262 h 236364"/>
                <a:gd name="connsiteX24" fmla="*/ 118459 w 158790"/>
                <a:gd name="connsiteY24" fmla="*/ 175611 h 236364"/>
                <a:gd name="connsiteX25" fmla="*/ 118645 w 158790"/>
                <a:gd name="connsiteY25" fmla="*/ 173053 h 236364"/>
                <a:gd name="connsiteX26" fmla="*/ 119389 w 158790"/>
                <a:gd name="connsiteY26" fmla="*/ 173053 h 236364"/>
                <a:gd name="connsiteX27" fmla="*/ 120598 w 158790"/>
                <a:gd name="connsiteY27" fmla="*/ 167658 h 236364"/>
                <a:gd name="connsiteX28" fmla="*/ 120133 w 158790"/>
                <a:gd name="connsiteY28" fmla="*/ 165611 h 236364"/>
                <a:gd name="connsiteX29" fmla="*/ 123110 w 158790"/>
                <a:gd name="connsiteY29" fmla="*/ 164867 h 236364"/>
                <a:gd name="connsiteX30" fmla="*/ 123400 w 158790"/>
                <a:gd name="connsiteY30" fmla="*/ 162516 h 236364"/>
                <a:gd name="connsiteX31" fmla="*/ 123296 w 158790"/>
                <a:gd name="connsiteY31" fmla="*/ 159612 h 236364"/>
                <a:gd name="connsiteX32" fmla="*/ 123214 w 158790"/>
                <a:gd name="connsiteY32" fmla="*/ 156702 h 236364"/>
                <a:gd name="connsiteX33" fmla="*/ 123110 w 158790"/>
                <a:gd name="connsiteY33" fmla="*/ 154449 h 236364"/>
                <a:gd name="connsiteX34" fmla="*/ 125342 w 158790"/>
                <a:gd name="connsiteY34" fmla="*/ 154449 h 236364"/>
                <a:gd name="connsiteX35" fmla="*/ 126135 w 158790"/>
                <a:gd name="connsiteY35" fmla="*/ 150541 h 236364"/>
                <a:gd name="connsiteX36" fmla="*/ 126080 w 158790"/>
                <a:gd name="connsiteY36" fmla="*/ 148607 h 236364"/>
                <a:gd name="connsiteX37" fmla="*/ 125993 w 158790"/>
                <a:gd name="connsiteY37" fmla="*/ 144310 h 236364"/>
                <a:gd name="connsiteX38" fmla="*/ 125926 w 158790"/>
                <a:gd name="connsiteY38" fmla="*/ 142101 h 236364"/>
                <a:gd name="connsiteX39" fmla="*/ 125894 w 158790"/>
                <a:gd name="connsiteY39" fmla="*/ 140003 h 236364"/>
                <a:gd name="connsiteX40" fmla="*/ 126086 w 158790"/>
                <a:gd name="connsiteY40" fmla="*/ 136590 h 236364"/>
                <a:gd name="connsiteX41" fmla="*/ 128319 w 158790"/>
                <a:gd name="connsiteY41" fmla="*/ 135846 h 236364"/>
                <a:gd name="connsiteX42" fmla="*/ 128592 w 158790"/>
                <a:gd name="connsiteY42" fmla="*/ 134359 h 236364"/>
                <a:gd name="connsiteX43" fmla="*/ 128584 w 158790"/>
                <a:gd name="connsiteY43" fmla="*/ 132381 h 236364"/>
                <a:gd name="connsiteX44" fmla="*/ 128591 w 158790"/>
                <a:gd name="connsiteY44" fmla="*/ 130146 h 236364"/>
                <a:gd name="connsiteX45" fmla="*/ 128563 w 158790"/>
                <a:gd name="connsiteY45" fmla="*/ 127713 h 236364"/>
                <a:gd name="connsiteX46" fmla="*/ 128551 w 158790"/>
                <a:gd name="connsiteY46" fmla="*/ 122663 h 236364"/>
                <a:gd name="connsiteX47" fmla="*/ 128497 w 158790"/>
                <a:gd name="connsiteY47" fmla="*/ 114663 h 236364"/>
                <a:gd name="connsiteX48" fmla="*/ 128483 w 158790"/>
                <a:gd name="connsiteY48" fmla="*/ 109457 h 236364"/>
                <a:gd name="connsiteX49" fmla="*/ 128470 w 158790"/>
                <a:gd name="connsiteY49" fmla="*/ 106970 h 236364"/>
                <a:gd name="connsiteX50" fmla="*/ 128460 w 158790"/>
                <a:gd name="connsiteY50" fmla="*/ 104545 h 236364"/>
                <a:gd name="connsiteX51" fmla="*/ 128439 w 158790"/>
                <a:gd name="connsiteY51" fmla="*/ 102296 h 236364"/>
                <a:gd name="connsiteX52" fmla="*/ 127575 w 158790"/>
                <a:gd name="connsiteY52" fmla="*/ 96406 h 236364"/>
                <a:gd name="connsiteX53" fmla="*/ 126086 w 158790"/>
                <a:gd name="connsiteY53" fmla="*/ 96406 h 236364"/>
                <a:gd name="connsiteX54" fmla="*/ 126195 w 158790"/>
                <a:gd name="connsiteY54" fmla="*/ 90696 h 236364"/>
                <a:gd name="connsiteX55" fmla="*/ 126226 w 158790"/>
                <a:gd name="connsiteY55" fmla="*/ 88360 h 236364"/>
                <a:gd name="connsiteX56" fmla="*/ 126282 w 158790"/>
                <a:gd name="connsiteY56" fmla="*/ 86051 h 236364"/>
                <a:gd name="connsiteX57" fmla="*/ 126304 w 158790"/>
                <a:gd name="connsiteY57" fmla="*/ 83834 h 236364"/>
                <a:gd name="connsiteX58" fmla="*/ 124979 w 158790"/>
                <a:gd name="connsiteY58" fmla="*/ 78794 h 236364"/>
                <a:gd name="connsiteX59" fmla="*/ 123499 w 158790"/>
                <a:gd name="connsiteY59" fmla="*/ 76009 h 236364"/>
                <a:gd name="connsiteX60" fmla="*/ 122366 w 158790"/>
                <a:gd name="connsiteY60" fmla="*/ 68873 h 236364"/>
                <a:gd name="connsiteX61" fmla="*/ 120133 w 158790"/>
                <a:gd name="connsiteY61" fmla="*/ 68873 h 236364"/>
                <a:gd name="connsiteX62" fmla="*/ 120133 w 158790"/>
                <a:gd name="connsiteY62" fmla="*/ 62920 h 236364"/>
                <a:gd name="connsiteX63" fmla="*/ 117901 w 158790"/>
                <a:gd name="connsiteY63" fmla="*/ 62176 h 236364"/>
                <a:gd name="connsiteX64" fmla="*/ 117854 w 158790"/>
                <a:gd name="connsiteY64" fmla="*/ 59943 h 236364"/>
                <a:gd name="connsiteX65" fmla="*/ 117901 w 158790"/>
                <a:gd name="connsiteY65" fmla="*/ 57711 h 236364"/>
                <a:gd name="connsiteX66" fmla="*/ 116412 w 158790"/>
                <a:gd name="connsiteY66" fmla="*/ 56967 h 236364"/>
                <a:gd name="connsiteX67" fmla="*/ 114924 w 158790"/>
                <a:gd name="connsiteY67" fmla="*/ 53990 h 236364"/>
                <a:gd name="connsiteX68" fmla="*/ 112692 w 158790"/>
                <a:gd name="connsiteY68" fmla="*/ 51758 h 236364"/>
                <a:gd name="connsiteX69" fmla="*/ 111948 w 158790"/>
                <a:gd name="connsiteY69" fmla="*/ 48781 h 236364"/>
                <a:gd name="connsiteX70" fmla="*/ 108971 w 158790"/>
                <a:gd name="connsiteY70" fmla="*/ 48037 h 236364"/>
                <a:gd name="connsiteX71" fmla="*/ 108971 w 158790"/>
                <a:gd name="connsiteY71" fmla="*/ 45061 h 236364"/>
                <a:gd name="connsiteX72" fmla="*/ 106739 w 158790"/>
                <a:gd name="connsiteY72" fmla="*/ 44317 h 236364"/>
                <a:gd name="connsiteX73" fmla="*/ 105250 w 158790"/>
                <a:gd name="connsiteY73" fmla="*/ 42084 h 236364"/>
                <a:gd name="connsiteX74" fmla="*/ 102274 w 158790"/>
                <a:gd name="connsiteY74" fmla="*/ 40596 h 236364"/>
                <a:gd name="connsiteX75" fmla="*/ 101530 w 158790"/>
                <a:gd name="connsiteY75" fmla="*/ 37619 h 236364"/>
                <a:gd name="connsiteX76" fmla="*/ 98553 w 158790"/>
                <a:gd name="connsiteY76" fmla="*/ 37619 h 236364"/>
                <a:gd name="connsiteX77" fmla="*/ 95577 w 158790"/>
                <a:gd name="connsiteY77" fmla="*/ 37619 h 236364"/>
                <a:gd name="connsiteX78" fmla="*/ 94832 w 158790"/>
                <a:gd name="connsiteY78" fmla="*/ 34643 h 236364"/>
                <a:gd name="connsiteX79" fmla="*/ 93462 w 158790"/>
                <a:gd name="connsiteY79" fmla="*/ 34364 h 236364"/>
                <a:gd name="connsiteX80" fmla="*/ 91693 w 158790"/>
                <a:gd name="connsiteY80" fmla="*/ 34483 h 236364"/>
                <a:gd name="connsiteX81" fmla="*/ 87763 w 158790"/>
                <a:gd name="connsiteY81" fmla="*/ 34689 h 236364"/>
                <a:gd name="connsiteX82" fmla="*/ 85749 w 158790"/>
                <a:gd name="connsiteY82" fmla="*/ 34824 h 236364"/>
                <a:gd name="connsiteX83" fmla="*/ 83833 w 158790"/>
                <a:gd name="connsiteY83" fmla="*/ 34901 h 236364"/>
                <a:gd name="connsiteX84" fmla="*/ 80694 w 158790"/>
                <a:gd name="connsiteY84" fmla="*/ 34643 h 236364"/>
                <a:gd name="connsiteX85" fmla="*/ 79950 w 158790"/>
                <a:gd name="connsiteY85" fmla="*/ 30922 h 236364"/>
                <a:gd name="connsiteX86" fmla="*/ 29348 w 158790"/>
                <a:gd name="connsiteY86" fmla="*/ 30922 h 236364"/>
                <a:gd name="connsiteX87" fmla="*/ 91492 w 158790"/>
                <a:gd name="connsiteY87" fmla="*/ 0 h 236364"/>
                <a:gd name="connsiteX88" fmla="*/ 93980 w 158790"/>
                <a:gd name="connsiteY88" fmla="*/ 12 h 236364"/>
                <a:gd name="connsiteX89" fmla="*/ 96157 w 158790"/>
                <a:gd name="connsiteY89" fmla="*/ 4 h 236364"/>
                <a:gd name="connsiteX90" fmla="*/ 97771 w 158790"/>
                <a:gd name="connsiteY90" fmla="*/ 370 h 236364"/>
                <a:gd name="connsiteX91" fmla="*/ 98515 w 158790"/>
                <a:gd name="connsiteY91" fmla="*/ 3347 h 236364"/>
                <a:gd name="connsiteX92" fmla="*/ 103352 w 158790"/>
                <a:gd name="connsiteY92" fmla="*/ 3347 h 236364"/>
                <a:gd name="connsiteX93" fmla="*/ 108189 w 158790"/>
                <a:gd name="connsiteY93" fmla="*/ 3347 h 236364"/>
                <a:gd name="connsiteX94" fmla="*/ 108933 w 158790"/>
                <a:gd name="connsiteY94" fmla="*/ 6323 h 236364"/>
                <a:gd name="connsiteX95" fmla="*/ 114142 w 158790"/>
                <a:gd name="connsiteY95" fmla="*/ 7068 h 236364"/>
                <a:gd name="connsiteX96" fmla="*/ 114886 w 158790"/>
                <a:gd name="connsiteY96" fmla="*/ 9300 h 236364"/>
                <a:gd name="connsiteX97" fmla="*/ 117072 w 158790"/>
                <a:gd name="connsiteY97" fmla="*/ 9998 h 236364"/>
                <a:gd name="connsiteX98" fmla="*/ 120839 w 158790"/>
                <a:gd name="connsiteY98" fmla="*/ 13765 h 236364"/>
                <a:gd name="connsiteX99" fmla="*/ 122746 w 158790"/>
                <a:gd name="connsiteY99" fmla="*/ 13765 h 236364"/>
                <a:gd name="connsiteX100" fmla="*/ 124560 w 158790"/>
                <a:gd name="connsiteY100" fmla="*/ 13765 h 236364"/>
                <a:gd name="connsiteX101" fmla="*/ 125304 w 158790"/>
                <a:gd name="connsiteY101" fmla="*/ 16741 h 236364"/>
                <a:gd name="connsiteX102" fmla="*/ 127536 w 158790"/>
                <a:gd name="connsiteY102" fmla="*/ 17486 h 236364"/>
                <a:gd name="connsiteX103" fmla="*/ 129024 w 158790"/>
                <a:gd name="connsiteY103" fmla="*/ 20462 h 236364"/>
                <a:gd name="connsiteX104" fmla="*/ 130513 w 158790"/>
                <a:gd name="connsiteY104" fmla="*/ 21206 h 236364"/>
                <a:gd name="connsiteX105" fmla="*/ 132001 w 158790"/>
                <a:gd name="connsiteY105" fmla="*/ 24183 h 236364"/>
                <a:gd name="connsiteX106" fmla="*/ 133489 w 158790"/>
                <a:gd name="connsiteY106" fmla="*/ 24927 h 236364"/>
                <a:gd name="connsiteX107" fmla="*/ 134233 w 158790"/>
                <a:gd name="connsiteY107" fmla="*/ 27159 h 236364"/>
                <a:gd name="connsiteX108" fmla="*/ 136466 w 158790"/>
                <a:gd name="connsiteY108" fmla="*/ 28648 h 236364"/>
                <a:gd name="connsiteX109" fmla="*/ 137210 w 158790"/>
                <a:gd name="connsiteY109" fmla="*/ 30880 h 236364"/>
                <a:gd name="connsiteX110" fmla="*/ 139442 w 158790"/>
                <a:gd name="connsiteY110" fmla="*/ 32368 h 236364"/>
                <a:gd name="connsiteX111" fmla="*/ 139815 w 158790"/>
                <a:gd name="connsiteY111" fmla="*/ 34647 h 236364"/>
                <a:gd name="connsiteX112" fmla="*/ 140187 w 158790"/>
                <a:gd name="connsiteY112" fmla="*/ 36833 h 236364"/>
                <a:gd name="connsiteX113" fmla="*/ 142419 w 158790"/>
                <a:gd name="connsiteY113" fmla="*/ 37577 h 236364"/>
                <a:gd name="connsiteX114" fmla="*/ 142419 w 158790"/>
                <a:gd name="connsiteY114" fmla="*/ 41298 h 236364"/>
                <a:gd name="connsiteX115" fmla="*/ 144651 w 158790"/>
                <a:gd name="connsiteY115" fmla="*/ 41298 h 236364"/>
                <a:gd name="connsiteX116" fmla="*/ 145442 w 158790"/>
                <a:gd name="connsiteY116" fmla="*/ 44275 h 236364"/>
                <a:gd name="connsiteX117" fmla="*/ 146140 w 158790"/>
                <a:gd name="connsiteY117" fmla="*/ 47251 h 236364"/>
                <a:gd name="connsiteX118" fmla="*/ 147628 w 158790"/>
                <a:gd name="connsiteY118" fmla="*/ 47251 h 236364"/>
                <a:gd name="connsiteX119" fmla="*/ 148372 w 158790"/>
                <a:gd name="connsiteY119" fmla="*/ 54693 h 236364"/>
                <a:gd name="connsiteX120" fmla="*/ 150605 w 158790"/>
                <a:gd name="connsiteY120" fmla="*/ 54693 h 236364"/>
                <a:gd name="connsiteX121" fmla="*/ 150605 w 158790"/>
                <a:gd name="connsiteY121" fmla="*/ 62878 h 236364"/>
                <a:gd name="connsiteX122" fmla="*/ 152837 w 158790"/>
                <a:gd name="connsiteY122" fmla="*/ 62878 h 236364"/>
                <a:gd name="connsiteX123" fmla="*/ 153581 w 158790"/>
                <a:gd name="connsiteY123" fmla="*/ 74040 h 236364"/>
                <a:gd name="connsiteX124" fmla="*/ 155814 w 158790"/>
                <a:gd name="connsiteY124" fmla="*/ 74040 h 236364"/>
                <a:gd name="connsiteX125" fmla="*/ 156558 w 158790"/>
                <a:gd name="connsiteY125" fmla="*/ 90411 h 236364"/>
                <a:gd name="connsiteX126" fmla="*/ 158790 w 158790"/>
                <a:gd name="connsiteY126" fmla="*/ 90411 h 236364"/>
                <a:gd name="connsiteX127" fmla="*/ 158790 w 158790"/>
                <a:gd name="connsiteY127" fmla="*/ 142501 h 236364"/>
                <a:gd name="connsiteX128" fmla="*/ 156558 w 158790"/>
                <a:gd name="connsiteY128" fmla="*/ 142501 h 236364"/>
                <a:gd name="connsiteX129" fmla="*/ 155814 w 158790"/>
                <a:gd name="connsiteY129" fmla="*/ 160361 h 236364"/>
                <a:gd name="connsiteX130" fmla="*/ 154325 w 158790"/>
                <a:gd name="connsiteY130" fmla="*/ 160361 h 236364"/>
                <a:gd name="connsiteX131" fmla="*/ 153163 w 158790"/>
                <a:gd name="connsiteY131" fmla="*/ 166825 h 236364"/>
                <a:gd name="connsiteX132" fmla="*/ 152974 w 158790"/>
                <a:gd name="connsiteY132" fmla="*/ 169066 h 236364"/>
                <a:gd name="connsiteX133" fmla="*/ 152837 w 158790"/>
                <a:gd name="connsiteY133" fmla="*/ 170779 h 236364"/>
                <a:gd name="connsiteX134" fmla="*/ 150605 w 158790"/>
                <a:gd name="connsiteY134" fmla="*/ 170779 h 236364"/>
                <a:gd name="connsiteX135" fmla="*/ 150683 w 158790"/>
                <a:gd name="connsiteY135" fmla="*/ 172706 h 236364"/>
                <a:gd name="connsiteX136" fmla="*/ 150744 w 158790"/>
                <a:gd name="connsiteY136" fmla="*/ 175197 h 236364"/>
                <a:gd name="connsiteX137" fmla="*/ 150823 w 158790"/>
                <a:gd name="connsiteY137" fmla="*/ 177682 h 236364"/>
                <a:gd name="connsiteX138" fmla="*/ 150605 w 158790"/>
                <a:gd name="connsiteY138" fmla="*/ 179708 h 236364"/>
                <a:gd name="connsiteX139" fmla="*/ 148372 w 158790"/>
                <a:gd name="connsiteY139" fmla="*/ 180452 h 236364"/>
                <a:gd name="connsiteX140" fmla="*/ 148000 w 158790"/>
                <a:gd name="connsiteY140" fmla="*/ 183801 h 236364"/>
                <a:gd name="connsiteX141" fmla="*/ 147628 w 158790"/>
                <a:gd name="connsiteY141" fmla="*/ 187150 h 236364"/>
                <a:gd name="connsiteX142" fmla="*/ 145396 w 158790"/>
                <a:gd name="connsiteY142" fmla="*/ 187894 h 236364"/>
                <a:gd name="connsiteX143" fmla="*/ 144884 w 158790"/>
                <a:gd name="connsiteY143" fmla="*/ 190917 h 236364"/>
                <a:gd name="connsiteX144" fmla="*/ 144651 w 158790"/>
                <a:gd name="connsiteY144" fmla="*/ 193847 h 236364"/>
                <a:gd name="connsiteX145" fmla="*/ 142419 w 158790"/>
                <a:gd name="connsiteY145" fmla="*/ 193847 h 236364"/>
                <a:gd name="connsiteX146" fmla="*/ 141675 w 158790"/>
                <a:gd name="connsiteY146" fmla="*/ 198312 h 236364"/>
                <a:gd name="connsiteX147" fmla="*/ 139442 w 158790"/>
                <a:gd name="connsiteY147" fmla="*/ 198312 h 236364"/>
                <a:gd name="connsiteX148" fmla="*/ 139582 w 158790"/>
                <a:gd name="connsiteY148" fmla="*/ 200126 h 236364"/>
                <a:gd name="connsiteX149" fmla="*/ 139442 w 158790"/>
                <a:gd name="connsiteY149" fmla="*/ 202032 h 236364"/>
                <a:gd name="connsiteX150" fmla="*/ 137210 w 158790"/>
                <a:gd name="connsiteY150" fmla="*/ 202777 h 236364"/>
                <a:gd name="connsiteX151" fmla="*/ 136466 w 158790"/>
                <a:gd name="connsiteY151" fmla="*/ 207241 h 236364"/>
                <a:gd name="connsiteX152" fmla="*/ 134233 w 158790"/>
                <a:gd name="connsiteY152" fmla="*/ 208730 h 236364"/>
                <a:gd name="connsiteX153" fmla="*/ 133489 w 158790"/>
                <a:gd name="connsiteY153" fmla="*/ 210962 h 236364"/>
                <a:gd name="connsiteX154" fmla="*/ 131257 w 158790"/>
                <a:gd name="connsiteY154" fmla="*/ 212450 h 236364"/>
                <a:gd name="connsiteX155" fmla="*/ 130513 w 158790"/>
                <a:gd name="connsiteY155" fmla="*/ 214683 h 236364"/>
                <a:gd name="connsiteX156" fmla="*/ 123816 w 158790"/>
                <a:gd name="connsiteY156" fmla="*/ 219892 h 236364"/>
                <a:gd name="connsiteX157" fmla="*/ 123071 w 158790"/>
                <a:gd name="connsiteY157" fmla="*/ 222124 h 236364"/>
                <a:gd name="connsiteX158" fmla="*/ 121583 w 158790"/>
                <a:gd name="connsiteY158" fmla="*/ 222450 h 236364"/>
                <a:gd name="connsiteX159" fmla="*/ 120095 w 158790"/>
                <a:gd name="connsiteY159" fmla="*/ 222868 h 236364"/>
                <a:gd name="connsiteX160" fmla="*/ 119862 w 158790"/>
                <a:gd name="connsiteY160" fmla="*/ 224403 h 236364"/>
                <a:gd name="connsiteX161" fmla="*/ 119351 w 158790"/>
                <a:gd name="connsiteY161" fmla="*/ 225845 h 236364"/>
                <a:gd name="connsiteX162" fmla="*/ 114142 w 158790"/>
                <a:gd name="connsiteY162" fmla="*/ 225845 h 236364"/>
                <a:gd name="connsiteX163" fmla="*/ 114142 w 158790"/>
                <a:gd name="connsiteY163" fmla="*/ 228821 h 236364"/>
                <a:gd name="connsiteX164" fmla="*/ 112540 w 158790"/>
                <a:gd name="connsiteY164" fmla="*/ 228880 h 236364"/>
                <a:gd name="connsiteX165" fmla="*/ 110467 w 158790"/>
                <a:gd name="connsiteY165" fmla="*/ 229008 h 236364"/>
                <a:gd name="connsiteX166" fmla="*/ 108401 w 158790"/>
                <a:gd name="connsiteY166" fmla="*/ 229112 h 236364"/>
                <a:gd name="connsiteX167" fmla="*/ 106700 w 158790"/>
                <a:gd name="connsiteY167" fmla="*/ 229566 h 236364"/>
                <a:gd name="connsiteX168" fmla="*/ 106418 w 158790"/>
                <a:gd name="connsiteY168" fmla="*/ 231063 h 236364"/>
                <a:gd name="connsiteX169" fmla="*/ 105956 w 158790"/>
                <a:gd name="connsiteY169" fmla="*/ 232542 h 236364"/>
                <a:gd name="connsiteX170" fmla="*/ 100747 w 158790"/>
                <a:gd name="connsiteY170" fmla="*/ 232961 h 236364"/>
                <a:gd name="connsiteX171" fmla="*/ 95538 w 158790"/>
                <a:gd name="connsiteY171" fmla="*/ 233286 h 236364"/>
                <a:gd name="connsiteX172" fmla="*/ 94794 w 158790"/>
                <a:gd name="connsiteY172" fmla="*/ 235519 h 236364"/>
                <a:gd name="connsiteX173" fmla="*/ 91193 w 158790"/>
                <a:gd name="connsiteY173" fmla="*/ 236024 h 236364"/>
                <a:gd name="connsiteX174" fmla="*/ 88936 w 158790"/>
                <a:gd name="connsiteY174" fmla="*/ 236169 h 236364"/>
                <a:gd name="connsiteX175" fmla="*/ 77996 w 158790"/>
                <a:gd name="connsiteY175" fmla="*/ 236359 h 236364"/>
                <a:gd name="connsiteX176" fmla="*/ 75518 w 158790"/>
                <a:gd name="connsiteY176" fmla="*/ 236363 h 236364"/>
                <a:gd name="connsiteX177" fmla="*/ 67493 w 158790"/>
                <a:gd name="connsiteY177" fmla="*/ 236362 h 236364"/>
                <a:gd name="connsiteX178" fmla="*/ 61889 w 158790"/>
                <a:gd name="connsiteY178" fmla="*/ 236364 h 236364"/>
                <a:gd name="connsiteX179" fmla="*/ 48694 w 158790"/>
                <a:gd name="connsiteY179" fmla="*/ 236359 h 236364"/>
                <a:gd name="connsiteX180" fmla="*/ 36665 w 158790"/>
                <a:gd name="connsiteY180" fmla="*/ 236361 h 236364"/>
                <a:gd name="connsiteX181" fmla="*/ 23619 w 158790"/>
                <a:gd name="connsiteY181" fmla="*/ 236362 h 236364"/>
                <a:gd name="connsiteX182" fmla="*/ 18079 w 158790"/>
                <a:gd name="connsiteY182" fmla="*/ 236364 h 236364"/>
                <a:gd name="connsiteX183" fmla="*/ 10363 w 158790"/>
                <a:gd name="connsiteY183" fmla="*/ 236359 h 236364"/>
                <a:gd name="connsiteX184" fmla="*/ 8044 w 158790"/>
                <a:gd name="connsiteY184" fmla="*/ 236364 h 236364"/>
                <a:gd name="connsiteX185" fmla="*/ 5926 w 158790"/>
                <a:gd name="connsiteY185" fmla="*/ 236357 h 236364"/>
                <a:gd name="connsiteX186" fmla="*/ 4086 w 158790"/>
                <a:gd name="connsiteY186" fmla="*/ 236357 h 236364"/>
                <a:gd name="connsiteX187" fmla="*/ 288 w 158790"/>
                <a:gd name="connsiteY187" fmla="*/ 235519 h 236364"/>
                <a:gd name="connsiteX188" fmla="*/ 13 w 158790"/>
                <a:gd name="connsiteY188" fmla="*/ 231755 h 236364"/>
                <a:gd name="connsiteX189" fmla="*/ 0 w 158790"/>
                <a:gd name="connsiteY189" fmla="*/ 229268 h 236364"/>
                <a:gd name="connsiteX190" fmla="*/ 20 w 158790"/>
                <a:gd name="connsiteY190" fmla="*/ 226502 h 236364"/>
                <a:gd name="connsiteX191" fmla="*/ 14 w 158790"/>
                <a:gd name="connsiteY191" fmla="*/ 223590 h 236364"/>
                <a:gd name="connsiteX192" fmla="*/ 29 w 158790"/>
                <a:gd name="connsiteY192" fmla="*/ 215552 h 236364"/>
                <a:gd name="connsiteX193" fmla="*/ 34 w 158790"/>
                <a:gd name="connsiteY193" fmla="*/ 206898 h 236364"/>
                <a:gd name="connsiteX194" fmla="*/ 52 w 158790"/>
                <a:gd name="connsiteY194" fmla="*/ 191892 h 236364"/>
                <a:gd name="connsiteX195" fmla="*/ 79 w 158790"/>
                <a:gd name="connsiteY195" fmla="*/ 170195 h 236364"/>
                <a:gd name="connsiteX196" fmla="*/ 120 w 158790"/>
                <a:gd name="connsiteY196" fmla="*/ 134996 h 236364"/>
                <a:gd name="connsiteX197" fmla="*/ 166 w 158790"/>
                <a:gd name="connsiteY197" fmla="*/ 100796 h 236364"/>
                <a:gd name="connsiteX198" fmla="*/ 167 w 158790"/>
                <a:gd name="connsiteY198" fmla="*/ 98668 h 236364"/>
                <a:gd name="connsiteX199" fmla="*/ 176 w 158790"/>
                <a:gd name="connsiteY199" fmla="*/ 88100 h 236364"/>
                <a:gd name="connsiteX200" fmla="*/ 288 w 158790"/>
                <a:gd name="connsiteY200" fmla="*/ 370 h 236364"/>
                <a:gd name="connsiteX201" fmla="*/ 38380 w 158790"/>
                <a:gd name="connsiteY201" fmla="*/ 216 h 236364"/>
                <a:gd name="connsiteX202" fmla="*/ 56065 w 158790"/>
                <a:gd name="connsiteY202" fmla="*/ 146 h 236364"/>
                <a:gd name="connsiteX203" fmla="*/ 71475 w 158790"/>
                <a:gd name="connsiteY203" fmla="*/ 90 h 236364"/>
                <a:gd name="connsiteX204" fmla="*/ 79639 w 158790"/>
                <a:gd name="connsiteY204" fmla="*/ 56 h 236364"/>
                <a:gd name="connsiteX205" fmla="*/ 88738 w 158790"/>
                <a:gd name="connsiteY205" fmla="*/ 32 h 236364"/>
                <a:gd name="connsiteX206" fmla="*/ 91492 w 158790"/>
                <a:gd name="connsiteY206"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790" h="236364">
                  <a:moveTo>
                    <a:pt x="29348" y="30922"/>
                  </a:moveTo>
                  <a:cubicBezTo>
                    <a:pt x="29348" y="90126"/>
                    <a:pt x="29348" y="147588"/>
                    <a:pt x="29348" y="205051"/>
                  </a:cubicBezTo>
                  <a:cubicBezTo>
                    <a:pt x="46553" y="205051"/>
                    <a:pt x="63251" y="205051"/>
                    <a:pt x="79950" y="205051"/>
                  </a:cubicBezTo>
                  <a:cubicBezTo>
                    <a:pt x="79950" y="204039"/>
                    <a:pt x="79950" y="203057"/>
                    <a:pt x="79950" y="202074"/>
                  </a:cubicBezTo>
                  <a:cubicBezTo>
                    <a:pt x="81524" y="202145"/>
                    <a:pt x="83099" y="202212"/>
                    <a:pt x="84675" y="202256"/>
                  </a:cubicBezTo>
                  <a:cubicBezTo>
                    <a:pt x="85329" y="202273"/>
                    <a:pt x="85965" y="202290"/>
                    <a:pt x="86600" y="202307"/>
                  </a:cubicBezTo>
                  <a:cubicBezTo>
                    <a:pt x="88882" y="202419"/>
                    <a:pt x="91107" y="202600"/>
                    <a:pt x="93344" y="202074"/>
                  </a:cubicBezTo>
                  <a:cubicBezTo>
                    <a:pt x="93551" y="201438"/>
                    <a:pt x="93751" y="200820"/>
                    <a:pt x="93952" y="200202"/>
                  </a:cubicBezTo>
                  <a:cubicBezTo>
                    <a:pt x="93998" y="199574"/>
                    <a:pt x="94043" y="198964"/>
                    <a:pt x="94088" y="198354"/>
                  </a:cubicBezTo>
                  <a:cubicBezTo>
                    <a:pt x="94547" y="198266"/>
                    <a:pt x="94992" y="198180"/>
                    <a:pt x="95437" y="198095"/>
                  </a:cubicBezTo>
                  <a:cubicBezTo>
                    <a:pt x="97000" y="198299"/>
                    <a:pt x="98467" y="198432"/>
                    <a:pt x="100041" y="198354"/>
                  </a:cubicBezTo>
                  <a:cubicBezTo>
                    <a:pt x="100323" y="197602"/>
                    <a:pt x="100323" y="197602"/>
                    <a:pt x="100599" y="196865"/>
                  </a:cubicBezTo>
                  <a:cubicBezTo>
                    <a:pt x="100663" y="196359"/>
                    <a:pt x="100724" y="195868"/>
                    <a:pt x="100786" y="195377"/>
                  </a:cubicBezTo>
                  <a:cubicBezTo>
                    <a:pt x="101798" y="195377"/>
                    <a:pt x="102780" y="195377"/>
                    <a:pt x="103762" y="195377"/>
                  </a:cubicBezTo>
                  <a:cubicBezTo>
                    <a:pt x="104142" y="194887"/>
                    <a:pt x="104510" y="194411"/>
                    <a:pt x="104878" y="193935"/>
                  </a:cubicBezTo>
                  <a:cubicBezTo>
                    <a:pt x="105258" y="193413"/>
                    <a:pt x="105626" y="192907"/>
                    <a:pt x="105994" y="192400"/>
                  </a:cubicBezTo>
                  <a:cubicBezTo>
                    <a:pt x="106990" y="192166"/>
                    <a:pt x="107983" y="191920"/>
                    <a:pt x="108971" y="191656"/>
                  </a:cubicBezTo>
                  <a:cubicBezTo>
                    <a:pt x="109206" y="190881"/>
                    <a:pt x="109206" y="190881"/>
                    <a:pt x="109436" y="190122"/>
                  </a:cubicBezTo>
                  <a:cubicBezTo>
                    <a:pt x="109577" y="189393"/>
                    <a:pt x="109577" y="189393"/>
                    <a:pt x="109715" y="188680"/>
                  </a:cubicBezTo>
                  <a:cubicBezTo>
                    <a:pt x="110221" y="188680"/>
                    <a:pt x="110712" y="188680"/>
                    <a:pt x="111203" y="188680"/>
                  </a:cubicBezTo>
                  <a:cubicBezTo>
                    <a:pt x="111694" y="187437"/>
                    <a:pt x="112191" y="186197"/>
                    <a:pt x="112692" y="184959"/>
                  </a:cubicBezTo>
                  <a:cubicBezTo>
                    <a:pt x="113451" y="184453"/>
                    <a:pt x="114187" y="183962"/>
                    <a:pt x="114924" y="183471"/>
                  </a:cubicBezTo>
                  <a:cubicBezTo>
                    <a:pt x="114894" y="181983"/>
                    <a:pt x="114893" y="180494"/>
                    <a:pt x="114924" y="179006"/>
                  </a:cubicBezTo>
                  <a:cubicBezTo>
                    <a:pt x="115922" y="178781"/>
                    <a:pt x="116914" y="178531"/>
                    <a:pt x="117901" y="178262"/>
                  </a:cubicBezTo>
                  <a:cubicBezTo>
                    <a:pt x="118183" y="176923"/>
                    <a:pt x="118183" y="176923"/>
                    <a:pt x="118459" y="175611"/>
                  </a:cubicBezTo>
                  <a:cubicBezTo>
                    <a:pt x="118522" y="174741"/>
                    <a:pt x="118583" y="173897"/>
                    <a:pt x="118645" y="173053"/>
                  </a:cubicBezTo>
                  <a:cubicBezTo>
                    <a:pt x="118898" y="173053"/>
                    <a:pt x="119143" y="173053"/>
                    <a:pt x="119389" y="173053"/>
                  </a:cubicBezTo>
                  <a:cubicBezTo>
                    <a:pt x="120787" y="171034"/>
                    <a:pt x="120885" y="170147"/>
                    <a:pt x="120598" y="167658"/>
                  </a:cubicBezTo>
                  <a:cubicBezTo>
                    <a:pt x="120363" y="166624"/>
                    <a:pt x="120363" y="166624"/>
                    <a:pt x="120133" y="165611"/>
                  </a:cubicBezTo>
                  <a:cubicBezTo>
                    <a:pt x="121610" y="165568"/>
                    <a:pt x="121610" y="165568"/>
                    <a:pt x="123110" y="164867"/>
                  </a:cubicBezTo>
                  <a:cubicBezTo>
                    <a:pt x="123209" y="164068"/>
                    <a:pt x="123304" y="163292"/>
                    <a:pt x="123400" y="162516"/>
                  </a:cubicBezTo>
                  <a:cubicBezTo>
                    <a:pt x="123365" y="161528"/>
                    <a:pt x="123330" y="160570"/>
                    <a:pt x="123296" y="159612"/>
                  </a:cubicBezTo>
                  <a:cubicBezTo>
                    <a:pt x="123268" y="158623"/>
                    <a:pt x="123241" y="157662"/>
                    <a:pt x="123214" y="156702"/>
                  </a:cubicBezTo>
                  <a:cubicBezTo>
                    <a:pt x="123179" y="155936"/>
                    <a:pt x="123144" y="155193"/>
                    <a:pt x="123110" y="154449"/>
                  </a:cubicBezTo>
                  <a:cubicBezTo>
                    <a:pt x="123869" y="154449"/>
                    <a:pt x="124605" y="154449"/>
                    <a:pt x="125342" y="154449"/>
                  </a:cubicBezTo>
                  <a:cubicBezTo>
                    <a:pt x="126086" y="152217"/>
                    <a:pt x="126086" y="152217"/>
                    <a:pt x="126135" y="150541"/>
                  </a:cubicBezTo>
                  <a:cubicBezTo>
                    <a:pt x="126117" y="149883"/>
                    <a:pt x="126099" y="149245"/>
                    <a:pt x="126080" y="148607"/>
                  </a:cubicBezTo>
                  <a:cubicBezTo>
                    <a:pt x="126055" y="147175"/>
                    <a:pt x="126026" y="145742"/>
                    <a:pt x="125993" y="144310"/>
                  </a:cubicBezTo>
                  <a:cubicBezTo>
                    <a:pt x="125971" y="143559"/>
                    <a:pt x="125948" y="142830"/>
                    <a:pt x="125926" y="142101"/>
                  </a:cubicBezTo>
                  <a:cubicBezTo>
                    <a:pt x="125916" y="141388"/>
                    <a:pt x="125905" y="140695"/>
                    <a:pt x="125894" y="140003"/>
                  </a:cubicBezTo>
                  <a:cubicBezTo>
                    <a:pt x="125786" y="138141"/>
                    <a:pt x="125786" y="138141"/>
                    <a:pt x="126086" y="136590"/>
                  </a:cubicBezTo>
                  <a:cubicBezTo>
                    <a:pt x="126845" y="136337"/>
                    <a:pt x="127582" y="136091"/>
                    <a:pt x="128319" y="135846"/>
                  </a:cubicBezTo>
                  <a:cubicBezTo>
                    <a:pt x="128412" y="135340"/>
                    <a:pt x="128502" y="134850"/>
                    <a:pt x="128592" y="134359"/>
                  </a:cubicBezTo>
                  <a:cubicBezTo>
                    <a:pt x="128589" y="133686"/>
                    <a:pt x="128587" y="133034"/>
                    <a:pt x="128584" y="132381"/>
                  </a:cubicBezTo>
                  <a:cubicBezTo>
                    <a:pt x="128586" y="131621"/>
                    <a:pt x="128588" y="130884"/>
                    <a:pt x="128591" y="130146"/>
                  </a:cubicBezTo>
                  <a:cubicBezTo>
                    <a:pt x="128581" y="129319"/>
                    <a:pt x="128572" y="128516"/>
                    <a:pt x="128563" y="127713"/>
                  </a:cubicBezTo>
                  <a:cubicBezTo>
                    <a:pt x="128560" y="126030"/>
                    <a:pt x="128556" y="124347"/>
                    <a:pt x="128551" y="122663"/>
                  </a:cubicBezTo>
                  <a:cubicBezTo>
                    <a:pt x="128528" y="119997"/>
                    <a:pt x="128505" y="117330"/>
                    <a:pt x="128497" y="114663"/>
                  </a:cubicBezTo>
                  <a:cubicBezTo>
                    <a:pt x="128495" y="112928"/>
                    <a:pt x="128490" y="111193"/>
                    <a:pt x="128483" y="109457"/>
                  </a:cubicBezTo>
                  <a:cubicBezTo>
                    <a:pt x="128478" y="108612"/>
                    <a:pt x="128474" y="107791"/>
                    <a:pt x="128470" y="106970"/>
                  </a:cubicBezTo>
                  <a:cubicBezTo>
                    <a:pt x="128465" y="105745"/>
                    <a:pt x="128465" y="105745"/>
                    <a:pt x="128460" y="104545"/>
                  </a:cubicBezTo>
                  <a:cubicBezTo>
                    <a:pt x="128453" y="103781"/>
                    <a:pt x="128446" y="103038"/>
                    <a:pt x="128439" y="102296"/>
                  </a:cubicBezTo>
                  <a:cubicBezTo>
                    <a:pt x="128421" y="100023"/>
                    <a:pt x="128301" y="98587"/>
                    <a:pt x="127575" y="96406"/>
                  </a:cubicBezTo>
                  <a:cubicBezTo>
                    <a:pt x="127069" y="96406"/>
                    <a:pt x="126577" y="96406"/>
                    <a:pt x="126086" y="96406"/>
                  </a:cubicBezTo>
                  <a:cubicBezTo>
                    <a:pt x="126132" y="94503"/>
                    <a:pt x="126169" y="92600"/>
                    <a:pt x="126195" y="90696"/>
                  </a:cubicBezTo>
                  <a:cubicBezTo>
                    <a:pt x="126206" y="89902"/>
                    <a:pt x="126216" y="89131"/>
                    <a:pt x="126226" y="88360"/>
                  </a:cubicBezTo>
                  <a:cubicBezTo>
                    <a:pt x="126245" y="87575"/>
                    <a:pt x="126264" y="86813"/>
                    <a:pt x="126282" y="86051"/>
                  </a:cubicBezTo>
                  <a:cubicBezTo>
                    <a:pt x="126290" y="85297"/>
                    <a:pt x="126297" y="84566"/>
                    <a:pt x="126304" y="83834"/>
                  </a:cubicBezTo>
                  <a:cubicBezTo>
                    <a:pt x="126344" y="81574"/>
                    <a:pt x="126502" y="80501"/>
                    <a:pt x="124979" y="78794"/>
                  </a:cubicBezTo>
                  <a:cubicBezTo>
                    <a:pt x="123674" y="77847"/>
                    <a:pt x="123674" y="77847"/>
                    <a:pt x="123499" y="76009"/>
                  </a:cubicBezTo>
                  <a:cubicBezTo>
                    <a:pt x="123359" y="73505"/>
                    <a:pt x="123498" y="71137"/>
                    <a:pt x="122366" y="68873"/>
                  </a:cubicBezTo>
                  <a:cubicBezTo>
                    <a:pt x="121607" y="68873"/>
                    <a:pt x="120870" y="68873"/>
                    <a:pt x="120133" y="68873"/>
                  </a:cubicBezTo>
                  <a:cubicBezTo>
                    <a:pt x="121139" y="66861"/>
                    <a:pt x="121139" y="66861"/>
                    <a:pt x="120133" y="62920"/>
                  </a:cubicBezTo>
                  <a:cubicBezTo>
                    <a:pt x="119006" y="62544"/>
                    <a:pt x="119006" y="62544"/>
                    <a:pt x="117901" y="62176"/>
                  </a:cubicBezTo>
                  <a:cubicBezTo>
                    <a:pt x="117885" y="61417"/>
                    <a:pt x="117870" y="60680"/>
                    <a:pt x="117854" y="59943"/>
                  </a:cubicBezTo>
                  <a:cubicBezTo>
                    <a:pt x="117870" y="59184"/>
                    <a:pt x="117885" y="58448"/>
                    <a:pt x="117901" y="57711"/>
                  </a:cubicBezTo>
                  <a:cubicBezTo>
                    <a:pt x="117395" y="57458"/>
                    <a:pt x="116904" y="57212"/>
                    <a:pt x="116412" y="56967"/>
                  </a:cubicBezTo>
                  <a:cubicBezTo>
                    <a:pt x="115916" y="55975"/>
                    <a:pt x="115420" y="54983"/>
                    <a:pt x="114924" y="53990"/>
                  </a:cubicBezTo>
                  <a:cubicBezTo>
                    <a:pt x="114165" y="53262"/>
                    <a:pt x="113420" y="52518"/>
                    <a:pt x="112692" y="51758"/>
                  </a:cubicBezTo>
                  <a:cubicBezTo>
                    <a:pt x="112366" y="50177"/>
                    <a:pt x="112366" y="50177"/>
                    <a:pt x="111948" y="48781"/>
                  </a:cubicBezTo>
                  <a:cubicBezTo>
                    <a:pt x="110954" y="48540"/>
                    <a:pt x="109961" y="48293"/>
                    <a:pt x="108971" y="48037"/>
                  </a:cubicBezTo>
                  <a:cubicBezTo>
                    <a:pt x="108971" y="47025"/>
                    <a:pt x="108971" y="46043"/>
                    <a:pt x="108971" y="45061"/>
                  </a:cubicBezTo>
                  <a:cubicBezTo>
                    <a:pt x="107844" y="44685"/>
                    <a:pt x="107844" y="44685"/>
                    <a:pt x="106739" y="44317"/>
                  </a:cubicBezTo>
                  <a:cubicBezTo>
                    <a:pt x="105987" y="43189"/>
                    <a:pt x="105987" y="43189"/>
                    <a:pt x="105250" y="42084"/>
                  </a:cubicBezTo>
                  <a:cubicBezTo>
                    <a:pt x="103712" y="41408"/>
                    <a:pt x="103712" y="41408"/>
                    <a:pt x="102274" y="40596"/>
                  </a:cubicBezTo>
                  <a:cubicBezTo>
                    <a:pt x="102088" y="39015"/>
                    <a:pt x="102088" y="39015"/>
                    <a:pt x="101530" y="37619"/>
                  </a:cubicBezTo>
                  <a:cubicBezTo>
                    <a:pt x="100518" y="37619"/>
                    <a:pt x="99535" y="37619"/>
                    <a:pt x="98553" y="37619"/>
                  </a:cubicBezTo>
                  <a:cubicBezTo>
                    <a:pt x="97541" y="37619"/>
                    <a:pt x="96559" y="37619"/>
                    <a:pt x="95577" y="37619"/>
                  </a:cubicBezTo>
                  <a:cubicBezTo>
                    <a:pt x="95333" y="36626"/>
                    <a:pt x="95085" y="35634"/>
                    <a:pt x="94832" y="34643"/>
                  </a:cubicBezTo>
                  <a:cubicBezTo>
                    <a:pt x="94366" y="34548"/>
                    <a:pt x="93914" y="34456"/>
                    <a:pt x="93462" y="34364"/>
                  </a:cubicBezTo>
                  <a:cubicBezTo>
                    <a:pt x="92860" y="34404"/>
                    <a:pt x="92277" y="34444"/>
                    <a:pt x="91693" y="34483"/>
                  </a:cubicBezTo>
                  <a:cubicBezTo>
                    <a:pt x="90382" y="34538"/>
                    <a:pt x="89072" y="34607"/>
                    <a:pt x="87763" y="34689"/>
                  </a:cubicBezTo>
                  <a:cubicBezTo>
                    <a:pt x="87078" y="34735"/>
                    <a:pt x="86413" y="34780"/>
                    <a:pt x="85749" y="34824"/>
                  </a:cubicBezTo>
                  <a:cubicBezTo>
                    <a:pt x="84781" y="34863"/>
                    <a:pt x="84781" y="34863"/>
                    <a:pt x="83833" y="34901"/>
                  </a:cubicBezTo>
                  <a:cubicBezTo>
                    <a:pt x="82113" y="35111"/>
                    <a:pt x="82113" y="35111"/>
                    <a:pt x="80694" y="34643"/>
                  </a:cubicBezTo>
                  <a:cubicBezTo>
                    <a:pt x="80318" y="32764"/>
                    <a:pt x="80318" y="32764"/>
                    <a:pt x="79950" y="30922"/>
                  </a:cubicBezTo>
                  <a:cubicBezTo>
                    <a:pt x="62745" y="30922"/>
                    <a:pt x="46047" y="30922"/>
                    <a:pt x="29348" y="30922"/>
                  </a:cubicBezTo>
                  <a:close/>
                  <a:moveTo>
                    <a:pt x="91492" y="0"/>
                  </a:moveTo>
                  <a:cubicBezTo>
                    <a:pt x="92724" y="6"/>
                    <a:pt x="92724" y="6"/>
                    <a:pt x="93980" y="12"/>
                  </a:cubicBezTo>
                  <a:cubicBezTo>
                    <a:pt x="94698" y="10"/>
                    <a:pt x="95417" y="7"/>
                    <a:pt x="96157" y="4"/>
                  </a:cubicBezTo>
                  <a:cubicBezTo>
                    <a:pt x="96689" y="125"/>
                    <a:pt x="97222" y="246"/>
                    <a:pt x="97771" y="370"/>
                  </a:cubicBezTo>
                  <a:cubicBezTo>
                    <a:pt x="98244" y="1869"/>
                    <a:pt x="98244" y="1869"/>
                    <a:pt x="98515" y="3347"/>
                  </a:cubicBezTo>
                  <a:cubicBezTo>
                    <a:pt x="100762" y="3596"/>
                    <a:pt x="100762" y="3596"/>
                    <a:pt x="103352" y="3347"/>
                  </a:cubicBezTo>
                  <a:cubicBezTo>
                    <a:pt x="106026" y="3161"/>
                    <a:pt x="106026" y="3161"/>
                    <a:pt x="108189" y="3347"/>
                  </a:cubicBezTo>
                  <a:cubicBezTo>
                    <a:pt x="108700" y="4809"/>
                    <a:pt x="108700" y="4809"/>
                    <a:pt x="108933" y="6323"/>
                  </a:cubicBezTo>
                  <a:cubicBezTo>
                    <a:pt x="110664" y="6602"/>
                    <a:pt x="112401" y="6850"/>
                    <a:pt x="114142" y="7068"/>
                  </a:cubicBezTo>
                  <a:cubicBezTo>
                    <a:pt x="114387" y="7804"/>
                    <a:pt x="114633" y="8541"/>
                    <a:pt x="114886" y="9300"/>
                  </a:cubicBezTo>
                  <a:cubicBezTo>
                    <a:pt x="115607" y="9530"/>
                    <a:pt x="116329" y="9760"/>
                    <a:pt x="117072" y="9998"/>
                  </a:cubicBezTo>
                  <a:cubicBezTo>
                    <a:pt x="119778" y="10937"/>
                    <a:pt x="119647" y="11381"/>
                    <a:pt x="120839" y="13765"/>
                  </a:cubicBezTo>
                  <a:cubicBezTo>
                    <a:pt x="121468" y="13765"/>
                    <a:pt x="122097" y="13765"/>
                    <a:pt x="122746" y="13765"/>
                  </a:cubicBezTo>
                  <a:cubicBezTo>
                    <a:pt x="123344" y="13765"/>
                    <a:pt x="123943" y="13765"/>
                    <a:pt x="124560" y="13765"/>
                  </a:cubicBezTo>
                  <a:cubicBezTo>
                    <a:pt x="125025" y="15207"/>
                    <a:pt x="125025" y="15207"/>
                    <a:pt x="125304" y="16741"/>
                  </a:cubicBezTo>
                  <a:cubicBezTo>
                    <a:pt x="126041" y="16987"/>
                    <a:pt x="126777" y="17233"/>
                    <a:pt x="127536" y="17486"/>
                  </a:cubicBezTo>
                  <a:cubicBezTo>
                    <a:pt x="128057" y="18465"/>
                    <a:pt x="128554" y="19458"/>
                    <a:pt x="129024" y="20462"/>
                  </a:cubicBezTo>
                  <a:cubicBezTo>
                    <a:pt x="129516" y="20708"/>
                    <a:pt x="130007" y="20953"/>
                    <a:pt x="130513" y="21206"/>
                  </a:cubicBezTo>
                  <a:cubicBezTo>
                    <a:pt x="131009" y="22198"/>
                    <a:pt x="131505" y="23191"/>
                    <a:pt x="132001" y="24183"/>
                  </a:cubicBezTo>
                  <a:cubicBezTo>
                    <a:pt x="132492" y="24428"/>
                    <a:pt x="132983" y="24674"/>
                    <a:pt x="133489" y="24927"/>
                  </a:cubicBezTo>
                  <a:cubicBezTo>
                    <a:pt x="133735" y="25664"/>
                    <a:pt x="133980" y="26400"/>
                    <a:pt x="134233" y="27159"/>
                  </a:cubicBezTo>
                  <a:cubicBezTo>
                    <a:pt x="134970" y="27651"/>
                    <a:pt x="135707" y="28142"/>
                    <a:pt x="136466" y="28648"/>
                  </a:cubicBezTo>
                  <a:cubicBezTo>
                    <a:pt x="136711" y="29384"/>
                    <a:pt x="136957" y="30121"/>
                    <a:pt x="137210" y="30880"/>
                  </a:cubicBezTo>
                  <a:cubicBezTo>
                    <a:pt x="137947" y="31371"/>
                    <a:pt x="138683" y="31862"/>
                    <a:pt x="139442" y="32368"/>
                  </a:cubicBezTo>
                  <a:cubicBezTo>
                    <a:pt x="139565" y="33120"/>
                    <a:pt x="139688" y="33872"/>
                    <a:pt x="139815" y="34647"/>
                  </a:cubicBezTo>
                  <a:cubicBezTo>
                    <a:pt x="139937" y="35369"/>
                    <a:pt x="140060" y="36090"/>
                    <a:pt x="140187" y="36833"/>
                  </a:cubicBezTo>
                  <a:cubicBezTo>
                    <a:pt x="140923" y="37079"/>
                    <a:pt x="141660" y="37324"/>
                    <a:pt x="142419" y="37577"/>
                  </a:cubicBezTo>
                  <a:cubicBezTo>
                    <a:pt x="142559" y="39484"/>
                    <a:pt x="142559" y="39484"/>
                    <a:pt x="142419" y="41298"/>
                  </a:cubicBezTo>
                  <a:cubicBezTo>
                    <a:pt x="143156" y="41298"/>
                    <a:pt x="143892" y="41298"/>
                    <a:pt x="144651" y="41298"/>
                  </a:cubicBezTo>
                  <a:cubicBezTo>
                    <a:pt x="145143" y="42600"/>
                    <a:pt x="145143" y="42600"/>
                    <a:pt x="145442" y="44275"/>
                  </a:cubicBezTo>
                  <a:cubicBezTo>
                    <a:pt x="145706" y="45900"/>
                    <a:pt x="145706" y="45900"/>
                    <a:pt x="146140" y="47251"/>
                  </a:cubicBezTo>
                  <a:cubicBezTo>
                    <a:pt x="146631" y="47251"/>
                    <a:pt x="147122" y="47251"/>
                    <a:pt x="147628" y="47251"/>
                  </a:cubicBezTo>
                  <a:cubicBezTo>
                    <a:pt x="147874" y="49707"/>
                    <a:pt x="148119" y="52163"/>
                    <a:pt x="148372" y="54693"/>
                  </a:cubicBezTo>
                  <a:cubicBezTo>
                    <a:pt x="149109" y="54693"/>
                    <a:pt x="149846" y="54693"/>
                    <a:pt x="150605" y="54693"/>
                  </a:cubicBezTo>
                  <a:cubicBezTo>
                    <a:pt x="150605" y="57394"/>
                    <a:pt x="150605" y="60095"/>
                    <a:pt x="150605" y="62878"/>
                  </a:cubicBezTo>
                  <a:cubicBezTo>
                    <a:pt x="151341" y="62878"/>
                    <a:pt x="152078" y="62878"/>
                    <a:pt x="152837" y="62878"/>
                  </a:cubicBezTo>
                  <a:cubicBezTo>
                    <a:pt x="153083" y="66562"/>
                    <a:pt x="153328" y="70245"/>
                    <a:pt x="153581" y="74040"/>
                  </a:cubicBezTo>
                  <a:cubicBezTo>
                    <a:pt x="154318" y="74040"/>
                    <a:pt x="155055" y="74040"/>
                    <a:pt x="155814" y="74040"/>
                  </a:cubicBezTo>
                  <a:cubicBezTo>
                    <a:pt x="156059" y="79443"/>
                    <a:pt x="156305" y="84845"/>
                    <a:pt x="156558" y="90411"/>
                  </a:cubicBezTo>
                  <a:cubicBezTo>
                    <a:pt x="157294" y="90411"/>
                    <a:pt x="158031" y="90411"/>
                    <a:pt x="158790" y="90411"/>
                  </a:cubicBezTo>
                  <a:cubicBezTo>
                    <a:pt x="158790" y="107601"/>
                    <a:pt x="158790" y="124791"/>
                    <a:pt x="158790" y="142501"/>
                  </a:cubicBezTo>
                  <a:cubicBezTo>
                    <a:pt x="158053" y="142501"/>
                    <a:pt x="157317" y="142501"/>
                    <a:pt x="156558" y="142501"/>
                  </a:cubicBezTo>
                  <a:cubicBezTo>
                    <a:pt x="156312" y="148395"/>
                    <a:pt x="156067" y="154288"/>
                    <a:pt x="155814" y="160361"/>
                  </a:cubicBezTo>
                  <a:cubicBezTo>
                    <a:pt x="155322" y="160361"/>
                    <a:pt x="154831" y="160361"/>
                    <a:pt x="154325" y="160361"/>
                  </a:cubicBezTo>
                  <a:cubicBezTo>
                    <a:pt x="153579" y="162599"/>
                    <a:pt x="153356" y="164482"/>
                    <a:pt x="153163" y="166825"/>
                  </a:cubicBezTo>
                  <a:cubicBezTo>
                    <a:pt x="153100" y="167565"/>
                    <a:pt x="153038" y="168304"/>
                    <a:pt x="152974" y="169066"/>
                  </a:cubicBezTo>
                  <a:cubicBezTo>
                    <a:pt x="152929" y="169631"/>
                    <a:pt x="152883" y="170196"/>
                    <a:pt x="152837" y="170779"/>
                  </a:cubicBezTo>
                  <a:cubicBezTo>
                    <a:pt x="152100" y="170779"/>
                    <a:pt x="151364" y="170779"/>
                    <a:pt x="150605" y="170779"/>
                  </a:cubicBezTo>
                  <a:cubicBezTo>
                    <a:pt x="150630" y="171415"/>
                    <a:pt x="150656" y="172050"/>
                    <a:pt x="150683" y="172706"/>
                  </a:cubicBezTo>
                  <a:cubicBezTo>
                    <a:pt x="150703" y="173528"/>
                    <a:pt x="150723" y="174350"/>
                    <a:pt x="150744" y="175197"/>
                  </a:cubicBezTo>
                  <a:cubicBezTo>
                    <a:pt x="150770" y="176017"/>
                    <a:pt x="150796" y="176837"/>
                    <a:pt x="150823" y="177682"/>
                  </a:cubicBezTo>
                  <a:cubicBezTo>
                    <a:pt x="150751" y="178351"/>
                    <a:pt x="150679" y="179019"/>
                    <a:pt x="150605" y="179708"/>
                  </a:cubicBezTo>
                  <a:cubicBezTo>
                    <a:pt x="149868" y="179954"/>
                    <a:pt x="149131" y="180199"/>
                    <a:pt x="148372" y="180452"/>
                  </a:cubicBezTo>
                  <a:cubicBezTo>
                    <a:pt x="148020" y="182008"/>
                    <a:pt x="148020" y="182008"/>
                    <a:pt x="148000" y="183801"/>
                  </a:cubicBezTo>
                  <a:cubicBezTo>
                    <a:pt x="147930" y="185638"/>
                    <a:pt x="147930" y="185638"/>
                    <a:pt x="147628" y="187150"/>
                  </a:cubicBezTo>
                  <a:cubicBezTo>
                    <a:pt x="146891" y="187395"/>
                    <a:pt x="146155" y="187641"/>
                    <a:pt x="145396" y="187894"/>
                  </a:cubicBezTo>
                  <a:cubicBezTo>
                    <a:pt x="144960" y="189297"/>
                    <a:pt x="144960" y="189297"/>
                    <a:pt x="144884" y="190917"/>
                  </a:cubicBezTo>
                  <a:cubicBezTo>
                    <a:pt x="144769" y="192367"/>
                    <a:pt x="144769" y="192367"/>
                    <a:pt x="144651" y="193847"/>
                  </a:cubicBezTo>
                  <a:cubicBezTo>
                    <a:pt x="143915" y="193847"/>
                    <a:pt x="143178" y="193847"/>
                    <a:pt x="142419" y="193847"/>
                  </a:cubicBezTo>
                  <a:cubicBezTo>
                    <a:pt x="142173" y="195320"/>
                    <a:pt x="141928" y="196794"/>
                    <a:pt x="141675" y="198312"/>
                  </a:cubicBezTo>
                  <a:cubicBezTo>
                    <a:pt x="140938" y="198312"/>
                    <a:pt x="140201" y="198312"/>
                    <a:pt x="139442" y="198312"/>
                  </a:cubicBezTo>
                  <a:cubicBezTo>
                    <a:pt x="139489" y="198910"/>
                    <a:pt x="139535" y="199509"/>
                    <a:pt x="139582" y="200126"/>
                  </a:cubicBezTo>
                  <a:cubicBezTo>
                    <a:pt x="139536" y="200755"/>
                    <a:pt x="139490" y="201384"/>
                    <a:pt x="139442" y="202032"/>
                  </a:cubicBezTo>
                  <a:cubicBezTo>
                    <a:pt x="138706" y="202278"/>
                    <a:pt x="137969" y="202524"/>
                    <a:pt x="137210" y="202777"/>
                  </a:cubicBezTo>
                  <a:cubicBezTo>
                    <a:pt x="136957" y="204264"/>
                    <a:pt x="136709" y="205752"/>
                    <a:pt x="136466" y="207241"/>
                  </a:cubicBezTo>
                  <a:cubicBezTo>
                    <a:pt x="135729" y="207733"/>
                    <a:pt x="134993" y="208224"/>
                    <a:pt x="134233" y="208730"/>
                  </a:cubicBezTo>
                  <a:cubicBezTo>
                    <a:pt x="133988" y="209466"/>
                    <a:pt x="133742" y="210203"/>
                    <a:pt x="133489" y="210962"/>
                  </a:cubicBezTo>
                  <a:cubicBezTo>
                    <a:pt x="132753" y="211453"/>
                    <a:pt x="132016" y="211944"/>
                    <a:pt x="131257" y="212450"/>
                  </a:cubicBezTo>
                  <a:cubicBezTo>
                    <a:pt x="131011" y="213187"/>
                    <a:pt x="130766" y="213924"/>
                    <a:pt x="130513" y="214683"/>
                  </a:cubicBezTo>
                  <a:cubicBezTo>
                    <a:pt x="128411" y="217012"/>
                    <a:pt x="126590" y="218504"/>
                    <a:pt x="123816" y="219892"/>
                  </a:cubicBezTo>
                  <a:cubicBezTo>
                    <a:pt x="123570" y="220628"/>
                    <a:pt x="123324" y="221365"/>
                    <a:pt x="123071" y="222124"/>
                  </a:cubicBezTo>
                  <a:cubicBezTo>
                    <a:pt x="122580" y="222232"/>
                    <a:pt x="122089" y="222339"/>
                    <a:pt x="121583" y="222450"/>
                  </a:cubicBezTo>
                  <a:cubicBezTo>
                    <a:pt x="121092" y="222588"/>
                    <a:pt x="120601" y="222726"/>
                    <a:pt x="120095" y="222868"/>
                  </a:cubicBezTo>
                  <a:cubicBezTo>
                    <a:pt x="119980" y="223628"/>
                    <a:pt x="119980" y="223628"/>
                    <a:pt x="119862" y="224403"/>
                  </a:cubicBezTo>
                  <a:cubicBezTo>
                    <a:pt x="119693" y="224879"/>
                    <a:pt x="119525" y="225355"/>
                    <a:pt x="119351" y="225845"/>
                  </a:cubicBezTo>
                  <a:cubicBezTo>
                    <a:pt x="116700" y="226031"/>
                    <a:pt x="116700" y="226031"/>
                    <a:pt x="114142" y="225845"/>
                  </a:cubicBezTo>
                  <a:cubicBezTo>
                    <a:pt x="114142" y="226827"/>
                    <a:pt x="114142" y="227809"/>
                    <a:pt x="114142" y="228821"/>
                  </a:cubicBezTo>
                  <a:cubicBezTo>
                    <a:pt x="113613" y="228841"/>
                    <a:pt x="113085" y="228860"/>
                    <a:pt x="112540" y="228880"/>
                  </a:cubicBezTo>
                  <a:cubicBezTo>
                    <a:pt x="111856" y="228922"/>
                    <a:pt x="111172" y="228964"/>
                    <a:pt x="110467" y="229008"/>
                  </a:cubicBezTo>
                  <a:cubicBezTo>
                    <a:pt x="109785" y="229042"/>
                    <a:pt x="109103" y="229077"/>
                    <a:pt x="108401" y="229112"/>
                  </a:cubicBezTo>
                  <a:cubicBezTo>
                    <a:pt x="107840" y="229262"/>
                    <a:pt x="107278" y="229411"/>
                    <a:pt x="106700" y="229566"/>
                  </a:cubicBezTo>
                  <a:cubicBezTo>
                    <a:pt x="106607" y="230060"/>
                    <a:pt x="106514" y="230554"/>
                    <a:pt x="106418" y="231063"/>
                  </a:cubicBezTo>
                  <a:cubicBezTo>
                    <a:pt x="106190" y="231795"/>
                    <a:pt x="106190" y="231795"/>
                    <a:pt x="105956" y="232542"/>
                  </a:cubicBezTo>
                  <a:cubicBezTo>
                    <a:pt x="103631" y="232917"/>
                    <a:pt x="103631" y="232917"/>
                    <a:pt x="100747" y="232961"/>
                  </a:cubicBezTo>
                  <a:cubicBezTo>
                    <a:pt x="97951" y="232960"/>
                    <a:pt x="97951" y="232960"/>
                    <a:pt x="95538" y="233286"/>
                  </a:cubicBezTo>
                  <a:cubicBezTo>
                    <a:pt x="95293" y="234023"/>
                    <a:pt x="95047" y="234760"/>
                    <a:pt x="94794" y="235519"/>
                  </a:cubicBezTo>
                  <a:cubicBezTo>
                    <a:pt x="93234" y="235896"/>
                    <a:pt x="93234" y="235896"/>
                    <a:pt x="91193" y="236024"/>
                  </a:cubicBezTo>
                  <a:cubicBezTo>
                    <a:pt x="90448" y="236072"/>
                    <a:pt x="89703" y="236120"/>
                    <a:pt x="88936" y="236169"/>
                  </a:cubicBezTo>
                  <a:cubicBezTo>
                    <a:pt x="85287" y="236316"/>
                    <a:pt x="81647" y="236366"/>
                    <a:pt x="77996" y="236359"/>
                  </a:cubicBezTo>
                  <a:cubicBezTo>
                    <a:pt x="76769" y="236361"/>
                    <a:pt x="76769" y="236361"/>
                    <a:pt x="75518" y="236363"/>
                  </a:cubicBezTo>
                  <a:cubicBezTo>
                    <a:pt x="72843" y="236366"/>
                    <a:pt x="70168" y="236364"/>
                    <a:pt x="67493" y="236362"/>
                  </a:cubicBezTo>
                  <a:cubicBezTo>
                    <a:pt x="65625" y="236362"/>
                    <a:pt x="63757" y="236363"/>
                    <a:pt x="61889" y="236364"/>
                  </a:cubicBezTo>
                  <a:cubicBezTo>
                    <a:pt x="57490" y="236365"/>
                    <a:pt x="53092" y="236363"/>
                    <a:pt x="48694" y="236359"/>
                  </a:cubicBezTo>
                  <a:cubicBezTo>
                    <a:pt x="44684" y="236355"/>
                    <a:pt x="40675" y="236358"/>
                    <a:pt x="36665" y="236361"/>
                  </a:cubicBezTo>
                  <a:cubicBezTo>
                    <a:pt x="32317" y="236365"/>
                    <a:pt x="27968" y="236365"/>
                    <a:pt x="23619" y="236362"/>
                  </a:cubicBezTo>
                  <a:cubicBezTo>
                    <a:pt x="21772" y="236362"/>
                    <a:pt x="19926" y="236363"/>
                    <a:pt x="18079" y="236364"/>
                  </a:cubicBezTo>
                  <a:cubicBezTo>
                    <a:pt x="15507" y="236366"/>
                    <a:pt x="12935" y="236363"/>
                    <a:pt x="10363" y="236359"/>
                  </a:cubicBezTo>
                  <a:cubicBezTo>
                    <a:pt x="9215" y="236361"/>
                    <a:pt x="9215" y="236361"/>
                    <a:pt x="8044" y="236364"/>
                  </a:cubicBezTo>
                  <a:cubicBezTo>
                    <a:pt x="7345" y="236362"/>
                    <a:pt x="6646" y="236360"/>
                    <a:pt x="5926" y="236357"/>
                  </a:cubicBezTo>
                  <a:cubicBezTo>
                    <a:pt x="5319" y="236357"/>
                    <a:pt x="4711" y="236357"/>
                    <a:pt x="4086" y="236357"/>
                  </a:cubicBezTo>
                  <a:cubicBezTo>
                    <a:pt x="2521" y="236263"/>
                    <a:pt x="2521" y="236263"/>
                    <a:pt x="288" y="235519"/>
                  </a:cubicBezTo>
                  <a:cubicBezTo>
                    <a:pt x="11" y="233919"/>
                    <a:pt x="11" y="233919"/>
                    <a:pt x="13" y="231755"/>
                  </a:cubicBezTo>
                  <a:cubicBezTo>
                    <a:pt x="9" y="230934"/>
                    <a:pt x="5" y="230114"/>
                    <a:pt x="0" y="229268"/>
                  </a:cubicBezTo>
                  <a:cubicBezTo>
                    <a:pt x="7" y="228355"/>
                    <a:pt x="13" y="227443"/>
                    <a:pt x="20" y="226502"/>
                  </a:cubicBezTo>
                  <a:cubicBezTo>
                    <a:pt x="18" y="225541"/>
                    <a:pt x="16" y="224580"/>
                    <a:pt x="14" y="223590"/>
                  </a:cubicBezTo>
                  <a:cubicBezTo>
                    <a:pt x="9" y="220911"/>
                    <a:pt x="18" y="218232"/>
                    <a:pt x="29" y="215552"/>
                  </a:cubicBezTo>
                  <a:cubicBezTo>
                    <a:pt x="39" y="212667"/>
                    <a:pt x="35" y="209783"/>
                    <a:pt x="34" y="206898"/>
                  </a:cubicBezTo>
                  <a:cubicBezTo>
                    <a:pt x="33" y="201896"/>
                    <a:pt x="40" y="196894"/>
                    <a:pt x="52" y="191892"/>
                  </a:cubicBezTo>
                  <a:cubicBezTo>
                    <a:pt x="70" y="184659"/>
                    <a:pt x="76" y="177427"/>
                    <a:pt x="79" y="170195"/>
                  </a:cubicBezTo>
                  <a:cubicBezTo>
                    <a:pt x="84" y="158462"/>
                    <a:pt x="99" y="146729"/>
                    <a:pt x="120" y="134996"/>
                  </a:cubicBezTo>
                  <a:cubicBezTo>
                    <a:pt x="140" y="123596"/>
                    <a:pt x="156" y="112196"/>
                    <a:pt x="166" y="100796"/>
                  </a:cubicBezTo>
                  <a:cubicBezTo>
                    <a:pt x="166" y="100094"/>
                    <a:pt x="167" y="99391"/>
                    <a:pt x="167" y="98668"/>
                  </a:cubicBezTo>
                  <a:cubicBezTo>
                    <a:pt x="170" y="95145"/>
                    <a:pt x="173" y="91623"/>
                    <a:pt x="176" y="88100"/>
                  </a:cubicBezTo>
                  <a:cubicBezTo>
                    <a:pt x="199" y="58857"/>
                    <a:pt x="238" y="29614"/>
                    <a:pt x="288" y="370"/>
                  </a:cubicBezTo>
                  <a:cubicBezTo>
                    <a:pt x="12985" y="301"/>
                    <a:pt x="25683" y="248"/>
                    <a:pt x="38380" y="216"/>
                  </a:cubicBezTo>
                  <a:cubicBezTo>
                    <a:pt x="44275" y="201"/>
                    <a:pt x="50170" y="180"/>
                    <a:pt x="56065" y="146"/>
                  </a:cubicBezTo>
                  <a:cubicBezTo>
                    <a:pt x="61202" y="116"/>
                    <a:pt x="66338" y="97"/>
                    <a:pt x="71475" y="90"/>
                  </a:cubicBezTo>
                  <a:cubicBezTo>
                    <a:pt x="74196" y="86"/>
                    <a:pt x="76917" y="77"/>
                    <a:pt x="79639" y="56"/>
                  </a:cubicBezTo>
                  <a:cubicBezTo>
                    <a:pt x="82672" y="32"/>
                    <a:pt x="85704" y="31"/>
                    <a:pt x="88738" y="32"/>
                  </a:cubicBezTo>
                  <a:cubicBezTo>
                    <a:pt x="89646" y="22"/>
                    <a:pt x="90555" y="11"/>
                    <a:pt x="91492" y="0"/>
                  </a:cubicBezTo>
                  <a:close/>
                </a:path>
              </a:pathLst>
            </a:custGeom>
            <a:grpFill/>
            <a:ln w="744" cap="flat">
              <a:noFill/>
              <a:prstDash val="solid"/>
              <a:miter/>
            </a:ln>
          </p:spPr>
          <p:txBody>
            <a:bodyPr rtlCol="0" anchor="ctr"/>
            <a:lstStyle/>
            <a:p>
              <a:endParaRPr lang="zh-CN" altLang="en-US"/>
            </a:p>
          </p:txBody>
        </p:sp>
        <p:sp>
          <p:nvSpPr>
            <p:cNvPr id="115" name="任意多边形: 形状 114"/>
            <p:cNvSpPr/>
            <p:nvPr/>
          </p:nvSpPr>
          <p:spPr>
            <a:xfrm>
              <a:off x="5893690" y="1394069"/>
              <a:ext cx="145300" cy="236364"/>
            </a:xfrm>
            <a:custGeom>
              <a:avLst/>
              <a:gdLst>
                <a:gd name="connsiteX0" fmla="*/ 80648 w 145300"/>
                <a:gd name="connsiteY0" fmla="*/ 129667 h 236364"/>
                <a:gd name="connsiteX1" fmla="*/ 77689 w 145300"/>
                <a:gd name="connsiteY1" fmla="*/ 129687 h 236364"/>
                <a:gd name="connsiteX2" fmla="*/ 72499 w 145300"/>
                <a:gd name="connsiteY2" fmla="*/ 129711 h 236364"/>
                <a:gd name="connsiteX3" fmla="*/ 69065 w 145300"/>
                <a:gd name="connsiteY3" fmla="*/ 129741 h 236364"/>
                <a:gd name="connsiteX4" fmla="*/ 63940 w 145300"/>
                <a:gd name="connsiteY4" fmla="*/ 129757 h 236364"/>
                <a:gd name="connsiteX5" fmla="*/ 55249 w 145300"/>
                <a:gd name="connsiteY5" fmla="*/ 129839 h 236364"/>
                <a:gd name="connsiteX6" fmla="*/ 27762 w 145300"/>
                <a:gd name="connsiteY6" fmla="*/ 130025 h 236364"/>
                <a:gd name="connsiteX7" fmla="*/ 27762 w 145300"/>
                <a:gd name="connsiteY7" fmla="*/ 205927 h 236364"/>
                <a:gd name="connsiteX8" fmla="*/ 56737 w 145300"/>
                <a:gd name="connsiteY8" fmla="*/ 205741 h 236364"/>
                <a:gd name="connsiteX9" fmla="*/ 69580 w 145300"/>
                <a:gd name="connsiteY9" fmla="*/ 205672 h 236364"/>
                <a:gd name="connsiteX10" fmla="*/ 73035 w 145300"/>
                <a:gd name="connsiteY10" fmla="*/ 205637 h 236364"/>
                <a:gd name="connsiteX11" fmla="*/ 78649 w 145300"/>
                <a:gd name="connsiteY11" fmla="*/ 205613 h 236364"/>
                <a:gd name="connsiteX12" fmla="*/ 80392 w 145300"/>
                <a:gd name="connsiteY12" fmla="*/ 205589 h 236364"/>
                <a:gd name="connsiteX13" fmla="*/ 85805 w 145300"/>
                <a:gd name="connsiteY13" fmla="*/ 205183 h 236364"/>
                <a:gd name="connsiteX14" fmla="*/ 86380 w 145300"/>
                <a:gd name="connsiteY14" fmla="*/ 203679 h 236364"/>
                <a:gd name="connsiteX15" fmla="*/ 86549 w 145300"/>
                <a:gd name="connsiteY15" fmla="*/ 202207 h 236364"/>
                <a:gd name="connsiteX16" fmla="*/ 91386 w 145300"/>
                <a:gd name="connsiteY16" fmla="*/ 202253 h 236364"/>
                <a:gd name="connsiteX17" fmla="*/ 96223 w 145300"/>
                <a:gd name="connsiteY17" fmla="*/ 202207 h 236364"/>
                <a:gd name="connsiteX18" fmla="*/ 96735 w 145300"/>
                <a:gd name="connsiteY18" fmla="*/ 200346 h 236364"/>
                <a:gd name="connsiteX19" fmla="*/ 96967 w 145300"/>
                <a:gd name="connsiteY19" fmla="*/ 198486 h 236364"/>
                <a:gd name="connsiteX20" fmla="*/ 99572 w 145300"/>
                <a:gd name="connsiteY20" fmla="*/ 198439 h 236364"/>
                <a:gd name="connsiteX21" fmla="*/ 102176 w 145300"/>
                <a:gd name="connsiteY21" fmla="*/ 198486 h 236364"/>
                <a:gd name="connsiteX22" fmla="*/ 102688 w 145300"/>
                <a:gd name="connsiteY22" fmla="*/ 197044 h 236364"/>
                <a:gd name="connsiteX23" fmla="*/ 102920 w 145300"/>
                <a:gd name="connsiteY23" fmla="*/ 195509 h 236364"/>
                <a:gd name="connsiteX24" fmla="*/ 104362 w 145300"/>
                <a:gd name="connsiteY24" fmla="*/ 195137 h 236364"/>
                <a:gd name="connsiteX25" fmla="*/ 105897 w 145300"/>
                <a:gd name="connsiteY25" fmla="*/ 194765 h 236364"/>
                <a:gd name="connsiteX26" fmla="*/ 106641 w 145300"/>
                <a:gd name="connsiteY26" fmla="*/ 193509 h 236364"/>
                <a:gd name="connsiteX27" fmla="*/ 107385 w 145300"/>
                <a:gd name="connsiteY27" fmla="*/ 191789 h 236364"/>
                <a:gd name="connsiteX28" fmla="*/ 110176 w 145300"/>
                <a:gd name="connsiteY28" fmla="*/ 185556 h 236364"/>
                <a:gd name="connsiteX29" fmla="*/ 109617 w 145300"/>
                <a:gd name="connsiteY29" fmla="*/ 184347 h 236364"/>
                <a:gd name="connsiteX30" fmla="*/ 111850 w 145300"/>
                <a:gd name="connsiteY30" fmla="*/ 184347 h 236364"/>
                <a:gd name="connsiteX31" fmla="*/ 112736 w 145300"/>
                <a:gd name="connsiteY31" fmla="*/ 178096 h 236364"/>
                <a:gd name="connsiteX32" fmla="*/ 112745 w 145300"/>
                <a:gd name="connsiteY32" fmla="*/ 176118 h 236364"/>
                <a:gd name="connsiteX33" fmla="*/ 112768 w 145300"/>
                <a:gd name="connsiteY33" fmla="*/ 171992 h 236364"/>
                <a:gd name="connsiteX34" fmla="*/ 112803 w 145300"/>
                <a:gd name="connsiteY34" fmla="*/ 165471 h 236364"/>
                <a:gd name="connsiteX35" fmla="*/ 112834 w 145300"/>
                <a:gd name="connsiteY35" fmla="*/ 161221 h 236364"/>
                <a:gd name="connsiteX36" fmla="*/ 112838 w 145300"/>
                <a:gd name="connsiteY36" fmla="*/ 159189 h 236364"/>
                <a:gd name="connsiteX37" fmla="*/ 112866 w 145300"/>
                <a:gd name="connsiteY37" fmla="*/ 157216 h 236364"/>
                <a:gd name="connsiteX38" fmla="*/ 112859 w 145300"/>
                <a:gd name="connsiteY38" fmla="*/ 155380 h 236364"/>
                <a:gd name="connsiteX39" fmla="*/ 111461 w 145300"/>
                <a:gd name="connsiteY39" fmla="*/ 151183 h 236364"/>
                <a:gd name="connsiteX40" fmla="*/ 110362 w 145300"/>
                <a:gd name="connsiteY40" fmla="*/ 150117 h 236364"/>
                <a:gd name="connsiteX41" fmla="*/ 109431 w 145300"/>
                <a:gd name="connsiteY41" fmla="*/ 146954 h 236364"/>
                <a:gd name="connsiteX42" fmla="*/ 108129 w 145300"/>
                <a:gd name="connsiteY42" fmla="*/ 145652 h 236364"/>
                <a:gd name="connsiteX43" fmla="*/ 103385 w 145300"/>
                <a:gd name="connsiteY43" fmla="*/ 138257 h 236364"/>
                <a:gd name="connsiteX44" fmla="*/ 98967 w 145300"/>
                <a:gd name="connsiteY44" fmla="*/ 136490 h 236364"/>
                <a:gd name="connsiteX45" fmla="*/ 96967 w 145300"/>
                <a:gd name="connsiteY45" fmla="*/ 136722 h 236364"/>
                <a:gd name="connsiteX46" fmla="*/ 96967 w 145300"/>
                <a:gd name="connsiteY46" fmla="*/ 133746 h 236364"/>
                <a:gd name="connsiteX47" fmla="*/ 92242 w 145300"/>
                <a:gd name="connsiteY47" fmla="*/ 133626 h 236364"/>
                <a:gd name="connsiteX48" fmla="*/ 90316 w 145300"/>
                <a:gd name="connsiteY48" fmla="*/ 133560 h 236364"/>
                <a:gd name="connsiteX49" fmla="*/ 88399 w 145300"/>
                <a:gd name="connsiteY49" fmla="*/ 133528 h 236364"/>
                <a:gd name="connsiteX50" fmla="*/ 86575 w 145300"/>
                <a:gd name="connsiteY50" fmla="*/ 133455 h 236364"/>
                <a:gd name="connsiteX51" fmla="*/ 83573 w 145300"/>
                <a:gd name="connsiteY51" fmla="*/ 133002 h 236364"/>
                <a:gd name="connsiteX52" fmla="*/ 82828 w 145300"/>
                <a:gd name="connsiteY52" fmla="*/ 130025 h 236364"/>
                <a:gd name="connsiteX53" fmla="*/ 80648 w 145300"/>
                <a:gd name="connsiteY53" fmla="*/ 129667 h 236364"/>
                <a:gd name="connsiteX54" fmla="*/ 76980 w 145300"/>
                <a:gd name="connsiteY54" fmla="*/ 30564 h 236364"/>
                <a:gd name="connsiteX55" fmla="*/ 74226 w 145300"/>
                <a:gd name="connsiteY55" fmla="*/ 30584 h 236364"/>
                <a:gd name="connsiteX56" fmla="*/ 69393 w 145300"/>
                <a:gd name="connsiteY56" fmla="*/ 30608 h 236364"/>
                <a:gd name="connsiteX57" fmla="*/ 66199 w 145300"/>
                <a:gd name="connsiteY57" fmla="*/ 30638 h 236364"/>
                <a:gd name="connsiteX58" fmla="*/ 61425 w 145300"/>
                <a:gd name="connsiteY58" fmla="*/ 30654 h 236364"/>
                <a:gd name="connsiteX59" fmla="*/ 53343 w 145300"/>
                <a:gd name="connsiteY59" fmla="*/ 30736 h 236364"/>
                <a:gd name="connsiteX60" fmla="*/ 27763 w 145300"/>
                <a:gd name="connsiteY60" fmla="*/ 30922 h 236364"/>
                <a:gd name="connsiteX61" fmla="*/ 27763 w 145300"/>
                <a:gd name="connsiteY61" fmla="*/ 99383 h 236364"/>
                <a:gd name="connsiteX62" fmla="*/ 53761 w 145300"/>
                <a:gd name="connsiteY62" fmla="*/ 99615 h 236364"/>
                <a:gd name="connsiteX63" fmla="*/ 65285 w 145300"/>
                <a:gd name="connsiteY63" fmla="*/ 99735 h 236364"/>
                <a:gd name="connsiteX64" fmla="*/ 68386 w 145300"/>
                <a:gd name="connsiteY64" fmla="*/ 99746 h 236364"/>
                <a:gd name="connsiteX65" fmla="*/ 73422 w 145300"/>
                <a:gd name="connsiteY65" fmla="*/ 99807 h 236364"/>
                <a:gd name="connsiteX66" fmla="*/ 74987 w 145300"/>
                <a:gd name="connsiteY66" fmla="*/ 99805 h 236364"/>
                <a:gd name="connsiteX67" fmla="*/ 79853 w 145300"/>
                <a:gd name="connsiteY67" fmla="*/ 99383 h 236364"/>
                <a:gd name="connsiteX68" fmla="*/ 80374 w 145300"/>
                <a:gd name="connsiteY68" fmla="*/ 97514 h 236364"/>
                <a:gd name="connsiteX69" fmla="*/ 80597 w 145300"/>
                <a:gd name="connsiteY69" fmla="*/ 95662 h 236364"/>
                <a:gd name="connsiteX70" fmla="*/ 84594 w 145300"/>
                <a:gd name="connsiteY70" fmla="*/ 95444 h 236364"/>
                <a:gd name="connsiteX71" fmla="*/ 91759 w 145300"/>
                <a:gd name="connsiteY71" fmla="*/ 95662 h 236364"/>
                <a:gd name="connsiteX72" fmla="*/ 92503 w 145300"/>
                <a:gd name="connsiteY72" fmla="*/ 93430 h 236364"/>
                <a:gd name="connsiteX73" fmla="*/ 97811 w 145300"/>
                <a:gd name="connsiteY73" fmla="*/ 91064 h 236364"/>
                <a:gd name="connsiteX74" fmla="*/ 102177 w 145300"/>
                <a:gd name="connsiteY74" fmla="*/ 85244 h 236364"/>
                <a:gd name="connsiteX75" fmla="*/ 104627 w 145300"/>
                <a:gd name="connsiteY75" fmla="*/ 80840 h 236364"/>
                <a:gd name="connsiteX76" fmla="*/ 104549 w 145300"/>
                <a:gd name="connsiteY76" fmla="*/ 78407 h 236364"/>
                <a:gd name="connsiteX77" fmla="*/ 104488 w 145300"/>
                <a:gd name="connsiteY77" fmla="*/ 75957 h 236364"/>
                <a:gd name="connsiteX78" fmla="*/ 104409 w 145300"/>
                <a:gd name="connsiteY78" fmla="*/ 74082 h 236364"/>
                <a:gd name="connsiteX79" fmla="*/ 105898 w 145300"/>
                <a:gd name="connsiteY79" fmla="*/ 74082 h 236364"/>
                <a:gd name="connsiteX80" fmla="*/ 107567 w 145300"/>
                <a:gd name="connsiteY80" fmla="*/ 70402 h 236364"/>
                <a:gd name="connsiteX81" fmla="*/ 107558 w 145300"/>
                <a:gd name="connsiteY81" fmla="*/ 68780 h 236364"/>
                <a:gd name="connsiteX82" fmla="*/ 107553 w 145300"/>
                <a:gd name="connsiteY82" fmla="*/ 67001 h 236364"/>
                <a:gd name="connsiteX83" fmla="*/ 107526 w 145300"/>
                <a:gd name="connsiteY83" fmla="*/ 65152 h 236364"/>
                <a:gd name="connsiteX84" fmla="*/ 106642 w 145300"/>
                <a:gd name="connsiteY84" fmla="*/ 56223 h 236364"/>
                <a:gd name="connsiteX85" fmla="*/ 104409 w 145300"/>
                <a:gd name="connsiteY85" fmla="*/ 56223 h 236364"/>
                <a:gd name="connsiteX86" fmla="*/ 104436 w 145300"/>
                <a:gd name="connsiteY86" fmla="*/ 54647 h 236364"/>
                <a:gd name="connsiteX87" fmla="*/ 104456 w 145300"/>
                <a:gd name="connsiteY87" fmla="*/ 52595 h 236364"/>
                <a:gd name="connsiteX88" fmla="*/ 103665 w 145300"/>
                <a:gd name="connsiteY88" fmla="*/ 47293 h 236364"/>
                <a:gd name="connsiteX89" fmla="*/ 102177 w 145300"/>
                <a:gd name="connsiteY89" fmla="*/ 47293 h 236364"/>
                <a:gd name="connsiteX90" fmla="*/ 101006 w 145300"/>
                <a:gd name="connsiteY90" fmla="*/ 43215 h 236364"/>
                <a:gd name="connsiteX91" fmla="*/ 99433 w 145300"/>
                <a:gd name="connsiteY91" fmla="*/ 41200 h 236364"/>
                <a:gd name="connsiteX92" fmla="*/ 97890 w 145300"/>
                <a:gd name="connsiteY92" fmla="*/ 39169 h 236364"/>
                <a:gd name="connsiteX93" fmla="*/ 94163 w 145300"/>
                <a:gd name="connsiteY93" fmla="*/ 37395 h 236364"/>
                <a:gd name="connsiteX94" fmla="*/ 92503 w 145300"/>
                <a:gd name="connsiteY94" fmla="*/ 37619 h 236364"/>
                <a:gd name="connsiteX95" fmla="*/ 92503 w 145300"/>
                <a:gd name="connsiteY95" fmla="*/ 35387 h 236364"/>
                <a:gd name="connsiteX96" fmla="*/ 85387 w 145300"/>
                <a:gd name="connsiteY96" fmla="*/ 33992 h 236364"/>
                <a:gd name="connsiteX97" fmla="*/ 80597 w 145300"/>
                <a:gd name="connsiteY97" fmla="*/ 33899 h 236364"/>
                <a:gd name="connsiteX98" fmla="*/ 79109 w 145300"/>
                <a:gd name="connsiteY98" fmla="*/ 30922 h 236364"/>
                <a:gd name="connsiteX99" fmla="*/ 76980 w 145300"/>
                <a:gd name="connsiteY99" fmla="*/ 30564 h 236364"/>
                <a:gd name="connsiteX100" fmla="*/ 89305 w 145300"/>
                <a:gd name="connsiteY100" fmla="*/ 0 h 236364"/>
                <a:gd name="connsiteX101" fmla="*/ 91737 w 145300"/>
                <a:gd name="connsiteY101" fmla="*/ 12 h 236364"/>
                <a:gd name="connsiteX102" fmla="*/ 93863 w 145300"/>
                <a:gd name="connsiteY102" fmla="*/ 4 h 236364"/>
                <a:gd name="connsiteX103" fmla="*/ 95442 w 145300"/>
                <a:gd name="connsiteY103" fmla="*/ 370 h 236364"/>
                <a:gd name="connsiteX104" fmla="*/ 96186 w 145300"/>
                <a:gd name="connsiteY104" fmla="*/ 3347 h 236364"/>
                <a:gd name="connsiteX105" fmla="*/ 102462 w 145300"/>
                <a:gd name="connsiteY105" fmla="*/ 3161 h 236364"/>
                <a:gd name="connsiteX106" fmla="*/ 104372 w 145300"/>
                <a:gd name="connsiteY106" fmla="*/ 3347 h 236364"/>
                <a:gd name="connsiteX107" fmla="*/ 105860 w 145300"/>
                <a:gd name="connsiteY107" fmla="*/ 6323 h 236364"/>
                <a:gd name="connsiteX108" fmla="*/ 111069 w 145300"/>
                <a:gd name="connsiteY108" fmla="*/ 7068 h 236364"/>
                <a:gd name="connsiteX109" fmla="*/ 111069 w 145300"/>
                <a:gd name="connsiteY109" fmla="*/ 10044 h 236364"/>
                <a:gd name="connsiteX110" fmla="*/ 114790 w 145300"/>
                <a:gd name="connsiteY110" fmla="*/ 10788 h 236364"/>
                <a:gd name="connsiteX111" fmla="*/ 115534 w 145300"/>
                <a:gd name="connsiteY111" fmla="*/ 13765 h 236364"/>
                <a:gd name="connsiteX112" fmla="*/ 118510 w 145300"/>
                <a:gd name="connsiteY112" fmla="*/ 13765 h 236364"/>
                <a:gd name="connsiteX113" fmla="*/ 118510 w 145300"/>
                <a:gd name="connsiteY113" fmla="*/ 16741 h 236364"/>
                <a:gd name="connsiteX114" fmla="*/ 120743 w 145300"/>
                <a:gd name="connsiteY114" fmla="*/ 16741 h 236364"/>
                <a:gd name="connsiteX115" fmla="*/ 121487 w 145300"/>
                <a:gd name="connsiteY115" fmla="*/ 19718 h 236364"/>
                <a:gd name="connsiteX116" fmla="*/ 123719 w 145300"/>
                <a:gd name="connsiteY116" fmla="*/ 21206 h 236364"/>
                <a:gd name="connsiteX117" fmla="*/ 123719 w 145300"/>
                <a:gd name="connsiteY117" fmla="*/ 24183 h 236364"/>
                <a:gd name="connsiteX118" fmla="*/ 125952 w 145300"/>
                <a:gd name="connsiteY118" fmla="*/ 24183 h 236364"/>
                <a:gd name="connsiteX119" fmla="*/ 126696 w 145300"/>
                <a:gd name="connsiteY119" fmla="*/ 27904 h 236364"/>
                <a:gd name="connsiteX120" fmla="*/ 128928 w 145300"/>
                <a:gd name="connsiteY120" fmla="*/ 28648 h 236364"/>
                <a:gd name="connsiteX121" fmla="*/ 129673 w 145300"/>
                <a:gd name="connsiteY121" fmla="*/ 33857 h 236364"/>
                <a:gd name="connsiteX122" fmla="*/ 131905 w 145300"/>
                <a:gd name="connsiteY122" fmla="*/ 35345 h 236364"/>
                <a:gd name="connsiteX123" fmla="*/ 132045 w 145300"/>
                <a:gd name="connsiteY123" fmla="*/ 39159 h 236364"/>
                <a:gd name="connsiteX124" fmla="*/ 131983 w 145300"/>
                <a:gd name="connsiteY124" fmla="*/ 41211 h 236364"/>
                <a:gd name="connsiteX125" fmla="*/ 131905 w 145300"/>
                <a:gd name="connsiteY125" fmla="*/ 42786 h 236364"/>
                <a:gd name="connsiteX126" fmla="*/ 134137 w 145300"/>
                <a:gd name="connsiteY126" fmla="*/ 42786 h 236364"/>
                <a:gd name="connsiteX127" fmla="*/ 134260 w 145300"/>
                <a:gd name="connsiteY127" fmla="*/ 58560 h 236364"/>
                <a:gd name="connsiteX128" fmla="*/ 134306 w 145300"/>
                <a:gd name="connsiteY128" fmla="*/ 63928 h 236364"/>
                <a:gd name="connsiteX129" fmla="*/ 134355 w 145300"/>
                <a:gd name="connsiteY129" fmla="*/ 71636 h 236364"/>
                <a:gd name="connsiteX130" fmla="*/ 134390 w 145300"/>
                <a:gd name="connsiteY130" fmla="*/ 74068 h 236364"/>
                <a:gd name="connsiteX131" fmla="*/ 134391 w 145300"/>
                <a:gd name="connsiteY131" fmla="*/ 76324 h 236364"/>
                <a:gd name="connsiteX132" fmla="*/ 134406 w 145300"/>
                <a:gd name="connsiteY132" fmla="*/ 78312 h 236364"/>
                <a:gd name="connsiteX133" fmla="*/ 131905 w 145300"/>
                <a:gd name="connsiteY133" fmla="*/ 82226 h 236364"/>
                <a:gd name="connsiteX134" fmla="*/ 131952 w 145300"/>
                <a:gd name="connsiteY134" fmla="*/ 84923 h 236364"/>
                <a:gd name="connsiteX135" fmla="*/ 131905 w 145300"/>
                <a:gd name="connsiteY135" fmla="*/ 87435 h 236364"/>
                <a:gd name="connsiteX136" fmla="*/ 130417 w 145300"/>
                <a:gd name="connsiteY136" fmla="*/ 87760 h 236364"/>
                <a:gd name="connsiteX137" fmla="*/ 128928 w 145300"/>
                <a:gd name="connsiteY137" fmla="*/ 88179 h 236364"/>
                <a:gd name="connsiteX138" fmla="*/ 129042 w 145300"/>
                <a:gd name="connsiteY138" fmla="*/ 92783 h 236364"/>
                <a:gd name="connsiteX139" fmla="*/ 128928 w 145300"/>
                <a:gd name="connsiteY139" fmla="*/ 94132 h 236364"/>
                <a:gd name="connsiteX140" fmla="*/ 126696 w 145300"/>
                <a:gd name="connsiteY140" fmla="*/ 94876 h 236364"/>
                <a:gd name="connsiteX141" fmla="*/ 125208 w 145300"/>
                <a:gd name="connsiteY141" fmla="*/ 98597 h 236364"/>
                <a:gd name="connsiteX142" fmla="*/ 123719 w 145300"/>
                <a:gd name="connsiteY142" fmla="*/ 99341 h 236364"/>
                <a:gd name="connsiteX143" fmla="*/ 122975 w 145300"/>
                <a:gd name="connsiteY143" fmla="*/ 100829 h 236364"/>
                <a:gd name="connsiteX144" fmla="*/ 120743 w 145300"/>
                <a:gd name="connsiteY144" fmla="*/ 103062 h 236364"/>
                <a:gd name="connsiteX145" fmla="*/ 119999 w 145300"/>
                <a:gd name="connsiteY145" fmla="*/ 105294 h 236364"/>
                <a:gd name="connsiteX146" fmla="*/ 118557 w 145300"/>
                <a:gd name="connsiteY146" fmla="*/ 105992 h 236364"/>
                <a:gd name="connsiteX147" fmla="*/ 116278 w 145300"/>
                <a:gd name="connsiteY147" fmla="*/ 108410 h 236364"/>
                <a:gd name="connsiteX148" fmla="*/ 115534 w 145300"/>
                <a:gd name="connsiteY148" fmla="*/ 109759 h 236364"/>
                <a:gd name="connsiteX149" fmla="*/ 112557 w 145300"/>
                <a:gd name="connsiteY149" fmla="*/ 109015 h 236364"/>
                <a:gd name="connsiteX150" fmla="*/ 112557 w 145300"/>
                <a:gd name="connsiteY150" fmla="*/ 111247 h 236364"/>
                <a:gd name="connsiteX151" fmla="*/ 118371 w 145300"/>
                <a:gd name="connsiteY151" fmla="*/ 112125 h 236364"/>
                <a:gd name="connsiteX152" fmla="*/ 119999 w 145300"/>
                <a:gd name="connsiteY152" fmla="*/ 112736 h 236364"/>
                <a:gd name="connsiteX153" fmla="*/ 119999 w 145300"/>
                <a:gd name="connsiteY153" fmla="*/ 116456 h 236364"/>
                <a:gd name="connsiteX154" fmla="*/ 122557 w 145300"/>
                <a:gd name="connsiteY154" fmla="*/ 116270 h 236364"/>
                <a:gd name="connsiteX155" fmla="*/ 125208 w 145300"/>
                <a:gd name="connsiteY155" fmla="*/ 116456 h 236364"/>
                <a:gd name="connsiteX156" fmla="*/ 125952 w 145300"/>
                <a:gd name="connsiteY156" fmla="*/ 119433 h 236364"/>
                <a:gd name="connsiteX157" fmla="*/ 128184 w 145300"/>
                <a:gd name="connsiteY157" fmla="*/ 120177 h 236364"/>
                <a:gd name="connsiteX158" fmla="*/ 129673 w 145300"/>
                <a:gd name="connsiteY158" fmla="*/ 123154 h 236364"/>
                <a:gd name="connsiteX159" fmla="*/ 131161 w 145300"/>
                <a:gd name="connsiteY159" fmla="*/ 123898 h 236364"/>
                <a:gd name="connsiteX160" fmla="*/ 131161 w 145300"/>
                <a:gd name="connsiteY160" fmla="*/ 126874 h 236364"/>
                <a:gd name="connsiteX161" fmla="*/ 134137 w 145300"/>
                <a:gd name="connsiteY161" fmla="*/ 128363 h 236364"/>
                <a:gd name="connsiteX162" fmla="*/ 134137 w 145300"/>
                <a:gd name="connsiteY162" fmla="*/ 130595 h 236364"/>
                <a:gd name="connsiteX163" fmla="*/ 135579 w 145300"/>
                <a:gd name="connsiteY163" fmla="*/ 130781 h 236364"/>
                <a:gd name="connsiteX164" fmla="*/ 137114 w 145300"/>
                <a:gd name="connsiteY164" fmla="*/ 131339 h 236364"/>
                <a:gd name="connsiteX165" fmla="*/ 137858 w 145300"/>
                <a:gd name="connsiteY165" fmla="*/ 136548 h 236364"/>
                <a:gd name="connsiteX166" fmla="*/ 139346 w 145300"/>
                <a:gd name="connsiteY166" fmla="*/ 137292 h 236364"/>
                <a:gd name="connsiteX167" fmla="*/ 139812 w 145300"/>
                <a:gd name="connsiteY167" fmla="*/ 140687 h 236364"/>
                <a:gd name="connsiteX168" fmla="*/ 139980 w 145300"/>
                <a:gd name="connsiteY168" fmla="*/ 142551 h 236364"/>
                <a:gd name="connsiteX169" fmla="*/ 140091 w 145300"/>
                <a:gd name="connsiteY169" fmla="*/ 143989 h 236364"/>
                <a:gd name="connsiteX170" fmla="*/ 142323 w 145300"/>
                <a:gd name="connsiteY170" fmla="*/ 143989 h 236364"/>
                <a:gd name="connsiteX171" fmla="*/ 143067 w 145300"/>
                <a:gd name="connsiteY171" fmla="*/ 156640 h 236364"/>
                <a:gd name="connsiteX172" fmla="*/ 145300 w 145300"/>
                <a:gd name="connsiteY172" fmla="*/ 156640 h 236364"/>
                <a:gd name="connsiteX173" fmla="*/ 145300 w 145300"/>
                <a:gd name="connsiteY173" fmla="*/ 178964 h 236364"/>
                <a:gd name="connsiteX174" fmla="*/ 143811 w 145300"/>
                <a:gd name="connsiteY174" fmla="*/ 178964 h 236364"/>
                <a:gd name="connsiteX175" fmla="*/ 142605 w 145300"/>
                <a:gd name="connsiteY175" fmla="*/ 188571 h 236364"/>
                <a:gd name="connsiteX176" fmla="*/ 142323 w 145300"/>
                <a:gd name="connsiteY176" fmla="*/ 190870 h 236364"/>
                <a:gd name="connsiteX177" fmla="*/ 140835 w 145300"/>
                <a:gd name="connsiteY177" fmla="*/ 191614 h 236364"/>
                <a:gd name="connsiteX178" fmla="*/ 140419 w 145300"/>
                <a:gd name="connsiteY178" fmla="*/ 197309 h 236364"/>
                <a:gd name="connsiteX179" fmla="*/ 140091 w 145300"/>
                <a:gd name="connsiteY179" fmla="*/ 199056 h 236364"/>
                <a:gd name="connsiteX180" fmla="*/ 137858 w 145300"/>
                <a:gd name="connsiteY180" fmla="*/ 200544 h 236364"/>
                <a:gd name="connsiteX181" fmla="*/ 137114 w 145300"/>
                <a:gd name="connsiteY181" fmla="*/ 205753 h 236364"/>
                <a:gd name="connsiteX182" fmla="*/ 134882 w 145300"/>
                <a:gd name="connsiteY182" fmla="*/ 205753 h 236364"/>
                <a:gd name="connsiteX183" fmla="*/ 134649 w 145300"/>
                <a:gd name="connsiteY183" fmla="*/ 207893 h 236364"/>
                <a:gd name="connsiteX184" fmla="*/ 131905 w 145300"/>
                <a:gd name="connsiteY184" fmla="*/ 211706 h 236364"/>
                <a:gd name="connsiteX185" fmla="*/ 131533 w 145300"/>
                <a:gd name="connsiteY185" fmla="*/ 213288 h 236364"/>
                <a:gd name="connsiteX186" fmla="*/ 131161 w 145300"/>
                <a:gd name="connsiteY186" fmla="*/ 214683 h 236364"/>
                <a:gd name="connsiteX187" fmla="*/ 128928 w 145300"/>
                <a:gd name="connsiteY187" fmla="*/ 214683 h 236364"/>
                <a:gd name="connsiteX188" fmla="*/ 127440 w 145300"/>
                <a:gd name="connsiteY188" fmla="*/ 218404 h 236364"/>
                <a:gd name="connsiteX189" fmla="*/ 125952 w 145300"/>
                <a:gd name="connsiteY189" fmla="*/ 219148 h 236364"/>
                <a:gd name="connsiteX190" fmla="*/ 125301 w 145300"/>
                <a:gd name="connsiteY190" fmla="*/ 220589 h 236364"/>
                <a:gd name="connsiteX191" fmla="*/ 121487 w 145300"/>
                <a:gd name="connsiteY191" fmla="*/ 223613 h 236364"/>
                <a:gd name="connsiteX192" fmla="*/ 119999 w 145300"/>
                <a:gd name="connsiteY192" fmla="*/ 225845 h 236364"/>
                <a:gd name="connsiteX193" fmla="*/ 117022 w 145300"/>
                <a:gd name="connsiteY193" fmla="*/ 225845 h 236364"/>
                <a:gd name="connsiteX194" fmla="*/ 117022 w 145300"/>
                <a:gd name="connsiteY194" fmla="*/ 228821 h 236364"/>
                <a:gd name="connsiteX195" fmla="*/ 115421 w 145300"/>
                <a:gd name="connsiteY195" fmla="*/ 228880 h 236364"/>
                <a:gd name="connsiteX196" fmla="*/ 113348 w 145300"/>
                <a:gd name="connsiteY196" fmla="*/ 229008 h 236364"/>
                <a:gd name="connsiteX197" fmla="*/ 111281 w 145300"/>
                <a:gd name="connsiteY197" fmla="*/ 229112 h 236364"/>
                <a:gd name="connsiteX198" fmla="*/ 109581 w 145300"/>
                <a:gd name="connsiteY198" fmla="*/ 229566 h 236364"/>
                <a:gd name="connsiteX199" fmla="*/ 109276 w 145300"/>
                <a:gd name="connsiteY199" fmla="*/ 231063 h 236364"/>
                <a:gd name="connsiteX200" fmla="*/ 108837 w 145300"/>
                <a:gd name="connsiteY200" fmla="*/ 232542 h 236364"/>
                <a:gd name="connsiteX201" fmla="*/ 104000 w 145300"/>
                <a:gd name="connsiteY201" fmla="*/ 232961 h 236364"/>
                <a:gd name="connsiteX202" fmla="*/ 99163 w 145300"/>
                <a:gd name="connsiteY202" fmla="*/ 233286 h 236364"/>
                <a:gd name="connsiteX203" fmla="*/ 98419 w 145300"/>
                <a:gd name="connsiteY203" fmla="*/ 235519 h 236364"/>
                <a:gd name="connsiteX204" fmla="*/ 94844 w 145300"/>
                <a:gd name="connsiteY204" fmla="*/ 236024 h 236364"/>
                <a:gd name="connsiteX205" fmla="*/ 92586 w 145300"/>
                <a:gd name="connsiteY205" fmla="*/ 236169 h 236364"/>
                <a:gd name="connsiteX206" fmla="*/ 81199 w 145300"/>
                <a:gd name="connsiteY206" fmla="*/ 236359 h 236364"/>
                <a:gd name="connsiteX207" fmla="*/ 78585 w 145300"/>
                <a:gd name="connsiteY207" fmla="*/ 236363 h 236364"/>
                <a:gd name="connsiteX208" fmla="*/ 70115 w 145300"/>
                <a:gd name="connsiteY208" fmla="*/ 236362 h 236364"/>
                <a:gd name="connsiteX209" fmla="*/ 64205 w 145300"/>
                <a:gd name="connsiteY209" fmla="*/ 236364 h 236364"/>
                <a:gd name="connsiteX210" fmla="*/ 51864 w 145300"/>
                <a:gd name="connsiteY210" fmla="*/ 236360 h 236364"/>
                <a:gd name="connsiteX211" fmla="*/ 37593 w 145300"/>
                <a:gd name="connsiteY211" fmla="*/ 236361 h 236364"/>
                <a:gd name="connsiteX212" fmla="*/ 23834 w 145300"/>
                <a:gd name="connsiteY212" fmla="*/ 236362 h 236364"/>
                <a:gd name="connsiteX213" fmla="*/ 17987 w 145300"/>
                <a:gd name="connsiteY213" fmla="*/ 236364 h 236364"/>
                <a:gd name="connsiteX214" fmla="*/ 9848 w 145300"/>
                <a:gd name="connsiteY214" fmla="*/ 236359 h 236364"/>
                <a:gd name="connsiteX215" fmla="*/ 7394 w 145300"/>
                <a:gd name="connsiteY215" fmla="*/ 236364 h 236364"/>
                <a:gd name="connsiteX216" fmla="*/ 5166 w 145300"/>
                <a:gd name="connsiteY216" fmla="*/ 236357 h 236364"/>
                <a:gd name="connsiteX217" fmla="*/ 3224 w 145300"/>
                <a:gd name="connsiteY217" fmla="*/ 236357 h 236364"/>
                <a:gd name="connsiteX218" fmla="*/ 192 w 145300"/>
                <a:gd name="connsiteY218" fmla="*/ 235519 h 236364"/>
                <a:gd name="connsiteX219" fmla="*/ 9 w 145300"/>
                <a:gd name="connsiteY219" fmla="*/ 231755 h 236364"/>
                <a:gd name="connsiteX220" fmla="*/ 0 w 145300"/>
                <a:gd name="connsiteY220" fmla="*/ 229268 h 236364"/>
                <a:gd name="connsiteX221" fmla="*/ 13 w 145300"/>
                <a:gd name="connsiteY221" fmla="*/ 226502 h 236364"/>
                <a:gd name="connsiteX222" fmla="*/ 9 w 145300"/>
                <a:gd name="connsiteY222" fmla="*/ 223590 h 236364"/>
                <a:gd name="connsiteX223" fmla="*/ 19 w 145300"/>
                <a:gd name="connsiteY223" fmla="*/ 215552 h 236364"/>
                <a:gd name="connsiteX224" fmla="*/ 22 w 145300"/>
                <a:gd name="connsiteY224" fmla="*/ 206898 h 236364"/>
                <a:gd name="connsiteX225" fmla="*/ 35 w 145300"/>
                <a:gd name="connsiteY225" fmla="*/ 191892 h 236364"/>
                <a:gd name="connsiteX226" fmla="*/ 53 w 145300"/>
                <a:gd name="connsiteY226" fmla="*/ 170195 h 236364"/>
                <a:gd name="connsiteX227" fmla="*/ 80 w 145300"/>
                <a:gd name="connsiteY227" fmla="*/ 134996 h 236364"/>
                <a:gd name="connsiteX228" fmla="*/ 110 w 145300"/>
                <a:gd name="connsiteY228" fmla="*/ 100796 h 236364"/>
                <a:gd name="connsiteX229" fmla="*/ 112 w 145300"/>
                <a:gd name="connsiteY229" fmla="*/ 98668 h 236364"/>
                <a:gd name="connsiteX230" fmla="*/ 117 w 145300"/>
                <a:gd name="connsiteY230" fmla="*/ 88100 h 236364"/>
                <a:gd name="connsiteX231" fmla="*/ 192 w 145300"/>
                <a:gd name="connsiteY231" fmla="*/ 370 h 236364"/>
                <a:gd name="connsiteX232" fmla="*/ 37411 w 145300"/>
                <a:gd name="connsiteY232" fmla="*/ 216 h 236364"/>
                <a:gd name="connsiteX233" fmla="*/ 54691 w 145300"/>
                <a:gd name="connsiteY233" fmla="*/ 146 h 236364"/>
                <a:gd name="connsiteX234" fmla="*/ 69747 w 145300"/>
                <a:gd name="connsiteY234" fmla="*/ 90 h 236364"/>
                <a:gd name="connsiteX235" fmla="*/ 77724 w 145300"/>
                <a:gd name="connsiteY235" fmla="*/ 56 h 236364"/>
                <a:gd name="connsiteX236" fmla="*/ 86614 w 145300"/>
                <a:gd name="connsiteY236" fmla="*/ 32 h 236364"/>
                <a:gd name="connsiteX237" fmla="*/ 89305 w 145300"/>
                <a:gd name="connsiteY237"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145300" h="236364">
                  <a:moveTo>
                    <a:pt x="80648" y="129667"/>
                  </a:moveTo>
                  <a:cubicBezTo>
                    <a:pt x="79642" y="129674"/>
                    <a:pt x="78666" y="129680"/>
                    <a:pt x="77689" y="129687"/>
                  </a:cubicBezTo>
                  <a:cubicBezTo>
                    <a:pt x="75959" y="129686"/>
                    <a:pt x="74229" y="129689"/>
                    <a:pt x="72499" y="129711"/>
                  </a:cubicBezTo>
                  <a:cubicBezTo>
                    <a:pt x="71354" y="129726"/>
                    <a:pt x="70209" y="129736"/>
                    <a:pt x="69065" y="129741"/>
                  </a:cubicBezTo>
                  <a:cubicBezTo>
                    <a:pt x="67432" y="129743"/>
                    <a:pt x="67432" y="129743"/>
                    <a:pt x="63940" y="129757"/>
                  </a:cubicBezTo>
                  <a:cubicBezTo>
                    <a:pt x="60985" y="129785"/>
                    <a:pt x="58117" y="129812"/>
                    <a:pt x="55249" y="129839"/>
                  </a:cubicBezTo>
                  <a:cubicBezTo>
                    <a:pt x="45903" y="129902"/>
                    <a:pt x="36833" y="129964"/>
                    <a:pt x="27762" y="130025"/>
                  </a:cubicBezTo>
                  <a:cubicBezTo>
                    <a:pt x="27762" y="155832"/>
                    <a:pt x="27762" y="180880"/>
                    <a:pt x="27762" y="205927"/>
                  </a:cubicBezTo>
                  <a:cubicBezTo>
                    <a:pt x="42394" y="205833"/>
                    <a:pt x="42394" y="205833"/>
                    <a:pt x="56737" y="205741"/>
                  </a:cubicBezTo>
                  <a:cubicBezTo>
                    <a:pt x="61018" y="205725"/>
                    <a:pt x="65299" y="205711"/>
                    <a:pt x="69580" y="205672"/>
                  </a:cubicBezTo>
                  <a:cubicBezTo>
                    <a:pt x="70732" y="205659"/>
                    <a:pt x="71884" y="205647"/>
                    <a:pt x="73035" y="205637"/>
                  </a:cubicBezTo>
                  <a:cubicBezTo>
                    <a:pt x="74907" y="205636"/>
                    <a:pt x="76777" y="205635"/>
                    <a:pt x="78649" y="205613"/>
                  </a:cubicBezTo>
                  <a:cubicBezTo>
                    <a:pt x="79529" y="205601"/>
                    <a:pt x="79529" y="205601"/>
                    <a:pt x="80392" y="205589"/>
                  </a:cubicBezTo>
                  <a:cubicBezTo>
                    <a:pt x="82305" y="205603"/>
                    <a:pt x="83902" y="205504"/>
                    <a:pt x="85805" y="205183"/>
                  </a:cubicBezTo>
                  <a:cubicBezTo>
                    <a:pt x="86001" y="204672"/>
                    <a:pt x="86190" y="204176"/>
                    <a:pt x="86380" y="203679"/>
                  </a:cubicBezTo>
                  <a:cubicBezTo>
                    <a:pt x="86438" y="203179"/>
                    <a:pt x="86493" y="202693"/>
                    <a:pt x="86549" y="202207"/>
                  </a:cubicBezTo>
                  <a:cubicBezTo>
                    <a:pt x="88797" y="201986"/>
                    <a:pt x="88797" y="201986"/>
                    <a:pt x="91386" y="202253"/>
                  </a:cubicBezTo>
                  <a:cubicBezTo>
                    <a:pt x="94060" y="202465"/>
                    <a:pt x="94060" y="202465"/>
                    <a:pt x="96223" y="202207"/>
                  </a:cubicBezTo>
                  <a:cubicBezTo>
                    <a:pt x="96397" y="201574"/>
                    <a:pt x="96566" y="200960"/>
                    <a:pt x="96735" y="200346"/>
                  </a:cubicBezTo>
                  <a:cubicBezTo>
                    <a:pt x="96814" y="199714"/>
                    <a:pt x="96890" y="199100"/>
                    <a:pt x="96967" y="198486"/>
                  </a:cubicBezTo>
                  <a:cubicBezTo>
                    <a:pt x="98282" y="198462"/>
                    <a:pt x="98282" y="198462"/>
                    <a:pt x="99572" y="198439"/>
                  </a:cubicBezTo>
                  <a:cubicBezTo>
                    <a:pt x="100457" y="198455"/>
                    <a:pt x="101317" y="198471"/>
                    <a:pt x="102176" y="198486"/>
                  </a:cubicBezTo>
                  <a:cubicBezTo>
                    <a:pt x="102350" y="197996"/>
                    <a:pt x="102519" y="197520"/>
                    <a:pt x="102688" y="197044"/>
                  </a:cubicBezTo>
                  <a:cubicBezTo>
                    <a:pt x="102767" y="196522"/>
                    <a:pt x="102843" y="196016"/>
                    <a:pt x="102920" y="195509"/>
                  </a:cubicBezTo>
                  <a:cubicBezTo>
                    <a:pt x="103410" y="195383"/>
                    <a:pt x="103886" y="195260"/>
                    <a:pt x="104362" y="195137"/>
                  </a:cubicBezTo>
                  <a:cubicBezTo>
                    <a:pt x="104884" y="195011"/>
                    <a:pt x="105390" y="194888"/>
                    <a:pt x="105897" y="194765"/>
                  </a:cubicBezTo>
                  <a:cubicBezTo>
                    <a:pt x="106150" y="194338"/>
                    <a:pt x="106395" y="193924"/>
                    <a:pt x="106641" y="193509"/>
                  </a:cubicBezTo>
                  <a:cubicBezTo>
                    <a:pt x="106894" y="192924"/>
                    <a:pt x="107139" y="192356"/>
                    <a:pt x="107385" y="191789"/>
                  </a:cubicBezTo>
                  <a:cubicBezTo>
                    <a:pt x="108957" y="189633"/>
                    <a:pt x="110463" y="188285"/>
                    <a:pt x="110176" y="185556"/>
                  </a:cubicBezTo>
                  <a:cubicBezTo>
                    <a:pt x="109986" y="185145"/>
                    <a:pt x="109802" y="184746"/>
                    <a:pt x="109617" y="184347"/>
                  </a:cubicBezTo>
                  <a:cubicBezTo>
                    <a:pt x="110376" y="184347"/>
                    <a:pt x="111113" y="184347"/>
                    <a:pt x="111850" y="184347"/>
                  </a:cubicBezTo>
                  <a:cubicBezTo>
                    <a:pt x="112681" y="182684"/>
                    <a:pt x="112681" y="182684"/>
                    <a:pt x="112736" y="178096"/>
                  </a:cubicBezTo>
                  <a:cubicBezTo>
                    <a:pt x="112739" y="177423"/>
                    <a:pt x="112742" y="176771"/>
                    <a:pt x="112745" y="176118"/>
                  </a:cubicBezTo>
                  <a:cubicBezTo>
                    <a:pt x="112754" y="174743"/>
                    <a:pt x="112762" y="173367"/>
                    <a:pt x="112768" y="171992"/>
                  </a:cubicBezTo>
                  <a:cubicBezTo>
                    <a:pt x="112773" y="169818"/>
                    <a:pt x="112780" y="167645"/>
                    <a:pt x="112803" y="165471"/>
                  </a:cubicBezTo>
                  <a:cubicBezTo>
                    <a:pt x="112819" y="164054"/>
                    <a:pt x="112829" y="162637"/>
                    <a:pt x="112834" y="161221"/>
                  </a:cubicBezTo>
                  <a:cubicBezTo>
                    <a:pt x="112835" y="160530"/>
                    <a:pt x="112837" y="159859"/>
                    <a:pt x="112838" y="159189"/>
                  </a:cubicBezTo>
                  <a:cubicBezTo>
                    <a:pt x="112852" y="158192"/>
                    <a:pt x="112852" y="158192"/>
                    <a:pt x="112866" y="157216"/>
                  </a:cubicBezTo>
                  <a:cubicBezTo>
                    <a:pt x="112864" y="156591"/>
                    <a:pt x="112862" y="155986"/>
                    <a:pt x="112859" y="155380"/>
                  </a:cubicBezTo>
                  <a:cubicBezTo>
                    <a:pt x="112870" y="153348"/>
                    <a:pt x="112898" y="152662"/>
                    <a:pt x="111461" y="151183"/>
                  </a:cubicBezTo>
                  <a:cubicBezTo>
                    <a:pt x="111087" y="150821"/>
                    <a:pt x="110724" y="150469"/>
                    <a:pt x="110362" y="150117"/>
                  </a:cubicBezTo>
                  <a:cubicBezTo>
                    <a:pt x="110362" y="147884"/>
                    <a:pt x="110362" y="147884"/>
                    <a:pt x="109431" y="146954"/>
                  </a:cubicBezTo>
                  <a:cubicBezTo>
                    <a:pt x="108989" y="146511"/>
                    <a:pt x="108559" y="146082"/>
                    <a:pt x="108129" y="145652"/>
                  </a:cubicBezTo>
                  <a:cubicBezTo>
                    <a:pt x="106647" y="142984"/>
                    <a:pt x="105306" y="140633"/>
                    <a:pt x="103385" y="138257"/>
                  </a:cubicBezTo>
                  <a:cubicBezTo>
                    <a:pt x="101432" y="136722"/>
                    <a:pt x="101432" y="136722"/>
                    <a:pt x="98967" y="136490"/>
                  </a:cubicBezTo>
                  <a:cubicBezTo>
                    <a:pt x="98287" y="136569"/>
                    <a:pt x="97627" y="136645"/>
                    <a:pt x="96967" y="136722"/>
                  </a:cubicBezTo>
                  <a:cubicBezTo>
                    <a:pt x="96967" y="135710"/>
                    <a:pt x="96967" y="134728"/>
                    <a:pt x="96967" y="133746"/>
                  </a:cubicBezTo>
                  <a:cubicBezTo>
                    <a:pt x="95392" y="133714"/>
                    <a:pt x="93817" y="133679"/>
                    <a:pt x="92242" y="133626"/>
                  </a:cubicBezTo>
                  <a:cubicBezTo>
                    <a:pt x="91270" y="133593"/>
                    <a:pt x="91270" y="133593"/>
                    <a:pt x="90316" y="133560"/>
                  </a:cubicBezTo>
                  <a:cubicBezTo>
                    <a:pt x="89665" y="133549"/>
                    <a:pt x="89032" y="133538"/>
                    <a:pt x="88399" y="133528"/>
                  </a:cubicBezTo>
                  <a:cubicBezTo>
                    <a:pt x="87779" y="133503"/>
                    <a:pt x="87177" y="133479"/>
                    <a:pt x="86575" y="133455"/>
                  </a:cubicBezTo>
                  <a:cubicBezTo>
                    <a:pt x="84926" y="133484"/>
                    <a:pt x="84926" y="133484"/>
                    <a:pt x="83573" y="133002"/>
                  </a:cubicBezTo>
                  <a:cubicBezTo>
                    <a:pt x="83440" y="131509"/>
                    <a:pt x="83440" y="131509"/>
                    <a:pt x="82828" y="130025"/>
                  </a:cubicBezTo>
                  <a:cubicBezTo>
                    <a:pt x="82087" y="129903"/>
                    <a:pt x="81368" y="129785"/>
                    <a:pt x="80648" y="129667"/>
                  </a:cubicBezTo>
                  <a:close/>
                  <a:moveTo>
                    <a:pt x="76980" y="30564"/>
                  </a:moveTo>
                  <a:cubicBezTo>
                    <a:pt x="76044" y="30571"/>
                    <a:pt x="75135" y="30577"/>
                    <a:pt x="74226" y="30584"/>
                  </a:cubicBezTo>
                  <a:cubicBezTo>
                    <a:pt x="72615" y="30583"/>
                    <a:pt x="71005" y="30586"/>
                    <a:pt x="69393" y="30608"/>
                  </a:cubicBezTo>
                  <a:cubicBezTo>
                    <a:pt x="68329" y="30623"/>
                    <a:pt x="67264" y="30633"/>
                    <a:pt x="66199" y="30638"/>
                  </a:cubicBezTo>
                  <a:cubicBezTo>
                    <a:pt x="64677" y="30640"/>
                    <a:pt x="64677" y="30640"/>
                    <a:pt x="61425" y="30654"/>
                  </a:cubicBezTo>
                  <a:cubicBezTo>
                    <a:pt x="57343" y="30695"/>
                    <a:pt x="57343" y="30695"/>
                    <a:pt x="53343" y="30736"/>
                  </a:cubicBezTo>
                  <a:cubicBezTo>
                    <a:pt x="44646" y="30799"/>
                    <a:pt x="36204" y="30861"/>
                    <a:pt x="27763" y="30922"/>
                  </a:cubicBezTo>
                  <a:cubicBezTo>
                    <a:pt x="27763" y="54199"/>
                    <a:pt x="27763" y="76791"/>
                    <a:pt x="27763" y="99383"/>
                  </a:cubicBezTo>
                  <a:cubicBezTo>
                    <a:pt x="36602" y="99462"/>
                    <a:pt x="45182" y="99539"/>
                    <a:pt x="53761" y="99615"/>
                  </a:cubicBezTo>
                  <a:cubicBezTo>
                    <a:pt x="57602" y="99663"/>
                    <a:pt x="61444" y="99715"/>
                    <a:pt x="65285" y="99735"/>
                  </a:cubicBezTo>
                  <a:cubicBezTo>
                    <a:pt x="66318" y="99737"/>
                    <a:pt x="67352" y="99741"/>
                    <a:pt x="68386" y="99746"/>
                  </a:cubicBezTo>
                  <a:cubicBezTo>
                    <a:pt x="70065" y="99775"/>
                    <a:pt x="71742" y="99804"/>
                    <a:pt x="73422" y="99807"/>
                  </a:cubicBezTo>
                  <a:cubicBezTo>
                    <a:pt x="73954" y="99806"/>
                    <a:pt x="74470" y="99806"/>
                    <a:pt x="74987" y="99805"/>
                  </a:cubicBezTo>
                  <a:cubicBezTo>
                    <a:pt x="77786" y="99830"/>
                    <a:pt x="77786" y="99830"/>
                    <a:pt x="79853" y="99383"/>
                  </a:cubicBezTo>
                  <a:cubicBezTo>
                    <a:pt x="80030" y="98747"/>
                    <a:pt x="80202" y="98131"/>
                    <a:pt x="80374" y="97514"/>
                  </a:cubicBezTo>
                  <a:cubicBezTo>
                    <a:pt x="80450" y="96884"/>
                    <a:pt x="80523" y="96273"/>
                    <a:pt x="80597" y="95662"/>
                  </a:cubicBezTo>
                  <a:cubicBezTo>
                    <a:pt x="82918" y="95330"/>
                    <a:pt x="82918" y="95330"/>
                    <a:pt x="84594" y="95444"/>
                  </a:cubicBezTo>
                  <a:cubicBezTo>
                    <a:pt x="87008" y="95635"/>
                    <a:pt x="89335" y="95747"/>
                    <a:pt x="91759" y="95662"/>
                  </a:cubicBezTo>
                  <a:cubicBezTo>
                    <a:pt x="92135" y="94535"/>
                    <a:pt x="92135" y="94535"/>
                    <a:pt x="92503" y="93430"/>
                  </a:cubicBezTo>
                  <a:cubicBezTo>
                    <a:pt x="95003" y="93015"/>
                    <a:pt x="95986" y="92929"/>
                    <a:pt x="97811" y="91064"/>
                  </a:cubicBezTo>
                  <a:cubicBezTo>
                    <a:pt x="99253" y="89113"/>
                    <a:pt x="100705" y="87172"/>
                    <a:pt x="102177" y="85244"/>
                  </a:cubicBezTo>
                  <a:cubicBezTo>
                    <a:pt x="104054" y="83689"/>
                    <a:pt x="104376" y="83350"/>
                    <a:pt x="104627" y="80840"/>
                  </a:cubicBezTo>
                  <a:cubicBezTo>
                    <a:pt x="104588" y="79612"/>
                    <a:pt x="104588" y="79612"/>
                    <a:pt x="104549" y="78407"/>
                  </a:cubicBezTo>
                  <a:cubicBezTo>
                    <a:pt x="104528" y="77574"/>
                    <a:pt x="104508" y="76766"/>
                    <a:pt x="104488" y="75957"/>
                  </a:cubicBezTo>
                  <a:cubicBezTo>
                    <a:pt x="104448" y="75010"/>
                    <a:pt x="104448" y="75010"/>
                    <a:pt x="104409" y="74082"/>
                  </a:cubicBezTo>
                  <a:cubicBezTo>
                    <a:pt x="104916" y="74082"/>
                    <a:pt x="105407" y="74082"/>
                    <a:pt x="105898" y="74082"/>
                  </a:cubicBezTo>
                  <a:cubicBezTo>
                    <a:pt x="107386" y="71850"/>
                    <a:pt x="107386" y="71850"/>
                    <a:pt x="107567" y="70402"/>
                  </a:cubicBezTo>
                  <a:cubicBezTo>
                    <a:pt x="107564" y="69851"/>
                    <a:pt x="107561" y="69315"/>
                    <a:pt x="107558" y="68780"/>
                  </a:cubicBezTo>
                  <a:cubicBezTo>
                    <a:pt x="107556" y="68175"/>
                    <a:pt x="107555" y="67588"/>
                    <a:pt x="107553" y="67001"/>
                  </a:cubicBezTo>
                  <a:cubicBezTo>
                    <a:pt x="107544" y="66373"/>
                    <a:pt x="107535" y="65762"/>
                    <a:pt x="107526" y="65152"/>
                  </a:cubicBezTo>
                  <a:cubicBezTo>
                    <a:pt x="107523" y="62006"/>
                    <a:pt x="107644" y="59228"/>
                    <a:pt x="106642" y="56223"/>
                  </a:cubicBezTo>
                  <a:cubicBezTo>
                    <a:pt x="105883" y="56223"/>
                    <a:pt x="105146" y="56223"/>
                    <a:pt x="104409" y="56223"/>
                  </a:cubicBezTo>
                  <a:cubicBezTo>
                    <a:pt x="104418" y="55687"/>
                    <a:pt x="104427" y="55167"/>
                    <a:pt x="104436" y="54647"/>
                  </a:cubicBezTo>
                  <a:cubicBezTo>
                    <a:pt x="104443" y="53949"/>
                    <a:pt x="104449" y="53272"/>
                    <a:pt x="104456" y="52595"/>
                  </a:cubicBezTo>
                  <a:cubicBezTo>
                    <a:pt x="104483" y="50502"/>
                    <a:pt x="104605" y="49172"/>
                    <a:pt x="103665" y="47293"/>
                  </a:cubicBezTo>
                  <a:cubicBezTo>
                    <a:pt x="103159" y="47293"/>
                    <a:pt x="102668" y="47293"/>
                    <a:pt x="102177" y="47293"/>
                  </a:cubicBezTo>
                  <a:cubicBezTo>
                    <a:pt x="102177" y="45061"/>
                    <a:pt x="102177" y="45061"/>
                    <a:pt x="101006" y="43215"/>
                  </a:cubicBezTo>
                  <a:cubicBezTo>
                    <a:pt x="100471" y="42530"/>
                    <a:pt x="99952" y="41865"/>
                    <a:pt x="99433" y="41200"/>
                  </a:cubicBezTo>
                  <a:cubicBezTo>
                    <a:pt x="98654" y="40174"/>
                    <a:pt x="98654" y="40174"/>
                    <a:pt x="97890" y="39169"/>
                  </a:cubicBezTo>
                  <a:cubicBezTo>
                    <a:pt x="96224" y="37619"/>
                    <a:pt x="96224" y="37619"/>
                    <a:pt x="94163" y="37395"/>
                  </a:cubicBezTo>
                  <a:cubicBezTo>
                    <a:pt x="93599" y="37471"/>
                    <a:pt x="93051" y="37545"/>
                    <a:pt x="92503" y="37619"/>
                  </a:cubicBezTo>
                  <a:cubicBezTo>
                    <a:pt x="92503" y="36860"/>
                    <a:pt x="92503" y="36123"/>
                    <a:pt x="92503" y="35387"/>
                  </a:cubicBezTo>
                  <a:cubicBezTo>
                    <a:pt x="90051" y="33752"/>
                    <a:pt x="90051" y="33752"/>
                    <a:pt x="85387" y="33992"/>
                  </a:cubicBezTo>
                  <a:cubicBezTo>
                    <a:pt x="82847" y="34204"/>
                    <a:pt x="82847" y="34204"/>
                    <a:pt x="80597" y="33899"/>
                  </a:cubicBezTo>
                  <a:cubicBezTo>
                    <a:pt x="80022" y="32416"/>
                    <a:pt x="80022" y="32416"/>
                    <a:pt x="79109" y="30922"/>
                  </a:cubicBezTo>
                  <a:cubicBezTo>
                    <a:pt x="78385" y="30800"/>
                    <a:pt x="77683" y="30682"/>
                    <a:pt x="76980" y="30564"/>
                  </a:cubicBezTo>
                  <a:close/>
                  <a:moveTo>
                    <a:pt x="89305" y="0"/>
                  </a:moveTo>
                  <a:cubicBezTo>
                    <a:pt x="90107" y="4"/>
                    <a:pt x="90910" y="8"/>
                    <a:pt x="91737" y="12"/>
                  </a:cubicBezTo>
                  <a:cubicBezTo>
                    <a:pt x="92438" y="10"/>
                    <a:pt x="93140" y="7"/>
                    <a:pt x="93863" y="4"/>
                  </a:cubicBezTo>
                  <a:cubicBezTo>
                    <a:pt x="94384" y="125"/>
                    <a:pt x="94905" y="246"/>
                    <a:pt x="95442" y="370"/>
                  </a:cubicBezTo>
                  <a:cubicBezTo>
                    <a:pt x="95933" y="1869"/>
                    <a:pt x="95933" y="1869"/>
                    <a:pt x="96186" y="3347"/>
                  </a:cubicBezTo>
                  <a:cubicBezTo>
                    <a:pt x="98327" y="3567"/>
                    <a:pt x="100320" y="3340"/>
                    <a:pt x="102462" y="3161"/>
                  </a:cubicBezTo>
                  <a:cubicBezTo>
                    <a:pt x="103092" y="3222"/>
                    <a:pt x="103722" y="3284"/>
                    <a:pt x="104372" y="3347"/>
                  </a:cubicBezTo>
                  <a:cubicBezTo>
                    <a:pt x="105206" y="4800"/>
                    <a:pt x="105206" y="4800"/>
                    <a:pt x="105860" y="6323"/>
                  </a:cubicBezTo>
                  <a:cubicBezTo>
                    <a:pt x="108511" y="6933"/>
                    <a:pt x="108511" y="6933"/>
                    <a:pt x="111069" y="7068"/>
                  </a:cubicBezTo>
                  <a:cubicBezTo>
                    <a:pt x="111069" y="8050"/>
                    <a:pt x="111069" y="9032"/>
                    <a:pt x="111069" y="10044"/>
                  </a:cubicBezTo>
                  <a:cubicBezTo>
                    <a:pt x="112308" y="10298"/>
                    <a:pt x="113548" y="10546"/>
                    <a:pt x="114790" y="10788"/>
                  </a:cubicBezTo>
                  <a:cubicBezTo>
                    <a:pt x="115059" y="11775"/>
                    <a:pt x="115309" y="12767"/>
                    <a:pt x="115534" y="13765"/>
                  </a:cubicBezTo>
                  <a:cubicBezTo>
                    <a:pt x="116516" y="13765"/>
                    <a:pt x="117498" y="13765"/>
                    <a:pt x="118510" y="13765"/>
                  </a:cubicBezTo>
                  <a:cubicBezTo>
                    <a:pt x="118510" y="14747"/>
                    <a:pt x="118510" y="15729"/>
                    <a:pt x="118510" y="16741"/>
                  </a:cubicBezTo>
                  <a:cubicBezTo>
                    <a:pt x="119247" y="16741"/>
                    <a:pt x="119984" y="16741"/>
                    <a:pt x="120743" y="16741"/>
                  </a:cubicBezTo>
                  <a:cubicBezTo>
                    <a:pt x="121006" y="17730"/>
                    <a:pt x="121253" y="18722"/>
                    <a:pt x="121487" y="19718"/>
                  </a:cubicBezTo>
                  <a:cubicBezTo>
                    <a:pt x="122224" y="20209"/>
                    <a:pt x="122960" y="20700"/>
                    <a:pt x="123719" y="21206"/>
                  </a:cubicBezTo>
                  <a:cubicBezTo>
                    <a:pt x="123719" y="22189"/>
                    <a:pt x="123719" y="23171"/>
                    <a:pt x="123719" y="24183"/>
                  </a:cubicBezTo>
                  <a:cubicBezTo>
                    <a:pt x="124456" y="24183"/>
                    <a:pt x="125193" y="24183"/>
                    <a:pt x="125952" y="24183"/>
                  </a:cubicBezTo>
                  <a:cubicBezTo>
                    <a:pt x="126206" y="25422"/>
                    <a:pt x="126454" y="26662"/>
                    <a:pt x="126696" y="27904"/>
                  </a:cubicBezTo>
                  <a:cubicBezTo>
                    <a:pt x="127433" y="28149"/>
                    <a:pt x="128169" y="28395"/>
                    <a:pt x="128928" y="28648"/>
                  </a:cubicBezTo>
                  <a:cubicBezTo>
                    <a:pt x="129181" y="30383"/>
                    <a:pt x="129429" y="32120"/>
                    <a:pt x="129673" y="33857"/>
                  </a:cubicBezTo>
                  <a:cubicBezTo>
                    <a:pt x="130409" y="34348"/>
                    <a:pt x="131146" y="34839"/>
                    <a:pt x="131905" y="35345"/>
                  </a:cubicBezTo>
                  <a:cubicBezTo>
                    <a:pt x="132123" y="37118"/>
                    <a:pt x="132123" y="37118"/>
                    <a:pt x="132045" y="39159"/>
                  </a:cubicBezTo>
                  <a:cubicBezTo>
                    <a:pt x="132014" y="40175"/>
                    <a:pt x="132014" y="40175"/>
                    <a:pt x="131983" y="41211"/>
                  </a:cubicBezTo>
                  <a:cubicBezTo>
                    <a:pt x="131958" y="41731"/>
                    <a:pt x="131932" y="42251"/>
                    <a:pt x="131905" y="42786"/>
                  </a:cubicBezTo>
                  <a:cubicBezTo>
                    <a:pt x="132642" y="42786"/>
                    <a:pt x="133378" y="42786"/>
                    <a:pt x="134137" y="42786"/>
                  </a:cubicBezTo>
                  <a:cubicBezTo>
                    <a:pt x="134194" y="48044"/>
                    <a:pt x="134233" y="53302"/>
                    <a:pt x="134260" y="58560"/>
                  </a:cubicBezTo>
                  <a:cubicBezTo>
                    <a:pt x="134271" y="60350"/>
                    <a:pt x="134287" y="62139"/>
                    <a:pt x="134306" y="63928"/>
                  </a:cubicBezTo>
                  <a:cubicBezTo>
                    <a:pt x="134333" y="66498"/>
                    <a:pt x="134346" y="69067"/>
                    <a:pt x="134355" y="71636"/>
                  </a:cubicBezTo>
                  <a:cubicBezTo>
                    <a:pt x="134367" y="72439"/>
                    <a:pt x="134378" y="73241"/>
                    <a:pt x="134390" y="74068"/>
                  </a:cubicBezTo>
                  <a:cubicBezTo>
                    <a:pt x="134391" y="75185"/>
                    <a:pt x="134391" y="75185"/>
                    <a:pt x="134391" y="76324"/>
                  </a:cubicBezTo>
                  <a:cubicBezTo>
                    <a:pt x="134398" y="77308"/>
                    <a:pt x="134398" y="77308"/>
                    <a:pt x="134406" y="78312"/>
                  </a:cubicBezTo>
                  <a:cubicBezTo>
                    <a:pt x="134079" y="80358"/>
                    <a:pt x="133360" y="80827"/>
                    <a:pt x="131905" y="82226"/>
                  </a:cubicBezTo>
                  <a:cubicBezTo>
                    <a:pt x="131928" y="83561"/>
                    <a:pt x="131928" y="83561"/>
                    <a:pt x="131952" y="84923"/>
                  </a:cubicBezTo>
                  <a:cubicBezTo>
                    <a:pt x="131936" y="85752"/>
                    <a:pt x="131921" y="86581"/>
                    <a:pt x="131905" y="87435"/>
                  </a:cubicBezTo>
                  <a:cubicBezTo>
                    <a:pt x="131168" y="87596"/>
                    <a:pt x="131168" y="87596"/>
                    <a:pt x="130417" y="87760"/>
                  </a:cubicBezTo>
                  <a:cubicBezTo>
                    <a:pt x="129926" y="87898"/>
                    <a:pt x="129434" y="88037"/>
                    <a:pt x="128928" y="88179"/>
                  </a:cubicBezTo>
                  <a:cubicBezTo>
                    <a:pt x="128787" y="89750"/>
                    <a:pt x="128888" y="91214"/>
                    <a:pt x="129042" y="92783"/>
                  </a:cubicBezTo>
                  <a:cubicBezTo>
                    <a:pt x="129004" y="93228"/>
                    <a:pt x="128967" y="93673"/>
                    <a:pt x="128928" y="94132"/>
                  </a:cubicBezTo>
                  <a:cubicBezTo>
                    <a:pt x="128192" y="94378"/>
                    <a:pt x="127455" y="94623"/>
                    <a:pt x="126696" y="94876"/>
                  </a:cubicBezTo>
                  <a:cubicBezTo>
                    <a:pt x="126174" y="96106"/>
                    <a:pt x="125677" y="97346"/>
                    <a:pt x="125208" y="98597"/>
                  </a:cubicBezTo>
                  <a:cubicBezTo>
                    <a:pt x="124717" y="98842"/>
                    <a:pt x="124225" y="99088"/>
                    <a:pt x="123719" y="99341"/>
                  </a:cubicBezTo>
                  <a:cubicBezTo>
                    <a:pt x="123474" y="99832"/>
                    <a:pt x="123228" y="100323"/>
                    <a:pt x="122975" y="100829"/>
                  </a:cubicBezTo>
                  <a:cubicBezTo>
                    <a:pt x="122231" y="102318"/>
                    <a:pt x="122231" y="102318"/>
                    <a:pt x="120743" y="103062"/>
                  </a:cubicBezTo>
                  <a:cubicBezTo>
                    <a:pt x="120497" y="103798"/>
                    <a:pt x="120252" y="104535"/>
                    <a:pt x="119999" y="105294"/>
                  </a:cubicBezTo>
                  <a:cubicBezTo>
                    <a:pt x="119523" y="105524"/>
                    <a:pt x="119047" y="105755"/>
                    <a:pt x="118557" y="105992"/>
                  </a:cubicBezTo>
                  <a:cubicBezTo>
                    <a:pt x="116877" y="106657"/>
                    <a:pt x="116877" y="106657"/>
                    <a:pt x="116278" y="108410"/>
                  </a:cubicBezTo>
                  <a:cubicBezTo>
                    <a:pt x="116032" y="108855"/>
                    <a:pt x="115787" y="109300"/>
                    <a:pt x="115534" y="109759"/>
                  </a:cubicBezTo>
                  <a:cubicBezTo>
                    <a:pt x="113953" y="109573"/>
                    <a:pt x="113953" y="109573"/>
                    <a:pt x="112557" y="109015"/>
                  </a:cubicBezTo>
                  <a:cubicBezTo>
                    <a:pt x="112557" y="109752"/>
                    <a:pt x="112557" y="110488"/>
                    <a:pt x="112557" y="111247"/>
                  </a:cubicBezTo>
                  <a:cubicBezTo>
                    <a:pt x="114487" y="111737"/>
                    <a:pt x="116393" y="111911"/>
                    <a:pt x="118371" y="112125"/>
                  </a:cubicBezTo>
                  <a:cubicBezTo>
                    <a:pt x="118908" y="112327"/>
                    <a:pt x="119445" y="112528"/>
                    <a:pt x="119999" y="112736"/>
                  </a:cubicBezTo>
                  <a:cubicBezTo>
                    <a:pt x="120231" y="114648"/>
                    <a:pt x="120231" y="114648"/>
                    <a:pt x="119999" y="116456"/>
                  </a:cubicBezTo>
                  <a:cubicBezTo>
                    <a:pt x="120843" y="116395"/>
                    <a:pt x="121687" y="116333"/>
                    <a:pt x="122557" y="116270"/>
                  </a:cubicBezTo>
                  <a:cubicBezTo>
                    <a:pt x="123432" y="116332"/>
                    <a:pt x="124306" y="116393"/>
                    <a:pt x="125208" y="116456"/>
                  </a:cubicBezTo>
                  <a:cubicBezTo>
                    <a:pt x="125766" y="117898"/>
                    <a:pt x="125766" y="117898"/>
                    <a:pt x="125952" y="119433"/>
                  </a:cubicBezTo>
                  <a:cubicBezTo>
                    <a:pt x="126689" y="119678"/>
                    <a:pt x="127425" y="119924"/>
                    <a:pt x="128184" y="120177"/>
                  </a:cubicBezTo>
                  <a:cubicBezTo>
                    <a:pt x="128705" y="121157"/>
                    <a:pt x="129202" y="122149"/>
                    <a:pt x="129673" y="123154"/>
                  </a:cubicBezTo>
                  <a:cubicBezTo>
                    <a:pt x="130164" y="123399"/>
                    <a:pt x="130655" y="123645"/>
                    <a:pt x="131161" y="123898"/>
                  </a:cubicBezTo>
                  <a:cubicBezTo>
                    <a:pt x="131161" y="124880"/>
                    <a:pt x="131161" y="125862"/>
                    <a:pt x="131161" y="126874"/>
                  </a:cubicBezTo>
                  <a:cubicBezTo>
                    <a:pt x="132141" y="127395"/>
                    <a:pt x="133133" y="127892"/>
                    <a:pt x="134137" y="128363"/>
                  </a:cubicBezTo>
                  <a:cubicBezTo>
                    <a:pt x="134137" y="129099"/>
                    <a:pt x="134137" y="129836"/>
                    <a:pt x="134137" y="130595"/>
                  </a:cubicBezTo>
                  <a:cubicBezTo>
                    <a:pt x="134613" y="130656"/>
                    <a:pt x="135089" y="130718"/>
                    <a:pt x="135579" y="130781"/>
                  </a:cubicBezTo>
                  <a:cubicBezTo>
                    <a:pt x="136086" y="130965"/>
                    <a:pt x="136592" y="131149"/>
                    <a:pt x="137114" y="131339"/>
                  </a:cubicBezTo>
                  <a:cubicBezTo>
                    <a:pt x="137422" y="133066"/>
                    <a:pt x="137671" y="134804"/>
                    <a:pt x="137858" y="136548"/>
                  </a:cubicBezTo>
                  <a:cubicBezTo>
                    <a:pt x="138349" y="136794"/>
                    <a:pt x="138840" y="137039"/>
                    <a:pt x="139346" y="137292"/>
                  </a:cubicBezTo>
                  <a:cubicBezTo>
                    <a:pt x="139655" y="138830"/>
                    <a:pt x="139655" y="138830"/>
                    <a:pt x="139812" y="140687"/>
                  </a:cubicBezTo>
                  <a:cubicBezTo>
                    <a:pt x="139895" y="141610"/>
                    <a:pt x="139895" y="141610"/>
                    <a:pt x="139980" y="142551"/>
                  </a:cubicBezTo>
                  <a:cubicBezTo>
                    <a:pt x="140017" y="143025"/>
                    <a:pt x="140053" y="143500"/>
                    <a:pt x="140091" y="143989"/>
                  </a:cubicBezTo>
                  <a:cubicBezTo>
                    <a:pt x="140827" y="143989"/>
                    <a:pt x="141564" y="143989"/>
                    <a:pt x="142323" y="143989"/>
                  </a:cubicBezTo>
                  <a:cubicBezTo>
                    <a:pt x="142569" y="148164"/>
                    <a:pt x="142814" y="152339"/>
                    <a:pt x="143067" y="156640"/>
                  </a:cubicBezTo>
                  <a:cubicBezTo>
                    <a:pt x="143804" y="156640"/>
                    <a:pt x="144541" y="156640"/>
                    <a:pt x="145300" y="156640"/>
                  </a:cubicBezTo>
                  <a:cubicBezTo>
                    <a:pt x="145300" y="164007"/>
                    <a:pt x="145300" y="171374"/>
                    <a:pt x="145300" y="178964"/>
                  </a:cubicBezTo>
                  <a:cubicBezTo>
                    <a:pt x="144808" y="178964"/>
                    <a:pt x="144317" y="178964"/>
                    <a:pt x="143811" y="178964"/>
                  </a:cubicBezTo>
                  <a:cubicBezTo>
                    <a:pt x="142374" y="181838"/>
                    <a:pt x="142756" y="185402"/>
                    <a:pt x="142605" y="188571"/>
                  </a:cubicBezTo>
                  <a:cubicBezTo>
                    <a:pt x="142512" y="189330"/>
                    <a:pt x="142419" y="190089"/>
                    <a:pt x="142323" y="190870"/>
                  </a:cubicBezTo>
                  <a:cubicBezTo>
                    <a:pt x="141832" y="191116"/>
                    <a:pt x="141341" y="191361"/>
                    <a:pt x="140835" y="191614"/>
                  </a:cubicBezTo>
                  <a:cubicBezTo>
                    <a:pt x="140570" y="193514"/>
                    <a:pt x="140504" y="195394"/>
                    <a:pt x="140419" y="197309"/>
                  </a:cubicBezTo>
                  <a:cubicBezTo>
                    <a:pt x="140256" y="198174"/>
                    <a:pt x="140256" y="198174"/>
                    <a:pt x="140091" y="199056"/>
                  </a:cubicBezTo>
                  <a:cubicBezTo>
                    <a:pt x="139354" y="199547"/>
                    <a:pt x="138617" y="200038"/>
                    <a:pt x="137858" y="200544"/>
                  </a:cubicBezTo>
                  <a:cubicBezTo>
                    <a:pt x="137310" y="203199"/>
                    <a:pt x="137310" y="203199"/>
                    <a:pt x="137114" y="205753"/>
                  </a:cubicBezTo>
                  <a:cubicBezTo>
                    <a:pt x="136377" y="205753"/>
                    <a:pt x="135641" y="205753"/>
                    <a:pt x="134882" y="205753"/>
                  </a:cubicBezTo>
                  <a:cubicBezTo>
                    <a:pt x="134766" y="206812"/>
                    <a:pt x="134766" y="206812"/>
                    <a:pt x="134649" y="207893"/>
                  </a:cubicBezTo>
                  <a:cubicBezTo>
                    <a:pt x="134137" y="210218"/>
                    <a:pt x="134137" y="210218"/>
                    <a:pt x="131905" y="211706"/>
                  </a:cubicBezTo>
                  <a:cubicBezTo>
                    <a:pt x="131782" y="212228"/>
                    <a:pt x="131659" y="212750"/>
                    <a:pt x="131533" y="213288"/>
                  </a:cubicBezTo>
                  <a:cubicBezTo>
                    <a:pt x="131410" y="213748"/>
                    <a:pt x="131287" y="214208"/>
                    <a:pt x="131161" y="214683"/>
                  </a:cubicBezTo>
                  <a:cubicBezTo>
                    <a:pt x="130424" y="214683"/>
                    <a:pt x="129687" y="214683"/>
                    <a:pt x="128928" y="214683"/>
                  </a:cubicBezTo>
                  <a:cubicBezTo>
                    <a:pt x="128395" y="215907"/>
                    <a:pt x="127899" y="217149"/>
                    <a:pt x="127440" y="218404"/>
                  </a:cubicBezTo>
                  <a:cubicBezTo>
                    <a:pt x="126949" y="218649"/>
                    <a:pt x="126458" y="218895"/>
                    <a:pt x="125952" y="219148"/>
                  </a:cubicBezTo>
                  <a:cubicBezTo>
                    <a:pt x="125737" y="219623"/>
                    <a:pt x="125522" y="220099"/>
                    <a:pt x="125301" y="220589"/>
                  </a:cubicBezTo>
                  <a:cubicBezTo>
                    <a:pt x="124277" y="222467"/>
                    <a:pt x="123382" y="222724"/>
                    <a:pt x="121487" y="223613"/>
                  </a:cubicBezTo>
                  <a:cubicBezTo>
                    <a:pt x="120996" y="224349"/>
                    <a:pt x="120505" y="225086"/>
                    <a:pt x="119999" y="225845"/>
                  </a:cubicBezTo>
                  <a:cubicBezTo>
                    <a:pt x="119016" y="225845"/>
                    <a:pt x="118034" y="225845"/>
                    <a:pt x="117022" y="225845"/>
                  </a:cubicBezTo>
                  <a:cubicBezTo>
                    <a:pt x="117022" y="226827"/>
                    <a:pt x="117022" y="227809"/>
                    <a:pt x="117022" y="228821"/>
                  </a:cubicBezTo>
                  <a:cubicBezTo>
                    <a:pt x="116494" y="228841"/>
                    <a:pt x="115965" y="228860"/>
                    <a:pt x="115421" y="228880"/>
                  </a:cubicBezTo>
                  <a:cubicBezTo>
                    <a:pt x="114737" y="228922"/>
                    <a:pt x="114053" y="228964"/>
                    <a:pt x="113348" y="229008"/>
                  </a:cubicBezTo>
                  <a:cubicBezTo>
                    <a:pt x="112666" y="229042"/>
                    <a:pt x="111984" y="229077"/>
                    <a:pt x="111281" y="229112"/>
                  </a:cubicBezTo>
                  <a:cubicBezTo>
                    <a:pt x="110720" y="229262"/>
                    <a:pt x="110159" y="229411"/>
                    <a:pt x="109581" y="229566"/>
                  </a:cubicBezTo>
                  <a:cubicBezTo>
                    <a:pt x="109430" y="230307"/>
                    <a:pt x="109430" y="230307"/>
                    <a:pt x="109276" y="231063"/>
                  </a:cubicBezTo>
                  <a:cubicBezTo>
                    <a:pt x="109058" y="231795"/>
                    <a:pt x="109058" y="231795"/>
                    <a:pt x="108837" y="232542"/>
                  </a:cubicBezTo>
                  <a:cubicBezTo>
                    <a:pt x="106674" y="232917"/>
                    <a:pt x="106674" y="232917"/>
                    <a:pt x="104000" y="232961"/>
                  </a:cubicBezTo>
                  <a:cubicBezTo>
                    <a:pt x="101404" y="232960"/>
                    <a:pt x="101404" y="232960"/>
                    <a:pt x="99163" y="233286"/>
                  </a:cubicBezTo>
                  <a:cubicBezTo>
                    <a:pt x="98917" y="234023"/>
                    <a:pt x="98672" y="234760"/>
                    <a:pt x="98419" y="235519"/>
                  </a:cubicBezTo>
                  <a:cubicBezTo>
                    <a:pt x="96873" y="235896"/>
                    <a:pt x="96873" y="235896"/>
                    <a:pt x="94844" y="236024"/>
                  </a:cubicBezTo>
                  <a:cubicBezTo>
                    <a:pt x="94099" y="236072"/>
                    <a:pt x="93354" y="236120"/>
                    <a:pt x="92586" y="236169"/>
                  </a:cubicBezTo>
                  <a:cubicBezTo>
                    <a:pt x="88789" y="236320"/>
                    <a:pt x="84999" y="236366"/>
                    <a:pt x="81199" y="236359"/>
                  </a:cubicBezTo>
                  <a:cubicBezTo>
                    <a:pt x="80336" y="236360"/>
                    <a:pt x="79474" y="236362"/>
                    <a:pt x="78585" y="236363"/>
                  </a:cubicBezTo>
                  <a:cubicBezTo>
                    <a:pt x="75762" y="236366"/>
                    <a:pt x="72938" y="236364"/>
                    <a:pt x="70115" y="236362"/>
                  </a:cubicBezTo>
                  <a:cubicBezTo>
                    <a:pt x="68145" y="236362"/>
                    <a:pt x="66175" y="236363"/>
                    <a:pt x="64205" y="236364"/>
                  </a:cubicBezTo>
                  <a:cubicBezTo>
                    <a:pt x="60091" y="236365"/>
                    <a:pt x="55977" y="236363"/>
                    <a:pt x="51864" y="236360"/>
                  </a:cubicBezTo>
                  <a:cubicBezTo>
                    <a:pt x="47107" y="236356"/>
                    <a:pt x="42350" y="236357"/>
                    <a:pt x="37593" y="236361"/>
                  </a:cubicBezTo>
                  <a:cubicBezTo>
                    <a:pt x="33007" y="236365"/>
                    <a:pt x="28421" y="236365"/>
                    <a:pt x="23834" y="236362"/>
                  </a:cubicBezTo>
                  <a:cubicBezTo>
                    <a:pt x="21885" y="236362"/>
                    <a:pt x="19936" y="236363"/>
                    <a:pt x="17987" y="236364"/>
                  </a:cubicBezTo>
                  <a:cubicBezTo>
                    <a:pt x="15274" y="236366"/>
                    <a:pt x="12561" y="236363"/>
                    <a:pt x="9848" y="236359"/>
                  </a:cubicBezTo>
                  <a:cubicBezTo>
                    <a:pt x="9038" y="236361"/>
                    <a:pt x="8229" y="236362"/>
                    <a:pt x="7394" y="236364"/>
                  </a:cubicBezTo>
                  <a:cubicBezTo>
                    <a:pt x="6659" y="236362"/>
                    <a:pt x="5924" y="236360"/>
                    <a:pt x="5166" y="236357"/>
                  </a:cubicBezTo>
                  <a:cubicBezTo>
                    <a:pt x="4205" y="236357"/>
                    <a:pt x="4205" y="236357"/>
                    <a:pt x="3224" y="236357"/>
                  </a:cubicBezTo>
                  <a:cubicBezTo>
                    <a:pt x="1680" y="236263"/>
                    <a:pt x="1680" y="236263"/>
                    <a:pt x="192" y="235519"/>
                  </a:cubicBezTo>
                  <a:cubicBezTo>
                    <a:pt x="7" y="233919"/>
                    <a:pt x="7" y="233919"/>
                    <a:pt x="9" y="231755"/>
                  </a:cubicBezTo>
                  <a:cubicBezTo>
                    <a:pt x="6" y="230934"/>
                    <a:pt x="3" y="230114"/>
                    <a:pt x="0" y="229268"/>
                  </a:cubicBezTo>
                  <a:cubicBezTo>
                    <a:pt x="4" y="228355"/>
                    <a:pt x="9" y="227443"/>
                    <a:pt x="13" y="226502"/>
                  </a:cubicBezTo>
                  <a:cubicBezTo>
                    <a:pt x="12" y="225541"/>
                    <a:pt x="11" y="224580"/>
                    <a:pt x="9" y="223590"/>
                  </a:cubicBezTo>
                  <a:cubicBezTo>
                    <a:pt x="6" y="220911"/>
                    <a:pt x="12" y="218232"/>
                    <a:pt x="19" y="215552"/>
                  </a:cubicBezTo>
                  <a:cubicBezTo>
                    <a:pt x="26" y="212667"/>
                    <a:pt x="24" y="209783"/>
                    <a:pt x="22" y="206898"/>
                  </a:cubicBezTo>
                  <a:cubicBezTo>
                    <a:pt x="22" y="201896"/>
                    <a:pt x="26" y="196894"/>
                    <a:pt x="35" y="191892"/>
                  </a:cubicBezTo>
                  <a:cubicBezTo>
                    <a:pt x="47" y="184659"/>
                    <a:pt x="51" y="177427"/>
                    <a:pt x="53" y="170195"/>
                  </a:cubicBezTo>
                  <a:cubicBezTo>
                    <a:pt x="56" y="158462"/>
                    <a:pt x="66" y="146729"/>
                    <a:pt x="80" y="134996"/>
                  </a:cubicBezTo>
                  <a:cubicBezTo>
                    <a:pt x="93" y="123596"/>
                    <a:pt x="104" y="112196"/>
                    <a:pt x="110" y="100796"/>
                  </a:cubicBezTo>
                  <a:cubicBezTo>
                    <a:pt x="111" y="99742"/>
                    <a:pt x="111" y="99742"/>
                    <a:pt x="112" y="98668"/>
                  </a:cubicBezTo>
                  <a:cubicBezTo>
                    <a:pt x="113" y="95145"/>
                    <a:pt x="115" y="91623"/>
                    <a:pt x="117" y="88100"/>
                  </a:cubicBezTo>
                  <a:cubicBezTo>
                    <a:pt x="133" y="58857"/>
                    <a:pt x="159" y="29614"/>
                    <a:pt x="192" y="370"/>
                  </a:cubicBezTo>
                  <a:cubicBezTo>
                    <a:pt x="12598" y="301"/>
                    <a:pt x="25004" y="248"/>
                    <a:pt x="37411" y="216"/>
                  </a:cubicBezTo>
                  <a:cubicBezTo>
                    <a:pt x="43171" y="201"/>
                    <a:pt x="48931" y="180"/>
                    <a:pt x="54691" y="146"/>
                  </a:cubicBezTo>
                  <a:cubicBezTo>
                    <a:pt x="59709" y="116"/>
                    <a:pt x="64728" y="97"/>
                    <a:pt x="69747" y="90"/>
                  </a:cubicBezTo>
                  <a:cubicBezTo>
                    <a:pt x="72406" y="86"/>
                    <a:pt x="75065" y="77"/>
                    <a:pt x="77724" y="56"/>
                  </a:cubicBezTo>
                  <a:cubicBezTo>
                    <a:pt x="80687" y="32"/>
                    <a:pt x="83650" y="31"/>
                    <a:pt x="86614" y="32"/>
                  </a:cubicBezTo>
                  <a:cubicBezTo>
                    <a:pt x="87502" y="22"/>
                    <a:pt x="88390" y="11"/>
                    <a:pt x="89305" y="0"/>
                  </a:cubicBezTo>
                  <a:close/>
                </a:path>
              </a:pathLst>
            </a:custGeom>
            <a:grpFill/>
            <a:ln w="744" cap="flat">
              <a:noFill/>
              <a:prstDash val="solid"/>
              <a:miter/>
            </a:ln>
          </p:spPr>
          <p:txBody>
            <a:bodyPr rtlCol="0" anchor="ctr"/>
            <a:lstStyle/>
            <a:p>
              <a:endParaRPr lang="zh-CN" altLang="en-US"/>
            </a:p>
          </p:txBody>
        </p:sp>
        <p:sp>
          <p:nvSpPr>
            <p:cNvPr id="116" name="任意多边形: 形状 115"/>
            <p:cNvSpPr/>
            <p:nvPr/>
          </p:nvSpPr>
          <p:spPr>
            <a:xfrm>
              <a:off x="5212633" y="1394069"/>
              <a:ext cx="144759" cy="236364"/>
            </a:xfrm>
            <a:custGeom>
              <a:avLst/>
              <a:gdLst>
                <a:gd name="connsiteX0" fmla="*/ 79903 w 144759"/>
                <a:gd name="connsiteY0" fmla="*/ 129578 h 236364"/>
                <a:gd name="connsiteX1" fmla="*/ 76943 w 144759"/>
                <a:gd name="connsiteY1" fmla="*/ 129603 h 236364"/>
                <a:gd name="connsiteX2" fmla="*/ 71806 w 144759"/>
                <a:gd name="connsiteY2" fmla="*/ 129632 h 236364"/>
                <a:gd name="connsiteX3" fmla="*/ 68125 w 144759"/>
                <a:gd name="connsiteY3" fmla="*/ 129672 h 236364"/>
                <a:gd name="connsiteX4" fmla="*/ 58500 w 144759"/>
                <a:gd name="connsiteY4" fmla="*/ 129745 h 236364"/>
                <a:gd name="connsiteX5" fmla="*/ 48517 w 144759"/>
                <a:gd name="connsiteY5" fmla="*/ 129833 h 236364"/>
                <a:gd name="connsiteX6" fmla="*/ 27016 w 144759"/>
                <a:gd name="connsiteY6" fmla="*/ 130025 h 236364"/>
                <a:gd name="connsiteX7" fmla="*/ 26980 w 144759"/>
                <a:gd name="connsiteY7" fmla="*/ 156705 h 236364"/>
                <a:gd name="connsiteX8" fmla="*/ 26965 w 144759"/>
                <a:gd name="connsiteY8" fmla="*/ 170292 h 236364"/>
                <a:gd name="connsiteX9" fmla="*/ 26947 w 144759"/>
                <a:gd name="connsiteY9" fmla="*/ 183618 h 236364"/>
                <a:gd name="connsiteX10" fmla="*/ 26944 w 144759"/>
                <a:gd name="connsiteY10" fmla="*/ 188670 h 236364"/>
                <a:gd name="connsiteX11" fmla="*/ 26932 w 144759"/>
                <a:gd name="connsiteY11" fmla="*/ 195978 h 236364"/>
                <a:gd name="connsiteX12" fmla="*/ 26932 w 144759"/>
                <a:gd name="connsiteY12" fmla="*/ 198200 h 236364"/>
                <a:gd name="connsiteX13" fmla="*/ 26924 w 144759"/>
                <a:gd name="connsiteY13" fmla="*/ 200321 h 236364"/>
                <a:gd name="connsiteX14" fmla="*/ 27761 w 144759"/>
                <a:gd name="connsiteY14" fmla="*/ 205928 h 236364"/>
                <a:gd name="connsiteX15" fmla="*/ 31537 w 144759"/>
                <a:gd name="connsiteY15" fmla="*/ 205973 h 236364"/>
                <a:gd name="connsiteX16" fmla="*/ 33173 w 144759"/>
                <a:gd name="connsiteY16" fmla="*/ 205944 h 236364"/>
                <a:gd name="connsiteX17" fmla="*/ 38589 w 144759"/>
                <a:gd name="connsiteY17" fmla="*/ 205869 h 236364"/>
                <a:gd name="connsiteX18" fmla="*/ 42469 w 144759"/>
                <a:gd name="connsiteY18" fmla="*/ 205811 h 236364"/>
                <a:gd name="connsiteX19" fmla="*/ 52615 w 144759"/>
                <a:gd name="connsiteY19" fmla="*/ 205666 h 236364"/>
                <a:gd name="connsiteX20" fmla="*/ 63138 w 144759"/>
                <a:gd name="connsiteY20" fmla="*/ 205513 h 236364"/>
                <a:gd name="connsiteX21" fmla="*/ 85804 w 144759"/>
                <a:gd name="connsiteY21" fmla="*/ 205184 h 236364"/>
                <a:gd name="connsiteX22" fmla="*/ 85804 w 144759"/>
                <a:gd name="connsiteY22" fmla="*/ 202207 h 236364"/>
                <a:gd name="connsiteX23" fmla="*/ 88056 w 144759"/>
                <a:gd name="connsiteY23" fmla="*/ 202338 h 236364"/>
                <a:gd name="connsiteX24" fmla="*/ 90966 w 144759"/>
                <a:gd name="connsiteY24" fmla="*/ 202440 h 236364"/>
                <a:gd name="connsiteX25" fmla="*/ 96221 w 144759"/>
                <a:gd name="connsiteY25" fmla="*/ 202207 h 236364"/>
                <a:gd name="connsiteX26" fmla="*/ 96783 w 144759"/>
                <a:gd name="connsiteY26" fmla="*/ 200344 h 236364"/>
                <a:gd name="connsiteX27" fmla="*/ 96966 w 144759"/>
                <a:gd name="connsiteY27" fmla="*/ 198486 h 236364"/>
                <a:gd name="connsiteX28" fmla="*/ 99198 w 144759"/>
                <a:gd name="connsiteY28" fmla="*/ 198300 h 236364"/>
                <a:gd name="connsiteX29" fmla="*/ 101430 w 144759"/>
                <a:gd name="connsiteY29" fmla="*/ 198486 h 236364"/>
                <a:gd name="connsiteX30" fmla="*/ 102175 w 144759"/>
                <a:gd name="connsiteY30" fmla="*/ 197742 h 236364"/>
                <a:gd name="connsiteX31" fmla="*/ 106732 w 144759"/>
                <a:gd name="connsiteY31" fmla="*/ 191603 h 236364"/>
                <a:gd name="connsiteX32" fmla="*/ 107384 w 144759"/>
                <a:gd name="connsiteY32" fmla="*/ 189557 h 236364"/>
                <a:gd name="connsiteX33" fmla="*/ 109616 w 144759"/>
                <a:gd name="connsiteY33" fmla="*/ 188813 h 236364"/>
                <a:gd name="connsiteX34" fmla="*/ 109756 w 144759"/>
                <a:gd name="connsiteY34" fmla="*/ 186534 h 236364"/>
                <a:gd name="connsiteX35" fmla="*/ 109616 w 144759"/>
                <a:gd name="connsiteY35" fmla="*/ 184348 h 236364"/>
                <a:gd name="connsiteX36" fmla="*/ 111848 w 144759"/>
                <a:gd name="connsiteY36" fmla="*/ 184348 h 236364"/>
                <a:gd name="connsiteX37" fmla="*/ 112673 w 144759"/>
                <a:gd name="connsiteY37" fmla="*/ 178507 h 236364"/>
                <a:gd name="connsiteX38" fmla="*/ 112654 w 144759"/>
                <a:gd name="connsiteY38" fmla="*/ 176197 h 236364"/>
                <a:gd name="connsiteX39" fmla="*/ 112632 w 144759"/>
                <a:gd name="connsiteY39" fmla="*/ 173620 h 236364"/>
                <a:gd name="connsiteX40" fmla="*/ 112593 w 144759"/>
                <a:gd name="connsiteY40" fmla="*/ 170953 h 236364"/>
                <a:gd name="connsiteX41" fmla="*/ 112437 w 144759"/>
                <a:gd name="connsiteY41" fmla="*/ 163262 h 236364"/>
                <a:gd name="connsiteX42" fmla="*/ 112360 w 144759"/>
                <a:gd name="connsiteY42" fmla="*/ 160721 h 236364"/>
                <a:gd name="connsiteX43" fmla="*/ 112309 w 144759"/>
                <a:gd name="connsiteY43" fmla="*/ 158076 h 236364"/>
                <a:gd name="connsiteX44" fmla="*/ 112229 w 144759"/>
                <a:gd name="connsiteY44" fmla="*/ 155570 h 236364"/>
                <a:gd name="connsiteX45" fmla="*/ 111848 w 144759"/>
                <a:gd name="connsiteY45" fmla="*/ 151606 h 236364"/>
                <a:gd name="connsiteX46" fmla="*/ 109616 w 144759"/>
                <a:gd name="connsiteY46" fmla="*/ 150861 h 236364"/>
                <a:gd name="connsiteX47" fmla="*/ 109604 w 144759"/>
                <a:gd name="connsiteY47" fmla="*/ 149149 h 236364"/>
                <a:gd name="connsiteX48" fmla="*/ 108744 w 144759"/>
                <a:gd name="connsiteY48" fmla="*/ 145527 h 236364"/>
                <a:gd name="connsiteX49" fmla="*/ 107570 w 144759"/>
                <a:gd name="connsiteY49" fmla="*/ 144025 h 236364"/>
                <a:gd name="connsiteX50" fmla="*/ 105151 w 144759"/>
                <a:gd name="connsiteY50" fmla="*/ 141188 h 236364"/>
                <a:gd name="connsiteX51" fmla="*/ 102175 w 144759"/>
                <a:gd name="connsiteY51" fmla="*/ 139699 h 236364"/>
                <a:gd name="connsiteX52" fmla="*/ 102175 w 144759"/>
                <a:gd name="connsiteY52" fmla="*/ 137467 h 236364"/>
                <a:gd name="connsiteX53" fmla="*/ 99617 w 144759"/>
                <a:gd name="connsiteY53" fmla="*/ 136723 h 236364"/>
                <a:gd name="connsiteX54" fmla="*/ 96966 w 144759"/>
                <a:gd name="connsiteY54" fmla="*/ 135979 h 236364"/>
                <a:gd name="connsiteX55" fmla="*/ 96221 w 144759"/>
                <a:gd name="connsiteY55" fmla="*/ 133746 h 236364"/>
                <a:gd name="connsiteX56" fmla="*/ 94919 w 144759"/>
                <a:gd name="connsiteY56" fmla="*/ 133552 h 236364"/>
                <a:gd name="connsiteX57" fmla="*/ 93245 w 144759"/>
                <a:gd name="connsiteY57" fmla="*/ 133659 h 236364"/>
                <a:gd name="connsiteX58" fmla="*/ 89524 w 144759"/>
                <a:gd name="connsiteY58" fmla="*/ 133839 h 236364"/>
                <a:gd name="connsiteX59" fmla="*/ 87617 w 144759"/>
                <a:gd name="connsiteY59" fmla="*/ 133964 h 236364"/>
                <a:gd name="connsiteX60" fmla="*/ 85804 w 144759"/>
                <a:gd name="connsiteY60" fmla="*/ 134031 h 236364"/>
                <a:gd name="connsiteX61" fmla="*/ 82827 w 144759"/>
                <a:gd name="connsiteY61" fmla="*/ 133746 h 236364"/>
                <a:gd name="connsiteX62" fmla="*/ 82083 w 144759"/>
                <a:gd name="connsiteY62" fmla="*/ 130025 h 236364"/>
                <a:gd name="connsiteX63" fmla="*/ 79903 w 144759"/>
                <a:gd name="connsiteY63" fmla="*/ 129578 h 236364"/>
                <a:gd name="connsiteX64" fmla="*/ 77040 w 144759"/>
                <a:gd name="connsiteY64" fmla="*/ 30474 h 236364"/>
                <a:gd name="connsiteX65" fmla="*/ 74241 w 144759"/>
                <a:gd name="connsiteY65" fmla="*/ 30499 h 236364"/>
                <a:gd name="connsiteX66" fmla="*/ 69331 w 144759"/>
                <a:gd name="connsiteY66" fmla="*/ 30529 h 236364"/>
                <a:gd name="connsiteX67" fmla="*/ 66083 w 144759"/>
                <a:gd name="connsiteY67" fmla="*/ 30566 h 236364"/>
                <a:gd name="connsiteX68" fmla="*/ 61236 w 144759"/>
                <a:gd name="connsiteY68" fmla="*/ 30586 h 236364"/>
                <a:gd name="connsiteX69" fmla="*/ 53015 w 144759"/>
                <a:gd name="connsiteY69" fmla="*/ 30689 h 236364"/>
                <a:gd name="connsiteX70" fmla="*/ 27017 w 144759"/>
                <a:gd name="connsiteY70" fmla="*/ 30921 h 236364"/>
                <a:gd name="connsiteX71" fmla="*/ 27017 w 144759"/>
                <a:gd name="connsiteY71" fmla="*/ 99382 h 236364"/>
                <a:gd name="connsiteX72" fmla="*/ 53387 w 144759"/>
                <a:gd name="connsiteY72" fmla="*/ 99615 h 236364"/>
                <a:gd name="connsiteX73" fmla="*/ 65076 w 144759"/>
                <a:gd name="connsiteY73" fmla="*/ 99734 h 236364"/>
                <a:gd name="connsiteX74" fmla="*/ 68221 w 144759"/>
                <a:gd name="connsiteY74" fmla="*/ 99746 h 236364"/>
                <a:gd name="connsiteX75" fmla="*/ 73329 w 144759"/>
                <a:gd name="connsiteY75" fmla="*/ 99806 h 236364"/>
                <a:gd name="connsiteX76" fmla="*/ 74917 w 144759"/>
                <a:gd name="connsiteY76" fmla="*/ 99805 h 236364"/>
                <a:gd name="connsiteX77" fmla="*/ 79851 w 144759"/>
                <a:gd name="connsiteY77" fmla="*/ 99382 h 236364"/>
                <a:gd name="connsiteX78" fmla="*/ 80531 w 144759"/>
                <a:gd name="connsiteY78" fmla="*/ 97496 h 236364"/>
                <a:gd name="connsiteX79" fmla="*/ 80595 w 144759"/>
                <a:gd name="connsiteY79" fmla="*/ 95662 h 236364"/>
                <a:gd name="connsiteX80" fmla="*/ 82307 w 144759"/>
                <a:gd name="connsiteY80" fmla="*/ 95851 h 236364"/>
                <a:gd name="connsiteX81" fmla="*/ 84548 w 144759"/>
                <a:gd name="connsiteY81" fmla="*/ 96080 h 236364"/>
                <a:gd name="connsiteX82" fmla="*/ 91013 w 144759"/>
                <a:gd name="connsiteY82" fmla="*/ 95662 h 236364"/>
                <a:gd name="connsiteX83" fmla="*/ 91757 w 144759"/>
                <a:gd name="connsiteY83" fmla="*/ 92685 h 236364"/>
                <a:gd name="connsiteX84" fmla="*/ 96222 w 144759"/>
                <a:gd name="connsiteY84" fmla="*/ 92685 h 236364"/>
                <a:gd name="connsiteX85" fmla="*/ 101152 w 144759"/>
                <a:gd name="connsiteY85" fmla="*/ 85848 h 236364"/>
                <a:gd name="connsiteX86" fmla="*/ 102175 w 144759"/>
                <a:gd name="connsiteY86" fmla="*/ 83755 h 236364"/>
                <a:gd name="connsiteX87" fmla="*/ 103370 w 144759"/>
                <a:gd name="connsiteY87" fmla="*/ 82750 h 236364"/>
                <a:gd name="connsiteX88" fmla="*/ 104463 w 144759"/>
                <a:gd name="connsiteY88" fmla="*/ 79677 h 236364"/>
                <a:gd name="connsiteX89" fmla="*/ 104175 w 144759"/>
                <a:gd name="connsiteY89" fmla="*/ 77663 h 236364"/>
                <a:gd name="connsiteX90" fmla="*/ 103905 w 144759"/>
                <a:gd name="connsiteY90" fmla="*/ 75631 h 236364"/>
                <a:gd name="connsiteX91" fmla="*/ 103663 w 144759"/>
                <a:gd name="connsiteY91" fmla="*/ 74082 h 236364"/>
                <a:gd name="connsiteX92" fmla="*/ 106640 w 144759"/>
                <a:gd name="connsiteY92" fmla="*/ 73337 h 236364"/>
                <a:gd name="connsiteX93" fmla="*/ 107025 w 144759"/>
                <a:gd name="connsiteY93" fmla="*/ 71762 h 236364"/>
                <a:gd name="connsiteX94" fmla="*/ 107035 w 144759"/>
                <a:gd name="connsiteY94" fmla="*/ 69710 h 236364"/>
                <a:gd name="connsiteX95" fmla="*/ 107047 w 144759"/>
                <a:gd name="connsiteY95" fmla="*/ 67489 h 236364"/>
                <a:gd name="connsiteX96" fmla="*/ 107012 w 144759"/>
                <a:gd name="connsiteY96" fmla="*/ 65152 h 236364"/>
                <a:gd name="connsiteX97" fmla="*/ 107047 w 144759"/>
                <a:gd name="connsiteY97" fmla="*/ 62815 h 236364"/>
                <a:gd name="connsiteX98" fmla="*/ 107035 w 144759"/>
                <a:gd name="connsiteY98" fmla="*/ 60594 h 236364"/>
                <a:gd name="connsiteX99" fmla="*/ 106640 w 144759"/>
                <a:gd name="connsiteY99" fmla="*/ 56966 h 236364"/>
                <a:gd name="connsiteX100" fmla="*/ 105140 w 144759"/>
                <a:gd name="connsiteY100" fmla="*/ 56482 h 236364"/>
                <a:gd name="connsiteX101" fmla="*/ 103663 w 144759"/>
                <a:gd name="connsiteY101" fmla="*/ 56222 h 236364"/>
                <a:gd name="connsiteX102" fmla="*/ 103451 w 144759"/>
                <a:gd name="connsiteY102" fmla="*/ 54385 h 236364"/>
                <a:gd name="connsiteX103" fmla="*/ 103663 w 144759"/>
                <a:gd name="connsiteY103" fmla="*/ 48037 h 236364"/>
                <a:gd name="connsiteX104" fmla="*/ 101431 w 144759"/>
                <a:gd name="connsiteY104" fmla="*/ 47293 h 236364"/>
                <a:gd name="connsiteX105" fmla="*/ 101431 w 144759"/>
                <a:gd name="connsiteY105" fmla="*/ 44316 h 236364"/>
                <a:gd name="connsiteX106" fmla="*/ 94501 w 144759"/>
                <a:gd name="connsiteY106" fmla="*/ 37386 h 236364"/>
                <a:gd name="connsiteX107" fmla="*/ 92501 w 144759"/>
                <a:gd name="connsiteY107" fmla="*/ 36875 h 236364"/>
                <a:gd name="connsiteX108" fmla="*/ 91757 w 144759"/>
                <a:gd name="connsiteY108" fmla="*/ 34642 h 236364"/>
                <a:gd name="connsiteX109" fmla="*/ 87191 w 144759"/>
                <a:gd name="connsiteY109" fmla="*/ 33988 h 236364"/>
                <a:gd name="connsiteX110" fmla="*/ 84548 w 144759"/>
                <a:gd name="connsiteY110" fmla="*/ 34224 h 236364"/>
                <a:gd name="connsiteX111" fmla="*/ 81889 w 144759"/>
                <a:gd name="connsiteY111" fmla="*/ 34453 h 236364"/>
                <a:gd name="connsiteX112" fmla="*/ 79851 w 144759"/>
                <a:gd name="connsiteY112" fmla="*/ 34642 h 236364"/>
                <a:gd name="connsiteX113" fmla="*/ 79107 w 144759"/>
                <a:gd name="connsiteY113" fmla="*/ 30921 h 236364"/>
                <a:gd name="connsiteX114" fmla="*/ 77040 w 144759"/>
                <a:gd name="connsiteY114" fmla="*/ 30474 h 236364"/>
                <a:gd name="connsiteX115" fmla="*/ 88515 w 144759"/>
                <a:gd name="connsiteY115" fmla="*/ 0 h 236364"/>
                <a:gd name="connsiteX116" fmla="*/ 90931 w 144759"/>
                <a:gd name="connsiteY116" fmla="*/ 12 h 236364"/>
                <a:gd name="connsiteX117" fmla="*/ 93039 w 144759"/>
                <a:gd name="connsiteY117" fmla="*/ 4 h 236364"/>
                <a:gd name="connsiteX118" fmla="*/ 94698 w 144759"/>
                <a:gd name="connsiteY118" fmla="*/ 370 h 236364"/>
                <a:gd name="connsiteX119" fmla="*/ 96186 w 144759"/>
                <a:gd name="connsiteY119" fmla="*/ 3347 h 236364"/>
                <a:gd name="connsiteX120" fmla="*/ 100372 w 144759"/>
                <a:gd name="connsiteY120" fmla="*/ 3533 h 236364"/>
                <a:gd name="connsiteX121" fmla="*/ 102634 w 144759"/>
                <a:gd name="connsiteY121" fmla="*/ 3452 h 236364"/>
                <a:gd name="connsiteX122" fmla="*/ 104372 w 144759"/>
                <a:gd name="connsiteY122" fmla="*/ 3347 h 236364"/>
                <a:gd name="connsiteX123" fmla="*/ 104372 w 144759"/>
                <a:gd name="connsiteY123" fmla="*/ 6323 h 236364"/>
                <a:gd name="connsiteX124" fmla="*/ 107255 w 144759"/>
                <a:gd name="connsiteY124" fmla="*/ 6510 h 236364"/>
                <a:gd name="connsiteX125" fmla="*/ 110325 w 144759"/>
                <a:gd name="connsiteY125" fmla="*/ 7068 h 236364"/>
                <a:gd name="connsiteX126" fmla="*/ 111813 w 144759"/>
                <a:gd name="connsiteY126" fmla="*/ 10044 h 236364"/>
                <a:gd name="connsiteX127" fmla="*/ 114046 w 144759"/>
                <a:gd name="connsiteY127" fmla="*/ 10788 h 236364"/>
                <a:gd name="connsiteX128" fmla="*/ 114790 w 144759"/>
                <a:gd name="connsiteY128" fmla="*/ 12323 h 236364"/>
                <a:gd name="connsiteX129" fmla="*/ 115534 w 144759"/>
                <a:gd name="connsiteY129" fmla="*/ 13765 h 236364"/>
                <a:gd name="connsiteX130" fmla="*/ 117766 w 144759"/>
                <a:gd name="connsiteY130" fmla="*/ 13765 h 236364"/>
                <a:gd name="connsiteX131" fmla="*/ 118510 w 144759"/>
                <a:gd name="connsiteY131" fmla="*/ 15997 h 236364"/>
                <a:gd name="connsiteX132" fmla="*/ 120743 w 144759"/>
                <a:gd name="connsiteY132" fmla="*/ 17486 h 236364"/>
                <a:gd name="connsiteX133" fmla="*/ 121487 w 144759"/>
                <a:gd name="connsiteY133" fmla="*/ 19718 h 236364"/>
                <a:gd name="connsiteX134" fmla="*/ 122975 w 144759"/>
                <a:gd name="connsiteY134" fmla="*/ 20462 h 236364"/>
                <a:gd name="connsiteX135" fmla="*/ 123719 w 144759"/>
                <a:gd name="connsiteY135" fmla="*/ 23439 h 236364"/>
                <a:gd name="connsiteX136" fmla="*/ 125208 w 144759"/>
                <a:gd name="connsiteY136" fmla="*/ 24183 h 236364"/>
                <a:gd name="connsiteX137" fmla="*/ 126696 w 144759"/>
                <a:gd name="connsiteY137" fmla="*/ 27904 h 236364"/>
                <a:gd name="connsiteX138" fmla="*/ 128184 w 144759"/>
                <a:gd name="connsiteY138" fmla="*/ 28648 h 236364"/>
                <a:gd name="connsiteX139" fmla="*/ 128928 w 144759"/>
                <a:gd name="connsiteY139" fmla="*/ 34601 h 236364"/>
                <a:gd name="connsiteX140" fmla="*/ 131161 w 144759"/>
                <a:gd name="connsiteY140" fmla="*/ 34601 h 236364"/>
                <a:gd name="connsiteX141" fmla="*/ 131245 w 144759"/>
                <a:gd name="connsiteY141" fmla="*/ 36202 h 236364"/>
                <a:gd name="connsiteX142" fmla="*/ 131393 w 144759"/>
                <a:gd name="connsiteY142" fmla="*/ 38275 h 236364"/>
                <a:gd name="connsiteX143" fmla="*/ 131524 w 144759"/>
                <a:gd name="connsiteY143" fmla="*/ 40342 h 236364"/>
                <a:gd name="connsiteX144" fmla="*/ 131905 w 144759"/>
                <a:gd name="connsiteY144" fmla="*/ 42042 h 236364"/>
                <a:gd name="connsiteX145" fmla="*/ 134137 w 144759"/>
                <a:gd name="connsiteY145" fmla="*/ 42786 h 236364"/>
                <a:gd name="connsiteX146" fmla="*/ 134391 w 144759"/>
                <a:gd name="connsiteY146" fmla="*/ 46355 h 236364"/>
                <a:gd name="connsiteX147" fmla="*/ 134390 w 144759"/>
                <a:gd name="connsiteY147" fmla="*/ 48657 h 236364"/>
                <a:gd name="connsiteX148" fmla="*/ 134355 w 144759"/>
                <a:gd name="connsiteY148" fmla="*/ 51161 h 236364"/>
                <a:gd name="connsiteX149" fmla="*/ 134346 w 144759"/>
                <a:gd name="connsiteY149" fmla="*/ 53710 h 236364"/>
                <a:gd name="connsiteX150" fmla="*/ 134277 w 144759"/>
                <a:gd name="connsiteY150" fmla="*/ 61808 h 236364"/>
                <a:gd name="connsiteX151" fmla="*/ 134246 w 144759"/>
                <a:gd name="connsiteY151" fmla="*/ 67283 h 236364"/>
                <a:gd name="connsiteX152" fmla="*/ 134137 w 144759"/>
                <a:gd name="connsiteY152" fmla="*/ 80738 h 236364"/>
                <a:gd name="connsiteX153" fmla="*/ 131905 w 144759"/>
                <a:gd name="connsiteY153" fmla="*/ 79993 h 236364"/>
                <a:gd name="connsiteX154" fmla="*/ 131821 w 144759"/>
                <a:gd name="connsiteY154" fmla="*/ 81758 h 236364"/>
                <a:gd name="connsiteX155" fmla="*/ 131672 w 144759"/>
                <a:gd name="connsiteY155" fmla="*/ 84040 h 236364"/>
                <a:gd name="connsiteX156" fmla="*/ 131542 w 144759"/>
                <a:gd name="connsiteY156" fmla="*/ 86316 h 236364"/>
                <a:gd name="connsiteX157" fmla="*/ 131161 w 144759"/>
                <a:gd name="connsiteY157" fmla="*/ 88179 h 236364"/>
                <a:gd name="connsiteX158" fmla="*/ 128928 w 144759"/>
                <a:gd name="connsiteY158" fmla="*/ 88923 h 236364"/>
                <a:gd name="connsiteX159" fmla="*/ 128184 w 144759"/>
                <a:gd name="connsiteY159" fmla="*/ 93388 h 236364"/>
                <a:gd name="connsiteX160" fmla="*/ 126696 w 144759"/>
                <a:gd name="connsiteY160" fmla="*/ 94132 h 236364"/>
                <a:gd name="connsiteX161" fmla="*/ 125580 w 144759"/>
                <a:gd name="connsiteY161" fmla="*/ 96411 h 236364"/>
                <a:gd name="connsiteX162" fmla="*/ 124464 w 144759"/>
                <a:gd name="connsiteY162" fmla="*/ 98597 h 236364"/>
                <a:gd name="connsiteX163" fmla="*/ 122975 w 144759"/>
                <a:gd name="connsiteY163" fmla="*/ 98597 h 236364"/>
                <a:gd name="connsiteX164" fmla="*/ 122231 w 144759"/>
                <a:gd name="connsiteY164" fmla="*/ 100457 h 236364"/>
                <a:gd name="connsiteX165" fmla="*/ 121487 w 144759"/>
                <a:gd name="connsiteY165" fmla="*/ 102318 h 236364"/>
                <a:gd name="connsiteX166" fmla="*/ 119999 w 144759"/>
                <a:gd name="connsiteY166" fmla="*/ 102318 h 236364"/>
                <a:gd name="connsiteX167" fmla="*/ 119301 w 144759"/>
                <a:gd name="connsiteY167" fmla="*/ 104085 h 236364"/>
                <a:gd name="connsiteX168" fmla="*/ 116278 w 144759"/>
                <a:gd name="connsiteY168" fmla="*/ 107527 h 236364"/>
                <a:gd name="connsiteX169" fmla="*/ 114790 w 144759"/>
                <a:gd name="connsiteY169" fmla="*/ 109759 h 236364"/>
                <a:gd name="connsiteX170" fmla="*/ 111813 w 144759"/>
                <a:gd name="connsiteY170" fmla="*/ 109015 h 236364"/>
                <a:gd name="connsiteX171" fmla="*/ 115534 w 144759"/>
                <a:gd name="connsiteY171" fmla="*/ 112736 h 236364"/>
                <a:gd name="connsiteX172" fmla="*/ 119255 w 144759"/>
                <a:gd name="connsiteY172" fmla="*/ 112736 h 236364"/>
                <a:gd name="connsiteX173" fmla="*/ 119580 w 144759"/>
                <a:gd name="connsiteY173" fmla="*/ 114177 h 236364"/>
                <a:gd name="connsiteX174" fmla="*/ 119999 w 144759"/>
                <a:gd name="connsiteY174" fmla="*/ 115712 h 236364"/>
                <a:gd name="connsiteX175" fmla="*/ 124464 w 144759"/>
                <a:gd name="connsiteY175" fmla="*/ 116456 h 236364"/>
                <a:gd name="connsiteX176" fmla="*/ 125952 w 144759"/>
                <a:gd name="connsiteY176" fmla="*/ 119433 h 236364"/>
                <a:gd name="connsiteX177" fmla="*/ 128184 w 144759"/>
                <a:gd name="connsiteY177" fmla="*/ 121665 h 236364"/>
                <a:gd name="connsiteX178" fmla="*/ 131161 w 144759"/>
                <a:gd name="connsiteY178" fmla="*/ 125386 h 236364"/>
                <a:gd name="connsiteX179" fmla="*/ 132370 w 144759"/>
                <a:gd name="connsiteY179" fmla="*/ 126549 h 236364"/>
                <a:gd name="connsiteX180" fmla="*/ 134882 w 144759"/>
                <a:gd name="connsiteY180" fmla="*/ 130595 h 236364"/>
                <a:gd name="connsiteX181" fmla="*/ 136370 w 144759"/>
                <a:gd name="connsiteY181" fmla="*/ 131339 h 236364"/>
                <a:gd name="connsiteX182" fmla="*/ 137114 w 144759"/>
                <a:gd name="connsiteY182" fmla="*/ 137292 h 236364"/>
                <a:gd name="connsiteX183" fmla="*/ 139346 w 144759"/>
                <a:gd name="connsiteY183" fmla="*/ 137292 h 236364"/>
                <a:gd name="connsiteX184" fmla="*/ 139710 w 144759"/>
                <a:gd name="connsiteY184" fmla="*/ 141870 h 236364"/>
                <a:gd name="connsiteX185" fmla="*/ 140091 w 144759"/>
                <a:gd name="connsiteY185" fmla="*/ 143245 h 236364"/>
                <a:gd name="connsiteX186" fmla="*/ 142323 w 144759"/>
                <a:gd name="connsiteY186" fmla="*/ 143989 h 236364"/>
                <a:gd name="connsiteX187" fmla="*/ 142742 w 144759"/>
                <a:gd name="connsiteY187" fmla="*/ 149943 h 236364"/>
                <a:gd name="connsiteX188" fmla="*/ 143067 w 144759"/>
                <a:gd name="connsiteY188" fmla="*/ 155896 h 236364"/>
                <a:gd name="connsiteX189" fmla="*/ 144555 w 144759"/>
                <a:gd name="connsiteY189" fmla="*/ 156640 h 236364"/>
                <a:gd name="connsiteX190" fmla="*/ 144753 w 144759"/>
                <a:gd name="connsiteY190" fmla="*/ 161407 h 236364"/>
                <a:gd name="connsiteX191" fmla="*/ 144759 w 144759"/>
                <a:gd name="connsiteY191" fmla="*/ 164340 h 236364"/>
                <a:gd name="connsiteX192" fmla="*/ 144749 w 144759"/>
                <a:gd name="connsiteY192" fmla="*/ 165875 h 236364"/>
                <a:gd name="connsiteX193" fmla="*/ 144759 w 144759"/>
                <a:gd name="connsiteY193" fmla="*/ 170520 h 236364"/>
                <a:gd name="connsiteX194" fmla="*/ 144753 w 144759"/>
                <a:gd name="connsiteY194" fmla="*/ 173453 h 236364"/>
                <a:gd name="connsiteX195" fmla="*/ 144748 w 144759"/>
                <a:gd name="connsiteY195" fmla="*/ 176166 h 236364"/>
                <a:gd name="connsiteX196" fmla="*/ 144555 w 144759"/>
                <a:gd name="connsiteY196" fmla="*/ 178220 h 236364"/>
                <a:gd name="connsiteX197" fmla="*/ 143067 w 144759"/>
                <a:gd name="connsiteY197" fmla="*/ 178964 h 236364"/>
                <a:gd name="connsiteX198" fmla="*/ 142711 w 144759"/>
                <a:gd name="connsiteY198" fmla="*/ 186609 h 236364"/>
                <a:gd name="connsiteX199" fmla="*/ 142323 w 144759"/>
                <a:gd name="connsiteY199" fmla="*/ 190870 h 236364"/>
                <a:gd name="connsiteX200" fmla="*/ 140091 w 144759"/>
                <a:gd name="connsiteY200" fmla="*/ 191614 h 236364"/>
                <a:gd name="connsiteX201" fmla="*/ 139579 w 144759"/>
                <a:gd name="connsiteY201" fmla="*/ 195754 h 236364"/>
                <a:gd name="connsiteX202" fmla="*/ 139431 w 144759"/>
                <a:gd name="connsiteY202" fmla="*/ 198036 h 236364"/>
                <a:gd name="connsiteX203" fmla="*/ 139346 w 144759"/>
                <a:gd name="connsiteY203" fmla="*/ 199800 h 236364"/>
                <a:gd name="connsiteX204" fmla="*/ 137114 w 144759"/>
                <a:gd name="connsiteY204" fmla="*/ 199800 h 236364"/>
                <a:gd name="connsiteX205" fmla="*/ 136835 w 144759"/>
                <a:gd name="connsiteY205" fmla="*/ 202730 h 236364"/>
                <a:gd name="connsiteX206" fmla="*/ 136370 w 144759"/>
                <a:gd name="connsiteY206" fmla="*/ 205753 h 236364"/>
                <a:gd name="connsiteX207" fmla="*/ 134882 w 144759"/>
                <a:gd name="connsiteY207" fmla="*/ 206497 h 236364"/>
                <a:gd name="connsiteX208" fmla="*/ 134184 w 144759"/>
                <a:gd name="connsiteY208" fmla="*/ 208637 h 236364"/>
                <a:gd name="connsiteX209" fmla="*/ 131161 w 144759"/>
                <a:gd name="connsiteY209" fmla="*/ 213195 h 236364"/>
                <a:gd name="connsiteX210" fmla="*/ 127106 w 144759"/>
                <a:gd name="connsiteY210" fmla="*/ 218287 h 236364"/>
                <a:gd name="connsiteX211" fmla="*/ 125952 w 144759"/>
                <a:gd name="connsiteY211" fmla="*/ 219706 h 236364"/>
                <a:gd name="connsiteX212" fmla="*/ 124882 w 144759"/>
                <a:gd name="connsiteY212" fmla="*/ 221043 h 236364"/>
                <a:gd name="connsiteX213" fmla="*/ 120743 w 144759"/>
                <a:gd name="connsiteY213" fmla="*/ 222868 h 236364"/>
                <a:gd name="connsiteX214" fmla="*/ 120371 w 144759"/>
                <a:gd name="connsiteY214" fmla="*/ 224357 h 236364"/>
                <a:gd name="connsiteX215" fmla="*/ 119999 w 144759"/>
                <a:gd name="connsiteY215" fmla="*/ 225845 h 236364"/>
                <a:gd name="connsiteX216" fmla="*/ 117022 w 144759"/>
                <a:gd name="connsiteY216" fmla="*/ 226589 h 236364"/>
                <a:gd name="connsiteX217" fmla="*/ 116278 w 144759"/>
                <a:gd name="connsiteY217" fmla="*/ 228821 h 236364"/>
                <a:gd name="connsiteX218" fmla="*/ 112511 w 144759"/>
                <a:gd name="connsiteY218" fmla="*/ 228961 h 236364"/>
                <a:gd name="connsiteX219" fmla="*/ 110438 w 144759"/>
                <a:gd name="connsiteY219" fmla="*/ 228900 h 236364"/>
                <a:gd name="connsiteX220" fmla="*/ 108837 w 144759"/>
                <a:gd name="connsiteY220" fmla="*/ 228821 h 236364"/>
                <a:gd name="connsiteX221" fmla="*/ 108837 w 144759"/>
                <a:gd name="connsiteY221" fmla="*/ 232542 h 236364"/>
                <a:gd name="connsiteX222" fmla="*/ 106584 w 144759"/>
                <a:gd name="connsiteY222" fmla="*/ 232438 h 236364"/>
                <a:gd name="connsiteX223" fmla="*/ 103674 w 144759"/>
                <a:gd name="connsiteY223" fmla="*/ 232356 h 236364"/>
                <a:gd name="connsiteX224" fmla="*/ 100770 w 144759"/>
                <a:gd name="connsiteY224" fmla="*/ 232252 h 236364"/>
                <a:gd name="connsiteX225" fmla="*/ 98419 w 144759"/>
                <a:gd name="connsiteY225" fmla="*/ 232542 h 236364"/>
                <a:gd name="connsiteX226" fmla="*/ 98123 w 144759"/>
                <a:gd name="connsiteY226" fmla="*/ 234014 h 236364"/>
                <a:gd name="connsiteX227" fmla="*/ 97675 w 144759"/>
                <a:gd name="connsiteY227" fmla="*/ 235519 h 236364"/>
                <a:gd name="connsiteX228" fmla="*/ 94096 w 144759"/>
                <a:gd name="connsiteY228" fmla="*/ 236071 h 236364"/>
                <a:gd name="connsiteX229" fmla="*/ 91838 w 144759"/>
                <a:gd name="connsiteY229" fmla="*/ 236195 h 236364"/>
                <a:gd name="connsiteX230" fmla="*/ 80523 w 144759"/>
                <a:gd name="connsiteY230" fmla="*/ 236359 h 236364"/>
                <a:gd name="connsiteX231" fmla="*/ 77931 w 144759"/>
                <a:gd name="connsiteY231" fmla="*/ 236363 h 236364"/>
                <a:gd name="connsiteX232" fmla="*/ 69534 w 144759"/>
                <a:gd name="connsiteY232" fmla="*/ 236362 h 236364"/>
                <a:gd name="connsiteX233" fmla="*/ 63674 w 144759"/>
                <a:gd name="connsiteY233" fmla="*/ 236364 h 236364"/>
                <a:gd name="connsiteX234" fmla="*/ 51437 w 144759"/>
                <a:gd name="connsiteY234" fmla="*/ 236360 h 236364"/>
                <a:gd name="connsiteX235" fmla="*/ 37289 w 144759"/>
                <a:gd name="connsiteY235" fmla="*/ 236361 h 236364"/>
                <a:gd name="connsiteX236" fmla="*/ 23647 w 144759"/>
                <a:gd name="connsiteY236" fmla="*/ 236362 h 236364"/>
                <a:gd name="connsiteX237" fmla="*/ 17849 w 144759"/>
                <a:gd name="connsiteY237" fmla="*/ 236364 h 236364"/>
                <a:gd name="connsiteX238" fmla="*/ 9780 w 144759"/>
                <a:gd name="connsiteY238" fmla="*/ 236359 h 236364"/>
                <a:gd name="connsiteX239" fmla="*/ 7347 w 144759"/>
                <a:gd name="connsiteY239" fmla="*/ 236364 h 236364"/>
                <a:gd name="connsiteX240" fmla="*/ 5138 w 144759"/>
                <a:gd name="connsiteY240" fmla="*/ 236357 h 236364"/>
                <a:gd name="connsiteX241" fmla="*/ 3212 w 144759"/>
                <a:gd name="connsiteY241" fmla="*/ 236357 h 236364"/>
                <a:gd name="connsiteX242" fmla="*/ 192 w 144759"/>
                <a:gd name="connsiteY242" fmla="*/ 235519 h 236364"/>
                <a:gd name="connsiteX243" fmla="*/ 9 w 144759"/>
                <a:gd name="connsiteY243" fmla="*/ 231755 h 236364"/>
                <a:gd name="connsiteX244" fmla="*/ 0 w 144759"/>
                <a:gd name="connsiteY244" fmla="*/ 229268 h 236364"/>
                <a:gd name="connsiteX245" fmla="*/ 13 w 144759"/>
                <a:gd name="connsiteY245" fmla="*/ 226502 h 236364"/>
                <a:gd name="connsiteX246" fmla="*/ 9 w 144759"/>
                <a:gd name="connsiteY246" fmla="*/ 223590 h 236364"/>
                <a:gd name="connsiteX247" fmla="*/ 19 w 144759"/>
                <a:gd name="connsiteY247" fmla="*/ 215552 h 236364"/>
                <a:gd name="connsiteX248" fmla="*/ 22 w 144759"/>
                <a:gd name="connsiteY248" fmla="*/ 206898 h 236364"/>
                <a:gd name="connsiteX249" fmla="*/ 35 w 144759"/>
                <a:gd name="connsiteY249" fmla="*/ 191892 h 236364"/>
                <a:gd name="connsiteX250" fmla="*/ 53 w 144759"/>
                <a:gd name="connsiteY250" fmla="*/ 170195 h 236364"/>
                <a:gd name="connsiteX251" fmla="*/ 80 w 144759"/>
                <a:gd name="connsiteY251" fmla="*/ 134996 h 236364"/>
                <a:gd name="connsiteX252" fmla="*/ 110 w 144759"/>
                <a:gd name="connsiteY252" fmla="*/ 100796 h 236364"/>
                <a:gd name="connsiteX253" fmla="*/ 112 w 144759"/>
                <a:gd name="connsiteY253" fmla="*/ 98668 h 236364"/>
                <a:gd name="connsiteX254" fmla="*/ 117 w 144759"/>
                <a:gd name="connsiteY254" fmla="*/ 88100 h 236364"/>
                <a:gd name="connsiteX255" fmla="*/ 192 w 144759"/>
                <a:gd name="connsiteY255" fmla="*/ 370 h 236364"/>
                <a:gd name="connsiteX256" fmla="*/ 37081 w 144759"/>
                <a:gd name="connsiteY256" fmla="*/ 216 h 236364"/>
                <a:gd name="connsiteX257" fmla="*/ 54208 w 144759"/>
                <a:gd name="connsiteY257" fmla="*/ 146 h 236364"/>
                <a:gd name="connsiteX258" fmla="*/ 69133 w 144759"/>
                <a:gd name="connsiteY258" fmla="*/ 90 h 236364"/>
                <a:gd name="connsiteX259" fmla="*/ 77039 w 144759"/>
                <a:gd name="connsiteY259" fmla="*/ 56 h 236364"/>
                <a:gd name="connsiteX260" fmla="*/ 85854 w 144759"/>
                <a:gd name="connsiteY260" fmla="*/ 32 h 236364"/>
                <a:gd name="connsiteX261" fmla="*/ 88515 w 144759"/>
                <a:gd name="connsiteY261"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144759" h="236364">
                  <a:moveTo>
                    <a:pt x="79903" y="129578"/>
                  </a:moveTo>
                  <a:cubicBezTo>
                    <a:pt x="78897" y="129587"/>
                    <a:pt x="77920" y="129595"/>
                    <a:pt x="76943" y="129603"/>
                  </a:cubicBezTo>
                  <a:cubicBezTo>
                    <a:pt x="75230" y="129601"/>
                    <a:pt x="73519" y="129605"/>
                    <a:pt x="71806" y="129632"/>
                  </a:cubicBezTo>
                  <a:cubicBezTo>
                    <a:pt x="70579" y="129652"/>
                    <a:pt x="69352" y="129666"/>
                    <a:pt x="68125" y="129672"/>
                  </a:cubicBezTo>
                  <a:cubicBezTo>
                    <a:pt x="64917" y="129682"/>
                    <a:pt x="61708" y="129704"/>
                    <a:pt x="58500" y="129745"/>
                  </a:cubicBezTo>
                  <a:cubicBezTo>
                    <a:pt x="55172" y="129787"/>
                    <a:pt x="51845" y="129813"/>
                    <a:pt x="48517" y="129833"/>
                  </a:cubicBezTo>
                  <a:cubicBezTo>
                    <a:pt x="41350" y="129873"/>
                    <a:pt x="34183" y="129939"/>
                    <a:pt x="27016" y="130025"/>
                  </a:cubicBezTo>
                  <a:cubicBezTo>
                    <a:pt x="27001" y="138919"/>
                    <a:pt x="26988" y="147812"/>
                    <a:pt x="26980" y="156705"/>
                  </a:cubicBezTo>
                  <a:cubicBezTo>
                    <a:pt x="26976" y="161234"/>
                    <a:pt x="26973" y="165763"/>
                    <a:pt x="26965" y="170292"/>
                  </a:cubicBezTo>
                  <a:cubicBezTo>
                    <a:pt x="26957" y="174734"/>
                    <a:pt x="26950" y="179176"/>
                    <a:pt x="26947" y="183618"/>
                  </a:cubicBezTo>
                  <a:cubicBezTo>
                    <a:pt x="26946" y="185302"/>
                    <a:pt x="26945" y="186986"/>
                    <a:pt x="26944" y="188670"/>
                  </a:cubicBezTo>
                  <a:cubicBezTo>
                    <a:pt x="26938" y="191106"/>
                    <a:pt x="26932" y="193542"/>
                    <a:pt x="26932" y="195978"/>
                  </a:cubicBezTo>
                  <a:cubicBezTo>
                    <a:pt x="26932" y="196734"/>
                    <a:pt x="26932" y="197467"/>
                    <a:pt x="26932" y="198200"/>
                  </a:cubicBezTo>
                  <a:cubicBezTo>
                    <a:pt x="26929" y="198921"/>
                    <a:pt x="26927" y="199621"/>
                    <a:pt x="26924" y="200321"/>
                  </a:cubicBezTo>
                  <a:cubicBezTo>
                    <a:pt x="26927" y="202256"/>
                    <a:pt x="26307" y="204474"/>
                    <a:pt x="27761" y="205928"/>
                  </a:cubicBezTo>
                  <a:cubicBezTo>
                    <a:pt x="29019" y="205961"/>
                    <a:pt x="30278" y="205987"/>
                    <a:pt x="31537" y="205973"/>
                  </a:cubicBezTo>
                  <a:cubicBezTo>
                    <a:pt x="32093" y="205963"/>
                    <a:pt x="32633" y="205954"/>
                    <a:pt x="33173" y="205944"/>
                  </a:cubicBezTo>
                  <a:cubicBezTo>
                    <a:pt x="34978" y="205921"/>
                    <a:pt x="36783" y="205897"/>
                    <a:pt x="38589" y="205869"/>
                  </a:cubicBezTo>
                  <a:cubicBezTo>
                    <a:pt x="39882" y="205848"/>
                    <a:pt x="41175" y="205829"/>
                    <a:pt x="42469" y="205811"/>
                  </a:cubicBezTo>
                  <a:cubicBezTo>
                    <a:pt x="45851" y="205765"/>
                    <a:pt x="49233" y="205717"/>
                    <a:pt x="52615" y="205666"/>
                  </a:cubicBezTo>
                  <a:cubicBezTo>
                    <a:pt x="56123" y="205612"/>
                    <a:pt x="59631" y="205562"/>
                    <a:pt x="63138" y="205513"/>
                  </a:cubicBezTo>
                  <a:cubicBezTo>
                    <a:pt x="70694" y="205408"/>
                    <a:pt x="78249" y="205298"/>
                    <a:pt x="85804" y="205184"/>
                  </a:cubicBezTo>
                  <a:cubicBezTo>
                    <a:pt x="85804" y="204172"/>
                    <a:pt x="85804" y="203189"/>
                    <a:pt x="85804" y="202207"/>
                  </a:cubicBezTo>
                  <a:cubicBezTo>
                    <a:pt x="86569" y="202252"/>
                    <a:pt x="87313" y="202295"/>
                    <a:pt x="88056" y="202338"/>
                  </a:cubicBezTo>
                  <a:cubicBezTo>
                    <a:pt x="89046" y="202372"/>
                    <a:pt x="90006" y="202406"/>
                    <a:pt x="90966" y="202440"/>
                  </a:cubicBezTo>
                  <a:cubicBezTo>
                    <a:pt x="93870" y="202570"/>
                    <a:pt x="93870" y="202570"/>
                    <a:pt x="96221" y="202207"/>
                  </a:cubicBezTo>
                  <a:cubicBezTo>
                    <a:pt x="96412" y="201574"/>
                    <a:pt x="96597" y="200959"/>
                    <a:pt x="96783" y="200344"/>
                  </a:cubicBezTo>
                  <a:cubicBezTo>
                    <a:pt x="96845" y="199712"/>
                    <a:pt x="96905" y="199099"/>
                    <a:pt x="96966" y="198486"/>
                  </a:cubicBezTo>
                  <a:cubicBezTo>
                    <a:pt x="97725" y="198423"/>
                    <a:pt x="98461" y="198362"/>
                    <a:pt x="99198" y="198300"/>
                  </a:cubicBezTo>
                  <a:cubicBezTo>
                    <a:pt x="99957" y="198364"/>
                    <a:pt x="100694" y="198425"/>
                    <a:pt x="101430" y="198486"/>
                  </a:cubicBezTo>
                  <a:cubicBezTo>
                    <a:pt x="101683" y="198233"/>
                    <a:pt x="101929" y="197988"/>
                    <a:pt x="102175" y="197742"/>
                  </a:cubicBezTo>
                  <a:cubicBezTo>
                    <a:pt x="104392" y="195752"/>
                    <a:pt x="105747" y="194449"/>
                    <a:pt x="106732" y="191603"/>
                  </a:cubicBezTo>
                  <a:cubicBezTo>
                    <a:pt x="106954" y="190907"/>
                    <a:pt x="107169" y="190232"/>
                    <a:pt x="107384" y="189557"/>
                  </a:cubicBezTo>
                  <a:cubicBezTo>
                    <a:pt x="108511" y="189181"/>
                    <a:pt x="108511" y="189181"/>
                    <a:pt x="109616" y="188813"/>
                  </a:cubicBezTo>
                  <a:cubicBezTo>
                    <a:pt x="109686" y="187662"/>
                    <a:pt x="109686" y="187662"/>
                    <a:pt x="109756" y="186534"/>
                  </a:cubicBezTo>
                  <a:cubicBezTo>
                    <a:pt x="109708" y="185790"/>
                    <a:pt x="109662" y="185069"/>
                    <a:pt x="109616" y="184348"/>
                  </a:cubicBezTo>
                  <a:cubicBezTo>
                    <a:pt x="110375" y="184348"/>
                    <a:pt x="111112" y="184348"/>
                    <a:pt x="111848" y="184348"/>
                  </a:cubicBezTo>
                  <a:cubicBezTo>
                    <a:pt x="112480" y="182379"/>
                    <a:pt x="112595" y="180570"/>
                    <a:pt x="112673" y="178507"/>
                  </a:cubicBezTo>
                  <a:cubicBezTo>
                    <a:pt x="112667" y="177722"/>
                    <a:pt x="112660" y="176959"/>
                    <a:pt x="112654" y="176197"/>
                  </a:cubicBezTo>
                  <a:cubicBezTo>
                    <a:pt x="112646" y="175321"/>
                    <a:pt x="112639" y="174471"/>
                    <a:pt x="112632" y="173620"/>
                  </a:cubicBezTo>
                  <a:cubicBezTo>
                    <a:pt x="112619" y="172713"/>
                    <a:pt x="112606" y="171833"/>
                    <a:pt x="112593" y="170953"/>
                  </a:cubicBezTo>
                  <a:cubicBezTo>
                    <a:pt x="112556" y="168389"/>
                    <a:pt x="112509" y="165826"/>
                    <a:pt x="112437" y="163262"/>
                  </a:cubicBezTo>
                  <a:cubicBezTo>
                    <a:pt x="112411" y="162398"/>
                    <a:pt x="112385" y="161560"/>
                    <a:pt x="112360" y="160721"/>
                  </a:cubicBezTo>
                  <a:cubicBezTo>
                    <a:pt x="112343" y="159822"/>
                    <a:pt x="112326" y="158949"/>
                    <a:pt x="112309" y="158076"/>
                  </a:cubicBezTo>
                  <a:cubicBezTo>
                    <a:pt x="112282" y="157224"/>
                    <a:pt x="112256" y="156397"/>
                    <a:pt x="112229" y="155570"/>
                  </a:cubicBezTo>
                  <a:cubicBezTo>
                    <a:pt x="112170" y="153313"/>
                    <a:pt x="112170" y="153313"/>
                    <a:pt x="111848" y="151606"/>
                  </a:cubicBezTo>
                  <a:cubicBezTo>
                    <a:pt x="110721" y="151230"/>
                    <a:pt x="110721" y="151230"/>
                    <a:pt x="109616" y="150861"/>
                  </a:cubicBezTo>
                  <a:cubicBezTo>
                    <a:pt x="109610" y="149997"/>
                    <a:pt x="109610" y="149997"/>
                    <a:pt x="109604" y="149149"/>
                  </a:cubicBezTo>
                  <a:cubicBezTo>
                    <a:pt x="109616" y="147141"/>
                    <a:pt x="109616" y="147141"/>
                    <a:pt x="108744" y="145527"/>
                  </a:cubicBezTo>
                  <a:cubicBezTo>
                    <a:pt x="108345" y="145016"/>
                    <a:pt x="107957" y="144521"/>
                    <a:pt x="107570" y="144025"/>
                  </a:cubicBezTo>
                  <a:cubicBezTo>
                    <a:pt x="106419" y="142504"/>
                    <a:pt x="106419" y="142504"/>
                    <a:pt x="105151" y="141188"/>
                  </a:cubicBezTo>
                  <a:cubicBezTo>
                    <a:pt x="104150" y="140710"/>
                    <a:pt x="103155" y="140217"/>
                    <a:pt x="102175" y="139699"/>
                  </a:cubicBezTo>
                  <a:cubicBezTo>
                    <a:pt x="102175" y="138940"/>
                    <a:pt x="102175" y="138204"/>
                    <a:pt x="102175" y="137467"/>
                  </a:cubicBezTo>
                  <a:cubicBezTo>
                    <a:pt x="101305" y="137214"/>
                    <a:pt x="100461" y="136968"/>
                    <a:pt x="99617" y="136723"/>
                  </a:cubicBezTo>
                  <a:cubicBezTo>
                    <a:pt x="98278" y="136347"/>
                    <a:pt x="98278" y="136347"/>
                    <a:pt x="96966" y="135979"/>
                  </a:cubicBezTo>
                  <a:cubicBezTo>
                    <a:pt x="96590" y="134851"/>
                    <a:pt x="96590" y="134851"/>
                    <a:pt x="96221" y="133746"/>
                  </a:cubicBezTo>
                  <a:cubicBezTo>
                    <a:pt x="95779" y="133680"/>
                    <a:pt x="95349" y="133616"/>
                    <a:pt x="94919" y="133552"/>
                  </a:cubicBezTo>
                  <a:cubicBezTo>
                    <a:pt x="94350" y="133588"/>
                    <a:pt x="93797" y="133624"/>
                    <a:pt x="93245" y="133659"/>
                  </a:cubicBezTo>
                  <a:cubicBezTo>
                    <a:pt x="92004" y="133709"/>
                    <a:pt x="90764" y="133769"/>
                    <a:pt x="89524" y="133839"/>
                  </a:cubicBezTo>
                  <a:cubicBezTo>
                    <a:pt x="88876" y="133882"/>
                    <a:pt x="88247" y="133923"/>
                    <a:pt x="87617" y="133964"/>
                  </a:cubicBezTo>
                  <a:cubicBezTo>
                    <a:pt x="87001" y="133987"/>
                    <a:pt x="86402" y="134009"/>
                    <a:pt x="85804" y="134031"/>
                  </a:cubicBezTo>
                  <a:cubicBezTo>
                    <a:pt x="84171" y="134227"/>
                    <a:pt x="84171" y="134227"/>
                    <a:pt x="82827" y="133746"/>
                  </a:cubicBezTo>
                  <a:cubicBezTo>
                    <a:pt x="82695" y="131888"/>
                    <a:pt x="82695" y="131888"/>
                    <a:pt x="82083" y="130025"/>
                  </a:cubicBezTo>
                  <a:cubicBezTo>
                    <a:pt x="81342" y="129873"/>
                    <a:pt x="80622" y="129726"/>
                    <a:pt x="79903" y="129578"/>
                  </a:cubicBezTo>
                  <a:close/>
                  <a:moveTo>
                    <a:pt x="77040" y="30474"/>
                  </a:moveTo>
                  <a:cubicBezTo>
                    <a:pt x="76088" y="30483"/>
                    <a:pt x="75164" y="30491"/>
                    <a:pt x="74241" y="30499"/>
                  </a:cubicBezTo>
                  <a:cubicBezTo>
                    <a:pt x="72604" y="30498"/>
                    <a:pt x="70968" y="30502"/>
                    <a:pt x="69331" y="30529"/>
                  </a:cubicBezTo>
                  <a:cubicBezTo>
                    <a:pt x="68249" y="30547"/>
                    <a:pt x="67166" y="30561"/>
                    <a:pt x="66083" y="30566"/>
                  </a:cubicBezTo>
                  <a:cubicBezTo>
                    <a:pt x="64539" y="30569"/>
                    <a:pt x="64539" y="30569"/>
                    <a:pt x="61236" y="30586"/>
                  </a:cubicBezTo>
                  <a:cubicBezTo>
                    <a:pt x="58441" y="30621"/>
                    <a:pt x="55728" y="30655"/>
                    <a:pt x="53015" y="30689"/>
                  </a:cubicBezTo>
                  <a:cubicBezTo>
                    <a:pt x="44176" y="30768"/>
                    <a:pt x="35596" y="30845"/>
                    <a:pt x="27017" y="30921"/>
                  </a:cubicBezTo>
                  <a:cubicBezTo>
                    <a:pt x="27017" y="54198"/>
                    <a:pt x="27017" y="76790"/>
                    <a:pt x="27017" y="99382"/>
                  </a:cubicBezTo>
                  <a:cubicBezTo>
                    <a:pt x="35983" y="99461"/>
                    <a:pt x="44685" y="99538"/>
                    <a:pt x="53387" y="99615"/>
                  </a:cubicBezTo>
                  <a:cubicBezTo>
                    <a:pt x="57284" y="99663"/>
                    <a:pt x="61180" y="99715"/>
                    <a:pt x="65076" y="99734"/>
                  </a:cubicBezTo>
                  <a:cubicBezTo>
                    <a:pt x="66124" y="99736"/>
                    <a:pt x="67173" y="99740"/>
                    <a:pt x="68221" y="99746"/>
                  </a:cubicBezTo>
                  <a:cubicBezTo>
                    <a:pt x="69924" y="99775"/>
                    <a:pt x="71626" y="99803"/>
                    <a:pt x="73329" y="99806"/>
                  </a:cubicBezTo>
                  <a:cubicBezTo>
                    <a:pt x="74131" y="99805"/>
                    <a:pt x="74131" y="99805"/>
                    <a:pt x="74917" y="99805"/>
                  </a:cubicBezTo>
                  <a:cubicBezTo>
                    <a:pt x="77756" y="99830"/>
                    <a:pt x="77756" y="99830"/>
                    <a:pt x="79851" y="99382"/>
                  </a:cubicBezTo>
                  <a:cubicBezTo>
                    <a:pt x="80082" y="98741"/>
                    <a:pt x="80307" y="98118"/>
                    <a:pt x="80531" y="97496"/>
                  </a:cubicBezTo>
                  <a:cubicBezTo>
                    <a:pt x="80553" y="96872"/>
                    <a:pt x="80574" y="96267"/>
                    <a:pt x="80595" y="95662"/>
                  </a:cubicBezTo>
                  <a:cubicBezTo>
                    <a:pt x="81177" y="95726"/>
                    <a:pt x="81742" y="95788"/>
                    <a:pt x="82307" y="95851"/>
                  </a:cubicBezTo>
                  <a:cubicBezTo>
                    <a:pt x="83069" y="95929"/>
                    <a:pt x="83809" y="96004"/>
                    <a:pt x="84548" y="96080"/>
                  </a:cubicBezTo>
                  <a:cubicBezTo>
                    <a:pt x="87108" y="96351"/>
                    <a:pt x="88549" y="96483"/>
                    <a:pt x="91013" y="95662"/>
                  </a:cubicBezTo>
                  <a:cubicBezTo>
                    <a:pt x="91197" y="94119"/>
                    <a:pt x="91197" y="94119"/>
                    <a:pt x="91757" y="92685"/>
                  </a:cubicBezTo>
                  <a:cubicBezTo>
                    <a:pt x="93804" y="92778"/>
                    <a:pt x="93804" y="92778"/>
                    <a:pt x="96222" y="92685"/>
                  </a:cubicBezTo>
                  <a:cubicBezTo>
                    <a:pt x="98477" y="90483"/>
                    <a:pt x="99725" y="88648"/>
                    <a:pt x="101152" y="85848"/>
                  </a:cubicBezTo>
                  <a:cubicBezTo>
                    <a:pt x="101500" y="85137"/>
                    <a:pt x="101838" y="84446"/>
                    <a:pt x="102175" y="83755"/>
                  </a:cubicBezTo>
                  <a:cubicBezTo>
                    <a:pt x="102581" y="83413"/>
                    <a:pt x="102976" y="83082"/>
                    <a:pt x="103370" y="82750"/>
                  </a:cubicBezTo>
                  <a:cubicBezTo>
                    <a:pt x="104408" y="81523"/>
                    <a:pt x="104408" y="81523"/>
                    <a:pt x="104463" y="79677"/>
                  </a:cubicBezTo>
                  <a:cubicBezTo>
                    <a:pt x="104365" y="78992"/>
                    <a:pt x="104270" y="78328"/>
                    <a:pt x="104175" y="77663"/>
                  </a:cubicBezTo>
                  <a:cubicBezTo>
                    <a:pt x="104083" y="76972"/>
                    <a:pt x="103994" y="76301"/>
                    <a:pt x="103905" y="75631"/>
                  </a:cubicBezTo>
                  <a:cubicBezTo>
                    <a:pt x="103783" y="74848"/>
                    <a:pt x="103783" y="74848"/>
                    <a:pt x="103663" y="74082"/>
                  </a:cubicBezTo>
                  <a:cubicBezTo>
                    <a:pt x="105127" y="73936"/>
                    <a:pt x="105127" y="73936"/>
                    <a:pt x="106640" y="73337"/>
                  </a:cubicBezTo>
                  <a:cubicBezTo>
                    <a:pt x="106771" y="72802"/>
                    <a:pt x="106898" y="72282"/>
                    <a:pt x="107025" y="71762"/>
                  </a:cubicBezTo>
                  <a:cubicBezTo>
                    <a:pt x="107029" y="71064"/>
                    <a:pt x="107032" y="70387"/>
                    <a:pt x="107035" y="69710"/>
                  </a:cubicBezTo>
                  <a:cubicBezTo>
                    <a:pt x="107039" y="68955"/>
                    <a:pt x="107043" y="68222"/>
                    <a:pt x="107047" y="67489"/>
                  </a:cubicBezTo>
                  <a:cubicBezTo>
                    <a:pt x="107029" y="66309"/>
                    <a:pt x="107029" y="66309"/>
                    <a:pt x="107012" y="65152"/>
                  </a:cubicBezTo>
                  <a:cubicBezTo>
                    <a:pt x="107024" y="64357"/>
                    <a:pt x="107035" y="63586"/>
                    <a:pt x="107047" y="62815"/>
                  </a:cubicBezTo>
                  <a:cubicBezTo>
                    <a:pt x="107041" y="61693"/>
                    <a:pt x="107041" y="61693"/>
                    <a:pt x="107035" y="60594"/>
                  </a:cubicBezTo>
                  <a:cubicBezTo>
                    <a:pt x="107025" y="58542"/>
                    <a:pt x="107025" y="58542"/>
                    <a:pt x="106640" y="56966"/>
                  </a:cubicBezTo>
                  <a:cubicBezTo>
                    <a:pt x="106130" y="56802"/>
                    <a:pt x="105635" y="56642"/>
                    <a:pt x="105140" y="56482"/>
                  </a:cubicBezTo>
                  <a:cubicBezTo>
                    <a:pt x="104638" y="56394"/>
                    <a:pt x="104151" y="56308"/>
                    <a:pt x="103663" y="56222"/>
                  </a:cubicBezTo>
                  <a:cubicBezTo>
                    <a:pt x="103591" y="55598"/>
                    <a:pt x="103521" y="54991"/>
                    <a:pt x="103451" y="54385"/>
                  </a:cubicBezTo>
                  <a:cubicBezTo>
                    <a:pt x="103609" y="52242"/>
                    <a:pt x="103796" y="50182"/>
                    <a:pt x="103663" y="48037"/>
                  </a:cubicBezTo>
                  <a:cubicBezTo>
                    <a:pt x="102536" y="47661"/>
                    <a:pt x="102536" y="47661"/>
                    <a:pt x="101431" y="47293"/>
                  </a:cubicBezTo>
                  <a:cubicBezTo>
                    <a:pt x="101431" y="46280"/>
                    <a:pt x="101431" y="45298"/>
                    <a:pt x="101431" y="44316"/>
                  </a:cubicBezTo>
                  <a:cubicBezTo>
                    <a:pt x="99718" y="41097"/>
                    <a:pt x="97918" y="38740"/>
                    <a:pt x="94501" y="37386"/>
                  </a:cubicBezTo>
                  <a:cubicBezTo>
                    <a:pt x="93821" y="37212"/>
                    <a:pt x="93161" y="37043"/>
                    <a:pt x="92501" y="36875"/>
                  </a:cubicBezTo>
                  <a:cubicBezTo>
                    <a:pt x="92126" y="35747"/>
                    <a:pt x="92126" y="35747"/>
                    <a:pt x="91757" y="34642"/>
                  </a:cubicBezTo>
                  <a:cubicBezTo>
                    <a:pt x="89525" y="33898"/>
                    <a:pt x="89525" y="33898"/>
                    <a:pt x="87191" y="33988"/>
                  </a:cubicBezTo>
                  <a:cubicBezTo>
                    <a:pt x="86292" y="34068"/>
                    <a:pt x="85420" y="34146"/>
                    <a:pt x="84548" y="34224"/>
                  </a:cubicBezTo>
                  <a:cubicBezTo>
                    <a:pt x="83644" y="34302"/>
                    <a:pt x="82766" y="34377"/>
                    <a:pt x="81889" y="34453"/>
                  </a:cubicBezTo>
                  <a:cubicBezTo>
                    <a:pt x="80860" y="34549"/>
                    <a:pt x="80860" y="34549"/>
                    <a:pt x="79851" y="34642"/>
                  </a:cubicBezTo>
                  <a:cubicBezTo>
                    <a:pt x="79783" y="32808"/>
                    <a:pt x="79783" y="32808"/>
                    <a:pt x="79107" y="30921"/>
                  </a:cubicBezTo>
                  <a:cubicBezTo>
                    <a:pt x="78404" y="30769"/>
                    <a:pt x="77722" y="30622"/>
                    <a:pt x="77040" y="30474"/>
                  </a:cubicBezTo>
                  <a:close/>
                  <a:moveTo>
                    <a:pt x="88515" y="0"/>
                  </a:moveTo>
                  <a:cubicBezTo>
                    <a:pt x="89313" y="4"/>
                    <a:pt x="90110" y="8"/>
                    <a:pt x="90931" y="12"/>
                  </a:cubicBezTo>
                  <a:cubicBezTo>
                    <a:pt x="91627" y="10"/>
                    <a:pt x="92322" y="7"/>
                    <a:pt x="93039" y="4"/>
                  </a:cubicBezTo>
                  <a:cubicBezTo>
                    <a:pt x="93860" y="185"/>
                    <a:pt x="93860" y="185"/>
                    <a:pt x="94698" y="370"/>
                  </a:cubicBezTo>
                  <a:cubicBezTo>
                    <a:pt x="95557" y="1863"/>
                    <a:pt x="95557" y="1863"/>
                    <a:pt x="96186" y="3347"/>
                  </a:cubicBezTo>
                  <a:cubicBezTo>
                    <a:pt x="98167" y="3708"/>
                    <a:pt x="98167" y="3708"/>
                    <a:pt x="100372" y="3533"/>
                  </a:cubicBezTo>
                  <a:cubicBezTo>
                    <a:pt x="101118" y="3506"/>
                    <a:pt x="101865" y="3479"/>
                    <a:pt x="102634" y="3452"/>
                  </a:cubicBezTo>
                  <a:cubicBezTo>
                    <a:pt x="103207" y="3417"/>
                    <a:pt x="103781" y="3382"/>
                    <a:pt x="104372" y="3347"/>
                  </a:cubicBezTo>
                  <a:cubicBezTo>
                    <a:pt x="104372" y="4329"/>
                    <a:pt x="104372" y="5311"/>
                    <a:pt x="104372" y="6323"/>
                  </a:cubicBezTo>
                  <a:cubicBezTo>
                    <a:pt x="105323" y="6385"/>
                    <a:pt x="106275" y="6446"/>
                    <a:pt x="107255" y="6510"/>
                  </a:cubicBezTo>
                  <a:cubicBezTo>
                    <a:pt x="108909" y="6707"/>
                    <a:pt x="108909" y="6707"/>
                    <a:pt x="110325" y="7068"/>
                  </a:cubicBezTo>
                  <a:cubicBezTo>
                    <a:pt x="111302" y="8556"/>
                    <a:pt x="111302" y="8556"/>
                    <a:pt x="111813" y="10044"/>
                  </a:cubicBezTo>
                  <a:cubicBezTo>
                    <a:pt x="112550" y="10290"/>
                    <a:pt x="113287" y="10535"/>
                    <a:pt x="114046" y="10788"/>
                  </a:cubicBezTo>
                  <a:cubicBezTo>
                    <a:pt x="114291" y="11295"/>
                    <a:pt x="114537" y="11801"/>
                    <a:pt x="114790" y="12323"/>
                  </a:cubicBezTo>
                  <a:cubicBezTo>
                    <a:pt x="115035" y="12799"/>
                    <a:pt x="115281" y="13275"/>
                    <a:pt x="115534" y="13765"/>
                  </a:cubicBezTo>
                  <a:cubicBezTo>
                    <a:pt x="116271" y="13765"/>
                    <a:pt x="117007" y="13765"/>
                    <a:pt x="117766" y="13765"/>
                  </a:cubicBezTo>
                  <a:cubicBezTo>
                    <a:pt x="118012" y="14502"/>
                    <a:pt x="118257" y="15238"/>
                    <a:pt x="118510" y="15997"/>
                  </a:cubicBezTo>
                  <a:cubicBezTo>
                    <a:pt x="119247" y="16488"/>
                    <a:pt x="119984" y="16980"/>
                    <a:pt x="120743" y="17486"/>
                  </a:cubicBezTo>
                  <a:cubicBezTo>
                    <a:pt x="120988" y="18222"/>
                    <a:pt x="121234" y="18959"/>
                    <a:pt x="121487" y="19718"/>
                  </a:cubicBezTo>
                  <a:cubicBezTo>
                    <a:pt x="121978" y="19964"/>
                    <a:pt x="122469" y="20209"/>
                    <a:pt x="122975" y="20462"/>
                  </a:cubicBezTo>
                  <a:cubicBezTo>
                    <a:pt x="123223" y="21454"/>
                    <a:pt x="123471" y="22447"/>
                    <a:pt x="123719" y="23439"/>
                  </a:cubicBezTo>
                  <a:cubicBezTo>
                    <a:pt x="124211" y="23684"/>
                    <a:pt x="124702" y="23930"/>
                    <a:pt x="125208" y="24183"/>
                  </a:cubicBezTo>
                  <a:cubicBezTo>
                    <a:pt x="125704" y="25423"/>
                    <a:pt x="126200" y="26663"/>
                    <a:pt x="126696" y="27904"/>
                  </a:cubicBezTo>
                  <a:cubicBezTo>
                    <a:pt x="127187" y="28149"/>
                    <a:pt x="127678" y="28395"/>
                    <a:pt x="128184" y="28648"/>
                  </a:cubicBezTo>
                  <a:cubicBezTo>
                    <a:pt x="128626" y="30619"/>
                    <a:pt x="128737" y="32586"/>
                    <a:pt x="128928" y="34601"/>
                  </a:cubicBezTo>
                  <a:cubicBezTo>
                    <a:pt x="129665" y="34601"/>
                    <a:pt x="130402" y="34601"/>
                    <a:pt x="131161" y="34601"/>
                  </a:cubicBezTo>
                  <a:cubicBezTo>
                    <a:pt x="131203" y="35394"/>
                    <a:pt x="131203" y="35394"/>
                    <a:pt x="131245" y="36202"/>
                  </a:cubicBezTo>
                  <a:cubicBezTo>
                    <a:pt x="131294" y="36886"/>
                    <a:pt x="131343" y="37570"/>
                    <a:pt x="131393" y="38275"/>
                  </a:cubicBezTo>
                  <a:cubicBezTo>
                    <a:pt x="131458" y="39298"/>
                    <a:pt x="131458" y="39298"/>
                    <a:pt x="131524" y="40342"/>
                  </a:cubicBezTo>
                  <a:cubicBezTo>
                    <a:pt x="131650" y="40903"/>
                    <a:pt x="131776" y="41464"/>
                    <a:pt x="131905" y="42042"/>
                  </a:cubicBezTo>
                  <a:cubicBezTo>
                    <a:pt x="132642" y="42288"/>
                    <a:pt x="133378" y="42533"/>
                    <a:pt x="134137" y="42786"/>
                  </a:cubicBezTo>
                  <a:cubicBezTo>
                    <a:pt x="134406" y="44317"/>
                    <a:pt x="134406" y="44317"/>
                    <a:pt x="134391" y="46355"/>
                  </a:cubicBezTo>
                  <a:cubicBezTo>
                    <a:pt x="134391" y="47114"/>
                    <a:pt x="134391" y="47874"/>
                    <a:pt x="134390" y="48657"/>
                  </a:cubicBezTo>
                  <a:cubicBezTo>
                    <a:pt x="134379" y="49483"/>
                    <a:pt x="134367" y="50310"/>
                    <a:pt x="134355" y="51161"/>
                  </a:cubicBezTo>
                  <a:cubicBezTo>
                    <a:pt x="134352" y="52002"/>
                    <a:pt x="134349" y="52843"/>
                    <a:pt x="134346" y="53710"/>
                  </a:cubicBezTo>
                  <a:cubicBezTo>
                    <a:pt x="134333" y="56410"/>
                    <a:pt x="134305" y="59109"/>
                    <a:pt x="134277" y="61808"/>
                  </a:cubicBezTo>
                  <a:cubicBezTo>
                    <a:pt x="134266" y="63633"/>
                    <a:pt x="134256" y="65458"/>
                    <a:pt x="134246" y="67283"/>
                  </a:cubicBezTo>
                  <a:cubicBezTo>
                    <a:pt x="134222" y="71768"/>
                    <a:pt x="134184" y="76253"/>
                    <a:pt x="134137" y="80738"/>
                  </a:cubicBezTo>
                  <a:cubicBezTo>
                    <a:pt x="133401" y="80492"/>
                    <a:pt x="132664" y="80246"/>
                    <a:pt x="131905" y="79993"/>
                  </a:cubicBezTo>
                  <a:cubicBezTo>
                    <a:pt x="131877" y="80576"/>
                    <a:pt x="131849" y="81158"/>
                    <a:pt x="131821" y="81758"/>
                  </a:cubicBezTo>
                  <a:cubicBezTo>
                    <a:pt x="131747" y="82887"/>
                    <a:pt x="131747" y="82887"/>
                    <a:pt x="131672" y="84040"/>
                  </a:cubicBezTo>
                  <a:cubicBezTo>
                    <a:pt x="131629" y="84791"/>
                    <a:pt x="131586" y="85542"/>
                    <a:pt x="131542" y="86316"/>
                  </a:cubicBezTo>
                  <a:cubicBezTo>
                    <a:pt x="131416" y="86931"/>
                    <a:pt x="131290" y="87545"/>
                    <a:pt x="131161" y="88179"/>
                  </a:cubicBezTo>
                  <a:cubicBezTo>
                    <a:pt x="130424" y="88424"/>
                    <a:pt x="129687" y="88670"/>
                    <a:pt x="128928" y="88923"/>
                  </a:cubicBezTo>
                  <a:cubicBezTo>
                    <a:pt x="128650" y="90406"/>
                    <a:pt x="128402" y="91895"/>
                    <a:pt x="128184" y="93388"/>
                  </a:cubicBezTo>
                  <a:cubicBezTo>
                    <a:pt x="127448" y="93756"/>
                    <a:pt x="127448" y="93756"/>
                    <a:pt x="126696" y="94132"/>
                  </a:cubicBezTo>
                  <a:cubicBezTo>
                    <a:pt x="126144" y="95260"/>
                    <a:pt x="126144" y="95260"/>
                    <a:pt x="125580" y="96411"/>
                  </a:cubicBezTo>
                  <a:cubicBezTo>
                    <a:pt x="125211" y="97132"/>
                    <a:pt x="124843" y="97854"/>
                    <a:pt x="124464" y="98597"/>
                  </a:cubicBezTo>
                  <a:cubicBezTo>
                    <a:pt x="123972" y="98597"/>
                    <a:pt x="123481" y="98597"/>
                    <a:pt x="122975" y="98597"/>
                  </a:cubicBezTo>
                  <a:cubicBezTo>
                    <a:pt x="122730" y="99211"/>
                    <a:pt x="122484" y="99825"/>
                    <a:pt x="122231" y="100457"/>
                  </a:cubicBezTo>
                  <a:cubicBezTo>
                    <a:pt x="121986" y="101071"/>
                    <a:pt x="121740" y="101685"/>
                    <a:pt x="121487" y="102318"/>
                  </a:cubicBezTo>
                  <a:cubicBezTo>
                    <a:pt x="120996" y="102318"/>
                    <a:pt x="120505" y="102318"/>
                    <a:pt x="119999" y="102318"/>
                  </a:cubicBezTo>
                  <a:cubicBezTo>
                    <a:pt x="119769" y="102901"/>
                    <a:pt x="119538" y="103484"/>
                    <a:pt x="119301" y="104085"/>
                  </a:cubicBezTo>
                  <a:cubicBezTo>
                    <a:pt x="118510" y="106038"/>
                    <a:pt x="118510" y="106038"/>
                    <a:pt x="116278" y="107527"/>
                  </a:cubicBezTo>
                  <a:cubicBezTo>
                    <a:pt x="115787" y="108263"/>
                    <a:pt x="115296" y="109000"/>
                    <a:pt x="114790" y="109759"/>
                  </a:cubicBezTo>
                  <a:cubicBezTo>
                    <a:pt x="113208" y="109526"/>
                    <a:pt x="113208" y="109526"/>
                    <a:pt x="111813" y="109015"/>
                  </a:cubicBezTo>
                  <a:cubicBezTo>
                    <a:pt x="113440" y="110953"/>
                    <a:pt x="113440" y="110953"/>
                    <a:pt x="115534" y="112736"/>
                  </a:cubicBezTo>
                  <a:cubicBezTo>
                    <a:pt x="116774" y="112764"/>
                    <a:pt x="118015" y="112770"/>
                    <a:pt x="119255" y="112736"/>
                  </a:cubicBezTo>
                  <a:cubicBezTo>
                    <a:pt x="119416" y="113449"/>
                    <a:pt x="119416" y="113449"/>
                    <a:pt x="119580" y="114177"/>
                  </a:cubicBezTo>
                  <a:cubicBezTo>
                    <a:pt x="119718" y="114684"/>
                    <a:pt x="119856" y="115190"/>
                    <a:pt x="119999" y="115712"/>
                  </a:cubicBezTo>
                  <a:cubicBezTo>
                    <a:pt x="121486" y="115965"/>
                    <a:pt x="122974" y="116213"/>
                    <a:pt x="124464" y="116456"/>
                  </a:cubicBezTo>
                  <a:cubicBezTo>
                    <a:pt x="125347" y="117852"/>
                    <a:pt x="125347" y="117852"/>
                    <a:pt x="125952" y="119433"/>
                  </a:cubicBezTo>
                  <a:cubicBezTo>
                    <a:pt x="126679" y="120193"/>
                    <a:pt x="127426" y="120936"/>
                    <a:pt x="128184" y="121665"/>
                  </a:cubicBezTo>
                  <a:cubicBezTo>
                    <a:pt x="129176" y="122905"/>
                    <a:pt x="130169" y="124146"/>
                    <a:pt x="131161" y="125386"/>
                  </a:cubicBezTo>
                  <a:cubicBezTo>
                    <a:pt x="131759" y="125961"/>
                    <a:pt x="131759" y="125961"/>
                    <a:pt x="132370" y="126549"/>
                  </a:cubicBezTo>
                  <a:cubicBezTo>
                    <a:pt x="133551" y="127783"/>
                    <a:pt x="134122" y="129075"/>
                    <a:pt x="134882" y="130595"/>
                  </a:cubicBezTo>
                  <a:cubicBezTo>
                    <a:pt x="135373" y="130841"/>
                    <a:pt x="135864" y="131086"/>
                    <a:pt x="136370" y="131339"/>
                  </a:cubicBezTo>
                  <a:cubicBezTo>
                    <a:pt x="136812" y="133310"/>
                    <a:pt x="136922" y="135277"/>
                    <a:pt x="137114" y="137292"/>
                  </a:cubicBezTo>
                  <a:cubicBezTo>
                    <a:pt x="137851" y="137292"/>
                    <a:pt x="138587" y="137292"/>
                    <a:pt x="139346" y="137292"/>
                  </a:cubicBezTo>
                  <a:cubicBezTo>
                    <a:pt x="139468" y="138818"/>
                    <a:pt x="139589" y="140344"/>
                    <a:pt x="139710" y="141870"/>
                  </a:cubicBezTo>
                  <a:cubicBezTo>
                    <a:pt x="139835" y="142324"/>
                    <a:pt x="139961" y="142778"/>
                    <a:pt x="140091" y="143245"/>
                  </a:cubicBezTo>
                  <a:cubicBezTo>
                    <a:pt x="140827" y="143491"/>
                    <a:pt x="141564" y="143736"/>
                    <a:pt x="142323" y="143989"/>
                  </a:cubicBezTo>
                  <a:cubicBezTo>
                    <a:pt x="142574" y="146017"/>
                    <a:pt x="142705" y="147909"/>
                    <a:pt x="142742" y="149943"/>
                  </a:cubicBezTo>
                  <a:cubicBezTo>
                    <a:pt x="142788" y="151946"/>
                    <a:pt x="142894" y="153896"/>
                    <a:pt x="143067" y="155896"/>
                  </a:cubicBezTo>
                  <a:cubicBezTo>
                    <a:pt x="143558" y="156141"/>
                    <a:pt x="144049" y="156387"/>
                    <a:pt x="144555" y="156640"/>
                  </a:cubicBezTo>
                  <a:cubicBezTo>
                    <a:pt x="144748" y="158694"/>
                    <a:pt x="144748" y="158694"/>
                    <a:pt x="144753" y="161407"/>
                  </a:cubicBezTo>
                  <a:cubicBezTo>
                    <a:pt x="144755" y="162375"/>
                    <a:pt x="144757" y="163343"/>
                    <a:pt x="144759" y="164340"/>
                  </a:cubicBezTo>
                  <a:cubicBezTo>
                    <a:pt x="144756" y="164847"/>
                    <a:pt x="144753" y="165353"/>
                    <a:pt x="144749" y="165875"/>
                  </a:cubicBezTo>
                  <a:cubicBezTo>
                    <a:pt x="144741" y="167424"/>
                    <a:pt x="144749" y="168971"/>
                    <a:pt x="144759" y="170520"/>
                  </a:cubicBezTo>
                  <a:cubicBezTo>
                    <a:pt x="144757" y="171488"/>
                    <a:pt x="144755" y="172456"/>
                    <a:pt x="144753" y="173453"/>
                  </a:cubicBezTo>
                  <a:cubicBezTo>
                    <a:pt x="144751" y="174348"/>
                    <a:pt x="144750" y="175244"/>
                    <a:pt x="144748" y="176166"/>
                  </a:cubicBezTo>
                  <a:cubicBezTo>
                    <a:pt x="144684" y="176844"/>
                    <a:pt x="144621" y="177522"/>
                    <a:pt x="144555" y="178220"/>
                  </a:cubicBezTo>
                  <a:cubicBezTo>
                    <a:pt x="144064" y="178465"/>
                    <a:pt x="143573" y="178711"/>
                    <a:pt x="143067" y="178964"/>
                  </a:cubicBezTo>
                  <a:cubicBezTo>
                    <a:pt x="142846" y="181520"/>
                    <a:pt x="142757" y="184045"/>
                    <a:pt x="142711" y="186609"/>
                  </a:cubicBezTo>
                  <a:cubicBezTo>
                    <a:pt x="142651" y="188219"/>
                    <a:pt x="142651" y="188219"/>
                    <a:pt x="142323" y="190870"/>
                  </a:cubicBezTo>
                  <a:cubicBezTo>
                    <a:pt x="141586" y="191116"/>
                    <a:pt x="140850" y="191361"/>
                    <a:pt x="140091" y="191614"/>
                  </a:cubicBezTo>
                  <a:cubicBezTo>
                    <a:pt x="139652" y="193534"/>
                    <a:pt x="139652" y="193534"/>
                    <a:pt x="139579" y="195754"/>
                  </a:cubicBezTo>
                  <a:cubicBezTo>
                    <a:pt x="139506" y="196883"/>
                    <a:pt x="139506" y="196883"/>
                    <a:pt x="139431" y="198036"/>
                  </a:cubicBezTo>
                  <a:cubicBezTo>
                    <a:pt x="139403" y="198618"/>
                    <a:pt x="139375" y="199200"/>
                    <a:pt x="139346" y="199800"/>
                  </a:cubicBezTo>
                  <a:cubicBezTo>
                    <a:pt x="138610" y="199800"/>
                    <a:pt x="137873" y="199800"/>
                    <a:pt x="137114" y="199800"/>
                  </a:cubicBezTo>
                  <a:cubicBezTo>
                    <a:pt x="136976" y="201250"/>
                    <a:pt x="136976" y="201250"/>
                    <a:pt x="136835" y="202730"/>
                  </a:cubicBezTo>
                  <a:cubicBezTo>
                    <a:pt x="136678" y="204378"/>
                    <a:pt x="136678" y="204378"/>
                    <a:pt x="136370" y="205753"/>
                  </a:cubicBezTo>
                  <a:cubicBezTo>
                    <a:pt x="135879" y="205999"/>
                    <a:pt x="135388" y="206244"/>
                    <a:pt x="134882" y="206497"/>
                  </a:cubicBezTo>
                  <a:cubicBezTo>
                    <a:pt x="134651" y="207203"/>
                    <a:pt x="134421" y="207909"/>
                    <a:pt x="134184" y="208637"/>
                  </a:cubicBezTo>
                  <a:cubicBezTo>
                    <a:pt x="133391" y="210967"/>
                    <a:pt x="132933" y="211627"/>
                    <a:pt x="131161" y="213195"/>
                  </a:cubicBezTo>
                  <a:cubicBezTo>
                    <a:pt x="129799" y="214885"/>
                    <a:pt x="128447" y="216581"/>
                    <a:pt x="127106" y="218287"/>
                  </a:cubicBezTo>
                  <a:cubicBezTo>
                    <a:pt x="126725" y="218755"/>
                    <a:pt x="126344" y="219223"/>
                    <a:pt x="125952" y="219706"/>
                  </a:cubicBezTo>
                  <a:cubicBezTo>
                    <a:pt x="125422" y="220368"/>
                    <a:pt x="125422" y="220368"/>
                    <a:pt x="124882" y="221043"/>
                  </a:cubicBezTo>
                  <a:cubicBezTo>
                    <a:pt x="123527" y="222304"/>
                    <a:pt x="122515" y="222463"/>
                    <a:pt x="120743" y="222868"/>
                  </a:cubicBezTo>
                  <a:cubicBezTo>
                    <a:pt x="120620" y="223359"/>
                    <a:pt x="120497" y="223851"/>
                    <a:pt x="120371" y="224357"/>
                  </a:cubicBezTo>
                  <a:cubicBezTo>
                    <a:pt x="120248" y="224848"/>
                    <a:pt x="120125" y="225339"/>
                    <a:pt x="119999" y="225845"/>
                  </a:cubicBezTo>
                  <a:cubicBezTo>
                    <a:pt x="119014" y="226122"/>
                    <a:pt x="118021" y="226371"/>
                    <a:pt x="117022" y="226589"/>
                  </a:cubicBezTo>
                  <a:cubicBezTo>
                    <a:pt x="116777" y="227326"/>
                    <a:pt x="116531" y="228062"/>
                    <a:pt x="116278" y="228821"/>
                  </a:cubicBezTo>
                  <a:cubicBezTo>
                    <a:pt x="114578" y="229039"/>
                    <a:pt x="114578" y="229039"/>
                    <a:pt x="112511" y="228961"/>
                  </a:cubicBezTo>
                  <a:cubicBezTo>
                    <a:pt x="111827" y="228941"/>
                    <a:pt x="111143" y="228921"/>
                    <a:pt x="110438" y="228900"/>
                  </a:cubicBezTo>
                  <a:cubicBezTo>
                    <a:pt x="109645" y="228861"/>
                    <a:pt x="109645" y="228861"/>
                    <a:pt x="108837" y="228821"/>
                  </a:cubicBezTo>
                  <a:cubicBezTo>
                    <a:pt x="108837" y="230049"/>
                    <a:pt x="108837" y="231277"/>
                    <a:pt x="108837" y="232542"/>
                  </a:cubicBezTo>
                  <a:cubicBezTo>
                    <a:pt x="108093" y="232508"/>
                    <a:pt x="107350" y="232473"/>
                    <a:pt x="106584" y="232438"/>
                  </a:cubicBezTo>
                  <a:cubicBezTo>
                    <a:pt x="105624" y="232411"/>
                    <a:pt x="104663" y="232384"/>
                    <a:pt x="103674" y="232356"/>
                  </a:cubicBezTo>
                  <a:cubicBezTo>
                    <a:pt x="102716" y="232322"/>
                    <a:pt x="101758" y="232287"/>
                    <a:pt x="100770" y="232252"/>
                  </a:cubicBezTo>
                  <a:cubicBezTo>
                    <a:pt x="99606" y="232395"/>
                    <a:pt x="99606" y="232395"/>
                    <a:pt x="98419" y="232542"/>
                  </a:cubicBezTo>
                  <a:cubicBezTo>
                    <a:pt x="98321" y="233028"/>
                    <a:pt x="98224" y="233514"/>
                    <a:pt x="98123" y="234014"/>
                  </a:cubicBezTo>
                  <a:cubicBezTo>
                    <a:pt x="97975" y="234511"/>
                    <a:pt x="97827" y="235007"/>
                    <a:pt x="97675" y="235519"/>
                  </a:cubicBezTo>
                  <a:cubicBezTo>
                    <a:pt x="96126" y="235969"/>
                    <a:pt x="96126" y="235969"/>
                    <a:pt x="94096" y="236071"/>
                  </a:cubicBezTo>
                  <a:cubicBezTo>
                    <a:pt x="93351" y="236112"/>
                    <a:pt x="92606" y="236153"/>
                    <a:pt x="91838" y="236195"/>
                  </a:cubicBezTo>
                  <a:cubicBezTo>
                    <a:pt x="88064" y="236304"/>
                    <a:pt x="84298" y="236366"/>
                    <a:pt x="80523" y="236359"/>
                  </a:cubicBezTo>
                  <a:cubicBezTo>
                    <a:pt x="79668" y="236360"/>
                    <a:pt x="78812" y="236362"/>
                    <a:pt x="77931" y="236363"/>
                  </a:cubicBezTo>
                  <a:cubicBezTo>
                    <a:pt x="75132" y="236366"/>
                    <a:pt x="72333" y="236364"/>
                    <a:pt x="69534" y="236362"/>
                  </a:cubicBezTo>
                  <a:cubicBezTo>
                    <a:pt x="67580" y="236362"/>
                    <a:pt x="65627" y="236363"/>
                    <a:pt x="63674" y="236364"/>
                  </a:cubicBezTo>
                  <a:cubicBezTo>
                    <a:pt x="59595" y="236365"/>
                    <a:pt x="55516" y="236363"/>
                    <a:pt x="51437" y="236360"/>
                  </a:cubicBezTo>
                  <a:cubicBezTo>
                    <a:pt x="46721" y="236356"/>
                    <a:pt x="42005" y="236357"/>
                    <a:pt x="37289" y="236361"/>
                  </a:cubicBezTo>
                  <a:cubicBezTo>
                    <a:pt x="32741" y="236365"/>
                    <a:pt x="28194" y="236365"/>
                    <a:pt x="23647" y="236362"/>
                  </a:cubicBezTo>
                  <a:cubicBezTo>
                    <a:pt x="21714" y="236362"/>
                    <a:pt x="19782" y="236363"/>
                    <a:pt x="17849" y="236364"/>
                  </a:cubicBezTo>
                  <a:cubicBezTo>
                    <a:pt x="15160" y="236366"/>
                    <a:pt x="12470" y="236363"/>
                    <a:pt x="9780" y="236359"/>
                  </a:cubicBezTo>
                  <a:cubicBezTo>
                    <a:pt x="8977" y="236361"/>
                    <a:pt x="8174" y="236362"/>
                    <a:pt x="7347" y="236364"/>
                  </a:cubicBezTo>
                  <a:cubicBezTo>
                    <a:pt x="6618" y="236362"/>
                    <a:pt x="5889" y="236360"/>
                    <a:pt x="5138" y="236357"/>
                  </a:cubicBezTo>
                  <a:cubicBezTo>
                    <a:pt x="4502" y="236357"/>
                    <a:pt x="3867" y="236357"/>
                    <a:pt x="3212" y="236357"/>
                  </a:cubicBezTo>
                  <a:cubicBezTo>
                    <a:pt x="1680" y="236263"/>
                    <a:pt x="1680" y="236263"/>
                    <a:pt x="192" y="235519"/>
                  </a:cubicBezTo>
                  <a:cubicBezTo>
                    <a:pt x="7" y="233919"/>
                    <a:pt x="7" y="233919"/>
                    <a:pt x="9" y="231755"/>
                  </a:cubicBezTo>
                  <a:cubicBezTo>
                    <a:pt x="6" y="230934"/>
                    <a:pt x="3" y="230114"/>
                    <a:pt x="0" y="229268"/>
                  </a:cubicBezTo>
                  <a:cubicBezTo>
                    <a:pt x="4" y="228355"/>
                    <a:pt x="9" y="227443"/>
                    <a:pt x="13" y="226502"/>
                  </a:cubicBezTo>
                  <a:cubicBezTo>
                    <a:pt x="12" y="225541"/>
                    <a:pt x="11" y="224580"/>
                    <a:pt x="9" y="223590"/>
                  </a:cubicBezTo>
                  <a:cubicBezTo>
                    <a:pt x="6" y="220911"/>
                    <a:pt x="12" y="218232"/>
                    <a:pt x="19" y="215552"/>
                  </a:cubicBezTo>
                  <a:cubicBezTo>
                    <a:pt x="26" y="212667"/>
                    <a:pt x="24" y="209783"/>
                    <a:pt x="22" y="206898"/>
                  </a:cubicBezTo>
                  <a:cubicBezTo>
                    <a:pt x="22" y="201896"/>
                    <a:pt x="26" y="196894"/>
                    <a:pt x="35" y="191892"/>
                  </a:cubicBezTo>
                  <a:cubicBezTo>
                    <a:pt x="47" y="184659"/>
                    <a:pt x="51" y="177427"/>
                    <a:pt x="53" y="170195"/>
                  </a:cubicBezTo>
                  <a:cubicBezTo>
                    <a:pt x="56" y="158462"/>
                    <a:pt x="66" y="146729"/>
                    <a:pt x="80" y="134996"/>
                  </a:cubicBezTo>
                  <a:cubicBezTo>
                    <a:pt x="93" y="123596"/>
                    <a:pt x="104" y="112196"/>
                    <a:pt x="110" y="100796"/>
                  </a:cubicBezTo>
                  <a:cubicBezTo>
                    <a:pt x="111" y="99742"/>
                    <a:pt x="111" y="99742"/>
                    <a:pt x="112" y="98668"/>
                  </a:cubicBezTo>
                  <a:cubicBezTo>
                    <a:pt x="113" y="95145"/>
                    <a:pt x="115" y="91623"/>
                    <a:pt x="117" y="88100"/>
                  </a:cubicBezTo>
                  <a:cubicBezTo>
                    <a:pt x="133" y="58857"/>
                    <a:pt x="159" y="29614"/>
                    <a:pt x="192" y="370"/>
                  </a:cubicBezTo>
                  <a:cubicBezTo>
                    <a:pt x="12488" y="301"/>
                    <a:pt x="24785" y="248"/>
                    <a:pt x="37081" y="216"/>
                  </a:cubicBezTo>
                  <a:cubicBezTo>
                    <a:pt x="42790" y="201"/>
                    <a:pt x="48499" y="180"/>
                    <a:pt x="54208" y="146"/>
                  </a:cubicBezTo>
                  <a:cubicBezTo>
                    <a:pt x="59183" y="116"/>
                    <a:pt x="64158" y="97"/>
                    <a:pt x="69133" y="90"/>
                  </a:cubicBezTo>
                  <a:cubicBezTo>
                    <a:pt x="71768" y="86"/>
                    <a:pt x="74403" y="77"/>
                    <a:pt x="77039" y="56"/>
                  </a:cubicBezTo>
                  <a:cubicBezTo>
                    <a:pt x="79977" y="32"/>
                    <a:pt x="82915" y="31"/>
                    <a:pt x="85854" y="32"/>
                  </a:cubicBezTo>
                  <a:cubicBezTo>
                    <a:pt x="87171" y="16"/>
                    <a:pt x="87171" y="16"/>
                    <a:pt x="88515" y="0"/>
                  </a:cubicBezTo>
                  <a:close/>
                </a:path>
              </a:pathLst>
            </a:custGeom>
            <a:grpFill/>
            <a:ln w="744" cap="flat">
              <a:noFill/>
              <a:prstDash val="solid"/>
              <a:miter/>
            </a:ln>
          </p:spPr>
          <p:txBody>
            <a:bodyPr rtlCol="0" anchor="ctr"/>
            <a:lstStyle/>
            <a:p>
              <a:endParaRPr lang="zh-CN" altLang="en-US"/>
            </a:p>
          </p:txBody>
        </p:sp>
        <p:sp>
          <p:nvSpPr>
            <p:cNvPr id="117" name="任意多边形: 形状 116"/>
            <p:cNvSpPr/>
            <p:nvPr/>
          </p:nvSpPr>
          <p:spPr>
            <a:xfrm>
              <a:off x="7079306" y="1394440"/>
              <a:ext cx="144663" cy="235994"/>
            </a:xfrm>
            <a:custGeom>
              <a:avLst/>
              <a:gdLst>
                <a:gd name="connsiteX0" fmla="*/ 79808 w 144663"/>
                <a:gd name="connsiteY0" fmla="*/ 129207 h 235994"/>
                <a:gd name="connsiteX1" fmla="*/ 76848 w 144663"/>
                <a:gd name="connsiteY1" fmla="*/ 129232 h 235994"/>
                <a:gd name="connsiteX2" fmla="*/ 71711 w 144663"/>
                <a:gd name="connsiteY2" fmla="*/ 129261 h 235994"/>
                <a:gd name="connsiteX3" fmla="*/ 68030 w 144663"/>
                <a:gd name="connsiteY3" fmla="*/ 129301 h 235994"/>
                <a:gd name="connsiteX4" fmla="*/ 58405 w 144663"/>
                <a:gd name="connsiteY4" fmla="*/ 129374 h 235994"/>
                <a:gd name="connsiteX5" fmla="*/ 48422 w 144663"/>
                <a:gd name="connsiteY5" fmla="*/ 129462 h 235994"/>
                <a:gd name="connsiteX6" fmla="*/ 26921 w 144663"/>
                <a:gd name="connsiteY6" fmla="*/ 129654 h 235994"/>
                <a:gd name="connsiteX7" fmla="*/ 26885 w 144663"/>
                <a:gd name="connsiteY7" fmla="*/ 156334 h 235994"/>
                <a:gd name="connsiteX8" fmla="*/ 26870 w 144663"/>
                <a:gd name="connsiteY8" fmla="*/ 169921 h 235994"/>
                <a:gd name="connsiteX9" fmla="*/ 26852 w 144663"/>
                <a:gd name="connsiteY9" fmla="*/ 183247 h 235994"/>
                <a:gd name="connsiteX10" fmla="*/ 26849 w 144663"/>
                <a:gd name="connsiteY10" fmla="*/ 188299 h 235994"/>
                <a:gd name="connsiteX11" fmla="*/ 26837 w 144663"/>
                <a:gd name="connsiteY11" fmla="*/ 195607 h 235994"/>
                <a:gd name="connsiteX12" fmla="*/ 26837 w 144663"/>
                <a:gd name="connsiteY12" fmla="*/ 197829 h 235994"/>
                <a:gd name="connsiteX13" fmla="*/ 26829 w 144663"/>
                <a:gd name="connsiteY13" fmla="*/ 199950 h 235994"/>
                <a:gd name="connsiteX14" fmla="*/ 27666 w 144663"/>
                <a:gd name="connsiteY14" fmla="*/ 205557 h 235994"/>
                <a:gd name="connsiteX15" fmla="*/ 31442 w 144663"/>
                <a:gd name="connsiteY15" fmla="*/ 205602 h 235994"/>
                <a:gd name="connsiteX16" fmla="*/ 33078 w 144663"/>
                <a:gd name="connsiteY16" fmla="*/ 205573 h 235994"/>
                <a:gd name="connsiteX17" fmla="*/ 38494 w 144663"/>
                <a:gd name="connsiteY17" fmla="*/ 205498 h 235994"/>
                <a:gd name="connsiteX18" fmla="*/ 42374 w 144663"/>
                <a:gd name="connsiteY18" fmla="*/ 205440 h 235994"/>
                <a:gd name="connsiteX19" fmla="*/ 52520 w 144663"/>
                <a:gd name="connsiteY19" fmla="*/ 205295 h 235994"/>
                <a:gd name="connsiteX20" fmla="*/ 63043 w 144663"/>
                <a:gd name="connsiteY20" fmla="*/ 205142 h 235994"/>
                <a:gd name="connsiteX21" fmla="*/ 85709 w 144663"/>
                <a:gd name="connsiteY21" fmla="*/ 204813 h 235994"/>
                <a:gd name="connsiteX22" fmla="*/ 85709 w 144663"/>
                <a:gd name="connsiteY22" fmla="*/ 201836 h 235994"/>
                <a:gd name="connsiteX23" fmla="*/ 87772 w 144663"/>
                <a:gd name="connsiteY23" fmla="*/ 201941 h 235994"/>
                <a:gd name="connsiteX24" fmla="*/ 90452 w 144663"/>
                <a:gd name="connsiteY24" fmla="*/ 202022 h 235994"/>
                <a:gd name="connsiteX25" fmla="*/ 95382 w 144663"/>
                <a:gd name="connsiteY25" fmla="*/ 201836 h 235994"/>
                <a:gd name="connsiteX26" fmla="*/ 96304 w 144663"/>
                <a:gd name="connsiteY26" fmla="*/ 200357 h 235994"/>
                <a:gd name="connsiteX27" fmla="*/ 96871 w 144663"/>
                <a:gd name="connsiteY27" fmla="*/ 198860 h 235994"/>
                <a:gd name="connsiteX28" fmla="*/ 101335 w 144663"/>
                <a:gd name="connsiteY28" fmla="*/ 198115 h 235994"/>
                <a:gd name="connsiteX29" fmla="*/ 106312 w 144663"/>
                <a:gd name="connsiteY29" fmla="*/ 191976 h 235994"/>
                <a:gd name="connsiteX30" fmla="*/ 107289 w 144663"/>
                <a:gd name="connsiteY30" fmla="*/ 189930 h 235994"/>
                <a:gd name="connsiteX31" fmla="*/ 108777 w 144663"/>
                <a:gd name="connsiteY31" fmla="*/ 189186 h 235994"/>
                <a:gd name="connsiteX32" fmla="*/ 109521 w 144663"/>
                <a:gd name="connsiteY32" fmla="*/ 183977 h 235994"/>
                <a:gd name="connsiteX33" fmla="*/ 111753 w 144663"/>
                <a:gd name="connsiteY33" fmla="*/ 183233 h 235994"/>
                <a:gd name="connsiteX34" fmla="*/ 112037 w 144663"/>
                <a:gd name="connsiteY34" fmla="*/ 181933 h 235994"/>
                <a:gd name="connsiteX35" fmla="*/ 112042 w 144663"/>
                <a:gd name="connsiteY35" fmla="*/ 180223 h 235994"/>
                <a:gd name="connsiteX36" fmla="*/ 112064 w 144663"/>
                <a:gd name="connsiteY36" fmla="*/ 178289 h 235994"/>
                <a:gd name="connsiteX37" fmla="*/ 112050 w 144663"/>
                <a:gd name="connsiteY37" fmla="*/ 176186 h 235994"/>
                <a:gd name="connsiteX38" fmla="*/ 112059 w 144663"/>
                <a:gd name="connsiteY38" fmla="*/ 171829 h 235994"/>
                <a:gd name="connsiteX39" fmla="*/ 112044 w 144663"/>
                <a:gd name="connsiteY39" fmla="*/ 164921 h 235994"/>
                <a:gd name="connsiteX40" fmla="*/ 112056 w 144663"/>
                <a:gd name="connsiteY40" fmla="*/ 160424 h 235994"/>
                <a:gd name="connsiteX41" fmla="*/ 112050 w 144663"/>
                <a:gd name="connsiteY41" fmla="*/ 158281 h 235994"/>
                <a:gd name="connsiteX42" fmla="*/ 112064 w 144663"/>
                <a:gd name="connsiteY42" fmla="*/ 156178 h 235994"/>
                <a:gd name="connsiteX43" fmla="*/ 112042 w 144663"/>
                <a:gd name="connsiteY43" fmla="*/ 154244 h 235994"/>
                <a:gd name="connsiteX44" fmla="*/ 111753 w 144663"/>
                <a:gd name="connsiteY44" fmla="*/ 151235 h 235994"/>
                <a:gd name="connsiteX45" fmla="*/ 109521 w 144663"/>
                <a:gd name="connsiteY45" fmla="*/ 150490 h 235994"/>
                <a:gd name="connsiteX46" fmla="*/ 106544 w 144663"/>
                <a:gd name="connsiteY46" fmla="*/ 143049 h 235994"/>
                <a:gd name="connsiteX47" fmla="*/ 102824 w 144663"/>
                <a:gd name="connsiteY47" fmla="*/ 139328 h 235994"/>
                <a:gd name="connsiteX48" fmla="*/ 101335 w 144663"/>
                <a:gd name="connsiteY48" fmla="*/ 136352 h 235994"/>
                <a:gd name="connsiteX49" fmla="*/ 98638 w 144663"/>
                <a:gd name="connsiteY49" fmla="*/ 136166 h 235994"/>
                <a:gd name="connsiteX50" fmla="*/ 96126 w 144663"/>
                <a:gd name="connsiteY50" fmla="*/ 136352 h 235994"/>
                <a:gd name="connsiteX51" fmla="*/ 96126 w 144663"/>
                <a:gd name="connsiteY51" fmla="*/ 133375 h 235994"/>
                <a:gd name="connsiteX52" fmla="*/ 91401 w 144663"/>
                <a:gd name="connsiteY52" fmla="*/ 133557 h 235994"/>
                <a:gd name="connsiteX53" fmla="*/ 89476 w 144663"/>
                <a:gd name="connsiteY53" fmla="*/ 133608 h 235994"/>
                <a:gd name="connsiteX54" fmla="*/ 87559 w 144663"/>
                <a:gd name="connsiteY54" fmla="*/ 133702 h 235994"/>
                <a:gd name="connsiteX55" fmla="*/ 85735 w 144663"/>
                <a:gd name="connsiteY55" fmla="*/ 133738 h 235994"/>
                <a:gd name="connsiteX56" fmla="*/ 82732 w 144663"/>
                <a:gd name="connsiteY56" fmla="*/ 133375 h 235994"/>
                <a:gd name="connsiteX57" fmla="*/ 81988 w 144663"/>
                <a:gd name="connsiteY57" fmla="*/ 129654 h 235994"/>
                <a:gd name="connsiteX58" fmla="*/ 79808 w 144663"/>
                <a:gd name="connsiteY58" fmla="*/ 129207 h 235994"/>
                <a:gd name="connsiteX59" fmla="*/ 76944 w 144663"/>
                <a:gd name="connsiteY59" fmla="*/ 30103 h 235994"/>
                <a:gd name="connsiteX60" fmla="*/ 74145 w 144663"/>
                <a:gd name="connsiteY60" fmla="*/ 30128 h 235994"/>
                <a:gd name="connsiteX61" fmla="*/ 69235 w 144663"/>
                <a:gd name="connsiteY61" fmla="*/ 30158 h 235994"/>
                <a:gd name="connsiteX62" fmla="*/ 65987 w 144663"/>
                <a:gd name="connsiteY62" fmla="*/ 30195 h 235994"/>
                <a:gd name="connsiteX63" fmla="*/ 61140 w 144663"/>
                <a:gd name="connsiteY63" fmla="*/ 30215 h 235994"/>
                <a:gd name="connsiteX64" fmla="*/ 52919 w 144663"/>
                <a:gd name="connsiteY64" fmla="*/ 30318 h 235994"/>
                <a:gd name="connsiteX65" fmla="*/ 26921 w 144663"/>
                <a:gd name="connsiteY65" fmla="*/ 30550 h 235994"/>
                <a:gd name="connsiteX66" fmla="*/ 26921 w 144663"/>
                <a:gd name="connsiteY66" fmla="*/ 99011 h 235994"/>
                <a:gd name="connsiteX67" fmla="*/ 53291 w 144663"/>
                <a:gd name="connsiteY67" fmla="*/ 99104 h 235994"/>
                <a:gd name="connsiteX68" fmla="*/ 64980 w 144663"/>
                <a:gd name="connsiteY68" fmla="*/ 99152 h 235994"/>
                <a:gd name="connsiteX69" fmla="*/ 68125 w 144663"/>
                <a:gd name="connsiteY69" fmla="*/ 99157 h 235994"/>
                <a:gd name="connsiteX70" fmla="*/ 73233 w 144663"/>
                <a:gd name="connsiteY70" fmla="*/ 99181 h 235994"/>
                <a:gd name="connsiteX71" fmla="*/ 74821 w 144663"/>
                <a:gd name="connsiteY71" fmla="*/ 99180 h 235994"/>
                <a:gd name="connsiteX72" fmla="*/ 79755 w 144663"/>
                <a:gd name="connsiteY72" fmla="*/ 99011 h 235994"/>
                <a:gd name="connsiteX73" fmla="*/ 80499 w 144663"/>
                <a:gd name="connsiteY73" fmla="*/ 97523 h 235994"/>
                <a:gd name="connsiteX74" fmla="*/ 79755 w 144663"/>
                <a:gd name="connsiteY74" fmla="*/ 95291 h 235994"/>
                <a:gd name="connsiteX75" fmla="*/ 81630 w 144663"/>
                <a:gd name="connsiteY75" fmla="*/ 95480 h 235994"/>
                <a:gd name="connsiteX76" fmla="*/ 84080 w 144663"/>
                <a:gd name="connsiteY76" fmla="*/ 95709 h 235994"/>
                <a:gd name="connsiteX77" fmla="*/ 90917 w 144663"/>
                <a:gd name="connsiteY77" fmla="*/ 95291 h 235994"/>
                <a:gd name="connsiteX78" fmla="*/ 91661 w 144663"/>
                <a:gd name="connsiteY78" fmla="*/ 92314 h 235994"/>
                <a:gd name="connsiteX79" fmla="*/ 95382 w 144663"/>
                <a:gd name="connsiteY79" fmla="*/ 92314 h 235994"/>
                <a:gd name="connsiteX80" fmla="*/ 101149 w 144663"/>
                <a:gd name="connsiteY80" fmla="*/ 84966 h 235994"/>
                <a:gd name="connsiteX81" fmla="*/ 102079 w 144663"/>
                <a:gd name="connsiteY81" fmla="*/ 83384 h 235994"/>
                <a:gd name="connsiteX82" fmla="*/ 103567 w 144663"/>
                <a:gd name="connsiteY82" fmla="*/ 82640 h 235994"/>
                <a:gd name="connsiteX83" fmla="*/ 103713 w 144663"/>
                <a:gd name="connsiteY83" fmla="*/ 80614 h 235994"/>
                <a:gd name="connsiteX84" fmla="*/ 103661 w 144663"/>
                <a:gd name="connsiteY84" fmla="*/ 78129 h 235994"/>
                <a:gd name="connsiteX85" fmla="*/ 103620 w 144663"/>
                <a:gd name="connsiteY85" fmla="*/ 75638 h 235994"/>
                <a:gd name="connsiteX86" fmla="*/ 103567 w 144663"/>
                <a:gd name="connsiteY86" fmla="*/ 73711 h 235994"/>
                <a:gd name="connsiteX87" fmla="*/ 105800 w 144663"/>
                <a:gd name="connsiteY87" fmla="*/ 73711 h 235994"/>
                <a:gd name="connsiteX88" fmla="*/ 106755 w 144663"/>
                <a:gd name="connsiteY88" fmla="*/ 66573 h 235994"/>
                <a:gd name="connsiteX89" fmla="*/ 106777 w 144663"/>
                <a:gd name="connsiteY89" fmla="*/ 64362 h 235994"/>
                <a:gd name="connsiteX90" fmla="*/ 106842 w 144663"/>
                <a:gd name="connsiteY90" fmla="*/ 62143 h 235994"/>
                <a:gd name="connsiteX91" fmla="*/ 106861 w 144663"/>
                <a:gd name="connsiteY91" fmla="*/ 60034 h 235994"/>
                <a:gd name="connsiteX92" fmla="*/ 106544 w 144663"/>
                <a:gd name="connsiteY92" fmla="*/ 56595 h 235994"/>
                <a:gd name="connsiteX93" fmla="*/ 105049 w 144663"/>
                <a:gd name="connsiteY93" fmla="*/ 56123 h 235994"/>
                <a:gd name="connsiteX94" fmla="*/ 103567 w 144663"/>
                <a:gd name="connsiteY94" fmla="*/ 55851 h 235994"/>
                <a:gd name="connsiteX95" fmla="*/ 103355 w 144663"/>
                <a:gd name="connsiteY95" fmla="*/ 54014 h 235994"/>
                <a:gd name="connsiteX96" fmla="*/ 103567 w 144663"/>
                <a:gd name="connsiteY96" fmla="*/ 47666 h 235994"/>
                <a:gd name="connsiteX97" fmla="*/ 101335 w 144663"/>
                <a:gd name="connsiteY97" fmla="*/ 46922 h 235994"/>
                <a:gd name="connsiteX98" fmla="*/ 99847 w 144663"/>
                <a:gd name="connsiteY98" fmla="*/ 41713 h 235994"/>
                <a:gd name="connsiteX99" fmla="*/ 96870 w 144663"/>
                <a:gd name="connsiteY99" fmla="*/ 40224 h 235994"/>
                <a:gd name="connsiteX100" fmla="*/ 96126 w 144663"/>
                <a:gd name="connsiteY100" fmla="*/ 37248 h 235994"/>
                <a:gd name="connsiteX101" fmla="*/ 93847 w 144663"/>
                <a:gd name="connsiteY101" fmla="*/ 37062 h 235994"/>
                <a:gd name="connsiteX102" fmla="*/ 91661 w 144663"/>
                <a:gd name="connsiteY102" fmla="*/ 37248 h 235994"/>
                <a:gd name="connsiteX103" fmla="*/ 91661 w 144663"/>
                <a:gd name="connsiteY103" fmla="*/ 34271 h 235994"/>
                <a:gd name="connsiteX104" fmla="*/ 87095 w 144663"/>
                <a:gd name="connsiteY104" fmla="*/ 33617 h 235994"/>
                <a:gd name="connsiteX105" fmla="*/ 84452 w 144663"/>
                <a:gd name="connsiteY105" fmla="*/ 33853 h 235994"/>
                <a:gd name="connsiteX106" fmla="*/ 81793 w 144663"/>
                <a:gd name="connsiteY106" fmla="*/ 34082 h 235994"/>
                <a:gd name="connsiteX107" fmla="*/ 79755 w 144663"/>
                <a:gd name="connsiteY107" fmla="*/ 34271 h 235994"/>
                <a:gd name="connsiteX108" fmla="*/ 79011 w 144663"/>
                <a:gd name="connsiteY108" fmla="*/ 30550 h 235994"/>
                <a:gd name="connsiteX109" fmla="*/ 76944 w 144663"/>
                <a:gd name="connsiteY109" fmla="*/ 30103 h 235994"/>
                <a:gd name="connsiteX110" fmla="*/ 96 w 144663"/>
                <a:gd name="connsiteY110" fmla="*/ 0 h 235994"/>
                <a:gd name="connsiteX111" fmla="*/ 94602 w 144663"/>
                <a:gd name="connsiteY111" fmla="*/ 0 h 235994"/>
                <a:gd name="connsiteX112" fmla="*/ 94602 w 144663"/>
                <a:gd name="connsiteY112" fmla="*/ 2977 h 235994"/>
                <a:gd name="connsiteX113" fmla="*/ 96503 w 144663"/>
                <a:gd name="connsiteY113" fmla="*/ 2872 h 235994"/>
                <a:gd name="connsiteX114" fmla="*/ 98974 w 144663"/>
                <a:gd name="connsiteY114" fmla="*/ 2791 h 235994"/>
                <a:gd name="connsiteX115" fmla="*/ 101433 w 144663"/>
                <a:gd name="connsiteY115" fmla="*/ 2686 h 235994"/>
                <a:gd name="connsiteX116" fmla="*/ 103532 w 144663"/>
                <a:gd name="connsiteY116" fmla="*/ 2977 h 235994"/>
                <a:gd name="connsiteX117" fmla="*/ 105020 w 144663"/>
                <a:gd name="connsiteY117" fmla="*/ 5953 h 235994"/>
                <a:gd name="connsiteX118" fmla="*/ 110229 w 144663"/>
                <a:gd name="connsiteY118" fmla="*/ 6697 h 235994"/>
                <a:gd name="connsiteX119" fmla="*/ 110229 w 144663"/>
                <a:gd name="connsiteY119" fmla="*/ 9674 h 235994"/>
                <a:gd name="connsiteX120" fmla="*/ 112089 w 144663"/>
                <a:gd name="connsiteY120" fmla="*/ 10046 h 235994"/>
                <a:gd name="connsiteX121" fmla="*/ 113950 w 144663"/>
                <a:gd name="connsiteY121" fmla="*/ 10418 h 235994"/>
                <a:gd name="connsiteX122" fmla="*/ 113950 w 144663"/>
                <a:gd name="connsiteY122" fmla="*/ 13395 h 235994"/>
                <a:gd name="connsiteX123" fmla="*/ 117670 w 144663"/>
                <a:gd name="connsiteY123" fmla="*/ 13395 h 235994"/>
                <a:gd name="connsiteX124" fmla="*/ 117670 w 144663"/>
                <a:gd name="connsiteY124" fmla="*/ 16371 h 235994"/>
                <a:gd name="connsiteX125" fmla="*/ 119903 w 144663"/>
                <a:gd name="connsiteY125" fmla="*/ 16371 h 235994"/>
                <a:gd name="connsiteX126" fmla="*/ 120647 w 144663"/>
                <a:gd name="connsiteY126" fmla="*/ 20092 h 235994"/>
                <a:gd name="connsiteX127" fmla="*/ 122879 w 144663"/>
                <a:gd name="connsiteY127" fmla="*/ 20092 h 235994"/>
                <a:gd name="connsiteX128" fmla="*/ 122879 w 144663"/>
                <a:gd name="connsiteY128" fmla="*/ 23812 h 235994"/>
                <a:gd name="connsiteX129" fmla="*/ 125112 w 144663"/>
                <a:gd name="connsiteY129" fmla="*/ 23812 h 235994"/>
                <a:gd name="connsiteX130" fmla="*/ 125856 w 144663"/>
                <a:gd name="connsiteY130" fmla="*/ 28277 h 235994"/>
                <a:gd name="connsiteX131" fmla="*/ 128088 w 144663"/>
                <a:gd name="connsiteY131" fmla="*/ 28277 h 235994"/>
                <a:gd name="connsiteX132" fmla="*/ 128321 w 144663"/>
                <a:gd name="connsiteY132" fmla="*/ 30835 h 235994"/>
                <a:gd name="connsiteX133" fmla="*/ 128832 w 144663"/>
                <a:gd name="connsiteY133" fmla="*/ 33486 h 235994"/>
                <a:gd name="connsiteX134" fmla="*/ 131065 w 144663"/>
                <a:gd name="connsiteY134" fmla="*/ 34230 h 235994"/>
                <a:gd name="connsiteX135" fmla="*/ 131437 w 144663"/>
                <a:gd name="connsiteY135" fmla="*/ 37858 h 235994"/>
                <a:gd name="connsiteX136" fmla="*/ 131809 w 144663"/>
                <a:gd name="connsiteY136" fmla="*/ 41672 h 235994"/>
                <a:gd name="connsiteX137" fmla="*/ 132927 w 144663"/>
                <a:gd name="connsiteY137" fmla="*/ 42696 h 235994"/>
                <a:gd name="connsiteX138" fmla="*/ 134307 w 144663"/>
                <a:gd name="connsiteY138" fmla="*/ 47196 h 235994"/>
                <a:gd name="connsiteX139" fmla="*/ 134313 w 144663"/>
                <a:gd name="connsiteY139" fmla="*/ 49205 h 235994"/>
                <a:gd name="connsiteX140" fmla="*/ 134286 w 144663"/>
                <a:gd name="connsiteY140" fmla="*/ 51369 h 235994"/>
                <a:gd name="connsiteX141" fmla="*/ 134281 w 144663"/>
                <a:gd name="connsiteY141" fmla="*/ 53596 h 235994"/>
                <a:gd name="connsiteX142" fmla="*/ 134251 w 144663"/>
                <a:gd name="connsiteY142" fmla="*/ 58257 h 235994"/>
                <a:gd name="connsiteX143" fmla="*/ 134216 w 144663"/>
                <a:gd name="connsiteY143" fmla="*/ 65400 h 235994"/>
                <a:gd name="connsiteX144" fmla="*/ 134193 w 144663"/>
                <a:gd name="connsiteY144" fmla="*/ 69926 h 235994"/>
                <a:gd name="connsiteX145" fmla="*/ 134183 w 144663"/>
                <a:gd name="connsiteY145" fmla="*/ 72089 h 235994"/>
                <a:gd name="connsiteX146" fmla="*/ 134161 w 144663"/>
                <a:gd name="connsiteY146" fmla="*/ 74099 h 235994"/>
                <a:gd name="connsiteX147" fmla="*/ 134146 w 144663"/>
                <a:gd name="connsiteY147" fmla="*/ 75866 h 235994"/>
                <a:gd name="connsiteX148" fmla="*/ 133297 w 144663"/>
                <a:gd name="connsiteY148" fmla="*/ 79623 h 235994"/>
                <a:gd name="connsiteX149" fmla="*/ 131809 w 144663"/>
                <a:gd name="connsiteY149" fmla="*/ 80367 h 235994"/>
                <a:gd name="connsiteX150" fmla="*/ 131393 w 144663"/>
                <a:gd name="connsiteY150" fmla="*/ 86134 h 235994"/>
                <a:gd name="connsiteX151" fmla="*/ 131065 w 144663"/>
                <a:gd name="connsiteY151" fmla="*/ 87809 h 235994"/>
                <a:gd name="connsiteX152" fmla="*/ 128832 w 144663"/>
                <a:gd name="connsiteY152" fmla="*/ 88553 h 235994"/>
                <a:gd name="connsiteX153" fmla="*/ 128088 w 144663"/>
                <a:gd name="connsiteY153" fmla="*/ 93018 h 235994"/>
                <a:gd name="connsiteX154" fmla="*/ 125856 w 144663"/>
                <a:gd name="connsiteY154" fmla="*/ 95250 h 235994"/>
                <a:gd name="connsiteX155" fmla="*/ 125065 w 144663"/>
                <a:gd name="connsiteY155" fmla="*/ 96831 h 235994"/>
                <a:gd name="connsiteX156" fmla="*/ 122879 w 144663"/>
                <a:gd name="connsiteY156" fmla="*/ 98971 h 235994"/>
                <a:gd name="connsiteX157" fmla="*/ 122135 w 144663"/>
                <a:gd name="connsiteY157" fmla="*/ 100505 h 235994"/>
                <a:gd name="connsiteX158" fmla="*/ 121391 w 144663"/>
                <a:gd name="connsiteY158" fmla="*/ 101947 h 235994"/>
                <a:gd name="connsiteX159" fmla="*/ 119903 w 144663"/>
                <a:gd name="connsiteY159" fmla="*/ 101947 h 235994"/>
                <a:gd name="connsiteX160" fmla="*/ 119252 w 144663"/>
                <a:gd name="connsiteY160" fmla="*/ 103761 h 235994"/>
                <a:gd name="connsiteX161" fmla="*/ 118414 w 144663"/>
                <a:gd name="connsiteY161" fmla="*/ 105668 h 235994"/>
                <a:gd name="connsiteX162" fmla="*/ 115438 w 144663"/>
                <a:gd name="connsiteY162" fmla="*/ 106412 h 235994"/>
                <a:gd name="connsiteX163" fmla="*/ 114694 w 144663"/>
                <a:gd name="connsiteY163" fmla="*/ 109389 h 235994"/>
                <a:gd name="connsiteX164" fmla="*/ 111717 w 144663"/>
                <a:gd name="connsiteY164" fmla="*/ 108645 h 235994"/>
                <a:gd name="connsiteX165" fmla="*/ 115438 w 144663"/>
                <a:gd name="connsiteY165" fmla="*/ 112365 h 235994"/>
                <a:gd name="connsiteX166" fmla="*/ 119159 w 144663"/>
                <a:gd name="connsiteY166" fmla="*/ 112365 h 235994"/>
                <a:gd name="connsiteX167" fmla="*/ 119484 w 144663"/>
                <a:gd name="connsiteY167" fmla="*/ 113807 h 235994"/>
                <a:gd name="connsiteX168" fmla="*/ 119903 w 144663"/>
                <a:gd name="connsiteY168" fmla="*/ 115342 h 235994"/>
                <a:gd name="connsiteX169" fmla="*/ 124368 w 144663"/>
                <a:gd name="connsiteY169" fmla="*/ 116086 h 235994"/>
                <a:gd name="connsiteX170" fmla="*/ 125856 w 144663"/>
                <a:gd name="connsiteY170" fmla="*/ 119062 h 235994"/>
                <a:gd name="connsiteX171" fmla="*/ 127344 w 144663"/>
                <a:gd name="connsiteY171" fmla="*/ 119807 h 235994"/>
                <a:gd name="connsiteX172" fmla="*/ 128832 w 144663"/>
                <a:gd name="connsiteY172" fmla="*/ 122783 h 235994"/>
                <a:gd name="connsiteX173" fmla="*/ 130321 w 144663"/>
                <a:gd name="connsiteY173" fmla="*/ 123527 h 235994"/>
                <a:gd name="connsiteX174" fmla="*/ 131809 w 144663"/>
                <a:gd name="connsiteY174" fmla="*/ 126504 h 235994"/>
                <a:gd name="connsiteX175" fmla="*/ 133297 w 144663"/>
                <a:gd name="connsiteY175" fmla="*/ 127248 h 235994"/>
                <a:gd name="connsiteX176" fmla="*/ 134786 w 144663"/>
                <a:gd name="connsiteY176" fmla="*/ 130225 h 235994"/>
                <a:gd name="connsiteX177" fmla="*/ 136274 w 144663"/>
                <a:gd name="connsiteY177" fmla="*/ 130969 h 235994"/>
                <a:gd name="connsiteX178" fmla="*/ 137018 w 144663"/>
                <a:gd name="connsiteY178" fmla="*/ 136922 h 235994"/>
                <a:gd name="connsiteX179" fmla="*/ 139250 w 144663"/>
                <a:gd name="connsiteY179" fmla="*/ 136922 h 235994"/>
                <a:gd name="connsiteX180" fmla="*/ 139614 w 144663"/>
                <a:gd name="connsiteY180" fmla="*/ 141355 h 235994"/>
                <a:gd name="connsiteX181" fmla="*/ 141137 w 144663"/>
                <a:gd name="connsiteY181" fmla="*/ 143930 h 235994"/>
                <a:gd name="connsiteX182" fmla="*/ 142419 w 144663"/>
                <a:gd name="connsiteY182" fmla="*/ 147038 h 235994"/>
                <a:gd name="connsiteX183" fmla="*/ 142320 w 144663"/>
                <a:gd name="connsiteY183" fmla="*/ 149200 h 235994"/>
                <a:gd name="connsiteX184" fmla="*/ 142971 w 144663"/>
                <a:gd name="connsiteY184" fmla="*/ 155525 h 235994"/>
                <a:gd name="connsiteX185" fmla="*/ 144459 w 144663"/>
                <a:gd name="connsiteY185" fmla="*/ 156270 h 235994"/>
                <a:gd name="connsiteX186" fmla="*/ 144657 w 144663"/>
                <a:gd name="connsiteY186" fmla="*/ 161037 h 235994"/>
                <a:gd name="connsiteX187" fmla="*/ 144663 w 144663"/>
                <a:gd name="connsiteY187" fmla="*/ 163970 h 235994"/>
                <a:gd name="connsiteX188" fmla="*/ 144653 w 144663"/>
                <a:gd name="connsiteY188" fmla="*/ 165505 h 235994"/>
                <a:gd name="connsiteX189" fmla="*/ 144663 w 144663"/>
                <a:gd name="connsiteY189" fmla="*/ 170149 h 235994"/>
                <a:gd name="connsiteX190" fmla="*/ 144657 w 144663"/>
                <a:gd name="connsiteY190" fmla="*/ 173082 h 235994"/>
                <a:gd name="connsiteX191" fmla="*/ 144652 w 144663"/>
                <a:gd name="connsiteY191" fmla="*/ 175796 h 235994"/>
                <a:gd name="connsiteX192" fmla="*/ 144459 w 144663"/>
                <a:gd name="connsiteY192" fmla="*/ 177850 h 235994"/>
                <a:gd name="connsiteX193" fmla="*/ 142971 w 144663"/>
                <a:gd name="connsiteY193" fmla="*/ 178594 h 235994"/>
                <a:gd name="connsiteX194" fmla="*/ 142320 w 144663"/>
                <a:gd name="connsiteY194" fmla="*/ 186175 h 235994"/>
                <a:gd name="connsiteX195" fmla="*/ 141137 w 144663"/>
                <a:gd name="connsiteY195" fmla="*/ 190041 h 235994"/>
                <a:gd name="connsiteX196" fmla="*/ 139483 w 144663"/>
                <a:gd name="connsiteY196" fmla="*/ 195476 h 235994"/>
                <a:gd name="connsiteX197" fmla="*/ 139335 w 144663"/>
                <a:gd name="connsiteY197" fmla="*/ 197718 h 235994"/>
                <a:gd name="connsiteX198" fmla="*/ 139250 w 144663"/>
                <a:gd name="connsiteY198" fmla="*/ 199430 h 235994"/>
                <a:gd name="connsiteX199" fmla="*/ 137018 w 144663"/>
                <a:gd name="connsiteY199" fmla="*/ 199430 h 235994"/>
                <a:gd name="connsiteX200" fmla="*/ 136274 w 144663"/>
                <a:gd name="connsiteY200" fmla="*/ 205383 h 235994"/>
                <a:gd name="connsiteX201" fmla="*/ 134041 w 144663"/>
                <a:gd name="connsiteY201" fmla="*/ 205383 h 235994"/>
                <a:gd name="connsiteX202" fmla="*/ 133809 w 144663"/>
                <a:gd name="connsiteY202" fmla="*/ 207476 h 235994"/>
                <a:gd name="connsiteX203" fmla="*/ 131065 w 144663"/>
                <a:gd name="connsiteY203" fmla="*/ 212080 h 235994"/>
                <a:gd name="connsiteX204" fmla="*/ 130321 w 144663"/>
                <a:gd name="connsiteY204" fmla="*/ 214312 h 235994"/>
                <a:gd name="connsiteX205" fmla="*/ 128088 w 144663"/>
                <a:gd name="connsiteY205" fmla="*/ 215801 h 235994"/>
                <a:gd name="connsiteX206" fmla="*/ 127344 w 144663"/>
                <a:gd name="connsiteY206" fmla="*/ 218033 h 235994"/>
                <a:gd name="connsiteX207" fmla="*/ 124833 w 144663"/>
                <a:gd name="connsiteY207" fmla="*/ 220266 h 235994"/>
                <a:gd name="connsiteX208" fmla="*/ 120949 w 144663"/>
                <a:gd name="connsiteY208" fmla="*/ 223707 h 235994"/>
                <a:gd name="connsiteX209" fmla="*/ 118321 w 144663"/>
                <a:gd name="connsiteY209" fmla="*/ 225475 h 235994"/>
                <a:gd name="connsiteX210" fmla="*/ 116182 w 144663"/>
                <a:gd name="connsiteY210" fmla="*/ 228451 h 235994"/>
                <a:gd name="connsiteX211" fmla="*/ 112415 w 144663"/>
                <a:gd name="connsiteY211" fmla="*/ 228591 h 235994"/>
                <a:gd name="connsiteX212" fmla="*/ 110342 w 144663"/>
                <a:gd name="connsiteY212" fmla="*/ 228530 h 235994"/>
                <a:gd name="connsiteX213" fmla="*/ 108741 w 144663"/>
                <a:gd name="connsiteY213" fmla="*/ 228451 h 235994"/>
                <a:gd name="connsiteX214" fmla="*/ 108741 w 144663"/>
                <a:gd name="connsiteY214" fmla="*/ 232172 h 235994"/>
                <a:gd name="connsiteX215" fmla="*/ 106488 w 144663"/>
                <a:gd name="connsiteY215" fmla="*/ 232256 h 235994"/>
                <a:gd name="connsiteX216" fmla="*/ 103578 w 144663"/>
                <a:gd name="connsiteY216" fmla="*/ 232404 h 235994"/>
                <a:gd name="connsiteX217" fmla="*/ 100674 w 144663"/>
                <a:gd name="connsiteY217" fmla="*/ 232535 h 235994"/>
                <a:gd name="connsiteX218" fmla="*/ 98323 w 144663"/>
                <a:gd name="connsiteY218" fmla="*/ 232916 h 235994"/>
                <a:gd name="connsiteX219" fmla="*/ 97578 w 144663"/>
                <a:gd name="connsiteY219" fmla="*/ 235148 h 235994"/>
                <a:gd name="connsiteX220" fmla="*/ 94005 w 144663"/>
                <a:gd name="connsiteY220" fmla="*/ 235654 h 235994"/>
                <a:gd name="connsiteX221" fmla="*/ 91747 w 144663"/>
                <a:gd name="connsiteY221" fmla="*/ 235799 h 235994"/>
                <a:gd name="connsiteX222" fmla="*/ 80347 w 144663"/>
                <a:gd name="connsiteY222" fmla="*/ 235989 h 235994"/>
                <a:gd name="connsiteX223" fmla="*/ 77729 w 144663"/>
                <a:gd name="connsiteY223" fmla="*/ 235993 h 235994"/>
                <a:gd name="connsiteX224" fmla="*/ 69249 w 144663"/>
                <a:gd name="connsiteY224" fmla="*/ 235991 h 235994"/>
                <a:gd name="connsiteX225" fmla="*/ 63333 w 144663"/>
                <a:gd name="connsiteY225" fmla="*/ 235994 h 235994"/>
                <a:gd name="connsiteX226" fmla="*/ 50982 w 144663"/>
                <a:gd name="connsiteY226" fmla="*/ 235990 h 235994"/>
                <a:gd name="connsiteX227" fmla="*/ 36694 w 144663"/>
                <a:gd name="connsiteY227" fmla="*/ 235991 h 235994"/>
                <a:gd name="connsiteX228" fmla="*/ 22923 w 144663"/>
                <a:gd name="connsiteY228" fmla="*/ 235992 h 235994"/>
                <a:gd name="connsiteX229" fmla="*/ 17068 w 144663"/>
                <a:gd name="connsiteY229" fmla="*/ 235994 h 235994"/>
                <a:gd name="connsiteX230" fmla="*/ 8924 w 144663"/>
                <a:gd name="connsiteY230" fmla="*/ 235989 h 235994"/>
                <a:gd name="connsiteX231" fmla="*/ 6462 w 144663"/>
                <a:gd name="connsiteY231" fmla="*/ 235993 h 235994"/>
                <a:gd name="connsiteX232" fmla="*/ 4236 w 144663"/>
                <a:gd name="connsiteY232" fmla="*/ 235987 h 235994"/>
                <a:gd name="connsiteX233" fmla="*/ 2292 w 144663"/>
                <a:gd name="connsiteY233" fmla="*/ 235986 h 235994"/>
                <a:gd name="connsiteX234" fmla="*/ 96 w 144663"/>
                <a:gd name="connsiteY234" fmla="*/ 235148 h 235994"/>
                <a:gd name="connsiteX235" fmla="*/ 4 w 144663"/>
                <a:gd name="connsiteY235" fmla="*/ 231384 h 235994"/>
                <a:gd name="connsiteX236" fmla="*/ 0 w 144663"/>
                <a:gd name="connsiteY236" fmla="*/ 228898 h 235994"/>
                <a:gd name="connsiteX237" fmla="*/ 7 w 144663"/>
                <a:gd name="connsiteY237" fmla="*/ 226132 h 235994"/>
                <a:gd name="connsiteX238" fmla="*/ 5 w 144663"/>
                <a:gd name="connsiteY238" fmla="*/ 223220 h 235994"/>
                <a:gd name="connsiteX239" fmla="*/ 10 w 144663"/>
                <a:gd name="connsiteY239" fmla="*/ 215182 h 235994"/>
                <a:gd name="connsiteX240" fmla="*/ 11 w 144663"/>
                <a:gd name="connsiteY240" fmla="*/ 206528 h 235994"/>
                <a:gd name="connsiteX241" fmla="*/ 17 w 144663"/>
                <a:gd name="connsiteY241" fmla="*/ 191521 h 235994"/>
                <a:gd name="connsiteX242" fmla="*/ 26 w 144663"/>
                <a:gd name="connsiteY242" fmla="*/ 169824 h 235994"/>
                <a:gd name="connsiteX243" fmla="*/ 40 w 144663"/>
                <a:gd name="connsiteY243" fmla="*/ 134626 h 235994"/>
                <a:gd name="connsiteX244" fmla="*/ 55 w 144663"/>
                <a:gd name="connsiteY244" fmla="*/ 100425 h 235994"/>
                <a:gd name="connsiteX245" fmla="*/ 56 w 144663"/>
                <a:gd name="connsiteY245" fmla="*/ 98298 h 235994"/>
                <a:gd name="connsiteX246" fmla="*/ 59 w 144663"/>
                <a:gd name="connsiteY246" fmla="*/ 87730 h 235994"/>
                <a:gd name="connsiteX247" fmla="*/ 96 w 144663"/>
                <a:gd name="connsiteY247" fmla="*/ 0 h 23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Lst>
              <a:rect l="l" t="t" r="r" b="b"/>
              <a:pathLst>
                <a:path w="144663" h="235994">
                  <a:moveTo>
                    <a:pt x="79808" y="129207"/>
                  </a:moveTo>
                  <a:cubicBezTo>
                    <a:pt x="78802" y="129216"/>
                    <a:pt x="77825" y="129224"/>
                    <a:pt x="76848" y="129232"/>
                  </a:cubicBezTo>
                  <a:cubicBezTo>
                    <a:pt x="75135" y="129230"/>
                    <a:pt x="73424" y="129234"/>
                    <a:pt x="71711" y="129261"/>
                  </a:cubicBezTo>
                  <a:cubicBezTo>
                    <a:pt x="70484" y="129281"/>
                    <a:pt x="69257" y="129295"/>
                    <a:pt x="68030" y="129301"/>
                  </a:cubicBezTo>
                  <a:cubicBezTo>
                    <a:pt x="64822" y="129311"/>
                    <a:pt x="61613" y="129333"/>
                    <a:pt x="58405" y="129374"/>
                  </a:cubicBezTo>
                  <a:cubicBezTo>
                    <a:pt x="55077" y="129416"/>
                    <a:pt x="51750" y="129442"/>
                    <a:pt x="48422" y="129462"/>
                  </a:cubicBezTo>
                  <a:cubicBezTo>
                    <a:pt x="41255" y="129502"/>
                    <a:pt x="34088" y="129568"/>
                    <a:pt x="26921" y="129654"/>
                  </a:cubicBezTo>
                  <a:cubicBezTo>
                    <a:pt x="26906" y="138548"/>
                    <a:pt x="26893" y="147441"/>
                    <a:pt x="26885" y="156334"/>
                  </a:cubicBezTo>
                  <a:cubicBezTo>
                    <a:pt x="26881" y="160863"/>
                    <a:pt x="26878" y="165392"/>
                    <a:pt x="26870" y="169921"/>
                  </a:cubicBezTo>
                  <a:cubicBezTo>
                    <a:pt x="26862" y="174363"/>
                    <a:pt x="26855" y="178805"/>
                    <a:pt x="26852" y="183247"/>
                  </a:cubicBezTo>
                  <a:cubicBezTo>
                    <a:pt x="26851" y="184931"/>
                    <a:pt x="26850" y="186615"/>
                    <a:pt x="26849" y="188299"/>
                  </a:cubicBezTo>
                  <a:cubicBezTo>
                    <a:pt x="26843" y="190735"/>
                    <a:pt x="26837" y="193171"/>
                    <a:pt x="26837" y="195607"/>
                  </a:cubicBezTo>
                  <a:cubicBezTo>
                    <a:pt x="26837" y="196363"/>
                    <a:pt x="26837" y="197096"/>
                    <a:pt x="26837" y="197829"/>
                  </a:cubicBezTo>
                  <a:cubicBezTo>
                    <a:pt x="26834" y="198550"/>
                    <a:pt x="26832" y="199250"/>
                    <a:pt x="26829" y="199950"/>
                  </a:cubicBezTo>
                  <a:cubicBezTo>
                    <a:pt x="26832" y="201885"/>
                    <a:pt x="26212" y="204103"/>
                    <a:pt x="27666" y="205557"/>
                  </a:cubicBezTo>
                  <a:cubicBezTo>
                    <a:pt x="28924" y="205590"/>
                    <a:pt x="30183" y="205616"/>
                    <a:pt x="31442" y="205602"/>
                  </a:cubicBezTo>
                  <a:cubicBezTo>
                    <a:pt x="31998" y="205592"/>
                    <a:pt x="32538" y="205583"/>
                    <a:pt x="33078" y="205573"/>
                  </a:cubicBezTo>
                  <a:cubicBezTo>
                    <a:pt x="34883" y="205550"/>
                    <a:pt x="36688" y="205526"/>
                    <a:pt x="38494" y="205498"/>
                  </a:cubicBezTo>
                  <a:cubicBezTo>
                    <a:pt x="39787" y="205477"/>
                    <a:pt x="41080" y="205458"/>
                    <a:pt x="42374" y="205440"/>
                  </a:cubicBezTo>
                  <a:cubicBezTo>
                    <a:pt x="45756" y="205394"/>
                    <a:pt x="49138" y="205346"/>
                    <a:pt x="52520" y="205295"/>
                  </a:cubicBezTo>
                  <a:cubicBezTo>
                    <a:pt x="56028" y="205241"/>
                    <a:pt x="59536" y="205191"/>
                    <a:pt x="63043" y="205142"/>
                  </a:cubicBezTo>
                  <a:cubicBezTo>
                    <a:pt x="70599" y="205037"/>
                    <a:pt x="78154" y="204927"/>
                    <a:pt x="85709" y="204813"/>
                  </a:cubicBezTo>
                  <a:cubicBezTo>
                    <a:pt x="85709" y="203801"/>
                    <a:pt x="85709" y="202818"/>
                    <a:pt x="85709" y="201836"/>
                  </a:cubicBezTo>
                  <a:cubicBezTo>
                    <a:pt x="86410" y="201872"/>
                    <a:pt x="87091" y="201906"/>
                    <a:pt x="87772" y="201941"/>
                  </a:cubicBezTo>
                  <a:cubicBezTo>
                    <a:pt x="88684" y="201968"/>
                    <a:pt x="89568" y="201995"/>
                    <a:pt x="90452" y="202022"/>
                  </a:cubicBezTo>
                  <a:cubicBezTo>
                    <a:pt x="93121" y="202127"/>
                    <a:pt x="93121" y="202127"/>
                    <a:pt x="95382" y="201836"/>
                  </a:cubicBezTo>
                  <a:cubicBezTo>
                    <a:pt x="95696" y="201333"/>
                    <a:pt x="96000" y="200845"/>
                    <a:pt x="96304" y="200357"/>
                  </a:cubicBezTo>
                  <a:cubicBezTo>
                    <a:pt x="96497" y="199848"/>
                    <a:pt x="96684" y="199354"/>
                    <a:pt x="96871" y="198860"/>
                  </a:cubicBezTo>
                  <a:cubicBezTo>
                    <a:pt x="98362" y="198628"/>
                    <a:pt x="99850" y="198378"/>
                    <a:pt x="101335" y="198115"/>
                  </a:cubicBezTo>
                  <a:cubicBezTo>
                    <a:pt x="103649" y="196232"/>
                    <a:pt x="104936" y="194626"/>
                    <a:pt x="106312" y="191976"/>
                  </a:cubicBezTo>
                  <a:cubicBezTo>
                    <a:pt x="106644" y="191280"/>
                    <a:pt x="106966" y="190605"/>
                    <a:pt x="107289" y="189930"/>
                  </a:cubicBezTo>
                  <a:cubicBezTo>
                    <a:pt x="108040" y="189554"/>
                    <a:pt x="108040" y="189554"/>
                    <a:pt x="108777" y="189186"/>
                  </a:cubicBezTo>
                  <a:cubicBezTo>
                    <a:pt x="108994" y="187445"/>
                    <a:pt x="109243" y="185708"/>
                    <a:pt x="109521" y="183977"/>
                  </a:cubicBezTo>
                  <a:cubicBezTo>
                    <a:pt x="110648" y="183601"/>
                    <a:pt x="110648" y="183601"/>
                    <a:pt x="111753" y="183233"/>
                  </a:cubicBezTo>
                  <a:cubicBezTo>
                    <a:pt x="111850" y="182791"/>
                    <a:pt x="111943" y="182362"/>
                    <a:pt x="112037" y="181933"/>
                  </a:cubicBezTo>
                  <a:cubicBezTo>
                    <a:pt x="112039" y="181352"/>
                    <a:pt x="112041" y="180787"/>
                    <a:pt x="112042" y="180223"/>
                  </a:cubicBezTo>
                  <a:cubicBezTo>
                    <a:pt x="112053" y="179246"/>
                    <a:pt x="112053" y="179246"/>
                    <a:pt x="112064" y="178289"/>
                  </a:cubicBezTo>
                  <a:cubicBezTo>
                    <a:pt x="112059" y="177574"/>
                    <a:pt x="112054" y="176880"/>
                    <a:pt x="112050" y="176186"/>
                  </a:cubicBezTo>
                  <a:cubicBezTo>
                    <a:pt x="112054" y="174734"/>
                    <a:pt x="112057" y="173282"/>
                    <a:pt x="112059" y="171829"/>
                  </a:cubicBezTo>
                  <a:cubicBezTo>
                    <a:pt x="112044" y="169526"/>
                    <a:pt x="112033" y="167224"/>
                    <a:pt x="112044" y="164921"/>
                  </a:cubicBezTo>
                  <a:cubicBezTo>
                    <a:pt x="112054" y="163422"/>
                    <a:pt x="112058" y="161923"/>
                    <a:pt x="112056" y="160424"/>
                  </a:cubicBezTo>
                  <a:cubicBezTo>
                    <a:pt x="112054" y="159695"/>
                    <a:pt x="112052" y="158988"/>
                    <a:pt x="112050" y="158281"/>
                  </a:cubicBezTo>
                  <a:cubicBezTo>
                    <a:pt x="112055" y="157566"/>
                    <a:pt x="112059" y="156872"/>
                    <a:pt x="112064" y="156178"/>
                  </a:cubicBezTo>
                  <a:cubicBezTo>
                    <a:pt x="112056" y="155521"/>
                    <a:pt x="112049" y="154883"/>
                    <a:pt x="112042" y="154244"/>
                  </a:cubicBezTo>
                  <a:cubicBezTo>
                    <a:pt x="112037" y="152534"/>
                    <a:pt x="112037" y="152534"/>
                    <a:pt x="111753" y="151235"/>
                  </a:cubicBezTo>
                  <a:cubicBezTo>
                    <a:pt x="110626" y="150859"/>
                    <a:pt x="110626" y="150859"/>
                    <a:pt x="109521" y="150490"/>
                  </a:cubicBezTo>
                  <a:cubicBezTo>
                    <a:pt x="109621" y="146893"/>
                    <a:pt x="109024" y="145729"/>
                    <a:pt x="106544" y="143049"/>
                  </a:cubicBezTo>
                  <a:cubicBezTo>
                    <a:pt x="105289" y="141824"/>
                    <a:pt x="104048" y="140584"/>
                    <a:pt x="102824" y="139328"/>
                  </a:cubicBezTo>
                  <a:cubicBezTo>
                    <a:pt x="102173" y="137607"/>
                    <a:pt x="102173" y="137607"/>
                    <a:pt x="101335" y="136352"/>
                  </a:cubicBezTo>
                  <a:cubicBezTo>
                    <a:pt x="100418" y="136288"/>
                    <a:pt x="99528" y="136227"/>
                    <a:pt x="98638" y="136166"/>
                  </a:cubicBezTo>
                  <a:cubicBezTo>
                    <a:pt x="97370" y="136260"/>
                    <a:pt x="97370" y="136260"/>
                    <a:pt x="96126" y="136352"/>
                  </a:cubicBezTo>
                  <a:cubicBezTo>
                    <a:pt x="96126" y="135340"/>
                    <a:pt x="96126" y="134357"/>
                    <a:pt x="96126" y="133375"/>
                  </a:cubicBezTo>
                  <a:cubicBezTo>
                    <a:pt x="94552" y="133446"/>
                    <a:pt x="92977" y="133513"/>
                    <a:pt x="91401" y="133557"/>
                  </a:cubicBezTo>
                  <a:cubicBezTo>
                    <a:pt x="90429" y="133582"/>
                    <a:pt x="90429" y="133582"/>
                    <a:pt x="89476" y="133608"/>
                  </a:cubicBezTo>
                  <a:cubicBezTo>
                    <a:pt x="88824" y="133640"/>
                    <a:pt x="88191" y="133671"/>
                    <a:pt x="87559" y="133702"/>
                  </a:cubicBezTo>
                  <a:cubicBezTo>
                    <a:pt x="86939" y="133715"/>
                    <a:pt x="86337" y="133726"/>
                    <a:pt x="85735" y="133738"/>
                  </a:cubicBezTo>
                  <a:cubicBezTo>
                    <a:pt x="84084" y="133892"/>
                    <a:pt x="84084" y="133892"/>
                    <a:pt x="82732" y="133375"/>
                  </a:cubicBezTo>
                  <a:cubicBezTo>
                    <a:pt x="82599" y="131515"/>
                    <a:pt x="82599" y="131515"/>
                    <a:pt x="81988" y="129654"/>
                  </a:cubicBezTo>
                  <a:cubicBezTo>
                    <a:pt x="81247" y="129502"/>
                    <a:pt x="80527" y="129355"/>
                    <a:pt x="79808" y="129207"/>
                  </a:cubicBezTo>
                  <a:close/>
                  <a:moveTo>
                    <a:pt x="76944" y="30103"/>
                  </a:moveTo>
                  <a:cubicBezTo>
                    <a:pt x="75992" y="30112"/>
                    <a:pt x="75068" y="30120"/>
                    <a:pt x="74145" y="30128"/>
                  </a:cubicBezTo>
                  <a:cubicBezTo>
                    <a:pt x="72508" y="30127"/>
                    <a:pt x="70872" y="30131"/>
                    <a:pt x="69235" y="30158"/>
                  </a:cubicBezTo>
                  <a:cubicBezTo>
                    <a:pt x="68153" y="30176"/>
                    <a:pt x="67070" y="30190"/>
                    <a:pt x="65987" y="30195"/>
                  </a:cubicBezTo>
                  <a:cubicBezTo>
                    <a:pt x="64443" y="30198"/>
                    <a:pt x="64443" y="30198"/>
                    <a:pt x="61140" y="30215"/>
                  </a:cubicBezTo>
                  <a:cubicBezTo>
                    <a:pt x="58345" y="30250"/>
                    <a:pt x="55632" y="30284"/>
                    <a:pt x="52919" y="30318"/>
                  </a:cubicBezTo>
                  <a:cubicBezTo>
                    <a:pt x="44080" y="30397"/>
                    <a:pt x="35500" y="30474"/>
                    <a:pt x="26921" y="30550"/>
                  </a:cubicBezTo>
                  <a:cubicBezTo>
                    <a:pt x="26921" y="53827"/>
                    <a:pt x="26921" y="76419"/>
                    <a:pt x="26921" y="99011"/>
                  </a:cubicBezTo>
                  <a:cubicBezTo>
                    <a:pt x="35887" y="99043"/>
                    <a:pt x="44589" y="99074"/>
                    <a:pt x="53291" y="99104"/>
                  </a:cubicBezTo>
                  <a:cubicBezTo>
                    <a:pt x="57188" y="99124"/>
                    <a:pt x="61084" y="99144"/>
                    <a:pt x="64980" y="99152"/>
                  </a:cubicBezTo>
                  <a:cubicBezTo>
                    <a:pt x="66028" y="99153"/>
                    <a:pt x="67077" y="99155"/>
                    <a:pt x="68125" y="99157"/>
                  </a:cubicBezTo>
                  <a:cubicBezTo>
                    <a:pt x="69828" y="99168"/>
                    <a:pt x="71530" y="99180"/>
                    <a:pt x="73233" y="99181"/>
                  </a:cubicBezTo>
                  <a:cubicBezTo>
                    <a:pt x="73773" y="99181"/>
                    <a:pt x="74297" y="99181"/>
                    <a:pt x="74821" y="99180"/>
                  </a:cubicBezTo>
                  <a:cubicBezTo>
                    <a:pt x="77660" y="99190"/>
                    <a:pt x="77660" y="99190"/>
                    <a:pt x="79755" y="99011"/>
                  </a:cubicBezTo>
                  <a:cubicBezTo>
                    <a:pt x="80008" y="98505"/>
                    <a:pt x="80254" y="98014"/>
                    <a:pt x="80499" y="97523"/>
                  </a:cubicBezTo>
                  <a:cubicBezTo>
                    <a:pt x="80246" y="96764"/>
                    <a:pt x="80001" y="96027"/>
                    <a:pt x="79755" y="95291"/>
                  </a:cubicBezTo>
                  <a:cubicBezTo>
                    <a:pt x="80392" y="95355"/>
                    <a:pt x="81011" y="95417"/>
                    <a:pt x="81630" y="95480"/>
                  </a:cubicBezTo>
                  <a:cubicBezTo>
                    <a:pt x="82867" y="95596"/>
                    <a:pt x="82867" y="95596"/>
                    <a:pt x="84080" y="95709"/>
                  </a:cubicBezTo>
                  <a:cubicBezTo>
                    <a:pt x="86742" y="95967"/>
                    <a:pt x="88367" y="96141"/>
                    <a:pt x="90917" y="95291"/>
                  </a:cubicBezTo>
                  <a:cubicBezTo>
                    <a:pt x="91161" y="93755"/>
                    <a:pt x="91161" y="93755"/>
                    <a:pt x="91661" y="92314"/>
                  </a:cubicBezTo>
                  <a:cubicBezTo>
                    <a:pt x="93289" y="92454"/>
                    <a:pt x="93289" y="92454"/>
                    <a:pt x="95382" y="92314"/>
                  </a:cubicBezTo>
                  <a:cubicBezTo>
                    <a:pt x="97772" y="90218"/>
                    <a:pt x="99505" y="87666"/>
                    <a:pt x="101149" y="84966"/>
                  </a:cubicBezTo>
                  <a:cubicBezTo>
                    <a:pt x="101465" y="84428"/>
                    <a:pt x="101772" y="83906"/>
                    <a:pt x="102079" y="83384"/>
                  </a:cubicBezTo>
                  <a:cubicBezTo>
                    <a:pt x="102831" y="83009"/>
                    <a:pt x="102831" y="83009"/>
                    <a:pt x="103567" y="82640"/>
                  </a:cubicBezTo>
                  <a:cubicBezTo>
                    <a:pt x="103617" y="81951"/>
                    <a:pt x="103665" y="81283"/>
                    <a:pt x="103713" y="80614"/>
                  </a:cubicBezTo>
                  <a:cubicBezTo>
                    <a:pt x="103695" y="79769"/>
                    <a:pt x="103678" y="78949"/>
                    <a:pt x="103661" y="78129"/>
                  </a:cubicBezTo>
                  <a:cubicBezTo>
                    <a:pt x="103647" y="77282"/>
                    <a:pt x="103633" y="76460"/>
                    <a:pt x="103620" y="75638"/>
                  </a:cubicBezTo>
                  <a:cubicBezTo>
                    <a:pt x="103602" y="74983"/>
                    <a:pt x="103585" y="74347"/>
                    <a:pt x="103567" y="73711"/>
                  </a:cubicBezTo>
                  <a:cubicBezTo>
                    <a:pt x="104327" y="73711"/>
                    <a:pt x="105063" y="73711"/>
                    <a:pt x="105800" y="73711"/>
                  </a:cubicBezTo>
                  <a:cubicBezTo>
                    <a:pt x="106669" y="71972"/>
                    <a:pt x="106669" y="71972"/>
                    <a:pt x="106755" y="66573"/>
                  </a:cubicBezTo>
                  <a:cubicBezTo>
                    <a:pt x="106762" y="65821"/>
                    <a:pt x="106769" y="65092"/>
                    <a:pt x="106777" y="64362"/>
                  </a:cubicBezTo>
                  <a:cubicBezTo>
                    <a:pt x="106799" y="63608"/>
                    <a:pt x="106820" y="62875"/>
                    <a:pt x="106842" y="62143"/>
                  </a:cubicBezTo>
                  <a:cubicBezTo>
                    <a:pt x="106852" y="61078"/>
                    <a:pt x="106852" y="61078"/>
                    <a:pt x="106861" y="60034"/>
                  </a:cubicBezTo>
                  <a:cubicBezTo>
                    <a:pt x="106894" y="58091"/>
                    <a:pt x="106894" y="58091"/>
                    <a:pt x="106544" y="56595"/>
                  </a:cubicBezTo>
                  <a:cubicBezTo>
                    <a:pt x="106036" y="56435"/>
                    <a:pt x="105543" y="56279"/>
                    <a:pt x="105049" y="56123"/>
                  </a:cubicBezTo>
                  <a:cubicBezTo>
                    <a:pt x="104545" y="56031"/>
                    <a:pt x="104056" y="55941"/>
                    <a:pt x="103567" y="55851"/>
                  </a:cubicBezTo>
                  <a:cubicBezTo>
                    <a:pt x="103495" y="55227"/>
                    <a:pt x="103425" y="54620"/>
                    <a:pt x="103355" y="54014"/>
                  </a:cubicBezTo>
                  <a:cubicBezTo>
                    <a:pt x="103513" y="51871"/>
                    <a:pt x="103700" y="49811"/>
                    <a:pt x="103567" y="47666"/>
                  </a:cubicBezTo>
                  <a:cubicBezTo>
                    <a:pt x="102440" y="47290"/>
                    <a:pt x="102440" y="47290"/>
                    <a:pt x="101335" y="46922"/>
                  </a:cubicBezTo>
                  <a:cubicBezTo>
                    <a:pt x="101335" y="43945"/>
                    <a:pt x="101335" y="43945"/>
                    <a:pt x="99847" y="41713"/>
                  </a:cubicBezTo>
                  <a:cubicBezTo>
                    <a:pt x="98309" y="41037"/>
                    <a:pt x="98309" y="41037"/>
                    <a:pt x="96870" y="40224"/>
                  </a:cubicBezTo>
                  <a:cubicBezTo>
                    <a:pt x="96591" y="38643"/>
                    <a:pt x="96591" y="38643"/>
                    <a:pt x="96126" y="37248"/>
                  </a:cubicBezTo>
                  <a:cubicBezTo>
                    <a:pt x="95351" y="37184"/>
                    <a:pt x="94599" y="37123"/>
                    <a:pt x="93847" y="37062"/>
                  </a:cubicBezTo>
                  <a:cubicBezTo>
                    <a:pt x="93104" y="37125"/>
                    <a:pt x="92383" y="37186"/>
                    <a:pt x="91661" y="37248"/>
                  </a:cubicBezTo>
                  <a:cubicBezTo>
                    <a:pt x="91661" y="36236"/>
                    <a:pt x="91661" y="35253"/>
                    <a:pt x="91661" y="34271"/>
                  </a:cubicBezTo>
                  <a:cubicBezTo>
                    <a:pt x="89429" y="33527"/>
                    <a:pt x="89429" y="33527"/>
                    <a:pt x="87095" y="33617"/>
                  </a:cubicBezTo>
                  <a:cubicBezTo>
                    <a:pt x="86196" y="33697"/>
                    <a:pt x="85324" y="33775"/>
                    <a:pt x="84452" y="33853"/>
                  </a:cubicBezTo>
                  <a:cubicBezTo>
                    <a:pt x="83548" y="33931"/>
                    <a:pt x="82670" y="34006"/>
                    <a:pt x="81793" y="34082"/>
                  </a:cubicBezTo>
                  <a:cubicBezTo>
                    <a:pt x="80764" y="34178"/>
                    <a:pt x="80764" y="34178"/>
                    <a:pt x="79755" y="34271"/>
                  </a:cubicBezTo>
                  <a:cubicBezTo>
                    <a:pt x="79687" y="32437"/>
                    <a:pt x="79687" y="32437"/>
                    <a:pt x="79011" y="30550"/>
                  </a:cubicBezTo>
                  <a:cubicBezTo>
                    <a:pt x="78308" y="30398"/>
                    <a:pt x="77626" y="30251"/>
                    <a:pt x="76944" y="30103"/>
                  </a:cubicBezTo>
                  <a:close/>
                  <a:moveTo>
                    <a:pt x="96" y="0"/>
                  </a:moveTo>
                  <a:cubicBezTo>
                    <a:pt x="31283" y="0"/>
                    <a:pt x="62470" y="0"/>
                    <a:pt x="94602" y="0"/>
                  </a:cubicBezTo>
                  <a:cubicBezTo>
                    <a:pt x="94602" y="982"/>
                    <a:pt x="94602" y="1965"/>
                    <a:pt x="94602" y="2977"/>
                  </a:cubicBezTo>
                  <a:cubicBezTo>
                    <a:pt x="95229" y="2942"/>
                    <a:pt x="95857" y="2907"/>
                    <a:pt x="96503" y="2872"/>
                  </a:cubicBezTo>
                  <a:cubicBezTo>
                    <a:pt x="97318" y="2845"/>
                    <a:pt x="98134" y="2818"/>
                    <a:pt x="98974" y="2791"/>
                  </a:cubicBezTo>
                  <a:cubicBezTo>
                    <a:pt x="99785" y="2756"/>
                    <a:pt x="100597" y="2721"/>
                    <a:pt x="101433" y="2686"/>
                  </a:cubicBezTo>
                  <a:cubicBezTo>
                    <a:pt x="102125" y="2782"/>
                    <a:pt x="102818" y="2878"/>
                    <a:pt x="103532" y="2977"/>
                  </a:cubicBezTo>
                  <a:cubicBezTo>
                    <a:pt x="104392" y="4442"/>
                    <a:pt x="104392" y="4442"/>
                    <a:pt x="105020" y="5953"/>
                  </a:cubicBezTo>
                  <a:cubicBezTo>
                    <a:pt x="107671" y="6562"/>
                    <a:pt x="107671" y="6562"/>
                    <a:pt x="110229" y="6697"/>
                  </a:cubicBezTo>
                  <a:cubicBezTo>
                    <a:pt x="110229" y="7680"/>
                    <a:pt x="110229" y="8662"/>
                    <a:pt x="110229" y="9674"/>
                  </a:cubicBezTo>
                  <a:cubicBezTo>
                    <a:pt x="110843" y="9797"/>
                    <a:pt x="111457" y="9919"/>
                    <a:pt x="112089" y="10046"/>
                  </a:cubicBezTo>
                  <a:cubicBezTo>
                    <a:pt x="112703" y="10169"/>
                    <a:pt x="113317" y="10291"/>
                    <a:pt x="113950" y="10418"/>
                  </a:cubicBezTo>
                  <a:cubicBezTo>
                    <a:pt x="113950" y="11400"/>
                    <a:pt x="113950" y="12382"/>
                    <a:pt x="113950" y="13395"/>
                  </a:cubicBezTo>
                  <a:cubicBezTo>
                    <a:pt x="115177" y="13395"/>
                    <a:pt x="116405" y="13395"/>
                    <a:pt x="117670" y="13395"/>
                  </a:cubicBezTo>
                  <a:cubicBezTo>
                    <a:pt x="117670" y="14377"/>
                    <a:pt x="117670" y="15359"/>
                    <a:pt x="117670" y="16371"/>
                  </a:cubicBezTo>
                  <a:cubicBezTo>
                    <a:pt x="118407" y="16371"/>
                    <a:pt x="119144" y="16371"/>
                    <a:pt x="119903" y="16371"/>
                  </a:cubicBezTo>
                  <a:cubicBezTo>
                    <a:pt x="120151" y="17611"/>
                    <a:pt x="120399" y="18852"/>
                    <a:pt x="120647" y="20092"/>
                  </a:cubicBezTo>
                  <a:cubicBezTo>
                    <a:pt x="121384" y="20092"/>
                    <a:pt x="122120" y="20092"/>
                    <a:pt x="122879" y="20092"/>
                  </a:cubicBezTo>
                  <a:cubicBezTo>
                    <a:pt x="122879" y="21320"/>
                    <a:pt x="122879" y="22547"/>
                    <a:pt x="122879" y="23812"/>
                  </a:cubicBezTo>
                  <a:cubicBezTo>
                    <a:pt x="123616" y="23812"/>
                    <a:pt x="124353" y="23812"/>
                    <a:pt x="125112" y="23812"/>
                  </a:cubicBezTo>
                  <a:cubicBezTo>
                    <a:pt x="125357" y="25286"/>
                    <a:pt x="125603" y="26759"/>
                    <a:pt x="125856" y="28277"/>
                  </a:cubicBezTo>
                  <a:cubicBezTo>
                    <a:pt x="126593" y="28277"/>
                    <a:pt x="127329" y="28277"/>
                    <a:pt x="128088" y="28277"/>
                  </a:cubicBezTo>
                  <a:cubicBezTo>
                    <a:pt x="128165" y="29121"/>
                    <a:pt x="128242" y="29966"/>
                    <a:pt x="128321" y="30835"/>
                  </a:cubicBezTo>
                  <a:cubicBezTo>
                    <a:pt x="128490" y="31710"/>
                    <a:pt x="128658" y="32585"/>
                    <a:pt x="128832" y="33486"/>
                  </a:cubicBezTo>
                  <a:cubicBezTo>
                    <a:pt x="129569" y="33732"/>
                    <a:pt x="130306" y="33977"/>
                    <a:pt x="131065" y="34230"/>
                  </a:cubicBezTo>
                  <a:cubicBezTo>
                    <a:pt x="131367" y="35852"/>
                    <a:pt x="131367" y="35852"/>
                    <a:pt x="131437" y="37858"/>
                  </a:cubicBezTo>
                  <a:cubicBezTo>
                    <a:pt x="131463" y="39831"/>
                    <a:pt x="131463" y="39831"/>
                    <a:pt x="131809" y="41672"/>
                  </a:cubicBezTo>
                  <a:cubicBezTo>
                    <a:pt x="132178" y="42010"/>
                    <a:pt x="132547" y="42348"/>
                    <a:pt x="132927" y="42696"/>
                  </a:cubicBezTo>
                  <a:cubicBezTo>
                    <a:pt x="134376" y="44267"/>
                    <a:pt x="134316" y="45084"/>
                    <a:pt x="134307" y="47196"/>
                  </a:cubicBezTo>
                  <a:cubicBezTo>
                    <a:pt x="134310" y="48191"/>
                    <a:pt x="134310" y="48191"/>
                    <a:pt x="134313" y="49205"/>
                  </a:cubicBezTo>
                  <a:cubicBezTo>
                    <a:pt x="134300" y="50276"/>
                    <a:pt x="134300" y="50276"/>
                    <a:pt x="134286" y="51369"/>
                  </a:cubicBezTo>
                  <a:cubicBezTo>
                    <a:pt x="134284" y="52104"/>
                    <a:pt x="134283" y="52839"/>
                    <a:pt x="134281" y="53596"/>
                  </a:cubicBezTo>
                  <a:cubicBezTo>
                    <a:pt x="134276" y="55149"/>
                    <a:pt x="134266" y="56703"/>
                    <a:pt x="134251" y="58257"/>
                  </a:cubicBezTo>
                  <a:cubicBezTo>
                    <a:pt x="134228" y="60638"/>
                    <a:pt x="134220" y="63019"/>
                    <a:pt x="134216" y="65400"/>
                  </a:cubicBezTo>
                  <a:cubicBezTo>
                    <a:pt x="134209" y="66909"/>
                    <a:pt x="134201" y="68417"/>
                    <a:pt x="134193" y="69926"/>
                  </a:cubicBezTo>
                  <a:cubicBezTo>
                    <a:pt x="134189" y="70640"/>
                    <a:pt x="134186" y="71354"/>
                    <a:pt x="134183" y="72089"/>
                  </a:cubicBezTo>
                  <a:cubicBezTo>
                    <a:pt x="134176" y="72752"/>
                    <a:pt x="134169" y="73416"/>
                    <a:pt x="134161" y="74099"/>
                  </a:cubicBezTo>
                  <a:cubicBezTo>
                    <a:pt x="134154" y="74973"/>
                    <a:pt x="134154" y="74973"/>
                    <a:pt x="134146" y="75866"/>
                  </a:cubicBezTo>
                  <a:cubicBezTo>
                    <a:pt x="134041" y="77391"/>
                    <a:pt x="134041" y="77391"/>
                    <a:pt x="133297" y="79623"/>
                  </a:cubicBezTo>
                  <a:cubicBezTo>
                    <a:pt x="132561" y="79991"/>
                    <a:pt x="132561" y="79991"/>
                    <a:pt x="131809" y="80367"/>
                  </a:cubicBezTo>
                  <a:cubicBezTo>
                    <a:pt x="131545" y="82291"/>
                    <a:pt x="131479" y="84195"/>
                    <a:pt x="131393" y="86134"/>
                  </a:cubicBezTo>
                  <a:cubicBezTo>
                    <a:pt x="131231" y="86963"/>
                    <a:pt x="131231" y="86963"/>
                    <a:pt x="131065" y="87809"/>
                  </a:cubicBezTo>
                  <a:cubicBezTo>
                    <a:pt x="130328" y="88054"/>
                    <a:pt x="129591" y="88300"/>
                    <a:pt x="128832" y="88553"/>
                  </a:cubicBezTo>
                  <a:cubicBezTo>
                    <a:pt x="128574" y="90039"/>
                    <a:pt x="128327" y="91528"/>
                    <a:pt x="128088" y="93018"/>
                  </a:cubicBezTo>
                  <a:cubicBezTo>
                    <a:pt x="127019" y="94227"/>
                    <a:pt x="127019" y="94227"/>
                    <a:pt x="125856" y="95250"/>
                  </a:cubicBezTo>
                  <a:cubicBezTo>
                    <a:pt x="125595" y="95772"/>
                    <a:pt x="125334" y="96294"/>
                    <a:pt x="125065" y="96831"/>
                  </a:cubicBezTo>
                  <a:cubicBezTo>
                    <a:pt x="124368" y="98227"/>
                    <a:pt x="124368" y="98227"/>
                    <a:pt x="122879" y="98971"/>
                  </a:cubicBezTo>
                  <a:cubicBezTo>
                    <a:pt x="122634" y="99477"/>
                    <a:pt x="122388" y="99984"/>
                    <a:pt x="122135" y="100505"/>
                  </a:cubicBezTo>
                  <a:cubicBezTo>
                    <a:pt x="121890" y="100981"/>
                    <a:pt x="121644" y="101457"/>
                    <a:pt x="121391" y="101947"/>
                  </a:cubicBezTo>
                  <a:cubicBezTo>
                    <a:pt x="120900" y="101947"/>
                    <a:pt x="120409" y="101947"/>
                    <a:pt x="119903" y="101947"/>
                  </a:cubicBezTo>
                  <a:cubicBezTo>
                    <a:pt x="119688" y="102546"/>
                    <a:pt x="119473" y="103144"/>
                    <a:pt x="119252" y="103761"/>
                  </a:cubicBezTo>
                  <a:cubicBezTo>
                    <a:pt x="118975" y="104390"/>
                    <a:pt x="118699" y="105020"/>
                    <a:pt x="118414" y="105668"/>
                  </a:cubicBezTo>
                  <a:cubicBezTo>
                    <a:pt x="117428" y="105937"/>
                    <a:pt x="116435" y="106187"/>
                    <a:pt x="115438" y="106412"/>
                  </a:cubicBezTo>
                  <a:cubicBezTo>
                    <a:pt x="114832" y="107905"/>
                    <a:pt x="114832" y="107905"/>
                    <a:pt x="114694" y="109389"/>
                  </a:cubicBezTo>
                  <a:cubicBezTo>
                    <a:pt x="113711" y="109143"/>
                    <a:pt x="112729" y="108898"/>
                    <a:pt x="111717" y="108645"/>
                  </a:cubicBezTo>
                  <a:cubicBezTo>
                    <a:pt x="113344" y="110582"/>
                    <a:pt x="113344" y="110582"/>
                    <a:pt x="115438" y="112365"/>
                  </a:cubicBezTo>
                  <a:cubicBezTo>
                    <a:pt x="116678" y="112393"/>
                    <a:pt x="117919" y="112400"/>
                    <a:pt x="119159" y="112365"/>
                  </a:cubicBezTo>
                  <a:cubicBezTo>
                    <a:pt x="119320" y="113079"/>
                    <a:pt x="119320" y="113079"/>
                    <a:pt x="119484" y="113807"/>
                  </a:cubicBezTo>
                  <a:cubicBezTo>
                    <a:pt x="119622" y="114313"/>
                    <a:pt x="119760" y="114820"/>
                    <a:pt x="119903" y="115342"/>
                  </a:cubicBezTo>
                  <a:cubicBezTo>
                    <a:pt x="121390" y="115595"/>
                    <a:pt x="122878" y="115843"/>
                    <a:pt x="124368" y="116086"/>
                  </a:cubicBezTo>
                  <a:cubicBezTo>
                    <a:pt x="125298" y="117574"/>
                    <a:pt x="125298" y="117574"/>
                    <a:pt x="125856" y="119062"/>
                  </a:cubicBezTo>
                  <a:cubicBezTo>
                    <a:pt x="126347" y="119308"/>
                    <a:pt x="126838" y="119554"/>
                    <a:pt x="127344" y="119807"/>
                  </a:cubicBezTo>
                  <a:cubicBezTo>
                    <a:pt x="127840" y="120799"/>
                    <a:pt x="128336" y="121791"/>
                    <a:pt x="128832" y="122783"/>
                  </a:cubicBezTo>
                  <a:cubicBezTo>
                    <a:pt x="129324" y="123029"/>
                    <a:pt x="129815" y="123274"/>
                    <a:pt x="130321" y="123527"/>
                  </a:cubicBezTo>
                  <a:cubicBezTo>
                    <a:pt x="130817" y="124520"/>
                    <a:pt x="131313" y="125512"/>
                    <a:pt x="131809" y="126504"/>
                  </a:cubicBezTo>
                  <a:cubicBezTo>
                    <a:pt x="132300" y="126749"/>
                    <a:pt x="132791" y="126995"/>
                    <a:pt x="133297" y="127248"/>
                  </a:cubicBezTo>
                  <a:cubicBezTo>
                    <a:pt x="133793" y="128240"/>
                    <a:pt x="134289" y="129232"/>
                    <a:pt x="134786" y="130225"/>
                  </a:cubicBezTo>
                  <a:cubicBezTo>
                    <a:pt x="135277" y="130470"/>
                    <a:pt x="135768" y="130716"/>
                    <a:pt x="136274" y="130969"/>
                  </a:cubicBezTo>
                  <a:cubicBezTo>
                    <a:pt x="136715" y="132940"/>
                    <a:pt x="136826" y="134907"/>
                    <a:pt x="137018" y="136922"/>
                  </a:cubicBezTo>
                  <a:cubicBezTo>
                    <a:pt x="137755" y="136922"/>
                    <a:pt x="138491" y="136922"/>
                    <a:pt x="139250" y="136922"/>
                  </a:cubicBezTo>
                  <a:cubicBezTo>
                    <a:pt x="139371" y="138399"/>
                    <a:pt x="139493" y="139877"/>
                    <a:pt x="139614" y="141355"/>
                  </a:cubicBezTo>
                  <a:cubicBezTo>
                    <a:pt x="139866" y="142949"/>
                    <a:pt x="139866" y="142949"/>
                    <a:pt x="141137" y="143930"/>
                  </a:cubicBezTo>
                  <a:cubicBezTo>
                    <a:pt x="142227" y="145107"/>
                    <a:pt x="142227" y="145107"/>
                    <a:pt x="142419" y="147038"/>
                  </a:cubicBezTo>
                  <a:cubicBezTo>
                    <a:pt x="142386" y="147751"/>
                    <a:pt x="142354" y="148465"/>
                    <a:pt x="142320" y="149200"/>
                  </a:cubicBezTo>
                  <a:cubicBezTo>
                    <a:pt x="142221" y="151656"/>
                    <a:pt x="142187" y="153173"/>
                    <a:pt x="142971" y="155525"/>
                  </a:cubicBezTo>
                  <a:cubicBezTo>
                    <a:pt x="143462" y="155771"/>
                    <a:pt x="143953" y="156017"/>
                    <a:pt x="144459" y="156270"/>
                  </a:cubicBezTo>
                  <a:cubicBezTo>
                    <a:pt x="144652" y="158323"/>
                    <a:pt x="144652" y="158323"/>
                    <a:pt x="144657" y="161037"/>
                  </a:cubicBezTo>
                  <a:cubicBezTo>
                    <a:pt x="144659" y="162005"/>
                    <a:pt x="144661" y="162972"/>
                    <a:pt x="144663" y="163970"/>
                  </a:cubicBezTo>
                  <a:cubicBezTo>
                    <a:pt x="144660" y="164476"/>
                    <a:pt x="144657" y="164983"/>
                    <a:pt x="144653" y="165505"/>
                  </a:cubicBezTo>
                  <a:cubicBezTo>
                    <a:pt x="144645" y="167053"/>
                    <a:pt x="144653" y="168601"/>
                    <a:pt x="144663" y="170149"/>
                  </a:cubicBezTo>
                  <a:cubicBezTo>
                    <a:pt x="144661" y="171117"/>
                    <a:pt x="144659" y="172085"/>
                    <a:pt x="144657" y="173082"/>
                  </a:cubicBezTo>
                  <a:cubicBezTo>
                    <a:pt x="144655" y="173978"/>
                    <a:pt x="144654" y="174873"/>
                    <a:pt x="144652" y="175796"/>
                  </a:cubicBezTo>
                  <a:cubicBezTo>
                    <a:pt x="144588" y="176474"/>
                    <a:pt x="144525" y="177151"/>
                    <a:pt x="144459" y="177850"/>
                  </a:cubicBezTo>
                  <a:cubicBezTo>
                    <a:pt x="143968" y="178095"/>
                    <a:pt x="143477" y="178341"/>
                    <a:pt x="142971" y="178594"/>
                  </a:cubicBezTo>
                  <a:cubicBezTo>
                    <a:pt x="142342" y="181171"/>
                    <a:pt x="142223" y="183544"/>
                    <a:pt x="142320" y="186175"/>
                  </a:cubicBezTo>
                  <a:cubicBezTo>
                    <a:pt x="142227" y="189012"/>
                    <a:pt x="142227" y="189012"/>
                    <a:pt x="141137" y="190041"/>
                  </a:cubicBezTo>
                  <a:cubicBezTo>
                    <a:pt x="139509" y="191756"/>
                    <a:pt x="139620" y="193153"/>
                    <a:pt x="139483" y="195476"/>
                  </a:cubicBezTo>
                  <a:cubicBezTo>
                    <a:pt x="139434" y="196216"/>
                    <a:pt x="139385" y="196956"/>
                    <a:pt x="139335" y="197718"/>
                  </a:cubicBezTo>
                  <a:cubicBezTo>
                    <a:pt x="139293" y="198565"/>
                    <a:pt x="139293" y="198565"/>
                    <a:pt x="139250" y="199430"/>
                  </a:cubicBezTo>
                  <a:cubicBezTo>
                    <a:pt x="138514" y="199430"/>
                    <a:pt x="137777" y="199430"/>
                    <a:pt x="137018" y="199430"/>
                  </a:cubicBezTo>
                  <a:cubicBezTo>
                    <a:pt x="136772" y="201394"/>
                    <a:pt x="136527" y="203359"/>
                    <a:pt x="136274" y="205383"/>
                  </a:cubicBezTo>
                  <a:cubicBezTo>
                    <a:pt x="135537" y="205383"/>
                    <a:pt x="134800" y="205383"/>
                    <a:pt x="134041" y="205383"/>
                  </a:cubicBezTo>
                  <a:cubicBezTo>
                    <a:pt x="133926" y="206419"/>
                    <a:pt x="133926" y="206419"/>
                    <a:pt x="133809" y="207476"/>
                  </a:cubicBezTo>
                  <a:cubicBezTo>
                    <a:pt x="133273" y="209960"/>
                    <a:pt x="132892" y="210481"/>
                    <a:pt x="131065" y="212080"/>
                  </a:cubicBezTo>
                  <a:cubicBezTo>
                    <a:pt x="130819" y="212817"/>
                    <a:pt x="130574" y="213553"/>
                    <a:pt x="130321" y="214312"/>
                  </a:cubicBezTo>
                  <a:cubicBezTo>
                    <a:pt x="129584" y="214804"/>
                    <a:pt x="128847" y="215295"/>
                    <a:pt x="128088" y="215801"/>
                  </a:cubicBezTo>
                  <a:cubicBezTo>
                    <a:pt x="127843" y="216537"/>
                    <a:pt x="127597" y="217274"/>
                    <a:pt x="127344" y="218033"/>
                  </a:cubicBezTo>
                  <a:cubicBezTo>
                    <a:pt x="126210" y="219149"/>
                    <a:pt x="126210" y="219149"/>
                    <a:pt x="124833" y="220266"/>
                  </a:cubicBezTo>
                  <a:cubicBezTo>
                    <a:pt x="123476" y="221374"/>
                    <a:pt x="122177" y="222456"/>
                    <a:pt x="120949" y="223707"/>
                  </a:cubicBezTo>
                  <a:cubicBezTo>
                    <a:pt x="119903" y="224730"/>
                    <a:pt x="119903" y="224730"/>
                    <a:pt x="118321" y="225475"/>
                  </a:cubicBezTo>
                  <a:cubicBezTo>
                    <a:pt x="116663" y="226153"/>
                    <a:pt x="116663" y="226153"/>
                    <a:pt x="116182" y="228451"/>
                  </a:cubicBezTo>
                  <a:cubicBezTo>
                    <a:pt x="114482" y="228669"/>
                    <a:pt x="114482" y="228669"/>
                    <a:pt x="112415" y="228591"/>
                  </a:cubicBezTo>
                  <a:cubicBezTo>
                    <a:pt x="111731" y="228571"/>
                    <a:pt x="111047" y="228550"/>
                    <a:pt x="110342" y="228530"/>
                  </a:cubicBezTo>
                  <a:cubicBezTo>
                    <a:pt x="109549" y="228491"/>
                    <a:pt x="109549" y="228491"/>
                    <a:pt x="108741" y="228451"/>
                  </a:cubicBezTo>
                  <a:cubicBezTo>
                    <a:pt x="108741" y="229679"/>
                    <a:pt x="108741" y="230907"/>
                    <a:pt x="108741" y="232172"/>
                  </a:cubicBezTo>
                  <a:cubicBezTo>
                    <a:pt x="107997" y="232200"/>
                    <a:pt x="107254" y="232227"/>
                    <a:pt x="106488" y="232256"/>
                  </a:cubicBezTo>
                  <a:cubicBezTo>
                    <a:pt x="105528" y="232305"/>
                    <a:pt x="104567" y="232354"/>
                    <a:pt x="103578" y="232404"/>
                  </a:cubicBezTo>
                  <a:cubicBezTo>
                    <a:pt x="102620" y="232448"/>
                    <a:pt x="101662" y="232491"/>
                    <a:pt x="100674" y="232535"/>
                  </a:cubicBezTo>
                  <a:cubicBezTo>
                    <a:pt x="99898" y="232661"/>
                    <a:pt x="99122" y="232787"/>
                    <a:pt x="98323" y="232916"/>
                  </a:cubicBezTo>
                  <a:cubicBezTo>
                    <a:pt x="98077" y="233653"/>
                    <a:pt x="97831" y="234389"/>
                    <a:pt x="97578" y="235148"/>
                  </a:cubicBezTo>
                  <a:cubicBezTo>
                    <a:pt x="96033" y="235526"/>
                    <a:pt x="96033" y="235526"/>
                    <a:pt x="94005" y="235654"/>
                  </a:cubicBezTo>
                  <a:cubicBezTo>
                    <a:pt x="93259" y="235702"/>
                    <a:pt x="92514" y="235750"/>
                    <a:pt x="91747" y="235799"/>
                  </a:cubicBezTo>
                  <a:cubicBezTo>
                    <a:pt x="87945" y="235950"/>
                    <a:pt x="84151" y="235996"/>
                    <a:pt x="80347" y="235989"/>
                  </a:cubicBezTo>
                  <a:cubicBezTo>
                    <a:pt x="79483" y="235990"/>
                    <a:pt x="78619" y="235991"/>
                    <a:pt x="77729" y="235993"/>
                  </a:cubicBezTo>
                  <a:cubicBezTo>
                    <a:pt x="74902" y="235996"/>
                    <a:pt x="72076" y="235994"/>
                    <a:pt x="69249" y="235991"/>
                  </a:cubicBezTo>
                  <a:cubicBezTo>
                    <a:pt x="67277" y="235992"/>
                    <a:pt x="65305" y="235993"/>
                    <a:pt x="63333" y="235994"/>
                  </a:cubicBezTo>
                  <a:cubicBezTo>
                    <a:pt x="59216" y="235995"/>
                    <a:pt x="55099" y="235993"/>
                    <a:pt x="50982" y="235990"/>
                  </a:cubicBezTo>
                  <a:cubicBezTo>
                    <a:pt x="46220" y="235985"/>
                    <a:pt x="41457" y="235987"/>
                    <a:pt x="36694" y="235991"/>
                  </a:cubicBezTo>
                  <a:cubicBezTo>
                    <a:pt x="32104" y="235995"/>
                    <a:pt x="27514" y="235994"/>
                    <a:pt x="22923" y="235992"/>
                  </a:cubicBezTo>
                  <a:cubicBezTo>
                    <a:pt x="20972" y="235992"/>
                    <a:pt x="19020" y="235992"/>
                    <a:pt x="17068" y="235994"/>
                  </a:cubicBezTo>
                  <a:cubicBezTo>
                    <a:pt x="14353" y="235996"/>
                    <a:pt x="11639" y="235993"/>
                    <a:pt x="8924" y="235989"/>
                  </a:cubicBezTo>
                  <a:cubicBezTo>
                    <a:pt x="7705" y="235991"/>
                    <a:pt x="7705" y="235991"/>
                    <a:pt x="6462" y="235993"/>
                  </a:cubicBezTo>
                  <a:cubicBezTo>
                    <a:pt x="5727" y="235991"/>
                    <a:pt x="4993" y="235989"/>
                    <a:pt x="4236" y="235987"/>
                  </a:cubicBezTo>
                  <a:cubicBezTo>
                    <a:pt x="3274" y="235987"/>
                    <a:pt x="3274" y="235987"/>
                    <a:pt x="2292" y="235986"/>
                  </a:cubicBezTo>
                  <a:cubicBezTo>
                    <a:pt x="840" y="235893"/>
                    <a:pt x="840" y="235893"/>
                    <a:pt x="96" y="235148"/>
                  </a:cubicBezTo>
                  <a:cubicBezTo>
                    <a:pt x="24" y="233895"/>
                    <a:pt x="4" y="232639"/>
                    <a:pt x="4" y="231384"/>
                  </a:cubicBezTo>
                  <a:cubicBezTo>
                    <a:pt x="3" y="230564"/>
                    <a:pt x="2" y="229743"/>
                    <a:pt x="0" y="228898"/>
                  </a:cubicBezTo>
                  <a:cubicBezTo>
                    <a:pt x="2" y="227985"/>
                    <a:pt x="4" y="227072"/>
                    <a:pt x="7" y="226132"/>
                  </a:cubicBezTo>
                  <a:cubicBezTo>
                    <a:pt x="6" y="225171"/>
                    <a:pt x="5" y="224210"/>
                    <a:pt x="5" y="223220"/>
                  </a:cubicBezTo>
                  <a:cubicBezTo>
                    <a:pt x="3" y="220541"/>
                    <a:pt x="6" y="217861"/>
                    <a:pt x="10" y="215182"/>
                  </a:cubicBezTo>
                  <a:cubicBezTo>
                    <a:pt x="13" y="212297"/>
                    <a:pt x="12" y="209412"/>
                    <a:pt x="11" y="206528"/>
                  </a:cubicBezTo>
                  <a:cubicBezTo>
                    <a:pt x="11" y="201525"/>
                    <a:pt x="13" y="196523"/>
                    <a:pt x="17" y="191521"/>
                  </a:cubicBezTo>
                  <a:cubicBezTo>
                    <a:pt x="23" y="184289"/>
                    <a:pt x="25" y="177057"/>
                    <a:pt x="26" y="169824"/>
                  </a:cubicBezTo>
                  <a:cubicBezTo>
                    <a:pt x="28" y="158091"/>
                    <a:pt x="33" y="146359"/>
                    <a:pt x="40" y="134626"/>
                  </a:cubicBezTo>
                  <a:cubicBezTo>
                    <a:pt x="47" y="123226"/>
                    <a:pt x="52" y="111826"/>
                    <a:pt x="55" y="100425"/>
                  </a:cubicBezTo>
                  <a:cubicBezTo>
                    <a:pt x="55" y="99723"/>
                    <a:pt x="56" y="99021"/>
                    <a:pt x="56" y="98298"/>
                  </a:cubicBezTo>
                  <a:cubicBezTo>
                    <a:pt x="57" y="94775"/>
                    <a:pt x="58" y="91252"/>
                    <a:pt x="59" y="87730"/>
                  </a:cubicBezTo>
                  <a:cubicBezTo>
                    <a:pt x="66" y="58487"/>
                    <a:pt x="80" y="29243"/>
                    <a:pt x="96" y="0"/>
                  </a:cubicBezTo>
                  <a:close/>
                </a:path>
              </a:pathLst>
            </a:custGeom>
            <a:grpFill/>
            <a:ln w="744" cap="flat">
              <a:noFill/>
              <a:prstDash val="solid"/>
              <a:miter/>
            </a:ln>
          </p:spPr>
          <p:txBody>
            <a:bodyPr rtlCol="0" anchor="ctr"/>
            <a:lstStyle/>
            <a:p>
              <a:endParaRPr lang="zh-CN" altLang="en-US"/>
            </a:p>
          </p:txBody>
        </p:sp>
        <p:sp>
          <p:nvSpPr>
            <p:cNvPr id="118" name="任意多边形: 形状 117"/>
            <p:cNvSpPr/>
            <p:nvPr/>
          </p:nvSpPr>
          <p:spPr>
            <a:xfrm>
              <a:off x="9471015" y="1394164"/>
              <a:ext cx="167147" cy="236336"/>
            </a:xfrm>
            <a:custGeom>
              <a:avLst/>
              <a:gdLst>
                <a:gd name="connsiteX0" fmla="*/ 29349 w 167147"/>
                <a:gd name="connsiteY0" fmla="*/ 30826 h 236336"/>
                <a:gd name="connsiteX1" fmla="*/ 29314 w 167147"/>
                <a:gd name="connsiteY1" fmla="*/ 53089 h 236336"/>
                <a:gd name="connsiteX2" fmla="*/ 29297 w 167147"/>
                <a:gd name="connsiteY2" fmla="*/ 67746 h 236336"/>
                <a:gd name="connsiteX3" fmla="*/ 29279 w 167147"/>
                <a:gd name="connsiteY3" fmla="*/ 79960 h 236336"/>
                <a:gd name="connsiteX4" fmla="*/ 29276 w 167147"/>
                <a:gd name="connsiteY4" fmla="*/ 84602 h 236336"/>
                <a:gd name="connsiteX5" fmla="*/ 29264 w 167147"/>
                <a:gd name="connsiteY5" fmla="*/ 91294 h 236336"/>
                <a:gd name="connsiteX6" fmla="*/ 29264 w 167147"/>
                <a:gd name="connsiteY6" fmla="*/ 93340 h 236336"/>
                <a:gd name="connsiteX7" fmla="*/ 29256 w 167147"/>
                <a:gd name="connsiteY7" fmla="*/ 95269 h 236336"/>
                <a:gd name="connsiteX8" fmla="*/ 29259 w 167147"/>
                <a:gd name="connsiteY8" fmla="*/ 97046 h 236336"/>
                <a:gd name="connsiteX9" fmla="*/ 30093 w 167147"/>
                <a:gd name="connsiteY9" fmla="*/ 103008 h 236336"/>
                <a:gd name="connsiteX10" fmla="*/ 33827 w 167147"/>
                <a:gd name="connsiteY10" fmla="*/ 103386 h 236336"/>
                <a:gd name="connsiteX11" fmla="*/ 35446 w 167147"/>
                <a:gd name="connsiteY11" fmla="*/ 103357 h 236336"/>
                <a:gd name="connsiteX12" fmla="*/ 40807 w 167147"/>
                <a:gd name="connsiteY12" fmla="*/ 103345 h 236336"/>
                <a:gd name="connsiteX13" fmla="*/ 44656 w 167147"/>
                <a:gd name="connsiteY13" fmla="*/ 103319 h 236336"/>
                <a:gd name="connsiteX14" fmla="*/ 52665 w 167147"/>
                <a:gd name="connsiteY14" fmla="*/ 103291 h 236336"/>
                <a:gd name="connsiteX15" fmla="*/ 63097 w 167147"/>
                <a:gd name="connsiteY15" fmla="*/ 103227 h 236336"/>
                <a:gd name="connsiteX16" fmla="*/ 73174 w 167147"/>
                <a:gd name="connsiteY16" fmla="*/ 103194 h 236336"/>
                <a:gd name="connsiteX17" fmla="*/ 75102 w 167147"/>
                <a:gd name="connsiteY17" fmla="*/ 103185 h 236336"/>
                <a:gd name="connsiteX18" fmla="*/ 80683 w 167147"/>
                <a:gd name="connsiteY18" fmla="*/ 103154 h 236336"/>
                <a:gd name="connsiteX19" fmla="*/ 82397 w 167147"/>
                <a:gd name="connsiteY19" fmla="*/ 103139 h 236336"/>
                <a:gd name="connsiteX20" fmla="*/ 91856 w 167147"/>
                <a:gd name="connsiteY20" fmla="*/ 102263 h 236336"/>
                <a:gd name="connsiteX21" fmla="*/ 92601 w 167147"/>
                <a:gd name="connsiteY21" fmla="*/ 99287 h 236336"/>
                <a:gd name="connsiteX22" fmla="*/ 98554 w 167147"/>
                <a:gd name="connsiteY22" fmla="*/ 99333 h 236336"/>
                <a:gd name="connsiteX23" fmla="*/ 104507 w 167147"/>
                <a:gd name="connsiteY23" fmla="*/ 99287 h 236336"/>
                <a:gd name="connsiteX24" fmla="*/ 105251 w 167147"/>
                <a:gd name="connsiteY24" fmla="*/ 97424 h 236336"/>
                <a:gd name="connsiteX25" fmla="*/ 105251 w 167147"/>
                <a:gd name="connsiteY25" fmla="*/ 95566 h 236336"/>
                <a:gd name="connsiteX26" fmla="*/ 110460 w 167147"/>
                <a:gd name="connsiteY26" fmla="*/ 95566 h 236336"/>
                <a:gd name="connsiteX27" fmla="*/ 111204 w 167147"/>
                <a:gd name="connsiteY27" fmla="*/ 92590 h 236336"/>
                <a:gd name="connsiteX28" fmla="*/ 114925 w 167147"/>
                <a:gd name="connsiteY28" fmla="*/ 92590 h 236336"/>
                <a:gd name="connsiteX29" fmla="*/ 115390 w 167147"/>
                <a:gd name="connsiteY29" fmla="*/ 91148 h 236336"/>
                <a:gd name="connsiteX30" fmla="*/ 115669 w 167147"/>
                <a:gd name="connsiteY30" fmla="*/ 89613 h 236336"/>
                <a:gd name="connsiteX31" fmla="*/ 117901 w 167147"/>
                <a:gd name="connsiteY31" fmla="*/ 88869 h 236336"/>
                <a:gd name="connsiteX32" fmla="*/ 117901 w 167147"/>
                <a:gd name="connsiteY32" fmla="*/ 87009 h 236336"/>
                <a:gd name="connsiteX33" fmla="*/ 117901 w 167147"/>
                <a:gd name="connsiteY33" fmla="*/ 85148 h 236336"/>
                <a:gd name="connsiteX34" fmla="*/ 120134 w 167147"/>
                <a:gd name="connsiteY34" fmla="*/ 84404 h 236336"/>
                <a:gd name="connsiteX35" fmla="*/ 120645 w 167147"/>
                <a:gd name="connsiteY35" fmla="*/ 81381 h 236336"/>
                <a:gd name="connsiteX36" fmla="*/ 120878 w 167147"/>
                <a:gd name="connsiteY36" fmla="*/ 78451 h 236336"/>
                <a:gd name="connsiteX37" fmla="*/ 122366 w 167147"/>
                <a:gd name="connsiteY37" fmla="*/ 78451 h 236336"/>
                <a:gd name="connsiteX38" fmla="*/ 123285 w 167147"/>
                <a:gd name="connsiteY38" fmla="*/ 68969 h 236336"/>
                <a:gd name="connsiteX39" fmla="*/ 123320 w 167147"/>
                <a:gd name="connsiteY39" fmla="*/ 64207 h 236336"/>
                <a:gd name="connsiteX40" fmla="*/ 123350 w 167147"/>
                <a:gd name="connsiteY40" fmla="*/ 61099 h 236336"/>
                <a:gd name="connsiteX41" fmla="*/ 123354 w 167147"/>
                <a:gd name="connsiteY41" fmla="*/ 59615 h 236336"/>
                <a:gd name="connsiteX42" fmla="*/ 123110 w 167147"/>
                <a:gd name="connsiteY42" fmla="*/ 54638 h 236336"/>
                <a:gd name="connsiteX43" fmla="*/ 120549 w 167147"/>
                <a:gd name="connsiteY43" fmla="*/ 51729 h 236336"/>
                <a:gd name="connsiteX44" fmla="*/ 120134 w 167147"/>
                <a:gd name="connsiteY44" fmla="*/ 47197 h 236336"/>
                <a:gd name="connsiteX45" fmla="*/ 118645 w 167147"/>
                <a:gd name="connsiteY45" fmla="*/ 46453 h 236336"/>
                <a:gd name="connsiteX46" fmla="*/ 115669 w 167147"/>
                <a:gd name="connsiteY46" fmla="*/ 41988 h 236336"/>
                <a:gd name="connsiteX47" fmla="*/ 112692 w 167147"/>
                <a:gd name="connsiteY47" fmla="*/ 40500 h 236336"/>
                <a:gd name="connsiteX48" fmla="*/ 111948 w 167147"/>
                <a:gd name="connsiteY48" fmla="*/ 37523 h 236336"/>
                <a:gd name="connsiteX49" fmla="*/ 107483 w 167147"/>
                <a:gd name="connsiteY49" fmla="*/ 37523 h 236336"/>
                <a:gd name="connsiteX50" fmla="*/ 106739 w 167147"/>
                <a:gd name="connsiteY50" fmla="*/ 33803 h 236336"/>
                <a:gd name="connsiteX51" fmla="*/ 96321 w 167147"/>
                <a:gd name="connsiteY51" fmla="*/ 34547 h 236336"/>
                <a:gd name="connsiteX52" fmla="*/ 96321 w 167147"/>
                <a:gd name="connsiteY52" fmla="*/ 30826 h 236336"/>
                <a:gd name="connsiteX53" fmla="*/ 29349 w 167147"/>
                <a:gd name="connsiteY53" fmla="*/ 30826 h 236336"/>
                <a:gd name="connsiteX54" fmla="*/ 111540 w 167147"/>
                <a:gd name="connsiteY54" fmla="*/ 0 h 236336"/>
                <a:gd name="connsiteX55" fmla="*/ 113398 w 167147"/>
                <a:gd name="connsiteY55" fmla="*/ 275 h 236336"/>
                <a:gd name="connsiteX56" fmla="*/ 114142 w 167147"/>
                <a:gd name="connsiteY56" fmla="*/ 2507 h 236336"/>
                <a:gd name="connsiteX57" fmla="*/ 120999 w 167147"/>
                <a:gd name="connsiteY57" fmla="*/ 2876 h 236336"/>
                <a:gd name="connsiteX58" fmla="*/ 123071 w 167147"/>
                <a:gd name="connsiteY58" fmla="*/ 3251 h 236336"/>
                <a:gd name="connsiteX59" fmla="*/ 124560 w 167147"/>
                <a:gd name="connsiteY59" fmla="*/ 6228 h 236336"/>
                <a:gd name="connsiteX60" fmla="*/ 129769 w 167147"/>
                <a:gd name="connsiteY60" fmla="*/ 6972 h 236336"/>
                <a:gd name="connsiteX61" fmla="*/ 129769 w 167147"/>
                <a:gd name="connsiteY61" fmla="*/ 9949 h 236336"/>
                <a:gd name="connsiteX62" fmla="*/ 132745 w 167147"/>
                <a:gd name="connsiteY62" fmla="*/ 10693 h 236336"/>
                <a:gd name="connsiteX63" fmla="*/ 134233 w 167147"/>
                <a:gd name="connsiteY63" fmla="*/ 13669 h 236336"/>
                <a:gd name="connsiteX64" fmla="*/ 136466 w 167147"/>
                <a:gd name="connsiteY64" fmla="*/ 14413 h 236336"/>
                <a:gd name="connsiteX65" fmla="*/ 137210 w 167147"/>
                <a:gd name="connsiteY65" fmla="*/ 16646 h 236336"/>
                <a:gd name="connsiteX66" fmla="*/ 139442 w 167147"/>
                <a:gd name="connsiteY66" fmla="*/ 17390 h 236336"/>
                <a:gd name="connsiteX67" fmla="*/ 140187 w 167147"/>
                <a:gd name="connsiteY67" fmla="*/ 20366 h 236336"/>
                <a:gd name="connsiteX68" fmla="*/ 141675 w 167147"/>
                <a:gd name="connsiteY68" fmla="*/ 21111 h 236336"/>
                <a:gd name="connsiteX69" fmla="*/ 142000 w 167147"/>
                <a:gd name="connsiteY69" fmla="*/ 22599 h 236336"/>
                <a:gd name="connsiteX70" fmla="*/ 142419 w 167147"/>
                <a:gd name="connsiteY70" fmla="*/ 24087 h 236336"/>
                <a:gd name="connsiteX71" fmla="*/ 144651 w 167147"/>
                <a:gd name="connsiteY71" fmla="*/ 24831 h 236336"/>
                <a:gd name="connsiteX72" fmla="*/ 146140 w 167147"/>
                <a:gd name="connsiteY72" fmla="*/ 30040 h 236336"/>
                <a:gd name="connsiteX73" fmla="*/ 147628 w 167147"/>
                <a:gd name="connsiteY73" fmla="*/ 30040 h 236336"/>
                <a:gd name="connsiteX74" fmla="*/ 147738 w 167147"/>
                <a:gd name="connsiteY74" fmla="*/ 31479 h 236336"/>
                <a:gd name="connsiteX75" fmla="*/ 147907 w 167147"/>
                <a:gd name="connsiteY75" fmla="*/ 33342 h 236336"/>
                <a:gd name="connsiteX76" fmla="*/ 148064 w 167147"/>
                <a:gd name="connsiteY76" fmla="*/ 35200 h 236336"/>
                <a:gd name="connsiteX77" fmla="*/ 148372 w 167147"/>
                <a:gd name="connsiteY77" fmla="*/ 36738 h 236336"/>
                <a:gd name="connsiteX78" fmla="*/ 149860 w 167147"/>
                <a:gd name="connsiteY78" fmla="*/ 37482 h 236336"/>
                <a:gd name="connsiteX79" fmla="*/ 150326 w 167147"/>
                <a:gd name="connsiteY79" fmla="*/ 41993 h 236336"/>
                <a:gd name="connsiteX80" fmla="*/ 150494 w 167147"/>
                <a:gd name="connsiteY80" fmla="*/ 44484 h 236336"/>
                <a:gd name="connsiteX81" fmla="*/ 150605 w 167147"/>
                <a:gd name="connsiteY81" fmla="*/ 46411 h 236336"/>
                <a:gd name="connsiteX82" fmla="*/ 152837 w 167147"/>
                <a:gd name="connsiteY82" fmla="*/ 46411 h 236336"/>
                <a:gd name="connsiteX83" fmla="*/ 152837 w 167147"/>
                <a:gd name="connsiteY83" fmla="*/ 83618 h 236336"/>
                <a:gd name="connsiteX84" fmla="*/ 150605 w 167147"/>
                <a:gd name="connsiteY84" fmla="*/ 83618 h 236336"/>
                <a:gd name="connsiteX85" fmla="*/ 149860 w 167147"/>
                <a:gd name="connsiteY85" fmla="*/ 92548 h 236336"/>
                <a:gd name="connsiteX86" fmla="*/ 148372 w 167147"/>
                <a:gd name="connsiteY86" fmla="*/ 92548 h 236336"/>
                <a:gd name="connsiteX87" fmla="*/ 147628 w 167147"/>
                <a:gd name="connsiteY87" fmla="*/ 98501 h 236336"/>
                <a:gd name="connsiteX88" fmla="*/ 145396 w 167147"/>
                <a:gd name="connsiteY88" fmla="*/ 98501 h 236336"/>
                <a:gd name="connsiteX89" fmla="*/ 144550 w 167147"/>
                <a:gd name="connsiteY89" fmla="*/ 102013 h 236336"/>
                <a:gd name="connsiteX90" fmla="*/ 136466 w 167147"/>
                <a:gd name="connsiteY90" fmla="*/ 113384 h 236336"/>
                <a:gd name="connsiteX91" fmla="*/ 136280 w 167147"/>
                <a:gd name="connsiteY91" fmla="*/ 114965 h 236336"/>
                <a:gd name="connsiteX92" fmla="*/ 135722 w 167147"/>
                <a:gd name="connsiteY92" fmla="*/ 116361 h 236336"/>
                <a:gd name="connsiteX93" fmla="*/ 131257 w 167147"/>
                <a:gd name="connsiteY93" fmla="*/ 116361 h 236336"/>
                <a:gd name="connsiteX94" fmla="*/ 130513 w 167147"/>
                <a:gd name="connsiteY94" fmla="*/ 119337 h 236336"/>
                <a:gd name="connsiteX95" fmla="*/ 126048 w 167147"/>
                <a:gd name="connsiteY95" fmla="*/ 120081 h 236336"/>
                <a:gd name="connsiteX96" fmla="*/ 126048 w 167147"/>
                <a:gd name="connsiteY96" fmla="*/ 123058 h 236336"/>
                <a:gd name="connsiteX97" fmla="*/ 121470 w 167147"/>
                <a:gd name="connsiteY97" fmla="*/ 123349 h 236336"/>
                <a:gd name="connsiteX98" fmla="*/ 120095 w 167147"/>
                <a:gd name="connsiteY98" fmla="*/ 123802 h 236336"/>
                <a:gd name="connsiteX99" fmla="*/ 119766 w 167147"/>
                <a:gd name="connsiteY99" fmla="*/ 125325 h 236336"/>
                <a:gd name="connsiteX100" fmla="*/ 119351 w 167147"/>
                <a:gd name="connsiteY100" fmla="*/ 126779 h 236336"/>
                <a:gd name="connsiteX101" fmla="*/ 113584 w 167147"/>
                <a:gd name="connsiteY101" fmla="*/ 126593 h 236336"/>
                <a:gd name="connsiteX102" fmla="*/ 111909 w 167147"/>
                <a:gd name="connsiteY102" fmla="*/ 126779 h 236336"/>
                <a:gd name="connsiteX103" fmla="*/ 111165 w 167147"/>
                <a:gd name="connsiteY103" fmla="*/ 129755 h 236336"/>
                <a:gd name="connsiteX104" fmla="*/ 107444 w 167147"/>
                <a:gd name="connsiteY104" fmla="*/ 130499 h 236336"/>
                <a:gd name="connsiteX105" fmla="*/ 108933 w 167147"/>
                <a:gd name="connsiteY105" fmla="*/ 132732 h 236336"/>
                <a:gd name="connsiteX106" fmla="*/ 111119 w 167147"/>
                <a:gd name="connsiteY106" fmla="*/ 133011 h 236336"/>
                <a:gd name="connsiteX107" fmla="*/ 113398 w 167147"/>
                <a:gd name="connsiteY107" fmla="*/ 133476 h 236336"/>
                <a:gd name="connsiteX108" fmla="*/ 115630 w 167147"/>
                <a:gd name="connsiteY108" fmla="*/ 137197 h 236336"/>
                <a:gd name="connsiteX109" fmla="*/ 118607 w 167147"/>
                <a:gd name="connsiteY109" fmla="*/ 140917 h 236336"/>
                <a:gd name="connsiteX110" fmla="*/ 122792 w 167147"/>
                <a:gd name="connsiteY110" fmla="*/ 146684 h 236336"/>
                <a:gd name="connsiteX111" fmla="*/ 125304 w 167147"/>
                <a:gd name="connsiteY111" fmla="*/ 149103 h 236336"/>
                <a:gd name="connsiteX112" fmla="*/ 126792 w 167147"/>
                <a:gd name="connsiteY112" fmla="*/ 153568 h 236336"/>
                <a:gd name="connsiteX113" fmla="*/ 128280 w 167147"/>
                <a:gd name="connsiteY113" fmla="*/ 154312 h 236336"/>
                <a:gd name="connsiteX114" fmla="*/ 128606 w 167147"/>
                <a:gd name="connsiteY114" fmla="*/ 155707 h 236336"/>
                <a:gd name="connsiteX115" fmla="*/ 130141 w 167147"/>
                <a:gd name="connsiteY115" fmla="*/ 158405 h 236336"/>
                <a:gd name="connsiteX116" fmla="*/ 132001 w 167147"/>
                <a:gd name="connsiteY116" fmla="*/ 162497 h 236336"/>
                <a:gd name="connsiteX117" fmla="*/ 133164 w 167147"/>
                <a:gd name="connsiteY117" fmla="*/ 163614 h 236336"/>
                <a:gd name="connsiteX118" fmla="*/ 134233 w 167147"/>
                <a:gd name="connsiteY118" fmla="*/ 167706 h 236336"/>
                <a:gd name="connsiteX119" fmla="*/ 136466 w 167147"/>
                <a:gd name="connsiteY119" fmla="*/ 167706 h 236336"/>
                <a:gd name="connsiteX120" fmla="*/ 137954 w 167147"/>
                <a:gd name="connsiteY120" fmla="*/ 172915 h 236336"/>
                <a:gd name="connsiteX121" fmla="*/ 139442 w 167147"/>
                <a:gd name="connsiteY121" fmla="*/ 172915 h 236336"/>
                <a:gd name="connsiteX122" fmla="*/ 139722 w 167147"/>
                <a:gd name="connsiteY122" fmla="*/ 175473 h 236336"/>
                <a:gd name="connsiteX123" fmla="*/ 140187 w 167147"/>
                <a:gd name="connsiteY123" fmla="*/ 178124 h 236336"/>
                <a:gd name="connsiteX124" fmla="*/ 141675 w 167147"/>
                <a:gd name="connsiteY124" fmla="*/ 178868 h 236336"/>
                <a:gd name="connsiteX125" fmla="*/ 142419 w 167147"/>
                <a:gd name="connsiteY125" fmla="*/ 184077 h 236336"/>
                <a:gd name="connsiteX126" fmla="*/ 144651 w 167147"/>
                <a:gd name="connsiteY126" fmla="*/ 184077 h 236336"/>
                <a:gd name="connsiteX127" fmla="*/ 144884 w 167147"/>
                <a:gd name="connsiteY127" fmla="*/ 186263 h 236336"/>
                <a:gd name="connsiteX128" fmla="*/ 145396 w 167147"/>
                <a:gd name="connsiteY128" fmla="*/ 188542 h 236336"/>
                <a:gd name="connsiteX129" fmla="*/ 147628 w 167147"/>
                <a:gd name="connsiteY129" fmla="*/ 189286 h 236336"/>
                <a:gd name="connsiteX130" fmla="*/ 148372 w 167147"/>
                <a:gd name="connsiteY130" fmla="*/ 194495 h 236336"/>
                <a:gd name="connsiteX131" fmla="*/ 149860 w 167147"/>
                <a:gd name="connsiteY131" fmla="*/ 195240 h 236336"/>
                <a:gd name="connsiteX132" fmla="*/ 151349 w 167147"/>
                <a:gd name="connsiteY132" fmla="*/ 198960 h 236336"/>
                <a:gd name="connsiteX133" fmla="*/ 152837 w 167147"/>
                <a:gd name="connsiteY133" fmla="*/ 199704 h 236336"/>
                <a:gd name="connsiteX134" fmla="*/ 153253 w 167147"/>
                <a:gd name="connsiteY134" fmla="*/ 204309 h 236336"/>
                <a:gd name="connsiteX135" fmla="*/ 153581 w 167147"/>
                <a:gd name="connsiteY135" fmla="*/ 205657 h 236336"/>
                <a:gd name="connsiteX136" fmla="*/ 155814 w 167147"/>
                <a:gd name="connsiteY136" fmla="*/ 206402 h 236336"/>
                <a:gd name="connsiteX137" fmla="*/ 156558 w 167147"/>
                <a:gd name="connsiteY137" fmla="*/ 210122 h 236336"/>
                <a:gd name="connsiteX138" fmla="*/ 158046 w 167147"/>
                <a:gd name="connsiteY138" fmla="*/ 210866 h 236336"/>
                <a:gd name="connsiteX139" fmla="*/ 158372 w 167147"/>
                <a:gd name="connsiteY139" fmla="*/ 213052 h 236336"/>
                <a:gd name="connsiteX140" fmla="*/ 158790 w 167147"/>
                <a:gd name="connsiteY140" fmla="*/ 215331 h 236336"/>
                <a:gd name="connsiteX141" fmla="*/ 161023 w 167147"/>
                <a:gd name="connsiteY141" fmla="*/ 216820 h 236336"/>
                <a:gd name="connsiteX142" fmla="*/ 161767 w 167147"/>
                <a:gd name="connsiteY142" fmla="*/ 222029 h 236336"/>
                <a:gd name="connsiteX143" fmla="*/ 163999 w 167147"/>
                <a:gd name="connsiteY143" fmla="*/ 222029 h 236336"/>
                <a:gd name="connsiteX144" fmla="*/ 163999 w 167147"/>
                <a:gd name="connsiteY144" fmla="*/ 226493 h 236336"/>
                <a:gd name="connsiteX145" fmla="*/ 166232 w 167147"/>
                <a:gd name="connsiteY145" fmla="*/ 226493 h 236336"/>
                <a:gd name="connsiteX146" fmla="*/ 167115 w 167147"/>
                <a:gd name="connsiteY146" fmla="*/ 232167 h 236336"/>
                <a:gd name="connsiteX147" fmla="*/ 167147 w 167147"/>
                <a:gd name="connsiteY147" fmla="*/ 233964 h 236336"/>
                <a:gd name="connsiteX148" fmla="*/ 166976 w 167147"/>
                <a:gd name="connsiteY148" fmla="*/ 235423 h 236336"/>
                <a:gd name="connsiteX149" fmla="*/ 158799 w 167147"/>
                <a:gd name="connsiteY149" fmla="*/ 236266 h 236336"/>
                <a:gd name="connsiteX150" fmla="*/ 156780 w 167147"/>
                <a:gd name="connsiteY150" fmla="*/ 236268 h 236336"/>
                <a:gd name="connsiteX151" fmla="*/ 152544 w 167147"/>
                <a:gd name="connsiteY151" fmla="*/ 236264 h 236336"/>
                <a:gd name="connsiteX152" fmla="*/ 146077 w 167147"/>
                <a:gd name="connsiteY152" fmla="*/ 236269 h 236336"/>
                <a:gd name="connsiteX153" fmla="*/ 141963 w 167147"/>
                <a:gd name="connsiteY153" fmla="*/ 236266 h 236336"/>
                <a:gd name="connsiteX154" fmla="*/ 140013 w 167147"/>
                <a:gd name="connsiteY154" fmla="*/ 236271 h 236336"/>
                <a:gd name="connsiteX155" fmla="*/ 131257 w 167147"/>
                <a:gd name="connsiteY155" fmla="*/ 235423 h 236336"/>
                <a:gd name="connsiteX156" fmla="*/ 130792 w 167147"/>
                <a:gd name="connsiteY156" fmla="*/ 232121 h 236336"/>
                <a:gd name="connsiteX157" fmla="*/ 130513 w 167147"/>
                <a:gd name="connsiteY157" fmla="*/ 228726 h 236336"/>
                <a:gd name="connsiteX158" fmla="*/ 128280 w 167147"/>
                <a:gd name="connsiteY158" fmla="*/ 227238 h 236336"/>
                <a:gd name="connsiteX159" fmla="*/ 127536 w 167147"/>
                <a:gd name="connsiteY159" fmla="*/ 222773 h 236336"/>
                <a:gd name="connsiteX160" fmla="*/ 126048 w 167147"/>
                <a:gd name="connsiteY160" fmla="*/ 222029 h 236336"/>
                <a:gd name="connsiteX161" fmla="*/ 124560 w 167147"/>
                <a:gd name="connsiteY161" fmla="*/ 218308 h 236336"/>
                <a:gd name="connsiteX162" fmla="*/ 123071 w 167147"/>
                <a:gd name="connsiteY162" fmla="*/ 217564 h 236336"/>
                <a:gd name="connsiteX163" fmla="*/ 122327 w 167147"/>
                <a:gd name="connsiteY163" fmla="*/ 212355 h 236336"/>
                <a:gd name="connsiteX164" fmla="*/ 120095 w 167147"/>
                <a:gd name="connsiteY164" fmla="*/ 212355 h 236336"/>
                <a:gd name="connsiteX165" fmla="*/ 119816 w 167147"/>
                <a:gd name="connsiteY165" fmla="*/ 210169 h 236336"/>
                <a:gd name="connsiteX166" fmla="*/ 119351 w 167147"/>
                <a:gd name="connsiteY166" fmla="*/ 207890 h 236336"/>
                <a:gd name="connsiteX167" fmla="*/ 117862 w 167147"/>
                <a:gd name="connsiteY167" fmla="*/ 207146 h 236336"/>
                <a:gd name="connsiteX168" fmla="*/ 117118 w 167147"/>
                <a:gd name="connsiteY168" fmla="*/ 201193 h 236336"/>
                <a:gd name="connsiteX169" fmla="*/ 114886 w 167147"/>
                <a:gd name="connsiteY169" fmla="*/ 201193 h 236336"/>
                <a:gd name="connsiteX170" fmla="*/ 114142 w 167147"/>
                <a:gd name="connsiteY170" fmla="*/ 197472 h 236336"/>
                <a:gd name="connsiteX171" fmla="*/ 111909 w 167147"/>
                <a:gd name="connsiteY171" fmla="*/ 196728 h 236336"/>
                <a:gd name="connsiteX172" fmla="*/ 111491 w 167147"/>
                <a:gd name="connsiteY172" fmla="*/ 193751 h 236336"/>
                <a:gd name="connsiteX173" fmla="*/ 111165 w 167147"/>
                <a:gd name="connsiteY173" fmla="*/ 190775 h 236336"/>
                <a:gd name="connsiteX174" fmla="*/ 109677 w 167147"/>
                <a:gd name="connsiteY174" fmla="*/ 190031 h 236336"/>
                <a:gd name="connsiteX175" fmla="*/ 108933 w 167147"/>
                <a:gd name="connsiteY175" fmla="*/ 184822 h 236336"/>
                <a:gd name="connsiteX176" fmla="*/ 106700 w 167147"/>
                <a:gd name="connsiteY176" fmla="*/ 184822 h 236336"/>
                <a:gd name="connsiteX177" fmla="*/ 105956 w 167147"/>
                <a:gd name="connsiteY177" fmla="*/ 181101 h 236336"/>
                <a:gd name="connsiteX178" fmla="*/ 103724 w 167147"/>
                <a:gd name="connsiteY178" fmla="*/ 179613 h 236336"/>
                <a:gd name="connsiteX179" fmla="*/ 102980 w 167147"/>
                <a:gd name="connsiteY179" fmla="*/ 175148 h 236336"/>
                <a:gd name="connsiteX180" fmla="*/ 101491 w 167147"/>
                <a:gd name="connsiteY180" fmla="*/ 174404 h 236336"/>
                <a:gd name="connsiteX181" fmla="*/ 101166 w 167147"/>
                <a:gd name="connsiteY181" fmla="*/ 172590 h 236336"/>
                <a:gd name="connsiteX182" fmla="*/ 98515 w 167147"/>
                <a:gd name="connsiteY182" fmla="*/ 169195 h 236336"/>
                <a:gd name="connsiteX183" fmla="*/ 97026 w 167147"/>
                <a:gd name="connsiteY183" fmla="*/ 165474 h 236336"/>
                <a:gd name="connsiteX184" fmla="*/ 95538 w 167147"/>
                <a:gd name="connsiteY184" fmla="*/ 165474 h 236336"/>
                <a:gd name="connsiteX185" fmla="*/ 95259 w 167147"/>
                <a:gd name="connsiteY185" fmla="*/ 162916 h 236336"/>
                <a:gd name="connsiteX186" fmla="*/ 94794 w 167147"/>
                <a:gd name="connsiteY186" fmla="*/ 160265 h 236336"/>
                <a:gd name="connsiteX187" fmla="*/ 93306 w 167147"/>
                <a:gd name="connsiteY187" fmla="*/ 159521 h 236336"/>
                <a:gd name="connsiteX188" fmla="*/ 91073 w 167147"/>
                <a:gd name="connsiteY188" fmla="*/ 155800 h 236336"/>
                <a:gd name="connsiteX189" fmla="*/ 89585 w 167147"/>
                <a:gd name="connsiteY189" fmla="*/ 153568 h 236336"/>
                <a:gd name="connsiteX190" fmla="*/ 89585 w 167147"/>
                <a:gd name="connsiteY190" fmla="*/ 151335 h 236336"/>
                <a:gd name="connsiteX191" fmla="*/ 87353 w 167147"/>
                <a:gd name="connsiteY191" fmla="*/ 150591 h 236336"/>
                <a:gd name="connsiteX192" fmla="*/ 87353 w 167147"/>
                <a:gd name="connsiteY192" fmla="*/ 147615 h 236336"/>
                <a:gd name="connsiteX193" fmla="*/ 84376 w 167147"/>
                <a:gd name="connsiteY193" fmla="*/ 146870 h 236336"/>
                <a:gd name="connsiteX194" fmla="*/ 81958 w 167147"/>
                <a:gd name="connsiteY194" fmla="*/ 144312 h 236336"/>
                <a:gd name="connsiteX195" fmla="*/ 80783 w 167147"/>
                <a:gd name="connsiteY195" fmla="*/ 142920 h 236336"/>
                <a:gd name="connsiteX196" fmla="*/ 79911 w 167147"/>
                <a:gd name="connsiteY196" fmla="*/ 140173 h 236336"/>
                <a:gd name="connsiteX197" fmla="*/ 75446 w 167147"/>
                <a:gd name="connsiteY197" fmla="*/ 140173 h 236336"/>
                <a:gd name="connsiteX198" fmla="*/ 75446 w 167147"/>
                <a:gd name="connsiteY198" fmla="*/ 137197 h 236336"/>
                <a:gd name="connsiteX199" fmla="*/ 73682 w 167147"/>
                <a:gd name="connsiteY199" fmla="*/ 137112 h 236336"/>
                <a:gd name="connsiteX200" fmla="*/ 71400 w 167147"/>
                <a:gd name="connsiteY200" fmla="*/ 136964 h 236336"/>
                <a:gd name="connsiteX201" fmla="*/ 69124 w 167147"/>
                <a:gd name="connsiteY201" fmla="*/ 136833 h 236336"/>
                <a:gd name="connsiteX202" fmla="*/ 67261 w 167147"/>
                <a:gd name="connsiteY202" fmla="*/ 136452 h 236336"/>
                <a:gd name="connsiteX203" fmla="*/ 66517 w 167147"/>
                <a:gd name="connsiteY203" fmla="*/ 134220 h 236336"/>
                <a:gd name="connsiteX204" fmla="*/ 63017 w 167147"/>
                <a:gd name="connsiteY204" fmla="*/ 133898 h 236336"/>
                <a:gd name="connsiteX205" fmla="*/ 60760 w 167147"/>
                <a:gd name="connsiteY205" fmla="*/ 133854 h 236336"/>
                <a:gd name="connsiteX206" fmla="*/ 58305 w 167147"/>
                <a:gd name="connsiteY206" fmla="*/ 133839 h 236336"/>
                <a:gd name="connsiteX207" fmla="*/ 55806 w 167147"/>
                <a:gd name="connsiteY207" fmla="*/ 133799 h 236336"/>
                <a:gd name="connsiteX208" fmla="*/ 47867 w 167147"/>
                <a:gd name="connsiteY208" fmla="*/ 133708 h 236336"/>
                <a:gd name="connsiteX209" fmla="*/ 42499 w 167147"/>
                <a:gd name="connsiteY209" fmla="*/ 133631 h 236336"/>
                <a:gd name="connsiteX210" fmla="*/ 29310 w 167147"/>
                <a:gd name="connsiteY210" fmla="*/ 133476 h 236336"/>
                <a:gd name="connsiteX211" fmla="*/ 30054 w 167147"/>
                <a:gd name="connsiteY211" fmla="*/ 135708 h 236336"/>
                <a:gd name="connsiteX212" fmla="*/ 30163 w 167147"/>
                <a:gd name="connsiteY212" fmla="*/ 139757 h 236336"/>
                <a:gd name="connsiteX213" fmla="*/ 30179 w 167147"/>
                <a:gd name="connsiteY213" fmla="*/ 142306 h 236336"/>
                <a:gd name="connsiteX214" fmla="*/ 30186 w 167147"/>
                <a:gd name="connsiteY214" fmla="*/ 145103 h 236336"/>
                <a:gd name="connsiteX215" fmla="*/ 30200 w 167147"/>
                <a:gd name="connsiteY215" fmla="*/ 148048 h 236336"/>
                <a:gd name="connsiteX216" fmla="*/ 30227 w 167147"/>
                <a:gd name="connsiteY216" fmla="*/ 156045 h 236336"/>
                <a:gd name="connsiteX217" fmla="*/ 30240 w 167147"/>
                <a:gd name="connsiteY217" fmla="*/ 161037 h 236336"/>
                <a:gd name="connsiteX218" fmla="*/ 30271 w 167147"/>
                <a:gd name="connsiteY218" fmla="*/ 176644 h 236336"/>
                <a:gd name="connsiteX219" fmla="*/ 30328 w 167147"/>
                <a:gd name="connsiteY219" fmla="*/ 194684 h 236336"/>
                <a:gd name="connsiteX220" fmla="*/ 30364 w 167147"/>
                <a:gd name="connsiteY220" fmla="*/ 208617 h 236336"/>
                <a:gd name="connsiteX221" fmla="*/ 30391 w 167147"/>
                <a:gd name="connsiteY221" fmla="*/ 216946 h 236336"/>
                <a:gd name="connsiteX222" fmla="*/ 30404 w 167147"/>
                <a:gd name="connsiteY222" fmla="*/ 226221 h 236336"/>
                <a:gd name="connsiteX223" fmla="*/ 30432 w 167147"/>
                <a:gd name="connsiteY223" fmla="*/ 229027 h 236336"/>
                <a:gd name="connsiteX224" fmla="*/ 30417 w 167147"/>
                <a:gd name="connsiteY224" fmla="*/ 231563 h 236336"/>
                <a:gd name="connsiteX225" fmla="*/ 30422 w 167147"/>
                <a:gd name="connsiteY225" fmla="*/ 233780 h 236336"/>
                <a:gd name="connsiteX226" fmla="*/ 30054 w 167147"/>
                <a:gd name="connsiteY226" fmla="*/ 235423 h 236336"/>
                <a:gd name="connsiteX227" fmla="*/ 21493 w 167147"/>
                <a:gd name="connsiteY227" fmla="*/ 236266 h 236336"/>
                <a:gd name="connsiteX228" fmla="*/ 19870 w 167147"/>
                <a:gd name="connsiteY228" fmla="*/ 236268 h 236336"/>
                <a:gd name="connsiteX229" fmla="*/ 16484 w 167147"/>
                <a:gd name="connsiteY229" fmla="*/ 236264 h 236336"/>
                <a:gd name="connsiteX230" fmla="*/ 11301 w 167147"/>
                <a:gd name="connsiteY230" fmla="*/ 236269 h 236336"/>
                <a:gd name="connsiteX231" fmla="*/ 8006 w 167147"/>
                <a:gd name="connsiteY231" fmla="*/ 236266 h 236336"/>
                <a:gd name="connsiteX232" fmla="*/ 6441 w 167147"/>
                <a:gd name="connsiteY232" fmla="*/ 236271 h 236336"/>
                <a:gd name="connsiteX233" fmla="*/ 288 w 167147"/>
                <a:gd name="connsiteY233" fmla="*/ 235423 h 236336"/>
                <a:gd name="connsiteX234" fmla="*/ 13 w 167147"/>
                <a:gd name="connsiteY234" fmla="*/ 231659 h 236336"/>
                <a:gd name="connsiteX235" fmla="*/ 0 w 167147"/>
                <a:gd name="connsiteY235" fmla="*/ 229172 h 236336"/>
                <a:gd name="connsiteX236" fmla="*/ 20 w 167147"/>
                <a:gd name="connsiteY236" fmla="*/ 226406 h 236336"/>
                <a:gd name="connsiteX237" fmla="*/ 14 w 167147"/>
                <a:gd name="connsiteY237" fmla="*/ 223495 h 236336"/>
                <a:gd name="connsiteX238" fmla="*/ 29 w 167147"/>
                <a:gd name="connsiteY238" fmla="*/ 215457 h 236336"/>
                <a:gd name="connsiteX239" fmla="*/ 34 w 167147"/>
                <a:gd name="connsiteY239" fmla="*/ 206802 h 236336"/>
                <a:gd name="connsiteX240" fmla="*/ 52 w 167147"/>
                <a:gd name="connsiteY240" fmla="*/ 191796 h 236336"/>
                <a:gd name="connsiteX241" fmla="*/ 79 w 167147"/>
                <a:gd name="connsiteY241" fmla="*/ 170099 h 236336"/>
                <a:gd name="connsiteX242" fmla="*/ 120 w 167147"/>
                <a:gd name="connsiteY242" fmla="*/ 134901 h 236336"/>
                <a:gd name="connsiteX243" fmla="*/ 166 w 167147"/>
                <a:gd name="connsiteY243" fmla="*/ 100700 h 236336"/>
                <a:gd name="connsiteX244" fmla="*/ 167 w 167147"/>
                <a:gd name="connsiteY244" fmla="*/ 98572 h 236336"/>
                <a:gd name="connsiteX245" fmla="*/ 176 w 167147"/>
                <a:gd name="connsiteY245" fmla="*/ 88005 h 236336"/>
                <a:gd name="connsiteX246" fmla="*/ 288 w 167147"/>
                <a:gd name="connsiteY246" fmla="*/ 275 h 236336"/>
                <a:gd name="connsiteX247" fmla="*/ 44493 w 167147"/>
                <a:gd name="connsiteY247" fmla="*/ 159 h 236336"/>
                <a:gd name="connsiteX248" fmla="*/ 65016 w 167147"/>
                <a:gd name="connsiteY248" fmla="*/ 106 h 236336"/>
                <a:gd name="connsiteX249" fmla="*/ 82897 w 167147"/>
                <a:gd name="connsiteY249" fmla="*/ 65 h 236336"/>
                <a:gd name="connsiteX250" fmla="*/ 92371 w 167147"/>
                <a:gd name="connsiteY250" fmla="*/ 39 h 236336"/>
                <a:gd name="connsiteX251" fmla="*/ 101278 w 167147"/>
                <a:gd name="connsiteY251" fmla="*/ 22 h 236336"/>
                <a:gd name="connsiteX252" fmla="*/ 104557 w 167147"/>
                <a:gd name="connsiteY252" fmla="*/ 9 h 236336"/>
                <a:gd name="connsiteX253" fmla="*/ 109014 w 167147"/>
                <a:gd name="connsiteY253" fmla="*/ 6 h 236336"/>
                <a:gd name="connsiteX254" fmla="*/ 111540 w 167147"/>
                <a:gd name="connsiteY254" fmla="*/ 0 h 23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67147" h="236336">
                  <a:moveTo>
                    <a:pt x="29349" y="30826"/>
                  </a:moveTo>
                  <a:cubicBezTo>
                    <a:pt x="29336" y="38247"/>
                    <a:pt x="29321" y="45668"/>
                    <a:pt x="29314" y="53089"/>
                  </a:cubicBezTo>
                  <a:cubicBezTo>
                    <a:pt x="29310" y="57975"/>
                    <a:pt x="29306" y="62860"/>
                    <a:pt x="29297" y="67746"/>
                  </a:cubicBezTo>
                  <a:cubicBezTo>
                    <a:pt x="29289" y="71817"/>
                    <a:pt x="29282" y="75888"/>
                    <a:pt x="29279" y="79960"/>
                  </a:cubicBezTo>
                  <a:cubicBezTo>
                    <a:pt x="29278" y="81507"/>
                    <a:pt x="29277" y="83054"/>
                    <a:pt x="29276" y="84602"/>
                  </a:cubicBezTo>
                  <a:cubicBezTo>
                    <a:pt x="29270" y="86832"/>
                    <a:pt x="29264" y="89063"/>
                    <a:pt x="29264" y="91294"/>
                  </a:cubicBezTo>
                  <a:cubicBezTo>
                    <a:pt x="29264" y="91989"/>
                    <a:pt x="29264" y="92665"/>
                    <a:pt x="29264" y="93340"/>
                  </a:cubicBezTo>
                  <a:cubicBezTo>
                    <a:pt x="29261" y="93996"/>
                    <a:pt x="29259" y="94632"/>
                    <a:pt x="29256" y="95269"/>
                  </a:cubicBezTo>
                  <a:cubicBezTo>
                    <a:pt x="29257" y="95873"/>
                    <a:pt x="29258" y="96459"/>
                    <a:pt x="29259" y="97046"/>
                  </a:cubicBezTo>
                  <a:cubicBezTo>
                    <a:pt x="29256" y="99144"/>
                    <a:pt x="29335" y="101033"/>
                    <a:pt x="30093" y="103008"/>
                  </a:cubicBezTo>
                  <a:cubicBezTo>
                    <a:pt x="32361" y="103371"/>
                    <a:pt x="32361" y="103371"/>
                    <a:pt x="33827" y="103386"/>
                  </a:cubicBezTo>
                  <a:cubicBezTo>
                    <a:pt x="34378" y="103376"/>
                    <a:pt x="34912" y="103367"/>
                    <a:pt x="35446" y="103357"/>
                  </a:cubicBezTo>
                  <a:cubicBezTo>
                    <a:pt x="37234" y="103363"/>
                    <a:pt x="39020" y="103363"/>
                    <a:pt x="40807" y="103345"/>
                  </a:cubicBezTo>
                  <a:cubicBezTo>
                    <a:pt x="42090" y="103331"/>
                    <a:pt x="43373" y="103323"/>
                    <a:pt x="44656" y="103319"/>
                  </a:cubicBezTo>
                  <a:cubicBezTo>
                    <a:pt x="47326" y="103316"/>
                    <a:pt x="49995" y="103310"/>
                    <a:pt x="52665" y="103291"/>
                  </a:cubicBezTo>
                  <a:cubicBezTo>
                    <a:pt x="56142" y="103261"/>
                    <a:pt x="59620" y="103236"/>
                    <a:pt x="63097" y="103227"/>
                  </a:cubicBezTo>
                  <a:cubicBezTo>
                    <a:pt x="66456" y="103220"/>
                    <a:pt x="69815" y="103210"/>
                    <a:pt x="73174" y="103194"/>
                  </a:cubicBezTo>
                  <a:cubicBezTo>
                    <a:pt x="73830" y="103191"/>
                    <a:pt x="74466" y="103188"/>
                    <a:pt x="75102" y="103185"/>
                  </a:cubicBezTo>
                  <a:cubicBezTo>
                    <a:pt x="76962" y="103178"/>
                    <a:pt x="78823" y="103169"/>
                    <a:pt x="80683" y="103154"/>
                  </a:cubicBezTo>
                  <a:cubicBezTo>
                    <a:pt x="81266" y="103149"/>
                    <a:pt x="81831" y="103144"/>
                    <a:pt x="82397" y="103139"/>
                  </a:cubicBezTo>
                  <a:cubicBezTo>
                    <a:pt x="85597" y="103127"/>
                    <a:pt x="88768" y="103200"/>
                    <a:pt x="91856" y="102263"/>
                  </a:cubicBezTo>
                  <a:cubicBezTo>
                    <a:pt x="92040" y="100718"/>
                    <a:pt x="92040" y="100718"/>
                    <a:pt x="92601" y="99287"/>
                  </a:cubicBezTo>
                  <a:cubicBezTo>
                    <a:pt x="94667" y="99162"/>
                    <a:pt x="96504" y="99180"/>
                    <a:pt x="98554" y="99333"/>
                  </a:cubicBezTo>
                  <a:cubicBezTo>
                    <a:pt x="100650" y="99501"/>
                    <a:pt x="102389" y="99494"/>
                    <a:pt x="104507" y="99287"/>
                  </a:cubicBezTo>
                  <a:cubicBezTo>
                    <a:pt x="104883" y="98346"/>
                    <a:pt x="104883" y="98346"/>
                    <a:pt x="105251" y="97424"/>
                  </a:cubicBezTo>
                  <a:cubicBezTo>
                    <a:pt x="105251" y="96792"/>
                    <a:pt x="105251" y="96179"/>
                    <a:pt x="105251" y="95566"/>
                  </a:cubicBezTo>
                  <a:cubicBezTo>
                    <a:pt x="107550" y="96333"/>
                    <a:pt x="108290" y="96506"/>
                    <a:pt x="110460" y="95566"/>
                  </a:cubicBezTo>
                  <a:cubicBezTo>
                    <a:pt x="110764" y="94038"/>
                    <a:pt x="110764" y="94038"/>
                    <a:pt x="111204" y="92590"/>
                  </a:cubicBezTo>
                  <a:cubicBezTo>
                    <a:pt x="112444" y="92590"/>
                    <a:pt x="113685" y="92590"/>
                    <a:pt x="114925" y="92590"/>
                  </a:cubicBezTo>
                  <a:cubicBezTo>
                    <a:pt x="115083" y="92099"/>
                    <a:pt x="115236" y="91624"/>
                    <a:pt x="115390" y="91148"/>
                  </a:cubicBezTo>
                  <a:cubicBezTo>
                    <a:pt x="115485" y="90626"/>
                    <a:pt x="115577" y="90120"/>
                    <a:pt x="115669" y="89613"/>
                  </a:cubicBezTo>
                  <a:cubicBezTo>
                    <a:pt x="116796" y="89237"/>
                    <a:pt x="116796" y="89237"/>
                    <a:pt x="117901" y="88869"/>
                  </a:cubicBezTo>
                  <a:cubicBezTo>
                    <a:pt x="117901" y="88236"/>
                    <a:pt x="117901" y="87623"/>
                    <a:pt x="117901" y="87009"/>
                  </a:cubicBezTo>
                  <a:cubicBezTo>
                    <a:pt x="117901" y="86376"/>
                    <a:pt x="117901" y="85762"/>
                    <a:pt x="117901" y="85148"/>
                  </a:cubicBezTo>
                  <a:cubicBezTo>
                    <a:pt x="119029" y="84772"/>
                    <a:pt x="119029" y="84772"/>
                    <a:pt x="120134" y="84404"/>
                  </a:cubicBezTo>
                  <a:cubicBezTo>
                    <a:pt x="120515" y="83029"/>
                    <a:pt x="120515" y="83029"/>
                    <a:pt x="120645" y="81381"/>
                  </a:cubicBezTo>
                  <a:cubicBezTo>
                    <a:pt x="120724" y="80385"/>
                    <a:pt x="120801" y="79418"/>
                    <a:pt x="120878" y="78451"/>
                  </a:cubicBezTo>
                  <a:cubicBezTo>
                    <a:pt x="121384" y="78451"/>
                    <a:pt x="121875" y="78451"/>
                    <a:pt x="122366" y="78451"/>
                  </a:cubicBezTo>
                  <a:cubicBezTo>
                    <a:pt x="123232" y="76719"/>
                    <a:pt x="123232" y="76719"/>
                    <a:pt x="123285" y="68969"/>
                  </a:cubicBezTo>
                  <a:cubicBezTo>
                    <a:pt x="123289" y="67381"/>
                    <a:pt x="123296" y="65794"/>
                    <a:pt x="123320" y="64207"/>
                  </a:cubicBezTo>
                  <a:cubicBezTo>
                    <a:pt x="123335" y="63171"/>
                    <a:pt x="123345" y="62135"/>
                    <a:pt x="123350" y="61099"/>
                  </a:cubicBezTo>
                  <a:cubicBezTo>
                    <a:pt x="123352" y="60595"/>
                    <a:pt x="123353" y="60105"/>
                    <a:pt x="123354" y="59615"/>
                  </a:cubicBezTo>
                  <a:cubicBezTo>
                    <a:pt x="123376" y="56833"/>
                    <a:pt x="123376" y="56833"/>
                    <a:pt x="123110" y="54638"/>
                  </a:cubicBezTo>
                  <a:cubicBezTo>
                    <a:pt x="120776" y="53451"/>
                    <a:pt x="120776" y="53451"/>
                    <a:pt x="120549" y="51729"/>
                  </a:cubicBezTo>
                  <a:cubicBezTo>
                    <a:pt x="120464" y="50214"/>
                    <a:pt x="120301" y="48705"/>
                    <a:pt x="120134" y="47197"/>
                  </a:cubicBezTo>
                  <a:cubicBezTo>
                    <a:pt x="119628" y="46944"/>
                    <a:pt x="119137" y="46699"/>
                    <a:pt x="118645" y="46453"/>
                  </a:cubicBezTo>
                  <a:cubicBezTo>
                    <a:pt x="117884" y="44169"/>
                    <a:pt x="117444" y="43500"/>
                    <a:pt x="115669" y="41988"/>
                  </a:cubicBezTo>
                  <a:cubicBezTo>
                    <a:pt x="114094" y="41325"/>
                    <a:pt x="114094" y="41325"/>
                    <a:pt x="112692" y="40500"/>
                  </a:cubicBezTo>
                  <a:cubicBezTo>
                    <a:pt x="112413" y="38919"/>
                    <a:pt x="112413" y="38919"/>
                    <a:pt x="111948" y="37523"/>
                  </a:cubicBezTo>
                  <a:cubicBezTo>
                    <a:pt x="110460" y="37554"/>
                    <a:pt x="108971" y="37554"/>
                    <a:pt x="107483" y="37523"/>
                  </a:cubicBezTo>
                  <a:cubicBezTo>
                    <a:pt x="107108" y="35644"/>
                    <a:pt x="107108" y="35644"/>
                    <a:pt x="106739" y="33803"/>
                  </a:cubicBezTo>
                  <a:cubicBezTo>
                    <a:pt x="103197" y="34056"/>
                    <a:pt x="99759" y="34301"/>
                    <a:pt x="96321" y="34547"/>
                  </a:cubicBezTo>
                  <a:cubicBezTo>
                    <a:pt x="96321" y="33282"/>
                    <a:pt x="96321" y="32054"/>
                    <a:pt x="96321" y="30826"/>
                  </a:cubicBezTo>
                  <a:cubicBezTo>
                    <a:pt x="73551" y="30826"/>
                    <a:pt x="51450" y="30826"/>
                    <a:pt x="29349" y="30826"/>
                  </a:cubicBezTo>
                  <a:close/>
                  <a:moveTo>
                    <a:pt x="111540" y="0"/>
                  </a:moveTo>
                  <a:cubicBezTo>
                    <a:pt x="112153" y="91"/>
                    <a:pt x="112766" y="181"/>
                    <a:pt x="113398" y="275"/>
                  </a:cubicBezTo>
                  <a:cubicBezTo>
                    <a:pt x="113643" y="1011"/>
                    <a:pt x="113889" y="1748"/>
                    <a:pt x="114142" y="2507"/>
                  </a:cubicBezTo>
                  <a:cubicBezTo>
                    <a:pt x="116437" y="2828"/>
                    <a:pt x="118683" y="2835"/>
                    <a:pt x="120999" y="2876"/>
                  </a:cubicBezTo>
                  <a:cubicBezTo>
                    <a:pt x="122025" y="3062"/>
                    <a:pt x="122025" y="3062"/>
                    <a:pt x="123071" y="3251"/>
                  </a:cubicBezTo>
                  <a:cubicBezTo>
                    <a:pt x="123929" y="4731"/>
                    <a:pt x="123929" y="4731"/>
                    <a:pt x="124560" y="6228"/>
                  </a:cubicBezTo>
                  <a:cubicBezTo>
                    <a:pt x="127210" y="6837"/>
                    <a:pt x="127210" y="6837"/>
                    <a:pt x="129769" y="6972"/>
                  </a:cubicBezTo>
                  <a:cubicBezTo>
                    <a:pt x="129769" y="7954"/>
                    <a:pt x="129769" y="8936"/>
                    <a:pt x="129769" y="9949"/>
                  </a:cubicBezTo>
                  <a:cubicBezTo>
                    <a:pt x="130757" y="10212"/>
                    <a:pt x="131750" y="10458"/>
                    <a:pt x="132745" y="10693"/>
                  </a:cubicBezTo>
                  <a:cubicBezTo>
                    <a:pt x="133266" y="11672"/>
                    <a:pt x="133763" y="12665"/>
                    <a:pt x="134233" y="13669"/>
                  </a:cubicBezTo>
                  <a:cubicBezTo>
                    <a:pt x="134970" y="13915"/>
                    <a:pt x="135707" y="14160"/>
                    <a:pt x="136466" y="14413"/>
                  </a:cubicBezTo>
                  <a:cubicBezTo>
                    <a:pt x="136711" y="15150"/>
                    <a:pt x="136957" y="15887"/>
                    <a:pt x="137210" y="16646"/>
                  </a:cubicBezTo>
                  <a:cubicBezTo>
                    <a:pt x="137947" y="16891"/>
                    <a:pt x="138683" y="17137"/>
                    <a:pt x="139442" y="17390"/>
                  </a:cubicBezTo>
                  <a:cubicBezTo>
                    <a:pt x="139719" y="18374"/>
                    <a:pt x="139968" y="19367"/>
                    <a:pt x="140187" y="20366"/>
                  </a:cubicBezTo>
                  <a:cubicBezTo>
                    <a:pt x="140678" y="20612"/>
                    <a:pt x="141169" y="20858"/>
                    <a:pt x="141675" y="21111"/>
                  </a:cubicBezTo>
                  <a:cubicBezTo>
                    <a:pt x="141836" y="21847"/>
                    <a:pt x="141836" y="21847"/>
                    <a:pt x="142000" y="22599"/>
                  </a:cubicBezTo>
                  <a:cubicBezTo>
                    <a:pt x="142139" y="23090"/>
                    <a:pt x="142277" y="23581"/>
                    <a:pt x="142419" y="24087"/>
                  </a:cubicBezTo>
                  <a:cubicBezTo>
                    <a:pt x="143156" y="24333"/>
                    <a:pt x="143892" y="24578"/>
                    <a:pt x="144651" y="24831"/>
                  </a:cubicBezTo>
                  <a:cubicBezTo>
                    <a:pt x="145168" y="26562"/>
                    <a:pt x="145665" y="28298"/>
                    <a:pt x="146140" y="30040"/>
                  </a:cubicBezTo>
                  <a:cubicBezTo>
                    <a:pt x="146631" y="30040"/>
                    <a:pt x="147122" y="30040"/>
                    <a:pt x="147628" y="30040"/>
                  </a:cubicBezTo>
                  <a:cubicBezTo>
                    <a:pt x="147664" y="30515"/>
                    <a:pt x="147701" y="30990"/>
                    <a:pt x="147738" y="31479"/>
                  </a:cubicBezTo>
                  <a:cubicBezTo>
                    <a:pt x="147822" y="32401"/>
                    <a:pt x="147822" y="32401"/>
                    <a:pt x="147907" y="33342"/>
                  </a:cubicBezTo>
                  <a:cubicBezTo>
                    <a:pt x="147959" y="33955"/>
                    <a:pt x="148011" y="34568"/>
                    <a:pt x="148064" y="35200"/>
                  </a:cubicBezTo>
                  <a:cubicBezTo>
                    <a:pt x="148166" y="35707"/>
                    <a:pt x="148267" y="36215"/>
                    <a:pt x="148372" y="36738"/>
                  </a:cubicBezTo>
                  <a:cubicBezTo>
                    <a:pt x="148863" y="36983"/>
                    <a:pt x="149354" y="37229"/>
                    <a:pt x="149860" y="37482"/>
                  </a:cubicBezTo>
                  <a:cubicBezTo>
                    <a:pt x="150169" y="39508"/>
                    <a:pt x="150169" y="39508"/>
                    <a:pt x="150326" y="41993"/>
                  </a:cubicBezTo>
                  <a:cubicBezTo>
                    <a:pt x="150409" y="43226"/>
                    <a:pt x="150409" y="43226"/>
                    <a:pt x="150494" y="44484"/>
                  </a:cubicBezTo>
                  <a:cubicBezTo>
                    <a:pt x="150531" y="45120"/>
                    <a:pt x="150567" y="45756"/>
                    <a:pt x="150605" y="46411"/>
                  </a:cubicBezTo>
                  <a:cubicBezTo>
                    <a:pt x="151341" y="46411"/>
                    <a:pt x="152078" y="46411"/>
                    <a:pt x="152837" y="46411"/>
                  </a:cubicBezTo>
                  <a:cubicBezTo>
                    <a:pt x="152837" y="58690"/>
                    <a:pt x="152837" y="70968"/>
                    <a:pt x="152837" y="83618"/>
                  </a:cubicBezTo>
                  <a:cubicBezTo>
                    <a:pt x="152100" y="83618"/>
                    <a:pt x="151364" y="83618"/>
                    <a:pt x="150605" y="83618"/>
                  </a:cubicBezTo>
                  <a:cubicBezTo>
                    <a:pt x="150359" y="86565"/>
                    <a:pt x="150113" y="89512"/>
                    <a:pt x="149860" y="92548"/>
                  </a:cubicBezTo>
                  <a:cubicBezTo>
                    <a:pt x="149369" y="92548"/>
                    <a:pt x="148878" y="92548"/>
                    <a:pt x="148372" y="92548"/>
                  </a:cubicBezTo>
                  <a:cubicBezTo>
                    <a:pt x="148127" y="94513"/>
                    <a:pt x="147881" y="96477"/>
                    <a:pt x="147628" y="98501"/>
                  </a:cubicBezTo>
                  <a:cubicBezTo>
                    <a:pt x="146891" y="98501"/>
                    <a:pt x="146155" y="98501"/>
                    <a:pt x="145396" y="98501"/>
                  </a:cubicBezTo>
                  <a:cubicBezTo>
                    <a:pt x="145110" y="99671"/>
                    <a:pt x="144826" y="100841"/>
                    <a:pt x="144550" y="102013"/>
                  </a:cubicBezTo>
                  <a:cubicBezTo>
                    <a:pt x="142952" y="106235"/>
                    <a:pt x="139642" y="110208"/>
                    <a:pt x="136466" y="113384"/>
                  </a:cubicBezTo>
                  <a:cubicBezTo>
                    <a:pt x="136405" y="113906"/>
                    <a:pt x="136343" y="114428"/>
                    <a:pt x="136280" y="114965"/>
                  </a:cubicBezTo>
                  <a:cubicBezTo>
                    <a:pt x="136096" y="115426"/>
                    <a:pt x="135912" y="115886"/>
                    <a:pt x="135722" y="116361"/>
                  </a:cubicBezTo>
                  <a:cubicBezTo>
                    <a:pt x="134233" y="116361"/>
                    <a:pt x="132745" y="116361"/>
                    <a:pt x="131257" y="116361"/>
                  </a:cubicBezTo>
                  <a:cubicBezTo>
                    <a:pt x="131001" y="117351"/>
                    <a:pt x="130754" y="118343"/>
                    <a:pt x="130513" y="119337"/>
                  </a:cubicBezTo>
                  <a:cubicBezTo>
                    <a:pt x="128234" y="119895"/>
                    <a:pt x="128234" y="119895"/>
                    <a:pt x="126048" y="120081"/>
                  </a:cubicBezTo>
                  <a:cubicBezTo>
                    <a:pt x="126048" y="121064"/>
                    <a:pt x="126048" y="122046"/>
                    <a:pt x="126048" y="123058"/>
                  </a:cubicBezTo>
                  <a:cubicBezTo>
                    <a:pt x="124522" y="123155"/>
                    <a:pt x="122996" y="123252"/>
                    <a:pt x="121470" y="123349"/>
                  </a:cubicBezTo>
                  <a:cubicBezTo>
                    <a:pt x="121016" y="123498"/>
                    <a:pt x="120562" y="123648"/>
                    <a:pt x="120095" y="123802"/>
                  </a:cubicBezTo>
                  <a:cubicBezTo>
                    <a:pt x="119932" y="124556"/>
                    <a:pt x="119932" y="124556"/>
                    <a:pt x="119766" y="125325"/>
                  </a:cubicBezTo>
                  <a:cubicBezTo>
                    <a:pt x="119629" y="125805"/>
                    <a:pt x="119492" y="126284"/>
                    <a:pt x="119351" y="126779"/>
                  </a:cubicBezTo>
                  <a:cubicBezTo>
                    <a:pt x="117375" y="126998"/>
                    <a:pt x="115561" y="126772"/>
                    <a:pt x="113584" y="126593"/>
                  </a:cubicBezTo>
                  <a:cubicBezTo>
                    <a:pt x="113031" y="126654"/>
                    <a:pt x="112479" y="126715"/>
                    <a:pt x="111909" y="126779"/>
                  </a:cubicBezTo>
                  <a:cubicBezTo>
                    <a:pt x="111385" y="128224"/>
                    <a:pt x="111385" y="128224"/>
                    <a:pt x="111165" y="129755"/>
                  </a:cubicBezTo>
                  <a:cubicBezTo>
                    <a:pt x="109258" y="130313"/>
                    <a:pt x="109258" y="130313"/>
                    <a:pt x="107444" y="130499"/>
                  </a:cubicBezTo>
                  <a:cubicBezTo>
                    <a:pt x="107936" y="131236"/>
                    <a:pt x="108427" y="131973"/>
                    <a:pt x="108933" y="132732"/>
                  </a:cubicBezTo>
                  <a:cubicBezTo>
                    <a:pt x="109654" y="132824"/>
                    <a:pt x="110375" y="132916"/>
                    <a:pt x="111119" y="133011"/>
                  </a:cubicBezTo>
                  <a:cubicBezTo>
                    <a:pt x="111871" y="133164"/>
                    <a:pt x="112623" y="133318"/>
                    <a:pt x="113398" y="133476"/>
                  </a:cubicBezTo>
                  <a:cubicBezTo>
                    <a:pt x="114184" y="134690"/>
                    <a:pt x="114921" y="135936"/>
                    <a:pt x="115630" y="137197"/>
                  </a:cubicBezTo>
                  <a:cubicBezTo>
                    <a:pt x="116603" y="138452"/>
                    <a:pt x="117596" y="139692"/>
                    <a:pt x="118607" y="140917"/>
                  </a:cubicBezTo>
                  <a:cubicBezTo>
                    <a:pt x="120158" y="142798"/>
                    <a:pt x="121551" y="144583"/>
                    <a:pt x="122792" y="146684"/>
                  </a:cubicBezTo>
                  <a:cubicBezTo>
                    <a:pt x="123668" y="148449"/>
                    <a:pt x="123668" y="148449"/>
                    <a:pt x="125304" y="149103"/>
                  </a:cubicBezTo>
                  <a:cubicBezTo>
                    <a:pt x="125800" y="150591"/>
                    <a:pt x="126296" y="152079"/>
                    <a:pt x="126792" y="153568"/>
                  </a:cubicBezTo>
                  <a:cubicBezTo>
                    <a:pt x="127283" y="153813"/>
                    <a:pt x="127774" y="154059"/>
                    <a:pt x="128280" y="154312"/>
                  </a:cubicBezTo>
                  <a:cubicBezTo>
                    <a:pt x="128442" y="155002"/>
                    <a:pt x="128442" y="155002"/>
                    <a:pt x="128606" y="155707"/>
                  </a:cubicBezTo>
                  <a:cubicBezTo>
                    <a:pt x="128899" y="157350"/>
                    <a:pt x="128899" y="157350"/>
                    <a:pt x="130141" y="158405"/>
                  </a:cubicBezTo>
                  <a:cubicBezTo>
                    <a:pt x="131481" y="159745"/>
                    <a:pt x="131549" y="160690"/>
                    <a:pt x="132001" y="162497"/>
                  </a:cubicBezTo>
                  <a:cubicBezTo>
                    <a:pt x="132577" y="163050"/>
                    <a:pt x="132577" y="163050"/>
                    <a:pt x="133164" y="163614"/>
                  </a:cubicBezTo>
                  <a:cubicBezTo>
                    <a:pt x="134233" y="164730"/>
                    <a:pt x="134233" y="164730"/>
                    <a:pt x="134233" y="167706"/>
                  </a:cubicBezTo>
                  <a:cubicBezTo>
                    <a:pt x="134970" y="167706"/>
                    <a:pt x="135707" y="167706"/>
                    <a:pt x="136466" y="167706"/>
                  </a:cubicBezTo>
                  <a:cubicBezTo>
                    <a:pt x="136990" y="169434"/>
                    <a:pt x="137487" y="171171"/>
                    <a:pt x="137954" y="172915"/>
                  </a:cubicBezTo>
                  <a:cubicBezTo>
                    <a:pt x="138445" y="172915"/>
                    <a:pt x="138936" y="172915"/>
                    <a:pt x="139442" y="172915"/>
                  </a:cubicBezTo>
                  <a:cubicBezTo>
                    <a:pt x="139535" y="173759"/>
                    <a:pt x="139627" y="174604"/>
                    <a:pt x="139722" y="175473"/>
                  </a:cubicBezTo>
                  <a:cubicBezTo>
                    <a:pt x="139875" y="176348"/>
                    <a:pt x="140028" y="177223"/>
                    <a:pt x="140187" y="178124"/>
                  </a:cubicBezTo>
                  <a:cubicBezTo>
                    <a:pt x="140678" y="178370"/>
                    <a:pt x="141169" y="178615"/>
                    <a:pt x="141675" y="178868"/>
                  </a:cubicBezTo>
                  <a:cubicBezTo>
                    <a:pt x="141978" y="180596"/>
                    <a:pt x="142229" y="182334"/>
                    <a:pt x="142419" y="184077"/>
                  </a:cubicBezTo>
                  <a:cubicBezTo>
                    <a:pt x="143156" y="184077"/>
                    <a:pt x="143892" y="184077"/>
                    <a:pt x="144651" y="184077"/>
                  </a:cubicBezTo>
                  <a:cubicBezTo>
                    <a:pt x="144767" y="185159"/>
                    <a:pt x="144767" y="185159"/>
                    <a:pt x="144884" y="186263"/>
                  </a:cubicBezTo>
                  <a:cubicBezTo>
                    <a:pt x="145053" y="187015"/>
                    <a:pt x="145222" y="187767"/>
                    <a:pt x="145396" y="188542"/>
                  </a:cubicBezTo>
                  <a:cubicBezTo>
                    <a:pt x="146132" y="188788"/>
                    <a:pt x="146869" y="189033"/>
                    <a:pt x="147628" y="189286"/>
                  </a:cubicBezTo>
                  <a:cubicBezTo>
                    <a:pt x="147906" y="191018"/>
                    <a:pt x="148155" y="192755"/>
                    <a:pt x="148372" y="194495"/>
                  </a:cubicBezTo>
                  <a:cubicBezTo>
                    <a:pt x="148863" y="194741"/>
                    <a:pt x="149354" y="194987"/>
                    <a:pt x="149860" y="195240"/>
                  </a:cubicBezTo>
                  <a:cubicBezTo>
                    <a:pt x="150357" y="196480"/>
                    <a:pt x="150853" y="197720"/>
                    <a:pt x="151349" y="198960"/>
                  </a:cubicBezTo>
                  <a:cubicBezTo>
                    <a:pt x="151840" y="199206"/>
                    <a:pt x="152331" y="199451"/>
                    <a:pt x="152837" y="199704"/>
                  </a:cubicBezTo>
                  <a:cubicBezTo>
                    <a:pt x="153099" y="201241"/>
                    <a:pt x="153167" y="202753"/>
                    <a:pt x="153253" y="204309"/>
                  </a:cubicBezTo>
                  <a:cubicBezTo>
                    <a:pt x="153361" y="204754"/>
                    <a:pt x="153469" y="205199"/>
                    <a:pt x="153581" y="205657"/>
                  </a:cubicBezTo>
                  <a:cubicBezTo>
                    <a:pt x="154318" y="205903"/>
                    <a:pt x="155055" y="206149"/>
                    <a:pt x="155814" y="206402"/>
                  </a:cubicBezTo>
                  <a:cubicBezTo>
                    <a:pt x="156091" y="207636"/>
                    <a:pt x="156340" y="208876"/>
                    <a:pt x="156558" y="210122"/>
                  </a:cubicBezTo>
                  <a:cubicBezTo>
                    <a:pt x="157049" y="210368"/>
                    <a:pt x="157540" y="210613"/>
                    <a:pt x="158046" y="210866"/>
                  </a:cubicBezTo>
                  <a:cubicBezTo>
                    <a:pt x="158207" y="211948"/>
                    <a:pt x="158207" y="211948"/>
                    <a:pt x="158372" y="213052"/>
                  </a:cubicBezTo>
                  <a:cubicBezTo>
                    <a:pt x="158510" y="213804"/>
                    <a:pt x="158648" y="214556"/>
                    <a:pt x="158790" y="215331"/>
                  </a:cubicBezTo>
                  <a:cubicBezTo>
                    <a:pt x="159527" y="215822"/>
                    <a:pt x="160264" y="216314"/>
                    <a:pt x="161023" y="216820"/>
                  </a:cubicBezTo>
                  <a:cubicBezTo>
                    <a:pt x="161534" y="219517"/>
                    <a:pt x="161534" y="219517"/>
                    <a:pt x="161767" y="222029"/>
                  </a:cubicBezTo>
                  <a:cubicBezTo>
                    <a:pt x="162503" y="222029"/>
                    <a:pt x="163240" y="222029"/>
                    <a:pt x="163999" y="222029"/>
                  </a:cubicBezTo>
                  <a:cubicBezTo>
                    <a:pt x="163999" y="223502"/>
                    <a:pt x="163999" y="224975"/>
                    <a:pt x="163999" y="226493"/>
                  </a:cubicBezTo>
                  <a:cubicBezTo>
                    <a:pt x="164736" y="226493"/>
                    <a:pt x="165473" y="226493"/>
                    <a:pt x="166232" y="226493"/>
                  </a:cubicBezTo>
                  <a:cubicBezTo>
                    <a:pt x="166930" y="228590"/>
                    <a:pt x="167097" y="229990"/>
                    <a:pt x="167115" y="232167"/>
                  </a:cubicBezTo>
                  <a:cubicBezTo>
                    <a:pt x="167126" y="232760"/>
                    <a:pt x="167136" y="233353"/>
                    <a:pt x="167147" y="233964"/>
                  </a:cubicBezTo>
                  <a:cubicBezTo>
                    <a:pt x="167062" y="234686"/>
                    <a:pt x="167062" y="234686"/>
                    <a:pt x="166976" y="235423"/>
                  </a:cubicBezTo>
                  <a:cubicBezTo>
                    <a:pt x="164450" y="236686"/>
                    <a:pt x="161577" y="236273"/>
                    <a:pt x="158799" y="236266"/>
                  </a:cubicBezTo>
                  <a:cubicBezTo>
                    <a:pt x="157799" y="236267"/>
                    <a:pt x="157799" y="236267"/>
                    <a:pt x="156780" y="236268"/>
                  </a:cubicBezTo>
                  <a:cubicBezTo>
                    <a:pt x="155368" y="236269"/>
                    <a:pt x="153956" y="236267"/>
                    <a:pt x="152544" y="236264"/>
                  </a:cubicBezTo>
                  <a:cubicBezTo>
                    <a:pt x="150389" y="236260"/>
                    <a:pt x="148233" y="236264"/>
                    <a:pt x="146077" y="236269"/>
                  </a:cubicBezTo>
                  <a:cubicBezTo>
                    <a:pt x="144706" y="236268"/>
                    <a:pt x="143334" y="236268"/>
                    <a:pt x="141963" y="236266"/>
                  </a:cubicBezTo>
                  <a:cubicBezTo>
                    <a:pt x="141319" y="236268"/>
                    <a:pt x="140676" y="236269"/>
                    <a:pt x="140013" y="236271"/>
                  </a:cubicBezTo>
                  <a:cubicBezTo>
                    <a:pt x="133864" y="236247"/>
                    <a:pt x="133864" y="236247"/>
                    <a:pt x="131257" y="235423"/>
                  </a:cubicBezTo>
                  <a:cubicBezTo>
                    <a:pt x="130809" y="233938"/>
                    <a:pt x="130809" y="233938"/>
                    <a:pt x="130792" y="232121"/>
                  </a:cubicBezTo>
                  <a:cubicBezTo>
                    <a:pt x="130806" y="230341"/>
                    <a:pt x="130806" y="230341"/>
                    <a:pt x="130513" y="228726"/>
                  </a:cubicBezTo>
                  <a:cubicBezTo>
                    <a:pt x="129776" y="228235"/>
                    <a:pt x="129039" y="227744"/>
                    <a:pt x="128280" y="227238"/>
                  </a:cubicBezTo>
                  <a:cubicBezTo>
                    <a:pt x="128008" y="225754"/>
                    <a:pt x="127758" y="224265"/>
                    <a:pt x="127536" y="222773"/>
                  </a:cubicBezTo>
                  <a:cubicBezTo>
                    <a:pt x="127045" y="222527"/>
                    <a:pt x="126554" y="222282"/>
                    <a:pt x="126048" y="222029"/>
                  </a:cubicBezTo>
                  <a:cubicBezTo>
                    <a:pt x="125552" y="220788"/>
                    <a:pt x="125056" y="219548"/>
                    <a:pt x="124560" y="218308"/>
                  </a:cubicBezTo>
                  <a:cubicBezTo>
                    <a:pt x="124069" y="218062"/>
                    <a:pt x="123577" y="217817"/>
                    <a:pt x="123071" y="217564"/>
                  </a:cubicBezTo>
                  <a:cubicBezTo>
                    <a:pt x="122768" y="215836"/>
                    <a:pt x="122517" y="214098"/>
                    <a:pt x="122327" y="212355"/>
                  </a:cubicBezTo>
                  <a:cubicBezTo>
                    <a:pt x="121591" y="212355"/>
                    <a:pt x="120854" y="212355"/>
                    <a:pt x="120095" y="212355"/>
                  </a:cubicBezTo>
                  <a:cubicBezTo>
                    <a:pt x="119957" y="211273"/>
                    <a:pt x="119957" y="211273"/>
                    <a:pt x="119816" y="210169"/>
                  </a:cubicBezTo>
                  <a:cubicBezTo>
                    <a:pt x="119662" y="209417"/>
                    <a:pt x="119509" y="208665"/>
                    <a:pt x="119351" y="207890"/>
                  </a:cubicBezTo>
                  <a:cubicBezTo>
                    <a:pt x="118860" y="207644"/>
                    <a:pt x="118368" y="207399"/>
                    <a:pt x="117862" y="207146"/>
                  </a:cubicBezTo>
                  <a:cubicBezTo>
                    <a:pt x="117421" y="205175"/>
                    <a:pt x="117310" y="203208"/>
                    <a:pt x="117118" y="201193"/>
                  </a:cubicBezTo>
                  <a:cubicBezTo>
                    <a:pt x="116382" y="201193"/>
                    <a:pt x="115645" y="201193"/>
                    <a:pt x="114886" y="201193"/>
                  </a:cubicBezTo>
                  <a:cubicBezTo>
                    <a:pt x="114632" y="199954"/>
                    <a:pt x="114384" y="198713"/>
                    <a:pt x="114142" y="197472"/>
                  </a:cubicBezTo>
                  <a:cubicBezTo>
                    <a:pt x="113405" y="197226"/>
                    <a:pt x="112668" y="196981"/>
                    <a:pt x="111909" y="196728"/>
                  </a:cubicBezTo>
                  <a:cubicBezTo>
                    <a:pt x="111581" y="195379"/>
                    <a:pt x="111581" y="195379"/>
                    <a:pt x="111491" y="193751"/>
                  </a:cubicBezTo>
                  <a:cubicBezTo>
                    <a:pt x="111427" y="192164"/>
                    <a:pt x="111427" y="192164"/>
                    <a:pt x="111165" y="190775"/>
                  </a:cubicBezTo>
                  <a:cubicBezTo>
                    <a:pt x="110674" y="190529"/>
                    <a:pt x="110183" y="190284"/>
                    <a:pt x="109677" y="190031"/>
                  </a:cubicBezTo>
                  <a:cubicBezTo>
                    <a:pt x="109374" y="188303"/>
                    <a:pt x="109123" y="186565"/>
                    <a:pt x="108933" y="184822"/>
                  </a:cubicBezTo>
                  <a:cubicBezTo>
                    <a:pt x="108196" y="184822"/>
                    <a:pt x="107459" y="184822"/>
                    <a:pt x="106700" y="184822"/>
                  </a:cubicBezTo>
                  <a:cubicBezTo>
                    <a:pt x="106440" y="183584"/>
                    <a:pt x="106193" y="182343"/>
                    <a:pt x="105956" y="181101"/>
                  </a:cubicBezTo>
                  <a:cubicBezTo>
                    <a:pt x="105219" y="180610"/>
                    <a:pt x="104483" y="180119"/>
                    <a:pt x="103724" y="179613"/>
                  </a:cubicBezTo>
                  <a:cubicBezTo>
                    <a:pt x="103451" y="178129"/>
                    <a:pt x="103202" y="176640"/>
                    <a:pt x="102980" y="175148"/>
                  </a:cubicBezTo>
                  <a:cubicBezTo>
                    <a:pt x="102488" y="174902"/>
                    <a:pt x="101997" y="174657"/>
                    <a:pt x="101491" y="174404"/>
                  </a:cubicBezTo>
                  <a:cubicBezTo>
                    <a:pt x="101330" y="173506"/>
                    <a:pt x="101330" y="173506"/>
                    <a:pt x="101166" y="172590"/>
                  </a:cubicBezTo>
                  <a:cubicBezTo>
                    <a:pt x="100922" y="170427"/>
                    <a:pt x="100922" y="170427"/>
                    <a:pt x="98515" y="169195"/>
                  </a:cubicBezTo>
                  <a:cubicBezTo>
                    <a:pt x="98014" y="167956"/>
                    <a:pt x="97517" y="166716"/>
                    <a:pt x="97026" y="165474"/>
                  </a:cubicBezTo>
                  <a:cubicBezTo>
                    <a:pt x="96535" y="165474"/>
                    <a:pt x="96044" y="165474"/>
                    <a:pt x="95538" y="165474"/>
                  </a:cubicBezTo>
                  <a:cubicBezTo>
                    <a:pt x="95446" y="164630"/>
                    <a:pt x="95354" y="163786"/>
                    <a:pt x="95259" y="162916"/>
                  </a:cubicBezTo>
                  <a:cubicBezTo>
                    <a:pt x="95029" y="161604"/>
                    <a:pt x="95029" y="161604"/>
                    <a:pt x="94794" y="160265"/>
                  </a:cubicBezTo>
                  <a:cubicBezTo>
                    <a:pt x="94303" y="160019"/>
                    <a:pt x="93812" y="159774"/>
                    <a:pt x="93306" y="159521"/>
                  </a:cubicBezTo>
                  <a:cubicBezTo>
                    <a:pt x="92533" y="158298"/>
                    <a:pt x="91791" y="157056"/>
                    <a:pt x="91073" y="155800"/>
                  </a:cubicBezTo>
                  <a:cubicBezTo>
                    <a:pt x="90582" y="155063"/>
                    <a:pt x="90091" y="154327"/>
                    <a:pt x="89585" y="153568"/>
                  </a:cubicBezTo>
                  <a:cubicBezTo>
                    <a:pt x="89585" y="152831"/>
                    <a:pt x="89585" y="152094"/>
                    <a:pt x="89585" y="151335"/>
                  </a:cubicBezTo>
                  <a:cubicBezTo>
                    <a:pt x="88848" y="151090"/>
                    <a:pt x="88112" y="150844"/>
                    <a:pt x="87353" y="150591"/>
                  </a:cubicBezTo>
                  <a:cubicBezTo>
                    <a:pt x="87353" y="149609"/>
                    <a:pt x="87353" y="148627"/>
                    <a:pt x="87353" y="147615"/>
                  </a:cubicBezTo>
                  <a:cubicBezTo>
                    <a:pt x="85975" y="147185"/>
                    <a:pt x="85975" y="147185"/>
                    <a:pt x="84376" y="146870"/>
                  </a:cubicBezTo>
                  <a:cubicBezTo>
                    <a:pt x="83109" y="145711"/>
                    <a:pt x="83109" y="145711"/>
                    <a:pt x="81958" y="144312"/>
                  </a:cubicBezTo>
                  <a:cubicBezTo>
                    <a:pt x="81376" y="143623"/>
                    <a:pt x="81376" y="143623"/>
                    <a:pt x="80783" y="142920"/>
                  </a:cubicBezTo>
                  <a:cubicBezTo>
                    <a:pt x="79911" y="141661"/>
                    <a:pt x="79911" y="141661"/>
                    <a:pt x="79911" y="140173"/>
                  </a:cubicBezTo>
                  <a:cubicBezTo>
                    <a:pt x="78438" y="140173"/>
                    <a:pt x="76964" y="140173"/>
                    <a:pt x="75446" y="140173"/>
                  </a:cubicBezTo>
                  <a:cubicBezTo>
                    <a:pt x="75446" y="139191"/>
                    <a:pt x="75446" y="138209"/>
                    <a:pt x="75446" y="137197"/>
                  </a:cubicBezTo>
                  <a:cubicBezTo>
                    <a:pt x="74864" y="137169"/>
                    <a:pt x="74282" y="137141"/>
                    <a:pt x="73682" y="137112"/>
                  </a:cubicBezTo>
                  <a:cubicBezTo>
                    <a:pt x="72552" y="137039"/>
                    <a:pt x="72552" y="137039"/>
                    <a:pt x="71400" y="136964"/>
                  </a:cubicBezTo>
                  <a:cubicBezTo>
                    <a:pt x="70649" y="136921"/>
                    <a:pt x="69898" y="136878"/>
                    <a:pt x="69124" y="136833"/>
                  </a:cubicBezTo>
                  <a:cubicBezTo>
                    <a:pt x="68509" y="136708"/>
                    <a:pt x="67894" y="136582"/>
                    <a:pt x="67261" y="136452"/>
                  </a:cubicBezTo>
                  <a:cubicBezTo>
                    <a:pt x="67015" y="135716"/>
                    <a:pt x="66770" y="134979"/>
                    <a:pt x="66517" y="134220"/>
                  </a:cubicBezTo>
                  <a:cubicBezTo>
                    <a:pt x="64943" y="133862"/>
                    <a:pt x="64943" y="133862"/>
                    <a:pt x="63017" y="133898"/>
                  </a:cubicBezTo>
                  <a:cubicBezTo>
                    <a:pt x="61899" y="133876"/>
                    <a:pt x="61899" y="133876"/>
                    <a:pt x="60760" y="133854"/>
                  </a:cubicBezTo>
                  <a:cubicBezTo>
                    <a:pt x="59950" y="133849"/>
                    <a:pt x="59140" y="133844"/>
                    <a:pt x="58305" y="133839"/>
                  </a:cubicBezTo>
                  <a:cubicBezTo>
                    <a:pt x="57480" y="133826"/>
                    <a:pt x="56655" y="133812"/>
                    <a:pt x="55806" y="133799"/>
                  </a:cubicBezTo>
                  <a:cubicBezTo>
                    <a:pt x="53159" y="133758"/>
                    <a:pt x="50513" y="133733"/>
                    <a:pt x="47867" y="133708"/>
                  </a:cubicBezTo>
                  <a:cubicBezTo>
                    <a:pt x="46078" y="133684"/>
                    <a:pt x="44288" y="133658"/>
                    <a:pt x="42499" y="133631"/>
                  </a:cubicBezTo>
                  <a:cubicBezTo>
                    <a:pt x="38103" y="133568"/>
                    <a:pt x="33706" y="133517"/>
                    <a:pt x="29310" y="133476"/>
                  </a:cubicBezTo>
                  <a:cubicBezTo>
                    <a:pt x="29555" y="134213"/>
                    <a:pt x="29801" y="134949"/>
                    <a:pt x="30054" y="135708"/>
                  </a:cubicBezTo>
                  <a:cubicBezTo>
                    <a:pt x="30127" y="137056"/>
                    <a:pt x="30157" y="138407"/>
                    <a:pt x="30163" y="139757"/>
                  </a:cubicBezTo>
                  <a:cubicBezTo>
                    <a:pt x="30169" y="140598"/>
                    <a:pt x="30174" y="141439"/>
                    <a:pt x="30179" y="142306"/>
                  </a:cubicBezTo>
                  <a:cubicBezTo>
                    <a:pt x="30181" y="143229"/>
                    <a:pt x="30183" y="144152"/>
                    <a:pt x="30186" y="145103"/>
                  </a:cubicBezTo>
                  <a:cubicBezTo>
                    <a:pt x="30193" y="146561"/>
                    <a:pt x="30193" y="146561"/>
                    <a:pt x="30200" y="148048"/>
                  </a:cubicBezTo>
                  <a:cubicBezTo>
                    <a:pt x="30213" y="150714"/>
                    <a:pt x="30221" y="153380"/>
                    <a:pt x="30227" y="156045"/>
                  </a:cubicBezTo>
                  <a:cubicBezTo>
                    <a:pt x="30231" y="157709"/>
                    <a:pt x="30236" y="159373"/>
                    <a:pt x="30240" y="161037"/>
                  </a:cubicBezTo>
                  <a:cubicBezTo>
                    <a:pt x="30254" y="166240"/>
                    <a:pt x="30265" y="171442"/>
                    <a:pt x="30271" y="176644"/>
                  </a:cubicBezTo>
                  <a:cubicBezTo>
                    <a:pt x="30279" y="182657"/>
                    <a:pt x="30298" y="188671"/>
                    <a:pt x="30328" y="194684"/>
                  </a:cubicBezTo>
                  <a:cubicBezTo>
                    <a:pt x="30351" y="199329"/>
                    <a:pt x="30362" y="203973"/>
                    <a:pt x="30364" y="208617"/>
                  </a:cubicBezTo>
                  <a:cubicBezTo>
                    <a:pt x="30366" y="211394"/>
                    <a:pt x="30373" y="214170"/>
                    <a:pt x="30391" y="216946"/>
                  </a:cubicBezTo>
                  <a:cubicBezTo>
                    <a:pt x="30412" y="220038"/>
                    <a:pt x="30409" y="223129"/>
                    <a:pt x="30404" y="226221"/>
                  </a:cubicBezTo>
                  <a:cubicBezTo>
                    <a:pt x="30413" y="227147"/>
                    <a:pt x="30423" y="228073"/>
                    <a:pt x="30432" y="229027"/>
                  </a:cubicBezTo>
                  <a:cubicBezTo>
                    <a:pt x="30427" y="229864"/>
                    <a:pt x="30422" y="230701"/>
                    <a:pt x="30417" y="231563"/>
                  </a:cubicBezTo>
                  <a:cubicBezTo>
                    <a:pt x="30419" y="232295"/>
                    <a:pt x="30420" y="233027"/>
                    <a:pt x="30422" y="233780"/>
                  </a:cubicBezTo>
                  <a:cubicBezTo>
                    <a:pt x="30240" y="234594"/>
                    <a:pt x="30240" y="234594"/>
                    <a:pt x="30054" y="235423"/>
                  </a:cubicBezTo>
                  <a:cubicBezTo>
                    <a:pt x="27410" y="236611"/>
                    <a:pt x="24354" y="236274"/>
                    <a:pt x="21493" y="236266"/>
                  </a:cubicBezTo>
                  <a:cubicBezTo>
                    <a:pt x="20690" y="236267"/>
                    <a:pt x="20690" y="236267"/>
                    <a:pt x="19870" y="236268"/>
                  </a:cubicBezTo>
                  <a:cubicBezTo>
                    <a:pt x="18741" y="236269"/>
                    <a:pt x="17613" y="236267"/>
                    <a:pt x="16484" y="236264"/>
                  </a:cubicBezTo>
                  <a:cubicBezTo>
                    <a:pt x="14756" y="236260"/>
                    <a:pt x="13028" y="236264"/>
                    <a:pt x="11301" y="236269"/>
                  </a:cubicBezTo>
                  <a:cubicBezTo>
                    <a:pt x="10202" y="236268"/>
                    <a:pt x="9104" y="236268"/>
                    <a:pt x="8006" y="236266"/>
                  </a:cubicBezTo>
                  <a:cubicBezTo>
                    <a:pt x="7489" y="236268"/>
                    <a:pt x="6973" y="236269"/>
                    <a:pt x="6441" y="236271"/>
                  </a:cubicBezTo>
                  <a:cubicBezTo>
                    <a:pt x="4181" y="236260"/>
                    <a:pt x="2450" y="236144"/>
                    <a:pt x="288" y="235423"/>
                  </a:cubicBezTo>
                  <a:cubicBezTo>
                    <a:pt x="11" y="233823"/>
                    <a:pt x="11" y="233823"/>
                    <a:pt x="13" y="231659"/>
                  </a:cubicBezTo>
                  <a:cubicBezTo>
                    <a:pt x="9" y="230839"/>
                    <a:pt x="5" y="230018"/>
                    <a:pt x="0" y="229172"/>
                  </a:cubicBezTo>
                  <a:cubicBezTo>
                    <a:pt x="7" y="228260"/>
                    <a:pt x="13" y="227347"/>
                    <a:pt x="20" y="226406"/>
                  </a:cubicBezTo>
                  <a:cubicBezTo>
                    <a:pt x="18" y="225446"/>
                    <a:pt x="16" y="224485"/>
                    <a:pt x="14" y="223495"/>
                  </a:cubicBezTo>
                  <a:cubicBezTo>
                    <a:pt x="9" y="220815"/>
                    <a:pt x="18" y="218136"/>
                    <a:pt x="29" y="215457"/>
                  </a:cubicBezTo>
                  <a:cubicBezTo>
                    <a:pt x="39" y="212572"/>
                    <a:pt x="35" y="209687"/>
                    <a:pt x="34" y="206802"/>
                  </a:cubicBezTo>
                  <a:cubicBezTo>
                    <a:pt x="33" y="201800"/>
                    <a:pt x="40" y="196798"/>
                    <a:pt x="52" y="191796"/>
                  </a:cubicBezTo>
                  <a:cubicBezTo>
                    <a:pt x="70" y="184564"/>
                    <a:pt x="76" y="177331"/>
                    <a:pt x="79" y="170099"/>
                  </a:cubicBezTo>
                  <a:cubicBezTo>
                    <a:pt x="84" y="158366"/>
                    <a:pt x="99" y="146633"/>
                    <a:pt x="120" y="134901"/>
                  </a:cubicBezTo>
                  <a:cubicBezTo>
                    <a:pt x="140" y="123500"/>
                    <a:pt x="156" y="112100"/>
                    <a:pt x="166" y="100700"/>
                  </a:cubicBezTo>
                  <a:cubicBezTo>
                    <a:pt x="166" y="99998"/>
                    <a:pt x="167" y="99296"/>
                    <a:pt x="167" y="98572"/>
                  </a:cubicBezTo>
                  <a:cubicBezTo>
                    <a:pt x="170" y="95050"/>
                    <a:pt x="173" y="91527"/>
                    <a:pt x="176" y="88005"/>
                  </a:cubicBezTo>
                  <a:cubicBezTo>
                    <a:pt x="199" y="58761"/>
                    <a:pt x="238" y="29518"/>
                    <a:pt x="288" y="275"/>
                  </a:cubicBezTo>
                  <a:cubicBezTo>
                    <a:pt x="15023" y="223"/>
                    <a:pt x="29758" y="183"/>
                    <a:pt x="44493" y="159"/>
                  </a:cubicBezTo>
                  <a:cubicBezTo>
                    <a:pt x="51334" y="148"/>
                    <a:pt x="58175" y="132"/>
                    <a:pt x="65016" y="106"/>
                  </a:cubicBezTo>
                  <a:cubicBezTo>
                    <a:pt x="70976" y="84"/>
                    <a:pt x="76937" y="70"/>
                    <a:pt x="82897" y="65"/>
                  </a:cubicBezTo>
                  <a:cubicBezTo>
                    <a:pt x="86055" y="62"/>
                    <a:pt x="89213" y="55"/>
                    <a:pt x="92371" y="39"/>
                  </a:cubicBezTo>
                  <a:cubicBezTo>
                    <a:pt x="95340" y="24"/>
                    <a:pt x="98309" y="19"/>
                    <a:pt x="101278" y="22"/>
                  </a:cubicBezTo>
                  <a:cubicBezTo>
                    <a:pt x="102371" y="22"/>
                    <a:pt x="103464" y="17"/>
                    <a:pt x="104557" y="9"/>
                  </a:cubicBezTo>
                  <a:cubicBezTo>
                    <a:pt x="106043" y="-2"/>
                    <a:pt x="107528" y="1"/>
                    <a:pt x="109014" y="6"/>
                  </a:cubicBezTo>
                  <a:cubicBezTo>
                    <a:pt x="110264" y="3"/>
                    <a:pt x="110264" y="3"/>
                    <a:pt x="111540" y="0"/>
                  </a:cubicBezTo>
                  <a:close/>
                </a:path>
              </a:pathLst>
            </a:custGeom>
            <a:grpFill/>
            <a:ln w="744" cap="flat">
              <a:noFill/>
              <a:prstDash val="solid"/>
              <a:miter/>
            </a:ln>
          </p:spPr>
          <p:txBody>
            <a:bodyPr rtlCol="0" anchor="ctr"/>
            <a:lstStyle/>
            <a:p>
              <a:endParaRPr lang="zh-CN" altLang="en-US"/>
            </a:p>
          </p:txBody>
        </p:sp>
        <p:sp>
          <p:nvSpPr>
            <p:cNvPr id="119" name="任意多边形: 形状 118"/>
            <p:cNvSpPr/>
            <p:nvPr/>
          </p:nvSpPr>
          <p:spPr>
            <a:xfrm>
              <a:off x="8241272" y="1392846"/>
              <a:ext cx="181213" cy="236109"/>
            </a:xfrm>
            <a:custGeom>
              <a:avLst/>
              <a:gdLst>
                <a:gd name="connsiteX0" fmla="*/ 11726 w 181213"/>
                <a:gd name="connsiteY0" fmla="*/ 1593 h 236109"/>
                <a:gd name="connsiteX1" fmla="*/ 52654 w 181213"/>
                <a:gd name="connsiteY1" fmla="*/ 1593 h 236109"/>
                <a:gd name="connsiteX2" fmla="*/ 53398 w 181213"/>
                <a:gd name="connsiteY2" fmla="*/ 7547 h 236109"/>
                <a:gd name="connsiteX3" fmla="*/ 55630 w 181213"/>
                <a:gd name="connsiteY3" fmla="*/ 8291 h 236109"/>
                <a:gd name="connsiteX4" fmla="*/ 55418 w 181213"/>
                <a:gd name="connsiteY4" fmla="*/ 16383 h 236109"/>
                <a:gd name="connsiteX5" fmla="*/ 55630 w 181213"/>
                <a:gd name="connsiteY5" fmla="*/ 18709 h 236109"/>
                <a:gd name="connsiteX6" fmla="*/ 58607 w 181213"/>
                <a:gd name="connsiteY6" fmla="*/ 19453 h 236109"/>
                <a:gd name="connsiteX7" fmla="*/ 58793 w 181213"/>
                <a:gd name="connsiteY7" fmla="*/ 24336 h 236109"/>
                <a:gd name="connsiteX8" fmla="*/ 58712 w 181213"/>
                <a:gd name="connsiteY8" fmla="*/ 27037 h 236109"/>
                <a:gd name="connsiteX9" fmla="*/ 58607 w 181213"/>
                <a:gd name="connsiteY9" fmla="*/ 29127 h 236109"/>
                <a:gd name="connsiteX10" fmla="*/ 60839 w 181213"/>
                <a:gd name="connsiteY10" fmla="*/ 29127 h 236109"/>
                <a:gd name="connsiteX11" fmla="*/ 61584 w 181213"/>
                <a:gd name="connsiteY11" fmla="*/ 39545 h 236109"/>
                <a:gd name="connsiteX12" fmla="*/ 63816 w 181213"/>
                <a:gd name="connsiteY12" fmla="*/ 39545 h 236109"/>
                <a:gd name="connsiteX13" fmla="*/ 63900 w 181213"/>
                <a:gd name="connsiteY13" fmla="*/ 41635 h 236109"/>
                <a:gd name="connsiteX14" fmla="*/ 64048 w 181213"/>
                <a:gd name="connsiteY14" fmla="*/ 44335 h 236109"/>
                <a:gd name="connsiteX15" fmla="*/ 64179 w 181213"/>
                <a:gd name="connsiteY15" fmla="*/ 47030 h 236109"/>
                <a:gd name="connsiteX16" fmla="*/ 64560 w 181213"/>
                <a:gd name="connsiteY16" fmla="*/ 49218 h 236109"/>
                <a:gd name="connsiteX17" fmla="*/ 66793 w 181213"/>
                <a:gd name="connsiteY17" fmla="*/ 49963 h 236109"/>
                <a:gd name="connsiteX18" fmla="*/ 67304 w 181213"/>
                <a:gd name="connsiteY18" fmla="*/ 54846 h 236109"/>
                <a:gd name="connsiteX19" fmla="*/ 67452 w 181213"/>
                <a:gd name="connsiteY19" fmla="*/ 57546 h 236109"/>
                <a:gd name="connsiteX20" fmla="*/ 67537 w 181213"/>
                <a:gd name="connsiteY20" fmla="*/ 59636 h 236109"/>
                <a:gd name="connsiteX21" fmla="*/ 69025 w 181213"/>
                <a:gd name="connsiteY21" fmla="*/ 59636 h 236109"/>
                <a:gd name="connsiteX22" fmla="*/ 69769 w 181213"/>
                <a:gd name="connsiteY22" fmla="*/ 70054 h 236109"/>
                <a:gd name="connsiteX23" fmla="*/ 72002 w 181213"/>
                <a:gd name="connsiteY23" fmla="*/ 70054 h 236109"/>
                <a:gd name="connsiteX24" fmla="*/ 72746 w 181213"/>
                <a:gd name="connsiteY24" fmla="*/ 79728 h 236109"/>
                <a:gd name="connsiteX25" fmla="*/ 74978 w 181213"/>
                <a:gd name="connsiteY25" fmla="*/ 79728 h 236109"/>
                <a:gd name="connsiteX26" fmla="*/ 75089 w 181213"/>
                <a:gd name="connsiteY26" fmla="*/ 81818 h 236109"/>
                <a:gd name="connsiteX27" fmla="*/ 75257 w 181213"/>
                <a:gd name="connsiteY27" fmla="*/ 84519 h 236109"/>
                <a:gd name="connsiteX28" fmla="*/ 75414 w 181213"/>
                <a:gd name="connsiteY28" fmla="*/ 87213 h 236109"/>
                <a:gd name="connsiteX29" fmla="*/ 75722 w 181213"/>
                <a:gd name="connsiteY29" fmla="*/ 89402 h 236109"/>
                <a:gd name="connsiteX30" fmla="*/ 77210 w 181213"/>
                <a:gd name="connsiteY30" fmla="*/ 90146 h 236109"/>
                <a:gd name="connsiteX31" fmla="*/ 77583 w 181213"/>
                <a:gd name="connsiteY31" fmla="*/ 94192 h 236109"/>
                <a:gd name="connsiteX32" fmla="*/ 79443 w 181213"/>
                <a:gd name="connsiteY32" fmla="*/ 99820 h 236109"/>
                <a:gd name="connsiteX33" fmla="*/ 80187 w 181213"/>
                <a:gd name="connsiteY33" fmla="*/ 99820 h 236109"/>
                <a:gd name="connsiteX34" fmla="*/ 80271 w 181213"/>
                <a:gd name="connsiteY34" fmla="*/ 101910 h 236109"/>
                <a:gd name="connsiteX35" fmla="*/ 80420 w 181213"/>
                <a:gd name="connsiteY35" fmla="*/ 104610 h 236109"/>
                <a:gd name="connsiteX36" fmla="*/ 80550 w 181213"/>
                <a:gd name="connsiteY36" fmla="*/ 107305 h 236109"/>
                <a:gd name="connsiteX37" fmla="*/ 80931 w 181213"/>
                <a:gd name="connsiteY37" fmla="*/ 109494 h 236109"/>
                <a:gd name="connsiteX38" fmla="*/ 83164 w 181213"/>
                <a:gd name="connsiteY38" fmla="*/ 110238 h 236109"/>
                <a:gd name="connsiteX39" fmla="*/ 83582 w 181213"/>
                <a:gd name="connsiteY39" fmla="*/ 115075 h 236109"/>
                <a:gd name="connsiteX40" fmla="*/ 83908 w 181213"/>
                <a:gd name="connsiteY40" fmla="*/ 119912 h 236109"/>
                <a:gd name="connsiteX41" fmla="*/ 85396 w 181213"/>
                <a:gd name="connsiteY41" fmla="*/ 120656 h 236109"/>
                <a:gd name="connsiteX42" fmla="*/ 85768 w 181213"/>
                <a:gd name="connsiteY42" fmla="*/ 124702 h 236109"/>
                <a:gd name="connsiteX43" fmla="*/ 87628 w 181213"/>
                <a:gd name="connsiteY43" fmla="*/ 130330 h 236109"/>
                <a:gd name="connsiteX44" fmla="*/ 88373 w 181213"/>
                <a:gd name="connsiteY44" fmla="*/ 130330 h 236109"/>
                <a:gd name="connsiteX45" fmla="*/ 88457 w 181213"/>
                <a:gd name="connsiteY45" fmla="*/ 132420 h 236109"/>
                <a:gd name="connsiteX46" fmla="*/ 88605 w 181213"/>
                <a:gd name="connsiteY46" fmla="*/ 135120 h 236109"/>
                <a:gd name="connsiteX47" fmla="*/ 88736 w 181213"/>
                <a:gd name="connsiteY47" fmla="*/ 137815 h 236109"/>
                <a:gd name="connsiteX48" fmla="*/ 89117 w 181213"/>
                <a:gd name="connsiteY48" fmla="*/ 140004 h 236109"/>
                <a:gd name="connsiteX49" fmla="*/ 91349 w 181213"/>
                <a:gd name="connsiteY49" fmla="*/ 140748 h 236109"/>
                <a:gd name="connsiteX50" fmla="*/ 91768 w 181213"/>
                <a:gd name="connsiteY50" fmla="*/ 145585 h 236109"/>
                <a:gd name="connsiteX51" fmla="*/ 92093 w 181213"/>
                <a:gd name="connsiteY51" fmla="*/ 150422 h 236109"/>
                <a:gd name="connsiteX52" fmla="*/ 93582 w 181213"/>
                <a:gd name="connsiteY52" fmla="*/ 151166 h 236109"/>
                <a:gd name="connsiteX53" fmla="*/ 94047 w 181213"/>
                <a:gd name="connsiteY53" fmla="*/ 156421 h 236109"/>
                <a:gd name="connsiteX54" fmla="*/ 94215 w 181213"/>
                <a:gd name="connsiteY54" fmla="*/ 159331 h 236109"/>
                <a:gd name="connsiteX55" fmla="*/ 94326 w 181213"/>
                <a:gd name="connsiteY55" fmla="*/ 161584 h 236109"/>
                <a:gd name="connsiteX56" fmla="*/ 96558 w 181213"/>
                <a:gd name="connsiteY56" fmla="*/ 161584 h 236109"/>
                <a:gd name="connsiteX57" fmla="*/ 97302 w 181213"/>
                <a:gd name="connsiteY57" fmla="*/ 172002 h 236109"/>
                <a:gd name="connsiteX58" fmla="*/ 99535 w 181213"/>
                <a:gd name="connsiteY58" fmla="*/ 172002 h 236109"/>
                <a:gd name="connsiteX59" fmla="*/ 99645 w 181213"/>
                <a:gd name="connsiteY59" fmla="*/ 174092 h 236109"/>
                <a:gd name="connsiteX60" fmla="*/ 99814 w 181213"/>
                <a:gd name="connsiteY60" fmla="*/ 176792 h 236109"/>
                <a:gd name="connsiteX61" fmla="*/ 99971 w 181213"/>
                <a:gd name="connsiteY61" fmla="*/ 179487 h 236109"/>
                <a:gd name="connsiteX62" fmla="*/ 100279 w 181213"/>
                <a:gd name="connsiteY62" fmla="*/ 181675 h 236109"/>
                <a:gd name="connsiteX63" fmla="*/ 101767 w 181213"/>
                <a:gd name="connsiteY63" fmla="*/ 182420 h 236109"/>
                <a:gd name="connsiteX64" fmla="*/ 102186 w 181213"/>
                <a:gd name="connsiteY64" fmla="*/ 186884 h 236109"/>
                <a:gd name="connsiteX65" fmla="*/ 103255 w 181213"/>
                <a:gd name="connsiteY65" fmla="*/ 192093 h 236109"/>
                <a:gd name="connsiteX66" fmla="*/ 104418 w 181213"/>
                <a:gd name="connsiteY66" fmla="*/ 185675 h 236109"/>
                <a:gd name="connsiteX67" fmla="*/ 104607 w 181213"/>
                <a:gd name="connsiteY67" fmla="*/ 182995 h 236109"/>
                <a:gd name="connsiteX68" fmla="*/ 104744 w 181213"/>
                <a:gd name="connsiteY68" fmla="*/ 180931 h 236109"/>
                <a:gd name="connsiteX69" fmla="*/ 106976 w 181213"/>
                <a:gd name="connsiteY69" fmla="*/ 180931 h 236109"/>
                <a:gd name="connsiteX70" fmla="*/ 107087 w 181213"/>
                <a:gd name="connsiteY70" fmla="*/ 178841 h 236109"/>
                <a:gd name="connsiteX71" fmla="*/ 107255 w 181213"/>
                <a:gd name="connsiteY71" fmla="*/ 176141 h 236109"/>
                <a:gd name="connsiteX72" fmla="*/ 107412 w 181213"/>
                <a:gd name="connsiteY72" fmla="*/ 173446 h 236109"/>
                <a:gd name="connsiteX73" fmla="*/ 107720 w 181213"/>
                <a:gd name="connsiteY73" fmla="*/ 171258 h 236109"/>
                <a:gd name="connsiteX74" fmla="*/ 109209 w 181213"/>
                <a:gd name="connsiteY74" fmla="*/ 170513 h 236109"/>
                <a:gd name="connsiteX75" fmla="*/ 109860 w 181213"/>
                <a:gd name="connsiteY75" fmla="*/ 164049 h 236109"/>
                <a:gd name="connsiteX76" fmla="*/ 109953 w 181213"/>
                <a:gd name="connsiteY76" fmla="*/ 161584 h 236109"/>
                <a:gd name="connsiteX77" fmla="*/ 112185 w 181213"/>
                <a:gd name="connsiteY77" fmla="*/ 160095 h 236109"/>
                <a:gd name="connsiteX78" fmla="*/ 112697 w 181213"/>
                <a:gd name="connsiteY78" fmla="*/ 155165 h 236109"/>
                <a:gd name="connsiteX79" fmla="*/ 112845 w 181213"/>
                <a:gd name="connsiteY79" fmla="*/ 152485 h 236109"/>
                <a:gd name="connsiteX80" fmla="*/ 112929 w 181213"/>
                <a:gd name="connsiteY80" fmla="*/ 150422 h 236109"/>
                <a:gd name="connsiteX81" fmla="*/ 115162 w 181213"/>
                <a:gd name="connsiteY81" fmla="*/ 150422 h 236109"/>
                <a:gd name="connsiteX82" fmla="*/ 115906 w 181213"/>
                <a:gd name="connsiteY82" fmla="*/ 140004 h 236109"/>
                <a:gd name="connsiteX83" fmla="*/ 118138 w 181213"/>
                <a:gd name="connsiteY83" fmla="*/ 140004 h 236109"/>
                <a:gd name="connsiteX84" fmla="*/ 118060 w 181213"/>
                <a:gd name="connsiteY84" fmla="*/ 138129 h 236109"/>
                <a:gd name="connsiteX85" fmla="*/ 117999 w 181213"/>
                <a:gd name="connsiteY85" fmla="*/ 135678 h 236109"/>
                <a:gd name="connsiteX86" fmla="*/ 117920 w 181213"/>
                <a:gd name="connsiteY86" fmla="*/ 133245 h 236109"/>
                <a:gd name="connsiteX87" fmla="*/ 120371 w 181213"/>
                <a:gd name="connsiteY87" fmla="*/ 128842 h 236109"/>
                <a:gd name="connsiteX88" fmla="*/ 120882 w 181213"/>
                <a:gd name="connsiteY88" fmla="*/ 124237 h 236109"/>
                <a:gd name="connsiteX89" fmla="*/ 121030 w 181213"/>
                <a:gd name="connsiteY89" fmla="*/ 121787 h 236109"/>
                <a:gd name="connsiteX90" fmla="*/ 121115 w 181213"/>
                <a:gd name="connsiteY90" fmla="*/ 119912 h 236109"/>
                <a:gd name="connsiteX91" fmla="*/ 123347 w 181213"/>
                <a:gd name="connsiteY91" fmla="*/ 120656 h 236109"/>
                <a:gd name="connsiteX92" fmla="*/ 123458 w 181213"/>
                <a:gd name="connsiteY92" fmla="*/ 118403 h 236109"/>
                <a:gd name="connsiteX93" fmla="*/ 123626 w 181213"/>
                <a:gd name="connsiteY93" fmla="*/ 115493 h 236109"/>
                <a:gd name="connsiteX94" fmla="*/ 123783 w 181213"/>
                <a:gd name="connsiteY94" fmla="*/ 112590 h 236109"/>
                <a:gd name="connsiteX95" fmla="*/ 124091 w 181213"/>
                <a:gd name="connsiteY95" fmla="*/ 110238 h 236109"/>
                <a:gd name="connsiteX96" fmla="*/ 125580 w 181213"/>
                <a:gd name="connsiteY96" fmla="*/ 109494 h 236109"/>
                <a:gd name="connsiteX97" fmla="*/ 126649 w 181213"/>
                <a:gd name="connsiteY97" fmla="*/ 102192 h 236109"/>
                <a:gd name="connsiteX98" fmla="*/ 127068 w 181213"/>
                <a:gd name="connsiteY98" fmla="*/ 99820 h 236109"/>
                <a:gd name="connsiteX99" fmla="*/ 128556 w 181213"/>
                <a:gd name="connsiteY99" fmla="*/ 99076 h 236109"/>
                <a:gd name="connsiteX100" fmla="*/ 129021 w 181213"/>
                <a:gd name="connsiteY100" fmla="*/ 94937 h 236109"/>
                <a:gd name="connsiteX101" fmla="*/ 129190 w 181213"/>
                <a:gd name="connsiteY101" fmla="*/ 92655 h 236109"/>
                <a:gd name="connsiteX102" fmla="*/ 129300 w 181213"/>
                <a:gd name="connsiteY102" fmla="*/ 90890 h 236109"/>
                <a:gd name="connsiteX103" fmla="*/ 131533 w 181213"/>
                <a:gd name="connsiteY103" fmla="*/ 90890 h 236109"/>
                <a:gd name="connsiteX104" fmla="*/ 132277 w 181213"/>
                <a:gd name="connsiteY104" fmla="*/ 80472 h 236109"/>
                <a:gd name="connsiteX105" fmla="*/ 134509 w 181213"/>
                <a:gd name="connsiteY105" fmla="*/ 80472 h 236109"/>
                <a:gd name="connsiteX106" fmla="*/ 134431 w 181213"/>
                <a:gd name="connsiteY106" fmla="*/ 78597 h 236109"/>
                <a:gd name="connsiteX107" fmla="*/ 134370 w 181213"/>
                <a:gd name="connsiteY107" fmla="*/ 76147 h 236109"/>
                <a:gd name="connsiteX108" fmla="*/ 134291 w 181213"/>
                <a:gd name="connsiteY108" fmla="*/ 73714 h 236109"/>
                <a:gd name="connsiteX109" fmla="*/ 135611 w 181213"/>
                <a:gd name="connsiteY109" fmla="*/ 70447 h 236109"/>
                <a:gd name="connsiteX110" fmla="*/ 137184 w 181213"/>
                <a:gd name="connsiteY110" fmla="*/ 61747 h 236109"/>
                <a:gd name="connsiteX111" fmla="*/ 137486 w 181213"/>
                <a:gd name="connsiteY111" fmla="*/ 59636 h 236109"/>
                <a:gd name="connsiteX112" fmla="*/ 139718 w 181213"/>
                <a:gd name="connsiteY112" fmla="*/ 58892 h 236109"/>
                <a:gd name="connsiteX113" fmla="*/ 140137 w 181213"/>
                <a:gd name="connsiteY113" fmla="*/ 54427 h 236109"/>
                <a:gd name="connsiteX114" fmla="*/ 140462 w 181213"/>
                <a:gd name="connsiteY114" fmla="*/ 49963 h 236109"/>
                <a:gd name="connsiteX115" fmla="*/ 141951 w 181213"/>
                <a:gd name="connsiteY115" fmla="*/ 49218 h 236109"/>
                <a:gd name="connsiteX116" fmla="*/ 142695 w 181213"/>
                <a:gd name="connsiteY116" fmla="*/ 44382 h 236109"/>
                <a:gd name="connsiteX117" fmla="*/ 143439 w 181213"/>
                <a:gd name="connsiteY117" fmla="*/ 39545 h 236109"/>
                <a:gd name="connsiteX118" fmla="*/ 144927 w 181213"/>
                <a:gd name="connsiteY118" fmla="*/ 38801 h 236109"/>
                <a:gd name="connsiteX119" fmla="*/ 145392 w 181213"/>
                <a:gd name="connsiteY119" fmla="*/ 33917 h 236109"/>
                <a:gd name="connsiteX120" fmla="*/ 145561 w 181213"/>
                <a:gd name="connsiteY120" fmla="*/ 31217 h 236109"/>
                <a:gd name="connsiteX121" fmla="*/ 145671 w 181213"/>
                <a:gd name="connsiteY121" fmla="*/ 29127 h 236109"/>
                <a:gd name="connsiteX122" fmla="*/ 147160 w 181213"/>
                <a:gd name="connsiteY122" fmla="*/ 29127 h 236109"/>
                <a:gd name="connsiteX123" fmla="*/ 148293 w 181213"/>
                <a:gd name="connsiteY123" fmla="*/ 21264 h 236109"/>
                <a:gd name="connsiteX124" fmla="*/ 148648 w 181213"/>
                <a:gd name="connsiteY124" fmla="*/ 19453 h 236109"/>
                <a:gd name="connsiteX125" fmla="*/ 150880 w 181213"/>
                <a:gd name="connsiteY125" fmla="*/ 18709 h 236109"/>
                <a:gd name="connsiteX126" fmla="*/ 151299 w 181213"/>
                <a:gd name="connsiteY126" fmla="*/ 14244 h 236109"/>
                <a:gd name="connsiteX127" fmla="*/ 151625 w 181213"/>
                <a:gd name="connsiteY127" fmla="*/ 9779 h 236109"/>
                <a:gd name="connsiteX128" fmla="*/ 153113 w 181213"/>
                <a:gd name="connsiteY128" fmla="*/ 9035 h 236109"/>
                <a:gd name="connsiteX129" fmla="*/ 153578 w 181213"/>
                <a:gd name="connsiteY129" fmla="*/ 5268 h 236109"/>
                <a:gd name="connsiteX130" fmla="*/ 153747 w 181213"/>
                <a:gd name="connsiteY130" fmla="*/ 3195 h 236109"/>
                <a:gd name="connsiteX131" fmla="*/ 153857 w 181213"/>
                <a:gd name="connsiteY131" fmla="*/ 1593 h 236109"/>
                <a:gd name="connsiteX132" fmla="*/ 170031 w 181213"/>
                <a:gd name="connsiteY132" fmla="*/ 1553 h 236109"/>
                <a:gd name="connsiteX133" fmla="*/ 175538 w 181213"/>
                <a:gd name="connsiteY133" fmla="*/ 1537 h 236109"/>
                <a:gd name="connsiteX134" fmla="*/ 183434 w 181213"/>
                <a:gd name="connsiteY134" fmla="*/ 1521 h 236109"/>
                <a:gd name="connsiteX135" fmla="*/ 185938 w 181213"/>
                <a:gd name="connsiteY135" fmla="*/ 1509 h 236109"/>
                <a:gd name="connsiteX136" fmla="*/ 188240 w 181213"/>
                <a:gd name="connsiteY136" fmla="*/ 1509 h 236109"/>
                <a:gd name="connsiteX137" fmla="*/ 190278 w 181213"/>
                <a:gd name="connsiteY137" fmla="*/ 1504 h 236109"/>
                <a:gd name="connsiteX138" fmla="*/ 192552 w 181213"/>
                <a:gd name="connsiteY138" fmla="*/ 2338 h 236109"/>
                <a:gd name="connsiteX139" fmla="*/ 192648 w 181213"/>
                <a:gd name="connsiteY139" fmla="*/ 6088 h 236109"/>
                <a:gd name="connsiteX140" fmla="*/ 192655 w 181213"/>
                <a:gd name="connsiteY140" fmla="*/ 8565 h 236109"/>
                <a:gd name="connsiteX141" fmla="*/ 192652 w 181213"/>
                <a:gd name="connsiteY141" fmla="*/ 11321 h 236109"/>
                <a:gd name="connsiteX142" fmla="*/ 192657 w 181213"/>
                <a:gd name="connsiteY142" fmla="*/ 14222 h 236109"/>
                <a:gd name="connsiteX143" fmla="*/ 192660 w 181213"/>
                <a:gd name="connsiteY143" fmla="*/ 22230 h 236109"/>
                <a:gd name="connsiteX144" fmla="*/ 192668 w 181213"/>
                <a:gd name="connsiteY144" fmla="*/ 30853 h 236109"/>
                <a:gd name="connsiteX145" fmla="*/ 192677 w 181213"/>
                <a:gd name="connsiteY145" fmla="*/ 47758 h 236109"/>
                <a:gd name="connsiteX146" fmla="*/ 192681 w 181213"/>
                <a:gd name="connsiteY146" fmla="*/ 61492 h 236109"/>
                <a:gd name="connsiteX147" fmla="*/ 192690 w 181213"/>
                <a:gd name="connsiteY147" fmla="*/ 100381 h 236109"/>
                <a:gd name="connsiteX148" fmla="*/ 192690 w 181213"/>
                <a:gd name="connsiteY148" fmla="*/ 102501 h 236109"/>
                <a:gd name="connsiteX149" fmla="*/ 192690 w 181213"/>
                <a:gd name="connsiteY149" fmla="*/ 104624 h 236109"/>
                <a:gd name="connsiteX150" fmla="*/ 192707 w 181213"/>
                <a:gd name="connsiteY150" fmla="*/ 138698 h 236109"/>
                <a:gd name="connsiteX151" fmla="*/ 192723 w 181213"/>
                <a:gd name="connsiteY151" fmla="*/ 173640 h 236109"/>
                <a:gd name="connsiteX152" fmla="*/ 192732 w 181213"/>
                <a:gd name="connsiteY152" fmla="*/ 193275 h 236109"/>
                <a:gd name="connsiteX153" fmla="*/ 192736 w 181213"/>
                <a:gd name="connsiteY153" fmla="*/ 209990 h 236109"/>
                <a:gd name="connsiteX154" fmla="*/ 192740 w 181213"/>
                <a:gd name="connsiteY154" fmla="*/ 218526 h 236109"/>
                <a:gd name="connsiteX155" fmla="*/ 192736 w 181213"/>
                <a:gd name="connsiteY155" fmla="*/ 227759 h 236109"/>
                <a:gd name="connsiteX156" fmla="*/ 192748 w 181213"/>
                <a:gd name="connsiteY156" fmla="*/ 230514 h 236109"/>
                <a:gd name="connsiteX157" fmla="*/ 192737 w 181213"/>
                <a:gd name="connsiteY157" fmla="*/ 232992 h 236109"/>
                <a:gd name="connsiteX158" fmla="*/ 192738 w 181213"/>
                <a:gd name="connsiteY158" fmla="*/ 235147 h 236109"/>
                <a:gd name="connsiteX159" fmla="*/ 192552 w 181213"/>
                <a:gd name="connsiteY159" fmla="*/ 236742 h 236109"/>
                <a:gd name="connsiteX160" fmla="*/ 185788 w 181213"/>
                <a:gd name="connsiteY160" fmla="*/ 237585 h 236109"/>
                <a:gd name="connsiteX161" fmla="*/ 184209 w 181213"/>
                <a:gd name="connsiteY161" fmla="*/ 237587 h 236109"/>
                <a:gd name="connsiteX162" fmla="*/ 180901 w 181213"/>
                <a:gd name="connsiteY162" fmla="*/ 237583 h 236109"/>
                <a:gd name="connsiteX163" fmla="*/ 175840 w 181213"/>
                <a:gd name="connsiteY163" fmla="*/ 237588 h 236109"/>
                <a:gd name="connsiteX164" fmla="*/ 172626 w 181213"/>
                <a:gd name="connsiteY164" fmla="*/ 237585 h 236109"/>
                <a:gd name="connsiteX165" fmla="*/ 169667 w 181213"/>
                <a:gd name="connsiteY165" fmla="*/ 237582 h 236109"/>
                <a:gd name="connsiteX166" fmla="*/ 165019 w 181213"/>
                <a:gd name="connsiteY166" fmla="*/ 236742 h 236109"/>
                <a:gd name="connsiteX167" fmla="*/ 164722 w 181213"/>
                <a:gd name="connsiteY167" fmla="*/ 229872 h 236109"/>
                <a:gd name="connsiteX168" fmla="*/ 164707 w 181213"/>
                <a:gd name="connsiteY168" fmla="*/ 227660 h 236109"/>
                <a:gd name="connsiteX169" fmla="*/ 164697 w 181213"/>
                <a:gd name="connsiteY169" fmla="*/ 220263 h 236109"/>
                <a:gd name="connsiteX170" fmla="*/ 164674 w 181213"/>
                <a:gd name="connsiteY170" fmla="*/ 214984 h 236109"/>
                <a:gd name="connsiteX171" fmla="*/ 164644 w 181213"/>
                <a:gd name="connsiteY171" fmla="*/ 202099 h 236109"/>
                <a:gd name="connsiteX172" fmla="*/ 164603 w 181213"/>
                <a:gd name="connsiteY172" fmla="*/ 187112 h 236109"/>
                <a:gd name="connsiteX173" fmla="*/ 164533 w 181213"/>
                <a:gd name="connsiteY173" fmla="*/ 160382 h 236109"/>
                <a:gd name="connsiteX174" fmla="*/ 164470 w 181213"/>
                <a:gd name="connsiteY174" fmla="*/ 134411 h 236109"/>
                <a:gd name="connsiteX175" fmla="*/ 164465 w 181213"/>
                <a:gd name="connsiteY175" fmla="*/ 132795 h 236109"/>
                <a:gd name="connsiteX176" fmla="*/ 164440 w 181213"/>
                <a:gd name="connsiteY176" fmla="*/ 124769 h 236109"/>
                <a:gd name="connsiteX177" fmla="*/ 164275 w 181213"/>
                <a:gd name="connsiteY177" fmla="*/ 58148 h 236109"/>
                <a:gd name="connsiteX178" fmla="*/ 162322 w 181213"/>
                <a:gd name="connsiteY178" fmla="*/ 65404 h 236109"/>
                <a:gd name="connsiteX179" fmla="*/ 162153 w 181213"/>
                <a:gd name="connsiteY179" fmla="*/ 67624 h 236109"/>
                <a:gd name="connsiteX180" fmla="*/ 162043 w 181213"/>
                <a:gd name="connsiteY180" fmla="*/ 69310 h 236109"/>
                <a:gd name="connsiteX181" fmla="*/ 159810 w 181213"/>
                <a:gd name="connsiteY181" fmla="*/ 69310 h 236109"/>
                <a:gd name="connsiteX182" fmla="*/ 159066 w 181213"/>
                <a:gd name="connsiteY182" fmla="*/ 79728 h 236109"/>
                <a:gd name="connsiteX183" fmla="*/ 156834 w 181213"/>
                <a:gd name="connsiteY183" fmla="*/ 79728 h 236109"/>
                <a:gd name="connsiteX184" fmla="*/ 156834 w 181213"/>
                <a:gd name="connsiteY184" fmla="*/ 90146 h 236109"/>
                <a:gd name="connsiteX185" fmla="*/ 154601 w 181213"/>
                <a:gd name="connsiteY185" fmla="*/ 89402 h 236109"/>
                <a:gd name="connsiteX186" fmla="*/ 153857 w 181213"/>
                <a:gd name="connsiteY186" fmla="*/ 99820 h 236109"/>
                <a:gd name="connsiteX187" fmla="*/ 151625 w 181213"/>
                <a:gd name="connsiteY187" fmla="*/ 99820 h 236109"/>
                <a:gd name="connsiteX188" fmla="*/ 151514 w 181213"/>
                <a:gd name="connsiteY188" fmla="*/ 102073 h 236109"/>
                <a:gd name="connsiteX189" fmla="*/ 151346 w 181213"/>
                <a:gd name="connsiteY189" fmla="*/ 104983 h 236109"/>
                <a:gd name="connsiteX190" fmla="*/ 151189 w 181213"/>
                <a:gd name="connsiteY190" fmla="*/ 107886 h 236109"/>
                <a:gd name="connsiteX191" fmla="*/ 150880 w 181213"/>
                <a:gd name="connsiteY191" fmla="*/ 110238 h 236109"/>
                <a:gd name="connsiteX192" fmla="*/ 149392 w 181213"/>
                <a:gd name="connsiteY192" fmla="*/ 110982 h 236109"/>
                <a:gd name="connsiteX193" fmla="*/ 148976 w 181213"/>
                <a:gd name="connsiteY193" fmla="*/ 117912 h 236109"/>
                <a:gd name="connsiteX194" fmla="*/ 148648 w 181213"/>
                <a:gd name="connsiteY194" fmla="*/ 119912 h 236109"/>
                <a:gd name="connsiteX195" fmla="*/ 146416 w 181213"/>
                <a:gd name="connsiteY195" fmla="*/ 120656 h 236109"/>
                <a:gd name="connsiteX196" fmla="*/ 146043 w 181213"/>
                <a:gd name="connsiteY196" fmla="*/ 125074 h 236109"/>
                <a:gd name="connsiteX197" fmla="*/ 145671 w 181213"/>
                <a:gd name="connsiteY197" fmla="*/ 129586 h 236109"/>
                <a:gd name="connsiteX198" fmla="*/ 143439 w 181213"/>
                <a:gd name="connsiteY198" fmla="*/ 131074 h 236109"/>
                <a:gd name="connsiteX199" fmla="*/ 142927 w 181213"/>
                <a:gd name="connsiteY199" fmla="*/ 135632 h 236109"/>
                <a:gd name="connsiteX200" fmla="*/ 142779 w 181213"/>
                <a:gd name="connsiteY200" fmla="*/ 138103 h 236109"/>
                <a:gd name="connsiteX201" fmla="*/ 142695 w 181213"/>
                <a:gd name="connsiteY201" fmla="*/ 140004 h 236109"/>
                <a:gd name="connsiteX202" fmla="*/ 140462 w 181213"/>
                <a:gd name="connsiteY202" fmla="*/ 140004 h 236109"/>
                <a:gd name="connsiteX203" fmla="*/ 140541 w 181213"/>
                <a:gd name="connsiteY203" fmla="*/ 142094 h 236109"/>
                <a:gd name="connsiteX204" fmla="*/ 140602 w 181213"/>
                <a:gd name="connsiteY204" fmla="*/ 144794 h 236109"/>
                <a:gd name="connsiteX205" fmla="*/ 140680 w 181213"/>
                <a:gd name="connsiteY205" fmla="*/ 147489 h 236109"/>
                <a:gd name="connsiteX206" fmla="*/ 140462 w 181213"/>
                <a:gd name="connsiteY206" fmla="*/ 149677 h 236109"/>
                <a:gd name="connsiteX207" fmla="*/ 138230 w 181213"/>
                <a:gd name="connsiteY207" fmla="*/ 150422 h 236109"/>
                <a:gd name="connsiteX208" fmla="*/ 137718 w 181213"/>
                <a:gd name="connsiteY208" fmla="*/ 155305 h 236109"/>
                <a:gd name="connsiteX209" fmla="*/ 137570 w 181213"/>
                <a:gd name="connsiteY209" fmla="*/ 158005 h 236109"/>
                <a:gd name="connsiteX210" fmla="*/ 137486 w 181213"/>
                <a:gd name="connsiteY210" fmla="*/ 160095 h 236109"/>
                <a:gd name="connsiteX211" fmla="*/ 135998 w 181213"/>
                <a:gd name="connsiteY211" fmla="*/ 160095 h 236109"/>
                <a:gd name="connsiteX212" fmla="*/ 134864 w 181213"/>
                <a:gd name="connsiteY212" fmla="*/ 167958 h 236109"/>
                <a:gd name="connsiteX213" fmla="*/ 134509 w 181213"/>
                <a:gd name="connsiteY213" fmla="*/ 169769 h 236109"/>
                <a:gd name="connsiteX214" fmla="*/ 132277 w 181213"/>
                <a:gd name="connsiteY214" fmla="*/ 170513 h 236109"/>
                <a:gd name="connsiteX215" fmla="*/ 132137 w 181213"/>
                <a:gd name="connsiteY215" fmla="*/ 175769 h 236109"/>
                <a:gd name="connsiteX216" fmla="*/ 132198 w 181213"/>
                <a:gd name="connsiteY216" fmla="*/ 178679 h 236109"/>
                <a:gd name="connsiteX217" fmla="*/ 132277 w 181213"/>
                <a:gd name="connsiteY217" fmla="*/ 180931 h 236109"/>
                <a:gd name="connsiteX218" fmla="*/ 130044 w 181213"/>
                <a:gd name="connsiteY218" fmla="*/ 180187 h 236109"/>
                <a:gd name="connsiteX219" fmla="*/ 129300 w 181213"/>
                <a:gd name="connsiteY219" fmla="*/ 189861 h 236109"/>
                <a:gd name="connsiteX220" fmla="*/ 127068 w 181213"/>
                <a:gd name="connsiteY220" fmla="*/ 189861 h 236109"/>
                <a:gd name="connsiteX221" fmla="*/ 126324 w 181213"/>
                <a:gd name="connsiteY221" fmla="*/ 199535 h 236109"/>
                <a:gd name="connsiteX222" fmla="*/ 124835 w 181213"/>
                <a:gd name="connsiteY222" fmla="*/ 199535 h 236109"/>
                <a:gd name="connsiteX223" fmla="*/ 124751 w 181213"/>
                <a:gd name="connsiteY223" fmla="*/ 201625 h 236109"/>
                <a:gd name="connsiteX224" fmla="*/ 124603 w 181213"/>
                <a:gd name="connsiteY224" fmla="*/ 204325 h 236109"/>
                <a:gd name="connsiteX225" fmla="*/ 124472 w 181213"/>
                <a:gd name="connsiteY225" fmla="*/ 207020 h 236109"/>
                <a:gd name="connsiteX226" fmla="*/ 124091 w 181213"/>
                <a:gd name="connsiteY226" fmla="*/ 209209 h 236109"/>
                <a:gd name="connsiteX227" fmla="*/ 121859 w 181213"/>
                <a:gd name="connsiteY227" fmla="*/ 209953 h 236109"/>
                <a:gd name="connsiteX228" fmla="*/ 121347 w 181213"/>
                <a:gd name="connsiteY228" fmla="*/ 214836 h 236109"/>
                <a:gd name="connsiteX229" fmla="*/ 121199 w 181213"/>
                <a:gd name="connsiteY229" fmla="*/ 217537 h 236109"/>
                <a:gd name="connsiteX230" fmla="*/ 121115 w 181213"/>
                <a:gd name="connsiteY230" fmla="*/ 219627 h 236109"/>
                <a:gd name="connsiteX231" fmla="*/ 118882 w 181213"/>
                <a:gd name="connsiteY231" fmla="*/ 219627 h 236109"/>
                <a:gd name="connsiteX232" fmla="*/ 118772 w 181213"/>
                <a:gd name="connsiteY232" fmla="*/ 221717 h 236109"/>
                <a:gd name="connsiteX233" fmla="*/ 118603 w 181213"/>
                <a:gd name="connsiteY233" fmla="*/ 224417 h 236109"/>
                <a:gd name="connsiteX234" fmla="*/ 118446 w 181213"/>
                <a:gd name="connsiteY234" fmla="*/ 227112 h 236109"/>
                <a:gd name="connsiteX235" fmla="*/ 118138 w 181213"/>
                <a:gd name="connsiteY235" fmla="*/ 229300 h 236109"/>
                <a:gd name="connsiteX236" fmla="*/ 116650 w 181213"/>
                <a:gd name="connsiteY236" fmla="*/ 230045 h 236109"/>
                <a:gd name="connsiteX237" fmla="*/ 116234 w 181213"/>
                <a:gd name="connsiteY237" fmla="*/ 235230 h 236109"/>
                <a:gd name="connsiteX238" fmla="*/ 115906 w 181213"/>
                <a:gd name="connsiteY238" fmla="*/ 236742 h 236109"/>
                <a:gd name="connsiteX239" fmla="*/ 108299 w 181213"/>
                <a:gd name="connsiteY239" fmla="*/ 237585 h 236109"/>
                <a:gd name="connsiteX240" fmla="*/ 106717 w 181213"/>
                <a:gd name="connsiteY240" fmla="*/ 237587 h 236109"/>
                <a:gd name="connsiteX241" fmla="*/ 103413 w 181213"/>
                <a:gd name="connsiteY241" fmla="*/ 237583 h 236109"/>
                <a:gd name="connsiteX242" fmla="*/ 98347 w 181213"/>
                <a:gd name="connsiteY242" fmla="*/ 237588 h 236109"/>
                <a:gd name="connsiteX243" fmla="*/ 95137 w 181213"/>
                <a:gd name="connsiteY243" fmla="*/ 237585 h 236109"/>
                <a:gd name="connsiteX244" fmla="*/ 92180 w 181213"/>
                <a:gd name="connsiteY244" fmla="*/ 237582 h 236109"/>
                <a:gd name="connsiteX245" fmla="*/ 88373 w 181213"/>
                <a:gd name="connsiteY245" fmla="*/ 236742 h 236109"/>
                <a:gd name="connsiteX246" fmla="*/ 88047 w 181213"/>
                <a:gd name="connsiteY246" fmla="*/ 234137 h 236109"/>
                <a:gd name="connsiteX247" fmla="*/ 87628 w 181213"/>
                <a:gd name="connsiteY247" fmla="*/ 231533 h 236109"/>
                <a:gd name="connsiteX248" fmla="*/ 85396 w 181213"/>
                <a:gd name="connsiteY248" fmla="*/ 230789 h 236109"/>
                <a:gd name="connsiteX249" fmla="*/ 84977 w 181213"/>
                <a:gd name="connsiteY249" fmla="*/ 225952 h 236109"/>
                <a:gd name="connsiteX250" fmla="*/ 84652 w 181213"/>
                <a:gd name="connsiteY250" fmla="*/ 221115 h 236109"/>
                <a:gd name="connsiteX251" fmla="*/ 83164 w 181213"/>
                <a:gd name="connsiteY251" fmla="*/ 220371 h 236109"/>
                <a:gd name="connsiteX252" fmla="*/ 82699 w 181213"/>
                <a:gd name="connsiteY252" fmla="*/ 215859 h 236109"/>
                <a:gd name="connsiteX253" fmla="*/ 82530 w 181213"/>
                <a:gd name="connsiteY253" fmla="*/ 213368 h 236109"/>
                <a:gd name="connsiteX254" fmla="*/ 82419 w 181213"/>
                <a:gd name="connsiteY254" fmla="*/ 211441 h 236109"/>
                <a:gd name="connsiteX255" fmla="*/ 80187 w 181213"/>
                <a:gd name="connsiteY255" fmla="*/ 211441 h 236109"/>
                <a:gd name="connsiteX256" fmla="*/ 80103 w 181213"/>
                <a:gd name="connsiteY256" fmla="*/ 209351 h 236109"/>
                <a:gd name="connsiteX257" fmla="*/ 79955 w 181213"/>
                <a:gd name="connsiteY257" fmla="*/ 206651 h 236109"/>
                <a:gd name="connsiteX258" fmla="*/ 79824 w 181213"/>
                <a:gd name="connsiteY258" fmla="*/ 203956 h 236109"/>
                <a:gd name="connsiteX259" fmla="*/ 79443 w 181213"/>
                <a:gd name="connsiteY259" fmla="*/ 201767 h 236109"/>
                <a:gd name="connsiteX260" fmla="*/ 77210 w 181213"/>
                <a:gd name="connsiteY260" fmla="*/ 201023 h 236109"/>
                <a:gd name="connsiteX261" fmla="*/ 76792 w 181213"/>
                <a:gd name="connsiteY261" fmla="*/ 196186 h 236109"/>
                <a:gd name="connsiteX262" fmla="*/ 76466 w 181213"/>
                <a:gd name="connsiteY262" fmla="*/ 191349 h 236109"/>
                <a:gd name="connsiteX263" fmla="*/ 74978 w 181213"/>
                <a:gd name="connsiteY263" fmla="*/ 190605 h 236109"/>
                <a:gd name="connsiteX264" fmla="*/ 74562 w 181213"/>
                <a:gd name="connsiteY264" fmla="*/ 183748 h 236109"/>
                <a:gd name="connsiteX265" fmla="*/ 74234 w 181213"/>
                <a:gd name="connsiteY265" fmla="*/ 181675 h 236109"/>
                <a:gd name="connsiteX266" fmla="*/ 72002 w 181213"/>
                <a:gd name="connsiteY266" fmla="*/ 180187 h 236109"/>
                <a:gd name="connsiteX267" fmla="*/ 71490 w 181213"/>
                <a:gd name="connsiteY267" fmla="*/ 174885 h 236109"/>
                <a:gd name="connsiteX268" fmla="*/ 71342 w 181213"/>
                <a:gd name="connsiteY268" fmla="*/ 171996 h 236109"/>
                <a:gd name="connsiteX269" fmla="*/ 71257 w 181213"/>
                <a:gd name="connsiteY269" fmla="*/ 169769 h 236109"/>
                <a:gd name="connsiteX270" fmla="*/ 69025 w 181213"/>
                <a:gd name="connsiteY270" fmla="*/ 169769 h 236109"/>
                <a:gd name="connsiteX271" fmla="*/ 68914 w 181213"/>
                <a:gd name="connsiteY271" fmla="*/ 167842 h 236109"/>
                <a:gd name="connsiteX272" fmla="*/ 68746 w 181213"/>
                <a:gd name="connsiteY272" fmla="*/ 165351 h 236109"/>
                <a:gd name="connsiteX273" fmla="*/ 68589 w 181213"/>
                <a:gd name="connsiteY273" fmla="*/ 162866 h 236109"/>
                <a:gd name="connsiteX274" fmla="*/ 68281 w 181213"/>
                <a:gd name="connsiteY274" fmla="*/ 160840 h 236109"/>
                <a:gd name="connsiteX275" fmla="*/ 66793 w 181213"/>
                <a:gd name="connsiteY275" fmla="*/ 160095 h 236109"/>
                <a:gd name="connsiteX276" fmla="*/ 66377 w 181213"/>
                <a:gd name="connsiteY276" fmla="*/ 153166 h 236109"/>
                <a:gd name="connsiteX277" fmla="*/ 66048 w 181213"/>
                <a:gd name="connsiteY277" fmla="*/ 151166 h 236109"/>
                <a:gd name="connsiteX278" fmla="*/ 63816 w 181213"/>
                <a:gd name="connsiteY278" fmla="*/ 150422 h 236109"/>
                <a:gd name="connsiteX279" fmla="*/ 63374 w 181213"/>
                <a:gd name="connsiteY279" fmla="*/ 142910 h 236109"/>
                <a:gd name="connsiteX280" fmla="*/ 63072 w 181213"/>
                <a:gd name="connsiteY280" fmla="*/ 140748 h 236109"/>
                <a:gd name="connsiteX281" fmla="*/ 60839 w 181213"/>
                <a:gd name="connsiteY281" fmla="*/ 140004 h 236109"/>
                <a:gd name="connsiteX282" fmla="*/ 60421 w 181213"/>
                <a:gd name="connsiteY282" fmla="*/ 135167 h 236109"/>
                <a:gd name="connsiteX283" fmla="*/ 60095 w 181213"/>
                <a:gd name="connsiteY283" fmla="*/ 130330 h 236109"/>
                <a:gd name="connsiteX284" fmla="*/ 58607 w 181213"/>
                <a:gd name="connsiteY284" fmla="*/ 129586 h 236109"/>
                <a:gd name="connsiteX285" fmla="*/ 58191 w 181213"/>
                <a:gd name="connsiteY285" fmla="*/ 122656 h 236109"/>
                <a:gd name="connsiteX286" fmla="*/ 57863 w 181213"/>
                <a:gd name="connsiteY286" fmla="*/ 120656 h 236109"/>
                <a:gd name="connsiteX287" fmla="*/ 55630 w 181213"/>
                <a:gd name="connsiteY287" fmla="*/ 119912 h 236109"/>
                <a:gd name="connsiteX288" fmla="*/ 55189 w 181213"/>
                <a:gd name="connsiteY288" fmla="*/ 112982 h 236109"/>
                <a:gd name="connsiteX289" fmla="*/ 54886 w 181213"/>
                <a:gd name="connsiteY289" fmla="*/ 110982 h 236109"/>
                <a:gd name="connsiteX290" fmla="*/ 52654 w 181213"/>
                <a:gd name="connsiteY290" fmla="*/ 110238 h 236109"/>
                <a:gd name="connsiteX291" fmla="*/ 52235 w 181213"/>
                <a:gd name="connsiteY291" fmla="*/ 105401 h 236109"/>
                <a:gd name="connsiteX292" fmla="*/ 51910 w 181213"/>
                <a:gd name="connsiteY292" fmla="*/ 100564 h 236109"/>
                <a:gd name="connsiteX293" fmla="*/ 50421 w 181213"/>
                <a:gd name="connsiteY293" fmla="*/ 99820 h 236109"/>
                <a:gd name="connsiteX294" fmla="*/ 49352 w 181213"/>
                <a:gd name="connsiteY294" fmla="*/ 92309 h 236109"/>
                <a:gd name="connsiteX295" fmla="*/ 48933 w 181213"/>
                <a:gd name="connsiteY295" fmla="*/ 90146 h 236109"/>
                <a:gd name="connsiteX296" fmla="*/ 47445 w 181213"/>
                <a:gd name="connsiteY296" fmla="*/ 89402 h 236109"/>
                <a:gd name="connsiteX297" fmla="*/ 47029 w 181213"/>
                <a:gd name="connsiteY297" fmla="*/ 82472 h 236109"/>
                <a:gd name="connsiteX298" fmla="*/ 46701 w 181213"/>
                <a:gd name="connsiteY298" fmla="*/ 80472 h 236109"/>
                <a:gd name="connsiteX299" fmla="*/ 44468 w 181213"/>
                <a:gd name="connsiteY299" fmla="*/ 79728 h 236109"/>
                <a:gd name="connsiteX300" fmla="*/ 44329 w 181213"/>
                <a:gd name="connsiteY300" fmla="*/ 74473 h 236109"/>
                <a:gd name="connsiteX301" fmla="*/ 44390 w 181213"/>
                <a:gd name="connsiteY301" fmla="*/ 71563 h 236109"/>
                <a:gd name="connsiteX302" fmla="*/ 44468 w 181213"/>
                <a:gd name="connsiteY302" fmla="*/ 69310 h 236109"/>
                <a:gd name="connsiteX303" fmla="*/ 42236 w 181213"/>
                <a:gd name="connsiteY303" fmla="*/ 69310 h 236109"/>
                <a:gd name="connsiteX304" fmla="*/ 42125 w 181213"/>
                <a:gd name="connsiteY304" fmla="*/ 67624 h 236109"/>
                <a:gd name="connsiteX305" fmla="*/ 41957 w 181213"/>
                <a:gd name="connsiteY305" fmla="*/ 65404 h 236109"/>
                <a:gd name="connsiteX306" fmla="*/ 41800 w 181213"/>
                <a:gd name="connsiteY306" fmla="*/ 63206 h 236109"/>
                <a:gd name="connsiteX307" fmla="*/ 40003 w 181213"/>
                <a:gd name="connsiteY307" fmla="*/ 58148 h 236109"/>
                <a:gd name="connsiteX308" fmla="*/ 39998 w 181213"/>
                <a:gd name="connsiteY308" fmla="*/ 60935 h 236109"/>
                <a:gd name="connsiteX309" fmla="*/ 39833 w 181213"/>
                <a:gd name="connsiteY309" fmla="*/ 126366 h 236109"/>
                <a:gd name="connsiteX310" fmla="*/ 39808 w 181213"/>
                <a:gd name="connsiteY310" fmla="*/ 134411 h 236109"/>
                <a:gd name="connsiteX311" fmla="*/ 39803 w 181213"/>
                <a:gd name="connsiteY311" fmla="*/ 136029 h 236109"/>
                <a:gd name="connsiteX312" fmla="*/ 39743 w 181213"/>
                <a:gd name="connsiteY312" fmla="*/ 161998 h 236109"/>
                <a:gd name="connsiteX313" fmla="*/ 39670 w 181213"/>
                <a:gd name="connsiteY313" fmla="*/ 188624 h 236109"/>
                <a:gd name="connsiteX314" fmla="*/ 39633 w 181213"/>
                <a:gd name="connsiteY314" fmla="*/ 203588 h 236109"/>
                <a:gd name="connsiteX315" fmla="*/ 39591 w 181213"/>
                <a:gd name="connsiteY315" fmla="*/ 217655 h 236109"/>
                <a:gd name="connsiteX316" fmla="*/ 39583 w 181213"/>
                <a:gd name="connsiteY316" fmla="*/ 222834 h 236109"/>
                <a:gd name="connsiteX317" fmla="*/ 39556 w 181213"/>
                <a:gd name="connsiteY317" fmla="*/ 229872 h 236109"/>
                <a:gd name="connsiteX318" fmla="*/ 39567 w 181213"/>
                <a:gd name="connsiteY318" fmla="*/ 231971 h 236109"/>
                <a:gd name="connsiteX319" fmla="*/ 39259 w 181213"/>
                <a:gd name="connsiteY319" fmla="*/ 236742 h 236109"/>
                <a:gd name="connsiteX320" fmla="*/ 31652 w 181213"/>
                <a:gd name="connsiteY320" fmla="*/ 237585 h 236109"/>
                <a:gd name="connsiteX321" fmla="*/ 30071 w 181213"/>
                <a:gd name="connsiteY321" fmla="*/ 237587 h 236109"/>
                <a:gd name="connsiteX322" fmla="*/ 26766 w 181213"/>
                <a:gd name="connsiteY322" fmla="*/ 237583 h 236109"/>
                <a:gd name="connsiteX323" fmla="*/ 21701 w 181213"/>
                <a:gd name="connsiteY323" fmla="*/ 237588 h 236109"/>
                <a:gd name="connsiteX324" fmla="*/ 18490 w 181213"/>
                <a:gd name="connsiteY324" fmla="*/ 237585 h 236109"/>
                <a:gd name="connsiteX325" fmla="*/ 15534 w 181213"/>
                <a:gd name="connsiteY325" fmla="*/ 237582 h 236109"/>
                <a:gd name="connsiteX326" fmla="*/ 11726 w 181213"/>
                <a:gd name="connsiteY326" fmla="*/ 236742 h 236109"/>
                <a:gd name="connsiteX327" fmla="*/ 11543 w 181213"/>
                <a:gd name="connsiteY327" fmla="*/ 232978 h 236109"/>
                <a:gd name="connsiteX328" fmla="*/ 11534 w 181213"/>
                <a:gd name="connsiteY328" fmla="*/ 230491 h 236109"/>
                <a:gd name="connsiteX329" fmla="*/ 11547 w 181213"/>
                <a:gd name="connsiteY329" fmla="*/ 227725 h 236109"/>
                <a:gd name="connsiteX330" fmla="*/ 11543 w 181213"/>
                <a:gd name="connsiteY330" fmla="*/ 224814 h 236109"/>
                <a:gd name="connsiteX331" fmla="*/ 11553 w 181213"/>
                <a:gd name="connsiteY331" fmla="*/ 216775 h 236109"/>
                <a:gd name="connsiteX332" fmla="*/ 11556 w 181213"/>
                <a:gd name="connsiteY332" fmla="*/ 208121 h 236109"/>
                <a:gd name="connsiteX333" fmla="*/ 11569 w 181213"/>
                <a:gd name="connsiteY333" fmla="*/ 193115 h 236109"/>
                <a:gd name="connsiteX334" fmla="*/ 11587 w 181213"/>
                <a:gd name="connsiteY334" fmla="*/ 171418 h 236109"/>
                <a:gd name="connsiteX335" fmla="*/ 11614 w 181213"/>
                <a:gd name="connsiteY335" fmla="*/ 136220 h 236109"/>
                <a:gd name="connsiteX336" fmla="*/ 11644 w 181213"/>
                <a:gd name="connsiteY336" fmla="*/ 102019 h 236109"/>
                <a:gd name="connsiteX337" fmla="*/ 11646 w 181213"/>
                <a:gd name="connsiteY337" fmla="*/ 99891 h 236109"/>
                <a:gd name="connsiteX338" fmla="*/ 11651 w 181213"/>
                <a:gd name="connsiteY338" fmla="*/ 89323 h 236109"/>
                <a:gd name="connsiteX339" fmla="*/ 11726 w 181213"/>
                <a:gd name="connsiteY339" fmla="*/ 1593 h 23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Lst>
              <a:rect l="l" t="t" r="r" b="b"/>
              <a:pathLst>
                <a:path w="181213" h="236109">
                  <a:moveTo>
                    <a:pt x="11726" y="1593"/>
                  </a:moveTo>
                  <a:cubicBezTo>
                    <a:pt x="25232" y="1593"/>
                    <a:pt x="38738" y="1593"/>
                    <a:pt x="52654" y="1593"/>
                  </a:cubicBezTo>
                  <a:cubicBezTo>
                    <a:pt x="53022" y="4540"/>
                    <a:pt x="53022" y="4540"/>
                    <a:pt x="53398" y="7547"/>
                  </a:cubicBezTo>
                  <a:cubicBezTo>
                    <a:pt x="54135" y="7792"/>
                    <a:pt x="54871" y="8038"/>
                    <a:pt x="55630" y="8291"/>
                  </a:cubicBezTo>
                  <a:cubicBezTo>
                    <a:pt x="55763" y="11011"/>
                    <a:pt x="55574" y="13665"/>
                    <a:pt x="55418" y="16383"/>
                  </a:cubicBezTo>
                  <a:cubicBezTo>
                    <a:pt x="55488" y="17151"/>
                    <a:pt x="55558" y="17918"/>
                    <a:pt x="55630" y="18709"/>
                  </a:cubicBezTo>
                  <a:cubicBezTo>
                    <a:pt x="56619" y="18971"/>
                    <a:pt x="57611" y="19219"/>
                    <a:pt x="58607" y="19453"/>
                  </a:cubicBezTo>
                  <a:cubicBezTo>
                    <a:pt x="58898" y="21642"/>
                    <a:pt x="58898" y="21642"/>
                    <a:pt x="58793" y="24336"/>
                  </a:cubicBezTo>
                  <a:cubicBezTo>
                    <a:pt x="58766" y="25227"/>
                    <a:pt x="58739" y="26119"/>
                    <a:pt x="58712" y="27037"/>
                  </a:cubicBezTo>
                  <a:cubicBezTo>
                    <a:pt x="58677" y="27726"/>
                    <a:pt x="58643" y="28416"/>
                    <a:pt x="58607" y="29127"/>
                  </a:cubicBezTo>
                  <a:cubicBezTo>
                    <a:pt x="59344" y="29127"/>
                    <a:pt x="60080" y="29127"/>
                    <a:pt x="60839" y="29127"/>
                  </a:cubicBezTo>
                  <a:cubicBezTo>
                    <a:pt x="61208" y="34284"/>
                    <a:pt x="61208" y="34284"/>
                    <a:pt x="61584" y="39545"/>
                  </a:cubicBezTo>
                  <a:cubicBezTo>
                    <a:pt x="62320" y="39545"/>
                    <a:pt x="63057" y="39545"/>
                    <a:pt x="63816" y="39545"/>
                  </a:cubicBezTo>
                  <a:cubicBezTo>
                    <a:pt x="63858" y="40579"/>
                    <a:pt x="63858" y="40579"/>
                    <a:pt x="63900" y="41635"/>
                  </a:cubicBezTo>
                  <a:cubicBezTo>
                    <a:pt x="63949" y="42526"/>
                    <a:pt x="63998" y="43417"/>
                    <a:pt x="64048" y="44335"/>
                  </a:cubicBezTo>
                  <a:cubicBezTo>
                    <a:pt x="64092" y="45224"/>
                    <a:pt x="64135" y="46113"/>
                    <a:pt x="64179" y="47030"/>
                  </a:cubicBezTo>
                  <a:cubicBezTo>
                    <a:pt x="64368" y="48113"/>
                    <a:pt x="64368" y="48113"/>
                    <a:pt x="64560" y="49218"/>
                  </a:cubicBezTo>
                  <a:cubicBezTo>
                    <a:pt x="65665" y="49587"/>
                    <a:pt x="65665" y="49587"/>
                    <a:pt x="66793" y="49963"/>
                  </a:cubicBezTo>
                  <a:cubicBezTo>
                    <a:pt x="67173" y="52151"/>
                    <a:pt x="67173" y="52151"/>
                    <a:pt x="67304" y="54846"/>
                  </a:cubicBezTo>
                  <a:cubicBezTo>
                    <a:pt x="67353" y="55737"/>
                    <a:pt x="67402" y="56628"/>
                    <a:pt x="67452" y="57546"/>
                  </a:cubicBezTo>
                  <a:cubicBezTo>
                    <a:pt x="67494" y="58581"/>
                    <a:pt x="67494" y="58581"/>
                    <a:pt x="67537" y="59636"/>
                  </a:cubicBezTo>
                  <a:cubicBezTo>
                    <a:pt x="68028" y="59636"/>
                    <a:pt x="68519" y="59636"/>
                    <a:pt x="69025" y="59636"/>
                  </a:cubicBezTo>
                  <a:cubicBezTo>
                    <a:pt x="69393" y="64793"/>
                    <a:pt x="69393" y="64793"/>
                    <a:pt x="69769" y="70054"/>
                  </a:cubicBezTo>
                  <a:cubicBezTo>
                    <a:pt x="70506" y="70054"/>
                    <a:pt x="71242" y="70054"/>
                    <a:pt x="72002" y="70054"/>
                  </a:cubicBezTo>
                  <a:cubicBezTo>
                    <a:pt x="72370" y="74843"/>
                    <a:pt x="72370" y="74843"/>
                    <a:pt x="72746" y="79728"/>
                  </a:cubicBezTo>
                  <a:cubicBezTo>
                    <a:pt x="73482" y="79728"/>
                    <a:pt x="74219" y="79728"/>
                    <a:pt x="74978" y="79728"/>
                  </a:cubicBezTo>
                  <a:cubicBezTo>
                    <a:pt x="75015" y="80418"/>
                    <a:pt x="75051" y="81108"/>
                    <a:pt x="75089" y="81818"/>
                  </a:cubicBezTo>
                  <a:cubicBezTo>
                    <a:pt x="75172" y="83155"/>
                    <a:pt x="75172" y="83155"/>
                    <a:pt x="75257" y="84519"/>
                  </a:cubicBezTo>
                  <a:cubicBezTo>
                    <a:pt x="75335" y="85852"/>
                    <a:pt x="75335" y="85852"/>
                    <a:pt x="75414" y="87213"/>
                  </a:cubicBezTo>
                  <a:cubicBezTo>
                    <a:pt x="75516" y="87936"/>
                    <a:pt x="75617" y="88658"/>
                    <a:pt x="75722" y="89402"/>
                  </a:cubicBezTo>
                  <a:cubicBezTo>
                    <a:pt x="76213" y="89648"/>
                    <a:pt x="76704" y="89893"/>
                    <a:pt x="77210" y="90146"/>
                  </a:cubicBezTo>
                  <a:cubicBezTo>
                    <a:pt x="77466" y="91957"/>
                    <a:pt x="77466" y="91957"/>
                    <a:pt x="77583" y="94192"/>
                  </a:cubicBezTo>
                  <a:cubicBezTo>
                    <a:pt x="77617" y="97382"/>
                    <a:pt x="77617" y="97382"/>
                    <a:pt x="79443" y="99820"/>
                  </a:cubicBezTo>
                  <a:cubicBezTo>
                    <a:pt x="79688" y="99820"/>
                    <a:pt x="79934" y="99820"/>
                    <a:pt x="80187" y="99820"/>
                  </a:cubicBezTo>
                  <a:cubicBezTo>
                    <a:pt x="80229" y="100855"/>
                    <a:pt x="80229" y="100855"/>
                    <a:pt x="80271" y="101910"/>
                  </a:cubicBezTo>
                  <a:cubicBezTo>
                    <a:pt x="80320" y="102801"/>
                    <a:pt x="80369" y="103692"/>
                    <a:pt x="80420" y="104610"/>
                  </a:cubicBezTo>
                  <a:cubicBezTo>
                    <a:pt x="80463" y="105500"/>
                    <a:pt x="80506" y="106389"/>
                    <a:pt x="80550" y="107305"/>
                  </a:cubicBezTo>
                  <a:cubicBezTo>
                    <a:pt x="80739" y="108389"/>
                    <a:pt x="80739" y="108389"/>
                    <a:pt x="80931" y="109494"/>
                  </a:cubicBezTo>
                  <a:cubicBezTo>
                    <a:pt x="81668" y="109739"/>
                    <a:pt x="82405" y="109985"/>
                    <a:pt x="83164" y="110238"/>
                  </a:cubicBezTo>
                  <a:cubicBezTo>
                    <a:pt x="83492" y="112401"/>
                    <a:pt x="83492" y="112401"/>
                    <a:pt x="83582" y="115075"/>
                  </a:cubicBezTo>
                  <a:cubicBezTo>
                    <a:pt x="83640" y="116690"/>
                    <a:pt x="83737" y="118305"/>
                    <a:pt x="83908" y="119912"/>
                  </a:cubicBezTo>
                  <a:cubicBezTo>
                    <a:pt x="84399" y="120157"/>
                    <a:pt x="84890" y="120403"/>
                    <a:pt x="85396" y="120656"/>
                  </a:cubicBezTo>
                  <a:cubicBezTo>
                    <a:pt x="85652" y="122467"/>
                    <a:pt x="85652" y="122467"/>
                    <a:pt x="85768" y="124702"/>
                  </a:cubicBezTo>
                  <a:cubicBezTo>
                    <a:pt x="85803" y="127891"/>
                    <a:pt x="85803" y="127891"/>
                    <a:pt x="87628" y="130330"/>
                  </a:cubicBezTo>
                  <a:cubicBezTo>
                    <a:pt x="87874" y="130330"/>
                    <a:pt x="88120" y="130330"/>
                    <a:pt x="88373" y="130330"/>
                  </a:cubicBezTo>
                  <a:cubicBezTo>
                    <a:pt x="88414" y="131364"/>
                    <a:pt x="88414" y="131364"/>
                    <a:pt x="88457" y="132420"/>
                  </a:cubicBezTo>
                  <a:cubicBezTo>
                    <a:pt x="88506" y="133311"/>
                    <a:pt x="88555" y="134202"/>
                    <a:pt x="88605" y="135120"/>
                  </a:cubicBezTo>
                  <a:cubicBezTo>
                    <a:pt x="88648" y="136009"/>
                    <a:pt x="88691" y="136899"/>
                    <a:pt x="88736" y="137815"/>
                  </a:cubicBezTo>
                  <a:cubicBezTo>
                    <a:pt x="88924" y="138898"/>
                    <a:pt x="88924" y="138898"/>
                    <a:pt x="89117" y="140004"/>
                  </a:cubicBezTo>
                  <a:cubicBezTo>
                    <a:pt x="89853" y="140249"/>
                    <a:pt x="90590" y="140495"/>
                    <a:pt x="91349" y="140748"/>
                  </a:cubicBezTo>
                  <a:cubicBezTo>
                    <a:pt x="91678" y="142910"/>
                    <a:pt x="91678" y="142910"/>
                    <a:pt x="91768" y="145585"/>
                  </a:cubicBezTo>
                  <a:cubicBezTo>
                    <a:pt x="91826" y="147200"/>
                    <a:pt x="91923" y="148815"/>
                    <a:pt x="92093" y="150422"/>
                  </a:cubicBezTo>
                  <a:cubicBezTo>
                    <a:pt x="92584" y="150667"/>
                    <a:pt x="93076" y="150913"/>
                    <a:pt x="93582" y="151166"/>
                  </a:cubicBezTo>
                  <a:cubicBezTo>
                    <a:pt x="93890" y="153517"/>
                    <a:pt x="93890" y="153517"/>
                    <a:pt x="94047" y="156421"/>
                  </a:cubicBezTo>
                  <a:cubicBezTo>
                    <a:pt x="94130" y="157862"/>
                    <a:pt x="94130" y="157862"/>
                    <a:pt x="94215" y="159331"/>
                  </a:cubicBezTo>
                  <a:cubicBezTo>
                    <a:pt x="94252" y="160074"/>
                    <a:pt x="94288" y="160818"/>
                    <a:pt x="94326" y="161584"/>
                  </a:cubicBezTo>
                  <a:cubicBezTo>
                    <a:pt x="95062" y="161584"/>
                    <a:pt x="95799" y="161584"/>
                    <a:pt x="96558" y="161584"/>
                  </a:cubicBezTo>
                  <a:cubicBezTo>
                    <a:pt x="96926" y="166741"/>
                    <a:pt x="96926" y="166741"/>
                    <a:pt x="97302" y="172002"/>
                  </a:cubicBezTo>
                  <a:cubicBezTo>
                    <a:pt x="98039" y="172002"/>
                    <a:pt x="98776" y="172002"/>
                    <a:pt x="99535" y="172002"/>
                  </a:cubicBezTo>
                  <a:cubicBezTo>
                    <a:pt x="99571" y="172691"/>
                    <a:pt x="99608" y="173381"/>
                    <a:pt x="99645" y="174092"/>
                  </a:cubicBezTo>
                  <a:cubicBezTo>
                    <a:pt x="99729" y="175428"/>
                    <a:pt x="99729" y="175428"/>
                    <a:pt x="99814" y="176792"/>
                  </a:cubicBezTo>
                  <a:cubicBezTo>
                    <a:pt x="99866" y="177681"/>
                    <a:pt x="99917" y="178571"/>
                    <a:pt x="99971" y="179487"/>
                  </a:cubicBezTo>
                  <a:cubicBezTo>
                    <a:pt x="100123" y="180570"/>
                    <a:pt x="100123" y="180570"/>
                    <a:pt x="100279" y="181675"/>
                  </a:cubicBezTo>
                  <a:cubicBezTo>
                    <a:pt x="100770" y="181921"/>
                    <a:pt x="101261" y="182167"/>
                    <a:pt x="101767" y="182420"/>
                  </a:cubicBezTo>
                  <a:cubicBezTo>
                    <a:pt x="102049" y="184420"/>
                    <a:pt x="102049" y="184420"/>
                    <a:pt x="102186" y="186884"/>
                  </a:cubicBezTo>
                  <a:cubicBezTo>
                    <a:pt x="102105" y="189725"/>
                    <a:pt x="102105" y="189725"/>
                    <a:pt x="103255" y="192093"/>
                  </a:cubicBezTo>
                  <a:cubicBezTo>
                    <a:pt x="104309" y="189986"/>
                    <a:pt x="104257" y="188020"/>
                    <a:pt x="104418" y="185675"/>
                  </a:cubicBezTo>
                  <a:cubicBezTo>
                    <a:pt x="104512" y="184349"/>
                    <a:pt x="104512" y="184349"/>
                    <a:pt x="104607" y="182995"/>
                  </a:cubicBezTo>
                  <a:cubicBezTo>
                    <a:pt x="104652" y="182314"/>
                    <a:pt x="104697" y="181633"/>
                    <a:pt x="104744" y="180931"/>
                  </a:cubicBezTo>
                  <a:cubicBezTo>
                    <a:pt x="105480" y="180931"/>
                    <a:pt x="106217" y="180931"/>
                    <a:pt x="106976" y="180931"/>
                  </a:cubicBezTo>
                  <a:cubicBezTo>
                    <a:pt x="107013" y="180242"/>
                    <a:pt x="107049" y="179552"/>
                    <a:pt x="107087" y="178841"/>
                  </a:cubicBezTo>
                  <a:cubicBezTo>
                    <a:pt x="107142" y="177950"/>
                    <a:pt x="107198" y="177059"/>
                    <a:pt x="107255" y="176141"/>
                  </a:cubicBezTo>
                  <a:cubicBezTo>
                    <a:pt x="107307" y="175252"/>
                    <a:pt x="107359" y="174363"/>
                    <a:pt x="107412" y="173446"/>
                  </a:cubicBezTo>
                  <a:cubicBezTo>
                    <a:pt x="107514" y="172724"/>
                    <a:pt x="107615" y="172002"/>
                    <a:pt x="107720" y="171258"/>
                  </a:cubicBezTo>
                  <a:cubicBezTo>
                    <a:pt x="108211" y="171012"/>
                    <a:pt x="108703" y="170766"/>
                    <a:pt x="109209" y="170513"/>
                  </a:cubicBezTo>
                  <a:cubicBezTo>
                    <a:pt x="109874" y="168251"/>
                    <a:pt x="109940" y="166420"/>
                    <a:pt x="109860" y="164049"/>
                  </a:cubicBezTo>
                  <a:cubicBezTo>
                    <a:pt x="109890" y="163235"/>
                    <a:pt x="109921" y="162422"/>
                    <a:pt x="109953" y="161584"/>
                  </a:cubicBezTo>
                  <a:cubicBezTo>
                    <a:pt x="110689" y="161093"/>
                    <a:pt x="111426" y="160601"/>
                    <a:pt x="112185" y="160095"/>
                  </a:cubicBezTo>
                  <a:cubicBezTo>
                    <a:pt x="112621" y="157777"/>
                    <a:pt x="112621" y="157777"/>
                    <a:pt x="112697" y="155165"/>
                  </a:cubicBezTo>
                  <a:cubicBezTo>
                    <a:pt x="112770" y="153839"/>
                    <a:pt x="112770" y="153839"/>
                    <a:pt x="112845" y="152485"/>
                  </a:cubicBezTo>
                  <a:cubicBezTo>
                    <a:pt x="112873" y="151804"/>
                    <a:pt x="112901" y="151123"/>
                    <a:pt x="112929" y="150422"/>
                  </a:cubicBezTo>
                  <a:cubicBezTo>
                    <a:pt x="113666" y="150422"/>
                    <a:pt x="114403" y="150422"/>
                    <a:pt x="115162" y="150422"/>
                  </a:cubicBezTo>
                  <a:cubicBezTo>
                    <a:pt x="115407" y="146984"/>
                    <a:pt x="115653" y="143546"/>
                    <a:pt x="115906" y="140004"/>
                  </a:cubicBezTo>
                  <a:cubicBezTo>
                    <a:pt x="116643" y="140004"/>
                    <a:pt x="117379" y="140004"/>
                    <a:pt x="118138" y="140004"/>
                  </a:cubicBezTo>
                  <a:cubicBezTo>
                    <a:pt x="118112" y="139385"/>
                    <a:pt x="118086" y="138766"/>
                    <a:pt x="118060" y="138129"/>
                  </a:cubicBezTo>
                  <a:cubicBezTo>
                    <a:pt x="118040" y="137320"/>
                    <a:pt x="118019" y="136511"/>
                    <a:pt x="117999" y="135678"/>
                  </a:cubicBezTo>
                  <a:cubicBezTo>
                    <a:pt x="117973" y="134875"/>
                    <a:pt x="117947" y="134073"/>
                    <a:pt x="117920" y="133245"/>
                  </a:cubicBezTo>
                  <a:cubicBezTo>
                    <a:pt x="118175" y="130708"/>
                    <a:pt x="118642" y="130535"/>
                    <a:pt x="120371" y="128842"/>
                  </a:cubicBezTo>
                  <a:cubicBezTo>
                    <a:pt x="120802" y="126637"/>
                    <a:pt x="120802" y="126637"/>
                    <a:pt x="120882" y="124237"/>
                  </a:cubicBezTo>
                  <a:cubicBezTo>
                    <a:pt x="120956" y="123024"/>
                    <a:pt x="120956" y="123024"/>
                    <a:pt x="121030" y="121787"/>
                  </a:cubicBezTo>
                  <a:cubicBezTo>
                    <a:pt x="121058" y="121168"/>
                    <a:pt x="121086" y="120549"/>
                    <a:pt x="121115" y="119912"/>
                  </a:cubicBezTo>
                  <a:cubicBezTo>
                    <a:pt x="121851" y="120157"/>
                    <a:pt x="122588" y="120403"/>
                    <a:pt x="123347" y="120656"/>
                  </a:cubicBezTo>
                  <a:cubicBezTo>
                    <a:pt x="123402" y="119541"/>
                    <a:pt x="123402" y="119541"/>
                    <a:pt x="123458" y="118403"/>
                  </a:cubicBezTo>
                  <a:cubicBezTo>
                    <a:pt x="123513" y="117443"/>
                    <a:pt x="123569" y="116483"/>
                    <a:pt x="123626" y="115493"/>
                  </a:cubicBezTo>
                  <a:cubicBezTo>
                    <a:pt x="123678" y="114535"/>
                    <a:pt x="123730" y="113577"/>
                    <a:pt x="123783" y="112590"/>
                  </a:cubicBezTo>
                  <a:cubicBezTo>
                    <a:pt x="123885" y="111814"/>
                    <a:pt x="123987" y="111038"/>
                    <a:pt x="124091" y="110238"/>
                  </a:cubicBezTo>
                  <a:cubicBezTo>
                    <a:pt x="124582" y="109992"/>
                    <a:pt x="125074" y="109747"/>
                    <a:pt x="125580" y="109494"/>
                  </a:cubicBezTo>
                  <a:cubicBezTo>
                    <a:pt x="126099" y="107071"/>
                    <a:pt x="126367" y="104654"/>
                    <a:pt x="126649" y="102192"/>
                  </a:cubicBezTo>
                  <a:cubicBezTo>
                    <a:pt x="126787" y="101409"/>
                    <a:pt x="126926" y="100627"/>
                    <a:pt x="127068" y="99820"/>
                  </a:cubicBezTo>
                  <a:cubicBezTo>
                    <a:pt x="127559" y="99574"/>
                    <a:pt x="128050" y="99329"/>
                    <a:pt x="128556" y="99076"/>
                  </a:cubicBezTo>
                  <a:cubicBezTo>
                    <a:pt x="128905" y="97152"/>
                    <a:pt x="128905" y="97152"/>
                    <a:pt x="129021" y="94937"/>
                  </a:cubicBezTo>
                  <a:cubicBezTo>
                    <a:pt x="129077" y="94184"/>
                    <a:pt x="129133" y="93431"/>
                    <a:pt x="129190" y="92655"/>
                  </a:cubicBezTo>
                  <a:cubicBezTo>
                    <a:pt x="129245" y="91781"/>
                    <a:pt x="129245" y="91781"/>
                    <a:pt x="129300" y="90890"/>
                  </a:cubicBezTo>
                  <a:cubicBezTo>
                    <a:pt x="130037" y="90890"/>
                    <a:pt x="130774" y="90890"/>
                    <a:pt x="131533" y="90890"/>
                  </a:cubicBezTo>
                  <a:cubicBezTo>
                    <a:pt x="131778" y="87452"/>
                    <a:pt x="132024" y="84014"/>
                    <a:pt x="132277" y="80472"/>
                  </a:cubicBezTo>
                  <a:cubicBezTo>
                    <a:pt x="133014" y="80472"/>
                    <a:pt x="133750" y="80472"/>
                    <a:pt x="134509" y="80472"/>
                  </a:cubicBezTo>
                  <a:cubicBezTo>
                    <a:pt x="134483" y="79854"/>
                    <a:pt x="134458" y="79235"/>
                    <a:pt x="134431" y="78597"/>
                  </a:cubicBezTo>
                  <a:cubicBezTo>
                    <a:pt x="134411" y="77789"/>
                    <a:pt x="134391" y="76980"/>
                    <a:pt x="134370" y="76147"/>
                  </a:cubicBezTo>
                  <a:cubicBezTo>
                    <a:pt x="134344" y="75344"/>
                    <a:pt x="134318" y="74541"/>
                    <a:pt x="134291" y="73714"/>
                  </a:cubicBezTo>
                  <a:cubicBezTo>
                    <a:pt x="134509" y="71543"/>
                    <a:pt x="134509" y="71543"/>
                    <a:pt x="135611" y="70447"/>
                  </a:cubicBezTo>
                  <a:cubicBezTo>
                    <a:pt x="137793" y="68253"/>
                    <a:pt x="137106" y="64686"/>
                    <a:pt x="137184" y="61747"/>
                  </a:cubicBezTo>
                  <a:cubicBezTo>
                    <a:pt x="137283" y="61050"/>
                    <a:pt x="137383" y="60354"/>
                    <a:pt x="137486" y="59636"/>
                  </a:cubicBezTo>
                  <a:cubicBezTo>
                    <a:pt x="138223" y="59391"/>
                    <a:pt x="138959" y="59145"/>
                    <a:pt x="139718" y="58892"/>
                  </a:cubicBezTo>
                  <a:cubicBezTo>
                    <a:pt x="140101" y="56824"/>
                    <a:pt x="140101" y="56824"/>
                    <a:pt x="140137" y="54427"/>
                  </a:cubicBezTo>
                  <a:cubicBezTo>
                    <a:pt x="140233" y="51962"/>
                    <a:pt x="140233" y="51962"/>
                    <a:pt x="140462" y="49963"/>
                  </a:cubicBezTo>
                  <a:cubicBezTo>
                    <a:pt x="140954" y="49717"/>
                    <a:pt x="141445" y="49471"/>
                    <a:pt x="141951" y="49218"/>
                  </a:cubicBezTo>
                  <a:cubicBezTo>
                    <a:pt x="142261" y="47617"/>
                    <a:pt x="142498" y="46001"/>
                    <a:pt x="142695" y="44382"/>
                  </a:cubicBezTo>
                  <a:cubicBezTo>
                    <a:pt x="142892" y="42762"/>
                    <a:pt x="143129" y="41146"/>
                    <a:pt x="143439" y="39545"/>
                  </a:cubicBezTo>
                  <a:cubicBezTo>
                    <a:pt x="143930" y="39299"/>
                    <a:pt x="144421" y="39054"/>
                    <a:pt x="144927" y="38801"/>
                  </a:cubicBezTo>
                  <a:cubicBezTo>
                    <a:pt x="145277" y="36534"/>
                    <a:pt x="145277" y="36534"/>
                    <a:pt x="145392" y="33917"/>
                  </a:cubicBezTo>
                  <a:cubicBezTo>
                    <a:pt x="145448" y="33026"/>
                    <a:pt x="145504" y="32135"/>
                    <a:pt x="145561" y="31217"/>
                  </a:cubicBezTo>
                  <a:cubicBezTo>
                    <a:pt x="145616" y="30182"/>
                    <a:pt x="145616" y="30182"/>
                    <a:pt x="145671" y="29127"/>
                  </a:cubicBezTo>
                  <a:cubicBezTo>
                    <a:pt x="146163" y="29127"/>
                    <a:pt x="146654" y="29127"/>
                    <a:pt x="147160" y="29127"/>
                  </a:cubicBezTo>
                  <a:cubicBezTo>
                    <a:pt x="148382" y="26683"/>
                    <a:pt x="148160" y="23965"/>
                    <a:pt x="148293" y="21264"/>
                  </a:cubicBezTo>
                  <a:cubicBezTo>
                    <a:pt x="148410" y="20666"/>
                    <a:pt x="148527" y="20069"/>
                    <a:pt x="148648" y="19453"/>
                  </a:cubicBezTo>
                  <a:cubicBezTo>
                    <a:pt x="149385" y="19207"/>
                    <a:pt x="150121" y="18962"/>
                    <a:pt x="150880" y="18709"/>
                  </a:cubicBezTo>
                  <a:cubicBezTo>
                    <a:pt x="151263" y="16641"/>
                    <a:pt x="151263" y="16641"/>
                    <a:pt x="151299" y="14244"/>
                  </a:cubicBezTo>
                  <a:cubicBezTo>
                    <a:pt x="151395" y="11779"/>
                    <a:pt x="151395" y="11779"/>
                    <a:pt x="151625" y="9779"/>
                  </a:cubicBezTo>
                  <a:cubicBezTo>
                    <a:pt x="152116" y="9533"/>
                    <a:pt x="152607" y="9288"/>
                    <a:pt x="153113" y="9035"/>
                  </a:cubicBezTo>
                  <a:cubicBezTo>
                    <a:pt x="153461" y="7282"/>
                    <a:pt x="153461" y="7282"/>
                    <a:pt x="153578" y="5268"/>
                  </a:cubicBezTo>
                  <a:cubicBezTo>
                    <a:pt x="153634" y="4584"/>
                    <a:pt x="153689" y="3900"/>
                    <a:pt x="153747" y="3195"/>
                  </a:cubicBezTo>
                  <a:cubicBezTo>
                    <a:pt x="153801" y="2402"/>
                    <a:pt x="153801" y="2402"/>
                    <a:pt x="153857" y="1593"/>
                  </a:cubicBezTo>
                  <a:cubicBezTo>
                    <a:pt x="159248" y="1575"/>
                    <a:pt x="164639" y="1562"/>
                    <a:pt x="170031" y="1553"/>
                  </a:cubicBezTo>
                  <a:cubicBezTo>
                    <a:pt x="171866" y="1549"/>
                    <a:pt x="173702" y="1544"/>
                    <a:pt x="175538" y="1537"/>
                  </a:cubicBezTo>
                  <a:cubicBezTo>
                    <a:pt x="178170" y="1528"/>
                    <a:pt x="180802" y="1524"/>
                    <a:pt x="183434" y="1521"/>
                  </a:cubicBezTo>
                  <a:cubicBezTo>
                    <a:pt x="184260" y="1517"/>
                    <a:pt x="185086" y="1513"/>
                    <a:pt x="185938" y="1509"/>
                  </a:cubicBezTo>
                  <a:cubicBezTo>
                    <a:pt x="187077" y="1509"/>
                    <a:pt x="187077" y="1509"/>
                    <a:pt x="188240" y="1509"/>
                  </a:cubicBezTo>
                  <a:cubicBezTo>
                    <a:pt x="188912" y="1507"/>
                    <a:pt x="189585" y="1506"/>
                    <a:pt x="190278" y="1504"/>
                  </a:cubicBezTo>
                  <a:cubicBezTo>
                    <a:pt x="191808" y="1593"/>
                    <a:pt x="191808" y="1593"/>
                    <a:pt x="192552" y="2338"/>
                  </a:cubicBezTo>
                  <a:cubicBezTo>
                    <a:pt x="192626" y="3586"/>
                    <a:pt x="192647" y="4837"/>
                    <a:pt x="192648" y="6088"/>
                  </a:cubicBezTo>
                  <a:cubicBezTo>
                    <a:pt x="192650" y="6905"/>
                    <a:pt x="192653" y="7723"/>
                    <a:pt x="192655" y="8565"/>
                  </a:cubicBezTo>
                  <a:cubicBezTo>
                    <a:pt x="192654" y="9929"/>
                    <a:pt x="192654" y="9929"/>
                    <a:pt x="192652" y="11321"/>
                  </a:cubicBezTo>
                  <a:cubicBezTo>
                    <a:pt x="192653" y="12278"/>
                    <a:pt x="192655" y="13236"/>
                    <a:pt x="192657" y="14222"/>
                  </a:cubicBezTo>
                  <a:cubicBezTo>
                    <a:pt x="192661" y="16891"/>
                    <a:pt x="192661" y="19561"/>
                    <a:pt x="192660" y="22230"/>
                  </a:cubicBezTo>
                  <a:cubicBezTo>
                    <a:pt x="192660" y="25104"/>
                    <a:pt x="192664" y="27979"/>
                    <a:pt x="192668" y="30853"/>
                  </a:cubicBezTo>
                  <a:cubicBezTo>
                    <a:pt x="192674" y="36488"/>
                    <a:pt x="192676" y="42123"/>
                    <a:pt x="192677" y="47758"/>
                  </a:cubicBezTo>
                  <a:cubicBezTo>
                    <a:pt x="192677" y="52336"/>
                    <a:pt x="192678" y="56914"/>
                    <a:pt x="192681" y="61492"/>
                  </a:cubicBezTo>
                  <a:cubicBezTo>
                    <a:pt x="192687" y="74455"/>
                    <a:pt x="192691" y="87418"/>
                    <a:pt x="192690" y="100381"/>
                  </a:cubicBezTo>
                  <a:cubicBezTo>
                    <a:pt x="192690" y="101081"/>
                    <a:pt x="192690" y="101780"/>
                    <a:pt x="192690" y="102501"/>
                  </a:cubicBezTo>
                  <a:cubicBezTo>
                    <a:pt x="192690" y="103202"/>
                    <a:pt x="192690" y="103902"/>
                    <a:pt x="192690" y="104624"/>
                  </a:cubicBezTo>
                  <a:cubicBezTo>
                    <a:pt x="192690" y="115982"/>
                    <a:pt x="192697" y="127340"/>
                    <a:pt x="192707" y="138698"/>
                  </a:cubicBezTo>
                  <a:cubicBezTo>
                    <a:pt x="192718" y="150345"/>
                    <a:pt x="192723" y="161992"/>
                    <a:pt x="192723" y="173640"/>
                  </a:cubicBezTo>
                  <a:cubicBezTo>
                    <a:pt x="192722" y="180185"/>
                    <a:pt x="192724" y="186730"/>
                    <a:pt x="192732" y="193275"/>
                  </a:cubicBezTo>
                  <a:cubicBezTo>
                    <a:pt x="192739" y="198847"/>
                    <a:pt x="192741" y="204418"/>
                    <a:pt x="192736" y="209990"/>
                  </a:cubicBezTo>
                  <a:cubicBezTo>
                    <a:pt x="192733" y="212835"/>
                    <a:pt x="192733" y="215681"/>
                    <a:pt x="192740" y="218526"/>
                  </a:cubicBezTo>
                  <a:cubicBezTo>
                    <a:pt x="192747" y="221604"/>
                    <a:pt x="192742" y="224681"/>
                    <a:pt x="192736" y="227759"/>
                  </a:cubicBezTo>
                  <a:cubicBezTo>
                    <a:pt x="192740" y="228668"/>
                    <a:pt x="192744" y="229577"/>
                    <a:pt x="192748" y="230514"/>
                  </a:cubicBezTo>
                  <a:cubicBezTo>
                    <a:pt x="192744" y="231332"/>
                    <a:pt x="192741" y="232149"/>
                    <a:pt x="192737" y="232992"/>
                  </a:cubicBezTo>
                  <a:cubicBezTo>
                    <a:pt x="192738" y="234059"/>
                    <a:pt x="192738" y="234059"/>
                    <a:pt x="192738" y="235147"/>
                  </a:cubicBezTo>
                  <a:cubicBezTo>
                    <a:pt x="192677" y="235674"/>
                    <a:pt x="192615" y="236200"/>
                    <a:pt x="192552" y="236742"/>
                  </a:cubicBezTo>
                  <a:cubicBezTo>
                    <a:pt x="190321" y="237857"/>
                    <a:pt x="188273" y="237583"/>
                    <a:pt x="185788" y="237585"/>
                  </a:cubicBezTo>
                  <a:cubicBezTo>
                    <a:pt x="185006" y="237586"/>
                    <a:pt x="185006" y="237586"/>
                    <a:pt x="184209" y="237587"/>
                  </a:cubicBezTo>
                  <a:cubicBezTo>
                    <a:pt x="183106" y="237588"/>
                    <a:pt x="182003" y="237586"/>
                    <a:pt x="180901" y="237583"/>
                  </a:cubicBezTo>
                  <a:cubicBezTo>
                    <a:pt x="179214" y="237579"/>
                    <a:pt x="177527" y="237583"/>
                    <a:pt x="175840" y="237588"/>
                  </a:cubicBezTo>
                  <a:cubicBezTo>
                    <a:pt x="174768" y="237587"/>
                    <a:pt x="173697" y="237586"/>
                    <a:pt x="172626" y="237585"/>
                  </a:cubicBezTo>
                  <a:cubicBezTo>
                    <a:pt x="171650" y="237584"/>
                    <a:pt x="170673" y="237583"/>
                    <a:pt x="169667" y="237582"/>
                  </a:cubicBezTo>
                  <a:cubicBezTo>
                    <a:pt x="167252" y="237486"/>
                    <a:pt x="167252" y="237486"/>
                    <a:pt x="165019" y="236742"/>
                  </a:cubicBezTo>
                  <a:cubicBezTo>
                    <a:pt x="164787" y="234405"/>
                    <a:pt x="164710" y="232213"/>
                    <a:pt x="164722" y="229872"/>
                  </a:cubicBezTo>
                  <a:cubicBezTo>
                    <a:pt x="164715" y="228777"/>
                    <a:pt x="164715" y="228777"/>
                    <a:pt x="164707" y="227660"/>
                  </a:cubicBezTo>
                  <a:cubicBezTo>
                    <a:pt x="164693" y="225195"/>
                    <a:pt x="164695" y="222729"/>
                    <a:pt x="164697" y="220263"/>
                  </a:cubicBezTo>
                  <a:cubicBezTo>
                    <a:pt x="164691" y="218503"/>
                    <a:pt x="164683" y="216744"/>
                    <a:pt x="164674" y="214984"/>
                  </a:cubicBezTo>
                  <a:cubicBezTo>
                    <a:pt x="164656" y="210689"/>
                    <a:pt x="164648" y="206394"/>
                    <a:pt x="164644" y="202099"/>
                  </a:cubicBezTo>
                  <a:cubicBezTo>
                    <a:pt x="164639" y="197103"/>
                    <a:pt x="164622" y="192108"/>
                    <a:pt x="164603" y="187112"/>
                  </a:cubicBezTo>
                  <a:cubicBezTo>
                    <a:pt x="164571" y="178202"/>
                    <a:pt x="164549" y="169292"/>
                    <a:pt x="164533" y="160382"/>
                  </a:cubicBezTo>
                  <a:cubicBezTo>
                    <a:pt x="164517" y="151725"/>
                    <a:pt x="164497" y="143068"/>
                    <a:pt x="164470" y="134411"/>
                  </a:cubicBezTo>
                  <a:cubicBezTo>
                    <a:pt x="164469" y="133878"/>
                    <a:pt x="164467" y="133344"/>
                    <a:pt x="164465" y="132795"/>
                  </a:cubicBezTo>
                  <a:cubicBezTo>
                    <a:pt x="164457" y="130120"/>
                    <a:pt x="164449" y="127445"/>
                    <a:pt x="164440" y="124769"/>
                  </a:cubicBezTo>
                  <a:cubicBezTo>
                    <a:pt x="164371" y="102562"/>
                    <a:pt x="164318" y="80355"/>
                    <a:pt x="164275" y="58148"/>
                  </a:cubicBezTo>
                  <a:cubicBezTo>
                    <a:pt x="162942" y="60645"/>
                    <a:pt x="162524" y="62566"/>
                    <a:pt x="162322" y="65404"/>
                  </a:cubicBezTo>
                  <a:cubicBezTo>
                    <a:pt x="162238" y="66503"/>
                    <a:pt x="162238" y="66503"/>
                    <a:pt x="162153" y="67624"/>
                  </a:cubicBezTo>
                  <a:cubicBezTo>
                    <a:pt x="162098" y="68459"/>
                    <a:pt x="162098" y="68459"/>
                    <a:pt x="162043" y="69310"/>
                  </a:cubicBezTo>
                  <a:cubicBezTo>
                    <a:pt x="161306" y="69310"/>
                    <a:pt x="160569" y="69310"/>
                    <a:pt x="159810" y="69310"/>
                  </a:cubicBezTo>
                  <a:cubicBezTo>
                    <a:pt x="159565" y="72748"/>
                    <a:pt x="159319" y="76186"/>
                    <a:pt x="159066" y="79728"/>
                  </a:cubicBezTo>
                  <a:cubicBezTo>
                    <a:pt x="158329" y="79728"/>
                    <a:pt x="157593" y="79728"/>
                    <a:pt x="156834" y="79728"/>
                  </a:cubicBezTo>
                  <a:cubicBezTo>
                    <a:pt x="156834" y="83166"/>
                    <a:pt x="156834" y="86604"/>
                    <a:pt x="156834" y="90146"/>
                  </a:cubicBezTo>
                  <a:cubicBezTo>
                    <a:pt x="156097" y="89901"/>
                    <a:pt x="155360" y="89655"/>
                    <a:pt x="154601" y="89402"/>
                  </a:cubicBezTo>
                  <a:cubicBezTo>
                    <a:pt x="154356" y="92840"/>
                    <a:pt x="154110" y="96278"/>
                    <a:pt x="153857" y="99820"/>
                  </a:cubicBezTo>
                  <a:cubicBezTo>
                    <a:pt x="153120" y="99820"/>
                    <a:pt x="152384" y="99820"/>
                    <a:pt x="151625" y="99820"/>
                  </a:cubicBezTo>
                  <a:cubicBezTo>
                    <a:pt x="151570" y="100935"/>
                    <a:pt x="151570" y="100935"/>
                    <a:pt x="151514" y="102073"/>
                  </a:cubicBezTo>
                  <a:cubicBezTo>
                    <a:pt x="151458" y="103033"/>
                    <a:pt x="151403" y="103993"/>
                    <a:pt x="151346" y="104983"/>
                  </a:cubicBezTo>
                  <a:cubicBezTo>
                    <a:pt x="151294" y="105941"/>
                    <a:pt x="151242" y="106899"/>
                    <a:pt x="151189" y="107886"/>
                  </a:cubicBezTo>
                  <a:cubicBezTo>
                    <a:pt x="151087" y="108662"/>
                    <a:pt x="150985" y="109438"/>
                    <a:pt x="150880" y="110238"/>
                  </a:cubicBezTo>
                  <a:cubicBezTo>
                    <a:pt x="150389" y="110484"/>
                    <a:pt x="149898" y="110729"/>
                    <a:pt x="149392" y="110982"/>
                  </a:cubicBezTo>
                  <a:cubicBezTo>
                    <a:pt x="149127" y="113293"/>
                    <a:pt x="149061" y="115588"/>
                    <a:pt x="148976" y="117912"/>
                  </a:cubicBezTo>
                  <a:cubicBezTo>
                    <a:pt x="148814" y="118902"/>
                    <a:pt x="148814" y="118902"/>
                    <a:pt x="148648" y="119912"/>
                  </a:cubicBezTo>
                  <a:cubicBezTo>
                    <a:pt x="147911" y="120157"/>
                    <a:pt x="147175" y="120403"/>
                    <a:pt x="146416" y="120656"/>
                  </a:cubicBezTo>
                  <a:cubicBezTo>
                    <a:pt x="146061" y="122700"/>
                    <a:pt x="146061" y="122700"/>
                    <a:pt x="146043" y="125074"/>
                  </a:cubicBezTo>
                  <a:cubicBezTo>
                    <a:pt x="145974" y="127513"/>
                    <a:pt x="145974" y="127513"/>
                    <a:pt x="145671" y="129586"/>
                  </a:cubicBezTo>
                  <a:cubicBezTo>
                    <a:pt x="144935" y="130077"/>
                    <a:pt x="144198" y="130568"/>
                    <a:pt x="143439" y="131074"/>
                  </a:cubicBezTo>
                  <a:cubicBezTo>
                    <a:pt x="143004" y="133221"/>
                    <a:pt x="143004" y="133221"/>
                    <a:pt x="142927" y="135632"/>
                  </a:cubicBezTo>
                  <a:cubicBezTo>
                    <a:pt x="142854" y="136855"/>
                    <a:pt x="142854" y="136855"/>
                    <a:pt x="142779" y="138103"/>
                  </a:cubicBezTo>
                  <a:cubicBezTo>
                    <a:pt x="142751" y="138730"/>
                    <a:pt x="142724" y="139357"/>
                    <a:pt x="142695" y="140004"/>
                  </a:cubicBezTo>
                  <a:cubicBezTo>
                    <a:pt x="141958" y="140004"/>
                    <a:pt x="141221" y="140004"/>
                    <a:pt x="140462" y="140004"/>
                  </a:cubicBezTo>
                  <a:cubicBezTo>
                    <a:pt x="140488" y="140693"/>
                    <a:pt x="140514" y="141383"/>
                    <a:pt x="140541" y="142094"/>
                  </a:cubicBezTo>
                  <a:cubicBezTo>
                    <a:pt x="140561" y="142985"/>
                    <a:pt x="140581" y="143876"/>
                    <a:pt x="140602" y="144794"/>
                  </a:cubicBezTo>
                  <a:cubicBezTo>
                    <a:pt x="140628" y="145683"/>
                    <a:pt x="140654" y="146572"/>
                    <a:pt x="140680" y="147489"/>
                  </a:cubicBezTo>
                  <a:cubicBezTo>
                    <a:pt x="140609" y="148211"/>
                    <a:pt x="140537" y="148933"/>
                    <a:pt x="140462" y="149677"/>
                  </a:cubicBezTo>
                  <a:cubicBezTo>
                    <a:pt x="139726" y="149923"/>
                    <a:pt x="138989" y="150169"/>
                    <a:pt x="138230" y="150422"/>
                  </a:cubicBezTo>
                  <a:cubicBezTo>
                    <a:pt x="137790" y="152684"/>
                    <a:pt x="137790" y="152684"/>
                    <a:pt x="137718" y="155305"/>
                  </a:cubicBezTo>
                  <a:cubicBezTo>
                    <a:pt x="137645" y="156642"/>
                    <a:pt x="137645" y="156642"/>
                    <a:pt x="137570" y="158005"/>
                  </a:cubicBezTo>
                  <a:cubicBezTo>
                    <a:pt x="137528" y="159040"/>
                    <a:pt x="137528" y="159040"/>
                    <a:pt x="137486" y="160095"/>
                  </a:cubicBezTo>
                  <a:cubicBezTo>
                    <a:pt x="136995" y="160095"/>
                    <a:pt x="136504" y="160095"/>
                    <a:pt x="135998" y="160095"/>
                  </a:cubicBezTo>
                  <a:cubicBezTo>
                    <a:pt x="134776" y="162539"/>
                    <a:pt x="134997" y="165257"/>
                    <a:pt x="134864" y="167958"/>
                  </a:cubicBezTo>
                  <a:cubicBezTo>
                    <a:pt x="134747" y="168556"/>
                    <a:pt x="134630" y="169154"/>
                    <a:pt x="134509" y="169769"/>
                  </a:cubicBezTo>
                  <a:cubicBezTo>
                    <a:pt x="133773" y="170015"/>
                    <a:pt x="133036" y="170260"/>
                    <a:pt x="132277" y="170513"/>
                  </a:cubicBezTo>
                  <a:cubicBezTo>
                    <a:pt x="132004" y="172954"/>
                    <a:pt x="132004" y="172954"/>
                    <a:pt x="132137" y="175769"/>
                  </a:cubicBezTo>
                  <a:cubicBezTo>
                    <a:pt x="132158" y="176729"/>
                    <a:pt x="132178" y="177689"/>
                    <a:pt x="132198" y="178679"/>
                  </a:cubicBezTo>
                  <a:cubicBezTo>
                    <a:pt x="132224" y="179422"/>
                    <a:pt x="132250" y="180165"/>
                    <a:pt x="132277" y="180931"/>
                  </a:cubicBezTo>
                  <a:cubicBezTo>
                    <a:pt x="131540" y="180686"/>
                    <a:pt x="130803" y="180440"/>
                    <a:pt x="130044" y="180187"/>
                  </a:cubicBezTo>
                  <a:cubicBezTo>
                    <a:pt x="129799" y="183380"/>
                    <a:pt x="129553" y="186572"/>
                    <a:pt x="129300" y="189861"/>
                  </a:cubicBezTo>
                  <a:cubicBezTo>
                    <a:pt x="128564" y="189861"/>
                    <a:pt x="127827" y="189861"/>
                    <a:pt x="127068" y="189861"/>
                  </a:cubicBezTo>
                  <a:cubicBezTo>
                    <a:pt x="126822" y="193053"/>
                    <a:pt x="126577" y="196246"/>
                    <a:pt x="126324" y="199535"/>
                  </a:cubicBezTo>
                  <a:cubicBezTo>
                    <a:pt x="125833" y="199535"/>
                    <a:pt x="125341" y="199535"/>
                    <a:pt x="124835" y="199535"/>
                  </a:cubicBezTo>
                  <a:cubicBezTo>
                    <a:pt x="124808" y="200225"/>
                    <a:pt x="124780" y="200914"/>
                    <a:pt x="124751" y="201625"/>
                  </a:cubicBezTo>
                  <a:cubicBezTo>
                    <a:pt x="124678" y="202962"/>
                    <a:pt x="124678" y="202962"/>
                    <a:pt x="124603" y="204325"/>
                  </a:cubicBezTo>
                  <a:cubicBezTo>
                    <a:pt x="124560" y="205214"/>
                    <a:pt x="124517" y="206104"/>
                    <a:pt x="124472" y="207020"/>
                  </a:cubicBezTo>
                  <a:cubicBezTo>
                    <a:pt x="124346" y="207742"/>
                    <a:pt x="124221" y="208464"/>
                    <a:pt x="124091" y="209209"/>
                  </a:cubicBezTo>
                  <a:cubicBezTo>
                    <a:pt x="123355" y="209454"/>
                    <a:pt x="122618" y="209700"/>
                    <a:pt x="121859" y="209953"/>
                  </a:cubicBezTo>
                  <a:cubicBezTo>
                    <a:pt x="121419" y="212215"/>
                    <a:pt x="121419" y="212215"/>
                    <a:pt x="121347" y="214836"/>
                  </a:cubicBezTo>
                  <a:cubicBezTo>
                    <a:pt x="121274" y="216173"/>
                    <a:pt x="121274" y="216173"/>
                    <a:pt x="121199" y="217537"/>
                  </a:cubicBezTo>
                  <a:cubicBezTo>
                    <a:pt x="121171" y="218226"/>
                    <a:pt x="121143" y="218916"/>
                    <a:pt x="121115" y="219627"/>
                  </a:cubicBezTo>
                  <a:cubicBezTo>
                    <a:pt x="120378" y="219627"/>
                    <a:pt x="119641" y="219627"/>
                    <a:pt x="118882" y="219627"/>
                  </a:cubicBezTo>
                  <a:cubicBezTo>
                    <a:pt x="118828" y="220661"/>
                    <a:pt x="118828" y="220661"/>
                    <a:pt x="118772" y="221717"/>
                  </a:cubicBezTo>
                  <a:cubicBezTo>
                    <a:pt x="118716" y="222608"/>
                    <a:pt x="118661" y="223499"/>
                    <a:pt x="118603" y="224417"/>
                  </a:cubicBezTo>
                  <a:cubicBezTo>
                    <a:pt x="118552" y="225306"/>
                    <a:pt x="118500" y="226196"/>
                    <a:pt x="118446" y="227112"/>
                  </a:cubicBezTo>
                  <a:cubicBezTo>
                    <a:pt x="118345" y="227834"/>
                    <a:pt x="118243" y="228556"/>
                    <a:pt x="118138" y="229300"/>
                  </a:cubicBezTo>
                  <a:cubicBezTo>
                    <a:pt x="117647" y="229546"/>
                    <a:pt x="117156" y="229792"/>
                    <a:pt x="116650" y="230045"/>
                  </a:cubicBezTo>
                  <a:cubicBezTo>
                    <a:pt x="116387" y="231775"/>
                    <a:pt x="116320" y="233483"/>
                    <a:pt x="116234" y="235230"/>
                  </a:cubicBezTo>
                  <a:cubicBezTo>
                    <a:pt x="116126" y="235729"/>
                    <a:pt x="116017" y="236228"/>
                    <a:pt x="115906" y="236742"/>
                  </a:cubicBezTo>
                  <a:cubicBezTo>
                    <a:pt x="113247" y="237628"/>
                    <a:pt x="111104" y="237582"/>
                    <a:pt x="108299" y="237585"/>
                  </a:cubicBezTo>
                  <a:cubicBezTo>
                    <a:pt x="107516" y="237586"/>
                    <a:pt x="107516" y="237586"/>
                    <a:pt x="106717" y="237587"/>
                  </a:cubicBezTo>
                  <a:cubicBezTo>
                    <a:pt x="105616" y="237588"/>
                    <a:pt x="104514" y="237586"/>
                    <a:pt x="103413" y="237583"/>
                  </a:cubicBezTo>
                  <a:cubicBezTo>
                    <a:pt x="101724" y="237579"/>
                    <a:pt x="100036" y="237583"/>
                    <a:pt x="98347" y="237588"/>
                  </a:cubicBezTo>
                  <a:cubicBezTo>
                    <a:pt x="97277" y="237587"/>
                    <a:pt x="96207" y="237586"/>
                    <a:pt x="95137" y="237585"/>
                  </a:cubicBezTo>
                  <a:cubicBezTo>
                    <a:pt x="94161" y="237584"/>
                    <a:pt x="93185" y="237583"/>
                    <a:pt x="92180" y="237582"/>
                  </a:cubicBezTo>
                  <a:cubicBezTo>
                    <a:pt x="89861" y="237486"/>
                    <a:pt x="89861" y="237486"/>
                    <a:pt x="88373" y="236742"/>
                  </a:cubicBezTo>
                  <a:cubicBezTo>
                    <a:pt x="88265" y="235882"/>
                    <a:pt x="88158" y="235023"/>
                    <a:pt x="88047" y="234137"/>
                  </a:cubicBezTo>
                  <a:cubicBezTo>
                    <a:pt x="87909" y="233278"/>
                    <a:pt x="87771" y="232418"/>
                    <a:pt x="87628" y="231533"/>
                  </a:cubicBezTo>
                  <a:cubicBezTo>
                    <a:pt x="86892" y="231287"/>
                    <a:pt x="86155" y="231042"/>
                    <a:pt x="85396" y="230789"/>
                  </a:cubicBezTo>
                  <a:cubicBezTo>
                    <a:pt x="85068" y="228626"/>
                    <a:pt x="85068" y="228626"/>
                    <a:pt x="84977" y="225952"/>
                  </a:cubicBezTo>
                  <a:cubicBezTo>
                    <a:pt x="84920" y="224337"/>
                    <a:pt x="84823" y="222722"/>
                    <a:pt x="84652" y="221115"/>
                  </a:cubicBezTo>
                  <a:cubicBezTo>
                    <a:pt x="84161" y="220869"/>
                    <a:pt x="83670" y="220624"/>
                    <a:pt x="83164" y="220371"/>
                  </a:cubicBezTo>
                  <a:cubicBezTo>
                    <a:pt x="82855" y="218345"/>
                    <a:pt x="82855" y="218345"/>
                    <a:pt x="82699" y="215859"/>
                  </a:cubicBezTo>
                  <a:cubicBezTo>
                    <a:pt x="82615" y="214626"/>
                    <a:pt x="82615" y="214626"/>
                    <a:pt x="82530" y="213368"/>
                  </a:cubicBezTo>
                  <a:cubicBezTo>
                    <a:pt x="82493" y="212732"/>
                    <a:pt x="82457" y="212096"/>
                    <a:pt x="82419" y="211441"/>
                  </a:cubicBezTo>
                  <a:cubicBezTo>
                    <a:pt x="81683" y="211441"/>
                    <a:pt x="80946" y="211441"/>
                    <a:pt x="80187" y="211441"/>
                  </a:cubicBezTo>
                  <a:cubicBezTo>
                    <a:pt x="80159" y="210751"/>
                    <a:pt x="80131" y="210062"/>
                    <a:pt x="80103" y="209351"/>
                  </a:cubicBezTo>
                  <a:cubicBezTo>
                    <a:pt x="80054" y="208460"/>
                    <a:pt x="80005" y="207569"/>
                    <a:pt x="79955" y="206651"/>
                  </a:cubicBezTo>
                  <a:cubicBezTo>
                    <a:pt x="79911" y="205762"/>
                    <a:pt x="79868" y="204872"/>
                    <a:pt x="79824" y="203956"/>
                  </a:cubicBezTo>
                  <a:cubicBezTo>
                    <a:pt x="79698" y="203234"/>
                    <a:pt x="79572" y="202511"/>
                    <a:pt x="79443" y="201767"/>
                  </a:cubicBezTo>
                  <a:cubicBezTo>
                    <a:pt x="78706" y="201522"/>
                    <a:pt x="77970" y="201276"/>
                    <a:pt x="77210" y="201023"/>
                  </a:cubicBezTo>
                  <a:cubicBezTo>
                    <a:pt x="76882" y="198860"/>
                    <a:pt x="76882" y="198860"/>
                    <a:pt x="76792" y="196186"/>
                  </a:cubicBezTo>
                  <a:cubicBezTo>
                    <a:pt x="76734" y="194571"/>
                    <a:pt x="76637" y="192956"/>
                    <a:pt x="76466" y="191349"/>
                  </a:cubicBezTo>
                  <a:cubicBezTo>
                    <a:pt x="75975" y="191104"/>
                    <a:pt x="75484" y="190858"/>
                    <a:pt x="74978" y="190605"/>
                  </a:cubicBezTo>
                  <a:cubicBezTo>
                    <a:pt x="74712" y="188319"/>
                    <a:pt x="74647" y="186048"/>
                    <a:pt x="74562" y="183748"/>
                  </a:cubicBezTo>
                  <a:cubicBezTo>
                    <a:pt x="74454" y="183064"/>
                    <a:pt x="74346" y="182380"/>
                    <a:pt x="74234" y="181675"/>
                  </a:cubicBezTo>
                  <a:cubicBezTo>
                    <a:pt x="73129" y="180939"/>
                    <a:pt x="73129" y="180939"/>
                    <a:pt x="72002" y="180187"/>
                  </a:cubicBezTo>
                  <a:cubicBezTo>
                    <a:pt x="71621" y="177763"/>
                    <a:pt x="71621" y="177763"/>
                    <a:pt x="71490" y="174885"/>
                  </a:cubicBezTo>
                  <a:cubicBezTo>
                    <a:pt x="71441" y="173932"/>
                    <a:pt x="71392" y="172978"/>
                    <a:pt x="71342" y="171996"/>
                  </a:cubicBezTo>
                  <a:cubicBezTo>
                    <a:pt x="71300" y="170894"/>
                    <a:pt x="71300" y="170894"/>
                    <a:pt x="71257" y="169769"/>
                  </a:cubicBezTo>
                  <a:cubicBezTo>
                    <a:pt x="70521" y="169769"/>
                    <a:pt x="69784" y="169769"/>
                    <a:pt x="69025" y="169769"/>
                  </a:cubicBezTo>
                  <a:cubicBezTo>
                    <a:pt x="68988" y="169133"/>
                    <a:pt x="68952" y="168497"/>
                    <a:pt x="68914" y="167842"/>
                  </a:cubicBezTo>
                  <a:cubicBezTo>
                    <a:pt x="68831" y="166609"/>
                    <a:pt x="68831" y="166609"/>
                    <a:pt x="68746" y="165351"/>
                  </a:cubicBezTo>
                  <a:cubicBezTo>
                    <a:pt x="68668" y="164121"/>
                    <a:pt x="68668" y="164121"/>
                    <a:pt x="68589" y="162866"/>
                  </a:cubicBezTo>
                  <a:cubicBezTo>
                    <a:pt x="68487" y="162197"/>
                    <a:pt x="68386" y="161528"/>
                    <a:pt x="68281" y="160840"/>
                  </a:cubicBezTo>
                  <a:cubicBezTo>
                    <a:pt x="67790" y="160594"/>
                    <a:pt x="67299" y="160348"/>
                    <a:pt x="66793" y="160095"/>
                  </a:cubicBezTo>
                  <a:cubicBezTo>
                    <a:pt x="66527" y="157785"/>
                    <a:pt x="66462" y="155490"/>
                    <a:pt x="66377" y="153166"/>
                  </a:cubicBezTo>
                  <a:cubicBezTo>
                    <a:pt x="66268" y="152506"/>
                    <a:pt x="66160" y="151846"/>
                    <a:pt x="66048" y="151166"/>
                  </a:cubicBezTo>
                  <a:cubicBezTo>
                    <a:pt x="65312" y="150920"/>
                    <a:pt x="64575" y="150675"/>
                    <a:pt x="63816" y="150422"/>
                  </a:cubicBezTo>
                  <a:cubicBezTo>
                    <a:pt x="63465" y="147911"/>
                    <a:pt x="63440" y="145444"/>
                    <a:pt x="63374" y="142910"/>
                  </a:cubicBezTo>
                  <a:cubicBezTo>
                    <a:pt x="63274" y="142197"/>
                    <a:pt x="63175" y="141483"/>
                    <a:pt x="63072" y="140748"/>
                  </a:cubicBezTo>
                  <a:cubicBezTo>
                    <a:pt x="62335" y="140502"/>
                    <a:pt x="61598" y="140257"/>
                    <a:pt x="60839" y="140004"/>
                  </a:cubicBezTo>
                  <a:cubicBezTo>
                    <a:pt x="60511" y="137841"/>
                    <a:pt x="60511" y="137841"/>
                    <a:pt x="60421" y="135167"/>
                  </a:cubicBezTo>
                  <a:cubicBezTo>
                    <a:pt x="60363" y="133552"/>
                    <a:pt x="60266" y="131937"/>
                    <a:pt x="60095" y="130330"/>
                  </a:cubicBezTo>
                  <a:cubicBezTo>
                    <a:pt x="59604" y="130084"/>
                    <a:pt x="59113" y="129839"/>
                    <a:pt x="58607" y="129586"/>
                  </a:cubicBezTo>
                  <a:cubicBezTo>
                    <a:pt x="58342" y="127275"/>
                    <a:pt x="58276" y="124980"/>
                    <a:pt x="58191" y="122656"/>
                  </a:cubicBezTo>
                  <a:cubicBezTo>
                    <a:pt x="58083" y="121996"/>
                    <a:pt x="57975" y="121336"/>
                    <a:pt x="57863" y="120656"/>
                  </a:cubicBezTo>
                  <a:cubicBezTo>
                    <a:pt x="57126" y="120410"/>
                    <a:pt x="56389" y="120165"/>
                    <a:pt x="55630" y="119912"/>
                  </a:cubicBezTo>
                  <a:cubicBezTo>
                    <a:pt x="55280" y="117594"/>
                    <a:pt x="55255" y="115324"/>
                    <a:pt x="55189" y="112982"/>
                  </a:cubicBezTo>
                  <a:cubicBezTo>
                    <a:pt x="55039" y="111992"/>
                    <a:pt x="55039" y="111992"/>
                    <a:pt x="54886" y="110982"/>
                  </a:cubicBezTo>
                  <a:cubicBezTo>
                    <a:pt x="54150" y="110737"/>
                    <a:pt x="53413" y="110491"/>
                    <a:pt x="52654" y="110238"/>
                  </a:cubicBezTo>
                  <a:cubicBezTo>
                    <a:pt x="52325" y="108075"/>
                    <a:pt x="52325" y="108075"/>
                    <a:pt x="52235" y="105401"/>
                  </a:cubicBezTo>
                  <a:cubicBezTo>
                    <a:pt x="52177" y="103786"/>
                    <a:pt x="52080" y="102171"/>
                    <a:pt x="51910" y="100564"/>
                  </a:cubicBezTo>
                  <a:cubicBezTo>
                    <a:pt x="51419" y="100319"/>
                    <a:pt x="50927" y="100073"/>
                    <a:pt x="50421" y="99820"/>
                  </a:cubicBezTo>
                  <a:cubicBezTo>
                    <a:pt x="49939" y="97327"/>
                    <a:pt x="49659" y="94830"/>
                    <a:pt x="49352" y="92309"/>
                  </a:cubicBezTo>
                  <a:cubicBezTo>
                    <a:pt x="49214" y="91595"/>
                    <a:pt x="49075" y="90882"/>
                    <a:pt x="48933" y="90146"/>
                  </a:cubicBezTo>
                  <a:cubicBezTo>
                    <a:pt x="48196" y="89778"/>
                    <a:pt x="48196" y="89778"/>
                    <a:pt x="47445" y="89402"/>
                  </a:cubicBezTo>
                  <a:cubicBezTo>
                    <a:pt x="47180" y="87091"/>
                    <a:pt x="47114" y="84796"/>
                    <a:pt x="47029" y="82472"/>
                  </a:cubicBezTo>
                  <a:cubicBezTo>
                    <a:pt x="46921" y="81812"/>
                    <a:pt x="46812" y="81152"/>
                    <a:pt x="46701" y="80472"/>
                  </a:cubicBezTo>
                  <a:cubicBezTo>
                    <a:pt x="45964" y="80227"/>
                    <a:pt x="45227" y="79981"/>
                    <a:pt x="44468" y="79728"/>
                  </a:cubicBezTo>
                  <a:cubicBezTo>
                    <a:pt x="44250" y="77377"/>
                    <a:pt x="44250" y="77377"/>
                    <a:pt x="44329" y="74473"/>
                  </a:cubicBezTo>
                  <a:cubicBezTo>
                    <a:pt x="44359" y="73032"/>
                    <a:pt x="44359" y="73032"/>
                    <a:pt x="44390" y="71563"/>
                  </a:cubicBezTo>
                  <a:cubicBezTo>
                    <a:pt x="44416" y="70820"/>
                    <a:pt x="44442" y="70076"/>
                    <a:pt x="44468" y="69310"/>
                  </a:cubicBezTo>
                  <a:cubicBezTo>
                    <a:pt x="43732" y="69310"/>
                    <a:pt x="42995" y="69310"/>
                    <a:pt x="42236" y="69310"/>
                  </a:cubicBezTo>
                  <a:cubicBezTo>
                    <a:pt x="42199" y="68754"/>
                    <a:pt x="42163" y="68198"/>
                    <a:pt x="42125" y="67624"/>
                  </a:cubicBezTo>
                  <a:cubicBezTo>
                    <a:pt x="42070" y="66891"/>
                    <a:pt x="42014" y="66159"/>
                    <a:pt x="41957" y="65404"/>
                  </a:cubicBezTo>
                  <a:cubicBezTo>
                    <a:pt x="41879" y="64316"/>
                    <a:pt x="41879" y="64316"/>
                    <a:pt x="41800" y="63206"/>
                  </a:cubicBezTo>
                  <a:cubicBezTo>
                    <a:pt x="41500" y="61180"/>
                    <a:pt x="40955" y="59931"/>
                    <a:pt x="40003" y="58148"/>
                  </a:cubicBezTo>
                  <a:cubicBezTo>
                    <a:pt x="40002" y="59068"/>
                    <a:pt x="40000" y="59988"/>
                    <a:pt x="39998" y="60935"/>
                  </a:cubicBezTo>
                  <a:cubicBezTo>
                    <a:pt x="39955" y="82745"/>
                    <a:pt x="39901" y="104555"/>
                    <a:pt x="39833" y="126366"/>
                  </a:cubicBezTo>
                  <a:cubicBezTo>
                    <a:pt x="39825" y="129047"/>
                    <a:pt x="39816" y="131729"/>
                    <a:pt x="39808" y="134411"/>
                  </a:cubicBezTo>
                  <a:cubicBezTo>
                    <a:pt x="39807" y="134945"/>
                    <a:pt x="39805" y="135479"/>
                    <a:pt x="39803" y="136029"/>
                  </a:cubicBezTo>
                  <a:cubicBezTo>
                    <a:pt x="39777" y="144685"/>
                    <a:pt x="39758" y="153341"/>
                    <a:pt x="39743" y="161998"/>
                  </a:cubicBezTo>
                  <a:cubicBezTo>
                    <a:pt x="39727" y="170873"/>
                    <a:pt x="39702" y="179749"/>
                    <a:pt x="39670" y="188624"/>
                  </a:cubicBezTo>
                  <a:cubicBezTo>
                    <a:pt x="39652" y="193612"/>
                    <a:pt x="39638" y="198600"/>
                    <a:pt x="39633" y="203588"/>
                  </a:cubicBezTo>
                  <a:cubicBezTo>
                    <a:pt x="39629" y="208277"/>
                    <a:pt x="39614" y="212966"/>
                    <a:pt x="39591" y="217655"/>
                  </a:cubicBezTo>
                  <a:cubicBezTo>
                    <a:pt x="39584" y="219382"/>
                    <a:pt x="39582" y="221108"/>
                    <a:pt x="39583" y="222834"/>
                  </a:cubicBezTo>
                  <a:cubicBezTo>
                    <a:pt x="39584" y="225181"/>
                    <a:pt x="39572" y="227526"/>
                    <a:pt x="39556" y="229872"/>
                  </a:cubicBezTo>
                  <a:cubicBezTo>
                    <a:pt x="39560" y="230565"/>
                    <a:pt x="39563" y="231258"/>
                    <a:pt x="39567" y="231971"/>
                  </a:cubicBezTo>
                  <a:cubicBezTo>
                    <a:pt x="39546" y="233861"/>
                    <a:pt x="39546" y="233861"/>
                    <a:pt x="39259" y="236742"/>
                  </a:cubicBezTo>
                  <a:cubicBezTo>
                    <a:pt x="36601" y="237628"/>
                    <a:pt x="34458" y="237582"/>
                    <a:pt x="31652" y="237585"/>
                  </a:cubicBezTo>
                  <a:cubicBezTo>
                    <a:pt x="30869" y="237586"/>
                    <a:pt x="30869" y="237586"/>
                    <a:pt x="30071" y="237587"/>
                  </a:cubicBezTo>
                  <a:cubicBezTo>
                    <a:pt x="28969" y="237588"/>
                    <a:pt x="27868" y="237586"/>
                    <a:pt x="26766" y="237583"/>
                  </a:cubicBezTo>
                  <a:cubicBezTo>
                    <a:pt x="25078" y="237579"/>
                    <a:pt x="23389" y="237583"/>
                    <a:pt x="21701" y="237588"/>
                  </a:cubicBezTo>
                  <a:cubicBezTo>
                    <a:pt x="20631" y="237587"/>
                    <a:pt x="19560" y="237586"/>
                    <a:pt x="18490" y="237585"/>
                  </a:cubicBezTo>
                  <a:cubicBezTo>
                    <a:pt x="17515" y="237584"/>
                    <a:pt x="16539" y="237583"/>
                    <a:pt x="15534" y="237582"/>
                  </a:cubicBezTo>
                  <a:cubicBezTo>
                    <a:pt x="13214" y="237486"/>
                    <a:pt x="13214" y="237486"/>
                    <a:pt x="11726" y="236742"/>
                  </a:cubicBezTo>
                  <a:cubicBezTo>
                    <a:pt x="11541" y="235142"/>
                    <a:pt x="11541" y="235142"/>
                    <a:pt x="11543" y="232978"/>
                  </a:cubicBezTo>
                  <a:cubicBezTo>
                    <a:pt x="11540" y="232157"/>
                    <a:pt x="11537" y="231337"/>
                    <a:pt x="11534" y="230491"/>
                  </a:cubicBezTo>
                  <a:cubicBezTo>
                    <a:pt x="11538" y="229578"/>
                    <a:pt x="11543" y="228666"/>
                    <a:pt x="11547" y="227725"/>
                  </a:cubicBezTo>
                  <a:cubicBezTo>
                    <a:pt x="11546" y="226764"/>
                    <a:pt x="11545" y="225804"/>
                    <a:pt x="11543" y="224814"/>
                  </a:cubicBezTo>
                  <a:cubicBezTo>
                    <a:pt x="11540" y="222134"/>
                    <a:pt x="11546" y="219455"/>
                    <a:pt x="11553" y="216775"/>
                  </a:cubicBezTo>
                  <a:cubicBezTo>
                    <a:pt x="11560" y="213891"/>
                    <a:pt x="11558" y="211006"/>
                    <a:pt x="11556" y="208121"/>
                  </a:cubicBezTo>
                  <a:cubicBezTo>
                    <a:pt x="11556" y="203119"/>
                    <a:pt x="11560" y="198117"/>
                    <a:pt x="11569" y="193115"/>
                  </a:cubicBezTo>
                  <a:cubicBezTo>
                    <a:pt x="11581" y="185882"/>
                    <a:pt x="11585" y="178650"/>
                    <a:pt x="11587" y="171418"/>
                  </a:cubicBezTo>
                  <a:cubicBezTo>
                    <a:pt x="11590" y="159685"/>
                    <a:pt x="11600" y="147952"/>
                    <a:pt x="11614" y="136220"/>
                  </a:cubicBezTo>
                  <a:cubicBezTo>
                    <a:pt x="11627" y="124819"/>
                    <a:pt x="11638" y="113419"/>
                    <a:pt x="11644" y="102019"/>
                  </a:cubicBezTo>
                  <a:cubicBezTo>
                    <a:pt x="11645" y="100966"/>
                    <a:pt x="11645" y="100966"/>
                    <a:pt x="11646" y="99891"/>
                  </a:cubicBezTo>
                  <a:cubicBezTo>
                    <a:pt x="11647" y="96368"/>
                    <a:pt x="11649" y="92846"/>
                    <a:pt x="11651" y="89323"/>
                  </a:cubicBezTo>
                  <a:cubicBezTo>
                    <a:pt x="11667" y="60080"/>
                    <a:pt x="11693" y="30837"/>
                    <a:pt x="11726" y="1593"/>
                  </a:cubicBezTo>
                  <a:close/>
                </a:path>
              </a:pathLst>
            </a:custGeom>
            <a:grpFill/>
            <a:ln w="744" cap="flat">
              <a:noFill/>
              <a:prstDash val="solid"/>
              <a:miter/>
            </a:ln>
          </p:spPr>
          <p:txBody>
            <a:bodyPr rtlCol="0" anchor="ctr"/>
            <a:lstStyle/>
            <a:p>
              <a:endParaRPr lang="zh-CN" altLang="en-US"/>
            </a:p>
          </p:txBody>
        </p:sp>
        <p:sp>
          <p:nvSpPr>
            <p:cNvPr id="120" name="任意多边形: 形状 119"/>
            <p:cNvSpPr/>
            <p:nvPr/>
          </p:nvSpPr>
          <p:spPr>
            <a:xfrm>
              <a:off x="10889192" y="613821"/>
              <a:ext cx="189076" cy="276820"/>
            </a:xfrm>
            <a:custGeom>
              <a:avLst/>
              <a:gdLst>
                <a:gd name="connsiteX0" fmla="*/ 136475 w 189076"/>
                <a:gd name="connsiteY0" fmla="*/ 457 h 276820"/>
                <a:gd name="connsiteX1" fmla="*/ 143172 w 189076"/>
                <a:gd name="connsiteY1" fmla="*/ 457 h 276820"/>
                <a:gd name="connsiteX2" fmla="*/ 143172 w 189076"/>
                <a:gd name="connsiteY2" fmla="*/ 3434 h 276820"/>
                <a:gd name="connsiteX3" fmla="*/ 144911 w 189076"/>
                <a:gd name="connsiteY3" fmla="*/ 3407 h 276820"/>
                <a:gd name="connsiteX4" fmla="*/ 147172 w 189076"/>
                <a:gd name="connsiteY4" fmla="*/ 3387 h 276820"/>
                <a:gd name="connsiteX5" fmla="*/ 149422 w 189076"/>
                <a:gd name="connsiteY5" fmla="*/ 3361 h 276820"/>
                <a:gd name="connsiteX6" fmla="*/ 152846 w 189076"/>
                <a:gd name="connsiteY6" fmla="*/ 4178 h 276820"/>
                <a:gd name="connsiteX7" fmla="*/ 152846 w 189076"/>
                <a:gd name="connsiteY7" fmla="*/ 6410 h 276820"/>
                <a:gd name="connsiteX8" fmla="*/ 154936 w 189076"/>
                <a:gd name="connsiteY8" fmla="*/ 6468 h 276820"/>
                <a:gd name="connsiteX9" fmla="*/ 157637 w 189076"/>
                <a:gd name="connsiteY9" fmla="*/ 6596 h 276820"/>
                <a:gd name="connsiteX10" fmla="*/ 160331 w 189076"/>
                <a:gd name="connsiteY10" fmla="*/ 6701 h 276820"/>
                <a:gd name="connsiteX11" fmla="*/ 162520 w 189076"/>
                <a:gd name="connsiteY11" fmla="*/ 7154 h 276820"/>
                <a:gd name="connsiteX12" fmla="*/ 163264 w 189076"/>
                <a:gd name="connsiteY12" fmla="*/ 10131 h 276820"/>
                <a:gd name="connsiteX13" fmla="*/ 167729 w 189076"/>
                <a:gd name="connsiteY13" fmla="*/ 10549 h 276820"/>
                <a:gd name="connsiteX14" fmla="*/ 172194 w 189076"/>
                <a:gd name="connsiteY14" fmla="*/ 10875 h 276820"/>
                <a:gd name="connsiteX15" fmla="*/ 172938 w 189076"/>
                <a:gd name="connsiteY15" fmla="*/ 13107 h 276820"/>
                <a:gd name="connsiteX16" fmla="*/ 179286 w 189076"/>
                <a:gd name="connsiteY16" fmla="*/ 13477 h 276820"/>
                <a:gd name="connsiteX17" fmla="*/ 181124 w 189076"/>
                <a:gd name="connsiteY17" fmla="*/ 13852 h 276820"/>
                <a:gd name="connsiteX18" fmla="*/ 181446 w 189076"/>
                <a:gd name="connsiteY18" fmla="*/ 15331 h 276820"/>
                <a:gd name="connsiteX19" fmla="*/ 181868 w 189076"/>
                <a:gd name="connsiteY19" fmla="*/ 16828 h 276820"/>
                <a:gd name="connsiteX20" fmla="*/ 186751 w 189076"/>
                <a:gd name="connsiteY20" fmla="*/ 17386 h 276820"/>
                <a:gd name="connsiteX21" fmla="*/ 189452 w 189076"/>
                <a:gd name="connsiteY21" fmla="*/ 17514 h 276820"/>
                <a:gd name="connsiteX22" fmla="*/ 191542 w 189076"/>
                <a:gd name="connsiteY22" fmla="*/ 17572 h 276820"/>
                <a:gd name="connsiteX23" fmla="*/ 191542 w 189076"/>
                <a:gd name="connsiteY23" fmla="*/ 19805 h 276820"/>
                <a:gd name="connsiteX24" fmla="*/ 197634 w 189076"/>
                <a:gd name="connsiteY24" fmla="*/ 20363 h 276820"/>
                <a:gd name="connsiteX25" fmla="*/ 199727 w 189076"/>
                <a:gd name="connsiteY25" fmla="*/ 20549 h 276820"/>
                <a:gd name="connsiteX26" fmla="*/ 201215 w 189076"/>
                <a:gd name="connsiteY26" fmla="*/ 24269 h 276820"/>
                <a:gd name="connsiteX27" fmla="*/ 202797 w 189076"/>
                <a:gd name="connsiteY27" fmla="*/ 24549 h 276820"/>
                <a:gd name="connsiteX28" fmla="*/ 204192 w 189076"/>
                <a:gd name="connsiteY28" fmla="*/ 25014 h 276820"/>
                <a:gd name="connsiteX29" fmla="*/ 204192 w 189076"/>
                <a:gd name="connsiteY29" fmla="*/ 30223 h 276820"/>
                <a:gd name="connsiteX30" fmla="*/ 201960 w 189076"/>
                <a:gd name="connsiteY30" fmla="*/ 30223 h 276820"/>
                <a:gd name="connsiteX31" fmla="*/ 202038 w 189076"/>
                <a:gd name="connsiteY31" fmla="*/ 31987 h 276820"/>
                <a:gd name="connsiteX32" fmla="*/ 202099 w 189076"/>
                <a:gd name="connsiteY32" fmla="*/ 34269 h 276820"/>
                <a:gd name="connsiteX33" fmla="*/ 202178 w 189076"/>
                <a:gd name="connsiteY33" fmla="*/ 36545 h 276820"/>
                <a:gd name="connsiteX34" fmla="*/ 201960 w 189076"/>
                <a:gd name="connsiteY34" fmla="*/ 38408 h 276820"/>
                <a:gd name="connsiteX35" fmla="*/ 199727 w 189076"/>
                <a:gd name="connsiteY35" fmla="*/ 39152 h 276820"/>
                <a:gd name="connsiteX36" fmla="*/ 199216 w 189076"/>
                <a:gd name="connsiteY36" fmla="*/ 42920 h 276820"/>
                <a:gd name="connsiteX37" fmla="*/ 199067 w 189076"/>
                <a:gd name="connsiteY37" fmla="*/ 44992 h 276820"/>
                <a:gd name="connsiteX38" fmla="*/ 198983 w 189076"/>
                <a:gd name="connsiteY38" fmla="*/ 46594 h 276820"/>
                <a:gd name="connsiteX39" fmla="*/ 196751 w 189076"/>
                <a:gd name="connsiteY39" fmla="*/ 46594 h 276820"/>
                <a:gd name="connsiteX40" fmla="*/ 196006 w 189076"/>
                <a:gd name="connsiteY40" fmla="*/ 54035 h 276820"/>
                <a:gd name="connsiteX41" fmla="*/ 193774 w 189076"/>
                <a:gd name="connsiteY41" fmla="*/ 54035 h 276820"/>
                <a:gd name="connsiteX42" fmla="*/ 193852 w 189076"/>
                <a:gd name="connsiteY42" fmla="*/ 55637 h 276820"/>
                <a:gd name="connsiteX43" fmla="*/ 193914 w 189076"/>
                <a:gd name="connsiteY43" fmla="*/ 57709 h 276820"/>
                <a:gd name="connsiteX44" fmla="*/ 193992 w 189076"/>
                <a:gd name="connsiteY44" fmla="*/ 59776 h 276820"/>
                <a:gd name="connsiteX45" fmla="*/ 193774 w 189076"/>
                <a:gd name="connsiteY45" fmla="*/ 61477 h 276820"/>
                <a:gd name="connsiteX46" fmla="*/ 191542 w 189076"/>
                <a:gd name="connsiteY46" fmla="*/ 62221 h 276820"/>
                <a:gd name="connsiteX47" fmla="*/ 191030 w 189076"/>
                <a:gd name="connsiteY47" fmla="*/ 65616 h 276820"/>
                <a:gd name="connsiteX48" fmla="*/ 190882 w 189076"/>
                <a:gd name="connsiteY48" fmla="*/ 67479 h 276820"/>
                <a:gd name="connsiteX49" fmla="*/ 190797 w 189076"/>
                <a:gd name="connsiteY49" fmla="*/ 68918 h 276820"/>
                <a:gd name="connsiteX50" fmla="*/ 188565 w 189076"/>
                <a:gd name="connsiteY50" fmla="*/ 68918 h 276820"/>
                <a:gd name="connsiteX51" fmla="*/ 188455 w 189076"/>
                <a:gd name="connsiteY51" fmla="*/ 70357 h 276820"/>
                <a:gd name="connsiteX52" fmla="*/ 188286 w 189076"/>
                <a:gd name="connsiteY52" fmla="*/ 72220 h 276820"/>
                <a:gd name="connsiteX53" fmla="*/ 188129 w 189076"/>
                <a:gd name="connsiteY53" fmla="*/ 74077 h 276820"/>
                <a:gd name="connsiteX54" fmla="*/ 187821 w 189076"/>
                <a:gd name="connsiteY54" fmla="*/ 75615 h 276820"/>
                <a:gd name="connsiteX55" fmla="*/ 186333 w 189076"/>
                <a:gd name="connsiteY55" fmla="*/ 76359 h 276820"/>
                <a:gd name="connsiteX56" fmla="*/ 185867 w 189076"/>
                <a:gd name="connsiteY56" fmla="*/ 79382 h 276820"/>
                <a:gd name="connsiteX57" fmla="*/ 185588 w 189076"/>
                <a:gd name="connsiteY57" fmla="*/ 82312 h 276820"/>
                <a:gd name="connsiteX58" fmla="*/ 183356 w 189076"/>
                <a:gd name="connsiteY58" fmla="*/ 82312 h 276820"/>
                <a:gd name="connsiteX59" fmla="*/ 182612 w 189076"/>
                <a:gd name="connsiteY59" fmla="*/ 89754 h 276820"/>
                <a:gd name="connsiteX60" fmla="*/ 181124 w 189076"/>
                <a:gd name="connsiteY60" fmla="*/ 89754 h 276820"/>
                <a:gd name="connsiteX61" fmla="*/ 180379 w 189076"/>
                <a:gd name="connsiteY61" fmla="*/ 93056 h 276820"/>
                <a:gd name="connsiteX62" fmla="*/ 179635 w 189076"/>
                <a:gd name="connsiteY62" fmla="*/ 96451 h 276820"/>
                <a:gd name="connsiteX63" fmla="*/ 178147 w 189076"/>
                <a:gd name="connsiteY63" fmla="*/ 97195 h 276820"/>
                <a:gd name="connsiteX64" fmla="*/ 177403 w 189076"/>
                <a:gd name="connsiteY64" fmla="*/ 99800 h 276820"/>
                <a:gd name="connsiteX65" fmla="*/ 176659 w 189076"/>
                <a:gd name="connsiteY65" fmla="*/ 102404 h 276820"/>
                <a:gd name="connsiteX66" fmla="*/ 175170 w 189076"/>
                <a:gd name="connsiteY66" fmla="*/ 103148 h 276820"/>
                <a:gd name="connsiteX67" fmla="*/ 174845 w 189076"/>
                <a:gd name="connsiteY67" fmla="*/ 105753 h 276820"/>
                <a:gd name="connsiteX68" fmla="*/ 174426 w 189076"/>
                <a:gd name="connsiteY68" fmla="*/ 108357 h 276820"/>
                <a:gd name="connsiteX69" fmla="*/ 172194 w 189076"/>
                <a:gd name="connsiteY69" fmla="*/ 109102 h 276820"/>
                <a:gd name="connsiteX70" fmla="*/ 171685 w 189076"/>
                <a:gd name="connsiteY70" fmla="*/ 113622 h 276820"/>
                <a:gd name="connsiteX71" fmla="*/ 169217 w 189076"/>
                <a:gd name="connsiteY71" fmla="*/ 117287 h 276820"/>
                <a:gd name="connsiteX72" fmla="*/ 169217 w 189076"/>
                <a:gd name="connsiteY72" fmla="*/ 119240 h 276820"/>
                <a:gd name="connsiteX73" fmla="*/ 169217 w 189076"/>
                <a:gd name="connsiteY73" fmla="*/ 121008 h 276820"/>
                <a:gd name="connsiteX74" fmla="*/ 166985 w 189076"/>
                <a:gd name="connsiteY74" fmla="*/ 121752 h 276820"/>
                <a:gd name="connsiteX75" fmla="*/ 166241 w 189076"/>
                <a:gd name="connsiteY75" fmla="*/ 126217 h 276820"/>
                <a:gd name="connsiteX76" fmla="*/ 164008 w 189076"/>
                <a:gd name="connsiteY76" fmla="*/ 126217 h 276820"/>
                <a:gd name="connsiteX77" fmla="*/ 163776 w 189076"/>
                <a:gd name="connsiteY77" fmla="*/ 129054 h 276820"/>
                <a:gd name="connsiteX78" fmla="*/ 161032 w 189076"/>
                <a:gd name="connsiteY78" fmla="*/ 134402 h 276820"/>
                <a:gd name="connsiteX79" fmla="*/ 161032 w 189076"/>
                <a:gd name="connsiteY79" fmla="*/ 136728 h 276820"/>
                <a:gd name="connsiteX80" fmla="*/ 161032 w 189076"/>
                <a:gd name="connsiteY80" fmla="*/ 138867 h 276820"/>
                <a:gd name="connsiteX81" fmla="*/ 158799 w 189076"/>
                <a:gd name="connsiteY81" fmla="*/ 139611 h 276820"/>
                <a:gd name="connsiteX82" fmla="*/ 158427 w 189076"/>
                <a:gd name="connsiteY82" fmla="*/ 141518 h 276820"/>
                <a:gd name="connsiteX83" fmla="*/ 158055 w 189076"/>
                <a:gd name="connsiteY83" fmla="*/ 143332 h 276820"/>
                <a:gd name="connsiteX84" fmla="*/ 155823 w 189076"/>
                <a:gd name="connsiteY84" fmla="*/ 143332 h 276820"/>
                <a:gd name="connsiteX85" fmla="*/ 155590 w 189076"/>
                <a:gd name="connsiteY85" fmla="*/ 146216 h 276820"/>
                <a:gd name="connsiteX86" fmla="*/ 155079 w 189076"/>
                <a:gd name="connsiteY86" fmla="*/ 149285 h 276820"/>
                <a:gd name="connsiteX87" fmla="*/ 152846 w 189076"/>
                <a:gd name="connsiteY87" fmla="*/ 150773 h 276820"/>
                <a:gd name="connsiteX88" fmla="*/ 152846 w 189076"/>
                <a:gd name="connsiteY88" fmla="*/ 152680 h 276820"/>
                <a:gd name="connsiteX89" fmla="*/ 152846 w 189076"/>
                <a:gd name="connsiteY89" fmla="*/ 154494 h 276820"/>
                <a:gd name="connsiteX90" fmla="*/ 150614 w 189076"/>
                <a:gd name="connsiteY90" fmla="*/ 155238 h 276820"/>
                <a:gd name="connsiteX91" fmla="*/ 150242 w 189076"/>
                <a:gd name="connsiteY91" fmla="*/ 157471 h 276820"/>
                <a:gd name="connsiteX92" fmla="*/ 149870 w 189076"/>
                <a:gd name="connsiteY92" fmla="*/ 159703 h 276820"/>
                <a:gd name="connsiteX93" fmla="*/ 147637 w 189076"/>
                <a:gd name="connsiteY93" fmla="*/ 160447 h 276820"/>
                <a:gd name="connsiteX94" fmla="*/ 146893 w 189076"/>
                <a:gd name="connsiteY94" fmla="*/ 165656 h 276820"/>
                <a:gd name="connsiteX95" fmla="*/ 144661 w 189076"/>
                <a:gd name="connsiteY95" fmla="*/ 167889 h 276820"/>
                <a:gd name="connsiteX96" fmla="*/ 143917 w 189076"/>
                <a:gd name="connsiteY96" fmla="*/ 170121 h 276820"/>
                <a:gd name="connsiteX97" fmla="*/ 142428 w 189076"/>
                <a:gd name="connsiteY97" fmla="*/ 170865 h 276820"/>
                <a:gd name="connsiteX98" fmla="*/ 141684 w 189076"/>
                <a:gd name="connsiteY98" fmla="*/ 175330 h 276820"/>
                <a:gd name="connsiteX99" fmla="*/ 140196 w 189076"/>
                <a:gd name="connsiteY99" fmla="*/ 175330 h 276820"/>
                <a:gd name="connsiteX100" fmla="*/ 139080 w 189076"/>
                <a:gd name="connsiteY100" fmla="*/ 177935 h 276820"/>
                <a:gd name="connsiteX101" fmla="*/ 137963 w 189076"/>
                <a:gd name="connsiteY101" fmla="*/ 180539 h 276820"/>
                <a:gd name="connsiteX102" fmla="*/ 136475 w 189076"/>
                <a:gd name="connsiteY102" fmla="*/ 180539 h 276820"/>
                <a:gd name="connsiteX103" fmla="*/ 135731 w 189076"/>
                <a:gd name="connsiteY103" fmla="*/ 184260 h 276820"/>
                <a:gd name="connsiteX104" fmla="*/ 134243 w 189076"/>
                <a:gd name="connsiteY104" fmla="*/ 185004 h 276820"/>
                <a:gd name="connsiteX105" fmla="*/ 133917 w 189076"/>
                <a:gd name="connsiteY105" fmla="*/ 187190 h 276820"/>
                <a:gd name="connsiteX106" fmla="*/ 133499 w 189076"/>
                <a:gd name="connsiteY106" fmla="*/ 189469 h 276820"/>
                <a:gd name="connsiteX107" fmla="*/ 131266 w 189076"/>
                <a:gd name="connsiteY107" fmla="*/ 190957 h 276820"/>
                <a:gd name="connsiteX108" fmla="*/ 130894 w 189076"/>
                <a:gd name="connsiteY108" fmla="*/ 192445 h 276820"/>
                <a:gd name="connsiteX109" fmla="*/ 128290 w 189076"/>
                <a:gd name="connsiteY109" fmla="*/ 195422 h 276820"/>
                <a:gd name="connsiteX110" fmla="*/ 127918 w 189076"/>
                <a:gd name="connsiteY110" fmla="*/ 197003 h 276820"/>
                <a:gd name="connsiteX111" fmla="*/ 127545 w 189076"/>
                <a:gd name="connsiteY111" fmla="*/ 198398 h 276820"/>
                <a:gd name="connsiteX112" fmla="*/ 125313 w 189076"/>
                <a:gd name="connsiteY112" fmla="*/ 198398 h 276820"/>
                <a:gd name="connsiteX113" fmla="*/ 125453 w 189076"/>
                <a:gd name="connsiteY113" fmla="*/ 200584 h 276820"/>
                <a:gd name="connsiteX114" fmla="*/ 125313 w 189076"/>
                <a:gd name="connsiteY114" fmla="*/ 202863 h 276820"/>
                <a:gd name="connsiteX115" fmla="*/ 123081 w 189076"/>
                <a:gd name="connsiteY115" fmla="*/ 203607 h 276820"/>
                <a:gd name="connsiteX116" fmla="*/ 121592 w 189076"/>
                <a:gd name="connsiteY116" fmla="*/ 208072 h 276820"/>
                <a:gd name="connsiteX117" fmla="*/ 120104 w 189076"/>
                <a:gd name="connsiteY117" fmla="*/ 208816 h 276820"/>
                <a:gd name="connsiteX118" fmla="*/ 119732 w 189076"/>
                <a:gd name="connsiteY118" fmla="*/ 210305 h 276820"/>
                <a:gd name="connsiteX119" fmla="*/ 119360 w 189076"/>
                <a:gd name="connsiteY119" fmla="*/ 211793 h 276820"/>
                <a:gd name="connsiteX120" fmla="*/ 117872 w 189076"/>
                <a:gd name="connsiteY120" fmla="*/ 212537 h 276820"/>
                <a:gd name="connsiteX121" fmla="*/ 117546 w 189076"/>
                <a:gd name="connsiteY121" fmla="*/ 214304 h 276820"/>
                <a:gd name="connsiteX122" fmla="*/ 114895 w 189076"/>
                <a:gd name="connsiteY122" fmla="*/ 218490 h 276820"/>
                <a:gd name="connsiteX123" fmla="*/ 111081 w 189076"/>
                <a:gd name="connsiteY123" fmla="*/ 223932 h 276820"/>
                <a:gd name="connsiteX124" fmla="*/ 110430 w 189076"/>
                <a:gd name="connsiteY124" fmla="*/ 225187 h 276820"/>
                <a:gd name="connsiteX125" fmla="*/ 108942 w 189076"/>
                <a:gd name="connsiteY125" fmla="*/ 225187 h 276820"/>
                <a:gd name="connsiteX126" fmla="*/ 108198 w 189076"/>
                <a:gd name="connsiteY126" fmla="*/ 227048 h 276820"/>
                <a:gd name="connsiteX127" fmla="*/ 107454 w 189076"/>
                <a:gd name="connsiteY127" fmla="*/ 228908 h 276820"/>
                <a:gd name="connsiteX128" fmla="*/ 105965 w 189076"/>
                <a:gd name="connsiteY128" fmla="*/ 228908 h 276820"/>
                <a:gd name="connsiteX129" fmla="*/ 106105 w 189076"/>
                <a:gd name="connsiteY129" fmla="*/ 230722 h 276820"/>
                <a:gd name="connsiteX130" fmla="*/ 105965 w 189076"/>
                <a:gd name="connsiteY130" fmla="*/ 232629 h 276820"/>
                <a:gd name="connsiteX131" fmla="*/ 103733 w 189076"/>
                <a:gd name="connsiteY131" fmla="*/ 233373 h 276820"/>
                <a:gd name="connsiteX132" fmla="*/ 102989 w 189076"/>
                <a:gd name="connsiteY132" fmla="*/ 237094 h 276820"/>
                <a:gd name="connsiteX133" fmla="*/ 101501 w 189076"/>
                <a:gd name="connsiteY133" fmla="*/ 237094 h 276820"/>
                <a:gd name="connsiteX134" fmla="*/ 101175 w 189076"/>
                <a:gd name="connsiteY134" fmla="*/ 238442 h 276820"/>
                <a:gd name="connsiteX135" fmla="*/ 98524 w 189076"/>
                <a:gd name="connsiteY135" fmla="*/ 242303 h 276820"/>
                <a:gd name="connsiteX136" fmla="*/ 94710 w 189076"/>
                <a:gd name="connsiteY136" fmla="*/ 247744 h 276820"/>
                <a:gd name="connsiteX137" fmla="*/ 94059 w 189076"/>
                <a:gd name="connsiteY137" fmla="*/ 249000 h 276820"/>
                <a:gd name="connsiteX138" fmla="*/ 92571 w 189076"/>
                <a:gd name="connsiteY138" fmla="*/ 249000 h 276820"/>
                <a:gd name="connsiteX139" fmla="*/ 91827 w 189076"/>
                <a:gd name="connsiteY139" fmla="*/ 250860 h 276820"/>
                <a:gd name="connsiteX140" fmla="*/ 91083 w 189076"/>
                <a:gd name="connsiteY140" fmla="*/ 252721 h 276820"/>
                <a:gd name="connsiteX141" fmla="*/ 89594 w 189076"/>
                <a:gd name="connsiteY141" fmla="*/ 252721 h 276820"/>
                <a:gd name="connsiteX142" fmla="*/ 89269 w 189076"/>
                <a:gd name="connsiteY142" fmla="*/ 254069 h 276820"/>
                <a:gd name="connsiteX143" fmla="*/ 86618 w 189076"/>
                <a:gd name="connsiteY143" fmla="*/ 257930 h 276820"/>
                <a:gd name="connsiteX144" fmla="*/ 83641 w 189076"/>
                <a:gd name="connsiteY144" fmla="*/ 262394 h 276820"/>
                <a:gd name="connsiteX145" fmla="*/ 79920 w 189076"/>
                <a:gd name="connsiteY145" fmla="*/ 266115 h 276820"/>
                <a:gd name="connsiteX146" fmla="*/ 75409 w 189076"/>
                <a:gd name="connsiteY146" fmla="*/ 272301 h 276820"/>
                <a:gd name="connsiteX147" fmla="*/ 74711 w 189076"/>
                <a:gd name="connsiteY147" fmla="*/ 273557 h 276820"/>
                <a:gd name="connsiteX148" fmla="*/ 73130 w 189076"/>
                <a:gd name="connsiteY148" fmla="*/ 273929 h 276820"/>
                <a:gd name="connsiteX149" fmla="*/ 71735 w 189076"/>
                <a:gd name="connsiteY149" fmla="*/ 274301 h 276820"/>
                <a:gd name="connsiteX150" fmla="*/ 71735 w 189076"/>
                <a:gd name="connsiteY150" fmla="*/ 277277 h 276820"/>
                <a:gd name="connsiteX151" fmla="*/ 69502 w 189076"/>
                <a:gd name="connsiteY151" fmla="*/ 276533 h 276820"/>
                <a:gd name="connsiteX152" fmla="*/ 68758 w 189076"/>
                <a:gd name="connsiteY152" fmla="*/ 274301 h 276820"/>
                <a:gd name="connsiteX153" fmla="*/ 67270 w 189076"/>
                <a:gd name="connsiteY153" fmla="*/ 273975 h 276820"/>
                <a:gd name="connsiteX154" fmla="*/ 65782 w 189076"/>
                <a:gd name="connsiteY154" fmla="*/ 273557 h 276820"/>
                <a:gd name="connsiteX155" fmla="*/ 65038 w 189076"/>
                <a:gd name="connsiteY155" fmla="*/ 270580 h 276820"/>
                <a:gd name="connsiteX156" fmla="*/ 62805 w 189076"/>
                <a:gd name="connsiteY156" fmla="*/ 269836 h 276820"/>
                <a:gd name="connsiteX157" fmla="*/ 62061 w 189076"/>
                <a:gd name="connsiteY157" fmla="*/ 267603 h 276820"/>
                <a:gd name="connsiteX158" fmla="*/ 60573 w 189076"/>
                <a:gd name="connsiteY158" fmla="*/ 267231 h 276820"/>
                <a:gd name="connsiteX159" fmla="*/ 59085 w 189076"/>
                <a:gd name="connsiteY159" fmla="*/ 266859 h 276820"/>
                <a:gd name="connsiteX160" fmla="*/ 58340 w 189076"/>
                <a:gd name="connsiteY160" fmla="*/ 264627 h 276820"/>
                <a:gd name="connsiteX161" fmla="*/ 52387 w 189076"/>
                <a:gd name="connsiteY161" fmla="*/ 259418 h 276820"/>
                <a:gd name="connsiteX162" fmla="*/ 51643 w 189076"/>
                <a:gd name="connsiteY162" fmla="*/ 257185 h 276820"/>
                <a:gd name="connsiteX163" fmla="*/ 50201 w 189076"/>
                <a:gd name="connsiteY163" fmla="*/ 256860 h 276820"/>
                <a:gd name="connsiteX164" fmla="*/ 48667 w 189076"/>
                <a:gd name="connsiteY164" fmla="*/ 256441 h 276820"/>
                <a:gd name="connsiteX165" fmla="*/ 47178 w 189076"/>
                <a:gd name="connsiteY165" fmla="*/ 253465 h 276820"/>
                <a:gd name="connsiteX166" fmla="*/ 45690 w 189076"/>
                <a:gd name="connsiteY166" fmla="*/ 253465 h 276820"/>
                <a:gd name="connsiteX167" fmla="*/ 45085 w 189076"/>
                <a:gd name="connsiteY167" fmla="*/ 252209 h 276820"/>
                <a:gd name="connsiteX168" fmla="*/ 38249 w 189076"/>
                <a:gd name="connsiteY168" fmla="*/ 246023 h 276820"/>
                <a:gd name="connsiteX169" fmla="*/ 37504 w 189076"/>
                <a:gd name="connsiteY169" fmla="*/ 243791 h 276820"/>
                <a:gd name="connsiteX170" fmla="*/ 36063 w 189076"/>
                <a:gd name="connsiteY170" fmla="*/ 243465 h 276820"/>
                <a:gd name="connsiteX171" fmla="*/ 34528 w 189076"/>
                <a:gd name="connsiteY171" fmla="*/ 243047 h 276820"/>
                <a:gd name="connsiteX172" fmla="*/ 33040 w 189076"/>
                <a:gd name="connsiteY172" fmla="*/ 240070 h 276820"/>
                <a:gd name="connsiteX173" fmla="*/ 27086 w 189076"/>
                <a:gd name="connsiteY173" fmla="*/ 235605 h 276820"/>
                <a:gd name="connsiteX174" fmla="*/ 26342 w 189076"/>
                <a:gd name="connsiteY174" fmla="*/ 233373 h 276820"/>
                <a:gd name="connsiteX175" fmla="*/ 24854 w 189076"/>
                <a:gd name="connsiteY175" fmla="*/ 233047 h 276820"/>
                <a:gd name="connsiteX176" fmla="*/ 23366 w 189076"/>
                <a:gd name="connsiteY176" fmla="*/ 232629 h 276820"/>
                <a:gd name="connsiteX177" fmla="*/ 23040 w 189076"/>
                <a:gd name="connsiteY177" fmla="*/ 231141 h 276820"/>
                <a:gd name="connsiteX178" fmla="*/ 22622 w 189076"/>
                <a:gd name="connsiteY178" fmla="*/ 229652 h 276820"/>
                <a:gd name="connsiteX179" fmla="*/ 18901 w 189076"/>
                <a:gd name="connsiteY179" fmla="*/ 228908 h 276820"/>
                <a:gd name="connsiteX180" fmla="*/ 18157 w 189076"/>
                <a:gd name="connsiteY180" fmla="*/ 226676 h 276820"/>
                <a:gd name="connsiteX181" fmla="*/ 15924 w 189076"/>
                <a:gd name="connsiteY181" fmla="*/ 225932 h 276820"/>
                <a:gd name="connsiteX182" fmla="*/ 16436 w 189076"/>
                <a:gd name="connsiteY182" fmla="*/ 217839 h 276820"/>
                <a:gd name="connsiteX183" fmla="*/ 19785 w 189076"/>
                <a:gd name="connsiteY183" fmla="*/ 214956 h 276820"/>
                <a:gd name="connsiteX184" fmla="*/ 21133 w 189076"/>
                <a:gd name="connsiteY184" fmla="*/ 214769 h 276820"/>
                <a:gd name="connsiteX185" fmla="*/ 21877 w 189076"/>
                <a:gd name="connsiteY185" fmla="*/ 212537 h 276820"/>
                <a:gd name="connsiteX186" fmla="*/ 24110 w 189076"/>
                <a:gd name="connsiteY186" fmla="*/ 211793 h 276820"/>
                <a:gd name="connsiteX187" fmla="*/ 24854 w 189076"/>
                <a:gd name="connsiteY187" fmla="*/ 209560 h 276820"/>
                <a:gd name="connsiteX188" fmla="*/ 27086 w 189076"/>
                <a:gd name="connsiteY188" fmla="*/ 208072 h 276820"/>
                <a:gd name="connsiteX189" fmla="*/ 27831 w 189076"/>
                <a:gd name="connsiteY189" fmla="*/ 205840 h 276820"/>
                <a:gd name="connsiteX190" fmla="*/ 31551 w 189076"/>
                <a:gd name="connsiteY190" fmla="*/ 202119 h 276820"/>
                <a:gd name="connsiteX191" fmla="*/ 32295 w 189076"/>
                <a:gd name="connsiteY191" fmla="*/ 200538 h 276820"/>
                <a:gd name="connsiteX192" fmla="*/ 34714 w 189076"/>
                <a:gd name="connsiteY192" fmla="*/ 198212 h 276820"/>
                <a:gd name="connsiteX193" fmla="*/ 40234 w 189076"/>
                <a:gd name="connsiteY193" fmla="*/ 192181 h 276820"/>
                <a:gd name="connsiteX194" fmla="*/ 41225 w 189076"/>
                <a:gd name="connsiteY194" fmla="*/ 190957 h 276820"/>
                <a:gd name="connsiteX195" fmla="*/ 42713 w 189076"/>
                <a:gd name="connsiteY195" fmla="*/ 190957 h 276820"/>
                <a:gd name="connsiteX196" fmla="*/ 42992 w 189076"/>
                <a:gd name="connsiteY196" fmla="*/ 189701 h 276820"/>
                <a:gd name="connsiteX197" fmla="*/ 46434 w 189076"/>
                <a:gd name="connsiteY197" fmla="*/ 184260 h 276820"/>
                <a:gd name="connsiteX198" fmla="*/ 47922 w 189076"/>
                <a:gd name="connsiteY198" fmla="*/ 184260 h 276820"/>
                <a:gd name="connsiteX199" fmla="*/ 48667 w 189076"/>
                <a:gd name="connsiteY199" fmla="*/ 182399 h 276820"/>
                <a:gd name="connsiteX200" fmla="*/ 49411 w 189076"/>
                <a:gd name="connsiteY200" fmla="*/ 180539 h 276820"/>
                <a:gd name="connsiteX201" fmla="*/ 50899 w 189076"/>
                <a:gd name="connsiteY201" fmla="*/ 180539 h 276820"/>
                <a:gd name="connsiteX202" fmla="*/ 51504 w 189076"/>
                <a:gd name="connsiteY202" fmla="*/ 178167 h 276820"/>
                <a:gd name="connsiteX203" fmla="*/ 56108 w 189076"/>
                <a:gd name="connsiteY203" fmla="*/ 171609 h 276820"/>
                <a:gd name="connsiteX204" fmla="*/ 57596 w 189076"/>
                <a:gd name="connsiteY204" fmla="*/ 168633 h 276820"/>
                <a:gd name="connsiteX205" fmla="*/ 59085 w 189076"/>
                <a:gd name="connsiteY205" fmla="*/ 167889 h 276820"/>
                <a:gd name="connsiteX206" fmla="*/ 59829 w 189076"/>
                <a:gd name="connsiteY206" fmla="*/ 166400 h 276820"/>
                <a:gd name="connsiteX207" fmla="*/ 62061 w 189076"/>
                <a:gd name="connsiteY207" fmla="*/ 164168 h 276820"/>
                <a:gd name="connsiteX208" fmla="*/ 62387 w 189076"/>
                <a:gd name="connsiteY208" fmla="*/ 162633 h 276820"/>
                <a:gd name="connsiteX209" fmla="*/ 62805 w 189076"/>
                <a:gd name="connsiteY209" fmla="*/ 161191 h 276820"/>
                <a:gd name="connsiteX210" fmla="*/ 65038 w 189076"/>
                <a:gd name="connsiteY210" fmla="*/ 161191 h 276820"/>
                <a:gd name="connsiteX211" fmla="*/ 64898 w 189076"/>
                <a:gd name="connsiteY211" fmla="*/ 159098 h 276820"/>
                <a:gd name="connsiteX212" fmla="*/ 65968 w 189076"/>
                <a:gd name="connsiteY212" fmla="*/ 155564 h 276820"/>
                <a:gd name="connsiteX213" fmla="*/ 67270 w 189076"/>
                <a:gd name="connsiteY213" fmla="*/ 154494 h 276820"/>
                <a:gd name="connsiteX214" fmla="*/ 71084 w 189076"/>
                <a:gd name="connsiteY214" fmla="*/ 149053 h 276820"/>
                <a:gd name="connsiteX215" fmla="*/ 71735 w 189076"/>
                <a:gd name="connsiteY215" fmla="*/ 147797 h 276820"/>
                <a:gd name="connsiteX216" fmla="*/ 73223 w 189076"/>
                <a:gd name="connsiteY216" fmla="*/ 147797 h 276820"/>
                <a:gd name="connsiteX217" fmla="*/ 73967 w 189076"/>
                <a:gd name="connsiteY217" fmla="*/ 144076 h 276820"/>
                <a:gd name="connsiteX218" fmla="*/ 75456 w 189076"/>
                <a:gd name="connsiteY218" fmla="*/ 143332 h 276820"/>
                <a:gd name="connsiteX219" fmla="*/ 75781 w 189076"/>
                <a:gd name="connsiteY219" fmla="*/ 141565 h 276820"/>
                <a:gd name="connsiteX220" fmla="*/ 78432 w 189076"/>
                <a:gd name="connsiteY220" fmla="*/ 137379 h 276820"/>
                <a:gd name="connsiteX221" fmla="*/ 79223 w 189076"/>
                <a:gd name="connsiteY221" fmla="*/ 135751 h 276820"/>
                <a:gd name="connsiteX222" fmla="*/ 79920 w 189076"/>
                <a:gd name="connsiteY222" fmla="*/ 134402 h 276820"/>
                <a:gd name="connsiteX223" fmla="*/ 81409 w 189076"/>
                <a:gd name="connsiteY223" fmla="*/ 134402 h 276820"/>
                <a:gd name="connsiteX224" fmla="*/ 82153 w 189076"/>
                <a:gd name="connsiteY224" fmla="*/ 130682 h 276820"/>
                <a:gd name="connsiteX225" fmla="*/ 83641 w 189076"/>
                <a:gd name="connsiteY225" fmla="*/ 129937 h 276820"/>
                <a:gd name="connsiteX226" fmla="*/ 83967 w 189076"/>
                <a:gd name="connsiteY226" fmla="*/ 127798 h 276820"/>
                <a:gd name="connsiteX227" fmla="*/ 86618 w 189076"/>
                <a:gd name="connsiteY227" fmla="*/ 123240 h 276820"/>
                <a:gd name="connsiteX228" fmla="*/ 86990 w 189076"/>
                <a:gd name="connsiteY228" fmla="*/ 121612 h 276820"/>
                <a:gd name="connsiteX229" fmla="*/ 87362 w 189076"/>
                <a:gd name="connsiteY229" fmla="*/ 120264 h 276820"/>
                <a:gd name="connsiteX230" fmla="*/ 89594 w 189076"/>
                <a:gd name="connsiteY230" fmla="*/ 120264 h 276820"/>
                <a:gd name="connsiteX231" fmla="*/ 89455 w 189076"/>
                <a:gd name="connsiteY231" fmla="*/ 118078 h 276820"/>
                <a:gd name="connsiteX232" fmla="*/ 89594 w 189076"/>
                <a:gd name="connsiteY232" fmla="*/ 115799 h 276820"/>
                <a:gd name="connsiteX233" fmla="*/ 91827 w 189076"/>
                <a:gd name="connsiteY233" fmla="*/ 115055 h 276820"/>
                <a:gd name="connsiteX234" fmla="*/ 92571 w 189076"/>
                <a:gd name="connsiteY234" fmla="*/ 109846 h 276820"/>
                <a:gd name="connsiteX235" fmla="*/ 94803 w 189076"/>
                <a:gd name="connsiteY235" fmla="*/ 109846 h 276820"/>
                <a:gd name="connsiteX236" fmla="*/ 95847 w 189076"/>
                <a:gd name="connsiteY236" fmla="*/ 106142 h 276820"/>
                <a:gd name="connsiteX237" fmla="*/ 99268 w 189076"/>
                <a:gd name="connsiteY237" fmla="*/ 99428 h 276820"/>
                <a:gd name="connsiteX238" fmla="*/ 100756 w 189076"/>
                <a:gd name="connsiteY238" fmla="*/ 99428 h 276820"/>
                <a:gd name="connsiteX239" fmla="*/ 100617 w 189076"/>
                <a:gd name="connsiteY239" fmla="*/ 96498 h 276820"/>
                <a:gd name="connsiteX240" fmla="*/ 100756 w 189076"/>
                <a:gd name="connsiteY240" fmla="*/ 93475 h 276820"/>
                <a:gd name="connsiteX241" fmla="*/ 102989 w 189076"/>
                <a:gd name="connsiteY241" fmla="*/ 92730 h 276820"/>
                <a:gd name="connsiteX242" fmla="*/ 103733 w 189076"/>
                <a:gd name="connsiteY242" fmla="*/ 87521 h 276820"/>
                <a:gd name="connsiteX243" fmla="*/ 105221 w 189076"/>
                <a:gd name="connsiteY243" fmla="*/ 86777 h 276820"/>
                <a:gd name="connsiteX244" fmla="*/ 105965 w 189076"/>
                <a:gd name="connsiteY244" fmla="*/ 82312 h 276820"/>
                <a:gd name="connsiteX245" fmla="*/ 108198 w 189076"/>
                <a:gd name="connsiteY245" fmla="*/ 82312 h 276820"/>
                <a:gd name="connsiteX246" fmla="*/ 108430 w 189076"/>
                <a:gd name="connsiteY246" fmla="*/ 79475 h 276820"/>
                <a:gd name="connsiteX247" fmla="*/ 111174 w 189076"/>
                <a:gd name="connsiteY247" fmla="*/ 74127 h 276820"/>
                <a:gd name="connsiteX248" fmla="*/ 111919 w 189076"/>
                <a:gd name="connsiteY248" fmla="*/ 69662 h 276820"/>
                <a:gd name="connsiteX249" fmla="*/ 114151 w 189076"/>
                <a:gd name="connsiteY249" fmla="*/ 69662 h 276820"/>
                <a:gd name="connsiteX250" fmla="*/ 114072 w 189076"/>
                <a:gd name="connsiteY250" fmla="*/ 68223 h 276820"/>
                <a:gd name="connsiteX251" fmla="*/ 114011 w 189076"/>
                <a:gd name="connsiteY251" fmla="*/ 66360 h 276820"/>
                <a:gd name="connsiteX252" fmla="*/ 113933 w 189076"/>
                <a:gd name="connsiteY252" fmla="*/ 64503 h 276820"/>
                <a:gd name="connsiteX253" fmla="*/ 114151 w 189076"/>
                <a:gd name="connsiteY253" fmla="*/ 62965 h 276820"/>
                <a:gd name="connsiteX254" fmla="*/ 116383 w 189076"/>
                <a:gd name="connsiteY254" fmla="*/ 62221 h 276820"/>
                <a:gd name="connsiteX255" fmla="*/ 116755 w 189076"/>
                <a:gd name="connsiteY255" fmla="*/ 59244 h 276820"/>
                <a:gd name="connsiteX256" fmla="*/ 117127 w 189076"/>
                <a:gd name="connsiteY256" fmla="*/ 56268 h 276820"/>
                <a:gd name="connsiteX257" fmla="*/ 119360 w 189076"/>
                <a:gd name="connsiteY257" fmla="*/ 55523 h 276820"/>
                <a:gd name="connsiteX258" fmla="*/ 119869 w 189076"/>
                <a:gd name="connsiteY258" fmla="*/ 51000 h 276820"/>
                <a:gd name="connsiteX259" fmla="*/ 122336 w 189076"/>
                <a:gd name="connsiteY259" fmla="*/ 47338 h 276820"/>
                <a:gd name="connsiteX260" fmla="*/ 122336 w 189076"/>
                <a:gd name="connsiteY260" fmla="*/ 45012 h 276820"/>
                <a:gd name="connsiteX261" fmla="*/ 122336 w 189076"/>
                <a:gd name="connsiteY261" fmla="*/ 42873 h 276820"/>
                <a:gd name="connsiteX262" fmla="*/ 124569 w 189076"/>
                <a:gd name="connsiteY262" fmla="*/ 42129 h 276820"/>
                <a:gd name="connsiteX263" fmla="*/ 125080 w 189076"/>
                <a:gd name="connsiteY263" fmla="*/ 38362 h 276820"/>
                <a:gd name="connsiteX264" fmla="*/ 125229 w 189076"/>
                <a:gd name="connsiteY264" fmla="*/ 36289 h 276820"/>
                <a:gd name="connsiteX265" fmla="*/ 125313 w 189076"/>
                <a:gd name="connsiteY265" fmla="*/ 34687 h 276820"/>
                <a:gd name="connsiteX266" fmla="*/ 126801 w 189076"/>
                <a:gd name="connsiteY266" fmla="*/ 34687 h 276820"/>
                <a:gd name="connsiteX267" fmla="*/ 127798 w 189076"/>
                <a:gd name="connsiteY267" fmla="*/ 28874 h 276820"/>
                <a:gd name="connsiteX268" fmla="*/ 128290 w 189076"/>
                <a:gd name="connsiteY268" fmla="*/ 27246 h 276820"/>
                <a:gd name="connsiteX269" fmla="*/ 130522 w 189076"/>
                <a:gd name="connsiteY269" fmla="*/ 27246 h 276820"/>
                <a:gd name="connsiteX270" fmla="*/ 130444 w 189076"/>
                <a:gd name="connsiteY270" fmla="*/ 25482 h 276820"/>
                <a:gd name="connsiteX271" fmla="*/ 130382 w 189076"/>
                <a:gd name="connsiteY271" fmla="*/ 23200 h 276820"/>
                <a:gd name="connsiteX272" fmla="*/ 130304 w 189076"/>
                <a:gd name="connsiteY272" fmla="*/ 20924 h 276820"/>
                <a:gd name="connsiteX273" fmla="*/ 130522 w 189076"/>
                <a:gd name="connsiteY273" fmla="*/ 19061 h 276820"/>
                <a:gd name="connsiteX274" fmla="*/ 132754 w 189076"/>
                <a:gd name="connsiteY274" fmla="*/ 18316 h 276820"/>
                <a:gd name="connsiteX275" fmla="*/ 133266 w 189076"/>
                <a:gd name="connsiteY275" fmla="*/ 14549 h 276820"/>
                <a:gd name="connsiteX276" fmla="*/ 133414 w 189076"/>
                <a:gd name="connsiteY276" fmla="*/ 12477 h 276820"/>
                <a:gd name="connsiteX277" fmla="*/ 133499 w 189076"/>
                <a:gd name="connsiteY277" fmla="*/ 10875 h 276820"/>
                <a:gd name="connsiteX278" fmla="*/ 134987 w 189076"/>
                <a:gd name="connsiteY278" fmla="*/ 10875 h 276820"/>
                <a:gd name="connsiteX279" fmla="*/ 136150 w 189076"/>
                <a:gd name="connsiteY279" fmla="*/ 4829 h 276820"/>
                <a:gd name="connsiteX280" fmla="*/ 136339 w 189076"/>
                <a:gd name="connsiteY280" fmla="*/ 2358 h 276820"/>
                <a:gd name="connsiteX281" fmla="*/ 136475 w 189076"/>
                <a:gd name="connsiteY281" fmla="*/ 457 h 27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89076" h="276820">
                  <a:moveTo>
                    <a:pt x="136475" y="457"/>
                  </a:moveTo>
                  <a:cubicBezTo>
                    <a:pt x="138685" y="457"/>
                    <a:pt x="140895" y="457"/>
                    <a:pt x="143172" y="457"/>
                  </a:cubicBezTo>
                  <a:cubicBezTo>
                    <a:pt x="143172" y="1439"/>
                    <a:pt x="143172" y="2422"/>
                    <a:pt x="143172" y="3434"/>
                  </a:cubicBezTo>
                  <a:cubicBezTo>
                    <a:pt x="143746" y="3425"/>
                    <a:pt x="144320" y="3416"/>
                    <a:pt x="144911" y="3407"/>
                  </a:cubicBezTo>
                  <a:cubicBezTo>
                    <a:pt x="145657" y="3401"/>
                    <a:pt x="146403" y="3394"/>
                    <a:pt x="147172" y="3387"/>
                  </a:cubicBezTo>
                  <a:cubicBezTo>
                    <a:pt x="147915" y="3378"/>
                    <a:pt x="148657" y="3370"/>
                    <a:pt x="149422" y="3361"/>
                  </a:cubicBezTo>
                  <a:cubicBezTo>
                    <a:pt x="151358" y="3434"/>
                    <a:pt x="151358" y="3434"/>
                    <a:pt x="152846" y="4178"/>
                  </a:cubicBezTo>
                  <a:cubicBezTo>
                    <a:pt x="152846" y="4914"/>
                    <a:pt x="152846" y="5651"/>
                    <a:pt x="152846" y="6410"/>
                  </a:cubicBezTo>
                  <a:cubicBezTo>
                    <a:pt x="153536" y="6429"/>
                    <a:pt x="154226" y="6448"/>
                    <a:pt x="154936" y="6468"/>
                  </a:cubicBezTo>
                  <a:cubicBezTo>
                    <a:pt x="156273" y="6532"/>
                    <a:pt x="156273" y="6532"/>
                    <a:pt x="157637" y="6596"/>
                  </a:cubicBezTo>
                  <a:cubicBezTo>
                    <a:pt x="158970" y="6648"/>
                    <a:pt x="158970" y="6648"/>
                    <a:pt x="160331" y="6701"/>
                  </a:cubicBezTo>
                  <a:cubicBezTo>
                    <a:pt x="161054" y="6850"/>
                    <a:pt x="161776" y="7000"/>
                    <a:pt x="162520" y="7154"/>
                  </a:cubicBezTo>
                  <a:cubicBezTo>
                    <a:pt x="162783" y="8143"/>
                    <a:pt x="163031" y="9135"/>
                    <a:pt x="163264" y="10131"/>
                  </a:cubicBezTo>
                  <a:cubicBezTo>
                    <a:pt x="165329" y="10576"/>
                    <a:pt x="165329" y="10576"/>
                    <a:pt x="167729" y="10549"/>
                  </a:cubicBezTo>
                  <a:cubicBezTo>
                    <a:pt x="170194" y="10599"/>
                    <a:pt x="170194" y="10599"/>
                    <a:pt x="172194" y="10875"/>
                  </a:cubicBezTo>
                  <a:cubicBezTo>
                    <a:pt x="172439" y="11612"/>
                    <a:pt x="172685" y="12348"/>
                    <a:pt x="172938" y="13107"/>
                  </a:cubicBezTo>
                  <a:cubicBezTo>
                    <a:pt x="175065" y="13427"/>
                    <a:pt x="177138" y="13435"/>
                    <a:pt x="179286" y="13477"/>
                  </a:cubicBezTo>
                  <a:cubicBezTo>
                    <a:pt x="179893" y="13600"/>
                    <a:pt x="180499" y="13724"/>
                    <a:pt x="181124" y="13852"/>
                  </a:cubicBezTo>
                  <a:cubicBezTo>
                    <a:pt x="181230" y="14340"/>
                    <a:pt x="181337" y="14828"/>
                    <a:pt x="181446" y="15331"/>
                  </a:cubicBezTo>
                  <a:cubicBezTo>
                    <a:pt x="181655" y="16072"/>
                    <a:pt x="181655" y="16072"/>
                    <a:pt x="181868" y="16828"/>
                  </a:cubicBezTo>
                  <a:cubicBezTo>
                    <a:pt x="184124" y="17358"/>
                    <a:pt x="184124" y="17358"/>
                    <a:pt x="186751" y="17386"/>
                  </a:cubicBezTo>
                  <a:cubicBezTo>
                    <a:pt x="188088" y="17450"/>
                    <a:pt x="188088" y="17450"/>
                    <a:pt x="189452" y="17514"/>
                  </a:cubicBezTo>
                  <a:cubicBezTo>
                    <a:pt x="190141" y="17533"/>
                    <a:pt x="190831" y="17552"/>
                    <a:pt x="191542" y="17572"/>
                  </a:cubicBezTo>
                  <a:cubicBezTo>
                    <a:pt x="191542" y="18309"/>
                    <a:pt x="191542" y="19046"/>
                    <a:pt x="191542" y="19805"/>
                  </a:cubicBezTo>
                  <a:cubicBezTo>
                    <a:pt x="193697" y="20502"/>
                    <a:pt x="195371" y="20540"/>
                    <a:pt x="197634" y="20363"/>
                  </a:cubicBezTo>
                  <a:cubicBezTo>
                    <a:pt x="198325" y="20424"/>
                    <a:pt x="199016" y="20486"/>
                    <a:pt x="199727" y="20549"/>
                  </a:cubicBezTo>
                  <a:cubicBezTo>
                    <a:pt x="200564" y="22363"/>
                    <a:pt x="200564" y="22363"/>
                    <a:pt x="201215" y="24269"/>
                  </a:cubicBezTo>
                  <a:cubicBezTo>
                    <a:pt x="201737" y="24362"/>
                    <a:pt x="202259" y="24454"/>
                    <a:pt x="202797" y="24549"/>
                  </a:cubicBezTo>
                  <a:cubicBezTo>
                    <a:pt x="203257" y="24702"/>
                    <a:pt x="203718" y="24856"/>
                    <a:pt x="204192" y="25014"/>
                  </a:cubicBezTo>
                  <a:cubicBezTo>
                    <a:pt x="204378" y="27665"/>
                    <a:pt x="204378" y="27665"/>
                    <a:pt x="204192" y="30223"/>
                  </a:cubicBezTo>
                  <a:cubicBezTo>
                    <a:pt x="203455" y="30223"/>
                    <a:pt x="202719" y="30223"/>
                    <a:pt x="201960" y="30223"/>
                  </a:cubicBezTo>
                  <a:cubicBezTo>
                    <a:pt x="201985" y="30805"/>
                    <a:pt x="202011" y="31387"/>
                    <a:pt x="202038" y="31987"/>
                  </a:cubicBezTo>
                  <a:cubicBezTo>
                    <a:pt x="202058" y="32740"/>
                    <a:pt x="202078" y="33493"/>
                    <a:pt x="202099" y="34269"/>
                  </a:cubicBezTo>
                  <a:cubicBezTo>
                    <a:pt x="202125" y="35020"/>
                    <a:pt x="202151" y="35771"/>
                    <a:pt x="202178" y="36545"/>
                  </a:cubicBezTo>
                  <a:cubicBezTo>
                    <a:pt x="202106" y="37160"/>
                    <a:pt x="202034" y="37775"/>
                    <a:pt x="201960" y="38408"/>
                  </a:cubicBezTo>
                  <a:cubicBezTo>
                    <a:pt x="201223" y="38654"/>
                    <a:pt x="200486" y="38899"/>
                    <a:pt x="199727" y="39152"/>
                  </a:cubicBezTo>
                  <a:cubicBezTo>
                    <a:pt x="199289" y="40900"/>
                    <a:pt x="199289" y="40900"/>
                    <a:pt x="199216" y="42920"/>
                  </a:cubicBezTo>
                  <a:cubicBezTo>
                    <a:pt x="199142" y="43945"/>
                    <a:pt x="199142" y="43945"/>
                    <a:pt x="199067" y="44992"/>
                  </a:cubicBezTo>
                  <a:cubicBezTo>
                    <a:pt x="199039" y="45521"/>
                    <a:pt x="199012" y="46049"/>
                    <a:pt x="198983" y="46594"/>
                  </a:cubicBezTo>
                  <a:cubicBezTo>
                    <a:pt x="198246" y="46594"/>
                    <a:pt x="197510" y="46594"/>
                    <a:pt x="196751" y="46594"/>
                  </a:cubicBezTo>
                  <a:cubicBezTo>
                    <a:pt x="196505" y="49049"/>
                    <a:pt x="196259" y="51505"/>
                    <a:pt x="196006" y="54035"/>
                  </a:cubicBezTo>
                  <a:cubicBezTo>
                    <a:pt x="195270" y="54035"/>
                    <a:pt x="194533" y="54035"/>
                    <a:pt x="193774" y="54035"/>
                  </a:cubicBezTo>
                  <a:cubicBezTo>
                    <a:pt x="193800" y="54564"/>
                    <a:pt x="193826" y="55092"/>
                    <a:pt x="193852" y="55637"/>
                  </a:cubicBezTo>
                  <a:cubicBezTo>
                    <a:pt x="193873" y="56321"/>
                    <a:pt x="193893" y="57005"/>
                    <a:pt x="193914" y="57709"/>
                  </a:cubicBezTo>
                  <a:cubicBezTo>
                    <a:pt x="193939" y="58391"/>
                    <a:pt x="193965" y="59073"/>
                    <a:pt x="193992" y="59776"/>
                  </a:cubicBezTo>
                  <a:cubicBezTo>
                    <a:pt x="193884" y="60618"/>
                    <a:pt x="193884" y="60618"/>
                    <a:pt x="193774" y="61477"/>
                  </a:cubicBezTo>
                  <a:cubicBezTo>
                    <a:pt x="193037" y="61722"/>
                    <a:pt x="192301" y="61968"/>
                    <a:pt x="191542" y="62221"/>
                  </a:cubicBezTo>
                  <a:cubicBezTo>
                    <a:pt x="191105" y="63796"/>
                    <a:pt x="191105" y="63796"/>
                    <a:pt x="191030" y="65616"/>
                  </a:cubicBezTo>
                  <a:cubicBezTo>
                    <a:pt x="190981" y="66231"/>
                    <a:pt x="190932" y="66846"/>
                    <a:pt x="190882" y="67479"/>
                  </a:cubicBezTo>
                  <a:cubicBezTo>
                    <a:pt x="190840" y="68191"/>
                    <a:pt x="190840" y="68191"/>
                    <a:pt x="190797" y="68918"/>
                  </a:cubicBezTo>
                  <a:cubicBezTo>
                    <a:pt x="190061" y="68918"/>
                    <a:pt x="189324" y="68918"/>
                    <a:pt x="188565" y="68918"/>
                  </a:cubicBezTo>
                  <a:cubicBezTo>
                    <a:pt x="188529" y="69393"/>
                    <a:pt x="188492" y="69868"/>
                    <a:pt x="188455" y="70357"/>
                  </a:cubicBezTo>
                  <a:cubicBezTo>
                    <a:pt x="188371" y="71279"/>
                    <a:pt x="188371" y="71279"/>
                    <a:pt x="188286" y="72220"/>
                  </a:cubicBezTo>
                  <a:cubicBezTo>
                    <a:pt x="188208" y="73139"/>
                    <a:pt x="188208" y="73139"/>
                    <a:pt x="188129" y="74077"/>
                  </a:cubicBezTo>
                  <a:cubicBezTo>
                    <a:pt x="188027" y="74585"/>
                    <a:pt x="187926" y="75092"/>
                    <a:pt x="187821" y="75615"/>
                  </a:cubicBezTo>
                  <a:cubicBezTo>
                    <a:pt x="187084" y="75984"/>
                    <a:pt x="187084" y="75984"/>
                    <a:pt x="186333" y="76359"/>
                  </a:cubicBezTo>
                  <a:cubicBezTo>
                    <a:pt x="185986" y="77770"/>
                    <a:pt x="185986" y="77770"/>
                    <a:pt x="185867" y="79382"/>
                  </a:cubicBezTo>
                  <a:cubicBezTo>
                    <a:pt x="185729" y="80833"/>
                    <a:pt x="185729" y="80833"/>
                    <a:pt x="185588" y="82312"/>
                  </a:cubicBezTo>
                  <a:cubicBezTo>
                    <a:pt x="184852" y="82312"/>
                    <a:pt x="184115" y="82312"/>
                    <a:pt x="183356" y="82312"/>
                  </a:cubicBezTo>
                  <a:cubicBezTo>
                    <a:pt x="183110" y="84768"/>
                    <a:pt x="182865" y="87224"/>
                    <a:pt x="182612" y="89754"/>
                  </a:cubicBezTo>
                  <a:cubicBezTo>
                    <a:pt x="182121" y="89754"/>
                    <a:pt x="181630" y="89754"/>
                    <a:pt x="181124" y="89754"/>
                  </a:cubicBezTo>
                  <a:cubicBezTo>
                    <a:pt x="180660" y="91249"/>
                    <a:pt x="180660" y="91249"/>
                    <a:pt x="180379" y="93056"/>
                  </a:cubicBezTo>
                  <a:cubicBezTo>
                    <a:pt x="180054" y="94913"/>
                    <a:pt x="180054" y="94913"/>
                    <a:pt x="179635" y="96451"/>
                  </a:cubicBezTo>
                  <a:cubicBezTo>
                    <a:pt x="179144" y="96697"/>
                    <a:pt x="178653" y="96942"/>
                    <a:pt x="178147" y="97195"/>
                  </a:cubicBezTo>
                  <a:cubicBezTo>
                    <a:pt x="177901" y="98055"/>
                    <a:pt x="177656" y="98914"/>
                    <a:pt x="177403" y="99800"/>
                  </a:cubicBezTo>
                  <a:cubicBezTo>
                    <a:pt x="177157" y="100659"/>
                    <a:pt x="176912" y="101519"/>
                    <a:pt x="176659" y="102404"/>
                  </a:cubicBezTo>
                  <a:cubicBezTo>
                    <a:pt x="176168" y="102650"/>
                    <a:pt x="175676" y="102895"/>
                    <a:pt x="175170" y="103148"/>
                  </a:cubicBezTo>
                  <a:cubicBezTo>
                    <a:pt x="175063" y="104008"/>
                    <a:pt x="174956" y="104867"/>
                    <a:pt x="174845" y="105753"/>
                  </a:cubicBezTo>
                  <a:cubicBezTo>
                    <a:pt x="174707" y="106612"/>
                    <a:pt x="174569" y="107472"/>
                    <a:pt x="174426" y="108357"/>
                  </a:cubicBezTo>
                  <a:cubicBezTo>
                    <a:pt x="173690" y="108603"/>
                    <a:pt x="172953" y="108849"/>
                    <a:pt x="172194" y="109102"/>
                  </a:cubicBezTo>
                  <a:cubicBezTo>
                    <a:pt x="172000" y="110605"/>
                    <a:pt x="171811" y="112111"/>
                    <a:pt x="171685" y="113622"/>
                  </a:cubicBezTo>
                  <a:cubicBezTo>
                    <a:pt x="171383" y="115462"/>
                    <a:pt x="170564" y="116057"/>
                    <a:pt x="169217" y="117287"/>
                  </a:cubicBezTo>
                  <a:cubicBezTo>
                    <a:pt x="169217" y="117932"/>
                    <a:pt x="169217" y="118576"/>
                    <a:pt x="169217" y="119240"/>
                  </a:cubicBezTo>
                  <a:cubicBezTo>
                    <a:pt x="169217" y="119824"/>
                    <a:pt x="169217" y="120407"/>
                    <a:pt x="169217" y="121008"/>
                  </a:cubicBezTo>
                  <a:cubicBezTo>
                    <a:pt x="168481" y="121253"/>
                    <a:pt x="167744" y="121499"/>
                    <a:pt x="166985" y="121752"/>
                  </a:cubicBezTo>
                  <a:cubicBezTo>
                    <a:pt x="166434" y="124001"/>
                    <a:pt x="166434" y="124001"/>
                    <a:pt x="166241" y="126217"/>
                  </a:cubicBezTo>
                  <a:cubicBezTo>
                    <a:pt x="165504" y="126217"/>
                    <a:pt x="164767" y="126217"/>
                    <a:pt x="164008" y="126217"/>
                  </a:cubicBezTo>
                  <a:cubicBezTo>
                    <a:pt x="163893" y="127621"/>
                    <a:pt x="163893" y="127621"/>
                    <a:pt x="163776" y="129054"/>
                  </a:cubicBezTo>
                  <a:cubicBezTo>
                    <a:pt x="163459" y="131713"/>
                    <a:pt x="162959" y="132559"/>
                    <a:pt x="161032" y="134402"/>
                  </a:cubicBezTo>
                  <a:cubicBezTo>
                    <a:pt x="161032" y="135170"/>
                    <a:pt x="161032" y="135937"/>
                    <a:pt x="161032" y="136728"/>
                  </a:cubicBezTo>
                  <a:cubicBezTo>
                    <a:pt x="161032" y="137434"/>
                    <a:pt x="161032" y="138140"/>
                    <a:pt x="161032" y="138867"/>
                  </a:cubicBezTo>
                  <a:cubicBezTo>
                    <a:pt x="160295" y="139113"/>
                    <a:pt x="159558" y="139358"/>
                    <a:pt x="158799" y="139611"/>
                  </a:cubicBezTo>
                  <a:cubicBezTo>
                    <a:pt x="158677" y="140241"/>
                    <a:pt x="158554" y="140870"/>
                    <a:pt x="158427" y="141518"/>
                  </a:cubicBezTo>
                  <a:cubicBezTo>
                    <a:pt x="158305" y="142117"/>
                    <a:pt x="158182" y="142715"/>
                    <a:pt x="158055" y="143332"/>
                  </a:cubicBezTo>
                  <a:cubicBezTo>
                    <a:pt x="157319" y="143332"/>
                    <a:pt x="156582" y="143332"/>
                    <a:pt x="155823" y="143332"/>
                  </a:cubicBezTo>
                  <a:cubicBezTo>
                    <a:pt x="155708" y="144759"/>
                    <a:pt x="155708" y="144759"/>
                    <a:pt x="155590" y="146216"/>
                  </a:cubicBezTo>
                  <a:cubicBezTo>
                    <a:pt x="155459" y="147838"/>
                    <a:pt x="155459" y="147838"/>
                    <a:pt x="155079" y="149285"/>
                  </a:cubicBezTo>
                  <a:cubicBezTo>
                    <a:pt x="154342" y="149776"/>
                    <a:pt x="153605" y="150267"/>
                    <a:pt x="152846" y="150773"/>
                  </a:cubicBezTo>
                  <a:cubicBezTo>
                    <a:pt x="152846" y="151403"/>
                    <a:pt x="152846" y="152032"/>
                    <a:pt x="152846" y="152680"/>
                  </a:cubicBezTo>
                  <a:cubicBezTo>
                    <a:pt x="152846" y="153279"/>
                    <a:pt x="152846" y="153877"/>
                    <a:pt x="152846" y="154494"/>
                  </a:cubicBezTo>
                  <a:cubicBezTo>
                    <a:pt x="152110" y="154740"/>
                    <a:pt x="151373" y="154985"/>
                    <a:pt x="150614" y="155238"/>
                  </a:cubicBezTo>
                  <a:cubicBezTo>
                    <a:pt x="150491" y="155975"/>
                    <a:pt x="150368" y="156712"/>
                    <a:pt x="150242" y="157471"/>
                  </a:cubicBezTo>
                  <a:cubicBezTo>
                    <a:pt x="150119" y="158207"/>
                    <a:pt x="149996" y="158944"/>
                    <a:pt x="149870" y="159703"/>
                  </a:cubicBezTo>
                  <a:cubicBezTo>
                    <a:pt x="149133" y="159949"/>
                    <a:pt x="148396" y="160194"/>
                    <a:pt x="147637" y="160447"/>
                  </a:cubicBezTo>
                  <a:cubicBezTo>
                    <a:pt x="147380" y="162182"/>
                    <a:pt x="147133" y="163919"/>
                    <a:pt x="146893" y="165656"/>
                  </a:cubicBezTo>
                  <a:cubicBezTo>
                    <a:pt x="145777" y="166958"/>
                    <a:pt x="145777" y="166958"/>
                    <a:pt x="144661" y="167889"/>
                  </a:cubicBezTo>
                  <a:cubicBezTo>
                    <a:pt x="144415" y="168625"/>
                    <a:pt x="144170" y="169362"/>
                    <a:pt x="143917" y="170121"/>
                  </a:cubicBezTo>
                  <a:cubicBezTo>
                    <a:pt x="143425" y="170367"/>
                    <a:pt x="142934" y="170612"/>
                    <a:pt x="142428" y="170865"/>
                  </a:cubicBezTo>
                  <a:cubicBezTo>
                    <a:pt x="141939" y="173119"/>
                    <a:pt x="141939" y="173119"/>
                    <a:pt x="141684" y="175330"/>
                  </a:cubicBezTo>
                  <a:cubicBezTo>
                    <a:pt x="141193" y="175330"/>
                    <a:pt x="140702" y="175330"/>
                    <a:pt x="140196" y="175330"/>
                  </a:cubicBezTo>
                  <a:cubicBezTo>
                    <a:pt x="139643" y="176619"/>
                    <a:pt x="139643" y="176619"/>
                    <a:pt x="139080" y="177935"/>
                  </a:cubicBezTo>
                  <a:cubicBezTo>
                    <a:pt x="138527" y="179224"/>
                    <a:pt x="138527" y="179224"/>
                    <a:pt x="137963" y="180539"/>
                  </a:cubicBezTo>
                  <a:cubicBezTo>
                    <a:pt x="137472" y="180539"/>
                    <a:pt x="136981" y="180539"/>
                    <a:pt x="136475" y="180539"/>
                  </a:cubicBezTo>
                  <a:cubicBezTo>
                    <a:pt x="136221" y="181778"/>
                    <a:pt x="135973" y="183018"/>
                    <a:pt x="135731" y="184260"/>
                  </a:cubicBezTo>
                  <a:cubicBezTo>
                    <a:pt x="135240" y="184505"/>
                    <a:pt x="134749" y="184751"/>
                    <a:pt x="134243" y="185004"/>
                  </a:cubicBezTo>
                  <a:cubicBezTo>
                    <a:pt x="134135" y="185725"/>
                    <a:pt x="134028" y="186447"/>
                    <a:pt x="133917" y="187190"/>
                  </a:cubicBezTo>
                  <a:cubicBezTo>
                    <a:pt x="133779" y="187942"/>
                    <a:pt x="133641" y="188694"/>
                    <a:pt x="133499" y="189469"/>
                  </a:cubicBezTo>
                  <a:cubicBezTo>
                    <a:pt x="132762" y="189960"/>
                    <a:pt x="132025" y="190451"/>
                    <a:pt x="131266" y="190957"/>
                  </a:cubicBezTo>
                  <a:cubicBezTo>
                    <a:pt x="131143" y="191448"/>
                    <a:pt x="131021" y="191939"/>
                    <a:pt x="130894" y="192445"/>
                  </a:cubicBezTo>
                  <a:cubicBezTo>
                    <a:pt x="130522" y="193934"/>
                    <a:pt x="130522" y="193934"/>
                    <a:pt x="128290" y="195422"/>
                  </a:cubicBezTo>
                  <a:cubicBezTo>
                    <a:pt x="128167" y="195944"/>
                    <a:pt x="128044" y="196465"/>
                    <a:pt x="127918" y="197003"/>
                  </a:cubicBezTo>
                  <a:cubicBezTo>
                    <a:pt x="127795" y="197464"/>
                    <a:pt x="127672" y="197924"/>
                    <a:pt x="127545" y="198398"/>
                  </a:cubicBezTo>
                  <a:cubicBezTo>
                    <a:pt x="126809" y="198398"/>
                    <a:pt x="126072" y="198398"/>
                    <a:pt x="125313" y="198398"/>
                  </a:cubicBezTo>
                  <a:cubicBezTo>
                    <a:pt x="125359" y="199120"/>
                    <a:pt x="125405" y="199841"/>
                    <a:pt x="125453" y="200584"/>
                  </a:cubicBezTo>
                  <a:cubicBezTo>
                    <a:pt x="125407" y="201336"/>
                    <a:pt x="125360" y="202088"/>
                    <a:pt x="125313" y="202863"/>
                  </a:cubicBezTo>
                  <a:cubicBezTo>
                    <a:pt x="124576" y="203109"/>
                    <a:pt x="123840" y="203354"/>
                    <a:pt x="123081" y="203607"/>
                  </a:cubicBezTo>
                  <a:cubicBezTo>
                    <a:pt x="122557" y="205086"/>
                    <a:pt x="122060" y="206575"/>
                    <a:pt x="121592" y="208072"/>
                  </a:cubicBezTo>
                  <a:cubicBezTo>
                    <a:pt x="121101" y="208318"/>
                    <a:pt x="120610" y="208563"/>
                    <a:pt x="120104" y="208816"/>
                  </a:cubicBezTo>
                  <a:cubicBezTo>
                    <a:pt x="119981" y="209307"/>
                    <a:pt x="119858" y="209799"/>
                    <a:pt x="119732" y="210305"/>
                  </a:cubicBezTo>
                  <a:cubicBezTo>
                    <a:pt x="119609" y="210796"/>
                    <a:pt x="119486" y="211287"/>
                    <a:pt x="119360" y="211793"/>
                  </a:cubicBezTo>
                  <a:cubicBezTo>
                    <a:pt x="118869" y="212038"/>
                    <a:pt x="118378" y="212284"/>
                    <a:pt x="117872" y="212537"/>
                  </a:cubicBezTo>
                  <a:cubicBezTo>
                    <a:pt x="117764" y="213120"/>
                    <a:pt x="117657" y="213703"/>
                    <a:pt x="117546" y="214304"/>
                  </a:cubicBezTo>
                  <a:cubicBezTo>
                    <a:pt x="117066" y="216547"/>
                    <a:pt x="116569" y="217003"/>
                    <a:pt x="114895" y="218490"/>
                  </a:cubicBezTo>
                  <a:cubicBezTo>
                    <a:pt x="113400" y="220257"/>
                    <a:pt x="112095" y="221848"/>
                    <a:pt x="111081" y="223932"/>
                  </a:cubicBezTo>
                  <a:cubicBezTo>
                    <a:pt x="110866" y="224346"/>
                    <a:pt x="110652" y="224760"/>
                    <a:pt x="110430" y="225187"/>
                  </a:cubicBezTo>
                  <a:cubicBezTo>
                    <a:pt x="109939" y="225187"/>
                    <a:pt x="109448" y="225187"/>
                    <a:pt x="108942" y="225187"/>
                  </a:cubicBezTo>
                  <a:cubicBezTo>
                    <a:pt x="108574" y="226108"/>
                    <a:pt x="108574" y="226108"/>
                    <a:pt x="108198" y="227048"/>
                  </a:cubicBezTo>
                  <a:cubicBezTo>
                    <a:pt x="107829" y="227969"/>
                    <a:pt x="107829" y="227969"/>
                    <a:pt x="107454" y="228908"/>
                  </a:cubicBezTo>
                  <a:cubicBezTo>
                    <a:pt x="106963" y="228908"/>
                    <a:pt x="106471" y="228908"/>
                    <a:pt x="105965" y="228908"/>
                  </a:cubicBezTo>
                  <a:cubicBezTo>
                    <a:pt x="106011" y="229507"/>
                    <a:pt x="106057" y="230105"/>
                    <a:pt x="106105" y="230722"/>
                  </a:cubicBezTo>
                  <a:cubicBezTo>
                    <a:pt x="106059" y="231351"/>
                    <a:pt x="106013" y="231981"/>
                    <a:pt x="105965" y="232629"/>
                  </a:cubicBezTo>
                  <a:cubicBezTo>
                    <a:pt x="105229" y="232874"/>
                    <a:pt x="104492" y="233120"/>
                    <a:pt x="103733" y="233373"/>
                  </a:cubicBezTo>
                  <a:cubicBezTo>
                    <a:pt x="103462" y="234608"/>
                    <a:pt x="103212" y="235849"/>
                    <a:pt x="102989" y="237094"/>
                  </a:cubicBezTo>
                  <a:cubicBezTo>
                    <a:pt x="102498" y="237094"/>
                    <a:pt x="102007" y="237094"/>
                    <a:pt x="101501" y="237094"/>
                  </a:cubicBezTo>
                  <a:cubicBezTo>
                    <a:pt x="101393" y="237539"/>
                    <a:pt x="101286" y="237984"/>
                    <a:pt x="101175" y="238442"/>
                  </a:cubicBezTo>
                  <a:cubicBezTo>
                    <a:pt x="100671" y="240404"/>
                    <a:pt x="99996" y="240940"/>
                    <a:pt x="98524" y="242303"/>
                  </a:cubicBezTo>
                  <a:cubicBezTo>
                    <a:pt x="97029" y="244069"/>
                    <a:pt x="95724" y="245660"/>
                    <a:pt x="94710" y="247744"/>
                  </a:cubicBezTo>
                  <a:cubicBezTo>
                    <a:pt x="94495" y="248159"/>
                    <a:pt x="94281" y="248573"/>
                    <a:pt x="94059" y="249000"/>
                  </a:cubicBezTo>
                  <a:cubicBezTo>
                    <a:pt x="93568" y="249000"/>
                    <a:pt x="93077" y="249000"/>
                    <a:pt x="92571" y="249000"/>
                  </a:cubicBezTo>
                  <a:cubicBezTo>
                    <a:pt x="92202" y="249921"/>
                    <a:pt x="92202" y="249921"/>
                    <a:pt x="91827" y="250860"/>
                  </a:cubicBezTo>
                  <a:cubicBezTo>
                    <a:pt x="91458" y="251781"/>
                    <a:pt x="91458" y="251781"/>
                    <a:pt x="91083" y="252721"/>
                  </a:cubicBezTo>
                  <a:cubicBezTo>
                    <a:pt x="90591" y="252721"/>
                    <a:pt x="90100" y="252721"/>
                    <a:pt x="89594" y="252721"/>
                  </a:cubicBezTo>
                  <a:cubicBezTo>
                    <a:pt x="89487" y="253166"/>
                    <a:pt x="89379" y="253611"/>
                    <a:pt x="89269" y="254069"/>
                  </a:cubicBezTo>
                  <a:cubicBezTo>
                    <a:pt x="88770" y="256009"/>
                    <a:pt x="88099" y="256619"/>
                    <a:pt x="86618" y="257930"/>
                  </a:cubicBezTo>
                  <a:cubicBezTo>
                    <a:pt x="84907" y="259509"/>
                    <a:pt x="84406" y="260100"/>
                    <a:pt x="83641" y="262394"/>
                  </a:cubicBezTo>
                  <a:cubicBezTo>
                    <a:pt x="82418" y="263652"/>
                    <a:pt x="81175" y="264889"/>
                    <a:pt x="79920" y="266115"/>
                  </a:cubicBezTo>
                  <a:cubicBezTo>
                    <a:pt x="78168" y="268052"/>
                    <a:pt x="76508" y="269908"/>
                    <a:pt x="75409" y="272301"/>
                  </a:cubicBezTo>
                  <a:cubicBezTo>
                    <a:pt x="75064" y="272922"/>
                    <a:pt x="75064" y="272922"/>
                    <a:pt x="74711" y="273557"/>
                  </a:cubicBezTo>
                  <a:cubicBezTo>
                    <a:pt x="74190" y="273679"/>
                    <a:pt x="73668" y="273802"/>
                    <a:pt x="73130" y="273929"/>
                  </a:cubicBezTo>
                  <a:cubicBezTo>
                    <a:pt x="72670" y="274051"/>
                    <a:pt x="72209" y="274174"/>
                    <a:pt x="71735" y="274301"/>
                  </a:cubicBezTo>
                  <a:cubicBezTo>
                    <a:pt x="71735" y="275283"/>
                    <a:pt x="71735" y="276265"/>
                    <a:pt x="71735" y="277277"/>
                  </a:cubicBezTo>
                  <a:cubicBezTo>
                    <a:pt x="70998" y="277032"/>
                    <a:pt x="70262" y="276786"/>
                    <a:pt x="69502" y="276533"/>
                  </a:cubicBezTo>
                  <a:cubicBezTo>
                    <a:pt x="69134" y="275428"/>
                    <a:pt x="69134" y="275428"/>
                    <a:pt x="68758" y="274301"/>
                  </a:cubicBezTo>
                  <a:cubicBezTo>
                    <a:pt x="68267" y="274193"/>
                    <a:pt x="67776" y="274086"/>
                    <a:pt x="67270" y="273975"/>
                  </a:cubicBezTo>
                  <a:cubicBezTo>
                    <a:pt x="66779" y="273837"/>
                    <a:pt x="66288" y="273699"/>
                    <a:pt x="65782" y="273557"/>
                  </a:cubicBezTo>
                  <a:cubicBezTo>
                    <a:pt x="65505" y="272572"/>
                    <a:pt x="65256" y="271579"/>
                    <a:pt x="65038" y="270580"/>
                  </a:cubicBezTo>
                  <a:cubicBezTo>
                    <a:pt x="64301" y="270334"/>
                    <a:pt x="63564" y="270089"/>
                    <a:pt x="62805" y="269836"/>
                  </a:cubicBezTo>
                  <a:cubicBezTo>
                    <a:pt x="62437" y="268731"/>
                    <a:pt x="62437" y="268731"/>
                    <a:pt x="62061" y="267603"/>
                  </a:cubicBezTo>
                  <a:cubicBezTo>
                    <a:pt x="61570" y="267481"/>
                    <a:pt x="61079" y="267358"/>
                    <a:pt x="60573" y="267231"/>
                  </a:cubicBezTo>
                  <a:cubicBezTo>
                    <a:pt x="60082" y="267109"/>
                    <a:pt x="59591" y="266986"/>
                    <a:pt x="59085" y="266859"/>
                  </a:cubicBezTo>
                  <a:cubicBezTo>
                    <a:pt x="58716" y="265754"/>
                    <a:pt x="58716" y="265754"/>
                    <a:pt x="58340" y="264627"/>
                  </a:cubicBezTo>
                  <a:cubicBezTo>
                    <a:pt x="56452" y="262589"/>
                    <a:pt x="54702" y="260961"/>
                    <a:pt x="52387" y="259418"/>
                  </a:cubicBezTo>
                  <a:cubicBezTo>
                    <a:pt x="52019" y="258313"/>
                    <a:pt x="52019" y="258313"/>
                    <a:pt x="51643" y="257185"/>
                  </a:cubicBezTo>
                  <a:cubicBezTo>
                    <a:pt x="51167" y="257078"/>
                    <a:pt x="50692" y="256971"/>
                    <a:pt x="50201" y="256860"/>
                  </a:cubicBezTo>
                  <a:cubicBezTo>
                    <a:pt x="49695" y="256722"/>
                    <a:pt x="49188" y="256584"/>
                    <a:pt x="48667" y="256441"/>
                  </a:cubicBezTo>
                  <a:cubicBezTo>
                    <a:pt x="47829" y="254907"/>
                    <a:pt x="47829" y="254907"/>
                    <a:pt x="47178" y="253465"/>
                  </a:cubicBezTo>
                  <a:cubicBezTo>
                    <a:pt x="46687" y="253465"/>
                    <a:pt x="46196" y="253465"/>
                    <a:pt x="45690" y="253465"/>
                  </a:cubicBezTo>
                  <a:cubicBezTo>
                    <a:pt x="45391" y="252843"/>
                    <a:pt x="45391" y="252843"/>
                    <a:pt x="45085" y="252209"/>
                  </a:cubicBezTo>
                  <a:cubicBezTo>
                    <a:pt x="43530" y="249181"/>
                    <a:pt x="41478" y="247100"/>
                    <a:pt x="38249" y="246023"/>
                  </a:cubicBezTo>
                  <a:cubicBezTo>
                    <a:pt x="38003" y="245287"/>
                    <a:pt x="37757" y="244550"/>
                    <a:pt x="37504" y="243791"/>
                  </a:cubicBezTo>
                  <a:cubicBezTo>
                    <a:pt x="37029" y="243684"/>
                    <a:pt x="36553" y="243576"/>
                    <a:pt x="36063" y="243465"/>
                  </a:cubicBezTo>
                  <a:cubicBezTo>
                    <a:pt x="35556" y="243327"/>
                    <a:pt x="35050" y="243189"/>
                    <a:pt x="34528" y="243047"/>
                  </a:cubicBezTo>
                  <a:cubicBezTo>
                    <a:pt x="34004" y="242069"/>
                    <a:pt x="33513" y="241073"/>
                    <a:pt x="33040" y="240070"/>
                  </a:cubicBezTo>
                  <a:cubicBezTo>
                    <a:pt x="30478" y="237219"/>
                    <a:pt x="30478" y="237219"/>
                    <a:pt x="27086" y="235605"/>
                  </a:cubicBezTo>
                  <a:cubicBezTo>
                    <a:pt x="26718" y="234500"/>
                    <a:pt x="26718" y="234500"/>
                    <a:pt x="26342" y="233373"/>
                  </a:cubicBezTo>
                  <a:cubicBezTo>
                    <a:pt x="25851" y="233266"/>
                    <a:pt x="25360" y="233158"/>
                    <a:pt x="24854" y="233047"/>
                  </a:cubicBezTo>
                  <a:cubicBezTo>
                    <a:pt x="24363" y="232909"/>
                    <a:pt x="23872" y="232771"/>
                    <a:pt x="23366" y="232629"/>
                  </a:cubicBezTo>
                  <a:cubicBezTo>
                    <a:pt x="23258" y="232138"/>
                    <a:pt x="23151" y="231647"/>
                    <a:pt x="23040" y="231141"/>
                  </a:cubicBezTo>
                  <a:cubicBezTo>
                    <a:pt x="22902" y="230649"/>
                    <a:pt x="22764" y="230158"/>
                    <a:pt x="22622" y="229652"/>
                  </a:cubicBezTo>
                  <a:cubicBezTo>
                    <a:pt x="21388" y="229375"/>
                    <a:pt x="20147" y="229126"/>
                    <a:pt x="18901" y="228908"/>
                  </a:cubicBezTo>
                  <a:cubicBezTo>
                    <a:pt x="18533" y="227803"/>
                    <a:pt x="18533" y="227803"/>
                    <a:pt x="18157" y="226676"/>
                  </a:cubicBezTo>
                  <a:cubicBezTo>
                    <a:pt x="17420" y="226430"/>
                    <a:pt x="16683" y="226185"/>
                    <a:pt x="15924" y="225932"/>
                  </a:cubicBezTo>
                  <a:cubicBezTo>
                    <a:pt x="14984" y="222798"/>
                    <a:pt x="14930" y="220708"/>
                    <a:pt x="16436" y="217839"/>
                  </a:cubicBezTo>
                  <a:cubicBezTo>
                    <a:pt x="18157" y="215514"/>
                    <a:pt x="18157" y="215514"/>
                    <a:pt x="19785" y="214956"/>
                  </a:cubicBezTo>
                  <a:cubicBezTo>
                    <a:pt x="20230" y="214894"/>
                    <a:pt x="20675" y="214833"/>
                    <a:pt x="21133" y="214769"/>
                  </a:cubicBezTo>
                  <a:cubicBezTo>
                    <a:pt x="21379" y="214033"/>
                    <a:pt x="21624" y="213296"/>
                    <a:pt x="21877" y="212537"/>
                  </a:cubicBezTo>
                  <a:cubicBezTo>
                    <a:pt x="22614" y="212291"/>
                    <a:pt x="23351" y="212046"/>
                    <a:pt x="24110" y="211793"/>
                  </a:cubicBezTo>
                  <a:cubicBezTo>
                    <a:pt x="24355" y="211056"/>
                    <a:pt x="24601" y="210320"/>
                    <a:pt x="24854" y="209560"/>
                  </a:cubicBezTo>
                  <a:cubicBezTo>
                    <a:pt x="25591" y="209069"/>
                    <a:pt x="26327" y="208578"/>
                    <a:pt x="27086" y="208072"/>
                  </a:cubicBezTo>
                  <a:cubicBezTo>
                    <a:pt x="27332" y="207336"/>
                    <a:pt x="27578" y="206599"/>
                    <a:pt x="27831" y="205840"/>
                  </a:cubicBezTo>
                  <a:cubicBezTo>
                    <a:pt x="29071" y="204600"/>
                    <a:pt x="30311" y="203359"/>
                    <a:pt x="31551" y="202119"/>
                  </a:cubicBezTo>
                  <a:cubicBezTo>
                    <a:pt x="31797" y="201597"/>
                    <a:pt x="32042" y="201075"/>
                    <a:pt x="32295" y="200538"/>
                  </a:cubicBezTo>
                  <a:cubicBezTo>
                    <a:pt x="33040" y="199143"/>
                    <a:pt x="33040" y="199143"/>
                    <a:pt x="34714" y="198212"/>
                  </a:cubicBezTo>
                  <a:cubicBezTo>
                    <a:pt x="37260" y="196592"/>
                    <a:pt x="38549" y="194648"/>
                    <a:pt x="40234" y="192181"/>
                  </a:cubicBezTo>
                  <a:cubicBezTo>
                    <a:pt x="40561" y="191777"/>
                    <a:pt x="40888" y="191373"/>
                    <a:pt x="41225" y="190957"/>
                  </a:cubicBezTo>
                  <a:cubicBezTo>
                    <a:pt x="41716" y="190957"/>
                    <a:pt x="42207" y="190957"/>
                    <a:pt x="42713" y="190957"/>
                  </a:cubicBezTo>
                  <a:cubicBezTo>
                    <a:pt x="42806" y="190543"/>
                    <a:pt x="42898" y="190128"/>
                    <a:pt x="42992" y="189701"/>
                  </a:cubicBezTo>
                  <a:cubicBezTo>
                    <a:pt x="43620" y="187379"/>
                    <a:pt x="44823" y="186017"/>
                    <a:pt x="46434" y="184260"/>
                  </a:cubicBezTo>
                  <a:cubicBezTo>
                    <a:pt x="46925" y="184260"/>
                    <a:pt x="47416" y="184260"/>
                    <a:pt x="47922" y="184260"/>
                  </a:cubicBezTo>
                  <a:cubicBezTo>
                    <a:pt x="48168" y="183646"/>
                    <a:pt x="48414" y="183032"/>
                    <a:pt x="48667" y="182399"/>
                  </a:cubicBezTo>
                  <a:cubicBezTo>
                    <a:pt x="48912" y="181785"/>
                    <a:pt x="49158" y="181172"/>
                    <a:pt x="49411" y="180539"/>
                  </a:cubicBezTo>
                  <a:cubicBezTo>
                    <a:pt x="49902" y="180539"/>
                    <a:pt x="50393" y="180539"/>
                    <a:pt x="50899" y="180539"/>
                  </a:cubicBezTo>
                  <a:cubicBezTo>
                    <a:pt x="51098" y="179756"/>
                    <a:pt x="51298" y="178974"/>
                    <a:pt x="51504" y="178167"/>
                  </a:cubicBezTo>
                  <a:cubicBezTo>
                    <a:pt x="52496" y="174982"/>
                    <a:pt x="53699" y="173837"/>
                    <a:pt x="56108" y="171609"/>
                  </a:cubicBezTo>
                  <a:cubicBezTo>
                    <a:pt x="56626" y="170628"/>
                    <a:pt x="57129" y="169639"/>
                    <a:pt x="57596" y="168633"/>
                  </a:cubicBezTo>
                  <a:cubicBezTo>
                    <a:pt x="58087" y="168387"/>
                    <a:pt x="58578" y="168142"/>
                    <a:pt x="59085" y="167889"/>
                  </a:cubicBezTo>
                  <a:cubicBezTo>
                    <a:pt x="59330" y="167397"/>
                    <a:pt x="59576" y="166906"/>
                    <a:pt x="59829" y="166400"/>
                  </a:cubicBezTo>
                  <a:cubicBezTo>
                    <a:pt x="60573" y="164912"/>
                    <a:pt x="60573" y="164912"/>
                    <a:pt x="62061" y="164168"/>
                  </a:cubicBezTo>
                  <a:cubicBezTo>
                    <a:pt x="62169" y="163661"/>
                    <a:pt x="62276" y="163155"/>
                    <a:pt x="62387" y="162633"/>
                  </a:cubicBezTo>
                  <a:cubicBezTo>
                    <a:pt x="62594" y="161919"/>
                    <a:pt x="62594" y="161919"/>
                    <a:pt x="62805" y="161191"/>
                  </a:cubicBezTo>
                  <a:cubicBezTo>
                    <a:pt x="63542" y="161191"/>
                    <a:pt x="64279" y="161191"/>
                    <a:pt x="65038" y="161191"/>
                  </a:cubicBezTo>
                  <a:cubicBezTo>
                    <a:pt x="64992" y="160501"/>
                    <a:pt x="64946" y="159810"/>
                    <a:pt x="64898" y="159098"/>
                  </a:cubicBezTo>
                  <a:cubicBezTo>
                    <a:pt x="65038" y="156727"/>
                    <a:pt x="65038" y="156727"/>
                    <a:pt x="65968" y="155564"/>
                  </a:cubicBezTo>
                  <a:cubicBezTo>
                    <a:pt x="66398" y="155211"/>
                    <a:pt x="66827" y="154858"/>
                    <a:pt x="67270" y="154494"/>
                  </a:cubicBezTo>
                  <a:cubicBezTo>
                    <a:pt x="68765" y="152728"/>
                    <a:pt x="70070" y="151137"/>
                    <a:pt x="71084" y="149053"/>
                  </a:cubicBezTo>
                  <a:cubicBezTo>
                    <a:pt x="71406" y="148431"/>
                    <a:pt x="71406" y="148431"/>
                    <a:pt x="71735" y="147797"/>
                  </a:cubicBezTo>
                  <a:cubicBezTo>
                    <a:pt x="72226" y="147797"/>
                    <a:pt x="72717" y="147797"/>
                    <a:pt x="73223" y="147797"/>
                  </a:cubicBezTo>
                  <a:cubicBezTo>
                    <a:pt x="73477" y="146558"/>
                    <a:pt x="73725" y="145318"/>
                    <a:pt x="73967" y="144076"/>
                  </a:cubicBezTo>
                  <a:cubicBezTo>
                    <a:pt x="74458" y="143831"/>
                    <a:pt x="74950" y="143585"/>
                    <a:pt x="75456" y="143332"/>
                  </a:cubicBezTo>
                  <a:cubicBezTo>
                    <a:pt x="75563" y="142749"/>
                    <a:pt x="75670" y="142166"/>
                    <a:pt x="75781" y="141565"/>
                  </a:cubicBezTo>
                  <a:cubicBezTo>
                    <a:pt x="76255" y="139352"/>
                    <a:pt x="76814" y="138868"/>
                    <a:pt x="78432" y="137379"/>
                  </a:cubicBezTo>
                  <a:cubicBezTo>
                    <a:pt x="78693" y="136842"/>
                    <a:pt x="78954" y="136305"/>
                    <a:pt x="79223" y="135751"/>
                  </a:cubicBezTo>
                  <a:cubicBezTo>
                    <a:pt x="79453" y="135306"/>
                    <a:pt x="79683" y="134861"/>
                    <a:pt x="79920" y="134402"/>
                  </a:cubicBezTo>
                  <a:cubicBezTo>
                    <a:pt x="80412" y="134402"/>
                    <a:pt x="80903" y="134402"/>
                    <a:pt x="81409" y="134402"/>
                  </a:cubicBezTo>
                  <a:cubicBezTo>
                    <a:pt x="81663" y="133163"/>
                    <a:pt x="81911" y="131923"/>
                    <a:pt x="82153" y="130682"/>
                  </a:cubicBezTo>
                  <a:cubicBezTo>
                    <a:pt x="82644" y="130436"/>
                    <a:pt x="83135" y="130190"/>
                    <a:pt x="83641" y="129937"/>
                  </a:cubicBezTo>
                  <a:cubicBezTo>
                    <a:pt x="83802" y="128878"/>
                    <a:pt x="83802" y="128878"/>
                    <a:pt x="83967" y="127798"/>
                  </a:cubicBezTo>
                  <a:cubicBezTo>
                    <a:pt x="84421" y="125274"/>
                    <a:pt x="84821" y="124887"/>
                    <a:pt x="86618" y="123240"/>
                  </a:cubicBezTo>
                  <a:cubicBezTo>
                    <a:pt x="86741" y="122703"/>
                    <a:pt x="86863" y="122166"/>
                    <a:pt x="86990" y="121612"/>
                  </a:cubicBezTo>
                  <a:cubicBezTo>
                    <a:pt x="87113" y="121167"/>
                    <a:pt x="87235" y="120722"/>
                    <a:pt x="87362" y="120264"/>
                  </a:cubicBezTo>
                  <a:cubicBezTo>
                    <a:pt x="88099" y="120264"/>
                    <a:pt x="88835" y="120264"/>
                    <a:pt x="89594" y="120264"/>
                  </a:cubicBezTo>
                  <a:cubicBezTo>
                    <a:pt x="89548" y="119542"/>
                    <a:pt x="89502" y="118821"/>
                    <a:pt x="89455" y="118078"/>
                  </a:cubicBezTo>
                  <a:cubicBezTo>
                    <a:pt x="89501" y="117326"/>
                    <a:pt x="89547" y="116574"/>
                    <a:pt x="89594" y="115799"/>
                  </a:cubicBezTo>
                  <a:cubicBezTo>
                    <a:pt x="90331" y="115553"/>
                    <a:pt x="91068" y="115308"/>
                    <a:pt x="91827" y="115055"/>
                  </a:cubicBezTo>
                  <a:cubicBezTo>
                    <a:pt x="92379" y="112431"/>
                    <a:pt x="92379" y="112431"/>
                    <a:pt x="92571" y="109846"/>
                  </a:cubicBezTo>
                  <a:cubicBezTo>
                    <a:pt x="93308" y="109846"/>
                    <a:pt x="94044" y="109846"/>
                    <a:pt x="94803" y="109846"/>
                  </a:cubicBezTo>
                  <a:cubicBezTo>
                    <a:pt x="95179" y="108619"/>
                    <a:pt x="95544" y="107389"/>
                    <a:pt x="95847" y="106142"/>
                  </a:cubicBezTo>
                  <a:cubicBezTo>
                    <a:pt x="96593" y="103618"/>
                    <a:pt x="97831" y="101629"/>
                    <a:pt x="99268" y="99428"/>
                  </a:cubicBezTo>
                  <a:cubicBezTo>
                    <a:pt x="99759" y="99428"/>
                    <a:pt x="100250" y="99428"/>
                    <a:pt x="100756" y="99428"/>
                  </a:cubicBezTo>
                  <a:cubicBezTo>
                    <a:pt x="100710" y="98461"/>
                    <a:pt x="100664" y="97494"/>
                    <a:pt x="100617" y="96498"/>
                  </a:cubicBezTo>
                  <a:cubicBezTo>
                    <a:pt x="100538" y="94849"/>
                    <a:pt x="100538" y="94849"/>
                    <a:pt x="100756" y="93475"/>
                  </a:cubicBezTo>
                  <a:cubicBezTo>
                    <a:pt x="101493" y="93229"/>
                    <a:pt x="102230" y="92983"/>
                    <a:pt x="102989" y="92730"/>
                  </a:cubicBezTo>
                  <a:cubicBezTo>
                    <a:pt x="103267" y="90999"/>
                    <a:pt x="103515" y="89262"/>
                    <a:pt x="103733" y="87521"/>
                  </a:cubicBezTo>
                  <a:cubicBezTo>
                    <a:pt x="104224" y="87276"/>
                    <a:pt x="104715" y="87030"/>
                    <a:pt x="105221" y="86777"/>
                  </a:cubicBezTo>
                  <a:cubicBezTo>
                    <a:pt x="105711" y="84523"/>
                    <a:pt x="105711" y="84523"/>
                    <a:pt x="105965" y="82312"/>
                  </a:cubicBezTo>
                  <a:cubicBezTo>
                    <a:pt x="106702" y="82312"/>
                    <a:pt x="107439" y="82312"/>
                    <a:pt x="108198" y="82312"/>
                  </a:cubicBezTo>
                  <a:cubicBezTo>
                    <a:pt x="108275" y="81376"/>
                    <a:pt x="108351" y="80440"/>
                    <a:pt x="108430" y="79475"/>
                  </a:cubicBezTo>
                  <a:cubicBezTo>
                    <a:pt x="108750" y="76834"/>
                    <a:pt x="109209" y="75928"/>
                    <a:pt x="111174" y="74127"/>
                  </a:cubicBezTo>
                  <a:cubicBezTo>
                    <a:pt x="111715" y="71814"/>
                    <a:pt x="111715" y="71814"/>
                    <a:pt x="111919" y="69662"/>
                  </a:cubicBezTo>
                  <a:cubicBezTo>
                    <a:pt x="112655" y="69662"/>
                    <a:pt x="113392" y="69662"/>
                    <a:pt x="114151" y="69662"/>
                  </a:cubicBezTo>
                  <a:cubicBezTo>
                    <a:pt x="114125" y="69187"/>
                    <a:pt x="114099" y="68712"/>
                    <a:pt x="114072" y="68223"/>
                  </a:cubicBezTo>
                  <a:cubicBezTo>
                    <a:pt x="114052" y="67608"/>
                    <a:pt x="114032" y="66993"/>
                    <a:pt x="114011" y="66360"/>
                  </a:cubicBezTo>
                  <a:cubicBezTo>
                    <a:pt x="113985" y="65747"/>
                    <a:pt x="113960" y="65134"/>
                    <a:pt x="113933" y="64503"/>
                  </a:cubicBezTo>
                  <a:cubicBezTo>
                    <a:pt x="114005" y="63995"/>
                    <a:pt x="114077" y="63488"/>
                    <a:pt x="114151" y="62965"/>
                  </a:cubicBezTo>
                  <a:cubicBezTo>
                    <a:pt x="114888" y="62719"/>
                    <a:pt x="115624" y="62474"/>
                    <a:pt x="116383" y="62221"/>
                  </a:cubicBezTo>
                  <a:cubicBezTo>
                    <a:pt x="116735" y="60837"/>
                    <a:pt x="116735" y="60837"/>
                    <a:pt x="116755" y="59244"/>
                  </a:cubicBezTo>
                  <a:cubicBezTo>
                    <a:pt x="116825" y="57616"/>
                    <a:pt x="116825" y="57616"/>
                    <a:pt x="117127" y="56268"/>
                  </a:cubicBezTo>
                  <a:cubicBezTo>
                    <a:pt x="117864" y="56022"/>
                    <a:pt x="118601" y="55776"/>
                    <a:pt x="119360" y="55523"/>
                  </a:cubicBezTo>
                  <a:cubicBezTo>
                    <a:pt x="119554" y="54019"/>
                    <a:pt x="119743" y="52512"/>
                    <a:pt x="119869" y="51000"/>
                  </a:cubicBezTo>
                  <a:cubicBezTo>
                    <a:pt x="120172" y="49160"/>
                    <a:pt x="121019" y="48598"/>
                    <a:pt x="122336" y="47338"/>
                  </a:cubicBezTo>
                  <a:cubicBezTo>
                    <a:pt x="122336" y="46570"/>
                    <a:pt x="122336" y="45803"/>
                    <a:pt x="122336" y="45012"/>
                  </a:cubicBezTo>
                  <a:cubicBezTo>
                    <a:pt x="122336" y="44306"/>
                    <a:pt x="122336" y="43600"/>
                    <a:pt x="122336" y="42873"/>
                  </a:cubicBezTo>
                  <a:cubicBezTo>
                    <a:pt x="123073" y="42627"/>
                    <a:pt x="123810" y="42382"/>
                    <a:pt x="124569" y="42129"/>
                  </a:cubicBezTo>
                  <a:cubicBezTo>
                    <a:pt x="125007" y="40381"/>
                    <a:pt x="125007" y="40381"/>
                    <a:pt x="125080" y="38362"/>
                  </a:cubicBezTo>
                  <a:cubicBezTo>
                    <a:pt x="125154" y="37336"/>
                    <a:pt x="125154" y="37336"/>
                    <a:pt x="125229" y="36289"/>
                  </a:cubicBezTo>
                  <a:cubicBezTo>
                    <a:pt x="125257" y="35761"/>
                    <a:pt x="125284" y="35232"/>
                    <a:pt x="125313" y="34687"/>
                  </a:cubicBezTo>
                  <a:cubicBezTo>
                    <a:pt x="125804" y="34687"/>
                    <a:pt x="126295" y="34687"/>
                    <a:pt x="126801" y="34687"/>
                  </a:cubicBezTo>
                  <a:cubicBezTo>
                    <a:pt x="127265" y="32762"/>
                    <a:pt x="127518" y="30834"/>
                    <a:pt x="127798" y="28874"/>
                  </a:cubicBezTo>
                  <a:cubicBezTo>
                    <a:pt x="127960" y="28337"/>
                    <a:pt x="128123" y="27800"/>
                    <a:pt x="128290" y="27246"/>
                  </a:cubicBezTo>
                  <a:cubicBezTo>
                    <a:pt x="129026" y="27246"/>
                    <a:pt x="129763" y="27246"/>
                    <a:pt x="130522" y="27246"/>
                  </a:cubicBezTo>
                  <a:cubicBezTo>
                    <a:pt x="130496" y="26664"/>
                    <a:pt x="130470" y="26082"/>
                    <a:pt x="130444" y="25482"/>
                  </a:cubicBezTo>
                  <a:cubicBezTo>
                    <a:pt x="130423" y="24729"/>
                    <a:pt x="130403" y="23976"/>
                    <a:pt x="130382" y="23200"/>
                  </a:cubicBezTo>
                  <a:cubicBezTo>
                    <a:pt x="130357" y="22449"/>
                    <a:pt x="130331" y="21698"/>
                    <a:pt x="130304" y="20924"/>
                  </a:cubicBezTo>
                  <a:cubicBezTo>
                    <a:pt x="130376" y="20309"/>
                    <a:pt x="130448" y="19694"/>
                    <a:pt x="130522" y="19061"/>
                  </a:cubicBezTo>
                  <a:cubicBezTo>
                    <a:pt x="131259" y="18815"/>
                    <a:pt x="131995" y="18569"/>
                    <a:pt x="132754" y="18316"/>
                  </a:cubicBezTo>
                  <a:cubicBezTo>
                    <a:pt x="133192" y="16569"/>
                    <a:pt x="133192" y="16569"/>
                    <a:pt x="133266" y="14549"/>
                  </a:cubicBezTo>
                  <a:cubicBezTo>
                    <a:pt x="133339" y="13523"/>
                    <a:pt x="133339" y="13523"/>
                    <a:pt x="133414" y="12477"/>
                  </a:cubicBezTo>
                  <a:cubicBezTo>
                    <a:pt x="133442" y="11948"/>
                    <a:pt x="133470" y="11420"/>
                    <a:pt x="133499" y="10875"/>
                  </a:cubicBezTo>
                  <a:cubicBezTo>
                    <a:pt x="133990" y="10875"/>
                    <a:pt x="134481" y="10875"/>
                    <a:pt x="134987" y="10875"/>
                  </a:cubicBezTo>
                  <a:cubicBezTo>
                    <a:pt x="135992" y="8864"/>
                    <a:pt x="135983" y="7066"/>
                    <a:pt x="136150" y="4829"/>
                  </a:cubicBezTo>
                  <a:cubicBezTo>
                    <a:pt x="136212" y="4013"/>
                    <a:pt x="136274" y="3198"/>
                    <a:pt x="136339" y="2358"/>
                  </a:cubicBezTo>
                  <a:cubicBezTo>
                    <a:pt x="136384" y="1731"/>
                    <a:pt x="136429" y="1103"/>
                    <a:pt x="136475" y="457"/>
                  </a:cubicBezTo>
                  <a:close/>
                </a:path>
              </a:pathLst>
            </a:custGeom>
            <a:grpFill/>
            <a:ln w="744" cap="flat">
              <a:noFill/>
              <a:prstDash val="solid"/>
              <a:miter/>
            </a:ln>
          </p:spPr>
          <p:txBody>
            <a:bodyPr rtlCol="0" anchor="ctr"/>
            <a:lstStyle/>
            <a:p>
              <a:endParaRPr lang="zh-CN" altLang="en-US"/>
            </a:p>
          </p:txBody>
        </p:sp>
        <p:sp>
          <p:nvSpPr>
            <p:cNvPr id="121" name="任意多边形: 形状 120"/>
            <p:cNvSpPr/>
            <p:nvPr/>
          </p:nvSpPr>
          <p:spPr>
            <a:xfrm>
              <a:off x="11141380" y="609960"/>
              <a:ext cx="194464" cy="280680"/>
            </a:xfrm>
            <a:custGeom>
              <a:avLst/>
              <a:gdLst>
                <a:gd name="connsiteX0" fmla="*/ 69826 w 194464"/>
                <a:gd name="connsiteY0" fmla="*/ 592 h 280680"/>
                <a:gd name="connsiteX1" fmla="*/ 75035 w 194464"/>
                <a:gd name="connsiteY1" fmla="*/ 592 h 280680"/>
                <a:gd name="connsiteX2" fmla="*/ 76524 w 194464"/>
                <a:gd name="connsiteY2" fmla="*/ 3568 h 280680"/>
                <a:gd name="connsiteX3" fmla="*/ 78012 w 194464"/>
                <a:gd name="connsiteY3" fmla="*/ 4312 h 280680"/>
                <a:gd name="connsiteX4" fmla="*/ 78427 w 194464"/>
                <a:gd name="connsiteY4" fmla="*/ 8844 h 280680"/>
                <a:gd name="connsiteX5" fmla="*/ 80988 w 194464"/>
                <a:gd name="connsiteY5" fmla="*/ 11754 h 280680"/>
                <a:gd name="connsiteX6" fmla="*/ 81360 w 194464"/>
                <a:gd name="connsiteY6" fmla="*/ 14777 h 280680"/>
                <a:gd name="connsiteX7" fmla="*/ 81733 w 194464"/>
                <a:gd name="connsiteY7" fmla="*/ 17707 h 280680"/>
                <a:gd name="connsiteX8" fmla="*/ 83965 w 194464"/>
                <a:gd name="connsiteY8" fmla="*/ 18451 h 280680"/>
                <a:gd name="connsiteX9" fmla="*/ 84709 w 194464"/>
                <a:gd name="connsiteY9" fmla="*/ 23660 h 280680"/>
                <a:gd name="connsiteX10" fmla="*/ 86197 w 194464"/>
                <a:gd name="connsiteY10" fmla="*/ 24404 h 280680"/>
                <a:gd name="connsiteX11" fmla="*/ 86942 w 194464"/>
                <a:gd name="connsiteY11" fmla="*/ 27055 h 280680"/>
                <a:gd name="connsiteX12" fmla="*/ 87686 w 194464"/>
                <a:gd name="connsiteY12" fmla="*/ 29613 h 280680"/>
                <a:gd name="connsiteX13" fmla="*/ 89174 w 194464"/>
                <a:gd name="connsiteY13" fmla="*/ 29613 h 280680"/>
                <a:gd name="connsiteX14" fmla="*/ 89537 w 194464"/>
                <a:gd name="connsiteY14" fmla="*/ 34191 h 280680"/>
                <a:gd name="connsiteX15" fmla="*/ 89918 w 194464"/>
                <a:gd name="connsiteY15" fmla="*/ 35566 h 280680"/>
                <a:gd name="connsiteX16" fmla="*/ 92150 w 194464"/>
                <a:gd name="connsiteY16" fmla="*/ 36310 h 280680"/>
                <a:gd name="connsiteX17" fmla="*/ 92895 w 194464"/>
                <a:gd name="connsiteY17" fmla="*/ 41519 h 280680"/>
                <a:gd name="connsiteX18" fmla="*/ 94383 w 194464"/>
                <a:gd name="connsiteY18" fmla="*/ 42263 h 280680"/>
                <a:gd name="connsiteX19" fmla="*/ 95127 w 194464"/>
                <a:gd name="connsiteY19" fmla="*/ 44542 h 280680"/>
                <a:gd name="connsiteX20" fmla="*/ 95871 w 194464"/>
                <a:gd name="connsiteY20" fmla="*/ 46728 h 280680"/>
                <a:gd name="connsiteX21" fmla="*/ 97359 w 194464"/>
                <a:gd name="connsiteY21" fmla="*/ 46728 h 280680"/>
                <a:gd name="connsiteX22" fmla="*/ 97220 w 194464"/>
                <a:gd name="connsiteY22" fmla="*/ 49658 h 280680"/>
                <a:gd name="connsiteX23" fmla="*/ 97359 w 194464"/>
                <a:gd name="connsiteY23" fmla="*/ 52681 h 280680"/>
                <a:gd name="connsiteX24" fmla="*/ 99592 w 194464"/>
                <a:gd name="connsiteY24" fmla="*/ 53426 h 280680"/>
                <a:gd name="connsiteX25" fmla="*/ 101080 w 194464"/>
                <a:gd name="connsiteY25" fmla="*/ 57146 h 280680"/>
                <a:gd name="connsiteX26" fmla="*/ 102568 w 194464"/>
                <a:gd name="connsiteY26" fmla="*/ 57890 h 280680"/>
                <a:gd name="connsiteX27" fmla="*/ 102894 w 194464"/>
                <a:gd name="connsiteY27" fmla="*/ 60076 h 280680"/>
                <a:gd name="connsiteX28" fmla="*/ 103313 w 194464"/>
                <a:gd name="connsiteY28" fmla="*/ 62355 h 280680"/>
                <a:gd name="connsiteX29" fmla="*/ 105545 w 194464"/>
                <a:gd name="connsiteY29" fmla="*/ 63843 h 280680"/>
                <a:gd name="connsiteX30" fmla="*/ 106289 w 194464"/>
                <a:gd name="connsiteY30" fmla="*/ 68308 h 280680"/>
                <a:gd name="connsiteX31" fmla="*/ 108522 w 194464"/>
                <a:gd name="connsiteY31" fmla="*/ 68308 h 280680"/>
                <a:gd name="connsiteX32" fmla="*/ 108522 w 194464"/>
                <a:gd name="connsiteY32" fmla="*/ 73517 h 280680"/>
                <a:gd name="connsiteX33" fmla="*/ 110754 w 194464"/>
                <a:gd name="connsiteY33" fmla="*/ 73517 h 280680"/>
                <a:gd name="connsiteX34" fmla="*/ 112242 w 194464"/>
                <a:gd name="connsiteY34" fmla="*/ 77982 h 280680"/>
                <a:gd name="connsiteX35" fmla="*/ 113731 w 194464"/>
                <a:gd name="connsiteY35" fmla="*/ 78726 h 280680"/>
                <a:gd name="connsiteX36" fmla="*/ 114475 w 194464"/>
                <a:gd name="connsiteY36" fmla="*/ 82447 h 280680"/>
                <a:gd name="connsiteX37" fmla="*/ 115963 w 194464"/>
                <a:gd name="connsiteY37" fmla="*/ 83191 h 280680"/>
                <a:gd name="connsiteX38" fmla="*/ 117451 w 194464"/>
                <a:gd name="connsiteY38" fmla="*/ 86912 h 280680"/>
                <a:gd name="connsiteX39" fmla="*/ 118940 w 194464"/>
                <a:gd name="connsiteY39" fmla="*/ 87656 h 280680"/>
                <a:gd name="connsiteX40" fmla="*/ 119684 w 194464"/>
                <a:gd name="connsiteY40" fmla="*/ 92865 h 280680"/>
                <a:gd name="connsiteX41" fmla="*/ 121916 w 194464"/>
                <a:gd name="connsiteY41" fmla="*/ 92865 h 280680"/>
                <a:gd name="connsiteX42" fmla="*/ 122660 w 194464"/>
                <a:gd name="connsiteY42" fmla="*/ 96586 h 280680"/>
                <a:gd name="connsiteX43" fmla="*/ 124893 w 194464"/>
                <a:gd name="connsiteY43" fmla="*/ 98818 h 280680"/>
                <a:gd name="connsiteX44" fmla="*/ 124893 w 194464"/>
                <a:gd name="connsiteY44" fmla="*/ 101050 h 280680"/>
                <a:gd name="connsiteX45" fmla="*/ 127125 w 194464"/>
                <a:gd name="connsiteY45" fmla="*/ 101795 h 280680"/>
                <a:gd name="connsiteX46" fmla="*/ 127869 w 194464"/>
                <a:gd name="connsiteY46" fmla="*/ 106259 h 280680"/>
                <a:gd name="connsiteX47" fmla="*/ 130102 w 194464"/>
                <a:gd name="connsiteY47" fmla="*/ 106259 h 280680"/>
                <a:gd name="connsiteX48" fmla="*/ 129962 w 194464"/>
                <a:gd name="connsiteY48" fmla="*/ 108073 h 280680"/>
                <a:gd name="connsiteX49" fmla="*/ 130102 w 194464"/>
                <a:gd name="connsiteY49" fmla="*/ 109980 h 280680"/>
                <a:gd name="connsiteX50" fmla="*/ 132334 w 194464"/>
                <a:gd name="connsiteY50" fmla="*/ 110724 h 280680"/>
                <a:gd name="connsiteX51" fmla="*/ 133078 w 194464"/>
                <a:gd name="connsiteY51" fmla="*/ 114445 h 280680"/>
                <a:gd name="connsiteX52" fmla="*/ 135311 w 194464"/>
                <a:gd name="connsiteY52" fmla="*/ 115189 h 280680"/>
                <a:gd name="connsiteX53" fmla="*/ 136799 w 194464"/>
                <a:gd name="connsiteY53" fmla="*/ 118910 h 280680"/>
                <a:gd name="connsiteX54" fmla="*/ 138287 w 194464"/>
                <a:gd name="connsiteY54" fmla="*/ 119654 h 280680"/>
                <a:gd name="connsiteX55" fmla="*/ 138613 w 194464"/>
                <a:gd name="connsiteY55" fmla="*/ 121514 h 280680"/>
                <a:gd name="connsiteX56" fmla="*/ 139031 w 194464"/>
                <a:gd name="connsiteY56" fmla="*/ 123375 h 280680"/>
                <a:gd name="connsiteX57" fmla="*/ 141264 w 194464"/>
                <a:gd name="connsiteY57" fmla="*/ 124119 h 280680"/>
                <a:gd name="connsiteX58" fmla="*/ 142008 w 194464"/>
                <a:gd name="connsiteY58" fmla="*/ 127095 h 280680"/>
                <a:gd name="connsiteX59" fmla="*/ 143496 w 194464"/>
                <a:gd name="connsiteY59" fmla="*/ 127840 h 280680"/>
                <a:gd name="connsiteX60" fmla="*/ 143822 w 194464"/>
                <a:gd name="connsiteY60" fmla="*/ 129235 h 280680"/>
                <a:gd name="connsiteX61" fmla="*/ 146473 w 194464"/>
                <a:gd name="connsiteY61" fmla="*/ 133049 h 280680"/>
                <a:gd name="connsiteX62" fmla="*/ 146473 w 194464"/>
                <a:gd name="connsiteY62" fmla="*/ 134537 h 280680"/>
                <a:gd name="connsiteX63" fmla="*/ 148705 w 194464"/>
                <a:gd name="connsiteY63" fmla="*/ 135281 h 280680"/>
                <a:gd name="connsiteX64" fmla="*/ 150938 w 194464"/>
                <a:gd name="connsiteY64" fmla="*/ 139746 h 280680"/>
                <a:gd name="connsiteX65" fmla="*/ 153170 w 194464"/>
                <a:gd name="connsiteY65" fmla="*/ 144211 h 280680"/>
                <a:gd name="connsiteX66" fmla="*/ 154658 w 194464"/>
                <a:gd name="connsiteY66" fmla="*/ 144211 h 280680"/>
                <a:gd name="connsiteX67" fmla="*/ 155402 w 194464"/>
                <a:gd name="connsiteY67" fmla="*/ 147187 h 280680"/>
                <a:gd name="connsiteX68" fmla="*/ 156891 w 194464"/>
                <a:gd name="connsiteY68" fmla="*/ 147931 h 280680"/>
                <a:gd name="connsiteX69" fmla="*/ 157216 w 194464"/>
                <a:gd name="connsiteY69" fmla="*/ 149792 h 280680"/>
                <a:gd name="connsiteX70" fmla="*/ 157635 w 194464"/>
                <a:gd name="connsiteY70" fmla="*/ 151652 h 280680"/>
                <a:gd name="connsiteX71" fmla="*/ 159867 w 194464"/>
                <a:gd name="connsiteY71" fmla="*/ 152396 h 280680"/>
                <a:gd name="connsiteX72" fmla="*/ 160611 w 194464"/>
                <a:gd name="connsiteY72" fmla="*/ 154629 h 280680"/>
                <a:gd name="connsiteX73" fmla="*/ 162844 w 194464"/>
                <a:gd name="connsiteY73" fmla="*/ 155373 h 280680"/>
                <a:gd name="connsiteX74" fmla="*/ 164332 w 194464"/>
                <a:gd name="connsiteY74" fmla="*/ 159093 h 280680"/>
                <a:gd name="connsiteX75" fmla="*/ 165820 w 194464"/>
                <a:gd name="connsiteY75" fmla="*/ 162070 h 280680"/>
                <a:gd name="connsiteX76" fmla="*/ 168053 w 194464"/>
                <a:gd name="connsiteY76" fmla="*/ 162814 h 280680"/>
                <a:gd name="connsiteX77" fmla="*/ 168797 w 194464"/>
                <a:gd name="connsiteY77" fmla="*/ 165047 h 280680"/>
                <a:gd name="connsiteX78" fmla="*/ 171029 w 194464"/>
                <a:gd name="connsiteY78" fmla="*/ 166535 h 280680"/>
                <a:gd name="connsiteX79" fmla="*/ 172053 w 194464"/>
                <a:gd name="connsiteY79" fmla="*/ 168628 h 280680"/>
                <a:gd name="connsiteX80" fmla="*/ 176983 w 194464"/>
                <a:gd name="connsiteY80" fmla="*/ 174720 h 280680"/>
                <a:gd name="connsiteX81" fmla="*/ 177727 w 194464"/>
                <a:gd name="connsiteY81" fmla="*/ 176953 h 280680"/>
                <a:gd name="connsiteX82" fmla="*/ 179959 w 194464"/>
                <a:gd name="connsiteY82" fmla="*/ 178441 h 280680"/>
                <a:gd name="connsiteX83" fmla="*/ 180703 w 194464"/>
                <a:gd name="connsiteY83" fmla="*/ 180674 h 280680"/>
                <a:gd name="connsiteX84" fmla="*/ 182936 w 194464"/>
                <a:gd name="connsiteY84" fmla="*/ 182906 h 280680"/>
                <a:gd name="connsiteX85" fmla="*/ 185912 w 194464"/>
                <a:gd name="connsiteY85" fmla="*/ 187371 h 280680"/>
                <a:gd name="connsiteX86" fmla="*/ 188145 w 194464"/>
                <a:gd name="connsiteY86" fmla="*/ 188859 h 280680"/>
                <a:gd name="connsiteX87" fmla="*/ 188889 w 194464"/>
                <a:gd name="connsiteY87" fmla="*/ 191092 h 280680"/>
                <a:gd name="connsiteX88" fmla="*/ 190051 w 194464"/>
                <a:gd name="connsiteY88" fmla="*/ 192254 h 280680"/>
                <a:gd name="connsiteX89" fmla="*/ 191121 w 194464"/>
                <a:gd name="connsiteY89" fmla="*/ 194812 h 280680"/>
                <a:gd name="connsiteX90" fmla="*/ 193354 w 194464"/>
                <a:gd name="connsiteY90" fmla="*/ 195556 h 280680"/>
                <a:gd name="connsiteX91" fmla="*/ 194098 w 194464"/>
                <a:gd name="connsiteY91" fmla="*/ 198533 h 280680"/>
                <a:gd name="connsiteX92" fmla="*/ 196330 w 194464"/>
                <a:gd name="connsiteY92" fmla="*/ 199277 h 280680"/>
                <a:gd name="connsiteX93" fmla="*/ 196330 w 194464"/>
                <a:gd name="connsiteY93" fmla="*/ 201509 h 280680"/>
                <a:gd name="connsiteX94" fmla="*/ 199307 w 194464"/>
                <a:gd name="connsiteY94" fmla="*/ 202998 h 280680"/>
                <a:gd name="connsiteX95" fmla="*/ 201725 w 194464"/>
                <a:gd name="connsiteY95" fmla="*/ 205602 h 280680"/>
                <a:gd name="connsiteX96" fmla="*/ 202900 w 194464"/>
                <a:gd name="connsiteY96" fmla="*/ 206974 h 280680"/>
                <a:gd name="connsiteX97" fmla="*/ 203772 w 194464"/>
                <a:gd name="connsiteY97" fmla="*/ 209695 h 280680"/>
                <a:gd name="connsiteX98" fmla="*/ 205213 w 194464"/>
                <a:gd name="connsiteY98" fmla="*/ 210393 h 280680"/>
                <a:gd name="connsiteX99" fmla="*/ 207492 w 194464"/>
                <a:gd name="connsiteY99" fmla="*/ 213416 h 280680"/>
                <a:gd name="connsiteX100" fmla="*/ 209725 w 194464"/>
                <a:gd name="connsiteY100" fmla="*/ 214160 h 280680"/>
                <a:gd name="connsiteX101" fmla="*/ 209725 w 194464"/>
                <a:gd name="connsiteY101" fmla="*/ 217881 h 280680"/>
                <a:gd name="connsiteX102" fmla="*/ 206748 w 194464"/>
                <a:gd name="connsiteY102" fmla="*/ 218625 h 280680"/>
                <a:gd name="connsiteX103" fmla="*/ 206051 w 194464"/>
                <a:gd name="connsiteY103" fmla="*/ 220439 h 280680"/>
                <a:gd name="connsiteX104" fmla="*/ 203353 w 194464"/>
                <a:gd name="connsiteY104" fmla="*/ 223183 h 280680"/>
                <a:gd name="connsiteX105" fmla="*/ 201539 w 194464"/>
                <a:gd name="connsiteY105" fmla="*/ 223834 h 280680"/>
                <a:gd name="connsiteX106" fmla="*/ 200795 w 194464"/>
                <a:gd name="connsiteY106" fmla="*/ 226066 h 280680"/>
                <a:gd name="connsiteX107" fmla="*/ 199307 w 194464"/>
                <a:gd name="connsiteY107" fmla="*/ 226810 h 280680"/>
                <a:gd name="connsiteX108" fmla="*/ 198563 w 194464"/>
                <a:gd name="connsiteY108" fmla="*/ 229043 h 280680"/>
                <a:gd name="connsiteX109" fmla="*/ 196330 w 194464"/>
                <a:gd name="connsiteY109" fmla="*/ 229787 h 280680"/>
                <a:gd name="connsiteX110" fmla="*/ 194842 w 194464"/>
                <a:gd name="connsiteY110" fmla="*/ 232763 h 280680"/>
                <a:gd name="connsiteX111" fmla="*/ 193354 w 194464"/>
                <a:gd name="connsiteY111" fmla="*/ 233508 h 280680"/>
                <a:gd name="connsiteX112" fmla="*/ 192609 w 194464"/>
                <a:gd name="connsiteY112" fmla="*/ 235740 h 280680"/>
                <a:gd name="connsiteX113" fmla="*/ 190377 w 194464"/>
                <a:gd name="connsiteY113" fmla="*/ 237228 h 280680"/>
                <a:gd name="connsiteX114" fmla="*/ 189633 w 194464"/>
                <a:gd name="connsiteY114" fmla="*/ 239461 h 280680"/>
                <a:gd name="connsiteX115" fmla="*/ 187400 w 194464"/>
                <a:gd name="connsiteY115" fmla="*/ 239461 h 280680"/>
                <a:gd name="connsiteX116" fmla="*/ 186656 w 194464"/>
                <a:gd name="connsiteY116" fmla="*/ 242437 h 280680"/>
                <a:gd name="connsiteX117" fmla="*/ 184424 w 194464"/>
                <a:gd name="connsiteY117" fmla="*/ 243181 h 280680"/>
                <a:gd name="connsiteX118" fmla="*/ 184424 w 194464"/>
                <a:gd name="connsiteY118" fmla="*/ 246158 h 280680"/>
                <a:gd name="connsiteX119" fmla="*/ 182192 w 194464"/>
                <a:gd name="connsiteY119" fmla="*/ 246158 h 280680"/>
                <a:gd name="connsiteX120" fmla="*/ 180703 w 194464"/>
                <a:gd name="connsiteY120" fmla="*/ 249879 h 280680"/>
                <a:gd name="connsiteX121" fmla="*/ 179215 w 194464"/>
                <a:gd name="connsiteY121" fmla="*/ 249879 h 280680"/>
                <a:gd name="connsiteX122" fmla="*/ 178471 w 194464"/>
                <a:gd name="connsiteY122" fmla="*/ 252855 h 280680"/>
                <a:gd name="connsiteX123" fmla="*/ 176983 w 194464"/>
                <a:gd name="connsiteY123" fmla="*/ 253599 h 280680"/>
                <a:gd name="connsiteX124" fmla="*/ 176610 w 194464"/>
                <a:gd name="connsiteY124" fmla="*/ 255088 h 280680"/>
                <a:gd name="connsiteX125" fmla="*/ 176238 w 194464"/>
                <a:gd name="connsiteY125" fmla="*/ 256576 h 280680"/>
                <a:gd name="connsiteX126" fmla="*/ 174750 w 194464"/>
                <a:gd name="connsiteY126" fmla="*/ 257320 h 280680"/>
                <a:gd name="connsiteX127" fmla="*/ 174425 w 194464"/>
                <a:gd name="connsiteY127" fmla="*/ 258808 h 280680"/>
                <a:gd name="connsiteX128" fmla="*/ 174006 w 194464"/>
                <a:gd name="connsiteY128" fmla="*/ 260297 h 280680"/>
                <a:gd name="connsiteX129" fmla="*/ 171774 w 194464"/>
                <a:gd name="connsiteY129" fmla="*/ 261041 h 280680"/>
                <a:gd name="connsiteX130" fmla="*/ 171029 w 194464"/>
                <a:gd name="connsiteY130" fmla="*/ 264017 h 280680"/>
                <a:gd name="connsiteX131" fmla="*/ 169541 w 194464"/>
                <a:gd name="connsiteY131" fmla="*/ 264761 h 280680"/>
                <a:gd name="connsiteX132" fmla="*/ 168797 w 194464"/>
                <a:gd name="connsiteY132" fmla="*/ 266296 h 280680"/>
                <a:gd name="connsiteX133" fmla="*/ 168053 w 194464"/>
                <a:gd name="connsiteY133" fmla="*/ 267738 h 280680"/>
                <a:gd name="connsiteX134" fmla="*/ 166565 w 194464"/>
                <a:gd name="connsiteY134" fmla="*/ 267738 h 280680"/>
                <a:gd name="connsiteX135" fmla="*/ 165076 w 194464"/>
                <a:gd name="connsiteY135" fmla="*/ 272947 h 280680"/>
                <a:gd name="connsiteX136" fmla="*/ 163588 w 194464"/>
                <a:gd name="connsiteY136" fmla="*/ 273691 h 280680"/>
                <a:gd name="connsiteX137" fmla="*/ 163355 w 194464"/>
                <a:gd name="connsiteY137" fmla="*/ 275924 h 280680"/>
                <a:gd name="connsiteX138" fmla="*/ 162844 w 194464"/>
                <a:gd name="connsiteY138" fmla="*/ 278156 h 280680"/>
                <a:gd name="connsiteX139" fmla="*/ 159123 w 194464"/>
                <a:gd name="connsiteY139" fmla="*/ 278900 h 280680"/>
                <a:gd name="connsiteX140" fmla="*/ 159123 w 194464"/>
                <a:gd name="connsiteY140" fmla="*/ 281133 h 280680"/>
                <a:gd name="connsiteX141" fmla="*/ 156147 w 194464"/>
                <a:gd name="connsiteY141" fmla="*/ 281133 h 280680"/>
                <a:gd name="connsiteX142" fmla="*/ 154937 w 194464"/>
                <a:gd name="connsiteY142" fmla="*/ 277830 h 280680"/>
                <a:gd name="connsiteX143" fmla="*/ 153914 w 194464"/>
                <a:gd name="connsiteY143" fmla="*/ 274435 h 280680"/>
                <a:gd name="connsiteX144" fmla="*/ 152426 w 194464"/>
                <a:gd name="connsiteY144" fmla="*/ 273691 h 280680"/>
                <a:gd name="connsiteX145" fmla="*/ 151682 w 194464"/>
                <a:gd name="connsiteY145" fmla="*/ 271459 h 280680"/>
                <a:gd name="connsiteX146" fmla="*/ 149449 w 194464"/>
                <a:gd name="connsiteY146" fmla="*/ 270715 h 280680"/>
                <a:gd name="connsiteX147" fmla="*/ 148705 w 194464"/>
                <a:gd name="connsiteY147" fmla="*/ 267738 h 280680"/>
                <a:gd name="connsiteX148" fmla="*/ 146473 w 194464"/>
                <a:gd name="connsiteY148" fmla="*/ 266250 h 280680"/>
                <a:gd name="connsiteX149" fmla="*/ 143496 w 194464"/>
                <a:gd name="connsiteY149" fmla="*/ 260297 h 280680"/>
                <a:gd name="connsiteX150" fmla="*/ 142008 w 194464"/>
                <a:gd name="connsiteY150" fmla="*/ 260297 h 280680"/>
                <a:gd name="connsiteX151" fmla="*/ 141682 w 194464"/>
                <a:gd name="connsiteY151" fmla="*/ 258436 h 280680"/>
                <a:gd name="connsiteX152" fmla="*/ 141264 w 194464"/>
                <a:gd name="connsiteY152" fmla="*/ 256576 h 280680"/>
                <a:gd name="connsiteX153" fmla="*/ 139031 w 194464"/>
                <a:gd name="connsiteY153" fmla="*/ 256576 h 280680"/>
                <a:gd name="connsiteX154" fmla="*/ 138287 w 194464"/>
                <a:gd name="connsiteY154" fmla="*/ 252855 h 280680"/>
                <a:gd name="connsiteX155" fmla="*/ 136055 w 194464"/>
                <a:gd name="connsiteY155" fmla="*/ 252111 h 280680"/>
                <a:gd name="connsiteX156" fmla="*/ 135311 w 194464"/>
                <a:gd name="connsiteY156" fmla="*/ 249879 h 280680"/>
                <a:gd name="connsiteX157" fmla="*/ 133078 w 194464"/>
                <a:gd name="connsiteY157" fmla="*/ 247646 h 280680"/>
                <a:gd name="connsiteX158" fmla="*/ 129358 w 194464"/>
                <a:gd name="connsiteY158" fmla="*/ 241693 h 280680"/>
                <a:gd name="connsiteX159" fmla="*/ 127869 w 194464"/>
                <a:gd name="connsiteY159" fmla="*/ 240949 h 280680"/>
                <a:gd name="connsiteX160" fmla="*/ 127544 w 194464"/>
                <a:gd name="connsiteY160" fmla="*/ 239089 h 280680"/>
                <a:gd name="connsiteX161" fmla="*/ 127125 w 194464"/>
                <a:gd name="connsiteY161" fmla="*/ 237228 h 280680"/>
                <a:gd name="connsiteX162" fmla="*/ 124893 w 194464"/>
                <a:gd name="connsiteY162" fmla="*/ 236484 h 280680"/>
                <a:gd name="connsiteX163" fmla="*/ 124149 w 194464"/>
                <a:gd name="connsiteY163" fmla="*/ 233508 h 280680"/>
                <a:gd name="connsiteX164" fmla="*/ 122660 w 194464"/>
                <a:gd name="connsiteY164" fmla="*/ 232763 h 280680"/>
                <a:gd name="connsiteX165" fmla="*/ 122335 w 194464"/>
                <a:gd name="connsiteY165" fmla="*/ 230857 h 280680"/>
                <a:gd name="connsiteX166" fmla="*/ 121916 w 194464"/>
                <a:gd name="connsiteY166" fmla="*/ 229043 h 280680"/>
                <a:gd name="connsiteX167" fmla="*/ 119684 w 194464"/>
                <a:gd name="connsiteY167" fmla="*/ 229043 h 280680"/>
                <a:gd name="connsiteX168" fmla="*/ 118940 w 194464"/>
                <a:gd name="connsiteY168" fmla="*/ 226066 h 280680"/>
                <a:gd name="connsiteX169" fmla="*/ 116707 w 194464"/>
                <a:gd name="connsiteY169" fmla="*/ 224578 h 280680"/>
                <a:gd name="connsiteX170" fmla="*/ 116335 w 194464"/>
                <a:gd name="connsiteY170" fmla="*/ 222299 h 280680"/>
                <a:gd name="connsiteX171" fmla="*/ 115963 w 194464"/>
                <a:gd name="connsiteY171" fmla="*/ 220113 h 280680"/>
                <a:gd name="connsiteX172" fmla="*/ 113731 w 194464"/>
                <a:gd name="connsiteY172" fmla="*/ 219369 h 280680"/>
                <a:gd name="connsiteX173" fmla="*/ 112986 w 194464"/>
                <a:gd name="connsiteY173" fmla="*/ 217136 h 280680"/>
                <a:gd name="connsiteX174" fmla="*/ 111498 w 194464"/>
                <a:gd name="connsiteY174" fmla="*/ 216392 h 280680"/>
                <a:gd name="connsiteX175" fmla="*/ 110010 w 194464"/>
                <a:gd name="connsiteY175" fmla="*/ 212672 h 280680"/>
                <a:gd name="connsiteX176" fmla="*/ 108522 w 194464"/>
                <a:gd name="connsiteY176" fmla="*/ 211927 h 280680"/>
                <a:gd name="connsiteX177" fmla="*/ 108196 w 194464"/>
                <a:gd name="connsiteY177" fmla="*/ 210532 h 280680"/>
                <a:gd name="connsiteX178" fmla="*/ 105545 w 194464"/>
                <a:gd name="connsiteY178" fmla="*/ 206718 h 280680"/>
                <a:gd name="connsiteX179" fmla="*/ 104801 w 194464"/>
                <a:gd name="connsiteY179" fmla="*/ 204486 h 280680"/>
                <a:gd name="connsiteX180" fmla="*/ 103313 w 194464"/>
                <a:gd name="connsiteY180" fmla="*/ 203742 h 280680"/>
                <a:gd name="connsiteX181" fmla="*/ 102568 w 194464"/>
                <a:gd name="connsiteY181" fmla="*/ 198533 h 280680"/>
                <a:gd name="connsiteX182" fmla="*/ 100336 w 194464"/>
                <a:gd name="connsiteY182" fmla="*/ 198533 h 280680"/>
                <a:gd name="connsiteX183" fmla="*/ 99592 w 194464"/>
                <a:gd name="connsiteY183" fmla="*/ 195556 h 280680"/>
                <a:gd name="connsiteX184" fmla="*/ 98104 w 194464"/>
                <a:gd name="connsiteY184" fmla="*/ 194812 h 280680"/>
                <a:gd name="connsiteX185" fmla="*/ 94708 w 194464"/>
                <a:gd name="connsiteY185" fmla="*/ 188673 h 280680"/>
                <a:gd name="connsiteX186" fmla="*/ 92150 w 194464"/>
                <a:gd name="connsiteY186" fmla="*/ 185883 h 280680"/>
                <a:gd name="connsiteX187" fmla="*/ 91825 w 194464"/>
                <a:gd name="connsiteY187" fmla="*/ 184115 h 280680"/>
                <a:gd name="connsiteX188" fmla="*/ 89174 w 194464"/>
                <a:gd name="connsiteY188" fmla="*/ 179929 h 280680"/>
                <a:gd name="connsiteX189" fmla="*/ 88430 w 194464"/>
                <a:gd name="connsiteY189" fmla="*/ 177697 h 280680"/>
                <a:gd name="connsiteX190" fmla="*/ 87314 w 194464"/>
                <a:gd name="connsiteY190" fmla="*/ 176581 h 280680"/>
                <a:gd name="connsiteX191" fmla="*/ 85453 w 194464"/>
                <a:gd name="connsiteY191" fmla="*/ 173232 h 280680"/>
                <a:gd name="connsiteX192" fmla="*/ 83965 w 194464"/>
                <a:gd name="connsiteY192" fmla="*/ 172488 h 280680"/>
                <a:gd name="connsiteX193" fmla="*/ 83639 w 194464"/>
                <a:gd name="connsiteY193" fmla="*/ 170349 h 280680"/>
                <a:gd name="connsiteX194" fmla="*/ 79779 w 194464"/>
                <a:gd name="connsiteY194" fmla="*/ 164907 h 280680"/>
                <a:gd name="connsiteX195" fmla="*/ 78012 w 194464"/>
                <a:gd name="connsiteY195" fmla="*/ 157605 h 280680"/>
                <a:gd name="connsiteX196" fmla="*/ 75779 w 194464"/>
                <a:gd name="connsiteY196" fmla="*/ 157605 h 280680"/>
                <a:gd name="connsiteX197" fmla="*/ 75965 w 194464"/>
                <a:gd name="connsiteY197" fmla="*/ 155838 h 280680"/>
                <a:gd name="connsiteX198" fmla="*/ 75779 w 194464"/>
                <a:gd name="connsiteY198" fmla="*/ 153884 h 280680"/>
                <a:gd name="connsiteX199" fmla="*/ 72803 w 194464"/>
                <a:gd name="connsiteY199" fmla="*/ 152396 h 280680"/>
                <a:gd name="connsiteX200" fmla="*/ 72059 w 194464"/>
                <a:gd name="connsiteY200" fmla="*/ 149420 h 280680"/>
                <a:gd name="connsiteX201" fmla="*/ 70896 w 194464"/>
                <a:gd name="connsiteY201" fmla="*/ 148303 h 280680"/>
                <a:gd name="connsiteX202" fmla="*/ 69826 w 194464"/>
                <a:gd name="connsiteY202" fmla="*/ 144211 h 280680"/>
                <a:gd name="connsiteX203" fmla="*/ 67594 w 194464"/>
                <a:gd name="connsiteY203" fmla="*/ 143467 h 280680"/>
                <a:gd name="connsiteX204" fmla="*/ 66850 w 194464"/>
                <a:gd name="connsiteY204" fmla="*/ 139002 h 280680"/>
                <a:gd name="connsiteX205" fmla="*/ 64617 w 194464"/>
                <a:gd name="connsiteY205" fmla="*/ 138258 h 280680"/>
                <a:gd name="connsiteX206" fmla="*/ 63873 w 194464"/>
                <a:gd name="connsiteY206" fmla="*/ 134537 h 280680"/>
                <a:gd name="connsiteX207" fmla="*/ 62385 w 194464"/>
                <a:gd name="connsiteY207" fmla="*/ 133793 h 280680"/>
                <a:gd name="connsiteX208" fmla="*/ 60897 w 194464"/>
                <a:gd name="connsiteY208" fmla="*/ 129328 h 280680"/>
                <a:gd name="connsiteX209" fmla="*/ 59408 w 194464"/>
                <a:gd name="connsiteY209" fmla="*/ 128584 h 280680"/>
                <a:gd name="connsiteX210" fmla="*/ 59083 w 194464"/>
                <a:gd name="connsiteY210" fmla="*/ 126351 h 280680"/>
                <a:gd name="connsiteX211" fmla="*/ 58664 w 194464"/>
                <a:gd name="connsiteY211" fmla="*/ 124119 h 280680"/>
                <a:gd name="connsiteX212" fmla="*/ 56432 w 194464"/>
                <a:gd name="connsiteY212" fmla="*/ 123375 h 280680"/>
                <a:gd name="connsiteX213" fmla="*/ 54943 w 194464"/>
                <a:gd name="connsiteY213" fmla="*/ 118910 h 280680"/>
                <a:gd name="connsiteX214" fmla="*/ 53455 w 194464"/>
                <a:gd name="connsiteY214" fmla="*/ 117422 h 280680"/>
                <a:gd name="connsiteX215" fmla="*/ 53083 w 194464"/>
                <a:gd name="connsiteY215" fmla="*/ 115515 h 280680"/>
                <a:gd name="connsiteX216" fmla="*/ 52711 w 194464"/>
                <a:gd name="connsiteY216" fmla="*/ 113701 h 280680"/>
                <a:gd name="connsiteX217" fmla="*/ 51223 w 194464"/>
                <a:gd name="connsiteY217" fmla="*/ 112957 h 280680"/>
                <a:gd name="connsiteX218" fmla="*/ 50479 w 194464"/>
                <a:gd name="connsiteY218" fmla="*/ 108492 h 280680"/>
                <a:gd name="connsiteX219" fmla="*/ 48246 w 194464"/>
                <a:gd name="connsiteY219" fmla="*/ 108492 h 280680"/>
                <a:gd name="connsiteX220" fmla="*/ 48246 w 194464"/>
                <a:gd name="connsiteY220" fmla="*/ 102539 h 280680"/>
                <a:gd name="connsiteX221" fmla="*/ 46014 w 194464"/>
                <a:gd name="connsiteY221" fmla="*/ 102539 h 280680"/>
                <a:gd name="connsiteX222" fmla="*/ 44525 w 194464"/>
                <a:gd name="connsiteY222" fmla="*/ 97330 h 280680"/>
                <a:gd name="connsiteX223" fmla="*/ 43037 w 194464"/>
                <a:gd name="connsiteY223" fmla="*/ 96586 h 280680"/>
                <a:gd name="connsiteX224" fmla="*/ 41549 w 194464"/>
                <a:gd name="connsiteY224" fmla="*/ 92121 h 280680"/>
                <a:gd name="connsiteX225" fmla="*/ 40061 w 194464"/>
                <a:gd name="connsiteY225" fmla="*/ 91377 h 280680"/>
                <a:gd name="connsiteX226" fmla="*/ 39317 w 194464"/>
                <a:gd name="connsiteY226" fmla="*/ 86168 h 280680"/>
                <a:gd name="connsiteX227" fmla="*/ 37828 w 194464"/>
                <a:gd name="connsiteY227" fmla="*/ 85424 h 280680"/>
                <a:gd name="connsiteX228" fmla="*/ 36340 w 194464"/>
                <a:gd name="connsiteY228" fmla="*/ 80959 h 280680"/>
                <a:gd name="connsiteX229" fmla="*/ 34852 w 194464"/>
                <a:gd name="connsiteY229" fmla="*/ 80215 h 280680"/>
                <a:gd name="connsiteX230" fmla="*/ 34526 w 194464"/>
                <a:gd name="connsiteY230" fmla="*/ 78029 h 280680"/>
                <a:gd name="connsiteX231" fmla="*/ 34108 w 194464"/>
                <a:gd name="connsiteY231" fmla="*/ 75750 h 280680"/>
                <a:gd name="connsiteX232" fmla="*/ 31875 w 194464"/>
                <a:gd name="connsiteY232" fmla="*/ 74261 h 280680"/>
                <a:gd name="connsiteX233" fmla="*/ 31131 w 194464"/>
                <a:gd name="connsiteY233" fmla="*/ 69052 h 280680"/>
                <a:gd name="connsiteX234" fmla="*/ 28899 w 194464"/>
                <a:gd name="connsiteY234" fmla="*/ 66820 h 280680"/>
                <a:gd name="connsiteX235" fmla="*/ 28154 w 194464"/>
                <a:gd name="connsiteY235" fmla="*/ 63099 h 280680"/>
                <a:gd name="connsiteX236" fmla="*/ 26666 w 194464"/>
                <a:gd name="connsiteY236" fmla="*/ 62355 h 280680"/>
                <a:gd name="connsiteX237" fmla="*/ 25922 w 194464"/>
                <a:gd name="connsiteY237" fmla="*/ 57146 h 280680"/>
                <a:gd name="connsiteX238" fmla="*/ 23690 w 194464"/>
                <a:gd name="connsiteY238" fmla="*/ 57146 h 280680"/>
                <a:gd name="connsiteX239" fmla="*/ 23690 w 194464"/>
                <a:gd name="connsiteY239" fmla="*/ 51193 h 280680"/>
                <a:gd name="connsiteX240" fmla="*/ 20713 w 194464"/>
                <a:gd name="connsiteY240" fmla="*/ 51193 h 280680"/>
                <a:gd name="connsiteX241" fmla="*/ 20853 w 194464"/>
                <a:gd name="connsiteY241" fmla="*/ 48728 h 280680"/>
                <a:gd name="connsiteX242" fmla="*/ 19643 w 194464"/>
                <a:gd name="connsiteY242" fmla="*/ 44914 h 280680"/>
                <a:gd name="connsiteX243" fmla="*/ 17736 w 194464"/>
                <a:gd name="connsiteY243" fmla="*/ 37799 h 280680"/>
                <a:gd name="connsiteX244" fmla="*/ 15504 w 194464"/>
                <a:gd name="connsiteY244" fmla="*/ 37799 h 280680"/>
                <a:gd name="connsiteX245" fmla="*/ 15504 w 194464"/>
                <a:gd name="connsiteY245" fmla="*/ 28125 h 280680"/>
                <a:gd name="connsiteX246" fmla="*/ 18388 w 194464"/>
                <a:gd name="connsiteY246" fmla="*/ 27939 h 280680"/>
                <a:gd name="connsiteX247" fmla="*/ 21457 w 194464"/>
                <a:gd name="connsiteY247" fmla="*/ 27381 h 280680"/>
                <a:gd name="connsiteX248" fmla="*/ 22201 w 194464"/>
                <a:gd name="connsiteY248" fmla="*/ 25892 h 280680"/>
                <a:gd name="connsiteX249" fmla="*/ 22945 w 194464"/>
                <a:gd name="connsiteY249" fmla="*/ 24404 h 280680"/>
                <a:gd name="connsiteX250" fmla="*/ 25968 w 194464"/>
                <a:gd name="connsiteY250" fmla="*/ 23985 h 280680"/>
                <a:gd name="connsiteX251" fmla="*/ 28899 w 194464"/>
                <a:gd name="connsiteY251" fmla="*/ 23660 h 280680"/>
                <a:gd name="connsiteX252" fmla="*/ 29643 w 194464"/>
                <a:gd name="connsiteY252" fmla="*/ 21427 h 280680"/>
                <a:gd name="connsiteX253" fmla="*/ 32247 w 194464"/>
                <a:gd name="connsiteY253" fmla="*/ 21102 h 280680"/>
                <a:gd name="connsiteX254" fmla="*/ 34852 w 194464"/>
                <a:gd name="connsiteY254" fmla="*/ 20683 h 280680"/>
                <a:gd name="connsiteX255" fmla="*/ 35151 w 194464"/>
                <a:gd name="connsiteY255" fmla="*/ 19181 h 280680"/>
                <a:gd name="connsiteX256" fmla="*/ 35596 w 194464"/>
                <a:gd name="connsiteY256" fmla="*/ 17707 h 280680"/>
                <a:gd name="connsiteX257" fmla="*/ 39363 w 194464"/>
                <a:gd name="connsiteY257" fmla="*/ 17521 h 280680"/>
                <a:gd name="connsiteX258" fmla="*/ 41436 w 194464"/>
                <a:gd name="connsiteY258" fmla="*/ 17602 h 280680"/>
                <a:gd name="connsiteX259" fmla="*/ 43037 w 194464"/>
                <a:gd name="connsiteY259" fmla="*/ 17707 h 280680"/>
                <a:gd name="connsiteX260" fmla="*/ 43037 w 194464"/>
                <a:gd name="connsiteY260" fmla="*/ 14730 h 280680"/>
                <a:gd name="connsiteX261" fmla="*/ 45595 w 194464"/>
                <a:gd name="connsiteY261" fmla="*/ 14544 h 280680"/>
                <a:gd name="connsiteX262" fmla="*/ 48246 w 194464"/>
                <a:gd name="connsiteY262" fmla="*/ 13986 h 280680"/>
                <a:gd name="connsiteX263" fmla="*/ 48551 w 194464"/>
                <a:gd name="connsiteY263" fmla="*/ 12486 h 280680"/>
                <a:gd name="connsiteX264" fmla="*/ 48990 w 194464"/>
                <a:gd name="connsiteY264" fmla="*/ 11009 h 280680"/>
                <a:gd name="connsiteX265" fmla="*/ 54757 w 194464"/>
                <a:gd name="connsiteY265" fmla="*/ 10614 h 280680"/>
                <a:gd name="connsiteX266" fmla="*/ 56432 w 194464"/>
                <a:gd name="connsiteY266" fmla="*/ 10265 h 280680"/>
                <a:gd name="connsiteX267" fmla="*/ 57176 w 194464"/>
                <a:gd name="connsiteY267" fmla="*/ 7289 h 280680"/>
                <a:gd name="connsiteX268" fmla="*/ 61641 w 194464"/>
                <a:gd name="connsiteY268" fmla="*/ 7289 h 280680"/>
                <a:gd name="connsiteX269" fmla="*/ 62312 w 194464"/>
                <a:gd name="connsiteY269" fmla="*/ 5835 h 280680"/>
                <a:gd name="connsiteX270" fmla="*/ 63129 w 194464"/>
                <a:gd name="connsiteY270" fmla="*/ 4312 h 280680"/>
                <a:gd name="connsiteX271" fmla="*/ 66571 w 194464"/>
                <a:gd name="connsiteY271" fmla="*/ 3754 h 280680"/>
                <a:gd name="connsiteX272" fmla="*/ 68414 w 194464"/>
                <a:gd name="connsiteY272" fmla="*/ 3626 h 280680"/>
                <a:gd name="connsiteX273" fmla="*/ 69826 w 194464"/>
                <a:gd name="connsiteY273" fmla="*/ 3568 h 280680"/>
                <a:gd name="connsiteX274" fmla="*/ 69826 w 194464"/>
                <a:gd name="connsiteY274" fmla="*/ 592 h 28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94464" h="280680">
                  <a:moveTo>
                    <a:pt x="69826" y="592"/>
                  </a:moveTo>
                  <a:cubicBezTo>
                    <a:pt x="72338" y="405"/>
                    <a:pt x="72338" y="405"/>
                    <a:pt x="75035" y="592"/>
                  </a:cubicBezTo>
                  <a:cubicBezTo>
                    <a:pt x="76012" y="2033"/>
                    <a:pt x="76012" y="2033"/>
                    <a:pt x="76524" y="3568"/>
                  </a:cubicBezTo>
                  <a:cubicBezTo>
                    <a:pt x="77260" y="3936"/>
                    <a:pt x="77260" y="3936"/>
                    <a:pt x="78012" y="4312"/>
                  </a:cubicBezTo>
                  <a:cubicBezTo>
                    <a:pt x="78179" y="5820"/>
                    <a:pt x="78342" y="7329"/>
                    <a:pt x="78427" y="8844"/>
                  </a:cubicBezTo>
                  <a:cubicBezTo>
                    <a:pt x="78654" y="10566"/>
                    <a:pt x="78654" y="10566"/>
                    <a:pt x="80988" y="11754"/>
                  </a:cubicBezTo>
                  <a:cubicBezTo>
                    <a:pt x="81291" y="13175"/>
                    <a:pt x="81291" y="13175"/>
                    <a:pt x="81360" y="14777"/>
                  </a:cubicBezTo>
                  <a:cubicBezTo>
                    <a:pt x="81483" y="15744"/>
                    <a:pt x="81606" y="16711"/>
                    <a:pt x="81733" y="17707"/>
                  </a:cubicBezTo>
                  <a:cubicBezTo>
                    <a:pt x="82838" y="18075"/>
                    <a:pt x="82838" y="18075"/>
                    <a:pt x="83965" y="18451"/>
                  </a:cubicBezTo>
                  <a:cubicBezTo>
                    <a:pt x="84243" y="20183"/>
                    <a:pt x="84492" y="21919"/>
                    <a:pt x="84709" y="23660"/>
                  </a:cubicBezTo>
                  <a:cubicBezTo>
                    <a:pt x="85200" y="23905"/>
                    <a:pt x="85691" y="24151"/>
                    <a:pt x="86197" y="24404"/>
                  </a:cubicBezTo>
                  <a:cubicBezTo>
                    <a:pt x="86566" y="25716"/>
                    <a:pt x="86566" y="25716"/>
                    <a:pt x="86942" y="27055"/>
                  </a:cubicBezTo>
                  <a:cubicBezTo>
                    <a:pt x="87310" y="28321"/>
                    <a:pt x="87310" y="28321"/>
                    <a:pt x="87686" y="29613"/>
                  </a:cubicBezTo>
                  <a:cubicBezTo>
                    <a:pt x="88177" y="29613"/>
                    <a:pt x="88668" y="29613"/>
                    <a:pt x="89174" y="29613"/>
                  </a:cubicBezTo>
                  <a:cubicBezTo>
                    <a:pt x="89295" y="31139"/>
                    <a:pt x="89416" y="32665"/>
                    <a:pt x="89537" y="34191"/>
                  </a:cubicBezTo>
                  <a:cubicBezTo>
                    <a:pt x="89726" y="34872"/>
                    <a:pt x="89726" y="34872"/>
                    <a:pt x="89918" y="35566"/>
                  </a:cubicBezTo>
                  <a:cubicBezTo>
                    <a:pt x="91023" y="35934"/>
                    <a:pt x="91023" y="35934"/>
                    <a:pt x="92150" y="36310"/>
                  </a:cubicBezTo>
                  <a:cubicBezTo>
                    <a:pt x="92429" y="38042"/>
                    <a:pt x="92677" y="39779"/>
                    <a:pt x="92895" y="41519"/>
                  </a:cubicBezTo>
                  <a:cubicBezTo>
                    <a:pt x="93386" y="41765"/>
                    <a:pt x="93877" y="42010"/>
                    <a:pt x="94383" y="42263"/>
                  </a:cubicBezTo>
                  <a:cubicBezTo>
                    <a:pt x="94751" y="43391"/>
                    <a:pt x="94751" y="43391"/>
                    <a:pt x="95127" y="44542"/>
                  </a:cubicBezTo>
                  <a:cubicBezTo>
                    <a:pt x="95495" y="45624"/>
                    <a:pt x="95495" y="45624"/>
                    <a:pt x="95871" y="46728"/>
                  </a:cubicBezTo>
                  <a:cubicBezTo>
                    <a:pt x="96362" y="46728"/>
                    <a:pt x="96853" y="46728"/>
                    <a:pt x="97359" y="46728"/>
                  </a:cubicBezTo>
                  <a:cubicBezTo>
                    <a:pt x="97290" y="48179"/>
                    <a:pt x="97290" y="48179"/>
                    <a:pt x="97220" y="49658"/>
                  </a:cubicBezTo>
                  <a:cubicBezTo>
                    <a:pt x="97087" y="51267"/>
                    <a:pt x="97087" y="51267"/>
                    <a:pt x="97359" y="52681"/>
                  </a:cubicBezTo>
                  <a:cubicBezTo>
                    <a:pt x="98465" y="53050"/>
                    <a:pt x="98465" y="53050"/>
                    <a:pt x="99592" y="53426"/>
                  </a:cubicBezTo>
                  <a:cubicBezTo>
                    <a:pt x="100114" y="54655"/>
                    <a:pt x="100611" y="55895"/>
                    <a:pt x="101080" y="57146"/>
                  </a:cubicBezTo>
                  <a:cubicBezTo>
                    <a:pt x="101571" y="57392"/>
                    <a:pt x="102062" y="57637"/>
                    <a:pt x="102568" y="57890"/>
                  </a:cubicBezTo>
                  <a:cubicBezTo>
                    <a:pt x="102730" y="58972"/>
                    <a:pt x="102730" y="58972"/>
                    <a:pt x="102894" y="60076"/>
                  </a:cubicBezTo>
                  <a:cubicBezTo>
                    <a:pt x="103101" y="61204"/>
                    <a:pt x="103101" y="61204"/>
                    <a:pt x="103313" y="62355"/>
                  </a:cubicBezTo>
                  <a:cubicBezTo>
                    <a:pt x="104418" y="63092"/>
                    <a:pt x="104418" y="63092"/>
                    <a:pt x="105545" y="63843"/>
                  </a:cubicBezTo>
                  <a:cubicBezTo>
                    <a:pt x="106057" y="66169"/>
                    <a:pt x="106057" y="66169"/>
                    <a:pt x="106289" y="68308"/>
                  </a:cubicBezTo>
                  <a:cubicBezTo>
                    <a:pt x="107026" y="68308"/>
                    <a:pt x="107763" y="68308"/>
                    <a:pt x="108522" y="68308"/>
                  </a:cubicBezTo>
                  <a:cubicBezTo>
                    <a:pt x="108522" y="70027"/>
                    <a:pt x="108522" y="71746"/>
                    <a:pt x="108522" y="73517"/>
                  </a:cubicBezTo>
                  <a:cubicBezTo>
                    <a:pt x="109258" y="73517"/>
                    <a:pt x="109995" y="73517"/>
                    <a:pt x="110754" y="73517"/>
                  </a:cubicBezTo>
                  <a:cubicBezTo>
                    <a:pt x="111288" y="74993"/>
                    <a:pt x="111783" y="76482"/>
                    <a:pt x="112242" y="77982"/>
                  </a:cubicBezTo>
                  <a:cubicBezTo>
                    <a:pt x="112733" y="78228"/>
                    <a:pt x="113225" y="78473"/>
                    <a:pt x="113731" y="78726"/>
                  </a:cubicBezTo>
                  <a:cubicBezTo>
                    <a:pt x="113979" y="79967"/>
                    <a:pt x="114227" y="81207"/>
                    <a:pt x="114475" y="82447"/>
                  </a:cubicBezTo>
                  <a:cubicBezTo>
                    <a:pt x="114966" y="82693"/>
                    <a:pt x="115457" y="82938"/>
                    <a:pt x="115963" y="83191"/>
                  </a:cubicBezTo>
                  <a:cubicBezTo>
                    <a:pt x="116459" y="84431"/>
                    <a:pt x="116955" y="85672"/>
                    <a:pt x="117451" y="86912"/>
                  </a:cubicBezTo>
                  <a:cubicBezTo>
                    <a:pt x="117942" y="87157"/>
                    <a:pt x="118434" y="87403"/>
                    <a:pt x="118940" y="87656"/>
                  </a:cubicBezTo>
                  <a:cubicBezTo>
                    <a:pt x="119243" y="89384"/>
                    <a:pt x="119493" y="91121"/>
                    <a:pt x="119684" y="92865"/>
                  </a:cubicBezTo>
                  <a:cubicBezTo>
                    <a:pt x="120420" y="92865"/>
                    <a:pt x="121157" y="92865"/>
                    <a:pt x="121916" y="92865"/>
                  </a:cubicBezTo>
                  <a:cubicBezTo>
                    <a:pt x="122183" y="94101"/>
                    <a:pt x="122429" y="95342"/>
                    <a:pt x="122660" y="96586"/>
                  </a:cubicBezTo>
                  <a:cubicBezTo>
                    <a:pt x="123390" y="97344"/>
                    <a:pt x="124132" y="98091"/>
                    <a:pt x="124893" y="98818"/>
                  </a:cubicBezTo>
                  <a:cubicBezTo>
                    <a:pt x="124893" y="99555"/>
                    <a:pt x="124893" y="100291"/>
                    <a:pt x="124893" y="101050"/>
                  </a:cubicBezTo>
                  <a:cubicBezTo>
                    <a:pt x="125629" y="101296"/>
                    <a:pt x="126366" y="101542"/>
                    <a:pt x="127125" y="101795"/>
                  </a:cubicBezTo>
                  <a:cubicBezTo>
                    <a:pt x="127637" y="104074"/>
                    <a:pt x="127637" y="104074"/>
                    <a:pt x="127869" y="106259"/>
                  </a:cubicBezTo>
                  <a:cubicBezTo>
                    <a:pt x="128606" y="106259"/>
                    <a:pt x="129343" y="106259"/>
                    <a:pt x="130102" y="106259"/>
                  </a:cubicBezTo>
                  <a:cubicBezTo>
                    <a:pt x="130056" y="106858"/>
                    <a:pt x="130010" y="107457"/>
                    <a:pt x="129962" y="108073"/>
                  </a:cubicBezTo>
                  <a:cubicBezTo>
                    <a:pt x="130008" y="108703"/>
                    <a:pt x="130054" y="109332"/>
                    <a:pt x="130102" y="109980"/>
                  </a:cubicBezTo>
                  <a:cubicBezTo>
                    <a:pt x="130838" y="110226"/>
                    <a:pt x="131575" y="110471"/>
                    <a:pt x="132334" y="110724"/>
                  </a:cubicBezTo>
                  <a:cubicBezTo>
                    <a:pt x="132582" y="111965"/>
                    <a:pt x="132830" y="113205"/>
                    <a:pt x="133078" y="114445"/>
                  </a:cubicBezTo>
                  <a:cubicBezTo>
                    <a:pt x="133815" y="114691"/>
                    <a:pt x="134552" y="114936"/>
                    <a:pt x="135311" y="115189"/>
                  </a:cubicBezTo>
                  <a:cubicBezTo>
                    <a:pt x="135833" y="116419"/>
                    <a:pt x="136330" y="117659"/>
                    <a:pt x="136799" y="118910"/>
                  </a:cubicBezTo>
                  <a:cubicBezTo>
                    <a:pt x="137290" y="119155"/>
                    <a:pt x="137781" y="119401"/>
                    <a:pt x="138287" y="119654"/>
                  </a:cubicBezTo>
                  <a:cubicBezTo>
                    <a:pt x="138448" y="120575"/>
                    <a:pt x="138448" y="120575"/>
                    <a:pt x="138613" y="121514"/>
                  </a:cubicBezTo>
                  <a:cubicBezTo>
                    <a:pt x="138751" y="122128"/>
                    <a:pt x="138889" y="122742"/>
                    <a:pt x="139031" y="123375"/>
                  </a:cubicBezTo>
                  <a:cubicBezTo>
                    <a:pt x="139768" y="123620"/>
                    <a:pt x="140505" y="123866"/>
                    <a:pt x="141264" y="124119"/>
                  </a:cubicBezTo>
                  <a:cubicBezTo>
                    <a:pt x="141541" y="125103"/>
                    <a:pt x="141789" y="126096"/>
                    <a:pt x="142008" y="127095"/>
                  </a:cubicBezTo>
                  <a:cubicBezTo>
                    <a:pt x="142499" y="127341"/>
                    <a:pt x="142990" y="127587"/>
                    <a:pt x="143496" y="127840"/>
                  </a:cubicBezTo>
                  <a:cubicBezTo>
                    <a:pt x="143657" y="128530"/>
                    <a:pt x="143657" y="128530"/>
                    <a:pt x="143822" y="129235"/>
                  </a:cubicBezTo>
                  <a:cubicBezTo>
                    <a:pt x="144316" y="131101"/>
                    <a:pt x="145104" y="131739"/>
                    <a:pt x="146473" y="133049"/>
                  </a:cubicBezTo>
                  <a:cubicBezTo>
                    <a:pt x="146473" y="133540"/>
                    <a:pt x="146473" y="134031"/>
                    <a:pt x="146473" y="134537"/>
                  </a:cubicBezTo>
                  <a:cubicBezTo>
                    <a:pt x="147209" y="134782"/>
                    <a:pt x="147946" y="135028"/>
                    <a:pt x="148705" y="135281"/>
                  </a:cubicBezTo>
                  <a:cubicBezTo>
                    <a:pt x="149821" y="137281"/>
                    <a:pt x="149821" y="137281"/>
                    <a:pt x="150938" y="139746"/>
                  </a:cubicBezTo>
                  <a:cubicBezTo>
                    <a:pt x="151637" y="141256"/>
                    <a:pt x="152371" y="142751"/>
                    <a:pt x="153170" y="144211"/>
                  </a:cubicBezTo>
                  <a:cubicBezTo>
                    <a:pt x="153661" y="144211"/>
                    <a:pt x="154152" y="144211"/>
                    <a:pt x="154658" y="144211"/>
                  </a:cubicBezTo>
                  <a:cubicBezTo>
                    <a:pt x="154914" y="145201"/>
                    <a:pt x="155161" y="146193"/>
                    <a:pt x="155402" y="147187"/>
                  </a:cubicBezTo>
                  <a:cubicBezTo>
                    <a:pt x="155894" y="147433"/>
                    <a:pt x="156385" y="147678"/>
                    <a:pt x="156891" y="147931"/>
                  </a:cubicBezTo>
                  <a:cubicBezTo>
                    <a:pt x="157052" y="148852"/>
                    <a:pt x="157052" y="148852"/>
                    <a:pt x="157216" y="149792"/>
                  </a:cubicBezTo>
                  <a:cubicBezTo>
                    <a:pt x="157354" y="150406"/>
                    <a:pt x="157493" y="151020"/>
                    <a:pt x="157635" y="151652"/>
                  </a:cubicBezTo>
                  <a:cubicBezTo>
                    <a:pt x="158372" y="151898"/>
                    <a:pt x="159108" y="152143"/>
                    <a:pt x="159867" y="152396"/>
                  </a:cubicBezTo>
                  <a:cubicBezTo>
                    <a:pt x="160113" y="153133"/>
                    <a:pt x="160358" y="153870"/>
                    <a:pt x="160611" y="154629"/>
                  </a:cubicBezTo>
                  <a:cubicBezTo>
                    <a:pt x="161348" y="154874"/>
                    <a:pt x="162085" y="155120"/>
                    <a:pt x="162844" y="155373"/>
                  </a:cubicBezTo>
                  <a:cubicBezTo>
                    <a:pt x="163635" y="157094"/>
                    <a:pt x="163635" y="157094"/>
                    <a:pt x="164332" y="159093"/>
                  </a:cubicBezTo>
                  <a:cubicBezTo>
                    <a:pt x="164971" y="160744"/>
                    <a:pt x="164971" y="160744"/>
                    <a:pt x="165820" y="162070"/>
                  </a:cubicBezTo>
                  <a:cubicBezTo>
                    <a:pt x="166557" y="162316"/>
                    <a:pt x="167294" y="162561"/>
                    <a:pt x="168053" y="162814"/>
                  </a:cubicBezTo>
                  <a:cubicBezTo>
                    <a:pt x="168298" y="163551"/>
                    <a:pt x="168544" y="164288"/>
                    <a:pt x="168797" y="165047"/>
                  </a:cubicBezTo>
                  <a:cubicBezTo>
                    <a:pt x="169534" y="165538"/>
                    <a:pt x="170270" y="166029"/>
                    <a:pt x="171029" y="166535"/>
                  </a:cubicBezTo>
                  <a:cubicBezTo>
                    <a:pt x="171367" y="167226"/>
                    <a:pt x="171705" y="167916"/>
                    <a:pt x="172053" y="168628"/>
                  </a:cubicBezTo>
                  <a:cubicBezTo>
                    <a:pt x="173362" y="171197"/>
                    <a:pt x="174931" y="172723"/>
                    <a:pt x="176983" y="174720"/>
                  </a:cubicBezTo>
                  <a:cubicBezTo>
                    <a:pt x="177228" y="175457"/>
                    <a:pt x="177474" y="176194"/>
                    <a:pt x="177727" y="176953"/>
                  </a:cubicBezTo>
                  <a:cubicBezTo>
                    <a:pt x="178463" y="177444"/>
                    <a:pt x="179200" y="177935"/>
                    <a:pt x="179959" y="178441"/>
                  </a:cubicBezTo>
                  <a:cubicBezTo>
                    <a:pt x="180205" y="179178"/>
                    <a:pt x="180450" y="179915"/>
                    <a:pt x="180703" y="180674"/>
                  </a:cubicBezTo>
                  <a:cubicBezTo>
                    <a:pt x="181726" y="181821"/>
                    <a:pt x="181726" y="181821"/>
                    <a:pt x="182936" y="182906"/>
                  </a:cubicBezTo>
                  <a:cubicBezTo>
                    <a:pt x="184646" y="184485"/>
                    <a:pt x="185147" y="185076"/>
                    <a:pt x="185912" y="187371"/>
                  </a:cubicBezTo>
                  <a:cubicBezTo>
                    <a:pt x="186649" y="187862"/>
                    <a:pt x="187386" y="188353"/>
                    <a:pt x="188145" y="188859"/>
                  </a:cubicBezTo>
                  <a:cubicBezTo>
                    <a:pt x="188390" y="189596"/>
                    <a:pt x="188636" y="190332"/>
                    <a:pt x="188889" y="191092"/>
                  </a:cubicBezTo>
                  <a:cubicBezTo>
                    <a:pt x="189272" y="191475"/>
                    <a:pt x="189656" y="191859"/>
                    <a:pt x="190051" y="192254"/>
                  </a:cubicBezTo>
                  <a:cubicBezTo>
                    <a:pt x="191121" y="193324"/>
                    <a:pt x="191121" y="193324"/>
                    <a:pt x="191121" y="194812"/>
                  </a:cubicBezTo>
                  <a:cubicBezTo>
                    <a:pt x="191858" y="195058"/>
                    <a:pt x="192595" y="195303"/>
                    <a:pt x="193354" y="195556"/>
                  </a:cubicBezTo>
                  <a:cubicBezTo>
                    <a:pt x="193602" y="196549"/>
                    <a:pt x="193850" y="197541"/>
                    <a:pt x="194098" y="198533"/>
                  </a:cubicBezTo>
                  <a:cubicBezTo>
                    <a:pt x="194834" y="198778"/>
                    <a:pt x="195571" y="199024"/>
                    <a:pt x="196330" y="199277"/>
                  </a:cubicBezTo>
                  <a:cubicBezTo>
                    <a:pt x="196330" y="200014"/>
                    <a:pt x="196330" y="200750"/>
                    <a:pt x="196330" y="201509"/>
                  </a:cubicBezTo>
                  <a:cubicBezTo>
                    <a:pt x="197307" y="202036"/>
                    <a:pt x="198302" y="202527"/>
                    <a:pt x="199307" y="202998"/>
                  </a:cubicBezTo>
                  <a:cubicBezTo>
                    <a:pt x="200574" y="204230"/>
                    <a:pt x="200574" y="204230"/>
                    <a:pt x="201725" y="205602"/>
                  </a:cubicBezTo>
                  <a:cubicBezTo>
                    <a:pt x="202113" y="206055"/>
                    <a:pt x="202500" y="206508"/>
                    <a:pt x="202900" y="206974"/>
                  </a:cubicBezTo>
                  <a:cubicBezTo>
                    <a:pt x="203772" y="208207"/>
                    <a:pt x="203772" y="208207"/>
                    <a:pt x="203772" y="209695"/>
                  </a:cubicBezTo>
                  <a:cubicBezTo>
                    <a:pt x="204247" y="209925"/>
                    <a:pt x="204723" y="210155"/>
                    <a:pt x="205213" y="210393"/>
                  </a:cubicBezTo>
                  <a:cubicBezTo>
                    <a:pt x="206748" y="211183"/>
                    <a:pt x="206748" y="211183"/>
                    <a:pt x="207492" y="213416"/>
                  </a:cubicBezTo>
                  <a:cubicBezTo>
                    <a:pt x="208229" y="213661"/>
                    <a:pt x="208966" y="213907"/>
                    <a:pt x="209725" y="214160"/>
                  </a:cubicBezTo>
                  <a:cubicBezTo>
                    <a:pt x="210050" y="216020"/>
                    <a:pt x="210050" y="216020"/>
                    <a:pt x="209725" y="217881"/>
                  </a:cubicBezTo>
                  <a:cubicBezTo>
                    <a:pt x="208737" y="218144"/>
                    <a:pt x="207744" y="218390"/>
                    <a:pt x="206748" y="218625"/>
                  </a:cubicBezTo>
                  <a:cubicBezTo>
                    <a:pt x="206518" y="219223"/>
                    <a:pt x="206288" y="219822"/>
                    <a:pt x="206051" y="220439"/>
                  </a:cubicBezTo>
                  <a:cubicBezTo>
                    <a:pt x="205260" y="222345"/>
                    <a:pt x="205260" y="222345"/>
                    <a:pt x="203353" y="223183"/>
                  </a:cubicBezTo>
                  <a:cubicBezTo>
                    <a:pt x="202455" y="223505"/>
                    <a:pt x="202455" y="223505"/>
                    <a:pt x="201539" y="223834"/>
                  </a:cubicBezTo>
                  <a:cubicBezTo>
                    <a:pt x="201294" y="224570"/>
                    <a:pt x="201048" y="225307"/>
                    <a:pt x="200795" y="226066"/>
                  </a:cubicBezTo>
                  <a:cubicBezTo>
                    <a:pt x="200304" y="226312"/>
                    <a:pt x="199813" y="226557"/>
                    <a:pt x="199307" y="226810"/>
                  </a:cubicBezTo>
                  <a:cubicBezTo>
                    <a:pt x="199061" y="227547"/>
                    <a:pt x="198816" y="228284"/>
                    <a:pt x="198563" y="229043"/>
                  </a:cubicBezTo>
                  <a:cubicBezTo>
                    <a:pt x="197826" y="229288"/>
                    <a:pt x="197089" y="229534"/>
                    <a:pt x="196330" y="229787"/>
                  </a:cubicBezTo>
                  <a:cubicBezTo>
                    <a:pt x="195810" y="230766"/>
                    <a:pt x="195313" y="231759"/>
                    <a:pt x="194842" y="232763"/>
                  </a:cubicBezTo>
                  <a:cubicBezTo>
                    <a:pt x="194351" y="233009"/>
                    <a:pt x="193860" y="233255"/>
                    <a:pt x="193354" y="233508"/>
                  </a:cubicBezTo>
                  <a:cubicBezTo>
                    <a:pt x="193108" y="234244"/>
                    <a:pt x="192862" y="234981"/>
                    <a:pt x="192609" y="235740"/>
                  </a:cubicBezTo>
                  <a:cubicBezTo>
                    <a:pt x="191873" y="236231"/>
                    <a:pt x="191136" y="236722"/>
                    <a:pt x="190377" y="237228"/>
                  </a:cubicBezTo>
                  <a:cubicBezTo>
                    <a:pt x="190131" y="237965"/>
                    <a:pt x="189886" y="238702"/>
                    <a:pt x="189633" y="239461"/>
                  </a:cubicBezTo>
                  <a:cubicBezTo>
                    <a:pt x="188896" y="239461"/>
                    <a:pt x="188160" y="239461"/>
                    <a:pt x="187400" y="239461"/>
                  </a:cubicBezTo>
                  <a:cubicBezTo>
                    <a:pt x="187145" y="240451"/>
                    <a:pt x="186897" y="241443"/>
                    <a:pt x="186656" y="242437"/>
                  </a:cubicBezTo>
                  <a:cubicBezTo>
                    <a:pt x="185920" y="242683"/>
                    <a:pt x="185183" y="242928"/>
                    <a:pt x="184424" y="243181"/>
                  </a:cubicBezTo>
                  <a:cubicBezTo>
                    <a:pt x="184424" y="244164"/>
                    <a:pt x="184424" y="245146"/>
                    <a:pt x="184424" y="246158"/>
                  </a:cubicBezTo>
                  <a:cubicBezTo>
                    <a:pt x="183687" y="246158"/>
                    <a:pt x="182951" y="246158"/>
                    <a:pt x="182192" y="246158"/>
                  </a:cubicBezTo>
                  <a:cubicBezTo>
                    <a:pt x="181669" y="247387"/>
                    <a:pt x="181172" y="248628"/>
                    <a:pt x="180703" y="249879"/>
                  </a:cubicBezTo>
                  <a:cubicBezTo>
                    <a:pt x="180212" y="249879"/>
                    <a:pt x="179721" y="249879"/>
                    <a:pt x="179215" y="249879"/>
                  </a:cubicBezTo>
                  <a:cubicBezTo>
                    <a:pt x="178959" y="250869"/>
                    <a:pt x="178712" y="251861"/>
                    <a:pt x="178471" y="252855"/>
                  </a:cubicBezTo>
                  <a:cubicBezTo>
                    <a:pt x="177980" y="253101"/>
                    <a:pt x="177489" y="253346"/>
                    <a:pt x="176983" y="253599"/>
                  </a:cubicBezTo>
                  <a:cubicBezTo>
                    <a:pt x="176860" y="254090"/>
                    <a:pt x="176737" y="254582"/>
                    <a:pt x="176610" y="255088"/>
                  </a:cubicBezTo>
                  <a:cubicBezTo>
                    <a:pt x="176488" y="255579"/>
                    <a:pt x="176365" y="256070"/>
                    <a:pt x="176238" y="256576"/>
                  </a:cubicBezTo>
                  <a:cubicBezTo>
                    <a:pt x="175747" y="256821"/>
                    <a:pt x="175256" y="257067"/>
                    <a:pt x="174750" y="257320"/>
                  </a:cubicBezTo>
                  <a:cubicBezTo>
                    <a:pt x="174643" y="257811"/>
                    <a:pt x="174535" y="258302"/>
                    <a:pt x="174425" y="258808"/>
                  </a:cubicBezTo>
                  <a:cubicBezTo>
                    <a:pt x="174286" y="259299"/>
                    <a:pt x="174148" y="259791"/>
                    <a:pt x="174006" y="260297"/>
                  </a:cubicBezTo>
                  <a:cubicBezTo>
                    <a:pt x="173269" y="260542"/>
                    <a:pt x="172533" y="260788"/>
                    <a:pt x="171774" y="261041"/>
                  </a:cubicBezTo>
                  <a:cubicBezTo>
                    <a:pt x="171497" y="262025"/>
                    <a:pt x="171248" y="263018"/>
                    <a:pt x="171029" y="264017"/>
                  </a:cubicBezTo>
                  <a:cubicBezTo>
                    <a:pt x="170538" y="264263"/>
                    <a:pt x="170047" y="264508"/>
                    <a:pt x="169541" y="264761"/>
                  </a:cubicBezTo>
                  <a:cubicBezTo>
                    <a:pt x="169296" y="265268"/>
                    <a:pt x="169050" y="265774"/>
                    <a:pt x="168797" y="266296"/>
                  </a:cubicBezTo>
                  <a:cubicBezTo>
                    <a:pt x="168551" y="266772"/>
                    <a:pt x="168306" y="267248"/>
                    <a:pt x="168053" y="267738"/>
                  </a:cubicBezTo>
                  <a:cubicBezTo>
                    <a:pt x="167562" y="267738"/>
                    <a:pt x="167071" y="267738"/>
                    <a:pt x="166565" y="267738"/>
                  </a:cubicBezTo>
                  <a:cubicBezTo>
                    <a:pt x="166060" y="269472"/>
                    <a:pt x="165564" y="271208"/>
                    <a:pt x="165076" y="272947"/>
                  </a:cubicBezTo>
                  <a:cubicBezTo>
                    <a:pt x="164585" y="273193"/>
                    <a:pt x="164094" y="273438"/>
                    <a:pt x="163588" y="273691"/>
                  </a:cubicBezTo>
                  <a:cubicBezTo>
                    <a:pt x="163473" y="274796"/>
                    <a:pt x="163473" y="274796"/>
                    <a:pt x="163355" y="275924"/>
                  </a:cubicBezTo>
                  <a:cubicBezTo>
                    <a:pt x="163102" y="277029"/>
                    <a:pt x="163102" y="277029"/>
                    <a:pt x="162844" y="278156"/>
                  </a:cubicBezTo>
                  <a:cubicBezTo>
                    <a:pt x="160937" y="278668"/>
                    <a:pt x="160937" y="278668"/>
                    <a:pt x="159123" y="278900"/>
                  </a:cubicBezTo>
                  <a:cubicBezTo>
                    <a:pt x="159123" y="279637"/>
                    <a:pt x="159123" y="280373"/>
                    <a:pt x="159123" y="281133"/>
                  </a:cubicBezTo>
                  <a:cubicBezTo>
                    <a:pt x="158141" y="281133"/>
                    <a:pt x="157159" y="281133"/>
                    <a:pt x="156147" y="281133"/>
                  </a:cubicBezTo>
                  <a:cubicBezTo>
                    <a:pt x="155420" y="279694"/>
                    <a:pt x="155420" y="279694"/>
                    <a:pt x="154937" y="277830"/>
                  </a:cubicBezTo>
                  <a:cubicBezTo>
                    <a:pt x="154633" y="276688"/>
                    <a:pt x="154299" y="275553"/>
                    <a:pt x="153914" y="274435"/>
                  </a:cubicBezTo>
                  <a:cubicBezTo>
                    <a:pt x="153423" y="274190"/>
                    <a:pt x="152932" y="273944"/>
                    <a:pt x="152426" y="273691"/>
                  </a:cubicBezTo>
                  <a:cubicBezTo>
                    <a:pt x="152180" y="272954"/>
                    <a:pt x="151935" y="272218"/>
                    <a:pt x="151682" y="271459"/>
                  </a:cubicBezTo>
                  <a:cubicBezTo>
                    <a:pt x="150945" y="271213"/>
                    <a:pt x="150208" y="270968"/>
                    <a:pt x="149449" y="270715"/>
                  </a:cubicBezTo>
                  <a:cubicBezTo>
                    <a:pt x="149194" y="269724"/>
                    <a:pt x="148946" y="268732"/>
                    <a:pt x="148705" y="267738"/>
                  </a:cubicBezTo>
                  <a:cubicBezTo>
                    <a:pt x="147968" y="267247"/>
                    <a:pt x="147232" y="266756"/>
                    <a:pt x="146473" y="266250"/>
                  </a:cubicBezTo>
                  <a:cubicBezTo>
                    <a:pt x="143496" y="261785"/>
                    <a:pt x="143496" y="261785"/>
                    <a:pt x="143496" y="260297"/>
                  </a:cubicBezTo>
                  <a:cubicBezTo>
                    <a:pt x="143005" y="260297"/>
                    <a:pt x="142514" y="260297"/>
                    <a:pt x="142008" y="260297"/>
                  </a:cubicBezTo>
                  <a:cubicBezTo>
                    <a:pt x="141847" y="259376"/>
                    <a:pt x="141847" y="259376"/>
                    <a:pt x="141682" y="258436"/>
                  </a:cubicBezTo>
                  <a:cubicBezTo>
                    <a:pt x="141544" y="257822"/>
                    <a:pt x="141406" y="257208"/>
                    <a:pt x="141264" y="256576"/>
                  </a:cubicBezTo>
                  <a:cubicBezTo>
                    <a:pt x="140527" y="256576"/>
                    <a:pt x="139790" y="256576"/>
                    <a:pt x="139031" y="256576"/>
                  </a:cubicBezTo>
                  <a:cubicBezTo>
                    <a:pt x="138777" y="255337"/>
                    <a:pt x="138529" y="254097"/>
                    <a:pt x="138287" y="252855"/>
                  </a:cubicBezTo>
                  <a:cubicBezTo>
                    <a:pt x="137551" y="252610"/>
                    <a:pt x="136814" y="252364"/>
                    <a:pt x="136055" y="252111"/>
                  </a:cubicBezTo>
                  <a:cubicBezTo>
                    <a:pt x="135809" y="251374"/>
                    <a:pt x="135564" y="250638"/>
                    <a:pt x="135311" y="249879"/>
                  </a:cubicBezTo>
                  <a:cubicBezTo>
                    <a:pt x="134584" y="249117"/>
                    <a:pt x="133836" y="248376"/>
                    <a:pt x="133078" y="247646"/>
                  </a:cubicBezTo>
                  <a:cubicBezTo>
                    <a:pt x="131360" y="245625"/>
                    <a:pt x="130201" y="244222"/>
                    <a:pt x="129358" y="241693"/>
                  </a:cubicBezTo>
                  <a:cubicBezTo>
                    <a:pt x="128866" y="241447"/>
                    <a:pt x="128375" y="241202"/>
                    <a:pt x="127869" y="240949"/>
                  </a:cubicBezTo>
                  <a:cubicBezTo>
                    <a:pt x="127708" y="240028"/>
                    <a:pt x="127708" y="240028"/>
                    <a:pt x="127544" y="239089"/>
                  </a:cubicBezTo>
                  <a:cubicBezTo>
                    <a:pt x="127406" y="238475"/>
                    <a:pt x="127267" y="237861"/>
                    <a:pt x="127125" y="237228"/>
                  </a:cubicBezTo>
                  <a:cubicBezTo>
                    <a:pt x="126388" y="236983"/>
                    <a:pt x="125652" y="236737"/>
                    <a:pt x="124893" y="236484"/>
                  </a:cubicBezTo>
                  <a:cubicBezTo>
                    <a:pt x="124616" y="235500"/>
                    <a:pt x="124367" y="234507"/>
                    <a:pt x="124149" y="233508"/>
                  </a:cubicBezTo>
                  <a:cubicBezTo>
                    <a:pt x="123657" y="233262"/>
                    <a:pt x="123166" y="233016"/>
                    <a:pt x="122660" y="232763"/>
                  </a:cubicBezTo>
                  <a:cubicBezTo>
                    <a:pt x="122499" y="231819"/>
                    <a:pt x="122499" y="231819"/>
                    <a:pt x="122335" y="230857"/>
                  </a:cubicBezTo>
                  <a:cubicBezTo>
                    <a:pt x="122197" y="230258"/>
                    <a:pt x="122058" y="229659"/>
                    <a:pt x="121916" y="229043"/>
                  </a:cubicBezTo>
                  <a:cubicBezTo>
                    <a:pt x="121179" y="229043"/>
                    <a:pt x="120443" y="229043"/>
                    <a:pt x="119684" y="229043"/>
                  </a:cubicBezTo>
                  <a:cubicBezTo>
                    <a:pt x="119420" y="228054"/>
                    <a:pt x="119174" y="227062"/>
                    <a:pt x="118940" y="226066"/>
                  </a:cubicBezTo>
                  <a:cubicBezTo>
                    <a:pt x="118203" y="225575"/>
                    <a:pt x="117466" y="225084"/>
                    <a:pt x="116707" y="224578"/>
                  </a:cubicBezTo>
                  <a:cubicBezTo>
                    <a:pt x="116584" y="223826"/>
                    <a:pt x="116462" y="223074"/>
                    <a:pt x="116335" y="222299"/>
                  </a:cubicBezTo>
                  <a:cubicBezTo>
                    <a:pt x="116212" y="221578"/>
                    <a:pt x="116089" y="220856"/>
                    <a:pt x="115963" y="220113"/>
                  </a:cubicBezTo>
                  <a:cubicBezTo>
                    <a:pt x="115226" y="219867"/>
                    <a:pt x="114490" y="219622"/>
                    <a:pt x="113731" y="219369"/>
                  </a:cubicBezTo>
                  <a:cubicBezTo>
                    <a:pt x="113485" y="218632"/>
                    <a:pt x="113239" y="217895"/>
                    <a:pt x="112986" y="217136"/>
                  </a:cubicBezTo>
                  <a:cubicBezTo>
                    <a:pt x="112495" y="216891"/>
                    <a:pt x="112004" y="216645"/>
                    <a:pt x="111498" y="216392"/>
                  </a:cubicBezTo>
                  <a:cubicBezTo>
                    <a:pt x="111002" y="215152"/>
                    <a:pt x="110506" y="213912"/>
                    <a:pt x="110010" y="212672"/>
                  </a:cubicBezTo>
                  <a:cubicBezTo>
                    <a:pt x="109519" y="212426"/>
                    <a:pt x="109028" y="212180"/>
                    <a:pt x="108522" y="211927"/>
                  </a:cubicBezTo>
                  <a:cubicBezTo>
                    <a:pt x="108414" y="211467"/>
                    <a:pt x="108307" y="211007"/>
                    <a:pt x="108196" y="210532"/>
                  </a:cubicBezTo>
                  <a:cubicBezTo>
                    <a:pt x="107699" y="208654"/>
                    <a:pt x="106924" y="208040"/>
                    <a:pt x="105545" y="206718"/>
                  </a:cubicBezTo>
                  <a:cubicBezTo>
                    <a:pt x="105177" y="205613"/>
                    <a:pt x="105177" y="205613"/>
                    <a:pt x="104801" y="204486"/>
                  </a:cubicBezTo>
                  <a:cubicBezTo>
                    <a:pt x="104310" y="204240"/>
                    <a:pt x="103819" y="203995"/>
                    <a:pt x="103313" y="203742"/>
                  </a:cubicBezTo>
                  <a:cubicBezTo>
                    <a:pt x="103010" y="202014"/>
                    <a:pt x="102759" y="200277"/>
                    <a:pt x="102568" y="198533"/>
                  </a:cubicBezTo>
                  <a:cubicBezTo>
                    <a:pt x="101832" y="198533"/>
                    <a:pt x="101095" y="198533"/>
                    <a:pt x="100336" y="198533"/>
                  </a:cubicBezTo>
                  <a:cubicBezTo>
                    <a:pt x="99917" y="197091"/>
                    <a:pt x="99917" y="197091"/>
                    <a:pt x="99592" y="195556"/>
                  </a:cubicBezTo>
                  <a:cubicBezTo>
                    <a:pt x="99101" y="195311"/>
                    <a:pt x="98610" y="195065"/>
                    <a:pt x="98104" y="194812"/>
                  </a:cubicBezTo>
                  <a:cubicBezTo>
                    <a:pt x="96799" y="192826"/>
                    <a:pt x="95739" y="190816"/>
                    <a:pt x="94708" y="188673"/>
                  </a:cubicBezTo>
                  <a:cubicBezTo>
                    <a:pt x="93855" y="186553"/>
                    <a:pt x="93855" y="186553"/>
                    <a:pt x="92150" y="185883"/>
                  </a:cubicBezTo>
                  <a:cubicBezTo>
                    <a:pt x="91989" y="185008"/>
                    <a:pt x="91989" y="185008"/>
                    <a:pt x="91825" y="184115"/>
                  </a:cubicBezTo>
                  <a:cubicBezTo>
                    <a:pt x="91355" y="181921"/>
                    <a:pt x="90780" y="181401"/>
                    <a:pt x="89174" y="179929"/>
                  </a:cubicBezTo>
                  <a:cubicBezTo>
                    <a:pt x="88928" y="179193"/>
                    <a:pt x="88683" y="178456"/>
                    <a:pt x="88430" y="177697"/>
                  </a:cubicBezTo>
                  <a:cubicBezTo>
                    <a:pt x="88061" y="177329"/>
                    <a:pt x="87693" y="176960"/>
                    <a:pt x="87314" y="176581"/>
                  </a:cubicBezTo>
                  <a:cubicBezTo>
                    <a:pt x="86197" y="175465"/>
                    <a:pt x="86197" y="175465"/>
                    <a:pt x="85453" y="173232"/>
                  </a:cubicBezTo>
                  <a:cubicBezTo>
                    <a:pt x="84962" y="172987"/>
                    <a:pt x="84471" y="172741"/>
                    <a:pt x="83965" y="172488"/>
                  </a:cubicBezTo>
                  <a:cubicBezTo>
                    <a:pt x="83804" y="171429"/>
                    <a:pt x="83804" y="171429"/>
                    <a:pt x="83639" y="170349"/>
                  </a:cubicBezTo>
                  <a:cubicBezTo>
                    <a:pt x="83108" y="167396"/>
                    <a:pt x="82112" y="166612"/>
                    <a:pt x="79779" y="164907"/>
                  </a:cubicBezTo>
                  <a:cubicBezTo>
                    <a:pt x="78106" y="162701"/>
                    <a:pt x="78235" y="160329"/>
                    <a:pt x="78012" y="157605"/>
                  </a:cubicBezTo>
                  <a:cubicBezTo>
                    <a:pt x="77275" y="157605"/>
                    <a:pt x="76538" y="157605"/>
                    <a:pt x="75779" y="157605"/>
                  </a:cubicBezTo>
                  <a:cubicBezTo>
                    <a:pt x="75841" y="157022"/>
                    <a:pt x="75902" y="156439"/>
                    <a:pt x="75965" y="155838"/>
                  </a:cubicBezTo>
                  <a:cubicBezTo>
                    <a:pt x="75904" y="155193"/>
                    <a:pt x="75843" y="154549"/>
                    <a:pt x="75779" y="153884"/>
                  </a:cubicBezTo>
                  <a:cubicBezTo>
                    <a:pt x="74341" y="153072"/>
                    <a:pt x="74341" y="153072"/>
                    <a:pt x="72803" y="152396"/>
                  </a:cubicBezTo>
                  <a:cubicBezTo>
                    <a:pt x="72384" y="150954"/>
                    <a:pt x="72384" y="150954"/>
                    <a:pt x="72059" y="149420"/>
                  </a:cubicBezTo>
                  <a:cubicBezTo>
                    <a:pt x="71483" y="148867"/>
                    <a:pt x="71483" y="148867"/>
                    <a:pt x="70896" y="148303"/>
                  </a:cubicBezTo>
                  <a:cubicBezTo>
                    <a:pt x="69826" y="147187"/>
                    <a:pt x="69826" y="147187"/>
                    <a:pt x="69826" y="144211"/>
                  </a:cubicBezTo>
                  <a:cubicBezTo>
                    <a:pt x="69090" y="143965"/>
                    <a:pt x="68353" y="143720"/>
                    <a:pt x="67594" y="143467"/>
                  </a:cubicBezTo>
                  <a:cubicBezTo>
                    <a:pt x="67346" y="141978"/>
                    <a:pt x="67098" y="140490"/>
                    <a:pt x="66850" y="139002"/>
                  </a:cubicBezTo>
                  <a:cubicBezTo>
                    <a:pt x="66113" y="138756"/>
                    <a:pt x="65376" y="138511"/>
                    <a:pt x="64617" y="138258"/>
                  </a:cubicBezTo>
                  <a:cubicBezTo>
                    <a:pt x="64340" y="137024"/>
                    <a:pt x="64091" y="135783"/>
                    <a:pt x="63873" y="134537"/>
                  </a:cubicBezTo>
                  <a:cubicBezTo>
                    <a:pt x="63382" y="134291"/>
                    <a:pt x="62891" y="134046"/>
                    <a:pt x="62385" y="133793"/>
                  </a:cubicBezTo>
                  <a:cubicBezTo>
                    <a:pt x="61889" y="132304"/>
                    <a:pt x="61393" y="130816"/>
                    <a:pt x="60897" y="129328"/>
                  </a:cubicBezTo>
                  <a:cubicBezTo>
                    <a:pt x="60405" y="129082"/>
                    <a:pt x="59914" y="128837"/>
                    <a:pt x="59408" y="128584"/>
                  </a:cubicBezTo>
                  <a:cubicBezTo>
                    <a:pt x="59301" y="127847"/>
                    <a:pt x="59193" y="127110"/>
                    <a:pt x="59083" y="126351"/>
                  </a:cubicBezTo>
                  <a:cubicBezTo>
                    <a:pt x="58876" y="125246"/>
                    <a:pt x="58876" y="125246"/>
                    <a:pt x="58664" y="124119"/>
                  </a:cubicBezTo>
                  <a:cubicBezTo>
                    <a:pt x="57927" y="123873"/>
                    <a:pt x="57191" y="123628"/>
                    <a:pt x="56432" y="123375"/>
                  </a:cubicBezTo>
                  <a:cubicBezTo>
                    <a:pt x="55898" y="121899"/>
                    <a:pt x="55403" y="120410"/>
                    <a:pt x="54943" y="118910"/>
                  </a:cubicBezTo>
                  <a:cubicBezTo>
                    <a:pt x="54207" y="118173"/>
                    <a:pt x="54207" y="118173"/>
                    <a:pt x="53455" y="117422"/>
                  </a:cubicBezTo>
                  <a:cubicBezTo>
                    <a:pt x="53332" y="116792"/>
                    <a:pt x="53210" y="116163"/>
                    <a:pt x="53083" y="115515"/>
                  </a:cubicBezTo>
                  <a:cubicBezTo>
                    <a:pt x="52960" y="114916"/>
                    <a:pt x="52838" y="114318"/>
                    <a:pt x="52711" y="113701"/>
                  </a:cubicBezTo>
                  <a:cubicBezTo>
                    <a:pt x="52220" y="113455"/>
                    <a:pt x="51729" y="113210"/>
                    <a:pt x="51223" y="112957"/>
                  </a:cubicBezTo>
                  <a:cubicBezTo>
                    <a:pt x="50758" y="110678"/>
                    <a:pt x="50758" y="110678"/>
                    <a:pt x="50479" y="108492"/>
                  </a:cubicBezTo>
                  <a:cubicBezTo>
                    <a:pt x="49742" y="108492"/>
                    <a:pt x="49005" y="108492"/>
                    <a:pt x="48246" y="108492"/>
                  </a:cubicBezTo>
                  <a:cubicBezTo>
                    <a:pt x="48246" y="106527"/>
                    <a:pt x="48246" y="104563"/>
                    <a:pt x="48246" y="102539"/>
                  </a:cubicBezTo>
                  <a:cubicBezTo>
                    <a:pt x="47509" y="102539"/>
                    <a:pt x="46773" y="102539"/>
                    <a:pt x="46014" y="102539"/>
                  </a:cubicBezTo>
                  <a:cubicBezTo>
                    <a:pt x="45481" y="100814"/>
                    <a:pt x="44985" y="99076"/>
                    <a:pt x="44525" y="97330"/>
                  </a:cubicBezTo>
                  <a:cubicBezTo>
                    <a:pt x="44034" y="97084"/>
                    <a:pt x="43543" y="96839"/>
                    <a:pt x="43037" y="96586"/>
                  </a:cubicBezTo>
                  <a:cubicBezTo>
                    <a:pt x="42541" y="95097"/>
                    <a:pt x="42045" y="93609"/>
                    <a:pt x="41549" y="92121"/>
                  </a:cubicBezTo>
                  <a:cubicBezTo>
                    <a:pt x="40812" y="91752"/>
                    <a:pt x="40812" y="91752"/>
                    <a:pt x="40061" y="91377"/>
                  </a:cubicBezTo>
                  <a:cubicBezTo>
                    <a:pt x="39813" y="89640"/>
                    <a:pt x="39565" y="87904"/>
                    <a:pt x="39317" y="86168"/>
                  </a:cubicBezTo>
                  <a:cubicBezTo>
                    <a:pt x="38825" y="85922"/>
                    <a:pt x="38334" y="85677"/>
                    <a:pt x="37828" y="85424"/>
                  </a:cubicBezTo>
                  <a:cubicBezTo>
                    <a:pt x="37332" y="83935"/>
                    <a:pt x="36836" y="82447"/>
                    <a:pt x="36340" y="80959"/>
                  </a:cubicBezTo>
                  <a:cubicBezTo>
                    <a:pt x="35849" y="80713"/>
                    <a:pt x="35358" y="80468"/>
                    <a:pt x="34852" y="80215"/>
                  </a:cubicBezTo>
                  <a:cubicBezTo>
                    <a:pt x="34744" y="79493"/>
                    <a:pt x="34637" y="78772"/>
                    <a:pt x="34526" y="78029"/>
                  </a:cubicBezTo>
                  <a:cubicBezTo>
                    <a:pt x="34388" y="77277"/>
                    <a:pt x="34250" y="76525"/>
                    <a:pt x="34108" y="75750"/>
                  </a:cubicBezTo>
                  <a:cubicBezTo>
                    <a:pt x="33002" y="75013"/>
                    <a:pt x="33002" y="75013"/>
                    <a:pt x="31875" y="74261"/>
                  </a:cubicBezTo>
                  <a:cubicBezTo>
                    <a:pt x="31623" y="72526"/>
                    <a:pt x="31375" y="70789"/>
                    <a:pt x="31131" y="69052"/>
                  </a:cubicBezTo>
                  <a:cubicBezTo>
                    <a:pt x="30046" y="67843"/>
                    <a:pt x="30046" y="67843"/>
                    <a:pt x="28899" y="66820"/>
                  </a:cubicBezTo>
                  <a:cubicBezTo>
                    <a:pt x="28634" y="65583"/>
                    <a:pt x="28384" y="64343"/>
                    <a:pt x="28154" y="63099"/>
                  </a:cubicBezTo>
                  <a:cubicBezTo>
                    <a:pt x="27663" y="62854"/>
                    <a:pt x="27172" y="62608"/>
                    <a:pt x="26666" y="62355"/>
                  </a:cubicBezTo>
                  <a:cubicBezTo>
                    <a:pt x="26363" y="60628"/>
                    <a:pt x="26112" y="58890"/>
                    <a:pt x="25922" y="57146"/>
                  </a:cubicBezTo>
                  <a:cubicBezTo>
                    <a:pt x="25185" y="57146"/>
                    <a:pt x="24449" y="57146"/>
                    <a:pt x="23690" y="57146"/>
                  </a:cubicBezTo>
                  <a:cubicBezTo>
                    <a:pt x="23690" y="55182"/>
                    <a:pt x="23690" y="53217"/>
                    <a:pt x="23690" y="51193"/>
                  </a:cubicBezTo>
                  <a:cubicBezTo>
                    <a:pt x="22707" y="51193"/>
                    <a:pt x="21725" y="51193"/>
                    <a:pt x="20713" y="51193"/>
                  </a:cubicBezTo>
                  <a:cubicBezTo>
                    <a:pt x="20759" y="50380"/>
                    <a:pt x="20805" y="49566"/>
                    <a:pt x="20853" y="48728"/>
                  </a:cubicBezTo>
                  <a:cubicBezTo>
                    <a:pt x="21024" y="46056"/>
                    <a:pt x="21024" y="46056"/>
                    <a:pt x="19643" y="44914"/>
                  </a:cubicBezTo>
                  <a:cubicBezTo>
                    <a:pt x="17685" y="42956"/>
                    <a:pt x="17957" y="40489"/>
                    <a:pt x="17736" y="37799"/>
                  </a:cubicBezTo>
                  <a:cubicBezTo>
                    <a:pt x="17000" y="37799"/>
                    <a:pt x="16263" y="37799"/>
                    <a:pt x="15504" y="37799"/>
                  </a:cubicBezTo>
                  <a:cubicBezTo>
                    <a:pt x="15504" y="34606"/>
                    <a:pt x="15504" y="31414"/>
                    <a:pt x="15504" y="28125"/>
                  </a:cubicBezTo>
                  <a:cubicBezTo>
                    <a:pt x="16456" y="28063"/>
                    <a:pt x="17407" y="28002"/>
                    <a:pt x="18388" y="27939"/>
                  </a:cubicBezTo>
                  <a:cubicBezTo>
                    <a:pt x="20024" y="27782"/>
                    <a:pt x="20024" y="27782"/>
                    <a:pt x="21457" y="27381"/>
                  </a:cubicBezTo>
                  <a:cubicBezTo>
                    <a:pt x="21703" y="26889"/>
                    <a:pt x="21948" y="26398"/>
                    <a:pt x="22201" y="25892"/>
                  </a:cubicBezTo>
                  <a:cubicBezTo>
                    <a:pt x="22447" y="25401"/>
                    <a:pt x="22692" y="24910"/>
                    <a:pt x="22945" y="24404"/>
                  </a:cubicBezTo>
                  <a:cubicBezTo>
                    <a:pt x="24320" y="24122"/>
                    <a:pt x="24320" y="24122"/>
                    <a:pt x="25968" y="23985"/>
                  </a:cubicBezTo>
                  <a:cubicBezTo>
                    <a:pt x="26935" y="23878"/>
                    <a:pt x="27902" y="23771"/>
                    <a:pt x="28899" y="23660"/>
                  </a:cubicBezTo>
                  <a:cubicBezTo>
                    <a:pt x="29144" y="22923"/>
                    <a:pt x="29390" y="22186"/>
                    <a:pt x="29643" y="21427"/>
                  </a:cubicBezTo>
                  <a:cubicBezTo>
                    <a:pt x="30502" y="21320"/>
                    <a:pt x="31362" y="21213"/>
                    <a:pt x="32247" y="21102"/>
                  </a:cubicBezTo>
                  <a:cubicBezTo>
                    <a:pt x="33107" y="20964"/>
                    <a:pt x="33966" y="20826"/>
                    <a:pt x="34852" y="20683"/>
                  </a:cubicBezTo>
                  <a:cubicBezTo>
                    <a:pt x="35000" y="19939"/>
                    <a:pt x="35000" y="19939"/>
                    <a:pt x="35151" y="19181"/>
                  </a:cubicBezTo>
                  <a:cubicBezTo>
                    <a:pt x="35298" y="18694"/>
                    <a:pt x="35445" y="18208"/>
                    <a:pt x="35596" y="17707"/>
                  </a:cubicBezTo>
                  <a:cubicBezTo>
                    <a:pt x="37296" y="17416"/>
                    <a:pt x="37296" y="17416"/>
                    <a:pt x="39363" y="17521"/>
                  </a:cubicBezTo>
                  <a:cubicBezTo>
                    <a:pt x="40047" y="17548"/>
                    <a:pt x="40731" y="17574"/>
                    <a:pt x="41436" y="17602"/>
                  </a:cubicBezTo>
                  <a:cubicBezTo>
                    <a:pt x="41964" y="17637"/>
                    <a:pt x="42493" y="17671"/>
                    <a:pt x="43037" y="17707"/>
                  </a:cubicBezTo>
                  <a:cubicBezTo>
                    <a:pt x="43037" y="16724"/>
                    <a:pt x="43037" y="15742"/>
                    <a:pt x="43037" y="14730"/>
                  </a:cubicBezTo>
                  <a:cubicBezTo>
                    <a:pt x="44303" y="14638"/>
                    <a:pt x="44303" y="14638"/>
                    <a:pt x="45595" y="14544"/>
                  </a:cubicBezTo>
                  <a:cubicBezTo>
                    <a:pt x="46907" y="14268"/>
                    <a:pt x="46907" y="14268"/>
                    <a:pt x="48246" y="13986"/>
                  </a:cubicBezTo>
                  <a:cubicBezTo>
                    <a:pt x="48397" y="13244"/>
                    <a:pt x="48397" y="13244"/>
                    <a:pt x="48551" y="12486"/>
                  </a:cubicBezTo>
                  <a:cubicBezTo>
                    <a:pt x="48696" y="11999"/>
                    <a:pt x="48841" y="11512"/>
                    <a:pt x="48990" y="11009"/>
                  </a:cubicBezTo>
                  <a:cubicBezTo>
                    <a:pt x="50938" y="10604"/>
                    <a:pt x="52771" y="10637"/>
                    <a:pt x="54757" y="10614"/>
                  </a:cubicBezTo>
                  <a:cubicBezTo>
                    <a:pt x="55310" y="10499"/>
                    <a:pt x="55862" y="10384"/>
                    <a:pt x="56432" y="10265"/>
                  </a:cubicBezTo>
                  <a:cubicBezTo>
                    <a:pt x="56924" y="8776"/>
                    <a:pt x="56924" y="8776"/>
                    <a:pt x="57176" y="7289"/>
                  </a:cubicBezTo>
                  <a:cubicBezTo>
                    <a:pt x="58664" y="7289"/>
                    <a:pt x="60152" y="7289"/>
                    <a:pt x="61641" y="7289"/>
                  </a:cubicBezTo>
                  <a:cubicBezTo>
                    <a:pt x="61862" y="6809"/>
                    <a:pt x="62084" y="6330"/>
                    <a:pt x="62312" y="5835"/>
                  </a:cubicBezTo>
                  <a:cubicBezTo>
                    <a:pt x="62582" y="5333"/>
                    <a:pt x="62851" y="4830"/>
                    <a:pt x="63129" y="4312"/>
                  </a:cubicBezTo>
                  <a:cubicBezTo>
                    <a:pt x="64739" y="3859"/>
                    <a:pt x="64739" y="3859"/>
                    <a:pt x="66571" y="3754"/>
                  </a:cubicBezTo>
                  <a:cubicBezTo>
                    <a:pt x="67179" y="3712"/>
                    <a:pt x="67787" y="3670"/>
                    <a:pt x="68414" y="3626"/>
                  </a:cubicBezTo>
                  <a:cubicBezTo>
                    <a:pt x="68880" y="3607"/>
                    <a:pt x="69346" y="3588"/>
                    <a:pt x="69826" y="3568"/>
                  </a:cubicBezTo>
                  <a:cubicBezTo>
                    <a:pt x="69826" y="2586"/>
                    <a:pt x="69826" y="1604"/>
                    <a:pt x="69826" y="592"/>
                  </a:cubicBezTo>
                  <a:close/>
                </a:path>
              </a:pathLst>
            </a:custGeom>
            <a:grpFill/>
            <a:ln w="744" cap="flat">
              <a:noFill/>
              <a:prstDash val="solid"/>
              <a:miter/>
            </a:ln>
          </p:spPr>
          <p:txBody>
            <a:bodyPr rtlCol="0" anchor="ctr"/>
            <a:lstStyle/>
            <a:p>
              <a:endParaRPr lang="zh-CN" altLang="en-US"/>
            </a:p>
          </p:txBody>
        </p:sp>
        <p:sp>
          <p:nvSpPr>
            <p:cNvPr id="122" name="任意多边形: 形状 121"/>
            <p:cNvSpPr/>
            <p:nvPr/>
          </p:nvSpPr>
          <p:spPr>
            <a:xfrm>
              <a:off x="11384565" y="746927"/>
              <a:ext cx="284503" cy="68751"/>
            </a:xfrm>
            <a:custGeom>
              <a:avLst/>
              <a:gdLst>
                <a:gd name="connsiteX0" fmla="*/ 18566 w 284503"/>
                <a:gd name="connsiteY0" fmla="*/ 638 h 68751"/>
                <a:gd name="connsiteX1" fmla="*/ 21175 w 284503"/>
                <a:gd name="connsiteY1" fmla="*/ 639 h 68751"/>
                <a:gd name="connsiteX2" fmla="*/ 22628 w 284503"/>
                <a:gd name="connsiteY2" fmla="*/ 636 h 68751"/>
                <a:gd name="connsiteX3" fmla="*/ 27508 w 284503"/>
                <a:gd name="connsiteY3" fmla="*/ 641 h 68751"/>
                <a:gd name="connsiteX4" fmla="*/ 31019 w 284503"/>
                <a:gd name="connsiteY4" fmla="*/ 639 h 68751"/>
                <a:gd name="connsiteX5" fmla="*/ 40711 w 284503"/>
                <a:gd name="connsiteY5" fmla="*/ 644 h 68751"/>
                <a:gd name="connsiteX6" fmla="*/ 51146 w 284503"/>
                <a:gd name="connsiteY6" fmla="*/ 646 h 68751"/>
                <a:gd name="connsiteX7" fmla="*/ 69240 w 284503"/>
                <a:gd name="connsiteY7" fmla="*/ 652 h 68751"/>
                <a:gd name="connsiteX8" fmla="*/ 95402 w 284503"/>
                <a:gd name="connsiteY8" fmla="*/ 661 h 68751"/>
                <a:gd name="connsiteX9" fmla="*/ 137843 w 284503"/>
                <a:gd name="connsiteY9" fmla="*/ 674 h 68751"/>
                <a:gd name="connsiteX10" fmla="*/ 179082 w 284503"/>
                <a:gd name="connsiteY10" fmla="*/ 690 h 68751"/>
                <a:gd name="connsiteX11" fmla="*/ 181648 w 284503"/>
                <a:gd name="connsiteY11" fmla="*/ 690 h 68751"/>
                <a:gd name="connsiteX12" fmla="*/ 194390 w 284503"/>
                <a:gd name="connsiteY12" fmla="*/ 693 h 68751"/>
                <a:gd name="connsiteX13" fmla="*/ 300173 w 284503"/>
                <a:gd name="connsiteY13" fmla="*/ 731 h 68751"/>
                <a:gd name="connsiteX14" fmla="*/ 300211 w 284503"/>
                <a:gd name="connsiteY14" fmla="*/ 26850 h 68751"/>
                <a:gd name="connsiteX15" fmla="*/ 300229 w 284503"/>
                <a:gd name="connsiteY15" fmla="*/ 38977 h 68751"/>
                <a:gd name="connsiteX16" fmla="*/ 300244 w 284503"/>
                <a:gd name="connsiteY16" fmla="*/ 50673 h 68751"/>
                <a:gd name="connsiteX17" fmla="*/ 300252 w 284503"/>
                <a:gd name="connsiteY17" fmla="*/ 55143 h 68751"/>
                <a:gd name="connsiteX18" fmla="*/ 300257 w 284503"/>
                <a:gd name="connsiteY18" fmla="*/ 61386 h 68751"/>
                <a:gd name="connsiteX19" fmla="*/ 300266 w 284503"/>
                <a:gd name="connsiteY19" fmla="*/ 63268 h 68751"/>
                <a:gd name="connsiteX20" fmla="*/ 299429 w 284503"/>
                <a:gd name="connsiteY20" fmla="*/ 69192 h 68751"/>
                <a:gd name="connsiteX21" fmla="*/ 294962 w 284503"/>
                <a:gd name="connsiteY21" fmla="*/ 69377 h 68751"/>
                <a:gd name="connsiteX22" fmla="*/ 292001 w 284503"/>
                <a:gd name="connsiteY22" fmla="*/ 69387 h 68751"/>
                <a:gd name="connsiteX23" fmla="*/ 288704 w 284503"/>
                <a:gd name="connsiteY23" fmla="*/ 69376 h 68751"/>
                <a:gd name="connsiteX24" fmla="*/ 285235 w 284503"/>
                <a:gd name="connsiteY24" fmla="*/ 69381 h 68751"/>
                <a:gd name="connsiteX25" fmla="*/ 275657 w 284503"/>
                <a:gd name="connsiteY25" fmla="*/ 69375 h 68751"/>
                <a:gd name="connsiteX26" fmla="*/ 265346 w 284503"/>
                <a:gd name="connsiteY26" fmla="*/ 69377 h 68751"/>
                <a:gd name="connsiteX27" fmla="*/ 245126 w 284503"/>
                <a:gd name="connsiteY27" fmla="*/ 69369 h 68751"/>
                <a:gd name="connsiteX28" fmla="*/ 221601 w 284503"/>
                <a:gd name="connsiteY28" fmla="*/ 69362 h 68751"/>
                <a:gd name="connsiteX29" fmla="*/ 179635 w 284503"/>
                <a:gd name="connsiteY29" fmla="*/ 69345 h 68751"/>
                <a:gd name="connsiteX30" fmla="*/ 138875 w 284503"/>
                <a:gd name="connsiteY30" fmla="*/ 69329 h 68751"/>
                <a:gd name="connsiteX31" fmla="*/ 136340 w 284503"/>
                <a:gd name="connsiteY31" fmla="*/ 69330 h 68751"/>
                <a:gd name="connsiteX32" fmla="*/ 133810 w 284503"/>
                <a:gd name="connsiteY32" fmla="*/ 69330 h 68751"/>
                <a:gd name="connsiteX33" fmla="*/ 87470 w 284503"/>
                <a:gd name="connsiteY33" fmla="*/ 69319 h 68751"/>
                <a:gd name="connsiteX34" fmla="*/ 71056 w 284503"/>
                <a:gd name="connsiteY34" fmla="*/ 69316 h 68751"/>
                <a:gd name="connsiteX35" fmla="*/ 51061 w 284503"/>
                <a:gd name="connsiteY35" fmla="*/ 69305 h 68751"/>
                <a:gd name="connsiteX36" fmla="*/ 40851 w 284503"/>
                <a:gd name="connsiteY36" fmla="*/ 69300 h 68751"/>
                <a:gd name="connsiteX37" fmla="*/ 31515 w 284503"/>
                <a:gd name="connsiteY37" fmla="*/ 69293 h 68751"/>
                <a:gd name="connsiteX38" fmla="*/ 28127 w 284503"/>
                <a:gd name="connsiteY38" fmla="*/ 69293 h 68751"/>
                <a:gd name="connsiteX39" fmla="*/ 23542 w 284503"/>
                <a:gd name="connsiteY39" fmla="*/ 69287 h 68751"/>
                <a:gd name="connsiteX40" fmla="*/ 20963 w 284503"/>
                <a:gd name="connsiteY40" fmla="*/ 69286 h 68751"/>
                <a:gd name="connsiteX41" fmla="*/ 16655 w 284503"/>
                <a:gd name="connsiteY41" fmla="*/ 68447 h 68751"/>
                <a:gd name="connsiteX42" fmla="*/ 15815 w 284503"/>
                <a:gd name="connsiteY42" fmla="*/ 60791 h 68751"/>
                <a:gd name="connsiteX43" fmla="*/ 15811 w 284503"/>
                <a:gd name="connsiteY43" fmla="*/ 58858 h 68751"/>
                <a:gd name="connsiteX44" fmla="*/ 15812 w 284503"/>
                <a:gd name="connsiteY44" fmla="*/ 52515 h 68751"/>
                <a:gd name="connsiteX45" fmla="*/ 15810 w 284503"/>
                <a:gd name="connsiteY45" fmla="*/ 48122 h 68751"/>
                <a:gd name="connsiteX46" fmla="*/ 15814 w 284503"/>
                <a:gd name="connsiteY46" fmla="*/ 38910 h 68751"/>
                <a:gd name="connsiteX47" fmla="*/ 15812 w 284503"/>
                <a:gd name="connsiteY47" fmla="*/ 27073 h 68751"/>
                <a:gd name="connsiteX48" fmla="*/ 15812 w 284503"/>
                <a:gd name="connsiteY48" fmla="*/ 18001 h 68751"/>
                <a:gd name="connsiteX49" fmla="*/ 15810 w 284503"/>
                <a:gd name="connsiteY49" fmla="*/ 13635 h 68751"/>
                <a:gd name="connsiteX50" fmla="*/ 15815 w 284503"/>
                <a:gd name="connsiteY50" fmla="*/ 7547 h 68751"/>
                <a:gd name="connsiteX51" fmla="*/ 15810 w 284503"/>
                <a:gd name="connsiteY51" fmla="*/ 5707 h 68751"/>
                <a:gd name="connsiteX52" fmla="*/ 18566 w 284503"/>
                <a:gd name="connsiteY52" fmla="*/ 638 h 6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84503" h="68751">
                  <a:moveTo>
                    <a:pt x="18566" y="638"/>
                  </a:moveTo>
                  <a:cubicBezTo>
                    <a:pt x="19857" y="639"/>
                    <a:pt x="19857" y="639"/>
                    <a:pt x="21175" y="639"/>
                  </a:cubicBezTo>
                  <a:cubicBezTo>
                    <a:pt x="21894" y="638"/>
                    <a:pt x="21894" y="638"/>
                    <a:pt x="22628" y="636"/>
                  </a:cubicBezTo>
                  <a:cubicBezTo>
                    <a:pt x="24255" y="634"/>
                    <a:pt x="25881" y="638"/>
                    <a:pt x="27508" y="641"/>
                  </a:cubicBezTo>
                  <a:cubicBezTo>
                    <a:pt x="28678" y="641"/>
                    <a:pt x="29848" y="640"/>
                    <a:pt x="31019" y="639"/>
                  </a:cubicBezTo>
                  <a:cubicBezTo>
                    <a:pt x="34249" y="638"/>
                    <a:pt x="37480" y="641"/>
                    <a:pt x="40711" y="644"/>
                  </a:cubicBezTo>
                  <a:cubicBezTo>
                    <a:pt x="44189" y="647"/>
                    <a:pt x="47668" y="646"/>
                    <a:pt x="51146" y="646"/>
                  </a:cubicBezTo>
                  <a:cubicBezTo>
                    <a:pt x="57177" y="645"/>
                    <a:pt x="63209" y="648"/>
                    <a:pt x="69240" y="652"/>
                  </a:cubicBezTo>
                  <a:cubicBezTo>
                    <a:pt x="77961" y="658"/>
                    <a:pt x="86682" y="660"/>
                    <a:pt x="95402" y="661"/>
                  </a:cubicBezTo>
                  <a:cubicBezTo>
                    <a:pt x="109549" y="663"/>
                    <a:pt x="123696" y="667"/>
                    <a:pt x="137843" y="674"/>
                  </a:cubicBezTo>
                  <a:cubicBezTo>
                    <a:pt x="151589" y="681"/>
                    <a:pt x="165336" y="687"/>
                    <a:pt x="179082" y="690"/>
                  </a:cubicBezTo>
                  <a:cubicBezTo>
                    <a:pt x="179929" y="690"/>
                    <a:pt x="180775" y="690"/>
                    <a:pt x="181648" y="690"/>
                  </a:cubicBezTo>
                  <a:cubicBezTo>
                    <a:pt x="185895" y="691"/>
                    <a:pt x="190142" y="692"/>
                    <a:pt x="194390" y="693"/>
                  </a:cubicBezTo>
                  <a:cubicBezTo>
                    <a:pt x="229651" y="701"/>
                    <a:pt x="264912" y="714"/>
                    <a:pt x="300173" y="731"/>
                  </a:cubicBezTo>
                  <a:cubicBezTo>
                    <a:pt x="300190" y="9437"/>
                    <a:pt x="300203" y="18144"/>
                    <a:pt x="300211" y="26850"/>
                  </a:cubicBezTo>
                  <a:cubicBezTo>
                    <a:pt x="300215" y="30892"/>
                    <a:pt x="300221" y="34935"/>
                    <a:pt x="300229" y="38977"/>
                  </a:cubicBezTo>
                  <a:cubicBezTo>
                    <a:pt x="300237" y="42876"/>
                    <a:pt x="300242" y="46774"/>
                    <a:pt x="300244" y="50673"/>
                  </a:cubicBezTo>
                  <a:cubicBezTo>
                    <a:pt x="300245" y="52163"/>
                    <a:pt x="300248" y="53653"/>
                    <a:pt x="300252" y="55143"/>
                  </a:cubicBezTo>
                  <a:cubicBezTo>
                    <a:pt x="300257" y="57224"/>
                    <a:pt x="300258" y="59305"/>
                    <a:pt x="300257" y="61386"/>
                  </a:cubicBezTo>
                  <a:cubicBezTo>
                    <a:pt x="300260" y="62007"/>
                    <a:pt x="300263" y="62628"/>
                    <a:pt x="300266" y="63268"/>
                  </a:cubicBezTo>
                  <a:cubicBezTo>
                    <a:pt x="300258" y="67534"/>
                    <a:pt x="300258" y="67534"/>
                    <a:pt x="299429" y="69192"/>
                  </a:cubicBezTo>
                  <a:cubicBezTo>
                    <a:pt x="297540" y="69377"/>
                    <a:pt x="297540" y="69377"/>
                    <a:pt x="294962" y="69377"/>
                  </a:cubicBezTo>
                  <a:cubicBezTo>
                    <a:pt x="293496" y="69382"/>
                    <a:pt x="293496" y="69382"/>
                    <a:pt x="292001" y="69387"/>
                  </a:cubicBezTo>
                  <a:cubicBezTo>
                    <a:pt x="290902" y="69383"/>
                    <a:pt x="289803" y="69380"/>
                    <a:pt x="288704" y="69376"/>
                  </a:cubicBezTo>
                  <a:cubicBezTo>
                    <a:pt x="287548" y="69377"/>
                    <a:pt x="286391" y="69379"/>
                    <a:pt x="285235" y="69381"/>
                  </a:cubicBezTo>
                  <a:cubicBezTo>
                    <a:pt x="282043" y="69386"/>
                    <a:pt x="278850" y="69381"/>
                    <a:pt x="275657" y="69375"/>
                  </a:cubicBezTo>
                  <a:cubicBezTo>
                    <a:pt x="272220" y="69370"/>
                    <a:pt x="268783" y="69374"/>
                    <a:pt x="265346" y="69377"/>
                  </a:cubicBezTo>
                  <a:cubicBezTo>
                    <a:pt x="258606" y="69380"/>
                    <a:pt x="251866" y="69376"/>
                    <a:pt x="245126" y="69369"/>
                  </a:cubicBezTo>
                  <a:cubicBezTo>
                    <a:pt x="237284" y="69362"/>
                    <a:pt x="229442" y="69362"/>
                    <a:pt x="221601" y="69362"/>
                  </a:cubicBezTo>
                  <a:cubicBezTo>
                    <a:pt x="207612" y="69362"/>
                    <a:pt x="193624" y="69356"/>
                    <a:pt x="179635" y="69345"/>
                  </a:cubicBezTo>
                  <a:cubicBezTo>
                    <a:pt x="166049" y="69334"/>
                    <a:pt x="152462" y="69329"/>
                    <a:pt x="138875" y="69329"/>
                  </a:cubicBezTo>
                  <a:cubicBezTo>
                    <a:pt x="137621" y="69330"/>
                    <a:pt x="137621" y="69330"/>
                    <a:pt x="136340" y="69330"/>
                  </a:cubicBezTo>
                  <a:cubicBezTo>
                    <a:pt x="135505" y="69330"/>
                    <a:pt x="134670" y="69330"/>
                    <a:pt x="133810" y="69330"/>
                  </a:cubicBezTo>
                  <a:cubicBezTo>
                    <a:pt x="118363" y="69330"/>
                    <a:pt x="102917" y="69326"/>
                    <a:pt x="87470" y="69319"/>
                  </a:cubicBezTo>
                  <a:cubicBezTo>
                    <a:pt x="81999" y="69317"/>
                    <a:pt x="76527" y="69316"/>
                    <a:pt x="71056" y="69316"/>
                  </a:cubicBezTo>
                  <a:cubicBezTo>
                    <a:pt x="64391" y="69315"/>
                    <a:pt x="57726" y="69312"/>
                    <a:pt x="51061" y="69305"/>
                  </a:cubicBezTo>
                  <a:cubicBezTo>
                    <a:pt x="47657" y="69302"/>
                    <a:pt x="44254" y="69299"/>
                    <a:pt x="40851" y="69300"/>
                  </a:cubicBezTo>
                  <a:cubicBezTo>
                    <a:pt x="37739" y="69301"/>
                    <a:pt x="34627" y="69299"/>
                    <a:pt x="31515" y="69293"/>
                  </a:cubicBezTo>
                  <a:cubicBezTo>
                    <a:pt x="30385" y="69292"/>
                    <a:pt x="29256" y="69292"/>
                    <a:pt x="28127" y="69293"/>
                  </a:cubicBezTo>
                  <a:cubicBezTo>
                    <a:pt x="26599" y="69294"/>
                    <a:pt x="25070" y="69291"/>
                    <a:pt x="23542" y="69287"/>
                  </a:cubicBezTo>
                  <a:cubicBezTo>
                    <a:pt x="22691" y="69287"/>
                    <a:pt x="21840" y="69286"/>
                    <a:pt x="20963" y="69286"/>
                  </a:cubicBezTo>
                  <a:cubicBezTo>
                    <a:pt x="18888" y="69192"/>
                    <a:pt x="18888" y="69192"/>
                    <a:pt x="16655" y="68447"/>
                  </a:cubicBezTo>
                  <a:cubicBezTo>
                    <a:pt x="15455" y="66048"/>
                    <a:pt x="15808" y="63427"/>
                    <a:pt x="15815" y="60791"/>
                  </a:cubicBezTo>
                  <a:cubicBezTo>
                    <a:pt x="15814" y="60153"/>
                    <a:pt x="15812" y="59515"/>
                    <a:pt x="15811" y="58858"/>
                  </a:cubicBezTo>
                  <a:cubicBezTo>
                    <a:pt x="15808" y="56744"/>
                    <a:pt x="15810" y="54630"/>
                    <a:pt x="15812" y="52515"/>
                  </a:cubicBezTo>
                  <a:cubicBezTo>
                    <a:pt x="15812" y="51051"/>
                    <a:pt x="15811" y="49587"/>
                    <a:pt x="15810" y="48122"/>
                  </a:cubicBezTo>
                  <a:cubicBezTo>
                    <a:pt x="15809" y="45052"/>
                    <a:pt x="15811" y="41981"/>
                    <a:pt x="15814" y="38910"/>
                  </a:cubicBezTo>
                  <a:cubicBezTo>
                    <a:pt x="15818" y="34964"/>
                    <a:pt x="15816" y="31019"/>
                    <a:pt x="15812" y="27073"/>
                  </a:cubicBezTo>
                  <a:cubicBezTo>
                    <a:pt x="15809" y="24049"/>
                    <a:pt x="15810" y="21025"/>
                    <a:pt x="15812" y="18001"/>
                  </a:cubicBezTo>
                  <a:cubicBezTo>
                    <a:pt x="15812" y="16546"/>
                    <a:pt x="15811" y="15091"/>
                    <a:pt x="15810" y="13635"/>
                  </a:cubicBezTo>
                  <a:cubicBezTo>
                    <a:pt x="15808" y="11606"/>
                    <a:pt x="15811" y="9576"/>
                    <a:pt x="15815" y="7547"/>
                  </a:cubicBezTo>
                  <a:cubicBezTo>
                    <a:pt x="15813" y="6940"/>
                    <a:pt x="15812" y="6332"/>
                    <a:pt x="15810" y="5707"/>
                  </a:cubicBezTo>
                  <a:cubicBezTo>
                    <a:pt x="15829" y="771"/>
                    <a:pt x="15829" y="771"/>
                    <a:pt x="18566" y="638"/>
                  </a:cubicBezTo>
                  <a:close/>
                </a:path>
              </a:pathLst>
            </a:custGeom>
            <a:grpFill/>
            <a:ln w="744" cap="flat">
              <a:noFill/>
              <a:prstDash val="solid"/>
              <a:miter/>
            </a:ln>
          </p:spPr>
          <p:txBody>
            <a:bodyPr rtlCol="0" anchor="ctr"/>
            <a:lstStyle/>
            <a:p>
              <a:endParaRPr lang="zh-CN" altLang="en-US"/>
            </a:p>
          </p:txBody>
        </p:sp>
        <p:sp>
          <p:nvSpPr>
            <p:cNvPr id="123" name="任意多边形: 形状 122"/>
            <p:cNvSpPr/>
            <p:nvPr/>
          </p:nvSpPr>
          <p:spPr>
            <a:xfrm>
              <a:off x="7692097" y="1392936"/>
              <a:ext cx="150796" cy="236023"/>
            </a:xfrm>
            <a:custGeom>
              <a:avLst/>
              <a:gdLst>
                <a:gd name="connsiteX0" fmla="*/ 10988 w 150796"/>
                <a:gd name="connsiteY0" fmla="*/ 1504 h 236023"/>
                <a:gd name="connsiteX1" fmla="*/ 40754 w 150796"/>
                <a:gd name="connsiteY1" fmla="*/ 1504 h 236023"/>
                <a:gd name="connsiteX2" fmla="*/ 40754 w 150796"/>
                <a:gd name="connsiteY2" fmla="*/ 5225 h 236023"/>
                <a:gd name="connsiteX3" fmla="*/ 42196 w 150796"/>
                <a:gd name="connsiteY3" fmla="*/ 5550 h 236023"/>
                <a:gd name="connsiteX4" fmla="*/ 43730 w 150796"/>
                <a:gd name="connsiteY4" fmla="*/ 5969 h 236023"/>
                <a:gd name="connsiteX5" fmla="*/ 44474 w 150796"/>
                <a:gd name="connsiteY5" fmla="*/ 10434 h 236023"/>
                <a:gd name="connsiteX6" fmla="*/ 46707 w 150796"/>
                <a:gd name="connsiteY6" fmla="*/ 11922 h 236023"/>
                <a:gd name="connsiteX7" fmla="*/ 46707 w 150796"/>
                <a:gd name="connsiteY7" fmla="*/ 14899 h 236023"/>
                <a:gd name="connsiteX8" fmla="*/ 48939 w 150796"/>
                <a:gd name="connsiteY8" fmla="*/ 16387 h 236023"/>
                <a:gd name="connsiteX9" fmla="*/ 49683 w 150796"/>
                <a:gd name="connsiteY9" fmla="*/ 21596 h 236023"/>
                <a:gd name="connsiteX10" fmla="*/ 51916 w 150796"/>
                <a:gd name="connsiteY10" fmla="*/ 21596 h 236023"/>
                <a:gd name="connsiteX11" fmla="*/ 51916 w 150796"/>
                <a:gd name="connsiteY11" fmla="*/ 26061 h 236023"/>
                <a:gd name="connsiteX12" fmla="*/ 54148 w 150796"/>
                <a:gd name="connsiteY12" fmla="*/ 26061 h 236023"/>
                <a:gd name="connsiteX13" fmla="*/ 55637 w 150796"/>
                <a:gd name="connsiteY13" fmla="*/ 31270 h 236023"/>
                <a:gd name="connsiteX14" fmla="*/ 57125 w 150796"/>
                <a:gd name="connsiteY14" fmla="*/ 32014 h 236023"/>
                <a:gd name="connsiteX15" fmla="*/ 57450 w 150796"/>
                <a:gd name="connsiteY15" fmla="*/ 33828 h 236023"/>
                <a:gd name="connsiteX16" fmla="*/ 60101 w 150796"/>
                <a:gd name="connsiteY16" fmla="*/ 37223 h 236023"/>
                <a:gd name="connsiteX17" fmla="*/ 60473 w 150796"/>
                <a:gd name="connsiteY17" fmla="*/ 38758 h 236023"/>
                <a:gd name="connsiteX18" fmla="*/ 60846 w 150796"/>
                <a:gd name="connsiteY18" fmla="*/ 40199 h 236023"/>
                <a:gd name="connsiteX19" fmla="*/ 63078 w 150796"/>
                <a:gd name="connsiteY19" fmla="*/ 40943 h 236023"/>
                <a:gd name="connsiteX20" fmla="*/ 63078 w 150796"/>
                <a:gd name="connsiteY20" fmla="*/ 45408 h 236023"/>
                <a:gd name="connsiteX21" fmla="*/ 65310 w 150796"/>
                <a:gd name="connsiteY21" fmla="*/ 46897 h 236023"/>
                <a:gd name="connsiteX22" fmla="*/ 66055 w 150796"/>
                <a:gd name="connsiteY22" fmla="*/ 51361 h 236023"/>
                <a:gd name="connsiteX23" fmla="*/ 68287 w 150796"/>
                <a:gd name="connsiteY23" fmla="*/ 51361 h 236023"/>
                <a:gd name="connsiteX24" fmla="*/ 68147 w 150796"/>
                <a:gd name="connsiteY24" fmla="*/ 53919 h 236023"/>
                <a:gd name="connsiteX25" fmla="*/ 68287 w 150796"/>
                <a:gd name="connsiteY25" fmla="*/ 56570 h 236023"/>
                <a:gd name="connsiteX26" fmla="*/ 70519 w 150796"/>
                <a:gd name="connsiteY26" fmla="*/ 57315 h 236023"/>
                <a:gd name="connsiteX27" fmla="*/ 72008 w 150796"/>
                <a:gd name="connsiteY27" fmla="*/ 61035 h 236023"/>
                <a:gd name="connsiteX28" fmla="*/ 73496 w 150796"/>
                <a:gd name="connsiteY28" fmla="*/ 61779 h 236023"/>
                <a:gd name="connsiteX29" fmla="*/ 73821 w 150796"/>
                <a:gd name="connsiteY29" fmla="*/ 63965 h 236023"/>
                <a:gd name="connsiteX30" fmla="*/ 74240 w 150796"/>
                <a:gd name="connsiteY30" fmla="*/ 66244 h 236023"/>
                <a:gd name="connsiteX31" fmla="*/ 76472 w 150796"/>
                <a:gd name="connsiteY31" fmla="*/ 67733 h 236023"/>
                <a:gd name="connsiteX32" fmla="*/ 77961 w 150796"/>
                <a:gd name="connsiteY32" fmla="*/ 71453 h 236023"/>
                <a:gd name="connsiteX33" fmla="*/ 79449 w 150796"/>
                <a:gd name="connsiteY33" fmla="*/ 71453 h 236023"/>
                <a:gd name="connsiteX34" fmla="*/ 79449 w 150796"/>
                <a:gd name="connsiteY34" fmla="*/ 77406 h 236023"/>
                <a:gd name="connsiteX35" fmla="*/ 81681 w 150796"/>
                <a:gd name="connsiteY35" fmla="*/ 77406 h 236023"/>
                <a:gd name="connsiteX36" fmla="*/ 82426 w 150796"/>
                <a:gd name="connsiteY36" fmla="*/ 81871 h 236023"/>
                <a:gd name="connsiteX37" fmla="*/ 84658 w 150796"/>
                <a:gd name="connsiteY37" fmla="*/ 81871 h 236023"/>
                <a:gd name="connsiteX38" fmla="*/ 84891 w 150796"/>
                <a:gd name="connsiteY38" fmla="*/ 84336 h 236023"/>
                <a:gd name="connsiteX39" fmla="*/ 87635 w 150796"/>
                <a:gd name="connsiteY39" fmla="*/ 89313 h 236023"/>
                <a:gd name="connsiteX40" fmla="*/ 88379 w 150796"/>
                <a:gd name="connsiteY40" fmla="*/ 91545 h 236023"/>
                <a:gd name="connsiteX41" fmla="*/ 89867 w 150796"/>
                <a:gd name="connsiteY41" fmla="*/ 92289 h 236023"/>
                <a:gd name="connsiteX42" fmla="*/ 91355 w 150796"/>
                <a:gd name="connsiteY42" fmla="*/ 97498 h 236023"/>
                <a:gd name="connsiteX43" fmla="*/ 92844 w 150796"/>
                <a:gd name="connsiteY43" fmla="*/ 98242 h 236023"/>
                <a:gd name="connsiteX44" fmla="*/ 93588 w 150796"/>
                <a:gd name="connsiteY44" fmla="*/ 102707 h 236023"/>
                <a:gd name="connsiteX45" fmla="*/ 95820 w 150796"/>
                <a:gd name="connsiteY45" fmla="*/ 102707 h 236023"/>
                <a:gd name="connsiteX46" fmla="*/ 95820 w 150796"/>
                <a:gd name="connsiteY46" fmla="*/ 107916 h 236023"/>
                <a:gd name="connsiteX47" fmla="*/ 98053 w 150796"/>
                <a:gd name="connsiteY47" fmla="*/ 107916 h 236023"/>
                <a:gd name="connsiteX48" fmla="*/ 99541 w 150796"/>
                <a:gd name="connsiteY48" fmla="*/ 112381 h 236023"/>
                <a:gd name="connsiteX49" fmla="*/ 101029 w 150796"/>
                <a:gd name="connsiteY49" fmla="*/ 113125 h 236023"/>
                <a:gd name="connsiteX50" fmla="*/ 101355 w 150796"/>
                <a:gd name="connsiteY50" fmla="*/ 115264 h 236023"/>
                <a:gd name="connsiteX51" fmla="*/ 104006 w 150796"/>
                <a:gd name="connsiteY51" fmla="*/ 119822 h 236023"/>
                <a:gd name="connsiteX52" fmla="*/ 104750 w 150796"/>
                <a:gd name="connsiteY52" fmla="*/ 122799 h 236023"/>
                <a:gd name="connsiteX53" fmla="*/ 106238 w 150796"/>
                <a:gd name="connsiteY53" fmla="*/ 123543 h 236023"/>
                <a:gd name="connsiteX54" fmla="*/ 106564 w 150796"/>
                <a:gd name="connsiteY54" fmla="*/ 125775 h 236023"/>
                <a:gd name="connsiteX55" fmla="*/ 106982 w 150796"/>
                <a:gd name="connsiteY55" fmla="*/ 128008 h 236023"/>
                <a:gd name="connsiteX56" fmla="*/ 109215 w 150796"/>
                <a:gd name="connsiteY56" fmla="*/ 128752 h 236023"/>
                <a:gd name="connsiteX57" fmla="*/ 110703 w 150796"/>
                <a:gd name="connsiteY57" fmla="*/ 133217 h 236023"/>
                <a:gd name="connsiteX58" fmla="*/ 112191 w 150796"/>
                <a:gd name="connsiteY58" fmla="*/ 133217 h 236023"/>
                <a:gd name="connsiteX59" fmla="*/ 112470 w 150796"/>
                <a:gd name="connsiteY59" fmla="*/ 135775 h 236023"/>
                <a:gd name="connsiteX60" fmla="*/ 112935 w 150796"/>
                <a:gd name="connsiteY60" fmla="*/ 138426 h 236023"/>
                <a:gd name="connsiteX61" fmla="*/ 114424 w 150796"/>
                <a:gd name="connsiteY61" fmla="*/ 139170 h 236023"/>
                <a:gd name="connsiteX62" fmla="*/ 115168 w 150796"/>
                <a:gd name="connsiteY62" fmla="*/ 143635 h 236023"/>
                <a:gd name="connsiteX63" fmla="*/ 117400 w 150796"/>
                <a:gd name="connsiteY63" fmla="*/ 143635 h 236023"/>
                <a:gd name="connsiteX64" fmla="*/ 117214 w 150796"/>
                <a:gd name="connsiteY64" fmla="*/ 146146 h 236023"/>
                <a:gd name="connsiteX65" fmla="*/ 117400 w 150796"/>
                <a:gd name="connsiteY65" fmla="*/ 148844 h 236023"/>
                <a:gd name="connsiteX66" fmla="*/ 120377 w 150796"/>
                <a:gd name="connsiteY66" fmla="*/ 150332 h 236023"/>
                <a:gd name="connsiteX67" fmla="*/ 121121 w 150796"/>
                <a:gd name="connsiteY67" fmla="*/ 153309 h 236023"/>
                <a:gd name="connsiteX68" fmla="*/ 122609 w 150796"/>
                <a:gd name="connsiteY68" fmla="*/ 154053 h 236023"/>
                <a:gd name="connsiteX69" fmla="*/ 122935 w 150796"/>
                <a:gd name="connsiteY69" fmla="*/ 156239 h 236023"/>
                <a:gd name="connsiteX70" fmla="*/ 123353 w 150796"/>
                <a:gd name="connsiteY70" fmla="*/ 158518 h 236023"/>
                <a:gd name="connsiteX71" fmla="*/ 125586 w 150796"/>
                <a:gd name="connsiteY71" fmla="*/ 160006 h 236023"/>
                <a:gd name="connsiteX72" fmla="*/ 126330 w 150796"/>
                <a:gd name="connsiteY72" fmla="*/ 164471 h 236023"/>
                <a:gd name="connsiteX73" fmla="*/ 128562 w 150796"/>
                <a:gd name="connsiteY73" fmla="*/ 163727 h 236023"/>
                <a:gd name="connsiteX74" fmla="*/ 128841 w 150796"/>
                <a:gd name="connsiteY74" fmla="*/ 166285 h 236023"/>
                <a:gd name="connsiteX75" fmla="*/ 129306 w 150796"/>
                <a:gd name="connsiteY75" fmla="*/ 168936 h 236023"/>
                <a:gd name="connsiteX76" fmla="*/ 130795 w 150796"/>
                <a:gd name="connsiteY76" fmla="*/ 169680 h 236023"/>
                <a:gd name="connsiteX77" fmla="*/ 133027 w 150796"/>
                <a:gd name="connsiteY77" fmla="*/ 174889 h 236023"/>
                <a:gd name="connsiteX78" fmla="*/ 133771 w 150796"/>
                <a:gd name="connsiteY78" fmla="*/ 1504 h 236023"/>
                <a:gd name="connsiteX79" fmla="*/ 161305 w 150796"/>
                <a:gd name="connsiteY79" fmla="*/ 1504 h 236023"/>
                <a:gd name="connsiteX80" fmla="*/ 161419 w 150796"/>
                <a:gd name="connsiteY80" fmla="*/ 91336 h 236023"/>
                <a:gd name="connsiteX81" fmla="*/ 161427 w 150796"/>
                <a:gd name="connsiteY81" fmla="*/ 101929 h 236023"/>
                <a:gd name="connsiteX82" fmla="*/ 161429 w 150796"/>
                <a:gd name="connsiteY82" fmla="*/ 104060 h 236023"/>
                <a:gd name="connsiteX83" fmla="*/ 161477 w 150796"/>
                <a:gd name="connsiteY83" fmla="*/ 138257 h 236023"/>
                <a:gd name="connsiteX84" fmla="*/ 161515 w 150796"/>
                <a:gd name="connsiteY84" fmla="*/ 173320 h 236023"/>
                <a:gd name="connsiteX85" fmla="*/ 161545 w 150796"/>
                <a:gd name="connsiteY85" fmla="*/ 194973 h 236023"/>
                <a:gd name="connsiteX86" fmla="*/ 161558 w 150796"/>
                <a:gd name="connsiteY86" fmla="*/ 209801 h 236023"/>
                <a:gd name="connsiteX87" fmla="*/ 161571 w 150796"/>
                <a:gd name="connsiteY87" fmla="*/ 218369 h 236023"/>
                <a:gd name="connsiteX88" fmla="*/ 161573 w 150796"/>
                <a:gd name="connsiteY88" fmla="*/ 227636 h 236023"/>
                <a:gd name="connsiteX89" fmla="*/ 161593 w 150796"/>
                <a:gd name="connsiteY89" fmla="*/ 230402 h 236023"/>
                <a:gd name="connsiteX90" fmla="*/ 161579 w 150796"/>
                <a:gd name="connsiteY90" fmla="*/ 232888 h 236023"/>
                <a:gd name="connsiteX91" fmla="*/ 161582 w 150796"/>
                <a:gd name="connsiteY91" fmla="*/ 235052 h 236023"/>
                <a:gd name="connsiteX92" fmla="*/ 161305 w 150796"/>
                <a:gd name="connsiteY92" fmla="*/ 236652 h 236023"/>
                <a:gd name="connsiteX93" fmla="*/ 153209 w 150796"/>
                <a:gd name="connsiteY93" fmla="*/ 237495 h 236023"/>
                <a:gd name="connsiteX94" fmla="*/ 151478 w 150796"/>
                <a:gd name="connsiteY94" fmla="*/ 237498 h 236023"/>
                <a:gd name="connsiteX95" fmla="*/ 147858 w 150796"/>
                <a:gd name="connsiteY95" fmla="*/ 237494 h 236023"/>
                <a:gd name="connsiteX96" fmla="*/ 142307 w 150796"/>
                <a:gd name="connsiteY96" fmla="*/ 237498 h 236023"/>
                <a:gd name="connsiteX97" fmla="*/ 138791 w 150796"/>
                <a:gd name="connsiteY97" fmla="*/ 237495 h 236023"/>
                <a:gd name="connsiteX98" fmla="*/ 137109 w 150796"/>
                <a:gd name="connsiteY98" fmla="*/ 237500 h 236023"/>
                <a:gd name="connsiteX99" fmla="*/ 131539 w 150796"/>
                <a:gd name="connsiteY99" fmla="*/ 236652 h 236023"/>
                <a:gd name="connsiteX100" fmla="*/ 131213 w 150796"/>
                <a:gd name="connsiteY100" fmla="*/ 235211 h 236023"/>
                <a:gd name="connsiteX101" fmla="*/ 128562 w 150796"/>
                <a:gd name="connsiteY101" fmla="*/ 232188 h 236023"/>
                <a:gd name="connsiteX102" fmla="*/ 128190 w 150796"/>
                <a:gd name="connsiteY102" fmla="*/ 229537 h 236023"/>
                <a:gd name="connsiteX103" fmla="*/ 127818 w 150796"/>
                <a:gd name="connsiteY103" fmla="*/ 226979 h 236023"/>
                <a:gd name="connsiteX104" fmla="*/ 125586 w 150796"/>
                <a:gd name="connsiteY104" fmla="*/ 226234 h 236023"/>
                <a:gd name="connsiteX105" fmla="*/ 125586 w 150796"/>
                <a:gd name="connsiteY105" fmla="*/ 222514 h 236023"/>
                <a:gd name="connsiteX106" fmla="*/ 123353 w 150796"/>
                <a:gd name="connsiteY106" fmla="*/ 222514 h 236023"/>
                <a:gd name="connsiteX107" fmla="*/ 121865 w 150796"/>
                <a:gd name="connsiteY107" fmla="*/ 217305 h 236023"/>
                <a:gd name="connsiteX108" fmla="*/ 120377 w 150796"/>
                <a:gd name="connsiteY108" fmla="*/ 216561 h 236023"/>
                <a:gd name="connsiteX109" fmla="*/ 120051 w 150796"/>
                <a:gd name="connsiteY109" fmla="*/ 214793 h 236023"/>
                <a:gd name="connsiteX110" fmla="*/ 118516 w 150796"/>
                <a:gd name="connsiteY110" fmla="*/ 211724 h 236023"/>
                <a:gd name="connsiteX111" fmla="*/ 116656 w 150796"/>
                <a:gd name="connsiteY111" fmla="*/ 206887 h 236023"/>
                <a:gd name="connsiteX112" fmla="*/ 115168 w 150796"/>
                <a:gd name="connsiteY112" fmla="*/ 206143 h 236023"/>
                <a:gd name="connsiteX113" fmla="*/ 114424 w 150796"/>
                <a:gd name="connsiteY113" fmla="*/ 201678 h 236023"/>
                <a:gd name="connsiteX114" fmla="*/ 112191 w 150796"/>
                <a:gd name="connsiteY114" fmla="*/ 201678 h 236023"/>
                <a:gd name="connsiteX115" fmla="*/ 111959 w 150796"/>
                <a:gd name="connsiteY115" fmla="*/ 199492 h 236023"/>
                <a:gd name="connsiteX116" fmla="*/ 111447 w 150796"/>
                <a:gd name="connsiteY116" fmla="*/ 197213 h 236023"/>
                <a:gd name="connsiteX117" fmla="*/ 109215 w 150796"/>
                <a:gd name="connsiteY117" fmla="*/ 196469 h 236023"/>
                <a:gd name="connsiteX118" fmla="*/ 108471 w 150796"/>
                <a:gd name="connsiteY118" fmla="*/ 192004 h 236023"/>
                <a:gd name="connsiteX119" fmla="*/ 106982 w 150796"/>
                <a:gd name="connsiteY119" fmla="*/ 191260 h 236023"/>
                <a:gd name="connsiteX120" fmla="*/ 106238 w 150796"/>
                <a:gd name="connsiteY120" fmla="*/ 186051 h 236023"/>
                <a:gd name="connsiteX121" fmla="*/ 104006 w 150796"/>
                <a:gd name="connsiteY121" fmla="*/ 186051 h 236023"/>
                <a:gd name="connsiteX122" fmla="*/ 103262 w 150796"/>
                <a:gd name="connsiteY122" fmla="*/ 182330 h 236023"/>
                <a:gd name="connsiteX123" fmla="*/ 102145 w 150796"/>
                <a:gd name="connsiteY123" fmla="*/ 181214 h 236023"/>
                <a:gd name="connsiteX124" fmla="*/ 100285 w 150796"/>
                <a:gd name="connsiteY124" fmla="*/ 176377 h 236023"/>
                <a:gd name="connsiteX125" fmla="*/ 98797 w 150796"/>
                <a:gd name="connsiteY125" fmla="*/ 175633 h 236023"/>
                <a:gd name="connsiteX126" fmla="*/ 98471 w 150796"/>
                <a:gd name="connsiteY126" fmla="*/ 173773 h 236023"/>
                <a:gd name="connsiteX127" fmla="*/ 98053 w 150796"/>
                <a:gd name="connsiteY127" fmla="*/ 171912 h 236023"/>
                <a:gd name="connsiteX128" fmla="*/ 95820 w 150796"/>
                <a:gd name="connsiteY128" fmla="*/ 171168 h 236023"/>
                <a:gd name="connsiteX129" fmla="*/ 94332 w 150796"/>
                <a:gd name="connsiteY129" fmla="*/ 165959 h 236023"/>
                <a:gd name="connsiteX130" fmla="*/ 92844 w 150796"/>
                <a:gd name="connsiteY130" fmla="*/ 165959 h 236023"/>
                <a:gd name="connsiteX131" fmla="*/ 92565 w 150796"/>
                <a:gd name="connsiteY131" fmla="*/ 163773 h 236023"/>
                <a:gd name="connsiteX132" fmla="*/ 92099 w 150796"/>
                <a:gd name="connsiteY132" fmla="*/ 161494 h 236023"/>
                <a:gd name="connsiteX133" fmla="*/ 90611 w 150796"/>
                <a:gd name="connsiteY133" fmla="*/ 160750 h 236023"/>
                <a:gd name="connsiteX134" fmla="*/ 89123 w 150796"/>
                <a:gd name="connsiteY134" fmla="*/ 157029 h 236023"/>
                <a:gd name="connsiteX135" fmla="*/ 87635 w 150796"/>
                <a:gd name="connsiteY135" fmla="*/ 156285 h 236023"/>
                <a:gd name="connsiteX136" fmla="*/ 87309 w 150796"/>
                <a:gd name="connsiteY136" fmla="*/ 153727 h 236023"/>
                <a:gd name="connsiteX137" fmla="*/ 86890 w 150796"/>
                <a:gd name="connsiteY137" fmla="*/ 151076 h 236023"/>
                <a:gd name="connsiteX138" fmla="*/ 84658 w 150796"/>
                <a:gd name="connsiteY138" fmla="*/ 149588 h 236023"/>
                <a:gd name="connsiteX139" fmla="*/ 83914 w 150796"/>
                <a:gd name="connsiteY139" fmla="*/ 146611 h 236023"/>
                <a:gd name="connsiteX140" fmla="*/ 82426 w 150796"/>
                <a:gd name="connsiteY140" fmla="*/ 145867 h 236023"/>
                <a:gd name="connsiteX141" fmla="*/ 80937 w 150796"/>
                <a:gd name="connsiteY141" fmla="*/ 140658 h 236023"/>
                <a:gd name="connsiteX142" fmla="*/ 79449 w 150796"/>
                <a:gd name="connsiteY142" fmla="*/ 139914 h 236023"/>
                <a:gd name="connsiteX143" fmla="*/ 78705 w 150796"/>
                <a:gd name="connsiteY143" fmla="*/ 138007 h 236023"/>
                <a:gd name="connsiteX144" fmla="*/ 77961 w 150796"/>
                <a:gd name="connsiteY144" fmla="*/ 136193 h 236023"/>
                <a:gd name="connsiteX145" fmla="*/ 76472 w 150796"/>
                <a:gd name="connsiteY145" fmla="*/ 136193 h 236023"/>
                <a:gd name="connsiteX146" fmla="*/ 76472 w 150796"/>
                <a:gd name="connsiteY146" fmla="*/ 130240 h 236023"/>
                <a:gd name="connsiteX147" fmla="*/ 74240 w 150796"/>
                <a:gd name="connsiteY147" fmla="*/ 130240 h 236023"/>
                <a:gd name="connsiteX148" fmla="*/ 72752 w 150796"/>
                <a:gd name="connsiteY148" fmla="*/ 125775 h 236023"/>
                <a:gd name="connsiteX149" fmla="*/ 71264 w 150796"/>
                <a:gd name="connsiteY149" fmla="*/ 125775 h 236023"/>
                <a:gd name="connsiteX150" fmla="*/ 71031 w 150796"/>
                <a:gd name="connsiteY150" fmla="*/ 123311 h 236023"/>
                <a:gd name="connsiteX151" fmla="*/ 68287 w 150796"/>
                <a:gd name="connsiteY151" fmla="*/ 118334 h 236023"/>
                <a:gd name="connsiteX152" fmla="*/ 67543 w 150796"/>
                <a:gd name="connsiteY152" fmla="*/ 116102 h 236023"/>
                <a:gd name="connsiteX153" fmla="*/ 66055 w 150796"/>
                <a:gd name="connsiteY153" fmla="*/ 115358 h 236023"/>
                <a:gd name="connsiteX154" fmla="*/ 64566 w 150796"/>
                <a:gd name="connsiteY154" fmla="*/ 110149 h 236023"/>
                <a:gd name="connsiteX155" fmla="*/ 63078 w 150796"/>
                <a:gd name="connsiteY155" fmla="*/ 109404 h 236023"/>
                <a:gd name="connsiteX156" fmla="*/ 62334 w 150796"/>
                <a:gd name="connsiteY156" fmla="*/ 104940 h 236023"/>
                <a:gd name="connsiteX157" fmla="*/ 60101 w 150796"/>
                <a:gd name="connsiteY157" fmla="*/ 104940 h 236023"/>
                <a:gd name="connsiteX158" fmla="*/ 60101 w 150796"/>
                <a:gd name="connsiteY158" fmla="*/ 99731 h 236023"/>
                <a:gd name="connsiteX159" fmla="*/ 57869 w 150796"/>
                <a:gd name="connsiteY159" fmla="*/ 99731 h 236023"/>
                <a:gd name="connsiteX160" fmla="*/ 56381 w 150796"/>
                <a:gd name="connsiteY160" fmla="*/ 95266 h 236023"/>
                <a:gd name="connsiteX161" fmla="*/ 54892 w 150796"/>
                <a:gd name="connsiteY161" fmla="*/ 94522 h 236023"/>
                <a:gd name="connsiteX162" fmla="*/ 54567 w 150796"/>
                <a:gd name="connsiteY162" fmla="*/ 92336 h 236023"/>
                <a:gd name="connsiteX163" fmla="*/ 54148 w 150796"/>
                <a:gd name="connsiteY163" fmla="*/ 90057 h 236023"/>
                <a:gd name="connsiteX164" fmla="*/ 51916 w 150796"/>
                <a:gd name="connsiteY164" fmla="*/ 88568 h 236023"/>
                <a:gd name="connsiteX165" fmla="*/ 51172 w 150796"/>
                <a:gd name="connsiteY165" fmla="*/ 84104 h 236023"/>
                <a:gd name="connsiteX166" fmla="*/ 48939 w 150796"/>
                <a:gd name="connsiteY166" fmla="*/ 84104 h 236023"/>
                <a:gd name="connsiteX167" fmla="*/ 48939 w 150796"/>
                <a:gd name="connsiteY167" fmla="*/ 78895 h 236023"/>
                <a:gd name="connsiteX168" fmla="*/ 46707 w 150796"/>
                <a:gd name="connsiteY168" fmla="*/ 78895 h 236023"/>
                <a:gd name="connsiteX169" fmla="*/ 45219 w 150796"/>
                <a:gd name="connsiteY169" fmla="*/ 74430 h 236023"/>
                <a:gd name="connsiteX170" fmla="*/ 43730 w 150796"/>
                <a:gd name="connsiteY170" fmla="*/ 74430 h 236023"/>
                <a:gd name="connsiteX171" fmla="*/ 43451 w 150796"/>
                <a:gd name="connsiteY171" fmla="*/ 71872 h 236023"/>
                <a:gd name="connsiteX172" fmla="*/ 42986 w 150796"/>
                <a:gd name="connsiteY172" fmla="*/ 69221 h 236023"/>
                <a:gd name="connsiteX173" fmla="*/ 41498 w 150796"/>
                <a:gd name="connsiteY173" fmla="*/ 68477 h 236023"/>
                <a:gd name="connsiteX174" fmla="*/ 39917 w 150796"/>
                <a:gd name="connsiteY174" fmla="*/ 65082 h 236023"/>
                <a:gd name="connsiteX175" fmla="*/ 39120 w 150796"/>
                <a:gd name="connsiteY175" fmla="*/ 63218 h 236023"/>
                <a:gd name="connsiteX176" fmla="*/ 38521 w 150796"/>
                <a:gd name="connsiteY176" fmla="*/ 61779 h 236023"/>
                <a:gd name="connsiteX177" fmla="*/ 38525 w 150796"/>
                <a:gd name="connsiteY177" fmla="*/ 64508 h 236023"/>
                <a:gd name="connsiteX178" fmla="*/ 38597 w 150796"/>
                <a:gd name="connsiteY178" fmla="*/ 128575 h 236023"/>
                <a:gd name="connsiteX179" fmla="*/ 38603 w 150796"/>
                <a:gd name="connsiteY179" fmla="*/ 136452 h 236023"/>
                <a:gd name="connsiteX180" fmla="*/ 38604 w 150796"/>
                <a:gd name="connsiteY180" fmla="*/ 138037 h 236023"/>
                <a:gd name="connsiteX181" fmla="*/ 38636 w 150796"/>
                <a:gd name="connsiteY181" fmla="*/ 163464 h 236023"/>
                <a:gd name="connsiteX182" fmla="*/ 38661 w 150796"/>
                <a:gd name="connsiteY182" fmla="*/ 189536 h 236023"/>
                <a:gd name="connsiteX183" fmla="*/ 38679 w 150796"/>
                <a:gd name="connsiteY183" fmla="*/ 204188 h 236023"/>
                <a:gd name="connsiteX184" fmla="*/ 38690 w 150796"/>
                <a:gd name="connsiteY184" fmla="*/ 217961 h 236023"/>
                <a:gd name="connsiteX185" fmla="*/ 38699 w 150796"/>
                <a:gd name="connsiteY185" fmla="*/ 223033 h 236023"/>
                <a:gd name="connsiteX186" fmla="*/ 38700 w 150796"/>
                <a:gd name="connsiteY186" fmla="*/ 229924 h 236023"/>
                <a:gd name="connsiteX187" fmla="*/ 38713 w 150796"/>
                <a:gd name="connsiteY187" fmla="*/ 231979 h 236023"/>
                <a:gd name="connsiteX188" fmla="*/ 38521 w 150796"/>
                <a:gd name="connsiteY188" fmla="*/ 236652 h 236023"/>
                <a:gd name="connsiteX189" fmla="*/ 31568 w 150796"/>
                <a:gd name="connsiteY189" fmla="*/ 237495 h 236023"/>
                <a:gd name="connsiteX190" fmla="*/ 29934 w 150796"/>
                <a:gd name="connsiteY190" fmla="*/ 237498 h 236023"/>
                <a:gd name="connsiteX191" fmla="*/ 26511 w 150796"/>
                <a:gd name="connsiteY191" fmla="*/ 237494 h 236023"/>
                <a:gd name="connsiteX192" fmla="*/ 21264 w 150796"/>
                <a:gd name="connsiteY192" fmla="*/ 237498 h 236023"/>
                <a:gd name="connsiteX193" fmla="*/ 17941 w 150796"/>
                <a:gd name="connsiteY193" fmla="*/ 237495 h 236023"/>
                <a:gd name="connsiteX194" fmla="*/ 16351 w 150796"/>
                <a:gd name="connsiteY194" fmla="*/ 237500 h 236023"/>
                <a:gd name="connsiteX195" fmla="*/ 10988 w 150796"/>
                <a:gd name="connsiteY195" fmla="*/ 236652 h 236023"/>
                <a:gd name="connsiteX196" fmla="*/ 10805 w 150796"/>
                <a:gd name="connsiteY196" fmla="*/ 232888 h 236023"/>
                <a:gd name="connsiteX197" fmla="*/ 10796 w 150796"/>
                <a:gd name="connsiteY197" fmla="*/ 230402 h 236023"/>
                <a:gd name="connsiteX198" fmla="*/ 10809 w 150796"/>
                <a:gd name="connsiteY198" fmla="*/ 227636 h 236023"/>
                <a:gd name="connsiteX199" fmla="*/ 10805 w 150796"/>
                <a:gd name="connsiteY199" fmla="*/ 224724 h 236023"/>
                <a:gd name="connsiteX200" fmla="*/ 10815 w 150796"/>
                <a:gd name="connsiteY200" fmla="*/ 216686 h 236023"/>
                <a:gd name="connsiteX201" fmla="*/ 10818 w 150796"/>
                <a:gd name="connsiteY201" fmla="*/ 208032 h 236023"/>
                <a:gd name="connsiteX202" fmla="*/ 10831 w 150796"/>
                <a:gd name="connsiteY202" fmla="*/ 193025 h 236023"/>
                <a:gd name="connsiteX203" fmla="*/ 10849 w 150796"/>
                <a:gd name="connsiteY203" fmla="*/ 171328 h 236023"/>
                <a:gd name="connsiteX204" fmla="*/ 10876 w 150796"/>
                <a:gd name="connsiteY204" fmla="*/ 136130 h 236023"/>
                <a:gd name="connsiteX205" fmla="*/ 10906 w 150796"/>
                <a:gd name="connsiteY205" fmla="*/ 101929 h 236023"/>
                <a:gd name="connsiteX206" fmla="*/ 10908 w 150796"/>
                <a:gd name="connsiteY206" fmla="*/ 99802 h 236023"/>
                <a:gd name="connsiteX207" fmla="*/ 10913 w 150796"/>
                <a:gd name="connsiteY207" fmla="*/ 89234 h 236023"/>
                <a:gd name="connsiteX208" fmla="*/ 10988 w 150796"/>
                <a:gd name="connsiteY208" fmla="*/ 1504 h 236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50796" h="236023">
                  <a:moveTo>
                    <a:pt x="10988" y="1504"/>
                  </a:moveTo>
                  <a:cubicBezTo>
                    <a:pt x="20811" y="1504"/>
                    <a:pt x="30633" y="1504"/>
                    <a:pt x="40754" y="1504"/>
                  </a:cubicBezTo>
                  <a:cubicBezTo>
                    <a:pt x="40754" y="2732"/>
                    <a:pt x="40754" y="3960"/>
                    <a:pt x="40754" y="5225"/>
                  </a:cubicBezTo>
                  <a:cubicBezTo>
                    <a:pt x="41467" y="5386"/>
                    <a:pt x="41467" y="5386"/>
                    <a:pt x="42196" y="5550"/>
                  </a:cubicBezTo>
                  <a:cubicBezTo>
                    <a:pt x="42955" y="5757"/>
                    <a:pt x="42955" y="5757"/>
                    <a:pt x="43730" y="5969"/>
                  </a:cubicBezTo>
                  <a:cubicBezTo>
                    <a:pt x="44014" y="7451"/>
                    <a:pt x="44261" y="8940"/>
                    <a:pt x="44474" y="10434"/>
                  </a:cubicBezTo>
                  <a:cubicBezTo>
                    <a:pt x="45211" y="10925"/>
                    <a:pt x="45948" y="11416"/>
                    <a:pt x="46707" y="11922"/>
                  </a:cubicBezTo>
                  <a:cubicBezTo>
                    <a:pt x="46707" y="12904"/>
                    <a:pt x="46707" y="13886"/>
                    <a:pt x="46707" y="14899"/>
                  </a:cubicBezTo>
                  <a:cubicBezTo>
                    <a:pt x="47444" y="15390"/>
                    <a:pt x="48180" y="15881"/>
                    <a:pt x="48939" y="16387"/>
                  </a:cubicBezTo>
                  <a:cubicBezTo>
                    <a:pt x="49451" y="19084"/>
                    <a:pt x="49451" y="19084"/>
                    <a:pt x="49683" y="21596"/>
                  </a:cubicBezTo>
                  <a:cubicBezTo>
                    <a:pt x="50420" y="21596"/>
                    <a:pt x="51157" y="21596"/>
                    <a:pt x="51916" y="21596"/>
                  </a:cubicBezTo>
                  <a:cubicBezTo>
                    <a:pt x="51916" y="23069"/>
                    <a:pt x="51916" y="24543"/>
                    <a:pt x="51916" y="26061"/>
                  </a:cubicBezTo>
                  <a:cubicBezTo>
                    <a:pt x="52653" y="26061"/>
                    <a:pt x="53389" y="26061"/>
                    <a:pt x="54148" y="26061"/>
                  </a:cubicBezTo>
                  <a:cubicBezTo>
                    <a:pt x="54682" y="27786"/>
                    <a:pt x="55177" y="29523"/>
                    <a:pt x="55637" y="31270"/>
                  </a:cubicBezTo>
                  <a:cubicBezTo>
                    <a:pt x="56373" y="31638"/>
                    <a:pt x="56373" y="31638"/>
                    <a:pt x="57125" y="32014"/>
                  </a:cubicBezTo>
                  <a:cubicBezTo>
                    <a:pt x="57232" y="32612"/>
                    <a:pt x="57340" y="33211"/>
                    <a:pt x="57450" y="33828"/>
                  </a:cubicBezTo>
                  <a:cubicBezTo>
                    <a:pt x="57694" y="35991"/>
                    <a:pt x="57694" y="35991"/>
                    <a:pt x="60101" y="37223"/>
                  </a:cubicBezTo>
                  <a:cubicBezTo>
                    <a:pt x="60224" y="37729"/>
                    <a:pt x="60347" y="38236"/>
                    <a:pt x="60473" y="38758"/>
                  </a:cubicBezTo>
                  <a:cubicBezTo>
                    <a:pt x="60596" y="39233"/>
                    <a:pt x="60719" y="39709"/>
                    <a:pt x="60846" y="40199"/>
                  </a:cubicBezTo>
                  <a:cubicBezTo>
                    <a:pt x="61951" y="40568"/>
                    <a:pt x="61951" y="40568"/>
                    <a:pt x="63078" y="40943"/>
                  </a:cubicBezTo>
                  <a:cubicBezTo>
                    <a:pt x="63078" y="42432"/>
                    <a:pt x="63078" y="43920"/>
                    <a:pt x="63078" y="45408"/>
                  </a:cubicBezTo>
                  <a:cubicBezTo>
                    <a:pt x="64183" y="46145"/>
                    <a:pt x="64183" y="46145"/>
                    <a:pt x="65310" y="46897"/>
                  </a:cubicBezTo>
                  <a:cubicBezTo>
                    <a:pt x="65822" y="49222"/>
                    <a:pt x="65822" y="49222"/>
                    <a:pt x="66055" y="51361"/>
                  </a:cubicBezTo>
                  <a:cubicBezTo>
                    <a:pt x="66791" y="51361"/>
                    <a:pt x="67528" y="51361"/>
                    <a:pt x="68287" y="51361"/>
                  </a:cubicBezTo>
                  <a:cubicBezTo>
                    <a:pt x="68218" y="52628"/>
                    <a:pt x="68218" y="52628"/>
                    <a:pt x="68147" y="53919"/>
                  </a:cubicBezTo>
                  <a:cubicBezTo>
                    <a:pt x="68193" y="54794"/>
                    <a:pt x="68240" y="55669"/>
                    <a:pt x="68287" y="56570"/>
                  </a:cubicBezTo>
                  <a:cubicBezTo>
                    <a:pt x="69392" y="56939"/>
                    <a:pt x="69392" y="56939"/>
                    <a:pt x="70519" y="57315"/>
                  </a:cubicBezTo>
                  <a:cubicBezTo>
                    <a:pt x="71042" y="58544"/>
                    <a:pt x="71539" y="59785"/>
                    <a:pt x="72008" y="61035"/>
                  </a:cubicBezTo>
                  <a:cubicBezTo>
                    <a:pt x="72499" y="61281"/>
                    <a:pt x="72990" y="61526"/>
                    <a:pt x="73496" y="61779"/>
                  </a:cubicBezTo>
                  <a:cubicBezTo>
                    <a:pt x="73657" y="62861"/>
                    <a:pt x="73657" y="62861"/>
                    <a:pt x="73821" y="63965"/>
                  </a:cubicBezTo>
                  <a:cubicBezTo>
                    <a:pt x="74029" y="65093"/>
                    <a:pt x="74029" y="65093"/>
                    <a:pt x="74240" y="66244"/>
                  </a:cubicBezTo>
                  <a:cubicBezTo>
                    <a:pt x="75345" y="66981"/>
                    <a:pt x="75345" y="66981"/>
                    <a:pt x="76472" y="67733"/>
                  </a:cubicBezTo>
                  <a:cubicBezTo>
                    <a:pt x="76974" y="68971"/>
                    <a:pt x="77470" y="70211"/>
                    <a:pt x="77961" y="71453"/>
                  </a:cubicBezTo>
                  <a:cubicBezTo>
                    <a:pt x="78452" y="71453"/>
                    <a:pt x="78943" y="71453"/>
                    <a:pt x="79449" y="71453"/>
                  </a:cubicBezTo>
                  <a:cubicBezTo>
                    <a:pt x="79449" y="73418"/>
                    <a:pt x="79449" y="75382"/>
                    <a:pt x="79449" y="77406"/>
                  </a:cubicBezTo>
                  <a:cubicBezTo>
                    <a:pt x="80186" y="77406"/>
                    <a:pt x="80922" y="77406"/>
                    <a:pt x="81681" y="77406"/>
                  </a:cubicBezTo>
                  <a:cubicBezTo>
                    <a:pt x="81927" y="78880"/>
                    <a:pt x="82173" y="80353"/>
                    <a:pt x="82426" y="81871"/>
                  </a:cubicBezTo>
                  <a:cubicBezTo>
                    <a:pt x="83162" y="81871"/>
                    <a:pt x="83899" y="81871"/>
                    <a:pt x="84658" y="81871"/>
                  </a:cubicBezTo>
                  <a:cubicBezTo>
                    <a:pt x="84735" y="82685"/>
                    <a:pt x="84812" y="83498"/>
                    <a:pt x="84891" y="84336"/>
                  </a:cubicBezTo>
                  <a:cubicBezTo>
                    <a:pt x="85405" y="87098"/>
                    <a:pt x="85604" y="87621"/>
                    <a:pt x="87635" y="89313"/>
                  </a:cubicBezTo>
                  <a:cubicBezTo>
                    <a:pt x="87880" y="90049"/>
                    <a:pt x="88126" y="90786"/>
                    <a:pt x="88379" y="91545"/>
                  </a:cubicBezTo>
                  <a:cubicBezTo>
                    <a:pt x="88870" y="91791"/>
                    <a:pt x="89361" y="92036"/>
                    <a:pt x="89867" y="92289"/>
                  </a:cubicBezTo>
                  <a:cubicBezTo>
                    <a:pt x="90363" y="94025"/>
                    <a:pt x="90859" y="95762"/>
                    <a:pt x="91355" y="97498"/>
                  </a:cubicBezTo>
                  <a:cubicBezTo>
                    <a:pt x="91846" y="97744"/>
                    <a:pt x="92338" y="97989"/>
                    <a:pt x="92844" y="98242"/>
                  </a:cubicBezTo>
                  <a:cubicBezTo>
                    <a:pt x="93309" y="100521"/>
                    <a:pt x="93309" y="100521"/>
                    <a:pt x="93588" y="102707"/>
                  </a:cubicBezTo>
                  <a:cubicBezTo>
                    <a:pt x="94324" y="102707"/>
                    <a:pt x="95061" y="102707"/>
                    <a:pt x="95820" y="102707"/>
                  </a:cubicBezTo>
                  <a:cubicBezTo>
                    <a:pt x="95820" y="104426"/>
                    <a:pt x="95820" y="106145"/>
                    <a:pt x="95820" y="107916"/>
                  </a:cubicBezTo>
                  <a:cubicBezTo>
                    <a:pt x="96557" y="107916"/>
                    <a:pt x="97294" y="107916"/>
                    <a:pt x="98053" y="107916"/>
                  </a:cubicBezTo>
                  <a:cubicBezTo>
                    <a:pt x="98586" y="109391"/>
                    <a:pt x="99082" y="110881"/>
                    <a:pt x="99541" y="112381"/>
                  </a:cubicBezTo>
                  <a:cubicBezTo>
                    <a:pt x="100032" y="112627"/>
                    <a:pt x="100523" y="112872"/>
                    <a:pt x="101029" y="113125"/>
                  </a:cubicBezTo>
                  <a:cubicBezTo>
                    <a:pt x="101190" y="114184"/>
                    <a:pt x="101190" y="114184"/>
                    <a:pt x="101355" y="115264"/>
                  </a:cubicBezTo>
                  <a:cubicBezTo>
                    <a:pt x="101809" y="117788"/>
                    <a:pt x="102209" y="118175"/>
                    <a:pt x="104006" y="119822"/>
                  </a:cubicBezTo>
                  <a:cubicBezTo>
                    <a:pt x="104267" y="120811"/>
                    <a:pt x="104517" y="121803"/>
                    <a:pt x="104750" y="122799"/>
                  </a:cubicBezTo>
                  <a:cubicBezTo>
                    <a:pt x="105241" y="123044"/>
                    <a:pt x="105732" y="123290"/>
                    <a:pt x="106238" y="123543"/>
                  </a:cubicBezTo>
                  <a:cubicBezTo>
                    <a:pt x="106346" y="124280"/>
                    <a:pt x="106453" y="125016"/>
                    <a:pt x="106564" y="125775"/>
                  </a:cubicBezTo>
                  <a:cubicBezTo>
                    <a:pt x="106702" y="126512"/>
                    <a:pt x="106840" y="127249"/>
                    <a:pt x="106982" y="128008"/>
                  </a:cubicBezTo>
                  <a:cubicBezTo>
                    <a:pt x="107719" y="128253"/>
                    <a:pt x="108456" y="128499"/>
                    <a:pt x="109215" y="128752"/>
                  </a:cubicBezTo>
                  <a:cubicBezTo>
                    <a:pt x="109729" y="130234"/>
                    <a:pt x="110226" y="131722"/>
                    <a:pt x="110703" y="133217"/>
                  </a:cubicBezTo>
                  <a:cubicBezTo>
                    <a:pt x="111194" y="133217"/>
                    <a:pt x="111685" y="133217"/>
                    <a:pt x="112191" y="133217"/>
                  </a:cubicBezTo>
                  <a:cubicBezTo>
                    <a:pt x="112283" y="134061"/>
                    <a:pt x="112375" y="134905"/>
                    <a:pt x="112470" y="135775"/>
                  </a:cubicBezTo>
                  <a:cubicBezTo>
                    <a:pt x="112624" y="136650"/>
                    <a:pt x="112777" y="137525"/>
                    <a:pt x="112935" y="138426"/>
                  </a:cubicBezTo>
                  <a:cubicBezTo>
                    <a:pt x="113427" y="138671"/>
                    <a:pt x="113918" y="138917"/>
                    <a:pt x="114424" y="139170"/>
                  </a:cubicBezTo>
                  <a:cubicBezTo>
                    <a:pt x="114889" y="141449"/>
                    <a:pt x="114889" y="141449"/>
                    <a:pt x="115168" y="143635"/>
                  </a:cubicBezTo>
                  <a:cubicBezTo>
                    <a:pt x="115905" y="143635"/>
                    <a:pt x="116641" y="143635"/>
                    <a:pt x="117400" y="143635"/>
                  </a:cubicBezTo>
                  <a:cubicBezTo>
                    <a:pt x="117339" y="144464"/>
                    <a:pt x="117277" y="145292"/>
                    <a:pt x="117214" y="146146"/>
                  </a:cubicBezTo>
                  <a:cubicBezTo>
                    <a:pt x="117276" y="147036"/>
                    <a:pt x="117337" y="147927"/>
                    <a:pt x="117400" y="148844"/>
                  </a:cubicBezTo>
                  <a:cubicBezTo>
                    <a:pt x="118814" y="149768"/>
                    <a:pt x="118814" y="149768"/>
                    <a:pt x="120377" y="150332"/>
                  </a:cubicBezTo>
                  <a:cubicBezTo>
                    <a:pt x="120842" y="151867"/>
                    <a:pt x="120842" y="151867"/>
                    <a:pt x="121121" y="153309"/>
                  </a:cubicBezTo>
                  <a:cubicBezTo>
                    <a:pt x="121612" y="153554"/>
                    <a:pt x="122103" y="153800"/>
                    <a:pt x="122609" y="154053"/>
                  </a:cubicBezTo>
                  <a:cubicBezTo>
                    <a:pt x="122717" y="154774"/>
                    <a:pt x="122824" y="155496"/>
                    <a:pt x="122935" y="156239"/>
                  </a:cubicBezTo>
                  <a:cubicBezTo>
                    <a:pt x="123073" y="156991"/>
                    <a:pt x="123211" y="157743"/>
                    <a:pt x="123353" y="158518"/>
                  </a:cubicBezTo>
                  <a:cubicBezTo>
                    <a:pt x="124090" y="159009"/>
                    <a:pt x="124827" y="159500"/>
                    <a:pt x="125586" y="160006"/>
                  </a:cubicBezTo>
                  <a:cubicBezTo>
                    <a:pt x="126097" y="162331"/>
                    <a:pt x="126097" y="162331"/>
                    <a:pt x="126330" y="164471"/>
                  </a:cubicBezTo>
                  <a:cubicBezTo>
                    <a:pt x="127067" y="164225"/>
                    <a:pt x="127803" y="163980"/>
                    <a:pt x="128562" y="163727"/>
                  </a:cubicBezTo>
                  <a:cubicBezTo>
                    <a:pt x="128654" y="164571"/>
                    <a:pt x="128747" y="165415"/>
                    <a:pt x="128841" y="166285"/>
                  </a:cubicBezTo>
                  <a:cubicBezTo>
                    <a:pt x="128995" y="167159"/>
                    <a:pt x="129148" y="168034"/>
                    <a:pt x="129306" y="168936"/>
                  </a:cubicBezTo>
                  <a:cubicBezTo>
                    <a:pt x="129798" y="169181"/>
                    <a:pt x="130289" y="169427"/>
                    <a:pt x="130795" y="169680"/>
                  </a:cubicBezTo>
                  <a:cubicBezTo>
                    <a:pt x="131531" y="171399"/>
                    <a:pt x="132268" y="173118"/>
                    <a:pt x="133027" y="174889"/>
                  </a:cubicBezTo>
                  <a:cubicBezTo>
                    <a:pt x="133273" y="117672"/>
                    <a:pt x="133518" y="60455"/>
                    <a:pt x="133771" y="1504"/>
                  </a:cubicBezTo>
                  <a:cubicBezTo>
                    <a:pt x="142857" y="1504"/>
                    <a:pt x="151943" y="1504"/>
                    <a:pt x="161305" y="1504"/>
                  </a:cubicBezTo>
                  <a:cubicBezTo>
                    <a:pt x="161355" y="31448"/>
                    <a:pt x="161395" y="61392"/>
                    <a:pt x="161419" y="91336"/>
                  </a:cubicBezTo>
                  <a:cubicBezTo>
                    <a:pt x="161421" y="94867"/>
                    <a:pt x="161424" y="98398"/>
                    <a:pt x="161427" y="101929"/>
                  </a:cubicBezTo>
                  <a:cubicBezTo>
                    <a:pt x="161428" y="102632"/>
                    <a:pt x="161428" y="103335"/>
                    <a:pt x="161429" y="104060"/>
                  </a:cubicBezTo>
                  <a:cubicBezTo>
                    <a:pt x="161439" y="115459"/>
                    <a:pt x="161456" y="126858"/>
                    <a:pt x="161477" y="138257"/>
                  </a:cubicBezTo>
                  <a:cubicBezTo>
                    <a:pt x="161498" y="149945"/>
                    <a:pt x="161510" y="161632"/>
                    <a:pt x="161515" y="173320"/>
                  </a:cubicBezTo>
                  <a:cubicBezTo>
                    <a:pt x="161518" y="180538"/>
                    <a:pt x="161527" y="187755"/>
                    <a:pt x="161545" y="194973"/>
                  </a:cubicBezTo>
                  <a:cubicBezTo>
                    <a:pt x="161557" y="199916"/>
                    <a:pt x="161561" y="204858"/>
                    <a:pt x="161558" y="209801"/>
                  </a:cubicBezTo>
                  <a:cubicBezTo>
                    <a:pt x="161556" y="212657"/>
                    <a:pt x="161559" y="215513"/>
                    <a:pt x="161571" y="218369"/>
                  </a:cubicBezTo>
                  <a:cubicBezTo>
                    <a:pt x="161583" y="221458"/>
                    <a:pt x="161579" y="224547"/>
                    <a:pt x="161573" y="227636"/>
                  </a:cubicBezTo>
                  <a:cubicBezTo>
                    <a:pt x="161579" y="228549"/>
                    <a:pt x="161586" y="229461"/>
                    <a:pt x="161593" y="230402"/>
                  </a:cubicBezTo>
                  <a:cubicBezTo>
                    <a:pt x="161588" y="231222"/>
                    <a:pt x="161584" y="232043"/>
                    <a:pt x="161579" y="232888"/>
                  </a:cubicBezTo>
                  <a:cubicBezTo>
                    <a:pt x="161580" y="233602"/>
                    <a:pt x="161581" y="234317"/>
                    <a:pt x="161582" y="235052"/>
                  </a:cubicBezTo>
                  <a:cubicBezTo>
                    <a:pt x="161490" y="235580"/>
                    <a:pt x="161399" y="236108"/>
                    <a:pt x="161305" y="236652"/>
                  </a:cubicBezTo>
                  <a:cubicBezTo>
                    <a:pt x="158573" y="237563"/>
                    <a:pt x="156053" y="237503"/>
                    <a:pt x="153209" y="237495"/>
                  </a:cubicBezTo>
                  <a:cubicBezTo>
                    <a:pt x="152638" y="237496"/>
                    <a:pt x="152066" y="237497"/>
                    <a:pt x="151478" y="237498"/>
                  </a:cubicBezTo>
                  <a:cubicBezTo>
                    <a:pt x="150271" y="237498"/>
                    <a:pt x="149064" y="237497"/>
                    <a:pt x="147858" y="237494"/>
                  </a:cubicBezTo>
                  <a:cubicBezTo>
                    <a:pt x="146008" y="237490"/>
                    <a:pt x="144157" y="237494"/>
                    <a:pt x="142307" y="237498"/>
                  </a:cubicBezTo>
                  <a:cubicBezTo>
                    <a:pt x="141135" y="237498"/>
                    <a:pt x="139963" y="237497"/>
                    <a:pt x="138791" y="237495"/>
                  </a:cubicBezTo>
                  <a:cubicBezTo>
                    <a:pt x="138236" y="237497"/>
                    <a:pt x="137681" y="237498"/>
                    <a:pt x="137109" y="237500"/>
                  </a:cubicBezTo>
                  <a:cubicBezTo>
                    <a:pt x="133198" y="237482"/>
                    <a:pt x="133198" y="237482"/>
                    <a:pt x="131539" y="236652"/>
                  </a:cubicBezTo>
                  <a:cubicBezTo>
                    <a:pt x="131431" y="236177"/>
                    <a:pt x="131324" y="235701"/>
                    <a:pt x="131213" y="235211"/>
                  </a:cubicBezTo>
                  <a:cubicBezTo>
                    <a:pt x="130898" y="233391"/>
                    <a:pt x="130898" y="233391"/>
                    <a:pt x="128562" y="232188"/>
                  </a:cubicBezTo>
                  <a:cubicBezTo>
                    <a:pt x="128440" y="231313"/>
                    <a:pt x="128317" y="230438"/>
                    <a:pt x="128190" y="229537"/>
                  </a:cubicBezTo>
                  <a:cubicBezTo>
                    <a:pt x="128067" y="228692"/>
                    <a:pt x="127945" y="227848"/>
                    <a:pt x="127818" y="226979"/>
                  </a:cubicBezTo>
                  <a:cubicBezTo>
                    <a:pt x="127081" y="226733"/>
                    <a:pt x="126345" y="226487"/>
                    <a:pt x="125586" y="226234"/>
                  </a:cubicBezTo>
                  <a:cubicBezTo>
                    <a:pt x="125446" y="224328"/>
                    <a:pt x="125446" y="224328"/>
                    <a:pt x="125586" y="222514"/>
                  </a:cubicBezTo>
                  <a:cubicBezTo>
                    <a:pt x="124849" y="222514"/>
                    <a:pt x="124112" y="222514"/>
                    <a:pt x="123353" y="222514"/>
                  </a:cubicBezTo>
                  <a:cubicBezTo>
                    <a:pt x="122820" y="220788"/>
                    <a:pt x="122325" y="219051"/>
                    <a:pt x="121865" y="217305"/>
                  </a:cubicBezTo>
                  <a:cubicBezTo>
                    <a:pt x="121374" y="217059"/>
                    <a:pt x="120883" y="216814"/>
                    <a:pt x="120377" y="216561"/>
                  </a:cubicBezTo>
                  <a:cubicBezTo>
                    <a:pt x="120216" y="215686"/>
                    <a:pt x="120216" y="215686"/>
                    <a:pt x="120051" y="214793"/>
                  </a:cubicBezTo>
                  <a:cubicBezTo>
                    <a:pt x="119813" y="212818"/>
                    <a:pt x="119813" y="212818"/>
                    <a:pt x="118516" y="211724"/>
                  </a:cubicBezTo>
                  <a:cubicBezTo>
                    <a:pt x="117033" y="210241"/>
                    <a:pt x="117029" y="208909"/>
                    <a:pt x="116656" y="206887"/>
                  </a:cubicBezTo>
                  <a:cubicBezTo>
                    <a:pt x="116165" y="206641"/>
                    <a:pt x="115674" y="206396"/>
                    <a:pt x="115168" y="206143"/>
                  </a:cubicBezTo>
                  <a:cubicBezTo>
                    <a:pt x="114703" y="203864"/>
                    <a:pt x="114703" y="203864"/>
                    <a:pt x="114424" y="201678"/>
                  </a:cubicBezTo>
                  <a:cubicBezTo>
                    <a:pt x="113687" y="201678"/>
                    <a:pt x="112950" y="201678"/>
                    <a:pt x="112191" y="201678"/>
                  </a:cubicBezTo>
                  <a:cubicBezTo>
                    <a:pt x="112115" y="200956"/>
                    <a:pt x="112038" y="200235"/>
                    <a:pt x="111959" y="199492"/>
                  </a:cubicBezTo>
                  <a:cubicBezTo>
                    <a:pt x="111790" y="198740"/>
                    <a:pt x="111621" y="197988"/>
                    <a:pt x="111447" y="197213"/>
                  </a:cubicBezTo>
                  <a:cubicBezTo>
                    <a:pt x="110710" y="196967"/>
                    <a:pt x="109974" y="196722"/>
                    <a:pt x="109215" y="196469"/>
                  </a:cubicBezTo>
                  <a:cubicBezTo>
                    <a:pt x="108937" y="194986"/>
                    <a:pt x="108688" y="193497"/>
                    <a:pt x="108471" y="192004"/>
                  </a:cubicBezTo>
                  <a:cubicBezTo>
                    <a:pt x="107979" y="191758"/>
                    <a:pt x="107488" y="191513"/>
                    <a:pt x="106982" y="191260"/>
                  </a:cubicBezTo>
                  <a:cubicBezTo>
                    <a:pt x="106679" y="189532"/>
                    <a:pt x="106428" y="187794"/>
                    <a:pt x="106238" y="186051"/>
                  </a:cubicBezTo>
                  <a:cubicBezTo>
                    <a:pt x="105501" y="186051"/>
                    <a:pt x="104765" y="186051"/>
                    <a:pt x="104006" y="186051"/>
                  </a:cubicBezTo>
                  <a:cubicBezTo>
                    <a:pt x="103738" y="184815"/>
                    <a:pt x="103493" y="183574"/>
                    <a:pt x="103262" y="182330"/>
                  </a:cubicBezTo>
                  <a:cubicBezTo>
                    <a:pt x="102893" y="181962"/>
                    <a:pt x="102525" y="181593"/>
                    <a:pt x="102145" y="181214"/>
                  </a:cubicBezTo>
                  <a:cubicBezTo>
                    <a:pt x="100662" y="179731"/>
                    <a:pt x="100658" y="178399"/>
                    <a:pt x="100285" y="176377"/>
                  </a:cubicBezTo>
                  <a:cubicBezTo>
                    <a:pt x="99794" y="176131"/>
                    <a:pt x="99303" y="175886"/>
                    <a:pt x="98797" y="175633"/>
                  </a:cubicBezTo>
                  <a:cubicBezTo>
                    <a:pt x="98636" y="174712"/>
                    <a:pt x="98636" y="174712"/>
                    <a:pt x="98471" y="173773"/>
                  </a:cubicBezTo>
                  <a:cubicBezTo>
                    <a:pt x="98333" y="173159"/>
                    <a:pt x="98195" y="172545"/>
                    <a:pt x="98053" y="171912"/>
                  </a:cubicBezTo>
                  <a:cubicBezTo>
                    <a:pt x="97316" y="171667"/>
                    <a:pt x="96579" y="171421"/>
                    <a:pt x="95820" y="171168"/>
                  </a:cubicBezTo>
                  <a:cubicBezTo>
                    <a:pt x="95304" y="169438"/>
                    <a:pt x="94807" y="167701"/>
                    <a:pt x="94332" y="165959"/>
                  </a:cubicBezTo>
                  <a:cubicBezTo>
                    <a:pt x="93841" y="165959"/>
                    <a:pt x="93350" y="165959"/>
                    <a:pt x="92844" y="165959"/>
                  </a:cubicBezTo>
                  <a:cubicBezTo>
                    <a:pt x="92751" y="165238"/>
                    <a:pt x="92659" y="164516"/>
                    <a:pt x="92565" y="163773"/>
                  </a:cubicBezTo>
                  <a:cubicBezTo>
                    <a:pt x="92334" y="162645"/>
                    <a:pt x="92334" y="162645"/>
                    <a:pt x="92099" y="161494"/>
                  </a:cubicBezTo>
                  <a:cubicBezTo>
                    <a:pt x="91608" y="161249"/>
                    <a:pt x="91117" y="161003"/>
                    <a:pt x="90611" y="160750"/>
                  </a:cubicBezTo>
                  <a:cubicBezTo>
                    <a:pt x="90115" y="159510"/>
                    <a:pt x="89619" y="158270"/>
                    <a:pt x="89123" y="157029"/>
                  </a:cubicBezTo>
                  <a:cubicBezTo>
                    <a:pt x="88632" y="156784"/>
                    <a:pt x="88141" y="156538"/>
                    <a:pt x="87635" y="156285"/>
                  </a:cubicBezTo>
                  <a:cubicBezTo>
                    <a:pt x="87473" y="155019"/>
                    <a:pt x="87473" y="155019"/>
                    <a:pt x="87309" y="153727"/>
                  </a:cubicBezTo>
                  <a:cubicBezTo>
                    <a:pt x="87171" y="152852"/>
                    <a:pt x="87033" y="151978"/>
                    <a:pt x="86890" y="151076"/>
                  </a:cubicBezTo>
                  <a:cubicBezTo>
                    <a:pt x="85785" y="150340"/>
                    <a:pt x="85785" y="150340"/>
                    <a:pt x="84658" y="149588"/>
                  </a:cubicBezTo>
                  <a:cubicBezTo>
                    <a:pt x="84389" y="148601"/>
                    <a:pt x="84139" y="147609"/>
                    <a:pt x="83914" y="146611"/>
                  </a:cubicBezTo>
                  <a:cubicBezTo>
                    <a:pt x="83423" y="146366"/>
                    <a:pt x="82932" y="146120"/>
                    <a:pt x="82426" y="145867"/>
                  </a:cubicBezTo>
                  <a:cubicBezTo>
                    <a:pt x="81930" y="144131"/>
                    <a:pt x="81433" y="142395"/>
                    <a:pt x="80937" y="140658"/>
                  </a:cubicBezTo>
                  <a:cubicBezTo>
                    <a:pt x="80446" y="140413"/>
                    <a:pt x="79955" y="140167"/>
                    <a:pt x="79449" y="139914"/>
                  </a:cubicBezTo>
                  <a:cubicBezTo>
                    <a:pt x="79203" y="139285"/>
                    <a:pt x="78958" y="138656"/>
                    <a:pt x="78705" y="138007"/>
                  </a:cubicBezTo>
                  <a:cubicBezTo>
                    <a:pt x="78459" y="137409"/>
                    <a:pt x="78214" y="136810"/>
                    <a:pt x="77961" y="136193"/>
                  </a:cubicBezTo>
                  <a:cubicBezTo>
                    <a:pt x="77470" y="136193"/>
                    <a:pt x="76979" y="136193"/>
                    <a:pt x="76472" y="136193"/>
                  </a:cubicBezTo>
                  <a:cubicBezTo>
                    <a:pt x="76472" y="134229"/>
                    <a:pt x="76472" y="132264"/>
                    <a:pt x="76472" y="130240"/>
                  </a:cubicBezTo>
                  <a:cubicBezTo>
                    <a:pt x="75736" y="130240"/>
                    <a:pt x="74999" y="130240"/>
                    <a:pt x="74240" y="130240"/>
                  </a:cubicBezTo>
                  <a:cubicBezTo>
                    <a:pt x="73716" y="128762"/>
                    <a:pt x="73220" y="127273"/>
                    <a:pt x="72752" y="125775"/>
                  </a:cubicBezTo>
                  <a:cubicBezTo>
                    <a:pt x="72261" y="125775"/>
                    <a:pt x="71770" y="125775"/>
                    <a:pt x="71264" y="125775"/>
                  </a:cubicBezTo>
                  <a:cubicBezTo>
                    <a:pt x="71187" y="124962"/>
                    <a:pt x="71110" y="124149"/>
                    <a:pt x="71031" y="123311"/>
                  </a:cubicBezTo>
                  <a:cubicBezTo>
                    <a:pt x="70516" y="120549"/>
                    <a:pt x="70317" y="120026"/>
                    <a:pt x="68287" y="118334"/>
                  </a:cubicBezTo>
                  <a:cubicBezTo>
                    <a:pt x="68041" y="117597"/>
                    <a:pt x="67796" y="116861"/>
                    <a:pt x="67543" y="116102"/>
                  </a:cubicBezTo>
                  <a:cubicBezTo>
                    <a:pt x="67052" y="115856"/>
                    <a:pt x="66561" y="115611"/>
                    <a:pt x="66055" y="115358"/>
                  </a:cubicBezTo>
                  <a:cubicBezTo>
                    <a:pt x="65558" y="113621"/>
                    <a:pt x="65062" y="111885"/>
                    <a:pt x="64566" y="110149"/>
                  </a:cubicBezTo>
                  <a:cubicBezTo>
                    <a:pt x="64075" y="109903"/>
                    <a:pt x="63584" y="109657"/>
                    <a:pt x="63078" y="109404"/>
                  </a:cubicBezTo>
                  <a:cubicBezTo>
                    <a:pt x="62613" y="107125"/>
                    <a:pt x="62613" y="107125"/>
                    <a:pt x="62334" y="104940"/>
                  </a:cubicBezTo>
                  <a:cubicBezTo>
                    <a:pt x="61597" y="104940"/>
                    <a:pt x="60860" y="104940"/>
                    <a:pt x="60101" y="104940"/>
                  </a:cubicBezTo>
                  <a:cubicBezTo>
                    <a:pt x="60101" y="103221"/>
                    <a:pt x="60101" y="101502"/>
                    <a:pt x="60101" y="99731"/>
                  </a:cubicBezTo>
                  <a:cubicBezTo>
                    <a:pt x="59365" y="99731"/>
                    <a:pt x="58628" y="99731"/>
                    <a:pt x="57869" y="99731"/>
                  </a:cubicBezTo>
                  <a:cubicBezTo>
                    <a:pt x="57335" y="98255"/>
                    <a:pt x="56840" y="96766"/>
                    <a:pt x="56381" y="95266"/>
                  </a:cubicBezTo>
                  <a:cubicBezTo>
                    <a:pt x="55644" y="94897"/>
                    <a:pt x="55644" y="94897"/>
                    <a:pt x="54892" y="94522"/>
                  </a:cubicBezTo>
                  <a:cubicBezTo>
                    <a:pt x="54785" y="93800"/>
                    <a:pt x="54678" y="93079"/>
                    <a:pt x="54567" y="92336"/>
                  </a:cubicBezTo>
                  <a:cubicBezTo>
                    <a:pt x="54360" y="91208"/>
                    <a:pt x="54360" y="91208"/>
                    <a:pt x="54148" y="90057"/>
                  </a:cubicBezTo>
                  <a:cubicBezTo>
                    <a:pt x="53412" y="89566"/>
                    <a:pt x="52675" y="89074"/>
                    <a:pt x="51916" y="88568"/>
                  </a:cubicBezTo>
                  <a:cubicBezTo>
                    <a:pt x="51404" y="86243"/>
                    <a:pt x="51404" y="86243"/>
                    <a:pt x="51172" y="84104"/>
                  </a:cubicBezTo>
                  <a:cubicBezTo>
                    <a:pt x="50435" y="84104"/>
                    <a:pt x="49698" y="84104"/>
                    <a:pt x="48939" y="84104"/>
                  </a:cubicBezTo>
                  <a:cubicBezTo>
                    <a:pt x="48939" y="82385"/>
                    <a:pt x="48939" y="80666"/>
                    <a:pt x="48939" y="78895"/>
                  </a:cubicBezTo>
                  <a:cubicBezTo>
                    <a:pt x="48203" y="78895"/>
                    <a:pt x="47466" y="78895"/>
                    <a:pt x="46707" y="78895"/>
                  </a:cubicBezTo>
                  <a:cubicBezTo>
                    <a:pt x="46183" y="77416"/>
                    <a:pt x="45687" y="75927"/>
                    <a:pt x="45219" y="74430"/>
                  </a:cubicBezTo>
                  <a:cubicBezTo>
                    <a:pt x="44727" y="74430"/>
                    <a:pt x="44236" y="74430"/>
                    <a:pt x="43730" y="74430"/>
                  </a:cubicBezTo>
                  <a:cubicBezTo>
                    <a:pt x="43592" y="73164"/>
                    <a:pt x="43592" y="73164"/>
                    <a:pt x="43451" y="71872"/>
                  </a:cubicBezTo>
                  <a:cubicBezTo>
                    <a:pt x="43298" y="70997"/>
                    <a:pt x="43144" y="70122"/>
                    <a:pt x="42986" y="69221"/>
                  </a:cubicBezTo>
                  <a:cubicBezTo>
                    <a:pt x="42249" y="68852"/>
                    <a:pt x="42249" y="68852"/>
                    <a:pt x="41498" y="68477"/>
                  </a:cubicBezTo>
                  <a:cubicBezTo>
                    <a:pt x="40701" y="66939"/>
                    <a:pt x="40701" y="66939"/>
                    <a:pt x="39917" y="65082"/>
                  </a:cubicBezTo>
                  <a:cubicBezTo>
                    <a:pt x="39654" y="64467"/>
                    <a:pt x="39391" y="63852"/>
                    <a:pt x="39120" y="63218"/>
                  </a:cubicBezTo>
                  <a:cubicBezTo>
                    <a:pt x="38923" y="62743"/>
                    <a:pt x="38725" y="62269"/>
                    <a:pt x="38521" y="61779"/>
                  </a:cubicBezTo>
                  <a:cubicBezTo>
                    <a:pt x="38523" y="62680"/>
                    <a:pt x="38524" y="63581"/>
                    <a:pt x="38525" y="64508"/>
                  </a:cubicBezTo>
                  <a:cubicBezTo>
                    <a:pt x="38558" y="85864"/>
                    <a:pt x="38582" y="107219"/>
                    <a:pt x="38597" y="128575"/>
                  </a:cubicBezTo>
                  <a:cubicBezTo>
                    <a:pt x="38599" y="131201"/>
                    <a:pt x="38601" y="133826"/>
                    <a:pt x="38603" y="136452"/>
                  </a:cubicBezTo>
                  <a:cubicBezTo>
                    <a:pt x="38603" y="136975"/>
                    <a:pt x="38604" y="137498"/>
                    <a:pt x="38604" y="138037"/>
                  </a:cubicBezTo>
                  <a:cubicBezTo>
                    <a:pt x="38611" y="146512"/>
                    <a:pt x="38622" y="154988"/>
                    <a:pt x="38636" y="163464"/>
                  </a:cubicBezTo>
                  <a:cubicBezTo>
                    <a:pt x="38650" y="172155"/>
                    <a:pt x="38658" y="180845"/>
                    <a:pt x="38661" y="189536"/>
                  </a:cubicBezTo>
                  <a:cubicBezTo>
                    <a:pt x="38663" y="194420"/>
                    <a:pt x="38668" y="199304"/>
                    <a:pt x="38679" y="204188"/>
                  </a:cubicBezTo>
                  <a:cubicBezTo>
                    <a:pt x="38689" y="208779"/>
                    <a:pt x="38692" y="213370"/>
                    <a:pt x="38690" y="217961"/>
                  </a:cubicBezTo>
                  <a:cubicBezTo>
                    <a:pt x="38690" y="219652"/>
                    <a:pt x="38693" y="221342"/>
                    <a:pt x="38699" y="223033"/>
                  </a:cubicBezTo>
                  <a:cubicBezTo>
                    <a:pt x="38706" y="225330"/>
                    <a:pt x="38704" y="227627"/>
                    <a:pt x="38700" y="229924"/>
                  </a:cubicBezTo>
                  <a:cubicBezTo>
                    <a:pt x="38705" y="230602"/>
                    <a:pt x="38709" y="231281"/>
                    <a:pt x="38713" y="231979"/>
                  </a:cubicBezTo>
                  <a:cubicBezTo>
                    <a:pt x="38706" y="233538"/>
                    <a:pt x="38622" y="235097"/>
                    <a:pt x="38521" y="236652"/>
                  </a:cubicBezTo>
                  <a:cubicBezTo>
                    <a:pt x="36294" y="237766"/>
                    <a:pt x="34010" y="237502"/>
                    <a:pt x="31568" y="237495"/>
                  </a:cubicBezTo>
                  <a:cubicBezTo>
                    <a:pt x="30759" y="237496"/>
                    <a:pt x="30759" y="237496"/>
                    <a:pt x="29934" y="237498"/>
                  </a:cubicBezTo>
                  <a:cubicBezTo>
                    <a:pt x="28793" y="237498"/>
                    <a:pt x="27652" y="237497"/>
                    <a:pt x="26511" y="237494"/>
                  </a:cubicBezTo>
                  <a:cubicBezTo>
                    <a:pt x="24762" y="237490"/>
                    <a:pt x="23013" y="237494"/>
                    <a:pt x="21264" y="237498"/>
                  </a:cubicBezTo>
                  <a:cubicBezTo>
                    <a:pt x="20156" y="237498"/>
                    <a:pt x="19049" y="237497"/>
                    <a:pt x="17941" y="237495"/>
                  </a:cubicBezTo>
                  <a:cubicBezTo>
                    <a:pt x="17416" y="237497"/>
                    <a:pt x="16892" y="237498"/>
                    <a:pt x="16351" y="237500"/>
                  </a:cubicBezTo>
                  <a:cubicBezTo>
                    <a:pt x="12647" y="237482"/>
                    <a:pt x="12647" y="237482"/>
                    <a:pt x="10988" y="236652"/>
                  </a:cubicBezTo>
                  <a:cubicBezTo>
                    <a:pt x="10803" y="235052"/>
                    <a:pt x="10803" y="235052"/>
                    <a:pt x="10805" y="232888"/>
                  </a:cubicBezTo>
                  <a:cubicBezTo>
                    <a:pt x="10802" y="232068"/>
                    <a:pt x="10799" y="231247"/>
                    <a:pt x="10796" y="230402"/>
                  </a:cubicBezTo>
                  <a:cubicBezTo>
                    <a:pt x="10800" y="229489"/>
                    <a:pt x="10805" y="228576"/>
                    <a:pt x="10809" y="227636"/>
                  </a:cubicBezTo>
                  <a:cubicBezTo>
                    <a:pt x="10808" y="226675"/>
                    <a:pt x="10807" y="225714"/>
                    <a:pt x="10805" y="224724"/>
                  </a:cubicBezTo>
                  <a:cubicBezTo>
                    <a:pt x="10802" y="222045"/>
                    <a:pt x="10808" y="219365"/>
                    <a:pt x="10815" y="216686"/>
                  </a:cubicBezTo>
                  <a:cubicBezTo>
                    <a:pt x="10822" y="213801"/>
                    <a:pt x="10820" y="210916"/>
                    <a:pt x="10818" y="208032"/>
                  </a:cubicBezTo>
                  <a:cubicBezTo>
                    <a:pt x="10818" y="203029"/>
                    <a:pt x="10822" y="198027"/>
                    <a:pt x="10831" y="193025"/>
                  </a:cubicBezTo>
                  <a:cubicBezTo>
                    <a:pt x="10843" y="185793"/>
                    <a:pt x="10847" y="178561"/>
                    <a:pt x="10849" y="171328"/>
                  </a:cubicBezTo>
                  <a:cubicBezTo>
                    <a:pt x="10852" y="159595"/>
                    <a:pt x="10862" y="147863"/>
                    <a:pt x="10876" y="136130"/>
                  </a:cubicBezTo>
                  <a:cubicBezTo>
                    <a:pt x="10889" y="124730"/>
                    <a:pt x="10900" y="113330"/>
                    <a:pt x="10906" y="101929"/>
                  </a:cubicBezTo>
                  <a:cubicBezTo>
                    <a:pt x="10907" y="100876"/>
                    <a:pt x="10907" y="100876"/>
                    <a:pt x="10908" y="99802"/>
                  </a:cubicBezTo>
                  <a:cubicBezTo>
                    <a:pt x="10909" y="96279"/>
                    <a:pt x="10911" y="92756"/>
                    <a:pt x="10913" y="89234"/>
                  </a:cubicBezTo>
                  <a:cubicBezTo>
                    <a:pt x="10929" y="59991"/>
                    <a:pt x="10955" y="30747"/>
                    <a:pt x="10988" y="1504"/>
                  </a:cubicBezTo>
                  <a:close/>
                </a:path>
              </a:pathLst>
            </a:custGeom>
            <a:grpFill/>
            <a:ln w="744" cap="flat">
              <a:noFill/>
              <a:prstDash val="solid"/>
              <a:miter/>
            </a:ln>
          </p:spPr>
          <p:txBody>
            <a:bodyPr rtlCol="0" anchor="ctr"/>
            <a:lstStyle/>
            <a:p>
              <a:endParaRPr lang="zh-CN" altLang="en-US"/>
            </a:p>
          </p:txBody>
        </p:sp>
        <p:sp>
          <p:nvSpPr>
            <p:cNvPr id="124" name="任意多边形: 形状 123"/>
            <p:cNvSpPr/>
            <p:nvPr/>
          </p:nvSpPr>
          <p:spPr>
            <a:xfrm>
              <a:off x="6724714" y="1392514"/>
              <a:ext cx="150796" cy="236495"/>
            </a:xfrm>
            <a:custGeom>
              <a:avLst/>
              <a:gdLst>
                <a:gd name="connsiteX0" fmla="*/ 9688 w 150796"/>
                <a:gd name="connsiteY0" fmla="*/ 1926 h 236495"/>
                <a:gd name="connsiteX1" fmla="*/ 22364 w 150796"/>
                <a:gd name="connsiteY1" fmla="*/ 1721 h 236495"/>
                <a:gd name="connsiteX2" fmla="*/ 26680 w 150796"/>
                <a:gd name="connsiteY2" fmla="*/ 1645 h 236495"/>
                <a:gd name="connsiteX3" fmla="*/ 32870 w 150796"/>
                <a:gd name="connsiteY3" fmla="*/ 1562 h 236495"/>
                <a:gd name="connsiteX4" fmla="*/ 34831 w 150796"/>
                <a:gd name="connsiteY4" fmla="*/ 1504 h 236495"/>
                <a:gd name="connsiteX5" fmla="*/ 39454 w 150796"/>
                <a:gd name="connsiteY5" fmla="*/ 1926 h 236495"/>
                <a:gd name="connsiteX6" fmla="*/ 40198 w 150796"/>
                <a:gd name="connsiteY6" fmla="*/ 5646 h 236495"/>
                <a:gd name="connsiteX7" fmla="*/ 42430 w 150796"/>
                <a:gd name="connsiteY7" fmla="*/ 7135 h 236495"/>
                <a:gd name="connsiteX8" fmla="*/ 43174 w 150796"/>
                <a:gd name="connsiteY8" fmla="*/ 10855 h 236495"/>
                <a:gd name="connsiteX9" fmla="*/ 44663 w 150796"/>
                <a:gd name="connsiteY9" fmla="*/ 11599 h 236495"/>
                <a:gd name="connsiteX10" fmla="*/ 46151 w 150796"/>
                <a:gd name="connsiteY10" fmla="*/ 16064 h 236495"/>
                <a:gd name="connsiteX11" fmla="*/ 47639 w 150796"/>
                <a:gd name="connsiteY11" fmla="*/ 16808 h 236495"/>
                <a:gd name="connsiteX12" fmla="*/ 48383 w 150796"/>
                <a:gd name="connsiteY12" fmla="*/ 22017 h 236495"/>
                <a:gd name="connsiteX13" fmla="*/ 50616 w 150796"/>
                <a:gd name="connsiteY13" fmla="*/ 22017 h 236495"/>
                <a:gd name="connsiteX14" fmla="*/ 50616 w 150796"/>
                <a:gd name="connsiteY14" fmla="*/ 26482 h 236495"/>
                <a:gd name="connsiteX15" fmla="*/ 52848 w 150796"/>
                <a:gd name="connsiteY15" fmla="*/ 26482 h 236495"/>
                <a:gd name="connsiteX16" fmla="*/ 54337 w 150796"/>
                <a:gd name="connsiteY16" fmla="*/ 31691 h 236495"/>
                <a:gd name="connsiteX17" fmla="*/ 55825 w 150796"/>
                <a:gd name="connsiteY17" fmla="*/ 32435 h 236495"/>
                <a:gd name="connsiteX18" fmla="*/ 56150 w 150796"/>
                <a:gd name="connsiteY18" fmla="*/ 34249 h 236495"/>
                <a:gd name="connsiteX19" fmla="*/ 58801 w 150796"/>
                <a:gd name="connsiteY19" fmla="*/ 37644 h 236495"/>
                <a:gd name="connsiteX20" fmla="*/ 59546 w 150796"/>
                <a:gd name="connsiteY20" fmla="*/ 40621 h 236495"/>
                <a:gd name="connsiteX21" fmla="*/ 60662 w 150796"/>
                <a:gd name="connsiteY21" fmla="*/ 41691 h 236495"/>
                <a:gd name="connsiteX22" fmla="*/ 62522 w 150796"/>
                <a:gd name="connsiteY22" fmla="*/ 46574 h 236495"/>
                <a:gd name="connsiteX23" fmla="*/ 64010 w 150796"/>
                <a:gd name="connsiteY23" fmla="*/ 47318 h 236495"/>
                <a:gd name="connsiteX24" fmla="*/ 64755 w 150796"/>
                <a:gd name="connsiteY24" fmla="*/ 51783 h 236495"/>
                <a:gd name="connsiteX25" fmla="*/ 66987 w 150796"/>
                <a:gd name="connsiteY25" fmla="*/ 51783 h 236495"/>
                <a:gd name="connsiteX26" fmla="*/ 67266 w 150796"/>
                <a:gd name="connsiteY26" fmla="*/ 54341 h 236495"/>
                <a:gd name="connsiteX27" fmla="*/ 67731 w 150796"/>
                <a:gd name="connsiteY27" fmla="*/ 56992 h 236495"/>
                <a:gd name="connsiteX28" fmla="*/ 69219 w 150796"/>
                <a:gd name="connsiteY28" fmla="*/ 57736 h 236495"/>
                <a:gd name="connsiteX29" fmla="*/ 70708 w 150796"/>
                <a:gd name="connsiteY29" fmla="*/ 61457 h 236495"/>
                <a:gd name="connsiteX30" fmla="*/ 72196 w 150796"/>
                <a:gd name="connsiteY30" fmla="*/ 62201 h 236495"/>
                <a:gd name="connsiteX31" fmla="*/ 72521 w 150796"/>
                <a:gd name="connsiteY31" fmla="*/ 64340 h 236495"/>
                <a:gd name="connsiteX32" fmla="*/ 75172 w 150796"/>
                <a:gd name="connsiteY32" fmla="*/ 68898 h 236495"/>
                <a:gd name="connsiteX33" fmla="*/ 75545 w 150796"/>
                <a:gd name="connsiteY33" fmla="*/ 70898 h 236495"/>
                <a:gd name="connsiteX34" fmla="*/ 75917 w 150796"/>
                <a:gd name="connsiteY34" fmla="*/ 72619 h 236495"/>
                <a:gd name="connsiteX35" fmla="*/ 78149 w 150796"/>
                <a:gd name="connsiteY35" fmla="*/ 72619 h 236495"/>
                <a:gd name="connsiteX36" fmla="*/ 78149 w 150796"/>
                <a:gd name="connsiteY36" fmla="*/ 77828 h 236495"/>
                <a:gd name="connsiteX37" fmla="*/ 80381 w 150796"/>
                <a:gd name="connsiteY37" fmla="*/ 77828 h 236495"/>
                <a:gd name="connsiteX38" fmla="*/ 81870 w 150796"/>
                <a:gd name="connsiteY38" fmla="*/ 82293 h 236495"/>
                <a:gd name="connsiteX39" fmla="*/ 83358 w 150796"/>
                <a:gd name="connsiteY39" fmla="*/ 82293 h 236495"/>
                <a:gd name="connsiteX40" fmla="*/ 83637 w 150796"/>
                <a:gd name="connsiteY40" fmla="*/ 84851 h 236495"/>
                <a:gd name="connsiteX41" fmla="*/ 84102 w 150796"/>
                <a:gd name="connsiteY41" fmla="*/ 87502 h 236495"/>
                <a:gd name="connsiteX42" fmla="*/ 85590 w 150796"/>
                <a:gd name="connsiteY42" fmla="*/ 88246 h 236495"/>
                <a:gd name="connsiteX43" fmla="*/ 87079 w 150796"/>
                <a:gd name="connsiteY43" fmla="*/ 91967 h 236495"/>
                <a:gd name="connsiteX44" fmla="*/ 88567 w 150796"/>
                <a:gd name="connsiteY44" fmla="*/ 92711 h 236495"/>
                <a:gd name="connsiteX45" fmla="*/ 88474 w 150796"/>
                <a:gd name="connsiteY45" fmla="*/ 95269 h 236495"/>
                <a:gd name="connsiteX46" fmla="*/ 88567 w 150796"/>
                <a:gd name="connsiteY46" fmla="*/ 97920 h 236495"/>
                <a:gd name="connsiteX47" fmla="*/ 91544 w 150796"/>
                <a:gd name="connsiteY47" fmla="*/ 99408 h 236495"/>
                <a:gd name="connsiteX48" fmla="*/ 92288 w 150796"/>
                <a:gd name="connsiteY48" fmla="*/ 102385 h 236495"/>
                <a:gd name="connsiteX49" fmla="*/ 94520 w 150796"/>
                <a:gd name="connsiteY49" fmla="*/ 103129 h 236495"/>
                <a:gd name="connsiteX50" fmla="*/ 94520 w 150796"/>
                <a:gd name="connsiteY50" fmla="*/ 107594 h 236495"/>
                <a:gd name="connsiteX51" fmla="*/ 96753 w 150796"/>
                <a:gd name="connsiteY51" fmla="*/ 109082 h 236495"/>
                <a:gd name="connsiteX52" fmla="*/ 97497 w 150796"/>
                <a:gd name="connsiteY52" fmla="*/ 113547 h 236495"/>
                <a:gd name="connsiteX53" fmla="*/ 99729 w 150796"/>
                <a:gd name="connsiteY53" fmla="*/ 113547 h 236495"/>
                <a:gd name="connsiteX54" fmla="*/ 100008 w 150796"/>
                <a:gd name="connsiteY54" fmla="*/ 115733 h 236495"/>
                <a:gd name="connsiteX55" fmla="*/ 100473 w 150796"/>
                <a:gd name="connsiteY55" fmla="*/ 118012 h 236495"/>
                <a:gd name="connsiteX56" fmla="*/ 101962 w 150796"/>
                <a:gd name="connsiteY56" fmla="*/ 118756 h 236495"/>
                <a:gd name="connsiteX57" fmla="*/ 103450 w 150796"/>
                <a:gd name="connsiteY57" fmla="*/ 123221 h 236495"/>
                <a:gd name="connsiteX58" fmla="*/ 104938 w 150796"/>
                <a:gd name="connsiteY58" fmla="*/ 123965 h 236495"/>
                <a:gd name="connsiteX59" fmla="*/ 105264 w 150796"/>
                <a:gd name="connsiteY59" fmla="*/ 126197 h 236495"/>
                <a:gd name="connsiteX60" fmla="*/ 105682 w 150796"/>
                <a:gd name="connsiteY60" fmla="*/ 128430 h 236495"/>
                <a:gd name="connsiteX61" fmla="*/ 107915 w 150796"/>
                <a:gd name="connsiteY61" fmla="*/ 129174 h 236495"/>
                <a:gd name="connsiteX62" fmla="*/ 109403 w 150796"/>
                <a:gd name="connsiteY62" fmla="*/ 133638 h 236495"/>
                <a:gd name="connsiteX63" fmla="*/ 110891 w 150796"/>
                <a:gd name="connsiteY63" fmla="*/ 133638 h 236495"/>
                <a:gd name="connsiteX64" fmla="*/ 110752 w 150796"/>
                <a:gd name="connsiteY64" fmla="*/ 135778 h 236495"/>
                <a:gd name="connsiteX65" fmla="*/ 110891 w 150796"/>
                <a:gd name="connsiteY65" fmla="*/ 138103 h 236495"/>
                <a:gd name="connsiteX66" fmla="*/ 113124 w 150796"/>
                <a:gd name="connsiteY66" fmla="*/ 139592 h 236495"/>
                <a:gd name="connsiteX67" fmla="*/ 113868 w 150796"/>
                <a:gd name="connsiteY67" fmla="*/ 144056 h 236495"/>
                <a:gd name="connsiteX68" fmla="*/ 116100 w 150796"/>
                <a:gd name="connsiteY68" fmla="*/ 144056 h 236495"/>
                <a:gd name="connsiteX69" fmla="*/ 115961 w 150796"/>
                <a:gd name="connsiteY69" fmla="*/ 146614 h 236495"/>
                <a:gd name="connsiteX70" fmla="*/ 116100 w 150796"/>
                <a:gd name="connsiteY70" fmla="*/ 149265 h 236495"/>
                <a:gd name="connsiteX71" fmla="*/ 118333 w 150796"/>
                <a:gd name="connsiteY71" fmla="*/ 150010 h 236495"/>
                <a:gd name="connsiteX72" fmla="*/ 119821 w 150796"/>
                <a:gd name="connsiteY72" fmla="*/ 153730 h 236495"/>
                <a:gd name="connsiteX73" fmla="*/ 121309 w 150796"/>
                <a:gd name="connsiteY73" fmla="*/ 154474 h 236495"/>
                <a:gd name="connsiteX74" fmla="*/ 121635 w 150796"/>
                <a:gd name="connsiteY74" fmla="*/ 156660 h 236495"/>
                <a:gd name="connsiteX75" fmla="*/ 122053 w 150796"/>
                <a:gd name="connsiteY75" fmla="*/ 158939 h 236495"/>
                <a:gd name="connsiteX76" fmla="*/ 124286 w 150796"/>
                <a:gd name="connsiteY76" fmla="*/ 160428 h 236495"/>
                <a:gd name="connsiteX77" fmla="*/ 125030 w 150796"/>
                <a:gd name="connsiteY77" fmla="*/ 164892 h 236495"/>
                <a:gd name="connsiteX78" fmla="*/ 127262 w 150796"/>
                <a:gd name="connsiteY78" fmla="*/ 164892 h 236495"/>
                <a:gd name="connsiteX79" fmla="*/ 127262 w 150796"/>
                <a:gd name="connsiteY79" fmla="*/ 170101 h 236495"/>
                <a:gd name="connsiteX80" fmla="*/ 129495 w 150796"/>
                <a:gd name="connsiteY80" fmla="*/ 170101 h 236495"/>
                <a:gd name="connsiteX81" fmla="*/ 131727 w 150796"/>
                <a:gd name="connsiteY81" fmla="*/ 176054 h 236495"/>
                <a:gd name="connsiteX82" fmla="*/ 132471 w 150796"/>
                <a:gd name="connsiteY82" fmla="*/ 1926 h 236495"/>
                <a:gd name="connsiteX83" fmla="*/ 160005 w 150796"/>
                <a:gd name="connsiteY83" fmla="*/ 1926 h 236495"/>
                <a:gd name="connsiteX84" fmla="*/ 160119 w 150796"/>
                <a:gd name="connsiteY84" fmla="*/ 91757 h 236495"/>
                <a:gd name="connsiteX85" fmla="*/ 160127 w 150796"/>
                <a:gd name="connsiteY85" fmla="*/ 102351 h 236495"/>
                <a:gd name="connsiteX86" fmla="*/ 160129 w 150796"/>
                <a:gd name="connsiteY86" fmla="*/ 104481 h 236495"/>
                <a:gd name="connsiteX87" fmla="*/ 160177 w 150796"/>
                <a:gd name="connsiteY87" fmla="*/ 138679 h 236495"/>
                <a:gd name="connsiteX88" fmla="*/ 160215 w 150796"/>
                <a:gd name="connsiteY88" fmla="*/ 173741 h 236495"/>
                <a:gd name="connsiteX89" fmla="*/ 160245 w 150796"/>
                <a:gd name="connsiteY89" fmla="*/ 195395 h 236495"/>
                <a:gd name="connsiteX90" fmla="*/ 160258 w 150796"/>
                <a:gd name="connsiteY90" fmla="*/ 210223 h 236495"/>
                <a:gd name="connsiteX91" fmla="*/ 160271 w 150796"/>
                <a:gd name="connsiteY91" fmla="*/ 218791 h 236495"/>
                <a:gd name="connsiteX92" fmla="*/ 160273 w 150796"/>
                <a:gd name="connsiteY92" fmla="*/ 228057 h 236495"/>
                <a:gd name="connsiteX93" fmla="*/ 160293 w 150796"/>
                <a:gd name="connsiteY93" fmla="*/ 230823 h 236495"/>
                <a:gd name="connsiteX94" fmla="*/ 160279 w 150796"/>
                <a:gd name="connsiteY94" fmla="*/ 233310 h 236495"/>
                <a:gd name="connsiteX95" fmla="*/ 160282 w 150796"/>
                <a:gd name="connsiteY95" fmla="*/ 235474 h 236495"/>
                <a:gd name="connsiteX96" fmla="*/ 160005 w 150796"/>
                <a:gd name="connsiteY96" fmla="*/ 237074 h 236495"/>
                <a:gd name="connsiteX97" fmla="*/ 151909 w 150796"/>
                <a:gd name="connsiteY97" fmla="*/ 237917 h 236495"/>
                <a:gd name="connsiteX98" fmla="*/ 150178 w 150796"/>
                <a:gd name="connsiteY98" fmla="*/ 237919 h 236495"/>
                <a:gd name="connsiteX99" fmla="*/ 146558 w 150796"/>
                <a:gd name="connsiteY99" fmla="*/ 237915 h 236495"/>
                <a:gd name="connsiteX100" fmla="*/ 141007 w 150796"/>
                <a:gd name="connsiteY100" fmla="*/ 237920 h 236495"/>
                <a:gd name="connsiteX101" fmla="*/ 137491 w 150796"/>
                <a:gd name="connsiteY101" fmla="*/ 237917 h 236495"/>
                <a:gd name="connsiteX102" fmla="*/ 135809 w 150796"/>
                <a:gd name="connsiteY102" fmla="*/ 237922 h 236495"/>
                <a:gd name="connsiteX103" fmla="*/ 130239 w 150796"/>
                <a:gd name="connsiteY103" fmla="*/ 237074 h 236495"/>
                <a:gd name="connsiteX104" fmla="*/ 129913 w 150796"/>
                <a:gd name="connsiteY104" fmla="*/ 235632 h 236495"/>
                <a:gd name="connsiteX105" fmla="*/ 127262 w 150796"/>
                <a:gd name="connsiteY105" fmla="*/ 232609 h 236495"/>
                <a:gd name="connsiteX106" fmla="*/ 126518 w 150796"/>
                <a:gd name="connsiteY106" fmla="*/ 227400 h 236495"/>
                <a:gd name="connsiteX107" fmla="*/ 124286 w 150796"/>
                <a:gd name="connsiteY107" fmla="*/ 227400 h 236495"/>
                <a:gd name="connsiteX108" fmla="*/ 124286 w 150796"/>
                <a:gd name="connsiteY108" fmla="*/ 222935 h 236495"/>
                <a:gd name="connsiteX109" fmla="*/ 122053 w 150796"/>
                <a:gd name="connsiteY109" fmla="*/ 222935 h 236495"/>
                <a:gd name="connsiteX110" fmla="*/ 120565 w 150796"/>
                <a:gd name="connsiteY110" fmla="*/ 217726 h 236495"/>
                <a:gd name="connsiteX111" fmla="*/ 119077 w 150796"/>
                <a:gd name="connsiteY111" fmla="*/ 216982 h 236495"/>
                <a:gd name="connsiteX112" fmla="*/ 118751 w 150796"/>
                <a:gd name="connsiteY112" fmla="*/ 215168 h 236495"/>
                <a:gd name="connsiteX113" fmla="*/ 116100 w 150796"/>
                <a:gd name="connsiteY113" fmla="*/ 211773 h 236495"/>
                <a:gd name="connsiteX114" fmla="*/ 114612 w 150796"/>
                <a:gd name="connsiteY114" fmla="*/ 207308 h 236495"/>
                <a:gd name="connsiteX115" fmla="*/ 110891 w 150796"/>
                <a:gd name="connsiteY115" fmla="*/ 202099 h 236495"/>
                <a:gd name="connsiteX116" fmla="*/ 110147 w 150796"/>
                <a:gd name="connsiteY116" fmla="*/ 196890 h 236495"/>
                <a:gd name="connsiteX117" fmla="*/ 107915 w 150796"/>
                <a:gd name="connsiteY117" fmla="*/ 196890 h 236495"/>
                <a:gd name="connsiteX118" fmla="*/ 108054 w 150796"/>
                <a:gd name="connsiteY118" fmla="*/ 194705 h 236495"/>
                <a:gd name="connsiteX119" fmla="*/ 107915 w 150796"/>
                <a:gd name="connsiteY119" fmla="*/ 192426 h 236495"/>
                <a:gd name="connsiteX120" fmla="*/ 105682 w 150796"/>
                <a:gd name="connsiteY120" fmla="*/ 191681 h 236495"/>
                <a:gd name="connsiteX121" fmla="*/ 104938 w 150796"/>
                <a:gd name="connsiteY121" fmla="*/ 186472 h 236495"/>
                <a:gd name="connsiteX122" fmla="*/ 102706 w 150796"/>
                <a:gd name="connsiteY122" fmla="*/ 186472 h 236495"/>
                <a:gd name="connsiteX123" fmla="*/ 101962 w 150796"/>
                <a:gd name="connsiteY123" fmla="*/ 182752 h 236495"/>
                <a:gd name="connsiteX124" fmla="*/ 99729 w 150796"/>
                <a:gd name="connsiteY124" fmla="*/ 181263 h 236495"/>
                <a:gd name="connsiteX125" fmla="*/ 98985 w 150796"/>
                <a:gd name="connsiteY125" fmla="*/ 176799 h 236495"/>
                <a:gd name="connsiteX126" fmla="*/ 97497 w 150796"/>
                <a:gd name="connsiteY126" fmla="*/ 176054 h 236495"/>
                <a:gd name="connsiteX127" fmla="*/ 96753 w 150796"/>
                <a:gd name="connsiteY127" fmla="*/ 171590 h 236495"/>
                <a:gd name="connsiteX128" fmla="*/ 94520 w 150796"/>
                <a:gd name="connsiteY128" fmla="*/ 171590 h 236495"/>
                <a:gd name="connsiteX129" fmla="*/ 93032 w 150796"/>
                <a:gd name="connsiteY129" fmla="*/ 166381 h 236495"/>
                <a:gd name="connsiteX130" fmla="*/ 91544 w 150796"/>
                <a:gd name="connsiteY130" fmla="*/ 166381 h 236495"/>
                <a:gd name="connsiteX131" fmla="*/ 91265 w 150796"/>
                <a:gd name="connsiteY131" fmla="*/ 164195 h 236495"/>
                <a:gd name="connsiteX132" fmla="*/ 90799 w 150796"/>
                <a:gd name="connsiteY132" fmla="*/ 161916 h 236495"/>
                <a:gd name="connsiteX133" fmla="*/ 89311 w 150796"/>
                <a:gd name="connsiteY133" fmla="*/ 161172 h 236495"/>
                <a:gd name="connsiteX134" fmla="*/ 87823 w 150796"/>
                <a:gd name="connsiteY134" fmla="*/ 157451 h 236495"/>
                <a:gd name="connsiteX135" fmla="*/ 86335 w 150796"/>
                <a:gd name="connsiteY135" fmla="*/ 156707 h 236495"/>
                <a:gd name="connsiteX136" fmla="*/ 86428 w 150796"/>
                <a:gd name="connsiteY136" fmla="*/ 154149 h 236495"/>
                <a:gd name="connsiteX137" fmla="*/ 86335 w 150796"/>
                <a:gd name="connsiteY137" fmla="*/ 151498 h 236495"/>
                <a:gd name="connsiteX138" fmla="*/ 83358 w 150796"/>
                <a:gd name="connsiteY138" fmla="*/ 150010 h 236495"/>
                <a:gd name="connsiteX139" fmla="*/ 82614 w 150796"/>
                <a:gd name="connsiteY139" fmla="*/ 146289 h 236495"/>
                <a:gd name="connsiteX140" fmla="*/ 80381 w 150796"/>
                <a:gd name="connsiteY140" fmla="*/ 146289 h 236495"/>
                <a:gd name="connsiteX141" fmla="*/ 80521 w 150796"/>
                <a:gd name="connsiteY141" fmla="*/ 144149 h 236495"/>
                <a:gd name="connsiteX142" fmla="*/ 80381 w 150796"/>
                <a:gd name="connsiteY142" fmla="*/ 141824 h 236495"/>
                <a:gd name="connsiteX143" fmla="*/ 78149 w 150796"/>
                <a:gd name="connsiteY143" fmla="*/ 140336 h 236495"/>
                <a:gd name="connsiteX144" fmla="*/ 76661 w 150796"/>
                <a:gd name="connsiteY144" fmla="*/ 136615 h 236495"/>
                <a:gd name="connsiteX145" fmla="*/ 75172 w 150796"/>
                <a:gd name="connsiteY145" fmla="*/ 136615 h 236495"/>
                <a:gd name="connsiteX146" fmla="*/ 75172 w 150796"/>
                <a:gd name="connsiteY146" fmla="*/ 130662 h 236495"/>
                <a:gd name="connsiteX147" fmla="*/ 72940 w 150796"/>
                <a:gd name="connsiteY147" fmla="*/ 130662 h 236495"/>
                <a:gd name="connsiteX148" fmla="*/ 71452 w 150796"/>
                <a:gd name="connsiteY148" fmla="*/ 126197 h 236495"/>
                <a:gd name="connsiteX149" fmla="*/ 69964 w 150796"/>
                <a:gd name="connsiteY149" fmla="*/ 126197 h 236495"/>
                <a:gd name="connsiteX150" fmla="*/ 69731 w 150796"/>
                <a:gd name="connsiteY150" fmla="*/ 123686 h 236495"/>
                <a:gd name="connsiteX151" fmla="*/ 69219 w 150796"/>
                <a:gd name="connsiteY151" fmla="*/ 120988 h 236495"/>
                <a:gd name="connsiteX152" fmla="*/ 66987 w 150796"/>
                <a:gd name="connsiteY152" fmla="*/ 119500 h 236495"/>
                <a:gd name="connsiteX153" fmla="*/ 66615 w 150796"/>
                <a:gd name="connsiteY153" fmla="*/ 117965 h 236495"/>
                <a:gd name="connsiteX154" fmla="*/ 66243 w 150796"/>
                <a:gd name="connsiteY154" fmla="*/ 116523 h 236495"/>
                <a:gd name="connsiteX155" fmla="*/ 64010 w 150796"/>
                <a:gd name="connsiteY155" fmla="*/ 115779 h 236495"/>
                <a:gd name="connsiteX156" fmla="*/ 64010 w 150796"/>
                <a:gd name="connsiteY156" fmla="*/ 111314 h 236495"/>
                <a:gd name="connsiteX157" fmla="*/ 61778 w 150796"/>
                <a:gd name="connsiteY157" fmla="*/ 109826 h 236495"/>
                <a:gd name="connsiteX158" fmla="*/ 61034 w 150796"/>
                <a:gd name="connsiteY158" fmla="*/ 105361 h 236495"/>
                <a:gd name="connsiteX159" fmla="*/ 58801 w 150796"/>
                <a:gd name="connsiteY159" fmla="*/ 105361 h 236495"/>
                <a:gd name="connsiteX160" fmla="*/ 58801 w 150796"/>
                <a:gd name="connsiteY160" fmla="*/ 100152 h 236495"/>
                <a:gd name="connsiteX161" fmla="*/ 56569 w 150796"/>
                <a:gd name="connsiteY161" fmla="*/ 100152 h 236495"/>
                <a:gd name="connsiteX162" fmla="*/ 55081 w 150796"/>
                <a:gd name="connsiteY162" fmla="*/ 95687 h 236495"/>
                <a:gd name="connsiteX163" fmla="*/ 53592 w 150796"/>
                <a:gd name="connsiteY163" fmla="*/ 94943 h 236495"/>
                <a:gd name="connsiteX164" fmla="*/ 53267 w 150796"/>
                <a:gd name="connsiteY164" fmla="*/ 92757 h 236495"/>
                <a:gd name="connsiteX165" fmla="*/ 52848 w 150796"/>
                <a:gd name="connsiteY165" fmla="*/ 90478 h 236495"/>
                <a:gd name="connsiteX166" fmla="*/ 50616 w 150796"/>
                <a:gd name="connsiteY166" fmla="*/ 88990 h 236495"/>
                <a:gd name="connsiteX167" fmla="*/ 49872 w 150796"/>
                <a:gd name="connsiteY167" fmla="*/ 84525 h 236495"/>
                <a:gd name="connsiteX168" fmla="*/ 47639 w 150796"/>
                <a:gd name="connsiteY168" fmla="*/ 84525 h 236495"/>
                <a:gd name="connsiteX169" fmla="*/ 47639 w 150796"/>
                <a:gd name="connsiteY169" fmla="*/ 79316 h 236495"/>
                <a:gd name="connsiteX170" fmla="*/ 45407 w 150796"/>
                <a:gd name="connsiteY170" fmla="*/ 79316 h 236495"/>
                <a:gd name="connsiteX171" fmla="*/ 43919 w 150796"/>
                <a:gd name="connsiteY171" fmla="*/ 74851 h 236495"/>
                <a:gd name="connsiteX172" fmla="*/ 42430 w 150796"/>
                <a:gd name="connsiteY172" fmla="*/ 74851 h 236495"/>
                <a:gd name="connsiteX173" fmla="*/ 42198 w 150796"/>
                <a:gd name="connsiteY173" fmla="*/ 72386 h 236495"/>
                <a:gd name="connsiteX174" fmla="*/ 39454 w 150796"/>
                <a:gd name="connsiteY174" fmla="*/ 67410 h 236495"/>
                <a:gd name="connsiteX175" fmla="*/ 38198 w 150796"/>
                <a:gd name="connsiteY175" fmla="*/ 64294 h 236495"/>
                <a:gd name="connsiteX176" fmla="*/ 37631 w 150796"/>
                <a:gd name="connsiteY176" fmla="*/ 62681 h 236495"/>
                <a:gd name="connsiteX177" fmla="*/ 37221 w 150796"/>
                <a:gd name="connsiteY177" fmla="*/ 61457 h 236495"/>
                <a:gd name="connsiteX178" fmla="*/ 37228 w 150796"/>
                <a:gd name="connsiteY178" fmla="*/ 64184 h 236495"/>
                <a:gd name="connsiteX179" fmla="*/ 37335 w 150796"/>
                <a:gd name="connsiteY179" fmla="*/ 128214 h 236495"/>
                <a:gd name="connsiteX180" fmla="*/ 37344 w 150796"/>
                <a:gd name="connsiteY180" fmla="*/ 136089 h 236495"/>
                <a:gd name="connsiteX181" fmla="*/ 37346 w 150796"/>
                <a:gd name="connsiteY181" fmla="*/ 137673 h 236495"/>
                <a:gd name="connsiteX182" fmla="*/ 37394 w 150796"/>
                <a:gd name="connsiteY182" fmla="*/ 163084 h 236495"/>
                <a:gd name="connsiteX183" fmla="*/ 37431 w 150796"/>
                <a:gd name="connsiteY183" fmla="*/ 189143 h 236495"/>
                <a:gd name="connsiteX184" fmla="*/ 37457 w 150796"/>
                <a:gd name="connsiteY184" fmla="*/ 203787 h 236495"/>
                <a:gd name="connsiteX185" fmla="*/ 37474 w 150796"/>
                <a:gd name="connsiteY185" fmla="*/ 217555 h 236495"/>
                <a:gd name="connsiteX186" fmla="*/ 37487 w 150796"/>
                <a:gd name="connsiteY186" fmla="*/ 222622 h 236495"/>
                <a:gd name="connsiteX187" fmla="*/ 37490 w 150796"/>
                <a:gd name="connsiteY187" fmla="*/ 229512 h 236495"/>
                <a:gd name="connsiteX188" fmla="*/ 37509 w 150796"/>
                <a:gd name="connsiteY188" fmla="*/ 231561 h 236495"/>
                <a:gd name="connsiteX189" fmla="*/ 37221 w 150796"/>
                <a:gd name="connsiteY189" fmla="*/ 236330 h 236495"/>
                <a:gd name="connsiteX190" fmla="*/ 29614 w 150796"/>
                <a:gd name="connsiteY190" fmla="*/ 237990 h 236495"/>
                <a:gd name="connsiteX191" fmla="*/ 28033 w 150796"/>
                <a:gd name="connsiteY191" fmla="*/ 237989 h 236495"/>
                <a:gd name="connsiteX192" fmla="*/ 24728 w 150796"/>
                <a:gd name="connsiteY192" fmla="*/ 237971 h 236495"/>
                <a:gd name="connsiteX193" fmla="*/ 19663 w 150796"/>
                <a:gd name="connsiteY193" fmla="*/ 237956 h 236495"/>
                <a:gd name="connsiteX194" fmla="*/ 9688 w 150796"/>
                <a:gd name="connsiteY194" fmla="*/ 237074 h 236495"/>
                <a:gd name="connsiteX195" fmla="*/ 9505 w 150796"/>
                <a:gd name="connsiteY195" fmla="*/ 233310 h 236495"/>
                <a:gd name="connsiteX196" fmla="*/ 9496 w 150796"/>
                <a:gd name="connsiteY196" fmla="*/ 230823 h 236495"/>
                <a:gd name="connsiteX197" fmla="*/ 9509 w 150796"/>
                <a:gd name="connsiteY197" fmla="*/ 228057 h 236495"/>
                <a:gd name="connsiteX198" fmla="*/ 9505 w 150796"/>
                <a:gd name="connsiteY198" fmla="*/ 225146 h 236495"/>
                <a:gd name="connsiteX199" fmla="*/ 9515 w 150796"/>
                <a:gd name="connsiteY199" fmla="*/ 217107 h 236495"/>
                <a:gd name="connsiteX200" fmla="*/ 9518 w 150796"/>
                <a:gd name="connsiteY200" fmla="*/ 208453 h 236495"/>
                <a:gd name="connsiteX201" fmla="*/ 9531 w 150796"/>
                <a:gd name="connsiteY201" fmla="*/ 193447 h 236495"/>
                <a:gd name="connsiteX202" fmla="*/ 9549 w 150796"/>
                <a:gd name="connsiteY202" fmla="*/ 171750 h 236495"/>
                <a:gd name="connsiteX203" fmla="*/ 9576 w 150796"/>
                <a:gd name="connsiteY203" fmla="*/ 136552 h 236495"/>
                <a:gd name="connsiteX204" fmla="*/ 9606 w 150796"/>
                <a:gd name="connsiteY204" fmla="*/ 102351 h 236495"/>
                <a:gd name="connsiteX205" fmla="*/ 9608 w 150796"/>
                <a:gd name="connsiteY205" fmla="*/ 100223 h 236495"/>
                <a:gd name="connsiteX206" fmla="*/ 9613 w 150796"/>
                <a:gd name="connsiteY206" fmla="*/ 89656 h 236495"/>
                <a:gd name="connsiteX207" fmla="*/ 9688 w 150796"/>
                <a:gd name="connsiteY207" fmla="*/ 1926 h 23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50796" h="236495">
                  <a:moveTo>
                    <a:pt x="9688" y="1926"/>
                  </a:moveTo>
                  <a:cubicBezTo>
                    <a:pt x="13914" y="1834"/>
                    <a:pt x="18138" y="1766"/>
                    <a:pt x="22364" y="1721"/>
                  </a:cubicBezTo>
                  <a:cubicBezTo>
                    <a:pt x="23803" y="1702"/>
                    <a:pt x="25242" y="1677"/>
                    <a:pt x="26680" y="1645"/>
                  </a:cubicBezTo>
                  <a:cubicBezTo>
                    <a:pt x="28744" y="1600"/>
                    <a:pt x="30806" y="1579"/>
                    <a:pt x="32870" y="1562"/>
                  </a:cubicBezTo>
                  <a:cubicBezTo>
                    <a:pt x="33517" y="1543"/>
                    <a:pt x="34164" y="1524"/>
                    <a:pt x="34831" y="1504"/>
                  </a:cubicBezTo>
                  <a:cubicBezTo>
                    <a:pt x="36637" y="1503"/>
                    <a:pt x="36637" y="1503"/>
                    <a:pt x="39454" y="1926"/>
                  </a:cubicBezTo>
                  <a:cubicBezTo>
                    <a:pt x="40098" y="3716"/>
                    <a:pt x="40098" y="3716"/>
                    <a:pt x="40198" y="5646"/>
                  </a:cubicBezTo>
                  <a:cubicBezTo>
                    <a:pt x="40935" y="6137"/>
                    <a:pt x="41671" y="6629"/>
                    <a:pt x="42430" y="7135"/>
                  </a:cubicBezTo>
                  <a:cubicBezTo>
                    <a:pt x="42701" y="8370"/>
                    <a:pt x="42951" y="9610"/>
                    <a:pt x="43174" y="10855"/>
                  </a:cubicBezTo>
                  <a:cubicBezTo>
                    <a:pt x="43666" y="11101"/>
                    <a:pt x="44157" y="11346"/>
                    <a:pt x="44663" y="11599"/>
                  </a:cubicBezTo>
                  <a:cubicBezTo>
                    <a:pt x="45159" y="13088"/>
                    <a:pt x="45655" y="14576"/>
                    <a:pt x="46151" y="16064"/>
                  </a:cubicBezTo>
                  <a:cubicBezTo>
                    <a:pt x="46642" y="16310"/>
                    <a:pt x="47133" y="16555"/>
                    <a:pt x="47639" y="16808"/>
                  </a:cubicBezTo>
                  <a:cubicBezTo>
                    <a:pt x="47942" y="18536"/>
                    <a:pt x="48193" y="20274"/>
                    <a:pt x="48383" y="22017"/>
                  </a:cubicBezTo>
                  <a:cubicBezTo>
                    <a:pt x="49120" y="22017"/>
                    <a:pt x="49857" y="22017"/>
                    <a:pt x="50616" y="22017"/>
                  </a:cubicBezTo>
                  <a:cubicBezTo>
                    <a:pt x="50616" y="23491"/>
                    <a:pt x="50616" y="24964"/>
                    <a:pt x="50616" y="26482"/>
                  </a:cubicBezTo>
                  <a:cubicBezTo>
                    <a:pt x="51353" y="26482"/>
                    <a:pt x="52089" y="26482"/>
                    <a:pt x="52848" y="26482"/>
                  </a:cubicBezTo>
                  <a:cubicBezTo>
                    <a:pt x="53382" y="28208"/>
                    <a:pt x="53877" y="29945"/>
                    <a:pt x="54337" y="31691"/>
                  </a:cubicBezTo>
                  <a:cubicBezTo>
                    <a:pt x="55073" y="32060"/>
                    <a:pt x="55073" y="32060"/>
                    <a:pt x="55825" y="32435"/>
                  </a:cubicBezTo>
                  <a:cubicBezTo>
                    <a:pt x="55932" y="33034"/>
                    <a:pt x="56040" y="33633"/>
                    <a:pt x="56150" y="34249"/>
                  </a:cubicBezTo>
                  <a:cubicBezTo>
                    <a:pt x="56394" y="36412"/>
                    <a:pt x="56394" y="36412"/>
                    <a:pt x="58801" y="37644"/>
                  </a:cubicBezTo>
                  <a:cubicBezTo>
                    <a:pt x="59057" y="38635"/>
                    <a:pt x="59305" y="39627"/>
                    <a:pt x="59546" y="40621"/>
                  </a:cubicBezTo>
                  <a:cubicBezTo>
                    <a:pt x="59914" y="40974"/>
                    <a:pt x="60282" y="41327"/>
                    <a:pt x="60662" y="41691"/>
                  </a:cubicBezTo>
                  <a:cubicBezTo>
                    <a:pt x="62121" y="43211"/>
                    <a:pt x="62147" y="44540"/>
                    <a:pt x="62522" y="46574"/>
                  </a:cubicBezTo>
                  <a:cubicBezTo>
                    <a:pt x="63013" y="46820"/>
                    <a:pt x="63504" y="47065"/>
                    <a:pt x="64010" y="47318"/>
                  </a:cubicBezTo>
                  <a:cubicBezTo>
                    <a:pt x="64475" y="49597"/>
                    <a:pt x="64475" y="49597"/>
                    <a:pt x="64755" y="51783"/>
                  </a:cubicBezTo>
                  <a:cubicBezTo>
                    <a:pt x="65491" y="51783"/>
                    <a:pt x="66228" y="51783"/>
                    <a:pt x="66987" y="51783"/>
                  </a:cubicBezTo>
                  <a:cubicBezTo>
                    <a:pt x="67125" y="53049"/>
                    <a:pt x="67125" y="53049"/>
                    <a:pt x="67266" y="54341"/>
                  </a:cubicBezTo>
                  <a:cubicBezTo>
                    <a:pt x="67496" y="55653"/>
                    <a:pt x="67496" y="55653"/>
                    <a:pt x="67731" y="56992"/>
                  </a:cubicBezTo>
                  <a:cubicBezTo>
                    <a:pt x="68222" y="57238"/>
                    <a:pt x="68713" y="57483"/>
                    <a:pt x="69219" y="57736"/>
                  </a:cubicBezTo>
                  <a:cubicBezTo>
                    <a:pt x="69715" y="58976"/>
                    <a:pt x="70212" y="60217"/>
                    <a:pt x="70708" y="61457"/>
                  </a:cubicBezTo>
                  <a:cubicBezTo>
                    <a:pt x="71199" y="61702"/>
                    <a:pt x="71690" y="61948"/>
                    <a:pt x="72196" y="62201"/>
                  </a:cubicBezTo>
                  <a:cubicBezTo>
                    <a:pt x="72303" y="62907"/>
                    <a:pt x="72411" y="63613"/>
                    <a:pt x="72521" y="64340"/>
                  </a:cubicBezTo>
                  <a:cubicBezTo>
                    <a:pt x="72981" y="66894"/>
                    <a:pt x="73401" y="67201"/>
                    <a:pt x="75172" y="68898"/>
                  </a:cubicBezTo>
                  <a:cubicBezTo>
                    <a:pt x="75295" y="69558"/>
                    <a:pt x="75418" y="70218"/>
                    <a:pt x="75545" y="70898"/>
                  </a:cubicBezTo>
                  <a:cubicBezTo>
                    <a:pt x="75667" y="71466"/>
                    <a:pt x="75790" y="72034"/>
                    <a:pt x="75917" y="72619"/>
                  </a:cubicBezTo>
                  <a:cubicBezTo>
                    <a:pt x="76653" y="72619"/>
                    <a:pt x="77390" y="72619"/>
                    <a:pt x="78149" y="72619"/>
                  </a:cubicBezTo>
                  <a:cubicBezTo>
                    <a:pt x="78149" y="74338"/>
                    <a:pt x="78149" y="76057"/>
                    <a:pt x="78149" y="77828"/>
                  </a:cubicBezTo>
                  <a:cubicBezTo>
                    <a:pt x="78886" y="77828"/>
                    <a:pt x="79622" y="77828"/>
                    <a:pt x="80381" y="77828"/>
                  </a:cubicBezTo>
                  <a:cubicBezTo>
                    <a:pt x="80905" y="79307"/>
                    <a:pt x="81402" y="80795"/>
                    <a:pt x="81870" y="82293"/>
                  </a:cubicBezTo>
                  <a:cubicBezTo>
                    <a:pt x="82361" y="82293"/>
                    <a:pt x="82852" y="82293"/>
                    <a:pt x="83358" y="82293"/>
                  </a:cubicBezTo>
                  <a:cubicBezTo>
                    <a:pt x="83496" y="83559"/>
                    <a:pt x="83496" y="83559"/>
                    <a:pt x="83637" y="84851"/>
                  </a:cubicBezTo>
                  <a:cubicBezTo>
                    <a:pt x="83867" y="86163"/>
                    <a:pt x="83867" y="86163"/>
                    <a:pt x="84102" y="87502"/>
                  </a:cubicBezTo>
                  <a:cubicBezTo>
                    <a:pt x="84593" y="87747"/>
                    <a:pt x="85084" y="87993"/>
                    <a:pt x="85590" y="88246"/>
                  </a:cubicBezTo>
                  <a:cubicBezTo>
                    <a:pt x="86087" y="89486"/>
                    <a:pt x="86583" y="90726"/>
                    <a:pt x="87079" y="91967"/>
                  </a:cubicBezTo>
                  <a:cubicBezTo>
                    <a:pt x="87570" y="92212"/>
                    <a:pt x="88061" y="92458"/>
                    <a:pt x="88567" y="92711"/>
                  </a:cubicBezTo>
                  <a:cubicBezTo>
                    <a:pt x="88536" y="93555"/>
                    <a:pt x="88506" y="94399"/>
                    <a:pt x="88474" y="95269"/>
                  </a:cubicBezTo>
                  <a:cubicBezTo>
                    <a:pt x="88505" y="96144"/>
                    <a:pt x="88535" y="97018"/>
                    <a:pt x="88567" y="97920"/>
                  </a:cubicBezTo>
                  <a:cubicBezTo>
                    <a:pt x="89981" y="98844"/>
                    <a:pt x="89981" y="98844"/>
                    <a:pt x="91544" y="99408"/>
                  </a:cubicBezTo>
                  <a:cubicBezTo>
                    <a:pt x="91813" y="100395"/>
                    <a:pt x="92062" y="101387"/>
                    <a:pt x="92288" y="102385"/>
                  </a:cubicBezTo>
                  <a:cubicBezTo>
                    <a:pt x="93024" y="102630"/>
                    <a:pt x="93761" y="102876"/>
                    <a:pt x="94520" y="103129"/>
                  </a:cubicBezTo>
                  <a:cubicBezTo>
                    <a:pt x="94520" y="104617"/>
                    <a:pt x="94520" y="106105"/>
                    <a:pt x="94520" y="107594"/>
                  </a:cubicBezTo>
                  <a:cubicBezTo>
                    <a:pt x="95625" y="108330"/>
                    <a:pt x="95625" y="108330"/>
                    <a:pt x="96753" y="109082"/>
                  </a:cubicBezTo>
                  <a:cubicBezTo>
                    <a:pt x="97264" y="111407"/>
                    <a:pt x="97264" y="111407"/>
                    <a:pt x="97497" y="113547"/>
                  </a:cubicBezTo>
                  <a:cubicBezTo>
                    <a:pt x="98233" y="113547"/>
                    <a:pt x="98970" y="113547"/>
                    <a:pt x="99729" y="113547"/>
                  </a:cubicBezTo>
                  <a:cubicBezTo>
                    <a:pt x="99821" y="114268"/>
                    <a:pt x="99913" y="114989"/>
                    <a:pt x="100008" y="115733"/>
                  </a:cubicBezTo>
                  <a:cubicBezTo>
                    <a:pt x="100238" y="116861"/>
                    <a:pt x="100238" y="116861"/>
                    <a:pt x="100473" y="118012"/>
                  </a:cubicBezTo>
                  <a:cubicBezTo>
                    <a:pt x="100964" y="118257"/>
                    <a:pt x="101456" y="118503"/>
                    <a:pt x="101962" y="118756"/>
                  </a:cubicBezTo>
                  <a:cubicBezTo>
                    <a:pt x="102458" y="120244"/>
                    <a:pt x="102954" y="121732"/>
                    <a:pt x="103450" y="123221"/>
                  </a:cubicBezTo>
                  <a:cubicBezTo>
                    <a:pt x="103941" y="123466"/>
                    <a:pt x="104432" y="123712"/>
                    <a:pt x="104938" y="123965"/>
                  </a:cubicBezTo>
                  <a:cubicBezTo>
                    <a:pt x="105046" y="124701"/>
                    <a:pt x="105153" y="125438"/>
                    <a:pt x="105264" y="126197"/>
                  </a:cubicBezTo>
                  <a:cubicBezTo>
                    <a:pt x="105402" y="126934"/>
                    <a:pt x="105540" y="127670"/>
                    <a:pt x="105682" y="128430"/>
                  </a:cubicBezTo>
                  <a:cubicBezTo>
                    <a:pt x="106419" y="128675"/>
                    <a:pt x="107156" y="128921"/>
                    <a:pt x="107915" y="129174"/>
                  </a:cubicBezTo>
                  <a:cubicBezTo>
                    <a:pt x="108429" y="130656"/>
                    <a:pt x="108926" y="132144"/>
                    <a:pt x="109403" y="133638"/>
                  </a:cubicBezTo>
                  <a:cubicBezTo>
                    <a:pt x="109894" y="133638"/>
                    <a:pt x="110385" y="133638"/>
                    <a:pt x="110891" y="133638"/>
                  </a:cubicBezTo>
                  <a:cubicBezTo>
                    <a:pt x="110845" y="134344"/>
                    <a:pt x="110799" y="135051"/>
                    <a:pt x="110752" y="135778"/>
                  </a:cubicBezTo>
                  <a:cubicBezTo>
                    <a:pt x="110798" y="136545"/>
                    <a:pt x="110844" y="137313"/>
                    <a:pt x="110891" y="138103"/>
                  </a:cubicBezTo>
                  <a:cubicBezTo>
                    <a:pt x="111628" y="138594"/>
                    <a:pt x="112365" y="139086"/>
                    <a:pt x="113124" y="139592"/>
                  </a:cubicBezTo>
                  <a:cubicBezTo>
                    <a:pt x="113635" y="141917"/>
                    <a:pt x="113635" y="141917"/>
                    <a:pt x="113868" y="144056"/>
                  </a:cubicBezTo>
                  <a:cubicBezTo>
                    <a:pt x="114605" y="144056"/>
                    <a:pt x="115341" y="144056"/>
                    <a:pt x="116100" y="144056"/>
                  </a:cubicBezTo>
                  <a:cubicBezTo>
                    <a:pt x="116054" y="144901"/>
                    <a:pt x="116008" y="145745"/>
                    <a:pt x="115961" y="146614"/>
                  </a:cubicBezTo>
                  <a:cubicBezTo>
                    <a:pt x="116007" y="147489"/>
                    <a:pt x="116053" y="148364"/>
                    <a:pt x="116100" y="149265"/>
                  </a:cubicBezTo>
                  <a:cubicBezTo>
                    <a:pt x="116837" y="149511"/>
                    <a:pt x="117574" y="149757"/>
                    <a:pt x="118333" y="150010"/>
                  </a:cubicBezTo>
                  <a:cubicBezTo>
                    <a:pt x="118855" y="151239"/>
                    <a:pt x="119352" y="152480"/>
                    <a:pt x="119821" y="153730"/>
                  </a:cubicBezTo>
                  <a:cubicBezTo>
                    <a:pt x="120312" y="153976"/>
                    <a:pt x="120803" y="154221"/>
                    <a:pt x="121309" y="154474"/>
                  </a:cubicBezTo>
                  <a:cubicBezTo>
                    <a:pt x="121417" y="155196"/>
                    <a:pt x="121524" y="155917"/>
                    <a:pt x="121635" y="156660"/>
                  </a:cubicBezTo>
                  <a:cubicBezTo>
                    <a:pt x="121773" y="157412"/>
                    <a:pt x="121911" y="158164"/>
                    <a:pt x="122053" y="158939"/>
                  </a:cubicBezTo>
                  <a:cubicBezTo>
                    <a:pt x="122790" y="159430"/>
                    <a:pt x="123527" y="159922"/>
                    <a:pt x="124286" y="160428"/>
                  </a:cubicBezTo>
                  <a:cubicBezTo>
                    <a:pt x="124797" y="162753"/>
                    <a:pt x="124797" y="162753"/>
                    <a:pt x="125030" y="164892"/>
                  </a:cubicBezTo>
                  <a:cubicBezTo>
                    <a:pt x="125767" y="164892"/>
                    <a:pt x="126503" y="164892"/>
                    <a:pt x="127262" y="164892"/>
                  </a:cubicBezTo>
                  <a:cubicBezTo>
                    <a:pt x="127262" y="166611"/>
                    <a:pt x="127262" y="168330"/>
                    <a:pt x="127262" y="170101"/>
                  </a:cubicBezTo>
                  <a:cubicBezTo>
                    <a:pt x="127999" y="170101"/>
                    <a:pt x="128736" y="170101"/>
                    <a:pt x="129495" y="170101"/>
                  </a:cubicBezTo>
                  <a:cubicBezTo>
                    <a:pt x="130231" y="172066"/>
                    <a:pt x="130968" y="174030"/>
                    <a:pt x="131727" y="176054"/>
                  </a:cubicBezTo>
                  <a:cubicBezTo>
                    <a:pt x="132096" y="89861"/>
                    <a:pt x="132096" y="89861"/>
                    <a:pt x="132471" y="1926"/>
                  </a:cubicBezTo>
                  <a:cubicBezTo>
                    <a:pt x="141557" y="1926"/>
                    <a:pt x="150643" y="1926"/>
                    <a:pt x="160005" y="1926"/>
                  </a:cubicBezTo>
                  <a:cubicBezTo>
                    <a:pt x="160055" y="31869"/>
                    <a:pt x="160095" y="61813"/>
                    <a:pt x="160119" y="91757"/>
                  </a:cubicBezTo>
                  <a:cubicBezTo>
                    <a:pt x="160121" y="95288"/>
                    <a:pt x="160124" y="98820"/>
                    <a:pt x="160127" y="102351"/>
                  </a:cubicBezTo>
                  <a:cubicBezTo>
                    <a:pt x="160128" y="103054"/>
                    <a:pt x="160128" y="103757"/>
                    <a:pt x="160129" y="104481"/>
                  </a:cubicBezTo>
                  <a:cubicBezTo>
                    <a:pt x="160139" y="115881"/>
                    <a:pt x="160156" y="127280"/>
                    <a:pt x="160177" y="138679"/>
                  </a:cubicBezTo>
                  <a:cubicBezTo>
                    <a:pt x="160198" y="150366"/>
                    <a:pt x="160210" y="162054"/>
                    <a:pt x="160215" y="173741"/>
                  </a:cubicBezTo>
                  <a:cubicBezTo>
                    <a:pt x="160218" y="180959"/>
                    <a:pt x="160227" y="188177"/>
                    <a:pt x="160245" y="195395"/>
                  </a:cubicBezTo>
                  <a:cubicBezTo>
                    <a:pt x="160257" y="200337"/>
                    <a:pt x="160261" y="205280"/>
                    <a:pt x="160258" y="210223"/>
                  </a:cubicBezTo>
                  <a:cubicBezTo>
                    <a:pt x="160256" y="213079"/>
                    <a:pt x="160259" y="215935"/>
                    <a:pt x="160271" y="218791"/>
                  </a:cubicBezTo>
                  <a:cubicBezTo>
                    <a:pt x="160283" y="221880"/>
                    <a:pt x="160279" y="224968"/>
                    <a:pt x="160273" y="228057"/>
                  </a:cubicBezTo>
                  <a:cubicBezTo>
                    <a:pt x="160279" y="228970"/>
                    <a:pt x="160286" y="229883"/>
                    <a:pt x="160293" y="230823"/>
                  </a:cubicBezTo>
                  <a:cubicBezTo>
                    <a:pt x="160288" y="231644"/>
                    <a:pt x="160284" y="232465"/>
                    <a:pt x="160279" y="233310"/>
                  </a:cubicBezTo>
                  <a:cubicBezTo>
                    <a:pt x="160280" y="234024"/>
                    <a:pt x="160281" y="234738"/>
                    <a:pt x="160282" y="235474"/>
                  </a:cubicBezTo>
                  <a:cubicBezTo>
                    <a:pt x="160190" y="236002"/>
                    <a:pt x="160099" y="236530"/>
                    <a:pt x="160005" y="237074"/>
                  </a:cubicBezTo>
                  <a:cubicBezTo>
                    <a:pt x="157273" y="237985"/>
                    <a:pt x="154753" y="237925"/>
                    <a:pt x="151909" y="237917"/>
                  </a:cubicBezTo>
                  <a:cubicBezTo>
                    <a:pt x="151338" y="237918"/>
                    <a:pt x="150766" y="237918"/>
                    <a:pt x="150178" y="237919"/>
                  </a:cubicBezTo>
                  <a:cubicBezTo>
                    <a:pt x="148971" y="237920"/>
                    <a:pt x="147764" y="237918"/>
                    <a:pt x="146558" y="237915"/>
                  </a:cubicBezTo>
                  <a:cubicBezTo>
                    <a:pt x="144708" y="237911"/>
                    <a:pt x="142857" y="237915"/>
                    <a:pt x="141007" y="237920"/>
                  </a:cubicBezTo>
                  <a:cubicBezTo>
                    <a:pt x="139835" y="237919"/>
                    <a:pt x="138663" y="237918"/>
                    <a:pt x="137491" y="237917"/>
                  </a:cubicBezTo>
                  <a:cubicBezTo>
                    <a:pt x="136936" y="237918"/>
                    <a:pt x="136381" y="237920"/>
                    <a:pt x="135809" y="237922"/>
                  </a:cubicBezTo>
                  <a:cubicBezTo>
                    <a:pt x="131898" y="237904"/>
                    <a:pt x="131898" y="237904"/>
                    <a:pt x="130239" y="237074"/>
                  </a:cubicBezTo>
                  <a:cubicBezTo>
                    <a:pt x="130131" y="236598"/>
                    <a:pt x="130024" y="236122"/>
                    <a:pt x="129913" y="235632"/>
                  </a:cubicBezTo>
                  <a:cubicBezTo>
                    <a:pt x="129598" y="233813"/>
                    <a:pt x="129598" y="233813"/>
                    <a:pt x="127262" y="232609"/>
                  </a:cubicBezTo>
                  <a:cubicBezTo>
                    <a:pt x="126751" y="229912"/>
                    <a:pt x="126751" y="229912"/>
                    <a:pt x="126518" y="227400"/>
                  </a:cubicBezTo>
                  <a:cubicBezTo>
                    <a:pt x="125781" y="227400"/>
                    <a:pt x="125045" y="227400"/>
                    <a:pt x="124286" y="227400"/>
                  </a:cubicBezTo>
                  <a:cubicBezTo>
                    <a:pt x="124286" y="225927"/>
                    <a:pt x="124286" y="224453"/>
                    <a:pt x="124286" y="222935"/>
                  </a:cubicBezTo>
                  <a:cubicBezTo>
                    <a:pt x="123549" y="222935"/>
                    <a:pt x="122812" y="222935"/>
                    <a:pt x="122053" y="222935"/>
                  </a:cubicBezTo>
                  <a:cubicBezTo>
                    <a:pt x="121520" y="221210"/>
                    <a:pt x="121025" y="219473"/>
                    <a:pt x="120565" y="217726"/>
                  </a:cubicBezTo>
                  <a:cubicBezTo>
                    <a:pt x="120074" y="217481"/>
                    <a:pt x="119583" y="217235"/>
                    <a:pt x="119077" y="216982"/>
                  </a:cubicBezTo>
                  <a:cubicBezTo>
                    <a:pt x="118916" y="216084"/>
                    <a:pt x="118916" y="216084"/>
                    <a:pt x="118751" y="215168"/>
                  </a:cubicBezTo>
                  <a:cubicBezTo>
                    <a:pt x="118507" y="213005"/>
                    <a:pt x="118507" y="213005"/>
                    <a:pt x="116100" y="211773"/>
                  </a:cubicBezTo>
                  <a:cubicBezTo>
                    <a:pt x="115564" y="210299"/>
                    <a:pt x="115073" y="208808"/>
                    <a:pt x="114612" y="207308"/>
                  </a:cubicBezTo>
                  <a:cubicBezTo>
                    <a:pt x="113374" y="204133"/>
                    <a:pt x="113374" y="204133"/>
                    <a:pt x="110891" y="202099"/>
                  </a:cubicBezTo>
                  <a:cubicBezTo>
                    <a:pt x="110588" y="200372"/>
                    <a:pt x="110337" y="198634"/>
                    <a:pt x="110147" y="196890"/>
                  </a:cubicBezTo>
                  <a:cubicBezTo>
                    <a:pt x="109410" y="196890"/>
                    <a:pt x="108674" y="196890"/>
                    <a:pt x="107915" y="196890"/>
                  </a:cubicBezTo>
                  <a:cubicBezTo>
                    <a:pt x="107961" y="196169"/>
                    <a:pt x="108007" y="195448"/>
                    <a:pt x="108054" y="194705"/>
                  </a:cubicBezTo>
                  <a:cubicBezTo>
                    <a:pt x="108008" y="193952"/>
                    <a:pt x="107962" y="193200"/>
                    <a:pt x="107915" y="192426"/>
                  </a:cubicBezTo>
                  <a:cubicBezTo>
                    <a:pt x="107178" y="192180"/>
                    <a:pt x="106441" y="191934"/>
                    <a:pt x="105682" y="191681"/>
                  </a:cubicBezTo>
                  <a:cubicBezTo>
                    <a:pt x="105171" y="189030"/>
                    <a:pt x="105171" y="189030"/>
                    <a:pt x="104938" y="186472"/>
                  </a:cubicBezTo>
                  <a:cubicBezTo>
                    <a:pt x="104201" y="186472"/>
                    <a:pt x="103465" y="186472"/>
                    <a:pt x="102706" y="186472"/>
                  </a:cubicBezTo>
                  <a:cubicBezTo>
                    <a:pt x="102445" y="185235"/>
                    <a:pt x="102198" y="183994"/>
                    <a:pt x="101962" y="182752"/>
                  </a:cubicBezTo>
                  <a:cubicBezTo>
                    <a:pt x="100857" y="182015"/>
                    <a:pt x="100857" y="182015"/>
                    <a:pt x="99729" y="181263"/>
                  </a:cubicBezTo>
                  <a:cubicBezTo>
                    <a:pt x="99457" y="179779"/>
                    <a:pt x="99207" y="178291"/>
                    <a:pt x="98985" y="176799"/>
                  </a:cubicBezTo>
                  <a:cubicBezTo>
                    <a:pt x="98494" y="176553"/>
                    <a:pt x="98003" y="176308"/>
                    <a:pt x="97497" y="176054"/>
                  </a:cubicBezTo>
                  <a:cubicBezTo>
                    <a:pt x="97032" y="173776"/>
                    <a:pt x="97032" y="173776"/>
                    <a:pt x="96753" y="171590"/>
                  </a:cubicBezTo>
                  <a:cubicBezTo>
                    <a:pt x="96016" y="171590"/>
                    <a:pt x="95279" y="171590"/>
                    <a:pt x="94520" y="171590"/>
                  </a:cubicBezTo>
                  <a:cubicBezTo>
                    <a:pt x="93996" y="169862"/>
                    <a:pt x="93499" y="168125"/>
                    <a:pt x="93032" y="166381"/>
                  </a:cubicBezTo>
                  <a:cubicBezTo>
                    <a:pt x="92541" y="166381"/>
                    <a:pt x="92050" y="166381"/>
                    <a:pt x="91544" y="166381"/>
                  </a:cubicBezTo>
                  <a:cubicBezTo>
                    <a:pt x="91451" y="165659"/>
                    <a:pt x="91359" y="164938"/>
                    <a:pt x="91265" y="164195"/>
                  </a:cubicBezTo>
                  <a:cubicBezTo>
                    <a:pt x="91034" y="163067"/>
                    <a:pt x="91034" y="163067"/>
                    <a:pt x="90799" y="161916"/>
                  </a:cubicBezTo>
                  <a:cubicBezTo>
                    <a:pt x="90308" y="161670"/>
                    <a:pt x="89817" y="161425"/>
                    <a:pt x="89311" y="161172"/>
                  </a:cubicBezTo>
                  <a:cubicBezTo>
                    <a:pt x="88815" y="159931"/>
                    <a:pt x="88319" y="158691"/>
                    <a:pt x="87823" y="157451"/>
                  </a:cubicBezTo>
                  <a:cubicBezTo>
                    <a:pt x="87332" y="157205"/>
                    <a:pt x="86841" y="156960"/>
                    <a:pt x="86335" y="156707"/>
                  </a:cubicBezTo>
                  <a:cubicBezTo>
                    <a:pt x="86365" y="155863"/>
                    <a:pt x="86396" y="155019"/>
                    <a:pt x="86428" y="154149"/>
                  </a:cubicBezTo>
                  <a:cubicBezTo>
                    <a:pt x="86397" y="153274"/>
                    <a:pt x="86366" y="152399"/>
                    <a:pt x="86335" y="151498"/>
                  </a:cubicBezTo>
                  <a:cubicBezTo>
                    <a:pt x="84908" y="150630"/>
                    <a:pt x="84908" y="150630"/>
                    <a:pt x="83358" y="150010"/>
                  </a:cubicBezTo>
                  <a:cubicBezTo>
                    <a:pt x="83093" y="148773"/>
                    <a:pt x="82843" y="147533"/>
                    <a:pt x="82614" y="146289"/>
                  </a:cubicBezTo>
                  <a:cubicBezTo>
                    <a:pt x="81877" y="146289"/>
                    <a:pt x="81140" y="146289"/>
                    <a:pt x="80381" y="146289"/>
                  </a:cubicBezTo>
                  <a:cubicBezTo>
                    <a:pt x="80428" y="145583"/>
                    <a:pt x="80474" y="144877"/>
                    <a:pt x="80521" y="144149"/>
                  </a:cubicBezTo>
                  <a:cubicBezTo>
                    <a:pt x="80475" y="143382"/>
                    <a:pt x="80429" y="142615"/>
                    <a:pt x="80381" y="141824"/>
                  </a:cubicBezTo>
                  <a:cubicBezTo>
                    <a:pt x="79276" y="141087"/>
                    <a:pt x="79276" y="141087"/>
                    <a:pt x="78149" y="140336"/>
                  </a:cubicBezTo>
                  <a:cubicBezTo>
                    <a:pt x="77648" y="139098"/>
                    <a:pt x="77151" y="137858"/>
                    <a:pt x="76661" y="136615"/>
                  </a:cubicBezTo>
                  <a:cubicBezTo>
                    <a:pt x="76170" y="136615"/>
                    <a:pt x="75679" y="136615"/>
                    <a:pt x="75172" y="136615"/>
                  </a:cubicBezTo>
                  <a:cubicBezTo>
                    <a:pt x="75172" y="134651"/>
                    <a:pt x="75172" y="132686"/>
                    <a:pt x="75172" y="130662"/>
                  </a:cubicBezTo>
                  <a:cubicBezTo>
                    <a:pt x="74436" y="130662"/>
                    <a:pt x="73699" y="130662"/>
                    <a:pt x="72940" y="130662"/>
                  </a:cubicBezTo>
                  <a:cubicBezTo>
                    <a:pt x="72416" y="129183"/>
                    <a:pt x="71920" y="127694"/>
                    <a:pt x="71452" y="126197"/>
                  </a:cubicBezTo>
                  <a:cubicBezTo>
                    <a:pt x="70961" y="126197"/>
                    <a:pt x="70470" y="126197"/>
                    <a:pt x="69964" y="126197"/>
                  </a:cubicBezTo>
                  <a:cubicBezTo>
                    <a:pt x="69887" y="125368"/>
                    <a:pt x="69810" y="124540"/>
                    <a:pt x="69731" y="123686"/>
                  </a:cubicBezTo>
                  <a:cubicBezTo>
                    <a:pt x="69562" y="122795"/>
                    <a:pt x="69393" y="121905"/>
                    <a:pt x="69219" y="120988"/>
                  </a:cubicBezTo>
                  <a:cubicBezTo>
                    <a:pt x="68114" y="120251"/>
                    <a:pt x="68114" y="120251"/>
                    <a:pt x="66987" y="119500"/>
                  </a:cubicBezTo>
                  <a:cubicBezTo>
                    <a:pt x="66864" y="118993"/>
                    <a:pt x="66741" y="118487"/>
                    <a:pt x="66615" y="117965"/>
                  </a:cubicBezTo>
                  <a:cubicBezTo>
                    <a:pt x="66492" y="117489"/>
                    <a:pt x="66369" y="117013"/>
                    <a:pt x="66243" y="116523"/>
                  </a:cubicBezTo>
                  <a:cubicBezTo>
                    <a:pt x="65506" y="116278"/>
                    <a:pt x="64769" y="116032"/>
                    <a:pt x="64010" y="115779"/>
                  </a:cubicBezTo>
                  <a:cubicBezTo>
                    <a:pt x="64010" y="114291"/>
                    <a:pt x="64010" y="112803"/>
                    <a:pt x="64010" y="111314"/>
                  </a:cubicBezTo>
                  <a:cubicBezTo>
                    <a:pt x="62905" y="110578"/>
                    <a:pt x="62905" y="110578"/>
                    <a:pt x="61778" y="109826"/>
                  </a:cubicBezTo>
                  <a:cubicBezTo>
                    <a:pt x="61266" y="107501"/>
                    <a:pt x="61266" y="107501"/>
                    <a:pt x="61034" y="105361"/>
                  </a:cubicBezTo>
                  <a:cubicBezTo>
                    <a:pt x="60297" y="105361"/>
                    <a:pt x="59560" y="105361"/>
                    <a:pt x="58801" y="105361"/>
                  </a:cubicBezTo>
                  <a:cubicBezTo>
                    <a:pt x="58801" y="103642"/>
                    <a:pt x="58801" y="101923"/>
                    <a:pt x="58801" y="100152"/>
                  </a:cubicBezTo>
                  <a:cubicBezTo>
                    <a:pt x="58065" y="100152"/>
                    <a:pt x="57328" y="100152"/>
                    <a:pt x="56569" y="100152"/>
                  </a:cubicBezTo>
                  <a:cubicBezTo>
                    <a:pt x="56035" y="98677"/>
                    <a:pt x="55540" y="97187"/>
                    <a:pt x="55081" y="95687"/>
                  </a:cubicBezTo>
                  <a:cubicBezTo>
                    <a:pt x="54344" y="95319"/>
                    <a:pt x="54344" y="95319"/>
                    <a:pt x="53592" y="94943"/>
                  </a:cubicBezTo>
                  <a:cubicBezTo>
                    <a:pt x="53485" y="94222"/>
                    <a:pt x="53378" y="93500"/>
                    <a:pt x="53267" y="92757"/>
                  </a:cubicBezTo>
                  <a:cubicBezTo>
                    <a:pt x="53060" y="91629"/>
                    <a:pt x="53060" y="91629"/>
                    <a:pt x="52848" y="90478"/>
                  </a:cubicBezTo>
                  <a:cubicBezTo>
                    <a:pt x="52112" y="89987"/>
                    <a:pt x="51375" y="89496"/>
                    <a:pt x="50616" y="88990"/>
                  </a:cubicBezTo>
                  <a:cubicBezTo>
                    <a:pt x="50104" y="86665"/>
                    <a:pt x="50104" y="86665"/>
                    <a:pt x="49872" y="84525"/>
                  </a:cubicBezTo>
                  <a:cubicBezTo>
                    <a:pt x="49135" y="84525"/>
                    <a:pt x="48398" y="84525"/>
                    <a:pt x="47639" y="84525"/>
                  </a:cubicBezTo>
                  <a:cubicBezTo>
                    <a:pt x="47639" y="82806"/>
                    <a:pt x="47639" y="81087"/>
                    <a:pt x="47639" y="79316"/>
                  </a:cubicBezTo>
                  <a:cubicBezTo>
                    <a:pt x="46903" y="79316"/>
                    <a:pt x="46166" y="79316"/>
                    <a:pt x="45407" y="79316"/>
                  </a:cubicBezTo>
                  <a:cubicBezTo>
                    <a:pt x="44883" y="77837"/>
                    <a:pt x="44387" y="76349"/>
                    <a:pt x="43919" y="74851"/>
                  </a:cubicBezTo>
                  <a:cubicBezTo>
                    <a:pt x="43427" y="74851"/>
                    <a:pt x="42936" y="74851"/>
                    <a:pt x="42430" y="74851"/>
                  </a:cubicBezTo>
                  <a:cubicBezTo>
                    <a:pt x="42315" y="73631"/>
                    <a:pt x="42315" y="73631"/>
                    <a:pt x="42198" y="72386"/>
                  </a:cubicBezTo>
                  <a:cubicBezTo>
                    <a:pt x="41649" y="69442"/>
                    <a:pt x="41411" y="69329"/>
                    <a:pt x="39454" y="67410"/>
                  </a:cubicBezTo>
                  <a:cubicBezTo>
                    <a:pt x="38747" y="65890"/>
                    <a:pt x="38747" y="65890"/>
                    <a:pt x="38198" y="64294"/>
                  </a:cubicBezTo>
                  <a:cubicBezTo>
                    <a:pt x="38011" y="63762"/>
                    <a:pt x="37824" y="63229"/>
                    <a:pt x="37631" y="62681"/>
                  </a:cubicBezTo>
                  <a:cubicBezTo>
                    <a:pt x="37496" y="62277"/>
                    <a:pt x="37361" y="61873"/>
                    <a:pt x="37221" y="61457"/>
                  </a:cubicBezTo>
                  <a:cubicBezTo>
                    <a:pt x="37223" y="62357"/>
                    <a:pt x="37225" y="63257"/>
                    <a:pt x="37228" y="64184"/>
                  </a:cubicBezTo>
                  <a:cubicBezTo>
                    <a:pt x="37276" y="85527"/>
                    <a:pt x="37313" y="106871"/>
                    <a:pt x="37335" y="128214"/>
                  </a:cubicBezTo>
                  <a:cubicBezTo>
                    <a:pt x="37338" y="130839"/>
                    <a:pt x="37341" y="133464"/>
                    <a:pt x="37344" y="136089"/>
                  </a:cubicBezTo>
                  <a:cubicBezTo>
                    <a:pt x="37345" y="136612"/>
                    <a:pt x="37345" y="137134"/>
                    <a:pt x="37346" y="137673"/>
                  </a:cubicBezTo>
                  <a:cubicBezTo>
                    <a:pt x="37355" y="146143"/>
                    <a:pt x="37373" y="154614"/>
                    <a:pt x="37394" y="163084"/>
                  </a:cubicBezTo>
                  <a:cubicBezTo>
                    <a:pt x="37414" y="171770"/>
                    <a:pt x="37427" y="180457"/>
                    <a:pt x="37431" y="189143"/>
                  </a:cubicBezTo>
                  <a:cubicBezTo>
                    <a:pt x="37434" y="194024"/>
                    <a:pt x="37441" y="198906"/>
                    <a:pt x="37457" y="203787"/>
                  </a:cubicBezTo>
                  <a:cubicBezTo>
                    <a:pt x="37472" y="208376"/>
                    <a:pt x="37477" y="212965"/>
                    <a:pt x="37474" y="217555"/>
                  </a:cubicBezTo>
                  <a:cubicBezTo>
                    <a:pt x="37474" y="219244"/>
                    <a:pt x="37479" y="220933"/>
                    <a:pt x="37487" y="222622"/>
                  </a:cubicBezTo>
                  <a:cubicBezTo>
                    <a:pt x="37498" y="224919"/>
                    <a:pt x="37496" y="227215"/>
                    <a:pt x="37490" y="229512"/>
                  </a:cubicBezTo>
                  <a:cubicBezTo>
                    <a:pt x="37500" y="230526"/>
                    <a:pt x="37500" y="230526"/>
                    <a:pt x="37509" y="231561"/>
                  </a:cubicBezTo>
                  <a:cubicBezTo>
                    <a:pt x="37496" y="233416"/>
                    <a:pt x="37496" y="233416"/>
                    <a:pt x="37221" y="236330"/>
                  </a:cubicBezTo>
                  <a:cubicBezTo>
                    <a:pt x="34430" y="238190"/>
                    <a:pt x="32947" y="238000"/>
                    <a:pt x="29614" y="237990"/>
                  </a:cubicBezTo>
                  <a:cubicBezTo>
                    <a:pt x="29092" y="237989"/>
                    <a:pt x="28571" y="237989"/>
                    <a:pt x="28033" y="237989"/>
                  </a:cubicBezTo>
                  <a:cubicBezTo>
                    <a:pt x="26931" y="237986"/>
                    <a:pt x="25830" y="237981"/>
                    <a:pt x="24728" y="237971"/>
                  </a:cubicBezTo>
                  <a:cubicBezTo>
                    <a:pt x="23040" y="237958"/>
                    <a:pt x="21351" y="237956"/>
                    <a:pt x="19663" y="237956"/>
                  </a:cubicBezTo>
                  <a:cubicBezTo>
                    <a:pt x="11396" y="237928"/>
                    <a:pt x="11396" y="237928"/>
                    <a:pt x="9688" y="237074"/>
                  </a:cubicBezTo>
                  <a:cubicBezTo>
                    <a:pt x="9503" y="235474"/>
                    <a:pt x="9503" y="235474"/>
                    <a:pt x="9505" y="233310"/>
                  </a:cubicBezTo>
                  <a:cubicBezTo>
                    <a:pt x="9502" y="232489"/>
                    <a:pt x="9499" y="231669"/>
                    <a:pt x="9496" y="230823"/>
                  </a:cubicBezTo>
                  <a:cubicBezTo>
                    <a:pt x="9500" y="229911"/>
                    <a:pt x="9505" y="228998"/>
                    <a:pt x="9509" y="228057"/>
                  </a:cubicBezTo>
                  <a:cubicBezTo>
                    <a:pt x="9508" y="227097"/>
                    <a:pt x="9507" y="226136"/>
                    <a:pt x="9505" y="225146"/>
                  </a:cubicBezTo>
                  <a:cubicBezTo>
                    <a:pt x="9502" y="222466"/>
                    <a:pt x="9508" y="219787"/>
                    <a:pt x="9515" y="217107"/>
                  </a:cubicBezTo>
                  <a:cubicBezTo>
                    <a:pt x="9522" y="214223"/>
                    <a:pt x="9520" y="211338"/>
                    <a:pt x="9518" y="208453"/>
                  </a:cubicBezTo>
                  <a:cubicBezTo>
                    <a:pt x="9518" y="203451"/>
                    <a:pt x="9522" y="198449"/>
                    <a:pt x="9531" y="193447"/>
                  </a:cubicBezTo>
                  <a:cubicBezTo>
                    <a:pt x="9543" y="186214"/>
                    <a:pt x="9547" y="178982"/>
                    <a:pt x="9549" y="171750"/>
                  </a:cubicBezTo>
                  <a:cubicBezTo>
                    <a:pt x="9552" y="160017"/>
                    <a:pt x="9562" y="148284"/>
                    <a:pt x="9576" y="136552"/>
                  </a:cubicBezTo>
                  <a:cubicBezTo>
                    <a:pt x="9589" y="125151"/>
                    <a:pt x="9600" y="113751"/>
                    <a:pt x="9606" y="102351"/>
                  </a:cubicBezTo>
                  <a:cubicBezTo>
                    <a:pt x="9607" y="101298"/>
                    <a:pt x="9607" y="101298"/>
                    <a:pt x="9608" y="100223"/>
                  </a:cubicBezTo>
                  <a:cubicBezTo>
                    <a:pt x="9609" y="96701"/>
                    <a:pt x="9611" y="93178"/>
                    <a:pt x="9613" y="89656"/>
                  </a:cubicBezTo>
                  <a:cubicBezTo>
                    <a:pt x="9629" y="60412"/>
                    <a:pt x="9655" y="31169"/>
                    <a:pt x="9688" y="1926"/>
                  </a:cubicBezTo>
                  <a:close/>
                </a:path>
              </a:pathLst>
            </a:custGeom>
            <a:grpFill/>
            <a:ln w="744" cap="flat">
              <a:noFill/>
              <a:prstDash val="solid"/>
              <a:miter/>
            </a:ln>
          </p:spPr>
          <p:txBody>
            <a:bodyPr rtlCol="0" anchor="ctr"/>
            <a:lstStyle/>
            <a:p>
              <a:endParaRPr lang="zh-CN" altLang="en-US"/>
            </a:p>
          </p:txBody>
        </p:sp>
        <p:sp>
          <p:nvSpPr>
            <p:cNvPr id="125" name="任意多边形: 形状 124"/>
            <p:cNvSpPr/>
            <p:nvPr/>
          </p:nvSpPr>
          <p:spPr>
            <a:xfrm>
              <a:off x="7872065" y="1388802"/>
              <a:ext cx="175179" cy="243397"/>
            </a:xfrm>
            <a:custGeom>
              <a:avLst/>
              <a:gdLst>
                <a:gd name="connsiteX0" fmla="*/ 82878 w 175179"/>
                <a:gd name="connsiteY0" fmla="*/ 1913 h 243397"/>
                <a:gd name="connsiteX1" fmla="*/ 87117 w 175179"/>
                <a:gd name="connsiteY1" fmla="*/ 1527 h 243397"/>
                <a:gd name="connsiteX2" fmla="*/ 89864 w 175179"/>
                <a:gd name="connsiteY2" fmla="*/ 1499 h 243397"/>
                <a:gd name="connsiteX3" fmla="*/ 92854 w 175179"/>
                <a:gd name="connsiteY3" fmla="*/ 1517 h 243397"/>
                <a:gd name="connsiteX4" fmla="*/ 95898 w 175179"/>
                <a:gd name="connsiteY4" fmla="*/ 1509 h 243397"/>
                <a:gd name="connsiteX5" fmla="*/ 102287 w 175179"/>
                <a:gd name="connsiteY5" fmla="*/ 1525 h 243397"/>
                <a:gd name="connsiteX6" fmla="*/ 110492 w 175179"/>
                <a:gd name="connsiteY6" fmla="*/ 1514 h 243397"/>
                <a:gd name="connsiteX7" fmla="*/ 116781 w 175179"/>
                <a:gd name="connsiteY7" fmla="*/ 1514 h 243397"/>
                <a:gd name="connsiteX8" fmla="*/ 119808 w 175179"/>
                <a:gd name="connsiteY8" fmla="*/ 1507 h 243397"/>
                <a:gd name="connsiteX9" fmla="*/ 124031 w 175179"/>
                <a:gd name="connsiteY9" fmla="*/ 1527 h 243397"/>
                <a:gd name="connsiteX10" fmla="*/ 126462 w 175179"/>
                <a:gd name="connsiteY10" fmla="*/ 1535 h 243397"/>
                <a:gd name="connsiteX11" fmla="*/ 128270 w 175179"/>
                <a:gd name="connsiteY11" fmla="*/ 1913 h 243397"/>
                <a:gd name="connsiteX12" fmla="*/ 129014 w 175179"/>
                <a:gd name="connsiteY12" fmla="*/ 4889 h 243397"/>
                <a:gd name="connsiteX13" fmla="*/ 134223 w 175179"/>
                <a:gd name="connsiteY13" fmla="*/ 5261 h 243397"/>
                <a:gd name="connsiteX14" fmla="*/ 139432 w 175179"/>
                <a:gd name="connsiteY14" fmla="*/ 5633 h 243397"/>
                <a:gd name="connsiteX15" fmla="*/ 140176 w 175179"/>
                <a:gd name="connsiteY15" fmla="*/ 8610 h 243397"/>
                <a:gd name="connsiteX16" fmla="*/ 143525 w 175179"/>
                <a:gd name="connsiteY16" fmla="*/ 8610 h 243397"/>
                <a:gd name="connsiteX17" fmla="*/ 146874 w 175179"/>
                <a:gd name="connsiteY17" fmla="*/ 8610 h 243397"/>
                <a:gd name="connsiteX18" fmla="*/ 147618 w 175179"/>
                <a:gd name="connsiteY18" fmla="*/ 11586 h 243397"/>
                <a:gd name="connsiteX19" fmla="*/ 152083 w 175179"/>
                <a:gd name="connsiteY19" fmla="*/ 12331 h 243397"/>
                <a:gd name="connsiteX20" fmla="*/ 153571 w 175179"/>
                <a:gd name="connsiteY20" fmla="*/ 15307 h 243397"/>
                <a:gd name="connsiteX21" fmla="*/ 155803 w 175179"/>
                <a:gd name="connsiteY21" fmla="*/ 16051 h 243397"/>
                <a:gd name="connsiteX22" fmla="*/ 156454 w 175179"/>
                <a:gd name="connsiteY22" fmla="*/ 17586 h 243397"/>
                <a:gd name="connsiteX23" fmla="*/ 157292 w 175179"/>
                <a:gd name="connsiteY23" fmla="*/ 19028 h 243397"/>
                <a:gd name="connsiteX24" fmla="*/ 159198 w 175179"/>
                <a:gd name="connsiteY24" fmla="*/ 19028 h 243397"/>
                <a:gd name="connsiteX25" fmla="*/ 161012 w 175179"/>
                <a:gd name="connsiteY25" fmla="*/ 19028 h 243397"/>
                <a:gd name="connsiteX26" fmla="*/ 161756 w 175179"/>
                <a:gd name="connsiteY26" fmla="*/ 22004 h 243397"/>
                <a:gd name="connsiteX27" fmla="*/ 163989 w 175179"/>
                <a:gd name="connsiteY27" fmla="*/ 23493 h 243397"/>
                <a:gd name="connsiteX28" fmla="*/ 164733 w 175179"/>
                <a:gd name="connsiteY28" fmla="*/ 25725 h 243397"/>
                <a:gd name="connsiteX29" fmla="*/ 166965 w 175179"/>
                <a:gd name="connsiteY29" fmla="*/ 27213 h 243397"/>
                <a:gd name="connsiteX30" fmla="*/ 167710 w 175179"/>
                <a:gd name="connsiteY30" fmla="*/ 29446 h 243397"/>
                <a:gd name="connsiteX31" fmla="*/ 169942 w 175179"/>
                <a:gd name="connsiteY31" fmla="*/ 30934 h 243397"/>
                <a:gd name="connsiteX32" fmla="*/ 171430 w 175179"/>
                <a:gd name="connsiteY32" fmla="*/ 34655 h 243397"/>
                <a:gd name="connsiteX33" fmla="*/ 172919 w 175179"/>
                <a:gd name="connsiteY33" fmla="*/ 34655 h 243397"/>
                <a:gd name="connsiteX34" fmla="*/ 173151 w 175179"/>
                <a:gd name="connsiteY34" fmla="*/ 37166 h 243397"/>
                <a:gd name="connsiteX35" fmla="*/ 173663 w 175179"/>
                <a:gd name="connsiteY35" fmla="*/ 39864 h 243397"/>
                <a:gd name="connsiteX36" fmla="*/ 175895 w 175179"/>
                <a:gd name="connsiteY36" fmla="*/ 41352 h 243397"/>
                <a:gd name="connsiteX37" fmla="*/ 175895 w 175179"/>
                <a:gd name="connsiteY37" fmla="*/ 46561 h 243397"/>
                <a:gd name="connsiteX38" fmla="*/ 178128 w 175179"/>
                <a:gd name="connsiteY38" fmla="*/ 46561 h 243397"/>
                <a:gd name="connsiteX39" fmla="*/ 178918 w 175179"/>
                <a:gd name="connsiteY39" fmla="*/ 49910 h 243397"/>
                <a:gd name="connsiteX40" fmla="*/ 179616 w 175179"/>
                <a:gd name="connsiteY40" fmla="*/ 53258 h 243397"/>
                <a:gd name="connsiteX41" fmla="*/ 181104 w 175179"/>
                <a:gd name="connsiteY41" fmla="*/ 53258 h 243397"/>
                <a:gd name="connsiteX42" fmla="*/ 181188 w 175179"/>
                <a:gd name="connsiteY42" fmla="*/ 55023 h 243397"/>
                <a:gd name="connsiteX43" fmla="*/ 181337 w 175179"/>
                <a:gd name="connsiteY43" fmla="*/ 57305 h 243397"/>
                <a:gd name="connsiteX44" fmla="*/ 181467 w 175179"/>
                <a:gd name="connsiteY44" fmla="*/ 59581 h 243397"/>
                <a:gd name="connsiteX45" fmla="*/ 181848 w 175179"/>
                <a:gd name="connsiteY45" fmla="*/ 61444 h 243397"/>
                <a:gd name="connsiteX46" fmla="*/ 184081 w 175179"/>
                <a:gd name="connsiteY46" fmla="*/ 62188 h 243397"/>
                <a:gd name="connsiteX47" fmla="*/ 184325 w 175179"/>
                <a:gd name="connsiteY47" fmla="*/ 65327 h 243397"/>
                <a:gd name="connsiteX48" fmla="*/ 184313 w 175179"/>
                <a:gd name="connsiteY48" fmla="*/ 67243 h 243397"/>
                <a:gd name="connsiteX49" fmla="*/ 184267 w 175179"/>
                <a:gd name="connsiteY49" fmla="*/ 69257 h 243397"/>
                <a:gd name="connsiteX50" fmla="*/ 184255 w 175179"/>
                <a:gd name="connsiteY50" fmla="*/ 71272 h 243397"/>
                <a:gd name="connsiteX51" fmla="*/ 183337 w 175179"/>
                <a:gd name="connsiteY51" fmla="*/ 77071 h 243397"/>
                <a:gd name="connsiteX52" fmla="*/ 175244 w 175179"/>
                <a:gd name="connsiteY52" fmla="*/ 77388 h 243397"/>
                <a:gd name="connsiteX53" fmla="*/ 172919 w 175179"/>
                <a:gd name="connsiteY53" fmla="*/ 77815 h 243397"/>
                <a:gd name="connsiteX54" fmla="*/ 172546 w 175179"/>
                <a:gd name="connsiteY54" fmla="*/ 79309 h 243397"/>
                <a:gd name="connsiteX55" fmla="*/ 172174 w 175179"/>
                <a:gd name="connsiteY55" fmla="*/ 80791 h 243397"/>
                <a:gd name="connsiteX56" fmla="*/ 166965 w 175179"/>
                <a:gd name="connsiteY56" fmla="*/ 81210 h 243397"/>
                <a:gd name="connsiteX57" fmla="*/ 161756 w 175179"/>
                <a:gd name="connsiteY57" fmla="*/ 81536 h 243397"/>
                <a:gd name="connsiteX58" fmla="*/ 161012 w 175179"/>
                <a:gd name="connsiteY58" fmla="*/ 83768 h 243397"/>
                <a:gd name="connsiteX59" fmla="*/ 157292 w 175179"/>
                <a:gd name="connsiteY59" fmla="*/ 83768 h 243397"/>
                <a:gd name="connsiteX60" fmla="*/ 156158 w 175179"/>
                <a:gd name="connsiteY60" fmla="*/ 75004 h 243397"/>
                <a:gd name="connsiteX61" fmla="*/ 155803 w 175179"/>
                <a:gd name="connsiteY61" fmla="*/ 72606 h 243397"/>
                <a:gd name="connsiteX62" fmla="*/ 153571 w 175179"/>
                <a:gd name="connsiteY62" fmla="*/ 71118 h 243397"/>
                <a:gd name="connsiteX63" fmla="*/ 153152 w 175179"/>
                <a:gd name="connsiteY63" fmla="*/ 67350 h 243397"/>
                <a:gd name="connsiteX64" fmla="*/ 152827 w 175179"/>
                <a:gd name="connsiteY64" fmla="*/ 63676 h 243397"/>
                <a:gd name="connsiteX65" fmla="*/ 151338 w 175179"/>
                <a:gd name="connsiteY65" fmla="*/ 62932 h 243397"/>
                <a:gd name="connsiteX66" fmla="*/ 151013 w 175179"/>
                <a:gd name="connsiteY66" fmla="*/ 60328 h 243397"/>
                <a:gd name="connsiteX67" fmla="*/ 150594 w 175179"/>
                <a:gd name="connsiteY67" fmla="*/ 57723 h 243397"/>
                <a:gd name="connsiteX68" fmla="*/ 148362 w 175179"/>
                <a:gd name="connsiteY68" fmla="*/ 56979 h 243397"/>
                <a:gd name="connsiteX69" fmla="*/ 148362 w 175179"/>
                <a:gd name="connsiteY69" fmla="*/ 53258 h 243397"/>
                <a:gd name="connsiteX70" fmla="*/ 146130 w 175179"/>
                <a:gd name="connsiteY70" fmla="*/ 53258 h 243397"/>
                <a:gd name="connsiteX71" fmla="*/ 145385 w 175179"/>
                <a:gd name="connsiteY71" fmla="*/ 50282 h 243397"/>
                <a:gd name="connsiteX72" fmla="*/ 143153 w 175179"/>
                <a:gd name="connsiteY72" fmla="*/ 49538 h 243397"/>
                <a:gd name="connsiteX73" fmla="*/ 142409 w 175179"/>
                <a:gd name="connsiteY73" fmla="*/ 47305 h 243397"/>
                <a:gd name="connsiteX74" fmla="*/ 140548 w 175179"/>
                <a:gd name="connsiteY74" fmla="*/ 46561 h 243397"/>
                <a:gd name="connsiteX75" fmla="*/ 138688 w 175179"/>
                <a:gd name="connsiteY75" fmla="*/ 45817 h 243397"/>
                <a:gd name="connsiteX76" fmla="*/ 137944 w 175179"/>
                <a:gd name="connsiteY76" fmla="*/ 43584 h 243397"/>
                <a:gd name="connsiteX77" fmla="*/ 133479 w 175179"/>
                <a:gd name="connsiteY77" fmla="*/ 42840 h 243397"/>
                <a:gd name="connsiteX78" fmla="*/ 133479 w 175179"/>
                <a:gd name="connsiteY78" fmla="*/ 39864 h 243397"/>
                <a:gd name="connsiteX79" fmla="*/ 130549 w 175179"/>
                <a:gd name="connsiteY79" fmla="*/ 40050 h 243397"/>
                <a:gd name="connsiteX80" fmla="*/ 127526 w 175179"/>
                <a:gd name="connsiteY80" fmla="*/ 39864 h 243397"/>
                <a:gd name="connsiteX81" fmla="*/ 127317 w 175179"/>
                <a:gd name="connsiteY81" fmla="*/ 38399 h 243397"/>
                <a:gd name="connsiteX82" fmla="*/ 126782 w 175179"/>
                <a:gd name="connsiteY82" fmla="*/ 36887 h 243397"/>
                <a:gd name="connsiteX83" fmla="*/ 121154 w 175179"/>
                <a:gd name="connsiteY83" fmla="*/ 36329 h 243397"/>
                <a:gd name="connsiteX84" fmla="*/ 119551 w 175179"/>
                <a:gd name="connsiteY84" fmla="*/ 36262 h 243397"/>
                <a:gd name="connsiteX85" fmla="*/ 115620 w 175179"/>
                <a:gd name="connsiteY85" fmla="*/ 36143 h 243397"/>
                <a:gd name="connsiteX86" fmla="*/ 115620 w 175179"/>
                <a:gd name="connsiteY86" fmla="*/ 33166 h 243397"/>
                <a:gd name="connsiteX87" fmla="*/ 105992 w 175179"/>
                <a:gd name="connsiteY87" fmla="*/ 32980 h 243397"/>
                <a:gd name="connsiteX88" fmla="*/ 103215 w 175179"/>
                <a:gd name="connsiteY88" fmla="*/ 32905 h 243397"/>
                <a:gd name="connsiteX89" fmla="*/ 100577 w 175179"/>
                <a:gd name="connsiteY89" fmla="*/ 32876 h 243397"/>
                <a:gd name="connsiteX90" fmla="*/ 98133 w 175179"/>
                <a:gd name="connsiteY90" fmla="*/ 32829 h 243397"/>
                <a:gd name="connsiteX91" fmla="*/ 96272 w 175179"/>
                <a:gd name="connsiteY91" fmla="*/ 33166 h 243397"/>
                <a:gd name="connsiteX92" fmla="*/ 95528 w 175179"/>
                <a:gd name="connsiteY92" fmla="*/ 36143 h 243397"/>
                <a:gd name="connsiteX93" fmla="*/ 87403 w 175179"/>
                <a:gd name="connsiteY93" fmla="*/ 36506 h 243397"/>
                <a:gd name="connsiteX94" fmla="*/ 82878 w 175179"/>
                <a:gd name="connsiteY94" fmla="*/ 36887 h 243397"/>
                <a:gd name="connsiteX95" fmla="*/ 82133 w 175179"/>
                <a:gd name="connsiteY95" fmla="*/ 39864 h 243397"/>
                <a:gd name="connsiteX96" fmla="*/ 76180 w 175179"/>
                <a:gd name="connsiteY96" fmla="*/ 39864 h 243397"/>
                <a:gd name="connsiteX97" fmla="*/ 76180 w 175179"/>
                <a:gd name="connsiteY97" fmla="*/ 42840 h 243397"/>
                <a:gd name="connsiteX98" fmla="*/ 73994 w 175179"/>
                <a:gd name="connsiteY98" fmla="*/ 43026 h 243397"/>
                <a:gd name="connsiteX99" fmla="*/ 71715 w 175179"/>
                <a:gd name="connsiteY99" fmla="*/ 43584 h 243397"/>
                <a:gd name="connsiteX100" fmla="*/ 71343 w 175179"/>
                <a:gd name="connsiteY100" fmla="*/ 45119 h 243397"/>
                <a:gd name="connsiteX101" fmla="*/ 70971 w 175179"/>
                <a:gd name="connsiteY101" fmla="*/ 46561 h 243397"/>
                <a:gd name="connsiteX102" fmla="*/ 66506 w 175179"/>
                <a:gd name="connsiteY102" fmla="*/ 46561 h 243397"/>
                <a:gd name="connsiteX103" fmla="*/ 65018 w 175179"/>
                <a:gd name="connsiteY103" fmla="*/ 49538 h 243397"/>
                <a:gd name="connsiteX104" fmla="*/ 63530 w 175179"/>
                <a:gd name="connsiteY104" fmla="*/ 50282 h 243397"/>
                <a:gd name="connsiteX105" fmla="*/ 62786 w 175179"/>
                <a:gd name="connsiteY105" fmla="*/ 52514 h 243397"/>
                <a:gd name="connsiteX106" fmla="*/ 59065 w 175179"/>
                <a:gd name="connsiteY106" fmla="*/ 56235 h 243397"/>
                <a:gd name="connsiteX107" fmla="*/ 57577 w 175179"/>
                <a:gd name="connsiteY107" fmla="*/ 59211 h 243397"/>
                <a:gd name="connsiteX108" fmla="*/ 56088 w 175179"/>
                <a:gd name="connsiteY108" fmla="*/ 59956 h 243397"/>
                <a:gd name="connsiteX109" fmla="*/ 55716 w 175179"/>
                <a:gd name="connsiteY109" fmla="*/ 61816 h 243397"/>
                <a:gd name="connsiteX110" fmla="*/ 55344 w 175179"/>
                <a:gd name="connsiteY110" fmla="*/ 63676 h 243397"/>
                <a:gd name="connsiteX111" fmla="*/ 53856 w 175179"/>
                <a:gd name="connsiteY111" fmla="*/ 64420 h 243397"/>
                <a:gd name="connsiteX112" fmla="*/ 53112 w 175179"/>
                <a:gd name="connsiteY112" fmla="*/ 66653 h 243397"/>
                <a:gd name="connsiteX113" fmla="*/ 50879 w 175179"/>
                <a:gd name="connsiteY113" fmla="*/ 69629 h 243397"/>
                <a:gd name="connsiteX114" fmla="*/ 50414 w 175179"/>
                <a:gd name="connsiteY114" fmla="*/ 73025 h 243397"/>
                <a:gd name="connsiteX115" fmla="*/ 50246 w 175179"/>
                <a:gd name="connsiteY115" fmla="*/ 74888 h 243397"/>
                <a:gd name="connsiteX116" fmla="*/ 50135 w 175179"/>
                <a:gd name="connsiteY116" fmla="*/ 76327 h 243397"/>
                <a:gd name="connsiteX117" fmla="*/ 47159 w 175179"/>
                <a:gd name="connsiteY117" fmla="*/ 76327 h 243397"/>
                <a:gd name="connsiteX118" fmla="*/ 47159 w 175179"/>
                <a:gd name="connsiteY118" fmla="*/ 84512 h 243397"/>
                <a:gd name="connsiteX119" fmla="*/ 44926 w 175179"/>
                <a:gd name="connsiteY119" fmla="*/ 84512 h 243397"/>
                <a:gd name="connsiteX120" fmla="*/ 44816 w 175179"/>
                <a:gd name="connsiteY120" fmla="*/ 87253 h 243397"/>
                <a:gd name="connsiteX121" fmla="*/ 44647 w 175179"/>
                <a:gd name="connsiteY121" fmla="*/ 90791 h 243397"/>
                <a:gd name="connsiteX122" fmla="*/ 44578 w 175179"/>
                <a:gd name="connsiteY122" fmla="*/ 92600 h 243397"/>
                <a:gd name="connsiteX123" fmla="*/ 44182 w 175179"/>
                <a:gd name="connsiteY123" fmla="*/ 97163 h 243397"/>
                <a:gd name="connsiteX124" fmla="*/ 42694 w 175179"/>
                <a:gd name="connsiteY124" fmla="*/ 97907 h 243397"/>
                <a:gd name="connsiteX125" fmla="*/ 42457 w 175179"/>
                <a:gd name="connsiteY125" fmla="*/ 102841 h 243397"/>
                <a:gd name="connsiteX126" fmla="*/ 42434 w 175179"/>
                <a:gd name="connsiteY126" fmla="*/ 104403 h 243397"/>
                <a:gd name="connsiteX127" fmla="*/ 42386 w 175179"/>
                <a:gd name="connsiteY127" fmla="*/ 109537 h 243397"/>
                <a:gd name="connsiteX128" fmla="*/ 42342 w 175179"/>
                <a:gd name="connsiteY128" fmla="*/ 113087 h 243397"/>
                <a:gd name="connsiteX129" fmla="*/ 42247 w 175179"/>
                <a:gd name="connsiteY129" fmla="*/ 122450 h 243397"/>
                <a:gd name="connsiteX130" fmla="*/ 42142 w 175179"/>
                <a:gd name="connsiteY130" fmla="*/ 131996 h 243397"/>
                <a:gd name="connsiteX131" fmla="*/ 41950 w 175179"/>
                <a:gd name="connsiteY131" fmla="*/ 150741 h 243397"/>
                <a:gd name="connsiteX132" fmla="*/ 44182 w 175179"/>
                <a:gd name="connsiteY132" fmla="*/ 150741 h 243397"/>
                <a:gd name="connsiteX133" fmla="*/ 44926 w 175179"/>
                <a:gd name="connsiteY133" fmla="*/ 164135 h 243397"/>
                <a:gd name="connsiteX134" fmla="*/ 47159 w 175179"/>
                <a:gd name="connsiteY134" fmla="*/ 164135 h 243397"/>
                <a:gd name="connsiteX135" fmla="*/ 47243 w 175179"/>
                <a:gd name="connsiteY135" fmla="*/ 165737 h 243397"/>
                <a:gd name="connsiteX136" fmla="*/ 47391 w 175179"/>
                <a:gd name="connsiteY136" fmla="*/ 167809 h 243397"/>
                <a:gd name="connsiteX137" fmla="*/ 47522 w 175179"/>
                <a:gd name="connsiteY137" fmla="*/ 169876 h 243397"/>
                <a:gd name="connsiteX138" fmla="*/ 47903 w 175179"/>
                <a:gd name="connsiteY138" fmla="*/ 171577 h 243397"/>
                <a:gd name="connsiteX139" fmla="*/ 50135 w 175179"/>
                <a:gd name="connsiteY139" fmla="*/ 172321 h 243397"/>
                <a:gd name="connsiteX140" fmla="*/ 50879 w 175179"/>
                <a:gd name="connsiteY140" fmla="*/ 177530 h 243397"/>
                <a:gd name="connsiteX141" fmla="*/ 52368 w 175179"/>
                <a:gd name="connsiteY141" fmla="*/ 178274 h 243397"/>
                <a:gd name="connsiteX142" fmla="*/ 53112 w 175179"/>
                <a:gd name="connsiteY142" fmla="*/ 183483 h 243397"/>
                <a:gd name="connsiteX143" fmla="*/ 55344 w 175179"/>
                <a:gd name="connsiteY143" fmla="*/ 183483 h 243397"/>
                <a:gd name="connsiteX144" fmla="*/ 55205 w 175179"/>
                <a:gd name="connsiteY144" fmla="*/ 185297 h 243397"/>
                <a:gd name="connsiteX145" fmla="*/ 55344 w 175179"/>
                <a:gd name="connsiteY145" fmla="*/ 187204 h 243397"/>
                <a:gd name="connsiteX146" fmla="*/ 57577 w 175179"/>
                <a:gd name="connsiteY146" fmla="*/ 187948 h 243397"/>
                <a:gd name="connsiteX147" fmla="*/ 59484 w 175179"/>
                <a:gd name="connsiteY147" fmla="*/ 190552 h 243397"/>
                <a:gd name="connsiteX148" fmla="*/ 62786 w 175179"/>
                <a:gd name="connsiteY148" fmla="*/ 193901 h 243397"/>
                <a:gd name="connsiteX149" fmla="*/ 63530 w 175179"/>
                <a:gd name="connsiteY149" fmla="*/ 196133 h 243397"/>
                <a:gd name="connsiteX150" fmla="*/ 65018 w 175179"/>
                <a:gd name="connsiteY150" fmla="*/ 196505 h 243397"/>
                <a:gd name="connsiteX151" fmla="*/ 66506 w 175179"/>
                <a:gd name="connsiteY151" fmla="*/ 196877 h 243397"/>
                <a:gd name="connsiteX152" fmla="*/ 67251 w 175179"/>
                <a:gd name="connsiteY152" fmla="*/ 199110 h 243397"/>
                <a:gd name="connsiteX153" fmla="*/ 69111 w 175179"/>
                <a:gd name="connsiteY153" fmla="*/ 199854 h 243397"/>
                <a:gd name="connsiteX154" fmla="*/ 70971 w 175179"/>
                <a:gd name="connsiteY154" fmla="*/ 200598 h 243397"/>
                <a:gd name="connsiteX155" fmla="*/ 71715 w 175179"/>
                <a:gd name="connsiteY155" fmla="*/ 202831 h 243397"/>
                <a:gd name="connsiteX156" fmla="*/ 76924 w 175179"/>
                <a:gd name="connsiteY156" fmla="*/ 203575 h 243397"/>
                <a:gd name="connsiteX157" fmla="*/ 76924 w 175179"/>
                <a:gd name="connsiteY157" fmla="*/ 206551 h 243397"/>
                <a:gd name="connsiteX158" fmla="*/ 78526 w 175179"/>
                <a:gd name="connsiteY158" fmla="*/ 206636 h 243397"/>
                <a:gd name="connsiteX159" fmla="*/ 80599 w 175179"/>
                <a:gd name="connsiteY159" fmla="*/ 206784 h 243397"/>
                <a:gd name="connsiteX160" fmla="*/ 82665 w 175179"/>
                <a:gd name="connsiteY160" fmla="*/ 206915 h 243397"/>
                <a:gd name="connsiteX161" fmla="*/ 84366 w 175179"/>
                <a:gd name="connsiteY161" fmla="*/ 207295 h 243397"/>
                <a:gd name="connsiteX162" fmla="*/ 85110 w 175179"/>
                <a:gd name="connsiteY162" fmla="*/ 209528 h 243397"/>
                <a:gd name="connsiteX163" fmla="*/ 93234 w 175179"/>
                <a:gd name="connsiteY163" fmla="*/ 209855 h 243397"/>
                <a:gd name="connsiteX164" fmla="*/ 97760 w 175179"/>
                <a:gd name="connsiteY164" fmla="*/ 210272 h 243397"/>
                <a:gd name="connsiteX165" fmla="*/ 98071 w 175179"/>
                <a:gd name="connsiteY165" fmla="*/ 211759 h 243397"/>
                <a:gd name="connsiteX166" fmla="*/ 98504 w 175179"/>
                <a:gd name="connsiteY166" fmla="*/ 213248 h 243397"/>
                <a:gd name="connsiteX167" fmla="*/ 102295 w 175179"/>
                <a:gd name="connsiteY167" fmla="*/ 213644 h 243397"/>
                <a:gd name="connsiteX168" fmla="*/ 104617 w 175179"/>
                <a:gd name="connsiteY168" fmla="*/ 213655 h 243397"/>
                <a:gd name="connsiteX169" fmla="*/ 107062 w 175179"/>
                <a:gd name="connsiteY169" fmla="*/ 213621 h 243397"/>
                <a:gd name="connsiteX170" fmla="*/ 109507 w 175179"/>
                <a:gd name="connsiteY170" fmla="*/ 213655 h 243397"/>
                <a:gd name="connsiteX171" fmla="*/ 111829 w 175179"/>
                <a:gd name="connsiteY171" fmla="*/ 213644 h 243397"/>
                <a:gd name="connsiteX172" fmla="*/ 113976 w 175179"/>
                <a:gd name="connsiteY172" fmla="*/ 213634 h 243397"/>
                <a:gd name="connsiteX173" fmla="*/ 115620 w 175179"/>
                <a:gd name="connsiteY173" fmla="*/ 213248 h 243397"/>
                <a:gd name="connsiteX174" fmla="*/ 116364 w 175179"/>
                <a:gd name="connsiteY174" fmla="*/ 210272 h 243397"/>
                <a:gd name="connsiteX175" fmla="*/ 122317 w 175179"/>
                <a:gd name="connsiteY175" fmla="*/ 209853 h 243397"/>
                <a:gd name="connsiteX176" fmla="*/ 128270 w 175179"/>
                <a:gd name="connsiteY176" fmla="*/ 209528 h 243397"/>
                <a:gd name="connsiteX177" fmla="*/ 129014 w 175179"/>
                <a:gd name="connsiteY177" fmla="*/ 207295 h 243397"/>
                <a:gd name="connsiteX178" fmla="*/ 132781 w 175179"/>
                <a:gd name="connsiteY178" fmla="*/ 206784 h 243397"/>
                <a:gd name="connsiteX179" fmla="*/ 134854 w 175179"/>
                <a:gd name="connsiteY179" fmla="*/ 206636 h 243397"/>
                <a:gd name="connsiteX180" fmla="*/ 136456 w 175179"/>
                <a:gd name="connsiteY180" fmla="*/ 206551 h 243397"/>
                <a:gd name="connsiteX181" fmla="*/ 136456 w 175179"/>
                <a:gd name="connsiteY181" fmla="*/ 203575 h 243397"/>
                <a:gd name="connsiteX182" fmla="*/ 141034 w 175179"/>
                <a:gd name="connsiteY182" fmla="*/ 203211 h 243397"/>
                <a:gd name="connsiteX183" fmla="*/ 142409 w 175179"/>
                <a:gd name="connsiteY183" fmla="*/ 202831 h 243397"/>
                <a:gd name="connsiteX184" fmla="*/ 143153 w 175179"/>
                <a:gd name="connsiteY184" fmla="*/ 200598 h 243397"/>
                <a:gd name="connsiteX185" fmla="*/ 148362 w 175179"/>
                <a:gd name="connsiteY185" fmla="*/ 199854 h 243397"/>
                <a:gd name="connsiteX186" fmla="*/ 148362 w 175179"/>
                <a:gd name="connsiteY186" fmla="*/ 196877 h 243397"/>
                <a:gd name="connsiteX187" fmla="*/ 152083 w 175179"/>
                <a:gd name="connsiteY187" fmla="*/ 196133 h 243397"/>
                <a:gd name="connsiteX188" fmla="*/ 152827 w 175179"/>
                <a:gd name="connsiteY188" fmla="*/ 193157 h 243397"/>
                <a:gd name="connsiteX189" fmla="*/ 156547 w 175179"/>
                <a:gd name="connsiteY189" fmla="*/ 193901 h 243397"/>
                <a:gd name="connsiteX190" fmla="*/ 156827 w 175179"/>
                <a:gd name="connsiteY190" fmla="*/ 192459 h 243397"/>
                <a:gd name="connsiteX191" fmla="*/ 157292 w 175179"/>
                <a:gd name="connsiteY191" fmla="*/ 190924 h 243397"/>
                <a:gd name="connsiteX192" fmla="*/ 158780 w 175179"/>
                <a:gd name="connsiteY192" fmla="*/ 190180 h 243397"/>
                <a:gd name="connsiteX193" fmla="*/ 159017 w 175179"/>
                <a:gd name="connsiteY193" fmla="*/ 186270 h 243397"/>
                <a:gd name="connsiteX194" fmla="*/ 159062 w 175179"/>
                <a:gd name="connsiteY194" fmla="*/ 183742 h 243397"/>
                <a:gd name="connsiteX195" fmla="*/ 159088 w 175179"/>
                <a:gd name="connsiteY195" fmla="*/ 180992 h 243397"/>
                <a:gd name="connsiteX196" fmla="*/ 159132 w 175179"/>
                <a:gd name="connsiteY196" fmla="*/ 178192 h 243397"/>
                <a:gd name="connsiteX197" fmla="*/ 159227 w 175179"/>
                <a:gd name="connsiteY197" fmla="*/ 170812 h 243397"/>
                <a:gd name="connsiteX198" fmla="*/ 159332 w 175179"/>
                <a:gd name="connsiteY198" fmla="*/ 163285 h 243397"/>
                <a:gd name="connsiteX199" fmla="*/ 159524 w 175179"/>
                <a:gd name="connsiteY199" fmla="*/ 148508 h 243397"/>
                <a:gd name="connsiteX200" fmla="*/ 158351 w 175179"/>
                <a:gd name="connsiteY200" fmla="*/ 148874 h 243397"/>
                <a:gd name="connsiteX201" fmla="*/ 151508 w 175179"/>
                <a:gd name="connsiteY201" fmla="*/ 149349 h 243397"/>
                <a:gd name="connsiteX202" fmla="*/ 149993 w 175179"/>
                <a:gd name="connsiteY202" fmla="*/ 149353 h 243397"/>
                <a:gd name="connsiteX203" fmla="*/ 145051 w 175179"/>
                <a:gd name="connsiteY203" fmla="*/ 149351 h 243397"/>
                <a:gd name="connsiteX204" fmla="*/ 141616 w 175179"/>
                <a:gd name="connsiteY204" fmla="*/ 149353 h 243397"/>
                <a:gd name="connsiteX205" fmla="*/ 134427 w 175179"/>
                <a:gd name="connsiteY205" fmla="*/ 149349 h 243397"/>
                <a:gd name="connsiteX206" fmla="*/ 125193 w 175179"/>
                <a:gd name="connsiteY206" fmla="*/ 149352 h 243397"/>
                <a:gd name="connsiteX207" fmla="*/ 118105 w 175179"/>
                <a:gd name="connsiteY207" fmla="*/ 149352 h 243397"/>
                <a:gd name="connsiteX208" fmla="*/ 114698 w 175179"/>
                <a:gd name="connsiteY208" fmla="*/ 149354 h 243397"/>
                <a:gd name="connsiteX209" fmla="*/ 109952 w 175179"/>
                <a:gd name="connsiteY209" fmla="*/ 149349 h 243397"/>
                <a:gd name="connsiteX210" fmla="*/ 107221 w 175179"/>
                <a:gd name="connsiteY210" fmla="*/ 149347 h 243397"/>
                <a:gd name="connsiteX211" fmla="*/ 104458 w 175179"/>
                <a:gd name="connsiteY211" fmla="*/ 148508 h 243397"/>
                <a:gd name="connsiteX212" fmla="*/ 104359 w 175179"/>
                <a:gd name="connsiteY212" fmla="*/ 141951 h 243397"/>
                <a:gd name="connsiteX213" fmla="*/ 104357 w 175179"/>
                <a:gd name="connsiteY213" fmla="*/ 139957 h 243397"/>
                <a:gd name="connsiteX214" fmla="*/ 104361 w 175179"/>
                <a:gd name="connsiteY214" fmla="*/ 135776 h 243397"/>
                <a:gd name="connsiteX215" fmla="*/ 104356 w 175179"/>
                <a:gd name="connsiteY215" fmla="*/ 129352 h 243397"/>
                <a:gd name="connsiteX216" fmla="*/ 104359 w 175179"/>
                <a:gd name="connsiteY216" fmla="*/ 125300 h 243397"/>
                <a:gd name="connsiteX217" fmla="*/ 104354 w 175179"/>
                <a:gd name="connsiteY217" fmla="*/ 123346 h 243397"/>
                <a:gd name="connsiteX218" fmla="*/ 105202 w 175179"/>
                <a:gd name="connsiteY218" fmla="*/ 117999 h 243397"/>
                <a:gd name="connsiteX219" fmla="*/ 108371 w 175179"/>
                <a:gd name="connsiteY219" fmla="*/ 117909 h 243397"/>
                <a:gd name="connsiteX220" fmla="*/ 110437 w 175179"/>
                <a:gd name="connsiteY220" fmla="*/ 117906 h 243397"/>
                <a:gd name="connsiteX221" fmla="*/ 112732 w 175179"/>
                <a:gd name="connsiteY221" fmla="*/ 117914 h 243397"/>
                <a:gd name="connsiteX222" fmla="*/ 115169 w 175179"/>
                <a:gd name="connsiteY222" fmla="*/ 117914 h 243397"/>
                <a:gd name="connsiteX223" fmla="*/ 123018 w 175179"/>
                <a:gd name="connsiteY223" fmla="*/ 117926 h 243397"/>
                <a:gd name="connsiteX224" fmla="*/ 127847 w 175179"/>
                <a:gd name="connsiteY224" fmla="*/ 117928 h 243397"/>
                <a:gd name="connsiteX225" fmla="*/ 145804 w 175179"/>
                <a:gd name="connsiteY225" fmla="*/ 117952 h 243397"/>
                <a:gd name="connsiteX226" fmla="*/ 186313 w 175179"/>
                <a:gd name="connsiteY226" fmla="*/ 117999 h 243397"/>
                <a:gd name="connsiteX227" fmla="*/ 186313 w 175179"/>
                <a:gd name="connsiteY227" fmla="*/ 210272 h 243397"/>
                <a:gd name="connsiteX228" fmla="*/ 183337 w 175179"/>
                <a:gd name="connsiteY228" fmla="*/ 210272 h 243397"/>
                <a:gd name="connsiteX229" fmla="*/ 183337 w 175179"/>
                <a:gd name="connsiteY229" fmla="*/ 213248 h 243397"/>
                <a:gd name="connsiteX230" fmla="*/ 179616 w 175179"/>
                <a:gd name="connsiteY230" fmla="*/ 215481 h 243397"/>
                <a:gd name="connsiteX231" fmla="*/ 179616 w 175179"/>
                <a:gd name="connsiteY231" fmla="*/ 216969 h 243397"/>
                <a:gd name="connsiteX232" fmla="*/ 177848 w 175179"/>
                <a:gd name="connsiteY232" fmla="*/ 217248 h 243397"/>
                <a:gd name="connsiteX233" fmla="*/ 175895 w 175179"/>
                <a:gd name="connsiteY233" fmla="*/ 217713 h 243397"/>
                <a:gd name="connsiteX234" fmla="*/ 174407 w 175179"/>
                <a:gd name="connsiteY234" fmla="*/ 220690 h 243397"/>
                <a:gd name="connsiteX235" fmla="*/ 172174 w 175179"/>
                <a:gd name="connsiteY235" fmla="*/ 220690 h 243397"/>
                <a:gd name="connsiteX236" fmla="*/ 171942 w 175179"/>
                <a:gd name="connsiteY236" fmla="*/ 222085 h 243397"/>
                <a:gd name="connsiteX237" fmla="*/ 171430 w 175179"/>
                <a:gd name="connsiteY237" fmla="*/ 223666 h 243397"/>
                <a:gd name="connsiteX238" fmla="*/ 166965 w 175179"/>
                <a:gd name="connsiteY238" fmla="*/ 225155 h 243397"/>
                <a:gd name="connsiteX239" fmla="*/ 166965 w 175179"/>
                <a:gd name="connsiteY239" fmla="*/ 227387 h 243397"/>
                <a:gd name="connsiteX240" fmla="*/ 164407 w 175179"/>
                <a:gd name="connsiteY240" fmla="*/ 227573 h 243397"/>
                <a:gd name="connsiteX241" fmla="*/ 161756 w 175179"/>
                <a:gd name="connsiteY241" fmla="*/ 228131 h 243397"/>
                <a:gd name="connsiteX242" fmla="*/ 161384 w 175179"/>
                <a:gd name="connsiteY242" fmla="*/ 229666 h 243397"/>
                <a:gd name="connsiteX243" fmla="*/ 161012 w 175179"/>
                <a:gd name="connsiteY243" fmla="*/ 231108 h 243397"/>
                <a:gd name="connsiteX244" fmla="*/ 155803 w 175179"/>
                <a:gd name="connsiteY244" fmla="*/ 231108 h 243397"/>
                <a:gd name="connsiteX245" fmla="*/ 155803 w 175179"/>
                <a:gd name="connsiteY245" fmla="*/ 234084 h 243397"/>
                <a:gd name="connsiteX246" fmla="*/ 153245 w 175179"/>
                <a:gd name="connsiteY246" fmla="*/ 234270 h 243397"/>
                <a:gd name="connsiteX247" fmla="*/ 150594 w 175179"/>
                <a:gd name="connsiteY247" fmla="*/ 234829 h 243397"/>
                <a:gd name="connsiteX248" fmla="*/ 150289 w 175179"/>
                <a:gd name="connsiteY248" fmla="*/ 236326 h 243397"/>
                <a:gd name="connsiteX249" fmla="*/ 149850 w 175179"/>
                <a:gd name="connsiteY249" fmla="*/ 237805 h 243397"/>
                <a:gd name="connsiteX250" fmla="*/ 146130 w 175179"/>
                <a:gd name="connsiteY250" fmla="*/ 238224 h 243397"/>
                <a:gd name="connsiteX251" fmla="*/ 142409 w 175179"/>
                <a:gd name="connsiteY251" fmla="*/ 238549 h 243397"/>
                <a:gd name="connsiteX252" fmla="*/ 141665 w 175179"/>
                <a:gd name="connsiteY252" fmla="*/ 240782 h 243397"/>
                <a:gd name="connsiteX253" fmla="*/ 134153 w 175179"/>
                <a:gd name="connsiteY253" fmla="*/ 241151 h 243397"/>
                <a:gd name="connsiteX254" fmla="*/ 131991 w 175179"/>
                <a:gd name="connsiteY254" fmla="*/ 241526 h 243397"/>
                <a:gd name="connsiteX255" fmla="*/ 131753 w 175179"/>
                <a:gd name="connsiteY255" fmla="*/ 243014 h 243397"/>
                <a:gd name="connsiteX256" fmla="*/ 131247 w 175179"/>
                <a:gd name="connsiteY256" fmla="*/ 244502 h 243397"/>
                <a:gd name="connsiteX257" fmla="*/ 126939 w 175179"/>
                <a:gd name="connsiteY257" fmla="*/ 244876 h 243397"/>
                <a:gd name="connsiteX258" fmla="*/ 124147 w 175179"/>
                <a:gd name="connsiteY258" fmla="*/ 244897 h 243397"/>
                <a:gd name="connsiteX259" fmla="*/ 121108 w 175179"/>
                <a:gd name="connsiteY259" fmla="*/ 244872 h 243397"/>
                <a:gd name="connsiteX260" fmla="*/ 118013 w 175179"/>
                <a:gd name="connsiteY260" fmla="*/ 244875 h 243397"/>
                <a:gd name="connsiteX261" fmla="*/ 111520 w 175179"/>
                <a:gd name="connsiteY261" fmla="*/ 244850 h 243397"/>
                <a:gd name="connsiteX262" fmla="*/ 103179 w 175179"/>
                <a:gd name="connsiteY262" fmla="*/ 244840 h 243397"/>
                <a:gd name="connsiteX263" fmla="*/ 96786 w 175179"/>
                <a:gd name="connsiteY263" fmla="*/ 244830 h 243397"/>
                <a:gd name="connsiteX264" fmla="*/ 93710 w 175179"/>
                <a:gd name="connsiteY264" fmla="*/ 244829 h 243397"/>
                <a:gd name="connsiteX265" fmla="*/ 89418 w 175179"/>
                <a:gd name="connsiteY265" fmla="*/ 244803 h 243397"/>
                <a:gd name="connsiteX266" fmla="*/ 86946 w 175179"/>
                <a:gd name="connsiteY266" fmla="*/ 244791 h 243397"/>
                <a:gd name="connsiteX267" fmla="*/ 85110 w 175179"/>
                <a:gd name="connsiteY267" fmla="*/ 244502 h 243397"/>
                <a:gd name="connsiteX268" fmla="*/ 84366 w 175179"/>
                <a:gd name="connsiteY268" fmla="*/ 242270 h 243397"/>
                <a:gd name="connsiteX269" fmla="*/ 78936 w 175179"/>
                <a:gd name="connsiteY269" fmla="*/ 241398 h 243397"/>
                <a:gd name="connsiteX270" fmla="*/ 77110 w 175179"/>
                <a:gd name="connsiteY270" fmla="*/ 241247 h 243397"/>
                <a:gd name="connsiteX271" fmla="*/ 75355 w 175179"/>
                <a:gd name="connsiteY271" fmla="*/ 241136 h 243397"/>
                <a:gd name="connsiteX272" fmla="*/ 73948 w 175179"/>
                <a:gd name="connsiteY272" fmla="*/ 240782 h 243397"/>
                <a:gd name="connsiteX273" fmla="*/ 73204 w 175179"/>
                <a:gd name="connsiteY273" fmla="*/ 238549 h 243397"/>
                <a:gd name="connsiteX274" fmla="*/ 68018 w 175179"/>
                <a:gd name="connsiteY274" fmla="*/ 238180 h 243397"/>
                <a:gd name="connsiteX275" fmla="*/ 66506 w 175179"/>
                <a:gd name="connsiteY275" fmla="*/ 237805 h 243397"/>
                <a:gd name="connsiteX276" fmla="*/ 65762 w 175179"/>
                <a:gd name="connsiteY276" fmla="*/ 234829 h 243397"/>
                <a:gd name="connsiteX277" fmla="*/ 62786 w 175179"/>
                <a:gd name="connsiteY277" fmla="*/ 234410 h 243397"/>
                <a:gd name="connsiteX278" fmla="*/ 59809 w 175179"/>
                <a:gd name="connsiteY278" fmla="*/ 234084 h 243397"/>
                <a:gd name="connsiteX279" fmla="*/ 59065 w 175179"/>
                <a:gd name="connsiteY279" fmla="*/ 231852 h 243397"/>
                <a:gd name="connsiteX280" fmla="*/ 57158 w 175179"/>
                <a:gd name="connsiteY280" fmla="*/ 231526 h 243397"/>
                <a:gd name="connsiteX281" fmla="*/ 55344 w 175179"/>
                <a:gd name="connsiteY281" fmla="*/ 231108 h 243397"/>
                <a:gd name="connsiteX282" fmla="*/ 55344 w 175179"/>
                <a:gd name="connsiteY282" fmla="*/ 228131 h 243397"/>
                <a:gd name="connsiteX283" fmla="*/ 53158 w 175179"/>
                <a:gd name="connsiteY283" fmla="*/ 227992 h 243397"/>
                <a:gd name="connsiteX284" fmla="*/ 50879 w 175179"/>
                <a:gd name="connsiteY284" fmla="*/ 227387 h 243397"/>
                <a:gd name="connsiteX285" fmla="*/ 50135 w 175179"/>
                <a:gd name="connsiteY285" fmla="*/ 223666 h 243397"/>
                <a:gd name="connsiteX286" fmla="*/ 46415 w 175179"/>
                <a:gd name="connsiteY286" fmla="*/ 223666 h 243397"/>
                <a:gd name="connsiteX287" fmla="*/ 46415 w 175179"/>
                <a:gd name="connsiteY287" fmla="*/ 221434 h 243397"/>
                <a:gd name="connsiteX288" fmla="*/ 43438 w 175179"/>
                <a:gd name="connsiteY288" fmla="*/ 219946 h 243397"/>
                <a:gd name="connsiteX289" fmla="*/ 38973 w 175179"/>
                <a:gd name="connsiteY289" fmla="*/ 213993 h 243397"/>
                <a:gd name="connsiteX290" fmla="*/ 36741 w 175179"/>
                <a:gd name="connsiteY290" fmla="*/ 213248 h 243397"/>
                <a:gd name="connsiteX291" fmla="*/ 35997 w 175179"/>
                <a:gd name="connsiteY291" fmla="*/ 210272 h 243397"/>
                <a:gd name="connsiteX292" fmla="*/ 33764 w 175179"/>
                <a:gd name="connsiteY292" fmla="*/ 208784 h 243397"/>
                <a:gd name="connsiteX293" fmla="*/ 33764 w 175179"/>
                <a:gd name="connsiteY293" fmla="*/ 206551 h 243397"/>
                <a:gd name="connsiteX294" fmla="*/ 32369 w 175179"/>
                <a:gd name="connsiteY294" fmla="*/ 205900 h 243397"/>
                <a:gd name="connsiteX295" fmla="*/ 29299 w 175179"/>
                <a:gd name="connsiteY295" fmla="*/ 201342 h 243397"/>
                <a:gd name="connsiteX296" fmla="*/ 27811 w 175179"/>
                <a:gd name="connsiteY296" fmla="*/ 200598 h 243397"/>
                <a:gd name="connsiteX297" fmla="*/ 27067 w 175179"/>
                <a:gd name="connsiteY297" fmla="*/ 196877 h 243397"/>
                <a:gd name="connsiteX298" fmla="*/ 25579 w 175179"/>
                <a:gd name="connsiteY298" fmla="*/ 196133 h 243397"/>
                <a:gd name="connsiteX299" fmla="*/ 24835 w 175179"/>
                <a:gd name="connsiteY299" fmla="*/ 190180 h 243397"/>
                <a:gd name="connsiteX300" fmla="*/ 22602 w 175179"/>
                <a:gd name="connsiteY300" fmla="*/ 190180 h 243397"/>
                <a:gd name="connsiteX301" fmla="*/ 22370 w 175179"/>
                <a:gd name="connsiteY301" fmla="*/ 187994 h 243397"/>
                <a:gd name="connsiteX302" fmla="*/ 21858 w 175179"/>
                <a:gd name="connsiteY302" fmla="*/ 185715 h 243397"/>
                <a:gd name="connsiteX303" fmla="*/ 19626 w 175179"/>
                <a:gd name="connsiteY303" fmla="*/ 184971 h 243397"/>
                <a:gd name="connsiteX304" fmla="*/ 19207 w 175179"/>
                <a:gd name="connsiteY304" fmla="*/ 181250 h 243397"/>
                <a:gd name="connsiteX305" fmla="*/ 18881 w 175179"/>
                <a:gd name="connsiteY305" fmla="*/ 177530 h 243397"/>
                <a:gd name="connsiteX306" fmla="*/ 17393 w 175179"/>
                <a:gd name="connsiteY306" fmla="*/ 176786 h 243397"/>
                <a:gd name="connsiteX307" fmla="*/ 16977 w 175179"/>
                <a:gd name="connsiteY307" fmla="*/ 170437 h 243397"/>
                <a:gd name="connsiteX308" fmla="*/ 16649 w 175179"/>
                <a:gd name="connsiteY308" fmla="*/ 168600 h 243397"/>
                <a:gd name="connsiteX309" fmla="*/ 14417 w 175179"/>
                <a:gd name="connsiteY309" fmla="*/ 167856 h 243397"/>
                <a:gd name="connsiteX310" fmla="*/ 14114 w 175179"/>
                <a:gd name="connsiteY310" fmla="*/ 164879 h 243397"/>
                <a:gd name="connsiteX311" fmla="*/ 14065 w 175179"/>
                <a:gd name="connsiteY311" fmla="*/ 163066 h 243397"/>
                <a:gd name="connsiteX312" fmla="*/ 14024 w 175179"/>
                <a:gd name="connsiteY312" fmla="*/ 159252 h 243397"/>
                <a:gd name="connsiteX313" fmla="*/ 13975 w 175179"/>
                <a:gd name="connsiteY313" fmla="*/ 157438 h 243397"/>
                <a:gd name="connsiteX314" fmla="*/ 13959 w 175179"/>
                <a:gd name="connsiteY314" fmla="*/ 155764 h 243397"/>
                <a:gd name="connsiteX315" fmla="*/ 13672 w 175179"/>
                <a:gd name="connsiteY315" fmla="*/ 154461 h 243397"/>
                <a:gd name="connsiteX316" fmla="*/ 11440 w 175179"/>
                <a:gd name="connsiteY316" fmla="*/ 153717 h 243397"/>
                <a:gd name="connsiteX317" fmla="*/ 11151 w 175179"/>
                <a:gd name="connsiteY317" fmla="*/ 148248 h 243397"/>
                <a:gd name="connsiteX318" fmla="*/ 11139 w 175179"/>
                <a:gd name="connsiteY318" fmla="*/ 146514 h 243397"/>
                <a:gd name="connsiteX319" fmla="*/ 11144 w 175179"/>
                <a:gd name="connsiteY319" fmla="*/ 140811 h 243397"/>
                <a:gd name="connsiteX320" fmla="*/ 11137 w 175179"/>
                <a:gd name="connsiteY320" fmla="*/ 136866 h 243397"/>
                <a:gd name="connsiteX321" fmla="*/ 11149 w 175179"/>
                <a:gd name="connsiteY321" fmla="*/ 128585 h 243397"/>
                <a:gd name="connsiteX322" fmla="*/ 11141 w 175179"/>
                <a:gd name="connsiteY322" fmla="*/ 117947 h 243397"/>
                <a:gd name="connsiteX323" fmla="*/ 11141 w 175179"/>
                <a:gd name="connsiteY323" fmla="*/ 109797 h 243397"/>
                <a:gd name="connsiteX324" fmla="*/ 11136 w 175179"/>
                <a:gd name="connsiteY324" fmla="*/ 105873 h 243397"/>
                <a:gd name="connsiteX325" fmla="*/ 11151 w 175179"/>
                <a:gd name="connsiteY325" fmla="*/ 100399 h 243397"/>
                <a:gd name="connsiteX326" fmla="*/ 11137 w 175179"/>
                <a:gd name="connsiteY326" fmla="*/ 98745 h 243397"/>
                <a:gd name="connsiteX327" fmla="*/ 11440 w 175179"/>
                <a:gd name="connsiteY327" fmla="*/ 94930 h 243397"/>
                <a:gd name="connsiteX328" fmla="*/ 13672 w 175179"/>
                <a:gd name="connsiteY328" fmla="*/ 94186 h 243397"/>
                <a:gd name="connsiteX329" fmla="*/ 14053 w 175179"/>
                <a:gd name="connsiteY329" fmla="*/ 91183 h 243397"/>
                <a:gd name="connsiteX330" fmla="*/ 14133 w 175179"/>
                <a:gd name="connsiteY330" fmla="*/ 89359 h 243397"/>
                <a:gd name="connsiteX331" fmla="*/ 14184 w 175179"/>
                <a:gd name="connsiteY331" fmla="*/ 87442 h 243397"/>
                <a:gd name="connsiteX332" fmla="*/ 14261 w 175179"/>
                <a:gd name="connsiteY332" fmla="*/ 85516 h 243397"/>
                <a:gd name="connsiteX333" fmla="*/ 14417 w 175179"/>
                <a:gd name="connsiteY333" fmla="*/ 80791 h 243397"/>
                <a:gd name="connsiteX334" fmla="*/ 15905 w 175179"/>
                <a:gd name="connsiteY334" fmla="*/ 80791 h 243397"/>
                <a:gd name="connsiteX335" fmla="*/ 17039 w 175179"/>
                <a:gd name="connsiteY335" fmla="*/ 73655 h 243397"/>
                <a:gd name="connsiteX336" fmla="*/ 19626 w 175179"/>
                <a:gd name="connsiteY336" fmla="*/ 69629 h 243397"/>
                <a:gd name="connsiteX337" fmla="*/ 19626 w 175179"/>
                <a:gd name="connsiteY337" fmla="*/ 66606 h 243397"/>
                <a:gd name="connsiteX338" fmla="*/ 19626 w 175179"/>
                <a:gd name="connsiteY338" fmla="*/ 63676 h 243397"/>
                <a:gd name="connsiteX339" fmla="*/ 21858 w 175179"/>
                <a:gd name="connsiteY339" fmla="*/ 62188 h 243397"/>
                <a:gd name="connsiteX340" fmla="*/ 22370 w 175179"/>
                <a:gd name="connsiteY340" fmla="*/ 59118 h 243397"/>
                <a:gd name="connsiteX341" fmla="*/ 22602 w 175179"/>
                <a:gd name="connsiteY341" fmla="*/ 56235 h 243397"/>
                <a:gd name="connsiteX342" fmla="*/ 24835 w 175179"/>
                <a:gd name="connsiteY342" fmla="*/ 56235 h 243397"/>
                <a:gd name="connsiteX343" fmla="*/ 25579 w 175179"/>
                <a:gd name="connsiteY343" fmla="*/ 50282 h 243397"/>
                <a:gd name="connsiteX344" fmla="*/ 27811 w 175179"/>
                <a:gd name="connsiteY344" fmla="*/ 50282 h 243397"/>
                <a:gd name="connsiteX345" fmla="*/ 27672 w 175179"/>
                <a:gd name="connsiteY345" fmla="*/ 48561 h 243397"/>
                <a:gd name="connsiteX346" fmla="*/ 30044 w 175179"/>
                <a:gd name="connsiteY346" fmla="*/ 44329 h 243397"/>
                <a:gd name="connsiteX347" fmla="*/ 31532 w 175179"/>
                <a:gd name="connsiteY347" fmla="*/ 40608 h 243397"/>
                <a:gd name="connsiteX348" fmla="*/ 33020 w 175179"/>
                <a:gd name="connsiteY348" fmla="*/ 39864 h 243397"/>
                <a:gd name="connsiteX349" fmla="*/ 33764 w 175179"/>
                <a:gd name="connsiteY349" fmla="*/ 38375 h 243397"/>
                <a:gd name="connsiteX350" fmla="*/ 35997 w 175179"/>
                <a:gd name="connsiteY350" fmla="*/ 36143 h 243397"/>
                <a:gd name="connsiteX351" fmla="*/ 36369 w 175179"/>
                <a:gd name="connsiteY351" fmla="*/ 34655 h 243397"/>
                <a:gd name="connsiteX352" fmla="*/ 36741 w 175179"/>
                <a:gd name="connsiteY352" fmla="*/ 33166 h 243397"/>
                <a:gd name="connsiteX353" fmla="*/ 38229 w 175179"/>
                <a:gd name="connsiteY353" fmla="*/ 32422 h 243397"/>
                <a:gd name="connsiteX354" fmla="*/ 38973 w 175179"/>
                <a:gd name="connsiteY354" fmla="*/ 30190 h 243397"/>
                <a:gd name="connsiteX355" fmla="*/ 41206 w 175179"/>
                <a:gd name="connsiteY355" fmla="*/ 29446 h 243397"/>
                <a:gd name="connsiteX356" fmla="*/ 42694 w 175179"/>
                <a:gd name="connsiteY356" fmla="*/ 26469 h 243397"/>
                <a:gd name="connsiteX357" fmla="*/ 44926 w 175179"/>
                <a:gd name="connsiteY357" fmla="*/ 24237 h 243397"/>
                <a:gd name="connsiteX358" fmla="*/ 48647 w 175179"/>
                <a:gd name="connsiteY358" fmla="*/ 19028 h 243397"/>
                <a:gd name="connsiteX359" fmla="*/ 50879 w 175179"/>
                <a:gd name="connsiteY359" fmla="*/ 19074 h 243397"/>
                <a:gd name="connsiteX360" fmla="*/ 53112 w 175179"/>
                <a:gd name="connsiteY360" fmla="*/ 19028 h 243397"/>
                <a:gd name="connsiteX361" fmla="*/ 53856 w 175179"/>
                <a:gd name="connsiteY361" fmla="*/ 16051 h 243397"/>
                <a:gd name="connsiteX362" fmla="*/ 58321 w 175179"/>
                <a:gd name="connsiteY362" fmla="*/ 15307 h 243397"/>
                <a:gd name="connsiteX363" fmla="*/ 58321 w 175179"/>
                <a:gd name="connsiteY363" fmla="*/ 12331 h 243397"/>
                <a:gd name="connsiteX364" fmla="*/ 64274 w 175179"/>
                <a:gd name="connsiteY364" fmla="*/ 12331 h 243397"/>
                <a:gd name="connsiteX365" fmla="*/ 64274 w 175179"/>
                <a:gd name="connsiteY365" fmla="*/ 8610 h 243397"/>
                <a:gd name="connsiteX366" fmla="*/ 65876 w 175179"/>
                <a:gd name="connsiteY366" fmla="*/ 8526 h 243397"/>
                <a:gd name="connsiteX367" fmla="*/ 67948 w 175179"/>
                <a:gd name="connsiteY367" fmla="*/ 8377 h 243397"/>
                <a:gd name="connsiteX368" fmla="*/ 70015 w 175179"/>
                <a:gd name="connsiteY368" fmla="*/ 8246 h 243397"/>
                <a:gd name="connsiteX369" fmla="*/ 71715 w 175179"/>
                <a:gd name="connsiteY369" fmla="*/ 7866 h 243397"/>
                <a:gd name="connsiteX370" fmla="*/ 72460 w 175179"/>
                <a:gd name="connsiteY370" fmla="*/ 5633 h 243397"/>
                <a:gd name="connsiteX371" fmla="*/ 79971 w 175179"/>
                <a:gd name="connsiteY371" fmla="*/ 5264 h 243397"/>
                <a:gd name="connsiteX372" fmla="*/ 82133 w 175179"/>
                <a:gd name="connsiteY372" fmla="*/ 4889 h 243397"/>
                <a:gd name="connsiteX373" fmla="*/ 82376 w 175179"/>
                <a:gd name="connsiteY373" fmla="*/ 3401 h 243397"/>
                <a:gd name="connsiteX374" fmla="*/ 82878 w 175179"/>
                <a:gd name="connsiteY374" fmla="*/ 1913 h 24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175179" h="243397">
                  <a:moveTo>
                    <a:pt x="82878" y="1913"/>
                  </a:moveTo>
                  <a:cubicBezTo>
                    <a:pt x="84685" y="1535"/>
                    <a:pt x="84685" y="1535"/>
                    <a:pt x="87117" y="1527"/>
                  </a:cubicBezTo>
                  <a:cubicBezTo>
                    <a:pt x="88023" y="1518"/>
                    <a:pt x="88930" y="1509"/>
                    <a:pt x="89864" y="1499"/>
                  </a:cubicBezTo>
                  <a:cubicBezTo>
                    <a:pt x="90860" y="1504"/>
                    <a:pt x="91857" y="1510"/>
                    <a:pt x="92854" y="1517"/>
                  </a:cubicBezTo>
                  <a:cubicBezTo>
                    <a:pt x="93869" y="1515"/>
                    <a:pt x="94883" y="1512"/>
                    <a:pt x="95898" y="1509"/>
                  </a:cubicBezTo>
                  <a:cubicBezTo>
                    <a:pt x="98028" y="1504"/>
                    <a:pt x="100157" y="1511"/>
                    <a:pt x="102287" y="1525"/>
                  </a:cubicBezTo>
                  <a:cubicBezTo>
                    <a:pt x="105022" y="1541"/>
                    <a:pt x="107757" y="1532"/>
                    <a:pt x="110492" y="1514"/>
                  </a:cubicBezTo>
                  <a:cubicBezTo>
                    <a:pt x="112589" y="1503"/>
                    <a:pt x="114685" y="1507"/>
                    <a:pt x="116781" y="1514"/>
                  </a:cubicBezTo>
                  <a:cubicBezTo>
                    <a:pt x="117790" y="1516"/>
                    <a:pt x="118799" y="1514"/>
                    <a:pt x="119808" y="1507"/>
                  </a:cubicBezTo>
                  <a:cubicBezTo>
                    <a:pt x="121215" y="1499"/>
                    <a:pt x="122623" y="1513"/>
                    <a:pt x="124031" y="1527"/>
                  </a:cubicBezTo>
                  <a:cubicBezTo>
                    <a:pt x="124833" y="1530"/>
                    <a:pt x="125636" y="1532"/>
                    <a:pt x="126462" y="1535"/>
                  </a:cubicBezTo>
                  <a:cubicBezTo>
                    <a:pt x="127059" y="1659"/>
                    <a:pt x="127655" y="1784"/>
                    <a:pt x="128270" y="1913"/>
                  </a:cubicBezTo>
                  <a:cubicBezTo>
                    <a:pt x="128762" y="3403"/>
                    <a:pt x="128762" y="3403"/>
                    <a:pt x="129014" y="4889"/>
                  </a:cubicBezTo>
                  <a:cubicBezTo>
                    <a:pt x="131423" y="5306"/>
                    <a:pt x="131423" y="5306"/>
                    <a:pt x="134223" y="5261"/>
                  </a:cubicBezTo>
                  <a:cubicBezTo>
                    <a:pt x="137107" y="5284"/>
                    <a:pt x="137107" y="5284"/>
                    <a:pt x="139432" y="5633"/>
                  </a:cubicBezTo>
                  <a:cubicBezTo>
                    <a:pt x="139921" y="7145"/>
                    <a:pt x="139921" y="7145"/>
                    <a:pt x="140176" y="8610"/>
                  </a:cubicBezTo>
                  <a:cubicBezTo>
                    <a:pt x="141741" y="8859"/>
                    <a:pt x="141741" y="8859"/>
                    <a:pt x="143525" y="8610"/>
                  </a:cubicBezTo>
                  <a:cubicBezTo>
                    <a:pt x="145362" y="8424"/>
                    <a:pt x="145362" y="8424"/>
                    <a:pt x="146874" y="8610"/>
                  </a:cubicBezTo>
                  <a:cubicBezTo>
                    <a:pt x="147318" y="10075"/>
                    <a:pt x="147318" y="10075"/>
                    <a:pt x="147618" y="11586"/>
                  </a:cubicBezTo>
                  <a:cubicBezTo>
                    <a:pt x="149105" y="11840"/>
                    <a:pt x="150594" y="12087"/>
                    <a:pt x="152083" y="12331"/>
                  </a:cubicBezTo>
                  <a:cubicBezTo>
                    <a:pt x="152966" y="13819"/>
                    <a:pt x="152966" y="13819"/>
                    <a:pt x="153571" y="15307"/>
                  </a:cubicBezTo>
                  <a:cubicBezTo>
                    <a:pt x="154308" y="15553"/>
                    <a:pt x="155044" y="15798"/>
                    <a:pt x="155803" y="16051"/>
                  </a:cubicBezTo>
                  <a:cubicBezTo>
                    <a:pt x="156126" y="16811"/>
                    <a:pt x="156126" y="16811"/>
                    <a:pt x="156454" y="17586"/>
                  </a:cubicBezTo>
                  <a:cubicBezTo>
                    <a:pt x="156869" y="18300"/>
                    <a:pt x="156869" y="18300"/>
                    <a:pt x="157292" y="19028"/>
                  </a:cubicBezTo>
                  <a:cubicBezTo>
                    <a:pt x="157921" y="19028"/>
                    <a:pt x="158550" y="19028"/>
                    <a:pt x="159198" y="19028"/>
                  </a:cubicBezTo>
                  <a:cubicBezTo>
                    <a:pt x="159797" y="19028"/>
                    <a:pt x="160396" y="19028"/>
                    <a:pt x="161012" y="19028"/>
                  </a:cubicBezTo>
                  <a:cubicBezTo>
                    <a:pt x="161477" y="20423"/>
                    <a:pt x="161477" y="20423"/>
                    <a:pt x="161756" y="22004"/>
                  </a:cubicBezTo>
                  <a:cubicBezTo>
                    <a:pt x="162493" y="22496"/>
                    <a:pt x="163230" y="22987"/>
                    <a:pt x="163989" y="23493"/>
                  </a:cubicBezTo>
                  <a:cubicBezTo>
                    <a:pt x="164234" y="24229"/>
                    <a:pt x="164480" y="24966"/>
                    <a:pt x="164733" y="25725"/>
                  </a:cubicBezTo>
                  <a:cubicBezTo>
                    <a:pt x="165470" y="26216"/>
                    <a:pt x="166206" y="26707"/>
                    <a:pt x="166965" y="27213"/>
                  </a:cubicBezTo>
                  <a:cubicBezTo>
                    <a:pt x="167211" y="27950"/>
                    <a:pt x="167457" y="28687"/>
                    <a:pt x="167710" y="29446"/>
                  </a:cubicBezTo>
                  <a:cubicBezTo>
                    <a:pt x="168446" y="29937"/>
                    <a:pt x="169183" y="30428"/>
                    <a:pt x="169942" y="30934"/>
                  </a:cubicBezTo>
                  <a:cubicBezTo>
                    <a:pt x="170443" y="32172"/>
                    <a:pt x="170940" y="33412"/>
                    <a:pt x="171430" y="34655"/>
                  </a:cubicBezTo>
                  <a:cubicBezTo>
                    <a:pt x="171921" y="34655"/>
                    <a:pt x="172413" y="34655"/>
                    <a:pt x="172919" y="34655"/>
                  </a:cubicBezTo>
                  <a:cubicBezTo>
                    <a:pt x="173034" y="35898"/>
                    <a:pt x="173034" y="35898"/>
                    <a:pt x="173151" y="37166"/>
                  </a:cubicBezTo>
                  <a:cubicBezTo>
                    <a:pt x="173320" y="38056"/>
                    <a:pt x="173489" y="38947"/>
                    <a:pt x="173663" y="39864"/>
                  </a:cubicBezTo>
                  <a:cubicBezTo>
                    <a:pt x="174399" y="40355"/>
                    <a:pt x="175136" y="40846"/>
                    <a:pt x="175895" y="41352"/>
                  </a:cubicBezTo>
                  <a:cubicBezTo>
                    <a:pt x="176035" y="44050"/>
                    <a:pt x="176035" y="44050"/>
                    <a:pt x="175895" y="46561"/>
                  </a:cubicBezTo>
                  <a:cubicBezTo>
                    <a:pt x="176632" y="46561"/>
                    <a:pt x="177369" y="46561"/>
                    <a:pt x="178128" y="46561"/>
                  </a:cubicBezTo>
                  <a:cubicBezTo>
                    <a:pt x="178619" y="48026"/>
                    <a:pt x="178619" y="48026"/>
                    <a:pt x="178918" y="49910"/>
                  </a:cubicBezTo>
                  <a:cubicBezTo>
                    <a:pt x="179182" y="51736"/>
                    <a:pt x="179182" y="51736"/>
                    <a:pt x="179616" y="53258"/>
                  </a:cubicBezTo>
                  <a:cubicBezTo>
                    <a:pt x="180107" y="53258"/>
                    <a:pt x="180598" y="53258"/>
                    <a:pt x="181104" y="53258"/>
                  </a:cubicBezTo>
                  <a:cubicBezTo>
                    <a:pt x="181146" y="54132"/>
                    <a:pt x="181146" y="54132"/>
                    <a:pt x="181188" y="55023"/>
                  </a:cubicBezTo>
                  <a:cubicBezTo>
                    <a:pt x="181237" y="55776"/>
                    <a:pt x="181286" y="56529"/>
                    <a:pt x="181337" y="57305"/>
                  </a:cubicBezTo>
                  <a:cubicBezTo>
                    <a:pt x="181401" y="58431"/>
                    <a:pt x="181401" y="58431"/>
                    <a:pt x="181467" y="59581"/>
                  </a:cubicBezTo>
                  <a:cubicBezTo>
                    <a:pt x="181593" y="60195"/>
                    <a:pt x="181719" y="60810"/>
                    <a:pt x="181848" y="61444"/>
                  </a:cubicBezTo>
                  <a:cubicBezTo>
                    <a:pt x="182585" y="61689"/>
                    <a:pt x="183322" y="61935"/>
                    <a:pt x="184081" y="62188"/>
                  </a:cubicBezTo>
                  <a:cubicBezTo>
                    <a:pt x="184346" y="63559"/>
                    <a:pt x="184346" y="63559"/>
                    <a:pt x="184325" y="65327"/>
                  </a:cubicBezTo>
                  <a:cubicBezTo>
                    <a:pt x="184321" y="65959"/>
                    <a:pt x="184317" y="66592"/>
                    <a:pt x="184313" y="67243"/>
                  </a:cubicBezTo>
                  <a:cubicBezTo>
                    <a:pt x="184290" y="68240"/>
                    <a:pt x="184290" y="68240"/>
                    <a:pt x="184267" y="69257"/>
                  </a:cubicBezTo>
                  <a:cubicBezTo>
                    <a:pt x="184263" y="69922"/>
                    <a:pt x="184259" y="70587"/>
                    <a:pt x="184255" y="71272"/>
                  </a:cubicBezTo>
                  <a:cubicBezTo>
                    <a:pt x="184195" y="76212"/>
                    <a:pt x="184195" y="76212"/>
                    <a:pt x="183337" y="77071"/>
                  </a:cubicBezTo>
                  <a:cubicBezTo>
                    <a:pt x="180640" y="77222"/>
                    <a:pt x="177944" y="77309"/>
                    <a:pt x="175244" y="77388"/>
                  </a:cubicBezTo>
                  <a:cubicBezTo>
                    <a:pt x="174477" y="77529"/>
                    <a:pt x="173709" y="77670"/>
                    <a:pt x="172919" y="77815"/>
                  </a:cubicBezTo>
                  <a:cubicBezTo>
                    <a:pt x="172796" y="78308"/>
                    <a:pt x="172673" y="78801"/>
                    <a:pt x="172546" y="79309"/>
                  </a:cubicBezTo>
                  <a:cubicBezTo>
                    <a:pt x="172424" y="79798"/>
                    <a:pt x="172301" y="80287"/>
                    <a:pt x="172174" y="80791"/>
                  </a:cubicBezTo>
                  <a:cubicBezTo>
                    <a:pt x="169849" y="81166"/>
                    <a:pt x="169849" y="81166"/>
                    <a:pt x="166965" y="81210"/>
                  </a:cubicBezTo>
                  <a:cubicBezTo>
                    <a:pt x="164169" y="81209"/>
                    <a:pt x="164169" y="81209"/>
                    <a:pt x="161756" y="81536"/>
                  </a:cubicBezTo>
                  <a:cubicBezTo>
                    <a:pt x="161511" y="82272"/>
                    <a:pt x="161265" y="83009"/>
                    <a:pt x="161012" y="83768"/>
                  </a:cubicBezTo>
                  <a:cubicBezTo>
                    <a:pt x="159152" y="83954"/>
                    <a:pt x="159152" y="83954"/>
                    <a:pt x="157292" y="83768"/>
                  </a:cubicBezTo>
                  <a:cubicBezTo>
                    <a:pt x="155517" y="81993"/>
                    <a:pt x="156251" y="77408"/>
                    <a:pt x="156158" y="75004"/>
                  </a:cubicBezTo>
                  <a:cubicBezTo>
                    <a:pt x="156041" y="74213"/>
                    <a:pt x="155924" y="73421"/>
                    <a:pt x="155803" y="72606"/>
                  </a:cubicBezTo>
                  <a:cubicBezTo>
                    <a:pt x="155067" y="72115"/>
                    <a:pt x="154330" y="71624"/>
                    <a:pt x="153571" y="71118"/>
                  </a:cubicBezTo>
                  <a:cubicBezTo>
                    <a:pt x="153242" y="69371"/>
                    <a:pt x="153242" y="69371"/>
                    <a:pt x="153152" y="67350"/>
                  </a:cubicBezTo>
                  <a:cubicBezTo>
                    <a:pt x="153090" y="65382"/>
                    <a:pt x="153090" y="65382"/>
                    <a:pt x="152827" y="63676"/>
                  </a:cubicBezTo>
                  <a:cubicBezTo>
                    <a:pt x="152336" y="63431"/>
                    <a:pt x="151845" y="63185"/>
                    <a:pt x="151338" y="62932"/>
                  </a:cubicBezTo>
                  <a:cubicBezTo>
                    <a:pt x="151177" y="61643"/>
                    <a:pt x="151177" y="61643"/>
                    <a:pt x="151013" y="60328"/>
                  </a:cubicBezTo>
                  <a:cubicBezTo>
                    <a:pt x="150875" y="59468"/>
                    <a:pt x="150737" y="58609"/>
                    <a:pt x="150594" y="57723"/>
                  </a:cubicBezTo>
                  <a:cubicBezTo>
                    <a:pt x="149858" y="57478"/>
                    <a:pt x="149121" y="57232"/>
                    <a:pt x="148362" y="56979"/>
                  </a:cubicBezTo>
                  <a:cubicBezTo>
                    <a:pt x="148222" y="55072"/>
                    <a:pt x="148222" y="55072"/>
                    <a:pt x="148362" y="53258"/>
                  </a:cubicBezTo>
                  <a:cubicBezTo>
                    <a:pt x="147625" y="53258"/>
                    <a:pt x="146889" y="53258"/>
                    <a:pt x="146130" y="53258"/>
                  </a:cubicBezTo>
                  <a:cubicBezTo>
                    <a:pt x="145874" y="52268"/>
                    <a:pt x="145626" y="51276"/>
                    <a:pt x="145385" y="50282"/>
                  </a:cubicBezTo>
                  <a:cubicBezTo>
                    <a:pt x="144649" y="50036"/>
                    <a:pt x="143912" y="49791"/>
                    <a:pt x="143153" y="49538"/>
                  </a:cubicBezTo>
                  <a:cubicBezTo>
                    <a:pt x="142907" y="48801"/>
                    <a:pt x="142662" y="48064"/>
                    <a:pt x="142409" y="47305"/>
                  </a:cubicBezTo>
                  <a:cubicBezTo>
                    <a:pt x="141795" y="47060"/>
                    <a:pt x="141181" y="46814"/>
                    <a:pt x="140548" y="46561"/>
                  </a:cubicBezTo>
                  <a:cubicBezTo>
                    <a:pt x="139935" y="46315"/>
                    <a:pt x="139321" y="46070"/>
                    <a:pt x="138688" y="45817"/>
                  </a:cubicBezTo>
                  <a:cubicBezTo>
                    <a:pt x="138443" y="45080"/>
                    <a:pt x="138197" y="44343"/>
                    <a:pt x="137944" y="43584"/>
                  </a:cubicBezTo>
                  <a:cubicBezTo>
                    <a:pt x="135695" y="43034"/>
                    <a:pt x="135695" y="43034"/>
                    <a:pt x="133479" y="42840"/>
                  </a:cubicBezTo>
                  <a:cubicBezTo>
                    <a:pt x="133479" y="41858"/>
                    <a:pt x="133479" y="40876"/>
                    <a:pt x="133479" y="39864"/>
                  </a:cubicBezTo>
                  <a:cubicBezTo>
                    <a:pt x="132512" y="39925"/>
                    <a:pt x="131545" y="39987"/>
                    <a:pt x="130549" y="40050"/>
                  </a:cubicBezTo>
                  <a:cubicBezTo>
                    <a:pt x="128901" y="40154"/>
                    <a:pt x="128901" y="40154"/>
                    <a:pt x="127526" y="39864"/>
                  </a:cubicBezTo>
                  <a:cubicBezTo>
                    <a:pt x="127457" y="39380"/>
                    <a:pt x="127388" y="38897"/>
                    <a:pt x="127317" y="38399"/>
                  </a:cubicBezTo>
                  <a:cubicBezTo>
                    <a:pt x="127140" y="37900"/>
                    <a:pt x="126964" y="37401"/>
                    <a:pt x="126782" y="36887"/>
                  </a:cubicBezTo>
                  <a:cubicBezTo>
                    <a:pt x="124814" y="36532"/>
                    <a:pt x="123132" y="36369"/>
                    <a:pt x="121154" y="36329"/>
                  </a:cubicBezTo>
                  <a:cubicBezTo>
                    <a:pt x="120625" y="36307"/>
                    <a:pt x="120096" y="36285"/>
                    <a:pt x="119551" y="36262"/>
                  </a:cubicBezTo>
                  <a:cubicBezTo>
                    <a:pt x="118241" y="36209"/>
                    <a:pt x="116930" y="36175"/>
                    <a:pt x="115620" y="36143"/>
                  </a:cubicBezTo>
                  <a:cubicBezTo>
                    <a:pt x="115620" y="35161"/>
                    <a:pt x="115620" y="34179"/>
                    <a:pt x="115620" y="33166"/>
                  </a:cubicBezTo>
                  <a:cubicBezTo>
                    <a:pt x="112411" y="33081"/>
                    <a:pt x="109202" y="33027"/>
                    <a:pt x="105992" y="32980"/>
                  </a:cubicBezTo>
                  <a:cubicBezTo>
                    <a:pt x="105076" y="32956"/>
                    <a:pt x="104159" y="32931"/>
                    <a:pt x="103215" y="32905"/>
                  </a:cubicBezTo>
                  <a:cubicBezTo>
                    <a:pt x="102344" y="32895"/>
                    <a:pt x="101474" y="32886"/>
                    <a:pt x="100577" y="32876"/>
                  </a:cubicBezTo>
                  <a:cubicBezTo>
                    <a:pt x="99770" y="32860"/>
                    <a:pt x="98964" y="32845"/>
                    <a:pt x="98133" y="32829"/>
                  </a:cubicBezTo>
                  <a:cubicBezTo>
                    <a:pt x="97519" y="32940"/>
                    <a:pt x="96905" y="33052"/>
                    <a:pt x="96272" y="33166"/>
                  </a:cubicBezTo>
                  <a:cubicBezTo>
                    <a:pt x="95779" y="34638"/>
                    <a:pt x="95779" y="34638"/>
                    <a:pt x="95528" y="36143"/>
                  </a:cubicBezTo>
                  <a:cubicBezTo>
                    <a:pt x="92779" y="36484"/>
                    <a:pt x="90166" y="36520"/>
                    <a:pt x="87403" y="36506"/>
                  </a:cubicBezTo>
                  <a:cubicBezTo>
                    <a:pt x="85502" y="36512"/>
                    <a:pt x="85502" y="36512"/>
                    <a:pt x="82878" y="36887"/>
                  </a:cubicBezTo>
                  <a:cubicBezTo>
                    <a:pt x="82390" y="38364"/>
                    <a:pt x="82390" y="38364"/>
                    <a:pt x="82133" y="39864"/>
                  </a:cubicBezTo>
                  <a:cubicBezTo>
                    <a:pt x="80112" y="40291"/>
                    <a:pt x="78258" y="39996"/>
                    <a:pt x="76180" y="39864"/>
                  </a:cubicBezTo>
                  <a:cubicBezTo>
                    <a:pt x="76180" y="40846"/>
                    <a:pt x="76180" y="41828"/>
                    <a:pt x="76180" y="42840"/>
                  </a:cubicBezTo>
                  <a:cubicBezTo>
                    <a:pt x="75459" y="42902"/>
                    <a:pt x="74738" y="42963"/>
                    <a:pt x="73994" y="43026"/>
                  </a:cubicBezTo>
                  <a:cubicBezTo>
                    <a:pt x="73242" y="43211"/>
                    <a:pt x="72490" y="43395"/>
                    <a:pt x="71715" y="43584"/>
                  </a:cubicBezTo>
                  <a:cubicBezTo>
                    <a:pt x="71593" y="44091"/>
                    <a:pt x="71470" y="44597"/>
                    <a:pt x="71343" y="45119"/>
                  </a:cubicBezTo>
                  <a:cubicBezTo>
                    <a:pt x="71221" y="45595"/>
                    <a:pt x="71098" y="46071"/>
                    <a:pt x="70971" y="46561"/>
                  </a:cubicBezTo>
                  <a:cubicBezTo>
                    <a:pt x="69483" y="46561"/>
                    <a:pt x="67995" y="46561"/>
                    <a:pt x="66506" y="46561"/>
                  </a:cubicBezTo>
                  <a:cubicBezTo>
                    <a:pt x="65526" y="47963"/>
                    <a:pt x="65526" y="47963"/>
                    <a:pt x="65018" y="49538"/>
                  </a:cubicBezTo>
                  <a:cubicBezTo>
                    <a:pt x="64281" y="49906"/>
                    <a:pt x="64281" y="49906"/>
                    <a:pt x="63530" y="50282"/>
                  </a:cubicBezTo>
                  <a:cubicBezTo>
                    <a:pt x="63162" y="51387"/>
                    <a:pt x="63162" y="51387"/>
                    <a:pt x="62786" y="52514"/>
                  </a:cubicBezTo>
                  <a:cubicBezTo>
                    <a:pt x="61546" y="53754"/>
                    <a:pt x="60305" y="54995"/>
                    <a:pt x="59065" y="56235"/>
                  </a:cubicBezTo>
                  <a:cubicBezTo>
                    <a:pt x="58547" y="57216"/>
                    <a:pt x="58044" y="58205"/>
                    <a:pt x="57577" y="59211"/>
                  </a:cubicBezTo>
                  <a:cubicBezTo>
                    <a:pt x="56840" y="59580"/>
                    <a:pt x="56840" y="59580"/>
                    <a:pt x="56088" y="59956"/>
                  </a:cubicBezTo>
                  <a:cubicBezTo>
                    <a:pt x="55966" y="60569"/>
                    <a:pt x="55843" y="61183"/>
                    <a:pt x="55716" y="61816"/>
                  </a:cubicBezTo>
                  <a:cubicBezTo>
                    <a:pt x="55594" y="62430"/>
                    <a:pt x="55471" y="63044"/>
                    <a:pt x="55344" y="63676"/>
                  </a:cubicBezTo>
                  <a:cubicBezTo>
                    <a:pt x="54608" y="64045"/>
                    <a:pt x="54608" y="64045"/>
                    <a:pt x="53856" y="64420"/>
                  </a:cubicBezTo>
                  <a:cubicBezTo>
                    <a:pt x="53488" y="65525"/>
                    <a:pt x="53488" y="65525"/>
                    <a:pt x="53112" y="66653"/>
                  </a:cubicBezTo>
                  <a:cubicBezTo>
                    <a:pt x="52368" y="68885"/>
                    <a:pt x="52368" y="68885"/>
                    <a:pt x="50879" y="69629"/>
                  </a:cubicBezTo>
                  <a:cubicBezTo>
                    <a:pt x="50532" y="71211"/>
                    <a:pt x="50532" y="71211"/>
                    <a:pt x="50414" y="73025"/>
                  </a:cubicBezTo>
                  <a:cubicBezTo>
                    <a:pt x="50359" y="73639"/>
                    <a:pt x="50303" y="74254"/>
                    <a:pt x="50246" y="74888"/>
                  </a:cubicBezTo>
                  <a:cubicBezTo>
                    <a:pt x="50209" y="75363"/>
                    <a:pt x="50173" y="75837"/>
                    <a:pt x="50135" y="76327"/>
                  </a:cubicBezTo>
                  <a:cubicBezTo>
                    <a:pt x="49153" y="76327"/>
                    <a:pt x="48171" y="76327"/>
                    <a:pt x="47159" y="76327"/>
                  </a:cubicBezTo>
                  <a:cubicBezTo>
                    <a:pt x="47159" y="79028"/>
                    <a:pt x="47159" y="81729"/>
                    <a:pt x="47159" y="84512"/>
                  </a:cubicBezTo>
                  <a:cubicBezTo>
                    <a:pt x="46422" y="84512"/>
                    <a:pt x="45685" y="84512"/>
                    <a:pt x="44926" y="84512"/>
                  </a:cubicBezTo>
                  <a:cubicBezTo>
                    <a:pt x="44890" y="85417"/>
                    <a:pt x="44853" y="86321"/>
                    <a:pt x="44816" y="87253"/>
                  </a:cubicBezTo>
                  <a:cubicBezTo>
                    <a:pt x="44760" y="88433"/>
                    <a:pt x="44704" y="89612"/>
                    <a:pt x="44647" y="90791"/>
                  </a:cubicBezTo>
                  <a:cubicBezTo>
                    <a:pt x="44613" y="91687"/>
                    <a:pt x="44613" y="91687"/>
                    <a:pt x="44578" y="92600"/>
                  </a:cubicBezTo>
                  <a:cubicBezTo>
                    <a:pt x="44500" y="94125"/>
                    <a:pt x="44347" y="95645"/>
                    <a:pt x="44182" y="97163"/>
                  </a:cubicBezTo>
                  <a:cubicBezTo>
                    <a:pt x="43691" y="97408"/>
                    <a:pt x="43200" y="97654"/>
                    <a:pt x="42694" y="97907"/>
                  </a:cubicBezTo>
                  <a:cubicBezTo>
                    <a:pt x="42444" y="100122"/>
                    <a:pt x="42444" y="100122"/>
                    <a:pt x="42457" y="102841"/>
                  </a:cubicBezTo>
                  <a:cubicBezTo>
                    <a:pt x="42445" y="103614"/>
                    <a:pt x="42445" y="103614"/>
                    <a:pt x="42434" y="104403"/>
                  </a:cubicBezTo>
                  <a:cubicBezTo>
                    <a:pt x="42411" y="106114"/>
                    <a:pt x="42398" y="107825"/>
                    <a:pt x="42386" y="109537"/>
                  </a:cubicBezTo>
                  <a:cubicBezTo>
                    <a:pt x="42372" y="110720"/>
                    <a:pt x="42357" y="111904"/>
                    <a:pt x="42342" y="113087"/>
                  </a:cubicBezTo>
                  <a:cubicBezTo>
                    <a:pt x="42304" y="116208"/>
                    <a:pt x="42274" y="119329"/>
                    <a:pt x="42247" y="122450"/>
                  </a:cubicBezTo>
                  <a:cubicBezTo>
                    <a:pt x="42217" y="125632"/>
                    <a:pt x="42179" y="128814"/>
                    <a:pt x="42142" y="131996"/>
                  </a:cubicBezTo>
                  <a:cubicBezTo>
                    <a:pt x="42070" y="138244"/>
                    <a:pt x="42007" y="144492"/>
                    <a:pt x="41950" y="150741"/>
                  </a:cubicBezTo>
                  <a:cubicBezTo>
                    <a:pt x="42687" y="150741"/>
                    <a:pt x="43423" y="150741"/>
                    <a:pt x="44182" y="150741"/>
                  </a:cubicBezTo>
                  <a:cubicBezTo>
                    <a:pt x="44551" y="157371"/>
                    <a:pt x="44551" y="157371"/>
                    <a:pt x="44926" y="164135"/>
                  </a:cubicBezTo>
                  <a:cubicBezTo>
                    <a:pt x="45663" y="164135"/>
                    <a:pt x="46400" y="164135"/>
                    <a:pt x="47159" y="164135"/>
                  </a:cubicBezTo>
                  <a:cubicBezTo>
                    <a:pt x="47201" y="164928"/>
                    <a:pt x="47201" y="164928"/>
                    <a:pt x="47243" y="165737"/>
                  </a:cubicBezTo>
                  <a:cubicBezTo>
                    <a:pt x="47316" y="166763"/>
                    <a:pt x="47316" y="166763"/>
                    <a:pt x="47391" y="167809"/>
                  </a:cubicBezTo>
                  <a:cubicBezTo>
                    <a:pt x="47435" y="168491"/>
                    <a:pt x="47478" y="169173"/>
                    <a:pt x="47522" y="169876"/>
                  </a:cubicBezTo>
                  <a:cubicBezTo>
                    <a:pt x="47648" y="170437"/>
                    <a:pt x="47773" y="170998"/>
                    <a:pt x="47903" y="171577"/>
                  </a:cubicBezTo>
                  <a:cubicBezTo>
                    <a:pt x="48640" y="171822"/>
                    <a:pt x="49376" y="172068"/>
                    <a:pt x="50135" y="172321"/>
                  </a:cubicBezTo>
                  <a:cubicBezTo>
                    <a:pt x="50414" y="174053"/>
                    <a:pt x="50662" y="175789"/>
                    <a:pt x="50879" y="177530"/>
                  </a:cubicBezTo>
                  <a:cubicBezTo>
                    <a:pt x="51371" y="177775"/>
                    <a:pt x="51862" y="178021"/>
                    <a:pt x="52368" y="178274"/>
                  </a:cubicBezTo>
                  <a:cubicBezTo>
                    <a:pt x="52671" y="180001"/>
                    <a:pt x="52922" y="181739"/>
                    <a:pt x="53112" y="183483"/>
                  </a:cubicBezTo>
                  <a:cubicBezTo>
                    <a:pt x="53849" y="183483"/>
                    <a:pt x="54585" y="183483"/>
                    <a:pt x="55344" y="183483"/>
                  </a:cubicBezTo>
                  <a:cubicBezTo>
                    <a:pt x="55275" y="184381"/>
                    <a:pt x="55275" y="184381"/>
                    <a:pt x="55205" y="185297"/>
                  </a:cubicBezTo>
                  <a:cubicBezTo>
                    <a:pt x="55251" y="185926"/>
                    <a:pt x="55297" y="186555"/>
                    <a:pt x="55344" y="187204"/>
                  </a:cubicBezTo>
                  <a:cubicBezTo>
                    <a:pt x="56081" y="187449"/>
                    <a:pt x="56818" y="187695"/>
                    <a:pt x="57577" y="187948"/>
                  </a:cubicBezTo>
                  <a:cubicBezTo>
                    <a:pt x="58556" y="189134"/>
                    <a:pt x="58556" y="189134"/>
                    <a:pt x="59484" y="190552"/>
                  </a:cubicBezTo>
                  <a:cubicBezTo>
                    <a:pt x="60789" y="192603"/>
                    <a:pt x="60789" y="192603"/>
                    <a:pt x="62786" y="193901"/>
                  </a:cubicBezTo>
                  <a:cubicBezTo>
                    <a:pt x="63154" y="195006"/>
                    <a:pt x="63154" y="195006"/>
                    <a:pt x="63530" y="196133"/>
                  </a:cubicBezTo>
                  <a:cubicBezTo>
                    <a:pt x="64021" y="196256"/>
                    <a:pt x="64512" y="196379"/>
                    <a:pt x="65018" y="196505"/>
                  </a:cubicBezTo>
                  <a:cubicBezTo>
                    <a:pt x="65509" y="196628"/>
                    <a:pt x="66000" y="196751"/>
                    <a:pt x="66506" y="196877"/>
                  </a:cubicBezTo>
                  <a:cubicBezTo>
                    <a:pt x="66875" y="197982"/>
                    <a:pt x="66875" y="197982"/>
                    <a:pt x="67251" y="199110"/>
                  </a:cubicBezTo>
                  <a:cubicBezTo>
                    <a:pt x="67865" y="199355"/>
                    <a:pt x="68478" y="199601"/>
                    <a:pt x="69111" y="199854"/>
                  </a:cubicBezTo>
                  <a:cubicBezTo>
                    <a:pt x="69725" y="200100"/>
                    <a:pt x="70339" y="200345"/>
                    <a:pt x="70971" y="200598"/>
                  </a:cubicBezTo>
                  <a:cubicBezTo>
                    <a:pt x="71340" y="201703"/>
                    <a:pt x="71340" y="201703"/>
                    <a:pt x="71715" y="202831"/>
                  </a:cubicBezTo>
                  <a:cubicBezTo>
                    <a:pt x="74339" y="203382"/>
                    <a:pt x="74339" y="203382"/>
                    <a:pt x="76924" y="203575"/>
                  </a:cubicBezTo>
                  <a:cubicBezTo>
                    <a:pt x="76924" y="204557"/>
                    <a:pt x="76924" y="205539"/>
                    <a:pt x="76924" y="206551"/>
                  </a:cubicBezTo>
                  <a:cubicBezTo>
                    <a:pt x="77453" y="206579"/>
                    <a:pt x="77982" y="206607"/>
                    <a:pt x="78526" y="206636"/>
                  </a:cubicBezTo>
                  <a:cubicBezTo>
                    <a:pt x="79552" y="206709"/>
                    <a:pt x="79552" y="206709"/>
                    <a:pt x="80599" y="206784"/>
                  </a:cubicBezTo>
                  <a:cubicBezTo>
                    <a:pt x="81281" y="206827"/>
                    <a:pt x="81963" y="206870"/>
                    <a:pt x="82665" y="206915"/>
                  </a:cubicBezTo>
                  <a:cubicBezTo>
                    <a:pt x="83227" y="207040"/>
                    <a:pt x="83788" y="207166"/>
                    <a:pt x="84366" y="207295"/>
                  </a:cubicBezTo>
                  <a:cubicBezTo>
                    <a:pt x="84734" y="208400"/>
                    <a:pt x="84734" y="208400"/>
                    <a:pt x="85110" y="209528"/>
                  </a:cubicBezTo>
                  <a:cubicBezTo>
                    <a:pt x="87839" y="209796"/>
                    <a:pt x="90496" y="209853"/>
                    <a:pt x="93234" y="209855"/>
                  </a:cubicBezTo>
                  <a:cubicBezTo>
                    <a:pt x="94947" y="209897"/>
                    <a:pt x="94947" y="209897"/>
                    <a:pt x="97760" y="210272"/>
                  </a:cubicBezTo>
                  <a:cubicBezTo>
                    <a:pt x="97863" y="210763"/>
                    <a:pt x="97966" y="211253"/>
                    <a:pt x="98071" y="211759"/>
                  </a:cubicBezTo>
                  <a:cubicBezTo>
                    <a:pt x="98286" y="212496"/>
                    <a:pt x="98286" y="212496"/>
                    <a:pt x="98504" y="213248"/>
                  </a:cubicBezTo>
                  <a:cubicBezTo>
                    <a:pt x="100215" y="213714"/>
                    <a:pt x="100215" y="213714"/>
                    <a:pt x="102295" y="213644"/>
                  </a:cubicBezTo>
                  <a:cubicBezTo>
                    <a:pt x="103061" y="213648"/>
                    <a:pt x="103828" y="213651"/>
                    <a:pt x="104617" y="213655"/>
                  </a:cubicBezTo>
                  <a:cubicBezTo>
                    <a:pt x="105424" y="213644"/>
                    <a:pt x="106231" y="213632"/>
                    <a:pt x="107062" y="213621"/>
                  </a:cubicBezTo>
                  <a:cubicBezTo>
                    <a:pt x="107869" y="213632"/>
                    <a:pt x="108676" y="213644"/>
                    <a:pt x="109507" y="213655"/>
                  </a:cubicBezTo>
                  <a:cubicBezTo>
                    <a:pt x="110273" y="213652"/>
                    <a:pt x="111040" y="213648"/>
                    <a:pt x="111829" y="213644"/>
                  </a:cubicBezTo>
                  <a:cubicBezTo>
                    <a:pt x="112538" y="213640"/>
                    <a:pt x="113246" y="213637"/>
                    <a:pt x="113976" y="213634"/>
                  </a:cubicBezTo>
                  <a:cubicBezTo>
                    <a:pt x="114518" y="213507"/>
                    <a:pt x="115061" y="213379"/>
                    <a:pt x="115620" y="213248"/>
                  </a:cubicBezTo>
                  <a:cubicBezTo>
                    <a:pt x="116084" y="211770"/>
                    <a:pt x="116084" y="211770"/>
                    <a:pt x="116364" y="210272"/>
                  </a:cubicBezTo>
                  <a:cubicBezTo>
                    <a:pt x="118426" y="209980"/>
                    <a:pt x="120251" y="209855"/>
                    <a:pt x="122317" y="209853"/>
                  </a:cubicBezTo>
                  <a:cubicBezTo>
                    <a:pt x="124343" y="209841"/>
                    <a:pt x="126247" y="209739"/>
                    <a:pt x="128270" y="209528"/>
                  </a:cubicBezTo>
                  <a:cubicBezTo>
                    <a:pt x="128516" y="208791"/>
                    <a:pt x="128761" y="208054"/>
                    <a:pt x="129014" y="207295"/>
                  </a:cubicBezTo>
                  <a:cubicBezTo>
                    <a:pt x="130715" y="206915"/>
                    <a:pt x="130715" y="206915"/>
                    <a:pt x="132781" y="206784"/>
                  </a:cubicBezTo>
                  <a:cubicBezTo>
                    <a:pt x="133465" y="206735"/>
                    <a:pt x="134149" y="206686"/>
                    <a:pt x="134854" y="206636"/>
                  </a:cubicBezTo>
                  <a:cubicBezTo>
                    <a:pt x="135383" y="206608"/>
                    <a:pt x="135911" y="206580"/>
                    <a:pt x="136456" y="206551"/>
                  </a:cubicBezTo>
                  <a:cubicBezTo>
                    <a:pt x="136456" y="205569"/>
                    <a:pt x="136456" y="204587"/>
                    <a:pt x="136456" y="203575"/>
                  </a:cubicBezTo>
                  <a:cubicBezTo>
                    <a:pt x="137982" y="203454"/>
                    <a:pt x="139508" y="203332"/>
                    <a:pt x="141034" y="203211"/>
                  </a:cubicBezTo>
                  <a:cubicBezTo>
                    <a:pt x="141488" y="203086"/>
                    <a:pt x="141941" y="202960"/>
                    <a:pt x="142409" y="202831"/>
                  </a:cubicBezTo>
                  <a:cubicBezTo>
                    <a:pt x="142654" y="202094"/>
                    <a:pt x="142900" y="201357"/>
                    <a:pt x="143153" y="200598"/>
                  </a:cubicBezTo>
                  <a:cubicBezTo>
                    <a:pt x="145804" y="200087"/>
                    <a:pt x="145804" y="200087"/>
                    <a:pt x="148362" y="199854"/>
                  </a:cubicBezTo>
                  <a:cubicBezTo>
                    <a:pt x="148362" y="198872"/>
                    <a:pt x="148362" y="197889"/>
                    <a:pt x="148362" y="196877"/>
                  </a:cubicBezTo>
                  <a:cubicBezTo>
                    <a:pt x="149601" y="196623"/>
                    <a:pt x="150841" y="196375"/>
                    <a:pt x="152083" y="196133"/>
                  </a:cubicBezTo>
                  <a:cubicBezTo>
                    <a:pt x="152749" y="194648"/>
                    <a:pt x="152749" y="194648"/>
                    <a:pt x="152827" y="193157"/>
                  </a:cubicBezTo>
                  <a:cubicBezTo>
                    <a:pt x="154055" y="193402"/>
                    <a:pt x="155282" y="193648"/>
                    <a:pt x="156547" y="193901"/>
                  </a:cubicBezTo>
                  <a:cubicBezTo>
                    <a:pt x="156640" y="193425"/>
                    <a:pt x="156732" y="192949"/>
                    <a:pt x="156827" y="192459"/>
                  </a:cubicBezTo>
                  <a:cubicBezTo>
                    <a:pt x="156980" y="191953"/>
                    <a:pt x="157133" y="191446"/>
                    <a:pt x="157292" y="190924"/>
                  </a:cubicBezTo>
                  <a:cubicBezTo>
                    <a:pt x="157783" y="190679"/>
                    <a:pt x="158274" y="190433"/>
                    <a:pt x="158780" y="190180"/>
                  </a:cubicBezTo>
                  <a:cubicBezTo>
                    <a:pt x="159029" y="188419"/>
                    <a:pt x="159029" y="188419"/>
                    <a:pt x="159017" y="186270"/>
                  </a:cubicBezTo>
                  <a:cubicBezTo>
                    <a:pt x="159039" y="185019"/>
                    <a:pt x="159039" y="185019"/>
                    <a:pt x="159062" y="183742"/>
                  </a:cubicBezTo>
                  <a:cubicBezTo>
                    <a:pt x="159071" y="182835"/>
                    <a:pt x="159079" y="181927"/>
                    <a:pt x="159088" y="180992"/>
                  </a:cubicBezTo>
                  <a:cubicBezTo>
                    <a:pt x="159102" y="180068"/>
                    <a:pt x="159117" y="179144"/>
                    <a:pt x="159132" y="178192"/>
                  </a:cubicBezTo>
                  <a:cubicBezTo>
                    <a:pt x="159169" y="175732"/>
                    <a:pt x="159199" y="173272"/>
                    <a:pt x="159227" y="170812"/>
                  </a:cubicBezTo>
                  <a:cubicBezTo>
                    <a:pt x="159257" y="168303"/>
                    <a:pt x="159295" y="165794"/>
                    <a:pt x="159332" y="163285"/>
                  </a:cubicBezTo>
                  <a:cubicBezTo>
                    <a:pt x="159404" y="158359"/>
                    <a:pt x="159467" y="153434"/>
                    <a:pt x="159524" y="148508"/>
                  </a:cubicBezTo>
                  <a:cubicBezTo>
                    <a:pt x="159137" y="148629"/>
                    <a:pt x="158750" y="148750"/>
                    <a:pt x="158351" y="148874"/>
                  </a:cubicBezTo>
                  <a:cubicBezTo>
                    <a:pt x="156039" y="149359"/>
                    <a:pt x="153871" y="149347"/>
                    <a:pt x="151508" y="149349"/>
                  </a:cubicBezTo>
                  <a:cubicBezTo>
                    <a:pt x="151008" y="149350"/>
                    <a:pt x="150508" y="149351"/>
                    <a:pt x="149993" y="149353"/>
                  </a:cubicBezTo>
                  <a:cubicBezTo>
                    <a:pt x="148345" y="149356"/>
                    <a:pt x="146698" y="149354"/>
                    <a:pt x="145051" y="149351"/>
                  </a:cubicBezTo>
                  <a:cubicBezTo>
                    <a:pt x="143906" y="149352"/>
                    <a:pt x="142761" y="149352"/>
                    <a:pt x="141616" y="149353"/>
                  </a:cubicBezTo>
                  <a:cubicBezTo>
                    <a:pt x="139219" y="149354"/>
                    <a:pt x="136823" y="149353"/>
                    <a:pt x="134427" y="149349"/>
                  </a:cubicBezTo>
                  <a:cubicBezTo>
                    <a:pt x="131349" y="149345"/>
                    <a:pt x="128271" y="149348"/>
                    <a:pt x="125193" y="149352"/>
                  </a:cubicBezTo>
                  <a:cubicBezTo>
                    <a:pt x="122830" y="149355"/>
                    <a:pt x="120467" y="149354"/>
                    <a:pt x="118105" y="149352"/>
                  </a:cubicBezTo>
                  <a:cubicBezTo>
                    <a:pt x="116969" y="149351"/>
                    <a:pt x="115834" y="149352"/>
                    <a:pt x="114698" y="149354"/>
                  </a:cubicBezTo>
                  <a:cubicBezTo>
                    <a:pt x="113116" y="149356"/>
                    <a:pt x="111534" y="149353"/>
                    <a:pt x="109952" y="149349"/>
                  </a:cubicBezTo>
                  <a:cubicBezTo>
                    <a:pt x="108600" y="149348"/>
                    <a:pt x="108600" y="149348"/>
                    <a:pt x="107221" y="149347"/>
                  </a:cubicBezTo>
                  <a:cubicBezTo>
                    <a:pt x="105202" y="149252"/>
                    <a:pt x="105202" y="149252"/>
                    <a:pt x="104458" y="148508"/>
                  </a:cubicBezTo>
                  <a:cubicBezTo>
                    <a:pt x="104382" y="146317"/>
                    <a:pt x="104354" y="144143"/>
                    <a:pt x="104359" y="141951"/>
                  </a:cubicBezTo>
                  <a:cubicBezTo>
                    <a:pt x="104358" y="141293"/>
                    <a:pt x="104357" y="140635"/>
                    <a:pt x="104357" y="139957"/>
                  </a:cubicBezTo>
                  <a:cubicBezTo>
                    <a:pt x="104356" y="138563"/>
                    <a:pt x="104358" y="137170"/>
                    <a:pt x="104361" y="135776"/>
                  </a:cubicBezTo>
                  <a:cubicBezTo>
                    <a:pt x="104365" y="133635"/>
                    <a:pt x="104361" y="131494"/>
                    <a:pt x="104356" y="129352"/>
                  </a:cubicBezTo>
                  <a:cubicBezTo>
                    <a:pt x="104356" y="128002"/>
                    <a:pt x="104357" y="126651"/>
                    <a:pt x="104359" y="125300"/>
                  </a:cubicBezTo>
                  <a:cubicBezTo>
                    <a:pt x="104357" y="124655"/>
                    <a:pt x="104356" y="124011"/>
                    <a:pt x="104354" y="123346"/>
                  </a:cubicBezTo>
                  <a:cubicBezTo>
                    <a:pt x="104372" y="118828"/>
                    <a:pt x="104372" y="118828"/>
                    <a:pt x="105202" y="117999"/>
                  </a:cubicBezTo>
                  <a:cubicBezTo>
                    <a:pt x="106256" y="117927"/>
                    <a:pt x="107314" y="117908"/>
                    <a:pt x="108371" y="117909"/>
                  </a:cubicBezTo>
                  <a:cubicBezTo>
                    <a:pt x="109053" y="117908"/>
                    <a:pt x="109735" y="117907"/>
                    <a:pt x="110437" y="117906"/>
                  </a:cubicBezTo>
                  <a:cubicBezTo>
                    <a:pt x="111573" y="117910"/>
                    <a:pt x="111573" y="117910"/>
                    <a:pt x="112732" y="117914"/>
                  </a:cubicBezTo>
                  <a:cubicBezTo>
                    <a:pt x="113536" y="117914"/>
                    <a:pt x="114340" y="117914"/>
                    <a:pt x="115169" y="117914"/>
                  </a:cubicBezTo>
                  <a:cubicBezTo>
                    <a:pt x="117785" y="117914"/>
                    <a:pt x="120401" y="117920"/>
                    <a:pt x="123018" y="117926"/>
                  </a:cubicBezTo>
                  <a:cubicBezTo>
                    <a:pt x="124627" y="117927"/>
                    <a:pt x="126237" y="117928"/>
                    <a:pt x="127847" y="117928"/>
                  </a:cubicBezTo>
                  <a:cubicBezTo>
                    <a:pt x="133833" y="117932"/>
                    <a:pt x="139818" y="117942"/>
                    <a:pt x="145804" y="117952"/>
                  </a:cubicBezTo>
                  <a:cubicBezTo>
                    <a:pt x="165856" y="117975"/>
                    <a:pt x="165856" y="117975"/>
                    <a:pt x="186313" y="117999"/>
                  </a:cubicBezTo>
                  <a:cubicBezTo>
                    <a:pt x="186313" y="148449"/>
                    <a:pt x="186313" y="178899"/>
                    <a:pt x="186313" y="210272"/>
                  </a:cubicBezTo>
                  <a:cubicBezTo>
                    <a:pt x="185331" y="210272"/>
                    <a:pt x="184349" y="210272"/>
                    <a:pt x="183337" y="210272"/>
                  </a:cubicBezTo>
                  <a:cubicBezTo>
                    <a:pt x="183337" y="211254"/>
                    <a:pt x="183337" y="212236"/>
                    <a:pt x="183337" y="213248"/>
                  </a:cubicBezTo>
                  <a:cubicBezTo>
                    <a:pt x="181476" y="214458"/>
                    <a:pt x="181476" y="214458"/>
                    <a:pt x="179616" y="215481"/>
                  </a:cubicBezTo>
                  <a:cubicBezTo>
                    <a:pt x="179616" y="215972"/>
                    <a:pt x="179616" y="216463"/>
                    <a:pt x="179616" y="216969"/>
                  </a:cubicBezTo>
                  <a:cubicBezTo>
                    <a:pt x="179033" y="217061"/>
                    <a:pt x="178449" y="217153"/>
                    <a:pt x="177848" y="217248"/>
                  </a:cubicBezTo>
                  <a:cubicBezTo>
                    <a:pt x="176882" y="217478"/>
                    <a:pt x="176882" y="217478"/>
                    <a:pt x="175895" y="217713"/>
                  </a:cubicBezTo>
                  <a:cubicBezTo>
                    <a:pt x="175052" y="219214"/>
                    <a:pt x="175052" y="219214"/>
                    <a:pt x="174407" y="220690"/>
                  </a:cubicBezTo>
                  <a:cubicBezTo>
                    <a:pt x="173670" y="220690"/>
                    <a:pt x="172933" y="220690"/>
                    <a:pt x="172174" y="220690"/>
                  </a:cubicBezTo>
                  <a:cubicBezTo>
                    <a:pt x="172098" y="221150"/>
                    <a:pt x="172021" y="221611"/>
                    <a:pt x="171942" y="222085"/>
                  </a:cubicBezTo>
                  <a:cubicBezTo>
                    <a:pt x="171689" y="222868"/>
                    <a:pt x="171689" y="222868"/>
                    <a:pt x="171430" y="223666"/>
                  </a:cubicBezTo>
                  <a:cubicBezTo>
                    <a:pt x="169948" y="224181"/>
                    <a:pt x="168460" y="224678"/>
                    <a:pt x="166965" y="225155"/>
                  </a:cubicBezTo>
                  <a:cubicBezTo>
                    <a:pt x="166965" y="225891"/>
                    <a:pt x="166965" y="226628"/>
                    <a:pt x="166965" y="227387"/>
                  </a:cubicBezTo>
                  <a:cubicBezTo>
                    <a:pt x="166121" y="227449"/>
                    <a:pt x="165277" y="227510"/>
                    <a:pt x="164407" y="227573"/>
                  </a:cubicBezTo>
                  <a:cubicBezTo>
                    <a:pt x="163533" y="227757"/>
                    <a:pt x="162658" y="227942"/>
                    <a:pt x="161756" y="228131"/>
                  </a:cubicBezTo>
                  <a:cubicBezTo>
                    <a:pt x="161634" y="228638"/>
                    <a:pt x="161511" y="229144"/>
                    <a:pt x="161384" y="229666"/>
                  </a:cubicBezTo>
                  <a:cubicBezTo>
                    <a:pt x="161262" y="230142"/>
                    <a:pt x="161139" y="230618"/>
                    <a:pt x="161012" y="231108"/>
                  </a:cubicBezTo>
                  <a:cubicBezTo>
                    <a:pt x="158361" y="231294"/>
                    <a:pt x="158361" y="231294"/>
                    <a:pt x="155803" y="231108"/>
                  </a:cubicBezTo>
                  <a:cubicBezTo>
                    <a:pt x="155803" y="232090"/>
                    <a:pt x="155803" y="233072"/>
                    <a:pt x="155803" y="234084"/>
                  </a:cubicBezTo>
                  <a:cubicBezTo>
                    <a:pt x="154959" y="234146"/>
                    <a:pt x="154115" y="234207"/>
                    <a:pt x="153245" y="234270"/>
                  </a:cubicBezTo>
                  <a:cubicBezTo>
                    <a:pt x="152371" y="234455"/>
                    <a:pt x="151496" y="234639"/>
                    <a:pt x="150594" y="234829"/>
                  </a:cubicBezTo>
                  <a:cubicBezTo>
                    <a:pt x="150443" y="235570"/>
                    <a:pt x="150443" y="235570"/>
                    <a:pt x="150289" y="236326"/>
                  </a:cubicBezTo>
                  <a:cubicBezTo>
                    <a:pt x="150072" y="237058"/>
                    <a:pt x="150072" y="237058"/>
                    <a:pt x="149850" y="237805"/>
                  </a:cubicBezTo>
                  <a:cubicBezTo>
                    <a:pt x="148176" y="238180"/>
                    <a:pt x="148176" y="238180"/>
                    <a:pt x="146130" y="238224"/>
                  </a:cubicBezTo>
                  <a:cubicBezTo>
                    <a:pt x="144137" y="238224"/>
                    <a:pt x="144137" y="238224"/>
                    <a:pt x="142409" y="238549"/>
                  </a:cubicBezTo>
                  <a:cubicBezTo>
                    <a:pt x="142163" y="239286"/>
                    <a:pt x="141918" y="240023"/>
                    <a:pt x="141665" y="240782"/>
                  </a:cubicBezTo>
                  <a:cubicBezTo>
                    <a:pt x="139152" y="241103"/>
                    <a:pt x="136685" y="241110"/>
                    <a:pt x="134153" y="241151"/>
                  </a:cubicBezTo>
                  <a:cubicBezTo>
                    <a:pt x="133440" y="241275"/>
                    <a:pt x="132726" y="241398"/>
                    <a:pt x="131991" y="241526"/>
                  </a:cubicBezTo>
                  <a:cubicBezTo>
                    <a:pt x="131912" y="242017"/>
                    <a:pt x="131834" y="242508"/>
                    <a:pt x="131753" y="243014"/>
                  </a:cubicBezTo>
                  <a:cubicBezTo>
                    <a:pt x="131502" y="243751"/>
                    <a:pt x="131502" y="243751"/>
                    <a:pt x="131247" y="244502"/>
                  </a:cubicBezTo>
                  <a:cubicBezTo>
                    <a:pt x="129411" y="244875"/>
                    <a:pt x="129411" y="244875"/>
                    <a:pt x="126939" y="244876"/>
                  </a:cubicBezTo>
                  <a:cubicBezTo>
                    <a:pt x="125557" y="244886"/>
                    <a:pt x="125557" y="244886"/>
                    <a:pt x="124147" y="244897"/>
                  </a:cubicBezTo>
                  <a:cubicBezTo>
                    <a:pt x="123134" y="244889"/>
                    <a:pt x="122121" y="244881"/>
                    <a:pt x="121108" y="244872"/>
                  </a:cubicBezTo>
                  <a:cubicBezTo>
                    <a:pt x="120076" y="244872"/>
                    <a:pt x="119045" y="244873"/>
                    <a:pt x="118013" y="244875"/>
                  </a:cubicBezTo>
                  <a:cubicBezTo>
                    <a:pt x="115848" y="244876"/>
                    <a:pt x="113684" y="244866"/>
                    <a:pt x="111520" y="244850"/>
                  </a:cubicBezTo>
                  <a:cubicBezTo>
                    <a:pt x="108739" y="244828"/>
                    <a:pt x="105959" y="244830"/>
                    <a:pt x="103179" y="244840"/>
                  </a:cubicBezTo>
                  <a:cubicBezTo>
                    <a:pt x="101048" y="244845"/>
                    <a:pt x="98917" y="244839"/>
                    <a:pt x="96786" y="244830"/>
                  </a:cubicBezTo>
                  <a:cubicBezTo>
                    <a:pt x="95761" y="244827"/>
                    <a:pt x="94736" y="244827"/>
                    <a:pt x="93710" y="244829"/>
                  </a:cubicBezTo>
                  <a:cubicBezTo>
                    <a:pt x="92279" y="244832"/>
                    <a:pt x="90849" y="244818"/>
                    <a:pt x="89418" y="244803"/>
                  </a:cubicBezTo>
                  <a:cubicBezTo>
                    <a:pt x="88602" y="244799"/>
                    <a:pt x="87786" y="244795"/>
                    <a:pt x="86946" y="244791"/>
                  </a:cubicBezTo>
                  <a:cubicBezTo>
                    <a:pt x="86340" y="244696"/>
                    <a:pt x="85734" y="244600"/>
                    <a:pt x="85110" y="244502"/>
                  </a:cubicBezTo>
                  <a:cubicBezTo>
                    <a:pt x="84742" y="243397"/>
                    <a:pt x="84742" y="243397"/>
                    <a:pt x="84366" y="242270"/>
                  </a:cubicBezTo>
                  <a:cubicBezTo>
                    <a:pt x="82563" y="241707"/>
                    <a:pt x="80815" y="241539"/>
                    <a:pt x="78936" y="241398"/>
                  </a:cubicBezTo>
                  <a:cubicBezTo>
                    <a:pt x="78032" y="241323"/>
                    <a:pt x="78032" y="241323"/>
                    <a:pt x="77110" y="241247"/>
                  </a:cubicBezTo>
                  <a:cubicBezTo>
                    <a:pt x="76531" y="241210"/>
                    <a:pt x="75952" y="241174"/>
                    <a:pt x="75355" y="241136"/>
                  </a:cubicBezTo>
                  <a:cubicBezTo>
                    <a:pt x="74890" y="241019"/>
                    <a:pt x="74426" y="240902"/>
                    <a:pt x="73948" y="240782"/>
                  </a:cubicBezTo>
                  <a:cubicBezTo>
                    <a:pt x="73580" y="239677"/>
                    <a:pt x="73580" y="239677"/>
                    <a:pt x="73204" y="238549"/>
                  </a:cubicBezTo>
                  <a:cubicBezTo>
                    <a:pt x="71462" y="238231"/>
                    <a:pt x="69786" y="238222"/>
                    <a:pt x="68018" y="238180"/>
                  </a:cubicBezTo>
                  <a:cubicBezTo>
                    <a:pt x="67519" y="238056"/>
                    <a:pt x="67020" y="237933"/>
                    <a:pt x="66506" y="237805"/>
                  </a:cubicBezTo>
                  <a:cubicBezTo>
                    <a:pt x="66244" y="236817"/>
                    <a:pt x="65996" y="235824"/>
                    <a:pt x="65762" y="234829"/>
                  </a:cubicBezTo>
                  <a:cubicBezTo>
                    <a:pt x="64385" y="234387"/>
                    <a:pt x="64385" y="234387"/>
                    <a:pt x="62786" y="234410"/>
                  </a:cubicBezTo>
                  <a:cubicBezTo>
                    <a:pt x="61158" y="234361"/>
                    <a:pt x="61158" y="234361"/>
                    <a:pt x="59809" y="234084"/>
                  </a:cubicBezTo>
                  <a:cubicBezTo>
                    <a:pt x="59441" y="232979"/>
                    <a:pt x="59441" y="232979"/>
                    <a:pt x="59065" y="231852"/>
                  </a:cubicBezTo>
                  <a:cubicBezTo>
                    <a:pt x="58436" y="231745"/>
                    <a:pt x="57807" y="231637"/>
                    <a:pt x="57158" y="231526"/>
                  </a:cubicBezTo>
                  <a:cubicBezTo>
                    <a:pt x="56560" y="231388"/>
                    <a:pt x="55961" y="231250"/>
                    <a:pt x="55344" y="231108"/>
                  </a:cubicBezTo>
                  <a:cubicBezTo>
                    <a:pt x="55344" y="230126"/>
                    <a:pt x="55344" y="229143"/>
                    <a:pt x="55344" y="228131"/>
                  </a:cubicBezTo>
                  <a:cubicBezTo>
                    <a:pt x="54623" y="228085"/>
                    <a:pt x="53902" y="228039"/>
                    <a:pt x="53158" y="227992"/>
                  </a:cubicBezTo>
                  <a:cubicBezTo>
                    <a:pt x="52030" y="227692"/>
                    <a:pt x="52030" y="227692"/>
                    <a:pt x="50879" y="227387"/>
                  </a:cubicBezTo>
                  <a:cubicBezTo>
                    <a:pt x="50608" y="226152"/>
                    <a:pt x="50359" y="224911"/>
                    <a:pt x="50135" y="223666"/>
                  </a:cubicBezTo>
                  <a:cubicBezTo>
                    <a:pt x="48244" y="223356"/>
                    <a:pt x="48244" y="223356"/>
                    <a:pt x="46415" y="223666"/>
                  </a:cubicBezTo>
                  <a:cubicBezTo>
                    <a:pt x="46415" y="222930"/>
                    <a:pt x="46415" y="222193"/>
                    <a:pt x="46415" y="221434"/>
                  </a:cubicBezTo>
                  <a:cubicBezTo>
                    <a:pt x="45430" y="220923"/>
                    <a:pt x="44436" y="220431"/>
                    <a:pt x="43438" y="219946"/>
                  </a:cubicBezTo>
                  <a:cubicBezTo>
                    <a:pt x="39883" y="216721"/>
                    <a:pt x="39883" y="216721"/>
                    <a:pt x="38973" y="213993"/>
                  </a:cubicBezTo>
                  <a:cubicBezTo>
                    <a:pt x="38237" y="213747"/>
                    <a:pt x="37500" y="213501"/>
                    <a:pt x="36741" y="213248"/>
                  </a:cubicBezTo>
                  <a:cubicBezTo>
                    <a:pt x="36485" y="212258"/>
                    <a:pt x="36238" y="211266"/>
                    <a:pt x="35997" y="210272"/>
                  </a:cubicBezTo>
                  <a:cubicBezTo>
                    <a:pt x="35260" y="209781"/>
                    <a:pt x="34523" y="209290"/>
                    <a:pt x="33764" y="208784"/>
                  </a:cubicBezTo>
                  <a:cubicBezTo>
                    <a:pt x="33764" y="208047"/>
                    <a:pt x="33764" y="207310"/>
                    <a:pt x="33764" y="206551"/>
                  </a:cubicBezTo>
                  <a:cubicBezTo>
                    <a:pt x="33074" y="206229"/>
                    <a:pt x="33074" y="206229"/>
                    <a:pt x="32369" y="205900"/>
                  </a:cubicBezTo>
                  <a:cubicBezTo>
                    <a:pt x="30248" y="204777"/>
                    <a:pt x="30089" y="203542"/>
                    <a:pt x="29299" y="201342"/>
                  </a:cubicBezTo>
                  <a:cubicBezTo>
                    <a:pt x="28808" y="201097"/>
                    <a:pt x="28317" y="200851"/>
                    <a:pt x="27811" y="200598"/>
                  </a:cubicBezTo>
                  <a:cubicBezTo>
                    <a:pt x="27563" y="199358"/>
                    <a:pt x="27315" y="198118"/>
                    <a:pt x="27067" y="196877"/>
                  </a:cubicBezTo>
                  <a:cubicBezTo>
                    <a:pt x="26576" y="196632"/>
                    <a:pt x="26085" y="196386"/>
                    <a:pt x="25579" y="196133"/>
                  </a:cubicBezTo>
                  <a:cubicBezTo>
                    <a:pt x="25137" y="194162"/>
                    <a:pt x="25026" y="192195"/>
                    <a:pt x="24835" y="190180"/>
                  </a:cubicBezTo>
                  <a:cubicBezTo>
                    <a:pt x="24098" y="190180"/>
                    <a:pt x="23361" y="190180"/>
                    <a:pt x="22602" y="190180"/>
                  </a:cubicBezTo>
                  <a:cubicBezTo>
                    <a:pt x="22525" y="189459"/>
                    <a:pt x="22449" y="188737"/>
                    <a:pt x="22370" y="187994"/>
                  </a:cubicBezTo>
                  <a:cubicBezTo>
                    <a:pt x="22116" y="186866"/>
                    <a:pt x="22116" y="186866"/>
                    <a:pt x="21858" y="185715"/>
                  </a:cubicBezTo>
                  <a:cubicBezTo>
                    <a:pt x="21121" y="185470"/>
                    <a:pt x="20385" y="185224"/>
                    <a:pt x="19626" y="184971"/>
                  </a:cubicBezTo>
                  <a:cubicBezTo>
                    <a:pt x="19297" y="183297"/>
                    <a:pt x="19297" y="183297"/>
                    <a:pt x="19207" y="181250"/>
                  </a:cubicBezTo>
                  <a:cubicBezTo>
                    <a:pt x="19144" y="179261"/>
                    <a:pt x="19144" y="179261"/>
                    <a:pt x="18881" y="177530"/>
                  </a:cubicBezTo>
                  <a:cubicBezTo>
                    <a:pt x="18390" y="177284"/>
                    <a:pt x="17899" y="177039"/>
                    <a:pt x="17393" y="176786"/>
                  </a:cubicBezTo>
                  <a:cubicBezTo>
                    <a:pt x="17129" y="174668"/>
                    <a:pt x="17063" y="172569"/>
                    <a:pt x="16977" y="170437"/>
                  </a:cubicBezTo>
                  <a:cubicBezTo>
                    <a:pt x="16869" y="169831"/>
                    <a:pt x="16761" y="169225"/>
                    <a:pt x="16649" y="168600"/>
                  </a:cubicBezTo>
                  <a:cubicBezTo>
                    <a:pt x="15912" y="168354"/>
                    <a:pt x="15176" y="168109"/>
                    <a:pt x="14417" y="167856"/>
                  </a:cubicBezTo>
                  <a:cubicBezTo>
                    <a:pt x="14130" y="166554"/>
                    <a:pt x="14130" y="166554"/>
                    <a:pt x="14114" y="164879"/>
                  </a:cubicBezTo>
                  <a:cubicBezTo>
                    <a:pt x="14098" y="164281"/>
                    <a:pt x="14082" y="163682"/>
                    <a:pt x="14065" y="163066"/>
                  </a:cubicBezTo>
                  <a:cubicBezTo>
                    <a:pt x="14045" y="161159"/>
                    <a:pt x="14045" y="161159"/>
                    <a:pt x="14024" y="159252"/>
                  </a:cubicBezTo>
                  <a:cubicBezTo>
                    <a:pt x="14008" y="158653"/>
                    <a:pt x="13992" y="158055"/>
                    <a:pt x="13975" y="157438"/>
                  </a:cubicBezTo>
                  <a:cubicBezTo>
                    <a:pt x="13969" y="156885"/>
                    <a:pt x="13964" y="156333"/>
                    <a:pt x="13959" y="155764"/>
                  </a:cubicBezTo>
                  <a:cubicBezTo>
                    <a:pt x="13864" y="155334"/>
                    <a:pt x="13770" y="154904"/>
                    <a:pt x="13672" y="154461"/>
                  </a:cubicBezTo>
                  <a:cubicBezTo>
                    <a:pt x="12936" y="154216"/>
                    <a:pt x="12199" y="153970"/>
                    <a:pt x="11440" y="153717"/>
                  </a:cubicBezTo>
                  <a:cubicBezTo>
                    <a:pt x="11210" y="151836"/>
                    <a:pt x="11136" y="150133"/>
                    <a:pt x="11151" y="148248"/>
                  </a:cubicBezTo>
                  <a:cubicBezTo>
                    <a:pt x="11145" y="147390"/>
                    <a:pt x="11145" y="147390"/>
                    <a:pt x="11139" y="146514"/>
                  </a:cubicBezTo>
                  <a:cubicBezTo>
                    <a:pt x="11129" y="144613"/>
                    <a:pt x="11136" y="142712"/>
                    <a:pt x="11144" y="140811"/>
                  </a:cubicBezTo>
                  <a:cubicBezTo>
                    <a:pt x="11142" y="139496"/>
                    <a:pt x="11140" y="138181"/>
                    <a:pt x="11137" y="136866"/>
                  </a:cubicBezTo>
                  <a:cubicBezTo>
                    <a:pt x="11134" y="134105"/>
                    <a:pt x="11139" y="131346"/>
                    <a:pt x="11149" y="128585"/>
                  </a:cubicBezTo>
                  <a:cubicBezTo>
                    <a:pt x="11162" y="125039"/>
                    <a:pt x="11154" y="121494"/>
                    <a:pt x="11141" y="117947"/>
                  </a:cubicBezTo>
                  <a:cubicBezTo>
                    <a:pt x="11133" y="115230"/>
                    <a:pt x="11136" y="112514"/>
                    <a:pt x="11141" y="109797"/>
                  </a:cubicBezTo>
                  <a:cubicBezTo>
                    <a:pt x="11143" y="108489"/>
                    <a:pt x="11141" y="107181"/>
                    <a:pt x="11136" y="105873"/>
                  </a:cubicBezTo>
                  <a:cubicBezTo>
                    <a:pt x="11130" y="104048"/>
                    <a:pt x="11139" y="102224"/>
                    <a:pt x="11151" y="100399"/>
                  </a:cubicBezTo>
                  <a:cubicBezTo>
                    <a:pt x="11147" y="99853"/>
                    <a:pt x="11142" y="99308"/>
                    <a:pt x="11137" y="98745"/>
                  </a:cubicBezTo>
                  <a:cubicBezTo>
                    <a:pt x="11157" y="97246"/>
                    <a:pt x="11157" y="97246"/>
                    <a:pt x="11440" y="94930"/>
                  </a:cubicBezTo>
                  <a:cubicBezTo>
                    <a:pt x="12545" y="94562"/>
                    <a:pt x="12545" y="94562"/>
                    <a:pt x="13672" y="94186"/>
                  </a:cubicBezTo>
                  <a:cubicBezTo>
                    <a:pt x="14053" y="92824"/>
                    <a:pt x="14053" y="92824"/>
                    <a:pt x="14053" y="91183"/>
                  </a:cubicBezTo>
                  <a:cubicBezTo>
                    <a:pt x="14080" y="90581"/>
                    <a:pt x="14106" y="89979"/>
                    <a:pt x="14133" y="89359"/>
                  </a:cubicBezTo>
                  <a:cubicBezTo>
                    <a:pt x="14150" y="88727"/>
                    <a:pt x="14167" y="88094"/>
                    <a:pt x="14184" y="87442"/>
                  </a:cubicBezTo>
                  <a:cubicBezTo>
                    <a:pt x="14209" y="86807"/>
                    <a:pt x="14235" y="86171"/>
                    <a:pt x="14261" y="85516"/>
                  </a:cubicBezTo>
                  <a:cubicBezTo>
                    <a:pt x="14323" y="83942"/>
                    <a:pt x="14371" y="82367"/>
                    <a:pt x="14417" y="80791"/>
                  </a:cubicBezTo>
                  <a:cubicBezTo>
                    <a:pt x="14908" y="80791"/>
                    <a:pt x="15399" y="80791"/>
                    <a:pt x="15905" y="80791"/>
                  </a:cubicBezTo>
                  <a:cubicBezTo>
                    <a:pt x="17037" y="78528"/>
                    <a:pt x="16898" y="76159"/>
                    <a:pt x="17039" y="73655"/>
                  </a:cubicBezTo>
                  <a:cubicBezTo>
                    <a:pt x="17454" y="71554"/>
                    <a:pt x="18142" y="71089"/>
                    <a:pt x="19626" y="69629"/>
                  </a:cubicBezTo>
                  <a:cubicBezTo>
                    <a:pt x="19812" y="68147"/>
                    <a:pt x="19812" y="68147"/>
                    <a:pt x="19626" y="66606"/>
                  </a:cubicBezTo>
                  <a:cubicBezTo>
                    <a:pt x="19626" y="65639"/>
                    <a:pt x="19626" y="64672"/>
                    <a:pt x="19626" y="63676"/>
                  </a:cubicBezTo>
                  <a:cubicBezTo>
                    <a:pt x="20731" y="62940"/>
                    <a:pt x="20731" y="62940"/>
                    <a:pt x="21858" y="62188"/>
                  </a:cubicBezTo>
                  <a:cubicBezTo>
                    <a:pt x="22288" y="60727"/>
                    <a:pt x="22288" y="60727"/>
                    <a:pt x="22370" y="59118"/>
                  </a:cubicBezTo>
                  <a:cubicBezTo>
                    <a:pt x="22446" y="58167"/>
                    <a:pt x="22523" y="57215"/>
                    <a:pt x="22602" y="56235"/>
                  </a:cubicBezTo>
                  <a:cubicBezTo>
                    <a:pt x="23339" y="56235"/>
                    <a:pt x="24076" y="56235"/>
                    <a:pt x="24835" y="56235"/>
                  </a:cubicBezTo>
                  <a:cubicBezTo>
                    <a:pt x="25080" y="54270"/>
                    <a:pt x="25326" y="52306"/>
                    <a:pt x="25579" y="50282"/>
                  </a:cubicBezTo>
                  <a:cubicBezTo>
                    <a:pt x="26315" y="50282"/>
                    <a:pt x="27052" y="50282"/>
                    <a:pt x="27811" y="50282"/>
                  </a:cubicBezTo>
                  <a:cubicBezTo>
                    <a:pt x="27742" y="49430"/>
                    <a:pt x="27742" y="49430"/>
                    <a:pt x="27672" y="48561"/>
                  </a:cubicBezTo>
                  <a:cubicBezTo>
                    <a:pt x="27840" y="46148"/>
                    <a:pt x="28330" y="45910"/>
                    <a:pt x="30044" y="44329"/>
                  </a:cubicBezTo>
                  <a:cubicBezTo>
                    <a:pt x="30545" y="43090"/>
                    <a:pt x="31041" y="41850"/>
                    <a:pt x="31532" y="40608"/>
                  </a:cubicBezTo>
                  <a:cubicBezTo>
                    <a:pt x="32269" y="40240"/>
                    <a:pt x="32269" y="40240"/>
                    <a:pt x="33020" y="39864"/>
                  </a:cubicBezTo>
                  <a:cubicBezTo>
                    <a:pt x="33266" y="39373"/>
                    <a:pt x="33511" y="38881"/>
                    <a:pt x="33764" y="38375"/>
                  </a:cubicBezTo>
                  <a:cubicBezTo>
                    <a:pt x="34508" y="36887"/>
                    <a:pt x="34508" y="36887"/>
                    <a:pt x="35997" y="36143"/>
                  </a:cubicBezTo>
                  <a:cubicBezTo>
                    <a:pt x="36181" y="35406"/>
                    <a:pt x="36181" y="35406"/>
                    <a:pt x="36369" y="34655"/>
                  </a:cubicBezTo>
                  <a:cubicBezTo>
                    <a:pt x="36553" y="33918"/>
                    <a:pt x="36553" y="33918"/>
                    <a:pt x="36741" y="33166"/>
                  </a:cubicBezTo>
                  <a:cubicBezTo>
                    <a:pt x="37232" y="32921"/>
                    <a:pt x="37723" y="32675"/>
                    <a:pt x="38229" y="32422"/>
                  </a:cubicBezTo>
                  <a:cubicBezTo>
                    <a:pt x="38475" y="31686"/>
                    <a:pt x="38720" y="30949"/>
                    <a:pt x="38973" y="30190"/>
                  </a:cubicBezTo>
                  <a:cubicBezTo>
                    <a:pt x="39710" y="29944"/>
                    <a:pt x="40447" y="29699"/>
                    <a:pt x="41206" y="29446"/>
                  </a:cubicBezTo>
                  <a:cubicBezTo>
                    <a:pt x="41728" y="28467"/>
                    <a:pt x="42222" y="27473"/>
                    <a:pt x="42694" y="26469"/>
                  </a:cubicBezTo>
                  <a:cubicBezTo>
                    <a:pt x="43717" y="25353"/>
                    <a:pt x="43717" y="25353"/>
                    <a:pt x="44926" y="24237"/>
                  </a:cubicBezTo>
                  <a:cubicBezTo>
                    <a:pt x="47322" y="21995"/>
                    <a:pt x="47322" y="21995"/>
                    <a:pt x="48647" y="19028"/>
                  </a:cubicBezTo>
                  <a:cubicBezTo>
                    <a:pt x="49384" y="19043"/>
                    <a:pt x="50120" y="19059"/>
                    <a:pt x="50879" y="19074"/>
                  </a:cubicBezTo>
                  <a:cubicBezTo>
                    <a:pt x="51985" y="19051"/>
                    <a:pt x="51985" y="19051"/>
                    <a:pt x="53112" y="19028"/>
                  </a:cubicBezTo>
                  <a:cubicBezTo>
                    <a:pt x="53367" y="18038"/>
                    <a:pt x="53615" y="17045"/>
                    <a:pt x="53856" y="16051"/>
                  </a:cubicBezTo>
                  <a:cubicBezTo>
                    <a:pt x="56135" y="15493"/>
                    <a:pt x="56135" y="15493"/>
                    <a:pt x="58321" y="15307"/>
                  </a:cubicBezTo>
                  <a:cubicBezTo>
                    <a:pt x="58321" y="14325"/>
                    <a:pt x="58321" y="13343"/>
                    <a:pt x="58321" y="12331"/>
                  </a:cubicBezTo>
                  <a:cubicBezTo>
                    <a:pt x="60285" y="12331"/>
                    <a:pt x="62250" y="12331"/>
                    <a:pt x="64274" y="12331"/>
                  </a:cubicBezTo>
                  <a:cubicBezTo>
                    <a:pt x="64274" y="11103"/>
                    <a:pt x="64274" y="9875"/>
                    <a:pt x="64274" y="8610"/>
                  </a:cubicBezTo>
                  <a:cubicBezTo>
                    <a:pt x="64803" y="8582"/>
                    <a:pt x="65331" y="8554"/>
                    <a:pt x="65876" y="8526"/>
                  </a:cubicBezTo>
                  <a:cubicBezTo>
                    <a:pt x="66560" y="8477"/>
                    <a:pt x="67244" y="8428"/>
                    <a:pt x="67948" y="8377"/>
                  </a:cubicBezTo>
                  <a:cubicBezTo>
                    <a:pt x="68971" y="8313"/>
                    <a:pt x="68971" y="8313"/>
                    <a:pt x="70015" y="8246"/>
                  </a:cubicBezTo>
                  <a:cubicBezTo>
                    <a:pt x="70576" y="8121"/>
                    <a:pt x="71137" y="7995"/>
                    <a:pt x="71715" y="7866"/>
                  </a:cubicBezTo>
                  <a:cubicBezTo>
                    <a:pt x="71961" y="7129"/>
                    <a:pt x="72207" y="6392"/>
                    <a:pt x="72460" y="5633"/>
                  </a:cubicBezTo>
                  <a:cubicBezTo>
                    <a:pt x="74972" y="5312"/>
                    <a:pt x="77439" y="5305"/>
                    <a:pt x="79971" y="5264"/>
                  </a:cubicBezTo>
                  <a:cubicBezTo>
                    <a:pt x="80684" y="5140"/>
                    <a:pt x="81398" y="5017"/>
                    <a:pt x="82133" y="4889"/>
                  </a:cubicBezTo>
                  <a:cubicBezTo>
                    <a:pt x="82213" y="4398"/>
                    <a:pt x="82293" y="3907"/>
                    <a:pt x="82376" y="3401"/>
                  </a:cubicBezTo>
                  <a:cubicBezTo>
                    <a:pt x="82541" y="2910"/>
                    <a:pt x="82707" y="2419"/>
                    <a:pt x="82878" y="1913"/>
                  </a:cubicBezTo>
                  <a:close/>
                </a:path>
              </a:pathLst>
            </a:custGeom>
            <a:grpFill/>
            <a:ln w="744" cap="flat">
              <a:noFill/>
              <a:prstDash val="solid"/>
              <a:miter/>
            </a:ln>
          </p:spPr>
          <p:txBody>
            <a:bodyPr rtlCol="0" anchor="ctr"/>
            <a:lstStyle/>
            <a:p>
              <a:endParaRPr lang="zh-CN" altLang="en-US"/>
            </a:p>
          </p:txBody>
        </p:sp>
        <p:sp>
          <p:nvSpPr>
            <p:cNvPr id="126" name="任意多边形: 形状 125"/>
            <p:cNvSpPr/>
            <p:nvPr/>
          </p:nvSpPr>
          <p:spPr>
            <a:xfrm>
              <a:off x="9069026" y="1394053"/>
              <a:ext cx="180300" cy="236467"/>
            </a:xfrm>
            <a:custGeom>
              <a:avLst/>
              <a:gdLst>
                <a:gd name="connsiteX0" fmla="*/ 87083 w 180300"/>
                <a:gd name="connsiteY0" fmla="*/ 39879 h 236467"/>
                <a:gd name="connsiteX1" fmla="*/ 86339 w 180300"/>
                <a:gd name="connsiteY1" fmla="*/ 50297 h 236467"/>
                <a:gd name="connsiteX2" fmla="*/ 85595 w 180300"/>
                <a:gd name="connsiteY2" fmla="*/ 50297 h 236467"/>
                <a:gd name="connsiteX3" fmla="*/ 84054 w 180300"/>
                <a:gd name="connsiteY3" fmla="*/ 60151 h 236467"/>
                <a:gd name="connsiteX4" fmla="*/ 84106 w 180300"/>
                <a:gd name="connsiteY4" fmla="*/ 61459 h 236467"/>
                <a:gd name="connsiteX5" fmla="*/ 81874 w 180300"/>
                <a:gd name="connsiteY5" fmla="*/ 61459 h 236467"/>
                <a:gd name="connsiteX6" fmla="*/ 81790 w 180300"/>
                <a:gd name="connsiteY6" fmla="*/ 63523 h 236467"/>
                <a:gd name="connsiteX7" fmla="*/ 81641 w 180300"/>
                <a:gd name="connsiteY7" fmla="*/ 66203 h 236467"/>
                <a:gd name="connsiteX8" fmla="*/ 81130 w 180300"/>
                <a:gd name="connsiteY8" fmla="*/ 71133 h 236467"/>
                <a:gd name="connsiteX9" fmla="*/ 78897 w 180300"/>
                <a:gd name="connsiteY9" fmla="*/ 72621 h 236467"/>
                <a:gd name="connsiteX10" fmla="*/ 78679 w 180300"/>
                <a:gd name="connsiteY10" fmla="*/ 74557 h 236467"/>
                <a:gd name="connsiteX11" fmla="*/ 78758 w 180300"/>
                <a:gd name="connsiteY11" fmla="*/ 76807 h 236467"/>
                <a:gd name="connsiteX12" fmla="*/ 78819 w 180300"/>
                <a:gd name="connsiteY12" fmla="*/ 79068 h 236467"/>
                <a:gd name="connsiteX13" fmla="*/ 78897 w 180300"/>
                <a:gd name="connsiteY13" fmla="*/ 80807 h 236467"/>
                <a:gd name="connsiteX14" fmla="*/ 76665 w 180300"/>
                <a:gd name="connsiteY14" fmla="*/ 80807 h 236467"/>
                <a:gd name="connsiteX15" fmla="*/ 76014 w 180300"/>
                <a:gd name="connsiteY15" fmla="*/ 86062 h 236467"/>
                <a:gd name="connsiteX16" fmla="*/ 75921 w 180300"/>
                <a:gd name="connsiteY16" fmla="*/ 89736 h 236467"/>
                <a:gd name="connsiteX17" fmla="*/ 73688 w 180300"/>
                <a:gd name="connsiteY17" fmla="*/ 90481 h 236467"/>
                <a:gd name="connsiteX18" fmla="*/ 73316 w 180300"/>
                <a:gd name="connsiteY18" fmla="*/ 94201 h 236467"/>
                <a:gd name="connsiteX19" fmla="*/ 72944 w 180300"/>
                <a:gd name="connsiteY19" fmla="*/ 97922 h 236467"/>
                <a:gd name="connsiteX20" fmla="*/ 70712 w 180300"/>
                <a:gd name="connsiteY20" fmla="*/ 98666 h 236467"/>
                <a:gd name="connsiteX21" fmla="*/ 70494 w 180300"/>
                <a:gd name="connsiteY21" fmla="*/ 100692 h 236467"/>
                <a:gd name="connsiteX22" fmla="*/ 70572 w 180300"/>
                <a:gd name="connsiteY22" fmla="*/ 103177 h 236467"/>
                <a:gd name="connsiteX23" fmla="*/ 70633 w 180300"/>
                <a:gd name="connsiteY23" fmla="*/ 105669 h 236467"/>
                <a:gd name="connsiteX24" fmla="*/ 70712 w 180300"/>
                <a:gd name="connsiteY24" fmla="*/ 107596 h 236467"/>
                <a:gd name="connsiteX25" fmla="*/ 68479 w 180300"/>
                <a:gd name="connsiteY25" fmla="*/ 107596 h 236467"/>
                <a:gd name="connsiteX26" fmla="*/ 67828 w 180300"/>
                <a:gd name="connsiteY26" fmla="*/ 112479 h 236467"/>
                <a:gd name="connsiteX27" fmla="*/ 67735 w 180300"/>
                <a:gd name="connsiteY27" fmla="*/ 115781 h 236467"/>
                <a:gd name="connsiteX28" fmla="*/ 65503 w 180300"/>
                <a:gd name="connsiteY28" fmla="*/ 116525 h 236467"/>
                <a:gd name="connsiteX29" fmla="*/ 65201 w 180300"/>
                <a:gd name="connsiteY29" fmla="*/ 118336 h 236467"/>
                <a:gd name="connsiteX30" fmla="*/ 64759 w 180300"/>
                <a:gd name="connsiteY30" fmla="*/ 124711 h 236467"/>
                <a:gd name="connsiteX31" fmla="*/ 61038 w 180300"/>
                <a:gd name="connsiteY31" fmla="*/ 133641 h 236467"/>
                <a:gd name="connsiteX32" fmla="*/ 115360 w 180300"/>
                <a:gd name="connsiteY32" fmla="*/ 133641 h 236467"/>
                <a:gd name="connsiteX33" fmla="*/ 114616 w 180300"/>
                <a:gd name="connsiteY33" fmla="*/ 126199 h 236467"/>
                <a:gd name="connsiteX34" fmla="*/ 111640 w 180300"/>
                <a:gd name="connsiteY34" fmla="*/ 125455 h 236467"/>
                <a:gd name="connsiteX35" fmla="*/ 111427 w 180300"/>
                <a:gd name="connsiteY35" fmla="*/ 123455 h 236467"/>
                <a:gd name="connsiteX36" fmla="*/ 111640 w 180300"/>
                <a:gd name="connsiteY36" fmla="*/ 116525 h 236467"/>
                <a:gd name="connsiteX37" fmla="*/ 109407 w 180300"/>
                <a:gd name="connsiteY37" fmla="*/ 115781 h 236467"/>
                <a:gd name="connsiteX38" fmla="*/ 109407 w 180300"/>
                <a:gd name="connsiteY38" fmla="*/ 112479 h 236467"/>
                <a:gd name="connsiteX39" fmla="*/ 109407 w 180300"/>
                <a:gd name="connsiteY39" fmla="*/ 109084 h 236467"/>
                <a:gd name="connsiteX40" fmla="*/ 106820 w 180300"/>
                <a:gd name="connsiteY40" fmla="*/ 105875 h 236467"/>
                <a:gd name="connsiteX41" fmla="*/ 105686 w 180300"/>
                <a:gd name="connsiteY41" fmla="*/ 98666 h 236467"/>
                <a:gd name="connsiteX42" fmla="*/ 103454 w 180300"/>
                <a:gd name="connsiteY42" fmla="*/ 98666 h 236467"/>
                <a:gd name="connsiteX43" fmla="*/ 103533 w 180300"/>
                <a:gd name="connsiteY43" fmla="*/ 96902 h 236467"/>
                <a:gd name="connsiteX44" fmla="*/ 103594 w 180300"/>
                <a:gd name="connsiteY44" fmla="*/ 94620 h 236467"/>
                <a:gd name="connsiteX45" fmla="*/ 103454 w 180300"/>
                <a:gd name="connsiteY45" fmla="*/ 90481 h 236467"/>
                <a:gd name="connsiteX46" fmla="*/ 101222 w 180300"/>
                <a:gd name="connsiteY46" fmla="*/ 89736 h 236467"/>
                <a:gd name="connsiteX47" fmla="*/ 101030 w 180300"/>
                <a:gd name="connsiteY47" fmla="*/ 88088 h 236467"/>
                <a:gd name="connsiteX48" fmla="*/ 100477 w 180300"/>
                <a:gd name="connsiteY48" fmla="*/ 80807 h 236467"/>
                <a:gd name="connsiteX49" fmla="*/ 98245 w 180300"/>
                <a:gd name="connsiteY49" fmla="*/ 80807 h 236467"/>
                <a:gd name="connsiteX50" fmla="*/ 98324 w 180300"/>
                <a:gd name="connsiteY50" fmla="*/ 79068 h 236467"/>
                <a:gd name="connsiteX51" fmla="*/ 98385 w 180300"/>
                <a:gd name="connsiteY51" fmla="*/ 76807 h 236467"/>
                <a:gd name="connsiteX52" fmla="*/ 98245 w 180300"/>
                <a:gd name="connsiteY52" fmla="*/ 72621 h 236467"/>
                <a:gd name="connsiteX53" fmla="*/ 96013 w 180300"/>
                <a:gd name="connsiteY53" fmla="*/ 71133 h 236467"/>
                <a:gd name="connsiteX54" fmla="*/ 95641 w 180300"/>
                <a:gd name="connsiteY54" fmla="*/ 67366 h 236467"/>
                <a:gd name="connsiteX55" fmla="*/ 95268 w 180300"/>
                <a:gd name="connsiteY55" fmla="*/ 63691 h 236467"/>
                <a:gd name="connsiteX56" fmla="*/ 93036 w 180300"/>
                <a:gd name="connsiteY56" fmla="*/ 62947 h 236467"/>
                <a:gd name="connsiteX57" fmla="*/ 93083 w 180300"/>
                <a:gd name="connsiteY57" fmla="*/ 58901 h 236467"/>
                <a:gd name="connsiteX58" fmla="*/ 93036 w 180300"/>
                <a:gd name="connsiteY58" fmla="*/ 54762 h 236467"/>
                <a:gd name="connsiteX59" fmla="*/ 90059 w 180300"/>
                <a:gd name="connsiteY59" fmla="*/ 53274 h 236467"/>
                <a:gd name="connsiteX60" fmla="*/ 89795 w 180300"/>
                <a:gd name="connsiteY60" fmla="*/ 51227 h 236467"/>
                <a:gd name="connsiteX61" fmla="*/ 87083 w 180300"/>
                <a:gd name="connsiteY61" fmla="*/ 39879 h 236467"/>
                <a:gd name="connsiteX62" fmla="*/ 80254 w 180300"/>
                <a:gd name="connsiteY62" fmla="*/ 23 h 236467"/>
                <a:gd name="connsiteX63" fmla="*/ 82253 w 180300"/>
                <a:gd name="connsiteY63" fmla="*/ 39 h 236467"/>
                <a:gd name="connsiteX64" fmla="*/ 88599 w 180300"/>
                <a:gd name="connsiteY64" fmla="*/ 154 h 236467"/>
                <a:gd name="connsiteX65" fmla="*/ 92891 w 180300"/>
                <a:gd name="connsiteY65" fmla="*/ 205 h 236467"/>
                <a:gd name="connsiteX66" fmla="*/ 103436 w 180300"/>
                <a:gd name="connsiteY66" fmla="*/ 387 h 236467"/>
                <a:gd name="connsiteX67" fmla="*/ 104180 w 180300"/>
                <a:gd name="connsiteY67" fmla="*/ 7828 h 236467"/>
                <a:gd name="connsiteX68" fmla="*/ 106412 w 180300"/>
                <a:gd name="connsiteY68" fmla="*/ 7084 h 236467"/>
                <a:gd name="connsiteX69" fmla="*/ 106496 w 180300"/>
                <a:gd name="connsiteY69" fmla="*/ 8633 h 236467"/>
                <a:gd name="connsiteX70" fmla="*/ 106645 w 180300"/>
                <a:gd name="connsiteY70" fmla="*/ 10665 h 236467"/>
                <a:gd name="connsiteX71" fmla="*/ 106775 w 180300"/>
                <a:gd name="connsiteY71" fmla="*/ 12679 h 236467"/>
                <a:gd name="connsiteX72" fmla="*/ 108296 w 180300"/>
                <a:gd name="connsiteY72" fmla="*/ 15665 h 236467"/>
                <a:gd name="connsiteX73" fmla="*/ 109607 w 180300"/>
                <a:gd name="connsiteY73" fmla="*/ 18441 h 236467"/>
                <a:gd name="connsiteX74" fmla="*/ 109528 w 180300"/>
                <a:gd name="connsiteY74" fmla="*/ 20246 h 236467"/>
                <a:gd name="connsiteX75" fmla="*/ 109467 w 180300"/>
                <a:gd name="connsiteY75" fmla="*/ 22068 h 236467"/>
                <a:gd name="connsiteX76" fmla="*/ 109389 w 180300"/>
                <a:gd name="connsiteY76" fmla="*/ 23455 h 236467"/>
                <a:gd name="connsiteX77" fmla="*/ 111621 w 180300"/>
                <a:gd name="connsiteY77" fmla="*/ 23455 h 236467"/>
                <a:gd name="connsiteX78" fmla="*/ 111621 w 180300"/>
                <a:gd name="connsiteY78" fmla="*/ 31641 h 236467"/>
                <a:gd name="connsiteX79" fmla="*/ 114598 w 180300"/>
                <a:gd name="connsiteY79" fmla="*/ 31641 h 236467"/>
                <a:gd name="connsiteX80" fmla="*/ 114682 w 180300"/>
                <a:gd name="connsiteY80" fmla="*/ 33190 h 236467"/>
                <a:gd name="connsiteX81" fmla="*/ 114830 w 180300"/>
                <a:gd name="connsiteY81" fmla="*/ 35222 h 236467"/>
                <a:gd name="connsiteX82" fmla="*/ 114961 w 180300"/>
                <a:gd name="connsiteY82" fmla="*/ 37236 h 236467"/>
                <a:gd name="connsiteX83" fmla="*/ 117574 w 180300"/>
                <a:gd name="connsiteY83" fmla="*/ 41314 h 236467"/>
                <a:gd name="connsiteX84" fmla="*/ 117993 w 180300"/>
                <a:gd name="connsiteY84" fmla="*/ 44756 h 236467"/>
                <a:gd name="connsiteX85" fmla="*/ 118318 w 180300"/>
                <a:gd name="connsiteY85" fmla="*/ 48012 h 236467"/>
                <a:gd name="connsiteX86" fmla="*/ 119807 w 180300"/>
                <a:gd name="connsiteY86" fmla="*/ 48756 h 236467"/>
                <a:gd name="connsiteX87" fmla="*/ 120222 w 180300"/>
                <a:gd name="connsiteY87" fmla="*/ 53941 h 236467"/>
                <a:gd name="connsiteX88" fmla="*/ 120551 w 180300"/>
                <a:gd name="connsiteY88" fmla="*/ 55453 h 236467"/>
                <a:gd name="connsiteX89" fmla="*/ 122783 w 180300"/>
                <a:gd name="connsiteY89" fmla="*/ 56197 h 236467"/>
                <a:gd name="connsiteX90" fmla="*/ 123155 w 180300"/>
                <a:gd name="connsiteY90" fmla="*/ 59871 h 236467"/>
                <a:gd name="connsiteX91" fmla="*/ 123527 w 180300"/>
                <a:gd name="connsiteY91" fmla="*/ 63639 h 236467"/>
                <a:gd name="connsiteX92" fmla="*/ 125760 w 180300"/>
                <a:gd name="connsiteY92" fmla="*/ 65127 h 236467"/>
                <a:gd name="connsiteX93" fmla="*/ 125620 w 180300"/>
                <a:gd name="connsiteY93" fmla="*/ 70266 h 236467"/>
                <a:gd name="connsiteX94" fmla="*/ 125760 w 180300"/>
                <a:gd name="connsiteY94" fmla="*/ 71824 h 236467"/>
                <a:gd name="connsiteX95" fmla="*/ 127992 w 180300"/>
                <a:gd name="connsiteY95" fmla="*/ 73312 h 236467"/>
                <a:gd name="connsiteX96" fmla="*/ 128504 w 180300"/>
                <a:gd name="connsiteY96" fmla="*/ 77126 h 236467"/>
                <a:gd name="connsiteX97" fmla="*/ 128652 w 180300"/>
                <a:gd name="connsiteY97" fmla="*/ 79178 h 236467"/>
                <a:gd name="connsiteX98" fmla="*/ 128736 w 180300"/>
                <a:gd name="connsiteY98" fmla="*/ 80754 h 236467"/>
                <a:gd name="connsiteX99" fmla="*/ 130969 w 180300"/>
                <a:gd name="connsiteY99" fmla="*/ 80754 h 236467"/>
                <a:gd name="connsiteX100" fmla="*/ 131053 w 180300"/>
                <a:gd name="connsiteY100" fmla="*/ 82518 h 236467"/>
                <a:gd name="connsiteX101" fmla="*/ 131201 w 180300"/>
                <a:gd name="connsiteY101" fmla="*/ 84800 h 236467"/>
                <a:gd name="connsiteX102" fmla="*/ 131332 w 180300"/>
                <a:gd name="connsiteY102" fmla="*/ 87076 h 236467"/>
                <a:gd name="connsiteX103" fmla="*/ 131713 w 180300"/>
                <a:gd name="connsiteY103" fmla="*/ 88939 h 236467"/>
                <a:gd name="connsiteX104" fmla="*/ 133945 w 180300"/>
                <a:gd name="connsiteY104" fmla="*/ 89683 h 236467"/>
                <a:gd name="connsiteX105" fmla="*/ 133806 w 180300"/>
                <a:gd name="connsiteY105" fmla="*/ 94143 h 236467"/>
                <a:gd name="connsiteX106" fmla="*/ 135012 w 180300"/>
                <a:gd name="connsiteY106" fmla="*/ 96703 h 236467"/>
                <a:gd name="connsiteX107" fmla="*/ 136968 w 180300"/>
                <a:gd name="connsiteY107" fmla="*/ 101729 h 236467"/>
                <a:gd name="connsiteX108" fmla="*/ 137666 w 180300"/>
                <a:gd name="connsiteY108" fmla="*/ 105310 h 236467"/>
                <a:gd name="connsiteX109" fmla="*/ 139154 w 180300"/>
                <a:gd name="connsiteY109" fmla="*/ 105310 h 236467"/>
                <a:gd name="connsiteX110" fmla="*/ 139239 w 180300"/>
                <a:gd name="connsiteY110" fmla="*/ 107075 h 236467"/>
                <a:gd name="connsiteX111" fmla="*/ 139387 w 180300"/>
                <a:gd name="connsiteY111" fmla="*/ 109357 h 236467"/>
                <a:gd name="connsiteX112" fmla="*/ 139518 w 180300"/>
                <a:gd name="connsiteY112" fmla="*/ 111633 h 236467"/>
                <a:gd name="connsiteX113" fmla="*/ 139898 w 180300"/>
                <a:gd name="connsiteY113" fmla="*/ 113496 h 236467"/>
                <a:gd name="connsiteX114" fmla="*/ 142131 w 180300"/>
                <a:gd name="connsiteY114" fmla="*/ 114240 h 236467"/>
                <a:gd name="connsiteX115" fmla="*/ 142270 w 180300"/>
                <a:gd name="connsiteY115" fmla="*/ 118007 h 236467"/>
                <a:gd name="connsiteX116" fmla="*/ 142209 w 180300"/>
                <a:gd name="connsiteY116" fmla="*/ 120080 h 236467"/>
                <a:gd name="connsiteX117" fmla="*/ 142131 w 180300"/>
                <a:gd name="connsiteY117" fmla="*/ 121682 h 236467"/>
                <a:gd name="connsiteX118" fmla="*/ 144363 w 180300"/>
                <a:gd name="connsiteY118" fmla="*/ 121682 h 236467"/>
                <a:gd name="connsiteX119" fmla="*/ 145107 w 180300"/>
                <a:gd name="connsiteY119" fmla="*/ 130611 h 236467"/>
                <a:gd name="connsiteX120" fmla="*/ 147340 w 180300"/>
                <a:gd name="connsiteY120" fmla="*/ 130611 h 236467"/>
                <a:gd name="connsiteX121" fmla="*/ 147424 w 180300"/>
                <a:gd name="connsiteY121" fmla="*/ 132213 h 236467"/>
                <a:gd name="connsiteX122" fmla="*/ 147572 w 180300"/>
                <a:gd name="connsiteY122" fmla="*/ 134285 h 236467"/>
                <a:gd name="connsiteX123" fmla="*/ 147703 w 180300"/>
                <a:gd name="connsiteY123" fmla="*/ 136352 h 236467"/>
                <a:gd name="connsiteX124" fmla="*/ 148084 w 180300"/>
                <a:gd name="connsiteY124" fmla="*/ 138053 h 236467"/>
                <a:gd name="connsiteX125" fmla="*/ 150316 w 180300"/>
                <a:gd name="connsiteY125" fmla="*/ 138797 h 236467"/>
                <a:gd name="connsiteX126" fmla="*/ 150735 w 180300"/>
                <a:gd name="connsiteY126" fmla="*/ 142517 h 236467"/>
                <a:gd name="connsiteX127" fmla="*/ 151061 w 180300"/>
                <a:gd name="connsiteY127" fmla="*/ 146238 h 236467"/>
                <a:gd name="connsiteX128" fmla="*/ 152549 w 180300"/>
                <a:gd name="connsiteY128" fmla="*/ 146982 h 236467"/>
                <a:gd name="connsiteX129" fmla="*/ 152965 w 180300"/>
                <a:gd name="connsiteY129" fmla="*/ 152749 h 236467"/>
                <a:gd name="connsiteX130" fmla="*/ 153293 w 180300"/>
                <a:gd name="connsiteY130" fmla="*/ 154424 h 236467"/>
                <a:gd name="connsiteX131" fmla="*/ 155525 w 180300"/>
                <a:gd name="connsiteY131" fmla="*/ 155168 h 236467"/>
                <a:gd name="connsiteX132" fmla="*/ 155967 w 180300"/>
                <a:gd name="connsiteY132" fmla="*/ 160354 h 236467"/>
                <a:gd name="connsiteX133" fmla="*/ 156270 w 180300"/>
                <a:gd name="connsiteY133" fmla="*/ 161865 h 236467"/>
                <a:gd name="connsiteX134" fmla="*/ 158502 w 180300"/>
                <a:gd name="connsiteY134" fmla="*/ 162609 h 236467"/>
                <a:gd name="connsiteX135" fmla="*/ 158921 w 180300"/>
                <a:gd name="connsiteY135" fmla="*/ 166702 h 236467"/>
                <a:gd name="connsiteX136" fmla="*/ 159246 w 180300"/>
                <a:gd name="connsiteY136" fmla="*/ 170795 h 236467"/>
                <a:gd name="connsiteX137" fmla="*/ 160734 w 180300"/>
                <a:gd name="connsiteY137" fmla="*/ 171539 h 236467"/>
                <a:gd name="connsiteX138" fmla="*/ 161150 w 180300"/>
                <a:gd name="connsiteY138" fmla="*/ 176652 h 236467"/>
                <a:gd name="connsiteX139" fmla="*/ 163711 w 180300"/>
                <a:gd name="connsiteY139" fmla="*/ 179724 h 236467"/>
                <a:gd name="connsiteX140" fmla="*/ 164223 w 180300"/>
                <a:gd name="connsiteY140" fmla="*/ 183910 h 236467"/>
                <a:gd name="connsiteX141" fmla="*/ 164371 w 180300"/>
                <a:gd name="connsiteY141" fmla="*/ 186172 h 236467"/>
                <a:gd name="connsiteX142" fmla="*/ 164455 w 180300"/>
                <a:gd name="connsiteY142" fmla="*/ 187910 h 236467"/>
                <a:gd name="connsiteX143" fmla="*/ 166688 w 180300"/>
                <a:gd name="connsiteY143" fmla="*/ 187910 h 236467"/>
                <a:gd name="connsiteX144" fmla="*/ 166688 w 180300"/>
                <a:gd name="connsiteY144" fmla="*/ 196096 h 236467"/>
                <a:gd name="connsiteX145" fmla="*/ 168920 w 180300"/>
                <a:gd name="connsiteY145" fmla="*/ 196096 h 236467"/>
                <a:gd name="connsiteX146" fmla="*/ 169711 w 180300"/>
                <a:gd name="connsiteY146" fmla="*/ 199816 h 236467"/>
                <a:gd name="connsiteX147" fmla="*/ 170408 w 180300"/>
                <a:gd name="connsiteY147" fmla="*/ 203537 h 236467"/>
                <a:gd name="connsiteX148" fmla="*/ 171896 w 180300"/>
                <a:gd name="connsiteY148" fmla="*/ 203537 h 236467"/>
                <a:gd name="connsiteX149" fmla="*/ 171981 w 180300"/>
                <a:gd name="connsiteY149" fmla="*/ 205301 h 236467"/>
                <a:gd name="connsiteX150" fmla="*/ 172129 w 180300"/>
                <a:gd name="connsiteY150" fmla="*/ 207583 h 236467"/>
                <a:gd name="connsiteX151" fmla="*/ 172260 w 180300"/>
                <a:gd name="connsiteY151" fmla="*/ 209859 h 236467"/>
                <a:gd name="connsiteX152" fmla="*/ 172641 w 180300"/>
                <a:gd name="connsiteY152" fmla="*/ 211723 h 236467"/>
                <a:gd name="connsiteX153" fmla="*/ 174873 w 180300"/>
                <a:gd name="connsiteY153" fmla="*/ 212467 h 236467"/>
                <a:gd name="connsiteX154" fmla="*/ 174873 w 180300"/>
                <a:gd name="connsiteY154" fmla="*/ 217676 h 236467"/>
                <a:gd name="connsiteX155" fmla="*/ 177105 w 180300"/>
                <a:gd name="connsiteY155" fmla="*/ 220652 h 236467"/>
                <a:gd name="connsiteX156" fmla="*/ 177571 w 180300"/>
                <a:gd name="connsiteY156" fmla="*/ 225164 h 236467"/>
                <a:gd name="connsiteX157" fmla="*/ 177739 w 180300"/>
                <a:gd name="connsiteY157" fmla="*/ 227655 h 236467"/>
                <a:gd name="connsiteX158" fmla="*/ 177850 w 180300"/>
                <a:gd name="connsiteY158" fmla="*/ 229582 h 236467"/>
                <a:gd name="connsiteX159" fmla="*/ 180082 w 180300"/>
                <a:gd name="connsiteY159" fmla="*/ 229582 h 236467"/>
                <a:gd name="connsiteX160" fmla="*/ 180082 w 180300"/>
                <a:gd name="connsiteY160" fmla="*/ 235535 h 236467"/>
                <a:gd name="connsiteX161" fmla="*/ 170681 w 180300"/>
                <a:gd name="connsiteY161" fmla="*/ 236378 h 236467"/>
                <a:gd name="connsiteX162" fmla="*/ 168803 w 180300"/>
                <a:gd name="connsiteY162" fmla="*/ 236380 h 236467"/>
                <a:gd name="connsiteX163" fmla="*/ 164881 w 180300"/>
                <a:gd name="connsiteY163" fmla="*/ 236376 h 236467"/>
                <a:gd name="connsiteX164" fmla="*/ 158865 w 180300"/>
                <a:gd name="connsiteY164" fmla="*/ 236381 h 236467"/>
                <a:gd name="connsiteX165" fmla="*/ 155054 w 180300"/>
                <a:gd name="connsiteY165" fmla="*/ 236378 h 236467"/>
                <a:gd name="connsiteX166" fmla="*/ 153232 w 180300"/>
                <a:gd name="connsiteY166" fmla="*/ 236383 h 236467"/>
                <a:gd name="connsiteX167" fmla="*/ 147340 w 180300"/>
                <a:gd name="connsiteY167" fmla="*/ 235535 h 236467"/>
                <a:gd name="connsiteX168" fmla="*/ 147014 w 180300"/>
                <a:gd name="connsiteY168" fmla="*/ 233303 h 236467"/>
                <a:gd name="connsiteX169" fmla="*/ 146596 w 180300"/>
                <a:gd name="connsiteY169" fmla="*/ 231070 h 236467"/>
                <a:gd name="connsiteX170" fmla="*/ 144363 w 180300"/>
                <a:gd name="connsiteY170" fmla="*/ 230326 h 236467"/>
                <a:gd name="connsiteX171" fmla="*/ 143945 w 180300"/>
                <a:gd name="connsiteY171" fmla="*/ 226233 h 236467"/>
                <a:gd name="connsiteX172" fmla="*/ 143619 w 180300"/>
                <a:gd name="connsiteY172" fmla="*/ 222140 h 236467"/>
                <a:gd name="connsiteX173" fmla="*/ 142131 w 180300"/>
                <a:gd name="connsiteY173" fmla="*/ 221396 h 236467"/>
                <a:gd name="connsiteX174" fmla="*/ 141666 w 180300"/>
                <a:gd name="connsiteY174" fmla="*/ 216885 h 236467"/>
                <a:gd name="connsiteX175" fmla="*/ 141497 w 180300"/>
                <a:gd name="connsiteY175" fmla="*/ 214394 h 236467"/>
                <a:gd name="connsiteX176" fmla="*/ 141387 w 180300"/>
                <a:gd name="connsiteY176" fmla="*/ 212467 h 236467"/>
                <a:gd name="connsiteX177" fmla="*/ 139154 w 180300"/>
                <a:gd name="connsiteY177" fmla="*/ 212467 h 236467"/>
                <a:gd name="connsiteX178" fmla="*/ 139070 w 180300"/>
                <a:gd name="connsiteY178" fmla="*/ 210702 h 236467"/>
                <a:gd name="connsiteX179" fmla="*/ 138922 w 180300"/>
                <a:gd name="connsiteY179" fmla="*/ 208420 h 236467"/>
                <a:gd name="connsiteX180" fmla="*/ 138791 w 180300"/>
                <a:gd name="connsiteY180" fmla="*/ 206144 h 236467"/>
                <a:gd name="connsiteX181" fmla="*/ 138410 w 180300"/>
                <a:gd name="connsiteY181" fmla="*/ 204281 h 236467"/>
                <a:gd name="connsiteX182" fmla="*/ 136178 w 180300"/>
                <a:gd name="connsiteY182" fmla="*/ 203537 h 236467"/>
                <a:gd name="connsiteX183" fmla="*/ 135759 w 180300"/>
                <a:gd name="connsiteY183" fmla="*/ 199816 h 236467"/>
                <a:gd name="connsiteX184" fmla="*/ 135434 w 180300"/>
                <a:gd name="connsiteY184" fmla="*/ 196096 h 236467"/>
                <a:gd name="connsiteX185" fmla="*/ 133945 w 180300"/>
                <a:gd name="connsiteY185" fmla="*/ 195351 h 236467"/>
                <a:gd name="connsiteX186" fmla="*/ 133480 w 180300"/>
                <a:gd name="connsiteY186" fmla="*/ 190840 h 236467"/>
                <a:gd name="connsiteX187" fmla="*/ 133312 w 180300"/>
                <a:gd name="connsiteY187" fmla="*/ 188349 h 236467"/>
                <a:gd name="connsiteX188" fmla="*/ 133201 w 180300"/>
                <a:gd name="connsiteY188" fmla="*/ 186422 h 236467"/>
                <a:gd name="connsiteX189" fmla="*/ 130969 w 180300"/>
                <a:gd name="connsiteY189" fmla="*/ 186422 h 236467"/>
                <a:gd name="connsiteX190" fmla="*/ 130884 w 180300"/>
                <a:gd name="connsiteY190" fmla="*/ 184657 h 236467"/>
                <a:gd name="connsiteX191" fmla="*/ 130736 w 180300"/>
                <a:gd name="connsiteY191" fmla="*/ 182375 h 236467"/>
                <a:gd name="connsiteX192" fmla="*/ 130605 w 180300"/>
                <a:gd name="connsiteY192" fmla="*/ 180099 h 236467"/>
                <a:gd name="connsiteX193" fmla="*/ 130225 w 180300"/>
                <a:gd name="connsiteY193" fmla="*/ 178236 h 236467"/>
                <a:gd name="connsiteX194" fmla="*/ 127992 w 180300"/>
                <a:gd name="connsiteY194" fmla="*/ 177492 h 236467"/>
                <a:gd name="connsiteX195" fmla="*/ 127574 w 180300"/>
                <a:gd name="connsiteY195" fmla="*/ 173771 h 236467"/>
                <a:gd name="connsiteX196" fmla="*/ 127248 w 180300"/>
                <a:gd name="connsiteY196" fmla="*/ 170051 h 236467"/>
                <a:gd name="connsiteX197" fmla="*/ 125760 w 180300"/>
                <a:gd name="connsiteY197" fmla="*/ 169307 h 236467"/>
                <a:gd name="connsiteX198" fmla="*/ 125760 w 180300"/>
                <a:gd name="connsiteY198" fmla="*/ 164098 h 236467"/>
                <a:gd name="connsiteX199" fmla="*/ 51346 w 180300"/>
                <a:gd name="connsiteY199" fmla="*/ 164098 h 236467"/>
                <a:gd name="connsiteX200" fmla="*/ 51346 w 180300"/>
                <a:gd name="connsiteY200" fmla="*/ 170795 h 236467"/>
                <a:gd name="connsiteX201" fmla="*/ 49113 w 180300"/>
                <a:gd name="connsiteY201" fmla="*/ 170795 h 236467"/>
                <a:gd name="connsiteX202" fmla="*/ 49113 w 180300"/>
                <a:gd name="connsiteY202" fmla="*/ 181213 h 236467"/>
                <a:gd name="connsiteX203" fmla="*/ 46881 w 180300"/>
                <a:gd name="connsiteY203" fmla="*/ 180469 h 236467"/>
                <a:gd name="connsiteX204" fmla="*/ 46797 w 180300"/>
                <a:gd name="connsiteY204" fmla="*/ 182559 h 236467"/>
                <a:gd name="connsiteX205" fmla="*/ 46648 w 180300"/>
                <a:gd name="connsiteY205" fmla="*/ 185259 h 236467"/>
                <a:gd name="connsiteX206" fmla="*/ 46518 w 180300"/>
                <a:gd name="connsiteY206" fmla="*/ 187954 h 236467"/>
                <a:gd name="connsiteX207" fmla="*/ 46137 w 180300"/>
                <a:gd name="connsiteY207" fmla="*/ 190142 h 236467"/>
                <a:gd name="connsiteX208" fmla="*/ 43904 w 180300"/>
                <a:gd name="connsiteY208" fmla="*/ 190887 h 236467"/>
                <a:gd name="connsiteX209" fmla="*/ 43393 w 180300"/>
                <a:gd name="connsiteY209" fmla="*/ 194654 h 236467"/>
                <a:gd name="connsiteX210" fmla="*/ 43244 w 180300"/>
                <a:gd name="connsiteY210" fmla="*/ 196726 h 236467"/>
                <a:gd name="connsiteX211" fmla="*/ 43160 w 180300"/>
                <a:gd name="connsiteY211" fmla="*/ 198328 h 236467"/>
                <a:gd name="connsiteX212" fmla="*/ 41672 w 180300"/>
                <a:gd name="connsiteY212" fmla="*/ 198328 h 236467"/>
                <a:gd name="connsiteX213" fmla="*/ 41588 w 180300"/>
                <a:gd name="connsiteY213" fmla="*/ 200418 h 236467"/>
                <a:gd name="connsiteX214" fmla="*/ 41439 w 180300"/>
                <a:gd name="connsiteY214" fmla="*/ 203118 h 236467"/>
                <a:gd name="connsiteX215" fmla="*/ 41309 w 180300"/>
                <a:gd name="connsiteY215" fmla="*/ 205813 h 236467"/>
                <a:gd name="connsiteX216" fmla="*/ 40928 w 180300"/>
                <a:gd name="connsiteY216" fmla="*/ 208002 h 236467"/>
                <a:gd name="connsiteX217" fmla="*/ 38695 w 180300"/>
                <a:gd name="connsiteY217" fmla="*/ 208746 h 236467"/>
                <a:gd name="connsiteX218" fmla="*/ 38323 w 180300"/>
                <a:gd name="connsiteY218" fmla="*/ 213211 h 236467"/>
                <a:gd name="connsiteX219" fmla="*/ 37951 w 180300"/>
                <a:gd name="connsiteY219" fmla="*/ 217676 h 236467"/>
                <a:gd name="connsiteX220" fmla="*/ 35719 w 180300"/>
                <a:gd name="connsiteY220" fmla="*/ 218420 h 236467"/>
                <a:gd name="connsiteX221" fmla="*/ 35300 w 180300"/>
                <a:gd name="connsiteY221" fmla="*/ 222513 h 236467"/>
                <a:gd name="connsiteX222" fmla="*/ 34975 w 180300"/>
                <a:gd name="connsiteY222" fmla="*/ 226605 h 236467"/>
                <a:gd name="connsiteX223" fmla="*/ 33486 w 180300"/>
                <a:gd name="connsiteY223" fmla="*/ 227349 h 236467"/>
                <a:gd name="connsiteX224" fmla="*/ 33143 w 180300"/>
                <a:gd name="connsiteY224" fmla="*/ 233698 h 236467"/>
                <a:gd name="connsiteX225" fmla="*/ 32742 w 180300"/>
                <a:gd name="connsiteY225" fmla="*/ 235535 h 236467"/>
                <a:gd name="connsiteX226" fmla="*/ 23908 w 180300"/>
                <a:gd name="connsiteY226" fmla="*/ 236404 h 236467"/>
                <a:gd name="connsiteX227" fmla="*/ 22196 w 180300"/>
                <a:gd name="connsiteY227" fmla="*/ 236412 h 236467"/>
                <a:gd name="connsiteX228" fmla="*/ 18618 w 180300"/>
                <a:gd name="connsiteY228" fmla="*/ 236417 h 236467"/>
                <a:gd name="connsiteX229" fmla="*/ 13161 w 180300"/>
                <a:gd name="connsiteY229" fmla="*/ 236446 h 236467"/>
                <a:gd name="connsiteX230" fmla="*/ 9677 w 180300"/>
                <a:gd name="connsiteY230" fmla="*/ 236451 h 236467"/>
                <a:gd name="connsiteX231" fmla="*/ 8037 w 180300"/>
                <a:gd name="connsiteY231" fmla="*/ 236467 h 236467"/>
                <a:gd name="connsiteX232" fmla="*/ 0 w 180300"/>
                <a:gd name="connsiteY232" fmla="*/ 234791 h 236467"/>
                <a:gd name="connsiteX233" fmla="*/ 0 w 180300"/>
                <a:gd name="connsiteY233" fmla="*/ 231814 h 236467"/>
                <a:gd name="connsiteX234" fmla="*/ 1488 w 180300"/>
                <a:gd name="connsiteY234" fmla="*/ 231070 h 236467"/>
                <a:gd name="connsiteX235" fmla="*/ 1904 w 180300"/>
                <a:gd name="connsiteY235" fmla="*/ 225303 h 236467"/>
                <a:gd name="connsiteX236" fmla="*/ 2232 w 180300"/>
                <a:gd name="connsiteY236" fmla="*/ 223629 h 236467"/>
                <a:gd name="connsiteX237" fmla="*/ 4465 w 180300"/>
                <a:gd name="connsiteY237" fmla="*/ 222885 h 236467"/>
                <a:gd name="connsiteX238" fmla="*/ 4976 w 180300"/>
                <a:gd name="connsiteY238" fmla="*/ 218373 h 236467"/>
                <a:gd name="connsiteX239" fmla="*/ 5125 w 180300"/>
                <a:gd name="connsiteY239" fmla="*/ 215882 h 236467"/>
                <a:gd name="connsiteX240" fmla="*/ 5209 w 180300"/>
                <a:gd name="connsiteY240" fmla="*/ 213955 h 236467"/>
                <a:gd name="connsiteX241" fmla="*/ 7441 w 180300"/>
                <a:gd name="connsiteY241" fmla="*/ 213955 h 236467"/>
                <a:gd name="connsiteX242" fmla="*/ 7552 w 180300"/>
                <a:gd name="connsiteY242" fmla="*/ 212191 h 236467"/>
                <a:gd name="connsiteX243" fmla="*/ 7720 w 180300"/>
                <a:gd name="connsiteY243" fmla="*/ 209909 h 236467"/>
                <a:gd name="connsiteX244" fmla="*/ 7877 w 180300"/>
                <a:gd name="connsiteY244" fmla="*/ 207633 h 236467"/>
                <a:gd name="connsiteX245" fmla="*/ 8186 w 180300"/>
                <a:gd name="connsiteY245" fmla="*/ 205769 h 236467"/>
                <a:gd name="connsiteX246" fmla="*/ 9674 w 180300"/>
                <a:gd name="connsiteY246" fmla="*/ 205025 h 236467"/>
                <a:gd name="connsiteX247" fmla="*/ 10017 w 180300"/>
                <a:gd name="connsiteY247" fmla="*/ 198677 h 236467"/>
                <a:gd name="connsiteX248" fmla="*/ 10418 w 180300"/>
                <a:gd name="connsiteY248" fmla="*/ 196840 h 236467"/>
                <a:gd name="connsiteX249" fmla="*/ 13395 w 180300"/>
                <a:gd name="connsiteY249" fmla="*/ 196096 h 236467"/>
                <a:gd name="connsiteX250" fmla="*/ 13581 w 180300"/>
                <a:gd name="connsiteY250" fmla="*/ 192328 h 236467"/>
                <a:gd name="connsiteX251" fmla="*/ 13499 w 180300"/>
                <a:gd name="connsiteY251" fmla="*/ 190256 h 236467"/>
                <a:gd name="connsiteX252" fmla="*/ 13395 w 180300"/>
                <a:gd name="connsiteY252" fmla="*/ 188654 h 236467"/>
                <a:gd name="connsiteX253" fmla="*/ 15627 w 180300"/>
                <a:gd name="connsiteY253" fmla="*/ 188654 h 236467"/>
                <a:gd name="connsiteX254" fmla="*/ 15711 w 180300"/>
                <a:gd name="connsiteY254" fmla="*/ 186779 h 236467"/>
                <a:gd name="connsiteX255" fmla="*/ 15859 w 180300"/>
                <a:gd name="connsiteY255" fmla="*/ 184329 h 236467"/>
                <a:gd name="connsiteX256" fmla="*/ 15990 w 180300"/>
                <a:gd name="connsiteY256" fmla="*/ 181896 h 236467"/>
                <a:gd name="connsiteX257" fmla="*/ 18604 w 180300"/>
                <a:gd name="connsiteY257" fmla="*/ 177492 h 236467"/>
                <a:gd name="connsiteX258" fmla="*/ 18604 w 180300"/>
                <a:gd name="connsiteY258" fmla="*/ 174422 h 236467"/>
                <a:gd name="connsiteX259" fmla="*/ 18604 w 180300"/>
                <a:gd name="connsiteY259" fmla="*/ 171539 h 236467"/>
                <a:gd name="connsiteX260" fmla="*/ 20836 w 180300"/>
                <a:gd name="connsiteY260" fmla="*/ 170795 h 236467"/>
                <a:gd name="connsiteX261" fmla="*/ 21208 w 180300"/>
                <a:gd name="connsiteY261" fmla="*/ 166330 h 236467"/>
                <a:gd name="connsiteX262" fmla="*/ 21580 w 180300"/>
                <a:gd name="connsiteY262" fmla="*/ 161865 h 236467"/>
                <a:gd name="connsiteX263" fmla="*/ 23813 w 180300"/>
                <a:gd name="connsiteY263" fmla="*/ 161121 h 236467"/>
                <a:gd name="connsiteX264" fmla="*/ 24231 w 180300"/>
                <a:gd name="connsiteY264" fmla="*/ 157400 h 236467"/>
                <a:gd name="connsiteX265" fmla="*/ 24557 w 180300"/>
                <a:gd name="connsiteY265" fmla="*/ 153680 h 236467"/>
                <a:gd name="connsiteX266" fmla="*/ 26045 w 180300"/>
                <a:gd name="connsiteY266" fmla="*/ 152935 h 236467"/>
                <a:gd name="connsiteX267" fmla="*/ 26461 w 180300"/>
                <a:gd name="connsiteY267" fmla="*/ 146587 h 236467"/>
                <a:gd name="connsiteX268" fmla="*/ 26789 w 180300"/>
                <a:gd name="connsiteY268" fmla="*/ 144750 h 236467"/>
                <a:gd name="connsiteX269" fmla="*/ 29021 w 180300"/>
                <a:gd name="connsiteY269" fmla="*/ 144006 h 236467"/>
                <a:gd name="connsiteX270" fmla="*/ 29394 w 180300"/>
                <a:gd name="connsiteY270" fmla="*/ 139541 h 236467"/>
                <a:gd name="connsiteX271" fmla="*/ 29766 w 180300"/>
                <a:gd name="connsiteY271" fmla="*/ 135076 h 236467"/>
                <a:gd name="connsiteX272" fmla="*/ 31998 w 180300"/>
                <a:gd name="connsiteY272" fmla="*/ 134332 h 236467"/>
                <a:gd name="connsiteX273" fmla="*/ 32510 w 180300"/>
                <a:gd name="connsiteY273" fmla="*/ 130565 h 236467"/>
                <a:gd name="connsiteX274" fmla="*/ 32658 w 180300"/>
                <a:gd name="connsiteY274" fmla="*/ 128492 h 236467"/>
                <a:gd name="connsiteX275" fmla="*/ 32742 w 180300"/>
                <a:gd name="connsiteY275" fmla="*/ 126891 h 236467"/>
                <a:gd name="connsiteX276" fmla="*/ 34975 w 180300"/>
                <a:gd name="connsiteY276" fmla="*/ 126891 h 236467"/>
                <a:gd name="connsiteX277" fmla="*/ 34896 w 180300"/>
                <a:gd name="connsiteY277" fmla="*/ 125152 h 236467"/>
                <a:gd name="connsiteX278" fmla="*/ 34835 w 180300"/>
                <a:gd name="connsiteY278" fmla="*/ 122891 h 236467"/>
                <a:gd name="connsiteX279" fmla="*/ 34757 w 180300"/>
                <a:gd name="connsiteY279" fmla="*/ 120641 h 236467"/>
                <a:gd name="connsiteX280" fmla="*/ 34975 w 180300"/>
                <a:gd name="connsiteY280" fmla="*/ 118705 h 236467"/>
                <a:gd name="connsiteX281" fmla="*/ 37207 w 180300"/>
                <a:gd name="connsiteY281" fmla="*/ 117217 h 236467"/>
                <a:gd name="connsiteX282" fmla="*/ 37649 w 180300"/>
                <a:gd name="connsiteY282" fmla="*/ 111423 h 236467"/>
                <a:gd name="connsiteX283" fmla="*/ 37951 w 180300"/>
                <a:gd name="connsiteY283" fmla="*/ 109775 h 236467"/>
                <a:gd name="connsiteX284" fmla="*/ 40184 w 180300"/>
                <a:gd name="connsiteY284" fmla="*/ 109031 h 236467"/>
                <a:gd name="connsiteX285" fmla="*/ 40695 w 180300"/>
                <a:gd name="connsiteY285" fmla="*/ 104892 h 236467"/>
                <a:gd name="connsiteX286" fmla="*/ 40843 w 180300"/>
                <a:gd name="connsiteY286" fmla="*/ 102610 h 236467"/>
                <a:gd name="connsiteX287" fmla="*/ 40928 w 180300"/>
                <a:gd name="connsiteY287" fmla="*/ 100846 h 236467"/>
                <a:gd name="connsiteX288" fmla="*/ 43160 w 180300"/>
                <a:gd name="connsiteY288" fmla="*/ 100846 h 236467"/>
                <a:gd name="connsiteX289" fmla="*/ 43056 w 180300"/>
                <a:gd name="connsiteY289" fmla="*/ 99244 h 236467"/>
                <a:gd name="connsiteX290" fmla="*/ 42974 w 180300"/>
                <a:gd name="connsiteY290" fmla="*/ 97171 h 236467"/>
                <a:gd name="connsiteX291" fmla="*/ 42869 w 180300"/>
                <a:gd name="connsiteY291" fmla="*/ 95105 h 236467"/>
                <a:gd name="connsiteX292" fmla="*/ 43160 w 180300"/>
                <a:gd name="connsiteY292" fmla="*/ 93404 h 236467"/>
                <a:gd name="connsiteX293" fmla="*/ 44657 w 180300"/>
                <a:gd name="connsiteY293" fmla="*/ 93076 h 236467"/>
                <a:gd name="connsiteX294" fmla="*/ 46137 w 180300"/>
                <a:gd name="connsiteY294" fmla="*/ 92660 h 236467"/>
                <a:gd name="connsiteX295" fmla="*/ 46183 w 180300"/>
                <a:gd name="connsiteY295" fmla="*/ 88195 h 236467"/>
                <a:gd name="connsiteX296" fmla="*/ 46137 w 180300"/>
                <a:gd name="connsiteY296" fmla="*/ 83730 h 236467"/>
                <a:gd name="connsiteX297" fmla="*/ 48369 w 180300"/>
                <a:gd name="connsiteY297" fmla="*/ 82986 h 236467"/>
                <a:gd name="connsiteX298" fmla="*/ 48881 w 180300"/>
                <a:gd name="connsiteY298" fmla="*/ 78847 h 236467"/>
                <a:gd name="connsiteX299" fmla="*/ 49029 w 180300"/>
                <a:gd name="connsiteY299" fmla="*/ 76565 h 236467"/>
                <a:gd name="connsiteX300" fmla="*/ 49113 w 180300"/>
                <a:gd name="connsiteY300" fmla="*/ 74801 h 236467"/>
                <a:gd name="connsiteX301" fmla="*/ 51346 w 180300"/>
                <a:gd name="connsiteY301" fmla="*/ 74801 h 236467"/>
                <a:gd name="connsiteX302" fmla="*/ 51267 w 180300"/>
                <a:gd name="connsiteY302" fmla="*/ 73036 h 236467"/>
                <a:gd name="connsiteX303" fmla="*/ 51206 w 180300"/>
                <a:gd name="connsiteY303" fmla="*/ 70754 h 236467"/>
                <a:gd name="connsiteX304" fmla="*/ 51128 w 180300"/>
                <a:gd name="connsiteY304" fmla="*/ 68478 h 236467"/>
                <a:gd name="connsiteX305" fmla="*/ 51346 w 180300"/>
                <a:gd name="connsiteY305" fmla="*/ 66615 h 236467"/>
                <a:gd name="connsiteX306" fmla="*/ 53578 w 180300"/>
                <a:gd name="connsiteY306" fmla="*/ 65871 h 236467"/>
                <a:gd name="connsiteX307" fmla="*/ 54090 w 180300"/>
                <a:gd name="connsiteY307" fmla="*/ 61360 h 236467"/>
                <a:gd name="connsiteX308" fmla="*/ 54238 w 180300"/>
                <a:gd name="connsiteY308" fmla="*/ 58869 h 236467"/>
                <a:gd name="connsiteX309" fmla="*/ 54322 w 180300"/>
                <a:gd name="connsiteY309" fmla="*/ 56941 h 236467"/>
                <a:gd name="connsiteX310" fmla="*/ 56555 w 180300"/>
                <a:gd name="connsiteY310" fmla="*/ 56941 h 236467"/>
                <a:gd name="connsiteX311" fmla="*/ 56665 w 180300"/>
                <a:gd name="connsiteY311" fmla="*/ 55177 h 236467"/>
                <a:gd name="connsiteX312" fmla="*/ 56834 w 180300"/>
                <a:gd name="connsiteY312" fmla="*/ 52895 h 236467"/>
                <a:gd name="connsiteX313" fmla="*/ 56991 w 180300"/>
                <a:gd name="connsiteY313" fmla="*/ 50619 h 236467"/>
                <a:gd name="connsiteX314" fmla="*/ 57299 w 180300"/>
                <a:gd name="connsiteY314" fmla="*/ 48756 h 236467"/>
                <a:gd name="connsiteX315" fmla="*/ 58787 w 180300"/>
                <a:gd name="connsiteY315" fmla="*/ 48012 h 236467"/>
                <a:gd name="connsiteX316" fmla="*/ 59624 w 180300"/>
                <a:gd name="connsiteY316" fmla="*/ 43500 h 236467"/>
                <a:gd name="connsiteX317" fmla="*/ 60002 w 180300"/>
                <a:gd name="connsiteY317" fmla="*/ 41009 h 236467"/>
                <a:gd name="connsiteX318" fmla="*/ 60275 w 180300"/>
                <a:gd name="connsiteY318" fmla="*/ 39082 h 236467"/>
                <a:gd name="connsiteX319" fmla="*/ 62508 w 180300"/>
                <a:gd name="connsiteY319" fmla="*/ 39082 h 236467"/>
                <a:gd name="connsiteX320" fmla="*/ 62508 w 180300"/>
                <a:gd name="connsiteY320" fmla="*/ 31641 h 236467"/>
                <a:gd name="connsiteX321" fmla="*/ 64740 w 180300"/>
                <a:gd name="connsiteY321" fmla="*/ 31641 h 236467"/>
                <a:gd name="connsiteX322" fmla="*/ 65484 w 180300"/>
                <a:gd name="connsiteY322" fmla="*/ 21967 h 236467"/>
                <a:gd name="connsiteX323" fmla="*/ 66973 w 180300"/>
                <a:gd name="connsiteY323" fmla="*/ 21967 h 236467"/>
                <a:gd name="connsiteX324" fmla="*/ 67717 w 180300"/>
                <a:gd name="connsiteY324" fmla="*/ 18293 h 236467"/>
                <a:gd name="connsiteX325" fmla="*/ 68461 w 180300"/>
                <a:gd name="connsiteY325" fmla="*/ 14525 h 236467"/>
                <a:gd name="connsiteX326" fmla="*/ 69949 w 180300"/>
                <a:gd name="connsiteY326" fmla="*/ 13781 h 236467"/>
                <a:gd name="connsiteX327" fmla="*/ 70365 w 180300"/>
                <a:gd name="connsiteY327" fmla="*/ 6851 h 236467"/>
                <a:gd name="connsiteX328" fmla="*/ 70693 w 180300"/>
                <a:gd name="connsiteY328" fmla="*/ 4851 h 236467"/>
                <a:gd name="connsiteX329" fmla="*/ 72926 w 180300"/>
                <a:gd name="connsiteY329" fmla="*/ 4107 h 236467"/>
                <a:gd name="connsiteX330" fmla="*/ 73026 w 180300"/>
                <a:gd name="connsiteY330" fmla="*/ 2223 h 236467"/>
                <a:gd name="connsiteX331" fmla="*/ 73670 w 180300"/>
                <a:gd name="connsiteY331" fmla="*/ 387 h 236467"/>
                <a:gd name="connsiteX332" fmla="*/ 80254 w 180300"/>
                <a:gd name="connsiteY332" fmla="*/ 23 h 23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180300" h="236467">
                  <a:moveTo>
                    <a:pt x="87083" y="39879"/>
                  </a:moveTo>
                  <a:cubicBezTo>
                    <a:pt x="86830" y="43421"/>
                    <a:pt x="86584" y="46859"/>
                    <a:pt x="86339" y="50297"/>
                  </a:cubicBezTo>
                  <a:cubicBezTo>
                    <a:pt x="86086" y="50297"/>
                    <a:pt x="85840" y="50297"/>
                    <a:pt x="85595" y="50297"/>
                  </a:cubicBezTo>
                  <a:cubicBezTo>
                    <a:pt x="84131" y="53656"/>
                    <a:pt x="83971" y="56558"/>
                    <a:pt x="84054" y="60151"/>
                  </a:cubicBezTo>
                  <a:cubicBezTo>
                    <a:pt x="84072" y="60596"/>
                    <a:pt x="84089" y="61027"/>
                    <a:pt x="84106" y="61459"/>
                  </a:cubicBezTo>
                  <a:cubicBezTo>
                    <a:pt x="83347" y="61459"/>
                    <a:pt x="82611" y="61459"/>
                    <a:pt x="81874" y="61459"/>
                  </a:cubicBezTo>
                  <a:cubicBezTo>
                    <a:pt x="81845" y="62161"/>
                    <a:pt x="81817" y="62842"/>
                    <a:pt x="81790" y="63523"/>
                  </a:cubicBezTo>
                  <a:cubicBezTo>
                    <a:pt x="81739" y="64434"/>
                    <a:pt x="81690" y="65319"/>
                    <a:pt x="81641" y="66203"/>
                  </a:cubicBezTo>
                  <a:cubicBezTo>
                    <a:pt x="81566" y="68814"/>
                    <a:pt x="81566" y="68814"/>
                    <a:pt x="81130" y="71133"/>
                  </a:cubicBezTo>
                  <a:cubicBezTo>
                    <a:pt x="80371" y="71639"/>
                    <a:pt x="79634" y="72130"/>
                    <a:pt x="78897" y="72621"/>
                  </a:cubicBezTo>
                  <a:cubicBezTo>
                    <a:pt x="78823" y="73279"/>
                    <a:pt x="78751" y="73918"/>
                    <a:pt x="78679" y="74557"/>
                  </a:cubicBezTo>
                  <a:cubicBezTo>
                    <a:pt x="78719" y="75693"/>
                    <a:pt x="78719" y="75693"/>
                    <a:pt x="78758" y="76807"/>
                  </a:cubicBezTo>
                  <a:cubicBezTo>
                    <a:pt x="78779" y="77576"/>
                    <a:pt x="78799" y="78322"/>
                    <a:pt x="78819" y="79068"/>
                  </a:cubicBezTo>
                  <a:cubicBezTo>
                    <a:pt x="78859" y="79946"/>
                    <a:pt x="78859" y="79946"/>
                    <a:pt x="78897" y="80807"/>
                  </a:cubicBezTo>
                  <a:cubicBezTo>
                    <a:pt x="78138" y="80807"/>
                    <a:pt x="77402" y="80807"/>
                    <a:pt x="76665" y="80807"/>
                  </a:cubicBezTo>
                  <a:cubicBezTo>
                    <a:pt x="75857" y="82423"/>
                    <a:pt x="75857" y="82423"/>
                    <a:pt x="76014" y="86062"/>
                  </a:cubicBezTo>
                  <a:cubicBezTo>
                    <a:pt x="76165" y="88029"/>
                    <a:pt x="76165" y="88029"/>
                    <a:pt x="75921" y="89736"/>
                  </a:cubicBezTo>
                  <a:cubicBezTo>
                    <a:pt x="74793" y="90112"/>
                    <a:pt x="74793" y="90112"/>
                    <a:pt x="73688" y="90481"/>
                  </a:cubicBezTo>
                  <a:cubicBezTo>
                    <a:pt x="73386" y="92155"/>
                    <a:pt x="73386" y="92155"/>
                    <a:pt x="73316" y="94201"/>
                  </a:cubicBezTo>
                  <a:cubicBezTo>
                    <a:pt x="73298" y="96195"/>
                    <a:pt x="73298" y="96195"/>
                    <a:pt x="72944" y="97922"/>
                  </a:cubicBezTo>
                  <a:cubicBezTo>
                    <a:pt x="71817" y="98298"/>
                    <a:pt x="71817" y="98298"/>
                    <a:pt x="70712" y="98666"/>
                  </a:cubicBezTo>
                  <a:cubicBezTo>
                    <a:pt x="70602" y="99689"/>
                    <a:pt x="70602" y="99689"/>
                    <a:pt x="70494" y="100692"/>
                  </a:cubicBezTo>
                  <a:cubicBezTo>
                    <a:pt x="70521" y="101537"/>
                    <a:pt x="70546" y="102357"/>
                    <a:pt x="70572" y="103177"/>
                  </a:cubicBezTo>
                  <a:cubicBezTo>
                    <a:pt x="70603" y="104435"/>
                    <a:pt x="70603" y="104435"/>
                    <a:pt x="70633" y="105669"/>
                  </a:cubicBezTo>
                  <a:cubicBezTo>
                    <a:pt x="70660" y="106324"/>
                    <a:pt x="70686" y="106960"/>
                    <a:pt x="70712" y="107596"/>
                  </a:cubicBezTo>
                  <a:cubicBezTo>
                    <a:pt x="69953" y="107596"/>
                    <a:pt x="69216" y="107596"/>
                    <a:pt x="68479" y="107596"/>
                  </a:cubicBezTo>
                  <a:cubicBezTo>
                    <a:pt x="67671" y="109213"/>
                    <a:pt x="67671" y="109213"/>
                    <a:pt x="67828" y="112479"/>
                  </a:cubicBezTo>
                  <a:cubicBezTo>
                    <a:pt x="67980" y="114244"/>
                    <a:pt x="67980" y="114244"/>
                    <a:pt x="67735" y="115781"/>
                  </a:cubicBezTo>
                  <a:cubicBezTo>
                    <a:pt x="66608" y="116157"/>
                    <a:pt x="66608" y="116157"/>
                    <a:pt x="65503" y="116525"/>
                  </a:cubicBezTo>
                  <a:cubicBezTo>
                    <a:pt x="65400" y="117141"/>
                    <a:pt x="65300" y="117739"/>
                    <a:pt x="65201" y="118336"/>
                  </a:cubicBezTo>
                  <a:cubicBezTo>
                    <a:pt x="65133" y="120496"/>
                    <a:pt x="65097" y="122575"/>
                    <a:pt x="64759" y="124711"/>
                  </a:cubicBezTo>
                  <a:cubicBezTo>
                    <a:pt x="62526" y="126199"/>
                    <a:pt x="62526" y="126199"/>
                    <a:pt x="61038" y="133641"/>
                  </a:cubicBezTo>
                  <a:cubicBezTo>
                    <a:pt x="79508" y="133641"/>
                    <a:pt x="97434" y="133641"/>
                    <a:pt x="115360" y="133641"/>
                  </a:cubicBezTo>
                  <a:cubicBezTo>
                    <a:pt x="114984" y="129883"/>
                    <a:pt x="114984" y="129883"/>
                    <a:pt x="114616" y="126199"/>
                  </a:cubicBezTo>
                  <a:cubicBezTo>
                    <a:pt x="113113" y="125824"/>
                    <a:pt x="113113" y="125824"/>
                    <a:pt x="111640" y="125455"/>
                  </a:cubicBezTo>
                  <a:cubicBezTo>
                    <a:pt x="111567" y="124775"/>
                    <a:pt x="111497" y="124115"/>
                    <a:pt x="111427" y="123455"/>
                  </a:cubicBezTo>
                  <a:cubicBezTo>
                    <a:pt x="111584" y="121121"/>
                    <a:pt x="111772" y="118862"/>
                    <a:pt x="111640" y="116525"/>
                  </a:cubicBezTo>
                  <a:cubicBezTo>
                    <a:pt x="110512" y="116150"/>
                    <a:pt x="110512" y="116150"/>
                    <a:pt x="109407" y="115781"/>
                  </a:cubicBezTo>
                  <a:cubicBezTo>
                    <a:pt x="109220" y="114242"/>
                    <a:pt x="109220" y="114242"/>
                    <a:pt x="109407" y="112479"/>
                  </a:cubicBezTo>
                  <a:cubicBezTo>
                    <a:pt x="109547" y="110668"/>
                    <a:pt x="109547" y="110668"/>
                    <a:pt x="109407" y="109084"/>
                  </a:cubicBezTo>
                  <a:cubicBezTo>
                    <a:pt x="107021" y="107871"/>
                    <a:pt x="107021" y="107871"/>
                    <a:pt x="106820" y="105875"/>
                  </a:cubicBezTo>
                  <a:cubicBezTo>
                    <a:pt x="106681" y="103351"/>
                    <a:pt x="106827" y="100948"/>
                    <a:pt x="105686" y="98666"/>
                  </a:cubicBezTo>
                  <a:cubicBezTo>
                    <a:pt x="104927" y="98666"/>
                    <a:pt x="104191" y="98666"/>
                    <a:pt x="103454" y="98666"/>
                  </a:cubicBezTo>
                  <a:cubicBezTo>
                    <a:pt x="103481" y="98066"/>
                    <a:pt x="103507" y="97484"/>
                    <a:pt x="103533" y="96902"/>
                  </a:cubicBezTo>
                  <a:cubicBezTo>
                    <a:pt x="103563" y="95749"/>
                    <a:pt x="103563" y="95749"/>
                    <a:pt x="103594" y="94620"/>
                  </a:cubicBezTo>
                  <a:cubicBezTo>
                    <a:pt x="103672" y="92344"/>
                    <a:pt x="103672" y="92344"/>
                    <a:pt x="103454" y="90481"/>
                  </a:cubicBezTo>
                  <a:cubicBezTo>
                    <a:pt x="102695" y="90228"/>
                    <a:pt x="101958" y="89982"/>
                    <a:pt x="101222" y="89736"/>
                  </a:cubicBezTo>
                  <a:cubicBezTo>
                    <a:pt x="101156" y="89176"/>
                    <a:pt x="101093" y="88632"/>
                    <a:pt x="101030" y="88088"/>
                  </a:cubicBezTo>
                  <a:cubicBezTo>
                    <a:pt x="101155" y="85525"/>
                    <a:pt x="101643" y="83137"/>
                    <a:pt x="100477" y="80807"/>
                  </a:cubicBezTo>
                  <a:cubicBezTo>
                    <a:pt x="99718" y="80807"/>
                    <a:pt x="98982" y="80807"/>
                    <a:pt x="98245" y="80807"/>
                  </a:cubicBezTo>
                  <a:cubicBezTo>
                    <a:pt x="98272" y="80216"/>
                    <a:pt x="98298" y="79642"/>
                    <a:pt x="98324" y="79068"/>
                  </a:cubicBezTo>
                  <a:cubicBezTo>
                    <a:pt x="98354" y="77926"/>
                    <a:pt x="98354" y="77926"/>
                    <a:pt x="98385" y="76807"/>
                  </a:cubicBezTo>
                  <a:cubicBezTo>
                    <a:pt x="98463" y="74557"/>
                    <a:pt x="98463" y="74557"/>
                    <a:pt x="98245" y="72621"/>
                  </a:cubicBezTo>
                  <a:cubicBezTo>
                    <a:pt x="97486" y="72115"/>
                    <a:pt x="96749" y="71624"/>
                    <a:pt x="96013" y="71133"/>
                  </a:cubicBezTo>
                  <a:cubicBezTo>
                    <a:pt x="95663" y="69349"/>
                    <a:pt x="95663" y="69349"/>
                    <a:pt x="95641" y="67366"/>
                  </a:cubicBezTo>
                  <a:cubicBezTo>
                    <a:pt x="95571" y="65340"/>
                    <a:pt x="95571" y="65340"/>
                    <a:pt x="95268" y="63691"/>
                  </a:cubicBezTo>
                  <a:cubicBezTo>
                    <a:pt x="94509" y="63438"/>
                    <a:pt x="93773" y="63193"/>
                    <a:pt x="93036" y="62947"/>
                  </a:cubicBezTo>
                  <a:cubicBezTo>
                    <a:pt x="92878" y="61065"/>
                    <a:pt x="92878" y="61065"/>
                    <a:pt x="93083" y="58901"/>
                  </a:cubicBezTo>
                  <a:cubicBezTo>
                    <a:pt x="93248" y="56672"/>
                    <a:pt x="93248" y="56672"/>
                    <a:pt x="93036" y="54762"/>
                  </a:cubicBezTo>
                  <a:cubicBezTo>
                    <a:pt x="92039" y="54275"/>
                    <a:pt x="91047" y="53779"/>
                    <a:pt x="90059" y="53274"/>
                  </a:cubicBezTo>
                  <a:cubicBezTo>
                    <a:pt x="89970" y="52578"/>
                    <a:pt x="89882" y="51902"/>
                    <a:pt x="89795" y="51227"/>
                  </a:cubicBezTo>
                  <a:cubicBezTo>
                    <a:pt x="90065" y="46011"/>
                    <a:pt x="90296" y="44164"/>
                    <a:pt x="87083" y="39879"/>
                  </a:cubicBezTo>
                  <a:close/>
                  <a:moveTo>
                    <a:pt x="80254" y="23"/>
                  </a:moveTo>
                  <a:cubicBezTo>
                    <a:pt x="81243" y="31"/>
                    <a:pt x="81243" y="31"/>
                    <a:pt x="82253" y="39"/>
                  </a:cubicBezTo>
                  <a:cubicBezTo>
                    <a:pt x="84369" y="60"/>
                    <a:pt x="86484" y="107"/>
                    <a:pt x="88599" y="154"/>
                  </a:cubicBezTo>
                  <a:cubicBezTo>
                    <a:pt x="90030" y="173"/>
                    <a:pt x="91460" y="190"/>
                    <a:pt x="92891" y="205"/>
                  </a:cubicBezTo>
                  <a:cubicBezTo>
                    <a:pt x="96406" y="246"/>
                    <a:pt x="99921" y="310"/>
                    <a:pt x="103436" y="387"/>
                  </a:cubicBezTo>
                  <a:cubicBezTo>
                    <a:pt x="103681" y="2842"/>
                    <a:pt x="103927" y="5298"/>
                    <a:pt x="104180" y="7828"/>
                  </a:cubicBezTo>
                  <a:cubicBezTo>
                    <a:pt x="104916" y="7582"/>
                    <a:pt x="105653" y="7337"/>
                    <a:pt x="106412" y="7084"/>
                  </a:cubicBezTo>
                  <a:cubicBezTo>
                    <a:pt x="106454" y="7851"/>
                    <a:pt x="106454" y="7851"/>
                    <a:pt x="106496" y="8633"/>
                  </a:cubicBezTo>
                  <a:cubicBezTo>
                    <a:pt x="106545" y="9304"/>
                    <a:pt x="106594" y="9974"/>
                    <a:pt x="106645" y="10665"/>
                  </a:cubicBezTo>
                  <a:cubicBezTo>
                    <a:pt x="106709" y="11662"/>
                    <a:pt x="106709" y="11662"/>
                    <a:pt x="106775" y="12679"/>
                  </a:cubicBezTo>
                  <a:cubicBezTo>
                    <a:pt x="106988" y="14566"/>
                    <a:pt x="106988" y="14566"/>
                    <a:pt x="108296" y="15665"/>
                  </a:cubicBezTo>
                  <a:cubicBezTo>
                    <a:pt x="109389" y="16758"/>
                    <a:pt x="109389" y="16758"/>
                    <a:pt x="109607" y="18441"/>
                  </a:cubicBezTo>
                  <a:cubicBezTo>
                    <a:pt x="109581" y="19036"/>
                    <a:pt x="109555" y="19632"/>
                    <a:pt x="109528" y="20246"/>
                  </a:cubicBezTo>
                  <a:cubicBezTo>
                    <a:pt x="109498" y="21148"/>
                    <a:pt x="109498" y="21148"/>
                    <a:pt x="109467" y="22068"/>
                  </a:cubicBezTo>
                  <a:cubicBezTo>
                    <a:pt x="109441" y="22526"/>
                    <a:pt x="109415" y="22984"/>
                    <a:pt x="109389" y="23455"/>
                  </a:cubicBezTo>
                  <a:cubicBezTo>
                    <a:pt x="110125" y="23455"/>
                    <a:pt x="110862" y="23455"/>
                    <a:pt x="111621" y="23455"/>
                  </a:cubicBezTo>
                  <a:cubicBezTo>
                    <a:pt x="111621" y="26156"/>
                    <a:pt x="111621" y="28857"/>
                    <a:pt x="111621" y="31641"/>
                  </a:cubicBezTo>
                  <a:cubicBezTo>
                    <a:pt x="112603" y="31641"/>
                    <a:pt x="113586" y="31641"/>
                    <a:pt x="114598" y="31641"/>
                  </a:cubicBezTo>
                  <a:cubicBezTo>
                    <a:pt x="114639" y="32407"/>
                    <a:pt x="114639" y="32407"/>
                    <a:pt x="114682" y="33190"/>
                  </a:cubicBezTo>
                  <a:cubicBezTo>
                    <a:pt x="114731" y="33860"/>
                    <a:pt x="114780" y="34531"/>
                    <a:pt x="114830" y="35222"/>
                  </a:cubicBezTo>
                  <a:cubicBezTo>
                    <a:pt x="114895" y="36219"/>
                    <a:pt x="114895" y="36219"/>
                    <a:pt x="114961" y="37236"/>
                  </a:cubicBezTo>
                  <a:cubicBezTo>
                    <a:pt x="115402" y="39376"/>
                    <a:pt x="116060" y="39828"/>
                    <a:pt x="117574" y="41314"/>
                  </a:cubicBezTo>
                  <a:cubicBezTo>
                    <a:pt x="117903" y="42971"/>
                    <a:pt x="117903" y="42971"/>
                    <a:pt x="117993" y="44756"/>
                  </a:cubicBezTo>
                  <a:cubicBezTo>
                    <a:pt x="118055" y="46502"/>
                    <a:pt x="118055" y="46502"/>
                    <a:pt x="118318" y="48012"/>
                  </a:cubicBezTo>
                  <a:cubicBezTo>
                    <a:pt x="118809" y="48257"/>
                    <a:pt x="119301" y="48503"/>
                    <a:pt x="119807" y="48756"/>
                  </a:cubicBezTo>
                  <a:cubicBezTo>
                    <a:pt x="120069" y="50486"/>
                    <a:pt x="120137" y="52194"/>
                    <a:pt x="120222" y="53941"/>
                  </a:cubicBezTo>
                  <a:cubicBezTo>
                    <a:pt x="120331" y="54440"/>
                    <a:pt x="120439" y="54939"/>
                    <a:pt x="120551" y="55453"/>
                  </a:cubicBezTo>
                  <a:cubicBezTo>
                    <a:pt x="121287" y="55699"/>
                    <a:pt x="122024" y="55944"/>
                    <a:pt x="122783" y="56197"/>
                  </a:cubicBezTo>
                  <a:cubicBezTo>
                    <a:pt x="123086" y="57845"/>
                    <a:pt x="123086" y="57845"/>
                    <a:pt x="123155" y="59871"/>
                  </a:cubicBezTo>
                  <a:cubicBezTo>
                    <a:pt x="123178" y="61855"/>
                    <a:pt x="123178" y="61855"/>
                    <a:pt x="123527" y="63639"/>
                  </a:cubicBezTo>
                  <a:cubicBezTo>
                    <a:pt x="124264" y="64130"/>
                    <a:pt x="125001" y="64621"/>
                    <a:pt x="125760" y="65127"/>
                  </a:cubicBezTo>
                  <a:cubicBezTo>
                    <a:pt x="125917" y="66879"/>
                    <a:pt x="125757" y="68514"/>
                    <a:pt x="125620" y="70266"/>
                  </a:cubicBezTo>
                  <a:cubicBezTo>
                    <a:pt x="125666" y="70780"/>
                    <a:pt x="125712" y="71294"/>
                    <a:pt x="125760" y="71824"/>
                  </a:cubicBezTo>
                  <a:cubicBezTo>
                    <a:pt x="126496" y="72315"/>
                    <a:pt x="127233" y="72806"/>
                    <a:pt x="127992" y="73312"/>
                  </a:cubicBezTo>
                  <a:cubicBezTo>
                    <a:pt x="128373" y="75086"/>
                    <a:pt x="128373" y="75086"/>
                    <a:pt x="128504" y="77126"/>
                  </a:cubicBezTo>
                  <a:cubicBezTo>
                    <a:pt x="128553" y="77803"/>
                    <a:pt x="128602" y="78481"/>
                    <a:pt x="128652" y="79178"/>
                  </a:cubicBezTo>
                  <a:cubicBezTo>
                    <a:pt x="128694" y="79958"/>
                    <a:pt x="128694" y="79958"/>
                    <a:pt x="128736" y="80754"/>
                  </a:cubicBezTo>
                  <a:cubicBezTo>
                    <a:pt x="129473" y="80754"/>
                    <a:pt x="130210" y="80754"/>
                    <a:pt x="130969" y="80754"/>
                  </a:cubicBezTo>
                  <a:cubicBezTo>
                    <a:pt x="131010" y="81627"/>
                    <a:pt x="131010" y="81627"/>
                    <a:pt x="131053" y="82518"/>
                  </a:cubicBezTo>
                  <a:cubicBezTo>
                    <a:pt x="131102" y="83271"/>
                    <a:pt x="131151" y="84024"/>
                    <a:pt x="131201" y="84800"/>
                  </a:cubicBezTo>
                  <a:cubicBezTo>
                    <a:pt x="131266" y="85927"/>
                    <a:pt x="131266" y="85927"/>
                    <a:pt x="131332" y="87076"/>
                  </a:cubicBezTo>
                  <a:cubicBezTo>
                    <a:pt x="131458" y="87691"/>
                    <a:pt x="131583" y="88306"/>
                    <a:pt x="131713" y="88939"/>
                  </a:cubicBezTo>
                  <a:cubicBezTo>
                    <a:pt x="132450" y="89185"/>
                    <a:pt x="133186" y="89430"/>
                    <a:pt x="133945" y="89683"/>
                  </a:cubicBezTo>
                  <a:cubicBezTo>
                    <a:pt x="133945" y="91171"/>
                    <a:pt x="133937" y="92661"/>
                    <a:pt x="133806" y="94143"/>
                  </a:cubicBezTo>
                  <a:cubicBezTo>
                    <a:pt x="133792" y="95710"/>
                    <a:pt x="133792" y="95710"/>
                    <a:pt x="135012" y="96703"/>
                  </a:cubicBezTo>
                  <a:cubicBezTo>
                    <a:pt x="136586" y="98277"/>
                    <a:pt x="136645" y="99554"/>
                    <a:pt x="136968" y="101729"/>
                  </a:cubicBezTo>
                  <a:cubicBezTo>
                    <a:pt x="137229" y="103693"/>
                    <a:pt x="137229" y="103693"/>
                    <a:pt x="137666" y="105310"/>
                  </a:cubicBezTo>
                  <a:cubicBezTo>
                    <a:pt x="138157" y="105310"/>
                    <a:pt x="138648" y="105310"/>
                    <a:pt x="139154" y="105310"/>
                  </a:cubicBezTo>
                  <a:cubicBezTo>
                    <a:pt x="139196" y="106184"/>
                    <a:pt x="139196" y="106184"/>
                    <a:pt x="139239" y="107075"/>
                  </a:cubicBezTo>
                  <a:cubicBezTo>
                    <a:pt x="139312" y="108204"/>
                    <a:pt x="139312" y="108204"/>
                    <a:pt x="139387" y="109357"/>
                  </a:cubicBezTo>
                  <a:cubicBezTo>
                    <a:pt x="139452" y="110483"/>
                    <a:pt x="139452" y="110483"/>
                    <a:pt x="139518" y="111633"/>
                  </a:cubicBezTo>
                  <a:cubicBezTo>
                    <a:pt x="139643" y="112248"/>
                    <a:pt x="139769" y="112862"/>
                    <a:pt x="139898" y="113496"/>
                  </a:cubicBezTo>
                  <a:cubicBezTo>
                    <a:pt x="140635" y="113742"/>
                    <a:pt x="141372" y="113987"/>
                    <a:pt x="142131" y="114240"/>
                  </a:cubicBezTo>
                  <a:cubicBezTo>
                    <a:pt x="142349" y="115941"/>
                    <a:pt x="142349" y="115941"/>
                    <a:pt x="142270" y="118007"/>
                  </a:cubicBezTo>
                  <a:cubicBezTo>
                    <a:pt x="142240" y="119033"/>
                    <a:pt x="142240" y="119033"/>
                    <a:pt x="142209" y="120080"/>
                  </a:cubicBezTo>
                  <a:cubicBezTo>
                    <a:pt x="142183" y="120608"/>
                    <a:pt x="142158" y="121137"/>
                    <a:pt x="142131" y="121682"/>
                  </a:cubicBezTo>
                  <a:cubicBezTo>
                    <a:pt x="142868" y="121682"/>
                    <a:pt x="143604" y="121682"/>
                    <a:pt x="144363" y="121682"/>
                  </a:cubicBezTo>
                  <a:cubicBezTo>
                    <a:pt x="144609" y="124628"/>
                    <a:pt x="144854" y="127575"/>
                    <a:pt x="145107" y="130611"/>
                  </a:cubicBezTo>
                  <a:cubicBezTo>
                    <a:pt x="145844" y="130611"/>
                    <a:pt x="146581" y="130611"/>
                    <a:pt x="147340" y="130611"/>
                  </a:cubicBezTo>
                  <a:cubicBezTo>
                    <a:pt x="147382" y="131404"/>
                    <a:pt x="147382" y="131404"/>
                    <a:pt x="147424" y="132213"/>
                  </a:cubicBezTo>
                  <a:cubicBezTo>
                    <a:pt x="147473" y="132897"/>
                    <a:pt x="147522" y="133581"/>
                    <a:pt x="147572" y="134285"/>
                  </a:cubicBezTo>
                  <a:cubicBezTo>
                    <a:pt x="147637" y="135308"/>
                    <a:pt x="147637" y="135308"/>
                    <a:pt x="147703" y="136352"/>
                  </a:cubicBezTo>
                  <a:cubicBezTo>
                    <a:pt x="147829" y="136913"/>
                    <a:pt x="147955" y="137474"/>
                    <a:pt x="148084" y="138053"/>
                  </a:cubicBezTo>
                  <a:cubicBezTo>
                    <a:pt x="148821" y="138298"/>
                    <a:pt x="149557" y="138544"/>
                    <a:pt x="150316" y="138797"/>
                  </a:cubicBezTo>
                  <a:cubicBezTo>
                    <a:pt x="150645" y="140471"/>
                    <a:pt x="150645" y="140471"/>
                    <a:pt x="150735" y="142517"/>
                  </a:cubicBezTo>
                  <a:cubicBezTo>
                    <a:pt x="150798" y="144507"/>
                    <a:pt x="150798" y="144507"/>
                    <a:pt x="151061" y="146238"/>
                  </a:cubicBezTo>
                  <a:cubicBezTo>
                    <a:pt x="151552" y="146484"/>
                    <a:pt x="152043" y="146729"/>
                    <a:pt x="152549" y="146982"/>
                  </a:cubicBezTo>
                  <a:cubicBezTo>
                    <a:pt x="152813" y="148906"/>
                    <a:pt x="152879" y="150810"/>
                    <a:pt x="152965" y="152749"/>
                  </a:cubicBezTo>
                  <a:cubicBezTo>
                    <a:pt x="153073" y="153302"/>
                    <a:pt x="153181" y="153854"/>
                    <a:pt x="153293" y="154424"/>
                  </a:cubicBezTo>
                  <a:cubicBezTo>
                    <a:pt x="154030" y="154669"/>
                    <a:pt x="154766" y="154915"/>
                    <a:pt x="155525" y="155168"/>
                  </a:cubicBezTo>
                  <a:cubicBezTo>
                    <a:pt x="155873" y="156907"/>
                    <a:pt x="155900" y="158583"/>
                    <a:pt x="155967" y="160354"/>
                  </a:cubicBezTo>
                  <a:cubicBezTo>
                    <a:pt x="156067" y="160852"/>
                    <a:pt x="156167" y="161351"/>
                    <a:pt x="156270" y="161865"/>
                  </a:cubicBezTo>
                  <a:cubicBezTo>
                    <a:pt x="157006" y="162111"/>
                    <a:pt x="157743" y="162356"/>
                    <a:pt x="158502" y="162609"/>
                  </a:cubicBezTo>
                  <a:cubicBezTo>
                    <a:pt x="158830" y="164446"/>
                    <a:pt x="158830" y="164446"/>
                    <a:pt x="158921" y="166702"/>
                  </a:cubicBezTo>
                  <a:cubicBezTo>
                    <a:pt x="158983" y="168893"/>
                    <a:pt x="158983" y="168893"/>
                    <a:pt x="159246" y="170795"/>
                  </a:cubicBezTo>
                  <a:cubicBezTo>
                    <a:pt x="159737" y="171040"/>
                    <a:pt x="160228" y="171286"/>
                    <a:pt x="160734" y="171539"/>
                  </a:cubicBezTo>
                  <a:cubicBezTo>
                    <a:pt x="160998" y="173245"/>
                    <a:pt x="161064" y="174929"/>
                    <a:pt x="161150" y="176652"/>
                  </a:cubicBezTo>
                  <a:cubicBezTo>
                    <a:pt x="161345" y="178524"/>
                    <a:pt x="161345" y="178524"/>
                    <a:pt x="163711" y="179724"/>
                  </a:cubicBezTo>
                  <a:cubicBezTo>
                    <a:pt x="164092" y="181660"/>
                    <a:pt x="164092" y="181660"/>
                    <a:pt x="164223" y="183910"/>
                  </a:cubicBezTo>
                  <a:cubicBezTo>
                    <a:pt x="164271" y="184657"/>
                    <a:pt x="164320" y="185403"/>
                    <a:pt x="164371" y="186172"/>
                  </a:cubicBezTo>
                  <a:cubicBezTo>
                    <a:pt x="164413" y="187032"/>
                    <a:pt x="164413" y="187032"/>
                    <a:pt x="164455" y="187910"/>
                  </a:cubicBezTo>
                  <a:cubicBezTo>
                    <a:pt x="165192" y="187910"/>
                    <a:pt x="165928" y="187910"/>
                    <a:pt x="166688" y="187910"/>
                  </a:cubicBezTo>
                  <a:cubicBezTo>
                    <a:pt x="166688" y="190611"/>
                    <a:pt x="166688" y="193313"/>
                    <a:pt x="166688" y="196096"/>
                  </a:cubicBezTo>
                  <a:cubicBezTo>
                    <a:pt x="167424" y="196096"/>
                    <a:pt x="168161" y="196096"/>
                    <a:pt x="168920" y="196096"/>
                  </a:cubicBezTo>
                  <a:cubicBezTo>
                    <a:pt x="169411" y="197723"/>
                    <a:pt x="169411" y="197723"/>
                    <a:pt x="169711" y="199816"/>
                  </a:cubicBezTo>
                  <a:cubicBezTo>
                    <a:pt x="169973" y="201843"/>
                    <a:pt x="169973" y="201843"/>
                    <a:pt x="170408" y="203537"/>
                  </a:cubicBezTo>
                  <a:cubicBezTo>
                    <a:pt x="170899" y="203537"/>
                    <a:pt x="171390" y="203537"/>
                    <a:pt x="171896" y="203537"/>
                  </a:cubicBezTo>
                  <a:cubicBezTo>
                    <a:pt x="171938" y="204410"/>
                    <a:pt x="171938" y="204410"/>
                    <a:pt x="171981" y="205301"/>
                  </a:cubicBezTo>
                  <a:cubicBezTo>
                    <a:pt x="172030" y="206054"/>
                    <a:pt x="172079" y="206807"/>
                    <a:pt x="172129" y="207583"/>
                  </a:cubicBezTo>
                  <a:cubicBezTo>
                    <a:pt x="172194" y="208710"/>
                    <a:pt x="172194" y="208710"/>
                    <a:pt x="172260" y="209859"/>
                  </a:cubicBezTo>
                  <a:cubicBezTo>
                    <a:pt x="172386" y="210474"/>
                    <a:pt x="172511" y="211089"/>
                    <a:pt x="172641" y="211723"/>
                  </a:cubicBezTo>
                  <a:cubicBezTo>
                    <a:pt x="173377" y="211968"/>
                    <a:pt x="174114" y="212214"/>
                    <a:pt x="174873" y="212467"/>
                  </a:cubicBezTo>
                  <a:cubicBezTo>
                    <a:pt x="174966" y="214978"/>
                    <a:pt x="174966" y="214978"/>
                    <a:pt x="174873" y="217676"/>
                  </a:cubicBezTo>
                  <a:cubicBezTo>
                    <a:pt x="175354" y="219996"/>
                    <a:pt x="175354" y="219996"/>
                    <a:pt x="177105" y="220652"/>
                  </a:cubicBezTo>
                  <a:cubicBezTo>
                    <a:pt x="177414" y="222678"/>
                    <a:pt x="177414" y="222678"/>
                    <a:pt x="177571" y="225164"/>
                  </a:cubicBezTo>
                  <a:cubicBezTo>
                    <a:pt x="177654" y="226397"/>
                    <a:pt x="177654" y="226397"/>
                    <a:pt x="177739" y="227655"/>
                  </a:cubicBezTo>
                  <a:cubicBezTo>
                    <a:pt x="177776" y="228291"/>
                    <a:pt x="177812" y="228927"/>
                    <a:pt x="177850" y="229582"/>
                  </a:cubicBezTo>
                  <a:cubicBezTo>
                    <a:pt x="178586" y="229582"/>
                    <a:pt x="179323" y="229582"/>
                    <a:pt x="180082" y="229582"/>
                  </a:cubicBezTo>
                  <a:cubicBezTo>
                    <a:pt x="180373" y="234160"/>
                    <a:pt x="180373" y="234160"/>
                    <a:pt x="180082" y="235535"/>
                  </a:cubicBezTo>
                  <a:cubicBezTo>
                    <a:pt x="177028" y="236577"/>
                    <a:pt x="173870" y="236386"/>
                    <a:pt x="170681" y="236378"/>
                  </a:cubicBezTo>
                  <a:cubicBezTo>
                    <a:pt x="169752" y="236379"/>
                    <a:pt x="169752" y="236379"/>
                    <a:pt x="168803" y="236380"/>
                  </a:cubicBezTo>
                  <a:cubicBezTo>
                    <a:pt x="167496" y="236381"/>
                    <a:pt x="166189" y="236379"/>
                    <a:pt x="164881" y="236376"/>
                  </a:cubicBezTo>
                  <a:cubicBezTo>
                    <a:pt x="162876" y="236372"/>
                    <a:pt x="160871" y="236376"/>
                    <a:pt x="158865" y="236381"/>
                  </a:cubicBezTo>
                  <a:cubicBezTo>
                    <a:pt x="157595" y="236380"/>
                    <a:pt x="156325" y="236379"/>
                    <a:pt x="155054" y="236378"/>
                  </a:cubicBezTo>
                  <a:cubicBezTo>
                    <a:pt x="154453" y="236379"/>
                    <a:pt x="153851" y="236381"/>
                    <a:pt x="153232" y="236383"/>
                  </a:cubicBezTo>
                  <a:cubicBezTo>
                    <a:pt x="148999" y="236365"/>
                    <a:pt x="148999" y="236365"/>
                    <a:pt x="147340" y="235535"/>
                  </a:cubicBezTo>
                  <a:cubicBezTo>
                    <a:pt x="147179" y="234430"/>
                    <a:pt x="147179" y="234430"/>
                    <a:pt x="147014" y="233303"/>
                  </a:cubicBezTo>
                  <a:cubicBezTo>
                    <a:pt x="146876" y="232566"/>
                    <a:pt x="146738" y="231829"/>
                    <a:pt x="146596" y="231070"/>
                  </a:cubicBezTo>
                  <a:cubicBezTo>
                    <a:pt x="145859" y="230825"/>
                    <a:pt x="145122" y="230579"/>
                    <a:pt x="144363" y="230326"/>
                  </a:cubicBezTo>
                  <a:cubicBezTo>
                    <a:pt x="144035" y="228489"/>
                    <a:pt x="144035" y="228489"/>
                    <a:pt x="143945" y="226233"/>
                  </a:cubicBezTo>
                  <a:cubicBezTo>
                    <a:pt x="143882" y="224043"/>
                    <a:pt x="143882" y="224043"/>
                    <a:pt x="143619" y="222140"/>
                  </a:cubicBezTo>
                  <a:cubicBezTo>
                    <a:pt x="143128" y="221895"/>
                    <a:pt x="142637" y="221649"/>
                    <a:pt x="142131" y="221396"/>
                  </a:cubicBezTo>
                  <a:cubicBezTo>
                    <a:pt x="141823" y="219370"/>
                    <a:pt x="141823" y="219370"/>
                    <a:pt x="141666" y="216885"/>
                  </a:cubicBezTo>
                  <a:cubicBezTo>
                    <a:pt x="141582" y="215652"/>
                    <a:pt x="141582" y="215652"/>
                    <a:pt x="141497" y="214394"/>
                  </a:cubicBezTo>
                  <a:cubicBezTo>
                    <a:pt x="141461" y="213758"/>
                    <a:pt x="141424" y="213122"/>
                    <a:pt x="141387" y="212467"/>
                  </a:cubicBezTo>
                  <a:cubicBezTo>
                    <a:pt x="140650" y="212467"/>
                    <a:pt x="139913" y="212467"/>
                    <a:pt x="139154" y="212467"/>
                  </a:cubicBezTo>
                  <a:cubicBezTo>
                    <a:pt x="139126" y="211884"/>
                    <a:pt x="139099" y="211302"/>
                    <a:pt x="139070" y="210702"/>
                  </a:cubicBezTo>
                  <a:cubicBezTo>
                    <a:pt x="139021" y="209949"/>
                    <a:pt x="138972" y="209196"/>
                    <a:pt x="138922" y="208420"/>
                  </a:cubicBezTo>
                  <a:cubicBezTo>
                    <a:pt x="138857" y="207294"/>
                    <a:pt x="138857" y="207294"/>
                    <a:pt x="138791" y="206144"/>
                  </a:cubicBezTo>
                  <a:cubicBezTo>
                    <a:pt x="138665" y="205530"/>
                    <a:pt x="138540" y="204915"/>
                    <a:pt x="138410" y="204281"/>
                  </a:cubicBezTo>
                  <a:cubicBezTo>
                    <a:pt x="137673" y="204036"/>
                    <a:pt x="136937" y="203790"/>
                    <a:pt x="136178" y="203537"/>
                  </a:cubicBezTo>
                  <a:cubicBezTo>
                    <a:pt x="135849" y="201863"/>
                    <a:pt x="135849" y="201863"/>
                    <a:pt x="135759" y="199816"/>
                  </a:cubicBezTo>
                  <a:cubicBezTo>
                    <a:pt x="135696" y="197827"/>
                    <a:pt x="135696" y="197827"/>
                    <a:pt x="135434" y="196096"/>
                  </a:cubicBezTo>
                  <a:cubicBezTo>
                    <a:pt x="134942" y="195850"/>
                    <a:pt x="134451" y="195604"/>
                    <a:pt x="133945" y="195351"/>
                  </a:cubicBezTo>
                  <a:cubicBezTo>
                    <a:pt x="133637" y="193325"/>
                    <a:pt x="133637" y="193325"/>
                    <a:pt x="133480" y="190840"/>
                  </a:cubicBezTo>
                  <a:cubicBezTo>
                    <a:pt x="133397" y="189607"/>
                    <a:pt x="133397" y="189607"/>
                    <a:pt x="133312" y="188349"/>
                  </a:cubicBezTo>
                  <a:cubicBezTo>
                    <a:pt x="133275" y="187713"/>
                    <a:pt x="133239" y="187077"/>
                    <a:pt x="133201" y="186422"/>
                  </a:cubicBezTo>
                  <a:cubicBezTo>
                    <a:pt x="132464" y="186422"/>
                    <a:pt x="131728" y="186422"/>
                    <a:pt x="130969" y="186422"/>
                  </a:cubicBezTo>
                  <a:cubicBezTo>
                    <a:pt x="130941" y="185839"/>
                    <a:pt x="130913" y="185257"/>
                    <a:pt x="130884" y="184657"/>
                  </a:cubicBezTo>
                  <a:cubicBezTo>
                    <a:pt x="130811" y="183528"/>
                    <a:pt x="130811" y="183528"/>
                    <a:pt x="130736" y="182375"/>
                  </a:cubicBezTo>
                  <a:cubicBezTo>
                    <a:pt x="130671" y="181249"/>
                    <a:pt x="130671" y="181249"/>
                    <a:pt x="130605" y="180099"/>
                  </a:cubicBezTo>
                  <a:cubicBezTo>
                    <a:pt x="130480" y="179485"/>
                    <a:pt x="130354" y="178870"/>
                    <a:pt x="130225" y="178236"/>
                  </a:cubicBezTo>
                  <a:cubicBezTo>
                    <a:pt x="129488" y="177991"/>
                    <a:pt x="128751" y="177745"/>
                    <a:pt x="127992" y="177492"/>
                  </a:cubicBezTo>
                  <a:cubicBezTo>
                    <a:pt x="127664" y="175818"/>
                    <a:pt x="127664" y="175818"/>
                    <a:pt x="127574" y="173771"/>
                  </a:cubicBezTo>
                  <a:cubicBezTo>
                    <a:pt x="127511" y="171782"/>
                    <a:pt x="127511" y="171782"/>
                    <a:pt x="127248" y="170051"/>
                  </a:cubicBezTo>
                  <a:cubicBezTo>
                    <a:pt x="126757" y="169805"/>
                    <a:pt x="126266" y="169560"/>
                    <a:pt x="125760" y="169307"/>
                  </a:cubicBezTo>
                  <a:cubicBezTo>
                    <a:pt x="125760" y="167588"/>
                    <a:pt x="125760" y="165869"/>
                    <a:pt x="125760" y="164098"/>
                  </a:cubicBezTo>
                  <a:cubicBezTo>
                    <a:pt x="101203" y="164098"/>
                    <a:pt x="76646" y="164098"/>
                    <a:pt x="51346" y="164098"/>
                  </a:cubicBezTo>
                  <a:cubicBezTo>
                    <a:pt x="51346" y="166308"/>
                    <a:pt x="51346" y="168518"/>
                    <a:pt x="51346" y="170795"/>
                  </a:cubicBezTo>
                  <a:cubicBezTo>
                    <a:pt x="50609" y="170795"/>
                    <a:pt x="49872" y="170795"/>
                    <a:pt x="49113" y="170795"/>
                  </a:cubicBezTo>
                  <a:cubicBezTo>
                    <a:pt x="49113" y="174233"/>
                    <a:pt x="49113" y="177671"/>
                    <a:pt x="49113" y="181213"/>
                  </a:cubicBezTo>
                  <a:cubicBezTo>
                    <a:pt x="48377" y="180967"/>
                    <a:pt x="47640" y="180722"/>
                    <a:pt x="46881" y="180469"/>
                  </a:cubicBezTo>
                  <a:cubicBezTo>
                    <a:pt x="46839" y="181503"/>
                    <a:pt x="46839" y="181503"/>
                    <a:pt x="46797" y="182559"/>
                  </a:cubicBezTo>
                  <a:cubicBezTo>
                    <a:pt x="46748" y="183450"/>
                    <a:pt x="46699" y="184341"/>
                    <a:pt x="46648" y="185259"/>
                  </a:cubicBezTo>
                  <a:cubicBezTo>
                    <a:pt x="46584" y="186593"/>
                    <a:pt x="46584" y="186593"/>
                    <a:pt x="46518" y="187954"/>
                  </a:cubicBezTo>
                  <a:cubicBezTo>
                    <a:pt x="46329" y="189037"/>
                    <a:pt x="46329" y="189037"/>
                    <a:pt x="46137" y="190142"/>
                  </a:cubicBezTo>
                  <a:cubicBezTo>
                    <a:pt x="45400" y="190388"/>
                    <a:pt x="44663" y="190634"/>
                    <a:pt x="43904" y="190887"/>
                  </a:cubicBezTo>
                  <a:cubicBezTo>
                    <a:pt x="43466" y="192634"/>
                    <a:pt x="43466" y="192634"/>
                    <a:pt x="43393" y="194654"/>
                  </a:cubicBezTo>
                  <a:cubicBezTo>
                    <a:pt x="43344" y="195338"/>
                    <a:pt x="43295" y="196022"/>
                    <a:pt x="43244" y="196726"/>
                  </a:cubicBezTo>
                  <a:cubicBezTo>
                    <a:pt x="43217" y="197255"/>
                    <a:pt x="43189" y="197783"/>
                    <a:pt x="43160" y="198328"/>
                  </a:cubicBezTo>
                  <a:cubicBezTo>
                    <a:pt x="42669" y="198328"/>
                    <a:pt x="42178" y="198328"/>
                    <a:pt x="41672" y="198328"/>
                  </a:cubicBezTo>
                  <a:cubicBezTo>
                    <a:pt x="41644" y="199018"/>
                    <a:pt x="41616" y="199707"/>
                    <a:pt x="41588" y="200418"/>
                  </a:cubicBezTo>
                  <a:cubicBezTo>
                    <a:pt x="41539" y="201309"/>
                    <a:pt x="41490" y="202200"/>
                    <a:pt x="41439" y="203118"/>
                  </a:cubicBezTo>
                  <a:cubicBezTo>
                    <a:pt x="41375" y="204452"/>
                    <a:pt x="41375" y="204452"/>
                    <a:pt x="41309" y="205813"/>
                  </a:cubicBezTo>
                  <a:cubicBezTo>
                    <a:pt x="41183" y="206535"/>
                    <a:pt x="41057" y="207258"/>
                    <a:pt x="40928" y="208002"/>
                  </a:cubicBezTo>
                  <a:cubicBezTo>
                    <a:pt x="40191" y="208247"/>
                    <a:pt x="39454" y="208493"/>
                    <a:pt x="38695" y="208746"/>
                  </a:cubicBezTo>
                  <a:cubicBezTo>
                    <a:pt x="38341" y="210815"/>
                    <a:pt x="38341" y="210815"/>
                    <a:pt x="38323" y="213211"/>
                  </a:cubicBezTo>
                  <a:cubicBezTo>
                    <a:pt x="38253" y="215676"/>
                    <a:pt x="38253" y="215676"/>
                    <a:pt x="37951" y="217676"/>
                  </a:cubicBezTo>
                  <a:cubicBezTo>
                    <a:pt x="37214" y="217921"/>
                    <a:pt x="36478" y="218167"/>
                    <a:pt x="35719" y="218420"/>
                  </a:cubicBezTo>
                  <a:cubicBezTo>
                    <a:pt x="35336" y="220316"/>
                    <a:pt x="35336" y="220316"/>
                    <a:pt x="35300" y="222513"/>
                  </a:cubicBezTo>
                  <a:cubicBezTo>
                    <a:pt x="35204" y="224768"/>
                    <a:pt x="35204" y="224768"/>
                    <a:pt x="34975" y="226605"/>
                  </a:cubicBezTo>
                  <a:cubicBezTo>
                    <a:pt x="34483" y="226851"/>
                    <a:pt x="33992" y="227096"/>
                    <a:pt x="33486" y="227349"/>
                  </a:cubicBezTo>
                  <a:cubicBezTo>
                    <a:pt x="33252" y="229468"/>
                    <a:pt x="33204" y="231568"/>
                    <a:pt x="33143" y="233698"/>
                  </a:cubicBezTo>
                  <a:cubicBezTo>
                    <a:pt x="33011" y="234304"/>
                    <a:pt x="32879" y="234910"/>
                    <a:pt x="32742" y="235535"/>
                  </a:cubicBezTo>
                  <a:cubicBezTo>
                    <a:pt x="29981" y="236688"/>
                    <a:pt x="26855" y="236400"/>
                    <a:pt x="23908" y="236404"/>
                  </a:cubicBezTo>
                  <a:cubicBezTo>
                    <a:pt x="23343" y="236407"/>
                    <a:pt x="22778" y="236409"/>
                    <a:pt x="22196" y="236412"/>
                  </a:cubicBezTo>
                  <a:cubicBezTo>
                    <a:pt x="21003" y="236415"/>
                    <a:pt x="19811" y="236417"/>
                    <a:pt x="18618" y="236417"/>
                  </a:cubicBezTo>
                  <a:cubicBezTo>
                    <a:pt x="16799" y="236419"/>
                    <a:pt x="14980" y="236432"/>
                    <a:pt x="13161" y="236446"/>
                  </a:cubicBezTo>
                  <a:cubicBezTo>
                    <a:pt x="11999" y="236448"/>
                    <a:pt x="10838" y="236450"/>
                    <a:pt x="9677" y="236451"/>
                  </a:cubicBezTo>
                  <a:cubicBezTo>
                    <a:pt x="9136" y="236456"/>
                    <a:pt x="8594" y="236461"/>
                    <a:pt x="8037" y="236467"/>
                  </a:cubicBezTo>
                  <a:cubicBezTo>
                    <a:pt x="5077" y="236454"/>
                    <a:pt x="2558" y="236371"/>
                    <a:pt x="0" y="234791"/>
                  </a:cubicBezTo>
                  <a:cubicBezTo>
                    <a:pt x="0" y="233809"/>
                    <a:pt x="0" y="232826"/>
                    <a:pt x="0" y="231814"/>
                  </a:cubicBezTo>
                  <a:cubicBezTo>
                    <a:pt x="491" y="231569"/>
                    <a:pt x="982" y="231323"/>
                    <a:pt x="1488" y="231070"/>
                  </a:cubicBezTo>
                  <a:cubicBezTo>
                    <a:pt x="1752" y="229147"/>
                    <a:pt x="1819" y="227242"/>
                    <a:pt x="1904" y="225303"/>
                  </a:cubicBezTo>
                  <a:cubicBezTo>
                    <a:pt x="2012" y="224751"/>
                    <a:pt x="2121" y="224198"/>
                    <a:pt x="2232" y="223629"/>
                  </a:cubicBezTo>
                  <a:cubicBezTo>
                    <a:pt x="2969" y="223383"/>
                    <a:pt x="3706" y="223138"/>
                    <a:pt x="4465" y="222885"/>
                  </a:cubicBezTo>
                  <a:cubicBezTo>
                    <a:pt x="4904" y="220794"/>
                    <a:pt x="4904" y="220794"/>
                    <a:pt x="4976" y="218373"/>
                  </a:cubicBezTo>
                  <a:cubicBezTo>
                    <a:pt x="5025" y="217551"/>
                    <a:pt x="5074" y="216729"/>
                    <a:pt x="5125" y="215882"/>
                  </a:cubicBezTo>
                  <a:cubicBezTo>
                    <a:pt x="5153" y="215246"/>
                    <a:pt x="5180" y="214610"/>
                    <a:pt x="5209" y="213955"/>
                  </a:cubicBezTo>
                  <a:cubicBezTo>
                    <a:pt x="5946" y="213955"/>
                    <a:pt x="6682" y="213955"/>
                    <a:pt x="7441" y="213955"/>
                  </a:cubicBezTo>
                  <a:cubicBezTo>
                    <a:pt x="7496" y="213082"/>
                    <a:pt x="7496" y="213082"/>
                    <a:pt x="7552" y="212191"/>
                  </a:cubicBezTo>
                  <a:cubicBezTo>
                    <a:pt x="7608" y="211438"/>
                    <a:pt x="7663" y="210685"/>
                    <a:pt x="7720" y="209909"/>
                  </a:cubicBezTo>
                  <a:cubicBezTo>
                    <a:pt x="7772" y="209158"/>
                    <a:pt x="7824" y="208407"/>
                    <a:pt x="7877" y="207633"/>
                  </a:cubicBezTo>
                  <a:cubicBezTo>
                    <a:pt x="8030" y="206710"/>
                    <a:pt x="8030" y="206710"/>
                    <a:pt x="8186" y="205769"/>
                  </a:cubicBezTo>
                  <a:cubicBezTo>
                    <a:pt x="8677" y="205524"/>
                    <a:pt x="9168" y="205278"/>
                    <a:pt x="9674" y="205025"/>
                  </a:cubicBezTo>
                  <a:cubicBezTo>
                    <a:pt x="9908" y="202907"/>
                    <a:pt x="9956" y="200807"/>
                    <a:pt x="10017" y="198677"/>
                  </a:cubicBezTo>
                  <a:cubicBezTo>
                    <a:pt x="10215" y="197767"/>
                    <a:pt x="10215" y="197767"/>
                    <a:pt x="10418" y="196840"/>
                  </a:cubicBezTo>
                  <a:cubicBezTo>
                    <a:pt x="11408" y="196582"/>
                    <a:pt x="12400" y="196333"/>
                    <a:pt x="13395" y="196096"/>
                  </a:cubicBezTo>
                  <a:cubicBezTo>
                    <a:pt x="13758" y="194342"/>
                    <a:pt x="13758" y="194342"/>
                    <a:pt x="13581" y="192328"/>
                  </a:cubicBezTo>
                  <a:cubicBezTo>
                    <a:pt x="13554" y="191644"/>
                    <a:pt x="13527" y="190960"/>
                    <a:pt x="13499" y="190256"/>
                  </a:cubicBezTo>
                  <a:cubicBezTo>
                    <a:pt x="13465" y="189727"/>
                    <a:pt x="13430" y="189199"/>
                    <a:pt x="13395" y="188654"/>
                  </a:cubicBezTo>
                  <a:cubicBezTo>
                    <a:pt x="14131" y="188654"/>
                    <a:pt x="14868" y="188654"/>
                    <a:pt x="15627" y="188654"/>
                  </a:cubicBezTo>
                  <a:cubicBezTo>
                    <a:pt x="15655" y="188035"/>
                    <a:pt x="15683" y="187417"/>
                    <a:pt x="15711" y="186779"/>
                  </a:cubicBezTo>
                  <a:cubicBezTo>
                    <a:pt x="15760" y="185971"/>
                    <a:pt x="15809" y="185162"/>
                    <a:pt x="15859" y="184329"/>
                  </a:cubicBezTo>
                  <a:cubicBezTo>
                    <a:pt x="15903" y="183526"/>
                    <a:pt x="15946" y="182723"/>
                    <a:pt x="15990" y="181896"/>
                  </a:cubicBezTo>
                  <a:cubicBezTo>
                    <a:pt x="16413" y="179487"/>
                    <a:pt x="16901" y="179094"/>
                    <a:pt x="18604" y="177492"/>
                  </a:cubicBezTo>
                  <a:cubicBezTo>
                    <a:pt x="18790" y="175985"/>
                    <a:pt x="18790" y="175985"/>
                    <a:pt x="18604" y="174422"/>
                  </a:cubicBezTo>
                  <a:cubicBezTo>
                    <a:pt x="18604" y="173471"/>
                    <a:pt x="18604" y="172519"/>
                    <a:pt x="18604" y="171539"/>
                  </a:cubicBezTo>
                  <a:cubicBezTo>
                    <a:pt x="19340" y="171293"/>
                    <a:pt x="20077" y="171048"/>
                    <a:pt x="20836" y="170795"/>
                  </a:cubicBezTo>
                  <a:cubicBezTo>
                    <a:pt x="21190" y="168726"/>
                    <a:pt x="21190" y="168726"/>
                    <a:pt x="21208" y="166330"/>
                  </a:cubicBezTo>
                  <a:cubicBezTo>
                    <a:pt x="21278" y="163865"/>
                    <a:pt x="21278" y="163865"/>
                    <a:pt x="21580" y="161865"/>
                  </a:cubicBezTo>
                  <a:cubicBezTo>
                    <a:pt x="22317" y="161620"/>
                    <a:pt x="23053" y="161374"/>
                    <a:pt x="23813" y="161121"/>
                  </a:cubicBezTo>
                  <a:cubicBezTo>
                    <a:pt x="24194" y="159396"/>
                    <a:pt x="24194" y="159396"/>
                    <a:pt x="24231" y="157400"/>
                  </a:cubicBezTo>
                  <a:cubicBezTo>
                    <a:pt x="24327" y="155354"/>
                    <a:pt x="24327" y="155354"/>
                    <a:pt x="24557" y="153680"/>
                  </a:cubicBezTo>
                  <a:cubicBezTo>
                    <a:pt x="25048" y="153434"/>
                    <a:pt x="25539" y="153188"/>
                    <a:pt x="26045" y="152935"/>
                  </a:cubicBezTo>
                  <a:cubicBezTo>
                    <a:pt x="26310" y="150818"/>
                    <a:pt x="26375" y="148718"/>
                    <a:pt x="26461" y="146587"/>
                  </a:cubicBezTo>
                  <a:cubicBezTo>
                    <a:pt x="26569" y="145981"/>
                    <a:pt x="26677" y="145374"/>
                    <a:pt x="26789" y="144750"/>
                  </a:cubicBezTo>
                  <a:cubicBezTo>
                    <a:pt x="27526" y="144504"/>
                    <a:pt x="28262" y="144259"/>
                    <a:pt x="29021" y="144006"/>
                  </a:cubicBezTo>
                  <a:cubicBezTo>
                    <a:pt x="29376" y="141936"/>
                    <a:pt x="29376" y="141936"/>
                    <a:pt x="29394" y="139541"/>
                  </a:cubicBezTo>
                  <a:cubicBezTo>
                    <a:pt x="29463" y="137076"/>
                    <a:pt x="29463" y="137076"/>
                    <a:pt x="29766" y="135076"/>
                  </a:cubicBezTo>
                  <a:cubicBezTo>
                    <a:pt x="30502" y="134830"/>
                    <a:pt x="31239" y="134585"/>
                    <a:pt x="31998" y="134332"/>
                  </a:cubicBezTo>
                  <a:cubicBezTo>
                    <a:pt x="32436" y="132584"/>
                    <a:pt x="32436" y="132584"/>
                    <a:pt x="32510" y="130565"/>
                  </a:cubicBezTo>
                  <a:cubicBezTo>
                    <a:pt x="32559" y="129881"/>
                    <a:pt x="32607" y="129197"/>
                    <a:pt x="32658" y="128492"/>
                  </a:cubicBezTo>
                  <a:cubicBezTo>
                    <a:pt x="32686" y="127964"/>
                    <a:pt x="32714" y="127435"/>
                    <a:pt x="32742" y="126891"/>
                  </a:cubicBezTo>
                  <a:cubicBezTo>
                    <a:pt x="33479" y="126891"/>
                    <a:pt x="34216" y="126891"/>
                    <a:pt x="34975" y="126891"/>
                  </a:cubicBezTo>
                  <a:cubicBezTo>
                    <a:pt x="34949" y="126317"/>
                    <a:pt x="34923" y="125743"/>
                    <a:pt x="34896" y="125152"/>
                  </a:cubicBezTo>
                  <a:cubicBezTo>
                    <a:pt x="34876" y="124406"/>
                    <a:pt x="34856" y="123660"/>
                    <a:pt x="34835" y="122891"/>
                  </a:cubicBezTo>
                  <a:cubicBezTo>
                    <a:pt x="34809" y="122148"/>
                    <a:pt x="34783" y="121406"/>
                    <a:pt x="34757" y="120641"/>
                  </a:cubicBezTo>
                  <a:cubicBezTo>
                    <a:pt x="34865" y="119683"/>
                    <a:pt x="34865" y="119683"/>
                    <a:pt x="34975" y="118705"/>
                  </a:cubicBezTo>
                  <a:cubicBezTo>
                    <a:pt x="35711" y="118214"/>
                    <a:pt x="36448" y="117723"/>
                    <a:pt x="37207" y="117217"/>
                  </a:cubicBezTo>
                  <a:cubicBezTo>
                    <a:pt x="37543" y="115274"/>
                    <a:pt x="37581" y="113393"/>
                    <a:pt x="37649" y="111423"/>
                  </a:cubicBezTo>
                  <a:cubicBezTo>
                    <a:pt x="37749" y="110880"/>
                    <a:pt x="37848" y="110336"/>
                    <a:pt x="37951" y="109775"/>
                  </a:cubicBezTo>
                  <a:cubicBezTo>
                    <a:pt x="38688" y="109530"/>
                    <a:pt x="39425" y="109284"/>
                    <a:pt x="40184" y="109031"/>
                  </a:cubicBezTo>
                  <a:cubicBezTo>
                    <a:pt x="40622" y="107112"/>
                    <a:pt x="40622" y="107112"/>
                    <a:pt x="40695" y="104892"/>
                  </a:cubicBezTo>
                  <a:cubicBezTo>
                    <a:pt x="40744" y="104139"/>
                    <a:pt x="40793" y="103386"/>
                    <a:pt x="40843" y="102610"/>
                  </a:cubicBezTo>
                  <a:cubicBezTo>
                    <a:pt x="40885" y="101737"/>
                    <a:pt x="40885" y="101737"/>
                    <a:pt x="40928" y="100846"/>
                  </a:cubicBezTo>
                  <a:cubicBezTo>
                    <a:pt x="41664" y="100846"/>
                    <a:pt x="42401" y="100846"/>
                    <a:pt x="43160" y="100846"/>
                  </a:cubicBezTo>
                  <a:cubicBezTo>
                    <a:pt x="43126" y="100317"/>
                    <a:pt x="43091" y="99789"/>
                    <a:pt x="43056" y="99244"/>
                  </a:cubicBezTo>
                  <a:cubicBezTo>
                    <a:pt x="43015" y="98218"/>
                    <a:pt x="43015" y="98218"/>
                    <a:pt x="42974" y="97171"/>
                  </a:cubicBezTo>
                  <a:cubicBezTo>
                    <a:pt x="42940" y="96489"/>
                    <a:pt x="42905" y="95807"/>
                    <a:pt x="42869" y="95105"/>
                  </a:cubicBezTo>
                  <a:cubicBezTo>
                    <a:pt x="43013" y="94263"/>
                    <a:pt x="43013" y="94263"/>
                    <a:pt x="43160" y="93404"/>
                  </a:cubicBezTo>
                  <a:cubicBezTo>
                    <a:pt x="43901" y="93242"/>
                    <a:pt x="43901" y="93242"/>
                    <a:pt x="44657" y="93076"/>
                  </a:cubicBezTo>
                  <a:cubicBezTo>
                    <a:pt x="45145" y="92939"/>
                    <a:pt x="45634" y="92801"/>
                    <a:pt x="46137" y="92660"/>
                  </a:cubicBezTo>
                  <a:cubicBezTo>
                    <a:pt x="46415" y="90585"/>
                    <a:pt x="46415" y="90585"/>
                    <a:pt x="46183" y="88195"/>
                  </a:cubicBezTo>
                  <a:cubicBezTo>
                    <a:pt x="46023" y="85730"/>
                    <a:pt x="46023" y="85730"/>
                    <a:pt x="46137" y="83730"/>
                  </a:cubicBezTo>
                  <a:cubicBezTo>
                    <a:pt x="46873" y="83485"/>
                    <a:pt x="47610" y="83239"/>
                    <a:pt x="48369" y="82986"/>
                  </a:cubicBezTo>
                  <a:cubicBezTo>
                    <a:pt x="48808" y="81067"/>
                    <a:pt x="48808" y="81067"/>
                    <a:pt x="48881" y="78847"/>
                  </a:cubicBezTo>
                  <a:cubicBezTo>
                    <a:pt x="48930" y="78094"/>
                    <a:pt x="48979" y="77341"/>
                    <a:pt x="49029" y="76565"/>
                  </a:cubicBezTo>
                  <a:cubicBezTo>
                    <a:pt x="49057" y="75983"/>
                    <a:pt x="49085" y="75401"/>
                    <a:pt x="49113" y="74801"/>
                  </a:cubicBezTo>
                  <a:cubicBezTo>
                    <a:pt x="49850" y="74801"/>
                    <a:pt x="50587" y="74801"/>
                    <a:pt x="51346" y="74801"/>
                  </a:cubicBezTo>
                  <a:cubicBezTo>
                    <a:pt x="51320" y="74218"/>
                    <a:pt x="51294" y="73636"/>
                    <a:pt x="51267" y="73036"/>
                  </a:cubicBezTo>
                  <a:cubicBezTo>
                    <a:pt x="51247" y="72283"/>
                    <a:pt x="51227" y="71530"/>
                    <a:pt x="51206" y="70754"/>
                  </a:cubicBezTo>
                  <a:cubicBezTo>
                    <a:pt x="51167" y="69628"/>
                    <a:pt x="51167" y="69628"/>
                    <a:pt x="51128" y="68478"/>
                  </a:cubicBezTo>
                  <a:cubicBezTo>
                    <a:pt x="51200" y="67864"/>
                    <a:pt x="51272" y="67249"/>
                    <a:pt x="51346" y="66615"/>
                  </a:cubicBezTo>
                  <a:cubicBezTo>
                    <a:pt x="52082" y="66370"/>
                    <a:pt x="52819" y="66124"/>
                    <a:pt x="53578" y="65871"/>
                  </a:cubicBezTo>
                  <a:cubicBezTo>
                    <a:pt x="54017" y="63780"/>
                    <a:pt x="54017" y="63780"/>
                    <a:pt x="54090" y="61360"/>
                  </a:cubicBezTo>
                  <a:cubicBezTo>
                    <a:pt x="54139" y="60538"/>
                    <a:pt x="54188" y="59715"/>
                    <a:pt x="54238" y="58869"/>
                  </a:cubicBezTo>
                  <a:cubicBezTo>
                    <a:pt x="54266" y="58233"/>
                    <a:pt x="54294" y="57597"/>
                    <a:pt x="54322" y="56941"/>
                  </a:cubicBezTo>
                  <a:cubicBezTo>
                    <a:pt x="55059" y="56941"/>
                    <a:pt x="55796" y="56941"/>
                    <a:pt x="56555" y="56941"/>
                  </a:cubicBezTo>
                  <a:cubicBezTo>
                    <a:pt x="56609" y="56068"/>
                    <a:pt x="56609" y="56068"/>
                    <a:pt x="56665" y="55177"/>
                  </a:cubicBezTo>
                  <a:cubicBezTo>
                    <a:pt x="56721" y="54424"/>
                    <a:pt x="56776" y="53671"/>
                    <a:pt x="56834" y="52895"/>
                  </a:cubicBezTo>
                  <a:cubicBezTo>
                    <a:pt x="56886" y="52144"/>
                    <a:pt x="56937" y="51393"/>
                    <a:pt x="56991" y="50619"/>
                  </a:cubicBezTo>
                  <a:cubicBezTo>
                    <a:pt x="57143" y="49697"/>
                    <a:pt x="57143" y="49697"/>
                    <a:pt x="57299" y="48756"/>
                  </a:cubicBezTo>
                  <a:cubicBezTo>
                    <a:pt x="57790" y="48510"/>
                    <a:pt x="58281" y="48265"/>
                    <a:pt x="58787" y="48012"/>
                  </a:cubicBezTo>
                  <a:cubicBezTo>
                    <a:pt x="59302" y="45921"/>
                    <a:pt x="59302" y="45921"/>
                    <a:pt x="59624" y="43500"/>
                  </a:cubicBezTo>
                  <a:cubicBezTo>
                    <a:pt x="59749" y="42678"/>
                    <a:pt x="59874" y="41856"/>
                    <a:pt x="60002" y="41009"/>
                  </a:cubicBezTo>
                  <a:cubicBezTo>
                    <a:pt x="60137" y="40055"/>
                    <a:pt x="60137" y="40055"/>
                    <a:pt x="60275" y="39082"/>
                  </a:cubicBezTo>
                  <a:cubicBezTo>
                    <a:pt x="61012" y="39082"/>
                    <a:pt x="61749" y="39082"/>
                    <a:pt x="62508" y="39082"/>
                  </a:cubicBezTo>
                  <a:cubicBezTo>
                    <a:pt x="62508" y="36626"/>
                    <a:pt x="62508" y="34171"/>
                    <a:pt x="62508" y="31641"/>
                  </a:cubicBezTo>
                  <a:cubicBezTo>
                    <a:pt x="63245" y="31641"/>
                    <a:pt x="63981" y="31641"/>
                    <a:pt x="64740" y="31641"/>
                  </a:cubicBezTo>
                  <a:cubicBezTo>
                    <a:pt x="64986" y="28448"/>
                    <a:pt x="65231" y="25256"/>
                    <a:pt x="65484" y="21967"/>
                  </a:cubicBezTo>
                  <a:cubicBezTo>
                    <a:pt x="65976" y="21967"/>
                    <a:pt x="66467" y="21967"/>
                    <a:pt x="66973" y="21967"/>
                  </a:cubicBezTo>
                  <a:cubicBezTo>
                    <a:pt x="67437" y="20299"/>
                    <a:pt x="67437" y="20299"/>
                    <a:pt x="67717" y="18293"/>
                  </a:cubicBezTo>
                  <a:cubicBezTo>
                    <a:pt x="68042" y="16226"/>
                    <a:pt x="68042" y="16226"/>
                    <a:pt x="68461" y="14525"/>
                  </a:cubicBezTo>
                  <a:cubicBezTo>
                    <a:pt x="69198" y="14157"/>
                    <a:pt x="69198" y="14157"/>
                    <a:pt x="69949" y="13781"/>
                  </a:cubicBezTo>
                  <a:cubicBezTo>
                    <a:pt x="70215" y="11470"/>
                    <a:pt x="70280" y="9175"/>
                    <a:pt x="70365" y="6851"/>
                  </a:cubicBezTo>
                  <a:cubicBezTo>
                    <a:pt x="70527" y="5861"/>
                    <a:pt x="70527" y="5861"/>
                    <a:pt x="70693" y="4851"/>
                  </a:cubicBezTo>
                  <a:cubicBezTo>
                    <a:pt x="71430" y="4606"/>
                    <a:pt x="72167" y="4360"/>
                    <a:pt x="72926" y="4107"/>
                  </a:cubicBezTo>
                  <a:cubicBezTo>
                    <a:pt x="72959" y="3486"/>
                    <a:pt x="72992" y="2864"/>
                    <a:pt x="73026" y="2223"/>
                  </a:cubicBezTo>
                  <a:cubicBezTo>
                    <a:pt x="73238" y="1617"/>
                    <a:pt x="73451" y="1011"/>
                    <a:pt x="73670" y="387"/>
                  </a:cubicBezTo>
                  <a:cubicBezTo>
                    <a:pt x="75996" y="38"/>
                    <a:pt x="77926" y="-46"/>
                    <a:pt x="80254" y="23"/>
                  </a:cubicBezTo>
                  <a:close/>
                </a:path>
              </a:pathLst>
            </a:custGeom>
            <a:grpFill/>
            <a:ln w="744" cap="flat">
              <a:noFill/>
              <a:prstDash val="solid"/>
              <a:miter/>
            </a:ln>
          </p:spPr>
          <p:txBody>
            <a:bodyPr rtlCol="0" anchor="ctr"/>
            <a:lstStyle/>
            <a:p>
              <a:endParaRPr lang="zh-CN" altLang="en-US"/>
            </a:p>
          </p:txBody>
        </p:sp>
        <p:sp>
          <p:nvSpPr>
            <p:cNvPr id="127" name="任意多边形: 形状 126"/>
            <p:cNvSpPr/>
            <p:nvPr/>
          </p:nvSpPr>
          <p:spPr>
            <a:xfrm>
              <a:off x="6044502" y="1394440"/>
              <a:ext cx="181195" cy="236019"/>
            </a:xfrm>
            <a:custGeom>
              <a:avLst/>
              <a:gdLst>
                <a:gd name="connsiteX0" fmla="*/ 87826 w 181195"/>
                <a:gd name="connsiteY0" fmla="*/ 40237 h 236019"/>
                <a:gd name="connsiteX1" fmla="*/ 87742 w 181195"/>
                <a:gd name="connsiteY1" fmla="*/ 42301 h 236019"/>
                <a:gd name="connsiteX2" fmla="*/ 87593 w 181195"/>
                <a:gd name="connsiteY2" fmla="*/ 44981 h 236019"/>
                <a:gd name="connsiteX3" fmla="*/ 87082 w 181195"/>
                <a:gd name="connsiteY3" fmla="*/ 49911 h 236019"/>
                <a:gd name="connsiteX4" fmla="*/ 84849 w 181195"/>
                <a:gd name="connsiteY4" fmla="*/ 51399 h 236019"/>
                <a:gd name="connsiteX5" fmla="*/ 84631 w 181195"/>
                <a:gd name="connsiteY5" fmla="*/ 53661 h 236019"/>
                <a:gd name="connsiteX6" fmla="*/ 84710 w 181195"/>
                <a:gd name="connsiteY6" fmla="*/ 56329 h 236019"/>
                <a:gd name="connsiteX7" fmla="*/ 84771 w 181195"/>
                <a:gd name="connsiteY7" fmla="*/ 59009 h 236019"/>
                <a:gd name="connsiteX8" fmla="*/ 84849 w 181195"/>
                <a:gd name="connsiteY8" fmla="*/ 61073 h 236019"/>
                <a:gd name="connsiteX9" fmla="*/ 82617 w 181195"/>
                <a:gd name="connsiteY9" fmla="*/ 61073 h 236019"/>
                <a:gd name="connsiteX10" fmla="*/ 81966 w 181195"/>
                <a:gd name="connsiteY10" fmla="*/ 67119 h 236019"/>
                <a:gd name="connsiteX11" fmla="*/ 81873 w 181195"/>
                <a:gd name="connsiteY11" fmla="*/ 70747 h 236019"/>
                <a:gd name="connsiteX12" fmla="*/ 79640 w 181195"/>
                <a:gd name="connsiteY12" fmla="*/ 71491 h 236019"/>
                <a:gd name="connsiteX13" fmla="*/ 79687 w 181195"/>
                <a:gd name="connsiteY13" fmla="*/ 75956 h 236019"/>
                <a:gd name="connsiteX14" fmla="*/ 79640 w 181195"/>
                <a:gd name="connsiteY14" fmla="*/ 80421 h 236019"/>
                <a:gd name="connsiteX15" fmla="*/ 78184 w 181195"/>
                <a:gd name="connsiteY15" fmla="*/ 80836 h 236019"/>
                <a:gd name="connsiteX16" fmla="*/ 76664 w 181195"/>
                <a:gd name="connsiteY16" fmla="*/ 81165 h 236019"/>
                <a:gd name="connsiteX17" fmla="*/ 76210 w 181195"/>
                <a:gd name="connsiteY17" fmla="*/ 82865 h 236019"/>
                <a:gd name="connsiteX18" fmla="*/ 76106 w 181195"/>
                <a:gd name="connsiteY18" fmla="*/ 84932 h 236019"/>
                <a:gd name="connsiteX19" fmla="*/ 75978 w 181195"/>
                <a:gd name="connsiteY19" fmla="*/ 87004 h 236019"/>
                <a:gd name="connsiteX20" fmla="*/ 75920 w 181195"/>
                <a:gd name="connsiteY20" fmla="*/ 88606 h 236019"/>
                <a:gd name="connsiteX21" fmla="*/ 75176 w 181195"/>
                <a:gd name="connsiteY21" fmla="*/ 88606 h 236019"/>
                <a:gd name="connsiteX22" fmla="*/ 73670 w 181195"/>
                <a:gd name="connsiteY22" fmla="*/ 93080 h 236019"/>
                <a:gd name="connsiteX23" fmla="*/ 73687 w 181195"/>
                <a:gd name="connsiteY23" fmla="*/ 97536 h 236019"/>
                <a:gd name="connsiteX24" fmla="*/ 71455 w 181195"/>
                <a:gd name="connsiteY24" fmla="*/ 98280 h 236019"/>
                <a:gd name="connsiteX25" fmla="*/ 71501 w 181195"/>
                <a:gd name="connsiteY25" fmla="*/ 102745 h 236019"/>
                <a:gd name="connsiteX26" fmla="*/ 71455 w 181195"/>
                <a:gd name="connsiteY26" fmla="*/ 107210 h 236019"/>
                <a:gd name="connsiteX27" fmla="*/ 69975 w 181195"/>
                <a:gd name="connsiteY27" fmla="*/ 107625 h 236019"/>
                <a:gd name="connsiteX28" fmla="*/ 68478 w 181195"/>
                <a:gd name="connsiteY28" fmla="*/ 107954 h 236019"/>
                <a:gd name="connsiteX29" fmla="*/ 68188 w 181195"/>
                <a:gd name="connsiteY29" fmla="*/ 109654 h 236019"/>
                <a:gd name="connsiteX30" fmla="*/ 68292 w 181195"/>
                <a:gd name="connsiteY30" fmla="*/ 111721 h 236019"/>
                <a:gd name="connsiteX31" fmla="*/ 68374 w 181195"/>
                <a:gd name="connsiteY31" fmla="*/ 113794 h 236019"/>
                <a:gd name="connsiteX32" fmla="*/ 68478 w 181195"/>
                <a:gd name="connsiteY32" fmla="*/ 115395 h 236019"/>
                <a:gd name="connsiteX33" fmla="*/ 66246 w 181195"/>
                <a:gd name="connsiteY33" fmla="*/ 115395 h 236019"/>
                <a:gd name="connsiteX34" fmla="*/ 65595 w 181195"/>
                <a:gd name="connsiteY34" fmla="*/ 121069 h 236019"/>
                <a:gd name="connsiteX35" fmla="*/ 65502 w 181195"/>
                <a:gd name="connsiteY35" fmla="*/ 124325 h 236019"/>
                <a:gd name="connsiteX36" fmla="*/ 63269 w 181195"/>
                <a:gd name="connsiteY36" fmla="*/ 125069 h 236019"/>
                <a:gd name="connsiteX37" fmla="*/ 62804 w 181195"/>
                <a:gd name="connsiteY37" fmla="*/ 127674 h 236019"/>
                <a:gd name="connsiteX38" fmla="*/ 62525 w 181195"/>
                <a:gd name="connsiteY38" fmla="*/ 130278 h 236019"/>
                <a:gd name="connsiteX39" fmla="*/ 61781 w 181195"/>
                <a:gd name="connsiteY39" fmla="*/ 133255 h 236019"/>
                <a:gd name="connsiteX40" fmla="*/ 116103 w 181195"/>
                <a:gd name="connsiteY40" fmla="*/ 133255 h 236019"/>
                <a:gd name="connsiteX41" fmla="*/ 115359 w 181195"/>
                <a:gd name="connsiteY41" fmla="*/ 125813 h 236019"/>
                <a:gd name="connsiteX42" fmla="*/ 112383 w 181195"/>
                <a:gd name="connsiteY42" fmla="*/ 125069 h 236019"/>
                <a:gd name="connsiteX43" fmla="*/ 112197 w 181195"/>
                <a:gd name="connsiteY43" fmla="*/ 123069 h 236019"/>
                <a:gd name="connsiteX44" fmla="*/ 112383 w 181195"/>
                <a:gd name="connsiteY44" fmla="*/ 116139 h 236019"/>
                <a:gd name="connsiteX45" fmla="*/ 110900 w 181195"/>
                <a:gd name="connsiteY45" fmla="*/ 115721 h 236019"/>
                <a:gd name="connsiteX46" fmla="*/ 109406 w 181195"/>
                <a:gd name="connsiteY46" fmla="*/ 115395 h 236019"/>
                <a:gd name="connsiteX47" fmla="*/ 109168 w 181195"/>
                <a:gd name="connsiteY47" fmla="*/ 113721 h 236019"/>
                <a:gd name="connsiteX48" fmla="*/ 109406 w 181195"/>
                <a:gd name="connsiteY48" fmla="*/ 107954 h 236019"/>
                <a:gd name="connsiteX49" fmla="*/ 107918 w 181195"/>
                <a:gd name="connsiteY49" fmla="*/ 107210 h 236019"/>
                <a:gd name="connsiteX50" fmla="*/ 107220 w 181195"/>
                <a:gd name="connsiteY50" fmla="*/ 103117 h 236019"/>
                <a:gd name="connsiteX51" fmla="*/ 106429 w 181195"/>
                <a:gd name="connsiteY51" fmla="*/ 99024 h 236019"/>
                <a:gd name="connsiteX52" fmla="*/ 104197 w 181195"/>
                <a:gd name="connsiteY52" fmla="*/ 98280 h 236019"/>
                <a:gd name="connsiteX53" fmla="*/ 104197 w 181195"/>
                <a:gd name="connsiteY53" fmla="*/ 94652 h 236019"/>
                <a:gd name="connsiteX54" fmla="*/ 104337 w 181195"/>
                <a:gd name="connsiteY54" fmla="*/ 92658 h 236019"/>
                <a:gd name="connsiteX55" fmla="*/ 103104 w 181195"/>
                <a:gd name="connsiteY55" fmla="*/ 89722 h 236019"/>
                <a:gd name="connsiteX56" fmla="*/ 101593 w 181195"/>
                <a:gd name="connsiteY56" fmla="*/ 84792 h 236019"/>
                <a:gd name="connsiteX57" fmla="*/ 101220 w 181195"/>
                <a:gd name="connsiteY57" fmla="*/ 81165 h 236019"/>
                <a:gd name="connsiteX58" fmla="*/ 98988 w 181195"/>
                <a:gd name="connsiteY58" fmla="*/ 80421 h 236019"/>
                <a:gd name="connsiteX59" fmla="*/ 98895 w 181195"/>
                <a:gd name="connsiteY59" fmla="*/ 77584 h 236019"/>
                <a:gd name="connsiteX60" fmla="*/ 98244 w 181195"/>
                <a:gd name="connsiteY60" fmla="*/ 71491 h 236019"/>
                <a:gd name="connsiteX61" fmla="*/ 96011 w 181195"/>
                <a:gd name="connsiteY61" fmla="*/ 70747 h 236019"/>
                <a:gd name="connsiteX62" fmla="*/ 95820 w 181195"/>
                <a:gd name="connsiteY62" fmla="*/ 69261 h 236019"/>
                <a:gd name="connsiteX63" fmla="*/ 95267 w 181195"/>
                <a:gd name="connsiteY63" fmla="*/ 62561 h 236019"/>
                <a:gd name="connsiteX64" fmla="*/ 93035 w 181195"/>
                <a:gd name="connsiteY64" fmla="*/ 62561 h 236019"/>
                <a:gd name="connsiteX65" fmla="*/ 93113 w 181195"/>
                <a:gd name="connsiteY65" fmla="*/ 60634 h 236019"/>
                <a:gd name="connsiteX66" fmla="*/ 93174 w 181195"/>
                <a:gd name="connsiteY66" fmla="*/ 58143 h 236019"/>
                <a:gd name="connsiteX67" fmla="*/ 93035 w 181195"/>
                <a:gd name="connsiteY67" fmla="*/ 53632 h 236019"/>
                <a:gd name="connsiteX68" fmla="*/ 90802 w 181195"/>
                <a:gd name="connsiteY68" fmla="*/ 52887 h 236019"/>
                <a:gd name="connsiteX69" fmla="*/ 90849 w 181195"/>
                <a:gd name="connsiteY69" fmla="*/ 48609 h 236019"/>
                <a:gd name="connsiteX70" fmla="*/ 91015 w 181195"/>
                <a:gd name="connsiteY70" fmla="*/ 46248 h 236019"/>
                <a:gd name="connsiteX71" fmla="*/ 87826 w 181195"/>
                <a:gd name="connsiteY71" fmla="*/ 40237 h 236019"/>
                <a:gd name="connsiteX72" fmla="*/ 74414 w 181195"/>
                <a:gd name="connsiteY72" fmla="*/ 0 h 236019"/>
                <a:gd name="connsiteX73" fmla="*/ 104180 w 181195"/>
                <a:gd name="connsiteY73" fmla="*/ 0 h 236019"/>
                <a:gd name="connsiteX74" fmla="*/ 104924 w 181195"/>
                <a:gd name="connsiteY74" fmla="*/ 6697 h 236019"/>
                <a:gd name="connsiteX75" fmla="*/ 106412 w 181195"/>
                <a:gd name="connsiteY75" fmla="*/ 7441 h 236019"/>
                <a:gd name="connsiteX76" fmla="*/ 106877 w 181195"/>
                <a:gd name="connsiteY76" fmla="*/ 11209 h 236019"/>
                <a:gd name="connsiteX77" fmla="*/ 107046 w 181195"/>
                <a:gd name="connsiteY77" fmla="*/ 13281 h 236019"/>
                <a:gd name="connsiteX78" fmla="*/ 107156 w 181195"/>
                <a:gd name="connsiteY78" fmla="*/ 14883 h 236019"/>
                <a:gd name="connsiteX79" fmla="*/ 109389 w 181195"/>
                <a:gd name="connsiteY79" fmla="*/ 14883 h 236019"/>
                <a:gd name="connsiteX80" fmla="*/ 109499 w 181195"/>
                <a:gd name="connsiteY80" fmla="*/ 16296 h 236019"/>
                <a:gd name="connsiteX81" fmla="*/ 109668 w 181195"/>
                <a:gd name="connsiteY81" fmla="*/ 18138 h 236019"/>
                <a:gd name="connsiteX82" fmla="*/ 109825 w 181195"/>
                <a:gd name="connsiteY82" fmla="*/ 19970 h 236019"/>
                <a:gd name="connsiteX83" fmla="*/ 111621 w 181195"/>
                <a:gd name="connsiteY83" fmla="*/ 23068 h 236019"/>
                <a:gd name="connsiteX84" fmla="*/ 112365 w 181195"/>
                <a:gd name="connsiteY84" fmla="*/ 23068 h 236019"/>
                <a:gd name="connsiteX85" fmla="*/ 112450 w 181195"/>
                <a:gd name="connsiteY85" fmla="*/ 24807 h 236019"/>
                <a:gd name="connsiteX86" fmla="*/ 112598 w 181195"/>
                <a:gd name="connsiteY86" fmla="*/ 27068 h 236019"/>
                <a:gd name="connsiteX87" fmla="*/ 112729 w 181195"/>
                <a:gd name="connsiteY87" fmla="*/ 29318 h 236019"/>
                <a:gd name="connsiteX88" fmla="*/ 113109 w 181195"/>
                <a:gd name="connsiteY88" fmla="*/ 31254 h 236019"/>
                <a:gd name="connsiteX89" fmla="*/ 115342 w 181195"/>
                <a:gd name="connsiteY89" fmla="*/ 32742 h 236019"/>
                <a:gd name="connsiteX90" fmla="*/ 115481 w 181195"/>
                <a:gd name="connsiteY90" fmla="*/ 36184 h 236019"/>
                <a:gd name="connsiteX91" fmla="*/ 115420 w 181195"/>
                <a:gd name="connsiteY91" fmla="*/ 38027 h 236019"/>
                <a:gd name="connsiteX92" fmla="*/ 115342 w 181195"/>
                <a:gd name="connsiteY92" fmla="*/ 39439 h 236019"/>
                <a:gd name="connsiteX93" fmla="*/ 117574 w 181195"/>
                <a:gd name="connsiteY93" fmla="*/ 39439 h 236019"/>
                <a:gd name="connsiteX94" fmla="*/ 117659 w 181195"/>
                <a:gd name="connsiteY94" fmla="*/ 41041 h 236019"/>
                <a:gd name="connsiteX95" fmla="*/ 117807 w 181195"/>
                <a:gd name="connsiteY95" fmla="*/ 43114 h 236019"/>
                <a:gd name="connsiteX96" fmla="*/ 117938 w 181195"/>
                <a:gd name="connsiteY96" fmla="*/ 45180 h 236019"/>
                <a:gd name="connsiteX97" fmla="*/ 118318 w 181195"/>
                <a:gd name="connsiteY97" fmla="*/ 46881 h 236019"/>
                <a:gd name="connsiteX98" fmla="*/ 120551 w 181195"/>
                <a:gd name="connsiteY98" fmla="*/ 47625 h 236019"/>
                <a:gd name="connsiteX99" fmla="*/ 120411 w 181195"/>
                <a:gd name="connsiteY99" fmla="*/ 53973 h 236019"/>
                <a:gd name="connsiteX100" fmla="*/ 120551 w 181195"/>
                <a:gd name="connsiteY100" fmla="*/ 55811 h 236019"/>
                <a:gd name="connsiteX101" fmla="*/ 122783 w 181195"/>
                <a:gd name="connsiteY101" fmla="*/ 56555 h 236019"/>
                <a:gd name="connsiteX102" fmla="*/ 123574 w 181195"/>
                <a:gd name="connsiteY102" fmla="*/ 60322 h 236019"/>
                <a:gd name="connsiteX103" fmla="*/ 124271 w 181195"/>
                <a:gd name="connsiteY103" fmla="*/ 63996 h 236019"/>
                <a:gd name="connsiteX104" fmla="*/ 125760 w 181195"/>
                <a:gd name="connsiteY104" fmla="*/ 63996 h 236019"/>
                <a:gd name="connsiteX105" fmla="*/ 125844 w 181195"/>
                <a:gd name="connsiteY105" fmla="*/ 65761 h 236019"/>
                <a:gd name="connsiteX106" fmla="*/ 125992 w 181195"/>
                <a:gd name="connsiteY106" fmla="*/ 68042 h 236019"/>
                <a:gd name="connsiteX107" fmla="*/ 126123 w 181195"/>
                <a:gd name="connsiteY107" fmla="*/ 70318 h 236019"/>
                <a:gd name="connsiteX108" fmla="*/ 126504 w 181195"/>
                <a:gd name="connsiteY108" fmla="*/ 72182 h 236019"/>
                <a:gd name="connsiteX109" fmla="*/ 128736 w 181195"/>
                <a:gd name="connsiteY109" fmla="*/ 72926 h 236019"/>
                <a:gd name="connsiteX110" fmla="*/ 129108 w 181195"/>
                <a:gd name="connsiteY110" fmla="*/ 76181 h 236019"/>
                <a:gd name="connsiteX111" fmla="*/ 131713 w 181195"/>
                <a:gd name="connsiteY111" fmla="*/ 81855 h 236019"/>
                <a:gd name="connsiteX112" fmla="*/ 132131 w 181195"/>
                <a:gd name="connsiteY112" fmla="*/ 85297 h 236019"/>
                <a:gd name="connsiteX113" fmla="*/ 132457 w 181195"/>
                <a:gd name="connsiteY113" fmla="*/ 88553 h 236019"/>
                <a:gd name="connsiteX114" fmla="*/ 133945 w 181195"/>
                <a:gd name="connsiteY114" fmla="*/ 89297 h 236019"/>
                <a:gd name="connsiteX115" fmla="*/ 134361 w 181195"/>
                <a:gd name="connsiteY115" fmla="*/ 94483 h 236019"/>
                <a:gd name="connsiteX116" fmla="*/ 134689 w 181195"/>
                <a:gd name="connsiteY116" fmla="*/ 95994 h 236019"/>
                <a:gd name="connsiteX117" fmla="*/ 136922 w 181195"/>
                <a:gd name="connsiteY117" fmla="*/ 96738 h 236019"/>
                <a:gd name="connsiteX118" fmla="*/ 137294 w 181195"/>
                <a:gd name="connsiteY118" fmla="*/ 100412 h 236019"/>
                <a:gd name="connsiteX119" fmla="*/ 137666 w 181195"/>
                <a:gd name="connsiteY119" fmla="*/ 104180 h 236019"/>
                <a:gd name="connsiteX120" fmla="*/ 139898 w 181195"/>
                <a:gd name="connsiteY120" fmla="*/ 105668 h 236019"/>
                <a:gd name="connsiteX121" fmla="*/ 139759 w 181195"/>
                <a:gd name="connsiteY121" fmla="*/ 110807 h 236019"/>
                <a:gd name="connsiteX122" fmla="*/ 139898 w 181195"/>
                <a:gd name="connsiteY122" fmla="*/ 112365 h 236019"/>
                <a:gd name="connsiteX123" fmla="*/ 142131 w 181195"/>
                <a:gd name="connsiteY123" fmla="*/ 113854 h 236019"/>
                <a:gd name="connsiteX124" fmla="*/ 142642 w 181195"/>
                <a:gd name="connsiteY124" fmla="*/ 117667 h 236019"/>
                <a:gd name="connsiteX125" fmla="*/ 142791 w 181195"/>
                <a:gd name="connsiteY125" fmla="*/ 119719 h 236019"/>
                <a:gd name="connsiteX126" fmla="*/ 142875 w 181195"/>
                <a:gd name="connsiteY126" fmla="*/ 121295 h 236019"/>
                <a:gd name="connsiteX127" fmla="*/ 145107 w 181195"/>
                <a:gd name="connsiteY127" fmla="*/ 121295 h 236019"/>
                <a:gd name="connsiteX128" fmla="*/ 145192 w 181195"/>
                <a:gd name="connsiteY128" fmla="*/ 123059 h 236019"/>
                <a:gd name="connsiteX129" fmla="*/ 145340 w 181195"/>
                <a:gd name="connsiteY129" fmla="*/ 125341 h 236019"/>
                <a:gd name="connsiteX130" fmla="*/ 145471 w 181195"/>
                <a:gd name="connsiteY130" fmla="*/ 127617 h 236019"/>
                <a:gd name="connsiteX131" fmla="*/ 145852 w 181195"/>
                <a:gd name="connsiteY131" fmla="*/ 129480 h 236019"/>
                <a:gd name="connsiteX132" fmla="*/ 148084 w 181195"/>
                <a:gd name="connsiteY132" fmla="*/ 130225 h 236019"/>
                <a:gd name="connsiteX133" fmla="*/ 147944 w 181195"/>
                <a:gd name="connsiteY133" fmla="*/ 134684 h 236019"/>
                <a:gd name="connsiteX134" fmla="*/ 149151 w 181195"/>
                <a:gd name="connsiteY134" fmla="*/ 137245 h 236019"/>
                <a:gd name="connsiteX135" fmla="*/ 151107 w 181195"/>
                <a:gd name="connsiteY135" fmla="*/ 142270 h 236019"/>
                <a:gd name="connsiteX136" fmla="*/ 151805 w 181195"/>
                <a:gd name="connsiteY136" fmla="*/ 145852 h 236019"/>
                <a:gd name="connsiteX137" fmla="*/ 153293 w 181195"/>
                <a:gd name="connsiteY137" fmla="*/ 145852 h 236019"/>
                <a:gd name="connsiteX138" fmla="*/ 153377 w 181195"/>
                <a:gd name="connsiteY138" fmla="*/ 147616 h 236019"/>
                <a:gd name="connsiteX139" fmla="*/ 153526 w 181195"/>
                <a:gd name="connsiteY139" fmla="*/ 149898 h 236019"/>
                <a:gd name="connsiteX140" fmla="*/ 153656 w 181195"/>
                <a:gd name="connsiteY140" fmla="*/ 152174 h 236019"/>
                <a:gd name="connsiteX141" fmla="*/ 154037 w 181195"/>
                <a:gd name="connsiteY141" fmla="*/ 154037 h 236019"/>
                <a:gd name="connsiteX142" fmla="*/ 156270 w 181195"/>
                <a:gd name="connsiteY142" fmla="*/ 154781 h 236019"/>
                <a:gd name="connsiteX143" fmla="*/ 156409 w 181195"/>
                <a:gd name="connsiteY143" fmla="*/ 158548 h 236019"/>
                <a:gd name="connsiteX144" fmla="*/ 156348 w 181195"/>
                <a:gd name="connsiteY144" fmla="*/ 160621 h 236019"/>
                <a:gd name="connsiteX145" fmla="*/ 156270 w 181195"/>
                <a:gd name="connsiteY145" fmla="*/ 162223 h 236019"/>
                <a:gd name="connsiteX146" fmla="*/ 158502 w 181195"/>
                <a:gd name="connsiteY146" fmla="*/ 162223 h 236019"/>
                <a:gd name="connsiteX147" fmla="*/ 159246 w 181195"/>
                <a:gd name="connsiteY147" fmla="*/ 171152 h 236019"/>
                <a:gd name="connsiteX148" fmla="*/ 161479 w 181195"/>
                <a:gd name="connsiteY148" fmla="*/ 171152 h 236019"/>
                <a:gd name="connsiteX149" fmla="*/ 161563 w 181195"/>
                <a:gd name="connsiteY149" fmla="*/ 172754 h 236019"/>
                <a:gd name="connsiteX150" fmla="*/ 161711 w 181195"/>
                <a:gd name="connsiteY150" fmla="*/ 174827 h 236019"/>
                <a:gd name="connsiteX151" fmla="*/ 161842 w 181195"/>
                <a:gd name="connsiteY151" fmla="*/ 176893 h 236019"/>
                <a:gd name="connsiteX152" fmla="*/ 162223 w 181195"/>
                <a:gd name="connsiteY152" fmla="*/ 178594 h 236019"/>
                <a:gd name="connsiteX153" fmla="*/ 164455 w 181195"/>
                <a:gd name="connsiteY153" fmla="*/ 179338 h 236019"/>
                <a:gd name="connsiteX154" fmla="*/ 164874 w 181195"/>
                <a:gd name="connsiteY154" fmla="*/ 183059 h 236019"/>
                <a:gd name="connsiteX155" fmla="*/ 165199 w 181195"/>
                <a:gd name="connsiteY155" fmla="*/ 186779 h 236019"/>
                <a:gd name="connsiteX156" fmla="*/ 166688 w 181195"/>
                <a:gd name="connsiteY156" fmla="*/ 187523 h 236019"/>
                <a:gd name="connsiteX157" fmla="*/ 167103 w 181195"/>
                <a:gd name="connsiteY157" fmla="*/ 193291 h 236019"/>
                <a:gd name="connsiteX158" fmla="*/ 167432 w 181195"/>
                <a:gd name="connsiteY158" fmla="*/ 194965 h 236019"/>
                <a:gd name="connsiteX159" fmla="*/ 169664 w 181195"/>
                <a:gd name="connsiteY159" fmla="*/ 195709 h 236019"/>
                <a:gd name="connsiteX160" fmla="*/ 170036 w 181195"/>
                <a:gd name="connsiteY160" fmla="*/ 199011 h 236019"/>
                <a:gd name="connsiteX161" fmla="*/ 170408 w 181195"/>
                <a:gd name="connsiteY161" fmla="*/ 202406 h 236019"/>
                <a:gd name="connsiteX162" fmla="*/ 172641 w 181195"/>
                <a:gd name="connsiteY162" fmla="*/ 203895 h 236019"/>
                <a:gd name="connsiteX163" fmla="*/ 172780 w 181195"/>
                <a:gd name="connsiteY163" fmla="*/ 208080 h 236019"/>
                <a:gd name="connsiteX164" fmla="*/ 172719 w 181195"/>
                <a:gd name="connsiteY164" fmla="*/ 210342 h 236019"/>
                <a:gd name="connsiteX165" fmla="*/ 172641 w 181195"/>
                <a:gd name="connsiteY165" fmla="*/ 212080 h 236019"/>
                <a:gd name="connsiteX166" fmla="*/ 174873 w 181195"/>
                <a:gd name="connsiteY166" fmla="*/ 212080 h 236019"/>
                <a:gd name="connsiteX167" fmla="*/ 174957 w 181195"/>
                <a:gd name="connsiteY167" fmla="*/ 213493 h 236019"/>
                <a:gd name="connsiteX168" fmla="*/ 175106 w 181195"/>
                <a:gd name="connsiteY168" fmla="*/ 215336 h 236019"/>
                <a:gd name="connsiteX169" fmla="*/ 175236 w 181195"/>
                <a:gd name="connsiteY169" fmla="*/ 217167 h 236019"/>
                <a:gd name="connsiteX170" fmla="*/ 177850 w 181195"/>
                <a:gd name="connsiteY170" fmla="*/ 220266 h 236019"/>
                <a:gd name="connsiteX171" fmla="*/ 178291 w 181195"/>
                <a:gd name="connsiteY171" fmla="*/ 226640 h 236019"/>
                <a:gd name="connsiteX172" fmla="*/ 178594 w 181195"/>
                <a:gd name="connsiteY172" fmla="*/ 228451 h 236019"/>
                <a:gd name="connsiteX173" fmla="*/ 180826 w 181195"/>
                <a:gd name="connsiteY173" fmla="*/ 229195 h 236019"/>
                <a:gd name="connsiteX174" fmla="*/ 181152 w 181195"/>
                <a:gd name="connsiteY174" fmla="*/ 232172 h 236019"/>
                <a:gd name="connsiteX175" fmla="*/ 181195 w 181195"/>
                <a:gd name="connsiteY175" fmla="*/ 233800 h 236019"/>
                <a:gd name="connsiteX176" fmla="*/ 180826 w 181195"/>
                <a:gd name="connsiteY176" fmla="*/ 235148 h 236019"/>
                <a:gd name="connsiteX177" fmla="*/ 171426 w 181195"/>
                <a:gd name="connsiteY177" fmla="*/ 235991 h 236019"/>
                <a:gd name="connsiteX178" fmla="*/ 169547 w 181195"/>
                <a:gd name="connsiteY178" fmla="*/ 235994 h 236019"/>
                <a:gd name="connsiteX179" fmla="*/ 165625 w 181195"/>
                <a:gd name="connsiteY179" fmla="*/ 235990 h 236019"/>
                <a:gd name="connsiteX180" fmla="*/ 159609 w 181195"/>
                <a:gd name="connsiteY180" fmla="*/ 235994 h 236019"/>
                <a:gd name="connsiteX181" fmla="*/ 155799 w 181195"/>
                <a:gd name="connsiteY181" fmla="*/ 235991 h 236019"/>
                <a:gd name="connsiteX182" fmla="*/ 153976 w 181195"/>
                <a:gd name="connsiteY182" fmla="*/ 235996 h 236019"/>
                <a:gd name="connsiteX183" fmla="*/ 148084 w 181195"/>
                <a:gd name="connsiteY183" fmla="*/ 235148 h 236019"/>
                <a:gd name="connsiteX184" fmla="*/ 147340 w 181195"/>
                <a:gd name="connsiteY184" fmla="*/ 229939 h 236019"/>
                <a:gd name="connsiteX185" fmla="*/ 145107 w 181195"/>
                <a:gd name="connsiteY185" fmla="*/ 229939 h 236019"/>
                <a:gd name="connsiteX186" fmla="*/ 144363 w 181195"/>
                <a:gd name="connsiteY186" fmla="*/ 221010 h 236019"/>
                <a:gd name="connsiteX187" fmla="*/ 142131 w 181195"/>
                <a:gd name="connsiteY187" fmla="*/ 221010 h 236019"/>
                <a:gd name="connsiteX188" fmla="*/ 142020 w 181195"/>
                <a:gd name="connsiteY188" fmla="*/ 219245 h 236019"/>
                <a:gd name="connsiteX189" fmla="*/ 141852 w 181195"/>
                <a:gd name="connsiteY189" fmla="*/ 216963 h 236019"/>
                <a:gd name="connsiteX190" fmla="*/ 141695 w 181195"/>
                <a:gd name="connsiteY190" fmla="*/ 214687 h 236019"/>
                <a:gd name="connsiteX191" fmla="*/ 141387 w 181195"/>
                <a:gd name="connsiteY191" fmla="*/ 212824 h 236019"/>
                <a:gd name="connsiteX192" fmla="*/ 139898 w 181195"/>
                <a:gd name="connsiteY192" fmla="*/ 212080 h 236019"/>
                <a:gd name="connsiteX193" fmla="*/ 139483 w 181195"/>
                <a:gd name="connsiteY193" fmla="*/ 206386 h 236019"/>
                <a:gd name="connsiteX194" fmla="*/ 139154 w 181195"/>
                <a:gd name="connsiteY194" fmla="*/ 204639 h 236019"/>
                <a:gd name="connsiteX195" fmla="*/ 136922 w 181195"/>
                <a:gd name="connsiteY195" fmla="*/ 203150 h 236019"/>
                <a:gd name="connsiteX196" fmla="*/ 136410 w 181195"/>
                <a:gd name="connsiteY196" fmla="*/ 198965 h 236019"/>
                <a:gd name="connsiteX197" fmla="*/ 136262 w 181195"/>
                <a:gd name="connsiteY197" fmla="*/ 196703 h 236019"/>
                <a:gd name="connsiteX198" fmla="*/ 136178 w 181195"/>
                <a:gd name="connsiteY198" fmla="*/ 194965 h 236019"/>
                <a:gd name="connsiteX199" fmla="*/ 133945 w 181195"/>
                <a:gd name="connsiteY199" fmla="*/ 194965 h 236019"/>
                <a:gd name="connsiteX200" fmla="*/ 133835 w 181195"/>
                <a:gd name="connsiteY200" fmla="*/ 193200 h 236019"/>
                <a:gd name="connsiteX201" fmla="*/ 133666 w 181195"/>
                <a:gd name="connsiteY201" fmla="*/ 190919 h 236019"/>
                <a:gd name="connsiteX202" fmla="*/ 133509 w 181195"/>
                <a:gd name="connsiteY202" fmla="*/ 188643 h 236019"/>
                <a:gd name="connsiteX203" fmla="*/ 133201 w 181195"/>
                <a:gd name="connsiteY203" fmla="*/ 186779 h 236019"/>
                <a:gd name="connsiteX204" fmla="*/ 131713 w 181195"/>
                <a:gd name="connsiteY204" fmla="*/ 186035 h 236019"/>
                <a:gd name="connsiteX205" fmla="*/ 131248 w 181195"/>
                <a:gd name="connsiteY205" fmla="*/ 181524 h 236019"/>
                <a:gd name="connsiteX206" fmla="*/ 131079 w 181195"/>
                <a:gd name="connsiteY206" fmla="*/ 179033 h 236019"/>
                <a:gd name="connsiteX207" fmla="*/ 130969 w 181195"/>
                <a:gd name="connsiteY207" fmla="*/ 177105 h 236019"/>
                <a:gd name="connsiteX208" fmla="*/ 128736 w 181195"/>
                <a:gd name="connsiteY208" fmla="*/ 177105 h 236019"/>
                <a:gd name="connsiteX209" fmla="*/ 128652 w 181195"/>
                <a:gd name="connsiteY209" fmla="*/ 175504 h 236019"/>
                <a:gd name="connsiteX210" fmla="*/ 128504 w 181195"/>
                <a:gd name="connsiteY210" fmla="*/ 173431 h 236019"/>
                <a:gd name="connsiteX211" fmla="*/ 128373 w 181195"/>
                <a:gd name="connsiteY211" fmla="*/ 171365 h 236019"/>
                <a:gd name="connsiteX212" fmla="*/ 127992 w 181195"/>
                <a:gd name="connsiteY212" fmla="*/ 169664 h 236019"/>
                <a:gd name="connsiteX213" fmla="*/ 125760 w 181195"/>
                <a:gd name="connsiteY213" fmla="*/ 168920 h 236019"/>
                <a:gd name="connsiteX214" fmla="*/ 126504 w 181195"/>
                <a:gd name="connsiteY214" fmla="*/ 163711 h 236019"/>
                <a:gd name="connsiteX215" fmla="*/ 52090 w 181195"/>
                <a:gd name="connsiteY215" fmla="*/ 163711 h 236019"/>
                <a:gd name="connsiteX216" fmla="*/ 52090 w 181195"/>
                <a:gd name="connsiteY216" fmla="*/ 170408 h 236019"/>
                <a:gd name="connsiteX217" fmla="*/ 50602 w 181195"/>
                <a:gd name="connsiteY217" fmla="*/ 170408 h 236019"/>
                <a:gd name="connsiteX218" fmla="*/ 49395 w 181195"/>
                <a:gd name="connsiteY218" fmla="*/ 178271 h 236019"/>
                <a:gd name="connsiteX219" fmla="*/ 49113 w 181195"/>
                <a:gd name="connsiteY219" fmla="*/ 180082 h 236019"/>
                <a:gd name="connsiteX220" fmla="*/ 47625 w 181195"/>
                <a:gd name="connsiteY220" fmla="*/ 180826 h 236019"/>
                <a:gd name="connsiteX221" fmla="*/ 47209 w 181195"/>
                <a:gd name="connsiteY221" fmla="*/ 187756 h 236019"/>
                <a:gd name="connsiteX222" fmla="*/ 46881 w 181195"/>
                <a:gd name="connsiteY222" fmla="*/ 189756 h 236019"/>
                <a:gd name="connsiteX223" fmla="*/ 44648 w 181195"/>
                <a:gd name="connsiteY223" fmla="*/ 190500 h 236019"/>
                <a:gd name="connsiteX224" fmla="*/ 44137 w 181195"/>
                <a:gd name="connsiteY224" fmla="*/ 194639 h 236019"/>
                <a:gd name="connsiteX225" fmla="*/ 43989 w 181195"/>
                <a:gd name="connsiteY225" fmla="*/ 196921 h 236019"/>
                <a:gd name="connsiteX226" fmla="*/ 43904 w 181195"/>
                <a:gd name="connsiteY226" fmla="*/ 198686 h 236019"/>
                <a:gd name="connsiteX227" fmla="*/ 42416 w 181195"/>
                <a:gd name="connsiteY227" fmla="*/ 198686 h 236019"/>
                <a:gd name="connsiteX228" fmla="*/ 42143 w 181195"/>
                <a:gd name="connsiteY228" fmla="*/ 200613 h 236019"/>
                <a:gd name="connsiteX229" fmla="*/ 41765 w 181195"/>
                <a:gd name="connsiteY229" fmla="*/ 203104 h 236019"/>
                <a:gd name="connsiteX230" fmla="*/ 41399 w 181195"/>
                <a:gd name="connsiteY230" fmla="*/ 205589 h 236019"/>
                <a:gd name="connsiteX231" fmla="*/ 40928 w 181195"/>
                <a:gd name="connsiteY231" fmla="*/ 207615 h 236019"/>
                <a:gd name="connsiteX232" fmla="*/ 39439 w 181195"/>
                <a:gd name="connsiteY232" fmla="*/ 208359 h 236019"/>
                <a:gd name="connsiteX233" fmla="*/ 39024 w 181195"/>
                <a:gd name="connsiteY233" fmla="*/ 215289 h 236019"/>
                <a:gd name="connsiteX234" fmla="*/ 38695 w 181195"/>
                <a:gd name="connsiteY234" fmla="*/ 217289 h 236019"/>
                <a:gd name="connsiteX235" fmla="*/ 36463 w 181195"/>
                <a:gd name="connsiteY235" fmla="*/ 218033 h 236019"/>
                <a:gd name="connsiteX236" fmla="*/ 35951 w 181195"/>
                <a:gd name="connsiteY236" fmla="*/ 222545 h 236019"/>
                <a:gd name="connsiteX237" fmla="*/ 35803 w 181195"/>
                <a:gd name="connsiteY237" fmla="*/ 225036 h 236019"/>
                <a:gd name="connsiteX238" fmla="*/ 35719 w 181195"/>
                <a:gd name="connsiteY238" fmla="*/ 226963 h 236019"/>
                <a:gd name="connsiteX239" fmla="*/ 34230 w 181195"/>
                <a:gd name="connsiteY239" fmla="*/ 226963 h 236019"/>
                <a:gd name="connsiteX240" fmla="*/ 33169 w 181195"/>
                <a:gd name="connsiteY240" fmla="*/ 233663 h 236019"/>
                <a:gd name="connsiteX241" fmla="*/ 32742 w 181195"/>
                <a:gd name="connsiteY241" fmla="*/ 235148 h 236019"/>
                <a:gd name="connsiteX242" fmla="*/ 24071 w 181195"/>
                <a:gd name="connsiteY242" fmla="*/ 235991 h 236019"/>
                <a:gd name="connsiteX243" fmla="*/ 22409 w 181195"/>
                <a:gd name="connsiteY243" fmla="*/ 235994 h 236019"/>
                <a:gd name="connsiteX244" fmla="*/ 18936 w 181195"/>
                <a:gd name="connsiteY244" fmla="*/ 235990 h 236019"/>
                <a:gd name="connsiteX245" fmla="*/ 13640 w 181195"/>
                <a:gd name="connsiteY245" fmla="*/ 235994 h 236019"/>
                <a:gd name="connsiteX246" fmla="*/ 10258 w 181195"/>
                <a:gd name="connsiteY246" fmla="*/ 235991 h 236019"/>
                <a:gd name="connsiteX247" fmla="*/ 8668 w 181195"/>
                <a:gd name="connsiteY247" fmla="*/ 235996 h 236019"/>
                <a:gd name="connsiteX248" fmla="*/ 744 w 181195"/>
                <a:gd name="connsiteY248" fmla="*/ 235148 h 236019"/>
                <a:gd name="connsiteX249" fmla="*/ 0 w 181195"/>
                <a:gd name="connsiteY249" fmla="*/ 230684 h 236019"/>
                <a:gd name="connsiteX250" fmla="*/ 2232 w 181195"/>
                <a:gd name="connsiteY250" fmla="*/ 231428 h 236019"/>
                <a:gd name="connsiteX251" fmla="*/ 2317 w 181195"/>
                <a:gd name="connsiteY251" fmla="*/ 229663 h 236019"/>
                <a:gd name="connsiteX252" fmla="*/ 2465 w 181195"/>
                <a:gd name="connsiteY252" fmla="*/ 227381 h 236019"/>
                <a:gd name="connsiteX253" fmla="*/ 2596 w 181195"/>
                <a:gd name="connsiteY253" fmla="*/ 225105 h 236019"/>
                <a:gd name="connsiteX254" fmla="*/ 2977 w 181195"/>
                <a:gd name="connsiteY254" fmla="*/ 223242 h 236019"/>
                <a:gd name="connsiteX255" fmla="*/ 5209 w 181195"/>
                <a:gd name="connsiteY255" fmla="*/ 222498 h 236019"/>
                <a:gd name="connsiteX256" fmla="*/ 5628 w 181195"/>
                <a:gd name="connsiteY256" fmla="*/ 218033 h 236019"/>
                <a:gd name="connsiteX257" fmla="*/ 5953 w 181195"/>
                <a:gd name="connsiteY257" fmla="*/ 213568 h 236019"/>
                <a:gd name="connsiteX258" fmla="*/ 7441 w 181195"/>
                <a:gd name="connsiteY258" fmla="*/ 212824 h 236019"/>
                <a:gd name="connsiteX259" fmla="*/ 7857 w 181195"/>
                <a:gd name="connsiteY259" fmla="*/ 207057 h 236019"/>
                <a:gd name="connsiteX260" fmla="*/ 8186 w 181195"/>
                <a:gd name="connsiteY260" fmla="*/ 205383 h 236019"/>
                <a:gd name="connsiteX261" fmla="*/ 10418 w 181195"/>
                <a:gd name="connsiteY261" fmla="*/ 204639 h 236019"/>
                <a:gd name="connsiteX262" fmla="*/ 10790 w 181195"/>
                <a:gd name="connsiteY262" fmla="*/ 200174 h 236019"/>
                <a:gd name="connsiteX263" fmla="*/ 11162 w 181195"/>
                <a:gd name="connsiteY263" fmla="*/ 195709 h 236019"/>
                <a:gd name="connsiteX264" fmla="*/ 13395 w 181195"/>
                <a:gd name="connsiteY264" fmla="*/ 194965 h 236019"/>
                <a:gd name="connsiteX265" fmla="*/ 13813 w 181195"/>
                <a:gd name="connsiteY265" fmla="*/ 191616 h 236019"/>
                <a:gd name="connsiteX266" fmla="*/ 14139 w 181195"/>
                <a:gd name="connsiteY266" fmla="*/ 188268 h 236019"/>
                <a:gd name="connsiteX267" fmla="*/ 15627 w 181195"/>
                <a:gd name="connsiteY267" fmla="*/ 187523 h 236019"/>
                <a:gd name="connsiteX268" fmla="*/ 16043 w 181195"/>
                <a:gd name="connsiteY268" fmla="*/ 181175 h 236019"/>
                <a:gd name="connsiteX269" fmla="*/ 16371 w 181195"/>
                <a:gd name="connsiteY269" fmla="*/ 179338 h 236019"/>
                <a:gd name="connsiteX270" fmla="*/ 18604 w 181195"/>
                <a:gd name="connsiteY270" fmla="*/ 178594 h 236019"/>
                <a:gd name="connsiteX271" fmla="*/ 19115 w 181195"/>
                <a:gd name="connsiteY271" fmla="*/ 174827 h 236019"/>
                <a:gd name="connsiteX272" fmla="*/ 19263 w 181195"/>
                <a:gd name="connsiteY272" fmla="*/ 172754 h 236019"/>
                <a:gd name="connsiteX273" fmla="*/ 19348 w 181195"/>
                <a:gd name="connsiteY273" fmla="*/ 171152 h 236019"/>
                <a:gd name="connsiteX274" fmla="*/ 21580 w 181195"/>
                <a:gd name="connsiteY274" fmla="*/ 171152 h 236019"/>
                <a:gd name="connsiteX275" fmla="*/ 22324 w 181195"/>
                <a:gd name="connsiteY275" fmla="*/ 161478 h 236019"/>
                <a:gd name="connsiteX276" fmla="*/ 24557 w 181195"/>
                <a:gd name="connsiteY276" fmla="*/ 161478 h 236019"/>
                <a:gd name="connsiteX277" fmla="*/ 24557 w 181195"/>
                <a:gd name="connsiteY277" fmla="*/ 153293 h 236019"/>
                <a:gd name="connsiteX278" fmla="*/ 26789 w 181195"/>
                <a:gd name="connsiteY278" fmla="*/ 153293 h 236019"/>
                <a:gd name="connsiteX279" fmla="*/ 26873 w 181195"/>
                <a:gd name="connsiteY279" fmla="*/ 151366 h 236019"/>
                <a:gd name="connsiteX280" fmla="*/ 27022 w 181195"/>
                <a:gd name="connsiteY280" fmla="*/ 148875 h 236019"/>
                <a:gd name="connsiteX281" fmla="*/ 27152 w 181195"/>
                <a:gd name="connsiteY281" fmla="*/ 146389 h 236019"/>
                <a:gd name="connsiteX282" fmla="*/ 27533 w 181195"/>
                <a:gd name="connsiteY282" fmla="*/ 144363 h 236019"/>
                <a:gd name="connsiteX283" fmla="*/ 29766 w 181195"/>
                <a:gd name="connsiteY283" fmla="*/ 143619 h 236019"/>
                <a:gd name="connsiteX284" fmla="*/ 30184 w 181195"/>
                <a:gd name="connsiteY284" fmla="*/ 139526 h 236019"/>
                <a:gd name="connsiteX285" fmla="*/ 30510 w 181195"/>
                <a:gd name="connsiteY285" fmla="*/ 135434 h 236019"/>
                <a:gd name="connsiteX286" fmla="*/ 31998 w 181195"/>
                <a:gd name="connsiteY286" fmla="*/ 134689 h 236019"/>
                <a:gd name="connsiteX287" fmla="*/ 32649 w 181195"/>
                <a:gd name="connsiteY287" fmla="*/ 128969 h 236019"/>
                <a:gd name="connsiteX288" fmla="*/ 32742 w 181195"/>
                <a:gd name="connsiteY288" fmla="*/ 127248 h 236019"/>
                <a:gd name="connsiteX289" fmla="*/ 34975 w 181195"/>
                <a:gd name="connsiteY289" fmla="*/ 125760 h 236019"/>
                <a:gd name="connsiteX290" fmla="*/ 35486 w 181195"/>
                <a:gd name="connsiteY290" fmla="*/ 121574 h 236019"/>
                <a:gd name="connsiteX291" fmla="*/ 35634 w 181195"/>
                <a:gd name="connsiteY291" fmla="*/ 119312 h 236019"/>
                <a:gd name="connsiteX292" fmla="*/ 35719 w 181195"/>
                <a:gd name="connsiteY292" fmla="*/ 117574 h 236019"/>
                <a:gd name="connsiteX293" fmla="*/ 37951 w 181195"/>
                <a:gd name="connsiteY293" fmla="*/ 117574 h 236019"/>
                <a:gd name="connsiteX294" fmla="*/ 38695 w 181195"/>
                <a:gd name="connsiteY294" fmla="*/ 109389 h 236019"/>
                <a:gd name="connsiteX295" fmla="*/ 40928 w 181195"/>
                <a:gd name="connsiteY295" fmla="*/ 109389 h 236019"/>
                <a:gd name="connsiteX296" fmla="*/ 40849 w 181195"/>
                <a:gd name="connsiteY296" fmla="*/ 107650 h 236019"/>
                <a:gd name="connsiteX297" fmla="*/ 40788 w 181195"/>
                <a:gd name="connsiteY297" fmla="*/ 105389 h 236019"/>
                <a:gd name="connsiteX298" fmla="*/ 40710 w 181195"/>
                <a:gd name="connsiteY298" fmla="*/ 103139 h 236019"/>
                <a:gd name="connsiteX299" fmla="*/ 40928 w 181195"/>
                <a:gd name="connsiteY299" fmla="*/ 101203 h 236019"/>
                <a:gd name="connsiteX300" fmla="*/ 43160 w 181195"/>
                <a:gd name="connsiteY300" fmla="*/ 99715 h 236019"/>
                <a:gd name="connsiteX301" fmla="*/ 43602 w 181195"/>
                <a:gd name="connsiteY301" fmla="*/ 93922 h 236019"/>
                <a:gd name="connsiteX302" fmla="*/ 43904 w 181195"/>
                <a:gd name="connsiteY302" fmla="*/ 92273 h 236019"/>
                <a:gd name="connsiteX303" fmla="*/ 46137 w 181195"/>
                <a:gd name="connsiteY303" fmla="*/ 91529 h 236019"/>
                <a:gd name="connsiteX304" fmla="*/ 46509 w 181195"/>
                <a:gd name="connsiteY304" fmla="*/ 87483 h 236019"/>
                <a:gd name="connsiteX305" fmla="*/ 46881 w 181195"/>
                <a:gd name="connsiteY305" fmla="*/ 83344 h 236019"/>
                <a:gd name="connsiteX306" fmla="*/ 49113 w 181195"/>
                <a:gd name="connsiteY306" fmla="*/ 81855 h 236019"/>
                <a:gd name="connsiteX307" fmla="*/ 49113 w 181195"/>
                <a:gd name="connsiteY307" fmla="*/ 78507 h 236019"/>
                <a:gd name="connsiteX308" fmla="*/ 49113 w 181195"/>
                <a:gd name="connsiteY308" fmla="*/ 75158 h 236019"/>
                <a:gd name="connsiteX309" fmla="*/ 51346 w 181195"/>
                <a:gd name="connsiteY309" fmla="*/ 73670 h 236019"/>
                <a:gd name="connsiteX310" fmla="*/ 51857 w 181195"/>
                <a:gd name="connsiteY310" fmla="*/ 69484 h 236019"/>
                <a:gd name="connsiteX311" fmla="*/ 52006 w 181195"/>
                <a:gd name="connsiteY311" fmla="*/ 67223 h 236019"/>
                <a:gd name="connsiteX312" fmla="*/ 52090 w 181195"/>
                <a:gd name="connsiteY312" fmla="*/ 65484 h 236019"/>
                <a:gd name="connsiteX313" fmla="*/ 55066 w 181195"/>
                <a:gd name="connsiteY313" fmla="*/ 65484 h 236019"/>
                <a:gd name="connsiteX314" fmla="*/ 54988 w 181195"/>
                <a:gd name="connsiteY314" fmla="*/ 63609 h 236019"/>
                <a:gd name="connsiteX315" fmla="*/ 54927 w 181195"/>
                <a:gd name="connsiteY315" fmla="*/ 61159 h 236019"/>
                <a:gd name="connsiteX316" fmla="*/ 54848 w 181195"/>
                <a:gd name="connsiteY316" fmla="*/ 58726 h 236019"/>
                <a:gd name="connsiteX317" fmla="*/ 57299 w 181195"/>
                <a:gd name="connsiteY317" fmla="*/ 54322 h 236019"/>
                <a:gd name="connsiteX318" fmla="*/ 57299 w 181195"/>
                <a:gd name="connsiteY318" fmla="*/ 51671 h 236019"/>
                <a:gd name="connsiteX319" fmla="*/ 57299 w 181195"/>
                <a:gd name="connsiteY319" fmla="*/ 49113 h 236019"/>
                <a:gd name="connsiteX320" fmla="*/ 59531 w 181195"/>
                <a:gd name="connsiteY320" fmla="*/ 47625 h 236019"/>
                <a:gd name="connsiteX321" fmla="*/ 59973 w 181195"/>
                <a:gd name="connsiteY321" fmla="*/ 40669 h 236019"/>
                <a:gd name="connsiteX322" fmla="*/ 60275 w 181195"/>
                <a:gd name="connsiteY322" fmla="*/ 38695 h 236019"/>
                <a:gd name="connsiteX323" fmla="*/ 62508 w 181195"/>
                <a:gd name="connsiteY323" fmla="*/ 37951 h 236019"/>
                <a:gd name="connsiteX324" fmla="*/ 62926 w 181195"/>
                <a:gd name="connsiteY324" fmla="*/ 34603 h 236019"/>
                <a:gd name="connsiteX325" fmla="*/ 63252 w 181195"/>
                <a:gd name="connsiteY325" fmla="*/ 31254 h 236019"/>
                <a:gd name="connsiteX326" fmla="*/ 64740 w 181195"/>
                <a:gd name="connsiteY326" fmla="*/ 30510 h 236019"/>
                <a:gd name="connsiteX327" fmla="*/ 65737 w 181195"/>
                <a:gd name="connsiteY327" fmla="*/ 24161 h 236019"/>
                <a:gd name="connsiteX328" fmla="*/ 66229 w 181195"/>
                <a:gd name="connsiteY328" fmla="*/ 22324 h 236019"/>
                <a:gd name="connsiteX329" fmla="*/ 68461 w 181195"/>
                <a:gd name="connsiteY329" fmla="*/ 21580 h 236019"/>
                <a:gd name="connsiteX330" fmla="*/ 68600 w 181195"/>
                <a:gd name="connsiteY330" fmla="*/ 17813 h 236019"/>
                <a:gd name="connsiteX331" fmla="*/ 68539 w 181195"/>
                <a:gd name="connsiteY331" fmla="*/ 15740 h 236019"/>
                <a:gd name="connsiteX332" fmla="*/ 68461 w 181195"/>
                <a:gd name="connsiteY332" fmla="*/ 14139 h 236019"/>
                <a:gd name="connsiteX333" fmla="*/ 70693 w 181195"/>
                <a:gd name="connsiteY333" fmla="*/ 14139 h 236019"/>
                <a:gd name="connsiteX334" fmla="*/ 71438 w 181195"/>
                <a:gd name="connsiteY334" fmla="*/ 4465 h 236019"/>
                <a:gd name="connsiteX335" fmla="*/ 73670 w 181195"/>
                <a:gd name="connsiteY335" fmla="*/ 4465 h 236019"/>
                <a:gd name="connsiteX336" fmla="*/ 74414 w 181195"/>
                <a:gd name="connsiteY336" fmla="*/ 0 h 23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181195" h="236019">
                  <a:moveTo>
                    <a:pt x="87826" y="40237"/>
                  </a:moveTo>
                  <a:cubicBezTo>
                    <a:pt x="87797" y="40939"/>
                    <a:pt x="87769" y="41620"/>
                    <a:pt x="87742" y="42301"/>
                  </a:cubicBezTo>
                  <a:cubicBezTo>
                    <a:pt x="87691" y="43212"/>
                    <a:pt x="87642" y="44096"/>
                    <a:pt x="87593" y="44981"/>
                  </a:cubicBezTo>
                  <a:cubicBezTo>
                    <a:pt x="87518" y="47592"/>
                    <a:pt x="87518" y="47592"/>
                    <a:pt x="87082" y="49911"/>
                  </a:cubicBezTo>
                  <a:cubicBezTo>
                    <a:pt x="86323" y="50417"/>
                    <a:pt x="85586" y="50908"/>
                    <a:pt x="84849" y="51399"/>
                  </a:cubicBezTo>
                  <a:cubicBezTo>
                    <a:pt x="84775" y="52168"/>
                    <a:pt x="84703" y="52914"/>
                    <a:pt x="84631" y="53661"/>
                  </a:cubicBezTo>
                  <a:cubicBezTo>
                    <a:pt x="84658" y="54568"/>
                    <a:pt x="84684" y="55448"/>
                    <a:pt x="84710" y="56329"/>
                  </a:cubicBezTo>
                  <a:cubicBezTo>
                    <a:pt x="84731" y="57240"/>
                    <a:pt x="84751" y="58125"/>
                    <a:pt x="84771" y="59009"/>
                  </a:cubicBezTo>
                  <a:cubicBezTo>
                    <a:pt x="84811" y="60051"/>
                    <a:pt x="84811" y="60051"/>
                    <a:pt x="84849" y="61073"/>
                  </a:cubicBezTo>
                  <a:cubicBezTo>
                    <a:pt x="84090" y="61073"/>
                    <a:pt x="83354" y="61073"/>
                    <a:pt x="82617" y="61073"/>
                  </a:cubicBezTo>
                  <a:cubicBezTo>
                    <a:pt x="81856" y="63355"/>
                    <a:pt x="81862" y="64748"/>
                    <a:pt x="81966" y="67119"/>
                  </a:cubicBezTo>
                  <a:cubicBezTo>
                    <a:pt x="82117" y="69064"/>
                    <a:pt x="82117" y="69064"/>
                    <a:pt x="81873" y="70747"/>
                  </a:cubicBezTo>
                  <a:cubicBezTo>
                    <a:pt x="80745" y="71123"/>
                    <a:pt x="80745" y="71123"/>
                    <a:pt x="79640" y="71491"/>
                  </a:cubicBezTo>
                  <a:cubicBezTo>
                    <a:pt x="79527" y="73491"/>
                    <a:pt x="79527" y="73491"/>
                    <a:pt x="79687" y="75956"/>
                  </a:cubicBezTo>
                  <a:cubicBezTo>
                    <a:pt x="79918" y="78346"/>
                    <a:pt x="79918" y="78346"/>
                    <a:pt x="79640" y="80421"/>
                  </a:cubicBezTo>
                  <a:cubicBezTo>
                    <a:pt x="79145" y="80562"/>
                    <a:pt x="78665" y="80699"/>
                    <a:pt x="78184" y="80836"/>
                  </a:cubicBezTo>
                  <a:cubicBezTo>
                    <a:pt x="77667" y="80948"/>
                    <a:pt x="77165" y="81056"/>
                    <a:pt x="76664" y="81165"/>
                  </a:cubicBezTo>
                  <a:cubicBezTo>
                    <a:pt x="76510" y="81743"/>
                    <a:pt x="76360" y="82304"/>
                    <a:pt x="76210" y="82865"/>
                  </a:cubicBezTo>
                  <a:cubicBezTo>
                    <a:pt x="76175" y="83568"/>
                    <a:pt x="76140" y="84250"/>
                    <a:pt x="76106" y="84932"/>
                  </a:cubicBezTo>
                  <a:cubicBezTo>
                    <a:pt x="76062" y="85637"/>
                    <a:pt x="76020" y="86321"/>
                    <a:pt x="75978" y="87004"/>
                  </a:cubicBezTo>
                  <a:cubicBezTo>
                    <a:pt x="75958" y="87549"/>
                    <a:pt x="75939" y="88078"/>
                    <a:pt x="75920" y="88606"/>
                  </a:cubicBezTo>
                  <a:cubicBezTo>
                    <a:pt x="75667" y="88606"/>
                    <a:pt x="75421" y="88606"/>
                    <a:pt x="75176" y="88606"/>
                  </a:cubicBezTo>
                  <a:cubicBezTo>
                    <a:pt x="74123" y="90092"/>
                    <a:pt x="73691" y="91256"/>
                    <a:pt x="73670" y="93080"/>
                  </a:cubicBezTo>
                  <a:cubicBezTo>
                    <a:pt x="73728" y="94564"/>
                    <a:pt x="73712" y="96051"/>
                    <a:pt x="73687" y="97536"/>
                  </a:cubicBezTo>
                  <a:cubicBezTo>
                    <a:pt x="72560" y="97912"/>
                    <a:pt x="72560" y="97912"/>
                    <a:pt x="71455" y="98280"/>
                  </a:cubicBezTo>
                  <a:cubicBezTo>
                    <a:pt x="71341" y="100280"/>
                    <a:pt x="71341" y="100280"/>
                    <a:pt x="71501" y="102745"/>
                  </a:cubicBezTo>
                  <a:cubicBezTo>
                    <a:pt x="71733" y="105135"/>
                    <a:pt x="71733" y="105135"/>
                    <a:pt x="71455" y="107210"/>
                  </a:cubicBezTo>
                  <a:cubicBezTo>
                    <a:pt x="70952" y="107351"/>
                    <a:pt x="70464" y="107488"/>
                    <a:pt x="69975" y="107625"/>
                  </a:cubicBezTo>
                  <a:cubicBezTo>
                    <a:pt x="69466" y="107737"/>
                    <a:pt x="68972" y="107845"/>
                    <a:pt x="68478" y="107954"/>
                  </a:cubicBezTo>
                  <a:cubicBezTo>
                    <a:pt x="68331" y="108813"/>
                    <a:pt x="68331" y="108813"/>
                    <a:pt x="68188" y="109654"/>
                  </a:cubicBezTo>
                  <a:cubicBezTo>
                    <a:pt x="68240" y="110698"/>
                    <a:pt x="68240" y="110698"/>
                    <a:pt x="68292" y="111721"/>
                  </a:cubicBezTo>
                  <a:cubicBezTo>
                    <a:pt x="68320" y="112426"/>
                    <a:pt x="68347" y="113110"/>
                    <a:pt x="68374" y="113794"/>
                  </a:cubicBezTo>
                  <a:cubicBezTo>
                    <a:pt x="68426" y="114602"/>
                    <a:pt x="68426" y="114602"/>
                    <a:pt x="68478" y="115395"/>
                  </a:cubicBezTo>
                  <a:cubicBezTo>
                    <a:pt x="67719" y="115395"/>
                    <a:pt x="66983" y="115395"/>
                    <a:pt x="66246" y="115395"/>
                  </a:cubicBezTo>
                  <a:cubicBezTo>
                    <a:pt x="65515" y="117588"/>
                    <a:pt x="65484" y="118808"/>
                    <a:pt x="65595" y="121069"/>
                  </a:cubicBezTo>
                  <a:cubicBezTo>
                    <a:pt x="65746" y="122813"/>
                    <a:pt x="65746" y="122813"/>
                    <a:pt x="65502" y="124325"/>
                  </a:cubicBezTo>
                  <a:cubicBezTo>
                    <a:pt x="64374" y="124701"/>
                    <a:pt x="64374" y="124701"/>
                    <a:pt x="63269" y="125069"/>
                  </a:cubicBezTo>
                  <a:cubicBezTo>
                    <a:pt x="63111" y="125955"/>
                    <a:pt x="62958" y="126814"/>
                    <a:pt x="62804" y="127674"/>
                  </a:cubicBezTo>
                  <a:cubicBezTo>
                    <a:pt x="62709" y="128559"/>
                    <a:pt x="62617" y="129419"/>
                    <a:pt x="62525" y="130278"/>
                  </a:cubicBezTo>
                  <a:cubicBezTo>
                    <a:pt x="61781" y="131022"/>
                    <a:pt x="61781" y="131022"/>
                    <a:pt x="61781" y="133255"/>
                  </a:cubicBezTo>
                  <a:cubicBezTo>
                    <a:pt x="80251" y="133255"/>
                    <a:pt x="98177" y="133255"/>
                    <a:pt x="116103" y="133255"/>
                  </a:cubicBezTo>
                  <a:cubicBezTo>
                    <a:pt x="115727" y="129497"/>
                    <a:pt x="115727" y="129497"/>
                    <a:pt x="115359" y="125813"/>
                  </a:cubicBezTo>
                  <a:cubicBezTo>
                    <a:pt x="113856" y="125437"/>
                    <a:pt x="113856" y="125437"/>
                    <a:pt x="112383" y="125069"/>
                  </a:cubicBezTo>
                  <a:cubicBezTo>
                    <a:pt x="112319" y="124389"/>
                    <a:pt x="112258" y="123729"/>
                    <a:pt x="112197" y="123069"/>
                  </a:cubicBezTo>
                  <a:cubicBezTo>
                    <a:pt x="112374" y="120713"/>
                    <a:pt x="112602" y="118494"/>
                    <a:pt x="112383" y="116139"/>
                  </a:cubicBezTo>
                  <a:cubicBezTo>
                    <a:pt x="111634" y="115928"/>
                    <a:pt x="111634" y="115928"/>
                    <a:pt x="110900" y="115721"/>
                  </a:cubicBezTo>
                  <a:cubicBezTo>
                    <a:pt x="110146" y="115556"/>
                    <a:pt x="110146" y="115556"/>
                    <a:pt x="109406" y="115395"/>
                  </a:cubicBezTo>
                  <a:cubicBezTo>
                    <a:pt x="109325" y="114826"/>
                    <a:pt x="109246" y="114273"/>
                    <a:pt x="109168" y="113721"/>
                  </a:cubicBezTo>
                  <a:cubicBezTo>
                    <a:pt x="109305" y="111788"/>
                    <a:pt x="109453" y="109892"/>
                    <a:pt x="109406" y="107954"/>
                  </a:cubicBezTo>
                  <a:cubicBezTo>
                    <a:pt x="108900" y="107701"/>
                    <a:pt x="108409" y="107455"/>
                    <a:pt x="107918" y="107210"/>
                  </a:cubicBezTo>
                  <a:cubicBezTo>
                    <a:pt x="107488" y="105312"/>
                    <a:pt x="107488" y="105312"/>
                    <a:pt x="107220" y="103117"/>
                  </a:cubicBezTo>
                  <a:cubicBezTo>
                    <a:pt x="106921" y="100861"/>
                    <a:pt x="106921" y="100861"/>
                    <a:pt x="106429" y="99024"/>
                  </a:cubicBezTo>
                  <a:cubicBezTo>
                    <a:pt x="105670" y="98771"/>
                    <a:pt x="104934" y="98526"/>
                    <a:pt x="104197" y="98280"/>
                  </a:cubicBezTo>
                  <a:cubicBezTo>
                    <a:pt x="104010" y="96595"/>
                    <a:pt x="104010" y="96595"/>
                    <a:pt x="104197" y="94652"/>
                  </a:cubicBezTo>
                  <a:cubicBezTo>
                    <a:pt x="104267" y="93645"/>
                    <a:pt x="104267" y="93645"/>
                    <a:pt x="104337" y="92658"/>
                  </a:cubicBezTo>
                  <a:cubicBezTo>
                    <a:pt x="104197" y="90839"/>
                    <a:pt x="104197" y="90839"/>
                    <a:pt x="103104" y="89722"/>
                  </a:cubicBezTo>
                  <a:cubicBezTo>
                    <a:pt x="101588" y="87572"/>
                    <a:pt x="101588" y="87572"/>
                    <a:pt x="101593" y="84792"/>
                  </a:cubicBezTo>
                  <a:cubicBezTo>
                    <a:pt x="101523" y="82787"/>
                    <a:pt x="101523" y="82787"/>
                    <a:pt x="101220" y="81165"/>
                  </a:cubicBezTo>
                  <a:cubicBezTo>
                    <a:pt x="100461" y="80912"/>
                    <a:pt x="99725" y="80666"/>
                    <a:pt x="98988" y="80421"/>
                  </a:cubicBezTo>
                  <a:cubicBezTo>
                    <a:pt x="98956" y="79456"/>
                    <a:pt x="98926" y="78520"/>
                    <a:pt x="98895" y="77584"/>
                  </a:cubicBezTo>
                  <a:cubicBezTo>
                    <a:pt x="98969" y="75424"/>
                    <a:pt x="99133" y="73511"/>
                    <a:pt x="98244" y="71491"/>
                  </a:cubicBezTo>
                  <a:cubicBezTo>
                    <a:pt x="97485" y="71238"/>
                    <a:pt x="96748" y="70992"/>
                    <a:pt x="96011" y="70747"/>
                  </a:cubicBezTo>
                  <a:cubicBezTo>
                    <a:pt x="95946" y="70242"/>
                    <a:pt x="95883" y="69752"/>
                    <a:pt x="95820" y="69261"/>
                  </a:cubicBezTo>
                  <a:cubicBezTo>
                    <a:pt x="95951" y="66842"/>
                    <a:pt x="96367" y="64761"/>
                    <a:pt x="95267" y="62561"/>
                  </a:cubicBezTo>
                  <a:cubicBezTo>
                    <a:pt x="94508" y="62561"/>
                    <a:pt x="93772" y="62561"/>
                    <a:pt x="93035" y="62561"/>
                  </a:cubicBezTo>
                  <a:cubicBezTo>
                    <a:pt x="93062" y="61906"/>
                    <a:pt x="93087" y="61270"/>
                    <a:pt x="93113" y="60634"/>
                  </a:cubicBezTo>
                  <a:cubicBezTo>
                    <a:pt x="93144" y="59376"/>
                    <a:pt x="93144" y="59376"/>
                    <a:pt x="93174" y="58143"/>
                  </a:cubicBezTo>
                  <a:cubicBezTo>
                    <a:pt x="93253" y="55658"/>
                    <a:pt x="93253" y="55658"/>
                    <a:pt x="93035" y="53632"/>
                  </a:cubicBezTo>
                  <a:cubicBezTo>
                    <a:pt x="92276" y="53379"/>
                    <a:pt x="91539" y="53133"/>
                    <a:pt x="90802" y="52887"/>
                  </a:cubicBezTo>
                  <a:cubicBezTo>
                    <a:pt x="90644" y="50910"/>
                    <a:pt x="90644" y="50910"/>
                    <a:pt x="90849" y="48609"/>
                  </a:cubicBezTo>
                  <a:cubicBezTo>
                    <a:pt x="90905" y="47806"/>
                    <a:pt x="90960" y="47027"/>
                    <a:pt x="91015" y="46248"/>
                  </a:cubicBezTo>
                  <a:cubicBezTo>
                    <a:pt x="90752" y="43410"/>
                    <a:pt x="89754" y="42274"/>
                    <a:pt x="87826" y="40237"/>
                  </a:cubicBezTo>
                  <a:close/>
                  <a:moveTo>
                    <a:pt x="74414" y="0"/>
                  </a:moveTo>
                  <a:cubicBezTo>
                    <a:pt x="84237" y="0"/>
                    <a:pt x="94059" y="0"/>
                    <a:pt x="104180" y="0"/>
                  </a:cubicBezTo>
                  <a:cubicBezTo>
                    <a:pt x="104425" y="2210"/>
                    <a:pt x="104671" y="4420"/>
                    <a:pt x="104924" y="6697"/>
                  </a:cubicBezTo>
                  <a:cubicBezTo>
                    <a:pt x="105661" y="7066"/>
                    <a:pt x="105661" y="7066"/>
                    <a:pt x="106412" y="7441"/>
                  </a:cubicBezTo>
                  <a:cubicBezTo>
                    <a:pt x="106720" y="9142"/>
                    <a:pt x="106720" y="9142"/>
                    <a:pt x="106877" y="11209"/>
                  </a:cubicBezTo>
                  <a:cubicBezTo>
                    <a:pt x="106961" y="12235"/>
                    <a:pt x="106961" y="12235"/>
                    <a:pt x="107046" y="13281"/>
                  </a:cubicBezTo>
                  <a:cubicBezTo>
                    <a:pt x="107082" y="13810"/>
                    <a:pt x="107119" y="14338"/>
                    <a:pt x="107156" y="14883"/>
                  </a:cubicBezTo>
                  <a:cubicBezTo>
                    <a:pt x="107893" y="14883"/>
                    <a:pt x="108630" y="14883"/>
                    <a:pt x="109389" y="14883"/>
                  </a:cubicBezTo>
                  <a:cubicBezTo>
                    <a:pt x="109425" y="15349"/>
                    <a:pt x="109462" y="15815"/>
                    <a:pt x="109499" y="16296"/>
                  </a:cubicBezTo>
                  <a:cubicBezTo>
                    <a:pt x="109583" y="17208"/>
                    <a:pt x="109583" y="17208"/>
                    <a:pt x="109668" y="18138"/>
                  </a:cubicBezTo>
                  <a:cubicBezTo>
                    <a:pt x="109745" y="19045"/>
                    <a:pt x="109745" y="19045"/>
                    <a:pt x="109825" y="19970"/>
                  </a:cubicBezTo>
                  <a:cubicBezTo>
                    <a:pt x="110006" y="21731"/>
                    <a:pt x="110006" y="21731"/>
                    <a:pt x="111621" y="23068"/>
                  </a:cubicBezTo>
                  <a:cubicBezTo>
                    <a:pt x="111867" y="23068"/>
                    <a:pt x="112112" y="23068"/>
                    <a:pt x="112365" y="23068"/>
                  </a:cubicBezTo>
                  <a:cubicBezTo>
                    <a:pt x="112407" y="23929"/>
                    <a:pt x="112407" y="23929"/>
                    <a:pt x="112450" y="24807"/>
                  </a:cubicBezTo>
                  <a:cubicBezTo>
                    <a:pt x="112498" y="25553"/>
                    <a:pt x="112547" y="26299"/>
                    <a:pt x="112598" y="27068"/>
                  </a:cubicBezTo>
                  <a:cubicBezTo>
                    <a:pt x="112663" y="28182"/>
                    <a:pt x="112663" y="28182"/>
                    <a:pt x="112729" y="29318"/>
                  </a:cubicBezTo>
                  <a:cubicBezTo>
                    <a:pt x="112854" y="29957"/>
                    <a:pt x="112980" y="30596"/>
                    <a:pt x="113109" y="31254"/>
                  </a:cubicBezTo>
                  <a:cubicBezTo>
                    <a:pt x="113846" y="31745"/>
                    <a:pt x="114583" y="32236"/>
                    <a:pt x="115342" y="32742"/>
                  </a:cubicBezTo>
                  <a:cubicBezTo>
                    <a:pt x="115560" y="34353"/>
                    <a:pt x="115560" y="34353"/>
                    <a:pt x="115481" y="36184"/>
                  </a:cubicBezTo>
                  <a:cubicBezTo>
                    <a:pt x="115461" y="36792"/>
                    <a:pt x="115441" y="37400"/>
                    <a:pt x="115420" y="38027"/>
                  </a:cubicBezTo>
                  <a:cubicBezTo>
                    <a:pt x="115394" y="38493"/>
                    <a:pt x="115368" y="38959"/>
                    <a:pt x="115342" y="39439"/>
                  </a:cubicBezTo>
                  <a:cubicBezTo>
                    <a:pt x="116079" y="39439"/>
                    <a:pt x="116815" y="39439"/>
                    <a:pt x="117574" y="39439"/>
                  </a:cubicBezTo>
                  <a:cubicBezTo>
                    <a:pt x="117616" y="40232"/>
                    <a:pt x="117616" y="40232"/>
                    <a:pt x="117659" y="41041"/>
                  </a:cubicBezTo>
                  <a:cubicBezTo>
                    <a:pt x="117707" y="41725"/>
                    <a:pt x="117756" y="42409"/>
                    <a:pt x="117807" y="43114"/>
                  </a:cubicBezTo>
                  <a:cubicBezTo>
                    <a:pt x="117872" y="44137"/>
                    <a:pt x="117872" y="44137"/>
                    <a:pt x="117938" y="45180"/>
                  </a:cubicBezTo>
                  <a:cubicBezTo>
                    <a:pt x="118063" y="45742"/>
                    <a:pt x="118189" y="46303"/>
                    <a:pt x="118318" y="46881"/>
                  </a:cubicBezTo>
                  <a:cubicBezTo>
                    <a:pt x="119055" y="47126"/>
                    <a:pt x="119792" y="47372"/>
                    <a:pt x="120551" y="47625"/>
                  </a:cubicBezTo>
                  <a:cubicBezTo>
                    <a:pt x="120714" y="49769"/>
                    <a:pt x="120544" y="51828"/>
                    <a:pt x="120411" y="53973"/>
                  </a:cubicBezTo>
                  <a:cubicBezTo>
                    <a:pt x="120457" y="54580"/>
                    <a:pt x="120503" y="55186"/>
                    <a:pt x="120551" y="55811"/>
                  </a:cubicBezTo>
                  <a:cubicBezTo>
                    <a:pt x="121287" y="56056"/>
                    <a:pt x="122024" y="56302"/>
                    <a:pt x="122783" y="56555"/>
                  </a:cubicBezTo>
                  <a:cubicBezTo>
                    <a:pt x="123274" y="58255"/>
                    <a:pt x="123274" y="58255"/>
                    <a:pt x="123574" y="60322"/>
                  </a:cubicBezTo>
                  <a:cubicBezTo>
                    <a:pt x="123836" y="62327"/>
                    <a:pt x="123836" y="62327"/>
                    <a:pt x="124271" y="63996"/>
                  </a:cubicBezTo>
                  <a:cubicBezTo>
                    <a:pt x="124763" y="63996"/>
                    <a:pt x="125254" y="63996"/>
                    <a:pt x="125760" y="63996"/>
                  </a:cubicBezTo>
                  <a:cubicBezTo>
                    <a:pt x="125802" y="64869"/>
                    <a:pt x="125802" y="64869"/>
                    <a:pt x="125844" y="65761"/>
                  </a:cubicBezTo>
                  <a:cubicBezTo>
                    <a:pt x="125893" y="66514"/>
                    <a:pt x="125942" y="67267"/>
                    <a:pt x="125992" y="68042"/>
                  </a:cubicBezTo>
                  <a:cubicBezTo>
                    <a:pt x="126057" y="69169"/>
                    <a:pt x="126057" y="69169"/>
                    <a:pt x="126123" y="70318"/>
                  </a:cubicBezTo>
                  <a:cubicBezTo>
                    <a:pt x="126249" y="70933"/>
                    <a:pt x="126374" y="71548"/>
                    <a:pt x="126504" y="72182"/>
                  </a:cubicBezTo>
                  <a:cubicBezTo>
                    <a:pt x="127241" y="72427"/>
                    <a:pt x="127977" y="72673"/>
                    <a:pt x="128736" y="72926"/>
                  </a:cubicBezTo>
                  <a:cubicBezTo>
                    <a:pt x="129039" y="74385"/>
                    <a:pt x="129039" y="74385"/>
                    <a:pt x="129108" y="76181"/>
                  </a:cubicBezTo>
                  <a:cubicBezTo>
                    <a:pt x="129222" y="79079"/>
                    <a:pt x="129706" y="79853"/>
                    <a:pt x="131713" y="81855"/>
                  </a:cubicBezTo>
                  <a:cubicBezTo>
                    <a:pt x="132041" y="83512"/>
                    <a:pt x="132041" y="83512"/>
                    <a:pt x="132131" y="85297"/>
                  </a:cubicBezTo>
                  <a:cubicBezTo>
                    <a:pt x="132194" y="87043"/>
                    <a:pt x="132194" y="87043"/>
                    <a:pt x="132457" y="88553"/>
                  </a:cubicBezTo>
                  <a:cubicBezTo>
                    <a:pt x="132948" y="88798"/>
                    <a:pt x="133439" y="89044"/>
                    <a:pt x="133945" y="89297"/>
                  </a:cubicBezTo>
                  <a:cubicBezTo>
                    <a:pt x="134208" y="91027"/>
                    <a:pt x="134275" y="92735"/>
                    <a:pt x="134361" y="94483"/>
                  </a:cubicBezTo>
                  <a:cubicBezTo>
                    <a:pt x="134469" y="94981"/>
                    <a:pt x="134578" y="95480"/>
                    <a:pt x="134689" y="95994"/>
                  </a:cubicBezTo>
                  <a:cubicBezTo>
                    <a:pt x="135426" y="96240"/>
                    <a:pt x="136163" y="96485"/>
                    <a:pt x="136922" y="96738"/>
                  </a:cubicBezTo>
                  <a:cubicBezTo>
                    <a:pt x="137224" y="98386"/>
                    <a:pt x="137224" y="98386"/>
                    <a:pt x="137294" y="100412"/>
                  </a:cubicBezTo>
                  <a:cubicBezTo>
                    <a:pt x="137316" y="102396"/>
                    <a:pt x="137316" y="102396"/>
                    <a:pt x="137666" y="104180"/>
                  </a:cubicBezTo>
                  <a:cubicBezTo>
                    <a:pt x="138403" y="104671"/>
                    <a:pt x="139139" y="105162"/>
                    <a:pt x="139898" y="105668"/>
                  </a:cubicBezTo>
                  <a:cubicBezTo>
                    <a:pt x="140055" y="107420"/>
                    <a:pt x="139895" y="109055"/>
                    <a:pt x="139759" y="110807"/>
                  </a:cubicBezTo>
                  <a:cubicBezTo>
                    <a:pt x="139805" y="111321"/>
                    <a:pt x="139851" y="111835"/>
                    <a:pt x="139898" y="112365"/>
                  </a:cubicBezTo>
                  <a:cubicBezTo>
                    <a:pt x="140635" y="112856"/>
                    <a:pt x="141372" y="113347"/>
                    <a:pt x="142131" y="113854"/>
                  </a:cubicBezTo>
                  <a:cubicBezTo>
                    <a:pt x="142512" y="115627"/>
                    <a:pt x="142512" y="115627"/>
                    <a:pt x="142642" y="117667"/>
                  </a:cubicBezTo>
                  <a:cubicBezTo>
                    <a:pt x="142716" y="118683"/>
                    <a:pt x="142716" y="118683"/>
                    <a:pt x="142791" y="119719"/>
                  </a:cubicBezTo>
                  <a:cubicBezTo>
                    <a:pt x="142832" y="120499"/>
                    <a:pt x="142832" y="120499"/>
                    <a:pt x="142875" y="121295"/>
                  </a:cubicBezTo>
                  <a:cubicBezTo>
                    <a:pt x="143612" y="121295"/>
                    <a:pt x="144348" y="121295"/>
                    <a:pt x="145107" y="121295"/>
                  </a:cubicBezTo>
                  <a:cubicBezTo>
                    <a:pt x="145149" y="122168"/>
                    <a:pt x="145149" y="122168"/>
                    <a:pt x="145192" y="123059"/>
                  </a:cubicBezTo>
                  <a:cubicBezTo>
                    <a:pt x="145265" y="124189"/>
                    <a:pt x="145265" y="124189"/>
                    <a:pt x="145340" y="125341"/>
                  </a:cubicBezTo>
                  <a:cubicBezTo>
                    <a:pt x="145405" y="126468"/>
                    <a:pt x="145405" y="126468"/>
                    <a:pt x="145471" y="127617"/>
                  </a:cubicBezTo>
                  <a:cubicBezTo>
                    <a:pt x="145596" y="128232"/>
                    <a:pt x="145722" y="128847"/>
                    <a:pt x="145852" y="129480"/>
                  </a:cubicBezTo>
                  <a:cubicBezTo>
                    <a:pt x="146588" y="129726"/>
                    <a:pt x="147325" y="129972"/>
                    <a:pt x="148084" y="130225"/>
                  </a:cubicBezTo>
                  <a:cubicBezTo>
                    <a:pt x="148084" y="131712"/>
                    <a:pt x="148076" y="133202"/>
                    <a:pt x="147944" y="134684"/>
                  </a:cubicBezTo>
                  <a:cubicBezTo>
                    <a:pt x="147931" y="136251"/>
                    <a:pt x="147931" y="136251"/>
                    <a:pt x="149151" y="137245"/>
                  </a:cubicBezTo>
                  <a:cubicBezTo>
                    <a:pt x="150725" y="138818"/>
                    <a:pt x="150784" y="140095"/>
                    <a:pt x="151107" y="142270"/>
                  </a:cubicBezTo>
                  <a:cubicBezTo>
                    <a:pt x="151368" y="144234"/>
                    <a:pt x="151368" y="144234"/>
                    <a:pt x="151805" y="145852"/>
                  </a:cubicBezTo>
                  <a:cubicBezTo>
                    <a:pt x="152296" y="145852"/>
                    <a:pt x="152787" y="145852"/>
                    <a:pt x="153293" y="145852"/>
                  </a:cubicBezTo>
                  <a:cubicBezTo>
                    <a:pt x="153335" y="146725"/>
                    <a:pt x="153335" y="146725"/>
                    <a:pt x="153377" y="147616"/>
                  </a:cubicBezTo>
                  <a:cubicBezTo>
                    <a:pt x="153451" y="148745"/>
                    <a:pt x="153451" y="148745"/>
                    <a:pt x="153526" y="149898"/>
                  </a:cubicBezTo>
                  <a:cubicBezTo>
                    <a:pt x="153590" y="151024"/>
                    <a:pt x="153590" y="151024"/>
                    <a:pt x="153656" y="152174"/>
                  </a:cubicBezTo>
                  <a:cubicBezTo>
                    <a:pt x="153782" y="152789"/>
                    <a:pt x="153908" y="153404"/>
                    <a:pt x="154037" y="154037"/>
                  </a:cubicBezTo>
                  <a:cubicBezTo>
                    <a:pt x="154774" y="154283"/>
                    <a:pt x="155511" y="154528"/>
                    <a:pt x="156270" y="154781"/>
                  </a:cubicBezTo>
                  <a:cubicBezTo>
                    <a:pt x="156488" y="156482"/>
                    <a:pt x="156488" y="156482"/>
                    <a:pt x="156409" y="158548"/>
                  </a:cubicBezTo>
                  <a:cubicBezTo>
                    <a:pt x="156379" y="159574"/>
                    <a:pt x="156379" y="159574"/>
                    <a:pt x="156348" y="160621"/>
                  </a:cubicBezTo>
                  <a:cubicBezTo>
                    <a:pt x="156322" y="161150"/>
                    <a:pt x="156296" y="161678"/>
                    <a:pt x="156270" y="162223"/>
                  </a:cubicBezTo>
                  <a:cubicBezTo>
                    <a:pt x="157006" y="162223"/>
                    <a:pt x="157743" y="162223"/>
                    <a:pt x="158502" y="162223"/>
                  </a:cubicBezTo>
                  <a:cubicBezTo>
                    <a:pt x="158748" y="165169"/>
                    <a:pt x="158993" y="168116"/>
                    <a:pt x="159246" y="171152"/>
                  </a:cubicBezTo>
                  <a:cubicBezTo>
                    <a:pt x="159983" y="171152"/>
                    <a:pt x="160720" y="171152"/>
                    <a:pt x="161479" y="171152"/>
                  </a:cubicBezTo>
                  <a:cubicBezTo>
                    <a:pt x="161520" y="171945"/>
                    <a:pt x="161520" y="171945"/>
                    <a:pt x="161563" y="172754"/>
                  </a:cubicBezTo>
                  <a:cubicBezTo>
                    <a:pt x="161612" y="173438"/>
                    <a:pt x="161661" y="174122"/>
                    <a:pt x="161711" y="174827"/>
                  </a:cubicBezTo>
                  <a:cubicBezTo>
                    <a:pt x="161776" y="175850"/>
                    <a:pt x="161776" y="175850"/>
                    <a:pt x="161842" y="176893"/>
                  </a:cubicBezTo>
                  <a:cubicBezTo>
                    <a:pt x="161968" y="177454"/>
                    <a:pt x="162093" y="178016"/>
                    <a:pt x="162223" y="178594"/>
                  </a:cubicBezTo>
                  <a:cubicBezTo>
                    <a:pt x="162959" y="178839"/>
                    <a:pt x="163696" y="179085"/>
                    <a:pt x="164455" y="179338"/>
                  </a:cubicBezTo>
                  <a:cubicBezTo>
                    <a:pt x="164784" y="181012"/>
                    <a:pt x="164784" y="181012"/>
                    <a:pt x="164874" y="183059"/>
                  </a:cubicBezTo>
                  <a:cubicBezTo>
                    <a:pt x="164936" y="185048"/>
                    <a:pt x="164936" y="185048"/>
                    <a:pt x="165199" y="186779"/>
                  </a:cubicBezTo>
                  <a:cubicBezTo>
                    <a:pt x="165690" y="187025"/>
                    <a:pt x="166181" y="187270"/>
                    <a:pt x="166688" y="187523"/>
                  </a:cubicBezTo>
                  <a:cubicBezTo>
                    <a:pt x="166951" y="189447"/>
                    <a:pt x="167018" y="191351"/>
                    <a:pt x="167103" y="193291"/>
                  </a:cubicBezTo>
                  <a:cubicBezTo>
                    <a:pt x="167212" y="193843"/>
                    <a:pt x="167320" y="194396"/>
                    <a:pt x="167432" y="194965"/>
                  </a:cubicBezTo>
                  <a:cubicBezTo>
                    <a:pt x="168168" y="195210"/>
                    <a:pt x="168905" y="195456"/>
                    <a:pt x="169664" y="195709"/>
                  </a:cubicBezTo>
                  <a:cubicBezTo>
                    <a:pt x="169966" y="197194"/>
                    <a:pt x="169966" y="197194"/>
                    <a:pt x="170036" y="199011"/>
                  </a:cubicBezTo>
                  <a:cubicBezTo>
                    <a:pt x="170060" y="200794"/>
                    <a:pt x="170060" y="200794"/>
                    <a:pt x="170408" y="202406"/>
                  </a:cubicBezTo>
                  <a:cubicBezTo>
                    <a:pt x="171145" y="202897"/>
                    <a:pt x="171882" y="203388"/>
                    <a:pt x="172641" y="203895"/>
                  </a:cubicBezTo>
                  <a:cubicBezTo>
                    <a:pt x="172859" y="205830"/>
                    <a:pt x="172859" y="205830"/>
                    <a:pt x="172780" y="208080"/>
                  </a:cubicBezTo>
                  <a:cubicBezTo>
                    <a:pt x="172750" y="209200"/>
                    <a:pt x="172750" y="209200"/>
                    <a:pt x="172719" y="210342"/>
                  </a:cubicBezTo>
                  <a:cubicBezTo>
                    <a:pt x="172693" y="210915"/>
                    <a:pt x="172667" y="211489"/>
                    <a:pt x="172641" y="212080"/>
                  </a:cubicBezTo>
                  <a:cubicBezTo>
                    <a:pt x="173377" y="212080"/>
                    <a:pt x="174114" y="212080"/>
                    <a:pt x="174873" y="212080"/>
                  </a:cubicBezTo>
                  <a:cubicBezTo>
                    <a:pt x="174901" y="212546"/>
                    <a:pt x="174929" y="213012"/>
                    <a:pt x="174957" y="213493"/>
                  </a:cubicBezTo>
                  <a:cubicBezTo>
                    <a:pt x="175006" y="214101"/>
                    <a:pt x="175055" y="214709"/>
                    <a:pt x="175106" y="215336"/>
                  </a:cubicBezTo>
                  <a:cubicBezTo>
                    <a:pt x="175170" y="216242"/>
                    <a:pt x="175170" y="216242"/>
                    <a:pt x="175236" y="217167"/>
                  </a:cubicBezTo>
                  <a:cubicBezTo>
                    <a:pt x="175491" y="219060"/>
                    <a:pt x="175491" y="219060"/>
                    <a:pt x="177850" y="220266"/>
                  </a:cubicBezTo>
                  <a:cubicBezTo>
                    <a:pt x="178188" y="222401"/>
                    <a:pt x="178224" y="224480"/>
                    <a:pt x="178291" y="226640"/>
                  </a:cubicBezTo>
                  <a:cubicBezTo>
                    <a:pt x="178391" y="227238"/>
                    <a:pt x="178491" y="227835"/>
                    <a:pt x="178594" y="228451"/>
                  </a:cubicBezTo>
                  <a:cubicBezTo>
                    <a:pt x="179330" y="228697"/>
                    <a:pt x="180067" y="228942"/>
                    <a:pt x="180826" y="229195"/>
                  </a:cubicBezTo>
                  <a:cubicBezTo>
                    <a:pt x="181149" y="230544"/>
                    <a:pt x="181149" y="230544"/>
                    <a:pt x="181152" y="232172"/>
                  </a:cubicBezTo>
                  <a:cubicBezTo>
                    <a:pt x="181166" y="232709"/>
                    <a:pt x="181181" y="233246"/>
                    <a:pt x="181195" y="233800"/>
                  </a:cubicBezTo>
                  <a:cubicBezTo>
                    <a:pt x="181074" y="234245"/>
                    <a:pt x="180952" y="234690"/>
                    <a:pt x="180826" y="235148"/>
                  </a:cubicBezTo>
                  <a:cubicBezTo>
                    <a:pt x="177769" y="236184"/>
                    <a:pt x="174616" y="235999"/>
                    <a:pt x="171426" y="235991"/>
                  </a:cubicBezTo>
                  <a:cubicBezTo>
                    <a:pt x="170496" y="235992"/>
                    <a:pt x="170496" y="235992"/>
                    <a:pt x="169547" y="235994"/>
                  </a:cubicBezTo>
                  <a:cubicBezTo>
                    <a:pt x="168240" y="235994"/>
                    <a:pt x="166933" y="235993"/>
                    <a:pt x="165625" y="235990"/>
                  </a:cubicBezTo>
                  <a:cubicBezTo>
                    <a:pt x="163620" y="235986"/>
                    <a:pt x="161615" y="235990"/>
                    <a:pt x="159609" y="235994"/>
                  </a:cubicBezTo>
                  <a:cubicBezTo>
                    <a:pt x="158339" y="235994"/>
                    <a:pt x="157069" y="235993"/>
                    <a:pt x="155799" y="235991"/>
                  </a:cubicBezTo>
                  <a:cubicBezTo>
                    <a:pt x="155197" y="235993"/>
                    <a:pt x="154596" y="235994"/>
                    <a:pt x="153976" y="235996"/>
                  </a:cubicBezTo>
                  <a:cubicBezTo>
                    <a:pt x="149743" y="235978"/>
                    <a:pt x="149743" y="235978"/>
                    <a:pt x="148084" y="235148"/>
                  </a:cubicBezTo>
                  <a:cubicBezTo>
                    <a:pt x="147781" y="233421"/>
                    <a:pt x="147530" y="231683"/>
                    <a:pt x="147340" y="229939"/>
                  </a:cubicBezTo>
                  <a:cubicBezTo>
                    <a:pt x="146603" y="229939"/>
                    <a:pt x="145866" y="229939"/>
                    <a:pt x="145107" y="229939"/>
                  </a:cubicBezTo>
                  <a:cubicBezTo>
                    <a:pt x="144862" y="226993"/>
                    <a:pt x="144616" y="224046"/>
                    <a:pt x="144363" y="221010"/>
                  </a:cubicBezTo>
                  <a:cubicBezTo>
                    <a:pt x="143627" y="221010"/>
                    <a:pt x="142890" y="221010"/>
                    <a:pt x="142131" y="221010"/>
                  </a:cubicBezTo>
                  <a:cubicBezTo>
                    <a:pt x="142094" y="220427"/>
                    <a:pt x="142058" y="219845"/>
                    <a:pt x="142020" y="219245"/>
                  </a:cubicBezTo>
                  <a:cubicBezTo>
                    <a:pt x="141937" y="218116"/>
                    <a:pt x="141937" y="218116"/>
                    <a:pt x="141852" y="216963"/>
                  </a:cubicBezTo>
                  <a:cubicBezTo>
                    <a:pt x="141774" y="215837"/>
                    <a:pt x="141774" y="215837"/>
                    <a:pt x="141695" y="214687"/>
                  </a:cubicBezTo>
                  <a:cubicBezTo>
                    <a:pt x="141593" y="214073"/>
                    <a:pt x="141491" y="213458"/>
                    <a:pt x="141387" y="212824"/>
                  </a:cubicBezTo>
                  <a:cubicBezTo>
                    <a:pt x="140896" y="212579"/>
                    <a:pt x="140404" y="212333"/>
                    <a:pt x="139898" y="212080"/>
                  </a:cubicBezTo>
                  <a:cubicBezTo>
                    <a:pt x="139634" y="210181"/>
                    <a:pt x="139568" y="208301"/>
                    <a:pt x="139483" y="206386"/>
                  </a:cubicBezTo>
                  <a:cubicBezTo>
                    <a:pt x="139374" y="205809"/>
                    <a:pt x="139266" y="205233"/>
                    <a:pt x="139154" y="204639"/>
                  </a:cubicBezTo>
                  <a:cubicBezTo>
                    <a:pt x="138418" y="204148"/>
                    <a:pt x="137681" y="203656"/>
                    <a:pt x="136922" y="203150"/>
                  </a:cubicBezTo>
                  <a:cubicBezTo>
                    <a:pt x="136541" y="201214"/>
                    <a:pt x="136541" y="201214"/>
                    <a:pt x="136410" y="198965"/>
                  </a:cubicBezTo>
                  <a:cubicBezTo>
                    <a:pt x="136337" y="197845"/>
                    <a:pt x="136337" y="197845"/>
                    <a:pt x="136262" y="196703"/>
                  </a:cubicBezTo>
                  <a:cubicBezTo>
                    <a:pt x="136220" y="195843"/>
                    <a:pt x="136220" y="195843"/>
                    <a:pt x="136178" y="194965"/>
                  </a:cubicBezTo>
                  <a:cubicBezTo>
                    <a:pt x="135441" y="194965"/>
                    <a:pt x="134704" y="194965"/>
                    <a:pt x="133945" y="194965"/>
                  </a:cubicBezTo>
                  <a:cubicBezTo>
                    <a:pt x="133909" y="194383"/>
                    <a:pt x="133872" y="193800"/>
                    <a:pt x="133835" y="193200"/>
                  </a:cubicBezTo>
                  <a:cubicBezTo>
                    <a:pt x="133751" y="192071"/>
                    <a:pt x="133751" y="192071"/>
                    <a:pt x="133666" y="190919"/>
                  </a:cubicBezTo>
                  <a:cubicBezTo>
                    <a:pt x="133589" y="189792"/>
                    <a:pt x="133589" y="189792"/>
                    <a:pt x="133509" y="188643"/>
                  </a:cubicBezTo>
                  <a:cubicBezTo>
                    <a:pt x="133408" y="188028"/>
                    <a:pt x="133306" y="187413"/>
                    <a:pt x="133201" y="186779"/>
                  </a:cubicBezTo>
                  <a:cubicBezTo>
                    <a:pt x="132710" y="186534"/>
                    <a:pt x="132219" y="186288"/>
                    <a:pt x="131713" y="186035"/>
                  </a:cubicBezTo>
                  <a:cubicBezTo>
                    <a:pt x="131405" y="184009"/>
                    <a:pt x="131405" y="184009"/>
                    <a:pt x="131248" y="181524"/>
                  </a:cubicBezTo>
                  <a:cubicBezTo>
                    <a:pt x="131164" y="180291"/>
                    <a:pt x="131164" y="180291"/>
                    <a:pt x="131079" y="179033"/>
                  </a:cubicBezTo>
                  <a:cubicBezTo>
                    <a:pt x="131043" y="178397"/>
                    <a:pt x="131006" y="177761"/>
                    <a:pt x="130969" y="177105"/>
                  </a:cubicBezTo>
                  <a:cubicBezTo>
                    <a:pt x="130232" y="177105"/>
                    <a:pt x="129495" y="177105"/>
                    <a:pt x="128736" y="177105"/>
                  </a:cubicBezTo>
                  <a:cubicBezTo>
                    <a:pt x="128695" y="176313"/>
                    <a:pt x="128695" y="176313"/>
                    <a:pt x="128652" y="175504"/>
                  </a:cubicBezTo>
                  <a:cubicBezTo>
                    <a:pt x="128603" y="174820"/>
                    <a:pt x="128554" y="174136"/>
                    <a:pt x="128504" y="173431"/>
                  </a:cubicBezTo>
                  <a:cubicBezTo>
                    <a:pt x="128439" y="172408"/>
                    <a:pt x="128439" y="172408"/>
                    <a:pt x="128373" y="171365"/>
                  </a:cubicBezTo>
                  <a:cubicBezTo>
                    <a:pt x="128247" y="170803"/>
                    <a:pt x="128122" y="170242"/>
                    <a:pt x="127992" y="169664"/>
                  </a:cubicBezTo>
                  <a:cubicBezTo>
                    <a:pt x="127255" y="169418"/>
                    <a:pt x="126519" y="169173"/>
                    <a:pt x="125760" y="168920"/>
                  </a:cubicBezTo>
                  <a:cubicBezTo>
                    <a:pt x="126005" y="167201"/>
                    <a:pt x="126251" y="165482"/>
                    <a:pt x="126504" y="163711"/>
                  </a:cubicBezTo>
                  <a:cubicBezTo>
                    <a:pt x="101947" y="163711"/>
                    <a:pt x="77391" y="163711"/>
                    <a:pt x="52090" y="163711"/>
                  </a:cubicBezTo>
                  <a:cubicBezTo>
                    <a:pt x="52090" y="165921"/>
                    <a:pt x="52090" y="168131"/>
                    <a:pt x="52090" y="170408"/>
                  </a:cubicBezTo>
                  <a:cubicBezTo>
                    <a:pt x="51599" y="170408"/>
                    <a:pt x="51108" y="170408"/>
                    <a:pt x="50602" y="170408"/>
                  </a:cubicBezTo>
                  <a:cubicBezTo>
                    <a:pt x="49378" y="172856"/>
                    <a:pt x="49560" y="175567"/>
                    <a:pt x="49395" y="178271"/>
                  </a:cubicBezTo>
                  <a:cubicBezTo>
                    <a:pt x="49302" y="178869"/>
                    <a:pt x="49209" y="179466"/>
                    <a:pt x="49113" y="180082"/>
                  </a:cubicBezTo>
                  <a:cubicBezTo>
                    <a:pt x="48622" y="180328"/>
                    <a:pt x="48131" y="180573"/>
                    <a:pt x="47625" y="180826"/>
                  </a:cubicBezTo>
                  <a:cubicBezTo>
                    <a:pt x="47360" y="183137"/>
                    <a:pt x="47294" y="185432"/>
                    <a:pt x="47209" y="187756"/>
                  </a:cubicBezTo>
                  <a:cubicBezTo>
                    <a:pt x="47101" y="188416"/>
                    <a:pt x="46993" y="189076"/>
                    <a:pt x="46881" y="189756"/>
                  </a:cubicBezTo>
                  <a:cubicBezTo>
                    <a:pt x="46144" y="190001"/>
                    <a:pt x="45407" y="190247"/>
                    <a:pt x="44648" y="190500"/>
                  </a:cubicBezTo>
                  <a:cubicBezTo>
                    <a:pt x="44210" y="192419"/>
                    <a:pt x="44210" y="192419"/>
                    <a:pt x="44137" y="194639"/>
                  </a:cubicBezTo>
                  <a:cubicBezTo>
                    <a:pt x="44088" y="195392"/>
                    <a:pt x="44039" y="196145"/>
                    <a:pt x="43989" y="196921"/>
                  </a:cubicBezTo>
                  <a:cubicBezTo>
                    <a:pt x="43961" y="197503"/>
                    <a:pt x="43933" y="198086"/>
                    <a:pt x="43904" y="198686"/>
                  </a:cubicBezTo>
                  <a:cubicBezTo>
                    <a:pt x="43413" y="198686"/>
                    <a:pt x="42922" y="198686"/>
                    <a:pt x="42416" y="198686"/>
                  </a:cubicBezTo>
                  <a:cubicBezTo>
                    <a:pt x="42326" y="199321"/>
                    <a:pt x="42236" y="199957"/>
                    <a:pt x="42143" y="200613"/>
                  </a:cubicBezTo>
                  <a:cubicBezTo>
                    <a:pt x="42018" y="201435"/>
                    <a:pt x="41893" y="202257"/>
                    <a:pt x="41765" y="203104"/>
                  </a:cubicBezTo>
                  <a:cubicBezTo>
                    <a:pt x="41644" y="203924"/>
                    <a:pt x="41523" y="204744"/>
                    <a:pt x="41399" y="205589"/>
                  </a:cubicBezTo>
                  <a:cubicBezTo>
                    <a:pt x="41243" y="206258"/>
                    <a:pt x="41088" y="206926"/>
                    <a:pt x="40928" y="207615"/>
                  </a:cubicBezTo>
                  <a:cubicBezTo>
                    <a:pt x="40437" y="207861"/>
                    <a:pt x="39945" y="208106"/>
                    <a:pt x="39439" y="208359"/>
                  </a:cubicBezTo>
                  <a:cubicBezTo>
                    <a:pt x="39174" y="210670"/>
                    <a:pt x="39109" y="212965"/>
                    <a:pt x="39024" y="215289"/>
                  </a:cubicBezTo>
                  <a:cubicBezTo>
                    <a:pt x="38915" y="215949"/>
                    <a:pt x="38807" y="216609"/>
                    <a:pt x="38695" y="217289"/>
                  </a:cubicBezTo>
                  <a:cubicBezTo>
                    <a:pt x="37959" y="217535"/>
                    <a:pt x="37222" y="217780"/>
                    <a:pt x="36463" y="218033"/>
                  </a:cubicBezTo>
                  <a:cubicBezTo>
                    <a:pt x="36024" y="220124"/>
                    <a:pt x="36024" y="220124"/>
                    <a:pt x="35951" y="222545"/>
                  </a:cubicBezTo>
                  <a:cubicBezTo>
                    <a:pt x="35878" y="223778"/>
                    <a:pt x="35878" y="223778"/>
                    <a:pt x="35803" y="225036"/>
                  </a:cubicBezTo>
                  <a:cubicBezTo>
                    <a:pt x="35761" y="225990"/>
                    <a:pt x="35761" y="225990"/>
                    <a:pt x="35719" y="226963"/>
                  </a:cubicBezTo>
                  <a:cubicBezTo>
                    <a:pt x="35228" y="226963"/>
                    <a:pt x="34736" y="226963"/>
                    <a:pt x="34230" y="226963"/>
                  </a:cubicBezTo>
                  <a:cubicBezTo>
                    <a:pt x="33154" y="229116"/>
                    <a:pt x="33280" y="231279"/>
                    <a:pt x="33169" y="233663"/>
                  </a:cubicBezTo>
                  <a:cubicBezTo>
                    <a:pt x="33028" y="234153"/>
                    <a:pt x="32887" y="234643"/>
                    <a:pt x="32742" y="235148"/>
                  </a:cubicBezTo>
                  <a:cubicBezTo>
                    <a:pt x="29989" y="236238"/>
                    <a:pt x="26987" y="236000"/>
                    <a:pt x="24071" y="235991"/>
                  </a:cubicBezTo>
                  <a:cubicBezTo>
                    <a:pt x="23248" y="235992"/>
                    <a:pt x="23248" y="235992"/>
                    <a:pt x="22409" y="235994"/>
                  </a:cubicBezTo>
                  <a:cubicBezTo>
                    <a:pt x="21251" y="235994"/>
                    <a:pt x="20094" y="235993"/>
                    <a:pt x="18936" y="235990"/>
                  </a:cubicBezTo>
                  <a:cubicBezTo>
                    <a:pt x="17171" y="235986"/>
                    <a:pt x="15405" y="235990"/>
                    <a:pt x="13640" y="235994"/>
                  </a:cubicBezTo>
                  <a:cubicBezTo>
                    <a:pt x="12513" y="235994"/>
                    <a:pt x="11385" y="235993"/>
                    <a:pt x="10258" y="235991"/>
                  </a:cubicBezTo>
                  <a:cubicBezTo>
                    <a:pt x="9471" y="235994"/>
                    <a:pt x="9471" y="235994"/>
                    <a:pt x="8668" y="235996"/>
                  </a:cubicBezTo>
                  <a:cubicBezTo>
                    <a:pt x="3228" y="235970"/>
                    <a:pt x="3228" y="235970"/>
                    <a:pt x="744" y="235148"/>
                  </a:cubicBezTo>
                  <a:cubicBezTo>
                    <a:pt x="140" y="232869"/>
                    <a:pt x="140" y="232869"/>
                    <a:pt x="0" y="230684"/>
                  </a:cubicBezTo>
                  <a:cubicBezTo>
                    <a:pt x="737" y="230929"/>
                    <a:pt x="1473" y="231175"/>
                    <a:pt x="2232" y="231428"/>
                  </a:cubicBezTo>
                  <a:cubicBezTo>
                    <a:pt x="2260" y="230845"/>
                    <a:pt x="2288" y="230263"/>
                    <a:pt x="2317" y="229663"/>
                  </a:cubicBezTo>
                  <a:cubicBezTo>
                    <a:pt x="2366" y="228910"/>
                    <a:pt x="2415" y="228157"/>
                    <a:pt x="2465" y="227381"/>
                  </a:cubicBezTo>
                  <a:cubicBezTo>
                    <a:pt x="2530" y="226255"/>
                    <a:pt x="2530" y="226255"/>
                    <a:pt x="2596" y="225105"/>
                  </a:cubicBezTo>
                  <a:cubicBezTo>
                    <a:pt x="2784" y="224183"/>
                    <a:pt x="2784" y="224183"/>
                    <a:pt x="2977" y="223242"/>
                  </a:cubicBezTo>
                  <a:cubicBezTo>
                    <a:pt x="3713" y="222997"/>
                    <a:pt x="4450" y="222751"/>
                    <a:pt x="5209" y="222498"/>
                  </a:cubicBezTo>
                  <a:cubicBezTo>
                    <a:pt x="5592" y="220430"/>
                    <a:pt x="5592" y="220430"/>
                    <a:pt x="5628" y="218033"/>
                  </a:cubicBezTo>
                  <a:cubicBezTo>
                    <a:pt x="5723" y="215568"/>
                    <a:pt x="5723" y="215568"/>
                    <a:pt x="5953" y="213568"/>
                  </a:cubicBezTo>
                  <a:cubicBezTo>
                    <a:pt x="6444" y="213323"/>
                    <a:pt x="6935" y="213077"/>
                    <a:pt x="7441" y="212824"/>
                  </a:cubicBezTo>
                  <a:cubicBezTo>
                    <a:pt x="7705" y="210901"/>
                    <a:pt x="7772" y="208996"/>
                    <a:pt x="7857" y="207057"/>
                  </a:cubicBezTo>
                  <a:cubicBezTo>
                    <a:pt x="7965" y="206505"/>
                    <a:pt x="8074" y="205952"/>
                    <a:pt x="8186" y="205383"/>
                  </a:cubicBezTo>
                  <a:cubicBezTo>
                    <a:pt x="8922" y="205137"/>
                    <a:pt x="9659" y="204892"/>
                    <a:pt x="10418" y="204639"/>
                  </a:cubicBezTo>
                  <a:cubicBezTo>
                    <a:pt x="10772" y="202569"/>
                    <a:pt x="10772" y="202569"/>
                    <a:pt x="10790" y="200174"/>
                  </a:cubicBezTo>
                  <a:cubicBezTo>
                    <a:pt x="10860" y="197709"/>
                    <a:pt x="10860" y="197709"/>
                    <a:pt x="11162" y="195709"/>
                  </a:cubicBezTo>
                  <a:cubicBezTo>
                    <a:pt x="11899" y="195463"/>
                    <a:pt x="12636" y="195218"/>
                    <a:pt x="13395" y="194965"/>
                  </a:cubicBezTo>
                  <a:cubicBezTo>
                    <a:pt x="13775" y="193411"/>
                    <a:pt x="13775" y="193411"/>
                    <a:pt x="13813" y="191616"/>
                  </a:cubicBezTo>
                  <a:cubicBezTo>
                    <a:pt x="13909" y="189779"/>
                    <a:pt x="13909" y="189779"/>
                    <a:pt x="14139" y="188268"/>
                  </a:cubicBezTo>
                  <a:cubicBezTo>
                    <a:pt x="14630" y="188022"/>
                    <a:pt x="15121" y="187776"/>
                    <a:pt x="15627" y="187523"/>
                  </a:cubicBezTo>
                  <a:cubicBezTo>
                    <a:pt x="15892" y="185406"/>
                    <a:pt x="15957" y="183306"/>
                    <a:pt x="16043" y="181175"/>
                  </a:cubicBezTo>
                  <a:cubicBezTo>
                    <a:pt x="16151" y="180569"/>
                    <a:pt x="16259" y="179962"/>
                    <a:pt x="16371" y="179338"/>
                  </a:cubicBezTo>
                  <a:cubicBezTo>
                    <a:pt x="17108" y="179092"/>
                    <a:pt x="17844" y="178847"/>
                    <a:pt x="18604" y="178594"/>
                  </a:cubicBezTo>
                  <a:cubicBezTo>
                    <a:pt x="19041" y="176846"/>
                    <a:pt x="19041" y="176846"/>
                    <a:pt x="19115" y="174827"/>
                  </a:cubicBezTo>
                  <a:cubicBezTo>
                    <a:pt x="19164" y="174143"/>
                    <a:pt x="19213" y="173459"/>
                    <a:pt x="19263" y="172754"/>
                  </a:cubicBezTo>
                  <a:cubicBezTo>
                    <a:pt x="19291" y="172225"/>
                    <a:pt x="19319" y="171697"/>
                    <a:pt x="19348" y="171152"/>
                  </a:cubicBezTo>
                  <a:cubicBezTo>
                    <a:pt x="20084" y="171152"/>
                    <a:pt x="20821" y="171152"/>
                    <a:pt x="21580" y="171152"/>
                  </a:cubicBezTo>
                  <a:cubicBezTo>
                    <a:pt x="21826" y="167960"/>
                    <a:pt x="22071" y="164768"/>
                    <a:pt x="22324" y="161478"/>
                  </a:cubicBezTo>
                  <a:cubicBezTo>
                    <a:pt x="23061" y="161478"/>
                    <a:pt x="23798" y="161478"/>
                    <a:pt x="24557" y="161478"/>
                  </a:cubicBezTo>
                  <a:cubicBezTo>
                    <a:pt x="24557" y="158777"/>
                    <a:pt x="24557" y="156076"/>
                    <a:pt x="24557" y="153293"/>
                  </a:cubicBezTo>
                  <a:cubicBezTo>
                    <a:pt x="25293" y="153293"/>
                    <a:pt x="26030" y="153293"/>
                    <a:pt x="26789" y="153293"/>
                  </a:cubicBezTo>
                  <a:cubicBezTo>
                    <a:pt x="26817" y="152657"/>
                    <a:pt x="26845" y="152021"/>
                    <a:pt x="26873" y="151366"/>
                  </a:cubicBezTo>
                  <a:cubicBezTo>
                    <a:pt x="26947" y="150133"/>
                    <a:pt x="26947" y="150133"/>
                    <a:pt x="27022" y="148875"/>
                  </a:cubicBezTo>
                  <a:cubicBezTo>
                    <a:pt x="27086" y="147644"/>
                    <a:pt x="27086" y="147644"/>
                    <a:pt x="27152" y="146389"/>
                  </a:cubicBezTo>
                  <a:cubicBezTo>
                    <a:pt x="27278" y="145721"/>
                    <a:pt x="27404" y="145052"/>
                    <a:pt x="27533" y="144363"/>
                  </a:cubicBezTo>
                  <a:cubicBezTo>
                    <a:pt x="28270" y="144118"/>
                    <a:pt x="29007" y="143872"/>
                    <a:pt x="29766" y="143619"/>
                  </a:cubicBezTo>
                  <a:cubicBezTo>
                    <a:pt x="30148" y="141722"/>
                    <a:pt x="30148" y="141722"/>
                    <a:pt x="30184" y="139526"/>
                  </a:cubicBezTo>
                  <a:cubicBezTo>
                    <a:pt x="30280" y="137271"/>
                    <a:pt x="30280" y="137271"/>
                    <a:pt x="30510" y="135434"/>
                  </a:cubicBezTo>
                  <a:cubicBezTo>
                    <a:pt x="31001" y="135188"/>
                    <a:pt x="31492" y="134942"/>
                    <a:pt x="31998" y="134689"/>
                  </a:cubicBezTo>
                  <a:cubicBezTo>
                    <a:pt x="32552" y="132696"/>
                    <a:pt x="32745" y="131039"/>
                    <a:pt x="32649" y="128969"/>
                  </a:cubicBezTo>
                  <a:cubicBezTo>
                    <a:pt x="32680" y="128401"/>
                    <a:pt x="32711" y="127833"/>
                    <a:pt x="32742" y="127248"/>
                  </a:cubicBezTo>
                  <a:cubicBezTo>
                    <a:pt x="33479" y="126757"/>
                    <a:pt x="34216" y="126266"/>
                    <a:pt x="34975" y="125760"/>
                  </a:cubicBezTo>
                  <a:cubicBezTo>
                    <a:pt x="35409" y="123784"/>
                    <a:pt x="35409" y="123784"/>
                    <a:pt x="35486" y="121574"/>
                  </a:cubicBezTo>
                  <a:cubicBezTo>
                    <a:pt x="35560" y="120455"/>
                    <a:pt x="35560" y="120455"/>
                    <a:pt x="35634" y="119312"/>
                  </a:cubicBezTo>
                  <a:cubicBezTo>
                    <a:pt x="35676" y="118452"/>
                    <a:pt x="35676" y="118452"/>
                    <a:pt x="35719" y="117574"/>
                  </a:cubicBezTo>
                  <a:cubicBezTo>
                    <a:pt x="36455" y="117574"/>
                    <a:pt x="37192" y="117574"/>
                    <a:pt x="37951" y="117574"/>
                  </a:cubicBezTo>
                  <a:cubicBezTo>
                    <a:pt x="38197" y="114873"/>
                    <a:pt x="38442" y="112172"/>
                    <a:pt x="38695" y="109389"/>
                  </a:cubicBezTo>
                  <a:cubicBezTo>
                    <a:pt x="39432" y="109389"/>
                    <a:pt x="40169" y="109389"/>
                    <a:pt x="40928" y="109389"/>
                  </a:cubicBezTo>
                  <a:cubicBezTo>
                    <a:pt x="40902" y="108815"/>
                    <a:pt x="40876" y="108241"/>
                    <a:pt x="40849" y="107650"/>
                  </a:cubicBezTo>
                  <a:cubicBezTo>
                    <a:pt x="40829" y="106904"/>
                    <a:pt x="40809" y="106158"/>
                    <a:pt x="40788" y="105389"/>
                  </a:cubicBezTo>
                  <a:cubicBezTo>
                    <a:pt x="40762" y="104646"/>
                    <a:pt x="40736" y="103904"/>
                    <a:pt x="40710" y="103139"/>
                  </a:cubicBezTo>
                  <a:cubicBezTo>
                    <a:pt x="40818" y="102181"/>
                    <a:pt x="40818" y="102181"/>
                    <a:pt x="40928" y="101203"/>
                  </a:cubicBezTo>
                  <a:cubicBezTo>
                    <a:pt x="41664" y="100712"/>
                    <a:pt x="42401" y="100221"/>
                    <a:pt x="43160" y="99715"/>
                  </a:cubicBezTo>
                  <a:cubicBezTo>
                    <a:pt x="43496" y="97772"/>
                    <a:pt x="43534" y="95891"/>
                    <a:pt x="43602" y="93922"/>
                  </a:cubicBezTo>
                  <a:cubicBezTo>
                    <a:pt x="43702" y="93378"/>
                    <a:pt x="43802" y="92834"/>
                    <a:pt x="43904" y="92273"/>
                  </a:cubicBezTo>
                  <a:cubicBezTo>
                    <a:pt x="44641" y="92028"/>
                    <a:pt x="45378" y="91782"/>
                    <a:pt x="46137" y="91529"/>
                  </a:cubicBezTo>
                  <a:cubicBezTo>
                    <a:pt x="46491" y="89657"/>
                    <a:pt x="46491" y="89657"/>
                    <a:pt x="46509" y="87483"/>
                  </a:cubicBezTo>
                  <a:cubicBezTo>
                    <a:pt x="46579" y="85254"/>
                    <a:pt x="46579" y="85254"/>
                    <a:pt x="46881" y="83344"/>
                  </a:cubicBezTo>
                  <a:cubicBezTo>
                    <a:pt x="47986" y="82607"/>
                    <a:pt x="47986" y="82607"/>
                    <a:pt x="49113" y="81855"/>
                  </a:cubicBezTo>
                  <a:cubicBezTo>
                    <a:pt x="49300" y="80259"/>
                    <a:pt x="49300" y="80259"/>
                    <a:pt x="49113" y="78507"/>
                  </a:cubicBezTo>
                  <a:cubicBezTo>
                    <a:pt x="48974" y="76716"/>
                    <a:pt x="48974" y="76716"/>
                    <a:pt x="49113" y="75158"/>
                  </a:cubicBezTo>
                  <a:cubicBezTo>
                    <a:pt x="49850" y="74667"/>
                    <a:pt x="50587" y="74176"/>
                    <a:pt x="51346" y="73670"/>
                  </a:cubicBezTo>
                  <a:cubicBezTo>
                    <a:pt x="51780" y="71694"/>
                    <a:pt x="51780" y="71694"/>
                    <a:pt x="51857" y="69484"/>
                  </a:cubicBezTo>
                  <a:cubicBezTo>
                    <a:pt x="51906" y="68738"/>
                    <a:pt x="51955" y="67992"/>
                    <a:pt x="52006" y="67223"/>
                  </a:cubicBezTo>
                  <a:cubicBezTo>
                    <a:pt x="52033" y="66649"/>
                    <a:pt x="52061" y="66075"/>
                    <a:pt x="52090" y="65484"/>
                  </a:cubicBezTo>
                  <a:cubicBezTo>
                    <a:pt x="53072" y="65484"/>
                    <a:pt x="54054" y="65484"/>
                    <a:pt x="55066" y="65484"/>
                  </a:cubicBezTo>
                  <a:cubicBezTo>
                    <a:pt x="55028" y="64556"/>
                    <a:pt x="55028" y="64556"/>
                    <a:pt x="54988" y="63609"/>
                  </a:cubicBezTo>
                  <a:cubicBezTo>
                    <a:pt x="54968" y="62801"/>
                    <a:pt x="54948" y="61992"/>
                    <a:pt x="54927" y="61159"/>
                  </a:cubicBezTo>
                  <a:cubicBezTo>
                    <a:pt x="54901" y="60356"/>
                    <a:pt x="54875" y="59553"/>
                    <a:pt x="54848" y="58726"/>
                  </a:cubicBezTo>
                  <a:cubicBezTo>
                    <a:pt x="55097" y="56252"/>
                    <a:pt x="55529" y="55911"/>
                    <a:pt x="57299" y="54322"/>
                  </a:cubicBezTo>
                  <a:cubicBezTo>
                    <a:pt x="57299" y="53447"/>
                    <a:pt x="57299" y="52573"/>
                    <a:pt x="57299" y="51671"/>
                  </a:cubicBezTo>
                  <a:cubicBezTo>
                    <a:pt x="57299" y="50827"/>
                    <a:pt x="57299" y="49983"/>
                    <a:pt x="57299" y="49113"/>
                  </a:cubicBezTo>
                  <a:cubicBezTo>
                    <a:pt x="58036" y="48622"/>
                    <a:pt x="58772" y="48131"/>
                    <a:pt x="59531" y="47625"/>
                  </a:cubicBezTo>
                  <a:cubicBezTo>
                    <a:pt x="59871" y="45297"/>
                    <a:pt x="59906" y="43020"/>
                    <a:pt x="59973" y="40669"/>
                  </a:cubicBezTo>
                  <a:cubicBezTo>
                    <a:pt x="60073" y="40018"/>
                    <a:pt x="60173" y="39366"/>
                    <a:pt x="60275" y="38695"/>
                  </a:cubicBezTo>
                  <a:cubicBezTo>
                    <a:pt x="61012" y="38450"/>
                    <a:pt x="61749" y="38204"/>
                    <a:pt x="62508" y="37951"/>
                  </a:cubicBezTo>
                  <a:cubicBezTo>
                    <a:pt x="62889" y="36398"/>
                    <a:pt x="62889" y="36398"/>
                    <a:pt x="62926" y="34603"/>
                  </a:cubicBezTo>
                  <a:cubicBezTo>
                    <a:pt x="63022" y="32765"/>
                    <a:pt x="63022" y="32765"/>
                    <a:pt x="63252" y="31254"/>
                  </a:cubicBezTo>
                  <a:cubicBezTo>
                    <a:pt x="63743" y="31008"/>
                    <a:pt x="64234" y="30763"/>
                    <a:pt x="64740" y="30510"/>
                  </a:cubicBezTo>
                  <a:cubicBezTo>
                    <a:pt x="65190" y="28404"/>
                    <a:pt x="65454" y="26296"/>
                    <a:pt x="65737" y="24161"/>
                  </a:cubicBezTo>
                  <a:cubicBezTo>
                    <a:pt x="65980" y="23252"/>
                    <a:pt x="65980" y="23252"/>
                    <a:pt x="66229" y="22324"/>
                  </a:cubicBezTo>
                  <a:cubicBezTo>
                    <a:pt x="66965" y="22079"/>
                    <a:pt x="67702" y="21833"/>
                    <a:pt x="68461" y="21580"/>
                  </a:cubicBezTo>
                  <a:cubicBezTo>
                    <a:pt x="68734" y="19823"/>
                    <a:pt x="68734" y="19823"/>
                    <a:pt x="68600" y="17813"/>
                  </a:cubicBezTo>
                  <a:cubicBezTo>
                    <a:pt x="68580" y="17129"/>
                    <a:pt x="68560" y="16445"/>
                    <a:pt x="68539" y="15740"/>
                  </a:cubicBezTo>
                  <a:cubicBezTo>
                    <a:pt x="68501" y="14948"/>
                    <a:pt x="68501" y="14948"/>
                    <a:pt x="68461" y="14139"/>
                  </a:cubicBezTo>
                  <a:cubicBezTo>
                    <a:pt x="69198" y="14139"/>
                    <a:pt x="69934" y="14139"/>
                    <a:pt x="70693" y="14139"/>
                  </a:cubicBezTo>
                  <a:cubicBezTo>
                    <a:pt x="71062" y="9350"/>
                    <a:pt x="71062" y="9350"/>
                    <a:pt x="71438" y="4465"/>
                  </a:cubicBezTo>
                  <a:cubicBezTo>
                    <a:pt x="72174" y="4465"/>
                    <a:pt x="72911" y="4465"/>
                    <a:pt x="73670" y="4465"/>
                  </a:cubicBezTo>
                  <a:cubicBezTo>
                    <a:pt x="73915" y="2991"/>
                    <a:pt x="74161" y="1518"/>
                    <a:pt x="74414" y="0"/>
                  </a:cubicBezTo>
                  <a:close/>
                </a:path>
              </a:pathLst>
            </a:custGeom>
            <a:grpFill/>
            <a:ln w="744" cap="flat">
              <a:noFill/>
              <a:prstDash val="solid"/>
              <a:miter/>
            </a:ln>
          </p:spPr>
          <p:txBody>
            <a:bodyPr rtlCol="0" anchor="ctr"/>
            <a:lstStyle/>
            <a:p>
              <a:endParaRPr lang="zh-CN" altLang="en-US"/>
            </a:p>
          </p:txBody>
        </p:sp>
        <p:sp>
          <p:nvSpPr>
            <p:cNvPr id="128" name="任意多边形: 形状 127"/>
            <p:cNvSpPr/>
            <p:nvPr/>
          </p:nvSpPr>
          <p:spPr>
            <a:xfrm>
              <a:off x="10160484" y="1393679"/>
              <a:ext cx="180527" cy="236840"/>
            </a:xfrm>
            <a:custGeom>
              <a:avLst/>
              <a:gdLst>
                <a:gd name="connsiteX0" fmla="*/ 88001 w 180527"/>
                <a:gd name="connsiteY0" fmla="*/ 40997 h 236840"/>
                <a:gd name="connsiteX1" fmla="*/ 87257 w 180527"/>
                <a:gd name="connsiteY1" fmla="*/ 41741 h 236840"/>
                <a:gd name="connsiteX2" fmla="*/ 87350 w 180527"/>
                <a:gd name="connsiteY2" fmla="*/ 45741 h 236840"/>
                <a:gd name="connsiteX3" fmla="*/ 87257 w 180527"/>
                <a:gd name="connsiteY3" fmla="*/ 49927 h 236840"/>
                <a:gd name="connsiteX4" fmla="*/ 85025 w 180527"/>
                <a:gd name="connsiteY4" fmla="*/ 52159 h 236840"/>
                <a:gd name="connsiteX5" fmla="*/ 85071 w 180527"/>
                <a:gd name="connsiteY5" fmla="*/ 57089 h 236840"/>
                <a:gd name="connsiteX6" fmla="*/ 85025 w 180527"/>
                <a:gd name="connsiteY6" fmla="*/ 61833 h 236840"/>
                <a:gd name="connsiteX7" fmla="*/ 83536 w 180527"/>
                <a:gd name="connsiteY7" fmla="*/ 62222 h 236840"/>
                <a:gd name="connsiteX8" fmla="*/ 82048 w 180527"/>
                <a:gd name="connsiteY8" fmla="*/ 62577 h 236840"/>
                <a:gd name="connsiteX9" fmla="*/ 81836 w 180527"/>
                <a:gd name="connsiteY9" fmla="*/ 64577 h 236840"/>
                <a:gd name="connsiteX10" fmla="*/ 82048 w 180527"/>
                <a:gd name="connsiteY10" fmla="*/ 71507 h 236840"/>
                <a:gd name="connsiteX11" fmla="*/ 79816 w 180527"/>
                <a:gd name="connsiteY11" fmla="*/ 72251 h 236840"/>
                <a:gd name="connsiteX12" fmla="*/ 79513 w 180527"/>
                <a:gd name="connsiteY12" fmla="*/ 74062 h 236840"/>
                <a:gd name="connsiteX13" fmla="*/ 79071 w 180527"/>
                <a:gd name="connsiteY13" fmla="*/ 80436 h 236840"/>
                <a:gd name="connsiteX14" fmla="*/ 76839 w 180527"/>
                <a:gd name="connsiteY14" fmla="*/ 81925 h 236840"/>
                <a:gd name="connsiteX15" fmla="*/ 76537 w 180527"/>
                <a:gd name="connsiteY15" fmla="*/ 83619 h 236840"/>
                <a:gd name="connsiteX16" fmla="*/ 76095 w 180527"/>
                <a:gd name="connsiteY16" fmla="*/ 89366 h 236840"/>
                <a:gd name="connsiteX17" fmla="*/ 73862 w 180527"/>
                <a:gd name="connsiteY17" fmla="*/ 91599 h 236840"/>
                <a:gd name="connsiteX18" fmla="*/ 73909 w 180527"/>
                <a:gd name="connsiteY18" fmla="*/ 94994 h 236840"/>
                <a:gd name="connsiteX19" fmla="*/ 73862 w 180527"/>
                <a:gd name="connsiteY19" fmla="*/ 98296 h 236840"/>
                <a:gd name="connsiteX20" fmla="*/ 70886 w 180527"/>
                <a:gd name="connsiteY20" fmla="*/ 99784 h 236840"/>
                <a:gd name="connsiteX21" fmla="*/ 70674 w 180527"/>
                <a:gd name="connsiteY21" fmla="*/ 101694 h 236840"/>
                <a:gd name="connsiteX22" fmla="*/ 70886 w 180527"/>
                <a:gd name="connsiteY22" fmla="*/ 107970 h 236840"/>
                <a:gd name="connsiteX23" fmla="*/ 68653 w 180527"/>
                <a:gd name="connsiteY23" fmla="*/ 108714 h 236840"/>
                <a:gd name="connsiteX24" fmla="*/ 68435 w 180527"/>
                <a:gd name="connsiteY24" fmla="*/ 110414 h 236840"/>
                <a:gd name="connsiteX25" fmla="*/ 68514 w 180527"/>
                <a:gd name="connsiteY25" fmla="*/ 112481 h 236840"/>
                <a:gd name="connsiteX26" fmla="*/ 68575 w 180527"/>
                <a:gd name="connsiteY26" fmla="*/ 114554 h 236840"/>
                <a:gd name="connsiteX27" fmla="*/ 68653 w 180527"/>
                <a:gd name="connsiteY27" fmla="*/ 116155 h 236840"/>
                <a:gd name="connsiteX28" fmla="*/ 66421 w 180527"/>
                <a:gd name="connsiteY28" fmla="*/ 116155 h 236840"/>
                <a:gd name="connsiteX29" fmla="*/ 65770 w 180527"/>
                <a:gd name="connsiteY29" fmla="*/ 121411 h 236840"/>
                <a:gd name="connsiteX30" fmla="*/ 65677 w 180527"/>
                <a:gd name="connsiteY30" fmla="*/ 125085 h 236840"/>
                <a:gd name="connsiteX31" fmla="*/ 63444 w 180527"/>
                <a:gd name="connsiteY31" fmla="*/ 125829 h 236840"/>
                <a:gd name="connsiteX32" fmla="*/ 62738 w 180527"/>
                <a:gd name="connsiteY32" fmla="*/ 127692 h 236840"/>
                <a:gd name="connsiteX33" fmla="*/ 62189 w 180527"/>
                <a:gd name="connsiteY33" fmla="*/ 129968 h 236840"/>
                <a:gd name="connsiteX34" fmla="*/ 61212 w 180527"/>
                <a:gd name="connsiteY34" fmla="*/ 134015 h 236840"/>
                <a:gd name="connsiteX35" fmla="*/ 80486 w 180527"/>
                <a:gd name="connsiteY35" fmla="*/ 134051 h 236840"/>
                <a:gd name="connsiteX36" fmla="*/ 90301 w 180527"/>
                <a:gd name="connsiteY36" fmla="*/ 134066 h 236840"/>
                <a:gd name="connsiteX37" fmla="*/ 99928 w 180527"/>
                <a:gd name="connsiteY37" fmla="*/ 134084 h 236840"/>
                <a:gd name="connsiteX38" fmla="*/ 103579 w 180527"/>
                <a:gd name="connsiteY38" fmla="*/ 134087 h 236840"/>
                <a:gd name="connsiteX39" fmla="*/ 108857 w 180527"/>
                <a:gd name="connsiteY39" fmla="*/ 134099 h 236840"/>
                <a:gd name="connsiteX40" fmla="*/ 110463 w 180527"/>
                <a:gd name="connsiteY40" fmla="*/ 134099 h 236840"/>
                <a:gd name="connsiteX41" fmla="*/ 113382 w 180527"/>
                <a:gd name="connsiteY41" fmla="*/ 134104 h 236840"/>
                <a:gd name="connsiteX42" fmla="*/ 116278 w 180527"/>
                <a:gd name="connsiteY42" fmla="*/ 133270 h 236840"/>
                <a:gd name="connsiteX43" fmla="*/ 116104 w 180527"/>
                <a:gd name="connsiteY43" fmla="*/ 131570 h 236840"/>
                <a:gd name="connsiteX44" fmla="*/ 115720 w 180527"/>
                <a:gd name="connsiteY44" fmla="*/ 129503 h 236840"/>
                <a:gd name="connsiteX45" fmla="*/ 114790 w 180527"/>
                <a:gd name="connsiteY45" fmla="*/ 125829 h 236840"/>
                <a:gd name="connsiteX46" fmla="*/ 112558 w 180527"/>
                <a:gd name="connsiteY46" fmla="*/ 125829 h 236840"/>
                <a:gd name="connsiteX47" fmla="*/ 112584 w 180527"/>
                <a:gd name="connsiteY47" fmla="*/ 124091 h 236840"/>
                <a:gd name="connsiteX48" fmla="*/ 112604 w 180527"/>
                <a:gd name="connsiteY48" fmla="*/ 121829 h 236840"/>
                <a:gd name="connsiteX49" fmla="*/ 111814 w 180527"/>
                <a:gd name="connsiteY49" fmla="*/ 116155 h 236840"/>
                <a:gd name="connsiteX50" fmla="*/ 109581 w 180527"/>
                <a:gd name="connsiteY50" fmla="*/ 116155 h 236840"/>
                <a:gd name="connsiteX51" fmla="*/ 109660 w 180527"/>
                <a:gd name="connsiteY51" fmla="*/ 114742 h 236840"/>
                <a:gd name="connsiteX52" fmla="*/ 109721 w 180527"/>
                <a:gd name="connsiteY52" fmla="*/ 112900 h 236840"/>
                <a:gd name="connsiteX53" fmla="*/ 109581 w 180527"/>
                <a:gd name="connsiteY53" fmla="*/ 109458 h 236840"/>
                <a:gd name="connsiteX54" fmla="*/ 107349 w 180527"/>
                <a:gd name="connsiteY54" fmla="*/ 107970 h 236840"/>
                <a:gd name="connsiteX55" fmla="*/ 106977 w 180527"/>
                <a:gd name="connsiteY55" fmla="*/ 103830 h 236840"/>
                <a:gd name="connsiteX56" fmla="*/ 106605 w 180527"/>
                <a:gd name="connsiteY56" fmla="*/ 99784 h 236840"/>
                <a:gd name="connsiteX57" fmla="*/ 104372 w 180527"/>
                <a:gd name="connsiteY57" fmla="*/ 99040 h 236840"/>
                <a:gd name="connsiteX58" fmla="*/ 104180 w 180527"/>
                <a:gd name="connsiteY58" fmla="*/ 97581 h 236840"/>
                <a:gd name="connsiteX59" fmla="*/ 103628 w 180527"/>
                <a:gd name="connsiteY59" fmla="*/ 90110 h 236840"/>
                <a:gd name="connsiteX60" fmla="*/ 102140 w 180527"/>
                <a:gd name="connsiteY60" fmla="*/ 89366 h 236840"/>
                <a:gd name="connsiteX61" fmla="*/ 101861 w 180527"/>
                <a:gd name="connsiteY61" fmla="*/ 85645 h 236840"/>
                <a:gd name="connsiteX62" fmla="*/ 101396 w 180527"/>
                <a:gd name="connsiteY62" fmla="*/ 81925 h 236840"/>
                <a:gd name="connsiteX63" fmla="*/ 98419 w 180527"/>
                <a:gd name="connsiteY63" fmla="*/ 81181 h 236840"/>
                <a:gd name="connsiteX64" fmla="*/ 98207 w 180527"/>
                <a:gd name="connsiteY64" fmla="*/ 79181 h 236840"/>
                <a:gd name="connsiteX65" fmla="*/ 98419 w 180527"/>
                <a:gd name="connsiteY65" fmla="*/ 72251 h 236840"/>
                <a:gd name="connsiteX66" fmla="*/ 96187 w 180527"/>
                <a:gd name="connsiteY66" fmla="*/ 71507 h 236840"/>
                <a:gd name="connsiteX67" fmla="*/ 96233 w 180527"/>
                <a:gd name="connsiteY67" fmla="*/ 68205 h 236840"/>
                <a:gd name="connsiteX68" fmla="*/ 96187 w 180527"/>
                <a:gd name="connsiteY68" fmla="*/ 64809 h 236840"/>
                <a:gd name="connsiteX69" fmla="*/ 93210 w 180527"/>
                <a:gd name="connsiteY69" fmla="*/ 63321 h 236840"/>
                <a:gd name="connsiteX70" fmla="*/ 92998 w 180527"/>
                <a:gd name="connsiteY70" fmla="*/ 61249 h 236840"/>
                <a:gd name="connsiteX71" fmla="*/ 93210 w 180527"/>
                <a:gd name="connsiteY71" fmla="*/ 54392 h 236840"/>
                <a:gd name="connsiteX72" fmla="*/ 90978 w 180527"/>
                <a:gd name="connsiteY72" fmla="*/ 53647 h 236840"/>
                <a:gd name="connsiteX73" fmla="*/ 90675 w 180527"/>
                <a:gd name="connsiteY73" fmla="*/ 51563 h 236840"/>
                <a:gd name="connsiteX74" fmla="*/ 88001 w 180527"/>
                <a:gd name="connsiteY74" fmla="*/ 40997 h 236840"/>
                <a:gd name="connsiteX75" fmla="*/ 99017 w 180527"/>
                <a:gd name="connsiteY75" fmla="*/ 1 h 236840"/>
                <a:gd name="connsiteX76" fmla="*/ 103610 w 180527"/>
                <a:gd name="connsiteY76" fmla="*/ 760 h 236840"/>
                <a:gd name="connsiteX77" fmla="*/ 104856 w 180527"/>
                <a:gd name="connsiteY77" fmla="*/ 5942 h 236840"/>
                <a:gd name="connsiteX78" fmla="*/ 105098 w 180527"/>
                <a:gd name="connsiteY78" fmla="*/ 7457 h 236840"/>
                <a:gd name="connsiteX79" fmla="*/ 106587 w 180527"/>
                <a:gd name="connsiteY79" fmla="*/ 8201 h 236840"/>
                <a:gd name="connsiteX80" fmla="*/ 107002 w 180527"/>
                <a:gd name="connsiteY80" fmla="*/ 13387 h 236840"/>
                <a:gd name="connsiteX81" fmla="*/ 107331 w 180527"/>
                <a:gd name="connsiteY81" fmla="*/ 14899 h 236840"/>
                <a:gd name="connsiteX82" fmla="*/ 109563 w 180527"/>
                <a:gd name="connsiteY82" fmla="*/ 15643 h 236840"/>
                <a:gd name="connsiteX83" fmla="*/ 110005 w 180527"/>
                <a:gd name="connsiteY83" fmla="*/ 21410 h 236840"/>
                <a:gd name="connsiteX84" fmla="*/ 110307 w 180527"/>
                <a:gd name="connsiteY84" fmla="*/ 23084 h 236840"/>
                <a:gd name="connsiteX85" fmla="*/ 112540 w 180527"/>
                <a:gd name="connsiteY85" fmla="*/ 23828 h 236840"/>
                <a:gd name="connsiteX86" fmla="*/ 112400 w 180527"/>
                <a:gd name="connsiteY86" fmla="*/ 28869 h 236840"/>
                <a:gd name="connsiteX87" fmla="*/ 114772 w 180527"/>
                <a:gd name="connsiteY87" fmla="*/ 32758 h 236840"/>
                <a:gd name="connsiteX88" fmla="*/ 115284 w 180527"/>
                <a:gd name="connsiteY88" fmla="*/ 36618 h 236840"/>
                <a:gd name="connsiteX89" fmla="*/ 115432 w 180527"/>
                <a:gd name="connsiteY89" fmla="*/ 38650 h 236840"/>
                <a:gd name="connsiteX90" fmla="*/ 115516 w 180527"/>
                <a:gd name="connsiteY90" fmla="*/ 40199 h 236840"/>
                <a:gd name="connsiteX91" fmla="*/ 117749 w 180527"/>
                <a:gd name="connsiteY91" fmla="*/ 40199 h 236840"/>
                <a:gd name="connsiteX92" fmla="*/ 117833 w 180527"/>
                <a:gd name="connsiteY92" fmla="*/ 41964 h 236840"/>
                <a:gd name="connsiteX93" fmla="*/ 117981 w 180527"/>
                <a:gd name="connsiteY93" fmla="*/ 44246 h 236840"/>
                <a:gd name="connsiteX94" fmla="*/ 118112 w 180527"/>
                <a:gd name="connsiteY94" fmla="*/ 46522 h 236840"/>
                <a:gd name="connsiteX95" fmla="*/ 118493 w 180527"/>
                <a:gd name="connsiteY95" fmla="*/ 48385 h 236840"/>
                <a:gd name="connsiteX96" fmla="*/ 120725 w 180527"/>
                <a:gd name="connsiteY96" fmla="*/ 49129 h 236840"/>
                <a:gd name="connsiteX97" fmla="*/ 120865 w 180527"/>
                <a:gd name="connsiteY97" fmla="*/ 52896 h 236840"/>
                <a:gd name="connsiteX98" fmla="*/ 120804 w 180527"/>
                <a:gd name="connsiteY98" fmla="*/ 54969 h 236840"/>
                <a:gd name="connsiteX99" fmla="*/ 120725 w 180527"/>
                <a:gd name="connsiteY99" fmla="*/ 56570 h 236840"/>
                <a:gd name="connsiteX100" fmla="*/ 122958 w 180527"/>
                <a:gd name="connsiteY100" fmla="*/ 56570 h 236840"/>
                <a:gd name="connsiteX101" fmla="*/ 124446 w 180527"/>
                <a:gd name="connsiteY101" fmla="*/ 64756 h 236840"/>
                <a:gd name="connsiteX102" fmla="*/ 125934 w 180527"/>
                <a:gd name="connsiteY102" fmla="*/ 64756 h 236840"/>
                <a:gd name="connsiteX103" fmla="*/ 126018 w 180527"/>
                <a:gd name="connsiteY103" fmla="*/ 66520 h 236840"/>
                <a:gd name="connsiteX104" fmla="*/ 126167 w 180527"/>
                <a:gd name="connsiteY104" fmla="*/ 68802 h 236840"/>
                <a:gd name="connsiteX105" fmla="*/ 126298 w 180527"/>
                <a:gd name="connsiteY105" fmla="*/ 71078 h 236840"/>
                <a:gd name="connsiteX106" fmla="*/ 126678 w 180527"/>
                <a:gd name="connsiteY106" fmla="*/ 72942 h 236840"/>
                <a:gd name="connsiteX107" fmla="*/ 128911 w 180527"/>
                <a:gd name="connsiteY107" fmla="*/ 73686 h 236840"/>
                <a:gd name="connsiteX108" fmla="*/ 129329 w 180527"/>
                <a:gd name="connsiteY108" fmla="*/ 77034 h 236840"/>
                <a:gd name="connsiteX109" fmla="*/ 129655 w 180527"/>
                <a:gd name="connsiteY109" fmla="*/ 80383 h 236840"/>
                <a:gd name="connsiteX110" fmla="*/ 131143 w 180527"/>
                <a:gd name="connsiteY110" fmla="*/ 81127 h 236840"/>
                <a:gd name="connsiteX111" fmla="*/ 131608 w 180527"/>
                <a:gd name="connsiteY111" fmla="*/ 85638 h 236840"/>
                <a:gd name="connsiteX112" fmla="*/ 131777 w 180527"/>
                <a:gd name="connsiteY112" fmla="*/ 88130 h 236840"/>
                <a:gd name="connsiteX113" fmla="*/ 131887 w 180527"/>
                <a:gd name="connsiteY113" fmla="*/ 90057 h 236840"/>
                <a:gd name="connsiteX114" fmla="*/ 134120 w 180527"/>
                <a:gd name="connsiteY114" fmla="*/ 90057 h 236840"/>
                <a:gd name="connsiteX115" fmla="*/ 134120 w 180527"/>
                <a:gd name="connsiteY115" fmla="*/ 97498 h 236840"/>
                <a:gd name="connsiteX116" fmla="*/ 137096 w 180527"/>
                <a:gd name="connsiteY116" fmla="*/ 97498 h 236840"/>
                <a:gd name="connsiteX117" fmla="*/ 137207 w 180527"/>
                <a:gd name="connsiteY117" fmla="*/ 99263 h 236840"/>
                <a:gd name="connsiteX118" fmla="*/ 137375 w 180527"/>
                <a:gd name="connsiteY118" fmla="*/ 101544 h 236840"/>
                <a:gd name="connsiteX119" fmla="*/ 137532 w 180527"/>
                <a:gd name="connsiteY119" fmla="*/ 103820 h 236840"/>
                <a:gd name="connsiteX120" fmla="*/ 137840 w 180527"/>
                <a:gd name="connsiteY120" fmla="*/ 105684 h 236840"/>
                <a:gd name="connsiteX121" fmla="*/ 139329 w 180527"/>
                <a:gd name="connsiteY121" fmla="*/ 106428 h 236840"/>
                <a:gd name="connsiteX122" fmla="*/ 139744 w 180527"/>
                <a:gd name="connsiteY122" fmla="*/ 112195 h 236840"/>
                <a:gd name="connsiteX123" fmla="*/ 140073 w 180527"/>
                <a:gd name="connsiteY123" fmla="*/ 113869 h 236840"/>
                <a:gd name="connsiteX124" fmla="*/ 142305 w 180527"/>
                <a:gd name="connsiteY124" fmla="*/ 114613 h 236840"/>
                <a:gd name="connsiteX125" fmla="*/ 142747 w 180527"/>
                <a:gd name="connsiteY125" fmla="*/ 119799 h 236840"/>
                <a:gd name="connsiteX126" fmla="*/ 143049 w 180527"/>
                <a:gd name="connsiteY126" fmla="*/ 121311 h 236840"/>
                <a:gd name="connsiteX127" fmla="*/ 145282 w 180527"/>
                <a:gd name="connsiteY127" fmla="*/ 122055 h 236840"/>
                <a:gd name="connsiteX128" fmla="*/ 145700 w 180527"/>
                <a:gd name="connsiteY128" fmla="*/ 126148 h 236840"/>
                <a:gd name="connsiteX129" fmla="*/ 146026 w 180527"/>
                <a:gd name="connsiteY129" fmla="*/ 130240 h 236840"/>
                <a:gd name="connsiteX130" fmla="*/ 147514 w 180527"/>
                <a:gd name="connsiteY130" fmla="*/ 130985 h 236840"/>
                <a:gd name="connsiteX131" fmla="*/ 147930 w 180527"/>
                <a:gd name="connsiteY131" fmla="*/ 136098 h 236840"/>
                <a:gd name="connsiteX132" fmla="*/ 150491 w 180527"/>
                <a:gd name="connsiteY132" fmla="*/ 139170 h 236840"/>
                <a:gd name="connsiteX133" fmla="*/ 150933 w 180527"/>
                <a:gd name="connsiteY133" fmla="*/ 144382 h 236840"/>
                <a:gd name="connsiteX134" fmla="*/ 151235 w 180527"/>
                <a:gd name="connsiteY134" fmla="*/ 145867 h 236840"/>
                <a:gd name="connsiteX135" fmla="*/ 153467 w 180527"/>
                <a:gd name="connsiteY135" fmla="*/ 146611 h 236840"/>
                <a:gd name="connsiteX136" fmla="*/ 153328 w 180527"/>
                <a:gd name="connsiteY136" fmla="*/ 151652 h 236840"/>
                <a:gd name="connsiteX137" fmla="*/ 155700 w 180527"/>
                <a:gd name="connsiteY137" fmla="*/ 155541 h 236840"/>
                <a:gd name="connsiteX138" fmla="*/ 156490 w 180527"/>
                <a:gd name="connsiteY138" fmla="*/ 159401 h 236840"/>
                <a:gd name="connsiteX139" fmla="*/ 157188 w 180527"/>
                <a:gd name="connsiteY139" fmla="*/ 162983 h 236840"/>
                <a:gd name="connsiteX140" fmla="*/ 158676 w 180527"/>
                <a:gd name="connsiteY140" fmla="*/ 162983 h 236840"/>
                <a:gd name="connsiteX141" fmla="*/ 158761 w 180527"/>
                <a:gd name="connsiteY141" fmla="*/ 164747 h 236840"/>
                <a:gd name="connsiteX142" fmla="*/ 158909 w 180527"/>
                <a:gd name="connsiteY142" fmla="*/ 167029 h 236840"/>
                <a:gd name="connsiteX143" fmla="*/ 159040 w 180527"/>
                <a:gd name="connsiteY143" fmla="*/ 169305 h 236840"/>
                <a:gd name="connsiteX144" fmla="*/ 159421 w 180527"/>
                <a:gd name="connsiteY144" fmla="*/ 171168 h 236840"/>
                <a:gd name="connsiteX145" fmla="*/ 161653 w 180527"/>
                <a:gd name="connsiteY145" fmla="*/ 171912 h 236840"/>
                <a:gd name="connsiteX146" fmla="*/ 162072 w 180527"/>
                <a:gd name="connsiteY146" fmla="*/ 175633 h 236840"/>
                <a:gd name="connsiteX147" fmla="*/ 162397 w 180527"/>
                <a:gd name="connsiteY147" fmla="*/ 179354 h 236840"/>
                <a:gd name="connsiteX148" fmla="*/ 163885 w 180527"/>
                <a:gd name="connsiteY148" fmla="*/ 180098 h 236840"/>
                <a:gd name="connsiteX149" fmla="*/ 164955 w 180527"/>
                <a:gd name="connsiteY149" fmla="*/ 185938 h 236840"/>
                <a:gd name="connsiteX150" fmla="*/ 165374 w 180527"/>
                <a:gd name="connsiteY150" fmla="*/ 187539 h 236840"/>
                <a:gd name="connsiteX151" fmla="*/ 166862 w 180527"/>
                <a:gd name="connsiteY151" fmla="*/ 187539 h 236840"/>
                <a:gd name="connsiteX152" fmla="*/ 166946 w 180527"/>
                <a:gd name="connsiteY152" fmla="*/ 189304 h 236840"/>
                <a:gd name="connsiteX153" fmla="*/ 167094 w 180527"/>
                <a:gd name="connsiteY153" fmla="*/ 191585 h 236840"/>
                <a:gd name="connsiteX154" fmla="*/ 167225 w 180527"/>
                <a:gd name="connsiteY154" fmla="*/ 193861 h 236840"/>
                <a:gd name="connsiteX155" fmla="*/ 167606 w 180527"/>
                <a:gd name="connsiteY155" fmla="*/ 195725 h 236840"/>
                <a:gd name="connsiteX156" fmla="*/ 169838 w 180527"/>
                <a:gd name="connsiteY156" fmla="*/ 196469 h 236840"/>
                <a:gd name="connsiteX157" fmla="*/ 170257 w 180527"/>
                <a:gd name="connsiteY157" fmla="*/ 200190 h 236840"/>
                <a:gd name="connsiteX158" fmla="*/ 170583 w 180527"/>
                <a:gd name="connsiteY158" fmla="*/ 203910 h 236840"/>
                <a:gd name="connsiteX159" fmla="*/ 172071 w 180527"/>
                <a:gd name="connsiteY159" fmla="*/ 204654 h 236840"/>
                <a:gd name="connsiteX160" fmla="*/ 172536 w 180527"/>
                <a:gd name="connsiteY160" fmla="*/ 208794 h 236840"/>
                <a:gd name="connsiteX161" fmla="*/ 172705 w 180527"/>
                <a:gd name="connsiteY161" fmla="*/ 211076 h 236840"/>
                <a:gd name="connsiteX162" fmla="*/ 172815 w 180527"/>
                <a:gd name="connsiteY162" fmla="*/ 212840 h 236840"/>
                <a:gd name="connsiteX163" fmla="*/ 175047 w 180527"/>
                <a:gd name="connsiteY163" fmla="*/ 212840 h 236840"/>
                <a:gd name="connsiteX164" fmla="*/ 175792 w 180527"/>
                <a:gd name="connsiteY164" fmla="*/ 220281 h 236840"/>
                <a:gd name="connsiteX165" fmla="*/ 178024 w 180527"/>
                <a:gd name="connsiteY165" fmla="*/ 220281 h 236840"/>
                <a:gd name="connsiteX166" fmla="*/ 178134 w 180527"/>
                <a:gd name="connsiteY166" fmla="*/ 222209 h 236840"/>
                <a:gd name="connsiteX167" fmla="*/ 178303 w 180527"/>
                <a:gd name="connsiteY167" fmla="*/ 224700 h 236840"/>
                <a:gd name="connsiteX168" fmla="*/ 178460 w 180527"/>
                <a:gd name="connsiteY168" fmla="*/ 227185 h 236840"/>
                <a:gd name="connsiteX169" fmla="*/ 178768 w 180527"/>
                <a:gd name="connsiteY169" fmla="*/ 229211 h 236840"/>
                <a:gd name="connsiteX170" fmla="*/ 180256 w 180527"/>
                <a:gd name="connsiteY170" fmla="*/ 229955 h 236840"/>
                <a:gd name="connsiteX171" fmla="*/ 180489 w 180527"/>
                <a:gd name="connsiteY171" fmla="*/ 232932 h 236840"/>
                <a:gd name="connsiteX172" fmla="*/ 180527 w 180527"/>
                <a:gd name="connsiteY172" fmla="*/ 234560 h 236840"/>
                <a:gd name="connsiteX173" fmla="*/ 180256 w 180527"/>
                <a:gd name="connsiteY173" fmla="*/ 235908 h 236840"/>
                <a:gd name="connsiteX174" fmla="*/ 171673 w 180527"/>
                <a:gd name="connsiteY174" fmla="*/ 236751 h 236840"/>
                <a:gd name="connsiteX175" fmla="*/ 169791 w 180527"/>
                <a:gd name="connsiteY175" fmla="*/ 236753 h 236840"/>
                <a:gd name="connsiteX176" fmla="*/ 165856 w 180527"/>
                <a:gd name="connsiteY176" fmla="*/ 236749 h 236840"/>
                <a:gd name="connsiteX177" fmla="*/ 159820 w 180527"/>
                <a:gd name="connsiteY177" fmla="*/ 236754 h 236840"/>
                <a:gd name="connsiteX178" fmla="*/ 155999 w 180527"/>
                <a:gd name="connsiteY178" fmla="*/ 236751 h 236840"/>
                <a:gd name="connsiteX179" fmla="*/ 154169 w 180527"/>
                <a:gd name="connsiteY179" fmla="*/ 236756 h 236840"/>
                <a:gd name="connsiteX180" fmla="*/ 148258 w 180527"/>
                <a:gd name="connsiteY180" fmla="*/ 235908 h 236840"/>
                <a:gd name="connsiteX181" fmla="*/ 146770 w 180527"/>
                <a:gd name="connsiteY181" fmla="*/ 231443 h 236840"/>
                <a:gd name="connsiteX182" fmla="*/ 145282 w 180527"/>
                <a:gd name="connsiteY182" fmla="*/ 230699 h 236840"/>
                <a:gd name="connsiteX183" fmla="*/ 144910 w 180527"/>
                <a:gd name="connsiteY183" fmla="*/ 227397 h 236840"/>
                <a:gd name="connsiteX184" fmla="*/ 143049 w 180527"/>
                <a:gd name="connsiteY184" fmla="*/ 222514 h 236840"/>
                <a:gd name="connsiteX185" fmla="*/ 142305 w 180527"/>
                <a:gd name="connsiteY185" fmla="*/ 222514 h 236840"/>
                <a:gd name="connsiteX186" fmla="*/ 142221 w 180527"/>
                <a:gd name="connsiteY186" fmla="*/ 220613 h 236840"/>
                <a:gd name="connsiteX187" fmla="*/ 142073 w 180527"/>
                <a:gd name="connsiteY187" fmla="*/ 218142 h 236840"/>
                <a:gd name="connsiteX188" fmla="*/ 141942 w 180527"/>
                <a:gd name="connsiteY188" fmla="*/ 215683 h 236840"/>
                <a:gd name="connsiteX189" fmla="*/ 141561 w 180527"/>
                <a:gd name="connsiteY189" fmla="*/ 213584 h 236840"/>
                <a:gd name="connsiteX190" fmla="*/ 139329 w 180527"/>
                <a:gd name="connsiteY190" fmla="*/ 212096 h 236840"/>
                <a:gd name="connsiteX191" fmla="*/ 139468 w 180527"/>
                <a:gd name="connsiteY191" fmla="*/ 207611 h 236840"/>
                <a:gd name="connsiteX192" fmla="*/ 138244 w 180527"/>
                <a:gd name="connsiteY192" fmla="*/ 205102 h 236840"/>
                <a:gd name="connsiteX193" fmla="*/ 136585 w 180527"/>
                <a:gd name="connsiteY193" fmla="*/ 199678 h 236840"/>
                <a:gd name="connsiteX194" fmla="*/ 136436 w 180527"/>
                <a:gd name="connsiteY194" fmla="*/ 197437 h 236840"/>
                <a:gd name="connsiteX195" fmla="*/ 136352 w 180527"/>
                <a:gd name="connsiteY195" fmla="*/ 195725 h 236840"/>
                <a:gd name="connsiteX196" fmla="*/ 134120 w 180527"/>
                <a:gd name="connsiteY196" fmla="*/ 195725 h 236840"/>
                <a:gd name="connsiteX197" fmla="*/ 134035 w 180527"/>
                <a:gd name="connsiteY197" fmla="*/ 193960 h 236840"/>
                <a:gd name="connsiteX198" fmla="*/ 133887 w 180527"/>
                <a:gd name="connsiteY198" fmla="*/ 191678 h 236840"/>
                <a:gd name="connsiteX199" fmla="*/ 133756 w 180527"/>
                <a:gd name="connsiteY199" fmla="*/ 189402 h 236840"/>
                <a:gd name="connsiteX200" fmla="*/ 133376 w 180527"/>
                <a:gd name="connsiteY200" fmla="*/ 187539 h 236840"/>
                <a:gd name="connsiteX201" fmla="*/ 131143 w 180527"/>
                <a:gd name="connsiteY201" fmla="*/ 186795 h 236840"/>
                <a:gd name="connsiteX202" fmla="*/ 131004 w 180527"/>
                <a:gd name="connsiteY202" fmla="*/ 182284 h 236840"/>
                <a:gd name="connsiteX203" fmla="*/ 131065 w 180527"/>
                <a:gd name="connsiteY203" fmla="*/ 179793 h 236840"/>
                <a:gd name="connsiteX204" fmla="*/ 131143 w 180527"/>
                <a:gd name="connsiteY204" fmla="*/ 177865 h 236840"/>
                <a:gd name="connsiteX205" fmla="*/ 128911 w 180527"/>
                <a:gd name="connsiteY205" fmla="*/ 177865 h 236840"/>
                <a:gd name="connsiteX206" fmla="*/ 128167 w 180527"/>
                <a:gd name="connsiteY206" fmla="*/ 169680 h 236840"/>
                <a:gd name="connsiteX207" fmla="*/ 125934 w 180527"/>
                <a:gd name="connsiteY207" fmla="*/ 169680 h 236840"/>
                <a:gd name="connsiteX208" fmla="*/ 125934 w 180527"/>
                <a:gd name="connsiteY208" fmla="*/ 165215 h 236840"/>
                <a:gd name="connsiteX209" fmla="*/ 52264 w 180527"/>
                <a:gd name="connsiteY209" fmla="*/ 165215 h 236840"/>
                <a:gd name="connsiteX210" fmla="*/ 52264 w 180527"/>
                <a:gd name="connsiteY210" fmla="*/ 171168 h 236840"/>
                <a:gd name="connsiteX211" fmla="*/ 50032 w 180527"/>
                <a:gd name="connsiteY211" fmla="*/ 171912 h 236840"/>
                <a:gd name="connsiteX212" fmla="*/ 49613 w 180527"/>
                <a:gd name="connsiteY212" fmla="*/ 176377 h 236840"/>
                <a:gd name="connsiteX213" fmla="*/ 49288 w 180527"/>
                <a:gd name="connsiteY213" fmla="*/ 180842 h 236840"/>
                <a:gd name="connsiteX214" fmla="*/ 47799 w 180527"/>
                <a:gd name="connsiteY214" fmla="*/ 181586 h 236840"/>
                <a:gd name="connsiteX215" fmla="*/ 46962 w 180527"/>
                <a:gd name="connsiteY215" fmla="*/ 186097 h 236840"/>
                <a:gd name="connsiteX216" fmla="*/ 46584 w 180527"/>
                <a:gd name="connsiteY216" fmla="*/ 188589 h 236840"/>
                <a:gd name="connsiteX217" fmla="*/ 46311 w 180527"/>
                <a:gd name="connsiteY217" fmla="*/ 190516 h 236840"/>
                <a:gd name="connsiteX218" fmla="*/ 44079 w 180527"/>
                <a:gd name="connsiteY218" fmla="*/ 190516 h 236840"/>
                <a:gd name="connsiteX219" fmla="*/ 44079 w 180527"/>
                <a:gd name="connsiteY219" fmla="*/ 199445 h 236840"/>
                <a:gd name="connsiteX220" fmla="*/ 42590 w 180527"/>
                <a:gd name="connsiteY220" fmla="*/ 199445 h 236840"/>
                <a:gd name="connsiteX221" fmla="*/ 41428 w 180527"/>
                <a:gd name="connsiteY221" fmla="*/ 204747 h 236840"/>
                <a:gd name="connsiteX222" fmla="*/ 41239 w 180527"/>
                <a:gd name="connsiteY222" fmla="*/ 206800 h 236840"/>
                <a:gd name="connsiteX223" fmla="*/ 41102 w 180527"/>
                <a:gd name="connsiteY223" fmla="*/ 208375 h 236840"/>
                <a:gd name="connsiteX224" fmla="*/ 38870 w 180527"/>
                <a:gd name="connsiteY224" fmla="*/ 208375 h 236840"/>
                <a:gd name="connsiteX225" fmla="*/ 38126 w 180527"/>
                <a:gd name="connsiteY225" fmla="*/ 218049 h 236840"/>
                <a:gd name="connsiteX226" fmla="*/ 35893 w 180527"/>
                <a:gd name="connsiteY226" fmla="*/ 218049 h 236840"/>
                <a:gd name="connsiteX227" fmla="*/ 35972 w 180527"/>
                <a:gd name="connsiteY227" fmla="*/ 220139 h 236840"/>
                <a:gd name="connsiteX228" fmla="*/ 36033 w 180527"/>
                <a:gd name="connsiteY228" fmla="*/ 222839 h 236840"/>
                <a:gd name="connsiteX229" fmla="*/ 36111 w 180527"/>
                <a:gd name="connsiteY229" fmla="*/ 225534 h 236840"/>
                <a:gd name="connsiteX230" fmla="*/ 35893 w 180527"/>
                <a:gd name="connsiteY230" fmla="*/ 227723 h 236840"/>
                <a:gd name="connsiteX231" fmla="*/ 33661 w 180527"/>
                <a:gd name="connsiteY231" fmla="*/ 228467 h 236840"/>
                <a:gd name="connsiteX232" fmla="*/ 33292 w 180527"/>
                <a:gd name="connsiteY232" fmla="*/ 234234 h 236840"/>
                <a:gd name="connsiteX233" fmla="*/ 32917 w 180527"/>
                <a:gd name="connsiteY233" fmla="*/ 235908 h 236840"/>
                <a:gd name="connsiteX234" fmla="*/ 24083 w 180527"/>
                <a:gd name="connsiteY234" fmla="*/ 236777 h 236840"/>
                <a:gd name="connsiteX235" fmla="*/ 22371 w 180527"/>
                <a:gd name="connsiteY235" fmla="*/ 236785 h 236840"/>
                <a:gd name="connsiteX236" fmla="*/ 18792 w 180527"/>
                <a:gd name="connsiteY236" fmla="*/ 236790 h 236840"/>
                <a:gd name="connsiteX237" fmla="*/ 13335 w 180527"/>
                <a:gd name="connsiteY237" fmla="*/ 236820 h 236840"/>
                <a:gd name="connsiteX238" fmla="*/ 9851 w 180527"/>
                <a:gd name="connsiteY238" fmla="*/ 236824 h 236840"/>
                <a:gd name="connsiteX239" fmla="*/ 8211 w 180527"/>
                <a:gd name="connsiteY239" fmla="*/ 236840 h 236840"/>
                <a:gd name="connsiteX240" fmla="*/ 174 w 180527"/>
                <a:gd name="connsiteY240" fmla="*/ 235164 h 236840"/>
                <a:gd name="connsiteX241" fmla="*/ 174 w 180527"/>
                <a:gd name="connsiteY241" fmla="*/ 231443 h 236840"/>
                <a:gd name="connsiteX242" fmla="*/ 1663 w 180527"/>
                <a:gd name="connsiteY242" fmla="*/ 231443 h 236840"/>
                <a:gd name="connsiteX243" fmla="*/ 2660 w 180527"/>
                <a:gd name="connsiteY243" fmla="*/ 225775 h 236840"/>
                <a:gd name="connsiteX244" fmla="*/ 5383 w 180527"/>
                <a:gd name="connsiteY244" fmla="*/ 222514 h 236840"/>
                <a:gd name="connsiteX245" fmla="*/ 5383 w 180527"/>
                <a:gd name="connsiteY245" fmla="*/ 218793 h 236840"/>
                <a:gd name="connsiteX246" fmla="*/ 5383 w 180527"/>
                <a:gd name="connsiteY246" fmla="*/ 215072 h 236840"/>
                <a:gd name="connsiteX247" fmla="*/ 7616 w 180527"/>
                <a:gd name="connsiteY247" fmla="*/ 213584 h 236840"/>
                <a:gd name="connsiteX248" fmla="*/ 8127 w 180527"/>
                <a:gd name="connsiteY248" fmla="*/ 209770 h 236840"/>
                <a:gd name="connsiteX249" fmla="*/ 8276 w 180527"/>
                <a:gd name="connsiteY249" fmla="*/ 207718 h 236840"/>
                <a:gd name="connsiteX250" fmla="*/ 8360 w 180527"/>
                <a:gd name="connsiteY250" fmla="*/ 206143 h 236840"/>
                <a:gd name="connsiteX251" fmla="*/ 10592 w 180527"/>
                <a:gd name="connsiteY251" fmla="*/ 206143 h 236840"/>
                <a:gd name="connsiteX252" fmla="*/ 11337 w 180527"/>
                <a:gd name="connsiteY252" fmla="*/ 196469 h 236840"/>
                <a:gd name="connsiteX253" fmla="*/ 12825 w 180527"/>
                <a:gd name="connsiteY253" fmla="*/ 196469 h 236840"/>
                <a:gd name="connsiteX254" fmla="*/ 13569 w 180527"/>
                <a:gd name="connsiteY254" fmla="*/ 192748 h 236840"/>
                <a:gd name="connsiteX255" fmla="*/ 14313 w 180527"/>
                <a:gd name="connsiteY255" fmla="*/ 189027 h 236840"/>
                <a:gd name="connsiteX256" fmla="*/ 15801 w 180527"/>
                <a:gd name="connsiteY256" fmla="*/ 188283 h 236840"/>
                <a:gd name="connsiteX257" fmla="*/ 16217 w 180527"/>
                <a:gd name="connsiteY257" fmla="*/ 181354 h 236840"/>
                <a:gd name="connsiteX258" fmla="*/ 16546 w 180527"/>
                <a:gd name="connsiteY258" fmla="*/ 179354 h 236840"/>
                <a:gd name="connsiteX259" fmla="*/ 18778 w 180527"/>
                <a:gd name="connsiteY259" fmla="*/ 178609 h 236840"/>
                <a:gd name="connsiteX260" fmla="*/ 19290 w 180527"/>
                <a:gd name="connsiteY260" fmla="*/ 175214 h 236840"/>
                <a:gd name="connsiteX261" fmla="*/ 19438 w 180527"/>
                <a:gd name="connsiteY261" fmla="*/ 173351 h 236840"/>
                <a:gd name="connsiteX262" fmla="*/ 19522 w 180527"/>
                <a:gd name="connsiteY262" fmla="*/ 171912 h 236840"/>
                <a:gd name="connsiteX263" fmla="*/ 21754 w 180527"/>
                <a:gd name="connsiteY263" fmla="*/ 171912 h 236840"/>
                <a:gd name="connsiteX264" fmla="*/ 21728 w 180527"/>
                <a:gd name="connsiteY264" fmla="*/ 170174 h 236840"/>
                <a:gd name="connsiteX265" fmla="*/ 21708 w 180527"/>
                <a:gd name="connsiteY265" fmla="*/ 167912 h 236840"/>
                <a:gd name="connsiteX266" fmla="*/ 21682 w 180527"/>
                <a:gd name="connsiteY266" fmla="*/ 165663 h 236840"/>
                <a:gd name="connsiteX267" fmla="*/ 22499 w 180527"/>
                <a:gd name="connsiteY267" fmla="*/ 162238 h 236840"/>
                <a:gd name="connsiteX268" fmla="*/ 24731 w 180527"/>
                <a:gd name="connsiteY268" fmla="*/ 162238 h 236840"/>
                <a:gd name="connsiteX269" fmla="*/ 24731 w 180527"/>
                <a:gd name="connsiteY269" fmla="*/ 153309 h 236840"/>
                <a:gd name="connsiteX270" fmla="*/ 26963 w 180527"/>
                <a:gd name="connsiteY270" fmla="*/ 154053 h 236840"/>
                <a:gd name="connsiteX271" fmla="*/ 27048 w 180527"/>
                <a:gd name="connsiteY271" fmla="*/ 152126 h 236840"/>
                <a:gd name="connsiteX272" fmla="*/ 27196 w 180527"/>
                <a:gd name="connsiteY272" fmla="*/ 149635 h 236840"/>
                <a:gd name="connsiteX273" fmla="*/ 27327 w 180527"/>
                <a:gd name="connsiteY273" fmla="*/ 147149 h 236840"/>
                <a:gd name="connsiteX274" fmla="*/ 27708 w 180527"/>
                <a:gd name="connsiteY274" fmla="*/ 145123 h 236840"/>
                <a:gd name="connsiteX275" fmla="*/ 29940 w 180527"/>
                <a:gd name="connsiteY275" fmla="*/ 144379 h 236840"/>
                <a:gd name="connsiteX276" fmla="*/ 30359 w 180527"/>
                <a:gd name="connsiteY276" fmla="*/ 140286 h 236840"/>
                <a:gd name="connsiteX277" fmla="*/ 30684 w 180527"/>
                <a:gd name="connsiteY277" fmla="*/ 136193 h 236840"/>
                <a:gd name="connsiteX278" fmla="*/ 32172 w 180527"/>
                <a:gd name="connsiteY278" fmla="*/ 135449 h 236840"/>
                <a:gd name="connsiteX279" fmla="*/ 32588 w 180527"/>
                <a:gd name="connsiteY279" fmla="*/ 129101 h 236840"/>
                <a:gd name="connsiteX280" fmla="*/ 32917 w 180527"/>
                <a:gd name="connsiteY280" fmla="*/ 127264 h 236840"/>
                <a:gd name="connsiteX281" fmla="*/ 35149 w 180527"/>
                <a:gd name="connsiteY281" fmla="*/ 126520 h 236840"/>
                <a:gd name="connsiteX282" fmla="*/ 35661 w 180527"/>
                <a:gd name="connsiteY282" fmla="*/ 122380 h 236840"/>
                <a:gd name="connsiteX283" fmla="*/ 35809 w 180527"/>
                <a:gd name="connsiteY283" fmla="*/ 120099 h 236840"/>
                <a:gd name="connsiteX284" fmla="*/ 35893 w 180527"/>
                <a:gd name="connsiteY284" fmla="*/ 118334 h 236840"/>
                <a:gd name="connsiteX285" fmla="*/ 38126 w 180527"/>
                <a:gd name="connsiteY285" fmla="*/ 118334 h 236840"/>
                <a:gd name="connsiteX286" fmla="*/ 38870 w 180527"/>
                <a:gd name="connsiteY286" fmla="*/ 110149 h 236840"/>
                <a:gd name="connsiteX287" fmla="*/ 41102 w 180527"/>
                <a:gd name="connsiteY287" fmla="*/ 110149 h 236840"/>
                <a:gd name="connsiteX288" fmla="*/ 41024 w 180527"/>
                <a:gd name="connsiteY288" fmla="*/ 108221 h 236840"/>
                <a:gd name="connsiteX289" fmla="*/ 40963 w 180527"/>
                <a:gd name="connsiteY289" fmla="*/ 105730 h 236840"/>
                <a:gd name="connsiteX290" fmla="*/ 40884 w 180527"/>
                <a:gd name="connsiteY290" fmla="*/ 103245 h 236840"/>
                <a:gd name="connsiteX291" fmla="*/ 41102 w 180527"/>
                <a:gd name="connsiteY291" fmla="*/ 101219 h 236840"/>
                <a:gd name="connsiteX292" fmla="*/ 43335 w 180527"/>
                <a:gd name="connsiteY292" fmla="*/ 100475 h 236840"/>
                <a:gd name="connsiteX293" fmla="*/ 43846 w 180527"/>
                <a:gd name="connsiteY293" fmla="*/ 96708 h 236840"/>
                <a:gd name="connsiteX294" fmla="*/ 43994 w 180527"/>
                <a:gd name="connsiteY294" fmla="*/ 94635 h 236840"/>
                <a:gd name="connsiteX295" fmla="*/ 44079 w 180527"/>
                <a:gd name="connsiteY295" fmla="*/ 93033 h 236840"/>
                <a:gd name="connsiteX296" fmla="*/ 45567 w 180527"/>
                <a:gd name="connsiteY296" fmla="*/ 93033 h 236840"/>
                <a:gd name="connsiteX297" fmla="*/ 45840 w 180527"/>
                <a:gd name="connsiteY297" fmla="*/ 91106 h 236840"/>
                <a:gd name="connsiteX298" fmla="*/ 46218 w 180527"/>
                <a:gd name="connsiteY298" fmla="*/ 88615 h 236840"/>
                <a:gd name="connsiteX299" fmla="*/ 46584 w 180527"/>
                <a:gd name="connsiteY299" fmla="*/ 86130 h 236840"/>
                <a:gd name="connsiteX300" fmla="*/ 47055 w 180527"/>
                <a:gd name="connsiteY300" fmla="*/ 84104 h 236840"/>
                <a:gd name="connsiteX301" fmla="*/ 48544 w 180527"/>
                <a:gd name="connsiteY301" fmla="*/ 83360 h 236840"/>
                <a:gd name="connsiteX302" fmla="*/ 49009 w 180527"/>
                <a:gd name="connsiteY302" fmla="*/ 79220 h 236840"/>
                <a:gd name="connsiteX303" fmla="*/ 49177 w 180527"/>
                <a:gd name="connsiteY303" fmla="*/ 76938 h 236840"/>
                <a:gd name="connsiteX304" fmla="*/ 49288 w 180527"/>
                <a:gd name="connsiteY304" fmla="*/ 75174 h 236840"/>
                <a:gd name="connsiteX305" fmla="*/ 51520 w 180527"/>
                <a:gd name="connsiteY305" fmla="*/ 75174 h 236840"/>
                <a:gd name="connsiteX306" fmla="*/ 51604 w 180527"/>
                <a:gd name="connsiteY306" fmla="*/ 73247 h 236840"/>
                <a:gd name="connsiteX307" fmla="*/ 51753 w 180527"/>
                <a:gd name="connsiteY307" fmla="*/ 70756 h 236840"/>
                <a:gd name="connsiteX308" fmla="*/ 51883 w 180527"/>
                <a:gd name="connsiteY308" fmla="*/ 68270 h 236840"/>
                <a:gd name="connsiteX309" fmla="*/ 52264 w 180527"/>
                <a:gd name="connsiteY309" fmla="*/ 66244 h 236840"/>
                <a:gd name="connsiteX310" fmla="*/ 54497 w 180527"/>
                <a:gd name="connsiteY310" fmla="*/ 65500 h 236840"/>
                <a:gd name="connsiteX311" fmla="*/ 54915 w 180527"/>
                <a:gd name="connsiteY311" fmla="*/ 61407 h 236840"/>
                <a:gd name="connsiteX312" fmla="*/ 55241 w 180527"/>
                <a:gd name="connsiteY312" fmla="*/ 57315 h 236840"/>
                <a:gd name="connsiteX313" fmla="*/ 56729 w 180527"/>
                <a:gd name="connsiteY313" fmla="*/ 56570 h 236840"/>
                <a:gd name="connsiteX314" fmla="*/ 57194 w 180527"/>
                <a:gd name="connsiteY314" fmla="*/ 52431 h 236840"/>
                <a:gd name="connsiteX315" fmla="*/ 57363 w 180527"/>
                <a:gd name="connsiteY315" fmla="*/ 50149 h 236840"/>
                <a:gd name="connsiteX316" fmla="*/ 57473 w 180527"/>
                <a:gd name="connsiteY316" fmla="*/ 48385 h 236840"/>
                <a:gd name="connsiteX317" fmla="*/ 59706 w 180527"/>
                <a:gd name="connsiteY317" fmla="*/ 49129 h 236840"/>
                <a:gd name="connsiteX318" fmla="*/ 60450 w 180527"/>
                <a:gd name="connsiteY318" fmla="*/ 39455 h 236840"/>
                <a:gd name="connsiteX319" fmla="*/ 62682 w 180527"/>
                <a:gd name="connsiteY319" fmla="*/ 39455 h 236840"/>
                <a:gd name="connsiteX320" fmla="*/ 62793 w 180527"/>
                <a:gd name="connsiteY320" fmla="*/ 37854 h 236840"/>
                <a:gd name="connsiteX321" fmla="*/ 62961 w 180527"/>
                <a:gd name="connsiteY321" fmla="*/ 35781 h 236840"/>
                <a:gd name="connsiteX322" fmla="*/ 63118 w 180527"/>
                <a:gd name="connsiteY322" fmla="*/ 33714 h 236840"/>
                <a:gd name="connsiteX323" fmla="*/ 63426 w 180527"/>
                <a:gd name="connsiteY323" fmla="*/ 32014 h 236840"/>
                <a:gd name="connsiteX324" fmla="*/ 64915 w 180527"/>
                <a:gd name="connsiteY324" fmla="*/ 31270 h 236840"/>
                <a:gd name="connsiteX325" fmla="*/ 65330 w 180527"/>
                <a:gd name="connsiteY325" fmla="*/ 24340 h 236840"/>
                <a:gd name="connsiteX326" fmla="*/ 65659 w 180527"/>
                <a:gd name="connsiteY326" fmla="*/ 22340 h 236840"/>
                <a:gd name="connsiteX327" fmla="*/ 67891 w 180527"/>
                <a:gd name="connsiteY327" fmla="*/ 21596 h 236840"/>
                <a:gd name="connsiteX328" fmla="*/ 68403 w 180527"/>
                <a:gd name="connsiteY328" fmla="*/ 18201 h 236840"/>
                <a:gd name="connsiteX329" fmla="*/ 68551 w 180527"/>
                <a:gd name="connsiteY329" fmla="*/ 16337 h 236840"/>
                <a:gd name="connsiteX330" fmla="*/ 68635 w 180527"/>
                <a:gd name="connsiteY330" fmla="*/ 14899 h 236840"/>
                <a:gd name="connsiteX331" fmla="*/ 70868 w 180527"/>
                <a:gd name="connsiteY331" fmla="*/ 14899 h 236840"/>
                <a:gd name="connsiteX332" fmla="*/ 71612 w 180527"/>
                <a:gd name="connsiteY332" fmla="*/ 5225 h 236840"/>
                <a:gd name="connsiteX333" fmla="*/ 73844 w 180527"/>
                <a:gd name="connsiteY333" fmla="*/ 5225 h 236840"/>
                <a:gd name="connsiteX334" fmla="*/ 74588 w 180527"/>
                <a:gd name="connsiteY334" fmla="*/ 760 h 236840"/>
                <a:gd name="connsiteX335" fmla="*/ 86906 w 180527"/>
                <a:gd name="connsiteY335" fmla="*/ 392 h 236840"/>
                <a:gd name="connsiteX336" fmla="*/ 91098 w 180527"/>
                <a:gd name="connsiteY336" fmla="*/ 255 h 236840"/>
                <a:gd name="connsiteX337" fmla="*/ 97116 w 180527"/>
                <a:gd name="connsiteY337" fmla="*/ 106 h 236840"/>
                <a:gd name="connsiteX338" fmla="*/ 99017 w 180527"/>
                <a:gd name="connsiteY338" fmla="*/ 1 h 236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180527" h="236840">
                  <a:moveTo>
                    <a:pt x="88001" y="40997"/>
                  </a:moveTo>
                  <a:cubicBezTo>
                    <a:pt x="87748" y="41250"/>
                    <a:pt x="87502" y="41496"/>
                    <a:pt x="87257" y="41741"/>
                  </a:cubicBezTo>
                  <a:cubicBezTo>
                    <a:pt x="87261" y="43075"/>
                    <a:pt x="87297" y="44408"/>
                    <a:pt x="87350" y="45741"/>
                  </a:cubicBezTo>
                  <a:cubicBezTo>
                    <a:pt x="87499" y="47910"/>
                    <a:pt x="87499" y="47910"/>
                    <a:pt x="87257" y="49927"/>
                  </a:cubicBezTo>
                  <a:cubicBezTo>
                    <a:pt x="86494" y="50652"/>
                    <a:pt x="85750" y="51397"/>
                    <a:pt x="85025" y="52159"/>
                  </a:cubicBezTo>
                  <a:cubicBezTo>
                    <a:pt x="84911" y="54467"/>
                    <a:pt x="84911" y="54467"/>
                    <a:pt x="85071" y="57089"/>
                  </a:cubicBezTo>
                  <a:cubicBezTo>
                    <a:pt x="85303" y="59638"/>
                    <a:pt x="85303" y="59638"/>
                    <a:pt x="85025" y="61833"/>
                  </a:cubicBezTo>
                  <a:cubicBezTo>
                    <a:pt x="84518" y="61965"/>
                    <a:pt x="84027" y="62094"/>
                    <a:pt x="83536" y="62222"/>
                  </a:cubicBezTo>
                  <a:cubicBezTo>
                    <a:pt x="83030" y="62343"/>
                    <a:pt x="82539" y="62460"/>
                    <a:pt x="82048" y="62577"/>
                  </a:cubicBezTo>
                  <a:cubicBezTo>
                    <a:pt x="81941" y="63587"/>
                    <a:pt x="81941" y="63587"/>
                    <a:pt x="81836" y="64577"/>
                  </a:cubicBezTo>
                  <a:cubicBezTo>
                    <a:pt x="81993" y="66911"/>
                    <a:pt x="82180" y="69170"/>
                    <a:pt x="82048" y="71507"/>
                  </a:cubicBezTo>
                  <a:cubicBezTo>
                    <a:pt x="80921" y="71883"/>
                    <a:pt x="80921" y="71883"/>
                    <a:pt x="79816" y="72251"/>
                  </a:cubicBezTo>
                  <a:cubicBezTo>
                    <a:pt x="79713" y="72867"/>
                    <a:pt x="79613" y="73464"/>
                    <a:pt x="79513" y="74062"/>
                  </a:cubicBezTo>
                  <a:cubicBezTo>
                    <a:pt x="79446" y="76222"/>
                    <a:pt x="79409" y="78301"/>
                    <a:pt x="79071" y="80436"/>
                  </a:cubicBezTo>
                  <a:cubicBezTo>
                    <a:pt x="78312" y="80942"/>
                    <a:pt x="77576" y="81434"/>
                    <a:pt x="76839" y="81925"/>
                  </a:cubicBezTo>
                  <a:cubicBezTo>
                    <a:pt x="76736" y="82501"/>
                    <a:pt x="76636" y="83060"/>
                    <a:pt x="76537" y="83619"/>
                  </a:cubicBezTo>
                  <a:cubicBezTo>
                    <a:pt x="76468" y="85573"/>
                    <a:pt x="76420" y="87437"/>
                    <a:pt x="76095" y="89366"/>
                  </a:cubicBezTo>
                  <a:cubicBezTo>
                    <a:pt x="75350" y="90109"/>
                    <a:pt x="74606" y="90853"/>
                    <a:pt x="73862" y="91599"/>
                  </a:cubicBezTo>
                  <a:cubicBezTo>
                    <a:pt x="73749" y="93229"/>
                    <a:pt x="73749" y="93229"/>
                    <a:pt x="73909" y="94994"/>
                  </a:cubicBezTo>
                  <a:cubicBezTo>
                    <a:pt x="74139" y="96727"/>
                    <a:pt x="74139" y="96727"/>
                    <a:pt x="73862" y="98296"/>
                  </a:cubicBezTo>
                  <a:cubicBezTo>
                    <a:pt x="72856" y="98763"/>
                    <a:pt x="71864" y="99261"/>
                    <a:pt x="70886" y="99784"/>
                  </a:cubicBezTo>
                  <a:cubicBezTo>
                    <a:pt x="70779" y="100749"/>
                    <a:pt x="70779" y="100749"/>
                    <a:pt x="70674" y="101694"/>
                  </a:cubicBezTo>
                  <a:cubicBezTo>
                    <a:pt x="70831" y="103812"/>
                    <a:pt x="71019" y="105848"/>
                    <a:pt x="70886" y="107970"/>
                  </a:cubicBezTo>
                  <a:cubicBezTo>
                    <a:pt x="69758" y="108345"/>
                    <a:pt x="69758" y="108345"/>
                    <a:pt x="68653" y="108714"/>
                  </a:cubicBezTo>
                  <a:cubicBezTo>
                    <a:pt x="68543" y="109573"/>
                    <a:pt x="68543" y="109573"/>
                    <a:pt x="68435" y="110414"/>
                  </a:cubicBezTo>
                  <a:cubicBezTo>
                    <a:pt x="68475" y="111458"/>
                    <a:pt x="68475" y="111458"/>
                    <a:pt x="68514" y="112481"/>
                  </a:cubicBezTo>
                  <a:cubicBezTo>
                    <a:pt x="68545" y="113528"/>
                    <a:pt x="68545" y="113528"/>
                    <a:pt x="68575" y="114554"/>
                  </a:cubicBezTo>
                  <a:cubicBezTo>
                    <a:pt x="68602" y="115098"/>
                    <a:pt x="68628" y="115627"/>
                    <a:pt x="68653" y="116155"/>
                  </a:cubicBezTo>
                  <a:cubicBezTo>
                    <a:pt x="67894" y="116155"/>
                    <a:pt x="67158" y="116155"/>
                    <a:pt x="66421" y="116155"/>
                  </a:cubicBezTo>
                  <a:cubicBezTo>
                    <a:pt x="65613" y="117772"/>
                    <a:pt x="65613" y="117772"/>
                    <a:pt x="65770" y="121411"/>
                  </a:cubicBezTo>
                  <a:cubicBezTo>
                    <a:pt x="65921" y="123377"/>
                    <a:pt x="65921" y="123377"/>
                    <a:pt x="65677" y="125085"/>
                  </a:cubicBezTo>
                  <a:cubicBezTo>
                    <a:pt x="64549" y="125461"/>
                    <a:pt x="64549" y="125461"/>
                    <a:pt x="63444" y="125829"/>
                  </a:cubicBezTo>
                  <a:cubicBezTo>
                    <a:pt x="63204" y="126463"/>
                    <a:pt x="62971" y="127077"/>
                    <a:pt x="62738" y="127692"/>
                  </a:cubicBezTo>
                  <a:cubicBezTo>
                    <a:pt x="62461" y="128842"/>
                    <a:pt x="62461" y="128842"/>
                    <a:pt x="62189" y="129968"/>
                  </a:cubicBezTo>
                  <a:cubicBezTo>
                    <a:pt x="61854" y="131315"/>
                    <a:pt x="61526" y="132663"/>
                    <a:pt x="61212" y="134015"/>
                  </a:cubicBezTo>
                  <a:cubicBezTo>
                    <a:pt x="67637" y="134030"/>
                    <a:pt x="74061" y="134043"/>
                    <a:pt x="80486" y="134051"/>
                  </a:cubicBezTo>
                  <a:cubicBezTo>
                    <a:pt x="83758" y="134055"/>
                    <a:pt x="87029" y="134058"/>
                    <a:pt x="90301" y="134066"/>
                  </a:cubicBezTo>
                  <a:cubicBezTo>
                    <a:pt x="93510" y="134074"/>
                    <a:pt x="96719" y="134081"/>
                    <a:pt x="99928" y="134084"/>
                  </a:cubicBezTo>
                  <a:cubicBezTo>
                    <a:pt x="101145" y="134085"/>
                    <a:pt x="102362" y="134086"/>
                    <a:pt x="103579" y="134087"/>
                  </a:cubicBezTo>
                  <a:cubicBezTo>
                    <a:pt x="105338" y="134093"/>
                    <a:pt x="107098" y="134099"/>
                    <a:pt x="108857" y="134099"/>
                  </a:cubicBezTo>
                  <a:cubicBezTo>
                    <a:pt x="109668" y="134099"/>
                    <a:pt x="109668" y="134099"/>
                    <a:pt x="110463" y="134099"/>
                  </a:cubicBezTo>
                  <a:cubicBezTo>
                    <a:pt x="111456" y="134101"/>
                    <a:pt x="112419" y="134102"/>
                    <a:pt x="113382" y="134104"/>
                  </a:cubicBezTo>
                  <a:cubicBezTo>
                    <a:pt x="115534" y="134015"/>
                    <a:pt x="115534" y="134015"/>
                    <a:pt x="116278" y="133270"/>
                  </a:cubicBezTo>
                  <a:cubicBezTo>
                    <a:pt x="116190" y="132412"/>
                    <a:pt x="116190" y="132412"/>
                    <a:pt x="116104" y="131570"/>
                  </a:cubicBezTo>
                  <a:cubicBezTo>
                    <a:pt x="115974" y="130867"/>
                    <a:pt x="115847" y="130185"/>
                    <a:pt x="115720" y="129503"/>
                  </a:cubicBezTo>
                  <a:cubicBezTo>
                    <a:pt x="115360" y="127431"/>
                    <a:pt x="115360" y="127431"/>
                    <a:pt x="114790" y="125829"/>
                  </a:cubicBezTo>
                  <a:cubicBezTo>
                    <a:pt x="114031" y="125829"/>
                    <a:pt x="113294" y="125829"/>
                    <a:pt x="112558" y="125829"/>
                  </a:cubicBezTo>
                  <a:cubicBezTo>
                    <a:pt x="112567" y="125238"/>
                    <a:pt x="112575" y="124664"/>
                    <a:pt x="112584" y="124091"/>
                  </a:cubicBezTo>
                  <a:cubicBezTo>
                    <a:pt x="112591" y="123322"/>
                    <a:pt x="112598" y="122576"/>
                    <a:pt x="112604" y="121829"/>
                  </a:cubicBezTo>
                  <a:cubicBezTo>
                    <a:pt x="112630" y="119636"/>
                    <a:pt x="112798" y="118123"/>
                    <a:pt x="111814" y="116155"/>
                  </a:cubicBezTo>
                  <a:cubicBezTo>
                    <a:pt x="111055" y="116155"/>
                    <a:pt x="110318" y="116155"/>
                    <a:pt x="109581" y="116155"/>
                  </a:cubicBezTo>
                  <a:cubicBezTo>
                    <a:pt x="109608" y="115675"/>
                    <a:pt x="109634" y="115209"/>
                    <a:pt x="109660" y="114742"/>
                  </a:cubicBezTo>
                  <a:cubicBezTo>
                    <a:pt x="109690" y="113812"/>
                    <a:pt x="109690" y="113812"/>
                    <a:pt x="109721" y="112900"/>
                  </a:cubicBezTo>
                  <a:cubicBezTo>
                    <a:pt x="109799" y="111068"/>
                    <a:pt x="109799" y="111068"/>
                    <a:pt x="109581" y="109458"/>
                  </a:cubicBezTo>
                  <a:cubicBezTo>
                    <a:pt x="108822" y="108952"/>
                    <a:pt x="108085" y="108461"/>
                    <a:pt x="107349" y="107970"/>
                  </a:cubicBezTo>
                  <a:cubicBezTo>
                    <a:pt x="106998" y="106015"/>
                    <a:pt x="106998" y="106015"/>
                    <a:pt x="106977" y="103830"/>
                  </a:cubicBezTo>
                  <a:cubicBezTo>
                    <a:pt x="106907" y="101595"/>
                    <a:pt x="106907" y="101595"/>
                    <a:pt x="106605" y="99784"/>
                  </a:cubicBezTo>
                  <a:cubicBezTo>
                    <a:pt x="105846" y="99531"/>
                    <a:pt x="105109" y="99286"/>
                    <a:pt x="104372" y="99040"/>
                  </a:cubicBezTo>
                  <a:cubicBezTo>
                    <a:pt x="104307" y="98544"/>
                    <a:pt x="104244" y="98062"/>
                    <a:pt x="104180" y="97581"/>
                  </a:cubicBezTo>
                  <a:cubicBezTo>
                    <a:pt x="104332" y="94830"/>
                    <a:pt x="104509" y="92753"/>
                    <a:pt x="103628" y="90110"/>
                  </a:cubicBezTo>
                  <a:cubicBezTo>
                    <a:pt x="102876" y="89734"/>
                    <a:pt x="102876" y="89734"/>
                    <a:pt x="102140" y="89366"/>
                  </a:cubicBezTo>
                  <a:cubicBezTo>
                    <a:pt x="101905" y="87634"/>
                    <a:pt x="101905" y="87634"/>
                    <a:pt x="101861" y="85645"/>
                  </a:cubicBezTo>
                  <a:cubicBezTo>
                    <a:pt x="101797" y="83599"/>
                    <a:pt x="101797" y="83599"/>
                    <a:pt x="101396" y="81925"/>
                  </a:cubicBezTo>
                  <a:cubicBezTo>
                    <a:pt x="100396" y="81710"/>
                    <a:pt x="99402" y="81462"/>
                    <a:pt x="98419" y="81181"/>
                  </a:cubicBezTo>
                  <a:cubicBezTo>
                    <a:pt x="98312" y="80171"/>
                    <a:pt x="98312" y="80171"/>
                    <a:pt x="98207" y="79181"/>
                  </a:cubicBezTo>
                  <a:cubicBezTo>
                    <a:pt x="98364" y="76847"/>
                    <a:pt x="98552" y="74588"/>
                    <a:pt x="98419" y="72251"/>
                  </a:cubicBezTo>
                  <a:cubicBezTo>
                    <a:pt x="97660" y="71998"/>
                    <a:pt x="96923" y="71752"/>
                    <a:pt x="96187" y="71507"/>
                  </a:cubicBezTo>
                  <a:cubicBezTo>
                    <a:pt x="96028" y="69966"/>
                    <a:pt x="96028" y="69966"/>
                    <a:pt x="96233" y="68205"/>
                  </a:cubicBezTo>
                  <a:cubicBezTo>
                    <a:pt x="96399" y="66394"/>
                    <a:pt x="96399" y="66394"/>
                    <a:pt x="96187" y="64809"/>
                  </a:cubicBezTo>
                  <a:cubicBezTo>
                    <a:pt x="94680" y="64149"/>
                    <a:pt x="94680" y="64149"/>
                    <a:pt x="93210" y="63321"/>
                  </a:cubicBezTo>
                  <a:cubicBezTo>
                    <a:pt x="93138" y="62617"/>
                    <a:pt x="93068" y="61933"/>
                    <a:pt x="92998" y="61249"/>
                  </a:cubicBezTo>
                  <a:cubicBezTo>
                    <a:pt x="93155" y="58939"/>
                    <a:pt x="93343" y="56704"/>
                    <a:pt x="93210" y="54392"/>
                  </a:cubicBezTo>
                  <a:cubicBezTo>
                    <a:pt x="92451" y="54139"/>
                    <a:pt x="91714" y="53893"/>
                    <a:pt x="90978" y="53647"/>
                  </a:cubicBezTo>
                  <a:cubicBezTo>
                    <a:pt x="90825" y="52595"/>
                    <a:pt x="90825" y="52595"/>
                    <a:pt x="90675" y="51563"/>
                  </a:cubicBezTo>
                  <a:cubicBezTo>
                    <a:pt x="90564" y="47408"/>
                    <a:pt x="90961" y="44186"/>
                    <a:pt x="88001" y="40997"/>
                  </a:cubicBezTo>
                  <a:close/>
                  <a:moveTo>
                    <a:pt x="99017" y="1"/>
                  </a:moveTo>
                  <a:cubicBezTo>
                    <a:pt x="100777" y="0"/>
                    <a:pt x="100777" y="0"/>
                    <a:pt x="103610" y="760"/>
                  </a:cubicBezTo>
                  <a:cubicBezTo>
                    <a:pt x="104398" y="2513"/>
                    <a:pt x="104660" y="4034"/>
                    <a:pt x="104856" y="5942"/>
                  </a:cubicBezTo>
                  <a:cubicBezTo>
                    <a:pt x="104936" y="6442"/>
                    <a:pt x="105016" y="6942"/>
                    <a:pt x="105098" y="7457"/>
                  </a:cubicBezTo>
                  <a:cubicBezTo>
                    <a:pt x="105835" y="7826"/>
                    <a:pt x="105835" y="7826"/>
                    <a:pt x="106587" y="8201"/>
                  </a:cubicBezTo>
                  <a:cubicBezTo>
                    <a:pt x="106849" y="9931"/>
                    <a:pt x="106916" y="11640"/>
                    <a:pt x="107002" y="13387"/>
                  </a:cubicBezTo>
                  <a:cubicBezTo>
                    <a:pt x="107165" y="14135"/>
                    <a:pt x="107165" y="14135"/>
                    <a:pt x="107331" y="14899"/>
                  </a:cubicBezTo>
                  <a:cubicBezTo>
                    <a:pt x="108067" y="15144"/>
                    <a:pt x="108804" y="15390"/>
                    <a:pt x="109563" y="15643"/>
                  </a:cubicBezTo>
                  <a:cubicBezTo>
                    <a:pt x="109912" y="17575"/>
                    <a:pt x="109938" y="19449"/>
                    <a:pt x="110005" y="21410"/>
                  </a:cubicBezTo>
                  <a:cubicBezTo>
                    <a:pt x="110155" y="22239"/>
                    <a:pt x="110155" y="22239"/>
                    <a:pt x="110307" y="23084"/>
                  </a:cubicBezTo>
                  <a:cubicBezTo>
                    <a:pt x="111044" y="23330"/>
                    <a:pt x="111781" y="23575"/>
                    <a:pt x="112540" y="23828"/>
                  </a:cubicBezTo>
                  <a:cubicBezTo>
                    <a:pt x="112704" y="25543"/>
                    <a:pt x="112534" y="27153"/>
                    <a:pt x="112400" y="28869"/>
                  </a:cubicBezTo>
                  <a:cubicBezTo>
                    <a:pt x="112578" y="30977"/>
                    <a:pt x="113311" y="31305"/>
                    <a:pt x="114772" y="32758"/>
                  </a:cubicBezTo>
                  <a:cubicBezTo>
                    <a:pt x="115153" y="34604"/>
                    <a:pt x="115153" y="34604"/>
                    <a:pt x="115284" y="36618"/>
                  </a:cubicBezTo>
                  <a:cubicBezTo>
                    <a:pt x="115333" y="37289"/>
                    <a:pt x="115382" y="37959"/>
                    <a:pt x="115432" y="38650"/>
                  </a:cubicBezTo>
                  <a:cubicBezTo>
                    <a:pt x="115474" y="39417"/>
                    <a:pt x="115474" y="39417"/>
                    <a:pt x="115516" y="40199"/>
                  </a:cubicBezTo>
                  <a:cubicBezTo>
                    <a:pt x="116253" y="40199"/>
                    <a:pt x="116990" y="40199"/>
                    <a:pt x="117749" y="40199"/>
                  </a:cubicBezTo>
                  <a:cubicBezTo>
                    <a:pt x="117790" y="41073"/>
                    <a:pt x="117790" y="41073"/>
                    <a:pt x="117833" y="41964"/>
                  </a:cubicBezTo>
                  <a:cubicBezTo>
                    <a:pt x="117882" y="42717"/>
                    <a:pt x="117931" y="43470"/>
                    <a:pt x="117981" y="44246"/>
                  </a:cubicBezTo>
                  <a:cubicBezTo>
                    <a:pt x="118046" y="45372"/>
                    <a:pt x="118046" y="45372"/>
                    <a:pt x="118112" y="46522"/>
                  </a:cubicBezTo>
                  <a:cubicBezTo>
                    <a:pt x="118238" y="47137"/>
                    <a:pt x="118363" y="47751"/>
                    <a:pt x="118493" y="48385"/>
                  </a:cubicBezTo>
                  <a:cubicBezTo>
                    <a:pt x="119229" y="48630"/>
                    <a:pt x="119966" y="48876"/>
                    <a:pt x="120725" y="49129"/>
                  </a:cubicBezTo>
                  <a:cubicBezTo>
                    <a:pt x="120943" y="50830"/>
                    <a:pt x="120943" y="50830"/>
                    <a:pt x="120865" y="52896"/>
                  </a:cubicBezTo>
                  <a:cubicBezTo>
                    <a:pt x="120835" y="53922"/>
                    <a:pt x="120835" y="53922"/>
                    <a:pt x="120804" y="54969"/>
                  </a:cubicBezTo>
                  <a:cubicBezTo>
                    <a:pt x="120778" y="55497"/>
                    <a:pt x="120752" y="56026"/>
                    <a:pt x="120725" y="56570"/>
                  </a:cubicBezTo>
                  <a:cubicBezTo>
                    <a:pt x="121462" y="56570"/>
                    <a:pt x="122199" y="56570"/>
                    <a:pt x="122958" y="56570"/>
                  </a:cubicBezTo>
                  <a:cubicBezTo>
                    <a:pt x="123694" y="60622"/>
                    <a:pt x="123694" y="60622"/>
                    <a:pt x="124446" y="64756"/>
                  </a:cubicBezTo>
                  <a:cubicBezTo>
                    <a:pt x="124937" y="64756"/>
                    <a:pt x="125428" y="64756"/>
                    <a:pt x="125934" y="64756"/>
                  </a:cubicBezTo>
                  <a:cubicBezTo>
                    <a:pt x="125976" y="65629"/>
                    <a:pt x="125976" y="65629"/>
                    <a:pt x="126018" y="66520"/>
                  </a:cubicBezTo>
                  <a:cubicBezTo>
                    <a:pt x="126067" y="67273"/>
                    <a:pt x="126116" y="68026"/>
                    <a:pt x="126167" y="68802"/>
                  </a:cubicBezTo>
                  <a:cubicBezTo>
                    <a:pt x="126231" y="69929"/>
                    <a:pt x="126231" y="69929"/>
                    <a:pt x="126298" y="71078"/>
                  </a:cubicBezTo>
                  <a:cubicBezTo>
                    <a:pt x="126423" y="71693"/>
                    <a:pt x="126549" y="72308"/>
                    <a:pt x="126678" y="72942"/>
                  </a:cubicBezTo>
                  <a:cubicBezTo>
                    <a:pt x="127415" y="73187"/>
                    <a:pt x="128152" y="73433"/>
                    <a:pt x="128911" y="73686"/>
                  </a:cubicBezTo>
                  <a:cubicBezTo>
                    <a:pt x="129239" y="75197"/>
                    <a:pt x="129239" y="75197"/>
                    <a:pt x="129329" y="77034"/>
                  </a:cubicBezTo>
                  <a:cubicBezTo>
                    <a:pt x="129392" y="78823"/>
                    <a:pt x="129392" y="78823"/>
                    <a:pt x="129655" y="80383"/>
                  </a:cubicBezTo>
                  <a:cubicBezTo>
                    <a:pt x="130146" y="80629"/>
                    <a:pt x="130637" y="80874"/>
                    <a:pt x="131143" y="81127"/>
                  </a:cubicBezTo>
                  <a:cubicBezTo>
                    <a:pt x="131451" y="83153"/>
                    <a:pt x="131451" y="83153"/>
                    <a:pt x="131608" y="85638"/>
                  </a:cubicBezTo>
                  <a:cubicBezTo>
                    <a:pt x="131664" y="86461"/>
                    <a:pt x="131720" y="87283"/>
                    <a:pt x="131777" y="88130"/>
                  </a:cubicBezTo>
                  <a:cubicBezTo>
                    <a:pt x="131813" y="88766"/>
                    <a:pt x="131850" y="89402"/>
                    <a:pt x="131887" y="90057"/>
                  </a:cubicBezTo>
                  <a:cubicBezTo>
                    <a:pt x="132624" y="90057"/>
                    <a:pt x="133361" y="90057"/>
                    <a:pt x="134120" y="90057"/>
                  </a:cubicBezTo>
                  <a:cubicBezTo>
                    <a:pt x="134120" y="92512"/>
                    <a:pt x="134120" y="94968"/>
                    <a:pt x="134120" y="97498"/>
                  </a:cubicBezTo>
                  <a:cubicBezTo>
                    <a:pt x="135102" y="97498"/>
                    <a:pt x="136084" y="97498"/>
                    <a:pt x="137096" y="97498"/>
                  </a:cubicBezTo>
                  <a:cubicBezTo>
                    <a:pt x="137133" y="98080"/>
                    <a:pt x="137169" y="98663"/>
                    <a:pt x="137207" y="99263"/>
                  </a:cubicBezTo>
                  <a:cubicBezTo>
                    <a:pt x="137262" y="100016"/>
                    <a:pt x="137318" y="100769"/>
                    <a:pt x="137375" y="101544"/>
                  </a:cubicBezTo>
                  <a:cubicBezTo>
                    <a:pt x="137453" y="102671"/>
                    <a:pt x="137453" y="102671"/>
                    <a:pt x="137532" y="103820"/>
                  </a:cubicBezTo>
                  <a:cubicBezTo>
                    <a:pt x="137634" y="104435"/>
                    <a:pt x="137736" y="105050"/>
                    <a:pt x="137840" y="105684"/>
                  </a:cubicBezTo>
                  <a:cubicBezTo>
                    <a:pt x="138332" y="105929"/>
                    <a:pt x="138823" y="106175"/>
                    <a:pt x="139329" y="106428"/>
                  </a:cubicBezTo>
                  <a:cubicBezTo>
                    <a:pt x="139593" y="108351"/>
                    <a:pt x="139659" y="110256"/>
                    <a:pt x="139744" y="112195"/>
                  </a:cubicBezTo>
                  <a:cubicBezTo>
                    <a:pt x="139853" y="112747"/>
                    <a:pt x="139961" y="113300"/>
                    <a:pt x="140073" y="113869"/>
                  </a:cubicBezTo>
                  <a:cubicBezTo>
                    <a:pt x="140810" y="114115"/>
                    <a:pt x="141546" y="114360"/>
                    <a:pt x="142305" y="114613"/>
                  </a:cubicBezTo>
                  <a:cubicBezTo>
                    <a:pt x="142653" y="116353"/>
                    <a:pt x="142680" y="118028"/>
                    <a:pt x="142747" y="119799"/>
                  </a:cubicBezTo>
                  <a:cubicBezTo>
                    <a:pt x="142847" y="120298"/>
                    <a:pt x="142947" y="120797"/>
                    <a:pt x="143049" y="121311"/>
                  </a:cubicBezTo>
                  <a:cubicBezTo>
                    <a:pt x="143786" y="121556"/>
                    <a:pt x="144523" y="121802"/>
                    <a:pt x="145282" y="122055"/>
                  </a:cubicBezTo>
                  <a:cubicBezTo>
                    <a:pt x="145610" y="123892"/>
                    <a:pt x="145610" y="123892"/>
                    <a:pt x="145700" y="126148"/>
                  </a:cubicBezTo>
                  <a:cubicBezTo>
                    <a:pt x="145763" y="128338"/>
                    <a:pt x="145763" y="128338"/>
                    <a:pt x="146026" y="130240"/>
                  </a:cubicBezTo>
                  <a:cubicBezTo>
                    <a:pt x="146517" y="130486"/>
                    <a:pt x="147008" y="130731"/>
                    <a:pt x="147514" y="130985"/>
                  </a:cubicBezTo>
                  <a:cubicBezTo>
                    <a:pt x="147778" y="132690"/>
                    <a:pt x="147844" y="134374"/>
                    <a:pt x="147930" y="136098"/>
                  </a:cubicBezTo>
                  <a:cubicBezTo>
                    <a:pt x="148125" y="137970"/>
                    <a:pt x="148125" y="137970"/>
                    <a:pt x="150491" y="139170"/>
                  </a:cubicBezTo>
                  <a:cubicBezTo>
                    <a:pt x="150825" y="140921"/>
                    <a:pt x="150864" y="142602"/>
                    <a:pt x="150933" y="144382"/>
                  </a:cubicBezTo>
                  <a:cubicBezTo>
                    <a:pt x="151032" y="144872"/>
                    <a:pt x="151132" y="145362"/>
                    <a:pt x="151235" y="145867"/>
                  </a:cubicBezTo>
                  <a:cubicBezTo>
                    <a:pt x="151972" y="146113"/>
                    <a:pt x="152708" y="146358"/>
                    <a:pt x="153467" y="146611"/>
                  </a:cubicBezTo>
                  <a:cubicBezTo>
                    <a:pt x="153631" y="148326"/>
                    <a:pt x="153462" y="149936"/>
                    <a:pt x="153328" y="151652"/>
                  </a:cubicBezTo>
                  <a:cubicBezTo>
                    <a:pt x="153506" y="153762"/>
                    <a:pt x="154225" y="154096"/>
                    <a:pt x="155700" y="155541"/>
                  </a:cubicBezTo>
                  <a:cubicBezTo>
                    <a:pt x="156191" y="157387"/>
                    <a:pt x="156191" y="157387"/>
                    <a:pt x="156490" y="159401"/>
                  </a:cubicBezTo>
                  <a:cubicBezTo>
                    <a:pt x="156751" y="161365"/>
                    <a:pt x="156751" y="161365"/>
                    <a:pt x="157188" y="162983"/>
                  </a:cubicBezTo>
                  <a:cubicBezTo>
                    <a:pt x="157679" y="162983"/>
                    <a:pt x="158170" y="162983"/>
                    <a:pt x="158676" y="162983"/>
                  </a:cubicBezTo>
                  <a:cubicBezTo>
                    <a:pt x="158718" y="163856"/>
                    <a:pt x="158718" y="163856"/>
                    <a:pt x="158761" y="164747"/>
                  </a:cubicBezTo>
                  <a:cubicBezTo>
                    <a:pt x="158834" y="165876"/>
                    <a:pt x="158834" y="165876"/>
                    <a:pt x="158909" y="167029"/>
                  </a:cubicBezTo>
                  <a:cubicBezTo>
                    <a:pt x="158974" y="168155"/>
                    <a:pt x="158974" y="168155"/>
                    <a:pt x="159040" y="169305"/>
                  </a:cubicBezTo>
                  <a:cubicBezTo>
                    <a:pt x="159165" y="169920"/>
                    <a:pt x="159291" y="170535"/>
                    <a:pt x="159421" y="171168"/>
                  </a:cubicBezTo>
                  <a:cubicBezTo>
                    <a:pt x="160157" y="171414"/>
                    <a:pt x="160894" y="171659"/>
                    <a:pt x="161653" y="171912"/>
                  </a:cubicBezTo>
                  <a:cubicBezTo>
                    <a:pt x="161981" y="173587"/>
                    <a:pt x="161981" y="173587"/>
                    <a:pt x="162072" y="175633"/>
                  </a:cubicBezTo>
                  <a:cubicBezTo>
                    <a:pt x="162134" y="177622"/>
                    <a:pt x="162134" y="177622"/>
                    <a:pt x="162397" y="179354"/>
                  </a:cubicBezTo>
                  <a:cubicBezTo>
                    <a:pt x="162888" y="179599"/>
                    <a:pt x="163379" y="179845"/>
                    <a:pt x="163885" y="180098"/>
                  </a:cubicBezTo>
                  <a:cubicBezTo>
                    <a:pt x="164361" y="182032"/>
                    <a:pt x="164646" y="183970"/>
                    <a:pt x="164955" y="185938"/>
                  </a:cubicBezTo>
                  <a:cubicBezTo>
                    <a:pt x="165093" y="186466"/>
                    <a:pt x="165231" y="186995"/>
                    <a:pt x="165374" y="187539"/>
                  </a:cubicBezTo>
                  <a:cubicBezTo>
                    <a:pt x="165865" y="187539"/>
                    <a:pt x="166356" y="187539"/>
                    <a:pt x="166862" y="187539"/>
                  </a:cubicBezTo>
                  <a:cubicBezTo>
                    <a:pt x="166904" y="188413"/>
                    <a:pt x="166904" y="188413"/>
                    <a:pt x="166946" y="189304"/>
                  </a:cubicBezTo>
                  <a:cubicBezTo>
                    <a:pt x="167020" y="190433"/>
                    <a:pt x="167020" y="190433"/>
                    <a:pt x="167094" y="191585"/>
                  </a:cubicBezTo>
                  <a:cubicBezTo>
                    <a:pt x="167159" y="192712"/>
                    <a:pt x="167159" y="192712"/>
                    <a:pt x="167225" y="193861"/>
                  </a:cubicBezTo>
                  <a:cubicBezTo>
                    <a:pt x="167351" y="194476"/>
                    <a:pt x="167477" y="195091"/>
                    <a:pt x="167606" y="195725"/>
                  </a:cubicBezTo>
                  <a:cubicBezTo>
                    <a:pt x="168343" y="195970"/>
                    <a:pt x="169079" y="196216"/>
                    <a:pt x="169838" y="196469"/>
                  </a:cubicBezTo>
                  <a:cubicBezTo>
                    <a:pt x="170167" y="198143"/>
                    <a:pt x="170167" y="198143"/>
                    <a:pt x="170257" y="200190"/>
                  </a:cubicBezTo>
                  <a:cubicBezTo>
                    <a:pt x="170320" y="202179"/>
                    <a:pt x="170320" y="202179"/>
                    <a:pt x="170583" y="203910"/>
                  </a:cubicBezTo>
                  <a:cubicBezTo>
                    <a:pt x="171074" y="204156"/>
                    <a:pt x="171565" y="204401"/>
                    <a:pt x="172071" y="204654"/>
                  </a:cubicBezTo>
                  <a:cubicBezTo>
                    <a:pt x="172379" y="206518"/>
                    <a:pt x="172379" y="206518"/>
                    <a:pt x="172536" y="208794"/>
                  </a:cubicBezTo>
                  <a:cubicBezTo>
                    <a:pt x="172619" y="209923"/>
                    <a:pt x="172619" y="209923"/>
                    <a:pt x="172705" y="211076"/>
                  </a:cubicBezTo>
                  <a:cubicBezTo>
                    <a:pt x="172741" y="211658"/>
                    <a:pt x="172777" y="212240"/>
                    <a:pt x="172815" y="212840"/>
                  </a:cubicBezTo>
                  <a:cubicBezTo>
                    <a:pt x="173552" y="212840"/>
                    <a:pt x="174288" y="212840"/>
                    <a:pt x="175047" y="212840"/>
                  </a:cubicBezTo>
                  <a:cubicBezTo>
                    <a:pt x="175293" y="215296"/>
                    <a:pt x="175539" y="217751"/>
                    <a:pt x="175792" y="220281"/>
                  </a:cubicBezTo>
                  <a:cubicBezTo>
                    <a:pt x="176528" y="220281"/>
                    <a:pt x="177265" y="220281"/>
                    <a:pt x="178024" y="220281"/>
                  </a:cubicBezTo>
                  <a:cubicBezTo>
                    <a:pt x="178060" y="220917"/>
                    <a:pt x="178097" y="221553"/>
                    <a:pt x="178134" y="222209"/>
                  </a:cubicBezTo>
                  <a:cubicBezTo>
                    <a:pt x="178218" y="223442"/>
                    <a:pt x="178218" y="223442"/>
                    <a:pt x="178303" y="224700"/>
                  </a:cubicBezTo>
                  <a:cubicBezTo>
                    <a:pt x="178355" y="225520"/>
                    <a:pt x="178407" y="226340"/>
                    <a:pt x="178460" y="227185"/>
                  </a:cubicBezTo>
                  <a:cubicBezTo>
                    <a:pt x="178562" y="227854"/>
                    <a:pt x="178663" y="228522"/>
                    <a:pt x="178768" y="229211"/>
                  </a:cubicBezTo>
                  <a:cubicBezTo>
                    <a:pt x="179259" y="229457"/>
                    <a:pt x="179750" y="229702"/>
                    <a:pt x="180256" y="229955"/>
                  </a:cubicBezTo>
                  <a:cubicBezTo>
                    <a:pt x="180480" y="231304"/>
                    <a:pt x="180480" y="231304"/>
                    <a:pt x="180489" y="232932"/>
                  </a:cubicBezTo>
                  <a:cubicBezTo>
                    <a:pt x="180501" y="233469"/>
                    <a:pt x="180514" y="234006"/>
                    <a:pt x="180527" y="234560"/>
                  </a:cubicBezTo>
                  <a:cubicBezTo>
                    <a:pt x="180438" y="235005"/>
                    <a:pt x="180348" y="235450"/>
                    <a:pt x="180256" y="235908"/>
                  </a:cubicBezTo>
                  <a:cubicBezTo>
                    <a:pt x="177383" y="236866"/>
                    <a:pt x="174666" y="236759"/>
                    <a:pt x="171673" y="236751"/>
                  </a:cubicBezTo>
                  <a:cubicBezTo>
                    <a:pt x="171052" y="236752"/>
                    <a:pt x="170431" y="236753"/>
                    <a:pt x="169791" y="236753"/>
                  </a:cubicBezTo>
                  <a:cubicBezTo>
                    <a:pt x="168479" y="236754"/>
                    <a:pt x="167168" y="236753"/>
                    <a:pt x="165856" y="236749"/>
                  </a:cubicBezTo>
                  <a:cubicBezTo>
                    <a:pt x="163844" y="236745"/>
                    <a:pt x="161832" y="236749"/>
                    <a:pt x="159820" y="236754"/>
                  </a:cubicBezTo>
                  <a:cubicBezTo>
                    <a:pt x="158547" y="236754"/>
                    <a:pt x="157273" y="236753"/>
                    <a:pt x="155999" y="236751"/>
                  </a:cubicBezTo>
                  <a:cubicBezTo>
                    <a:pt x="155395" y="236753"/>
                    <a:pt x="154792" y="236754"/>
                    <a:pt x="154169" y="236756"/>
                  </a:cubicBezTo>
                  <a:cubicBezTo>
                    <a:pt x="149918" y="236738"/>
                    <a:pt x="149918" y="236738"/>
                    <a:pt x="148258" y="235908"/>
                  </a:cubicBezTo>
                  <a:cubicBezTo>
                    <a:pt x="147762" y="234420"/>
                    <a:pt x="147266" y="232932"/>
                    <a:pt x="146770" y="231443"/>
                  </a:cubicBezTo>
                  <a:cubicBezTo>
                    <a:pt x="146279" y="231198"/>
                    <a:pt x="145788" y="230952"/>
                    <a:pt x="145282" y="230699"/>
                  </a:cubicBezTo>
                  <a:cubicBezTo>
                    <a:pt x="145026" y="229214"/>
                    <a:pt x="145026" y="229214"/>
                    <a:pt x="144910" y="227397"/>
                  </a:cubicBezTo>
                  <a:cubicBezTo>
                    <a:pt x="144797" y="224623"/>
                    <a:pt x="144797" y="224623"/>
                    <a:pt x="143049" y="222514"/>
                  </a:cubicBezTo>
                  <a:cubicBezTo>
                    <a:pt x="142804" y="222514"/>
                    <a:pt x="142558" y="222514"/>
                    <a:pt x="142305" y="222514"/>
                  </a:cubicBezTo>
                  <a:cubicBezTo>
                    <a:pt x="142277" y="221886"/>
                    <a:pt x="142250" y="221259"/>
                    <a:pt x="142221" y="220613"/>
                  </a:cubicBezTo>
                  <a:cubicBezTo>
                    <a:pt x="142172" y="219797"/>
                    <a:pt x="142123" y="218982"/>
                    <a:pt x="142073" y="218142"/>
                  </a:cubicBezTo>
                  <a:cubicBezTo>
                    <a:pt x="142008" y="216925"/>
                    <a:pt x="142008" y="216925"/>
                    <a:pt x="141942" y="215683"/>
                  </a:cubicBezTo>
                  <a:cubicBezTo>
                    <a:pt x="141816" y="214990"/>
                    <a:pt x="141691" y="214298"/>
                    <a:pt x="141561" y="213584"/>
                  </a:cubicBezTo>
                  <a:cubicBezTo>
                    <a:pt x="140824" y="213093"/>
                    <a:pt x="140088" y="212602"/>
                    <a:pt x="139329" y="212096"/>
                  </a:cubicBezTo>
                  <a:cubicBezTo>
                    <a:pt x="139329" y="210600"/>
                    <a:pt x="139335" y="209100"/>
                    <a:pt x="139468" y="207611"/>
                  </a:cubicBezTo>
                  <a:cubicBezTo>
                    <a:pt x="139482" y="206064"/>
                    <a:pt x="139482" y="206064"/>
                    <a:pt x="138244" y="205102"/>
                  </a:cubicBezTo>
                  <a:cubicBezTo>
                    <a:pt x="136603" y="203398"/>
                    <a:pt x="136721" y="202001"/>
                    <a:pt x="136585" y="199678"/>
                  </a:cubicBezTo>
                  <a:cubicBezTo>
                    <a:pt x="136536" y="198938"/>
                    <a:pt x="136487" y="198199"/>
                    <a:pt x="136436" y="197437"/>
                  </a:cubicBezTo>
                  <a:cubicBezTo>
                    <a:pt x="136409" y="196872"/>
                    <a:pt x="136381" y="196307"/>
                    <a:pt x="136352" y="195725"/>
                  </a:cubicBezTo>
                  <a:cubicBezTo>
                    <a:pt x="135615" y="195725"/>
                    <a:pt x="134879" y="195725"/>
                    <a:pt x="134120" y="195725"/>
                  </a:cubicBezTo>
                  <a:cubicBezTo>
                    <a:pt x="134092" y="195142"/>
                    <a:pt x="134064" y="194560"/>
                    <a:pt x="134035" y="193960"/>
                  </a:cubicBezTo>
                  <a:cubicBezTo>
                    <a:pt x="133987" y="193207"/>
                    <a:pt x="133938" y="192454"/>
                    <a:pt x="133887" y="191678"/>
                  </a:cubicBezTo>
                  <a:cubicBezTo>
                    <a:pt x="133822" y="190552"/>
                    <a:pt x="133822" y="190552"/>
                    <a:pt x="133756" y="189402"/>
                  </a:cubicBezTo>
                  <a:cubicBezTo>
                    <a:pt x="133631" y="188788"/>
                    <a:pt x="133505" y="188173"/>
                    <a:pt x="133376" y="187539"/>
                  </a:cubicBezTo>
                  <a:cubicBezTo>
                    <a:pt x="132639" y="187294"/>
                    <a:pt x="131902" y="187048"/>
                    <a:pt x="131143" y="186795"/>
                  </a:cubicBezTo>
                  <a:cubicBezTo>
                    <a:pt x="130925" y="184769"/>
                    <a:pt x="130925" y="184769"/>
                    <a:pt x="131004" y="182284"/>
                  </a:cubicBezTo>
                  <a:cubicBezTo>
                    <a:pt x="131034" y="181051"/>
                    <a:pt x="131034" y="181051"/>
                    <a:pt x="131065" y="179793"/>
                  </a:cubicBezTo>
                  <a:cubicBezTo>
                    <a:pt x="131091" y="179157"/>
                    <a:pt x="131116" y="178521"/>
                    <a:pt x="131143" y="177865"/>
                  </a:cubicBezTo>
                  <a:cubicBezTo>
                    <a:pt x="130406" y="177865"/>
                    <a:pt x="129670" y="177865"/>
                    <a:pt x="128911" y="177865"/>
                  </a:cubicBezTo>
                  <a:cubicBezTo>
                    <a:pt x="128665" y="175164"/>
                    <a:pt x="128420" y="172463"/>
                    <a:pt x="128167" y="169680"/>
                  </a:cubicBezTo>
                  <a:cubicBezTo>
                    <a:pt x="127430" y="169680"/>
                    <a:pt x="126693" y="169680"/>
                    <a:pt x="125934" y="169680"/>
                  </a:cubicBezTo>
                  <a:cubicBezTo>
                    <a:pt x="125934" y="168206"/>
                    <a:pt x="125934" y="166733"/>
                    <a:pt x="125934" y="165215"/>
                  </a:cubicBezTo>
                  <a:cubicBezTo>
                    <a:pt x="101623" y="165215"/>
                    <a:pt x="77312" y="165215"/>
                    <a:pt x="52264" y="165215"/>
                  </a:cubicBezTo>
                  <a:cubicBezTo>
                    <a:pt x="52264" y="167179"/>
                    <a:pt x="52264" y="169144"/>
                    <a:pt x="52264" y="171168"/>
                  </a:cubicBezTo>
                  <a:cubicBezTo>
                    <a:pt x="51528" y="171414"/>
                    <a:pt x="50791" y="171659"/>
                    <a:pt x="50032" y="171912"/>
                  </a:cubicBezTo>
                  <a:cubicBezTo>
                    <a:pt x="49649" y="173980"/>
                    <a:pt x="49649" y="173980"/>
                    <a:pt x="49613" y="176377"/>
                  </a:cubicBezTo>
                  <a:cubicBezTo>
                    <a:pt x="49517" y="178842"/>
                    <a:pt x="49517" y="178842"/>
                    <a:pt x="49288" y="180842"/>
                  </a:cubicBezTo>
                  <a:cubicBezTo>
                    <a:pt x="48797" y="181087"/>
                    <a:pt x="48305" y="181333"/>
                    <a:pt x="47799" y="181586"/>
                  </a:cubicBezTo>
                  <a:cubicBezTo>
                    <a:pt x="47284" y="183677"/>
                    <a:pt x="47284" y="183677"/>
                    <a:pt x="46962" y="186097"/>
                  </a:cubicBezTo>
                  <a:cubicBezTo>
                    <a:pt x="46775" y="187331"/>
                    <a:pt x="46775" y="187331"/>
                    <a:pt x="46584" y="188589"/>
                  </a:cubicBezTo>
                  <a:cubicBezTo>
                    <a:pt x="46449" y="189542"/>
                    <a:pt x="46449" y="189542"/>
                    <a:pt x="46311" y="190516"/>
                  </a:cubicBezTo>
                  <a:cubicBezTo>
                    <a:pt x="45574" y="190516"/>
                    <a:pt x="44838" y="190516"/>
                    <a:pt x="44079" y="190516"/>
                  </a:cubicBezTo>
                  <a:cubicBezTo>
                    <a:pt x="44079" y="193463"/>
                    <a:pt x="44079" y="196409"/>
                    <a:pt x="44079" y="199445"/>
                  </a:cubicBezTo>
                  <a:cubicBezTo>
                    <a:pt x="43588" y="199445"/>
                    <a:pt x="43096" y="199445"/>
                    <a:pt x="42590" y="199445"/>
                  </a:cubicBezTo>
                  <a:cubicBezTo>
                    <a:pt x="41685" y="201257"/>
                    <a:pt x="41608" y="202733"/>
                    <a:pt x="41428" y="204747"/>
                  </a:cubicBezTo>
                  <a:cubicBezTo>
                    <a:pt x="41365" y="205425"/>
                    <a:pt x="41303" y="206102"/>
                    <a:pt x="41239" y="206800"/>
                  </a:cubicBezTo>
                  <a:cubicBezTo>
                    <a:pt x="41171" y="207579"/>
                    <a:pt x="41171" y="207579"/>
                    <a:pt x="41102" y="208375"/>
                  </a:cubicBezTo>
                  <a:cubicBezTo>
                    <a:pt x="40365" y="208375"/>
                    <a:pt x="39629" y="208375"/>
                    <a:pt x="38870" y="208375"/>
                  </a:cubicBezTo>
                  <a:cubicBezTo>
                    <a:pt x="38624" y="211567"/>
                    <a:pt x="38379" y="214760"/>
                    <a:pt x="38126" y="218049"/>
                  </a:cubicBezTo>
                  <a:cubicBezTo>
                    <a:pt x="37389" y="218049"/>
                    <a:pt x="36652" y="218049"/>
                    <a:pt x="35893" y="218049"/>
                  </a:cubicBezTo>
                  <a:cubicBezTo>
                    <a:pt x="35919" y="218739"/>
                    <a:pt x="35945" y="219428"/>
                    <a:pt x="35972" y="220139"/>
                  </a:cubicBezTo>
                  <a:cubicBezTo>
                    <a:pt x="36002" y="221476"/>
                    <a:pt x="36002" y="221476"/>
                    <a:pt x="36033" y="222839"/>
                  </a:cubicBezTo>
                  <a:cubicBezTo>
                    <a:pt x="36072" y="224173"/>
                    <a:pt x="36072" y="224173"/>
                    <a:pt x="36111" y="225534"/>
                  </a:cubicBezTo>
                  <a:cubicBezTo>
                    <a:pt x="36039" y="226256"/>
                    <a:pt x="35967" y="226979"/>
                    <a:pt x="35893" y="227723"/>
                  </a:cubicBezTo>
                  <a:cubicBezTo>
                    <a:pt x="35156" y="227968"/>
                    <a:pt x="34420" y="228214"/>
                    <a:pt x="33661" y="228467"/>
                  </a:cubicBezTo>
                  <a:cubicBezTo>
                    <a:pt x="33342" y="230401"/>
                    <a:pt x="33333" y="232276"/>
                    <a:pt x="33292" y="234234"/>
                  </a:cubicBezTo>
                  <a:cubicBezTo>
                    <a:pt x="33168" y="234787"/>
                    <a:pt x="33044" y="235339"/>
                    <a:pt x="32917" y="235908"/>
                  </a:cubicBezTo>
                  <a:cubicBezTo>
                    <a:pt x="30141" y="237044"/>
                    <a:pt x="27035" y="236773"/>
                    <a:pt x="24083" y="236777"/>
                  </a:cubicBezTo>
                  <a:cubicBezTo>
                    <a:pt x="23518" y="236780"/>
                    <a:pt x="22953" y="236782"/>
                    <a:pt x="22371" y="236785"/>
                  </a:cubicBezTo>
                  <a:cubicBezTo>
                    <a:pt x="21178" y="236789"/>
                    <a:pt x="19985" y="236790"/>
                    <a:pt x="18792" y="236790"/>
                  </a:cubicBezTo>
                  <a:cubicBezTo>
                    <a:pt x="16973" y="236792"/>
                    <a:pt x="15154" y="236805"/>
                    <a:pt x="13335" y="236820"/>
                  </a:cubicBezTo>
                  <a:cubicBezTo>
                    <a:pt x="12174" y="236822"/>
                    <a:pt x="11012" y="236823"/>
                    <a:pt x="9851" y="236824"/>
                  </a:cubicBezTo>
                  <a:cubicBezTo>
                    <a:pt x="9310" y="236829"/>
                    <a:pt x="8769" y="236835"/>
                    <a:pt x="8211" y="236840"/>
                  </a:cubicBezTo>
                  <a:cubicBezTo>
                    <a:pt x="5233" y="236827"/>
                    <a:pt x="2793" y="236655"/>
                    <a:pt x="174" y="235164"/>
                  </a:cubicBezTo>
                  <a:cubicBezTo>
                    <a:pt x="-58" y="233211"/>
                    <a:pt x="-58" y="233211"/>
                    <a:pt x="174" y="231443"/>
                  </a:cubicBezTo>
                  <a:cubicBezTo>
                    <a:pt x="666" y="231443"/>
                    <a:pt x="1157" y="231443"/>
                    <a:pt x="1663" y="231443"/>
                  </a:cubicBezTo>
                  <a:cubicBezTo>
                    <a:pt x="2130" y="229568"/>
                    <a:pt x="2379" y="227687"/>
                    <a:pt x="2660" y="225775"/>
                  </a:cubicBezTo>
                  <a:cubicBezTo>
                    <a:pt x="3151" y="224002"/>
                    <a:pt x="3151" y="224002"/>
                    <a:pt x="5383" y="222514"/>
                  </a:cubicBezTo>
                  <a:cubicBezTo>
                    <a:pt x="5570" y="220747"/>
                    <a:pt x="5570" y="220747"/>
                    <a:pt x="5383" y="218793"/>
                  </a:cubicBezTo>
                  <a:cubicBezTo>
                    <a:pt x="5244" y="216793"/>
                    <a:pt x="5244" y="216793"/>
                    <a:pt x="5383" y="215072"/>
                  </a:cubicBezTo>
                  <a:cubicBezTo>
                    <a:pt x="6120" y="214581"/>
                    <a:pt x="6857" y="214090"/>
                    <a:pt x="7616" y="213584"/>
                  </a:cubicBezTo>
                  <a:cubicBezTo>
                    <a:pt x="8049" y="211779"/>
                    <a:pt x="8049" y="211779"/>
                    <a:pt x="8127" y="209770"/>
                  </a:cubicBezTo>
                  <a:cubicBezTo>
                    <a:pt x="8176" y="209093"/>
                    <a:pt x="8225" y="208416"/>
                    <a:pt x="8276" y="207718"/>
                  </a:cubicBezTo>
                  <a:cubicBezTo>
                    <a:pt x="8303" y="207198"/>
                    <a:pt x="8331" y="206678"/>
                    <a:pt x="8360" y="206143"/>
                  </a:cubicBezTo>
                  <a:cubicBezTo>
                    <a:pt x="9097" y="206143"/>
                    <a:pt x="9833" y="206143"/>
                    <a:pt x="10592" y="206143"/>
                  </a:cubicBezTo>
                  <a:cubicBezTo>
                    <a:pt x="10838" y="202950"/>
                    <a:pt x="11084" y="199758"/>
                    <a:pt x="11337" y="196469"/>
                  </a:cubicBezTo>
                  <a:cubicBezTo>
                    <a:pt x="11828" y="196469"/>
                    <a:pt x="12319" y="196469"/>
                    <a:pt x="12825" y="196469"/>
                  </a:cubicBezTo>
                  <a:cubicBezTo>
                    <a:pt x="13288" y="194776"/>
                    <a:pt x="13288" y="194776"/>
                    <a:pt x="13569" y="192748"/>
                  </a:cubicBezTo>
                  <a:cubicBezTo>
                    <a:pt x="13895" y="190702"/>
                    <a:pt x="13895" y="190702"/>
                    <a:pt x="14313" y="189027"/>
                  </a:cubicBezTo>
                  <a:cubicBezTo>
                    <a:pt x="14804" y="188782"/>
                    <a:pt x="15295" y="188536"/>
                    <a:pt x="15801" y="188283"/>
                  </a:cubicBezTo>
                  <a:cubicBezTo>
                    <a:pt x="16067" y="185972"/>
                    <a:pt x="16132" y="183678"/>
                    <a:pt x="16217" y="181354"/>
                  </a:cubicBezTo>
                  <a:cubicBezTo>
                    <a:pt x="16325" y="180694"/>
                    <a:pt x="16434" y="180034"/>
                    <a:pt x="16546" y="179354"/>
                  </a:cubicBezTo>
                  <a:cubicBezTo>
                    <a:pt x="17282" y="179108"/>
                    <a:pt x="18019" y="178862"/>
                    <a:pt x="18778" y="178609"/>
                  </a:cubicBezTo>
                  <a:cubicBezTo>
                    <a:pt x="19215" y="177034"/>
                    <a:pt x="19215" y="177034"/>
                    <a:pt x="19290" y="175214"/>
                  </a:cubicBezTo>
                  <a:cubicBezTo>
                    <a:pt x="19338" y="174599"/>
                    <a:pt x="19387" y="173985"/>
                    <a:pt x="19438" y="173351"/>
                  </a:cubicBezTo>
                  <a:cubicBezTo>
                    <a:pt x="19466" y="172876"/>
                    <a:pt x="19493" y="172401"/>
                    <a:pt x="19522" y="171912"/>
                  </a:cubicBezTo>
                  <a:cubicBezTo>
                    <a:pt x="20259" y="171912"/>
                    <a:pt x="20995" y="171912"/>
                    <a:pt x="21754" y="171912"/>
                  </a:cubicBezTo>
                  <a:cubicBezTo>
                    <a:pt x="21746" y="171339"/>
                    <a:pt x="21737" y="170765"/>
                    <a:pt x="21728" y="170174"/>
                  </a:cubicBezTo>
                  <a:cubicBezTo>
                    <a:pt x="21722" y="169428"/>
                    <a:pt x="21715" y="168681"/>
                    <a:pt x="21708" y="167912"/>
                  </a:cubicBezTo>
                  <a:cubicBezTo>
                    <a:pt x="21699" y="167170"/>
                    <a:pt x="21691" y="166428"/>
                    <a:pt x="21682" y="165663"/>
                  </a:cubicBezTo>
                  <a:cubicBezTo>
                    <a:pt x="21754" y="163727"/>
                    <a:pt x="21754" y="163727"/>
                    <a:pt x="22499" y="162238"/>
                  </a:cubicBezTo>
                  <a:cubicBezTo>
                    <a:pt x="23235" y="162238"/>
                    <a:pt x="23972" y="162238"/>
                    <a:pt x="24731" y="162238"/>
                  </a:cubicBezTo>
                  <a:cubicBezTo>
                    <a:pt x="24731" y="159292"/>
                    <a:pt x="24731" y="156345"/>
                    <a:pt x="24731" y="153309"/>
                  </a:cubicBezTo>
                  <a:cubicBezTo>
                    <a:pt x="25468" y="153554"/>
                    <a:pt x="26204" y="153800"/>
                    <a:pt x="26963" y="154053"/>
                  </a:cubicBezTo>
                  <a:cubicBezTo>
                    <a:pt x="26991" y="153417"/>
                    <a:pt x="27019" y="152781"/>
                    <a:pt x="27048" y="152126"/>
                  </a:cubicBezTo>
                  <a:cubicBezTo>
                    <a:pt x="27121" y="150893"/>
                    <a:pt x="27121" y="150893"/>
                    <a:pt x="27196" y="149635"/>
                  </a:cubicBezTo>
                  <a:cubicBezTo>
                    <a:pt x="27261" y="148404"/>
                    <a:pt x="27261" y="148404"/>
                    <a:pt x="27327" y="147149"/>
                  </a:cubicBezTo>
                  <a:cubicBezTo>
                    <a:pt x="27452" y="146481"/>
                    <a:pt x="27578" y="145812"/>
                    <a:pt x="27708" y="145123"/>
                  </a:cubicBezTo>
                  <a:cubicBezTo>
                    <a:pt x="28444" y="144878"/>
                    <a:pt x="29181" y="144632"/>
                    <a:pt x="29940" y="144379"/>
                  </a:cubicBezTo>
                  <a:cubicBezTo>
                    <a:pt x="30322" y="142482"/>
                    <a:pt x="30322" y="142482"/>
                    <a:pt x="30359" y="140286"/>
                  </a:cubicBezTo>
                  <a:cubicBezTo>
                    <a:pt x="30455" y="138031"/>
                    <a:pt x="30455" y="138031"/>
                    <a:pt x="30684" y="136193"/>
                  </a:cubicBezTo>
                  <a:cubicBezTo>
                    <a:pt x="31175" y="135948"/>
                    <a:pt x="31666" y="135702"/>
                    <a:pt x="32172" y="135449"/>
                  </a:cubicBezTo>
                  <a:cubicBezTo>
                    <a:pt x="32437" y="133332"/>
                    <a:pt x="32503" y="131232"/>
                    <a:pt x="32588" y="129101"/>
                  </a:cubicBezTo>
                  <a:cubicBezTo>
                    <a:pt x="32697" y="128495"/>
                    <a:pt x="32805" y="127888"/>
                    <a:pt x="32917" y="127264"/>
                  </a:cubicBezTo>
                  <a:cubicBezTo>
                    <a:pt x="33653" y="127018"/>
                    <a:pt x="34390" y="126773"/>
                    <a:pt x="35149" y="126520"/>
                  </a:cubicBezTo>
                  <a:cubicBezTo>
                    <a:pt x="35588" y="124601"/>
                    <a:pt x="35588" y="124601"/>
                    <a:pt x="35661" y="122380"/>
                  </a:cubicBezTo>
                  <a:cubicBezTo>
                    <a:pt x="35710" y="121627"/>
                    <a:pt x="35758" y="120874"/>
                    <a:pt x="35809" y="120099"/>
                  </a:cubicBezTo>
                  <a:cubicBezTo>
                    <a:pt x="35851" y="119225"/>
                    <a:pt x="35851" y="119225"/>
                    <a:pt x="35893" y="118334"/>
                  </a:cubicBezTo>
                  <a:cubicBezTo>
                    <a:pt x="36630" y="118334"/>
                    <a:pt x="37367" y="118334"/>
                    <a:pt x="38126" y="118334"/>
                  </a:cubicBezTo>
                  <a:cubicBezTo>
                    <a:pt x="38371" y="115633"/>
                    <a:pt x="38617" y="112932"/>
                    <a:pt x="38870" y="110149"/>
                  </a:cubicBezTo>
                  <a:cubicBezTo>
                    <a:pt x="39606" y="110149"/>
                    <a:pt x="40343" y="110149"/>
                    <a:pt x="41102" y="110149"/>
                  </a:cubicBezTo>
                  <a:cubicBezTo>
                    <a:pt x="41063" y="109195"/>
                    <a:pt x="41063" y="109195"/>
                    <a:pt x="41024" y="108221"/>
                  </a:cubicBezTo>
                  <a:cubicBezTo>
                    <a:pt x="41004" y="107399"/>
                    <a:pt x="40983" y="106577"/>
                    <a:pt x="40963" y="105730"/>
                  </a:cubicBezTo>
                  <a:cubicBezTo>
                    <a:pt x="40924" y="104500"/>
                    <a:pt x="40924" y="104500"/>
                    <a:pt x="40884" y="103245"/>
                  </a:cubicBezTo>
                  <a:cubicBezTo>
                    <a:pt x="40956" y="102576"/>
                    <a:pt x="41028" y="101908"/>
                    <a:pt x="41102" y="101219"/>
                  </a:cubicBezTo>
                  <a:cubicBezTo>
                    <a:pt x="41839" y="100973"/>
                    <a:pt x="42576" y="100728"/>
                    <a:pt x="43335" y="100475"/>
                  </a:cubicBezTo>
                  <a:cubicBezTo>
                    <a:pt x="43772" y="98727"/>
                    <a:pt x="43772" y="98727"/>
                    <a:pt x="43846" y="96708"/>
                  </a:cubicBezTo>
                  <a:cubicBezTo>
                    <a:pt x="43895" y="96024"/>
                    <a:pt x="43944" y="95340"/>
                    <a:pt x="43994" y="94635"/>
                  </a:cubicBezTo>
                  <a:cubicBezTo>
                    <a:pt x="44022" y="94106"/>
                    <a:pt x="44050" y="93578"/>
                    <a:pt x="44079" y="93033"/>
                  </a:cubicBezTo>
                  <a:cubicBezTo>
                    <a:pt x="44570" y="93033"/>
                    <a:pt x="45061" y="93033"/>
                    <a:pt x="45567" y="93033"/>
                  </a:cubicBezTo>
                  <a:cubicBezTo>
                    <a:pt x="45702" y="92079"/>
                    <a:pt x="45702" y="92079"/>
                    <a:pt x="45840" y="91106"/>
                  </a:cubicBezTo>
                  <a:cubicBezTo>
                    <a:pt x="45965" y="90284"/>
                    <a:pt x="46090" y="89462"/>
                    <a:pt x="46218" y="88615"/>
                  </a:cubicBezTo>
                  <a:cubicBezTo>
                    <a:pt x="46339" y="87795"/>
                    <a:pt x="46460" y="86975"/>
                    <a:pt x="46584" y="86130"/>
                  </a:cubicBezTo>
                  <a:cubicBezTo>
                    <a:pt x="46740" y="85461"/>
                    <a:pt x="46895" y="84792"/>
                    <a:pt x="47055" y="84104"/>
                  </a:cubicBezTo>
                  <a:cubicBezTo>
                    <a:pt x="47546" y="83858"/>
                    <a:pt x="48038" y="83613"/>
                    <a:pt x="48544" y="83360"/>
                  </a:cubicBezTo>
                  <a:cubicBezTo>
                    <a:pt x="48892" y="81435"/>
                    <a:pt x="48892" y="81435"/>
                    <a:pt x="49009" y="79220"/>
                  </a:cubicBezTo>
                  <a:cubicBezTo>
                    <a:pt x="49064" y="78467"/>
                    <a:pt x="49120" y="77714"/>
                    <a:pt x="49177" y="76938"/>
                  </a:cubicBezTo>
                  <a:cubicBezTo>
                    <a:pt x="49232" y="76065"/>
                    <a:pt x="49232" y="76065"/>
                    <a:pt x="49288" y="75174"/>
                  </a:cubicBezTo>
                  <a:cubicBezTo>
                    <a:pt x="50024" y="75174"/>
                    <a:pt x="50761" y="75174"/>
                    <a:pt x="51520" y="75174"/>
                  </a:cubicBezTo>
                  <a:cubicBezTo>
                    <a:pt x="51548" y="74538"/>
                    <a:pt x="51576" y="73902"/>
                    <a:pt x="51604" y="73247"/>
                  </a:cubicBezTo>
                  <a:cubicBezTo>
                    <a:pt x="51653" y="72425"/>
                    <a:pt x="51702" y="71603"/>
                    <a:pt x="51753" y="70756"/>
                  </a:cubicBezTo>
                  <a:cubicBezTo>
                    <a:pt x="51796" y="69935"/>
                    <a:pt x="51839" y="69115"/>
                    <a:pt x="51883" y="68270"/>
                  </a:cubicBezTo>
                  <a:cubicBezTo>
                    <a:pt x="52072" y="67267"/>
                    <a:pt x="52072" y="67267"/>
                    <a:pt x="52264" y="66244"/>
                  </a:cubicBezTo>
                  <a:cubicBezTo>
                    <a:pt x="53001" y="65999"/>
                    <a:pt x="53738" y="65753"/>
                    <a:pt x="54497" y="65500"/>
                  </a:cubicBezTo>
                  <a:cubicBezTo>
                    <a:pt x="54879" y="63603"/>
                    <a:pt x="54879" y="63603"/>
                    <a:pt x="54915" y="61407"/>
                  </a:cubicBezTo>
                  <a:cubicBezTo>
                    <a:pt x="55011" y="59152"/>
                    <a:pt x="55011" y="59152"/>
                    <a:pt x="55241" y="57315"/>
                  </a:cubicBezTo>
                  <a:cubicBezTo>
                    <a:pt x="55732" y="57069"/>
                    <a:pt x="56223" y="56823"/>
                    <a:pt x="56729" y="56570"/>
                  </a:cubicBezTo>
                  <a:cubicBezTo>
                    <a:pt x="57078" y="54646"/>
                    <a:pt x="57078" y="54646"/>
                    <a:pt x="57194" y="52431"/>
                  </a:cubicBezTo>
                  <a:cubicBezTo>
                    <a:pt x="57250" y="51678"/>
                    <a:pt x="57305" y="50925"/>
                    <a:pt x="57363" y="50149"/>
                  </a:cubicBezTo>
                  <a:cubicBezTo>
                    <a:pt x="57417" y="49276"/>
                    <a:pt x="57417" y="49276"/>
                    <a:pt x="57473" y="48385"/>
                  </a:cubicBezTo>
                  <a:cubicBezTo>
                    <a:pt x="58578" y="48753"/>
                    <a:pt x="58578" y="48753"/>
                    <a:pt x="59706" y="49129"/>
                  </a:cubicBezTo>
                  <a:cubicBezTo>
                    <a:pt x="59951" y="45937"/>
                    <a:pt x="60197" y="42744"/>
                    <a:pt x="60450" y="39455"/>
                  </a:cubicBezTo>
                  <a:cubicBezTo>
                    <a:pt x="61187" y="39455"/>
                    <a:pt x="61923" y="39455"/>
                    <a:pt x="62682" y="39455"/>
                  </a:cubicBezTo>
                  <a:cubicBezTo>
                    <a:pt x="62737" y="38662"/>
                    <a:pt x="62737" y="38662"/>
                    <a:pt x="62793" y="37854"/>
                  </a:cubicBezTo>
                  <a:cubicBezTo>
                    <a:pt x="62848" y="37170"/>
                    <a:pt x="62904" y="36486"/>
                    <a:pt x="62961" y="35781"/>
                  </a:cubicBezTo>
                  <a:cubicBezTo>
                    <a:pt x="63039" y="34758"/>
                    <a:pt x="63039" y="34758"/>
                    <a:pt x="63118" y="33714"/>
                  </a:cubicBezTo>
                  <a:cubicBezTo>
                    <a:pt x="63271" y="32873"/>
                    <a:pt x="63271" y="32873"/>
                    <a:pt x="63426" y="32014"/>
                  </a:cubicBezTo>
                  <a:cubicBezTo>
                    <a:pt x="63917" y="31768"/>
                    <a:pt x="64409" y="31523"/>
                    <a:pt x="64915" y="31270"/>
                  </a:cubicBezTo>
                  <a:cubicBezTo>
                    <a:pt x="65180" y="28959"/>
                    <a:pt x="65245" y="26664"/>
                    <a:pt x="65330" y="24340"/>
                  </a:cubicBezTo>
                  <a:cubicBezTo>
                    <a:pt x="65493" y="23350"/>
                    <a:pt x="65493" y="23350"/>
                    <a:pt x="65659" y="22340"/>
                  </a:cubicBezTo>
                  <a:cubicBezTo>
                    <a:pt x="66395" y="22094"/>
                    <a:pt x="67132" y="21849"/>
                    <a:pt x="67891" y="21596"/>
                  </a:cubicBezTo>
                  <a:cubicBezTo>
                    <a:pt x="68328" y="20020"/>
                    <a:pt x="68328" y="20020"/>
                    <a:pt x="68403" y="18201"/>
                  </a:cubicBezTo>
                  <a:cubicBezTo>
                    <a:pt x="68452" y="17586"/>
                    <a:pt x="68501" y="16971"/>
                    <a:pt x="68551" y="16337"/>
                  </a:cubicBezTo>
                  <a:cubicBezTo>
                    <a:pt x="68579" y="15863"/>
                    <a:pt x="68607" y="15388"/>
                    <a:pt x="68635" y="14899"/>
                  </a:cubicBezTo>
                  <a:cubicBezTo>
                    <a:pt x="69372" y="14899"/>
                    <a:pt x="70109" y="14899"/>
                    <a:pt x="70868" y="14899"/>
                  </a:cubicBezTo>
                  <a:cubicBezTo>
                    <a:pt x="71236" y="10110"/>
                    <a:pt x="71236" y="10110"/>
                    <a:pt x="71612" y="5225"/>
                  </a:cubicBezTo>
                  <a:cubicBezTo>
                    <a:pt x="72349" y="5225"/>
                    <a:pt x="73085" y="5225"/>
                    <a:pt x="73844" y="5225"/>
                  </a:cubicBezTo>
                  <a:cubicBezTo>
                    <a:pt x="74090" y="3751"/>
                    <a:pt x="74335" y="2278"/>
                    <a:pt x="74588" y="760"/>
                  </a:cubicBezTo>
                  <a:cubicBezTo>
                    <a:pt x="78694" y="595"/>
                    <a:pt x="82798" y="473"/>
                    <a:pt x="86906" y="392"/>
                  </a:cubicBezTo>
                  <a:cubicBezTo>
                    <a:pt x="88304" y="358"/>
                    <a:pt x="89701" y="313"/>
                    <a:pt x="91098" y="255"/>
                  </a:cubicBezTo>
                  <a:cubicBezTo>
                    <a:pt x="93105" y="174"/>
                    <a:pt x="95108" y="136"/>
                    <a:pt x="97116" y="106"/>
                  </a:cubicBezTo>
                  <a:cubicBezTo>
                    <a:pt x="97743" y="71"/>
                    <a:pt x="98370" y="37"/>
                    <a:pt x="99017" y="1"/>
                  </a:cubicBezTo>
                  <a:close/>
                </a:path>
              </a:pathLst>
            </a:custGeom>
            <a:grpFill/>
            <a:ln w="744" cap="flat">
              <a:noFill/>
              <a:prstDash val="solid"/>
              <a:miter/>
            </a:ln>
          </p:spPr>
          <p:txBody>
            <a:bodyPr rtlCol="0" anchor="ctr"/>
            <a:lstStyle/>
            <a:p>
              <a:endParaRPr lang="zh-CN" altLang="en-US"/>
            </a:p>
          </p:txBody>
        </p:sp>
        <p:sp>
          <p:nvSpPr>
            <p:cNvPr id="129" name="任意多边形: 形状 128"/>
            <p:cNvSpPr/>
            <p:nvPr/>
          </p:nvSpPr>
          <p:spPr>
            <a:xfrm>
              <a:off x="9992784" y="1392787"/>
              <a:ext cx="145935" cy="236236"/>
            </a:xfrm>
            <a:custGeom>
              <a:avLst/>
              <a:gdLst>
                <a:gd name="connsiteX0" fmla="*/ 18764 w 145935"/>
                <a:gd name="connsiteY0" fmla="*/ 1556 h 236236"/>
                <a:gd name="connsiteX1" fmla="*/ 20398 w 145935"/>
                <a:gd name="connsiteY1" fmla="*/ 1563 h 236236"/>
                <a:gd name="connsiteX2" fmla="*/ 22122 w 145935"/>
                <a:gd name="connsiteY2" fmla="*/ 1561 h 236236"/>
                <a:gd name="connsiteX3" fmla="*/ 27884 w 145935"/>
                <a:gd name="connsiteY3" fmla="*/ 1568 h 236236"/>
                <a:gd name="connsiteX4" fmla="*/ 31997 w 145935"/>
                <a:gd name="connsiteY4" fmla="*/ 1568 h 236236"/>
                <a:gd name="connsiteX5" fmla="*/ 43201 w 145935"/>
                <a:gd name="connsiteY5" fmla="*/ 1577 h 236236"/>
                <a:gd name="connsiteX6" fmla="*/ 54895 w 145935"/>
                <a:gd name="connsiteY6" fmla="*/ 1583 h 236236"/>
                <a:gd name="connsiteX7" fmla="*/ 77056 w 145935"/>
                <a:gd name="connsiteY7" fmla="*/ 1599 h 236236"/>
                <a:gd name="connsiteX8" fmla="*/ 102279 w 145935"/>
                <a:gd name="connsiteY8" fmla="*/ 1615 h 236236"/>
                <a:gd name="connsiteX9" fmla="*/ 154180 w 145935"/>
                <a:gd name="connsiteY9" fmla="*/ 1652 h 236236"/>
                <a:gd name="connsiteX10" fmla="*/ 154221 w 145935"/>
                <a:gd name="connsiteY10" fmla="*/ 14329 h 236236"/>
                <a:gd name="connsiteX11" fmla="*/ 154236 w 145935"/>
                <a:gd name="connsiteY11" fmla="*/ 18645 h 236236"/>
                <a:gd name="connsiteX12" fmla="*/ 154253 w 145935"/>
                <a:gd name="connsiteY12" fmla="*/ 24834 h 236236"/>
                <a:gd name="connsiteX13" fmla="*/ 154264 w 145935"/>
                <a:gd name="connsiteY13" fmla="*/ 26796 h 236236"/>
                <a:gd name="connsiteX14" fmla="*/ 154180 w 145935"/>
                <a:gd name="connsiteY14" fmla="*/ 31418 h 236236"/>
                <a:gd name="connsiteX15" fmla="*/ 151636 w 145935"/>
                <a:gd name="connsiteY15" fmla="*/ 32254 h 236236"/>
                <a:gd name="connsiteX16" fmla="*/ 149194 w 145935"/>
                <a:gd name="connsiteY16" fmla="*/ 32252 h 236236"/>
                <a:gd name="connsiteX17" fmla="*/ 146401 w 145935"/>
                <a:gd name="connsiteY17" fmla="*/ 32255 h 236236"/>
                <a:gd name="connsiteX18" fmla="*/ 143310 w 145935"/>
                <a:gd name="connsiteY18" fmla="*/ 32247 h 236236"/>
                <a:gd name="connsiteX19" fmla="*/ 140077 w 145935"/>
                <a:gd name="connsiteY19" fmla="*/ 32247 h 236236"/>
                <a:gd name="connsiteX20" fmla="*/ 131272 w 145935"/>
                <a:gd name="connsiteY20" fmla="*/ 32238 h 236236"/>
                <a:gd name="connsiteX21" fmla="*/ 122080 w 145935"/>
                <a:gd name="connsiteY21" fmla="*/ 32232 h 236236"/>
                <a:gd name="connsiteX22" fmla="*/ 104663 w 145935"/>
                <a:gd name="connsiteY22" fmla="*/ 32216 h 236236"/>
                <a:gd name="connsiteX23" fmla="*/ 84838 w 145935"/>
                <a:gd name="connsiteY23" fmla="*/ 32200 h 236236"/>
                <a:gd name="connsiteX24" fmla="*/ 44047 w 145935"/>
                <a:gd name="connsiteY24" fmla="*/ 32162 h 236236"/>
                <a:gd name="connsiteX25" fmla="*/ 44414 w 145935"/>
                <a:gd name="connsiteY25" fmla="*/ 33481 h 236236"/>
                <a:gd name="connsiteX26" fmla="*/ 44888 w 145935"/>
                <a:gd name="connsiteY26" fmla="*/ 41167 h 236236"/>
                <a:gd name="connsiteX27" fmla="*/ 44892 w 145935"/>
                <a:gd name="connsiteY27" fmla="*/ 43002 h 236236"/>
                <a:gd name="connsiteX28" fmla="*/ 44890 w 145935"/>
                <a:gd name="connsiteY28" fmla="*/ 48998 h 236236"/>
                <a:gd name="connsiteX29" fmla="*/ 44892 w 145935"/>
                <a:gd name="connsiteY29" fmla="*/ 53169 h 236236"/>
                <a:gd name="connsiteX30" fmla="*/ 44888 w 145935"/>
                <a:gd name="connsiteY30" fmla="*/ 61906 h 236236"/>
                <a:gd name="connsiteX31" fmla="*/ 44891 w 145935"/>
                <a:gd name="connsiteY31" fmla="*/ 73106 h 236236"/>
                <a:gd name="connsiteX32" fmla="*/ 44891 w 145935"/>
                <a:gd name="connsiteY32" fmla="*/ 81717 h 236236"/>
                <a:gd name="connsiteX33" fmla="*/ 44893 w 145935"/>
                <a:gd name="connsiteY33" fmla="*/ 85847 h 236236"/>
                <a:gd name="connsiteX34" fmla="*/ 44888 w 145935"/>
                <a:gd name="connsiteY34" fmla="*/ 91618 h 236236"/>
                <a:gd name="connsiteX35" fmla="*/ 44892 w 145935"/>
                <a:gd name="connsiteY35" fmla="*/ 93342 h 236236"/>
                <a:gd name="connsiteX36" fmla="*/ 44047 w 145935"/>
                <a:gd name="connsiteY36" fmla="*/ 100623 h 236236"/>
                <a:gd name="connsiteX37" fmla="*/ 45647 w 145935"/>
                <a:gd name="connsiteY37" fmla="*/ 100621 h 236236"/>
                <a:gd name="connsiteX38" fmla="*/ 84138 w 145935"/>
                <a:gd name="connsiteY38" fmla="*/ 100585 h 236236"/>
                <a:gd name="connsiteX39" fmla="*/ 102752 w 145935"/>
                <a:gd name="connsiteY39" fmla="*/ 100567 h 236236"/>
                <a:gd name="connsiteX40" fmla="*/ 118971 w 145935"/>
                <a:gd name="connsiteY40" fmla="*/ 100553 h 236236"/>
                <a:gd name="connsiteX41" fmla="*/ 127563 w 145935"/>
                <a:gd name="connsiteY41" fmla="*/ 100544 h 236236"/>
                <a:gd name="connsiteX42" fmla="*/ 135644 w 145935"/>
                <a:gd name="connsiteY42" fmla="*/ 100539 h 236236"/>
                <a:gd name="connsiteX43" fmla="*/ 140037 w 145935"/>
                <a:gd name="connsiteY43" fmla="*/ 100531 h 236236"/>
                <a:gd name="connsiteX44" fmla="*/ 142661 w 145935"/>
                <a:gd name="connsiteY44" fmla="*/ 100534 h 236236"/>
                <a:gd name="connsiteX45" fmla="*/ 144952 w 145935"/>
                <a:gd name="connsiteY45" fmla="*/ 100532 h 236236"/>
                <a:gd name="connsiteX46" fmla="*/ 148227 w 145935"/>
                <a:gd name="connsiteY46" fmla="*/ 101367 h 236236"/>
                <a:gd name="connsiteX47" fmla="*/ 148425 w 145935"/>
                <a:gd name="connsiteY47" fmla="*/ 107762 h 236236"/>
                <a:gd name="connsiteX48" fmla="*/ 148429 w 145935"/>
                <a:gd name="connsiteY48" fmla="*/ 109706 h 236236"/>
                <a:gd name="connsiteX49" fmla="*/ 148421 w 145935"/>
                <a:gd name="connsiteY49" fmla="*/ 113782 h 236236"/>
                <a:gd name="connsiteX50" fmla="*/ 148431 w 145935"/>
                <a:gd name="connsiteY50" fmla="*/ 120043 h 236236"/>
                <a:gd name="connsiteX51" fmla="*/ 148425 w 145935"/>
                <a:gd name="connsiteY51" fmla="*/ 123994 h 236236"/>
                <a:gd name="connsiteX52" fmla="*/ 148434 w 145935"/>
                <a:gd name="connsiteY52" fmla="*/ 125899 h 236236"/>
                <a:gd name="connsiteX53" fmla="*/ 148227 w 145935"/>
                <a:gd name="connsiteY53" fmla="*/ 130389 h 236236"/>
                <a:gd name="connsiteX54" fmla="*/ 142661 w 145935"/>
                <a:gd name="connsiteY54" fmla="*/ 131222 h 236236"/>
                <a:gd name="connsiteX55" fmla="*/ 140037 w 145935"/>
                <a:gd name="connsiteY55" fmla="*/ 131225 h 236236"/>
                <a:gd name="connsiteX56" fmla="*/ 137143 w 145935"/>
                <a:gd name="connsiteY56" fmla="*/ 131217 h 236236"/>
                <a:gd name="connsiteX57" fmla="*/ 134107 w 145935"/>
                <a:gd name="connsiteY57" fmla="*/ 131218 h 236236"/>
                <a:gd name="connsiteX58" fmla="*/ 125851 w 145935"/>
                <a:gd name="connsiteY58" fmla="*/ 131208 h 236236"/>
                <a:gd name="connsiteX59" fmla="*/ 117229 w 145935"/>
                <a:gd name="connsiteY59" fmla="*/ 131202 h 236236"/>
                <a:gd name="connsiteX60" fmla="*/ 100895 w 145935"/>
                <a:gd name="connsiteY60" fmla="*/ 131186 h 236236"/>
                <a:gd name="connsiteX61" fmla="*/ 82301 w 145935"/>
                <a:gd name="connsiteY61" fmla="*/ 131170 h 236236"/>
                <a:gd name="connsiteX62" fmla="*/ 44047 w 145935"/>
                <a:gd name="connsiteY62" fmla="*/ 131133 h 236236"/>
                <a:gd name="connsiteX63" fmla="*/ 44414 w 145935"/>
                <a:gd name="connsiteY63" fmla="*/ 132434 h 236236"/>
                <a:gd name="connsiteX64" fmla="*/ 44886 w 145935"/>
                <a:gd name="connsiteY64" fmla="*/ 137108 h 236236"/>
                <a:gd name="connsiteX65" fmla="*/ 44892 w 145935"/>
                <a:gd name="connsiteY65" fmla="*/ 138894 h 236236"/>
                <a:gd name="connsiteX66" fmla="*/ 44888 w 145935"/>
                <a:gd name="connsiteY66" fmla="*/ 140833 h 236236"/>
                <a:gd name="connsiteX67" fmla="*/ 44892 w 145935"/>
                <a:gd name="connsiteY67" fmla="*/ 142891 h 236236"/>
                <a:gd name="connsiteX68" fmla="*/ 44890 w 145935"/>
                <a:gd name="connsiteY68" fmla="*/ 149623 h 236236"/>
                <a:gd name="connsiteX69" fmla="*/ 44892 w 145935"/>
                <a:gd name="connsiteY69" fmla="*/ 154299 h 236236"/>
                <a:gd name="connsiteX70" fmla="*/ 44888 w 145935"/>
                <a:gd name="connsiteY70" fmla="*/ 164097 h 236236"/>
                <a:gd name="connsiteX71" fmla="*/ 44891 w 145935"/>
                <a:gd name="connsiteY71" fmla="*/ 176669 h 236236"/>
                <a:gd name="connsiteX72" fmla="*/ 44891 w 145935"/>
                <a:gd name="connsiteY72" fmla="*/ 186323 h 236236"/>
                <a:gd name="connsiteX73" fmla="*/ 44893 w 145935"/>
                <a:gd name="connsiteY73" fmla="*/ 190959 h 236236"/>
                <a:gd name="connsiteX74" fmla="*/ 44888 w 145935"/>
                <a:gd name="connsiteY74" fmla="*/ 197431 h 236236"/>
                <a:gd name="connsiteX75" fmla="*/ 44892 w 145935"/>
                <a:gd name="connsiteY75" fmla="*/ 199375 h 236236"/>
                <a:gd name="connsiteX76" fmla="*/ 44047 w 145935"/>
                <a:gd name="connsiteY76" fmla="*/ 206291 h 236236"/>
                <a:gd name="connsiteX77" fmla="*/ 45835 w 145935"/>
                <a:gd name="connsiteY77" fmla="*/ 206289 h 236236"/>
                <a:gd name="connsiteX78" fmla="*/ 88834 w 145935"/>
                <a:gd name="connsiteY78" fmla="*/ 206253 h 236236"/>
                <a:gd name="connsiteX79" fmla="*/ 109627 w 145935"/>
                <a:gd name="connsiteY79" fmla="*/ 206235 h 236236"/>
                <a:gd name="connsiteX80" fmla="*/ 127744 w 145935"/>
                <a:gd name="connsiteY80" fmla="*/ 206221 h 236236"/>
                <a:gd name="connsiteX81" fmla="*/ 137343 w 145935"/>
                <a:gd name="connsiteY81" fmla="*/ 206212 h 236236"/>
                <a:gd name="connsiteX82" fmla="*/ 146367 w 145935"/>
                <a:gd name="connsiteY82" fmla="*/ 206207 h 236236"/>
                <a:gd name="connsiteX83" fmla="*/ 149689 w 145935"/>
                <a:gd name="connsiteY83" fmla="*/ 206202 h 236236"/>
                <a:gd name="connsiteX84" fmla="*/ 154205 w 145935"/>
                <a:gd name="connsiteY84" fmla="*/ 206202 h 236236"/>
                <a:gd name="connsiteX85" fmla="*/ 156764 w 145935"/>
                <a:gd name="connsiteY85" fmla="*/ 206200 h 236236"/>
                <a:gd name="connsiteX86" fmla="*/ 159389 w 145935"/>
                <a:gd name="connsiteY86" fmla="*/ 207035 h 236236"/>
                <a:gd name="connsiteX87" fmla="*/ 159650 w 145935"/>
                <a:gd name="connsiteY87" fmla="*/ 219768 h 236236"/>
                <a:gd name="connsiteX88" fmla="*/ 159711 w 145935"/>
                <a:gd name="connsiteY88" fmla="*/ 224068 h 236236"/>
                <a:gd name="connsiteX89" fmla="*/ 159779 w 145935"/>
                <a:gd name="connsiteY89" fmla="*/ 230243 h 236236"/>
                <a:gd name="connsiteX90" fmla="*/ 159830 w 145935"/>
                <a:gd name="connsiteY90" fmla="*/ 232197 h 236236"/>
                <a:gd name="connsiteX91" fmla="*/ 159389 w 145935"/>
                <a:gd name="connsiteY91" fmla="*/ 236801 h 236236"/>
                <a:gd name="connsiteX92" fmla="*/ 149986 w 145935"/>
                <a:gd name="connsiteY92" fmla="*/ 237644 h 236236"/>
                <a:gd name="connsiteX93" fmla="*/ 148270 w 145935"/>
                <a:gd name="connsiteY93" fmla="*/ 237650 h 236236"/>
                <a:gd name="connsiteX94" fmla="*/ 142588 w 145935"/>
                <a:gd name="connsiteY94" fmla="*/ 237653 h 236236"/>
                <a:gd name="connsiteX95" fmla="*/ 138510 w 145935"/>
                <a:gd name="connsiteY95" fmla="*/ 237661 h 236236"/>
                <a:gd name="connsiteX96" fmla="*/ 127440 w 145935"/>
                <a:gd name="connsiteY96" fmla="*/ 237669 h 236236"/>
                <a:gd name="connsiteX97" fmla="*/ 118203 w 145935"/>
                <a:gd name="connsiteY97" fmla="*/ 237676 h 236236"/>
                <a:gd name="connsiteX98" fmla="*/ 96416 w 145935"/>
                <a:gd name="connsiteY98" fmla="*/ 237683 h 236236"/>
                <a:gd name="connsiteX99" fmla="*/ 73926 w 145935"/>
                <a:gd name="connsiteY99" fmla="*/ 237702 h 236236"/>
                <a:gd name="connsiteX100" fmla="*/ 54624 w 145935"/>
                <a:gd name="connsiteY100" fmla="*/ 237715 h 236236"/>
                <a:gd name="connsiteX101" fmla="*/ 43092 w 145935"/>
                <a:gd name="connsiteY101" fmla="*/ 237725 h 236236"/>
                <a:gd name="connsiteX102" fmla="*/ 32254 w 145935"/>
                <a:gd name="connsiteY102" fmla="*/ 237727 h 236236"/>
                <a:gd name="connsiteX103" fmla="*/ 28273 w 145935"/>
                <a:gd name="connsiteY103" fmla="*/ 237732 h 236236"/>
                <a:gd name="connsiteX104" fmla="*/ 22846 w 145935"/>
                <a:gd name="connsiteY104" fmla="*/ 237729 h 236236"/>
                <a:gd name="connsiteX105" fmla="*/ 21248 w 145935"/>
                <a:gd name="connsiteY105" fmla="*/ 237741 h 236236"/>
                <a:gd name="connsiteX106" fmla="*/ 14282 w 145935"/>
                <a:gd name="connsiteY106" fmla="*/ 236057 h 236236"/>
                <a:gd name="connsiteX107" fmla="*/ 13913 w 145935"/>
                <a:gd name="connsiteY107" fmla="*/ 232227 h 236236"/>
                <a:gd name="connsiteX108" fmla="*/ 13894 w 145935"/>
                <a:gd name="connsiteY108" fmla="*/ 229752 h 236236"/>
                <a:gd name="connsiteX109" fmla="*/ 13919 w 145935"/>
                <a:gd name="connsiteY109" fmla="*/ 227012 h 236236"/>
                <a:gd name="connsiteX110" fmla="*/ 13909 w 145935"/>
                <a:gd name="connsiteY110" fmla="*/ 224118 h 236236"/>
                <a:gd name="connsiteX111" fmla="*/ 13925 w 145935"/>
                <a:gd name="connsiteY111" fmla="*/ 216141 h 236236"/>
                <a:gd name="connsiteX112" fmla="*/ 13927 w 145935"/>
                <a:gd name="connsiteY112" fmla="*/ 207547 h 236236"/>
                <a:gd name="connsiteX113" fmla="*/ 13950 w 145935"/>
                <a:gd name="connsiteY113" fmla="*/ 190703 h 236236"/>
                <a:gd name="connsiteX114" fmla="*/ 13972 w 145935"/>
                <a:gd name="connsiteY114" fmla="*/ 171107 h 236236"/>
                <a:gd name="connsiteX115" fmla="*/ 14016 w 145935"/>
                <a:gd name="connsiteY115" fmla="*/ 136155 h 236236"/>
                <a:gd name="connsiteX116" fmla="*/ 14062 w 145935"/>
                <a:gd name="connsiteY116" fmla="*/ 102201 h 236236"/>
                <a:gd name="connsiteX117" fmla="*/ 14063 w 145935"/>
                <a:gd name="connsiteY117" fmla="*/ 100089 h 236236"/>
                <a:gd name="connsiteX118" fmla="*/ 14067 w 145935"/>
                <a:gd name="connsiteY118" fmla="*/ 91684 h 236236"/>
                <a:gd name="connsiteX119" fmla="*/ 14098 w 145935"/>
                <a:gd name="connsiteY119" fmla="*/ 59379 h 236236"/>
                <a:gd name="connsiteX120" fmla="*/ 14108 w 145935"/>
                <a:gd name="connsiteY120" fmla="*/ 49606 h 236236"/>
                <a:gd name="connsiteX121" fmla="*/ 14139 w 145935"/>
                <a:gd name="connsiteY121" fmla="*/ 29050 h 236236"/>
                <a:gd name="connsiteX122" fmla="*/ 14153 w 145935"/>
                <a:gd name="connsiteY122" fmla="*/ 20545 h 236236"/>
                <a:gd name="connsiteX123" fmla="*/ 14172 w 145935"/>
                <a:gd name="connsiteY123" fmla="*/ 11347 h 236236"/>
                <a:gd name="connsiteX124" fmla="*/ 14172 w 145935"/>
                <a:gd name="connsiteY124" fmla="*/ 8601 h 236236"/>
                <a:gd name="connsiteX125" fmla="*/ 14182 w 145935"/>
                <a:gd name="connsiteY125" fmla="*/ 6133 h 236236"/>
                <a:gd name="connsiteX126" fmla="*/ 14186 w 145935"/>
                <a:gd name="connsiteY126" fmla="*/ 3986 h 236236"/>
                <a:gd name="connsiteX127" fmla="*/ 18764 w 145935"/>
                <a:gd name="connsiteY127" fmla="*/ 1556 h 236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45935" h="236236">
                  <a:moveTo>
                    <a:pt x="18764" y="1556"/>
                  </a:moveTo>
                  <a:cubicBezTo>
                    <a:pt x="19303" y="1559"/>
                    <a:pt x="19843" y="1561"/>
                    <a:pt x="20398" y="1563"/>
                  </a:cubicBezTo>
                  <a:cubicBezTo>
                    <a:pt x="20967" y="1562"/>
                    <a:pt x="21536" y="1562"/>
                    <a:pt x="22122" y="1561"/>
                  </a:cubicBezTo>
                  <a:cubicBezTo>
                    <a:pt x="24043" y="1560"/>
                    <a:pt x="25964" y="1564"/>
                    <a:pt x="27884" y="1568"/>
                  </a:cubicBezTo>
                  <a:cubicBezTo>
                    <a:pt x="29255" y="1568"/>
                    <a:pt x="30626" y="1568"/>
                    <a:pt x="31997" y="1568"/>
                  </a:cubicBezTo>
                  <a:cubicBezTo>
                    <a:pt x="35732" y="1567"/>
                    <a:pt x="39466" y="1572"/>
                    <a:pt x="43201" y="1577"/>
                  </a:cubicBezTo>
                  <a:cubicBezTo>
                    <a:pt x="47099" y="1582"/>
                    <a:pt x="50997" y="1582"/>
                    <a:pt x="54895" y="1583"/>
                  </a:cubicBezTo>
                  <a:cubicBezTo>
                    <a:pt x="62282" y="1585"/>
                    <a:pt x="69669" y="1591"/>
                    <a:pt x="77056" y="1599"/>
                  </a:cubicBezTo>
                  <a:cubicBezTo>
                    <a:pt x="85464" y="1607"/>
                    <a:pt x="93872" y="1611"/>
                    <a:pt x="102279" y="1615"/>
                  </a:cubicBezTo>
                  <a:cubicBezTo>
                    <a:pt x="119580" y="1623"/>
                    <a:pt x="136880" y="1636"/>
                    <a:pt x="154180" y="1652"/>
                  </a:cubicBezTo>
                  <a:cubicBezTo>
                    <a:pt x="154198" y="5878"/>
                    <a:pt x="154212" y="10103"/>
                    <a:pt x="154221" y="14329"/>
                  </a:cubicBezTo>
                  <a:cubicBezTo>
                    <a:pt x="154225" y="15767"/>
                    <a:pt x="154230" y="17206"/>
                    <a:pt x="154236" y="18645"/>
                  </a:cubicBezTo>
                  <a:cubicBezTo>
                    <a:pt x="154245" y="20708"/>
                    <a:pt x="154250" y="22771"/>
                    <a:pt x="154253" y="24834"/>
                  </a:cubicBezTo>
                  <a:cubicBezTo>
                    <a:pt x="154257" y="25481"/>
                    <a:pt x="154261" y="26129"/>
                    <a:pt x="154264" y="26796"/>
                  </a:cubicBezTo>
                  <a:cubicBezTo>
                    <a:pt x="154265" y="28337"/>
                    <a:pt x="154226" y="29878"/>
                    <a:pt x="154180" y="31418"/>
                  </a:cubicBezTo>
                  <a:cubicBezTo>
                    <a:pt x="153436" y="32162"/>
                    <a:pt x="153436" y="32162"/>
                    <a:pt x="151636" y="32254"/>
                  </a:cubicBezTo>
                  <a:cubicBezTo>
                    <a:pt x="150427" y="32253"/>
                    <a:pt x="150427" y="32253"/>
                    <a:pt x="149194" y="32252"/>
                  </a:cubicBezTo>
                  <a:cubicBezTo>
                    <a:pt x="148272" y="32253"/>
                    <a:pt x="147351" y="32254"/>
                    <a:pt x="146401" y="32255"/>
                  </a:cubicBezTo>
                  <a:cubicBezTo>
                    <a:pt x="145371" y="32252"/>
                    <a:pt x="144340" y="32249"/>
                    <a:pt x="143310" y="32247"/>
                  </a:cubicBezTo>
                  <a:cubicBezTo>
                    <a:pt x="142232" y="32246"/>
                    <a:pt x="141154" y="32247"/>
                    <a:pt x="140077" y="32247"/>
                  </a:cubicBezTo>
                  <a:cubicBezTo>
                    <a:pt x="137142" y="32247"/>
                    <a:pt x="134207" y="32243"/>
                    <a:pt x="131272" y="32238"/>
                  </a:cubicBezTo>
                  <a:cubicBezTo>
                    <a:pt x="128208" y="32233"/>
                    <a:pt x="125144" y="32233"/>
                    <a:pt x="122080" y="32232"/>
                  </a:cubicBezTo>
                  <a:cubicBezTo>
                    <a:pt x="116274" y="32229"/>
                    <a:pt x="110468" y="32223"/>
                    <a:pt x="104663" y="32216"/>
                  </a:cubicBezTo>
                  <a:cubicBezTo>
                    <a:pt x="98055" y="32207"/>
                    <a:pt x="91446" y="32203"/>
                    <a:pt x="84838" y="32200"/>
                  </a:cubicBezTo>
                  <a:cubicBezTo>
                    <a:pt x="71241" y="32192"/>
                    <a:pt x="57644" y="32179"/>
                    <a:pt x="44047" y="32162"/>
                  </a:cubicBezTo>
                  <a:cubicBezTo>
                    <a:pt x="44168" y="32597"/>
                    <a:pt x="44289" y="33033"/>
                    <a:pt x="44414" y="33481"/>
                  </a:cubicBezTo>
                  <a:cubicBezTo>
                    <a:pt x="44993" y="36023"/>
                    <a:pt x="44895" y="38574"/>
                    <a:pt x="44888" y="41167"/>
                  </a:cubicBezTo>
                  <a:cubicBezTo>
                    <a:pt x="44889" y="41773"/>
                    <a:pt x="44890" y="42378"/>
                    <a:pt x="44892" y="43002"/>
                  </a:cubicBezTo>
                  <a:cubicBezTo>
                    <a:pt x="44895" y="45001"/>
                    <a:pt x="44893" y="47000"/>
                    <a:pt x="44890" y="48998"/>
                  </a:cubicBezTo>
                  <a:cubicBezTo>
                    <a:pt x="44891" y="50388"/>
                    <a:pt x="44892" y="51778"/>
                    <a:pt x="44892" y="53169"/>
                  </a:cubicBezTo>
                  <a:cubicBezTo>
                    <a:pt x="44894" y="56081"/>
                    <a:pt x="44892" y="58994"/>
                    <a:pt x="44888" y="61906"/>
                  </a:cubicBezTo>
                  <a:cubicBezTo>
                    <a:pt x="44884" y="65639"/>
                    <a:pt x="44887" y="69373"/>
                    <a:pt x="44891" y="73106"/>
                  </a:cubicBezTo>
                  <a:cubicBezTo>
                    <a:pt x="44894" y="75976"/>
                    <a:pt x="44893" y="78847"/>
                    <a:pt x="44891" y="81717"/>
                  </a:cubicBezTo>
                  <a:cubicBezTo>
                    <a:pt x="44891" y="83093"/>
                    <a:pt x="44891" y="84470"/>
                    <a:pt x="44893" y="85847"/>
                  </a:cubicBezTo>
                  <a:cubicBezTo>
                    <a:pt x="44895" y="87770"/>
                    <a:pt x="44892" y="89694"/>
                    <a:pt x="44888" y="91618"/>
                  </a:cubicBezTo>
                  <a:cubicBezTo>
                    <a:pt x="44889" y="92187"/>
                    <a:pt x="44891" y="92756"/>
                    <a:pt x="44892" y="93342"/>
                  </a:cubicBezTo>
                  <a:cubicBezTo>
                    <a:pt x="44882" y="95899"/>
                    <a:pt x="44730" y="98164"/>
                    <a:pt x="44047" y="100623"/>
                  </a:cubicBezTo>
                  <a:cubicBezTo>
                    <a:pt x="44575" y="100622"/>
                    <a:pt x="45103" y="100622"/>
                    <a:pt x="45647" y="100621"/>
                  </a:cubicBezTo>
                  <a:cubicBezTo>
                    <a:pt x="58477" y="100605"/>
                    <a:pt x="71308" y="100592"/>
                    <a:pt x="84138" y="100585"/>
                  </a:cubicBezTo>
                  <a:cubicBezTo>
                    <a:pt x="90343" y="100581"/>
                    <a:pt x="96547" y="100575"/>
                    <a:pt x="102752" y="100567"/>
                  </a:cubicBezTo>
                  <a:cubicBezTo>
                    <a:pt x="108158" y="100560"/>
                    <a:pt x="113565" y="100555"/>
                    <a:pt x="118971" y="100553"/>
                  </a:cubicBezTo>
                  <a:cubicBezTo>
                    <a:pt x="121835" y="100552"/>
                    <a:pt x="124699" y="100550"/>
                    <a:pt x="127563" y="100544"/>
                  </a:cubicBezTo>
                  <a:cubicBezTo>
                    <a:pt x="130257" y="100539"/>
                    <a:pt x="132950" y="100538"/>
                    <a:pt x="135644" y="100539"/>
                  </a:cubicBezTo>
                  <a:cubicBezTo>
                    <a:pt x="137108" y="100539"/>
                    <a:pt x="138572" y="100535"/>
                    <a:pt x="140037" y="100531"/>
                  </a:cubicBezTo>
                  <a:cubicBezTo>
                    <a:pt x="140903" y="100532"/>
                    <a:pt x="141769" y="100533"/>
                    <a:pt x="142661" y="100534"/>
                  </a:cubicBezTo>
                  <a:cubicBezTo>
                    <a:pt x="143795" y="100533"/>
                    <a:pt x="143795" y="100533"/>
                    <a:pt x="144952" y="100532"/>
                  </a:cubicBezTo>
                  <a:cubicBezTo>
                    <a:pt x="146739" y="100623"/>
                    <a:pt x="146739" y="100623"/>
                    <a:pt x="148227" y="101367"/>
                  </a:cubicBezTo>
                  <a:cubicBezTo>
                    <a:pt x="148379" y="103523"/>
                    <a:pt x="148435" y="105606"/>
                    <a:pt x="148425" y="107762"/>
                  </a:cubicBezTo>
                  <a:cubicBezTo>
                    <a:pt x="148426" y="108404"/>
                    <a:pt x="148428" y="109045"/>
                    <a:pt x="148429" y="109706"/>
                  </a:cubicBezTo>
                  <a:cubicBezTo>
                    <a:pt x="148430" y="111064"/>
                    <a:pt x="148427" y="112423"/>
                    <a:pt x="148421" y="113782"/>
                  </a:cubicBezTo>
                  <a:cubicBezTo>
                    <a:pt x="148413" y="115869"/>
                    <a:pt x="148421" y="117956"/>
                    <a:pt x="148431" y="120043"/>
                  </a:cubicBezTo>
                  <a:cubicBezTo>
                    <a:pt x="148430" y="121360"/>
                    <a:pt x="148428" y="122677"/>
                    <a:pt x="148425" y="123994"/>
                  </a:cubicBezTo>
                  <a:cubicBezTo>
                    <a:pt x="148428" y="124622"/>
                    <a:pt x="148431" y="125251"/>
                    <a:pt x="148434" y="125899"/>
                  </a:cubicBezTo>
                  <a:cubicBezTo>
                    <a:pt x="148422" y="127397"/>
                    <a:pt x="148332" y="128894"/>
                    <a:pt x="148227" y="130389"/>
                  </a:cubicBezTo>
                  <a:cubicBezTo>
                    <a:pt x="146277" y="131364"/>
                    <a:pt x="144846" y="131224"/>
                    <a:pt x="142661" y="131222"/>
                  </a:cubicBezTo>
                  <a:cubicBezTo>
                    <a:pt x="141795" y="131223"/>
                    <a:pt x="140929" y="131224"/>
                    <a:pt x="140037" y="131225"/>
                  </a:cubicBezTo>
                  <a:cubicBezTo>
                    <a:pt x="138604" y="131221"/>
                    <a:pt x="138604" y="131221"/>
                    <a:pt x="137143" y="131217"/>
                  </a:cubicBezTo>
                  <a:cubicBezTo>
                    <a:pt x="136131" y="131217"/>
                    <a:pt x="135119" y="131217"/>
                    <a:pt x="134107" y="131218"/>
                  </a:cubicBezTo>
                  <a:cubicBezTo>
                    <a:pt x="131355" y="131218"/>
                    <a:pt x="128603" y="131214"/>
                    <a:pt x="125851" y="131208"/>
                  </a:cubicBezTo>
                  <a:cubicBezTo>
                    <a:pt x="122977" y="131204"/>
                    <a:pt x="120103" y="131203"/>
                    <a:pt x="117229" y="131202"/>
                  </a:cubicBezTo>
                  <a:cubicBezTo>
                    <a:pt x="111784" y="131200"/>
                    <a:pt x="106339" y="131194"/>
                    <a:pt x="100895" y="131186"/>
                  </a:cubicBezTo>
                  <a:cubicBezTo>
                    <a:pt x="94697" y="131178"/>
                    <a:pt x="88499" y="131174"/>
                    <a:pt x="82301" y="131170"/>
                  </a:cubicBezTo>
                  <a:cubicBezTo>
                    <a:pt x="69550" y="131163"/>
                    <a:pt x="56799" y="131149"/>
                    <a:pt x="44047" y="131133"/>
                  </a:cubicBezTo>
                  <a:cubicBezTo>
                    <a:pt x="44168" y="131562"/>
                    <a:pt x="44289" y="131991"/>
                    <a:pt x="44414" y="132434"/>
                  </a:cubicBezTo>
                  <a:cubicBezTo>
                    <a:pt x="44780" y="134059"/>
                    <a:pt x="44885" y="135447"/>
                    <a:pt x="44886" y="137108"/>
                  </a:cubicBezTo>
                  <a:cubicBezTo>
                    <a:pt x="44888" y="137697"/>
                    <a:pt x="44890" y="138287"/>
                    <a:pt x="44892" y="138894"/>
                  </a:cubicBezTo>
                  <a:cubicBezTo>
                    <a:pt x="44891" y="139534"/>
                    <a:pt x="44889" y="140174"/>
                    <a:pt x="44888" y="140833"/>
                  </a:cubicBezTo>
                  <a:cubicBezTo>
                    <a:pt x="44889" y="141512"/>
                    <a:pt x="44890" y="142191"/>
                    <a:pt x="44892" y="142891"/>
                  </a:cubicBezTo>
                  <a:cubicBezTo>
                    <a:pt x="44895" y="145135"/>
                    <a:pt x="44893" y="147379"/>
                    <a:pt x="44890" y="149623"/>
                  </a:cubicBezTo>
                  <a:cubicBezTo>
                    <a:pt x="44891" y="151182"/>
                    <a:pt x="44892" y="152740"/>
                    <a:pt x="44892" y="154299"/>
                  </a:cubicBezTo>
                  <a:cubicBezTo>
                    <a:pt x="44894" y="157565"/>
                    <a:pt x="44892" y="160831"/>
                    <a:pt x="44888" y="164097"/>
                  </a:cubicBezTo>
                  <a:cubicBezTo>
                    <a:pt x="44884" y="168288"/>
                    <a:pt x="44887" y="172478"/>
                    <a:pt x="44891" y="176669"/>
                  </a:cubicBezTo>
                  <a:cubicBezTo>
                    <a:pt x="44894" y="179887"/>
                    <a:pt x="44893" y="183105"/>
                    <a:pt x="44891" y="186323"/>
                  </a:cubicBezTo>
                  <a:cubicBezTo>
                    <a:pt x="44891" y="187868"/>
                    <a:pt x="44891" y="189414"/>
                    <a:pt x="44893" y="190959"/>
                  </a:cubicBezTo>
                  <a:cubicBezTo>
                    <a:pt x="44895" y="193117"/>
                    <a:pt x="44892" y="195274"/>
                    <a:pt x="44888" y="197431"/>
                  </a:cubicBezTo>
                  <a:cubicBezTo>
                    <a:pt x="44889" y="198073"/>
                    <a:pt x="44891" y="198714"/>
                    <a:pt x="44892" y="199375"/>
                  </a:cubicBezTo>
                  <a:cubicBezTo>
                    <a:pt x="44883" y="201867"/>
                    <a:pt x="44841" y="203910"/>
                    <a:pt x="44047" y="206291"/>
                  </a:cubicBezTo>
                  <a:cubicBezTo>
                    <a:pt x="44932" y="206290"/>
                    <a:pt x="44932" y="206290"/>
                    <a:pt x="45835" y="206289"/>
                  </a:cubicBezTo>
                  <a:cubicBezTo>
                    <a:pt x="60168" y="206273"/>
                    <a:pt x="74501" y="206260"/>
                    <a:pt x="88834" y="206253"/>
                  </a:cubicBezTo>
                  <a:cubicBezTo>
                    <a:pt x="95765" y="206249"/>
                    <a:pt x="102696" y="206243"/>
                    <a:pt x="109627" y="206235"/>
                  </a:cubicBezTo>
                  <a:cubicBezTo>
                    <a:pt x="115666" y="206228"/>
                    <a:pt x="121705" y="206223"/>
                    <a:pt x="127744" y="206221"/>
                  </a:cubicBezTo>
                  <a:cubicBezTo>
                    <a:pt x="130944" y="206220"/>
                    <a:pt x="134144" y="206218"/>
                    <a:pt x="137343" y="206212"/>
                  </a:cubicBezTo>
                  <a:cubicBezTo>
                    <a:pt x="140351" y="206207"/>
                    <a:pt x="143359" y="206206"/>
                    <a:pt x="146367" y="206207"/>
                  </a:cubicBezTo>
                  <a:cubicBezTo>
                    <a:pt x="147475" y="206207"/>
                    <a:pt x="148582" y="206205"/>
                    <a:pt x="149689" y="206202"/>
                  </a:cubicBezTo>
                  <a:cubicBezTo>
                    <a:pt x="151194" y="206199"/>
                    <a:pt x="152700" y="206200"/>
                    <a:pt x="154205" y="206202"/>
                  </a:cubicBezTo>
                  <a:cubicBezTo>
                    <a:pt x="155049" y="206201"/>
                    <a:pt x="155894" y="206200"/>
                    <a:pt x="156764" y="206200"/>
                  </a:cubicBezTo>
                  <a:cubicBezTo>
                    <a:pt x="158645" y="206291"/>
                    <a:pt x="158645" y="206291"/>
                    <a:pt x="159389" y="207035"/>
                  </a:cubicBezTo>
                  <a:cubicBezTo>
                    <a:pt x="159606" y="211277"/>
                    <a:pt x="159623" y="215521"/>
                    <a:pt x="159650" y="219768"/>
                  </a:cubicBezTo>
                  <a:cubicBezTo>
                    <a:pt x="159662" y="221201"/>
                    <a:pt x="159682" y="222635"/>
                    <a:pt x="159711" y="224068"/>
                  </a:cubicBezTo>
                  <a:cubicBezTo>
                    <a:pt x="159751" y="226127"/>
                    <a:pt x="159768" y="228184"/>
                    <a:pt x="159779" y="230243"/>
                  </a:cubicBezTo>
                  <a:cubicBezTo>
                    <a:pt x="159796" y="230888"/>
                    <a:pt x="159812" y="231533"/>
                    <a:pt x="159830" y="232197"/>
                  </a:cubicBezTo>
                  <a:cubicBezTo>
                    <a:pt x="159823" y="233996"/>
                    <a:pt x="159823" y="233996"/>
                    <a:pt x="159389" y="236801"/>
                  </a:cubicBezTo>
                  <a:cubicBezTo>
                    <a:pt x="156384" y="237862"/>
                    <a:pt x="153143" y="237651"/>
                    <a:pt x="149986" y="237644"/>
                  </a:cubicBezTo>
                  <a:cubicBezTo>
                    <a:pt x="149420" y="237646"/>
                    <a:pt x="148854" y="237648"/>
                    <a:pt x="148270" y="237650"/>
                  </a:cubicBezTo>
                  <a:cubicBezTo>
                    <a:pt x="146376" y="237654"/>
                    <a:pt x="144482" y="237654"/>
                    <a:pt x="142588" y="237653"/>
                  </a:cubicBezTo>
                  <a:cubicBezTo>
                    <a:pt x="141228" y="237655"/>
                    <a:pt x="139869" y="237658"/>
                    <a:pt x="138510" y="237661"/>
                  </a:cubicBezTo>
                  <a:cubicBezTo>
                    <a:pt x="134820" y="237667"/>
                    <a:pt x="131130" y="237669"/>
                    <a:pt x="127440" y="237669"/>
                  </a:cubicBezTo>
                  <a:cubicBezTo>
                    <a:pt x="124361" y="237670"/>
                    <a:pt x="121282" y="237673"/>
                    <a:pt x="118203" y="237676"/>
                  </a:cubicBezTo>
                  <a:cubicBezTo>
                    <a:pt x="110940" y="237682"/>
                    <a:pt x="103678" y="237683"/>
                    <a:pt x="96416" y="237683"/>
                  </a:cubicBezTo>
                  <a:cubicBezTo>
                    <a:pt x="88919" y="237682"/>
                    <a:pt x="81423" y="237690"/>
                    <a:pt x="73926" y="237702"/>
                  </a:cubicBezTo>
                  <a:cubicBezTo>
                    <a:pt x="67492" y="237712"/>
                    <a:pt x="61058" y="237716"/>
                    <a:pt x="54624" y="237715"/>
                  </a:cubicBezTo>
                  <a:cubicBezTo>
                    <a:pt x="50780" y="237715"/>
                    <a:pt x="46936" y="237717"/>
                    <a:pt x="43092" y="237725"/>
                  </a:cubicBezTo>
                  <a:cubicBezTo>
                    <a:pt x="39479" y="237732"/>
                    <a:pt x="35867" y="237732"/>
                    <a:pt x="32254" y="237727"/>
                  </a:cubicBezTo>
                  <a:cubicBezTo>
                    <a:pt x="30927" y="237726"/>
                    <a:pt x="29600" y="237728"/>
                    <a:pt x="28273" y="237732"/>
                  </a:cubicBezTo>
                  <a:cubicBezTo>
                    <a:pt x="26464" y="237738"/>
                    <a:pt x="24655" y="237735"/>
                    <a:pt x="22846" y="237729"/>
                  </a:cubicBezTo>
                  <a:cubicBezTo>
                    <a:pt x="22318" y="237733"/>
                    <a:pt x="21791" y="237737"/>
                    <a:pt x="21248" y="237741"/>
                  </a:cubicBezTo>
                  <a:cubicBezTo>
                    <a:pt x="18540" y="237721"/>
                    <a:pt x="16509" y="237656"/>
                    <a:pt x="14282" y="236057"/>
                  </a:cubicBezTo>
                  <a:cubicBezTo>
                    <a:pt x="13911" y="234374"/>
                    <a:pt x="13911" y="234374"/>
                    <a:pt x="13913" y="232227"/>
                  </a:cubicBezTo>
                  <a:cubicBezTo>
                    <a:pt x="13907" y="231410"/>
                    <a:pt x="13901" y="230594"/>
                    <a:pt x="13894" y="229752"/>
                  </a:cubicBezTo>
                  <a:cubicBezTo>
                    <a:pt x="13906" y="228396"/>
                    <a:pt x="13906" y="228396"/>
                    <a:pt x="13919" y="227012"/>
                  </a:cubicBezTo>
                  <a:cubicBezTo>
                    <a:pt x="13916" y="226057"/>
                    <a:pt x="13913" y="225102"/>
                    <a:pt x="13909" y="224118"/>
                  </a:cubicBezTo>
                  <a:cubicBezTo>
                    <a:pt x="13901" y="221459"/>
                    <a:pt x="13912" y="218800"/>
                    <a:pt x="13925" y="216141"/>
                  </a:cubicBezTo>
                  <a:cubicBezTo>
                    <a:pt x="13937" y="213276"/>
                    <a:pt x="13931" y="210412"/>
                    <a:pt x="13927" y="207547"/>
                  </a:cubicBezTo>
                  <a:cubicBezTo>
                    <a:pt x="13922" y="201932"/>
                    <a:pt x="13934" y="196318"/>
                    <a:pt x="13950" y="190703"/>
                  </a:cubicBezTo>
                  <a:cubicBezTo>
                    <a:pt x="13968" y="184171"/>
                    <a:pt x="13970" y="177639"/>
                    <a:pt x="13972" y="171107"/>
                  </a:cubicBezTo>
                  <a:cubicBezTo>
                    <a:pt x="13975" y="159456"/>
                    <a:pt x="13991" y="147806"/>
                    <a:pt x="14016" y="136155"/>
                  </a:cubicBezTo>
                  <a:cubicBezTo>
                    <a:pt x="14040" y="124837"/>
                    <a:pt x="14056" y="113519"/>
                    <a:pt x="14062" y="102201"/>
                  </a:cubicBezTo>
                  <a:cubicBezTo>
                    <a:pt x="14062" y="101504"/>
                    <a:pt x="14063" y="100807"/>
                    <a:pt x="14063" y="100089"/>
                  </a:cubicBezTo>
                  <a:cubicBezTo>
                    <a:pt x="14065" y="97287"/>
                    <a:pt x="14066" y="94485"/>
                    <a:pt x="14067" y="91684"/>
                  </a:cubicBezTo>
                  <a:cubicBezTo>
                    <a:pt x="14073" y="80915"/>
                    <a:pt x="14085" y="70147"/>
                    <a:pt x="14098" y="59379"/>
                  </a:cubicBezTo>
                  <a:cubicBezTo>
                    <a:pt x="14101" y="56121"/>
                    <a:pt x="14105" y="52863"/>
                    <a:pt x="14108" y="49606"/>
                  </a:cubicBezTo>
                  <a:cubicBezTo>
                    <a:pt x="14115" y="42754"/>
                    <a:pt x="14124" y="35902"/>
                    <a:pt x="14139" y="29050"/>
                  </a:cubicBezTo>
                  <a:cubicBezTo>
                    <a:pt x="14146" y="26215"/>
                    <a:pt x="14151" y="23380"/>
                    <a:pt x="14153" y="20545"/>
                  </a:cubicBezTo>
                  <a:cubicBezTo>
                    <a:pt x="14155" y="17479"/>
                    <a:pt x="14163" y="14413"/>
                    <a:pt x="14172" y="11347"/>
                  </a:cubicBezTo>
                  <a:cubicBezTo>
                    <a:pt x="14172" y="10441"/>
                    <a:pt x="14172" y="9535"/>
                    <a:pt x="14172" y="8601"/>
                  </a:cubicBezTo>
                  <a:cubicBezTo>
                    <a:pt x="14175" y="7787"/>
                    <a:pt x="14178" y="6972"/>
                    <a:pt x="14182" y="6133"/>
                  </a:cubicBezTo>
                  <a:cubicBezTo>
                    <a:pt x="14183" y="5424"/>
                    <a:pt x="14184" y="4716"/>
                    <a:pt x="14186" y="3986"/>
                  </a:cubicBezTo>
                  <a:cubicBezTo>
                    <a:pt x="14371" y="913"/>
                    <a:pt x="16100" y="1565"/>
                    <a:pt x="18764" y="1556"/>
                  </a:cubicBezTo>
                  <a:close/>
                </a:path>
              </a:pathLst>
            </a:custGeom>
            <a:grpFill/>
            <a:ln w="744" cap="flat">
              <a:noFill/>
              <a:prstDash val="solid"/>
              <a:miter/>
            </a:ln>
          </p:spPr>
          <p:txBody>
            <a:bodyPr rtlCol="0" anchor="ctr"/>
            <a:lstStyle/>
            <a:p>
              <a:endParaRPr lang="zh-CN" altLang="en-US"/>
            </a:p>
          </p:txBody>
        </p:sp>
        <p:sp>
          <p:nvSpPr>
            <p:cNvPr id="130" name="任意多边形: 形状 129"/>
            <p:cNvSpPr/>
            <p:nvPr/>
          </p:nvSpPr>
          <p:spPr>
            <a:xfrm>
              <a:off x="8456878" y="1392788"/>
              <a:ext cx="145935" cy="236159"/>
            </a:xfrm>
            <a:custGeom>
              <a:avLst/>
              <a:gdLst>
                <a:gd name="connsiteX0" fmla="*/ 16677 w 145935"/>
                <a:gd name="connsiteY0" fmla="*/ 1553 h 236159"/>
                <a:gd name="connsiteX1" fmla="*/ 18301 w 145935"/>
                <a:gd name="connsiteY1" fmla="*/ 1558 h 236159"/>
                <a:gd name="connsiteX2" fmla="*/ 20014 w 145935"/>
                <a:gd name="connsiteY2" fmla="*/ 1554 h 236159"/>
                <a:gd name="connsiteX3" fmla="*/ 25740 w 145935"/>
                <a:gd name="connsiteY3" fmla="*/ 1556 h 236159"/>
                <a:gd name="connsiteX4" fmla="*/ 29828 w 145935"/>
                <a:gd name="connsiteY4" fmla="*/ 1552 h 236159"/>
                <a:gd name="connsiteX5" fmla="*/ 40962 w 145935"/>
                <a:gd name="connsiteY5" fmla="*/ 1552 h 236159"/>
                <a:gd name="connsiteX6" fmla="*/ 52587 w 145935"/>
                <a:gd name="connsiteY6" fmla="*/ 1551 h 236159"/>
                <a:gd name="connsiteX7" fmla="*/ 72112 w 145935"/>
                <a:gd name="connsiteY7" fmla="*/ 1555 h 236159"/>
                <a:gd name="connsiteX8" fmla="*/ 94721 w 145935"/>
                <a:gd name="connsiteY8" fmla="*/ 1554 h 236159"/>
                <a:gd name="connsiteX9" fmla="*/ 114095 w 145935"/>
                <a:gd name="connsiteY9" fmla="*/ 1552 h 236159"/>
                <a:gd name="connsiteX10" fmla="*/ 125683 w 145935"/>
                <a:gd name="connsiteY10" fmla="*/ 1551 h 236159"/>
                <a:gd name="connsiteX11" fmla="*/ 136574 w 145935"/>
                <a:gd name="connsiteY11" fmla="*/ 1554 h 236159"/>
                <a:gd name="connsiteX12" fmla="*/ 140584 w 145935"/>
                <a:gd name="connsiteY12" fmla="*/ 1553 h 236159"/>
                <a:gd name="connsiteX13" fmla="*/ 146033 w 145935"/>
                <a:gd name="connsiteY13" fmla="*/ 1558 h 236159"/>
                <a:gd name="connsiteX14" fmla="*/ 147657 w 145935"/>
                <a:gd name="connsiteY14" fmla="*/ 1553 h 236159"/>
                <a:gd name="connsiteX15" fmla="*/ 152116 w 145935"/>
                <a:gd name="connsiteY15" fmla="*/ 2396 h 236159"/>
                <a:gd name="connsiteX16" fmla="*/ 152215 w 145935"/>
                <a:gd name="connsiteY16" fmla="*/ 8791 h 236159"/>
                <a:gd name="connsiteX17" fmla="*/ 152217 w 145935"/>
                <a:gd name="connsiteY17" fmla="*/ 10735 h 236159"/>
                <a:gd name="connsiteX18" fmla="*/ 152213 w 145935"/>
                <a:gd name="connsiteY18" fmla="*/ 14811 h 236159"/>
                <a:gd name="connsiteX19" fmla="*/ 152218 w 145935"/>
                <a:gd name="connsiteY19" fmla="*/ 21072 h 236159"/>
                <a:gd name="connsiteX20" fmla="*/ 152215 w 145935"/>
                <a:gd name="connsiteY20" fmla="*/ 25023 h 236159"/>
                <a:gd name="connsiteX21" fmla="*/ 152220 w 145935"/>
                <a:gd name="connsiteY21" fmla="*/ 26928 h 236159"/>
                <a:gd name="connsiteX22" fmla="*/ 151372 w 145935"/>
                <a:gd name="connsiteY22" fmla="*/ 32162 h 236159"/>
                <a:gd name="connsiteX23" fmla="*/ 147130 w 145935"/>
                <a:gd name="connsiteY23" fmla="*/ 32251 h 236159"/>
                <a:gd name="connsiteX24" fmla="*/ 144337 w 145935"/>
                <a:gd name="connsiteY24" fmla="*/ 32254 h 236159"/>
                <a:gd name="connsiteX25" fmla="*/ 141246 w 145935"/>
                <a:gd name="connsiteY25" fmla="*/ 32246 h 236159"/>
                <a:gd name="connsiteX26" fmla="*/ 138013 w 145935"/>
                <a:gd name="connsiteY26" fmla="*/ 32247 h 236159"/>
                <a:gd name="connsiteX27" fmla="*/ 129208 w 145935"/>
                <a:gd name="connsiteY27" fmla="*/ 32237 h 236159"/>
                <a:gd name="connsiteX28" fmla="*/ 120016 w 145935"/>
                <a:gd name="connsiteY28" fmla="*/ 32231 h 236159"/>
                <a:gd name="connsiteX29" fmla="*/ 102599 w 145935"/>
                <a:gd name="connsiteY29" fmla="*/ 32215 h 236159"/>
                <a:gd name="connsiteX30" fmla="*/ 82774 w 145935"/>
                <a:gd name="connsiteY30" fmla="*/ 32199 h 236159"/>
                <a:gd name="connsiteX31" fmla="*/ 41983 w 145935"/>
                <a:gd name="connsiteY31" fmla="*/ 32162 h 236159"/>
                <a:gd name="connsiteX32" fmla="*/ 42349 w 145935"/>
                <a:gd name="connsiteY32" fmla="*/ 33481 h 236159"/>
                <a:gd name="connsiteX33" fmla="*/ 42824 w 145935"/>
                <a:gd name="connsiteY33" fmla="*/ 41167 h 236159"/>
                <a:gd name="connsiteX34" fmla="*/ 42828 w 145935"/>
                <a:gd name="connsiteY34" fmla="*/ 43001 h 236159"/>
                <a:gd name="connsiteX35" fmla="*/ 42826 w 145935"/>
                <a:gd name="connsiteY35" fmla="*/ 48998 h 236159"/>
                <a:gd name="connsiteX36" fmla="*/ 42828 w 145935"/>
                <a:gd name="connsiteY36" fmla="*/ 53168 h 236159"/>
                <a:gd name="connsiteX37" fmla="*/ 42824 w 145935"/>
                <a:gd name="connsiteY37" fmla="*/ 61906 h 236159"/>
                <a:gd name="connsiteX38" fmla="*/ 42827 w 145935"/>
                <a:gd name="connsiteY38" fmla="*/ 73106 h 236159"/>
                <a:gd name="connsiteX39" fmla="*/ 42827 w 145935"/>
                <a:gd name="connsiteY39" fmla="*/ 81716 h 236159"/>
                <a:gd name="connsiteX40" fmla="*/ 42829 w 145935"/>
                <a:gd name="connsiteY40" fmla="*/ 85846 h 236159"/>
                <a:gd name="connsiteX41" fmla="*/ 42824 w 145935"/>
                <a:gd name="connsiteY41" fmla="*/ 91618 h 236159"/>
                <a:gd name="connsiteX42" fmla="*/ 42828 w 145935"/>
                <a:gd name="connsiteY42" fmla="*/ 93342 h 236159"/>
                <a:gd name="connsiteX43" fmla="*/ 41983 w 145935"/>
                <a:gd name="connsiteY43" fmla="*/ 100623 h 236159"/>
                <a:gd name="connsiteX44" fmla="*/ 43583 w 145935"/>
                <a:gd name="connsiteY44" fmla="*/ 100621 h 236159"/>
                <a:gd name="connsiteX45" fmla="*/ 82074 w 145935"/>
                <a:gd name="connsiteY45" fmla="*/ 100584 h 236159"/>
                <a:gd name="connsiteX46" fmla="*/ 100688 w 145935"/>
                <a:gd name="connsiteY46" fmla="*/ 100567 h 236159"/>
                <a:gd name="connsiteX47" fmla="*/ 116907 w 145935"/>
                <a:gd name="connsiteY47" fmla="*/ 100553 h 236159"/>
                <a:gd name="connsiteX48" fmla="*/ 125499 w 145935"/>
                <a:gd name="connsiteY48" fmla="*/ 100544 h 236159"/>
                <a:gd name="connsiteX49" fmla="*/ 133580 w 145935"/>
                <a:gd name="connsiteY49" fmla="*/ 100539 h 236159"/>
                <a:gd name="connsiteX50" fmla="*/ 137973 w 145935"/>
                <a:gd name="connsiteY50" fmla="*/ 100530 h 236159"/>
                <a:gd name="connsiteX51" fmla="*/ 140597 w 145935"/>
                <a:gd name="connsiteY51" fmla="*/ 100533 h 236159"/>
                <a:gd name="connsiteX52" fmla="*/ 142888 w 145935"/>
                <a:gd name="connsiteY52" fmla="*/ 100531 h 236159"/>
                <a:gd name="connsiteX53" fmla="*/ 146163 w 145935"/>
                <a:gd name="connsiteY53" fmla="*/ 101367 h 236159"/>
                <a:gd name="connsiteX54" fmla="*/ 146361 w 145935"/>
                <a:gd name="connsiteY54" fmla="*/ 107762 h 236159"/>
                <a:gd name="connsiteX55" fmla="*/ 146365 w 145935"/>
                <a:gd name="connsiteY55" fmla="*/ 109705 h 236159"/>
                <a:gd name="connsiteX56" fmla="*/ 146357 w 145935"/>
                <a:gd name="connsiteY56" fmla="*/ 113782 h 236159"/>
                <a:gd name="connsiteX57" fmla="*/ 146366 w 145935"/>
                <a:gd name="connsiteY57" fmla="*/ 120043 h 236159"/>
                <a:gd name="connsiteX58" fmla="*/ 146361 w 145935"/>
                <a:gd name="connsiteY58" fmla="*/ 123993 h 236159"/>
                <a:gd name="connsiteX59" fmla="*/ 146370 w 145935"/>
                <a:gd name="connsiteY59" fmla="*/ 125898 h 236159"/>
                <a:gd name="connsiteX60" fmla="*/ 146163 w 145935"/>
                <a:gd name="connsiteY60" fmla="*/ 130388 h 236159"/>
                <a:gd name="connsiteX61" fmla="*/ 140597 w 145935"/>
                <a:gd name="connsiteY61" fmla="*/ 131222 h 236159"/>
                <a:gd name="connsiteX62" fmla="*/ 137973 w 145935"/>
                <a:gd name="connsiteY62" fmla="*/ 131225 h 236159"/>
                <a:gd name="connsiteX63" fmla="*/ 135079 w 145935"/>
                <a:gd name="connsiteY63" fmla="*/ 131217 h 236159"/>
                <a:gd name="connsiteX64" fmla="*/ 132043 w 145935"/>
                <a:gd name="connsiteY64" fmla="*/ 131217 h 236159"/>
                <a:gd name="connsiteX65" fmla="*/ 123787 w 145935"/>
                <a:gd name="connsiteY65" fmla="*/ 131208 h 236159"/>
                <a:gd name="connsiteX66" fmla="*/ 115165 w 145935"/>
                <a:gd name="connsiteY66" fmla="*/ 131202 h 236159"/>
                <a:gd name="connsiteX67" fmla="*/ 98831 w 145935"/>
                <a:gd name="connsiteY67" fmla="*/ 131186 h 236159"/>
                <a:gd name="connsiteX68" fmla="*/ 80237 w 145935"/>
                <a:gd name="connsiteY68" fmla="*/ 131170 h 236159"/>
                <a:gd name="connsiteX69" fmla="*/ 41983 w 145935"/>
                <a:gd name="connsiteY69" fmla="*/ 131133 h 236159"/>
                <a:gd name="connsiteX70" fmla="*/ 42349 w 145935"/>
                <a:gd name="connsiteY70" fmla="*/ 132436 h 236159"/>
                <a:gd name="connsiteX71" fmla="*/ 42824 w 145935"/>
                <a:gd name="connsiteY71" fmla="*/ 140753 h 236159"/>
                <a:gd name="connsiteX72" fmla="*/ 42828 w 145935"/>
                <a:gd name="connsiteY72" fmla="*/ 142785 h 236159"/>
                <a:gd name="connsiteX73" fmla="*/ 42826 w 145935"/>
                <a:gd name="connsiteY73" fmla="*/ 149434 h 236159"/>
                <a:gd name="connsiteX74" fmla="*/ 42828 w 145935"/>
                <a:gd name="connsiteY74" fmla="*/ 154054 h 236159"/>
                <a:gd name="connsiteX75" fmla="*/ 42824 w 145935"/>
                <a:gd name="connsiteY75" fmla="*/ 163738 h 236159"/>
                <a:gd name="connsiteX76" fmla="*/ 42827 w 145935"/>
                <a:gd name="connsiteY76" fmla="*/ 176154 h 236159"/>
                <a:gd name="connsiteX77" fmla="*/ 42827 w 145935"/>
                <a:gd name="connsiteY77" fmla="*/ 185695 h 236159"/>
                <a:gd name="connsiteX78" fmla="*/ 42829 w 145935"/>
                <a:gd name="connsiteY78" fmla="*/ 190274 h 236159"/>
                <a:gd name="connsiteX79" fmla="*/ 42824 w 145935"/>
                <a:gd name="connsiteY79" fmla="*/ 196671 h 236159"/>
                <a:gd name="connsiteX80" fmla="*/ 42828 w 145935"/>
                <a:gd name="connsiteY80" fmla="*/ 198585 h 236159"/>
                <a:gd name="connsiteX81" fmla="*/ 41983 w 145935"/>
                <a:gd name="connsiteY81" fmla="*/ 206291 h 236159"/>
                <a:gd name="connsiteX82" fmla="*/ 43771 w 145935"/>
                <a:gd name="connsiteY82" fmla="*/ 206289 h 236159"/>
                <a:gd name="connsiteX83" fmla="*/ 86770 w 145935"/>
                <a:gd name="connsiteY83" fmla="*/ 206252 h 236159"/>
                <a:gd name="connsiteX84" fmla="*/ 107563 w 145935"/>
                <a:gd name="connsiteY84" fmla="*/ 206235 h 236159"/>
                <a:gd name="connsiteX85" fmla="*/ 125680 w 145935"/>
                <a:gd name="connsiteY85" fmla="*/ 206221 h 236159"/>
                <a:gd name="connsiteX86" fmla="*/ 135279 w 145935"/>
                <a:gd name="connsiteY86" fmla="*/ 206212 h 236159"/>
                <a:gd name="connsiteX87" fmla="*/ 144303 w 145935"/>
                <a:gd name="connsiteY87" fmla="*/ 206207 h 236159"/>
                <a:gd name="connsiteX88" fmla="*/ 147625 w 145935"/>
                <a:gd name="connsiteY88" fmla="*/ 206202 h 236159"/>
                <a:gd name="connsiteX89" fmla="*/ 152141 w 145935"/>
                <a:gd name="connsiteY89" fmla="*/ 206201 h 236159"/>
                <a:gd name="connsiteX90" fmla="*/ 154700 w 145935"/>
                <a:gd name="connsiteY90" fmla="*/ 206199 h 236159"/>
                <a:gd name="connsiteX91" fmla="*/ 157325 w 145935"/>
                <a:gd name="connsiteY91" fmla="*/ 207035 h 236159"/>
                <a:gd name="connsiteX92" fmla="*/ 157586 w 145935"/>
                <a:gd name="connsiteY92" fmla="*/ 219767 h 236159"/>
                <a:gd name="connsiteX93" fmla="*/ 157647 w 145935"/>
                <a:gd name="connsiteY93" fmla="*/ 224068 h 236159"/>
                <a:gd name="connsiteX94" fmla="*/ 157715 w 145935"/>
                <a:gd name="connsiteY94" fmla="*/ 230243 h 236159"/>
                <a:gd name="connsiteX95" fmla="*/ 157766 w 145935"/>
                <a:gd name="connsiteY95" fmla="*/ 232197 h 236159"/>
                <a:gd name="connsiteX96" fmla="*/ 157325 w 145935"/>
                <a:gd name="connsiteY96" fmla="*/ 236801 h 236159"/>
                <a:gd name="connsiteX97" fmla="*/ 147922 w 145935"/>
                <a:gd name="connsiteY97" fmla="*/ 237639 h 236159"/>
                <a:gd name="connsiteX98" fmla="*/ 146206 w 145935"/>
                <a:gd name="connsiteY98" fmla="*/ 237643 h 236159"/>
                <a:gd name="connsiteX99" fmla="*/ 140524 w 145935"/>
                <a:gd name="connsiteY99" fmla="*/ 237641 h 236159"/>
                <a:gd name="connsiteX100" fmla="*/ 136446 w 145935"/>
                <a:gd name="connsiteY100" fmla="*/ 237645 h 236159"/>
                <a:gd name="connsiteX101" fmla="*/ 125376 w 145935"/>
                <a:gd name="connsiteY101" fmla="*/ 237645 h 236159"/>
                <a:gd name="connsiteX102" fmla="*/ 113796 w 145935"/>
                <a:gd name="connsiteY102" fmla="*/ 237646 h 236159"/>
                <a:gd name="connsiteX103" fmla="*/ 94352 w 145935"/>
                <a:gd name="connsiteY103" fmla="*/ 237642 h 236159"/>
                <a:gd name="connsiteX104" fmla="*/ 71862 w 145935"/>
                <a:gd name="connsiteY104" fmla="*/ 237643 h 236159"/>
                <a:gd name="connsiteX105" fmla="*/ 52560 w 145935"/>
                <a:gd name="connsiteY105" fmla="*/ 237645 h 236159"/>
                <a:gd name="connsiteX106" fmla="*/ 41028 w 145935"/>
                <a:gd name="connsiteY106" fmla="*/ 237646 h 236159"/>
                <a:gd name="connsiteX107" fmla="*/ 30190 w 145935"/>
                <a:gd name="connsiteY107" fmla="*/ 237642 h 236159"/>
                <a:gd name="connsiteX108" fmla="*/ 26209 w 145935"/>
                <a:gd name="connsiteY108" fmla="*/ 237643 h 236159"/>
                <a:gd name="connsiteX109" fmla="*/ 20782 w 145935"/>
                <a:gd name="connsiteY109" fmla="*/ 237639 h 236159"/>
                <a:gd name="connsiteX110" fmla="*/ 19184 w 145935"/>
                <a:gd name="connsiteY110" fmla="*/ 237644 h 236159"/>
                <a:gd name="connsiteX111" fmla="*/ 12218 w 145935"/>
                <a:gd name="connsiteY111" fmla="*/ 236801 h 236159"/>
                <a:gd name="connsiteX112" fmla="*/ 11849 w 145935"/>
                <a:gd name="connsiteY112" fmla="*/ 233050 h 236159"/>
                <a:gd name="connsiteX113" fmla="*/ 11830 w 145935"/>
                <a:gd name="connsiteY113" fmla="*/ 230573 h 236159"/>
                <a:gd name="connsiteX114" fmla="*/ 11855 w 145935"/>
                <a:gd name="connsiteY114" fmla="*/ 227817 h 236159"/>
                <a:gd name="connsiteX115" fmla="*/ 11845 w 145935"/>
                <a:gd name="connsiteY115" fmla="*/ 224916 h 236159"/>
                <a:gd name="connsiteX116" fmla="*/ 11861 w 145935"/>
                <a:gd name="connsiteY116" fmla="*/ 216908 h 236159"/>
                <a:gd name="connsiteX117" fmla="*/ 11863 w 145935"/>
                <a:gd name="connsiteY117" fmla="*/ 208285 h 236159"/>
                <a:gd name="connsiteX118" fmla="*/ 11886 w 145935"/>
                <a:gd name="connsiteY118" fmla="*/ 191380 h 236159"/>
                <a:gd name="connsiteX119" fmla="*/ 11908 w 145935"/>
                <a:gd name="connsiteY119" fmla="*/ 171714 h 236159"/>
                <a:gd name="connsiteX120" fmla="*/ 11952 w 145935"/>
                <a:gd name="connsiteY120" fmla="*/ 136637 h 236159"/>
                <a:gd name="connsiteX121" fmla="*/ 11998 w 145935"/>
                <a:gd name="connsiteY121" fmla="*/ 102560 h 236159"/>
                <a:gd name="connsiteX122" fmla="*/ 11999 w 145935"/>
                <a:gd name="connsiteY122" fmla="*/ 100440 h 236159"/>
                <a:gd name="connsiteX123" fmla="*/ 12003 w 145935"/>
                <a:gd name="connsiteY123" fmla="*/ 92006 h 236159"/>
                <a:gd name="connsiteX124" fmla="*/ 12034 w 145935"/>
                <a:gd name="connsiteY124" fmla="*/ 59588 h 236159"/>
                <a:gd name="connsiteX125" fmla="*/ 12044 w 145935"/>
                <a:gd name="connsiteY125" fmla="*/ 49780 h 236159"/>
                <a:gd name="connsiteX126" fmla="*/ 12075 w 145935"/>
                <a:gd name="connsiteY126" fmla="*/ 29148 h 236159"/>
                <a:gd name="connsiteX127" fmla="*/ 12089 w 145935"/>
                <a:gd name="connsiteY127" fmla="*/ 20612 h 236159"/>
                <a:gd name="connsiteX128" fmla="*/ 12108 w 145935"/>
                <a:gd name="connsiteY128" fmla="*/ 11380 h 236159"/>
                <a:gd name="connsiteX129" fmla="*/ 12108 w 145935"/>
                <a:gd name="connsiteY129" fmla="*/ 8624 h 236159"/>
                <a:gd name="connsiteX130" fmla="*/ 12118 w 145935"/>
                <a:gd name="connsiteY130" fmla="*/ 6147 h 236159"/>
                <a:gd name="connsiteX131" fmla="*/ 12122 w 145935"/>
                <a:gd name="connsiteY131" fmla="*/ 3991 h 236159"/>
                <a:gd name="connsiteX132" fmla="*/ 16677 w 145935"/>
                <a:gd name="connsiteY132" fmla="*/ 1553 h 236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145935" h="236159">
                  <a:moveTo>
                    <a:pt x="16677" y="1553"/>
                  </a:moveTo>
                  <a:cubicBezTo>
                    <a:pt x="17213" y="1554"/>
                    <a:pt x="17749" y="1556"/>
                    <a:pt x="18301" y="1558"/>
                  </a:cubicBezTo>
                  <a:cubicBezTo>
                    <a:pt x="18866" y="1556"/>
                    <a:pt x="19432" y="1555"/>
                    <a:pt x="20014" y="1554"/>
                  </a:cubicBezTo>
                  <a:cubicBezTo>
                    <a:pt x="21923" y="1551"/>
                    <a:pt x="23831" y="1554"/>
                    <a:pt x="25740" y="1556"/>
                  </a:cubicBezTo>
                  <a:cubicBezTo>
                    <a:pt x="27103" y="1555"/>
                    <a:pt x="28465" y="1554"/>
                    <a:pt x="29828" y="1552"/>
                  </a:cubicBezTo>
                  <a:cubicBezTo>
                    <a:pt x="33539" y="1548"/>
                    <a:pt x="37250" y="1550"/>
                    <a:pt x="40962" y="1552"/>
                  </a:cubicBezTo>
                  <a:cubicBezTo>
                    <a:pt x="44837" y="1554"/>
                    <a:pt x="48712" y="1552"/>
                    <a:pt x="52587" y="1551"/>
                  </a:cubicBezTo>
                  <a:cubicBezTo>
                    <a:pt x="59095" y="1550"/>
                    <a:pt x="65604" y="1552"/>
                    <a:pt x="72112" y="1555"/>
                  </a:cubicBezTo>
                  <a:cubicBezTo>
                    <a:pt x="79649" y="1559"/>
                    <a:pt x="87185" y="1558"/>
                    <a:pt x="94721" y="1554"/>
                  </a:cubicBezTo>
                  <a:cubicBezTo>
                    <a:pt x="101179" y="1550"/>
                    <a:pt x="107637" y="1550"/>
                    <a:pt x="114095" y="1552"/>
                  </a:cubicBezTo>
                  <a:cubicBezTo>
                    <a:pt x="117958" y="1553"/>
                    <a:pt x="121820" y="1553"/>
                    <a:pt x="125683" y="1551"/>
                  </a:cubicBezTo>
                  <a:cubicBezTo>
                    <a:pt x="129313" y="1549"/>
                    <a:pt x="132944" y="1550"/>
                    <a:pt x="136574" y="1554"/>
                  </a:cubicBezTo>
                  <a:cubicBezTo>
                    <a:pt x="137911" y="1555"/>
                    <a:pt x="139247" y="1555"/>
                    <a:pt x="140584" y="1553"/>
                  </a:cubicBezTo>
                  <a:cubicBezTo>
                    <a:pt x="142400" y="1551"/>
                    <a:pt x="144217" y="1554"/>
                    <a:pt x="146033" y="1558"/>
                  </a:cubicBezTo>
                  <a:cubicBezTo>
                    <a:pt x="146569" y="1556"/>
                    <a:pt x="147105" y="1554"/>
                    <a:pt x="147657" y="1553"/>
                  </a:cubicBezTo>
                  <a:cubicBezTo>
                    <a:pt x="151287" y="1567"/>
                    <a:pt x="151287" y="1567"/>
                    <a:pt x="152116" y="2396"/>
                  </a:cubicBezTo>
                  <a:cubicBezTo>
                    <a:pt x="152191" y="4534"/>
                    <a:pt x="152220" y="6653"/>
                    <a:pt x="152215" y="8791"/>
                  </a:cubicBezTo>
                  <a:cubicBezTo>
                    <a:pt x="152216" y="9433"/>
                    <a:pt x="152216" y="10074"/>
                    <a:pt x="152217" y="10735"/>
                  </a:cubicBezTo>
                  <a:cubicBezTo>
                    <a:pt x="152218" y="12093"/>
                    <a:pt x="152216" y="13452"/>
                    <a:pt x="152213" y="14811"/>
                  </a:cubicBezTo>
                  <a:cubicBezTo>
                    <a:pt x="152209" y="16898"/>
                    <a:pt x="152213" y="18985"/>
                    <a:pt x="152218" y="21072"/>
                  </a:cubicBezTo>
                  <a:cubicBezTo>
                    <a:pt x="152217" y="22389"/>
                    <a:pt x="152216" y="23706"/>
                    <a:pt x="152215" y="25023"/>
                  </a:cubicBezTo>
                  <a:cubicBezTo>
                    <a:pt x="152216" y="25651"/>
                    <a:pt x="152218" y="26280"/>
                    <a:pt x="152220" y="26928"/>
                  </a:cubicBezTo>
                  <a:cubicBezTo>
                    <a:pt x="152202" y="31332"/>
                    <a:pt x="152202" y="31332"/>
                    <a:pt x="151372" y="32162"/>
                  </a:cubicBezTo>
                  <a:cubicBezTo>
                    <a:pt x="149959" y="32234"/>
                    <a:pt x="148544" y="32253"/>
                    <a:pt x="147130" y="32251"/>
                  </a:cubicBezTo>
                  <a:cubicBezTo>
                    <a:pt x="146208" y="32252"/>
                    <a:pt x="145287" y="32253"/>
                    <a:pt x="144337" y="32254"/>
                  </a:cubicBezTo>
                  <a:cubicBezTo>
                    <a:pt x="143307" y="32252"/>
                    <a:pt x="142276" y="32249"/>
                    <a:pt x="141246" y="32246"/>
                  </a:cubicBezTo>
                  <a:cubicBezTo>
                    <a:pt x="140168" y="32246"/>
                    <a:pt x="139090" y="32246"/>
                    <a:pt x="138013" y="32247"/>
                  </a:cubicBezTo>
                  <a:cubicBezTo>
                    <a:pt x="135078" y="32247"/>
                    <a:pt x="132143" y="32243"/>
                    <a:pt x="129208" y="32237"/>
                  </a:cubicBezTo>
                  <a:cubicBezTo>
                    <a:pt x="126144" y="32233"/>
                    <a:pt x="123080" y="32232"/>
                    <a:pt x="120016" y="32231"/>
                  </a:cubicBezTo>
                  <a:cubicBezTo>
                    <a:pt x="114210" y="32229"/>
                    <a:pt x="108404" y="32223"/>
                    <a:pt x="102599" y="32215"/>
                  </a:cubicBezTo>
                  <a:cubicBezTo>
                    <a:pt x="95991" y="32207"/>
                    <a:pt x="89382" y="32203"/>
                    <a:pt x="82774" y="32199"/>
                  </a:cubicBezTo>
                  <a:cubicBezTo>
                    <a:pt x="69177" y="32192"/>
                    <a:pt x="55580" y="32178"/>
                    <a:pt x="41983" y="32162"/>
                  </a:cubicBezTo>
                  <a:cubicBezTo>
                    <a:pt x="42104" y="32597"/>
                    <a:pt x="42225" y="33032"/>
                    <a:pt x="42349" y="33481"/>
                  </a:cubicBezTo>
                  <a:cubicBezTo>
                    <a:pt x="42929" y="36023"/>
                    <a:pt x="42831" y="38573"/>
                    <a:pt x="42824" y="41167"/>
                  </a:cubicBezTo>
                  <a:cubicBezTo>
                    <a:pt x="42825" y="41772"/>
                    <a:pt x="42826" y="42378"/>
                    <a:pt x="42828" y="43001"/>
                  </a:cubicBezTo>
                  <a:cubicBezTo>
                    <a:pt x="42831" y="45000"/>
                    <a:pt x="42829" y="46999"/>
                    <a:pt x="42826" y="48998"/>
                  </a:cubicBezTo>
                  <a:cubicBezTo>
                    <a:pt x="42827" y="50388"/>
                    <a:pt x="42828" y="51778"/>
                    <a:pt x="42828" y="53168"/>
                  </a:cubicBezTo>
                  <a:cubicBezTo>
                    <a:pt x="42830" y="56081"/>
                    <a:pt x="42828" y="58993"/>
                    <a:pt x="42824" y="61906"/>
                  </a:cubicBezTo>
                  <a:cubicBezTo>
                    <a:pt x="42820" y="65639"/>
                    <a:pt x="42823" y="69373"/>
                    <a:pt x="42827" y="73106"/>
                  </a:cubicBezTo>
                  <a:cubicBezTo>
                    <a:pt x="42830" y="75976"/>
                    <a:pt x="42829" y="78846"/>
                    <a:pt x="42827" y="81716"/>
                  </a:cubicBezTo>
                  <a:cubicBezTo>
                    <a:pt x="42827" y="83093"/>
                    <a:pt x="42827" y="84470"/>
                    <a:pt x="42829" y="85846"/>
                  </a:cubicBezTo>
                  <a:cubicBezTo>
                    <a:pt x="42831" y="87770"/>
                    <a:pt x="42828" y="89694"/>
                    <a:pt x="42824" y="91618"/>
                  </a:cubicBezTo>
                  <a:cubicBezTo>
                    <a:pt x="42825" y="92187"/>
                    <a:pt x="42827" y="92756"/>
                    <a:pt x="42828" y="93342"/>
                  </a:cubicBezTo>
                  <a:cubicBezTo>
                    <a:pt x="42818" y="95898"/>
                    <a:pt x="42666" y="98164"/>
                    <a:pt x="41983" y="100623"/>
                  </a:cubicBezTo>
                  <a:cubicBezTo>
                    <a:pt x="42511" y="100622"/>
                    <a:pt x="43039" y="100621"/>
                    <a:pt x="43583" y="100621"/>
                  </a:cubicBezTo>
                  <a:cubicBezTo>
                    <a:pt x="56413" y="100604"/>
                    <a:pt x="69244" y="100592"/>
                    <a:pt x="82074" y="100584"/>
                  </a:cubicBezTo>
                  <a:cubicBezTo>
                    <a:pt x="88279" y="100580"/>
                    <a:pt x="94483" y="100575"/>
                    <a:pt x="100688" y="100567"/>
                  </a:cubicBezTo>
                  <a:cubicBezTo>
                    <a:pt x="106094" y="100559"/>
                    <a:pt x="111501" y="100554"/>
                    <a:pt x="116907" y="100553"/>
                  </a:cubicBezTo>
                  <a:cubicBezTo>
                    <a:pt x="119771" y="100552"/>
                    <a:pt x="122635" y="100550"/>
                    <a:pt x="125499" y="100544"/>
                  </a:cubicBezTo>
                  <a:cubicBezTo>
                    <a:pt x="128193" y="100539"/>
                    <a:pt x="130886" y="100538"/>
                    <a:pt x="133580" y="100539"/>
                  </a:cubicBezTo>
                  <a:cubicBezTo>
                    <a:pt x="135044" y="100538"/>
                    <a:pt x="136508" y="100534"/>
                    <a:pt x="137973" y="100530"/>
                  </a:cubicBezTo>
                  <a:cubicBezTo>
                    <a:pt x="138839" y="100531"/>
                    <a:pt x="139705" y="100532"/>
                    <a:pt x="140597" y="100533"/>
                  </a:cubicBezTo>
                  <a:cubicBezTo>
                    <a:pt x="141731" y="100532"/>
                    <a:pt x="141731" y="100532"/>
                    <a:pt x="142888" y="100531"/>
                  </a:cubicBezTo>
                  <a:cubicBezTo>
                    <a:pt x="144675" y="100623"/>
                    <a:pt x="144675" y="100623"/>
                    <a:pt x="146163" y="101367"/>
                  </a:cubicBezTo>
                  <a:cubicBezTo>
                    <a:pt x="146315" y="103522"/>
                    <a:pt x="146371" y="105605"/>
                    <a:pt x="146361" y="107762"/>
                  </a:cubicBezTo>
                  <a:cubicBezTo>
                    <a:pt x="146362" y="108403"/>
                    <a:pt x="146364" y="109045"/>
                    <a:pt x="146365" y="109705"/>
                  </a:cubicBezTo>
                  <a:cubicBezTo>
                    <a:pt x="146366" y="111064"/>
                    <a:pt x="146363" y="112423"/>
                    <a:pt x="146357" y="113782"/>
                  </a:cubicBezTo>
                  <a:cubicBezTo>
                    <a:pt x="146349" y="115869"/>
                    <a:pt x="146357" y="117956"/>
                    <a:pt x="146366" y="120043"/>
                  </a:cubicBezTo>
                  <a:cubicBezTo>
                    <a:pt x="146365" y="121360"/>
                    <a:pt x="146364" y="122677"/>
                    <a:pt x="146361" y="123993"/>
                  </a:cubicBezTo>
                  <a:cubicBezTo>
                    <a:pt x="146364" y="124622"/>
                    <a:pt x="146367" y="125251"/>
                    <a:pt x="146370" y="125898"/>
                  </a:cubicBezTo>
                  <a:cubicBezTo>
                    <a:pt x="146358" y="127397"/>
                    <a:pt x="146268" y="128894"/>
                    <a:pt x="146163" y="130388"/>
                  </a:cubicBezTo>
                  <a:cubicBezTo>
                    <a:pt x="144213" y="131364"/>
                    <a:pt x="142782" y="131224"/>
                    <a:pt x="140597" y="131222"/>
                  </a:cubicBezTo>
                  <a:cubicBezTo>
                    <a:pt x="139731" y="131223"/>
                    <a:pt x="138865" y="131224"/>
                    <a:pt x="137973" y="131225"/>
                  </a:cubicBezTo>
                  <a:cubicBezTo>
                    <a:pt x="136540" y="131221"/>
                    <a:pt x="136540" y="131221"/>
                    <a:pt x="135079" y="131217"/>
                  </a:cubicBezTo>
                  <a:cubicBezTo>
                    <a:pt x="134067" y="131217"/>
                    <a:pt x="133055" y="131217"/>
                    <a:pt x="132043" y="131217"/>
                  </a:cubicBezTo>
                  <a:cubicBezTo>
                    <a:pt x="129291" y="131218"/>
                    <a:pt x="126539" y="131213"/>
                    <a:pt x="123787" y="131208"/>
                  </a:cubicBezTo>
                  <a:cubicBezTo>
                    <a:pt x="120913" y="131203"/>
                    <a:pt x="118039" y="131203"/>
                    <a:pt x="115165" y="131202"/>
                  </a:cubicBezTo>
                  <a:cubicBezTo>
                    <a:pt x="109720" y="131200"/>
                    <a:pt x="104275" y="131194"/>
                    <a:pt x="98831" y="131186"/>
                  </a:cubicBezTo>
                  <a:cubicBezTo>
                    <a:pt x="92633" y="131178"/>
                    <a:pt x="86435" y="131174"/>
                    <a:pt x="80237" y="131170"/>
                  </a:cubicBezTo>
                  <a:cubicBezTo>
                    <a:pt x="67486" y="131162"/>
                    <a:pt x="54735" y="131149"/>
                    <a:pt x="41983" y="131133"/>
                  </a:cubicBezTo>
                  <a:cubicBezTo>
                    <a:pt x="42104" y="131563"/>
                    <a:pt x="42225" y="131993"/>
                    <a:pt x="42349" y="132436"/>
                  </a:cubicBezTo>
                  <a:cubicBezTo>
                    <a:pt x="42968" y="135176"/>
                    <a:pt x="42830" y="137957"/>
                    <a:pt x="42824" y="140753"/>
                  </a:cubicBezTo>
                  <a:cubicBezTo>
                    <a:pt x="42825" y="141423"/>
                    <a:pt x="42826" y="142094"/>
                    <a:pt x="42828" y="142785"/>
                  </a:cubicBezTo>
                  <a:cubicBezTo>
                    <a:pt x="42831" y="145001"/>
                    <a:pt x="42829" y="147217"/>
                    <a:pt x="42826" y="149434"/>
                  </a:cubicBezTo>
                  <a:cubicBezTo>
                    <a:pt x="42827" y="150974"/>
                    <a:pt x="42828" y="152514"/>
                    <a:pt x="42828" y="154054"/>
                  </a:cubicBezTo>
                  <a:cubicBezTo>
                    <a:pt x="42830" y="157282"/>
                    <a:pt x="42828" y="160510"/>
                    <a:pt x="42824" y="163738"/>
                  </a:cubicBezTo>
                  <a:cubicBezTo>
                    <a:pt x="42820" y="167877"/>
                    <a:pt x="42823" y="172015"/>
                    <a:pt x="42827" y="176154"/>
                  </a:cubicBezTo>
                  <a:cubicBezTo>
                    <a:pt x="42830" y="179335"/>
                    <a:pt x="42829" y="182515"/>
                    <a:pt x="42827" y="185695"/>
                  </a:cubicBezTo>
                  <a:cubicBezTo>
                    <a:pt x="42827" y="187222"/>
                    <a:pt x="42827" y="188748"/>
                    <a:pt x="42829" y="190274"/>
                  </a:cubicBezTo>
                  <a:cubicBezTo>
                    <a:pt x="42831" y="192406"/>
                    <a:pt x="42828" y="194538"/>
                    <a:pt x="42824" y="196671"/>
                  </a:cubicBezTo>
                  <a:cubicBezTo>
                    <a:pt x="42825" y="197302"/>
                    <a:pt x="42827" y="197934"/>
                    <a:pt x="42828" y="198585"/>
                  </a:cubicBezTo>
                  <a:cubicBezTo>
                    <a:pt x="42819" y="201279"/>
                    <a:pt x="42712" y="203698"/>
                    <a:pt x="41983" y="206291"/>
                  </a:cubicBezTo>
                  <a:cubicBezTo>
                    <a:pt x="42868" y="206290"/>
                    <a:pt x="42868" y="206290"/>
                    <a:pt x="43771" y="206289"/>
                  </a:cubicBezTo>
                  <a:cubicBezTo>
                    <a:pt x="58104" y="206272"/>
                    <a:pt x="72437" y="206260"/>
                    <a:pt x="86770" y="206252"/>
                  </a:cubicBezTo>
                  <a:cubicBezTo>
                    <a:pt x="93701" y="206248"/>
                    <a:pt x="100632" y="206243"/>
                    <a:pt x="107563" y="206235"/>
                  </a:cubicBezTo>
                  <a:cubicBezTo>
                    <a:pt x="113602" y="206227"/>
                    <a:pt x="119641" y="206222"/>
                    <a:pt x="125680" y="206221"/>
                  </a:cubicBezTo>
                  <a:cubicBezTo>
                    <a:pt x="128880" y="206220"/>
                    <a:pt x="132080" y="206217"/>
                    <a:pt x="135279" y="206212"/>
                  </a:cubicBezTo>
                  <a:cubicBezTo>
                    <a:pt x="138287" y="206207"/>
                    <a:pt x="141295" y="206205"/>
                    <a:pt x="144303" y="206207"/>
                  </a:cubicBezTo>
                  <a:cubicBezTo>
                    <a:pt x="145411" y="206206"/>
                    <a:pt x="146518" y="206205"/>
                    <a:pt x="147625" y="206202"/>
                  </a:cubicBezTo>
                  <a:cubicBezTo>
                    <a:pt x="149130" y="206198"/>
                    <a:pt x="150636" y="206200"/>
                    <a:pt x="152141" y="206201"/>
                  </a:cubicBezTo>
                  <a:cubicBezTo>
                    <a:pt x="152985" y="206201"/>
                    <a:pt x="153830" y="206200"/>
                    <a:pt x="154700" y="206199"/>
                  </a:cubicBezTo>
                  <a:cubicBezTo>
                    <a:pt x="156581" y="206291"/>
                    <a:pt x="156581" y="206291"/>
                    <a:pt x="157325" y="207035"/>
                  </a:cubicBezTo>
                  <a:cubicBezTo>
                    <a:pt x="157542" y="211277"/>
                    <a:pt x="157559" y="215521"/>
                    <a:pt x="157586" y="219767"/>
                  </a:cubicBezTo>
                  <a:cubicBezTo>
                    <a:pt x="157598" y="221201"/>
                    <a:pt x="157618" y="222635"/>
                    <a:pt x="157647" y="224068"/>
                  </a:cubicBezTo>
                  <a:cubicBezTo>
                    <a:pt x="157687" y="226127"/>
                    <a:pt x="157704" y="228184"/>
                    <a:pt x="157715" y="230243"/>
                  </a:cubicBezTo>
                  <a:cubicBezTo>
                    <a:pt x="157731" y="230888"/>
                    <a:pt x="157748" y="231533"/>
                    <a:pt x="157766" y="232197"/>
                  </a:cubicBezTo>
                  <a:cubicBezTo>
                    <a:pt x="157759" y="233995"/>
                    <a:pt x="157759" y="233995"/>
                    <a:pt x="157325" y="236801"/>
                  </a:cubicBezTo>
                  <a:cubicBezTo>
                    <a:pt x="154320" y="237862"/>
                    <a:pt x="151079" y="237649"/>
                    <a:pt x="147922" y="237639"/>
                  </a:cubicBezTo>
                  <a:cubicBezTo>
                    <a:pt x="147356" y="237640"/>
                    <a:pt x="146790" y="237641"/>
                    <a:pt x="146206" y="237643"/>
                  </a:cubicBezTo>
                  <a:cubicBezTo>
                    <a:pt x="144312" y="237646"/>
                    <a:pt x="142418" y="237643"/>
                    <a:pt x="140524" y="237641"/>
                  </a:cubicBezTo>
                  <a:cubicBezTo>
                    <a:pt x="139164" y="237642"/>
                    <a:pt x="137805" y="237643"/>
                    <a:pt x="136446" y="237645"/>
                  </a:cubicBezTo>
                  <a:cubicBezTo>
                    <a:pt x="132756" y="237648"/>
                    <a:pt x="129066" y="237647"/>
                    <a:pt x="125376" y="237645"/>
                  </a:cubicBezTo>
                  <a:cubicBezTo>
                    <a:pt x="121516" y="237643"/>
                    <a:pt x="117656" y="237644"/>
                    <a:pt x="113796" y="237646"/>
                  </a:cubicBezTo>
                  <a:cubicBezTo>
                    <a:pt x="107315" y="237647"/>
                    <a:pt x="100833" y="237645"/>
                    <a:pt x="94352" y="237642"/>
                  </a:cubicBezTo>
                  <a:cubicBezTo>
                    <a:pt x="86855" y="237638"/>
                    <a:pt x="79359" y="237639"/>
                    <a:pt x="71862" y="237643"/>
                  </a:cubicBezTo>
                  <a:cubicBezTo>
                    <a:pt x="65428" y="237646"/>
                    <a:pt x="58994" y="237647"/>
                    <a:pt x="52560" y="237645"/>
                  </a:cubicBezTo>
                  <a:cubicBezTo>
                    <a:pt x="48716" y="237644"/>
                    <a:pt x="44872" y="237644"/>
                    <a:pt x="41028" y="237646"/>
                  </a:cubicBezTo>
                  <a:cubicBezTo>
                    <a:pt x="37415" y="237648"/>
                    <a:pt x="33803" y="237647"/>
                    <a:pt x="30190" y="237642"/>
                  </a:cubicBezTo>
                  <a:cubicBezTo>
                    <a:pt x="28863" y="237641"/>
                    <a:pt x="27536" y="237642"/>
                    <a:pt x="26209" y="237643"/>
                  </a:cubicBezTo>
                  <a:cubicBezTo>
                    <a:pt x="24400" y="237645"/>
                    <a:pt x="22591" y="237643"/>
                    <a:pt x="20782" y="237639"/>
                  </a:cubicBezTo>
                  <a:cubicBezTo>
                    <a:pt x="20254" y="237641"/>
                    <a:pt x="19727" y="237642"/>
                    <a:pt x="19184" y="237644"/>
                  </a:cubicBezTo>
                  <a:cubicBezTo>
                    <a:pt x="14074" y="237624"/>
                    <a:pt x="14074" y="237624"/>
                    <a:pt x="12218" y="236801"/>
                  </a:cubicBezTo>
                  <a:cubicBezTo>
                    <a:pt x="11847" y="235206"/>
                    <a:pt x="11847" y="235206"/>
                    <a:pt x="11849" y="233050"/>
                  </a:cubicBezTo>
                  <a:cubicBezTo>
                    <a:pt x="11843" y="232233"/>
                    <a:pt x="11837" y="231415"/>
                    <a:pt x="11830" y="230573"/>
                  </a:cubicBezTo>
                  <a:cubicBezTo>
                    <a:pt x="11838" y="229663"/>
                    <a:pt x="11846" y="228754"/>
                    <a:pt x="11855" y="227817"/>
                  </a:cubicBezTo>
                  <a:cubicBezTo>
                    <a:pt x="11852" y="226860"/>
                    <a:pt x="11849" y="225903"/>
                    <a:pt x="11845" y="224916"/>
                  </a:cubicBezTo>
                  <a:cubicBezTo>
                    <a:pt x="11837" y="222247"/>
                    <a:pt x="11848" y="219577"/>
                    <a:pt x="11861" y="216908"/>
                  </a:cubicBezTo>
                  <a:cubicBezTo>
                    <a:pt x="11873" y="214034"/>
                    <a:pt x="11867" y="211160"/>
                    <a:pt x="11863" y="208285"/>
                  </a:cubicBezTo>
                  <a:cubicBezTo>
                    <a:pt x="11858" y="202650"/>
                    <a:pt x="11870" y="197015"/>
                    <a:pt x="11886" y="191380"/>
                  </a:cubicBezTo>
                  <a:cubicBezTo>
                    <a:pt x="11904" y="184824"/>
                    <a:pt x="11906" y="178269"/>
                    <a:pt x="11908" y="171714"/>
                  </a:cubicBezTo>
                  <a:cubicBezTo>
                    <a:pt x="11911" y="160021"/>
                    <a:pt x="11927" y="148329"/>
                    <a:pt x="11952" y="136637"/>
                  </a:cubicBezTo>
                  <a:cubicBezTo>
                    <a:pt x="11976" y="125278"/>
                    <a:pt x="11992" y="113919"/>
                    <a:pt x="11998" y="102560"/>
                  </a:cubicBezTo>
                  <a:cubicBezTo>
                    <a:pt x="11998" y="101860"/>
                    <a:pt x="11999" y="101161"/>
                    <a:pt x="11999" y="100440"/>
                  </a:cubicBezTo>
                  <a:cubicBezTo>
                    <a:pt x="12001" y="97629"/>
                    <a:pt x="12002" y="94817"/>
                    <a:pt x="12003" y="92006"/>
                  </a:cubicBezTo>
                  <a:cubicBezTo>
                    <a:pt x="12009" y="81200"/>
                    <a:pt x="12021" y="70394"/>
                    <a:pt x="12034" y="59588"/>
                  </a:cubicBezTo>
                  <a:cubicBezTo>
                    <a:pt x="12037" y="56319"/>
                    <a:pt x="12041" y="53050"/>
                    <a:pt x="12044" y="49780"/>
                  </a:cubicBezTo>
                  <a:cubicBezTo>
                    <a:pt x="12051" y="42903"/>
                    <a:pt x="12060" y="36026"/>
                    <a:pt x="12075" y="29148"/>
                  </a:cubicBezTo>
                  <a:cubicBezTo>
                    <a:pt x="12082" y="26303"/>
                    <a:pt x="12087" y="23458"/>
                    <a:pt x="12089" y="20612"/>
                  </a:cubicBezTo>
                  <a:cubicBezTo>
                    <a:pt x="12091" y="17535"/>
                    <a:pt x="12099" y="14457"/>
                    <a:pt x="12108" y="11380"/>
                  </a:cubicBezTo>
                  <a:cubicBezTo>
                    <a:pt x="12108" y="10470"/>
                    <a:pt x="12108" y="9561"/>
                    <a:pt x="12108" y="8624"/>
                  </a:cubicBezTo>
                  <a:cubicBezTo>
                    <a:pt x="12111" y="7806"/>
                    <a:pt x="12114" y="6989"/>
                    <a:pt x="12118" y="6147"/>
                  </a:cubicBezTo>
                  <a:cubicBezTo>
                    <a:pt x="12119" y="5435"/>
                    <a:pt x="12120" y="4724"/>
                    <a:pt x="12122" y="3991"/>
                  </a:cubicBezTo>
                  <a:cubicBezTo>
                    <a:pt x="12306" y="922"/>
                    <a:pt x="14012" y="1563"/>
                    <a:pt x="16677" y="1553"/>
                  </a:cubicBezTo>
                  <a:close/>
                </a:path>
              </a:pathLst>
            </a:custGeom>
            <a:grpFill/>
            <a:ln w="744" cap="flat">
              <a:noFill/>
              <a:prstDash val="solid"/>
              <a:miter/>
            </a:ln>
          </p:spPr>
          <p:txBody>
            <a:bodyPr rtlCol="0" anchor="ctr"/>
            <a:lstStyle/>
            <a:p>
              <a:endParaRPr lang="zh-CN" altLang="en-US"/>
            </a:p>
          </p:txBody>
        </p:sp>
        <p:sp>
          <p:nvSpPr>
            <p:cNvPr id="131" name="任意多边形: 形状 130"/>
            <p:cNvSpPr/>
            <p:nvPr/>
          </p:nvSpPr>
          <p:spPr>
            <a:xfrm>
              <a:off x="5710258" y="1392840"/>
              <a:ext cx="145932" cy="236107"/>
            </a:xfrm>
            <a:custGeom>
              <a:avLst/>
              <a:gdLst>
                <a:gd name="connsiteX0" fmla="*/ 8517 w 145932"/>
                <a:gd name="connsiteY0" fmla="*/ 1600 h 236107"/>
                <a:gd name="connsiteX1" fmla="*/ 62909 w 145932"/>
                <a:gd name="connsiteY1" fmla="*/ 1561 h 236107"/>
                <a:gd name="connsiteX2" fmla="*/ 88162 w 145932"/>
                <a:gd name="connsiteY2" fmla="*/ 1544 h 236107"/>
                <a:gd name="connsiteX3" fmla="*/ 110164 w 145932"/>
                <a:gd name="connsiteY3" fmla="*/ 1530 h 236107"/>
                <a:gd name="connsiteX4" fmla="*/ 121822 w 145932"/>
                <a:gd name="connsiteY4" fmla="*/ 1521 h 236107"/>
                <a:gd name="connsiteX5" fmla="*/ 132781 w 145932"/>
                <a:gd name="connsiteY5" fmla="*/ 1516 h 236107"/>
                <a:gd name="connsiteX6" fmla="*/ 136816 w 145932"/>
                <a:gd name="connsiteY6" fmla="*/ 1511 h 236107"/>
                <a:gd name="connsiteX7" fmla="*/ 142299 w 145932"/>
                <a:gd name="connsiteY7" fmla="*/ 1511 h 236107"/>
                <a:gd name="connsiteX8" fmla="*/ 143933 w 145932"/>
                <a:gd name="connsiteY8" fmla="*/ 1504 h 236107"/>
                <a:gd name="connsiteX9" fmla="*/ 148416 w 145932"/>
                <a:gd name="connsiteY9" fmla="*/ 2344 h 236107"/>
                <a:gd name="connsiteX10" fmla="*/ 148514 w 145932"/>
                <a:gd name="connsiteY10" fmla="*/ 8550 h 236107"/>
                <a:gd name="connsiteX11" fmla="*/ 148517 w 145932"/>
                <a:gd name="connsiteY11" fmla="*/ 10438 h 236107"/>
                <a:gd name="connsiteX12" fmla="*/ 148513 w 145932"/>
                <a:gd name="connsiteY12" fmla="*/ 14400 h 236107"/>
                <a:gd name="connsiteX13" fmla="*/ 148517 w 145932"/>
                <a:gd name="connsiteY13" fmla="*/ 20475 h 236107"/>
                <a:gd name="connsiteX14" fmla="*/ 148514 w 145932"/>
                <a:gd name="connsiteY14" fmla="*/ 24317 h 236107"/>
                <a:gd name="connsiteX15" fmla="*/ 148519 w 145932"/>
                <a:gd name="connsiteY15" fmla="*/ 26161 h 236107"/>
                <a:gd name="connsiteX16" fmla="*/ 147672 w 145932"/>
                <a:gd name="connsiteY16" fmla="*/ 32110 h 236107"/>
                <a:gd name="connsiteX17" fmla="*/ 143429 w 145932"/>
                <a:gd name="connsiteY17" fmla="*/ 32289 h 236107"/>
                <a:gd name="connsiteX18" fmla="*/ 140637 w 145932"/>
                <a:gd name="connsiteY18" fmla="*/ 32295 h 236107"/>
                <a:gd name="connsiteX19" fmla="*/ 137546 w 145932"/>
                <a:gd name="connsiteY19" fmla="*/ 32279 h 236107"/>
                <a:gd name="connsiteX20" fmla="*/ 134312 w 145932"/>
                <a:gd name="connsiteY20" fmla="*/ 32279 h 236107"/>
                <a:gd name="connsiteX21" fmla="*/ 125507 w 145932"/>
                <a:gd name="connsiteY21" fmla="*/ 32261 h 236107"/>
                <a:gd name="connsiteX22" fmla="*/ 116316 w 145932"/>
                <a:gd name="connsiteY22" fmla="*/ 32249 h 236107"/>
                <a:gd name="connsiteX23" fmla="*/ 98898 w 145932"/>
                <a:gd name="connsiteY23" fmla="*/ 32217 h 236107"/>
                <a:gd name="connsiteX24" fmla="*/ 79074 w 145932"/>
                <a:gd name="connsiteY24" fmla="*/ 32185 h 236107"/>
                <a:gd name="connsiteX25" fmla="*/ 38283 w 145932"/>
                <a:gd name="connsiteY25" fmla="*/ 32110 h 236107"/>
                <a:gd name="connsiteX26" fmla="*/ 38649 w 145932"/>
                <a:gd name="connsiteY26" fmla="*/ 33429 h 236107"/>
                <a:gd name="connsiteX27" fmla="*/ 39123 w 145932"/>
                <a:gd name="connsiteY27" fmla="*/ 41115 h 236107"/>
                <a:gd name="connsiteX28" fmla="*/ 39127 w 145932"/>
                <a:gd name="connsiteY28" fmla="*/ 42949 h 236107"/>
                <a:gd name="connsiteX29" fmla="*/ 39126 w 145932"/>
                <a:gd name="connsiteY29" fmla="*/ 48946 h 236107"/>
                <a:gd name="connsiteX30" fmla="*/ 39128 w 145932"/>
                <a:gd name="connsiteY30" fmla="*/ 53116 h 236107"/>
                <a:gd name="connsiteX31" fmla="*/ 39124 w 145932"/>
                <a:gd name="connsiteY31" fmla="*/ 61854 h 236107"/>
                <a:gd name="connsiteX32" fmla="*/ 39127 w 145932"/>
                <a:gd name="connsiteY32" fmla="*/ 73054 h 236107"/>
                <a:gd name="connsiteX33" fmla="*/ 39127 w 145932"/>
                <a:gd name="connsiteY33" fmla="*/ 81664 h 236107"/>
                <a:gd name="connsiteX34" fmla="*/ 39128 w 145932"/>
                <a:gd name="connsiteY34" fmla="*/ 85794 h 236107"/>
                <a:gd name="connsiteX35" fmla="*/ 39123 w 145932"/>
                <a:gd name="connsiteY35" fmla="*/ 91565 h 236107"/>
                <a:gd name="connsiteX36" fmla="*/ 39128 w 145932"/>
                <a:gd name="connsiteY36" fmla="*/ 93290 h 236107"/>
                <a:gd name="connsiteX37" fmla="*/ 38283 w 145932"/>
                <a:gd name="connsiteY37" fmla="*/ 100571 h 236107"/>
                <a:gd name="connsiteX38" fmla="*/ 39882 w 145932"/>
                <a:gd name="connsiteY38" fmla="*/ 100569 h 236107"/>
                <a:gd name="connsiteX39" fmla="*/ 78374 w 145932"/>
                <a:gd name="connsiteY39" fmla="*/ 100532 h 236107"/>
                <a:gd name="connsiteX40" fmla="*/ 96987 w 145932"/>
                <a:gd name="connsiteY40" fmla="*/ 100515 h 236107"/>
                <a:gd name="connsiteX41" fmla="*/ 113207 w 145932"/>
                <a:gd name="connsiteY41" fmla="*/ 100501 h 236107"/>
                <a:gd name="connsiteX42" fmla="*/ 121799 w 145932"/>
                <a:gd name="connsiteY42" fmla="*/ 100492 h 236107"/>
                <a:gd name="connsiteX43" fmla="*/ 129879 w 145932"/>
                <a:gd name="connsiteY43" fmla="*/ 100487 h 236107"/>
                <a:gd name="connsiteX44" fmla="*/ 134272 w 145932"/>
                <a:gd name="connsiteY44" fmla="*/ 100478 h 236107"/>
                <a:gd name="connsiteX45" fmla="*/ 136897 w 145932"/>
                <a:gd name="connsiteY45" fmla="*/ 100481 h 236107"/>
                <a:gd name="connsiteX46" fmla="*/ 139187 w 145932"/>
                <a:gd name="connsiteY46" fmla="*/ 100479 h 236107"/>
                <a:gd name="connsiteX47" fmla="*/ 142463 w 145932"/>
                <a:gd name="connsiteY47" fmla="*/ 101315 h 236107"/>
                <a:gd name="connsiteX48" fmla="*/ 142660 w 145932"/>
                <a:gd name="connsiteY48" fmla="*/ 107710 h 236107"/>
                <a:gd name="connsiteX49" fmla="*/ 142665 w 145932"/>
                <a:gd name="connsiteY49" fmla="*/ 109653 h 236107"/>
                <a:gd name="connsiteX50" fmla="*/ 142657 w 145932"/>
                <a:gd name="connsiteY50" fmla="*/ 113729 h 236107"/>
                <a:gd name="connsiteX51" fmla="*/ 142666 w 145932"/>
                <a:gd name="connsiteY51" fmla="*/ 119991 h 236107"/>
                <a:gd name="connsiteX52" fmla="*/ 142660 w 145932"/>
                <a:gd name="connsiteY52" fmla="*/ 123941 h 236107"/>
                <a:gd name="connsiteX53" fmla="*/ 142669 w 145932"/>
                <a:gd name="connsiteY53" fmla="*/ 125846 h 236107"/>
                <a:gd name="connsiteX54" fmla="*/ 142463 w 145932"/>
                <a:gd name="connsiteY54" fmla="*/ 130336 h 236107"/>
                <a:gd name="connsiteX55" fmla="*/ 136897 w 145932"/>
                <a:gd name="connsiteY55" fmla="*/ 131170 h 236107"/>
                <a:gd name="connsiteX56" fmla="*/ 134272 w 145932"/>
                <a:gd name="connsiteY56" fmla="*/ 131173 h 236107"/>
                <a:gd name="connsiteX57" fmla="*/ 131379 w 145932"/>
                <a:gd name="connsiteY57" fmla="*/ 131165 h 236107"/>
                <a:gd name="connsiteX58" fmla="*/ 128343 w 145932"/>
                <a:gd name="connsiteY58" fmla="*/ 131165 h 236107"/>
                <a:gd name="connsiteX59" fmla="*/ 120087 w 145932"/>
                <a:gd name="connsiteY59" fmla="*/ 131156 h 236107"/>
                <a:gd name="connsiteX60" fmla="*/ 111464 w 145932"/>
                <a:gd name="connsiteY60" fmla="*/ 131150 h 236107"/>
                <a:gd name="connsiteX61" fmla="*/ 95130 w 145932"/>
                <a:gd name="connsiteY61" fmla="*/ 131134 h 236107"/>
                <a:gd name="connsiteX62" fmla="*/ 76537 w 145932"/>
                <a:gd name="connsiteY62" fmla="*/ 131118 h 236107"/>
                <a:gd name="connsiteX63" fmla="*/ 38283 w 145932"/>
                <a:gd name="connsiteY63" fmla="*/ 131081 h 236107"/>
                <a:gd name="connsiteX64" fmla="*/ 38649 w 145932"/>
                <a:gd name="connsiteY64" fmla="*/ 132383 h 236107"/>
                <a:gd name="connsiteX65" fmla="*/ 39123 w 145932"/>
                <a:gd name="connsiteY65" fmla="*/ 140701 h 236107"/>
                <a:gd name="connsiteX66" fmla="*/ 39127 w 145932"/>
                <a:gd name="connsiteY66" fmla="*/ 142733 h 236107"/>
                <a:gd name="connsiteX67" fmla="*/ 39126 w 145932"/>
                <a:gd name="connsiteY67" fmla="*/ 149382 h 236107"/>
                <a:gd name="connsiteX68" fmla="*/ 39128 w 145932"/>
                <a:gd name="connsiteY68" fmla="*/ 154002 h 236107"/>
                <a:gd name="connsiteX69" fmla="*/ 39124 w 145932"/>
                <a:gd name="connsiteY69" fmla="*/ 163686 h 236107"/>
                <a:gd name="connsiteX70" fmla="*/ 39127 w 145932"/>
                <a:gd name="connsiteY70" fmla="*/ 176102 h 236107"/>
                <a:gd name="connsiteX71" fmla="*/ 39127 w 145932"/>
                <a:gd name="connsiteY71" fmla="*/ 185643 h 236107"/>
                <a:gd name="connsiteX72" fmla="*/ 39128 w 145932"/>
                <a:gd name="connsiteY72" fmla="*/ 190222 h 236107"/>
                <a:gd name="connsiteX73" fmla="*/ 39123 w 145932"/>
                <a:gd name="connsiteY73" fmla="*/ 196619 h 236107"/>
                <a:gd name="connsiteX74" fmla="*/ 39128 w 145932"/>
                <a:gd name="connsiteY74" fmla="*/ 198533 h 236107"/>
                <a:gd name="connsiteX75" fmla="*/ 38283 w 145932"/>
                <a:gd name="connsiteY75" fmla="*/ 206239 h 236107"/>
                <a:gd name="connsiteX76" fmla="*/ 40070 w 145932"/>
                <a:gd name="connsiteY76" fmla="*/ 206237 h 236107"/>
                <a:gd name="connsiteX77" fmla="*/ 83069 w 145932"/>
                <a:gd name="connsiteY77" fmla="*/ 206200 h 236107"/>
                <a:gd name="connsiteX78" fmla="*/ 103863 w 145932"/>
                <a:gd name="connsiteY78" fmla="*/ 206183 h 236107"/>
                <a:gd name="connsiteX79" fmla="*/ 121980 w 145932"/>
                <a:gd name="connsiteY79" fmla="*/ 206169 h 236107"/>
                <a:gd name="connsiteX80" fmla="*/ 131579 w 145932"/>
                <a:gd name="connsiteY80" fmla="*/ 206160 h 236107"/>
                <a:gd name="connsiteX81" fmla="*/ 140603 w 145932"/>
                <a:gd name="connsiteY81" fmla="*/ 206155 h 236107"/>
                <a:gd name="connsiteX82" fmla="*/ 143925 w 145932"/>
                <a:gd name="connsiteY82" fmla="*/ 206150 h 236107"/>
                <a:gd name="connsiteX83" fmla="*/ 148440 w 145932"/>
                <a:gd name="connsiteY83" fmla="*/ 206149 h 236107"/>
                <a:gd name="connsiteX84" fmla="*/ 150999 w 145932"/>
                <a:gd name="connsiteY84" fmla="*/ 206147 h 236107"/>
                <a:gd name="connsiteX85" fmla="*/ 153625 w 145932"/>
                <a:gd name="connsiteY85" fmla="*/ 206983 h 236107"/>
                <a:gd name="connsiteX86" fmla="*/ 153885 w 145932"/>
                <a:gd name="connsiteY86" fmla="*/ 219715 h 236107"/>
                <a:gd name="connsiteX87" fmla="*/ 153946 w 145932"/>
                <a:gd name="connsiteY87" fmla="*/ 224016 h 236107"/>
                <a:gd name="connsiteX88" fmla="*/ 154014 w 145932"/>
                <a:gd name="connsiteY88" fmla="*/ 230191 h 236107"/>
                <a:gd name="connsiteX89" fmla="*/ 154065 w 145932"/>
                <a:gd name="connsiteY89" fmla="*/ 232145 h 236107"/>
                <a:gd name="connsiteX90" fmla="*/ 153625 w 145932"/>
                <a:gd name="connsiteY90" fmla="*/ 236748 h 236107"/>
                <a:gd name="connsiteX91" fmla="*/ 144222 w 145932"/>
                <a:gd name="connsiteY91" fmla="*/ 237587 h 236107"/>
                <a:gd name="connsiteX92" fmla="*/ 142506 w 145932"/>
                <a:gd name="connsiteY92" fmla="*/ 237591 h 236107"/>
                <a:gd name="connsiteX93" fmla="*/ 136823 w 145932"/>
                <a:gd name="connsiteY93" fmla="*/ 237589 h 236107"/>
                <a:gd name="connsiteX94" fmla="*/ 132745 w 145932"/>
                <a:gd name="connsiteY94" fmla="*/ 237593 h 236107"/>
                <a:gd name="connsiteX95" fmla="*/ 121676 w 145932"/>
                <a:gd name="connsiteY95" fmla="*/ 237593 h 236107"/>
                <a:gd name="connsiteX96" fmla="*/ 110096 w 145932"/>
                <a:gd name="connsiteY96" fmla="*/ 237594 h 236107"/>
                <a:gd name="connsiteX97" fmla="*/ 90652 w 145932"/>
                <a:gd name="connsiteY97" fmla="*/ 237590 h 236107"/>
                <a:gd name="connsiteX98" fmla="*/ 68162 w 145932"/>
                <a:gd name="connsiteY98" fmla="*/ 237591 h 236107"/>
                <a:gd name="connsiteX99" fmla="*/ 48859 w 145932"/>
                <a:gd name="connsiteY99" fmla="*/ 237593 h 236107"/>
                <a:gd name="connsiteX100" fmla="*/ 37328 w 145932"/>
                <a:gd name="connsiteY100" fmla="*/ 237594 h 236107"/>
                <a:gd name="connsiteX101" fmla="*/ 26489 w 145932"/>
                <a:gd name="connsiteY101" fmla="*/ 237590 h 236107"/>
                <a:gd name="connsiteX102" fmla="*/ 22508 w 145932"/>
                <a:gd name="connsiteY102" fmla="*/ 237591 h 236107"/>
                <a:gd name="connsiteX103" fmla="*/ 17081 w 145932"/>
                <a:gd name="connsiteY103" fmla="*/ 237587 h 236107"/>
                <a:gd name="connsiteX104" fmla="*/ 15483 w 145932"/>
                <a:gd name="connsiteY104" fmla="*/ 237592 h 236107"/>
                <a:gd name="connsiteX105" fmla="*/ 8517 w 145932"/>
                <a:gd name="connsiteY105" fmla="*/ 236748 h 236107"/>
                <a:gd name="connsiteX106" fmla="*/ 8151 w 145932"/>
                <a:gd name="connsiteY106" fmla="*/ 232984 h 236107"/>
                <a:gd name="connsiteX107" fmla="*/ 8133 w 145932"/>
                <a:gd name="connsiteY107" fmla="*/ 230498 h 236107"/>
                <a:gd name="connsiteX108" fmla="*/ 8159 w 145932"/>
                <a:gd name="connsiteY108" fmla="*/ 227732 h 236107"/>
                <a:gd name="connsiteX109" fmla="*/ 8152 w 145932"/>
                <a:gd name="connsiteY109" fmla="*/ 224820 h 236107"/>
                <a:gd name="connsiteX110" fmla="*/ 8172 w 145932"/>
                <a:gd name="connsiteY110" fmla="*/ 216782 h 236107"/>
                <a:gd name="connsiteX111" fmla="*/ 8178 w 145932"/>
                <a:gd name="connsiteY111" fmla="*/ 208128 h 236107"/>
                <a:gd name="connsiteX112" fmla="*/ 8203 w 145932"/>
                <a:gd name="connsiteY112" fmla="*/ 193121 h 236107"/>
                <a:gd name="connsiteX113" fmla="*/ 8238 w 145932"/>
                <a:gd name="connsiteY113" fmla="*/ 171424 h 236107"/>
                <a:gd name="connsiteX114" fmla="*/ 8293 w 145932"/>
                <a:gd name="connsiteY114" fmla="*/ 136226 h 236107"/>
                <a:gd name="connsiteX115" fmla="*/ 8354 w 145932"/>
                <a:gd name="connsiteY115" fmla="*/ 102025 h 236107"/>
                <a:gd name="connsiteX116" fmla="*/ 8356 w 145932"/>
                <a:gd name="connsiteY116" fmla="*/ 99898 h 236107"/>
                <a:gd name="connsiteX117" fmla="*/ 8367 w 145932"/>
                <a:gd name="connsiteY117" fmla="*/ 89330 h 236107"/>
                <a:gd name="connsiteX118" fmla="*/ 8517 w 145932"/>
                <a:gd name="connsiteY118" fmla="*/ 1600 h 23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45932" h="236107">
                  <a:moveTo>
                    <a:pt x="8517" y="1600"/>
                  </a:moveTo>
                  <a:cubicBezTo>
                    <a:pt x="26648" y="1583"/>
                    <a:pt x="44778" y="1570"/>
                    <a:pt x="62909" y="1561"/>
                  </a:cubicBezTo>
                  <a:cubicBezTo>
                    <a:pt x="71327" y="1558"/>
                    <a:pt x="79745" y="1552"/>
                    <a:pt x="88162" y="1544"/>
                  </a:cubicBezTo>
                  <a:cubicBezTo>
                    <a:pt x="95496" y="1537"/>
                    <a:pt x="102830" y="1532"/>
                    <a:pt x="110164" y="1530"/>
                  </a:cubicBezTo>
                  <a:cubicBezTo>
                    <a:pt x="114050" y="1529"/>
                    <a:pt x="117936" y="1527"/>
                    <a:pt x="121822" y="1521"/>
                  </a:cubicBezTo>
                  <a:cubicBezTo>
                    <a:pt x="125475" y="1516"/>
                    <a:pt x="129128" y="1515"/>
                    <a:pt x="132781" y="1516"/>
                  </a:cubicBezTo>
                  <a:cubicBezTo>
                    <a:pt x="134126" y="1516"/>
                    <a:pt x="135471" y="1514"/>
                    <a:pt x="136816" y="1511"/>
                  </a:cubicBezTo>
                  <a:cubicBezTo>
                    <a:pt x="138644" y="1508"/>
                    <a:pt x="140471" y="1509"/>
                    <a:pt x="142299" y="1511"/>
                  </a:cubicBezTo>
                  <a:cubicBezTo>
                    <a:pt x="143108" y="1507"/>
                    <a:pt x="143108" y="1507"/>
                    <a:pt x="143933" y="1504"/>
                  </a:cubicBezTo>
                  <a:cubicBezTo>
                    <a:pt x="147587" y="1515"/>
                    <a:pt x="147587" y="1515"/>
                    <a:pt x="148416" y="2344"/>
                  </a:cubicBezTo>
                  <a:cubicBezTo>
                    <a:pt x="148491" y="4419"/>
                    <a:pt x="148520" y="6475"/>
                    <a:pt x="148514" y="8550"/>
                  </a:cubicBezTo>
                  <a:cubicBezTo>
                    <a:pt x="148515" y="9173"/>
                    <a:pt x="148516" y="9796"/>
                    <a:pt x="148517" y="10438"/>
                  </a:cubicBezTo>
                  <a:cubicBezTo>
                    <a:pt x="148517" y="11759"/>
                    <a:pt x="148516" y="13079"/>
                    <a:pt x="148513" y="14400"/>
                  </a:cubicBezTo>
                  <a:cubicBezTo>
                    <a:pt x="148509" y="16425"/>
                    <a:pt x="148513" y="18450"/>
                    <a:pt x="148517" y="20475"/>
                  </a:cubicBezTo>
                  <a:cubicBezTo>
                    <a:pt x="148517" y="21756"/>
                    <a:pt x="148516" y="23036"/>
                    <a:pt x="148514" y="24317"/>
                  </a:cubicBezTo>
                  <a:cubicBezTo>
                    <a:pt x="148516" y="24925"/>
                    <a:pt x="148518" y="25534"/>
                    <a:pt x="148519" y="26161"/>
                  </a:cubicBezTo>
                  <a:cubicBezTo>
                    <a:pt x="148501" y="30450"/>
                    <a:pt x="148501" y="30450"/>
                    <a:pt x="147672" y="32110"/>
                  </a:cubicBezTo>
                  <a:cubicBezTo>
                    <a:pt x="145872" y="32293"/>
                    <a:pt x="145872" y="32293"/>
                    <a:pt x="143429" y="32289"/>
                  </a:cubicBezTo>
                  <a:cubicBezTo>
                    <a:pt x="142508" y="32291"/>
                    <a:pt x="141586" y="32293"/>
                    <a:pt x="140637" y="32295"/>
                  </a:cubicBezTo>
                  <a:cubicBezTo>
                    <a:pt x="139606" y="32290"/>
                    <a:pt x="138576" y="32284"/>
                    <a:pt x="137546" y="32279"/>
                  </a:cubicBezTo>
                  <a:cubicBezTo>
                    <a:pt x="136468" y="32278"/>
                    <a:pt x="135390" y="32279"/>
                    <a:pt x="134312" y="32279"/>
                  </a:cubicBezTo>
                  <a:cubicBezTo>
                    <a:pt x="131377" y="32280"/>
                    <a:pt x="128442" y="32271"/>
                    <a:pt x="125507" y="32261"/>
                  </a:cubicBezTo>
                  <a:cubicBezTo>
                    <a:pt x="122443" y="32251"/>
                    <a:pt x="119380" y="32251"/>
                    <a:pt x="116316" y="32249"/>
                  </a:cubicBezTo>
                  <a:cubicBezTo>
                    <a:pt x="110510" y="32244"/>
                    <a:pt x="104704" y="32232"/>
                    <a:pt x="98898" y="32217"/>
                  </a:cubicBezTo>
                  <a:cubicBezTo>
                    <a:pt x="92290" y="32200"/>
                    <a:pt x="85682" y="32192"/>
                    <a:pt x="79074" y="32185"/>
                  </a:cubicBezTo>
                  <a:cubicBezTo>
                    <a:pt x="65477" y="32169"/>
                    <a:pt x="51880" y="32143"/>
                    <a:pt x="38283" y="32110"/>
                  </a:cubicBezTo>
                  <a:cubicBezTo>
                    <a:pt x="38404" y="32545"/>
                    <a:pt x="38525" y="32980"/>
                    <a:pt x="38649" y="33429"/>
                  </a:cubicBezTo>
                  <a:cubicBezTo>
                    <a:pt x="39229" y="35971"/>
                    <a:pt x="39130" y="38521"/>
                    <a:pt x="39123" y="41115"/>
                  </a:cubicBezTo>
                  <a:cubicBezTo>
                    <a:pt x="39125" y="41720"/>
                    <a:pt x="39126" y="42326"/>
                    <a:pt x="39127" y="42949"/>
                  </a:cubicBezTo>
                  <a:cubicBezTo>
                    <a:pt x="39130" y="44948"/>
                    <a:pt x="39128" y="46947"/>
                    <a:pt x="39126" y="48946"/>
                  </a:cubicBezTo>
                  <a:cubicBezTo>
                    <a:pt x="39126" y="50336"/>
                    <a:pt x="39127" y="51726"/>
                    <a:pt x="39128" y="53116"/>
                  </a:cubicBezTo>
                  <a:cubicBezTo>
                    <a:pt x="39129" y="56029"/>
                    <a:pt x="39127" y="58941"/>
                    <a:pt x="39124" y="61854"/>
                  </a:cubicBezTo>
                  <a:cubicBezTo>
                    <a:pt x="39120" y="65587"/>
                    <a:pt x="39122" y="69320"/>
                    <a:pt x="39127" y="73054"/>
                  </a:cubicBezTo>
                  <a:cubicBezTo>
                    <a:pt x="39129" y="75924"/>
                    <a:pt x="39128" y="78794"/>
                    <a:pt x="39127" y="81664"/>
                  </a:cubicBezTo>
                  <a:cubicBezTo>
                    <a:pt x="39126" y="83041"/>
                    <a:pt x="39127" y="84418"/>
                    <a:pt x="39128" y="85794"/>
                  </a:cubicBezTo>
                  <a:cubicBezTo>
                    <a:pt x="39130" y="87718"/>
                    <a:pt x="39127" y="89642"/>
                    <a:pt x="39123" y="91565"/>
                  </a:cubicBezTo>
                  <a:cubicBezTo>
                    <a:pt x="39125" y="92135"/>
                    <a:pt x="39126" y="92704"/>
                    <a:pt x="39128" y="93290"/>
                  </a:cubicBezTo>
                  <a:cubicBezTo>
                    <a:pt x="39118" y="95846"/>
                    <a:pt x="38966" y="98112"/>
                    <a:pt x="38283" y="100571"/>
                  </a:cubicBezTo>
                  <a:cubicBezTo>
                    <a:pt x="38811" y="100570"/>
                    <a:pt x="39339" y="100569"/>
                    <a:pt x="39882" y="100569"/>
                  </a:cubicBezTo>
                  <a:cubicBezTo>
                    <a:pt x="52713" y="100552"/>
                    <a:pt x="65543" y="100540"/>
                    <a:pt x="78374" y="100532"/>
                  </a:cubicBezTo>
                  <a:cubicBezTo>
                    <a:pt x="84578" y="100528"/>
                    <a:pt x="90783" y="100523"/>
                    <a:pt x="96987" y="100515"/>
                  </a:cubicBezTo>
                  <a:cubicBezTo>
                    <a:pt x="102394" y="100507"/>
                    <a:pt x="107800" y="100502"/>
                    <a:pt x="113207" y="100501"/>
                  </a:cubicBezTo>
                  <a:cubicBezTo>
                    <a:pt x="116071" y="100500"/>
                    <a:pt x="118935" y="100497"/>
                    <a:pt x="121799" y="100492"/>
                  </a:cubicBezTo>
                  <a:cubicBezTo>
                    <a:pt x="124492" y="100487"/>
                    <a:pt x="127186" y="100485"/>
                    <a:pt x="129879" y="100487"/>
                  </a:cubicBezTo>
                  <a:cubicBezTo>
                    <a:pt x="131344" y="100486"/>
                    <a:pt x="132808" y="100482"/>
                    <a:pt x="134272" y="100478"/>
                  </a:cubicBezTo>
                  <a:cubicBezTo>
                    <a:pt x="135138" y="100479"/>
                    <a:pt x="136004" y="100480"/>
                    <a:pt x="136897" y="100481"/>
                  </a:cubicBezTo>
                  <a:cubicBezTo>
                    <a:pt x="138031" y="100480"/>
                    <a:pt x="138031" y="100480"/>
                    <a:pt x="139187" y="100479"/>
                  </a:cubicBezTo>
                  <a:cubicBezTo>
                    <a:pt x="140974" y="100571"/>
                    <a:pt x="140974" y="100571"/>
                    <a:pt x="142463" y="101315"/>
                  </a:cubicBezTo>
                  <a:cubicBezTo>
                    <a:pt x="142614" y="103470"/>
                    <a:pt x="142671" y="105553"/>
                    <a:pt x="142660" y="107710"/>
                  </a:cubicBezTo>
                  <a:cubicBezTo>
                    <a:pt x="142662" y="108351"/>
                    <a:pt x="142663" y="108993"/>
                    <a:pt x="142665" y="109653"/>
                  </a:cubicBezTo>
                  <a:cubicBezTo>
                    <a:pt x="142666" y="111012"/>
                    <a:pt x="142663" y="112371"/>
                    <a:pt x="142657" y="113729"/>
                  </a:cubicBezTo>
                  <a:cubicBezTo>
                    <a:pt x="142649" y="115817"/>
                    <a:pt x="142656" y="117904"/>
                    <a:pt x="142666" y="119991"/>
                  </a:cubicBezTo>
                  <a:cubicBezTo>
                    <a:pt x="142665" y="121308"/>
                    <a:pt x="142663" y="122625"/>
                    <a:pt x="142660" y="123941"/>
                  </a:cubicBezTo>
                  <a:cubicBezTo>
                    <a:pt x="142663" y="124570"/>
                    <a:pt x="142666" y="125199"/>
                    <a:pt x="142669" y="125846"/>
                  </a:cubicBezTo>
                  <a:cubicBezTo>
                    <a:pt x="142657" y="127345"/>
                    <a:pt x="142568" y="128842"/>
                    <a:pt x="142463" y="130336"/>
                  </a:cubicBezTo>
                  <a:cubicBezTo>
                    <a:pt x="140512" y="131311"/>
                    <a:pt x="139081" y="131172"/>
                    <a:pt x="136897" y="131170"/>
                  </a:cubicBezTo>
                  <a:cubicBezTo>
                    <a:pt x="136031" y="131171"/>
                    <a:pt x="135165" y="131172"/>
                    <a:pt x="134272" y="131173"/>
                  </a:cubicBezTo>
                  <a:cubicBezTo>
                    <a:pt x="132840" y="131169"/>
                    <a:pt x="132840" y="131169"/>
                    <a:pt x="131379" y="131165"/>
                  </a:cubicBezTo>
                  <a:cubicBezTo>
                    <a:pt x="130367" y="131165"/>
                    <a:pt x="129355" y="131165"/>
                    <a:pt x="128343" y="131165"/>
                  </a:cubicBezTo>
                  <a:cubicBezTo>
                    <a:pt x="125591" y="131166"/>
                    <a:pt x="122839" y="131161"/>
                    <a:pt x="120087" y="131156"/>
                  </a:cubicBezTo>
                  <a:cubicBezTo>
                    <a:pt x="117213" y="131151"/>
                    <a:pt x="114339" y="131151"/>
                    <a:pt x="111464" y="131150"/>
                  </a:cubicBezTo>
                  <a:cubicBezTo>
                    <a:pt x="106020" y="131148"/>
                    <a:pt x="100575" y="131142"/>
                    <a:pt x="95130" y="131134"/>
                  </a:cubicBezTo>
                  <a:cubicBezTo>
                    <a:pt x="88932" y="131126"/>
                    <a:pt x="82735" y="131122"/>
                    <a:pt x="76537" y="131118"/>
                  </a:cubicBezTo>
                  <a:cubicBezTo>
                    <a:pt x="63785" y="131110"/>
                    <a:pt x="51034" y="131097"/>
                    <a:pt x="38283" y="131081"/>
                  </a:cubicBezTo>
                  <a:cubicBezTo>
                    <a:pt x="38404" y="131510"/>
                    <a:pt x="38525" y="131940"/>
                    <a:pt x="38649" y="132383"/>
                  </a:cubicBezTo>
                  <a:cubicBezTo>
                    <a:pt x="39268" y="135124"/>
                    <a:pt x="39130" y="137905"/>
                    <a:pt x="39123" y="140701"/>
                  </a:cubicBezTo>
                  <a:cubicBezTo>
                    <a:pt x="39125" y="141371"/>
                    <a:pt x="39126" y="142042"/>
                    <a:pt x="39127" y="142733"/>
                  </a:cubicBezTo>
                  <a:cubicBezTo>
                    <a:pt x="39131" y="144949"/>
                    <a:pt x="39128" y="147165"/>
                    <a:pt x="39126" y="149382"/>
                  </a:cubicBezTo>
                  <a:cubicBezTo>
                    <a:pt x="39126" y="150922"/>
                    <a:pt x="39127" y="152462"/>
                    <a:pt x="39128" y="154002"/>
                  </a:cubicBezTo>
                  <a:cubicBezTo>
                    <a:pt x="39129" y="157230"/>
                    <a:pt x="39127" y="160458"/>
                    <a:pt x="39124" y="163686"/>
                  </a:cubicBezTo>
                  <a:cubicBezTo>
                    <a:pt x="39120" y="167825"/>
                    <a:pt x="39122" y="171963"/>
                    <a:pt x="39127" y="176102"/>
                  </a:cubicBezTo>
                  <a:cubicBezTo>
                    <a:pt x="39129" y="179283"/>
                    <a:pt x="39128" y="182463"/>
                    <a:pt x="39127" y="185643"/>
                  </a:cubicBezTo>
                  <a:cubicBezTo>
                    <a:pt x="39126" y="187170"/>
                    <a:pt x="39127" y="188696"/>
                    <a:pt x="39128" y="190222"/>
                  </a:cubicBezTo>
                  <a:cubicBezTo>
                    <a:pt x="39130" y="192354"/>
                    <a:pt x="39127" y="194486"/>
                    <a:pt x="39123" y="196619"/>
                  </a:cubicBezTo>
                  <a:cubicBezTo>
                    <a:pt x="39125" y="197250"/>
                    <a:pt x="39126" y="197882"/>
                    <a:pt x="39128" y="198533"/>
                  </a:cubicBezTo>
                  <a:cubicBezTo>
                    <a:pt x="39118" y="201227"/>
                    <a:pt x="39011" y="203646"/>
                    <a:pt x="38283" y="206239"/>
                  </a:cubicBezTo>
                  <a:cubicBezTo>
                    <a:pt x="39168" y="206238"/>
                    <a:pt x="39168" y="206238"/>
                    <a:pt x="40070" y="206237"/>
                  </a:cubicBezTo>
                  <a:cubicBezTo>
                    <a:pt x="54403" y="206220"/>
                    <a:pt x="68736" y="206208"/>
                    <a:pt x="83069" y="206200"/>
                  </a:cubicBezTo>
                  <a:cubicBezTo>
                    <a:pt x="90001" y="206196"/>
                    <a:pt x="96932" y="206191"/>
                    <a:pt x="103863" y="206183"/>
                  </a:cubicBezTo>
                  <a:cubicBezTo>
                    <a:pt x="109902" y="206175"/>
                    <a:pt x="115941" y="206170"/>
                    <a:pt x="121980" y="206169"/>
                  </a:cubicBezTo>
                  <a:cubicBezTo>
                    <a:pt x="125180" y="206168"/>
                    <a:pt x="128379" y="206165"/>
                    <a:pt x="131579" y="206160"/>
                  </a:cubicBezTo>
                  <a:cubicBezTo>
                    <a:pt x="134587" y="206155"/>
                    <a:pt x="137595" y="206153"/>
                    <a:pt x="140603" y="206155"/>
                  </a:cubicBezTo>
                  <a:cubicBezTo>
                    <a:pt x="141710" y="206154"/>
                    <a:pt x="142818" y="206153"/>
                    <a:pt x="143925" y="206150"/>
                  </a:cubicBezTo>
                  <a:cubicBezTo>
                    <a:pt x="145430" y="206146"/>
                    <a:pt x="146935" y="206148"/>
                    <a:pt x="148440" y="206149"/>
                  </a:cubicBezTo>
                  <a:cubicBezTo>
                    <a:pt x="149285" y="206149"/>
                    <a:pt x="150129" y="206148"/>
                    <a:pt x="150999" y="206147"/>
                  </a:cubicBezTo>
                  <a:cubicBezTo>
                    <a:pt x="152881" y="206239"/>
                    <a:pt x="152881" y="206239"/>
                    <a:pt x="153625" y="206983"/>
                  </a:cubicBezTo>
                  <a:cubicBezTo>
                    <a:pt x="153842" y="211225"/>
                    <a:pt x="153858" y="215468"/>
                    <a:pt x="153885" y="219715"/>
                  </a:cubicBezTo>
                  <a:cubicBezTo>
                    <a:pt x="153898" y="221149"/>
                    <a:pt x="153918" y="222583"/>
                    <a:pt x="153946" y="224016"/>
                  </a:cubicBezTo>
                  <a:cubicBezTo>
                    <a:pt x="153987" y="226074"/>
                    <a:pt x="154003" y="228132"/>
                    <a:pt x="154014" y="230191"/>
                  </a:cubicBezTo>
                  <a:cubicBezTo>
                    <a:pt x="154031" y="230836"/>
                    <a:pt x="154048" y="231481"/>
                    <a:pt x="154065" y="232145"/>
                  </a:cubicBezTo>
                  <a:cubicBezTo>
                    <a:pt x="154059" y="233943"/>
                    <a:pt x="154059" y="233943"/>
                    <a:pt x="153625" y="236748"/>
                  </a:cubicBezTo>
                  <a:cubicBezTo>
                    <a:pt x="150619" y="237810"/>
                    <a:pt x="147379" y="237597"/>
                    <a:pt x="144222" y="237587"/>
                  </a:cubicBezTo>
                  <a:cubicBezTo>
                    <a:pt x="143656" y="237588"/>
                    <a:pt x="143089" y="237589"/>
                    <a:pt x="142506" y="237591"/>
                  </a:cubicBezTo>
                  <a:cubicBezTo>
                    <a:pt x="140612" y="237594"/>
                    <a:pt x="138717" y="237591"/>
                    <a:pt x="136823" y="237589"/>
                  </a:cubicBezTo>
                  <a:cubicBezTo>
                    <a:pt x="135464" y="237590"/>
                    <a:pt x="134104" y="237591"/>
                    <a:pt x="132745" y="237593"/>
                  </a:cubicBezTo>
                  <a:cubicBezTo>
                    <a:pt x="129055" y="237596"/>
                    <a:pt x="125365" y="237595"/>
                    <a:pt x="121676" y="237593"/>
                  </a:cubicBezTo>
                  <a:cubicBezTo>
                    <a:pt x="117816" y="237591"/>
                    <a:pt x="113956" y="237592"/>
                    <a:pt x="110096" y="237594"/>
                  </a:cubicBezTo>
                  <a:cubicBezTo>
                    <a:pt x="103614" y="237595"/>
                    <a:pt x="97133" y="237593"/>
                    <a:pt x="90652" y="237590"/>
                  </a:cubicBezTo>
                  <a:cubicBezTo>
                    <a:pt x="83155" y="237586"/>
                    <a:pt x="75658" y="237587"/>
                    <a:pt x="68162" y="237591"/>
                  </a:cubicBezTo>
                  <a:cubicBezTo>
                    <a:pt x="61728" y="237594"/>
                    <a:pt x="55294" y="237595"/>
                    <a:pt x="48859" y="237593"/>
                  </a:cubicBezTo>
                  <a:cubicBezTo>
                    <a:pt x="45016" y="237592"/>
                    <a:pt x="41172" y="237592"/>
                    <a:pt x="37328" y="237594"/>
                  </a:cubicBezTo>
                  <a:cubicBezTo>
                    <a:pt x="33715" y="237596"/>
                    <a:pt x="30102" y="237595"/>
                    <a:pt x="26489" y="237590"/>
                  </a:cubicBezTo>
                  <a:cubicBezTo>
                    <a:pt x="25162" y="237589"/>
                    <a:pt x="23835" y="237590"/>
                    <a:pt x="22508" y="237591"/>
                  </a:cubicBezTo>
                  <a:cubicBezTo>
                    <a:pt x="20699" y="237593"/>
                    <a:pt x="18890" y="237591"/>
                    <a:pt x="17081" y="237587"/>
                  </a:cubicBezTo>
                  <a:cubicBezTo>
                    <a:pt x="16554" y="237589"/>
                    <a:pt x="16027" y="237590"/>
                    <a:pt x="15483" y="237592"/>
                  </a:cubicBezTo>
                  <a:cubicBezTo>
                    <a:pt x="10370" y="237572"/>
                    <a:pt x="10370" y="237572"/>
                    <a:pt x="8517" y="236748"/>
                  </a:cubicBezTo>
                  <a:cubicBezTo>
                    <a:pt x="8148" y="235148"/>
                    <a:pt x="8148" y="235148"/>
                    <a:pt x="8151" y="232984"/>
                  </a:cubicBezTo>
                  <a:cubicBezTo>
                    <a:pt x="8145" y="232164"/>
                    <a:pt x="8139" y="231343"/>
                    <a:pt x="8133" y="230498"/>
                  </a:cubicBezTo>
                  <a:cubicBezTo>
                    <a:pt x="8142" y="229585"/>
                    <a:pt x="8150" y="228672"/>
                    <a:pt x="8159" y="227732"/>
                  </a:cubicBezTo>
                  <a:cubicBezTo>
                    <a:pt x="8157" y="226771"/>
                    <a:pt x="8154" y="225810"/>
                    <a:pt x="8152" y="224820"/>
                  </a:cubicBezTo>
                  <a:cubicBezTo>
                    <a:pt x="8145" y="222141"/>
                    <a:pt x="8157" y="219461"/>
                    <a:pt x="8172" y="216782"/>
                  </a:cubicBezTo>
                  <a:cubicBezTo>
                    <a:pt x="8185" y="213897"/>
                    <a:pt x="8180" y="211012"/>
                    <a:pt x="8178" y="208128"/>
                  </a:cubicBezTo>
                  <a:cubicBezTo>
                    <a:pt x="8176" y="203125"/>
                    <a:pt x="8186" y="198123"/>
                    <a:pt x="8203" y="193121"/>
                  </a:cubicBezTo>
                  <a:cubicBezTo>
                    <a:pt x="8227" y="185889"/>
                    <a:pt x="8234" y="178657"/>
                    <a:pt x="8238" y="171424"/>
                  </a:cubicBezTo>
                  <a:cubicBezTo>
                    <a:pt x="8245" y="159692"/>
                    <a:pt x="8265" y="147959"/>
                    <a:pt x="8293" y="136226"/>
                  </a:cubicBezTo>
                  <a:cubicBezTo>
                    <a:pt x="8320" y="124826"/>
                    <a:pt x="8341" y="113426"/>
                    <a:pt x="8354" y="102025"/>
                  </a:cubicBezTo>
                  <a:cubicBezTo>
                    <a:pt x="8354" y="101323"/>
                    <a:pt x="8355" y="100621"/>
                    <a:pt x="8356" y="99898"/>
                  </a:cubicBezTo>
                  <a:cubicBezTo>
                    <a:pt x="8360" y="96375"/>
                    <a:pt x="8364" y="92852"/>
                    <a:pt x="8367" y="89330"/>
                  </a:cubicBezTo>
                  <a:cubicBezTo>
                    <a:pt x="8398" y="60087"/>
                    <a:pt x="8451" y="30843"/>
                    <a:pt x="8517" y="1600"/>
                  </a:cubicBezTo>
                  <a:close/>
                </a:path>
              </a:pathLst>
            </a:custGeom>
            <a:grpFill/>
            <a:ln w="744" cap="flat">
              <a:noFill/>
              <a:prstDash val="solid"/>
              <a:miter/>
            </a:ln>
          </p:spPr>
          <p:txBody>
            <a:bodyPr rtlCol="0" anchor="ctr"/>
            <a:lstStyle/>
            <a:p>
              <a:endParaRPr lang="zh-CN" altLang="en-US"/>
            </a:p>
          </p:txBody>
        </p:sp>
        <p:sp>
          <p:nvSpPr>
            <p:cNvPr id="132" name="任意多边形: 形状 131"/>
            <p:cNvSpPr/>
            <p:nvPr/>
          </p:nvSpPr>
          <p:spPr>
            <a:xfrm>
              <a:off x="9813005" y="1388802"/>
              <a:ext cx="153607" cy="243348"/>
            </a:xfrm>
            <a:custGeom>
              <a:avLst/>
              <a:gdLst>
                <a:gd name="connsiteX0" fmla="*/ 66635 w 153607"/>
                <a:gd name="connsiteY0" fmla="*/ 1913 h 243348"/>
                <a:gd name="connsiteX1" fmla="*/ 70807 w 153607"/>
                <a:gd name="connsiteY1" fmla="*/ 1527 h 243348"/>
                <a:gd name="connsiteX2" fmla="*/ 73508 w 153607"/>
                <a:gd name="connsiteY2" fmla="*/ 1499 h 243348"/>
                <a:gd name="connsiteX3" fmla="*/ 76449 w 153607"/>
                <a:gd name="connsiteY3" fmla="*/ 1517 h 243348"/>
                <a:gd name="connsiteX4" fmla="*/ 79443 w 153607"/>
                <a:gd name="connsiteY4" fmla="*/ 1509 h 243348"/>
                <a:gd name="connsiteX5" fmla="*/ 85727 w 153607"/>
                <a:gd name="connsiteY5" fmla="*/ 1525 h 243348"/>
                <a:gd name="connsiteX6" fmla="*/ 93797 w 153607"/>
                <a:gd name="connsiteY6" fmla="*/ 1514 h 243348"/>
                <a:gd name="connsiteX7" fmla="*/ 99983 w 153607"/>
                <a:gd name="connsiteY7" fmla="*/ 1514 h 243348"/>
                <a:gd name="connsiteX8" fmla="*/ 104411 w 153607"/>
                <a:gd name="connsiteY8" fmla="*/ 1499 h 243348"/>
                <a:gd name="connsiteX9" fmla="*/ 107113 w 153607"/>
                <a:gd name="connsiteY9" fmla="*/ 1527 h 243348"/>
                <a:gd name="connsiteX10" fmla="*/ 109504 w 153607"/>
                <a:gd name="connsiteY10" fmla="*/ 1535 h 243348"/>
                <a:gd name="connsiteX11" fmla="*/ 111284 w 153607"/>
                <a:gd name="connsiteY11" fmla="*/ 1913 h 243348"/>
                <a:gd name="connsiteX12" fmla="*/ 112028 w 153607"/>
                <a:gd name="connsiteY12" fmla="*/ 4889 h 243348"/>
                <a:gd name="connsiteX13" fmla="*/ 116911 w 153607"/>
                <a:gd name="connsiteY13" fmla="*/ 5447 h 243348"/>
                <a:gd name="connsiteX14" fmla="*/ 119612 w 153607"/>
                <a:gd name="connsiteY14" fmla="*/ 5575 h 243348"/>
                <a:gd name="connsiteX15" fmla="*/ 121702 w 153607"/>
                <a:gd name="connsiteY15" fmla="*/ 5633 h 243348"/>
                <a:gd name="connsiteX16" fmla="*/ 121702 w 153607"/>
                <a:gd name="connsiteY16" fmla="*/ 8610 h 243348"/>
                <a:gd name="connsiteX17" fmla="*/ 124632 w 153607"/>
                <a:gd name="connsiteY17" fmla="*/ 8424 h 243348"/>
                <a:gd name="connsiteX18" fmla="*/ 127655 w 153607"/>
                <a:gd name="connsiteY18" fmla="*/ 8610 h 243348"/>
                <a:gd name="connsiteX19" fmla="*/ 128399 w 153607"/>
                <a:gd name="connsiteY19" fmla="*/ 11586 h 243348"/>
                <a:gd name="connsiteX20" fmla="*/ 131004 w 153607"/>
                <a:gd name="connsiteY20" fmla="*/ 11958 h 243348"/>
                <a:gd name="connsiteX21" fmla="*/ 133608 w 153607"/>
                <a:gd name="connsiteY21" fmla="*/ 12331 h 243348"/>
                <a:gd name="connsiteX22" fmla="*/ 134352 w 153607"/>
                <a:gd name="connsiteY22" fmla="*/ 15307 h 243348"/>
                <a:gd name="connsiteX23" fmla="*/ 138073 w 153607"/>
                <a:gd name="connsiteY23" fmla="*/ 16051 h 243348"/>
                <a:gd name="connsiteX24" fmla="*/ 138817 w 153607"/>
                <a:gd name="connsiteY24" fmla="*/ 18284 h 243348"/>
                <a:gd name="connsiteX25" fmla="*/ 140352 w 153607"/>
                <a:gd name="connsiteY25" fmla="*/ 18981 h 243348"/>
                <a:gd name="connsiteX26" fmla="*/ 141794 w 153607"/>
                <a:gd name="connsiteY26" fmla="*/ 19772 h 243348"/>
                <a:gd name="connsiteX27" fmla="*/ 141794 w 153607"/>
                <a:gd name="connsiteY27" fmla="*/ 22749 h 243348"/>
                <a:gd name="connsiteX28" fmla="*/ 144770 w 153607"/>
                <a:gd name="connsiteY28" fmla="*/ 24237 h 243348"/>
                <a:gd name="connsiteX29" fmla="*/ 144770 w 153607"/>
                <a:gd name="connsiteY29" fmla="*/ 26469 h 243348"/>
                <a:gd name="connsiteX30" fmla="*/ 147003 w 153607"/>
                <a:gd name="connsiteY30" fmla="*/ 27213 h 243348"/>
                <a:gd name="connsiteX31" fmla="*/ 147747 w 153607"/>
                <a:gd name="connsiteY31" fmla="*/ 30190 h 243348"/>
                <a:gd name="connsiteX32" fmla="*/ 149979 w 153607"/>
                <a:gd name="connsiteY32" fmla="*/ 30934 h 243348"/>
                <a:gd name="connsiteX33" fmla="*/ 151468 w 153607"/>
                <a:gd name="connsiteY33" fmla="*/ 35399 h 243348"/>
                <a:gd name="connsiteX34" fmla="*/ 152956 w 153607"/>
                <a:gd name="connsiteY34" fmla="*/ 35399 h 243348"/>
                <a:gd name="connsiteX35" fmla="*/ 154444 w 153607"/>
                <a:gd name="connsiteY35" fmla="*/ 40608 h 243348"/>
                <a:gd name="connsiteX36" fmla="*/ 155932 w 153607"/>
                <a:gd name="connsiteY36" fmla="*/ 40608 h 243348"/>
                <a:gd name="connsiteX37" fmla="*/ 156017 w 153607"/>
                <a:gd name="connsiteY37" fmla="*/ 42535 h 243348"/>
                <a:gd name="connsiteX38" fmla="*/ 156165 w 153607"/>
                <a:gd name="connsiteY38" fmla="*/ 45026 h 243348"/>
                <a:gd name="connsiteX39" fmla="*/ 156296 w 153607"/>
                <a:gd name="connsiteY39" fmla="*/ 47512 h 243348"/>
                <a:gd name="connsiteX40" fmla="*/ 156676 w 153607"/>
                <a:gd name="connsiteY40" fmla="*/ 49538 h 243348"/>
                <a:gd name="connsiteX41" fmla="*/ 158909 w 153607"/>
                <a:gd name="connsiteY41" fmla="*/ 50282 h 243348"/>
                <a:gd name="connsiteX42" fmla="*/ 159327 w 153607"/>
                <a:gd name="connsiteY42" fmla="*/ 56235 h 243348"/>
                <a:gd name="connsiteX43" fmla="*/ 159653 w 153607"/>
                <a:gd name="connsiteY43" fmla="*/ 62188 h 243348"/>
                <a:gd name="connsiteX44" fmla="*/ 161141 w 153607"/>
                <a:gd name="connsiteY44" fmla="*/ 62932 h 243348"/>
                <a:gd name="connsiteX45" fmla="*/ 161420 w 153607"/>
                <a:gd name="connsiteY45" fmla="*/ 68141 h 243348"/>
                <a:gd name="connsiteX46" fmla="*/ 161484 w 153607"/>
                <a:gd name="connsiteY46" fmla="*/ 71025 h 243348"/>
                <a:gd name="connsiteX47" fmla="*/ 161141 w 153607"/>
                <a:gd name="connsiteY47" fmla="*/ 73350 h 243348"/>
                <a:gd name="connsiteX48" fmla="*/ 152770 w 153607"/>
                <a:gd name="connsiteY48" fmla="*/ 74193 h 243348"/>
                <a:gd name="connsiteX49" fmla="*/ 151202 w 153607"/>
                <a:gd name="connsiteY49" fmla="*/ 74195 h 243348"/>
                <a:gd name="connsiteX50" fmla="*/ 147930 w 153607"/>
                <a:gd name="connsiteY50" fmla="*/ 74191 h 243348"/>
                <a:gd name="connsiteX51" fmla="*/ 142933 w 153607"/>
                <a:gd name="connsiteY51" fmla="*/ 74196 h 243348"/>
                <a:gd name="connsiteX52" fmla="*/ 139747 w 153607"/>
                <a:gd name="connsiteY52" fmla="*/ 74193 h 243348"/>
                <a:gd name="connsiteX53" fmla="*/ 136829 w 153607"/>
                <a:gd name="connsiteY53" fmla="*/ 74191 h 243348"/>
                <a:gd name="connsiteX54" fmla="*/ 131376 w 153607"/>
                <a:gd name="connsiteY54" fmla="*/ 73350 h 243348"/>
                <a:gd name="connsiteX55" fmla="*/ 130957 w 153607"/>
                <a:gd name="connsiteY55" fmla="*/ 67071 h 243348"/>
                <a:gd name="connsiteX56" fmla="*/ 130632 w 153607"/>
                <a:gd name="connsiteY56" fmla="*/ 60700 h 243348"/>
                <a:gd name="connsiteX57" fmla="*/ 128399 w 153607"/>
                <a:gd name="connsiteY57" fmla="*/ 59211 h 243348"/>
                <a:gd name="connsiteX58" fmla="*/ 127981 w 153607"/>
                <a:gd name="connsiteY58" fmla="*/ 56188 h 243348"/>
                <a:gd name="connsiteX59" fmla="*/ 127655 w 153607"/>
                <a:gd name="connsiteY59" fmla="*/ 53258 h 243348"/>
                <a:gd name="connsiteX60" fmla="*/ 126167 w 153607"/>
                <a:gd name="connsiteY60" fmla="*/ 52514 h 243348"/>
                <a:gd name="connsiteX61" fmla="*/ 125841 w 153607"/>
                <a:gd name="connsiteY61" fmla="*/ 51119 h 243348"/>
                <a:gd name="connsiteX62" fmla="*/ 123190 w 153607"/>
                <a:gd name="connsiteY62" fmla="*/ 47305 h 243348"/>
                <a:gd name="connsiteX63" fmla="*/ 123190 w 153607"/>
                <a:gd name="connsiteY63" fmla="*/ 45817 h 243348"/>
                <a:gd name="connsiteX64" fmla="*/ 120958 w 153607"/>
                <a:gd name="connsiteY64" fmla="*/ 45073 h 243348"/>
                <a:gd name="connsiteX65" fmla="*/ 120958 w 153607"/>
                <a:gd name="connsiteY65" fmla="*/ 42840 h 243348"/>
                <a:gd name="connsiteX66" fmla="*/ 119469 w 153607"/>
                <a:gd name="connsiteY66" fmla="*/ 42468 h 243348"/>
                <a:gd name="connsiteX67" fmla="*/ 117981 w 153607"/>
                <a:gd name="connsiteY67" fmla="*/ 42096 h 243348"/>
                <a:gd name="connsiteX68" fmla="*/ 117981 w 153607"/>
                <a:gd name="connsiteY68" fmla="*/ 39864 h 243348"/>
                <a:gd name="connsiteX69" fmla="*/ 116542 w 153607"/>
                <a:gd name="connsiteY69" fmla="*/ 39968 h 243348"/>
                <a:gd name="connsiteX70" fmla="*/ 114679 w 153607"/>
                <a:gd name="connsiteY70" fmla="*/ 40050 h 243348"/>
                <a:gd name="connsiteX71" fmla="*/ 112822 w 153607"/>
                <a:gd name="connsiteY71" fmla="*/ 40154 h 243348"/>
                <a:gd name="connsiteX72" fmla="*/ 111284 w 153607"/>
                <a:gd name="connsiteY72" fmla="*/ 39864 h 243348"/>
                <a:gd name="connsiteX73" fmla="*/ 111048 w 153607"/>
                <a:gd name="connsiteY73" fmla="*/ 38387 h 243348"/>
                <a:gd name="connsiteX74" fmla="*/ 110540 w 153607"/>
                <a:gd name="connsiteY74" fmla="*/ 36887 h 243348"/>
                <a:gd name="connsiteX75" fmla="*/ 104959 w 153607"/>
                <a:gd name="connsiteY75" fmla="*/ 36515 h 243348"/>
                <a:gd name="connsiteX76" fmla="*/ 99378 w 153607"/>
                <a:gd name="connsiteY76" fmla="*/ 36143 h 243348"/>
                <a:gd name="connsiteX77" fmla="*/ 99117 w 153607"/>
                <a:gd name="connsiteY77" fmla="*/ 34658 h 243348"/>
                <a:gd name="connsiteX78" fmla="*/ 98634 w 153607"/>
                <a:gd name="connsiteY78" fmla="*/ 33166 h 243348"/>
                <a:gd name="connsiteX79" fmla="*/ 94355 w 153607"/>
                <a:gd name="connsiteY79" fmla="*/ 32771 h 243348"/>
                <a:gd name="connsiteX80" fmla="*/ 91727 w 153607"/>
                <a:gd name="connsiteY80" fmla="*/ 32760 h 243348"/>
                <a:gd name="connsiteX81" fmla="*/ 88960 w 153607"/>
                <a:gd name="connsiteY81" fmla="*/ 32794 h 243348"/>
                <a:gd name="connsiteX82" fmla="*/ 86192 w 153607"/>
                <a:gd name="connsiteY82" fmla="*/ 32760 h 243348"/>
                <a:gd name="connsiteX83" fmla="*/ 83565 w 153607"/>
                <a:gd name="connsiteY83" fmla="*/ 32771 h 243348"/>
                <a:gd name="connsiteX84" fmla="*/ 81135 w 153607"/>
                <a:gd name="connsiteY84" fmla="*/ 32781 h 243348"/>
                <a:gd name="connsiteX85" fmla="*/ 79286 w 153607"/>
                <a:gd name="connsiteY85" fmla="*/ 33166 h 243348"/>
                <a:gd name="connsiteX86" fmla="*/ 78542 w 153607"/>
                <a:gd name="connsiteY86" fmla="*/ 36143 h 243348"/>
                <a:gd name="connsiteX87" fmla="*/ 73379 w 153607"/>
                <a:gd name="connsiteY87" fmla="*/ 36515 h 243348"/>
                <a:gd name="connsiteX88" fmla="*/ 68124 w 153607"/>
                <a:gd name="connsiteY88" fmla="*/ 36887 h 243348"/>
                <a:gd name="connsiteX89" fmla="*/ 66635 w 153607"/>
                <a:gd name="connsiteY89" fmla="*/ 39864 h 243348"/>
                <a:gd name="connsiteX90" fmla="*/ 61426 w 153607"/>
                <a:gd name="connsiteY90" fmla="*/ 39864 h 243348"/>
                <a:gd name="connsiteX91" fmla="*/ 61426 w 153607"/>
                <a:gd name="connsiteY91" fmla="*/ 42840 h 243348"/>
                <a:gd name="connsiteX92" fmla="*/ 57706 w 153607"/>
                <a:gd name="connsiteY92" fmla="*/ 43584 h 243348"/>
                <a:gd name="connsiteX93" fmla="*/ 56217 w 153607"/>
                <a:gd name="connsiteY93" fmla="*/ 45817 h 243348"/>
                <a:gd name="connsiteX94" fmla="*/ 54729 w 153607"/>
                <a:gd name="connsiteY94" fmla="*/ 45817 h 243348"/>
                <a:gd name="connsiteX95" fmla="*/ 54357 w 153607"/>
                <a:gd name="connsiteY95" fmla="*/ 47677 h 243348"/>
                <a:gd name="connsiteX96" fmla="*/ 53985 w 153607"/>
                <a:gd name="connsiteY96" fmla="*/ 49538 h 243348"/>
                <a:gd name="connsiteX97" fmla="*/ 52497 w 153607"/>
                <a:gd name="connsiteY97" fmla="*/ 49538 h 243348"/>
                <a:gd name="connsiteX98" fmla="*/ 51753 w 153607"/>
                <a:gd name="connsiteY98" fmla="*/ 55491 h 243348"/>
                <a:gd name="connsiteX99" fmla="*/ 49520 w 153607"/>
                <a:gd name="connsiteY99" fmla="*/ 55491 h 243348"/>
                <a:gd name="connsiteX100" fmla="*/ 49799 w 153607"/>
                <a:gd name="connsiteY100" fmla="*/ 65118 h 243348"/>
                <a:gd name="connsiteX101" fmla="*/ 49869 w 153607"/>
                <a:gd name="connsiteY101" fmla="*/ 67895 h 243348"/>
                <a:gd name="connsiteX102" fmla="*/ 49956 w 153607"/>
                <a:gd name="connsiteY102" fmla="*/ 70533 h 243348"/>
                <a:gd name="connsiteX103" fmla="*/ 50027 w 153607"/>
                <a:gd name="connsiteY103" fmla="*/ 72978 h 243348"/>
                <a:gd name="connsiteX104" fmla="*/ 50264 w 153607"/>
                <a:gd name="connsiteY104" fmla="*/ 74838 h 243348"/>
                <a:gd name="connsiteX105" fmla="*/ 51753 w 153607"/>
                <a:gd name="connsiteY105" fmla="*/ 75582 h 243348"/>
                <a:gd name="connsiteX106" fmla="*/ 52078 w 153607"/>
                <a:gd name="connsiteY106" fmla="*/ 78094 h 243348"/>
                <a:gd name="connsiteX107" fmla="*/ 54729 w 153607"/>
                <a:gd name="connsiteY107" fmla="*/ 83024 h 243348"/>
                <a:gd name="connsiteX108" fmla="*/ 54729 w 153607"/>
                <a:gd name="connsiteY108" fmla="*/ 84512 h 243348"/>
                <a:gd name="connsiteX109" fmla="*/ 56962 w 153607"/>
                <a:gd name="connsiteY109" fmla="*/ 84512 h 243348"/>
                <a:gd name="connsiteX110" fmla="*/ 56962 w 153607"/>
                <a:gd name="connsiteY110" fmla="*/ 87489 h 243348"/>
                <a:gd name="connsiteX111" fmla="*/ 59520 w 153607"/>
                <a:gd name="connsiteY111" fmla="*/ 87303 h 243348"/>
                <a:gd name="connsiteX112" fmla="*/ 62171 w 153607"/>
                <a:gd name="connsiteY112" fmla="*/ 87489 h 243348"/>
                <a:gd name="connsiteX113" fmla="*/ 62499 w 153607"/>
                <a:gd name="connsiteY113" fmla="*/ 88962 h 243348"/>
                <a:gd name="connsiteX114" fmla="*/ 62915 w 153607"/>
                <a:gd name="connsiteY114" fmla="*/ 90465 h 243348"/>
                <a:gd name="connsiteX115" fmla="*/ 66263 w 153607"/>
                <a:gd name="connsiteY115" fmla="*/ 90884 h 243348"/>
                <a:gd name="connsiteX116" fmla="*/ 69612 w 153607"/>
                <a:gd name="connsiteY116" fmla="*/ 91209 h 243348"/>
                <a:gd name="connsiteX117" fmla="*/ 70356 w 153607"/>
                <a:gd name="connsiteY117" fmla="*/ 93442 h 243348"/>
                <a:gd name="connsiteX118" fmla="*/ 76705 w 153607"/>
                <a:gd name="connsiteY118" fmla="*/ 93811 h 243348"/>
                <a:gd name="connsiteX119" fmla="*/ 78542 w 153607"/>
                <a:gd name="connsiteY119" fmla="*/ 94186 h 243348"/>
                <a:gd name="connsiteX120" fmla="*/ 78844 w 153607"/>
                <a:gd name="connsiteY120" fmla="*/ 95677 h 243348"/>
                <a:gd name="connsiteX121" fmla="*/ 79286 w 153607"/>
                <a:gd name="connsiteY121" fmla="*/ 97163 h 243348"/>
                <a:gd name="connsiteX122" fmla="*/ 84495 w 153607"/>
                <a:gd name="connsiteY122" fmla="*/ 97535 h 243348"/>
                <a:gd name="connsiteX123" fmla="*/ 89704 w 153607"/>
                <a:gd name="connsiteY123" fmla="*/ 97907 h 243348"/>
                <a:gd name="connsiteX124" fmla="*/ 90076 w 153607"/>
                <a:gd name="connsiteY124" fmla="*/ 99418 h 243348"/>
                <a:gd name="connsiteX125" fmla="*/ 90448 w 153607"/>
                <a:gd name="connsiteY125" fmla="*/ 100883 h 243348"/>
                <a:gd name="connsiteX126" fmla="*/ 95657 w 153607"/>
                <a:gd name="connsiteY126" fmla="*/ 100883 h 243348"/>
                <a:gd name="connsiteX127" fmla="*/ 100866 w 153607"/>
                <a:gd name="connsiteY127" fmla="*/ 100883 h 243348"/>
                <a:gd name="connsiteX128" fmla="*/ 101610 w 153607"/>
                <a:gd name="connsiteY128" fmla="*/ 103860 h 243348"/>
                <a:gd name="connsiteX129" fmla="*/ 106866 w 153607"/>
                <a:gd name="connsiteY129" fmla="*/ 104418 h 243348"/>
                <a:gd name="connsiteX130" fmla="*/ 109775 w 153607"/>
                <a:gd name="connsiteY130" fmla="*/ 104546 h 243348"/>
                <a:gd name="connsiteX131" fmla="*/ 112028 w 153607"/>
                <a:gd name="connsiteY131" fmla="*/ 104604 h 243348"/>
                <a:gd name="connsiteX132" fmla="*/ 112028 w 153607"/>
                <a:gd name="connsiteY132" fmla="*/ 107581 h 243348"/>
                <a:gd name="connsiteX133" fmla="*/ 114118 w 153607"/>
                <a:gd name="connsiteY133" fmla="*/ 107639 h 243348"/>
                <a:gd name="connsiteX134" fmla="*/ 116818 w 153607"/>
                <a:gd name="connsiteY134" fmla="*/ 107767 h 243348"/>
                <a:gd name="connsiteX135" fmla="*/ 119513 w 153607"/>
                <a:gd name="connsiteY135" fmla="*/ 107871 h 243348"/>
                <a:gd name="connsiteX136" fmla="*/ 121702 w 153607"/>
                <a:gd name="connsiteY136" fmla="*/ 108325 h 243348"/>
                <a:gd name="connsiteX137" fmla="*/ 122446 w 153607"/>
                <a:gd name="connsiteY137" fmla="*/ 111301 h 243348"/>
                <a:gd name="connsiteX138" fmla="*/ 128140 w 153607"/>
                <a:gd name="connsiteY138" fmla="*/ 111115 h 243348"/>
                <a:gd name="connsiteX139" fmla="*/ 129887 w 153607"/>
                <a:gd name="connsiteY139" fmla="*/ 111301 h 243348"/>
                <a:gd name="connsiteX140" fmla="*/ 131376 w 153607"/>
                <a:gd name="connsiteY140" fmla="*/ 114278 h 243348"/>
                <a:gd name="connsiteX141" fmla="*/ 135841 w 153607"/>
                <a:gd name="connsiteY141" fmla="*/ 115022 h 243348"/>
                <a:gd name="connsiteX142" fmla="*/ 135841 w 153607"/>
                <a:gd name="connsiteY142" fmla="*/ 117999 h 243348"/>
                <a:gd name="connsiteX143" fmla="*/ 138399 w 153607"/>
                <a:gd name="connsiteY143" fmla="*/ 117812 h 243348"/>
                <a:gd name="connsiteX144" fmla="*/ 141050 w 153607"/>
                <a:gd name="connsiteY144" fmla="*/ 117999 h 243348"/>
                <a:gd name="connsiteX145" fmla="*/ 141794 w 153607"/>
                <a:gd name="connsiteY145" fmla="*/ 120975 h 243348"/>
                <a:gd name="connsiteX146" fmla="*/ 143328 w 153607"/>
                <a:gd name="connsiteY146" fmla="*/ 121347 h 243348"/>
                <a:gd name="connsiteX147" fmla="*/ 144770 w 153607"/>
                <a:gd name="connsiteY147" fmla="*/ 121719 h 243348"/>
                <a:gd name="connsiteX148" fmla="*/ 144770 w 153607"/>
                <a:gd name="connsiteY148" fmla="*/ 124696 h 243348"/>
                <a:gd name="connsiteX149" fmla="*/ 146910 w 153607"/>
                <a:gd name="connsiteY149" fmla="*/ 124882 h 243348"/>
                <a:gd name="connsiteX150" fmla="*/ 150119 w 153607"/>
                <a:gd name="connsiteY150" fmla="*/ 126835 h 243348"/>
                <a:gd name="connsiteX151" fmla="*/ 150723 w 153607"/>
                <a:gd name="connsiteY151" fmla="*/ 128416 h 243348"/>
                <a:gd name="connsiteX152" fmla="*/ 152956 w 153607"/>
                <a:gd name="connsiteY152" fmla="*/ 130649 h 243348"/>
                <a:gd name="connsiteX153" fmla="*/ 156676 w 153607"/>
                <a:gd name="connsiteY153" fmla="*/ 137346 h 243348"/>
                <a:gd name="connsiteX154" fmla="*/ 158165 w 153607"/>
                <a:gd name="connsiteY154" fmla="*/ 138090 h 243348"/>
                <a:gd name="connsiteX155" fmla="*/ 158909 w 153607"/>
                <a:gd name="connsiteY155" fmla="*/ 143299 h 243348"/>
                <a:gd name="connsiteX156" fmla="*/ 161141 w 153607"/>
                <a:gd name="connsiteY156" fmla="*/ 143299 h 243348"/>
                <a:gd name="connsiteX157" fmla="*/ 161505 w 153607"/>
                <a:gd name="connsiteY157" fmla="*/ 147877 h 243348"/>
                <a:gd name="connsiteX158" fmla="*/ 161885 w 153607"/>
                <a:gd name="connsiteY158" fmla="*/ 149252 h 243348"/>
                <a:gd name="connsiteX159" fmla="*/ 164118 w 153607"/>
                <a:gd name="connsiteY159" fmla="*/ 149997 h 243348"/>
                <a:gd name="connsiteX160" fmla="*/ 164560 w 153607"/>
                <a:gd name="connsiteY160" fmla="*/ 158089 h 243348"/>
                <a:gd name="connsiteX161" fmla="*/ 164862 w 153607"/>
                <a:gd name="connsiteY161" fmla="*/ 160415 h 243348"/>
                <a:gd name="connsiteX162" fmla="*/ 167094 w 153607"/>
                <a:gd name="connsiteY162" fmla="*/ 161159 h 243348"/>
                <a:gd name="connsiteX163" fmla="*/ 167312 w 153607"/>
                <a:gd name="connsiteY163" fmla="*/ 166603 h 243348"/>
                <a:gd name="connsiteX164" fmla="*/ 167303 w 153607"/>
                <a:gd name="connsiteY164" fmla="*/ 168252 h 243348"/>
                <a:gd name="connsiteX165" fmla="*/ 167234 w 153607"/>
                <a:gd name="connsiteY165" fmla="*/ 173483 h 243348"/>
                <a:gd name="connsiteX166" fmla="*/ 167203 w 153607"/>
                <a:gd name="connsiteY166" fmla="*/ 177023 h 243348"/>
                <a:gd name="connsiteX167" fmla="*/ 167094 w 153607"/>
                <a:gd name="connsiteY167" fmla="*/ 185715 h 243348"/>
                <a:gd name="connsiteX168" fmla="*/ 164862 w 153607"/>
                <a:gd name="connsiteY168" fmla="*/ 184971 h 243348"/>
                <a:gd name="connsiteX169" fmla="*/ 164118 w 153607"/>
                <a:gd name="connsiteY169" fmla="*/ 197622 h 243348"/>
                <a:gd name="connsiteX170" fmla="*/ 162630 w 153607"/>
                <a:gd name="connsiteY170" fmla="*/ 197622 h 243348"/>
                <a:gd name="connsiteX171" fmla="*/ 161885 w 153607"/>
                <a:gd name="connsiteY171" fmla="*/ 200552 h 243348"/>
                <a:gd name="connsiteX172" fmla="*/ 161141 w 153607"/>
                <a:gd name="connsiteY172" fmla="*/ 203575 h 243348"/>
                <a:gd name="connsiteX173" fmla="*/ 159653 w 153607"/>
                <a:gd name="connsiteY173" fmla="*/ 204319 h 243348"/>
                <a:gd name="connsiteX174" fmla="*/ 158909 w 153607"/>
                <a:gd name="connsiteY174" fmla="*/ 207295 h 243348"/>
                <a:gd name="connsiteX175" fmla="*/ 158165 w 153607"/>
                <a:gd name="connsiteY175" fmla="*/ 210272 h 243348"/>
                <a:gd name="connsiteX176" fmla="*/ 156676 w 153607"/>
                <a:gd name="connsiteY176" fmla="*/ 211016 h 243348"/>
                <a:gd name="connsiteX177" fmla="*/ 156351 w 153607"/>
                <a:gd name="connsiteY177" fmla="*/ 212783 h 243348"/>
                <a:gd name="connsiteX178" fmla="*/ 153700 w 153607"/>
                <a:gd name="connsiteY178" fmla="*/ 216969 h 243348"/>
                <a:gd name="connsiteX179" fmla="*/ 150305 w 153607"/>
                <a:gd name="connsiteY179" fmla="*/ 221062 h 243348"/>
                <a:gd name="connsiteX180" fmla="*/ 148535 w 153607"/>
                <a:gd name="connsiteY180" fmla="*/ 223225 h 243348"/>
                <a:gd name="connsiteX181" fmla="*/ 145514 w 153607"/>
                <a:gd name="connsiteY181" fmla="*/ 227387 h 243348"/>
                <a:gd name="connsiteX182" fmla="*/ 143980 w 153607"/>
                <a:gd name="connsiteY182" fmla="*/ 227759 h 243348"/>
                <a:gd name="connsiteX183" fmla="*/ 142538 w 153607"/>
                <a:gd name="connsiteY183" fmla="*/ 228131 h 243348"/>
                <a:gd name="connsiteX184" fmla="*/ 141794 w 153607"/>
                <a:gd name="connsiteY184" fmla="*/ 230364 h 243348"/>
                <a:gd name="connsiteX185" fmla="*/ 138817 w 153607"/>
                <a:gd name="connsiteY185" fmla="*/ 231852 h 243348"/>
                <a:gd name="connsiteX186" fmla="*/ 138073 w 153607"/>
                <a:gd name="connsiteY186" fmla="*/ 234084 h 243348"/>
                <a:gd name="connsiteX187" fmla="*/ 135841 w 153607"/>
                <a:gd name="connsiteY187" fmla="*/ 234410 h 243348"/>
                <a:gd name="connsiteX188" fmla="*/ 133608 w 153607"/>
                <a:gd name="connsiteY188" fmla="*/ 234829 h 243348"/>
                <a:gd name="connsiteX189" fmla="*/ 133306 w 153607"/>
                <a:gd name="connsiteY189" fmla="*/ 236317 h 243348"/>
                <a:gd name="connsiteX190" fmla="*/ 132864 w 153607"/>
                <a:gd name="connsiteY190" fmla="*/ 237805 h 243348"/>
                <a:gd name="connsiteX191" fmla="*/ 129515 w 153607"/>
                <a:gd name="connsiteY191" fmla="*/ 238224 h 243348"/>
                <a:gd name="connsiteX192" fmla="*/ 126167 w 153607"/>
                <a:gd name="connsiteY192" fmla="*/ 238549 h 243348"/>
                <a:gd name="connsiteX193" fmla="*/ 125423 w 153607"/>
                <a:gd name="connsiteY193" fmla="*/ 240782 h 243348"/>
                <a:gd name="connsiteX194" fmla="*/ 119728 w 153607"/>
                <a:gd name="connsiteY194" fmla="*/ 241151 h 243348"/>
                <a:gd name="connsiteX195" fmla="*/ 117981 w 153607"/>
                <a:gd name="connsiteY195" fmla="*/ 241526 h 243348"/>
                <a:gd name="connsiteX196" fmla="*/ 117407 w 153607"/>
                <a:gd name="connsiteY196" fmla="*/ 243016 h 243348"/>
                <a:gd name="connsiteX197" fmla="*/ 116493 w 153607"/>
                <a:gd name="connsiteY197" fmla="*/ 244502 h 243348"/>
                <a:gd name="connsiteX198" fmla="*/ 112020 w 153607"/>
                <a:gd name="connsiteY198" fmla="*/ 244840 h 243348"/>
                <a:gd name="connsiteX199" fmla="*/ 109177 w 153607"/>
                <a:gd name="connsiteY199" fmla="*/ 244840 h 243348"/>
                <a:gd name="connsiteX200" fmla="*/ 106092 w 153607"/>
                <a:gd name="connsiteY200" fmla="*/ 244793 h 243348"/>
                <a:gd name="connsiteX201" fmla="*/ 102946 w 153607"/>
                <a:gd name="connsiteY201" fmla="*/ 244780 h 243348"/>
                <a:gd name="connsiteX202" fmla="*/ 94659 w 153607"/>
                <a:gd name="connsiteY202" fmla="*/ 244707 h 243348"/>
                <a:gd name="connsiteX203" fmla="*/ 86204 w 153607"/>
                <a:gd name="connsiteY203" fmla="*/ 244648 h 243348"/>
                <a:gd name="connsiteX204" fmla="*/ 69612 w 153607"/>
                <a:gd name="connsiteY204" fmla="*/ 244502 h 243348"/>
                <a:gd name="connsiteX205" fmla="*/ 69612 w 153607"/>
                <a:gd name="connsiteY205" fmla="*/ 241526 h 243348"/>
                <a:gd name="connsiteX206" fmla="*/ 66961 w 153607"/>
                <a:gd name="connsiteY206" fmla="*/ 241572 h 243348"/>
                <a:gd name="connsiteX207" fmla="*/ 58450 w 153607"/>
                <a:gd name="connsiteY207" fmla="*/ 240782 h 243348"/>
                <a:gd name="connsiteX208" fmla="*/ 58450 w 153607"/>
                <a:gd name="connsiteY208" fmla="*/ 237805 h 243348"/>
                <a:gd name="connsiteX209" fmla="*/ 52497 w 153607"/>
                <a:gd name="connsiteY209" fmla="*/ 237805 h 243348"/>
                <a:gd name="connsiteX210" fmla="*/ 52497 w 153607"/>
                <a:gd name="connsiteY210" fmla="*/ 234829 h 243348"/>
                <a:gd name="connsiteX211" fmla="*/ 49939 w 153607"/>
                <a:gd name="connsiteY211" fmla="*/ 234596 h 243348"/>
                <a:gd name="connsiteX212" fmla="*/ 47288 w 153607"/>
                <a:gd name="connsiteY212" fmla="*/ 234084 h 243348"/>
                <a:gd name="connsiteX213" fmla="*/ 46544 w 153607"/>
                <a:gd name="connsiteY213" fmla="*/ 231852 h 243348"/>
                <a:gd name="connsiteX214" fmla="*/ 44311 w 153607"/>
                <a:gd name="connsiteY214" fmla="*/ 231108 h 243348"/>
                <a:gd name="connsiteX215" fmla="*/ 42079 w 153607"/>
                <a:gd name="connsiteY215" fmla="*/ 230364 h 243348"/>
                <a:gd name="connsiteX216" fmla="*/ 41335 w 153607"/>
                <a:gd name="connsiteY216" fmla="*/ 228131 h 243348"/>
                <a:gd name="connsiteX217" fmla="*/ 39846 w 153607"/>
                <a:gd name="connsiteY217" fmla="*/ 227806 h 243348"/>
                <a:gd name="connsiteX218" fmla="*/ 38358 w 153607"/>
                <a:gd name="connsiteY218" fmla="*/ 227387 h 243348"/>
                <a:gd name="connsiteX219" fmla="*/ 37614 w 153607"/>
                <a:gd name="connsiteY219" fmla="*/ 224411 h 243348"/>
                <a:gd name="connsiteX220" fmla="*/ 35382 w 153607"/>
                <a:gd name="connsiteY220" fmla="*/ 223666 h 243348"/>
                <a:gd name="connsiteX221" fmla="*/ 34637 w 153607"/>
                <a:gd name="connsiteY221" fmla="*/ 221434 h 243348"/>
                <a:gd name="connsiteX222" fmla="*/ 32405 w 153607"/>
                <a:gd name="connsiteY222" fmla="*/ 219946 h 243348"/>
                <a:gd name="connsiteX223" fmla="*/ 32405 w 153607"/>
                <a:gd name="connsiteY223" fmla="*/ 217713 h 243348"/>
                <a:gd name="connsiteX224" fmla="*/ 30173 w 153607"/>
                <a:gd name="connsiteY224" fmla="*/ 217713 h 243348"/>
                <a:gd name="connsiteX225" fmla="*/ 29428 w 153607"/>
                <a:gd name="connsiteY225" fmla="*/ 213993 h 243348"/>
                <a:gd name="connsiteX226" fmla="*/ 27940 w 153607"/>
                <a:gd name="connsiteY226" fmla="*/ 213248 h 243348"/>
                <a:gd name="connsiteX227" fmla="*/ 27615 w 153607"/>
                <a:gd name="connsiteY227" fmla="*/ 211342 h 243348"/>
                <a:gd name="connsiteX228" fmla="*/ 27196 w 153607"/>
                <a:gd name="connsiteY228" fmla="*/ 209528 h 243348"/>
                <a:gd name="connsiteX229" fmla="*/ 24964 w 153607"/>
                <a:gd name="connsiteY229" fmla="*/ 209528 h 243348"/>
                <a:gd name="connsiteX230" fmla="*/ 23475 w 153607"/>
                <a:gd name="connsiteY230" fmla="*/ 204319 h 243348"/>
                <a:gd name="connsiteX231" fmla="*/ 21987 w 153607"/>
                <a:gd name="connsiteY231" fmla="*/ 204319 h 243348"/>
                <a:gd name="connsiteX232" fmla="*/ 21754 w 153607"/>
                <a:gd name="connsiteY232" fmla="*/ 201761 h 243348"/>
                <a:gd name="connsiteX233" fmla="*/ 21243 w 153607"/>
                <a:gd name="connsiteY233" fmla="*/ 199110 h 243348"/>
                <a:gd name="connsiteX234" fmla="*/ 19010 w 153607"/>
                <a:gd name="connsiteY234" fmla="*/ 198366 h 243348"/>
                <a:gd name="connsiteX235" fmla="*/ 18592 w 153607"/>
                <a:gd name="connsiteY235" fmla="*/ 194645 h 243348"/>
                <a:gd name="connsiteX236" fmla="*/ 18266 w 153607"/>
                <a:gd name="connsiteY236" fmla="*/ 190924 h 243348"/>
                <a:gd name="connsiteX237" fmla="*/ 16778 w 153607"/>
                <a:gd name="connsiteY237" fmla="*/ 190180 h 243348"/>
                <a:gd name="connsiteX238" fmla="*/ 16406 w 153607"/>
                <a:gd name="connsiteY238" fmla="*/ 185808 h 243348"/>
                <a:gd name="connsiteX239" fmla="*/ 14546 w 153607"/>
                <a:gd name="connsiteY239" fmla="*/ 179018 h 243348"/>
                <a:gd name="connsiteX240" fmla="*/ 13801 w 153607"/>
                <a:gd name="connsiteY240" fmla="*/ 179018 h 243348"/>
                <a:gd name="connsiteX241" fmla="*/ 13755 w 153607"/>
                <a:gd name="connsiteY241" fmla="*/ 169391 h 243348"/>
                <a:gd name="connsiteX242" fmla="*/ 13736 w 153607"/>
                <a:gd name="connsiteY242" fmla="*/ 166613 h 243348"/>
                <a:gd name="connsiteX243" fmla="*/ 13729 w 153607"/>
                <a:gd name="connsiteY243" fmla="*/ 163975 h 243348"/>
                <a:gd name="connsiteX244" fmla="*/ 13717 w 153607"/>
                <a:gd name="connsiteY244" fmla="*/ 161531 h 243348"/>
                <a:gd name="connsiteX245" fmla="*/ 14546 w 153607"/>
                <a:gd name="connsiteY245" fmla="*/ 158926 h 243348"/>
                <a:gd name="connsiteX246" fmla="*/ 20289 w 153607"/>
                <a:gd name="connsiteY246" fmla="*/ 158827 h 243348"/>
                <a:gd name="connsiteX247" fmla="*/ 22033 w 153607"/>
                <a:gd name="connsiteY247" fmla="*/ 158825 h 243348"/>
                <a:gd name="connsiteX248" fmla="*/ 25688 w 153607"/>
                <a:gd name="connsiteY248" fmla="*/ 158829 h 243348"/>
                <a:gd name="connsiteX249" fmla="*/ 31303 w 153607"/>
                <a:gd name="connsiteY249" fmla="*/ 158824 h 243348"/>
                <a:gd name="connsiteX250" fmla="*/ 34847 w 153607"/>
                <a:gd name="connsiteY250" fmla="*/ 158827 h 243348"/>
                <a:gd name="connsiteX251" fmla="*/ 36554 w 153607"/>
                <a:gd name="connsiteY251" fmla="*/ 158823 h 243348"/>
                <a:gd name="connsiteX252" fmla="*/ 41335 w 153607"/>
                <a:gd name="connsiteY252" fmla="*/ 159670 h 243348"/>
                <a:gd name="connsiteX253" fmla="*/ 41381 w 153607"/>
                <a:gd name="connsiteY253" fmla="*/ 163810 h 243348"/>
                <a:gd name="connsiteX254" fmla="*/ 41361 w 153607"/>
                <a:gd name="connsiteY254" fmla="*/ 166091 h 243348"/>
                <a:gd name="connsiteX255" fmla="*/ 41335 w 153607"/>
                <a:gd name="connsiteY255" fmla="*/ 167856 h 243348"/>
                <a:gd name="connsiteX256" fmla="*/ 43567 w 153607"/>
                <a:gd name="connsiteY256" fmla="*/ 167856 h 243348"/>
                <a:gd name="connsiteX257" fmla="*/ 43651 w 153607"/>
                <a:gd name="connsiteY257" fmla="*/ 170056 h 243348"/>
                <a:gd name="connsiteX258" fmla="*/ 43800 w 153607"/>
                <a:gd name="connsiteY258" fmla="*/ 172925 h 243348"/>
                <a:gd name="connsiteX259" fmla="*/ 43930 w 153607"/>
                <a:gd name="connsiteY259" fmla="*/ 175777 h 243348"/>
                <a:gd name="connsiteX260" fmla="*/ 46544 w 153607"/>
                <a:gd name="connsiteY260" fmla="*/ 180506 h 243348"/>
                <a:gd name="connsiteX261" fmla="*/ 46962 w 153607"/>
                <a:gd name="connsiteY261" fmla="*/ 183576 h 243348"/>
                <a:gd name="connsiteX262" fmla="*/ 47288 w 153607"/>
                <a:gd name="connsiteY262" fmla="*/ 186459 h 243348"/>
                <a:gd name="connsiteX263" fmla="*/ 48776 w 153607"/>
                <a:gd name="connsiteY263" fmla="*/ 187204 h 243348"/>
                <a:gd name="connsiteX264" fmla="*/ 49776 w 153607"/>
                <a:gd name="connsiteY264" fmla="*/ 189212 h 243348"/>
                <a:gd name="connsiteX265" fmla="*/ 54357 w 153607"/>
                <a:gd name="connsiteY265" fmla="*/ 195994 h 243348"/>
                <a:gd name="connsiteX266" fmla="*/ 56101 w 153607"/>
                <a:gd name="connsiteY266" fmla="*/ 198148 h 243348"/>
                <a:gd name="connsiteX267" fmla="*/ 59938 w 153607"/>
                <a:gd name="connsiteY267" fmla="*/ 200598 h 243348"/>
                <a:gd name="connsiteX268" fmla="*/ 60682 w 153607"/>
                <a:gd name="connsiteY268" fmla="*/ 202831 h 243348"/>
                <a:gd name="connsiteX269" fmla="*/ 62496 w 153607"/>
                <a:gd name="connsiteY269" fmla="*/ 203156 h 243348"/>
                <a:gd name="connsiteX270" fmla="*/ 64403 w 153607"/>
                <a:gd name="connsiteY270" fmla="*/ 203575 h 243348"/>
                <a:gd name="connsiteX271" fmla="*/ 65054 w 153607"/>
                <a:gd name="connsiteY271" fmla="*/ 205063 h 243348"/>
                <a:gd name="connsiteX272" fmla="*/ 65891 w 153607"/>
                <a:gd name="connsiteY272" fmla="*/ 206551 h 243348"/>
                <a:gd name="connsiteX273" fmla="*/ 69286 w 153607"/>
                <a:gd name="connsiteY273" fmla="*/ 206970 h 243348"/>
                <a:gd name="connsiteX274" fmla="*/ 72589 w 153607"/>
                <a:gd name="connsiteY274" fmla="*/ 207295 h 243348"/>
                <a:gd name="connsiteX275" fmla="*/ 73333 w 153607"/>
                <a:gd name="connsiteY275" fmla="*/ 209528 h 243348"/>
                <a:gd name="connsiteX276" fmla="*/ 78960 w 153607"/>
                <a:gd name="connsiteY276" fmla="*/ 210039 h 243348"/>
                <a:gd name="connsiteX277" fmla="*/ 80563 w 153607"/>
                <a:gd name="connsiteY277" fmla="*/ 210116 h 243348"/>
                <a:gd name="connsiteX278" fmla="*/ 84495 w 153607"/>
                <a:gd name="connsiteY278" fmla="*/ 210272 h 243348"/>
                <a:gd name="connsiteX279" fmla="*/ 84495 w 153607"/>
                <a:gd name="connsiteY279" fmla="*/ 213993 h 243348"/>
                <a:gd name="connsiteX280" fmla="*/ 93332 w 153607"/>
                <a:gd name="connsiteY280" fmla="*/ 213807 h 243348"/>
                <a:gd name="connsiteX281" fmla="*/ 95875 w 153607"/>
                <a:gd name="connsiteY281" fmla="*/ 213775 h 243348"/>
                <a:gd name="connsiteX282" fmla="*/ 98302 w 153607"/>
                <a:gd name="connsiteY282" fmla="*/ 213702 h 243348"/>
                <a:gd name="connsiteX283" fmla="*/ 100546 w 153607"/>
                <a:gd name="connsiteY283" fmla="*/ 213655 h 243348"/>
                <a:gd name="connsiteX284" fmla="*/ 102354 w 153607"/>
                <a:gd name="connsiteY284" fmla="*/ 213248 h 243348"/>
                <a:gd name="connsiteX285" fmla="*/ 103842 w 153607"/>
                <a:gd name="connsiteY285" fmla="*/ 210272 h 243348"/>
                <a:gd name="connsiteX286" fmla="*/ 109889 w 153607"/>
                <a:gd name="connsiteY286" fmla="*/ 210086 h 243348"/>
                <a:gd name="connsiteX287" fmla="*/ 111589 w 153607"/>
                <a:gd name="connsiteY287" fmla="*/ 210127 h 243348"/>
                <a:gd name="connsiteX288" fmla="*/ 115749 w 153607"/>
                <a:gd name="connsiteY288" fmla="*/ 210272 h 243348"/>
                <a:gd name="connsiteX289" fmla="*/ 115749 w 153607"/>
                <a:gd name="connsiteY289" fmla="*/ 207295 h 243348"/>
                <a:gd name="connsiteX290" fmla="*/ 118307 w 153607"/>
                <a:gd name="connsiteY290" fmla="*/ 207109 h 243348"/>
                <a:gd name="connsiteX291" fmla="*/ 120958 w 153607"/>
                <a:gd name="connsiteY291" fmla="*/ 206551 h 243348"/>
                <a:gd name="connsiteX292" fmla="*/ 121702 w 153607"/>
                <a:gd name="connsiteY292" fmla="*/ 203575 h 243348"/>
                <a:gd name="connsiteX293" fmla="*/ 126167 w 153607"/>
                <a:gd name="connsiteY293" fmla="*/ 203575 h 243348"/>
                <a:gd name="connsiteX294" fmla="*/ 126911 w 153607"/>
                <a:gd name="connsiteY294" fmla="*/ 200598 h 243348"/>
                <a:gd name="connsiteX295" fmla="*/ 130632 w 153607"/>
                <a:gd name="connsiteY295" fmla="*/ 196877 h 243348"/>
                <a:gd name="connsiteX296" fmla="*/ 134352 w 153607"/>
                <a:gd name="connsiteY296" fmla="*/ 187948 h 243348"/>
                <a:gd name="connsiteX297" fmla="*/ 136585 w 153607"/>
                <a:gd name="connsiteY297" fmla="*/ 187948 h 243348"/>
                <a:gd name="connsiteX298" fmla="*/ 136349 w 153607"/>
                <a:gd name="connsiteY298" fmla="*/ 177497 h 243348"/>
                <a:gd name="connsiteX299" fmla="*/ 136271 w 153607"/>
                <a:gd name="connsiteY299" fmla="*/ 173939 h 243348"/>
                <a:gd name="connsiteX300" fmla="*/ 136149 w 153607"/>
                <a:gd name="connsiteY300" fmla="*/ 168836 h 243348"/>
                <a:gd name="connsiteX301" fmla="*/ 136123 w 153607"/>
                <a:gd name="connsiteY301" fmla="*/ 167219 h 243348"/>
                <a:gd name="connsiteX302" fmla="*/ 135841 w 153607"/>
                <a:gd name="connsiteY302" fmla="*/ 163391 h 243348"/>
                <a:gd name="connsiteX303" fmla="*/ 134352 w 153607"/>
                <a:gd name="connsiteY303" fmla="*/ 162647 h 243348"/>
                <a:gd name="connsiteX304" fmla="*/ 134027 w 153607"/>
                <a:gd name="connsiteY304" fmla="*/ 160880 h 243348"/>
                <a:gd name="connsiteX305" fmla="*/ 131376 w 153607"/>
                <a:gd name="connsiteY305" fmla="*/ 156694 h 243348"/>
                <a:gd name="connsiteX306" fmla="*/ 131376 w 153607"/>
                <a:gd name="connsiteY306" fmla="*/ 155206 h 243348"/>
                <a:gd name="connsiteX307" fmla="*/ 129143 w 153607"/>
                <a:gd name="connsiteY307" fmla="*/ 154461 h 243348"/>
                <a:gd name="connsiteX308" fmla="*/ 129143 w 153607"/>
                <a:gd name="connsiteY308" fmla="*/ 152229 h 243348"/>
                <a:gd name="connsiteX309" fmla="*/ 127004 w 153607"/>
                <a:gd name="connsiteY309" fmla="*/ 152415 h 243348"/>
                <a:gd name="connsiteX310" fmla="*/ 124678 w 153607"/>
                <a:gd name="connsiteY310" fmla="*/ 152229 h 243348"/>
                <a:gd name="connsiteX311" fmla="*/ 123190 w 153607"/>
                <a:gd name="connsiteY311" fmla="*/ 149252 h 243348"/>
                <a:gd name="connsiteX312" fmla="*/ 118725 w 153607"/>
                <a:gd name="connsiteY312" fmla="*/ 148508 h 243348"/>
                <a:gd name="connsiteX313" fmla="*/ 118725 w 153607"/>
                <a:gd name="connsiteY313" fmla="*/ 145532 h 243348"/>
                <a:gd name="connsiteX314" fmla="*/ 117150 w 153607"/>
                <a:gd name="connsiteY314" fmla="*/ 145636 h 243348"/>
                <a:gd name="connsiteX315" fmla="*/ 115098 w 153607"/>
                <a:gd name="connsiteY315" fmla="*/ 145718 h 243348"/>
                <a:gd name="connsiteX316" fmla="*/ 113057 w 153607"/>
                <a:gd name="connsiteY316" fmla="*/ 145822 h 243348"/>
                <a:gd name="connsiteX317" fmla="*/ 111284 w 153607"/>
                <a:gd name="connsiteY317" fmla="*/ 145532 h 243348"/>
                <a:gd name="connsiteX318" fmla="*/ 109796 w 153607"/>
                <a:gd name="connsiteY318" fmla="*/ 142555 h 243348"/>
                <a:gd name="connsiteX319" fmla="*/ 106028 w 153607"/>
                <a:gd name="connsiteY319" fmla="*/ 142137 h 243348"/>
                <a:gd name="connsiteX320" fmla="*/ 102354 w 153607"/>
                <a:gd name="connsiteY320" fmla="*/ 141811 h 243348"/>
                <a:gd name="connsiteX321" fmla="*/ 101610 w 153607"/>
                <a:gd name="connsiteY321" fmla="*/ 139579 h 243348"/>
                <a:gd name="connsiteX322" fmla="*/ 93518 w 153607"/>
                <a:gd name="connsiteY322" fmla="*/ 139209 h 243348"/>
                <a:gd name="connsiteX323" fmla="*/ 91192 w 153607"/>
                <a:gd name="connsiteY323" fmla="*/ 138834 h 243348"/>
                <a:gd name="connsiteX324" fmla="*/ 90448 w 153607"/>
                <a:gd name="connsiteY324" fmla="*/ 135858 h 243348"/>
                <a:gd name="connsiteX325" fmla="*/ 85239 w 153607"/>
                <a:gd name="connsiteY325" fmla="*/ 135439 h 243348"/>
                <a:gd name="connsiteX326" fmla="*/ 80030 w 153607"/>
                <a:gd name="connsiteY326" fmla="*/ 135114 h 243348"/>
                <a:gd name="connsiteX327" fmla="*/ 79286 w 153607"/>
                <a:gd name="connsiteY327" fmla="*/ 132881 h 243348"/>
                <a:gd name="connsiteX328" fmla="*/ 71775 w 153607"/>
                <a:gd name="connsiteY328" fmla="*/ 132585 h 243348"/>
                <a:gd name="connsiteX329" fmla="*/ 69612 w 153607"/>
                <a:gd name="connsiteY329" fmla="*/ 132137 h 243348"/>
                <a:gd name="connsiteX330" fmla="*/ 68868 w 153607"/>
                <a:gd name="connsiteY330" fmla="*/ 128416 h 243348"/>
                <a:gd name="connsiteX331" fmla="*/ 64729 w 153607"/>
                <a:gd name="connsiteY331" fmla="*/ 128184 h 243348"/>
                <a:gd name="connsiteX332" fmla="*/ 62447 w 153607"/>
                <a:gd name="connsiteY332" fmla="*/ 128286 h 243348"/>
                <a:gd name="connsiteX333" fmla="*/ 60682 w 153607"/>
                <a:gd name="connsiteY333" fmla="*/ 128416 h 243348"/>
                <a:gd name="connsiteX334" fmla="*/ 60682 w 153607"/>
                <a:gd name="connsiteY334" fmla="*/ 125440 h 243348"/>
                <a:gd name="connsiteX335" fmla="*/ 59081 w 153607"/>
                <a:gd name="connsiteY335" fmla="*/ 125356 h 243348"/>
                <a:gd name="connsiteX336" fmla="*/ 57008 w 153607"/>
                <a:gd name="connsiteY336" fmla="*/ 125207 h 243348"/>
                <a:gd name="connsiteX337" fmla="*/ 54941 w 153607"/>
                <a:gd name="connsiteY337" fmla="*/ 125077 h 243348"/>
                <a:gd name="connsiteX338" fmla="*/ 53241 w 153607"/>
                <a:gd name="connsiteY338" fmla="*/ 124696 h 243348"/>
                <a:gd name="connsiteX339" fmla="*/ 52497 w 153607"/>
                <a:gd name="connsiteY339" fmla="*/ 122463 h 243348"/>
                <a:gd name="connsiteX340" fmla="*/ 49892 w 153607"/>
                <a:gd name="connsiteY340" fmla="*/ 122138 h 243348"/>
                <a:gd name="connsiteX341" fmla="*/ 47288 w 153607"/>
                <a:gd name="connsiteY341" fmla="*/ 121719 h 243348"/>
                <a:gd name="connsiteX342" fmla="*/ 46544 w 153607"/>
                <a:gd name="connsiteY342" fmla="*/ 118743 h 243348"/>
                <a:gd name="connsiteX343" fmla="*/ 44311 w 153607"/>
                <a:gd name="connsiteY343" fmla="*/ 118371 h 243348"/>
                <a:gd name="connsiteX344" fmla="*/ 42079 w 153607"/>
                <a:gd name="connsiteY344" fmla="*/ 117999 h 243348"/>
                <a:gd name="connsiteX345" fmla="*/ 41335 w 153607"/>
                <a:gd name="connsiteY345" fmla="*/ 115022 h 243348"/>
                <a:gd name="connsiteX346" fmla="*/ 39102 w 153607"/>
                <a:gd name="connsiteY346" fmla="*/ 114278 h 243348"/>
                <a:gd name="connsiteX347" fmla="*/ 37614 w 153607"/>
                <a:gd name="connsiteY347" fmla="*/ 111301 h 243348"/>
                <a:gd name="connsiteX348" fmla="*/ 36405 w 153607"/>
                <a:gd name="connsiteY348" fmla="*/ 110092 h 243348"/>
                <a:gd name="connsiteX349" fmla="*/ 35382 w 153607"/>
                <a:gd name="connsiteY349" fmla="*/ 107581 h 243348"/>
                <a:gd name="connsiteX350" fmla="*/ 33149 w 153607"/>
                <a:gd name="connsiteY350" fmla="*/ 107581 h 243348"/>
                <a:gd name="connsiteX351" fmla="*/ 32405 w 153607"/>
                <a:gd name="connsiteY351" fmla="*/ 105348 h 243348"/>
                <a:gd name="connsiteX352" fmla="*/ 30173 w 153607"/>
                <a:gd name="connsiteY352" fmla="*/ 103860 h 243348"/>
                <a:gd name="connsiteX353" fmla="*/ 29428 w 153607"/>
                <a:gd name="connsiteY353" fmla="*/ 100883 h 243348"/>
                <a:gd name="connsiteX354" fmla="*/ 27940 w 153607"/>
                <a:gd name="connsiteY354" fmla="*/ 100139 h 243348"/>
                <a:gd name="connsiteX355" fmla="*/ 27196 w 153607"/>
                <a:gd name="connsiteY355" fmla="*/ 97488 h 243348"/>
                <a:gd name="connsiteX356" fmla="*/ 26452 w 153607"/>
                <a:gd name="connsiteY356" fmla="*/ 94930 h 243348"/>
                <a:gd name="connsiteX357" fmla="*/ 24964 w 153607"/>
                <a:gd name="connsiteY357" fmla="*/ 94930 h 243348"/>
                <a:gd name="connsiteX358" fmla="*/ 23894 w 153607"/>
                <a:gd name="connsiteY358" fmla="*/ 89698 h 243348"/>
                <a:gd name="connsiteX359" fmla="*/ 23475 w 153607"/>
                <a:gd name="connsiteY359" fmla="*/ 88233 h 243348"/>
                <a:gd name="connsiteX360" fmla="*/ 21987 w 153607"/>
                <a:gd name="connsiteY360" fmla="*/ 88233 h 243348"/>
                <a:gd name="connsiteX361" fmla="*/ 21942 w 153607"/>
                <a:gd name="connsiteY361" fmla="*/ 86970 h 243348"/>
                <a:gd name="connsiteX362" fmla="*/ 21708 w 153607"/>
                <a:gd name="connsiteY362" fmla="*/ 81303 h 243348"/>
                <a:gd name="connsiteX363" fmla="*/ 21638 w 153607"/>
                <a:gd name="connsiteY363" fmla="*/ 79316 h 243348"/>
                <a:gd name="connsiteX364" fmla="*/ 21551 w 153607"/>
                <a:gd name="connsiteY364" fmla="*/ 77405 h 243348"/>
                <a:gd name="connsiteX365" fmla="*/ 21480 w 153607"/>
                <a:gd name="connsiteY365" fmla="*/ 75646 h 243348"/>
                <a:gd name="connsiteX366" fmla="*/ 19755 w 153607"/>
                <a:gd name="connsiteY366" fmla="*/ 71862 h 243348"/>
                <a:gd name="connsiteX367" fmla="*/ 19010 w 153607"/>
                <a:gd name="connsiteY367" fmla="*/ 71862 h 243348"/>
                <a:gd name="connsiteX368" fmla="*/ 19010 w 153607"/>
                <a:gd name="connsiteY368" fmla="*/ 62188 h 243348"/>
                <a:gd name="connsiteX369" fmla="*/ 21243 w 153607"/>
                <a:gd name="connsiteY369" fmla="*/ 62188 h 243348"/>
                <a:gd name="connsiteX370" fmla="*/ 21987 w 153607"/>
                <a:gd name="connsiteY370" fmla="*/ 46561 h 243348"/>
                <a:gd name="connsiteX371" fmla="*/ 23475 w 153607"/>
                <a:gd name="connsiteY371" fmla="*/ 46561 h 243348"/>
                <a:gd name="connsiteX372" fmla="*/ 24219 w 153607"/>
                <a:gd name="connsiteY372" fmla="*/ 42887 h 243348"/>
                <a:gd name="connsiteX373" fmla="*/ 24964 w 153607"/>
                <a:gd name="connsiteY373" fmla="*/ 39120 h 243348"/>
                <a:gd name="connsiteX374" fmla="*/ 26452 w 153607"/>
                <a:gd name="connsiteY374" fmla="*/ 38375 h 243348"/>
                <a:gd name="connsiteX375" fmla="*/ 27196 w 153607"/>
                <a:gd name="connsiteY375" fmla="*/ 36143 h 243348"/>
                <a:gd name="connsiteX376" fmla="*/ 29428 w 153607"/>
                <a:gd name="connsiteY376" fmla="*/ 33166 h 243348"/>
                <a:gd name="connsiteX377" fmla="*/ 30173 w 153607"/>
                <a:gd name="connsiteY377" fmla="*/ 28702 h 243348"/>
                <a:gd name="connsiteX378" fmla="*/ 31661 w 153607"/>
                <a:gd name="connsiteY378" fmla="*/ 28702 h 243348"/>
                <a:gd name="connsiteX379" fmla="*/ 32265 w 153607"/>
                <a:gd name="connsiteY379" fmla="*/ 27074 h 243348"/>
                <a:gd name="connsiteX380" fmla="*/ 36870 w 153607"/>
                <a:gd name="connsiteY380" fmla="*/ 21260 h 243348"/>
                <a:gd name="connsiteX381" fmla="*/ 37614 w 153607"/>
                <a:gd name="connsiteY381" fmla="*/ 19028 h 243348"/>
                <a:gd name="connsiteX382" fmla="*/ 40591 w 153607"/>
                <a:gd name="connsiteY382" fmla="*/ 18284 h 243348"/>
                <a:gd name="connsiteX383" fmla="*/ 41335 w 153607"/>
                <a:gd name="connsiteY383" fmla="*/ 16051 h 243348"/>
                <a:gd name="connsiteX384" fmla="*/ 44311 w 153607"/>
                <a:gd name="connsiteY384" fmla="*/ 14563 h 243348"/>
                <a:gd name="connsiteX385" fmla="*/ 45055 w 153607"/>
                <a:gd name="connsiteY385" fmla="*/ 12331 h 243348"/>
                <a:gd name="connsiteX386" fmla="*/ 47288 w 153607"/>
                <a:gd name="connsiteY386" fmla="*/ 12005 h 243348"/>
                <a:gd name="connsiteX387" fmla="*/ 49520 w 153607"/>
                <a:gd name="connsiteY387" fmla="*/ 11586 h 243348"/>
                <a:gd name="connsiteX388" fmla="*/ 49799 w 153607"/>
                <a:gd name="connsiteY388" fmla="*/ 10098 h 243348"/>
                <a:gd name="connsiteX389" fmla="*/ 50264 w 153607"/>
                <a:gd name="connsiteY389" fmla="*/ 8610 h 243348"/>
                <a:gd name="connsiteX390" fmla="*/ 54869 w 153607"/>
                <a:gd name="connsiteY390" fmla="*/ 8142 h 243348"/>
                <a:gd name="connsiteX391" fmla="*/ 56217 w 153607"/>
                <a:gd name="connsiteY391" fmla="*/ 7866 h 243348"/>
                <a:gd name="connsiteX392" fmla="*/ 56962 w 153607"/>
                <a:gd name="connsiteY392" fmla="*/ 5633 h 243348"/>
                <a:gd name="connsiteX393" fmla="*/ 63891 w 153607"/>
                <a:gd name="connsiteY393" fmla="*/ 5264 h 243348"/>
                <a:gd name="connsiteX394" fmla="*/ 65891 w 153607"/>
                <a:gd name="connsiteY394" fmla="*/ 4889 h 243348"/>
                <a:gd name="connsiteX395" fmla="*/ 66128 w 153607"/>
                <a:gd name="connsiteY395" fmla="*/ 3401 h 243348"/>
                <a:gd name="connsiteX396" fmla="*/ 66635 w 153607"/>
                <a:gd name="connsiteY396" fmla="*/ 1913 h 24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53607" h="243348">
                  <a:moveTo>
                    <a:pt x="66635" y="1913"/>
                  </a:moveTo>
                  <a:cubicBezTo>
                    <a:pt x="68415" y="1535"/>
                    <a:pt x="68415" y="1535"/>
                    <a:pt x="70807" y="1527"/>
                  </a:cubicBezTo>
                  <a:cubicBezTo>
                    <a:pt x="71698" y="1518"/>
                    <a:pt x="72590" y="1509"/>
                    <a:pt x="73508" y="1499"/>
                  </a:cubicBezTo>
                  <a:cubicBezTo>
                    <a:pt x="74479" y="1505"/>
                    <a:pt x="75449" y="1511"/>
                    <a:pt x="76449" y="1517"/>
                  </a:cubicBezTo>
                  <a:cubicBezTo>
                    <a:pt x="77447" y="1515"/>
                    <a:pt x="78445" y="1512"/>
                    <a:pt x="79443" y="1509"/>
                  </a:cubicBezTo>
                  <a:cubicBezTo>
                    <a:pt x="81538" y="1504"/>
                    <a:pt x="83632" y="1511"/>
                    <a:pt x="85727" y="1525"/>
                  </a:cubicBezTo>
                  <a:cubicBezTo>
                    <a:pt x="88417" y="1541"/>
                    <a:pt x="91107" y="1532"/>
                    <a:pt x="93797" y="1514"/>
                  </a:cubicBezTo>
                  <a:cubicBezTo>
                    <a:pt x="95859" y="1503"/>
                    <a:pt x="97921" y="1507"/>
                    <a:pt x="99983" y="1514"/>
                  </a:cubicBezTo>
                  <a:cubicBezTo>
                    <a:pt x="101459" y="1517"/>
                    <a:pt x="102935" y="1508"/>
                    <a:pt x="104411" y="1499"/>
                  </a:cubicBezTo>
                  <a:cubicBezTo>
                    <a:pt x="105303" y="1508"/>
                    <a:pt x="106194" y="1518"/>
                    <a:pt x="107113" y="1527"/>
                  </a:cubicBezTo>
                  <a:cubicBezTo>
                    <a:pt x="107902" y="1530"/>
                    <a:pt x="108691" y="1532"/>
                    <a:pt x="109504" y="1535"/>
                  </a:cubicBezTo>
                  <a:cubicBezTo>
                    <a:pt x="110385" y="1722"/>
                    <a:pt x="110385" y="1722"/>
                    <a:pt x="111284" y="1913"/>
                  </a:cubicBezTo>
                  <a:cubicBezTo>
                    <a:pt x="111780" y="3397"/>
                    <a:pt x="111780" y="3397"/>
                    <a:pt x="112028" y="4889"/>
                  </a:cubicBezTo>
                  <a:cubicBezTo>
                    <a:pt x="114285" y="5419"/>
                    <a:pt x="114285" y="5419"/>
                    <a:pt x="116911" y="5447"/>
                  </a:cubicBezTo>
                  <a:cubicBezTo>
                    <a:pt x="118248" y="5511"/>
                    <a:pt x="118248" y="5511"/>
                    <a:pt x="119612" y="5575"/>
                  </a:cubicBezTo>
                  <a:cubicBezTo>
                    <a:pt x="120302" y="5594"/>
                    <a:pt x="120991" y="5614"/>
                    <a:pt x="121702" y="5633"/>
                  </a:cubicBezTo>
                  <a:cubicBezTo>
                    <a:pt x="121702" y="6616"/>
                    <a:pt x="121702" y="7598"/>
                    <a:pt x="121702" y="8610"/>
                  </a:cubicBezTo>
                  <a:cubicBezTo>
                    <a:pt x="123152" y="8518"/>
                    <a:pt x="123152" y="8518"/>
                    <a:pt x="124632" y="8424"/>
                  </a:cubicBezTo>
                  <a:cubicBezTo>
                    <a:pt x="126300" y="8415"/>
                    <a:pt x="126300" y="8415"/>
                    <a:pt x="127655" y="8610"/>
                  </a:cubicBezTo>
                  <a:cubicBezTo>
                    <a:pt x="128074" y="10052"/>
                    <a:pt x="128074" y="10052"/>
                    <a:pt x="128399" y="11586"/>
                  </a:cubicBezTo>
                  <a:cubicBezTo>
                    <a:pt x="129259" y="11709"/>
                    <a:pt x="130118" y="11832"/>
                    <a:pt x="131004" y="11958"/>
                  </a:cubicBezTo>
                  <a:cubicBezTo>
                    <a:pt x="131863" y="12081"/>
                    <a:pt x="132723" y="12204"/>
                    <a:pt x="133608" y="12331"/>
                  </a:cubicBezTo>
                  <a:cubicBezTo>
                    <a:pt x="134073" y="13819"/>
                    <a:pt x="134073" y="13819"/>
                    <a:pt x="134352" y="15307"/>
                  </a:cubicBezTo>
                  <a:cubicBezTo>
                    <a:pt x="135586" y="15585"/>
                    <a:pt x="136827" y="15833"/>
                    <a:pt x="138073" y="16051"/>
                  </a:cubicBezTo>
                  <a:cubicBezTo>
                    <a:pt x="138319" y="16788"/>
                    <a:pt x="138564" y="17525"/>
                    <a:pt x="138817" y="18284"/>
                  </a:cubicBezTo>
                  <a:cubicBezTo>
                    <a:pt x="139324" y="18514"/>
                    <a:pt x="139830" y="18744"/>
                    <a:pt x="140352" y="18981"/>
                  </a:cubicBezTo>
                  <a:cubicBezTo>
                    <a:pt x="140828" y="19242"/>
                    <a:pt x="141303" y="19503"/>
                    <a:pt x="141794" y="19772"/>
                  </a:cubicBezTo>
                  <a:cubicBezTo>
                    <a:pt x="141794" y="20754"/>
                    <a:pt x="141794" y="21736"/>
                    <a:pt x="141794" y="22749"/>
                  </a:cubicBezTo>
                  <a:cubicBezTo>
                    <a:pt x="142773" y="23269"/>
                    <a:pt x="143766" y="23766"/>
                    <a:pt x="144770" y="24237"/>
                  </a:cubicBezTo>
                  <a:cubicBezTo>
                    <a:pt x="144770" y="24973"/>
                    <a:pt x="144770" y="25710"/>
                    <a:pt x="144770" y="26469"/>
                  </a:cubicBezTo>
                  <a:cubicBezTo>
                    <a:pt x="145507" y="26715"/>
                    <a:pt x="146244" y="26960"/>
                    <a:pt x="147003" y="27213"/>
                  </a:cubicBezTo>
                  <a:cubicBezTo>
                    <a:pt x="147251" y="28206"/>
                    <a:pt x="147499" y="29198"/>
                    <a:pt x="147747" y="30190"/>
                  </a:cubicBezTo>
                  <a:cubicBezTo>
                    <a:pt x="148483" y="30435"/>
                    <a:pt x="149220" y="30681"/>
                    <a:pt x="149979" y="30934"/>
                  </a:cubicBezTo>
                  <a:cubicBezTo>
                    <a:pt x="150493" y="32416"/>
                    <a:pt x="150991" y="33904"/>
                    <a:pt x="151468" y="35399"/>
                  </a:cubicBezTo>
                  <a:cubicBezTo>
                    <a:pt x="151959" y="35399"/>
                    <a:pt x="152450" y="35399"/>
                    <a:pt x="152956" y="35399"/>
                  </a:cubicBezTo>
                  <a:cubicBezTo>
                    <a:pt x="153452" y="37135"/>
                    <a:pt x="153948" y="38872"/>
                    <a:pt x="154444" y="40608"/>
                  </a:cubicBezTo>
                  <a:cubicBezTo>
                    <a:pt x="154935" y="40608"/>
                    <a:pt x="155426" y="40608"/>
                    <a:pt x="155932" y="40608"/>
                  </a:cubicBezTo>
                  <a:cubicBezTo>
                    <a:pt x="155974" y="41562"/>
                    <a:pt x="155974" y="41562"/>
                    <a:pt x="156017" y="42535"/>
                  </a:cubicBezTo>
                  <a:cubicBezTo>
                    <a:pt x="156066" y="43357"/>
                    <a:pt x="156114" y="44179"/>
                    <a:pt x="156165" y="45026"/>
                  </a:cubicBezTo>
                  <a:cubicBezTo>
                    <a:pt x="156230" y="46256"/>
                    <a:pt x="156230" y="46256"/>
                    <a:pt x="156296" y="47512"/>
                  </a:cubicBezTo>
                  <a:cubicBezTo>
                    <a:pt x="156421" y="48180"/>
                    <a:pt x="156547" y="48849"/>
                    <a:pt x="156676" y="49538"/>
                  </a:cubicBezTo>
                  <a:cubicBezTo>
                    <a:pt x="157413" y="49783"/>
                    <a:pt x="158150" y="50029"/>
                    <a:pt x="158909" y="50282"/>
                  </a:cubicBezTo>
                  <a:cubicBezTo>
                    <a:pt x="159160" y="52310"/>
                    <a:pt x="159291" y="54201"/>
                    <a:pt x="159327" y="56235"/>
                  </a:cubicBezTo>
                  <a:cubicBezTo>
                    <a:pt x="159374" y="58238"/>
                    <a:pt x="159480" y="60188"/>
                    <a:pt x="159653" y="62188"/>
                  </a:cubicBezTo>
                  <a:cubicBezTo>
                    <a:pt x="160144" y="62434"/>
                    <a:pt x="160635" y="62679"/>
                    <a:pt x="161141" y="62932"/>
                  </a:cubicBezTo>
                  <a:cubicBezTo>
                    <a:pt x="161391" y="65258"/>
                    <a:pt x="161391" y="65258"/>
                    <a:pt x="161420" y="68141"/>
                  </a:cubicBezTo>
                  <a:cubicBezTo>
                    <a:pt x="161441" y="69093"/>
                    <a:pt x="161463" y="70044"/>
                    <a:pt x="161484" y="71025"/>
                  </a:cubicBezTo>
                  <a:cubicBezTo>
                    <a:pt x="161371" y="71792"/>
                    <a:pt x="161258" y="72559"/>
                    <a:pt x="161141" y="73350"/>
                  </a:cubicBezTo>
                  <a:cubicBezTo>
                    <a:pt x="158534" y="74487"/>
                    <a:pt x="155562" y="74191"/>
                    <a:pt x="152770" y="74193"/>
                  </a:cubicBezTo>
                  <a:cubicBezTo>
                    <a:pt x="152252" y="74194"/>
                    <a:pt x="151735" y="74194"/>
                    <a:pt x="151202" y="74195"/>
                  </a:cubicBezTo>
                  <a:cubicBezTo>
                    <a:pt x="150111" y="74196"/>
                    <a:pt x="149021" y="74194"/>
                    <a:pt x="147930" y="74191"/>
                  </a:cubicBezTo>
                  <a:cubicBezTo>
                    <a:pt x="146264" y="74187"/>
                    <a:pt x="144599" y="74191"/>
                    <a:pt x="142933" y="74196"/>
                  </a:cubicBezTo>
                  <a:cubicBezTo>
                    <a:pt x="141871" y="74195"/>
                    <a:pt x="140809" y="74195"/>
                    <a:pt x="139747" y="74193"/>
                  </a:cubicBezTo>
                  <a:cubicBezTo>
                    <a:pt x="138784" y="74192"/>
                    <a:pt x="137821" y="74191"/>
                    <a:pt x="136829" y="74191"/>
                  </a:cubicBezTo>
                  <a:cubicBezTo>
                    <a:pt x="132868" y="74037"/>
                    <a:pt x="132868" y="74037"/>
                    <a:pt x="131376" y="73350"/>
                  </a:cubicBezTo>
                  <a:cubicBezTo>
                    <a:pt x="131084" y="71183"/>
                    <a:pt x="130959" y="69242"/>
                    <a:pt x="130957" y="67071"/>
                  </a:cubicBezTo>
                  <a:cubicBezTo>
                    <a:pt x="130945" y="64910"/>
                    <a:pt x="130838" y="62860"/>
                    <a:pt x="130632" y="60700"/>
                  </a:cubicBezTo>
                  <a:cubicBezTo>
                    <a:pt x="129895" y="60209"/>
                    <a:pt x="129158" y="59717"/>
                    <a:pt x="128399" y="59211"/>
                  </a:cubicBezTo>
                  <a:cubicBezTo>
                    <a:pt x="128071" y="57790"/>
                    <a:pt x="128071" y="57790"/>
                    <a:pt x="127981" y="56188"/>
                  </a:cubicBezTo>
                  <a:cubicBezTo>
                    <a:pt x="127819" y="54738"/>
                    <a:pt x="127819" y="54738"/>
                    <a:pt x="127655" y="53258"/>
                  </a:cubicBezTo>
                  <a:cubicBezTo>
                    <a:pt x="127164" y="53013"/>
                    <a:pt x="126673" y="52767"/>
                    <a:pt x="126167" y="52514"/>
                  </a:cubicBezTo>
                  <a:cubicBezTo>
                    <a:pt x="126059" y="52054"/>
                    <a:pt x="125952" y="51593"/>
                    <a:pt x="125841" y="51119"/>
                  </a:cubicBezTo>
                  <a:cubicBezTo>
                    <a:pt x="125347" y="49253"/>
                    <a:pt x="124559" y="48615"/>
                    <a:pt x="123190" y="47305"/>
                  </a:cubicBezTo>
                  <a:cubicBezTo>
                    <a:pt x="123190" y="46814"/>
                    <a:pt x="123190" y="46323"/>
                    <a:pt x="123190" y="45817"/>
                  </a:cubicBezTo>
                  <a:cubicBezTo>
                    <a:pt x="122453" y="45571"/>
                    <a:pt x="121717" y="45326"/>
                    <a:pt x="120958" y="45073"/>
                  </a:cubicBezTo>
                  <a:cubicBezTo>
                    <a:pt x="120958" y="44336"/>
                    <a:pt x="120958" y="43599"/>
                    <a:pt x="120958" y="42840"/>
                  </a:cubicBezTo>
                  <a:cubicBezTo>
                    <a:pt x="120467" y="42718"/>
                    <a:pt x="119975" y="42595"/>
                    <a:pt x="119469" y="42468"/>
                  </a:cubicBezTo>
                  <a:cubicBezTo>
                    <a:pt x="118978" y="42345"/>
                    <a:pt x="118487" y="42223"/>
                    <a:pt x="117981" y="42096"/>
                  </a:cubicBezTo>
                  <a:cubicBezTo>
                    <a:pt x="117981" y="41359"/>
                    <a:pt x="117981" y="40623"/>
                    <a:pt x="117981" y="39864"/>
                  </a:cubicBezTo>
                  <a:cubicBezTo>
                    <a:pt x="117506" y="39898"/>
                    <a:pt x="117032" y="39933"/>
                    <a:pt x="116542" y="39968"/>
                  </a:cubicBezTo>
                  <a:cubicBezTo>
                    <a:pt x="115620" y="40009"/>
                    <a:pt x="115620" y="40009"/>
                    <a:pt x="114679" y="40050"/>
                  </a:cubicBezTo>
                  <a:cubicBezTo>
                    <a:pt x="114066" y="40084"/>
                    <a:pt x="113453" y="40119"/>
                    <a:pt x="112822" y="40154"/>
                  </a:cubicBezTo>
                  <a:cubicBezTo>
                    <a:pt x="112060" y="40011"/>
                    <a:pt x="112060" y="40011"/>
                    <a:pt x="111284" y="39864"/>
                  </a:cubicBezTo>
                  <a:cubicBezTo>
                    <a:pt x="111206" y="39376"/>
                    <a:pt x="111129" y="38889"/>
                    <a:pt x="111048" y="38387"/>
                  </a:cubicBezTo>
                  <a:cubicBezTo>
                    <a:pt x="110881" y="37892"/>
                    <a:pt x="110713" y="37397"/>
                    <a:pt x="110540" y="36887"/>
                  </a:cubicBezTo>
                  <a:cubicBezTo>
                    <a:pt x="108601" y="36615"/>
                    <a:pt x="106900" y="36504"/>
                    <a:pt x="104959" y="36515"/>
                  </a:cubicBezTo>
                  <a:cubicBezTo>
                    <a:pt x="103018" y="36526"/>
                    <a:pt x="101317" y="36415"/>
                    <a:pt x="99378" y="36143"/>
                  </a:cubicBezTo>
                  <a:cubicBezTo>
                    <a:pt x="99292" y="35653"/>
                    <a:pt x="99206" y="35163"/>
                    <a:pt x="99117" y="34658"/>
                  </a:cubicBezTo>
                  <a:cubicBezTo>
                    <a:pt x="98958" y="34166"/>
                    <a:pt x="98798" y="33673"/>
                    <a:pt x="98634" y="33166"/>
                  </a:cubicBezTo>
                  <a:cubicBezTo>
                    <a:pt x="96703" y="32700"/>
                    <a:pt x="96703" y="32700"/>
                    <a:pt x="94355" y="32771"/>
                  </a:cubicBezTo>
                  <a:cubicBezTo>
                    <a:pt x="93488" y="32767"/>
                    <a:pt x="92620" y="32763"/>
                    <a:pt x="91727" y="32760"/>
                  </a:cubicBezTo>
                  <a:cubicBezTo>
                    <a:pt x="90357" y="32777"/>
                    <a:pt x="90357" y="32777"/>
                    <a:pt x="88960" y="32794"/>
                  </a:cubicBezTo>
                  <a:cubicBezTo>
                    <a:pt x="88046" y="32783"/>
                    <a:pt x="87133" y="32771"/>
                    <a:pt x="86192" y="32760"/>
                  </a:cubicBezTo>
                  <a:cubicBezTo>
                    <a:pt x="85325" y="32763"/>
                    <a:pt x="84458" y="32767"/>
                    <a:pt x="83565" y="32771"/>
                  </a:cubicBezTo>
                  <a:cubicBezTo>
                    <a:pt x="82763" y="32775"/>
                    <a:pt x="81961" y="32778"/>
                    <a:pt x="81135" y="32781"/>
                  </a:cubicBezTo>
                  <a:cubicBezTo>
                    <a:pt x="80219" y="32972"/>
                    <a:pt x="80219" y="32972"/>
                    <a:pt x="79286" y="33166"/>
                  </a:cubicBezTo>
                  <a:cubicBezTo>
                    <a:pt x="78754" y="34638"/>
                    <a:pt x="78754" y="34638"/>
                    <a:pt x="78542" y="36143"/>
                  </a:cubicBezTo>
                  <a:cubicBezTo>
                    <a:pt x="76242" y="36492"/>
                    <a:pt x="76242" y="36492"/>
                    <a:pt x="73379" y="36515"/>
                  </a:cubicBezTo>
                  <a:cubicBezTo>
                    <a:pt x="70589" y="36473"/>
                    <a:pt x="70589" y="36473"/>
                    <a:pt x="68124" y="36887"/>
                  </a:cubicBezTo>
                  <a:cubicBezTo>
                    <a:pt x="67190" y="38342"/>
                    <a:pt x="67190" y="38342"/>
                    <a:pt x="66635" y="39864"/>
                  </a:cubicBezTo>
                  <a:cubicBezTo>
                    <a:pt x="63938" y="40050"/>
                    <a:pt x="63938" y="40050"/>
                    <a:pt x="61426" y="39864"/>
                  </a:cubicBezTo>
                  <a:cubicBezTo>
                    <a:pt x="61426" y="40846"/>
                    <a:pt x="61426" y="41828"/>
                    <a:pt x="61426" y="42840"/>
                  </a:cubicBezTo>
                  <a:cubicBezTo>
                    <a:pt x="60196" y="43132"/>
                    <a:pt x="58953" y="43377"/>
                    <a:pt x="57706" y="43584"/>
                  </a:cubicBezTo>
                  <a:cubicBezTo>
                    <a:pt x="57215" y="44321"/>
                    <a:pt x="56724" y="45058"/>
                    <a:pt x="56217" y="45817"/>
                  </a:cubicBezTo>
                  <a:cubicBezTo>
                    <a:pt x="55726" y="45817"/>
                    <a:pt x="55235" y="45817"/>
                    <a:pt x="54729" y="45817"/>
                  </a:cubicBezTo>
                  <a:cubicBezTo>
                    <a:pt x="54606" y="46431"/>
                    <a:pt x="54484" y="47045"/>
                    <a:pt x="54357" y="47677"/>
                  </a:cubicBezTo>
                  <a:cubicBezTo>
                    <a:pt x="54234" y="48291"/>
                    <a:pt x="54112" y="48905"/>
                    <a:pt x="53985" y="49538"/>
                  </a:cubicBezTo>
                  <a:cubicBezTo>
                    <a:pt x="53494" y="49538"/>
                    <a:pt x="53003" y="49538"/>
                    <a:pt x="52497" y="49538"/>
                  </a:cubicBezTo>
                  <a:cubicBezTo>
                    <a:pt x="52251" y="51502"/>
                    <a:pt x="52006" y="53467"/>
                    <a:pt x="51753" y="55491"/>
                  </a:cubicBezTo>
                  <a:cubicBezTo>
                    <a:pt x="51016" y="55491"/>
                    <a:pt x="50279" y="55491"/>
                    <a:pt x="49520" y="55491"/>
                  </a:cubicBezTo>
                  <a:cubicBezTo>
                    <a:pt x="49602" y="58700"/>
                    <a:pt x="49699" y="61909"/>
                    <a:pt x="49799" y="65118"/>
                  </a:cubicBezTo>
                  <a:cubicBezTo>
                    <a:pt x="49822" y="66035"/>
                    <a:pt x="49845" y="66951"/>
                    <a:pt x="49869" y="67895"/>
                  </a:cubicBezTo>
                  <a:cubicBezTo>
                    <a:pt x="49912" y="69201"/>
                    <a:pt x="49912" y="69201"/>
                    <a:pt x="49956" y="70533"/>
                  </a:cubicBezTo>
                  <a:cubicBezTo>
                    <a:pt x="49980" y="71340"/>
                    <a:pt x="50003" y="72147"/>
                    <a:pt x="50027" y="72978"/>
                  </a:cubicBezTo>
                  <a:cubicBezTo>
                    <a:pt x="50105" y="73592"/>
                    <a:pt x="50184" y="74206"/>
                    <a:pt x="50264" y="74838"/>
                  </a:cubicBezTo>
                  <a:cubicBezTo>
                    <a:pt x="51001" y="75207"/>
                    <a:pt x="51001" y="75207"/>
                    <a:pt x="51753" y="75582"/>
                  </a:cubicBezTo>
                  <a:cubicBezTo>
                    <a:pt x="51860" y="76411"/>
                    <a:pt x="51968" y="77240"/>
                    <a:pt x="52078" y="78094"/>
                  </a:cubicBezTo>
                  <a:cubicBezTo>
                    <a:pt x="52504" y="80836"/>
                    <a:pt x="52707" y="81353"/>
                    <a:pt x="54729" y="83024"/>
                  </a:cubicBezTo>
                  <a:cubicBezTo>
                    <a:pt x="54729" y="83515"/>
                    <a:pt x="54729" y="84006"/>
                    <a:pt x="54729" y="84512"/>
                  </a:cubicBezTo>
                  <a:cubicBezTo>
                    <a:pt x="55466" y="84512"/>
                    <a:pt x="56203" y="84512"/>
                    <a:pt x="56962" y="84512"/>
                  </a:cubicBezTo>
                  <a:cubicBezTo>
                    <a:pt x="56962" y="85494"/>
                    <a:pt x="56962" y="86477"/>
                    <a:pt x="56962" y="87489"/>
                  </a:cubicBezTo>
                  <a:cubicBezTo>
                    <a:pt x="57806" y="87427"/>
                    <a:pt x="58650" y="87366"/>
                    <a:pt x="59520" y="87303"/>
                  </a:cubicBezTo>
                  <a:cubicBezTo>
                    <a:pt x="60394" y="87364"/>
                    <a:pt x="61269" y="87425"/>
                    <a:pt x="62171" y="87489"/>
                  </a:cubicBezTo>
                  <a:cubicBezTo>
                    <a:pt x="62333" y="88218"/>
                    <a:pt x="62333" y="88218"/>
                    <a:pt x="62499" y="88962"/>
                  </a:cubicBezTo>
                  <a:cubicBezTo>
                    <a:pt x="62636" y="89458"/>
                    <a:pt x="62773" y="89954"/>
                    <a:pt x="62915" y="90465"/>
                  </a:cubicBezTo>
                  <a:cubicBezTo>
                    <a:pt x="64464" y="90908"/>
                    <a:pt x="64464" y="90908"/>
                    <a:pt x="66263" y="90884"/>
                  </a:cubicBezTo>
                  <a:cubicBezTo>
                    <a:pt x="68100" y="90933"/>
                    <a:pt x="68100" y="90933"/>
                    <a:pt x="69612" y="91209"/>
                  </a:cubicBezTo>
                  <a:cubicBezTo>
                    <a:pt x="69858" y="91946"/>
                    <a:pt x="70103" y="92683"/>
                    <a:pt x="70356" y="93442"/>
                  </a:cubicBezTo>
                  <a:cubicBezTo>
                    <a:pt x="72483" y="93762"/>
                    <a:pt x="74556" y="93769"/>
                    <a:pt x="76705" y="93811"/>
                  </a:cubicBezTo>
                  <a:cubicBezTo>
                    <a:pt x="77311" y="93935"/>
                    <a:pt x="77917" y="94059"/>
                    <a:pt x="78542" y="94186"/>
                  </a:cubicBezTo>
                  <a:cubicBezTo>
                    <a:pt x="78691" y="94924"/>
                    <a:pt x="78691" y="94924"/>
                    <a:pt x="78844" y="95677"/>
                  </a:cubicBezTo>
                  <a:cubicBezTo>
                    <a:pt x="78990" y="96167"/>
                    <a:pt x="79136" y="96658"/>
                    <a:pt x="79286" y="97163"/>
                  </a:cubicBezTo>
                  <a:cubicBezTo>
                    <a:pt x="81695" y="97580"/>
                    <a:pt x="81695" y="97580"/>
                    <a:pt x="84495" y="97535"/>
                  </a:cubicBezTo>
                  <a:cubicBezTo>
                    <a:pt x="87378" y="97558"/>
                    <a:pt x="87378" y="97558"/>
                    <a:pt x="89704" y="97907"/>
                  </a:cubicBezTo>
                  <a:cubicBezTo>
                    <a:pt x="89827" y="98406"/>
                    <a:pt x="89949" y="98904"/>
                    <a:pt x="90076" y="99418"/>
                  </a:cubicBezTo>
                  <a:cubicBezTo>
                    <a:pt x="90199" y="99902"/>
                    <a:pt x="90321" y="100385"/>
                    <a:pt x="90448" y="100883"/>
                  </a:cubicBezTo>
                  <a:cubicBezTo>
                    <a:pt x="92865" y="101133"/>
                    <a:pt x="92865" y="101133"/>
                    <a:pt x="95657" y="100883"/>
                  </a:cubicBezTo>
                  <a:cubicBezTo>
                    <a:pt x="98540" y="100697"/>
                    <a:pt x="98540" y="100697"/>
                    <a:pt x="100866" y="100883"/>
                  </a:cubicBezTo>
                  <a:cubicBezTo>
                    <a:pt x="101118" y="101875"/>
                    <a:pt x="101366" y="102867"/>
                    <a:pt x="101610" y="103860"/>
                  </a:cubicBezTo>
                  <a:cubicBezTo>
                    <a:pt x="104038" y="104391"/>
                    <a:pt x="104038" y="104391"/>
                    <a:pt x="106866" y="104418"/>
                  </a:cubicBezTo>
                  <a:cubicBezTo>
                    <a:pt x="107826" y="104460"/>
                    <a:pt x="108786" y="104502"/>
                    <a:pt x="109775" y="104546"/>
                  </a:cubicBezTo>
                  <a:cubicBezTo>
                    <a:pt x="110519" y="104565"/>
                    <a:pt x="111262" y="104584"/>
                    <a:pt x="112028" y="104604"/>
                  </a:cubicBezTo>
                  <a:cubicBezTo>
                    <a:pt x="112028" y="105586"/>
                    <a:pt x="112028" y="106569"/>
                    <a:pt x="112028" y="107581"/>
                  </a:cubicBezTo>
                  <a:cubicBezTo>
                    <a:pt x="112718" y="107600"/>
                    <a:pt x="113407" y="107619"/>
                    <a:pt x="114118" y="107639"/>
                  </a:cubicBezTo>
                  <a:cubicBezTo>
                    <a:pt x="115009" y="107681"/>
                    <a:pt x="115900" y="107723"/>
                    <a:pt x="116818" y="107767"/>
                  </a:cubicBezTo>
                  <a:cubicBezTo>
                    <a:pt x="117708" y="107801"/>
                    <a:pt x="118597" y="107836"/>
                    <a:pt x="119513" y="107871"/>
                  </a:cubicBezTo>
                  <a:cubicBezTo>
                    <a:pt x="120235" y="108021"/>
                    <a:pt x="120958" y="108171"/>
                    <a:pt x="121702" y="108325"/>
                  </a:cubicBezTo>
                  <a:cubicBezTo>
                    <a:pt x="122150" y="109848"/>
                    <a:pt x="122150" y="109848"/>
                    <a:pt x="122446" y="111301"/>
                  </a:cubicBezTo>
                  <a:cubicBezTo>
                    <a:pt x="124398" y="111522"/>
                    <a:pt x="126187" y="111295"/>
                    <a:pt x="128140" y="111115"/>
                  </a:cubicBezTo>
                  <a:cubicBezTo>
                    <a:pt x="128717" y="111177"/>
                    <a:pt x="129293" y="111238"/>
                    <a:pt x="129887" y="111301"/>
                  </a:cubicBezTo>
                  <a:cubicBezTo>
                    <a:pt x="130722" y="112755"/>
                    <a:pt x="130722" y="112755"/>
                    <a:pt x="131376" y="114278"/>
                  </a:cubicBezTo>
                  <a:cubicBezTo>
                    <a:pt x="133652" y="114885"/>
                    <a:pt x="133652" y="114885"/>
                    <a:pt x="135841" y="115022"/>
                  </a:cubicBezTo>
                  <a:cubicBezTo>
                    <a:pt x="135841" y="116004"/>
                    <a:pt x="135841" y="116986"/>
                    <a:pt x="135841" y="117999"/>
                  </a:cubicBezTo>
                  <a:cubicBezTo>
                    <a:pt x="136685" y="117937"/>
                    <a:pt x="137529" y="117876"/>
                    <a:pt x="138399" y="117812"/>
                  </a:cubicBezTo>
                  <a:cubicBezTo>
                    <a:pt x="139273" y="117874"/>
                    <a:pt x="140148" y="117935"/>
                    <a:pt x="141050" y="117999"/>
                  </a:cubicBezTo>
                  <a:cubicBezTo>
                    <a:pt x="141561" y="119440"/>
                    <a:pt x="141561" y="119440"/>
                    <a:pt x="141794" y="120975"/>
                  </a:cubicBezTo>
                  <a:cubicBezTo>
                    <a:pt x="142300" y="121098"/>
                    <a:pt x="142807" y="121221"/>
                    <a:pt x="143328" y="121347"/>
                  </a:cubicBezTo>
                  <a:cubicBezTo>
                    <a:pt x="143804" y="121470"/>
                    <a:pt x="144280" y="121593"/>
                    <a:pt x="144770" y="121719"/>
                  </a:cubicBezTo>
                  <a:cubicBezTo>
                    <a:pt x="144770" y="122701"/>
                    <a:pt x="144770" y="123684"/>
                    <a:pt x="144770" y="124696"/>
                  </a:cubicBezTo>
                  <a:cubicBezTo>
                    <a:pt x="145476" y="124757"/>
                    <a:pt x="146182" y="124819"/>
                    <a:pt x="146910" y="124882"/>
                  </a:cubicBezTo>
                  <a:cubicBezTo>
                    <a:pt x="149235" y="125440"/>
                    <a:pt x="149235" y="125440"/>
                    <a:pt x="150119" y="126835"/>
                  </a:cubicBezTo>
                  <a:cubicBezTo>
                    <a:pt x="150318" y="127357"/>
                    <a:pt x="150518" y="127879"/>
                    <a:pt x="150723" y="128416"/>
                  </a:cubicBezTo>
                  <a:cubicBezTo>
                    <a:pt x="151451" y="129177"/>
                    <a:pt x="152197" y="129919"/>
                    <a:pt x="152956" y="130649"/>
                  </a:cubicBezTo>
                  <a:cubicBezTo>
                    <a:pt x="154908" y="132888"/>
                    <a:pt x="156057" y="134454"/>
                    <a:pt x="156676" y="137346"/>
                  </a:cubicBezTo>
                  <a:cubicBezTo>
                    <a:pt x="157168" y="137592"/>
                    <a:pt x="157659" y="137837"/>
                    <a:pt x="158165" y="138090"/>
                  </a:cubicBezTo>
                  <a:cubicBezTo>
                    <a:pt x="158468" y="139818"/>
                    <a:pt x="158719" y="141556"/>
                    <a:pt x="158909" y="143299"/>
                  </a:cubicBezTo>
                  <a:cubicBezTo>
                    <a:pt x="159646" y="143299"/>
                    <a:pt x="160382" y="143299"/>
                    <a:pt x="161141" y="143299"/>
                  </a:cubicBezTo>
                  <a:cubicBezTo>
                    <a:pt x="161262" y="144825"/>
                    <a:pt x="161384" y="146351"/>
                    <a:pt x="161505" y="147877"/>
                  </a:cubicBezTo>
                  <a:cubicBezTo>
                    <a:pt x="161630" y="148331"/>
                    <a:pt x="161756" y="148785"/>
                    <a:pt x="161885" y="149252"/>
                  </a:cubicBezTo>
                  <a:cubicBezTo>
                    <a:pt x="162622" y="149498"/>
                    <a:pt x="163359" y="149744"/>
                    <a:pt x="164118" y="149997"/>
                  </a:cubicBezTo>
                  <a:cubicBezTo>
                    <a:pt x="164469" y="152701"/>
                    <a:pt x="164494" y="155364"/>
                    <a:pt x="164560" y="158089"/>
                  </a:cubicBezTo>
                  <a:cubicBezTo>
                    <a:pt x="164709" y="159240"/>
                    <a:pt x="164709" y="159240"/>
                    <a:pt x="164862" y="160415"/>
                  </a:cubicBezTo>
                  <a:cubicBezTo>
                    <a:pt x="165599" y="160660"/>
                    <a:pt x="166335" y="160906"/>
                    <a:pt x="167094" y="161159"/>
                  </a:cubicBezTo>
                  <a:cubicBezTo>
                    <a:pt x="167298" y="163034"/>
                    <a:pt x="167353" y="164728"/>
                    <a:pt x="167312" y="166603"/>
                  </a:cubicBezTo>
                  <a:cubicBezTo>
                    <a:pt x="167309" y="167147"/>
                    <a:pt x="167306" y="167691"/>
                    <a:pt x="167303" y="168252"/>
                  </a:cubicBezTo>
                  <a:cubicBezTo>
                    <a:pt x="167290" y="169996"/>
                    <a:pt x="167262" y="171739"/>
                    <a:pt x="167234" y="173483"/>
                  </a:cubicBezTo>
                  <a:cubicBezTo>
                    <a:pt x="167223" y="174663"/>
                    <a:pt x="167213" y="175843"/>
                    <a:pt x="167203" y="177023"/>
                  </a:cubicBezTo>
                  <a:cubicBezTo>
                    <a:pt x="167179" y="179920"/>
                    <a:pt x="167140" y="182818"/>
                    <a:pt x="167094" y="185715"/>
                  </a:cubicBezTo>
                  <a:cubicBezTo>
                    <a:pt x="166358" y="185470"/>
                    <a:pt x="165621" y="185224"/>
                    <a:pt x="164862" y="184971"/>
                  </a:cubicBezTo>
                  <a:cubicBezTo>
                    <a:pt x="164616" y="189146"/>
                    <a:pt x="164371" y="193320"/>
                    <a:pt x="164118" y="197622"/>
                  </a:cubicBezTo>
                  <a:cubicBezTo>
                    <a:pt x="163627" y="197622"/>
                    <a:pt x="163136" y="197622"/>
                    <a:pt x="162630" y="197622"/>
                  </a:cubicBezTo>
                  <a:cubicBezTo>
                    <a:pt x="162167" y="198945"/>
                    <a:pt x="162167" y="198945"/>
                    <a:pt x="161885" y="200552"/>
                  </a:cubicBezTo>
                  <a:cubicBezTo>
                    <a:pt x="161560" y="202200"/>
                    <a:pt x="161560" y="202200"/>
                    <a:pt x="161141" y="203575"/>
                  </a:cubicBezTo>
                  <a:cubicBezTo>
                    <a:pt x="160650" y="203820"/>
                    <a:pt x="160159" y="204066"/>
                    <a:pt x="159653" y="204319"/>
                  </a:cubicBezTo>
                  <a:cubicBezTo>
                    <a:pt x="159199" y="205701"/>
                    <a:pt x="159199" y="205701"/>
                    <a:pt x="158909" y="207295"/>
                  </a:cubicBezTo>
                  <a:cubicBezTo>
                    <a:pt x="158583" y="208923"/>
                    <a:pt x="158583" y="208923"/>
                    <a:pt x="158165" y="210272"/>
                  </a:cubicBezTo>
                  <a:cubicBezTo>
                    <a:pt x="157674" y="210517"/>
                    <a:pt x="157183" y="210763"/>
                    <a:pt x="156676" y="211016"/>
                  </a:cubicBezTo>
                  <a:cubicBezTo>
                    <a:pt x="156569" y="211599"/>
                    <a:pt x="156462" y="212183"/>
                    <a:pt x="156351" y="212783"/>
                  </a:cubicBezTo>
                  <a:cubicBezTo>
                    <a:pt x="155860" y="215074"/>
                    <a:pt x="155352" y="215383"/>
                    <a:pt x="153700" y="216969"/>
                  </a:cubicBezTo>
                  <a:cubicBezTo>
                    <a:pt x="152556" y="218323"/>
                    <a:pt x="151425" y="219689"/>
                    <a:pt x="150305" y="221062"/>
                  </a:cubicBezTo>
                  <a:cubicBezTo>
                    <a:pt x="149721" y="221776"/>
                    <a:pt x="149136" y="222489"/>
                    <a:pt x="148535" y="223225"/>
                  </a:cubicBezTo>
                  <a:cubicBezTo>
                    <a:pt x="146952" y="225163"/>
                    <a:pt x="146952" y="225163"/>
                    <a:pt x="145514" y="227387"/>
                  </a:cubicBezTo>
                  <a:cubicBezTo>
                    <a:pt x="145008" y="227510"/>
                    <a:pt x="144501" y="227633"/>
                    <a:pt x="143980" y="227759"/>
                  </a:cubicBezTo>
                  <a:cubicBezTo>
                    <a:pt x="143504" y="227882"/>
                    <a:pt x="143028" y="228005"/>
                    <a:pt x="142538" y="228131"/>
                  </a:cubicBezTo>
                  <a:cubicBezTo>
                    <a:pt x="142292" y="228868"/>
                    <a:pt x="142047" y="229605"/>
                    <a:pt x="141794" y="230364"/>
                  </a:cubicBezTo>
                  <a:cubicBezTo>
                    <a:pt x="140801" y="230860"/>
                    <a:pt x="139809" y="231356"/>
                    <a:pt x="138817" y="231852"/>
                  </a:cubicBezTo>
                  <a:cubicBezTo>
                    <a:pt x="138572" y="232589"/>
                    <a:pt x="138326" y="233325"/>
                    <a:pt x="138073" y="234084"/>
                  </a:cubicBezTo>
                  <a:cubicBezTo>
                    <a:pt x="137336" y="234192"/>
                    <a:pt x="136600" y="234299"/>
                    <a:pt x="135841" y="234410"/>
                  </a:cubicBezTo>
                  <a:cubicBezTo>
                    <a:pt x="135104" y="234548"/>
                    <a:pt x="134367" y="234686"/>
                    <a:pt x="133608" y="234829"/>
                  </a:cubicBezTo>
                  <a:cubicBezTo>
                    <a:pt x="133508" y="235320"/>
                    <a:pt x="133409" y="235811"/>
                    <a:pt x="133306" y="236317"/>
                  </a:cubicBezTo>
                  <a:cubicBezTo>
                    <a:pt x="133160" y="236808"/>
                    <a:pt x="133014" y="237299"/>
                    <a:pt x="132864" y="237805"/>
                  </a:cubicBezTo>
                  <a:cubicBezTo>
                    <a:pt x="131352" y="238180"/>
                    <a:pt x="131352" y="238180"/>
                    <a:pt x="129515" y="238224"/>
                  </a:cubicBezTo>
                  <a:cubicBezTo>
                    <a:pt x="127724" y="238225"/>
                    <a:pt x="127724" y="238225"/>
                    <a:pt x="126167" y="238549"/>
                  </a:cubicBezTo>
                  <a:cubicBezTo>
                    <a:pt x="125921" y="239286"/>
                    <a:pt x="125676" y="240023"/>
                    <a:pt x="125423" y="240782"/>
                  </a:cubicBezTo>
                  <a:cubicBezTo>
                    <a:pt x="123513" y="241102"/>
                    <a:pt x="121662" y="241109"/>
                    <a:pt x="119728" y="241151"/>
                  </a:cubicBezTo>
                  <a:cubicBezTo>
                    <a:pt x="119152" y="241275"/>
                    <a:pt x="118575" y="241398"/>
                    <a:pt x="117981" y="241526"/>
                  </a:cubicBezTo>
                  <a:cubicBezTo>
                    <a:pt x="117792" y="242018"/>
                    <a:pt x="117602" y="242510"/>
                    <a:pt x="117407" y="243016"/>
                  </a:cubicBezTo>
                  <a:cubicBezTo>
                    <a:pt x="117106" y="243507"/>
                    <a:pt x="116804" y="243997"/>
                    <a:pt x="116493" y="244502"/>
                  </a:cubicBezTo>
                  <a:cubicBezTo>
                    <a:pt x="114534" y="244860"/>
                    <a:pt x="114534" y="244860"/>
                    <a:pt x="112020" y="244840"/>
                  </a:cubicBezTo>
                  <a:cubicBezTo>
                    <a:pt x="111082" y="244840"/>
                    <a:pt x="110143" y="244840"/>
                    <a:pt x="109177" y="244840"/>
                  </a:cubicBezTo>
                  <a:cubicBezTo>
                    <a:pt x="108148" y="244824"/>
                    <a:pt x="107120" y="244809"/>
                    <a:pt x="106092" y="244793"/>
                  </a:cubicBezTo>
                  <a:cubicBezTo>
                    <a:pt x="105043" y="244788"/>
                    <a:pt x="103994" y="244783"/>
                    <a:pt x="102946" y="244780"/>
                  </a:cubicBezTo>
                  <a:cubicBezTo>
                    <a:pt x="100183" y="244769"/>
                    <a:pt x="97421" y="244740"/>
                    <a:pt x="94659" y="244707"/>
                  </a:cubicBezTo>
                  <a:cubicBezTo>
                    <a:pt x="91840" y="244676"/>
                    <a:pt x="89022" y="244663"/>
                    <a:pt x="86204" y="244648"/>
                  </a:cubicBezTo>
                  <a:cubicBezTo>
                    <a:pt x="80673" y="244616"/>
                    <a:pt x="75143" y="244565"/>
                    <a:pt x="69612" y="244502"/>
                  </a:cubicBezTo>
                  <a:cubicBezTo>
                    <a:pt x="69612" y="243520"/>
                    <a:pt x="69612" y="242538"/>
                    <a:pt x="69612" y="241526"/>
                  </a:cubicBezTo>
                  <a:cubicBezTo>
                    <a:pt x="68300" y="241549"/>
                    <a:pt x="68300" y="241549"/>
                    <a:pt x="66961" y="241572"/>
                  </a:cubicBezTo>
                  <a:cubicBezTo>
                    <a:pt x="64050" y="241578"/>
                    <a:pt x="61319" y="241260"/>
                    <a:pt x="58450" y="240782"/>
                  </a:cubicBezTo>
                  <a:cubicBezTo>
                    <a:pt x="58450" y="239799"/>
                    <a:pt x="58450" y="238817"/>
                    <a:pt x="58450" y="237805"/>
                  </a:cubicBezTo>
                  <a:cubicBezTo>
                    <a:pt x="56485" y="237805"/>
                    <a:pt x="54521" y="237805"/>
                    <a:pt x="52497" y="237805"/>
                  </a:cubicBezTo>
                  <a:cubicBezTo>
                    <a:pt x="52497" y="236823"/>
                    <a:pt x="52497" y="235841"/>
                    <a:pt x="52497" y="234829"/>
                  </a:cubicBezTo>
                  <a:cubicBezTo>
                    <a:pt x="51653" y="234752"/>
                    <a:pt x="50809" y="234675"/>
                    <a:pt x="49939" y="234596"/>
                  </a:cubicBezTo>
                  <a:cubicBezTo>
                    <a:pt x="49064" y="234427"/>
                    <a:pt x="48189" y="234258"/>
                    <a:pt x="47288" y="234084"/>
                  </a:cubicBezTo>
                  <a:cubicBezTo>
                    <a:pt x="46919" y="232979"/>
                    <a:pt x="46919" y="232979"/>
                    <a:pt x="46544" y="231852"/>
                  </a:cubicBezTo>
                  <a:cubicBezTo>
                    <a:pt x="45807" y="231606"/>
                    <a:pt x="45070" y="231361"/>
                    <a:pt x="44311" y="231108"/>
                  </a:cubicBezTo>
                  <a:cubicBezTo>
                    <a:pt x="43575" y="230862"/>
                    <a:pt x="42838" y="230617"/>
                    <a:pt x="42079" y="230364"/>
                  </a:cubicBezTo>
                  <a:cubicBezTo>
                    <a:pt x="41710" y="229259"/>
                    <a:pt x="41710" y="229259"/>
                    <a:pt x="41335" y="228131"/>
                  </a:cubicBezTo>
                  <a:cubicBezTo>
                    <a:pt x="40844" y="228024"/>
                    <a:pt x="40352" y="227916"/>
                    <a:pt x="39846" y="227806"/>
                  </a:cubicBezTo>
                  <a:cubicBezTo>
                    <a:pt x="39355" y="227668"/>
                    <a:pt x="38864" y="227529"/>
                    <a:pt x="38358" y="227387"/>
                  </a:cubicBezTo>
                  <a:cubicBezTo>
                    <a:pt x="38081" y="226403"/>
                    <a:pt x="37833" y="225410"/>
                    <a:pt x="37614" y="224411"/>
                  </a:cubicBezTo>
                  <a:cubicBezTo>
                    <a:pt x="36877" y="224165"/>
                    <a:pt x="36141" y="223919"/>
                    <a:pt x="35382" y="223666"/>
                  </a:cubicBezTo>
                  <a:cubicBezTo>
                    <a:pt x="35136" y="222930"/>
                    <a:pt x="34890" y="222193"/>
                    <a:pt x="34637" y="221434"/>
                  </a:cubicBezTo>
                  <a:cubicBezTo>
                    <a:pt x="33901" y="220943"/>
                    <a:pt x="33164" y="220452"/>
                    <a:pt x="32405" y="219946"/>
                  </a:cubicBezTo>
                  <a:cubicBezTo>
                    <a:pt x="32405" y="219209"/>
                    <a:pt x="32405" y="218472"/>
                    <a:pt x="32405" y="217713"/>
                  </a:cubicBezTo>
                  <a:cubicBezTo>
                    <a:pt x="31668" y="217713"/>
                    <a:pt x="30932" y="217713"/>
                    <a:pt x="30173" y="217713"/>
                  </a:cubicBezTo>
                  <a:cubicBezTo>
                    <a:pt x="29888" y="216481"/>
                    <a:pt x="29641" y="215239"/>
                    <a:pt x="29428" y="213993"/>
                  </a:cubicBezTo>
                  <a:cubicBezTo>
                    <a:pt x="28937" y="213747"/>
                    <a:pt x="28446" y="213501"/>
                    <a:pt x="27940" y="213248"/>
                  </a:cubicBezTo>
                  <a:cubicBezTo>
                    <a:pt x="27833" y="212619"/>
                    <a:pt x="27725" y="211990"/>
                    <a:pt x="27615" y="211342"/>
                  </a:cubicBezTo>
                  <a:cubicBezTo>
                    <a:pt x="27476" y="210743"/>
                    <a:pt x="27338" y="210144"/>
                    <a:pt x="27196" y="209528"/>
                  </a:cubicBezTo>
                  <a:cubicBezTo>
                    <a:pt x="26459" y="209528"/>
                    <a:pt x="25723" y="209528"/>
                    <a:pt x="24964" y="209528"/>
                  </a:cubicBezTo>
                  <a:cubicBezTo>
                    <a:pt x="24439" y="207800"/>
                    <a:pt x="23943" y="206063"/>
                    <a:pt x="23475" y="204319"/>
                  </a:cubicBezTo>
                  <a:cubicBezTo>
                    <a:pt x="22984" y="204319"/>
                    <a:pt x="22493" y="204319"/>
                    <a:pt x="21987" y="204319"/>
                  </a:cubicBezTo>
                  <a:cubicBezTo>
                    <a:pt x="21910" y="203475"/>
                    <a:pt x="21834" y="202631"/>
                    <a:pt x="21754" y="201761"/>
                  </a:cubicBezTo>
                  <a:cubicBezTo>
                    <a:pt x="21586" y="200886"/>
                    <a:pt x="21417" y="200011"/>
                    <a:pt x="21243" y="199110"/>
                  </a:cubicBezTo>
                  <a:cubicBezTo>
                    <a:pt x="20506" y="198864"/>
                    <a:pt x="19769" y="198619"/>
                    <a:pt x="19010" y="198366"/>
                  </a:cubicBezTo>
                  <a:cubicBezTo>
                    <a:pt x="18682" y="196691"/>
                    <a:pt x="18682" y="196691"/>
                    <a:pt x="18592" y="194645"/>
                  </a:cubicBezTo>
                  <a:cubicBezTo>
                    <a:pt x="18529" y="192656"/>
                    <a:pt x="18529" y="192656"/>
                    <a:pt x="18266" y="190924"/>
                  </a:cubicBezTo>
                  <a:cubicBezTo>
                    <a:pt x="17775" y="190679"/>
                    <a:pt x="17284" y="190433"/>
                    <a:pt x="16778" y="190180"/>
                  </a:cubicBezTo>
                  <a:cubicBezTo>
                    <a:pt x="16522" y="188233"/>
                    <a:pt x="16522" y="188233"/>
                    <a:pt x="16406" y="185808"/>
                  </a:cubicBezTo>
                  <a:cubicBezTo>
                    <a:pt x="16252" y="182184"/>
                    <a:pt x="16252" y="182184"/>
                    <a:pt x="14546" y="179018"/>
                  </a:cubicBezTo>
                  <a:cubicBezTo>
                    <a:pt x="14300" y="179018"/>
                    <a:pt x="14054" y="179018"/>
                    <a:pt x="13801" y="179018"/>
                  </a:cubicBezTo>
                  <a:cubicBezTo>
                    <a:pt x="13780" y="175809"/>
                    <a:pt x="13767" y="172600"/>
                    <a:pt x="13755" y="169391"/>
                  </a:cubicBezTo>
                  <a:cubicBezTo>
                    <a:pt x="13749" y="168474"/>
                    <a:pt x="13743" y="167558"/>
                    <a:pt x="13736" y="166613"/>
                  </a:cubicBezTo>
                  <a:cubicBezTo>
                    <a:pt x="13734" y="165743"/>
                    <a:pt x="13731" y="164872"/>
                    <a:pt x="13729" y="163975"/>
                  </a:cubicBezTo>
                  <a:cubicBezTo>
                    <a:pt x="13725" y="163169"/>
                    <a:pt x="13721" y="162362"/>
                    <a:pt x="13717" y="161531"/>
                  </a:cubicBezTo>
                  <a:cubicBezTo>
                    <a:pt x="13801" y="159670"/>
                    <a:pt x="13801" y="159670"/>
                    <a:pt x="14546" y="158926"/>
                  </a:cubicBezTo>
                  <a:cubicBezTo>
                    <a:pt x="16467" y="158851"/>
                    <a:pt x="18368" y="158822"/>
                    <a:pt x="20289" y="158827"/>
                  </a:cubicBezTo>
                  <a:cubicBezTo>
                    <a:pt x="20865" y="158827"/>
                    <a:pt x="21440" y="158826"/>
                    <a:pt x="22033" y="158825"/>
                  </a:cubicBezTo>
                  <a:cubicBezTo>
                    <a:pt x="23251" y="158825"/>
                    <a:pt x="24470" y="158826"/>
                    <a:pt x="25688" y="158829"/>
                  </a:cubicBezTo>
                  <a:cubicBezTo>
                    <a:pt x="27560" y="158833"/>
                    <a:pt x="29432" y="158829"/>
                    <a:pt x="31303" y="158824"/>
                  </a:cubicBezTo>
                  <a:cubicBezTo>
                    <a:pt x="32484" y="158825"/>
                    <a:pt x="33666" y="158826"/>
                    <a:pt x="34847" y="158827"/>
                  </a:cubicBezTo>
                  <a:cubicBezTo>
                    <a:pt x="35692" y="158825"/>
                    <a:pt x="35692" y="158825"/>
                    <a:pt x="36554" y="158823"/>
                  </a:cubicBezTo>
                  <a:cubicBezTo>
                    <a:pt x="40505" y="158841"/>
                    <a:pt x="40505" y="158841"/>
                    <a:pt x="41335" y="159670"/>
                  </a:cubicBezTo>
                  <a:cubicBezTo>
                    <a:pt x="41388" y="161049"/>
                    <a:pt x="41397" y="162430"/>
                    <a:pt x="41381" y="163810"/>
                  </a:cubicBezTo>
                  <a:cubicBezTo>
                    <a:pt x="41374" y="164563"/>
                    <a:pt x="41368" y="165316"/>
                    <a:pt x="41361" y="166091"/>
                  </a:cubicBezTo>
                  <a:cubicBezTo>
                    <a:pt x="41352" y="166674"/>
                    <a:pt x="41344" y="167256"/>
                    <a:pt x="41335" y="167856"/>
                  </a:cubicBezTo>
                  <a:cubicBezTo>
                    <a:pt x="42071" y="167856"/>
                    <a:pt x="42808" y="167856"/>
                    <a:pt x="43567" y="167856"/>
                  </a:cubicBezTo>
                  <a:cubicBezTo>
                    <a:pt x="43609" y="168945"/>
                    <a:pt x="43609" y="168945"/>
                    <a:pt x="43651" y="170056"/>
                  </a:cubicBezTo>
                  <a:cubicBezTo>
                    <a:pt x="43700" y="171003"/>
                    <a:pt x="43749" y="171950"/>
                    <a:pt x="43800" y="172925"/>
                  </a:cubicBezTo>
                  <a:cubicBezTo>
                    <a:pt x="43843" y="173866"/>
                    <a:pt x="43886" y="174807"/>
                    <a:pt x="43930" y="175777"/>
                  </a:cubicBezTo>
                  <a:cubicBezTo>
                    <a:pt x="44336" y="178437"/>
                    <a:pt x="44632" y="178830"/>
                    <a:pt x="46544" y="180506"/>
                  </a:cubicBezTo>
                  <a:cubicBezTo>
                    <a:pt x="46872" y="182000"/>
                    <a:pt x="46872" y="182000"/>
                    <a:pt x="46962" y="183576"/>
                  </a:cubicBezTo>
                  <a:cubicBezTo>
                    <a:pt x="47070" y="184527"/>
                    <a:pt x="47177" y="185479"/>
                    <a:pt x="47288" y="186459"/>
                  </a:cubicBezTo>
                  <a:cubicBezTo>
                    <a:pt x="47779" y="186705"/>
                    <a:pt x="48270" y="186951"/>
                    <a:pt x="48776" y="187204"/>
                  </a:cubicBezTo>
                  <a:cubicBezTo>
                    <a:pt x="49106" y="187866"/>
                    <a:pt x="49436" y="188529"/>
                    <a:pt x="49776" y="189212"/>
                  </a:cubicBezTo>
                  <a:cubicBezTo>
                    <a:pt x="51063" y="191776"/>
                    <a:pt x="52540" y="193780"/>
                    <a:pt x="54357" y="195994"/>
                  </a:cubicBezTo>
                  <a:cubicBezTo>
                    <a:pt x="54933" y="196705"/>
                    <a:pt x="55508" y="197415"/>
                    <a:pt x="56101" y="198148"/>
                  </a:cubicBezTo>
                  <a:cubicBezTo>
                    <a:pt x="57604" y="200016"/>
                    <a:pt x="57604" y="200016"/>
                    <a:pt x="59938" y="200598"/>
                  </a:cubicBezTo>
                  <a:cubicBezTo>
                    <a:pt x="60307" y="201703"/>
                    <a:pt x="60307" y="201703"/>
                    <a:pt x="60682" y="202831"/>
                  </a:cubicBezTo>
                  <a:cubicBezTo>
                    <a:pt x="61281" y="202938"/>
                    <a:pt x="61879" y="203045"/>
                    <a:pt x="62496" y="203156"/>
                  </a:cubicBezTo>
                  <a:cubicBezTo>
                    <a:pt x="63125" y="203294"/>
                    <a:pt x="63755" y="203432"/>
                    <a:pt x="64403" y="203575"/>
                  </a:cubicBezTo>
                  <a:cubicBezTo>
                    <a:pt x="64618" y="204066"/>
                    <a:pt x="64833" y="204557"/>
                    <a:pt x="65054" y="205063"/>
                  </a:cubicBezTo>
                  <a:cubicBezTo>
                    <a:pt x="65330" y="205554"/>
                    <a:pt x="65607" y="206045"/>
                    <a:pt x="65891" y="206551"/>
                  </a:cubicBezTo>
                  <a:cubicBezTo>
                    <a:pt x="67498" y="206989"/>
                    <a:pt x="67498" y="206989"/>
                    <a:pt x="69286" y="206970"/>
                  </a:cubicBezTo>
                  <a:cubicBezTo>
                    <a:pt x="71103" y="207019"/>
                    <a:pt x="71103" y="207019"/>
                    <a:pt x="72589" y="207295"/>
                  </a:cubicBezTo>
                  <a:cubicBezTo>
                    <a:pt x="72957" y="208400"/>
                    <a:pt x="72957" y="208400"/>
                    <a:pt x="73333" y="209528"/>
                  </a:cubicBezTo>
                  <a:cubicBezTo>
                    <a:pt x="75260" y="209820"/>
                    <a:pt x="77024" y="209978"/>
                    <a:pt x="78960" y="210039"/>
                  </a:cubicBezTo>
                  <a:cubicBezTo>
                    <a:pt x="79489" y="210065"/>
                    <a:pt x="80018" y="210090"/>
                    <a:pt x="80563" y="210116"/>
                  </a:cubicBezTo>
                  <a:cubicBezTo>
                    <a:pt x="81873" y="210178"/>
                    <a:pt x="83184" y="210226"/>
                    <a:pt x="84495" y="210272"/>
                  </a:cubicBezTo>
                  <a:cubicBezTo>
                    <a:pt x="84495" y="211500"/>
                    <a:pt x="84495" y="212728"/>
                    <a:pt x="84495" y="213993"/>
                  </a:cubicBezTo>
                  <a:cubicBezTo>
                    <a:pt x="87441" y="213954"/>
                    <a:pt x="90386" y="213883"/>
                    <a:pt x="93332" y="213807"/>
                  </a:cubicBezTo>
                  <a:cubicBezTo>
                    <a:pt x="94171" y="213796"/>
                    <a:pt x="95010" y="213786"/>
                    <a:pt x="95875" y="213775"/>
                  </a:cubicBezTo>
                  <a:cubicBezTo>
                    <a:pt x="96676" y="213751"/>
                    <a:pt x="97477" y="213727"/>
                    <a:pt x="98302" y="213702"/>
                  </a:cubicBezTo>
                  <a:cubicBezTo>
                    <a:pt x="99043" y="213686"/>
                    <a:pt x="99783" y="213671"/>
                    <a:pt x="100546" y="213655"/>
                  </a:cubicBezTo>
                  <a:cubicBezTo>
                    <a:pt x="101143" y="213521"/>
                    <a:pt x="101739" y="213387"/>
                    <a:pt x="102354" y="213248"/>
                  </a:cubicBezTo>
                  <a:cubicBezTo>
                    <a:pt x="103193" y="211774"/>
                    <a:pt x="103193" y="211774"/>
                    <a:pt x="103842" y="210272"/>
                  </a:cubicBezTo>
                  <a:cubicBezTo>
                    <a:pt x="105961" y="210048"/>
                    <a:pt x="107783" y="209991"/>
                    <a:pt x="109889" y="210086"/>
                  </a:cubicBezTo>
                  <a:cubicBezTo>
                    <a:pt x="110450" y="210099"/>
                    <a:pt x="111011" y="210113"/>
                    <a:pt x="111589" y="210127"/>
                  </a:cubicBezTo>
                  <a:cubicBezTo>
                    <a:pt x="112976" y="210162"/>
                    <a:pt x="114363" y="210215"/>
                    <a:pt x="115749" y="210272"/>
                  </a:cubicBezTo>
                  <a:cubicBezTo>
                    <a:pt x="115749" y="209290"/>
                    <a:pt x="115749" y="208307"/>
                    <a:pt x="115749" y="207295"/>
                  </a:cubicBezTo>
                  <a:cubicBezTo>
                    <a:pt x="116593" y="207234"/>
                    <a:pt x="117437" y="207173"/>
                    <a:pt x="118307" y="207109"/>
                  </a:cubicBezTo>
                  <a:cubicBezTo>
                    <a:pt x="119182" y="206925"/>
                    <a:pt x="120056" y="206741"/>
                    <a:pt x="120958" y="206551"/>
                  </a:cubicBezTo>
                  <a:cubicBezTo>
                    <a:pt x="121227" y="205565"/>
                    <a:pt x="121477" y="204572"/>
                    <a:pt x="121702" y="203575"/>
                  </a:cubicBezTo>
                  <a:cubicBezTo>
                    <a:pt x="123190" y="203575"/>
                    <a:pt x="124678" y="203575"/>
                    <a:pt x="126167" y="203575"/>
                  </a:cubicBezTo>
                  <a:cubicBezTo>
                    <a:pt x="126637" y="202259"/>
                    <a:pt x="126637" y="202259"/>
                    <a:pt x="126911" y="200598"/>
                  </a:cubicBezTo>
                  <a:cubicBezTo>
                    <a:pt x="128118" y="199326"/>
                    <a:pt x="129362" y="198088"/>
                    <a:pt x="130632" y="196877"/>
                  </a:cubicBezTo>
                  <a:cubicBezTo>
                    <a:pt x="133376" y="193980"/>
                    <a:pt x="134040" y="191924"/>
                    <a:pt x="134352" y="187948"/>
                  </a:cubicBezTo>
                  <a:cubicBezTo>
                    <a:pt x="135089" y="187948"/>
                    <a:pt x="135826" y="187948"/>
                    <a:pt x="136585" y="187948"/>
                  </a:cubicBezTo>
                  <a:cubicBezTo>
                    <a:pt x="136515" y="184464"/>
                    <a:pt x="136436" y="180980"/>
                    <a:pt x="136349" y="177497"/>
                  </a:cubicBezTo>
                  <a:cubicBezTo>
                    <a:pt x="136320" y="176311"/>
                    <a:pt x="136294" y="175125"/>
                    <a:pt x="136271" y="173939"/>
                  </a:cubicBezTo>
                  <a:cubicBezTo>
                    <a:pt x="136237" y="172238"/>
                    <a:pt x="136194" y="170537"/>
                    <a:pt x="136149" y="168836"/>
                  </a:cubicBezTo>
                  <a:cubicBezTo>
                    <a:pt x="136136" y="168036"/>
                    <a:pt x="136136" y="168036"/>
                    <a:pt x="136123" y="167219"/>
                  </a:cubicBezTo>
                  <a:cubicBezTo>
                    <a:pt x="136084" y="165940"/>
                    <a:pt x="135970" y="164664"/>
                    <a:pt x="135841" y="163391"/>
                  </a:cubicBezTo>
                  <a:cubicBezTo>
                    <a:pt x="135349" y="163146"/>
                    <a:pt x="134858" y="162900"/>
                    <a:pt x="134352" y="162647"/>
                  </a:cubicBezTo>
                  <a:cubicBezTo>
                    <a:pt x="134191" y="161772"/>
                    <a:pt x="134191" y="161772"/>
                    <a:pt x="134027" y="160880"/>
                  </a:cubicBezTo>
                  <a:cubicBezTo>
                    <a:pt x="133560" y="158703"/>
                    <a:pt x="132971" y="158150"/>
                    <a:pt x="131376" y="156694"/>
                  </a:cubicBezTo>
                  <a:cubicBezTo>
                    <a:pt x="131376" y="156203"/>
                    <a:pt x="131376" y="155712"/>
                    <a:pt x="131376" y="155206"/>
                  </a:cubicBezTo>
                  <a:cubicBezTo>
                    <a:pt x="130639" y="154960"/>
                    <a:pt x="129902" y="154714"/>
                    <a:pt x="129143" y="154461"/>
                  </a:cubicBezTo>
                  <a:cubicBezTo>
                    <a:pt x="129143" y="153725"/>
                    <a:pt x="129143" y="152988"/>
                    <a:pt x="129143" y="152229"/>
                  </a:cubicBezTo>
                  <a:cubicBezTo>
                    <a:pt x="128437" y="152290"/>
                    <a:pt x="127731" y="152352"/>
                    <a:pt x="127004" y="152415"/>
                  </a:cubicBezTo>
                  <a:cubicBezTo>
                    <a:pt x="126236" y="152354"/>
                    <a:pt x="125469" y="152292"/>
                    <a:pt x="124678" y="152229"/>
                  </a:cubicBezTo>
                  <a:cubicBezTo>
                    <a:pt x="124170" y="151243"/>
                    <a:pt x="123674" y="150251"/>
                    <a:pt x="123190" y="149252"/>
                  </a:cubicBezTo>
                  <a:cubicBezTo>
                    <a:pt x="120914" y="148645"/>
                    <a:pt x="120914" y="148645"/>
                    <a:pt x="118725" y="148508"/>
                  </a:cubicBezTo>
                  <a:cubicBezTo>
                    <a:pt x="118725" y="147526"/>
                    <a:pt x="118725" y="146544"/>
                    <a:pt x="118725" y="145532"/>
                  </a:cubicBezTo>
                  <a:cubicBezTo>
                    <a:pt x="118205" y="145566"/>
                    <a:pt x="117685" y="145601"/>
                    <a:pt x="117150" y="145636"/>
                  </a:cubicBezTo>
                  <a:cubicBezTo>
                    <a:pt x="116473" y="145663"/>
                    <a:pt x="115795" y="145690"/>
                    <a:pt x="115098" y="145718"/>
                  </a:cubicBezTo>
                  <a:cubicBezTo>
                    <a:pt x="114424" y="145752"/>
                    <a:pt x="113751" y="145787"/>
                    <a:pt x="113057" y="145822"/>
                  </a:cubicBezTo>
                  <a:cubicBezTo>
                    <a:pt x="112472" y="145726"/>
                    <a:pt x="111887" y="145631"/>
                    <a:pt x="111284" y="145532"/>
                  </a:cubicBezTo>
                  <a:cubicBezTo>
                    <a:pt x="110782" y="144542"/>
                    <a:pt x="110286" y="143550"/>
                    <a:pt x="109796" y="142555"/>
                  </a:cubicBezTo>
                  <a:cubicBezTo>
                    <a:pt x="108017" y="142116"/>
                    <a:pt x="108017" y="142116"/>
                    <a:pt x="106028" y="142137"/>
                  </a:cubicBezTo>
                  <a:cubicBezTo>
                    <a:pt x="104002" y="142087"/>
                    <a:pt x="104002" y="142087"/>
                    <a:pt x="102354" y="141811"/>
                  </a:cubicBezTo>
                  <a:cubicBezTo>
                    <a:pt x="102109" y="141074"/>
                    <a:pt x="101863" y="140338"/>
                    <a:pt x="101610" y="139579"/>
                  </a:cubicBezTo>
                  <a:cubicBezTo>
                    <a:pt x="98905" y="139257"/>
                    <a:pt x="96241" y="139251"/>
                    <a:pt x="93518" y="139209"/>
                  </a:cubicBezTo>
                  <a:cubicBezTo>
                    <a:pt x="92750" y="139086"/>
                    <a:pt x="91983" y="138962"/>
                    <a:pt x="91192" y="138834"/>
                  </a:cubicBezTo>
                  <a:cubicBezTo>
                    <a:pt x="90944" y="137842"/>
                    <a:pt x="90696" y="136850"/>
                    <a:pt x="90448" y="135858"/>
                  </a:cubicBezTo>
                  <a:cubicBezTo>
                    <a:pt x="88041" y="135412"/>
                    <a:pt x="88041" y="135412"/>
                    <a:pt x="85239" y="135439"/>
                  </a:cubicBezTo>
                  <a:cubicBezTo>
                    <a:pt x="82355" y="135390"/>
                    <a:pt x="82355" y="135390"/>
                    <a:pt x="80030" y="135114"/>
                  </a:cubicBezTo>
                  <a:cubicBezTo>
                    <a:pt x="79784" y="134377"/>
                    <a:pt x="79539" y="133640"/>
                    <a:pt x="79286" y="132881"/>
                  </a:cubicBezTo>
                  <a:cubicBezTo>
                    <a:pt x="76772" y="132591"/>
                    <a:pt x="74304" y="132601"/>
                    <a:pt x="71775" y="132585"/>
                  </a:cubicBezTo>
                  <a:cubicBezTo>
                    <a:pt x="71061" y="132437"/>
                    <a:pt x="70347" y="132289"/>
                    <a:pt x="69612" y="132137"/>
                  </a:cubicBezTo>
                  <a:cubicBezTo>
                    <a:pt x="69338" y="130902"/>
                    <a:pt x="69089" y="129662"/>
                    <a:pt x="68868" y="128416"/>
                  </a:cubicBezTo>
                  <a:cubicBezTo>
                    <a:pt x="66948" y="127962"/>
                    <a:pt x="66948" y="127962"/>
                    <a:pt x="64729" y="128184"/>
                  </a:cubicBezTo>
                  <a:cubicBezTo>
                    <a:pt x="63976" y="128218"/>
                    <a:pt x="63223" y="128251"/>
                    <a:pt x="62447" y="128286"/>
                  </a:cubicBezTo>
                  <a:cubicBezTo>
                    <a:pt x="61865" y="128329"/>
                    <a:pt x="61282" y="128372"/>
                    <a:pt x="60682" y="128416"/>
                  </a:cubicBezTo>
                  <a:cubicBezTo>
                    <a:pt x="60682" y="127434"/>
                    <a:pt x="60682" y="126452"/>
                    <a:pt x="60682" y="125440"/>
                  </a:cubicBezTo>
                  <a:cubicBezTo>
                    <a:pt x="60154" y="125412"/>
                    <a:pt x="59625" y="125384"/>
                    <a:pt x="59081" y="125356"/>
                  </a:cubicBezTo>
                  <a:cubicBezTo>
                    <a:pt x="58055" y="125282"/>
                    <a:pt x="58055" y="125282"/>
                    <a:pt x="57008" y="125207"/>
                  </a:cubicBezTo>
                  <a:cubicBezTo>
                    <a:pt x="55985" y="125143"/>
                    <a:pt x="55985" y="125143"/>
                    <a:pt x="54941" y="125077"/>
                  </a:cubicBezTo>
                  <a:cubicBezTo>
                    <a:pt x="54380" y="124951"/>
                    <a:pt x="53819" y="124825"/>
                    <a:pt x="53241" y="124696"/>
                  </a:cubicBezTo>
                  <a:cubicBezTo>
                    <a:pt x="52995" y="123959"/>
                    <a:pt x="52750" y="123222"/>
                    <a:pt x="52497" y="122463"/>
                  </a:cubicBezTo>
                  <a:cubicBezTo>
                    <a:pt x="51637" y="122356"/>
                    <a:pt x="50778" y="122248"/>
                    <a:pt x="49892" y="122138"/>
                  </a:cubicBezTo>
                  <a:cubicBezTo>
                    <a:pt x="49033" y="122000"/>
                    <a:pt x="48173" y="121862"/>
                    <a:pt x="47288" y="121719"/>
                  </a:cubicBezTo>
                  <a:cubicBezTo>
                    <a:pt x="47011" y="120735"/>
                    <a:pt x="46762" y="119742"/>
                    <a:pt x="46544" y="118743"/>
                  </a:cubicBezTo>
                  <a:cubicBezTo>
                    <a:pt x="45807" y="118620"/>
                    <a:pt x="45070" y="118497"/>
                    <a:pt x="44311" y="118371"/>
                  </a:cubicBezTo>
                  <a:cubicBezTo>
                    <a:pt x="43575" y="118248"/>
                    <a:pt x="42838" y="118125"/>
                    <a:pt x="42079" y="117999"/>
                  </a:cubicBezTo>
                  <a:cubicBezTo>
                    <a:pt x="41567" y="116510"/>
                    <a:pt x="41567" y="116510"/>
                    <a:pt x="41335" y="115022"/>
                  </a:cubicBezTo>
                  <a:cubicBezTo>
                    <a:pt x="40598" y="114776"/>
                    <a:pt x="39861" y="114531"/>
                    <a:pt x="39102" y="114278"/>
                  </a:cubicBezTo>
                  <a:cubicBezTo>
                    <a:pt x="38580" y="113299"/>
                    <a:pt x="38086" y="112305"/>
                    <a:pt x="37614" y="111301"/>
                  </a:cubicBezTo>
                  <a:cubicBezTo>
                    <a:pt x="37015" y="110703"/>
                    <a:pt x="37015" y="110703"/>
                    <a:pt x="36405" y="110092"/>
                  </a:cubicBezTo>
                  <a:cubicBezTo>
                    <a:pt x="35382" y="109069"/>
                    <a:pt x="35382" y="109069"/>
                    <a:pt x="35382" y="107581"/>
                  </a:cubicBezTo>
                  <a:cubicBezTo>
                    <a:pt x="34645" y="107581"/>
                    <a:pt x="33908" y="107581"/>
                    <a:pt x="33149" y="107581"/>
                  </a:cubicBezTo>
                  <a:cubicBezTo>
                    <a:pt x="32904" y="106844"/>
                    <a:pt x="32658" y="106107"/>
                    <a:pt x="32405" y="105348"/>
                  </a:cubicBezTo>
                  <a:cubicBezTo>
                    <a:pt x="31300" y="104611"/>
                    <a:pt x="31300" y="104611"/>
                    <a:pt x="30173" y="103860"/>
                  </a:cubicBezTo>
                  <a:cubicBezTo>
                    <a:pt x="29903" y="102873"/>
                    <a:pt x="29654" y="101881"/>
                    <a:pt x="29428" y="100883"/>
                  </a:cubicBezTo>
                  <a:cubicBezTo>
                    <a:pt x="28937" y="100638"/>
                    <a:pt x="28446" y="100392"/>
                    <a:pt x="27940" y="100139"/>
                  </a:cubicBezTo>
                  <a:cubicBezTo>
                    <a:pt x="27572" y="98827"/>
                    <a:pt x="27572" y="98827"/>
                    <a:pt x="27196" y="97488"/>
                  </a:cubicBezTo>
                  <a:cubicBezTo>
                    <a:pt x="26950" y="96644"/>
                    <a:pt x="26705" y="95800"/>
                    <a:pt x="26452" y="94930"/>
                  </a:cubicBezTo>
                  <a:cubicBezTo>
                    <a:pt x="25961" y="94930"/>
                    <a:pt x="25470" y="94930"/>
                    <a:pt x="24964" y="94930"/>
                  </a:cubicBezTo>
                  <a:cubicBezTo>
                    <a:pt x="24470" y="93202"/>
                    <a:pt x="24200" y="91468"/>
                    <a:pt x="23894" y="89698"/>
                  </a:cubicBezTo>
                  <a:cubicBezTo>
                    <a:pt x="23756" y="89214"/>
                    <a:pt x="23618" y="88731"/>
                    <a:pt x="23475" y="88233"/>
                  </a:cubicBezTo>
                  <a:cubicBezTo>
                    <a:pt x="22984" y="88233"/>
                    <a:pt x="22493" y="88233"/>
                    <a:pt x="21987" y="88233"/>
                  </a:cubicBezTo>
                  <a:cubicBezTo>
                    <a:pt x="21972" y="87816"/>
                    <a:pt x="21958" y="87400"/>
                    <a:pt x="21942" y="86970"/>
                  </a:cubicBezTo>
                  <a:cubicBezTo>
                    <a:pt x="21871" y="85081"/>
                    <a:pt x="21790" y="83192"/>
                    <a:pt x="21708" y="81303"/>
                  </a:cubicBezTo>
                  <a:cubicBezTo>
                    <a:pt x="21685" y="80647"/>
                    <a:pt x="21662" y="79992"/>
                    <a:pt x="21638" y="79316"/>
                  </a:cubicBezTo>
                  <a:cubicBezTo>
                    <a:pt x="21609" y="78686"/>
                    <a:pt x="21581" y="78055"/>
                    <a:pt x="21551" y="77405"/>
                  </a:cubicBezTo>
                  <a:cubicBezTo>
                    <a:pt x="21528" y="76824"/>
                    <a:pt x="21504" y="76244"/>
                    <a:pt x="21480" y="75646"/>
                  </a:cubicBezTo>
                  <a:cubicBezTo>
                    <a:pt x="21320" y="73870"/>
                    <a:pt x="21320" y="73870"/>
                    <a:pt x="19755" y="71862"/>
                  </a:cubicBezTo>
                  <a:cubicBezTo>
                    <a:pt x="19509" y="71862"/>
                    <a:pt x="19263" y="71862"/>
                    <a:pt x="19010" y="71862"/>
                  </a:cubicBezTo>
                  <a:cubicBezTo>
                    <a:pt x="19010" y="68669"/>
                    <a:pt x="19010" y="65477"/>
                    <a:pt x="19010" y="62188"/>
                  </a:cubicBezTo>
                  <a:cubicBezTo>
                    <a:pt x="19747" y="62188"/>
                    <a:pt x="20484" y="62188"/>
                    <a:pt x="21243" y="62188"/>
                  </a:cubicBezTo>
                  <a:cubicBezTo>
                    <a:pt x="21488" y="57031"/>
                    <a:pt x="21734" y="51874"/>
                    <a:pt x="21987" y="46561"/>
                  </a:cubicBezTo>
                  <a:cubicBezTo>
                    <a:pt x="22478" y="46561"/>
                    <a:pt x="22969" y="46561"/>
                    <a:pt x="23475" y="46561"/>
                  </a:cubicBezTo>
                  <a:cubicBezTo>
                    <a:pt x="23939" y="44894"/>
                    <a:pt x="23939" y="44894"/>
                    <a:pt x="24219" y="42887"/>
                  </a:cubicBezTo>
                  <a:cubicBezTo>
                    <a:pt x="24545" y="40820"/>
                    <a:pt x="24545" y="40820"/>
                    <a:pt x="24964" y="39120"/>
                  </a:cubicBezTo>
                  <a:cubicBezTo>
                    <a:pt x="25700" y="38751"/>
                    <a:pt x="25700" y="38751"/>
                    <a:pt x="26452" y="38375"/>
                  </a:cubicBezTo>
                  <a:cubicBezTo>
                    <a:pt x="26697" y="37639"/>
                    <a:pt x="26943" y="36902"/>
                    <a:pt x="27196" y="36143"/>
                  </a:cubicBezTo>
                  <a:cubicBezTo>
                    <a:pt x="27940" y="33911"/>
                    <a:pt x="27940" y="33911"/>
                    <a:pt x="29428" y="33166"/>
                  </a:cubicBezTo>
                  <a:cubicBezTo>
                    <a:pt x="29918" y="30912"/>
                    <a:pt x="29918" y="30912"/>
                    <a:pt x="30173" y="28702"/>
                  </a:cubicBezTo>
                  <a:cubicBezTo>
                    <a:pt x="30664" y="28702"/>
                    <a:pt x="31155" y="28702"/>
                    <a:pt x="31661" y="28702"/>
                  </a:cubicBezTo>
                  <a:cubicBezTo>
                    <a:pt x="31860" y="28164"/>
                    <a:pt x="32060" y="27627"/>
                    <a:pt x="32265" y="27074"/>
                  </a:cubicBezTo>
                  <a:cubicBezTo>
                    <a:pt x="33341" y="24528"/>
                    <a:pt x="34906" y="23174"/>
                    <a:pt x="36870" y="21260"/>
                  </a:cubicBezTo>
                  <a:cubicBezTo>
                    <a:pt x="37115" y="20524"/>
                    <a:pt x="37361" y="19787"/>
                    <a:pt x="37614" y="19028"/>
                  </a:cubicBezTo>
                  <a:cubicBezTo>
                    <a:pt x="38606" y="18780"/>
                    <a:pt x="39598" y="18532"/>
                    <a:pt x="40591" y="18284"/>
                  </a:cubicBezTo>
                  <a:cubicBezTo>
                    <a:pt x="40959" y="17179"/>
                    <a:pt x="40959" y="17179"/>
                    <a:pt x="41335" y="16051"/>
                  </a:cubicBezTo>
                  <a:cubicBezTo>
                    <a:pt x="42327" y="15555"/>
                    <a:pt x="43319" y="15059"/>
                    <a:pt x="44311" y="14563"/>
                  </a:cubicBezTo>
                  <a:cubicBezTo>
                    <a:pt x="44680" y="13458"/>
                    <a:pt x="44680" y="13458"/>
                    <a:pt x="45055" y="12331"/>
                  </a:cubicBezTo>
                  <a:cubicBezTo>
                    <a:pt x="45792" y="12223"/>
                    <a:pt x="46529" y="12116"/>
                    <a:pt x="47288" y="12005"/>
                  </a:cubicBezTo>
                  <a:cubicBezTo>
                    <a:pt x="48393" y="11798"/>
                    <a:pt x="48393" y="11798"/>
                    <a:pt x="49520" y="11586"/>
                  </a:cubicBezTo>
                  <a:cubicBezTo>
                    <a:pt x="49658" y="10850"/>
                    <a:pt x="49658" y="10850"/>
                    <a:pt x="49799" y="10098"/>
                  </a:cubicBezTo>
                  <a:cubicBezTo>
                    <a:pt x="49953" y="9607"/>
                    <a:pt x="50106" y="9116"/>
                    <a:pt x="50264" y="8610"/>
                  </a:cubicBezTo>
                  <a:cubicBezTo>
                    <a:pt x="51812" y="8282"/>
                    <a:pt x="53288" y="8190"/>
                    <a:pt x="54869" y="8142"/>
                  </a:cubicBezTo>
                  <a:cubicBezTo>
                    <a:pt x="55314" y="8051"/>
                    <a:pt x="55759" y="7960"/>
                    <a:pt x="56217" y="7866"/>
                  </a:cubicBezTo>
                  <a:cubicBezTo>
                    <a:pt x="56463" y="7129"/>
                    <a:pt x="56709" y="6392"/>
                    <a:pt x="56962" y="5633"/>
                  </a:cubicBezTo>
                  <a:cubicBezTo>
                    <a:pt x="59281" y="5313"/>
                    <a:pt x="61552" y="5306"/>
                    <a:pt x="63891" y="5264"/>
                  </a:cubicBezTo>
                  <a:cubicBezTo>
                    <a:pt x="64551" y="5140"/>
                    <a:pt x="65211" y="5017"/>
                    <a:pt x="65891" y="4889"/>
                  </a:cubicBezTo>
                  <a:cubicBezTo>
                    <a:pt x="65969" y="4398"/>
                    <a:pt x="66047" y="3907"/>
                    <a:pt x="66128" y="3401"/>
                  </a:cubicBezTo>
                  <a:cubicBezTo>
                    <a:pt x="66295" y="2910"/>
                    <a:pt x="66463" y="2419"/>
                    <a:pt x="66635" y="1913"/>
                  </a:cubicBezTo>
                  <a:close/>
                </a:path>
              </a:pathLst>
            </a:custGeom>
            <a:grpFill/>
            <a:ln w="744" cap="flat">
              <a:noFill/>
              <a:prstDash val="solid"/>
              <a:miter/>
            </a:ln>
          </p:spPr>
          <p:txBody>
            <a:bodyPr rtlCol="0" anchor="ctr"/>
            <a:lstStyle/>
            <a:p>
              <a:endParaRPr lang="zh-CN" altLang="en-US"/>
            </a:p>
          </p:txBody>
        </p:sp>
        <p:sp>
          <p:nvSpPr>
            <p:cNvPr id="133" name="任意多边形: 形状 132"/>
            <p:cNvSpPr/>
            <p:nvPr/>
          </p:nvSpPr>
          <p:spPr>
            <a:xfrm>
              <a:off x="9646018" y="1392936"/>
              <a:ext cx="145681" cy="236010"/>
            </a:xfrm>
            <a:custGeom>
              <a:avLst/>
              <a:gdLst>
                <a:gd name="connsiteX0" fmla="*/ 13806 w 145681"/>
                <a:gd name="connsiteY0" fmla="*/ 1504 h 236010"/>
                <a:gd name="connsiteX1" fmla="*/ 152961 w 145681"/>
                <a:gd name="connsiteY1" fmla="*/ 1504 h 236010"/>
                <a:gd name="connsiteX2" fmla="*/ 152961 w 145681"/>
                <a:gd name="connsiteY2" fmla="*/ 32014 h 236010"/>
                <a:gd name="connsiteX3" fmla="*/ 43572 w 145681"/>
                <a:gd name="connsiteY3" fmla="*/ 32014 h 236010"/>
                <a:gd name="connsiteX4" fmla="*/ 43572 w 145681"/>
                <a:gd name="connsiteY4" fmla="*/ 100475 h 236010"/>
                <a:gd name="connsiteX5" fmla="*/ 65983 w 145681"/>
                <a:gd name="connsiteY5" fmla="*/ 100422 h 236010"/>
                <a:gd name="connsiteX6" fmla="*/ 80003 w 145681"/>
                <a:gd name="connsiteY6" fmla="*/ 100402 h 236010"/>
                <a:gd name="connsiteX7" fmla="*/ 102276 w 145681"/>
                <a:gd name="connsiteY7" fmla="*/ 100362 h 236010"/>
                <a:gd name="connsiteX8" fmla="*/ 118496 w 145681"/>
                <a:gd name="connsiteY8" fmla="*/ 100335 h 236010"/>
                <a:gd name="connsiteX9" fmla="*/ 127088 w 145681"/>
                <a:gd name="connsiteY9" fmla="*/ 100317 h 236010"/>
                <a:gd name="connsiteX10" fmla="*/ 135168 w 145681"/>
                <a:gd name="connsiteY10" fmla="*/ 100306 h 236010"/>
                <a:gd name="connsiteX11" fmla="*/ 139561 w 145681"/>
                <a:gd name="connsiteY11" fmla="*/ 100290 h 236010"/>
                <a:gd name="connsiteX12" fmla="*/ 142186 w 145681"/>
                <a:gd name="connsiteY12" fmla="*/ 100296 h 236010"/>
                <a:gd name="connsiteX13" fmla="*/ 144476 w 145681"/>
                <a:gd name="connsiteY13" fmla="*/ 100292 h 236010"/>
                <a:gd name="connsiteX14" fmla="*/ 147752 w 145681"/>
                <a:gd name="connsiteY14" fmla="*/ 101963 h 236010"/>
                <a:gd name="connsiteX15" fmla="*/ 147949 w 145681"/>
                <a:gd name="connsiteY15" fmla="*/ 108079 h 236010"/>
                <a:gd name="connsiteX16" fmla="*/ 147954 w 145681"/>
                <a:gd name="connsiteY16" fmla="*/ 109914 h 236010"/>
                <a:gd name="connsiteX17" fmla="*/ 147946 w 145681"/>
                <a:gd name="connsiteY17" fmla="*/ 113757 h 236010"/>
                <a:gd name="connsiteX18" fmla="*/ 147955 w 145681"/>
                <a:gd name="connsiteY18" fmla="*/ 119651 h 236010"/>
                <a:gd name="connsiteX19" fmla="*/ 147949 w 145681"/>
                <a:gd name="connsiteY19" fmla="*/ 123380 h 236010"/>
                <a:gd name="connsiteX20" fmla="*/ 147958 w 145681"/>
                <a:gd name="connsiteY20" fmla="*/ 125168 h 236010"/>
                <a:gd name="connsiteX21" fmla="*/ 146263 w 145681"/>
                <a:gd name="connsiteY21" fmla="*/ 130984 h 236010"/>
                <a:gd name="connsiteX22" fmla="*/ 142186 w 145681"/>
                <a:gd name="connsiteY22" fmla="*/ 131163 h 236010"/>
                <a:gd name="connsiteX23" fmla="*/ 139561 w 145681"/>
                <a:gd name="connsiteY23" fmla="*/ 131170 h 236010"/>
                <a:gd name="connsiteX24" fmla="*/ 136668 w 145681"/>
                <a:gd name="connsiteY24" fmla="*/ 131153 h 236010"/>
                <a:gd name="connsiteX25" fmla="*/ 133632 w 145681"/>
                <a:gd name="connsiteY25" fmla="*/ 131154 h 236010"/>
                <a:gd name="connsiteX26" fmla="*/ 125376 w 145681"/>
                <a:gd name="connsiteY26" fmla="*/ 131135 h 236010"/>
                <a:gd name="connsiteX27" fmla="*/ 116753 w 145681"/>
                <a:gd name="connsiteY27" fmla="*/ 131123 h 236010"/>
                <a:gd name="connsiteX28" fmla="*/ 100419 w 145681"/>
                <a:gd name="connsiteY28" fmla="*/ 131092 h 236010"/>
                <a:gd name="connsiteX29" fmla="*/ 78351 w 145681"/>
                <a:gd name="connsiteY29" fmla="*/ 131055 h 236010"/>
                <a:gd name="connsiteX30" fmla="*/ 43572 w 145681"/>
                <a:gd name="connsiteY30" fmla="*/ 130984 h 236010"/>
                <a:gd name="connsiteX31" fmla="*/ 43572 w 145681"/>
                <a:gd name="connsiteY31" fmla="*/ 206143 h 236010"/>
                <a:gd name="connsiteX32" fmla="*/ 68425 w 145681"/>
                <a:gd name="connsiteY32" fmla="*/ 206064 h 236010"/>
                <a:gd name="connsiteX33" fmla="*/ 83971 w 145681"/>
                <a:gd name="connsiteY33" fmla="*/ 206034 h 236010"/>
                <a:gd name="connsiteX34" fmla="*/ 108670 w 145681"/>
                <a:gd name="connsiteY34" fmla="*/ 205974 h 236010"/>
                <a:gd name="connsiteX35" fmla="*/ 126655 w 145681"/>
                <a:gd name="connsiteY35" fmla="*/ 205933 h 236010"/>
                <a:gd name="connsiteX36" fmla="*/ 136183 w 145681"/>
                <a:gd name="connsiteY36" fmla="*/ 205907 h 236010"/>
                <a:gd name="connsiteX37" fmla="*/ 145143 w 145681"/>
                <a:gd name="connsiteY37" fmla="*/ 205890 h 236010"/>
                <a:gd name="connsiteX38" fmla="*/ 148438 w 145681"/>
                <a:gd name="connsiteY38" fmla="*/ 205877 h 236010"/>
                <a:gd name="connsiteX39" fmla="*/ 152924 w 145681"/>
                <a:gd name="connsiteY39" fmla="*/ 205874 h 236010"/>
                <a:gd name="connsiteX40" fmla="*/ 155464 w 145681"/>
                <a:gd name="connsiteY40" fmla="*/ 205868 h 236010"/>
                <a:gd name="connsiteX41" fmla="*/ 157425 w 145681"/>
                <a:gd name="connsiteY41" fmla="*/ 206143 h 236010"/>
                <a:gd name="connsiteX42" fmla="*/ 159085 w 145681"/>
                <a:gd name="connsiteY42" fmla="*/ 214401 h 236010"/>
                <a:gd name="connsiteX43" fmla="*/ 159084 w 145681"/>
                <a:gd name="connsiteY43" fmla="*/ 216182 h 236010"/>
                <a:gd name="connsiteX44" fmla="*/ 159067 w 145681"/>
                <a:gd name="connsiteY44" fmla="*/ 219907 h 236010"/>
                <a:gd name="connsiteX45" fmla="*/ 159052 w 145681"/>
                <a:gd name="connsiteY45" fmla="*/ 225620 h 236010"/>
                <a:gd name="connsiteX46" fmla="*/ 159039 w 145681"/>
                <a:gd name="connsiteY46" fmla="*/ 229237 h 236010"/>
                <a:gd name="connsiteX47" fmla="*/ 159036 w 145681"/>
                <a:gd name="connsiteY47" fmla="*/ 230968 h 236010"/>
                <a:gd name="connsiteX48" fmla="*/ 158170 w 145681"/>
                <a:gd name="connsiteY48" fmla="*/ 236652 h 236010"/>
                <a:gd name="connsiteX49" fmla="*/ 149600 w 145681"/>
                <a:gd name="connsiteY49" fmla="*/ 237491 h 236010"/>
                <a:gd name="connsiteX50" fmla="*/ 147886 w 145681"/>
                <a:gd name="connsiteY50" fmla="*/ 237495 h 236010"/>
                <a:gd name="connsiteX51" fmla="*/ 142197 w 145681"/>
                <a:gd name="connsiteY51" fmla="*/ 237493 h 236010"/>
                <a:gd name="connsiteX52" fmla="*/ 138119 w 145681"/>
                <a:gd name="connsiteY52" fmla="*/ 237497 h 236010"/>
                <a:gd name="connsiteX53" fmla="*/ 127040 w 145681"/>
                <a:gd name="connsiteY53" fmla="*/ 237497 h 236010"/>
                <a:gd name="connsiteX54" fmla="*/ 115454 w 145681"/>
                <a:gd name="connsiteY54" fmla="*/ 237498 h 236010"/>
                <a:gd name="connsiteX55" fmla="*/ 95997 w 145681"/>
                <a:gd name="connsiteY55" fmla="*/ 237494 h 236010"/>
                <a:gd name="connsiteX56" fmla="*/ 73490 w 145681"/>
                <a:gd name="connsiteY56" fmla="*/ 237495 h 236010"/>
                <a:gd name="connsiteX57" fmla="*/ 54179 w 145681"/>
                <a:gd name="connsiteY57" fmla="*/ 237497 h 236010"/>
                <a:gd name="connsiteX58" fmla="*/ 42640 w 145681"/>
                <a:gd name="connsiteY58" fmla="*/ 237498 h 236010"/>
                <a:gd name="connsiteX59" fmla="*/ 31792 w 145681"/>
                <a:gd name="connsiteY59" fmla="*/ 237494 h 236010"/>
                <a:gd name="connsiteX60" fmla="*/ 27807 w 145681"/>
                <a:gd name="connsiteY60" fmla="*/ 237495 h 236010"/>
                <a:gd name="connsiteX61" fmla="*/ 22375 w 145681"/>
                <a:gd name="connsiteY61" fmla="*/ 237491 h 236010"/>
                <a:gd name="connsiteX62" fmla="*/ 20776 w 145681"/>
                <a:gd name="connsiteY62" fmla="*/ 237496 h 236010"/>
                <a:gd name="connsiteX63" fmla="*/ 13806 w 145681"/>
                <a:gd name="connsiteY63" fmla="*/ 236652 h 236010"/>
                <a:gd name="connsiteX64" fmla="*/ 13440 w 145681"/>
                <a:gd name="connsiteY64" fmla="*/ 232888 h 236010"/>
                <a:gd name="connsiteX65" fmla="*/ 13422 w 145681"/>
                <a:gd name="connsiteY65" fmla="*/ 230402 h 236010"/>
                <a:gd name="connsiteX66" fmla="*/ 13448 w 145681"/>
                <a:gd name="connsiteY66" fmla="*/ 227636 h 236010"/>
                <a:gd name="connsiteX67" fmla="*/ 13441 w 145681"/>
                <a:gd name="connsiteY67" fmla="*/ 224724 h 236010"/>
                <a:gd name="connsiteX68" fmla="*/ 13461 w 145681"/>
                <a:gd name="connsiteY68" fmla="*/ 216686 h 236010"/>
                <a:gd name="connsiteX69" fmla="*/ 13467 w 145681"/>
                <a:gd name="connsiteY69" fmla="*/ 208032 h 236010"/>
                <a:gd name="connsiteX70" fmla="*/ 13492 w 145681"/>
                <a:gd name="connsiteY70" fmla="*/ 193025 h 236010"/>
                <a:gd name="connsiteX71" fmla="*/ 13527 w 145681"/>
                <a:gd name="connsiteY71" fmla="*/ 171328 h 236010"/>
                <a:gd name="connsiteX72" fmla="*/ 13582 w 145681"/>
                <a:gd name="connsiteY72" fmla="*/ 136130 h 236010"/>
                <a:gd name="connsiteX73" fmla="*/ 13643 w 145681"/>
                <a:gd name="connsiteY73" fmla="*/ 101929 h 236010"/>
                <a:gd name="connsiteX74" fmla="*/ 13645 w 145681"/>
                <a:gd name="connsiteY74" fmla="*/ 99780 h 236010"/>
                <a:gd name="connsiteX75" fmla="*/ 13663 w 145681"/>
                <a:gd name="connsiteY75" fmla="*/ 83138 h 236010"/>
                <a:gd name="connsiteX76" fmla="*/ 13806 w 145681"/>
                <a:gd name="connsiteY76" fmla="*/ 1504 h 23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45681" h="236010">
                  <a:moveTo>
                    <a:pt x="13806" y="1504"/>
                  </a:moveTo>
                  <a:cubicBezTo>
                    <a:pt x="59727" y="1504"/>
                    <a:pt x="105648" y="1504"/>
                    <a:pt x="152961" y="1504"/>
                  </a:cubicBezTo>
                  <a:cubicBezTo>
                    <a:pt x="152961" y="11572"/>
                    <a:pt x="152961" y="21640"/>
                    <a:pt x="152961" y="32014"/>
                  </a:cubicBezTo>
                  <a:cubicBezTo>
                    <a:pt x="116862" y="32014"/>
                    <a:pt x="80764" y="32014"/>
                    <a:pt x="43572" y="32014"/>
                  </a:cubicBezTo>
                  <a:cubicBezTo>
                    <a:pt x="43572" y="54606"/>
                    <a:pt x="43572" y="77198"/>
                    <a:pt x="43572" y="100475"/>
                  </a:cubicBezTo>
                  <a:cubicBezTo>
                    <a:pt x="50968" y="100457"/>
                    <a:pt x="58363" y="100440"/>
                    <a:pt x="65983" y="100422"/>
                  </a:cubicBezTo>
                  <a:cubicBezTo>
                    <a:pt x="70656" y="100415"/>
                    <a:pt x="75330" y="100408"/>
                    <a:pt x="80003" y="100402"/>
                  </a:cubicBezTo>
                  <a:cubicBezTo>
                    <a:pt x="87427" y="100393"/>
                    <a:pt x="94852" y="100383"/>
                    <a:pt x="102276" y="100362"/>
                  </a:cubicBezTo>
                  <a:cubicBezTo>
                    <a:pt x="107683" y="100348"/>
                    <a:pt x="113089" y="100338"/>
                    <a:pt x="118496" y="100335"/>
                  </a:cubicBezTo>
                  <a:cubicBezTo>
                    <a:pt x="121360" y="100333"/>
                    <a:pt x="124224" y="100328"/>
                    <a:pt x="127088" y="100317"/>
                  </a:cubicBezTo>
                  <a:cubicBezTo>
                    <a:pt x="129781" y="100307"/>
                    <a:pt x="132475" y="100304"/>
                    <a:pt x="135168" y="100306"/>
                  </a:cubicBezTo>
                  <a:cubicBezTo>
                    <a:pt x="136633" y="100306"/>
                    <a:pt x="138097" y="100298"/>
                    <a:pt x="139561" y="100290"/>
                  </a:cubicBezTo>
                  <a:cubicBezTo>
                    <a:pt x="140860" y="100293"/>
                    <a:pt x="140860" y="100293"/>
                    <a:pt x="142186" y="100296"/>
                  </a:cubicBezTo>
                  <a:cubicBezTo>
                    <a:pt x="142942" y="100294"/>
                    <a:pt x="143698" y="100293"/>
                    <a:pt x="144476" y="100292"/>
                  </a:cubicBezTo>
                  <a:cubicBezTo>
                    <a:pt x="146263" y="100475"/>
                    <a:pt x="146263" y="100475"/>
                    <a:pt x="147752" y="101963"/>
                  </a:cubicBezTo>
                  <a:cubicBezTo>
                    <a:pt x="147900" y="104027"/>
                    <a:pt x="147960" y="106015"/>
                    <a:pt x="147949" y="108079"/>
                  </a:cubicBezTo>
                  <a:cubicBezTo>
                    <a:pt x="147951" y="108684"/>
                    <a:pt x="147952" y="109290"/>
                    <a:pt x="147954" y="109914"/>
                  </a:cubicBezTo>
                  <a:cubicBezTo>
                    <a:pt x="147955" y="111195"/>
                    <a:pt x="147952" y="112476"/>
                    <a:pt x="147946" y="113757"/>
                  </a:cubicBezTo>
                  <a:cubicBezTo>
                    <a:pt x="147938" y="115722"/>
                    <a:pt x="147945" y="117686"/>
                    <a:pt x="147955" y="119651"/>
                  </a:cubicBezTo>
                  <a:cubicBezTo>
                    <a:pt x="147954" y="120894"/>
                    <a:pt x="147952" y="122137"/>
                    <a:pt x="147949" y="123380"/>
                  </a:cubicBezTo>
                  <a:cubicBezTo>
                    <a:pt x="147952" y="123970"/>
                    <a:pt x="147955" y="124560"/>
                    <a:pt x="147958" y="125168"/>
                  </a:cubicBezTo>
                  <a:cubicBezTo>
                    <a:pt x="147923" y="129325"/>
                    <a:pt x="147923" y="129325"/>
                    <a:pt x="146263" y="130984"/>
                  </a:cubicBezTo>
                  <a:cubicBezTo>
                    <a:pt x="144476" y="131168"/>
                    <a:pt x="144476" y="131168"/>
                    <a:pt x="142186" y="131163"/>
                  </a:cubicBezTo>
                  <a:cubicBezTo>
                    <a:pt x="140887" y="131166"/>
                    <a:pt x="140887" y="131166"/>
                    <a:pt x="139561" y="131170"/>
                  </a:cubicBezTo>
                  <a:cubicBezTo>
                    <a:pt x="138606" y="131164"/>
                    <a:pt x="137651" y="131159"/>
                    <a:pt x="136668" y="131153"/>
                  </a:cubicBezTo>
                  <a:cubicBezTo>
                    <a:pt x="135656" y="131153"/>
                    <a:pt x="134644" y="131153"/>
                    <a:pt x="133632" y="131154"/>
                  </a:cubicBezTo>
                  <a:cubicBezTo>
                    <a:pt x="130880" y="131155"/>
                    <a:pt x="128128" y="131146"/>
                    <a:pt x="125376" y="131135"/>
                  </a:cubicBezTo>
                  <a:cubicBezTo>
                    <a:pt x="122502" y="131126"/>
                    <a:pt x="119628" y="131125"/>
                    <a:pt x="116753" y="131123"/>
                  </a:cubicBezTo>
                  <a:cubicBezTo>
                    <a:pt x="111309" y="131119"/>
                    <a:pt x="105864" y="131107"/>
                    <a:pt x="100419" y="131092"/>
                  </a:cubicBezTo>
                  <a:cubicBezTo>
                    <a:pt x="93063" y="131072"/>
                    <a:pt x="85707" y="131064"/>
                    <a:pt x="78351" y="131055"/>
                  </a:cubicBezTo>
                  <a:cubicBezTo>
                    <a:pt x="66758" y="131041"/>
                    <a:pt x="55165" y="131012"/>
                    <a:pt x="43572" y="130984"/>
                  </a:cubicBezTo>
                  <a:cubicBezTo>
                    <a:pt x="43572" y="155787"/>
                    <a:pt x="43572" y="180589"/>
                    <a:pt x="43572" y="206143"/>
                  </a:cubicBezTo>
                  <a:cubicBezTo>
                    <a:pt x="51773" y="206117"/>
                    <a:pt x="59975" y="206091"/>
                    <a:pt x="68425" y="206064"/>
                  </a:cubicBezTo>
                  <a:cubicBezTo>
                    <a:pt x="73607" y="206053"/>
                    <a:pt x="78789" y="206042"/>
                    <a:pt x="83971" y="206034"/>
                  </a:cubicBezTo>
                  <a:cubicBezTo>
                    <a:pt x="92204" y="206020"/>
                    <a:pt x="100437" y="206005"/>
                    <a:pt x="108670" y="205974"/>
                  </a:cubicBezTo>
                  <a:cubicBezTo>
                    <a:pt x="114665" y="205952"/>
                    <a:pt x="120660" y="205938"/>
                    <a:pt x="126655" y="205933"/>
                  </a:cubicBezTo>
                  <a:cubicBezTo>
                    <a:pt x="129831" y="205930"/>
                    <a:pt x="133007" y="205923"/>
                    <a:pt x="136183" y="205907"/>
                  </a:cubicBezTo>
                  <a:cubicBezTo>
                    <a:pt x="139170" y="205892"/>
                    <a:pt x="142156" y="205887"/>
                    <a:pt x="145143" y="205890"/>
                  </a:cubicBezTo>
                  <a:cubicBezTo>
                    <a:pt x="146241" y="205890"/>
                    <a:pt x="147340" y="205885"/>
                    <a:pt x="148438" y="205877"/>
                  </a:cubicBezTo>
                  <a:cubicBezTo>
                    <a:pt x="149934" y="205865"/>
                    <a:pt x="151429" y="205869"/>
                    <a:pt x="152924" y="205874"/>
                  </a:cubicBezTo>
                  <a:cubicBezTo>
                    <a:pt x="153762" y="205872"/>
                    <a:pt x="154601" y="205870"/>
                    <a:pt x="155464" y="205868"/>
                  </a:cubicBezTo>
                  <a:cubicBezTo>
                    <a:pt x="156111" y="205959"/>
                    <a:pt x="156759" y="206049"/>
                    <a:pt x="157425" y="206143"/>
                  </a:cubicBezTo>
                  <a:cubicBezTo>
                    <a:pt x="159294" y="208946"/>
                    <a:pt x="159116" y="211156"/>
                    <a:pt x="159085" y="214401"/>
                  </a:cubicBezTo>
                  <a:cubicBezTo>
                    <a:pt x="159085" y="214989"/>
                    <a:pt x="159084" y="215577"/>
                    <a:pt x="159084" y="216182"/>
                  </a:cubicBezTo>
                  <a:cubicBezTo>
                    <a:pt x="159082" y="217424"/>
                    <a:pt x="159076" y="218666"/>
                    <a:pt x="159067" y="219907"/>
                  </a:cubicBezTo>
                  <a:cubicBezTo>
                    <a:pt x="159053" y="221811"/>
                    <a:pt x="159052" y="223715"/>
                    <a:pt x="159052" y="225620"/>
                  </a:cubicBezTo>
                  <a:cubicBezTo>
                    <a:pt x="159048" y="226825"/>
                    <a:pt x="159044" y="228031"/>
                    <a:pt x="159039" y="229237"/>
                  </a:cubicBezTo>
                  <a:cubicBezTo>
                    <a:pt x="159038" y="229808"/>
                    <a:pt x="159037" y="230380"/>
                    <a:pt x="159036" y="230968"/>
                  </a:cubicBezTo>
                  <a:cubicBezTo>
                    <a:pt x="159000" y="234991"/>
                    <a:pt x="159000" y="234991"/>
                    <a:pt x="158170" y="236652"/>
                  </a:cubicBezTo>
                  <a:cubicBezTo>
                    <a:pt x="155432" y="237713"/>
                    <a:pt x="152493" y="237500"/>
                    <a:pt x="149600" y="237491"/>
                  </a:cubicBezTo>
                  <a:cubicBezTo>
                    <a:pt x="149035" y="237492"/>
                    <a:pt x="148469" y="237493"/>
                    <a:pt x="147886" y="237495"/>
                  </a:cubicBezTo>
                  <a:cubicBezTo>
                    <a:pt x="145990" y="237498"/>
                    <a:pt x="144093" y="237495"/>
                    <a:pt x="142197" y="237493"/>
                  </a:cubicBezTo>
                  <a:cubicBezTo>
                    <a:pt x="140837" y="237494"/>
                    <a:pt x="139478" y="237495"/>
                    <a:pt x="138119" y="237497"/>
                  </a:cubicBezTo>
                  <a:cubicBezTo>
                    <a:pt x="134426" y="237500"/>
                    <a:pt x="130733" y="237499"/>
                    <a:pt x="127040" y="237497"/>
                  </a:cubicBezTo>
                  <a:cubicBezTo>
                    <a:pt x="123178" y="237495"/>
                    <a:pt x="119316" y="237496"/>
                    <a:pt x="115454" y="237498"/>
                  </a:cubicBezTo>
                  <a:cubicBezTo>
                    <a:pt x="108968" y="237499"/>
                    <a:pt x="102483" y="237497"/>
                    <a:pt x="95997" y="237494"/>
                  </a:cubicBezTo>
                  <a:cubicBezTo>
                    <a:pt x="88495" y="237490"/>
                    <a:pt x="80993" y="237491"/>
                    <a:pt x="73490" y="237495"/>
                  </a:cubicBezTo>
                  <a:cubicBezTo>
                    <a:pt x="67053" y="237498"/>
                    <a:pt x="60616" y="237499"/>
                    <a:pt x="54179" y="237497"/>
                  </a:cubicBezTo>
                  <a:cubicBezTo>
                    <a:pt x="50332" y="237496"/>
                    <a:pt x="46486" y="237496"/>
                    <a:pt x="42640" y="237498"/>
                  </a:cubicBezTo>
                  <a:cubicBezTo>
                    <a:pt x="39024" y="237500"/>
                    <a:pt x="35408" y="237499"/>
                    <a:pt x="31792" y="237494"/>
                  </a:cubicBezTo>
                  <a:cubicBezTo>
                    <a:pt x="30464" y="237493"/>
                    <a:pt x="29135" y="237494"/>
                    <a:pt x="27807" y="237495"/>
                  </a:cubicBezTo>
                  <a:cubicBezTo>
                    <a:pt x="25996" y="237497"/>
                    <a:pt x="24186" y="237495"/>
                    <a:pt x="22375" y="237491"/>
                  </a:cubicBezTo>
                  <a:cubicBezTo>
                    <a:pt x="21847" y="237493"/>
                    <a:pt x="21320" y="237494"/>
                    <a:pt x="20776" y="237496"/>
                  </a:cubicBezTo>
                  <a:cubicBezTo>
                    <a:pt x="15659" y="237476"/>
                    <a:pt x="15659" y="237476"/>
                    <a:pt x="13806" y="236652"/>
                  </a:cubicBezTo>
                  <a:cubicBezTo>
                    <a:pt x="13437" y="235052"/>
                    <a:pt x="13437" y="235052"/>
                    <a:pt x="13440" y="232888"/>
                  </a:cubicBezTo>
                  <a:cubicBezTo>
                    <a:pt x="13434" y="232068"/>
                    <a:pt x="13428" y="231247"/>
                    <a:pt x="13422" y="230402"/>
                  </a:cubicBezTo>
                  <a:cubicBezTo>
                    <a:pt x="13431" y="229489"/>
                    <a:pt x="13439" y="228576"/>
                    <a:pt x="13448" y="227636"/>
                  </a:cubicBezTo>
                  <a:cubicBezTo>
                    <a:pt x="13446" y="226675"/>
                    <a:pt x="13443" y="225714"/>
                    <a:pt x="13441" y="224724"/>
                  </a:cubicBezTo>
                  <a:cubicBezTo>
                    <a:pt x="13434" y="222045"/>
                    <a:pt x="13446" y="219365"/>
                    <a:pt x="13461" y="216686"/>
                  </a:cubicBezTo>
                  <a:cubicBezTo>
                    <a:pt x="13474" y="213801"/>
                    <a:pt x="13469" y="210916"/>
                    <a:pt x="13467" y="208032"/>
                  </a:cubicBezTo>
                  <a:cubicBezTo>
                    <a:pt x="13465" y="203029"/>
                    <a:pt x="13475" y="198027"/>
                    <a:pt x="13492" y="193025"/>
                  </a:cubicBezTo>
                  <a:cubicBezTo>
                    <a:pt x="13516" y="185793"/>
                    <a:pt x="13523" y="178561"/>
                    <a:pt x="13527" y="171328"/>
                  </a:cubicBezTo>
                  <a:cubicBezTo>
                    <a:pt x="13534" y="159595"/>
                    <a:pt x="13554" y="147863"/>
                    <a:pt x="13582" y="136130"/>
                  </a:cubicBezTo>
                  <a:cubicBezTo>
                    <a:pt x="13609" y="124730"/>
                    <a:pt x="13630" y="113330"/>
                    <a:pt x="13643" y="101929"/>
                  </a:cubicBezTo>
                  <a:cubicBezTo>
                    <a:pt x="13644" y="101220"/>
                    <a:pt x="13644" y="100511"/>
                    <a:pt x="13645" y="99780"/>
                  </a:cubicBezTo>
                  <a:cubicBezTo>
                    <a:pt x="13651" y="94232"/>
                    <a:pt x="13657" y="88685"/>
                    <a:pt x="13663" y="83138"/>
                  </a:cubicBezTo>
                  <a:cubicBezTo>
                    <a:pt x="13691" y="55927"/>
                    <a:pt x="13751" y="28715"/>
                    <a:pt x="13806" y="1504"/>
                  </a:cubicBezTo>
                  <a:close/>
                </a:path>
              </a:pathLst>
            </a:custGeom>
            <a:grpFill/>
            <a:ln w="744" cap="flat">
              <a:noFill/>
              <a:prstDash val="solid"/>
              <a:miter/>
            </a:ln>
          </p:spPr>
          <p:txBody>
            <a:bodyPr rtlCol="0" anchor="ctr"/>
            <a:lstStyle/>
            <a:p>
              <a:endParaRPr lang="zh-CN" altLang="en-US"/>
            </a:p>
          </p:txBody>
        </p:sp>
        <p:sp>
          <p:nvSpPr>
            <p:cNvPr id="134" name="任意多边形: 形状 133"/>
            <p:cNvSpPr/>
            <p:nvPr/>
          </p:nvSpPr>
          <p:spPr>
            <a:xfrm>
              <a:off x="7243932" y="1392936"/>
              <a:ext cx="145188" cy="236010"/>
            </a:xfrm>
            <a:custGeom>
              <a:avLst/>
              <a:gdLst>
                <a:gd name="connsiteX0" fmla="*/ 10578 w 145188"/>
                <a:gd name="connsiteY0" fmla="*/ 1504 h 236010"/>
                <a:gd name="connsiteX1" fmla="*/ 149733 w 145188"/>
                <a:gd name="connsiteY1" fmla="*/ 1504 h 236010"/>
                <a:gd name="connsiteX2" fmla="*/ 149733 w 145188"/>
                <a:gd name="connsiteY2" fmla="*/ 32014 h 236010"/>
                <a:gd name="connsiteX3" fmla="*/ 40344 w 145188"/>
                <a:gd name="connsiteY3" fmla="*/ 32758 h 236010"/>
                <a:gd name="connsiteX4" fmla="*/ 40344 w 145188"/>
                <a:gd name="connsiteY4" fmla="*/ 99731 h 236010"/>
                <a:gd name="connsiteX5" fmla="*/ 62592 w 145188"/>
                <a:gd name="connsiteY5" fmla="*/ 99867 h 236010"/>
                <a:gd name="connsiteX6" fmla="*/ 76510 w 145188"/>
                <a:gd name="connsiteY6" fmla="*/ 99959 h 236010"/>
                <a:gd name="connsiteX7" fmla="*/ 98622 w 145188"/>
                <a:gd name="connsiteY7" fmla="*/ 100101 h 236010"/>
                <a:gd name="connsiteX8" fmla="*/ 114724 w 145188"/>
                <a:gd name="connsiteY8" fmla="*/ 100204 h 236010"/>
                <a:gd name="connsiteX9" fmla="*/ 123254 w 145188"/>
                <a:gd name="connsiteY9" fmla="*/ 100258 h 236010"/>
                <a:gd name="connsiteX10" fmla="*/ 131275 w 145188"/>
                <a:gd name="connsiteY10" fmla="*/ 100311 h 236010"/>
                <a:gd name="connsiteX11" fmla="*/ 135636 w 145188"/>
                <a:gd name="connsiteY11" fmla="*/ 100335 h 236010"/>
                <a:gd name="connsiteX12" fmla="*/ 138242 w 145188"/>
                <a:gd name="connsiteY12" fmla="*/ 100357 h 236010"/>
                <a:gd name="connsiteX13" fmla="*/ 140516 w 145188"/>
                <a:gd name="connsiteY13" fmla="*/ 100371 h 236010"/>
                <a:gd name="connsiteX14" fmla="*/ 143779 w 145188"/>
                <a:gd name="connsiteY14" fmla="*/ 101219 h 236010"/>
                <a:gd name="connsiteX15" fmla="*/ 143977 w 145188"/>
                <a:gd name="connsiteY15" fmla="*/ 107614 h 236010"/>
                <a:gd name="connsiteX16" fmla="*/ 143981 w 145188"/>
                <a:gd name="connsiteY16" fmla="*/ 109557 h 236010"/>
                <a:gd name="connsiteX17" fmla="*/ 143973 w 145188"/>
                <a:gd name="connsiteY17" fmla="*/ 113633 h 236010"/>
                <a:gd name="connsiteX18" fmla="*/ 143983 w 145188"/>
                <a:gd name="connsiteY18" fmla="*/ 119895 h 236010"/>
                <a:gd name="connsiteX19" fmla="*/ 143977 w 145188"/>
                <a:gd name="connsiteY19" fmla="*/ 123845 h 236010"/>
                <a:gd name="connsiteX20" fmla="*/ 143986 w 145188"/>
                <a:gd name="connsiteY20" fmla="*/ 125750 h 236010"/>
                <a:gd name="connsiteX21" fmla="*/ 143779 w 145188"/>
                <a:gd name="connsiteY21" fmla="*/ 130240 h 236010"/>
                <a:gd name="connsiteX22" fmla="*/ 138242 w 145188"/>
                <a:gd name="connsiteY22" fmla="*/ 131102 h 236010"/>
                <a:gd name="connsiteX23" fmla="*/ 135636 w 145188"/>
                <a:gd name="connsiteY23" fmla="*/ 131124 h 236010"/>
                <a:gd name="connsiteX24" fmla="*/ 132764 w 145188"/>
                <a:gd name="connsiteY24" fmla="*/ 131137 h 236010"/>
                <a:gd name="connsiteX25" fmla="*/ 129750 w 145188"/>
                <a:gd name="connsiteY25" fmla="*/ 131160 h 236010"/>
                <a:gd name="connsiteX26" fmla="*/ 121554 w 145188"/>
                <a:gd name="connsiteY26" fmla="*/ 131210 h 236010"/>
                <a:gd name="connsiteX27" fmla="*/ 112994 w 145188"/>
                <a:gd name="connsiteY27" fmla="*/ 131267 h 236010"/>
                <a:gd name="connsiteX28" fmla="*/ 96778 w 145188"/>
                <a:gd name="connsiteY28" fmla="*/ 131369 h 236010"/>
                <a:gd name="connsiteX29" fmla="*/ 78320 w 145188"/>
                <a:gd name="connsiteY29" fmla="*/ 131488 h 236010"/>
                <a:gd name="connsiteX30" fmla="*/ 40344 w 145188"/>
                <a:gd name="connsiteY30" fmla="*/ 131729 h 236010"/>
                <a:gd name="connsiteX31" fmla="*/ 40349 w 145188"/>
                <a:gd name="connsiteY31" fmla="*/ 134454 h 236010"/>
                <a:gd name="connsiteX32" fmla="*/ 40382 w 145188"/>
                <a:gd name="connsiteY32" fmla="*/ 159847 h 236010"/>
                <a:gd name="connsiteX33" fmla="*/ 40400 w 145188"/>
                <a:gd name="connsiteY33" fmla="*/ 172902 h 236010"/>
                <a:gd name="connsiteX34" fmla="*/ 40414 w 145188"/>
                <a:gd name="connsiteY34" fmla="*/ 185496 h 236010"/>
                <a:gd name="connsiteX35" fmla="*/ 40423 w 145188"/>
                <a:gd name="connsiteY35" fmla="*/ 190306 h 236010"/>
                <a:gd name="connsiteX36" fmla="*/ 40428 w 145188"/>
                <a:gd name="connsiteY36" fmla="*/ 197031 h 236010"/>
                <a:gd name="connsiteX37" fmla="*/ 40436 w 145188"/>
                <a:gd name="connsiteY37" fmla="*/ 199052 h 236010"/>
                <a:gd name="connsiteX38" fmla="*/ 40433 w 145188"/>
                <a:gd name="connsiteY38" fmla="*/ 200901 h 236010"/>
                <a:gd name="connsiteX39" fmla="*/ 40435 w 145188"/>
                <a:gd name="connsiteY39" fmla="*/ 202508 h 236010"/>
                <a:gd name="connsiteX40" fmla="*/ 39600 w 145188"/>
                <a:gd name="connsiteY40" fmla="*/ 206143 h 236010"/>
                <a:gd name="connsiteX41" fmla="*/ 41387 w 145188"/>
                <a:gd name="connsiteY41" fmla="*/ 206141 h 236010"/>
                <a:gd name="connsiteX42" fmla="*/ 84386 w 145188"/>
                <a:gd name="connsiteY42" fmla="*/ 206104 h 236010"/>
                <a:gd name="connsiteX43" fmla="*/ 105180 w 145188"/>
                <a:gd name="connsiteY43" fmla="*/ 206087 h 236010"/>
                <a:gd name="connsiteX44" fmla="*/ 123297 w 145188"/>
                <a:gd name="connsiteY44" fmla="*/ 206073 h 236010"/>
                <a:gd name="connsiteX45" fmla="*/ 132896 w 145188"/>
                <a:gd name="connsiteY45" fmla="*/ 206064 h 236010"/>
                <a:gd name="connsiteX46" fmla="*/ 141920 w 145188"/>
                <a:gd name="connsiteY46" fmla="*/ 206058 h 236010"/>
                <a:gd name="connsiteX47" fmla="*/ 145242 w 145188"/>
                <a:gd name="connsiteY47" fmla="*/ 206054 h 236010"/>
                <a:gd name="connsiteX48" fmla="*/ 149757 w 145188"/>
                <a:gd name="connsiteY48" fmla="*/ 206053 h 236010"/>
                <a:gd name="connsiteX49" fmla="*/ 152316 w 145188"/>
                <a:gd name="connsiteY49" fmla="*/ 206051 h 236010"/>
                <a:gd name="connsiteX50" fmla="*/ 154942 w 145188"/>
                <a:gd name="connsiteY50" fmla="*/ 206887 h 236010"/>
                <a:gd name="connsiteX51" fmla="*/ 155202 w 145188"/>
                <a:gd name="connsiteY51" fmla="*/ 219619 h 236010"/>
                <a:gd name="connsiteX52" fmla="*/ 155263 w 145188"/>
                <a:gd name="connsiteY52" fmla="*/ 223920 h 236010"/>
                <a:gd name="connsiteX53" fmla="*/ 155331 w 145188"/>
                <a:gd name="connsiteY53" fmla="*/ 230095 h 236010"/>
                <a:gd name="connsiteX54" fmla="*/ 155382 w 145188"/>
                <a:gd name="connsiteY54" fmla="*/ 232049 h 236010"/>
                <a:gd name="connsiteX55" fmla="*/ 154942 w 145188"/>
                <a:gd name="connsiteY55" fmla="*/ 236652 h 236010"/>
                <a:gd name="connsiteX56" fmla="*/ 145567 w 145188"/>
                <a:gd name="connsiteY56" fmla="*/ 237491 h 236010"/>
                <a:gd name="connsiteX57" fmla="*/ 143860 w 145188"/>
                <a:gd name="connsiteY57" fmla="*/ 237495 h 236010"/>
                <a:gd name="connsiteX58" fmla="*/ 138208 w 145188"/>
                <a:gd name="connsiteY58" fmla="*/ 237493 h 236010"/>
                <a:gd name="connsiteX59" fmla="*/ 134152 w 145188"/>
                <a:gd name="connsiteY59" fmla="*/ 237497 h 236010"/>
                <a:gd name="connsiteX60" fmla="*/ 123143 w 145188"/>
                <a:gd name="connsiteY60" fmla="*/ 237497 h 236010"/>
                <a:gd name="connsiteX61" fmla="*/ 111625 w 145188"/>
                <a:gd name="connsiteY61" fmla="*/ 237498 h 236010"/>
                <a:gd name="connsiteX62" fmla="*/ 92286 w 145188"/>
                <a:gd name="connsiteY62" fmla="*/ 237494 h 236010"/>
                <a:gd name="connsiteX63" fmla="*/ 69918 w 145188"/>
                <a:gd name="connsiteY63" fmla="*/ 237495 h 236010"/>
                <a:gd name="connsiteX64" fmla="*/ 50720 w 145188"/>
                <a:gd name="connsiteY64" fmla="*/ 237497 h 236010"/>
                <a:gd name="connsiteX65" fmla="*/ 39251 w 145188"/>
                <a:gd name="connsiteY65" fmla="*/ 237498 h 236010"/>
                <a:gd name="connsiteX66" fmla="*/ 28471 w 145188"/>
                <a:gd name="connsiteY66" fmla="*/ 237494 h 236010"/>
                <a:gd name="connsiteX67" fmla="*/ 24511 w 145188"/>
                <a:gd name="connsiteY67" fmla="*/ 237495 h 236010"/>
                <a:gd name="connsiteX68" fmla="*/ 19114 w 145188"/>
                <a:gd name="connsiteY68" fmla="*/ 237491 h 236010"/>
                <a:gd name="connsiteX69" fmla="*/ 17525 w 145188"/>
                <a:gd name="connsiteY69" fmla="*/ 237496 h 236010"/>
                <a:gd name="connsiteX70" fmla="*/ 10578 w 145188"/>
                <a:gd name="connsiteY70" fmla="*/ 236652 h 236010"/>
                <a:gd name="connsiteX71" fmla="*/ 10212 w 145188"/>
                <a:gd name="connsiteY71" fmla="*/ 232888 h 236010"/>
                <a:gd name="connsiteX72" fmla="*/ 10194 w 145188"/>
                <a:gd name="connsiteY72" fmla="*/ 230402 h 236010"/>
                <a:gd name="connsiteX73" fmla="*/ 10220 w 145188"/>
                <a:gd name="connsiteY73" fmla="*/ 227636 h 236010"/>
                <a:gd name="connsiteX74" fmla="*/ 10213 w 145188"/>
                <a:gd name="connsiteY74" fmla="*/ 224724 h 236010"/>
                <a:gd name="connsiteX75" fmla="*/ 10233 w 145188"/>
                <a:gd name="connsiteY75" fmla="*/ 216686 h 236010"/>
                <a:gd name="connsiteX76" fmla="*/ 10239 w 145188"/>
                <a:gd name="connsiteY76" fmla="*/ 208032 h 236010"/>
                <a:gd name="connsiteX77" fmla="*/ 10264 w 145188"/>
                <a:gd name="connsiteY77" fmla="*/ 193025 h 236010"/>
                <a:gd name="connsiteX78" fmla="*/ 10299 w 145188"/>
                <a:gd name="connsiteY78" fmla="*/ 171328 h 236010"/>
                <a:gd name="connsiteX79" fmla="*/ 10354 w 145188"/>
                <a:gd name="connsiteY79" fmla="*/ 136130 h 236010"/>
                <a:gd name="connsiteX80" fmla="*/ 10415 w 145188"/>
                <a:gd name="connsiteY80" fmla="*/ 101929 h 236010"/>
                <a:gd name="connsiteX81" fmla="*/ 10417 w 145188"/>
                <a:gd name="connsiteY81" fmla="*/ 99780 h 236010"/>
                <a:gd name="connsiteX82" fmla="*/ 10435 w 145188"/>
                <a:gd name="connsiteY82" fmla="*/ 83138 h 236010"/>
                <a:gd name="connsiteX83" fmla="*/ 10578 w 145188"/>
                <a:gd name="connsiteY83" fmla="*/ 1504 h 23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45188" h="236010">
                  <a:moveTo>
                    <a:pt x="10578" y="1504"/>
                  </a:moveTo>
                  <a:cubicBezTo>
                    <a:pt x="56499" y="1504"/>
                    <a:pt x="102420" y="1504"/>
                    <a:pt x="149733" y="1504"/>
                  </a:cubicBezTo>
                  <a:cubicBezTo>
                    <a:pt x="149733" y="11572"/>
                    <a:pt x="149733" y="21640"/>
                    <a:pt x="149733" y="32014"/>
                  </a:cubicBezTo>
                  <a:cubicBezTo>
                    <a:pt x="113634" y="32259"/>
                    <a:pt x="77536" y="32505"/>
                    <a:pt x="40344" y="32758"/>
                  </a:cubicBezTo>
                  <a:cubicBezTo>
                    <a:pt x="40344" y="54859"/>
                    <a:pt x="40344" y="76960"/>
                    <a:pt x="40344" y="99731"/>
                  </a:cubicBezTo>
                  <a:cubicBezTo>
                    <a:pt x="51357" y="99798"/>
                    <a:pt x="51357" y="99798"/>
                    <a:pt x="62592" y="99867"/>
                  </a:cubicBezTo>
                  <a:cubicBezTo>
                    <a:pt x="67232" y="99897"/>
                    <a:pt x="71871" y="99928"/>
                    <a:pt x="76510" y="99959"/>
                  </a:cubicBezTo>
                  <a:cubicBezTo>
                    <a:pt x="83881" y="100008"/>
                    <a:pt x="91252" y="100057"/>
                    <a:pt x="98622" y="100101"/>
                  </a:cubicBezTo>
                  <a:cubicBezTo>
                    <a:pt x="103990" y="100133"/>
                    <a:pt x="109357" y="100167"/>
                    <a:pt x="114724" y="100204"/>
                  </a:cubicBezTo>
                  <a:cubicBezTo>
                    <a:pt x="117567" y="100224"/>
                    <a:pt x="120410" y="100243"/>
                    <a:pt x="123254" y="100258"/>
                  </a:cubicBezTo>
                  <a:cubicBezTo>
                    <a:pt x="125928" y="100273"/>
                    <a:pt x="128601" y="100291"/>
                    <a:pt x="131275" y="100311"/>
                  </a:cubicBezTo>
                  <a:cubicBezTo>
                    <a:pt x="132729" y="100322"/>
                    <a:pt x="134183" y="100328"/>
                    <a:pt x="135636" y="100335"/>
                  </a:cubicBezTo>
                  <a:cubicBezTo>
                    <a:pt x="136926" y="100346"/>
                    <a:pt x="136926" y="100346"/>
                    <a:pt x="138242" y="100357"/>
                  </a:cubicBezTo>
                  <a:cubicBezTo>
                    <a:pt x="138992" y="100362"/>
                    <a:pt x="139743" y="100367"/>
                    <a:pt x="140516" y="100371"/>
                  </a:cubicBezTo>
                  <a:cubicBezTo>
                    <a:pt x="142291" y="100475"/>
                    <a:pt x="142291" y="100475"/>
                    <a:pt x="143779" y="101219"/>
                  </a:cubicBezTo>
                  <a:cubicBezTo>
                    <a:pt x="143931" y="103374"/>
                    <a:pt x="143987" y="105457"/>
                    <a:pt x="143977" y="107614"/>
                  </a:cubicBezTo>
                  <a:cubicBezTo>
                    <a:pt x="143978" y="108255"/>
                    <a:pt x="143980" y="108896"/>
                    <a:pt x="143981" y="109557"/>
                  </a:cubicBezTo>
                  <a:cubicBezTo>
                    <a:pt x="143982" y="110916"/>
                    <a:pt x="143980" y="112275"/>
                    <a:pt x="143973" y="113633"/>
                  </a:cubicBezTo>
                  <a:cubicBezTo>
                    <a:pt x="143965" y="115721"/>
                    <a:pt x="143973" y="117808"/>
                    <a:pt x="143983" y="119895"/>
                  </a:cubicBezTo>
                  <a:cubicBezTo>
                    <a:pt x="143982" y="121212"/>
                    <a:pt x="143980" y="122529"/>
                    <a:pt x="143977" y="123845"/>
                  </a:cubicBezTo>
                  <a:cubicBezTo>
                    <a:pt x="143980" y="124474"/>
                    <a:pt x="143983" y="125103"/>
                    <a:pt x="143986" y="125750"/>
                  </a:cubicBezTo>
                  <a:cubicBezTo>
                    <a:pt x="143974" y="127249"/>
                    <a:pt x="143885" y="128746"/>
                    <a:pt x="143779" y="130240"/>
                  </a:cubicBezTo>
                  <a:cubicBezTo>
                    <a:pt x="141841" y="131210"/>
                    <a:pt x="140414" y="131088"/>
                    <a:pt x="138242" y="131102"/>
                  </a:cubicBezTo>
                  <a:cubicBezTo>
                    <a:pt x="136952" y="131113"/>
                    <a:pt x="136952" y="131113"/>
                    <a:pt x="135636" y="131124"/>
                  </a:cubicBezTo>
                  <a:cubicBezTo>
                    <a:pt x="134688" y="131129"/>
                    <a:pt x="133740" y="131133"/>
                    <a:pt x="132764" y="131137"/>
                  </a:cubicBezTo>
                  <a:cubicBezTo>
                    <a:pt x="131759" y="131144"/>
                    <a:pt x="130754" y="131152"/>
                    <a:pt x="129750" y="131160"/>
                  </a:cubicBezTo>
                  <a:cubicBezTo>
                    <a:pt x="127018" y="131180"/>
                    <a:pt x="124286" y="131195"/>
                    <a:pt x="121554" y="131210"/>
                  </a:cubicBezTo>
                  <a:cubicBezTo>
                    <a:pt x="118701" y="131226"/>
                    <a:pt x="115847" y="131247"/>
                    <a:pt x="112994" y="131267"/>
                  </a:cubicBezTo>
                  <a:cubicBezTo>
                    <a:pt x="107589" y="131304"/>
                    <a:pt x="102184" y="131337"/>
                    <a:pt x="96778" y="131369"/>
                  </a:cubicBezTo>
                  <a:cubicBezTo>
                    <a:pt x="90626" y="131406"/>
                    <a:pt x="84473" y="131447"/>
                    <a:pt x="78320" y="131488"/>
                  </a:cubicBezTo>
                  <a:cubicBezTo>
                    <a:pt x="65661" y="131573"/>
                    <a:pt x="53003" y="131653"/>
                    <a:pt x="40344" y="131729"/>
                  </a:cubicBezTo>
                  <a:cubicBezTo>
                    <a:pt x="40345" y="132628"/>
                    <a:pt x="40347" y="133527"/>
                    <a:pt x="40349" y="134454"/>
                  </a:cubicBezTo>
                  <a:cubicBezTo>
                    <a:pt x="40364" y="142918"/>
                    <a:pt x="40375" y="151383"/>
                    <a:pt x="40382" y="159847"/>
                  </a:cubicBezTo>
                  <a:cubicBezTo>
                    <a:pt x="40386" y="164199"/>
                    <a:pt x="40392" y="168551"/>
                    <a:pt x="40400" y="172902"/>
                  </a:cubicBezTo>
                  <a:cubicBezTo>
                    <a:pt x="40408" y="177100"/>
                    <a:pt x="40413" y="181298"/>
                    <a:pt x="40414" y="185496"/>
                  </a:cubicBezTo>
                  <a:cubicBezTo>
                    <a:pt x="40416" y="187099"/>
                    <a:pt x="40419" y="188703"/>
                    <a:pt x="40423" y="190306"/>
                  </a:cubicBezTo>
                  <a:cubicBezTo>
                    <a:pt x="40428" y="192548"/>
                    <a:pt x="40429" y="194789"/>
                    <a:pt x="40428" y="197031"/>
                  </a:cubicBezTo>
                  <a:cubicBezTo>
                    <a:pt x="40431" y="197698"/>
                    <a:pt x="40434" y="198365"/>
                    <a:pt x="40436" y="199052"/>
                  </a:cubicBezTo>
                  <a:cubicBezTo>
                    <a:pt x="40435" y="199662"/>
                    <a:pt x="40434" y="200273"/>
                    <a:pt x="40433" y="200901"/>
                  </a:cubicBezTo>
                  <a:cubicBezTo>
                    <a:pt x="40434" y="201432"/>
                    <a:pt x="40435" y="201962"/>
                    <a:pt x="40435" y="202508"/>
                  </a:cubicBezTo>
                  <a:cubicBezTo>
                    <a:pt x="40344" y="203910"/>
                    <a:pt x="40344" y="203910"/>
                    <a:pt x="39600" y="206143"/>
                  </a:cubicBezTo>
                  <a:cubicBezTo>
                    <a:pt x="40485" y="206142"/>
                    <a:pt x="40485" y="206142"/>
                    <a:pt x="41387" y="206141"/>
                  </a:cubicBezTo>
                  <a:cubicBezTo>
                    <a:pt x="55720" y="206124"/>
                    <a:pt x="70053" y="206112"/>
                    <a:pt x="84386" y="206104"/>
                  </a:cubicBezTo>
                  <a:cubicBezTo>
                    <a:pt x="91317" y="206100"/>
                    <a:pt x="98249" y="206095"/>
                    <a:pt x="105180" y="206087"/>
                  </a:cubicBezTo>
                  <a:cubicBezTo>
                    <a:pt x="111219" y="206079"/>
                    <a:pt x="117258" y="206074"/>
                    <a:pt x="123297" y="206073"/>
                  </a:cubicBezTo>
                  <a:cubicBezTo>
                    <a:pt x="126496" y="206072"/>
                    <a:pt x="129696" y="206069"/>
                    <a:pt x="132896" y="206064"/>
                  </a:cubicBezTo>
                  <a:cubicBezTo>
                    <a:pt x="135904" y="206059"/>
                    <a:pt x="138912" y="206057"/>
                    <a:pt x="141920" y="206058"/>
                  </a:cubicBezTo>
                  <a:cubicBezTo>
                    <a:pt x="143027" y="206058"/>
                    <a:pt x="144134" y="206057"/>
                    <a:pt x="145242" y="206054"/>
                  </a:cubicBezTo>
                  <a:cubicBezTo>
                    <a:pt x="146747" y="206050"/>
                    <a:pt x="148252" y="206052"/>
                    <a:pt x="149757" y="206053"/>
                  </a:cubicBezTo>
                  <a:cubicBezTo>
                    <a:pt x="150602" y="206052"/>
                    <a:pt x="151446" y="206052"/>
                    <a:pt x="152316" y="206051"/>
                  </a:cubicBezTo>
                  <a:cubicBezTo>
                    <a:pt x="154197" y="206143"/>
                    <a:pt x="154197" y="206143"/>
                    <a:pt x="154942" y="206887"/>
                  </a:cubicBezTo>
                  <a:cubicBezTo>
                    <a:pt x="155159" y="211129"/>
                    <a:pt x="155175" y="215372"/>
                    <a:pt x="155202" y="219619"/>
                  </a:cubicBezTo>
                  <a:cubicBezTo>
                    <a:pt x="155214" y="221053"/>
                    <a:pt x="155235" y="222487"/>
                    <a:pt x="155263" y="223920"/>
                  </a:cubicBezTo>
                  <a:cubicBezTo>
                    <a:pt x="155304" y="225978"/>
                    <a:pt x="155320" y="228036"/>
                    <a:pt x="155331" y="230095"/>
                  </a:cubicBezTo>
                  <a:cubicBezTo>
                    <a:pt x="155348" y="230740"/>
                    <a:pt x="155365" y="231384"/>
                    <a:pt x="155382" y="232049"/>
                  </a:cubicBezTo>
                  <a:cubicBezTo>
                    <a:pt x="155376" y="233847"/>
                    <a:pt x="155376" y="233847"/>
                    <a:pt x="154942" y="236652"/>
                  </a:cubicBezTo>
                  <a:cubicBezTo>
                    <a:pt x="151944" y="237710"/>
                    <a:pt x="148715" y="237501"/>
                    <a:pt x="145567" y="237491"/>
                  </a:cubicBezTo>
                  <a:cubicBezTo>
                    <a:pt x="145004" y="237492"/>
                    <a:pt x="144441" y="237493"/>
                    <a:pt x="143860" y="237495"/>
                  </a:cubicBezTo>
                  <a:cubicBezTo>
                    <a:pt x="141976" y="237498"/>
                    <a:pt x="140092" y="237495"/>
                    <a:pt x="138208" y="237493"/>
                  </a:cubicBezTo>
                  <a:cubicBezTo>
                    <a:pt x="136856" y="237494"/>
                    <a:pt x="135504" y="237495"/>
                    <a:pt x="134152" y="237497"/>
                  </a:cubicBezTo>
                  <a:cubicBezTo>
                    <a:pt x="130482" y="237500"/>
                    <a:pt x="126813" y="237499"/>
                    <a:pt x="123143" y="237497"/>
                  </a:cubicBezTo>
                  <a:cubicBezTo>
                    <a:pt x="119304" y="237495"/>
                    <a:pt x="115465" y="237496"/>
                    <a:pt x="111625" y="237498"/>
                  </a:cubicBezTo>
                  <a:cubicBezTo>
                    <a:pt x="105179" y="237499"/>
                    <a:pt x="98733" y="237497"/>
                    <a:pt x="92286" y="237494"/>
                  </a:cubicBezTo>
                  <a:cubicBezTo>
                    <a:pt x="84830" y="237490"/>
                    <a:pt x="77374" y="237491"/>
                    <a:pt x="69918" y="237495"/>
                  </a:cubicBezTo>
                  <a:cubicBezTo>
                    <a:pt x="63519" y="237498"/>
                    <a:pt x="57120" y="237499"/>
                    <a:pt x="50720" y="237497"/>
                  </a:cubicBezTo>
                  <a:cubicBezTo>
                    <a:pt x="46897" y="237496"/>
                    <a:pt x="43074" y="237496"/>
                    <a:pt x="39251" y="237498"/>
                  </a:cubicBezTo>
                  <a:cubicBezTo>
                    <a:pt x="35658" y="237500"/>
                    <a:pt x="32064" y="237499"/>
                    <a:pt x="28471" y="237494"/>
                  </a:cubicBezTo>
                  <a:cubicBezTo>
                    <a:pt x="27151" y="237493"/>
                    <a:pt x="25831" y="237494"/>
                    <a:pt x="24511" y="237495"/>
                  </a:cubicBezTo>
                  <a:cubicBezTo>
                    <a:pt x="22712" y="237497"/>
                    <a:pt x="20913" y="237495"/>
                    <a:pt x="19114" y="237491"/>
                  </a:cubicBezTo>
                  <a:cubicBezTo>
                    <a:pt x="18590" y="237493"/>
                    <a:pt x="18065" y="237494"/>
                    <a:pt x="17525" y="237496"/>
                  </a:cubicBezTo>
                  <a:cubicBezTo>
                    <a:pt x="12432" y="237476"/>
                    <a:pt x="12432" y="237476"/>
                    <a:pt x="10578" y="236652"/>
                  </a:cubicBezTo>
                  <a:cubicBezTo>
                    <a:pt x="10209" y="235052"/>
                    <a:pt x="10209" y="235052"/>
                    <a:pt x="10212" y="232888"/>
                  </a:cubicBezTo>
                  <a:cubicBezTo>
                    <a:pt x="10206" y="232068"/>
                    <a:pt x="10200" y="231247"/>
                    <a:pt x="10194" y="230402"/>
                  </a:cubicBezTo>
                  <a:cubicBezTo>
                    <a:pt x="10203" y="229489"/>
                    <a:pt x="10211" y="228576"/>
                    <a:pt x="10220" y="227636"/>
                  </a:cubicBezTo>
                  <a:cubicBezTo>
                    <a:pt x="10218" y="226675"/>
                    <a:pt x="10215" y="225714"/>
                    <a:pt x="10213" y="224724"/>
                  </a:cubicBezTo>
                  <a:cubicBezTo>
                    <a:pt x="10206" y="222045"/>
                    <a:pt x="10218" y="219365"/>
                    <a:pt x="10233" y="216686"/>
                  </a:cubicBezTo>
                  <a:cubicBezTo>
                    <a:pt x="10246" y="213801"/>
                    <a:pt x="10241" y="210916"/>
                    <a:pt x="10239" y="208032"/>
                  </a:cubicBezTo>
                  <a:cubicBezTo>
                    <a:pt x="10237" y="203029"/>
                    <a:pt x="10247" y="198027"/>
                    <a:pt x="10264" y="193025"/>
                  </a:cubicBezTo>
                  <a:cubicBezTo>
                    <a:pt x="10288" y="185793"/>
                    <a:pt x="10295" y="178561"/>
                    <a:pt x="10299" y="171328"/>
                  </a:cubicBezTo>
                  <a:cubicBezTo>
                    <a:pt x="10306" y="159595"/>
                    <a:pt x="10326" y="147863"/>
                    <a:pt x="10354" y="136130"/>
                  </a:cubicBezTo>
                  <a:cubicBezTo>
                    <a:pt x="10381" y="124730"/>
                    <a:pt x="10402" y="113330"/>
                    <a:pt x="10415" y="101929"/>
                  </a:cubicBezTo>
                  <a:cubicBezTo>
                    <a:pt x="10416" y="101220"/>
                    <a:pt x="10416" y="100511"/>
                    <a:pt x="10417" y="99780"/>
                  </a:cubicBezTo>
                  <a:cubicBezTo>
                    <a:pt x="10423" y="94232"/>
                    <a:pt x="10429" y="88685"/>
                    <a:pt x="10435" y="83138"/>
                  </a:cubicBezTo>
                  <a:cubicBezTo>
                    <a:pt x="10463" y="55927"/>
                    <a:pt x="10523" y="28715"/>
                    <a:pt x="10578" y="1504"/>
                  </a:cubicBezTo>
                  <a:close/>
                </a:path>
              </a:pathLst>
            </a:custGeom>
            <a:grpFill/>
            <a:ln w="744" cap="flat">
              <a:noFill/>
              <a:prstDash val="solid"/>
              <a:miter/>
            </a:ln>
          </p:spPr>
          <p:txBody>
            <a:bodyPr rtlCol="0" anchor="ctr"/>
            <a:lstStyle/>
            <a:p>
              <a:endParaRPr lang="zh-CN" altLang="en-US"/>
            </a:p>
          </p:txBody>
        </p:sp>
        <p:sp>
          <p:nvSpPr>
            <p:cNvPr id="135" name="任意多边形: 形状 134"/>
            <p:cNvSpPr/>
            <p:nvPr/>
          </p:nvSpPr>
          <p:spPr>
            <a:xfrm>
              <a:off x="10528469" y="1392728"/>
              <a:ext cx="150992" cy="236287"/>
            </a:xfrm>
            <a:custGeom>
              <a:avLst/>
              <a:gdLst>
                <a:gd name="connsiteX0" fmla="*/ 20333 w 150992"/>
                <a:gd name="connsiteY0" fmla="*/ 1608 h 236287"/>
                <a:gd name="connsiteX1" fmla="*/ 22238 w 150992"/>
                <a:gd name="connsiteY1" fmla="*/ 1612 h 236287"/>
                <a:gd name="connsiteX2" fmla="*/ 24181 w 150992"/>
                <a:gd name="connsiteY2" fmla="*/ 1610 h 236287"/>
                <a:gd name="connsiteX3" fmla="*/ 28257 w 150992"/>
                <a:gd name="connsiteY3" fmla="*/ 1614 h 236287"/>
                <a:gd name="connsiteX4" fmla="*/ 34519 w 150992"/>
                <a:gd name="connsiteY4" fmla="*/ 1609 h 236287"/>
                <a:gd name="connsiteX5" fmla="*/ 38469 w 150992"/>
                <a:gd name="connsiteY5" fmla="*/ 1612 h 236287"/>
                <a:gd name="connsiteX6" fmla="*/ 40374 w 150992"/>
                <a:gd name="connsiteY6" fmla="*/ 1608 h 236287"/>
                <a:gd name="connsiteX7" fmla="*/ 45609 w 150992"/>
                <a:gd name="connsiteY7" fmla="*/ 2455 h 236287"/>
                <a:gd name="connsiteX8" fmla="*/ 45698 w 150992"/>
                <a:gd name="connsiteY8" fmla="*/ 6133 h 236287"/>
                <a:gd name="connsiteX9" fmla="*/ 45701 w 150992"/>
                <a:gd name="connsiteY9" fmla="*/ 8545 h 236287"/>
                <a:gd name="connsiteX10" fmla="*/ 45693 w 150992"/>
                <a:gd name="connsiteY10" fmla="*/ 11215 h 236287"/>
                <a:gd name="connsiteX11" fmla="*/ 45693 w 150992"/>
                <a:gd name="connsiteY11" fmla="*/ 14009 h 236287"/>
                <a:gd name="connsiteX12" fmla="*/ 45684 w 150992"/>
                <a:gd name="connsiteY12" fmla="*/ 21614 h 236287"/>
                <a:gd name="connsiteX13" fmla="*/ 45678 w 150992"/>
                <a:gd name="connsiteY13" fmla="*/ 29555 h 236287"/>
                <a:gd name="connsiteX14" fmla="*/ 45662 w 150992"/>
                <a:gd name="connsiteY14" fmla="*/ 44600 h 236287"/>
                <a:gd name="connsiteX15" fmla="*/ 45644 w 150992"/>
                <a:gd name="connsiteY15" fmla="*/ 64925 h 236287"/>
                <a:gd name="connsiteX16" fmla="*/ 45609 w 150992"/>
                <a:gd name="connsiteY16" fmla="*/ 96961 h 236287"/>
                <a:gd name="connsiteX17" fmla="*/ 137882 w 150992"/>
                <a:gd name="connsiteY17" fmla="*/ 96961 h 236287"/>
                <a:gd name="connsiteX18" fmla="*/ 135650 w 150992"/>
                <a:gd name="connsiteY18" fmla="*/ 93985 h 236287"/>
                <a:gd name="connsiteX19" fmla="*/ 135461 w 150992"/>
                <a:gd name="connsiteY19" fmla="*/ 90425 h 236287"/>
                <a:gd name="connsiteX20" fmla="*/ 135448 w 150992"/>
                <a:gd name="connsiteY20" fmla="*/ 88092 h 236287"/>
                <a:gd name="connsiteX21" fmla="*/ 135457 w 150992"/>
                <a:gd name="connsiteY21" fmla="*/ 85510 h 236287"/>
                <a:gd name="connsiteX22" fmla="*/ 135449 w 150992"/>
                <a:gd name="connsiteY22" fmla="*/ 82808 h 236287"/>
                <a:gd name="connsiteX23" fmla="*/ 135450 w 150992"/>
                <a:gd name="connsiteY23" fmla="*/ 75451 h 236287"/>
                <a:gd name="connsiteX24" fmla="*/ 135448 w 150992"/>
                <a:gd name="connsiteY24" fmla="*/ 67768 h 236287"/>
                <a:gd name="connsiteX25" fmla="*/ 135456 w 150992"/>
                <a:gd name="connsiteY25" fmla="*/ 54864 h 236287"/>
                <a:gd name="connsiteX26" fmla="*/ 135453 w 150992"/>
                <a:gd name="connsiteY26" fmla="*/ 39924 h 236287"/>
                <a:gd name="connsiteX27" fmla="*/ 135449 w 150992"/>
                <a:gd name="connsiteY27" fmla="*/ 27120 h 236287"/>
                <a:gd name="connsiteX28" fmla="*/ 135447 w 150992"/>
                <a:gd name="connsiteY28" fmla="*/ 19462 h 236287"/>
                <a:gd name="connsiteX29" fmla="*/ 135457 w 150992"/>
                <a:gd name="connsiteY29" fmla="*/ 10930 h 236287"/>
                <a:gd name="connsiteX30" fmla="*/ 135448 w 150992"/>
                <a:gd name="connsiteY30" fmla="*/ 8348 h 236287"/>
                <a:gd name="connsiteX31" fmla="*/ 135461 w 150992"/>
                <a:gd name="connsiteY31" fmla="*/ 6015 h 236287"/>
                <a:gd name="connsiteX32" fmla="*/ 135462 w 150992"/>
                <a:gd name="connsiteY32" fmla="*/ 3974 h 236287"/>
                <a:gd name="connsiteX33" fmla="*/ 135650 w 150992"/>
                <a:gd name="connsiteY33" fmla="*/ 2455 h 236287"/>
                <a:gd name="connsiteX34" fmla="*/ 143469 w 150992"/>
                <a:gd name="connsiteY34" fmla="*/ 1639 h 236287"/>
                <a:gd name="connsiteX35" fmla="*/ 145364 w 150992"/>
                <a:gd name="connsiteY35" fmla="*/ 1642 h 236287"/>
                <a:gd name="connsiteX36" fmla="*/ 151370 w 150992"/>
                <a:gd name="connsiteY36" fmla="*/ 1665 h 236287"/>
                <a:gd name="connsiteX37" fmla="*/ 155436 w 150992"/>
                <a:gd name="connsiteY37" fmla="*/ 1675 h 236287"/>
                <a:gd name="connsiteX38" fmla="*/ 165415 w 150992"/>
                <a:gd name="connsiteY38" fmla="*/ 1711 h 236287"/>
                <a:gd name="connsiteX39" fmla="*/ 165491 w 150992"/>
                <a:gd name="connsiteY39" fmla="*/ 91543 h 236287"/>
                <a:gd name="connsiteX40" fmla="*/ 165497 w 150992"/>
                <a:gd name="connsiteY40" fmla="*/ 102137 h 236287"/>
                <a:gd name="connsiteX41" fmla="*/ 165498 w 150992"/>
                <a:gd name="connsiteY41" fmla="*/ 104267 h 236287"/>
                <a:gd name="connsiteX42" fmla="*/ 165530 w 150992"/>
                <a:gd name="connsiteY42" fmla="*/ 138464 h 236287"/>
                <a:gd name="connsiteX43" fmla="*/ 165555 w 150992"/>
                <a:gd name="connsiteY43" fmla="*/ 173527 h 236287"/>
                <a:gd name="connsiteX44" fmla="*/ 165576 w 150992"/>
                <a:gd name="connsiteY44" fmla="*/ 195180 h 236287"/>
                <a:gd name="connsiteX45" fmla="*/ 165584 w 150992"/>
                <a:gd name="connsiteY45" fmla="*/ 210008 h 236287"/>
                <a:gd name="connsiteX46" fmla="*/ 165593 w 150992"/>
                <a:gd name="connsiteY46" fmla="*/ 218576 h 236287"/>
                <a:gd name="connsiteX47" fmla="*/ 165594 w 150992"/>
                <a:gd name="connsiteY47" fmla="*/ 227843 h 236287"/>
                <a:gd name="connsiteX48" fmla="*/ 165607 w 150992"/>
                <a:gd name="connsiteY48" fmla="*/ 230609 h 236287"/>
                <a:gd name="connsiteX49" fmla="*/ 165598 w 150992"/>
                <a:gd name="connsiteY49" fmla="*/ 233096 h 236287"/>
                <a:gd name="connsiteX50" fmla="*/ 165600 w 150992"/>
                <a:gd name="connsiteY50" fmla="*/ 235259 h 236287"/>
                <a:gd name="connsiteX51" fmla="*/ 165415 w 150992"/>
                <a:gd name="connsiteY51" fmla="*/ 236860 h 236287"/>
                <a:gd name="connsiteX52" fmla="*/ 158541 w 150992"/>
                <a:gd name="connsiteY52" fmla="*/ 237729 h 236287"/>
                <a:gd name="connsiteX53" fmla="*/ 156922 w 150992"/>
                <a:gd name="connsiteY53" fmla="*/ 237736 h 236287"/>
                <a:gd name="connsiteX54" fmla="*/ 153527 w 150992"/>
                <a:gd name="connsiteY54" fmla="*/ 237742 h 236287"/>
                <a:gd name="connsiteX55" fmla="*/ 148354 w 150992"/>
                <a:gd name="connsiteY55" fmla="*/ 237771 h 236287"/>
                <a:gd name="connsiteX56" fmla="*/ 145053 w 150992"/>
                <a:gd name="connsiteY56" fmla="*/ 237775 h 236287"/>
                <a:gd name="connsiteX57" fmla="*/ 143498 w 150992"/>
                <a:gd name="connsiteY57" fmla="*/ 237791 h 236287"/>
                <a:gd name="connsiteX58" fmla="*/ 135650 w 150992"/>
                <a:gd name="connsiteY58" fmla="*/ 236115 h 236287"/>
                <a:gd name="connsiteX59" fmla="*/ 135192 w 150992"/>
                <a:gd name="connsiteY59" fmla="*/ 231958 h 236287"/>
                <a:gd name="connsiteX60" fmla="*/ 135170 w 150992"/>
                <a:gd name="connsiteY60" fmla="*/ 229280 h 236287"/>
                <a:gd name="connsiteX61" fmla="*/ 135204 w 150992"/>
                <a:gd name="connsiteY61" fmla="*/ 226327 h 236287"/>
                <a:gd name="connsiteX62" fmla="*/ 135195 w 150992"/>
                <a:gd name="connsiteY62" fmla="*/ 223228 h 236287"/>
                <a:gd name="connsiteX63" fmla="*/ 135223 w 150992"/>
                <a:gd name="connsiteY63" fmla="*/ 214802 h 236287"/>
                <a:gd name="connsiteX64" fmla="*/ 135239 w 150992"/>
                <a:gd name="connsiteY64" fmla="*/ 205999 h 236287"/>
                <a:gd name="connsiteX65" fmla="*/ 135287 w 150992"/>
                <a:gd name="connsiteY65" fmla="*/ 191216 h 236287"/>
                <a:gd name="connsiteX66" fmla="*/ 135334 w 150992"/>
                <a:gd name="connsiteY66" fmla="*/ 174101 h 236287"/>
                <a:gd name="connsiteX67" fmla="*/ 135369 w 150992"/>
                <a:gd name="connsiteY67" fmla="*/ 155912 h 236287"/>
                <a:gd name="connsiteX68" fmla="*/ 135378 w 150992"/>
                <a:gd name="connsiteY68" fmla="*/ 150656 h 236287"/>
                <a:gd name="connsiteX69" fmla="*/ 135413 w 150992"/>
                <a:gd name="connsiteY69" fmla="*/ 142413 h 236287"/>
                <a:gd name="connsiteX70" fmla="*/ 135423 w 150992"/>
                <a:gd name="connsiteY70" fmla="*/ 137926 h 236287"/>
                <a:gd name="connsiteX71" fmla="*/ 135446 w 150992"/>
                <a:gd name="connsiteY71" fmla="*/ 135254 h 236287"/>
                <a:gd name="connsiteX72" fmla="*/ 135456 w 150992"/>
                <a:gd name="connsiteY72" fmla="*/ 132918 h 236287"/>
                <a:gd name="connsiteX73" fmla="*/ 135650 w 150992"/>
                <a:gd name="connsiteY73" fmla="*/ 131192 h 236287"/>
                <a:gd name="connsiteX74" fmla="*/ 137138 w 150992"/>
                <a:gd name="connsiteY74" fmla="*/ 130448 h 236287"/>
                <a:gd name="connsiteX75" fmla="*/ 137882 w 150992"/>
                <a:gd name="connsiteY75" fmla="*/ 128215 h 236287"/>
                <a:gd name="connsiteX76" fmla="*/ 45609 w 150992"/>
                <a:gd name="connsiteY76" fmla="*/ 128215 h 236287"/>
                <a:gd name="connsiteX77" fmla="*/ 45687 w 150992"/>
                <a:gd name="connsiteY77" fmla="*/ 151955 h 236287"/>
                <a:gd name="connsiteX78" fmla="*/ 45718 w 150992"/>
                <a:gd name="connsiteY78" fmla="*/ 166799 h 236287"/>
                <a:gd name="connsiteX79" fmla="*/ 45777 w 150992"/>
                <a:gd name="connsiteY79" fmla="*/ 190386 h 236287"/>
                <a:gd name="connsiteX80" fmla="*/ 45819 w 150992"/>
                <a:gd name="connsiteY80" fmla="*/ 207561 h 236287"/>
                <a:gd name="connsiteX81" fmla="*/ 45845 w 150992"/>
                <a:gd name="connsiteY81" fmla="*/ 216660 h 236287"/>
                <a:gd name="connsiteX82" fmla="*/ 45861 w 150992"/>
                <a:gd name="connsiteY82" fmla="*/ 225216 h 236287"/>
                <a:gd name="connsiteX83" fmla="*/ 45875 w 150992"/>
                <a:gd name="connsiteY83" fmla="*/ 228365 h 236287"/>
                <a:gd name="connsiteX84" fmla="*/ 45877 w 150992"/>
                <a:gd name="connsiteY84" fmla="*/ 232646 h 236287"/>
                <a:gd name="connsiteX85" fmla="*/ 45883 w 150992"/>
                <a:gd name="connsiteY85" fmla="*/ 235071 h 236287"/>
                <a:gd name="connsiteX86" fmla="*/ 45609 w 150992"/>
                <a:gd name="connsiteY86" fmla="*/ 236860 h 236287"/>
                <a:gd name="connsiteX87" fmla="*/ 37917 w 150992"/>
                <a:gd name="connsiteY87" fmla="*/ 237703 h 236287"/>
                <a:gd name="connsiteX88" fmla="*/ 36302 w 150992"/>
                <a:gd name="connsiteY88" fmla="*/ 237705 h 236287"/>
                <a:gd name="connsiteX89" fmla="*/ 32920 w 150992"/>
                <a:gd name="connsiteY89" fmla="*/ 237701 h 236287"/>
                <a:gd name="connsiteX90" fmla="*/ 27767 w 150992"/>
                <a:gd name="connsiteY90" fmla="*/ 237706 h 236287"/>
                <a:gd name="connsiteX91" fmla="*/ 24476 w 150992"/>
                <a:gd name="connsiteY91" fmla="*/ 237703 h 236287"/>
                <a:gd name="connsiteX92" fmla="*/ 22928 w 150992"/>
                <a:gd name="connsiteY92" fmla="*/ 237707 h 236287"/>
                <a:gd name="connsiteX93" fmla="*/ 15099 w 150992"/>
                <a:gd name="connsiteY93" fmla="*/ 236860 h 236287"/>
                <a:gd name="connsiteX94" fmla="*/ 14639 w 150992"/>
                <a:gd name="connsiteY94" fmla="*/ 233109 h 236287"/>
                <a:gd name="connsiteX95" fmla="*/ 14615 w 150992"/>
                <a:gd name="connsiteY95" fmla="*/ 230632 h 236287"/>
                <a:gd name="connsiteX96" fmla="*/ 14646 w 150992"/>
                <a:gd name="connsiteY96" fmla="*/ 227876 h 236287"/>
                <a:gd name="connsiteX97" fmla="*/ 14635 w 150992"/>
                <a:gd name="connsiteY97" fmla="*/ 224975 h 236287"/>
                <a:gd name="connsiteX98" fmla="*/ 14656 w 150992"/>
                <a:gd name="connsiteY98" fmla="*/ 216967 h 236287"/>
                <a:gd name="connsiteX99" fmla="*/ 14659 w 150992"/>
                <a:gd name="connsiteY99" fmla="*/ 208345 h 236287"/>
                <a:gd name="connsiteX100" fmla="*/ 14690 w 150992"/>
                <a:gd name="connsiteY100" fmla="*/ 191439 h 236287"/>
                <a:gd name="connsiteX101" fmla="*/ 14719 w 150992"/>
                <a:gd name="connsiteY101" fmla="*/ 171773 h 236287"/>
                <a:gd name="connsiteX102" fmla="*/ 14777 w 150992"/>
                <a:gd name="connsiteY102" fmla="*/ 136696 h 236287"/>
                <a:gd name="connsiteX103" fmla="*/ 14838 w 150992"/>
                <a:gd name="connsiteY103" fmla="*/ 102619 h 236287"/>
                <a:gd name="connsiteX104" fmla="*/ 14840 w 150992"/>
                <a:gd name="connsiteY104" fmla="*/ 100499 h 236287"/>
                <a:gd name="connsiteX105" fmla="*/ 14846 w 150992"/>
                <a:gd name="connsiteY105" fmla="*/ 92065 h 236287"/>
                <a:gd name="connsiteX106" fmla="*/ 14892 w 150992"/>
                <a:gd name="connsiteY106" fmla="*/ 55735 h 236287"/>
                <a:gd name="connsiteX107" fmla="*/ 14901 w 150992"/>
                <a:gd name="connsiteY107" fmla="*/ 49839 h 236287"/>
                <a:gd name="connsiteX108" fmla="*/ 14942 w 150992"/>
                <a:gd name="connsiteY108" fmla="*/ 29208 h 236287"/>
                <a:gd name="connsiteX109" fmla="*/ 14960 w 150992"/>
                <a:gd name="connsiteY109" fmla="*/ 20671 h 236287"/>
                <a:gd name="connsiteX110" fmla="*/ 14984 w 150992"/>
                <a:gd name="connsiteY110" fmla="*/ 11439 h 236287"/>
                <a:gd name="connsiteX111" fmla="*/ 14985 w 150992"/>
                <a:gd name="connsiteY111" fmla="*/ 8683 h 236287"/>
                <a:gd name="connsiteX112" fmla="*/ 14997 w 150992"/>
                <a:gd name="connsiteY112" fmla="*/ 6206 h 236287"/>
                <a:gd name="connsiteX113" fmla="*/ 15002 w 150992"/>
                <a:gd name="connsiteY113" fmla="*/ 4050 h 236287"/>
                <a:gd name="connsiteX114" fmla="*/ 20333 w 150992"/>
                <a:gd name="connsiteY114" fmla="*/ 1608 h 23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50992" h="236287">
                  <a:moveTo>
                    <a:pt x="20333" y="1608"/>
                  </a:moveTo>
                  <a:cubicBezTo>
                    <a:pt x="20962" y="1609"/>
                    <a:pt x="21590" y="1611"/>
                    <a:pt x="22238" y="1612"/>
                  </a:cubicBezTo>
                  <a:cubicBezTo>
                    <a:pt x="22879" y="1612"/>
                    <a:pt x="23521" y="1611"/>
                    <a:pt x="24181" y="1610"/>
                  </a:cubicBezTo>
                  <a:cubicBezTo>
                    <a:pt x="25540" y="1610"/>
                    <a:pt x="26899" y="1611"/>
                    <a:pt x="28257" y="1614"/>
                  </a:cubicBezTo>
                  <a:cubicBezTo>
                    <a:pt x="30345" y="1618"/>
                    <a:pt x="32432" y="1614"/>
                    <a:pt x="34519" y="1609"/>
                  </a:cubicBezTo>
                  <a:cubicBezTo>
                    <a:pt x="35836" y="1610"/>
                    <a:pt x="37153" y="1611"/>
                    <a:pt x="38469" y="1612"/>
                  </a:cubicBezTo>
                  <a:cubicBezTo>
                    <a:pt x="39098" y="1611"/>
                    <a:pt x="39727" y="1609"/>
                    <a:pt x="40374" y="1608"/>
                  </a:cubicBezTo>
                  <a:cubicBezTo>
                    <a:pt x="44779" y="1626"/>
                    <a:pt x="44779" y="1626"/>
                    <a:pt x="45609" y="2455"/>
                  </a:cubicBezTo>
                  <a:cubicBezTo>
                    <a:pt x="45680" y="3679"/>
                    <a:pt x="45699" y="4907"/>
                    <a:pt x="45698" y="6133"/>
                  </a:cubicBezTo>
                  <a:cubicBezTo>
                    <a:pt x="45699" y="6929"/>
                    <a:pt x="45700" y="7725"/>
                    <a:pt x="45701" y="8545"/>
                  </a:cubicBezTo>
                  <a:cubicBezTo>
                    <a:pt x="45697" y="9867"/>
                    <a:pt x="45697" y="9867"/>
                    <a:pt x="45693" y="11215"/>
                  </a:cubicBezTo>
                  <a:cubicBezTo>
                    <a:pt x="45693" y="12137"/>
                    <a:pt x="45693" y="13059"/>
                    <a:pt x="45693" y="14009"/>
                  </a:cubicBezTo>
                  <a:cubicBezTo>
                    <a:pt x="45693" y="16544"/>
                    <a:pt x="45689" y="19079"/>
                    <a:pt x="45684" y="21614"/>
                  </a:cubicBezTo>
                  <a:cubicBezTo>
                    <a:pt x="45679" y="24261"/>
                    <a:pt x="45679" y="26908"/>
                    <a:pt x="45678" y="29555"/>
                  </a:cubicBezTo>
                  <a:cubicBezTo>
                    <a:pt x="45676" y="34570"/>
                    <a:pt x="45670" y="39585"/>
                    <a:pt x="45662" y="44600"/>
                  </a:cubicBezTo>
                  <a:cubicBezTo>
                    <a:pt x="45652" y="51375"/>
                    <a:pt x="45648" y="58150"/>
                    <a:pt x="45644" y="64925"/>
                  </a:cubicBezTo>
                  <a:cubicBezTo>
                    <a:pt x="45637" y="75603"/>
                    <a:pt x="45622" y="86282"/>
                    <a:pt x="45609" y="96961"/>
                  </a:cubicBezTo>
                  <a:cubicBezTo>
                    <a:pt x="76059" y="96961"/>
                    <a:pt x="106509" y="96961"/>
                    <a:pt x="137882" y="96961"/>
                  </a:cubicBezTo>
                  <a:cubicBezTo>
                    <a:pt x="137401" y="94641"/>
                    <a:pt x="137401" y="94641"/>
                    <a:pt x="135650" y="93985"/>
                  </a:cubicBezTo>
                  <a:cubicBezTo>
                    <a:pt x="135462" y="92466"/>
                    <a:pt x="135462" y="92466"/>
                    <a:pt x="135461" y="90425"/>
                  </a:cubicBezTo>
                  <a:cubicBezTo>
                    <a:pt x="135454" y="89270"/>
                    <a:pt x="135454" y="89270"/>
                    <a:pt x="135448" y="88092"/>
                  </a:cubicBezTo>
                  <a:cubicBezTo>
                    <a:pt x="135452" y="86814"/>
                    <a:pt x="135452" y="86814"/>
                    <a:pt x="135457" y="85510"/>
                  </a:cubicBezTo>
                  <a:cubicBezTo>
                    <a:pt x="135453" y="84172"/>
                    <a:pt x="135453" y="84172"/>
                    <a:pt x="135449" y="82808"/>
                  </a:cubicBezTo>
                  <a:cubicBezTo>
                    <a:pt x="135444" y="80356"/>
                    <a:pt x="135445" y="77904"/>
                    <a:pt x="135450" y="75451"/>
                  </a:cubicBezTo>
                  <a:cubicBezTo>
                    <a:pt x="135453" y="72890"/>
                    <a:pt x="135450" y="70329"/>
                    <a:pt x="135448" y="67768"/>
                  </a:cubicBezTo>
                  <a:cubicBezTo>
                    <a:pt x="135445" y="63467"/>
                    <a:pt x="135448" y="59165"/>
                    <a:pt x="135456" y="54864"/>
                  </a:cubicBezTo>
                  <a:cubicBezTo>
                    <a:pt x="135464" y="49884"/>
                    <a:pt x="135461" y="44904"/>
                    <a:pt x="135453" y="39924"/>
                  </a:cubicBezTo>
                  <a:cubicBezTo>
                    <a:pt x="135446" y="35656"/>
                    <a:pt x="135445" y="31388"/>
                    <a:pt x="135449" y="27120"/>
                  </a:cubicBezTo>
                  <a:cubicBezTo>
                    <a:pt x="135451" y="24567"/>
                    <a:pt x="135452" y="22015"/>
                    <a:pt x="135447" y="19462"/>
                  </a:cubicBezTo>
                  <a:cubicBezTo>
                    <a:pt x="135442" y="16618"/>
                    <a:pt x="135449" y="13774"/>
                    <a:pt x="135457" y="10930"/>
                  </a:cubicBezTo>
                  <a:cubicBezTo>
                    <a:pt x="135454" y="10078"/>
                    <a:pt x="135451" y="9226"/>
                    <a:pt x="135448" y="8348"/>
                  </a:cubicBezTo>
                  <a:cubicBezTo>
                    <a:pt x="135452" y="7578"/>
                    <a:pt x="135456" y="6808"/>
                    <a:pt x="135461" y="6015"/>
                  </a:cubicBezTo>
                  <a:cubicBezTo>
                    <a:pt x="135461" y="5005"/>
                    <a:pt x="135461" y="5005"/>
                    <a:pt x="135462" y="3974"/>
                  </a:cubicBezTo>
                  <a:cubicBezTo>
                    <a:pt x="135524" y="3473"/>
                    <a:pt x="135586" y="2972"/>
                    <a:pt x="135650" y="2455"/>
                  </a:cubicBezTo>
                  <a:cubicBezTo>
                    <a:pt x="138090" y="1235"/>
                    <a:pt x="140789" y="1622"/>
                    <a:pt x="143469" y="1639"/>
                  </a:cubicBezTo>
                  <a:cubicBezTo>
                    <a:pt x="144094" y="1640"/>
                    <a:pt x="144720" y="1641"/>
                    <a:pt x="145364" y="1642"/>
                  </a:cubicBezTo>
                  <a:cubicBezTo>
                    <a:pt x="147366" y="1646"/>
                    <a:pt x="149368" y="1655"/>
                    <a:pt x="151370" y="1665"/>
                  </a:cubicBezTo>
                  <a:cubicBezTo>
                    <a:pt x="152725" y="1668"/>
                    <a:pt x="154081" y="1672"/>
                    <a:pt x="155436" y="1675"/>
                  </a:cubicBezTo>
                  <a:cubicBezTo>
                    <a:pt x="158763" y="1683"/>
                    <a:pt x="162089" y="1696"/>
                    <a:pt x="165415" y="1711"/>
                  </a:cubicBezTo>
                  <a:cubicBezTo>
                    <a:pt x="165449" y="31655"/>
                    <a:pt x="165475" y="61599"/>
                    <a:pt x="165491" y="91543"/>
                  </a:cubicBezTo>
                  <a:cubicBezTo>
                    <a:pt x="165493" y="95074"/>
                    <a:pt x="165495" y="98605"/>
                    <a:pt x="165497" y="102137"/>
                  </a:cubicBezTo>
                  <a:cubicBezTo>
                    <a:pt x="165497" y="102840"/>
                    <a:pt x="165498" y="103543"/>
                    <a:pt x="165498" y="104267"/>
                  </a:cubicBezTo>
                  <a:cubicBezTo>
                    <a:pt x="165505" y="115666"/>
                    <a:pt x="165516" y="127065"/>
                    <a:pt x="165530" y="138464"/>
                  </a:cubicBezTo>
                  <a:cubicBezTo>
                    <a:pt x="165544" y="150152"/>
                    <a:pt x="165552" y="161839"/>
                    <a:pt x="165555" y="173527"/>
                  </a:cubicBezTo>
                  <a:cubicBezTo>
                    <a:pt x="165557" y="180745"/>
                    <a:pt x="165564" y="187963"/>
                    <a:pt x="165576" y="195180"/>
                  </a:cubicBezTo>
                  <a:cubicBezTo>
                    <a:pt x="165584" y="200123"/>
                    <a:pt x="165586" y="205066"/>
                    <a:pt x="165584" y="210008"/>
                  </a:cubicBezTo>
                  <a:cubicBezTo>
                    <a:pt x="165583" y="212864"/>
                    <a:pt x="165585" y="215720"/>
                    <a:pt x="165593" y="218576"/>
                  </a:cubicBezTo>
                  <a:cubicBezTo>
                    <a:pt x="165601" y="221665"/>
                    <a:pt x="165598" y="224754"/>
                    <a:pt x="165594" y="227843"/>
                  </a:cubicBezTo>
                  <a:cubicBezTo>
                    <a:pt x="165599" y="228756"/>
                    <a:pt x="165603" y="229669"/>
                    <a:pt x="165607" y="230609"/>
                  </a:cubicBezTo>
                  <a:cubicBezTo>
                    <a:pt x="165604" y="231430"/>
                    <a:pt x="165601" y="232250"/>
                    <a:pt x="165598" y="233096"/>
                  </a:cubicBezTo>
                  <a:cubicBezTo>
                    <a:pt x="165599" y="233810"/>
                    <a:pt x="165599" y="234524"/>
                    <a:pt x="165600" y="235259"/>
                  </a:cubicBezTo>
                  <a:cubicBezTo>
                    <a:pt x="165539" y="235787"/>
                    <a:pt x="165478" y="236316"/>
                    <a:pt x="165415" y="236860"/>
                  </a:cubicBezTo>
                  <a:cubicBezTo>
                    <a:pt x="163209" y="237963"/>
                    <a:pt x="160960" y="237725"/>
                    <a:pt x="158541" y="237729"/>
                  </a:cubicBezTo>
                  <a:cubicBezTo>
                    <a:pt x="158006" y="237731"/>
                    <a:pt x="157472" y="237734"/>
                    <a:pt x="156922" y="237736"/>
                  </a:cubicBezTo>
                  <a:cubicBezTo>
                    <a:pt x="155790" y="237740"/>
                    <a:pt x="154659" y="237742"/>
                    <a:pt x="153527" y="237742"/>
                  </a:cubicBezTo>
                  <a:cubicBezTo>
                    <a:pt x="151803" y="237743"/>
                    <a:pt x="150078" y="237757"/>
                    <a:pt x="148354" y="237771"/>
                  </a:cubicBezTo>
                  <a:cubicBezTo>
                    <a:pt x="147254" y="237773"/>
                    <a:pt x="146153" y="237775"/>
                    <a:pt x="145053" y="237775"/>
                  </a:cubicBezTo>
                  <a:cubicBezTo>
                    <a:pt x="144540" y="237781"/>
                    <a:pt x="144027" y="237786"/>
                    <a:pt x="143498" y="237791"/>
                  </a:cubicBezTo>
                  <a:cubicBezTo>
                    <a:pt x="140542" y="237778"/>
                    <a:pt x="138228" y="237601"/>
                    <a:pt x="135650" y="236115"/>
                  </a:cubicBezTo>
                  <a:cubicBezTo>
                    <a:pt x="135188" y="234296"/>
                    <a:pt x="135188" y="234296"/>
                    <a:pt x="135192" y="231958"/>
                  </a:cubicBezTo>
                  <a:cubicBezTo>
                    <a:pt x="135185" y="231074"/>
                    <a:pt x="135178" y="230191"/>
                    <a:pt x="135170" y="229280"/>
                  </a:cubicBezTo>
                  <a:cubicBezTo>
                    <a:pt x="135181" y="228305"/>
                    <a:pt x="135192" y="227331"/>
                    <a:pt x="135204" y="226327"/>
                  </a:cubicBezTo>
                  <a:cubicBezTo>
                    <a:pt x="135202" y="225294"/>
                    <a:pt x="135199" y="224261"/>
                    <a:pt x="135195" y="223228"/>
                  </a:cubicBezTo>
                  <a:cubicBezTo>
                    <a:pt x="135187" y="220419"/>
                    <a:pt x="135203" y="217611"/>
                    <a:pt x="135223" y="214802"/>
                  </a:cubicBezTo>
                  <a:cubicBezTo>
                    <a:pt x="135241" y="211868"/>
                    <a:pt x="135239" y="208933"/>
                    <a:pt x="135239" y="205999"/>
                  </a:cubicBezTo>
                  <a:cubicBezTo>
                    <a:pt x="135243" y="201071"/>
                    <a:pt x="135260" y="196143"/>
                    <a:pt x="135287" y="191216"/>
                  </a:cubicBezTo>
                  <a:cubicBezTo>
                    <a:pt x="135318" y="185511"/>
                    <a:pt x="135331" y="179806"/>
                    <a:pt x="135334" y="174101"/>
                  </a:cubicBezTo>
                  <a:cubicBezTo>
                    <a:pt x="135336" y="168038"/>
                    <a:pt x="135350" y="161975"/>
                    <a:pt x="135369" y="155912"/>
                  </a:cubicBezTo>
                  <a:cubicBezTo>
                    <a:pt x="135373" y="154160"/>
                    <a:pt x="135376" y="152408"/>
                    <a:pt x="135378" y="150656"/>
                  </a:cubicBezTo>
                  <a:cubicBezTo>
                    <a:pt x="135383" y="147908"/>
                    <a:pt x="135395" y="145161"/>
                    <a:pt x="135413" y="142413"/>
                  </a:cubicBezTo>
                  <a:cubicBezTo>
                    <a:pt x="135421" y="140917"/>
                    <a:pt x="135422" y="139422"/>
                    <a:pt x="135423" y="137926"/>
                  </a:cubicBezTo>
                  <a:cubicBezTo>
                    <a:pt x="135434" y="136604"/>
                    <a:pt x="135434" y="136604"/>
                    <a:pt x="135446" y="135254"/>
                  </a:cubicBezTo>
                  <a:cubicBezTo>
                    <a:pt x="135449" y="134483"/>
                    <a:pt x="135452" y="133712"/>
                    <a:pt x="135456" y="132918"/>
                  </a:cubicBezTo>
                  <a:cubicBezTo>
                    <a:pt x="135552" y="132063"/>
                    <a:pt x="135552" y="132063"/>
                    <a:pt x="135650" y="131192"/>
                  </a:cubicBezTo>
                  <a:cubicBezTo>
                    <a:pt x="136141" y="130946"/>
                    <a:pt x="136632" y="130701"/>
                    <a:pt x="137138" y="130448"/>
                  </a:cubicBezTo>
                  <a:cubicBezTo>
                    <a:pt x="137383" y="129711"/>
                    <a:pt x="137629" y="128974"/>
                    <a:pt x="137882" y="128215"/>
                  </a:cubicBezTo>
                  <a:cubicBezTo>
                    <a:pt x="107432" y="128215"/>
                    <a:pt x="76982" y="128215"/>
                    <a:pt x="45609" y="128215"/>
                  </a:cubicBezTo>
                  <a:cubicBezTo>
                    <a:pt x="45634" y="136049"/>
                    <a:pt x="45660" y="143883"/>
                    <a:pt x="45687" y="151955"/>
                  </a:cubicBezTo>
                  <a:cubicBezTo>
                    <a:pt x="45698" y="156903"/>
                    <a:pt x="45709" y="161851"/>
                    <a:pt x="45718" y="166799"/>
                  </a:cubicBezTo>
                  <a:cubicBezTo>
                    <a:pt x="45731" y="174661"/>
                    <a:pt x="45746" y="182523"/>
                    <a:pt x="45777" y="190386"/>
                  </a:cubicBezTo>
                  <a:cubicBezTo>
                    <a:pt x="45799" y="196111"/>
                    <a:pt x="45814" y="201836"/>
                    <a:pt x="45819" y="207561"/>
                  </a:cubicBezTo>
                  <a:cubicBezTo>
                    <a:pt x="45822" y="210594"/>
                    <a:pt x="45828" y="213627"/>
                    <a:pt x="45845" y="216660"/>
                  </a:cubicBezTo>
                  <a:cubicBezTo>
                    <a:pt x="45860" y="219512"/>
                    <a:pt x="45864" y="222364"/>
                    <a:pt x="45861" y="225216"/>
                  </a:cubicBezTo>
                  <a:cubicBezTo>
                    <a:pt x="45862" y="226265"/>
                    <a:pt x="45866" y="227315"/>
                    <a:pt x="45875" y="228365"/>
                  </a:cubicBezTo>
                  <a:cubicBezTo>
                    <a:pt x="45886" y="229791"/>
                    <a:pt x="45882" y="231219"/>
                    <a:pt x="45877" y="232646"/>
                  </a:cubicBezTo>
                  <a:cubicBezTo>
                    <a:pt x="45879" y="233446"/>
                    <a:pt x="45881" y="234247"/>
                    <a:pt x="45883" y="235071"/>
                  </a:cubicBezTo>
                  <a:cubicBezTo>
                    <a:pt x="45793" y="235661"/>
                    <a:pt x="45702" y="236252"/>
                    <a:pt x="45609" y="236860"/>
                  </a:cubicBezTo>
                  <a:cubicBezTo>
                    <a:pt x="42994" y="237731"/>
                    <a:pt x="40637" y="237711"/>
                    <a:pt x="37917" y="237703"/>
                  </a:cubicBezTo>
                  <a:cubicBezTo>
                    <a:pt x="37384" y="237703"/>
                    <a:pt x="36851" y="237704"/>
                    <a:pt x="36302" y="237705"/>
                  </a:cubicBezTo>
                  <a:cubicBezTo>
                    <a:pt x="35175" y="237705"/>
                    <a:pt x="34047" y="237704"/>
                    <a:pt x="32920" y="237701"/>
                  </a:cubicBezTo>
                  <a:cubicBezTo>
                    <a:pt x="31202" y="237697"/>
                    <a:pt x="29485" y="237701"/>
                    <a:pt x="27767" y="237706"/>
                  </a:cubicBezTo>
                  <a:cubicBezTo>
                    <a:pt x="26670" y="237705"/>
                    <a:pt x="25573" y="237704"/>
                    <a:pt x="24476" y="237703"/>
                  </a:cubicBezTo>
                  <a:cubicBezTo>
                    <a:pt x="23710" y="237705"/>
                    <a:pt x="23710" y="237705"/>
                    <a:pt x="22928" y="237707"/>
                  </a:cubicBezTo>
                  <a:cubicBezTo>
                    <a:pt x="17456" y="237681"/>
                    <a:pt x="17456" y="237681"/>
                    <a:pt x="15099" y="236860"/>
                  </a:cubicBezTo>
                  <a:cubicBezTo>
                    <a:pt x="14636" y="235265"/>
                    <a:pt x="14636" y="235265"/>
                    <a:pt x="14639" y="233109"/>
                  </a:cubicBezTo>
                  <a:cubicBezTo>
                    <a:pt x="14631" y="232292"/>
                    <a:pt x="14623" y="231474"/>
                    <a:pt x="14615" y="230632"/>
                  </a:cubicBezTo>
                  <a:cubicBezTo>
                    <a:pt x="14625" y="229723"/>
                    <a:pt x="14636" y="228813"/>
                    <a:pt x="14646" y="227876"/>
                  </a:cubicBezTo>
                  <a:cubicBezTo>
                    <a:pt x="14643" y="226919"/>
                    <a:pt x="14639" y="225962"/>
                    <a:pt x="14635" y="224975"/>
                  </a:cubicBezTo>
                  <a:cubicBezTo>
                    <a:pt x="14625" y="222306"/>
                    <a:pt x="14639" y="219637"/>
                    <a:pt x="14656" y="216967"/>
                  </a:cubicBezTo>
                  <a:cubicBezTo>
                    <a:pt x="14671" y="214093"/>
                    <a:pt x="14664" y="211219"/>
                    <a:pt x="14659" y="208345"/>
                  </a:cubicBezTo>
                  <a:cubicBezTo>
                    <a:pt x="14654" y="202709"/>
                    <a:pt x="14669" y="197074"/>
                    <a:pt x="14690" y="191439"/>
                  </a:cubicBezTo>
                  <a:cubicBezTo>
                    <a:pt x="14714" y="184883"/>
                    <a:pt x="14717" y="178328"/>
                    <a:pt x="14719" y="171773"/>
                  </a:cubicBezTo>
                  <a:cubicBezTo>
                    <a:pt x="14724" y="160081"/>
                    <a:pt x="14745" y="148388"/>
                    <a:pt x="14777" y="136696"/>
                  </a:cubicBezTo>
                  <a:cubicBezTo>
                    <a:pt x="14808" y="125337"/>
                    <a:pt x="14829" y="113978"/>
                    <a:pt x="14838" y="102619"/>
                  </a:cubicBezTo>
                  <a:cubicBezTo>
                    <a:pt x="14839" y="101919"/>
                    <a:pt x="14839" y="101220"/>
                    <a:pt x="14840" y="100499"/>
                  </a:cubicBezTo>
                  <a:cubicBezTo>
                    <a:pt x="14842" y="97688"/>
                    <a:pt x="14844" y="94876"/>
                    <a:pt x="14846" y="92065"/>
                  </a:cubicBezTo>
                  <a:cubicBezTo>
                    <a:pt x="14856" y="79955"/>
                    <a:pt x="14874" y="67845"/>
                    <a:pt x="14892" y="55735"/>
                  </a:cubicBezTo>
                  <a:cubicBezTo>
                    <a:pt x="14895" y="53770"/>
                    <a:pt x="14898" y="51804"/>
                    <a:pt x="14901" y="49839"/>
                  </a:cubicBezTo>
                  <a:cubicBezTo>
                    <a:pt x="14910" y="42962"/>
                    <a:pt x="14923" y="36085"/>
                    <a:pt x="14942" y="29208"/>
                  </a:cubicBezTo>
                  <a:cubicBezTo>
                    <a:pt x="14950" y="26362"/>
                    <a:pt x="14956" y="23517"/>
                    <a:pt x="14960" y="20671"/>
                  </a:cubicBezTo>
                  <a:cubicBezTo>
                    <a:pt x="14964" y="17594"/>
                    <a:pt x="14974" y="14516"/>
                    <a:pt x="14984" y="11439"/>
                  </a:cubicBezTo>
                  <a:cubicBezTo>
                    <a:pt x="14985" y="10529"/>
                    <a:pt x="14985" y="9620"/>
                    <a:pt x="14985" y="8683"/>
                  </a:cubicBezTo>
                  <a:cubicBezTo>
                    <a:pt x="14989" y="7865"/>
                    <a:pt x="14993" y="7048"/>
                    <a:pt x="14997" y="6206"/>
                  </a:cubicBezTo>
                  <a:cubicBezTo>
                    <a:pt x="14999" y="5494"/>
                    <a:pt x="15000" y="4783"/>
                    <a:pt x="15002" y="4050"/>
                  </a:cubicBezTo>
                  <a:cubicBezTo>
                    <a:pt x="15204" y="713"/>
                    <a:pt x="17524" y="1619"/>
                    <a:pt x="20333" y="1608"/>
                  </a:cubicBezTo>
                  <a:close/>
                </a:path>
              </a:pathLst>
            </a:custGeom>
            <a:grpFill/>
            <a:ln w="744" cap="flat">
              <a:noFill/>
              <a:prstDash val="solid"/>
              <a:miter/>
            </a:ln>
          </p:spPr>
          <p:txBody>
            <a:bodyPr rtlCol="0" anchor="ctr"/>
            <a:lstStyle/>
            <a:p>
              <a:endParaRPr lang="zh-CN" altLang="en-US"/>
            </a:p>
          </p:txBody>
        </p:sp>
        <p:sp>
          <p:nvSpPr>
            <p:cNvPr id="136" name="任意多边形: 形状 135"/>
            <p:cNvSpPr/>
            <p:nvPr/>
          </p:nvSpPr>
          <p:spPr>
            <a:xfrm>
              <a:off x="5525351" y="1392783"/>
              <a:ext cx="149764" cy="239409"/>
            </a:xfrm>
            <a:custGeom>
              <a:avLst/>
              <a:gdLst>
                <a:gd name="connsiteX0" fmla="*/ 7884 w 149764"/>
                <a:gd name="connsiteY0" fmla="*/ 1657 h 239409"/>
                <a:gd name="connsiteX1" fmla="*/ 37650 w 149764"/>
                <a:gd name="connsiteY1" fmla="*/ 1657 h 239409"/>
                <a:gd name="connsiteX2" fmla="*/ 37663 w 149764"/>
                <a:gd name="connsiteY2" fmla="*/ 7942 h 239409"/>
                <a:gd name="connsiteX3" fmla="*/ 37825 w 149764"/>
                <a:gd name="connsiteY3" fmla="*/ 66450 h 239409"/>
                <a:gd name="connsiteX4" fmla="*/ 37845 w 149764"/>
                <a:gd name="connsiteY4" fmla="*/ 72433 h 239409"/>
                <a:gd name="connsiteX5" fmla="*/ 37850 w 149764"/>
                <a:gd name="connsiteY5" fmla="*/ 73935 h 239409"/>
                <a:gd name="connsiteX6" fmla="*/ 37910 w 149764"/>
                <a:gd name="connsiteY6" fmla="*/ 98032 h 239409"/>
                <a:gd name="connsiteX7" fmla="*/ 37984 w 149764"/>
                <a:gd name="connsiteY7" fmla="*/ 122746 h 239409"/>
                <a:gd name="connsiteX8" fmla="*/ 38020 w 149764"/>
                <a:gd name="connsiteY8" fmla="*/ 136632 h 239409"/>
                <a:gd name="connsiteX9" fmla="*/ 38062 w 149764"/>
                <a:gd name="connsiteY9" fmla="*/ 149691 h 239409"/>
                <a:gd name="connsiteX10" fmla="*/ 38070 w 149764"/>
                <a:gd name="connsiteY10" fmla="*/ 154494 h 239409"/>
                <a:gd name="connsiteX11" fmla="*/ 38097 w 149764"/>
                <a:gd name="connsiteY11" fmla="*/ 161032 h 239409"/>
                <a:gd name="connsiteX12" fmla="*/ 38086 w 149764"/>
                <a:gd name="connsiteY12" fmla="*/ 162969 h 239409"/>
                <a:gd name="connsiteX13" fmla="*/ 39519 w 149764"/>
                <a:gd name="connsiteY13" fmla="*/ 168765 h 239409"/>
                <a:gd name="connsiteX14" fmla="*/ 40626 w 149764"/>
                <a:gd name="connsiteY14" fmla="*/ 169833 h 239409"/>
                <a:gd name="connsiteX15" fmla="*/ 40487 w 149764"/>
                <a:gd name="connsiteY15" fmla="*/ 176670 h 239409"/>
                <a:gd name="connsiteX16" fmla="*/ 42859 w 149764"/>
                <a:gd name="connsiteY16" fmla="*/ 180995 h 239409"/>
                <a:gd name="connsiteX17" fmla="*/ 43300 w 149764"/>
                <a:gd name="connsiteY17" fmla="*/ 186233 h 239409"/>
                <a:gd name="connsiteX18" fmla="*/ 43603 w 149764"/>
                <a:gd name="connsiteY18" fmla="*/ 187692 h 239409"/>
                <a:gd name="connsiteX19" fmla="*/ 45835 w 149764"/>
                <a:gd name="connsiteY19" fmla="*/ 188436 h 239409"/>
                <a:gd name="connsiteX20" fmla="*/ 45835 w 149764"/>
                <a:gd name="connsiteY20" fmla="*/ 192901 h 239409"/>
                <a:gd name="connsiteX21" fmla="*/ 48068 w 149764"/>
                <a:gd name="connsiteY21" fmla="*/ 192901 h 239409"/>
                <a:gd name="connsiteX22" fmla="*/ 49556 w 149764"/>
                <a:gd name="connsiteY22" fmla="*/ 195878 h 239409"/>
                <a:gd name="connsiteX23" fmla="*/ 54160 w 149764"/>
                <a:gd name="connsiteY23" fmla="*/ 199180 h 239409"/>
                <a:gd name="connsiteX24" fmla="*/ 55509 w 149764"/>
                <a:gd name="connsiteY24" fmla="*/ 199598 h 239409"/>
                <a:gd name="connsiteX25" fmla="*/ 55742 w 149764"/>
                <a:gd name="connsiteY25" fmla="*/ 201505 h 239409"/>
                <a:gd name="connsiteX26" fmla="*/ 56253 w 149764"/>
                <a:gd name="connsiteY26" fmla="*/ 203319 h 239409"/>
                <a:gd name="connsiteX27" fmla="*/ 61462 w 149764"/>
                <a:gd name="connsiteY27" fmla="*/ 203319 h 239409"/>
                <a:gd name="connsiteX28" fmla="*/ 61462 w 149764"/>
                <a:gd name="connsiteY28" fmla="*/ 206296 h 239409"/>
                <a:gd name="connsiteX29" fmla="*/ 72624 w 149764"/>
                <a:gd name="connsiteY29" fmla="*/ 206296 h 239409"/>
                <a:gd name="connsiteX30" fmla="*/ 72624 w 149764"/>
                <a:gd name="connsiteY30" fmla="*/ 210016 h 239409"/>
                <a:gd name="connsiteX31" fmla="*/ 92716 w 149764"/>
                <a:gd name="connsiteY31" fmla="*/ 210016 h 239409"/>
                <a:gd name="connsiteX32" fmla="*/ 92716 w 149764"/>
                <a:gd name="connsiteY32" fmla="*/ 206296 h 239409"/>
                <a:gd name="connsiteX33" fmla="*/ 95132 w 149764"/>
                <a:gd name="connsiteY33" fmla="*/ 206211 h 239409"/>
                <a:gd name="connsiteX34" fmla="*/ 98251 w 149764"/>
                <a:gd name="connsiteY34" fmla="*/ 206063 h 239409"/>
                <a:gd name="connsiteX35" fmla="*/ 99845 w 149764"/>
                <a:gd name="connsiteY35" fmla="*/ 206012 h 239409"/>
                <a:gd name="connsiteX36" fmla="*/ 103878 w 149764"/>
                <a:gd name="connsiteY36" fmla="*/ 205552 h 239409"/>
                <a:gd name="connsiteX37" fmla="*/ 104622 w 149764"/>
                <a:gd name="connsiteY37" fmla="*/ 203319 h 239409"/>
                <a:gd name="connsiteX38" fmla="*/ 109299 w 149764"/>
                <a:gd name="connsiteY38" fmla="*/ 202296 h 239409"/>
                <a:gd name="connsiteX39" fmla="*/ 110575 w 149764"/>
                <a:gd name="connsiteY39" fmla="*/ 201831 h 239409"/>
                <a:gd name="connsiteX40" fmla="*/ 110575 w 149764"/>
                <a:gd name="connsiteY40" fmla="*/ 199598 h 239409"/>
                <a:gd name="connsiteX41" fmla="*/ 112529 w 149764"/>
                <a:gd name="connsiteY41" fmla="*/ 199087 h 239409"/>
                <a:gd name="connsiteX42" fmla="*/ 118467 w 149764"/>
                <a:gd name="connsiteY42" fmla="*/ 193625 h 239409"/>
                <a:gd name="connsiteX43" fmla="*/ 120729 w 149764"/>
                <a:gd name="connsiteY43" fmla="*/ 191041 h 239409"/>
                <a:gd name="connsiteX44" fmla="*/ 122110 w 149764"/>
                <a:gd name="connsiteY44" fmla="*/ 186902 h 239409"/>
                <a:gd name="connsiteX45" fmla="*/ 122482 w 149764"/>
                <a:gd name="connsiteY45" fmla="*/ 183972 h 239409"/>
                <a:gd name="connsiteX46" fmla="*/ 124714 w 149764"/>
                <a:gd name="connsiteY46" fmla="*/ 182483 h 239409"/>
                <a:gd name="connsiteX47" fmla="*/ 124575 w 149764"/>
                <a:gd name="connsiteY47" fmla="*/ 176254 h 239409"/>
                <a:gd name="connsiteX48" fmla="*/ 125821 w 149764"/>
                <a:gd name="connsiteY48" fmla="*/ 173241 h 239409"/>
                <a:gd name="connsiteX49" fmla="*/ 127233 w 149764"/>
                <a:gd name="connsiteY49" fmla="*/ 165394 h 239409"/>
                <a:gd name="connsiteX50" fmla="*/ 127245 w 149764"/>
                <a:gd name="connsiteY50" fmla="*/ 163301 h 239409"/>
                <a:gd name="connsiteX51" fmla="*/ 127245 w 149764"/>
                <a:gd name="connsiteY51" fmla="*/ 156329 h 239409"/>
                <a:gd name="connsiteX52" fmla="*/ 127260 w 149764"/>
                <a:gd name="connsiteY52" fmla="*/ 151343 h 239409"/>
                <a:gd name="connsiteX53" fmla="*/ 127275 w 149764"/>
                <a:gd name="connsiteY53" fmla="*/ 140591 h 239409"/>
                <a:gd name="connsiteX54" fmla="*/ 127305 w 149764"/>
                <a:gd name="connsiteY54" fmla="*/ 123607 h 239409"/>
                <a:gd name="connsiteX55" fmla="*/ 127351 w 149764"/>
                <a:gd name="connsiteY55" fmla="*/ 99808 h 239409"/>
                <a:gd name="connsiteX56" fmla="*/ 127353 w 149764"/>
                <a:gd name="connsiteY56" fmla="*/ 98282 h 239409"/>
                <a:gd name="connsiteX57" fmla="*/ 127360 w 149764"/>
                <a:gd name="connsiteY57" fmla="*/ 92161 h 239409"/>
                <a:gd name="connsiteX58" fmla="*/ 127383 w 149764"/>
                <a:gd name="connsiteY58" fmla="*/ 75305 h 239409"/>
                <a:gd name="connsiteX59" fmla="*/ 127385 w 149764"/>
                <a:gd name="connsiteY59" fmla="*/ 73781 h 239409"/>
                <a:gd name="connsiteX60" fmla="*/ 127441 w 149764"/>
                <a:gd name="connsiteY60" fmla="*/ 48640 h 239409"/>
                <a:gd name="connsiteX61" fmla="*/ 127464 w 149764"/>
                <a:gd name="connsiteY61" fmla="*/ 31739 h 239409"/>
                <a:gd name="connsiteX62" fmla="*/ 127484 w 149764"/>
                <a:gd name="connsiteY62" fmla="*/ 21246 h 239409"/>
                <a:gd name="connsiteX63" fmla="*/ 127486 w 149764"/>
                <a:gd name="connsiteY63" fmla="*/ 16363 h 239409"/>
                <a:gd name="connsiteX64" fmla="*/ 127498 w 149764"/>
                <a:gd name="connsiteY64" fmla="*/ 9722 h 239409"/>
                <a:gd name="connsiteX65" fmla="*/ 127489 w 149764"/>
                <a:gd name="connsiteY65" fmla="*/ 7748 h 239409"/>
                <a:gd name="connsiteX66" fmla="*/ 129179 w 149764"/>
                <a:gd name="connsiteY66" fmla="*/ 1657 h 239409"/>
                <a:gd name="connsiteX67" fmla="*/ 135510 w 149764"/>
                <a:gd name="connsiteY67" fmla="*/ 1512 h 239409"/>
                <a:gd name="connsiteX68" fmla="*/ 137406 w 149764"/>
                <a:gd name="connsiteY68" fmla="*/ 1518 h 239409"/>
                <a:gd name="connsiteX69" fmla="*/ 143411 w 149764"/>
                <a:gd name="connsiteY69" fmla="*/ 1564 h 239409"/>
                <a:gd name="connsiteX70" fmla="*/ 147477 w 149764"/>
                <a:gd name="connsiteY70" fmla="*/ 1584 h 239409"/>
                <a:gd name="connsiteX71" fmla="*/ 157456 w 149764"/>
                <a:gd name="connsiteY71" fmla="*/ 1657 h 239409"/>
                <a:gd name="connsiteX72" fmla="*/ 157532 w 149764"/>
                <a:gd name="connsiteY72" fmla="*/ 67315 h 239409"/>
                <a:gd name="connsiteX73" fmla="*/ 157538 w 149764"/>
                <a:gd name="connsiteY73" fmla="*/ 75058 h 239409"/>
                <a:gd name="connsiteX74" fmla="*/ 157539 w 149764"/>
                <a:gd name="connsiteY74" fmla="*/ 76616 h 239409"/>
                <a:gd name="connsiteX75" fmla="*/ 157571 w 149764"/>
                <a:gd name="connsiteY75" fmla="*/ 101610 h 239409"/>
                <a:gd name="connsiteX76" fmla="*/ 157596 w 149764"/>
                <a:gd name="connsiteY76" fmla="*/ 127238 h 239409"/>
                <a:gd name="connsiteX77" fmla="*/ 157614 w 149764"/>
                <a:gd name="connsiteY77" fmla="*/ 141640 h 239409"/>
                <a:gd name="connsiteX78" fmla="*/ 157625 w 149764"/>
                <a:gd name="connsiteY78" fmla="*/ 155179 h 239409"/>
                <a:gd name="connsiteX79" fmla="*/ 157634 w 149764"/>
                <a:gd name="connsiteY79" fmla="*/ 160164 h 239409"/>
                <a:gd name="connsiteX80" fmla="*/ 157635 w 149764"/>
                <a:gd name="connsiteY80" fmla="*/ 166938 h 239409"/>
                <a:gd name="connsiteX81" fmla="*/ 157648 w 149764"/>
                <a:gd name="connsiteY81" fmla="*/ 168958 h 239409"/>
                <a:gd name="connsiteX82" fmla="*/ 157456 w 149764"/>
                <a:gd name="connsiteY82" fmla="*/ 173554 h 239409"/>
                <a:gd name="connsiteX83" fmla="*/ 155968 w 149764"/>
                <a:gd name="connsiteY83" fmla="*/ 174298 h 239409"/>
                <a:gd name="connsiteX84" fmla="*/ 155660 w 149764"/>
                <a:gd name="connsiteY84" fmla="*/ 177463 h 239409"/>
                <a:gd name="connsiteX85" fmla="*/ 155573 w 149764"/>
                <a:gd name="connsiteY85" fmla="*/ 179389 h 239409"/>
                <a:gd name="connsiteX86" fmla="*/ 155503 w 149764"/>
                <a:gd name="connsiteY86" fmla="*/ 181414 h 239409"/>
                <a:gd name="connsiteX87" fmla="*/ 155416 w 149764"/>
                <a:gd name="connsiteY87" fmla="*/ 183447 h 239409"/>
                <a:gd name="connsiteX88" fmla="*/ 155224 w 149764"/>
                <a:gd name="connsiteY88" fmla="*/ 188436 h 239409"/>
                <a:gd name="connsiteX89" fmla="*/ 152247 w 149764"/>
                <a:gd name="connsiteY89" fmla="*/ 188436 h 239409"/>
                <a:gd name="connsiteX90" fmla="*/ 152326 w 149764"/>
                <a:gd name="connsiteY90" fmla="*/ 190311 h 239409"/>
                <a:gd name="connsiteX91" fmla="*/ 152387 w 149764"/>
                <a:gd name="connsiteY91" fmla="*/ 192762 h 239409"/>
                <a:gd name="connsiteX92" fmla="*/ 152465 w 149764"/>
                <a:gd name="connsiteY92" fmla="*/ 195195 h 239409"/>
                <a:gd name="connsiteX93" fmla="*/ 150015 w 149764"/>
                <a:gd name="connsiteY93" fmla="*/ 199598 h 239409"/>
                <a:gd name="connsiteX94" fmla="*/ 149271 w 149764"/>
                <a:gd name="connsiteY94" fmla="*/ 203319 h 239409"/>
                <a:gd name="connsiteX95" fmla="*/ 147782 w 149764"/>
                <a:gd name="connsiteY95" fmla="*/ 204063 h 239409"/>
                <a:gd name="connsiteX96" fmla="*/ 147085 w 149764"/>
                <a:gd name="connsiteY96" fmla="*/ 206296 h 239409"/>
                <a:gd name="connsiteX97" fmla="*/ 146294 w 149764"/>
                <a:gd name="connsiteY97" fmla="*/ 208528 h 239409"/>
                <a:gd name="connsiteX98" fmla="*/ 144062 w 149764"/>
                <a:gd name="connsiteY98" fmla="*/ 209272 h 239409"/>
                <a:gd name="connsiteX99" fmla="*/ 144062 w 149764"/>
                <a:gd name="connsiteY99" fmla="*/ 212993 h 239409"/>
                <a:gd name="connsiteX100" fmla="*/ 141829 w 149764"/>
                <a:gd name="connsiteY100" fmla="*/ 212993 h 239409"/>
                <a:gd name="connsiteX101" fmla="*/ 141457 w 149764"/>
                <a:gd name="connsiteY101" fmla="*/ 214853 h 239409"/>
                <a:gd name="connsiteX102" fmla="*/ 141085 w 149764"/>
                <a:gd name="connsiteY102" fmla="*/ 216714 h 239409"/>
                <a:gd name="connsiteX103" fmla="*/ 138853 w 149764"/>
                <a:gd name="connsiteY103" fmla="*/ 216714 h 239409"/>
                <a:gd name="connsiteX104" fmla="*/ 138853 w 149764"/>
                <a:gd name="connsiteY104" fmla="*/ 219690 h 239409"/>
                <a:gd name="connsiteX105" fmla="*/ 135876 w 149764"/>
                <a:gd name="connsiteY105" fmla="*/ 219690 h 239409"/>
                <a:gd name="connsiteX106" fmla="*/ 134388 w 149764"/>
                <a:gd name="connsiteY106" fmla="*/ 223411 h 239409"/>
                <a:gd name="connsiteX107" fmla="*/ 132900 w 149764"/>
                <a:gd name="connsiteY107" fmla="*/ 224155 h 239409"/>
                <a:gd name="connsiteX108" fmla="*/ 132155 w 149764"/>
                <a:gd name="connsiteY108" fmla="*/ 226388 h 239409"/>
                <a:gd name="connsiteX109" fmla="*/ 130295 w 149764"/>
                <a:gd name="connsiteY109" fmla="*/ 226713 h 239409"/>
                <a:gd name="connsiteX110" fmla="*/ 128435 w 149764"/>
                <a:gd name="connsiteY110" fmla="*/ 227132 h 239409"/>
                <a:gd name="connsiteX111" fmla="*/ 127691 w 149764"/>
                <a:gd name="connsiteY111" fmla="*/ 230108 h 239409"/>
                <a:gd name="connsiteX112" fmla="*/ 123970 w 149764"/>
                <a:gd name="connsiteY112" fmla="*/ 231596 h 239409"/>
                <a:gd name="connsiteX113" fmla="*/ 123226 w 149764"/>
                <a:gd name="connsiteY113" fmla="*/ 233829 h 239409"/>
                <a:gd name="connsiteX114" fmla="*/ 118040 w 149764"/>
                <a:gd name="connsiteY114" fmla="*/ 234271 h 239409"/>
                <a:gd name="connsiteX115" fmla="*/ 116529 w 149764"/>
                <a:gd name="connsiteY115" fmla="*/ 234573 h 239409"/>
                <a:gd name="connsiteX116" fmla="*/ 115784 w 149764"/>
                <a:gd name="connsiteY116" fmla="*/ 236805 h 239409"/>
                <a:gd name="connsiteX117" fmla="*/ 111320 w 149764"/>
                <a:gd name="connsiteY117" fmla="*/ 237550 h 239409"/>
                <a:gd name="connsiteX118" fmla="*/ 107599 w 149764"/>
                <a:gd name="connsiteY118" fmla="*/ 238294 h 239409"/>
                <a:gd name="connsiteX119" fmla="*/ 106855 w 149764"/>
                <a:gd name="connsiteY119" fmla="*/ 240526 h 239409"/>
                <a:gd name="connsiteX120" fmla="*/ 102479 w 149764"/>
                <a:gd name="connsiteY120" fmla="*/ 240827 h 239409"/>
                <a:gd name="connsiteX121" fmla="*/ 99642 w 149764"/>
                <a:gd name="connsiteY121" fmla="*/ 240855 h 239409"/>
                <a:gd name="connsiteX122" fmla="*/ 96553 w 149764"/>
                <a:gd name="connsiteY122" fmla="*/ 240849 h 239409"/>
                <a:gd name="connsiteX123" fmla="*/ 93408 w 149764"/>
                <a:gd name="connsiteY123" fmla="*/ 240861 h 239409"/>
                <a:gd name="connsiteX124" fmla="*/ 86810 w 149764"/>
                <a:gd name="connsiteY124" fmla="*/ 240858 h 239409"/>
                <a:gd name="connsiteX125" fmla="*/ 78334 w 149764"/>
                <a:gd name="connsiteY125" fmla="*/ 240886 h 239409"/>
                <a:gd name="connsiteX126" fmla="*/ 71838 w 149764"/>
                <a:gd name="connsiteY126" fmla="*/ 240896 h 239409"/>
                <a:gd name="connsiteX127" fmla="*/ 68712 w 149764"/>
                <a:gd name="connsiteY127" fmla="*/ 240909 h 239409"/>
                <a:gd name="connsiteX128" fmla="*/ 64350 w 149764"/>
                <a:gd name="connsiteY128" fmla="*/ 240900 h 239409"/>
                <a:gd name="connsiteX129" fmla="*/ 61838 w 149764"/>
                <a:gd name="connsiteY129" fmla="*/ 240899 h 239409"/>
                <a:gd name="connsiteX130" fmla="*/ 59974 w 149764"/>
                <a:gd name="connsiteY130" fmla="*/ 240526 h 239409"/>
                <a:gd name="connsiteX131" fmla="*/ 59230 w 149764"/>
                <a:gd name="connsiteY131" fmla="*/ 237550 h 239409"/>
                <a:gd name="connsiteX132" fmla="*/ 54393 w 149764"/>
                <a:gd name="connsiteY132" fmla="*/ 237131 h 239409"/>
                <a:gd name="connsiteX133" fmla="*/ 49556 w 149764"/>
                <a:gd name="connsiteY133" fmla="*/ 236805 h 239409"/>
                <a:gd name="connsiteX134" fmla="*/ 48812 w 149764"/>
                <a:gd name="connsiteY134" fmla="*/ 234573 h 239409"/>
                <a:gd name="connsiteX135" fmla="*/ 45835 w 149764"/>
                <a:gd name="connsiteY135" fmla="*/ 234201 h 239409"/>
                <a:gd name="connsiteX136" fmla="*/ 42859 w 149764"/>
                <a:gd name="connsiteY136" fmla="*/ 233829 h 239409"/>
                <a:gd name="connsiteX137" fmla="*/ 42114 w 149764"/>
                <a:gd name="connsiteY137" fmla="*/ 231596 h 239409"/>
                <a:gd name="connsiteX138" fmla="*/ 39836 w 149764"/>
                <a:gd name="connsiteY138" fmla="*/ 230899 h 239409"/>
                <a:gd name="connsiteX139" fmla="*/ 37650 w 149764"/>
                <a:gd name="connsiteY139" fmla="*/ 230108 h 239409"/>
                <a:gd name="connsiteX140" fmla="*/ 37650 w 149764"/>
                <a:gd name="connsiteY140" fmla="*/ 227132 h 239409"/>
                <a:gd name="connsiteX141" fmla="*/ 35882 w 149764"/>
                <a:gd name="connsiteY141" fmla="*/ 227318 h 239409"/>
                <a:gd name="connsiteX142" fmla="*/ 33929 w 149764"/>
                <a:gd name="connsiteY142" fmla="*/ 227132 h 239409"/>
                <a:gd name="connsiteX143" fmla="*/ 32441 w 149764"/>
                <a:gd name="connsiteY143" fmla="*/ 224155 h 239409"/>
                <a:gd name="connsiteX144" fmla="*/ 30859 w 149764"/>
                <a:gd name="connsiteY144" fmla="*/ 222574 h 239409"/>
                <a:gd name="connsiteX145" fmla="*/ 29464 w 149764"/>
                <a:gd name="connsiteY145" fmla="*/ 219690 h 239409"/>
                <a:gd name="connsiteX146" fmla="*/ 27232 w 149764"/>
                <a:gd name="connsiteY146" fmla="*/ 219690 h 239409"/>
                <a:gd name="connsiteX147" fmla="*/ 26488 w 149764"/>
                <a:gd name="connsiteY147" fmla="*/ 215970 h 239409"/>
                <a:gd name="connsiteX148" fmla="*/ 24255 w 149764"/>
                <a:gd name="connsiteY148" fmla="*/ 215970 h 239409"/>
                <a:gd name="connsiteX149" fmla="*/ 23511 w 149764"/>
                <a:gd name="connsiteY149" fmla="*/ 212993 h 239409"/>
                <a:gd name="connsiteX150" fmla="*/ 21279 w 149764"/>
                <a:gd name="connsiteY150" fmla="*/ 212249 h 239409"/>
                <a:gd name="connsiteX151" fmla="*/ 20534 w 149764"/>
                <a:gd name="connsiteY151" fmla="*/ 207784 h 239409"/>
                <a:gd name="connsiteX152" fmla="*/ 18302 w 149764"/>
                <a:gd name="connsiteY152" fmla="*/ 207784 h 239409"/>
                <a:gd name="connsiteX153" fmla="*/ 18023 w 149764"/>
                <a:gd name="connsiteY153" fmla="*/ 205226 h 239409"/>
                <a:gd name="connsiteX154" fmla="*/ 17558 w 149764"/>
                <a:gd name="connsiteY154" fmla="*/ 202575 h 239409"/>
                <a:gd name="connsiteX155" fmla="*/ 16070 w 149764"/>
                <a:gd name="connsiteY155" fmla="*/ 201831 h 239409"/>
                <a:gd name="connsiteX156" fmla="*/ 15654 w 149764"/>
                <a:gd name="connsiteY156" fmla="*/ 197299 h 239409"/>
                <a:gd name="connsiteX157" fmla="*/ 13093 w 149764"/>
                <a:gd name="connsiteY157" fmla="*/ 194389 h 239409"/>
                <a:gd name="connsiteX158" fmla="*/ 12651 w 149764"/>
                <a:gd name="connsiteY158" fmla="*/ 186852 h 239409"/>
                <a:gd name="connsiteX159" fmla="*/ 12349 w 149764"/>
                <a:gd name="connsiteY159" fmla="*/ 184716 h 239409"/>
                <a:gd name="connsiteX160" fmla="*/ 10116 w 149764"/>
                <a:gd name="connsiteY160" fmla="*/ 183972 h 239409"/>
                <a:gd name="connsiteX161" fmla="*/ 9736 w 149764"/>
                <a:gd name="connsiteY161" fmla="*/ 179504 h 239409"/>
                <a:gd name="connsiteX162" fmla="*/ 9656 w 149764"/>
                <a:gd name="connsiteY162" fmla="*/ 176764 h 239409"/>
                <a:gd name="connsiteX163" fmla="*/ 9605 w 149764"/>
                <a:gd name="connsiteY163" fmla="*/ 173879 h 239409"/>
                <a:gd name="connsiteX164" fmla="*/ 9528 w 149764"/>
                <a:gd name="connsiteY164" fmla="*/ 170985 h 239409"/>
                <a:gd name="connsiteX165" fmla="*/ 9372 w 149764"/>
                <a:gd name="connsiteY165" fmla="*/ 163880 h 239409"/>
                <a:gd name="connsiteX166" fmla="*/ 7884 w 149764"/>
                <a:gd name="connsiteY166" fmla="*/ 163880 h 239409"/>
                <a:gd name="connsiteX167" fmla="*/ 7884 w 149764"/>
                <a:gd name="connsiteY167" fmla="*/ 1657 h 23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49764" h="239409">
                  <a:moveTo>
                    <a:pt x="7884" y="1657"/>
                  </a:moveTo>
                  <a:cubicBezTo>
                    <a:pt x="17707" y="1657"/>
                    <a:pt x="27529" y="1657"/>
                    <a:pt x="37650" y="1657"/>
                  </a:cubicBezTo>
                  <a:cubicBezTo>
                    <a:pt x="37654" y="3731"/>
                    <a:pt x="37658" y="5805"/>
                    <a:pt x="37663" y="7942"/>
                  </a:cubicBezTo>
                  <a:cubicBezTo>
                    <a:pt x="37705" y="27445"/>
                    <a:pt x="37759" y="46948"/>
                    <a:pt x="37825" y="66450"/>
                  </a:cubicBezTo>
                  <a:cubicBezTo>
                    <a:pt x="37832" y="68445"/>
                    <a:pt x="37838" y="70439"/>
                    <a:pt x="37845" y="72433"/>
                  </a:cubicBezTo>
                  <a:cubicBezTo>
                    <a:pt x="37847" y="72929"/>
                    <a:pt x="37848" y="73424"/>
                    <a:pt x="37850" y="73935"/>
                  </a:cubicBezTo>
                  <a:cubicBezTo>
                    <a:pt x="37876" y="81967"/>
                    <a:pt x="37895" y="89999"/>
                    <a:pt x="37910" y="98032"/>
                  </a:cubicBezTo>
                  <a:cubicBezTo>
                    <a:pt x="37927" y="106270"/>
                    <a:pt x="37951" y="114508"/>
                    <a:pt x="37984" y="122746"/>
                  </a:cubicBezTo>
                  <a:cubicBezTo>
                    <a:pt x="38001" y="127375"/>
                    <a:pt x="38015" y="132004"/>
                    <a:pt x="38020" y="136632"/>
                  </a:cubicBezTo>
                  <a:cubicBezTo>
                    <a:pt x="38024" y="140985"/>
                    <a:pt x="38039" y="145338"/>
                    <a:pt x="38062" y="149691"/>
                  </a:cubicBezTo>
                  <a:cubicBezTo>
                    <a:pt x="38069" y="151292"/>
                    <a:pt x="38071" y="152893"/>
                    <a:pt x="38070" y="154494"/>
                  </a:cubicBezTo>
                  <a:cubicBezTo>
                    <a:pt x="38069" y="156674"/>
                    <a:pt x="38081" y="158853"/>
                    <a:pt x="38097" y="161032"/>
                  </a:cubicBezTo>
                  <a:cubicBezTo>
                    <a:pt x="38093" y="161671"/>
                    <a:pt x="38090" y="162310"/>
                    <a:pt x="38086" y="162969"/>
                  </a:cubicBezTo>
                  <a:cubicBezTo>
                    <a:pt x="37981" y="166154"/>
                    <a:pt x="37981" y="166154"/>
                    <a:pt x="39519" y="168765"/>
                  </a:cubicBezTo>
                  <a:cubicBezTo>
                    <a:pt x="39884" y="169117"/>
                    <a:pt x="40250" y="169470"/>
                    <a:pt x="40626" y="169833"/>
                  </a:cubicBezTo>
                  <a:cubicBezTo>
                    <a:pt x="40780" y="172143"/>
                    <a:pt x="40623" y="174360"/>
                    <a:pt x="40487" y="176670"/>
                  </a:cubicBezTo>
                  <a:cubicBezTo>
                    <a:pt x="40651" y="179139"/>
                    <a:pt x="41120" y="179390"/>
                    <a:pt x="42859" y="180995"/>
                  </a:cubicBezTo>
                  <a:cubicBezTo>
                    <a:pt x="43180" y="182757"/>
                    <a:pt x="43231" y="184445"/>
                    <a:pt x="43300" y="186233"/>
                  </a:cubicBezTo>
                  <a:cubicBezTo>
                    <a:pt x="43400" y="186715"/>
                    <a:pt x="43500" y="187196"/>
                    <a:pt x="43603" y="187692"/>
                  </a:cubicBezTo>
                  <a:cubicBezTo>
                    <a:pt x="44339" y="187938"/>
                    <a:pt x="45076" y="188183"/>
                    <a:pt x="45835" y="188436"/>
                  </a:cubicBezTo>
                  <a:cubicBezTo>
                    <a:pt x="45975" y="190715"/>
                    <a:pt x="45975" y="190715"/>
                    <a:pt x="45835" y="192901"/>
                  </a:cubicBezTo>
                  <a:cubicBezTo>
                    <a:pt x="46572" y="192901"/>
                    <a:pt x="47309" y="192901"/>
                    <a:pt x="48068" y="192901"/>
                  </a:cubicBezTo>
                  <a:cubicBezTo>
                    <a:pt x="48591" y="193879"/>
                    <a:pt x="49082" y="194875"/>
                    <a:pt x="49556" y="195878"/>
                  </a:cubicBezTo>
                  <a:cubicBezTo>
                    <a:pt x="51465" y="198170"/>
                    <a:pt x="51465" y="198170"/>
                    <a:pt x="54160" y="199180"/>
                  </a:cubicBezTo>
                  <a:cubicBezTo>
                    <a:pt x="54605" y="199318"/>
                    <a:pt x="55050" y="199456"/>
                    <a:pt x="55509" y="199598"/>
                  </a:cubicBezTo>
                  <a:cubicBezTo>
                    <a:pt x="55586" y="200228"/>
                    <a:pt x="55662" y="200857"/>
                    <a:pt x="55742" y="201505"/>
                  </a:cubicBezTo>
                  <a:cubicBezTo>
                    <a:pt x="55910" y="202104"/>
                    <a:pt x="56079" y="202702"/>
                    <a:pt x="56253" y="203319"/>
                  </a:cubicBezTo>
                  <a:cubicBezTo>
                    <a:pt x="58889" y="203629"/>
                    <a:pt x="58889" y="203629"/>
                    <a:pt x="61462" y="203319"/>
                  </a:cubicBezTo>
                  <a:cubicBezTo>
                    <a:pt x="61462" y="204301"/>
                    <a:pt x="61462" y="205284"/>
                    <a:pt x="61462" y="206296"/>
                  </a:cubicBezTo>
                  <a:cubicBezTo>
                    <a:pt x="65146" y="206296"/>
                    <a:pt x="68829" y="206296"/>
                    <a:pt x="72624" y="206296"/>
                  </a:cubicBezTo>
                  <a:cubicBezTo>
                    <a:pt x="72624" y="207524"/>
                    <a:pt x="72624" y="208751"/>
                    <a:pt x="72624" y="210016"/>
                  </a:cubicBezTo>
                  <a:cubicBezTo>
                    <a:pt x="79255" y="210016"/>
                    <a:pt x="85885" y="210016"/>
                    <a:pt x="92716" y="210016"/>
                  </a:cubicBezTo>
                  <a:cubicBezTo>
                    <a:pt x="92716" y="208789"/>
                    <a:pt x="92716" y="207561"/>
                    <a:pt x="92716" y="206296"/>
                  </a:cubicBezTo>
                  <a:cubicBezTo>
                    <a:pt x="93513" y="206268"/>
                    <a:pt x="94310" y="206240"/>
                    <a:pt x="95132" y="206211"/>
                  </a:cubicBezTo>
                  <a:cubicBezTo>
                    <a:pt x="96171" y="206163"/>
                    <a:pt x="97211" y="206113"/>
                    <a:pt x="98251" y="206063"/>
                  </a:cubicBezTo>
                  <a:cubicBezTo>
                    <a:pt x="98777" y="206046"/>
                    <a:pt x="99303" y="206030"/>
                    <a:pt x="99845" y="206012"/>
                  </a:cubicBezTo>
                  <a:cubicBezTo>
                    <a:pt x="101536" y="205948"/>
                    <a:pt x="101536" y="205948"/>
                    <a:pt x="103878" y="205552"/>
                  </a:cubicBezTo>
                  <a:cubicBezTo>
                    <a:pt x="104124" y="204815"/>
                    <a:pt x="104369" y="204078"/>
                    <a:pt x="104622" y="203319"/>
                  </a:cubicBezTo>
                  <a:cubicBezTo>
                    <a:pt x="106170" y="202796"/>
                    <a:pt x="107690" y="202568"/>
                    <a:pt x="109299" y="202296"/>
                  </a:cubicBezTo>
                  <a:cubicBezTo>
                    <a:pt x="109931" y="202066"/>
                    <a:pt x="109931" y="202066"/>
                    <a:pt x="110575" y="201831"/>
                  </a:cubicBezTo>
                  <a:cubicBezTo>
                    <a:pt x="110575" y="201094"/>
                    <a:pt x="110575" y="200357"/>
                    <a:pt x="110575" y="199598"/>
                  </a:cubicBezTo>
                  <a:cubicBezTo>
                    <a:pt x="111542" y="199345"/>
                    <a:pt x="111542" y="199345"/>
                    <a:pt x="112529" y="199087"/>
                  </a:cubicBezTo>
                  <a:cubicBezTo>
                    <a:pt x="115654" y="197872"/>
                    <a:pt x="116629" y="196334"/>
                    <a:pt x="118467" y="193625"/>
                  </a:cubicBezTo>
                  <a:cubicBezTo>
                    <a:pt x="119505" y="192157"/>
                    <a:pt x="119505" y="192157"/>
                    <a:pt x="120729" y="191041"/>
                  </a:cubicBezTo>
                  <a:cubicBezTo>
                    <a:pt x="122008" y="189625"/>
                    <a:pt x="122025" y="188782"/>
                    <a:pt x="122110" y="186902"/>
                  </a:cubicBezTo>
                  <a:cubicBezTo>
                    <a:pt x="122232" y="185935"/>
                    <a:pt x="122355" y="184968"/>
                    <a:pt x="122482" y="183972"/>
                  </a:cubicBezTo>
                  <a:cubicBezTo>
                    <a:pt x="123218" y="183480"/>
                    <a:pt x="123955" y="182989"/>
                    <a:pt x="124714" y="182483"/>
                  </a:cubicBezTo>
                  <a:cubicBezTo>
                    <a:pt x="124872" y="180376"/>
                    <a:pt x="124709" y="178362"/>
                    <a:pt x="124575" y="176254"/>
                  </a:cubicBezTo>
                  <a:cubicBezTo>
                    <a:pt x="124714" y="174298"/>
                    <a:pt x="124714" y="174298"/>
                    <a:pt x="125821" y="173241"/>
                  </a:cubicBezTo>
                  <a:cubicBezTo>
                    <a:pt x="127824" y="171148"/>
                    <a:pt x="127253" y="168145"/>
                    <a:pt x="127233" y="165394"/>
                  </a:cubicBezTo>
                  <a:cubicBezTo>
                    <a:pt x="127237" y="164703"/>
                    <a:pt x="127241" y="164013"/>
                    <a:pt x="127245" y="163301"/>
                  </a:cubicBezTo>
                  <a:cubicBezTo>
                    <a:pt x="127255" y="160977"/>
                    <a:pt x="127250" y="158653"/>
                    <a:pt x="127245" y="156329"/>
                  </a:cubicBezTo>
                  <a:cubicBezTo>
                    <a:pt x="127249" y="154667"/>
                    <a:pt x="127254" y="153005"/>
                    <a:pt x="127260" y="151343"/>
                  </a:cubicBezTo>
                  <a:cubicBezTo>
                    <a:pt x="127272" y="147759"/>
                    <a:pt x="127276" y="144175"/>
                    <a:pt x="127275" y="140591"/>
                  </a:cubicBezTo>
                  <a:cubicBezTo>
                    <a:pt x="127273" y="134930"/>
                    <a:pt x="127288" y="129268"/>
                    <a:pt x="127305" y="123607"/>
                  </a:cubicBezTo>
                  <a:cubicBezTo>
                    <a:pt x="127327" y="115674"/>
                    <a:pt x="127342" y="107741"/>
                    <a:pt x="127351" y="99808"/>
                  </a:cubicBezTo>
                  <a:cubicBezTo>
                    <a:pt x="127352" y="99053"/>
                    <a:pt x="127352" y="99053"/>
                    <a:pt x="127353" y="98282"/>
                  </a:cubicBezTo>
                  <a:cubicBezTo>
                    <a:pt x="127355" y="96242"/>
                    <a:pt x="127357" y="94202"/>
                    <a:pt x="127360" y="92161"/>
                  </a:cubicBezTo>
                  <a:cubicBezTo>
                    <a:pt x="127366" y="86543"/>
                    <a:pt x="127374" y="80924"/>
                    <a:pt x="127383" y="75305"/>
                  </a:cubicBezTo>
                  <a:cubicBezTo>
                    <a:pt x="127384" y="74802"/>
                    <a:pt x="127385" y="74299"/>
                    <a:pt x="127385" y="73781"/>
                  </a:cubicBezTo>
                  <a:cubicBezTo>
                    <a:pt x="127399" y="65400"/>
                    <a:pt x="127418" y="57020"/>
                    <a:pt x="127441" y="48640"/>
                  </a:cubicBezTo>
                  <a:cubicBezTo>
                    <a:pt x="127456" y="43006"/>
                    <a:pt x="127463" y="37373"/>
                    <a:pt x="127464" y="31739"/>
                  </a:cubicBezTo>
                  <a:cubicBezTo>
                    <a:pt x="127466" y="28242"/>
                    <a:pt x="127474" y="24744"/>
                    <a:pt x="127484" y="21246"/>
                  </a:cubicBezTo>
                  <a:cubicBezTo>
                    <a:pt x="127487" y="19618"/>
                    <a:pt x="127488" y="17991"/>
                    <a:pt x="127486" y="16363"/>
                  </a:cubicBezTo>
                  <a:cubicBezTo>
                    <a:pt x="127483" y="14149"/>
                    <a:pt x="127490" y="11936"/>
                    <a:pt x="127498" y="9722"/>
                  </a:cubicBezTo>
                  <a:cubicBezTo>
                    <a:pt x="127495" y="9071"/>
                    <a:pt x="127493" y="8419"/>
                    <a:pt x="127489" y="7748"/>
                  </a:cubicBezTo>
                  <a:cubicBezTo>
                    <a:pt x="127521" y="3315"/>
                    <a:pt x="127521" y="3315"/>
                    <a:pt x="129179" y="1657"/>
                  </a:cubicBezTo>
                  <a:cubicBezTo>
                    <a:pt x="131314" y="1527"/>
                    <a:pt x="133376" y="1485"/>
                    <a:pt x="135510" y="1512"/>
                  </a:cubicBezTo>
                  <a:cubicBezTo>
                    <a:pt x="136135" y="1514"/>
                    <a:pt x="136761" y="1516"/>
                    <a:pt x="137406" y="1518"/>
                  </a:cubicBezTo>
                  <a:cubicBezTo>
                    <a:pt x="139407" y="1526"/>
                    <a:pt x="141409" y="1545"/>
                    <a:pt x="143411" y="1564"/>
                  </a:cubicBezTo>
                  <a:cubicBezTo>
                    <a:pt x="144766" y="1572"/>
                    <a:pt x="146122" y="1578"/>
                    <a:pt x="147477" y="1584"/>
                  </a:cubicBezTo>
                  <a:cubicBezTo>
                    <a:pt x="150804" y="1601"/>
                    <a:pt x="154130" y="1627"/>
                    <a:pt x="157456" y="1657"/>
                  </a:cubicBezTo>
                  <a:cubicBezTo>
                    <a:pt x="157490" y="23543"/>
                    <a:pt x="157517" y="45429"/>
                    <a:pt x="157532" y="67315"/>
                  </a:cubicBezTo>
                  <a:cubicBezTo>
                    <a:pt x="157534" y="69896"/>
                    <a:pt x="157536" y="72477"/>
                    <a:pt x="157538" y="75058"/>
                  </a:cubicBezTo>
                  <a:cubicBezTo>
                    <a:pt x="157538" y="75572"/>
                    <a:pt x="157539" y="76086"/>
                    <a:pt x="157539" y="76616"/>
                  </a:cubicBezTo>
                  <a:cubicBezTo>
                    <a:pt x="157546" y="84947"/>
                    <a:pt x="157557" y="93278"/>
                    <a:pt x="157571" y="101610"/>
                  </a:cubicBezTo>
                  <a:cubicBezTo>
                    <a:pt x="157585" y="110153"/>
                    <a:pt x="157593" y="118695"/>
                    <a:pt x="157596" y="127238"/>
                  </a:cubicBezTo>
                  <a:cubicBezTo>
                    <a:pt x="157598" y="132039"/>
                    <a:pt x="157603" y="136839"/>
                    <a:pt x="157614" y="141640"/>
                  </a:cubicBezTo>
                  <a:cubicBezTo>
                    <a:pt x="157624" y="146153"/>
                    <a:pt x="157627" y="150666"/>
                    <a:pt x="157625" y="155179"/>
                  </a:cubicBezTo>
                  <a:cubicBezTo>
                    <a:pt x="157625" y="156841"/>
                    <a:pt x="157628" y="158503"/>
                    <a:pt x="157634" y="160164"/>
                  </a:cubicBezTo>
                  <a:cubicBezTo>
                    <a:pt x="157641" y="162422"/>
                    <a:pt x="157639" y="164680"/>
                    <a:pt x="157635" y="166938"/>
                  </a:cubicBezTo>
                  <a:cubicBezTo>
                    <a:pt x="157640" y="167605"/>
                    <a:pt x="157644" y="168272"/>
                    <a:pt x="157648" y="168958"/>
                  </a:cubicBezTo>
                  <a:cubicBezTo>
                    <a:pt x="157641" y="170491"/>
                    <a:pt x="157557" y="172024"/>
                    <a:pt x="157456" y="173554"/>
                  </a:cubicBezTo>
                  <a:cubicBezTo>
                    <a:pt x="156965" y="173799"/>
                    <a:pt x="156474" y="174045"/>
                    <a:pt x="155968" y="174298"/>
                  </a:cubicBezTo>
                  <a:cubicBezTo>
                    <a:pt x="155690" y="175740"/>
                    <a:pt x="155690" y="175740"/>
                    <a:pt x="155660" y="177463"/>
                  </a:cubicBezTo>
                  <a:cubicBezTo>
                    <a:pt x="155617" y="178416"/>
                    <a:pt x="155617" y="178416"/>
                    <a:pt x="155573" y="179389"/>
                  </a:cubicBezTo>
                  <a:cubicBezTo>
                    <a:pt x="155550" y="180057"/>
                    <a:pt x="155527" y="180725"/>
                    <a:pt x="155503" y="181414"/>
                  </a:cubicBezTo>
                  <a:cubicBezTo>
                    <a:pt x="155460" y="182420"/>
                    <a:pt x="155460" y="182420"/>
                    <a:pt x="155416" y="183447"/>
                  </a:cubicBezTo>
                  <a:cubicBezTo>
                    <a:pt x="155345" y="185110"/>
                    <a:pt x="155282" y="186773"/>
                    <a:pt x="155224" y="188436"/>
                  </a:cubicBezTo>
                  <a:cubicBezTo>
                    <a:pt x="154242" y="188436"/>
                    <a:pt x="153259" y="188436"/>
                    <a:pt x="152247" y="188436"/>
                  </a:cubicBezTo>
                  <a:cubicBezTo>
                    <a:pt x="152273" y="189055"/>
                    <a:pt x="152299" y="189674"/>
                    <a:pt x="152326" y="190311"/>
                  </a:cubicBezTo>
                  <a:cubicBezTo>
                    <a:pt x="152346" y="191120"/>
                    <a:pt x="152366" y="191929"/>
                    <a:pt x="152387" y="192762"/>
                  </a:cubicBezTo>
                  <a:cubicBezTo>
                    <a:pt x="152413" y="193565"/>
                    <a:pt x="152439" y="194367"/>
                    <a:pt x="152465" y="195195"/>
                  </a:cubicBezTo>
                  <a:cubicBezTo>
                    <a:pt x="152220" y="197641"/>
                    <a:pt x="151831" y="198076"/>
                    <a:pt x="150015" y="199598"/>
                  </a:cubicBezTo>
                  <a:cubicBezTo>
                    <a:pt x="149750" y="200835"/>
                    <a:pt x="149500" y="202075"/>
                    <a:pt x="149271" y="203319"/>
                  </a:cubicBezTo>
                  <a:cubicBezTo>
                    <a:pt x="148780" y="203565"/>
                    <a:pt x="148288" y="203810"/>
                    <a:pt x="147782" y="204063"/>
                  </a:cubicBezTo>
                  <a:cubicBezTo>
                    <a:pt x="147552" y="204800"/>
                    <a:pt x="147322" y="205537"/>
                    <a:pt x="147085" y="206296"/>
                  </a:cubicBezTo>
                  <a:cubicBezTo>
                    <a:pt x="146824" y="207032"/>
                    <a:pt x="146563" y="207769"/>
                    <a:pt x="146294" y="208528"/>
                  </a:cubicBezTo>
                  <a:cubicBezTo>
                    <a:pt x="145557" y="208774"/>
                    <a:pt x="144821" y="209019"/>
                    <a:pt x="144062" y="209272"/>
                  </a:cubicBezTo>
                  <a:cubicBezTo>
                    <a:pt x="143876" y="211164"/>
                    <a:pt x="143876" y="211164"/>
                    <a:pt x="144062" y="212993"/>
                  </a:cubicBezTo>
                  <a:cubicBezTo>
                    <a:pt x="143325" y="212993"/>
                    <a:pt x="142588" y="212993"/>
                    <a:pt x="141829" y="212993"/>
                  </a:cubicBezTo>
                  <a:cubicBezTo>
                    <a:pt x="141707" y="213607"/>
                    <a:pt x="141584" y="214221"/>
                    <a:pt x="141457" y="214853"/>
                  </a:cubicBezTo>
                  <a:cubicBezTo>
                    <a:pt x="141334" y="215467"/>
                    <a:pt x="141212" y="216081"/>
                    <a:pt x="141085" y="216714"/>
                  </a:cubicBezTo>
                  <a:cubicBezTo>
                    <a:pt x="140348" y="216714"/>
                    <a:pt x="139612" y="216714"/>
                    <a:pt x="138853" y="216714"/>
                  </a:cubicBezTo>
                  <a:cubicBezTo>
                    <a:pt x="138853" y="217696"/>
                    <a:pt x="138853" y="218678"/>
                    <a:pt x="138853" y="219690"/>
                  </a:cubicBezTo>
                  <a:cubicBezTo>
                    <a:pt x="137870" y="219690"/>
                    <a:pt x="136888" y="219690"/>
                    <a:pt x="135876" y="219690"/>
                  </a:cubicBezTo>
                  <a:cubicBezTo>
                    <a:pt x="135006" y="221494"/>
                    <a:pt x="135006" y="221494"/>
                    <a:pt x="134388" y="223411"/>
                  </a:cubicBezTo>
                  <a:cubicBezTo>
                    <a:pt x="133897" y="223657"/>
                    <a:pt x="133406" y="223902"/>
                    <a:pt x="132900" y="224155"/>
                  </a:cubicBezTo>
                  <a:cubicBezTo>
                    <a:pt x="132654" y="224892"/>
                    <a:pt x="132408" y="225628"/>
                    <a:pt x="132155" y="226388"/>
                  </a:cubicBezTo>
                  <a:cubicBezTo>
                    <a:pt x="131542" y="226495"/>
                    <a:pt x="130928" y="226602"/>
                    <a:pt x="130295" y="226713"/>
                  </a:cubicBezTo>
                  <a:cubicBezTo>
                    <a:pt x="129681" y="226851"/>
                    <a:pt x="129067" y="226989"/>
                    <a:pt x="128435" y="227132"/>
                  </a:cubicBezTo>
                  <a:cubicBezTo>
                    <a:pt x="128179" y="228122"/>
                    <a:pt x="127932" y="229114"/>
                    <a:pt x="127691" y="230108"/>
                  </a:cubicBezTo>
                  <a:cubicBezTo>
                    <a:pt x="126461" y="230631"/>
                    <a:pt x="125221" y="231127"/>
                    <a:pt x="123970" y="231596"/>
                  </a:cubicBezTo>
                  <a:cubicBezTo>
                    <a:pt x="123724" y="232333"/>
                    <a:pt x="123479" y="233070"/>
                    <a:pt x="123226" y="233829"/>
                  </a:cubicBezTo>
                  <a:cubicBezTo>
                    <a:pt x="121486" y="234177"/>
                    <a:pt x="119811" y="234204"/>
                    <a:pt x="118040" y="234271"/>
                  </a:cubicBezTo>
                  <a:cubicBezTo>
                    <a:pt x="117541" y="234371"/>
                    <a:pt x="117042" y="234470"/>
                    <a:pt x="116529" y="234573"/>
                  </a:cubicBezTo>
                  <a:cubicBezTo>
                    <a:pt x="116283" y="235310"/>
                    <a:pt x="116037" y="236046"/>
                    <a:pt x="115784" y="236805"/>
                  </a:cubicBezTo>
                  <a:cubicBezTo>
                    <a:pt x="113738" y="237271"/>
                    <a:pt x="113738" y="237271"/>
                    <a:pt x="111320" y="237550"/>
                  </a:cubicBezTo>
                  <a:cubicBezTo>
                    <a:pt x="109285" y="237769"/>
                    <a:pt x="109285" y="237769"/>
                    <a:pt x="107599" y="238294"/>
                  </a:cubicBezTo>
                  <a:cubicBezTo>
                    <a:pt x="107353" y="239030"/>
                    <a:pt x="107108" y="239767"/>
                    <a:pt x="106855" y="240526"/>
                  </a:cubicBezTo>
                  <a:cubicBezTo>
                    <a:pt x="104990" y="240815"/>
                    <a:pt x="104990" y="240815"/>
                    <a:pt x="102479" y="240827"/>
                  </a:cubicBezTo>
                  <a:cubicBezTo>
                    <a:pt x="101074" y="240841"/>
                    <a:pt x="101074" y="240841"/>
                    <a:pt x="99642" y="240855"/>
                  </a:cubicBezTo>
                  <a:cubicBezTo>
                    <a:pt x="98612" y="240854"/>
                    <a:pt x="97583" y="240852"/>
                    <a:pt x="96553" y="240849"/>
                  </a:cubicBezTo>
                  <a:cubicBezTo>
                    <a:pt x="95505" y="240852"/>
                    <a:pt x="94457" y="240856"/>
                    <a:pt x="93408" y="240861"/>
                  </a:cubicBezTo>
                  <a:cubicBezTo>
                    <a:pt x="91209" y="240867"/>
                    <a:pt x="89009" y="240865"/>
                    <a:pt x="86810" y="240858"/>
                  </a:cubicBezTo>
                  <a:cubicBezTo>
                    <a:pt x="83984" y="240850"/>
                    <a:pt x="81159" y="240865"/>
                    <a:pt x="78334" y="240886"/>
                  </a:cubicBezTo>
                  <a:cubicBezTo>
                    <a:pt x="76169" y="240900"/>
                    <a:pt x="74003" y="240900"/>
                    <a:pt x="71838" y="240896"/>
                  </a:cubicBezTo>
                  <a:cubicBezTo>
                    <a:pt x="70796" y="240895"/>
                    <a:pt x="69754" y="240900"/>
                    <a:pt x="68712" y="240909"/>
                  </a:cubicBezTo>
                  <a:cubicBezTo>
                    <a:pt x="67258" y="240920"/>
                    <a:pt x="65804" y="240910"/>
                    <a:pt x="64350" y="240900"/>
                  </a:cubicBezTo>
                  <a:cubicBezTo>
                    <a:pt x="63521" y="240899"/>
                    <a:pt x="62692" y="240899"/>
                    <a:pt x="61838" y="240899"/>
                  </a:cubicBezTo>
                  <a:cubicBezTo>
                    <a:pt x="61223" y="240776"/>
                    <a:pt x="60608" y="240653"/>
                    <a:pt x="59974" y="240526"/>
                  </a:cubicBezTo>
                  <a:cubicBezTo>
                    <a:pt x="59463" y="239038"/>
                    <a:pt x="59463" y="239038"/>
                    <a:pt x="59230" y="237550"/>
                  </a:cubicBezTo>
                  <a:cubicBezTo>
                    <a:pt x="56994" y="237104"/>
                    <a:pt x="56994" y="237104"/>
                    <a:pt x="54393" y="237131"/>
                  </a:cubicBezTo>
                  <a:cubicBezTo>
                    <a:pt x="51719" y="237082"/>
                    <a:pt x="51719" y="237082"/>
                    <a:pt x="49556" y="236805"/>
                  </a:cubicBezTo>
                  <a:cubicBezTo>
                    <a:pt x="49188" y="235700"/>
                    <a:pt x="49188" y="235700"/>
                    <a:pt x="48812" y="234573"/>
                  </a:cubicBezTo>
                  <a:cubicBezTo>
                    <a:pt x="47428" y="234221"/>
                    <a:pt x="47428" y="234221"/>
                    <a:pt x="45835" y="234201"/>
                  </a:cubicBezTo>
                  <a:cubicBezTo>
                    <a:pt x="44207" y="234131"/>
                    <a:pt x="44207" y="234131"/>
                    <a:pt x="42859" y="233829"/>
                  </a:cubicBezTo>
                  <a:cubicBezTo>
                    <a:pt x="42490" y="232724"/>
                    <a:pt x="42490" y="232724"/>
                    <a:pt x="42114" y="231596"/>
                  </a:cubicBezTo>
                  <a:cubicBezTo>
                    <a:pt x="40986" y="231251"/>
                    <a:pt x="40986" y="231251"/>
                    <a:pt x="39836" y="230899"/>
                  </a:cubicBezTo>
                  <a:cubicBezTo>
                    <a:pt x="39114" y="230638"/>
                    <a:pt x="38393" y="230377"/>
                    <a:pt x="37650" y="230108"/>
                  </a:cubicBezTo>
                  <a:cubicBezTo>
                    <a:pt x="37650" y="229126"/>
                    <a:pt x="37650" y="228144"/>
                    <a:pt x="37650" y="227132"/>
                  </a:cubicBezTo>
                  <a:cubicBezTo>
                    <a:pt x="37066" y="227193"/>
                    <a:pt x="36483" y="227254"/>
                    <a:pt x="35882" y="227318"/>
                  </a:cubicBezTo>
                  <a:cubicBezTo>
                    <a:pt x="35238" y="227256"/>
                    <a:pt x="34593" y="227195"/>
                    <a:pt x="33929" y="227132"/>
                  </a:cubicBezTo>
                  <a:cubicBezTo>
                    <a:pt x="33138" y="225829"/>
                    <a:pt x="33138" y="225829"/>
                    <a:pt x="32441" y="224155"/>
                  </a:cubicBezTo>
                  <a:cubicBezTo>
                    <a:pt x="31919" y="223633"/>
                    <a:pt x="31397" y="223111"/>
                    <a:pt x="30859" y="222574"/>
                  </a:cubicBezTo>
                  <a:cubicBezTo>
                    <a:pt x="29464" y="221179"/>
                    <a:pt x="29464" y="221179"/>
                    <a:pt x="29464" y="219690"/>
                  </a:cubicBezTo>
                  <a:cubicBezTo>
                    <a:pt x="28727" y="219690"/>
                    <a:pt x="27991" y="219690"/>
                    <a:pt x="27232" y="219690"/>
                  </a:cubicBezTo>
                  <a:cubicBezTo>
                    <a:pt x="26984" y="218450"/>
                    <a:pt x="26736" y="217210"/>
                    <a:pt x="26488" y="215970"/>
                  </a:cubicBezTo>
                  <a:cubicBezTo>
                    <a:pt x="25751" y="215970"/>
                    <a:pt x="25014" y="215970"/>
                    <a:pt x="24255" y="215970"/>
                  </a:cubicBezTo>
                  <a:cubicBezTo>
                    <a:pt x="24000" y="214979"/>
                    <a:pt x="23752" y="213987"/>
                    <a:pt x="23511" y="212993"/>
                  </a:cubicBezTo>
                  <a:cubicBezTo>
                    <a:pt x="22774" y="212747"/>
                    <a:pt x="22038" y="212502"/>
                    <a:pt x="21279" y="212249"/>
                  </a:cubicBezTo>
                  <a:cubicBezTo>
                    <a:pt x="20767" y="209970"/>
                    <a:pt x="20767" y="209970"/>
                    <a:pt x="20534" y="207784"/>
                  </a:cubicBezTo>
                  <a:cubicBezTo>
                    <a:pt x="19798" y="207784"/>
                    <a:pt x="19061" y="207784"/>
                    <a:pt x="18302" y="207784"/>
                  </a:cubicBezTo>
                  <a:cubicBezTo>
                    <a:pt x="18210" y="206940"/>
                    <a:pt x="18118" y="206096"/>
                    <a:pt x="18023" y="205226"/>
                  </a:cubicBezTo>
                  <a:cubicBezTo>
                    <a:pt x="17869" y="204351"/>
                    <a:pt x="17716" y="203476"/>
                    <a:pt x="17558" y="202575"/>
                  </a:cubicBezTo>
                  <a:cubicBezTo>
                    <a:pt x="17067" y="202329"/>
                    <a:pt x="16576" y="202084"/>
                    <a:pt x="16070" y="201831"/>
                  </a:cubicBezTo>
                  <a:cubicBezTo>
                    <a:pt x="15902" y="200323"/>
                    <a:pt x="15739" y="198814"/>
                    <a:pt x="15654" y="197299"/>
                  </a:cubicBezTo>
                  <a:cubicBezTo>
                    <a:pt x="15427" y="195577"/>
                    <a:pt x="15427" y="195577"/>
                    <a:pt x="13093" y="194389"/>
                  </a:cubicBezTo>
                  <a:cubicBezTo>
                    <a:pt x="12752" y="191868"/>
                    <a:pt x="12718" y="189394"/>
                    <a:pt x="12651" y="186852"/>
                  </a:cubicBezTo>
                  <a:cubicBezTo>
                    <a:pt x="12551" y="186147"/>
                    <a:pt x="12452" y="185442"/>
                    <a:pt x="12349" y="184716"/>
                  </a:cubicBezTo>
                  <a:cubicBezTo>
                    <a:pt x="11612" y="184470"/>
                    <a:pt x="10875" y="184225"/>
                    <a:pt x="10116" y="183972"/>
                  </a:cubicBezTo>
                  <a:cubicBezTo>
                    <a:pt x="9795" y="182043"/>
                    <a:pt x="9795" y="182043"/>
                    <a:pt x="9736" y="179504"/>
                  </a:cubicBezTo>
                  <a:cubicBezTo>
                    <a:pt x="9709" y="178600"/>
                    <a:pt x="9683" y="177696"/>
                    <a:pt x="9656" y="176764"/>
                  </a:cubicBezTo>
                  <a:cubicBezTo>
                    <a:pt x="9631" y="175336"/>
                    <a:pt x="9631" y="175336"/>
                    <a:pt x="9605" y="173879"/>
                  </a:cubicBezTo>
                  <a:cubicBezTo>
                    <a:pt x="9579" y="172924"/>
                    <a:pt x="9554" y="171969"/>
                    <a:pt x="9528" y="170985"/>
                  </a:cubicBezTo>
                  <a:cubicBezTo>
                    <a:pt x="9466" y="168617"/>
                    <a:pt x="9415" y="166249"/>
                    <a:pt x="9372" y="163880"/>
                  </a:cubicBezTo>
                  <a:cubicBezTo>
                    <a:pt x="8881" y="163880"/>
                    <a:pt x="8390" y="163880"/>
                    <a:pt x="7884" y="163880"/>
                  </a:cubicBezTo>
                  <a:cubicBezTo>
                    <a:pt x="7884" y="110346"/>
                    <a:pt x="7884" y="56813"/>
                    <a:pt x="7884" y="1657"/>
                  </a:cubicBezTo>
                  <a:close/>
                </a:path>
              </a:pathLst>
            </a:custGeom>
            <a:grpFill/>
            <a:ln w="744" cap="flat">
              <a:noFill/>
              <a:prstDash val="solid"/>
              <a:miter/>
            </a:ln>
          </p:spPr>
          <p:txBody>
            <a:bodyPr rtlCol="0" anchor="ctr"/>
            <a:lstStyle/>
            <a:p>
              <a:endParaRPr lang="zh-CN" altLang="en-US"/>
            </a:p>
          </p:txBody>
        </p:sp>
        <p:sp>
          <p:nvSpPr>
            <p:cNvPr id="137" name="任意多边形: 形状 136"/>
            <p:cNvSpPr/>
            <p:nvPr/>
          </p:nvSpPr>
          <p:spPr>
            <a:xfrm>
              <a:off x="8881219" y="1388802"/>
              <a:ext cx="169259" cy="243416"/>
            </a:xfrm>
            <a:custGeom>
              <a:avLst/>
              <a:gdLst>
                <a:gd name="connsiteX0" fmla="*/ 81899 w 169259"/>
                <a:gd name="connsiteY0" fmla="*/ 1913 h 243416"/>
                <a:gd name="connsiteX1" fmla="*/ 85797 w 169259"/>
                <a:gd name="connsiteY1" fmla="*/ 1527 h 243416"/>
                <a:gd name="connsiteX2" fmla="*/ 88318 w 169259"/>
                <a:gd name="connsiteY2" fmla="*/ 1499 h 243416"/>
                <a:gd name="connsiteX3" fmla="*/ 91061 w 169259"/>
                <a:gd name="connsiteY3" fmla="*/ 1517 h 243416"/>
                <a:gd name="connsiteX4" fmla="*/ 93855 w 169259"/>
                <a:gd name="connsiteY4" fmla="*/ 1509 h 243416"/>
                <a:gd name="connsiteX5" fmla="*/ 99718 w 169259"/>
                <a:gd name="connsiteY5" fmla="*/ 1525 h 243416"/>
                <a:gd name="connsiteX6" fmla="*/ 107248 w 169259"/>
                <a:gd name="connsiteY6" fmla="*/ 1514 h 243416"/>
                <a:gd name="connsiteX7" fmla="*/ 114409 w 169259"/>
                <a:gd name="connsiteY7" fmla="*/ 1517 h 243416"/>
                <a:gd name="connsiteX8" fmla="*/ 117152 w 169259"/>
                <a:gd name="connsiteY8" fmla="*/ 1499 h 243416"/>
                <a:gd name="connsiteX9" fmla="*/ 119673 w 169259"/>
                <a:gd name="connsiteY9" fmla="*/ 1527 h 243416"/>
                <a:gd name="connsiteX10" fmla="*/ 121904 w 169259"/>
                <a:gd name="connsiteY10" fmla="*/ 1535 h 243416"/>
                <a:gd name="connsiteX11" fmla="*/ 123571 w 169259"/>
                <a:gd name="connsiteY11" fmla="*/ 1913 h 243416"/>
                <a:gd name="connsiteX12" fmla="*/ 124315 w 169259"/>
                <a:gd name="connsiteY12" fmla="*/ 4889 h 243416"/>
                <a:gd name="connsiteX13" fmla="*/ 129152 w 169259"/>
                <a:gd name="connsiteY13" fmla="*/ 5308 h 243416"/>
                <a:gd name="connsiteX14" fmla="*/ 133989 w 169259"/>
                <a:gd name="connsiteY14" fmla="*/ 5633 h 243416"/>
                <a:gd name="connsiteX15" fmla="*/ 134733 w 169259"/>
                <a:gd name="connsiteY15" fmla="*/ 7866 h 243416"/>
                <a:gd name="connsiteX16" fmla="*/ 137337 w 169259"/>
                <a:gd name="connsiteY16" fmla="*/ 8191 h 243416"/>
                <a:gd name="connsiteX17" fmla="*/ 139942 w 169259"/>
                <a:gd name="connsiteY17" fmla="*/ 8610 h 243416"/>
                <a:gd name="connsiteX18" fmla="*/ 140686 w 169259"/>
                <a:gd name="connsiteY18" fmla="*/ 11586 h 243416"/>
                <a:gd name="connsiteX19" fmla="*/ 145151 w 169259"/>
                <a:gd name="connsiteY19" fmla="*/ 12331 h 243416"/>
                <a:gd name="connsiteX20" fmla="*/ 146639 w 169259"/>
                <a:gd name="connsiteY20" fmla="*/ 15307 h 243416"/>
                <a:gd name="connsiteX21" fmla="*/ 148499 w 169259"/>
                <a:gd name="connsiteY21" fmla="*/ 15679 h 243416"/>
                <a:gd name="connsiteX22" fmla="*/ 150360 w 169259"/>
                <a:gd name="connsiteY22" fmla="*/ 16051 h 243416"/>
                <a:gd name="connsiteX23" fmla="*/ 151848 w 169259"/>
                <a:gd name="connsiteY23" fmla="*/ 19028 h 243416"/>
                <a:gd name="connsiteX24" fmla="*/ 153057 w 169259"/>
                <a:gd name="connsiteY24" fmla="*/ 20237 h 243416"/>
                <a:gd name="connsiteX25" fmla="*/ 154081 w 169259"/>
                <a:gd name="connsiteY25" fmla="*/ 22749 h 243416"/>
                <a:gd name="connsiteX26" fmla="*/ 156313 w 169259"/>
                <a:gd name="connsiteY26" fmla="*/ 22749 h 243416"/>
                <a:gd name="connsiteX27" fmla="*/ 157057 w 169259"/>
                <a:gd name="connsiteY27" fmla="*/ 26469 h 243416"/>
                <a:gd name="connsiteX28" fmla="*/ 159290 w 169259"/>
                <a:gd name="connsiteY28" fmla="*/ 26469 h 243416"/>
                <a:gd name="connsiteX29" fmla="*/ 160778 w 169259"/>
                <a:gd name="connsiteY29" fmla="*/ 29446 h 243416"/>
                <a:gd name="connsiteX30" fmla="*/ 162266 w 169259"/>
                <a:gd name="connsiteY30" fmla="*/ 30190 h 243416"/>
                <a:gd name="connsiteX31" fmla="*/ 163754 w 169259"/>
                <a:gd name="connsiteY31" fmla="*/ 33166 h 243416"/>
                <a:gd name="connsiteX32" fmla="*/ 165243 w 169259"/>
                <a:gd name="connsiteY32" fmla="*/ 33911 h 243416"/>
                <a:gd name="connsiteX33" fmla="*/ 165987 w 169259"/>
                <a:gd name="connsiteY33" fmla="*/ 38375 h 243416"/>
                <a:gd name="connsiteX34" fmla="*/ 168219 w 169259"/>
                <a:gd name="connsiteY34" fmla="*/ 38375 h 243416"/>
                <a:gd name="connsiteX35" fmla="*/ 168452 w 169259"/>
                <a:gd name="connsiteY35" fmla="*/ 40840 h 243416"/>
                <a:gd name="connsiteX36" fmla="*/ 171196 w 169259"/>
                <a:gd name="connsiteY36" fmla="*/ 45817 h 243416"/>
                <a:gd name="connsiteX37" fmla="*/ 171940 w 169259"/>
                <a:gd name="connsiteY37" fmla="*/ 48793 h 243416"/>
                <a:gd name="connsiteX38" fmla="*/ 173428 w 169259"/>
                <a:gd name="connsiteY38" fmla="*/ 49538 h 243416"/>
                <a:gd name="connsiteX39" fmla="*/ 173844 w 169259"/>
                <a:gd name="connsiteY39" fmla="*/ 54723 h 243416"/>
                <a:gd name="connsiteX40" fmla="*/ 174172 w 169259"/>
                <a:gd name="connsiteY40" fmla="*/ 56235 h 243416"/>
                <a:gd name="connsiteX41" fmla="*/ 176405 w 169259"/>
                <a:gd name="connsiteY41" fmla="*/ 56979 h 243416"/>
                <a:gd name="connsiteX42" fmla="*/ 176847 w 169259"/>
                <a:gd name="connsiteY42" fmla="*/ 62746 h 243416"/>
                <a:gd name="connsiteX43" fmla="*/ 177149 w 169259"/>
                <a:gd name="connsiteY43" fmla="*/ 64420 h 243416"/>
                <a:gd name="connsiteX44" fmla="*/ 179381 w 169259"/>
                <a:gd name="connsiteY44" fmla="*/ 65165 h 243416"/>
                <a:gd name="connsiteX45" fmla="*/ 179707 w 169259"/>
                <a:gd name="connsiteY45" fmla="*/ 68839 h 243416"/>
                <a:gd name="connsiteX46" fmla="*/ 179750 w 169259"/>
                <a:gd name="connsiteY46" fmla="*/ 70859 h 243416"/>
                <a:gd name="connsiteX47" fmla="*/ 178059 w 169259"/>
                <a:gd name="connsiteY47" fmla="*/ 73586 h 243416"/>
                <a:gd name="connsiteX48" fmla="*/ 173428 w 169259"/>
                <a:gd name="connsiteY48" fmla="*/ 74094 h 243416"/>
                <a:gd name="connsiteX49" fmla="*/ 173428 w 169259"/>
                <a:gd name="connsiteY49" fmla="*/ 77071 h 243416"/>
                <a:gd name="connsiteX50" fmla="*/ 162266 w 169259"/>
                <a:gd name="connsiteY50" fmla="*/ 77071 h 243416"/>
                <a:gd name="connsiteX51" fmla="*/ 162266 w 169259"/>
                <a:gd name="connsiteY51" fmla="*/ 80791 h 243416"/>
                <a:gd name="connsiteX52" fmla="*/ 155987 w 169259"/>
                <a:gd name="connsiteY52" fmla="*/ 80838 h 243416"/>
                <a:gd name="connsiteX53" fmla="*/ 154178 w 169259"/>
                <a:gd name="connsiteY53" fmla="*/ 80857 h 243416"/>
                <a:gd name="connsiteX54" fmla="*/ 149616 w 169259"/>
                <a:gd name="connsiteY54" fmla="*/ 80791 h 243416"/>
                <a:gd name="connsiteX55" fmla="*/ 148409 w 169259"/>
                <a:gd name="connsiteY55" fmla="*/ 73118 h 243416"/>
                <a:gd name="connsiteX56" fmla="*/ 148127 w 169259"/>
                <a:gd name="connsiteY56" fmla="*/ 71118 h 243416"/>
                <a:gd name="connsiteX57" fmla="*/ 146639 w 169259"/>
                <a:gd name="connsiteY57" fmla="*/ 70374 h 243416"/>
                <a:gd name="connsiteX58" fmla="*/ 146223 w 169259"/>
                <a:gd name="connsiteY58" fmla="*/ 65842 h 243416"/>
                <a:gd name="connsiteX59" fmla="*/ 143663 w 169259"/>
                <a:gd name="connsiteY59" fmla="*/ 62932 h 243416"/>
                <a:gd name="connsiteX60" fmla="*/ 143290 w 169259"/>
                <a:gd name="connsiteY60" fmla="*/ 60281 h 243416"/>
                <a:gd name="connsiteX61" fmla="*/ 142918 w 169259"/>
                <a:gd name="connsiteY61" fmla="*/ 57723 h 243416"/>
                <a:gd name="connsiteX62" fmla="*/ 140686 w 169259"/>
                <a:gd name="connsiteY62" fmla="*/ 56979 h 243416"/>
                <a:gd name="connsiteX63" fmla="*/ 140686 w 169259"/>
                <a:gd name="connsiteY63" fmla="*/ 53258 h 243416"/>
                <a:gd name="connsiteX64" fmla="*/ 138454 w 169259"/>
                <a:gd name="connsiteY64" fmla="*/ 52514 h 243416"/>
                <a:gd name="connsiteX65" fmla="*/ 138454 w 169259"/>
                <a:gd name="connsiteY65" fmla="*/ 49538 h 243416"/>
                <a:gd name="connsiteX66" fmla="*/ 136221 w 169259"/>
                <a:gd name="connsiteY66" fmla="*/ 48793 h 243416"/>
                <a:gd name="connsiteX67" fmla="*/ 135849 w 169259"/>
                <a:gd name="connsiteY67" fmla="*/ 47259 h 243416"/>
                <a:gd name="connsiteX68" fmla="*/ 135477 w 169259"/>
                <a:gd name="connsiteY68" fmla="*/ 45817 h 243416"/>
                <a:gd name="connsiteX69" fmla="*/ 133245 w 169259"/>
                <a:gd name="connsiteY69" fmla="*/ 45817 h 243416"/>
                <a:gd name="connsiteX70" fmla="*/ 133012 w 169259"/>
                <a:gd name="connsiteY70" fmla="*/ 44329 h 243416"/>
                <a:gd name="connsiteX71" fmla="*/ 132500 w 169259"/>
                <a:gd name="connsiteY71" fmla="*/ 42840 h 243416"/>
                <a:gd name="connsiteX72" fmla="*/ 130268 w 169259"/>
                <a:gd name="connsiteY72" fmla="*/ 42840 h 243416"/>
                <a:gd name="connsiteX73" fmla="*/ 128036 w 169259"/>
                <a:gd name="connsiteY73" fmla="*/ 42840 h 243416"/>
                <a:gd name="connsiteX74" fmla="*/ 127291 w 169259"/>
                <a:gd name="connsiteY74" fmla="*/ 39864 h 243416"/>
                <a:gd name="connsiteX75" fmla="*/ 125059 w 169259"/>
                <a:gd name="connsiteY75" fmla="*/ 39864 h 243416"/>
                <a:gd name="connsiteX76" fmla="*/ 122827 w 169259"/>
                <a:gd name="connsiteY76" fmla="*/ 39864 h 243416"/>
                <a:gd name="connsiteX77" fmla="*/ 122641 w 169259"/>
                <a:gd name="connsiteY77" fmla="*/ 38399 h 243416"/>
                <a:gd name="connsiteX78" fmla="*/ 122082 w 169259"/>
                <a:gd name="connsiteY78" fmla="*/ 36887 h 243416"/>
                <a:gd name="connsiteX79" fmla="*/ 116873 w 169259"/>
                <a:gd name="connsiteY79" fmla="*/ 36515 h 243416"/>
                <a:gd name="connsiteX80" fmla="*/ 111664 w 169259"/>
                <a:gd name="connsiteY80" fmla="*/ 36143 h 243416"/>
                <a:gd name="connsiteX81" fmla="*/ 111374 w 169259"/>
                <a:gd name="connsiteY81" fmla="*/ 34658 h 243416"/>
                <a:gd name="connsiteX82" fmla="*/ 110920 w 169259"/>
                <a:gd name="connsiteY82" fmla="*/ 33166 h 243416"/>
                <a:gd name="connsiteX83" fmla="*/ 107293 w 169259"/>
                <a:gd name="connsiteY83" fmla="*/ 32771 h 243416"/>
                <a:gd name="connsiteX84" fmla="*/ 105072 w 169259"/>
                <a:gd name="connsiteY84" fmla="*/ 32760 h 243416"/>
                <a:gd name="connsiteX85" fmla="*/ 102735 w 169259"/>
                <a:gd name="connsiteY85" fmla="*/ 32794 h 243416"/>
                <a:gd name="connsiteX86" fmla="*/ 100398 w 169259"/>
                <a:gd name="connsiteY86" fmla="*/ 32760 h 243416"/>
                <a:gd name="connsiteX87" fmla="*/ 98177 w 169259"/>
                <a:gd name="connsiteY87" fmla="*/ 32771 h 243416"/>
                <a:gd name="connsiteX88" fmla="*/ 96125 w 169259"/>
                <a:gd name="connsiteY88" fmla="*/ 32781 h 243416"/>
                <a:gd name="connsiteX89" fmla="*/ 94549 w 169259"/>
                <a:gd name="connsiteY89" fmla="*/ 33166 h 243416"/>
                <a:gd name="connsiteX90" fmla="*/ 93805 w 169259"/>
                <a:gd name="connsiteY90" fmla="*/ 36143 h 243416"/>
                <a:gd name="connsiteX91" fmla="*/ 86640 w 169259"/>
                <a:gd name="connsiteY91" fmla="*/ 36506 h 243416"/>
                <a:gd name="connsiteX92" fmla="*/ 82643 w 169259"/>
                <a:gd name="connsiteY92" fmla="*/ 36887 h 243416"/>
                <a:gd name="connsiteX93" fmla="*/ 81899 w 169259"/>
                <a:gd name="connsiteY93" fmla="*/ 39864 h 243416"/>
                <a:gd name="connsiteX94" fmla="*/ 76713 w 169259"/>
                <a:gd name="connsiteY94" fmla="*/ 39678 h 243416"/>
                <a:gd name="connsiteX95" fmla="*/ 75202 w 169259"/>
                <a:gd name="connsiteY95" fmla="*/ 39864 h 243416"/>
                <a:gd name="connsiteX96" fmla="*/ 74457 w 169259"/>
                <a:gd name="connsiteY96" fmla="*/ 42840 h 243416"/>
                <a:gd name="connsiteX97" fmla="*/ 69993 w 169259"/>
                <a:gd name="connsiteY97" fmla="*/ 43584 h 243416"/>
                <a:gd name="connsiteX98" fmla="*/ 69248 w 169259"/>
                <a:gd name="connsiteY98" fmla="*/ 46561 h 243416"/>
                <a:gd name="connsiteX99" fmla="*/ 67016 w 169259"/>
                <a:gd name="connsiteY99" fmla="*/ 47305 h 243416"/>
                <a:gd name="connsiteX100" fmla="*/ 65528 w 169259"/>
                <a:gd name="connsiteY100" fmla="*/ 49538 h 243416"/>
                <a:gd name="connsiteX101" fmla="*/ 64039 w 169259"/>
                <a:gd name="connsiteY101" fmla="*/ 49538 h 243416"/>
                <a:gd name="connsiteX102" fmla="*/ 63807 w 169259"/>
                <a:gd name="connsiteY102" fmla="*/ 50793 h 243416"/>
                <a:gd name="connsiteX103" fmla="*/ 59575 w 169259"/>
                <a:gd name="connsiteY103" fmla="*/ 56235 h 243416"/>
                <a:gd name="connsiteX104" fmla="*/ 58086 w 169259"/>
                <a:gd name="connsiteY104" fmla="*/ 59211 h 243416"/>
                <a:gd name="connsiteX105" fmla="*/ 56598 w 169259"/>
                <a:gd name="connsiteY105" fmla="*/ 59956 h 243416"/>
                <a:gd name="connsiteX106" fmla="*/ 56226 w 169259"/>
                <a:gd name="connsiteY106" fmla="*/ 61816 h 243416"/>
                <a:gd name="connsiteX107" fmla="*/ 55854 w 169259"/>
                <a:gd name="connsiteY107" fmla="*/ 63676 h 243416"/>
                <a:gd name="connsiteX108" fmla="*/ 54366 w 169259"/>
                <a:gd name="connsiteY108" fmla="*/ 64420 h 243416"/>
                <a:gd name="connsiteX109" fmla="*/ 53901 w 169259"/>
                <a:gd name="connsiteY109" fmla="*/ 67443 h 243416"/>
                <a:gd name="connsiteX110" fmla="*/ 53622 w 169259"/>
                <a:gd name="connsiteY110" fmla="*/ 70374 h 243416"/>
                <a:gd name="connsiteX111" fmla="*/ 51389 w 169259"/>
                <a:gd name="connsiteY111" fmla="*/ 70374 h 243416"/>
                <a:gd name="connsiteX112" fmla="*/ 51305 w 169259"/>
                <a:gd name="connsiteY112" fmla="*/ 72301 h 243416"/>
                <a:gd name="connsiteX113" fmla="*/ 51157 w 169259"/>
                <a:gd name="connsiteY113" fmla="*/ 74792 h 243416"/>
                <a:gd name="connsiteX114" fmla="*/ 51026 w 169259"/>
                <a:gd name="connsiteY114" fmla="*/ 77277 h 243416"/>
                <a:gd name="connsiteX115" fmla="*/ 50645 w 169259"/>
                <a:gd name="connsiteY115" fmla="*/ 79303 h 243416"/>
                <a:gd name="connsiteX116" fmla="*/ 48413 w 169259"/>
                <a:gd name="connsiteY116" fmla="*/ 80047 h 243416"/>
                <a:gd name="connsiteX117" fmla="*/ 47901 w 169259"/>
                <a:gd name="connsiteY117" fmla="*/ 85303 h 243416"/>
                <a:gd name="connsiteX118" fmla="*/ 47753 w 169259"/>
                <a:gd name="connsiteY118" fmla="*/ 88213 h 243416"/>
                <a:gd name="connsiteX119" fmla="*/ 47668 w 169259"/>
                <a:gd name="connsiteY119" fmla="*/ 90465 h 243416"/>
                <a:gd name="connsiteX120" fmla="*/ 46180 w 169259"/>
                <a:gd name="connsiteY120" fmla="*/ 90465 h 243416"/>
                <a:gd name="connsiteX121" fmla="*/ 46103 w 169259"/>
                <a:gd name="connsiteY121" fmla="*/ 115168 h 243416"/>
                <a:gd name="connsiteX122" fmla="*/ 46068 w 169259"/>
                <a:gd name="connsiteY122" fmla="*/ 126637 h 243416"/>
                <a:gd name="connsiteX123" fmla="*/ 46039 w 169259"/>
                <a:gd name="connsiteY123" fmla="*/ 137696 h 243416"/>
                <a:gd name="connsiteX124" fmla="*/ 46023 w 169259"/>
                <a:gd name="connsiteY124" fmla="*/ 141925 h 243416"/>
                <a:gd name="connsiteX125" fmla="*/ 46011 w 169259"/>
                <a:gd name="connsiteY125" fmla="*/ 147826 h 243416"/>
                <a:gd name="connsiteX126" fmla="*/ 45995 w 169259"/>
                <a:gd name="connsiteY126" fmla="*/ 149611 h 243416"/>
                <a:gd name="connsiteX127" fmla="*/ 46180 w 169259"/>
                <a:gd name="connsiteY127" fmla="*/ 153717 h 243416"/>
                <a:gd name="connsiteX128" fmla="*/ 47668 w 169259"/>
                <a:gd name="connsiteY128" fmla="*/ 154461 h 243416"/>
                <a:gd name="connsiteX129" fmla="*/ 48024 w 169259"/>
                <a:gd name="connsiteY129" fmla="*/ 162106 h 243416"/>
                <a:gd name="connsiteX130" fmla="*/ 48413 w 169259"/>
                <a:gd name="connsiteY130" fmla="*/ 166368 h 243416"/>
                <a:gd name="connsiteX131" fmla="*/ 50645 w 169259"/>
                <a:gd name="connsiteY131" fmla="*/ 167112 h 243416"/>
                <a:gd name="connsiteX132" fmla="*/ 51157 w 169259"/>
                <a:gd name="connsiteY132" fmla="*/ 171623 h 243416"/>
                <a:gd name="connsiteX133" fmla="*/ 51305 w 169259"/>
                <a:gd name="connsiteY133" fmla="*/ 174114 h 243416"/>
                <a:gd name="connsiteX134" fmla="*/ 51389 w 169259"/>
                <a:gd name="connsiteY134" fmla="*/ 176041 h 243416"/>
                <a:gd name="connsiteX135" fmla="*/ 53622 w 169259"/>
                <a:gd name="connsiteY135" fmla="*/ 176041 h 243416"/>
                <a:gd name="connsiteX136" fmla="*/ 53622 w 169259"/>
                <a:gd name="connsiteY136" fmla="*/ 182739 h 243416"/>
                <a:gd name="connsiteX137" fmla="*/ 55854 w 169259"/>
                <a:gd name="connsiteY137" fmla="*/ 182739 h 243416"/>
                <a:gd name="connsiteX138" fmla="*/ 56598 w 169259"/>
                <a:gd name="connsiteY138" fmla="*/ 186459 h 243416"/>
                <a:gd name="connsiteX139" fmla="*/ 58831 w 169259"/>
                <a:gd name="connsiteY139" fmla="*/ 188692 h 243416"/>
                <a:gd name="connsiteX140" fmla="*/ 63415 w 169259"/>
                <a:gd name="connsiteY140" fmla="*/ 195093 h 243416"/>
                <a:gd name="connsiteX141" fmla="*/ 66272 w 169259"/>
                <a:gd name="connsiteY141" fmla="*/ 197622 h 243416"/>
                <a:gd name="connsiteX142" fmla="*/ 67016 w 169259"/>
                <a:gd name="connsiteY142" fmla="*/ 199854 h 243416"/>
                <a:gd name="connsiteX143" fmla="*/ 68504 w 169259"/>
                <a:gd name="connsiteY143" fmla="*/ 200226 h 243416"/>
                <a:gd name="connsiteX144" fmla="*/ 69993 w 169259"/>
                <a:gd name="connsiteY144" fmla="*/ 200598 h 243416"/>
                <a:gd name="connsiteX145" fmla="*/ 70737 w 169259"/>
                <a:gd name="connsiteY145" fmla="*/ 202831 h 243416"/>
                <a:gd name="connsiteX146" fmla="*/ 72969 w 169259"/>
                <a:gd name="connsiteY146" fmla="*/ 203156 h 243416"/>
                <a:gd name="connsiteX147" fmla="*/ 75202 w 169259"/>
                <a:gd name="connsiteY147" fmla="*/ 203575 h 243416"/>
                <a:gd name="connsiteX148" fmla="*/ 75481 w 169259"/>
                <a:gd name="connsiteY148" fmla="*/ 205063 h 243416"/>
                <a:gd name="connsiteX149" fmla="*/ 75946 w 169259"/>
                <a:gd name="connsiteY149" fmla="*/ 206551 h 243416"/>
                <a:gd name="connsiteX150" fmla="*/ 80550 w 169259"/>
                <a:gd name="connsiteY150" fmla="*/ 207019 h 243416"/>
                <a:gd name="connsiteX151" fmla="*/ 81899 w 169259"/>
                <a:gd name="connsiteY151" fmla="*/ 207295 h 243416"/>
                <a:gd name="connsiteX152" fmla="*/ 82643 w 169259"/>
                <a:gd name="connsiteY152" fmla="*/ 209528 h 243416"/>
                <a:gd name="connsiteX153" fmla="*/ 90736 w 169259"/>
                <a:gd name="connsiteY153" fmla="*/ 209897 h 243416"/>
                <a:gd name="connsiteX154" fmla="*/ 93061 w 169259"/>
                <a:gd name="connsiteY154" fmla="*/ 210272 h 243416"/>
                <a:gd name="connsiteX155" fmla="*/ 93372 w 169259"/>
                <a:gd name="connsiteY155" fmla="*/ 211759 h 243416"/>
                <a:gd name="connsiteX156" fmla="*/ 93805 w 169259"/>
                <a:gd name="connsiteY156" fmla="*/ 213248 h 243416"/>
                <a:gd name="connsiteX157" fmla="*/ 97107 w 169259"/>
                <a:gd name="connsiteY157" fmla="*/ 213644 h 243416"/>
                <a:gd name="connsiteX158" fmla="*/ 99125 w 169259"/>
                <a:gd name="connsiteY158" fmla="*/ 213655 h 243416"/>
                <a:gd name="connsiteX159" fmla="*/ 101247 w 169259"/>
                <a:gd name="connsiteY159" fmla="*/ 213621 h 243416"/>
                <a:gd name="connsiteX160" fmla="*/ 103368 w 169259"/>
                <a:gd name="connsiteY160" fmla="*/ 213655 h 243416"/>
                <a:gd name="connsiteX161" fmla="*/ 105386 w 169259"/>
                <a:gd name="connsiteY161" fmla="*/ 213644 h 243416"/>
                <a:gd name="connsiteX162" fmla="*/ 107249 w 169259"/>
                <a:gd name="connsiteY162" fmla="*/ 213634 h 243416"/>
                <a:gd name="connsiteX163" fmla="*/ 108688 w 169259"/>
                <a:gd name="connsiteY163" fmla="*/ 213248 h 243416"/>
                <a:gd name="connsiteX164" fmla="*/ 109432 w 169259"/>
                <a:gd name="connsiteY164" fmla="*/ 210272 h 243416"/>
                <a:gd name="connsiteX165" fmla="*/ 114641 w 169259"/>
                <a:gd name="connsiteY165" fmla="*/ 209853 h 243416"/>
                <a:gd name="connsiteX166" fmla="*/ 119850 w 169259"/>
                <a:gd name="connsiteY166" fmla="*/ 209528 h 243416"/>
                <a:gd name="connsiteX167" fmla="*/ 120594 w 169259"/>
                <a:gd name="connsiteY167" fmla="*/ 207295 h 243416"/>
                <a:gd name="connsiteX168" fmla="*/ 125271 w 169259"/>
                <a:gd name="connsiteY168" fmla="*/ 206272 h 243416"/>
                <a:gd name="connsiteX169" fmla="*/ 126547 w 169259"/>
                <a:gd name="connsiteY169" fmla="*/ 205807 h 243416"/>
                <a:gd name="connsiteX170" fmla="*/ 126547 w 169259"/>
                <a:gd name="connsiteY170" fmla="*/ 203575 h 243416"/>
                <a:gd name="connsiteX171" fmla="*/ 130268 w 169259"/>
                <a:gd name="connsiteY171" fmla="*/ 202831 h 243416"/>
                <a:gd name="connsiteX172" fmla="*/ 131012 w 169259"/>
                <a:gd name="connsiteY172" fmla="*/ 200598 h 243416"/>
                <a:gd name="connsiteX173" fmla="*/ 134733 w 169259"/>
                <a:gd name="connsiteY173" fmla="*/ 199110 h 243416"/>
                <a:gd name="connsiteX174" fmla="*/ 135477 w 169259"/>
                <a:gd name="connsiteY174" fmla="*/ 196877 h 243416"/>
                <a:gd name="connsiteX175" fmla="*/ 137709 w 169259"/>
                <a:gd name="connsiteY175" fmla="*/ 196133 h 243416"/>
                <a:gd name="connsiteX176" fmla="*/ 138454 w 169259"/>
                <a:gd name="connsiteY176" fmla="*/ 193157 h 243416"/>
                <a:gd name="connsiteX177" fmla="*/ 139942 w 169259"/>
                <a:gd name="connsiteY177" fmla="*/ 192413 h 243416"/>
                <a:gd name="connsiteX178" fmla="*/ 140267 w 169259"/>
                <a:gd name="connsiteY178" fmla="*/ 191017 h 243416"/>
                <a:gd name="connsiteX179" fmla="*/ 142918 w 169259"/>
                <a:gd name="connsiteY179" fmla="*/ 187204 h 243416"/>
                <a:gd name="connsiteX180" fmla="*/ 143709 w 169259"/>
                <a:gd name="connsiteY180" fmla="*/ 185622 h 243416"/>
                <a:gd name="connsiteX181" fmla="*/ 145895 w 169259"/>
                <a:gd name="connsiteY181" fmla="*/ 183483 h 243416"/>
                <a:gd name="connsiteX182" fmla="*/ 146267 w 169259"/>
                <a:gd name="connsiteY182" fmla="*/ 180506 h 243416"/>
                <a:gd name="connsiteX183" fmla="*/ 146639 w 169259"/>
                <a:gd name="connsiteY183" fmla="*/ 177530 h 243416"/>
                <a:gd name="connsiteX184" fmla="*/ 148127 w 169259"/>
                <a:gd name="connsiteY184" fmla="*/ 176786 h 243416"/>
                <a:gd name="connsiteX185" fmla="*/ 148543 w 169259"/>
                <a:gd name="connsiteY185" fmla="*/ 170437 h 243416"/>
                <a:gd name="connsiteX186" fmla="*/ 148872 w 169259"/>
                <a:gd name="connsiteY186" fmla="*/ 168600 h 243416"/>
                <a:gd name="connsiteX187" fmla="*/ 151104 w 169259"/>
                <a:gd name="connsiteY187" fmla="*/ 167856 h 243416"/>
                <a:gd name="connsiteX188" fmla="*/ 151616 w 169259"/>
                <a:gd name="connsiteY188" fmla="*/ 161856 h 243416"/>
                <a:gd name="connsiteX189" fmla="*/ 151693 w 169259"/>
                <a:gd name="connsiteY189" fmla="*/ 160146 h 243416"/>
                <a:gd name="connsiteX190" fmla="*/ 151848 w 169259"/>
                <a:gd name="connsiteY190" fmla="*/ 155950 h 243416"/>
                <a:gd name="connsiteX191" fmla="*/ 158080 w 169259"/>
                <a:gd name="connsiteY191" fmla="*/ 155764 h 243416"/>
                <a:gd name="connsiteX192" fmla="*/ 159871 w 169259"/>
                <a:gd name="connsiteY192" fmla="*/ 155688 h 243416"/>
                <a:gd name="connsiteX193" fmla="*/ 164498 w 169259"/>
                <a:gd name="connsiteY193" fmla="*/ 155950 h 243416"/>
                <a:gd name="connsiteX194" fmla="*/ 165987 w 169259"/>
                <a:gd name="connsiteY194" fmla="*/ 158926 h 243416"/>
                <a:gd name="connsiteX195" fmla="*/ 170917 w 169259"/>
                <a:gd name="connsiteY195" fmla="*/ 159112 h 243416"/>
                <a:gd name="connsiteX196" fmla="*/ 173597 w 169259"/>
                <a:gd name="connsiteY196" fmla="*/ 159031 h 243416"/>
                <a:gd name="connsiteX197" fmla="*/ 175661 w 169259"/>
                <a:gd name="connsiteY197" fmla="*/ 158926 h 243416"/>
                <a:gd name="connsiteX198" fmla="*/ 175661 w 169259"/>
                <a:gd name="connsiteY198" fmla="*/ 162647 h 243416"/>
                <a:gd name="connsiteX199" fmla="*/ 181614 w 169259"/>
                <a:gd name="connsiteY199" fmla="*/ 162647 h 243416"/>
                <a:gd name="connsiteX200" fmla="*/ 181707 w 169259"/>
                <a:gd name="connsiteY200" fmla="*/ 168181 h 243416"/>
                <a:gd name="connsiteX201" fmla="*/ 181745 w 169259"/>
                <a:gd name="connsiteY201" fmla="*/ 169776 h 243416"/>
                <a:gd name="connsiteX202" fmla="*/ 181614 w 169259"/>
                <a:gd name="connsiteY202" fmla="*/ 173809 h 243416"/>
                <a:gd name="connsiteX203" fmla="*/ 180125 w 169259"/>
                <a:gd name="connsiteY203" fmla="*/ 174553 h 243416"/>
                <a:gd name="connsiteX204" fmla="*/ 179474 w 169259"/>
                <a:gd name="connsiteY204" fmla="*/ 181064 h 243416"/>
                <a:gd name="connsiteX205" fmla="*/ 179381 w 169259"/>
                <a:gd name="connsiteY205" fmla="*/ 183483 h 243416"/>
                <a:gd name="connsiteX206" fmla="*/ 177149 w 169259"/>
                <a:gd name="connsiteY206" fmla="*/ 184227 h 243416"/>
                <a:gd name="connsiteX207" fmla="*/ 176637 w 169259"/>
                <a:gd name="connsiteY207" fmla="*/ 187994 h 243416"/>
                <a:gd name="connsiteX208" fmla="*/ 176489 w 169259"/>
                <a:gd name="connsiteY208" fmla="*/ 190067 h 243416"/>
                <a:gd name="connsiteX209" fmla="*/ 176405 w 169259"/>
                <a:gd name="connsiteY209" fmla="*/ 191668 h 243416"/>
                <a:gd name="connsiteX210" fmla="*/ 174172 w 169259"/>
                <a:gd name="connsiteY210" fmla="*/ 191668 h 243416"/>
                <a:gd name="connsiteX211" fmla="*/ 173893 w 169259"/>
                <a:gd name="connsiteY211" fmla="*/ 194598 h 243416"/>
                <a:gd name="connsiteX212" fmla="*/ 173428 w 169259"/>
                <a:gd name="connsiteY212" fmla="*/ 197622 h 243416"/>
                <a:gd name="connsiteX213" fmla="*/ 171940 w 169259"/>
                <a:gd name="connsiteY213" fmla="*/ 198366 h 243416"/>
                <a:gd name="connsiteX214" fmla="*/ 170824 w 169259"/>
                <a:gd name="connsiteY214" fmla="*/ 201017 h 243416"/>
                <a:gd name="connsiteX215" fmla="*/ 169707 w 169259"/>
                <a:gd name="connsiteY215" fmla="*/ 203575 h 243416"/>
                <a:gd name="connsiteX216" fmla="*/ 168219 w 169259"/>
                <a:gd name="connsiteY216" fmla="*/ 203575 h 243416"/>
                <a:gd name="connsiteX217" fmla="*/ 168359 w 169259"/>
                <a:gd name="connsiteY217" fmla="*/ 205389 h 243416"/>
                <a:gd name="connsiteX218" fmla="*/ 168219 w 169259"/>
                <a:gd name="connsiteY218" fmla="*/ 207295 h 243416"/>
                <a:gd name="connsiteX219" fmla="*/ 165987 w 169259"/>
                <a:gd name="connsiteY219" fmla="*/ 208040 h 243416"/>
                <a:gd name="connsiteX220" fmla="*/ 164498 w 169259"/>
                <a:gd name="connsiteY220" fmla="*/ 213248 h 243416"/>
                <a:gd name="connsiteX221" fmla="*/ 163010 w 169259"/>
                <a:gd name="connsiteY221" fmla="*/ 213993 h 243416"/>
                <a:gd name="connsiteX222" fmla="*/ 162266 w 169259"/>
                <a:gd name="connsiteY222" fmla="*/ 216225 h 243416"/>
                <a:gd name="connsiteX223" fmla="*/ 160034 w 169259"/>
                <a:gd name="connsiteY223" fmla="*/ 217713 h 243416"/>
                <a:gd name="connsiteX224" fmla="*/ 159290 w 169259"/>
                <a:gd name="connsiteY224" fmla="*/ 219946 h 243416"/>
                <a:gd name="connsiteX225" fmla="*/ 157057 w 169259"/>
                <a:gd name="connsiteY225" fmla="*/ 222178 h 243416"/>
                <a:gd name="connsiteX226" fmla="*/ 155894 w 169259"/>
                <a:gd name="connsiteY226" fmla="*/ 223434 h 243416"/>
                <a:gd name="connsiteX227" fmla="*/ 153336 w 169259"/>
                <a:gd name="connsiteY227" fmla="*/ 224411 h 243416"/>
                <a:gd name="connsiteX228" fmla="*/ 153057 w 169259"/>
                <a:gd name="connsiteY228" fmla="*/ 225852 h 243416"/>
                <a:gd name="connsiteX229" fmla="*/ 152592 w 169259"/>
                <a:gd name="connsiteY229" fmla="*/ 227387 h 243416"/>
                <a:gd name="connsiteX230" fmla="*/ 149616 w 169259"/>
                <a:gd name="connsiteY230" fmla="*/ 228131 h 243416"/>
                <a:gd name="connsiteX231" fmla="*/ 149244 w 169259"/>
                <a:gd name="connsiteY231" fmla="*/ 229620 h 243416"/>
                <a:gd name="connsiteX232" fmla="*/ 148872 w 169259"/>
                <a:gd name="connsiteY232" fmla="*/ 231108 h 243416"/>
                <a:gd name="connsiteX233" fmla="*/ 145895 w 169259"/>
                <a:gd name="connsiteY233" fmla="*/ 231852 h 243416"/>
                <a:gd name="connsiteX234" fmla="*/ 145151 w 169259"/>
                <a:gd name="connsiteY234" fmla="*/ 234084 h 243416"/>
                <a:gd name="connsiteX235" fmla="*/ 142918 w 169259"/>
                <a:gd name="connsiteY235" fmla="*/ 234410 h 243416"/>
                <a:gd name="connsiteX236" fmla="*/ 140686 w 169259"/>
                <a:gd name="connsiteY236" fmla="*/ 234829 h 243416"/>
                <a:gd name="connsiteX237" fmla="*/ 140360 w 169259"/>
                <a:gd name="connsiteY237" fmla="*/ 236317 h 243416"/>
                <a:gd name="connsiteX238" fmla="*/ 139942 w 169259"/>
                <a:gd name="connsiteY238" fmla="*/ 237805 h 243416"/>
                <a:gd name="connsiteX239" fmla="*/ 134733 w 169259"/>
                <a:gd name="connsiteY239" fmla="*/ 238549 h 243416"/>
                <a:gd name="connsiteX240" fmla="*/ 133989 w 169259"/>
                <a:gd name="connsiteY240" fmla="*/ 240782 h 243416"/>
                <a:gd name="connsiteX241" fmla="*/ 126478 w 169259"/>
                <a:gd name="connsiteY241" fmla="*/ 241151 h 243416"/>
                <a:gd name="connsiteX242" fmla="*/ 124315 w 169259"/>
                <a:gd name="connsiteY242" fmla="*/ 241526 h 243416"/>
                <a:gd name="connsiteX243" fmla="*/ 124068 w 169259"/>
                <a:gd name="connsiteY243" fmla="*/ 243013 h 243416"/>
                <a:gd name="connsiteX244" fmla="*/ 123571 w 169259"/>
                <a:gd name="connsiteY244" fmla="*/ 244502 h 243416"/>
                <a:gd name="connsiteX245" fmla="*/ 119399 w 169259"/>
                <a:gd name="connsiteY245" fmla="*/ 244888 h 243416"/>
                <a:gd name="connsiteX246" fmla="*/ 116698 w 169259"/>
                <a:gd name="connsiteY246" fmla="*/ 244916 h 243416"/>
                <a:gd name="connsiteX247" fmla="*/ 113757 w 169259"/>
                <a:gd name="connsiteY247" fmla="*/ 244898 h 243416"/>
                <a:gd name="connsiteX248" fmla="*/ 110763 w 169259"/>
                <a:gd name="connsiteY248" fmla="*/ 244906 h 243416"/>
                <a:gd name="connsiteX249" fmla="*/ 104480 w 169259"/>
                <a:gd name="connsiteY249" fmla="*/ 244890 h 243416"/>
                <a:gd name="connsiteX250" fmla="*/ 96409 w 169259"/>
                <a:gd name="connsiteY250" fmla="*/ 244901 h 243416"/>
                <a:gd name="connsiteX251" fmla="*/ 90223 w 169259"/>
                <a:gd name="connsiteY251" fmla="*/ 244901 h 243416"/>
                <a:gd name="connsiteX252" fmla="*/ 85795 w 169259"/>
                <a:gd name="connsiteY252" fmla="*/ 244916 h 243416"/>
                <a:gd name="connsiteX253" fmla="*/ 83094 w 169259"/>
                <a:gd name="connsiteY253" fmla="*/ 244888 h 243416"/>
                <a:gd name="connsiteX254" fmla="*/ 80702 w 169259"/>
                <a:gd name="connsiteY254" fmla="*/ 244880 h 243416"/>
                <a:gd name="connsiteX255" fmla="*/ 78922 w 169259"/>
                <a:gd name="connsiteY255" fmla="*/ 244502 h 243416"/>
                <a:gd name="connsiteX256" fmla="*/ 78178 w 169259"/>
                <a:gd name="connsiteY256" fmla="*/ 241526 h 243416"/>
                <a:gd name="connsiteX257" fmla="*/ 73341 w 169259"/>
                <a:gd name="connsiteY257" fmla="*/ 241107 h 243416"/>
                <a:gd name="connsiteX258" fmla="*/ 68504 w 169259"/>
                <a:gd name="connsiteY258" fmla="*/ 240782 h 243416"/>
                <a:gd name="connsiteX259" fmla="*/ 67760 w 169259"/>
                <a:gd name="connsiteY259" fmla="*/ 238549 h 243416"/>
                <a:gd name="connsiteX260" fmla="*/ 64737 w 169259"/>
                <a:gd name="connsiteY260" fmla="*/ 238038 h 243416"/>
                <a:gd name="connsiteX261" fmla="*/ 61807 w 169259"/>
                <a:gd name="connsiteY261" fmla="*/ 237805 h 243416"/>
                <a:gd name="connsiteX262" fmla="*/ 61807 w 169259"/>
                <a:gd name="connsiteY262" fmla="*/ 234829 h 243416"/>
                <a:gd name="connsiteX263" fmla="*/ 59249 w 169259"/>
                <a:gd name="connsiteY263" fmla="*/ 234596 h 243416"/>
                <a:gd name="connsiteX264" fmla="*/ 56598 w 169259"/>
                <a:gd name="connsiteY264" fmla="*/ 234084 h 243416"/>
                <a:gd name="connsiteX265" fmla="*/ 55854 w 169259"/>
                <a:gd name="connsiteY265" fmla="*/ 231852 h 243416"/>
                <a:gd name="connsiteX266" fmla="*/ 53622 w 169259"/>
                <a:gd name="connsiteY266" fmla="*/ 231108 h 243416"/>
                <a:gd name="connsiteX267" fmla="*/ 51389 w 169259"/>
                <a:gd name="connsiteY267" fmla="*/ 230364 h 243416"/>
                <a:gd name="connsiteX268" fmla="*/ 50645 w 169259"/>
                <a:gd name="connsiteY268" fmla="*/ 228131 h 243416"/>
                <a:gd name="connsiteX269" fmla="*/ 48413 w 169259"/>
                <a:gd name="connsiteY269" fmla="*/ 227387 h 243416"/>
                <a:gd name="connsiteX270" fmla="*/ 46924 w 169259"/>
                <a:gd name="connsiteY270" fmla="*/ 224411 h 243416"/>
                <a:gd name="connsiteX271" fmla="*/ 44692 w 169259"/>
                <a:gd name="connsiteY271" fmla="*/ 223666 h 243416"/>
                <a:gd name="connsiteX272" fmla="*/ 43948 w 169259"/>
                <a:gd name="connsiteY272" fmla="*/ 221434 h 243416"/>
                <a:gd name="connsiteX273" fmla="*/ 42134 w 169259"/>
                <a:gd name="connsiteY273" fmla="*/ 219620 h 243416"/>
                <a:gd name="connsiteX274" fmla="*/ 38739 w 169259"/>
                <a:gd name="connsiteY274" fmla="*/ 214737 h 243416"/>
                <a:gd name="connsiteX275" fmla="*/ 37250 w 169259"/>
                <a:gd name="connsiteY275" fmla="*/ 214737 h 243416"/>
                <a:gd name="connsiteX276" fmla="*/ 36925 w 169259"/>
                <a:gd name="connsiteY276" fmla="*/ 212876 h 243416"/>
                <a:gd name="connsiteX277" fmla="*/ 36506 w 169259"/>
                <a:gd name="connsiteY277" fmla="*/ 211016 h 243416"/>
                <a:gd name="connsiteX278" fmla="*/ 34274 w 169259"/>
                <a:gd name="connsiteY278" fmla="*/ 211016 h 243416"/>
                <a:gd name="connsiteX279" fmla="*/ 34041 w 169259"/>
                <a:gd name="connsiteY279" fmla="*/ 208923 h 243416"/>
                <a:gd name="connsiteX280" fmla="*/ 31297 w 169259"/>
                <a:gd name="connsiteY280" fmla="*/ 204319 h 243416"/>
                <a:gd name="connsiteX281" fmla="*/ 30553 w 169259"/>
                <a:gd name="connsiteY281" fmla="*/ 202086 h 243416"/>
                <a:gd name="connsiteX282" fmla="*/ 29065 w 169259"/>
                <a:gd name="connsiteY282" fmla="*/ 201342 h 243416"/>
                <a:gd name="connsiteX283" fmla="*/ 27577 w 169259"/>
                <a:gd name="connsiteY283" fmla="*/ 196133 h 243416"/>
                <a:gd name="connsiteX284" fmla="*/ 26088 w 169259"/>
                <a:gd name="connsiteY284" fmla="*/ 195389 h 243416"/>
                <a:gd name="connsiteX285" fmla="*/ 25673 w 169259"/>
                <a:gd name="connsiteY285" fmla="*/ 190785 h 243416"/>
                <a:gd name="connsiteX286" fmla="*/ 25344 w 169259"/>
                <a:gd name="connsiteY286" fmla="*/ 189436 h 243416"/>
                <a:gd name="connsiteX287" fmla="*/ 23112 w 169259"/>
                <a:gd name="connsiteY287" fmla="*/ 188692 h 243416"/>
                <a:gd name="connsiteX288" fmla="*/ 22693 w 169259"/>
                <a:gd name="connsiteY288" fmla="*/ 185343 h 243416"/>
                <a:gd name="connsiteX289" fmla="*/ 22368 w 169259"/>
                <a:gd name="connsiteY289" fmla="*/ 181995 h 243416"/>
                <a:gd name="connsiteX290" fmla="*/ 20879 w 169259"/>
                <a:gd name="connsiteY290" fmla="*/ 181250 h 243416"/>
                <a:gd name="connsiteX291" fmla="*/ 20464 w 169259"/>
                <a:gd name="connsiteY291" fmla="*/ 174321 h 243416"/>
                <a:gd name="connsiteX292" fmla="*/ 20135 w 169259"/>
                <a:gd name="connsiteY292" fmla="*/ 172321 h 243416"/>
                <a:gd name="connsiteX293" fmla="*/ 17903 w 169259"/>
                <a:gd name="connsiteY293" fmla="*/ 171577 h 243416"/>
                <a:gd name="connsiteX294" fmla="*/ 17522 w 169259"/>
                <a:gd name="connsiteY294" fmla="*/ 168574 h 243416"/>
                <a:gd name="connsiteX295" fmla="*/ 17442 w 169259"/>
                <a:gd name="connsiteY295" fmla="*/ 166750 h 243416"/>
                <a:gd name="connsiteX296" fmla="*/ 17391 w 169259"/>
                <a:gd name="connsiteY296" fmla="*/ 164833 h 243416"/>
                <a:gd name="connsiteX297" fmla="*/ 17314 w 169259"/>
                <a:gd name="connsiteY297" fmla="*/ 162907 h 243416"/>
                <a:gd name="connsiteX298" fmla="*/ 17159 w 169259"/>
                <a:gd name="connsiteY298" fmla="*/ 158182 h 243416"/>
                <a:gd name="connsiteX299" fmla="*/ 14926 w 169259"/>
                <a:gd name="connsiteY299" fmla="*/ 158926 h 243416"/>
                <a:gd name="connsiteX300" fmla="*/ 14882 w 169259"/>
                <a:gd name="connsiteY300" fmla="*/ 157230 h 243416"/>
                <a:gd name="connsiteX301" fmla="*/ 14647 w 169259"/>
                <a:gd name="connsiteY301" fmla="*/ 149671 h 243416"/>
                <a:gd name="connsiteX302" fmla="*/ 14577 w 169259"/>
                <a:gd name="connsiteY302" fmla="*/ 147001 h 243416"/>
                <a:gd name="connsiteX303" fmla="*/ 14490 w 169259"/>
                <a:gd name="connsiteY303" fmla="*/ 144465 h 243416"/>
                <a:gd name="connsiteX304" fmla="*/ 14419 w 169259"/>
                <a:gd name="connsiteY304" fmla="*/ 142115 h 243416"/>
                <a:gd name="connsiteX305" fmla="*/ 14182 w 169259"/>
                <a:gd name="connsiteY305" fmla="*/ 140323 h 243416"/>
                <a:gd name="connsiteX306" fmla="*/ 12694 w 169259"/>
                <a:gd name="connsiteY306" fmla="*/ 139579 h 243416"/>
                <a:gd name="connsiteX307" fmla="*/ 12501 w 169259"/>
                <a:gd name="connsiteY307" fmla="*/ 136227 h 243416"/>
                <a:gd name="connsiteX308" fmla="*/ 12487 w 169259"/>
                <a:gd name="connsiteY308" fmla="*/ 134067 h 243416"/>
                <a:gd name="connsiteX309" fmla="*/ 12496 w 169259"/>
                <a:gd name="connsiteY309" fmla="*/ 131719 h 243416"/>
                <a:gd name="connsiteX310" fmla="*/ 12492 w 169259"/>
                <a:gd name="connsiteY310" fmla="*/ 129325 h 243416"/>
                <a:gd name="connsiteX311" fmla="*/ 12500 w 169259"/>
                <a:gd name="connsiteY311" fmla="*/ 124303 h 243416"/>
                <a:gd name="connsiteX312" fmla="*/ 12490 w 169259"/>
                <a:gd name="connsiteY312" fmla="*/ 116586 h 243416"/>
                <a:gd name="connsiteX313" fmla="*/ 12496 w 169259"/>
                <a:gd name="connsiteY313" fmla="*/ 111720 h 243416"/>
                <a:gd name="connsiteX314" fmla="*/ 12487 w 169259"/>
                <a:gd name="connsiteY314" fmla="*/ 109371 h 243416"/>
                <a:gd name="connsiteX315" fmla="*/ 12501 w 169259"/>
                <a:gd name="connsiteY315" fmla="*/ 107211 h 243416"/>
                <a:gd name="connsiteX316" fmla="*/ 12505 w 169259"/>
                <a:gd name="connsiteY316" fmla="*/ 105300 h 243416"/>
                <a:gd name="connsiteX317" fmla="*/ 12694 w 169259"/>
                <a:gd name="connsiteY317" fmla="*/ 103860 h 243416"/>
                <a:gd name="connsiteX318" fmla="*/ 14182 w 169259"/>
                <a:gd name="connsiteY318" fmla="*/ 103116 h 243416"/>
                <a:gd name="connsiteX319" fmla="*/ 14412 w 169259"/>
                <a:gd name="connsiteY319" fmla="*/ 99000 h 243416"/>
                <a:gd name="connsiteX320" fmla="*/ 14468 w 169259"/>
                <a:gd name="connsiteY320" fmla="*/ 96474 h 243416"/>
                <a:gd name="connsiteX321" fmla="*/ 14538 w 169259"/>
                <a:gd name="connsiteY321" fmla="*/ 91154 h 243416"/>
                <a:gd name="connsiteX322" fmla="*/ 14598 w 169259"/>
                <a:gd name="connsiteY322" fmla="*/ 88628 h 243416"/>
                <a:gd name="connsiteX323" fmla="*/ 14628 w 169259"/>
                <a:gd name="connsiteY323" fmla="*/ 86293 h 243416"/>
                <a:gd name="connsiteX324" fmla="*/ 14926 w 169259"/>
                <a:gd name="connsiteY324" fmla="*/ 84512 h 243416"/>
                <a:gd name="connsiteX325" fmla="*/ 17159 w 169259"/>
                <a:gd name="connsiteY325" fmla="*/ 83768 h 243416"/>
                <a:gd name="connsiteX326" fmla="*/ 17531 w 169259"/>
                <a:gd name="connsiteY326" fmla="*/ 78280 h 243416"/>
                <a:gd name="connsiteX327" fmla="*/ 19010 w 169259"/>
                <a:gd name="connsiteY327" fmla="*/ 71353 h 243416"/>
                <a:gd name="connsiteX328" fmla="*/ 20135 w 169259"/>
                <a:gd name="connsiteY328" fmla="*/ 70374 h 243416"/>
                <a:gd name="connsiteX329" fmla="*/ 20647 w 169259"/>
                <a:gd name="connsiteY329" fmla="*/ 66885 h 243416"/>
                <a:gd name="connsiteX330" fmla="*/ 20795 w 169259"/>
                <a:gd name="connsiteY330" fmla="*/ 65063 h 243416"/>
                <a:gd name="connsiteX331" fmla="*/ 20879 w 169259"/>
                <a:gd name="connsiteY331" fmla="*/ 63676 h 243416"/>
                <a:gd name="connsiteX332" fmla="*/ 23112 w 169259"/>
                <a:gd name="connsiteY332" fmla="*/ 63676 h 243416"/>
                <a:gd name="connsiteX333" fmla="*/ 22972 w 169259"/>
                <a:gd name="connsiteY333" fmla="*/ 60793 h 243416"/>
                <a:gd name="connsiteX334" fmla="*/ 23112 w 169259"/>
                <a:gd name="connsiteY334" fmla="*/ 57723 h 243416"/>
                <a:gd name="connsiteX335" fmla="*/ 25344 w 169259"/>
                <a:gd name="connsiteY335" fmla="*/ 56235 h 243416"/>
                <a:gd name="connsiteX336" fmla="*/ 25716 w 169259"/>
                <a:gd name="connsiteY336" fmla="*/ 53584 h 243416"/>
                <a:gd name="connsiteX337" fmla="*/ 26088 w 169259"/>
                <a:gd name="connsiteY337" fmla="*/ 51026 h 243416"/>
                <a:gd name="connsiteX338" fmla="*/ 28321 w 169259"/>
                <a:gd name="connsiteY338" fmla="*/ 50282 h 243416"/>
                <a:gd name="connsiteX339" fmla="*/ 29065 w 169259"/>
                <a:gd name="connsiteY339" fmla="*/ 45073 h 243416"/>
                <a:gd name="connsiteX340" fmla="*/ 31297 w 169259"/>
                <a:gd name="connsiteY340" fmla="*/ 42840 h 243416"/>
                <a:gd name="connsiteX341" fmla="*/ 32041 w 169259"/>
                <a:gd name="connsiteY341" fmla="*/ 40608 h 243416"/>
                <a:gd name="connsiteX342" fmla="*/ 35437 w 169259"/>
                <a:gd name="connsiteY342" fmla="*/ 37306 h 243416"/>
                <a:gd name="connsiteX343" fmla="*/ 37297 w 169259"/>
                <a:gd name="connsiteY343" fmla="*/ 34562 h 243416"/>
                <a:gd name="connsiteX344" fmla="*/ 39483 w 169259"/>
                <a:gd name="connsiteY344" fmla="*/ 32422 h 243416"/>
                <a:gd name="connsiteX345" fmla="*/ 40227 w 169259"/>
                <a:gd name="connsiteY345" fmla="*/ 30190 h 243416"/>
                <a:gd name="connsiteX346" fmla="*/ 42459 w 169259"/>
                <a:gd name="connsiteY346" fmla="*/ 28702 h 243416"/>
                <a:gd name="connsiteX347" fmla="*/ 43204 w 169259"/>
                <a:gd name="connsiteY347" fmla="*/ 26469 h 243416"/>
                <a:gd name="connsiteX348" fmla="*/ 45436 w 169259"/>
                <a:gd name="connsiteY348" fmla="*/ 24981 h 243416"/>
                <a:gd name="connsiteX349" fmla="*/ 46180 w 169259"/>
                <a:gd name="connsiteY349" fmla="*/ 22749 h 243416"/>
                <a:gd name="connsiteX350" fmla="*/ 49157 w 169259"/>
                <a:gd name="connsiteY350" fmla="*/ 21260 h 243416"/>
                <a:gd name="connsiteX351" fmla="*/ 49901 w 169259"/>
                <a:gd name="connsiteY351" fmla="*/ 19028 h 243416"/>
                <a:gd name="connsiteX352" fmla="*/ 53622 w 169259"/>
                <a:gd name="connsiteY352" fmla="*/ 18284 h 243416"/>
                <a:gd name="connsiteX353" fmla="*/ 54366 w 169259"/>
                <a:gd name="connsiteY353" fmla="*/ 16051 h 243416"/>
                <a:gd name="connsiteX354" fmla="*/ 56645 w 169259"/>
                <a:gd name="connsiteY354" fmla="*/ 15307 h 243416"/>
                <a:gd name="connsiteX355" fmla="*/ 58831 w 169259"/>
                <a:gd name="connsiteY355" fmla="*/ 14563 h 243416"/>
                <a:gd name="connsiteX356" fmla="*/ 58831 w 169259"/>
                <a:gd name="connsiteY356" fmla="*/ 12331 h 243416"/>
                <a:gd name="connsiteX357" fmla="*/ 61761 w 169259"/>
                <a:gd name="connsiteY357" fmla="*/ 12563 h 243416"/>
                <a:gd name="connsiteX358" fmla="*/ 64784 w 169259"/>
                <a:gd name="connsiteY358" fmla="*/ 12331 h 243416"/>
                <a:gd name="connsiteX359" fmla="*/ 65528 w 169259"/>
                <a:gd name="connsiteY359" fmla="*/ 8610 h 243416"/>
                <a:gd name="connsiteX360" fmla="*/ 70737 w 169259"/>
                <a:gd name="connsiteY360" fmla="*/ 7866 h 243416"/>
                <a:gd name="connsiteX361" fmla="*/ 71481 w 169259"/>
                <a:gd name="connsiteY361" fmla="*/ 5633 h 243416"/>
                <a:gd name="connsiteX362" fmla="*/ 78992 w 169259"/>
                <a:gd name="connsiteY362" fmla="*/ 5264 h 243416"/>
                <a:gd name="connsiteX363" fmla="*/ 81155 w 169259"/>
                <a:gd name="connsiteY363" fmla="*/ 4889 h 243416"/>
                <a:gd name="connsiteX364" fmla="*/ 81418 w 169259"/>
                <a:gd name="connsiteY364" fmla="*/ 3401 h 243416"/>
                <a:gd name="connsiteX365" fmla="*/ 81899 w 169259"/>
                <a:gd name="connsiteY365" fmla="*/ 1913 h 24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Lst>
              <a:rect l="l" t="t" r="r" b="b"/>
              <a:pathLst>
                <a:path w="169259" h="243416">
                  <a:moveTo>
                    <a:pt x="81899" y="1913"/>
                  </a:moveTo>
                  <a:cubicBezTo>
                    <a:pt x="83565" y="1535"/>
                    <a:pt x="83565" y="1535"/>
                    <a:pt x="85797" y="1527"/>
                  </a:cubicBezTo>
                  <a:cubicBezTo>
                    <a:pt x="86629" y="1518"/>
                    <a:pt x="87461" y="1509"/>
                    <a:pt x="88318" y="1499"/>
                  </a:cubicBezTo>
                  <a:cubicBezTo>
                    <a:pt x="89223" y="1505"/>
                    <a:pt x="90128" y="1511"/>
                    <a:pt x="91061" y="1517"/>
                  </a:cubicBezTo>
                  <a:cubicBezTo>
                    <a:pt x="92444" y="1513"/>
                    <a:pt x="92444" y="1513"/>
                    <a:pt x="93855" y="1509"/>
                  </a:cubicBezTo>
                  <a:cubicBezTo>
                    <a:pt x="95810" y="1507"/>
                    <a:pt x="97764" y="1511"/>
                    <a:pt x="99718" y="1525"/>
                  </a:cubicBezTo>
                  <a:cubicBezTo>
                    <a:pt x="102229" y="1541"/>
                    <a:pt x="104738" y="1532"/>
                    <a:pt x="107248" y="1514"/>
                  </a:cubicBezTo>
                  <a:cubicBezTo>
                    <a:pt x="109635" y="1501"/>
                    <a:pt x="112022" y="1510"/>
                    <a:pt x="114409" y="1517"/>
                  </a:cubicBezTo>
                  <a:cubicBezTo>
                    <a:pt x="115314" y="1511"/>
                    <a:pt x="116219" y="1505"/>
                    <a:pt x="117152" y="1499"/>
                  </a:cubicBezTo>
                  <a:cubicBezTo>
                    <a:pt x="118400" y="1513"/>
                    <a:pt x="118400" y="1513"/>
                    <a:pt x="119673" y="1527"/>
                  </a:cubicBezTo>
                  <a:cubicBezTo>
                    <a:pt x="120409" y="1530"/>
                    <a:pt x="121146" y="1532"/>
                    <a:pt x="121904" y="1535"/>
                  </a:cubicBezTo>
                  <a:cubicBezTo>
                    <a:pt x="122454" y="1659"/>
                    <a:pt x="123004" y="1784"/>
                    <a:pt x="123571" y="1913"/>
                  </a:cubicBezTo>
                  <a:cubicBezTo>
                    <a:pt x="124051" y="3401"/>
                    <a:pt x="124051" y="3401"/>
                    <a:pt x="124315" y="4889"/>
                  </a:cubicBezTo>
                  <a:cubicBezTo>
                    <a:pt x="126551" y="5334"/>
                    <a:pt x="126551" y="5334"/>
                    <a:pt x="129152" y="5308"/>
                  </a:cubicBezTo>
                  <a:cubicBezTo>
                    <a:pt x="131826" y="5357"/>
                    <a:pt x="131826" y="5357"/>
                    <a:pt x="133989" y="5633"/>
                  </a:cubicBezTo>
                  <a:cubicBezTo>
                    <a:pt x="134234" y="6370"/>
                    <a:pt x="134480" y="7107"/>
                    <a:pt x="134733" y="7866"/>
                  </a:cubicBezTo>
                  <a:cubicBezTo>
                    <a:pt x="135592" y="7973"/>
                    <a:pt x="136452" y="8081"/>
                    <a:pt x="137337" y="8191"/>
                  </a:cubicBezTo>
                  <a:cubicBezTo>
                    <a:pt x="138197" y="8329"/>
                    <a:pt x="139056" y="8468"/>
                    <a:pt x="139942" y="8610"/>
                  </a:cubicBezTo>
                  <a:cubicBezTo>
                    <a:pt x="140219" y="9594"/>
                    <a:pt x="140467" y="10587"/>
                    <a:pt x="140686" y="11586"/>
                  </a:cubicBezTo>
                  <a:cubicBezTo>
                    <a:pt x="142173" y="11840"/>
                    <a:pt x="143662" y="12087"/>
                    <a:pt x="145151" y="12331"/>
                  </a:cubicBezTo>
                  <a:cubicBezTo>
                    <a:pt x="145671" y="13310"/>
                    <a:pt x="146168" y="14303"/>
                    <a:pt x="146639" y="15307"/>
                  </a:cubicBezTo>
                  <a:cubicBezTo>
                    <a:pt x="147253" y="15430"/>
                    <a:pt x="147867" y="15553"/>
                    <a:pt x="148499" y="15679"/>
                  </a:cubicBezTo>
                  <a:cubicBezTo>
                    <a:pt x="149113" y="15802"/>
                    <a:pt x="149727" y="15925"/>
                    <a:pt x="150360" y="16051"/>
                  </a:cubicBezTo>
                  <a:cubicBezTo>
                    <a:pt x="151197" y="17447"/>
                    <a:pt x="151197" y="17447"/>
                    <a:pt x="151848" y="19028"/>
                  </a:cubicBezTo>
                  <a:cubicBezTo>
                    <a:pt x="152447" y="19626"/>
                    <a:pt x="152447" y="19626"/>
                    <a:pt x="153057" y="20237"/>
                  </a:cubicBezTo>
                  <a:cubicBezTo>
                    <a:pt x="154081" y="21260"/>
                    <a:pt x="154081" y="21260"/>
                    <a:pt x="154081" y="22749"/>
                  </a:cubicBezTo>
                  <a:cubicBezTo>
                    <a:pt x="154817" y="22749"/>
                    <a:pt x="155554" y="22749"/>
                    <a:pt x="156313" y="22749"/>
                  </a:cubicBezTo>
                  <a:cubicBezTo>
                    <a:pt x="156561" y="23989"/>
                    <a:pt x="156809" y="25229"/>
                    <a:pt x="157057" y="26469"/>
                  </a:cubicBezTo>
                  <a:cubicBezTo>
                    <a:pt x="157794" y="26469"/>
                    <a:pt x="158530" y="26469"/>
                    <a:pt x="159290" y="26469"/>
                  </a:cubicBezTo>
                  <a:cubicBezTo>
                    <a:pt x="160080" y="27911"/>
                    <a:pt x="160080" y="27911"/>
                    <a:pt x="160778" y="29446"/>
                  </a:cubicBezTo>
                  <a:cubicBezTo>
                    <a:pt x="161269" y="29691"/>
                    <a:pt x="161760" y="29937"/>
                    <a:pt x="162266" y="30190"/>
                  </a:cubicBezTo>
                  <a:cubicBezTo>
                    <a:pt x="162762" y="31182"/>
                    <a:pt x="163258" y="32174"/>
                    <a:pt x="163754" y="33166"/>
                  </a:cubicBezTo>
                  <a:cubicBezTo>
                    <a:pt x="164245" y="33412"/>
                    <a:pt x="164737" y="33658"/>
                    <a:pt x="165243" y="33911"/>
                  </a:cubicBezTo>
                  <a:cubicBezTo>
                    <a:pt x="165708" y="36190"/>
                    <a:pt x="165708" y="36190"/>
                    <a:pt x="165987" y="38375"/>
                  </a:cubicBezTo>
                  <a:cubicBezTo>
                    <a:pt x="166723" y="38375"/>
                    <a:pt x="167460" y="38375"/>
                    <a:pt x="168219" y="38375"/>
                  </a:cubicBezTo>
                  <a:cubicBezTo>
                    <a:pt x="168296" y="39189"/>
                    <a:pt x="168373" y="40002"/>
                    <a:pt x="168452" y="40840"/>
                  </a:cubicBezTo>
                  <a:cubicBezTo>
                    <a:pt x="168975" y="43647"/>
                    <a:pt x="169191" y="44063"/>
                    <a:pt x="171196" y="45817"/>
                  </a:cubicBezTo>
                  <a:cubicBezTo>
                    <a:pt x="171457" y="46806"/>
                    <a:pt x="171708" y="47797"/>
                    <a:pt x="171940" y="48793"/>
                  </a:cubicBezTo>
                  <a:cubicBezTo>
                    <a:pt x="172431" y="49039"/>
                    <a:pt x="172922" y="49285"/>
                    <a:pt x="173428" y="49538"/>
                  </a:cubicBezTo>
                  <a:cubicBezTo>
                    <a:pt x="173691" y="51268"/>
                    <a:pt x="173758" y="52976"/>
                    <a:pt x="173844" y="54723"/>
                  </a:cubicBezTo>
                  <a:cubicBezTo>
                    <a:pt x="173952" y="55222"/>
                    <a:pt x="174061" y="55721"/>
                    <a:pt x="174172" y="56235"/>
                  </a:cubicBezTo>
                  <a:cubicBezTo>
                    <a:pt x="174909" y="56480"/>
                    <a:pt x="175646" y="56726"/>
                    <a:pt x="176405" y="56979"/>
                  </a:cubicBezTo>
                  <a:cubicBezTo>
                    <a:pt x="176754" y="58911"/>
                    <a:pt x="176780" y="60785"/>
                    <a:pt x="176847" y="62746"/>
                  </a:cubicBezTo>
                  <a:cubicBezTo>
                    <a:pt x="176946" y="63299"/>
                    <a:pt x="177046" y="63851"/>
                    <a:pt x="177149" y="64420"/>
                  </a:cubicBezTo>
                  <a:cubicBezTo>
                    <a:pt x="177886" y="64666"/>
                    <a:pt x="178622" y="64912"/>
                    <a:pt x="179381" y="65165"/>
                  </a:cubicBezTo>
                  <a:cubicBezTo>
                    <a:pt x="179704" y="66813"/>
                    <a:pt x="179704" y="66813"/>
                    <a:pt x="179707" y="68839"/>
                  </a:cubicBezTo>
                  <a:cubicBezTo>
                    <a:pt x="179721" y="69505"/>
                    <a:pt x="179736" y="70172"/>
                    <a:pt x="179750" y="70859"/>
                  </a:cubicBezTo>
                  <a:cubicBezTo>
                    <a:pt x="179381" y="72606"/>
                    <a:pt x="179381" y="72606"/>
                    <a:pt x="178059" y="73586"/>
                  </a:cubicBezTo>
                  <a:cubicBezTo>
                    <a:pt x="176405" y="74094"/>
                    <a:pt x="176405" y="74094"/>
                    <a:pt x="173428" y="74094"/>
                  </a:cubicBezTo>
                  <a:cubicBezTo>
                    <a:pt x="173428" y="75076"/>
                    <a:pt x="173428" y="76059"/>
                    <a:pt x="173428" y="77071"/>
                  </a:cubicBezTo>
                  <a:cubicBezTo>
                    <a:pt x="169745" y="77071"/>
                    <a:pt x="166061" y="77071"/>
                    <a:pt x="162266" y="77071"/>
                  </a:cubicBezTo>
                  <a:cubicBezTo>
                    <a:pt x="162266" y="78299"/>
                    <a:pt x="162266" y="79526"/>
                    <a:pt x="162266" y="80791"/>
                  </a:cubicBezTo>
                  <a:cubicBezTo>
                    <a:pt x="160173" y="80811"/>
                    <a:pt x="158080" y="80826"/>
                    <a:pt x="155987" y="80838"/>
                  </a:cubicBezTo>
                  <a:cubicBezTo>
                    <a:pt x="155390" y="80844"/>
                    <a:pt x="154793" y="80850"/>
                    <a:pt x="154178" y="80857"/>
                  </a:cubicBezTo>
                  <a:cubicBezTo>
                    <a:pt x="152657" y="80863"/>
                    <a:pt x="151136" y="80830"/>
                    <a:pt x="149616" y="80791"/>
                  </a:cubicBezTo>
                  <a:cubicBezTo>
                    <a:pt x="147961" y="79137"/>
                    <a:pt x="148534" y="75358"/>
                    <a:pt x="148409" y="73118"/>
                  </a:cubicBezTo>
                  <a:cubicBezTo>
                    <a:pt x="148316" y="72458"/>
                    <a:pt x="148223" y="71798"/>
                    <a:pt x="148127" y="71118"/>
                  </a:cubicBezTo>
                  <a:cubicBezTo>
                    <a:pt x="147636" y="70872"/>
                    <a:pt x="147145" y="70627"/>
                    <a:pt x="146639" y="70374"/>
                  </a:cubicBezTo>
                  <a:cubicBezTo>
                    <a:pt x="146472" y="68866"/>
                    <a:pt x="146309" y="67356"/>
                    <a:pt x="146223" y="65842"/>
                  </a:cubicBezTo>
                  <a:cubicBezTo>
                    <a:pt x="145997" y="64120"/>
                    <a:pt x="145997" y="64120"/>
                    <a:pt x="143663" y="62932"/>
                  </a:cubicBezTo>
                  <a:cubicBezTo>
                    <a:pt x="143540" y="62057"/>
                    <a:pt x="143417" y="61182"/>
                    <a:pt x="143290" y="60281"/>
                  </a:cubicBezTo>
                  <a:cubicBezTo>
                    <a:pt x="143168" y="59437"/>
                    <a:pt x="143045" y="58593"/>
                    <a:pt x="142918" y="57723"/>
                  </a:cubicBezTo>
                  <a:cubicBezTo>
                    <a:pt x="142182" y="57478"/>
                    <a:pt x="141445" y="57232"/>
                    <a:pt x="140686" y="56979"/>
                  </a:cubicBezTo>
                  <a:cubicBezTo>
                    <a:pt x="140686" y="55739"/>
                    <a:pt x="140686" y="54499"/>
                    <a:pt x="140686" y="53258"/>
                  </a:cubicBezTo>
                  <a:cubicBezTo>
                    <a:pt x="139949" y="53013"/>
                    <a:pt x="139213" y="52767"/>
                    <a:pt x="138454" y="52514"/>
                  </a:cubicBezTo>
                  <a:cubicBezTo>
                    <a:pt x="138454" y="51532"/>
                    <a:pt x="138454" y="50550"/>
                    <a:pt x="138454" y="49538"/>
                  </a:cubicBezTo>
                  <a:cubicBezTo>
                    <a:pt x="137717" y="49292"/>
                    <a:pt x="136980" y="49046"/>
                    <a:pt x="136221" y="48793"/>
                  </a:cubicBezTo>
                  <a:cubicBezTo>
                    <a:pt x="136098" y="48287"/>
                    <a:pt x="135976" y="47780"/>
                    <a:pt x="135849" y="47259"/>
                  </a:cubicBezTo>
                  <a:cubicBezTo>
                    <a:pt x="135726" y="46783"/>
                    <a:pt x="135604" y="46307"/>
                    <a:pt x="135477" y="45817"/>
                  </a:cubicBezTo>
                  <a:cubicBezTo>
                    <a:pt x="134740" y="45817"/>
                    <a:pt x="134004" y="45817"/>
                    <a:pt x="133245" y="45817"/>
                  </a:cubicBezTo>
                  <a:cubicBezTo>
                    <a:pt x="133168" y="45326"/>
                    <a:pt x="133091" y="44835"/>
                    <a:pt x="133012" y="44329"/>
                  </a:cubicBezTo>
                  <a:cubicBezTo>
                    <a:pt x="132843" y="43837"/>
                    <a:pt x="132674" y="43346"/>
                    <a:pt x="132500" y="42840"/>
                  </a:cubicBezTo>
                  <a:cubicBezTo>
                    <a:pt x="131764" y="42840"/>
                    <a:pt x="131027" y="42840"/>
                    <a:pt x="130268" y="42840"/>
                  </a:cubicBezTo>
                  <a:cubicBezTo>
                    <a:pt x="129531" y="42840"/>
                    <a:pt x="128795" y="42840"/>
                    <a:pt x="128036" y="42840"/>
                  </a:cubicBezTo>
                  <a:cubicBezTo>
                    <a:pt x="127788" y="41848"/>
                    <a:pt x="127539" y="40856"/>
                    <a:pt x="127291" y="39864"/>
                  </a:cubicBezTo>
                  <a:cubicBezTo>
                    <a:pt x="126555" y="39864"/>
                    <a:pt x="125818" y="39864"/>
                    <a:pt x="125059" y="39864"/>
                  </a:cubicBezTo>
                  <a:cubicBezTo>
                    <a:pt x="124322" y="39864"/>
                    <a:pt x="123586" y="39864"/>
                    <a:pt x="122827" y="39864"/>
                  </a:cubicBezTo>
                  <a:cubicBezTo>
                    <a:pt x="122765" y="39380"/>
                    <a:pt x="122704" y="38897"/>
                    <a:pt x="122641" y="38399"/>
                  </a:cubicBezTo>
                  <a:cubicBezTo>
                    <a:pt x="122456" y="37900"/>
                    <a:pt x="122272" y="37401"/>
                    <a:pt x="122082" y="36887"/>
                  </a:cubicBezTo>
                  <a:cubicBezTo>
                    <a:pt x="119674" y="36470"/>
                    <a:pt x="119674" y="36470"/>
                    <a:pt x="116873" y="36515"/>
                  </a:cubicBezTo>
                  <a:cubicBezTo>
                    <a:pt x="113990" y="36492"/>
                    <a:pt x="113990" y="36492"/>
                    <a:pt x="111664" y="36143"/>
                  </a:cubicBezTo>
                  <a:cubicBezTo>
                    <a:pt x="111569" y="35653"/>
                    <a:pt x="111473" y="35163"/>
                    <a:pt x="111374" y="34658"/>
                  </a:cubicBezTo>
                  <a:cubicBezTo>
                    <a:pt x="111224" y="34166"/>
                    <a:pt x="111075" y="33673"/>
                    <a:pt x="110920" y="33166"/>
                  </a:cubicBezTo>
                  <a:cubicBezTo>
                    <a:pt x="109283" y="32701"/>
                    <a:pt x="109283" y="32701"/>
                    <a:pt x="107293" y="32771"/>
                  </a:cubicBezTo>
                  <a:cubicBezTo>
                    <a:pt x="106560" y="32767"/>
                    <a:pt x="105827" y="32763"/>
                    <a:pt x="105072" y="32760"/>
                  </a:cubicBezTo>
                  <a:cubicBezTo>
                    <a:pt x="104301" y="32771"/>
                    <a:pt x="103529" y="32783"/>
                    <a:pt x="102735" y="32794"/>
                  </a:cubicBezTo>
                  <a:cubicBezTo>
                    <a:pt x="101964" y="32783"/>
                    <a:pt x="101192" y="32771"/>
                    <a:pt x="100398" y="32760"/>
                  </a:cubicBezTo>
                  <a:cubicBezTo>
                    <a:pt x="99665" y="32763"/>
                    <a:pt x="98932" y="32767"/>
                    <a:pt x="98177" y="32771"/>
                  </a:cubicBezTo>
                  <a:cubicBezTo>
                    <a:pt x="97500" y="32775"/>
                    <a:pt x="96822" y="32778"/>
                    <a:pt x="96125" y="32781"/>
                  </a:cubicBezTo>
                  <a:cubicBezTo>
                    <a:pt x="95605" y="32908"/>
                    <a:pt x="95085" y="33036"/>
                    <a:pt x="94549" y="33166"/>
                  </a:cubicBezTo>
                  <a:cubicBezTo>
                    <a:pt x="94085" y="34646"/>
                    <a:pt x="94085" y="34646"/>
                    <a:pt x="93805" y="36143"/>
                  </a:cubicBezTo>
                  <a:cubicBezTo>
                    <a:pt x="91370" y="36484"/>
                    <a:pt x="89090" y="36520"/>
                    <a:pt x="86640" y="36506"/>
                  </a:cubicBezTo>
                  <a:cubicBezTo>
                    <a:pt x="84962" y="36512"/>
                    <a:pt x="84962" y="36512"/>
                    <a:pt x="82643" y="36887"/>
                  </a:cubicBezTo>
                  <a:cubicBezTo>
                    <a:pt x="82094" y="38370"/>
                    <a:pt x="82094" y="38370"/>
                    <a:pt x="81899" y="39864"/>
                  </a:cubicBezTo>
                  <a:cubicBezTo>
                    <a:pt x="80111" y="40084"/>
                    <a:pt x="78502" y="39859"/>
                    <a:pt x="76713" y="39678"/>
                  </a:cubicBezTo>
                  <a:cubicBezTo>
                    <a:pt x="76214" y="39739"/>
                    <a:pt x="75716" y="39800"/>
                    <a:pt x="75202" y="39864"/>
                  </a:cubicBezTo>
                  <a:cubicBezTo>
                    <a:pt x="74736" y="41325"/>
                    <a:pt x="74736" y="41325"/>
                    <a:pt x="74457" y="42840"/>
                  </a:cubicBezTo>
                  <a:cubicBezTo>
                    <a:pt x="72969" y="43088"/>
                    <a:pt x="71481" y="43336"/>
                    <a:pt x="69993" y="43584"/>
                  </a:cubicBezTo>
                  <a:cubicBezTo>
                    <a:pt x="69440" y="45051"/>
                    <a:pt x="69440" y="45051"/>
                    <a:pt x="69248" y="46561"/>
                  </a:cubicBezTo>
                  <a:cubicBezTo>
                    <a:pt x="68143" y="46929"/>
                    <a:pt x="68143" y="46929"/>
                    <a:pt x="67016" y="47305"/>
                  </a:cubicBezTo>
                  <a:cubicBezTo>
                    <a:pt x="66525" y="48042"/>
                    <a:pt x="66034" y="48779"/>
                    <a:pt x="65528" y="49538"/>
                  </a:cubicBezTo>
                  <a:cubicBezTo>
                    <a:pt x="65037" y="49538"/>
                    <a:pt x="64546" y="49538"/>
                    <a:pt x="64039" y="49538"/>
                  </a:cubicBezTo>
                  <a:cubicBezTo>
                    <a:pt x="63963" y="49952"/>
                    <a:pt x="63886" y="50366"/>
                    <a:pt x="63807" y="50793"/>
                  </a:cubicBezTo>
                  <a:cubicBezTo>
                    <a:pt x="63073" y="53263"/>
                    <a:pt x="61397" y="54457"/>
                    <a:pt x="59575" y="56235"/>
                  </a:cubicBezTo>
                  <a:cubicBezTo>
                    <a:pt x="59057" y="57216"/>
                    <a:pt x="58554" y="58205"/>
                    <a:pt x="58086" y="59211"/>
                  </a:cubicBezTo>
                  <a:cubicBezTo>
                    <a:pt x="57350" y="59580"/>
                    <a:pt x="57350" y="59580"/>
                    <a:pt x="56598" y="59956"/>
                  </a:cubicBezTo>
                  <a:cubicBezTo>
                    <a:pt x="56475" y="60569"/>
                    <a:pt x="56353" y="61183"/>
                    <a:pt x="56226" y="61816"/>
                  </a:cubicBezTo>
                  <a:cubicBezTo>
                    <a:pt x="56103" y="62430"/>
                    <a:pt x="55980" y="63044"/>
                    <a:pt x="55854" y="63676"/>
                  </a:cubicBezTo>
                  <a:cubicBezTo>
                    <a:pt x="55117" y="64045"/>
                    <a:pt x="55117" y="64045"/>
                    <a:pt x="54366" y="64420"/>
                  </a:cubicBezTo>
                  <a:cubicBezTo>
                    <a:pt x="54019" y="65831"/>
                    <a:pt x="54019" y="65831"/>
                    <a:pt x="53901" y="67443"/>
                  </a:cubicBezTo>
                  <a:cubicBezTo>
                    <a:pt x="53762" y="68894"/>
                    <a:pt x="53762" y="68894"/>
                    <a:pt x="53622" y="70374"/>
                  </a:cubicBezTo>
                  <a:cubicBezTo>
                    <a:pt x="52885" y="70374"/>
                    <a:pt x="52148" y="70374"/>
                    <a:pt x="51389" y="70374"/>
                  </a:cubicBezTo>
                  <a:cubicBezTo>
                    <a:pt x="51361" y="71009"/>
                    <a:pt x="51333" y="71645"/>
                    <a:pt x="51305" y="72301"/>
                  </a:cubicBezTo>
                  <a:cubicBezTo>
                    <a:pt x="51256" y="73123"/>
                    <a:pt x="51207" y="73945"/>
                    <a:pt x="51157" y="74792"/>
                  </a:cubicBezTo>
                  <a:cubicBezTo>
                    <a:pt x="51092" y="76022"/>
                    <a:pt x="51092" y="76022"/>
                    <a:pt x="51026" y="77277"/>
                  </a:cubicBezTo>
                  <a:cubicBezTo>
                    <a:pt x="50837" y="78280"/>
                    <a:pt x="50837" y="78280"/>
                    <a:pt x="50645" y="79303"/>
                  </a:cubicBezTo>
                  <a:cubicBezTo>
                    <a:pt x="49908" y="79549"/>
                    <a:pt x="49172" y="79794"/>
                    <a:pt x="48413" y="80047"/>
                  </a:cubicBezTo>
                  <a:cubicBezTo>
                    <a:pt x="47972" y="82481"/>
                    <a:pt x="47972" y="82481"/>
                    <a:pt x="47901" y="85303"/>
                  </a:cubicBezTo>
                  <a:cubicBezTo>
                    <a:pt x="47852" y="86263"/>
                    <a:pt x="47803" y="87223"/>
                    <a:pt x="47753" y="88213"/>
                  </a:cubicBezTo>
                  <a:cubicBezTo>
                    <a:pt x="47725" y="88956"/>
                    <a:pt x="47697" y="89699"/>
                    <a:pt x="47668" y="90465"/>
                  </a:cubicBezTo>
                  <a:cubicBezTo>
                    <a:pt x="47177" y="90465"/>
                    <a:pt x="46686" y="90465"/>
                    <a:pt x="46180" y="90465"/>
                  </a:cubicBezTo>
                  <a:cubicBezTo>
                    <a:pt x="46146" y="98699"/>
                    <a:pt x="46119" y="106934"/>
                    <a:pt x="46103" y="115168"/>
                  </a:cubicBezTo>
                  <a:cubicBezTo>
                    <a:pt x="46095" y="118991"/>
                    <a:pt x="46085" y="122814"/>
                    <a:pt x="46068" y="126637"/>
                  </a:cubicBezTo>
                  <a:cubicBezTo>
                    <a:pt x="46052" y="130323"/>
                    <a:pt x="46043" y="134009"/>
                    <a:pt x="46039" y="137696"/>
                  </a:cubicBezTo>
                  <a:cubicBezTo>
                    <a:pt x="46036" y="139105"/>
                    <a:pt x="46031" y="140515"/>
                    <a:pt x="46023" y="141925"/>
                  </a:cubicBezTo>
                  <a:cubicBezTo>
                    <a:pt x="46012" y="143892"/>
                    <a:pt x="46010" y="145859"/>
                    <a:pt x="46011" y="147826"/>
                  </a:cubicBezTo>
                  <a:cubicBezTo>
                    <a:pt x="46006" y="148415"/>
                    <a:pt x="46000" y="149004"/>
                    <a:pt x="45995" y="149611"/>
                  </a:cubicBezTo>
                  <a:cubicBezTo>
                    <a:pt x="46000" y="150981"/>
                    <a:pt x="46082" y="152351"/>
                    <a:pt x="46180" y="153717"/>
                  </a:cubicBezTo>
                  <a:cubicBezTo>
                    <a:pt x="46671" y="153963"/>
                    <a:pt x="47162" y="154208"/>
                    <a:pt x="47668" y="154461"/>
                  </a:cubicBezTo>
                  <a:cubicBezTo>
                    <a:pt x="47890" y="157018"/>
                    <a:pt x="47978" y="159543"/>
                    <a:pt x="48024" y="162106"/>
                  </a:cubicBezTo>
                  <a:cubicBezTo>
                    <a:pt x="48068" y="163895"/>
                    <a:pt x="48068" y="163895"/>
                    <a:pt x="48413" y="166368"/>
                  </a:cubicBezTo>
                  <a:cubicBezTo>
                    <a:pt x="49149" y="166613"/>
                    <a:pt x="49886" y="166859"/>
                    <a:pt x="50645" y="167112"/>
                  </a:cubicBezTo>
                  <a:cubicBezTo>
                    <a:pt x="51026" y="169138"/>
                    <a:pt x="51026" y="169138"/>
                    <a:pt x="51157" y="171623"/>
                  </a:cubicBezTo>
                  <a:cubicBezTo>
                    <a:pt x="51205" y="172445"/>
                    <a:pt x="51254" y="173267"/>
                    <a:pt x="51305" y="174114"/>
                  </a:cubicBezTo>
                  <a:cubicBezTo>
                    <a:pt x="51347" y="175068"/>
                    <a:pt x="51347" y="175068"/>
                    <a:pt x="51389" y="176041"/>
                  </a:cubicBezTo>
                  <a:cubicBezTo>
                    <a:pt x="52126" y="176041"/>
                    <a:pt x="52863" y="176041"/>
                    <a:pt x="53622" y="176041"/>
                  </a:cubicBezTo>
                  <a:cubicBezTo>
                    <a:pt x="53622" y="178252"/>
                    <a:pt x="53622" y="180462"/>
                    <a:pt x="53622" y="182739"/>
                  </a:cubicBezTo>
                  <a:cubicBezTo>
                    <a:pt x="54358" y="182739"/>
                    <a:pt x="55095" y="182739"/>
                    <a:pt x="55854" y="182739"/>
                  </a:cubicBezTo>
                  <a:cubicBezTo>
                    <a:pt x="56121" y="183975"/>
                    <a:pt x="56367" y="185216"/>
                    <a:pt x="56598" y="186459"/>
                  </a:cubicBezTo>
                  <a:cubicBezTo>
                    <a:pt x="57331" y="187215"/>
                    <a:pt x="58078" y="187956"/>
                    <a:pt x="58831" y="188692"/>
                  </a:cubicBezTo>
                  <a:cubicBezTo>
                    <a:pt x="60393" y="190802"/>
                    <a:pt x="61902" y="192946"/>
                    <a:pt x="63415" y="195093"/>
                  </a:cubicBezTo>
                  <a:cubicBezTo>
                    <a:pt x="64617" y="196930"/>
                    <a:pt x="64617" y="196930"/>
                    <a:pt x="66272" y="197622"/>
                  </a:cubicBezTo>
                  <a:cubicBezTo>
                    <a:pt x="66640" y="198727"/>
                    <a:pt x="66640" y="198727"/>
                    <a:pt x="67016" y="199854"/>
                  </a:cubicBezTo>
                  <a:cubicBezTo>
                    <a:pt x="67507" y="199977"/>
                    <a:pt x="67998" y="200100"/>
                    <a:pt x="68504" y="200226"/>
                  </a:cubicBezTo>
                  <a:cubicBezTo>
                    <a:pt x="68995" y="200349"/>
                    <a:pt x="69487" y="200472"/>
                    <a:pt x="69993" y="200598"/>
                  </a:cubicBezTo>
                  <a:cubicBezTo>
                    <a:pt x="70361" y="201703"/>
                    <a:pt x="70361" y="201703"/>
                    <a:pt x="70737" y="202831"/>
                  </a:cubicBezTo>
                  <a:cubicBezTo>
                    <a:pt x="71473" y="202938"/>
                    <a:pt x="72210" y="203045"/>
                    <a:pt x="72969" y="203156"/>
                  </a:cubicBezTo>
                  <a:cubicBezTo>
                    <a:pt x="73706" y="203294"/>
                    <a:pt x="74443" y="203432"/>
                    <a:pt x="75202" y="203575"/>
                  </a:cubicBezTo>
                  <a:cubicBezTo>
                    <a:pt x="75294" y="204066"/>
                    <a:pt x="75386" y="204557"/>
                    <a:pt x="75481" y="205063"/>
                  </a:cubicBezTo>
                  <a:cubicBezTo>
                    <a:pt x="75634" y="205554"/>
                    <a:pt x="75788" y="206045"/>
                    <a:pt x="75946" y="206551"/>
                  </a:cubicBezTo>
                  <a:cubicBezTo>
                    <a:pt x="77494" y="206879"/>
                    <a:pt x="78970" y="206971"/>
                    <a:pt x="80550" y="207019"/>
                  </a:cubicBezTo>
                  <a:cubicBezTo>
                    <a:pt x="80995" y="207110"/>
                    <a:pt x="81440" y="207201"/>
                    <a:pt x="81899" y="207295"/>
                  </a:cubicBezTo>
                  <a:cubicBezTo>
                    <a:pt x="82267" y="208400"/>
                    <a:pt x="82267" y="208400"/>
                    <a:pt x="82643" y="209528"/>
                  </a:cubicBezTo>
                  <a:cubicBezTo>
                    <a:pt x="85349" y="209849"/>
                    <a:pt x="88012" y="209856"/>
                    <a:pt x="90736" y="209897"/>
                  </a:cubicBezTo>
                  <a:cubicBezTo>
                    <a:pt x="91503" y="210021"/>
                    <a:pt x="92270" y="210144"/>
                    <a:pt x="93061" y="210272"/>
                  </a:cubicBezTo>
                  <a:cubicBezTo>
                    <a:pt x="93164" y="210763"/>
                    <a:pt x="93266" y="211253"/>
                    <a:pt x="93372" y="211759"/>
                  </a:cubicBezTo>
                  <a:cubicBezTo>
                    <a:pt x="93586" y="212496"/>
                    <a:pt x="93586" y="212496"/>
                    <a:pt x="93805" y="213248"/>
                  </a:cubicBezTo>
                  <a:cubicBezTo>
                    <a:pt x="95296" y="213713"/>
                    <a:pt x="95296" y="213713"/>
                    <a:pt x="97107" y="213644"/>
                  </a:cubicBezTo>
                  <a:cubicBezTo>
                    <a:pt x="97773" y="213648"/>
                    <a:pt x="98439" y="213651"/>
                    <a:pt x="99125" y="213655"/>
                  </a:cubicBezTo>
                  <a:cubicBezTo>
                    <a:pt x="99825" y="213644"/>
                    <a:pt x="100525" y="213632"/>
                    <a:pt x="101247" y="213621"/>
                  </a:cubicBezTo>
                  <a:cubicBezTo>
                    <a:pt x="101947" y="213632"/>
                    <a:pt x="102647" y="213644"/>
                    <a:pt x="103368" y="213655"/>
                  </a:cubicBezTo>
                  <a:cubicBezTo>
                    <a:pt x="104034" y="213652"/>
                    <a:pt x="104700" y="213648"/>
                    <a:pt x="105386" y="213644"/>
                  </a:cubicBezTo>
                  <a:cubicBezTo>
                    <a:pt x="106001" y="213640"/>
                    <a:pt x="106616" y="213637"/>
                    <a:pt x="107249" y="213634"/>
                  </a:cubicBezTo>
                  <a:cubicBezTo>
                    <a:pt x="107724" y="213507"/>
                    <a:pt x="108199" y="213379"/>
                    <a:pt x="108688" y="213248"/>
                  </a:cubicBezTo>
                  <a:cubicBezTo>
                    <a:pt x="109139" y="211769"/>
                    <a:pt x="109139" y="211769"/>
                    <a:pt x="109432" y="210272"/>
                  </a:cubicBezTo>
                  <a:cubicBezTo>
                    <a:pt x="111758" y="209897"/>
                    <a:pt x="111758" y="209897"/>
                    <a:pt x="114641" y="209853"/>
                  </a:cubicBezTo>
                  <a:cubicBezTo>
                    <a:pt x="117438" y="209854"/>
                    <a:pt x="117438" y="209854"/>
                    <a:pt x="119850" y="209528"/>
                  </a:cubicBezTo>
                  <a:cubicBezTo>
                    <a:pt x="120096" y="208791"/>
                    <a:pt x="120341" y="208054"/>
                    <a:pt x="120594" y="207295"/>
                  </a:cubicBezTo>
                  <a:cubicBezTo>
                    <a:pt x="122142" y="206772"/>
                    <a:pt x="123662" y="206544"/>
                    <a:pt x="125271" y="206272"/>
                  </a:cubicBezTo>
                  <a:cubicBezTo>
                    <a:pt x="125903" y="206042"/>
                    <a:pt x="125903" y="206042"/>
                    <a:pt x="126547" y="205807"/>
                  </a:cubicBezTo>
                  <a:cubicBezTo>
                    <a:pt x="126547" y="205070"/>
                    <a:pt x="126547" y="204334"/>
                    <a:pt x="126547" y="203575"/>
                  </a:cubicBezTo>
                  <a:cubicBezTo>
                    <a:pt x="127786" y="203321"/>
                    <a:pt x="129027" y="203073"/>
                    <a:pt x="130268" y="202831"/>
                  </a:cubicBezTo>
                  <a:cubicBezTo>
                    <a:pt x="130514" y="202094"/>
                    <a:pt x="130759" y="201357"/>
                    <a:pt x="131012" y="200598"/>
                  </a:cubicBezTo>
                  <a:cubicBezTo>
                    <a:pt x="132252" y="200102"/>
                    <a:pt x="133493" y="199606"/>
                    <a:pt x="134733" y="199110"/>
                  </a:cubicBezTo>
                  <a:cubicBezTo>
                    <a:pt x="134978" y="198373"/>
                    <a:pt x="135224" y="197636"/>
                    <a:pt x="135477" y="196877"/>
                  </a:cubicBezTo>
                  <a:cubicBezTo>
                    <a:pt x="136214" y="196632"/>
                    <a:pt x="136950" y="196386"/>
                    <a:pt x="137709" y="196133"/>
                  </a:cubicBezTo>
                  <a:cubicBezTo>
                    <a:pt x="137986" y="195149"/>
                    <a:pt x="138235" y="194156"/>
                    <a:pt x="138454" y="193157"/>
                  </a:cubicBezTo>
                  <a:cubicBezTo>
                    <a:pt x="138945" y="192911"/>
                    <a:pt x="139436" y="192666"/>
                    <a:pt x="139942" y="192413"/>
                  </a:cubicBezTo>
                  <a:cubicBezTo>
                    <a:pt x="140049" y="191952"/>
                    <a:pt x="140157" y="191492"/>
                    <a:pt x="140267" y="191017"/>
                  </a:cubicBezTo>
                  <a:cubicBezTo>
                    <a:pt x="140768" y="189126"/>
                    <a:pt x="141527" y="188539"/>
                    <a:pt x="142918" y="187204"/>
                  </a:cubicBezTo>
                  <a:cubicBezTo>
                    <a:pt x="143179" y="186682"/>
                    <a:pt x="143440" y="186160"/>
                    <a:pt x="143709" y="185622"/>
                  </a:cubicBezTo>
                  <a:cubicBezTo>
                    <a:pt x="144407" y="184227"/>
                    <a:pt x="144407" y="184227"/>
                    <a:pt x="145895" y="183483"/>
                  </a:cubicBezTo>
                  <a:cubicBezTo>
                    <a:pt x="146185" y="182095"/>
                    <a:pt x="146185" y="182095"/>
                    <a:pt x="146267" y="180506"/>
                  </a:cubicBezTo>
                  <a:cubicBezTo>
                    <a:pt x="146383" y="178879"/>
                    <a:pt x="146383" y="178879"/>
                    <a:pt x="146639" y="177530"/>
                  </a:cubicBezTo>
                  <a:cubicBezTo>
                    <a:pt x="147130" y="177284"/>
                    <a:pt x="147621" y="177039"/>
                    <a:pt x="148127" y="176786"/>
                  </a:cubicBezTo>
                  <a:cubicBezTo>
                    <a:pt x="148392" y="174668"/>
                    <a:pt x="148458" y="172569"/>
                    <a:pt x="148543" y="170437"/>
                  </a:cubicBezTo>
                  <a:cubicBezTo>
                    <a:pt x="148651" y="169831"/>
                    <a:pt x="148760" y="169225"/>
                    <a:pt x="148872" y="168600"/>
                  </a:cubicBezTo>
                  <a:cubicBezTo>
                    <a:pt x="149608" y="168354"/>
                    <a:pt x="150345" y="168109"/>
                    <a:pt x="151104" y="167856"/>
                  </a:cubicBezTo>
                  <a:cubicBezTo>
                    <a:pt x="151395" y="165808"/>
                    <a:pt x="151554" y="163913"/>
                    <a:pt x="151616" y="161856"/>
                  </a:cubicBezTo>
                  <a:cubicBezTo>
                    <a:pt x="151641" y="161292"/>
                    <a:pt x="151666" y="160727"/>
                    <a:pt x="151693" y="160146"/>
                  </a:cubicBezTo>
                  <a:cubicBezTo>
                    <a:pt x="151754" y="158747"/>
                    <a:pt x="151802" y="157349"/>
                    <a:pt x="151848" y="155950"/>
                  </a:cubicBezTo>
                  <a:cubicBezTo>
                    <a:pt x="153926" y="155870"/>
                    <a:pt x="156001" y="155810"/>
                    <a:pt x="158080" y="155764"/>
                  </a:cubicBezTo>
                  <a:cubicBezTo>
                    <a:pt x="158671" y="155739"/>
                    <a:pt x="159262" y="155714"/>
                    <a:pt x="159871" y="155688"/>
                  </a:cubicBezTo>
                  <a:cubicBezTo>
                    <a:pt x="161586" y="155659"/>
                    <a:pt x="161586" y="155659"/>
                    <a:pt x="164498" y="155950"/>
                  </a:cubicBezTo>
                  <a:cubicBezTo>
                    <a:pt x="165336" y="157438"/>
                    <a:pt x="165336" y="157438"/>
                    <a:pt x="165987" y="158926"/>
                  </a:cubicBezTo>
                  <a:cubicBezTo>
                    <a:pt x="168310" y="159289"/>
                    <a:pt x="168310" y="159289"/>
                    <a:pt x="170917" y="159112"/>
                  </a:cubicBezTo>
                  <a:cubicBezTo>
                    <a:pt x="171801" y="159085"/>
                    <a:pt x="172686" y="159059"/>
                    <a:pt x="173597" y="159031"/>
                  </a:cubicBezTo>
                  <a:cubicBezTo>
                    <a:pt x="174278" y="158996"/>
                    <a:pt x="174959" y="158962"/>
                    <a:pt x="175661" y="158926"/>
                  </a:cubicBezTo>
                  <a:cubicBezTo>
                    <a:pt x="175661" y="160154"/>
                    <a:pt x="175661" y="161382"/>
                    <a:pt x="175661" y="162647"/>
                  </a:cubicBezTo>
                  <a:cubicBezTo>
                    <a:pt x="177625" y="162647"/>
                    <a:pt x="179590" y="162647"/>
                    <a:pt x="181614" y="162647"/>
                  </a:cubicBezTo>
                  <a:cubicBezTo>
                    <a:pt x="181654" y="164492"/>
                    <a:pt x="181683" y="166336"/>
                    <a:pt x="181707" y="168181"/>
                  </a:cubicBezTo>
                  <a:cubicBezTo>
                    <a:pt x="181719" y="168708"/>
                    <a:pt x="181732" y="169234"/>
                    <a:pt x="181745" y="169776"/>
                  </a:cubicBezTo>
                  <a:cubicBezTo>
                    <a:pt x="181757" y="171121"/>
                    <a:pt x="181691" y="172466"/>
                    <a:pt x="181614" y="173809"/>
                  </a:cubicBezTo>
                  <a:cubicBezTo>
                    <a:pt x="181123" y="174055"/>
                    <a:pt x="180631" y="174300"/>
                    <a:pt x="180125" y="174553"/>
                  </a:cubicBezTo>
                  <a:cubicBezTo>
                    <a:pt x="179455" y="176833"/>
                    <a:pt x="179395" y="178673"/>
                    <a:pt x="179474" y="181064"/>
                  </a:cubicBezTo>
                  <a:cubicBezTo>
                    <a:pt x="179444" y="181863"/>
                    <a:pt x="179413" y="182661"/>
                    <a:pt x="179381" y="183483"/>
                  </a:cubicBezTo>
                  <a:cubicBezTo>
                    <a:pt x="178645" y="183728"/>
                    <a:pt x="177908" y="183974"/>
                    <a:pt x="177149" y="184227"/>
                  </a:cubicBezTo>
                  <a:cubicBezTo>
                    <a:pt x="176711" y="185974"/>
                    <a:pt x="176711" y="185974"/>
                    <a:pt x="176637" y="187994"/>
                  </a:cubicBezTo>
                  <a:cubicBezTo>
                    <a:pt x="176564" y="189020"/>
                    <a:pt x="176564" y="189020"/>
                    <a:pt x="176489" y="190067"/>
                  </a:cubicBezTo>
                  <a:cubicBezTo>
                    <a:pt x="176461" y="190595"/>
                    <a:pt x="176433" y="191124"/>
                    <a:pt x="176405" y="191668"/>
                  </a:cubicBezTo>
                  <a:cubicBezTo>
                    <a:pt x="175668" y="191668"/>
                    <a:pt x="174931" y="191668"/>
                    <a:pt x="174172" y="191668"/>
                  </a:cubicBezTo>
                  <a:cubicBezTo>
                    <a:pt x="174034" y="193119"/>
                    <a:pt x="174034" y="193119"/>
                    <a:pt x="173893" y="194598"/>
                  </a:cubicBezTo>
                  <a:cubicBezTo>
                    <a:pt x="173736" y="196247"/>
                    <a:pt x="173736" y="196247"/>
                    <a:pt x="173428" y="197622"/>
                  </a:cubicBezTo>
                  <a:cubicBezTo>
                    <a:pt x="172937" y="197867"/>
                    <a:pt x="172446" y="198113"/>
                    <a:pt x="171940" y="198366"/>
                  </a:cubicBezTo>
                  <a:cubicBezTo>
                    <a:pt x="171572" y="199241"/>
                    <a:pt x="171203" y="200115"/>
                    <a:pt x="170824" y="201017"/>
                  </a:cubicBezTo>
                  <a:cubicBezTo>
                    <a:pt x="170455" y="201861"/>
                    <a:pt x="170087" y="202705"/>
                    <a:pt x="169707" y="203575"/>
                  </a:cubicBezTo>
                  <a:cubicBezTo>
                    <a:pt x="169216" y="203575"/>
                    <a:pt x="168725" y="203575"/>
                    <a:pt x="168219" y="203575"/>
                  </a:cubicBezTo>
                  <a:cubicBezTo>
                    <a:pt x="168265" y="204173"/>
                    <a:pt x="168311" y="204772"/>
                    <a:pt x="168359" y="205389"/>
                  </a:cubicBezTo>
                  <a:cubicBezTo>
                    <a:pt x="168313" y="206018"/>
                    <a:pt x="168267" y="206647"/>
                    <a:pt x="168219" y="207295"/>
                  </a:cubicBezTo>
                  <a:cubicBezTo>
                    <a:pt x="167482" y="207541"/>
                    <a:pt x="166746" y="207787"/>
                    <a:pt x="165987" y="208040"/>
                  </a:cubicBezTo>
                  <a:cubicBezTo>
                    <a:pt x="165462" y="209767"/>
                    <a:pt x="164966" y="211504"/>
                    <a:pt x="164498" y="213248"/>
                  </a:cubicBezTo>
                  <a:cubicBezTo>
                    <a:pt x="164007" y="213494"/>
                    <a:pt x="163516" y="213740"/>
                    <a:pt x="163010" y="213993"/>
                  </a:cubicBezTo>
                  <a:cubicBezTo>
                    <a:pt x="162765" y="214729"/>
                    <a:pt x="162519" y="215466"/>
                    <a:pt x="162266" y="216225"/>
                  </a:cubicBezTo>
                  <a:cubicBezTo>
                    <a:pt x="161529" y="216716"/>
                    <a:pt x="160793" y="217207"/>
                    <a:pt x="160034" y="217713"/>
                  </a:cubicBezTo>
                  <a:cubicBezTo>
                    <a:pt x="159788" y="218450"/>
                    <a:pt x="159543" y="219187"/>
                    <a:pt x="159290" y="219946"/>
                  </a:cubicBezTo>
                  <a:cubicBezTo>
                    <a:pt x="158266" y="221062"/>
                    <a:pt x="158266" y="221062"/>
                    <a:pt x="157057" y="222178"/>
                  </a:cubicBezTo>
                  <a:cubicBezTo>
                    <a:pt x="156482" y="222800"/>
                    <a:pt x="156482" y="222800"/>
                    <a:pt x="155894" y="223434"/>
                  </a:cubicBezTo>
                  <a:cubicBezTo>
                    <a:pt x="154825" y="224411"/>
                    <a:pt x="154825" y="224411"/>
                    <a:pt x="153336" y="224411"/>
                  </a:cubicBezTo>
                  <a:cubicBezTo>
                    <a:pt x="153244" y="224886"/>
                    <a:pt x="153152" y="225362"/>
                    <a:pt x="153057" y="225852"/>
                  </a:cubicBezTo>
                  <a:cubicBezTo>
                    <a:pt x="152904" y="226359"/>
                    <a:pt x="152750" y="226865"/>
                    <a:pt x="152592" y="227387"/>
                  </a:cubicBezTo>
                  <a:cubicBezTo>
                    <a:pt x="151600" y="227635"/>
                    <a:pt x="150608" y="227883"/>
                    <a:pt x="149616" y="228131"/>
                  </a:cubicBezTo>
                  <a:cubicBezTo>
                    <a:pt x="149493" y="228622"/>
                    <a:pt x="149370" y="229114"/>
                    <a:pt x="149244" y="229620"/>
                  </a:cubicBezTo>
                  <a:cubicBezTo>
                    <a:pt x="149121" y="230111"/>
                    <a:pt x="148998" y="230602"/>
                    <a:pt x="148872" y="231108"/>
                  </a:cubicBezTo>
                  <a:cubicBezTo>
                    <a:pt x="147887" y="231385"/>
                    <a:pt x="146894" y="231633"/>
                    <a:pt x="145895" y="231852"/>
                  </a:cubicBezTo>
                  <a:cubicBezTo>
                    <a:pt x="145649" y="232589"/>
                    <a:pt x="145404" y="233325"/>
                    <a:pt x="145151" y="234084"/>
                  </a:cubicBezTo>
                  <a:cubicBezTo>
                    <a:pt x="144414" y="234192"/>
                    <a:pt x="143677" y="234299"/>
                    <a:pt x="142918" y="234410"/>
                  </a:cubicBezTo>
                  <a:cubicBezTo>
                    <a:pt x="142182" y="234548"/>
                    <a:pt x="141445" y="234686"/>
                    <a:pt x="140686" y="234829"/>
                  </a:cubicBezTo>
                  <a:cubicBezTo>
                    <a:pt x="140579" y="235320"/>
                    <a:pt x="140471" y="235811"/>
                    <a:pt x="140360" y="236317"/>
                  </a:cubicBezTo>
                  <a:cubicBezTo>
                    <a:pt x="140222" y="236808"/>
                    <a:pt x="140084" y="237299"/>
                    <a:pt x="139942" y="237805"/>
                  </a:cubicBezTo>
                  <a:cubicBezTo>
                    <a:pt x="138210" y="238083"/>
                    <a:pt x="136473" y="238332"/>
                    <a:pt x="134733" y="238549"/>
                  </a:cubicBezTo>
                  <a:cubicBezTo>
                    <a:pt x="134487" y="239286"/>
                    <a:pt x="134242" y="240023"/>
                    <a:pt x="133989" y="240782"/>
                  </a:cubicBezTo>
                  <a:cubicBezTo>
                    <a:pt x="131476" y="241103"/>
                    <a:pt x="129009" y="241110"/>
                    <a:pt x="126478" y="241151"/>
                  </a:cubicBezTo>
                  <a:cubicBezTo>
                    <a:pt x="125764" y="241275"/>
                    <a:pt x="125050" y="241398"/>
                    <a:pt x="124315" y="241526"/>
                  </a:cubicBezTo>
                  <a:cubicBezTo>
                    <a:pt x="124234" y="242017"/>
                    <a:pt x="124152" y="242508"/>
                    <a:pt x="124068" y="243013"/>
                  </a:cubicBezTo>
                  <a:cubicBezTo>
                    <a:pt x="123904" y="243505"/>
                    <a:pt x="123740" y="243996"/>
                    <a:pt x="123571" y="244502"/>
                  </a:cubicBezTo>
                  <a:cubicBezTo>
                    <a:pt x="121791" y="244880"/>
                    <a:pt x="121791" y="244880"/>
                    <a:pt x="119399" y="244888"/>
                  </a:cubicBezTo>
                  <a:cubicBezTo>
                    <a:pt x="118508" y="244897"/>
                    <a:pt x="117617" y="244906"/>
                    <a:pt x="116698" y="244916"/>
                  </a:cubicBezTo>
                  <a:cubicBezTo>
                    <a:pt x="115728" y="244910"/>
                    <a:pt x="114757" y="244904"/>
                    <a:pt x="113757" y="244898"/>
                  </a:cubicBezTo>
                  <a:cubicBezTo>
                    <a:pt x="112759" y="244900"/>
                    <a:pt x="111761" y="244903"/>
                    <a:pt x="110763" y="244906"/>
                  </a:cubicBezTo>
                  <a:cubicBezTo>
                    <a:pt x="108668" y="244911"/>
                    <a:pt x="106574" y="244904"/>
                    <a:pt x="104480" y="244890"/>
                  </a:cubicBezTo>
                  <a:cubicBezTo>
                    <a:pt x="101789" y="244873"/>
                    <a:pt x="99100" y="244883"/>
                    <a:pt x="96409" y="244901"/>
                  </a:cubicBezTo>
                  <a:cubicBezTo>
                    <a:pt x="94347" y="244912"/>
                    <a:pt x="92285" y="244908"/>
                    <a:pt x="90223" y="244901"/>
                  </a:cubicBezTo>
                  <a:cubicBezTo>
                    <a:pt x="88747" y="244898"/>
                    <a:pt x="87271" y="244907"/>
                    <a:pt x="85795" y="244916"/>
                  </a:cubicBezTo>
                  <a:cubicBezTo>
                    <a:pt x="84903" y="244907"/>
                    <a:pt x="84012" y="244897"/>
                    <a:pt x="83094" y="244888"/>
                  </a:cubicBezTo>
                  <a:cubicBezTo>
                    <a:pt x="82304" y="244885"/>
                    <a:pt x="81515" y="244883"/>
                    <a:pt x="80702" y="244880"/>
                  </a:cubicBezTo>
                  <a:cubicBezTo>
                    <a:pt x="79821" y="244693"/>
                    <a:pt x="79821" y="244693"/>
                    <a:pt x="78922" y="244502"/>
                  </a:cubicBezTo>
                  <a:cubicBezTo>
                    <a:pt x="78425" y="243013"/>
                    <a:pt x="78425" y="243013"/>
                    <a:pt x="78178" y="241526"/>
                  </a:cubicBezTo>
                  <a:cubicBezTo>
                    <a:pt x="75942" y="241081"/>
                    <a:pt x="75942" y="241081"/>
                    <a:pt x="73341" y="241107"/>
                  </a:cubicBezTo>
                  <a:cubicBezTo>
                    <a:pt x="70667" y="241058"/>
                    <a:pt x="70667" y="241058"/>
                    <a:pt x="68504" y="240782"/>
                  </a:cubicBezTo>
                  <a:cubicBezTo>
                    <a:pt x="68136" y="239677"/>
                    <a:pt x="68136" y="239677"/>
                    <a:pt x="67760" y="238549"/>
                  </a:cubicBezTo>
                  <a:cubicBezTo>
                    <a:pt x="66357" y="238114"/>
                    <a:pt x="66357" y="238114"/>
                    <a:pt x="64737" y="238038"/>
                  </a:cubicBezTo>
                  <a:cubicBezTo>
                    <a:pt x="63770" y="237961"/>
                    <a:pt x="62803" y="237884"/>
                    <a:pt x="61807" y="237805"/>
                  </a:cubicBezTo>
                  <a:cubicBezTo>
                    <a:pt x="61807" y="236823"/>
                    <a:pt x="61807" y="235841"/>
                    <a:pt x="61807" y="234829"/>
                  </a:cubicBezTo>
                  <a:cubicBezTo>
                    <a:pt x="60963" y="234752"/>
                    <a:pt x="60119" y="234675"/>
                    <a:pt x="59249" y="234596"/>
                  </a:cubicBezTo>
                  <a:cubicBezTo>
                    <a:pt x="58374" y="234427"/>
                    <a:pt x="57499" y="234258"/>
                    <a:pt x="56598" y="234084"/>
                  </a:cubicBezTo>
                  <a:cubicBezTo>
                    <a:pt x="56230" y="232979"/>
                    <a:pt x="56230" y="232979"/>
                    <a:pt x="55854" y="231852"/>
                  </a:cubicBezTo>
                  <a:cubicBezTo>
                    <a:pt x="55117" y="231606"/>
                    <a:pt x="54381" y="231361"/>
                    <a:pt x="53622" y="231108"/>
                  </a:cubicBezTo>
                  <a:cubicBezTo>
                    <a:pt x="52885" y="230862"/>
                    <a:pt x="52148" y="230617"/>
                    <a:pt x="51389" y="230364"/>
                  </a:cubicBezTo>
                  <a:cubicBezTo>
                    <a:pt x="51021" y="229259"/>
                    <a:pt x="51021" y="229259"/>
                    <a:pt x="50645" y="228131"/>
                  </a:cubicBezTo>
                  <a:cubicBezTo>
                    <a:pt x="49908" y="227886"/>
                    <a:pt x="49172" y="227640"/>
                    <a:pt x="48413" y="227387"/>
                  </a:cubicBezTo>
                  <a:cubicBezTo>
                    <a:pt x="47916" y="226395"/>
                    <a:pt x="47420" y="225403"/>
                    <a:pt x="46924" y="224411"/>
                  </a:cubicBezTo>
                  <a:cubicBezTo>
                    <a:pt x="46188" y="224165"/>
                    <a:pt x="45451" y="223919"/>
                    <a:pt x="44692" y="223666"/>
                  </a:cubicBezTo>
                  <a:cubicBezTo>
                    <a:pt x="44323" y="222561"/>
                    <a:pt x="44323" y="222561"/>
                    <a:pt x="43948" y="221434"/>
                  </a:cubicBezTo>
                  <a:cubicBezTo>
                    <a:pt x="43349" y="220835"/>
                    <a:pt x="42751" y="220237"/>
                    <a:pt x="42134" y="219620"/>
                  </a:cubicBezTo>
                  <a:cubicBezTo>
                    <a:pt x="40460" y="217947"/>
                    <a:pt x="39734" y="216804"/>
                    <a:pt x="38739" y="214737"/>
                  </a:cubicBezTo>
                  <a:cubicBezTo>
                    <a:pt x="38248" y="214737"/>
                    <a:pt x="37756" y="214737"/>
                    <a:pt x="37250" y="214737"/>
                  </a:cubicBezTo>
                  <a:cubicBezTo>
                    <a:pt x="37143" y="214123"/>
                    <a:pt x="37036" y="213509"/>
                    <a:pt x="36925" y="212876"/>
                  </a:cubicBezTo>
                  <a:cubicBezTo>
                    <a:pt x="36787" y="212262"/>
                    <a:pt x="36649" y="211649"/>
                    <a:pt x="36506" y="211016"/>
                  </a:cubicBezTo>
                  <a:cubicBezTo>
                    <a:pt x="35770" y="211016"/>
                    <a:pt x="35033" y="211016"/>
                    <a:pt x="34274" y="211016"/>
                  </a:cubicBezTo>
                  <a:cubicBezTo>
                    <a:pt x="34197" y="210325"/>
                    <a:pt x="34120" y="209635"/>
                    <a:pt x="34041" y="208923"/>
                  </a:cubicBezTo>
                  <a:cubicBezTo>
                    <a:pt x="33506" y="206439"/>
                    <a:pt x="33125" y="205918"/>
                    <a:pt x="31297" y="204319"/>
                  </a:cubicBezTo>
                  <a:cubicBezTo>
                    <a:pt x="31052" y="203582"/>
                    <a:pt x="30806" y="202845"/>
                    <a:pt x="30553" y="202086"/>
                  </a:cubicBezTo>
                  <a:cubicBezTo>
                    <a:pt x="30062" y="201841"/>
                    <a:pt x="29571" y="201595"/>
                    <a:pt x="29065" y="201342"/>
                  </a:cubicBezTo>
                  <a:cubicBezTo>
                    <a:pt x="28569" y="199606"/>
                    <a:pt x="28073" y="197870"/>
                    <a:pt x="27577" y="196133"/>
                  </a:cubicBezTo>
                  <a:cubicBezTo>
                    <a:pt x="27085" y="195888"/>
                    <a:pt x="26594" y="195642"/>
                    <a:pt x="26088" y="195389"/>
                  </a:cubicBezTo>
                  <a:cubicBezTo>
                    <a:pt x="25827" y="193853"/>
                    <a:pt x="25759" y="192340"/>
                    <a:pt x="25673" y="190785"/>
                  </a:cubicBezTo>
                  <a:cubicBezTo>
                    <a:pt x="25564" y="190340"/>
                    <a:pt x="25456" y="189895"/>
                    <a:pt x="25344" y="189436"/>
                  </a:cubicBezTo>
                  <a:cubicBezTo>
                    <a:pt x="24607" y="189190"/>
                    <a:pt x="23871" y="188945"/>
                    <a:pt x="23112" y="188692"/>
                  </a:cubicBezTo>
                  <a:cubicBezTo>
                    <a:pt x="22783" y="187180"/>
                    <a:pt x="22783" y="187180"/>
                    <a:pt x="22693" y="185343"/>
                  </a:cubicBezTo>
                  <a:cubicBezTo>
                    <a:pt x="22630" y="183555"/>
                    <a:pt x="22630" y="183555"/>
                    <a:pt x="22368" y="181995"/>
                  </a:cubicBezTo>
                  <a:cubicBezTo>
                    <a:pt x="21876" y="181749"/>
                    <a:pt x="21385" y="181503"/>
                    <a:pt x="20879" y="181250"/>
                  </a:cubicBezTo>
                  <a:cubicBezTo>
                    <a:pt x="20614" y="178940"/>
                    <a:pt x="20549" y="176645"/>
                    <a:pt x="20464" y="174321"/>
                  </a:cubicBezTo>
                  <a:cubicBezTo>
                    <a:pt x="20355" y="173661"/>
                    <a:pt x="20247" y="173001"/>
                    <a:pt x="20135" y="172321"/>
                  </a:cubicBezTo>
                  <a:cubicBezTo>
                    <a:pt x="19399" y="172075"/>
                    <a:pt x="18662" y="171830"/>
                    <a:pt x="17903" y="171577"/>
                  </a:cubicBezTo>
                  <a:cubicBezTo>
                    <a:pt x="17581" y="170263"/>
                    <a:pt x="17581" y="170263"/>
                    <a:pt x="17522" y="168574"/>
                  </a:cubicBezTo>
                  <a:cubicBezTo>
                    <a:pt x="17496" y="167972"/>
                    <a:pt x="17469" y="167370"/>
                    <a:pt x="17442" y="166750"/>
                  </a:cubicBezTo>
                  <a:cubicBezTo>
                    <a:pt x="17425" y="166117"/>
                    <a:pt x="17408" y="165485"/>
                    <a:pt x="17391" y="164833"/>
                  </a:cubicBezTo>
                  <a:cubicBezTo>
                    <a:pt x="17366" y="164197"/>
                    <a:pt x="17340" y="163562"/>
                    <a:pt x="17314" y="162907"/>
                  </a:cubicBezTo>
                  <a:cubicBezTo>
                    <a:pt x="17253" y="161332"/>
                    <a:pt x="17204" y="159757"/>
                    <a:pt x="17159" y="158182"/>
                  </a:cubicBezTo>
                  <a:cubicBezTo>
                    <a:pt x="16422" y="158428"/>
                    <a:pt x="15685" y="158673"/>
                    <a:pt x="14926" y="158926"/>
                  </a:cubicBezTo>
                  <a:cubicBezTo>
                    <a:pt x="14904" y="158087"/>
                    <a:pt x="14904" y="158087"/>
                    <a:pt x="14882" y="157230"/>
                  </a:cubicBezTo>
                  <a:cubicBezTo>
                    <a:pt x="14811" y="154710"/>
                    <a:pt x="14729" y="152191"/>
                    <a:pt x="14647" y="149671"/>
                  </a:cubicBezTo>
                  <a:cubicBezTo>
                    <a:pt x="14613" y="148349"/>
                    <a:pt x="14613" y="148349"/>
                    <a:pt x="14577" y="147001"/>
                  </a:cubicBezTo>
                  <a:cubicBezTo>
                    <a:pt x="14549" y="146164"/>
                    <a:pt x="14520" y="145327"/>
                    <a:pt x="14490" y="144465"/>
                  </a:cubicBezTo>
                  <a:cubicBezTo>
                    <a:pt x="14455" y="143302"/>
                    <a:pt x="14455" y="143302"/>
                    <a:pt x="14419" y="142115"/>
                  </a:cubicBezTo>
                  <a:cubicBezTo>
                    <a:pt x="14341" y="141524"/>
                    <a:pt x="14263" y="140932"/>
                    <a:pt x="14182" y="140323"/>
                  </a:cubicBezTo>
                  <a:cubicBezTo>
                    <a:pt x="13691" y="140077"/>
                    <a:pt x="13200" y="139832"/>
                    <a:pt x="12694" y="139579"/>
                  </a:cubicBezTo>
                  <a:cubicBezTo>
                    <a:pt x="12505" y="138138"/>
                    <a:pt x="12505" y="138138"/>
                    <a:pt x="12501" y="136227"/>
                  </a:cubicBezTo>
                  <a:cubicBezTo>
                    <a:pt x="12497" y="135514"/>
                    <a:pt x="12492" y="134802"/>
                    <a:pt x="12487" y="134067"/>
                  </a:cubicBezTo>
                  <a:cubicBezTo>
                    <a:pt x="12490" y="133292"/>
                    <a:pt x="12493" y="132517"/>
                    <a:pt x="12496" y="131719"/>
                  </a:cubicBezTo>
                  <a:cubicBezTo>
                    <a:pt x="12495" y="130929"/>
                    <a:pt x="12493" y="130139"/>
                    <a:pt x="12492" y="129325"/>
                  </a:cubicBezTo>
                  <a:cubicBezTo>
                    <a:pt x="12491" y="127651"/>
                    <a:pt x="12494" y="125977"/>
                    <a:pt x="12500" y="124303"/>
                  </a:cubicBezTo>
                  <a:cubicBezTo>
                    <a:pt x="12508" y="121730"/>
                    <a:pt x="12500" y="119158"/>
                    <a:pt x="12490" y="116586"/>
                  </a:cubicBezTo>
                  <a:cubicBezTo>
                    <a:pt x="12491" y="114964"/>
                    <a:pt x="12493" y="113342"/>
                    <a:pt x="12496" y="111720"/>
                  </a:cubicBezTo>
                  <a:cubicBezTo>
                    <a:pt x="12493" y="110945"/>
                    <a:pt x="12490" y="110170"/>
                    <a:pt x="12487" y="109371"/>
                  </a:cubicBezTo>
                  <a:cubicBezTo>
                    <a:pt x="12492" y="108658"/>
                    <a:pt x="12496" y="107946"/>
                    <a:pt x="12501" y="107211"/>
                  </a:cubicBezTo>
                  <a:cubicBezTo>
                    <a:pt x="12502" y="106581"/>
                    <a:pt x="12504" y="105950"/>
                    <a:pt x="12505" y="105300"/>
                  </a:cubicBezTo>
                  <a:cubicBezTo>
                    <a:pt x="12567" y="104825"/>
                    <a:pt x="12630" y="104350"/>
                    <a:pt x="12694" y="103860"/>
                  </a:cubicBezTo>
                  <a:cubicBezTo>
                    <a:pt x="13185" y="103614"/>
                    <a:pt x="13676" y="103369"/>
                    <a:pt x="14182" y="103116"/>
                  </a:cubicBezTo>
                  <a:cubicBezTo>
                    <a:pt x="14424" y="101247"/>
                    <a:pt x="14424" y="101247"/>
                    <a:pt x="14412" y="99000"/>
                  </a:cubicBezTo>
                  <a:cubicBezTo>
                    <a:pt x="14440" y="97749"/>
                    <a:pt x="14440" y="97749"/>
                    <a:pt x="14468" y="96474"/>
                  </a:cubicBezTo>
                  <a:cubicBezTo>
                    <a:pt x="14495" y="94701"/>
                    <a:pt x="14518" y="92927"/>
                    <a:pt x="14538" y="91154"/>
                  </a:cubicBezTo>
                  <a:cubicBezTo>
                    <a:pt x="14558" y="90321"/>
                    <a:pt x="14577" y="89487"/>
                    <a:pt x="14598" y="88628"/>
                  </a:cubicBezTo>
                  <a:cubicBezTo>
                    <a:pt x="14608" y="87857"/>
                    <a:pt x="14618" y="87087"/>
                    <a:pt x="14628" y="86293"/>
                  </a:cubicBezTo>
                  <a:cubicBezTo>
                    <a:pt x="14776" y="85411"/>
                    <a:pt x="14776" y="85411"/>
                    <a:pt x="14926" y="84512"/>
                  </a:cubicBezTo>
                  <a:cubicBezTo>
                    <a:pt x="16031" y="84144"/>
                    <a:pt x="16031" y="84144"/>
                    <a:pt x="17159" y="83768"/>
                  </a:cubicBezTo>
                  <a:cubicBezTo>
                    <a:pt x="17391" y="81895"/>
                    <a:pt x="17506" y="80158"/>
                    <a:pt x="17531" y="78280"/>
                  </a:cubicBezTo>
                  <a:cubicBezTo>
                    <a:pt x="17601" y="72947"/>
                    <a:pt x="17601" y="72947"/>
                    <a:pt x="19010" y="71353"/>
                  </a:cubicBezTo>
                  <a:cubicBezTo>
                    <a:pt x="19567" y="70868"/>
                    <a:pt x="19567" y="70868"/>
                    <a:pt x="20135" y="70374"/>
                  </a:cubicBezTo>
                  <a:cubicBezTo>
                    <a:pt x="20562" y="68683"/>
                    <a:pt x="20562" y="68683"/>
                    <a:pt x="20647" y="66885"/>
                  </a:cubicBezTo>
                  <a:cubicBezTo>
                    <a:pt x="20696" y="66284"/>
                    <a:pt x="20745" y="65682"/>
                    <a:pt x="20795" y="65063"/>
                  </a:cubicBezTo>
                  <a:cubicBezTo>
                    <a:pt x="20823" y="64605"/>
                    <a:pt x="20851" y="64148"/>
                    <a:pt x="20879" y="63676"/>
                  </a:cubicBezTo>
                  <a:cubicBezTo>
                    <a:pt x="21616" y="63676"/>
                    <a:pt x="22353" y="63676"/>
                    <a:pt x="23112" y="63676"/>
                  </a:cubicBezTo>
                  <a:cubicBezTo>
                    <a:pt x="23066" y="62725"/>
                    <a:pt x="23020" y="61773"/>
                    <a:pt x="22972" y="60793"/>
                  </a:cubicBezTo>
                  <a:cubicBezTo>
                    <a:pt x="22894" y="59171"/>
                    <a:pt x="22894" y="59171"/>
                    <a:pt x="23112" y="57723"/>
                  </a:cubicBezTo>
                  <a:cubicBezTo>
                    <a:pt x="24217" y="56986"/>
                    <a:pt x="24217" y="56986"/>
                    <a:pt x="25344" y="56235"/>
                  </a:cubicBezTo>
                  <a:cubicBezTo>
                    <a:pt x="25467" y="55360"/>
                    <a:pt x="25590" y="54485"/>
                    <a:pt x="25716" y="53584"/>
                  </a:cubicBezTo>
                  <a:cubicBezTo>
                    <a:pt x="25839" y="52740"/>
                    <a:pt x="25962" y="51896"/>
                    <a:pt x="26088" y="51026"/>
                  </a:cubicBezTo>
                  <a:cubicBezTo>
                    <a:pt x="27193" y="50658"/>
                    <a:pt x="27193" y="50658"/>
                    <a:pt x="28321" y="50282"/>
                  </a:cubicBezTo>
                  <a:cubicBezTo>
                    <a:pt x="28578" y="48547"/>
                    <a:pt x="28825" y="46810"/>
                    <a:pt x="29065" y="45073"/>
                  </a:cubicBezTo>
                  <a:cubicBezTo>
                    <a:pt x="30181" y="43770"/>
                    <a:pt x="30181" y="43770"/>
                    <a:pt x="31297" y="42840"/>
                  </a:cubicBezTo>
                  <a:cubicBezTo>
                    <a:pt x="31543" y="42104"/>
                    <a:pt x="31788" y="41367"/>
                    <a:pt x="32041" y="40608"/>
                  </a:cubicBezTo>
                  <a:cubicBezTo>
                    <a:pt x="33117" y="39435"/>
                    <a:pt x="34266" y="38383"/>
                    <a:pt x="35437" y="37306"/>
                  </a:cubicBezTo>
                  <a:cubicBezTo>
                    <a:pt x="36588" y="36162"/>
                    <a:pt x="36588" y="36162"/>
                    <a:pt x="37297" y="34562"/>
                  </a:cubicBezTo>
                  <a:cubicBezTo>
                    <a:pt x="37995" y="33166"/>
                    <a:pt x="37995" y="33166"/>
                    <a:pt x="39483" y="32422"/>
                  </a:cubicBezTo>
                  <a:cubicBezTo>
                    <a:pt x="39728" y="31686"/>
                    <a:pt x="39974" y="30949"/>
                    <a:pt x="40227" y="30190"/>
                  </a:cubicBezTo>
                  <a:cubicBezTo>
                    <a:pt x="40964" y="29699"/>
                    <a:pt x="41700" y="29208"/>
                    <a:pt x="42459" y="28702"/>
                  </a:cubicBezTo>
                  <a:cubicBezTo>
                    <a:pt x="42705" y="27965"/>
                    <a:pt x="42951" y="27228"/>
                    <a:pt x="43204" y="26469"/>
                  </a:cubicBezTo>
                  <a:cubicBezTo>
                    <a:pt x="43940" y="25978"/>
                    <a:pt x="44677" y="25487"/>
                    <a:pt x="45436" y="24981"/>
                  </a:cubicBezTo>
                  <a:cubicBezTo>
                    <a:pt x="45804" y="23876"/>
                    <a:pt x="45804" y="23876"/>
                    <a:pt x="46180" y="22749"/>
                  </a:cubicBezTo>
                  <a:cubicBezTo>
                    <a:pt x="47172" y="22252"/>
                    <a:pt x="48164" y="21756"/>
                    <a:pt x="49157" y="21260"/>
                  </a:cubicBezTo>
                  <a:cubicBezTo>
                    <a:pt x="49525" y="20155"/>
                    <a:pt x="49525" y="20155"/>
                    <a:pt x="49901" y="19028"/>
                  </a:cubicBezTo>
                  <a:cubicBezTo>
                    <a:pt x="51141" y="18780"/>
                    <a:pt x="52381" y="18532"/>
                    <a:pt x="53622" y="18284"/>
                  </a:cubicBezTo>
                  <a:cubicBezTo>
                    <a:pt x="53990" y="17179"/>
                    <a:pt x="53990" y="17179"/>
                    <a:pt x="54366" y="16051"/>
                  </a:cubicBezTo>
                  <a:cubicBezTo>
                    <a:pt x="55118" y="15806"/>
                    <a:pt x="55870" y="15560"/>
                    <a:pt x="56645" y="15307"/>
                  </a:cubicBezTo>
                  <a:cubicBezTo>
                    <a:pt x="57366" y="15062"/>
                    <a:pt x="58087" y="14816"/>
                    <a:pt x="58831" y="14563"/>
                  </a:cubicBezTo>
                  <a:cubicBezTo>
                    <a:pt x="58831" y="13826"/>
                    <a:pt x="58831" y="13090"/>
                    <a:pt x="58831" y="12331"/>
                  </a:cubicBezTo>
                  <a:cubicBezTo>
                    <a:pt x="60281" y="12446"/>
                    <a:pt x="60281" y="12446"/>
                    <a:pt x="61761" y="12563"/>
                  </a:cubicBezTo>
                  <a:cubicBezTo>
                    <a:pt x="63385" y="12626"/>
                    <a:pt x="63385" y="12626"/>
                    <a:pt x="64784" y="12331"/>
                  </a:cubicBezTo>
                  <a:cubicBezTo>
                    <a:pt x="65068" y="11098"/>
                    <a:pt x="65315" y="9857"/>
                    <a:pt x="65528" y="8610"/>
                  </a:cubicBezTo>
                  <a:cubicBezTo>
                    <a:pt x="67254" y="8302"/>
                    <a:pt x="68993" y="8053"/>
                    <a:pt x="70737" y="7866"/>
                  </a:cubicBezTo>
                  <a:cubicBezTo>
                    <a:pt x="70982" y="7129"/>
                    <a:pt x="71228" y="6392"/>
                    <a:pt x="71481" y="5633"/>
                  </a:cubicBezTo>
                  <a:cubicBezTo>
                    <a:pt x="73993" y="5312"/>
                    <a:pt x="76461" y="5305"/>
                    <a:pt x="78992" y="5264"/>
                  </a:cubicBezTo>
                  <a:cubicBezTo>
                    <a:pt x="79706" y="5140"/>
                    <a:pt x="80419" y="5017"/>
                    <a:pt x="81155" y="4889"/>
                  </a:cubicBezTo>
                  <a:cubicBezTo>
                    <a:pt x="81242" y="4398"/>
                    <a:pt x="81329" y="3907"/>
                    <a:pt x="81418" y="3401"/>
                  </a:cubicBezTo>
                  <a:cubicBezTo>
                    <a:pt x="81577" y="2910"/>
                    <a:pt x="81735" y="2419"/>
                    <a:pt x="81899" y="1913"/>
                  </a:cubicBezTo>
                  <a:close/>
                </a:path>
              </a:pathLst>
            </a:custGeom>
            <a:grpFill/>
            <a:ln w="744" cap="flat">
              <a:noFill/>
              <a:prstDash val="solid"/>
              <a:miter/>
            </a:ln>
          </p:spPr>
          <p:txBody>
            <a:bodyPr rtlCol="0" anchor="ctr"/>
            <a:lstStyle/>
            <a:p>
              <a:endParaRPr lang="zh-CN" altLang="en-US"/>
            </a:p>
          </p:txBody>
        </p:sp>
        <p:sp>
          <p:nvSpPr>
            <p:cNvPr id="138" name="任意多边形: 形状 137"/>
            <p:cNvSpPr/>
            <p:nvPr/>
          </p:nvSpPr>
          <p:spPr>
            <a:xfrm>
              <a:off x="10332321" y="1388717"/>
              <a:ext cx="169960" cy="243585"/>
            </a:xfrm>
            <a:custGeom>
              <a:avLst/>
              <a:gdLst>
                <a:gd name="connsiteX0" fmla="*/ 83821 w 169960"/>
                <a:gd name="connsiteY0" fmla="*/ 1997 h 243585"/>
                <a:gd name="connsiteX1" fmla="*/ 87719 w 169960"/>
                <a:gd name="connsiteY1" fmla="*/ 1600 h 243585"/>
                <a:gd name="connsiteX2" fmla="*/ 90240 w 169960"/>
                <a:gd name="connsiteY2" fmla="*/ 1564 h 243585"/>
                <a:gd name="connsiteX3" fmla="*/ 92983 w 169960"/>
                <a:gd name="connsiteY3" fmla="*/ 1575 h 243585"/>
                <a:gd name="connsiteX4" fmla="*/ 95778 w 169960"/>
                <a:gd name="connsiteY4" fmla="*/ 1561 h 243585"/>
                <a:gd name="connsiteX5" fmla="*/ 101640 w 169960"/>
                <a:gd name="connsiteY5" fmla="*/ 1568 h 243585"/>
                <a:gd name="connsiteX6" fmla="*/ 109170 w 169960"/>
                <a:gd name="connsiteY6" fmla="*/ 1537 h 243585"/>
                <a:gd name="connsiteX7" fmla="*/ 116331 w 169960"/>
                <a:gd name="connsiteY7" fmla="*/ 1529 h 243585"/>
                <a:gd name="connsiteX8" fmla="*/ 119074 w 169960"/>
                <a:gd name="connsiteY8" fmla="*/ 1499 h 243585"/>
                <a:gd name="connsiteX9" fmla="*/ 121595 w 169960"/>
                <a:gd name="connsiteY9" fmla="*/ 1527 h 243585"/>
                <a:gd name="connsiteX10" fmla="*/ 123826 w 169960"/>
                <a:gd name="connsiteY10" fmla="*/ 1529 h 243585"/>
                <a:gd name="connsiteX11" fmla="*/ 125493 w 169960"/>
                <a:gd name="connsiteY11" fmla="*/ 1997 h 243585"/>
                <a:gd name="connsiteX12" fmla="*/ 126237 w 169960"/>
                <a:gd name="connsiteY12" fmla="*/ 5718 h 243585"/>
                <a:gd name="connsiteX13" fmla="*/ 131493 w 169960"/>
                <a:gd name="connsiteY13" fmla="*/ 5950 h 243585"/>
                <a:gd name="connsiteX14" fmla="*/ 134402 w 169960"/>
                <a:gd name="connsiteY14" fmla="*/ 5848 h 243585"/>
                <a:gd name="connsiteX15" fmla="*/ 136655 w 169960"/>
                <a:gd name="connsiteY15" fmla="*/ 5718 h 243585"/>
                <a:gd name="connsiteX16" fmla="*/ 136655 w 169960"/>
                <a:gd name="connsiteY16" fmla="*/ 7950 h 243585"/>
                <a:gd name="connsiteX17" fmla="*/ 139213 w 169960"/>
                <a:gd name="connsiteY17" fmla="*/ 8136 h 243585"/>
                <a:gd name="connsiteX18" fmla="*/ 141864 w 169960"/>
                <a:gd name="connsiteY18" fmla="*/ 8694 h 243585"/>
                <a:gd name="connsiteX19" fmla="*/ 142608 w 169960"/>
                <a:gd name="connsiteY19" fmla="*/ 11671 h 243585"/>
                <a:gd name="connsiteX20" fmla="*/ 145213 w 169960"/>
                <a:gd name="connsiteY20" fmla="*/ 12043 h 243585"/>
                <a:gd name="connsiteX21" fmla="*/ 147817 w 169960"/>
                <a:gd name="connsiteY21" fmla="*/ 12415 h 243585"/>
                <a:gd name="connsiteX22" fmla="*/ 148561 w 169960"/>
                <a:gd name="connsiteY22" fmla="*/ 15391 h 243585"/>
                <a:gd name="connsiteX23" fmla="*/ 152282 w 169960"/>
                <a:gd name="connsiteY23" fmla="*/ 16136 h 243585"/>
                <a:gd name="connsiteX24" fmla="*/ 153026 w 169960"/>
                <a:gd name="connsiteY24" fmla="*/ 18368 h 243585"/>
                <a:gd name="connsiteX25" fmla="*/ 156003 w 169960"/>
                <a:gd name="connsiteY25" fmla="*/ 20972 h 243585"/>
                <a:gd name="connsiteX26" fmla="*/ 159723 w 169960"/>
                <a:gd name="connsiteY26" fmla="*/ 25809 h 243585"/>
                <a:gd name="connsiteX27" fmla="*/ 163119 w 169960"/>
                <a:gd name="connsiteY27" fmla="*/ 29112 h 243585"/>
                <a:gd name="connsiteX28" fmla="*/ 165677 w 169960"/>
                <a:gd name="connsiteY28" fmla="*/ 33251 h 243585"/>
                <a:gd name="connsiteX29" fmla="*/ 167165 w 169960"/>
                <a:gd name="connsiteY29" fmla="*/ 33995 h 243585"/>
                <a:gd name="connsiteX30" fmla="*/ 167909 w 169960"/>
                <a:gd name="connsiteY30" fmla="*/ 38460 h 243585"/>
                <a:gd name="connsiteX31" fmla="*/ 170141 w 169960"/>
                <a:gd name="connsiteY31" fmla="*/ 38460 h 243585"/>
                <a:gd name="connsiteX32" fmla="*/ 170374 w 169960"/>
                <a:gd name="connsiteY32" fmla="*/ 40971 h 243585"/>
                <a:gd name="connsiteX33" fmla="*/ 170886 w 169960"/>
                <a:gd name="connsiteY33" fmla="*/ 43669 h 243585"/>
                <a:gd name="connsiteX34" fmla="*/ 173118 w 169960"/>
                <a:gd name="connsiteY34" fmla="*/ 45157 h 243585"/>
                <a:gd name="connsiteX35" fmla="*/ 173862 w 169960"/>
                <a:gd name="connsiteY35" fmla="*/ 48878 h 243585"/>
                <a:gd name="connsiteX36" fmla="*/ 175350 w 169960"/>
                <a:gd name="connsiteY36" fmla="*/ 49622 h 243585"/>
                <a:gd name="connsiteX37" fmla="*/ 175815 w 169960"/>
                <a:gd name="connsiteY37" fmla="*/ 53389 h 243585"/>
                <a:gd name="connsiteX38" fmla="*/ 175984 w 169960"/>
                <a:gd name="connsiteY38" fmla="*/ 55462 h 243585"/>
                <a:gd name="connsiteX39" fmla="*/ 176094 w 169960"/>
                <a:gd name="connsiteY39" fmla="*/ 57063 h 243585"/>
                <a:gd name="connsiteX40" fmla="*/ 178327 w 169960"/>
                <a:gd name="connsiteY40" fmla="*/ 57063 h 243585"/>
                <a:gd name="connsiteX41" fmla="*/ 178411 w 169960"/>
                <a:gd name="connsiteY41" fmla="*/ 58665 h 243585"/>
                <a:gd name="connsiteX42" fmla="*/ 178559 w 169960"/>
                <a:gd name="connsiteY42" fmla="*/ 60737 h 243585"/>
                <a:gd name="connsiteX43" fmla="*/ 178690 w 169960"/>
                <a:gd name="connsiteY43" fmla="*/ 62804 h 243585"/>
                <a:gd name="connsiteX44" fmla="*/ 179071 w 169960"/>
                <a:gd name="connsiteY44" fmla="*/ 64505 h 243585"/>
                <a:gd name="connsiteX45" fmla="*/ 181303 w 169960"/>
                <a:gd name="connsiteY45" fmla="*/ 65249 h 243585"/>
                <a:gd name="connsiteX46" fmla="*/ 181443 w 169960"/>
                <a:gd name="connsiteY46" fmla="*/ 69388 h 243585"/>
                <a:gd name="connsiteX47" fmla="*/ 181382 w 169960"/>
                <a:gd name="connsiteY47" fmla="*/ 71670 h 243585"/>
                <a:gd name="connsiteX48" fmla="*/ 181303 w 169960"/>
                <a:gd name="connsiteY48" fmla="*/ 73434 h 243585"/>
                <a:gd name="connsiteX49" fmla="*/ 175350 w 169960"/>
                <a:gd name="connsiteY49" fmla="*/ 74179 h 243585"/>
                <a:gd name="connsiteX50" fmla="*/ 175350 w 169960"/>
                <a:gd name="connsiteY50" fmla="*/ 77155 h 243585"/>
                <a:gd name="connsiteX51" fmla="*/ 164188 w 169960"/>
                <a:gd name="connsiteY51" fmla="*/ 77155 h 243585"/>
                <a:gd name="connsiteX52" fmla="*/ 164188 w 169960"/>
                <a:gd name="connsiteY52" fmla="*/ 80876 h 243585"/>
                <a:gd name="connsiteX53" fmla="*/ 151538 w 169960"/>
                <a:gd name="connsiteY53" fmla="*/ 80876 h 243585"/>
                <a:gd name="connsiteX54" fmla="*/ 150050 w 169960"/>
                <a:gd name="connsiteY54" fmla="*/ 71202 h 243585"/>
                <a:gd name="connsiteX55" fmla="*/ 148561 w 169960"/>
                <a:gd name="connsiteY55" fmla="*/ 71202 h 243585"/>
                <a:gd name="connsiteX56" fmla="*/ 148477 w 169960"/>
                <a:gd name="connsiteY56" fmla="*/ 69600 h 243585"/>
                <a:gd name="connsiteX57" fmla="*/ 148329 w 169960"/>
                <a:gd name="connsiteY57" fmla="*/ 67528 h 243585"/>
                <a:gd name="connsiteX58" fmla="*/ 148198 w 169960"/>
                <a:gd name="connsiteY58" fmla="*/ 65461 h 243585"/>
                <a:gd name="connsiteX59" fmla="*/ 147817 w 169960"/>
                <a:gd name="connsiteY59" fmla="*/ 63761 h 243585"/>
                <a:gd name="connsiteX60" fmla="*/ 145585 w 169960"/>
                <a:gd name="connsiteY60" fmla="*/ 63016 h 243585"/>
                <a:gd name="connsiteX61" fmla="*/ 144841 w 169960"/>
                <a:gd name="connsiteY61" fmla="*/ 58552 h 243585"/>
                <a:gd name="connsiteX62" fmla="*/ 142608 w 169960"/>
                <a:gd name="connsiteY62" fmla="*/ 56319 h 243585"/>
                <a:gd name="connsiteX63" fmla="*/ 142608 w 169960"/>
                <a:gd name="connsiteY63" fmla="*/ 53343 h 243585"/>
                <a:gd name="connsiteX64" fmla="*/ 140376 w 169960"/>
                <a:gd name="connsiteY64" fmla="*/ 52598 h 243585"/>
                <a:gd name="connsiteX65" fmla="*/ 140376 w 169960"/>
                <a:gd name="connsiteY65" fmla="*/ 49622 h 243585"/>
                <a:gd name="connsiteX66" fmla="*/ 138143 w 169960"/>
                <a:gd name="connsiteY66" fmla="*/ 48878 h 243585"/>
                <a:gd name="connsiteX67" fmla="*/ 137771 w 169960"/>
                <a:gd name="connsiteY67" fmla="*/ 47343 h 243585"/>
                <a:gd name="connsiteX68" fmla="*/ 137399 w 169960"/>
                <a:gd name="connsiteY68" fmla="*/ 45901 h 243585"/>
                <a:gd name="connsiteX69" fmla="*/ 135167 w 169960"/>
                <a:gd name="connsiteY69" fmla="*/ 45901 h 243585"/>
                <a:gd name="connsiteX70" fmla="*/ 134423 w 169960"/>
                <a:gd name="connsiteY70" fmla="*/ 43669 h 243585"/>
                <a:gd name="connsiteX71" fmla="*/ 132190 w 169960"/>
                <a:gd name="connsiteY71" fmla="*/ 42925 h 243585"/>
                <a:gd name="connsiteX72" fmla="*/ 129958 w 169960"/>
                <a:gd name="connsiteY72" fmla="*/ 42180 h 243585"/>
                <a:gd name="connsiteX73" fmla="*/ 129214 w 169960"/>
                <a:gd name="connsiteY73" fmla="*/ 39948 h 243585"/>
                <a:gd name="connsiteX74" fmla="*/ 126981 w 169960"/>
                <a:gd name="connsiteY74" fmla="*/ 39995 h 243585"/>
                <a:gd name="connsiteX75" fmla="*/ 124749 w 169960"/>
                <a:gd name="connsiteY75" fmla="*/ 39948 h 243585"/>
                <a:gd name="connsiteX76" fmla="*/ 124563 w 169960"/>
                <a:gd name="connsiteY76" fmla="*/ 38480 h 243585"/>
                <a:gd name="connsiteX77" fmla="*/ 124005 w 169960"/>
                <a:gd name="connsiteY77" fmla="*/ 36971 h 243585"/>
                <a:gd name="connsiteX78" fmla="*/ 118796 w 169960"/>
                <a:gd name="connsiteY78" fmla="*/ 36599 h 243585"/>
                <a:gd name="connsiteX79" fmla="*/ 113587 w 169960"/>
                <a:gd name="connsiteY79" fmla="*/ 36227 h 243585"/>
                <a:gd name="connsiteX80" fmla="*/ 113296 w 169960"/>
                <a:gd name="connsiteY80" fmla="*/ 34742 h 243585"/>
                <a:gd name="connsiteX81" fmla="*/ 112843 w 169960"/>
                <a:gd name="connsiteY81" fmla="*/ 33251 h 243585"/>
                <a:gd name="connsiteX82" fmla="*/ 109215 w 169960"/>
                <a:gd name="connsiteY82" fmla="*/ 32855 h 243585"/>
                <a:gd name="connsiteX83" fmla="*/ 106994 w 169960"/>
                <a:gd name="connsiteY83" fmla="*/ 32844 h 243585"/>
                <a:gd name="connsiteX84" fmla="*/ 104657 w 169960"/>
                <a:gd name="connsiteY84" fmla="*/ 32879 h 243585"/>
                <a:gd name="connsiteX85" fmla="*/ 102320 w 169960"/>
                <a:gd name="connsiteY85" fmla="*/ 32844 h 243585"/>
                <a:gd name="connsiteX86" fmla="*/ 100099 w 169960"/>
                <a:gd name="connsiteY86" fmla="*/ 32855 h 243585"/>
                <a:gd name="connsiteX87" fmla="*/ 98047 w 169960"/>
                <a:gd name="connsiteY87" fmla="*/ 32866 h 243585"/>
                <a:gd name="connsiteX88" fmla="*/ 96471 w 169960"/>
                <a:gd name="connsiteY88" fmla="*/ 33251 h 243585"/>
                <a:gd name="connsiteX89" fmla="*/ 95727 w 169960"/>
                <a:gd name="connsiteY89" fmla="*/ 36227 h 243585"/>
                <a:gd name="connsiteX90" fmla="*/ 88562 w 169960"/>
                <a:gd name="connsiteY90" fmla="*/ 36046 h 243585"/>
                <a:gd name="connsiteX91" fmla="*/ 84565 w 169960"/>
                <a:gd name="connsiteY91" fmla="*/ 36227 h 243585"/>
                <a:gd name="connsiteX92" fmla="*/ 83821 w 169960"/>
                <a:gd name="connsiteY92" fmla="*/ 39948 h 243585"/>
                <a:gd name="connsiteX93" fmla="*/ 77124 w 169960"/>
                <a:gd name="connsiteY93" fmla="*/ 39204 h 243585"/>
                <a:gd name="connsiteX94" fmla="*/ 76984 w 169960"/>
                <a:gd name="connsiteY94" fmla="*/ 40971 h 243585"/>
                <a:gd name="connsiteX95" fmla="*/ 76380 w 169960"/>
                <a:gd name="connsiteY95" fmla="*/ 42925 h 243585"/>
                <a:gd name="connsiteX96" fmla="*/ 72659 w 169960"/>
                <a:gd name="connsiteY96" fmla="*/ 44413 h 243585"/>
                <a:gd name="connsiteX97" fmla="*/ 71171 w 169960"/>
                <a:gd name="connsiteY97" fmla="*/ 46645 h 243585"/>
                <a:gd name="connsiteX98" fmla="*/ 68938 w 169960"/>
                <a:gd name="connsiteY98" fmla="*/ 47389 h 243585"/>
                <a:gd name="connsiteX99" fmla="*/ 67450 w 169960"/>
                <a:gd name="connsiteY99" fmla="*/ 49622 h 243585"/>
                <a:gd name="connsiteX100" fmla="*/ 65962 w 169960"/>
                <a:gd name="connsiteY100" fmla="*/ 49622 h 243585"/>
                <a:gd name="connsiteX101" fmla="*/ 65590 w 169960"/>
                <a:gd name="connsiteY101" fmla="*/ 51110 h 243585"/>
                <a:gd name="connsiteX102" fmla="*/ 65218 w 169960"/>
                <a:gd name="connsiteY102" fmla="*/ 52598 h 243585"/>
                <a:gd name="connsiteX103" fmla="*/ 63729 w 169960"/>
                <a:gd name="connsiteY103" fmla="*/ 52598 h 243585"/>
                <a:gd name="connsiteX104" fmla="*/ 62985 w 169960"/>
                <a:gd name="connsiteY104" fmla="*/ 55575 h 243585"/>
                <a:gd name="connsiteX105" fmla="*/ 61497 w 169960"/>
                <a:gd name="connsiteY105" fmla="*/ 56319 h 243585"/>
                <a:gd name="connsiteX106" fmla="*/ 60753 w 169960"/>
                <a:gd name="connsiteY106" fmla="*/ 57807 h 243585"/>
                <a:gd name="connsiteX107" fmla="*/ 58520 w 169960"/>
                <a:gd name="connsiteY107" fmla="*/ 60040 h 243585"/>
                <a:gd name="connsiteX108" fmla="*/ 58148 w 169960"/>
                <a:gd name="connsiteY108" fmla="*/ 61900 h 243585"/>
                <a:gd name="connsiteX109" fmla="*/ 57776 w 169960"/>
                <a:gd name="connsiteY109" fmla="*/ 63761 h 243585"/>
                <a:gd name="connsiteX110" fmla="*/ 56288 w 169960"/>
                <a:gd name="connsiteY110" fmla="*/ 64505 h 243585"/>
                <a:gd name="connsiteX111" fmla="*/ 55823 w 169960"/>
                <a:gd name="connsiteY111" fmla="*/ 67900 h 243585"/>
                <a:gd name="connsiteX112" fmla="*/ 55654 w 169960"/>
                <a:gd name="connsiteY112" fmla="*/ 69763 h 243585"/>
                <a:gd name="connsiteX113" fmla="*/ 55544 w 169960"/>
                <a:gd name="connsiteY113" fmla="*/ 71202 h 243585"/>
                <a:gd name="connsiteX114" fmla="*/ 54055 w 169960"/>
                <a:gd name="connsiteY114" fmla="*/ 71202 h 243585"/>
                <a:gd name="connsiteX115" fmla="*/ 52893 w 169960"/>
                <a:gd name="connsiteY115" fmla="*/ 76132 h 243585"/>
                <a:gd name="connsiteX116" fmla="*/ 52704 w 169960"/>
                <a:gd name="connsiteY116" fmla="*/ 77975 h 243585"/>
                <a:gd name="connsiteX117" fmla="*/ 52567 w 169960"/>
                <a:gd name="connsiteY117" fmla="*/ 79388 h 243585"/>
                <a:gd name="connsiteX118" fmla="*/ 51079 w 169960"/>
                <a:gd name="connsiteY118" fmla="*/ 79388 h 243585"/>
                <a:gd name="connsiteX119" fmla="*/ 50428 w 169960"/>
                <a:gd name="connsiteY119" fmla="*/ 86178 h 243585"/>
                <a:gd name="connsiteX120" fmla="*/ 49230 w 169960"/>
                <a:gd name="connsiteY120" fmla="*/ 89560 h 243585"/>
                <a:gd name="connsiteX121" fmla="*/ 47825 w 169960"/>
                <a:gd name="connsiteY121" fmla="*/ 97358 h 243585"/>
                <a:gd name="connsiteX122" fmla="*/ 47817 w 169960"/>
                <a:gd name="connsiteY122" fmla="*/ 99203 h 243585"/>
                <a:gd name="connsiteX123" fmla="*/ 47832 w 169960"/>
                <a:gd name="connsiteY123" fmla="*/ 105232 h 243585"/>
                <a:gd name="connsiteX124" fmla="*/ 47831 w 169960"/>
                <a:gd name="connsiteY124" fmla="*/ 109418 h 243585"/>
                <a:gd name="connsiteX125" fmla="*/ 47852 w 169960"/>
                <a:gd name="connsiteY125" fmla="*/ 118184 h 243585"/>
                <a:gd name="connsiteX126" fmla="*/ 47864 w 169960"/>
                <a:gd name="connsiteY126" fmla="*/ 129445 h 243585"/>
                <a:gd name="connsiteX127" fmla="*/ 47874 w 169960"/>
                <a:gd name="connsiteY127" fmla="*/ 138084 h 243585"/>
                <a:gd name="connsiteX128" fmla="*/ 47877 w 169960"/>
                <a:gd name="connsiteY128" fmla="*/ 142238 h 243585"/>
                <a:gd name="connsiteX129" fmla="*/ 47898 w 169960"/>
                <a:gd name="connsiteY129" fmla="*/ 148026 h 243585"/>
                <a:gd name="connsiteX130" fmla="*/ 47892 w 169960"/>
                <a:gd name="connsiteY130" fmla="*/ 149775 h 243585"/>
                <a:gd name="connsiteX131" fmla="*/ 48102 w 169960"/>
                <a:gd name="connsiteY131" fmla="*/ 153802 h 243585"/>
                <a:gd name="connsiteX132" fmla="*/ 49591 w 169960"/>
                <a:gd name="connsiteY132" fmla="*/ 154546 h 243585"/>
                <a:gd name="connsiteX133" fmla="*/ 50381 w 169960"/>
                <a:gd name="connsiteY133" fmla="*/ 162127 h 243585"/>
                <a:gd name="connsiteX134" fmla="*/ 50361 w 169960"/>
                <a:gd name="connsiteY134" fmla="*/ 164996 h 243585"/>
                <a:gd name="connsiteX135" fmla="*/ 50335 w 169960"/>
                <a:gd name="connsiteY135" fmla="*/ 167196 h 243585"/>
                <a:gd name="connsiteX136" fmla="*/ 52567 w 169960"/>
                <a:gd name="connsiteY136" fmla="*/ 167196 h 243585"/>
                <a:gd name="connsiteX137" fmla="*/ 53311 w 169960"/>
                <a:gd name="connsiteY137" fmla="*/ 176126 h 243585"/>
                <a:gd name="connsiteX138" fmla="*/ 55544 w 169960"/>
                <a:gd name="connsiteY138" fmla="*/ 176126 h 243585"/>
                <a:gd name="connsiteX139" fmla="*/ 55980 w 169960"/>
                <a:gd name="connsiteY139" fmla="*/ 180704 h 243585"/>
                <a:gd name="connsiteX140" fmla="*/ 56288 w 169960"/>
                <a:gd name="connsiteY140" fmla="*/ 182079 h 243585"/>
                <a:gd name="connsiteX141" fmla="*/ 57776 w 169960"/>
                <a:gd name="connsiteY141" fmla="*/ 182823 h 243585"/>
                <a:gd name="connsiteX142" fmla="*/ 58102 w 169960"/>
                <a:gd name="connsiteY142" fmla="*/ 184637 h 243585"/>
                <a:gd name="connsiteX143" fmla="*/ 60753 w 169960"/>
                <a:gd name="connsiteY143" fmla="*/ 188032 h 243585"/>
                <a:gd name="connsiteX144" fmla="*/ 63008 w 169960"/>
                <a:gd name="connsiteY144" fmla="*/ 192000 h 243585"/>
                <a:gd name="connsiteX145" fmla="*/ 65962 w 169960"/>
                <a:gd name="connsiteY145" fmla="*/ 195473 h 243585"/>
                <a:gd name="connsiteX146" fmla="*/ 68938 w 169960"/>
                <a:gd name="connsiteY146" fmla="*/ 200682 h 243585"/>
                <a:gd name="connsiteX147" fmla="*/ 71915 w 169960"/>
                <a:gd name="connsiteY147" fmla="*/ 200682 h 243585"/>
                <a:gd name="connsiteX148" fmla="*/ 72659 w 169960"/>
                <a:gd name="connsiteY148" fmla="*/ 202915 h 243585"/>
                <a:gd name="connsiteX149" fmla="*/ 74891 w 169960"/>
                <a:gd name="connsiteY149" fmla="*/ 203240 h 243585"/>
                <a:gd name="connsiteX150" fmla="*/ 77124 w 169960"/>
                <a:gd name="connsiteY150" fmla="*/ 203659 h 243585"/>
                <a:gd name="connsiteX151" fmla="*/ 77423 w 169960"/>
                <a:gd name="connsiteY151" fmla="*/ 205139 h 243585"/>
                <a:gd name="connsiteX152" fmla="*/ 77868 w 169960"/>
                <a:gd name="connsiteY152" fmla="*/ 206636 h 243585"/>
                <a:gd name="connsiteX153" fmla="*/ 81263 w 169960"/>
                <a:gd name="connsiteY153" fmla="*/ 207194 h 243585"/>
                <a:gd name="connsiteX154" fmla="*/ 83126 w 169960"/>
                <a:gd name="connsiteY154" fmla="*/ 207322 h 243585"/>
                <a:gd name="connsiteX155" fmla="*/ 84565 w 169960"/>
                <a:gd name="connsiteY155" fmla="*/ 207380 h 243585"/>
                <a:gd name="connsiteX156" fmla="*/ 84565 w 169960"/>
                <a:gd name="connsiteY156" fmla="*/ 210356 h 243585"/>
                <a:gd name="connsiteX157" fmla="*/ 86818 w 169960"/>
                <a:gd name="connsiteY157" fmla="*/ 210225 h 243585"/>
                <a:gd name="connsiteX158" fmla="*/ 89728 w 169960"/>
                <a:gd name="connsiteY158" fmla="*/ 210124 h 243585"/>
                <a:gd name="connsiteX159" fmla="*/ 92632 w 169960"/>
                <a:gd name="connsiteY159" fmla="*/ 209993 h 243585"/>
                <a:gd name="connsiteX160" fmla="*/ 94983 w 169960"/>
                <a:gd name="connsiteY160" fmla="*/ 210356 h 243585"/>
                <a:gd name="connsiteX161" fmla="*/ 95727 w 169960"/>
                <a:gd name="connsiteY161" fmla="*/ 214077 h 243585"/>
                <a:gd name="connsiteX162" fmla="*/ 103122 w 169960"/>
                <a:gd name="connsiteY162" fmla="*/ 213891 h 243585"/>
                <a:gd name="connsiteX163" fmla="*/ 105254 w 169960"/>
                <a:gd name="connsiteY163" fmla="*/ 213859 h 243585"/>
                <a:gd name="connsiteX164" fmla="*/ 107282 w 169960"/>
                <a:gd name="connsiteY164" fmla="*/ 213786 h 243585"/>
                <a:gd name="connsiteX165" fmla="*/ 109159 w 169960"/>
                <a:gd name="connsiteY165" fmla="*/ 213739 h 243585"/>
                <a:gd name="connsiteX166" fmla="*/ 110610 w 169960"/>
                <a:gd name="connsiteY166" fmla="*/ 213333 h 243585"/>
                <a:gd name="connsiteX167" fmla="*/ 111354 w 169960"/>
                <a:gd name="connsiteY167" fmla="*/ 210356 h 243585"/>
                <a:gd name="connsiteX168" fmla="*/ 116563 w 169960"/>
                <a:gd name="connsiteY168" fmla="*/ 209938 h 243585"/>
                <a:gd name="connsiteX169" fmla="*/ 121772 w 169960"/>
                <a:gd name="connsiteY169" fmla="*/ 209612 h 243585"/>
                <a:gd name="connsiteX170" fmla="*/ 122516 w 169960"/>
                <a:gd name="connsiteY170" fmla="*/ 207380 h 243585"/>
                <a:gd name="connsiteX171" fmla="*/ 127121 w 169960"/>
                <a:gd name="connsiteY171" fmla="*/ 206356 h 243585"/>
                <a:gd name="connsiteX172" fmla="*/ 128469 w 169960"/>
                <a:gd name="connsiteY172" fmla="*/ 205891 h 243585"/>
                <a:gd name="connsiteX173" fmla="*/ 129214 w 169960"/>
                <a:gd name="connsiteY173" fmla="*/ 203659 h 243585"/>
                <a:gd name="connsiteX174" fmla="*/ 130609 w 169960"/>
                <a:gd name="connsiteY174" fmla="*/ 203333 h 243585"/>
                <a:gd name="connsiteX175" fmla="*/ 134423 w 169960"/>
                <a:gd name="connsiteY175" fmla="*/ 199938 h 243585"/>
                <a:gd name="connsiteX176" fmla="*/ 136655 w 169960"/>
                <a:gd name="connsiteY176" fmla="*/ 199194 h 243585"/>
                <a:gd name="connsiteX177" fmla="*/ 137399 w 169960"/>
                <a:gd name="connsiteY177" fmla="*/ 196962 h 243585"/>
                <a:gd name="connsiteX178" fmla="*/ 139632 w 169960"/>
                <a:gd name="connsiteY178" fmla="*/ 196218 h 243585"/>
                <a:gd name="connsiteX179" fmla="*/ 140376 w 169960"/>
                <a:gd name="connsiteY179" fmla="*/ 193241 h 243585"/>
                <a:gd name="connsiteX180" fmla="*/ 141864 w 169960"/>
                <a:gd name="connsiteY180" fmla="*/ 192497 h 243585"/>
                <a:gd name="connsiteX181" fmla="*/ 145259 w 169960"/>
                <a:gd name="connsiteY181" fmla="*/ 186358 h 243585"/>
                <a:gd name="connsiteX182" fmla="*/ 147817 w 169960"/>
                <a:gd name="connsiteY182" fmla="*/ 183567 h 243585"/>
                <a:gd name="connsiteX183" fmla="*/ 148282 w 169960"/>
                <a:gd name="connsiteY183" fmla="*/ 180544 h 243585"/>
                <a:gd name="connsiteX184" fmla="*/ 148561 w 169960"/>
                <a:gd name="connsiteY184" fmla="*/ 177614 h 243585"/>
                <a:gd name="connsiteX185" fmla="*/ 150794 w 169960"/>
                <a:gd name="connsiteY185" fmla="*/ 177614 h 243585"/>
                <a:gd name="connsiteX186" fmla="*/ 150768 w 169960"/>
                <a:gd name="connsiteY186" fmla="*/ 176201 h 243585"/>
                <a:gd name="connsiteX187" fmla="*/ 150747 w 169960"/>
                <a:gd name="connsiteY187" fmla="*/ 174358 h 243585"/>
                <a:gd name="connsiteX188" fmla="*/ 150721 w 169960"/>
                <a:gd name="connsiteY188" fmla="*/ 172527 h 243585"/>
                <a:gd name="connsiteX189" fmla="*/ 151538 w 169960"/>
                <a:gd name="connsiteY189" fmla="*/ 169429 h 243585"/>
                <a:gd name="connsiteX190" fmla="*/ 153026 w 169960"/>
                <a:gd name="connsiteY190" fmla="*/ 169429 h 243585"/>
                <a:gd name="connsiteX191" fmla="*/ 153770 w 169960"/>
                <a:gd name="connsiteY191" fmla="*/ 156034 h 243585"/>
                <a:gd name="connsiteX192" fmla="*/ 160002 w 169960"/>
                <a:gd name="connsiteY192" fmla="*/ 155848 h 243585"/>
                <a:gd name="connsiteX193" fmla="*/ 161963 w 169960"/>
                <a:gd name="connsiteY193" fmla="*/ 155766 h 243585"/>
                <a:gd name="connsiteX194" fmla="*/ 166421 w 169960"/>
                <a:gd name="connsiteY194" fmla="*/ 156034 h 243585"/>
                <a:gd name="connsiteX195" fmla="*/ 167909 w 169960"/>
                <a:gd name="connsiteY195" fmla="*/ 159011 h 243585"/>
                <a:gd name="connsiteX196" fmla="*/ 172792 w 169960"/>
                <a:gd name="connsiteY196" fmla="*/ 159011 h 243585"/>
                <a:gd name="connsiteX197" fmla="*/ 177583 w 169960"/>
                <a:gd name="connsiteY197" fmla="*/ 159011 h 243585"/>
                <a:gd name="connsiteX198" fmla="*/ 178327 w 169960"/>
                <a:gd name="connsiteY198" fmla="*/ 161987 h 243585"/>
                <a:gd name="connsiteX199" fmla="*/ 183536 w 169960"/>
                <a:gd name="connsiteY199" fmla="*/ 162731 h 243585"/>
                <a:gd name="connsiteX200" fmla="*/ 183536 w 169960"/>
                <a:gd name="connsiteY200" fmla="*/ 173893 h 243585"/>
                <a:gd name="connsiteX201" fmla="*/ 182048 w 169960"/>
                <a:gd name="connsiteY201" fmla="*/ 174637 h 243585"/>
                <a:gd name="connsiteX202" fmla="*/ 181583 w 169960"/>
                <a:gd name="connsiteY202" fmla="*/ 179149 h 243585"/>
                <a:gd name="connsiteX203" fmla="*/ 181414 w 169960"/>
                <a:gd name="connsiteY203" fmla="*/ 181640 h 243585"/>
                <a:gd name="connsiteX204" fmla="*/ 181303 w 169960"/>
                <a:gd name="connsiteY204" fmla="*/ 183567 h 243585"/>
                <a:gd name="connsiteX205" fmla="*/ 179071 w 169960"/>
                <a:gd name="connsiteY205" fmla="*/ 183567 h 243585"/>
                <a:gd name="connsiteX206" fmla="*/ 178327 w 169960"/>
                <a:gd name="connsiteY206" fmla="*/ 191753 h 243585"/>
                <a:gd name="connsiteX207" fmla="*/ 176094 w 169960"/>
                <a:gd name="connsiteY207" fmla="*/ 191753 h 243585"/>
                <a:gd name="connsiteX208" fmla="*/ 175350 w 169960"/>
                <a:gd name="connsiteY208" fmla="*/ 197706 h 243585"/>
                <a:gd name="connsiteX209" fmla="*/ 173862 w 169960"/>
                <a:gd name="connsiteY209" fmla="*/ 197706 h 243585"/>
                <a:gd name="connsiteX210" fmla="*/ 172374 w 169960"/>
                <a:gd name="connsiteY210" fmla="*/ 202915 h 243585"/>
                <a:gd name="connsiteX211" fmla="*/ 170886 w 169960"/>
                <a:gd name="connsiteY211" fmla="*/ 204403 h 243585"/>
                <a:gd name="connsiteX212" fmla="*/ 170560 w 169960"/>
                <a:gd name="connsiteY212" fmla="*/ 206217 h 243585"/>
                <a:gd name="connsiteX213" fmla="*/ 167909 w 169960"/>
                <a:gd name="connsiteY213" fmla="*/ 210356 h 243585"/>
                <a:gd name="connsiteX214" fmla="*/ 167537 w 169960"/>
                <a:gd name="connsiteY214" fmla="*/ 211938 h 243585"/>
                <a:gd name="connsiteX215" fmla="*/ 167165 w 169960"/>
                <a:gd name="connsiteY215" fmla="*/ 213333 h 243585"/>
                <a:gd name="connsiteX216" fmla="*/ 164932 w 169960"/>
                <a:gd name="connsiteY216" fmla="*/ 214077 h 243585"/>
                <a:gd name="connsiteX217" fmla="*/ 164188 w 169960"/>
                <a:gd name="connsiteY217" fmla="*/ 216309 h 243585"/>
                <a:gd name="connsiteX218" fmla="*/ 160793 w 169960"/>
                <a:gd name="connsiteY218" fmla="*/ 219611 h 243585"/>
                <a:gd name="connsiteX219" fmla="*/ 159075 w 169960"/>
                <a:gd name="connsiteY219" fmla="*/ 222184 h 243585"/>
                <a:gd name="connsiteX220" fmla="*/ 155631 w 169960"/>
                <a:gd name="connsiteY220" fmla="*/ 226169 h 243585"/>
                <a:gd name="connsiteX221" fmla="*/ 154259 w 169960"/>
                <a:gd name="connsiteY221" fmla="*/ 227344 h 243585"/>
                <a:gd name="connsiteX222" fmla="*/ 151538 w 169960"/>
                <a:gd name="connsiteY222" fmla="*/ 228216 h 243585"/>
                <a:gd name="connsiteX223" fmla="*/ 151259 w 169960"/>
                <a:gd name="connsiteY223" fmla="*/ 229657 h 243585"/>
                <a:gd name="connsiteX224" fmla="*/ 150794 w 169960"/>
                <a:gd name="connsiteY224" fmla="*/ 231192 h 243585"/>
                <a:gd name="connsiteX225" fmla="*/ 147817 w 169960"/>
                <a:gd name="connsiteY225" fmla="*/ 231936 h 243585"/>
                <a:gd name="connsiteX226" fmla="*/ 147073 w 169960"/>
                <a:gd name="connsiteY226" fmla="*/ 234169 h 243585"/>
                <a:gd name="connsiteX227" fmla="*/ 144841 w 169960"/>
                <a:gd name="connsiteY227" fmla="*/ 234494 h 243585"/>
                <a:gd name="connsiteX228" fmla="*/ 142608 w 169960"/>
                <a:gd name="connsiteY228" fmla="*/ 234913 h 243585"/>
                <a:gd name="connsiteX229" fmla="*/ 142283 w 169960"/>
                <a:gd name="connsiteY229" fmla="*/ 236401 h 243585"/>
                <a:gd name="connsiteX230" fmla="*/ 141864 w 169960"/>
                <a:gd name="connsiteY230" fmla="*/ 237889 h 243585"/>
                <a:gd name="connsiteX231" fmla="*/ 136655 w 169960"/>
                <a:gd name="connsiteY231" fmla="*/ 238634 h 243585"/>
                <a:gd name="connsiteX232" fmla="*/ 135911 w 169960"/>
                <a:gd name="connsiteY232" fmla="*/ 240866 h 243585"/>
                <a:gd name="connsiteX233" fmla="*/ 132702 w 169960"/>
                <a:gd name="connsiteY233" fmla="*/ 241424 h 243585"/>
                <a:gd name="connsiteX234" fmla="*/ 130943 w 169960"/>
                <a:gd name="connsiteY234" fmla="*/ 241599 h 243585"/>
                <a:gd name="connsiteX235" fmla="*/ 126237 w 169960"/>
                <a:gd name="connsiteY235" fmla="*/ 240866 h 243585"/>
                <a:gd name="connsiteX236" fmla="*/ 126126 w 169960"/>
                <a:gd name="connsiteY236" fmla="*/ 242697 h 243585"/>
                <a:gd name="connsiteX237" fmla="*/ 125493 w 169960"/>
                <a:gd name="connsiteY237" fmla="*/ 244587 h 243585"/>
                <a:gd name="connsiteX238" fmla="*/ 121322 w 169960"/>
                <a:gd name="connsiteY238" fmla="*/ 245056 h 243585"/>
                <a:gd name="connsiteX239" fmla="*/ 118620 w 169960"/>
                <a:gd name="connsiteY239" fmla="*/ 245085 h 243585"/>
                <a:gd name="connsiteX240" fmla="*/ 115680 w 169960"/>
                <a:gd name="connsiteY240" fmla="*/ 245055 h 243585"/>
                <a:gd name="connsiteX241" fmla="*/ 112685 w 169960"/>
                <a:gd name="connsiteY241" fmla="*/ 245060 h 243585"/>
                <a:gd name="connsiteX242" fmla="*/ 106402 w 169960"/>
                <a:gd name="connsiteY242" fmla="*/ 245031 h 243585"/>
                <a:gd name="connsiteX243" fmla="*/ 98331 w 169960"/>
                <a:gd name="connsiteY243" fmla="*/ 245024 h 243585"/>
                <a:gd name="connsiteX244" fmla="*/ 92146 w 169960"/>
                <a:gd name="connsiteY244" fmla="*/ 245014 h 243585"/>
                <a:gd name="connsiteX245" fmla="*/ 87717 w 169960"/>
                <a:gd name="connsiteY245" fmla="*/ 245019 h 243585"/>
                <a:gd name="connsiteX246" fmla="*/ 85016 w 169960"/>
                <a:gd name="connsiteY246" fmla="*/ 244984 h 243585"/>
                <a:gd name="connsiteX247" fmla="*/ 82624 w 169960"/>
                <a:gd name="connsiteY247" fmla="*/ 244970 h 243585"/>
                <a:gd name="connsiteX248" fmla="*/ 80844 w 169960"/>
                <a:gd name="connsiteY248" fmla="*/ 244587 h 243585"/>
                <a:gd name="connsiteX249" fmla="*/ 80100 w 169960"/>
                <a:gd name="connsiteY249" fmla="*/ 241610 h 243585"/>
                <a:gd name="connsiteX250" fmla="*/ 75263 w 169960"/>
                <a:gd name="connsiteY250" fmla="*/ 241192 h 243585"/>
                <a:gd name="connsiteX251" fmla="*/ 70427 w 169960"/>
                <a:gd name="connsiteY251" fmla="*/ 240866 h 243585"/>
                <a:gd name="connsiteX252" fmla="*/ 69682 w 169960"/>
                <a:gd name="connsiteY252" fmla="*/ 238634 h 243585"/>
                <a:gd name="connsiteX253" fmla="*/ 66706 w 169960"/>
                <a:gd name="connsiteY253" fmla="*/ 238308 h 243585"/>
                <a:gd name="connsiteX254" fmla="*/ 63729 w 169960"/>
                <a:gd name="connsiteY254" fmla="*/ 237889 h 243585"/>
                <a:gd name="connsiteX255" fmla="*/ 62985 w 169960"/>
                <a:gd name="connsiteY255" fmla="*/ 234913 h 243585"/>
                <a:gd name="connsiteX256" fmla="*/ 58520 w 169960"/>
                <a:gd name="connsiteY256" fmla="*/ 234169 h 243585"/>
                <a:gd name="connsiteX257" fmla="*/ 58520 w 169960"/>
                <a:gd name="connsiteY257" fmla="*/ 231192 h 243585"/>
                <a:gd name="connsiteX258" fmla="*/ 56753 w 169960"/>
                <a:gd name="connsiteY258" fmla="*/ 231285 h 243585"/>
                <a:gd name="connsiteX259" fmla="*/ 53311 w 169960"/>
                <a:gd name="connsiteY259" fmla="*/ 229704 h 243585"/>
                <a:gd name="connsiteX260" fmla="*/ 53311 w 169960"/>
                <a:gd name="connsiteY260" fmla="*/ 227471 h 243585"/>
                <a:gd name="connsiteX261" fmla="*/ 50335 w 169960"/>
                <a:gd name="connsiteY261" fmla="*/ 227471 h 243585"/>
                <a:gd name="connsiteX262" fmla="*/ 50335 w 169960"/>
                <a:gd name="connsiteY262" fmla="*/ 224495 h 243585"/>
                <a:gd name="connsiteX263" fmla="*/ 47358 w 169960"/>
                <a:gd name="connsiteY263" fmla="*/ 224495 h 243585"/>
                <a:gd name="connsiteX264" fmla="*/ 46614 w 169960"/>
                <a:gd name="connsiteY264" fmla="*/ 220774 h 243585"/>
                <a:gd name="connsiteX265" fmla="*/ 45265 w 169960"/>
                <a:gd name="connsiteY265" fmla="*/ 220449 h 243585"/>
                <a:gd name="connsiteX266" fmla="*/ 40661 w 169960"/>
                <a:gd name="connsiteY266" fmla="*/ 215565 h 243585"/>
                <a:gd name="connsiteX267" fmla="*/ 39173 w 169960"/>
                <a:gd name="connsiteY267" fmla="*/ 214821 h 243585"/>
                <a:gd name="connsiteX268" fmla="*/ 38847 w 169960"/>
                <a:gd name="connsiteY268" fmla="*/ 212914 h 243585"/>
                <a:gd name="connsiteX269" fmla="*/ 38428 w 169960"/>
                <a:gd name="connsiteY269" fmla="*/ 211100 h 243585"/>
                <a:gd name="connsiteX270" fmla="*/ 36196 w 169960"/>
                <a:gd name="connsiteY270" fmla="*/ 211100 h 243585"/>
                <a:gd name="connsiteX271" fmla="*/ 35917 w 169960"/>
                <a:gd name="connsiteY271" fmla="*/ 208914 h 243585"/>
                <a:gd name="connsiteX272" fmla="*/ 35452 w 169960"/>
                <a:gd name="connsiteY272" fmla="*/ 206636 h 243585"/>
                <a:gd name="connsiteX273" fmla="*/ 33964 w 169960"/>
                <a:gd name="connsiteY273" fmla="*/ 205891 h 243585"/>
                <a:gd name="connsiteX274" fmla="*/ 33219 w 169960"/>
                <a:gd name="connsiteY274" fmla="*/ 201427 h 243585"/>
                <a:gd name="connsiteX275" fmla="*/ 30987 w 169960"/>
                <a:gd name="connsiteY275" fmla="*/ 201427 h 243585"/>
                <a:gd name="connsiteX276" fmla="*/ 30755 w 169960"/>
                <a:gd name="connsiteY276" fmla="*/ 198869 h 243585"/>
                <a:gd name="connsiteX277" fmla="*/ 30243 w 169960"/>
                <a:gd name="connsiteY277" fmla="*/ 196218 h 243585"/>
                <a:gd name="connsiteX278" fmla="*/ 28011 w 169960"/>
                <a:gd name="connsiteY278" fmla="*/ 195473 h 243585"/>
                <a:gd name="connsiteX279" fmla="*/ 27592 w 169960"/>
                <a:gd name="connsiteY279" fmla="*/ 192497 h 243585"/>
                <a:gd name="connsiteX280" fmla="*/ 27266 w 169960"/>
                <a:gd name="connsiteY280" fmla="*/ 189520 h 243585"/>
                <a:gd name="connsiteX281" fmla="*/ 25778 w 169960"/>
                <a:gd name="connsiteY281" fmla="*/ 188776 h 243585"/>
                <a:gd name="connsiteX282" fmla="*/ 25362 w 169960"/>
                <a:gd name="connsiteY282" fmla="*/ 184244 h 243585"/>
                <a:gd name="connsiteX283" fmla="*/ 22802 w 169960"/>
                <a:gd name="connsiteY283" fmla="*/ 181335 h 243585"/>
                <a:gd name="connsiteX284" fmla="*/ 22360 w 169960"/>
                <a:gd name="connsiteY284" fmla="*/ 174379 h 243585"/>
                <a:gd name="connsiteX285" fmla="*/ 22057 w 169960"/>
                <a:gd name="connsiteY285" fmla="*/ 172405 h 243585"/>
                <a:gd name="connsiteX286" fmla="*/ 19825 w 169960"/>
                <a:gd name="connsiteY286" fmla="*/ 171661 h 243585"/>
                <a:gd name="connsiteX287" fmla="*/ 19406 w 169960"/>
                <a:gd name="connsiteY287" fmla="*/ 165336 h 243585"/>
                <a:gd name="connsiteX288" fmla="*/ 19081 w 169960"/>
                <a:gd name="connsiteY288" fmla="*/ 159011 h 243585"/>
                <a:gd name="connsiteX289" fmla="*/ 17593 w 169960"/>
                <a:gd name="connsiteY289" fmla="*/ 158266 h 243585"/>
                <a:gd name="connsiteX290" fmla="*/ 16968 w 169960"/>
                <a:gd name="connsiteY290" fmla="*/ 145026 h 243585"/>
                <a:gd name="connsiteX291" fmla="*/ 15360 w 169960"/>
                <a:gd name="connsiteY291" fmla="*/ 139663 h 243585"/>
                <a:gd name="connsiteX292" fmla="*/ 14616 w 169960"/>
                <a:gd name="connsiteY292" fmla="*/ 139663 h 243585"/>
                <a:gd name="connsiteX293" fmla="*/ 14534 w 169960"/>
                <a:gd name="connsiteY293" fmla="*/ 124443 h 243585"/>
                <a:gd name="connsiteX294" fmla="*/ 14504 w 169960"/>
                <a:gd name="connsiteY294" fmla="*/ 119261 h 243585"/>
                <a:gd name="connsiteX295" fmla="*/ 14471 w 169960"/>
                <a:gd name="connsiteY295" fmla="*/ 111830 h 243585"/>
                <a:gd name="connsiteX296" fmla="*/ 14447 w 169960"/>
                <a:gd name="connsiteY296" fmla="*/ 109474 h 243585"/>
                <a:gd name="connsiteX297" fmla="*/ 14447 w 169960"/>
                <a:gd name="connsiteY297" fmla="*/ 107307 h 243585"/>
                <a:gd name="connsiteX298" fmla="*/ 14437 w 169960"/>
                <a:gd name="connsiteY298" fmla="*/ 105390 h 243585"/>
                <a:gd name="connsiteX299" fmla="*/ 14616 w 169960"/>
                <a:gd name="connsiteY299" fmla="*/ 103944 h 243585"/>
                <a:gd name="connsiteX300" fmla="*/ 16104 w 169960"/>
                <a:gd name="connsiteY300" fmla="*/ 103200 h 243585"/>
                <a:gd name="connsiteX301" fmla="*/ 16848 w 169960"/>
                <a:gd name="connsiteY301" fmla="*/ 94317 h 243585"/>
                <a:gd name="connsiteX302" fmla="*/ 17593 w 169960"/>
                <a:gd name="connsiteY302" fmla="*/ 84596 h 243585"/>
                <a:gd name="connsiteX303" fmla="*/ 19081 w 169960"/>
                <a:gd name="connsiteY303" fmla="*/ 83852 h 243585"/>
                <a:gd name="connsiteX304" fmla="*/ 19437 w 169960"/>
                <a:gd name="connsiteY304" fmla="*/ 76207 h 243585"/>
                <a:gd name="connsiteX305" fmla="*/ 19825 w 169960"/>
                <a:gd name="connsiteY305" fmla="*/ 71946 h 243585"/>
                <a:gd name="connsiteX306" fmla="*/ 22057 w 169960"/>
                <a:gd name="connsiteY306" fmla="*/ 71202 h 243585"/>
                <a:gd name="connsiteX307" fmla="*/ 22569 w 169960"/>
                <a:gd name="connsiteY307" fmla="*/ 67435 h 243585"/>
                <a:gd name="connsiteX308" fmla="*/ 22717 w 169960"/>
                <a:gd name="connsiteY308" fmla="*/ 65362 h 243585"/>
                <a:gd name="connsiteX309" fmla="*/ 22802 w 169960"/>
                <a:gd name="connsiteY309" fmla="*/ 63761 h 243585"/>
                <a:gd name="connsiteX310" fmla="*/ 24290 w 169960"/>
                <a:gd name="connsiteY310" fmla="*/ 63761 h 243585"/>
                <a:gd name="connsiteX311" fmla="*/ 25287 w 169960"/>
                <a:gd name="connsiteY311" fmla="*/ 58528 h 243585"/>
                <a:gd name="connsiteX312" fmla="*/ 25778 w 169960"/>
                <a:gd name="connsiteY312" fmla="*/ 57063 h 243585"/>
                <a:gd name="connsiteX313" fmla="*/ 28011 w 169960"/>
                <a:gd name="connsiteY313" fmla="*/ 57063 h 243585"/>
                <a:gd name="connsiteX314" fmla="*/ 27871 w 169960"/>
                <a:gd name="connsiteY314" fmla="*/ 54133 h 243585"/>
                <a:gd name="connsiteX315" fmla="*/ 28011 w 169960"/>
                <a:gd name="connsiteY315" fmla="*/ 51110 h 243585"/>
                <a:gd name="connsiteX316" fmla="*/ 30243 w 169960"/>
                <a:gd name="connsiteY316" fmla="*/ 50366 h 243585"/>
                <a:gd name="connsiteX317" fmla="*/ 30987 w 169960"/>
                <a:gd name="connsiteY317" fmla="*/ 45157 h 243585"/>
                <a:gd name="connsiteX318" fmla="*/ 33219 w 169960"/>
                <a:gd name="connsiteY318" fmla="*/ 45157 h 243585"/>
                <a:gd name="connsiteX319" fmla="*/ 33452 w 169960"/>
                <a:gd name="connsiteY319" fmla="*/ 43018 h 243585"/>
                <a:gd name="connsiteX320" fmla="*/ 36196 w 169960"/>
                <a:gd name="connsiteY320" fmla="*/ 39204 h 243585"/>
                <a:gd name="connsiteX321" fmla="*/ 36940 w 169960"/>
                <a:gd name="connsiteY321" fmla="*/ 36971 h 243585"/>
                <a:gd name="connsiteX322" fmla="*/ 40382 w 169960"/>
                <a:gd name="connsiteY322" fmla="*/ 33623 h 243585"/>
                <a:gd name="connsiteX323" fmla="*/ 42149 w 169960"/>
                <a:gd name="connsiteY323" fmla="*/ 30274 h 243585"/>
                <a:gd name="connsiteX324" fmla="*/ 44382 w 169960"/>
                <a:gd name="connsiteY324" fmla="*/ 28786 h 243585"/>
                <a:gd name="connsiteX325" fmla="*/ 45126 w 169960"/>
                <a:gd name="connsiteY325" fmla="*/ 26554 h 243585"/>
                <a:gd name="connsiteX326" fmla="*/ 47358 w 169960"/>
                <a:gd name="connsiteY326" fmla="*/ 26554 h 243585"/>
                <a:gd name="connsiteX327" fmla="*/ 47684 w 169960"/>
                <a:gd name="connsiteY327" fmla="*/ 24786 h 243585"/>
                <a:gd name="connsiteX328" fmla="*/ 48102 w 169960"/>
                <a:gd name="connsiteY328" fmla="*/ 22833 h 243585"/>
                <a:gd name="connsiteX329" fmla="*/ 51079 w 169960"/>
                <a:gd name="connsiteY329" fmla="*/ 21345 h 243585"/>
                <a:gd name="connsiteX330" fmla="*/ 51823 w 169960"/>
                <a:gd name="connsiteY330" fmla="*/ 19112 h 243585"/>
                <a:gd name="connsiteX331" fmla="*/ 55544 w 169960"/>
                <a:gd name="connsiteY331" fmla="*/ 18368 h 243585"/>
                <a:gd name="connsiteX332" fmla="*/ 56288 w 169960"/>
                <a:gd name="connsiteY332" fmla="*/ 16136 h 243585"/>
                <a:gd name="connsiteX333" fmla="*/ 60753 w 169960"/>
                <a:gd name="connsiteY333" fmla="*/ 14647 h 243585"/>
                <a:gd name="connsiteX334" fmla="*/ 61497 w 169960"/>
                <a:gd name="connsiteY334" fmla="*/ 12415 h 243585"/>
                <a:gd name="connsiteX335" fmla="*/ 64101 w 169960"/>
                <a:gd name="connsiteY335" fmla="*/ 12089 h 243585"/>
                <a:gd name="connsiteX336" fmla="*/ 66706 w 169960"/>
                <a:gd name="connsiteY336" fmla="*/ 11671 h 243585"/>
                <a:gd name="connsiteX337" fmla="*/ 67078 w 169960"/>
                <a:gd name="connsiteY337" fmla="*/ 10182 h 243585"/>
                <a:gd name="connsiteX338" fmla="*/ 67450 w 169960"/>
                <a:gd name="connsiteY338" fmla="*/ 8694 h 243585"/>
                <a:gd name="connsiteX339" fmla="*/ 72659 w 169960"/>
                <a:gd name="connsiteY339" fmla="*/ 7950 h 243585"/>
                <a:gd name="connsiteX340" fmla="*/ 73403 w 169960"/>
                <a:gd name="connsiteY340" fmla="*/ 5718 h 243585"/>
                <a:gd name="connsiteX341" fmla="*/ 80914 w 169960"/>
                <a:gd name="connsiteY341" fmla="*/ 5348 h 243585"/>
                <a:gd name="connsiteX342" fmla="*/ 83077 w 169960"/>
                <a:gd name="connsiteY342" fmla="*/ 4973 h 243585"/>
                <a:gd name="connsiteX343" fmla="*/ 83341 w 169960"/>
                <a:gd name="connsiteY343" fmla="*/ 3487 h 243585"/>
                <a:gd name="connsiteX344" fmla="*/ 83821 w 169960"/>
                <a:gd name="connsiteY344" fmla="*/ 1997 h 2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69960" h="243585">
                  <a:moveTo>
                    <a:pt x="83821" y="1997"/>
                  </a:moveTo>
                  <a:cubicBezTo>
                    <a:pt x="85488" y="1614"/>
                    <a:pt x="85488" y="1614"/>
                    <a:pt x="87719" y="1600"/>
                  </a:cubicBezTo>
                  <a:cubicBezTo>
                    <a:pt x="88551" y="1588"/>
                    <a:pt x="89383" y="1576"/>
                    <a:pt x="90240" y="1564"/>
                  </a:cubicBezTo>
                  <a:cubicBezTo>
                    <a:pt x="91145" y="1568"/>
                    <a:pt x="92051" y="1572"/>
                    <a:pt x="92983" y="1575"/>
                  </a:cubicBezTo>
                  <a:cubicBezTo>
                    <a:pt x="94366" y="1568"/>
                    <a:pt x="94366" y="1568"/>
                    <a:pt x="95778" y="1561"/>
                  </a:cubicBezTo>
                  <a:cubicBezTo>
                    <a:pt x="97732" y="1556"/>
                    <a:pt x="99686" y="1557"/>
                    <a:pt x="101640" y="1568"/>
                  </a:cubicBezTo>
                  <a:cubicBezTo>
                    <a:pt x="104151" y="1581"/>
                    <a:pt x="106660" y="1563"/>
                    <a:pt x="109170" y="1537"/>
                  </a:cubicBezTo>
                  <a:cubicBezTo>
                    <a:pt x="111557" y="1517"/>
                    <a:pt x="113944" y="1524"/>
                    <a:pt x="116331" y="1529"/>
                  </a:cubicBezTo>
                  <a:cubicBezTo>
                    <a:pt x="117689" y="1514"/>
                    <a:pt x="117689" y="1514"/>
                    <a:pt x="119074" y="1499"/>
                  </a:cubicBezTo>
                  <a:cubicBezTo>
                    <a:pt x="119906" y="1508"/>
                    <a:pt x="120738" y="1518"/>
                    <a:pt x="121595" y="1527"/>
                  </a:cubicBezTo>
                  <a:cubicBezTo>
                    <a:pt x="122331" y="1528"/>
                    <a:pt x="123068" y="1529"/>
                    <a:pt x="123826" y="1529"/>
                  </a:cubicBezTo>
                  <a:cubicBezTo>
                    <a:pt x="124376" y="1684"/>
                    <a:pt x="124926" y="1838"/>
                    <a:pt x="125493" y="1997"/>
                  </a:cubicBezTo>
                  <a:cubicBezTo>
                    <a:pt x="125962" y="3864"/>
                    <a:pt x="125962" y="3864"/>
                    <a:pt x="126237" y="5718"/>
                  </a:cubicBezTo>
                  <a:cubicBezTo>
                    <a:pt x="128671" y="6173"/>
                    <a:pt x="128671" y="6173"/>
                    <a:pt x="131493" y="5950"/>
                  </a:cubicBezTo>
                  <a:cubicBezTo>
                    <a:pt x="132933" y="5900"/>
                    <a:pt x="132933" y="5900"/>
                    <a:pt x="134402" y="5848"/>
                  </a:cubicBezTo>
                  <a:cubicBezTo>
                    <a:pt x="135146" y="5805"/>
                    <a:pt x="135889" y="5762"/>
                    <a:pt x="136655" y="5718"/>
                  </a:cubicBezTo>
                  <a:cubicBezTo>
                    <a:pt x="136655" y="6454"/>
                    <a:pt x="136655" y="7191"/>
                    <a:pt x="136655" y="7950"/>
                  </a:cubicBezTo>
                  <a:cubicBezTo>
                    <a:pt x="137499" y="8011"/>
                    <a:pt x="138343" y="8073"/>
                    <a:pt x="139213" y="8136"/>
                  </a:cubicBezTo>
                  <a:cubicBezTo>
                    <a:pt x="140088" y="8320"/>
                    <a:pt x="140963" y="8504"/>
                    <a:pt x="141864" y="8694"/>
                  </a:cubicBezTo>
                  <a:cubicBezTo>
                    <a:pt x="142112" y="9686"/>
                    <a:pt x="142360" y="10679"/>
                    <a:pt x="142608" y="11671"/>
                  </a:cubicBezTo>
                  <a:cubicBezTo>
                    <a:pt x="143468" y="11794"/>
                    <a:pt x="144327" y="11916"/>
                    <a:pt x="145213" y="12043"/>
                  </a:cubicBezTo>
                  <a:cubicBezTo>
                    <a:pt x="146072" y="12166"/>
                    <a:pt x="146932" y="12288"/>
                    <a:pt x="147817" y="12415"/>
                  </a:cubicBezTo>
                  <a:cubicBezTo>
                    <a:pt x="148282" y="13903"/>
                    <a:pt x="148282" y="13903"/>
                    <a:pt x="148561" y="15391"/>
                  </a:cubicBezTo>
                  <a:cubicBezTo>
                    <a:pt x="149795" y="15669"/>
                    <a:pt x="151036" y="15918"/>
                    <a:pt x="152282" y="16136"/>
                  </a:cubicBezTo>
                  <a:cubicBezTo>
                    <a:pt x="152528" y="16872"/>
                    <a:pt x="152773" y="17609"/>
                    <a:pt x="153026" y="18368"/>
                  </a:cubicBezTo>
                  <a:cubicBezTo>
                    <a:pt x="154389" y="19692"/>
                    <a:pt x="154389" y="19692"/>
                    <a:pt x="156003" y="20972"/>
                  </a:cubicBezTo>
                  <a:cubicBezTo>
                    <a:pt x="158897" y="23329"/>
                    <a:pt x="158897" y="23329"/>
                    <a:pt x="159723" y="25809"/>
                  </a:cubicBezTo>
                  <a:cubicBezTo>
                    <a:pt x="160798" y="26982"/>
                    <a:pt x="161948" y="28035"/>
                    <a:pt x="163119" y="29112"/>
                  </a:cubicBezTo>
                  <a:cubicBezTo>
                    <a:pt x="164300" y="30395"/>
                    <a:pt x="164901" y="31699"/>
                    <a:pt x="165677" y="33251"/>
                  </a:cubicBezTo>
                  <a:cubicBezTo>
                    <a:pt x="166168" y="33496"/>
                    <a:pt x="166659" y="33742"/>
                    <a:pt x="167165" y="33995"/>
                  </a:cubicBezTo>
                  <a:cubicBezTo>
                    <a:pt x="167630" y="36274"/>
                    <a:pt x="167630" y="36274"/>
                    <a:pt x="167909" y="38460"/>
                  </a:cubicBezTo>
                  <a:cubicBezTo>
                    <a:pt x="168646" y="38460"/>
                    <a:pt x="169382" y="38460"/>
                    <a:pt x="170141" y="38460"/>
                  </a:cubicBezTo>
                  <a:cubicBezTo>
                    <a:pt x="170256" y="39703"/>
                    <a:pt x="170256" y="39703"/>
                    <a:pt x="170374" y="40971"/>
                  </a:cubicBezTo>
                  <a:cubicBezTo>
                    <a:pt x="170543" y="41861"/>
                    <a:pt x="170712" y="42752"/>
                    <a:pt x="170886" y="43669"/>
                  </a:cubicBezTo>
                  <a:cubicBezTo>
                    <a:pt x="171622" y="44160"/>
                    <a:pt x="172359" y="44651"/>
                    <a:pt x="173118" y="45157"/>
                  </a:cubicBezTo>
                  <a:cubicBezTo>
                    <a:pt x="173389" y="46392"/>
                    <a:pt x="173639" y="47633"/>
                    <a:pt x="173862" y="48878"/>
                  </a:cubicBezTo>
                  <a:cubicBezTo>
                    <a:pt x="174353" y="49123"/>
                    <a:pt x="174844" y="49369"/>
                    <a:pt x="175350" y="49622"/>
                  </a:cubicBezTo>
                  <a:cubicBezTo>
                    <a:pt x="175658" y="51322"/>
                    <a:pt x="175658" y="51322"/>
                    <a:pt x="175815" y="53389"/>
                  </a:cubicBezTo>
                  <a:cubicBezTo>
                    <a:pt x="175899" y="54415"/>
                    <a:pt x="175899" y="54415"/>
                    <a:pt x="175984" y="55462"/>
                  </a:cubicBezTo>
                  <a:cubicBezTo>
                    <a:pt x="176039" y="56254"/>
                    <a:pt x="176039" y="56254"/>
                    <a:pt x="176094" y="57063"/>
                  </a:cubicBezTo>
                  <a:cubicBezTo>
                    <a:pt x="176831" y="57063"/>
                    <a:pt x="177568" y="57063"/>
                    <a:pt x="178327" y="57063"/>
                  </a:cubicBezTo>
                  <a:cubicBezTo>
                    <a:pt x="178355" y="57592"/>
                    <a:pt x="178383" y="58120"/>
                    <a:pt x="178411" y="58665"/>
                  </a:cubicBezTo>
                  <a:cubicBezTo>
                    <a:pt x="178460" y="59349"/>
                    <a:pt x="178509" y="60033"/>
                    <a:pt x="178559" y="60737"/>
                  </a:cubicBezTo>
                  <a:cubicBezTo>
                    <a:pt x="178603" y="61420"/>
                    <a:pt x="178646" y="62102"/>
                    <a:pt x="178690" y="62804"/>
                  </a:cubicBezTo>
                  <a:cubicBezTo>
                    <a:pt x="178816" y="63365"/>
                    <a:pt x="178942" y="63927"/>
                    <a:pt x="179071" y="64505"/>
                  </a:cubicBezTo>
                  <a:cubicBezTo>
                    <a:pt x="179808" y="64750"/>
                    <a:pt x="180544" y="64996"/>
                    <a:pt x="181303" y="65249"/>
                  </a:cubicBezTo>
                  <a:cubicBezTo>
                    <a:pt x="181521" y="67112"/>
                    <a:pt x="181521" y="67112"/>
                    <a:pt x="181443" y="69388"/>
                  </a:cubicBezTo>
                  <a:cubicBezTo>
                    <a:pt x="181413" y="70518"/>
                    <a:pt x="181413" y="70518"/>
                    <a:pt x="181382" y="71670"/>
                  </a:cubicBezTo>
                  <a:cubicBezTo>
                    <a:pt x="181356" y="72252"/>
                    <a:pt x="181330" y="72834"/>
                    <a:pt x="181303" y="73434"/>
                  </a:cubicBezTo>
                  <a:cubicBezTo>
                    <a:pt x="179339" y="73680"/>
                    <a:pt x="177374" y="73926"/>
                    <a:pt x="175350" y="74179"/>
                  </a:cubicBezTo>
                  <a:cubicBezTo>
                    <a:pt x="175350" y="75161"/>
                    <a:pt x="175350" y="76143"/>
                    <a:pt x="175350" y="77155"/>
                  </a:cubicBezTo>
                  <a:cubicBezTo>
                    <a:pt x="171667" y="77155"/>
                    <a:pt x="167983" y="77155"/>
                    <a:pt x="164188" y="77155"/>
                  </a:cubicBezTo>
                  <a:cubicBezTo>
                    <a:pt x="164188" y="78383"/>
                    <a:pt x="164188" y="79611"/>
                    <a:pt x="164188" y="80876"/>
                  </a:cubicBezTo>
                  <a:cubicBezTo>
                    <a:pt x="160014" y="80876"/>
                    <a:pt x="155839" y="80876"/>
                    <a:pt x="151538" y="80876"/>
                  </a:cubicBezTo>
                  <a:cubicBezTo>
                    <a:pt x="151047" y="77683"/>
                    <a:pt x="150556" y="74491"/>
                    <a:pt x="150050" y="71202"/>
                  </a:cubicBezTo>
                  <a:cubicBezTo>
                    <a:pt x="149558" y="71202"/>
                    <a:pt x="149067" y="71202"/>
                    <a:pt x="148561" y="71202"/>
                  </a:cubicBezTo>
                  <a:cubicBezTo>
                    <a:pt x="148533" y="70673"/>
                    <a:pt x="148506" y="70145"/>
                    <a:pt x="148477" y="69600"/>
                  </a:cubicBezTo>
                  <a:cubicBezTo>
                    <a:pt x="148428" y="68916"/>
                    <a:pt x="148379" y="68232"/>
                    <a:pt x="148329" y="67528"/>
                  </a:cubicBezTo>
                  <a:cubicBezTo>
                    <a:pt x="148286" y="66846"/>
                    <a:pt x="148242" y="66164"/>
                    <a:pt x="148198" y="65461"/>
                  </a:cubicBezTo>
                  <a:cubicBezTo>
                    <a:pt x="148072" y="64900"/>
                    <a:pt x="147947" y="64339"/>
                    <a:pt x="147817" y="63761"/>
                  </a:cubicBezTo>
                  <a:cubicBezTo>
                    <a:pt x="147080" y="63515"/>
                    <a:pt x="146344" y="63269"/>
                    <a:pt x="145585" y="63016"/>
                  </a:cubicBezTo>
                  <a:cubicBezTo>
                    <a:pt x="145326" y="61530"/>
                    <a:pt x="145079" y="60041"/>
                    <a:pt x="144841" y="58552"/>
                  </a:cubicBezTo>
                  <a:cubicBezTo>
                    <a:pt x="144111" y="57793"/>
                    <a:pt x="143369" y="57047"/>
                    <a:pt x="142608" y="56319"/>
                  </a:cubicBezTo>
                  <a:cubicBezTo>
                    <a:pt x="142608" y="55337"/>
                    <a:pt x="142608" y="54355"/>
                    <a:pt x="142608" y="53343"/>
                  </a:cubicBezTo>
                  <a:cubicBezTo>
                    <a:pt x="141871" y="53097"/>
                    <a:pt x="141135" y="52851"/>
                    <a:pt x="140376" y="52598"/>
                  </a:cubicBezTo>
                  <a:cubicBezTo>
                    <a:pt x="140376" y="51616"/>
                    <a:pt x="140376" y="50634"/>
                    <a:pt x="140376" y="49622"/>
                  </a:cubicBezTo>
                  <a:cubicBezTo>
                    <a:pt x="139639" y="49376"/>
                    <a:pt x="138902" y="49131"/>
                    <a:pt x="138143" y="48878"/>
                  </a:cubicBezTo>
                  <a:cubicBezTo>
                    <a:pt x="138021" y="48371"/>
                    <a:pt x="137898" y="47865"/>
                    <a:pt x="137771" y="47343"/>
                  </a:cubicBezTo>
                  <a:cubicBezTo>
                    <a:pt x="137648" y="46867"/>
                    <a:pt x="137526" y="46391"/>
                    <a:pt x="137399" y="45901"/>
                  </a:cubicBezTo>
                  <a:cubicBezTo>
                    <a:pt x="136662" y="45901"/>
                    <a:pt x="135926" y="45901"/>
                    <a:pt x="135167" y="45901"/>
                  </a:cubicBezTo>
                  <a:cubicBezTo>
                    <a:pt x="134921" y="45164"/>
                    <a:pt x="134676" y="44428"/>
                    <a:pt x="134423" y="43669"/>
                  </a:cubicBezTo>
                  <a:cubicBezTo>
                    <a:pt x="133686" y="43423"/>
                    <a:pt x="132949" y="43178"/>
                    <a:pt x="132190" y="42925"/>
                  </a:cubicBezTo>
                  <a:cubicBezTo>
                    <a:pt x="131454" y="42679"/>
                    <a:pt x="130717" y="42433"/>
                    <a:pt x="129958" y="42180"/>
                  </a:cubicBezTo>
                  <a:cubicBezTo>
                    <a:pt x="129712" y="41444"/>
                    <a:pt x="129467" y="40707"/>
                    <a:pt x="129214" y="39948"/>
                  </a:cubicBezTo>
                  <a:cubicBezTo>
                    <a:pt x="128477" y="39963"/>
                    <a:pt x="127740" y="39979"/>
                    <a:pt x="126981" y="39995"/>
                  </a:cubicBezTo>
                  <a:cubicBezTo>
                    <a:pt x="126245" y="39979"/>
                    <a:pt x="125508" y="39964"/>
                    <a:pt x="124749" y="39948"/>
                  </a:cubicBezTo>
                  <a:cubicBezTo>
                    <a:pt x="124687" y="39464"/>
                    <a:pt x="124626" y="38979"/>
                    <a:pt x="124563" y="38480"/>
                  </a:cubicBezTo>
                  <a:cubicBezTo>
                    <a:pt x="124379" y="37982"/>
                    <a:pt x="124194" y="37484"/>
                    <a:pt x="124005" y="36971"/>
                  </a:cubicBezTo>
                  <a:cubicBezTo>
                    <a:pt x="121596" y="36555"/>
                    <a:pt x="121596" y="36555"/>
                    <a:pt x="118796" y="36599"/>
                  </a:cubicBezTo>
                  <a:cubicBezTo>
                    <a:pt x="115912" y="36576"/>
                    <a:pt x="115912" y="36576"/>
                    <a:pt x="113587" y="36227"/>
                  </a:cubicBezTo>
                  <a:cubicBezTo>
                    <a:pt x="113491" y="35737"/>
                    <a:pt x="113395" y="35247"/>
                    <a:pt x="113296" y="34742"/>
                  </a:cubicBezTo>
                  <a:cubicBezTo>
                    <a:pt x="113146" y="34250"/>
                    <a:pt x="112997" y="33758"/>
                    <a:pt x="112843" y="33251"/>
                  </a:cubicBezTo>
                  <a:cubicBezTo>
                    <a:pt x="111205" y="32786"/>
                    <a:pt x="111205" y="32786"/>
                    <a:pt x="109215" y="32855"/>
                  </a:cubicBezTo>
                  <a:cubicBezTo>
                    <a:pt x="108482" y="32852"/>
                    <a:pt x="107749" y="32848"/>
                    <a:pt x="106994" y="32844"/>
                  </a:cubicBezTo>
                  <a:cubicBezTo>
                    <a:pt x="106223" y="32855"/>
                    <a:pt x="105452" y="32867"/>
                    <a:pt x="104657" y="32879"/>
                  </a:cubicBezTo>
                  <a:cubicBezTo>
                    <a:pt x="103886" y="32867"/>
                    <a:pt x="103115" y="32856"/>
                    <a:pt x="102320" y="32844"/>
                  </a:cubicBezTo>
                  <a:cubicBezTo>
                    <a:pt x="101587" y="32848"/>
                    <a:pt x="100854" y="32852"/>
                    <a:pt x="100099" y="32855"/>
                  </a:cubicBezTo>
                  <a:cubicBezTo>
                    <a:pt x="99422" y="32859"/>
                    <a:pt x="98745" y="32862"/>
                    <a:pt x="98047" y="32866"/>
                  </a:cubicBezTo>
                  <a:cubicBezTo>
                    <a:pt x="97527" y="32993"/>
                    <a:pt x="97007" y="33120"/>
                    <a:pt x="96471" y="33251"/>
                  </a:cubicBezTo>
                  <a:cubicBezTo>
                    <a:pt x="96009" y="34738"/>
                    <a:pt x="96009" y="34738"/>
                    <a:pt x="95727" y="36227"/>
                  </a:cubicBezTo>
                  <a:cubicBezTo>
                    <a:pt x="93276" y="36385"/>
                    <a:pt x="91001" y="36254"/>
                    <a:pt x="88562" y="36046"/>
                  </a:cubicBezTo>
                  <a:cubicBezTo>
                    <a:pt x="86887" y="35921"/>
                    <a:pt x="86887" y="35921"/>
                    <a:pt x="84565" y="36227"/>
                  </a:cubicBezTo>
                  <a:cubicBezTo>
                    <a:pt x="83737" y="38046"/>
                    <a:pt x="83737" y="38046"/>
                    <a:pt x="83821" y="39948"/>
                  </a:cubicBezTo>
                  <a:cubicBezTo>
                    <a:pt x="81611" y="39702"/>
                    <a:pt x="79401" y="39457"/>
                    <a:pt x="77124" y="39204"/>
                  </a:cubicBezTo>
                  <a:cubicBezTo>
                    <a:pt x="77078" y="39787"/>
                    <a:pt x="77032" y="40370"/>
                    <a:pt x="76984" y="40971"/>
                  </a:cubicBezTo>
                  <a:cubicBezTo>
                    <a:pt x="76785" y="41616"/>
                    <a:pt x="76585" y="42260"/>
                    <a:pt x="76380" y="42925"/>
                  </a:cubicBezTo>
                  <a:cubicBezTo>
                    <a:pt x="74566" y="43762"/>
                    <a:pt x="74566" y="43762"/>
                    <a:pt x="72659" y="44413"/>
                  </a:cubicBezTo>
                  <a:cubicBezTo>
                    <a:pt x="72168" y="45150"/>
                    <a:pt x="71677" y="45886"/>
                    <a:pt x="71171" y="46645"/>
                  </a:cubicBezTo>
                  <a:cubicBezTo>
                    <a:pt x="70066" y="47014"/>
                    <a:pt x="70066" y="47014"/>
                    <a:pt x="68938" y="47389"/>
                  </a:cubicBezTo>
                  <a:cubicBezTo>
                    <a:pt x="68447" y="48126"/>
                    <a:pt x="67956" y="48863"/>
                    <a:pt x="67450" y="49622"/>
                  </a:cubicBezTo>
                  <a:cubicBezTo>
                    <a:pt x="66959" y="49622"/>
                    <a:pt x="66468" y="49622"/>
                    <a:pt x="65962" y="49622"/>
                  </a:cubicBezTo>
                  <a:cubicBezTo>
                    <a:pt x="65839" y="50113"/>
                    <a:pt x="65716" y="50604"/>
                    <a:pt x="65590" y="51110"/>
                  </a:cubicBezTo>
                  <a:cubicBezTo>
                    <a:pt x="65467" y="51601"/>
                    <a:pt x="65344" y="52092"/>
                    <a:pt x="65218" y="52598"/>
                  </a:cubicBezTo>
                  <a:cubicBezTo>
                    <a:pt x="64726" y="52598"/>
                    <a:pt x="64235" y="52598"/>
                    <a:pt x="63729" y="52598"/>
                  </a:cubicBezTo>
                  <a:cubicBezTo>
                    <a:pt x="63474" y="53589"/>
                    <a:pt x="63226" y="54581"/>
                    <a:pt x="62985" y="55575"/>
                  </a:cubicBezTo>
                  <a:cubicBezTo>
                    <a:pt x="62248" y="55943"/>
                    <a:pt x="62248" y="55943"/>
                    <a:pt x="61497" y="56319"/>
                  </a:cubicBezTo>
                  <a:cubicBezTo>
                    <a:pt x="61251" y="56810"/>
                    <a:pt x="61006" y="57301"/>
                    <a:pt x="60753" y="57807"/>
                  </a:cubicBezTo>
                  <a:cubicBezTo>
                    <a:pt x="60009" y="59296"/>
                    <a:pt x="60009" y="59296"/>
                    <a:pt x="58520" y="60040"/>
                  </a:cubicBezTo>
                  <a:cubicBezTo>
                    <a:pt x="58397" y="60654"/>
                    <a:pt x="58275" y="61268"/>
                    <a:pt x="58148" y="61900"/>
                  </a:cubicBezTo>
                  <a:cubicBezTo>
                    <a:pt x="58025" y="62514"/>
                    <a:pt x="57903" y="63128"/>
                    <a:pt x="57776" y="63761"/>
                  </a:cubicBezTo>
                  <a:cubicBezTo>
                    <a:pt x="57039" y="64129"/>
                    <a:pt x="57039" y="64129"/>
                    <a:pt x="56288" y="64505"/>
                  </a:cubicBezTo>
                  <a:cubicBezTo>
                    <a:pt x="55941" y="66087"/>
                    <a:pt x="55941" y="66087"/>
                    <a:pt x="55823" y="67900"/>
                  </a:cubicBezTo>
                  <a:cubicBezTo>
                    <a:pt x="55767" y="68515"/>
                    <a:pt x="55711" y="69130"/>
                    <a:pt x="55654" y="69763"/>
                  </a:cubicBezTo>
                  <a:cubicBezTo>
                    <a:pt x="55618" y="70238"/>
                    <a:pt x="55581" y="70713"/>
                    <a:pt x="55544" y="71202"/>
                  </a:cubicBezTo>
                  <a:cubicBezTo>
                    <a:pt x="55053" y="71202"/>
                    <a:pt x="54561" y="71202"/>
                    <a:pt x="54055" y="71202"/>
                  </a:cubicBezTo>
                  <a:cubicBezTo>
                    <a:pt x="53201" y="72911"/>
                    <a:pt x="53082" y="74236"/>
                    <a:pt x="52893" y="76132"/>
                  </a:cubicBezTo>
                  <a:cubicBezTo>
                    <a:pt x="52830" y="76740"/>
                    <a:pt x="52768" y="77348"/>
                    <a:pt x="52704" y="77975"/>
                  </a:cubicBezTo>
                  <a:cubicBezTo>
                    <a:pt x="52636" y="78674"/>
                    <a:pt x="52636" y="78674"/>
                    <a:pt x="52567" y="79388"/>
                  </a:cubicBezTo>
                  <a:cubicBezTo>
                    <a:pt x="52076" y="79388"/>
                    <a:pt x="51585" y="79388"/>
                    <a:pt x="51079" y="79388"/>
                  </a:cubicBezTo>
                  <a:cubicBezTo>
                    <a:pt x="50635" y="81719"/>
                    <a:pt x="50333" y="83799"/>
                    <a:pt x="50428" y="86178"/>
                  </a:cubicBezTo>
                  <a:cubicBezTo>
                    <a:pt x="50335" y="88317"/>
                    <a:pt x="50335" y="88317"/>
                    <a:pt x="49230" y="89560"/>
                  </a:cubicBezTo>
                  <a:cubicBezTo>
                    <a:pt x="47603" y="92061"/>
                    <a:pt x="47797" y="94471"/>
                    <a:pt x="47825" y="97358"/>
                  </a:cubicBezTo>
                  <a:cubicBezTo>
                    <a:pt x="47823" y="97967"/>
                    <a:pt x="47820" y="98576"/>
                    <a:pt x="47817" y="99203"/>
                  </a:cubicBezTo>
                  <a:cubicBezTo>
                    <a:pt x="47811" y="101213"/>
                    <a:pt x="47821" y="103222"/>
                    <a:pt x="47832" y="105232"/>
                  </a:cubicBezTo>
                  <a:cubicBezTo>
                    <a:pt x="47832" y="106627"/>
                    <a:pt x="47832" y="108023"/>
                    <a:pt x="47831" y="109418"/>
                  </a:cubicBezTo>
                  <a:cubicBezTo>
                    <a:pt x="47831" y="112340"/>
                    <a:pt x="47839" y="115262"/>
                    <a:pt x="47852" y="118184"/>
                  </a:cubicBezTo>
                  <a:cubicBezTo>
                    <a:pt x="47869" y="121937"/>
                    <a:pt x="47869" y="125691"/>
                    <a:pt x="47864" y="129445"/>
                  </a:cubicBezTo>
                  <a:cubicBezTo>
                    <a:pt x="47862" y="132324"/>
                    <a:pt x="47867" y="135204"/>
                    <a:pt x="47874" y="138084"/>
                  </a:cubicBezTo>
                  <a:cubicBezTo>
                    <a:pt x="47877" y="139468"/>
                    <a:pt x="47878" y="140853"/>
                    <a:pt x="47877" y="142238"/>
                  </a:cubicBezTo>
                  <a:cubicBezTo>
                    <a:pt x="47876" y="144167"/>
                    <a:pt x="47886" y="146097"/>
                    <a:pt x="47898" y="148026"/>
                  </a:cubicBezTo>
                  <a:cubicBezTo>
                    <a:pt x="47896" y="148603"/>
                    <a:pt x="47894" y="149181"/>
                    <a:pt x="47892" y="149775"/>
                  </a:cubicBezTo>
                  <a:cubicBezTo>
                    <a:pt x="47906" y="151119"/>
                    <a:pt x="47996" y="152462"/>
                    <a:pt x="48102" y="153802"/>
                  </a:cubicBezTo>
                  <a:cubicBezTo>
                    <a:pt x="48593" y="154047"/>
                    <a:pt x="49085" y="154293"/>
                    <a:pt x="49591" y="154546"/>
                  </a:cubicBezTo>
                  <a:cubicBezTo>
                    <a:pt x="50474" y="157195"/>
                    <a:pt x="50407" y="159337"/>
                    <a:pt x="50381" y="162127"/>
                  </a:cubicBezTo>
                  <a:cubicBezTo>
                    <a:pt x="50375" y="163073"/>
                    <a:pt x="50368" y="164020"/>
                    <a:pt x="50361" y="164996"/>
                  </a:cubicBezTo>
                  <a:cubicBezTo>
                    <a:pt x="50352" y="165722"/>
                    <a:pt x="50344" y="166448"/>
                    <a:pt x="50335" y="167196"/>
                  </a:cubicBezTo>
                  <a:cubicBezTo>
                    <a:pt x="51071" y="167196"/>
                    <a:pt x="51808" y="167196"/>
                    <a:pt x="52567" y="167196"/>
                  </a:cubicBezTo>
                  <a:cubicBezTo>
                    <a:pt x="52813" y="170143"/>
                    <a:pt x="53058" y="173090"/>
                    <a:pt x="53311" y="176126"/>
                  </a:cubicBezTo>
                  <a:cubicBezTo>
                    <a:pt x="54048" y="176126"/>
                    <a:pt x="54785" y="176126"/>
                    <a:pt x="55544" y="176126"/>
                  </a:cubicBezTo>
                  <a:cubicBezTo>
                    <a:pt x="55689" y="177652"/>
                    <a:pt x="55834" y="179178"/>
                    <a:pt x="55980" y="180704"/>
                  </a:cubicBezTo>
                  <a:cubicBezTo>
                    <a:pt x="56081" y="181158"/>
                    <a:pt x="56183" y="181611"/>
                    <a:pt x="56288" y="182079"/>
                  </a:cubicBezTo>
                  <a:cubicBezTo>
                    <a:pt x="56779" y="182324"/>
                    <a:pt x="57270" y="182570"/>
                    <a:pt x="57776" y="182823"/>
                  </a:cubicBezTo>
                  <a:cubicBezTo>
                    <a:pt x="57884" y="183422"/>
                    <a:pt x="57991" y="184020"/>
                    <a:pt x="58102" y="184637"/>
                  </a:cubicBezTo>
                  <a:cubicBezTo>
                    <a:pt x="58345" y="186800"/>
                    <a:pt x="58345" y="186800"/>
                    <a:pt x="60753" y="188032"/>
                  </a:cubicBezTo>
                  <a:cubicBezTo>
                    <a:pt x="61518" y="189347"/>
                    <a:pt x="62281" y="190664"/>
                    <a:pt x="63008" y="192000"/>
                  </a:cubicBezTo>
                  <a:cubicBezTo>
                    <a:pt x="63826" y="193408"/>
                    <a:pt x="64764" y="194376"/>
                    <a:pt x="65962" y="195473"/>
                  </a:cubicBezTo>
                  <a:cubicBezTo>
                    <a:pt x="68938" y="198960"/>
                    <a:pt x="68938" y="198960"/>
                    <a:pt x="68938" y="200682"/>
                  </a:cubicBezTo>
                  <a:cubicBezTo>
                    <a:pt x="69921" y="200682"/>
                    <a:pt x="70903" y="200682"/>
                    <a:pt x="71915" y="200682"/>
                  </a:cubicBezTo>
                  <a:cubicBezTo>
                    <a:pt x="72283" y="201787"/>
                    <a:pt x="72283" y="201787"/>
                    <a:pt x="72659" y="202915"/>
                  </a:cubicBezTo>
                  <a:cubicBezTo>
                    <a:pt x="73396" y="203022"/>
                    <a:pt x="74132" y="203130"/>
                    <a:pt x="74891" y="203240"/>
                  </a:cubicBezTo>
                  <a:cubicBezTo>
                    <a:pt x="75628" y="203379"/>
                    <a:pt x="76365" y="203517"/>
                    <a:pt x="77124" y="203659"/>
                  </a:cubicBezTo>
                  <a:cubicBezTo>
                    <a:pt x="77223" y="204147"/>
                    <a:pt x="77321" y="204635"/>
                    <a:pt x="77423" y="205139"/>
                  </a:cubicBezTo>
                  <a:cubicBezTo>
                    <a:pt x="77570" y="205633"/>
                    <a:pt x="77717" y="206127"/>
                    <a:pt x="77868" y="206636"/>
                  </a:cubicBezTo>
                  <a:cubicBezTo>
                    <a:pt x="79436" y="207162"/>
                    <a:pt x="79436" y="207162"/>
                    <a:pt x="81263" y="207194"/>
                  </a:cubicBezTo>
                  <a:cubicBezTo>
                    <a:pt x="81878" y="207236"/>
                    <a:pt x="82493" y="207278"/>
                    <a:pt x="83126" y="207322"/>
                  </a:cubicBezTo>
                  <a:cubicBezTo>
                    <a:pt x="83601" y="207341"/>
                    <a:pt x="84076" y="207360"/>
                    <a:pt x="84565" y="207380"/>
                  </a:cubicBezTo>
                  <a:cubicBezTo>
                    <a:pt x="84565" y="208362"/>
                    <a:pt x="84565" y="209344"/>
                    <a:pt x="84565" y="210356"/>
                  </a:cubicBezTo>
                  <a:cubicBezTo>
                    <a:pt x="85309" y="210313"/>
                    <a:pt x="86052" y="210270"/>
                    <a:pt x="86818" y="210225"/>
                  </a:cubicBezTo>
                  <a:cubicBezTo>
                    <a:pt x="88258" y="210175"/>
                    <a:pt x="88258" y="210175"/>
                    <a:pt x="89728" y="210124"/>
                  </a:cubicBezTo>
                  <a:cubicBezTo>
                    <a:pt x="90686" y="210081"/>
                    <a:pt x="91644" y="210037"/>
                    <a:pt x="92632" y="209993"/>
                  </a:cubicBezTo>
                  <a:cubicBezTo>
                    <a:pt x="93408" y="210113"/>
                    <a:pt x="94184" y="210233"/>
                    <a:pt x="94983" y="210356"/>
                  </a:cubicBezTo>
                  <a:cubicBezTo>
                    <a:pt x="95684" y="212231"/>
                    <a:pt x="95684" y="212231"/>
                    <a:pt x="95727" y="214077"/>
                  </a:cubicBezTo>
                  <a:cubicBezTo>
                    <a:pt x="98193" y="214039"/>
                    <a:pt x="100657" y="213968"/>
                    <a:pt x="103122" y="213891"/>
                  </a:cubicBezTo>
                  <a:cubicBezTo>
                    <a:pt x="103826" y="213880"/>
                    <a:pt x="104529" y="213870"/>
                    <a:pt x="105254" y="213859"/>
                  </a:cubicBezTo>
                  <a:cubicBezTo>
                    <a:pt x="106258" y="213823"/>
                    <a:pt x="106258" y="213823"/>
                    <a:pt x="107282" y="213786"/>
                  </a:cubicBezTo>
                  <a:cubicBezTo>
                    <a:pt x="107901" y="213771"/>
                    <a:pt x="108521" y="213755"/>
                    <a:pt x="109159" y="213739"/>
                  </a:cubicBezTo>
                  <a:cubicBezTo>
                    <a:pt x="109638" y="213605"/>
                    <a:pt x="110117" y="213471"/>
                    <a:pt x="110610" y="213333"/>
                  </a:cubicBezTo>
                  <a:cubicBezTo>
                    <a:pt x="111063" y="211851"/>
                    <a:pt x="111063" y="211851"/>
                    <a:pt x="111354" y="210356"/>
                  </a:cubicBezTo>
                  <a:cubicBezTo>
                    <a:pt x="113680" y="209981"/>
                    <a:pt x="113680" y="209981"/>
                    <a:pt x="116563" y="209938"/>
                  </a:cubicBezTo>
                  <a:cubicBezTo>
                    <a:pt x="119360" y="209938"/>
                    <a:pt x="119360" y="209938"/>
                    <a:pt x="121772" y="209612"/>
                  </a:cubicBezTo>
                  <a:cubicBezTo>
                    <a:pt x="122018" y="208875"/>
                    <a:pt x="122263" y="208139"/>
                    <a:pt x="122516" y="207380"/>
                  </a:cubicBezTo>
                  <a:cubicBezTo>
                    <a:pt x="124039" y="206855"/>
                    <a:pt x="125535" y="206628"/>
                    <a:pt x="127121" y="206356"/>
                  </a:cubicBezTo>
                  <a:cubicBezTo>
                    <a:pt x="127788" y="206126"/>
                    <a:pt x="127788" y="206126"/>
                    <a:pt x="128469" y="205891"/>
                  </a:cubicBezTo>
                  <a:cubicBezTo>
                    <a:pt x="128715" y="205155"/>
                    <a:pt x="128961" y="204418"/>
                    <a:pt x="129214" y="203659"/>
                  </a:cubicBezTo>
                  <a:cubicBezTo>
                    <a:pt x="129674" y="203552"/>
                    <a:pt x="130135" y="203444"/>
                    <a:pt x="130609" y="203333"/>
                  </a:cubicBezTo>
                  <a:cubicBezTo>
                    <a:pt x="132724" y="202774"/>
                    <a:pt x="133174" y="201675"/>
                    <a:pt x="134423" y="199938"/>
                  </a:cubicBezTo>
                  <a:cubicBezTo>
                    <a:pt x="135159" y="199693"/>
                    <a:pt x="135896" y="199447"/>
                    <a:pt x="136655" y="199194"/>
                  </a:cubicBezTo>
                  <a:cubicBezTo>
                    <a:pt x="136901" y="198457"/>
                    <a:pt x="137146" y="197721"/>
                    <a:pt x="137399" y="196962"/>
                  </a:cubicBezTo>
                  <a:cubicBezTo>
                    <a:pt x="138136" y="196716"/>
                    <a:pt x="138873" y="196471"/>
                    <a:pt x="139632" y="196218"/>
                  </a:cubicBezTo>
                  <a:cubicBezTo>
                    <a:pt x="139909" y="195233"/>
                    <a:pt x="140157" y="194240"/>
                    <a:pt x="140376" y="193241"/>
                  </a:cubicBezTo>
                  <a:cubicBezTo>
                    <a:pt x="140867" y="192995"/>
                    <a:pt x="141358" y="192750"/>
                    <a:pt x="141864" y="192497"/>
                  </a:cubicBezTo>
                  <a:cubicBezTo>
                    <a:pt x="143169" y="190511"/>
                    <a:pt x="144229" y="188500"/>
                    <a:pt x="145259" y="186358"/>
                  </a:cubicBezTo>
                  <a:cubicBezTo>
                    <a:pt x="146329" y="184311"/>
                    <a:pt x="146329" y="184311"/>
                    <a:pt x="147817" y="183567"/>
                  </a:cubicBezTo>
                  <a:cubicBezTo>
                    <a:pt x="148163" y="182157"/>
                    <a:pt x="148163" y="182157"/>
                    <a:pt x="148282" y="180544"/>
                  </a:cubicBezTo>
                  <a:cubicBezTo>
                    <a:pt x="148420" y="179094"/>
                    <a:pt x="148420" y="179094"/>
                    <a:pt x="148561" y="177614"/>
                  </a:cubicBezTo>
                  <a:cubicBezTo>
                    <a:pt x="149298" y="177614"/>
                    <a:pt x="150035" y="177614"/>
                    <a:pt x="150794" y="177614"/>
                  </a:cubicBezTo>
                  <a:cubicBezTo>
                    <a:pt x="150785" y="177148"/>
                    <a:pt x="150776" y="176682"/>
                    <a:pt x="150768" y="176201"/>
                  </a:cubicBezTo>
                  <a:cubicBezTo>
                    <a:pt x="150761" y="175593"/>
                    <a:pt x="150754" y="174985"/>
                    <a:pt x="150747" y="174358"/>
                  </a:cubicBezTo>
                  <a:cubicBezTo>
                    <a:pt x="150739" y="173754"/>
                    <a:pt x="150730" y="173150"/>
                    <a:pt x="150721" y="172527"/>
                  </a:cubicBezTo>
                  <a:cubicBezTo>
                    <a:pt x="150794" y="170917"/>
                    <a:pt x="150794" y="170917"/>
                    <a:pt x="151538" y="169429"/>
                  </a:cubicBezTo>
                  <a:cubicBezTo>
                    <a:pt x="152029" y="169429"/>
                    <a:pt x="152520" y="169429"/>
                    <a:pt x="153026" y="169429"/>
                  </a:cubicBezTo>
                  <a:cubicBezTo>
                    <a:pt x="153272" y="165008"/>
                    <a:pt x="153517" y="160588"/>
                    <a:pt x="153770" y="156034"/>
                  </a:cubicBezTo>
                  <a:cubicBezTo>
                    <a:pt x="155827" y="155973"/>
                    <a:pt x="157884" y="155911"/>
                    <a:pt x="160002" y="155848"/>
                  </a:cubicBezTo>
                  <a:cubicBezTo>
                    <a:pt x="160649" y="155821"/>
                    <a:pt x="161296" y="155794"/>
                    <a:pt x="161963" y="155766"/>
                  </a:cubicBezTo>
                  <a:cubicBezTo>
                    <a:pt x="163508" y="155743"/>
                    <a:pt x="163508" y="155743"/>
                    <a:pt x="166421" y="156034"/>
                  </a:cubicBezTo>
                  <a:cubicBezTo>
                    <a:pt x="167261" y="157534"/>
                    <a:pt x="167261" y="157534"/>
                    <a:pt x="167909" y="159011"/>
                  </a:cubicBezTo>
                  <a:cubicBezTo>
                    <a:pt x="170212" y="159259"/>
                    <a:pt x="170212" y="159259"/>
                    <a:pt x="172792" y="159011"/>
                  </a:cubicBezTo>
                  <a:cubicBezTo>
                    <a:pt x="175446" y="158825"/>
                    <a:pt x="175446" y="158825"/>
                    <a:pt x="177583" y="159011"/>
                  </a:cubicBezTo>
                  <a:cubicBezTo>
                    <a:pt x="178091" y="160473"/>
                    <a:pt x="178091" y="160473"/>
                    <a:pt x="178327" y="161987"/>
                  </a:cubicBezTo>
                  <a:cubicBezTo>
                    <a:pt x="180059" y="162265"/>
                    <a:pt x="181795" y="162514"/>
                    <a:pt x="183536" y="162731"/>
                  </a:cubicBezTo>
                  <a:cubicBezTo>
                    <a:pt x="184750" y="166373"/>
                    <a:pt x="184619" y="170210"/>
                    <a:pt x="183536" y="173893"/>
                  </a:cubicBezTo>
                  <a:cubicBezTo>
                    <a:pt x="183045" y="174139"/>
                    <a:pt x="182554" y="174384"/>
                    <a:pt x="182048" y="174637"/>
                  </a:cubicBezTo>
                  <a:cubicBezTo>
                    <a:pt x="181699" y="176733"/>
                    <a:pt x="181699" y="176733"/>
                    <a:pt x="181583" y="179149"/>
                  </a:cubicBezTo>
                  <a:cubicBezTo>
                    <a:pt x="181499" y="180382"/>
                    <a:pt x="181499" y="180382"/>
                    <a:pt x="181414" y="181640"/>
                  </a:cubicBezTo>
                  <a:cubicBezTo>
                    <a:pt x="181359" y="182594"/>
                    <a:pt x="181359" y="182594"/>
                    <a:pt x="181303" y="183567"/>
                  </a:cubicBezTo>
                  <a:cubicBezTo>
                    <a:pt x="180567" y="183567"/>
                    <a:pt x="179830" y="183567"/>
                    <a:pt x="179071" y="183567"/>
                  </a:cubicBezTo>
                  <a:cubicBezTo>
                    <a:pt x="178825" y="186268"/>
                    <a:pt x="178580" y="188970"/>
                    <a:pt x="178327" y="191753"/>
                  </a:cubicBezTo>
                  <a:cubicBezTo>
                    <a:pt x="177590" y="191753"/>
                    <a:pt x="176854" y="191753"/>
                    <a:pt x="176094" y="191753"/>
                  </a:cubicBezTo>
                  <a:cubicBezTo>
                    <a:pt x="175849" y="193717"/>
                    <a:pt x="175603" y="195682"/>
                    <a:pt x="175350" y="197706"/>
                  </a:cubicBezTo>
                  <a:cubicBezTo>
                    <a:pt x="174859" y="197706"/>
                    <a:pt x="174368" y="197706"/>
                    <a:pt x="173862" y="197706"/>
                  </a:cubicBezTo>
                  <a:cubicBezTo>
                    <a:pt x="173349" y="199437"/>
                    <a:pt x="172854" y="201174"/>
                    <a:pt x="172374" y="202915"/>
                  </a:cubicBezTo>
                  <a:cubicBezTo>
                    <a:pt x="171883" y="203406"/>
                    <a:pt x="171392" y="203897"/>
                    <a:pt x="170886" y="204403"/>
                  </a:cubicBezTo>
                  <a:cubicBezTo>
                    <a:pt x="170778" y="205002"/>
                    <a:pt x="170671" y="205600"/>
                    <a:pt x="170560" y="206217"/>
                  </a:cubicBezTo>
                  <a:cubicBezTo>
                    <a:pt x="170084" y="208385"/>
                    <a:pt x="169464" y="208866"/>
                    <a:pt x="167909" y="210356"/>
                  </a:cubicBezTo>
                  <a:cubicBezTo>
                    <a:pt x="167786" y="210878"/>
                    <a:pt x="167663" y="211400"/>
                    <a:pt x="167537" y="211938"/>
                  </a:cubicBezTo>
                  <a:cubicBezTo>
                    <a:pt x="167414" y="212398"/>
                    <a:pt x="167291" y="212858"/>
                    <a:pt x="167165" y="213333"/>
                  </a:cubicBezTo>
                  <a:cubicBezTo>
                    <a:pt x="166428" y="213578"/>
                    <a:pt x="165691" y="213824"/>
                    <a:pt x="164932" y="214077"/>
                  </a:cubicBezTo>
                  <a:cubicBezTo>
                    <a:pt x="164687" y="214814"/>
                    <a:pt x="164441" y="215550"/>
                    <a:pt x="164188" y="216309"/>
                  </a:cubicBezTo>
                  <a:cubicBezTo>
                    <a:pt x="163113" y="217482"/>
                    <a:pt x="161964" y="218535"/>
                    <a:pt x="160793" y="219611"/>
                  </a:cubicBezTo>
                  <a:cubicBezTo>
                    <a:pt x="159658" y="220725"/>
                    <a:pt x="159658" y="220725"/>
                    <a:pt x="159075" y="222184"/>
                  </a:cubicBezTo>
                  <a:cubicBezTo>
                    <a:pt x="158137" y="223934"/>
                    <a:pt x="157146" y="224898"/>
                    <a:pt x="155631" y="226169"/>
                  </a:cubicBezTo>
                  <a:cubicBezTo>
                    <a:pt x="155178" y="226557"/>
                    <a:pt x="154725" y="226944"/>
                    <a:pt x="154259" y="227344"/>
                  </a:cubicBezTo>
                  <a:cubicBezTo>
                    <a:pt x="153026" y="228216"/>
                    <a:pt x="153026" y="228216"/>
                    <a:pt x="151538" y="228216"/>
                  </a:cubicBezTo>
                  <a:cubicBezTo>
                    <a:pt x="151446" y="228691"/>
                    <a:pt x="151354" y="229167"/>
                    <a:pt x="151259" y="229657"/>
                  </a:cubicBezTo>
                  <a:cubicBezTo>
                    <a:pt x="151105" y="230164"/>
                    <a:pt x="150952" y="230670"/>
                    <a:pt x="150794" y="231192"/>
                  </a:cubicBezTo>
                  <a:cubicBezTo>
                    <a:pt x="149809" y="231469"/>
                    <a:pt x="148816" y="231718"/>
                    <a:pt x="147817" y="231936"/>
                  </a:cubicBezTo>
                  <a:cubicBezTo>
                    <a:pt x="147572" y="232673"/>
                    <a:pt x="147326" y="233410"/>
                    <a:pt x="147073" y="234169"/>
                  </a:cubicBezTo>
                  <a:cubicBezTo>
                    <a:pt x="146336" y="234276"/>
                    <a:pt x="145600" y="234384"/>
                    <a:pt x="144841" y="234494"/>
                  </a:cubicBezTo>
                  <a:cubicBezTo>
                    <a:pt x="144104" y="234632"/>
                    <a:pt x="143367" y="234771"/>
                    <a:pt x="142608" y="234913"/>
                  </a:cubicBezTo>
                  <a:cubicBezTo>
                    <a:pt x="142501" y="235404"/>
                    <a:pt x="142393" y="235895"/>
                    <a:pt x="142283" y="236401"/>
                  </a:cubicBezTo>
                  <a:cubicBezTo>
                    <a:pt x="142144" y="236892"/>
                    <a:pt x="142006" y="237383"/>
                    <a:pt x="141864" y="237889"/>
                  </a:cubicBezTo>
                  <a:cubicBezTo>
                    <a:pt x="140132" y="238168"/>
                    <a:pt x="138395" y="238416"/>
                    <a:pt x="136655" y="238634"/>
                  </a:cubicBezTo>
                  <a:cubicBezTo>
                    <a:pt x="136409" y="239370"/>
                    <a:pt x="136164" y="240107"/>
                    <a:pt x="135911" y="240866"/>
                  </a:cubicBezTo>
                  <a:cubicBezTo>
                    <a:pt x="134478" y="241273"/>
                    <a:pt x="134478" y="241273"/>
                    <a:pt x="132702" y="241424"/>
                  </a:cubicBezTo>
                  <a:cubicBezTo>
                    <a:pt x="132121" y="241482"/>
                    <a:pt x="131541" y="241539"/>
                    <a:pt x="130943" y="241599"/>
                  </a:cubicBezTo>
                  <a:cubicBezTo>
                    <a:pt x="129231" y="241610"/>
                    <a:pt x="127870" y="241359"/>
                    <a:pt x="126237" y="240866"/>
                  </a:cubicBezTo>
                  <a:cubicBezTo>
                    <a:pt x="126200" y="241470"/>
                    <a:pt x="126164" y="242074"/>
                    <a:pt x="126126" y="242697"/>
                  </a:cubicBezTo>
                  <a:cubicBezTo>
                    <a:pt x="125812" y="243632"/>
                    <a:pt x="125812" y="243632"/>
                    <a:pt x="125493" y="244587"/>
                  </a:cubicBezTo>
                  <a:cubicBezTo>
                    <a:pt x="123713" y="245054"/>
                    <a:pt x="123713" y="245054"/>
                    <a:pt x="121322" y="245056"/>
                  </a:cubicBezTo>
                  <a:cubicBezTo>
                    <a:pt x="120430" y="245066"/>
                    <a:pt x="119539" y="245075"/>
                    <a:pt x="118620" y="245085"/>
                  </a:cubicBezTo>
                  <a:cubicBezTo>
                    <a:pt x="117650" y="245075"/>
                    <a:pt x="116679" y="245065"/>
                    <a:pt x="115680" y="245055"/>
                  </a:cubicBezTo>
                  <a:cubicBezTo>
                    <a:pt x="114681" y="245055"/>
                    <a:pt x="113683" y="245057"/>
                    <a:pt x="112685" y="245060"/>
                  </a:cubicBezTo>
                  <a:cubicBezTo>
                    <a:pt x="110590" y="245062"/>
                    <a:pt x="108496" y="245051"/>
                    <a:pt x="106402" y="245031"/>
                  </a:cubicBezTo>
                  <a:cubicBezTo>
                    <a:pt x="103711" y="245006"/>
                    <a:pt x="101022" y="245010"/>
                    <a:pt x="98331" y="245024"/>
                  </a:cubicBezTo>
                  <a:cubicBezTo>
                    <a:pt x="96269" y="245032"/>
                    <a:pt x="94208" y="245025"/>
                    <a:pt x="92146" y="245014"/>
                  </a:cubicBezTo>
                  <a:cubicBezTo>
                    <a:pt x="90669" y="245008"/>
                    <a:pt x="89193" y="245014"/>
                    <a:pt x="87717" y="245019"/>
                  </a:cubicBezTo>
                  <a:cubicBezTo>
                    <a:pt x="86826" y="245008"/>
                    <a:pt x="85934" y="244996"/>
                    <a:pt x="85016" y="244984"/>
                  </a:cubicBezTo>
                  <a:cubicBezTo>
                    <a:pt x="83832" y="244977"/>
                    <a:pt x="83832" y="244977"/>
                    <a:pt x="82624" y="244970"/>
                  </a:cubicBezTo>
                  <a:cubicBezTo>
                    <a:pt x="82037" y="244843"/>
                    <a:pt x="81450" y="244717"/>
                    <a:pt x="80844" y="244587"/>
                  </a:cubicBezTo>
                  <a:cubicBezTo>
                    <a:pt x="80347" y="243097"/>
                    <a:pt x="80347" y="243097"/>
                    <a:pt x="80100" y="241610"/>
                  </a:cubicBezTo>
                  <a:cubicBezTo>
                    <a:pt x="77864" y="241165"/>
                    <a:pt x="77864" y="241165"/>
                    <a:pt x="75263" y="241192"/>
                  </a:cubicBezTo>
                  <a:cubicBezTo>
                    <a:pt x="72589" y="241142"/>
                    <a:pt x="72589" y="241142"/>
                    <a:pt x="70427" y="240866"/>
                  </a:cubicBezTo>
                  <a:cubicBezTo>
                    <a:pt x="70058" y="239761"/>
                    <a:pt x="70058" y="239761"/>
                    <a:pt x="69682" y="238634"/>
                  </a:cubicBezTo>
                  <a:cubicBezTo>
                    <a:pt x="68297" y="238310"/>
                    <a:pt x="68297" y="238310"/>
                    <a:pt x="66706" y="238308"/>
                  </a:cubicBezTo>
                  <a:cubicBezTo>
                    <a:pt x="65061" y="238171"/>
                    <a:pt x="65061" y="238171"/>
                    <a:pt x="63729" y="237889"/>
                  </a:cubicBezTo>
                  <a:cubicBezTo>
                    <a:pt x="63264" y="236401"/>
                    <a:pt x="63264" y="236401"/>
                    <a:pt x="62985" y="234913"/>
                  </a:cubicBezTo>
                  <a:cubicBezTo>
                    <a:pt x="60741" y="234301"/>
                    <a:pt x="60741" y="234301"/>
                    <a:pt x="58520" y="234169"/>
                  </a:cubicBezTo>
                  <a:cubicBezTo>
                    <a:pt x="58520" y="233186"/>
                    <a:pt x="58520" y="232204"/>
                    <a:pt x="58520" y="231192"/>
                  </a:cubicBezTo>
                  <a:cubicBezTo>
                    <a:pt x="57645" y="231238"/>
                    <a:pt x="57645" y="231238"/>
                    <a:pt x="56753" y="231285"/>
                  </a:cubicBezTo>
                  <a:cubicBezTo>
                    <a:pt x="54800" y="231192"/>
                    <a:pt x="54800" y="231192"/>
                    <a:pt x="53311" y="229704"/>
                  </a:cubicBezTo>
                  <a:cubicBezTo>
                    <a:pt x="53311" y="228967"/>
                    <a:pt x="53311" y="228230"/>
                    <a:pt x="53311" y="227471"/>
                  </a:cubicBezTo>
                  <a:cubicBezTo>
                    <a:pt x="52329" y="227471"/>
                    <a:pt x="51347" y="227471"/>
                    <a:pt x="50335" y="227471"/>
                  </a:cubicBezTo>
                  <a:cubicBezTo>
                    <a:pt x="50335" y="226489"/>
                    <a:pt x="50335" y="225507"/>
                    <a:pt x="50335" y="224495"/>
                  </a:cubicBezTo>
                  <a:cubicBezTo>
                    <a:pt x="49352" y="224495"/>
                    <a:pt x="48370" y="224495"/>
                    <a:pt x="47358" y="224495"/>
                  </a:cubicBezTo>
                  <a:cubicBezTo>
                    <a:pt x="47104" y="223256"/>
                    <a:pt x="46856" y="222016"/>
                    <a:pt x="46614" y="220774"/>
                  </a:cubicBezTo>
                  <a:cubicBezTo>
                    <a:pt x="46169" y="220667"/>
                    <a:pt x="45724" y="220559"/>
                    <a:pt x="45265" y="220449"/>
                  </a:cubicBezTo>
                  <a:cubicBezTo>
                    <a:pt x="42687" y="219786"/>
                    <a:pt x="42019" y="217739"/>
                    <a:pt x="40661" y="215565"/>
                  </a:cubicBezTo>
                  <a:cubicBezTo>
                    <a:pt x="40170" y="215320"/>
                    <a:pt x="39679" y="215074"/>
                    <a:pt x="39173" y="214821"/>
                  </a:cubicBezTo>
                  <a:cubicBezTo>
                    <a:pt x="39011" y="213877"/>
                    <a:pt x="39011" y="213877"/>
                    <a:pt x="38847" y="212914"/>
                  </a:cubicBezTo>
                  <a:cubicBezTo>
                    <a:pt x="38709" y="212316"/>
                    <a:pt x="38571" y="211717"/>
                    <a:pt x="38428" y="211100"/>
                  </a:cubicBezTo>
                  <a:cubicBezTo>
                    <a:pt x="37692" y="211100"/>
                    <a:pt x="36955" y="211100"/>
                    <a:pt x="36196" y="211100"/>
                  </a:cubicBezTo>
                  <a:cubicBezTo>
                    <a:pt x="36058" y="210018"/>
                    <a:pt x="36058" y="210018"/>
                    <a:pt x="35917" y="208914"/>
                  </a:cubicBezTo>
                  <a:cubicBezTo>
                    <a:pt x="35687" y="207786"/>
                    <a:pt x="35687" y="207786"/>
                    <a:pt x="35452" y="206636"/>
                  </a:cubicBezTo>
                  <a:cubicBezTo>
                    <a:pt x="34961" y="206390"/>
                    <a:pt x="34470" y="206144"/>
                    <a:pt x="33964" y="205891"/>
                  </a:cubicBezTo>
                  <a:cubicBezTo>
                    <a:pt x="33499" y="203612"/>
                    <a:pt x="33499" y="203612"/>
                    <a:pt x="33219" y="201427"/>
                  </a:cubicBezTo>
                  <a:cubicBezTo>
                    <a:pt x="32483" y="201427"/>
                    <a:pt x="31746" y="201427"/>
                    <a:pt x="30987" y="201427"/>
                  </a:cubicBezTo>
                  <a:cubicBezTo>
                    <a:pt x="30910" y="200582"/>
                    <a:pt x="30834" y="199738"/>
                    <a:pt x="30755" y="198869"/>
                  </a:cubicBezTo>
                  <a:cubicBezTo>
                    <a:pt x="30586" y="197994"/>
                    <a:pt x="30417" y="197119"/>
                    <a:pt x="30243" y="196218"/>
                  </a:cubicBezTo>
                  <a:cubicBezTo>
                    <a:pt x="29506" y="195972"/>
                    <a:pt x="28770" y="195726"/>
                    <a:pt x="28011" y="195473"/>
                  </a:cubicBezTo>
                  <a:cubicBezTo>
                    <a:pt x="27682" y="194125"/>
                    <a:pt x="27682" y="194125"/>
                    <a:pt x="27592" y="192497"/>
                  </a:cubicBezTo>
                  <a:cubicBezTo>
                    <a:pt x="27528" y="190909"/>
                    <a:pt x="27528" y="190909"/>
                    <a:pt x="27266" y="189520"/>
                  </a:cubicBezTo>
                  <a:cubicBezTo>
                    <a:pt x="26775" y="189275"/>
                    <a:pt x="26284" y="189029"/>
                    <a:pt x="25778" y="188776"/>
                  </a:cubicBezTo>
                  <a:cubicBezTo>
                    <a:pt x="25611" y="187269"/>
                    <a:pt x="25448" y="185759"/>
                    <a:pt x="25362" y="184244"/>
                  </a:cubicBezTo>
                  <a:cubicBezTo>
                    <a:pt x="25136" y="182522"/>
                    <a:pt x="25136" y="182522"/>
                    <a:pt x="22802" y="181335"/>
                  </a:cubicBezTo>
                  <a:cubicBezTo>
                    <a:pt x="22462" y="179006"/>
                    <a:pt x="22427" y="176730"/>
                    <a:pt x="22360" y="174379"/>
                  </a:cubicBezTo>
                  <a:cubicBezTo>
                    <a:pt x="22260" y="173727"/>
                    <a:pt x="22160" y="173076"/>
                    <a:pt x="22057" y="172405"/>
                  </a:cubicBezTo>
                  <a:cubicBezTo>
                    <a:pt x="21321" y="172160"/>
                    <a:pt x="20584" y="171914"/>
                    <a:pt x="19825" y="171661"/>
                  </a:cubicBezTo>
                  <a:cubicBezTo>
                    <a:pt x="19574" y="169511"/>
                    <a:pt x="19443" y="167490"/>
                    <a:pt x="19406" y="165336"/>
                  </a:cubicBezTo>
                  <a:cubicBezTo>
                    <a:pt x="19360" y="163210"/>
                    <a:pt x="19254" y="161133"/>
                    <a:pt x="19081" y="159011"/>
                  </a:cubicBezTo>
                  <a:cubicBezTo>
                    <a:pt x="18590" y="158765"/>
                    <a:pt x="18099" y="158519"/>
                    <a:pt x="17593" y="158266"/>
                  </a:cubicBezTo>
                  <a:cubicBezTo>
                    <a:pt x="16575" y="153892"/>
                    <a:pt x="16847" y="149493"/>
                    <a:pt x="16968" y="145026"/>
                  </a:cubicBezTo>
                  <a:cubicBezTo>
                    <a:pt x="16854" y="142751"/>
                    <a:pt x="16618" y="141533"/>
                    <a:pt x="15360" y="139663"/>
                  </a:cubicBezTo>
                  <a:cubicBezTo>
                    <a:pt x="15115" y="139663"/>
                    <a:pt x="14869" y="139663"/>
                    <a:pt x="14616" y="139663"/>
                  </a:cubicBezTo>
                  <a:cubicBezTo>
                    <a:pt x="14578" y="134590"/>
                    <a:pt x="14552" y="129516"/>
                    <a:pt x="14534" y="124443"/>
                  </a:cubicBezTo>
                  <a:cubicBezTo>
                    <a:pt x="14527" y="122716"/>
                    <a:pt x="14517" y="120988"/>
                    <a:pt x="14504" y="119261"/>
                  </a:cubicBezTo>
                  <a:cubicBezTo>
                    <a:pt x="14486" y="116784"/>
                    <a:pt x="14477" y="114307"/>
                    <a:pt x="14471" y="111830"/>
                  </a:cubicBezTo>
                  <a:cubicBezTo>
                    <a:pt x="14463" y="111053"/>
                    <a:pt x="14455" y="110275"/>
                    <a:pt x="14447" y="109474"/>
                  </a:cubicBezTo>
                  <a:cubicBezTo>
                    <a:pt x="14447" y="108759"/>
                    <a:pt x="14447" y="108044"/>
                    <a:pt x="14447" y="107307"/>
                  </a:cubicBezTo>
                  <a:cubicBezTo>
                    <a:pt x="14444" y="106675"/>
                    <a:pt x="14440" y="106042"/>
                    <a:pt x="14437" y="105390"/>
                  </a:cubicBezTo>
                  <a:cubicBezTo>
                    <a:pt x="14496" y="104913"/>
                    <a:pt x="14555" y="104436"/>
                    <a:pt x="14616" y="103944"/>
                  </a:cubicBezTo>
                  <a:cubicBezTo>
                    <a:pt x="15107" y="103699"/>
                    <a:pt x="15598" y="103453"/>
                    <a:pt x="16104" y="103200"/>
                  </a:cubicBezTo>
                  <a:cubicBezTo>
                    <a:pt x="16742" y="100200"/>
                    <a:pt x="16877" y="97379"/>
                    <a:pt x="16848" y="94317"/>
                  </a:cubicBezTo>
                  <a:cubicBezTo>
                    <a:pt x="16818" y="90990"/>
                    <a:pt x="16997" y="87874"/>
                    <a:pt x="17593" y="84596"/>
                  </a:cubicBezTo>
                  <a:cubicBezTo>
                    <a:pt x="18329" y="84228"/>
                    <a:pt x="18329" y="84228"/>
                    <a:pt x="19081" y="83852"/>
                  </a:cubicBezTo>
                  <a:cubicBezTo>
                    <a:pt x="19302" y="81296"/>
                    <a:pt x="19391" y="78771"/>
                    <a:pt x="19437" y="76207"/>
                  </a:cubicBezTo>
                  <a:cubicBezTo>
                    <a:pt x="19496" y="74597"/>
                    <a:pt x="19496" y="74597"/>
                    <a:pt x="19825" y="71946"/>
                  </a:cubicBezTo>
                  <a:cubicBezTo>
                    <a:pt x="20930" y="71578"/>
                    <a:pt x="20930" y="71578"/>
                    <a:pt x="22057" y="71202"/>
                  </a:cubicBezTo>
                  <a:cubicBezTo>
                    <a:pt x="22495" y="69455"/>
                    <a:pt x="22495" y="69455"/>
                    <a:pt x="22569" y="67435"/>
                  </a:cubicBezTo>
                  <a:cubicBezTo>
                    <a:pt x="22618" y="66751"/>
                    <a:pt x="22667" y="66067"/>
                    <a:pt x="22717" y="65362"/>
                  </a:cubicBezTo>
                  <a:cubicBezTo>
                    <a:pt x="22745" y="64834"/>
                    <a:pt x="22773" y="64305"/>
                    <a:pt x="22802" y="63761"/>
                  </a:cubicBezTo>
                  <a:cubicBezTo>
                    <a:pt x="23293" y="63761"/>
                    <a:pt x="23784" y="63761"/>
                    <a:pt x="24290" y="63761"/>
                  </a:cubicBezTo>
                  <a:cubicBezTo>
                    <a:pt x="24753" y="62031"/>
                    <a:pt x="25006" y="60296"/>
                    <a:pt x="25287" y="58528"/>
                  </a:cubicBezTo>
                  <a:cubicBezTo>
                    <a:pt x="25449" y="58045"/>
                    <a:pt x="25611" y="57561"/>
                    <a:pt x="25778" y="57063"/>
                  </a:cubicBezTo>
                  <a:cubicBezTo>
                    <a:pt x="26515" y="57063"/>
                    <a:pt x="27251" y="57063"/>
                    <a:pt x="28011" y="57063"/>
                  </a:cubicBezTo>
                  <a:cubicBezTo>
                    <a:pt x="27964" y="56096"/>
                    <a:pt x="27918" y="55129"/>
                    <a:pt x="27871" y="54133"/>
                  </a:cubicBezTo>
                  <a:cubicBezTo>
                    <a:pt x="27792" y="52485"/>
                    <a:pt x="27792" y="52485"/>
                    <a:pt x="28011" y="51110"/>
                  </a:cubicBezTo>
                  <a:cubicBezTo>
                    <a:pt x="29116" y="50742"/>
                    <a:pt x="29116" y="50742"/>
                    <a:pt x="30243" y="50366"/>
                  </a:cubicBezTo>
                  <a:cubicBezTo>
                    <a:pt x="30795" y="47743"/>
                    <a:pt x="30795" y="47743"/>
                    <a:pt x="30987" y="45157"/>
                  </a:cubicBezTo>
                  <a:cubicBezTo>
                    <a:pt x="31724" y="45157"/>
                    <a:pt x="32460" y="45157"/>
                    <a:pt x="33219" y="45157"/>
                  </a:cubicBezTo>
                  <a:cubicBezTo>
                    <a:pt x="33296" y="44451"/>
                    <a:pt x="33373" y="43745"/>
                    <a:pt x="33452" y="43018"/>
                  </a:cubicBezTo>
                  <a:cubicBezTo>
                    <a:pt x="33964" y="40692"/>
                    <a:pt x="33964" y="40692"/>
                    <a:pt x="36196" y="39204"/>
                  </a:cubicBezTo>
                  <a:cubicBezTo>
                    <a:pt x="36442" y="38467"/>
                    <a:pt x="36687" y="37731"/>
                    <a:pt x="36940" y="36971"/>
                  </a:cubicBezTo>
                  <a:cubicBezTo>
                    <a:pt x="38030" y="35783"/>
                    <a:pt x="39197" y="34716"/>
                    <a:pt x="40382" y="33623"/>
                  </a:cubicBezTo>
                  <a:cubicBezTo>
                    <a:pt x="41590" y="32457"/>
                    <a:pt x="41590" y="32457"/>
                    <a:pt x="42149" y="30274"/>
                  </a:cubicBezTo>
                  <a:cubicBezTo>
                    <a:pt x="42886" y="29783"/>
                    <a:pt x="43623" y="29292"/>
                    <a:pt x="44382" y="28786"/>
                  </a:cubicBezTo>
                  <a:cubicBezTo>
                    <a:pt x="44627" y="28049"/>
                    <a:pt x="44873" y="27313"/>
                    <a:pt x="45126" y="26554"/>
                  </a:cubicBezTo>
                  <a:cubicBezTo>
                    <a:pt x="45862" y="26554"/>
                    <a:pt x="46599" y="26554"/>
                    <a:pt x="47358" y="26554"/>
                  </a:cubicBezTo>
                  <a:cubicBezTo>
                    <a:pt x="47466" y="25970"/>
                    <a:pt x="47573" y="25387"/>
                    <a:pt x="47684" y="24786"/>
                  </a:cubicBezTo>
                  <a:cubicBezTo>
                    <a:pt x="47891" y="23819"/>
                    <a:pt x="47891" y="23819"/>
                    <a:pt x="48102" y="22833"/>
                  </a:cubicBezTo>
                  <a:cubicBezTo>
                    <a:pt x="49591" y="21996"/>
                    <a:pt x="49591" y="21996"/>
                    <a:pt x="51079" y="21345"/>
                  </a:cubicBezTo>
                  <a:cubicBezTo>
                    <a:pt x="51447" y="20239"/>
                    <a:pt x="51447" y="20239"/>
                    <a:pt x="51823" y="19112"/>
                  </a:cubicBezTo>
                  <a:cubicBezTo>
                    <a:pt x="53063" y="18864"/>
                    <a:pt x="54303" y="18616"/>
                    <a:pt x="55544" y="18368"/>
                  </a:cubicBezTo>
                  <a:cubicBezTo>
                    <a:pt x="55912" y="17263"/>
                    <a:pt x="55912" y="17263"/>
                    <a:pt x="56288" y="16136"/>
                  </a:cubicBezTo>
                  <a:cubicBezTo>
                    <a:pt x="57776" y="15639"/>
                    <a:pt x="59264" y="15143"/>
                    <a:pt x="60753" y="14647"/>
                  </a:cubicBezTo>
                  <a:cubicBezTo>
                    <a:pt x="61121" y="13542"/>
                    <a:pt x="61121" y="13542"/>
                    <a:pt x="61497" y="12415"/>
                  </a:cubicBezTo>
                  <a:cubicBezTo>
                    <a:pt x="62356" y="12307"/>
                    <a:pt x="63216" y="12200"/>
                    <a:pt x="64101" y="12089"/>
                  </a:cubicBezTo>
                  <a:cubicBezTo>
                    <a:pt x="65391" y="11882"/>
                    <a:pt x="65391" y="11882"/>
                    <a:pt x="66706" y="11671"/>
                  </a:cubicBezTo>
                  <a:cubicBezTo>
                    <a:pt x="66829" y="11180"/>
                    <a:pt x="66951" y="10688"/>
                    <a:pt x="67078" y="10182"/>
                  </a:cubicBezTo>
                  <a:cubicBezTo>
                    <a:pt x="67201" y="9691"/>
                    <a:pt x="67323" y="9200"/>
                    <a:pt x="67450" y="8694"/>
                  </a:cubicBezTo>
                  <a:cubicBezTo>
                    <a:pt x="69182" y="8416"/>
                    <a:pt x="70919" y="8168"/>
                    <a:pt x="72659" y="7950"/>
                  </a:cubicBezTo>
                  <a:cubicBezTo>
                    <a:pt x="72905" y="7213"/>
                    <a:pt x="73150" y="6477"/>
                    <a:pt x="73403" y="5718"/>
                  </a:cubicBezTo>
                  <a:cubicBezTo>
                    <a:pt x="75916" y="5397"/>
                    <a:pt x="78383" y="5390"/>
                    <a:pt x="80914" y="5348"/>
                  </a:cubicBezTo>
                  <a:cubicBezTo>
                    <a:pt x="81628" y="5225"/>
                    <a:pt x="82342" y="5101"/>
                    <a:pt x="83077" y="4973"/>
                  </a:cubicBezTo>
                  <a:cubicBezTo>
                    <a:pt x="83164" y="4483"/>
                    <a:pt x="83251" y="3992"/>
                    <a:pt x="83341" y="3487"/>
                  </a:cubicBezTo>
                  <a:cubicBezTo>
                    <a:pt x="83499" y="2995"/>
                    <a:pt x="83658" y="2503"/>
                    <a:pt x="83821" y="1997"/>
                  </a:cubicBezTo>
                  <a:close/>
                </a:path>
              </a:pathLst>
            </a:custGeom>
            <a:grpFill/>
            <a:ln w="744" cap="flat">
              <a:noFill/>
              <a:prstDash val="solid"/>
              <a:miter/>
            </a:ln>
          </p:spPr>
          <p:txBody>
            <a:bodyPr rtlCol="0" anchor="ctr"/>
            <a:lstStyle/>
            <a:p>
              <a:endParaRPr lang="zh-CN" altLang="en-US"/>
            </a:p>
          </p:txBody>
        </p:sp>
        <p:sp>
          <p:nvSpPr>
            <p:cNvPr id="139" name="任意多边形: 形状 138"/>
            <p:cNvSpPr/>
            <p:nvPr/>
          </p:nvSpPr>
          <p:spPr>
            <a:xfrm>
              <a:off x="10780472" y="1388870"/>
              <a:ext cx="169869" cy="243348"/>
            </a:xfrm>
            <a:custGeom>
              <a:avLst/>
              <a:gdLst>
                <a:gd name="connsiteX0" fmla="*/ 84244 w 169869"/>
                <a:gd name="connsiteY0" fmla="*/ 1844 h 243348"/>
                <a:gd name="connsiteX1" fmla="*/ 88222 w 169869"/>
                <a:gd name="connsiteY1" fmla="*/ 1506 h 243348"/>
                <a:gd name="connsiteX2" fmla="*/ 90795 w 169869"/>
                <a:gd name="connsiteY2" fmla="*/ 1507 h 243348"/>
                <a:gd name="connsiteX3" fmla="*/ 93595 w 169869"/>
                <a:gd name="connsiteY3" fmla="*/ 1553 h 243348"/>
                <a:gd name="connsiteX4" fmla="*/ 96445 w 169869"/>
                <a:gd name="connsiteY4" fmla="*/ 1566 h 243348"/>
                <a:gd name="connsiteX5" fmla="*/ 103958 w 169869"/>
                <a:gd name="connsiteY5" fmla="*/ 1639 h 243348"/>
                <a:gd name="connsiteX6" fmla="*/ 111619 w 169869"/>
                <a:gd name="connsiteY6" fmla="*/ 1699 h 243348"/>
                <a:gd name="connsiteX7" fmla="*/ 126660 w 169869"/>
                <a:gd name="connsiteY7" fmla="*/ 1844 h 243348"/>
                <a:gd name="connsiteX8" fmla="*/ 126660 w 169869"/>
                <a:gd name="connsiteY8" fmla="*/ 5565 h 243348"/>
                <a:gd name="connsiteX9" fmla="*/ 137078 w 169869"/>
                <a:gd name="connsiteY9" fmla="*/ 5565 h 243348"/>
                <a:gd name="connsiteX10" fmla="*/ 137078 w 169869"/>
                <a:gd name="connsiteY10" fmla="*/ 8541 h 243348"/>
                <a:gd name="connsiteX11" fmla="*/ 143031 w 169869"/>
                <a:gd name="connsiteY11" fmla="*/ 8541 h 243348"/>
                <a:gd name="connsiteX12" fmla="*/ 143031 w 169869"/>
                <a:gd name="connsiteY12" fmla="*/ 12262 h 243348"/>
                <a:gd name="connsiteX13" fmla="*/ 145589 w 169869"/>
                <a:gd name="connsiteY13" fmla="*/ 12076 h 243348"/>
                <a:gd name="connsiteX14" fmla="*/ 148240 w 169869"/>
                <a:gd name="connsiteY14" fmla="*/ 12262 h 243348"/>
                <a:gd name="connsiteX15" fmla="*/ 148984 w 169869"/>
                <a:gd name="connsiteY15" fmla="*/ 15238 h 243348"/>
                <a:gd name="connsiteX16" fmla="*/ 152705 w 169869"/>
                <a:gd name="connsiteY16" fmla="*/ 15983 h 243348"/>
                <a:gd name="connsiteX17" fmla="*/ 152705 w 169869"/>
                <a:gd name="connsiteY17" fmla="*/ 18215 h 243348"/>
                <a:gd name="connsiteX18" fmla="*/ 155682 w 169869"/>
                <a:gd name="connsiteY18" fmla="*/ 19703 h 243348"/>
                <a:gd name="connsiteX19" fmla="*/ 160146 w 169869"/>
                <a:gd name="connsiteY19" fmla="*/ 25656 h 243348"/>
                <a:gd name="connsiteX20" fmla="*/ 162379 w 169869"/>
                <a:gd name="connsiteY20" fmla="*/ 27145 h 243348"/>
                <a:gd name="connsiteX21" fmla="*/ 163123 w 169869"/>
                <a:gd name="connsiteY21" fmla="*/ 29377 h 243348"/>
                <a:gd name="connsiteX22" fmla="*/ 164286 w 169869"/>
                <a:gd name="connsiteY22" fmla="*/ 30540 h 243348"/>
                <a:gd name="connsiteX23" fmla="*/ 165355 w 169869"/>
                <a:gd name="connsiteY23" fmla="*/ 33098 h 243348"/>
                <a:gd name="connsiteX24" fmla="*/ 167588 w 169869"/>
                <a:gd name="connsiteY24" fmla="*/ 33842 h 243348"/>
                <a:gd name="connsiteX25" fmla="*/ 169076 w 169869"/>
                <a:gd name="connsiteY25" fmla="*/ 37563 h 243348"/>
                <a:gd name="connsiteX26" fmla="*/ 170564 w 169869"/>
                <a:gd name="connsiteY26" fmla="*/ 38307 h 243348"/>
                <a:gd name="connsiteX27" fmla="*/ 172053 w 169869"/>
                <a:gd name="connsiteY27" fmla="*/ 43516 h 243348"/>
                <a:gd name="connsiteX28" fmla="*/ 173541 w 169869"/>
                <a:gd name="connsiteY28" fmla="*/ 44260 h 243348"/>
                <a:gd name="connsiteX29" fmla="*/ 174285 w 169869"/>
                <a:gd name="connsiteY29" fmla="*/ 49469 h 243348"/>
                <a:gd name="connsiteX30" fmla="*/ 176518 w 169869"/>
                <a:gd name="connsiteY30" fmla="*/ 49469 h 243348"/>
                <a:gd name="connsiteX31" fmla="*/ 176518 w 169869"/>
                <a:gd name="connsiteY31" fmla="*/ 56910 h 243348"/>
                <a:gd name="connsiteX32" fmla="*/ 178750 w 169869"/>
                <a:gd name="connsiteY32" fmla="*/ 56910 h 243348"/>
                <a:gd name="connsiteX33" fmla="*/ 179494 w 169869"/>
                <a:gd name="connsiteY33" fmla="*/ 65096 h 243348"/>
                <a:gd name="connsiteX34" fmla="*/ 181727 w 169869"/>
                <a:gd name="connsiteY34" fmla="*/ 65096 h 243348"/>
                <a:gd name="connsiteX35" fmla="*/ 181727 w 169869"/>
                <a:gd name="connsiteY35" fmla="*/ 73281 h 243348"/>
                <a:gd name="connsiteX36" fmla="*/ 176518 w 169869"/>
                <a:gd name="connsiteY36" fmla="*/ 74770 h 243348"/>
                <a:gd name="connsiteX37" fmla="*/ 175773 w 169869"/>
                <a:gd name="connsiteY37" fmla="*/ 77002 h 243348"/>
                <a:gd name="connsiteX38" fmla="*/ 167681 w 169869"/>
                <a:gd name="connsiteY38" fmla="*/ 77371 h 243348"/>
                <a:gd name="connsiteX39" fmla="*/ 165355 w 169869"/>
                <a:gd name="connsiteY39" fmla="*/ 77746 h 243348"/>
                <a:gd name="connsiteX40" fmla="*/ 165030 w 169869"/>
                <a:gd name="connsiteY40" fmla="*/ 79246 h 243348"/>
                <a:gd name="connsiteX41" fmla="*/ 164611 w 169869"/>
                <a:gd name="connsiteY41" fmla="*/ 80723 h 243348"/>
                <a:gd name="connsiteX42" fmla="*/ 158658 w 169869"/>
                <a:gd name="connsiteY42" fmla="*/ 80955 h 243348"/>
                <a:gd name="connsiteX43" fmla="*/ 156966 w 169869"/>
                <a:gd name="connsiteY43" fmla="*/ 80933 h 243348"/>
                <a:gd name="connsiteX44" fmla="*/ 151961 w 169869"/>
                <a:gd name="connsiteY44" fmla="*/ 79979 h 243348"/>
                <a:gd name="connsiteX45" fmla="*/ 151499 w 169869"/>
                <a:gd name="connsiteY45" fmla="*/ 74284 h 243348"/>
                <a:gd name="connsiteX46" fmla="*/ 149728 w 169869"/>
                <a:gd name="connsiteY46" fmla="*/ 71049 h 243348"/>
                <a:gd name="connsiteX47" fmla="*/ 148984 w 169869"/>
                <a:gd name="connsiteY47" fmla="*/ 71049 h 243348"/>
                <a:gd name="connsiteX48" fmla="*/ 148874 w 169869"/>
                <a:gd name="connsiteY48" fmla="*/ 69447 h 243348"/>
                <a:gd name="connsiteX49" fmla="*/ 148705 w 169869"/>
                <a:gd name="connsiteY49" fmla="*/ 67375 h 243348"/>
                <a:gd name="connsiteX50" fmla="*/ 148548 w 169869"/>
                <a:gd name="connsiteY50" fmla="*/ 65308 h 243348"/>
                <a:gd name="connsiteX51" fmla="*/ 148240 w 169869"/>
                <a:gd name="connsiteY51" fmla="*/ 63608 h 243348"/>
                <a:gd name="connsiteX52" fmla="*/ 146752 w 169869"/>
                <a:gd name="connsiteY52" fmla="*/ 62863 h 243348"/>
                <a:gd name="connsiteX53" fmla="*/ 146008 w 169869"/>
                <a:gd name="connsiteY53" fmla="*/ 57654 h 243348"/>
                <a:gd name="connsiteX54" fmla="*/ 143775 w 169869"/>
                <a:gd name="connsiteY54" fmla="*/ 57654 h 243348"/>
                <a:gd name="connsiteX55" fmla="*/ 143031 w 169869"/>
                <a:gd name="connsiteY55" fmla="*/ 53934 h 243348"/>
                <a:gd name="connsiteX56" fmla="*/ 141543 w 169869"/>
                <a:gd name="connsiteY56" fmla="*/ 53190 h 243348"/>
                <a:gd name="connsiteX57" fmla="*/ 140055 w 169869"/>
                <a:gd name="connsiteY57" fmla="*/ 49469 h 243348"/>
                <a:gd name="connsiteX58" fmla="*/ 138566 w 169869"/>
                <a:gd name="connsiteY58" fmla="*/ 48725 h 243348"/>
                <a:gd name="connsiteX59" fmla="*/ 137822 w 169869"/>
                <a:gd name="connsiteY59" fmla="*/ 46492 h 243348"/>
                <a:gd name="connsiteX60" fmla="*/ 135590 w 169869"/>
                <a:gd name="connsiteY60" fmla="*/ 45748 h 243348"/>
                <a:gd name="connsiteX61" fmla="*/ 134846 w 169869"/>
                <a:gd name="connsiteY61" fmla="*/ 43516 h 243348"/>
                <a:gd name="connsiteX62" fmla="*/ 133032 w 169869"/>
                <a:gd name="connsiteY62" fmla="*/ 43190 h 243348"/>
                <a:gd name="connsiteX63" fmla="*/ 131125 w 169869"/>
                <a:gd name="connsiteY63" fmla="*/ 42772 h 243348"/>
                <a:gd name="connsiteX64" fmla="*/ 130427 w 169869"/>
                <a:gd name="connsiteY64" fmla="*/ 41237 h 243348"/>
                <a:gd name="connsiteX65" fmla="*/ 129637 w 169869"/>
                <a:gd name="connsiteY65" fmla="*/ 39795 h 243348"/>
                <a:gd name="connsiteX66" fmla="*/ 125172 w 169869"/>
                <a:gd name="connsiteY66" fmla="*/ 39795 h 243348"/>
                <a:gd name="connsiteX67" fmla="*/ 125172 w 169869"/>
                <a:gd name="connsiteY67" fmla="*/ 36074 h 243348"/>
                <a:gd name="connsiteX68" fmla="*/ 122756 w 169869"/>
                <a:gd name="connsiteY68" fmla="*/ 36179 h 243348"/>
                <a:gd name="connsiteX69" fmla="*/ 119637 w 169869"/>
                <a:gd name="connsiteY69" fmla="*/ 36260 h 243348"/>
                <a:gd name="connsiteX70" fmla="*/ 118043 w 169869"/>
                <a:gd name="connsiteY70" fmla="*/ 36336 h 243348"/>
                <a:gd name="connsiteX71" fmla="*/ 114010 w 169869"/>
                <a:gd name="connsiteY71" fmla="*/ 36074 h 243348"/>
                <a:gd name="connsiteX72" fmla="*/ 113707 w 169869"/>
                <a:gd name="connsiteY72" fmla="*/ 34593 h 243348"/>
                <a:gd name="connsiteX73" fmla="*/ 113266 w 169869"/>
                <a:gd name="connsiteY73" fmla="*/ 33098 h 243348"/>
                <a:gd name="connsiteX74" fmla="*/ 109638 w 169869"/>
                <a:gd name="connsiteY74" fmla="*/ 32702 h 243348"/>
                <a:gd name="connsiteX75" fmla="*/ 107417 w 169869"/>
                <a:gd name="connsiteY75" fmla="*/ 32691 h 243348"/>
                <a:gd name="connsiteX76" fmla="*/ 105080 w 169869"/>
                <a:gd name="connsiteY76" fmla="*/ 32726 h 243348"/>
                <a:gd name="connsiteX77" fmla="*/ 102743 w 169869"/>
                <a:gd name="connsiteY77" fmla="*/ 32691 h 243348"/>
                <a:gd name="connsiteX78" fmla="*/ 100522 w 169869"/>
                <a:gd name="connsiteY78" fmla="*/ 32702 h 243348"/>
                <a:gd name="connsiteX79" fmla="*/ 98470 w 169869"/>
                <a:gd name="connsiteY79" fmla="*/ 32713 h 243348"/>
                <a:gd name="connsiteX80" fmla="*/ 96894 w 169869"/>
                <a:gd name="connsiteY80" fmla="*/ 33098 h 243348"/>
                <a:gd name="connsiteX81" fmla="*/ 96150 w 169869"/>
                <a:gd name="connsiteY81" fmla="*/ 36074 h 243348"/>
                <a:gd name="connsiteX82" fmla="*/ 90988 w 169869"/>
                <a:gd name="connsiteY82" fmla="*/ 36446 h 243348"/>
                <a:gd name="connsiteX83" fmla="*/ 85732 w 169869"/>
                <a:gd name="connsiteY83" fmla="*/ 36818 h 243348"/>
                <a:gd name="connsiteX84" fmla="*/ 84244 w 169869"/>
                <a:gd name="connsiteY84" fmla="*/ 39795 h 243348"/>
                <a:gd name="connsiteX85" fmla="*/ 78291 w 169869"/>
                <a:gd name="connsiteY85" fmla="*/ 39795 h 243348"/>
                <a:gd name="connsiteX86" fmla="*/ 76803 w 169869"/>
                <a:gd name="connsiteY86" fmla="*/ 42772 h 243348"/>
                <a:gd name="connsiteX87" fmla="*/ 73082 w 169869"/>
                <a:gd name="connsiteY87" fmla="*/ 44260 h 243348"/>
                <a:gd name="connsiteX88" fmla="*/ 72338 w 169869"/>
                <a:gd name="connsiteY88" fmla="*/ 45748 h 243348"/>
                <a:gd name="connsiteX89" fmla="*/ 70105 w 169869"/>
                <a:gd name="connsiteY89" fmla="*/ 46492 h 243348"/>
                <a:gd name="connsiteX90" fmla="*/ 69454 w 169869"/>
                <a:gd name="connsiteY90" fmla="*/ 47795 h 243348"/>
                <a:gd name="connsiteX91" fmla="*/ 64896 w 169869"/>
                <a:gd name="connsiteY91" fmla="*/ 53190 h 243348"/>
                <a:gd name="connsiteX92" fmla="*/ 61176 w 169869"/>
                <a:gd name="connsiteY92" fmla="*/ 59143 h 243348"/>
                <a:gd name="connsiteX93" fmla="*/ 58943 w 169869"/>
                <a:gd name="connsiteY93" fmla="*/ 59143 h 243348"/>
                <a:gd name="connsiteX94" fmla="*/ 58943 w 169869"/>
                <a:gd name="connsiteY94" fmla="*/ 63608 h 243348"/>
                <a:gd name="connsiteX95" fmla="*/ 56711 w 169869"/>
                <a:gd name="connsiteY95" fmla="*/ 63608 h 243348"/>
                <a:gd name="connsiteX96" fmla="*/ 56600 w 169869"/>
                <a:gd name="connsiteY96" fmla="*/ 65046 h 243348"/>
                <a:gd name="connsiteX97" fmla="*/ 56432 w 169869"/>
                <a:gd name="connsiteY97" fmla="*/ 66910 h 243348"/>
                <a:gd name="connsiteX98" fmla="*/ 56275 w 169869"/>
                <a:gd name="connsiteY98" fmla="*/ 68767 h 243348"/>
                <a:gd name="connsiteX99" fmla="*/ 55967 w 169869"/>
                <a:gd name="connsiteY99" fmla="*/ 70305 h 243348"/>
                <a:gd name="connsiteX100" fmla="*/ 54478 w 169869"/>
                <a:gd name="connsiteY100" fmla="*/ 71049 h 243348"/>
                <a:gd name="connsiteX101" fmla="*/ 53734 w 169869"/>
                <a:gd name="connsiteY101" fmla="*/ 74770 h 243348"/>
                <a:gd name="connsiteX102" fmla="*/ 52990 w 169869"/>
                <a:gd name="connsiteY102" fmla="*/ 78490 h 243348"/>
                <a:gd name="connsiteX103" fmla="*/ 51502 w 169869"/>
                <a:gd name="connsiteY103" fmla="*/ 79234 h 243348"/>
                <a:gd name="connsiteX104" fmla="*/ 51037 w 169869"/>
                <a:gd name="connsiteY104" fmla="*/ 84862 h 243348"/>
                <a:gd name="connsiteX105" fmla="*/ 50950 w 169869"/>
                <a:gd name="connsiteY105" fmla="*/ 86465 h 243348"/>
                <a:gd name="connsiteX106" fmla="*/ 50758 w 169869"/>
                <a:gd name="connsiteY106" fmla="*/ 90397 h 243348"/>
                <a:gd name="connsiteX107" fmla="*/ 49269 w 169869"/>
                <a:gd name="connsiteY107" fmla="*/ 90397 h 243348"/>
                <a:gd name="connsiteX108" fmla="*/ 48441 w 169869"/>
                <a:gd name="connsiteY108" fmla="*/ 97792 h 243348"/>
                <a:gd name="connsiteX109" fmla="*/ 48441 w 169869"/>
                <a:gd name="connsiteY109" fmla="*/ 99640 h 243348"/>
                <a:gd name="connsiteX110" fmla="*/ 48453 w 169869"/>
                <a:gd name="connsiteY110" fmla="*/ 105704 h 243348"/>
                <a:gd name="connsiteX111" fmla="*/ 48456 w 169869"/>
                <a:gd name="connsiteY111" fmla="*/ 109902 h 243348"/>
                <a:gd name="connsiteX112" fmla="*/ 48474 w 169869"/>
                <a:gd name="connsiteY112" fmla="*/ 120963 h 243348"/>
                <a:gd name="connsiteX113" fmla="*/ 48489 w 169869"/>
                <a:gd name="connsiteY113" fmla="*/ 132246 h 243348"/>
                <a:gd name="connsiteX114" fmla="*/ 48525 w 169869"/>
                <a:gd name="connsiteY114" fmla="*/ 154393 h 243348"/>
                <a:gd name="connsiteX115" fmla="*/ 50758 w 169869"/>
                <a:gd name="connsiteY115" fmla="*/ 154393 h 243348"/>
                <a:gd name="connsiteX116" fmla="*/ 50758 w 169869"/>
                <a:gd name="connsiteY116" fmla="*/ 167043 h 243348"/>
                <a:gd name="connsiteX117" fmla="*/ 52990 w 169869"/>
                <a:gd name="connsiteY117" fmla="*/ 167043 h 243348"/>
                <a:gd name="connsiteX118" fmla="*/ 53316 w 169869"/>
                <a:gd name="connsiteY118" fmla="*/ 169462 h 243348"/>
                <a:gd name="connsiteX119" fmla="*/ 54478 w 169869"/>
                <a:gd name="connsiteY119" fmla="*/ 175229 h 243348"/>
                <a:gd name="connsiteX120" fmla="*/ 55967 w 169869"/>
                <a:gd name="connsiteY120" fmla="*/ 175973 h 243348"/>
                <a:gd name="connsiteX121" fmla="*/ 56432 w 169869"/>
                <a:gd name="connsiteY121" fmla="*/ 179368 h 243348"/>
                <a:gd name="connsiteX122" fmla="*/ 56600 w 169869"/>
                <a:gd name="connsiteY122" fmla="*/ 181231 h 243348"/>
                <a:gd name="connsiteX123" fmla="*/ 56711 w 169869"/>
                <a:gd name="connsiteY123" fmla="*/ 182670 h 243348"/>
                <a:gd name="connsiteX124" fmla="*/ 58943 w 169869"/>
                <a:gd name="connsiteY124" fmla="*/ 182670 h 243348"/>
                <a:gd name="connsiteX125" fmla="*/ 58804 w 169869"/>
                <a:gd name="connsiteY125" fmla="*/ 184856 h 243348"/>
                <a:gd name="connsiteX126" fmla="*/ 58943 w 169869"/>
                <a:gd name="connsiteY126" fmla="*/ 187135 h 243348"/>
                <a:gd name="connsiteX127" fmla="*/ 61176 w 169869"/>
                <a:gd name="connsiteY127" fmla="*/ 187879 h 243348"/>
                <a:gd name="connsiteX128" fmla="*/ 61920 w 169869"/>
                <a:gd name="connsiteY128" fmla="*/ 190111 h 243348"/>
                <a:gd name="connsiteX129" fmla="*/ 63083 w 169869"/>
                <a:gd name="connsiteY129" fmla="*/ 191274 h 243348"/>
                <a:gd name="connsiteX130" fmla="*/ 64152 w 169869"/>
                <a:gd name="connsiteY130" fmla="*/ 193832 h 243348"/>
                <a:gd name="connsiteX131" fmla="*/ 66385 w 169869"/>
                <a:gd name="connsiteY131" fmla="*/ 194576 h 243348"/>
                <a:gd name="connsiteX132" fmla="*/ 68199 w 169869"/>
                <a:gd name="connsiteY132" fmla="*/ 197134 h 243348"/>
                <a:gd name="connsiteX133" fmla="*/ 73082 w 169869"/>
                <a:gd name="connsiteY133" fmla="*/ 201274 h 243348"/>
                <a:gd name="connsiteX134" fmla="*/ 73826 w 169869"/>
                <a:gd name="connsiteY134" fmla="*/ 202762 h 243348"/>
                <a:gd name="connsiteX135" fmla="*/ 75733 w 169869"/>
                <a:gd name="connsiteY135" fmla="*/ 203041 h 243348"/>
                <a:gd name="connsiteX136" fmla="*/ 77547 w 169869"/>
                <a:gd name="connsiteY136" fmla="*/ 203506 h 243348"/>
                <a:gd name="connsiteX137" fmla="*/ 77547 w 169869"/>
                <a:gd name="connsiteY137" fmla="*/ 206482 h 243348"/>
                <a:gd name="connsiteX138" fmla="*/ 84988 w 169869"/>
                <a:gd name="connsiteY138" fmla="*/ 207227 h 243348"/>
                <a:gd name="connsiteX139" fmla="*/ 84988 w 169869"/>
                <a:gd name="connsiteY139" fmla="*/ 210203 h 243348"/>
                <a:gd name="connsiteX140" fmla="*/ 87404 w 169869"/>
                <a:gd name="connsiteY140" fmla="*/ 210099 h 243348"/>
                <a:gd name="connsiteX141" fmla="*/ 90523 w 169869"/>
                <a:gd name="connsiteY141" fmla="*/ 210017 h 243348"/>
                <a:gd name="connsiteX142" fmla="*/ 92117 w 169869"/>
                <a:gd name="connsiteY142" fmla="*/ 209942 h 243348"/>
                <a:gd name="connsiteX143" fmla="*/ 96150 w 169869"/>
                <a:gd name="connsiteY143" fmla="*/ 210203 h 243348"/>
                <a:gd name="connsiteX144" fmla="*/ 96483 w 169869"/>
                <a:gd name="connsiteY144" fmla="*/ 211685 h 243348"/>
                <a:gd name="connsiteX145" fmla="*/ 96894 w 169869"/>
                <a:gd name="connsiteY145" fmla="*/ 213180 h 243348"/>
                <a:gd name="connsiteX146" fmla="*/ 100034 w 169869"/>
                <a:gd name="connsiteY146" fmla="*/ 213575 h 243348"/>
                <a:gd name="connsiteX147" fmla="*/ 101949 w 169869"/>
                <a:gd name="connsiteY147" fmla="*/ 213587 h 243348"/>
                <a:gd name="connsiteX148" fmla="*/ 103964 w 169869"/>
                <a:gd name="connsiteY148" fmla="*/ 213552 h 243348"/>
                <a:gd name="connsiteX149" fmla="*/ 105978 w 169869"/>
                <a:gd name="connsiteY149" fmla="*/ 213587 h 243348"/>
                <a:gd name="connsiteX150" fmla="*/ 107894 w 169869"/>
                <a:gd name="connsiteY150" fmla="*/ 213575 h 243348"/>
                <a:gd name="connsiteX151" fmla="*/ 109663 w 169869"/>
                <a:gd name="connsiteY151" fmla="*/ 213565 h 243348"/>
                <a:gd name="connsiteX152" fmla="*/ 111033 w 169869"/>
                <a:gd name="connsiteY152" fmla="*/ 213180 h 243348"/>
                <a:gd name="connsiteX153" fmla="*/ 111777 w 169869"/>
                <a:gd name="connsiteY153" fmla="*/ 210203 h 243348"/>
                <a:gd name="connsiteX154" fmla="*/ 117405 w 169869"/>
                <a:gd name="connsiteY154" fmla="*/ 210017 h 243348"/>
                <a:gd name="connsiteX155" fmla="*/ 119008 w 169869"/>
                <a:gd name="connsiteY155" fmla="*/ 210058 h 243348"/>
                <a:gd name="connsiteX156" fmla="*/ 122939 w 169869"/>
                <a:gd name="connsiteY156" fmla="*/ 210203 h 243348"/>
                <a:gd name="connsiteX157" fmla="*/ 122939 w 169869"/>
                <a:gd name="connsiteY157" fmla="*/ 207227 h 243348"/>
                <a:gd name="connsiteX158" fmla="*/ 129637 w 169869"/>
                <a:gd name="connsiteY158" fmla="*/ 206482 h 243348"/>
                <a:gd name="connsiteX159" fmla="*/ 129637 w 169869"/>
                <a:gd name="connsiteY159" fmla="*/ 203506 h 243348"/>
                <a:gd name="connsiteX160" fmla="*/ 131451 w 169869"/>
                <a:gd name="connsiteY160" fmla="*/ 203692 h 243348"/>
                <a:gd name="connsiteX161" fmla="*/ 133357 w 169869"/>
                <a:gd name="connsiteY161" fmla="*/ 203506 h 243348"/>
                <a:gd name="connsiteX162" fmla="*/ 134102 w 169869"/>
                <a:gd name="connsiteY162" fmla="*/ 200529 h 243348"/>
                <a:gd name="connsiteX163" fmla="*/ 136008 w 169869"/>
                <a:gd name="connsiteY163" fmla="*/ 200157 h 243348"/>
                <a:gd name="connsiteX164" fmla="*/ 137822 w 169869"/>
                <a:gd name="connsiteY164" fmla="*/ 199785 h 243348"/>
                <a:gd name="connsiteX165" fmla="*/ 137822 w 169869"/>
                <a:gd name="connsiteY165" fmla="*/ 196809 h 243348"/>
                <a:gd name="connsiteX166" fmla="*/ 140799 w 169869"/>
                <a:gd name="connsiteY166" fmla="*/ 196809 h 243348"/>
                <a:gd name="connsiteX167" fmla="*/ 140799 w 169869"/>
                <a:gd name="connsiteY167" fmla="*/ 193088 h 243348"/>
                <a:gd name="connsiteX168" fmla="*/ 143031 w 169869"/>
                <a:gd name="connsiteY168" fmla="*/ 193088 h 243348"/>
                <a:gd name="connsiteX169" fmla="*/ 143775 w 169869"/>
                <a:gd name="connsiteY169" fmla="*/ 189367 h 243348"/>
                <a:gd name="connsiteX170" fmla="*/ 145264 w 169869"/>
                <a:gd name="connsiteY170" fmla="*/ 188623 h 243348"/>
                <a:gd name="connsiteX171" fmla="*/ 146008 w 169869"/>
                <a:gd name="connsiteY171" fmla="*/ 186391 h 243348"/>
                <a:gd name="connsiteX172" fmla="*/ 148240 w 169869"/>
                <a:gd name="connsiteY172" fmla="*/ 183414 h 243348"/>
                <a:gd name="connsiteX173" fmla="*/ 148656 w 169869"/>
                <a:gd name="connsiteY173" fmla="*/ 178810 h 243348"/>
                <a:gd name="connsiteX174" fmla="*/ 148984 w 169869"/>
                <a:gd name="connsiteY174" fmla="*/ 177461 h 243348"/>
                <a:gd name="connsiteX175" fmla="*/ 151217 w 169869"/>
                <a:gd name="connsiteY175" fmla="*/ 176717 h 243348"/>
                <a:gd name="connsiteX176" fmla="*/ 151635 w 169869"/>
                <a:gd name="connsiteY176" fmla="*/ 172996 h 243348"/>
                <a:gd name="connsiteX177" fmla="*/ 151961 w 169869"/>
                <a:gd name="connsiteY177" fmla="*/ 169275 h 243348"/>
                <a:gd name="connsiteX178" fmla="*/ 153449 w 169869"/>
                <a:gd name="connsiteY178" fmla="*/ 168531 h 243348"/>
                <a:gd name="connsiteX179" fmla="*/ 154193 w 169869"/>
                <a:gd name="connsiteY179" fmla="*/ 160532 h 243348"/>
                <a:gd name="connsiteX180" fmla="*/ 154937 w 169869"/>
                <a:gd name="connsiteY180" fmla="*/ 155881 h 243348"/>
                <a:gd name="connsiteX181" fmla="*/ 161263 w 169869"/>
                <a:gd name="connsiteY181" fmla="*/ 155555 h 243348"/>
                <a:gd name="connsiteX182" fmla="*/ 163062 w 169869"/>
                <a:gd name="connsiteY182" fmla="*/ 155510 h 243348"/>
                <a:gd name="connsiteX183" fmla="*/ 167588 w 169869"/>
                <a:gd name="connsiteY183" fmla="*/ 155881 h 243348"/>
                <a:gd name="connsiteX184" fmla="*/ 168332 w 169869"/>
                <a:gd name="connsiteY184" fmla="*/ 158857 h 243348"/>
                <a:gd name="connsiteX185" fmla="*/ 175843 w 169869"/>
                <a:gd name="connsiteY185" fmla="*/ 158599 h 243348"/>
                <a:gd name="connsiteX186" fmla="*/ 178006 w 169869"/>
                <a:gd name="connsiteY186" fmla="*/ 158857 h 243348"/>
                <a:gd name="connsiteX187" fmla="*/ 178308 w 169869"/>
                <a:gd name="connsiteY187" fmla="*/ 160721 h 243348"/>
                <a:gd name="connsiteX188" fmla="*/ 178750 w 169869"/>
                <a:gd name="connsiteY188" fmla="*/ 162578 h 243348"/>
                <a:gd name="connsiteX189" fmla="*/ 184703 w 169869"/>
                <a:gd name="connsiteY189" fmla="*/ 162578 h 243348"/>
                <a:gd name="connsiteX190" fmla="*/ 184843 w 169869"/>
                <a:gd name="connsiteY190" fmla="*/ 168485 h 243348"/>
                <a:gd name="connsiteX191" fmla="*/ 184899 w 169869"/>
                <a:gd name="connsiteY191" fmla="*/ 170187 h 243348"/>
                <a:gd name="connsiteX192" fmla="*/ 184703 w 169869"/>
                <a:gd name="connsiteY192" fmla="*/ 174484 h 243348"/>
                <a:gd name="connsiteX193" fmla="*/ 182471 w 169869"/>
                <a:gd name="connsiteY193" fmla="*/ 175229 h 243348"/>
                <a:gd name="connsiteX194" fmla="*/ 182052 w 169869"/>
                <a:gd name="connsiteY194" fmla="*/ 179321 h 243348"/>
                <a:gd name="connsiteX195" fmla="*/ 181727 w 169869"/>
                <a:gd name="connsiteY195" fmla="*/ 183414 h 243348"/>
                <a:gd name="connsiteX196" fmla="*/ 180238 w 169869"/>
                <a:gd name="connsiteY196" fmla="*/ 184158 h 243348"/>
                <a:gd name="connsiteX197" fmla="*/ 179494 w 169869"/>
                <a:gd name="connsiteY197" fmla="*/ 187879 h 243348"/>
                <a:gd name="connsiteX198" fmla="*/ 178750 w 169869"/>
                <a:gd name="connsiteY198" fmla="*/ 191600 h 243348"/>
                <a:gd name="connsiteX199" fmla="*/ 177262 w 169869"/>
                <a:gd name="connsiteY199" fmla="*/ 192344 h 243348"/>
                <a:gd name="connsiteX200" fmla="*/ 176846 w 169869"/>
                <a:gd name="connsiteY200" fmla="*/ 196948 h 243348"/>
                <a:gd name="connsiteX201" fmla="*/ 176518 w 169869"/>
                <a:gd name="connsiteY201" fmla="*/ 198297 h 243348"/>
                <a:gd name="connsiteX202" fmla="*/ 174285 w 169869"/>
                <a:gd name="connsiteY202" fmla="*/ 199041 h 243348"/>
                <a:gd name="connsiteX203" fmla="*/ 173541 w 169869"/>
                <a:gd name="connsiteY203" fmla="*/ 202762 h 243348"/>
                <a:gd name="connsiteX204" fmla="*/ 171309 w 169869"/>
                <a:gd name="connsiteY204" fmla="*/ 204994 h 243348"/>
                <a:gd name="connsiteX205" fmla="*/ 170564 w 169869"/>
                <a:gd name="connsiteY205" fmla="*/ 207971 h 243348"/>
                <a:gd name="connsiteX206" fmla="*/ 169076 w 169869"/>
                <a:gd name="connsiteY206" fmla="*/ 208715 h 243348"/>
                <a:gd name="connsiteX207" fmla="*/ 168378 w 169869"/>
                <a:gd name="connsiteY207" fmla="*/ 210994 h 243348"/>
                <a:gd name="connsiteX208" fmla="*/ 167588 w 169869"/>
                <a:gd name="connsiteY208" fmla="*/ 213180 h 243348"/>
                <a:gd name="connsiteX209" fmla="*/ 165355 w 169869"/>
                <a:gd name="connsiteY209" fmla="*/ 213180 h 243348"/>
                <a:gd name="connsiteX210" fmla="*/ 163867 w 169869"/>
                <a:gd name="connsiteY210" fmla="*/ 216900 h 243348"/>
                <a:gd name="connsiteX211" fmla="*/ 162379 w 169869"/>
                <a:gd name="connsiteY211" fmla="*/ 216900 h 243348"/>
                <a:gd name="connsiteX212" fmla="*/ 161635 w 169869"/>
                <a:gd name="connsiteY212" fmla="*/ 219877 h 243348"/>
                <a:gd name="connsiteX213" fmla="*/ 160146 w 169869"/>
                <a:gd name="connsiteY213" fmla="*/ 220621 h 243348"/>
                <a:gd name="connsiteX214" fmla="*/ 159867 w 169869"/>
                <a:gd name="connsiteY214" fmla="*/ 222063 h 243348"/>
                <a:gd name="connsiteX215" fmla="*/ 158100 w 169869"/>
                <a:gd name="connsiteY215" fmla="*/ 224295 h 243348"/>
                <a:gd name="connsiteX216" fmla="*/ 156426 w 169869"/>
                <a:gd name="connsiteY216" fmla="*/ 225086 h 243348"/>
                <a:gd name="connsiteX217" fmla="*/ 151217 w 169869"/>
                <a:gd name="connsiteY217" fmla="*/ 231039 h 243348"/>
                <a:gd name="connsiteX218" fmla="*/ 148240 w 169869"/>
                <a:gd name="connsiteY218" fmla="*/ 231039 h 243348"/>
                <a:gd name="connsiteX219" fmla="*/ 148240 w 169869"/>
                <a:gd name="connsiteY219" fmla="*/ 234016 h 243348"/>
                <a:gd name="connsiteX220" fmla="*/ 146054 w 169869"/>
                <a:gd name="connsiteY220" fmla="*/ 234202 h 243348"/>
                <a:gd name="connsiteX221" fmla="*/ 143775 w 169869"/>
                <a:gd name="connsiteY221" fmla="*/ 234760 h 243348"/>
                <a:gd name="connsiteX222" fmla="*/ 143496 w 169869"/>
                <a:gd name="connsiteY222" fmla="*/ 236248 h 243348"/>
                <a:gd name="connsiteX223" fmla="*/ 143031 w 169869"/>
                <a:gd name="connsiteY223" fmla="*/ 237736 h 243348"/>
                <a:gd name="connsiteX224" fmla="*/ 138427 w 169869"/>
                <a:gd name="connsiteY224" fmla="*/ 238204 h 243348"/>
                <a:gd name="connsiteX225" fmla="*/ 137078 w 169869"/>
                <a:gd name="connsiteY225" fmla="*/ 238481 h 243348"/>
                <a:gd name="connsiteX226" fmla="*/ 136334 w 169869"/>
                <a:gd name="connsiteY226" fmla="*/ 240713 h 243348"/>
                <a:gd name="connsiteX227" fmla="*/ 133078 w 169869"/>
                <a:gd name="connsiteY227" fmla="*/ 241225 h 243348"/>
                <a:gd name="connsiteX228" fmla="*/ 131294 w 169869"/>
                <a:gd name="connsiteY228" fmla="*/ 241373 h 243348"/>
                <a:gd name="connsiteX229" fmla="*/ 127404 w 169869"/>
                <a:gd name="connsiteY229" fmla="*/ 241457 h 243348"/>
                <a:gd name="connsiteX230" fmla="*/ 127158 w 169869"/>
                <a:gd name="connsiteY230" fmla="*/ 242921 h 243348"/>
                <a:gd name="connsiteX231" fmla="*/ 126660 w 169869"/>
                <a:gd name="connsiteY231" fmla="*/ 244434 h 243348"/>
                <a:gd name="connsiteX232" fmla="*/ 122421 w 169869"/>
                <a:gd name="connsiteY232" fmla="*/ 244819 h 243348"/>
                <a:gd name="connsiteX233" fmla="*/ 119674 w 169869"/>
                <a:gd name="connsiteY233" fmla="*/ 244847 h 243348"/>
                <a:gd name="connsiteX234" fmla="*/ 116684 w 169869"/>
                <a:gd name="connsiteY234" fmla="*/ 244829 h 243348"/>
                <a:gd name="connsiteX235" fmla="*/ 113639 w 169869"/>
                <a:gd name="connsiteY235" fmla="*/ 244838 h 243348"/>
                <a:gd name="connsiteX236" fmla="*/ 107251 w 169869"/>
                <a:gd name="connsiteY236" fmla="*/ 244822 h 243348"/>
                <a:gd name="connsiteX237" fmla="*/ 99045 w 169869"/>
                <a:gd name="connsiteY237" fmla="*/ 244832 h 243348"/>
                <a:gd name="connsiteX238" fmla="*/ 92756 w 169869"/>
                <a:gd name="connsiteY238" fmla="*/ 244832 h 243348"/>
                <a:gd name="connsiteX239" fmla="*/ 89730 w 169869"/>
                <a:gd name="connsiteY239" fmla="*/ 244839 h 243348"/>
                <a:gd name="connsiteX240" fmla="*/ 85507 w 169869"/>
                <a:gd name="connsiteY240" fmla="*/ 244819 h 243348"/>
                <a:gd name="connsiteX241" fmla="*/ 83075 w 169869"/>
                <a:gd name="connsiteY241" fmla="*/ 244812 h 243348"/>
                <a:gd name="connsiteX242" fmla="*/ 81268 w 169869"/>
                <a:gd name="connsiteY242" fmla="*/ 244434 h 243348"/>
                <a:gd name="connsiteX243" fmla="*/ 80523 w 169869"/>
                <a:gd name="connsiteY243" fmla="*/ 241457 h 243348"/>
                <a:gd name="connsiteX244" fmla="*/ 75640 w 169869"/>
                <a:gd name="connsiteY244" fmla="*/ 240899 h 243348"/>
                <a:gd name="connsiteX245" fmla="*/ 72940 w 169869"/>
                <a:gd name="connsiteY245" fmla="*/ 240771 h 243348"/>
                <a:gd name="connsiteX246" fmla="*/ 70850 w 169869"/>
                <a:gd name="connsiteY246" fmla="*/ 240713 h 243348"/>
                <a:gd name="connsiteX247" fmla="*/ 70850 w 169869"/>
                <a:gd name="connsiteY247" fmla="*/ 237736 h 243348"/>
                <a:gd name="connsiteX248" fmla="*/ 64896 w 169869"/>
                <a:gd name="connsiteY248" fmla="*/ 237736 h 243348"/>
                <a:gd name="connsiteX249" fmla="*/ 64896 w 169869"/>
                <a:gd name="connsiteY249" fmla="*/ 234760 h 243348"/>
                <a:gd name="connsiteX250" fmla="*/ 58943 w 169869"/>
                <a:gd name="connsiteY250" fmla="*/ 234016 h 243348"/>
                <a:gd name="connsiteX251" fmla="*/ 58943 w 169869"/>
                <a:gd name="connsiteY251" fmla="*/ 231039 h 243348"/>
                <a:gd name="connsiteX252" fmla="*/ 57176 w 169869"/>
                <a:gd name="connsiteY252" fmla="*/ 231225 h 243348"/>
                <a:gd name="connsiteX253" fmla="*/ 55223 w 169869"/>
                <a:gd name="connsiteY253" fmla="*/ 231039 h 243348"/>
                <a:gd name="connsiteX254" fmla="*/ 53734 w 169869"/>
                <a:gd name="connsiteY254" fmla="*/ 228063 h 243348"/>
                <a:gd name="connsiteX255" fmla="*/ 52153 w 169869"/>
                <a:gd name="connsiteY255" fmla="*/ 227690 h 243348"/>
                <a:gd name="connsiteX256" fmla="*/ 50758 w 169869"/>
                <a:gd name="connsiteY256" fmla="*/ 227318 h 243348"/>
                <a:gd name="connsiteX257" fmla="*/ 50758 w 169869"/>
                <a:gd name="connsiteY257" fmla="*/ 224342 h 243348"/>
                <a:gd name="connsiteX258" fmla="*/ 47781 w 169869"/>
                <a:gd name="connsiteY258" fmla="*/ 224342 h 243348"/>
                <a:gd name="connsiteX259" fmla="*/ 47037 w 169869"/>
                <a:gd name="connsiteY259" fmla="*/ 221365 h 243348"/>
                <a:gd name="connsiteX260" fmla="*/ 44805 w 169869"/>
                <a:gd name="connsiteY260" fmla="*/ 220621 h 243348"/>
                <a:gd name="connsiteX261" fmla="*/ 44060 w 169869"/>
                <a:gd name="connsiteY261" fmla="*/ 217645 h 243348"/>
                <a:gd name="connsiteX262" fmla="*/ 41828 w 169869"/>
                <a:gd name="connsiteY262" fmla="*/ 216900 h 243348"/>
                <a:gd name="connsiteX263" fmla="*/ 40293 w 169869"/>
                <a:gd name="connsiteY263" fmla="*/ 214296 h 243348"/>
                <a:gd name="connsiteX264" fmla="*/ 37363 w 169869"/>
                <a:gd name="connsiteY264" fmla="*/ 210947 h 243348"/>
                <a:gd name="connsiteX265" fmla="*/ 35875 w 169869"/>
                <a:gd name="connsiteY265" fmla="*/ 206482 h 243348"/>
                <a:gd name="connsiteX266" fmla="*/ 34387 w 169869"/>
                <a:gd name="connsiteY266" fmla="*/ 205738 h 243348"/>
                <a:gd name="connsiteX267" fmla="*/ 33643 w 169869"/>
                <a:gd name="connsiteY267" fmla="*/ 201274 h 243348"/>
                <a:gd name="connsiteX268" fmla="*/ 31410 w 169869"/>
                <a:gd name="connsiteY268" fmla="*/ 201274 h 243348"/>
                <a:gd name="connsiteX269" fmla="*/ 31131 w 169869"/>
                <a:gd name="connsiteY269" fmla="*/ 198716 h 243348"/>
                <a:gd name="connsiteX270" fmla="*/ 30666 w 169869"/>
                <a:gd name="connsiteY270" fmla="*/ 196065 h 243348"/>
                <a:gd name="connsiteX271" fmla="*/ 29178 w 169869"/>
                <a:gd name="connsiteY271" fmla="*/ 195320 h 243348"/>
                <a:gd name="connsiteX272" fmla="*/ 28713 w 169869"/>
                <a:gd name="connsiteY272" fmla="*/ 191925 h 243348"/>
                <a:gd name="connsiteX273" fmla="*/ 28544 w 169869"/>
                <a:gd name="connsiteY273" fmla="*/ 190062 h 243348"/>
                <a:gd name="connsiteX274" fmla="*/ 28434 w 169869"/>
                <a:gd name="connsiteY274" fmla="*/ 188623 h 243348"/>
                <a:gd name="connsiteX275" fmla="*/ 26201 w 169869"/>
                <a:gd name="connsiteY275" fmla="*/ 188623 h 243348"/>
                <a:gd name="connsiteX276" fmla="*/ 25457 w 169869"/>
                <a:gd name="connsiteY276" fmla="*/ 181182 h 243348"/>
                <a:gd name="connsiteX277" fmla="*/ 23225 w 169869"/>
                <a:gd name="connsiteY277" fmla="*/ 181926 h 243348"/>
                <a:gd name="connsiteX278" fmla="*/ 23114 w 169869"/>
                <a:gd name="connsiteY278" fmla="*/ 179836 h 243348"/>
                <a:gd name="connsiteX279" fmla="*/ 22945 w 169869"/>
                <a:gd name="connsiteY279" fmla="*/ 177135 h 243348"/>
                <a:gd name="connsiteX280" fmla="*/ 22789 w 169869"/>
                <a:gd name="connsiteY280" fmla="*/ 174441 h 243348"/>
                <a:gd name="connsiteX281" fmla="*/ 22480 w 169869"/>
                <a:gd name="connsiteY281" fmla="*/ 172252 h 243348"/>
                <a:gd name="connsiteX282" fmla="*/ 20992 w 169869"/>
                <a:gd name="connsiteY282" fmla="*/ 171508 h 243348"/>
                <a:gd name="connsiteX283" fmla="*/ 20091 w 169869"/>
                <a:gd name="connsiteY283" fmla="*/ 163383 h 243348"/>
                <a:gd name="connsiteX284" fmla="*/ 19504 w 169869"/>
                <a:gd name="connsiteY284" fmla="*/ 158857 h 243348"/>
                <a:gd name="connsiteX285" fmla="*/ 18016 w 169869"/>
                <a:gd name="connsiteY285" fmla="*/ 158113 h 243348"/>
                <a:gd name="connsiteX286" fmla="*/ 17760 w 169869"/>
                <a:gd name="connsiteY286" fmla="*/ 154349 h 243348"/>
                <a:gd name="connsiteX287" fmla="*/ 17693 w 169869"/>
                <a:gd name="connsiteY287" fmla="*/ 152037 h 243348"/>
                <a:gd name="connsiteX288" fmla="*/ 17643 w 169869"/>
                <a:gd name="connsiteY288" fmla="*/ 149602 h 243348"/>
                <a:gd name="connsiteX289" fmla="*/ 17527 w 169869"/>
                <a:gd name="connsiteY289" fmla="*/ 144861 h 243348"/>
                <a:gd name="connsiteX290" fmla="*/ 17485 w 169869"/>
                <a:gd name="connsiteY290" fmla="*/ 142726 h 243348"/>
                <a:gd name="connsiteX291" fmla="*/ 15783 w 169869"/>
                <a:gd name="connsiteY291" fmla="*/ 139510 h 243348"/>
                <a:gd name="connsiteX292" fmla="*/ 15039 w 169869"/>
                <a:gd name="connsiteY292" fmla="*/ 139510 h 243348"/>
                <a:gd name="connsiteX293" fmla="*/ 15039 w 169869"/>
                <a:gd name="connsiteY293" fmla="*/ 103791 h 243348"/>
                <a:gd name="connsiteX294" fmla="*/ 17271 w 169869"/>
                <a:gd name="connsiteY294" fmla="*/ 103791 h 243348"/>
                <a:gd name="connsiteX295" fmla="*/ 18016 w 169869"/>
                <a:gd name="connsiteY295" fmla="*/ 84443 h 243348"/>
                <a:gd name="connsiteX296" fmla="*/ 20248 w 169869"/>
                <a:gd name="connsiteY296" fmla="*/ 84443 h 243348"/>
                <a:gd name="connsiteX297" fmla="*/ 20358 w 169869"/>
                <a:gd name="connsiteY297" fmla="*/ 81865 h 243348"/>
                <a:gd name="connsiteX298" fmla="*/ 20527 w 169869"/>
                <a:gd name="connsiteY298" fmla="*/ 78537 h 243348"/>
                <a:gd name="connsiteX299" fmla="*/ 20597 w 169869"/>
                <a:gd name="connsiteY299" fmla="*/ 76835 h 243348"/>
                <a:gd name="connsiteX300" fmla="*/ 20992 w 169869"/>
                <a:gd name="connsiteY300" fmla="*/ 72537 h 243348"/>
                <a:gd name="connsiteX301" fmla="*/ 22480 w 169869"/>
                <a:gd name="connsiteY301" fmla="*/ 71793 h 243348"/>
                <a:gd name="connsiteX302" fmla="*/ 22896 w 169869"/>
                <a:gd name="connsiteY302" fmla="*/ 65445 h 243348"/>
                <a:gd name="connsiteX303" fmla="*/ 23225 w 169869"/>
                <a:gd name="connsiteY303" fmla="*/ 63608 h 243348"/>
                <a:gd name="connsiteX304" fmla="*/ 25457 w 169869"/>
                <a:gd name="connsiteY304" fmla="*/ 62863 h 243348"/>
                <a:gd name="connsiteX305" fmla="*/ 25969 w 169869"/>
                <a:gd name="connsiteY305" fmla="*/ 59840 h 243348"/>
                <a:gd name="connsiteX306" fmla="*/ 26201 w 169869"/>
                <a:gd name="connsiteY306" fmla="*/ 56910 h 243348"/>
                <a:gd name="connsiteX307" fmla="*/ 28434 w 169869"/>
                <a:gd name="connsiteY307" fmla="*/ 56910 h 243348"/>
                <a:gd name="connsiteX308" fmla="*/ 28666 w 169869"/>
                <a:gd name="connsiteY308" fmla="*/ 54073 h 243348"/>
                <a:gd name="connsiteX309" fmla="*/ 31410 w 169869"/>
                <a:gd name="connsiteY309" fmla="*/ 48725 h 243348"/>
                <a:gd name="connsiteX310" fmla="*/ 31410 w 169869"/>
                <a:gd name="connsiteY310" fmla="*/ 45004 h 243348"/>
                <a:gd name="connsiteX311" fmla="*/ 33643 w 169869"/>
                <a:gd name="connsiteY311" fmla="*/ 45004 h 243348"/>
                <a:gd name="connsiteX312" fmla="*/ 33875 w 169869"/>
                <a:gd name="connsiteY312" fmla="*/ 42818 h 243348"/>
                <a:gd name="connsiteX313" fmla="*/ 34387 w 169869"/>
                <a:gd name="connsiteY313" fmla="*/ 40539 h 243348"/>
                <a:gd name="connsiteX314" fmla="*/ 36619 w 169869"/>
                <a:gd name="connsiteY314" fmla="*/ 39795 h 243348"/>
                <a:gd name="connsiteX315" fmla="*/ 38107 w 169869"/>
                <a:gd name="connsiteY315" fmla="*/ 36818 h 243348"/>
                <a:gd name="connsiteX316" fmla="*/ 39596 w 169869"/>
                <a:gd name="connsiteY316" fmla="*/ 36818 h 243348"/>
                <a:gd name="connsiteX317" fmla="*/ 39921 w 169869"/>
                <a:gd name="connsiteY317" fmla="*/ 34958 h 243348"/>
                <a:gd name="connsiteX318" fmla="*/ 40340 w 169869"/>
                <a:gd name="connsiteY318" fmla="*/ 33098 h 243348"/>
                <a:gd name="connsiteX319" fmla="*/ 42572 w 169869"/>
                <a:gd name="connsiteY319" fmla="*/ 33098 h 243348"/>
                <a:gd name="connsiteX320" fmla="*/ 43316 w 169869"/>
                <a:gd name="connsiteY320" fmla="*/ 30121 h 243348"/>
                <a:gd name="connsiteX321" fmla="*/ 44805 w 169869"/>
                <a:gd name="connsiteY321" fmla="*/ 29377 h 243348"/>
                <a:gd name="connsiteX322" fmla="*/ 45549 w 169869"/>
                <a:gd name="connsiteY322" fmla="*/ 27889 h 243348"/>
                <a:gd name="connsiteX323" fmla="*/ 47781 w 169869"/>
                <a:gd name="connsiteY323" fmla="*/ 25656 h 243348"/>
                <a:gd name="connsiteX324" fmla="*/ 48432 w 169869"/>
                <a:gd name="connsiteY324" fmla="*/ 24168 h 243348"/>
                <a:gd name="connsiteX325" fmla="*/ 49269 w 169869"/>
                <a:gd name="connsiteY325" fmla="*/ 22680 h 243348"/>
                <a:gd name="connsiteX326" fmla="*/ 50851 w 169869"/>
                <a:gd name="connsiteY326" fmla="*/ 22308 h 243348"/>
                <a:gd name="connsiteX327" fmla="*/ 52246 w 169869"/>
                <a:gd name="connsiteY327" fmla="*/ 21936 h 243348"/>
                <a:gd name="connsiteX328" fmla="*/ 52246 w 169869"/>
                <a:gd name="connsiteY328" fmla="*/ 18959 h 243348"/>
                <a:gd name="connsiteX329" fmla="*/ 56711 w 169869"/>
                <a:gd name="connsiteY329" fmla="*/ 18959 h 243348"/>
                <a:gd name="connsiteX330" fmla="*/ 56711 w 169869"/>
                <a:gd name="connsiteY330" fmla="*/ 15983 h 243348"/>
                <a:gd name="connsiteX331" fmla="*/ 61920 w 169869"/>
                <a:gd name="connsiteY331" fmla="*/ 15238 h 243348"/>
                <a:gd name="connsiteX332" fmla="*/ 61920 w 169869"/>
                <a:gd name="connsiteY332" fmla="*/ 12262 h 243348"/>
                <a:gd name="connsiteX333" fmla="*/ 64478 w 169869"/>
                <a:gd name="connsiteY333" fmla="*/ 12076 h 243348"/>
                <a:gd name="connsiteX334" fmla="*/ 67129 w 169869"/>
                <a:gd name="connsiteY334" fmla="*/ 11518 h 243348"/>
                <a:gd name="connsiteX335" fmla="*/ 67454 w 169869"/>
                <a:gd name="connsiteY335" fmla="*/ 9983 h 243348"/>
                <a:gd name="connsiteX336" fmla="*/ 67873 w 169869"/>
                <a:gd name="connsiteY336" fmla="*/ 8541 h 243348"/>
                <a:gd name="connsiteX337" fmla="*/ 73826 w 169869"/>
                <a:gd name="connsiteY337" fmla="*/ 8541 h 243348"/>
                <a:gd name="connsiteX338" fmla="*/ 73826 w 169869"/>
                <a:gd name="connsiteY338" fmla="*/ 5565 h 243348"/>
                <a:gd name="connsiteX339" fmla="*/ 75916 w 169869"/>
                <a:gd name="connsiteY339" fmla="*/ 5506 h 243348"/>
                <a:gd name="connsiteX340" fmla="*/ 78617 w 169869"/>
                <a:gd name="connsiteY340" fmla="*/ 5379 h 243348"/>
                <a:gd name="connsiteX341" fmla="*/ 81311 w 169869"/>
                <a:gd name="connsiteY341" fmla="*/ 5274 h 243348"/>
                <a:gd name="connsiteX342" fmla="*/ 83500 w 169869"/>
                <a:gd name="connsiteY342" fmla="*/ 4820 h 243348"/>
                <a:gd name="connsiteX343" fmla="*/ 83760 w 169869"/>
                <a:gd name="connsiteY343" fmla="*/ 3325 h 243348"/>
                <a:gd name="connsiteX344" fmla="*/ 84244 w 169869"/>
                <a:gd name="connsiteY344" fmla="*/ 1844 h 24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69869" h="243348">
                  <a:moveTo>
                    <a:pt x="84244" y="1844"/>
                  </a:moveTo>
                  <a:cubicBezTo>
                    <a:pt x="85944" y="1486"/>
                    <a:pt x="85944" y="1486"/>
                    <a:pt x="88222" y="1506"/>
                  </a:cubicBezTo>
                  <a:cubicBezTo>
                    <a:pt x="89071" y="1506"/>
                    <a:pt x="89921" y="1506"/>
                    <a:pt x="90795" y="1507"/>
                  </a:cubicBezTo>
                  <a:cubicBezTo>
                    <a:pt x="92181" y="1530"/>
                    <a:pt x="92181" y="1530"/>
                    <a:pt x="93595" y="1553"/>
                  </a:cubicBezTo>
                  <a:cubicBezTo>
                    <a:pt x="95006" y="1559"/>
                    <a:pt x="95006" y="1559"/>
                    <a:pt x="96445" y="1566"/>
                  </a:cubicBezTo>
                  <a:cubicBezTo>
                    <a:pt x="98950" y="1580"/>
                    <a:pt x="101453" y="1607"/>
                    <a:pt x="103958" y="1639"/>
                  </a:cubicBezTo>
                  <a:cubicBezTo>
                    <a:pt x="106511" y="1670"/>
                    <a:pt x="109065" y="1683"/>
                    <a:pt x="111619" y="1699"/>
                  </a:cubicBezTo>
                  <a:cubicBezTo>
                    <a:pt x="116633" y="1731"/>
                    <a:pt x="121646" y="1781"/>
                    <a:pt x="126660" y="1844"/>
                  </a:cubicBezTo>
                  <a:cubicBezTo>
                    <a:pt x="126660" y="3072"/>
                    <a:pt x="126660" y="4300"/>
                    <a:pt x="126660" y="5565"/>
                  </a:cubicBezTo>
                  <a:cubicBezTo>
                    <a:pt x="130098" y="5565"/>
                    <a:pt x="133536" y="5565"/>
                    <a:pt x="137078" y="5565"/>
                  </a:cubicBezTo>
                  <a:cubicBezTo>
                    <a:pt x="137078" y="6547"/>
                    <a:pt x="137078" y="7529"/>
                    <a:pt x="137078" y="8541"/>
                  </a:cubicBezTo>
                  <a:cubicBezTo>
                    <a:pt x="139043" y="8541"/>
                    <a:pt x="141007" y="8541"/>
                    <a:pt x="143031" y="8541"/>
                  </a:cubicBezTo>
                  <a:cubicBezTo>
                    <a:pt x="143031" y="9769"/>
                    <a:pt x="143031" y="10997"/>
                    <a:pt x="143031" y="12262"/>
                  </a:cubicBezTo>
                  <a:cubicBezTo>
                    <a:pt x="144297" y="12170"/>
                    <a:pt x="144297" y="12170"/>
                    <a:pt x="145589" y="12076"/>
                  </a:cubicBezTo>
                  <a:cubicBezTo>
                    <a:pt x="146464" y="12137"/>
                    <a:pt x="147339" y="12199"/>
                    <a:pt x="148240" y="12262"/>
                  </a:cubicBezTo>
                  <a:cubicBezTo>
                    <a:pt x="148705" y="13704"/>
                    <a:pt x="148705" y="13704"/>
                    <a:pt x="148984" y="15238"/>
                  </a:cubicBezTo>
                  <a:cubicBezTo>
                    <a:pt x="150220" y="15510"/>
                    <a:pt x="151460" y="15759"/>
                    <a:pt x="152705" y="15983"/>
                  </a:cubicBezTo>
                  <a:cubicBezTo>
                    <a:pt x="152705" y="16719"/>
                    <a:pt x="152705" y="17456"/>
                    <a:pt x="152705" y="18215"/>
                  </a:cubicBezTo>
                  <a:cubicBezTo>
                    <a:pt x="153690" y="18726"/>
                    <a:pt x="154684" y="19218"/>
                    <a:pt x="155682" y="19703"/>
                  </a:cubicBezTo>
                  <a:cubicBezTo>
                    <a:pt x="159237" y="22928"/>
                    <a:pt x="159237" y="22928"/>
                    <a:pt x="160146" y="25656"/>
                  </a:cubicBezTo>
                  <a:cubicBezTo>
                    <a:pt x="160883" y="26147"/>
                    <a:pt x="161620" y="26639"/>
                    <a:pt x="162379" y="27145"/>
                  </a:cubicBezTo>
                  <a:cubicBezTo>
                    <a:pt x="162624" y="27881"/>
                    <a:pt x="162870" y="28618"/>
                    <a:pt x="163123" y="29377"/>
                  </a:cubicBezTo>
                  <a:cubicBezTo>
                    <a:pt x="163507" y="29761"/>
                    <a:pt x="163890" y="30144"/>
                    <a:pt x="164286" y="30540"/>
                  </a:cubicBezTo>
                  <a:cubicBezTo>
                    <a:pt x="165355" y="31609"/>
                    <a:pt x="165355" y="31609"/>
                    <a:pt x="165355" y="33098"/>
                  </a:cubicBezTo>
                  <a:cubicBezTo>
                    <a:pt x="166092" y="33343"/>
                    <a:pt x="166829" y="33589"/>
                    <a:pt x="167588" y="33842"/>
                  </a:cubicBezTo>
                  <a:cubicBezTo>
                    <a:pt x="168110" y="35071"/>
                    <a:pt x="168607" y="36312"/>
                    <a:pt x="169076" y="37563"/>
                  </a:cubicBezTo>
                  <a:cubicBezTo>
                    <a:pt x="169567" y="37808"/>
                    <a:pt x="170058" y="38054"/>
                    <a:pt x="170564" y="38307"/>
                  </a:cubicBezTo>
                  <a:cubicBezTo>
                    <a:pt x="171060" y="40043"/>
                    <a:pt x="171557" y="41779"/>
                    <a:pt x="172053" y="43516"/>
                  </a:cubicBezTo>
                  <a:cubicBezTo>
                    <a:pt x="172544" y="43761"/>
                    <a:pt x="173035" y="44007"/>
                    <a:pt x="173541" y="44260"/>
                  </a:cubicBezTo>
                  <a:cubicBezTo>
                    <a:pt x="173844" y="45987"/>
                    <a:pt x="174095" y="47725"/>
                    <a:pt x="174285" y="49469"/>
                  </a:cubicBezTo>
                  <a:cubicBezTo>
                    <a:pt x="175022" y="49469"/>
                    <a:pt x="175759" y="49469"/>
                    <a:pt x="176518" y="49469"/>
                  </a:cubicBezTo>
                  <a:cubicBezTo>
                    <a:pt x="176518" y="51925"/>
                    <a:pt x="176518" y="54380"/>
                    <a:pt x="176518" y="56910"/>
                  </a:cubicBezTo>
                  <a:cubicBezTo>
                    <a:pt x="177254" y="56910"/>
                    <a:pt x="177991" y="56910"/>
                    <a:pt x="178750" y="56910"/>
                  </a:cubicBezTo>
                  <a:cubicBezTo>
                    <a:pt x="178996" y="59611"/>
                    <a:pt x="179241" y="62313"/>
                    <a:pt x="179494" y="65096"/>
                  </a:cubicBezTo>
                  <a:cubicBezTo>
                    <a:pt x="180231" y="65096"/>
                    <a:pt x="180967" y="65096"/>
                    <a:pt x="181727" y="65096"/>
                  </a:cubicBezTo>
                  <a:cubicBezTo>
                    <a:pt x="182020" y="67878"/>
                    <a:pt x="182222" y="70517"/>
                    <a:pt x="181727" y="73281"/>
                  </a:cubicBezTo>
                  <a:cubicBezTo>
                    <a:pt x="179169" y="74398"/>
                    <a:pt x="179169" y="74398"/>
                    <a:pt x="176518" y="74770"/>
                  </a:cubicBezTo>
                  <a:cubicBezTo>
                    <a:pt x="176272" y="75506"/>
                    <a:pt x="176026" y="76243"/>
                    <a:pt x="175773" y="77002"/>
                  </a:cubicBezTo>
                  <a:cubicBezTo>
                    <a:pt x="173068" y="77323"/>
                    <a:pt x="170404" y="77330"/>
                    <a:pt x="167681" y="77371"/>
                  </a:cubicBezTo>
                  <a:cubicBezTo>
                    <a:pt x="166530" y="77557"/>
                    <a:pt x="166530" y="77557"/>
                    <a:pt x="165355" y="77746"/>
                  </a:cubicBezTo>
                  <a:cubicBezTo>
                    <a:pt x="165194" y="78489"/>
                    <a:pt x="165194" y="78489"/>
                    <a:pt x="165030" y="79246"/>
                  </a:cubicBezTo>
                  <a:cubicBezTo>
                    <a:pt x="164892" y="79733"/>
                    <a:pt x="164754" y="80221"/>
                    <a:pt x="164611" y="80723"/>
                  </a:cubicBezTo>
                  <a:cubicBezTo>
                    <a:pt x="162523" y="80972"/>
                    <a:pt x="160739" y="81036"/>
                    <a:pt x="158658" y="80955"/>
                  </a:cubicBezTo>
                  <a:cubicBezTo>
                    <a:pt x="158100" y="80948"/>
                    <a:pt x="157542" y="80941"/>
                    <a:pt x="156966" y="80933"/>
                  </a:cubicBezTo>
                  <a:cubicBezTo>
                    <a:pt x="152830" y="80848"/>
                    <a:pt x="152830" y="80848"/>
                    <a:pt x="151961" y="79979"/>
                  </a:cubicBezTo>
                  <a:cubicBezTo>
                    <a:pt x="151750" y="78083"/>
                    <a:pt x="151627" y="76187"/>
                    <a:pt x="151499" y="74284"/>
                  </a:cubicBezTo>
                  <a:cubicBezTo>
                    <a:pt x="151369" y="72399"/>
                    <a:pt x="151369" y="72399"/>
                    <a:pt x="149728" y="71049"/>
                  </a:cubicBezTo>
                  <a:cubicBezTo>
                    <a:pt x="149483" y="71049"/>
                    <a:pt x="149237" y="71049"/>
                    <a:pt x="148984" y="71049"/>
                  </a:cubicBezTo>
                  <a:cubicBezTo>
                    <a:pt x="148930" y="70256"/>
                    <a:pt x="148930" y="70256"/>
                    <a:pt x="148874" y="69447"/>
                  </a:cubicBezTo>
                  <a:cubicBezTo>
                    <a:pt x="148790" y="68421"/>
                    <a:pt x="148790" y="68421"/>
                    <a:pt x="148705" y="67375"/>
                  </a:cubicBezTo>
                  <a:cubicBezTo>
                    <a:pt x="148653" y="66693"/>
                    <a:pt x="148602" y="66011"/>
                    <a:pt x="148548" y="65308"/>
                  </a:cubicBezTo>
                  <a:cubicBezTo>
                    <a:pt x="148447" y="64747"/>
                    <a:pt x="148345" y="64186"/>
                    <a:pt x="148240" y="63608"/>
                  </a:cubicBezTo>
                  <a:cubicBezTo>
                    <a:pt x="147749" y="63362"/>
                    <a:pt x="147258" y="63116"/>
                    <a:pt x="146752" y="62863"/>
                  </a:cubicBezTo>
                  <a:cubicBezTo>
                    <a:pt x="146449" y="61136"/>
                    <a:pt x="146198" y="59398"/>
                    <a:pt x="146008" y="57654"/>
                  </a:cubicBezTo>
                  <a:cubicBezTo>
                    <a:pt x="145271" y="57654"/>
                    <a:pt x="144534" y="57654"/>
                    <a:pt x="143775" y="57654"/>
                  </a:cubicBezTo>
                  <a:cubicBezTo>
                    <a:pt x="143491" y="56422"/>
                    <a:pt x="143244" y="55180"/>
                    <a:pt x="143031" y="53934"/>
                  </a:cubicBezTo>
                  <a:cubicBezTo>
                    <a:pt x="142540" y="53688"/>
                    <a:pt x="142049" y="53443"/>
                    <a:pt x="141543" y="53190"/>
                  </a:cubicBezTo>
                  <a:cubicBezTo>
                    <a:pt x="141047" y="51949"/>
                    <a:pt x="140551" y="50709"/>
                    <a:pt x="140055" y="49469"/>
                  </a:cubicBezTo>
                  <a:cubicBezTo>
                    <a:pt x="139563" y="49223"/>
                    <a:pt x="139072" y="48978"/>
                    <a:pt x="138566" y="48725"/>
                  </a:cubicBezTo>
                  <a:cubicBezTo>
                    <a:pt x="138321" y="47988"/>
                    <a:pt x="138075" y="47251"/>
                    <a:pt x="137822" y="46492"/>
                  </a:cubicBezTo>
                  <a:cubicBezTo>
                    <a:pt x="137086" y="46247"/>
                    <a:pt x="136349" y="46001"/>
                    <a:pt x="135590" y="45748"/>
                  </a:cubicBezTo>
                  <a:cubicBezTo>
                    <a:pt x="135344" y="45011"/>
                    <a:pt x="135099" y="44275"/>
                    <a:pt x="134846" y="43516"/>
                  </a:cubicBezTo>
                  <a:cubicBezTo>
                    <a:pt x="134247" y="43408"/>
                    <a:pt x="133649" y="43301"/>
                    <a:pt x="133032" y="43190"/>
                  </a:cubicBezTo>
                  <a:cubicBezTo>
                    <a:pt x="132403" y="43052"/>
                    <a:pt x="131773" y="42914"/>
                    <a:pt x="131125" y="42772"/>
                  </a:cubicBezTo>
                  <a:cubicBezTo>
                    <a:pt x="130895" y="42265"/>
                    <a:pt x="130665" y="41759"/>
                    <a:pt x="130427" y="41237"/>
                  </a:cubicBezTo>
                  <a:cubicBezTo>
                    <a:pt x="130166" y="40761"/>
                    <a:pt x="129905" y="40285"/>
                    <a:pt x="129637" y="39795"/>
                  </a:cubicBezTo>
                  <a:cubicBezTo>
                    <a:pt x="127342" y="39547"/>
                    <a:pt x="127342" y="39547"/>
                    <a:pt x="125172" y="39795"/>
                  </a:cubicBezTo>
                  <a:cubicBezTo>
                    <a:pt x="125172" y="38567"/>
                    <a:pt x="125172" y="37339"/>
                    <a:pt x="125172" y="36074"/>
                  </a:cubicBezTo>
                  <a:cubicBezTo>
                    <a:pt x="124375" y="36109"/>
                    <a:pt x="123578" y="36143"/>
                    <a:pt x="122756" y="36179"/>
                  </a:cubicBezTo>
                  <a:cubicBezTo>
                    <a:pt x="121717" y="36207"/>
                    <a:pt x="120677" y="36234"/>
                    <a:pt x="119637" y="36260"/>
                  </a:cubicBezTo>
                  <a:cubicBezTo>
                    <a:pt x="119111" y="36285"/>
                    <a:pt x="118585" y="36310"/>
                    <a:pt x="118043" y="36336"/>
                  </a:cubicBezTo>
                  <a:cubicBezTo>
                    <a:pt x="116524" y="36365"/>
                    <a:pt x="116524" y="36365"/>
                    <a:pt x="114010" y="36074"/>
                  </a:cubicBezTo>
                  <a:cubicBezTo>
                    <a:pt x="113910" y="35585"/>
                    <a:pt x="113810" y="35096"/>
                    <a:pt x="113707" y="34593"/>
                  </a:cubicBezTo>
                  <a:cubicBezTo>
                    <a:pt x="113489" y="33853"/>
                    <a:pt x="113489" y="33853"/>
                    <a:pt x="113266" y="33098"/>
                  </a:cubicBezTo>
                  <a:cubicBezTo>
                    <a:pt x="111628" y="32633"/>
                    <a:pt x="111628" y="32633"/>
                    <a:pt x="109638" y="32702"/>
                  </a:cubicBezTo>
                  <a:cubicBezTo>
                    <a:pt x="108905" y="32699"/>
                    <a:pt x="108172" y="32695"/>
                    <a:pt x="107417" y="32691"/>
                  </a:cubicBezTo>
                  <a:cubicBezTo>
                    <a:pt x="106646" y="32702"/>
                    <a:pt x="105875" y="32714"/>
                    <a:pt x="105080" y="32726"/>
                  </a:cubicBezTo>
                  <a:cubicBezTo>
                    <a:pt x="104309" y="32714"/>
                    <a:pt x="103538" y="32703"/>
                    <a:pt x="102743" y="32691"/>
                  </a:cubicBezTo>
                  <a:cubicBezTo>
                    <a:pt x="102010" y="32695"/>
                    <a:pt x="101277" y="32698"/>
                    <a:pt x="100522" y="32702"/>
                  </a:cubicBezTo>
                  <a:cubicBezTo>
                    <a:pt x="99845" y="32706"/>
                    <a:pt x="99168" y="32709"/>
                    <a:pt x="98470" y="32713"/>
                  </a:cubicBezTo>
                  <a:cubicBezTo>
                    <a:pt x="97950" y="32840"/>
                    <a:pt x="97430" y="32967"/>
                    <a:pt x="96894" y="33098"/>
                  </a:cubicBezTo>
                  <a:cubicBezTo>
                    <a:pt x="96415" y="34575"/>
                    <a:pt x="96415" y="34575"/>
                    <a:pt x="96150" y="36074"/>
                  </a:cubicBezTo>
                  <a:cubicBezTo>
                    <a:pt x="93851" y="36423"/>
                    <a:pt x="93851" y="36423"/>
                    <a:pt x="90988" y="36446"/>
                  </a:cubicBezTo>
                  <a:cubicBezTo>
                    <a:pt x="88198" y="36404"/>
                    <a:pt x="88198" y="36404"/>
                    <a:pt x="85732" y="36818"/>
                  </a:cubicBezTo>
                  <a:cubicBezTo>
                    <a:pt x="84823" y="38288"/>
                    <a:pt x="84823" y="38288"/>
                    <a:pt x="84244" y="39795"/>
                  </a:cubicBezTo>
                  <a:cubicBezTo>
                    <a:pt x="82260" y="39795"/>
                    <a:pt x="80275" y="39795"/>
                    <a:pt x="78291" y="39795"/>
                  </a:cubicBezTo>
                  <a:cubicBezTo>
                    <a:pt x="77355" y="41172"/>
                    <a:pt x="77355" y="41172"/>
                    <a:pt x="76803" y="42772"/>
                  </a:cubicBezTo>
                  <a:cubicBezTo>
                    <a:pt x="75580" y="43309"/>
                    <a:pt x="74339" y="43809"/>
                    <a:pt x="73082" y="44260"/>
                  </a:cubicBezTo>
                  <a:cubicBezTo>
                    <a:pt x="72714" y="44997"/>
                    <a:pt x="72714" y="44997"/>
                    <a:pt x="72338" y="45748"/>
                  </a:cubicBezTo>
                  <a:cubicBezTo>
                    <a:pt x="71233" y="46116"/>
                    <a:pt x="71233" y="46116"/>
                    <a:pt x="70105" y="46492"/>
                  </a:cubicBezTo>
                  <a:cubicBezTo>
                    <a:pt x="69891" y="46922"/>
                    <a:pt x="69676" y="47352"/>
                    <a:pt x="69454" y="47795"/>
                  </a:cubicBezTo>
                  <a:cubicBezTo>
                    <a:pt x="68331" y="50041"/>
                    <a:pt x="66688" y="51440"/>
                    <a:pt x="64896" y="53190"/>
                  </a:cubicBezTo>
                  <a:cubicBezTo>
                    <a:pt x="63145" y="55233"/>
                    <a:pt x="62028" y="56585"/>
                    <a:pt x="61176" y="59143"/>
                  </a:cubicBezTo>
                  <a:cubicBezTo>
                    <a:pt x="60439" y="59143"/>
                    <a:pt x="59702" y="59143"/>
                    <a:pt x="58943" y="59143"/>
                  </a:cubicBezTo>
                  <a:cubicBezTo>
                    <a:pt x="58943" y="60616"/>
                    <a:pt x="58943" y="62089"/>
                    <a:pt x="58943" y="63608"/>
                  </a:cubicBezTo>
                  <a:cubicBezTo>
                    <a:pt x="58207" y="63608"/>
                    <a:pt x="57470" y="63608"/>
                    <a:pt x="56711" y="63608"/>
                  </a:cubicBezTo>
                  <a:cubicBezTo>
                    <a:pt x="56674" y="64082"/>
                    <a:pt x="56638" y="64557"/>
                    <a:pt x="56600" y="65046"/>
                  </a:cubicBezTo>
                  <a:cubicBezTo>
                    <a:pt x="56545" y="65661"/>
                    <a:pt x="56489" y="66276"/>
                    <a:pt x="56432" y="66910"/>
                  </a:cubicBezTo>
                  <a:cubicBezTo>
                    <a:pt x="56354" y="67829"/>
                    <a:pt x="56354" y="67829"/>
                    <a:pt x="56275" y="68767"/>
                  </a:cubicBezTo>
                  <a:cubicBezTo>
                    <a:pt x="56173" y="69275"/>
                    <a:pt x="56071" y="69782"/>
                    <a:pt x="55967" y="70305"/>
                  </a:cubicBezTo>
                  <a:cubicBezTo>
                    <a:pt x="55230" y="70673"/>
                    <a:pt x="55230" y="70673"/>
                    <a:pt x="54478" y="71049"/>
                  </a:cubicBezTo>
                  <a:cubicBezTo>
                    <a:pt x="54021" y="72774"/>
                    <a:pt x="54021" y="72774"/>
                    <a:pt x="53734" y="74770"/>
                  </a:cubicBezTo>
                  <a:cubicBezTo>
                    <a:pt x="53409" y="76816"/>
                    <a:pt x="53409" y="76816"/>
                    <a:pt x="52990" y="78490"/>
                  </a:cubicBezTo>
                  <a:cubicBezTo>
                    <a:pt x="52253" y="78859"/>
                    <a:pt x="52253" y="78859"/>
                    <a:pt x="51502" y="79234"/>
                  </a:cubicBezTo>
                  <a:cubicBezTo>
                    <a:pt x="51269" y="81132"/>
                    <a:pt x="51120" y="82958"/>
                    <a:pt x="51037" y="84862"/>
                  </a:cubicBezTo>
                  <a:cubicBezTo>
                    <a:pt x="50994" y="85656"/>
                    <a:pt x="50994" y="85656"/>
                    <a:pt x="50950" y="86465"/>
                  </a:cubicBezTo>
                  <a:cubicBezTo>
                    <a:pt x="50879" y="87775"/>
                    <a:pt x="50818" y="89086"/>
                    <a:pt x="50758" y="90397"/>
                  </a:cubicBezTo>
                  <a:cubicBezTo>
                    <a:pt x="50267" y="90397"/>
                    <a:pt x="49775" y="90397"/>
                    <a:pt x="49269" y="90397"/>
                  </a:cubicBezTo>
                  <a:cubicBezTo>
                    <a:pt x="48101" y="92733"/>
                    <a:pt x="48429" y="95227"/>
                    <a:pt x="48441" y="97792"/>
                  </a:cubicBezTo>
                  <a:cubicBezTo>
                    <a:pt x="48441" y="98402"/>
                    <a:pt x="48441" y="99012"/>
                    <a:pt x="48441" y="99640"/>
                  </a:cubicBezTo>
                  <a:cubicBezTo>
                    <a:pt x="48441" y="101661"/>
                    <a:pt x="48447" y="103683"/>
                    <a:pt x="48453" y="105704"/>
                  </a:cubicBezTo>
                  <a:cubicBezTo>
                    <a:pt x="48454" y="107103"/>
                    <a:pt x="48455" y="108502"/>
                    <a:pt x="48456" y="109902"/>
                  </a:cubicBezTo>
                  <a:cubicBezTo>
                    <a:pt x="48459" y="113589"/>
                    <a:pt x="48466" y="117276"/>
                    <a:pt x="48474" y="120963"/>
                  </a:cubicBezTo>
                  <a:cubicBezTo>
                    <a:pt x="48482" y="124724"/>
                    <a:pt x="48485" y="128485"/>
                    <a:pt x="48489" y="132246"/>
                  </a:cubicBezTo>
                  <a:cubicBezTo>
                    <a:pt x="48497" y="139628"/>
                    <a:pt x="48510" y="147010"/>
                    <a:pt x="48525" y="154393"/>
                  </a:cubicBezTo>
                  <a:cubicBezTo>
                    <a:pt x="49262" y="154393"/>
                    <a:pt x="49999" y="154393"/>
                    <a:pt x="50758" y="154393"/>
                  </a:cubicBezTo>
                  <a:cubicBezTo>
                    <a:pt x="50758" y="158567"/>
                    <a:pt x="50758" y="162742"/>
                    <a:pt x="50758" y="167043"/>
                  </a:cubicBezTo>
                  <a:cubicBezTo>
                    <a:pt x="51494" y="167043"/>
                    <a:pt x="52231" y="167043"/>
                    <a:pt x="52990" y="167043"/>
                  </a:cubicBezTo>
                  <a:cubicBezTo>
                    <a:pt x="53098" y="167841"/>
                    <a:pt x="53205" y="168639"/>
                    <a:pt x="53316" y="169462"/>
                  </a:cubicBezTo>
                  <a:cubicBezTo>
                    <a:pt x="53719" y="172391"/>
                    <a:pt x="53719" y="172391"/>
                    <a:pt x="54478" y="175229"/>
                  </a:cubicBezTo>
                  <a:cubicBezTo>
                    <a:pt x="54970" y="175474"/>
                    <a:pt x="55461" y="175720"/>
                    <a:pt x="55967" y="175973"/>
                  </a:cubicBezTo>
                  <a:cubicBezTo>
                    <a:pt x="56275" y="177510"/>
                    <a:pt x="56275" y="177510"/>
                    <a:pt x="56432" y="179368"/>
                  </a:cubicBezTo>
                  <a:cubicBezTo>
                    <a:pt x="56487" y="179983"/>
                    <a:pt x="56543" y="180598"/>
                    <a:pt x="56600" y="181231"/>
                  </a:cubicBezTo>
                  <a:cubicBezTo>
                    <a:pt x="56637" y="181706"/>
                    <a:pt x="56673" y="182181"/>
                    <a:pt x="56711" y="182670"/>
                  </a:cubicBezTo>
                  <a:cubicBezTo>
                    <a:pt x="57448" y="182670"/>
                    <a:pt x="58184" y="182670"/>
                    <a:pt x="58943" y="182670"/>
                  </a:cubicBezTo>
                  <a:cubicBezTo>
                    <a:pt x="58897" y="183391"/>
                    <a:pt x="58851" y="184113"/>
                    <a:pt x="58804" y="184856"/>
                  </a:cubicBezTo>
                  <a:cubicBezTo>
                    <a:pt x="58850" y="185608"/>
                    <a:pt x="58896" y="186360"/>
                    <a:pt x="58943" y="187135"/>
                  </a:cubicBezTo>
                  <a:cubicBezTo>
                    <a:pt x="59680" y="187380"/>
                    <a:pt x="60417" y="187626"/>
                    <a:pt x="61176" y="187879"/>
                  </a:cubicBezTo>
                  <a:cubicBezTo>
                    <a:pt x="61421" y="188616"/>
                    <a:pt x="61667" y="189352"/>
                    <a:pt x="61920" y="190111"/>
                  </a:cubicBezTo>
                  <a:cubicBezTo>
                    <a:pt x="62304" y="190495"/>
                    <a:pt x="62687" y="190879"/>
                    <a:pt x="63083" y="191274"/>
                  </a:cubicBezTo>
                  <a:cubicBezTo>
                    <a:pt x="64152" y="192344"/>
                    <a:pt x="64152" y="192344"/>
                    <a:pt x="64152" y="193832"/>
                  </a:cubicBezTo>
                  <a:cubicBezTo>
                    <a:pt x="64889" y="194078"/>
                    <a:pt x="65626" y="194323"/>
                    <a:pt x="66385" y="194576"/>
                  </a:cubicBezTo>
                  <a:cubicBezTo>
                    <a:pt x="67312" y="195736"/>
                    <a:pt x="67312" y="195736"/>
                    <a:pt x="68199" y="197134"/>
                  </a:cubicBezTo>
                  <a:cubicBezTo>
                    <a:pt x="69630" y="199253"/>
                    <a:pt x="70657" y="200321"/>
                    <a:pt x="73082" y="201274"/>
                  </a:cubicBezTo>
                  <a:cubicBezTo>
                    <a:pt x="73328" y="201765"/>
                    <a:pt x="73573" y="202256"/>
                    <a:pt x="73826" y="202762"/>
                  </a:cubicBezTo>
                  <a:cubicBezTo>
                    <a:pt x="74455" y="202854"/>
                    <a:pt x="75085" y="202946"/>
                    <a:pt x="75733" y="203041"/>
                  </a:cubicBezTo>
                  <a:cubicBezTo>
                    <a:pt x="76332" y="203194"/>
                    <a:pt x="76930" y="203348"/>
                    <a:pt x="77547" y="203506"/>
                  </a:cubicBezTo>
                  <a:cubicBezTo>
                    <a:pt x="77547" y="204488"/>
                    <a:pt x="77547" y="205470"/>
                    <a:pt x="77547" y="206482"/>
                  </a:cubicBezTo>
                  <a:cubicBezTo>
                    <a:pt x="80002" y="206728"/>
                    <a:pt x="82458" y="206974"/>
                    <a:pt x="84988" y="207227"/>
                  </a:cubicBezTo>
                  <a:cubicBezTo>
                    <a:pt x="84988" y="208209"/>
                    <a:pt x="84988" y="209191"/>
                    <a:pt x="84988" y="210203"/>
                  </a:cubicBezTo>
                  <a:cubicBezTo>
                    <a:pt x="85785" y="210169"/>
                    <a:pt x="86582" y="210134"/>
                    <a:pt x="87404" y="210099"/>
                  </a:cubicBezTo>
                  <a:cubicBezTo>
                    <a:pt x="88443" y="210071"/>
                    <a:pt x="89483" y="210044"/>
                    <a:pt x="90523" y="210017"/>
                  </a:cubicBezTo>
                  <a:cubicBezTo>
                    <a:pt x="91049" y="209992"/>
                    <a:pt x="91575" y="209967"/>
                    <a:pt x="92117" y="209942"/>
                  </a:cubicBezTo>
                  <a:cubicBezTo>
                    <a:pt x="93636" y="209913"/>
                    <a:pt x="93636" y="209913"/>
                    <a:pt x="96150" y="210203"/>
                  </a:cubicBezTo>
                  <a:cubicBezTo>
                    <a:pt x="96260" y="210692"/>
                    <a:pt x="96370" y="211181"/>
                    <a:pt x="96483" y="211685"/>
                  </a:cubicBezTo>
                  <a:cubicBezTo>
                    <a:pt x="96619" y="212178"/>
                    <a:pt x="96755" y="212672"/>
                    <a:pt x="96894" y="213180"/>
                  </a:cubicBezTo>
                  <a:cubicBezTo>
                    <a:pt x="98312" y="213643"/>
                    <a:pt x="98312" y="213643"/>
                    <a:pt x="100034" y="213575"/>
                  </a:cubicBezTo>
                  <a:cubicBezTo>
                    <a:pt x="100666" y="213579"/>
                    <a:pt x="101298" y="213583"/>
                    <a:pt x="101949" y="213587"/>
                  </a:cubicBezTo>
                  <a:cubicBezTo>
                    <a:pt x="102614" y="213575"/>
                    <a:pt x="103279" y="213564"/>
                    <a:pt x="103964" y="213552"/>
                  </a:cubicBezTo>
                  <a:cubicBezTo>
                    <a:pt x="104629" y="213563"/>
                    <a:pt x="105293" y="213575"/>
                    <a:pt x="105978" y="213587"/>
                  </a:cubicBezTo>
                  <a:cubicBezTo>
                    <a:pt x="106610" y="213583"/>
                    <a:pt x="107243" y="213579"/>
                    <a:pt x="107894" y="213575"/>
                  </a:cubicBezTo>
                  <a:cubicBezTo>
                    <a:pt x="108478" y="213572"/>
                    <a:pt x="109061" y="213568"/>
                    <a:pt x="109663" y="213565"/>
                  </a:cubicBezTo>
                  <a:cubicBezTo>
                    <a:pt x="110115" y="213438"/>
                    <a:pt x="110567" y="213311"/>
                    <a:pt x="111033" y="213180"/>
                  </a:cubicBezTo>
                  <a:cubicBezTo>
                    <a:pt x="111304" y="212194"/>
                    <a:pt x="111553" y="211201"/>
                    <a:pt x="111777" y="210203"/>
                  </a:cubicBezTo>
                  <a:cubicBezTo>
                    <a:pt x="113759" y="209974"/>
                    <a:pt x="115434" y="209924"/>
                    <a:pt x="117405" y="210017"/>
                  </a:cubicBezTo>
                  <a:cubicBezTo>
                    <a:pt x="117934" y="210031"/>
                    <a:pt x="118463" y="210044"/>
                    <a:pt x="119008" y="210058"/>
                  </a:cubicBezTo>
                  <a:cubicBezTo>
                    <a:pt x="120319" y="210093"/>
                    <a:pt x="121629" y="210146"/>
                    <a:pt x="122939" y="210203"/>
                  </a:cubicBezTo>
                  <a:cubicBezTo>
                    <a:pt x="122939" y="209221"/>
                    <a:pt x="122939" y="208239"/>
                    <a:pt x="122939" y="207227"/>
                  </a:cubicBezTo>
                  <a:cubicBezTo>
                    <a:pt x="125149" y="206981"/>
                    <a:pt x="127360" y="206735"/>
                    <a:pt x="129637" y="206482"/>
                  </a:cubicBezTo>
                  <a:cubicBezTo>
                    <a:pt x="129637" y="205500"/>
                    <a:pt x="129637" y="204518"/>
                    <a:pt x="129637" y="203506"/>
                  </a:cubicBezTo>
                  <a:cubicBezTo>
                    <a:pt x="130235" y="203567"/>
                    <a:pt x="130834" y="203629"/>
                    <a:pt x="131451" y="203692"/>
                  </a:cubicBezTo>
                  <a:cubicBezTo>
                    <a:pt x="132080" y="203631"/>
                    <a:pt x="132709" y="203569"/>
                    <a:pt x="133357" y="203506"/>
                  </a:cubicBezTo>
                  <a:cubicBezTo>
                    <a:pt x="133613" y="202516"/>
                    <a:pt x="133861" y="201523"/>
                    <a:pt x="134102" y="200529"/>
                  </a:cubicBezTo>
                  <a:cubicBezTo>
                    <a:pt x="134731" y="200407"/>
                    <a:pt x="135360" y="200284"/>
                    <a:pt x="136008" y="200157"/>
                  </a:cubicBezTo>
                  <a:cubicBezTo>
                    <a:pt x="136607" y="200035"/>
                    <a:pt x="137206" y="199912"/>
                    <a:pt x="137822" y="199785"/>
                  </a:cubicBezTo>
                  <a:cubicBezTo>
                    <a:pt x="137822" y="198803"/>
                    <a:pt x="137822" y="197821"/>
                    <a:pt x="137822" y="196809"/>
                  </a:cubicBezTo>
                  <a:cubicBezTo>
                    <a:pt x="138804" y="196809"/>
                    <a:pt x="139787" y="196809"/>
                    <a:pt x="140799" y="196809"/>
                  </a:cubicBezTo>
                  <a:cubicBezTo>
                    <a:pt x="140799" y="195581"/>
                    <a:pt x="140799" y="194353"/>
                    <a:pt x="140799" y="193088"/>
                  </a:cubicBezTo>
                  <a:cubicBezTo>
                    <a:pt x="141535" y="193088"/>
                    <a:pt x="142272" y="193088"/>
                    <a:pt x="143031" y="193088"/>
                  </a:cubicBezTo>
                  <a:cubicBezTo>
                    <a:pt x="143316" y="191856"/>
                    <a:pt x="143562" y="190614"/>
                    <a:pt x="143775" y="189367"/>
                  </a:cubicBezTo>
                  <a:cubicBezTo>
                    <a:pt x="144266" y="189122"/>
                    <a:pt x="144758" y="188876"/>
                    <a:pt x="145264" y="188623"/>
                  </a:cubicBezTo>
                  <a:cubicBezTo>
                    <a:pt x="145509" y="187886"/>
                    <a:pt x="145755" y="187150"/>
                    <a:pt x="146008" y="186391"/>
                  </a:cubicBezTo>
                  <a:cubicBezTo>
                    <a:pt x="146752" y="184158"/>
                    <a:pt x="146752" y="184158"/>
                    <a:pt x="148240" y="183414"/>
                  </a:cubicBezTo>
                  <a:cubicBezTo>
                    <a:pt x="148502" y="181878"/>
                    <a:pt x="148570" y="180365"/>
                    <a:pt x="148656" y="178810"/>
                  </a:cubicBezTo>
                  <a:cubicBezTo>
                    <a:pt x="148818" y="178142"/>
                    <a:pt x="148818" y="178142"/>
                    <a:pt x="148984" y="177461"/>
                  </a:cubicBezTo>
                  <a:cubicBezTo>
                    <a:pt x="149721" y="177215"/>
                    <a:pt x="150458" y="176970"/>
                    <a:pt x="151217" y="176717"/>
                  </a:cubicBezTo>
                  <a:cubicBezTo>
                    <a:pt x="151598" y="174992"/>
                    <a:pt x="151598" y="174992"/>
                    <a:pt x="151635" y="172996"/>
                  </a:cubicBezTo>
                  <a:cubicBezTo>
                    <a:pt x="151731" y="170950"/>
                    <a:pt x="151731" y="170950"/>
                    <a:pt x="151961" y="169275"/>
                  </a:cubicBezTo>
                  <a:cubicBezTo>
                    <a:pt x="152452" y="169030"/>
                    <a:pt x="152943" y="168784"/>
                    <a:pt x="153449" y="168531"/>
                  </a:cubicBezTo>
                  <a:cubicBezTo>
                    <a:pt x="153991" y="165824"/>
                    <a:pt x="154193" y="163294"/>
                    <a:pt x="154193" y="160532"/>
                  </a:cubicBezTo>
                  <a:cubicBezTo>
                    <a:pt x="154193" y="158113"/>
                    <a:pt x="154193" y="158113"/>
                    <a:pt x="154937" y="155881"/>
                  </a:cubicBezTo>
                  <a:cubicBezTo>
                    <a:pt x="157113" y="155631"/>
                    <a:pt x="159087" y="155536"/>
                    <a:pt x="161263" y="155555"/>
                  </a:cubicBezTo>
                  <a:cubicBezTo>
                    <a:pt x="161856" y="155541"/>
                    <a:pt x="162450" y="155526"/>
                    <a:pt x="163062" y="155510"/>
                  </a:cubicBezTo>
                  <a:cubicBezTo>
                    <a:pt x="164774" y="155512"/>
                    <a:pt x="164774" y="155512"/>
                    <a:pt x="167588" y="155881"/>
                  </a:cubicBezTo>
                  <a:cubicBezTo>
                    <a:pt x="167859" y="156867"/>
                    <a:pt x="168108" y="157860"/>
                    <a:pt x="168332" y="158857"/>
                  </a:cubicBezTo>
                  <a:cubicBezTo>
                    <a:pt x="170879" y="159046"/>
                    <a:pt x="173300" y="158801"/>
                    <a:pt x="175843" y="158599"/>
                  </a:cubicBezTo>
                  <a:cubicBezTo>
                    <a:pt x="176557" y="158684"/>
                    <a:pt x="177270" y="158770"/>
                    <a:pt x="178006" y="158857"/>
                  </a:cubicBezTo>
                  <a:cubicBezTo>
                    <a:pt x="178155" y="159780"/>
                    <a:pt x="178155" y="159780"/>
                    <a:pt x="178308" y="160721"/>
                  </a:cubicBezTo>
                  <a:cubicBezTo>
                    <a:pt x="178454" y="161334"/>
                    <a:pt x="178600" y="161947"/>
                    <a:pt x="178750" y="162578"/>
                  </a:cubicBezTo>
                  <a:cubicBezTo>
                    <a:pt x="180812" y="162954"/>
                    <a:pt x="182590" y="162746"/>
                    <a:pt x="184703" y="162578"/>
                  </a:cubicBezTo>
                  <a:cubicBezTo>
                    <a:pt x="184763" y="164548"/>
                    <a:pt x="184807" y="166515"/>
                    <a:pt x="184843" y="168485"/>
                  </a:cubicBezTo>
                  <a:cubicBezTo>
                    <a:pt x="184861" y="169046"/>
                    <a:pt x="184880" y="169608"/>
                    <a:pt x="184899" y="170187"/>
                  </a:cubicBezTo>
                  <a:cubicBezTo>
                    <a:pt x="184921" y="171807"/>
                    <a:pt x="184921" y="171807"/>
                    <a:pt x="184703" y="174484"/>
                  </a:cubicBezTo>
                  <a:cubicBezTo>
                    <a:pt x="183966" y="174730"/>
                    <a:pt x="183230" y="174976"/>
                    <a:pt x="182471" y="175229"/>
                  </a:cubicBezTo>
                  <a:cubicBezTo>
                    <a:pt x="182088" y="177125"/>
                    <a:pt x="182088" y="177125"/>
                    <a:pt x="182052" y="179321"/>
                  </a:cubicBezTo>
                  <a:cubicBezTo>
                    <a:pt x="181956" y="181577"/>
                    <a:pt x="181956" y="181577"/>
                    <a:pt x="181727" y="183414"/>
                  </a:cubicBezTo>
                  <a:cubicBezTo>
                    <a:pt x="181235" y="183660"/>
                    <a:pt x="180744" y="183905"/>
                    <a:pt x="180238" y="184158"/>
                  </a:cubicBezTo>
                  <a:cubicBezTo>
                    <a:pt x="179781" y="185884"/>
                    <a:pt x="179781" y="185884"/>
                    <a:pt x="179494" y="187879"/>
                  </a:cubicBezTo>
                  <a:cubicBezTo>
                    <a:pt x="179169" y="189925"/>
                    <a:pt x="179169" y="189925"/>
                    <a:pt x="178750" y="191600"/>
                  </a:cubicBezTo>
                  <a:cubicBezTo>
                    <a:pt x="178259" y="191845"/>
                    <a:pt x="177768" y="192091"/>
                    <a:pt x="177262" y="192344"/>
                  </a:cubicBezTo>
                  <a:cubicBezTo>
                    <a:pt x="177000" y="193880"/>
                    <a:pt x="176932" y="195393"/>
                    <a:pt x="176846" y="196948"/>
                  </a:cubicBezTo>
                  <a:cubicBezTo>
                    <a:pt x="176738" y="197393"/>
                    <a:pt x="176629" y="197838"/>
                    <a:pt x="176518" y="198297"/>
                  </a:cubicBezTo>
                  <a:cubicBezTo>
                    <a:pt x="175781" y="198543"/>
                    <a:pt x="175044" y="198788"/>
                    <a:pt x="174285" y="199041"/>
                  </a:cubicBezTo>
                  <a:cubicBezTo>
                    <a:pt x="174025" y="200279"/>
                    <a:pt x="173778" y="201519"/>
                    <a:pt x="173541" y="202762"/>
                  </a:cubicBezTo>
                  <a:cubicBezTo>
                    <a:pt x="172812" y="203521"/>
                    <a:pt x="172068" y="204266"/>
                    <a:pt x="171309" y="204994"/>
                  </a:cubicBezTo>
                  <a:cubicBezTo>
                    <a:pt x="171047" y="205983"/>
                    <a:pt x="170797" y="206975"/>
                    <a:pt x="170564" y="207971"/>
                  </a:cubicBezTo>
                  <a:cubicBezTo>
                    <a:pt x="170073" y="208216"/>
                    <a:pt x="169582" y="208462"/>
                    <a:pt x="169076" y="208715"/>
                  </a:cubicBezTo>
                  <a:cubicBezTo>
                    <a:pt x="168846" y="209467"/>
                    <a:pt x="168616" y="210219"/>
                    <a:pt x="168378" y="210994"/>
                  </a:cubicBezTo>
                  <a:cubicBezTo>
                    <a:pt x="168118" y="211715"/>
                    <a:pt x="167857" y="212437"/>
                    <a:pt x="167588" y="213180"/>
                  </a:cubicBezTo>
                  <a:cubicBezTo>
                    <a:pt x="166851" y="213180"/>
                    <a:pt x="166114" y="213180"/>
                    <a:pt x="165355" y="213180"/>
                  </a:cubicBezTo>
                  <a:cubicBezTo>
                    <a:pt x="164833" y="214409"/>
                    <a:pt x="164336" y="215650"/>
                    <a:pt x="163867" y="216900"/>
                  </a:cubicBezTo>
                  <a:cubicBezTo>
                    <a:pt x="163376" y="216900"/>
                    <a:pt x="162885" y="216900"/>
                    <a:pt x="162379" y="216900"/>
                  </a:cubicBezTo>
                  <a:cubicBezTo>
                    <a:pt x="162123" y="217891"/>
                    <a:pt x="161876" y="218883"/>
                    <a:pt x="161635" y="219877"/>
                  </a:cubicBezTo>
                  <a:cubicBezTo>
                    <a:pt x="161144" y="220123"/>
                    <a:pt x="160652" y="220368"/>
                    <a:pt x="160146" y="220621"/>
                  </a:cubicBezTo>
                  <a:cubicBezTo>
                    <a:pt x="160054" y="221097"/>
                    <a:pt x="159962" y="221573"/>
                    <a:pt x="159867" y="222063"/>
                  </a:cubicBezTo>
                  <a:cubicBezTo>
                    <a:pt x="159402" y="223598"/>
                    <a:pt x="159402" y="223598"/>
                    <a:pt x="158100" y="224295"/>
                  </a:cubicBezTo>
                  <a:cubicBezTo>
                    <a:pt x="157548" y="224556"/>
                    <a:pt x="156995" y="224817"/>
                    <a:pt x="156426" y="225086"/>
                  </a:cubicBezTo>
                  <a:cubicBezTo>
                    <a:pt x="154384" y="226981"/>
                    <a:pt x="152764" y="228718"/>
                    <a:pt x="151217" y="231039"/>
                  </a:cubicBezTo>
                  <a:cubicBezTo>
                    <a:pt x="150234" y="231039"/>
                    <a:pt x="149252" y="231039"/>
                    <a:pt x="148240" y="231039"/>
                  </a:cubicBezTo>
                  <a:cubicBezTo>
                    <a:pt x="148240" y="232021"/>
                    <a:pt x="148240" y="233004"/>
                    <a:pt x="148240" y="234016"/>
                  </a:cubicBezTo>
                  <a:cubicBezTo>
                    <a:pt x="147519" y="234077"/>
                    <a:pt x="146797" y="234138"/>
                    <a:pt x="146054" y="234202"/>
                  </a:cubicBezTo>
                  <a:cubicBezTo>
                    <a:pt x="145302" y="234386"/>
                    <a:pt x="144550" y="234570"/>
                    <a:pt x="143775" y="234760"/>
                  </a:cubicBezTo>
                  <a:cubicBezTo>
                    <a:pt x="143683" y="235251"/>
                    <a:pt x="143591" y="235742"/>
                    <a:pt x="143496" y="236248"/>
                  </a:cubicBezTo>
                  <a:cubicBezTo>
                    <a:pt x="143343" y="236739"/>
                    <a:pt x="143189" y="237230"/>
                    <a:pt x="143031" y="237736"/>
                  </a:cubicBezTo>
                  <a:cubicBezTo>
                    <a:pt x="141483" y="238064"/>
                    <a:pt x="140007" y="238156"/>
                    <a:pt x="138427" y="238204"/>
                  </a:cubicBezTo>
                  <a:cubicBezTo>
                    <a:pt x="137982" y="238296"/>
                    <a:pt x="137537" y="238387"/>
                    <a:pt x="137078" y="238481"/>
                  </a:cubicBezTo>
                  <a:cubicBezTo>
                    <a:pt x="136833" y="239217"/>
                    <a:pt x="136587" y="239954"/>
                    <a:pt x="136334" y="240713"/>
                  </a:cubicBezTo>
                  <a:cubicBezTo>
                    <a:pt x="134875" y="241094"/>
                    <a:pt x="134875" y="241094"/>
                    <a:pt x="133078" y="241225"/>
                  </a:cubicBezTo>
                  <a:cubicBezTo>
                    <a:pt x="132195" y="241298"/>
                    <a:pt x="132195" y="241298"/>
                    <a:pt x="131294" y="241373"/>
                  </a:cubicBezTo>
                  <a:cubicBezTo>
                    <a:pt x="129998" y="241439"/>
                    <a:pt x="128701" y="241457"/>
                    <a:pt x="127404" y="241457"/>
                  </a:cubicBezTo>
                  <a:cubicBezTo>
                    <a:pt x="127323" y="241940"/>
                    <a:pt x="127241" y="242423"/>
                    <a:pt x="127158" y="242921"/>
                  </a:cubicBezTo>
                  <a:cubicBezTo>
                    <a:pt x="126993" y="243420"/>
                    <a:pt x="126829" y="243919"/>
                    <a:pt x="126660" y="244434"/>
                  </a:cubicBezTo>
                  <a:cubicBezTo>
                    <a:pt x="124852" y="244812"/>
                    <a:pt x="124852" y="244812"/>
                    <a:pt x="122421" y="244819"/>
                  </a:cubicBezTo>
                  <a:cubicBezTo>
                    <a:pt x="121514" y="244828"/>
                    <a:pt x="120608" y="244838"/>
                    <a:pt x="119674" y="244847"/>
                  </a:cubicBezTo>
                  <a:cubicBezTo>
                    <a:pt x="118677" y="244842"/>
                    <a:pt x="117681" y="244836"/>
                    <a:pt x="116684" y="244829"/>
                  </a:cubicBezTo>
                  <a:cubicBezTo>
                    <a:pt x="115669" y="244831"/>
                    <a:pt x="114654" y="244834"/>
                    <a:pt x="113639" y="244838"/>
                  </a:cubicBezTo>
                  <a:cubicBezTo>
                    <a:pt x="111510" y="244842"/>
                    <a:pt x="109381" y="244836"/>
                    <a:pt x="107251" y="244822"/>
                  </a:cubicBezTo>
                  <a:cubicBezTo>
                    <a:pt x="104516" y="244805"/>
                    <a:pt x="101781" y="244815"/>
                    <a:pt x="99045" y="244832"/>
                  </a:cubicBezTo>
                  <a:cubicBezTo>
                    <a:pt x="96949" y="244843"/>
                    <a:pt x="94853" y="244840"/>
                    <a:pt x="92756" y="244832"/>
                  </a:cubicBezTo>
                  <a:cubicBezTo>
                    <a:pt x="91748" y="244830"/>
                    <a:pt x="90739" y="244832"/>
                    <a:pt x="89730" y="244839"/>
                  </a:cubicBezTo>
                  <a:cubicBezTo>
                    <a:pt x="88322" y="244847"/>
                    <a:pt x="86915" y="244833"/>
                    <a:pt x="85507" y="244819"/>
                  </a:cubicBezTo>
                  <a:cubicBezTo>
                    <a:pt x="84705" y="244816"/>
                    <a:pt x="83902" y="244814"/>
                    <a:pt x="83075" y="244812"/>
                  </a:cubicBezTo>
                  <a:cubicBezTo>
                    <a:pt x="82180" y="244625"/>
                    <a:pt x="82180" y="244625"/>
                    <a:pt x="81268" y="244434"/>
                  </a:cubicBezTo>
                  <a:cubicBezTo>
                    <a:pt x="80767" y="242950"/>
                    <a:pt x="80767" y="242950"/>
                    <a:pt x="80523" y="241457"/>
                  </a:cubicBezTo>
                  <a:cubicBezTo>
                    <a:pt x="78267" y="240927"/>
                    <a:pt x="78267" y="240927"/>
                    <a:pt x="75640" y="240899"/>
                  </a:cubicBezTo>
                  <a:cubicBezTo>
                    <a:pt x="74749" y="240857"/>
                    <a:pt x="73858" y="240815"/>
                    <a:pt x="72940" y="240771"/>
                  </a:cubicBezTo>
                  <a:cubicBezTo>
                    <a:pt x="72250" y="240752"/>
                    <a:pt x="71560" y="240733"/>
                    <a:pt x="70850" y="240713"/>
                  </a:cubicBezTo>
                  <a:cubicBezTo>
                    <a:pt x="70850" y="239731"/>
                    <a:pt x="70850" y="238748"/>
                    <a:pt x="70850" y="237736"/>
                  </a:cubicBezTo>
                  <a:cubicBezTo>
                    <a:pt x="68885" y="237736"/>
                    <a:pt x="66920" y="237736"/>
                    <a:pt x="64896" y="237736"/>
                  </a:cubicBezTo>
                  <a:cubicBezTo>
                    <a:pt x="64896" y="236754"/>
                    <a:pt x="64896" y="235772"/>
                    <a:pt x="64896" y="234760"/>
                  </a:cubicBezTo>
                  <a:cubicBezTo>
                    <a:pt x="62932" y="234514"/>
                    <a:pt x="60967" y="234269"/>
                    <a:pt x="58943" y="234016"/>
                  </a:cubicBezTo>
                  <a:cubicBezTo>
                    <a:pt x="58943" y="233033"/>
                    <a:pt x="58943" y="232051"/>
                    <a:pt x="58943" y="231039"/>
                  </a:cubicBezTo>
                  <a:cubicBezTo>
                    <a:pt x="58360" y="231101"/>
                    <a:pt x="57777" y="231162"/>
                    <a:pt x="57176" y="231225"/>
                  </a:cubicBezTo>
                  <a:cubicBezTo>
                    <a:pt x="56531" y="231164"/>
                    <a:pt x="55887" y="231102"/>
                    <a:pt x="55223" y="231039"/>
                  </a:cubicBezTo>
                  <a:cubicBezTo>
                    <a:pt x="54432" y="229597"/>
                    <a:pt x="54432" y="229597"/>
                    <a:pt x="53734" y="228063"/>
                  </a:cubicBezTo>
                  <a:cubicBezTo>
                    <a:pt x="53212" y="227940"/>
                    <a:pt x="52691" y="227817"/>
                    <a:pt x="52153" y="227690"/>
                  </a:cubicBezTo>
                  <a:cubicBezTo>
                    <a:pt x="51693" y="227568"/>
                    <a:pt x="51232" y="227445"/>
                    <a:pt x="50758" y="227318"/>
                  </a:cubicBezTo>
                  <a:cubicBezTo>
                    <a:pt x="50758" y="226336"/>
                    <a:pt x="50758" y="225354"/>
                    <a:pt x="50758" y="224342"/>
                  </a:cubicBezTo>
                  <a:cubicBezTo>
                    <a:pt x="49775" y="224342"/>
                    <a:pt x="48793" y="224342"/>
                    <a:pt x="47781" y="224342"/>
                  </a:cubicBezTo>
                  <a:cubicBezTo>
                    <a:pt x="47363" y="222900"/>
                    <a:pt x="47363" y="222900"/>
                    <a:pt x="47037" y="221365"/>
                  </a:cubicBezTo>
                  <a:cubicBezTo>
                    <a:pt x="46300" y="221120"/>
                    <a:pt x="45564" y="220874"/>
                    <a:pt x="44805" y="220621"/>
                  </a:cubicBezTo>
                  <a:cubicBezTo>
                    <a:pt x="44557" y="219629"/>
                    <a:pt x="44309" y="218637"/>
                    <a:pt x="44060" y="217645"/>
                  </a:cubicBezTo>
                  <a:cubicBezTo>
                    <a:pt x="43324" y="217399"/>
                    <a:pt x="42587" y="217153"/>
                    <a:pt x="41828" y="216900"/>
                  </a:cubicBezTo>
                  <a:cubicBezTo>
                    <a:pt x="41011" y="215714"/>
                    <a:pt x="41011" y="215714"/>
                    <a:pt x="40293" y="214296"/>
                  </a:cubicBezTo>
                  <a:cubicBezTo>
                    <a:pt x="39280" y="212190"/>
                    <a:pt x="39280" y="212190"/>
                    <a:pt x="37363" y="210947"/>
                  </a:cubicBezTo>
                  <a:cubicBezTo>
                    <a:pt x="36867" y="209459"/>
                    <a:pt x="36371" y="207971"/>
                    <a:pt x="35875" y="206482"/>
                  </a:cubicBezTo>
                  <a:cubicBezTo>
                    <a:pt x="35384" y="206237"/>
                    <a:pt x="34893" y="205991"/>
                    <a:pt x="34387" y="205738"/>
                  </a:cubicBezTo>
                  <a:cubicBezTo>
                    <a:pt x="33922" y="203459"/>
                    <a:pt x="33922" y="203459"/>
                    <a:pt x="33643" y="201274"/>
                  </a:cubicBezTo>
                  <a:cubicBezTo>
                    <a:pt x="32906" y="201274"/>
                    <a:pt x="32169" y="201274"/>
                    <a:pt x="31410" y="201274"/>
                  </a:cubicBezTo>
                  <a:cubicBezTo>
                    <a:pt x="31318" y="200429"/>
                    <a:pt x="31226" y="199585"/>
                    <a:pt x="31131" y="198716"/>
                  </a:cubicBezTo>
                  <a:cubicBezTo>
                    <a:pt x="30978" y="197841"/>
                    <a:pt x="30824" y="196966"/>
                    <a:pt x="30666" y="196065"/>
                  </a:cubicBezTo>
                  <a:cubicBezTo>
                    <a:pt x="30175" y="195819"/>
                    <a:pt x="29684" y="195573"/>
                    <a:pt x="29178" y="195320"/>
                  </a:cubicBezTo>
                  <a:cubicBezTo>
                    <a:pt x="28870" y="193783"/>
                    <a:pt x="28870" y="193783"/>
                    <a:pt x="28713" y="191925"/>
                  </a:cubicBezTo>
                  <a:cubicBezTo>
                    <a:pt x="28657" y="191310"/>
                    <a:pt x="28601" y="190695"/>
                    <a:pt x="28544" y="190062"/>
                  </a:cubicBezTo>
                  <a:cubicBezTo>
                    <a:pt x="28508" y="189587"/>
                    <a:pt x="28471" y="189112"/>
                    <a:pt x="28434" y="188623"/>
                  </a:cubicBezTo>
                  <a:cubicBezTo>
                    <a:pt x="27697" y="188623"/>
                    <a:pt x="26960" y="188623"/>
                    <a:pt x="26201" y="188623"/>
                  </a:cubicBezTo>
                  <a:cubicBezTo>
                    <a:pt x="25833" y="184940"/>
                    <a:pt x="25833" y="184940"/>
                    <a:pt x="25457" y="181182"/>
                  </a:cubicBezTo>
                  <a:cubicBezTo>
                    <a:pt x="24720" y="181427"/>
                    <a:pt x="23984" y="181673"/>
                    <a:pt x="23225" y="181926"/>
                  </a:cubicBezTo>
                  <a:cubicBezTo>
                    <a:pt x="23188" y="181236"/>
                    <a:pt x="23152" y="180546"/>
                    <a:pt x="23114" y="179836"/>
                  </a:cubicBezTo>
                  <a:cubicBezTo>
                    <a:pt x="23031" y="178499"/>
                    <a:pt x="23031" y="178499"/>
                    <a:pt x="22945" y="177135"/>
                  </a:cubicBezTo>
                  <a:cubicBezTo>
                    <a:pt x="22894" y="176246"/>
                    <a:pt x="22842" y="175357"/>
                    <a:pt x="22789" y="174441"/>
                  </a:cubicBezTo>
                  <a:cubicBezTo>
                    <a:pt x="22687" y="173719"/>
                    <a:pt x="22585" y="172996"/>
                    <a:pt x="22480" y="172252"/>
                  </a:cubicBezTo>
                  <a:cubicBezTo>
                    <a:pt x="21989" y="172006"/>
                    <a:pt x="21498" y="171761"/>
                    <a:pt x="20992" y="171508"/>
                  </a:cubicBezTo>
                  <a:cubicBezTo>
                    <a:pt x="20589" y="168799"/>
                    <a:pt x="20329" y="166110"/>
                    <a:pt x="20091" y="163383"/>
                  </a:cubicBezTo>
                  <a:cubicBezTo>
                    <a:pt x="19942" y="161869"/>
                    <a:pt x="19728" y="160362"/>
                    <a:pt x="19504" y="158857"/>
                  </a:cubicBezTo>
                  <a:cubicBezTo>
                    <a:pt x="19013" y="158612"/>
                    <a:pt x="18522" y="158366"/>
                    <a:pt x="18016" y="158113"/>
                  </a:cubicBezTo>
                  <a:cubicBezTo>
                    <a:pt x="17802" y="156481"/>
                    <a:pt x="17802" y="156481"/>
                    <a:pt x="17760" y="154349"/>
                  </a:cubicBezTo>
                  <a:cubicBezTo>
                    <a:pt x="17738" y="153586"/>
                    <a:pt x="17716" y="152823"/>
                    <a:pt x="17693" y="152037"/>
                  </a:cubicBezTo>
                  <a:cubicBezTo>
                    <a:pt x="17677" y="151233"/>
                    <a:pt x="17660" y="150430"/>
                    <a:pt x="17643" y="149602"/>
                  </a:cubicBezTo>
                  <a:cubicBezTo>
                    <a:pt x="17611" y="148022"/>
                    <a:pt x="17573" y="146441"/>
                    <a:pt x="17527" y="144861"/>
                  </a:cubicBezTo>
                  <a:cubicBezTo>
                    <a:pt x="17513" y="144157"/>
                    <a:pt x="17499" y="143452"/>
                    <a:pt x="17485" y="142726"/>
                  </a:cubicBezTo>
                  <a:cubicBezTo>
                    <a:pt x="17434" y="140855"/>
                    <a:pt x="17434" y="140855"/>
                    <a:pt x="15783" y="139510"/>
                  </a:cubicBezTo>
                  <a:cubicBezTo>
                    <a:pt x="15538" y="139510"/>
                    <a:pt x="15292" y="139510"/>
                    <a:pt x="15039" y="139510"/>
                  </a:cubicBezTo>
                  <a:cubicBezTo>
                    <a:pt x="15039" y="127723"/>
                    <a:pt x="15039" y="115935"/>
                    <a:pt x="15039" y="103791"/>
                  </a:cubicBezTo>
                  <a:cubicBezTo>
                    <a:pt x="15776" y="103791"/>
                    <a:pt x="16512" y="103791"/>
                    <a:pt x="17271" y="103791"/>
                  </a:cubicBezTo>
                  <a:cubicBezTo>
                    <a:pt x="17517" y="97406"/>
                    <a:pt x="17763" y="91022"/>
                    <a:pt x="18016" y="84443"/>
                  </a:cubicBezTo>
                  <a:cubicBezTo>
                    <a:pt x="18752" y="84443"/>
                    <a:pt x="19489" y="84443"/>
                    <a:pt x="20248" y="84443"/>
                  </a:cubicBezTo>
                  <a:cubicBezTo>
                    <a:pt x="20284" y="83593"/>
                    <a:pt x="20321" y="82742"/>
                    <a:pt x="20358" y="81865"/>
                  </a:cubicBezTo>
                  <a:cubicBezTo>
                    <a:pt x="20414" y="80756"/>
                    <a:pt x="20470" y="79646"/>
                    <a:pt x="20527" y="78537"/>
                  </a:cubicBezTo>
                  <a:cubicBezTo>
                    <a:pt x="20562" y="77694"/>
                    <a:pt x="20562" y="77694"/>
                    <a:pt x="20597" y="76835"/>
                  </a:cubicBezTo>
                  <a:cubicBezTo>
                    <a:pt x="20674" y="75398"/>
                    <a:pt x="20828" y="73966"/>
                    <a:pt x="20992" y="72537"/>
                  </a:cubicBezTo>
                  <a:cubicBezTo>
                    <a:pt x="21729" y="72169"/>
                    <a:pt x="21729" y="72169"/>
                    <a:pt x="22480" y="71793"/>
                  </a:cubicBezTo>
                  <a:cubicBezTo>
                    <a:pt x="22745" y="69676"/>
                    <a:pt x="22811" y="67576"/>
                    <a:pt x="22896" y="65445"/>
                  </a:cubicBezTo>
                  <a:cubicBezTo>
                    <a:pt x="23004" y="64838"/>
                    <a:pt x="23113" y="64232"/>
                    <a:pt x="23225" y="63608"/>
                  </a:cubicBezTo>
                  <a:cubicBezTo>
                    <a:pt x="24330" y="63239"/>
                    <a:pt x="24330" y="63239"/>
                    <a:pt x="25457" y="62863"/>
                  </a:cubicBezTo>
                  <a:cubicBezTo>
                    <a:pt x="25892" y="61460"/>
                    <a:pt x="25892" y="61460"/>
                    <a:pt x="25969" y="59840"/>
                  </a:cubicBezTo>
                  <a:cubicBezTo>
                    <a:pt x="26045" y="58873"/>
                    <a:pt x="26122" y="57906"/>
                    <a:pt x="26201" y="56910"/>
                  </a:cubicBezTo>
                  <a:cubicBezTo>
                    <a:pt x="26938" y="56910"/>
                    <a:pt x="27675" y="56910"/>
                    <a:pt x="28434" y="56910"/>
                  </a:cubicBezTo>
                  <a:cubicBezTo>
                    <a:pt x="28510" y="55974"/>
                    <a:pt x="28587" y="55038"/>
                    <a:pt x="28666" y="54073"/>
                  </a:cubicBezTo>
                  <a:cubicBezTo>
                    <a:pt x="28980" y="51443"/>
                    <a:pt x="29447" y="50517"/>
                    <a:pt x="31410" y="48725"/>
                  </a:cubicBezTo>
                  <a:cubicBezTo>
                    <a:pt x="31597" y="46771"/>
                    <a:pt x="31597" y="46771"/>
                    <a:pt x="31410" y="45004"/>
                  </a:cubicBezTo>
                  <a:cubicBezTo>
                    <a:pt x="32147" y="45004"/>
                    <a:pt x="32883" y="45004"/>
                    <a:pt x="33643" y="45004"/>
                  </a:cubicBezTo>
                  <a:cubicBezTo>
                    <a:pt x="33719" y="44283"/>
                    <a:pt x="33796" y="43561"/>
                    <a:pt x="33875" y="42818"/>
                  </a:cubicBezTo>
                  <a:cubicBezTo>
                    <a:pt x="34044" y="42066"/>
                    <a:pt x="34213" y="41314"/>
                    <a:pt x="34387" y="40539"/>
                  </a:cubicBezTo>
                  <a:cubicBezTo>
                    <a:pt x="35492" y="40171"/>
                    <a:pt x="35492" y="40171"/>
                    <a:pt x="36619" y="39795"/>
                  </a:cubicBezTo>
                  <a:cubicBezTo>
                    <a:pt x="37127" y="38809"/>
                    <a:pt x="37624" y="37817"/>
                    <a:pt x="38107" y="36818"/>
                  </a:cubicBezTo>
                  <a:cubicBezTo>
                    <a:pt x="38598" y="36818"/>
                    <a:pt x="39090" y="36818"/>
                    <a:pt x="39596" y="36818"/>
                  </a:cubicBezTo>
                  <a:cubicBezTo>
                    <a:pt x="39703" y="36205"/>
                    <a:pt x="39811" y="35591"/>
                    <a:pt x="39921" y="34958"/>
                  </a:cubicBezTo>
                  <a:cubicBezTo>
                    <a:pt x="40128" y="34037"/>
                    <a:pt x="40128" y="34037"/>
                    <a:pt x="40340" y="33098"/>
                  </a:cubicBezTo>
                  <a:cubicBezTo>
                    <a:pt x="41076" y="33098"/>
                    <a:pt x="41813" y="33098"/>
                    <a:pt x="42572" y="33098"/>
                  </a:cubicBezTo>
                  <a:cubicBezTo>
                    <a:pt x="43012" y="31650"/>
                    <a:pt x="43012" y="31650"/>
                    <a:pt x="43316" y="30121"/>
                  </a:cubicBezTo>
                  <a:cubicBezTo>
                    <a:pt x="43807" y="29876"/>
                    <a:pt x="44299" y="29630"/>
                    <a:pt x="44805" y="29377"/>
                  </a:cubicBezTo>
                  <a:cubicBezTo>
                    <a:pt x="45173" y="28640"/>
                    <a:pt x="45173" y="28640"/>
                    <a:pt x="45549" y="27889"/>
                  </a:cubicBezTo>
                  <a:cubicBezTo>
                    <a:pt x="46293" y="26400"/>
                    <a:pt x="46293" y="26400"/>
                    <a:pt x="47781" y="25656"/>
                  </a:cubicBezTo>
                  <a:cubicBezTo>
                    <a:pt x="47996" y="25165"/>
                    <a:pt x="48211" y="24674"/>
                    <a:pt x="48432" y="24168"/>
                  </a:cubicBezTo>
                  <a:cubicBezTo>
                    <a:pt x="48709" y="23677"/>
                    <a:pt x="48985" y="23186"/>
                    <a:pt x="49269" y="22680"/>
                  </a:cubicBezTo>
                  <a:cubicBezTo>
                    <a:pt x="50052" y="22496"/>
                    <a:pt x="50052" y="22496"/>
                    <a:pt x="50851" y="22308"/>
                  </a:cubicBezTo>
                  <a:cubicBezTo>
                    <a:pt x="51311" y="22185"/>
                    <a:pt x="51772" y="22062"/>
                    <a:pt x="52246" y="21936"/>
                  </a:cubicBezTo>
                  <a:cubicBezTo>
                    <a:pt x="52246" y="20953"/>
                    <a:pt x="52246" y="19971"/>
                    <a:pt x="52246" y="18959"/>
                  </a:cubicBezTo>
                  <a:cubicBezTo>
                    <a:pt x="53719" y="18959"/>
                    <a:pt x="55193" y="18959"/>
                    <a:pt x="56711" y="18959"/>
                  </a:cubicBezTo>
                  <a:cubicBezTo>
                    <a:pt x="56711" y="17977"/>
                    <a:pt x="56711" y="16995"/>
                    <a:pt x="56711" y="15983"/>
                  </a:cubicBezTo>
                  <a:cubicBezTo>
                    <a:pt x="58430" y="15737"/>
                    <a:pt x="60149" y="15491"/>
                    <a:pt x="61920" y="15238"/>
                  </a:cubicBezTo>
                  <a:cubicBezTo>
                    <a:pt x="61920" y="14256"/>
                    <a:pt x="61920" y="13274"/>
                    <a:pt x="61920" y="12262"/>
                  </a:cubicBezTo>
                  <a:cubicBezTo>
                    <a:pt x="62764" y="12200"/>
                    <a:pt x="63608" y="12139"/>
                    <a:pt x="64478" y="12076"/>
                  </a:cubicBezTo>
                  <a:cubicBezTo>
                    <a:pt x="65353" y="11892"/>
                    <a:pt x="66228" y="11707"/>
                    <a:pt x="67129" y="11518"/>
                  </a:cubicBezTo>
                  <a:cubicBezTo>
                    <a:pt x="67236" y="11011"/>
                    <a:pt x="67344" y="10505"/>
                    <a:pt x="67454" y="9983"/>
                  </a:cubicBezTo>
                  <a:cubicBezTo>
                    <a:pt x="67662" y="9269"/>
                    <a:pt x="67662" y="9269"/>
                    <a:pt x="67873" y="8541"/>
                  </a:cubicBezTo>
                  <a:cubicBezTo>
                    <a:pt x="69911" y="8248"/>
                    <a:pt x="71755" y="8410"/>
                    <a:pt x="73826" y="8541"/>
                  </a:cubicBezTo>
                  <a:cubicBezTo>
                    <a:pt x="73826" y="7559"/>
                    <a:pt x="73826" y="6577"/>
                    <a:pt x="73826" y="5565"/>
                  </a:cubicBezTo>
                  <a:cubicBezTo>
                    <a:pt x="74516" y="5545"/>
                    <a:pt x="75206" y="5526"/>
                    <a:pt x="75916" y="5506"/>
                  </a:cubicBezTo>
                  <a:cubicBezTo>
                    <a:pt x="76807" y="5464"/>
                    <a:pt x="77698" y="5422"/>
                    <a:pt x="78617" y="5379"/>
                  </a:cubicBezTo>
                  <a:cubicBezTo>
                    <a:pt x="79506" y="5344"/>
                    <a:pt x="80395" y="5309"/>
                    <a:pt x="81311" y="5274"/>
                  </a:cubicBezTo>
                  <a:cubicBezTo>
                    <a:pt x="82033" y="5124"/>
                    <a:pt x="82756" y="4975"/>
                    <a:pt x="83500" y="4820"/>
                  </a:cubicBezTo>
                  <a:cubicBezTo>
                    <a:pt x="83586" y="4327"/>
                    <a:pt x="83672" y="3833"/>
                    <a:pt x="83760" y="3325"/>
                  </a:cubicBezTo>
                  <a:cubicBezTo>
                    <a:pt x="83920" y="2836"/>
                    <a:pt x="84080" y="2347"/>
                    <a:pt x="84244" y="1844"/>
                  </a:cubicBezTo>
                  <a:close/>
                </a:path>
              </a:pathLst>
            </a:custGeom>
            <a:grpFill/>
            <a:ln w="744" cap="flat">
              <a:noFill/>
              <a:prstDash val="solid"/>
              <a:miter/>
            </a:ln>
          </p:spPr>
          <p:txBody>
            <a:bodyPr rtlCol="0" anchor="ctr"/>
            <a:lstStyle/>
            <a:p>
              <a:endParaRPr lang="zh-CN" altLang="en-US"/>
            </a:p>
          </p:txBody>
        </p:sp>
        <p:sp>
          <p:nvSpPr>
            <p:cNvPr id="140" name="任意多边形: 形状 139"/>
            <p:cNvSpPr/>
            <p:nvPr/>
          </p:nvSpPr>
          <p:spPr>
            <a:xfrm>
              <a:off x="5319872" y="733463"/>
              <a:ext cx="60467" cy="211499"/>
            </a:xfrm>
            <a:custGeom>
              <a:avLst/>
              <a:gdLst>
                <a:gd name="connsiteX0" fmla="*/ 12269 w 60467"/>
                <a:gd name="connsiteY0" fmla="*/ 681 h 211499"/>
                <a:gd name="connsiteX1" fmla="*/ 13923 w 60467"/>
                <a:gd name="connsiteY1" fmla="*/ 686 h 211499"/>
                <a:gd name="connsiteX2" fmla="*/ 15658 w 60467"/>
                <a:gd name="connsiteY2" fmla="*/ 682 h 211499"/>
                <a:gd name="connsiteX3" fmla="*/ 21361 w 60467"/>
                <a:gd name="connsiteY3" fmla="*/ 683 h 211499"/>
                <a:gd name="connsiteX4" fmla="*/ 25306 w 60467"/>
                <a:gd name="connsiteY4" fmla="*/ 681 h 211499"/>
                <a:gd name="connsiteX5" fmla="*/ 33586 w 60467"/>
                <a:gd name="connsiteY5" fmla="*/ 685 h 211499"/>
                <a:gd name="connsiteX6" fmla="*/ 44224 w 60467"/>
                <a:gd name="connsiteY6" fmla="*/ 682 h 211499"/>
                <a:gd name="connsiteX7" fmla="*/ 52375 w 60467"/>
                <a:gd name="connsiteY7" fmla="*/ 682 h 211499"/>
                <a:gd name="connsiteX8" fmla="*/ 56298 w 60467"/>
                <a:gd name="connsiteY8" fmla="*/ 680 h 211499"/>
                <a:gd name="connsiteX9" fmla="*/ 61772 w 60467"/>
                <a:gd name="connsiteY9" fmla="*/ 686 h 211499"/>
                <a:gd name="connsiteX10" fmla="*/ 63426 w 60467"/>
                <a:gd name="connsiteY10" fmla="*/ 681 h 211499"/>
                <a:gd name="connsiteX11" fmla="*/ 67986 w 60467"/>
                <a:gd name="connsiteY11" fmla="*/ 1526 h 211499"/>
                <a:gd name="connsiteX12" fmla="*/ 68077 w 60467"/>
                <a:gd name="connsiteY12" fmla="*/ 4906 h 211499"/>
                <a:gd name="connsiteX13" fmla="*/ 68082 w 60467"/>
                <a:gd name="connsiteY13" fmla="*/ 7134 h 211499"/>
                <a:gd name="connsiteX14" fmla="*/ 68075 w 60467"/>
                <a:gd name="connsiteY14" fmla="*/ 9610 h 211499"/>
                <a:gd name="connsiteX15" fmla="*/ 68077 w 60467"/>
                <a:gd name="connsiteY15" fmla="*/ 12218 h 211499"/>
                <a:gd name="connsiteX16" fmla="*/ 68072 w 60467"/>
                <a:gd name="connsiteY16" fmla="*/ 19416 h 211499"/>
                <a:gd name="connsiteX17" fmla="*/ 68070 w 60467"/>
                <a:gd name="connsiteY17" fmla="*/ 27167 h 211499"/>
                <a:gd name="connsiteX18" fmla="*/ 68064 w 60467"/>
                <a:gd name="connsiteY18" fmla="*/ 40605 h 211499"/>
                <a:gd name="connsiteX19" fmla="*/ 68055 w 60467"/>
                <a:gd name="connsiteY19" fmla="*/ 60036 h 211499"/>
                <a:gd name="connsiteX20" fmla="*/ 68042 w 60467"/>
                <a:gd name="connsiteY20" fmla="*/ 91557 h 211499"/>
                <a:gd name="connsiteX21" fmla="*/ 68026 w 60467"/>
                <a:gd name="connsiteY21" fmla="*/ 122184 h 211499"/>
                <a:gd name="connsiteX22" fmla="*/ 68026 w 60467"/>
                <a:gd name="connsiteY22" fmla="*/ 124090 h 211499"/>
                <a:gd name="connsiteX23" fmla="*/ 68023 w 60467"/>
                <a:gd name="connsiteY23" fmla="*/ 133553 h 211499"/>
                <a:gd name="connsiteX24" fmla="*/ 67986 w 60467"/>
                <a:gd name="connsiteY24" fmla="*/ 212118 h 211499"/>
                <a:gd name="connsiteX25" fmla="*/ 7710 w 60467"/>
                <a:gd name="connsiteY25" fmla="*/ 212118 h 211499"/>
                <a:gd name="connsiteX26" fmla="*/ 7672 w 60467"/>
                <a:gd name="connsiteY26" fmla="*/ 131671 h 211499"/>
                <a:gd name="connsiteX27" fmla="*/ 7669 w 60467"/>
                <a:gd name="connsiteY27" fmla="*/ 122184 h 211499"/>
                <a:gd name="connsiteX28" fmla="*/ 7669 w 60467"/>
                <a:gd name="connsiteY28" fmla="*/ 120276 h 211499"/>
                <a:gd name="connsiteX29" fmla="*/ 7653 w 60467"/>
                <a:gd name="connsiteY29" fmla="*/ 89652 h 211499"/>
                <a:gd name="connsiteX30" fmla="*/ 7640 w 60467"/>
                <a:gd name="connsiteY30" fmla="*/ 58252 h 211499"/>
                <a:gd name="connsiteX31" fmla="*/ 7630 w 60467"/>
                <a:gd name="connsiteY31" fmla="*/ 38861 h 211499"/>
                <a:gd name="connsiteX32" fmla="*/ 7626 w 60467"/>
                <a:gd name="connsiteY32" fmla="*/ 25582 h 211499"/>
                <a:gd name="connsiteX33" fmla="*/ 7621 w 60467"/>
                <a:gd name="connsiteY33" fmla="*/ 17909 h 211499"/>
                <a:gd name="connsiteX34" fmla="*/ 7621 w 60467"/>
                <a:gd name="connsiteY34" fmla="*/ 9610 h 211499"/>
                <a:gd name="connsiteX35" fmla="*/ 7614 w 60467"/>
                <a:gd name="connsiteY35" fmla="*/ 7134 h 211499"/>
                <a:gd name="connsiteX36" fmla="*/ 7619 w 60467"/>
                <a:gd name="connsiteY36" fmla="*/ 4906 h 211499"/>
                <a:gd name="connsiteX37" fmla="*/ 7618 w 60467"/>
                <a:gd name="connsiteY37" fmla="*/ 2969 h 211499"/>
                <a:gd name="connsiteX38" fmla="*/ 12269 w 60467"/>
                <a:gd name="connsiteY38" fmla="*/ 681 h 211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467" h="211499">
                  <a:moveTo>
                    <a:pt x="12269" y="681"/>
                  </a:moveTo>
                  <a:cubicBezTo>
                    <a:pt x="13088" y="683"/>
                    <a:pt x="13088" y="683"/>
                    <a:pt x="13923" y="686"/>
                  </a:cubicBezTo>
                  <a:cubicBezTo>
                    <a:pt x="14496" y="684"/>
                    <a:pt x="15068" y="683"/>
                    <a:pt x="15658" y="682"/>
                  </a:cubicBezTo>
                  <a:cubicBezTo>
                    <a:pt x="17559" y="678"/>
                    <a:pt x="19460" y="681"/>
                    <a:pt x="21361" y="683"/>
                  </a:cubicBezTo>
                  <a:cubicBezTo>
                    <a:pt x="22676" y="683"/>
                    <a:pt x="23991" y="682"/>
                    <a:pt x="25306" y="681"/>
                  </a:cubicBezTo>
                  <a:cubicBezTo>
                    <a:pt x="28066" y="680"/>
                    <a:pt x="30826" y="681"/>
                    <a:pt x="33586" y="685"/>
                  </a:cubicBezTo>
                  <a:cubicBezTo>
                    <a:pt x="37132" y="689"/>
                    <a:pt x="40678" y="687"/>
                    <a:pt x="44224" y="682"/>
                  </a:cubicBezTo>
                  <a:cubicBezTo>
                    <a:pt x="46941" y="680"/>
                    <a:pt x="49658" y="680"/>
                    <a:pt x="52375" y="682"/>
                  </a:cubicBezTo>
                  <a:cubicBezTo>
                    <a:pt x="53683" y="683"/>
                    <a:pt x="54990" y="682"/>
                    <a:pt x="56298" y="680"/>
                  </a:cubicBezTo>
                  <a:cubicBezTo>
                    <a:pt x="58123" y="679"/>
                    <a:pt x="59948" y="681"/>
                    <a:pt x="61772" y="686"/>
                  </a:cubicBezTo>
                  <a:cubicBezTo>
                    <a:pt x="62318" y="684"/>
                    <a:pt x="62864" y="683"/>
                    <a:pt x="63426" y="681"/>
                  </a:cubicBezTo>
                  <a:cubicBezTo>
                    <a:pt x="67156" y="697"/>
                    <a:pt x="67156" y="697"/>
                    <a:pt x="67986" y="1526"/>
                  </a:cubicBezTo>
                  <a:cubicBezTo>
                    <a:pt x="68058" y="2651"/>
                    <a:pt x="68078" y="3779"/>
                    <a:pt x="68077" y="4906"/>
                  </a:cubicBezTo>
                  <a:cubicBezTo>
                    <a:pt x="68079" y="5642"/>
                    <a:pt x="68080" y="6377"/>
                    <a:pt x="68082" y="7134"/>
                  </a:cubicBezTo>
                  <a:cubicBezTo>
                    <a:pt x="68079" y="7951"/>
                    <a:pt x="68077" y="8768"/>
                    <a:pt x="68075" y="9610"/>
                  </a:cubicBezTo>
                  <a:cubicBezTo>
                    <a:pt x="68076" y="10471"/>
                    <a:pt x="68076" y="11332"/>
                    <a:pt x="68077" y="12218"/>
                  </a:cubicBezTo>
                  <a:cubicBezTo>
                    <a:pt x="68078" y="14618"/>
                    <a:pt x="68076" y="17017"/>
                    <a:pt x="68072" y="19416"/>
                  </a:cubicBezTo>
                  <a:cubicBezTo>
                    <a:pt x="68069" y="22000"/>
                    <a:pt x="68070" y="24583"/>
                    <a:pt x="68070" y="27167"/>
                  </a:cubicBezTo>
                  <a:cubicBezTo>
                    <a:pt x="68071" y="31646"/>
                    <a:pt x="68068" y="36126"/>
                    <a:pt x="68064" y="40605"/>
                  </a:cubicBezTo>
                  <a:cubicBezTo>
                    <a:pt x="68058" y="47082"/>
                    <a:pt x="68056" y="53559"/>
                    <a:pt x="68055" y="60036"/>
                  </a:cubicBezTo>
                  <a:cubicBezTo>
                    <a:pt x="68054" y="70543"/>
                    <a:pt x="68049" y="81050"/>
                    <a:pt x="68042" y="91557"/>
                  </a:cubicBezTo>
                  <a:cubicBezTo>
                    <a:pt x="68035" y="101766"/>
                    <a:pt x="68030" y="111975"/>
                    <a:pt x="68026" y="122184"/>
                  </a:cubicBezTo>
                  <a:cubicBezTo>
                    <a:pt x="68026" y="122813"/>
                    <a:pt x="68026" y="123442"/>
                    <a:pt x="68026" y="124090"/>
                  </a:cubicBezTo>
                  <a:cubicBezTo>
                    <a:pt x="68025" y="127244"/>
                    <a:pt x="68024" y="130399"/>
                    <a:pt x="68023" y="133553"/>
                  </a:cubicBezTo>
                  <a:cubicBezTo>
                    <a:pt x="68015" y="159742"/>
                    <a:pt x="68002" y="185930"/>
                    <a:pt x="67986" y="212118"/>
                  </a:cubicBezTo>
                  <a:cubicBezTo>
                    <a:pt x="48095" y="212118"/>
                    <a:pt x="28204" y="212118"/>
                    <a:pt x="7710" y="212118"/>
                  </a:cubicBezTo>
                  <a:cubicBezTo>
                    <a:pt x="7694" y="185302"/>
                    <a:pt x="7680" y="158487"/>
                    <a:pt x="7672" y="131671"/>
                  </a:cubicBezTo>
                  <a:cubicBezTo>
                    <a:pt x="7671" y="128509"/>
                    <a:pt x="7670" y="125347"/>
                    <a:pt x="7669" y="122184"/>
                  </a:cubicBezTo>
                  <a:cubicBezTo>
                    <a:pt x="7669" y="121555"/>
                    <a:pt x="7669" y="120925"/>
                    <a:pt x="7669" y="120276"/>
                  </a:cubicBezTo>
                  <a:cubicBezTo>
                    <a:pt x="7665" y="110068"/>
                    <a:pt x="7660" y="99860"/>
                    <a:pt x="7653" y="89652"/>
                  </a:cubicBezTo>
                  <a:cubicBezTo>
                    <a:pt x="7646" y="79185"/>
                    <a:pt x="7642" y="68719"/>
                    <a:pt x="7640" y="58252"/>
                  </a:cubicBezTo>
                  <a:cubicBezTo>
                    <a:pt x="7639" y="51788"/>
                    <a:pt x="7636" y="45325"/>
                    <a:pt x="7630" y="38861"/>
                  </a:cubicBezTo>
                  <a:cubicBezTo>
                    <a:pt x="7626" y="34435"/>
                    <a:pt x="7625" y="30008"/>
                    <a:pt x="7626" y="25582"/>
                  </a:cubicBezTo>
                  <a:cubicBezTo>
                    <a:pt x="7626" y="23025"/>
                    <a:pt x="7625" y="20467"/>
                    <a:pt x="7621" y="17909"/>
                  </a:cubicBezTo>
                  <a:cubicBezTo>
                    <a:pt x="7618" y="15143"/>
                    <a:pt x="7619" y="12377"/>
                    <a:pt x="7621" y="9610"/>
                  </a:cubicBezTo>
                  <a:cubicBezTo>
                    <a:pt x="7619" y="8793"/>
                    <a:pt x="7616" y="7976"/>
                    <a:pt x="7614" y="7134"/>
                  </a:cubicBezTo>
                  <a:cubicBezTo>
                    <a:pt x="7616" y="6399"/>
                    <a:pt x="7617" y="5664"/>
                    <a:pt x="7619" y="4906"/>
                  </a:cubicBezTo>
                  <a:cubicBezTo>
                    <a:pt x="7618" y="4267"/>
                    <a:pt x="7618" y="3628"/>
                    <a:pt x="7618" y="2969"/>
                  </a:cubicBezTo>
                  <a:cubicBezTo>
                    <a:pt x="7808" y="-3"/>
                    <a:pt x="9748" y="692"/>
                    <a:pt x="12269" y="681"/>
                  </a:cubicBezTo>
                  <a:close/>
                </a:path>
              </a:pathLst>
            </a:custGeom>
            <a:grpFill/>
            <a:ln w="744" cap="flat">
              <a:noFill/>
              <a:prstDash val="solid"/>
              <a:miter/>
            </a:ln>
          </p:spPr>
          <p:txBody>
            <a:bodyPr rtlCol="0" anchor="ctr"/>
            <a:lstStyle/>
            <a:p>
              <a:endParaRPr lang="zh-CN" altLang="en-US"/>
            </a:p>
          </p:txBody>
        </p:sp>
        <p:sp>
          <p:nvSpPr>
            <p:cNvPr id="141" name="任意多边形: 形状 140"/>
            <p:cNvSpPr/>
            <p:nvPr/>
          </p:nvSpPr>
          <p:spPr>
            <a:xfrm>
              <a:off x="9487775" y="732880"/>
              <a:ext cx="186537" cy="140750"/>
            </a:xfrm>
            <a:custGeom>
              <a:avLst/>
              <a:gdLst>
                <a:gd name="connsiteX0" fmla="*/ 154305 w 186537"/>
                <a:gd name="connsiteY0" fmla="*/ 806 h 140750"/>
                <a:gd name="connsiteX1" fmla="*/ 156291 w 186537"/>
                <a:gd name="connsiteY1" fmla="*/ 958 h 140750"/>
                <a:gd name="connsiteX2" fmla="*/ 157886 w 186537"/>
                <a:gd name="connsiteY2" fmla="*/ 1364 h 140750"/>
                <a:gd name="connsiteX3" fmla="*/ 158631 w 186537"/>
                <a:gd name="connsiteY3" fmla="*/ 3597 h 140750"/>
                <a:gd name="connsiteX4" fmla="*/ 162351 w 186537"/>
                <a:gd name="connsiteY4" fmla="*/ 5085 h 140750"/>
                <a:gd name="connsiteX5" fmla="*/ 163840 w 186537"/>
                <a:gd name="connsiteY5" fmla="*/ 7318 h 140750"/>
                <a:gd name="connsiteX6" fmla="*/ 165746 w 186537"/>
                <a:gd name="connsiteY6" fmla="*/ 7690 h 140750"/>
                <a:gd name="connsiteX7" fmla="*/ 167560 w 186537"/>
                <a:gd name="connsiteY7" fmla="*/ 8062 h 140750"/>
                <a:gd name="connsiteX8" fmla="*/ 168304 w 186537"/>
                <a:gd name="connsiteY8" fmla="*/ 10294 h 140750"/>
                <a:gd name="connsiteX9" fmla="*/ 169793 w 186537"/>
                <a:gd name="connsiteY9" fmla="*/ 10992 h 140750"/>
                <a:gd name="connsiteX10" fmla="*/ 171281 w 186537"/>
                <a:gd name="connsiteY10" fmla="*/ 11782 h 140750"/>
                <a:gd name="connsiteX11" fmla="*/ 171560 w 186537"/>
                <a:gd name="connsiteY11" fmla="*/ 13364 h 140750"/>
                <a:gd name="connsiteX12" fmla="*/ 172025 w 186537"/>
                <a:gd name="connsiteY12" fmla="*/ 14759 h 140750"/>
                <a:gd name="connsiteX13" fmla="*/ 174257 w 186537"/>
                <a:gd name="connsiteY13" fmla="*/ 14759 h 140750"/>
                <a:gd name="connsiteX14" fmla="*/ 176490 w 186537"/>
                <a:gd name="connsiteY14" fmla="*/ 14759 h 140750"/>
                <a:gd name="connsiteX15" fmla="*/ 177234 w 186537"/>
                <a:gd name="connsiteY15" fmla="*/ 17736 h 140750"/>
                <a:gd name="connsiteX16" fmla="*/ 181699 w 186537"/>
                <a:gd name="connsiteY16" fmla="*/ 18480 h 140750"/>
                <a:gd name="connsiteX17" fmla="*/ 182443 w 186537"/>
                <a:gd name="connsiteY17" fmla="*/ 20712 h 140750"/>
                <a:gd name="connsiteX18" fmla="*/ 183931 w 186537"/>
                <a:gd name="connsiteY18" fmla="*/ 21456 h 140750"/>
                <a:gd name="connsiteX19" fmla="*/ 186164 w 186537"/>
                <a:gd name="connsiteY19" fmla="*/ 24433 h 140750"/>
                <a:gd name="connsiteX20" fmla="*/ 187978 w 186537"/>
                <a:gd name="connsiteY20" fmla="*/ 24758 h 140750"/>
                <a:gd name="connsiteX21" fmla="*/ 189884 w 186537"/>
                <a:gd name="connsiteY21" fmla="*/ 25177 h 140750"/>
                <a:gd name="connsiteX22" fmla="*/ 190629 w 186537"/>
                <a:gd name="connsiteY22" fmla="*/ 26712 h 140750"/>
                <a:gd name="connsiteX23" fmla="*/ 191373 w 186537"/>
                <a:gd name="connsiteY23" fmla="*/ 28154 h 140750"/>
                <a:gd name="connsiteX24" fmla="*/ 193280 w 186537"/>
                <a:gd name="connsiteY24" fmla="*/ 28107 h 140750"/>
                <a:gd name="connsiteX25" fmla="*/ 195093 w 186537"/>
                <a:gd name="connsiteY25" fmla="*/ 28154 h 140750"/>
                <a:gd name="connsiteX26" fmla="*/ 195838 w 186537"/>
                <a:gd name="connsiteY26" fmla="*/ 31874 h 140750"/>
                <a:gd name="connsiteX27" fmla="*/ 197744 w 186537"/>
                <a:gd name="connsiteY27" fmla="*/ 32107 h 140750"/>
                <a:gd name="connsiteX28" fmla="*/ 199558 w 186537"/>
                <a:gd name="connsiteY28" fmla="*/ 32618 h 140750"/>
                <a:gd name="connsiteX29" fmla="*/ 199558 w 186537"/>
                <a:gd name="connsiteY29" fmla="*/ 38571 h 140750"/>
                <a:gd name="connsiteX30" fmla="*/ 197326 w 186537"/>
                <a:gd name="connsiteY30" fmla="*/ 39316 h 140750"/>
                <a:gd name="connsiteX31" fmla="*/ 196582 w 186537"/>
                <a:gd name="connsiteY31" fmla="*/ 41548 h 140750"/>
                <a:gd name="connsiteX32" fmla="*/ 193605 w 186537"/>
                <a:gd name="connsiteY32" fmla="*/ 43036 h 140750"/>
                <a:gd name="connsiteX33" fmla="*/ 192024 w 186537"/>
                <a:gd name="connsiteY33" fmla="*/ 44618 h 140750"/>
                <a:gd name="connsiteX34" fmla="*/ 189140 w 186537"/>
                <a:gd name="connsiteY34" fmla="*/ 46013 h 140750"/>
                <a:gd name="connsiteX35" fmla="*/ 188861 w 186537"/>
                <a:gd name="connsiteY35" fmla="*/ 47501 h 140750"/>
                <a:gd name="connsiteX36" fmla="*/ 188396 w 186537"/>
                <a:gd name="connsiteY36" fmla="*/ 48989 h 140750"/>
                <a:gd name="connsiteX37" fmla="*/ 185420 w 186537"/>
                <a:gd name="connsiteY37" fmla="*/ 48989 h 140750"/>
                <a:gd name="connsiteX38" fmla="*/ 185420 w 186537"/>
                <a:gd name="connsiteY38" fmla="*/ 51966 h 140750"/>
                <a:gd name="connsiteX39" fmla="*/ 182443 w 186537"/>
                <a:gd name="connsiteY39" fmla="*/ 53454 h 140750"/>
                <a:gd name="connsiteX40" fmla="*/ 180955 w 186537"/>
                <a:gd name="connsiteY40" fmla="*/ 55687 h 140750"/>
                <a:gd name="connsiteX41" fmla="*/ 177978 w 186537"/>
                <a:gd name="connsiteY41" fmla="*/ 57175 h 140750"/>
                <a:gd name="connsiteX42" fmla="*/ 177978 w 186537"/>
                <a:gd name="connsiteY42" fmla="*/ 58663 h 140750"/>
                <a:gd name="connsiteX43" fmla="*/ 176583 w 186537"/>
                <a:gd name="connsiteY43" fmla="*/ 58942 h 140750"/>
                <a:gd name="connsiteX44" fmla="*/ 175002 w 186537"/>
                <a:gd name="connsiteY44" fmla="*/ 59407 h 140750"/>
                <a:gd name="connsiteX45" fmla="*/ 173513 w 186537"/>
                <a:gd name="connsiteY45" fmla="*/ 62384 h 140750"/>
                <a:gd name="connsiteX46" fmla="*/ 170537 w 186537"/>
                <a:gd name="connsiteY46" fmla="*/ 63872 h 140750"/>
                <a:gd name="connsiteX47" fmla="*/ 169048 w 186537"/>
                <a:gd name="connsiteY47" fmla="*/ 66105 h 140750"/>
                <a:gd name="connsiteX48" fmla="*/ 166816 w 186537"/>
                <a:gd name="connsiteY48" fmla="*/ 66105 h 140750"/>
                <a:gd name="connsiteX49" fmla="*/ 166118 w 186537"/>
                <a:gd name="connsiteY49" fmla="*/ 67500 h 140750"/>
                <a:gd name="connsiteX50" fmla="*/ 162351 w 186537"/>
                <a:gd name="connsiteY50" fmla="*/ 70570 h 140750"/>
                <a:gd name="connsiteX51" fmla="*/ 162351 w 186537"/>
                <a:gd name="connsiteY51" fmla="*/ 72802 h 140750"/>
                <a:gd name="connsiteX52" fmla="*/ 160165 w 186537"/>
                <a:gd name="connsiteY52" fmla="*/ 72616 h 140750"/>
                <a:gd name="connsiteX53" fmla="*/ 157886 w 186537"/>
                <a:gd name="connsiteY53" fmla="*/ 72802 h 140750"/>
                <a:gd name="connsiteX54" fmla="*/ 157142 w 186537"/>
                <a:gd name="connsiteY54" fmla="*/ 75779 h 140750"/>
                <a:gd name="connsiteX55" fmla="*/ 155235 w 186537"/>
                <a:gd name="connsiteY55" fmla="*/ 76151 h 140750"/>
                <a:gd name="connsiteX56" fmla="*/ 153422 w 186537"/>
                <a:gd name="connsiteY56" fmla="*/ 76523 h 140750"/>
                <a:gd name="connsiteX57" fmla="*/ 153422 w 186537"/>
                <a:gd name="connsiteY57" fmla="*/ 79499 h 140750"/>
                <a:gd name="connsiteX58" fmla="*/ 149701 w 186537"/>
                <a:gd name="connsiteY58" fmla="*/ 80243 h 140750"/>
                <a:gd name="connsiteX59" fmla="*/ 148957 w 186537"/>
                <a:gd name="connsiteY59" fmla="*/ 81778 h 140750"/>
                <a:gd name="connsiteX60" fmla="*/ 148213 w 186537"/>
                <a:gd name="connsiteY60" fmla="*/ 83220 h 140750"/>
                <a:gd name="connsiteX61" fmla="*/ 144492 w 186537"/>
                <a:gd name="connsiteY61" fmla="*/ 83220 h 140750"/>
                <a:gd name="connsiteX62" fmla="*/ 144492 w 186537"/>
                <a:gd name="connsiteY62" fmla="*/ 86196 h 140750"/>
                <a:gd name="connsiteX63" fmla="*/ 139283 w 186537"/>
                <a:gd name="connsiteY63" fmla="*/ 86941 h 140750"/>
                <a:gd name="connsiteX64" fmla="*/ 139283 w 186537"/>
                <a:gd name="connsiteY64" fmla="*/ 89917 h 140750"/>
                <a:gd name="connsiteX65" fmla="*/ 135562 w 186537"/>
                <a:gd name="connsiteY65" fmla="*/ 90661 h 140750"/>
                <a:gd name="connsiteX66" fmla="*/ 134818 w 186537"/>
                <a:gd name="connsiteY66" fmla="*/ 92894 h 140750"/>
                <a:gd name="connsiteX67" fmla="*/ 133004 w 186537"/>
                <a:gd name="connsiteY67" fmla="*/ 93219 h 140750"/>
                <a:gd name="connsiteX68" fmla="*/ 131097 w 186537"/>
                <a:gd name="connsiteY68" fmla="*/ 93638 h 140750"/>
                <a:gd name="connsiteX69" fmla="*/ 130353 w 186537"/>
                <a:gd name="connsiteY69" fmla="*/ 95126 h 140750"/>
                <a:gd name="connsiteX70" fmla="*/ 129609 w 186537"/>
                <a:gd name="connsiteY70" fmla="*/ 96614 h 140750"/>
                <a:gd name="connsiteX71" fmla="*/ 125888 w 186537"/>
                <a:gd name="connsiteY71" fmla="*/ 97359 h 140750"/>
                <a:gd name="connsiteX72" fmla="*/ 125191 w 186537"/>
                <a:gd name="connsiteY72" fmla="*/ 98893 h 140750"/>
                <a:gd name="connsiteX73" fmla="*/ 124400 w 186537"/>
                <a:gd name="connsiteY73" fmla="*/ 100335 h 140750"/>
                <a:gd name="connsiteX74" fmla="*/ 119935 w 186537"/>
                <a:gd name="connsiteY74" fmla="*/ 100335 h 140750"/>
                <a:gd name="connsiteX75" fmla="*/ 119935 w 186537"/>
                <a:gd name="connsiteY75" fmla="*/ 103312 h 140750"/>
                <a:gd name="connsiteX76" fmla="*/ 114726 w 186537"/>
                <a:gd name="connsiteY76" fmla="*/ 104056 h 140750"/>
                <a:gd name="connsiteX77" fmla="*/ 114726 w 186537"/>
                <a:gd name="connsiteY77" fmla="*/ 107032 h 140750"/>
                <a:gd name="connsiteX78" fmla="*/ 112540 w 186537"/>
                <a:gd name="connsiteY78" fmla="*/ 107265 h 140750"/>
                <a:gd name="connsiteX79" fmla="*/ 110261 w 186537"/>
                <a:gd name="connsiteY79" fmla="*/ 107777 h 140750"/>
                <a:gd name="connsiteX80" fmla="*/ 109517 w 186537"/>
                <a:gd name="connsiteY80" fmla="*/ 110009 h 140750"/>
                <a:gd name="connsiteX81" fmla="*/ 106866 w 186537"/>
                <a:gd name="connsiteY81" fmla="*/ 110753 h 140750"/>
                <a:gd name="connsiteX82" fmla="*/ 104308 w 186537"/>
                <a:gd name="connsiteY82" fmla="*/ 111497 h 140750"/>
                <a:gd name="connsiteX83" fmla="*/ 104308 w 186537"/>
                <a:gd name="connsiteY83" fmla="*/ 113730 h 140750"/>
                <a:gd name="connsiteX84" fmla="*/ 101797 w 186537"/>
                <a:gd name="connsiteY84" fmla="*/ 113916 h 140750"/>
                <a:gd name="connsiteX85" fmla="*/ 99099 w 186537"/>
                <a:gd name="connsiteY85" fmla="*/ 114474 h 140750"/>
                <a:gd name="connsiteX86" fmla="*/ 97611 w 186537"/>
                <a:gd name="connsiteY86" fmla="*/ 117450 h 140750"/>
                <a:gd name="connsiteX87" fmla="*/ 93890 w 186537"/>
                <a:gd name="connsiteY87" fmla="*/ 118195 h 140750"/>
                <a:gd name="connsiteX88" fmla="*/ 93146 w 186537"/>
                <a:gd name="connsiteY88" fmla="*/ 120427 h 140750"/>
                <a:gd name="connsiteX89" fmla="*/ 90542 w 186537"/>
                <a:gd name="connsiteY89" fmla="*/ 120753 h 140750"/>
                <a:gd name="connsiteX90" fmla="*/ 87937 w 186537"/>
                <a:gd name="connsiteY90" fmla="*/ 121171 h 140750"/>
                <a:gd name="connsiteX91" fmla="*/ 87612 w 186537"/>
                <a:gd name="connsiteY91" fmla="*/ 122706 h 140750"/>
                <a:gd name="connsiteX92" fmla="*/ 87193 w 186537"/>
                <a:gd name="connsiteY92" fmla="*/ 124148 h 140750"/>
                <a:gd name="connsiteX93" fmla="*/ 81240 w 186537"/>
                <a:gd name="connsiteY93" fmla="*/ 124148 h 140750"/>
                <a:gd name="connsiteX94" fmla="*/ 80496 w 186537"/>
                <a:gd name="connsiteY94" fmla="*/ 127124 h 140750"/>
                <a:gd name="connsiteX95" fmla="*/ 74543 w 186537"/>
                <a:gd name="connsiteY95" fmla="*/ 127868 h 140750"/>
                <a:gd name="connsiteX96" fmla="*/ 74543 w 186537"/>
                <a:gd name="connsiteY96" fmla="*/ 130845 h 140750"/>
                <a:gd name="connsiteX97" fmla="*/ 71659 w 186537"/>
                <a:gd name="connsiteY97" fmla="*/ 131031 h 140750"/>
                <a:gd name="connsiteX98" fmla="*/ 68589 w 186537"/>
                <a:gd name="connsiteY98" fmla="*/ 131589 h 140750"/>
                <a:gd name="connsiteX99" fmla="*/ 67845 w 186537"/>
                <a:gd name="connsiteY99" fmla="*/ 133124 h 140750"/>
                <a:gd name="connsiteX100" fmla="*/ 67101 w 186537"/>
                <a:gd name="connsiteY100" fmla="*/ 134566 h 140750"/>
                <a:gd name="connsiteX101" fmla="*/ 61148 w 186537"/>
                <a:gd name="connsiteY101" fmla="*/ 134566 h 140750"/>
                <a:gd name="connsiteX102" fmla="*/ 61148 w 186537"/>
                <a:gd name="connsiteY102" fmla="*/ 137542 h 140750"/>
                <a:gd name="connsiteX103" fmla="*/ 53707 w 186537"/>
                <a:gd name="connsiteY103" fmla="*/ 137542 h 140750"/>
                <a:gd name="connsiteX104" fmla="*/ 53707 w 186537"/>
                <a:gd name="connsiteY104" fmla="*/ 141263 h 140750"/>
                <a:gd name="connsiteX105" fmla="*/ 49242 w 186537"/>
                <a:gd name="connsiteY105" fmla="*/ 141263 h 140750"/>
                <a:gd name="connsiteX106" fmla="*/ 48498 w 186537"/>
                <a:gd name="connsiteY106" fmla="*/ 139030 h 140750"/>
                <a:gd name="connsiteX107" fmla="*/ 46265 w 186537"/>
                <a:gd name="connsiteY107" fmla="*/ 138286 h 140750"/>
                <a:gd name="connsiteX108" fmla="*/ 46265 w 186537"/>
                <a:gd name="connsiteY108" fmla="*/ 133821 h 140750"/>
                <a:gd name="connsiteX109" fmla="*/ 44033 w 186537"/>
                <a:gd name="connsiteY109" fmla="*/ 133821 h 140750"/>
                <a:gd name="connsiteX110" fmla="*/ 43289 w 186537"/>
                <a:gd name="connsiteY110" fmla="*/ 130845 h 140750"/>
                <a:gd name="connsiteX111" fmla="*/ 41056 w 186537"/>
                <a:gd name="connsiteY111" fmla="*/ 128612 h 140750"/>
                <a:gd name="connsiteX112" fmla="*/ 37336 w 186537"/>
                <a:gd name="connsiteY112" fmla="*/ 121915 h 140750"/>
                <a:gd name="connsiteX113" fmla="*/ 35847 w 186537"/>
                <a:gd name="connsiteY113" fmla="*/ 121915 h 140750"/>
                <a:gd name="connsiteX114" fmla="*/ 34359 w 186537"/>
                <a:gd name="connsiteY114" fmla="*/ 118939 h 140750"/>
                <a:gd name="connsiteX115" fmla="*/ 32871 w 186537"/>
                <a:gd name="connsiteY115" fmla="*/ 118195 h 140750"/>
                <a:gd name="connsiteX116" fmla="*/ 32545 w 186537"/>
                <a:gd name="connsiteY116" fmla="*/ 116334 h 140750"/>
                <a:gd name="connsiteX117" fmla="*/ 32127 w 186537"/>
                <a:gd name="connsiteY117" fmla="*/ 114474 h 140750"/>
                <a:gd name="connsiteX118" fmla="*/ 29894 w 186537"/>
                <a:gd name="connsiteY118" fmla="*/ 113730 h 140750"/>
                <a:gd name="connsiteX119" fmla="*/ 29150 w 186537"/>
                <a:gd name="connsiteY119" fmla="*/ 110753 h 140750"/>
                <a:gd name="connsiteX120" fmla="*/ 27662 w 186537"/>
                <a:gd name="connsiteY120" fmla="*/ 110009 h 140750"/>
                <a:gd name="connsiteX121" fmla="*/ 27336 w 186537"/>
                <a:gd name="connsiteY121" fmla="*/ 108567 h 140750"/>
                <a:gd name="connsiteX122" fmla="*/ 24685 w 186537"/>
                <a:gd name="connsiteY122" fmla="*/ 105544 h 140750"/>
                <a:gd name="connsiteX123" fmla="*/ 24685 w 186537"/>
                <a:gd name="connsiteY123" fmla="*/ 103312 h 140750"/>
                <a:gd name="connsiteX124" fmla="*/ 23383 w 186537"/>
                <a:gd name="connsiteY124" fmla="*/ 102754 h 140750"/>
                <a:gd name="connsiteX125" fmla="*/ 19497 w 186537"/>
                <a:gd name="connsiteY125" fmla="*/ 97847 h 140750"/>
                <a:gd name="connsiteX126" fmla="*/ 16500 w 186537"/>
                <a:gd name="connsiteY126" fmla="*/ 95126 h 140750"/>
                <a:gd name="connsiteX127" fmla="*/ 15011 w 186537"/>
                <a:gd name="connsiteY127" fmla="*/ 91405 h 140750"/>
                <a:gd name="connsiteX128" fmla="*/ 13523 w 186537"/>
                <a:gd name="connsiteY128" fmla="*/ 90661 h 140750"/>
                <a:gd name="connsiteX129" fmla="*/ 13430 w 186537"/>
                <a:gd name="connsiteY129" fmla="*/ 86894 h 140750"/>
                <a:gd name="connsiteX130" fmla="*/ 13471 w 186537"/>
                <a:gd name="connsiteY130" fmla="*/ 84822 h 140750"/>
                <a:gd name="connsiteX131" fmla="*/ 13523 w 186537"/>
                <a:gd name="connsiteY131" fmla="*/ 83220 h 140750"/>
                <a:gd name="connsiteX132" fmla="*/ 17988 w 186537"/>
                <a:gd name="connsiteY132" fmla="*/ 82476 h 140750"/>
                <a:gd name="connsiteX133" fmla="*/ 17988 w 186537"/>
                <a:gd name="connsiteY133" fmla="*/ 79499 h 140750"/>
                <a:gd name="connsiteX134" fmla="*/ 19590 w 186537"/>
                <a:gd name="connsiteY134" fmla="*/ 79604 h 140750"/>
                <a:gd name="connsiteX135" fmla="*/ 21662 w 186537"/>
                <a:gd name="connsiteY135" fmla="*/ 79685 h 140750"/>
                <a:gd name="connsiteX136" fmla="*/ 23729 w 186537"/>
                <a:gd name="connsiteY136" fmla="*/ 79790 h 140750"/>
                <a:gd name="connsiteX137" fmla="*/ 25429 w 186537"/>
                <a:gd name="connsiteY137" fmla="*/ 79499 h 140750"/>
                <a:gd name="connsiteX138" fmla="*/ 26173 w 186537"/>
                <a:gd name="connsiteY138" fmla="*/ 76523 h 140750"/>
                <a:gd name="connsiteX139" fmla="*/ 31359 w 186537"/>
                <a:gd name="connsiteY139" fmla="*/ 76127 h 140750"/>
                <a:gd name="connsiteX140" fmla="*/ 32871 w 186537"/>
                <a:gd name="connsiteY140" fmla="*/ 75779 h 140750"/>
                <a:gd name="connsiteX141" fmla="*/ 33615 w 186537"/>
                <a:gd name="connsiteY141" fmla="*/ 72802 h 140750"/>
                <a:gd name="connsiteX142" fmla="*/ 36917 w 186537"/>
                <a:gd name="connsiteY142" fmla="*/ 72430 h 140750"/>
                <a:gd name="connsiteX143" fmla="*/ 40312 w 186537"/>
                <a:gd name="connsiteY143" fmla="*/ 72058 h 140750"/>
                <a:gd name="connsiteX144" fmla="*/ 41800 w 186537"/>
                <a:gd name="connsiteY144" fmla="*/ 69081 h 140750"/>
                <a:gd name="connsiteX145" fmla="*/ 46265 w 186537"/>
                <a:gd name="connsiteY145" fmla="*/ 69081 h 140750"/>
                <a:gd name="connsiteX146" fmla="*/ 46916 w 186537"/>
                <a:gd name="connsiteY146" fmla="*/ 67639 h 140750"/>
                <a:gd name="connsiteX147" fmla="*/ 47754 w 186537"/>
                <a:gd name="connsiteY147" fmla="*/ 66105 h 140750"/>
                <a:gd name="connsiteX148" fmla="*/ 50730 w 186537"/>
                <a:gd name="connsiteY148" fmla="*/ 65733 h 140750"/>
                <a:gd name="connsiteX149" fmla="*/ 53707 w 186537"/>
                <a:gd name="connsiteY149" fmla="*/ 65361 h 140750"/>
                <a:gd name="connsiteX150" fmla="*/ 55195 w 186537"/>
                <a:gd name="connsiteY150" fmla="*/ 62384 h 140750"/>
                <a:gd name="connsiteX151" fmla="*/ 60404 w 186537"/>
                <a:gd name="connsiteY151" fmla="*/ 61640 h 140750"/>
                <a:gd name="connsiteX152" fmla="*/ 61148 w 186537"/>
                <a:gd name="connsiteY152" fmla="*/ 59407 h 140750"/>
                <a:gd name="connsiteX153" fmla="*/ 64543 w 186537"/>
                <a:gd name="connsiteY153" fmla="*/ 58896 h 140750"/>
                <a:gd name="connsiteX154" fmla="*/ 66406 w 186537"/>
                <a:gd name="connsiteY154" fmla="*/ 58748 h 140750"/>
                <a:gd name="connsiteX155" fmla="*/ 67845 w 186537"/>
                <a:gd name="connsiteY155" fmla="*/ 58663 h 140750"/>
                <a:gd name="connsiteX156" fmla="*/ 67845 w 186537"/>
                <a:gd name="connsiteY156" fmla="*/ 55687 h 140750"/>
                <a:gd name="connsiteX157" fmla="*/ 70403 w 186537"/>
                <a:gd name="connsiteY157" fmla="*/ 55454 h 140750"/>
                <a:gd name="connsiteX158" fmla="*/ 73054 w 186537"/>
                <a:gd name="connsiteY158" fmla="*/ 54943 h 140750"/>
                <a:gd name="connsiteX159" fmla="*/ 73798 w 186537"/>
                <a:gd name="connsiteY159" fmla="*/ 52710 h 140750"/>
                <a:gd name="connsiteX160" fmla="*/ 79007 w 186537"/>
                <a:gd name="connsiteY160" fmla="*/ 51222 h 140750"/>
                <a:gd name="connsiteX161" fmla="*/ 79752 w 186537"/>
                <a:gd name="connsiteY161" fmla="*/ 48989 h 140750"/>
                <a:gd name="connsiteX162" fmla="*/ 82356 w 186537"/>
                <a:gd name="connsiteY162" fmla="*/ 48664 h 140750"/>
                <a:gd name="connsiteX163" fmla="*/ 84961 w 186537"/>
                <a:gd name="connsiteY163" fmla="*/ 48245 h 140750"/>
                <a:gd name="connsiteX164" fmla="*/ 85333 w 186537"/>
                <a:gd name="connsiteY164" fmla="*/ 46711 h 140750"/>
                <a:gd name="connsiteX165" fmla="*/ 85705 w 186537"/>
                <a:gd name="connsiteY165" fmla="*/ 45269 h 140750"/>
                <a:gd name="connsiteX166" fmla="*/ 90914 w 186537"/>
                <a:gd name="connsiteY166" fmla="*/ 45269 h 140750"/>
                <a:gd name="connsiteX167" fmla="*/ 90914 w 186537"/>
                <a:gd name="connsiteY167" fmla="*/ 42292 h 140750"/>
                <a:gd name="connsiteX168" fmla="*/ 93100 w 186537"/>
                <a:gd name="connsiteY168" fmla="*/ 42106 h 140750"/>
                <a:gd name="connsiteX169" fmla="*/ 95379 w 186537"/>
                <a:gd name="connsiteY169" fmla="*/ 41548 h 140750"/>
                <a:gd name="connsiteX170" fmla="*/ 95704 w 186537"/>
                <a:gd name="connsiteY170" fmla="*/ 40060 h 140750"/>
                <a:gd name="connsiteX171" fmla="*/ 96123 w 186537"/>
                <a:gd name="connsiteY171" fmla="*/ 38571 h 140750"/>
                <a:gd name="connsiteX172" fmla="*/ 101332 w 186537"/>
                <a:gd name="connsiteY172" fmla="*/ 37827 h 140750"/>
                <a:gd name="connsiteX173" fmla="*/ 102076 w 186537"/>
                <a:gd name="connsiteY173" fmla="*/ 35595 h 140750"/>
                <a:gd name="connsiteX174" fmla="*/ 104308 w 186537"/>
                <a:gd name="connsiteY174" fmla="*/ 35269 h 140750"/>
                <a:gd name="connsiteX175" fmla="*/ 106541 w 186537"/>
                <a:gd name="connsiteY175" fmla="*/ 34851 h 140750"/>
                <a:gd name="connsiteX176" fmla="*/ 106913 w 186537"/>
                <a:gd name="connsiteY176" fmla="*/ 33316 h 140750"/>
                <a:gd name="connsiteX177" fmla="*/ 107285 w 186537"/>
                <a:gd name="connsiteY177" fmla="*/ 31874 h 140750"/>
                <a:gd name="connsiteX178" fmla="*/ 111750 w 186537"/>
                <a:gd name="connsiteY178" fmla="*/ 31874 h 140750"/>
                <a:gd name="connsiteX179" fmla="*/ 112494 w 186537"/>
                <a:gd name="connsiteY179" fmla="*/ 28898 h 140750"/>
                <a:gd name="connsiteX180" fmla="*/ 116959 w 186537"/>
                <a:gd name="connsiteY180" fmla="*/ 28154 h 140750"/>
                <a:gd name="connsiteX181" fmla="*/ 116959 w 186537"/>
                <a:gd name="connsiteY181" fmla="*/ 25177 h 140750"/>
                <a:gd name="connsiteX182" fmla="*/ 120679 w 186537"/>
                <a:gd name="connsiteY182" fmla="*/ 24433 h 140750"/>
                <a:gd name="connsiteX183" fmla="*/ 121005 w 186537"/>
                <a:gd name="connsiteY183" fmla="*/ 22945 h 140750"/>
                <a:gd name="connsiteX184" fmla="*/ 121423 w 186537"/>
                <a:gd name="connsiteY184" fmla="*/ 21456 h 140750"/>
                <a:gd name="connsiteX185" fmla="*/ 125888 w 186537"/>
                <a:gd name="connsiteY185" fmla="*/ 20712 h 140750"/>
                <a:gd name="connsiteX186" fmla="*/ 126632 w 186537"/>
                <a:gd name="connsiteY186" fmla="*/ 18480 h 140750"/>
                <a:gd name="connsiteX187" fmla="*/ 128539 w 186537"/>
                <a:gd name="connsiteY187" fmla="*/ 17736 h 140750"/>
                <a:gd name="connsiteX188" fmla="*/ 130353 w 186537"/>
                <a:gd name="connsiteY188" fmla="*/ 16991 h 140750"/>
                <a:gd name="connsiteX189" fmla="*/ 130353 w 186537"/>
                <a:gd name="connsiteY189" fmla="*/ 14759 h 140750"/>
                <a:gd name="connsiteX190" fmla="*/ 134074 w 186537"/>
                <a:gd name="connsiteY190" fmla="*/ 14015 h 140750"/>
                <a:gd name="connsiteX191" fmla="*/ 134818 w 186537"/>
                <a:gd name="connsiteY191" fmla="*/ 11782 h 140750"/>
                <a:gd name="connsiteX192" fmla="*/ 139283 w 186537"/>
                <a:gd name="connsiteY192" fmla="*/ 11038 h 140750"/>
                <a:gd name="connsiteX193" fmla="*/ 139283 w 186537"/>
                <a:gd name="connsiteY193" fmla="*/ 8062 h 140750"/>
                <a:gd name="connsiteX194" fmla="*/ 143004 w 186537"/>
                <a:gd name="connsiteY194" fmla="*/ 6573 h 140750"/>
                <a:gd name="connsiteX195" fmla="*/ 144492 w 186537"/>
                <a:gd name="connsiteY195" fmla="*/ 4341 h 140750"/>
                <a:gd name="connsiteX196" fmla="*/ 147468 w 186537"/>
                <a:gd name="connsiteY196" fmla="*/ 4341 h 140750"/>
                <a:gd name="connsiteX197" fmla="*/ 147468 w 186537"/>
                <a:gd name="connsiteY197" fmla="*/ 1364 h 140750"/>
                <a:gd name="connsiteX198" fmla="*/ 154305 w 186537"/>
                <a:gd name="connsiteY198" fmla="*/ 806 h 14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86537" h="140750">
                  <a:moveTo>
                    <a:pt x="154305" y="806"/>
                  </a:moveTo>
                  <a:cubicBezTo>
                    <a:pt x="155288" y="881"/>
                    <a:pt x="155288" y="881"/>
                    <a:pt x="156291" y="958"/>
                  </a:cubicBezTo>
                  <a:cubicBezTo>
                    <a:pt x="157080" y="1159"/>
                    <a:pt x="157080" y="1159"/>
                    <a:pt x="157886" y="1364"/>
                  </a:cubicBezTo>
                  <a:cubicBezTo>
                    <a:pt x="158132" y="2101"/>
                    <a:pt x="158378" y="2838"/>
                    <a:pt x="158631" y="3597"/>
                  </a:cubicBezTo>
                  <a:cubicBezTo>
                    <a:pt x="159866" y="4104"/>
                    <a:pt x="161107" y="4600"/>
                    <a:pt x="162351" y="5085"/>
                  </a:cubicBezTo>
                  <a:cubicBezTo>
                    <a:pt x="163088" y="6190"/>
                    <a:pt x="163088" y="6190"/>
                    <a:pt x="163840" y="7318"/>
                  </a:cubicBezTo>
                  <a:cubicBezTo>
                    <a:pt x="164469" y="7440"/>
                    <a:pt x="165098" y="7563"/>
                    <a:pt x="165746" y="7690"/>
                  </a:cubicBezTo>
                  <a:cubicBezTo>
                    <a:pt x="166644" y="7874"/>
                    <a:pt x="166644" y="7874"/>
                    <a:pt x="167560" y="8062"/>
                  </a:cubicBezTo>
                  <a:cubicBezTo>
                    <a:pt x="167806" y="8798"/>
                    <a:pt x="168051" y="9535"/>
                    <a:pt x="168304" y="10294"/>
                  </a:cubicBezTo>
                  <a:cubicBezTo>
                    <a:pt x="169041" y="10639"/>
                    <a:pt x="169041" y="10639"/>
                    <a:pt x="169793" y="10992"/>
                  </a:cubicBezTo>
                  <a:cubicBezTo>
                    <a:pt x="170284" y="11253"/>
                    <a:pt x="170775" y="11514"/>
                    <a:pt x="171281" y="11782"/>
                  </a:cubicBezTo>
                  <a:cubicBezTo>
                    <a:pt x="171373" y="12304"/>
                    <a:pt x="171465" y="12826"/>
                    <a:pt x="171560" y="13364"/>
                  </a:cubicBezTo>
                  <a:cubicBezTo>
                    <a:pt x="171713" y="13824"/>
                    <a:pt x="171867" y="14285"/>
                    <a:pt x="172025" y="14759"/>
                  </a:cubicBezTo>
                  <a:cubicBezTo>
                    <a:pt x="172762" y="14759"/>
                    <a:pt x="173498" y="14759"/>
                    <a:pt x="174257" y="14759"/>
                  </a:cubicBezTo>
                  <a:cubicBezTo>
                    <a:pt x="174994" y="14759"/>
                    <a:pt x="175731" y="14759"/>
                    <a:pt x="176490" y="14759"/>
                  </a:cubicBezTo>
                  <a:cubicBezTo>
                    <a:pt x="176745" y="15749"/>
                    <a:pt x="176993" y="16742"/>
                    <a:pt x="177234" y="17736"/>
                  </a:cubicBezTo>
                  <a:cubicBezTo>
                    <a:pt x="178717" y="18014"/>
                    <a:pt x="180206" y="18262"/>
                    <a:pt x="181699" y="18480"/>
                  </a:cubicBezTo>
                  <a:cubicBezTo>
                    <a:pt x="181944" y="19216"/>
                    <a:pt x="182190" y="19953"/>
                    <a:pt x="182443" y="20712"/>
                  </a:cubicBezTo>
                  <a:cubicBezTo>
                    <a:pt x="182934" y="20958"/>
                    <a:pt x="183425" y="21203"/>
                    <a:pt x="183931" y="21456"/>
                  </a:cubicBezTo>
                  <a:cubicBezTo>
                    <a:pt x="185420" y="22200"/>
                    <a:pt x="185420" y="22200"/>
                    <a:pt x="186164" y="24433"/>
                  </a:cubicBezTo>
                  <a:cubicBezTo>
                    <a:pt x="186762" y="24540"/>
                    <a:pt x="187361" y="24648"/>
                    <a:pt x="187978" y="24758"/>
                  </a:cubicBezTo>
                  <a:cubicBezTo>
                    <a:pt x="188607" y="24897"/>
                    <a:pt x="189236" y="25035"/>
                    <a:pt x="189884" y="25177"/>
                  </a:cubicBezTo>
                  <a:cubicBezTo>
                    <a:pt x="190130" y="25683"/>
                    <a:pt x="190376" y="26190"/>
                    <a:pt x="190629" y="26712"/>
                  </a:cubicBezTo>
                  <a:cubicBezTo>
                    <a:pt x="190874" y="27188"/>
                    <a:pt x="191120" y="27663"/>
                    <a:pt x="191373" y="28154"/>
                  </a:cubicBezTo>
                  <a:cubicBezTo>
                    <a:pt x="192002" y="28138"/>
                    <a:pt x="192631" y="28123"/>
                    <a:pt x="193280" y="28107"/>
                  </a:cubicBezTo>
                  <a:cubicBezTo>
                    <a:pt x="193878" y="28122"/>
                    <a:pt x="194477" y="28138"/>
                    <a:pt x="195093" y="28154"/>
                  </a:cubicBezTo>
                  <a:cubicBezTo>
                    <a:pt x="195348" y="29393"/>
                    <a:pt x="195595" y="30633"/>
                    <a:pt x="195838" y="31874"/>
                  </a:cubicBezTo>
                  <a:cubicBezTo>
                    <a:pt x="196467" y="31951"/>
                    <a:pt x="197096" y="32028"/>
                    <a:pt x="197744" y="32107"/>
                  </a:cubicBezTo>
                  <a:cubicBezTo>
                    <a:pt x="198642" y="32360"/>
                    <a:pt x="198642" y="32360"/>
                    <a:pt x="199558" y="32618"/>
                  </a:cubicBezTo>
                  <a:cubicBezTo>
                    <a:pt x="200046" y="34634"/>
                    <a:pt x="200078" y="36563"/>
                    <a:pt x="199558" y="38571"/>
                  </a:cubicBezTo>
                  <a:cubicBezTo>
                    <a:pt x="198822" y="38817"/>
                    <a:pt x="198085" y="39063"/>
                    <a:pt x="197326" y="39316"/>
                  </a:cubicBezTo>
                  <a:cubicBezTo>
                    <a:pt x="197080" y="40052"/>
                    <a:pt x="196835" y="40789"/>
                    <a:pt x="196582" y="41548"/>
                  </a:cubicBezTo>
                  <a:cubicBezTo>
                    <a:pt x="195596" y="42058"/>
                    <a:pt x="194603" y="42552"/>
                    <a:pt x="193605" y="43036"/>
                  </a:cubicBezTo>
                  <a:cubicBezTo>
                    <a:pt x="193083" y="43558"/>
                    <a:pt x="192561" y="44080"/>
                    <a:pt x="192024" y="44618"/>
                  </a:cubicBezTo>
                  <a:cubicBezTo>
                    <a:pt x="190629" y="46013"/>
                    <a:pt x="190629" y="46013"/>
                    <a:pt x="189140" y="46013"/>
                  </a:cubicBezTo>
                  <a:cubicBezTo>
                    <a:pt x="189048" y="46504"/>
                    <a:pt x="188956" y="46995"/>
                    <a:pt x="188861" y="47501"/>
                  </a:cubicBezTo>
                  <a:cubicBezTo>
                    <a:pt x="188708" y="47992"/>
                    <a:pt x="188554" y="48483"/>
                    <a:pt x="188396" y="48989"/>
                  </a:cubicBezTo>
                  <a:cubicBezTo>
                    <a:pt x="187414" y="48989"/>
                    <a:pt x="186432" y="48989"/>
                    <a:pt x="185420" y="48989"/>
                  </a:cubicBezTo>
                  <a:cubicBezTo>
                    <a:pt x="185420" y="49972"/>
                    <a:pt x="185420" y="50954"/>
                    <a:pt x="185420" y="51966"/>
                  </a:cubicBezTo>
                  <a:cubicBezTo>
                    <a:pt x="184024" y="52757"/>
                    <a:pt x="184024" y="52757"/>
                    <a:pt x="182443" y="53454"/>
                  </a:cubicBezTo>
                  <a:cubicBezTo>
                    <a:pt x="181952" y="54191"/>
                    <a:pt x="181461" y="54928"/>
                    <a:pt x="180955" y="55687"/>
                  </a:cubicBezTo>
                  <a:cubicBezTo>
                    <a:pt x="179963" y="56183"/>
                    <a:pt x="178970" y="56679"/>
                    <a:pt x="177978" y="57175"/>
                  </a:cubicBezTo>
                  <a:cubicBezTo>
                    <a:pt x="177978" y="57666"/>
                    <a:pt x="177978" y="58157"/>
                    <a:pt x="177978" y="58663"/>
                  </a:cubicBezTo>
                  <a:cubicBezTo>
                    <a:pt x="177288" y="58801"/>
                    <a:pt x="177288" y="58801"/>
                    <a:pt x="176583" y="58942"/>
                  </a:cubicBezTo>
                  <a:cubicBezTo>
                    <a:pt x="176061" y="59096"/>
                    <a:pt x="175539" y="59249"/>
                    <a:pt x="175002" y="59407"/>
                  </a:cubicBezTo>
                  <a:cubicBezTo>
                    <a:pt x="174493" y="60393"/>
                    <a:pt x="173997" y="61386"/>
                    <a:pt x="173513" y="62384"/>
                  </a:cubicBezTo>
                  <a:cubicBezTo>
                    <a:pt x="172534" y="62904"/>
                    <a:pt x="171541" y="63401"/>
                    <a:pt x="170537" y="63872"/>
                  </a:cubicBezTo>
                  <a:cubicBezTo>
                    <a:pt x="170046" y="64609"/>
                    <a:pt x="169555" y="65346"/>
                    <a:pt x="169048" y="66105"/>
                  </a:cubicBezTo>
                  <a:cubicBezTo>
                    <a:pt x="168312" y="66105"/>
                    <a:pt x="167575" y="66105"/>
                    <a:pt x="166816" y="66105"/>
                  </a:cubicBezTo>
                  <a:cubicBezTo>
                    <a:pt x="166586" y="66565"/>
                    <a:pt x="166356" y="67026"/>
                    <a:pt x="166118" y="67500"/>
                  </a:cubicBezTo>
                  <a:cubicBezTo>
                    <a:pt x="165147" y="69443"/>
                    <a:pt x="164237" y="69627"/>
                    <a:pt x="162351" y="70570"/>
                  </a:cubicBezTo>
                  <a:cubicBezTo>
                    <a:pt x="162351" y="71306"/>
                    <a:pt x="162351" y="72043"/>
                    <a:pt x="162351" y="72802"/>
                  </a:cubicBezTo>
                  <a:cubicBezTo>
                    <a:pt x="161630" y="72741"/>
                    <a:pt x="160909" y="72679"/>
                    <a:pt x="160165" y="72616"/>
                  </a:cubicBezTo>
                  <a:cubicBezTo>
                    <a:pt x="159413" y="72677"/>
                    <a:pt x="158661" y="72739"/>
                    <a:pt x="157886" y="72802"/>
                  </a:cubicBezTo>
                  <a:cubicBezTo>
                    <a:pt x="157447" y="74250"/>
                    <a:pt x="157447" y="74250"/>
                    <a:pt x="157142" y="75779"/>
                  </a:cubicBezTo>
                  <a:cubicBezTo>
                    <a:pt x="156513" y="75901"/>
                    <a:pt x="155884" y="76024"/>
                    <a:pt x="155235" y="76151"/>
                  </a:cubicBezTo>
                  <a:cubicBezTo>
                    <a:pt x="154637" y="76273"/>
                    <a:pt x="154038" y="76396"/>
                    <a:pt x="153422" y="76523"/>
                  </a:cubicBezTo>
                  <a:cubicBezTo>
                    <a:pt x="153422" y="77505"/>
                    <a:pt x="153422" y="78487"/>
                    <a:pt x="153422" y="79499"/>
                  </a:cubicBezTo>
                  <a:cubicBezTo>
                    <a:pt x="152184" y="79760"/>
                    <a:pt x="150943" y="80007"/>
                    <a:pt x="149701" y="80243"/>
                  </a:cubicBezTo>
                  <a:cubicBezTo>
                    <a:pt x="149455" y="80750"/>
                    <a:pt x="149210" y="81256"/>
                    <a:pt x="148957" y="81778"/>
                  </a:cubicBezTo>
                  <a:cubicBezTo>
                    <a:pt x="148711" y="82254"/>
                    <a:pt x="148466" y="82730"/>
                    <a:pt x="148213" y="83220"/>
                  </a:cubicBezTo>
                  <a:cubicBezTo>
                    <a:pt x="146259" y="83406"/>
                    <a:pt x="146259" y="83406"/>
                    <a:pt x="144492" y="83220"/>
                  </a:cubicBezTo>
                  <a:cubicBezTo>
                    <a:pt x="144492" y="84202"/>
                    <a:pt x="144492" y="85184"/>
                    <a:pt x="144492" y="86196"/>
                  </a:cubicBezTo>
                  <a:cubicBezTo>
                    <a:pt x="141913" y="86565"/>
                    <a:pt x="141913" y="86565"/>
                    <a:pt x="139283" y="86941"/>
                  </a:cubicBezTo>
                  <a:cubicBezTo>
                    <a:pt x="139283" y="87923"/>
                    <a:pt x="139283" y="88905"/>
                    <a:pt x="139283" y="89917"/>
                  </a:cubicBezTo>
                  <a:cubicBezTo>
                    <a:pt x="138050" y="90202"/>
                    <a:pt x="136809" y="90448"/>
                    <a:pt x="135562" y="90661"/>
                  </a:cubicBezTo>
                  <a:cubicBezTo>
                    <a:pt x="135317" y="91398"/>
                    <a:pt x="135071" y="92135"/>
                    <a:pt x="134818" y="92894"/>
                  </a:cubicBezTo>
                  <a:cubicBezTo>
                    <a:pt x="133920" y="93055"/>
                    <a:pt x="133920" y="93055"/>
                    <a:pt x="133004" y="93219"/>
                  </a:cubicBezTo>
                  <a:cubicBezTo>
                    <a:pt x="132375" y="93357"/>
                    <a:pt x="131746" y="93496"/>
                    <a:pt x="131097" y="93638"/>
                  </a:cubicBezTo>
                  <a:cubicBezTo>
                    <a:pt x="130852" y="94129"/>
                    <a:pt x="130606" y="94620"/>
                    <a:pt x="130353" y="95126"/>
                  </a:cubicBezTo>
                  <a:cubicBezTo>
                    <a:pt x="130108" y="95617"/>
                    <a:pt x="129862" y="96108"/>
                    <a:pt x="129609" y="96614"/>
                  </a:cubicBezTo>
                  <a:cubicBezTo>
                    <a:pt x="128369" y="96862"/>
                    <a:pt x="127129" y="97111"/>
                    <a:pt x="125888" y="97359"/>
                  </a:cubicBezTo>
                  <a:cubicBezTo>
                    <a:pt x="125658" y="97865"/>
                    <a:pt x="125428" y="98372"/>
                    <a:pt x="125191" y="98893"/>
                  </a:cubicBezTo>
                  <a:cubicBezTo>
                    <a:pt x="124930" y="99369"/>
                    <a:pt x="124669" y="99845"/>
                    <a:pt x="124400" y="100335"/>
                  </a:cubicBezTo>
                  <a:cubicBezTo>
                    <a:pt x="122075" y="100521"/>
                    <a:pt x="122075" y="100521"/>
                    <a:pt x="119935" y="100335"/>
                  </a:cubicBezTo>
                  <a:cubicBezTo>
                    <a:pt x="119935" y="101317"/>
                    <a:pt x="119935" y="102300"/>
                    <a:pt x="119935" y="103312"/>
                  </a:cubicBezTo>
                  <a:cubicBezTo>
                    <a:pt x="118216" y="103557"/>
                    <a:pt x="116497" y="103803"/>
                    <a:pt x="114726" y="104056"/>
                  </a:cubicBezTo>
                  <a:cubicBezTo>
                    <a:pt x="114726" y="105038"/>
                    <a:pt x="114726" y="106020"/>
                    <a:pt x="114726" y="107032"/>
                  </a:cubicBezTo>
                  <a:cubicBezTo>
                    <a:pt x="113644" y="107148"/>
                    <a:pt x="113644" y="107148"/>
                    <a:pt x="112540" y="107265"/>
                  </a:cubicBezTo>
                  <a:cubicBezTo>
                    <a:pt x="111788" y="107434"/>
                    <a:pt x="111036" y="107603"/>
                    <a:pt x="110261" y="107777"/>
                  </a:cubicBezTo>
                  <a:cubicBezTo>
                    <a:pt x="110016" y="108513"/>
                    <a:pt x="109770" y="109250"/>
                    <a:pt x="109517" y="110009"/>
                  </a:cubicBezTo>
                  <a:cubicBezTo>
                    <a:pt x="108642" y="110255"/>
                    <a:pt x="107768" y="110500"/>
                    <a:pt x="106866" y="110753"/>
                  </a:cubicBezTo>
                  <a:cubicBezTo>
                    <a:pt x="106022" y="110999"/>
                    <a:pt x="105178" y="111244"/>
                    <a:pt x="104308" y="111497"/>
                  </a:cubicBezTo>
                  <a:cubicBezTo>
                    <a:pt x="104308" y="112234"/>
                    <a:pt x="104308" y="112971"/>
                    <a:pt x="104308" y="113730"/>
                  </a:cubicBezTo>
                  <a:cubicBezTo>
                    <a:pt x="103479" y="113791"/>
                    <a:pt x="102651" y="113852"/>
                    <a:pt x="101797" y="113916"/>
                  </a:cubicBezTo>
                  <a:cubicBezTo>
                    <a:pt x="100462" y="114192"/>
                    <a:pt x="100462" y="114192"/>
                    <a:pt x="99099" y="114474"/>
                  </a:cubicBezTo>
                  <a:cubicBezTo>
                    <a:pt x="98243" y="115937"/>
                    <a:pt x="98243" y="115937"/>
                    <a:pt x="97611" y="117450"/>
                  </a:cubicBezTo>
                  <a:cubicBezTo>
                    <a:pt x="96376" y="117722"/>
                    <a:pt x="95135" y="117971"/>
                    <a:pt x="93890" y="118195"/>
                  </a:cubicBezTo>
                  <a:cubicBezTo>
                    <a:pt x="93645" y="118931"/>
                    <a:pt x="93399" y="119668"/>
                    <a:pt x="93146" y="120427"/>
                  </a:cubicBezTo>
                  <a:cubicBezTo>
                    <a:pt x="91857" y="120588"/>
                    <a:pt x="91857" y="120588"/>
                    <a:pt x="90542" y="120753"/>
                  </a:cubicBezTo>
                  <a:cubicBezTo>
                    <a:pt x="89682" y="120891"/>
                    <a:pt x="88823" y="121029"/>
                    <a:pt x="87937" y="121171"/>
                  </a:cubicBezTo>
                  <a:cubicBezTo>
                    <a:pt x="87776" y="121931"/>
                    <a:pt x="87776" y="121931"/>
                    <a:pt x="87612" y="122706"/>
                  </a:cubicBezTo>
                  <a:cubicBezTo>
                    <a:pt x="87404" y="123420"/>
                    <a:pt x="87404" y="123420"/>
                    <a:pt x="87193" y="124148"/>
                  </a:cubicBezTo>
                  <a:cubicBezTo>
                    <a:pt x="85209" y="124148"/>
                    <a:pt x="83224" y="124148"/>
                    <a:pt x="81240" y="124148"/>
                  </a:cubicBezTo>
                  <a:cubicBezTo>
                    <a:pt x="80984" y="125138"/>
                    <a:pt x="80737" y="126130"/>
                    <a:pt x="80496" y="127124"/>
                  </a:cubicBezTo>
                  <a:cubicBezTo>
                    <a:pt x="78496" y="127662"/>
                    <a:pt x="76624" y="127736"/>
                    <a:pt x="74543" y="127868"/>
                  </a:cubicBezTo>
                  <a:cubicBezTo>
                    <a:pt x="74543" y="128851"/>
                    <a:pt x="74543" y="129833"/>
                    <a:pt x="74543" y="130845"/>
                  </a:cubicBezTo>
                  <a:cubicBezTo>
                    <a:pt x="73591" y="130906"/>
                    <a:pt x="72639" y="130968"/>
                    <a:pt x="71659" y="131031"/>
                  </a:cubicBezTo>
                  <a:cubicBezTo>
                    <a:pt x="70022" y="131183"/>
                    <a:pt x="70022" y="131183"/>
                    <a:pt x="68589" y="131589"/>
                  </a:cubicBezTo>
                  <a:cubicBezTo>
                    <a:pt x="68344" y="132096"/>
                    <a:pt x="68098" y="132602"/>
                    <a:pt x="67845" y="133124"/>
                  </a:cubicBezTo>
                  <a:cubicBezTo>
                    <a:pt x="67600" y="133600"/>
                    <a:pt x="67354" y="134075"/>
                    <a:pt x="67101" y="134566"/>
                  </a:cubicBezTo>
                  <a:cubicBezTo>
                    <a:pt x="65059" y="134850"/>
                    <a:pt x="63222" y="134699"/>
                    <a:pt x="61148" y="134566"/>
                  </a:cubicBezTo>
                  <a:cubicBezTo>
                    <a:pt x="61148" y="135548"/>
                    <a:pt x="61148" y="136530"/>
                    <a:pt x="61148" y="137542"/>
                  </a:cubicBezTo>
                  <a:cubicBezTo>
                    <a:pt x="58692" y="137542"/>
                    <a:pt x="56237" y="137542"/>
                    <a:pt x="53707" y="137542"/>
                  </a:cubicBezTo>
                  <a:cubicBezTo>
                    <a:pt x="53707" y="138770"/>
                    <a:pt x="53707" y="139998"/>
                    <a:pt x="53707" y="141263"/>
                  </a:cubicBezTo>
                  <a:cubicBezTo>
                    <a:pt x="51521" y="141402"/>
                    <a:pt x="51521" y="141402"/>
                    <a:pt x="49242" y="141263"/>
                  </a:cubicBezTo>
                  <a:cubicBezTo>
                    <a:pt x="48996" y="140526"/>
                    <a:pt x="48751" y="139789"/>
                    <a:pt x="48498" y="139030"/>
                  </a:cubicBezTo>
                  <a:cubicBezTo>
                    <a:pt x="47761" y="138785"/>
                    <a:pt x="47024" y="138539"/>
                    <a:pt x="46265" y="138286"/>
                  </a:cubicBezTo>
                  <a:cubicBezTo>
                    <a:pt x="46126" y="136007"/>
                    <a:pt x="46126" y="136007"/>
                    <a:pt x="46265" y="133821"/>
                  </a:cubicBezTo>
                  <a:cubicBezTo>
                    <a:pt x="45529" y="133821"/>
                    <a:pt x="44792" y="133821"/>
                    <a:pt x="44033" y="133821"/>
                  </a:cubicBezTo>
                  <a:cubicBezTo>
                    <a:pt x="43761" y="132836"/>
                    <a:pt x="43517" y="131842"/>
                    <a:pt x="43289" y="130845"/>
                  </a:cubicBezTo>
                  <a:cubicBezTo>
                    <a:pt x="42297" y="129729"/>
                    <a:pt x="42297" y="129729"/>
                    <a:pt x="41056" y="128612"/>
                  </a:cubicBezTo>
                  <a:cubicBezTo>
                    <a:pt x="39099" y="126367"/>
                    <a:pt x="37978" y="124807"/>
                    <a:pt x="37336" y="121915"/>
                  </a:cubicBezTo>
                  <a:cubicBezTo>
                    <a:pt x="36844" y="121915"/>
                    <a:pt x="36353" y="121915"/>
                    <a:pt x="35847" y="121915"/>
                  </a:cubicBezTo>
                  <a:cubicBezTo>
                    <a:pt x="35339" y="120929"/>
                    <a:pt x="34843" y="119937"/>
                    <a:pt x="34359" y="118939"/>
                  </a:cubicBezTo>
                  <a:cubicBezTo>
                    <a:pt x="33868" y="118693"/>
                    <a:pt x="33377" y="118448"/>
                    <a:pt x="32871" y="118195"/>
                  </a:cubicBezTo>
                  <a:cubicBezTo>
                    <a:pt x="32763" y="117581"/>
                    <a:pt x="32656" y="116967"/>
                    <a:pt x="32545" y="116334"/>
                  </a:cubicBezTo>
                  <a:cubicBezTo>
                    <a:pt x="32407" y="115720"/>
                    <a:pt x="32269" y="115106"/>
                    <a:pt x="32127" y="114474"/>
                  </a:cubicBezTo>
                  <a:cubicBezTo>
                    <a:pt x="31390" y="114228"/>
                    <a:pt x="30653" y="113983"/>
                    <a:pt x="29894" y="113730"/>
                  </a:cubicBezTo>
                  <a:cubicBezTo>
                    <a:pt x="29617" y="112745"/>
                    <a:pt x="29369" y="111752"/>
                    <a:pt x="29150" y="110753"/>
                  </a:cubicBezTo>
                  <a:cubicBezTo>
                    <a:pt x="28659" y="110508"/>
                    <a:pt x="28168" y="110262"/>
                    <a:pt x="27662" y="110009"/>
                  </a:cubicBezTo>
                  <a:cubicBezTo>
                    <a:pt x="27554" y="109533"/>
                    <a:pt x="27447" y="109057"/>
                    <a:pt x="27336" y="108567"/>
                  </a:cubicBezTo>
                  <a:cubicBezTo>
                    <a:pt x="27021" y="106748"/>
                    <a:pt x="27021" y="106748"/>
                    <a:pt x="24685" y="105544"/>
                  </a:cubicBezTo>
                  <a:cubicBezTo>
                    <a:pt x="24685" y="104807"/>
                    <a:pt x="24685" y="104071"/>
                    <a:pt x="24685" y="103312"/>
                  </a:cubicBezTo>
                  <a:cubicBezTo>
                    <a:pt x="24041" y="103035"/>
                    <a:pt x="24041" y="103035"/>
                    <a:pt x="23383" y="102754"/>
                  </a:cubicBezTo>
                  <a:cubicBezTo>
                    <a:pt x="21182" y="101531"/>
                    <a:pt x="20589" y="100060"/>
                    <a:pt x="19497" y="97847"/>
                  </a:cubicBezTo>
                  <a:cubicBezTo>
                    <a:pt x="18697" y="96369"/>
                    <a:pt x="18697" y="96369"/>
                    <a:pt x="16500" y="95126"/>
                  </a:cubicBezTo>
                  <a:cubicBezTo>
                    <a:pt x="15988" y="93892"/>
                    <a:pt x="15491" y="92652"/>
                    <a:pt x="15011" y="91405"/>
                  </a:cubicBezTo>
                  <a:cubicBezTo>
                    <a:pt x="14520" y="91160"/>
                    <a:pt x="14029" y="90914"/>
                    <a:pt x="13523" y="90661"/>
                  </a:cubicBezTo>
                  <a:cubicBezTo>
                    <a:pt x="13378" y="88961"/>
                    <a:pt x="13378" y="88961"/>
                    <a:pt x="13430" y="86894"/>
                  </a:cubicBezTo>
                  <a:cubicBezTo>
                    <a:pt x="13444" y="86210"/>
                    <a:pt x="13457" y="85526"/>
                    <a:pt x="13471" y="84822"/>
                  </a:cubicBezTo>
                  <a:cubicBezTo>
                    <a:pt x="13488" y="84293"/>
                    <a:pt x="13505" y="83764"/>
                    <a:pt x="13523" y="83220"/>
                  </a:cubicBezTo>
                  <a:cubicBezTo>
                    <a:pt x="15733" y="82852"/>
                    <a:pt x="15733" y="82852"/>
                    <a:pt x="17988" y="82476"/>
                  </a:cubicBezTo>
                  <a:cubicBezTo>
                    <a:pt x="17988" y="81494"/>
                    <a:pt x="17988" y="80511"/>
                    <a:pt x="17988" y="79499"/>
                  </a:cubicBezTo>
                  <a:cubicBezTo>
                    <a:pt x="18516" y="79534"/>
                    <a:pt x="19045" y="79568"/>
                    <a:pt x="19590" y="79604"/>
                  </a:cubicBezTo>
                  <a:cubicBezTo>
                    <a:pt x="20274" y="79631"/>
                    <a:pt x="20957" y="79658"/>
                    <a:pt x="21662" y="79685"/>
                  </a:cubicBezTo>
                  <a:cubicBezTo>
                    <a:pt x="22344" y="79720"/>
                    <a:pt x="23026" y="79754"/>
                    <a:pt x="23729" y="79790"/>
                  </a:cubicBezTo>
                  <a:cubicBezTo>
                    <a:pt x="24290" y="79694"/>
                    <a:pt x="24851" y="79598"/>
                    <a:pt x="25429" y="79499"/>
                  </a:cubicBezTo>
                  <a:cubicBezTo>
                    <a:pt x="25696" y="78512"/>
                    <a:pt x="25944" y="77519"/>
                    <a:pt x="26173" y="76523"/>
                  </a:cubicBezTo>
                  <a:cubicBezTo>
                    <a:pt x="27930" y="76117"/>
                    <a:pt x="29559" y="76150"/>
                    <a:pt x="31359" y="76127"/>
                  </a:cubicBezTo>
                  <a:cubicBezTo>
                    <a:pt x="31858" y="76012"/>
                    <a:pt x="32357" y="75897"/>
                    <a:pt x="32871" y="75779"/>
                  </a:cubicBezTo>
                  <a:cubicBezTo>
                    <a:pt x="33121" y="74787"/>
                    <a:pt x="33369" y="73795"/>
                    <a:pt x="33615" y="72802"/>
                  </a:cubicBezTo>
                  <a:cubicBezTo>
                    <a:pt x="35100" y="72453"/>
                    <a:pt x="35100" y="72453"/>
                    <a:pt x="36917" y="72430"/>
                  </a:cubicBezTo>
                  <a:cubicBezTo>
                    <a:pt x="38704" y="72468"/>
                    <a:pt x="38704" y="72468"/>
                    <a:pt x="40312" y="72058"/>
                  </a:cubicBezTo>
                  <a:cubicBezTo>
                    <a:pt x="40840" y="71082"/>
                    <a:pt x="41338" y="70090"/>
                    <a:pt x="41800" y="69081"/>
                  </a:cubicBezTo>
                  <a:cubicBezTo>
                    <a:pt x="43289" y="69081"/>
                    <a:pt x="44777" y="69081"/>
                    <a:pt x="46265" y="69081"/>
                  </a:cubicBezTo>
                  <a:cubicBezTo>
                    <a:pt x="46480" y="68605"/>
                    <a:pt x="46695" y="68130"/>
                    <a:pt x="46916" y="67639"/>
                  </a:cubicBezTo>
                  <a:cubicBezTo>
                    <a:pt x="47193" y="67133"/>
                    <a:pt x="47469" y="66627"/>
                    <a:pt x="47754" y="66105"/>
                  </a:cubicBezTo>
                  <a:cubicBezTo>
                    <a:pt x="49108" y="65846"/>
                    <a:pt x="49108" y="65846"/>
                    <a:pt x="50730" y="65733"/>
                  </a:cubicBezTo>
                  <a:cubicBezTo>
                    <a:pt x="52317" y="65650"/>
                    <a:pt x="52317" y="65650"/>
                    <a:pt x="53707" y="65361"/>
                  </a:cubicBezTo>
                  <a:cubicBezTo>
                    <a:pt x="54227" y="64381"/>
                    <a:pt x="54724" y="63388"/>
                    <a:pt x="55195" y="62384"/>
                  </a:cubicBezTo>
                  <a:cubicBezTo>
                    <a:pt x="56927" y="62110"/>
                    <a:pt x="58664" y="61861"/>
                    <a:pt x="60404" y="61640"/>
                  </a:cubicBezTo>
                  <a:cubicBezTo>
                    <a:pt x="60772" y="60535"/>
                    <a:pt x="60772" y="60535"/>
                    <a:pt x="61148" y="59407"/>
                  </a:cubicBezTo>
                  <a:cubicBezTo>
                    <a:pt x="62686" y="59027"/>
                    <a:pt x="62686" y="59027"/>
                    <a:pt x="64543" y="58896"/>
                  </a:cubicBezTo>
                  <a:cubicBezTo>
                    <a:pt x="65158" y="58847"/>
                    <a:pt x="65773" y="58798"/>
                    <a:pt x="66406" y="58748"/>
                  </a:cubicBezTo>
                  <a:cubicBezTo>
                    <a:pt x="66881" y="58720"/>
                    <a:pt x="67356" y="58692"/>
                    <a:pt x="67845" y="58663"/>
                  </a:cubicBezTo>
                  <a:cubicBezTo>
                    <a:pt x="67845" y="57681"/>
                    <a:pt x="67845" y="56699"/>
                    <a:pt x="67845" y="55687"/>
                  </a:cubicBezTo>
                  <a:cubicBezTo>
                    <a:pt x="68689" y="55610"/>
                    <a:pt x="69534" y="55533"/>
                    <a:pt x="70403" y="55454"/>
                  </a:cubicBezTo>
                  <a:cubicBezTo>
                    <a:pt x="71278" y="55285"/>
                    <a:pt x="72153" y="55117"/>
                    <a:pt x="73054" y="54943"/>
                  </a:cubicBezTo>
                  <a:cubicBezTo>
                    <a:pt x="73423" y="53838"/>
                    <a:pt x="73423" y="53838"/>
                    <a:pt x="73798" y="52710"/>
                  </a:cubicBezTo>
                  <a:cubicBezTo>
                    <a:pt x="75535" y="52214"/>
                    <a:pt x="77271" y="51718"/>
                    <a:pt x="79007" y="51222"/>
                  </a:cubicBezTo>
                  <a:cubicBezTo>
                    <a:pt x="79376" y="50117"/>
                    <a:pt x="79376" y="50117"/>
                    <a:pt x="79752" y="48989"/>
                  </a:cubicBezTo>
                  <a:cubicBezTo>
                    <a:pt x="81041" y="48828"/>
                    <a:pt x="81041" y="48828"/>
                    <a:pt x="82356" y="48664"/>
                  </a:cubicBezTo>
                  <a:cubicBezTo>
                    <a:pt x="83216" y="48526"/>
                    <a:pt x="84075" y="48388"/>
                    <a:pt x="84961" y="48245"/>
                  </a:cubicBezTo>
                  <a:cubicBezTo>
                    <a:pt x="85083" y="47739"/>
                    <a:pt x="85206" y="47232"/>
                    <a:pt x="85333" y="46711"/>
                  </a:cubicBezTo>
                  <a:cubicBezTo>
                    <a:pt x="85455" y="46235"/>
                    <a:pt x="85578" y="45759"/>
                    <a:pt x="85705" y="45269"/>
                  </a:cubicBezTo>
                  <a:cubicBezTo>
                    <a:pt x="88356" y="45083"/>
                    <a:pt x="88356" y="45083"/>
                    <a:pt x="90914" y="45269"/>
                  </a:cubicBezTo>
                  <a:cubicBezTo>
                    <a:pt x="90914" y="44286"/>
                    <a:pt x="90914" y="43304"/>
                    <a:pt x="90914" y="42292"/>
                  </a:cubicBezTo>
                  <a:cubicBezTo>
                    <a:pt x="91635" y="42231"/>
                    <a:pt x="92356" y="42169"/>
                    <a:pt x="93100" y="42106"/>
                  </a:cubicBezTo>
                  <a:cubicBezTo>
                    <a:pt x="93852" y="41922"/>
                    <a:pt x="94604" y="41738"/>
                    <a:pt x="95379" y="41548"/>
                  </a:cubicBezTo>
                  <a:cubicBezTo>
                    <a:pt x="95540" y="40811"/>
                    <a:pt x="95540" y="40811"/>
                    <a:pt x="95704" y="40060"/>
                  </a:cubicBezTo>
                  <a:cubicBezTo>
                    <a:pt x="95842" y="39569"/>
                    <a:pt x="95980" y="39078"/>
                    <a:pt x="96123" y="38571"/>
                  </a:cubicBezTo>
                  <a:cubicBezTo>
                    <a:pt x="97854" y="38293"/>
                    <a:pt x="99591" y="38045"/>
                    <a:pt x="101332" y="37827"/>
                  </a:cubicBezTo>
                  <a:cubicBezTo>
                    <a:pt x="101577" y="37091"/>
                    <a:pt x="101823" y="36354"/>
                    <a:pt x="102076" y="35595"/>
                  </a:cubicBezTo>
                  <a:cubicBezTo>
                    <a:pt x="102813" y="35487"/>
                    <a:pt x="103549" y="35380"/>
                    <a:pt x="104308" y="35269"/>
                  </a:cubicBezTo>
                  <a:cubicBezTo>
                    <a:pt x="105045" y="35131"/>
                    <a:pt x="105782" y="34993"/>
                    <a:pt x="106541" y="34851"/>
                  </a:cubicBezTo>
                  <a:cubicBezTo>
                    <a:pt x="106663" y="34344"/>
                    <a:pt x="106786" y="33838"/>
                    <a:pt x="106913" y="33316"/>
                  </a:cubicBezTo>
                  <a:cubicBezTo>
                    <a:pt x="107036" y="32840"/>
                    <a:pt x="107158" y="32364"/>
                    <a:pt x="107285" y="31874"/>
                  </a:cubicBezTo>
                  <a:cubicBezTo>
                    <a:pt x="108773" y="31874"/>
                    <a:pt x="110261" y="31874"/>
                    <a:pt x="111750" y="31874"/>
                  </a:cubicBezTo>
                  <a:cubicBezTo>
                    <a:pt x="112005" y="30884"/>
                    <a:pt x="112253" y="29892"/>
                    <a:pt x="112494" y="28898"/>
                  </a:cubicBezTo>
                  <a:cubicBezTo>
                    <a:pt x="114773" y="28340"/>
                    <a:pt x="114773" y="28340"/>
                    <a:pt x="116959" y="28154"/>
                  </a:cubicBezTo>
                  <a:cubicBezTo>
                    <a:pt x="116959" y="27171"/>
                    <a:pt x="116959" y="26189"/>
                    <a:pt x="116959" y="25177"/>
                  </a:cubicBezTo>
                  <a:cubicBezTo>
                    <a:pt x="118198" y="24923"/>
                    <a:pt x="119438" y="24675"/>
                    <a:pt x="120679" y="24433"/>
                  </a:cubicBezTo>
                  <a:cubicBezTo>
                    <a:pt x="120787" y="23942"/>
                    <a:pt x="120894" y="23451"/>
                    <a:pt x="121005" y="22945"/>
                  </a:cubicBezTo>
                  <a:cubicBezTo>
                    <a:pt x="121143" y="22453"/>
                    <a:pt x="121281" y="21962"/>
                    <a:pt x="121423" y="21456"/>
                  </a:cubicBezTo>
                  <a:cubicBezTo>
                    <a:pt x="122906" y="21178"/>
                    <a:pt x="124395" y="20930"/>
                    <a:pt x="125888" y="20712"/>
                  </a:cubicBezTo>
                  <a:cubicBezTo>
                    <a:pt x="126134" y="19975"/>
                    <a:pt x="126379" y="19239"/>
                    <a:pt x="126632" y="18480"/>
                  </a:cubicBezTo>
                  <a:cubicBezTo>
                    <a:pt x="127262" y="18234"/>
                    <a:pt x="127891" y="17989"/>
                    <a:pt x="128539" y="17736"/>
                  </a:cubicBezTo>
                  <a:cubicBezTo>
                    <a:pt x="129437" y="17367"/>
                    <a:pt x="129437" y="17367"/>
                    <a:pt x="130353" y="16991"/>
                  </a:cubicBezTo>
                  <a:cubicBezTo>
                    <a:pt x="130353" y="16255"/>
                    <a:pt x="130353" y="15518"/>
                    <a:pt x="130353" y="14759"/>
                  </a:cubicBezTo>
                  <a:cubicBezTo>
                    <a:pt x="131592" y="14505"/>
                    <a:pt x="132832" y="14257"/>
                    <a:pt x="134074" y="14015"/>
                  </a:cubicBezTo>
                  <a:cubicBezTo>
                    <a:pt x="134319" y="13278"/>
                    <a:pt x="134565" y="12541"/>
                    <a:pt x="134818" y="11782"/>
                  </a:cubicBezTo>
                  <a:cubicBezTo>
                    <a:pt x="137097" y="11271"/>
                    <a:pt x="137097" y="11271"/>
                    <a:pt x="139283" y="11038"/>
                  </a:cubicBezTo>
                  <a:cubicBezTo>
                    <a:pt x="139283" y="10056"/>
                    <a:pt x="139283" y="9074"/>
                    <a:pt x="139283" y="8062"/>
                  </a:cubicBezTo>
                  <a:cubicBezTo>
                    <a:pt x="141050" y="7271"/>
                    <a:pt x="141050" y="7271"/>
                    <a:pt x="143004" y="6573"/>
                  </a:cubicBezTo>
                  <a:cubicBezTo>
                    <a:pt x="143495" y="5837"/>
                    <a:pt x="143986" y="5100"/>
                    <a:pt x="144492" y="4341"/>
                  </a:cubicBezTo>
                  <a:cubicBezTo>
                    <a:pt x="145474" y="4341"/>
                    <a:pt x="146456" y="4341"/>
                    <a:pt x="147468" y="4341"/>
                  </a:cubicBezTo>
                  <a:cubicBezTo>
                    <a:pt x="147468" y="3359"/>
                    <a:pt x="147468" y="2376"/>
                    <a:pt x="147468" y="1364"/>
                  </a:cubicBezTo>
                  <a:cubicBezTo>
                    <a:pt x="149691" y="349"/>
                    <a:pt x="151914" y="594"/>
                    <a:pt x="154305" y="806"/>
                  </a:cubicBezTo>
                  <a:close/>
                </a:path>
              </a:pathLst>
            </a:custGeom>
            <a:grpFill/>
            <a:ln w="744" cap="flat">
              <a:noFill/>
              <a:prstDash val="solid"/>
              <a:miter/>
            </a:ln>
          </p:spPr>
          <p:txBody>
            <a:bodyPr rtlCol="0" anchor="ctr"/>
            <a:lstStyle/>
            <a:p>
              <a:endParaRPr lang="zh-CN" altLang="en-US"/>
            </a:p>
          </p:txBody>
        </p:sp>
        <p:sp>
          <p:nvSpPr>
            <p:cNvPr id="142" name="任意多边形: 形状 141"/>
            <p:cNvSpPr/>
            <p:nvPr/>
          </p:nvSpPr>
          <p:spPr>
            <a:xfrm>
              <a:off x="5232802" y="753617"/>
              <a:ext cx="59736" cy="181113"/>
            </a:xfrm>
            <a:custGeom>
              <a:avLst/>
              <a:gdLst>
                <a:gd name="connsiteX0" fmla="*/ 12111 w 59736"/>
                <a:gd name="connsiteY0" fmla="*/ 646 h 181113"/>
                <a:gd name="connsiteX1" fmla="*/ 13744 w 59736"/>
                <a:gd name="connsiteY1" fmla="*/ 651 h 181113"/>
                <a:gd name="connsiteX2" fmla="*/ 15457 w 59736"/>
                <a:gd name="connsiteY2" fmla="*/ 647 h 181113"/>
                <a:gd name="connsiteX3" fmla="*/ 21087 w 59736"/>
                <a:gd name="connsiteY3" fmla="*/ 648 h 181113"/>
                <a:gd name="connsiteX4" fmla="*/ 24982 w 59736"/>
                <a:gd name="connsiteY4" fmla="*/ 646 h 181113"/>
                <a:gd name="connsiteX5" fmla="*/ 33158 w 59736"/>
                <a:gd name="connsiteY5" fmla="*/ 650 h 181113"/>
                <a:gd name="connsiteX6" fmla="*/ 43660 w 59736"/>
                <a:gd name="connsiteY6" fmla="*/ 647 h 181113"/>
                <a:gd name="connsiteX7" fmla="*/ 51708 w 59736"/>
                <a:gd name="connsiteY7" fmla="*/ 647 h 181113"/>
                <a:gd name="connsiteX8" fmla="*/ 55581 w 59736"/>
                <a:gd name="connsiteY8" fmla="*/ 645 h 181113"/>
                <a:gd name="connsiteX9" fmla="*/ 60986 w 59736"/>
                <a:gd name="connsiteY9" fmla="*/ 651 h 181113"/>
                <a:gd name="connsiteX10" fmla="*/ 62619 w 59736"/>
                <a:gd name="connsiteY10" fmla="*/ 646 h 181113"/>
                <a:gd name="connsiteX11" fmla="*/ 67131 w 59736"/>
                <a:gd name="connsiteY11" fmla="*/ 1491 h 181113"/>
                <a:gd name="connsiteX12" fmla="*/ 67225 w 59736"/>
                <a:gd name="connsiteY12" fmla="*/ 8351 h 181113"/>
                <a:gd name="connsiteX13" fmla="*/ 67229 w 59736"/>
                <a:gd name="connsiteY13" fmla="*/ 10559 h 181113"/>
                <a:gd name="connsiteX14" fmla="*/ 67227 w 59736"/>
                <a:gd name="connsiteY14" fmla="*/ 17946 h 181113"/>
                <a:gd name="connsiteX15" fmla="*/ 67231 w 59736"/>
                <a:gd name="connsiteY15" fmla="*/ 23218 h 181113"/>
                <a:gd name="connsiteX16" fmla="*/ 67231 w 59736"/>
                <a:gd name="connsiteY16" fmla="*/ 36086 h 181113"/>
                <a:gd name="connsiteX17" fmla="*/ 67230 w 59736"/>
                <a:gd name="connsiteY17" fmla="*/ 46542 h 181113"/>
                <a:gd name="connsiteX18" fmla="*/ 67231 w 59736"/>
                <a:gd name="connsiteY18" fmla="*/ 48042 h 181113"/>
                <a:gd name="connsiteX19" fmla="*/ 67231 w 59736"/>
                <a:gd name="connsiteY19" fmla="*/ 51059 h 181113"/>
                <a:gd name="connsiteX20" fmla="*/ 67227 w 59736"/>
                <a:gd name="connsiteY20" fmla="*/ 79385 h 181113"/>
                <a:gd name="connsiteX21" fmla="*/ 67228 w 59736"/>
                <a:gd name="connsiteY21" fmla="*/ 103710 h 181113"/>
                <a:gd name="connsiteX22" fmla="*/ 67231 w 59736"/>
                <a:gd name="connsiteY22" fmla="*/ 131927 h 181113"/>
                <a:gd name="connsiteX23" fmla="*/ 67230 w 59736"/>
                <a:gd name="connsiteY23" fmla="*/ 134934 h 181113"/>
                <a:gd name="connsiteX24" fmla="*/ 67230 w 59736"/>
                <a:gd name="connsiteY24" fmla="*/ 136429 h 181113"/>
                <a:gd name="connsiteX25" fmla="*/ 67232 w 59736"/>
                <a:gd name="connsiteY25" fmla="*/ 146875 h 181113"/>
                <a:gd name="connsiteX26" fmla="*/ 67229 w 59736"/>
                <a:gd name="connsiteY26" fmla="*/ 160927 h 181113"/>
                <a:gd name="connsiteX27" fmla="*/ 67229 w 59736"/>
                <a:gd name="connsiteY27" fmla="*/ 166099 h 181113"/>
                <a:gd name="connsiteX28" fmla="*/ 67225 w 59736"/>
                <a:gd name="connsiteY28" fmla="*/ 173131 h 181113"/>
                <a:gd name="connsiteX29" fmla="*/ 67230 w 59736"/>
                <a:gd name="connsiteY29" fmla="*/ 175222 h 181113"/>
                <a:gd name="connsiteX30" fmla="*/ 66387 w 59736"/>
                <a:gd name="connsiteY30" fmla="*/ 181573 h 181113"/>
                <a:gd name="connsiteX31" fmla="*/ 60986 w 59736"/>
                <a:gd name="connsiteY31" fmla="*/ 181754 h 181113"/>
                <a:gd name="connsiteX32" fmla="*/ 59274 w 59736"/>
                <a:gd name="connsiteY32" fmla="*/ 181758 h 181113"/>
                <a:gd name="connsiteX33" fmla="*/ 53643 w 59736"/>
                <a:gd name="connsiteY33" fmla="*/ 181745 h 181113"/>
                <a:gd name="connsiteX34" fmla="*/ 49748 w 59736"/>
                <a:gd name="connsiteY34" fmla="*/ 181743 h 181113"/>
                <a:gd name="connsiteX35" fmla="*/ 41573 w 59736"/>
                <a:gd name="connsiteY35" fmla="*/ 181726 h 181113"/>
                <a:gd name="connsiteX36" fmla="*/ 31070 w 59736"/>
                <a:gd name="connsiteY36" fmla="*/ 181711 h 181113"/>
                <a:gd name="connsiteX37" fmla="*/ 23023 w 59736"/>
                <a:gd name="connsiteY37" fmla="*/ 181702 h 181113"/>
                <a:gd name="connsiteX38" fmla="*/ 19149 w 59736"/>
                <a:gd name="connsiteY38" fmla="*/ 181697 h 181113"/>
                <a:gd name="connsiteX39" fmla="*/ 13744 w 59736"/>
                <a:gd name="connsiteY39" fmla="*/ 181681 h 181113"/>
                <a:gd name="connsiteX40" fmla="*/ 12111 w 59736"/>
                <a:gd name="connsiteY40" fmla="*/ 181682 h 181113"/>
                <a:gd name="connsiteX41" fmla="*/ 7599 w 59736"/>
                <a:gd name="connsiteY41" fmla="*/ 180829 h 181113"/>
                <a:gd name="connsiteX42" fmla="*/ 7505 w 59736"/>
                <a:gd name="connsiteY42" fmla="*/ 173936 h 181113"/>
                <a:gd name="connsiteX43" fmla="*/ 7501 w 59736"/>
                <a:gd name="connsiteY43" fmla="*/ 171717 h 181113"/>
                <a:gd name="connsiteX44" fmla="*/ 7503 w 59736"/>
                <a:gd name="connsiteY44" fmla="*/ 164294 h 181113"/>
                <a:gd name="connsiteX45" fmla="*/ 7499 w 59736"/>
                <a:gd name="connsiteY45" fmla="*/ 158996 h 181113"/>
                <a:gd name="connsiteX46" fmla="*/ 7499 w 59736"/>
                <a:gd name="connsiteY46" fmla="*/ 146066 h 181113"/>
                <a:gd name="connsiteX47" fmla="*/ 7500 w 59736"/>
                <a:gd name="connsiteY47" fmla="*/ 135561 h 181113"/>
                <a:gd name="connsiteX48" fmla="*/ 7500 w 59736"/>
                <a:gd name="connsiteY48" fmla="*/ 134054 h 181113"/>
                <a:gd name="connsiteX49" fmla="*/ 7499 w 59736"/>
                <a:gd name="connsiteY49" fmla="*/ 131023 h 181113"/>
                <a:gd name="connsiteX50" fmla="*/ 7503 w 59736"/>
                <a:gd name="connsiteY50" fmla="*/ 102569 h 181113"/>
                <a:gd name="connsiteX51" fmla="*/ 7502 w 59736"/>
                <a:gd name="connsiteY51" fmla="*/ 78128 h 181113"/>
                <a:gd name="connsiteX52" fmla="*/ 7499 w 59736"/>
                <a:gd name="connsiteY52" fmla="*/ 49779 h 181113"/>
                <a:gd name="connsiteX53" fmla="*/ 7500 w 59736"/>
                <a:gd name="connsiteY53" fmla="*/ 46758 h 181113"/>
                <a:gd name="connsiteX54" fmla="*/ 7500 w 59736"/>
                <a:gd name="connsiteY54" fmla="*/ 45257 h 181113"/>
                <a:gd name="connsiteX55" fmla="*/ 7498 w 59736"/>
                <a:gd name="connsiteY55" fmla="*/ 34760 h 181113"/>
                <a:gd name="connsiteX56" fmla="*/ 7502 w 59736"/>
                <a:gd name="connsiteY56" fmla="*/ 20643 h 181113"/>
                <a:gd name="connsiteX57" fmla="*/ 7501 w 59736"/>
                <a:gd name="connsiteY57" fmla="*/ 15446 h 181113"/>
                <a:gd name="connsiteX58" fmla="*/ 7505 w 59736"/>
                <a:gd name="connsiteY58" fmla="*/ 8384 h 181113"/>
                <a:gd name="connsiteX59" fmla="*/ 7500 w 59736"/>
                <a:gd name="connsiteY59" fmla="*/ 6277 h 181113"/>
                <a:gd name="connsiteX60" fmla="*/ 12111 w 59736"/>
                <a:gd name="connsiteY60" fmla="*/ 646 h 18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9736" h="181113">
                  <a:moveTo>
                    <a:pt x="12111" y="646"/>
                  </a:moveTo>
                  <a:cubicBezTo>
                    <a:pt x="12920" y="648"/>
                    <a:pt x="12920" y="648"/>
                    <a:pt x="13744" y="651"/>
                  </a:cubicBezTo>
                  <a:cubicBezTo>
                    <a:pt x="14592" y="649"/>
                    <a:pt x="14592" y="649"/>
                    <a:pt x="15457" y="647"/>
                  </a:cubicBezTo>
                  <a:cubicBezTo>
                    <a:pt x="17333" y="643"/>
                    <a:pt x="19210" y="646"/>
                    <a:pt x="21087" y="648"/>
                  </a:cubicBezTo>
                  <a:cubicBezTo>
                    <a:pt x="22386" y="648"/>
                    <a:pt x="23684" y="647"/>
                    <a:pt x="24982" y="646"/>
                  </a:cubicBezTo>
                  <a:cubicBezTo>
                    <a:pt x="27708" y="645"/>
                    <a:pt x="30432" y="646"/>
                    <a:pt x="33158" y="650"/>
                  </a:cubicBezTo>
                  <a:cubicBezTo>
                    <a:pt x="36658" y="654"/>
                    <a:pt x="40159" y="652"/>
                    <a:pt x="43660" y="647"/>
                  </a:cubicBezTo>
                  <a:cubicBezTo>
                    <a:pt x="46343" y="645"/>
                    <a:pt x="49025" y="645"/>
                    <a:pt x="51708" y="647"/>
                  </a:cubicBezTo>
                  <a:cubicBezTo>
                    <a:pt x="52999" y="648"/>
                    <a:pt x="54290" y="647"/>
                    <a:pt x="55581" y="645"/>
                  </a:cubicBezTo>
                  <a:cubicBezTo>
                    <a:pt x="57383" y="644"/>
                    <a:pt x="59184" y="646"/>
                    <a:pt x="60986" y="651"/>
                  </a:cubicBezTo>
                  <a:cubicBezTo>
                    <a:pt x="61525" y="649"/>
                    <a:pt x="62064" y="648"/>
                    <a:pt x="62619" y="646"/>
                  </a:cubicBezTo>
                  <a:cubicBezTo>
                    <a:pt x="66302" y="662"/>
                    <a:pt x="66302" y="662"/>
                    <a:pt x="67131" y="1491"/>
                  </a:cubicBezTo>
                  <a:cubicBezTo>
                    <a:pt x="67205" y="3783"/>
                    <a:pt x="67231" y="6058"/>
                    <a:pt x="67225" y="8351"/>
                  </a:cubicBezTo>
                  <a:cubicBezTo>
                    <a:pt x="67227" y="9444"/>
                    <a:pt x="67227" y="9444"/>
                    <a:pt x="67229" y="10559"/>
                  </a:cubicBezTo>
                  <a:cubicBezTo>
                    <a:pt x="67232" y="13022"/>
                    <a:pt x="67229" y="15484"/>
                    <a:pt x="67227" y="17946"/>
                  </a:cubicBezTo>
                  <a:cubicBezTo>
                    <a:pt x="67228" y="19703"/>
                    <a:pt x="67229" y="21461"/>
                    <a:pt x="67231" y="23218"/>
                  </a:cubicBezTo>
                  <a:cubicBezTo>
                    <a:pt x="67234" y="27507"/>
                    <a:pt x="67234" y="31797"/>
                    <a:pt x="67231" y="36086"/>
                  </a:cubicBezTo>
                  <a:cubicBezTo>
                    <a:pt x="67230" y="39572"/>
                    <a:pt x="67229" y="43057"/>
                    <a:pt x="67230" y="46542"/>
                  </a:cubicBezTo>
                  <a:cubicBezTo>
                    <a:pt x="67230" y="47037"/>
                    <a:pt x="67231" y="47532"/>
                    <a:pt x="67231" y="48042"/>
                  </a:cubicBezTo>
                  <a:cubicBezTo>
                    <a:pt x="67231" y="49048"/>
                    <a:pt x="67231" y="50054"/>
                    <a:pt x="67231" y="51059"/>
                  </a:cubicBezTo>
                  <a:cubicBezTo>
                    <a:pt x="67233" y="60501"/>
                    <a:pt x="67231" y="69943"/>
                    <a:pt x="67227" y="79385"/>
                  </a:cubicBezTo>
                  <a:cubicBezTo>
                    <a:pt x="67224" y="87493"/>
                    <a:pt x="67224" y="95602"/>
                    <a:pt x="67228" y="103710"/>
                  </a:cubicBezTo>
                  <a:cubicBezTo>
                    <a:pt x="67232" y="113116"/>
                    <a:pt x="67233" y="122522"/>
                    <a:pt x="67231" y="131927"/>
                  </a:cubicBezTo>
                  <a:cubicBezTo>
                    <a:pt x="67231" y="132930"/>
                    <a:pt x="67231" y="133932"/>
                    <a:pt x="67230" y="134934"/>
                  </a:cubicBezTo>
                  <a:cubicBezTo>
                    <a:pt x="67230" y="135674"/>
                    <a:pt x="67230" y="135674"/>
                    <a:pt x="67230" y="136429"/>
                  </a:cubicBezTo>
                  <a:cubicBezTo>
                    <a:pt x="67229" y="139911"/>
                    <a:pt x="67230" y="143393"/>
                    <a:pt x="67232" y="146875"/>
                  </a:cubicBezTo>
                  <a:cubicBezTo>
                    <a:pt x="67234" y="151559"/>
                    <a:pt x="67233" y="156243"/>
                    <a:pt x="67229" y="160927"/>
                  </a:cubicBezTo>
                  <a:cubicBezTo>
                    <a:pt x="67228" y="162651"/>
                    <a:pt x="67228" y="164375"/>
                    <a:pt x="67229" y="166099"/>
                  </a:cubicBezTo>
                  <a:cubicBezTo>
                    <a:pt x="67231" y="168443"/>
                    <a:pt x="67229" y="170787"/>
                    <a:pt x="67225" y="173131"/>
                  </a:cubicBezTo>
                  <a:cubicBezTo>
                    <a:pt x="67228" y="174166"/>
                    <a:pt x="67228" y="174166"/>
                    <a:pt x="67230" y="175222"/>
                  </a:cubicBezTo>
                  <a:cubicBezTo>
                    <a:pt x="67216" y="179915"/>
                    <a:pt x="67216" y="179915"/>
                    <a:pt x="66387" y="181573"/>
                  </a:cubicBezTo>
                  <a:cubicBezTo>
                    <a:pt x="64559" y="181720"/>
                    <a:pt x="62815" y="181768"/>
                    <a:pt x="60986" y="181754"/>
                  </a:cubicBezTo>
                  <a:cubicBezTo>
                    <a:pt x="60421" y="181755"/>
                    <a:pt x="59856" y="181757"/>
                    <a:pt x="59274" y="181758"/>
                  </a:cubicBezTo>
                  <a:cubicBezTo>
                    <a:pt x="57397" y="181761"/>
                    <a:pt x="55520" y="181753"/>
                    <a:pt x="53643" y="181745"/>
                  </a:cubicBezTo>
                  <a:cubicBezTo>
                    <a:pt x="52345" y="181744"/>
                    <a:pt x="51046" y="181743"/>
                    <a:pt x="49748" y="181743"/>
                  </a:cubicBezTo>
                  <a:cubicBezTo>
                    <a:pt x="47023" y="181742"/>
                    <a:pt x="44298" y="181736"/>
                    <a:pt x="41573" y="181726"/>
                  </a:cubicBezTo>
                  <a:cubicBezTo>
                    <a:pt x="38072" y="181714"/>
                    <a:pt x="34571" y="181711"/>
                    <a:pt x="31070" y="181711"/>
                  </a:cubicBezTo>
                  <a:cubicBezTo>
                    <a:pt x="28387" y="181711"/>
                    <a:pt x="25705" y="181707"/>
                    <a:pt x="23023" y="181702"/>
                  </a:cubicBezTo>
                  <a:cubicBezTo>
                    <a:pt x="21731" y="181699"/>
                    <a:pt x="20440" y="181698"/>
                    <a:pt x="19149" y="181697"/>
                  </a:cubicBezTo>
                  <a:cubicBezTo>
                    <a:pt x="17347" y="181696"/>
                    <a:pt x="15546" y="181689"/>
                    <a:pt x="13744" y="181681"/>
                  </a:cubicBezTo>
                  <a:cubicBezTo>
                    <a:pt x="13206" y="181681"/>
                    <a:pt x="12667" y="181682"/>
                    <a:pt x="12111" y="181682"/>
                  </a:cubicBezTo>
                  <a:cubicBezTo>
                    <a:pt x="8429" y="181658"/>
                    <a:pt x="8429" y="181658"/>
                    <a:pt x="7599" y="180829"/>
                  </a:cubicBezTo>
                  <a:cubicBezTo>
                    <a:pt x="7525" y="178526"/>
                    <a:pt x="7499" y="176239"/>
                    <a:pt x="7505" y="173936"/>
                  </a:cubicBezTo>
                  <a:cubicBezTo>
                    <a:pt x="7504" y="173204"/>
                    <a:pt x="7503" y="172471"/>
                    <a:pt x="7501" y="171717"/>
                  </a:cubicBezTo>
                  <a:cubicBezTo>
                    <a:pt x="7498" y="169242"/>
                    <a:pt x="7501" y="166768"/>
                    <a:pt x="7503" y="164294"/>
                  </a:cubicBezTo>
                  <a:cubicBezTo>
                    <a:pt x="7502" y="162528"/>
                    <a:pt x="7501" y="160762"/>
                    <a:pt x="7499" y="158996"/>
                  </a:cubicBezTo>
                  <a:cubicBezTo>
                    <a:pt x="7496" y="154686"/>
                    <a:pt x="7497" y="150376"/>
                    <a:pt x="7499" y="146066"/>
                  </a:cubicBezTo>
                  <a:cubicBezTo>
                    <a:pt x="7500" y="142564"/>
                    <a:pt x="7501" y="139063"/>
                    <a:pt x="7500" y="135561"/>
                  </a:cubicBezTo>
                  <a:cubicBezTo>
                    <a:pt x="7500" y="134815"/>
                    <a:pt x="7500" y="134815"/>
                    <a:pt x="7500" y="134054"/>
                  </a:cubicBezTo>
                  <a:cubicBezTo>
                    <a:pt x="7499" y="133044"/>
                    <a:pt x="7499" y="132034"/>
                    <a:pt x="7499" y="131023"/>
                  </a:cubicBezTo>
                  <a:cubicBezTo>
                    <a:pt x="7497" y="121538"/>
                    <a:pt x="7499" y="112054"/>
                    <a:pt x="7503" y="102569"/>
                  </a:cubicBezTo>
                  <a:cubicBezTo>
                    <a:pt x="7506" y="94422"/>
                    <a:pt x="7506" y="86275"/>
                    <a:pt x="7502" y="78128"/>
                  </a:cubicBezTo>
                  <a:cubicBezTo>
                    <a:pt x="7498" y="68678"/>
                    <a:pt x="7497" y="59228"/>
                    <a:pt x="7499" y="49779"/>
                  </a:cubicBezTo>
                  <a:cubicBezTo>
                    <a:pt x="7499" y="48772"/>
                    <a:pt x="7500" y="47765"/>
                    <a:pt x="7500" y="46758"/>
                  </a:cubicBezTo>
                  <a:cubicBezTo>
                    <a:pt x="7500" y="46015"/>
                    <a:pt x="7500" y="46015"/>
                    <a:pt x="7500" y="45257"/>
                  </a:cubicBezTo>
                  <a:cubicBezTo>
                    <a:pt x="7501" y="41758"/>
                    <a:pt x="7500" y="38259"/>
                    <a:pt x="7498" y="34760"/>
                  </a:cubicBezTo>
                  <a:cubicBezTo>
                    <a:pt x="7496" y="30054"/>
                    <a:pt x="7497" y="25349"/>
                    <a:pt x="7502" y="20643"/>
                  </a:cubicBezTo>
                  <a:cubicBezTo>
                    <a:pt x="7503" y="18911"/>
                    <a:pt x="7502" y="17178"/>
                    <a:pt x="7501" y="15446"/>
                  </a:cubicBezTo>
                  <a:cubicBezTo>
                    <a:pt x="7499" y="13092"/>
                    <a:pt x="7501" y="10738"/>
                    <a:pt x="7505" y="8384"/>
                  </a:cubicBezTo>
                  <a:cubicBezTo>
                    <a:pt x="7502" y="7341"/>
                    <a:pt x="7502" y="7341"/>
                    <a:pt x="7500" y="6277"/>
                  </a:cubicBezTo>
                  <a:cubicBezTo>
                    <a:pt x="7517" y="666"/>
                    <a:pt x="7517" y="666"/>
                    <a:pt x="12111" y="646"/>
                  </a:cubicBezTo>
                  <a:close/>
                </a:path>
              </a:pathLst>
            </a:custGeom>
            <a:grpFill/>
            <a:ln w="744" cap="flat">
              <a:noFill/>
              <a:prstDash val="solid"/>
              <a:miter/>
            </a:ln>
          </p:spPr>
          <p:txBody>
            <a:bodyPr rtlCol="0" anchor="ctr"/>
            <a:lstStyle/>
            <a:p>
              <a:endParaRPr lang="zh-CN" altLang="en-US"/>
            </a:p>
          </p:txBody>
        </p:sp>
        <p:sp>
          <p:nvSpPr>
            <p:cNvPr id="143" name="任意多边形: 形状 142"/>
            <p:cNvSpPr/>
            <p:nvPr/>
          </p:nvSpPr>
          <p:spPr>
            <a:xfrm>
              <a:off x="11433828" y="1392840"/>
              <a:ext cx="152736" cy="236091"/>
            </a:xfrm>
            <a:custGeom>
              <a:avLst/>
              <a:gdLst>
                <a:gd name="connsiteX0" fmla="*/ 15824 w 152736"/>
                <a:gd name="connsiteY0" fmla="*/ 1600 h 236091"/>
                <a:gd name="connsiteX1" fmla="*/ 75164 w 152736"/>
                <a:gd name="connsiteY1" fmla="*/ 1561 h 236091"/>
                <a:gd name="connsiteX2" fmla="*/ 102715 w 152736"/>
                <a:gd name="connsiteY2" fmla="*/ 1544 h 236091"/>
                <a:gd name="connsiteX3" fmla="*/ 126718 w 152736"/>
                <a:gd name="connsiteY3" fmla="*/ 1530 h 236091"/>
                <a:gd name="connsiteX4" fmla="*/ 139436 w 152736"/>
                <a:gd name="connsiteY4" fmla="*/ 1521 h 236091"/>
                <a:gd name="connsiteX5" fmla="*/ 151392 w 152736"/>
                <a:gd name="connsiteY5" fmla="*/ 1516 h 236091"/>
                <a:gd name="connsiteX6" fmla="*/ 155794 w 152736"/>
                <a:gd name="connsiteY6" fmla="*/ 1511 h 236091"/>
                <a:gd name="connsiteX7" fmla="*/ 161776 w 152736"/>
                <a:gd name="connsiteY7" fmla="*/ 1511 h 236091"/>
                <a:gd name="connsiteX8" fmla="*/ 163559 w 152736"/>
                <a:gd name="connsiteY8" fmla="*/ 1504 h 236091"/>
                <a:gd name="connsiteX9" fmla="*/ 168373 w 152736"/>
                <a:gd name="connsiteY9" fmla="*/ 2344 h 236091"/>
                <a:gd name="connsiteX10" fmla="*/ 168498 w 152736"/>
                <a:gd name="connsiteY10" fmla="*/ 8739 h 236091"/>
                <a:gd name="connsiteX11" fmla="*/ 168505 w 152736"/>
                <a:gd name="connsiteY11" fmla="*/ 10683 h 236091"/>
                <a:gd name="connsiteX12" fmla="*/ 168511 w 152736"/>
                <a:gd name="connsiteY12" fmla="*/ 14759 h 236091"/>
                <a:gd name="connsiteX13" fmla="*/ 168540 w 152736"/>
                <a:gd name="connsiteY13" fmla="*/ 21020 h 236091"/>
                <a:gd name="connsiteX14" fmla="*/ 168544 w 152736"/>
                <a:gd name="connsiteY14" fmla="*/ 24971 h 236091"/>
                <a:gd name="connsiteX15" fmla="*/ 168561 w 152736"/>
                <a:gd name="connsiteY15" fmla="*/ 26876 h 236091"/>
                <a:gd name="connsiteX16" fmla="*/ 168373 w 152736"/>
                <a:gd name="connsiteY16" fmla="*/ 31366 h 236091"/>
                <a:gd name="connsiteX17" fmla="*/ 161114 w 152736"/>
                <a:gd name="connsiteY17" fmla="*/ 32263 h 236091"/>
                <a:gd name="connsiteX18" fmla="*/ 159310 w 152736"/>
                <a:gd name="connsiteY18" fmla="*/ 32285 h 236091"/>
                <a:gd name="connsiteX19" fmla="*/ 153391 w 152736"/>
                <a:gd name="connsiteY19" fmla="*/ 32345 h 236091"/>
                <a:gd name="connsiteX20" fmla="*/ 149293 w 152736"/>
                <a:gd name="connsiteY20" fmla="*/ 32392 h 236091"/>
                <a:gd name="connsiteX21" fmla="*/ 138496 w 152736"/>
                <a:gd name="connsiteY21" fmla="*/ 32506 h 236091"/>
                <a:gd name="connsiteX22" fmla="*/ 127483 w 152736"/>
                <a:gd name="connsiteY22" fmla="*/ 32626 h 236091"/>
                <a:gd name="connsiteX23" fmla="*/ 105865 w 152736"/>
                <a:gd name="connsiteY23" fmla="*/ 32854 h 236091"/>
                <a:gd name="connsiteX24" fmla="*/ 105868 w 152736"/>
                <a:gd name="connsiteY24" fmla="*/ 34160 h 236091"/>
                <a:gd name="connsiteX25" fmla="*/ 105979 w 152736"/>
                <a:gd name="connsiteY25" fmla="*/ 110741 h 236091"/>
                <a:gd name="connsiteX26" fmla="*/ 105988 w 152736"/>
                <a:gd name="connsiteY26" fmla="*/ 119926 h 236091"/>
                <a:gd name="connsiteX27" fmla="*/ 105989 w 152736"/>
                <a:gd name="connsiteY27" fmla="*/ 121773 h 236091"/>
                <a:gd name="connsiteX28" fmla="*/ 106037 w 152736"/>
                <a:gd name="connsiteY28" fmla="*/ 151423 h 236091"/>
                <a:gd name="connsiteX29" fmla="*/ 106075 w 152736"/>
                <a:gd name="connsiteY29" fmla="*/ 181824 h 236091"/>
                <a:gd name="connsiteX30" fmla="*/ 106106 w 152736"/>
                <a:gd name="connsiteY30" fmla="*/ 200598 h 236091"/>
                <a:gd name="connsiteX31" fmla="*/ 106118 w 152736"/>
                <a:gd name="connsiteY31" fmla="*/ 213455 h 236091"/>
                <a:gd name="connsiteX32" fmla="*/ 106131 w 152736"/>
                <a:gd name="connsiteY32" fmla="*/ 220883 h 236091"/>
                <a:gd name="connsiteX33" fmla="*/ 106133 w 152736"/>
                <a:gd name="connsiteY33" fmla="*/ 228918 h 236091"/>
                <a:gd name="connsiteX34" fmla="*/ 106153 w 152736"/>
                <a:gd name="connsiteY34" fmla="*/ 231316 h 236091"/>
                <a:gd name="connsiteX35" fmla="*/ 106140 w 152736"/>
                <a:gd name="connsiteY35" fmla="*/ 233473 h 236091"/>
                <a:gd name="connsiteX36" fmla="*/ 106142 w 152736"/>
                <a:gd name="connsiteY36" fmla="*/ 235349 h 236091"/>
                <a:gd name="connsiteX37" fmla="*/ 105865 w 152736"/>
                <a:gd name="connsiteY37" fmla="*/ 236748 h 236091"/>
                <a:gd name="connsiteX38" fmla="*/ 98147 w 152736"/>
                <a:gd name="connsiteY38" fmla="*/ 237591 h 236091"/>
                <a:gd name="connsiteX39" fmla="*/ 96527 w 152736"/>
                <a:gd name="connsiteY39" fmla="*/ 237594 h 236091"/>
                <a:gd name="connsiteX40" fmla="*/ 93136 w 152736"/>
                <a:gd name="connsiteY40" fmla="*/ 237590 h 236091"/>
                <a:gd name="connsiteX41" fmla="*/ 87958 w 152736"/>
                <a:gd name="connsiteY41" fmla="*/ 237594 h 236091"/>
                <a:gd name="connsiteX42" fmla="*/ 84660 w 152736"/>
                <a:gd name="connsiteY42" fmla="*/ 237591 h 236091"/>
                <a:gd name="connsiteX43" fmla="*/ 83100 w 152736"/>
                <a:gd name="connsiteY43" fmla="*/ 237596 h 236091"/>
                <a:gd name="connsiteX44" fmla="*/ 76099 w 152736"/>
                <a:gd name="connsiteY44" fmla="*/ 236748 h 236091"/>
                <a:gd name="connsiteX45" fmla="*/ 75733 w 152736"/>
                <a:gd name="connsiteY45" fmla="*/ 233473 h 236091"/>
                <a:gd name="connsiteX46" fmla="*/ 75715 w 152736"/>
                <a:gd name="connsiteY46" fmla="*/ 231316 h 236091"/>
                <a:gd name="connsiteX47" fmla="*/ 75741 w 152736"/>
                <a:gd name="connsiteY47" fmla="*/ 228918 h 236091"/>
                <a:gd name="connsiteX48" fmla="*/ 75734 w 152736"/>
                <a:gd name="connsiteY48" fmla="*/ 226393 h 236091"/>
                <a:gd name="connsiteX49" fmla="*/ 75761 w 152736"/>
                <a:gd name="connsiteY49" fmla="*/ 217947 h 236091"/>
                <a:gd name="connsiteX50" fmla="*/ 75760 w 152736"/>
                <a:gd name="connsiteY50" fmla="*/ 211920 h 236091"/>
                <a:gd name="connsiteX51" fmla="*/ 75785 w 152736"/>
                <a:gd name="connsiteY51" fmla="*/ 198909 h 236091"/>
                <a:gd name="connsiteX52" fmla="*/ 75820 w 152736"/>
                <a:gd name="connsiteY52" fmla="*/ 180097 h 236091"/>
                <a:gd name="connsiteX53" fmla="*/ 75875 w 152736"/>
                <a:gd name="connsiteY53" fmla="*/ 149579 h 236091"/>
                <a:gd name="connsiteX54" fmla="*/ 75936 w 152736"/>
                <a:gd name="connsiteY54" fmla="*/ 119926 h 236091"/>
                <a:gd name="connsiteX55" fmla="*/ 75938 w 152736"/>
                <a:gd name="connsiteY55" fmla="*/ 118081 h 236091"/>
                <a:gd name="connsiteX56" fmla="*/ 75950 w 152736"/>
                <a:gd name="connsiteY56" fmla="*/ 108919 h 236091"/>
                <a:gd name="connsiteX57" fmla="*/ 76099 w 152736"/>
                <a:gd name="connsiteY57" fmla="*/ 32854 h 236091"/>
                <a:gd name="connsiteX58" fmla="*/ 15824 w 152736"/>
                <a:gd name="connsiteY58" fmla="*/ 32110 h 236091"/>
                <a:gd name="connsiteX59" fmla="*/ 15824 w 152736"/>
                <a:gd name="connsiteY59" fmla="*/ 1600 h 23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736" h="236091">
                  <a:moveTo>
                    <a:pt x="15824" y="1600"/>
                  </a:moveTo>
                  <a:cubicBezTo>
                    <a:pt x="35604" y="1583"/>
                    <a:pt x="55384" y="1570"/>
                    <a:pt x="75164" y="1561"/>
                  </a:cubicBezTo>
                  <a:cubicBezTo>
                    <a:pt x="84348" y="1558"/>
                    <a:pt x="93531" y="1552"/>
                    <a:pt x="102715" y="1544"/>
                  </a:cubicBezTo>
                  <a:cubicBezTo>
                    <a:pt x="110716" y="1537"/>
                    <a:pt x="118717" y="1532"/>
                    <a:pt x="126718" y="1530"/>
                  </a:cubicBezTo>
                  <a:cubicBezTo>
                    <a:pt x="130958" y="1529"/>
                    <a:pt x="135197" y="1527"/>
                    <a:pt x="139436" y="1521"/>
                  </a:cubicBezTo>
                  <a:cubicBezTo>
                    <a:pt x="143422" y="1516"/>
                    <a:pt x="147407" y="1515"/>
                    <a:pt x="151392" y="1516"/>
                  </a:cubicBezTo>
                  <a:cubicBezTo>
                    <a:pt x="152860" y="1516"/>
                    <a:pt x="154327" y="1514"/>
                    <a:pt x="155794" y="1511"/>
                  </a:cubicBezTo>
                  <a:cubicBezTo>
                    <a:pt x="157788" y="1508"/>
                    <a:pt x="159782" y="1509"/>
                    <a:pt x="161776" y="1511"/>
                  </a:cubicBezTo>
                  <a:cubicBezTo>
                    <a:pt x="162365" y="1508"/>
                    <a:pt x="162953" y="1506"/>
                    <a:pt x="163559" y="1504"/>
                  </a:cubicBezTo>
                  <a:cubicBezTo>
                    <a:pt x="167544" y="1515"/>
                    <a:pt x="167544" y="1515"/>
                    <a:pt x="168373" y="2344"/>
                  </a:cubicBezTo>
                  <a:cubicBezTo>
                    <a:pt x="168457" y="4482"/>
                    <a:pt x="168495" y="6601"/>
                    <a:pt x="168498" y="8739"/>
                  </a:cubicBezTo>
                  <a:cubicBezTo>
                    <a:pt x="168500" y="9380"/>
                    <a:pt x="168503" y="10022"/>
                    <a:pt x="168505" y="10683"/>
                  </a:cubicBezTo>
                  <a:cubicBezTo>
                    <a:pt x="168509" y="12041"/>
                    <a:pt x="168511" y="13400"/>
                    <a:pt x="168511" y="14759"/>
                  </a:cubicBezTo>
                  <a:cubicBezTo>
                    <a:pt x="168512" y="16846"/>
                    <a:pt x="168526" y="18933"/>
                    <a:pt x="168540" y="21020"/>
                  </a:cubicBezTo>
                  <a:cubicBezTo>
                    <a:pt x="168542" y="22337"/>
                    <a:pt x="168544" y="23654"/>
                    <a:pt x="168544" y="24971"/>
                  </a:cubicBezTo>
                  <a:cubicBezTo>
                    <a:pt x="168550" y="25599"/>
                    <a:pt x="168555" y="26228"/>
                    <a:pt x="168561" y="26876"/>
                  </a:cubicBezTo>
                  <a:cubicBezTo>
                    <a:pt x="168555" y="28374"/>
                    <a:pt x="168472" y="29871"/>
                    <a:pt x="168373" y="31366"/>
                  </a:cubicBezTo>
                  <a:cubicBezTo>
                    <a:pt x="166073" y="32516"/>
                    <a:pt x="163640" y="32243"/>
                    <a:pt x="161114" y="32263"/>
                  </a:cubicBezTo>
                  <a:cubicBezTo>
                    <a:pt x="160519" y="32270"/>
                    <a:pt x="159923" y="32277"/>
                    <a:pt x="159310" y="32285"/>
                  </a:cubicBezTo>
                  <a:cubicBezTo>
                    <a:pt x="157337" y="32308"/>
                    <a:pt x="155364" y="32327"/>
                    <a:pt x="153391" y="32345"/>
                  </a:cubicBezTo>
                  <a:cubicBezTo>
                    <a:pt x="152025" y="32361"/>
                    <a:pt x="150659" y="32376"/>
                    <a:pt x="149293" y="32392"/>
                  </a:cubicBezTo>
                  <a:cubicBezTo>
                    <a:pt x="145694" y="32433"/>
                    <a:pt x="142095" y="32470"/>
                    <a:pt x="138496" y="32506"/>
                  </a:cubicBezTo>
                  <a:cubicBezTo>
                    <a:pt x="134825" y="32543"/>
                    <a:pt x="131154" y="32585"/>
                    <a:pt x="127483" y="32626"/>
                  </a:cubicBezTo>
                  <a:cubicBezTo>
                    <a:pt x="120277" y="32706"/>
                    <a:pt x="113071" y="32781"/>
                    <a:pt x="105865" y="32854"/>
                  </a:cubicBezTo>
                  <a:cubicBezTo>
                    <a:pt x="105866" y="33285"/>
                    <a:pt x="105867" y="33716"/>
                    <a:pt x="105868" y="34160"/>
                  </a:cubicBezTo>
                  <a:cubicBezTo>
                    <a:pt x="105917" y="59687"/>
                    <a:pt x="105956" y="85214"/>
                    <a:pt x="105979" y="110741"/>
                  </a:cubicBezTo>
                  <a:cubicBezTo>
                    <a:pt x="105982" y="113803"/>
                    <a:pt x="105985" y="116864"/>
                    <a:pt x="105988" y="119926"/>
                  </a:cubicBezTo>
                  <a:cubicBezTo>
                    <a:pt x="105988" y="120536"/>
                    <a:pt x="105989" y="121145"/>
                    <a:pt x="105989" y="121773"/>
                  </a:cubicBezTo>
                  <a:cubicBezTo>
                    <a:pt x="105999" y="131657"/>
                    <a:pt x="106017" y="141540"/>
                    <a:pt x="106037" y="151423"/>
                  </a:cubicBezTo>
                  <a:cubicBezTo>
                    <a:pt x="106058" y="161557"/>
                    <a:pt x="106071" y="171691"/>
                    <a:pt x="106075" y="181824"/>
                  </a:cubicBezTo>
                  <a:cubicBezTo>
                    <a:pt x="106078" y="188082"/>
                    <a:pt x="106088" y="194340"/>
                    <a:pt x="106106" y="200598"/>
                  </a:cubicBezTo>
                  <a:cubicBezTo>
                    <a:pt x="106118" y="204884"/>
                    <a:pt x="106121" y="209169"/>
                    <a:pt x="106118" y="213455"/>
                  </a:cubicBezTo>
                  <a:cubicBezTo>
                    <a:pt x="106117" y="215931"/>
                    <a:pt x="106120" y="218407"/>
                    <a:pt x="106131" y="220883"/>
                  </a:cubicBezTo>
                  <a:cubicBezTo>
                    <a:pt x="106142" y="223562"/>
                    <a:pt x="106140" y="226240"/>
                    <a:pt x="106133" y="228918"/>
                  </a:cubicBezTo>
                  <a:cubicBezTo>
                    <a:pt x="106140" y="229710"/>
                    <a:pt x="106146" y="230501"/>
                    <a:pt x="106153" y="231316"/>
                  </a:cubicBezTo>
                  <a:cubicBezTo>
                    <a:pt x="106147" y="232383"/>
                    <a:pt x="106147" y="232383"/>
                    <a:pt x="106140" y="233473"/>
                  </a:cubicBezTo>
                  <a:cubicBezTo>
                    <a:pt x="106141" y="234092"/>
                    <a:pt x="106141" y="234711"/>
                    <a:pt x="106142" y="235349"/>
                  </a:cubicBezTo>
                  <a:cubicBezTo>
                    <a:pt x="106051" y="235811"/>
                    <a:pt x="105959" y="236273"/>
                    <a:pt x="105865" y="236748"/>
                  </a:cubicBezTo>
                  <a:cubicBezTo>
                    <a:pt x="103243" y="237623"/>
                    <a:pt x="100875" y="237599"/>
                    <a:pt x="98147" y="237591"/>
                  </a:cubicBezTo>
                  <a:cubicBezTo>
                    <a:pt x="97613" y="237592"/>
                    <a:pt x="97078" y="237593"/>
                    <a:pt x="96527" y="237594"/>
                  </a:cubicBezTo>
                  <a:cubicBezTo>
                    <a:pt x="95396" y="237594"/>
                    <a:pt x="94266" y="237593"/>
                    <a:pt x="93136" y="237590"/>
                  </a:cubicBezTo>
                  <a:cubicBezTo>
                    <a:pt x="91410" y="237586"/>
                    <a:pt x="89684" y="237590"/>
                    <a:pt x="87958" y="237594"/>
                  </a:cubicBezTo>
                  <a:cubicBezTo>
                    <a:pt x="86858" y="237594"/>
                    <a:pt x="85759" y="237593"/>
                    <a:pt x="84660" y="237591"/>
                  </a:cubicBezTo>
                  <a:cubicBezTo>
                    <a:pt x="84145" y="237593"/>
                    <a:pt x="83630" y="237594"/>
                    <a:pt x="83100" y="237596"/>
                  </a:cubicBezTo>
                  <a:cubicBezTo>
                    <a:pt x="78048" y="237572"/>
                    <a:pt x="78048" y="237572"/>
                    <a:pt x="76099" y="236748"/>
                  </a:cubicBezTo>
                  <a:cubicBezTo>
                    <a:pt x="75730" y="235349"/>
                    <a:pt x="75730" y="235349"/>
                    <a:pt x="75733" y="233473"/>
                  </a:cubicBezTo>
                  <a:cubicBezTo>
                    <a:pt x="75727" y="232761"/>
                    <a:pt x="75721" y="232049"/>
                    <a:pt x="75715" y="231316"/>
                  </a:cubicBezTo>
                  <a:cubicBezTo>
                    <a:pt x="75728" y="230129"/>
                    <a:pt x="75728" y="230129"/>
                    <a:pt x="75741" y="228918"/>
                  </a:cubicBezTo>
                  <a:cubicBezTo>
                    <a:pt x="75739" y="228085"/>
                    <a:pt x="75736" y="227252"/>
                    <a:pt x="75734" y="226393"/>
                  </a:cubicBezTo>
                  <a:cubicBezTo>
                    <a:pt x="75729" y="223578"/>
                    <a:pt x="75745" y="220763"/>
                    <a:pt x="75761" y="217947"/>
                  </a:cubicBezTo>
                  <a:cubicBezTo>
                    <a:pt x="75764" y="215938"/>
                    <a:pt x="75762" y="213929"/>
                    <a:pt x="75760" y="211920"/>
                  </a:cubicBezTo>
                  <a:cubicBezTo>
                    <a:pt x="75759" y="207583"/>
                    <a:pt x="75768" y="203246"/>
                    <a:pt x="75785" y="198909"/>
                  </a:cubicBezTo>
                  <a:cubicBezTo>
                    <a:pt x="75809" y="192639"/>
                    <a:pt x="75817" y="186368"/>
                    <a:pt x="75820" y="180097"/>
                  </a:cubicBezTo>
                  <a:cubicBezTo>
                    <a:pt x="75827" y="169925"/>
                    <a:pt x="75847" y="159752"/>
                    <a:pt x="75875" y="149579"/>
                  </a:cubicBezTo>
                  <a:cubicBezTo>
                    <a:pt x="75902" y="139695"/>
                    <a:pt x="75923" y="129811"/>
                    <a:pt x="75936" y="119926"/>
                  </a:cubicBezTo>
                  <a:cubicBezTo>
                    <a:pt x="75937" y="119013"/>
                    <a:pt x="75937" y="119013"/>
                    <a:pt x="75938" y="118081"/>
                  </a:cubicBezTo>
                  <a:cubicBezTo>
                    <a:pt x="75942" y="115027"/>
                    <a:pt x="75946" y="111973"/>
                    <a:pt x="75950" y="108919"/>
                  </a:cubicBezTo>
                  <a:cubicBezTo>
                    <a:pt x="75980" y="83564"/>
                    <a:pt x="76035" y="58209"/>
                    <a:pt x="76099" y="32854"/>
                  </a:cubicBezTo>
                  <a:cubicBezTo>
                    <a:pt x="56209" y="32608"/>
                    <a:pt x="36318" y="32363"/>
                    <a:pt x="15824" y="32110"/>
                  </a:cubicBezTo>
                  <a:cubicBezTo>
                    <a:pt x="15824" y="22042"/>
                    <a:pt x="15824" y="11973"/>
                    <a:pt x="15824" y="1600"/>
                  </a:cubicBezTo>
                  <a:close/>
                </a:path>
              </a:pathLst>
            </a:custGeom>
            <a:grpFill/>
            <a:ln w="744" cap="flat">
              <a:noFill/>
              <a:prstDash val="solid"/>
              <a:miter/>
            </a:ln>
          </p:spPr>
          <p:txBody>
            <a:bodyPr rtlCol="0" anchor="ctr"/>
            <a:lstStyle/>
            <a:p>
              <a:endParaRPr lang="zh-CN" altLang="en-US"/>
            </a:p>
          </p:txBody>
        </p:sp>
        <p:sp>
          <p:nvSpPr>
            <p:cNvPr id="144" name="任意多边形: 形状 143"/>
            <p:cNvSpPr/>
            <p:nvPr/>
          </p:nvSpPr>
          <p:spPr>
            <a:xfrm>
              <a:off x="7626695" y="979194"/>
              <a:ext cx="134424" cy="171375"/>
            </a:xfrm>
            <a:custGeom>
              <a:avLst/>
              <a:gdLst>
                <a:gd name="connsiteX0" fmla="*/ 58507 w 134424"/>
                <a:gd name="connsiteY0" fmla="*/ 948 h 171375"/>
                <a:gd name="connsiteX1" fmla="*/ 61483 w 134424"/>
                <a:gd name="connsiteY1" fmla="*/ 948 h 171375"/>
                <a:gd name="connsiteX2" fmla="*/ 62227 w 134424"/>
                <a:gd name="connsiteY2" fmla="*/ 4669 h 171375"/>
                <a:gd name="connsiteX3" fmla="*/ 65204 w 134424"/>
                <a:gd name="connsiteY3" fmla="*/ 5413 h 171375"/>
                <a:gd name="connsiteX4" fmla="*/ 65204 w 134424"/>
                <a:gd name="connsiteY4" fmla="*/ 8389 h 171375"/>
                <a:gd name="connsiteX5" fmla="*/ 67436 w 134424"/>
                <a:gd name="connsiteY5" fmla="*/ 9134 h 171375"/>
                <a:gd name="connsiteX6" fmla="*/ 68180 w 134424"/>
                <a:gd name="connsiteY6" fmla="*/ 12110 h 171375"/>
                <a:gd name="connsiteX7" fmla="*/ 70413 w 134424"/>
                <a:gd name="connsiteY7" fmla="*/ 12854 h 171375"/>
                <a:gd name="connsiteX8" fmla="*/ 74878 w 134424"/>
                <a:gd name="connsiteY8" fmla="*/ 20296 h 171375"/>
                <a:gd name="connsiteX9" fmla="*/ 77110 w 134424"/>
                <a:gd name="connsiteY9" fmla="*/ 22528 h 171375"/>
                <a:gd name="connsiteX10" fmla="*/ 82319 w 134424"/>
                <a:gd name="connsiteY10" fmla="*/ 31458 h 171375"/>
                <a:gd name="connsiteX11" fmla="*/ 84552 w 134424"/>
                <a:gd name="connsiteY11" fmla="*/ 32202 h 171375"/>
                <a:gd name="connsiteX12" fmla="*/ 84552 w 134424"/>
                <a:gd name="connsiteY12" fmla="*/ 35178 h 171375"/>
                <a:gd name="connsiteX13" fmla="*/ 86784 w 134424"/>
                <a:gd name="connsiteY13" fmla="*/ 35178 h 171375"/>
                <a:gd name="connsiteX14" fmla="*/ 87389 w 134424"/>
                <a:gd name="connsiteY14" fmla="*/ 36713 h 171375"/>
                <a:gd name="connsiteX15" fmla="*/ 90226 w 134424"/>
                <a:gd name="connsiteY15" fmla="*/ 41225 h 171375"/>
                <a:gd name="connsiteX16" fmla="*/ 98690 w 134424"/>
                <a:gd name="connsiteY16" fmla="*/ 52294 h 171375"/>
                <a:gd name="connsiteX17" fmla="*/ 99731 w 134424"/>
                <a:gd name="connsiteY17" fmla="*/ 53759 h 171375"/>
                <a:gd name="connsiteX18" fmla="*/ 101667 w 134424"/>
                <a:gd name="connsiteY18" fmla="*/ 58247 h 171375"/>
                <a:gd name="connsiteX19" fmla="*/ 103899 w 134424"/>
                <a:gd name="connsiteY19" fmla="*/ 58991 h 171375"/>
                <a:gd name="connsiteX20" fmla="*/ 103899 w 134424"/>
                <a:gd name="connsiteY20" fmla="*/ 62712 h 171375"/>
                <a:gd name="connsiteX21" fmla="*/ 106132 w 134424"/>
                <a:gd name="connsiteY21" fmla="*/ 62712 h 171375"/>
                <a:gd name="connsiteX22" fmla="*/ 106876 w 134424"/>
                <a:gd name="connsiteY22" fmla="*/ 65688 h 171375"/>
                <a:gd name="connsiteX23" fmla="*/ 109108 w 134424"/>
                <a:gd name="connsiteY23" fmla="*/ 67921 h 171375"/>
                <a:gd name="connsiteX24" fmla="*/ 112364 w 134424"/>
                <a:gd name="connsiteY24" fmla="*/ 71874 h 171375"/>
                <a:gd name="connsiteX25" fmla="*/ 115526 w 134424"/>
                <a:gd name="connsiteY25" fmla="*/ 76106 h 171375"/>
                <a:gd name="connsiteX26" fmla="*/ 118038 w 134424"/>
                <a:gd name="connsiteY26" fmla="*/ 82059 h 171375"/>
                <a:gd name="connsiteX27" fmla="*/ 120270 w 134424"/>
                <a:gd name="connsiteY27" fmla="*/ 82803 h 171375"/>
                <a:gd name="connsiteX28" fmla="*/ 120270 w 134424"/>
                <a:gd name="connsiteY28" fmla="*/ 86524 h 171375"/>
                <a:gd name="connsiteX29" fmla="*/ 122503 w 134424"/>
                <a:gd name="connsiteY29" fmla="*/ 86524 h 171375"/>
                <a:gd name="connsiteX30" fmla="*/ 123247 w 134424"/>
                <a:gd name="connsiteY30" fmla="*/ 90245 h 171375"/>
                <a:gd name="connsiteX31" fmla="*/ 124735 w 134424"/>
                <a:gd name="connsiteY31" fmla="*/ 90245 h 171375"/>
                <a:gd name="connsiteX32" fmla="*/ 125061 w 134424"/>
                <a:gd name="connsiteY32" fmla="*/ 92105 h 171375"/>
                <a:gd name="connsiteX33" fmla="*/ 125479 w 134424"/>
                <a:gd name="connsiteY33" fmla="*/ 93966 h 171375"/>
                <a:gd name="connsiteX34" fmla="*/ 127712 w 134424"/>
                <a:gd name="connsiteY34" fmla="*/ 93966 h 171375"/>
                <a:gd name="connsiteX35" fmla="*/ 129200 w 134424"/>
                <a:gd name="connsiteY35" fmla="*/ 97686 h 171375"/>
                <a:gd name="connsiteX36" fmla="*/ 130688 w 134424"/>
                <a:gd name="connsiteY36" fmla="*/ 98430 h 171375"/>
                <a:gd name="connsiteX37" fmla="*/ 132177 w 134424"/>
                <a:gd name="connsiteY37" fmla="*/ 102895 h 171375"/>
                <a:gd name="connsiteX38" fmla="*/ 133665 w 134424"/>
                <a:gd name="connsiteY38" fmla="*/ 103639 h 171375"/>
                <a:gd name="connsiteX39" fmla="*/ 134409 w 134424"/>
                <a:gd name="connsiteY39" fmla="*/ 106616 h 171375"/>
                <a:gd name="connsiteX40" fmla="*/ 135897 w 134424"/>
                <a:gd name="connsiteY40" fmla="*/ 107360 h 171375"/>
                <a:gd name="connsiteX41" fmla="*/ 137386 w 134424"/>
                <a:gd name="connsiteY41" fmla="*/ 111081 h 171375"/>
                <a:gd name="connsiteX42" fmla="*/ 138874 w 134424"/>
                <a:gd name="connsiteY42" fmla="*/ 111825 h 171375"/>
                <a:gd name="connsiteX43" fmla="*/ 140362 w 134424"/>
                <a:gd name="connsiteY43" fmla="*/ 115546 h 171375"/>
                <a:gd name="connsiteX44" fmla="*/ 141850 w 134424"/>
                <a:gd name="connsiteY44" fmla="*/ 116290 h 171375"/>
                <a:gd name="connsiteX45" fmla="*/ 142176 w 134424"/>
                <a:gd name="connsiteY45" fmla="*/ 118522 h 171375"/>
                <a:gd name="connsiteX46" fmla="*/ 142595 w 134424"/>
                <a:gd name="connsiteY46" fmla="*/ 120755 h 171375"/>
                <a:gd name="connsiteX47" fmla="*/ 144827 w 134424"/>
                <a:gd name="connsiteY47" fmla="*/ 121499 h 171375"/>
                <a:gd name="connsiteX48" fmla="*/ 145152 w 134424"/>
                <a:gd name="connsiteY48" fmla="*/ 125964 h 171375"/>
                <a:gd name="connsiteX49" fmla="*/ 145196 w 134424"/>
                <a:gd name="connsiteY49" fmla="*/ 128429 h 171375"/>
                <a:gd name="connsiteX50" fmla="*/ 144827 w 134424"/>
                <a:gd name="connsiteY50" fmla="*/ 130428 h 171375"/>
                <a:gd name="connsiteX51" fmla="*/ 141850 w 134424"/>
                <a:gd name="connsiteY51" fmla="*/ 131173 h 171375"/>
                <a:gd name="connsiteX52" fmla="*/ 141850 w 134424"/>
                <a:gd name="connsiteY52" fmla="*/ 134149 h 171375"/>
                <a:gd name="connsiteX53" fmla="*/ 138874 w 134424"/>
                <a:gd name="connsiteY53" fmla="*/ 134893 h 171375"/>
                <a:gd name="connsiteX54" fmla="*/ 138176 w 134424"/>
                <a:gd name="connsiteY54" fmla="*/ 136428 h 171375"/>
                <a:gd name="connsiteX55" fmla="*/ 137386 w 134424"/>
                <a:gd name="connsiteY55" fmla="*/ 137870 h 171375"/>
                <a:gd name="connsiteX56" fmla="*/ 133665 w 134424"/>
                <a:gd name="connsiteY56" fmla="*/ 137870 h 171375"/>
                <a:gd name="connsiteX57" fmla="*/ 133665 w 134424"/>
                <a:gd name="connsiteY57" fmla="*/ 140846 h 171375"/>
                <a:gd name="connsiteX58" fmla="*/ 130688 w 134424"/>
                <a:gd name="connsiteY58" fmla="*/ 141591 h 171375"/>
                <a:gd name="connsiteX59" fmla="*/ 129991 w 134424"/>
                <a:gd name="connsiteY59" fmla="*/ 143125 h 171375"/>
                <a:gd name="connsiteX60" fmla="*/ 129200 w 134424"/>
                <a:gd name="connsiteY60" fmla="*/ 144567 h 171375"/>
                <a:gd name="connsiteX61" fmla="*/ 125479 w 134424"/>
                <a:gd name="connsiteY61" fmla="*/ 144567 h 171375"/>
                <a:gd name="connsiteX62" fmla="*/ 125479 w 134424"/>
                <a:gd name="connsiteY62" fmla="*/ 147544 h 171375"/>
                <a:gd name="connsiteX63" fmla="*/ 122503 w 134424"/>
                <a:gd name="connsiteY63" fmla="*/ 148288 h 171375"/>
                <a:gd name="connsiteX64" fmla="*/ 121805 w 134424"/>
                <a:gd name="connsiteY64" fmla="*/ 149823 h 171375"/>
                <a:gd name="connsiteX65" fmla="*/ 121014 w 134424"/>
                <a:gd name="connsiteY65" fmla="*/ 151264 h 171375"/>
                <a:gd name="connsiteX66" fmla="*/ 117294 w 134424"/>
                <a:gd name="connsiteY66" fmla="*/ 151264 h 171375"/>
                <a:gd name="connsiteX67" fmla="*/ 117294 w 134424"/>
                <a:gd name="connsiteY67" fmla="*/ 154241 h 171375"/>
                <a:gd name="connsiteX68" fmla="*/ 113573 w 134424"/>
                <a:gd name="connsiteY68" fmla="*/ 154985 h 171375"/>
                <a:gd name="connsiteX69" fmla="*/ 113573 w 134424"/>
                <a:gd name="connsiteY69" fmla="*/ 157962 h 171375"/>
                <a:gd name="connsiteX70" fmla="*/ 109852 w 134424"/>
                <a:gd name="connsiteY70" fmla="*/ 158706 h 171375"/>
                <a:gd name="connsiteX71" fmla="*/ 109108 w 134424"/>
                <a:gd name="connsiteY71" fmla="*/ 160938 h 171375"/>
                <a:gd name="connsiteX72" fmla="*/ 106132 w 134424"/>
                <a:gd name="connsiteY72" fmla="*/ 162426 h 171375"/>
                <a:gd name="connsiteX73" fmla="*/ 105387 w 134424"/>
                <a:gd name="connsiteY73" fmla="*/ 164659 h 171375"/>
                <a:gd name="connsiteX74" fmla="*/ 103527 w 134424"/>
                <a:gd name="connsiteY74" fmla="*/ 164984 h 171375"/>
                <a:gd name="connsiteX75" fmla="*/ 101667 w 134424"/>
                <a:gd name="connsiteY75" fmla="*/ 165403 h 171375"/>
                <a:gd name="connsiteX76" fmla="*/ 100923 w 134424"/>
                <a:gd name="connsiteY76" fmla="*/ 168380 h 171375"/>
                <a:gd name="connsiteX77" fmla="*/ 97946 w 134424"/>
                <a:gd name="connsiteY77" fmla="*/ 169124 h 171375"/>
                <a:gd name="connsiteX78" fmla="*/ 97693 w 134424"/>
                <a:gd name="connsiteY78" fmla="*/ 170624 h 171375"/>
                <a:gd name="connsiteX79" fmla="*/ 97202 w 134424"/>
                <a:gd name="connsiteY79" fmla="*/ 172100 h 171375"/>
                <a:gd name="connsiteX80" fmla="*/ 90505 w 134424"/>
                <a:gd name="connsiteY80" fmla="*/ 172100 h 171375"/>
                <a:gd name="connsiteX81" fmla="*/ 89761 w 134424"/>
                <a:gd name="connsiteY81" fmla="*/ 165403 h 171375"/>
                <a:gd name="connsiteX82" fmla="*/ 87528 w 134424"/>
                <a:gd name="connsiteY82" fmla="*/ 165403 h 171375"/>
                <a:gd name="connsiteX83" fmla="*/ 86040 w 134424"/>
                <a:gd name="connsiteY83" fmla="*/ 160938 h 171375"/>
                <a:gd name="connsiteX84" fmla="*/ 84552 w 134424"/>
                <a:gd name="connsiteY84" fmla="*/ 160194 h 171375"/>
                <a:gd name="connsiteX85" fmla="*/ 84226 w 134424"/>
                <a:gd name="connsiteY85" fmla="*/ 158008 h 171375"/>
                <a:gd name="connsiteX86" fmla="*/ 83807 w 134424"/>
                <a:gd name="connsiteY86" fmla="*/ 155729 h 171375"/>
                <a:gd name="connsiteX87" fmla="*/ 81575 w 134424"/>
                <a:gd name="connsiteY87" fmla="*/ 154241 h 171375"/>
                <a:gd name="connsiteX88" fmla="*/ 81575 w 134424"/>
                <a:gd name="connsiteY88" fmla="*/ 150520 h 171375"/>
                <a:gd name="connsiteX89" fmla="*/ 79343 w 134424"/>
                <a:gd name="connsiteY89" fmla="*/ 149776 h 171375"/>
                <a:gd name="connsiteX90" fmla="*/ 77854 w 134424"/>
                <a:gd name="connsiteY90" fmla="*/ 146055 h 171375"/>
                <a:gd name="connsiteX91" fmla="*/ 76366 w 134424"/>
                <a:gd name="connsiteY91" fmla="*/ 146055 h 171375"/>
                <a:gd name="connsiteX92" fmla="*/ 76087 w 134424"/>
                <a:gd name="connsiteY92" fmla="*/ 143497 h 171375"/>
                <a:gd name="connsiteX93" fmla="*/ 75622 w 134424"/>
                <a:gd name="connsiteY93" fmla="*/ 140846 h 171375"/>
                <a:gd name="connsiteX94" fmla="*/ 74134 w 134424"/>
                <a:gd name="connsiteY94" fmla="*/ 140102 h 171375"/>
                <a:gd name="connsiteX95" fmla="*/ 71901 w 134424"/>
                <a:gd name="connsiteY95" fmla="*/ 136382 h 171375"/>
                <a:gd name="connsiteX96" fmla="*/ 71017 w 134424"/>
                <a:gd name="connsiteY96" fmla="*/ 134800 h 171375"/>
                <a:gd name="connsiteX97" fmla="*/ 70413 w 134424"/>
                <a:gd name="connsiteY97" fmla="*/ 131173 h 171375"/>
                <a:gd name="connsiteX98" fmla="*/ 68180 w 134424"/>
                <a:gd name="connsiteY98" fmla="*/ 131173 h 171375"/>
                <a:gd name="connsiteX99" fmla="*/ 68180 w 134424"/>
                <a:gd name="connsiteY99" fmla="*/ 126708 h 171375"/>
                <a:gd name="connsiteX100" fmla="*/ 65948 w 134424"/>
                <a:gd name="connsiteY100" fmla="*/ 126708 h 171375"/>
                <a:gd name="connsiteX101" fmla="*/ 65204 w 134424"/>
                <a:gd name="connsiteY101" fmla="*/ 122987 h 171375"/>
                <a:gd name="connsiteX102" fmla="*/ 62971 w 134424"/>
                <a:gd name="connsiteY102" fmla="*/ 122243 h 171375"/>
                <a:gd name="connsiteX103" fmla="*/ 61483 w 134424"/>
                <a:gd name="connsiteY103" fmla="*/ 118522 h 171375"/>
                <a:gd name="connsiteX104" fmla="*/ 59995 w 134424"/>
                <a:gd name="connsiteY104" fmla="*/ 117778 h 171375"/>
                <a:gd name="connsiteX105" fmla="*/ 59251 w 134424"/>
                <a:gd name="connsiteY105" fmla="*/ 114057 h 171375"/>
                <a:gd name="connsiteX106" fmla="*/ 57762 w 134424"/>
                <a:gd name="connsiteY106" fmla="*/ 113313 h 171375"/>
                <a:gd name="connsiteX107" fmla="*/ 57437 w 134424"/>
                <a:gd name="connsiteY107" fmla="*/ 111453 h 171375"/>
                <a:gd name="connsiteX108" fmla="*/ 57018 w 134424"/>
                <a:gd name="connsiteY108" fmla="*/ 109593 h 171375"/>
                <a:gd name="connsiteX109" fmla="*/ 54786 w 134424"/>
                <a:gd name="connsiteY109" fmla="*/ 108848 h 171375"/>
                <a:gd name="connsiteX110" fmla="*/ 52553 w 134424"/>
                <a:gd name="connsiteY110" fmla="*/ 105128 h 171375"/>
                <a:gd name="connsiteX111" fmla="*/ 48833 w 134424"/>
                <a:gd name="connsiteY111" fmla="*/ 100663 h 171375"/>
                <a:gd name="connsiteX112" fmla="*/ 48089 w 134424"/>
                <a:gd name="connsiteY112" fmla="*/ 96942 h 171375"/>
                <a:gd name="connsiteX113" fmla="*/ 46600 w 134424"/>
                <a:gd name="connsiteY113" fmla="*/ 96198 h 171375"/>
                <a:gd name="connsiteX114" fmla="*/ 46275 w 134424"/>
                <a:gd name="connsiteY114" fmla="*/ 94756 h 171375"/>
                <a:gd name="connsiteX115" fmla="*/ 43624 w 134424"/>
                <a:gd name="connsiteY115" fmla="*/ 91733 h 171375"/>
                <a:gd name="connsiteX116" fmla="*/ 42880 w 134424"/>
                <a:gd name="connsiteY116" fmla="*/ 89501 h 171375"/>
                <a:gd name="connsiteX117" fmla="*/ 41391 w 134424"/>
                <a:gd name="connsiteY117" fmla="*/ 88757 h 171375"/>
                <a:gd name="connsiteX118" fmla="*/ 40647 w 134424"/>
                <a:gd name="connsiteY118" fmla="*/ 86478 h 171375"/>
                <a:gd name="connsiteX119" fmla="*/ 39903 w 134424"/>
                <a:gd name="connsiteY119" fmla="*/ 84292 h 171375"/>
                <a:gd name="connsiteX120" fmla="*/ 38415 w 134424"/>
                <a:gd name="connsiteY120" fmla="*/ 84292 h 171375"/>
                <a:gd name="connsiteX121" fmla="*/ 36927 w 134424"/>
                <a:gd name="connsiteY121" fmla="*/ 81315 h 171375"/>
                <a:gd name="connsiteX122" fmla="*/ 35438 w 134424"/>
                <a:gd name="connsiteY122" fmla="*/ 80571 h 171375"/>
                <a:gd name="connsiteX123" fmla="*/ 34694 w 134424"/>
                <a:gd name="connsiteY123" fmla="*/ 76850 h 171375"/>
                <a:gd name="connsiteX124" fmla="*/ 33206 w 134424"/>
                <a:gd name="connsiteY124" fmla="*/ 76106 h 171375"/>
                <a:gd name="connsiteX125" fmla="*/ 31718 w 134424"/>
                <a:gd name="connsiteY125" fmla="*/ 72385 h 171375"/>
                <a:gd name="connsiteX126" fmla="*/ 30229 w 134424"/>
                <a:gd name="connsiteY126" fmla="*/ 71641 h 171375"/>
                <a:gd name="connsiteX127" fmla="*/ 29485 w 134424"/>
                <a:gd name="connsiteY127" fmla="*/ 69409 h 171375"/>
                <a:gd name="connsiteX128" fmla="*/ 27253 w 134424"/>
                <a:gd name="connsiteY128" fmla="*/ 67177 h 171375"/>
                <a:gd name="connsiteX129" fmla="*/ 24183 w 134424"/>
                <a:gd name="connsiteY129" fmla="*/ 63084 h 171375"/>
                <a:gd name="connsiteX130" fmla="*/ 22596 w 134424"/>
                <a:gd name="connsiteY130" fmla="*/ 60921 h 171375"/>
                <a:gd name="connsiteX131" fmla="*/ 20555 w 134424"/>
                <a:gd name="connsiteY131" fmla="*/ 56759 h 171375"/>
                <a:gd name="connsiteX132" fmla="*/ 18323 w 134424"/>
                <a:gd name="connsiteY132" fmla="*/ 54991 h 171375"/>
                <a:gd name="connsiteX133" fmla="*/ 15346 w 134424"/>
                <a:gd name="connsiteY133" fmla="*/ 49317 h 171375"/>
                <a:gd name="connsiteX134" fmla="*/ 13858 w 134424"/>
                <a:gd name="connsiteY134" fmla="*/ 48573 h 171375"/>
                <a:gd name="connsiteX135" fmla="*/ 12370 w 134424"/>
                <a:gd name="connsiteY135" fmla="*/ 45596 h 171375"/>
                <a:gd name="connsiteX136" fmla="*/ 10882 w 134424"/>
                <a:gd name="connsiteY136" fmla="*/ 44852 h 171375"/>
                <a:gd name="connsiteX137" fmla="*/ 10882 w 134424"/>
                <a:gd name="connsiteY137" fmla="*/ 38899 h 171375"/>
                <a:gd name="connsiteX138" fmla="*/ 13858 w 134424"/>
                <a:gd name="connsiteY138" fmla="*/ 38899 h 171375"/>
                <a:gd name="connsiteX139" fmla="*/ 14184 w 134424"/>
                <a:gd name="connsiteY139" fmla="*/ 37085 h 171375"/>
                <a:gd name="connsiteX140" fmla="*/ 14602 w 134424"/>
                <a:gd name="connsiteY140" fmla="*/ 35178 h 171375"/>
                <a:gd name="connsiteX141" fmla="*/ 18323 w 134424"/>
                <a:gd name="connsiteY141" fmla="*/ 34434 h 171375"/>
                <a:gd name="connsiteX142" fmla="*/ 19067 w 134424"/>
                <a:gd name="connsiteY142" fmla="*/ 32202 h 171375"/>
                <a:gd name="connsiteX143" fmla="*/ 20928 w 134424"/>
                <a:gd name="connsiteY143" fmla="*/ 31876 h 171375"/>
                <a:gd name="connsiteX144" fmla="*/ 22788 w 134424"/>
                <a:gd name="connsiteY144" fmla="*/ 31458 h 171375"/>
                <a:gd name="connsiteX145" fmla="*/ 23532 w 134424"/>
                <a:gd name="connsiteY145" fmla="*/ 28481 h 171375"/>
                <a:gd name="connsiteX146" fmla="*/ 26509 w 134424"/>
                <a:gd name="connsiteY146" fmla="*/ 27737 h 171375"/>
                <a:gd name="connsiteX147" fmla="*/ 27253 w 134424"/>
                <a:gd name="connsiteY147" fmla="*/ 25505 h 171375"/>
                <a:gd name="connsiteX148" fmla="*/ 30973 w 134424"/>
                <a:gd name="connsiteY148" fmla="*/ 24016 h 171375"/>
                <a:gd name="connsiteX149" fmla="*/ 31718 w 134424"/>
                <a:gd name="connsiteY149" fmla="*/ 21784 h 171375"/>
                <a:gd name="connsiteX150" fmla="*/ 33578 w 134424"/>
                <a:gd name="connsiteY150" fmla="*/ 21458 h 171375"/>
                <a:gd name="connsiteX151" fmla="*/ 35438 w 134424"/>
                <a:gd name="connsiteY151" fmla="*/ 21040 h 171375"/>
                <a:gd name="connsiteX152" fmla="*/ 35764 w 134424"/>
                <a:gd name="connsiteY152" fmla="*/ 19552 h 171375"/>
                <a:gd name="connsiteX153" fmla="*/ 36182 w 134424"/>
                <a:gd name="connsiteY153" fmla="*/ 18063 h 171375"/>
                <a:gd name="connsiteX154" fmla="*/ 40647 w 134424"/>
                <a:gd name="connsiteY154" fmla="*/ 17319 h 171375"/>
                <a:gd name="connsiteX155" fmla="*/ 41391 w 134424"/>
                <a:gd name="connsiteY155" fmla="*/ 15087 h 171375"/>
                <a:gd name="connsiteX156" fmla="*/ 44368 w 134424"/>
                <a:gd name="connsiteY156" fmla="*/ 13598 h 171375"/>
                <a:gd name="connsiteX157" fmla="*/ 45112 w 134424"/>
                <a:gd name="connsiteY157" fmla="*/ 11366 h 171375"/>
                <a:gd name="connsiteX158" fmla="*/ 49577 w 134424"/>
                <a:gd name="connsiteY158" fmla="*/ 11366 h 171375"/>
                <a:gd name="connsiteX159" fmla="*/ 49577 w 134424"/>
                <a:gd name="connsiteY159" fmla="*/ 8389 h 171375"/>
                <a:gd name="connsiteX160" fmla="*/ 54042 w 134424"/>
                <a:gd name="connsiteY160" fmla="*/ 7645 h 171375"/>
                <a:gd name="connsiteX161" fmla="*/ 54042 w 134424"/>
                <a:gd name="connsiteY161" fmla="*/ 4669 h 171375"/>
                <a:gd name="connsiteX162" fmla="*/ 55856 w 134424"/>
                <a:gd name="connsiteY162" fmla="*/ 4901 h 171375"/>
                <a:gd name="connsiteX163" fmla="*/ 57762 w 134424"/>
                <a:gd name="connsiteY163" fmla="*/ 4669 h 171375"/>
                <a:gd name="connsiteX164" fmla="*/ 58507 w 134424"/>
                <a:gd name="connsiteY164" fmla="*/ 948 h 17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4424" h="171375">
                  <a:moveTo>
                    <a:pt x="58507" y="948"/>
                  </a:moveTo>
                  <a:cubicBezTo>
                    <a:pt x="59489" y="948"/>
                    <a:pt x="60471" y="948"/>
                    <a:pt x="61483" y="948"/>
                  </a:cubicBezTo>
                  <a:cubicBezTo>
                    <a:pt x="61737" y="2187"/>
                    <a:pt x="61985" y="3427"/>
                    <a:pt x="62227" y="4669"/>
                  </a:cubicBezTo>
                  <a:cubicBezTo>
                    <a:pt x="63214" y="4938"/>
                    <a:pt x="64206" y="5188"/>
                    <a:pt x="65204" y="5413"/>
                  </a:cubicBezTo>
                  <a:cubicBezTo>
                    <a:pt x="65204" y="6395"/>
                    <a:pt x="65204" y="7377"/>
                    <a:pt x="65204" y="8389"/>
                  </a:cubicBezTo>
                  <a:cubicBezTo>
                    <a:pt x="65941" y="8635"/>
                    <a:pt x="66677" y="8881"/>
                    <a:pt x="67436" y="9134"/>
                  </a:cubicBezTo>
                  <a:cubicBezTo>
                    <a:pt x="67684" y="10126"/>
                    <a:pt x="67932" y="11118"/>
                    <a:pt x="68180" y="12110"/>
                  </a:cubicBezTo>
                  <a:cubicBezTo>
                    <a:pt x="68917" y="12356"/>
                    <a:pt x="69654" y="12601"/>
                    <a:pt x="70413" y="12854"/>
                  </a:cubicBezTo>
                  <a:cubicBezTo>
                    <a:pt x="73111" y="15062"/>
                    <a:pt x="73836" y="17032"/>
                    <a:pt x="74878" y="20296"/>
                  </a:cubicBezTo>
                  <a:cubicBezTo>
                    <a:pt x="75899" y="21425"/>
                    <a:pt x="75899" y="21425"/>
                    <a:pt x="77110" y="22528"/>
                  </a:cubicBezTo>
                  <a:cubicBezTo>
                    <a:pt x="79862" y="25417"/>
                    <a:pt x="81724" y="27409"/>
                    <a:pt x="82319" y="31458"/>
                  </a:cubicBezTo>
                  <a:cubicBezTo>
                    <a:pt x="83424" y="31826"/>
                    <a:pt x="83424" y="31826"/>
                    <a:pt x="84552" y="32202"/>
                  </a:cubicBezTo>
                  <a:cubicBezTo>
                    <a:pt x="84552" y="33184"/>
                    <a:pt x="84552" y="34166"/>
                    <a:pt x="84552" y="35178"/>
                  </a:cubicBezTo>
                  <a:cubicBezTo>
                    <a:pt x="85288" y="35178"/>
                    <a:pt x="86025" y="35178"/>
                    <a:pt x="86784" y="35178"/>
                  </a:cubicBezTo>
                  <a:cubicBezTo>
                    <a:pt x="87083" y="35938"/>
                    <a:pt x="87083" y="35938"/>
                    <a:pt x="87389" y="36713"/>
                  </a:cubicBezTo>
                  <a:cubicBezTo>
                    <a:pt x="88204" y="38730"/>
                    <a:pt x="88818" y="39650"/>
                    <a:pt x="90226" y="41225"/>
                  </a:cubicBezTo>
                  <a:cubicBezTo>
                    <a:pt x="93333" y="44705"/>
                    <a:pt x="95997" y="48489"/>
                    <a:pt x="98690" y="52294"/>
                  </a:cubicBezTo>
                  <a:cubicBezTo>
                    <a:pt x="99205" y="53019"/>
                    <a:pt x="99205" y="53019"/>
                    <a:pt x="99731" y="53759"/>
                  </a:cubicBezTo>
                  <a:cubicBezTo>
                    <a:pt x="101667" y="56560"/>
                    <a:pt x="101667" y="56560"/>
                    <a:pt x="101667" y="58247"/>
                  </a:cubicBezTo>
                  <a:cubicBezTo>
                    <a:pt x="102772" y="58615"/>
                    <a:pt x="102772" y="58615"/>
                    <a:pt x="103899" y="58991"/>
                  </a:cubicBezTo>
                  <a:cubicBezTo>
                    <a:pt x="104039" y="60898"/>
                    <a:pt x="104039" y="60898"/>
                    <a:pt x="103899" y="62712"/>
                  </a:cubicBezTo>
                  <a:cubicBezTo>
                    <a:pt x="104636" y="62712"/>
                    <a:pt x="105373" y="62712"/>
                    <a:pt x="106132" y="62712"/>
                  </a:cubicBezTo>
                  <a:cubicBezTo>
                    <a:pt x="106404" y="63698"/>
                    <a:pt x="106648" y="64691"/>
                    <a:pt x="106876" y="65688"/>
                  </a:cubicBezTo>
                  <a:cubicBezTo>
                    <a:pt x="107883" y="66882"/>
                    <a:pt x="107883" y="66882"/>
                    <a:pt x="109108" y="67921"/>
                  </a:cubicBezTo>
                  <a:cubicBezTo>
                    <a:pt x="110486" y="69184"/>
                    <a:pt x="111401" y="70255"/>
                    <a:pt x="112364" y="71874"/>
                  </a:cubicBezTo>
                  <a:cubicBezTo>
                    <a:pt x="113572" y="74004"/>
                    <a:pt x="113572" y="74004"/>
                    <a:pt x="115526" y="76106"/>
                  </a:cubicBezTo>
                  <a:cubicBezTo>
                    <a:pt x="117289" y="78333"/>
                    <a:pt x="117577" y="79370"/>
                    <a:pt x="118038" y="82059"/>
                  </a:cubicBezTo>
                  <a:cubicBezTo>
                    <a:pt x="118775" y="82305"/>
                    <a:pt x="119511" y="82550"/>
                    <a:pt x="120270" y="82803"/>
                  </a:cubicBezTo>
                  <a:cubicBezTo>
                    <a:pt x="120410" y="84710"/>
                    <a:pt x="120410" y="84710"/>
                    <a:pt x="120270" y="86524"/>
                  </a:cubicBezTo>
                  <a:cubicBezTo>
                    <a:pt x="121007" y="86524"/>
                    <a:pt x="121744" y="86524"/>
                    <a:pt x="122503" y="86524"/>
                  </a:cubicBezTo>
                  <a:cubicBezTo>
                    <a:pt x="122780" y="87758"/>
                    <a:pt x="123029" y="88999"/>
                    <a:pt x="123247" y="90245"/>
                  </a:cubicBezTo>
                  <a:cubicBezTo>
                    <a:pt x="123738" y="90245"/>
                    <a:pt x="124229" y="90245"/>
                    <a:pt x="124735" y="90245"/>
                  </a:cubicBezTo>
                  <a:cubicBezTo>
                    <a:pt x="124896" y="91166"/>
                    <a:pt x="124896" y="91166"/>
                    <a:pt x="125061" y="92105"/>
                  </a:cubicBezTo>
                  <a:cubicBezTo>
                    <a:pt x="125199" y="92719"/>
                    <a:pt x="125337" y="93333"/>
                    <a:pt x="125479" y="93966"/>
                  </a:cubicBezTo>
                  <a:cubicBezTo>
                    <a:pt x="126216" y="93966"/>
                    <a:pt x="126953" y="93966"/>
                    <a:pt x="127712" y="93966"/>
                  </a:cubicBezTo>
                  <a:cubicBezTo>
                    <a:pt x="128245" y="95190"/>
                    <a:pt x="128741" y="96432"/>
                    <a:pt x="129200" y="97686"/>
                  </a:cubicBezTo>
                  <a:cubicBezTo>
                    <a:pt x="129691" y="97932"/>
                    <a:pt x="130182" y="98177"/>
                    <a:pt x="130688" y="98430"/>
                  </a:cubicBezTo>
                  <a:cubicBezTo>
                    <a:pt x="131184" y="99919"/>
                    <a:pt x="131680" y="101407"/>
                    <a:pt x="132177" y="102895"/>
                  </a:cubicBezTo>
                  <a:cubicBezTo>
                    <a:pt x="132668" y="103141"/>
                    <a:pt x="133159" y="103386"/>
                    <a:pt x="133665" y="103639"/>
                  </a:cubicBezTo>
                  <a:cubicBezTo>
                    <a:pt x="133913" y="104632"/>
                    <a:pt x="134161" y="105624"/>
                    <a:pt x="134409" y="106616"/>
                  </a:cubicBezTo>
                  <a:cubicBezTo>
                    <a:pt x="134900" y="106862"/>
                    <a:pt x="135391" y="107107"/>
                    <a:pt x="135897" y="107360"/>
                  </a:cubicBezTo>
                  <a:cubicBezTo>
                    <a:pt x="136393" y="108600"/>
                    <a:pt x="136889" y="109841"/>
                    <a:pt x="137386" y="111081"/>
                  </a:cubicBezTo>
                  <a:cubicBezTo>
                    <a:pt x="137877" y="111326"/>
                    <a:pt x="138368" y="111572"/>
                    <a:pt x="138874" y="111825"/>
                  </a:cubicBezTo>
                  <a:cubicBezTo>
                    <a:pt x="139370" y="113065"/>
                    <a:pt x="139866" y="114305"/>
                    <a:pt x="140362" y="115546"/>
                  </a:cubicBezTo>
                  <a:cubicBezTo>
                    <a:pt x="140853" y="115791"/>
                    <a:pt x="141344" y="116037"/>
                    <a:pt x="141850" y="116290"/>
                  </a:cubicBezTo>
                  <a:cubicBezTo>
                    <a:pt x="141958" y="117026"/>
                    <a:pt x="142065" y="117763"/>
                    <a:pt x="142176" y="118522"/>
                  </a:cubicBezTo>
                  <a:cubicBezTo>
                    <a:pt x="142314" y="119259"/>
                    <a:pt x="142452" y="119996"/>
                    <a:pt x="142595" y="120755"/>
                  </a:cubicBezTo>
                  <a:cubicBezTo>
                    <a:pt x="143331" y="121000"/>
                    <a:pt x="144068" y="121246"/>
                    <a:pt x="144827" y="121499"/>
                  </a:cubicBezTo>
                  <a:cubicBezTo>
                    <a:pt x="145150" y="123499"/>
                    <a:pt x="145150" y="123499"/>
                    <a:pt x="145152" y="125964"/>
                  </a:cubicBezTo>
                  <a:cubicBezTo>
                    <a:pt x="145167" y="126777"/>
                    <a:pt x="145181" y="127590"/>
                    <a:pt x="145196" y="128429"/>
                  </a:cubicBezTo>
                  <a:cubicBezTo>
                    <a:pt x="145074" y="129089"/>
                    <a:pt x="144952" y="129748"/>
                    <a:pt x="144827" y="130428"/>
                  </a:cubicBezTo>
                  <a:cubicBezTo>
                    <a:pt x="143318" y="130894"/>
                    <a:pt x="143318" y="130894"/>
                    <a:pt x="141850" y="131173"/>
                  </a:cubicBezTo>
                  <a:cubicBezTo>
                    <a:pt x="141850" y="132155"/>
                    <a:pt x="141850" y="133137"/>
                    <a:pt x="141850" y="134149"/>
                  </a:cubicBezTo>
                  <a:cubicBezTo>
                    <a:pt x="140862" y="134413"/>
                    <a:pt x="139869" y="134659"/>
                    <a:pt x="138874" y="134893"/>
                  </a:cubicBezTo>
                  <a:cubicBezTo>
                    <a:pt x="138644" y="135400"/>
                    <a:pt x="138413" y="135906"/>
                    <a:pt x="138176" y="136428"/>
                  </a:cubicBezTo>
                  <a:cubicBezTo>
                    <a:pt x="137915" y="136904"/>
                    <a:pt x="137654" y="137380"/>
                    <a:pt x="137386" y="137870"/>
                  </a:cubicBezTo>
                  <a:cubicBezTo>
                    <a:pt x="135432" y="138056"/>
                    <a:pt x="135432" y="138056"/>
                    <a:pt x="133665" y="137870"/>
                  </a:cubicBezTo>
                  <a:cubicBezTo>
                    <a:pt x="133665" y="138852"/>
                    <a:pt x="133665" y="139834"/>
                    <a:pt x="133665" y="140846"/>
                  </a:cubicBezTo>
                  <a:cubicBezTo>
                    <a:pt x="132677" y="141110"/>
                    <a:pt x="131684" y="141356"/>
                    <a:pt x="130688" y="141591"/>
                  </a:cubicBezTo>
                  <a:cubicBezTo>
                    <a:pt x="130458" y="142097"/>
                    <a:pt x="130228" y="142604"/>
                    <a:pt x="129991" y="143125"/>
                  </a:cubicBezTo>
                  <a:cubicBezTo>
                    <a:pt x="129730" y="143601"/>
                    <a:pt x="129469" y="144077"/>
                    <a:pt x="129200" y="144567"/>
                  </a:cubicBezTo>
                  <a:cubicBezTo>
                    <a:pt x="127247" y="144753"/>
                    <a:pt x="127247" y="144753"/>
                    <a:pt x="125479" y="144567"/>
                  </a:cubicBezTo>
                  <a:cubicBezTo>
                    <a:pt x="125479" y="145549"/>
                    <a:pt x="125479" y="146532"/>
                    <a:pt x="125479" y="147544"/>
                  </a:cubicBezTo>
                  <a:cubicBezTo>
                    <a:pt x="124491" y="147807"/>
                    <a:pt x="123498" y="148054"/>
                    <a:pt x="122503" y="148288"/>
                  </a:cubicBezTo>
                  <a:cubicBezTo>
                    <a:pt x="122272" y="148794"/>
                    <a:pt x="122042" y="149301"/>
                    <a:pt x="121805" y="149823"/>
                  </a:cubicBezTo>
                  <a:cubicBezTo>
                    <a:pt x="121544" y="150298"/>
                    <a:pt x="121283" y="150774"/>
                    <a:pt x="121014" y="151264"/>
                  </a:cubicBezTo>
                  <a:cubicBezTo>
                    <a:pt x="119061" y="151450"/>
                    <a:pt x="119061" y="151450"/>
                    <a:pt x="117294" y="151264"/>
                  </a:cubicBezTo>
                  <a:cubicBezTo>
                    <a:pt x="117294" y="152247"/>
                    <a:pt x="117294" y="153229"/>
                    <a:pt x="117294" y="154241"/>
                  </a:cubicBezTo>
                  <a:cubicBezTo>
                    <a:pt x="116053" y="154489"/>
                    <a:pt x="114813" y="154737"/>
                    <a:pt x="113573" y="154985"/>
                  </a:cubicBezTo>
                  <a:cubicBezTo>
                    <a:pt x="113573" y="155967"/>
                    <a:pt x="113573" y="156950"/>
                    <a:pt x="113573" y="157962"/>
                  </a:cubicBezTo>
                  <a:cubicBezTo>
                    <a:pt x="112341" y="158246"/>
                    <a:pt x="111099" y="158493"/>
                    <a:pt x="109852" y="158706"/>
                  </a:cubicBezTo>
                  <a:cubicBezTo>
                    <a:pt x="109607" y="159442"/>
                    <a:pt x="109361" y="160179"/>
                    <a:pt x="109108" y="160938"/>
                  </a:cubicBezTo>
                  <a:cubicBezTo>
                    <a:pt x="108116" y="161434"/>
                    <a:pt x="107124" y="161930"/>
                    <a:pt x="106132" y="162426"/>
                  </a:cubicBezTo>
                  <a:cubicBezTo>
                    <a:pt x="105886" y="163163"/>
                    <a:pt x="105640" y="163900"/>
                    <a:pt x="105387" y="164659"/>
                  </a:cubicBezTo>
                  <a:cubicBezTo>
                    <a:pt x="104467" y="164820"/>
                    <a:pt x="104467" y="164820"/>
                    <a:pt x="103527" y="164984"/>
                  </a:cubicBezTo>
                  <a:cubicBezTo>
                    <a:pt x="102913" y="165123"/>
                    <a:pt x="102299" y="165261"/>
                    <a:pt x="101667" y="165403"/>
                  </a:cubicBezTo>
                  <a:cubicBezTo>
                    <a:pt x="101390" y="166388"/>
                    <a:pt x="101141" y="167381"/>
                    <a:pt x="100923" y="168380"/>
                  </a:cubicBezTo>
                  <a:cubicBezTo>
                    <a:pt x="99930" y="168628"/>
                    <a:pt x="98938" y="168876"/>
                    <a:pt x="97946" y="169124"/>
                  </a:cubicBezTo>
                  <a:cubicBezTo>
                    <a:pt x="97863" y="169619"/>
                    <a:pt x="97779" y="170114"/>
                    <a:pt x="97693" y="170624"/>
                  </a:cubicBezTo>
                  <a:cubicBezTo>
                    <a:pt x="97450" y="171355"/>
                    <a:pt x="97450" y="171355"/>
                    <a:pt x="97202" y="172100"/>
                  </a:cubicBezTo>
                  <a:cubicBezTo>
                    <a:pt x="94937" y="172528"/>
                    <a:pt x="92821" y="172231"/>
                    <a:pt x="90505" y="172100"/>
                  </a:cubicBezTo>
                  <a:cubicBezTo>
                    <a:pt x="90136" y="168785"/>
                    <a:pt x="90136" y="168785"/>
                    <a:pt x="89761" y="165403"/>
                  </a:cubicBezTo>
                  <a:cubicBezTo>
                    <a:pt x="89024" y="165403"/>
                    <a:pt x="88287" y="165403"/>
                    <a:pt x="87528" y="165403"/>
                  </a:cubicBezTo>
                  <a:cubicBezTo>
                    <a:pt x="86994" y="163928"/>
                    <a:pt x="86499" y="162438"/>
                    <a:pt x="86040" y="160938"/>
                  </a:cubicBezTo>
                  <a:cubicBezTo>
                    <a:pt x="85549" y="160693"/>
                    <a:pt x="85058" y="160447"/>
                    <a:pt x="84552" y="160194"/>
                  </a:cubicBezTo>
                  <a:cubicBezTo>
                    <a:pt x="84444" y="159473"/>
                    <a:pt x="84337" y="158751"/>
                    <a:pt x="84226" y="158008"/>
                  </a:cubicBezTo>
                  <a:cubicBezTo>
                    <a:pt x="84088" y="157256"/>
                    <a:pt x="83950" y="156504"/>
                    <a:pt x="83807" y="155729"/>
                  </a:cubicBezTo>
                  <a:cubicBezTo>
                    <a:pt x="82702" y="154993"/>
                    <a:pt x="82702" y="154993"/>
                    <a:pt x="81575" y="154241"/>
                  </a:cubicBezTo>
                  <a:cubicBezTo>
                    <a:pt x="81575" y="153001"/>
                    <a:pt x="81575" y="151760"/>
                    <a:pt x="81575" y="150520"/>
                  </a:cubicBezTo>
                  <a:cubicBezTo>
                    <a:pt x="80838" y="150275"/>
                    <a:pt x="80102" y="150029"/>
                    <a:pt x="79343" y="149776"/>
                  </a:cubicBezTo>
                  <a:cubicBezTo>
                    <a:pt x="78831" y="148542"/>
                    <a:pt x="78334" y="147302"/>
                    <a:pt x="77854" y="146055"/>
                  </a:cubicBezTo>
                  <a:cubicBezTo>
                    <a:pt x="77363" y="146055"/>
                    <a:pt x="76872" y="146055"/>
                    <a:pt x="76366" y="146055"/>
                  </a:cubicBezTo>
                  <a:cubicBezTo>
                    <a:pt x="76274" y="145211"/>
                    <a:pt x="76182" y="144367"/>
                    <a:pt x="76087" y="143497"/>
                  </a:cubicBezTo>
                  <a:cubicBezTo>
                    <a:pt x="75857" y="142185"/>
                    <a:pt x="75857" y="142185"/>
                    <a:pt x="75622" y="140846"/>
                  </a:cubicBezTo>
                  <a:cubicBezTo>
                    <a:pt x="75131" y="140601"/>
                    <a:pt x="74640" y="140355"/>
                    <a:pt x="74134" y="140102"/>
                  </a:cubicBezTo>
                  <a:cubicBezTo>
                    <a:pt x="73346" y="138889"/>
                    <a:pt x="72606" y="137645"/>
                    <a:pt x="71901" y="136382"/>
                  </a:cubicBezTo>
                  <a:cubicBezTo>
                    <a:pt x="71610" y="135860"/>
                    <a:pt x="71318" y="135338"/>
                    <a:pt x="71017" y="134800"/>
                  </a:cubicBezTo>
                  <a:cubicBezTo>
                    <a:pt x="70413" y="133405"/>
                    <a:pt x="70413" y="133405"/>
                    <a:pt x="70413" y="131173"/>
                  </a:cubicBezTo>
                  <a:cubicBezTo>
                    <a:pt x="69676" y="131173"/>
                    <a:pt x="68939" y="131173"/>
                    <a:pt x="68180" y="131173"/>
                  </a:cubicBezTo>
                  <a:cubicBezTo>
                    <a:pt x="68180" y="129699"/>
                    <a:pt x="68180" y="128226"/>
                    <a:pt x="68180" y="126708"/>
                  </a:cubicBezTo>
                  <a:cubicBezTo>
                    <a:pt x="67444" y="126708"/>
                    <a:pt x="66707" y="126708"/>
                    <a:pt x="65948" y="126708"/>
                  </a:cubicBezTo>
                  <a:cubicBezTo>
                    <a:pt x="65694" y="125469"/>
                    <a:pt x="65446" y="124228"/>
                    <a:pt x="65204" y="122987"/>
                  </a:cubicBezTo>
                  <a:cubicBezTo>
                    <a:pt x="64467" y="122741"/>
                    <a:pt x="63730" y="122496"/>
                    <a:pt x="62971" y="122243"/>
                  </a:cubicBezTo>
                  <a:cubicBezTo>
                    <a:pt x="62449" y="121014"/>
                    <a:pt x="61952" y="119773"/>
                    <a:pt x="61483" y="118522"/>
                  </a:cubicBezTo>
                  <a:cubicBezTo>
                    <a:pt x="60992" y="118277"/>
                    <a:pt x="60501" y="118031"/>
                    <a:pt x="59995" y="117778"/>
                  </a:cubicBezTo>
                  <a:cubicBezTo>
                    <a:pt x="59747" y="116538"/>
                    <a:pt x="59499" y="115298"/>
                    <a:pt x="59251" y="114057"/>
                  </a:cubicBezTo>
                  <a:cubicBezTo>
                    <a:pt x="58760" y="113812"/>
                    <a:pt x="58268" y="113566"/>
                    <a:pt x="57762" y="113313"/>
                  </a:cubicBezTo>
                  <a:cubicBezTo>
                    <a:pt x="57655" y="112699"/>
                    <a:pt x="57548" y="112085"/>
                    <a:pt x="57437" y="111453"/>
                  </a:cubicBezTo>
                  <a:cubicBezTo>
                    <a:pt x="57299" y="110839"/>
                    <a:pt x="57161" y="110225"/>
                    <a:pt x="57018" y="109593"/>
                  </a:cubicBezTo>
                  <a:cubicBezTo>
                    <a:pt x="56282" y="109347"/>
                    <a:pt x="55545" y="109101"/>
                    <a:pt x="54786" y="108848"/>
                  </a:cubicBezTo>
                  <a:cubicBezTo>
                    <a:pt x="53670" y="107174"/>
                    <a:pt x="53670" y="107174"/>
                    <a:pt x="52553" y="105128"/>
                  </a:cubicBezTo>
                  <a:cubicBezTo>
                    <a:pt x="51162" y="102412"/>
                    <a:pt x="51162" y="102412"/>
                    <a:pt x="48833" y="100663"/>
                  </a:cubicBezTo>
                  <a:cubicBezTo>
                    <a:pt x="48585" y="99423"/>
                    <a:pt x="48337" y="98182"/>
                    <a:pt x="48089" y="96942"/>
                  </a:cubicBezTo>
                  <a:cubicBezTo>
                    <a:pt x="47598" y="96697"/>
                    <a:pt x="47106" y="96451"/>
                    <a:pt x="46600" y="96198"/>
                  </a:cubicBezTo>
                  <a:cubicBezTo>
                    <a:pt x="46493" y="95722"/>
                    <a:pt x="46385" y="95246"/>
                    <a:pt x="46275" y="94756"/>
                  </a:cubicBezTo>
                  <a:cubicBezTo>
                    <a:pt x="45959" y="92937"/>
                    <a:pt x="45959" y="92937"/>
                    <a:pt x="43624" y="91733"/>
                  </a:cubicBezTo>
                  <a:cubicBezTo>
                    <a:pt x="43378" y="90996"/>
                    <a:pt x="43133" y="90260"/>
                    <a:pt x="42880" y="89501"/>
                  </a:cubicBezTo>
                  <a:cubicBezTo>
                    <a:pt x="42143" y="89132"/>
                    <a:pt x="42143" y="89132"/>
                    <a:pt x="41391" y="88757"/>
                  </a:cubicBezTo>
                  <a:cubicBezTo>
                    <a:pt x="41146" y="88005"/>
                    <a:pt x="40900" y="87252"/>
                    <a:pt x="40647" y="86478"/>
                  </a:cubicBezTo>
                  <a:cubicBezTo>
                    <a:pt x="40279" y="85396"/>
                    <a:pt x="40279" y="85396"/>
                    <a:pt x="39903" y="84292"/>
                  </a:cubicBezTo>
                  <a:cubicBezTo>
                    <a:pt x="39412" y="84292"/>
                    <a:pt x="38921" y="84292"/>
                    <a:pt x="38415" y="84292"/>
                  </a:cubicBezTo>
                  <a:cubicBezTo>
                    <a:pt x="37906" y="83306"/>
                    <a:pt x="37410" y="82313"/>
                    <a:pt x="36927" y="81315"/>
                  </a:cubicBezTo>
                  <a:cubicBezTo>
                    <a:pt x="36190" y="80947"/>
                    <a:pt x="36190" y="80947"/>
                    <a:pt x="35438" y="80571"/>
                  </a:cubicBezTo>
                  <a:cubicBezTo>
                    <a:pt x="35190" y="79331"/>
                    <a:pt x="34942" y="78091"/>
                    <a:pt x="34694" y="76850"/>
                  </a:cubicBezTo>
                  <a:cubicBezTo>
                    <a:pt x="34203" y="76605"/>
                    <a:pt x="33712" y="76359"/>
                    <a:pt x="33206" y="76106"/>
                  </a:cubicBezTo>
                  <a:cubicBezTo>
                    <a:pt x="32462" y="74246"/>
                    <a:pt x="32462" y="74246"/>
                    <a:pt x="31718" y="72385"/>
                  </a:cubicBezTo>
                  <a:cubicBezTo>
                    <a:pt x="31226" y="72140"/>
                    <a:pt x="30735" y="71894"/>
                    <a:pt x="30229" y="71641"/>
                  </a:cubicBezTo>
                  <a:cubicBezTo>
                    <a:pt x="29984" y="70905"/>
                    <a:pt x="29738" y="70168"/>
                    <a:pt x="29485" y="69409"/>
                  </a:cubicBezTo>
                  <a:cubicBezTo>
                    <a:pt x="28752" y="68654"/>
                    <a:pt x="28005" y="67912"/>
                    <a:pt x="27253" y="67177"/>
                  </a:cubicBezTo>
                  <a:cubicBezTo>
                    <a:pt x="26209" y="65828"/>
                    <a:pt x="25187" y="64462"/>
                    <a:pt x="24183" y="63084"/>
                  </a:cubicBezTo>
                  <a:cubicBezTo>
                    <a:pt x="23659" y="62370"/>
                    <a:pt x="23136" y="61656"/>
                    <a:pt x="22596" y="60921"/>
                  </a:cubicBezTo>
                  <a:cubicBezTo>
                    <a:pt x="21300" y="58991"/>
                    <a:pt x="21300" y="58991"/>
                    <a:pt x="20555" y="56759"/>
                  </a:cubicBezTo>
                  <a:cubicBezTo>
                    <a:pt x="19819" y="56175"/>
                    <a:pt x="19082" y="55592"/>
                    <a:pt x="18323" y="54991"/>
                  </a:cubicBezTo>
                  <a:cubicBezTo>
                    <a:pt x="15952" y="52916"/>
                    <a:pt x="15678" y="52305"/>
                    <a:pt x="15346" y="49317"/>
                  </a:cubicBezTo>
                  <a:cubicBezTo>
                    <a:pt x="14855" y="49072"/>
                    <a:pt x="14364" y="48826"/>
                    <a:pt x="13858" y="48573"/>
                  </a:cubicBezTo>
                  <a:cubicBezTo>
                    <a:pt x="13362" y="47581"/>
                    <a:pt x="12866" y="46589"/>
                    <a:pt x="12370" y="45596"/>
                  </a:cubicBezTo>
                  <a:cubicBezTo>
                    <a:pt x="11879" y="45351"/>
                    <a:pt x="11388" y="45105"/>
                    <a:pt x="10882" y="44852"/>
                  </a:cubicBezTo>
                  <a:cubicBezTo>
                    <a:pt x="10671" y="42857"/>
                    <a:pt x="10818" y="40910"/>
                    <a:pt x="10882" y="38899"/>
                  </a:cubicBezTo>
                  <a:cubicBezTo>
                    <a:pt x="11864" y="38899"/>
                    <a:pt x="12846" y="38899"/>
                    <a:pt x="13858" y="38899"/>
                  </a:cubicBezTo>
                  <a:cubicBezTo>
                    <a:pt x="13966" y="38301"/>
                    <a:pt x="14073" y="37702"/>
                    <a:pt x="14184" y="37085"/>
                  </a:cubicBezTo>
                  <a:cubicBezTo>
                    <a:pt x="14322" y="36456"/>
                    <a:pt x="14460" y="35827"/>
                    <a:pt x="14602" y="35178"/>
                  </a:cubicBezTo>
                  <a:cubicBezTo>
                    <a:pt x="16463" y="34713"/>
                    <a:pt x="16463" y="34713"/>
                    <a:pt x="18323" y="34434"/>
                  </a:cubicBezTo>
                  <a:cubicBezTo>
                    <a:pt x="18569" y="33698"/>
                    <a:pt x="18814" y="32961"/>
                    <a:pt x="19067" y="32202"/>
                  </a:cubicBezTo>
                  <a:cubicBezTo>
                    <a:pt x="19681" y="32094"/>
                    <a:pt x="20295" y="31987"/>
                    <a:pt x="20928" y="31876"/>
                  </a:cubicBezTo>
                  <a:cubicBezTo>
                    <a:pt x="21541" y="31738"/>
                    <a:pt x="22155" y="31600"/>
                    <a:pt x="22788" y="31458"/>
                  </a:cubicBezTo>
                  <a:cubicBezTo>
                    <a:pt x="23065" y="30473"/>
                    <a:pt x="23313" y="29480"/>
                    <a:pt x="23532" y="28481"/>
                  </a:cubicBezTo>
                  <a:cubicBezTo>
                    <a:pt x="24517" y="28204"/>
                    <a:pt x="25509" y="27956"/>
                    <a:pt x="26509" y="27737"/>
                  </a:cubicBezTo>
                  <a:cubicBezTo>
                    <a:pt x="26754" y="27000"/>
                    <a:pt x="27000" y="26264"/>
                    <a:pt x="27253" y="25505"/>
                  </a:cubicBezTo>
                  <a:cubicBezTo>
                    <a:pt x="28493" y="25009"/>
                    <a:pt x="29733" y="24512"/>
                    <a:pt x="30973" y="24016"/>
                  </a:cubicBezTo>
                  <a:cubicBezTo>
                    <a:pt x="31219" y="23280"/>
                    <a:pt x="31465" y="22543"/>
                    <a:pt x="31718" y="21784"/>
                  </a:cubicBezTo>
                  <a:cubicBezTo>
                    <a:pt x="32331" y="21676"/>
                    <a:pt x="32945" y="21569"/>
                    <a:pt x="33578" y="21458"/>
                  </a:cubicBezTo>
                  <a:cubicBezTo>
                    <a:pt x="34192" y="21320"/>
                    <a:pt x="34806" y="21182"/>
                    <a:pt x="35438" y="21040"/>
                  </a:cubicBezTo>
                  <a:cubicBezTo>
                    <a:pt x="35546" y="20549"/>
                    <a:pt x="35653" y="20058"/>
                    <a:pt x="35764" y="19552"/>
                  </a:cubicBezTo>
                  <a:cubicBezTo>
                    <a:pt x="35971" y="18815"/>
                    <a:pt x="35971" y="18815"/>
                    <a:pt x="36182" y="18063"/>
                  </a:cubicBezTo>
                  <a:cubicBezTo>
                    <a:pt x="37665" y="17785"/>
                    <a:pt x="39154" y="17537"/>
                    <a:pt x="40647" y="17319"/>
                  </a:cubicBezTo>
                  <a:cubicBezTo>
                    <a:pt x="41016" y="16214"/>
                    <a:pt x="41016" y="16214"/>
                    <a:pt x="41391" y="15087"/>
                  </a:cubicBezTo>
                  <a:cubicBezTo>
                    <a:pt x="42384" y="14591"/>
                    <a:pt x="43376" y="14094"/>
                    <a:pt x="44368" y="13598"/>
                  </a:cubicBezTo>
                  <a:cubicBezTo>
                    <a:pt x="44736" y="12493"/>
                    <a:pt x="44736" y="12493"/>
                    <a:pt x="45112" y="11366"/>
                  </a:cubicBezTo>
                  <a:cubicBezTo>
                    <a:pt x="47391" y="11226"/>
                    <a:pt x="47391" y="11226"/>
                    <a:pt x="49577" y="11366"/>
                  </a:cubicBezTo>
                  <a:cubicBezTo>
                    <a:pt x="49577" y="10384"/>
                    <a:pt x="49577" y="9401"/>
                    <a:pt x="49577" y="8389"/>
                  </a:cubicBezTo>
                  <a:cubicBezTo>
                    <a:pt x="51050" y="8144"/>
                    <a:pt x="52524" y="7898"/>
                    <a:pt x="54042" y="7645"/>
                  </a:cubicBezTo>
                  <a:cubicBezTo>
                    <a:pt x="54042" y="6663"/>
                    <a:pt x="54042" y="5681"/>
                    <a:pt x="54042" y="4669"/>
                  </a:cubicBezTo>
                  <a:cubicBezTo>
                    <a:pt x="54640" y="4745"/>
                    <a:pt x="55239" y="4822"/>
                    <a:pt x="55856" y="4901"/>
                  </a:cubicBezTo>
                  <a:cubicBezTo>
                    <a:pt x="56485" y="4825"/>
                    <a:pt x="57114" y="4748"/>
                    <a:pt x="57762" y="4669"/>
                  </a:cubicBezTo>
                  <a:cubicBezTo>
                    <a:pt x="58040" y="3435"/>
                    <a:pt x="58289" y="2194"/>
                    <a:pt x="58507" y="948"/>
                  </a:cubicBezTo>
                  <a:close/>
                </a:path>
              </a:pathLst>
            </a:custGeom>
            <a:grpFill/>
            <a:ln w="744" cap="flat">
              <a:noFill/>
              <a:prstDash val="solid"/>
              <a:miter/>
            </a:ln>
          </p:spPr>
          <p:txBody>
            <a:bodyPr rtlCol="0" anchor="ctr"/>
            <a:lstStyle/>
            <a:p>
              <a:endParaRPr lang="zh-CN" altLang="en-US"/>
            </a:p>
          </p:txBody>
        </p:sp>
        <p:sp>
          <p:nvSpPr>
            <p:cNvPr id="145" name="任意多边形: 形状 144"/>
            <p:cNvSpPr/>
            <p:nvPr/>
          </p:nvSpPr>
          <p:spPr>
            <a:xfrm>
              <a:off x="7330920" y="982696"/>
              <a:ext cx="139759" cy="167649"/>
            </a:xfrm>
            <a:custGeom>
              <a:avLst/>
              <a:gdLst>
                <a:gd name="connsiteX0" fmla="*/ 90501 w 139759"/>
                <a:gd name="connsiteY0" fmla="*/ 1171 h 167649"/>
                <a:gd name="connsiteX1" fmla="*/ 94919 w 139759"/>
                <a:gd name="connsiteY1" fmla="*/ 1031 h 167649"/>
                <a:gd name="connsiteX2" fmla="*/ 97405 w 139759"/>
                <a:gd name="connsiteY2" fmla="*/ 953 h 167649"/>
                <a:gd name="connsiteX3" fmla="*/ 99431 w 139759"/>
                <a:gd name="connsiteY3" fmla="*/ 1171 h 167649"/>
                <a:gd name="connsiteX4" fmla="*/ 100175 w 139759"/>
                <a:gd name="connsiteY4" fmla="*/ 3403 h 167649"/>
                <a:gd name="connsiteX5" fmla="*/ 106872 w 139759"/>
                <a:gd name="connsiteY5" fmla="*/ 4148 h 167649"/>
                <a:gd name="connsiteX6" fmla="*/ 106872 w 139759"/>
                <a:gd name="connsiteY6" fmla="*/ 7124 h 167649"/>
                <a:gd name="connsiteX7" fmla="*/ 108474 w 139759"/>
                <a:gd name="connsiteY7" fmla="*/ 7208 h 167649"/>
                <a:gd name="connsiteX8" fmla="*/ 110546 w 139759"/>
                <a:gd name="connsiteY8" fmla="*/ 7357 h 167649"/>
                <a:gd name="connsiteX9" fmla="*/ 112613 w 139759"/>
                <a:gd name="connsiteY9" fmla="*/ 7487 h 167649"/>
                <a:gd name="connsiteX10" fmla="*/ 114314 w 139759"/>
                <a:gd name="connsiteY10" fmla="*/ 7868 h 167649"/>
                <a:gd name="connsiteX11" fmla="*/ 115058 w 139759"/>
                <a:gd name="connsiteY11" fmla="*/ 10101 h 167649"/>
                <a:gd name="connsiteX12" fmla="*/ 118406 w 139759"/>
                <a:gd name="connsiteY12" fmla="*/ 10845 h 167649"/>
                <a:gd name="connsiteX13" fmla="*/ 121755 w 139759"/>
                <a:gd name="connsiteY13" fmla="*/ 11589 h 167649"/>
                <a:gd name="connsiteX14" fmla="*/ 122499 w 139759"/>
                <a:gd name="connsiteY14" fmla="*/ 13821 h 167649"/>
                <a:gd name="connsiteX15" fmla="*/ 125894 w 139759"/>
                <a:gd name="connsiteY15" fmla="*/ 14333 h 167649"/>
                <a:gd name="connsiteX16" fmla="*/ 127758 w 139759"/>
                <a:gd name="connsiteY16" fmla="*/ 14481 h 167649"/>
                <a:gd name="connsiteX17" fmla="*/ 129196 w 139759"/>
                <a:gd name="connsiteY17" fmla="*/ 14566 h 167649"/>
                <a:gd name="connsiteX18" fmla="*/ 129196 w 139759"/>
                <a:gd name="connsiteY18" fmla="*/ 16798 h 167649"/>
                <a:gd name="connsiteX19" fmla="*/ 132499 w 139759"/>
                <a:gd name="connsiteY19" fmla="*/ 17542 h 167649"/>
                <a:gd name="connsiteX20" fmla="*/ 135894 w 139759"/>
                <a:gd name="connsiteY20" fmla="*/ 18286 h 167649"/>
                <a:gd name="connsiteX21" fmla="*/ 136638 w 139759"/>
                <a:gd name="connsiteY21" fmla="*/ 20519 h 167649"/>
                <a:gd name="connsiteX22" fmla="*/ 142405 w 139759"/>
                <a:gd name="connsiteY22" fmla="*/ 20888 h 167649"/>
                <a:gd name="connsiteX23" fmla="*/ 144079 w 139759"/>
                <a:gd name="connsiteY23" fmla="*/ 21263 h 167649"/>
                <a:gd name="connsiteX24" fmla="*/ 144823 w 139759"/>
                <a:gd name="connsiteY24" fmla="*/ 24239 h 167649"/>
                <a:gd name="connsiteX25" fmla="*/ 150032 w 139759"/>
                <a:gd name="connsiteY25" fmla="*/ 24984 h 167649"/>
                <a:gd name="connsiteX26" fmla="*/ 150125 w 139759"/>
                <a:gd name="connsiteY26" fmla="*/ 29774 h 167649"/>
                <a:gd name="connsiteX27" fmla="*/ 150178 w 139759"/>
                <a:gd name="connsiteY27" fmla="*/ 32469 h 167649"/>
                <a:gd name="connsiteX28" fmla="*/ 150032 w 139759"/>
                <a:gd name="connsiteY28" fmla="*/ 34657 h 167649"/>
                <a:gd name="connsiteX29" fmla="*/ 148544 w 139759"/>
                <a:gd name="connsiteY29" fmla="*/ 35401 h 167649"/>
                <a:gd name="connsiteX30" fmla="*/ 147893 w 139759"/>
                <a:gd name="connsiteY30" fmla="*/ 37401 h 167649"/>
                <a:gd name="connsiteX31" fmla="*/ 142591 w 139759"/>
                <a:gd name="connsiteY31" fmla="*/ 45075 h 167649"/>
                <a:gd name="connsiteX32" fmla="*/ 142219 w 139759"/>
                <a:gd name="connsiteY32" fmla="*/ 46936 h 167649"/>
                <a:gd name="connsiteX33" fmla="*/ 141847 w 139759"/>
                <a:gd name="connsiteY33" fmla="*/ 48796 h 167649"/>
                <a:gd name="connsiteX34" fmla="*/ 140359 w 139759"/>
                <a:gd name="connsiteY34" fmla="*/ 49540 h 167649"/>
                <a:gd name="connsiteX35" fmla="*/ 139614 w 139759"/>
                <a:gd name="connsiteY35" fmla="*/ 51773 h 167649"/>
                <a:gd name="connsiteX36" fmla="*/ 137382 w 139759"/>
                <a:gd name="connsiteY36" fmla="*/ 54749 h 167649"/>
                <a:gd name="connsiteX37" fmla="*/ 137056 w 139759"/>
                <a:gd name="connsiteY37" fmla="*/ 56563 h 167649"/>
                <a:gd name="connsiteX38" fmla="*/ 134405 w 139759"/>
                <a:gd name="connsiteY38" fmla="*/ 59958 h 167649"/>
                <a:gd name="connsiteX39" fmla="*/ 134033 w 139759"/>
                <a:gd name="connsiteY39" fmla="*/ 61539 h 167649"/>
                <a:gd name="connsiteX40" fmla="*/ 133661 w 139759"/>
                <a:gd name="connsiteY40" fmla="*/ 62935 h 167649"/>
                <a:gd name="connsiteX41" fmla="*/ 131429 w 139759"/>
                <a:gd name="connsiteY41" fmla="*/ 62935 h 167649"/>
                <a:gd name="connsiteX42" fmla="*/ 131568 w 139759"/>
                <a:gd name="connsiteY42" fmla="*/ 64655 h 167649"/>
                <a:gd name="connsiteX43" fmla="*/ 129196 w 139759"/>
                <a:gd name="connsiteY43" fmla="*/ 68888 h 167649"/>
                <a:gd name="connsiteX44" fmla="*/ 128406 w 139759"/>
                <a:gd name="connsiteY44" fmla="*/ 70469 h 167649"/>
                <a:gd name="connsiteX45" fmla="*/ 126220 w 139759"/>
                <a:gd name="connsiteY45" fmla="*/ 72609 h 167649"/>
                <a:gd name="connsiteX46" fmla="*/ 125848 w 139759"/>
                <a:gd name="connsiteY46" fmla="*/ 74097 h 167649"/>
                <a:gd name="connsiteX47" fmla="*/ 125476 w 139759"/>
                <a:gd name="connsiteY47" fmla="*/ 75585 h 167649"/>
                <a:gd name="connsiteX48" fmla="*/ 123987 w 139759"/>
                <a:gd name="connsiteY48" fmla="*/ 76329 h 167649"/>
                <a:gd name="connsiteX49" fmla="*/ 123662 w 139759"/>
                <a:gd name="connsiteY49" fmla="*/ 78097 h 167649"/>
                <a:gd name="connsiteX50" fmla="*/ 121011 w 139759"/>
                <a:gd name="connsiteY50" fmla="*/ 82282 h 167649"/>
                <a:gd name="connsiteX51" fmla="*/ 117197 w 139759"/>
                <a:gd name="connsiteY51" fmla="*/ 87677 h 167649"/>
                <a:gd name="connsiteX52" fmla="*/ 115058 w 139759"/>
                <a:gd name="connsiteY52" fmla="*/ 89724 h 167649"/>
                <a:gd name="connsiteX53" fmla="*/ 114686 w 139759"/>
                <a:gd name="connsiteY53" fmla="*/ 91212 h 167649"/>
                <a:gd name="connsiteX54" fmla="*/ 114314 w 139759"/>
                <a:gd name="connsiteY54" fmla="*/ 92700 h 167649"/>
                <a:gd name="connsiteX55" fmla="*/ 112825 w 139759"/>
                <a:gd name="connsiteY55" fmla="*/ 93444 h 167649"/>
                <a:gd name="connsiteX56" fmla="*/ 112500 w 139759"/>
                <a:gd name="connsiteY56" fmla="*/ 94933 h 167649"/>
                <a:gd name="connsiteX57" fmla="*/ 112081 w 139759"/>
                <a:gd name="connsiteY57" fmla="*/ 96421 h 167649"/>
                <a:gd name="connsiteX58" fmla="*/ 109849 w 139759"/>
                <a:gd name="connsiteY58" fmla="*/ 97165 h 167649"/>
                <a:gd name="connsiteX59" fmla="*/ 109105 w 139759"/>
                <a:gd name="connsiteY59" fmla="*/ 100886 h 167649"/>
                <a:gd name="connsiteX60" fmla="*/ 107616 w 139759"/>
                <a:gd name="connsiteY60" fmla="*/ 100886 h 167649"/>
                <a:gd name="connsiteX61" fmla="*/ 107291 w 139759"/>
                <a:gd name="connsiteY61" fmla="*/ 102281 h 167649"/>
                <a:gd name="connsiteX62" fmla="*/ 104640 w 139759"/>
                <a:gd name="connsiteY62" fmla="*/ 105351 h 167649"/>
                <a:gd name="connsiteX63" fmla="*/ 103896 w 139759"/>
                <a:gd name="connsiteY63" fmla="*/ 107258 h 167649"/>
                <a:gd name="connsiteX64" fmla="*/ 103151 w 139759"/>
                <a:gd name="connsiteY64" fmla="*/ 109071 h 167649"/>
                <a:gd name="connsiteX65" fmla="*/ 100919 w 139759"/>
                <a:gd name="connsiteY65" fmla="*/ 109816 h 167649"/>
                <a:gd name="connsiteX66" fmla="*/ 98733 w 139759"/>
                <a:gd name="connsiteY66" fmla="*/ 114838 h 167649"/>
                <a:gd name="connsiteX67" fmla="*/ 97943 w 139759"/>
                <a:gd name="connsiteY67" fmla="*/ 116513 h 167649"/>
                <a:gd name="connsiteX68" fmla="*/ 95710 w 139759"/>
                <a:gd name="connsiteY68" fmla="*/ 116513 h 167649"/>
                <a:gd name="connsiteX69" fmla="*/ 94222 w 139759"/>
                <a:gd name="connsiteY69" fmla="*/ 120233 h 167649"/>
                <a:gd name="connsiteX70" fmla="*/ 92734 w 139759"/>
                <a:gd name="connsiteY70" fmla="*/ 120233 h 167649"/>
                <a:gd name="connsiteX71" fmla="*/ 92361 w 139759"/>
                <a:gd name="connsiteY71" fmla="*/ 122094 h 167649"/>
                <a:gd name="connsiteX72" fmla="*/ 91989 w 139759"/>
                <a:gd name="connsiteY72" fmla="*/ 123954 h 167649"/>
                <a:gd name="connsiteX73" fmla="*/ 90501 w 139759"/>
                <a:gd name="connsiteY73" fmla="*/ 123954 h 167649"/>
                <a:gd name="connsiteX74" fmla="*/ 90501 w 139759"/>
                <a:gd name="connsiteY74" fmla="*/ 127675 h 167649"/>
                <a:gd name="connsiteX75" fmla="*/ 88269 w 139759"/>
                <a:gd name="connsiteY75" fmla="*/ 127675 h 167649"/>
                <a:gd name="connsiteX76" fmla="*/ 87525 w 139759"/>
                <a:gd name="connsiteY76" fmla="*/ 130651 h 167649"/>
                <a:gd name="connsiteX77" fmla="*/ 85292 w 139759"/>
                <a:gd name="connsiteY77" fmla="*/ 131396 h 167649"/>
                <a:gd name="connsiteX78" fmla="*/ 83804 w 139759"/>
                <a:gd name="connsiteY78" fmla="*/ 134372 h 167649"/>
                <a:gd name="connsiteX79" fmla="*/ 82316 w 139759"/>
                <a:gd name="connsiteY79" fmla="*/ 135116 h 167649"/>
                <a:gd name="connsiteX80" fmla="*/ 81571 w 139759"/>
                <a:gd name="connsiteY80" fmla="*/ 137349 h 167649"/>
                <a:gd name="connsiteX81" fmla="*/ 80083 w 139759"/>
                <a:gd name="connsiteY81" fmla="*/ 138093 h 167649"/>
                <a:gd name="connsiteX82" fmla="*/ 79758 w 139759"/>
                <a:gd name="connsiteY82" fmla="*/ 139581 h 167649"/>
                <a:gd name="connsiteX83" fmla="*/ 79339 w 139759"/>
                <a:gd name="connsiteY83" fmla="*/ 141069 h 167649"/>
                <a:gd name="connsiteX84" fmla="*/ 77107 w 139759"/>
                <a:gd name="connsiteY84" fmla="*/ 141814 h 167649"/>
                <a:gd name="connsiteX85" fmla="*/ 76362 w 139759"/>
                <a:gd name="connsiteY85" fmla="*/ 144046 h 167649"/>
                <a:gd name="connsiteX86" fmla="*/ 74130 w 139759"/>
                <a:gd name="connsiteY86" fmla="*/ 145534 h 167649"/>
                <a:gd name="connsiteX87" fmla="*/ 73386 w 139759"/>
                <a:gd name="connsiteY87" fmla="*/ 147767 h 167649"/>
                <a:gd name="connsiteX88" fmla="*/ 71153 w 139759"/>
                <a:gd name="connsiteY88" fmla="*/ 147767 h 167649"/>
                <a:gd name="connsiteX89" fmla="*/ 71153 w 139759"/>
                <a:gd name="connsiteY89" fmla="*/ 151487 h 167649"/>
                <a:gd name="connsiteX90" fmla="*/ 68177 w 139759"/>
                <a:gd name="connsiteY90" fmla="*/ 151487 h 167649"/>
                <a:gd name="connsiteX91" fmla="*/ 68177 w 139759"/>
                <a:gd name="connsiteY91" fmla="*/ 154464 h 167649"/>
                <a:gd name="connsiteX92" fmla="*/ 65200 w 139759"/>
                <a:gd name="connsiteY92" fmla="*/ 154464 h 167649"/>
                <a:gd name="connsiteX93" fmla="*/ 64456 w 139759"/>
                <a:gd name="connsiteY93" fmla="*/ 157441 h 167649"/>
                <a:gd name="connsiteX94" fmla="*/ 62968 w 139759"/>
                <a:gd name="connsiteY94" fmla="*/ 157441 h 167649"/>
                <a:gd name="connsiteX95" fmla="*/ 62642 w 139759"/>
                <a:gd name="connsiteY95" fmla="*/ 159301 h 167649"/>
                <a:gd name="connsiteX96" fmla="*/ 62224 w 139759"/>
                <a:gd name="connsiteY96" fmla="*/ 161161 h 167649"/>
                <a:gd name="connsiteX97" fmla="*/ 59991 w 139759"/>
                <a:gd name="connsiteY97" fmla="*/ 161161 h 167649"/>
                <a:gd name="connsiteX98" fmla="*/ 58503 w 139759"/>
                <a:gd name="connsiteY98" fmla="*/ 164882 h 167649"/>
                <a:gd name="connsiteX99" fmla="*/ 57015 w 139759"/>
                <a:gd name="connsiteY99" fmla="*/ 165626 h 167649"/>
                <a:gd name="connsiteX100" fmla="*/ 56736 w 139759"/>
                <a:gd name="connsiteY100" fmla="*/ 167161 h 167649"/>
                <a:gd name="connsiteX101" fmla="*/ 56271 w 139759"/>
                <a:gd name="connsiteY101" fmla="*/ 168603 h 167649"/>
                <a:gd name="connsiteX102" fmla="*/ 53294 w 139759"/>
                <a:gd name="connsiteY102" fmla="*/ 168603 h 167649"/>
                <a:gd name="connsiteX103" fmla="*/ 52550 w 139759"/>
                <a:gd name="connsiteY103" fmla="*/ 165626 h 167649"/>
                <a:gd name="connsiteX104" fmla="*/ 51015 w 139759"/>
                <a:gd name="connsiteY104" fmla="*/ 165301 h 167649"/>
                <a:gd name="connsiteX105" fmla="*/ 49573 w 139759"/>
                <a:gd name="connsiteY105" fmla="*/ 164882 h 167649"/>
                <a:gd name="connsiteX106" fmla="*/ 49573 w 139759"/>
                <a:gd name="connsiteY106" fmla="*/ 161161 h 167649"/>
                <a:gd name="connsiteX107" fmla="*/ 47341 w 139759"/>
                <a:gd name="connsiteY107" fmla="*/ 160417 h 167649"/>
                <a:gd name="connsiteX108" fmla="*/ 43620 w 139759"/>
                <a:gd name="connsiteY108" fmla="*/ 155208 h 167649"/>
                <a:gd name="connsiteX109" fmla="*/ 41388 w 139759"/>
                <a:gd name="connsiteY109" fmla="*/ 154464 h 167649"/>
                <a:gd name="connsiteX110" fmla="*/ 39900 w 139759"/>
                <a:gd name="connsiteY110" fmla="*/ 151487 h 167649"/>
                <a:gd name="connsiteX111" fmla="*/ 38411 w 139759"/>
                <a:gd name="connsiteY111" fmla="*/ 151487 h 167649"/>
                <a:gd name="connsiteX112" fmla="*/ 38644 w 139759"/>
                <a:gd name="connsiteY112" fmla="*/ 149674 h 167649"/>
                <a:gd name="connsiteX113" fmla="*/ 38411 w 139759"/>
                <a:gd name="connsiteY113" fmla="*/ 147767 h 167649"/>
                <a:gd name="connsiteX114" fmla="*/ 36699 w 139759"/>
                <a:gd name="connsiteY114" fmla="*/ 147450 h 167649"/>
                <a:gd name="connsiteX115" fmla="*/ 32086 w 139759"/>
                <a:gd name="connsiteY115" fmla="*/ 144232 h 167649"/>
                <a:gd name="connsiteX116" fmla="*/ 27389 w 139759"/>
                <a:gd name="connsiteY116" fmla="*/ 139023 h 167649"/>
                <a:gd name="connsiteX117" fmla="*/ 24273 w 139759"/>
                <a:gd name="connsiteY117" fmla="*/ 134372 h 167649"/>
                <a:gd name="connsiteX118" fmla="*/ 22040 w 139759"/>
                <a:gd name="connsiteY118" fmla="*/ 133628 h 167649"/>
                <a:gd name="connsiteX119" fmla="*/ 21296 w 139759"/>
                <a:gd name="connsiteY119" fmla="*/ 131396 h 167649"/>
                <a:gd name="connsiteX120" fmla="*/ 19064 w 139759"/>
                <a:gd name="connsiteY120" fmla="*/ 130651 h 167649"/>
                <a:gd name="connsiteX121" fmla="*/ 18785 w 139759"/>
                <a:gd name="connsiteY121" fmla="*/ 129163 h 167649"/>
                <a:gd name="connsiteX122" fmla="*/ 18319 w 139759"/>
                <a:gd name="connsiteY122" fmla="*/ 127675 h 167649"/>
                <a:gd name="connsiteX123" fmla="*/ 14599 w 139759"/>
                <a:gd name="connsiteY123" fmla="*/ 126931 h 167649"/>
                <a:gd name="connsiteX124" fmla="*/ 13110 w 139759"/>
                <a:gd name="connsiteY124" fmla="*/ 123954 h 167649"/>
                <a:gd name="connsiteX125" fmla="*/ 10878 w 139759"/>
                <a:gd name="connsiteY125" fmla="*/ 123210 h 167649"/>
                <a:gd name="connsiteX126" fmla="*/ 10878 w 139759"/>
                <a:gd name="connsiteY126" fmla="*/ 115025 h 167649"/>
                <a:gd name="connsiteX127" fmla="*/ 16087 w 139759"/>
                <a:gd name="connsiteY127" fmla="*/ 112792 h 167649"/>
                <a:gd name="connsiteX128" fmla="*/ 16831 w 139759"/>
                <a:gd name="connsiteY128" fmla="*/ 110560 h 167649"/>
                <a:gd name="connsiteX129" fmla="*/ 19064 w 139759"/>
                <a:gd name="connsiteY129" fmla="*/ 110560 h 167649"/>
                <a:gd name="connsiteX130" fmla="*/ 19343 w 139759"/>
                <a:gd name="connsiteY130" fmla="*/ 109304 h 167649"/>
                <a:gd name="connsiteX131" fmla="*/ 23528 w 139759"/>
                <a:gd name="connsiteY131" fmla="*/ 103862 h 167649"/>
                <a:gd name="connsiteX132" fmla="*/ 25017 w 139759"/>
                <a:gd name="connsiteY132" fmla="*/ 103862 h 167649"/>
                <a:gd name="connsiteX133" fmla="*/ 25017 w 139759"/>
                <a:gd name="connsiteY133" fmla="*/ 100886 h 167649"/>
                <a:gd name="connsiteX134" fmla="*/ 27249 w 139759"/>
                <a:gd name="connsiteY134" fmla="*/ 99398 h 167649"/>
                <a:gd name="connsiteX135" fmla="*/ 27993 w 139759"/>
                <a:gd name="connsiteY135" fmla="*/ 97165 h 167649"/>
                <a:gd name="connsiteX136" fmla="*/ 30226 w 139759"/>
                <a:gd name="connsiteY136" fmla="*/ 97165 h 167649"/>
                <a:gd name="connsiteX137" fmla="*/ 31714 w 139759"/>
                <a:gd name="connsiteY137" fmla="*/ 93444 h 167649"/>
                <a:gd name="connsiteX138" fmla="*/ 33202 w 139759"/>
                <a:gd name="connsiteY138" fmla="*/ 93444 h 167649"/>
                <a:gd name="connsiteX139" fmla="*/ 34691 w 139759"/>
                <a:gd name="connsiteY139" fmla="*/ 90468 h 167649"/>
                <a:gd name="connsiteX140" fmla="*/ 37667 w 139759"/>
                <a:gd name="connsiteY140" fmla="*/ 86747 h 167649"/>
                <a:gd name="connsiteX141" fmla="*/ 38504 w 139759"/>
                <a:gd name="connsiteY141" fmla="*/ 85073 h 167649"/>
                <a:gd name="connsiteX142" fmla="*/ 40644 w 139759"/>
                <a:gd name="connsiteY142" fmla="*/ 83026 h 167649"/>
                <a:gd name="connsiteX143" fmla="*/ 41388 w 139759"/>
                <a:gd name="connsiteY143" fmla="*/ 81538 h 167649"/>
                <a:gd name="connsiteX144" fmla="*/ 43620 w 139759"/>
                <a:gd name="connsiteY144" fmla="*/ 79306 h 167649"/>
                <a:gd name="connsiteX145" fmla="*/ 44364 w 139759"/>
                <a:gd name="connsiteY145" fmla="*/ 77073 h 167649"/>
                <a:gd name="connsiteX146" fmla="*/ 47806 w 139759"/>
                <a:gd name="connsiteY146" fmla="*/ 73771 h 167649"/>
                <a:gd name="connsiteX147" fmla="*/ 49201 w 139759"/>
                <a:gd name="connsiteY147" fmla="*/ 70981 h 167649"/>
                <a:gd name="connsiteX148" fmla="*/ 49573 w 139759"/>
                <a:gd name="connsiteY148" fmla="*/ 69632 h 167649"/>
                <a:gd name="connsiteX149" fmla="*/ 51806 w 139759"/>
                <a:gd name="connsiteY149" fmla="*/ 69632 h 167649"/>
                <a:gd name="connsiteX150" fmla="*/ 51806 w 139759"/>
                <a:gd name="connsiteY150" fmla="*/ 65911 h 167649"/>
                <a:gd name="connsiteX151" fmla="*/ 54782 w 139759"/>
                <a:gd name="connsiteY151" fmla="*/ 65911 h 167649"/>
                <a:gd name="connsiteX152" fmla="*/ 54643 w 139759"/>
                <a:gd name="connsiteY152" fmla="*/ 64097 h 167649"/>
                <a:gd name="connsiteX153" fmla="*/ 54782 w 139759"/>
                <a:gd name="connsiteY153" fmla="*/ 62191 h 167649"/>
                <a:gd name="connsiteX154" fmla="*/ 57015 w 139759"/>
                <a:gd name="connsiteY154" fmla="*/ 61446 h 167649"/>
                <a:gd name="connsiteX155" fmla="*/ 57247 w 139759"/>
                <a:gd name="connsiteY155" fmla="*/ 59865 h 167649"/>
                <a:gd name="connsiteX156" fmla="*/ 61128 w 139759"/>
                <a:gd name="connsiteY156" fmla="*/ 53816 h 167649"/>
                <a:gd name="connsiteX157" fmla="*/ 63017 w 139759"/>
                <a:gd name="connsiteY157" fmla="*/ 50915 h 167649"/>
                <a:gd name="connsiteX158" fmla="*/ 65200 w 139759"/>
                <a:gd name="connsiteY158" fmla="*/ 48796 h 167649"/>
                <a:gd name="connsiteX159" fmla="*/ 65526 w 139759"/>
                <a:gd name="connsiteY159" fmla="*/ 47261 h 167649"/>
                <a:gd name="connsiteX160" fmla="*/ 65944 w 139759"/>
                <a:gd name="connsiteY160" fmla="*/ 45819 h 167649"/>
                <a:gd name="connsiteX161" fmla="*/ 68177 w 139759"/>
                <a:gd name="connsiteY161" fmla="*/ 45819 h 167649"/>
                <a:gd name="connsiteX162" fmla="*/ 68037 w 139759"/>
                <a:gd name="connsiteY162" fmla="*/ 43634 h 167649"/>
                <a:gd name="connsiteX163" fmla="*/ 68177 w 139759"/>
                <a:gd name="connsiteY163" fmla="*/ 41355 h 167649"/>
                <a:gd name="connsiteX164" fmla="*/ 70409 w 139759"/>
                <a:gd name="connsiteY164" fmla="*/ 40610 h 167649"/>
                <a:gd name="connsiteX165" fmla="*/ 71898 w 139759"/>
                <a:gd name="connsiteY165" fmla="*/ 36146 h 167649"/>
                <a:gd name="connsiteX166" fmla="*/ 73386 w 139759"/>
                <a:gd name="connsiteY166" fmla="*/ 35401 h 167649"/>
                <a:gd name="connsiteX167" fmla="*/ 73758 w 139759"/>
                <a:gd name="connsiteY167" fmla="*/ 33913 h 167649"/>
                <a:gd name="connsiteX168" fmla="*/ 74130 w 139759"/>
                <a:gd name="connsiteY168" fmla="*/ 32425 h 167649"/>
                <a:gd name="connsiteX169" fmla="*/ 75618 w 139759"/>
                <a:gd name="connsiteY169" fmla="*/ 31681 h 167649"/>
                <a:gd name="connsiteX170" fmla="*/ 77107 w 139759"/>
                <a:gd name="connsiteY170" fmla="*/ 27216 h 167649"/>
                <a:gd name="connsiteX171" fmla="*/ 78595 w 139759"/>
                <a:gd name="connsiteY171" fmla="*/ 25728 h 167649"/>
                <a:gd name="connsiteX172" fmla="*/ 78874 w 139759"/>
                <a:gd name="connsiteY172" fmla="*/ 24193 h 167649"/>
                <a:gd name="connsiteX173" fmla="*/ 79339 w 139759"/>
                <a:gd name="connsiteY173" fmla="*/ 22751 h 167649"/>
                <a:gd name="connsiteX174" fmla="*/ 80874 w 139759"/>
                <a:gd name="connsiteY174" fmla="*/ 22519 h 167649"/>
                <a:gd name="connsiteX175" fmla="*/ 82316 w 139759"/>
                <a:gd name="connsiteY175" fmla="*/ 22007 h 167649"/>
                <a:gd name="connsiteX176" fmla="*/ 82316 w 139759"/>
                <a:gd name="connsiteY176" fmla="*/ 16798 h 167649"/>
                <a:gd name="connsiteX177" fmla="*/ 83804 w 139759"/>
                <a:gd name="connsiteY177" fmla="*/ 16798 h 167649"/>
                <a:gd name="connsiteX178" fmla="*/ 85292 w 139759"/>
                <a:gd name="connsiteY178" fmla="*/ 11589 h 167649"/>
                <a:gd name="connsiteX179" fmla="*/ 86780 w 139759"/>
                <a:gd name="connsiteY179" fmla="*/ 10845 h 167649"/>
                <a:gd name="connsiteX180" fmla="*/ 87525 w 139759"/>
                <a:gd name="connsiteY180" fmla="*/ 6380 h 167649"/>
                <a:gd name="connsiteX181" fmla="*/ 89757 w 139759"/>
                <a:gd name="connsiteY181" fmla="*/ 6380 h 167649"/>
                <a:gd name="connsiteX182" fmla="*/ 90501 w 139759"/>
                <a:gd name="connsiteY182" fmla="*/ 1171 h 167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39759" h="167649">
                  <a:moveTo>
                    <a:pt x="90501" y="1171"/>
                  </a:moveTo>
                  <a:cubicBezTo>
                    <a:pt x="91973" y="1111"/>
                    <a:pt x="93446" y="1068"/>
                    <a:pt x="94919" y="1031"/>
                  </a:cubicBezTo>
                  <a:cubicBezTo>
                    <a:pt x="95740" y="1006"/>
                    <a:pt x="96560" y="980"/>
                    <a:pt x="97405" y="953"/>
                  </a:cubicBezTo>
                  <a:cubicBezTo>
                    <a:pt x="98073" y="1025"/>
                    <a:pt x="98742" y="1097"/>
                    <a:pt x="99431" y="1171"/>
                  </a:cubicBezTo>
                  <a:cubicBezTo>
                    <a:pt x="99799" y="2276"/>
                    <a:pt x="99799" y="2276"/>
                    <a:pt x="100175" y="3403"/>
                  </a:cubicBezTo>
                  <a:cubicBezTo>
                    <a:pt x="102554" y="4196"/>
                    <a:pt x="104385" y="4203"/>
                    <a:pt x="106872" y="4148"/>
                  </a:cubicBezTo>
                  <a:cubicBezTo>
                    <a:pt x="106872" y="5130"/>
                    <a:pt x="106872" y="6112"/>
                    <a:pt x="106872" y="7124"/>
                  </a:cubicBezTo>
                  <a:cubicBezTo>
                    <a:pt x="107665" y="7166"/>
                    <a:pt x="107665" y="7166"/>
                    <a:pt x="108474" y="7208"/>
                  </a:cubicBezTo>
                  <a:cubicBezTo>
                    <a:pt x="109500" y="7282"/>
                    <a:pt x="109500" y="7282"/>
                    <a:pt x="110546" y="7357"/>
                  </a:cubicBezTo>
                  <a:cubicBezTo>
                    <a:pt x="111228" y="7400"/>
                    <a:pt x="111910" y="7443"/>
                    <a:pt x="112613" y="7487"/>
                  </a:cubicBezTo>
                  <a:cubicBezTo>
                    <a:pt x="113174" y="7613"/>
                    <a:pt x="113735" y="7739"/>
                    <a:pt x="114314" y="7868"/>
                  </a:cubicBezTo>
                  <a:cubicBezTo>
                    <a:pt x="114559" y="8605"/>
                    <a:pt x="114805" y="9342"/>
                    <a:pt x="115058" y="10101"/>
                  </a:cubicBezTo>
                  <a:cubicBezTo>
                    <a:pt x="116605" y="10617"/>
                    <a:pt x="116605" y="10617"/>
                    <a:pt x="118406" y="10845"/>
                  </a:cubicBezTo>
                  <a:cubicBezTo>
                    <a:pt x="120243" y="11124"/>
                    <a:pt x="120243" y="11124"/>
                    <a:pt x="121755" y="11589"/>
                  </a:cubicBezTo>
                  <a:cubicBezTo>
                    <a:pt x="122001" y="12326"/>
                    <a:pt x="122246" y="13062"/>
                    <a:pt x="122499" y="13821"/>
                  </a:cubicBezTo>
                  <a:cubicBezTo>
                    <a:pt x="124075" y="14258"/>
                    <a:pt x="124075" y="14258"/>
                    <a:pt x="125894" y="14333"/>
                  </a:cubicBezTo>
                  <a:cubicBezTo>
                    <a:pt x="126509" y="14382"/>
                    <a:pt x="127124" y="14431"/>
                    <a:pt x="127758" y="14481"/>
                  </a:cubicBezTo>
                  <a:cubicBezTo>
                    <a:pt x="128470" y="14523"/>
                    <a:pt x="128470" y="14523"/>
                    <a:pt x="129196" y="14566"/>
                  </a:cubicBezTo>
                  <a:cubicBezTo>
                    <a:pt x="129196" y="15302"/>
                    <a:pt x="129196" y="16039"/>
                    <a:pt x="129196" y="16798"/>
                  </a:cubicBezTo>
                  <a:cubicBezTo>
                    <a:pt x="130685" y="17322"/>
                    <a:pt x="130685" y="17322"/>
                    <a:pt x="132499" y="17542"/>
                  </a:cubicBezTo>
                  <a:cubicBezTo>
                    <a:pt x="134356" y="17821"/>
                    <a:pt x="134356" y="17821"/>
                    <a:pt x="135894" y="18286"/>
                  </a:cubicBezTo>
                  <a:cubicBezTo>
                    <a:pt x="136139" y="19023"/>
                    <a:pt x="136385" y="19760"/>
                    <a:pt x="136638" y="20519"/>
                  </a:cubicBezTo>
                  <a:cubicBezTo>
                    <a:pt x="138572" y="20838"/>
                    <a:pt x="140447" y="20846"/>
                    <a:pt x="142405" y="20888"/>
                  </a:cubicBezTo>
                  <a:cubicBezTo>
                    <a:pt x="142957" y="21012"/>
                    <a:pt x="143510" y="21135"/>
                    <a:pt x="144079" y="21263"/>
                  </a:cubicBezTo>
                  <a:cubicBezTo>
                    <a:pt x="144518" y="22742"/>
                    <a:pt x="144518" y="22742"/>
                    <a:pt x="144823" y="24239"/>
                  </a:cubicBezTo>
                  <a:cubicBezTo>
                    <a:pt x="147442" y="24853"/>
                    <a:pt x="147442" y="24853"/>
                    <a:pt x="150032" y="24984"/>
                  </a:cubicBezTo>
                  <a:cubicBezTo>
                    <a:pt x="150072" y="26580"/>
                    <a:pt x="150101" y="28177"/>
                    <a:pt x="150125" y="29774"/>
                  </a:cubicBezTo>
                  <a:cubicBezTo>
                    <a:pt x="150143" y="30663"/>
                    <a:pt x="150160" y="31552"/>
                    <a:pt x="150178" y="32469"/>
                  </a:cubicBezTo>
                  <a:cubicBezTo>
                    <a:pt x="150130" y="33191"/>
                    <a:pt x="150082" y="33913"/>
                    <a:pt x="150032" y="34657"/>
                  </a:cubicBezTo>
                  <a:cubicBezTo>
                    <a:pt x="149296" y="35026"/>
                    <a:pt x="149296" y="35026"/>
                    <a:pt x="148544" y="35401"/>
                  </a:cubicBezTo>
                  <a:cubicBezTo>
                    <a:pt x="148329" y="36061"/>
                    <a:pt x="148114" y="36721"/>
                    <a:pt x="147893" y="37401"/>
                  </a:cubicBezTo>
                  <a:cubicBezTo>
                    <a:pt x="146863" y="40435"/>
                    <a:pt x="145569" y="43586"/>
                    <a:pt x="142591" y="45075"/>
                  </a:cubicBezTo>
                  <a:cubicBezTo>
                    <a:pt x="142468" y="45689"/>
                    <a:pt x="142345" y="46303"/>
                    <a:pt x="142219" y="46936"/>
                  </a:cubicBezTo>
                  <a:cubicBezTo>
                    <a:pt x="142096" y="47550"/>
                    <a:pt x="141973" y="48163"/>
                    <a:pt x="141847" y="48796"/>
                  </a:cubicBezTo>
                  <a:cubicBezTo>
                    <a:pt x="141110" y="49164"/>
                    <a:pt x="141110" y="49164"/>
                    <a:pt x="140359" y="49540"/>
                  </a:cubicBezTo>
                  <a:cubicBezTo>
                    <a:pt x="140113" y="50277"/>
                    <a:pt x="139867" y="51014"/>
                    <a:pt x="139614" y="51773"/>
                  </a:cubicBezTo>
                  <a:cubicBezTo>
                    <a:pt x="138870" y="54005"/>
                    <a:pt x="138870" y="54005"/>
                    <a:pt x="137382" y="54749"/>
                  </a:cubicBezTo>
                  <a:cubicBezTo>
                    <a:pt x="137221" y="55647"/>
                    <a:pt x="137221" y="55647"/>
                    <a:pt x="137056" y="56563"/>
                  </a:cubicBezTo>
                  <a:cubicBezTo>
                    <a:pt x="136638" y="58470"/>
                    <a:pt x="136638" y="58470"/>
                    <a:pt x="134405" y="59958"/>
                  </a:cubicBezTo>
                  <a:cubicBezTo>
                    <a:pt x="134283" y="60480"/>
                    <a:pt x="134160" y="61002"/>
                    <a:pt x="134033" y="61539"/>
                  </a:cubicBezTo>
                  <a:cubicBezTo>
                    <a:pt x="133911" y="62000"/>
                    <a:pt x="133788" y="62460"/>
                    <a:pt x="133661" y="62935"/>
                  </a:cubicBezTo>
                  <a:cubicBezTo>
                    <a:pt x="132925" y="62935"/>
                    <a:pt x="132188" y="62935"/>
                    <a:pt x="131429" y="62935"/>
                  </a:cubicBezTo>
                  <a:cubicBezTo>
                    <a:pt x="131475" y="63503"/>
                    <a:pt x="131521" y="64070"/>
                    <a:pt x="131568" y="64655"/>
                  </a:cubicBezTo>
                  <a:cubicBezTo>
                    <a:pt x="131401" y="67050"/>
                    <a:pt x="130933" y="67351"/>
                    <a:pt x="129196" y="68888"/>
                  </a:cubicBezTo>
                  <a:cubicBezTo>
                    <a:pt x="128935" y="69410"/>
                    <a:pt x="128675" y="69931"/>
                    <a:pt x="128406" y="70469"/>
                  </a:cubicBezTo>
                  <a:cubicBezTo>
                    <a:pt x="127708" y="71864"/>
                    <a:pt x="127708" y="71864"/>
                    <a:pt x="126220" y="72609"/>
                  </a:cubicBezTo>
                  <a:cubicBezTo>
                    <a:pt x="126097" y="73100"/>
                    <a:pt x="125974" y="73591"/>
                    <a:pt x="125848" y="74097"/>
                  </a:cubicBezTo>
                  <a:cubicBezTo>
                    <a:pt x="125725" y="74588"/>
                    <a:pt x="125602" y="75079"/>
                    <a:pt x="125476" y="75585"/>
                  </a:cubicBezTo>
                  <a:cubicBezTo>
                    <a:pt x="124739" y="75953"/>
                    <a:pt x="124739" y="75953"/>
                    <a:pt x="123987" y="76329"/>
                  </a:cubicBezTo>
                  <a:cubicBezTo>
                    <a:pt x="123880" y="76912"/>
                    <a:pt x="123773" y="77496"/>
                    <a:pt x="123662" y="78097"/>
                  </a:cubicBezTo>
                  <a:cubicBezTo>
                    <a:pt x="123181" y="80339"/>
                    <a:pt x="122684" y="80795"/>
                    <a:pt x="121011" y="82282"/>
                  </a:cubicBezTo>
                  <a:cubicBezTo>
                    <a:pt x="119532" y="84030"/>
                    <a:pt x="118223" y="85626"/>
                    <a:pt x="117197" y="87677"/>
                  </a:cubicBezTo>
                  <a:cubicBezTo>
                    <a:pt x="116546" y="88980"/>
                    <a:pt x="116546" y="88980"/>
                    <a:pt x="115058" y="89724"/>
                  </a:cubicBezTo>
                  <a:cubicBezTo>
                    <a:pt x="114935" y="90215"/>
                    <a:pt x="114812" y="90706"/>
                    <a:pt x="114686" y="91212"/>
                  </a:cubicBezTo>
                  <a:cubicBezTo>
                    <a:pt x="114563" y="91703"/>
                    <a:pt x="114440" y="92194"/>
                    <a:pt x="114314" y="92700"/>
                  </a:cubicBezTo>
                  <a:cubicBezTo>
                    <a:pt x="113577" y="93069"/>
                    <a:pt x="113577" y="93069"/>
                    <a:pt x="112825" y="93444"/>
                  </a:cubicBezTo>
                  <a:cubicBezTo>
                    <a:pt x="112718" y="93936"/>
                    <a:pt x="112610" y="94427"/>
                    <a:pt x="112500" y="94933"/>
                  </a:cubicBezTo>
                  <a:cubicBezTo>
                    <a:pt x="112362" y="95424"/>
                    <a:pt x="112223" y="95915"/>
                    <a:pt x="112081" y="96421"/>
                  </a:cubicBezTo>
                  <a:cubicBezTo>
                    <a:pt x="111344" y="96667"/>
                    <a:pt x="110608" y="96912"/>
                    <a:pt x="109849" y="97165"/>
                  </a:cubicBezTo>
                  <a:cubicBezTo>
                    <a:pt x="109578" y="98401"/>
                    <a:pt x="109328" y="99641"/>
                    <a:pt x="109105" y="100886"/>
                  </a:cubicBezTo>
                  <a:cubicBezTo>
                    <a:pt x="108613" y="100886"/>
                    <a:pt x="108122" y="100886"/>
                    <a:pt x="107616" y="100886"/>
                  </a:cubicBezTo>
                  <a:cubicBezTo>
                    <a:pt x="107509" y="101346"/>
                    <a:pt x="107401" y="101807"/>
                    <a:pt x="107291" y="102281"/>
                  </a:cubicBezTo>
                  <a:cubicBezTo>
                    <a:pt x="106872" y="103862"/>
                    <a:pt x="106872" y="103862"/>
                    <a:pt x="104640" y="105351"/>
                  </a:cubicBezTo>
                  <a:cubicBezTo>
                    <a:pt x="104394" y="105980"/>
                    <a:pt x="104149" y="106609"/>
                    <a:pt x="103896" y="107258"/>
                  </a:cubicBezTo>
                  <a:cubicBezTo>
                    <a:pt x="103527" y="108155"/>
                    <a:pt x="103527" y="108155"/>
                    <a:pt x="103151" y="109071"/>
                  </a:cubicBezTo>
                  <a:cubicBezTo>
                    <a:pt x="102415" y="109317"/>
                    <a:pt x="101678" y="109563"/>
                    <a:pt x="100919" y="109816"/>
                  </a:cubicBezTo>
                  <a:cubicBezTo>
                    <a:pt x="99933" y="111440"/>
                    <a:pt x="99347" y="113037"/>
                    <a:pt x="98733" y="114838"/>
                  </a:cubicBezTo>
                  <a:cubicBezTo>
                    <a:pt x="98472" y="115391"/>
                    <a:pt x="98211" y="115944"/>
                    <a:pt x="97943" y="116513"/>
                  </a:cubicBezTo>
                  <a:cubicBezTo>
                    <a:pt x="97206" y="116513"/>
                    <a:pt x="96469" y="116513"/>
                    <a:pt x="95710" y="116513"/>
                  </a:cubicBezTo>
                  <a:cubicBezTo>
                    <a:pt x="95188" y="117742"/>
                    <a:pt x="94691" y="118983"/>
                    <a:pt x="94222" y="120233"/>
                  </a:cubicBezTo>
                  <a:cubicBezTo>
                    <a:pt x="93731" y="120233"/>
                    <a:pt x="93240" y="120233"/>
                    <a:pt x="92734" y="120233"/>
                  </a:cubicBezTo>
                  <a:cubicBezTo>
                    <a:pt x="92611" y="120847"/>
                    <a:pt x="92488" y="121461"/>
                    <a:pt x="92361" y="122094"/>
                  </a:cubicBezTo>
                  <a:cubicBezTo>
                    <a:pt x="92239" y="122708"/>
                    <a:pt x="92116" y="123322"/>
                    <a:pt x="91989" y="123954"/>
                  </a:cubicBezTo>
                  <a:cubicBezTo>
                    <a:pt x="91498" y="123954"/>
                    <a:pt x="91007" y="123954"/>
                    <a:pt x="90501" y="123954"/>
                  </a:cubicBezTo>
                  <a:cubicBezTo>
                    <a:pt x="90501" y="125182"/>
                    <a:pt x="90501" y="126410"/>
                    <a:pt x="90501" y="127675"/>
                  </a:cubicBezTo>
                  <a:cubicBezTo>
                    <a:pt x="89764" y="127675"/>
                    <a:pt x="89028" y="127675"/>
                    <a:pt x="88269" y="127675"/>
                  </a:cubicBezTo>
                  <a:cubicBezTo>
                    <a:pt x="88013" y="128665"/>
                    <a:pt x="87765" y="129658"/>
                    <a:pt x="87525" y="130651"/>
                  </a:cubicBezTo>
                  <a:cubicBezTo>
                    <a:pt x="86788" y="130897"/>
                    <a:pt x="86051" y="131143"/>
                    <a:pt x="85292" y="131396"/>
                  </a:cubicBezTo>
                  <a:cubicBezTo>
                    <a:pt x="84772" y="132375"/>
                    <a:pt x="84275" y="133368"/>
                    <a:pt x="83804" y="134372"/>
                  </a:cubicBezTo>
                  <a:cubicBezTo>
                    <a:pt x="83313" y="134618"/>
                    <a:pt x="82822" y="134863"/>
                    <a:pt x="82316" y="135116"/>
                  </a:cubicBezTo>
                  <a:cubicBezTo>
                    <a:pt x="82070" y="135853"/>
                    <a:pt x="81824" y="136590"/>
                    <a:pt x="81571" y="137349"/>
                  </a:cubicBezTo>
                  <a:cubicBezTo>
                    <a:pt x="81080" y="137594"/>
                    <a:pt x="80589" y="137840"/>
                    <a:pt x="80083" y="138093"/>
                  </a:cubicBezTo>
                  <a:cubicBezTo>
                    <a:pt x="79976" y="138584"/>
                    <a:pt x="79868" y="139075"/>
                    <a:pt x="79758" y="139581"/>
                  </a:cubicBezTo>
                  <a:cubicBezTo>
                    <a:pt x="79550" y="140318"/>
                    <a:pt x="79550" y="140318"/>
                    <a:pt x="79339" y="141069"/>
                  </a:cubicBezTo>
                  <a:cubicBezTo>
                    <a:pt x="78602" y="141315"/>
                    <a:pt x="77866" y="141561"/>
                    <a:pt x="77107" y="141814"/>
                  </a:cubicBezTo>
                  <a:cubicBezTo>
                    <a:pt x="76861" y="142550"/>
                    <a:pt x="76615" y="143287"/>
                    <a:pt x="76362" y="144046"/>
                  </a:cubicBezTo>
                  <a:cubicBezTo>
                    <a:pt x="75626" y="144537"/>
                    <a:pt x="74889" y="145028"/>
                    <a:pt x="74130" y="145534"/>
                  </a:cubicBezTo>
                  <a:cubicBezTo>
                    <a:pt x="73884" y="146271"/>
                    <a:pt x="73639" y="147008"/>
                    <a:pt x="73386" y="147767"/>
                  </a:cubicBezTo>
                  <a:cubicBezTo>
                    <a:pt x="72649" y="147767"/>
                    <a:pt x="71912" y="147767"/>
                    <a:pt x="71153" y="147767"/>
                  </a:cubicBezTo>
                  <a:cubicBezTo>
                    <a:pt x="71153" y="148995"/>
                    <a:pt x="71153" y="150222"/>
                    <a:pt x="71153" y="151487"/>
                  </a:cubicBezTo>
                  <a:cubicBezTo>
                    <a:pt x="70171" y="151487"/>
                    <a:pt x="69189" y="151487"/>
                    <a:pt x="68177" y="151487"/>
                  </a:cubicBezTo>
                  <a:cubicBezTo>
                    <a:pt x="68177" y="152470"/>
                    <a:pt x="68177" y="153452"/>
                    <a:pt x="68177" y="154464"/>
                  </a:cubicBezTo>
                  <a:cubicBezTo>
                    <a:pt x="67195" y="154464"/>
                    <a:pt x="66212" y="154464"/>
                    <a:pt x="65200" y="154464"/>
                  </a:cubicBezTo>
                  <a:cubicBezTo>
                    <a:pt x="64708" y="155938"/>
                    <a:pt x="64708" y="155938"/>
                    <a:pt x="64456" y="157441"/>
                  </a:cubicBezTo>
                  <a:cubicBezTo>
                    <a:pt x="63965" y="157441"/>
                    <a:pt x="63474" y="157441"/>
                    <a:pt x="62968" y="157441"/>
                  </a:cubicBezTo>
                  <a:cubicBezTo>
                    <a:pt x="62807" y="158361"/>
                    <a:pt x="62807" y="158361"/>
                    <a:pt x="62642" y="159301"/>
                  </a:cubicBezTo>
                  <a:cubicBezTo>
                    <a:pt x="62504" y="159915"/>
                    <a:pt x="62366" y="160529"/>
                    <a:pt x="62224" y="161161"/>
                  </a:cubicBezTo>
                  <a:cubicBezTo>
                    <a:pt x="61487" y="161161"/>
                    <a:pt x="60750" y="161161"/>
                    <a:pt x="59991" y="161161"/>
                  </a:cubicBezTo>
                  <a:cubicBezTo>
                    <a:pt x="59458" y="162386"/>
                    <a:pt x="58962" y="163627"/>
                    <a:pt x="58503" y="164882"/>
                  </a:cubicBezTo>
                  <a:cubicBezTo>
                    <a:pt x="58012" y="165127"/>
                    <a:pt x="57521" y="165373"/>
                    <a:pt x="57015" y="165626"/>
                  </a:cubicBezTo>
                  <a:cubicBezTo>
                    <a:pt x="56923" y="166133"/>
                    <a:pt x="56831" y="166639"/>
                    <a:pt x="56736" y="167161"/>
                  </a:cubicBezTo>
                  <a:cubicBezTo>
                    <a:pt x="56582" y="167637"/>
                    <a:pt x="56429" y="168112"/>
                    <a:pt x="56271" y="168603"/>
                  </a:cubicBezTo>
                  <a:cubicBezTo>
                    <a:pt x="55288" y="168603"/>
                    <a:pt x="54306" y="168603"/>
                    <a:pt x="53294" y="168603"/>
                  </a:cubicBezTo>
                  <a:cubicBezTo>
                    <a:pt x="53039" y="167612"/>
                    <a:pt x="52791" y="166620"/>
                    <a:pt x="52550" y="165626"/>
                  </a:cubicBezTo>
                  <a:cubicBezTo>
                    <a:pt x="52043" y="165519"/>
                    <a:pt x="51537" y="165411"/>
                    <a:pt x="51015" y="165301"/>
                  </a:cubicBezTo>
                  <a:cubicBezTo>
                    <a:pt x="50539" y="165162"/>
                    <a:pt x="50064" y="165024"/>
                    <a:pt x="49573" y="164882"/>
                  </a:cubicBezTo>
                  <a:cubicBezTo>
                    <a:pt x="49542" y="163642"/>
                    <a:pt x="49542" y="162401"/>
                    <a:pt x="49573" y="161161"/>
                  </a:cubicBezTo>
                  <a:cubicBezTo>
                    <a:pt x="48837" y="160916"/>
                    <a:pt x="48100" y="160670"/>
                    <a:pt x="47341" y="160417"/>
                  </a:cubicBezTo>
                  <a:cubicBezTo>
                    <a:pt x="45374" y="158682"/>
                    <a:pt x="44459" y="157726"/>
                    <a:pt x="43620" y="155208"/>
                  </a:cubicBezTo>
                  <a:cubicBezTo>
                    <a:pt x="42884" y="154963"/>
                    <a:pt x="42147" y="154717"/>
                    <a:pt x="41388" y="154464"/>
                  </a:cubicBezTo>
                  <a:cubicBezTo>
                    <a:pt x="40880" y="153478"/>
                    <a:pt x="40383" y="152486"/>
                    <a:pt x="39900" y="151487"/>
                  </a:cubicBezTo>
                  <a:cubicBezTo>
                    <a:pt x="39408" y="151487"/>
                    <a:pt x="38917" y="151487"/>
                    <a:pt x="38411" y="151487"/>
                  </a:cubicBezTo>
                  <a:cubicBezTo>
                    <a:pt x="38488" y="150889"/>
                    <a:pt x="38565" y="150290"/>
                    <a:pt x="38644" y="149674"/>
                  </a:cubicBezTo>
                  <a:cubicBezTo>
                    <a:pt x="38567" y="149044"/>
                    <a:pt x="38490" y="148415"/>
                    <a:pt x="38411" y="147767"/>
                  </a:cubicBezTo>
                  <a:cubicBezTo>
                    <a:pt x="37564" y="147610"/>
                    <a:pt x="37564" y="147610"/>
                    <a:pt x="36699" y="147450"/>
                  </a:cubicBezTo>
                  <a:cubicBezTo>
                    <a:pt x="34235" y="146926"/>
                    <a:pt x="33634" y="146174"/>
                    <a:pt x="32086" y="144232"/>
                  </a:cubicBezTo>
                  <a:cubicBezTo>
                    <a:pt x="30569" y="142381"/>
                    <a:pt x="29106" y="140703"/>
                    <a:pt x="27389" y="139023"/>
                  </a:cubicBezTo>
                  <a:cubicBezTo>
                    <a:pt x="25888" y="137480"/>
                    <a:pt x="25215" y="136257"/>
                    <a:pt x="24273" y="134372"/>
                  </a:cubicBezTo>
                  <a:cubicBezTo>
                    <a:pt x="23536" y="134127"/>
                    <a:pt x="22799" y="133881"/>
                    <a:pt x="22040" y="133628"/>
                  </a:cubicBezTo>
                  <a:cubicBezTo>
                    <a:pt x="21795" y="132891"/>
                    <a:pt x="21549" y="132155"/>
                    <a:pt x="21296" y="131396"/>
                  </a:cubicBezTo>
                  <a:cubicBezTo>
                    <a:pt x="20559" y="131150"/>
                    <a:pt x="19823" y="130904"/>
                    <a:pt x="19064" y="130651"/>
                  </a:cubicBezTo>
                  <a:cubicBezTo>
                    <a:pt x="18925" y="129915"/>
                    <a:pt x="18925" y="129915"/>
                    <a:pt x="18785" y="129163"/>
                  </a:cubicBezTo>
                  <a:cubicBezTo>
                    <a:pt x="18631" y="128672"/>
                    <a:pt x="18478" y="128181"/>
                    <a:pt x="18319" y="127675"/>
                  </a:cubicBezTo>
                  <a:cubicBezTo>
                    <a:pt x="17080" y="127421"/>
                    <a:pt x="15840" y="127173"/>
                    <a:pt x="14599" y="126931"/>
                  </a:cubicBezTo>
                  <a:cubicBezTo>
                    <a:pt x="13762" y="125442"/>
                    <a:pt x="13762" y="125442"/>
                    <a:pt x="13110" y="123954"/>
                  </a:cubicBezTo>
                  <a:cubicBezTo>
                    <a:pt x="12374" y="123709"/>
                    <a:pt x="11637" y="123463"/>
                    <a:pt x="10878" y="123210"/>
                  </a:cubicBezTo>
                  <a:cubicBezTo>
                    <a:pt x="10255" y="120438"/>
                    <a:pt x="10274" y="117798"/>
                    <a:pt x="10878" y="115025"/>
                  </a:cubicBezTo>
                  <a:cubicBezTo>
                    <a:pt x="13436" y="113536"/>
                    <a:pt x="13436" y="113536"/>
                    <a:pt x="16087" y="112792"/>
                  </a:cubicBezTo>
                  <a:cubicBezTo>
                    <a:pt x="16333" y="112055"/>
                    <a:pt x="16578" y="111319"/>
                    <a:pt x="16831" y="110560"/>
                  </a:cubicBezTo>
                  <a:cubicBezTo>
                    <a:pt x="17568" y="110560"/>
                    <a:pt x="18305" y="110560"/>
                    <a:pt x="19064" y="110560"/>
                  </a:cubicBezTo>
                  <a:cubicBezTo>
                    <a:pt x="19156" y="110145"/>
                    <a:pt x="19248" y="109731"/>
                    <a:pt x="19343" y="109304"/>
                  </a:cubicBezTo>
                  <a:cubicBezTo>
                    <a:pt x="20028" y="106768"/>
                    <a:pt x="21590" y="105564"/>
                    <a:pt x="23528" y="103862"/>
                  </a:cubicBezTo>
                  <a:cubicBezTo>
                    <a:pt x="24020" y="103862"/>
                    <a:pt x="24511" y="103862"/>
                    <a:pt x="25017" y="103862"/>
                  </a:cubicBezTo>
                  <a:cubicBezTo>
                    <a:pt x="25017" y="102880"/>
                    <a:pt x="25017" y="101898"/>
                    <a:pt x="25017" y="100886"/>
                  </a:cubicBezTo>
                  <a:cubicBezTo>
                    <a:pt x="26122" y="100149"/>
                    <a:pt x="26122" y="100149"/>
                    <a:pt x="27249" y="99398"/>
                  </a:cubicBezTo>
                  <a:cubicBezTo>
                    <a:pt x="27495" y="98661"/>
                    <a:pt x="27740" y="97924"/>
                    <a:pt x="27993" y="97165"/>
                  </a:cubicBezTo>
                  <a:cubicBezTo>
                    <a:pt x="28730" y="97165"/>
                    <a:pt x="29467" y="97165"/>
                    <a:pt x="30226" y="97165"/>
                  </a:cubicBezTo>
                  <a:cubicBezTo>
                    <a:pt x="30748" y="95936"/>
                    <a:pt x="31245" y="94695"/>
                    <a:pt x="31714" y="93444"/>
                  </a:cubicBezTo>
                  <a:cubicBezTo>
                    <a:pt x="32205" y="93444"/>
                    <a:pt x="32696" y="93444"/>
                    <a:pt x="33202" y="93444"/>
                  </a:cubicBezTo>
                  <a:cubicBezTo>
                    <a:pt x="33713" y="92460"/>
                    <a:pt x="34205" y="91465"/>
                    <a:pt x="34691" y="90468"/>
                  </a:cubicBezTo>
                  <a:cubicBezTo>
                    <a:pt x="35683" y="89228"/>
                    <a:pt x="36675" y="87987"/>
                    <a:pt x="37667" y="86747"/>
                  </a:cubicBezTo>
                  <a:cubicBezTo>
                    <a:pt x="37943" y="86195"/>
                    <a:pt x="38220" y="85642"/>
                    <a:pt x="38504" y="85073"/>
                  </a:cubicBezTo>
                  <a:cubicBezTo>
                    <a:pt x="39155" y="83771"/>
                    <a:pt x="39155" y="83771"/>
                    <a:pt x="40644" y="83026"/>
                  </a:cubicBezTo>
                  <a:cubicBezTo>
                    <a:pt x="40889" y="82535"/>
                    <a:pt x="41135" y="82044"/>
                    <a:pt x="41388" y="81538"/>
                  </a:cubicBezTo>
                  <a:cubicBezTo>
                    <a:pt x="42132" y="80050"/>
                    <a:pt x="42132" y="80050"/>
                    <a:pt x="43620" y="79306"/>
                  </a:cubicBezTo>
                  <a:cubicBezTo>
                    <a:pt x="43989" y="78201"/>
                    <a:pt x="43989" y="78201"/>
                    <a:pt x="44364" y="77073"/>
                  </a:cubicBezTo>
                  <a:cubicBezTo>
                    <a:pt x="45450" y="75889"/>
                    <a:pt x="46603" y="74836"/>
                    <a:pt x="47806" y="73771"/>
                  </a:cubicBezTo>
                  <a:cubicBezTo>
                    <a:pt x="48956" y="72651"/>
                    <a:pt x="48956" y="72651"/>
                    <a:pt x="49201" y="70981"/>
                  </a:cubicBezTo>
                  <a:cubicBezTo>
                    <a:pt x="49385" y="70313"/>
                    <a:pt x="49385" y="70313"/>
                    <a:pt x="49573" y="69632"/>
                  </a:cubicBezTo>
                  <a:cubicBezTo>
                    <a:pt x="50310" y="69632"/>
                    <a:pt x="51047" y="69632"/>
                    <a:pt x="51806" y="69632"/>
                  </a:cubicBezTo>
                  <a:cubicBezTo>
                    <a:pt x="51806" y="68404"/>
                    <a:pt x="51806" y="67176"/>
                    <a:pt x="51806" y="65911"/>
                  </a:cubicBezTo>
                  <a:cubicBezTo>
                    <a:pt x="52788" y="65911"/>
                    <a:pt x="53770" y="65911"/>
                    <a:pt x="54782" y="65911"/>
                  </a:cubicBezTo>
                  <a:cubicBezTo>
                    <a:pt x="54736" y="65313"/>
                    <a:pt x="54690" y="64714"/>
                    <a:pt x="54643" y="64097"/>
                  </a:cubicBezTo>
                  <a:cubicBezTo>
                    <a:pt x="54712" y="63153"/>
                    <a:pt x="54712" y="63153"/>
                    <a:pt x="54782" y="62191"/>
                  </a:cubicBezTo>
                  <a:cubicBezTo>
                    <a:pt x="55519" y="61945"/>
                    <a:pt x="56256" y="61699"/>
                    <a:pt x="57015" y="61446"/>
                  </a:cubicBezTo>
                  <a:cubicBezTo>
                    <a:pt x="57092" y="60925"/>
                    <a:pt x="57168" y="60403"/>
                    <a:pt x="57247" y="59865"/>
                  </a:cubicBezTo>
                  <a:cubicBezTo>
                    <a:pt x="57899" y="57139"/>
                    <a:pt x="59238" y="55826"/>
                    <a:pt x="61128" y="53816"/>
                  </a:cubicBezTo>
                  <a:cubicBezTo>
                    <a:pt x="62290" y="52543"/>
                    <a:pt x="62290" y="52543"/>
                    <a:pt x="63017" y="50915"/>
                  </a:cubicBezTo>
                  <a:cubicBezTo>
                    <a:pt x="63712" y="49540"/>
                    <a:pt x="63712" y="49540"/>
                    <a:pt x="65200" y="48796"/>
                  </a:cubicBezTo>
                  <a:cubicBezTo>
                    <a:pt x="65308" y="48290"/>
                    <a:pt x="65415" y="47783"/>
                    <a:pt x="65526" y="47261"/>
                  </a:cubicBezTo>
                  <a:cubicBezTo>
                    <a:pt x="65733" y="46548"/>
                    <a:pt x="65733" y="46548"/>
                    <a:pt x="65944" y="45819"/>
                  </a:cubicBezTo>
                  <a:cubicBezTo>
                    <a:pt x="66681" y="45819"/>
                    <a:pt x="67418" y="45819"/>
                    <a:pt x="68177" y="45819"/>
                  </a:cubicBezTo>
                  <a:cubicBezTo>
                    <a:pt x="68131" y="45098"/>
                    <a:pt x="68085" y="44377"/>
                    <a:pt x="68037" y="43634"/>
                  </a:cubicBezTo>
                  <a:cubicBezTo>
                    <a:pt x="68083" y="42881"/>
                    <a:pt x="68129" y="42129"/>
                    <a:pt x="68177" y="41355"/>
                  </a:cubicBezTo>
                  <a:cubicBezTo>
                    <a:pt x="68914" y="41109"/>
                    <a:pt x="69650" y="40863"/>
                    <a:pt x="70409" y="40610"/>
                  </a:cubicBezTo>
                  <a:cubicBezTo>
                    <a:pt x="70933" y="39132"/>
                    <a:pt x="71430" y="37643"/>
                    <a:pt x="71898" y="36146"/>
                  </a:cubicBezTo>
                  <a:cubicBezTo>
                    <a:pt x="72389" y="35900"/>
                    <a:pt x="72880" y="35654"/>
                    <a:pt x="73386" y="35401"/>
                  </a:cubicBezTo>
                  <a:cubicBezTo>
                    <a:pt x="73509" y="34910"/>
                    <a:pt x="73631" y="34419"/>
                    <a:pt x="73758" y="33913"/>
                  </a:cubicBezTo>
                  <a:cubicBezTo>
                    <a:pt x="73881" y="33422"/>
                    <a:pt x="74003" y="32931"/>
                    <a:pt x="74130" y="32425"/>
                  </a:cubicBezTo>
                  <a:cubicBezTo>
                    <a:pt x="74621" y="32179"/>
                    <a:pt x="75112" y="31934"/>
                    <a:pt x="75618" y="31681"/>
                  </a:cubicBezTo>
                  <a:cubicBezTo>
                    <a:pt x="76124" y="30196"/>
                    <a:pt x="76620" y="28707"/>
                    <a:pt x="77107" y="27216"/>
                  </a:cubicBezTo>
                  <a:cubicBezTo>
                    <a:pt x="77843" y="26479"/>
                    <a:pt x="77843" y="26479"/>
                    <a:pt x="78595" y="25728"/>
                  </a:cubicBezTo>
                  <a:cubicBezTo>
                    <a:pt x="78733" y="24968"/>
                    <a:pt x="78733" y="24968"/>
                    <a:pt x="78874" y="24193"/>
                  </a:cubicBezTo>
                  <a:cubicBezTo>
                    <a:pt x="79027" y="23717"/>
                    <a:pt x="79181" y="23241"/>
                    <a:pt x="79339" y="22751"/>
                  </a:cubicBezTo>
                  <a:cubicBezTo>
                    <a:pt x="79845" y="22674"/>
                    <a:pt x="80352" y="22598"/>
                    <a:pt x="80874" y="22519"/>
                  </a:cubicBezTo>
                  <a:cubicBezTo>
                    <a:pt x="81350" y="22350"/>
                    <a:pt x="81825" y="22181"/>
                    <a:pt x="82316" y="22007"/>
                  </a:cubicBezTo>
                  <a:cubicBezTo>
                    <a:pt x="82564" y="19371"/>
                    <a:pt x="82564" y="19371"/>
                    <a:pt x="82316" y="16798"/>
                  </a:cubicBezTo>
                  <a:cubicBezTo>
                    <a:pt x="82807" y="16798"/>
                    <a:pt x="83298" y="16798"/>
                    <a:pt x="83804" y="16798"/>
                  </a:cubicBezTo>
                  <a:cubicBezTo>
                    <a:pt x="84308" y="15064"/>
                    <a:pt x="84804" y="13328"/>
                    <a:pt x="85292" y="11589"/>
                  </a:cubicBezTo>
                  <a:cubicBezTo>
                    <a:pt x="85783" y="11343"/>
                    <a:pt x="86274" y="11098"/>
                    <a:pt x="86780" y="10845"/>
                  </a:cubicBezTo>
                  <a:cubicBezTo>
                    <a:pt x="87270" y="8591"/>
                    <a:pt x="87270" y="8591"/>
                    <a:pt x="87525" y="6380"/>
                  </a:cubicBezTo>
                  <a:cubicBezTo>
                    <a:pt x="88261" y="6380"/>
                    <a:pt x="88998" y="6380"/>
                    <a:pt x="89757" y="6380"/>
                  </a:cubicBezTo>
                  <a:cubicBezTo>
                    <a:pt x="90003" y="4661"/>
                    <a:pt x="90248" y="2942"/>
                    <a:pt x="90501" y="1171"/>
                  </a:cubicBezTo>
                  <a:close/>
                </a:path>
              </a:pathLst>
            </a:custGeom>
            <a:grpFill/>
            <a:ln w="744" cap="flat">
              <a:noFill/>
              <a:prstDash val="solid"/>
              <a:miter/>
            </a:ln>
          </p:spPr>
          <p:txBody>
            <a:bodyPr rtlCol="0" anchor="ctr"/>
            <a:lstStyle/>
            <a:p>
              <a:endParaRPr lang="zh-CN" altLang="en-US"/>
            </a:p>
          </p:txBody>
        </p:sp>
        <p:sp>
          <p:nvSpPr>
            <p:cNvPr id="146" name="任意多边形: 形状 145"/>
            <p:cNvSpPr/>
            <p:nvPr/>
          </p:nvSpPr>
          <p:spPr>
            <a:xfrm>
              <a:off x="7476313" y="1392683"/>
              <a:ext cx="109858" cy="239122"/>
            </a:xfrm>
            <a:custGeom>
              <a:avLst/>
              <a:gdLst>
                <a:gd name="connsiteX0" fmla="*/ 89666 w 109858"/>
                <a:gd name="connsiteY0" fmla="*/ 1757 h 239122"/>
                <a:gd name="connsiteX1" fmla="*/ 101983 w 109858"/>
                <a:gd name="connsiteY1" fmla="*/ 1634 h 239122"/>
                <a:gd name="connsiteX2" fmla="*/ 106175 w 109858"/>
                <a:gd name="connsiteY2" fmla="*/ 1589 h 239122"/>
                <a:gd name="connsiteX3" fmla="*/ 112193 w 109858"/>
                <a:gd name="connsiteY3" fmla="*/ 1539 h 239122"/>
                <a:gd name="connsiteX4" fmla="*/ 114094 w 109858"/>
                <a:gd name="connsiteY4" fmla="*/ 1504 h 239122"/>
                <a:gd name="connsiteX5" fmla="*/ 118687 w 109858"/>
                <a:gd name="connsiteY5" fmla="*/ 1757 h 239122"/>
                <a:gd name="connsiteX6" fmla="*/ 120369 w 109858"/>
                <a:gd name="connsiteY6" fmla="*/ 10553 h 239122"/>
                <a:gd name="connsiteX7" fmla="*/ 120378 w 109858"/>
                <a:gd name="connsiteY7" fmla="*/ 12610 h 239122"/>
                <a:gd name="connsiteX8" fmla="*/ 120380 w 109858"/>
                <a:gd name="connsiteY8" fmla="*/ 19464 h 239122"/>
                <a:gd name="connsiteX9" fmla="*/ 120391 w 109858"/>
                <a:gd name="connsiteY9" fmla="*/ 24366 h 239122"/>
                <a:gd name="connsiteX10" fmla="*/ 120400 w 109858"/>
                <a:gd name="connsiteY10" fmla="*/ 37700 h 239122"/>
                <a:gd name="connsiteX11" fmla="*/ 120406 w 109858"/>
                <a:gd name="connsiteY11" fmla="*/ 48813 h 239122"/>
                <a:gd name="connsiteX12" fmla="*/ 120409 w 109858"/>
                <a:gd name="connsiteY12" fmla="*/ 76515 h 239122"/>
                <a:gd name="connsiteX13" fmla="*/ 120428 w 109858"/>
                <a:gd name="connsiteY13" fmla="*/ 100600 h 239122"/>
                <a:gd name="connsiteX14" fmla="*/ 120446 w 109858"/>
                <a:gd name="connsiteY14" fmla="*/ 125309 h 239122"/>
                <a:gd name="connsiteX15" fmla="*/ 120457 w 109858"/>
                <a:gd name="connsiteY15" fmla="*/ 139190 h 239122"/>
                <a:gd name="connsiteX16" fmla="*/ 120455 w 109858"/>
                <a:gd name="connsiteY16" fmla="*/ 152233 h 239122"/>
                <a:gd name="connsiteX17" fmla="*/ 120461 w 109858"/>
                <a:gd name="connsiteY17" fmla="*/ 157034 h 239122"/>
                <a:gd name="connsiteX18" fmla="*/ 120454 w 109858"/>
                <a:gd name="connsiteY18" fmla="*/ 163558 h 239122"/>
                <a:gd name="connsiteX19" fmla="*/ 120470 w 109858"/>
                <a:gd name="connsiteY19" fmla="*/ 165504 h 239122"/>
                <a:gd name="connsiteX20" fmla="*/ 120175 w 109858"/>
                <a:gd name="connsiteY20" fmla="*/ 169933 h 239122"/>
                <a:gd name="connsiteX21" fmla="*/ 117943 w 109858"/>
                <a:gd name="connsiteY21" fmla="*/ 170677 h 239122"/>
                <a:gd name="connsiteX22" fmla="*/ 117562 w 109858"/>
                <a:gd name="connsiteY22" fmla="*/ 176284 h 239122"/>
                <a:gd name="connsiteX23" fmla="*/ 117522 w 109858"/>
                <a:gd name="connsiteY23" fmla="*/ 177983 h 239122"/>
                <a:gd name="connsiteX24" fmla="*/ 117431 w 109858"/>
                <a:gd name="connsiteY24" fmla="*/ 183374 h 239122"/>
                <a:gd name="connsiteX25" fmla="*/ 117354 w 109858"/>
                <a:gd name="connsiteY25" fmla="*/ 187020 h 239122"/>
                <a:gd name="connsiteX26" fmla="*/ 117199 w 109858"/>
                <a:gd name="connsiteY26" fmla="*/ 195978 h 239122"/>
                <a:gd name="connsiteX27" fmla="*/ 115710 w 109858"/>
                <a:gd name="connsiteY27" fmla="*/ 195978 h 239122"/>
                <a:gd name="connsiteX28" fmla="*/ 114548 w 109858"/>
                <a:gd name="connsiteY28" fmla="*/ 202442 h 239122"/>
                <a:gd name="connsiteX29" fmla="*/ 114359 w 109858"/>
                <a:gd name="connsiteY29" fmla="*/ 204684 h 239122"/>
                <a:gd name="connsiteX30" fmla="*/ 114222 w 109858"/>
                <a:gd name="connsiteY30" fmla="*/ 206396 h 239122"/>
                <a:gd name="connsiteX31" fmla="*/ 112734 w 109858"/>
                <a:gd name="connsiteY31" fmla="*/ 206396 h 239122"/>
                <a:gd name="connsiteX32" fmla="*/ 111990 w 109858"/>
                <a:gd name="connsiteY32" fmla="*/ 209698 h 239122"/>
                <a:gd name="connsiteX33" fmla="*/ 111246 w 109858"/>
                <a:gd name="connsiteY33" fmla="*/ 213093 h 239122"/>
                <a:gd name="connsiteX34" fmla="*/ 109757 w 109858"/>
                <a:gd name="connsiteY34" fmla="*/ 213837 h 239122"/>
                <a:gd name="connsiteX35" fmla="*/ 109432 w 109858"/>
                <a:gd name="connsiteY35" fmla="*/ 216442 h 239122"/>
                <a:gd name="connsiteX36" fmla="*/ 109013 w 109858"/>
                <a:gd name="connsiteY36" fmla="*/ 219046 h 239122"/>
                <a:gd name="connsiteX37" fmla="*/ 106781 w 109858"/>
                <a:gd name="connsiteY37" fmla="*/ 219790 h 239122"/>
                <a:gd name="connsiteX38" fmla="*/ 105292 w 109858"/>
                <a:gd name="connsiteY38" fmla="*/ 222767 h 239122"/>
                <a:gd name="connsiteX39" fmla="*/ 103804 w 109858"/>
                <a:gd name="connsiteY39" fmla="*/ 223511 h 239122"/>
                <a:gd name="connsiteX40" fmla="*/ 103525 w 109858"/>
                <a:gd name="connsiteY40" fmla="*/ 224953 h 239122"/>
                <a:gd name="connsiteX41" fmla="*/ 103060 w 109858"/>
                <a:gd name="connsiteY41" fmla="*/ 226487 h 239122"/>
                <a:gd name="connsiteX42" fmla="*/ 100083 w 109858"/>
                <a:gd name="connsiteY42" fmla="*/ 227976 h 239122"/>
                <a:gd name="connsiteX43" fmla="*/ 99339 w 109858"/>
                <a:gd name="connsiteY43" fmla="*/ 230208 h 239122"/>
                <a:gd name="connsiteX44" fmla="*/ 94875 w 109858"/>
                <a:gd name="connsiteY44" fmla="*/ 230208 h 239122"/>
                <a:gd name="connsiteX45" fmla="*/ 94875 w 109858"/>
                <a:gd name="connsiteY45" fmla="*/ 233929 h 239122"/>
                <a:gd name="connsiteX46" fmla="*/ 92689 w 109858"/>
                <a:gd name="connsiteY46" fmla="*/ 234161 h 239122"/>
                <a:gd name="connsiteX47" fmla="*/ 90410 w 109858"/>
                <a:gd name="connsiteY47" fmla="*/ 234673 h 239122"/>
                <a:gd name="connsiteX48" fmla="*/ 89666 w 109858"/>
                <a:gd name="connsiteY48" fmla="*/ 236905 h 239122"/>
                <a:gd name="connsiteX49" fmla="*/ 85898 w 109858"/>
                <a:gd name="connsiteY49" fmla="*/ 237417 h 239122"/>
                <a:gd name="connsiteX50" fmla="*/ 83826 w 109858"/>
                <a:gd name="connsiteY50" fmla="*/ 237565 h 239122"/>
                <a:gd name="connsiteX51" fmla="*/ 82224 w 109858"/>
                <a:gd name="connsiteY51" fmla="*/ 237650 h 239122"/>
                <a:gd name="connsiteX52" fmla="*/ 82224 w 109858"/>
                <a:gd name="connsiteY52" fmla="*/ 240626 h 239122"/>
                <a:gd name="connsiteX53" fmla="*/ 46505 w 109858"/>
                <a:gd name="connsiteY53" fmla="*/ 240626 h 239122"/>
                <a:gd name="connsiteX54" fmla="*/ 46505 w 109858"/>
                <a:gd name="connsiteY54" fmla="*/ 237650 h 239122"/>
                <a:gd name="connsiteX55" fmla="*/ 44904 w 109858"/>
                <a:gd name="connsiteY55" fmla="*/ 237565 h 239122"/>
                <a:gd name="connsiteX56" fmla="*/ 42831 w 109858"/>
                <a:gd name="connsiteY56" fmla="*/ 237417 h 239122"/>
                <a:gd name="connsiteX57" fmla="*/ 40764 w 109858"/>
                <a:gd name="connsiteY57" fmla="*/ 237286 h 239122"/>
                <a:gd name="connsiteX58" fmla="*/ 39064 w 109858"/>
                <a:gd name="connsiteY58" fmla="*/ 236905 h 239122"/>
                <a:gd name="connsiteX59" fmla="*/ 38320 w 109858"/>
                <a:gd name="connsiteY59" fmla="*/ 234673 h 239122"/>
                <a:gd name="connsiteX60" fmla="*/ 35715 w 109858"/>
                <a:gd name="connsiteY60" fmla="*/ 234347 h 239122"/>
                <a:gd name="connsiteX61" fmla="*/ 33111 w 109858"/>
                <a:gd name="connsiteY61" fmla="*/ 233929 h 239122"/>
                <a:gd name="connsiteX62" fmla="*/ 32367 w 109858"/>
                <a:gd name="connsiteY62" fmla="*/ 230952 h 239122"/>
                <a:gd name="connsiteX63" fmla="*/ 30134 w 109858"/>
                <a:gd name="connsiteY63" fmla="*/ 230208 h 239122"/>
                <a:gd name="connsiteX64" fmla="*/ 29390 w 109858"/>
                <a:gd name="connsiteY64" fmla="*/ 227976 h 239122"/>
                <a:gd name="connsiteX65" fmla="*/ 27158 w 109858"/>
                <a:gd name="connsiteY65" fmla="*/ 227232 h 239122"/>
                <a:gd name="connsiteX66" fmla="*/ 26414 w 109858"/>
                <a:gd name="connsiteY66" fmla="*/ 224999 h 239122"/>
                <a:gd name="connsiteX67" fmla="*/ 24181 w 109858"/>
                <a:gd name="connsiteY67" fmla="*/ 223511 h 239122"/>
                <a:gd name="connsiteX68" fmla="*/ 23437 w 109858"/>
                <a:gd name="connsiteY68" fmla="*/ 220534 h 239122"/>
                <a:gd name="connsiteX69" fmla="*/ 21949 w 109858"/>
                <a:gd name="connsiteY69" fmla="*/ 219790 h 239122"/>
                <a:gd name="connsiteX70" fmla="*/ 21623 w 109858"/>
                <a:gd name="connsiteY70" fmla="*/ 218302 h 239122"/>
                <a:gd name="connsiteX71" fmla="*/ 21205 w 109858"/>
                <a:gd name="connsiteY71" fmla="*/ 216814 h 239122"/>
                <a:gd name="connsiteX72" fmla="*/ 18972 w 109858"/>
                <a:gd name="connsiteY72" fmla="*/ 216069 h 239122"/>
                <a:gd name="connsiteX73" fmla="*/ 18530 w 109858"/>
                <a:gd name="connsiteY73" fmla="*/ 210884 h 239122"/>
                <a:gd name="connsiteX74" fmla="*/ 18228 w 109858"/>
                <a:gd name="connsiteY74" fmla="*/ 209372 h 239122"/>
                <a:gd name="connsiteX75" fmla="*/ 15996 w 109858"/>
                <a:gd name="connsiteY75" fmla="*/ 208628 h 239122"/>
                <a:gd name="connsiteX76" fmla="*/ 15577 w 109858"/>
                <a:gd name="connsiteY76" fmla="*/ 205279 h 239122"/>
                <a:gd name="connsiteX77" fmla="*/ 15251 w 109858"/>
                <a:gd name="connsiteY77" fmla="*/ 201931 h 239122"/>
                <a:gd name="connsiteX78" fmla="*/ 13763 w 109858"/>
                <a:gd name="connsiteY78" fmla="*/ 201187 h 239122"/>
                <a:gd name="connsiteX79" fmla="*/ 13481 w 109858"/>
                <a:gd name="connsiteY79" fmla="*/ 197937 h 239122"/>
                <a:gd name="connsiteX80" fmla="*/ 13404 w 109858"/>
                <a:gd name="connsiteY80" fmla="*/ 195940 h 239122"/>
                <a:gd name="connsiteX81" fmla="*/ 13345 w 109858"/>
                <a:gd name="connsiteY81" fmla="*/ 193838 h 239122"/>
                <a:gd name="connsiteX82" fmla="*/ 13202 w 109858"/>
                <a:gd name="connsiteY82" fmla="*/ 189751 h 239122"/>
                <a:gd name="connsiteX83" fmla="*/ 13148 w 109858"/>
                <a:gd name="connsiteY83" fmla="*/ 187912 h 239122"/>
                <a:gd name="connsiteX84" fmla="*/ 12275 w 109858"/>
                <a:gd name="connsiteY84" fmla="*/ 184071 h 239122"/>
                <a:gd name="connsiteX85" fmla="*/ 10787 w 109858"/>
                <a:gd name="connsiteY85" fmla="*/ 183327 h 239122"/>
                <a:gd name="connsiteX86" fmla="*/ 10615 w 109858"/>
                <a:gd name="connsiteY86" fmla="*/ 179537 h 239122"/>
                <a:gd name="connsiteX87" fmla="*/ 10619 w 109858"/>
                <a:gd name="connsiteY87" fmla="*/ 177214 h 239122"/>
                <a:gd name="connsiteX88" fmla="*/ 10647 w 109858"/>
                <a:gd name="connsiteY88" fmla="*/ 174770 h 239122"/>
                <a:gd name="connsiteX89" fmla="*/ 10649 w 109858"/>
                <a:gd name="connsiteY89" fmla="*/ 172325 h 239122"/>
                <a:gd name="connsiteX90" fmla="*/ 11531 w 109858"/>
                <a:gd name="connsiteY90" fmla="*/ 165468 h 239122"/>
                <a:gd name="connsiteX91" fmla="*/ 17879 w 109858"/>
                <a:gd name="connsiteY91" fmla="*/ 165732 h 239122"/>
                <a:gd name="connsiteX92" fmla="*/ 19716 w 109858"/>
                <a:gd name="connsiteY92" fmla="*/ 165468 h 239122"/>
                <a:gd name="connsiteX93" fmla="*/ 19966 w 109858"/>
                <a:gd name="connsiteY93" fmla="*/ 163983 h 239122"/>
                <a:gd name="connsiteX94" fmla="*/ 20460 w 109858"/>
                <a:gd name="connsiteY94" fmla="*/ 162491 h 239122"/>
                <a:gd name="connsiteX95" fmla="*/ 24251 w 109858"/>
                <a:gd name="connsiteY95" fmla="*/ 162174 h 239122"/>
                <a:gd name="connsiteX96" fmla="*/ 26573 w 109858"/>
                <a:gd name="connsiteY96" fmla="*/ 162193 h 239122"/>
                <a:gd name="connsiteX97" fmla="*/ 29018 w 109858"/>
                <a:gd name="connsiteY97" fmla="*/ 162259 h 239122"/>
                <a:gd name="connsiteX98" fmla="*/ 31463 w 109858"/>
                <a:gd name="connsiteY98" fmla="*/ 162281 h 239122"/>
                <a:gd name="connsiteX99" fmla="*/ 38320 w 109858"/>
                <a:gd name="connsiteY99" fmla="*/ 163235 h 239122"/>
                <a:gd name="connsiteX100" fmla="*/ 38366 w 109858"/>
                <a:gd name="connsiteY100" fmla="*/ 169235 h 239122"/>
                <a:gd name="connsiteX101" fmla="*/ 38356 w 109858"/>
                <a:gd name="connsiteY101" fmla="*/ 170946 h 239122"/>
                <a:gd name="connsiteX102" fmla="*/ 38320 w 109858"/>
                <a:gd name="connsiteY102" fmla="*/ 175142 h 239122"/>
                <a:gd name="connsiteX103" fmla="*/ 40552 w 109858"/>
                <a:gd name="connsiteY103" fmla="*/ 175142 h 239122"/>
                <a:gd name="connsiteX104" fmla="*/ 40585 w 109858"/>
                <a:gd name="connsiteY104" fmla="*/ 176496 h 239122"/>
                <a:gd name="connsiteX105" fmla="*/ 40785 w 109858"/>
                <a:gd name="connsiteY105" fmla="*/ 182537 h 239122"/>
                <a:gd name="connsiteX106" fmla="*/ 40836 w 109858"/>
                <a:gd name="connsiteY106" fmla="*/ 184669 h 239122"/>
                <a:gd name="connsiteX107" fmla="*/ 40916 w 109858"/>
                <a:gd name="connsiteY107" fmla="*/ 186696 h 239122"/>
                <a:gd name="connsiteX108" fmla="*/ 40975 w 109858"/>
                <a:gd name="connsiteY108" fmla="*/ 188574 h 239122"/>
                <a:gd name="connsiteX109" fmla="*/ 41296 w 109858"/>
                <a:gd name="connsiteY109" fmla="*/ 190025 h 239122"/>
                <a:gd name="connsiteX110" fmla="*/ 43529 w 109858"/>
                <a:gd name="connsiteY110" fmla="*/ 190769 h 239122"/>
                <a:gd name="connsiteX111" fmla="*/ 43898 w 109858"/>
                <a:gd name="connsiteY111" fmla="*/ 195033 h 239122"/>
                <a:gd name="connsiteX112" fmla="*/ 50970 w 109858"/>
                <a:gd name="connsiteY112" fmla="*/ 204163 h 239122"/>
                <a:gd name="connsiteX113" fmla="*/ 50970 w 109858"/>
                <a:gd name="connsiteY113" fmla="*/ 206396 h 239122"/>
                <a:gd name="connsiteX114" fmla="*/ 52572 w 109858"/>
                <a:gd name="connsiteY114" fmla="*/ 206291 h 239122"/>
                <a:gd name="connsiteX115" fmla="*/ 54644 w 109858"/>
                <a:gd name="connsiteY115" fmla="*/ 206210 h 239122"/>
                <a:gd name="connsiteX116" fmla="*/ 56711 w 109858"/>
                <a:gd name="connsiteY116" fmla="*/ 206105 h 239122"/>
                <a:gd name="connsiteX117" fmla="*/ 58412 w 109858"/>
                <a:gd name="connsiteY117" fmla="*/ 206396 h 239122"/>
                <a:gd name="connsiteX118" fmla="*/ 58714 w 109858"/>
                <a:gd name="connsiteY118" fmla="*/ 207861 h 239122"/>
                <a:gd name="connsiteX119" fmla="*/ 59156 w 109858"/>
                <a:gd name="connsiteY119" fmla="*/ 209372 h 239122"/>
                <a:gd name="connsiteX120" fmla="*/ 64039 w 109858"/>
                <a:gd name="connsiteY120" fmla="*/ 209930 h 239122"/>
                <a:gd name="connsiteX121" fmla="*/ 66740 w 109858"/>
                <a:gd name="connsiteY121" fmla="*/ 210058 h 239122"/>
                <a:gd name="connsiteX122" fmla="*/ 68830 w 109858"/>
                <a:gd name="connsiteY122" fmla="*/ 210116 h 239122"/>
                <a:gd name="connsiteX123" fmla="*/ 68830 w 109858"/>
                <a:gd name="connsiteY123" fmla="*/ 206396 h 239122"/>
                <a:gd name="connsiteX124" fmla="*/ 70594 w 109858"/>
                <a:gd name="connsiteY124" fmla="*/ 206500 h 239122"/>
                <a:gd name="connsiteX125" fmla="*/ 72876 w 109858"/>
                <a:gd name="connsiteY125" fmla="*/ 206582 h 239122"/>
                <a:gd name="connsiteX126" fmla="*/ 75152 w 109858"/>
                <a:gd name="connsiteY126" fmla="*/ 206686 h 239122"/>
                <a:gd name="connsiteX127" fmla="*/ 77015 w 109858"/>
                <a:gd name="connsiteY127" fmla="*/ 206396 h 239122"/>
                <a:gd name="connsiteX128" fmla="*/ 77759 w 109858"/>
                <a:gd name="connsiteY128" fmla="*/ 203419 h 239122"/>
                <a:gd name="connsiteX129" fmla="*/ 79666 w 109858"/>
                <a:gd name="connsiteY129" fmla="*/ 203047 h 239122"/>
                <a:gd name="connsiteX130" fmla="*/ 81480 w 109858"/>
                <a:gd name="connsiteY130" fmla="*/ 202675 h 239122"/>
                <a:gd name="connsiteX131" fmla="*/ 81480 w 109858"/>
                <a:gd name="connsiteY131" fmla="*/ 199698 h 239122"/>
                <a:gd name="connsiteX132" fmla="*/ 83712 w 109858"/>
                <a:gd name="connsiteY132" fmla="*/ 198954 h 239122"/>
                <a:gd name="connsiteX133" fmla="*/ 84457 w 109858"/>
                <a:gd name="connsiteY133" fmla="*/ 194489 h 239122"/>
                <a:gd name="connsiteX134" fmla="*/ 86689 w 109858"/>
                <a:gd name="connsiteY134" fmla="*/ 193001 h 239122"/>
                <a:gd name="connsiteX135" fmla="*/ 87017 w 109858"/>
                <a:gd name="connsiteY135" fmla="*/ 189789 h 239122"/>
                <a:gd name="connsiteX136" fmla="*/ 87077 w 109858"/>
                <a:gd name="connsiteY136" fmla="*/ 187881 h 239122"/>
                <a:gd name="connsiteX137" fmla="*/ 87108 w 109858"/>
                <a:gd name="connsiteY137" fmla="*/ 185885 h 239122"/>
                <a:gd name="connsiteX138" fmla="*/ 87203 w 109858"/>
                <a:gd name="connsiteY138" fmla="*/ 181976 h 239122"/>
                <a:gd name="connsiteX139" fmla="*/ 87231 w 109858"/>
                <a:gd name="connsiteY139" fmla="*/ 180221 h 239122"/>
                <a:gd name="connsiteX140" fmla="*/ 87433 w 109858"/>
                <a:gd name="connsiteY140" fmla="*/ 178862 h 239122"/>
                <a:gd name="connsiteX141" fmla="*/ 88921 w 109858"/>
                <a:gd name="connsiteY141" fmla="*/ 178118 h 239122"/>
                <a:gd name="connsiteX142" fmla="*/ 89129 w 109858"/>
                <a:gd name="connsiteY142" fmla="*/ 171333 h 239122"/>
                <a:gd name="connsiteX143" fmla="*/ 89142 w 109858"/>
                <a:gd name="connsiteY143" fmla="*/ 169149 h 239122"/>
                <a:gd name="connsiteX144" fmla="*/ 89159 w 109858"/>
                <a:gd name="connsiteY144" fmla="*/ 161844 h 239122"/>
                <a:gd name="connsiteX145" fmla="*/ 89181 w 109858"/>
                <a:gd name="connsiteY145" fmla="*/ 156631 h 239122"/>
                <a:gd name="connsiteX146" fmla="*/ 89223 w 109858"/>
                <a:gd name="connsiteY146" fmla="*/ 142430 h 239122"/>
                <a:gd name="connsiteX147" fmla="*/ 89267 w 109858"/>
                <a:gd name="connsiteY147" fmla="*/ 129108 h 239122"/>
                <a:gd name="connsiteX148" fmla="*/ 89352 w 109858"/>
                <a:gd name="connsiteY148" fmla="*/ 102712 h 239122"/>
                <a:gd name="connsiteX149" fmla="*/ 89429 w 109858"/>
                <a:gd name="connsiteY149" fmla="*/ 77066 h 239122"/>
                <a:gd name="connsiteX150" fmla="*/ 89435 w 109858"/>
                <a:gd name="connsiteY150" fmla="*/ 75470 h 239122"/>
                <a:gd name="connsiteX151" fmla="*/ 89463 w 109858"/>
                <a:gd name="connsiteY151" fmla="*/ 67545 h 239122"/>
                <a:gd name="connsiteX152" fmla="*/ 89666 w 109858"/>
                <a:gd name="connsiteY152" fmla="*/ 1757 h 23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9858" h="239122">
                  <a:moveTo>
                    <a:pt x="89666" y="1757"/>
                  </a:moveTo>
                  <a:cubicBezTo>
                    <a:pt x="93771" y="1702"/>
                    <a:pt x="97877" y="1661"/>
                    <a:pt x="101983" y="1634"/>
                  </a:cubicBezTo>
                  <a:cubicBezTo>
                    <a:pt x="103381" y="1623"/>
                    <a:pt x="104778" y="1608"/>
                    <a:pt x="106175" y="1589"/>
                  </a:cubicBezTo>
                  <a:cubicBezTo>
                    <a:pt x="108181" y="1562"/>
                    <a:pt x="110187" y="1549"/>
                    <a:pt x="112193" y="1539"/>
                  </a:cubicBezTo>
                  <a:cubicBezTo>
                    <a:pt x="112820" y="1527"/>
                    <a:pt x="113447" y="1516"/>
                    <a:pt x="114094" y="1504"/>
                  </a:cubicBezTo>
                  <a:cubicBezTo>
                    <a:pt x="115854" y="1504"/>
                    <a:pt x="115854" y="1504"/>
                    <a:pt x="118687" y="1757"/>
                  </a:cubicBezTo>
                  <a:cubicBezTo>
                    <a:pt x="120636" y="4681"/>
                    <a:pt x="120384" y="7160"/>
                    <a:pt x="120369" y="10553"/>
                  </a:cubicBezTo>
                  <a:cubicBezTo>
                    <a:pt x="120372" y="11232"/>
                    <a:pt x="120375" y="11911"/>
                    <a:pt x="120378" y="12610"/>
                  </a:cubicBezTo>
                  <a:cubicBezTo>
                    <a:pt x="120386" y="14895"/>
                    <a:pt x="120383" y="17179"/>
                    <a:pt x="120380" y="19464"/>
                  </a:cubicBezTo>
                  <a:cubicBezTo>
                    <a:pt x="120383" y="21098"/>
                    <a:pt x="120387" y="22732"/>
                    <a:pt x="120391" y="24366"/>
                  </a:cubicBezTo>
                  <a:cubicBezTo>
                    <a:pt x="120401" y="28811"/>
                    <a:pt x="120402" y="33255"/>
                    <a:pt x="120400" y="37700"/>
                  </a:cubicBezTo>
                  <a:cubicBezTo>
                    <a:pt x="120399" y="41404"/>
                    <a:pt x="120403" y="45109"/>
                    <a:pt x="120406" y="48813"/>
                  </a:cubicBezTo>
                  <a:cubicBezTo>
                    <a:pt x="120415" y="58047"/>
                    <a:pt x="120414" y="67281"/>
                    <a:pt x="120409" y="76515"/>
                  </a:cubicBezTo>
                  <a:cubicBezTo>
                    <a:pt x="120406" y="84543"/>
                    <a:pt x="120414" y="92571"/>
                    <a:pt x="120428" y="100600"/>
                  </a:cubicBezTo>
                  <a:cubicBezTo>
                    <a:pt x="120442" y="108836"/>
                    <a:pt x="120448" y="117073"/>
                    <a:pt x="120446" y="125309"/>
                  </a:cubicBezTo>
                  <a:cubicBezTo>
                    <a:pt x="120445" y="129936"/>
                    <a:pt x="120447" y="134563"/>
                    <a:pt x="120457" y="139190"/>
                  </a:cubicBezTo>
                  <a:cubicBezTo>
                    <a:pt x="120466" y="143538"/>
                    <a:pt x="120465" y="147885"/>
                    <a:pt x="120455" y="152233"/>
                  </a:cubicBezTo>
                  <a:cubicBezTo>
                    <a:pt x="120453" y="153833"/>
                    <a:pt x="120455" y="155434"/>
                    <a:pt x="120461" y="157034"/>
                  </a:cubicBezTo>
                  <a:cubicBezTo>
                    <a:pt x="120469" y="159209"/>
                    <a:pt x="120463" y="161384"/>
                    <a:pt x="120454" y="163558"/>
                  </a:cubicBezTo>
                  <a:cubicBezTo>
                    <a:pt x="120459" y="164200"/>
                    <a:pt x="120465" y="164842"/>
                    <a:pt x="120470" y="165504"/>
                  </a:cubicBezTo>
                  <a:cubicBezTo>
                    <a:pt x="120454" y="167256"/>
                    <a:pt x="120454" y="167256"/>
                    <a:pt x="120175" y="169933"/>
                  </a:cubicBezTo>
                  <a:cubicBezTo>
                    <a:pt x="119439" y="170178"/>
                    <a:pt x="118702" y="170424"/>
                    <a:pt x="117943" y="170677"/>
                  </a:cubicBezTo>
                  <a:cubicBezTo>
                    <a:pt x="117686" y="172600"/>
                    <a:pt x="117579" y="174354"/>
                    <a:pt x="117562" y="176284"/>
                  </a:cubicBezTo>
                  <a:cubicBezTo>
                    <a:pt x="117549" y="176845"/>
                    <a:pt x="117535" y="177405"/>
                    <a:pt x="117522" y="177983"/>
                  </a:cubicBezTo>
                  <a:cubicBezTo>
                    <a:pt x="117481" y="179780"/>
                    <a:pt x="117456" y="181576"/>
                    <a:pt x="117431" y="183374"/>
                  </a:cubicBezTo>
                  <a:cubicBezTo>
                    <a:pt x="117407" y="184589"/>
                    <a:pt x="117381" y="185805"/>
                    <a:pt x="117354" y="187020"/>
                  </a:cubicBezTo>
                  <a:cubicBezTo>
                    <a:pt x="117291" y="190006"/>
                    <a:pt x="117241" y="192992"/>
                    <a:pt x="117199" y="195978"/>
                  </a:cubicBezTo>
                  <a:cubicBezTo>
                    <a:pt x="116708" y="195978"/>
                    <a:pt x="116216" y="195978"/>
                    <a:pt x="115710" y="195978"/>
                  </a:cubicBezTo>
                  <a:cubicBezTo>
                    <a:pt x="114964" y="198216"/>
                    <a:pt x="114741" y="200099"/>
                    <a:pt x="114548" y="202442"/>
                  </a:cubicBezTo>
                  <a:cubicBezTo>
                    <a:pt x="114485" y="203182"/>
                    <a:pt x="114423" y="203922"/>
                    <a:pt x="114359" y="204684"/>
                  </a:cubicBezTo>
                  <a:cubicBezTo>
                    <a:pt x="114314" y="205248"/>
                    <a:pt x="114269" y="205814"/>
                    <a:pt x="114222" y="206396"/>
                  </a:cubicBezTo>
                  <a:cubicBezTo>
                    <a:pt x="113731" y="206396"/>
                    <a:pt x="113240" y="206396"/>
                    <a:pt x="112734" y="206396"/>
                  </a:cubicBezTo>
                  <a:cubicBezTo>
                    <a:pt x="112270" y="207891"/>
                    <a:pt x="112270" y="207891"/>
                    <a:pt x="111990" y="209698"/>
                  </a:cubicBezTo>
                  <a:cubicBezTo>
                    <a:pt x="111664" y="211555"/>
                    <a:pt x="111664" y="211555"/>
                    <a:pt x="111246" y="213093"/>
                  </a:cubicBezTo>
                  <a:cubicBezTo>
                    <a:pt x="110754" y="213338"/>
                    <a:pt x="110263" y="213584"/>
                    <a:pt x="109757" y="213837"/>
                  </a:cubicBezTo>
                  <a:cubicBezTo>
                    <a:pt x="109596" y="215126"/>
                    <a:pt x="109596" y="215126"/>
                    <a:pt x="109432" y="216442"/>
                  </a:cubicBezTo>
                  <a:cubicBezTo>
                    <a:pt x="109294" y="217301"/>
                    <a:pt x="109155" y="218160"/>
                    <a:pt x="109013" y="219046"/>
                  </a:cubicBezTo>
                  <a:cubicBezTo>
                    <a:pt x="108276" y="219292"/>
                    <a:pt x="107540" y="219537"/>
                    <a:pt x="106781" y="219790"/>
                  </a:cubicBezTo>
                  <a:cubicBezTo>
                    <a:pt x="106260" y="220770"/>
                    <a:pt x="105763" y="221762"/>
                    <a:pt x="105292" y="222767"/>
                  </a:cubicBezTo>
                  <a:cubicBezTo>
                    <a:pt x="104801" y="223012"/>
                    <a:pt x="104310" y="223258"/>
                    <a:pt x="103804" y="223511"/>
                  </a:cubicBezTo>
                  <a:cubicBezTo>
                    <a:pt x="103712" y="223987"/>
                    <a:pt x="103620" y="224462"/>
                    <a:pt x="103525" y="224953"/>
                  </a:cubicBezTo>
                  <a:cubicBezTo>
                    <a:pt x="103372" y="225459"/>
                    <a:pt x="103218" y="225966"/>
                    <a:pt x="103060" y="226487"/>
                  </a:cubicBezTo>
                  <a:cubicBezTo>
                    <a:pt x="102080" y="227008"/>
                    <a:pt x="101088" y="227505"/>
                    <a:pt x="100083" y="227976"/>
                  </a:cubicBezTo>
                  <a:cubicBezTo>
                    <a:pt x="99838" y="228712"/>
                    <a:pt x="99592" y="229449"/>
                    <a:pt x="99339" y="230208"/>
                  </a:cubicBezTo>
                  <a:cubicBezTo>
                    <a:pt x="97060" y="230348"/>
                    <a:pt x="97060" y="230348"/>
                    <a:pt x="94875" y="230208"/>
                  </a:cubicBezTo>
                  <a:cubicBezTo>
                    <a:pt x="94875" y="231436"/>
                    <a:pt x="94875" y="232664"/>
                    <a:pt x="94875" y="233929"/>
                  </a:cubicBezTo>
                  <a:cubicBezTo>
                    <a:pt x="94153" y="234006"/>
                    <a:pt x="93432" y="234082"/>
                    <a:pt x="92689" y="234161"/>
                  </a:cubicBezTo>
                  <a:cubicBezTo>
                    <a:pt x="91561" y="234415"/>
                    <a:pt x="91561" y="234415"/>
                    <a:pt x="90410" y="234673"/>
                  </a:cubicBezTo>
                  <a:cubicBezTo>
                    <a:pt x="90164" y="235410"/>
                    <a:pt x="89919" y="236146"/>
                    <a:pt x="89666" y="236905"/>
                  </a:cubicBezTo>
                  <a:cubicBezTo>
                    <a:pt x="87965" y="237286"/>
                    <a:pt x="87965" y="237286"/>
                    <a:pt x="85898" y="237417"/>
                  </a:cubicBezTo>
                  <a:cubicBezTo>
                    <a:pt x="85214" y="237466"/>
                    <a:pt x="84530" y="237515"/>
                    <a:pt x="83826" y="237565"/>
                  </a:cubicBezTo>
                  <a:cubicBezTo>
                    <a:pt x="83297" y="237593"/>
                    <a:pt x="82769" y="237621"/>
                    <a:pt x="82224" y="237650"/>
                  </a:cubicBezTo>
                  <a:cubicBezTo>
                    <a:pt x="82224" y="238632"/>
                    <a:pt x="82224" y="239614"/>
                    <a:pt x="82224" y="240626"/>
                  </a:cubicBezTo>
                  <a:cubicBezTo>
                    <a:pt x="70437" y="240626"/>
                    <a:pt x="58650" y="240626"/>
                    <a:pt x="46505" y="240626"/>
                  </a:cubicBezTo>
                  <a:cubicBezTo>
                    <a:pt x="46505" y="239644"/>
                    <a:pt x="46505" y="238662"/>
                    <a:pt x="46505" y="237650"/>
                  </a:cubicBezTo>
                  <a:cubicBezTo>
                    <a:pt x="45977" y="237622"/>
                    <a:pt x="45448" y="237594"/>
                    <a:pt x="44904" y="237565"/>
                  </a:cubicBezTo>
                  <a:cubicBezTo>
                    <a:pt x="43878" y="237492"/>
                    <a:pt x="43878" y="237492"/>
                    <a:pt x="42831" y="237417"/>
                  </a:cubicBezTo>
                  <a:cubicBezTo>
                    <a:pt x="42149" y="237374"/>
                    <a:pt x="41467" y="237331"/>
                    <a:pt x="40764" y="237286"/>
                  </a:cubicBezTo>
                  <a:cubicBezTo>
                    <a:pt x="40203" y="237161"/>
                    <a:pt x="39642" y="237035"/>
                    <a:pt x="39064" y="236905"/>
                  </a:cubicBezTo>
                  <a:cubicBezTo>
                    <a:pt x="38696" y="235800"/>
                    <a:pt x="38696" y="235800"/>
                    <a:pt x="38320" y="234673"/>
                  </a:cubicBezTo>
                  <a:cubicBezTo>
                    <a:pt x="37460" y="234566"/>
                    <a:pt x="36601" y="234458"/>
                    <a:pt x="35715" y="234347"/>
                  </a:cubicBezTo>
                  <a:cubicBezTo>
                    <a:pt x="34856" y="234209"/>
                    <a:pt x="33996" y="234071"/>
                    <a:pt x="33111" y="233929"/>
                  </a:cubicBezTo>
                  <a:cubicBezTo>
                    <a:pt x="32553" y="232441"/>
                    <a:pt x="32553" y="232441"/>
                    <a:pt x="32367" y="230952"/>
                  </a:cubicBezTo>
                  <a:cubicBezTo>
                    <a:pt x="31630" y="230707"/>
                    <a:pt x="30893" y="230461"/>
                    <a:pt x="30134" y="230208"/>
                  </a:cubicBezTo>
                  <a:cubicBezTo>
                    <a:pt x="29889" y="229471"/>
                    <a:pt x="29643" y="228735"/>
                    <a:pt x="29390" y="227976"/>
                  </a:cubicBezTo>
                  <a:cubicBezTo>
                    <a:pt x="28653" y="227730"/>
                    <a:pt x="27917" y="227485"/>
                    <a:pt x="27158" y="227232"/>
                  </a:cubicBezTo>
                  <a:cubicBezTo>
                    <a:pt x="26912" y="226495"/>
                    <a:pt x="26667" y="225758"/>
                    <a:pt x="26414" y="224999"/>
                  </a:cubicBezTo>
                  <a:cubicBezTo>
                    <a:pt x="25677" y="224508"/>
                    <a:pt x="24940" y="224017"/>
                    <a:pt x="24181" y="223511"/>
                  </a:cubicBezTo>
                  <a:cubicBezTo>
                    <a:pt x="23912" y="222524"/>
                    <a:pt x="23662" y="221532"/>
                    <a:pt x="23437" y="220534"/>
                  </a:cubicBezTo>
                  <a:cubicBezTo>
                    <a:pt x="22946" y="220289"/>
                    <a:pt x="22455" y="220043"/>
                    <a:pt x="21949" y="219790"/>
                  </a:cubicBezTo>
                  <a:cubicBezTo>
                    <a:pt x="21841" y="219299"/>
                    <a:pt x="21734" y="218808"/>
                    <a:pt x="21623" y="218302"/>
                  </a:cubicBezTo>
                  <a:cubicBezTo>
                    <a:pt x="21485" y="217811"/>
                    <a:pt x="21347" y="217320"/>
                    <a:pt x="21205" y="216814"/>
                  </a:cubicBezTo>
                  <a:cubicBezTo>
                    <a:pt x="20468" y="216568"/>
                    <a:pt x="19731" y="216322"/>
                    <a:pt x="18972" y="216069"/>
                  </a:cubicBezTo>
                  <a:cubicBezTo>
                    <a:pt x="18624" y="214330"/>
                    <a:pt x="18598" y="212655"/>
                    <a:pt x="18530" y="210884"/>
                  </a:cubicBezTo>
                  <a:cubicBezTo>
                    <a:pt x="18431" y="210385"/>
                    <a:pt x="18331" y="209886"/>
                    <a:pt x="18228" y="209372"/>
                  </a:cubicBezTo>
                  <a:cubicBezTo>
                    <a:pt x="17491" y="209127"/>
                    <a:pt x="16755" y="208881"/>
                    <a:pt x="15996" y="208628"/>
                  </a:cubicBezTo>
                  <a:cubicBezTo>
                    <a:pt x="15667" y="207116"/>
                    <a:pt x="15667" y="207116"/>
                    <a:pt x="15577" y="205279"/>
                  </a:cubicBezTo>
                  <a:cubicBezTo>
                    <a:pt x="15514" y="203491"/>
                    <a:pt x="15514" y="203491"/>
                    <a:pt x="15251" y="201931"/>
                  </a:cubicBezTo>
                  <a:cubicBezTo>
                    <a:pt x="14760" y="201685"/>
                    <a:pt x="14269" y="201440"/>
                    <a:pt x="13763" y="201187"/>
                  </a:cubicBezTo>
                  <a:cubicBezTo>
                    <a:pt x="13538" y="199771"/>
                    <a:pt x="13538" y="199771"/>
                    <a:pt x="13481" y="197937"/>
                  </a:cubicBezTo>
                  <a:cubicBezTo>
                    <a:pt x="13456" y="197278"/>
                    <a:pt x="13430" y="196619"/>
                    <a:pt x="13404" y="195940"/>
                  </a:cubicBezTo>
                  <a:cubicBezTo>
                    <a:pt x="13385" y="195246"/>
                    <a:pt x="13365" y="194553"/>
                    <a:pt x="13345" y="193838"/>
                  </a:cubicBezTo>
                  <a:cubicBezTo>
                    <a:pt x="13300" y="192476"/>
                    <a:pt x="13253" y="191113"/>
                    <a:pt x="13202" y="189751"/>
                  </a:cubicBezTo>
                  <a:cubicBezTo>
                    <a:pt x="13184" y="189144"/>
                    <a:pt x="13167" y="188537"/>
                    <a:pt x="13148" y="187912"/>
                  </a:cubicBezTo>
                  <a:cubicBezTo>
                    <a:pt x="13073" y="186168"/>
                    <a:pt x="13073" y="186168"/>
                    <a:pt x="12275" y="184071"/>
                  </a:cubicBezTo>
                  <a:cubicBezTo>
                    <a:pt x="11784" y="183826"/>
                    <a:pt x="11293" y="183580"/>
                    <a:pt x="10787" y="183327"/>
                  </a:cubicBezTo>
                  <a:cubicBezTo>
                    <a:pt x="10606" y="181683"/>
                    <a:pt x="10606" y="181683"/>
                    <a:pt x="10615" y="179537"/>
                  </a:cubicBezTo>
                  <a:cubicBezTo>
                    <a:pt x="10617" y="178387"/>
                    <a:pt x="10617" y="178387"/>
                    <a:pt x="10619" y="177214"/>
                  </a:cubicBezTo>
                  <a:cubicBezTo>
                    <a:pt x="10629" y="176408"/>
                    <a:pt x="10638" y="175601"/>
                    <a:pt x="10647" y="174770"/>
                  </a:cubicBezTo>
                  <a:cubicBezTo>
                    <a:pt x="10648" y="173963"/>
                    <a:pt x="10648" y="173156"/>
                    <a:pt x="10649" y="172325"/>
                  </a:cubicBezTo>
                  <a:cubicBezTo>
                    <a:pt x="10682" y="166316"/>
                    <a:pt x="10682" y="166316"/>
                    <a:pt x="11531" y="165468"/>
                  </a:cubicBezTo>
                  <a:cubicBezTo>
                    <a:pt x="13651" y="165505"/>
                    <a:pt x="15762" y="165615"/>
                    <a:pt x="17879" y="165732"/>
                  </a:cubicBezTo>
                  <a:cubicBezTo>
                    <a:pt x="18789" y="165601"/>
                    <a:pt x="18789" y="165601"/>
                    <a:pt x="19716" y="165468"/>
                  </a:cubicBezTo>
                  <a:cubicBezTo>
                    <a:pt x="19799" y="164978"/>
                    <a:pt x="19881" y="164488"/>
                    <a:pt x="19966" y="163983"/>
                  </a:cubicBezTo>
                  <a:cubicBezTo>
                    <a:pt x="20129" y="163491"/>
                    <a:pt x="20292" y="162998"/>
                    <a:pt x="20460" y="162491"/>
                  </a:cubicBezTo>
                  <a:cubicBezTo>
                    <a:pt x="22104" y="162142"/>
                    <a:pt x="22104" y="162142"/>
                    <a:pt x="24251" y="162174"/>
                  </a:cubicBezTo>
                  <a:cubicBezTo>
                    <a:pt x="25017" y="162181"/>
                    <a:pt x="25784" y="162187"/>
                    <a:pt x="26573" y="162193"/>
                  </a:cubicBezTo>
                  <a:cubicBezTo>
                    <a:pt x="27380" y="162215"/>
                    <a:pt x="28187" y="162237"/>
                    <a:pt x="29018" y="162259"/>
                  </a:cubicBezTo>
                  <a:cubicBezTo>
                    <a:pt x="29825" y="162266"/>
                    <a:pt x="30632" y="162273"/>
                    <a:pt x="31463" y="162281"/>
                  </a:cubicBezTo>
                  <a:cubicBezTo>
                    <a:pt x="37451" y="162367"/>
                    <a:pt x="37451" y="162367"/>
                    <a:pt x="38320" y="163235"/>
                  </a:cubicBezTo>
                  <a:cubicBezTo>
                    <a:pt x="38374" y="165242"/>
                    <a:pt x="38389" y="167229"/>
                    <a:pt x="38366" y="169235"/>
                  </a:cubicBezTo>
                  <a:cubicBezTo>
                    <a:pt x="38363" y="169800"/>
                    <a:pt x="38360" y="170364"/>
                    <a:pt x="38356" y="170946"/>
                  </a:cubicBezTo>
                  <a:cubicBezTo>
                    <a:pt x="38347" y="172344"/>
                    <a:pt x="38334" y="173743"/>
                    <a:pt x="38320" y="175142"/>
                  </a:cubicBezTo>
                  <a:cubicBezTo>
                    <a:pt x="39057" y="175142"/>
                    <a:pt x="39793" y="175142"/>
                    <a:pt x="40552" y="175142"/>
                  </a:cubicBezTo>
                  <a:cubicBezTo>
                    <a:pt x="40563" y="175589"/>
                    <a:pt x="40574" y="176036"/>
                    <a:pt x="40585" y="176496"/>
                  </a:cubicBezTo>
                  <a:cubicBezTo>
                    <a:pt x="40640" y="178510"/>
                    <a:pt x="40712" y="180523"/>
                    <a:pt x="40785" y="182537"/>
                  </a:cubicBezTo>
                  <a:cubicBezTo>
                    <a:pt x="40810" y="183592"/>
                    <a:pt x="40810" y="183592"/>
                    <a:pt x="40836" y="184669"/>
                  </a:cubicBezTo>
                  <a:cubicBezTo>
                    <a:pt x="40862" y="185338"/>
                    <a:pt x="40888" y="186007"/>
                    <a:pt x="40916" y="186696"/>
                  </a:cubicBezTo>
                  <a:cubicBezTo>
                    <a:pt x="40935" y="187316"/>
                    <a:pt x="40955" y="187935"/>
                    <a:pt x="40975" y="188574"/>
                  </a:cubicBezTo>
                  <a:cubicBezTo>
                    <a:pt x="41081" y="189053"/>
                    <a:pt x="41187" y="189531"/>
                    <a:pt x="41296" y="190025"/>
                  </a:cubicBezTo>
                  <a:cubicBezTo>
                    <a:pt x="42033" y="190270"/>
                    <a:pt x="42770" y="190516"/>
                    <a:pt x="43529" y="190769"/>
                  </a:cubicBezTo>
                  <a:cubicBezTo>
                    <a:pt x="43653" y="192190"/>
                    <a:pt x="43778" y="193611"/>
                    <a:pt x="43898" y="195033"/>
                  </a:cubicBezTo>
                  <a:cubicBezTo>
                    <a:pt x="44771" y="198963"/>
                    <a:pt x="47714" y="201992"/>
                    <a:pt x="50970" y="204163"/>
                  </a:cubicBezTo>
                  <a:cubicBezTo>
                    <a:pt x="50970" y="204900"/>
                    <a:pt x="50970" y="205637"/>
                    <a:pt x="50970" y="206396"/>
                  </a:cubicBezTo>
                  <a:cubicBezTo>
                    <a:pt x="51499" y="206361"/>
                    <a:pt x="52027" y="206327"/>
                    <a:pt x="52572" y="206291"/>
                  </a:cubicBezTo>
                  <a:cubicBezTo>
                    <a:pt x="53256" y="206264"/>
                    <a:pt x="53940" y="206237"/>
                    <a:pt x="54644" y="206210"/>
                  </a:cubicBezTo>
                  <a:cubicBezTo>
                    <a:pt x="55326" y="206175"/>
                    <a:pt x="56008" y="206141"/>
                    <a:pt x="56711" y="206105"/>
                  </a:cubicBezTo>
                  <a:cubicBezTo>
                    <a:pt x="57553" y="206249"/>
                    <a:pt x="57553" y="206249"/>
                    <a:pt x="58412" y="206396"/>
                  </a:cubicBezTo>
                  <a:cubicBezTo>
                    <a:pt x="58511" y="206879"/>
                    <a:pt x="58611" y="207363"/>
                    <a:pt x="58714" y="207861"/>
                  </a:cubicBezTo>
                  <a:cubicBezTo>
                    <a:pt x="58860" y="208359"/>
                    <a:pt x="59006" y="208858"/>
                    <a:pt x="59156" y="209372"/>
                  </a:cubicBezTo>
                  <a:cubicBezTo>
                    <a:pt x="61412" y="209902"/>
                    <a:pt x="61412" y="209902"/>
                    <a:pt x="64039" y="209930"/>
                  </a:cubicBezTo>
                  <a:cubicBezTo>
                    <a:pt x="64930" y="209972"/>
                    <a:pt x="65821" y="210015"/>
                    <a:pt x="66740" y="210058"/>
                  </a:cubicBezTo>
                  <a:cubicBezTo>
                    <a:pt x="67429" y="210077"/>
                    <a:pt x="68119" y="210097"/>
                    <a:pt x="68830" y="210116"/>
                  </a:cubicBezTo>
                  <a:cubicBezTo>
                    <a:pt x="68830" y="208888"/>
                    <a:pt x="68830" y="207661"/>
                    <a:pt x="68830" y="206396"/>
                  </a:cubicBezTo>
                  <a:cubicBezTo>
                    <a:pt x="69412" y="206430"/>
                    <a:pt x="69994" y="206465"/>
                    <a:pt x="70594" y="206500"/>
                  </a:cubicBezTo>
                  <a:cubicBezTo>
                    <a:pt x="71347" y="206527"/>
                    <a:pt x="72100" y="206554"/>
                    <a:pt x="72876" y="206582"/>
                  </a:cubicBezTo>
                  <a:cubicBezTo>
                    <a:pt x="73627" y="206616"/>
                    <a:pt x="74378" y="206651"/>
                    <a:pt x="75152" y="206686"/>
                  </a:cubicBezTo>
                  <a:cubicBezTo>
                    <a:pt x="75767" y="206590"/>
                    <a:pt x="76382" y="206494"/>
                    <a:pt x="77015" y="206396"/>
                  </a:cubicBezTo>
                  <a:cubicBezTo>
                    <a:pt x="77570" y="204937"/>
                    <a:pt x="77570" y="204937"/>
                    <a:pt x="77759" y="203419"/>
                  </a:cubicBezTo>
                  <a:cubicBezTo>
                    <a:pt x="78389" y="203296"/>
                    <a:pt x="79018" y="203173"/>
                    <a:pt x="79666" y="203047"/>
                  </a:cubicBezTo>
                  <a:cubicBezTo>
                    <a:pt x="80265" y="202924"/>
                    <a:pt x="80863" y="202801"/>
                    <a:pt x="81480" y="202675"/>
                  </a:cubicBezTo>
                  <a:cubicBezTo>
                    <a:pt x="81480" y="201693"/>
                    <a:pt x="81480" y="200710"/>
                    <a:pt x="81480" y="199698"/>
                  </a:cubicBezTo>
                  <a:cubicBezTo>
                    <a:pt x="82217" y="199453"/>
                    <a:pt x="82953" y="199207"/>
                    <a:pt x="83712" y="198954"/>
                  </a:cubicBezTo>
                  <a:cubicBezTo>
                    <a:pt x="83966" y="197467"/>
                    <a:pt x="84213" y="195978"/>
                    <a:pt x="84457" y="194489"/>
                  </a:cubicBezTo>
                  <a:cubicBezTo>
                    <a:pt x="85193" y="193998"/>
                    <a:pt x="85930" y="193507"/>
                    <a:pt x="86689" y="193001"/>
                  </a:cubicBezTo>
                  <a:cubicBezTo>
                    <a:pt x="87042" y="191507"/>
                    <a:pt x="87042" y="191507"/>
                    <a:pt x="87017" y="189789"/>
                  </a:cubicBezTo>
                  <a:cubicBezTo>
                    <a:pt x="87047" y="188844"/>
                    <a:pt x="87047" y="188844"/>
                    <a:pt x="87077" y="187881"/>
                  </a:cubicBezTo>
                  <a:cubicBezTo>
                    <a:pt x="87092" y="186893"/>
                    <a:pt x="87092" y="186893"/>
                    <a:pt x="87108" y="185885"/>
                  </a:cubicBezTo>
                  <a:cubicBezTo>
                    <a:pt x="87133" y="184582"/>
                    <a:pt x="87165" y="183279"/>
                    <a:pt x="87203" y="181976"/>
                  </a:cubicBezTo>
                  <a:cubicBezTo>
                    <a:pt x="87213" y="181397"/>
                    <a:pt x="87222" y="180818"/>
                    <a:pt x="87231" y="180221"/>
                  </a:cubicBezTo>
                  <a:cubicBezTo>
                    <a:pt x="87298" y="179773"/>
                    <a:pt x="87364" y="179324"/>
                    <a:pt x="87433" y="178862"/>
                  </a:cubicBezTo>
                  <a:cubicBezTo>
                    <a:pt x="87924" y="178617"/>
                    <a:pt x="88415" y="178371"/>
                    <a:pt x="88921" y="178118"/>
                  </a:cubicBezTo>
                  <a:cubicBezTo>
                    <a:pt x="89078" y="175835"/>
                    <a:pt x="89133" y="173618"/>
                    <a:pt x="89129" y="171333"/>
                  </a:cubicBezTo>
                  <a:cubicBezTo>
                    <a:pt x="89133" y="170613"/>
                    <a:pt x="89137" y="169892"/>
                    <a:pt x="89142" y="169149"/>
                  </a:cubicBezTo>
                  <a:cubicBezTo>
                    <a:pt x="89154" y="166714"/>
                    <a:pt x="89156" y="164279"/>
                    <a:pt x="89159" y="161844"/>
                  </a:cubicBezTo>
                  <a:cubicBezTo>
                    <a:pt x="89166" y="160107"/>
                    <a:pt x="89173" y="158369"/>
                    <a:pt x="89181" y="156631"/>
                  </a:cubicBezTo>
                  <a:cubicBezTo>
                    <a:pt x="89202" y="151898"/>
                    <a:pt x="89213" y="147164"/>
                    <a:pt x="89223" y="142430"/>
                  </a:cubicBezTo>
                  <a:cubicBezTo>
                    <a:pt x="89233" y="137989"/>
                    <a:pt x="89250" y="133549"/>
                    <a:pt x="89267" y="129108"/>
                  </a:cubicBezTo>
                  <a:cubicBezTo>
                    <a:pt x="89301" y="120309"/>
                    <a:pt x="89328" y="111511"/>
                    <a:pt x="89352" y="102712"/>
                  </a:cubicBezTo>
                  <a:cubicBezTo>
                    <a:pt x="89374" y="94164"/>
                    <a:pt x="89400" y="85615"/>
                    <a:pt x="89429" y="77066"/>
                  </a:cubicBezTo>
                  <a:cubicBezTo>
                    <a:pt x="89431" y="76539"/>
                    <a:pt x="89433" y="76013"/>
                    <a:pt x="89435" y="75470"/>
                  </a:cubicBezTo>
                  <a:cubicBezTo>
                    <a:pt x="89444" y="72828"/>
                    <a:pt x="89453" y="70187"/>
                    <a:pt x="89463" y="67545"/>
                  </a:cubicBezTo>
                  <a:cubicBezTo>
                    <a:pt x="89540" y="45616"/>
                    <a:pt x="89606" y="23686"/>
                    <a:pt x="89666" y="1757"/>
                  </a:cubicBezTo>
                  <a:close/>
                </a:path>
              </a:pathLst>
            </a:custGeom>
            <a:grpFill/>
            <a:ln w="744" cap="flat">
              <a:noFill/>
              <a:prstDash val="solid"/>
              <a:miter/>
            </a:ln>
          </p:spPr>
          <p:txBody>
            <a:bodyPr rtlCol="0" anchor="ctr"/>
            <a:lstStyle/>
            <a:p>
              <a:endParaRPr lang="zh-CN" altLang="en-US"/>
            </a:p>
          </p:txBody>
        </p:sp>
        <p:sp>
          <p:nvSpPr>
            <p:cNvPr id="147" name="任意多边形: 形状 146"/>
            <p:cNvSpPr/>
            <p:nvPr/>
          </p:nvSpPr>
          <p:spPr>
            <a:xfrm>
              <a:off x="11321270" y="1392936"/>
              <a:ext cx="121099" cy="236009"/>
            </a:xfrm>
            <a:custGeom>
              <a:avLst/>
              <a:gdLst>
                <a:gd name="connsiteX0" fmla="*/ 15865 w 121099"/>
                <a:gd name="connsiteY0" fmla="*/ 1504 h 236009"/>
                <a:gd name="connsiteX1" fmla="*/ 43398 w 121099"/>
                <a:gd name="connsiteY1" fmla="*/ 1504 h 236009"/>
                <a:gd name="connsiteX2" fmla="*/ 43398 w 121099"/>
                <a:gd name="connsiteY2" fmla="*/ 206887 h 236009"/>
                <a:gd name="connsiteX3" fmla="*/ 44887 w 121099"/>
                <a:gd name="connsiteY3" fmla="*/ 206143 h 236009"/>
                <a:gd name="connsiteX4" fmla="*/ 48507 w 121099"/>
                <a:gd name="connsiteY4" fmla="*/ 206048 h 236009"/>
                <a:gd name="connsiteX5" fmla="*/ 50825 w 121099"/>
                <a:gd name="connsiteY5" fmla="*/ 206042 h 236009"/>
                <a:gd name="connsiteX6" fmla="*/ 53378 w 121099"/>
                <a:gd name="connsiteY6" fmla="*/ 206046 h 236009"/>
                <a:gd name="connsiteX7" fmla="*/ 56058 w 121099"/>
                <a:gd name="connsiteY7" fmla="*/ 206042 h 236009"/>
                <a:gd name="connsiteX8" fmla="*/ 63345 w 121099"/>
                <a:gd name="connsiteY8" fmla="*/ 206043 h 236009"/>
                <a:gd name="connsiteX9" fmla="*/ 70960 w 121099"/>
                <a:gd name="connsiteY9" fmla="*/ 206042 h 236009"/>
                <a:gd name="connsiteX10" fmla="*/ 83746 w 121099"/>
                <a:gd name="connsiteY10" fmla="*/ 206046 h 236009"/>
                <a:gd name="connsiteX11" fmla="*/ 98547 w 121099"/>
                <a:gd name="connsiteY11" fmla="*/ 206044 h 236009"/>
                <a:gd name="connsiteX12" fmla="*/ 111238 w 121099"/>
                <a:gd name="connsiteY12" fmla="*/ 206042 h 236009"/>
                <a:gd name="connsiteX13" fmla="*/ 118826 w 121099"/>
                <a:gd name="connsiteY13" fmla="*/ 206041 h 236009"/>
                <a:gd name="connsiteX14" fmla="*/ 127277 w 121099"/>
                <a:gd name="connsiteY14" fmla="*/ 206046 h 236009"/>
                <a:gd name="connsiteX15" fmla="*/ 129834 w 121099"/>
                <a:gd name="connsiteY15" fmla="*/ 206042 h 236009"/>
                <a:gd name="connsiteX16" fmla="*/ 132146 w 121099"/>
                <a:gd name="connsiteY16" fmla="*/ 206048 h 236009"/>
                <a:gd name="connsiteX17" fmla="*/ 134167 w 121099"/>
                <a:gd name="connsiteY17" fmla="*/ 206049 h 236009"/>
                <a:gd name="connsiteX18" fmla="*/ 136416 w 121099"/>
                <a:gd name="connsiteY18" fmla="*/ 206887 h 236009"/>
                <a:gd name="connsiteX19" fmla="*/ 136593 w 121099"/>
                <a:gd name="connsiteY19" fmla="*/ 213445 h 236009"/>
                <a:gd name="connsiteX20" fmla="*/ 136611 w 121099"/>
                <a:gd name="connsiteY20" fmla="*/ 215438 h 236009"/>
                <a:gd name="connsiteX21" fmla="*/ 136636 w 121099"/>
                <a:gd name="connsiteY21" fmla="*/ 219619 h 236009"/>
                <a:gd name="connsiteX22" fmla="*/ 136714 w 121099"/>
                <a:gd name="connsiteY22" fmla="*/ 226043 h 236009"/>
                <a:gd name="connsiteX23" fmla="*/ 136733 w 121099"/>
                <a:gd name="connsiteY23" fmla="*/ 230095 h 236009"/>
                <a:gd name="connsiteX24" fmla="*/ 136772 w 121099"/>
                <a:gd name="connsiteY24" fmla="*/ 232049 h 236009"/>
                <a:gd name="connsiteX25" fmla="*/ 136416 w 121099"/>
                <a:gd name="connsiteY25" fmla="*/ 236652 h 236009"/>
                <a:gd name="connsiteX26" fmla="*/ 128684 w 121099"/>
                <a:gd name="connsiteY26" fmla="*/ 237491 h 236009"/>
                <a:gd name="connsiteX27" fmla="*/ 125719 w 121099"/>
                <a:gd name="connsiteY27" fmla="*/ 237497 h 236009"/>
                <a:gd name="connsiteX28" fmla="*/ 122469 w 121099"/>
                <a:gd name="connsiteY28" fmla="*/ 237493 h 236009"/>
                <a:gd name="connsiteX29" fmla="*/ 119044 w 121099"/>
                <a:gd name="connsiteY29" fmla="*/ 237497 h 236009"/>
                <a:gd name="connsiteX30" fmla="*/ 109745 w 121099"/>
                <a:gd name="connsiteY30" fmla="*/ 237497 h 236009"/>
                <a:gd name="connsiteX31" fmla="*/ 100023 w 121099"/>
                <a:gd name="connsiteY31" fmla="*/ 237498 h 236009"/>
                <a:gd name="connsiteX32" fmla="*/ 83699 w 121099"/>
                <a:gd name="connsiteY32" fmla="*/ 237494 h 236009"/>
                <a:gd name="connsiteX33" fmla="*/ 64810 w 121099"/>
                <a:gd name="connsiteY33" fmla="*/ 237495 h 236009"/>
                <a:gd name="connsiteX34" fmla="*/ 48603 w 121099"/>
                <a:gd name="connsiteY34" fmla="*/ 237497 h 236009"/>
                <a:gd name="connsiteX35" fmla="*/ 38918 w 121099"/>
                <a:gd name="connsiteY35" fmla="*/ 237498 h 236009"/>
                <a:gd name="connsiteX36" fmla="*/ 29819 w 121099"/>
                <a:gd name="connsiteY36" fmla="*/ 237494 h 236009"/>
                <a:gd name="connsiteX37" fmla="*/ 26473 w 121099"/>
                <a:gd name="connsiteY37" fmla="*/ 237495 h 236009"/>
                <a:gd name="connsiteX38" fmla="*/ 21919 w 121099"/>
                <a:gd name="connsiteY38" fmla="*/ 237491 h 236009"/>
                <a:gd name="connsiteX39" fmla="*/ 19341 w 121099"/>
                <a:gd name="connsiteY39" fmla="*/ 237490 h 236009"/>
                <a:gd name="connsiteX40" fmla="*/ 15865 w 121099"/>
                <a:gd name="connsiteY40" fmla="*/ 236652 h 236009"/>
                <a:gd name="connsiteX41" fmla="*/ 15682 w 121099"/>
                <a:gd name="connsiteY41" fmla="*/ 232888 h 236009"/>
                <a:gd name="connsiteX42" fmla="*/ 15673 w 121099"/>
                <a:gd name="connsiteY42" fmla="*/ 230402 h 236009"/>
                <a:gd name="connsiteX43" fmla="*/ 15686 w 121099"/>
                <a:gd name="connsiteY43" fmla="*/ 227636 h 236009"/>
                <a:gd name="connsiteX44" fmla="*/ 15682 w 121099"/>
                <a:gd name="connsiteY44" fmla="*/ 224724 h 236009"/>
                <a:gd name="connsiteX45" fmla="*/ 15692 w 121099"/>
                <a:gd name="connsiteY45" fmla="*/ 216686 h 236009"/>
                <a:gd name="connsiteX46" fmla="*/ 15695 w 121099"/>
                <a:gd name="connsiteY46" fmla="*/ 208032 h 236009"/>
                <a:gd name="connsiteX47" fmla="*/ 15708 w 121099"/>
                <a:gd name="connsiteY47" fmla="*/ 193025 h 236009"/>
                <a:gd name="connsiteX48" fmla="*/ 15726 w 121099"/>
                <a:gd name="connsiteY48" fmla="*/ 171328 h 236009"/>
                <a:gd name="connsiteX49" fmla="*/ 15753 w 121099"/>
                <a:gd name="connsiteY49" fmla="*/ 136130 h 236009"/>
                <a:gd name="connsiteX50" fmla="*/ 15783 w 121099"/>
                <a:gd name="connsiteY50" fmla="*/ 101929 h 236009"/>
                <a:gd name="connsiteX51" fmla="*/ 15785 w 121099"/>
                <a:gd name="connsiteY51" fmla="*/ 99802 h 236009"/>
                <a:gd name="connsiteX52" fmla="*/ 15790 w 121099"/>
                <a:gd name="connsiteY52" fmla="*/ 89234 h 236009"/>
                <a:gd name="connsiteX53" fmla="*/ 15865 w 121099"/>
                <a:gd name="connsiteY53"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1099" h="236009">
                  <a:moveTo>
                    <a:pt x="15865" y="1504"/>
                  </a:moveTo>
                  <a:cubicBezTo>
                    <a:pt x="24951" y="1504"/>
                    <a:pt x="34037" y="1504"/>
                    <a:pt x="43398" y="1504"/>
                  </a:cubicBezTo>
                  <a:cubicBezTo>
                    <a:pt x="43398" y="69280"/>
                    <a:pt x="43398" y="137057"/>
                    <a:pt x="43398" y="206887"/>
                  </a:cubicBezTo>
                  <a:cubicBezTo>
                    <a:pt x="43889" y="206641"/>
                    <a:pt x="44381" y="206396"/>
                    <a:pt x="44887" y="206143"/>
                  </a:cubicBezTo>
                  <a:cubicBezTo>
                    <a:pt x="46092" y="206072"/>
                    <a:pt x="47300" y="206049"/>
                    <a:pt x="48507" y="206048"/>
                  </a:cubicBezTo>
                  <a:cubicBezTo>
                    <a:pt x="49272" y="206046"/>
                    <a:pt x="50037" y="206044"/>
                    <a:pt x="50825" y="206042"/>
                  </a:cubicBezTo>
                  <a:cubicBezTo>
                    <a:pt x="52088" y="206044"/>
                    <a:pt x="52088" y="206044"/>
                    <a:pt x="53378" y="206046"/>
                  </a:cubicBezTo>
                  <a:cubicBezTo>
                    <a:pt x="54262" y="206045"/>
                    <a:pt x="55147" y="206044"/>
                    <a:pt x="56058" y="206042"/>
                  </a:cubicBezTo>
                  <a:cubicBezTo>
                    <a:pt x="58487" y="206040"/>
                    <a:pt x="60916" y="206040"/>
                    <a:pt x="63345" y="206043"/>
                  </a:cubicBezTo>
                  <a:cubicBezTo>
                    <a:pt x="65883" y="206045"/>
                    <a:pt x="68421" y="206043"/>
                    <a:pt x="70960" y="206042"/>
                  </a:cubicBezTo>
                  <a:cubicBezTo>
                    <a:pt x="75222" y="206040"/>
                    <a:pt x="79484" y="206042"/>
                    <a:pt x="83746" y="206046"/>
                  </a:cubicBezTo>
                  <a:cubicBezTo>
                    <a:pt x="88679" y="206050"/>
                    <a:pt x="93613" y="206048"/>
                    <a:pt x="98547" y="206044"/>
                  </a:cubicBezTo>
                  <a:cubicBezTo>
                    <a:pt x="102777" y="206041"/>
                    <a:pt x="107008" y="206040"/>
                    <a:pt x="111238" y="206042"/>
                  </a:cubicBezTo>
                  <a:cubicBezTo>
                    <a:pt x="113767" y="206044"/>
                    <a:pt x="116296" y="206044"/>
                    <a:pt x="118826" y="206041"/>
                  </a:cubicBezTo>
                  <a:cubicBezTo>
                    <a:pt x="121643" y="206039"/>
                    <a:pt x="124460" y="206042"/>
                    <a:pt x="127277" y="206046"/>
                  </a:cubicBezTo>
                  <a:cubicBezTo>
                    <a:pt x="128121" y="206045"/>
                    <a:pt x="128965" y="206043"/>
                    <a:pt x="129834" y="206042"/>
                  </a:cubicBezTo>
                  <a:cubicBezTo>
                    <a:pt x="130597" y="206044"/>
                    <a:pt x="131360" y="206046"/>
                    <a:pt x="132146" y="206048"/>
                  </a:cubicBezTo>
                  <a:cubicBezTo>
                    <a:pt x="132813" y="206048"/>
                    <a:pt x="133479" y="206049"/>
                    <a:pt x="134167" y="206049"/>
                  </a:cubicBezTo>
                  <a:cubicBezTo>
                    <a:pt x="135672" y="206143"/>
                    <a:pt x="135672" y="206143"/>
                    <a:pt x="136416" y="206887"/>
                  </a:cubicBezTo>
                  <a:cubicBezTo>
                    <a:pt x="136519" y="209079"/>
                    <a:pt x="136575" y="211252"/>
                    <a:pt x="136593" y="213445"/>
                  </a:cubicBezTo>
                  <a:cubicBezTo>
                    <a:pt x="136602" y="214431"/>
                    <a:pt x="136602" y="214431"/>
                    <a:pt x="136611" y="215438"/>
                  </a:cubicBezTo>
                  <a:cubicBezTo>
                    <a:pt x="136622" y="216832"/>
                    <a:pt x="136630" y="218226"/>
                    <a:pt x="136636" y="219619"/>
                  </a:cubicBezTo>
                  <a:cubicBezTo>
                    <a:pt x="136648" y="221761"/>
                    <a:pt x="136681" y="223901"/>
                    <a:pt x="136714" y="226043"/>
                  </a:cubicBezTo>
                  <a:cubicBezTo>
                    <a:pt x="136721" y="227393"/>
                    <a:pt x="136728" y="228744"/>
                    <a:pt x="136733" y="230095"/>
                  </a:cubicBezTo>
                  <a:cubicBezTo>
                    <a:pt x="136746" y="230740"/>
                    <a:pt x="136759" y="231384"/>
                    <a:pt x="136772" y="232049"/>
                  </a:cubicBezTo>
                  <a:cubicBezTo>
                    <a:pt x="136766" y="233847"/>
                    <a:pt x="136766" y="233847"/>
                    <a:pt x="136416" y="236652"/>
                  </a:cubicBezTo>
                  <a:cubicBezTo>
                    <a:pt x="133998" y="237732"/>
                    <a:pt x="131290" y="237490"/>
                    <a:pt x="128684" y="237491"/>
                  </a:cubicBezTo>
                  <a:cubicBezTo>
                    <a:pt x="127706" y="237493"/>
                    <a:pt x="126727" y="237495"/>
                    <a:pt x="125719" y="237497"/>
                  </a:cubicBezTo>
                  <a:cubicBezTo>
                    <a:pt x="124635" y="237496"/>
                    <a:pt x="123552" y="237494"/>
                    <a:pt x="122469" y="237493"/>
                  </a:cubicBezTo>
                  <a:cubicBezTo>
                    <a:pt x="121327" y="237494"/>
                    <a:pt x="120185" y="237495"/>
                    <a:pt x="119044" y="237497"/>
                  </a:cubicBezTo>
                  <a:cubicBezTo>
                    <a:pt x="115944" y="237500"/>
                    <a:pt x="112845" y="237499"/>
                    <a:pt x="109745" y="237497"/>
                  </a:cubicBezTo>
                  <a:cubicBezTo>
                    <a:pt x="106504" y="237495"/>
                    <a:pt x="103264" y="237496"/>
                    <a:pt x="100023" y="237498"/>
                  </a:cubicBezTo>
                  <a:cubicBezTo>
                    <a:pt x="94581" y="237499"/>
                    <a:pt x="89140" y="237497"/>
                    <a:pt x="83699" y="237494"/>
                  </a:cubicBezTo>
                  <a:cubicBezTo>
                    <a:pt x="77403" y="237490"/>
                    <a:pt x="71106" y="237491"/>
                    <a:pt x="64810" y="237495"/>
                  </a:cubicBezTo>
                  <a:cubicBezTo>
                    <a:pt x="59407" y="237498"/>
                    <a:pt x="54005" y="237499"/>
                    <a:pt x="48603" y="237497"/>
                  </a:cubicBezTo>
                  <a:cubicBezTo>
                    <a:pt x="45375" y="237496"/>
                    <a:pt x="42147" y="237496"/>
                    <a:pt x="38918" y="237498"/>
                  </a:cubicBezTo>
                  <a:cubicBezTo>
                    <a:pt x="35885" y="237500"/>
                    <a:pt x="32852" y="237499"/>
                    <a:pt x="29819" y="237494"/>
                  </a:cubicBezTo>
                  <a:cubicBezTo>
                    <a:pt x="28704" y="237493"/>
                    <a:pt x="27588" y="237494"/>
                    <a:pt x="26473" y="237495"/>
                  </a:cubicBezTo>
                  <a:cubicBezTo>
                    <a:pt x="24955" y="237497"/>
                    <a:pt x="23437" y="237494"/>
                    <a:pt x="21919" y="237491"/>
                  </a:cubicBezTo>
                  <a:cubicBezTo>
                    <a:pt x="21069" y="237491"/>
                    <a:pt x="20218" y="237490"/>
                    <a:pt x="19341" y="237490"/>
                  </a:cubicBezTo>
                  <a:cubicBezTo>
                    <a:pt x="17353" y="237397"/>
                    <a:pt x="17353" y="237397"/>
                    <a:pt x="15865" y="236652"/>
                  </a:cubicBezTo>
                  <a:cubicBezTo>
                    <a:pt x="15680" y="235052"/>
                    <a:pt x="15680" y="235052"/>
                    <a:pt x="15682" y="232888"/>
                  </a:cubicBezTo>
                  <a:cubicBezTo>
                    <a:pt x="15679" y="232068"/>
                    <a:pt x="15676" y="231247"/>
                    <a:pt x="15673" y="230402"/>
                  </a:cubicBezTo>
                  <a:cubicBezTo>
                    <a:pt x="15677" y="229489"/>
                    <a:pt x="15682" y="228576"/>
                    <a:pt x="15686" y="227636"/>
                  </a:cubicBezTo>
                  <a:cubicBezTo>
                    <a:pt x="15685" y="226675"/>
                    <a:pt x="15684" y="225714"/>
                    <a:pt x="15682" y="224724"/>
                  </a:cubicBezTo>
                  <a:cubicBezTo>
                    <a:pt x="15679" y="222045"/>
                    <a:pt x="15685" y="219365"/>
                    <a:pt x="15692" y="216686"/>
                  </a:cubicBezTo>
                  <a:cubicBezTo>
                    <a:pt x="15699" y="213801"/>
                    <a:pt x="15697" y="210916"/>
                    <a:pt x="15695" y="208032"/>
                  </a:cubicBezTo>
                  <a:cubicBezTo>
                    <a:pt x="15695" y="203029"/>
                    <a:pt x="15699" y="198027"/>
                    <a:pt x="15708" y="193025"/>
                  </a:cubicBezTo>
                  <a:cubicBezTo>
                    <a:pt x="15720" y="185793"/>
                    <a:pt x="15724" y="178561"/>
                    <a:pt x="15726" y="171328"/>
                  </a:cubicBezTo>
                  <a:cubicBezTo>
                    <a:pt x="15729" y="159595"/>
                    <a:pt x="15739" y="147863"/>
                    <a:pt x="15753" y="136130"/>
                  </a:cubicBezTo>
                  <a:cubicBezTo>
                    <a:pt x="15766" y="124730"/>
                    <a:pt x="15777" y="113330"/>
                    <a:pt x="15783" y="101929"/>
                  </a:cubicBezTo>
                  <a:cubicBezTo>
                    <a:pt x="15784" y="100876"/>
                    <a:pt x="15784" y="100876"/>
                    <a:pt x="15785" y="99802"/>
                  </a:cubicBezTo>
                  <a:cubicBezTo>
                    <a:pt x="15786" y="96279"/>
                    <a:pt x="15788" y="92756"/>
                    <a:pt x="15790" y="89234"/>
                  </a:cubicBezTo>
                  <a:cubicBezTo>
                    <a:pt x="15806" y="59991"/>
                    <a:pt x="15832" y="30747"/>
                    <a:pt x="15865" y="1504"/>
                  </a:cubicBezTo>
                  <a:close/>
                </a:path>
              </a:pathLst>
            </a:custGeom>
            <a:grpFill/>
            <a:ln w="744" cap="flat">
              <a:noFill/>
              <a:prstDash val="solid"/>
              <a:miter/>
            </a:ln>
          </p:spPr>
          <p:txBody>
            <a:bodyPr rtlCol="0" anchor="ctr"/>
            <a:lstStyle/>
            <a:p>
              <a:endParaRPr lang="zh-CN" altLang="en-US"/>
            </a:p>
          </p:txBody>
        </p:sp>
        <p:sp>
          <p:nvSpPr>
            <p:cNvPr id="148" name="任意多边形: 形状 147"/>
            <p:cNvSpPr/>
            <p:nvPr/>
          </p:nvSpPr>
          <p:spPr>
            <a:xfrm>
              <a:off x="6377200" y="1392936"/>
              <a:ext cx="121099" cy="236009"/>
            </a:xfrm>
            <a:custGeom>
              <a:avLst/>
              <a:gdLst>
                <a:gd name="connsiteX0" fmla="*/ 9221 w 121099"/>
                <a:gd name="connsiteY0" fmla="*/ 1504 h 236009"/>
                <a:gd name="connsiteX1" fmla="*/ 36754 w 121099"/>
                <a:gd name="connsiteY1" fmla="*/ 1504 h 236009"/>
                <a:gd name="connsiteX2" fmla="*/ 36754 w 121099"/>
                <a:gd name="connsiteY2" fmla="*/ 206887 h 236009"/>
                <a:gd name="connsiteX3" fmla="*/ 38987 w 121099"/>
                <a:gd name="connsiteY3" fmla="*/ 206143 h 236009"/>
                <a:gd name="connsiteX4" fmla="*/ 42668 w 121099"/>
                <a:gd name="connsiteY4" fmla="*/ 206048 h 236009"/>
                <a:gd name="connsiteX5" fmla="*/ 44970 w 121099"/>
                <a:gd name="connsiteY5" fmla="*/ 206042 h 236009"/>
                <a:gd name="connsiteX6" fmla="*/ 47494 w 121099"/>
                <a:gd name="connsiteY6" fmla="*/ 206046 h 236009"/>
                <a:gd name="connsiteX7" fmla="*/ 50152 w 121099"/>
                <a:gd name="connsiteY7" fmla="*/ 206042 h 236009"/>
                <a:gd name="connsiteX8" fmla="*/ 57370 w 121099"/>
                <a:gd name="connsiteY8" fmla="*/ 206043 h 236009"/>
                <a:gd name="connsiteX9" fmla="*/ 64916 w 121099"/>
                <a:gd name="connsiteY9" fmla="*/ 206042 h 236009"/>
                <a:gd name="connsiteX10" fmla="*/ 77584 w 121099"/>
                <a:gd name="connsiteY10" fmla="*/ 206046 h 236009"/>
                <a:gd name="connsiteX11" fmla="*/ 92247 w 121099"/>
                <a:gd name="connsiteY11" fmla="*/ 206044 h 236009"/>
                <a:gd name="connsiteX12" fmla="*/ 104825 w 121099"/>
                <a:gd name="connsiteY12" fmla="*/ 206042 h 236009"/>
                <a:gd name="connsiteX13" fmla="*/ 112342 w 121099"/>
                <a:gd name="connsiteY13" fmla="*/ 206041 h 236009"/>
                <a:gd name="connsiteX14" fmla="*/ 120713 w 121099"/>
                <a:gd name="connsiteY14" fmla="*/ 206046 h 236009"/>
                <a:gd name="connsiteX15" fmla="*/ 123246 w 121099"/>
                <a:gd name="connsiteY15" fmla="*/ 206042 h 236009"/>
                <a:gd name="connsiteX16" fmla="*/ 125535 w 121099"/>
                <a:gd name="connsiteY16" fmla="*/ 206048 h 236009"/>
                <a:gd name="connsiteX17" fmla="*/ 127536 w 121099"/>
                <a:gd name="connsiteY17" fmla="*/ 206049 h 236009"/>
                <a:gd name="connsiteX18" fmla="*/ 129772 w 121099"/>
                <a:gd name="connsiteY18" fmla="*/ 206887 h 236009"/>
                <a:gd name="connsiteX19" fmla="*/ 129949 w 121099"/>
                <a:gd name="connsiteY19" fmla="*/ 213445 h 236009"/>
                <a:gd name="connsiteX20" fmla="*/ 129967 w 121099"/>
                <a:gd name="connsiteY20" fmla="*/ 215438 h 236009"/>
                <a:gd name="connsiteX21" fmla="*/ 129992 w 121099"/>
                <a:gd name="connsiteY21" fmla="*/ 219619 h 236009"/>
                <a:gd name="connsiteX22" fmla="*/ 130070 w 121099"/>
                <a:gd name="connsiteY22" fmla="*/ 226043 h 236009"/>
                <a:gd name="connsiteX23" fmla="*/ 130089 w 121099"/>
                <a:gd name="connsiteY23" fmla="*/ 230095 h 236009"/>
                <a:gd name="connsiteX24" fmla="*/ 130128 w 121099"/>
                <a:gd name="connsiteY24" fmla="*/ 232049 h 236009"/>
                <a:gd name="connsiteX25" fmla="*/ 129772 w 121099"/>
                <a:gd name="connsiteY25" fmla="*/ 236652 h 236009"/>
                <a:gd name="connsiteX26" fmla="*/ 122040 w 121099"/>
                <a:gd name="connsiteY26" fmla="*/ 237491 h 236009"/>
                <a:gd name="connsiteX27" fmla="*/ 119075 w 121099"/>
                <a:gd name="connsiteY27" fmla="*/ 237497 h 236009"/>
                <a:gd name="connsiteX28" fmla="*/ 115825 w 121099"/>
                <a:gd name="connsiteY28" fmla="*/ 237493 h 236009"/>
                <a:gd name="connsiteX29" fmla="*/ 112400 w 121099"/>
                <a:gd name="connsiteY29" fmla="*/ 237497 h 236009"/>
                <a:gd name="connsiteX30" fmla="*/ 103101 w 121099"/>
                <a:gd name="connsiteY30" fmla="*/ 237497 h 236009"/>
                <a:gd name="connsiteX31" fmla="*/ 93379 w 121099"/>
                <a:gd name="connsiteY31" fmla="*/ 237498 h 236009"/>
                <a:gd name="connsiteX32" fmla="*/ 77055 w 121099"/>
                <a:gd name="connsiteY32" fmla="*/ 237494 h 236009"/>
                <a:gd name="connsiteX33" fmla="*/ 58166 w 121099"/>
                <a:gd name="connsiteY33" fmla="*/ 237495 h 236009"/>
                <a:gd name="connsiteX34" fmla="*/ 41959 w 121099"/>
                <a:gd name="connsiteY34" fmla="*/ 237497 h 236009"/>
                <a:gd name="connsiteX35" fmla="*/ 32274 w 121099"/>
                <a:gd name="connsiteY35" fmla="*/ 237498 h 236009"/>
                <a:gd name="connsiteX36" fmla="*/ 23175 w 121099"/>
                <a:gd name="connsiteY36" fmla="*/ 237494 h 236009"/>
                <a:gd name="connsiteX37" fmla="*/ 19829 w 121099"/>
                <a:gd name="connsiteY37" fmla="*/ 237495 h 236009"/>
                <a:gd name="connsiteX38" fmla="*/ 15275 w 121099"/>
                <a:gd name="connsiteY38" fmla="*/ 237491 h 236009"/>
                <a:gd name="connsiteX39" fmla="*/ 12697 w 121099"/>
                <a:gd name="connsiteY39" fmla="*/ 237490 h 236009"/>
                <a:gd name="connsiteX40" fmla="*/ 9221 w 121099"/>
                <a:gd name="connsiteY40" fmla="*/ 236652 h 236009"/>
                <a:gd name="connsiteX41" fmla="*/ 9038 w 121099"/>
                <a:gd name="connsiteY41" fmla="*/ 232888 h 236009"/>
                <a:gd name="connsiteX42" fmla="*/ 9029 w 121099"/>
                <a:gd name="connsiteY42" fmla="*/ 230402 h 236009"/>
                <a:gd name="connsiteX43" fmla="*/ 9042 w 121099"/>
                <a:gd name="connsiteY43" fmla="*/ 227636 h 236009"/>
                <a:gd name="connsiteX44" fmla="*/ 9038 w 121099"/>
                <a:gd name="connsiteY44" fmla="*/ 224724 h 236009"/>
                <a:gd name="connsiteX45" fmla="*/ 9048 w 121099"/>
                <a:gd name="connsiteY45" fmla="*/ 216686 h 236009"/>
                <a:gd name="connsiteX46" fmla="*/ 9051 w 121099"/>
                <a:gd name="connsiteY46" fmla="*/ 208032 h 236009"/>
                <a:gd name="connsiteX47" fmla="*/ 9064 w 121099"/>
                <a:gd name="connsiteY47" fmla="*/ 193025 h 236009"/>
                <a:gd name="connsiteX48" fmla="*/ 9082 w 121099"/>
                <a:gd name="connsiteY48" fmla="*/ 171328 h 236009"/>
                <a:gd name="connsiteX49" fmla="*/ 9109 w 121099"/>
                <a:gd name="connsiteY49" fmla="*/ 136130 h 236009"/>
                <a:gd name="connsiteX50" fmla="*/ 9139 w 121099"/>
                <a:gd name="connsiteY50" fmla="*/ 101929 h 236009"/>
                <a:gd name="connsiteX51" fmla="*/ 9141 w 121099"/>
                <a:gd name="connsiteY51" fmla="*/ 99802 h 236009"/>
                <a:gd name="connsiteX52" fmla="*/ 9146 w 121099"/>
                <a:gd name="connsiteY52" fmla="*/ 89234 h 236009"/>
                <a:gd name="connsiteX53" fmla="*/ 9221 w 121099"/>
                <a:gd name="connsiteY53"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1099" h="236009">
                  <a:moveTo>
                    <a:pt x="9221" y="1504"/>
                  </a:moveTo>
                  <a:cubicBezTo>
                    <a:pt x="18307" y="1504"/>
                    <a:pt x="27393" y="1504"/>
                    <a:pt x="36754" y="1504"/>
                  </a:cubicBezTo>
                  <a:cubicBezTo>
                    <a:pt x="36754" y="69280"/>
                    <a:pt x="36754" y="137057"/>
                    <a:pt x="36754" y="206887"/>
                  </a:cubicBezTo>
                  <a:cubicBezTo>
                    <a:pt x="37491" y="206641"/>
                    <a:pt x="38228" y="206396"/>
                    <a:pt x="38987" y="206143"/>
                  </a:cubicBezTo>
                  <a:cubicBezTo>
                    <a:pt x="40212" y="206074"/>
                    <a:pt x="41441" y="206049"/>
                    <a:pt x="42668" y="206048"/>
                  </a:cubicBezTo>
                  <a:cubicBezTo>
                    <a:pt x="43428" y="206046"/>
                    <a:pt x="44188" y="206044"/>
                    <a:pt x="44970" y="206042"/>
                  </a:cubicBezTo>
                  <a:cubicBezTo>
                    <a:pt x="45803" y="206043"/>
                    <a:pt x="46636" y="206045"/>
                    <a:pt x="47494" y="206046"/>
                  </a:cubicBezTo>
                  <a:cubicBezTo>
                    <a:pt x="48371" y="206045"/>
                    <a:pt x="49249" y="206044"/>
                    <a:pt x="50152" y="206042"/>
                  </a:cubicBezTo>
                  <a:cubicBezTo>
                    <a:pt x="52558" y="206040"/>
                    <a:pt x="54964" y="206040"/>
                    <a:pt x="57370" y="206043"/>
                  </a:cubicBezTo>
                  <a:cubicBezTo>
                    <a:pt x="59886" y="206045"/>
                    <a:pt x="62401" y="206043"/>
                    <a:pt x="64916" y="206042"/>
                  </a:cubicBezTo>
                  <a:cubicBezTo>
                    <a:pt x="69139" y="206040"/>
                    <a:pt x="73361" y="206042"/>
                    <a:pt x="77584" y="206046"/>
                  </a:cubicBezTo>
                  <a:cubicBezTo>
                    <a:pt x="82472" y="206050"/>
                    <a:pt x="87359" y="206048"/>
                    <a:pt x="92247" y="206044"/>
                  </a:cubicBezTo>
                  <a:cubicBezTo>
                    <a:pt x="96440" y="206041"/>
                    <a:pt x="100632" y="206040"/>
                    <a:pt x="104825" y="206042"/>
                  </a:cubicBezTo>
                  <a:cubicBezTo>
                    <a:pt x="107330" y="206044"/>
                    <a:pt x="109836" y="206044"/>
                    <a:pt x="112342" y="206041"/>
                  </a:cubicBezTo>
                  <a:cubicBezTo>
                    <a:pt x="115132" y="206039"/>
                    <a:pt x="117923" y="206042"/>
                    <a:pt x="120713" y="206046"/>
                  </a:cubicBezTo>
                  <a:cubicBezTo>
                    <a:pt x="121549" y="206045"/>
                    <a:pt x="122385" y="206043"/>
                    <a:pt x="123246" y="206042"/>
                  </a:cubicBezTo>
                  <a:cubicBezTo>
                    <a:pt x="124001" y="206044"/>
                    <a:pt x="124757" y="206046"/>
                    <a:pt x="125535" y="206048"/>
                  </a:cubicBezTo>
                  <a:cubicBezTo>
                    <a:pt x="126195" y="206048"/>
                    <a:pt x="126856" y="206049"/>
                    <a:pt x="127536" y="206049"/>
                  </a:cubicBezTo>
                  <a:cubicBezTo>
                    <a:pt x="129028" y="206143"/>
                    <a:pt x="129028" y="206143"/>
                    <a:pt x="129772" y="206887"/>
                  </a:cubicBezTo>
                  <a:cubicBezTo>
                    <a:pt x="129875" y="209079"/>
                    <a:pt x="129931" y="211252"/>
                    <a:pt x="129949" y="213445"/>
                  </a:cubicBezTo>
                  <a:cubicBezTo>
                    <a:pt x="129958" y="214431"/>
                    <a:pt x="129958" y="214431"/>
                    <a:pt x="129967" y="215438"/>
                  </a:cubicBezTo>
                  <a:cubicBezTo>
                    <a:pt x="129978" y="216832"/>
                    <a:pt x="129986" y="218226"/>
                    <a:pt x="129992" y="219619"/>
                  </a:cubicBezTo>
                  <a:cubicBezTo>
                    <a:pt x="130004" y="221761"/>
                    <a:pt x="130037" y="223901"/>
                    <a:pt x="130070" y="226043"/>
                  </a:cubicBezTo>
                  <a:cubicBezTo>
                    <a:pt x="130077" y="227393"/>
                    <a:pt x="130084" y="228744"/>
                    <a:pt x="130089" y="230095"/>
                  </a:cubicBezTo>
                  <a:cubicBezTo>
                    <a:pt x="130102" y="230740"/>
                    <a:pt x="130115" y="231384"/>
                    <a:pt x="130128" y="232049"/>
                  </a:cubicBezTo>
                  <a:cubicBezTo>
                    <a:pt x="130122" y="233847"/>
                    <a:pt x="130122" y="233847"/>
                    <a:pt x="129772" y="236652"/>
                  </a:cubicBezTo>
                  <a:cubicBezTo>
                    <a:pt x="127354" y="237732"/>
                    <a:pt x="124646" y="237490"/>
                    <a:pt x="122040" y="237491"/>
                  </a:cubicBezTo>
                  <a:cubicBezTo>
                    <a:pt x="121062" y="237493"/>
                    <a:pt x="120083" y="237495"/>
                    <a:pt x="119075" y="237497"/>
                  </a:cubicBezTo>
                  <a:cubicBezTo>
                    <a:pt x="117991" y="237496"/>
                    <a:pt x="116908" y="237494"/>
                    <a:pt x="115825" y="237493"/>
                  </a:cubicBezTo>
                  <a:cubicBezTo>
                    <a:pt x="114683" y="237494"/>
                    <a:pt x="113541" y="237495"/>
                    <a:pt x="112400" y="237497"/>
                  </a:cubicBezTo>
                  <a:cubicBezTo>
                    <a:pt x="109300" y="237500"/>
                    <a:pt x="106201" y="237499"/>
                    <a:pt x="103101" y="237497"/>
                  </a:cubicBezTo>
                  <a:cubicBezTo>
                    <a:pt x="99860" y="237495"/>
                    <a:pt x="96620" y="237496"/>
                    <a:pt x="93379" y="237498"/>
                  </a:cubicBezTo>
                  <a:cubicBezTo>
                    <a:pt x="87937" y="237499"/>
                    <a:pt x="82496" y="237497"/>
                    <a:pt x="77055" y="237494"/>
                  </a:cubicBezTo>
                  <a:cubicBezTo>
                    <a:pt x="70759" y="237490"/>
                    <a:pt x="64462" y="237491"/>
                    <a:pt x="58166" y="237495"/>
                  </a:cubicBezTo>
                  <a:cubicBezTo>
                    <a:pt x="52763" y="237498"/>
                    <a:pt x="47361" y="237499"/>
                    <a:pt x="41959" y="237497"/>
                  </a:cubicBezTo>
                  <a:cubicBezTo>
                    <a:pt x="38731" y="237496"/>
                    <a:pt x="35503" y="237496"/>
                    <a:pt x="32274" y="237498"/>
                  </a:cubicBezTo>
                  <a:cubicBezTo>
                    <a:pt x="29241" y="237500"/>
                    <a:pt x="26208" y="237499"/>
                    <a:pt x="23175" y="237494"/>
                  </a:cubicBezTo>
                  <a:cubicBezTo>
                    <a:pt x="22060" y="237493"/>
                    <a:pt x="20944" y="237494"/>
                    <a:pt x="19829" y="237495"/>
                  </a:cubicBezTo>
                  <a:cubicBezTo>
                    <a:pt x="18311" y="237497"/>
                    <a:pt x="16793" y="237494"/>
                    <a:pt x="15275" y="237491"/>
                  </a:cubicBezTo>
                  <a:cubicBezTo>
                    <a:pt x="14425" y="237491"/>
                    <a:pt x="13574" y="237490"/>
                    <a:pt x="12697" y="237490"/>
                  </a:cubicBezTo>
                  <a:cubicBezTo>
                    <a:pt x="10709" y="237397"/>
                    <a:pt x="10709" y="237397"/>
                    <a:pt x="9221" y="236652"/>
                  </a:cubicBezTo>
                  <a:cubicBezTo>
                    <a:pt x="9036" y="235052"/>
                    <a:pt x="9036" y="235052"/>
                    <a:pt x="9038" y="232888"/>
                  </a:cubicBezTo>
                  <a:cubicBezTo>
                    <a:pt x="9035" y="232068"/>
                    <a:pt x="9032" y="231247"/>
                    <a:pt x="9029" y="230402"/>
                  </a:cubicBezTo>
                  <a:cubicBezTo>
                    <a:pt x="9033" y="229489"/>
                    <a:pt x="9038" y="228576"/>
                    <a:pt x="9042" y="227636"/>
                  </a:cubicBezTo>
                  <a:cubicBezTo>
                    <a:pt x="9041" y="226675"/>
                    <a:pt x="9040" y="225714"/>
                    <a:pt x="9038" y="224724"/>
                  </a:cubicBezTo>
                  <a:cubicBezTo>
                    <a:pt x="9035" y="222045"/>
                    <a:pt x="9041" y="219365"/>
                    <a:pt x="9048" y="216686"/>
                  </a:cubicBezTo>
                  <a:cubicBezTo>
                    <a:pt x="9055" y="213801"/>
                    <a:pt x="9053" y="210916"/>
                    <a:pt x="9051" y="208032"/>
                  </a:cubicBezTo>
                  <a:cubicBezTo>
                    <a:pt x="9051" y="203029"/>
                    <a:pt x="9055" y="198027"/>
                    <a:pt x="9064" y="193025"/>
                  </a:cubicBezTo>
                  <a:cubicBezTo>
                    <a:pt x="9076" y="185793"/>
                    <a:pt x="9080" y="178561"/>
                    <a:pt x="9082" y="171328"/>
                  </a:cubicBezTo>
                  <a:cubicBezTo>
                    <a:pt x="9085" y="159595"/>
                    <a:pt x="9095" y="147863"/>
                    <a:pt x="9109" y="136130"/>
                  </a:cubicBezTo>
                  <a:cubicBezTo>
                    <a:pt x="9122" y="124730"/>
                    <a:pt x="9133" y="113330"/>
                    <a:pt x="9139" y="101929"/>
                  </a:cubicBezTo>
                  <a:cubicBezTo>
                    <a:pt x="9140" y="100876"/>
                    <a:pt x="9140" y="100876"/>
                    <a:pt x="9141" y="99802"/>
                  </a:cubicBezTo>
                  <a:cubicBezTo>
                    <a:pt x="9142" y="96279"/>
                    <a:pt x="9144" y="92756"/>
                    <a:pt x="9146" y="89234"/>
                  </a:cubicBezTo>
                  <a:cubicBezTo>
                    <a:pt x="9162" y="59991"/>
                    <a:pt x="9188" y="30747"/>
                    <a:pt x="9221" y="1504"/>
                  </a:cubicBezTo>
                  <a:close/>
                </a:path>
              </a:pathLst>
            </a:custGeom>
            <a:grpFill/>
            <a:ln w="744" cap="flat">
              <a:noFill/>
              <a:prstDash val="solid"/>
              <a:miter/>
            </a:ln>
          </p:spPr>
          <p:txBody>
            <a:bodyPr rtlCol="0" anchor="ctr"/>
            <a:lstStyle/>
            <a:p>
              <a:endParaRPr lang="zh-CN" altLang="en-US"/>
            </a:p>
          </p:txBody>
        </p:sp>
        <p:sp>
          <p:nvSpPr>
            <p:cNvPr id="149" name="任意多边形: 形状 148"/>
            <p:cNvSpPr/>
            <p:nvPr/>
          </p:nvSpPr>
          <p:spPr>
            <a:xfrm>
              <a:off x="9252559" y="1392936"/>
              <a:ext cx="121099" cy="236009"/>
            </a:xfrm>
            <a:custGeom>
              <a:avLst/>
              <a:gdLst>
                <a:gd name="connsiteX0" fmla="*/ 13085 w 121099"/>
                <a:gd name="connsiteY0" fmla="*/ 1504 h 236009"/>
                <a:gd name="connsiteX1" fmla="*/ 40618 w 121099"/>
                <a:gd name="connsiteY1" fmla="*/ 1504 h 236009"/>
                <a:gd name="connsiteX2" fmla="*/ 40618 w 121099"/>
                <a:gd name="connsiteY2" fmla="*/ 206143 h 236009"/>
                <a:gd name="connsiteX3" fmla="*/ 132892 w 121099"/>
                <a:gd name="connsiteY3" fmla="*/ 206143 h 236009"/>
                <a:gd name="connsiteX4" fmla="*/ 133813 w 121099"/>
                <a:gd name="connsiteY4" fmla="*/ 213445 h 236009"/>
                <a:gd name="connsiteX5" fmla="*/ 133831 w 121099"/>
                <a:gd name="connsiteY5" fmla="*/ 215438 h 236009"/>
                <a:gd name="connsiteX6" fmla="*/ 133856 w 121099"/>
                <a:gd name="connsiteY6" fmla="*/ 219619 h 236009"/>
                <a:gd name="connsiteX7" fmla="*/ 133934 w 121099"/>
                <a:gd name="connsiteY7" fmla="*/ 226043 h 236009"/>
                <a:gd name="connsiteX8" fmla="*/ 133953 w 121099"/>
                <a:gd name="connsiteY8" fmla="*/ 230095 h 236009"/>
                <a:gd name="connsiteX9" fmla="*/ 133992 w 121099"/>
                <a:gd name="connsiteY9" fmla="*/ 232049 h 236009"/>
                <a:gd name="connsiteX10" fmla="*/ 133636 w 121099"/>
                <a:gd name="connsiteY10" fmla="*/ 236652 h 236009"/>
                <a:gd name="connsiteX11" fmla="*/ 125904 w 121099"/>
                <a:gd name="connsiteY11" fmla="*/ 237491 h 236009"/>
                <a:gd name="connsiteX12" fmla="*/ 122939 w 121099"/>
                <a:gd name="connsiteY12" fmla="*/ 237497 h 236009"/>
                <a:gd name="connsiteX13" fmla="*/ 119689 w 121099"/>
                <a:gd name="connsiteY13" fmla="*/ 237493 h 236009"/>
                <a:gd name="connsiteX14" fmla="*/ 116264 w 121099"/>
                <a:gd name="connsiteY14" fmla="*/ 237497 h 236009"/>
                <a:gd name="connsiteX15" fmla="*/ 106965 w 121099"/>
                <a:gd name="connsiteY15" fmla="*/ 237497 h 236009"/>
                <a:gd name="connsiteX16" fmla="*/ 97243 w 121099"/>
                <a:gd name="connsiteY16" fmla="*/ 237498 h 236009"/>
                <a:gd name="connsiteX17" fmla="*/ 80919 w 121099"/>
                <a:gd name="connsiteY17" fmla="*/ 237494 h 236009"/>
                <a:gd name="connsiteX18" fmla="*/ 62030 w 121099"/>
                <a:gd name="connsiteY18" fmla="*/ 237495 h 236009"/>
                <a:gd name="connsiteX19" fmla="*/ 45823 w 121099"/>
                <a:gd name="connsiteY19" fmla="*/ 237497 h 236009"/>
                <a:gd name="connsiteX20" fmla="*/ 36138 w 121099"/>
                <a:gd name="connsiteY20" fmla="*/ 237498 h 236009"/>
                <a:gd name="connsiteX21" fmla="*/ 27039 w 121099"/>
                <a:gd name="connsiteY21" fmla="*/ 237494 h 236009"/>
                <a:gd name="connsiteX22" fmla="*/ 23693 w 121099"/>
                <a:gd name="connsiteY22" fmla="*/ 237495 h 236009"/>
                <a:gd name="connsiteX23" fmla="*/ 19139 w 121099"/>
                <a:gd name="connsiteY23" fmla="*/ 237491 h 236009"/>
                <a:gd name="connsiteX24" fmla="*/ 16561 w 121099"/>
                <a:gd name="connsiteY24" fmla="*/ 237490 h 236009"/>
                <a:gd name="connsiteX25" fmla="*/ 13085 w 121099"/>
                <a:gd name="connsiteY25" fmla="*/ 236652 h 236009"/>
                <a:gd name="connsiteX26" fmla="*/ 12902 w 121099"/>
                <a:gd name="connsiteY26" fmla="*/ 232888 h 236009"/>
                <a:gd name="connsiteX27" fmla="*/ 12893 w 121099"/>
                <a:gd name="connsiteY27" fmla="*/ 230402 h 236009"/>
                <a:gd name="connsiteX28" fmla="*/ 12906 w 121099"/>
                <a:gd name="connsiteY28" fmla="*/ 227636 h 236009"/>
                <a:gd name="connsiteX29" fmla="*/ 12902 w 121099"/>
                <a:gd name="connsiteY29" fmla="*/ 224724 h 236009"/>
                <a:gd name="connsiteX30" fmla="*/ 12912 w 121099"/>
                <a:gd name="connsiteY30" fmla="*/ 216686 h 236009"/>
                <a:gd name="connsiteX31" fmla="*/ 12915 w 121099"/>
                <a:gd name="connsiteY31" fmla="*/ 208032 h 236009"/>
                <a:gd name="connsiteX32" fmla="*/ 12928 w 121099"/>
                <a:gd name="connsiteY32" fmla="*/ 193025 h 236009"/>
                <a:gd name="connsiteX33" fmla="*/ 12946 w 121099"/>
                <a:gd name="connsiteY33" fmla="*/ 171328 h 236009"/>
                <a:gd name="connsiteX34" fmla="*/ 12973 w 121099"/>
                <a:gd name="connsiteY34" fmla="*/ 136130 h 236009"/>
                <a:gd name="connsiteX35" fmla="*/ 13003 w 121099"/>
                <a:gd name="connsiteY35" fmla="*/ 101929 h 236009"/>
                <a:gd name="connsiteX36" fmla="*/ 13005 w 121099"/>
                <a:gd name="connsiteY36" fmla="*/ 99802 h 236009"/>
                <a:gd name="connsiteX37" fmla="*/ 13010 w 121099"/>
                <a:gd name="connsiteY37" fmla="*/ 89234 h 236009"/>
                <a:gd name="connsiteX38" fmla="*/ 13085 w 121099"/>
                <a:gd name="connsiteY38"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1099" h="236009">
                  <a:moveTo>
                    <a:pt x="13085" y="1504"/>
                  </a:moveTo>
                  <a:cubicBezTo>
                    <a:pt x="22171" y="1504"/>
                    <a:pt x="31257" y="1504"/>
                    <a:pt x="40618" y="1504"/>
                  </a:cubicBezTo>
                  <a:cubicBezTo>
                    <a:pt x="40618" y="69035"/>
                    <a:pt x="40618" y="136566"/>
                    <a:pt x="40618" y="206143"/>
                  </a:cubicBezTo>
                  <a:cubicBezTo>
                    <a:pt x="71069" y="206143"/>
                    <a:pt x="101519" y="206143"/>
                    <a:pt x="132892" y="206143"/>
                  </a:cubicBezTo>
                  <a:cubicBezTo>
                    <a:pt x="134474" y="207725"/>
                    <a:pt x="133795" y="211253"/>
                    <a:pt x="133813" y="213445"/>
                  </a:cubicBezTo>
                  <a:cubicBezTo>
                    <a:pt x="133822" y="214431"/>
                    <a:pt x="133822" y="214431"/>
                    <a:pt x="133831" y="215438"/>
                  </a:cubicBezTo>
                  <a:cubicBezTo>
                    <a:pt x="133842" y="216832"/>
                    <a:pt x="133850" y="218226"/>
                    <a:pt x="133856" y="219619"/>
                  </a:cubicBezTo>
                  <a:cubicBezTo>
                    <a:pt x="133868" y="221761"/>
                    <a:pt x="133901" y="223901"/>
                    <a:pt x="133934" y="226043"/>
                  </a:cubicBezTo>
                  <a:cubicBezTo>
                    <a:pt x="133941" y="227393"/>
                    <a:pt x="133948" y="228744"/>
                    <a:pt x="133953" y="230095"/>
                  </a:cubicBezTo>
                  <a:cubicBezTo>
                    <a:pt x="133966" y="230740"/>
                    <a:pt x="133979" y="231384"/>
                    <a:pt x="133992" y="232049"/>
                  </a:cubicBezTo>
                  <a:cubicBezTo>
                    <a:pt x="133986" y="233847"/>
                    <a:pt x="133986" y="233847"/>
                    <a:pt x="133636" y="236652"/>
                  </a:cubicBezTo>
                  <a:cubicBezTo>
                    <a:pt x="131218" y="237732"/>
                    <a:pt x="128510" y="237490"/>
                    <a:pt x="125904" y="237491"/>
                  </a:cubicBezTo>
                  <a:cubicBezTo>
                    <a:pt x="124926" y="237493"/>
                    <a:pt x="123947" y="237495"/>
                    <a:pt x="122939" y="237497"/>
                  </a:cubicBezTo>
                  <a:cubicBezTo>
                    <a:pt x="121855" y="237496"/>
                    <a:pt x="120772" y="237494"/>
                    <a:pt x="119689" y="237493"/>
                  </a:cubicBezTo>
                  <a:cubicBezTo>
                    <a:pt x="118547" y="237494"/>
                    <a:pt x="117405" y="237495"/>
                    <a:pt x="116264" y="237497"/>
                  </a:cubicBezTo>
                  <a:cubicBezTo>
                    <a:pt x="113164" y="237500"/>
                    <a:pt x="110065" y="237499"/>
                    <a:pt x="106965" y="237497"/>
                  </a:cubicBezTo>
                  <a:cubicBezTo>
                    <a:pt x="103724" y="237495"/>
                    <a:pt x="100484" y="237496"/>
                    <a:pt x="97243" y="237498"/>
                  </a:cubicBezTo>
                  <a:cubicBezTo>
                    <a:pt x="91801" y="237499"/>
                    <a:pt x="86360" y="237497"/>
                    <a:pt x="80919" y="237494"/>
                  </a:cubicBezTo>
                  <a:cubicBezTo>
                    <a:pt x="74623" y="237490"/>
                    <a:pt x="68326" y="237491"/>
                    <a:pt x="62030" y="237495"/>
                  </a:cubicBezTo>
                  <a:cubicBezTo>
                    <a:pt x="56627" y="237498"/>
                    <a:pt x="51225" y="237499"/>
                    <a:pt x="45823" y="237497"/>
                  </a:cubicBezTo>
                  <a:cubicBezTo>
                    <a:pt x="42595" y="237496"/>
                    <a:pt x="39367" y="237496"/>
                    <a:pt x="36138" y="237498"/>
                  </a:cubicBezTo>
                  <a:cubicBezTo>
                    <a:pt x="33105" y="237500"/>
                    <a:pt x="30072" y="237499"/>
                    <a:pt x="27039" y="237494"/>
                  </a:cubicBezTo>
                  <a:cubicBezTo>
                    <a:pt x="25924" y="237493"/>
                    <a:pt x="24808" y="237494"/>
                    <a:pt x="23693" y="237495"/>
                  </a:cubicBezTo>
                  <a:cubicBezTo>
                    <a:pt x="22175" y="237497"/>
                    <a:pt x="20657" y="237494"/>
                    <a:pt x="19139" y="237491"/>
                  </a:cubicBezTo>
                  <a:cubicBezTo>
                    <a:pt x="18289" y="237491"/>
                    <a:pt x="17438" y="237490"/>
                    <a:pt x="16561" y="237490"/>
                  </a:cubicBezTo>
                  <a:cubicBezTo>
                    <a:pt x="14573" y="237397"/>
                    <a:pt x="14573" y="237397"/>
                    <a:pt x="13085" y="236652"/>
                  </a:cubicBezTo>
                  <a:cubicBezTo>
                    <a:pt x="12900" y="235052"/>
                    <a:pt x="12900" y="235052"/>
                    <a:pt x="12902" y="232888"/>
                  </a:cubicBezTo>
                  <a:cubicBezTo>
                    <a:pt x="12899" y="232068"/>
                    <a:pt x="12896" y="231247"/>
                    <a:pt x="12893" y="230402"/>
                  </a:cubicBezTo>
                  <a:cubicBezTo>
                    <a:pt x="12897" y="229489"/>
                    <a:pt x="12902" y="228576"/>
                    <a:pt x="12906" y="227636"/>
                  </a:cubicBezTo>
                  <a:cubicBezTo>
                    <a:pt x="12905" y="226675"/>
                    <a:pt x="12904" y="225714"/>
                    <a:pt x="12902" y="224724"/>
                  </a:cubicBezTo>
                  <a:cubicBezTo>
                    <a:pt x="12899" y="222045"/>
                    <a:pt x="12905" y="219365"/>
                    <a:pt x="12912" y="216686"/>
                  </a:cubicBezTo>
                  <a:cubicBezTo>
                    <a:pt x="12919" y="213801"/>
                    <a:pt x="12917" y="210916"/>
                    <a:pt x="12915" y="208032"/>
                  </a:cubicBezTo>
                  <a:cubicBezTo>
                    <a:pt x="12915" y="203029"/>
                    <a:pt x="12919" y="198027"/>
                    <a:pt x="12928" y="193025"/>
                  </a:cubicBezTo>
                  <a:cubicBezTo>
                    <a:pt x="12940" y="185793"/>
                    <a:pt x="12944" y="178561"/>
                    <a:pt x="12946" y="171328"/>
                  </a:cubicBezTo>
                  <a:cubicBezTo>
                    <a:pt x="12949" y="159595"/>
                    <a:pt x="12959" y="147863"/>
                    <a:pt x="12973" y="136130"/>
                  </a:cubicBezTo>
                  <a:cubicBezTo>
                    <a:pt x="12986" y="124730"/>
                    <a:pt x="12997" y="113330"/>
                    <a:pt x="13003" y="101929"/>
                  </a:cubicBezTo>
                  <a:cubicBezTo>
                    <a:pt x="13004" y="100876"/>
                    <a:pt x="13004" y="100876"/>
                    <a:pt x="13005" y="99802"/>
                  </a:cubicBezTo>
                  <a:cubicBezTo>
                    <a:pt x="13006" y="96279"/>
                    <a:pt x="13008" y="92756"/>
                    <a:pt x="13010" y="89234"/>
                  </a:cubicBezTo>
                  <a:cubicBezTo>
                    <a:pt x="13026" y="59991"/>
                    <a:pt x="13052" y="30747"/>
                    <a:pt x="13085" y="1504"/>
                  </a:cubicBezTo>
                  <a:close/>
                </a:path>
              </a:pathLst>
            </a:custGeom>
            <a:grpFill/>
            <a:ln w="744" cap="flat">
              <a:noFill/>
              <a:prstDash val="solid"/>
              <a:miter/>
            </a:ln>
          </p:spPr>
          <p:txBody>
            <a:bodyPr rtlCol="0" anchor="ctr"/>
            <a:lstStyle/>
            <a:p>
              <a:endParaRPr lang="zh-CN" altLang="en-US"/>
            </a:p>
          </p:txBody>
        </p:sp>
        <p:sp>
          <p:nvSpPr>
            <p:cNvPr id="150" name="任意多边形: 形状 149"/>
            <p:cNvSpPr/>
            <p:nvPr/>
          </p:nvSpPr>
          <p:spPr>
            <a:xfrm>
              <a:off x="5380052" y="1392852"/>
              <a:ext cx="119998" cy="236079"/>
            </a:xfrm>
            <a:custGeom>
              <a:avLst/>
              <a:gdLst>
                <a:gd name="connsiteX0" fmla="*/ 7881 w 119998"/>
                <a:gd name="connsiteY0" fmla="*/ 1588 h 236079"/>
                <a:gd name="connsiteX1" fmla="*/ 19286 w 119998"/>
                <a:gd name="connsiteY1" fmla="*/ 1547 h 236079"/>
                <a:gd name="connsiteX2" fmla="*/ 23169 w 119998"/>
                <a:gd name="connsiteY2" fmla="*/ 1532 h 236079"/>
                <a:gd name="connsiteX3" fmla="*/ 28737 w 119998"/>
                <a:gd name="connsiteY3" fmla="*/ 1516 h 236079"/>
                <a:gd name="connsiteX4" fmla="*/ 30501 w 119998"/>
                <a:gd name="connsiteY4" fmla="*/ 1504 h 236079"/>
                <a:gd name="connsiteX5" fmla="*/ 34670 w 119998"/>
                <a:gd name="connsiteY5" fmla="*/ 1588 h 236079"/>
                <a:gd name="connsiteX6" fmla="*/ 35507 w 119998"/>
                <a:gd name="connsiteY6" fmla="*/ 3732 h 236079"/>
                <a:gd name="connsiteX7" fmla="*/ 35506 w 119998"/>
                <a:gd name="connsiteY7" fmla="*/ 5608 h 236079"/>
                <a:gd name="connsiteX8" fmla="*/ 35510 w 119998"/>
                <a:gd name="connsiteY8" fmla="*/ 7765 h 236079"/>
                <a:gd name="connsiteX9" fmla="*/ 35504 w 119998"/>
                <a:gd name="connsiteY9" fmla="*/ 10163 h 236079"/>
                <a:gd name="connsiteX10" fmla="*/ 35506 w 119998"/>
                <a:gd name="connsiteY10" fmla="*/ 12688 h 236079"/>
                <a:gd name="connsiteX11" fmla="*/ 35499 w 119998"/>
                <a:gd name="connsiteY11" fmla="*/ 21134 h 236079"/>
                <a:gd name="connsiteX12" fmla="*/ 35499 w 119998"/>
                <a:gd name="connsiteY12" fmla="*/ 27160 h 236079"/>
                <a:gd name="connsiteX13" fmla="*/ 35493 w 119998"/>
                <a:gd name="connsiteY13" fmla="*/ 40172 h 236079"/>
                <a:gd name="connsiteX14" fmla="*/ 35484 w 119998"/>
                <a:gd name="connsiteY14" fmla="*/ 58984 h 236079"/>
                <a:gd name="connsiteX15" fmla="*/ 35470 w 119998"/>
                <a:gd name="connsiteY15" fmla="*/ 89502 h 236079"/>
                <a:gd name="connsiteX16" fmla="*/ 35455 w 119998"/>
                <a:gd name="connsiteY16" fmla="*/ 119155 h 236079"/>
                <a:gd name="connsiteX17" fmla="*/ 35455 w 119998"/>
                <a:gd name="connsiteY17" fmla="*/ 121018 h 236079"/>
                <a:gd name="connsiteX18" fmla="*/ 35450 w 119998"/>
                <a:gd name="connsiteY18" fmla="*/ 135448 h 236079"/>
                <a:gd name="connsiteX19" fmla="*/ 35414 w 119998"/>
                <a:gd name="connsiteY19" fmla="*/ 206227 h 236079"/>
                <a:gd name="connsiteX20" fmla="*/ 127688 w 119998"/>
                <a:gd name="connsiteY20" fmla="*/ 206227 h 236079"/>
                <a:gd name="connsiteX21" fmla="*/ 127688 w 119998"/>
                <a:gd name="connsiteY21" fmla="*/ 236737 h 236079"/>
                <a:gd name="connsiteX22" fmla="*/ 119984 w 119998"/>
                <a:gd name="connsiteY22" fmla="*/ 237575 h 236079"/>
                <a:gd name="connsiteX23" fmla="*/ 117038 w 119998"/>
                <a:gd name="connsiteY23" fmla="*/ 237582 h 236079"/>
                <a:gd name="connsiteX24" fmla="*/ 113809 w 119998"/>
                <a:gd name="connsiteY24" fmla="*/ 237577 h 236079"/>
                <a:gd name="connsiteX25" fmla="*/ 110406 w 119998"/>
                <a:gd name="connsiteY25" fmla="*/ 237581 h 236079"/>
                <a:gd name="connsiteX26" fmla="*/ 101168 w 119998"/>
                <a:gd name="connsiteY26" fmla="*/ 237581 h 236079"/>
                <a:gd name="connsiteX27" fmla="*/ 91507 w 119998"/>
                <a:gd name="connsiteY27" fmla="*/ 237582 h 236079"/>
                <a:gd name="connsiteX28" fmla="*/ 75289 w 119998"/>
                <a:gd name="connsiteY28" fmla="*/ 237578 h 236079"/>
                <a:gd name="connsiteX29" fmla="*/ 56521 w 119998"/>
                <a:gd name="connsiteY29" fmla="*/ 237579 h 236079"/>
                <a:gd name="connsiteX30" fmla="*/ 40419 w 119998"/>
                <a:gd name="connsiteY30" fmla="*/ 237581 h 236079"/>
                <a:gd name="connsiteX31" fmla="*/ 30797 w 119998"/>
                <a:gd name="connsiteY31" fmla="*/ 237582 h 236079"/>
                <a:gd name="connsiteX32" fmla="*/ 21756 w 119998"/>
                <a:gd name="connsiteY32" fmla="*/ 237579 h 236079"/>
                <a:gd name="connsiteX33" fmla="*/ 18431 w 119998"/>
                <a:gd name="connsiteY33" fmla="*/ 237580 h 236079"/>
                <a:gd name="connsiteX34" fmla="*/ 13907 w 119998"/>
                <a:gd name="connsiteY34" fmla="*/ 237575 h 236079"/>
                <a:gd name="connsiteX35" fmla="*/ 11346 w 119998"/>
                <a:gd name="connsiteY35" fmla="*/ 237575 h 236079"/>
                <a:gd name="connsiteX36" fmla="*/ 7881 w 119998"/>
                <a:gd name="connsiteY36" fmla="*/ 236737 h 236079"/>
                <a:gd name="connsiteX37" fmla="*/ 7698 w 119998"/>
                <a:gd name="connsiteY37" fmla="*/ 232973 h 236079"/>
                <a:gd name="connsiteX38" fmla="*/ 7689 w 119998"/>
                <a:gd name="connsiteY38" fmla="*/ 230486 h 236079"/>
                <a:gd name="connsiteX39" fmla="*/ 7702 w 119998"/>
                <a:gd name="connsiteY39" fmla="*/ 227720 h 236079"/>
                <a:gd name="connsiteX40" fmla="*/ 7698 w 119998"/>
                <a:gd name="connsiteY40" fmla="*/ 224808 h 236079"/>
                <a:gd name="connsiteX41" fmla="*/ 7708 w 119998"/>
                <a:gd name="connsiteY41" fmla="*/ 216770 h 236079"/>
                <a:gd name="connsiteX42" fmla="*/ 7711 w 119998"/>
                <a:gd name="connsiteY42" fmla="*/ 208116 h 236079"/>
                <a:gd name="connsiteX43" fmla="*/ 7724 w 119998"/>
                <a:gd name="connsiteY43" fmla="*/ 193110 h 236079"/>
                <a:gd name="connsiteX44" fmla="*/ 7742 w 119998"/>
                <a:gd name="connsiteY44" fmla="*/ 171413 h 236079"/>
                <a:gd name="connsiteX45" fmla="*/ 7769 w 119998"/>
                <a:gd name="connsiteY45" fmla="*/ 136214 h 236079"/>
                <a:gd name="connsiteX46" fmla="*/ 7799 w 119998"/>
                <a:gd name="connsiteY46" fmla="*/ 102014 h 236079"/>
                <a:gd name="connsiteX47" fmla="*/ 7801 w 119998"/>
                <a:gd name="connsiteY47" fmla="*/ 99886 h 236079"/>
                <a:gd name="connsiteX48" fmla="*/ 7806 w 119998"/>
                <a:gd name="connsiteY48" fmla="*/ 89318 h 236079"/>
                <a:gd name="connsiteX49" fmla="*/ 7881 w 119998"/>
                <a:gd name="connsiteY49" fmla="*/ 1588 h 23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9998" h="236079">
                  <a:moveTo>
                    <a:pt x="7881" y="1588"/>
                  </a:moveTo>
                  <a:cubicBezTo>
                    <a:pt x="11683" y="1570"/>
                    <a:pt x="15484" y="1556"/>
                    <a:pt x="19286" y="1547"/>
                  </a:cubicBezTo>
                  <a:cubicBezTo>
                    <a:pt x="20580" y="1544"/>
                    <a:pt x="21874" y="1539"/>
                    <a:pt x="23169" y="1532"/>
                  </a:cubicBezTo>
                  <a:cubicBezTo>
                    <a:pt x="25025" y="1523"/>
                    <a:pt x="26881" y="1519"/>
                    <a:pt x="28737" y="1516"/>
                  </a:cubicBezTo>
                  <a:cubicBezTo>
                    <a:pt x="29320" y="1512"/>
                    <a:pt x="29902" y="1508"/>
                    <a:pt x="30501" y="1504"/>
                  </a:cubicBezTo>
                  <a:cubicBezTo>
                    <a:pt x="31891" y="1504"/>
                    <a:pt x="33281" y="1542"/>
                    <a:pt x="34670" y="1588"/>
                  </a:cubicBezTo>
                  <a:cubicBezTo>
                    <a:pt x="35414" y="2332"/>
                    <a:pt x="35414" y="2332"/>
                    <a:pt x="35507" y="3732"/>
                  </a:cubicBezTo>
                  <a:cubicBezTo>
                    <a:pt x="35506" y="4351"/>
                    <a:pt x="35506" y="4970"/>
                    <a:pt x="35506" y="5608"/>
                  </a:cubicBezTo>
                  <a:cubicBezTo>
                    <a:pt x="35507" y="6320"/>
                    <a:pt x="35509" y="7032"/>
                    <a:pt x="35510" y="7765"/>
                  </a:cubicBezTo>
                  <a:cubicBezTo>
                    <a:pt x="35507" y="8952"/>
                    <a:pt x="35507" y="8952"/>
                    <a:pt x="35504" y="10163"/>
                  </a:cubicBezTo>
                  <a:cubicBezTo>
                    <a:pt x="35504" y="10996"/>
                    <a:pt x="35505" y="11829"/>
                    <a:pt x="35506" y="12688"/>
                  </a:cubicBezTo>
                  <a:cubicBezTo>
                    <a:pt x="35507" y="15503"/>
                    <a:pt x="35503" y="18318"/>
                    <a:pt x="35499" y="21134"/>
                  </a:cubicBezTo>
                  <a:cubicBezTo>
                    <a:pt x="35498" y="23143"/>
                    <a:pt x="35499" y="25152"/>
                    <a:pt x="35499" y="27160"/>
                  </a:cubicBezTo>
                  <a:cubicBezTo>
                    <a:pt x="35500" y="31498"/>
                    <a:pt x="35497" y="35835"/>
                    <a:pt x="35493" y="40172"/>
                  </a:cubicBezTo>
                  <a:cubicBezTo>
                    <a:pt x="35487" y="46442"/>
                    <a:pt x="35485" y="52713"/>
                    <a:pt x="35484" y="58984"/>
                  </a:cubicBezTo>
                  <a:cubicBezTo>
                    <a:pt x="35482" y="69156"/>
                    <a:pt x="35477" y="79329"/>
                    <a:pt x="35470" y="89502"/>
                  </a:cubicBezTo>
                  <a:cubicBezTo>
                    <a:pt x="35464" y="99386"/>
                    <a:pt x="35458" y="109270"/>
                    <a:pt x="35455" y="119155"/>
                  </a:cubicBezTo>
                  <a:cubicBezTo>
                    <a:pt x="35455" y="119770"/>
                    <a:pt x="35455" y="120385"/>
                    <a:pt x="35455" y="121018"/>
                  </a:cubicBezTo>
                  <a:cubicBezTo>
                    <a:pt x="35453" y="125828"/>
                    <a:pt x="35452" y="130638"/>
                    <a:pt x="35450" y="135448"/>
                  </a:cubicBezTo>
                  <a:cubicBezTo>
                    <a:pt x="35443" y="159041"/>
                    <a:pt x="35428" y="182634"/>
                    <a:pt x="35414" y="206227"/>
                  </a:cubicBezTo>
                  <a:cubicBezTo>
                    <a:pt x="65865" y="206227"/>
                    <a:pt x="96315" y="206227"/>
                    <a:pt x="127688" y="206227"/>
                  </a:cubicBezTo>
                  <a:cubicBezTo>
                    <a:pt x="127688" y="216295"/>
                    <a:pt x="127688" y="226363"/>
                    <a:pt x="127688" y="236737"/>
                  </a:cubicBezTo>
                  <a:cubicBezTo>
                    <a:pt x="124916" y="237430"/>
                    <a:pt x="122819" y="237574"/>
                    <a:pt x="119984" y="237575"/>
                  </a:cubicBezTo>
                  <a:cubicBezTo>
                    <a:pt x="118526" y="237579"/>
                    <a:pt x="118526" y="237579"/>
                    <a:pt x="117038" y="237582"/>
                  </a:cubicBezTo>
                  <a:cubicBezTo>
                    <a:pt x="115961" y="237580"/>
                    <a:pt x="114885" y="237579"/>
                    <a:pt x="113809" y="237577"/>
                  </a:cubicBezTo>
                  <a:cubicBezTo>
                    <a:pt x="112674" y="237578"/>
                    <a:pt x="111540" y="237579"/>
                    <a:pt x="110406" y="237581"/>
                  </a:cubicBezTo>
                  <a:cubicBezTo>
                    <a:pt x="107326" y="237584"/>
                    <a:pt x="104247" y="237583"/>
                    <a:pt x="101168" y="237581"/>
                  </a:cubicBezTo>
                  <a:cubicBezTo>
                    <a:pt x="97947" y="237579"/>
                    <a:pt x="94727" y="237581"/>
                    <a:pt x="91507" y="237582"/>
                  </a:cubicBezTo>
                  <a:cubicBezTo>
                    <a:pt x="86101" y="237583"/>
                    <a:pt x="80695" y="237581"/>
                    <a:pt x="75289" y="237578"/>
                  </a:cubicBezTo>
                  <a:cubicBezTo>
                    <a:pt x="69033" y="237574"/>
                    <a:pt x="62777" y="237575"/>
                    <a:pt x="56521" y="237579"/>
                  </a:cubicBezTo>
                  <a:cubicBezTo>
                    <a:pt x="51154" y="237583"/>
                    <a:pt x="45786" y="237583"/>
                    <a:pt x="40419" y="237581"/>
                  </a:cubicBezTo>
                  <a:cubicBezTo>
                    <a:pt x="37212" y="237580"/>
                    <a:pt x="34004" y="237580"/>
                    <a:pt x="30797" y="237582"/>
                  </a:cubicBezTo>
                  <a:cubicBezTo>
                    <a:pt x="27783" y="237584"/>
                    <a:pt x="24769" y="237583"/>
                    <a:pt x="21756" y="237579"/>
                  </a:cubicBezTo>
                  <a:cubicBezTo>
                    <a:pt x="20648" y="237578"/>
                    <a:pt x="19540" y="237578"/>
                    <a:pt x="18431" y="237580"/>
                  </a:cubicBezTo>
                  <a:cubicBezTo>
                    <a:pt x="16923" y="237582"/>
                    <a:pt x="15415" y="237579"/>
                    <a:pt x="13907" y="237575"/>
                  </a:cubicBezTo>
                  <a:cubicBezTo>
                    <a:pt x="13062" y="237575"/>
                    <a:pt x="12216" y="237575"/>
                    <a:pt x="11346" y="237575"/>
                  </a:cubicBezTo>
                  <a:cubicBezTo>
                    <a:pt x="9369" y="237481"/>
                    <a:pt x="9369" y="237481"/>
                    <a:pt x="7881" y="236737"/>
                  </a:cubicBezTo>
                  <a:cubicBezTo>
                    <a:pt x="7696" y="235137"/>
                    <a:pt x="7696" y="235137"/>
                    <a:pt x="7698" y="232973"/>
                  </a:cubicBezTo>
                  <a:cubicBezTo>
                    <a:pt x="7695" y="232152"/>
                    <a:pt x="7692" y="231332"/>
                    <a:pt x="7689" y="230486"/>
                  </a:cubicBezTo>
                  <a:cubicBezTo>
                    <a:pt x="7693" y="229573"/>
                    <a:pt x="7698" y="228661"/>
                    <a:pt x="7702" y="227720"/>
                  </a:cubicBezTo>
                  <a:cubicBezTo>
                    <a:pt x="7701" y="226759"/>
                    <a:pt x="7700" y="225798"/>
                    <a:pt x="7698" y="224808"/>
                  </a:cubicBezTo>
                  <a:cubicBezTo>
                    <a:pt x="7695" y="222129"/>
                    <a:pt x="7701" y="219450"/>
                    <a:pt x="7708" y="216770"/>
                  </a:cubicBezTo>
                  <a:cubicBezTo>
                    <a:pt x="7715" y="213885"/>
                    <a:pt x="7713" y="211001"/>
                    <a:pt x="7711" y="208116"/>
                  </a:cubicBezTo>
                  <a:cubicBezTo>
                    <a:pt x="7711" y="203114"/>
                    <a:pt x="7715" y="198112"/>
                    <a:pt x="7724" y="193110"/>
                  </a:cubicBezTo>
                  <a:cubicBezTo>
                    <a:pt x="7736" y="185877"/>
                    <a:pt x="7740" y="178645"/>
                    <a:pt x="7742" y="171413"/>
                  </a:cubicBezTo>
                  <a:cubicBezTo>
                    <a:pt x="7745" y="159680"/>
                    <a:pt x="7755" y="147947"/>
                    <a:pt x="7769" y="136214"/>
                  </a:cubicBezTo>
                  <a:cubicBezTo>
                    <a:pt x="7782" y="124814"/>
                    <a:pt x="7793" y="113414"/>
                    <a:pt x="7799" y="102014"/>
                  </a:cubicBezTo>
                  <a:cubicBezTo>
                    <a:pt x="7800" y="100960"/>
                    <a:pt x="7800" y="100960"/>
                    <a:pt x="7801" y="99886"/>
                  </a:cubicBezTo>
                  <a:cubicBezTo>
                    <a:pt x="7802" y="96363"/>
                    <a:pt x="7804" y="92841"/>
                    <a:pt x="7806" y="89318"/>
                  </a:cubicBezTo>
                  <a:cubicBezTo>
                    <a:pt x="7822" y="60075"/>
                    <a:pt x="7848" y="30832"/>
                    <a:pt x="7881" y="1588"/>
                  </a:cubicBezTo>
                  <a:close/>
                </a:path>
              </a:pathLst>
            </a:custGeom>
            <a:grpFill/>
            <a:ln w="744" cap="flat">
              <a:noFill/>
              <a:prstDash val="solid"/>
              <a:miter/>
            </a:ln>
          </p:spPr>
          <p:txBody>
            <a:bodyPr rtlCol="0" anchor="ctr"/>
            <a:lstStyle/>
            <a:p>
              <a:endParaRPr lang="zh-CN" altLang="en-US"/>
            </a:p>
          </p:txBody>
        </p:sp>
        <p:sp>
          <p:nvSpPr>
            <p:cNvPr id="151" name="任意多边形: 形状 150"/>
            <p:cNvSpPr/>
            <p:nvPr/>
          </p:nvSpPr>
          <p:spPr>
            <a:xfrm>
              <a:off x="6232837" y="1392936"/>
              <a:ext cx="119998" cy="235994"/>
            </a:xfrm>
            <a:custGeom>
              <a:avLst/>
              <a:gdLst>
                <a:gd name="connsiteX0" fmla="*/ 9027 w 119998"/>
                <a:gd name="connsiteY0" fmla="*/ 1504 h 235994"/>
                <a:gd name="connsiteX1" fmla="*/ 35816 w 119998"/>
                <a:gd name="connsiteY1" fmla="*/ 1504 h 235994"/>
                <a:gd name="connsiteX2" fmla="*/ 36560 w 119998"/>
                <a:gd name="connsiteY2" fmla="*/ 206143 h 235994"/>
                <a:gd name="connsiteX3" fmla="*/ 128834 w 119998"/>
                <a:gd name="connsiteY3" fmla="*/ 206143 h 235994"/>
                <a:gd name="connsiteX4" fmla="*/ 128834 w 119998"/>
                <a:gd name="connsiteY4" fmla="*/ 236652 h 235994"/>
                <a:gd name="connsiteX5" fmla="*/ 121130 w 119998"/>
                <a:gd name="connsiteY5" fmla="*/ 237491 h 235994"/>
                <a:gd name="connsiteX6" fmla="*/ 118184 w 119998"/>
                <a:gd name="connsiteY6" fmla="*/ 237497 h 235994"/>
                <a:gd name="connsiteX7" fmla="*/ 114955 w 119998"/>
                <a:gd name="connsiteY7" fmla="*/ 237493 h 235994"/>
                <a:gd name="connsiteX8" fmla="*/ 111552 w 119998"/>
                <a:gd name="connsiteY8" fmla="*/ 237497 h 235994"/>
                <a:gd name="connsiteX9" fmla="*/ 102314 w 119998"/>
                <a:gd name="connsiteY9" fmla="*/ 237497 h 235994"/>
                <a:gd name="connsiteX10" fmla="*/ 92653 w 119998"/>
                <a:gd name="connsiteY10" fmla="*/ 237498 h 235994"/>
                <a:gd name="connsiteX11" fmla="*/ 76435 w 119998"/>
                <a:gd name="connsiteY11" fmla="*/ 237494 h 235994"/>
                <a:gd name="connsiteX12" fmla="*/ 57667 w 119998"/>
                <a:gd name="connsiteY12" fmla="*/ 237495 h 235994"/>
                <a:gd name="connsiteX13" fmla="*/ 41565 w 119998"/>
                <a:gd name="connsiteY13" fmla="*/ 237497 h 235994"/>
                <a:gd name="connsiteX14" fmla="*/ 31943 w 119998"/>
                <a:gd name="connsiteY14" fmla="*/ 237498 h 235994"/>
                <a:gd name="connsiteX15" fmla="*/ 22902 w 119998"/>
                <a:gd name="connsiteY15" fmla="*/ 237494 h 235994"/>
                <a:gd name="connsiteX16" fmla="*/ 19577 w 119998"/>
                <a:gd name="connsiteY16" fmla="*/ 237495 h 235994"/>
                <a:gd name="connsiteX17" fmla="*/ 15053 w 119998"/>
                <a:gd name="connsiteY17" fmla="*/ 237491 h 235994"/>
                <a:gd name="connsiteX18" fmla="*/ 12492 w 119998"/>
                <a:gd name="connsiteY18" fmla="*/ 237490 h 235994"/>
                <a:gd name="connsiteX19" fmla="*/ 9027 w 119998"/>
                <a:gd name="connsiteY19" fmla="*/ 236652 h 235994"/>
                <a:gd name="connsiteX20" fmla="*/ 8844 w 119998"/>
                <a:gd name="connsiteY20" fmla="*/ 232888 h 235994"/>
                <a:gd name="connsiteX21" fmla="*/ 8835 w 119998"/>
                <a:gd name="connsiteY21" fmla="*/ 230402 h 235994"/>
                <a:gd name="connsiteX22" fmla="*/ 8848 w 119998"/>
                <a:gd name="connsiteY22" fmla="*/ 227636 h 235994"/>
                <a:gd name="connsiteX23" fmla="*/ 8844 w 119998"/>
                <a:gd name="connsiteY23" fmla="*/ 224724 h 235994"/>
                <a:gd name="connsiteX24" fmla="*/ 8854 w 119998"/>
                <a:gd name="connsiteY24" fmla="*/ 216686 h 235994"/>
                <a:gd name="connsiteX25" fmla="*/ 8857 w 119998"/>
                <a:gd name="connsiteY25" fmla="*/ 208032 h 235994"/>
                <a:gd name="connsiteX26" fmla="*/ 8870 w 119998"/>
                <a:gd name="connsiteY26" fmla="*/ 193025 h 235994"/>
                <a:gd name="connsiteX27" fmla="*/ 8888 w 119998"/>
                <a:gd name="connsiteY27" fmla="*/ 171328 h 235994"/>
                <a:gd name="connsiteX28" fmla="*/ 8915 w 119998"/>
                <a:gd name="connsiteY28" fmla="*/ 136130 h 235994"/>
                <a:gd name="connsiteX29" fmla="*/ 8945 w 119998"/>
                <a:gd name="connsiteY29" fmla="*/ 101929 h 235994"/>
                <a:gd name="connsiteX30" fmla="*/ 8947 w 119998"/>
                <a:gd name="connsiteY30" fmla="*/ 99802 h 235994"/>
                <a:gd name="connsiteX31" fmla="*/ 8952 w 119998"/>
                <a:gd name="connsiteY31" fmla="*/ 89234 h 235994"/>
                <a:gd name="connsiteX32" fmla="*/ 9027 w 119998"/>
                <a:gd name="connsiteY32" fmla="*/ 1504 h 23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9998" h="235994">
                  <a:moveTo>
                    <a:pt x="9027" y="1504"/>
                  </a:moveTo>
                  <a:cubicBezTo>
                    <a:pt x="17868" y="1504"/>
                    <a:pt x="26708" y="1504"/>
                    <a:pt x="35816" y="1504"/>
                  </a:cubicBezTo>
                  <a:cubicBezTo>
                    <a:pt x="36062" y="69035"/>
                    <a:pt x="36307" y="136566"/>
                    <a:pt x="36560" y="206143"/>
                  </a:cubicBezTo>
                  <a:cubicBezTo>
                    <a:pt x="67011" y="206143"/>
                    <a:pt x="97461" y="206143"/>
                    <a:pt x="128834" y="206143"/>
                  </a:cubicBezTo>
                  <a:cubicBezTo>
                    <a:pt x="128834" y="216211"/>
                    <a:pt x="128834" y="226279"/>
                    <a:pt x="128834" y="236652"/>
                  </a:cubicBezTo>
                  <a:cubicBezTo>
                    <a:pt x="126062" y="237345"/>
                    <a:pt x="123965" y="237490"/>
                    <a:pt x="121130" y="237491"/>
                  </a:cubicBezTo>
                  <a:cubicBezTo>
                    <a:pt x="119672" y="237494"/>
                    <a:pt x="119672" y="237494"/>
                    <a:pt x="118184" y="237497"/>
                  </a:cubicBezTo>
                  <a:cubicBezTo>
                    <a:pt x="117107" y="237496"/>
                    <a:pt x="116031" y="237494"/>
                    <a:pt x="114955" y="237493"/>
                  </a:cubicBezTo>
                  <a:cubicBezTo>
                    <a:pt x="113820" y="237494"/>
                    <a:pt x="112686" y="237495"/>
                    <a:pt x="111552" y="237497"/>
                  </a:cubicBezTo>
                  <a:cubicBezTo>
                    <a:pt x="108472" y="237500"/>
                    <a:pt x="105393" y="237499"/>
                    <a:pt x="102314" y="237497"/>
                  </a:cubicBezTo>
                  <a:cubicBezTo>
                    <a:pt x="99093" y="237495"/>
                    <a:pt x="95873" y="237496"/>
                    <a:pt x="92653" y="237498"/>
                  </a:cubicBezTo>
                  <a:cubicBezTo>
                    <a:pt x="87247" y="237499"/>
                    <a:pt x="81841" y="237497"/>
                    <a:pt x="76435" y="237494"/>
                  </a:cubicBezTo>
                  <a:cubicBezTo>
                    <a:pt x="70179" y="237490"/>
                    <a:pt x="63923" y="237491"/>
                    <a:pt x="57667" y="237495"/>
                  </a:cubicBezTo>
                  <a:cubicBezTo>
                    <a:pt x="52300" y="237498"/>
                    <a:pt x="46932" y="237499"/>
                    <a:pt x="41565" y="237497"/>
                  </a:cubicBezTo>
                  <a:cubicBezTo>
                    <a:pt x="38358" y="237496"/>
                    <a:pt x="35150" y="237496"/>
                    <a:pt x="31943" y="237498"/>
                  </a:cubicBezTo>
                  <a:cubicBezTo>
                    <a:pt x="28929" y="237500"/>
                    <a:pt x="25915" y="237499"/>
                    <a:pt x="22902" y="237494"/>
                  </a:cubicBezTo>
                  <a:cubicBezTo>
                    <a:pt x="21794" y="237493"/>
                    <a:pt x="20686" y="237494"/>
                    <a:pt x="19577" y="237495"/>
                  </a:cubicBezTo>
                  <a:cubicBezTo>
                    <a:pt x="18069" y="237497"/>
                    <a:pt x="16561" y="237494"/>
                    <a:pt x="15053" y="237491"/>
                  </a:cubicBezTo>
                  <a:cubicBezTo>
                    <a:pt x="14208" y="237491"/>
                    <a:pt x="13362" y="237490"/>
                    <a:pt x="12492" y="237490"/>
                  </a:cubicBezTo>
                  <a:cubicBezTo>
                    <a:pt x="10515" y="237397"/>
                    <a:pt x="10515" y="237397"/>
                    <a:pt x="9027" y="236652"/>
                  </a:cubicBezTo>
                  <a:cubicBezTo>
                    <a:pt x="8842" y="235052"/>
                    <a:pt x="8842" y="235052"/>
                    <a:pt x="8844" y="232888"/>
                  </a:cubicBezTo>
                  <a:cubicBezTo>
                    <a:pt x="8841" y="232068"/>
                    <a:pt x="8838" y="231247"/>
                    <a:pt x="8835" y="230402"/>
                  </a:cubicBezTo>
                  <a:cubicBezTo>
                    <a:pt x="8839" y="229489"/>
                    <a:pt x="8844" y="228576"/>
                    <a:pt x="8848" y="227636"/>
                  </a:cubicBezTo>
                  <a:cubicBezTo>
                    <a:pt x="8847" y="226675"/>
                    <a:pt x="8846" y="225714"/>
                    <a:pt x="8844" y="224724"/>
                  </a:cubicBezTo>
                  <a:cubicBezTo>
                    <a:pt x="8841" y="222045"/>
                    <a:pt x="8847" y="219365"/>
                    <a:pt x="8854" y="216686"/>
                  </a:cubicBezTo>
                  <a:cubicBezTo>
                    <a:pt x="8861" y="213801"/>
                    <a:pt x="8859" y="210916"/>
                    <a:pt x="8857" y="208032"/>
                  </a:cubicBezTo>
                  <a:cubicBezTo>
                    <a:pt x="8857" y="203029"/>
                    <a:pt x="8861" y="198027"/>
                    <a:pt x="8870" y="193025"/>
                  </a:cubicBezTo>
                  <a:cubicBezTo>
                    <a:pt x="8882" y="185793"/>
                    <a:pt x="8886" y="178561"/>
                    <a:pt x="8888" y="171328"/>
                  </a:cubicBezTo>
                  <a:cubicBezTo>
                    <a:pt x="8891" y="159595"/>
                    <a:pt x="8901" y="147863"/>
                    <a:pt x="8915" y="136130"/>
                  </a:cubicBezTo>
                  <a:cubicBezTo>
                    <a:pt x="8928" y="124730"/>
                    <a:pt x="8939" y="113330"/>
                    <a:pt x="8945" y="101929"/>
                  </a:cubicBezTo>
                  <a:cubicBezTo>
                    <a:pt x="8946" y="100876"/>
                    <a:pt x="8946" y="100876"/>
                    <a:pt x="8947" y="99802"/>
                  </a:cubicBezTo>
                  <a:cubicBezTo>
                    <a:pt x="8948" y="96279"/>
                    <a:pt x="8950" y="92756"/>
                    <a:pt x="8952" y="89234"/>
                  </a:cubicBezTo>
                  <a:cubicBezTo>
                    <a:pt x="8968" y="59991"/>
                    <a:pt x="8994" y="30747"/>
                    <a:pt x="9027" y="1504"/>
                  </a:cubicBezTo>
                  <a:close/>
                </a:path>
              </a:pathLst>
            </a:custGeom>
            <a:grpFill/>
            <a:ln w="744" cap="flat">
              <a:noFill/>
              <a:prstDash val="solid"/>
              <a:miter/>
            </a:ln>
          </p:spPr>
          <p:txBody>
            <a:bodyPr rtlCol="0" anchor="ctr"/>
            <a:lstStyle/>
            <a:p>
              <a:endParaRPr lang="zh-CN" altLang="en-US"/>
            </a:p>
          </p:txBody>
        </p:sp>
        <p:sp>
          <p:nvSpPr>
            <p:cNvPr id="152" name="任意多边形: 形状 151"/>
            <p:cNvSpPr/>
            <p:nvPr/>
          </p:nvSpPr>
          <p:spPr>
            <a:xfrm>
              <a:off x="6978405" y="1392598"/>
              <a:ext cx="66554" cy="301308"/>
            </a:xfrm>
            <a:custGeom>
              <a:avLst/>
              <a:gdLst>
                <a:gd name="connsiteX0" fmla="*/ 57628 w 66554"/>
                <a:gd name="connsiteY0" fmla="*/ 1504 h 301308"/>
                <a:gd name="connsiteX1" fmla="*/ 60250 w 66554"/>
                <a:gd name="connsiteY1" fmla="*/ 1551 h 301308"/>
                <a:gd name="connsiteX2" fmla="*/ 63084 w 66554"/>
                <a:gd name="connsiteY2" fmla="*/ 1580 h 301308"/>
                <a:gd name="connsiteX3" fmla="*/ 66057 w 66554"/>
                <a:gd name="connsiteY3" fmla="*/ 1655 h 301308"/>
                <a:gd name="connsiteX4" fmla="*/ 69048 w 66554"/>
                <a:gd name="connsiteY4" fmla="*/ 1696 h 301308"/>
                <a:gd name="connsiteX5" fmla="*/ 76382 w 66554"/>
                <a:gd name="connsiteY5" fmla="*/ 1841 h 301308"/>
                <a:gd name="connsiteX6" fmla="*/ 76429 w 66554"/>
                <a:gd name="connsiteY6" fmla="*/ 5051 h 301308"/>
                <a:gd name="connsiteX7" fmla="*/ 76455 w 66554"/>
                <a:gd name="connsiteY7" fmla="*/ 6856 h 301308"/>
                <a:gd name="connsiteX8" fmla="*/ 74522 w 66554"/>
                <a:gd name="connsiteY8" fmla="*/ 11841 h 301308"/>
                <a:gd name="connsiteX9" fmla="*/ 72662 w 66554"/>
                <a:gd name="connsiteY9" fmla="*/ 15980 h 301308"/>
                <a:gd name="connsiteX10" fmla="*/ 71173 w 66554"/>
                <a:gd name="connsiteY10" fmla="*/ 16724 h 301308"/>
                <a:gd name="connsiteX11" fmla="*/ 70429 w 66554"/>
                <a:gd name="connsiteY11" fmla="*/ 21933 h 301308"/>
                <a:gd name="connsiteX12" fmla="*/ 68197 w 66554"/>
                <a:gd name="connsiteY12" fmla="*/ 21933 h 301308"/>
                <a:gd name="connsiteX13" fmla="*/ 67918 w 66554"/>
                <a:gd name="connsiteY13" fmla="*/ 24863 h 301308"/>
                <a:gd name="connsiteX14" fmla="*/ 67453 w 66554"/>
                <a:gd name="connsiteY14" fmla="*/ 27886 h 301308"/>
                <a:gd name="connsiteX15" fmla="*/ 65964 w 66554"/>
                <a:gd name="connsiteY15" fmla="*/ 28631 h 301308"/>
                <a:gd name="connsiteX16" fmla="*/ 65549 w 66554"/>
                <a:gd name="connsiteY16" fmla="*/ 33235 h 301308"/>
                <a:gd name="connsiteX17" fmla="*/ 65220 w 66554"/>
                <a:gd name="connsiteY17" fmla="*/ 34584 h 301308"/>
                <a:gd name="connsiteX18" fmla="*/ 62988 w 66554"/>
                <a:gd name="connsiteY18" fmla="*/ 35328 h 301308"/>
                <a:gd name="connsiteX19" fmla="*/ 62476 w 66554"/>
                <a:gd name="connsiteY19" fmla="*/ 38351 h 301308"/>
                <a:gd name="connsiteX20" fmla="*/ 62244 w 66554"/>
                <a:gd name="connsiteY20" fmla="*/ 41281 h 301308"/>
                <a:gd name="connsiteX21" fmla="*/ 60755 w 66554"/>
                <a:gd name="connsiteY21" fmla="*/ 41281 h 301308"/>
                <a:gd name="connsiteX22" fmla="*/ 60011 w 66554"/>
                <a:gd name="connsiteY22" fmla="*/ 44583 h 301308"/>
                <a:gd name="connsiteX23" fmla="*/ 59267 w 66554"/>
                <a:gd name="connsiteY23" fmla="*/ 47978 h 301308"/>
                <a:gd name="connsiteX24" fmla="*/ 57779 w 66554"/>
                <a:gd name="connsiteY24" fmla="*/ 48722 h 301308"/>
                <a:gd name="connsiteX25" fmla="*/ 57363 w 66554"/>
                <a:gd name="connsiteY25" fmla="*/ 53327 h 301308"/>
                <a:gd name="connsiteX26" fmla="*/ 57035 w 66554"/>
                <a:gd name="connsiteY26" fmla="*/ 54675 h 301308"/>
                <a:gd name="connsiteX27" fmla="*/ 54802 w 66554"/>
                <a:gd name="connsiteY27" fmla="*/ 55420 h 301308"/>
                <a:gd name="connsiteX28" fmla="*/ 54291 w 66554"/>
                <a:gd name="connsiteY28" fmla="*/ 59187 h 301308"/>
                <a:gd name="connsiteX29" fmla="*/ 54142 w 66554"/>
                <a:gd name="connsiteY29" fmla="*/ 61259 h 301308"/>
                <a:gd name="connsiteX30" fmla="*/ 54058 w 66554"/>
                <a:gd name="connsiteY30" fmla="*/ 62861 h 301308"/>
                <a:gd name="connsiteX31" fmla="*/ 51826 w 66554"/>
                <a:gd name="connsiteY31" fmla="*/ 62861 h 301308"/>
                <a:gd name="connsiteX32" fmla="*/ 51715 w 66554"/>
                <a:gd name="connsiteY32" fmla="*/ 64951 h 301308"/>
                <a:gd name="connsiteX33" fmla="*/ 51547 w 66554"/>
                <a:gd name="connsiteY33" fmla="*/ 67651 h 301308"/>
                <a:gd name="connsiteX34" fmla="*/ 51390 w 66554"/>
                <a:gd name="connsiteY34" fmla="*/ 70346 h 301308"/>
                <a:gd name="connsiteX35" fmla="*/ 51082 w 66554"/>
                <a:gd name="connsiteY35" fmla="*/ 72535 h 301308"/>
                <a:gd name="connsiteX36" fmla="*/ 49593 w 66554"/>
                <a:gd name="connsiteY36" fmla="*/ 73279 h 301308"/>
                <a:gd name="connsiteX37" fmla="*/ 49128 w 66554"/>
                <a:gd name="connsiteY37" fmla="*/ 78162 h 301308"/>
                <a:gd name="connsiteX38" fmla="*/ 48960 w 66554"/>
                <a:gd name="connsiteY38" fmla="*/ 80863 h 301308"/>
                <a:gd name="connsiteX39" fmla="*/ 48849 w 66554"/>
                <a:gd name="connsiteY39" fmla="*/ 82953 h 301308"/>
                <a:gd name="connsiteX40" fmla="*/ 46617 w 66554"/>
                <a:gd name="connsiteY40" fmla="*/ 82953 h 301308"/>
                <a:gd name="connsiteX41" fmla="*/ 46506 w 66554"/>
                <a:gd name="connsiteY41" fmla="*/ 85857 h 301308"/>
                <a:gd name="connsiteX42" fmla="*/ 46338 w 66554"/>
                <a:gd name="connsiteY42" fmla="*/ 89604 h 301308"/>
                <a:gd name="connsiteX43" fmla="*/ 46268 w 66554"/>
                <a:gd name="connsiteY43" fmla="*/ 91521 h 301308"/>
                <a:gd name="connsiteX44" fmla="*/ 46181 w 66554"/>
                <a:gd name="connsiteY44" fmla="*/ 93345 h 301308"/>
                <a:gd name="connsiteX45" fmla="*/ 46110 w 66554"/>
                <a:gd name="connsiteY45" fmla="*/ 95033 h 301308"/>
                <a:gd name="connsiteX46" fmla="*/ 45873 w 66554"/>
                <a:gd name="connsiteY46" fmla="*/ 96347 h 301308"/>
                <a:gd name="connsiteX47" fmla="*/ 44384 w 66554"/>
                <a:gd name="connsiteY47" fmla="*/ 97091 h 301308"/>
                <a:gd name="connsiteX48" fmla="*/ 43457 w 66554"/>
                <a:gd name="connsiteY48" fmla="*/ 103588 h 301308"/>
                <a:gd name="connsiteX49" fmla="*/ 43383 w 66554"/>
                <a:gd name="connsiteY49" fmla="*/ 105584 h 301308"/>
                <a:gd name="connsiteX50" fmla="*/ 43255 w 66554"/>
                <a:gd name="connsiteY50" fmla="*/ 109740 h 301308"/>
                <a:gd name="connsiteX51" fmla="*/ 43178 w 66554"/>
                <a:gd name="connsiteY51" fmla="*/ 111727 h 301308"/>
                <a:gd name="connsiteX52" fmla="*/ 43121 w 66554"/>
                <a:gd name="connsiteY52" fmla="*/ 113547 h 301308"/>
                <a:gd name="connsiteX53" fmla="*/ 42896 w 66554"/>
                <a:gd name="connsiteY53" fmla="*/ 114951 h 301308"/>
                <a:gd name="connsiteX54" fmla="*/ 41408 w 66554"/>
                <a:gd name="connsiteY54" fmla="*/ 115695 h 301308"/>
                <a:gd name="connsiteX55" fmla="*/ 41170 w 66554"/>
                <a:gd name="connsiteY55" fmla="*/ 122405 h 301308"/>
                <a:gd name="connsiteX56" fmla="*/ 41148 w 66554"/>
                <a:gd name="connsiteY56" fmla="*/ 124539 h 301308"/>
                <a:gd name="connsiteX57" fmla="*/ 41100 w 66554"/>
                <a:gd name="connsiteY57" fmla="*/ 131557 h 301308"/>
                <a:gd name="connsiteX58" fmla="*/ 41056 w 66554"/>
                <a:gd name="connsiteY58" fmla="*/ 136409 h 301308"/>
                <a:gd name="connsiteX59" fmla="*/ 40961 w 66554"/>
                <a:gd name="connsiteY59" fmla="*/ 149207 h 301308"/>
                <a:gd name="connsiteX60" fmla="*/ 40855 w 66554"/>
                <a:gd name="connsiteY60" fmla="*/ 162255 h 301308"/>
                <a:gd name="connsiteX61" fmla="*/ 40664 w 66554"/>
                <a:gd name="connsiteY61" fmla="*/ 187877 h 301308"/>
                <a:gd name="connsiteX62" fmla="*/ 42896 w 66554"/>
                <a:gd name="connsiteY62" fmla="*/ 187877 h 301308"/>
                <a:gd name="connsiteX63" fmla="*/ 42941 w 66554"/>
                <a:gd name="connsiteY63" fmla="*/ 189287 h 301308"/>
                <a:gd name="connsiteX64" fmla="*/ 43175 w 66554"/>
                <a:gd name="connsiteY64" fmla="*/ 195597 h 301308"/>
                <a:gd name="connsiteX65" fmla="*/ 43245 w 66554"/>
                <a:gd name="connsiteY65" fmla="*/ 197818 h 301308"/>
                <a:gd name="connsiteX66" fmla="*/ 43332 w 66554"/>
                <a:gd name="connsiteY66" fmla="*/ 199940 h 301308"/>
                <a:gd name="connsiteX67" fmla="*/ 43403 w 66554"/>
                <a:gd name="connsiteY67" fmla="*/ 201900 h 301308"/>
                <a:gd name="connsiteX68" fmla="*/ 45128 w 66554"/>
                <a:gd name="connsiteY68" fmla="*/ 204992 h 301308"/>
                <a:gd name="connsiteX69" fmla="*/ 45873 w 66554"/>
                <a:gd name="connsiteY69" fmla="*/ 204992 h 301308"/>
                <a:gd name="connsiteX70" fmla="*/ 46617 w 66554"/>
                <a:gd name="connsiteY70" fmla="*/ 219130 h 301308"/>
                <a:gd name="connsiteX71" fmla="*/ 48849 w 66554"/>
                <a:gd name="connsiteY71" fmla="*/ 219130 h 301308"/>
                <a:gd name="connsiteX72" fmla="*/ 48960 w 66554"/>
                <a:gd name="connsiteY72" fmla="*/ 221220 h 301308"/>
                <a:gd name="connsiteX73" fmla="*/ 49128 w 66554"/>
                <a:gd name="connsiteY73" fmla="*/ 223921 h 301308"/>
                <a:gd name="connsiteX74" fmla="*/ 49285 w 66554"/>
                <a:gd name="connsiteY74" fmla="*/ 226616 h 301308"/>
                <a:gd name="connsiteX75" fmla="*/ 49593 w 66554"/>
                <a:gd name="connsiteY75" fmla="*/ 228804 h 301308"/>
                <a:gd name="connsiteX76" fmla="*/ 51082 w 66554"/>
                <a:gd name="connsiteY76" fmla="*/ 229548 h 301308"/>
                <a:gd name="connsiteX77" fmla="*/ 51497 w 66554"/>
                <a:gd name="connsiteY77" fmla="*/ 235824 h 301308"/>
                <a:gd name="connsiteX78" fmla="*/ 51826 w 66554"/>
                <a:gd name="connsiteY78" fmla="*/ 237734 h 301308"/>
                <a:gd name="connsiteX79" fmla="*/ 54058 w 66554"/>
                <a:gd name="connsiteY79" fmla="*/ 239222 h 301308"/>
                <a:gd name="connsiteX80" fmla="*/ 54500 w 66554"/>
                <a:gd name="connsiteY80" fmla="*/ 245597 h 301308"/>
                <a:gd name="connsiteX81" fmla="*/ 54802 w 66554"/>
                <a:gd name="connsiteY81" fmla="*/ 247408 h 301308"/>
                <a:gd name="connsiteX82" fmla="*/ 57035 w 66554"/>
                <a:gd name="connsiteY82" fmla="*/ 248152 h 301308"/>
                <a:gd name="connsiteX83" fmla="*/ 57174 w 66554"/>
                <a:gd name="connsiteY83" fmla="*/ 251919 h 301308"/>
                <a:gd name="connsiteX84" fmla="*/ 57113 w 66554"/>
                <a:gd name="connsiteY84" fmla="*/ 253992 h 301308"/>
                <a:gd name="connsiteX85" fmla="*/ 57035 w 66554"/>
                <a:gd name="connsiteY85" fmla="*/ 255593 h 301308"/>
                <a:gd name="connsiteX86" fmla="*/ 59267 w 66554"/>
                <a:gd name="connsiteY86" fmla="*/ 255593 h 301308"/>
                <a:gd name="connsiteX87" fmla="*/ 60011 w 66554"/>
                <a:gd name="connsiteY87" fmla="*/ 263035 h 301308"/>
                <a:gd name="connsiteX88" fmla="*/ 62244 w 66554"/>
                <a:gd name="connsiteY88" fmla="*/ 263035 h 301308"/>
                <a:gd name="connsiteX89" fmla="*/ 62607 w 66554"/>
                <a:gd name="connsiteY89" fmla="*/ 267613 h 301308"/>
                <a:gd name="connsiteX90" fmla="*/ 62988 w 66554"/>
                <a:gd name="connsiteY90" fmla="*/ 268988 h 301308"/>
                <a:gd name="connsiteX91" fmla="*/ 65220 w 66554"/>
                <a:gd name="connsiteY91" fmla="*/ 269732 h 301308"/>
                <a:gd name="connsiteX92" fmla="*/ 65639 w 66554"/>
                <a:gd name="connsiteY92" fmla="*/ 272709 h 301308"/>
                <a:gd name="connsiteX93" fmla="*/ 65964 w 66554"/>
                <a:gd name="connsiteY93" fmla="*/ 275685 h 301308"/>
                <a:gd name="connsiteX94" fmla="*/ 67453 w 66554"/>
                <a:gd name="connsiteY94" fmla="*/ 276429 h 301308"/>
                <a:gd name="connsiteX95" fmla="*/ 68941 w 66554"/>
                <a:gd name="connsiteY95" fmla="*/ 281638 h 301308"/>
                <a:gd name="connsiteX96" fmla="*/ 70429 w 66554"/>
                <a:gd name="connsiteY96" fmla="*/ 282382 h 301308"/>
                <a:gd name="connsiteX97" fmla="*/ 71173 w 66554"/>
                <a:gd name="connsiteY97" fmla="*/ 288336 h 301308"/>
                <a:gd name="connsiteX98" fmla="*/ 73406 w 66554"/>
                <a:gd name="connsiteY98" fmla="*/ 288336 h 301308"/>
                <a:gd name="connsiteX99" fmla="*/ 73685 w 66554"/>
                <a:gd name="connsiteY99" fmla="*/ 290521 h 301308"/>
                <a:gd name="connsiteX100" fmla="*/ 74150 w 66554"/>
                <a:gd name="connsiteY100" fmla="*/ 292800 h 301308"/>
                <a:gd name="connsiteX101" fmla="*/ 75638 w 66554"/>
                <a:gd name="connsiteY101" fmla="*/ 293545 h 301308"/>
                <a:gd name="connsiteX102" fmla="*/ 76429 w 66554"/>
                <a:gd name="connsiteY102" fmla="*/ 299265 h 301308"/>
                <a:gd name="connsiteX103" fmla="*/ 76408 w 66554"/>
                <a:gd name="connsiteY103" fmla="*/ 301088 h 301308"/>
                <a:gd name="connsiteX104" fmla="*/ 76382 w 66554"/>
                <a:gd name="connsiteY104" fmla="*/ 302474 h 301308"/>
                <a:gd name="connsiteX105" fmla="*/ 66476 w 66554"/>
                <a:gd name="connsiteY105" fmla="*/ 302660 h 301308"/>
                <a:gd name="connsiteX106" fmla="*/ 63629 w 66554"/>
                <a:gd name="connsiteY106" fmla="*/ 302736 h 301308"/>
                <a:gd name="connsiteX107" fmla="*/ 60904 w 66554"/>
                <a:gd name="connsiteY107" fmla="*/ 302765 h 301308"/>
                <a:gd name="connsiteX108" fmla="*/ 58388 w 66554"/>
                <a:gd name="connsiteY108" fmla="*/ 302812 h 301308"/>
                <a:gd name="connsiteX109" fmla="*/ 54912 w 66554"/>
                <a:gd name="connsiteY109" fmla="*/ 301093 h 301308"/>
                <a:gd name="connsiteX110" fmla="*/ 53314 w 66554"/>
                <a:gd name="connsiteY110" fmla="*/ 295777 h 301308"/>
                <a:gd name="connsiteX111" fmla="*/ 51826 w 66554"/>
                <a:gd name="connsiteY111" fmla="*/ 295033 h 301308"/>
                <a:gd name="connsiteX112" fmla="*/ 51500 w 66554"/>
                <a:gd name="connsiteY112" fmla="*/ 293591 h 301308"/>
                <a:gd name="connsiteX113" fmla="*/ 48849 w 66554"/>
                <a:gd name="connsiteY113" fmla="*/ 290568 h 301308"/>
                <a:gd name="connsiteX114" fmla="*/ 47361 w 66554"/>
                <a:gd name="connsiteY114" fmla="*/ 286847 h 301308"/>
                <a:gd name="connsiteX115" fmla="*/ 45873 w 66554"/>
                <a:gd name="connsiteY115" fmla="*/ 286847 h 301308"/>
                <a:gd name="connsiteX116" fmla="*/ 45873 w 66554"/>
                <a:gd name="connsiteY116" fmla="*/ 280894 h 301308"/>
                <a:gd name="connsiteX117" fmla="*/ 43640 w 66554"/>
                <a:gd name="connsiteY117" fmla="*/ 280894 h 301308"/>
                <a:gd name="connsiteX118" fmla="*/ 42152 w 66554"/>
                <a:gd name="connsiteY118" fmla="*/ 275685 h 301308"/>
                <a:gd name="connsiteX119" fmla="*/ 40664 w 66554"/>
                <a:gd name="connsiteY119" fmla="*/ 274941 h 301308"/>
                <a:gd name="connsiteX120" fmla="*/ 40338 w 66554"/>
                <a:gd name="connsiteY120" fmla="*/ 273081 h 301308"/>
                <a:gd name="connsiteX121" fmla="*/ 39919 w 66554"/>
                <a:gd name="connsiteY121" fmla="*/ 271220 h 301308"/>
                <a:gd name="connsiteX122" fmla="*/ 37687 w 66554"/>
                <a:gd name="connsiteY122" fmla="*/ 270476 h 301308"/>
                <a:gd name="connsiteX123" fmla="*/ 37547 w 66554"/>
                <a:gd name="connsiteY123" fmla="*/ 267081 h 301308"/>
                <a:gd name="connsiteX124" fmla="*/ 37608 w 66554"/>
                <a:gd name="connsiteY124" fmla="*/ 265218 h 301308"/>
                <a:gd name="connsiteX125" fmla="*/ 37687 w 66554"/>
                <a:gd name="connsiteY125" fmla="*/ 263779 h 301308"/>
                <a:gd name="connsiteX126" fmla="*/ 35455 w 66554"/>
                <a:gd name="connsiteY126" fmla="*/ 263779 h 301308"/>
                <a:gd name="connsiteX127" fmla="*/ 34664 w 66554"/>
                <a:gd name="connsiteY127" fmla="*/ 260849 h 301308"/>
                <a:gd name="connsiteX128" fmla="*/ 33966 w 66554"/>
                <a:gd name="connsiteY128" fmla="*/ 257826 h 301308"/>
                <a:gd name="connsiteX129" fmla="*/ 32478 w 66554"/>
                <a:gd name="connsiteY129" fmla="*/ 257082 h 301308"/>
                <a:gd name="connsiteX130" fmla="*/ 32013 w 66554"/>
                <a:gd name="connsiteY130" fmla="*/ 253687 h 301308"/>
                <a:gd name="connsiteX131" fmla="*/ 31844 w 66554"/>
                <a:gd name="connsiteY131" fmla="*/ 251823 h 301308"/>
                <a:gd name="connsiteX132" fmla="*/ 31734 w 66554"/>
                <a:gd name="connsiteY132" fmla="*/ 250384 h 301308"/>
                <a:gd name="connsiteX133" fmla="*/ 29501 w 66554"/>
                <a:gd name="connsiteY133" fmla="*/ 250384 h 301308"/>
                <a:gd name="connsiteX134" fmla="*/ 29417 w 66554"/>
                <a:gd name="connsiteY134" fmla="*/ 248972 h 301308"/>
                <a:gd name="connsiteX135" fmla="*/ 29269 w 66554"/>
                <a:gd name="connsiteY135" fmla="*/ 247129 h 301308"/>
                <a:gd name="connsiteX136" fmla="*/ 29138 w 66554"/>
                <a:gd name="connsiteY136" fmla="*/ 245297 h 301308"/>
                <a:gd name="connsiteX137" fmla="*/ 26525 w 66554"/>
                <a:gd name="connsiteY137" fmla="*/ 242199 h 301308"/>
                <a:gd name="connsiteX138" fmla="*/ 26525 w 66554"/>
                <a:gd name="connsiteY138" fmla="*/ 237734 h 301308"/>
                <a:gd name="connsiteX139" fmla="*/ 25458 w 66554"/>
                <a:gd name="connsiteY139" fmla="*/ 236717 h 301308"/>
                <a:gd name="connsiteX140" fmla="*/ 23502 w 66554"/>
                <a:gd name="connsiteY140" fmla="*/ 231641 h 301308"/>
                <a:gd name="connsiteX141" fmla="*/ 22804 w 66554"/>
                <a:gd name="connsiteY141" fmla="*/ 228060 h 301308"/>
                <a:gd name="connsiteX142" fmla="*/ 21316 w 66554"/>
                <a:gd name="connsiteY142" fmla="*/ 228060 h 301308"/>
                <a:gd name="connsiteX143" fmla="*/ 21232 w 66554"/>
                <a:gd name="connsiteY143" fmla="*/ 226159 h 301308"/>
                <a:gd name="connsiteX144" fmla="*/ 21083 w 66554"/>
                <a:gd name="connsiteY144" fmla="*/ 223688 h 301308"/>
                <a:gd name="connsiteX145" fmla="*/ 20953 w 66554"/>
                <a:gd name="connsiteY145" fmla="*/ 221229 h 301308"/>
                <a:gd name="connsiteX146" fmla="*/ 20572 w 66554"/>
                <a:gd name="connsiteY146" fmla="*/ 219130 h 301308"/>
                <a:gd name="connsiteX147" fmla="*/ 18339 w 66554"/>
                <a:gd name="connsiteY147" fmla="*/ 217642 h 301308"/>
                <a:gd name="connsiteX148" fmla="*/ 17921 w 66554"/>
                <a:gd name="connsiteY148" fmla="*/ 212015 h 301308"/>
                <a:gd name="connsiteX149" fmla="*/ 17595 w 66554"/>
                <a:gd name="connsiteY149" fmla="*/ 206480 h 301308"/>
                <a:gd name="connsiteX150" fmla="*/ 16107 w 66554"/>
                <a:gd name="connsiteY150" fmla="*/ 205736 h 301308"/>
                <a:gd name="connsiteX151" fmla="*/ 15799 w 66554"/>
                <a:gd name="connsiteY151" fmla="*/ 202570 h 301308"/>
                <a:gd name="connsiteX152" fmla="*/ 15712 w 66554"/>
                <a:gd name="connsiteY152" fmla="*/ 200645 h 301308"/>
                <a:gd name="connsiteX153" fmla="*/ 15642 w 66554"/>
                <a:gd name="connsiteY153" fmla="*/ 198620 h 301308"/>
                <a:gd name="connsiteX154" fmla="*/ 15555 w 66554"/>
                <a:gd name="connsiteY154" fmla="*/ 196587 h 301308"/>
                <a:gd name="connsiteX155" fmla="*/ 15363 w 66554"/>
                <a:gd name="connsiteY155" fmla="*/ 191597 h 301308"/>
                <a:gd name="connsiteX156" fmla="*/ 13130 w 66554"/>
                <a:gd name="connsiteY156" fmla="*/ 192341 h 301308"/>
                <a:gd name="connsiteX157" fmla="*/ 12386 w 66554"/>
                <a:gd name="connsiteY157" fmla="*/ 166297 h 301308"/>
                <a:gd name="connsiteX158" fmla="*/ 10154 w 66554"/>
                <a:gd name="connsiteY158" fmla="*/ 166297 h 301308"/>
                <a:gd name="connsiteX159" fmla="*/ 10031 w 66554"/>
                <a:gd name="connsiteY159" fmla="*/ 154297 h 301308"/>
                <a:gd name="connsiteX160" fmla="*/ 9985 w 66554"/>
                <a:gd name="connsiteY160" fmla="*/ 150213 h 301308"/>
                <a:gd name="connsiteX161" fmla="*/ 9936 w 66554"/>
                <a:gd name="connsiteY161" fmla="*/ 144350 h 301308"/>
                <a:gd name="connsiteX162" fmla="*/ 9901 w 66554"/>
                <a:gd name="connsiteY162" fmla="*/ 142499 h 301308"/>
                <a:gd name="connsiteX163" fmla="*/ 10154 w 66554"/>
                <a:gd name="connsiteY163" fmla="*/ 138019 h 301308"/>
                <a:gd name="connsiteX164" fmla="*/ 12386 w 66554"/>
                <a:gd name="connsiteY164" fmla="*/ 136531 h 301308"/>
                <a:gd name="connsiteX165" fmla="*/ 12767 w 66554"/>
                <a:gd name="connsiteY165" fmla="*/ 130851 h 301308"/>
                <a:gd name="connsiteX166" fmla="*/ 12807 w 66554"/>
                <a:gd name="connsiteY166" fmla="*/ 129156 h 301308"/>
                <a:gd name="connsiteX167" fmla="*/ 12898 w 66554"/>
                <a:gd name="connsiteY167" fmla="*/ 123787 h 301308"/>
                <a:gd name="connsiteX168" fmla="*/ 12975 w 66554"/>
                <a:gd name="connsiteY168" fmla="*/ 120151 h 301308"/>
                <a:gd name="connsiteX169" fmla="*/ 13130 w 66554"/>
                <a:gd name="connsiteY169" fmla="*/ 111230 h 301308"/>
                <a:gd name="connsiteX170" fmla="*/ 15363 w 66554"/>
                <a:gd name="connsiteY170" fmla="*/ 111974 h 301308"/>
                <a:gd name="connsiteX171" fmla="*/ 16107 w 66554"/>
                <a:gd name="connsiteY171" fmla="*/ 95603 h 301308"/>
                <a:gd name="connsiteX172" fmla="*/ 17595 w 66554"/>
                <a:gd name="connsiteY172" fmla="*/ 95603 h 301308"/>
                <a:gd name="connsiteX173" fmla="*/ 18246 w 66554"/>
                <a:gd name="connsiteY173" fmla="*/ 88766 h 301308"/>
                <a:gd name="connsiteX174" fmla="*/ 18339 w 66554"/>
                <a:gd name="connsiteY174" fmla="*/ 85929 h 301308"/>
                <a:gd name="connsiteX175" fmla="*/ 20572 w 66554"/>
                <a:gd name="connsiteY175" fmla="*/ 84441 h 301308"/>
                <a:gd name="connsiteX176" fmla="*/ 21083 w 66554"/>
                <a:gd name="connsiteY176" fmla="*/ 79883 h 301308"/>
                <a:gd name="connsiteX177" fmla="*/ 21232 w 66554"/>
                <a:gd name="connsiteY177" fmla="*/ 77412 h 301308"/>
                <a:gd name="connsiteX178" fmla="*/ 21316 w 66554"/>
                <a:gd name="connsiteY178" fmla="*/ 75511 h 301308"/>
                <a:gd name="connsiteX179" fmla="*/ 23548 w 66554"/>
                <a:gd name="connsiteY179" fmla="*/ 75511 h 301308"/>
                <a:gd name="connsiteX180" fmla="*/ 23633 w 66554"/>
                <a:gd name="connsiteY180" fmla="*/ 73747 h 301308"/>
                <a:gd name="connsiteX181" fmla="*/ 23781 w 66554"/>
                <a:gd name="connsiteY181" fmla="*/ 71465 h 301308"/>
                <a:gd name="connsiteX182" fmla="*/ 23912 w 66554"/>
                <a:gd name="connsiteY182" fmla="*/ 69189 h 301308"/>
                <a:gd name="connsiteX183" fmla="*/ 24292 w 66554"/>
                <a:gd name="connsiteY183" fmla="*/ 67326 h 301308"/>
                <a:gd name="connsiteX184" fmla="*/ 26525 w 66554"/>
                <a:gd name="connsiteY184" fmla="*/ 66582 h 301308"/>
                <a:gd name="connsiteX185" fmla="*/ 26313 w 66554"/>
                <a:gd name="connsiteY185" fmla="*/ 61977 h 301308"/>
                <a:gd name="connsiteX186" fmla="*/ 26525 w 66554"/>
                <a:gd name="connsiteY186" fmla="*/ 60629 h 301308"/>
                <a:gd name="connsiteX187" fmla="*/ 28013 w 66554"/>
                <a:gd name="connsiteY187" fmla="*/ 60280 h 301308"/>
                <a:gd name="connsiteX188" fmla="*/ 29501 w 66554"/>
                <a:gd name="connsiteY188" fmla="*/ 59884 h 301308"/>
                <a:gd name="connsiteX189" fmla="*/ 29548 w 66554"/>
                <a:gd name="connsiteY189" fmla="*/ 56536 h 301308"/>
                <a:gd name="connsiteX190" fmla="*/ 29501 w 66554"/>
                <a:gd name="connsiteY190" fmla="*/ 53187 h 301308"/>
                <a:gd name="connsiteX191" fmla="*/ 31734 w 66554"/>
                <a:gd name="connsiteY191" fmla="*/ 52443 h 301308"/>
                <a:gd name="connsiteX192" fmla="*/ 32245 w 66554"/>
                <a:gd name="connsiteY192" fmla="*/ 49420 h 301308"/>
                <a:gd name="connsiteX193" fmla="*/ 32478 w 66554"/>
                <a:gd name="connsiteY193" fmla="*/ 46490 h 301308"/>
                <a:gd name="connsiteX194" fmla="*/ 34710 w 66554"/>
                <a:gd name="connsiteY194" fmla="*/ 46490 h 301308"/>
                <a:gd name="connsiteX195" fmla="*/ 34571 w 66554"/>
                <a:gd name="connsiteY195" fmla="*/ 44397 h 301308"/>
                <a:gd name="connsiteX196" fmla="*/ 35780 w 66554"/>
                <a:gd name="connsiteY196" fmla="*/ 41002 h 301308"/>
                <a:gd name="connsiteX197" fmla="*/ 37315 w 66554"/>
                <a:gd name="connsiteY197" fmla="*/ 36723 h 301308"/>
                <a:gd name="connsiteX198" fmla="*/ 37687 w 66554"/>
                <a:gd name="connsiteY198" fmla="*/ 33840 h 301308"/>
                <a:gd name="connsiteX199" fmla="*/ 39919 w 66554"/>
                <a:gd name="connsiteY199" fmla="*/ 33095 h 301308"/>
                <a:gd name="connsiteX200" fmla="*/ 40664 w 66554"/>
                <a:gd name="connsiteY200" fmla="*/ 28631 h 301308"/>
                <a:gd name="connsiteX201" fmla="*/ 42152 w 66554"/>
                <a:gd name="connsiteY201" fmla="*/ 27886 h 301308"/>
                <a:gd name="connsiteX202" fmla="*/ 42896 w 66554"/>
                <a:gd name="connsiteY202" fmla="*/ 25654 h 301308"/>
                <a:gd name="connsiteX203" fmla="*/ 45128 w 66554"/>
                <a:gd name="connsiteY203" fmla="*/ 22677 h 301308"/>
                <a:gd name="connsiteX204" fmla="*/ 45873 w 66554"/>
                <a:gd name="connsiteY204" fmla="*/ 18213 h 301308"/>
                <a:gd name="connsiteX205" fmla="*/ 48105 w 66554"/>
                <a:gd name="connsiteY205" fmla="*/ 18213 h 301308"/>
                <a:gd name="connsiteX206" fmla="*/ 48849 w 66554"/>
                <a:gd name="connsiteY206" fmla="*/ 13004 h 301308"/>
                <a:gd name="connsiteX207" fmla="*/ 51082 w 66554"/>
                <a:gd name="connsiteY207" fmla="*/ 13004 h 301308"/>
                <a:gd name="connsiteX208" fmla="*/ 51826 w 66554"/>
                <a:gd name="connsiteY208" fmla="*/ 8539 h 301308"/>
                <a:gd name="connsiteX209" fmla="*/ 54058 w 66554"/>
                <a:gd name="connsiteY209" fmla="*/ 8539 h 301308"/>
                <a:gd name="connsiteX210" fmla="*/ 53965 w 66554"/>
                <a:gd name="connsiteY210" fmla="*/ 6864 h 301308"/>
                <a:gd name="connsiteX211" fmla="*/ 57628 w 66554"/>
                <a:gd name="connsiteY211" fmla="*/ 1504 h 3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66554" h="301308">
                  <a:moveTo>
                    <a:pt x="57628" y="1504"/>
                  </a:moveTo>
                  <a:cubicBezTo>
                    <a:pt x="58493" y="1519"/>
                    <a:pt x="59358" y="1535"/>
                    <a:pt x="60250" y="1551"/>
                  </a:cubicBezTo>
                  <a:cubicBezTo>
                    <a:pt x="61652" y="1565"/>
                    <a:pt x="61652" y="1565"/>
                    <a:pt x="63084" y="1580"/>
                  </a:cubicBezTo>
                  <a:cubicBezTo>
                    <a:pt x="64065" y="1605"/>
                    <a:pt x="65046" y="1630"/>
                    <a:pt x="66057" y="1655"/>
                  </a:cubicBezTo>
                  <a:cubicBezTo>
                    <a:pt x="67054" y="1670"/>
                    <a:pt x="68051" y="1684"/>
                    <a:pt x="69048" y="1696"/>
                  </a:cubicBezTo>
                  <a:cubicBezTo>
                    <a:pt x="71494" y="1731"/>
                    <a:pt x="73938" y="1780"/>
                    <a:pt x="76382" y="1841"/>
                  </a:cubicBezTo>
                  <a:cubicBezTo>
                    <a:pt x="76402" y="2911"/>
                    <a:pt x="76417" y="3981"/>
                    <a:pt x="76429" y="5051"/>
                  </a:cubicBezTo>
                  <a:cubicBezTo>
                    <a:pt x="76437" y="5646"/>
                    <a:pt x="76446" y="6242"/>
                    <a:pt x="76455" y="6856"/>
                  </a:cubicBezTo>
                  <a:cubicBezTo>
                    <a:pt x="76363" y="8977"/>
                    <a:pt x="76082" y="10346"/>
                    <a:pt x="74522" y="11841"/>
                  </a:cubicBezTo>
                  <a:cubicBezTo>
                    <a:pt x="73216" y="13201"/>
                    <a:pt x="73082" y="14180"/>
                    <a:pt x="72662" y="15980"/>
                  </a:cubicBezTo>
                  <a:cubicBezTo>
                    <a:pt x="72170" y="16226"/>
                    <a:pt x="71679" y="16471"/>
                    <a:pt x="71173" y="16724"/>
                  </a:cubicBezTo>
                  <a:cubicBezTo>
                    <a:pt x="70870" y="18452"/>
                    <a:pt x="70619" y="20190"/>
                    <a:pt x="70429" y="21933"/>
                  </a:cubicBezTo>
                  <a:cubicBezTo>
                    <a:pt x="69692" y="21933"/>
                    <a:pt x="68956" y="21933"/>
                    <a:pt x="68197" y="21933"/>
                  </a:cubicBezTo>
                  <a:cubicBezTo>
                    <a:pt x="68059" y="23384"/>
                    <a:pt x="68059" y="23384"/>
                    <a:pt x="67918" y="24863"/>
                  </a:cubicBezTo>
                  <a:cubicBezTo>
                    <a:pt x="67761" y="26511"/>
                    <a:pt x="67761" y="26511"/>
                    <a:pt x="67453" y="27886"/>
                  </a:cubicBezTo>
                  <a:cubicBezTo>
                    <a:pt x="66716" y="28255"/>
                    <a:pt x="66716" y="28255"/>
                    <a:pt x="65964" y="28631"/>
                  </a:cubicBezTo>
                  <a:cubicBezTo>
                    <a:pt x="65703" y="30167"/>
                    <a:pt x="65635" y="31679"/>
                    <a:pt x="65549" y="33235"/>
                  </a:cubicBezTo>
                  <a:cubicBezTo>
                    <a:pt x="65386" y="33903"/>
                    <a:pt x="65386" y="33903"/>
                    <a:pt x="65220" y="34584"/>
                  </a:cubicBezTo>
                  <a:cubicBezTo>
                    <a:pt x="64115" y="34952"/>
                    <a:pt x="64115" y="34952"/>
                    <a:pt x="62988" y="35328"/>
                  </a:cubicBezTo>
                  <a:cubicBezTo>
                    <a:pt x="62552" y="36731"/>
                    <a:pt x="62552" y="36731"/>
                    <a:pt x="62476" y="38351"/>
                  </a:cubicBezTo>
                  <a:cubicBezTo>
                    <a:pt x="62399" y="39318"/>
                    <a:pt x="62323" y="40285"/>
                    <a:pt x="62244" y="41281"/>
                  </a:cubicBezTo>
                  <a:cubicBezTo>
                    <a:pt x="61752" y="41281"/>
                    <a:pt x="61261" y="41281"/>
                    <a:pt x="60755" y="41281"/>
                  </a:cubicBezTo>
                  <a:cubicBezTo>
                    <a:pt x="60292" y="42776"/>
                    <a:pt x="60292" y="42776"/>
                    <a:pt x="60011" y="44583"/>
                  </a:cubicBezTo>
                  <a:cubicBezTo>
                    <a:pt x="59686" y="46440"/>
                    <a:pt x="59686" y="46440"/>
                    <a:pt x="59267" y="47978"/>
                  </a:cubicBezTo>
                  <a:cubicBezTo>
                    <a:pt x="58530" y="48347"/>
                    <a:pt x="58530" y="48347"/>
                    <a:pt x="57779" y="48722"/>
                  </a:cubicBezTo>
                  <a:cubicBezTo>
                    <a:pt x="57517" y="50259"/>
                    <a:pt x="57449" y="51771"/>
                    <a:pt x="57363" y="53327"/>
                  </a:cubicBezTo>
                  <a:cubicBezTo>
                    <a:pt x="57255" y="53772"/>
                    <a:pt x="57146" y="54217"/>
                    <a:pt x="57035" y="54675"/>
                  </a:cubicBezTo>
                  <a:cubicBezTo>
                    <a:pt x="56298" y="54921"/>
                    <a:pt x="55561" y="55167"/>
                    <a:pt x="54802" y="55420"/>
                  </a:cubicBezTo>
                  <a:cubicBezTo>
                    <a:pt x="54364" y="57167"/>
                    <a:pt x="54364" y="57167"/>
                    <a:pt x="54291" y="59187"/>
                  </a:cubicBezTo>
                  <a:cubicBezTo>
                    <a:pt x="54242" y="59871"/>
                    <a:pt x="54193" y="60555"/>
                    <a:pt x="54142" y="61259"/>
                  </a:cubicBezTo>
                  <a:cubicBezTo>
                    <a:pt x="54115" y="61788"/>
                    <a:pt x="54087" y="62316"/>
                    <a:pt x="54058" y="62861"/>
                  </a:cubicBezTo>
                  <a:cubicBezTo>
                    <a:pt x="53321" y="62861"/>
                    <a:pt x="52585" y="62861"/>
                    <a:pt x="51826" y="62861"/>
                  </a:cubicBezTo>
                  <a:cubicBezTo>
                    <a:pt x="51789" y="63551"/>
                    <a:pt x="51753" y="64240"/>
                    <a:pt x="51715" y="64951"/>
                  </a:cubicBezTo>
                  <a:cubicBezTo>
                    <a:pt x="51660" y="65842"/>
                    <a:pt x="51604" y="66733"/>
                    <a:pt x="51547" y="67651"/>
                  </a:cubicBezTo>
                  <a:cubicBezTo>
                    <a:pt x="51495" y="68541"/>
                    <a:pt x="51443" y="69430"/>
                    <a:pt x="51390" y="70346"/>
                  </a:cubicBezTo>
                  <a:cubicBezTo>
                    <a:pt x="51288" y="71068"/>
                    <a:pt x="51186" y="71791"/>
                    <a:pt x="51082" y="72535"/>
                  </a:cubicBezTo>
                  <a:cubicBezTo>
                    <a:pt x="50345" y="72903"/>
                    <a:pt x="50345" y="72903"/>
                    <a:pt x="49593" y="73279"/>
                  </a:cubicBezTo>
                  <a:cubicBezTo>
                    <a:pt x="49244" y="75545"/>
                    <a:pt x="49244" y="75545"/>
                    <a:pt x="49128" y="78162"/>
                  </a:cubicBezTo>
                  <a:cubicBezTo>
                    <a:pt x="49072" y="79054"/>
                    <a:pt x="49017" y="79945"/>
                    <a:pt x="48960" y="80863"/>
                  </a:cubicBezTo>
                  <a:cubicBezTo>
                    <a:pt x="48923" y="81552"/>
                    <a:pt x="48887" y="82242"/>
                    <a:pt x="48849" y="82953"/>
                  </a:cubicBezTo>
                  <a:cubicBezTo>
                    <a:pt x="48112" y="82953"/>
                    <a:pt x="47376" y="82953"/>
                    <a:pt x="46617" y="82953"/>
                  </a:cubicBezTo>
                  <a:cubicBezTo>
                    <a:pt x="46580" y="83911"/>
                    <a:pt x="46544" y="84869"/>
                    <a:pt x="46506" y="85857"/>
                  </a:cubicBezTo>
                  <a:cubicBezTo>
                    <a:pt x="46450" y="87106"/>
                    <a:pt x="46394" y="88355"/>
                    <a:pt x="46338" y="89604"/>
                  </a:cubicBezTo>
                  <a:cubicBezTo>
                    <a:pt x="46315" y="90236"/>
                    <a:pt x="46292" y="90869"/>
                    <a:pt x="46268" y="91521"/>
                  </a:cubicBezTo>
                  <a:cubicBezTo>
                    <a:pt x="46239" y="92122"/>
                    <a:pt x="46210" y="92724"/>
                    <a:pt x="46181" y="93345"/>
                  </a:cubicBezTo>
                  <a:cubicBezTo>
                    <a:pt x="46157" y="93902"/>
                    <a:pt x="46134" y="94459"/>
                    <a:pt x="46110" y="95033"/>
                  </a:cubicBezTo>
                  <a:cubicBezTo>
                    <a:pt x="46031" y="95467"/>
                    <a:pt x="45953" y="95901"/>
                    <a:pt x="45873" y="96347"/>
                  </a:cubicBezTo>
                  <a:cubicBezTo>
                    <a:pt x="45136" y="96716"/>
                    <a:pt x="45136" y="96716"/>
                    <a:pt x="44384" y="97091"/>
                  </a:cubicBezTo>
                  <a:cubicBezTo>
                    <a:pt x="43641" y="99246"/>
                    <a:pt x="43524" y="101322"/>
                    <a:pt x="43457" y="103588"/>
                  </a:cubicBezTo>
                  <a:cubicBezTo>
                    <a:pt x="43433" y="104247"/>
                    <a:pt x="43408" y="104905"/>
                    <a:pt x="43383" y="105584"/>
                  </a:cubicBezTo>
                  <a:cubicBezTo>
                    <a:pt x="43337" y="106969"/>
                    <a:pt x="43294" y="108355"/>
                    <a:pt x="43255" y="109740"/>
                  </a:cubicBezTo>
                  <a:cubicBezTo>
                    <a:pt x="43230" y="110396"/>
                    <a:pt x="43204" y="111052"/>
                    <a:pt x="43178" y="111727"/>
                  </a:cubicBezTo>
                  <a:cubicBezTo>
                    <a:pt x="43150" y="112628"/>
                    <a:pt x="43150" y="112628"/>
                    <a:pt x="43121" y="113547"/>
                  </a:cubicBezTo>
                  <a:cubicBezTo>
                    <a:pt x="43047" y="114011"/>
                    <a:pt x="42973" y="114474"/>
                    <a:pt x="42896" y="114951"/>
                  </a:cubicBezTo>
                  <a:cubicBezTo>
                    <a:pt x="42405" y="115196"/>
                    <a:pt x="41914" y="115442"/>
                    <a:pt x="41408" y="115695"/>
                  </a:cubicBezTo>
                  <a:cubicBezTo>
                    <a:pt x="41242" y="117953"/>
                    <a:pt x="41176" y="120145"/>
                    <a:pt x="41170" y="122405"/>
                  </a:cubicBezTo>
                  <a:cubicBezTo>
                    <a:pt x="41159" y="123462"/>
                    <a:pt x="41159" y="123462"/>
                    <a:pt x="41148" y="124539"/>
                  </a:cubicBezTo>
                  <a:cubicBezTo>
                    <a:pt x="41125" y="126879"/>
                    <a:pt x="41112" y="129218"/>
                    <a:pt x="41100" y="131557"/>
                  </a:cubicBezTo>
                  <a:cubicBezTo>
                    <a:pt x="41086" y="133175"/>
                    <a:pt x="41071" y="134792"/>
                    <a:pt x="41056" y="136409"/>
                  </a:cubicBezTo>
                  <a:cubicBezTo>
                    <a:pt x="41018" y="140675"/>
                    <a:pt x="40988" y="144941"/>
                    <a:pt x="40961" y="149207"/>
                  </a:cubicBezTo>
                  <a:cubicBezTo>
                    <a:pt x="40931" y="153556"/>
                    <a:pt x="40893" y="157905"/>
                    <a:pt x="40855" y="162255"/>
                  </a:cubicBezTo>
                  <a:cubicBezTo>
                    <a:pt x="40783" y="170795"/>
                    <a:pt x="40720" y="179336"/>
                    <a:pt x="40664" y="187877"/>
                  </a:cubicBezTo>
                  <a:cubicBezTo>
                    <a:pt x="41400" y="187877"/>
                    <a:pt x="42137" y="187877"/>
                    <a:pt x="42896" y="187877"/>
                  </a:cubicBezTo>
                  <a:cubicBezTo>
                    <a:pt x="42918" y="188575"/>
                    <a:pt x="42918" y="188575"/>
                    <a:pt x="42941" y="189287"/>
                  </a:cubicBezTo>
                  <a:cubicBezTo>
                    <a:pt x="43011" y="191391"/>
                    <a:pt x="43093" y="193494"/>
                    <a:pt x="43175" y="195597"/>
                  </a:cubicBezTo>
                  <a:cubicBezTo>
                    <a:pt x="43198" y="196330"/>
                    <a:pt x="43221" y="197063"/>
                    <a:pt x="43245" y="197818"/>
                  </a:cubicBezTo>
                  <a:cubicBezTo>
                    <a:pt x="43288" y="198868"/>
                    <a:pt x="43288" y="198868"/>
                    <a:pt x="43332" y="199940"/>
                  </a:cubicBezTo>
                  <a:cubicBezTo>
                    <a:pt x="43355" y="200587"/>
                    <a:pt x="43379" y="201234"/>
                    <a:pt x="43403" y="201900"/>
                  </a:cubicBezTo>
                  <a:cubicBezTo>
                    <a:pt x="43500" y="203660"/>
                    <a:pt x="43500" y="203660"/>
                    <a:pt x="45128" y="204992"/>
                  </a:cubicBezTo>
                  <a:cubicBezTo>
                    <a:pt x="45374" y="204992"/>
                    <a:pt x="45620" y="204992"/>
                    <a:pt x="45873" y="204992"/>
                  </a:cubicBezTo>
                  <a:cubicBezTo>
                    <a:pt x="46118" y="209658"/>
                    <a:pt x="46364" y="214323"/>
                    <a:pt x="46617" y="219130"/>
                  </a:cubicBezTo>
                  <a:cubicBezTo>
                    <a:pt x="47353" y="219130"/>
                    <a:pt x="48090" y="219130"/>
                    <a:pt x="48849" y="219130"/>
                  </a:cubicBezTo>
                  <a:cubicBezTo>
                    <a:pt x="48886" y="219820"/>
                    <a:pt x="48922" y="220510"/>
                    <a:pt x="48960" y="221220"/>
                  </a:cubicBezTo>
                  <a:cubicBezTo>
                    <a:pt x="49015" y="222112"/>
                    <a:pt x="49071" y="223003"/>
                    <a:pt x="49128" y="223921"/>
                  </a:cubicBezTo>
                  <a:cubicBezTo>
                    <a:pt x="49206" y="225255"/>
                    <a:pt x="49206" y="225255"/>
                    <a:pt x="49285" y="226616"/>
                  </a:cubicBezTo>
                  <a:cubicBezTo>
                    <a:pt x="49387" y="227338"/>
                    <a:pt x="49488" y="228060"/>
                    <a:pt x="49593" y="228804"/>
                  </a:cubicBezTo>
                  <a:cubicBezTo>
                    <a:pt x="50084" y="229050"/>
                    <a:pt x="50575" y="229295"/>
                    <a:pt x="51082" y="229548"/>
                  </a:cubicBezTo>
                  <a:cubicBezTo>
                    <a:pt x="51347" y="231641"/>
                    <a:pt x="51412" y="233717"/>
                    <a:pt x="51497" y="235824"/>
                  </a:cubicBezTo>
                  <a:cubicBezTo>
                    <a:pt x="51606" y="236454"/>
                    <a:pt x="51714" y="237085"/>
                    <a:pt x="51826" y="237734"/>
                  </a:cubicBezTo>
                  <a:cubicBezTo>
                    <a:pt x="52562" y="238225"/>
                    <a:pt x="53299" y="238716"/>
                    <a:pt x="54058" y="239222"/>
                  </a:cubicBezTo>
                  <a:cubicBezTo>
                    <a:pt x="54396" y="241358"/>
                    <a:pt x="54432" y="243437"/>
                    <a:pt x="54500" y="245597"/>
                  </a:cubicBezTo>
                  <a:cubicBezTo>
                    <a:pt x="54600" y="246195"/>
                    <a:pt x="54699" y="246792"/>
                    <a:pt x="54802" y="247408"/>
                  </a:cubicBezTo>
                  <a:cubicBezTo>
                    <a:pt x="55539" y="247653"/>
                    <a:pt x="56276" y="247899"/>
                    <a:pt x="57035" y="248152"/>
                  </a:cubicBezTo>
                  <a:cubicBezTo>
                    <a:pt x="57253" y="249852"/>
                    <a:pt x="57253" y="249852"/>
                    <a:pt x="57174" y="251919"/>
                  </a:cubicBezTo>
                  <a:cubicBezTo>
                    <a:pt x="57154" y="252603"/>
                    <a:pt x="57134" y="253287"/>
                    <a:pt x="57113" y="253992"/>
                  </a:cubicBezTo>
                  <a:cubicBezTo>
                    <a:pt x="57087" y="254520"/>
                    <a:pt x="57061" y="255049"/>
                    <a:pt x="57035" y="255593"/>
                  </a:cubicBezTo>
                  <a:cubicBezTo>
                    <a:pt x="57771" y="255593"/>
                    <a:pt x="58508" y="255593"/>
                    <a:pt x="59267" y="255593"/>
                  </a:cubicBezTo>
                  <a:cubicBezTo>
                    <a:pt x="59635" y="259277"/>
                    <a:pt x="59635" y="259277"/>
                    <a:pt x="60011" y="263035"/>
                  </a:cubicBezTo>
                  <a:cubicBezTo>
                    <a:pt x="60748" y="263035"/>
                    <a:pt x="61485" y="263035"/>
                    <a:pt x="62244" y="263035"/>
                  </a:cubicBezTo>
                  <a:cubicBezTo>
                    <a:pt x="62365" y="264561"/>
                    <a:pt x="62486" y="266087"/>
                    <a:pt x="62607" y="267613"/>
                  </a:cubicBezTo>
                  <a:cubicBezTo>
                    <a:pt x="62733" y="268067"/>
                    <a:pt x="62858" y="268520"/>
                    <a:pt x="62988" y="268988"/>
                  </a:cubicBezTo>
                  <a:cubicBezTo>
                    <a:pt x="63724" y="269233"/>
                    <a:pt x="64461" y="269479"/>
                    <a:pt x="65220" y="269732"/>
                  </a:cubicBezTo>
                  <a:cubicBezTo>
                    <a:pt x="65549" y="271081"/>
                    <a:pt x="65549" y="271081"/>
                    <a:pt x="65639" y="272709"/>
                  </a:cubicBezTo>
                  <a:cubicBezTo>
                    <a:pt x="65702" y="274296"/>
                    <a:pt x="65702" y="274296"/>
                    <a:pt x="65964" y="275685"/>
                  </a:cubicBezTo>
                  <a:cubicBezTo>
                    <a:pt x="66455" y="275931"/>
                    <a:pt x="66947" y="276176"/>
                    <a:pt x="67453" y="276429"/>
                  </a:cubicBezTo>
                  <a:cubicBezTo>
                    <a:pt x="67949" y="278166"/>
                    <a:pt x="68445" y="279902"/>
                    <a:pt x="68941" y="281638"/>
                  </a:cubicBezTo>
                  <a:cubicBezTo>
                    <a:pt x="69432" y="281884"/>
                    <a:pt x="69923" y="282129"/>
                    <a:pt x="70429" y="282382"/>
                  </a:cubicBezTo>
                  <a:cubicBezTo>
                    <a:pt x="70871" y="284353"/>
                    <a:pt x="70981" y="286320"/>
                    <a:pt x="71173" y="288336"/>
                  </a:cubicBezTo>
                  <a:cubicBezTo>
                    <a:pt x="71910" y="288336"/>
                    <a:pt x="72647" y="288336"/>
                    <a:pt x="73406" y="288336"/>
                  </a:cubicBezTo>
                  <a:cubicBezTo>
                    <a:pt x="73544" y="289418"/>
                    <a:pt x="73544" y="289418"/>
                    <a:pt x="73685" y="290521"/>
                  </a:cubicBezTo>
                  <a:cubicBezTo>
                    <a:pt x="73915" y="291650"/>
                    <a:pt x="73915" y="291650"/>
                    <a:pt x="74150" y="292800"/>
                  </a:cubicBezTo>
                  <a:cubicBezTo>
                    <a:pt x="74641" y="293046"/>
                    <a:pt x="75132" y="293292"/>
                    <a:pt x="75638" y="293545"/>
                  </a:cubicBezTo>
                  <a:cubicBezTo>
                    <a:pt x="76353" y="295689"/>
                    <a:pt x="76461" y="297041"/>
                    <a:pt x="76429" y="299265"/>
                  </a:cubicBezTo>
                  <a:cubicBezTo>
                    <a:pt x="76422" y="299867"/>
                    <a:pt x="76415" y="300468"/>
                    <a:pt x="76408" y="301088"/>
                  </a:cubicBezTo>
                  <a:cubicBezTo>
                    <a:pt x="76400" y="301545"/>
                    <a:pt x="76391" y="302003"/>
                    <a:pt x="76382" y="302474"/>
                  </a:cubicBezTo>
                  <a:cubicBezTo>
                    <a:pt x="73080" y="302560"/>
                    <a:pt x="69779" y="302613"/>
                    <a:pt x="66476" y="302660"/>
                  </a:cubicBezTo>
                  <a:cubicBezTo>
                    <a:pt x="65536" y="302685"/>
                    <a:pt x="64597" y="302710"/>
                    <a:pt x="63629" y="302736"/>
                  </a:cubicBezTo>
                  <a:cubicBezTo>
                    <a:pt x="62729" y="302745"/>
                    <a:pt x="61830" y="302755"/>
                    <a:pt x="60904" y="302765"/>
                  </a:cubicBezTo>
                  <a:cubicBezTo>
                    <a:pt x="60074" y="302780"/>
                    <a:pt x="59243" y="302796"/>
                    <a:pt x="58388" y="302812"/>
                  </a:cubicBezTo>
                  <a:cubicBezTo>
                    <a:pt x="56290" y="302474"/>
                    <a:pt x="56290" y="302474"/>
                    <a:pt x="54912" y="301093"/>
                  </a:cubicBezTo>
                  <a:cubicBezTo>
                    <a:pt x="53966" y="299326"/>
                    <a:pt x="53684" y="297734"/>
                    <a:pt x="53314" y="295777"/>
                  </a:cubicBezTo>
                  <a:cubicBezTo>
                    <a:pt x="52823" y="295531"/>
                    <a:pt x="52332" y="295286"/>
                    <a:pt x="51826" y="295033"/>
                  </a:cubicBezTo>
                  <a:cubicBezTo>
                    <a:pt x="51718" y="294557"/>
                    <a:pt x="51611" y="294081"/>
                    <a:pt x="51500" y="293591"/>
                  </a:cubicBezTo>
                  <a:cubicBezTo>
                    <a:pt x="51184" y="291772"/>
                    <a:pt x="51184" y="291772"/>
                    <a:pt x="48849" y="290568"/>
                  </a:cubicBezTo>
                  <a:cubicBezTo>
                    <a:pt x="48348" y="289330"/>
                    <a:pt x="47851" y="288090"/>
                    <a:pt x="47361" y="286847"/>
                  </a:cubicBezTo>
                  <a:cubicBezTo>
                    <a:pt x="46870" y="286847"/>
                    <a:pt x="46379" y="286847"/>
                    <a:pt x="45873" y="286847"/>
                  </a:cubicBezTo>
                  <a:cubicBezTo>
                    <a:pt x="45873" y="284883"/>
                    <a:pt x="45873" y="282918"/>
                    <a:pt x="45873" y="280894"/>
                  </a:cubicBezTo>
                  <a:cubicBezTo>
                    <a:pt x="45136" y="280894"/>
                    <a:pt x="44399" y="280894"/>
                    <a:pt x="43640" y="280894"/>
                  </a:cubicBezTo>
                  <a:cubicBezTo>
                    <a:pt x="43107" y="279169"/>
                    <a:pt x="42611" y="277432"/>
                    <a:pt x="42152" y="275685"/>
                  </a:cubicBezTo>
                  <a:cubicBezTo>
                    <a:pt x="41661" y="275440"/>
                    <a:pt x="41170" y="275194"/>
                    <a:pt x="40664" y="274941"/>
                  </a:cubicBezTo>
                  <a:cubicBezTo>
                    <a:pt x="40556" y="274327"/>
                    <a:pt x="40449" y="273713"/>
                    <a:pt x="40338" y="273081"/>
                  </a:cubicBezTo>
                  <a:cubicBezTo>
                    <a:pt x="40200" y="272467"/>
                    <a:pt x="40062" y="271853"/>
                    <a:pt x="39919" y="271220"/>
                  </a:cubicBezTo>
                  <a:cubicBezTo>
                    <a:pt x="39183" y="270975"/>
                    <a:pt x="38446" y="270729"/>
                    <a:pt x="37687" y="270476"/>
                  </a:cubicBezTo>
                  <a:cubicBezTo>
                    <a:pt x="37469" y="268939"/>
                    <a:pt x="37469" y="268939"/>
                    <a:pt x="37547" y="267081"/>
                  </a:cubicBezTo>
                  <a:cubicBezTo>
                    <a:pt x="37578" y="266159"/>
                    <a:pt x="37578" y="266159"/>
                    <a:pt x="37608" y="265218"/>
                  </a:cubicBezTo>
                  <a:cubicBezTo>
                    <a:pt x="37634" y="264743"/>
                    <a:pt x="37660" y="264268"/>
                    <a:pt x="37687" y="263779"/>
                  </a:cubicBezTo>
                  <a:cubicBezTo>
                    <a:pt x="36950" y="263779"/>
                    <a:pt x="36214" y="263779"/>
                    <a:pt x="35455" y="263779"/>
                  </a:cubicBezTo>
                  <a:cubicBezTo>
                    <a:pt x="34963" y="262503"/>
                    <a:pt x="34963" y="262503"/>
                    <a:pt x="34664" y="260849"/>
                  </a:cubicBezTo>
                  <a:cubicBezTo>
                    <a:pt x="34392" y="259235"/>
                    <a:pt x="34392" y="259235"/>
                    <a:pt x="33966" y="257826"/>
                  </a:cubicBezTo>
                  <a:cubicBezTo>
                    <a:pt x="33475" y="257580"/>
                    <a:pt x="32984" y="257335"/>
                    <a:pt x="32478" y="257082"/>
                  </a:cubicBezTo>
                  <a:cubicBezTo>
                    <a:pt x="32170" y="255544"/>
                    <a:pt x="32170" y="255544"/>
                    <a:pt x="32013" y="253687"/>
                  </a:cubicBezTo>
                  <a:cubicBezTo>
                    <a:pt x="31957" y="253072"/>
                    <a:pt x="31902" y="252457"/>
                    <a:pt x="31844" y="251823"/>
                  </a:cubicBezTo>
                  <a:cubicBezTo>
                    <a:pt x="31808" y="251348"/>
                    <a:pt x="31771" y="250874"/>
                    <a:pt x="31734" y="250384"/>
                  </a:cubicBezTo>
                  <a:cubicBezTo>
                    <a:pt x="30997" y="250384"/>
                    <a:pt x="30260" y="250384"/>
                    <a:pt x="29501" y="250384"/>
                  </a:cubicBezTo>
                  <a:cubicBezTo>
                    <a:pt x="29474" y="249918"/>
                    <a:pt x="29446" y="249452"/>
                    <a:pt x="29417" y="248972"/>
                  </a:cubicBezTo>
                  <a:cubicBezTo>
                    <a:pt x="29344" y="248059"/>
                    <a:pt x="29344" y="248059"/>
                    <a:pt x="29269" y="247129"/>
                  </a:cubicBezTo>
                  <a:cubicBezTo>
                    <a:pt x="29226" y="246524"/>
                    <a:pt x="29183" y="245920"/>
                    <a:pt x="29138" y="245297"/>
                  </a:cubicBezTo>
                  <a:cubicBezTo>
                    <a:pt x="28884" y="243405"/>
                    <a:pt x="28884" y="243405"/>
                    <a:pt x="26525" y="242199"/>
                  </a:cubicBezTo>
                  <a:cubicBezTo>
                    <a:pt x="26525" y="240711"/>
                    <a:pt x="26525" y="239222"/>
                    <a:pt x="26525" y="237734"/>
                  </a:cubicBezTo>
                  <a:cubicBezTo>
                    <a:pt x="26173" y="237398"/>
                    <a:pt x="25821" y="237063"/>
                    <a:pt x="25458" y="236717"/>
                  </a:cubicBezTo>
                  <a:cubicBezTo>
                    <a:pt x="23910" y="235103"/>
                    <a:pt x="23827" y="233831"/>
                    <a:pt x="23502" y="231641"/>
                  </a:cubicBezTo>
                  <a:cubicBezTo>
                    <a:pt x="23241" y="229678"/>
                    <a:pt x="23241" y="229678"/>
                    <a:pt x="22804" y="228060"/>
                  </a:cubicBezTo>
                  <a:cubicBezTo>
                    <a:pt x="22313" y="228060"/>
                    <a:pt x="21822" y="228060"/>
                    <a:pt x="21316" y="228060"/>
                  </a:cubicBezTo>
                  <a:cubicBezTo>
                    <a:pt x="21288" y="227433"/>
                    <a:pt x="21260" y="226805"/>
                    <a:pt x="21232" y="226159"/>
                  </a:cubicBezTo>
                  <a:cubicBezTo>
                    <a:pt x="21183" y="225344"/>
                    <a:pt x="21134" y="224528"/>
                    <a:pt x="21083" y="223688"/>
                  </a:cubicBezTo>
                  <a:cubicBezTo>
                    <a:pt x="21040" y="222877"/>
                    <a:pt x="20997" y="222065"/>
                    <a:pt x="20953" y="221229"/>
                  </a:cubicBezTo>
                  <a:cubicBezTo>
                    <a:pt x="20827" y="220537"/>
                    <a:pt x="20701" y="219844"/>
                    <a:pt x="20572" y="219130"/>
                  </a:cubicBezTo>
                  <a:cubicBezTo>
                    <a:pt x="19835" y="218639"/>
                    <a:pt x="19098" y="218148"/>
                    <a:pt x="18339" y="217642"/>
                  </a:cubicBezTo>
                  <a:cubicBezTo>
                    <a:pt x="18093" y="215720"/>
                    <a:pt x="17958" y="213941"/>
                    <a:pt x="17921" y="212015"/>
                  </a:cubicBezTo>
                  <a:cubicBezTo>
                    <a:pt x="17874" y="210150"/>
                    <a:pt x="17769" y="208341"/>
                    <a:pt x="17595" y="206480"/>
                  </a:cubicBezTo>
                  <a:cubicBezTo>
                    <a:pt x="17104" y="206235"/>
                    <a:pt x="16613" y="205989"/>
                    <a:pt x="16107" y="205736"/>
                  </a:cubicBezTo>
                  <a:cubicBezTo>
                    <a:pt x="15870" y="204354"/>
                    <a:pt x="15870" y="204354"/>
                    <a:pt x="15799" y="202570"/>
                  </a:cubicBezTo>
                  <a:cubicBezTo>
                    <a:pt x="15770" y="201935"/>
                    <a:pt x="15741" y="201299"/>
                    <a:pt x="15712" y="200645"/>
                  </a:cubicBezTo>
                  <a:cubicBezTo>
                    <a:pt x="15689" y="199977"/>
                    <a:pt x="15666" y="199308"/>
                    <a:pt x="15642" y="198620"/>
                  </a:cubicBezTo>
                  <a:cubicBezTo>
                    <a:pt x="15599" y="197614"/>
                    <a:pt x="15599" y="197614"/>
                    <a:pt x="15555" y="196587"/>
                  </a:cubicBezTo>
                  <a:cubicBezTo>
                    <a:pt x="15484" y="194924"/>
                    <a:pt x="15421" y="193261"/>
                    <a:pt x="15363" y="191597"/>
                  </a:cubicBezTo>
                  <a:cubicBezTo>
                    <a:pt x="14626" y="191843"/>
                    <a:pt x="13889" y="192088"/>
                    <a:pt x="13130" y="192341"/>
                  </a:cubicBezTo>
                  <a:cubicBezTo>
                    <a:pt x="12762" y="179449"/>
                    <a:pt x="12762" y="179449"/>
                    <a:pt x="12386" y="166297"/>
                  </a:cubicBezTo>
                  <a:cubicBezTo>
                    <a:pt x="11649" y="166297"/>
                    <a:pt x="10913" y="166297"/>
                    <a:pt x="10154" y="166297"/>
                  </a:cubicBezTo>
                  <a:cubicBezTo>
                    <a:pt x="10099" y="162297"/>
                    <a:pt x="10058" y="158297"/>
                    <a:pt x="10031" y="154297"/>
                  </a:cubicBezTo>
                  <a:cubicBezTo>
                    <a:pt x="10020" y="152935"/>
                    <a:pt x="10005" y="151574"/>
                    <a:pt x="9985" y="150213"/>
                  </a:cubicBezTo>
                  <a:cubicBezTo>
                    <a:pt x="9958" y="148259"/>
                    <a:pt x="9946" y="146305"/>
                    <a:pt x="9936" y="144350"/>
                  </a:cubicBezTo>
                  <a:cubicBezTo>
                    <a:pt x="9924" y="143739"/>
                    <a:pt x="9913" y="143128"/>
                    <a:pt x="9901" y="142499"/>
                  </a:cubicBezTo>
                  <a:cubicBezTo>
                    <a:pt x="9900" y="140784"/>
                    <a:pt x="9900" y="140784"/>
                    <a:pt x="10154" y="138019"/>
                  </a:cubicBezTo>
                  <a:cubicBezTo>
                    <a:pt x="11259" y="137282"/>
                    <a:pt x="11259" y="137282"/>
                    <a:pt x="12386" y="136531"/>
                  </a:cubicBezTo>
                  <a:cubicBezTo>
                    <a:pt x="12638" y="134584"/>
                    <a:pt x="12750" y="132803"/>
                    <a:pt x="12767" y="130851"/>
                  </a:cubicBezTo>
                  <a:cubicBezTo>
                    <a:pt x="12780" y="130292"/>
                    <a:pt x="12794" y="129732"/>
                    <a:pt x="12807" y="129156"/>
                  </a:cubicBezTo>
                  <a:cubicBezTo>
                    <a:pt x="12848" y="127366"/>
                    <a:pt x="12873" y="125577"/>
                    <a:pt x="12898" y="123787"/>
                  </a:cubicBezTo>
                  <a:cubicBezTo>
                    <a:pt x="12922" y="122575"/>
                    <a:pt x="12948" y="121363"/>
                    <a:pt x="12975" y="120151"/>
                  </a:cubicBezTo>
                  <a:cubicBezTo>
                    <a:pt x="13038" y="117178"/>
                    <a:pt x="13088" y="114204"/>
                    <a:pt x="13130" y="111230"/>
                  </a:cubicBezTo>
                  <a:cubicBezTo>
                    <a:pt x="13867" y="111476"/>
                    <a:pt x="14604" y="111721"/>
                    <a:pt x="15363" y="111974"/>
                  </a:cubicBezTo>
                  <a:cubicBezTo>
                    <a:pt x="15608" y="106572"/>
                    <a:pt x="15854" y="101169"/>
                    <a:pt x="16107" y="95603"/>
                  </a:cubicBezTo>
                  <a:cubicBezTo>
                    <a:pt x="16598" y="95603"/>
                    <a:pt x="17089" y="95603"/>
                    <a:pt x="17595" y="95603"/>
                  </a:cubicBezTo>
                  <a:cubicBezTo>
                    <a:pt x="18320" y="93282"/>
                    <a:pt x="18334" y="91165"/>
                    <a:pt x="18246" y="88766"/>
                  </a:cubicBezTo>
                  <a:cubicBezTo>
                    <a:pt x="18277" y="87830"/>
                    <a:pt x="18308" y="86894"/>
                    <a:pt x="18339" y="85929"/>
                  </a:cubicBezTo>
                  <a:cubicBezTo>
                    <a:pt x="19444" y="85193"/>
                    <a:pt x="19444" y="85193"/>
                    <a:pt x="20572" y="84441"/>
                  </a:cubicBezTo>
                  <a:cubicBezTo>
                    <a:pt x="21007" y="82294"/>
                    <a:pt x="21007" y="82294"/>
                    <a:pt x="21083" y="79883"/>
                  </a:cubicBezTo>
                  <a:cubicBezTo>
                    <a:pt x="21132" y="79068"/>
                    <a:pt x="21181" y="78252"/>
                    <a:pt x="21232" y="77412"/>
                  </a:cubicBezTo>
                  <a:cubicBezTo>
                    <a:pt x="21259" y="76785"/>
                    <a:pt x="21287" y="76158"/>
                    <a:pt x="21316" y="75511"/>
                  </a:cubicBezTo>
                  <a:cubicBezTo>
                    <a:pt x="22053" y="75511"/>
                    <a:pt x="22789" y="75511"/>
                    <a:pt x="23548" y="75511"/>
                  </a:cubicBezTo>
                  <a:cubicBezTo>
                    <a:pt x="23576" y="74929"/>
                    <a:pt x="23604" y="74347"/>
                    <a:pt x="23633" y="73747"/>
                  </a:cubicBezTo>
                  <a:cubicBezTo>
                    <a:pt x="23682" y="72994"/>
                    <a:pt x="23730" y="72241"/>
                    <a:pt x="23781" y="71465"/>
                  </a:cubicBezTo>
                  <a:cubicBezTo>
                    <a:pt x="23824" y="70714"/>
                    <a:pt x="23867" y="69963"/>
                    <a:pt x="23912" y="69189"/>
                  </a:cubicBezTo>
                  <a:cubicBezTo>
                    <a:pt x="24037" y="68574"/>
                    <a:pt x="24163" y="67959"/>
                    <a:pt x="24292" y="67326"/>
                  </a:cubicBezTo>
                  <a:cubicBezTo>
                    <a:pt x="25397" y="66957"/>
                    <a:pt x="25397" y="66957"/>
                    <a:pt x="26525" y="66582"/>
                  </a:cubicBezTo>
                  <a:cubicBezTo>
                    <a:pt x="26657" y="65006"/>
                    <a:pt x="26473" y="63548"/>
                    <a:pt x="26313" y="61977"/>
                  </a:cubicBezTo>
                  <a:cubicBezTo>
                    <a:pt x="26383" y="61532"/>
                    <a:pt x="26453" y="61087"/>
                    <a:pt x="26525" y="60629"/>
                  </a:cubicBezTo>
                  <a:cubicBezTo>
                    <a:pt x="27016" y="60513"/>
                    <a:pt x="27507" y="60398"/>
                    <a:pt x="28013" y="60280"/>
                  </a:cubicBezTo>
                  <a:cubicBezTo>
                    <a:pt x="28504" y="60149"/>
                    <a:pt x="28995" y="60019"/>
                    <a:pt x="29501" y="59884"/>
                  </a:cubicBezTo>
                  <a:cubicBezTo>
                    <a:pt x="29779" y="58322"/>
                    <a:pt x="29779" y="58322"/>
                    <a:pt x="29548" y="56536"/>
                  </a:cubicBezTo>
                  <a:cubicBezTo>
                    <a:pt x="29388" y="54699"/>
                    <a:pt x="29388" y="54699"/>
                    <a:pt x="29501" y="53187"/>
                  </a:cubicBezTo>
                  <a:cubicBezTo>
                    <a:pt x="30606" y="52819"/>
                    <a:pt x="30606" y="52819"/>
                    <a:pt x="31734" y="52443"/>
                  </a:cubicBezTo>
                  <a:cubicBezTo>
                    <a:pt x="32169" y="51040"/>
                    <a:pt x="32169" y="51040"/>
                    <a:pt x="32245" y="49420"/>
                  </a:cubicBezTo>
                  <a:cubicBezTo>
                    <a:pt x="32322" y="48453"/>
                    <a:pt x="32399" y="47486"/>
                    <a:pt x="32478" y="46490"/>
                  </a:cubicBezTo>
                  <a:cubicBezTo>
                    <a:pt x="33215" y="46490"/>
                    <a:pt x="33951" y="46490"/>
                    <a:pt x="34710" y="46490"/>
                  </a:cubicBezTo>
                  <a:cubicBezTo>
                    <a:pt x="34664" y="45799"/>
                    <a:pt x="34618" y="45109"/>
                    <a:pt x="34571" y="44397"/>
                  </a:cubicBezTo>
                  <a:cubicBezTo>
                    <a:pt x="34710" y="42025"/>
                    <a:pt x="34710" y="42025"/>
                    <a:pt x="35780" y="41002"/>
                  </a:cubicBezTo>
                  <a:cubicBezTo>
                    <a:pt x="37225" y="39499"/>
                    <a:pt x="37145" y="38764"/>
                    <a:pt x="37315" y="36723"/>
                  </a:cubicBezTo>
                  <a:cubicBezTo>
                    <a:pt x="37438" y="35771"/>
                    <a:pt x="37560" y="34820"/>
                    <a:pt x="37687" y="33840"/>
                  </a:cubicBezTo>
                  <a:cubicBezTo>
                    <a:pt x="38424" y="33594"/>
                    <a:pt x="39160" y="33348"/>
                    <a:pt x="39919" y="33095"/>
                  </a:cubicBezTo>
                  <a:cubicBezTo>
                    <a:pt x="40197" y="31612"/>
                    <a:pt x="40446" y="30124"/>
                    <a:pt x="40664" y="28631"/>
                  </a:cubicBezTo>
                  <a:cubicBezTo>
                    <a:pt x="41155" y="28385"/>
                    <a:pt x="41646" y="28139"/>
                    <a:pt x="42152" y="27886"/>
                  </a:cubicBezTo>
                  <a:cubicBezTo>
                    <a:pt x="42397" y="27150"/>
                    <a:pt x="42643" y="26413"/>
                    <a:pt x="42896" y="25654"/>
                  </a:cubicBezTo>
                  <a:cubicBezTo>
                    <a:pt x="43640" y="23422"/>
                    <a:pt x="43640" y="23422"/>
                    <a:pt x="45128" y="22677"/>
                  </a:cubicBezTo>
                  <a:cubicBezTo>
                    <a:pt x="45618" y="20423"/>
                    <a:pt x="45618" y="20423"/>
                    <a:pt x="45873" y="18213"/>
                  </a:cubicBezTo>
                  <a:cubicBezTo>
                    <a:pt x="46609" y="18213"/>
                    <a:pt x="47346" y="18213"/>
                    <a:pt x="48105" y="18213"/>
                  </a:cubicBezTo>
                  <a:cubicBezTo>
                    <a:pt x="48351" y="16494"/>
                    <a:pt x="48596" y="14775"/>
                    <a:pt x="48849" y="13004"/>
                  </a:cubicBezTo>
                  <a:cubicBezTo>
                    <a:pt x="49586" y="13004"/>
                    <a:pt x="50322" y="13004"/>
                    <a:pt x="51082" y="13004"/>
                  </a:cubicBezTo>
                  <a:cubicBezTo>
                    <a:pt x="51327" y="11530"/>
                    <a:pt x="51573" y="10057"/>
                    <a:pt x="51826" y="8539"/>
                  </a:cubicBezTo>
                  <a:cubicBezTo>
                    <a:pt x="52562" y="8539"/>
                    <a:pt x="53299" y="8539"/>
                    <a:pt x="54058" y="8539"/>
                  </a:cubicBezTo>
                  <a:cubicBezTo>
                    <a:pt x="54027" y="7986"/>
                    <a:pt x="53997" y="7434"/>
                    <a:pt x="53965" y="6864"/>
                  </a:cubicBezTo>
                  <a:cubicBezTo>
                    <a:pt x="54106" y="3753"/>
                    <a:pt x="54313" y="2042"/>
                    <a:pt x="57628" y="1504"/>
                  </a:cubicBezTo>
                  <a:close/>
                </a:path>
              </a:pathLst>
            </a:custGeom>
            <a:grpFill/>
            <a:ln w="744" cap="flat">
              <a:noFill/>
              <a:prstDash val="solid"/>
              <a:miter/>
            </a:ln>
          </p:spPr>
          <p:txBody>
            <a:bodyPr rtlCol="0" anchor="ctr"/>
            <a:lstStyle/>
            <a:p>
              <a:endParaRPr lang="zh-CN" altLang="en-US"/>
            </a:p>
          </p:txBody>
        </p:sp>
        <p:sp>
          <p:nvSpPr>
            <p:cNvPr id="153" name="任意多边形: 形状 152"/>
            <p:cNvSpPr/>
            <p:nvPr/>
          </p:nvSpPr>
          <p:spPr>
            <a:xfrm>
              <a:off x="8076890" y="1392682"/>
              <a:ext cx="66347" cy="301542"/>
            </a:xfrm>
            <a:custGeom>
              <a:avLst/>
              <a:gdLst>
                <a:gd name="connsiteX0" fmla="*/ 11432 w 66347"/>
                <a:gd name="connsiteY0" fmla="*/ 1757 h 301542"/>
                <a:gd name="connsiteX1" fmla="*/ 21431 w 66347"/>
                <a:gd name="connsiteY1" fmla="*/ 1618 h 301542"/>
                <a:gd name="connsiteX2" fmla="*/ 24316 w 66347"/>
                <a:gd name="connsiteY2" fmla="*/ 1561 h 301542"/>
                <a:gd name="connsiteX3" fmla="*/ 27056 w 66347"/>
                <a:gd name="connsiteY3" fmla="*/ 1539 h 301542"/>
                <a:gd name="connsiteX4" fmla="*/ 29595 w 66347"/>
                <a:gd name="connsiteY4" fmla="*/ 1504 h 301542"/>
                <a:gd name="connsiteX5" fmla="*/ 31524 w 66347"/>
                <a:gd name="connsiteY5" fmla="*/ 1757 h 301542"/>
                <a:gd name="connsiteX6" fmla="*/ 32268 w 66347"/>
                <a:gd name="connsiteY6" fmla="*/ 3990 h 301542"/>
                <a:gd name="connsiteX7" fmla="*/ 33756 w 66347"/>
                <a:gd name="connsiteY7" fmla="*/ 4734 h 301542"/>
                <a:gd name="connsiteX8" fmla="*/ 34082 w 66347"/>
                <a:gd name="connsiteY8" fmla="*/ 6501 h 301542"/>
                <a:gd name="connsiteX9" fmla="*/ 37942 w 66347"/>
                <a:gd name="connsiteY9" fmla="*/ 11571 h 301542"/>
                <a:gd name="connsiteX10" fmla="*/ 39709 w 66347"/>
                <a:gd name="connsiteY10" fmla="*/ 18873 h 301542"/>
                <a:gd name="connsiteX11" fmla="*/ 41942 w 66347"/>
                <a:gd name="connsiteY11" fmla="*/ 18873 h 301542"/>
                <a:gd name="connsiteX12" fmla="*/ 42686 w 66347"/>
                <a:gd name="connsiteY12" fmla="*/ 22593 h 301542"/>
                <a:gd name="connsiteX13" fmla="*/ 44918 w 66347"/>
                <a:gd name="connsiteY13" fmla="*/ 24082 h 301542"/>
                <a:gd name="connsiteX14" fmla="*/ 45662 w 66347"/>
                <a:gd name="connsiteY14" fmla="*/ 28546 h 301542"/>
                <a:gd name="connsiteX15" fmla="*/ 47151 w 66347"/>
                <a:gd name="connsiteY15" fmla="*/ 29291 h 301542"/>
                <a:gd name="connsiteX16" fmla="*/ 47895 w 66347"/>
                <a:gd name="connsiteY16" fmla="*/ 34500 h 301542"/>
                <a:gd name="connsiteX17" fmla="*/ 50127 w 66347"/>
                <a:gd name="connsiteY17" fmla="*/ 34500 h 301542"/>
                <a:gd name="connsiteX18" fmla="*/ 50360 w 66347"/>
                <a:gd name="connsiteY18" fmla="*/ 37058 h 301542"/>
                <a:gd name="connsiteX19" fmla="*/ 50871 w 66347"/>
                <a:gd name="connsiteY19" fmla="*/ 39709 h 301542"/>
                <a:gd name="connsiteX20" fmla="*/ 53104 w 66347"/>
                <a:gd name="connsiteY20" fmla="*/ 40453 h 301542"/>
                <a:gd name="connsiteX21" fmla="*/ 53848 w 66347"/>
                <a:gd name="connsiteY21" fmla="*/ 45662 h 301542"/>
                <a:gd name="connsiteX22" fmla="*/ 55336 w 66347"/>
                <a:gd name="connsiteY22" fmla="*/ 46406 h 301542"/>
                <a:gd name="connsiteX23" fmla="*/ 55801 w 66347"/>
                <a:gd name="connsiteY23" fmla="*/ 49801 h 301542"/>
                <a:gd name="connsiteX24" fmla="*/ 55970 w 66347"/>
                <a:gd name="connsiteY24" fmla="*/ 51664 h 301542"/>
                <a:gd name="connsiteX25" fmla="*/ 56080 w 66347"/>
                <a:gd name="connsiteY25" fmla="*/ 53103 h 301542"/>
                <a:gd name="connsiteX26" fmla="*/ 58313 w 66347"/>
                <a:gd name="connsiteY26" fmla="*/ 53103 h 301542"/>
                <a:gd name="connsiteX27" fmla="*/ 58676 w 66347"/>
                <a:gd name="connsiteY27" fmla="*/ 57681 h 301542"/>
                <a:gd name="connsiteX28" fmla="*/ 59057 w 66347"/>
                <a:gd name="connsiteY28" fmla="*/ 59056 h 301542"/>
                <a:gd name="connsiteX29" fmla="*/ 61289 w 66347"/>
                <a:gd name="connsiteY29" fmla="*/ 59800 h 301542"/>
                <a:gd name="connsiteX30" fmla="*/ 61661 w 66347"/>
                <a:gd name="connsiteY30" fmla="*/ 63475 h 301542"/>
                <a:gd name="connsiteX31" fmla="*/ 62034 w 66347"/>
                <a:gd name="connsiteY31" fmla="*/ 67242 h 301542"/>
                <a:gd name="connsiteX32" fmla="*/ 64266 w 66347"/>
                <a:gd name="connsiteY32" fmla="*/ 68730 h 301542"/>
                <a:gd name="connsiteX33" fmla="*/ 64685 w 66347"/>
                <a:gd name="connsiteY33" fmla="*/ 72125 h 301542"/>
                <a:gd name="connsiteX34" fmla="*/ 65010 w 66347"/>
                <a:gd name="connsiteY34" fmla="*/ 75427 h 301542"/>
                <a:gd name="connsiteX35" fmla="*/ 66498 w 66347"/>
                <a:gd name="connsiteY35" fmla="*/ 76171 h 301542"/>
                <a:gd name="connsiteX36" fmla="*/ 66914 w 66347"/>
                <a:gd name="connsiteY36" fmla="*/ 82520 h 301542"/>
                <a:gd name="connsiteX37" fmla="*/ 67243 w 66347"/>
                <a:gd name="connsiteY37" fmla="*/ 84357 h 301542"/>
                <a:gd name="connsiteX38" fmla="*/ 69475 w 66347"/>
                <a:gd name="connsiteY38" fmla="*/ 85101 h 301542"/>
                <a:gd name="connsiteX39" fmla="*/ 69847 w 66347"/>
                <a:gd name="connsiteY39" fmla="*/ 91008 h 301542"/>
                <a:gd name="connsiteX40" fmla="*/ 70219 w 66347"/>
                <a:gd name="connsiteY40" fmla="*/ 97007 h 301542"/>
                <a:gd name="connsiteX41" fmla="*/ 72452 w 66347"/>
                <a:gd name="connsiteY41" fmla="*/ 98496 h 301542"/>
                <a:gd name="connsiteX42" fmla="*/ 72498 w 66347"/>
                <a:gd name="connsiteY42" fmla="*/ 104402 h 301542"/>
                <a:gd name="connsiteX43" fmla="*/ 73940 w 66347"/>
                <a:gd name="connsiteY43" fmla="*/ 112634 h 301542"/>
                <a:gd name="connsiteX44" fmla="*/ 74684 w 66347"/>
                <a:gd name="connsiteY44" fmla="*/ 112634 h 301542"/>
                <a:gd name="connsiteX45" fmla="*/ 75428 w 66347"/>
                <a:gd name="connsiteY45" fmla="*/ 140912 h 301542"/>
                <a:gd name="connsiteX46" fmla="*/ 77661 w 66347"/>
                <a:gd name="connsiteY46" fmla="*/ 140912 h 301542"/>
                <a:gd name="connsiteX47" fmla="*/ 77661 w 66347"/>
                <a:gd name="connsiteY47" fmla="*/ 163236 h 301542"/>
                <a:gd name="connsiteX48" fmla="*/ 76172 w 66347"/>
                <a:gd name="connsiteY48" fmla="*/ 163236 h 301542"/>
                <a:gd name="connsiteX49" fmla="*/ 75245 w 66347"/>
                <a:gd name="connsiteY49" fmla="*/ 170541 h 301542"/>
                <a:gd name="connsiteX50" fmla="*/ 75171 w 66347"/>
                <a:gd name="connsiteY50" fmla="*/ 174077 h 301542"/>
                <a:gd name="connsiteX51" fmla="*/ 75073 w 66347"/>
                <a:gd name="connsiteY51" fmla="*/ 179667 h 301542"/>
                <a:gd name="connsiteX52" fmla="*/ 74966 w 66347"/>
                <a:gd name="connsiteY52" fmla="*/ 185051 h 301542"/>
                <a:gd name="connsiteX53" fmla="*/ 74947 w 66347"/>
                <a:gd name="connsiteY53" fmla="*/ 186752 h 301542"/>
                <a:gd name="connsiteX54" fmla="*/ 74684 w 66347"/>
                <a:gd name="connsiteY54" fmla="*/ 190769 h 301542"/>
                <a:gd name="connsiteX55" fmla="*/ 73196 w 66347"/>
                <a:gd name="connsiteY55" fmla="*/ 191513 h 301542"/>
                <a:gd name="connsiteX56" fmla="*/ 72643 w 66347"/>
                <a:gd name="connsiteY56" fmla="*/ 202850 h 301542"/>
                <a:gd name="connsiteX57" fmla="*/ 72452 w 66347"/>
                <a:gd name="connsiteY57" fmla="*/ 204908 h 301542"/>
                <a:gd name="connsiteX58" fmla="*/ 70219 w 66347"/>
                <a:gd name="connsiteY58" fmla="*/ 205652 h 301542"/>
                <a:gd name="connsiteX59" fmla="*/ 69708 w 66347"/>
                <a:gd name="connsiteY59" fmla="*/ 210907 h 301542"/>
                <a:gd name="connsiteX60" fmla="*/ 69559 w 66347"/>
                <a:gd name="connsiteY60" fmla="*/ 213817 h 301542"/>
                <a:gd name="connsiteX61" fmla="*/ 69475 w 66347"/>
                <a:gd name="connsiteY61" fmla="*/ 216070 h 301542"/>
                <a:gd name="connsiteX62" fmla="*/ 67243 w 66347"/>
                <a:gd name="connsiteY62" fmla="*/ 216070 h 301542"/>
                <a:gd name="connsiteX63" fmla="*/ 66498 w 66347"/>
                <a:gd name="connsiteY63" fmla="*/ 226488 h 301542"/>
                <a:gd name="connsiteX64" fmla="*/ 64266 w 66347"/>
                <a:gd name="connsiteY64" fmla="*/ 226488 h 301542"/>
                <a:gd name="connsiteX65" fmla="*/ 64344 w 66347"/>
                <a:gd name="connsiteY65" fmla="*/ 228037 h 301542"/>
                <a:gd name="connsiteX66" fmla="*/ 64406 w 66347"/>
                <a:gd name="connsiteY66" fmla="*/ 230069 h 301542"/>
                <a:gd name="connsiteX67" fmla="*/ 64484 w 66347"/>
                <a:gd name="connsiteY67" fmla="*/ 232083 h 301542"/>
                <a:gd name="connsiteX68" fmla="*/ 62034 w 66347"/>
                <a:gd name="connsiteY68" fmla="*/ 236162 h 301542"/>
                <a:gd name="connsiteX69" fmla="*/ 61592 w 66347"/>
                <a:gd name="connsiteY69" fmla="*/ 241400 h 301542"/>
                <a:gd name="connsiteX70" fmla="*/ 61289 w 66347"/>
                <a:gd name="connsiteY70" fmla="*/ 242859 h 301542"/>
                <a:gd name="connsiteX71" fmla="*/ 59057 w 66347"/>
                <a:gd name="connsiteY71" fmla="*/ 243603 h 301542"/>
                <a:gd name="connsiteX72" fmla="*/ 58615 w 66347"/>
                <a:gd name="connsiteY72" fmla="*/ 248135 h 301542"/>
                <a:gd name="connsiteX73" fmla="*/ 56080 w 66347"/>
                <a:gd name="connsiteY73" fmla="*/ 251045 h 301542"/>
                <a:gd name="connsiteX74" fmla="*/ 56127 w 66347"/>
                <a:gd name="connsiteY74" fmla="*/ 253696 h 301542"/>
                <a:gd name="connsiteX75" fmla="*/ 56080 w 66347"/>
                <a:gd name="connsiteY75" fmla="*/ 256253 h 301542"/>
                <a:gd name="connsiteX76" fmla="*/ 54592 w 66347"/>
                <a:gd name="connsiteY76" fmla="*/ 256576 h 301542"/>
                <a:gd name="connsiteX77" fmla="*/ 53104 w 66347"/>
                <a:gd name="connsiteY77" fmla="*/ 256998 h 301542"/>
                <a:gd name="connsiteX78" fmla="*/ 53057 w 66347"/>
                <a:gd name="connsiteY78" fmla="*/ 260346 h 301542"/>
                <a:gd name="connsiteX79" fmla="*/ 53104 w 66347"/>
                <a:gd name="connsiteY79" fmla="*/ 263695 h 301542"/>
                <a:gd name="connsiteX80" fmla="*/ 50871 w 66347"/>
                <a:gd name="connsiteY80" fmla="*/ 264439 h 301542"/>
                <a:gd name="connsiteX81" fmla="*/ 50127 w 66347"/>
                <a:gd name="connsiteY81" fmla="*/ 269648 h 301542"/>
                <a:gd name="connsiteX82" fmla="*/ 47895 w 66347"/>
                <a:gd name="connsiteY82" fmla="*/ 271880 h 301542"/>
                <a:gd name="connsiteX83" fmla="*/ 47104 w 66347"/>
                <a:gd name="connsiteY83" fmla="*/ 273508 h 301542"/>
                <a:gd name="connsiteX84" fmla="*/ 46407 w 66347"/>
                <a:gd name="connsiteY84" fmla="*/ 274857 h 301542"/>
                <a:gd name="connsiteX85" fmla="*/ 44918 w 66347"/>
                <a:gd name="connsiteY85" fmla="*/ 274857 h 301542"/>
                <a:gd name="connsiteX86" fmla="*/ 45058 w 66347"/>
                <a:gd name="connsiteY86" fmla="*/ 277368 h 301542"/>
                <a:gd name="connsiteX87" fmla="*/ 44918 w 66347"/>
                <a:gd name="connsiteY87" fmla="*/ 280066 h 301542"/>
                <a:gd name="connsiteX88" fmla="*/ 42686 w 66347"/>
                <a:gd name="connsiteY88" fmla="*/ 281554 h 301542"/>
                <a:gd name="connsiteX89" fmla="*/ 41942 w 66347"/>
                <a:gd name="connsiteY89" fmla="*/ 285275 h 301542"/>
                <a:gd name="connsiteX90" fmla="*/ 40453 w 66347"/>
                <a:gd name="connsiteY90" fmla="*/ 286019 h 301542"/>
                <a:gd name="connsiteX91" fmla="*/ 39337 w 66347"/>
                <a:gd name="connsiteY91" fmla="*/ 288670 h 301542"/>
                <a:gd name="connsiteX92" fmla="*/ 38221 w 66347"/>
                <a:gd name="connsiteY92" fmla="*/ 291228 h 301542"/>
                <a:gd name="connsiteX93" fmla="*/ 36733 w 66347"/>
                <a:gd name="connsiteY93" fmla="*/ 291228 h 301542"/>
                <a:gd name="connsiteX94" fmla="*/ 35989 w 66347"/>
                <a:gd name="connsiteY94" fmla="*/ 294949 h 301542"/>
                <a:gd name="connsiteX95" fmla="*/ 34500 w 66347"/>
                <a:gd name="connsiteY95" fmla="*/ 295693 h 301542"/>
                <a:gd name="connsiteX96" fmla="*/ 33925 w 66347"/>
                <a:gd name="connsiteY96" fmla="*/ 299059 h 301542"/>
                <a:gd name="connsiteX97" fmla="*/ 32268 w 66347"/>
                <a:gd name="connsiteY97" fmla="*/ 302390 h 301542"/>
                <a:gd name="connsiteX98" fmla="*/ 22129 w 66347"/>
                <a:gd name="connsiteY98" fmla="*/ 302855 h 301542"/>
                <a:gd name="connsiteX99" fmla="*/ 19275 w 66347"/>
                <a:gd name="connsiteY99" fmla="*/ 302783 h 301542"/>
                <a:gd name="connsiteX100" fmla="*/ 11432 w 66347"/>
                <a:gd name="connsiteY100" fmla="*/ 301646 h 301542"/>
                <a:gd name="connsiteX101" fmla="*/ 12176 w 66347"/>
                <a:gd name="connsiteY101" fmla="*/ 293461 h 301542"/>
                <a:gd name="connsiteX102" fmla="*/ 14409 w 66347"/>
                <a:gd name="connsiteY102" fmla="*/ 291972 h 301542"/>
                <a:gd name="connsiteX103" fmla="*/ 15153 w 66347"/>
                <a:gd name="connsiteY103" fmla="*/ 288252 h 301542"/>
                <a:gd name="connsiteX104" fmla="*/ 16641 w 66347"/>
                <a:gd name="connsiteY104" fmla="*/ 287507 h 301542"/>
                <a:gd name="connsiteX105" fmla="*/ 16967 w 66347"/>
                <a:gd name="connsiteY105" fmla="*/ 284903 h 301542"/>
                <a:gd name="connsiteX106" fmla="*/ 17385 w 66347"/>
                <a:gd name="connsiteY106" fmla="*/ 282298 h 301542"/>
                <a:gd name="connsiteX107" fmla="*/ 19618 w 66347"/>
                <a:gd name="connsiteY107" fmla="*/ 281554 h 301542"/>
                <a:gd name="connsiteX108" fmla="*/ 19990 w 66347"/>
                <a:gd name="connsiteY108" fmla="*/ 278578 h 301542"/>
                <a:gd name="connsiteX109" fmla="*/ 20362 w 66347"/>
                <a:gd name="connsiteY109" fmla="*/ 275601 h 301542"/>
                <a:gd name="connsiteX110" fmla="*/ 22594 w 66347"/>
                <a:gd name="connsiteY110" fmla="*/ 274857 h 301542"/>
                <a:gd name="connsiteX111" fmla="*/ 23106 w 66347"/>
                <a:gd name="connsiteY111" fmla="*/ 271834 h 301542"/>
                <a:gd name="connsiteX112" fmla="*/ 23338 w 66347"/>
                <a:gd name="connsiteY112" fmla="*/ 268904 h 301542"/>
                <a:gd name="connsiteX113" fmla="*/ 25571 w 66347"/>
                <a:gd name="connsiteY113" fmla="*/ 268904 h 301542"/>
                <a:gd name="connsiteX114" fmla="*/ 25492 w 66347"/>
                <a:gd name="connsiteY114" fmla="*/ 267465 h 301542"/>
                <a:gd name="connsiteX115" fmla="*/ 25431 w 66347"/>
                <a:gd name="connsiteY115" fmla="*/ 265602 h 301542"/>
                <a:gd name="connsiteX116" fmla="*/ 25353 w 66347"/>
                <a:gd name="connsiteY116" fmla="*/ 263744 h 301542"/>
                <a:gd name="connsiteX117" fmla="*/ 25571 w 66347"/>
                <a:gd name="connsiteY117" fmla="*/ 262207 h 301542"/>
                <a:gd name="connsiteX118" fmla="*/ 27803 w 66347"/>
                <a:gd name="connsiteY118" fmla="*/ 261462 h 301542"/>
                <a:gd name="connsiteX119" fmla="*/ 28315 w 66347"/>
                <a:gd name="connsiteY119" fmla="*/ 258067 h 301542"/>
                <a:gd name="connsiteX120" fmla="*/ 28463 w 66347"/>
                <a:gd name="connsiteY120" fmla="*/ 256204 h 301542"/>
                <a:gd name="connsiteX121" fmla="*/ 28547 w 66347"/>
                <a:gd name="connsiteY121" fmla="*/ 254765 h 301542"/>
                <a:gd name="connsiteX122" fmla="*/ 30780 w 66347"/>
                <a:gd name="connsiteY122" fmla="*/ 254765 h 301542"/>
                <a:gd name="connsiteX123" fmla="*/ 30890 w 66347"/>
                <a:gd name="connsiteY123" fmla="*/ 253164 h 301542"/>
                <a:gd name="connsiteX124" fmla="*/ 31059 w 66347"/>
                <a:gd name="connsiteY124" fmla="*/ 251091 h 301542"/>
                <a:gd name="connsiteX125" fmla="*/ 31216 w 66347"/>
                <a:gd name="connsiteY125" fmla="*/ 249024 h 301542"/>
                <a:gd name="connsiteX126" fmla="*/ 31524 w 66347"/>
                <a:gd name="connsiteY126" fmla="*/ 247324 h 301542"/>
                <a:gd name="connsiteX127" fmla="*/ 33012 w 66347"/>
                <a:gd name="connsiteY127" fmla="*/ 246580 h 301542"/>
                <a:gd name="connsiteX128" fmla="*/ 33428 w 66347"/>
                <a:gd name="connsiteY128" fmla="*/ 240231 h 301542"/>
                <a:gd name="connsiteX129" fmla="*/ 33756 w 66347"/>
                <a:gd name="connsiteY129" fmla="*/ 238394 h 301542"/>
                <a:gd name="connsiteX130" fmla="*/ 35989 w 66347"/>
                <a:gd name="connsiteY130" fmla="*/ 237650 h 301542"/>
                <a:gd name="connsiteX131" fmla="*/ 36500 w 66347"/>
                <a:gd name="connsiteY131" fmla="*/ 233139 h 301542"/>
                <a:gd name="connsiteX132" fmla="*/ 36648 w 66347"/>
                <a:gd name="connsiteY132" fmla="*/ 230648 h 301542"/>
                <a:gd name="connsiteX133" fmla="*/ 36733 w 66347"/>
                <a:gd name="connsiteY133" fmla="*/ 228720 h 301542"/>
                <a:gd name="connsiteX134" fmla="*/ 38965 w 66347"/>
                <a:gd name="connsiteY134" fmla="*/ 228720 h 301542"/>
                <a:gd name="connsiteX135" fmla="*/ 39076 w 66347"/>
                <a:gd name="connsiteY135" fmla="*/ 226305 h 301542"/>
                <a:gd name="connsiteX136" fmla="*/ 39244 w 66347"/>
                <a:gd name="connsiteY136" fmla="*/ 223186 h 301542"/>
                <a:gd name="connsiteX137" fmla="*/ 39314 w 66347"/>
                <a:gd name="connsiteY137" fmla="*/ 221591 h 301542"/>
                <a:gd name="connsiteX138" fmla="*/ 39709 w 66347"/>
                <a:gd name="connsiteY138" fmla="*/ 217558 h 301542"/>
                <a:gd name="connsiteX139" fmla="*/ 41198 w 66347"/>
                <a:gd name="connsiteY139" fmla="*/ 216814 h 301542"/>
                <a:gd name="connsiteX140" fmla="*/ 41554 w 66347"/>
                <a:gd name="connsiteY140" fmla="*/ 209169 h 301542"/>
                <a:gd name="connsiteX141" fmla="*/ 41942 w 66347"/>
                <a:gd name="connsiteY141" fmla="*/ 204908 h 301542"/>
                <a:gd name="connsiteX142" fmla="*/ 44174 w 66347"/>
                <a:gd name="connsiteY142" fmla="*/ 204164 h 301542"/>
                <a:gd name="connsiteX143" fmla="*/ 44555 w 66347"/>
                <a:gd name="connsiteY143" fmla="*/ 200347 h 301542"/>
                <a:gd name="connsiteX144" fmla="*/ 44635 w 66347"/>
                <a:gd name="connsiteY144" fmla="*/ 198014 h 301542"/>
                <a:gd name="connsiteX145" fmla="*/ 44686 w 66347"/>
                <a:gd name="connsiteY145" fmla="*/ 195560 h 301542"/>
                <a:gd name="connsiteX146" fmla="*/ 44763 w 66347"/>
                <a:gd name="connsiteY146" fmla="*/ 193096 h 301542"/>
                <a:gd name="connsiteX147" fmla="*/ 44918 w 66347"/>
                <a:gd name="connsiteY147" fmla="*/ 187048 h 301542"/>
                <a:gd name="connsiteX148" fmla="*/ 46407 w 66347"/>
                <a:gd name="connsiteY148" fmla="*/ 187048 h 301542"/>
                <a:gd name="connsiteX149" fmla="*/ 47247 w 66347"/>
                <a:gd name="connsiteY149" fmla="*/ 177146 h 301542"/>
                <a:gd name="connsiteX150" fmla="*/ 47251 w 66347"/>
                <a:gd name="connsiteY150" fmla="*/ 175290 h 301542"/>
                <a:gd name="connsiteX151" fmla="*/ 47250 w 66347"/>
                <a:gd name="connsiteY151" fmla="*/ 169233 h 301542"/>
                <a:gd name="connsiteX152" fmla="*/ 47252 w 66347"/>
                <a:gd name="connsiteY152" fmla="*/ 165016 h 301542"/>
                <a:gd name="connsiteX153" fmla="*/ 47248 w 66347"/>
                <a:gd name="connsiteY153" fmla="*/ 156186 h 301542"/>
                <a:gd name="connsiteX154" fmla="*/ 47250 w 66347"/>
                <a:gd name="connsiteY154" fmla="*/ 144869 h 301542"/>
                <a:gd name="connsiteX155" fmla="*/ 47250 w 66347"/>
                <a:gd name="connsiteY155" fmla="*/ 136164 h 301542"/>
                <a:gd name="connsiteX156" fmla="*/ 47252 w 66347"/>
                <a:gd name="connsiteY156" fmla="*/ 131991 h 301542"/>
                <a:gd name="connsiteX157" fmla="*/ 47247 w 66347"/>
                <a:gd name="connsiteY157" fmla="*/ 126161 h 301542"/>
                <a:gd name="connsiteX158" fmla="*/ 47252 w 66347"/>
                <a:gd name="connsiteY158" fmla="*/ 124419 h 301542"/>
                <a:gd name="connsiteX159" fmla="*/ 46407 w 66347"/>
                <a:gd name="connsiteY159" fmla="*/ 117099 h 301542"/>
                <a:gd name="connsiteX160" fmla="*/ 44918 w 66347"/>
                <a:gd name="connsiteY160" fmla="*/ 116355 h 301542"/>
                <a:gd name="connsiteX161" fmla="*/ 44610 w 66347"/>
                <a:gd name="connsiteY161" fmla="*/ 112376 h 301542"/>
                <a:gd name="connsiteX162" fmla="*/ 44523 w 66347"/>
                <a:gd name="connsiteY162" fmla="*/ 109941 h 301542"/>
                <a:gd name="connsiteX163" fmla="*/ 44453 w 66347"/>
                <a:gd name="connsiteY163" fmla="*/ 107379 h 301542"/>
                <a:gd name="connsiteX164" fmla="*/ 44366 w 66347"/>
                <a:gd name="connsiteY164" fmla="*/ 104808 h 301542"/>
                <a:gd name="connsiteX165" fmla="*/ 44174 w 66347"/>
                <a:gd name="connsiteY165" fmla="*/ 98496 h 301542"/>
                <a:gd name="connsiteX166" fmla="*/ 41942 w 66347"/>
                <a:gd name="connsiteY166" fmla="*/ 99240 h 301542"/>
                <a:gd name="connsiteX167" fmla="*/ 41831 w 66347"/>
                <a:gd name="connsiteY167" fmla="*/ 96336 h 301542"/>
                <a:gd name="connsiteX168" fmla="*/ 41663 w 66347"/>
                <a:gd name="connsiteY168" fmla="*/ 92589 h 301542"/>
                <a:gd name="connsiteX169" fmla="*/ 41593 w 66347"/>
                <a:gd name="connsiteY169" fmla="*/ 90672 h 301542"/>
                <a:gd name="connsiteX170" fmla="*/ 41506 w 66347"/>
                <a:gd name="connsiteY170" fmla="*/ 88848 h 301542"/>
                <a:gd name="connsiteX171" fmla="*/ 41435 w 66347"/>
                <a:gd name="connsiteY171" fmla="*/ 87159 h 301542"/>
                <a:gd name="connsiteX172" fmla="*/ 41198 w 66347"/>
                <a:gd name="connsiteY172" fmla="*/ 85845 h 301542"/>
                <a:gd name="connsiteX173" fmla="*/ 39709 w 66347"/>
                <a:gd name="connsiteY173" fmla="*/ 85101 h 301542"/>
                <a:gd name="connsiteX174" fmla="*/ 39337 w 66347"/>
                <a:gd name="connsiteY174" fmla="*/ 80357 h 301542"/>
                <a:gd name="connsiteX175" fmla="*/ 37477 w 66347"/>
                <a:gd name="connsiteY175" fmla="*/ 73195 h 301542"/>
                <a:gd name="connsiteX176" fmla="*/ 36733 w 66347"/>
                <a:gd name="connsiteY176" fmla="*/ 73195 h 301542"/>
                <a:gd name="connsiteX177" fmla="*/ 35989 w 66347"/>
                <a:gd name="connsiteY177" fmla="*/ 63521 h 301542"/>
                <a:gd name="connsiteX178" fmla="*/ 33756 w 66347"/>
                <a:gd name="connsiteY178" fmla="*/ 63521 h 301542"/>
                <a:gd name="connsiteX179" fmla="*/ 33756 w 66347"/>
                <a:gd name="connsiteY179" fmla="*/ 55336 h 301542"/>
                <a:gd name="connsiteX180" fmla="*/ 31524 w 66347"/>
                <a:gd name="connsiteY180" fmla="*/ 55336 h 301542"/>
                <a:gd name="connsiteX181" fmla="*/ 30780 w 66347"/>
                <a:gd name="connsiteY181" fmla="*/ 47894 h 301542"/>
                <a:gd name="connsiteX182" fmla="*/ 28547 w 66347"/>
                <a:gd name="connsiteY182" fmla="*/ 47894 h 301542"/>
                <a:gd name="connsiteX183" fmla="*/ 28184 w 66347"/>
                <a:gd name="connsiteY183" fmla="*/ 43316 h 301542"/>
                <a:gd name="connsiteX184" fmla="*/ 27803 w 66347"/>
                <a:gd name="connsiteY184" fmla="*/ 41941 h 301542"/>
                <a:gd name="connsiteX185" fmla="*/ 25571 w 66347"/>
                <a:gd name="connsiteY185" fmla="*/ 41197 h 301542"/>
                <a:gd name="connsiteX186" fmla="*/ 25152 w 66347"/>
                <a:gd name="connsiteY186" fmla="*/ 38220 h 301542"/>
                <a:gd name="connsiteX187" fmla="*/ 24827 w 66347"/>
                <a:gd name="connsiteY187" fmla="*/ 35244 h 301542"/>
                <a:gd name="connsiteX188" fmla="*/ 23338 w 66347"/>
                <a:gd name="connsiteY188" fmla="*/ 34500 h 301542"/>
                <a:gd name="connsiteX189" fmla="*/ 22594 w 66347"/>
                <a:gd name="connsiteY189" fmla="*/ 28546 h 301542"/>
                <a:gd name="connsiteX190" fmla="*/ 20362 w 66347"/>
                <a:gd name="connsiteY190" fmla="*/ 28546 h 301542"/>
                <a:gd name="connsiteX191" fmla="*/ 19618 w 66347"/>
                <a:gd name="connsiteY191" fmla="*/ 22593 h 301542"/>
                <a:gd name="connsiteX192" fmla="*/ 17385 w 66347"/>
                <a:gd name="connsiteY192" fmla="*/ 22593 h 301542"/>
                <a:gd name="connsiteX193" fmla="*/ 17525 w 66347"/>
                <a:gd name="connsiteY193" fmla="*/ 20035 h 301542"/>
                <a:gd name="connsiteX194" fmla="*/ 17385 w 66347"/>
                <a:gd name="connsiteY194" fmla="*/ 17384 h 301542"/>
                <a:gd name="connsiteX195" fmla="*/ 15153 w 66347"/>
                <a:gd name="connsiteY195" fmla="*/ 16640 h 301542"/>
                <a:gd name="connsiteX196" fmla="*/ 14409 w 66347"/>
                <a:gd name="connsiteY196" fmla="*/ 10687 h 301542"/>
                <a:gd name="connsiteX197" fmla="*/ 12176 w 66347"/>
                <a:gd name="connsiteY197" fmla="*/ 10687 h 301542"/>
                <a:gd name="connsiteX198" fmla="*/ 11432 w 66347"/>
                <a:gd name="connsiteY198" fmla="*/ 1757 h 30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66347" h="301542">
                  <a:moveTo>
                    <a:pt x="11432" y="1757"/>
                  </a:moveTo>
                  <a:cubicBezTo>
                    <a:pt x="14765" y="1693"/>
                    <a:pt x="18098" y="1653"/>
                    <a:pt x="21431" y="1618"/>
                  </a:cubicBezTo>
                  <a:cubicBezTo>
                    <a:pt x="22383" y="1599"/>
                    <a:pt x="23335" y="1580"/>
                    <a:pt x="24316" y="1561"/>
                  </a:cubicBezTo>
                  <a:cubicBezTo>
                    <a:pt x="25220" y="1554"/>
                    <a:pt x="26125" y="1547"/>
                    <a:pt x="27056" y="1539"/>
                  </a:cubicBezTo>
                  <a:cubicBezTo>
                    <a:pt x="27894" y="1528"/>
                    <a:pt x="28732" y="1516"/>
                    <a:pt x="29595" y="1504"/>
                  </a:cubicBezTo>
                  <a:cubicBezTo>
                    <a:pt x="30231" y="1588"/>
                    <a:pt x="30868" y="1671"/>
                    <a:pt x="31524" y="1757"/>
                  </a:cubicBezTo>
                  <a:cubicBezTo>
                    <a:pt x="31769" y="2494"/>
                    <a:pt x="32015" y="3231"/>
                    <a:pt x="32268" y="3990"/>
                  </a:cubicBezTo>
                  <a:cubicBezTo>
                    <a:pt x="32759" y="4235"/>
                    <a:pt x="33250" y="4481"/>
                    <a:pt x="33756" y="4734"/>
                  </a:cubicBezTo>
                  <a:cubicBezTo>
                    <a:pt x="33864" y="5317"/>
                    <a:pt x="33971" y="5900"/>
                    <a:pt x="34082" y="6501"/>
                  </a:cubicBezTo>
                  <a:cubicBezTo>
                    <a:pt x="34643" y="9122"/>
                    <a:pt x="35836" y="10032"/>
                    <a:pt x="37942" y="11571"/>
                  </a:cubicBezTo>
                  <a:cubicBezTo>
                    <a:pt x="39616" y="13777"/>
                    <a:pt x="39486" y="16149"/>
                    <a:pt x="39709" y="18873"/>
                  </a:cubicBezTo>
                  <a:cubicBezTo>
                    <a:pt x="40446" y="18873"/>
                    <a:pt x="41183" y="18873"/>
                    <a:pt x="41942" y="18873"/>
                  </a:cubicBezTo>
                  <a:cubicBezTo>
                    <a:pt x="42202" y="20110"/>
                    <a:pt x="42449" y="21351"/>
                    <a:pt x="42686" y="22593"/>
                  </a:cubicBezTo>
                  <a:cubicBezTo>
                    <a:pt x="43423" y="23085"/>
                    <a:pt x="44159" y="23576"/>
                    <a:pt x="44918" y="24082"/>
                  </a:cubicBezTo>
                  <a:cubicBezTo>
                    <a:pt x="45191" y="25566"/>
                    <a:pt x="45440" y="27054"/>
                    <a:pt x="45662" y="28546"/>
                  </a:cubicBezTo>
                  <a:cubicBezTo>
                    <a:pt x="46399" y="28915"/>
                    <a:pt x="46399" y="28915"/>
                    <a:pt x="47151" y="29291"/>
                  </a:cubicBezTo>
                  <a:cubicBezTo>
                    <a:pt x="47454" y="31018"/>
                    <a:pt x="47705" y="32756"/>
                    <a:pt x="47895" y="34500"/>
                  </a:cubicBezTo>
                  <a:cubicBezTo>
                    <a:pt x="48632" y="34500"/>
                    <a:pt x="49368" y="34500"/>
                    <a:pt x="50127" y="34500"/>
                  </a:cubicBezTo>
                  <a:cubicBezTo>
                    <a:pt x="50242" y="35766"/>
                    <a:pt x="50242" y="35766"/>
                    <a:pt x="50360" y="37058"/>
                  </a:cubicBezTo>
                  <a:cubicBezTo>
                    <a:pt x="50529" y="37932"/>
                    <a:pt x="50698" y="38807"/>
                    <a:pt x="50871" y="39709"/>
                  </a:cubicBezTo>
                  <a:cubicBezTo>
                    <a:pt x="51608" y="39954"/>
                    <a:pt x="52345" y="40200"/>
                    <a:pt x="53104" y="40453"/>
                  </a:cubicBezTo>
                  <a:cubicBezTo>
                    <a:pt x="53382" y="42184"/>
                    <a:pt x="53630" y="43921"/>
                    <a:pt x="53848" y="45662"/>
                  </a:cubicBezTo>
                  <a:cubicBezTo>
                    <a:pt x="54585" y="46030"/>
                    <a:pt x="54585" y="46030"/>
                    <a:pt x="55336" y="46406"/>
                  </a:cubicBezTo>
                  <a:cubicBezTo>
                    <a:pt x="55644" y="47944"/>
                    <a:pt x="55644" y="47944"/>
                    <a:pt x="55801" y="49801"/>
                  </a:cubicBezTo>
                  <a:cubicBezTo>
                    <a:pt x="55857" y="50416"/>
                    <a:pt x="55913" y="51031"/>
                    <a:pt x="55970" y="51664"/>
                  </a:cubicBezTo>
                  <a:cubicBezTo>
                    <a:pt x="56006" y="52139"/>
                    <a:pt x="56043" y="52614"/>
                    <a:pt x="56080" y="53103"/>
                  </a:cubicBezTo>
                  <a:cubicBezTo>
                    <a:pt x="56817" y="53103"/>
                    <a:pt x="57554" y="53103"/>
                    <a:pt x="58313" y="53103"/>
                  </a:cubicBezTo>
                  <a:cubicBezTo>
                    <a:pt x="58434" y="54629"/>
                    <a:pt x="58555" y="56155"/>
                    <a:pt x="58676" y="57681"/>
                  </a:cubicBezTo>
                  <a:cubicBezTo>
                    <a:pt x="58865" y="58362"/>
                    <a:pt x="58865" y="58362"/>
                    <a:pt x="59057" y="59056"/>
                  </a:cubicBezTo>
                  <a:cubicBezTo>
                    <a:pt x="60162" y="59425"/>
                    <a:pt x="60162" y="59425"/>
                    <a:pt x="61289" y="59800"/>
                  </a:cubicBezTo>
                  <a:cubicBezTo>
                    <a:pt x="61592" y="61449"/>
                    <a:pt x="61592" y="61449"/>
                    <a:pt x="61661" y="63475"/>
                  </a:cubicBezTo>
                  <a:cubicBezTo>
                    <a:pt x="61684" y="65458"/>
                    <a:pt x="61684" y="65458"/>
                    <a:pt x="62034" y="67242"/>
                  </a:cubicBezTo>
                  <a:cubicBezTo>
                    <a:pt x="63139" y="67979"/>
                    <a:pt x="63139" y="67979"/>
                    <a:pt x="64266" y="68730"/>
                  </a:cubicBezTo>
                  <a:cubicBezTo>
                    <a:pt x="64594" y="70314"/>
                    <a:pt x="64594" y="70314"/>
                    <a:pt x="64685" y="72125"/>
                  </a:cubicBezTo>
                  <a:cubicBezTo>
                    <a:pt x="64747" y="73892"/>
                    <a:pt x="64747" y="73892"/>
                    <a:pt x="65010" y="75427"/>
                  </a:cubicBezTo>
                  <a:cubicBezTo>
                    <a:pt x="65501" y="75673"/>
                    <a:pt x="65992" y="75918"/>
                    <a:pt x="66498" y="76171"/>
                  </a:cubicBezTo>
                  <a:cubicBezTo>
                    <a:pt x="66763" y="78289"/>
                    <a:pt x="66829" y="80388"/>
                    <a:pt x="66914" y="82520"/>
                  </a:cubicBezTo>
                  <a:cubicBezTo>
                    <a:pt x="67077" y="83429"/>
                    <a:pt x="67077" y="83429"/>
                    <a:pt x="67243" y="84357"/>
                  </a:cubicBezTo>
                  <a:cubicBezTo>
                    <a:pt x="68348" y="84725"/>
                    <a:pt x="68348" y="84725"/>
                    <a:pt x="69475" y="85101"/>
                  </a:cubicBezTo>
                  <a:cubicBezTo>
                    <a:pt x="69706" y="87111"/>
                    <a:pt x="69823" y="88994"/>
                    <a:pt x="69847" y="91008"/>
                  </a:cubicBezTo>
                  <a:cubicBezTo>
                    <a:pt x="69872" y="93051"/>
                    <a:pt x="69993" y="94967"/>
                    <a:pt x="70219" y="97007"/>
                  </a:cubicBezTo>
                  <a:cubicBezTo>
                    <a:pt x="71324" y="97744"/>
                    <a:pt x="71324" y="97744"/>
                    <a:pt x="72452" y="98496"/>
                  </a:cubicBezTo>
                  <a:cubicBezTo>
                    <a:pt x="72577" y="100519"/>
                    <a:pt x="72592" y="102388"/>
                    <a:pt x="72498" y="104402"/>
                  </a:cubicBezTo>
                  <a:cubicBezTo>
                    <a:pt x="72212" y="108731"/>
                    <a:pt x="72212" y="108731"/>
                    <a:pt x="73940" y="112634"/>
                  </a:cubicBezTo>
                  <a:cubicBezTo>
                    <a:pt x="74185" y="112634"/>
                    <a:pt x="74431" y="112634"/>
                    <a:pt x="74684" y="112634"/>
                  </a:cubicBezTo>
                  <a:cubicBezTo>
                    <a:pt x="74930" y="121966"/>
                    <a:pt x="75175" y="131297"/>
                    <a:pt x="75428" y="140912"/>
                  </a:cubicBezTo>
                  <a:cubicBezTo>
                    <a:pt x="76165" y="140912"/>
                    <a:pt x="76901" y="140912"/>
                    <a:pt x="77661" y="140912"/>
                  </a:cubicBezTo>
                  <a:cubicBezTo>
                    <a:pt x="77661" y="148279"/>
                    <a:pt x="77661" y="155646"/>
                    <a:pt x="77661" y="163236"/>
                  </a:cubicBezTo>
                  <a:cubicBezTo>
                    <a:pt x="77169" y="163236"/>
                    <a:pt x="76678" y="163236"/>
                    <a:pt x="76172" y="163236"/>
                  </a:cubicBezTo>
                  <a:cubicBezTo>
                    <a:pt x="75017" y="165545"/>
                    <a:pt x="75280" y="168004"/>
                    <a:pt x="75245" y="170541"/>
                  </a:cubicBezTo>
                  <a:cubicBezTo>
                    <a:pt x="75220" y="171719"/>
                    <a:pt x="75196" y="172898"/>
                    <a:pt x="75171" y="174077"/>
                  </a:cubicBezTo>
                  <a:cubicBezTo>
                    <a:pt x="75135" y="175940"/>
                    <a:pt x="75102" y="177804"/>
                    <a:pt x="75073" y="179667"/>
                  </a:cubicBezTo>
                  <a:cubicBezTo>
                    <a:pt x="75044" y="181462"/>
                    <a:pt x="75005" y="183257"/>
                    <a:pt x="74966" y="185051"/>
                  </a:cubicBezTo>
                  <a:cubicBezTo>
                    <a:pt x="74960" y="185613"/>
                    <a:pt x="74953" y="186174"/>
                    <a:pt x="74947" y="186752"/>
                  </a:cubicBezTo>
                  <a:cubicBezTo>
                    <a:pt x="74915" y="188094"/>
                    <a:pt x="74807" y="189433"/>
                    <a:pt x="74684" y="190769"/>
                  </a:cubicBezTo>
                  <a:cubicBezTo>
                    <a:pt x="74193" y="191015"/>
                    <a:pt x="73702" y="191260"/>
                    <a:pt x="73196" y="191513"/>
                  </a:cubicBezTo>
                  <a:cubicBezTo>
                    <a:pt x="72095" y="195238"/>
                    <a:pt x="72497" y="199014"/>
                    <a:pt x="72643" y="202850"/>
                  </a:cubicBezTo>
                  <a:cubicBezTo>
                    <a:pt x="72580" y="203529"/>
                    <a:pt x="72517" y="204208"/>
                    <a:pt x="72452" y="204908"/>
                  </a:cubicBezTo>
                  <a:cubicBezTo>
                    <a:pt x="71715" y="205153"/>
                    <a:pt x="70978" y="205399"/>
                    <a:pt x="70219" y="205652"/>
                  </a:cubicBezTo>
                  <a:cubicBezTo>
                    <a:pt x="69779" y="208085"/>
                    <a:pt x="69779" y="208085"/>
                    <a:pt x="69708" y="210907"/>
                  </a:cubicBezTo>
                  <a:cubicBezTo>
                    <a:pt x="69659" y="211868"/>
                    <a:pt x="69610" y="212828"/>
                    <a:pt x="69559" y="213817"/>
                  </a:cubicBezTo>
                  <a:cubicBezTo>
                    <a:pt x="69531" y="214561"/>
                    <a:pt x="69504" y="215304"/>
                    <a:pt x="69475" y="216070"/>
                  </a:cubicBezTo>
                  <a:cubicBezTo>
                    <a:pt x="68738" y="216070"/>
                    <a:pt x="68002" y="216070"/>
                    <a:pt x="67243" y="216070"/>
                  </a:cubicBezTo>
                  <a:cubicBezTo>
                    <a:pt x="66997" y="219508"/>
                    <a:pt x="66751" y="222946"/>
                    <a:pt x="66498" y="226488"/>
                  </a:cubicBezTo>
                  <a:cubicBezTo>
                    <a:pt x="65762" y="226488"/>
                    <a:pt x="65025" y="226488"/>
                    <a:pt x="64266" y="226488"/>
                  </a:cubicBezTo>
                  <a:cubicBezTo>
                    <a:pt x="64305" y="227255"/>
                    <a:pt x="64305" y="227255"/>
                    <a:pt x="64344" y="228037"/>
                  </a:cubicBezTo>
                  <a:cubicBezTo>
                    <a:pt x="64365" y="228708"/>
                    <a:pt x="64385" y="229378"/>
                    <a:pt x="64406" y="230069"/>
                  </a:cubicBezTo>
                  <a:cubicBezTo>
                    <a:pt x="64444" y="231066"/>
                    <a:pt x="64444" y="231066"/>
                    <a:pt x="64484" y="232083"/>
                  </a:cubicBezTo>
                  <a:cubicBezTo>
                    <a:pt x="64221" y="234312"/>
                    <a:pt x="63597" y="234655"/>
                    <a:pt x="62034" y="236162"/>
                  </a:cubicBezTo>
                  <a:cubicBezTo>
                    <a:pt x="61712" y="237924"/>
                    <a:pt x="61661" y="239612"/>
                    <a:pt x="61592" y="241400"/>
                  </a:cubicBezTo>
                  <a:cubicBezTo>
                    <a:pt x="61492" y="241881"/>
                    <a:pt x="61392" y="242363"/>
                    <a:pt x="61289" y="242859"/>
                  </a:cubicBezTo>
                  <a:cubicBezTo>
                    <a:pt x="60553" y="243105"/>
                    <a:pt x="59816" y="243350"/>
                    <a:pt x="59057" y="243603"/>
                  </a:cubicBezTo>
                  <a:cubicBezTo>
                    <a:pt x="58866" y="245109"/>
                    <a:pt x="58681" y="246619"/>
                    <a:pt x="58615" y="248135"/>
                  </a:cubicBezTo>
                  <a:cubicBezTo>
                    <a:pt x="58313" y="249556"/>
                    <a:pt x="58313" y="249556"/>
                    <a:pt x="56080" y="251045"/>
                  </a:cubicBezTo>
                  <a:cubicBezTo>
                    <a:pt x="56096" y="251919"/>
                    <a:pt x="56111" y="252794"/>
                    <a:pt x="56127" y="253696"/>
                  </a:cubicBezTo>
                  <a:cubicBezTo>
                    <a:pt x="56112" y="254540"/>
                    <a:pt x="56096" y="255384"/>
                    <a:pt x="56080" y="256253"/>
                  </a:cubicBezTo>
                  <a:cubicBezTo>
                    <a:pt x="55589" y="256360"/>
                    <a:pt x="55098" y="256466"/>
                    <a:pt x="54592" y="256576"/>
                  </a:cubicBezTo>
                  <a:cubicBezTo>
                    <a:pt x="54101" y="256715"/>
                    <a:pt x="53610" y="256854"/>
                    <a:pt x="53104" y="256998"/>
                  </a:cubicBezTo>
                  <a:cubicBezTo>
                    <a:pt x="52826" y="258560"/>
                    <a:pt x="52826" y="258560"/>
                    <a:pt x="53057" y="260346"/>
                  </a:cubicBezTo>
                  <a:cubicBezTo>
                    <a:pt x="53217" y="262183"/>
                    <a:pt x="53217" y="262183"/>
                    <a:pt x="53104" y="263695"/>
                  </a:cubicBezTo>
                  <a:cubicBezTo>
                    <a:pt x="52367" y="263940"/>
                    <a:pt x="51630" y="264186"/>
                    <a:pt x="50871" y="264439"/>
                  </a:cubicBezTo>
                  <a:cubicBezTo>
                    <a:pt x="50614" y="266174"/>
                    <a:pt x="50367" y="267911"/>
                    <a:pt x="50127" y="269648"/>
                  </a:cubicBezTo>
                  <a:cubicBezTo>
                    <a:pt x="49058" y="270904"/>
                    <a:pt x="49058" y="270904"/>
                    <a:pt x="47895" y="271880"/>
                  </a:cubicBezTo>
                  <a:cubicBezTo>
                    <a:pt x="47634" y="272418"/>
                    <a:pt x="47373" y="272955"/>
                    <a:pt x="47104" y="273508"/>
                  </a:cubicBezTo>
                  <a:cubicBezTo>
                    <a:pt x="46874" y="273953"/>
                    <a:pt x="46644" y="274398"/>
                    <a:pt x="46407" y="274857"/>
                  </a:cubicBezTo>
                  <a:cubicBezTo>
                    <a:pt x="45915" y="274857"/>
                    <a:pt x="45424" y="274857"/>
                    <a:pt x="44918" y="274857"/>
                  </a:cubicBezTo>
                  <a:cubicBezTo>
                    <a:pt x="44964" y="275686"/>
                    <a:pt x="45010" y="276515"/>
                    <a:pt x="45058" y="277368"/>
                  </a:cubicBezTo>
                  <a:cubicBezTo>
                    <a:pt x="45012" y="278259"/>
                    <a:pt x="44966" y="279149"/>
                    <a:pt x="44918" y="280066"/>
                  </a:cubicBezTo>
                  <a:cubicBezTo>
                    <a:pt x="44182" y="280557"/>
                    <a:pt x="43445" y="281048"/>
                    <a:pt x="42686" y="281554"/>
                  </a:cubicBezTo>
                  <a:cubicBezTo>
                    <a:pt x="42415" y="282790"/>
                    <a:pt x="42165" y="284030"/>
                    <a:pt x="41942" y="285275"/>
                  </a:cubicBezTo>
                  <a:cubicBezTo>
                    <a:pt x="41451" y="285521"/>
                    <a:pt x="40960" y="285766"/>
                    <a:pt x="40453" y="286019"/>
                  </a:cubicBezTo>
                  <a:cubicBezTo>
                    <a:pt x="40085" y="286894"/>
                    <a:pt x="39717" y="287769"/>
                    <a:pt x="39337" y="288670"/>
                  </a:cubicBezTo>
                  <a:cubicBezTo>
                    <a:pt x="38969" y="289514"/>
                    <a:pt x="38601" y="290358"/>
                    <a:pt x="38221" y="291228"/>
                  </a:cubicBezTo>
                  <a:cubicBezTo>
                    <a:pt x="37730" y="291228"/>
                    <a:pt x="37239" y="291228"/>
                    <a:pt x="36733" y="291228"/>
                  </a:cubicBezTo>
                  <a:cubicBezTo>
                    <a:pt x="36479" y="292467"/>
                    <a:pt x="36231" y="293707"/>
                    <a:pt x="35989" y="294949"/>
                  </a:cubicBezTo>
                  <a:cubicBezTo>
                    <a:pt x="35498" y="295194"/>
                    <a:pt x="35006" y="295440"/>
                    <a:pt x="34500" y="295693"/>
                  </a:cubicBezTo>
                  <a:cubicBezTo>
                    <a:pt x="34296" y="296813"/>
                    <a:pt x="34107" y="297935"/>
                    <a:pt x="33925" y="299059"/>
                  </a:cubicBezTo>
                  <a:cubicBezTo>
                    <a:pt x="33347" y="300892"/>
                    <a:pt x="33347" y="300892"/>
                    <a:pt x="32268" y="302390"/>
                  </a:cubicBezTo>
                  <a:cubicBezTo>
                    <a:pt x="28892" y="303315"/>
                    <a:pt x="25599" y="303051"/>
                    <a:pt x="22129" y="302855"/>
                  </a:cubicBezTo>
                  <a:cubicBezTo>
                    <a:pt x="21187" y="302831"/>
                    <a:pt x="20245" y="302807"/>
                    <a:pt x="19275" y="302783"/>
                  </a:cubicBezTo>
                  <a:cubicBezTo>
                    <a:pt x="12353" y="302567"/>
                    <a:pt x="12353" y="302567"/>
                    <a:pt x="11432" y="301646"/>
                  </a:cubicBezTo>
                  <a:cubicBezTo>
                    <a:pt x="11212" y="295826"/>
                    <a:pt x="11212" y="295826"/>
                    <a:pt x="12176" y="293461"/>
                  </a:cubicBezTo>
                  <a:cubicBezTo>
                    <a:pt x="12913" y="292969"/>
                    <a:pt x="13650" y="292478"/>
                    <a:pt x="14409" y="291972"/>
                  </a:cubicBezTo>
                  <a:cubicBezTo>
                    <a:pt x="14680" y="290737"/>
                    <a:pt x="14929" y="289496"/>
                    <a:pt x="15153" y="288252"/>
                  </a:cubicBezTo>
                  <a:cubicBezTo>
                    <a:pt x="15644" y="288006"/>
                    <a:pt x="16135" y="287760"/>
                    <a:pt x="16641" y="287507"/>
                  </a:cubicBezTo>
                  <a:cubicBezTo>
                    <a:pt x="16748" y="286648"/>
                    <a:pt x="16856" y="285788"/>
                    <a:pt x="16967" y="284903"/>
                  </a:cubicBezTo>
                  <a:cubicBezTo>
                    <a:pt x="17105" y="284043"/>
                    <a:pt x="17243" y="283184"/>
                    <a:pt x="17385" y="282298"/>
                  </a:cubicBezTo>
                  <a:cubicBezTo>
                    <a:pt x="18122" y="282053"/>
                    <a:pt x="18859" y="281807"/>
                    <a:pt x="19618" y="281554"/>
                  </a:cubicBezTo>
                  <a:cubicBezTo>
                    <a:pt x="19969" y="280171"/>
                    <a:pt x="19969" y="280171"/>
                    <a:pt x="19990" y="278578"/>
                  </a:cubicBezTo>
                  <a:cubicBezTo>
                    <a:pt x="20059" y="276950"/>
                    <a:pt x="20059" y="276950"/>
                    <a:pt x="20362" y="275601"/>
                  </a:cubicBezTo>
                  <a:cubicBezTo>
                    <a:pt x="21098" y="275356"/>
                    <a:pt x="21835" y="275110"/>
                    <a:pt x="22594" y="274857"/>
                  </a:cubicBezTo>
                  <a:cubicBezTo>
                    <a:pt x="23030" y="273454"/>
                    <a:pt x="23030" y="273454"/>
                    <a:pt x="23106" y="271834"/>
                  </a:cubicBezTo>
                  <a:cubicBezTo>
                    <a:pt x="23182" y="270867"/>
                    <a:pt x="23259" y="269900"/>
                    <a:pt x="23338" y="268904"/>
                  </a:cubicBezTo>
                  <a:cubicBezTo>
                    <a:pt x="24075" y="268904"/>
                    <a:pt x="24812" y="268904"/>
                    <a:pt x="25571" y="268904"/>
                  </a:cubicBezTo>
                  <a:cubicBezTo>
                    <a:pt x="25545" y="268429"/>
                    <a:pt x="25519" y="267954"/>
                    <a:pt x="25492" y="267465"/>
                  </a:cubicBezTo>
                  <a:cubicBezTo>
                    <a:pt x="25472" y="266850"/>
                    <a:pt x="25452" y="266235"/>
                    <a:pt x="25431" y="265602"/>
                  </a:cubicBezTo>
                  <a:cubicBezTo>
                    <a:pt x="25405" y="264989"/>
                    <a:pt x="25379" y="264376"/>
                    <a:pt x="25353" y="263744"/>
                  </a:cubicBezTo>
                  <a:cubicBezTo>
                    <a:pt x="25425" y="263237"/>
                    <a:pt x="25497" y="262729"/>
                    <a:pt x="25571" y="262207"/>
                  </a:cubicBezTo>
                  <a:cubicBezTo>
                    <a:pt x="26307" y="261961"/>
                    <a:pt x="27044" y="261715"/>
                    <a:pt x="27803" y="261462"/>
                  </a:cubicBezTo>
                  <a:cubicBezTo>
                    <a:pt x="28240" y="259887"/>
                    <a:pt x="28240" y="259887"/>
                    <a:pt x="28315" y="258067"/>
                  </a:cubicBezTo>
                  <a:cubicBezTo>
                    <a:pt x="28364" y="257452"/>
                    <a:pt x="28413" y="256838"/>
                    <a:pt x="28463" y="256204"/>
                  </a:cubicBezTo>
                  <a:cubicBezTo>
                    <a:pt x="28491" y="255729"/>
                    <a:pt x="28519" y="255254"/>
                    <a:pt x="28547" y="254765"/>
                  </a:cubicBezTo>
                  <a:cubicBezTo>
                    <a:pt x="29284" y="254765"/>
                    <a:pt x="30021" y="254765"/>
                    <a:pt x="30780" y="254765"/>
                  </a:cubicBezTo>
                  <a:cubicBezTo>
                    <a:pt x="30816" y="254237"/>
                    <a:pt x="30853" y="253708"/>
                    <a:pt x="30890" y="253164"/>
                  </a:cubicBezTo>
                  <a:cubicBezTo>
                    <a:pt x="30946" y="252480"/>
                    <a:pt x="31001" y="251796"/>
                    <a:pt x="31059" y="251091"/>
                  </a:cubicBezTo>
                  <a:cubicBezTo>
                    <a:pt x="31111" y="250409"/>
                    <a:pt x="31162" y="249727"/>
                    <a:pt x="31216" y="249024"/>
                  </a:cubicBezTo>
                  <a:cubicBezTo>
                    <a:pt x="31317" y="248463"/>
                    <a:pt x="31419" y="247902"/>
                    <a:pt x="31524" y="247324"/>
                  </a:cubicBezTo>
                  <a:cubicBezTo>
                    <a:pt x="32015" y="247078"/>
                    <a:pt x="32506" y="246833"/>
                    <a:pt x="33012" y="246580"/>
                  </a:cubicBezTo>
                  <a:cubicBezTo>
                    <a:pt x="33277" y="244462"/>
                    <a:pt x="33343" y="242363"/>
                    <a:pt x="33428" y="240231"/>
                  </a:cubicBezTo>
                  <a:cubicBezTo>
                    <a:pt x="33590" y="239322"/>
                    <a:pt x="33590" y="239322"/>
                    <a:pt x="33756" y="238394"/>
                  </a:cubicBezTo>
                  <a:cubicBezTo>
                    <a:pt x="34493" y="238149"/>
                    <a:pt x="35230" y="237903"/>
                    <a:pt x="35989" y="237650"/>
                  </a:cubicBezTo>
                  <a:cubicBezTo>
                    <a:pt x="36428" y="235559"/>
                    <a:pt x="36428" y="235559"/>
                    <a:pt x="36500" y="233139"/>
                  </a:cubicBezTo>
                  <a:cubicBezTo>
                    <a:pt x="36549" y="232317"/>
                    <a:pt x="36598" y="231494"/>
                    <a:pt x="36648" y="230648"/>
                  </a:cubicBezTo>
                  <a:cubicBezTo>
                    <a:pt x="36690" y="229694"/>
                    <a:pt x="36690" y="229694"/>
                    <a:pt x="36733" y="228720"/>
                  </a:cubicBezTo>
                  <a:cubicBezTo>
                    <a:pt x="37469" y="228720"/>
                    <a:pt x="38206" y="228720"/>
                    <a:pt x="38965" y="228720"/>
                  </a:cubicBezTo>
                  <a:cubicBezTo>
                    <a:pt x="39002" y="227923"/>
                    <a:pt x="39038" y="227126"/>
                    <a:pt x="39076" y="226305"/>
                  </a:cubicBezTo>
                  <a:cubicBezTo>
                    <a:pt x="39131" y="225265"/>
                    <a:pt x="39188" y="224225"/>
                    <a:pt x="39244" y="223186"/>
                  </a:cubicBezTo>
                  <a:cubicBezTo>
                    <a:pt x="39267" y="222660"/>
                    <a:pt x="39290" y="222133"/>
                    <a:pt x="39314" y="221591"/>
                  </a:cubicBezTo>
                  <a:cubicBezTo>
                    <a:pt x="39391" y="220243"/>
                    <a:pt x="39545" y="218899"/>
                    <a:pt x="39709" y="217558"/>
                  </a:cubicBezTo>
                  <a:cubicBezTo>
                    <a:pt x="40200" y="217313"/>
                    <a:pt x="40692" y="217067"/>
                    <a:pt x="41198" y="216814"/>
                  </a:cubicBezTo>
                  <a:cubicBezTo>
                    <a:pt x="41419" y="214258"/>
                    <a:pt x="41507" y="211733"/>
                    <a:pt x="41554" y="209169"/>
                  </a:cubicBezTo>
                  <a:cubicBezTo>
                    <a:pt x="41613" y="207559"/>
                    <a:pt x="41613" y="207559"/>
                    <a:pt x="41942" y="204908"/>
                  </a:cubicBezTo>
                  <a:cubicBezTo>
                    <a:pt x="42678" y="204662"/>
                    <a:pt x="43415" y="204417"/>
                    <a:pt x="44174" y="204164"/>
                  </a:cubicBezTo>
                  <a:cubicBezTo>
                    <a:pt x="44557" y="202435"/>
                    <a:pt x="44557" y="202435"/>
                    <a:pt x="44555" y="200347"/>
                  </a:cubicBezTo>
                  <a:cubicBezTo>
                    <a:pt x="44581" y="199577"/>
                    <a:pt x="44608" y="198807"/>
                    <a:pt x="44635" y="198014"/>
                  </a:cubicBezTo>
                  <a:cubicBezTo>
                    <a:pt x="44652" y="197204"/>
                    <a:pt x="44668" y="196394"/>
                    <a:pt x="44686" y="195560"/>
                  </a:cubicBezTo>
                  <a:cubicBezTo>
                    <a:pt x="44711" y="194747"/>
                    <a:pt x="44737" y="193934"/>
                    <a:pt x="44763" y="193096"/>
                  </a:cubicBezTo>
                  <a:cubicBezTo>
                    <a:pt x="44824" y="191080"/>
                    <a:pt x="44876" y="189065"/>
                    <a:pt x="44918" y="187048"/>
                  </a:cubicBezTo>
                  <a:cubicBezTo>
                    <a:pt x="45409" y="187048"/>
                    <a:pt x="45901" y="187048"/>
                    <a:pt x="46407" y="187048"/>
                  </a:cubicBezTo>
                  <a:cubicBezTo>
                    <a:pt x="47409" y="183830"/>
                    <a:pt x="47256" y="180484"/>
                    <a:pt x="47247" y="177146"/>
                  </a:cubicBezTo>
                  <a:cubicBezTo>
                    <a:pt x="47248" y="176534"/>
                    <a:pt x="47250" y="175921"/>
                    <a:pt x="47251" y="175290"/>
                  </a:cubicBezTo>
                  <a:cubicBezTo>
                    <a:pt x="47254" y="173271"/>
                    <a:pt x="47252" y="171252"/>
                    <a:pt x="47250" y="169233"/>
                  </a:cubicBezTo>
                  <a:cubicBezTo>
                    <a:pt x="47250" y="167827"/>
                    <a:pt x="47251" y="166421"/>
                    <a:pt x="47252" y="165016"/>
                  </a:cubicBezTo>
                  <a:cubicBezTo>
                    <a:pt x="47253" y="162073"/>
                    <a:pt x="47251" y="159129"/>
                    <a:pt x="47248" y="156186"/>
                  </a:cubicBezTo>
                  <a:cubicBezTo>
                    <a:pt x="47244" y="152414"/>
                    <a:pt x="47246" y="148641"/>
                    <a:pt x="47250" y="144869"/>
                  </a:cubicBezTo>
                  <a:cubicBezTo>
                    <a:pt x="47253" y="141967"/>
                    <a:pt x="47252" y="139066"/>
                    <a:pt x="47250" y="136164"/>
                  </a:cubicBezTo>
                  <a:cubicBezTo>
                    <a:pt x="47250" y="134773"/>
                    <a:pt x="47250" y="133382"/>
                    <a:pt x="47252" y="131991"/>
                  </a:cubicBezTo>
                  <a:cubicBezTo>
                    <a:pt x="47254" y="130047"/>
                    <a:pt x="47251" y="128104"/>
                    <a:pt x="47247" y="126161"/>
                  </a:cubicBezTo>
                  <a:cubicBezTo>
                    <a:pt x="47249" y="125586"/>
                    <a:pt x="47250" y="125011"/>
                    <a:pt x="47252" y="124419"/>
                  </a:cubicBezTo>
                  <a:cubicBezTo>
                    <a:pt x="47293" y="120684"/>
                    <a:pt x="47293" y="120684"/>
                    <a:pt x="46407" y="117099"/>
                  </a:cubicBezTo>
                  <a:cubicBezTo>
                    <a:pt x="45915" y="116854"/>
                    <a:pt x="45424" y="116608"/>
                    <a:pt x="44918" y="116355"/>
                  </a:cubicBezTo>
                  <a:cubicBezTo>
                    <a:pt x="44681" y="114631"/>
                    <a:pt x="44681" y="114631"/>
                    <a:pt x="44610" y="112376"/>
                  </a:cubicBezTo>
                  <a:cubicBezTo>
                    <a:pt x="44567" y="111171"/>
                    <a:pt x="44567" y="111171"/>
                    <a:pt x="44523" y="109941"/>
                  </a:cubicBezTo>
                  <a:cubicBezTo>
                    <a:pt x="44500" y="109096"/>
                    <a:pt x="44477" y="108250"/>
                    <a:pt x="44453" y="107379"/>
                  </a:cubicBezTo>
                  <a:cubicBezTo>
                    <a:pt x="44410" y="106106"/>
                    <a:pt x="44410" y="106106"/>
                    <a:pt x="44366" y="104808"/>
                  </a:cubicBezTo>
                  <a:cubicBezTo>
                    <a:pt x="44296" y="102704"/>
                    <a:pt x="44232" y="100600"/>
                    <a:pt x="44174" y="98496"/>
                  </a:cubicBezTo>
                  <a:cubicBezTo>
                    <a:pt x="43437" y="98741"/>
                    <a:pt x="42701" y="98987"/>
                    <a:pt x="41942" y="99240"/>
                  </a:cubicBezTo>
                  <a:cubicBezTo>
                    <a:pt x="41905" y="98282"/>
                    <a:pt x="41869" y="97323"/>
                    <a:pt x="41831" y="96336"/>
                  </a:cubicBezTo>
                  <a:cubicBezTo>
                    <a:pt x="41775" y="95087"/>
                    <a:pt x="41719" y="93838"/>
                    <a:pt x="41663" y="92589"/>
                  </a:cubicBezTo>
                  <a:cubicBezTo>
                    <a:pt x="41640" y="91956"/>
                    <a:pt x="41617" y="91324"/>
                    <a:pt x="41593" y="90672"/>
                  </a:cubicBezTo>
                  <a:cubicBezTo>
                    <a:pt x="41550" y="89769"/>
                    <a:pt x="41550" y="89769"/>
                    <a:pt x="41506" y="88848"/>
                  </a:cubicBezTo>
                  <a:cubicBezTo>
                    <a:pt x="41482" y="88291"/>
                    <a:pt x="41459" y="87734"/>
                    <a:pt x="41435" y="87159"/>
                  </a:cubicBezTo>
                  <a:cubicBezTo>
                    <a:pt x="41357" y="86726"/>
                    <a:pt x="41278" y="86292"/>
                    <a:pt x="41198" y="85845"/>
                  </a:cubicBezTo>
                  <a:cubicBezTo>
                    <a:pt x="40461" y="85477"/>
                    <a:pt x="40461" y="85477"/>
                    <a:pt x="39709" y="85101"/>
                  </a:cubicBezTo>
                  <a:cubicBezTo>
                    <a:pt x="39454" y="82991"/>
                    <a:pt x="39454" y="82991"/>
                    <a:pt x="39337" y="80357"/>
                  </a:cubicBezTo>
                  <a:cubicBezTo>
                    <a:pt x="39215" y="76531"/>
                    <a:pt x="39215" y="76531"/>
                    <a:pt x="37477" y="73195"/>
                  </a:cubicBezTo>
                  <a:cubicBezTo>
                    <a:pt x="37231" y="73195"/>
                    <a:pt x="36986" y="73195"/>
                    <a:pt x="36733" y="73195"/>
                  </a:cubicBezTo>
                  <a:cubicBezTo>
                    <a:pt x="36487" y="70003"/>
                    <a:pt x="36242" y="66810"/>
                    <a:pt x="35989" y="63521"/>
                  </a:cubicBezTo>
                  <a:cubicBezTo>
                    <a:pt x="35252" y="63521"/>
                    <a:pt x="34515" y="63521"/>
                    <a:pt x="33756" y="63521"/>
                  </a:cubicBezTo>
                  <a:cubicBezTo>
                    <a:pt x="33756" y="60820"/>
                    <a:pt x="33756" y="58119"/>
                    <a:pt x="33756" y="55336"/>
                  </a:cubicBezTo>
                  <a:cubicBezTo>
                    <a:pt x="33020" y="55336"/>
                    <a:pt x="32283" y="55336"/>
                    <a:pt x="31524" y="55336"/>
                  </a:cubicBezTo>
                  <a:cubicBezTo>
                    <a:pt x="31155" y="51652"/>
                    <a:pt x="31155" y="51652"/>
                    <a:pt x="30780" y="47894"/>
                  </a:cubicBezTo>
                  <a:cubicBezTo>
                    <a:pt x="30043" y="47894"/>
                    <a:pt x="29306" y="47894"/>
                    <a:pt x="28547" y="47894"/>
                  </a:cubicBezTo>
                  <a:cubicBezTo>
                    <a:pt x="28426" y="46368"/>
                    <a:pt x="28305" y="44842"/>
                    <a:pt x="28184" y="43316"/>
                  </a:cubicBezTo>
                  <a:cubicBezTo>
                    <a:pt x="28058" y="42862"/>
                    <a:pt x="27933" y="42408"/>
                    <a:pt x="27803" y="41941"/>
                  </a:cubicBezTo>
                  <a:cubicBezTo>
                    <a:pt x="26698" y="41573"/>
                    <a:pt x="26698" y="41573"/>
                    <a:pt x="25571" y="41197"/>
                  </a:cubicBezTo>
                  <a:cubicBezTo>
                    <a:pt x="25242" y="39848"/>
                    <a:pt x="25242" y="39848"/>
                    <a:pt x="25152" y="38220"/>
                  </a:cubicBezTo>
                  <a:cubicBezTo>
                    <a:pt x="25088" y="36633"/>
                    <a:pt x="25088" y="36633"/>
                    <a:pt x="24827" y="35244"/>
                  </a:cubicBezTo>
                  <a:cubicBezTo>
                    <a:pt x="24335" y="34998"/>
                    <a:pt x="23844" y="34753"/>
                    <a:pt x="23338" y="34500"/>
                  </a:cubicBezTo>
                  <a:cubicBezTo>
                    <a:pt x="22897" y="32529"/>
                    <a:pt x="22786" y="30562"/>
                    <a:pt x="22594" y="28546"/>
                  </a:cubicBezTo>
                  <a:cubicBezTo>
                    <a:pt x="21857" y="28546"/>
                    <a:pt x="21121" y="28546"/>
                    <a:pt x="20362" y="28546"/>
                  </a:cubicBezTo>
                  <a:cubicBezTo>
                    <a:pt x="20116" y="26582"/>
                    <a:pt x="19871" y="24617"/>
                    <a:pt x="19618" y="22593"/>
                  </a:cubicBezTo>
                  <a:cubicBezTo>
                    <a:pt x="18881" y="22593"/>
                    <a:pt x="18144" y="22593"/>
                    <a:pt x="17385" y="22593"/>
                  </a:cubicBezTo>
                  <a:cubicBezTo>
                    <a:pt x="17431" y="21749"/>
                    <a:pt x="17477" y="20905"/>
                    <a:pt x="17525" y="20035"/>
                  </a:cubicBezTo>
                  <a:cubicBezTo>
                    <a:pt x="17479" y="19161"/>
                    <a:pt x="17433" y="18286"/>
                    <a:pt x="17385" y="17384"/>
                  </a:cubicBezTo>
                  <a:cubicBezTo>
                    <a:pt x="16648" y="17139"/>
                    <a:pt x="15912" y="16893"/>
                    <a:pt x="15153" y="16640"/>
                  </a:cubicBezTo>
                  <a:cubicBezTo>
                    <a:pt x="14607" y="14668"/>
                    <a:pt x="14571" y="12737"/>
                    <a:pt x="14409" y="10687"/>
                  </a:cubicBezTo>
                  <a:cubicBezTo>
                    <a:pt x="13672" y="10687"/>
                    <a:pt x="12935" y="10687"/>
                    <a:pt x="12176" y="10687"/>
                  </a:cubicBezTo>
                  <a:cubicBezTo>
                    <a:pt x="11202" y="7766"/>
                    <a:pt x="11414" y="4806"/>
                    <a:pt x="11432" y="1757"/>
                  </a:cubicBezTo>
                  <a:close/>
                </a:path>
              </a:pathLst>
            </a:custGeom>
            <a:grpFill/>
            <a:ln w="744" cap="flat">
              <a:noFill/>
              <a:prstDash val="solid"/>
              <a:miter/>
            </a:ln>
          </p:spPr>
          <p:txBody>
            <a:bodyPr rtlCol="0" anchor="ctr"/>
            <a:lstStyle/>
            <a:p>
              <a:endParaRPr lang="zh-CN" altLang="en-US"/>
            </a:p>
          </p:txBody>
        </p:sp>
        <p:sp>
          <p:nvSpPr>
            <p:cNvPr id="154" name="任意多边形: 形状 153"/>
            <p:cNvSpPr/>
            <p:nvPr/>
          </p:nvSpPr>
          <p:spPr>
            <a:xfrm>
              <a:off x="7621112" y="1392851"/>
              <a:ext cx="30441" cy="236164"/>
            </a:xfrm>
            <a:custGeom>
              <a:avLst/>
              <a:gdLst>
                <a:gd name="connsiteX0" fmla="*/ 14682 w 30441"/>
                <a:gd name="connsiteY0" fmla="*/ 1504 h 236164"/>
                <a:gd name="connsiteX1" fmla="*/ 18355 w 30441"/>
                <a:gd name="connsiteY1" fmla="*/ 1516 h 236164"/>
                <a:gd name="connsiteX2" fmla="*/ 20304 w 30441"/>
                <a:gd name="connsiteY2" fmla="*/ 1519 h 236164"/>
                <a:gd name="connsiteX3" fmla="*/ 26491 w 30441"/>
                <a:gd name="connsiteY3" fmla="*/ 1542 h 236164"/>
                <a:gd name="connsiteX4" fmla="*/ 30675 w 30441"/>
                <a:gd name="connsiteY4" fmla="*/ 1552 h 236164"/>
                <a:gd name="connsiteX5" fmla="*/ 40955 w 30441"/>
                <a:gd name="connsiteY5" fmla="*/ 1588 h 236164"/>
                <a:gd name="connsiteX6" fmla="*/ 41031 w 30441"/>
                <a:gd name="connsiteY6" fmla="*/ 91420 h 236164"/>
                <a:gd name="connsiteX7" fmla="*/ 41037 w 30441"/>
                <a:gd name="connsiteY7" fmla="*/ 102014 h 236164"/>
                <a:gd name="connsiteX8" fmla="*/ 41038 w 30441"/>
                <a:gd name="connsiteY8" fmla="*/ 104144 h 236164"/>
                <a:gd name="connsiteX9" fmla="*/ 41070 w 30441"/>
                <a:gd name="connsiteY9" fmla="*/ 138342 h 236164"/>
                <a:gd name="connsiteX10" fmla="*/ 41095 w 30441"/>
                <a:gd name="connsiteY10" fmla="*/ 173404 h 236164"/>
                <a:gd name="connsiteX11" fmla="*/ 41116 w 30441"/>
                <a:gd name="connsiteY11" fmla="*/ 195058 h 236164"/>
                <a:gd name="connsiteX12" fmla="*/ 41124 w 30441"/>
                <a:gd name="connsiteY12" fmla="*/ 209885 h 236164"/>
                <a:gd name="connsiteX13" fmla="*/ 41132 w 30441"/>
                <a:gd name="connsiteY13" fmla="*/ 218453 h 236164"/>
                <a:gd name="connsiteX14" fmla="*/ 41134 w 30441"/>
                <a:gd name="connsiteY14" fmla="*/ 227720 h 236164"/>
                <a:gd name="connsiteX15" fmla="*/ 41147 w 30441"/>
                <a:gd name="connsiteY15" fmla="*/ 230486 h 236164"/>
                <a:gd name="connsiteX16" fmla="*/ 41138 w 30441"/>
                <a:gd name="connsiteY16" fmla="*/ 232973 h 236164"/>
                <a:gd name="connsiteX17" fmla="*/ 41140 w 30441"/>
                <a:gd name="connsiteY17" fmla="*/ 235137 h 236164"/>
                <a:gd name="connsiteX18" fmla="*/ 40955 w 30441"/>
                <a:gd name="connsiteY18" fmla="*/ 236737 h 236164"/>
                <a:gd name="connsiteX19" fmla="*/ 34080 w 30441"/>
                <a:gd name="connsiteY19" fmla="*/ 237606 h 236164"/>
                <a:gd name="connsiteX20" fmla="*/ 32462 w 30441"/>
                <a:gd name="connsiteY20" fmla="*/ 237613 h 236164"/>
                <a:gd name="connsiteX21" fmla="*/ 29067 w 30441"/>
                <a:gd name="connsiteY21" fmla="*/ 237619 h 236164"/>
                <a:gd name="connsiteX22" fmla="*/ 23894 w 30441"/>
                <a:gd name="connsiteY22" fmla="*/ 237648 h 236164"/>
                <a:gd name="connsiteX23" fmla="*/ 20593 w 30441"/>
                <a:gd name="connsiteY23" fmla="*/ 237652 h 236164"/>
                <a:gd name="connsiteX24" fmla="*/ 19038 w 30441"/>
                <a:gd name="connsiteY24" fmla="*/ 237669 h 236164"/>
                <a:gd name="connsiteX25" fmla="*/ 11189 w 30441"/>
                <a:gd name="connsiteY25" fmla="*/ 235993 h 236164"/>
                <a:gd name="connsiteX26" fmla="*/ 10730 w 30441"/>
                <a:gd name="connsiteY26" fmla="*/ 232162 h 236164"/>
                <a:gd name="connsiteX27" fmla="*/ 10706 w 30441"/>
                <a:gd name="connsiteY27" fmla="*/ 229688 h 236164"/>
                <a:gd name="connsiteX28" fmla="*/ 10737 w 30441"/>
                <a:gd name="connsiteY28" fmla="*/ 226948 h 236164"/>
                <a:gd name="connsiteX29" fmla="*/ 10726 w 30441"/>
                <a:gd name="connsiteY29" fmla="*/ 224054 h 236164"/>
                <a:gd name="connsiteX30" fmla="*/ 10747 w 30441"/>
                <a:gd name="connsiteY30" fmla="*/ 216076 h 236164"/>
                <a:gd name="connsiteX31" fmla="*/ 10750 w 30441"/>
                <a:gd name="connsiteY31" fmla="*/ 207483 h 236164"/>
                <a:gd name="connsiteX32" fmla="*/ 10781 w 30441"/>
                <a:gd name="connsiteY32" fmla="*/ 190639 h 236164"/>
                <a:gd name="connsiteX33" fmla="*/ 10810 w 30441"/>
                <a:gd name="connsiteY33" fmla="*/ 171043 h 236164"/>
                <a:gd name="connsiteX34" fmla="*/ 10868 w 30441"/>
                <a:gd name="connsiteY34" fmla="*/ 136091 h 236164"/>
                <a:gd name="connsiteX35" fmla="*/ 10929 w 30441"/>
                <a:gd name="connsiteY35" fmla="*/ 102137 h 236164"/>
                <a:gd name="connsiteX36" fmla="*/ 10931 w 30441"/>
                <a:gd name="connsiteY36" fmla="*/ 100025 h 236164"/>
                <a:gd name="connsiteX37" fmla="*/ 10937 w 30441"/>
                <a:gd name="connsiteY37" fmla="*/ 91620 h 236164"/>
                <a:gd name="connsiteX38" fmla="*/ 10983 w 30441"/>
                <a:gd name="connsiteY38" fmla="*/ 55416 h 236164"/>
                <a:gd name="connsiteX39" fmla="*/ 10991 w 30441"/>
                <a:gd name="connsiteY39" fmla="*/ 49542 h 236164"/>
                <a:gd name="connsiteX40" fmla="*/ 11032 w 30441"/>
                <a:gd name="connsiteY40" fmla="*/ 28986 h 236164"/>
                <a:gd name="connsiteX41" fmla="*/ 11051 w 30441"/>
                <a:gd name="connsiteY41" fmla="*/ 20481 h 236164"/>
                <a:gd name="connsiteX42" fmla="*/ 11075 w 30441"/>
                <a:gd name="connsiteY42" fmla="*/ 11283 h 236164"/>
                <a:gd name="connsiteX43" fmla="*/ 11076 w 30441"/>
                <a:gd name="connsiteY43" fmla="*/ 8537 h 236164"/>
                <a:gd name="connsiteX44" fmla="*/ 11087 w 30441"/>
                <a:gd name="connsiteY44" fmla="*/ 6069 h 236164"/>
                <a:gd name="connsiteX45" fmla="*/ 11093 w 30441"/>
                <a:gd name="connsiteY45" fmla="*/ 3921 h 236164"/>
                <a:gd name="connsiteX46" fmla="*/ 14682 w 30441"/>
                <a:gd name="connsiteY46" fmla="*/ 1504 h 23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0441" h="236164">
                  <a:moveTo>
                    <a:pt x="14682" y="1504"/>
                  </a:moveTo>
                  <a:cubicBezTo>
                    <a:pt x="15906" y="1504"/>
                    <a:pt x="17131" y="1508"/>
                    <a:pt x="18355" y="1516"/>
                  </a:cubicBezTo>
                  <a:cubicBezTo>
                    <a:pt x="19319" y="1517"/>
                    <a:pt x="19319" y="1517"/>
                    <a:pt x="20304" y="1519"/>
                  </a:cubicBezTo>
                  <a:cubicBezTo>
                    <a:pt x="22366" y="1523"/>
                    <a:pt x="24428" y="1532"/>
                    <a:pt x="26491" y="1542"/>
                  </a:cubicBezTo>
                  <a:cubicBezTo>
                    <a:pt x="27886" y="1546"/>
                    <a:pt x="29280" y="1549"/>
                    <a:pt x="30675" y="1552"/>
                  </a:cubicBezTo>
                  <a:cubicBezTo>
                    <a:pt x="34102" y="1560"/>
                    <a:pt x="37528" y="1573"/>
                    <a:pt x="40955" y="1588"/>
                  </a:cubicBezTo>
                  <a:cubicBezTo>
                    <a:pt x="40989" y="31532"/>
                    <a:pt x="41015" y="61476"/>
                    <a:pt x="41031" y="91420"/>
                  </a:cubicBezTo>
                  <a:cubicBezTo>
                    <a:pt x="41033" y="94951"/>
                    <a:pt x="41035" y="98482"/>
                    <a:pt x="41037" y="102014"/>
                  </a:cubicBezTo>
                  <a:cubicBezTo>
                    <a:pt x="41037" y="102717"/>
                    <a:pt x="41038" y="103420"/>
                    <a:pt x="41038" y="104144"/>
                  </a:cubicBezTo>
                  <a:cubicBezTo>
                    <a:pt x="41044" y="115543"/>
                    <a:pt x="41056" y="126942"/>
                    <a:pt x="41070" y="138342"/>
                  </a:cubicBezTo>
                  <a:cubicBezTo>
                    <a:pt x="41084" y="150029"/>
                    <a:pt x="41092" y="161717"/>
                    <a:pt x="41095" y="173404"/>
                  </a:cubicBezTo>
                  <a:cubicBezTo>
                    <a:pt x="41097" y="180622"/>
                    <a:pt x="41104" y="187840"/>
                    <a:pt x="41116" y="195058"/>
                  </a:cubicBezTo>
                  <a:cubicBezTo>
                    <a:pt x="41124" y="200000"/>
                    <a:pt x="41126" y="204943"/>
                    <a:pt x="41124" y="209885"/>
                  </a:cubicBezTo>
                  <a:cubicBezTo>
                    <a:pt x="41123" y="212741"/>
                    <a:pt x="41125" y="215597"/>
                    <a:pt x="41132" y="218453"/>
                  </a:cubicBezTo>
                  <a:cubicBezTo>
                    <a:pt x="41141" y="221542"/>
                    <a:pt x="41138" y="224631"/>
                    <a:pt x="41134" y="227720"/>
                  </a:cubicBezTo>
                  <a:cubicBezTo>
                    <a:pt x="41138" y="228633"/>
                    <a:pt x="41143" y="229546"/>
                    <a:pt x="41147" y="230486"/>
                  </a:cubicBezTo>
                  <a:cubicBezTo>
                    <a:pt x="41144" y="231307"/>
                    <a:pt x="41141" y="232127"/>
                    <a:pt x="41138" y="232973"/>
                  </a:cubicBezTo>
                  <a:cubicBezTo>
                    <a:pt x="41139" y="233687"/>
                    <a:pt x="41139" y="234401"/>
                    <a:pt x="41140" y="235137"/>
                  </a:cubicBezTo>
                  <a:cubicBezTo>
                    <a:pt x="41079" y="235665"/>
                    <a:pt x="41018" y="236193"/>
                    <a:pt x="40955" y="236737"/>
                  </a:cubicBezTo>
                  <a:cubicBezTo>
                    <a:pt x="38749" y="237840"/>
                    <a:pt x="36499" y="237602"/>
                    <a:pt x="34080" y="237606"/>
                  </a:cubicBezTo>
                  <a:cubicBezTo>
                    <a:pt x="33546" y="237608"/>
                    <a:pt x="33012" y="237611"/>
                    <a:pt x="32462" y="237613"/>
                  </a:cubicBezTo>
                  <a:cubicBezTo>
                    <a:pt x="31330" y="237617"/>
                    <a:pt x="30199" y="237619"/>
                    <a:pt x="29067" y="237619"/>
                  </a:cubicBezTo>
                  <a:cubicBezTo>
                    <a:pt x="27343" y="237620"/>
                    <a:pt x="25618" y="237634"/>
                    <a:pt x="23894" y="237648"/>
                  </a:cubicBezTo>
                  <a:cubicBezTo>
                    <a:pt x="22793" y="237650"/>
                    <a:pt x="21693" y="237652"/>
                    <a:pt x="20593" y="237652"/>
                  </a:cubicBezTo>
                  <a:cubicBezTo>
                    <a:pt x="20080" y="237658"/>
                    <a:pt x="19566" y="237663"/>
                    <a:pt x="19038" y="237669"/>
                  </a:cubicBezTo>
                  <a:cubicBezTo>
                    <a:pt x="16081" y="237655"/>
                    <a:pt x="13779" y="237454"/>
                    <a:pt x="11189" y="235993"/>
                  </a:cubicBezTo>
                  <a:cubicBezTo>
                    <a:pt x="10726" y="234310"/>
                    <a:pt x="10726" y="234310"/>
                    <a:pt x="10730" y="232162"/>
                  </a:cubicBezTo>
                  <a:cubicBezTo>
                    <a:pt x="10722" y="231346"/>
                    <a:pt x="10714" y="230530"/>
                    <a:pt x="10706" y="229688"/>
                  </a:cubicBezTo>
                  <a:cubicBezTo>
                    <a:pt x="10721" y="228332"/>
                    <a:pt x="10721" y="228332"/>
                    <a:pt x="10737" y="226948"/>
                  </a:cubicBezTo>
                  <a:cubicBezTo>
                    <a:pt x="10733" y="225993"/>
                    <a:pt x="10730" y="225038"/>
                    <a:pt x="10726" y="224054"/>
                  </a:cubicBezTo>
                  <a:cubicBezTo>
                    <a:pt x="10716" y="221395"/>
                    <a:pt x="10729" y="218736"/>
                    <a:pt x="10747" y="216076"/>
                  </a:cubicBezTo>
                  <a:cubicBezTo>
                    <a:pt x="10761" y="213212"/>
                    <a:pt x="10754" y="210348"/>
                    <a:pt x="10750" y="207483"/>
                  </a:cubicBezTo>
                  <a:cubicBezTo>
                    <a:pt x="10745" y="201868"/>
                    <a:pt x="10760" y="196254"/>
                    <a:pt x="10781" y="190639"/>
                  </a:cubicBezTo>
                  <a:cubicBezTo>
                    <a:pt x="10804" y="184107"/>
                    <a:pt x="10808" y="177575"/>
                    <a:pt x="10810" y="171043"/>
                  </a:cubicBezTo>
                  <a:cubicBezTo>
                    <a:pt x="10814" y="159392"/>
                    <a:pt x="10836" y="147741"/>
                    <a:pt x="10868" y="136091"/>
                  </a:cubicBezTo>
                  <a:cubicBezTo>
                    <a:pt x="10899" y="124773"/>
                    <a:pt x="10920" y="113455"/>
                    <a:pt x="10929" y="102137"/>
                  </a:cubicBezTo>
                  <a:cubicBezTo>
                    <a:pt x="10929" y="101440"/>
                    <a:pt x="10930" y="100743"/>
                    <a:pt x="10931" y="100025"/>
                  </a:cubicBezTo>
                  <a:cubicBezTo>
                    <a:pt x="10933" y="97223"/>
                    <a:pt x="10935" y="94421"/>
                    <a:pt x="10937" y="91620"/>
                  </a:cubicBezTo>
                  <a:cubicBezTo>
                    <a:pt x="10947" y="79552"/>
                    <a:pt x="10964" y="67484"/>
                    <a:pt x="10983" y="55416"/>
                  </a:cubicBezTo>
                  <a:cubicBezTo>
                    <a:pt x="10986" y="53458"/>
                    <a:pt x="10989" y="51500"/>
                    <a:pt x="10991" y="49542"/>
                  </a:cubicBezTo>
                  <a:cubicBezTo>
                    <a:pt x="11001" y="42690"/>
                    <a:pt x="11013" y="35838"/>
                    <a:pt x="11032" y="28986"/>
                  </a:cubicBezTo>
                  <a:cubicBezTo>
                    <a:pt x="11040" y="26151"/>
                    <a:pt x="11047" y="23316"/>
                    <a:pt x="11051" y="20481"/>
                  </a:cubicBezTo>
                  <a:cubicBezTo>
                    <a:pt x="11055" y="17415"/>
                    <a:pt x="11064" y="14349"/>
                    <a:pt x="11075" y="11283"/>
                  </a:cubicBezTo>
                  <a:cubicBezTo>
                    <a:pt x="11075" y="10377"/>
                    <a:pt x="11076" y="9471"/>
                    <a:pt x="11076" y="8537"/>
                  </a:cubicBezTo>
                  <a:cubicBezTo>
                    <a:pt x="11080" y="7723"/>
                    <a:pt x="11084" y="6908"/>
                    <a:pt x="11087" y="6069"/>
                  </a:cubicBezTo>
                  <a:cubicBezTo>
                    <a:pt x="11089" y="5360"/>
                    <a:pt x="11091" y="4652"/>
                    <a:pt x="11093" y="3921"/>
                  </a:cubicBezTo>
                  <a:cubicBezTo>
                    <a:pt x="11260" y="1166"/>
                    <a:pt x="11792" y="1593"/>
                    <a:pt x="14682" y="1504"/>
                  </a:cubicBezTo>
                  <a:close/>
                </a:path>
              </a:pathLst>
            </a:custGeom>
            <a:grpFill/>
            <a:ln w="744" cap="flat">
              <a:noFill/>
              <a:prstDash val="solid"/>
              <a:miter/>
            </a:ln>
          </p:spPr>
          <p:txBody>
            <a:bodyPr rtlCol="0" anchor="ctr"/>
            <a:lstStyle/>
            <a:p>
              <a:endParaRPr lang="zh-CN" altLang="en-US"/>
            </a:p>
          </p:txBody>
        </p:sp>
        <p:sp>
          <p:nvSpPr>
            <p:cNvPr id="155" name="任意多边形: 形状 154"/>
            <p:cNvSpPr/>
            <p:nvPr/>
          </p:nvSpPr>
          <p:spPr>
            <a:xfrm>
              <a:off x="7418702" y="1392792"/>
              <a:ext cx="30444" cy="236224"/>
            </a:xfrm>
            <a:custGeom>
              <a:avLst/>
              <a:gdLst>
                <a:gd name="connsiteX0" fmla="*/ 18746 w 30444"/>
                <a:gd name="connsiteY0" fmla="*/ 1575 h 236224"/>
                <a:gd name="connsiteX1" fmla="*/ 20642 w 30444"/>
                <a:gd name="connsiteY1" fmla="*/ 1578 h 236224"/>
                <a:gd name="connsiteX2" fmla="*/ 26647 w 30444"/>
                <a:gd name="connsiteY2" fmla="*/ 1601 h 236224"/>
                <a:gd name="connsiteX3" fmla="*/ 30713 w 30444"/>
                <a:gd name="connsiteY3" fmla="*/ 1611 h 236224"/>
                <a:gd name="connsiteX4" fmla="*/ 40692 w 30444"/>
                <a:gd name="connsiteY4" fmla="*/ 1648 h 236224"/>
                <a:gd name="connsiteX5" fmla="*/ 40768 w 30444"/>
                <a:gd name="connsiteY5" fmla="*/ 91479 h 236224"/>
                <a:gd name="connsiteX6" fmla="*/ 40774 w 30444"/>
                <a:gd name="connsiteY6" fmla="*/ 102073 h 236224"/>
                <a:gd name="connsiteX7" fmla="*/ 40775 w 30444"/>
                <a:gd name="connsiteY7" fmla="*/ 104204 h 236224"/>
                <a:gd name="connsiteX8" fmla="*/ 40807 w 30444"/>
                <a:gd name="connsiteY8" fmla="*/ 138401 h 236224"/>
                <a:gd name="connsiteX9" fmla="*/ 40832 w 30444"/>
                <a:gd name="connsiteY9" fmla="*/ 173463 h 236224"/>
                <a:gd name="connsiteX10" fmla="*/ 40853 w 30444"/>
                <a:gd name="connsiteY10" fmla="*/ 195117 h 236224"/>
                <a:gd name="connsiteX11" fmla="*/ 40861 w 30444"/>
                <a:gd name="connsiteY11" fmla="*/ 209945 h 236224"/>
                <a:gd name="connsiteX12" fmla="*/ 40870 w 30444"/>
                <a:gd name="connsiteY12" fmla="*/ 218513 h 236224"/>
                <a:gd name="connsiteX13" fmla="*/ 40871 w 30444"/>
                <a:gd name="connsiteY13" fmla="*/ 227779 h 236224"/>
                <a:gd name="connsiteX14" fmla="*/ 40884 w 30444"/>
                <a:gd name="connsiteY14" fmla="*/ 230546 h 236224"/>
                <a:gd name="connsiteX15" fmla="*/ 40875 w 30444"/>
                <a:gd name="connsiteY15" fmla="*/ 233032 h 236224"/>
                <a:gd name="connsiteX16" fmla="*/ 40877 w 30444"/>
                <a:gd name="connsiteY16" fmla="*/ 235196 h 236224"/>
                <a:gd name="connsiteX17" fmla="*/ 40692 w 30444"/>
                <a:gd name="connsiteY17" fmla="*/ 236796 h 236224"/>
                <a:gd name="connsiteX18" fmla="*/ 33818 w 30444"/>
                <a:gd name="connsiteY18" fmla="*/ 237665 h 236224"/>
                <a:gd name="connsiteX19" fmla="*/ 32199 w 30444"/>
                <a:gd name="connsiteY19" fmla="*/ 237673 h 236224"/>
                <a:gd name="connsiteX20" fmla="*/ 28804 w 30444"/>
                <a:gd name="connsiteY20" fmla="*/ 237678 h 236224"/>
                <a:gd name="connsiteX21" fmla="*/ 23631 w 30444"/>
                <a:gd name="connsiteY21" fmla="*/ 237707 h 236224"/>
                <a:gd name="connsiteX22" fmla="*/ 20330 w 30444"/>
                <a:gd name="connsiteY22" fmla="*/ 237712 h 236224"/>
                <a:gd name="connsiteX23" fmla="*/ 18775 w 30444"/>
                <a:gd name="connsiteY23" fmla="*/ 237728 h 236224"/>
                <a:gd name="connsiteX24" fmla="*/ 10927 w 30444"/>
                <a:gd name="connsiteY24" fmla="*/ 236052 h 236224"/>
                <a:gd name="connsiteX25" fmla="*/ 10465 w 30444"/>
                <a:gd name="connsiteY25" fmla="*/ 232222 h 236224"/>
                <a:gd name="connsiteX26" fmla="*/ 10440 w 30444"/>
                <a:gd name="connsiteY26" fmla="*/ 229748 h 236224"/>
                <a:gd name="connsiteX27" fmla="*/ 10469 w 30444"/>
                <a:gd name="connsiteY27" fmla="*/ 227007 h 236224"/>
                <a:gd name="connsiteX28" fmla="*/ 10456 w 30444"/>
                <a:gd name="connsiteY28" fmla="*/ 224114 h 236224"/>
                <a:gd name="connsiteX29" fmla="*/ 10473 w 30444"/>
                <a:gd name="connsiteY29" fmla="*/ 216136 h 236224"/>
                <a:gd name="connsiteX30" fmla="*/ 10472 w 30444"/>
                <a:gd name="connsiteY30" fmla="*/ 207542 h 236224"/>
                <a:gd name="connsiteX31" fmla="*/ 10494 w 30444"/>
                <a:gd name="connsiteY31" fmla="*/ 190698 h 236224"/>
                <a:gd name="connsiteX32" fmla="*/ 10516 w 30444"/>
                <a:gd name="connsiteY32" fmla="*/ 171102 h 236224"/>
                <a:gd name="connsiteX33" fmla="*/ 10564 w 30444"/>
                <a:gd name="connsiteY33" fmla="*/ 136150 h 236224"/>
                <a:gd name="connsiteX34" fmla="*/ 10610 w 30444"/>
                <a:gd name="connsiteY34" fmla="*/ 102197 h 236224"/>
                <a:gd name="connsiteX35" fmla="*/ 10610 w 30444"/>
                <a:gd name="connsiteY35" fmla="*/ 100084 h 236224"/>
                <a:gd name="connsiteX36" fmla="*/ 10611 w 30444"/>
                <a:gd name="connsiteY36" fmla="*/ 97975 h 236224"/>
                <a:gd name="connsiteX37" fmla="*/ 10612 w 30444"/>
                <a:gd name="connsiteY37" fmla="*/ 93772 h 236224"/>
                <a:gd name="connsiteX38" fmla="*/ 10612 w 30444"/>
                <a:gd name="connsiteY38" fmla="*/ 91679 h 236224"/>
                <a:gd name="connsiteX39" fmla="*/ 10643 w 30444"/>
                <a:gd name="connsiteY39" fmla="*/ 59374 h 236224"/>
                <a:gd name="connsiteX40" fmla="*/ 10654 w 30444"/>
                <a:gd name="connsiteY40" fmla="*/ 47645 h 236224"/>
                <a:gd name="connsiteX41" fmla="*/ 10685 w 30444"/>
                <a:gd name="connsiteY41" fmla="*/ 29045 h 236224"/>
                <a:gd name="connsiteX42" fmla="*/ 10699 w 30444"/>
                <a:gd name="connsiteY42" fmla="*/ 20540 h 236224"/>
                <a:gd name="connsiteX43" fmla="*/ 10723 w 30444"/>
                <a:gd name="connsiteY43" fmla="*/ 11342 h 236224"/>
                <a:gd name="connsiteX44" fmla="*/ 10717 w 30444"/>
                <a:gd name="connsiteY44" fmla="*/ 8597 h 236224"/>
                <a:gd name="connsiteX45" fmla="*/ 10733 w 30444"/>
                <a:gd name="connsiteY45" fmla="*/ 6128 h 236224"/>
                <a:gd name="connsiteX46" fmla="*/ 10738 w 30444"/>
                <a:gd name="connsiteY46" fmla="*/ 3981 h 236224"/>
                <a:gd name="connsiteX47" fmla="*/ 10927 w 30444"/>
                <a:gd name="connsiteY47" fmla="*/ 2392 h 236224"/>
                <a:gd name="connsiteX48" fmla="*/ 18746 w 30444"/>
                <a:gd name="connsiteY48" fmla="*/ 1575 h 23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444" h="236224">
                  <a:moveTo>
                    <a:pt x="18746" y="1575"/>
                  </a:moveTo>
                  <a:cubicBezTo>
                    <a:pt x="19684" y="1577"/>
                    <a:pt x="19684" y="1577"/>
                    <a:pt x="20642" y="1578"/>
                  </a:cubicBezTo>
                  <a:cubicBezTo>
                    <a:pt x="22643" y="1582"/>
                    <a:pt x="24645" y="1592"/>
                    <a:pt x="26647" y="1601"/>
                  </a:cubicBezTo>
                  <a:cubicBezTo>
                    <a:pt x="28002" y="1605"/>
                    <a:pt x="29358" y="1608"/>
                    <a:pt x="30713" y="1611"/>
                  </a:cubicBezTo>
                  <a:cubicBezTo>
                    <a:pt x="34040" y="1620"/>
                    <a:pt x="37366" y="1632"/>
                    <a:pt x="40692" y="1648"/>
                  </a:cubicBezTo>
                  <a:cubicBezTo>
                    <a:pt x="40726" y="31592"/>
                    <a:pt x="40753" y="61535"/>
                    <a:pt x="40768" y="91479"/>
                  </a:cubicBezTo>
                  <a:cubicBezTo>
                    <a:pt x="40770" y="95011"/>
                    <a:pt x="40772" y="98542"/>
                    <a:pt x="40774" y="102073"/>
                  </a:cubicBezTo>
                  <a:cubicBezTo>
                    <a:pt x="40774" y="102776"/>
                    <a:pt x="40775" y="103479"/>
                    <a:pt x="40775" y="104204"/>
                  </a:cubicBezTo>
                  <a:cubicBezTo>
                    <a:pt x="40782" y="115603"/>
                    <a:pt x="40794" y="127002"/>
                    <a:pt x="40807" y="138401"/>
                  </a:cubicBezTo>
                  <a:cubicBezTo>
                    <a:pt x="40821" y="150088"/>
                    <a:pt x="40829" y="161776"/>
                    <a:pt x="40832" y="173463"/>
                  </a:cubicBezTo>
                  <a:cubicBezTo>
                    <a:pt x="40834" y="180681"/>
                    <a:pt x="40841" y="187899"/>
                    <a:pt x="40853" y="195117"/>
                  </a:cubicBezTo>
                  <a:cubicBezTo>
                    <a:pt x="40861" y="200060"/>
                    <a:pt x="40863" y="205002"/>
                    <a:pt x="40861" y="209945"/>
                  </a:cubicBezTo>
                  <a:cubicBezTo>
                    <a:pt x="40860" y="212801"/>
                    <a:pt x="40862" y="215657"/>
                    <a:pt x="40870" y="218513"/>
                  </a:cubicBezTo>
                  <a:cubicBezTo>
                    <a:pt x="40878" y="221602"/>
                    <a:pt x="40875" y="224691"/>
                    <a:pt x="40871" y="227779"/>
                  </a:cubicBezTo>
                  <a:cubicBezTo>
                    <a:pt x="40876" y="228692"/>
                    <a:pt x="40880" y="229605"/>
                    <a:pt x="40884" y="230546"/>
                  </a:cubicBezTo>
                  <a:cubicBezTo>
                    <a:pt x="40881" y="231366"/>
                    <a:pt x="40879" y="232187"/>
                    <a:pt x="40875" y="233032"/>
                  </a:cubicBezTo>
                  <a:cubicBezTo>
                    <a:pt x="40876" y="233746"/>
                    <a:pt x="40877" y="234460"/>
                    <a:pt x="40877" y="235196"/>
                  </a:cubicBezTo>
                  <a:cubicBezTo>
                    <a:pt x="40816" y="235724"/>
                    <a:pt x="40755" y="236252"/>
                    <a:pt x="40692" y="236796"/>
                  </a:cubicBezTo>
                  <a:cubicBezTo>
                    <a:pt x="38486" y="237899"/>
                    <a:pt x="36237" y="237661"/>
                    <a:pt x="33818" y="237665"/>
                  </a:cubicBezTo>
                  <a:cubicBezTo>
                    <a:pt x="33284" y="237668"/>
                    <a:pt x="32750" y="237670"/>
                    <a:pt x="32199" y="237673"/>
                  </a:cubicBezTo>
                  <a:cubicBezTo>
                    <a:pt x="31068" y="237677"/>
                    <a:pt x="29936" y="237678"/>
                    <a:pt x="28804" y="237678"/>
                  </a:cubicBezTo>
                  <a:cubicBezTo>
                    <a:pt x="27080" y="237680"/>
                    <a:pt x="25355" y="237693"/>
                    <a:pt x="23631" y="237707"/>
                  </a:cubicBezTo>
                  <a:cubicBezTo>
                    <a:pt x="22531" y="237710"/>
                    <a:pt x="21430" y="237711"/>
                    <a:pt x="20330" y="237712"/>
                  </a:cubicBezTo>
                  <a:cubicBezTo>
                    <a:pt x="19817" y="237717"/>
                    <a:pt x="19304" y="237722"/>
                    <a:pt x="18775" y="237728"/>
                  </a:cubicBezTo>
                  <a:cubicBezTo>
                    <a:pt x="15819" y="237714"/>
                    <a:pt x="13517" y="237513"/>
                    <a:pt x="10927" y="236052"/>
                  </a:cubicBezTo>
                  <a:cubicBezTo>
                    <a:pt x="10463" y="234370"/>
                    <a:pt x="10463" y="234370"/>
                    <a:pt x="10465" y="232222"/>
                  </a:cubicBezTo>
                  <a:cubicBezTo>
                    <a:pt x="10456" y="231405"/>
                    <a:pt x="10448" y="230589"/>
                    <a:pt x="10440" y="229748"/>
                  </a:cubicBezTo>
                  <a:cubicBezTo>
                    <a:pt x="10449" y="228843"/>
                    <a:pt x="10459" y="227939"/>
                    <a:pt x="10469" y="227007"/>
                  </a:cubicBezTo>
                  <a:cubicBezTo>
                    <a:pt x="10465" y="226052"/>
                    <a:pt x="10461" y="225098"/>
                    <a:pt x="10456" y="224114"/>
                  </a:cubicBezTo>
                  <a:cubicBezTo>
                    <a:pt x="10445" y="221454"/>
                    <a:pt x="10457" y="218795"/>
                    <a:pt x="10473" y="216136"/>
                  </a:cubicBezTo>
                  <a:cubicBezTo>
                    <a:pt x="10486" y="213271"/>
                    <a:pt x="10478" y="210407"/>
                    <a:pt x="10472" y="207542"/>
                  </a:cubicBezTo>
                  <a:cubicBezTo>
                    <a:pt x="10464" y="201928"/>
                    <a:pt x="10476" y="196313"/>
                    <a:pt x="10494" y="190698"/>
                  </a:cubicBezTo>
                  <a:cubicBezTo>
                    <a:pt x="10515" y="184166"/>
                    <a:pt x="10516" y="177634"/>
                    <a:pt x="10516" y="171102"/>
                  </a:cubicBezTo>
                  <a:cubicBezTo>
                    <a:pt x="10517" y="159451"/>
                    <a:pt x="10536" y="147801"/>
                    <a:pt x="10564" y="136150"/>
                  </a:cubicBezTo>
                  <a:cubicBezTo>
                    <a:pt x="10592" y="124832"/>
                    <a:pt x="10608" y="113515"/>
                    <a:pt x="10610" y="102197"/>
                  </a:cubicBezTo>
                  <a:cubicBezTo>
                    <a:pt x="10610" y="101499"/>
                    <a:pt x="10610" y="100802"/>
                    <a:pt x="10610" y="100084"/>
                  </a:cubicBezTo>
                  <a:cubicBezTo>
                    <a:pt x="10611" y="99388"/>
                    <a:pt x="10611" y="98692"/>
                    <a:pt x="10611" y="97975"/>
                  </a:cubicBezTo>
                  <a:cubicBezTo>
                    <a:pt x="10611" y="96574"/>
                    <a:pt x="10611" y="95173"/>
                    <a:pt x="10612" y="93772"/>
                  </a:cubicBezTo>
                  <a:cubicBezTo>
                    <a:pt x="10612" y="93082"/>
                    <a:pt x="10612" y="92391"/>
                    <a:pt x="10612" y="91679"/>
                  </a:cubicBezTo>
                  <a:cubicBezTo>
                    <a:pt x="10615" y="80911"/>
                    <a:pt x="10629" y="70142"/>
                    <a:pt x="10643" y="59374"/>
                  </a:cubicBezTo>
                  <a:cubicBezTo>
                    <a:pt x="10649" y="55464"/>
                    <a:pt x="10652" y="51555"/>
                    <a:pt x="10654" y="47645"/>
                  </a:cubicBezTo>
                  <a:cubicBezTo>
                    <a:pt x="10658" y="41445"/>
                    <a:pt x="10667" y="35245"/>
                    <a:pt x="10685" y="29045"/>
                  </a:cubicBezTo>
                  <a:cubicBezTo>
                    <a:pt x="10694" y="26210"/>
                    <a:pt x="10700" y="23375"/>
                    <a:pt x="10699" y="20540"/>
                  </a:cubicBezTo>
                  <a:cubicBezTo>
                    <a:pt x="10699" y="17474"/>
                    <a:pt x="10710" y="14408"/>
                    <a:pt x="10723" y="11342"/>
                  </a:cubicBezTo>
                  <a:cubicBezTo>
                    <a:pt x="10721" y="10436"/>
                    <a:pt x="10719" y="9530"/>
                    <a:pt x="10717" y="8597"/>
                  </a:cubicBezTo>
                  <a:cubicBezTo>
                    <a:pt x="10723" y="7782"/>
                    <a:pt x="10728" y="6968"/>
                    <a:pt x="10733" y="6128"/>
                  </a:cubicBezTo>
                  <a:cubicBezTo>
                    <a:pt x="10735" y="5420"/>
                    <a:pt x="10736" y="4711"/>
                    <a:pt x="10738" y="3981"/>
                  </a:cubicBezTo>
                  <a:cubicBezTo>
                    <a:pt x="10800" y="3456"/>
                    <a:pt x="10862" y="2932"/>
                    <a:pt x="10927" y="2392"/>
                  </a:cubicBezTo>
                  <a:cubicBezTo>
                    <a:pt x="13367" y="1172"/>
                    <a:pt x="16066" y="1558"/>
                    <a:pt x="18746" y="1575"/>
                  </a:cubicBezTo>
                  <a:close/>
                </a:path>
              </a:pathLst>
            </a:custGeom>
            <a:grpFill/>
            <a:ln w="744" cap="flat">
              <a:noFill/>
              <a:prstDash val="solid"/>
              <a:miter/>
            </a:ln>
          </p:spPr>
          <p:txBody>
            <a:bodyPr rtlCol="0" anchor="ctr"/>
            <a:lstStyle/>
            <a:p>
              <a:endParaRPr lang="zh-CN" altLang="en-US"/>
            </a:p>
          </p:txBody>
        </p:sp>
        <p:sp>
          <p:nvSpPr>
            <p:cNvPr id="156" name="任意多边形: 形状 155"/>
            <p:cNvSpPr/>
            <p:nvPr/>
          </p:nvSpPr>
          <p:spPr>
            <a:xfrm>
              <a:off x="8820663" y="1392792"/>
              <a:ext cx="30444" cy="236224"/>
            </a:xfrm>
            <a:custGeom>
              <a:avLst/>
              <a:gdLst>
                <a:gd name="connsiteX0" fmla="*/ 20630 w 30444"/>
                <a:gd name="connsiteY0" fmla="*/ 1575 h 236224"/>
                <a:gd name="connsiteX1" fmla="*/ 22526 w 30444"/>
                <a:gd name="connsiteY1" fmla="*/ 1578 h 236224"/>
                <a:gd name="connsiteX2" fmla="*/ 28531 w 30444"/>
                <a:gd name="connsiteY2" fmla="*/ 1601 h 236224"/>
                <a:gd name="connsiteX3" fmla="*/ 32597 w 30444"/>
                <a:gd name="connsiteY3" fmla="*/ 1611 h 236224"/>
                <a:gd name="connsiteX4" fmla="*/ 42576 w 30444"/>
                <a:gd name="connsiteY4" fmla="*/ 1648 h 236224"/>
                <a:gd name="connsiteX5" fmla="*/ 42652 w 30444"/>
                <a:gd name="connsiteY5" fmla="*/ 91479 h 236224"/>
                <a:gd name="connsiteX6" fmla="*/ 42658 w 30444"/>
                <a:gd name="connsiteY6" fmla="*/ 102073 h 236224"/>
                <a:gd name="connsiteX7" fmla="*/ 42659 w 30444"/>
                <a:gd name="connsiteY7" fmla="*/ 104204 h 236224"/>
                <a:gd name="connsiteX8" fmla="*/ 42691 w 30444"/>
                <a:gd name="connsiteY8" fmla="*/ 138401 h 236224"/>
                <a:gd name="connsiteX9" fmla="*/ 42716 w 30444"/>
                <a:gd name="connsiteY9" fmla="*/ 173463 h 236224"/>
                <a:gd name="connsiteX10" fmla="*/ 42737 w 30444"/>
                <a:gd name="connsiteY10" fmla="*/ 195117 h 236224"/>
                <a:gd name="connsiteX11" fmla="*/ 42745 w 30444"/>
                <a:gd name="connsiteY11" fmla="*/ 209945 h 236224"/>
                <a:gd name="connsiteX12" fmla="*/ 42754 w 30444"/>
                <a:gd name="connsiteY12" fmla="*/ 218513 h 236224"/>
                <a:gd name="connsiteX13" fmla="*/ 42755 w 30444"/>
                <a:gd name="connsiteY13" fmla="*/ 227779 h 236224"/>
                <a:gd name="connsiteX14" fmla="*/ 42768 w 30444"/>
                <a:gd name="connsiteY14" fmla="*/ 230546 h 236224"/>
                <a:gd name="connsiteX15" fmla="*/ 42759 w 30444"/>
                <a:gd name="connsiteY15" fmla="*/ 233032 h 236224"/>
                <a:gd name="connsiteX16" fmla="*/ 42761 w 30444"/>
                <a:gd name="connsiteY16" fmla="*/ 235196 h 236224"/>
                <a:gd name="connsiteX17" fmla="*/ 42576 w 30444"/>
                <a:gd name="connsiteY17" fmla="*/ 236796 h 236224"/>
                <a:gd name="connsiteX18" fmla="*/ 35702 w 30444"/>
                <a:gd name="connsiteY18" fmla="*/ 237665 h 236224"/>
                <a:gd name="connsiteX19" fmla="*/ 34083 w 30444"/>
                <a:gd name="connsiteY19" fmla="*/ 237673 h 236224"/>
                <a:gd name="connsiteX20" fmla="*/ 30688 w 30444"/>
                <a:gd name="connsiteY20" fmla="*/ 237678 h 236224"/>
                <a:gd name="connsiteX21" fmla="*/ 25515 w 30444"/>
                <a:gd name="connsiteY21" fmla="*/ 237707 h 236224"/>
                <a:gd name="connsiteX22" fmla="*/ 22214 w 30444"/>
                <a:gd name="connsiteY22" fmla="*/ 237712 h 236224"/>
                <a:gd name="connsiteX23" fmla="*/ 20659 w 30444"/>
                <a:gd name="connsiteY23" fmla="*/ 237728 h 236224"/>
                <a:gd name="connsiteX24" fmla="*/ 12811 w 30444"/>
                <a:gd name="connsiteY24" fmla="*/ 236052 h 236224"/>
                <a:gd name="connsiteX25" fmla="*/ 12349 w 30444"/>
                <a:gd name="connsiteY25" fmla="*/ 232222 h 236224"/>
                <a:gd name="connsiteX26" fmla="*/ 12324 w 30444"/>
                <a:gd name="connsiteY26" fmla="*/ 229748 h 236224"/>
                <a:gd name="connsiteX27" fmla="*/ 12353 w 30444"/>
                <a:gd name="connsiteY27" fmla="*/ 227007 h 236224"/>
                <a:gd name="connsiteX28" fmla="*/ 12340 w 30444"/>
                <a:gd name="connsiteY28" fmla="*/ 224114 h 236224"/>
                <a:gd name="connsiteX29" fmla="*/ 12357 w 30444"/>
                <a:gd name="connsiteY29" fmla="*/ 216136 h 236224"/>
                <a:gd name="connsiteX30" fmla="*/ 12356 w 30444"/>
                <a:gd name="connsiteY30" fmla="*/ 207542 h 236224"/>
                <a:gd name="connsiteX31" fmla="*/ 12378 w 30444"/>
                <a:gd name="connsiteY31" fmla="*/ 190698 h 236224"/>
                <a:gd name="connsiteX32" fmla="*/ 12400 w 30444"/>
                <a:gd name="connsiteY32" fmla="*/ 171102 h 236224"/>
                <a:gd name="connsiteX33" fmla="*/ 12448 w 30444"/>
                <a:gd name="connsiteY33" fmla="*/ 136150 h 236224"/>
                <a:gd name="connsiteX34" fmla="*/ 12494 w 30444"/>
                <a:gd name="connsiteY34" fmla="*/ 102197 h 236224"/>
                <a:gd name="connsiteX35" fmla="*/ 12494 w 30444"/>
                <a:gd name="connsiteY35" fmla="*/ 100084 h 236224"/>
                <a:gd name="connsiteX36" fmla="*/ 12495 w 30444"/>
                <a:gd name="connsiteY36" fmla="*/ 97975 h 236224"/>
                <a:gd name="connsiteX37" fmla="*/ 12496 w 30444"/>
                <a:gd name="connsiteY37" fmla="*/ 93772 h 236224"/>
                <a:gd name="connsiteX38" fmla="*/ 12496 w 30444"/>
                <a:gd name="connsiteY38" fmla="*/ 91679 h 236224"/>
                <a:gd name="connsiteX39" fmla="*/ 12527 w 30444"/>
                <a:gd name="connsiteY39" fmla="*/ 59374 h 236224"/>
                <a:gd name="connsiteX40" fmla="*/ 12538 w 30444"/>
                <a:gd name="connsiteY40" fmla="*/ 47645 h 236224"/>
                <a:gd name="connsiteX41" fmla="*/ 12569 w 30444"/>
                <a:gd name="connsiteY41" fmla="*/ 29045 h 236224"/>
                <a:gd name="connsiteX42" fmla="*/ 12583 w 30444"/>
                <a:gd name="connsiteY42" fmla="*/ 20540 h 236224"/>
                <a:gd name="connsiteX43" fmla="*/ 12607 w 30444"/>
                <a:gd name="connsiteY43" fmla="*/ 11342 h 236224"/>
                <a:gd name="connsiteX44" fmla="*/ 12601 w 30444"/>
                <a:gd name="connsiteY44" fmla="*/ 8597 h 236224"/>
                <a:gd name="connsiteX45" fmla="*/ 12617 w 30444"/>
                <a:gd name="connsiteY45" fmla="*/ 6128 h 236224"/>
                <a:gd name="connsiteX46" fmla="*/ 12622 w 30444"/>
                <a:gd name="connsiteY46" fmla="*/ 3981 h 236224"/>
                <a:gd name="connsiteX47" fmla="*/ 12811 w 30444"/>
                <a:gd name="connsiteY47" fmla="*/ 2392 h 236224"/>
                <a:gd name="connsiteX48" fmla="*/ 20630 w 30444"/>
                <a:gd name="connsiteY48" fmla="*/ 1575 h 23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444" h="236224">
                  <a:moveTo>
                    <a:pt x="20630" y="1575"/>
                  </a:moveTo>
                  <a:cubicBezTo>
                    <a:pt x="21568" y="1577"/>
                    <a:pt x="21568" y="1577"/>
                    <a:pt x="22526" y="1578"/>
                  </a:cubicBezTo>
                  <a:cubicBezTo>
                    <a:pt x="24527" y="1582"/>
                    <a:pt x="26529" y="1592"/>
                    <a:pt x="28531" y="1601"/>
                  </a:cubicBezTo>
                  <a:cubicBezTo>
                    <a:pt x="29886" y="1605"/>
                    <a:pt x="31242" y="1608"/>
                    <a:pt x="32597" y="1611"/>
                  </a:cubicBezTo>
                  <a:cubicBezTo>
                    <a:pt x="35924" y="1620"/>
                    <a:pt x="39250" y="1632"/>
                    <a:pt x="42576" y="1648"/>
                  </a:cubicBezTo>
                  <a:cubicBezTo>
                    <a:pt x="42610" y="31592"/>
                    <a:pt x="42637" y="61535"/>
                    <a:pt x="42652" y="91479"/>
                  </a:cubicBezTo>
                  <a:cubicBezTo>
                    <a:pt x="42654" y="95011"/>
                    <a:pt x="42656" y="98542"/>
                    <a:pt x="42658" y="102073"/>
                  </a:cubicBezTo>
                  <a:cubicBezTo>
                    <a:pt x="42658" y="102776"/>
                    <a:pt x="42659" y="103479"/>
                    <a:pt x="42659" y="104204"/>
                  </a:cubicBezTo>
                  <a:cubicBezTo>
                    <a:pt x="42666" y="115603"/>
                    <a:pt x="42678" y="127002"/>
                    <a:pt x="42691" y="138401"/>
                  </a:cubicBezTo>
                  <a:cubicBezTo>
                    <a:pt x="42705" y="150088"/>
                    <a:pt x="42713" y="161776"/>
                    <a:pt x="42716" y="173463"/>
                  </a:cubicBezTo>
                  <a:cubicBezTo>
                    <a:pt x="42718" y="180681"/>
                    <a:pt x="42725" y="187899"/>
                    <a:pt x="42737" y="195117"/>
                  </a:cubicBezTo>
                  <a:cubicBezTo>
                    <a:pt x="42745" y="200060"/>
                    <a:pt x="42747" y="205002"/>
                    <a:pt x="42745" y="209945"/>
                  </a:cubicBezTo>
                  <a:cubicBezTo>
                    <a:pt x="42744" y="212801"/>
                    <a:pt x="42746" y="215657"/>
                    <a:pt x="42754" y="218513"/>
                  </a:cubicBezTo>
                  <a:cubicBezTo>
                    <a:pt x="42762" y="221602"/>
                    <a:pt x="42759" y="224691"/>
                    <a:pt x="42755" y="227779"/>
                  </a:cubicBezTo>
                  <a:cubicBezTo>
                    <a:pt x="42760" y="228692"/>
                    <a:pt x="42764" y="229605"/>
                    <a:pt x="42768" y="230546"/>
                  </a:cubicBezTo>
                  <a:cubicBezTo>
                    <a:pt x="42765" y="231366"/>
                    <a:pt x="42763" y="232187"/>
                    <a:pt x="42759" y="233032"/>
                  </a:cubicBezTo>
                  <a:cubicBezTo>
                    <a:pt x="42760" y="233746"/>
                    <a:pt x="42761" y="234460"/>
                    <a:pt x="42761" y="235196"/>
                  </a:cubicBezTo>
                  <a:cubicBezTo>
                    <a:pt x="42700" y="235724"/>
                    <a:pt x="42639" y="236252"/>
                    <a:pt x="42576" y="236796"/>
                  </a:cubicBezTo>
                  <a:cubicBezTo>
                    <a:pt x="40370" y="237899"/>
                    <a:pt x="38121" y="237661"/>
                    <a:pt x="35702" y="237665"/>
                  </a:cubicBezTo>
                  <a:cubicBezTo>
                    <a:pt x="35168" y="237668"/>
                    <a:pt x="34634" y="237670"/>
                    <a:pt x="34083" y="237673"/>
                  </a:cubicBezTo>
                  <a:cubicBezTo>
                    <a:pt x="32952" y="237677"/>
                    <a:pt x="31820" y="237678"/>
                    <a:pt x="30688" y="237678"/>
                  </a:cubicBezTo>
                  <a:cubicBezTo>
                    <a:pt x="28964" y="237680"/>
                    <a:pt x="27239" y="237693"/>
                    <a:pt x="25515" y="237707"/>
                  </a:cubicBezTo>
                  <a:cubicBezTo>
                    <a:pt x="24415" y="237710"/>
                    <a:pt x="23314" y="237711"/>
                    <a:pt x="22214" y="237712"/>
                  </a:cubicBezTo>
                  <a:cubicBezTo>
                    <a:pt x="21701" y="237717"/>
                    <a:pt x="21188" y="237722"/>
                    <a:pt x="20659" y="237728"/>
                  </a:cubicBezTo>
                  <a:cubicBezTo>
                    <a:pt x="17703" y="237714"/>
                    <a:pt x="15401" y="237513"/>
                    <a:pt x="12811" y="236052"/>
                  </a:cubicBezTo>
                  <a:cubicBezTo>
                    <a:pt x="12347" y="234370"/>
                    <a:pt x="12347" y="234370"/>
                    <a:pt x="12349" y="232222"/>
                  </a:cubicBezTo>
                  <a:cubicBezTo>
                    <a:pt x="12340" y="231405"/>
                    <a:pt x="12332" y="230589"/>
                    <a:pt x="12324" y="229748"/>
                  </a:cubicBezTo>
                  <a:cubicBezTo>
                    <a:pt x="12333" y="228843"/>
                    <a:pt x="12343" y="227939"/>
                    <a:pt x="12353" y="227007"/>
                  </a:cubicBezTo>
                  <a:cubicBezTo>
                    <a:pt x="12349" y="226052"/>
                    <a:pt x="12345" y="225098"/>
                    <a:pt x="12340" y="224114"/>
                  </a:cubicBezTo>
                  <a:cubicBezTo>
                    <a:pt x="12329" y="221454"/>
                    <a:pt x="12341" y="218795"/>
                    <a:pt x="12357" y="216136"/>
                  </a:cubicBezTo>
                  <a:cubicBezTo>
                    <a:pt x="12370" y="213271"/>
                    <a:pt x="12362" y="210407"/>
                    <a:pt x="12356" y="207542"/>
                  </a:cubicBezTo>
                  <a:cubicBezTo>
                    <a:pt x="12348" y="201928"/>
                    <a:pt x="12360" y="196313"/>
                    <a:pt x="12378" y="190698"/>
                  </a:cubicBezTo>
                  <a:cubicBezTo>
                    <a:pt x="12399" y="184166"/>
                    <a:pt x="12400" y="177634"/>
                    <a:pt x="12400" y="171102"/>
                  </a:cubicBezTo>
                  <a:cubicBezTo>
                    <a:pt x="12401" y="159451"/>
                    <a:pt x="12420" y="147801"/>
                    <a:pt x="12448" y="136150"/>
                  </a:cubicBezTo>
                  <a:cubicBezTo>
                    <a:pt x="12476" y="124832"/>
                    <a:pt x="12492" y="113515"/>
                    <a:pt x="12494" y="102197"/>
                  </a:cubicBezTo>
                  <a:cubicBezTo>
                    <a:pt x="12494" y="101499"/>
                    <a:pt x="12494" y="100802"/>
                    <a:pt x="12494" y="100084"/>
                  </a:cubicBezTo>
                  <a:cubicBezTo>
                    <a:pt x="12495" y="99388"/>
                    <a:pt x="12495" y="98692"/>
                    <a:pt x="12495" y="97975"/>
                  </a:cubicBezTo>
                  <a:cubicBezTo>
                    <a:pt x="12495" y="96574"/>
                    <a:pt x="12495" y="95173"/>
                    <a:pt x="12496" y="93772"/>
                  </a:cubicBezTo>
                  <a:cubicBezTo>
                    <a:pt x="12496" y="93082"/>
                    <a:pt x="12496" y="92391"/>
                    <a:pt x="12496" y="91679"/>
                  </a:cubicBezTo>
                  <a:cubicBezTo>
                    <a:pt x="12499" y="80911"/>
                    <a:pt x="12513" y="70142"/>
                    <a:pt x="12527" y="59374"/>
                  </a:cubicBezTo>
                  <a:cubicBezTo>
                    <a:pt x="12533" y="55464"/>
                    <a:pt x="12536" y="51555"/>
                    <a:pt x="12538" y="47645"/>
                  </a:cubicBezTo>
                  <a:cubicBezTo>
                    <a:pt x="12542" y="41445"/>
                    <a:pt x="12551" y="35245"/>
                    <a:pt x="12569" y="29045"/>
                  </a:cubicBezTo>
                  <a:cubicBezTo>
                    <a:pt x="12578" y="26210"/>
                    <a:pt x="12584" y="23375"/>
                    <a:pt x="12583" y="20540"/>
                  </a:cubicBezTo>
                  <a:cubicBezTo>
                    <a:pt x="12583" y="17474"/>
                    <a:pt x="12594" y="14408"/>
                    <a:pt x="12607" y="11342"/>
                  </a:cubicBezTo>
                  <a:cubicBezTo>
                    <a:pt x="12605" y="10436"/>
                    <a:pt x="12603" y="9530"/>
                    <a:pt x="12601" y="8597"/>
                  </a:cubicBezTo>
                  <a:cubicBezTo>
                    <a:pt x="12607" y="7782"/>
                    <a:pt x="12612" y="6968"/>
                    <a:pt x="12617" y="6128"/>
                  </a:cubicBezTo>
                  <a:cubicBezTo>
                    <a:pt x="12619" y="5420"/>
                    <a:pt x="12620" y="4711"/>
                    <a:pt x="12622" y="3981"/>
                  </a:cubicBezTo>
                  <a:cubicBezTo>
                    <a:pt x="12684" y="3456"/>
                    <a:pt x="12746" y="2932"/>
                    <a:pt x="12811" y="2392"/>
                  </a:cubicBezTo>
                  <a:cubicBezTo>
                    <a:pt x="15251" y="1172"/>
                    <a:pt x="17950" y="1558"/>
                    <a:pt x="20630" y="1575"/>
                  </a:cubicBezTo>
                  <a:close/>
                </a:path>
              </a:pathLst>
            </a:custGeom>
            <a:grpFill/>
            <a:ln w="744" cap="flat">
              <a:noFill/>
              <a:prstDash val="solid"/>
              <a:miter/>
            </a:ln>
          </p:spPr>
          <p:txBody>
            <a:bodyPr rtlCol="0" anchor="ctr"/>
            <a:lstStyle/>
            <a:p>
              <a:endParaRPr lang="zh-CN" altLang="en-US"/>
            </a:p>
          </p:txBody>
        </p:sp>
        <p:sp>
          <p:nvSpPr>
            <p:cNvPr id="157" name="任意多边形: 形状 156"/>
            <p:cNvSpPr/>
            <p:nvPr/>
          </p:nvSpPr>
          <p:spPr>
            <a:xfrm>
              <a:off x="6306574" y="787841"/>
              <a:ext cx="93313" cy="140007"/>
            </a:xfrm>
            <a:custGeom>
              <a:avLst/>
              <a:gdLst>
                <a:gd name="connsiteX0" fmla="*/ 51532 w 93313"/>
                <a:gd name="connsiteY0" fmla="*/ 800 h 140007"/>
                <a:gd name="connsiteX1" fmla="*/ 57485 w 93313"/>
                <a:gd name="connsiteY1" fmla="*/ 800 h 140007"/>
                <a:gd name="connsiteX2" fmla="*/ 58136 w 93313"/>
                <a:gd name="connsiteY2" fmla="*/ 5311 h 140007"/>
                <a:gd name="connsiteX3" fmla="*/ 58229 w 93313"/>
                <a:gd name="connsiteY3" fmla="*/ 8241 h 140007"/>
                <a:gd name="connsiteX4" fmla="*/ 60462 w 93313"/>
                <a:gd name="connsiteY4" fmla="*/ 8986 h 140007"/>
                <a:gd name="connsiteX5" fmla="*/ 61950 w 93313"/>
                <a:gd name="connsiteY5" fmla="*/ 12706 h 140007"/>
                <a:gd name="connsiteX6" fmla="*/ 63438 w 93313"/>
                <a:gd name="connsiteY6" fmla="*/ 13450 h 140007"/>
                <a:gd name="connsiteX7" fmla="*/ 63764 w 93313"/>
                <a:gd name="connsiteY7" fmla="*/ 15636 h 140007"/>
                <a:gd name="connsiteX8" fmla="*/ 64182 w 93313"/>
                <a:gd name="connsiteY8" fmla="*/ 17915 h 140007"/>
                <a:gd name="connsiteX9" fmla="*/ 66415 w 93313"/>
                <a:gd name="connsiteY9" fmla="*/ 19404 h 140007"/>
                <a:gd name="connsiteX10" fmla="*/ 67159 w 93313"/>
                <a:gd name="connsiteY10" fmla="*/ 23868 h 140007"/>
                <a:gd name="connsiteX11" fmla="*/ 69391 w 93313"/>
                <a:gd name="connsiteY11" fmla="*/ 25357 h 140007"/>
                <a:gd name="connsiteX12" fmla="*/ 69391 w 93313"/>
                <a:gd name="connsiteY12" fmla="*/ 29077 h 140007"/>
                <a:gd name="connsiteX13" fmla="*/ 71624 w 93313"/>
                <a:gd name="connsiteY13" fmla="*/ 29821 h 140007"/>
                <a:gd name="connsiteX14" fmla="*/ 73112 w 93313"/>
                <a:gd name="connsiteY14" fmla="*/ 35030 h 140007"/>
                <a:gd name="connsiteX15" fmla="*/ 74600 w 93313"/>
                <a:gd name="connsiteY15" fmla="*/ 35030 h 140007"/>
                <a:gd name="connsiteX16" fmla="*/ 74833 w 93313"/>
                <a:gd name="connsiteY16" fmla="*/ 37216 h 140007"/>
                <a:gd name="connsiteX17" fmla="*/ 75344 w 93313"/>
                <a:gd name="connsiteY17" fmla="*/ 39495 h 140007"/>
                <a:gd name="connsiteX18" fmla="*/ 77577 w 93313"/>
                <a:gd name="connsiteY18" fmla="*/ 40239 h 140007"/>
                <a:gd name="connsiteX19" fmla="*/ 77577 w 93313"/>
                <a:gd name="connsiteY19" fmla="*/ 46193 h 140007"/>
                <a:gd name="connsiteX20" fmla="*/ 79809 w 93313"/>
                <a:gd name="connsiteY20" fmla="*/ 46193 h 140007"/>
                <a:gd name="connsiteX21" fmla="*/ 80042 w 93313"/>
                <a:gd name="connsiteY21" fmla="*/ 48751 h 140007"/>
                <a:gd name="connsiteX22" fmla="*/ 80553 w 93313"/>
                <a:gd name="connsiteY22" fmla="*/ 51402 h 140007"/>
                <a:gd name="connsiteX23" fmla="*/ 82786 w 93313"/>
                <a:gd name="connsiteY23" fmla="*/ 52146 h 140007"/>
                <a:gd name="connsiteX24" fmla="*/ 83228 w 93313"/>
                <a:gd name="connsiteY24" fmla="*/ 56677 h 140007"/>
                <a:gd name="connsiteX25" fmla="*/ 85762 w 93313"/>
                <a:gd name="connsiteY25" fmla="*/ 59587 h 140007"/>
                <a:gd name="connsiteX26" fmla="*/ 86507 w 93313"/>
                <a:gd name="connsiteY26" fmla="*/ 63308 h 140007"/>
                <a:gd name="connsiteX27" fmla="*/ 87995 w 93313"/>
                <a:gd name="connsiteY27" fmla="*/ 64052 h 140007"/>
                <a:gd name="connsiteX28" fmla="*/ 88460 w 93313"/>
                <a:gd name="connsiteY28" fmla="*/ 67447 h 140007"/>
                <a:gd name="connsiteX29" fmla="*/ 88628 w 93313"/>
                <a:gd name="connsiteY29" fmla="*/ 69310 h 140007"/>
                <a:gd name="connsiteX30" fmla="*/ 88739 w 93313"/>
                <a:gd name="connsiteY30" fmla="*/ 70749 h 140007"/>
                <a:gd name="connsiteX31" fmla="*/ 90971 w 93313"/>
                <a:gd name="connsiteY31" fmla="*/ 70749 h 140007"/>
                <a:gd name="connsiteX32" fmla="*/ 91335 w 93313"/>
                <a:gd name="connsiteY32" fmla="*/ 75327 h 140007"/>
                <a:gd name="connsiteX33" fmla="*/ 91716 w 93313"/>
                <a:gd name="connsiteY33" fmla="*/ 76702 h 140007"/>
                <a:gd name="connsiteX34" fmla="*/ 93948 w 93313"/>
                <a:gd name="connsiteY34" fmla="*/ 77446 h 140007"/>
                <a:gd name="connsiteX35" fmla="*/ 94367 w 93313"/>
                <a:gd name="connsiteY35" fmla="*/ 80795 h 140007"/>
                <a:gd name="connsiteX36" fmla="*/ 94692 w 93313"/>
                <a:gd name="connsiteY36" fmla="*/ 84144 h 140007"/>
                <a:gd name="connsiteX37" fmla="*/ 96180 w 93313"/>
                <a:gd name="connsiteY37" fmla="*/ 84888 h 140007"/>
                <a:gd name="connsiteX38" fmla="*/ 97250 w 93313"/>
                <a:gd name="connsiteY38" fmla="*/ 90655 h 140007"/>
                <a:gd name="connsiteX39" fmla="*/ 97669 w 93313"/>
                <a:gd name="connsiteY39" fmla="*/ 92329 h 140007"/>
                <a:gd name="connsiteX40" fmla="*/ 99157 w 93313"/>
                <a:gd name="connsiteY40" fmla="*/ 93073 h 140007"/>
                <a:gd name="connsiteX41" fmla="*/ 99573 w 93313"/>
                <a:gd name="connsiteY41" fmla="*/ 98841 h 140007"/>
                <a:gd name="connsiteX42" fmla="*/ 99901 w 93313"/>
                <a:gd name="connsiteY42" fmla="*/ 100515 h 140007"/>
                <a:gd name="connsiteX43" fmla="*/ 102133 w 93313"/>
                <a:gd name="connsiteY43" fmla="*/ 101259 h 140007"/>
                <a:gd name="connsiteX44" fmla="*/ 102273 w 93313"/>
                <a:gd name="connsiteY44" fmla="*/ 107259 h 140007"/>
                <a:gd name="connsiteX45" fmla="*/ 102242 w 93313"/>
                <a:gd name="connsiteY45" fmla="*/ 108969 h 140007"/>
                <a:gd name="connsiteX46" fmla="*/ 102133 w 93313"/>
                <a:gd name="connsiteY46" fmla="*/ 113165 h 140007"/>
                <a:gd name="connsiteX47" fmla="*/ 96924 w 93313"/>
                <a:gd name="connsiteY47" fmla="*/ 113909 h 140007"/>
                <a:gd name="connsiteX48" fmla="*/ 96924 w 93313"/>
                <a:gd name="connsiteY48" fmla="*/ 116886 h 140007"/>
                <a:gd name="connsiteX49" fmla="*/ 94460 w 93313"/>
                <a:gd name="connsiteY49" fmla="*/ 117072 h 140007"/>
                <a:gd name="connsiteX50" fmla="*/ 89483 w 93313"/>
                <a:gd name="connsiteY50" fmla="*/ 120607 h 140007"/>
                <a:gd name="connsiteX51" fmla="*/ 85762 w 93313"/>
                <a:gd name="connsiteY51" fmla="*/ 121351 h 140007"/>
                <a:gd name="connsiteX52" fmla="*/ 85018 w 93313"/>
                <a:gd name="connsiteY52" fmla="*/ 123583 h 140007"/>
                <a:gd name="connsiteX53" fmla="*/ 82414 w 93313"/>
                <a:gd name="connsiteY53" fmla="*/ 123909 h 140007"/>
                <a:gd name="connsiteX54" fmla="*/ 79809 w 93313"/>
                <a:gd name="connsiteY54" fmla="*/ 124327 h 140007"/>
                <a:gd name="connsiteX55" fmla="*/ 79437 w 93313"/>
                <a:gd name="connsiteY55" fmla="*/ 125816 h 140007"/>
                <a:gd name="connsiteX56" fmla="*/ 79065 w 93313"/>
                <a:gd name="connsiteY56" fmla="*/ 127304 h 140007"/>
                <a:gd name="connsiteX57" fmla="*/ 73856 w 93313"/>
                <a:gd name="connsiteY57" fmla="*/ 128048 h 140007"/>
                <a:gd name="connsiteX58" fmla="*/ 73112 w 93313"/>
                <a:gd name="connsiteY58" fmla="*/ 130280 h 140007"/>
                <a:gd name="connsiteX59" fmla="*/ 68508 w 93313"/>
                <a:gd name="connsiteY59" fmla="*/ 131304 h 140007"/>
                <a:gd name="connsiteX60" fmla="*/ 67159 w 93313"/>
                <a:gd name="connsiteY60" fmla="*/ 131769 h 140007"/>
                <a:gd name="connsiteX61" fmla="*/ 66415 w 93313"/>
                <a:gd name="connsiteY61" fmla="*/ 134001 h 140007"/>
                <a:gd name="connsiteX62" fmla="*/ 61206 w 93313"/>
                <a:gd name="connsiteY62" fmla="*/ 134745 h 140007"/>
                <a:gd name="connsiteX63" fmla="*/ 61206 w 93313"/>
                <a:gd name="connsiteY63" fmla="*/ 137722 h 140007"/>
                <a:gd name="connsiteX64" fmla="*/ 57485 w 93313"/>
                <a:gd name="connsiteY64" fmla="*/ 138559 h 140007"/>
                <a:gd name="connsiteX65" fmla="*/ 53764 w 93313"/>
                <a:gd name="connsiteY65" fmla="*/ 139210 h 140007"/>
                <a:gd name="connsiteX66" fmla="*/ 53764 w 93313"/>
                <a:gd name="connsiteY66" fmla="*/ 140698 h 140007"/>
                <a:gd name="connsiteX67" fmla="*/ 50788 w 93313"/>
                <a:gd name="connsiteY67" fmla="*/ 139954 h 140007"/>
                <a:gd name="connsiteX68" fmla="*/ 49625 w 93313"/>
                <a:gd name="connsiteY68" fmla="*/ 132792 h 140007"/>
                <a:gd name="connsiteX69" fmla="*/ 49528 w 93313"/>
                <a:gd name="connsiteY69" fmla="*/ 131199 h 140007"/>
                <a:gd name="connsiteX70" fmla="*/ 49299 w 93313"/>
                <a:gd name="connsiteY70" fmla="*/ 127304 h 140007"/>
                <a:gd name="connsiteX71" fmla="*/ 47067 w 93313"/>
                <a:gd name="connsiteY71" fmla="*/ 127304 h 140007"/>
                <a:gd name="connsiteX72" fmla="*/ 46957 w 93313"/>
                <a:gd name="connsiteY72" fmla="*/ 125539 h 140007"/>
                <a:gd name="connsiteX73" fmla="*/ 46788 w 93313"/>
                <a:gd name="connsiteY73" fmla="*/ 123258 h 140007"/>
                <a:gd name="connsiteX74" fmla="*/ 46631 w 93313"/>
                <a:gd name="connsiteY74" fmla="*/ 120982 h 140007"/>
                <a:gd name="connsiteX75" fmla="*/ 46323 w 93313"/>
                <a:gd name="connsiteY75" fmla="*/ 119118 h 140007"/>
                <a:gd name="connsiteX76" fmla="*/ 44835 w 93313"/>
                <a:gd name="connsiteY76" fmla="*/ 118374 h 140007"/>
                <a:gd name="connsiteX77" fmla="*/ 43765 w 93313"/>
                <a:gd name="connsiteY77" fmla="*/ 112607 h 140007"/>
                <a:gd name="connsiteX78" fmla="*/ 43346 w 93313"/>
                <a:gd name="connsiteY78" fmla="*/ 110933 h 140007"/>
                <a:gd name="connsiteX79" fmla="*/ 41858 w 93313"/>
                <a:gd name="connsiteY79" fmla="*/ 110189 h 140007"/>
                <a:gd name="connsiteX80" fmla="*/ 41442 w 93313"/>
                <a:gd name="connsiteY80" fmla="*/ 105003 h 140007"/>
                <a:gd name="connsiteX81" fmla="*/ 41114 w 93313"/>
                <a:gd name="connsiteY81" fmla="*/ 103491 h 140007"/>
                <a:gd name="connsiteX82" fmla="*/ 38882 w 93313"/>
                <a:gd name="connsiteY82" fmla="*/ 102747 h 140007"/>
                <a:gd name="connsiteX83" fmla="*/ 38742 w 93313"/>
                <a:gd name="connsiteY83" fmla="*/ 99352 h 140007"/>
                <a:gd name="connsiteX84" fmla="*/ 38803 w 93313"/>
                <a:gd name="connsiteY84" fmla="*/ 97489 h 140007"/>
                <a:gd name="connsiteX85" fmla="*/ 38882 w 93313"/>
                <a:gd name="connsiteY85" fmla="*/ 96050 h 140007"/>
                <a:gd name="connsiteX86" fmla="*/ 36649 w 93313"/>
                <a:gd name="connsiteY86" fmla="*/ 96050 h 140007"/>
                <a:gd name="connsiteX87" fmla="*/ 35905 w 93313"/>
                <a:gd name="connsiteY87" fmla="*/ 89353 h 140007"/>
                <a:gd name="connsiteX88" fmla="*/ 33673 w 93313"/>
                <a:gd name="connsiteY88" fmla="*/ 89353 h 140007"/>
                <a:gd name="connsiteX89" fmla="*/ 33309 w 93313"/>
                <a:gd name="connsiteY89" fmla="*/ 84847 h 140007"/>
                <a:gd name="connsiteX90" fmla="*/ 30696 w 93313"/>
                <a:gd name="connsiteY90" fmla="*/ 81911 h 140007"/>
                <a:gd name="connsiteX91" fmla="*/ 30277 w 93313"/>
                <a:gd name="connsiteY91" fmla="*/ 78888 h 140007"/>
                <a:gd name="connsiteX92" fmla="*/ 29952 w 93313"/>
                <a:gd name="connsiteY92" fmla="*/ 75958 h 140007"/>
                <a:gd name="connsiteX93" fmla="*/ 28464 w 93313"/>
                <a:gd name="connsiteY93" fmla="*/ 75214 h 140007"/>
                <a:gd name="connsiteX94" fmla="*/ 27719 w 93313"/>
                <a:gd name="connsiteY94" fmla="*/ 69261 h 140007"/>
                <a:gd name="connsiteX95" fmla="*/ 25487 w 93313"/>
                <a:gd name="connsiteY95" fmla="*/ 69261 h 140007"/>
                <a:gd name="connsiteX96" fmla="*/ 25254 w 93313"/>
                <a:gd name="connsiteY96" fmla="*/ 67075 h 140007"/>
                <a:gd name="connsiteX97" fmla="*/ 24743 w 93313"/>
                <a:gd name="connsiteY97" fmla="*/ 64796 h 140007"/>
                <a:gd name="connsiteX98" fmla="*/ 22510 w 93313"/>
                <a:gd name="connsiteY98" fmla="*/ 64052 h 140007"/>
                <a:gd name="connsiteX99" fmla="*/ 22510 w 93313"/>
                <a:gd name="connsiteY99" fmla="*/ 59587 h 140007"/>
                <a:gd name="connsiteX100" fmla="*/ 20278 w 93313"/>
                <a:gd name="connsiteY100" fmla="*/ 57355 h 140007"/>
                <a:gd name="connsiteX101" fmla="*/ 18790 w 93313"/>
                <a:gd name="connsiteY101" fmla="*/ 52146 h 140007"/>
                <a:gd name="connsiteX102" fmla="*/ 17301 w 93313"/>
                <a:gd name="connsiteY102" fmla="*/ 51402 h 140007"/>
                <a:gd name="connsiteX103" fmla="*/ 16557 w 93313"/>
                <a:gd name="connsiteY103" fmla="*/ 46193 h 140007"/>
                <a:gd name="connsiteX104" fmla="*/ 14325 w 93313"/>
                <a:gd name="connsiteY104" fmla="*/ 46193 h 140007"/>
                <a:gd name="connsiteX105" fmla="*/ 14464 w 93313"/>
                <a:gd name="connsiteY105" fmla="*/ 43635 h 140007"/>
                <a:gd name="connsiteX106" fmla="*/ 14325 w 93313"/>
                <a:gd name="connsiteY106" fmla="*/ 40984 h 140007"/>
                <a:gd name="connsiteX107" fmla="*/ 12092 w 93313"/>
                <a:gd name="connsiteY107" fmla="*/ 40239 h 140007"/>
                <a:gd name="connsiteX108" fmla="*/ 10604 w 93313"/>
                <a:gd name="connsiteY108" fmla="*/ 35775 h 140007"/>
                <a:gd name="connsiteX109" fmla="*/ 9116 w 93313"/>
                <a:gd name="connsiteY109" fmla="*/ 35030 h 140007"/>
                <a:gd name="connsiteX110" fmla="*/ 9023 w 93313"/>
                <a:gd name="connsiteY110" fmla="*/ 29775 h 140007"/>
                <a:gd name="connsiteX111" fmla="*/ 9064 w 93313"/>
                <a:gd name="connsiteY111" fmla="*/ 26865 h 140007"/>
                <a:gd name="connsiteX112" fmla="*/ 9116 w 93313"/>
                <a:gd name="connsiteY112" fmla="*/ 24613 h 140007"/>
                <a:gd name="connsiteX113" fmla="*/ 12046 w 93313"/>
                <a:gd name="connsiteY113" fmla="*/ 24799 h 140007"/>
                <a:gd name="connsiteX114" fmla="*/ 15069 w 93313"/>
                <a:gd name="connsiteY114" fmla="*/ 24613 h 140007"/>
                <a:gd name="connsiteX115" fmla="*/ 15813 w 93313"/>
                <a:gd name="connsiteY115" fmla="*/ 21636 h 140007"/>
                <a:gd name="connsiteX116" fmla="*/ 20278 w 93313"/>
                <a:gd name="connsiteY116" fmla="*/ 20892 h 140007"/>
                <a:gd name="connsiteX117" fmla="*/ 20557 w 93313"/>
                <a:gd name="connsiteY117" fmla="*/ 19404 h 140007"/>
                <a:gd name="connsiteX118" fmla="*/ 21022 w 93313"/>
                <a:gd name="connsiteY118" fmla="*/ 17915 h 140007"/>
                <a:gd name="connsiteX119" fmla="*/ 25627 w 93313"/>
                <a:gd name="connsiteY119" fmla="*/ 17447 h 140007"/>
                <a:gd name="connsiteX120" fmla="*/ 26975 w 93313"/>
                <a:gd name="connsiteY120" fmla="*/ 17171 h 140007"/>
                <a:gd name="connsiteX121" fmla="*/ 27719 w 93313"/>
                <a:gd name="connsiteY121" fmla="*/ 14939 h 140007"/>
                <a:gd name="connsiteX122" fmla="*/ 30742 w 93313"/>
                <a:gd name="connsiteY122" fmla="*/ 14427 h 140007"/>
                <a:gd name="connsiteX123" fmla="*/ 33673 w 93313"/>
                <a:gd name="connsiteY123" fmla="*/ 14195 h 140007"/>
                <a:gd name="connsiteX124" fmla="*/ 33673 w 93313"/>
                <a:gd name="connsiteY124" fmla="*/ 11218 h 140007"/>
                <a:gd name="connsiteX125" fmla="*/ 36603 w 93313"/>
                <a:gd name="connsiteY125" fmla="*/ 11451 h 140007"/>
                <a:gd name="connsiteX126" fmla="*/ 39626 w 93313"/>
                <a:gd name="connsiteY126" fmla="*/ 11218 h 140007"/>
                <a:gd name="connsiteX127" fmla="*/ 40370 w 93313"/>
                <a:gd name="connsiteY127" fmla="*/ 7497 h 140007"/>
                <a:gd name="connsiteX128" fmla="*/ 45579 w 93313"/>
                <a:gd name="connsiteY128" fmla="*/ 6753 h 140007"/>
                <a:gd name="connsiteX129" fmla="*/ 46323 w 93313"/>
                <a:gd name="connsiteY129" fmla="*/ 4521 h 140007"/>
                <a:gd name="connsiteX130" fmla="*/ 48974 w 93313"/>
                <a:gd name="connsiteY130" fmla="*/ 3777 h 140007"/>
                <a:gd name="connsiteX131" fmla="*/ 51532 w 93313"/>
                <a:gd name="connsiteY131" fmla="*/ 3032 h 140007"/>
                <a:gd name="connsiteX132" fmla="*/ 51532 w 93313"/>
                <a:gd name="connsiteY132" fmla="*/ 800 h 1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3313" h="140007">
                  <a:moveTo>
                    <a:pt x="51532" y="800"/>
                  </a:moveTo>
                  <a:cubicBezTo>
                    <a:pt x="56110" y="655"/>
                    <a:pt x="56110" y="655"/>
                    <a:pt x="57485" y="800"/>
                  </a:cubicBezTo>
                  <a:cubicBezTo>
                    <a:pt x="58349" y="2529"/>
                    <a:pt x="58240" y="3406"/>
                    <a:pt x="58136" y="5311"/>
                  </a:cubicBezTo>
                  <a:cubicBezTo>
                    <a:pt x="58167" y="6278"/>
                    <a:pt x="58198" y="7245"/>
                    <a:pt x="58229" y="8241"/>
                  </a:cubicBezTo>
                  <a:cubicBezTo>
                    <a:pt x="58966" y="8487"/>
                    <a:pt x="59703" y="8733"/>
                    <a:pt x="60462" y="8986"/>
                  </a:cubicBezTo>
                  <a:cubicBezTo>
                    <a:pt x="60984" y="10215"/>
                    <a:pt x="61481" y="11456"/>
                    <a:pt x="61950" y="12706"/>
                  </a:cubicBezTo>
                  <a:cubicBezTo>
                    <a:pt x="62441" y="12952"/>
                    <a:pt x="62932" y="13197"/>
                    <a:pt x="63438" y="13450"/>
                  </a:cubicBezTo>
                  <a:cubicBezTo>
                    <a:pt x="63599" y="14532"/>
                    <a:pt x="63599" y="14532"/>
                    <a:pt x="63764" y="15636"/>
                  </a:cubicBezTo>
                  <a:cubicBezTo>
                    <a:pt x="63902" y="16388"/>
                    <a:pt x="64040" y="17140"/>
                    <a:pt x="64182" y="17915"/>
                  </a:cubicBezTo>
                  <a:cubicBezTo>
                    <a:pt x="64919" y="18406"/>
                    <a:pt x="65656" y="18898"/>
                    <a:pt x="66415" y="19404"/>
                  </a:cubicBezTo>
                  <a:cubicBezTo>
                    <a:pt x="66663" y="20892"/>
                    <a:pt x="66911" y="22380"/>
                    <a:pt x="67159" y="23868"/>
                  </a:cubicBezTo>
                  <a:cubicBezTo>
                    <a:pt x="67896" y="24359"/>
                    <a:pt x="68632" y="24851"/>
                    <a:pt x="69391" y="25357"/>
                  </a:cubicBezTo>
                  <a:cubicBezTo>
                    <a:pt x="69391" y="26597"/>
                    <a:pt x="69391" y="27837"/>
                    <a:pt x="69391" y="29077"/>
                  </a:cubicBezTo>
                  <a:cubicBezTo>
                    <a:pt x="70496" y="29446"/>
                    <a:pt x="70496" y="29446"/>
                    <a:pt x="71624" y="29821"/>
                  </a:cubicBezTo>
                  <a:cubicBezTo>
                    <a:pt x="72140" y="31552"/>
                    <a:pt x="72637" y="33288"/>
                    <a:pt x="73112" y="35030"/>
                  </a:cubicBezTo>
                  <a:cubicBezTo>
                    <a:pt x="73603" y="35030"/>
                    <a:pt x="74094" y="35030"/>
                    <a:pt x="74600" y="35030"/>
                  </a:cubicBezTo>
                  <a:cubicBezTo>
                    <a:pt x="74677" y="35752"/>
                    <a:pt x="74754" y="36473"/>
                    <a:pt x="74833" y="37216"/>
                  </a:cubicBezTo>
                  <a:cubicBezTo>
                    <a:pt x="75002" y="37968"/>
                    <a:pt x="75170" y="38720"/>
                    <a:pt x="75344" y="39495"/>
                  </a:cubicBezTo>
                  <a:cubicBezTo>
                    <a:pt x="76449" y="39864"/>
                    <a:pt x="76449" y="39864"/>
                    <a:pt x="77577" y="40239"/>
                  </a:cubicBezTo>
                  <a:cubicBezTo>
                    <a:pt x="77895" y="42247"/>
                    <a:pt x="77674" y="44152"/>
                    <a:pt x="77577" y="46193"/>
                  </a:cubicBezTo>
                  <a:cubicBezTo>
                    <a:pt x="78314" y="46193"/>
                    <a:pt x="79050" y="46193"/>
                    <a:pt x="79809" y="46193"/>
                  </a:cubicBezTo>
                  <a:cubicBezTo>
                    <a:pt x="79886" y="47037"/>
                    <a:pt x="79963" y="47881"/>
                    <a:pt x="80042" y="48751"/>
                  </a:cubicBezTo>
                  <a:cubicBezTo>
                    <a:pt x="80211" y="49625"/>
                    <a:pt x="80379" y="50500"/>
                    <a:pt x="80553" y="51402"/>
                  </a:cubicBezTo>
                  <a:cubicBezTo>
                    <a:pt x="81658" y="51770"/>
                    <a:pt x="81658" y="51770"/>
                    <a:pt x="82786" y="52146"/>
                  </a:cubicBezTo>
                  <a:cubicBezTo>
                    <a:pt x="82977" y="53651"/>
                    <a:pt x="83162" y="55161"/>
                    <a:pt x="83228" y="56677"/>
                  </a:cubicBezTo>
                  <a:cubicBezTo>
                    <a:pt x="83421" y="58402"/>
                    <a:pt x="83421" y="58402"/>
                    <a:pt x="85762" y="59587"/>
                  </a:cubicBezTo>
                  <a:cubicBezTo>
                    <a:pt x="86034" y="60822"/>
                    <a:pt x="86283" y="62063"/>
                    <a:pt x="86507" y="63308"/>
                  </a:cubicBezTo>
                  <a:cubicBezTo>
                    <a:pt x="86998" y="63553"/>
                    <a:pt x="87489" y="63799"/>
                    <a:pt x="87995" y="64052"/>
                  </a:cubicBezTo>
                  <a:cubicBezTo>
                    <a:pt x="88303" y="65590"/>
                    <a:pt x="88303" y="65590"/>
                    <a:pt x="88460" y="67447"/>
                  </a:cubicBezTo>
                  <a:cubicBezTo>
                    <a:pt x="88543" y="68369"/>
                    <a:pt x="88543" y="68369"/>
                    <a:pt x="88628" y="69310"/>
                  </a:cubicBezTo>
                  <a:cubicBezTo>
                    <a:pt x="88665" y="69785"/>
                    <a:pt x="88701" y="70260"/>
                    <a:pt x="88739" y="70749"/>
                  </a:cubicBezTo>
                  <a:cubicBezTo>
                    <a:pt x="89476" y="70749"/>
                    <a:pt x="90212" y="70749"/>
                    <a:pt x="90971" y="70749"/>
                  </a:cubicBezTo>
                  <a:cubicBezTo>
                    <a:pt x="91092" y="72275"/>
                    <a:pt x="91214" y="73801"/>
                    <a:pt x="91335" y="75327"/>
                  </a:cubicBezTo>
                  <a:cubicBezTo>
                    <a:pt x="91523" y="76008"/>
                    <a:pt x="91523" y="76008"/>
                    <a:pt x="91716" y="76702"/>
                  </a:cubicBezTo>
                  <a:cubicBezTo>
                    <a:pt x="92821" y="77071"/>
                    <a:pt x="92821" y="77071"/>
                    <a:pt x="93948" y="77446"/>
                  </a:cubicBezTo>
                  <a:cubicBezTo>
                    <a:pt x="94276" y="78958"/>
                    <a:pt x="94276" y="78958"/>
                    <a:pt x="94367" y="80795"/>
                  </a:cubicBezTo>
                  <a:cubicBezTo>
                    <a:pt x="94430" y="82584"/>
                    <a:pt x="94430" y="82584"/>
                    <a:pt x="94692" y="84144"/>
                  </a:cubicBezTo>
                  <a:cubicBezTo>
                    <a:pt x="95183" y="84389"/>
                    <a:pt x="95674" y="84635"/>
                    <a:pt x="96180" y="84888"/>
                  </a:cubicBezTo>
                  <a:cubicBezTo>
                    <a:pt x="96658" y="86798"/>
                    <a:pt x="96941" y="88711"/>
                    <a:pt x="97250" y="90655"/>
                  </a:cubicBezTo>
                  <a:cubicBezTo>
                    <a:pt x="97457" y="91484"/>
                    <a:pt x="97457" y="91484"/>
                    <a:pt x="97669" y="92329"/>
                  </a:cubicBezTo>
                  <a:cubicBezTo>
                    <a:pt x="98160" y="92575"/>
                    <a:pt x="98651" y="92820"/>
                    <a:pt x="99157" y="93073"/>
                  </a:cubicBezTo>
                  <a:cubicBezTo>
                    <a:pt x="99421" y="94997"/>
                    <a:pt x="99487" y="96901"/>
                    <a:pt x="99573" y="98841"/>
                  </a:cubicBezTo>
                  <a:cubicBezTo>
                    <a:pt x="99681" y="99393"/>
                    <a:pt x="99789" y="99946"/>
                    <a:pt x="99901" y="100515"/>
                  </a:cubicBezTo>
                  <a:cubicBezTo>
                    <a:pt x="100638" y="100760"/>
                    <a:pt x="101374" y="101006"/>
                    <a:pt x="102133" y="101259"/>
                  </a:cubicBezTo>
                  <a:cubicBezTo>
                    <a:pt x="102301" y="103317"/>
                    <a:pt x="102341" y="105206"/>
                    <a:pt x="102273" y="107259"/>
                  </a:cubicBezTo>
                  <a:cubicBezTo>
                    <a:pt x="102258" y="108105"/>
                    <a:pt x="102258" y="108105"/>
                    <a:pt x="102242" y="108969"/>
                  </a:cubicBezTo>
                  <a:cubicBezTo>
                    <a:pt x="102216" y="110368"/>
                    <a:pt x="102176" y="111767"/>
                    <a:pt x="102133" y="113165"/>
                  </a:cubicBezTo>
                  <a:cubicBezTo>
                    <a:pt x="100415" y="113411"/>
                    <a:pt x="98696" y="113656"/>
                    <a:pt x="96924" y="113909"/>
                  </a:cubicBezTo>
                  <a:cubicBezTo>
                    <a:pt x="96924" y="114892"/>
                    <a:pt x="96924" y="115874"/>
                    <a:pt x="96924" y="116886"/>
                  </a:cubicBezTo>
                  <a:cubicBezTo>
                    <a:pt x="96111" y="116947"/>
                    <a:pt x="95298" y="117009"/>
                    <a:pt x="94460" y="117072"/>
                  </a:cubicBezTo>
                  <a:cubicBezTo>
                    <a:pt x="91325" y="117709"/>
                    <a:pt x="91186" y="118129"/>
                    <a:pt x="89483" y="120607"/>
                  </a:cubicBezTo>
                  <a:cubicBezTo>
                    <a:pt x="88246" y="120872"/>
                    <a:pt x="87006" y="121122"/>
                    <a:pt x="85762" y="121351"/>
                  </a:cubicBezTo>
                  <a:cubicBezTo>
                    <a:pt x="85517" y="122087"/>
                    <a:pt x="85271" y="122824"/>
                    <a:pt x="85018" y="123583"/>
                  </a:cubicBezTo>
                  <a:cubicBezTo>
                    <a:pt x="83729" y="123744"/>
                    <a:pt x="83729" y="123744"/>
                    <a:pt x="82414" y="123909"/>
                  </a:cubicBezTo>
                  <a:cubicBezTo>
                    <a:pt x="81554" y="124047"/>
                    <a:pt x="80695" y="124185"/>
                    <a:pt x="79809" y="124327"/>
                  </a:cubicBezTo>
                  <a:cubicBezTo>
                    <a:pt x="79686" y="124818"/>
                    <a:pt x="79564" y="125310"/>
                    <a:pt x="79437" y="125816"/>
                  </a:cubicBezTo>
                  <a:cubicBezTo>
                    <a:pt x="79314" y="126307"/>
                    <a:pt x="79192" y="126798"/>
                    <a:pt x="79065" y="127304"/>
                  </a:cubicBezTo>
                  <a:cubicBezTo>
                    <a:pt x="77333" y="127582"/>
                    <a:pt x="75597" y="127830"/>
                    <a:pt x="73856" y="128048"/>
                  </a:cubicBezTo>
                  <a:cubicBezTo>
                    <a:pt x="73611" y="128785"/>
                    <a:pt x="73365" y="129521"/>
                    <a:pt x="73112" y="130280"/>
                  </a:cubicBezTo>
                  <a:cubicBezTo>
                    <a:pt x="71589" y="130806"/>
                    <a:pt x="70094" y="131032"/>
                    <a:pt x="68508" y="131304"/>
                  </a:cubicBezTo>
                  <a:cubicBezTo>
                    <a:pt x="68063" y="131457"/>
                    <a:pt x="67617" y="131611"/>
                    <a:pt x="67159" y="131769"/>
                  </a:cubicBezTo>
                  <a:cubicBezTo>
                    <a:pt x="66913" y="132505"/>
                    <a:pt x="66668" y="133242"/>
                    <a:pt x="66415" y="134001"/>
                  </a:cubicBezTo>
                  <a:cubicBezTo>
                    <a:pt x="63764" y="134513"/>
                    <a:pt x="63764" y="134513"/>
                    <a:pt x="61206" y="134745"/>
                  </a:cubicBezTo>
                  <a:cubicBezTo>
                    <a:pt x="61206" y="135728"/>
                    <a:pt x="61206" y="136710"/>
                    <a:pt x="61206" y="137722"/>
                  </a:cubicBezTo>
                  <a:cubicBezTo>
                    <a:pt x="59578" y="138286"/>
                    <a:pt x="59578" y="138286"/>
                    <a:pt x="57485" y="138559"/>
                  </a:cubicBezTo>
                  <a:cubicBezTo>
                    <a:pt x="55460" y="138804"/>
                    <a:pt x="55460" y="138804"/>
                    <a:pt x="53764" y="139210"/>
                  </a:cubicBezTo>
                  <a:cubicBezTo>
                    <a:pt x="53764" y="139701"/>
                    <a:pt x="53764" y="140192"/>
                    <a:pt x="53764" y="140698"/>
                  </a:cubicBezTo>
                  <a:cubicBezTo>
                    <a:pt x="52323" y="140419"/>
                    <a:pt x="52323" y="140419"/>
                    <a:pt x="50788" y="139954"/>
                  </a:cubicBezTo>
                  <a:cubicBezTo>
                    <a:pt x="49656" y="137691"/>
                    <a:pt x="49765" y="135281"/>
                    <a:pt x="49625" y="132792"/>
                  </a:cubicBezTo>
                  <a:cubicBezTo>
                    <a:pt x="49593" y="132266"/>
                    <a:pt x="49561" y="131741"/>
                    <a:pt x="49528" y="131199"/>
                  </a:cubicBezTo>
                  <a:cubicBezTo>
                    <a:pt x="49449" y="129901"/>
                    <a:pt x="49374" y="128602"/>
                    <a:pt x="49299" y="127304"/>
                  </a:cubicBezTo>
                  <a:cubicBezTo>
                    <a:pt x="48563" y="127304"/>
                    <a:pt x="47826" y="127304"/>
                    <a:pt x="47067" y="127304"/>
                  </a:cubicBezTo>
                  <a:cubicBezTo>
                    <a:pt x="47031" y="126722"/>
                    <a:pt x="46994" y="126139"/>
                    <a:pt x="46957" y="125539"/>
                  </a:cubicBezTo>
                  <a:cubicBezTo>
                    <a:pt x="46901" y="124786"/>
                    <a:pt x="46845" y="124033"/>
                    <a:pt x="46788" y="123258"/>
                  </a:cubicBezTo>
                  <a:cubicBezTo>
                    <a:pt x="46710" y="122131"/>
                    <a:pt x="46710" y="122131"/>
                    <a:pt x="46631" y="120982"/>
                  </a:cubicBezTo>
                  <a:cubicBezTo>
                    <a:pt x="46479" y="120059"/>
                    <a:pt x="46479" y="120059"/>
                    <a:pt x="46323" y="119118"/>
                  </a:cubicBezTo>
                  <a:cubicBezTo>
                    <a:pt x="45832" y="118873"/>
                    <a:pt x="45341" y="118627"/>
                    <a:pt x="44835" y="118374"/>
                  </a:cubicBezTo>
                  <a:cubicBezTo>
                    <a:pt x="44357" y="116464"/>
                    <a:pt x="44074" y="114551"/>
                    <a:pt x="43765" y="112607"/>
                  </a:cubicBezTo>
                  <a:cubicBezTo>
                    <a:pt x="43627" y="112055"/>
                    <a:pt x="43489" y="111502"/>
                    <a:pt x="43346" y="110933"/>
                  </a:cubicBezTo>
                  <a:cubicBezTo>
                    <a:pt x="42855" y="110687"/>
                    <a:pt x="42364" y="110442"/>
                    <a:pt x="41858" y="110189"/>
                  </a:cubicBezTo>
                  <a:cubicBezTo>
                    <a:pt x="41595" y="108459"/>
                    <a:pt x="41528" y="106750"/>
                    <a:pt x="41442" y="105003"/>
                  </a:cubicBezTo>
                  <a:cubicBezTo>
                    <a:pt x="41334" y="104504"/>
                    <a:pt x="41226" y="104005"/>
                    <a:pt x="41114" y="103491"/>
                  </a:cubicBezTo>
                  <a:cubicBezTo>
                    <a:pt x="40377" y="103246"/>
                    <a:pt x="39641" y="103000"/>
                    <a:pt x="38882" y="102747"/>
                  </a:cubicBezTo>
                  <a:cubicBezTo>
                    <a:pt x="38664" y="101210"/>
                    <a:pt x="38664" y="101210"/>
                    <a:pt x="38742" y="99352"/>
                  </a:cubicBezTo>
                  <a:cubicBezTo>
                    <a:pt x="38772" y="98430"/>
                    <a:pt x="38772" y="98430"/>
                    <a:pt x="38803" y="97489"/>
                  </a:cubicBezTo>
                  <a:cubicBezTo>
                    <a:pt x="38829" y="97014"/>
                    <a:pt x="38855" y="96539"/>
                    <a:pt x="38882" y="96050"/>
                  </a:cubicBezTo>
                  <a:cubicBezTo>
                    <a:pt x="38145" y="96050"/>
                    <a:pt x="37408" y="96050"/>
                    <a:pt x="36649" y="96050"/>
                  </a:cubicBezTo>
                  <a:cubicBezTo>
                    <a:pt x="36281" y="92735"/>
                    <a:pt x="36281" y="92735"/>
                    <a:pt x="35905" y="89353"/>
                  </a:cubicBezTo>
                  <a:cubicBezTo>
                    <a:pt x="35168" y="89353"/>
                    <a:pt x="34432" y="89353"/>
                    <a:pt x="33673" y="89353"/>
                  </a:cubicBezTo>
                  <a:cubicBezTo>
                    <a:pt x="33551" y="87851"/>
                    <a:pt x="33430" y="86349"/>
                    <a:pt x="33309" y="84847"/>
                  </a:cubicBezTo>
                  <a:cubicBezTo>
                    <a:pt x="33022" y="83106"/>
                    <a:pt x="33022" y="83106"/>
                    <a:pt x="30696" y="81911"/>
                  </a:cubicBezTo>
                  <a:cubicBezTo>
                    <a:pt x="30368" y="80490"/>
                    <a:pt x="30368" y="80490"/>
                    <a:pt x="30277" y="78888"/>
                  </a:cubicBezTo>
                  <a:cubicBezTo>
                    <a:pt x="30170" y="77921"/>
                    <a:pt x="30063" y="76954"/>
                    <a:pt x="29952" y="75958"/>
                  </a:cubicBezTo>
                  <a:cubicBezTo>
                    <a:pt x="29461" y="75713"/>
                    <a:pt x="28970" y="75467"/>
                    <a:pt x="28464" y="75214"/>
                  </a:cubicBezTo>
                  <a:cubicBezTo>
                    <a:pt x="28022" y="73243"/>
                    <a:pt x="27911" y="71276"/>
                    <a:pt x="27719" y="69261"/>
                  </a:cubicBezTo>
                  <a:cubicBezTo>
                    <a:pt x="26983" y="69261"/>
                    <a:pt x="26246" y="69261"/>
                    <a:pt x="25487" y="69261"/>
                  </a:cubicBezTo>
                  <a:cubicBezTo>
                    <a:pt x="25410" y="68540"/>
                    <a:pt x="25334" y="67818"/>
                    <a:pt x="25254" y="67075"/>
                  </a:cubicBezTo>
                  <a:cubicBezTo>
                    <a:pt x="25086" y="66323"/>
                    <a:pt x="24917" y="65571"/>
                    <a:pt x="24743" y="64796"/>
                  </a:cubicBezTo>
                  <a:cubicBezTo>
                    <a:pt x="23638" y="64428"/>
                    <a:pt x="23638" y="64428"/>
                    <a:pt x="22510" y="64052"/>
                  </a:cubicBezTo>
                  <a:cubicBezTo>
                    <a:pt x="22510" y="62564"/>
                    <a:pt x="22510" y="61075"/>
                    <a:pt x="22510" y="59587"/>
                  </a:cubicBezTo>
                  <a:cubicBezTo>
                    <a:pt x="21783" y="58827"/>
                    <a:pt x="21037" y="58084"/>
                    <a:pt x="20278" y="57355"/>
                  </a:cubicBezTo>
                  <a:cubicBezTo>
                    <a:pt x="19770" y="55622"/>
                    <a:pt x="19273" y="53886"/>
                    <a:pt x="18790" y="52146"/>
                  </a:cubicBezTo>
                  <a:cubicBezTo>
                    <a:pt x="18299" y="51900"/>
                    <a:pt x="17807" y="51655"/>
                    <a:pt x="17301" y="51402"/>
                  </a:cubicBezTo>
                  <a:cubicBezTo>
                    <a:pt x="16998" y="49674"/>
                    <a:pt x="16748" y="47936"/>
                    <a:pt x="16557" y="46193"/>
                  </a:cubicBezTo>
                  <a:cubicBezTo>
                    <a:pt x="15821" y="46193"/>
                    <a:pt x="15084" y="46193"/>
                    <a:pt x="14325" y="46193"/>
                  </a:cubicBezTo>
                  <a:cubicBezTo>
                    <a:pt x="14371" y="45348"/>
                    <a:pt x="14417" y="44504"/>
                    <a:pt x="14464" y="43635"/>
                  </a:cubicBezTo>
                  <a:cubicBezTo>
                    <a:pt x="14395" y="42322"/>
                    <a:pt x="14395" y="42322"/>
                    <a:pt x="14325" y="40984"/>
                  </a:cubicBezTo>
                  <a:cubicBezTo>
                    <a:pt x="13588" y="40738"/>
                    <a:pt x="12851" y="40492"/>
                    <a:pt x="12092" y="40239"/>
                  </a:cubicBezTo>
                  <a:cubicBezTo>
                    <a:pt x="11569" y="38761"/>
                    <a:pt x="11072" y="37272"/>
                    <a:pt x="10604" y="35775"/>
                  </a:cubicBezTo>
                  <a:cubicBezTo>
                    <a:pt x="10113" y="35529"/>
                    <a:pt x="9622" y="35283"/>
                    <a:pt x="9116" y="35030"/>
                  </a:cubicBezTo>
                  <a:cubicBezTo>
                    <a:pt x="8971" y="32679"/>
                    <a:pt x="8971" y="32679"/>
                    <a:pt x="9023" y="29775"/>
                  </a:cubicBezTo>
                  <a:cubicBezTo>
                    <a:pt x="9036" y="28815"/>
                    <a:pt x="9050" y="27855"/>
                    <a:pt x="9064" y="26865"/>
                  </a:cubicBezTo>
                  <a:cubicBezTo>
                    <a:pt x="9081" y="26122"/>
                    <a:pt x="9098" y="25378"/>
                    <a:pt x="9116" y="24613"/>
                  </a:cubicBezTo>
                  <a:cubicBezTo>
                    <a:pt x="10083" y="24674"/>
                    <a:pt x="11050" y="24735"/>
                    <a:pt x="12046" y="24799"/>
                  </a:cubicBezTo>
                  <a:cubicBezTo>
                    <a:pt x="13665" y="24848"/>
                    <a:pt x="13665" y="24848"/>
                    <a:pt x="15069" y="24613"/>
                  </a:cubicBezTo>
                  <a:cubicBezTo>
                    <a:pt x="15569" y="23172"/>
                    <a:pt x="15569" y="23172"/>
                    <a:pt x="15813" y="21636"/>
                  </a:cubicBezTo>
                  <a:cubicBezTo>
                    <a:pt x="17301" y="21388"/>
                    <a:pt x="18790" y="21140"/>
                    <a:pt x="20278" y="20892"/>
                  </a:cubicBezTo>
                  <a:cubicBezTo>
                    <a:pt x="20370" y="20401"/>
                    <a:pt x="20462" y="19910"/>
                    <a:pt x="20557" y="19404"/>
                  </a:cubicBezTo>
                  <a:cubicBezTo>
                    <a:pt x="20711" y="18912"/>
                    <a:pt x="20864" y="18421"/>
                    <a:pt x="21022" y="17915"/>
                  </a:cubicBezTo>
                  <a:cubicBezTo>
                    <a:pt x="22570" y="17587"/>
                    <a:pt x="24046" y="17495"/>
                    <a:pt x="25627" y="17447"/>
                  </a:cubicBezTo>
                  <a:cubicBezTo>
                    <a:pt x="26072" y="17356"/>
                    <a:pt x="26517" y="17265"/>
                    <a:pt x="26975" y="17171"/>
                  </a:cubicBezTo>
                  <a:cubicBezTo>
                    <a:pt x="27221" y="16434"/>
                    <a:pt x="27466" y="15698"/>
                    <a:pt x="27719" y="14939"/>
                  </a:cubicBezTo>
                  <a:cubicBezTo>
                    <a:pt x="29094" y="14558"/>
                    <a:pt x="29094" y="14558"/>
                    <a:pt x="30742" y="14427"/>
                  </a:cubicBezTo>
                  <a:cubicBezTo>
                    <a:pt x="31709" y="14350"/>
                    <a:pt x="32676" y="14274"/>
                    <a:pt x="33673" y="14195"/>
                  </a:cubicBezTo>
                  <a:cubicBezTo>
                    <a:pt x="33673" y="13212"/>
                    <a:pt x="33673" y="12230"/>
                    <a:pt x="33673" y="11218"/>
                  </a:cubicBezTo>
                  <a:cubicBezTo>
                    <a:pt x="34639" y="11295"/>
                    <a:pt x="35606" y="11371"/>
                    <a:pt x="36603" y="11451"/>
                  </a:cubicBezTo>
                  <a:cubicBezTo>
                    <a:pt x="38227" y="11513"/>
                    <a:pt x="38227" y="11513"/>
                    <a:pt x="39626" y="11218"/>
                  </a:cubicBezTo>
                  <a:cubicBezTo>
                    <a:pt x="39910" y="9986"/>
                    <a:pt x="40157" y="8744"/>
                    <a:pt x="40370" y="7497"/>
                  </a:cubicBezTo>
                  <a:cubicBezTo>
                    <a:pt x="42096" y="7189"/>
                    <a:pt x="43835" y="6940"/>
                    <a:pt x="45579" y="6753"/>
                  </a:cubicBezTo>
                  <a:cubicBezTo>
                    <a:pt x="45824" y="6016"/>
                    <a:pt x="46070" y="5280"/>
                    <a:pt x="46323" y="4521"/>
                  </a:cubicBezTo>
                  <a:cubicBezTo>
                    <a:pt x="47198" y="4275"/>
                    <a:pt x="48073" y="4030"/>
                    <a:pt x="48974" y="3777"/>
                  </a:cubicBezTo>
                  <a:cubicBezTo>
                    <a:pt x="49818" y="3531"/>
                    <a:pt x="50662" y="3285"/>
                    <a:pt x="51532" y="3032"/>
                  </a:cubicBezTo>
                  <a:cubicBezTo>
                    <a:pt x="51532" y="2296"/>
                    <a:pt x="51532" y="1559"/>
                    <a:pt x="51532" y="800"/>
                  </a:cubicBezTo>
                  <a:close/>
                </a:path>
              </a:pathLst>
            </a:custGeom>
            <a:grpFill/>
            <a:ln w="744" cap="flat">
              <a:noFill/>
              <a:prstDash val="solid"/>
              <a:miter/>
            </a:ln>
          </p:spPr>
          <p:txBody>
            <a:bodyPr rtlCol="0" anchor="ctr"/>
            <a:lstStyle/>
            <a:p>
              <a:endParaRPr lang="zh-CN" altLang="en-US"/>
            </a:p>
          </p:txBody>
        </p:sp>
        <p:sp>
          <p:nvSpPr>
            <p:cNvPr id="158" name="任意多边形: 形状 157"/>
            <p:cNvSpPr/>
            <p:nvPr/>
          </p:nvSpPr>
          <p:spPr>
            <a:xfrm>
              <a:off x="11253257" y="1597574"/>
              <a:ext cx="30253" cy="82317"/>
            </a:xfrm>
            <a:custGeom>
              <a:avLst/>
              <a:gdLst>
                <a:gd name="connsiteX0" fmla="*/ 16070 w 30253"/>
                <a:gd name="connsiteY0" fmla="*/ 1779 h 82317"/>
                <a:gd name="connsiteX1" fmla="*/ 45836 w 30253"/>
                <a:gd name="connsiteY1" fmla="*/ 1779 h 82317"/>
                <a:gd name="connsiteX2" fmla="*/ 45836 w 30253"/>
                <a:gd name="connsiteY2" fmla="*/ 54613 h 82317"/>
                <a:gd name="connsiteX3" fmla="*/ 43604 w 30253"/>
                <a:gd name="connsiteY3" fmla="*/ 54613 h 82317"/>
                <a:gd name="connsiteX4" fmla="*/ 43493 w 30253"/>
                <a:gd name="connsiteY4" fmla="*/ 56377 h 82317"/>
                <a:gd name="connsiteX5" fmla="*/ 43324 w 30253"/>
                <a:gd name="connsiteY5" fmla="*/ 58659 h 82317"/>
                <a:gd name="connsiteX6" fmla="*/ 43168 w 30253"/>
                <a:gd name="connsiteY6" fmla="*/ 60935 h 82317"/>
                <a:gd name="connsiteX7" fmla="*/ 42859 w 30253"/>
                <a:gd name="connsiteY7" fmla="*/ 62799 h 82317"/>
                <a:gd name="connsiteX8" fmla="*/ 41371 w 30253"/>
                <a:gd name="connsiteY8" fmla="*/ 63543 h 82317"/>
                <a:gd name="connsiteX9" fmla="*/ 40374 w 30253"/>
                <a:gd name="connsiteY9" fmla="*/ 68220 h 82317"/>
                <a:gd name="connsiteX10" fmla="*/ 39883 w 30253"/>
                <a:gd name="connsiteY10" fmla="*/ 69496 h 82317"/>
                <a:gd name="connsiteX11" fmla="*/ 37650 w 30253"/>
                <a:gd name="connsiteY11" fmla="*/ 69496 h 82317"/>
                <a:gd name="connsiteX12" fmla="*/ 37278 w 30253"/>
                <a:gd name="connsiteY12" fmla="*/ 71356 h 82317"/>
                <a:gd name="connsiteX13" fmla="*/ 36906 w 30253"/>
                <a:gd name="connsiteY13" fmla="*/ 73216 h 82317"/>
                <a:gd name="connsiteX14" fmla="*/ 34674 w 30253"/>
                <a:gd name="connsiteY14" fmla="*/ 73216 h 82317"/>
                <a:gd name="connsiteX15" fmla="*/ 33930 w 30253"/>
                <a:gd name="connsiteY15" fmla="*/ 76193 h 82317"/>
                <a:gd name="connsiteX16" fmla="*/ 31697 w 30253"/>
                <a:gd name="connsiteY16" fmla="*/ 76937 h 82317"/>
                <a:gd name="connsiteX17" fmla="*/ 30953 w 30253"/>
                <a:gd name="connsiteY17" fmla="*/ 79914 h 82317"/>
                <a:gd name="connsiteX18" fmla="*/ 28721 w 30253"/>
                <a:gd name="connsiteY18" fmla="*/ 81402 h 82317"/>
                <a:gd name="connsiteX19" fmla="*/ 27977 w 30253"/>
                <a:gd name="connsiteY19" fmla="*/ 83634 h 82317"/>
                <a:gd name="connsiteX20" fmla="*/ 19047 w 30253"/>
                <a:gd name="connsiteY20" fmla="*/ 83634 h 82317"/>
                <a:gd name="connsiteX21" fmla="*/ 17559 w 30253"/>
                <a:gd name="connsiteY21" fmla="*/ 78425 h 82317"/>
                <a:gd name="connsiteX22" fmla="*/ 16070 w 30253"/>
                <a:gd name="connsiteY22" fmla="*/ 77681 h 82317"/>
                <a:gd name="connsiteX23" fmla="*/ 15698 w 30253"/>
                <a:gd name="connsiteY23" fmla="*/ 72519 h 82317"/>
                <a:gd name="connsiteX24" fmla="*/ 15582 w 30253"/>
                <a:gd name="connsiteY24" fmla="*/ 69661 h 82317"/>
                <a:gd name="connsiteX25" fmla="*/ 16070 w 30253"/>
                <a:gd name="connsiteY25" fmla="*/ 67263 h 82317"/>
                <a:gd name="connsiteX26" fmla="*/ 20535 w 30253"/>
                <a:gd name="connsiteY26" fmla="*/ 65775 h 82317"/>
                <a:gd name="connsiteX27" fmla="*/ 21279 w 30253"/>
                <a:gd name="connsiteY27" fmla="*/ 62799 h 82317"/>
                <a:gd name="connsiteX28" fmla="*/ 22768 w 30253"/>
                <a:gd name="connsiteY28" fmla="*/ 62054 h 82317"/>
                <a:gd name="connsiteX29" fmla="*/ 23512 w 30253"/>
                <a:gd name="connsiteY29" fmla="*/ 59822 h 82317"/>
                <a:gd name="connsiteX30" fmla="*/ 25744 w 30253"/>
                <a:gd name="connsiteY30" fmla="*/ 56845 h 82317"/>
                <a:gd name="connsiteX31" fmla="*/ 26209 w 30253"/>
                <a:gd name="connsiteY31" fmla="*/ 50474 h 82317"/>
                <a:gd name="connsiteX32" fmla="*/ 26296 w 30253"/>
                <a:gd name="connsiteY32" fmla="*/ 48655 h 82317"/>
                <a:gd name="connsiteX33" fmla="*/ 26488 w 30253"/>
                <a:gd name="connsiteY33" fmla="*/ 44195 h 82317"/>
                <a:gd name="connsiteX34" fmla="*/ 28721 w 30253"/>
                <a:gd name="connsiteY34" fmla="*/ 44195 h 82317"/>
                <a:gd name="connsiteX35" fmla="*/ 29465 w 30253"/>
                <a:gd name="connsiteY35" fmla="*/ 32289 h 82317"/>
                <a:gd name="connsiteX36" fmla="*/ 26488 w 30253"/>
                <a:gd name="connsiteY36" fmla="*/ 33033 h 82317"/>
                <a:gd name="connsiteX37" fmla="*/ 22349 w 30253"/>
                <a:gd name="connsiteY37" fmla="*/ 33126 h 82317"/>
                <a:gd name="connsiteX38" fmla="*/ 20207 w 30253"/>
                <a:gd name="connsiteY38" fmla="*/ 33132 h 82317"/>
                <a:gd name="connsiteX39" fmla="*/ 16070 w 30253"/>
                <a:gd name="connsiteY39" fmla="*/ 32289 h 82317"/>
                <a:gd name="connsiteX40" fmla="*/ 15852 w 30253"/>
                <a:gd name="connsiteY40" fmla="*/ 25542 h 82317"/>
                <a:gd name="connsiteX41" fmla="*/ 15862 w 30253"/>
                <a:gd name="connsiteY41" fmla="*/ 23493 h 82317"/>
                <a:gd name="connsiteX42" fmla="*/ 15931 w 30253"/>
                <a:gd name="connsiteY42" fmla="*/ 16987 h 82317"/>
                <a:gd name="connsiteX43" fmla="*/ 15961 w 30253"/>
                <a:gd name="connsiteY43" fmla="*/ 12588 h 82317"/>
                <a:gd name="connsiteX44" fmla="*/ 16070 w 30253"/>
                <a:gd name="connsiteY44" fmla="*/ 1779 h 8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253" h="82317">
                  <a:moveTo>
                    <a:pt x="16070" y="1779"/>
                  </a:moveTo>
                  <a:cubicBezTo>
                    <a:pt x="25893" y="1779"/>
                    <a:pt x="35716" y="1779"/>
                    <a:pt x="45836" y="1779"/>
                  </a:cubicBezTo>
                  <a:cubicBezTo>
                    <a:pt x="45836" y="19214"/>
                    <a:pt x="45836" y="36649"/>
                    <a:pt x="45836" y="54613"/>
                  </a:cubicBezTo>
                  <a:cubicBezTo>
                    <a:pt x="45099" y="54613"/>
                    <a:pt x="44363" y="54613"/>
                    <a:pt x="43604" y="54613"/>
                  </a:cubicBezTo>
                  <a:cubicBezTo>
                    <a:pt x="43567" y="55195"/>
                    <a:pt x="43531" y="55777"/>
                    <a:pt x="43493" y="56377"/>
                  </a:cubicBezTo>
                  <a:cubicBezTo>
                    <a:pt x="43437" y="57130"/>
                    <a:pt x="43382" y="57883"/>
                    <a:pt x="43324" y="58659"/>
                  </a:cubicBezTo>
                  <a:cubicBezTo>
                    <a:pt x="43273" y="59410"/>
                    <a:pt x="43221" y="60161"/>
                    <a:pt x="43168" y="60935"/>
                  </a:cubicBezTo>
                  <a:cubicBezTo>
                    <a:pt x="43015" y="61858"/>
                    <a:pt x="43015" y="61858"/>
                    <a:pt x="42859" y="62799"/>
                  </a:cubicBezTo>
                  <a:cubicBezTo>
                    <a:pt x="42123" y="63167"/>
                    <a:pt x="42123" y="63167"/>
                    <a:pt x="41371" y="63543"/>
                  </a:cubicBezTo>
                  <a:cubicBezTo>
                    <a:pt x="40930" y="65089"/>
                    <a:pt x="40660" y="66638"/>
                    <a:pt x="40374" y="68220"/>
                  </a:cubicBezTo>
                  <a:cubicBezTo>
                    <a:pt x="40212" y="68641"/>
                    <a:pt x="40050" y="69062"/>
                    <a:pt x="39883" y="69496"/>
                  </a:cubicBezTo>
                  <a:cubicBezTo>
                    <a:pt x="39146" y="69496"/>
                    <a:pt x="38409" y="69496"/>
                    <a:pt x="37650" y="69496"/>
                  </a:cubicBezTo>
                  <a:cubicBezTo>
                    <a:pt x="37528" y="70110"/>
                    <a:pt x="37405" y="70724"/>
                    <a:pt x="37278" y="71356"/>
                  </a:cubicBezTo>
                  <a:cubicBezTo>
                    <a:pt x="37156" y="71970"/>
                    <a:pt x="37033" y="72584"/>
                    <a:pt x="36906" y="73216"/>
                  </a:cubicBezTo>
                  <a:cubicBezTo>
                    <a:pt x="36170" y="73216"/>
                    <a:pt x="35433" y="73216"/>
                    <a:pt x="34674" y="73216"/>
                  </a:cubicBezTo>
                  <a:cubicBezTo>
                    <a:pt x="34418" y="74207"/>
                    <a:pt x="34171" y="75199"/>
                    <a:pt x="33930" y="76193"/>
                  </a:cubicBezTo>
                  <a:cubicBezTo>
                    <a:pt x="32825" y="76561"/>
                    <a:pt x="32825" y="76561"/>
                    <a:pt x="31697" y="76937"/>
                  </a:cubicBezTo>
                  <a:cubicBezTo>
                    <a:pt x="31442" y="77927"/>
                    <a:pt x="31194" y="78920"/>
                    <a:pt x="30953" y="79914"/>
                  </a:cubicBezTo>
                  <a:cubicBezTo>
                    <a:pt x="29848" y="80650"/>
                    <a:pt x="29848" y="80650"/>
                    <a:pt x="28721" y="81402"/>
                  </a:cubicBezTo>
                  <a:cubicBezTo>
                    <a:pt x="28475" y="82139"/>
                    <a:pt x="28230" y="82875"/>
                    <a:pt x="27977" y="83634"/>
                  </a:cubicBezTo>
                  <a:cubicBezTo>
                    <a:pt x="24961" y="84247"/>
                    <a:pt x="22061" y="84253"/>
                    <a:pt x="19047" y="83634"/>
                  </a:cubicBezTo>
                  <a:cubicBezTo>
                    <a:pt x="17838" y="81076"/>
                    <a:pt x="17838" y="81076"/>
                    <a:pt x="17559" y="78425"/>
                  </a:cubicBezTo>
                  <a:cubicBezTo>
                    <a:pt x="17067" y="78180"/>
                    <a:pt x="16576" y="77934"/>
                    <a:pt x="16070" y="77681"/>
                  </a:cubicBezTo>
                  <a:cubicBezTo>
                    <a:pt x="15768" y="75382"/>
                    <a:pt x="15768" y="75382"/>
                    <a:pt x="15698" y="72519"/>
                  </a:cubicBezTo>
                  <a:cubicBezTo>
                    <a:pt x="15660" y="71576"/>
                    <a:pt x="15622" y="70633"/>
                    <a:pt x="15582" y="69661"/>
                  </a:cubicBezTo>
                  <a:cubicBezTo>
                    <a:pt x="15743" y="68870"/>
                    <a:pt x="15904" y="68079"/>
                    <a:pt x="16070" y="67263"/>
                  </a:cubicBezTo>
                  <a:cubicBezTo>
                    <a:pt x="18291" y="66287"/>
                    <a:pt x="18291" y="66287"/>
                    <a:pt x="20535" y="65775"/>
                  </a:cubicBezTo>
                  <a:cubicBezTo>
                    <a:pt x="21141" y="64283"/>
                    <a:pt x="21141" y="64283"/>
                    <a:pt x="21279" y="62799"/>
                  </a:cubicBezTo>
                  <a:cubicBezTo>
                    <a:pt x="22016" y="62430"/>
                    <a:pt x="22016" y="62430"/>
                    <a:pt x="22768" y="62054"/>
                  </a:cubicBezTo>
                  <a:cubicBezTo>
                    <a:pt x="23013" y="61318"/>
                    <a:pt x="23259" y="60581"/>
                    <a:pt x="23512" y="59822"/>
                  </a:cubicBezTo>
                  <a:cubicBezTo>
                    <a:pt x="24256" y="57590"/>
                    <a:pt x="24256" y="57590"/>
                    <a:pt x="25744" y="56845"/>
                  </a:cubicBezTo>
                  <a:cubicBezTo>
                    <a:pt x="25977" y="54703"/>
                    <a:pt x="26126" y="52623"/>
                    <a:pt x="26209" y="50474"/>
                  </a:cubicBezTo>
                  <a:cubicBezTo>
                    <a:pt x="26252" y="49574"/>
                    <a:pt x="26252" y="49574"/>
                    <a:pt x="26296" y="48655"/>
                  </a:cubicBezTo>
                  <a:cubicBezTo>
                    <a:pt x="26367" y="47169"/>
                    <a:pt x="26428" y="45682"/>
                    <a:pt x="26488" y="44195"/>
                  </a:cubicBezTo>
                  <a:cubicBezTo>
                    <a:pt x="27225" y="44195"/>
                    <a:pt x="27962" y="44195"/>
                    <a:pt x="28721" y="44195"/>
                  </a:cubicBezTo>
                  <a:cubicBezTo>
                    <a:pt x="28966" y="40266"/>
                    <a:pt x="29212" y="36337"/>
                    <a:pt x="29465" y="32289"/>
                  </a:cubicBezTo>
                  <a:cubicBezTo>
                    <a:pt x="27991" y="32657"/>
                    <a:pt x="27991" y="32657"/>
                    <a:pt x="26488" y="33033"/>
                  </a:cubicBezTo>
                  <a:cubicBezTo>
                    <a:pt x="25110" y="33101"/>
                    <a:pt x="23729" y="33130"/>
                    <a:pt x="22349" y="33126"/>
                  </a:cubicBezTo>
                  <a:cubicBezTo>
                    <a:pt x="21642" y="33128"/>
                    <a:pt x="20935" y="33130"/>
                    <a:pt x="20207" y="33132"/>
                  </a:cubicBezTo>
                  <a:cubicBezTo>
                    <a:pt x="18303" y="33033"/>
                    <a:pt x="18303" y="33033"/>
                    <a:pt x="16070" y="32289"/>
                  </a:cubicBezTo>
                  <a:cubicBezTo>
                    <a:pt x="15868" y="29990"/>
                    <a:pt x="15812" y="27840"/>
                    <a:pt x="15852" y="25542"/>
                  </a:cubicBezTo>
                  <a:cubicBezTo>
                    <a:pt x="15857" y="24528"/>
                    <a:pt x="15857" y="24528"/>
                    <a:pt x="15862" y="23493"/>
                  </a:cubicBezTo>
                  <a:cubicBezTo>
                    <a:pt x="15874" y="21324"/>
                    <a:pt x="15902" y="19156"/>
                    <a:pt x="15931" y="16987"/>
                  </a:cubicBezTo>
                  <a:cubicBezTo>
                    <a:pt x="15942" y="15521"/>
                    <a:pt x="15952" y="14054"/>
                    <a:pt x="15961" y="12588"/>
                  </a:cubicBezTo>
                  <a:cubicBezTo>
                    <a:pt x="15984" y="8985"/>
                    <a:pt x="16028" y="5382"/>
                    <a:pt x="16070" y="1779"/>
                  </a:cubicBezTo>
                  <a:close/>
                </a:path>
              </a:pathLst>
            </a:custGeom>
            <a:grpFill/>
            <a:ln w="744" cap="flat">
              <a:noFill/>
              <a:prstDash val="solid"/>
              <a:miter/>
            </a:ln>
          </p:spPr>
          <p:txBody>
            <a:bodyPr rtlCol="0" anchor="ctr"/>
            <a:lstStyle/>
            <a:p>
              <a:endParaRPr lang="zh-CN" altLang="en-US"/>
            </a:p>
          </p:txBody>
        </p:sp>
        <p:sp>
          <p:nvSpPr>
            <p:cNvPr id="159" name="任意多边形: 形状 158"/>
            <p:cNvSpPr/>
            <p:nvPr/>
          </p:nvSpPr>
          <p:spPr>
            <a:xfrm>
              <a:off x="11181979" y="1597387"/>
              <a:ext cx="25897" cy="31661"/>
            </a:xfrm>
            <a:custGeom>
              <a:avLst/>
              <a:gdLst>
                <a:gd name="connsiteX0" fmla="*/ 23074 w 33550"/>
                <a:gd name="connsiteY0" fmla="*/ 1842 h 31661"/>
                <a:gd name="connsiteX1" fmla="*/ 25057 w 33550"/>
                <a:gd name="connsiteY1" fmla="*/ 1834 h 31661"/>
                <a:gd name="connsiteX2" fmla="*/ 29220 w 33550"/>
                <a:gd name="connsiteY2" fmla="*/ 1829 h 31661"/>
                <a:gd name="connsiteX3" fmla="*/ 35594 w 33550"/>
                <a:gd name="connsiteY3" fmla="*/ 1799 h 31661"/>
                <a:gd name="connsiteX4" fmla="*/ 39631 w 33550"/>
                <a:gd name="connsiteY4" fmla="*/ 1795 h 31661"/>
                <a:gd name="connsiteX5" fmla="*/ 41562 w 33550"/>
                <a:gd name="connsiteY5" fmla="*/ 1779 h 31661"/>
                <a:gd name="connsiteX6" fmla="*/ 43361 w 33550"/>
                <a:gd name="connsiteY6" fmla="*/ 1786 h 31661"/>
                <a:gd name="connsiteX7" fmla="*/ 44941 w 33550"/>
                <a:gd name="connsiteY7" fmla="*/ 1783 h 31661"/>
                <a:gd name="connsiteX8" fmla="*/ 48567 w 33550"/>
                <a:gd name="connsiteY8" fmla="*/ 3455 h 31661"/>
                <a:gd name="connsiteX9" fmla="*/ 48916 w 33550"/>
                <a:gd name="connsiteY9" fmla="*/ 9734 h 31661"/>
                <a:gd name="connsiteX10" fmla="*/ 48933 w 33550"/>
                <a:gd name="connsiteY10" fmla="*/ 11618 h 31661"/>
                <a:gd name="connsiteX11" fmla="*/ 48940 w 33550"/>
                <a:gd name="connsiteY11" fmla="*/ 15567 h 31661"/>
                <a:gd name="connsiteX12" fmla="*/ 49003 w 33550"/>
                <a:gd name="connsiteY12" fmla="*/ 21622 h 31661"/>
                <a:gd name="connsiteX13" fmla="*/ 49009 w 33550"/>
                <a:gd name="connsiteY13" fmla="*/ 25453 h 31661"/>
                <a:gd name="connsiteX14" fmla="*/ 49046 w 33550"/>
                <a:gd name="connsiteY14" fmla="*/ 27290 h 31661"/>
                <a:gd name="connsiteX15" fmla="*/ 48567 w 33550"/>
                <a:gd name="connsiteY15" fmla="*/ 31732 h 31661"/>
                <a:gd name="connsiteX16" fmla="*/ 38890 w 33550"/>
                <a:gd name="connsiteY16" fmla="*/ 33392 h 31661"/>
                <a:gd name="connsiteX17" fmla="*/ 37176 w 33550"/>
                <a:gd name="connsiteY17" fmla="*/ 33391 h 31661"/>
                <a:gd name="connsiteX18" fmla="*/ 33601 w 33550"/>
                <a:gd name="connsiteY18" fmla="*/ 33374 h 31661"/>
                <a:gd name="connsiteX19" fmla="*/ 28139 w 33550"/>
                <a:gd name="connsiteY19" fmla="*/ 33359 h 31661"/>
                <a:gd name="connsiteX20" fmla="*/ 24659 w 33550"/>
                <a:gd name="connsiteY20" fmla="*/ 33345 h 31661"/>
                <a:gd name="connsiteX21" fmla="*/ 23014 w 33550"/>
                <a:gd name="connsiteY21" fmla="*/ 33343 h 31661"/>
                <a:gd name="connsiteX22" fmla="*/ 15825 w 33550"/>
                <a:gd name="connsiteY22" fmla="*/ 32476 h 31661"/>
                <a:gd name="connsiteX23" fmla="*/ 15508 w 33550"/>
                <a:gd name="connsiteY23" fmla="*/ 25919 h 31661"/>
                <a:gd name="connsiteX24" fmla="*/ 15515 w 33550"/>
                <a:gd name="connsiteY24" fmla="*/ 23925 h 31661"/>
                <a:gd name="connsiteX25" fmla="*/ 15559 w 33550"/>
                <a:gd name="connsiteY25" fmla="*/ 19744 h 31661"/>
                <a:gd name="connsiteX26" fmla="*/ 15614 w 33550"/>
                <a:gd name="connsiteY26" fmla="*/ 13320 h 31661"/>
                <a:gd name="connsiteX27" fmla="*/ 15647 w 33550"/>
                <a:gd name="connsiteY27" fmla="*/ 9268 h 31661"/>
                <a:gd name="connsiteX28" fmla="*/ 15664 w 33550"/>
                <a:gd name="connsiteY28" fmla="*/ 7314 h 31661"/>
                <a:gd name="connsiteX29" fmla="*/ 23074 w 33550"/>
                <a:gd name="connsiteY29" fmla="*/ 1842 h 3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550" h="31661">
                  <a:moveTo>
                    <a:pt x="23074" y="1842"/>
                  </a:moveTo>
                  <a:cubicBezTo>
                    <a:pt x="23729" y="1839"/>
                    <a:pt x="24383" y="1837"/>
                    <a:pt x="25057" y="1834"/>
                  </a:cubicBezTo>
                  <a:cubicBezTo>
                    <a:pt x="26445" y="1830"/>
                    <a:pt x="27832" y="1829"/>
                    <a:pt x="29220" y="1829"/>
                  </a:cubicBezTo>
                  <a:cubicBezTo>
                    <a:pt x="31345" y="1827"/>
                    <a:pt x="33469" y="1814"/>
                    <a:pt x="35594" y="1799"/>
                  </a:cubicBezTo>
                  <a:cubicBezTo>
                    <a:pt x="36940" y="1797"/>
                    <a:pt x="38286" y="1796"/>
                    <a:pt x="39631" y="1795"/>
                  </a:cubicBezTo>
                  <a:cubicBezTo>
                    <a:pt x="40269" y="1790"/>
                    <a:pt x="40906" y="1784"/>
                    <a:pt x="41562" y="1779"/>
                  </a:cubicBezTo>
                  <a:cubicBezTo>
                    <a:pt x="42453" y="1782"/>
                    <a:pt x="42453" y="1782"/>
                    <a:pt x="43361" y="1786"/>
                  </a:cubicBezTo>
                  <a:cubicBezTo>
                    <a:pt x="43882" y="1785"/>
                    <a:pt x="44404" y="1784"/>
                    <a:pt x="44941" y="1783"/>
                  </a:cubicBezTo>
                  <a:cubicBezTo>
                    <a:pt x="46335" y="1967"/>
                    <a:pt x="46335" y="1967"/>
                    <a:pt x="48567" y="3455"/>
                  </a:cubicBezTo>
                  <a:cubicBezTo>
                    <a:pt x="48812" y="5601"/>
                    <a:pt x="48915" y="7584"/>
                    <a:pt x="48916" y="9734"/>
                  </a:cubicBezTo>
                  <a:cubicBezTo>
                    <a:pt x="48924" y="10667"/>
                    <a:pt x="48924" y="10667"/>
                    <a:pt x="48933" y="11618"/>
                  </a:cubicBezTo>
                  <a:cubicBezTo>
                    <a:pt x="48941" y="12934"/>
                    <a:pt x="48943" y="14251"/>
                    <a:pt x="48940" y="15567"/>
                  </a:cubicBezTo>
                  <a:cubicBezTo>
                    <a:pt x="48939" y="17586"/>
                    <a:pt x="48970" y="19603"/>
                    <a:pt x="49003" y="21622"/>
                  </a:cubicBezTo>
                  <a:cubicBezTo>
                    <a:pt x="49007" y="22899"/>
                    <a:pt x="49009" y="24176"/>
                    <a:pt x="49009" y="25453"/>
                  </a:cubicBezTo>
                  <a:cubicBezTo>
                    <a:pt x="49027" y="26363"/>
                    <a:pt x="49027" y="26363"/>
                    <a:pt x="49046" y="27290"/>
                  </a:cubicBezTo>
                  <a:cubicBezTo>
                    <a:pt x="49025" y="28991"/>
                    <a:pt x="49025" y="28991"/>
                    <a:pt x="48567" y="31732"/>
                  </a:cubicBezTo>
                  <a:cubicBezTo>
                    <a:pt x="45776" y="33805"/>
                    <a:pt x="42253" y="33425"/>
                    <a:pt x="38890" y="33392"/>
                  </a:cubicBezTo>
                  <a:cubicBezTo>
                    <a:pt x="38324" y="33392"/>
                    <a:pt x="37759" y="33391"/>
                    <a:pt x="37176" y="33391"/>
                  </a:cubicBezTo>
                  <a:cubicBezTo>
                    <a:pt x="35984" y="33389"/>
                    <a:pt x="34793" y="33383"/>
                    <a:pt x="33601" y="33374"/>
                  </a:cubicBezTo>
                  <a:cubicBezTo>
                    <a:pt x="31781" y="33360"/>
                    <a:pt x="29960" y="33358"/>
                    <a:pt x="28139" y="33359"/>
                  </a:cubicBezTo>
                  <a:cubicBezTo>
                    <a:pt x="26979" y="33355"/>
                    <a:pt x="25819" y="33351"/>
                    <a:pt x="24659" y="33345"/>
                  </a:cubicBezTo>
                  <a:cubicBezTo>
                    <a:pt x="23845" y="33344"/>
                    <a:pt x="23845" y="33344"/>
                    <a:pt x="23014" y="33343"/>
                  </a:cubicBezTo>
                  <a:cubicBezTo>
                    <a:pt x="17859" y="33295"/>
                    <a:pt x="17859" y="33295"/>
                    <a:pt x="15825" y="32476"/>
                  </a:cubicBezTo>
                  <a:cubicBezTo>
                    <a:pt x="15541" y="30203"/>
                    <a:pt x="15462" y="28194"/>
                    <a:pt x="15508" y="25919"/>
                  </a:cubicBezTo>
                  <a:cubicBezTo>
                    <a:pt x="15510" y="25261"/>
                    <a:pt x="15513" y="24603"/>
                    <a:pt x="15515" y="23925"/>
                  </a:cubicBezTo>
                  <a:cubicBezTo>
                    <a:pt x="15523" y="22531"/>
                    <a:pt x="15538" y="21137"/>
                    <a:pt x="15559" y="19744"/>
                  </a:cubicBezTo>
                  <a:cubicBezTo>
                    <a:pt x="15592" y="17603"/>
                    <a:pt x="15605" y="15462"/>
                    <a:pt x="15614" y="13320"/>
                  </a:cubicBezTo>
                  <a:cubicBezTo>
                    <a:pt x="15624" y="11970"/>
                    <a:pt x="15635" y="10619"/>
                    <a:pt x="15647" y="9268"/>
                  </a:cubicBezTo>
                  <a:cubicBezTo>
                    <a:pt x="15653" y="8624"/>
                    <a:pt x="15658" y="7979"/>
                    <a:pt x="15664" y="7314"/>
                  </a:cubicBezTo>
                  <a:cubicBezTo>
                    <a:pt x="15765" y="1016"/>
                    <a:pt x="17346" y="1849"/>
                    <a:pt x="23074" y="1842"/>
                  </a:cubicBezTo>
                  <a:close/>
                </a:path>
              </a:pathLst>
            </a:custGeom>
            <a:grpFill/>
            <a:ln w="744" cap="flat">
              <a:noFill/>
              <a:prstDash val="solid"/>
              <a:miter/>
            </a:ln>
          </p:spPr>
          <p:txBody>
            <a:bodyPr rtlCol="0" anchor="ctr"/>
            <a:lstStyle/>
            <a:p>
              <a:endParaRPr lang="zh-CN" altLang="en-US"/>
            </a:p>
          </p:txBody>
        </p:sp>
        <p:sp>
          <p:nvSpPr>
            <p:cNvPr id="160" name="任意多边形: 形状 159"/>
            <p:cNvSpPr/>
            <p:nvPr/>
          </p:nvSpPr>
          <p:spPr>
            <a:xfrm>
              <a:off x="11796561" y="1597368"/>
              <a:ext cx="25897" cy="31688"/>
            </a:xfrm>
            <a:custGeom>
              <a:avLst/>
              <a:gdLst>
                <a:gd name="connsiteX0" fmla="*/ 17464 w 33608"/>
                <a:gd name="connsiteY0" fmla="*/ 1986 h 31688"/>
                <a:gd name="connsiteX1" fmla="*/ 24158 w 33608"/>
                <a:gd name="connsiteY1" fmla="*/ 1788 h 31688"/>
                <a:gd name="connsiteX2" fmla="*/ 26197 w 33608"/>
                <a:gd name="connsiteY2" fmla="*/ 1784 h 31688"/>
                <a:gd name="connsiteX3" fmla="*/ 30474 w 33608"/>
                <a:gd name="connsiteY3" fmla="*/ 1792 h 31688"/>
                <a:gd name="connsiteX4" fmla="*/ 37034 w 33608"/>
                <a:gd name="connsiteY4" fmla="*/ 1782 h 31688"/>
                <a:gd name="connsiteX5" fmla="*/ 41181 w 33608"/>
                <a:gd name="connsiteY5" fmla="*/ 1788 h 31688"/>
                <a:gd name="connsiteX6" fmla="*/ 43173 w 33608"/>
                <a:gd name="connsiteY6" fmla="*/ 1779 h 31688"/>
                <a:gd name="connsiteX7" fmla="*/ 49462 w 33608"/>
                <a:gd name="connsiteY7" fmla="*/ 3474 h 31688"/>
                <a:gd name="connsiteX8" fmla="*/ 49738 w 33608"/>
                <a:gd name="connsiteY8" fmla="*/ 9753 h 31688"/>
                <a:gd name="connsiteX9" fmla="*/ 49759 w 33608"/>
                <a:gd name="connsiteY9" fmla="*/ 11638 h 31688"/>
                <a:gd name="connsiteX10" fmla="*/ 49779 w 33608"/>
                <a:gd name="connsiteY10" fmla="*/ 15586 h 31688"/>
                <a:gd name="connsiteX11" fmla="*/ 49862 w 33608"/>
                <a:gd name="connsiteY11" fmla="*/ 21642 h 31688"/>
                <a:gd name="connsiteX12" fmla="*/ 49878 w 33608"/>
                <a:gd name="connsiteY12" fmla="*/ 25473 h 31688"/>
                <a:gd name="connsiteX13" fmla="*/ 49922 w 33608"/>
                <a:gd name="connsiteY13" fmla="*/ 27310 h 31688"/>
                <a:gd name="connsiteX14" fmla="*/ 49462 w 33608"/>
                <a:gd name="connsiteY14" fmla="*/ 31751 h 31688"/>
                <a:gd name="connsiteX15" fmla="*/ 39974 w 33608"/>
                <a:gd name="connsiteY15" fmla="*/ 33437 h 31688"/>
                <a:gd name="connsiteX16" fmla="*/ 38315 w 33608"/>
                <a:gd name="connsiteY16" fmla="*/ 33442 h 31688"/>
                <a:gd name="connsiteX17" fmla="*/ 34855 w 33608"/>
                <a:gd name="connsiteY17" fmla="*/ 33434 h 31688"/>
                <a:gd name="connsiteX18" fmla="*/ 29580 w 33608"/>
                <a:gd name="connsiteY18" fmla="*/ 33443 h 31688"/>
                <a:gd name="connsiteX19" fmla="*/ 26208 w 33608"/>
                <a:gd name="connsiteY19" fmla="*/ 33437 h 31688"/>
                <a:gd name="connsiteX20" fmla="*/ 24624 w 33608"/>
                <a:gd name="connsiteY20" fmla="*/ 33446 h 31688"/>
                <a:gd name="connsiteX21" fmla="*/ 16720 w 33608"/>
                <a:gd name="connsiteY21" fmla="*/ 31751 h 31688"/>
                <a:gd name="connsiteX22" fmla="*/ 16330 w 33608"/>
                <a:gd name="connsiteY22" fmla="*/ 25473 h 31688"/>
                <a:gd name="connsiteX23" fmla="*/ 16341 w 33608"/>
                <a:gd name="connsiteY23" fmla="*/ 23588 h 31688"/>
                <a:gd name="connsiteX24" fmla="*/ 16441 w 33608"/>
                <a:gd name="connsiteY24" fmla="*/ 17613 h 31688"/>
                <a:gd name="connsiteX25" fmla="*/ 16473 w 33608"/>
                <a:gd name="connsiteY25" fmla="*/ 13584 h 31688"/>
                <a:gd name="connsiteX26" fmla="*/ 17464 w 33608"/>
                <a:gd name="connsiteY26" fmla="*/ 1986 h 3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3608" h="31688">
                  <a:moveTo>
                    <a:pt x="17464" y="1986"/>
                  </a:moveTo>
                  <a:cubicBezTo>
                    <a:pt x="19718" y="1834"/>
                    <a:pt x="21903" y="1778"/>
                    <a:pt x="24158" y="1788"/>
                  </a:cubicBezTo>
                  <a:cubicBezTo>
                    <a:pt x="25167" y="1786"/>
                    <a:pt x="25167" y="1786"/>
                    <a:pt x="26197" y="1784"/>
                  </a:cubicBezTo>
                  <a:cubicBezTo>
                    <a:pt x="27622" y="1783"/>
                    <a:pt x="29048" y="1786"/>
                    <a:pt x="30474" y="1792"/>
                  </a:cubicBezTo>
                  <a:cubicBezTo>
                    <a:pt x="32661" y="1800"/>
                    <a:pt x="34847" y="1792"/>
                    <a:pt x="37034" y="1782"/>
                  </a:cubicBezTo>
                  <a:cubicBezTo>
                    <a:pt x="38416" y="1783"/>
                    <a:pt x="39798" y="1785"/>
                    <a:pt x="41181" y="1788"/>
                  </a:cubicBezTo>
                  <a:cubicBezTo>
                    <a:pt x="41838" y="1785"/>
                    <a:pt x="42495" y="1782"/>
                    <a:pt x="43173" y="1779"/>
                  </a:cubicBezTo>
                  <a:cubicBezTo>
                    <a:pt x="47803" y="1815"/>
                    <a:pt x="47803" y="1815"/>
                    <a:pt x="49462" y="3474"/>
                  </a:cubicBezTo>
                  <a:cubicBezTo>
                    <a:pt x="49638" y="5591"/>
                    <a:pt x="49724" y="7633"/>
                    <a:pt x="49738" y="9753"/>
                  </a:cubicBezTo>
                  <a:cubicBezTo>
                    <a:pt x="49748" y="10686"/>
                    <a:pt x="49748" y="10686"/>
                    <a:pt x="49759" y="11638"/>
                  </a:cubicBezTo>
                  <a:cubicBezTo>
                    <a:pt x="49769" y="12954"/>
                    <a:pt x="49776" y="14270"/>
                    <a:pt x="49779" y="15586"/>
                  </a:cubicBezTo>
                  <a:cubicBezTo>
                    <a:pt x="49788" y="17605"/>
                    <a:pt x="49824" y="19623"/>
                    <a:pt x="49862" y="21642"/>
                  </a:cubicBezTo>
                  <a:cubicBezTo>
                    <a:pt x="49869" y="22919"/>
                    <a:pt x="49874" y="24196"/>
                    <a:pt x="49878" y="25473"/>
                  </a:cubicBezTo>
                  <a:cubicBezTo>
                    <a:pt x="49892" y="26079"/>
                    <a:pt x="49907" y="26685"/>
                    <a:pt x="49922" y="27310"/>
                  </a:cubicBezTo>
                  <a:cubicBezTo>
                    <a:pt x="49908" y="29010"/>
                    <a:pt x="49908" y="29010"/>
                    <a:pt x="49462" y="31751"/>
                  </a:cubicBezTo>
                  <a:cubicBezTo>
                    <a:pt x="46710" y="33779"/>
                    <a:pt x="43287" y="33456"/>
                    <a:pt x="39974" y="33437"/>
                  </a:cubicBezTo>
                  <a:cubicBezTo>
                    <a:pt x="39153" y="33439"/>
                    <a:pt x="39153" y="33439"/>
                    <a:pt x="38315" y="33442"/>
                  </a:cubicBezTo>
                  <a:cubicBezTo>
                    <a:pt x="37162" y="33443"/>
                    <a:pt x="36009" y="33440"/>
                    <a:pt x="34855" y="33434"/>
                  </a:cubicBezTo>
                  <a:cubicBezTo>
                    <a:pt x="33097" y="33426"/>
                    <a:pt x="31338" y="33434"/>
                    <a:pt x="29580" y="33443"/>
                  </a:cubicBezTo>
                  <a:cubicBezTo>
                    <a:pt x="28456" y="33442"/>
                    <a:pt x="27332" y="33440"/>
                    <a:pt x="26208" y="33437"/>
                  </a:cubicBezTo>
                  <a:cubicBezTo>
                    <a:pt x="25685" y="33440"/>
                    <a:pt x="25163" y="33443"/>
                    <a:pt x="24624" y="33446"/>
                  </a:cubicBezTo>
                  <a:cubicBezTo>
                    <a:pt x="18945" y="33393"/>
                    <a:pt x="18945" y="33393"/>
                    <a:pt x="16720" y="31751"/>
                  </a:cubicBezTo>
                  <a:cubicBezTo>
                    <a:pt x="16366" y="29519"/>
                    <a:pt x="16268" y="27705"/>
                    <a:pt x="16330" y="25473"/>
                  </a:cubicBezTo>
                  <a:cubicBezTo>
                    <a:pt x="16334" y="24851"/>
                    <a:pt x="16337" y="24229"/>
                    <a:pt x="16341" y="23588"/>
                  </a:cubicBezTo>
                  <a:cubicBezTo>
                    <a:pt x="16357" y="21596"/>
                    <a:pt x="16399" y="19605"/>
                    <a:pt x="16441" y="17613"/>
                  </a:cubicBezTo>
                  <a:cubicBezTo>
                    <a:pt x="16453" y="16270"/>
                    <a:pt x="16464" y="14927"/>
                    <a:pt x="16473" y="13584"/>
                  </a:cubicBezTo>
                  <a:cubicBezTo>
                    <a:pt x="16574" y="3766"/>
                    <a:pt x="16574" y="3766"/>
                    <a:pt x="17464" y="1986"/>
                  </a:cubicBezTo>
                  <a:close/>
                </a:path>
              </a:pathLst>
            </a:custGeom>
            <a:grpFill/>
            <a:ln w="744" cap="flat">
              <a:noFill/>
              <a:prstDash val="solid"/>
              <a:miter/>
            </a:ln>
          </p:spPr>
          <p:txBody>
            <a:bodyPr rtlCol="0" anchor="ctr"/>
            <a:lstStyle/>
            <a:p>
              <a:endParaRPr lang="zh-CN" altLang="en-US"/>
            </a:p>
          </p:txBody>
        </p:sp>
      </p:grpSp>
      <p:grpSp>
        <p:nvGrpSpPr>
          <p:cNvPr id="38" name="组合 37"/>
          <p:cNvGrpSpPr/>
          <p:nvPr userDrawn="1"/>
        </p:nvGrpSpPr>
        <p:grpSpPr>
          <a:xfrm>
            <a:off x="0" y="5909576"/>
            <a:ext cx="12192000" cy="688884"/>
            <a:chOff x="0" y="5789165"/>
            <a:chExt cx="12192000" cy="688884"/>
          </a:xfrm>
        </p:grpSpPr>
        <p:sp>
          <p:nvSpPr>
            <p:cNvPr id="39" name="矩形 38"/>
            <p:cNvSpPr/>
            <p:nvPr userDrawn="1"/>
          </p:nvSpPr>
          <p:spPr>
            <a:xfrm>
              <a:off x="9583838" y="5789165"/>
              <a:ext cx="2608162" cy="464570"/>
            </a:xfrm>
            <a:prstGeom prst="rect">
              <a:avLst/>
            </a:prstGeom>
            <a:gradFill flip="none" rotWithShape="1">
              <a:gsLst>
                <a:gs pos="100000">
                  <a:srgbClr val="44A193"/>
                </a:gs>
                <a:gs pos="600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userDrawn="1"/>
          </p:nvSpPr>
          <p:spPr>
            <a:xfrm>
              <a:off x="0" y="6013479"/>
              <a:ext cx="10390496" cy="464570"/>
            </a:xfrm>
            <a:prstGeom prst="rect">
              <a:avLst/>
            </a:prstGeom>
            <a:gradFill flip="none" rotWithShape="1">
              <a:gsLst>
                <a:gs pos="100000">
                  <a:schemeClr val="accent3"/>
                </a:gs>
                <a:gs pos="6000">
                  <a:schemeClr val="accent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1" name="组合 40"/>
            <p:cNvGrpSpPr/>
            <p:nvPr userDrawn="1"/>
          </p:nvGrpSpPr>
          <p:grpSpPr>
            <a:xfrm>
              <a:off x="424963" y="6207836"/>
              <a:ext cx="1638729" cy="75856"/>
              <a:chOff x="-113326" y="3435663"/>
              <a:chExt cx="11993993" cy="555194"/>
            </a:xfrm>
            <a:solidFill>
              <a:schemeClr val="bg1"/>
            </a:solidFill>
          </p:grpSpPr>
          <p:sp>
            <p:nvSpPr>
              <p:cNvPr id="161" name="任意多边形: 形状 160"/>
              <p:cNvSpPr/>
              <p:nvPr/>
            </p:nvSpPr>
            <p:spPr>
              <a:xfrm>
                <a:off x="786914" y="3441783"/>
                <a:ext cx="767977" cy="542813"/>
              </a:xfrm>
              <a:custGeom>
                <a:avLst/>
                <a:gdLst>
                  <a:gd name="connsiteX0" fmla="*/ 15959 w 767977"/>
                  <a:gd name="connsiteY0" fmla="*/ 149 h 542813"/>
                  <a:gd name="connsiteX1" fmla="*/ 17987 w 767977"/>
                  <a:gd name="connsiteY1" fmla="*/ 145 h 542813"/>
                  <a:gd name="connsiteX2" fmla="*/ 24702 w 767977"/>
                  <a:gd name="connsiteY2" fmla="*/ 147 h 542813"/>
                  <a:gd name="connsiteX3" fmla="*/ 29521 w 767977"/>
                  <a:gd name="connsiteY3" fmla="*/ 142 h 542813"/>
                  <a:gd name="connsiteX4" fmla="*/ 42601 w 767977"/>
                  <a:gd name="connsiteY4" fmla="*/ 142 h 542813"/>
                  <a:gd name="connsiteX5" fmla="*/ 56285 w 767977"/>
                  <a:gd name="connsiteY5" fmla="*/ 141 h 542813"/>
                  <a:gd name="connsiteX6" fmla="*/ 79262 w 767977"/>
                  <a:gd name="connsiteY6" fmla="*/ 146 h 542813"/>
                  <a:gd name="connsiteX7" fmla="*/ 105838 w 767977"/>
                  <a:gd name="connsiteY7" fmla="*/ 144 h 542813"/>
                  <a:gd name="connsiteX8" fmla="*/ 128648 w 767977"/>
                  <a:gd name="connsiteY8" fmla="*/ 142 h 542813"/>
                  <a:gd name="connsiteX9" fmla="*/ 142274 w 767977"/>
                  <a:gd name="connsiteY9" fmla="*/ 141 h 542813"/>
                  <a:gd name="connsiteX10" fmla="*/ 155082 w 767977"/>
                  <a:gd name="connsiteY10" fmla="*/ 145 h 542813"/>
                  <a:gd name="connsiteX11" fmla="*/ 159786 w 767977"/>
                  <a:gd name="connsiteY11" fmla="*/ 144 h 542813"/>
                  <a:gd name="connsiteX12" fmla="*/ 166199 w 767977"/>
                  <a:gd name="connsiteY12" fmla="*/ 149 h 542813"/>
                  <a:gd name="connsiteX13" fmla="*/ 168087 w 767977"/>
                  <a:gd name="connsiteY13" fmla="*/ 143 h 542813"/>
                  <a:gd name="connsiteX14" fmla="*/ 176384 w 767977"/>
                  <a:gd name="connsiteY14" fmla="*/ 1156 h 542813"/>
                  <a:gd name="connsiteX15" fmla="*/ 176438 w 767977"/>
                  <a:gd name="connsiteY15" fmla="*/ 3040 h 542813"/>
                  <a:gd name="connsiteX16" fmla="*/ 176719 w 767977"/>
                  <a:gd name="connsiteY16" fmla="*/ 11547 h 542813"/>
                  <a:gd name="connsiteX17" fmla="*/ 176803 w 767977"/>
                  <a:gd name="connsiteY17" fmla="*/ 14511 h 542813"/>
                  <a:gd name="connsiteX18" fmla="*/ 179066 w 767977"/>
                  <a:gd name="connsiteY18" fmla="*/ 27971 h 542813"/>
                  <a:gd name="connsiteX19" fmla="*/ 182641 w 767977"/>
                  <a:gd name="connsiteY19" fmla="*/ 27971 h 542813"/>
                  <a:gd name="connsiteX20" fmla="*/ 183559 w 767977"/>
                  <a:gd name="connsiteY20" fmla="*/ 39239 h 542813"/>
                  <a:gd name="connsiteX21" fmla="*/ 183526 w 767977"/>
                  <a:gd name="connsiteY21" fmla="*/ 42571 h 542813"/>
                  <a:gd name="connsiteX22" fmla="*/ 183421 w 767977"/>
                  <a:gd name="connsiteY22" fmla="*/ 49492 h 542813"/>
                  <a:gd name="connsiteX23" fmla="*/ 183392 w 767977"/>
                  <a:gd name="connsiteY23" fmla="*/ 52814 h 542813"/>
                  <a:gd name="connsiteX24" fmla="*/ 183346 w 767977"/>
                  <a:gd name="connsiteY24" fmla="*/ 55845 h 542813"/>
                  <a:gd name="connsiteX25" fmla="*/ 185323 w 767977"/>
                  <a:gd name="connsiteY25" fmla="*/ 61044 h 542813"/>
                  <a:gd name="connsiteX26" fmla="*/ 189792 w 767977"/>
                  <a:gd name="connsiteY26" fmla="*/ 61937 h 542813"/>
                  <a:gd name="connsiteX27" fmla="*/ 190686 w 767977"/>
                  <a:gd name="connsiteY27" fmla="*/ 93222 h 542813"/>
                  <a:gd name="connsiteX28" fmla="*/ 196049 w 767977"/>
                  <a:gd name="connsiteY28" fmla="*/ 95010 h 542813"/>
                  <a:gd name="connsiteX29" fmla="*/ 196102 w 767977"/>
                  <a:gd name="connsiteY29" fmla="*/ 97757 h 542813"/>
                  <a:gd name="connsiteX30" fmla="*/ 196332 w 767977"/>
                  <a:gd name="connsiteY30" fmla="*/ 107847 h 542813"/>
                  <a:gd name="connsiteX31" fmla="*/ 196426 w 767977"/>
                  <a:gd name="connsiteY31" fmla="*/ 112214 h 542813"/>
                  <a:gd name="connsiteX32" fmla="*/ 196572 w 767977"/>
                  <a:gd name="connsiteY32" fmla="*/ 118490 h 542813"/>
                  <a:gd name="connsiteX33" fmla="*/ 196604 w 767977"/>
                  <a:gd name="connsiteY33" fmla="*/ 120463 h 542813"/>
                  <a:gd name="connsiteX34" fmla="*/ 198730 w 767977"/>
                  <a:gd name="connsiteY34" fmla="*/ 128082 h 542813"/>
                  <a:gd name="connsiteX35" fmla="*/ 202305 w 767977"/>
                  <a:gd name="connsiteY35" fmla="*/ 128082 h 542813"/>
                  <a:gd name="connsiteX36" fmla="*/ 202359 w 767977"/>
                  <a:gd name="connsiteY36" fmla="*/ 130704 h 542813"/>
                  <a:gd name="connsiteX37" fmla="*/ 202589 w 767977"/>
                  <a:gd name="connsiteY37" fmla="*/ 140390 h 542813"/>
                  <a:gd name="connsiteX38" fmla="*/ 202683 w 767977"/>
                  <a:gd name="connsiteY38" fmla="*/ 144572 h 542813"/>
                  <a:gd name="connsiteX39" fmla="*/ 202829 w 767977"/>
                  <a:gd name="connsiteY39" fmla="*/ 150602 h 542813"/>
                  <a:gd name="connsiteX40" fmla="*/ 202861 w 767977"/>
                  <a:gd name="connsiteY40" fmla="*/ 152474 h 542813"/>
                  <a:gd name="connsiteX41" fmla="*/ 204987 w 767977"/>
                  <a:gd name="connsiteY41" fmla="*/ 162942 h 542813"/>
                  <a:gd name="connsiteX42" fmla="*/ 208562 w 767977"/>
                  <a:gd name="connsiteY42" fmla="*/ 163835 h 542813"/>
                  <a:gd name="connsiteX43" fmla="*/ 209481 w 767977"/>
                  <a:gd name="connsiteY43" fmla="*/ 172488 h 542813"/>
                  <a:gd name="connsiteX44" fmla="*/ 209447 w 767977"/>
                  <a:gd name="connsiteY44" fmla="*/ 176066 h 542813"/>
                  <a:gd name="connsiteX45" fmla="*/ 209370 w 767977"/>
                  <a:gd name="connsiteY45" fmla="*/ 181686 h 542813"/>
                  <a:gd name="connsiteX46" fmla="*/ 209313 w 767977"/>
                  <a:gd name="connsiteY46" fmla="*/ 187124 h 542813"/>
                  <a:gd name="connsiteX47" fmla="*/ 209267 w 767977"/>
                  <a:gd name="connsiteY47" fmla="*/ 190406 h 542813"/>
                  <a:gd name="connsiteX48" fmla="*/ 211244 w 767977"/>
                  <a:gd name="connsiteY48" fmla="*/ 197801 h 542813"/>
                  <a:gd name="connsiteX49" fmla="*/ 215713 w 767977"/>
                  <a:gd name="connsiteY49" fmla="*/ 197801 h 542813"/>
                  <a:gd name="connsiteX50" fmla="*/ 215767 w 767977"/>
                  <a:gd name="connsiteY50" fmla="*/ 200631 h 542813"/>
                  <a:gd name="connsiteX51" fmla="*/ 215997 w 767977"/>
                  <a:gd name="connsiteY51" fmla="*/ 211020 h 542813"/>
                  <a:gd name="connsiteX52" fmla="*/ 216090 w 767977"/>
                  <a:gd name="connsiteY52" fmla="*/ 215517 h 542813"/>
                  <a:gd name="connsiteX53" fmla="*/ 216237 w 767977"/>
                  <a:gd name="connsiteY53" fmla="*/ 221980 h 542813"/>
                  <a:gd name="connsiteX54" fmla="*/ 216268 w 767977"/>
                  <a:gd name="connsiteY54" fmla="*/ 224012 h 542813"/>
                  <a:gd name="connsiteX55" fmla="*/ 218395 w 767977"/>
                  <a:gd name="connsiteY55" fmla="*/ 231767 h 542813"/>
                  <a:gd name="connsiteX56" fmla="*/ 221970 w 767977"/>
                  <a:gd name="connsiteY56" fmla="*/ 231767 h 542813"/>
                  <a:gd name="connsiteX57" fmla="*/ 221995 w 767977"/>
                  <a:gd name="connsiteY57" fmla="*/ 234415 h 542813"/>
                  <a:gd name="connsiteX58" fmla="*/ 222156 w 767977"/>
                  <a:gd name="connsiteY58" fmla="*/ 244261 h 542813"/>
                  <a:gd name="connsiteX59" fmla="*/ 222212 w 767977"/>
                  <a:gd name="connsiteY59" fmla="*/ 248499 h 542813"/>
                  <a:gd name="connsiteX60" fmla="*/ 225626 w 767977"/>
                  <a:gd name="connsiteY60" fmla="*/ 269340 h 542813"/>
                  <a:gd name="connsiteX61" fmla="*/ 226998 w 767977"/>
                  <a:gd name="connsiteY61" fmla="*/ 274728 h 542813"/>
                  <a:gd name="connsiteX62" fmla="*/ 227333 w 767977"/>
                  <a:gd name="connsiteY62" fmla="*/ 277353 h 542813"/>
                  <a:gd name="connsiteX63" fmla="*/ 229121 w 767977"/>
                  <a:gd name="connsiteY63" fmla="*/ 278247 h 542813"/>
                  <a:gd name="connsiteX64" fmla="*/ 229121 w 767977"/>
                  <a:gd name="connsiteY64" fmla="*/ 255901 h 542813"/>
                  <a:gd name="connsiteX65" fmla="*/ 233590 w 767977"/>
                  <a:gd name="connsiteY65" fmla="*/ 255007 h 542813"/>
                  <a:gd name="connsiteX66" fmla="*/ 234767 w 767977"/>
                  <a:gd name="connsiteY66" fmla="*/ 248939 h 542813"/>
                  <a:gd name="connsiteX67" fmla="*/ 234880 w 767977"/>
                  <a:gd name="connsiteY67" fmla="*/ 246390 h 542813"/>
                  <a:gd name="connsiteX68" fmla="*/ 234987 w 767977"/>
                  <a:gd name="connsiteY68" fmla="*/ 243722 h 542813"/>
                  <a:gd name="connsiteX69" fmla="*/ 235104 w 767977"/>
                  <a:gd name="connsiteY69" fmla="*/ 241034 h 542813"/>
                  <a:gd name="connsiteX70" fmla="*/ 235378 w 767977"/>
                  <a:gd name="connsiteY70" fmla="*/ 234449 h 542813"/>
                  <a:gd name="connsiteX71" fmla="*/ 237556 w 767977"/>
                  <a:gd name="connsiteY71" fmla="*/ 234114 h 542813"/>
                  <a:gd name="connsiteX72" fmla="*/ 239847 w 767977"/>
                  <a:gd name="connsiteY72" fmla="*/ 233555 h 542813"/>
                  <a:gd name="connsiteX73" fmla="*/ 241024 w 767977"/>
                  <a:gd name="connsiteY73" fmla="*/ 226900 h 542813"/>
                  <a:gd name="connsiteX74" fmla="*/ 241137 w 767977"/>
                  <a:gd name="connsiteY74" fmla="*/ 223985 h 542813"/>
                  <a:gd name="connsiteX75" fmla="*/ 241243 w 767977"/>
                  <a:gd name="connsiteY75" fmla="*/ 220930 h 542813"/>
                  <a:gd name="connsiteX76" fmla="*/ 241360 w 767977"/>
                  <a:gd name="connsiteY76" fmla="*/ 217853 h 542813"/>
                  <a:gd name="connsiteX77" fmla="*/ 241635 w 767977"/>
                  <a:gd name="connsiteY77" fmla="*/ 210315 h 542813"/>
                  <a:gd name="connsiteX78" fmla="*/ 246998 w 767977"/>
                  <a:gd name="connsiteY78" fmla="*/ 208527 h 542813"/>
                  <a:gd name="connsiteX79" fmla="*/ 247778 w 767977"/>
                  <a:gd name="connsiteY79" fmla="*/ 193842 h 542813"/>
                  <a:gd name="connsiteX80" fmla="*/ 247891 w 767977"/>
                  <a:gd name="connsiteY80" fmla="*/ 188863 h 542813"/>
                  <a:gd name="connsiteX81" fmla="*/ 251523 w 767977"/>
                  <a:gd name="connsiteY81" fmla="*/ 186293 h 542813"/>
                  <a:gd name="connsiteX82" fmla="*/ 253792 w 767977"/>
                  <a:gd name="connsiteY82" fmla="*/ 183716 h 542813"/>
                  <a:gd name="connsiteX83" fmla="*/ 254431 w 767977"/>
                  <a:gd name="connsiteY83" fmla="*/ 177257 h 542813"/>
                  <a:gd name="connsiteX84" fmla="*/ 254545 w 767977"/>
                  <a:gd name="connsiteY84" fmla="*/ 174726 h 542813"/>
                  <a:gd name="connsiteX85" fmla="*/ 254651 w 767977"/>
                  <a:gd name="connsiteY85" fmla="*/ 172103 h 542813"/>
                  <a:gd name="connsiteX86" fmla="*/ 254768 w 767977"/>
                  <a:gd name="connsiteY86" fmla="*/ 169439 h 542813"/>
                  <a:gd name="connsiteX87" fmla="*/ 255042 w 767977"/>
                  <a:gd name="connsiteY87" fmla="*/ 162942 h 542813"/>
                  <a:gd name="connsiteX88" fmla="*/ 259511 w 767977"/>
                  <a:gd name="connsiteY88" fmla="*/ 162048 h 542813"/>
                  <a:gd name="connsiteX89" fmla="*/ 260688 w 767977"/>
                  <a:gd name="connsiteY89" fmla="*/ 154803 h 542813"/>
                  <a:gd name="connsiteX90" fmla="*/ 260801 w 767977"/>
                  <a:gd name="connsiteY90" fmla="*/ 152140 h 542813"/>
                  <a:gd name="connsiteX91" fmla="*/ 260908 w 767977"/>
                  <a:gd name="connsiteY91" fmla="*/ 149366 h 542813"/>
                  <a:gd name="connsiteX92" fmla="*/ 261025 w 767977"/>
                  <a:gd name="connsiteY92" fmla="*/ 146561 h 542813"/>
                  <a:gd name="connsiteX93" fmla="*/ 261299 w 767977"/>
                  <a:gd name="connsiteY93" fmla="*/ 139702 h 542813"/>
                  <a:gd name="connsiteX94" fmla="*/ 266662 w 767977"/>
                  <a:gd name="connsiteY94" fmla="*/ 139702 h 542813"/>
                  <a:gd name="connsiteX95" fmla="*/ 267556 w 767977"/>
                  <a:gd name="connsiteY95" fmla="*/ 118249 h 542813"/>
                  <a:gd name="connsiteX96" fmla="*/ 272919 w 767977"/>
                  <a:gd name="connsiteY96" fmla="*/ 116462 h 542813"/>
                  <a:gd name="connsiteX97" fmla="*/ 273757 w 767977"/>
                  <a:gd name="connsiteY97" fmla="*/ 99650 h 542813"/>
                  <a:gd name="connsiteX98" fmla="*/ 274707 w 767977"/>
                  <a:gd name="connsiteY98" fmla="*/ 94116 h 542813"/>
                  <a:gd name="connsiteX99" fmla="*/ 276885 w 767977"/>
                  <a:gd name="connsiteY99" fmla="*/ 93781 h 542813"/>
                  <a:gd name="connsiteX100" fmla="*/ 279176 w 767977"/>
                  <a:gd name="connsiteY100" fmla="*/ 93222 h 542813"/>
                  <a:gd name="connsiteX101" fmla="*/ 280353 w 767977"/>
                  <a:gd name="connsiteY101" fmla="*/ 86763 h 542813"/>
                  <a:gd name="connsiteX102" fmla="*/ 280466 w 767977"/>
                  <a:gd name="connsiteY102" fmla="*/ 83969 h 542813"/>
                  <a:gd name="connsiteX103" fmla="*/ 280573 w 767977"/>
                  <a:gd name="connsiteY103" fmla="*/ 81043 h 542813"/>
                  <a:gd name="connsiteX104" fmla="*/ 280689 w 767977"/>
                  <a:gd name="connsiteY104" fmla="*/ 78096 h 542813"/>
                  <a:gd name="connsiteX105" fmla="*/ 280964 w 767977"/>
                  <a:gd name="connsiteY105" fmla="*/ 70876 h 542813"/>
                  <a:gd name="connsiteX106" fmla="*/ 285433 w 767977"/>
                  <a:gd name="connsiteY106" fmla="*/ 69982 h 542813"/>
                  <a:gd name="connsiteX107" fmla="*/ 286609 w 767977"/>
                  <a:gd name="connsiteY107" fmla="*/ 62541 h 542813"/>
                  <a:gd name="connsiteX108" fmla="*/ 286723 w 767977"/>
                  <a:gd name="connsiteY108" fmla="*/ 59757 h 542813"/>
                  <a:gd name="connsiteX109" fmla="*/ 286829 w 767977"/>
                  <a:gd name="connsiteY109" fmla="*/ 56854 h 542813"/>
                  <a:gd name="connsiteX110" fmla="*/ 286946 w 767977"/>
                  <a:gd name="connsiteY110" fmla="*/ 53919 h 542813"/>
                  <a:gd name="connsiteX111" fmla="*/ 287220 w 767977"/>
                  <a:gd name="connsiteY111" fmla="*/ 46742 h 542813"/>
                  <a:gd name="connsiteX112" fmla="*/ 291690 w 767977"/>
                  <a:gd name="connsiteY112" fmla="*/ 46742 h 542813"/>
                  <a:gd name="connsiteX113" fmla="*/ 292866 w 767977"/>
                  <a:gd name="connsiteY113" fmla="*/ 40283 h 542813"/>
                  <a:gd name="connsiteX114" fmla="*/ 292980 w 767977"/>
                  <a:gd name="connsiteY114" fmla="*/ 37489 h 542813"/>
                  <a:gd name="connsiteX115" fmla="*/ 293086 w 767977"/>
                  <a:gd name="connsiteY115" fmla="*/ 34564 h 542813"/>
                  <a:gd name="connsiteX116" fmla="*/ 293203 w 767977"/>
                  <a:gd name="connsiteY116" fmla="*/ 31617 h 542813"/>
                  <a:gd name="connsiteX117" fmla="*/ 293477 w 767977"/>
                  <a:gd name="connsiteY117" fmla="*/ 24396 h 542813"/>
                  <a:gd name="connsiteX118" fmla="*/ 298840 w 767977"/>
                  <a:gd name="connsiteY118" fmla="*/ 22608 h 542813"/>
                  <a:gd name="connsiteX119" fmla="*/ 300628 w 767977"/>
                  <a:gd name="connsiteY119" fmla="*/ 1156 h 542813"/>
                  <a:gd name="connsiteX120" fmla="*/ 311922 w 767977"/>
                  <a:gd name="connsiteY120" fmla="*/ 149 h 542813"/>
                  <a:gd name="connsiteX121" fmla="*/ 313984 w 767977"/>
                  <a:gd name="connsiteY121" fmla="*/ 145 h 542813"/>
                  <a:gd name="connsiteX122" fmla="*/ 320810 w 767977"/>
                  <a:gd name="connsiteY122" fmla="*/ 147 h 542813"/>
                  <a:gd name="connsiteX123" fmla="*/ 325708 w 767977"/>
                  <a:gd name="connsiteY123" fmla="*/ 142 h 542813"/>
                  <a:gd name="connsiteX124" fmla="*/ 339004 w 767977"/>
                  <a:gd name="connsiteY124" fmla="*/ 142 h 542813"/>
                  <a:gd name="connsiteX125" fmla="*/ 352914 w 767977"/>
                  <a:gd name="connsiteY125" fmla="*/ 141 h 542813"/>
                  <a:gd name="connsiteX126" fmla="*/ 376270 w 767977"/>
                  <a:gd name="connsiteY126" fmla="*/ 146 h 542813"/>
                  <a:gd name="connsiteX127" fmla="*/ 403284 w 767977"/>
                  <a:gd name="connsiteY127" fmla="*/ 144 h 542813"/>
                  <a:gd name="connsiteX128" fmla="*/ 426469 w 767977"/>
                  <a:gd name="connsiteY128" fmla="*/ 142 h 542813"/>
                  <a:gd name="connsiteX129" fmla="*/ 440321 w 767977"/>
                  <a:gd name="connsiteY129" fmla="*/ 141 h 542813"/>
                  <a:gd name="connsiteX130" fmla="*/ 453339 w 767977"/>
                  <a:gd name="connsiteY130" fmla="*/ 145 h 542813"/>
                  <a:gd name="connsiteX131" fmla="*/ 458122 w 767977"/>
                  <a:gd name="connsiteY131" fmla="*/ 144 h 542813"/>
                  <a:gd name="connsiteX132" fmla="*/ 464640 w 767977"/>
                  <a:gd name="connsiteY132" fmla="*/ 149 h 542813"/>
                  <a:gd name="connsiteX133" fmla="*/ 466560 w 767977"/>
                  <a:gd name="connsiteY133" fmla="*/ 143 h 542813"/>
                  <a:gd name="connsiteX134" fmla="*/ 474927 w 767977"/>
                  <a:gd name="connsiteY134" fmla="*/ 1156 h 542813"/>
                  <a:gd name="connsiteX135" fmla="*/ 475708 w 767977"/>
                  <a:gd name="connsiteY135" fmla="*/ 13087 h 542813"/>
                  <a:gd name="connsiteX136" fmla="*/ 475678 w 767977"/>
                  <a:gd name="connsiteY136" fmla="*/ 15227 h 542813"/>
                  <a:gd name="connsiteX137" fmla="*/ 475632 w 767977"/>
                  <a:gd name="connsiteY137" fmla="*/ 17179 h 542813"/>
                  <a:gd name="connsiteX138" fmla="*/ 477609 w 767977"/>
                  <a:gd name="connsiteY138" fmla="*/ 22608 h 542813"/>
                  <a:gd name="connsiteX139" fmla="*/ 482078 w 767977"/>
                  <a:gd name="connsiteY139" fmla="*/ 22608 h 542813"/>
                  <a:gd name="connsiteX140" fmla="*/ 482146 w 767977"/>
                  <a:gd name="connsiteY140" fmla="*/ 24289 h 542813"/>
                  <a:gd name="connsiteX141" fmla="*/ 482469 w 767977"/>
                  <a:gd name="connsiteY141" fmla="*/ 31826 h 542813"/>
                  <a:gd name="connsiteX142" fmla="*/ 482575 w 767977"/>
                  <a:gd name="connsiteY142" fmla="*/ 34471 h 542813"/>
                  <a:gd name="connsiteX143" fmla="*/ 482689 w 767977"/>
                  <a:gd name="connsiteY143" fmla="*/ 37011 h 542813"/>
                  <a:gd name="connsiteX144" fmla="*/ 482788 w 767977"/>
                  <a:gd name="connsiteY144" fmla="*/ 39352 h 542813"/>
                  <a:gd name="connsiteX145" fmla="*/ 483866 w 767977"/>
                  <a:gd name="connsiteY145" fmla="*/ 44061 h 542813"/>
                  <a:gd name="connsiteX146" fmla="*/ 488335 w 767977"/>
                  <a:gd name="connsiteY146" fmla="*/ 44954 h 542813"/>
                  <a:gd name="connsiteX147" fmla="*/ 488374 w 767977"/>
                  <a:gd name="connsiteY147" fmla="*/ 46881 h 542813"/>
                  <a:gd name="connsiteX148" fmla="*/ 488614 w 767977"/>
                  <a:gd name="connsiteY148" fmla="*/ 55513 h 542813"/>
                  <a:gd name="connsiteX149" fmla="*/ 488675 w 767977"/>
                  <a:gd name="connsiteY149" fmla="*/ 58545 h 542813"/>
                  <a:gd name="connsiteX150" fmla="*/ 488771 w 767977"/>
                  <a:gd name="connsiteY150" fmla="*/ 61452 h 542813"/>
                  <a:gd name="connsiteX151" fmla="*/ 488842 w 767977"/>
                  <a:gd name="connsiteY151" fmla="*/ 64133 h 542813"/>
                  <a:gd name="connsiteX152" fmla="*/ 490430 w 767977"/>
                  <a:gd name="connsiteY152" fmla="*/ 68057 h 542813"/>
                  <a:gd name="connsiteX153" fmla="*/ 494592 w 767977"/>
                  <a:gd name="connsiteY153" fmla="*/ 69088 h 542813"/>
                  <a:gd name="connsiteX154" fmla="*/ 495486 w 767977"/>
                  <a:gd name="connsiteY154" fmla="*/ 78194 h 542813"/>
                  <a:gd name="connsiteX155" fmla="*/ 496379 w 767977"/>
                  <a:gd name="connsiteY155" fmla="*/ 92328 h 542813"/>
                  <a:gd name="connsiteX156" fmla="*/ 501742 w 767977"/>
                  <a:gd name="connsiteY156" fmla="*/ 92328 h 542813"/>
                  <a:gd name="connsiteX157" fmla="*/ 501810 w 767977"/>
                  <a:gd name="connsiteY157" fmla="*/ 94173 h 542813"/>
                  <a:gd name="connsiteX158" fmla="*/ 502134 w 767977"/>
                  <a:gd name="connsiteY158" fmla="*/ 102440 h 542813"/>
                  <a:gd name="connsiteX159" fmla="*/ 502240 w 767977"/>
                  <a:gd name="connsiteY159" fmla="*/ 105343 h 542813"/>
                  <a:gd name="connsiteX160" fmla="*/ 502353 w 767977"/>
                  <a:gd name="connsiteY160" fmla="*/ 108127 h 542813"/>
                  <a:gd name="connsiteX161" fmla="*/ 502453 w 767977"/>
                  <a:gd name="connsiteY161" fmla="*/ 110695 h 542813"/>
                  <a:gd name="connsiteX162" fmla="*/ 503530 w 767977"/>
                  <a:gd name="connsiteY162" fmla="*/ 115568 h 542813"/>
                  <a:gd name="connsiteX163" fmla="*/ 507999 w 767977"/>
                  <a:gd name="connsiteY163" fmla="*/ 115568 h 542813"/>
                  <a:gd name="connsiteX164" fmla="*/ 508067 w 767977"/>
                  <a:gd name="connsiteY164" fmla="*/ 117509 h 542813"/>
                  <a:gd name="connsiteX165" fmla="*/ 508390 w 767977"/>
                  <a:gd name="connsiteY165" fmla="*/ 126182 h 542813"/>
                  <a:gd name="connsiteX166" fmla="*/ 508497 w 767977"/>
                  <a:gd name="connsiteY166" fmla="*/ 129237 h 542813"/>
                  <a:gd name="connsiteX167" fmla="*/ 508610 w 767977"/>
                  <a:gd name="connsiteY167" fmla="*/ 132153 h 542813"/>
                  <a:gd name="connsiteX168" fmla="*/ 508710 w 767977"/>
                  <a:gd name="connsiteY168" fmla="*/ 134848 h 542813"/>
                  <a:gd name="connsiteX169" fmla="*/ 509787 w 767977"/>
                  <a:gd name="connsiteY169" fmla="*/ 138808 h 542813"/>
                  <a:gd name="connsiteX170" fmla="*/ 514256 w 767977"/>
                  <a:gd name="connsiteY170" fmla="*/ 138808 h 542813"/>
                  <a:gd name="connsiteX171" fmla="*/ 514296 w 767977"/>
                  <a:gd name="connsiteY171" fmla="*/ 140378 h 542813"/>
                  <a:gd name="connsiteX172" fmla="*/ 514536 w 767977"/>
                  <a:gd name="connsiteY172" fmla="*/ 147467 h 542813"/>
                  <a:gd name="connsiteX173" fmla="*/ 514597 w 767977"/>
                  <a:gd name="connsiteY173" fmla="*/ 149937 h 542813"/>
                  <a:gd name="connsiteX174" fmla="*/ 517832 w 767977"/>
                  <a:gd name="connsiteY174" fmla="*/ 161154 h 542813"/>
                  <a:gd name="connsiteX175" fmla="*/ 520513 w 767977"/>
                  <a:gd name="connsiteY175" fmla="*/ 161154 h 542813"/>
                  <a:gd name="connsiteX176" fmla="*/ 521463 w 767977"/>
                  <a:gd name="connsiteY176" fmla="*/ 167655 h 542813"/>
                  <a:gd name="connsiteX177" fmla="*/ 521442 w 767977"/>
                  <a:gd name="connsiteY177" fmla="*/ 169890 h 542813"/>
                  <a:gd name="connsiteX178" fmla="*/ 521372 w 767977"/>
                  <a:gd name="connsiteY178" fmla="*/ 174520 h 542813"/>
                  <a:gd name="connsiteX179" fmla="*/ 522301 w 767977"/>
                  <a:gd name="connsiteY179" fmla="*/ 185288 h 542813"/>
                  <a:gd name="connsiteX180" fmla="*/ 527664 w 767977"/>
                  <a:gd name="connsiteY180" fmla="*/ 185288 h 542813"/>
                  <a:gd name="connsiteX181" fmla="*/ 527718 w 767977"/>
                  <a:gd name="connsiteY181" fmla="*/ 187132 h 542813"/>
                  <a:gd name="connsiteX182" fmla="*/ 527999 w 767977"/>
                  <a:gd name="connsiteY182" fmla="*/ 195399 h 542813"/>
                  <a:gd name="connsiteX183" fmla="*/ 528083 w 767977"/>
                  <a:gd name="connsiteY183" fmla="*/ 198302 h 542813"/>
                  <a:gd name="connsiteX184" fmla="*/ 528188 w 767977"/>
                  <a:gd name="connsiteY184" fmla="*/ 201087 h 542813"/>
                  <a:gd name="connsiteX185" fmla="*/ 528273 w 767977"/>
                  <a:gd name="connsiteY185" fmla="*/ 203654 h 542813"/>
                  <a:gd name="connsiteX186" fmla="*/ 530345 w 767977"/>
                  <a:gd name="connsiteY186" fmla="*/ 208527 h 542813"/>
                  <a:gd name="connsiteX187" fmla="*/ 533921 w 767977"/>
                  <a:gd name="connsiteY187" fmla="*/ 208527 h 542813"/>
                  <a:gd name="connsiteX188" fmla="*/ 533974 w 767977"/>
                  <a:gd name="connsiteY188" fmla="*/ 210276 h 542813"/>
                  <a:gd name="connsiteX189" fmla="*/ 534256 w 767977"/>
                  <a:gd name="connsiteY189" fmla="*/ 218136 h 542813"/>
                  <a:gd name="connsiteX190" fmla="*/ 534340 w 767977"/>
                  <a:gd name="connsiteY190" fmla="*/ 220888 h 542813"/>
                  <a:gd name="connsiteX191" fmla="*/ 534445 w 767977"/>
                  <a:gd name="connsiteY191" fmla="*/ 223541 h 542813"/>
                  <a:gd name="connsiteX192" fmla="*/ 534530 w 767977"/>
                  <a:gd name="connsiteY192" fmla="*/ 225981 h 542813"/>
                  <a:gd name="connsiteX193" fmla="*/ 536602 w 767977"/>
                  <a:gd name="connsiteY193" fmla="*/ 231767 h 542813"/>
                  <a:gd name="connsiteX194" fmla="*/ 540178 w 767977"/>
                  <a:gd name="connsiteY194" fmla="*/ 232661 h 542813"/>
                  <a:gd name="connsiteX195" fmla="*/ 540231 w 767977"/>
                  <a:gd name="connsiteY195" fmla="*/ 234424 h 542813"/>
                  <a:gd name="connsiteX196" fmla="*/ 540513 w 767977"/>
                  <a:gd name="connsiteY196" fmla="*/ 242326 h 542813"/>
                  <a:gd name="connsiteX197" fmla="*/ 540597 w 767977"/>
                  <a:gd name="connsiteY197" fmla="*/ 245100 h 542813"/>
                  <a:gd name="connsiteX198" fmla="*/ 540701 w 767977"/>
                  <a:gd name="connsiteY198" fmla="*/ 247762 h 542813"/>
                  <a:gd name="connsiteX199" fmla="*/ 540787 w 767977"/>
                  <a:gd name="connsiteY199" fmla="*/ 250216 h 542813"/>
                  <a:gd name="connsiteX200" fmla="*/ 542859 w 767977"/>
                  <a:gd name="connsiteY200" fmla="*/ 255007 h 542813"/>
                  <a:gd name="connsiteX201" fmla="*/ 547328 w 767977"/>
                  <a:gd name="connsiteY201" fmla="*/ 255901 h 542813"/>
                  <a:gd name="connsiteX202" fmla="*/ 547328 w 767977"/>
                  <a:gd name="connsiteY202" fmla="*/ 276459 h 542813"/>
                  <a:gd name="connsiteX203" fmla="*/ 549116 w 767977"/>
                  <a:gd name="connsiteY203" fmla="*/ 276459 h 542813"/>
                  <a:gd name="connsiteX204" fmla="*/ 549395 w 767977"/>
                  <a:gd name="connsiteY204" fmla="*/ 273554 h 542813"/>
                  <a:gd name="connsiteX205" fmla="*/ 551361 w 767977"/>
                  <a:gd name="connsiteY205" fmla="*/ 268667 h 542813"/>
                  <a:gd name="connsiteX206" fmla="*/ 553149 w 767977"/>
                  <a:gd name="connsiteY206" fmla="*/ 259239 h 542813"/>
                  <a:gd name="connsiteX207" fmla="*/ 553197 w 767977"/>
                  <a:gd name="connsiteY207" fmla="*/ 257090 h 542813"/>
                  <a:gd name="connsiteX208" fmla="*/ 553306 w 767977"/>
                  <a:gd name="connsiteY208" fmla="*/ 250315 h 542813"/>
                  <a:gd name="connsiteX209" fmla="*/ 553398 w 767977"/>
                  <a:gd name="connsiteY209" fmla="*/ 245713 h 542813"/>
                  <a:gd name="connsiteX210" fmla="*/ 553585 w 767977"/>
                  <a:gd name="connsiteY210" fmla="*/ 234449 h 542813"/>
                  <a:gd name="connsiteX211" fmla="*/ 558948 w 767977"/>
                  <a:gd name="connsiteY211" fmla="*/ 234449 h 542813"/>
                  <a:gd name="connsiteX212" fmla="*/ 559002 w 767977"/>
                  <a:gd name="connsiteY212" fmla="*/ 231538 h 542813"/>
                  <a:gd name="connsiteX213" fmla="*/ 559232 w 767977"/>
                  <a:gd name="connsiteY213" fmla="*/ 220848 h 542813"/>
                  <a:gd name="connsiteX214" fmla="*/ 559325 w 767977"/>
                  <a:gd name="connsiteY214" fmla="*/ 216221 h 542813"/>
                  <a:gd name="connsiteX215" fmla="*/ 559472 w 767977"/>
                  <a:gd name="connsiteY215" fmla="*/ 209571 h 542813"/>
                  <a:gd name="connsiteX216" fmla="*/ 559503 w 767977"/>
                  <a:gd name="connsiteY216" fmla="*/ 207480 h 542813"/>
                  <a:gd name="connsiteX217" fmla="*/ 561630 w 767977"/>
                  <a:gd name="connsiteY217" fmla="*/ 199589 h 542813"/>
                  <a:gd name="connsiteX218" fmla="*/ 563473 w 767977"/>
                  <a:gd name="connsiteY218" fmla="*/ 198695 h 542813"/>
                  <a:gd name="connsiteX219" fmla="*/ 566099 w 767977"/>
                  <a:gd name="connsiteY219" fmla="*/ 195120 h 542813"/>
                  <a:gd name="connsiteX220" fmla="*/ 566382 w 767977"/>
                  <a:gd name="connsiteY220" fmla="*/ 188406 h 542813"/>
                  <a:gd name="connsiteX221" fmla="*/ 566438 w 767977"/>
                  <a:gd name="connsiteY221" fmla="*/ 186433 h 542813"/>
                  <a:gd name="connsiteX222" fmla="*/ 566602 w 767977"/>
                  <a:gd name="connsiteY222" fmla="*/ 180204 h 542813"/>
                  <a:gd name="connsiteX223" fmla="*/ 566719 w 767977"/>
                  <a:gd name="connsiteY223" fmla="*/ 175977 h 542813"/>
                  <a:gd name="connsiteX224" fmla="*/ 566993 w 767977"/>
                  <a:gd name="connsiteY224" fmla="*/ 165623 h 542813"/>
                  <a:gd name="connsiteX225" fmla="*/ 569172 w 767977"/>
                  <a:gd name="connsiteY225" fmla="*/ 165288 h 542813"/>
                  <a:gd name="connsiteX226" fmla="*/ 571462 w 767977"/>
                  <a:gd name="connsiteY226" fmla="*/ 164729 h 542813"/>
                  <a:gd name="connsiteX227" fmla="*/ 572639 w 767977"/>
                  <a:gd name="connsiteY227" fmla="*/ 156119 h 542813"/>
                  <a:gd name="connsiteX228" fmla="*/ 572695 w 767977"/>
                  <a:gd name="connsiteY228" fmla="*/ 154083 h 542813"/>
                  <a:gd name="connsiteX229" fmla="*/ 572859 w 767977"/>
                  <a:gd name="connsiteY229" fmla="*/ 147635 h 542813"/>
                  <a:gd name="connsiteX230" fmla="*/ 572976 w 767977"/>
                  <a:gd name="connsiteY230" fmla="*/ 143267 h 542813"/>
                  <a:gd name="connsiteX231" fmla="*/ 573250 w 767977"/>
                  <a:gd name="connsiteY231" fmla="*/ 132551 h 542813"/>
                  <a:gd name="connsiteX232" fmla="*/ 578613 w 767977"/>
                  <a:gd name="connsiteY232" fmla="*/ 132551 h 542813"/>
                  <a:gd name="connsiteX233" fmla="*/ 579507 w 767977"/>
                  <a:gd name="connsiteY233" fmla="*/ 99479 h 542813"/>
                  <a:gd name="connsiteX234" fmla="*/ 583976 w 767977"/>
                  <a:gd name="connsiteY234" fmla="*/ 98585 h 542813"/>
                  <a:gd name="connsiteX235" fmla="*/ 585819 w 767977"/>
                  <a:gd name="connsiteY235" fmla="*/ 79647 h 542813"/>
                  <a:gd name="connsiteX236" fmla="*/ 586657 w 767977"/>
                  <a:gd name="connsiteY236" fmla="*/ 63725 h 542813"/>
                  <a:gd name="connsiteX237" fmla="*/ 591127 w 767977"/>
                  <a:gd name="connsiteY237" fmla="*/ 62831 h 542813"/>
                  <a:gd name="connsiteX238" fmla="*/ 592303 w 767977"/>
                  <a:gd name="connsiteY238" fmla="*/ 53240 h 542813"/>
                  <a:gd name="connsiteX239" fmla="*/ 592360 w 767977"/>
                  <a:gd name="connsiteY239" fmla="*/ 51207 h 542813"/>
                  <a:gd name="connsiteX240" fmla="*/ 592523 w 767977"/>
                  <a:gd name="connsiteY240" fmla="*/ 44787 h 542813"/>
                  <a:gd name="connsiteX241" fmla="*/ 592640 w 767977"/>
                  <a:gd name="connsiteY241" fmla="*/ 40431 h 542813"/>
                  <a:gd name="connsiteX242" fmla="*/ 592914 w 767977"/>
                  <a:gd name="connsiteY242" fmla="*/ 29759 h 542813"/>
                  <a:gd name="connsiteX243" fmla="*/ 598277 w 767977"/>
                  <a:gd name="connsiteY243" fmla="*/ 29759 h 542813"/>
                  <a:gd name="connsiteX244" fmla="*/ 599171 w 767977"/>
                  <a:gd name="connsiteY244" fmla="*/ 1156 h 542813"/>
                  <a:gd name="connsiteX245" fmla="*/ 610336 w 767977"/>
                  <a:gd name="connsiteY245" fmla="*/ 149 h 542813"/>
                  <a:gd name="connsiteX246" fmla="*/ 612355 w 767977"/>
                  <a:gd name="connsiteY246" fmla="*/ 145 h 542813"/>
                  <a:gd name="connsiteX247" fmla="*/ 619039 w 767977"/>
                  <a:gd name="connsiteY247" fmla="*/ 147 h 542813"/>
                  <a:gd name="connsiteX248" fmla="*/ 623836 w 767977"/>
                  <a:gd name="connsiteY248" fmla="*/ 142 h 542813"/>
                  <a:gd name="connsiteX249" fmla="*/ 636855 w 767977"/>
                  <a:gd name="connsiteY249" fmla="*/ 142 h 542813"/>
                  <a:gd name="connsiteX250" fmla="*/ 650472 w 767977"/>
                  <a:gd name="connsiteY250" fmla="*/ 141 h 542813"/>
                  <a:gd name="connsiteX251" fmla="*/ 673334 w 767977"/>
                  <a:gd name="connsiteY251" fmla="*/ 146 h 542813"/>
                  <a:gd name="connsiteX252" fmla="*/ 699785 w 767977"/>
                  <a:gd name="connsiteY252" fmla="*/ 144 h 542813"/>
                  <a:gd name="connsiteX253" fmla="*/ 722483 w 767977"/>
                  <a:gd name="connsiteY253" fmla="*/ 142 h 542813"/>
                  <a:gd name="connsiteX254" fmla="*/ 736045 w 767977"/>
                  <a:gd name="connsiteY254" fmla="*/ 141 h 542813"/>
                  <a:gd name="connsiteX255" fmla="*/ 748789 w 767977"/>
                  <a:gd name="connsiteY255" fmla="*/ 145 h 542813"/>
                  <a:gd name="connsiteX256" fmla="*/ 753473 w 767977"/>
                  <a:gd name="connsiteY256" fmla="*/ 144 h 542813"/>
                  <a:gd name="connsiteX257" fmla="*/ 759851 w 767977"/>
                  <a:gd name="connsiteY257" fmla="*/ 149 h 542813"/>
                  <a:gd name="connsiteX258" fmla="*/ 761736 w 767977"/>
                  <a:gd name="connsiteY258" fmla="*/ 143 h 542813"/>
                  <a:gd name="connsiteX259" fmla="*/ 769001 w 767977"/>
                  <a:gd name="connsiteY259" fmla="*/ 1156 h 542813"/>
                  <a:gd name="connsiteX260" fmla="*/ 768107 w 767977"/>
                  <a:gd name="connsiteY260" fmla="*/ 36016 h 542813"/>
                  <a:gd name="connsiteX261" fmla="*/ 763638 w 767977"/>
                  <a:gd name="connsiteY261" fmla="*/ 36016 h 542813"/>
                  <a:gd name="connsiteX262" fmla="*/ 761850 w 767977"/>
                  <a:gd name="connsiteY262" fmla="*/ 53725 h 542813"/>
                  <a:gd name="connsiteX263" fmla="*/ 761962 w 767977"/>
                  <a:gd name="connsiteY263" fmla="*/ 59776 h 542813"/>
                  <a:gd name="connsiteX264" fmla="*/ 762025 w 767977"/>
                  <a:gd name="connsiteY264" fmla="*/ 62464 h 542813"/>
                  <a:gd name="connsiteX265" fmla="*/ 760063 w 767977"/>
                  <a:gd name="connsiteY265" fmla="*/ 66407 h 542813"/>
                  <a:gd name="connsiteX266" fmla="*/ 757381 w 767977"/>
                  <a:gd name="connsiteY266" fmla="*/ 66407 h 542813"/>
                  <a:gd name="connsiteX267" fmla="*/ 755223 w 767977"/>
                  <a:gd name="connsiteY267" fmla="*/ 76592 h 542813"/>
                  <a:gd name="connsiteX268" fmla="*/ 755119 w 767977"/>
                  <a:gd name="connsiteY268" fmla="*/ 79847 h 542813"/>
                  <a:gd name="connsiteX269" fmla="*/ 755035 w 767977"/>
                  <a:gd name="connsiteY269" fmla="*/ 83222 h 542813"/>
                  <a:gd name="connsiteX270" fmla="*/ 754930 w 767977"/>
                  <a:gd name="connsiteY270" fmla="*/ 86649 h 542813"/>
                  <a:gd name="connsiteX271" fmla="*/ 754700 w 767977"/>
                  <a:gd name="connsiteY271" fmla="*/ 95010 h 542813"/>
                  <a:gd name="connsiteX272" fmla="*/ 749337 w 767977"/>
                  <a:gd name="connsiteY272" fmla="*/ 95010 h 542813"/>
                  <a:gd name="connsiteX273" fmla="*/ 748443 w 767977"/>
                  <a:gd name="connsiteY273" fmla="*/ 124506 h 542813"/>
                  <a:gd name="connsiteX274" fmla="*/ 743974 w 767977"/>
                  <a:gd name="connsiteY274" fmla="*/ 125400 h 542813"/>
                  <a:gd name="connsiteX275" fmla="*/ 742797 w 767977"/>
                  <a:gd name="connsiteY275" fmla="*/ 132837 h 542813"/>
                  <a:gd name="connsiteX276" fmla="*/ 742683 w 767977"/>
                  <a:gd name="connsiteY276" fmla="*/ 136242 h 542813"/>
                  <a:gd name="connsiteX277" fmla="*/ 742577 w 767977"/>
                  <a:gd name="connsiteY277" fmla="*/ 139813 h 542813"/>
                  <a:gd name="connsiteX278" fmla="*/ 742460 w 767977"/>
                  <a:gd name="connsiteY278" fmla="*/ 143406 h 542813"/>
                  <a:gd name="connsiteX279" fmla="*/ 742186 w 767977"/>
                  <a:gd name="connsiteY279" fmla="*/ 152215 h 542813"/>
                  <a:gd name="connsiteX280" fmla="*/ 736823 w 767977"/>
                  <a:gd name="connsiteY280" fmla="*/ 154003 h 542813"/>
                  <a:gd name="connsiteX281" fmla="*/ 735929 w 767977"/>
                  <a:gd name="connsiteY281" fmla="*/ 169310 h 542813"/>
                  <a:gd name="connsiteX282" fmla="*/ 735035 w 767977"/>
                  <a:gd name="connsiteY282" fmla="*/ 182606 h 542813"/>
                  <a:gd name="connsiteX283" fmla="*/ 730566 w 767977"/>
                  <a:gd name="connsiteY283" fmla="*/ 183500 h 542813"/>
                  <a:gd name="connsiteX284" fmla="*/ 729389 w 767977"/>
                  <a:gd name="connsiteY284" fmla="*/ 192704 h 542813"/>
                  <a:gd name="connsiteX285" fmla="*/ 729276 w 767977"/>
                  <a:gd name="connsiteY285" fmla="*/ 195968 h 542813"/>
                  <a:gd name="connsiteX286" fmla="*/ 729169 w 767977"/>
                  <a:gd name="connsiteY286" fmla="*/ 199366 h 542813"/>
                  <a:gd name="connsiteX287" fmla="*/ 729052 w 767977"/>
                  <a:gd name="connsiteY287" fmla="*/ 202805 h 542813"/>
                  <a:gd name="connsiteX288" fmla="*/ 728778 w 767977"/>
                  <a:gd name="connsiteY288" fmla="*/ 211209 h 542813"/>
                  <a:gd name="connsiteX289" fmla="*/ 724309 w 767977"/>
                  <a:gd name="connsiteY289" fmla="*/ 211209 h 542813"/>
                  <a:gd name="connsiteX290" fmla="*/ 723132 w 767977"/>
                  <a:gd name="connsiteY290" fmla="*/ 219624 h 542813"/>
                  <a:gd name="connsiteX291" fmla="*/ 723076 w 767977"/>
                  <a:gd name="connsiteY291" fmla="*/ 221600 h 542813"/>
                  <a:gd name="connsiteX292" fmla="*/ 722912 w 767977"/>
                  <a:gd name="connsiteY292" fmla="*/ 227857 h 542813"/>
                  <a:gd name="connsiteX293" fmla="*/ 722795 w 767977"/>
                  <a:gd name="connsiteY293" fmla="*/ 232096 h 542813"/>
                  <a:gd name="connsiteX294" fmla="*/ 722521 w 767977"/>
                  <a:gd name="connsiteY294" fmla="*/ 242493 h 542813"/>
                  <a:gd name="connsiteX295" fmla="*/ 717158 w 767977"/>
                  <a:gd name="connsiteY295" fmla="*/ 242493 h 542813"/>
                  <a:gd name="connsiteX296" fmla="*/ 716264 w 767977"/>
                  <a:gd name="connsiteY296" fmla="*/ 269309 h 542813"/>
                  <a:gd name="connsiteX297" fmla="*/ 710901 w 767977"/>
                  <a:gd name="connsiteY297" fmla="*/ 270203 h 542813"/>
                  <a:gd name="connsiteX298" fmla="*/ 709505 w 767977"/>
                  <a:gd name="connsiteY298" fmla="*/ 289923 h 542813"/>
                  <a:gd name="connsiteX299" fmla="*/ 709388 w 767977"/>
                  <a:gd name="connsiteY299" fmla="*/ 293043 h 542813"/>
                  <a:gd name="connsiteX300" fmla="*/ 709114 w 767977"/>
                  <a:gd name="connsiteY300" fmla="*/ 300593 h 542813"/>
                  <a:gd name="connsiteX301" fmla="*/ 706935 w 767977"/>
                  <a:gd name="connsiteY301" fmla="*/ 300928 h 542813"/>
                  <a:gd name="connsiteX302" fmla="*/ 704645 w 767977"/>
                  <a:gd name="connsiteY302" fmla="*/ 301487 h 542813"/>
                  <a:gd name="connsiteX303" fmla="*/ 703468 w 767977"/>
                  <a:gd name="connsiteY303" fmla="*/ 308924 h 542813"/>
                  <a:gd name="connsiteX304" fmla="*/ 703354 w 767977"/>
                  <a:gd name="connsiteY304" fmla="*/ 312328 h 542813"/>
                  <a:gd name="connsiteX305" fmla="*/ 703248 w 767977"/>
                  <a:gd name="connsiteY305" fmla="*/ 315900 h 542813"/>
                  <a:gd name="connsiteX306" fmla="*/ 703131 w 767977"/>
                  <a:gd name="connsiteY306" fmla="*/ 319493 h 542813"/>
                  <a:gd name="connsiteX307" fmla="*/ 702857 w 767977"/>
                  <a:gd name="connsiteY307" fmla="*/ 328302 h 542813"/>
                  <a:gd name="connsiteX308" fmla="*/ 698388 w 767977"/>
                  <a:gd name="connsiteY308" fmla="*/ 329196 h 542813"/>
                  <a:gd name="connsiteX309" fmla="*/ 697211 w 767977"/>
                  <a:gd name="connsiteY309" fmla="*/ 338005 h 542813"/>
                  <a:gd name="connsiteX310" fmla="*/ 697155 w 767977"/>
                  <a:gd name="connsiteY310" fmla="*/ 339797 h 542813"/>
                  <a:gd name="connsiteX311" fmla="*/ 696991 w 767977"/>
                  <a:gd name="connsiteY311" fmla="*/ 345453 h 542813"/>
                  <a:gd name="connsiteX312" fmla="*/ 696874 w 767977"/>
                  <a:gd name="connsiteY312" fmla="*/ 349292 h 542813"/>
                  <a:gd name="connsiteX313" fmla="*/ 696600 w 767977"/>
                  <a:gd name="connsiteY313" fmla="*/ 358693 h 542813"/>
                  <a:gd name="connsiteX314" fmla="*/ 692131 w 767977"/>
                  <a:gd name="connsiteY314" fmla="*/ 358693 h 542813"/>
                  <a:gd name="connsiteX315" fmla="*/ 690231 w 767977"/>
                  <a:gd name="connsiteY315" fmla="*/ 376123 h 542813"/>
                  <a:gd name="connsiteX316" fmla="*/ 690256 w 767977"/>
                  <a:gd name="connsiteY316" fmla="*/ 378867 h 542813"/>
                  <a:gd name="connsiteX317" fmla="*/ 690343 w 767977"/>
                  <a:gd name="connsiteY317" fmla="*/ 385508 h 542813"/>
                  <a:gd name="connsiteX318" fmla="*/ 687717 w 767977"/>
                  <a:gd name="connsiteY318" fmla="*/ 386514 h 542813"/>
                  <a:gd name="connsiteX319" fmla="*/ 684380 w 767977"/>
                  <a:gd name="connsiteY319" fmla="*/ 390625 h 542813"/>
                  <a:gd name="connsiteX320" fmla="*/ 683803 w 767977"/>
                  <a:gd name="connsiteY320" fmla="*/ 399160 h 542813"/>
                  <a:gd name="connsiteX321" fmla="*/ 683690 w 767977"/>
                  <a:gd name="connsiteY321" fmla="*/ 402285 h 542813"/>
                  <a:gd name="connsiteX322" fmla="*/ 683583 w 767977"/>
                  <a:gd name="connsiteY322" fmla="*/ 405508 h 542813"/>
                  <a:gd name="connsiteX323" fmla="*/ 683466 w 767977"/>
                  <a:gd name="connsiteY323" fmla="*/ 408793 h 542813"/>
                  <a:gd name="connsiteX324" fmla="*/ 683192 w 767977"/>
                  <a:gd name="connsiteY324" fmla="*/ 416793 h 542813"/>
                  <a:gd name="connsiteX325" fmla="*/ 681014 w 767977"/>
                  <a:gd name="connsiteY325" fmla="*/ 417128 h 542813"/>
                  <a:gd name="connsiteX326" fmla="*/ 678723 w 767977"/>
                  <a:gd name="connsiteY326" fmla="*/ 417686 h 542813"/>
                  <a:gd name="connsiteX327" fmla="*/ 677546 w 767977"/>
                  <a:gd name="connsiteY327" fmla="*/ 425710 h 542813"/>
                  <a:gd name="connsiteX328" fmla="*/ 677490 w 767977"/>
                  <a:gd name="connsiteY328" fmla="*/ 427566 h 542813"/>
                  <a:gd name="connsiteX329" fmla="*/ 677326 w 767977"/>
                  <a:gd name="connsiteY329" fmla="*/ 433440 h 542813"/>
                  <a:gd name="connsiteX330" fmla="*/ 677210 w 767977"/>
                  <a:gd name="connsiteY330" fmla="*/ 437421 h 542813"/>
                  <a:gd name="connsiteX331" fmla="*/ 676935 w 767977"/>
                  <a:gd name="connsiteY331" fmla="*/ 447183 h 542813"/>
                  <a:gd name="connsiteX332" fmla="*/ 674757 w 767977"/>
                  <a:gd name="connsiteY332" fmla="*/ 447518 h 542813"/>
                  <a:gd name="connsiteX333" fmla="*/ 672466 w 767977"/>
                  <a:gd name="connsiteY333" fmla="*/ 448077 h 542813"/>
                  <a:gd name="connsiteX334" fmla="*/ 671290 w 767977"/>
                  <a:gd name="connsiteY334" fmla="*/ 455710 h 542813"/>
                  <a:gd name="connsiteX335" fmla="*/ 671176 w 767977"/>
                  <a:gd name="connsiteY335" fmla="*/ 459236 h 542813"/>
                  <a:gd name="connsiteX336" fmla="*/ 671070 w 767977"/>
                  <a:gd name="connsiteY336" fmla="*/ 462937 h 542813"/>
                  <a:gd name="connsiteX337" fmla="*/ 670953 w 767977"/>
                  <a:gd name="connsiteY337" fmla="*/ 466659 h 542813"/>
                  <a:gd name="connsiteX338" fmla="*/ 670679 w 767977"/>
                  <a:gd name="connsiteY338" fmla="*/ 475786 h 542813"/>
                  <a:gd name="connsiteX339" fmla="*/ 668053 w 767977"/>
                  <a:gd name="connsiteY339" fmla="*/ 476121 h 542813"/>
                  <a:gd name="connsiteX340" fmla="*/ 665316 w 767977"/>
                  <a:gd name="connsiteY340" fmla="*/ 476680 h 542813"/>
                  <a:gd name="connsiteX341" fmla="*/ 664366 w 767977"/>
                  <a:gd name="connsiteY341" fmla="*/ 482919 h 542813"/>
                  <a:gd name="connsiteX342" fmla="*/ 664387 w 767977"/>
                  <a:gd name="connsiteY342" fmla="*/ 485627 h 542813"/>
                  <a:gd name="connsiteX343" fmla="*/ 664457 w 767977"/>
                  <a:gd name="connsiteY343" fmla="*/ 491256 h 542813"/>
                  <a:gd name="connsiteX344" fmla="*/ 663528 w 767977"/>
                  <a:gd name="connsiteY344" fmla="*/ 505283 h 542813"/>
                  <a:gd name="connsiteX345" fmla="*/ 661852 w 767977"/>
                  <a:gd name="connsiteY345" fmla="*/ 505506 h 542813"/>
                  <a:gd name="connsiteX346" fmla="*/ 658963 w 767977"/>
                  <a:gd name="connsiteY346" fmla="*/ 507655 h 542813"/>
                  <a:gd name="connsiteX347" fmla="*/ 657795 w 767977"/>
                  <a:gd name="connsiteY347" fmla="*/ 515380 h 542813"/>
                  <a:gd name="connsiteX348" fmla="*/ 657690 w 767977"/>
                  <a:gd name="connsiteY348" fmla="*/ 518645 h 542813"/>
                  <a:gd name="connsiteX349" fmla="*/ 657606 w 767977"/>
                  <a:gd name="connsiteY349" fmla="*/ 522042 h 542813"/>
                  <a:gd name="connsiteX350" fmla="*/ 657501 w 767977"/>
                  <a:gd name="connsiteY350" fmla="*/ 525482 h 542813"/>
                  <a:gd name="connsiteX351" fmla="*/ 657271 w 767977"/>
                  <a:gd name="connsiteY351" fmla="*/ 533886 h 542813"/>
                  <a:gd name="connsiteX352" fmla="*/ 651908 w 767977"/>
                  <a:gd name="connsiteY352" fmla="*/ 533886 h 542813"/>
                  <a:gd name="connsiteX353" fmla="*/ 651014 w 767977"/>
                  <a:gd name="connsiteY353" fmla="*/ 542824 h 542813"/>
                  <a:gd name="connsiteX354" fmla="*/ 475821 w 767977"/>
                  <a:gd name="connsiteY354" fmla="*/ 542824 h 542813"/>
                  <a:gd name="connsiteX355" fmla="*/ 474927 w 767977"/>
                  <a:gd name="connsiteY355" fmla="*/ 529417 h 542813"/>
                  <a:gd name="connsiteX356" fmla="*/ 474033 w 767977"/>
                  <a:gd name="connsiteY356" fmla="*/ 527629 h 542813"/>
                  <a:gd name="connsiteX357" fmla="*/ 469564 w 767977"/>
                  <a:gd name="connsiteY357" fmla="*/ 526735 h 542813"/>
                  <a:gd name="connsiteX358" fmla="*/ 469400 w 767977"/>
                  <a:gd name="connsiteY358" fmla="*/ 523436 h 542813"/>
                  <a:gd name="connsiteX359" fmla="*/ 469173 w 767977"/>
                  <a:gd name="connsiteY359" fmla="*/ 519082 h 542813"/>
                  <a:gd name="connsiteX360" fmla="*/ 469067 w 767977"/>
                  <a:gd name="connsiteY360" fmla="*/ 516915 h 542813"/>
                  <a:gd name="connsiteX361" fmla="*/ 467776 w 767977"/>
                  <a:gd name="connsiteY361" fmla="*/ 504389 h 542813"/>
                  <a:gd name="connsiteX362" fmla="*/ 462413 w 767977"/>
                  <a:gd name="connsiteY362" fmla="*/ 502601 h 542813"/>
                  <a:gd name="connsiteX363" fmla="*/ 461520 w 767977"/>
                  <a:gd name="connsiteY363" fmla="*/ 482937 h 542813"/>
                  <a:gd name="connsiteX364" fmla="*/ 456157 w 767977"/>
                  <a:gd name="connsiteY364" fmla="*/ 481149 h 542813"/>
                  <a:gd name="connsiteX365" fmla="*/ 456103 w 767977"/>
                  <a:gd name="connsiteY365" fmla="*/ 479305 h 542813"/>
                  <a:gd name="connsiteX366" fmla="*/ 455821 w 767977"/>
                  <a:gd name="connsiteY366" fmla="*/ 471038 h 542813"/>
                  <a:gd name="connsiteX367" fmla="*/ 455738 w 767977"/>
                  <a:gd name="connsiteY367" fmla="*/ 468134 h 542813"/>
                  <a:gd name="connsiteX368" fmla="*/ 455633 w 767977"/>
                  <a:gd name="connsiteY368" fmla="*/ 465350 h 542813"/>
                  <a:gd name="connsiteX369" fmla="*/ 455548 w 767977"/>
                  <a:gd name="connsiteY369" fmla="*/ 462782 h 542813"/>
                  <a:gd name="connsiteX370" fmla="*/ 453475 w 767977"/>
                  <a:gd name="connsiteY370" fmla="*/ 457909 h 542813"/>
                  <a:gd name="connsiteX371" fmla="*/ 449900 w 767977"/>
                  <a:gd name="connsiteY371" fmla="*/ 457909 h 542813"/>
                  <a:gd name="connsiteX372" fmla="*/ 449846 w 767977"/>
                  <a:gd name="connsiteY372" fmla="*/ 456161 h 542813"/>
                  <a:gd name="connsiteX373" fmla="*/ 449564 w 767977"/>
                  <a:gd name="connsiteY373" fmla="*/ 448300 h 542813"/>
                  <a:gd name="connsiteX374" fmla="*/ 449481 w 767977"/>
                  <a:gd name="connsiteY374" fmla="*/ 445549 h 542813"/>
                  <a:gd name="connsiteX375" fmla="*/ 449376 w 767977"/>
                  <a:gd name="connsiteY375" fmla="*/ 442896 h 542813"/>
                  <a:gd name="connsiteX376" fmla="*/ 449291 w 767977"/>
                  <a:gd name="connsiteY376" fmla="*/ 440456 h 542813"/>
                  <a:gd name="connsiteX377" fmla="*/ 447218 w 767977"/>
                  <a:gd name="connsiteY377" fmla="*/ 434669 h 542813"/>
                  <a:gd name="connsiteX378" fmla="*/ 443643 w 767977"/>
                  <a:gd name="connsiteY378" fmla="*/ 433776 h 542813"/>
                  <a:gd name="connsiteX379" fmla="*/ 443196 w 767977"/>
                  <a:gd name="connsiteY379" fmla="*/ 426960 h 542813"/>
                  <a:gd name="connsiteX380" fmla="*/ 443067 w 767977"/>
                  <a:gd name="connsiteY380" fmla="*/ 425029 h 542813"/>
                  <a:gd name="connsiteX381" fmla="*/ 442833 w 767977"/>
                  <a:gd name="connsiteY381" fmla="*/ 416492 h 542813"/>
                  <a:gd name="connsiteX382" fmla="*/ 440961 w 767977"/>
                  <a:gd name="connsiteY382" fmla="*/ 411430 h 542813"/>
                  <a:gd name="connsiteX383" fmla="*/ 436492 w 767977"/>
                  <a:gd name="connsiteY383" fmla="*/ 410536 h 542813"/>
                  <a:gd name="connsiteX384" fmla="*/ 436438 w 767977"/>
                  <a:gd name="connsiteY384" fmla="*/ 408855 h 542813"/>
                  <a:gd name="connsiteX385" fmla="*/ 436157 w 767977"/>
                  <a:gd name="connsiteY385" fmla="*/ 401318 h 542813"/>
                  <a:gd name="connsiteX386" fmla="*/ 436073 w 767977"/>
                  <a:gd name="connsiteY386" fmla="*/ 398673 h 542813"/>
                  <a:gd name="connsiteX387" fmla="*/ 435968 w 767977"/>
                  <a:gd name="connsiteY387" fmla="*/ 396133 h 542813"/>
                  <a:gd name="connsiteX388" fmla="*/ 435883 w 767977"/>
                  <a:gd name="connsiteY388" fmla="*/ 393793 h 542813"/>
                  <a:gd name="connsiteX389" fmla="*/ 433811 w 767977"/>
                  <a:gd name="connsiteY389" fmla="*/ 389083 h 542813"/>
                  <a:gd name="connsiteX390" fmla="*/ 430235 w 767977"/>
                  <a:gd name="connsiteY390" fmla="*/ 389083 h 542813"/>
                  <a:gd name="connsiteX391" fmla="*/ 430181 w 767977"/>
                  <a:gd name="connsiteY391" fmla="*/ 387157 h 542813"/>
                  <a:gd name="connsiteX392" fmla="*/ 429900 w 767977"/>
                  <a:gd name="connsiteY392" fmla="*/ 378525 h 542813"/>
                  <a:gd name="connsiteX393" fmla="*/ 429816 w 767977"/>
                  <a:gd name="connsiteY393" fmla="*/ 375493 h 542813"/>
                  <a:gd name="connsiteX394" fmla="*/ 429711 w 767977"/>
                  <a:gd name="connsiteY394" fmla="*/ 372586 h 542813"/>
                  <a:gd name="connsiteX395" fmla="*/ 429626 w 767977"/>
                  <a:gd name="connsiteY395" fmla="*/ 369905 h 542813"/>
                  <a:gd name="connsiteX396" fmla="*/ 427554 w 767977"/>
                  <a:gd name="connsiteY396" fmla="*/ 364950 h 542813"/>
                  <a:gd name="connsiteX397" fmla="*/ 423978 w 767977"/>
                  <a:gd name="connsiteY397" fmla="*/ 364950 h 542813"/>
                  <a:gd name="connsiteX398" fmla="*/ 423925 w 767977"/>
                  <a:gd name="connsiteY398" fmla="*/ 363394 h 542813"/>
                  <a:gd name="connsiteX399" fmla="*/ 423643 w 767977"/>
                  <a:gd name="connsiteY399" fmla="*/ 356347 h 542813"/>
                  <a:gd name="connsiteX400" fmla="*/ 423559 w 767977"/>
                  <a:gd name="connsiteY400" fmla="*/ 353899 h 542813"/>
                  <a:gd name="connsiteX401" fmla="*/ 421297 w 767977"/>
                  <a:gd name="connsiteY401" fmla="*/ 341710 h 542813"/>
                  <a:gd name="connsiteX402" fmla="*/ 417721 w 767977"/>
                  <a:gd name="connsiteY402" fmla="*/ 341710 h 542813"/>
                  <a:gd name="connsiteX403" fmla="*/ 416941 w 767977"/>
                  <a:gd name="connsiteY403" fmla="*/ 329418 h 542813"/>
                  <a:gd name="connsiteX404" fmla="*/ 415040 w 767977"/>
                  <a:gd name="connsiteY404" fmla="*/ 320258 h 542813"/>
                  <a:gd name="connsiteX405" fmla="*/ 410571 w 767977"/>
                  <a:gd name="connsiteY405" fmla="*/ 319364 h 542813"/>
                  <a:gd name="connsiteX406" fmla="*/ 409677 w 767977"/>
                  <a:gd name="connsiteY406" fmla="*/ 296124 h 542813"/>
                  <a:gd name="connsiteX407" fmla="*/ 404314 w 767977"/>
                  <a:gd name="connsiteY407" fmla="*/ 295230 h 542813"/>
                  <a:gd name="connsiteX408" fmla="*/ 404260 w 767977"/>
                  <a:gd name="connsiteY408" fmla="*/ 293564 h 542813"/>
                  <a:gd name="connsiteX409" fmla="*/ 403979 w 767977"/>
                  <a:gd name="connsiteY409" fmla="*/ 286068 h 542813"/>
                  <a:gd name="connsiteX410" fmla="*/ 403895 w 767977"/>
                  <a:gd name="connsiteY410" fmla="*/ 283446 h 542813"/>
                  <a:gd name="connsiteX411" fmla="*/ 403790 w 767977"/>
                  <a:gd name="connsiteY411" fmla="*/ 280915 h 542813"/>
                  <a:gd name="connsiteX412" fmla="*/ 403705 w 767977"/>
                  <a:gd name="connsiteY412" fmla="*/ 278588 h 542813"/>
                  <a:gd name="connsiteX413" fmla="*/ 401632 w 767977"/>
                  <a:gd name="connsiteY413" fmla="*/ 272884 h 542813"/>
                  <a:gd name="connsiteX414" fmla="*/ 398057 w 767977"/>
                  <a:gd name="connsiteY414" fmla="*/ 272884 h 542813"/>
                  <a:gd name="connsiteX415" fmla="*/ 398017 w 767977"/>
                  <a:gd name="connsiteY415" fmla="*/ 271039 h 542813"/>
                  <a:gd name="connsiteX416" fmla="*/ 397778 w 767977"/>
                  <a:gd name="connsiteY416" fmla="*/ 262772 h 542813"/>
                  <a:gd name="connsiteX417" fmla="*/ 397716 w 767977"/>
                  <a:gd name="connsiteY417" fmla="*/ 259869 h 542813"/>
                  <a:gd name="connsiteX418" fmla="*/ 397620 w 767977"/>
                  <a:gd name="connsiteY418" fmla="*/ 257085 h 542813"/>
                  <a:gd name="connsiteX419" fmla="*/ 397549 w 767977"/>
                  <a:gd name="connsiteY419" fmla="*/ 254517 h 542813"/>
                  <a:gd name="connsiteX420" fmla="*/ 394481 w 767977"/>
                  <a:gd name="connsiteY420" fmla="*/ 249644 h 542813"/>
                  <a:gd name="connsiteX421" fmla="*/ 390906 w 767977"/>
                  <a:gd name="connsiteY421" fmla="*/ 248750 h 542813"/>
                  <a:gd name="connsiteX422" fmla="*/ 390012 w 767977"/>
                  <a:gd name="connsiteY422" fmla="*/ 227298 h 542813"/>
                  <a:gd name="connsiteX423" fmla="*/ 386292 w 767977"/>
                  <a:gd name="connsiteY423" fmla="*/ 229745 h 542813"/>
                  <a:gd name="connsiteX424" fmla="*/ 385173 w 767977"/>
                  <a:gd name="connsiteY424" fmla="*/ 236418 h 542813"/>
                  <a:gd name="connsiteX425" fmla="*/ 385068 w 767977"/>
                  <a:gd name="connsiteY425" fmla="*/ 239072 h 542813"/>
                  <a:gd name="connsiteX426" fmla="*/ 384984 w 767977"/>
                  <a:gd name="connsiteY426" fmla="*/ 241823 h 542813"/>
                  <a:gd name="connsiteX427" fmla="*/ 384880 w 767977"/>
                  <a:gd name="connsiteY427" fmla="*/ 244616 h 542813"/>
                  <a:gd name="connsiteX428" fmla="*/ 384649 w 767977"/>
                  <a:gd name="connsiteY428" fmla="*/ 251432 h 542813"/>
                  <a:gd name="connsiteX429" fmla="*/ 379286 w 767977"/>
                  <a:gd name="connsiteY429" fmla="*/ 251432 h 542813"/>
                  <a:gd name="connsiteX430" fmla="*/ 379232 w 767977"/>
                  <a:gd name="connsiteY430" fmla="*/ 253373 h 542813"/>
                  <a:gd name="connsiteX431" fmla="*/ 378951 w 767977"/>
                  <a:gd name="connsiteY431" fmla="*/ 262046 h 542813"/>
                  <a:gd name="connsiteX432" fmla="*/ 378867 w 767977"/>
                  <a:gd name="connsiteY432" fmla="*/ 265101 h 542813"/>
                  <a:gd name="connsiteX433" fmla="*/ 378762 w 767977"/>
                  <a:gd name="connsiteY433" fmla="*/ 268017 h 542813"/>
                  <a:gd name="connsiteX434" fmla="*/ 378677 w 767977"/>
                  <a:gd name="connsiteY434" fmla="*/ 270712 h 542813"/>
                  <a:gd name="connsiteX435" fmla="*/ 376605 w 767977"/>
                  <a:gd name="connsiteY435" fmla="*/ 274672 h 542813"/>
                  <a:gd name="connsiteX436" fmla="*/ 374761 w 767977"/>
                  <a:gd name="connsiteY436" fmla="*/ 275063 h 542813"/>
                  <a:gd name="connsiteX437" fmla="*/ 373029 w 767977"/>
                  <a:gd name="connsiteY437" fmla="*/ 275566 h 542813"/>
                  <a:gd name="connsiteX438" fmla="*/ 371853 w 767977"/>
                  <a:gd name="connsiteY438" fmla="*/ 283006 h 542813"/>
                  <a:gd name="connsiteX439" fmla="*/ 371739 w 767977"/>
                  <a:gd name="connsiteY439" fmla="*/ 285791 h 542813"/>
                  <a:gd name="connsiteX440" fmla="*/ 371633 w 767977"/>
                  <a:gd name="connsiteY440" fmla="*/ 288694 h 542813"/>
                  <a:gd name="connsiteX441" fmla="*/ 371516 w 767977"/>
                  <a:gd name="connsiteY441" fmla="*/ 291629 h 542813"/>
                  <a:gd name="connsiteX442" fmla="*/ 371242 w 767977"/>
                  <a:gd name="connsiteY442" fmla="*/ 298805 h 542813"/>
                  <a:gd name="connsiteX443" fmla="*/ 366772 w 767977"/>
                  <a:gd name="connsiteY443" fmla="*/ 299699 h 542813"/>
                  <a:gd name="connsiteX444" fmla="*/ 365596 w 767977"/>
                  <a:gd name="connsiteY444" fmla="*/ 306749 h 542813"/>
                  <a:gd name="connsiteX445" fmla="*/ 365482 w 767977"/>
                  <a:gd name="connsiteY445" fmla="*/ 309289 h 542813"/>
                  <a:gd name="connsiteX446" fmla="*/ 365376 w 767977"/>
                  <a:gd name="connsiteY446" fmla="*/ 311934 h 542813"/>
                  <a:gd name="connsiteX447" fmla="*/ 365259 w 767977"/>
                  <a:gd name="connsiteY447" fmla="*/ 314610 h 542813"/>
                  <a:gd name="connsiteX448" fmla="*/ 364985 w 767977"/>
                  <a:gd name="connsiteY448" fmla="*/ 321152 h 542813"/>
                  <a:gd name="connsiteX449" fmla="*/ 359622 w 767977"/>
                  <a:gd name="connsiteY449" fmla="*/ 322045 h 542813"/>
                  <a:gd name="connsiteX450" fmla="*/ 358728 w 767977"/>
                  <a:gd name="connsiteY450" fmla="*/ 345285 h 542813"/>
                  <a:gd name="connsiteX451" fmla="*/ 353365 w 767977"/>
                  <a:gd name="connsiteY451" fmla="*/ 347073 h 542813"/>
                  <a:gd name="connsiteX452" fmla="*/ 352499 w 767977"/>
                  <a:gd name="connsiteY452" fmla="*/ 361126 h 542813"/>
                  <a:gd name="connsiteX453" fmla="*/ 351577 w 767977"/>
                  <a:gd name="connsiteY453" fmla="*/ 367631 h 542813"/>
                  <a:gd name="connsiteX454" fmla="*/ 347108 w 767977"/>
                  <a:gd name="connsiteY454" fmla="*/ 368525 h 542813"/>
                  <a:gd name="connsiteX455" fmla="*/ 345931 w 767977"/>
                  <a:gd name="connsiteY455" fmla="*/ 377341 h 542813"/>
                  <a:gd name="connsiteX456" fmla="*/ 345818 w 767977"/>
                  <a:gd name="connsiteY456" fmla="*/ 379742 h 542813"/>
                  <a:gd name="connsiteX457" fmla="*/ 345711 w 767977"/>
                  <a:gd name="connsiteY457" fmla="*/ 382212 h 542813"/>
                  <a:gd name="connsiteX458" fmla="*/ 345594 w 767977"/>
                  <a:gd name="connsiteY458" fmla="*/ 384735 h 542813"/>
                  <a:gd name="connsiteX459" fmla="*/ 345320 w 767977"/>
                  <a:gd name="connsiteY459" fmla="*/ 390871 h 542813"/>
                  <a:gd name="connsiteX460" fmla="*/ 343141 w 767977"/>
                  <a:gd name="connsiteY460" fmla="*/ 391262 h 542813"/>
                  <a:gd name="connsiteX461" fmla="*/ 339957 w 767977"/>
                  <a:gd name="connsiteY461" fmla="*/ 392659 h 542813"/>
                  <a:gd name="connsiteX462" fmla="*/ 339674 w 767977"/>
                  <a:gd name="connsiteY462" fmla="*/ 397634 h 542813"/>
                  <a:gd name="connsiteX463" fmla="*/ 339561 w 767977"/>
                  <a:gd name="connsiteY463" fmla="*/ 400681 h 542813"/>
                  <a:gd name="connsiteX464" fmla="*/ 339454 w 767977"/>
                  <a:gd name="connsiteY464" fmla="*/ 403888 h 542813"/>
                  <a:gd name="connsiteX465" fmla="*/ 339337 w 767977"/>
                  <a:gd name="connsiteY465" fmla="*/ 407105 h 542813"/>
                  <a:gd name="connsiteX466" fmla="*/ 339063 w 767977"/>
                  <a:gd name="connsiteY466" fmla="*/ 415005 h 542813"/>
                  <a:gd name="connsiteX467" fmla="*/ 336885 w 767977"/>
                  <a:gd name="connsiteY467" fmla="*/ 415340 h 542813"/>
                  <a:gd name="connsiteX468" fmla="*/ 334594 w 767977"/>
                  <a:gd name="connsiteY468" fmla="*/ 415899 h 542813"/>
                  <a:gd name="connsiteX469" fmla="*/ 333417 w 767977"/>
                  <a:gd name="connsiteY469" fmla="*/ 421967 h 542813"/>
                  <a:gd name="connsiteX470" fmla="*/ 333304 w 767977"/>
                  <a:gd name="connsiteY470" fmla="*/ 424516 h 542813"/>
                  <a:gd name="connsiteX471" fmla="*/ 333197 w 767977"/>
                  <a:gd name="connsiteY471" fmla="*/ 427183 h 542813"/>
                  <a:gd name="connsiteX472" fmla="*/ 333080 w 767977"/>
                  <a:gd name="connsiteY472" fmla="*/ 429872 h 542813"/>
                  <a:gd name="connsiteX473" fmla="*/ 332806 w 767977"/>
                  <a:gd name="connsiteY473" fmla="*/ 436457 h 542813"/>
                  <a:gd name="connsiteX474" fmla="*/ 330181 w 767977"/>
                  <a:gd name="connsiteY474" fmla="*/ 437239 h 542813"/>
                  <a:gd name="connsiteX475" fmla="*/ 326550 w 767977"/>
                  <a:gd name="connsiteY475" fmla="*/ 440032 h 542813"/>
                  <a:gd name="connsiteX476" fmla="*/ 326550 w 767977"/>
                  <a:gd name="connsiteY476" fmla="*/ 444837 h 542813"/>
                  <a:gd name="connsiteX477" fmla="*/ 325656 w 767977"/>
                  <a:gd name="connsiteY477" fmla="*/ 461485 h 542813"/>
                  <a:gd name="connsiteX478" fmla="*/ 323477 w 767977"/>
                  <a:gd name="connsiteY478" fmla="*/ 462267 h 542813"/>
                  <a:gd name="connsiteX479" fmla="*/ 320293 w 767977"/>
                  <a:gd name="connsiteY479" fmla="*/ 465060 h 542813"/>
                  <a:gd name="connsiteX480" fmla="*/ 320010 w 767977"/>
                  <a:gd name="connsiteY480" fmla="*/ 469341 h 542813"/>
                  <a:gd name="connsiteX481" fmla="*/ 319896 w 767977"/>
                  <a:gd name="connsiteY481" fmla="*/ 471889 h 542813"/>
                  <a:gd name="connsiteX482" fmla="*/ 319790 w 767977"/>
                  <a:gd name="connsiteY482" fmla="*/ 474557 h 542813"/>
                  <a:gd name="connsiteX483" fmla="*/ 319673 w 767977"/>
                  <a:gd name="connsiteY483" fmla="*/ 477246 h 542813"/>
                  <a:gd name="connsiteX484" fmla="*/ 319399 w 767977"/>
                  <a:gd name="connsiteY484" fmla="*/ 483831 h 542813"/>
                  <a:gd name="connsiteX485" fmla="*/ 317220 w 767977"/>
                  <a:gd name="connsiteY485" fmla="*/ 484166 h 542813"/>
                  <a:gd name="connsiteX486" fmla="*/ 314930 w 767977"/>
                  <a:gd name="connsiteY486" fmla="*/ 484725 h 542813"/>
                  <a:gd name="connsiteX487" fmla="*/ 313753 w 767977"/>
                  <a:gd name="connsiteY487" fmla="*/ 491379 h 542813"/>
                  <a:gd name="connsiteX488" fmla="*/ 313639 w 767977"/>
                  <a:gd name="connsiteY488" fmla="*/ 494295 h 542813"/>
                  <a:gd name="connsiteX489" fmla="*/ 313533 w 767977"/>
                  <a:gd name="connsiteY489" fmla="*/ 497350 h 542813"/>
                  <a:gd name="connsiteX490" fmla="*/ 313416 w 767977"/>
                  <a:gd name="connsiteY490" fmla="*/ 500426 h 542813"/>
                  <a:gd name="connsiteX491" fmla="*/ 313142 w 767977"/>
                  <a:gd name="connsiteY491" fmla="*/ 507964 h 542813"/>
                  <a:gd name="connsiteX492" fmla="*/ 307779 w 767977"/>
                  <a:gd name="connsiteY492" fmla="*/ 508858 h 542813"/>
                  <a:gd name="connsiteX493" fmla="*/ 306829 w 767977"/>
                  <a:gd name="connsiteY493" fmla="*/ 522601 h 542813"/>
                  <a:gd name="connsiteX494" fmla="*/ 306841 w 767977"/>
                  <a:gd name="connsiteY494" fmla="*/ 524853 h 542813"/>
                  <a:gd name="connsiteX495" fmla="*/ 306885 w 767977"/>
                  <a:gd name="connsiteY495" fmla="*/ 530310 h 542813"/>
                  <a:gd name="connsiteX496" fmla="*/ 302416 w 767977"/>
                  <a:gd name="connsiteY496" fmla="*/ 531204 h 542813"/>
                  <a:gd name="connsiteX497" fmla="*/ 299734 w 767977"/>
                  <a:gd name="connsiteY497" fmla="*/ 542824 h 542813"/>
                  <a:gd name="connsiteX498" fmla="*/ 231603 w 767977"/>
                  <a:gd name="connsiteY498" fmla="*/ 542871 h 542813"/>
                  <a:gd name="connsiteX499" fmla="*/ 199971 w 767977"/>
                  <a:gd name="connsiteY499" fmla="*/ 542892 h 542813"/>
                  <a:gd name="connsiteX500" fmla="*/ 172411 w 767977"/>
                  <a:gd name="connsiteY500" fmla="*/ 542908 h 542813"/>
                  <a:gd name="connsiteX501" fmla="*/ 157809 w 767977"/>
                  <a:gd name="connsiteY501" fmla="*/ 542919 h 542813"/>
                  <a:gd name="connsiteX502" fmla="*/ 144082 w 767977"/>
                  <a:gd name="connsiteY502" fmla="*/ 542925 h 542813"/>
                  <a:gd name="connsiteX503" fmla="*/ 139028 w 767977"/>
                  <a:gd name="connsiteY503" fmla="*/ 542931 h 542813"/>
                  <a:gd name="connsiteX504" fmla="*/ 132160 w 767977"/>
                  <a:gd name="connsiteY504" fmla="*/ 542932 h 542813"/>
                  <a:gd name="connsiteX505" fmla="*/ 130112 w 767977"/>
                  <a:gd name="connsiteY505" fmla="*/ 542940 h 542813"/>
                  <a:gd name="connsiteX506" fmla="*/ 124541 w 767977"/>
                  <a:gd name="connsiteY506" fmla="*/ 541930 h 542813"/>
                  <a:gd name="connsiteX507" fmla="*/ 124094 w 767977"/>
                  <a:gd name="connsiteY507" fmla="*/ 536623 h 542813"/>
                  <a:gd name="connsiteX508" fmla="*/ 122754 w 767977"/>
                  <a:gd name="connsiteY508" fmla="*/ 529417 h 542813"/>
                  <a:gd name="connsiteX509" fmla="*/ 118284 w 767977"/>
                  <a:gd name="connsiteY509" fmla="*/ 529417 h 542813"/>
                  <a:gd name="connsiteX510" fmla="*/ 118231 w 767977"/>
                  <a:gd name="connsiteY510" fmla="*/ 526983 h 542813"/>
                  <a:gd name="connsiteX511" fmla="*/ 118001 w 767977"/>
                  <a:gd name="connsiteY511" fmla="*/ 518058 h 542813"/>
                  <a:gd name="connsiteX512" fmla="*/ 117907 w 767977"/>
                  <a:gd name="connsiteY512" fmla="*/ 514193 h 542813"/>
                  <a:gd name="connsiteX513" fmla="*/ 117761 w 767977"/>
                  <a:gd name="connsiteY513" fmla="*/ 508642 h 542813"/>
                  <a:gd name="connsiteX514" fmla="*/ 117676 w 767977"/>
                  <a:gd name="connsiteY514" fmla="*/ 505266 h 542813"/>
                  <a:gd name="connsiteX515" fmla="*/ 115603 w 767977"/>
                  <a:gd name="connsiteY515" fmla="*/ 500814 h 542813"/>
                  <a:gd name="connsiteX516" fmla="*/ 112027 w 767977"/>
                  <a:gd name="connsiteY516" fmla="*/ 500814 h 542813"/>
                  <a:gd name="connsiteX517" fmla="*/ 111974 w 767977"/>
                  <a:gd name="connsiteY517" fmla="*/ 498683 h 542813"/>
                  <a:gd name="connsiteX518" fmla="*/ 111692 w 767977"/>
                  <a:gd name="connsiteY518" fmla="*/ 489082 h 542813"/>
                  <a:gd name="connsiteX519" fmla="*/ 111608 w 767977"/>
                  <a:gd name="connsiteY519" fmla="*/ 485730 h 542813"/>
                  <a:gd name="connsiteX520" fmla="*/ 111504 w 767977"/>
                  <a:gd name="connsiteY520" fmla="*/ 482483 h 542813"/>
                  <a:gd name="connsiteX521" fmla="*/ 111419 w 767977"/>
                  <a:gd name="connsiteY521" fmla="*/ 479504 h 542813"/>
                  <a:gd name="connsiteX522" fmla="*/ 109346 w 767977"/>
                  <a:gd name="connsiteY522" fmla="*/ 471317 h 542813"/>
                  <a:gd name="connsiteX523" fmla="*/ 105771 w 767977"/>
                  <a:gd name="connsiteY523" fmla="*/ 470423 h 542813"/>
                  <a:gd name="connsiteX524" fmla="*/ 104852 w 767977"/>
                  <a:gd name="connsiteY524" fmla="*/ 463925 h 542813"/>
                  <a:gd name="connsiteX525" fmla="*/ 104885 w 767977"/>
                  <a:gd name="connsiteY525" fmla="*/ 461071 h 542813"/>
                  <a:gd name="connsiteX526" fmla="*/ 104990 w 767977"/>
                  <a:gd name="connsiteY526" fmla="*/ 455114 h 542813"/>
                  <a:gd name="connsiteX527" fmla="*/ 105020 w 767977"/>
                  <a:gd name="connsiteY527" fmla="*/ 452249 h 542813"/>
                  <a:gd name="connsiteX528" fmla="*/ 105066 w 767977"/>
                  <a:gd name="connsiteY528" fmla="*/ 449631 h 542813"/>
                  <a:gd name="connsiteX529" fmla="*/ 103089 w 767977"/>
                  <a:gd name="connsiteY529" fmla="*/ 442714 h 542813"/>
                  <a:gd name="connsiteX530" fmla="*/ 98620 w 767977"/>
                  <a:gd name="connsiteY530" fmla="*/ 441820 h 542813"/>
                  <a:gd name="connsiteX531" fmla="*/ 98552 w 767977"/>
                  <a:gd name="connsiteY531" fmla="*/ 439387 h 542813"/>
                  <a:gd name="connsiteX532" fmla="*/ 98287 w 767977"/>
                  <a:gd name="connsiteY532" fmla="*/ 430462 h 542813"/>
                  <a:gd name="connsiteX533" fmla="*/ 98175 w 767977"/>
                  <a:gd name="connsiteY533" fmla="*/ 426596 h 542813"/>
                  <a:gd name="connsiteX534" fmla="*/ 98009 w 767977"/>
                  <a:gd name="connsiteY534" fmla="*/ 421045 h 542813"/>
                  <a:gd name="connsiteX535" fmla="*/ 97910 w 767977"/>
                  <a:gd name="connsiteY535" fmla="*/ 417669 h 542813"/>
                  <a:gd name="connsiteX536" fmla="*/ 96832 w 767977"/>
                  <a:gd name="connsiteY536" fmla="*/ 413217 h 542813"/>
                  <a:gd name="connsiteX537" fmla="*/ 92363 w 767977"/>
                  <a:gd name="connsiteY537" fmla="*/ 413217 h 542813"/>
                  <a:gd name="connsiteX538" fmla="*/ 92309 w 767977"/>
                  <a:gd name="connsiteY538" fmla="*/ 410880 h 542813"/>
                  <a:gd name="connsiteX539" fmla="*/ 92079 w 767977"/>
                  <a:gd name="connsiteY539" fmla="*/ 402290 h 542813"/>
                  <a:gd name="connsiteX540" fmla="*/ 91986 w 767977"/>
                  <a:gd name="connsiteY540" fmla="*/ 398573 h 542813"/>
                  <a:gd name="connsiteX541" fmla="*/ 91839 w 767977"/>
                  <a:gd name="connsiteY541" fmla="*/ 393228 h 542813"/>
                  <a:gd name="connsiteX542" fmla="*/ 91754 w 767977"/>
                  <a:gd name="connsiteY542" fmla="*/ 389980 h 542813"/>
                  <a:gd name="connsiteX543" fmla="*/ 89681 w 767977"/>
                  <a:gd name="connsiteY543" fmla="*/ 384614 h 542813"/>
                  <a:gd name="connsiteX544" fmla="*/ 86106 w 767977"/>
                  <a:gd name="connsiteY544" fmla="*/ 384614 h 542813"/>
                  <a:gd name="connsiteX545" fmla="*/ 86052 w 767977"/>
                  <a:gd name="connsiteY545" fmla="*/ 382580 h 542813"/>
                  <a:gd name="connsiteX546" fmla="*/ 85771 w 767977"/>
                  <a:gd name="connsiteY546" fmla="*/ 373385 h 542813"/>
                  <a:gd name="connsiteX547" fmla="*/ 85687 w 767977"/>
                  <a:gd name="connsiteY547" fmla="*/ 370185 h 542813"/>
                  <a:gd name="connsiteX548" fmla="*/ 83425 w 767977"/>
                  <a:gd name="connsiteY548" fmla="*/ 355117 h 542813"/>
                  <a:gd name="connsiteX549" fmla="*/ 78955 w 767977"/>
                  <a:gd name="connsiteY549" fmla="*/ 354224 h 542813"/>
                  <a:gd name="connsiteX550" fmla="*/ 78062 w 767977"/>
                  <a:gd name="connsiteY550" fmla="*/ 327408 h 542813"/>
                  <a:gd name="connsiteX551" fmla="*/ 72698 w 767977"/>
                  <a:gd name="connsiteY551" fmla="*/ 326515 h 542813"/>
                  <a:gd name="connsiteX552" fmla="*/ 72631 w 767977"/>
                  <a:gd name="connsiteY552" fmla="*/ 324096 h 542813"/>
                  <a:gd name="connsiteX553" fmla="*/ 72366 w 767977"/>
                  <a:gd name="connsiteY553" fmla="*/ 315205 h 542813"/>
                  <a:gd name="connsiteX554" fmla="*/ 72254 w 767977"/>
                  <a:gd name="connsiteY554" fmla="*/ 311358 h 542813"/>
                  <a:gd name="connsiteX555" fmla="*/ 72087 w 767977"/>
                  <a:gd name="connsiteY555" fmla="*/ 305827 h 542813"/>
                  <a:gd name="connsiteX556" fmla="*/ 71988 w 767977"/>
                  <a:gd name="connsiteY556" fmla="*/ 302465 h 542813"/>
                  <a:gd name="connsiteX557" fmla="*/ 70911 w 767977"/>
                  <a:gd name="connsiteY557" fmla="*/ 297018 h 542813"/>
                  <a:gd name="connsiteX558" fmla="*/ 66442 w 767977"/>
                  <a:gd name="connsiteY558" fmla="*/ 296124 h 542813"/>
                  <a:gd name="connsiteX559" fmla="*/ 66388 w 767977"/>
                  <a:gd name="connsiteY559" fmla="*/ 293869 h 542813"/>
                  <a:gd name="connsiteX560" fmla="*/ 66158 w 767977"/>
                  <a:gd name="connsiteY560" fmla="*/ 285578 h 542813"/>
                  <a:gd name="connsiteX561" fmla="*/ 66023 w 767977"/>
                  <a:gd name="connsiteY561" fmla="*/ 280229 h 542813"/>
                  <a:gd name="connsiteX562" fmla="*/ 65918 w 767977"/>
                  <a:gd name="connsiteY562" fmla="*/ 276833 h 542813"/>
                  <a:gd name="connsiteX563" fmla="*/ 65833 w 767977"/>
                  <a:gd name="connsiteY563" fmla="*/ 273698 h 542813"/>
                  <a:gd name="connsiteX564" fmla="*/ 63760 w 767977"/>
                  <a:gd name="connsiteY564" fmla="*/ 268415 h 542813"/>
                  <a:gd name="connsiteX565" fmla="*/ 60185 w 767977"/>
                  <a:gd name="connsiteY565" fmla="*/ 267521 h 542813"/>
                  <a:gd name="connsiteX566" fmla="*/ 60021 w 767977"/>
                  <a:gd name="connsiteY566" fmla="*/ 264410 h 542813"/>
                  <a:gd name="connsiteX567" fmla="*/ 58397 w 767977"/>
                  <a:gd name="connsiteY567" fmla="*/ 239812 h 542813"/>
                  <a:gd name="connsiteX568" fmla="*/ 53034 w 767977"/>
                  <a:gd name="connsiteY568" fmla="*/ 238024 h 542813"/>
                  <a:gd name="connsiteX569" fmla="*/ 52966 w 767977"/>
                  <a:gd name="connsiteY569" fmla="*/ 235673 h 542813"/>
                  <a:gd name="connsiteX570" fmla="*/ 52701 w 767977"/>
                  <a:gd name="connsiteY570" fmla="*/ 227048 h 542813"/>
                  <a:gd name="connsiteX571" fmla="*/ 52589 w 767977"/>
                  <a:gd name="connsiteY571" fmla="*/ 223313 h 542813"/>
                  <a:gd name="connsiteX572" fmla="*/ 52423 w 767977"/>
                  <a:gd name="connsiteY572" fmla="*/ 217948 h 542813"/>
                  <a:gd name="connsiteX573" fmla="*/ 52324 w 767977"/>
                  <a:gd name="connsiteY573" fmla="*/ 214685 h 542813"/>
                  <a:gd name="connsiteX574" fmla="*/ 51246 w 767977"/>
                  <a:gd name="connsiteY574" fmla="*/ 210315 h 542813"/>
                  <a:gd name="connsiteX575" fmla="*/ 46777 w 767977"/>
                  <a:gd name="connsiteY575" fmla="*/ 210315 h 542813"/>
                  <a:gd name="connsiteX576" fmla="*/ 46709 w 767977"/>
                  <a:gd name="connsiteY576" fmla="*/ 207896 h 542813"/>
                  <a:gd name="connsiteX577" fmla="*/ 46444 w 767977"/>
                  <a:gd name="connsiteY577" fmla="*/ 199006 h 542813"/>
                  <a:gd name="connsiteX578" fmla="*/ 46333 w 767977"/>
                  <a:gd name="connsiteY578" fmla="*/ 195159 h 542813"/>
                  <a:gd name="connsiteX579" fmla="*/ 46166 w 767977"/>
                  <a:gd name="connsiteY579" fmla="*/ 189628 h 542813"/>
                  <a:gd name="connsiteX580" fmla="*/ 46067 w 767977"/>
                  <a:gd name="connsiteY580" fmla="*/ 186266 h 542813"/>
                  <a:gd name="connsiteX581" fmla="*/ 44989 w 767977"/>
                  <a:gd name="connsiteY581" fmla="*/ 180818 h 542813"/>
                  <a:gd name="connsiteX582" fmla="*/ 40520 w 767977"/>
                  <a:gd name="connsiteY582" fmla="*/ 179925 h 542813"/>
                  <a:gd name="connsiteX583" fmla="*/ 40466 w 767977"/>
                  <a:gd name="connsiteY583" fmla="*/ 177655 h 542813"/>
                  <a:gd name="connsiteX584" fmla="*/ 40236 w 767977"/>
                  <a:gd name="connsiteY584" fmla="*/ 169330 h 542813"/>
                  <a:gd name="connsiteX585" fmla="*/ 40101 w 767977"/>
                  <a:gd name="connsiteY585" fmla="*/ 163951 h 542813"/>
                  <a:gd name="connsiteX586" fmla="*/ 39996 w 767977"/>
                  <a:gd name="connsiteY586" fmla="*/ 160546 h 542813"/>
                  <a:gd name="connsiteX587" fmla="*/ 39911 w 767977"/>
                  <a:gd name="connsiteY587" fmla="*/ 157397 h 542813"/>
                  <a:gd name="connsiteX588" fmla="*/ 37839 w 767977"/>
                  <a:gd name="connsiteY588" fmla="*/ 153109 h 542813"/>
                  <a:gd name="connsiteX589" fmla="*/ 35995 w 767977"/>
                  <a:gd name="connsiteY589" fmla="*/ 152662 h 542813"/>
                  <a:gd name="connsiteX590" fmla="*/ 34263 w 767977"/>
                  <a:gd name="connsiteY590" fmla="*/ 152215 h 542813"/>
                  <a:gd name="connsiteX591" fmla="*/ 33376 w 767977"/>
                  <a:gd name="connsiteY591" fmla="*/ 146172 h 542813"/>
                  <a:gd name="connsiteX592" fmla="*/ 33422 w 767977"/>
                  <a:gd name="connsiteY592" fmla="*/ 143586 h 542813"/>
                  <a:gd name="connsiteX593" fmla="*/ 33561 w 767977"/>
                  <a:gd name="connsiteY593" fmla="*/ 138216 h 542813"/>
                  <a:gd name="connsiteX594" fmla="*/ 30688 w 767977"/>
                  <a:gd name="connsiteY594" fmla="*/ 124506 h 542813"/>
                  <a:gd name="connsiteX595" fmla="*/ 27113 w 767977"/>
                  <a:gd name="connsiteY595" fmla="*/ 124506 h 542813"/>
                  <a:gd name="connsiteX596" fmla="*/ 26219 w 767977"/>
                  <a:gd name="connsiteY596" fmla="*/ 95903 h 542813"/>
                  <a:gd name="connsiteX597" fmla="*/ 20856 w 767977"/>
                  <a:gd name="connsiteY597" fmla="*/ 95010 h 542813"/>
                  <a:gd name="connsiteX598" fmla="*/ 20802 w 767977"/>
                  <a:gd name="connsiteY598" fmla="*/ 92769 h 542813"/>
                  <a:gd name="connsiteX599" fmla="*/ 20520 w 767977"/>
                  <a:gd name="connsiteY599" fmla="*/ 82719 h 542813"/>
                  <a:gd name="connsiteX600" fmla="*/ 20437 w 767977"/>
                  <a:gd name="connsiteY600" fmla="*/ 79193 h 542813"/>
                  <a:gd name="connsiteX601" fmla="*/ 20332 w 767977"/>
                  <a:gd name="connsiteY601" fmla="*/ 75806 h 542813"/>
                  <a:gd name="connsiteX602" fmla="*/ 20247 w 767977"/>
                  <a:gd name="connsiteY602" fmla="*/ 72685 h 542813"/>
                  <a:gd name="connsiteX603" fmla="*/ 18174 w 767977"/>
                  <a:gd name="connsiteY603" fmla="*/ 66407 h 542813"/>
                  <a:gd name="connsiteX604" fmla="*/ 14599 w 767977"/>
                  <a:gd name="connsiteY604" fmla="*/ 66407 h 542813"/>
                  <a:gd name="connsiteX605" fmla="*/ 14545 w 767977"/>
                  <a:gd name="connsiteY605" fmla="*/ 63891 h 542813"/>
                  <a:gd name="connsiteX606" fmla="*/ 14315 w 767977"/>
                  <a:gd name="connsiteY606" fmla="*/ 54666 h 542813"/>
                  <a:gd name="connsiteX607" fmla="*/ 14222 w 767977"/>
                  <a:gd name="connsiteY607" fmla="*/ 50671 h 542813"/>
                  <a:gd name="connsiteX608" fmla="*/ 14075 w 767977"/>
                  <a:gd name="connsiteY608" fmla="*/ 44934 h 542813"/>
                  <a:gd name="connsiteX609" fmla="*/ 13990 w 767977"/>
                  <a:gd name="connsiteY609" fmla="*/ 41444 h 542813"/>
                  <a:gd name="connsiteX610" fmla="*/ 11917 w 767977"/>
                  <a:gd name="connsiteY610" fmla="*/ 36910 h 542813"/>
                  <a:gd name="connsiteX611" fmla="*/ 7448 w 767977"/>
                  <a:gd name="connsiteY611" fmla="*/ 35122 h 542813"/>
                  <a:gd name="connsiteX612" fmla="*/ 7380 w 767977"/>
                  <a:gd name="connsiteY612" fmla="*/ 32949 h 542813"/>
                  <a:gd name="connsiteX613" fmla="*/ 7057 w 767977"/>
                  <a:gd name="connsiteY613" fmla="*/ 23223 h 542813"/>
                  <a:gd name="connsiteX614" fmla="*/ 6950 w 767977"/>
                  <a:gd name="connsiteY614" fmla="*/ 19803 h 542813"/>
                  <a:gd name="connsiteX615" fmla="*/ 6837 w 767977"/>
                  <a:gd name="connsiteY615" fmla="*/ 16530 h 542813"/>
                  <a:gd name="connsiteX616" fmla="*/ 6738 w 767977"/>
                  <a:gd name="connsiteY616" fmla="*/ 13508 h 542813"/>
                  <a:gd name="connsiteX617" fmla="*/ 5660 w 767977"/>
                  <a:gd name="connsiteY617" fmla="*/ 8307 h 542813"/>
                  <a:gd name="connsiteX618" fmla="*/ 1191 w 767977"/>
                  <a:gd name="connsiteY618" fmla="*/ 9201 h 542813"/>
                  <a:gd name="connsiteX619" fmla="*/ 1191 w 767977"/>
                  <a:gd name="connsiteY619" fmla="*/ 3838 h 542813"/>
                  <a:gd name="connsiteX620" fmla="*/ 15959 w 767977"/>
                  <a:gd name="connsiteY620" fmla="*/ 149 h 5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Lst>
                <a:rect l="l" t="t" r="r" b="b"/>
                <a:pathLst>
                  <a:path w="767977" h="542813">
                    <a:moveTo>
                      <a:pt x="15959" y="149"/>
                    </a:moveTo>
                    <a:cubicBezTo>
                      <a:pt x="16628" y="147"/>
                      <a:pt x="17297" y="146"/>
                      <a:pt x="17987" y="145"/>
                    </a:cubicBezTo>
                    <a:cubicBezTo>
                      <a:pt x="20225" y="141"/>
                      <a:pt x="22464" y="144"/>
                      <a:pt x="24702" y="147"/>
                    </a:cubicBezTo>
                    <a:cubicBezTo>
                      <a:pt x="26308" y="146"/>
                      <a:pt x="27915" y="144"/>
                      <a:pt x="29521" y="142"/>
                    </a:cubicBezTo>
                    <a:cubicBezTo>
                      <a:pt x="33881" y="138"/>
                      <a:pt x="38241" y="139"/>
                      <a:pt x="42601" y="142"/>
                    </a:cubicBezTo>
                    <a:cubicBezTo>
                      <a:pt x="47163" y="145"/>
                      <a:pt x="51724" y="142"/>
                      <a:pt x="56285" y="141"/>
                    </a:cubicBezTo>
                    <a:cubicBezTo>
                      <a:pt x="63944" y="139"/>
                      <a:pt x="71603" y="142"/>
                      <a:pt x="79262" y="146"/>
                    </a:cubicBezTo>
                    <a:cubicBezTo>
                      <a:pt x="88121" y="151"/>
                      <a:pt x="96979" y="149"/>
                      <a:pt x="105838" y="144"/>
                    </a:cubicBezTo>
                    <a:cubicBezTo>
                      <a:pt x="113441" y="140"/>
                      <a:pt x="121044" y="140"/>
                      <a:pt x="128648" y="142"/>
                    </a:cubicBezTo>
                    <a:cubicBezTo>
                      <a:pt x="133190" y="143"/>
                      <a:pt x="137732" y="144"/>
                      <a:pt x="142274" y="141"/>
                    </a:cubicBezTo>
                    <a:cubicBezTo>
                      <a:pt x="146543" y="138"/>
                      <a:pt x="150813" y="140"/>
                      <a:pt x="155082" y="145"/>
                    </a:cubicBezTo>
                    <a:cubicBezTo>
                      <a:pt x="156650" y="146"/>
                      <a:pt x="158218" y="146"/>
                      <a:pt x="159786" y="144"/>
                    </a:cubicBezTo>
                    <a:cubicBezTo>
                      <a:pt x="161924" y="141"/>
                      <a:pt x="164061" y="144"/>
                      <a:pt x="166199" y="149"/>
                    </a:cubicBezTo>
                    <a:cubicBezTo>
                      <a:pt x="167133" y="146"/>
                      <a:pt x="167133" y="146"/>
                      <a:pt x="168087" y="143"/>
                    </a:cubicBezTo>
                    <a:cubicBezTo>
                      <a:pt x="170984" y="155"/>
                      <a:pt x="173612" y="269"/>
                      <a:pt x="176384" y="1156"/>
                    </a:cubicBezTo>
                    <a:cubicBezTo>
                      <a:pt x="176402" y="1778"/>
                      <a:pt x="176420" y="2400"/>
                      <a:pt x="176438" y="3040"/>
                    </a:cubicBezTo>
                    <a:cubicBezTo>
                      <a:pt x="176523" y="5876"/>
                      <a:pt x="176621" y="8712"/>
                      <a:pt x="176719" y="11547"/>
                    </a:cubicBezTo>
                    <a:cubicBezTo>
                      <a:pt x="176761" y="13014"/>
                      <a:pt x="176761" y="13014"/>
                      <a:pt x="176803" y="14511"/>
                    </a:cubicBezTo>
                    <a:cubicBezTo>
                      <a:pt x="176977" y="19291"/>
                      <a:pt x="177141" y="23512"/>
                      <a:pt x="179066" y="27971"/>
                    </a:cubicBezTo>
                    <a:cubicBezTo>
                      <a:pt x="180245" y="27971"/>
                      <a:pt x="181425" y="27971"/>
                      <a:pt x="182641" y="27971"/>
                    </a:cubicBezTo>
                    <a:cubicBezTo>
                      <a:pt x="183377" y="31792"/>
                      <a:pt x="183621" y="35352"/>
                      <a:pt x="183559" y="39239"/>
                    </a:cubicBezTo>
                    <a:cubicBezTo>
                      <a:pt x="183548" y="40339"/>
                      <a:pt x="183537" y="41438"/>
                      <a:pt x="183526" y="42571"/>
                    </a:cubicBezTo>
                    <a:cubicBezTo>
                      <a:pt x="183495" y="44878"/>
                      <a:pt x="183460" y="47185"/>
                      <a:pt x="183421" y="49492"/>
                    </a:cubicBezTo>
                    <a:cubicBezTo>
                      <a:pt x="183407" y="51136"/>
                      <a:pt x="183407" y="51136"/>
                      <a:pt x="183392" y="52814"/>
                    </a:cubicBezTo>
                    <a:cubicBezTo>
                      <a:pt x="183377" y="53814"/>
                      <a:pt x="183362" y="54815"/>
                      <a:pt x="183346" y="55845"/>
                    </a:cubicBezTo>
                    <a:cubicBezTo>
                      <a:pt x="183342" y="58548"/>
                      <a:pt x="183342" y="58548"/>
                      <a:pt x="185323" y="61044"/>
                    </a:cubicBezTo>
                    <a:cubicBezTo>
                      <a:pt x="186797" y="61339"/>
                      <a:pt x="188272" y="61634"/>
                      <a:pt x="189792" y="61937"/>
                    </a:cubicBezTo>
                    <a:cubicBezTo>
                      <a:pt x="190087" y="72261"/>
                      <a:pt x="190382" y="82585"/>
                      <a:pt x="190686" y="93222"/>
                    </a:cubicBezTo>
                    <a:cubicBezTo>
                      <a:pt x="193340" y="94107"/>
                      <a:pt x="193340" y="94107"/>
                      <a:pt x="196049" y="95010"/>
                    </a:cubicBezTo>
                    <a:cubicBezTo>
                      <a:pt x="196066" y="95916"/>
                      <a:pt x="196084" y="96823"/>
                      <a:pt x="196102" y="97757"/>
                    </a:cubicBezTo>
                    <a:cubicBezTo>
                      <a:pt x="196170" y="101120"/>
                      <a:pt x="196250" y="104483"/>
                      <a:pt x="196332" y="107847"/>
                    </a:cubicBezTo>
                    <a:cubicBezTo>
                      <a:pt x="196367" y="109302"/>
                      <a:pt x="196398" y="110758"/>
                      <a:pt x="196426" y="112214"/>
                    </a:cubicBezTo>
                    <a:cubicBezTo>
                      <a:pt x="196467" y="114306"/>
                      <a:pt x="196518" y="116398"/>
                      <a:pt x="196572" y="118490"/>
                    </a:cubicBezTo>
                    <a:cubicBezTo>
                      <a:pt x="196588" y="119467"/>
                      <a:pt x="196588" y="119467"/>
                      <a:pt x="196604" y="120463"/>
                    </a:cubicBezTo>
                    <a:cubicBezTo>
                      <a:pt x="196700" y="123764"/>
                      <a:pt x="196852" y="125265"/>
                      <a:pt x="198730" y="128082"/>
                    </a:cubicBezTo>
                    <a:cubicBezTo>
                      <a:pt x="199910" y="128082"/>
                      <a:pt x="201090" y="128082"/>
                      <a:pt x="202305" y="128082"/>
                    </a:cubicBezTo>
                    <a:cubicBezTo>
                      <a:pt x="202323" y="128947"/>
                      <a:pt x="202341" y="129813"/>
                      <a:pt x="202359" y="130704"/>
                    </a:cubicBezTo>
                    <a:cubicBezTo>
                      <a:pt x="202427" y="133933"/>
                      <a:pt x="202507" y="137161"/>
                      <a:pt x="202589" y="140390"/>
                    </a:cubicBezTo>
                    <a:cubicBezTo>
                      <a:pt x="202623" y="141783"/>
                      <a:pt x="202654" y="143177"/>
                      <a:pt x="202683" y="144572"/>
                    </a:cubicBezTo>
                    <a:cubicBezTo>
                      <a:pt x="202724" y="146582"/>
                      <a:pt x="202775" y="148592"/>
                      <a:pt x="202829" y="150602"/>
                    </a:cubicBezTo>
                    <a:cubicBezTo>
                      <a:pt x="202845" y="151529"/>
                      <a:pt x="202845" y="151529"/>
                      <a:pt x="202861" y="152474"/>
                    </a:cubicBezTo>
                    <a:cubicBezTo>
                      <a:pt x="202974" y="156256"/>
                      <a:pt x="203483" y="159458"/>
                      <a:pt x="204987" y="162942"/>
                    </a:cubicBezTo>
                    <a:cubicBezTo>
                      <a:pt x="206788" y="163597"/>
                      <a:pt x="206788" y="163597"/>
                      <a:pt x="208562" y="163835"/>
                    </a:cubicBezTo>
                    <a:cubicBezTo>
                      <a:pt x="209589" y="166916"/>
                      <a:pt x="209529" y="169240"/>
                      <a:pt x="209481" y="172488"/>
                    </a:cubicBezTo>
                    <a:cubicBezTo>
                      <a:pt x="209469" y="173680"/>
                      <a:pt x="209458" y="174873"/>
                      <a:pt x="209447" y="176066"/>
                    </a:cubicBezTo>
                    <a:cubicBezTo>
                      <a:pt x="209425" y="177940"/>
                      <a:pt x="209400" y="179813"/>
                      <a:pt x="209370" y="181686"/>
                    </a:cubicBezTo>
                    <a:cubicBezTo>
                      <a:pt x="209343" y="183498"/>
                      <a:pt x="209328" y="185311"/>
                      <a:pt x="209313" y="187124"/>
                    </a:cubicBezTo>
                    <a:cubicBezTo>
                      <a:pt x="209298" y="188207"/>
                      <a:pt x="209283" y="189290"/>
                      <a:pt x="209267" y="190406"/>
                    </a:cubicBezTo>
                    <a:cubicBezTo>
                      <a:pt x="209452" y="193273"/>
                      <a:pt x="210011" y="195228"/>
                      <a:pt x="211244" y="197801"/>
                    </a:cubicBezTo>
                    <a:cubicBezTo>
                      <a:pt x="212719" y="197801"/>
                      <a:pt x="214194" y="197801"/>
                      <a:pt x="215713" y="197801"/>
                    </a:cubicBezTo>
                    <a:cubicBezTo>
                      <a:pt x="215731" y="198735"/>
                      <a:pt x="215749" y="199669"/>
                      <a:pt x="215767" y="200631"/>
                    </a:cubicBezTo>
                    <a:cubicBezTo>
                      <a:pt x="215835" y="204094"/>
                      <a:pt x="215914" y="207557"/>
                      <a:pt x="215997" y="211020"/>
                    </a:cubicBezTo>
                    <a:cubicBezTo>
                      <a:pt x="216031" y="212519"/>
                      <a:pt x="216062" y="214018"/>
                      <a:pt x="216090" y="215517"/>
                    </a:cubicBezTo>
                    <a:cubicBezTo>
                      <a:pt x="216131" y="217672"/>
                      <a:pt x="216183" y="219826"/>
                      <a:pt x="216237" y="221980"/>
                    </a:cubicBezTo>
                    <a:cubicBezTo>
                      <a:pt x="216252" y="222986"/>
                      <a:pt x="216252" y="222986"/>
                      <a:pt x="216268" y="224012"/>
                    </a:cubicBezTo>
                    <a:cubicBezTo>
                      <a:pt x="216363" y="227353"/>
                      <a:pt x="216496" y="228920"/>
                      <a:pt x="218395" y="231767"/>
                    </a:cubicBezTo>
                    <a:cubicBezTo>
                      <a:pt x="219575" y="231767"/>
                      <a:pt x="220754" y="231767"/>
                      <a:pt x="221970" y="231767"/>
                    </a:cubicBezTo>
                    <a:cubicBezTo>
                      <a:pt x="221978" y="232641"/>
                      <a:pt x="221987" y="233515"/>
                      <a:pt x="221995" y="234415"/>
                    </a:cubicBezTo>
                    <a:cubicBezTo>
                      <a:pt x="222031" y="237697"/>
                      <a:pt x="222090" y="240979"/>
                      <a:pt x="222156" y="244261"/>
                    </a:cubicBezTo>
                    <a:cubicBezTo>
                      <a:pt x="222181" y="245673"/>
                      <a:pt x="222200" y="247086"/>
                      <a:pt x="222212" y="248499"/>
                    </a:cubicBezTo>
                    <a:cubicBezTo>
                      <a:pt x="222274" y="259232"/>
                      <a:pt x="222274" y="259232"/>
                      <a:pt x="225626" y="269340"/>
                    </a:cubicBezTo>
                    <a:cubicBezTo>
                      <a:pt x="226482" y="271188"/>
                      <a:pt x="226780" y="272712"/>
                      <a:pt x="226998" y="274728"/>
                    </a:cubicBezTo>
                    <a:cubicBezTo>
                      <a:pt x="227164" y="276027"/>
                      <a:pt x="227164" y="276027"/>
                      <a:pt x="227333" y="277353"/>
                    </a:cubicBezTo>
                    <a:cubicBezTo>
                      <a:pt x="227923" y="277648"/>
                      <a:pt x="228513" y="277943"/>
                      <a:pt x="229121" y="278247"/>
                    </a:cubicBezTo>
                    <a:cubicBezTo>
                      <a:pt x="229121" y="270873"/>
                      <a:pt x="229121" y="263499"/>
                      <a:pt x="229121" y="255901"/>
                    </a:cubicBezTo>
                    <a:cubicBezTo>
                      <a:pt x="230596" y="255606"/>
                      <a:pt x="232070" y="255311"/>
                      <a:pt x="233590" y="255007"/>
                    </a:cubicBezTo>
                    <a:cubicBezTo>
                      <a:pt x="234665" y="252857"/>
                      <a:pt x="234665" y="251339"/>
                      <a:pt x="234767" y="248939"/>
                    </a:cubicBezTo>
                    <a:cubicBezTo>
                      <a:pt x="234804" y="248098"/>
                      <a:pt x="234842" y="247257"/>
                      <a:pt x="234880" y="246390"/>
                    </a:cubicBezTo>
                    <a:cubicBezTo>
                      <a:pt x="234915" y="245510"/>
                      <a:pt x="234950" y="244629"/>
                      <a:pt x="234987" y="243722"/>
                    </a:cubicBezTo>
                    <a:cubicBezTo>
                      <a:pt x="235025" y="242835"/>
                      <a:pt x="235064" y="241948"/>
                      <a:pt x="235104" y="241034"/>
                    </a:cubicBezTo>
                    <a:cubicBezTo>
                      <a:pt x="235199" y="238839"/>
                      <a:pt x="235290" y="236644"/>
                      <a:pt x="235378" y="234449"/>
                    </a:cubicBezTo>
                    <a:cubicBezTo>
                      <a:pt x="236097" y="234338"/>
                      <a:pt x="236816" y="234228"/>
                      <a:pt x="237556" y="234114"/>
                    </a:cubicBezTo>
                    <a:cubicBezTo>
                      <a:pt x="238312" y="233929"/>
                      <a:pt x="239068" y="233745"/>
                      <a:pt x="239847" y="233555"/>
                    </a:cubicBezTo>
                    <a:cubicBezTo>
                      <a:pt x="240996" y="231256"/>
                      <a:pt x="240929" y="229471"/>
                      <a:pt x="241024" y="226900"/>
                    </a:cubicBezTo>
                    <a:cubicBezTo>
                      <a:pt x="241061" y="225938"/>
                      <a:pt x="241098" y="224976"/>
                      <a:pt x="241137" y="223985"/>
                    </a:cubicBezTo>
                    <a:cubicBezTo>
                      <a:pt x="241190" y="222472"/>
                      <a:pt x="241190" y="222472"/>
                      <a:pt x="241243" y="220930"/>
                    </a:cubicBezTo>
                    <a:cubicBezTo>
                      <a:pt x="241282" y="219914"/>
                      <a:pt x="241321" y="218899"/>
                      <a:pt x="241360" y="217853"/>
                    </a:cubicBezTo>
                    <a:cubicBezTo>
                      <a:pt x="241455" y="215341"/>
                      <a:pt x="241547" y="212828"/>
                      <a:pt x="241635" y="210315"/>
                    </a:cubicBezTo>
                    <a:cubicBezTo>
                      <a:pt x="243404" y="209725"/>
                      <a:pt x="245174" y="209135"/>
                      <a:pt x="246998" y="208527"/>
                    </a:cubicBezTo>
                    <a:cubicBezTo>
                      <a:pt x="248004" y="203566"/>
                      <a:pt x="247927" y="198868"/>
                      <a:pt x="247778" y="193842"/>
                    </a:cubicBezTo>
                    <a:cubicBezTo>
                      <a:pt x="247752" y="192182"/>
                      <a:pt x="247815" y="190521"/>
                      <a:pt x="247891" y="188863"/>
                    </a:cubicBezTo>
                    <a:cubicBezTo>
                      <a:pt x="249679" y="187075"/>
                      <a:pt x="249679" y="187075"/>
                      <a:pt x="251523" y="186293"/>
                    </a:cubicBezTo>
                    <a:cubicBezTo>
                      <a:pt x="253386" y="185464"/>
                      <a:pt x="253386" y="185464"/>
                      <a:pt x="253792" y="183716"/>
                    </a:cubicBezTo>
                    <a:cubicBezTo>
                      <a:pt x="254178" y="181546"/>
                      <a:pt x="254337" y="179458"/>
                      <a:pt x="254431" y="177257"/>
                    </a:cubicBezTo>
                    <a:cubicBezTo>
                      <a:pt x="254469" y="176422"/>
                      <a:pt x="254506" y="175586"/>
                      <a:pt x="254545" y="174726"/>
                    </a:cubicBezTo>
                    <a:cubicBezTo>
                      <a:pt x="254597" y="173428"/>
                      <a:pt x="254597" y="173428"/>
                      <a:pt x="254651" y="172103"/>
                    </a:cubicBezTo>
                    <a:cubicBezTo>
                      <a:pt x="254690" y="171224"/>
                      <a:pt x="254728" y="170345"/>
                      <a:pt x="254768" y="169439"/>
                    </a:cubicBezTo>
                    <a:cubicBezTo>
                      <a:pt x="254863" y="167274"/>
                      <a:pt x="254954" y="165108"/>
                      <a:pt x="255042" y="162942"/>
                    </a:cubicBezTo>
                    <a:cubicBezTo>
                      <a:pt x="256517" y="162647"/>
                      <a:pt x="257992" y="162352"/>
                      <a:pt x="259511" y="162048"/>
                    </a:cubicBezTo>
                    <a:cubicBezTo>
                      <a:pt x="260381" y="159438"/>
                      <a:pt x="260578" y="157530"/>
                      <a:pt x="260688" y="154803"/>
                    </a:cubicBezTo>
                    <a:cubicBezTo>
                      <a:pt x="260725" y="153924"/>
                      <a:pt x="260763" y="153046"/>
                      <a:pt x="260801" y="152140"/>
                    </a:cubicBezTo>
                    <a:cubicBezTo>
                      <a:pt x="260837" y="151225"/>
                      <a:pt x="260872" y="150310"/>
                      <a:pt x="260908" y="149366"/>
                    </a:cubicBezTo>
                    <a:cubicBezTo>
                      <a:pt x="260947" y="148441"/>
                      <a:pt x="260985" y="147515"/>
                      <a:pt x="261025" y="146561"/>
                    </a:cubicBezTo>
                    <a:cubicBezTo>
                      <a:pt x="261120" y="144275"/>
                      <a:pt x="261211" y="141988"/>
                      <a:pt x="261299" y="139702"/>
                    </a:cubicBezTo>
                    <a:cubicBezTo>
                      <a:pt x="263069" y="139702"/>
                      <a:pt x="264839" y="139702"/>
                      <a:pt x="266662" y="139702"/>
                    </a:cubicBezTo>
                    <a:cubicBezTo>
                      <a:pt x="266957" y="132622"/>
                      <a:pt x="267252" y="125543"/>
                      <a:pt x="267556" y="118249"/>
                    </a:cubicBezTo>
                    <a:cubicBezTo>
                      <a:pt x="269326" y="117660"/>
                      <a:pt x="271096" y="117070"/>
                      <a:pt x="272919" y="116462"/>
                    </a:cubicBezTo>
                    <a:cubicBezTo>
                      <a:pt x="273518" y="110832"/>
                      <a:pt x="273906" y="105313"/>
                      <a:pt x="273757" y="99650"/>
                    </a:cubicBezTo>
                    <a:cubicBezTo>
                      <a:pt x="273813" y="97676"/>
                      <a:pt x="274155" y="96007"/>
                      <a:pt x="274707" y="94116"/>
                    </a:cubicBezTo>
                    <a:cubicBezTo>
                      <a:pt x="275426" y="94005"/>
                      <a:pt x="276145" y="93895"/>
                      <a:pt x="276885" y="93781"/>
                    </a:cubicBezTo>
                    <a:cubicBezTo>
                      <a:pt x="277641" y="93596"/>
                      <a:pt x="278397" y="93412"/>
                      <a:pt x="279176" y="93222"/>
                    </a:cubicBezTo>
                    <a:cubicBezTo>
                      <a:pt x="280301" y="90972"/>
                      <a:pt x="280256" y="89277"/>
                      <a:pt x="280353" y="86763"/>
                    </a:cubicBezTo>
                    <a:cubicBezTo>
                      <a:pt x="280390" y="85841"/>
                      <a:pt x="280427" y="84919"/>
                      <a:pt x="280466" y="83969"/>
                    </a:cubicBezTo>
                    <a:cubicBezTo>
                      <a:pt x="280519" y="82521"/>
                      <a:pt x="280519" y="82521"/>
                      <a:pt x="280573" y="81043"/>
                    </a:cubicBezTo>
                    <a:cubicBezTo>
                      <a:pt x="280611" y="80071"/>
                      <a:pt x="280650" y="79098"/>
                      <a:pt x="280689" y="78096"/>
                    </a:cubicBezTo>
                    <a:cubicBezTo>
                      <a:pt x="280784" y="75690"/>
                      <a:pt x="280876" y="73283"/>
                      <a:pt x="280964" y="70876"/>
                    </a:cubicBezTo>
                    <a:cubicBezTo>
                      <a:pt x="282438" y="70581"/>
                      <a:pt x="283913" y="70286"/>
                      <a:pt x="285433" y="69982"/>
                    </a:cubicBezTo>
                    <a:cubicBezTo>
                      <a:pt x="286322" y="67315"/>
                      <a:pt x="286501" y="65334"/>
                      <a:pt x="286609" y="62541"/>
                    </a:cubicBezTo>
                    <a:cubicBezTo>
                      <a:pt x="286647" y="61623"/>
                      <a:pt x="286684" y="60704"/>
                      <a:pt x="286723" y="59757"/>
                    </a:cubicBezTo>
                    <a:cubicBezTo>
                      <a:pt x="286776" y="58320"/>
                      <a:pt x="286776" y="58320"/>
                      <a:pt x="286829" y="56854"/>
                    </a:cubicBezTo>
                    <a:cubicBezTo>
                      <a:pt x="286868" y="55885"/>
                      <a:pt x="286907" y="54917"/>
                      <a:pt x="286946" y="53919"/>
                    </a:cubicBezTo>
                    <a:cubicBezTo>
                      <a:pt x="287041" y="51527"/>
                      <a:pt x="287132" y="49135"/>
                      <a:pt x="287220" y="46742"/>
                    </a:cubicBezTo>
                    <a:cubicBezTo>
                      <a:pt x="288695" y="46742"/>
                      <a:pt x="290170" y="46742"/>
                      <a:pt x="291690" y="46742"/>
                    </a:cubicBezTo>
                    <a:cubicBezTo>
                      <a:pt x="292814" y="44493"/>
                      <a:pt x="292770" y="42798"/>
                      <a:pt x="292866" y="40283"/>
                    </a:cubicBezTo>
                    <a:cubicBezTo>
                      <a:pt x="292904" y="39361"/>
                      <a:pt x="292941" y="38439"/>
                      <a:pt x="292980" y="37489"/>
                    </a:cubicBezTo>
                    <a:cubicBezTo>
                      <a:pt x="293033" y="36041"/>
                      <a:pt x="293033" y="36041"/>
                      <a:pt x="293086" y="34564"/>
                    </a:cubicBezTo>
                    <a:cubicBezTo>
                      <a:pt x="293125" y="33591"/>
                      <a:pt x="293164" y="32619"/>
                      <a:pt x="293203" y="31617"/>
                    </a:cubicBezTo>
                    <a:cubicBezTo>
                      <a:pt x="293298" y="29210"/>
                      <a:pt x="293389" y="26803"/>
                      <a:pt x="293477" y="24396"/>
                    </a:cubicBezTo>
                    <a:cubicBezTo>
                      <a:pt x="295247" y="23806"/>
                      <a:pt x="297017" y="23216"/>
                      <a:pt x="298840" y="22608"/>
                    </a:cubicBezTo>
                    <a:cubicBezTo>
                      <a:pt x="299717" y="15474"/>
                      <a:pt x="300184" y="8328"/>
                      <a:pt x="300628" y="1156"/>
                    </a:cubicBezTo>
                    <a:cubicBezTo>
                      <a:pt x="304405" y="237"/>
                      <a:pt x="308058" y="137"/>
                      <a:pt x="311922" y="149"/>
                    </a:cubicBezTo>
                    <a:cubicBezTo>
                      <a:pt x="312603" y="147"/>
                      <a:pt x="313283" y="146"/>
                      <a:pt x="313984" y="145"/>
                    </a:cubicBezTo>
                    <a:cubicBezTo>
                      <a:pt x="316259" y="141"/>
                      <a:pt x="318534" y="144"/>
                      <a:pt x="320810" y="147"/>
                    </a:cubicBezTo>
                    <a:cubicBezTo>
                      <a:pt x="322442" y="146"/>
                      <a:pt x="324075" y="144"/>
                      <a:pt x="325708" y="142"/>
                    </a:cubicBezTo>
                    <a:cubicBezTo>
                      <a:pt x="330140" y="138"/>
                      <a:pt x="334572" y="139"/>
                      <a:pt x="339004" y="142"/>
                    </a:cubicBezTo>
                    <a:cubicBezTo>
                      <a:pt x="343641" y="145"/>
                      <a:pt x="348277" y="142"/>
                      <a:pt x="352914" y="141"/>
                    </a:cubicBezTo>
                    <a:cubicBezTo>
                      <a:pt x="360699" y="139"/>
                      <a:pt x="368484" y="142"/>
                      <a:pt x="376270" y="146"/>
                    </a:cubicBezTo>
                    <a:cubicBezTo>
                      <a:pt x="385274" y="151"/>
                      <a:pt x="394279" y="149"/>
                      <a:pt x="403284" y="144"/>
                    </a:cubicBezTo>
                    <a:cubicBezTo>
                      <a:pt x="411012" y="140"/>
                      <a:pt x="418741" y="140"/>
                      <a:pt x="426469" y="142"/>
                    </a:cubicBezTo>
                    <a:cubicBezTo>
                      <a:pt x="431086" y="143"/>
                      <a:pt x="435704" y="143"/>
                      <a:pt x="440321" y="141"/>
                    </a:cubicBezTo>
                    <a:cubicBezTo>
                      <a:pt x="444660" y="138"/>
                      <a:pt x="449000" y="140"/>
                      <a:pt x="453339" y="145"/>
                    </a:cubicBezTo>
                    <a:cubicBezTo>
                      <a:pt x="454934" y="146"/>
                      <a:pt x="456528" y="146"/>
                      <a:pt x="458122" y="144"/>
                    </a:cubicBezTo>
                    <a:cubicBezTo>
                      <a:pt x="460295" y="141"/>
                      <a:pt x="462467" y="144"/>
                      <a:pt x="464640" y="149"/>
                    </a:cubicBezTo>
                    <a:cubicBezTo>
                      <a:pt x="465274" y="147"/>
                      <a:pt x="465907" y="145"/>
                      <a:pt x="466560" y="143"/>
                    </a:cubicBezTo>
                    <a:cubicBezTo>
                      <a:pt x="472371" y="166"/>
                      <a:pt x="472371" y="166"/>
                      <a:pt x="474927" y="1156"/>
                    </a:cubicBezTo>
                    <a:cubicBezTo>
                      <a:pt x="476659" y="4619"/>
                      <a:pt x="475808" y="9245"/>
                      <a:pt x="475708" y="13087"/>
                    </a:cubicBezTo>
                    <a:cubicBezTo>
                      <a:pt x="475698" y="13793"/>
                      <a:pt x="475688" y="14500"/>
                      <a:pt x="475678" y="15227"/>
                    </a:cubicBezTo>
                    <a:cubicBezTo>
                      <a:pt x="475663" y="15871"/>
                      <a:pt x="475648" y="16515"/>
                      <a:pt x="475632" y="17179"/>
                    </a:cubicBezTo>
                    <a:cubicBezTo>
                      <a:pt x="475850" y="19320"/>
                      <a:pt x="476548" y="20751"/>
                      <a:pt x="477609" y="22608"/>
                    </a:cubicBezTo>
                    <a:cubicBezTo>
                      <a:pt x="479084" y="22608"/>
                      <a:pt x="480558" y="22608"/>
                      <a:pt x="482078" y="22608"/>
                    </a:cubicBezTo>
                    <a:cubicBezTo>
                      <a:pt x="482112" y="23440"/>
                      <a:pt x="482112" y="23440"/>
                      <a:pt x="482146" y="24289"/>
                    </a:cubicBezTo>
                    <a:cubicBezTo>
                      <a:pt x="482250" y="26802"/>
                      <a:pt x="482359" y="29314"/>
                      <a:pt x="482469" y="31826"/>
                    </a:cubicBezTo>
                    <a:cubicBezTo>
                      <a:pt x="482504" y="32699"/>
                      <a:pt x="482539" y="33572"/>
                      <a:pt x="482575" y="34471"/>
                    </a:cubicBezTo>
                    <a:cubicBezTo>
                      <a:pt x="482613" y="35309"/>
                      <a:pt x="482650" y="36148"/>
                      <a:pt x="482689" y="37011"/>
                    </a:cubicBezTo>
                    <a:cubicBezTo>
                      <a:pt x="482738" y="38170"/>
                      <a:pt x="482738" y="38170"/>
                      <a:pt x="482788" y="39352"/>
                    </a:cubicBezTo>
                    <a:cubicBezTo>
                      <a:pt x="482907" y="41526"/>
                      <a:pt x="482907" y="41526"/>
                      <a:pt x="483866" y="44061"/>
                    </a:cubicBezTo>
                    <a:cubicBezTo>
                      <a:pt x="486078" y="44503"/>
                      <a:pt x="486078" y="44503"/>
                      <a:pt x="488335" y="44954"/>
                    </a:cubicBezTo>
                    <a:cubicBezTo>
                      <a:pt x="488354" y="45908"/>
                      <a:pt x="488354" y="45908"/>
                      <a:pt x="488374" y="46881"/>
                    </a:cubicBezTo>
                    <a:cubicBezTo>
                      <a:pt x="488441" y="49759"/>
                      <a:pt x="488527" y="52636"/>
                      <a:pt x="488614" y="55513"/>
                    </a:cubicBezTo>
                    <a:cubicBezTo>
                      <a:pt x="488644" y="57014"/>
                      <a:pt x="488644" y="57014"/>
                      <a:pt x="488675" y="58545"/>
                    </a:cubicBezTo>
                    <a:cubicBezTo>
                      <a:pt x="488707" y="59505"/>
                      <a:pt x="488739" y="60464"/>
                      <a:pt x="488771" y="61452"/>
                    </a:cubicBezTo>
                    <a:cubicBezTo>
                      <a:pt x="488795" y="62337"/>
                      <a:pt x="488818" y="63221"/>
                      <a:pt x="488842" y="64133"/>
                    </a:cubicBezTo>
                    <a:cubicBezTo>
                      <a:pt x="489059" y="66431"/>
                      <a:pt x="489059" y="66431"/>
                      <a:pt x="490430" y="68057"/>
                    </a:cubicBezTo>
                    <a:cubicBezTo>
                      <a:pt x="491976" y="69344"/>
                      <a:pt x="491976" y="69344"/>
                      <a:pt x="494592" y="69088"/>
                    </a:cubicBezTo>
                    <a:cubicBezTo>
                      <a:pt x="495307" y="72202"/>
                      <a:pt x="495561" y="75004"/>
                      <a:pt x="495486" y="78194"/>
                    </a:cubicBezTo>
                    <a:cubicBezTo>
                      <a:pt x="495434" y="82961"/>
                      <a:pt x="495805" y="87599"/>
                      <a:pt x="496379" y="92328"/>
                    </a:cubicBezTo>
                    <a:cubicBezTo>
                      <a:pt x="498149" y="92328"/>
                      <a:pt x="499919" y="92328"/>
                      <a:pt x="501742" y="92328"/>
                    </a:cubicBezTo>
                    <a:cubicBezTo>
                      <a:pt x="501776" y="93241"/>
                      <a:pt x="501776" y="93241"/>
                      <a:pt x="501810" y="94173"/>
                    </a:cubicBezTo>
                    <a:cubicBezTo>
                      <a:pt x="501914" y="96929"/>
                      <a:pt x="502024" y="99684"/>
                      <a:pt x="502134" y="102440"/>
                    </a:cubicBezTo>
                    <a:cubicBezTo>
                      <a:pt x="502169" y="103398"/>
                      <a:pt x="502204" y="104356"/>
                      <a:pt x="502240" y="105343"/>
                    </a:cubicBezTo>
                    <a:cubicBezTo>
                      <a:pt x="502277" y="106262"/>
                      <a:pt x="502315" y="107181"/>
                      <a:pt x="502353" y="108127"/>
                    </a:cubicBezTo>
                    <a:cubicBezTo>
                      <a:pt x="502403" y="109398"/>
                      <a:pt x="502403" y="109398"/>
                      <a:pt x="502453" y="110695"/>
                    </a:cubicBezTo>
                    <a:cubicBezTo>
                      <a:pt x="502560" y="113008"/>
                      <a:pt x="502560" y="113008"/>
                      <a:pt x="503530" y="115568"/>
                    </a:cubicBezTo>
                    <a:cubicBezTo>
                      <a:pt x="505005" y="115568"/>
                      <a:pt x="506480" y="115568"/>
                      <a:pt x="507999" y="115568"/>
                    </a:cubicBezTo>
                    <a:cubicBezTo>
                      <a:pt x="508033" y="116529"/>
                      <a:pt x="508033" y="116529"/>
                      <a:pt x="508067" y="117509"/>
                    </a:cubicBezTo>
                    <a:cubicBezTo>
                      <a:pt x="508171" y="120400"/>
                      <a:pt x="508280" y="123291"/>
                      <a:pt x="508390" y="126182"/>
                    </a:cubicBezTo>
                    <a:cubicBezTo>
                      <a:pt x="508426" y="127191"/>
                      <a:pt x="508461" y="128199"/>
                      <a:pt x="508497" y="129237"/>
                    </a:cubicBezTo>
                    <a:cubicBezTo>
                      <a:pt x="508553" y="130681"/>
                      <a:pt x="508553" y="130681"/>
                      <a:pt x="508610" y="132153"/>
                    </a:cubicBezTo>
                    <a:cubicBezTo>
                      <a:pt x="508660" y="133487"/>
                      <a:pt x="508660" y="133487"/>
                      <a:pt x="508710" y="134848"/>
                    </a:cubicBezTo>
                    <a:cubicBezTo>
                      <a:pt x="508759" y="137027"/>
                      <a:pt x="508759" y="137027"/>
                      <a:pt x="509787" y="138808"/>
                    </a:cubicBezTo>
                    <a:cubicBezTo>
                      <a:pt x="511262" y="138808"/>
                      <a:pt x="512737" y="138808"/>
                      <a:pt x="514256" y="138808"/>
                    </a:cubicBezTo>
                    <a:cubicBezTo>
                      <a:pt x="514276" y="139585"/>
                      <a:pt x="514276" y="139585"/>
                      <a:pt x="514296" y="140378"/>
                    </a:cubicBezTo>
                    <a:cubicBezTo>
                      <a:pt x="514363" y="142742"/>
                      <a:pt x="514449" y="145104"/>
                      <a:pt x="514536" y="147467"/>
                    </a:cubicBezTo>
                    <a:cubicBezTo>
                      <a:pt x="514566" y="148690"/>
                      <a:pt x="514566" y="148690"/>
                      <a:pt x="514597" y="149937"/>
                    </a:cubicBezTo>
                    <a:cubicBezTo>
                      <a:pt x="514795" y="156011"/>
                      <a:pt x="514795" y="156011"/>
                      <a:pt x="517832" y="161154"/>
                    </a:cubicBezTo>
                    <a:cubicBezTo>
                      <a:pt x="518717" y="161154"/>
                      <a:pt x="519601" y="161154"/>
                      <a:pt x="520513" y="161154"/>
                    </a:cubicBezTo>
                    <a:cubicBezTo>
                      <a:pt x="521346" y="163653"/>
                      <a:pt x="521503" y="165082"/>
                      <a:pt x="521463" y="167655"/>
                    </a:cubicBezTo>
                    <a:cubicBezTo>
                      <a:pt x="521456" y="168393"/>
                      <a:pt x="521449" y="169130"/>
                      <a:pt x="521442" y="169890"/>
                    </a:cubicBezTo>
                    <a:cubicBezTo>
                      <a:pt x="521419" y="171433"/>
                      <a:pt x="521395" y="172976"/>
                      <a:pt x="521372" y="174520"/>
                    </a:cubicBezTo>
                    <a:cubicBezTo>
                      <a:pt x="521337" y="178235"/>
                      <a:pt x="521346" y="181663"/>
                      <a:pt x="522301" y="185288"/>
                    </a:cubicBezTo>
                    <a:cubicBezTo>
                      <a:pt x="524071" y="185288"/>
                      <a:pt x="525840" y="185288"/>
                      <a:pt x="527664" y="185288"/>
                    </a:cubicBezTo>
                    <a:cubicBezTo>
                      <a:pt x="527682" y="185896"/>
                      <a:pt x="527699" y="186505"/>
                      <a:pt x="527718" y="187132"/>
                    </a:cubicBezTo>
                    <a:cubicBezTo>
                      <a:pt x="527803" y="189888"/>
                      <a:pt x="527901" y="192644"/>
                      <a:pt x="527999" y="195399"/>
                    </a:cubicBezTo>
                    <a:cubicBezTo>
                      <a:pt x="528027" y="196357"/>
                      <a:pt x="528054" y="197315"/>
                      <a:pt x="528083" y="198302"/>
                    </a:cubicBezTo>
                    <a:cubicBezTo>
                      <a:pt x="528135" y="199681"/>
                      <a:pt x="528135" y="199681"/>
                      <a:pt x="528188" y="201087"/>
                    </a:cubicBezTo>
                    <a:cubicBezTo>
                      <a:pt x="528216" y="201934"/>
                      <a:pt x="528244" y="202781"/>
                      <a:pt x="528273" y="203654"/>
                    </a:cubicBezTo>
                    <a:cubicBezTo>
                      <a:pt x="528423" y="206072"/>
                      <a:pt x="528423" y="206072"/>
                      <a:pt x="530345" y="208527"/>
                    </a:cubicBezTo>
                    <a:cubicBezTo>
                      <a:pt x="531525" y="208527"/>
                      <a:pt x="532705" y="208527"/>
                      <a:pt x="533921" y="208527"/>
                    </a:cubicBezTo>
                    <a:cubicBezTo>
                      <a:pt x="533938" y="209104"/>
                      <a:pt x="533956" y="209681"/>
                      <a:pt x="533974" y="210276"/>
                    </a:cubicBezTo>
                    <a:cubicBezTo>
                      <a:pt x="534060" y="212896"/>
                      <a:pt x="534158" y="215516"/>
                      <a:pt x="534256" y="218136"/>
                    </a:cubicBezTo>
                    <a:cubicBezTo>
                      <a:pt x="534284" y="219044"/>
                      <a:pt x="534311" y="219952"/>
                      <a:pt x="534340" y="220888"/>
                    </a:cubicBezTo>
                    <a:cubicBezTo>
                      <a:pt x="534374" y="221763"/>
                      <a:pt x="534409" y="222639"/>
                      <a:pt x="534445" y="223541"/>
                    </a:cubicBezTo>
                    <a:cubicBezTo>
                      <a:pt x="534473" y="224346"/>
                      <a:pt x="534501" y="225151"/>
                      <a:pt x="534530" y="225981"/>
                    </a:cubicBezTo>
                    <a:cubicBezTo>
                      <a:pt x="534835" y="228347"/>
                      <a:pt x="535227" y="229816"/>
                      <a:pt x="536602" y="231767"/>
                    </a:cubicBezTo>
                    <a:cubicBezTo>
                      <a:pt x="538435" y="232487"/>
                      <a:pt x="538435" y="232487"/>
                      <a:pt x="540178" y="232661"/>
                    </a:cubicBezTo>
                    <a:cubicBezTo>
                      <a:pt x="540195" y="233243"/>
                      <a:pt x="540213" y="233825"/>
                      <a:pt x="540231" y="234424"/>
                    </a:cubicBezTo>
                    <a:cubicBezTo>
                      <a:pt x="540316" y="237058"/>
                      <a:pt x="540414" y="239692"/>
                      <a:pt x="540513" y="242326"/>
                    </a:cubicBezTo>
                    <a:cubicBezTo>
                      <a:pt x="540541" y="243241"/>
                      <a:pt x="540568" y="244157"/>
                      <a:pt x="540597" y="245100"/>
                    </a:cubicBezTo>
                    <a:cubicBezTo>
                      <a:pt x="540648" y="246418"/>
                      <a:pt x="540648" y="246418"/>
                      <a:pt x="540701" y="247762"/>
                    </a:cubicBezTo>
                    <a:cubicBezTo>
                      <a:pt x="540730" y="248572"/>
                      <a:pt x="540758" y="249382"/>
                      <a:pt x="540787" y="250216"/>
                    </a:cubicBezTo>
                    <a:cubicBezTo>
                      <a:pt x="540947" y="252563"/>
                      <a:pt x="540947" y="252563"/>
                      <a:pt x="542859" y="255007"/>
                    </a:cubicBezTo>
                    <a:cubicBezTo>
                      <a:pt x="544334" y="255302"/>
                      <a:pt x="545809" y="255597"/>
                      <a:pt x="547328" y="255901"/>
                    </a:cubicBezTo>
                    <a:cubicBezTo>
                      <a:pt x="547328" y="262685"/>
                      <a:pt x="547328" y="269470"/>
                      <a:pt x="547328" y="276459"/>
                    </a:cubicBezTo>
                    <a:cubicBezTo>
                      <a:pt x="547918" y="276459"/>
                      <a:pt x="548508" y="276459"/>
                      <a:pt x="549116" y="276459"/>
                    </a:cubicBezTo>
                    <a:cubicBezTo>
                      <a:pt x="549208" y="275501"/>
                      <a:pt x="549300" y="274542"/>
                      <a:pt x="549395" y="273554"/>
                    </a:cubicBezTo>
                    <a:cubicBezTo>
                      <a:pt x="550010" y="270203"/>
                      <a:pt x="550010" y="270203"/>
                      <a:pt x="551361" y="268667"/>
                    </a:cubicBezTo>
                    <a:cubicBezTo>
                      <a:pt x="553311" y="265678"/>
                      <a:pt x="553120" y="262698"/>
                      <a:pt x="553149" y="259239"/>
                    </a:cubicBezTo>
                    <a:cubicBezTo>
                      <a:pt x="553165" y="258530"/>
                      <a:pt x="553181" y="257821"/>
                      <a:pt x="553197" y="257090"/>
                    </a:cubicBezTo>
                    <a:cubicBezTo>
                      <a:pt x="553246" y="254832"/>
                      <a:pt x="553276" y="252573"/>
                      <a:pt x="553306" y="250315"/>
                    </a:cubicBezTo>
                    <a:cubicBezTo>
                      <a:pt x="553336" y="248781"/>
                      <a:pt x="553366" y="247247"/>
                      <a:pt x="553398" y="245713"/>
                    </a:cubicBezTo>
                    <a:cubicBezTo>
                      <a:pt x="553474" y="241958"/>
                      <a:pt x="553534" y="238204"/>
                      <a:pt x="553585" y="234449"/>
                    </a:cubicBezTo>
                    <a:cubicBezTo>
                      <a:pt x="555355" y="234449"/>
                      <a:pt x="557125" y="234449"/>
                      <a:pt x="558948" y="234449"/>
                    </a:cubicBezTo>
                    <a:cubicBezTo>
                      <a:pt x="558966" y="233488"/>
                      <a:pt x="558984" y="232527"/>
                      <a:pt x="559002" y="231538"/>
                    </a:cubicBezTo>
                    <a:cubicBezTo>
                      <a:pt x="559070" y="227974"/>
                      <a:pt x="559149" y="224411"/>
                      <a:pt x="559232" y="220848"/>
                    </a:cubicBezTo>
                    <a:cubicBezTo>
                      <a:pt x="559266" y="219306"/>
                      <a:pt x="559297" y="217763"/>
                      <a:pt x="559325" y="216221"/>
                    </a:cubicBezTo>
                    <a:cubicBezTo>
                      <a:pt x="559366" y="214004"/>
                      <a:pt x="559418" y="211788"/>
                      <a:pt x="559472" y="209571"/>
                    </a:cubicBezTo>
                    <a:cubicBezTo>
                      <a:pt x="559482" y="208881"/>
                      <a:pt x="559493" y="208191"/>
                      <a:pt x="559503" y="207480"/>
                    </a:cubicBezTo>
                    <a:cubicBezTo>
                      <a:pt x="559597" y="204101"/>
                      <a:pt x="559711" y="202467"/>
                      <a:pt x="561630" y="199589"/>
                    </a:cubicBezTo>
                    <a:cubicBezTo>
                      <a:pt x="562238" y="199294"/>
                      <a:pt x="562847" y="198999"/>
                      <a:pt x="563473" y="198695"/>
                    </a:cubicBezTo>
                    <a:cubicBezTo>
                      <a:pt x="565521" y="197893"/>
                      <a:pt x="565521" y="197893"/>
                      <a:pt x="566099" y="195120"/>
                    </a:cubicBezTo>
                    <a:cubicBezTo>
                      <a:pt x="566236" y="192876"/>
                      <a:pt x="566329" y="190652"/>
                      <a:pt x="566382" y="188406"/>
                    </a:cubicBezTo>
                    <a:cubicBezTo>
                      <a:pt x="566400" y="187755"/>
                      <a:pt x="566419" y="187104"/>
                      <a:pt x="566438" y="186433"/>
                    </a:cubicBezTo>
                    <a:cubicBezTo>
                      <a:pt x="566497" y="184357"/>
                      <a:pt x="566549" y="182280"/>
                      <a:pt x="566602" y="180204"/>
                    </a:cubicBezTo>
                    <a:cubicBezTo>
                      <a:pt x="566640" y="178795"/>
                      <a:pt x="566679" y="177386"/>
                      <a:pt x="566719" y="175977"/>
                    </a:cubicBezTo>
                    <a:cubicBezTo>
                      <a:pt x="566814" y="172526"/>
                      <a:pt x="566905" y="169075"/>
                      <a:pt x="566993" y="165623"/>
                    </a:cubicBezTo>
                    <a:cubicBezTo>
                      <a:pt x="567712" y="165512"/>
                      <a:pt x="568431" y="165402"/>
                      <a:pt x="569172" y="165288"/>
                    </a:cubicBezTo>
                    <a:cubicBezTo>
                      <a:pt x="569927" y="165104"/>
                      <a:pt x="570683" y="164919"/>
                      <a:pt x="571462" y="164729"/>
                    </a:cubicBezTo>
                    <a:cubicBezTo>
                      <a:pt x="572827" y="161999"/>
                      <a:pt x="572570" y="159119"/>
                      <a:pt x="572639" y="156119"/>
                    </a:cubicBezTo>
                    <a:cubicBezTo>
                      <a:pt x="572657" y="155447"/>
                      <a:pt x="572676" y="154775"/>
                      <a:pt x="572695" y="154083"/>
                    </a:cubicBezTo>
                    <a:cubicBezTo>
                      <a:pt x="572754" y="151933"/>
                      <a:pt x="572806" y="149784"/>
                      <a:pt x="572859" y="147635"/>
                    </a:cubicBezTo>
                    <a:cubicBezTo>
                      <a:pt x="572897" y="146179"/>
                      <a:pt x="572936" y="144723"/>
                      <a:pt x="572976" y="143267"/>
                    </a:cubicBezTo>
                    <a:cubicBezTo>
                      <a:pt x="573071" y="139695"/>
                      <a:pt x="573162" y="136123"/>
                      <a:pt x="573250" y="132551"/>
                    </a:cubicBezTo>
                    <a:cubicBezTo>
                      <a:pt x="575020" y="132551"/>
                      <a:pt x="576789" y="132551"/>
                      <a:pt x="578613" y="132551"/>
                    </a:cubicBezTo>
                    <a:cubicBezTo>
                      <a:pt x="578908" y="121637"/>
                      <a:pt x="579203" y="110723"/>
                      <a:pt x="579507" y="99479"/>
                    </a:cubicBezTo>
                    <a:cubicBezTo>
                      <a:pt x="580982" y="99184"/>
                      <a:pt x="582456" y="98889"/>
                      <a:pt x="583976" y="98585"/>
                    </a:cubicBezTo>
                    <a:cubicBezTo>
                      <a:pt x="585530" y="92179"/>
                      <a:pt x="585969" y="86222"/>
                      <a:pt x="585819" y="79647"/>
                    </a:cubicBezTo>
                    <a:cubicBezTo>
                      <a:pt x="585720" y="74225"/>
                      <a:pt x="585703" y="69073"/>
                      <a:pt x="586657" y="63725"/>
                    </a:cubicBezTo>
                    <a:cubicBezTo>
                      <a:pt x="588132" y="63430"/>
                      <a:pt x="589607" y="63135"/>
                      <a:pt x="591127" y="62831"/>
                    </a:cubicBezTo>
                    <a:cubicBezTo>
                      <a:pt x="592201" y="59609"/>
                      <a:pt x="592226" y="56599"/>
                      <a:pt x="592303" y="53240"/>
                    </a:cubicBezTo>
                    <a:cubicBezTo>
                      <a:pt x="592322" y="52569"/>
                      <a:pt x="592340" y="51898"/>
                      <a:pt x="592360" y="51207"/>
                    </a:cubicBezTo>
                    <a:cubicBezTo>
                      <a:pt x="592418" y="49067"/>
                      <a:pt x="592471" y="46927"/>
                      <a:pt x="592523" y="44787"/>
                    </a:cubicBezTo>
                    <a:cubicBezTo>
                      <a:pt x="592562" y="43335"/>
                      <a:pt x="592601" y="41883"/>
                      <a:pt x="592640" y="40431"/>
                    </a:cubicBezTo>
                    <a:cubicBezTo>
                      <a:pt x="592736" y="36874"/>
                      <a:pt x="592826" y="33317"/>
                      <a:pt x="592914" y="29759"/>
                    </a:cubicBezTo>
                    <a:cubicBezTo>
                      <a:pt x="594684" y="29759"/>
                      <a:pt x="596454" y="29759"/>
                      <a:pt x="598277" y="29759"/>
                    </a:cubicBezTo>
                    <a:cubicBezTo>
                      <a:pt x="598572" y="20320"/>
                      <a:pt x="598867" y="10881"/>
                      <a:pt x="599171" y="1156"/>
                    </a:cubicBezTo>
                    <a:cubicBezTo>
                      <a:pt x="603022" y="386"/>
                      <a:pt x="606453" y="136"/>
                      <a:pt x="610336" y="149"/>
                    </a:cubicBezTo>
                    <a:cubicBezTo>
                      <a:pt x="611335" y="147"/>
                      <a:pt x="611335" y="147"/>
                      <a:pt x="612355" y="145"/>
                    </a:cubicBezTo>
                    <a:cubicBezTo>
                      <a:pt x="614583" y="141"/>
                      <a:pt x="616811" y="144"/>
                      <a:pt x="619039" y="147"/>
                    </a:cubicBezTo>
                    <a:cubicBezTo>
                      <a:pt x="620638" y="146"/>
                      <a:pt x="622237" y="144"/>
                      <a:pt x="623836" y="142"/>
                    </a:cubicBezTo>
                    <a:cubicBezTo>
                      <a:pt x="628176" y="138"/>
                      <a:pt x="632515" y="139"/>
                      <a:pt x="636855" y="142"/>
                    </a:cubicBezTo>
                    <a:cubicBezTo>
                      <a:pt x="641394" y="145"/>
                      <a:pt x="645933" y="142"/>
                      <a:pt x="650472" y="141"/>
                    </a:cubicBezTo>
                    <a:cubicBezTo>
                      <a:pt x="658093" y="139"/>
                      <a:pt x="665714" y="142"/>
                      <a:pt x="673334" y="146"/>
                    </a:cubicBezTo>
                    <a:cubicBezTo>
                      <a:pt x="682151" y="151"/>
                      <a:pt x="690968" y="149"/>
                      <a:pt x="699785" y="144"/>
                    </a:cubicBezTo>
                    <a:cubicBezTo>
                      <a:pt x="707351" y="140"/>
                      <a:pt x="714917" y="140"/>
                      <a:pt x="722483" y="142"/>
                    </a:cubicBezTo>
                    <a:cubicBezTo>
                      <a:pt x="727004" y="143"/>
                      <a:pt x="731524" y="143"/>
                      <a:pt x="736045" y="141"/>
                    </a:cubicBezTo>
                    <a:cubicBezTo>
                      <a:pt x="740293" y="138"/>
                      <a:pt x="744541" y="140"/>
                      <a:pt x="748789" y="145"/>
                    </a:cubicBezTo>
                    <a:cubicBezTo>
                      <a:pt x="750350" y="146"/>
                      <a:pt x="751911" y="146"/>
                      <a:pt x="753473" y="144"/>
                    </a:cubicBezTo>
                    <a:cubicBezTo>
                      <a:pt x="755599" y="141"/>
                      <a:pt x="757725" y="144"/>
                      <a:pt x="759851" y="149"/>
                    </a:cubicBezTo>
                    <a:cubicBezTo>
                      <a:pt x="760473" y="147"/>
                      <a:pt x="761096" y="145"/>
                      <a:pt x="761736" y="143"/>
                    </a:cubicBezTo>
                    <a:cubicBezTo>
                      <a:pt x="764415" y="154"/>
                      <a:pt x="766436" y="301"/>
                      <a:pt x="769001" y="1156"/>
                    </a:cubicBezTo>
                    <a:cubicBezTo>
                      <a:pt x="768706" y="12660"/>
                      <a:pt x="768411" y="24164"/>
                      <a:pt x="768107" y="36016"/>
                    </a:cubicBezTo>
                    <a:cubicBezTo>
                      <a:pt x="766632" y="36016"/>
                      <a:pt x="765158" y="36016"/>
                      <a:pt x="763638" y="36016"/>
                    </a:cubicBezTo>
                    <a:cubicBezTo>
                      <a:pt x="761455" y="41909"/>
                      <a:pt x="761708" y="47502"/>
                      <a:pt x="761850" y="53725"/>
                    </a:cubicBezTo>
                    <a:cubicBezTo>
                      <a:pt x="761896" y="55742"/>
                      <a:pt x="761933" y="57759"/>
                      <a:pt x="761962" y="59776"/>
                    </a:cubicBezTo>
                    <a:cubicBezTo>
                      <a:pt x="761983" y="60663"/>
                      <a:pt x="762004" y="61550"/>
                      <a:pt x="762025" y="62464"/>
                    </a:cubicBezTo>
                    <a:cubicBezTo>
                      <a:pt x="761850" y="64619"/>
                      <a:pt x="761850" y="64619"/>
                      <a:pt x="760063" y="66407"/>
                    </a:cubicBezTo>
                    <a:cubicBezTo>
                      <a:pt x="759178" y="66407"/>
                      <a:pt x="758293" y="66407"/>
                      <a:pt x="757381" y="66407"/>
                    </a:cubicBezTo>
                    <a:cubicBezTo>
                      <a:pt x="755763" y="69895"/>
                      <a:pt x="755332" y="72760"/>
                      <a:pt x="755223" y="76592"/>
                    </a:cubicBezTo>
                    <a:cubicBezTo>
                      <a:pt x="755172" y="78203"/>
                      <a:pt x="755172" y="78203"/>
                      <a:pt x="755119" y="79847"/>
                    </a:cubicBezTo>
                    <a:cubicBezTo>
                      <a:pt x="755091" y="80961"/>
                      <a:pt x="755063" y="82075"/>
                      <a:pt x="755035" y="83222"/>
                    </a:cubicBezTo>
                    <a:cubicBezTo>
                      <a:pt x="755000" y="84353"/>
                      <a:pt x="754966" y="85484"/>
                      <a:pt x="754930" y="86649"/>
                    </a:cubicBezTo>
                    <a:cubicBezTo>
                      <a:pt x="754846" y="89436"/>
                      <a:pt x="754769" y="92222"/>
                      <a:pt x="754700" y="95010"/>
                    </a:cubicBezTo>
                    <a:cubicBezTo>
                      <a:pt x="752930" y="95010"/>
                      <a:pt x="751160" y="95010"/>
                      <a:pt x="749337" y="95010"/>
                    </a:cubicBezTo>
                    <a:cubicBezTo>
                      <a:pt x="749042" y="104744"/>
                      <a:pt x="748747" y="114477"/>
                      <a:pt x="748443" y="124506"/>
                    </a:cubicBezTo>
                    <a:cubicBezTo>
                      <a:pt x="746968" y="124801"/>
                      <a:pt x="745493" y="125096"/>
                      <a:pt x="743974" y="125400"/>
                    </a:cubicBezTo>
                    <a:cubicBezTo>
                      <a:pt x="742726" y="127895"/>
                      <a:pt x="742885" y="130050"/>
                      <a:pt x="742797" y="132837"/>
                    </a:cubicBezTo>
                    <a:cubicBezTo>
                      <a:pt x="742741" y="134522"/>
                      <a:pt x="742741" y="134522"/>
                      <a:pt x="742683" y="136242"/>
                    </a:cubicBezTo>
                    <a:cubicBezTo>
                      <a:pt x="742631" y="138010"/>
                      <a:pt x="742631" y="138010"/>
                      <a:pt x="742577" y="139813"/>
                    </a:cubicBezTo>
                    <a:cubicBezTo>
                      <a:pt x="742538" y="141011"/>
                      <a:pt x="742499" y="142209"/>
                      <a:pt x="742460" y="143406"/>
                    </a:cubicBezTo>
                    <a:cubicBezTo>
                      <a:pt x="742365" y="146343"/>
                      <a:pt x="742274" y="149279"/>
                      <a:pt x="742186" y="152215"/>
                    </a:cubicBezTo>
                    <a:cubicBezTo>
                      <a:pt x="739531" y="153100"/>
                      <a:pt x="739531" y="153100"/>
                      <a:pt x="736823" y="154003"/>
                    </a:cubicBezTo>
                    <a:cubicBezTo>
                      <a:pt x="735925" y="159149"/>
                      <a:pt x="735852" y="164095"/>
                      <a:pt x="735929" y="169310"/>
                    </a:cubicBezTo>
                    <a:cubicBezTo>
                      <a:pt x="736067" y="178721"/>
                      <a:pt x="736067" y="178721"/>
                      <a:pt x="735035" y="182606"/>
                    </a:cubicBezTo>
                    <a:cubicBezTo>
                      <a:pt x="733560" y="182901"/>
                      <a:pt x="732085" y="183196"/>
                      <a:pt x="730566" y="183500"/>
                    </a:cubicBezTo>
                    <a:cubicBezTo>
                      <a:pt x="729645" y="186581"/>
                      <a:pt x="729495" y="189497"/>
                      <a:pt x="729389" y="192704"/>
                    </a:cubicBezTo>
                    <a:cubicBezTo>
                      <a:pt x="729333" y="194320"/>
                      <a:pt x="729333" y="194320"/>
                      <a:pt x="729276" y="195968"/>
                    </a:cubicBezTo>
                    <a:cubicBezTo>
                      <a:pt x="729241" y="197089"/>
                      <a:pt x="729205" y="198211"/>
                      <a:pt x="729169" y="199366"/>
                    </a:cubicBezTo>
                    <a:cubicBezTo>
                      <a:pt x="729131" y="200501"/>
                      <a:pt x="729092" y="201635"/>
                      <a:pt x="729052" y="202805"/>
                    </a:cubicBezTo>
                    <a:cubicBezTo>
                      <a:pt x="728958" y="205606"/>
                      <a:pt x="728866" y="208407"/>
                      <a:pt x="728778" y="211209"/>
                    </a:cubicBezTo>
                    <a:cubicBezTo>
                      <a:pt x="727303" y="211209"/>
                      <a:pt x="725829" y="211209"/>
                      <a:pt x="724309" y="211209"/>
                    </a:cubicBezTo>
                    <a:cubicBezTo>
                      <a:pt x="722968" y="213890"/>
                      <a:pt x="723202" y="216679"/>
                      <a:pt x="723132" y="219624"/>
                    </a:cubicBezTo>
                    <a:cubicBezTo>
                      <a:pt x="723114" y="220276"/>
                      <a:pt x="723095" y="220928"/>
                      <a:pt x="723076" y="221600"/>
                    </a:cubicBezTo>
                    <a:cubicBezTo>
                      <a:pt x="723018" y="223686"/>
                      <a:pt x="722965" y="225771"/>
                      <a:pt x="722912" y="227857"/>
                    </a:cubicBezTo>
                    <a:cubicBezTo>
                      <a:pt x="722874" y="229270"/>
                      <a:pt x="722835" y="230683"/>
                      <a:pt x="722795" y="232096"/>
                    </a:cubicBezTo>
                    <a:cubicBezTo>
                      <a:pt x="722700" y="235561"/>
                      <a:pt x="722609" y="239027"/>
                      <a:pt x="722521" y="242493"/>
                    </a:cubicBezTo>
                    <a:cubicBezTo>
                      <a:pt x="720752" y="242493"/>
                      <a:pt x="718982" y="242493"/>
                      <a:pt x="717158" y="242493"/>
                    </a:cubicBezTo>
                    <a:cubicBezTo>
                      <a:pt x="716863" y="251342"/>
                      <a:pt x="716568" y="260192"/>
                      <a:pt x="716264" y="269309"/>
                    </a:cubicBezTo>
                    <a:cubicBezTo>
                      <a:pt x="712689" y="270203"/>
                      <a:pt x="712689" y="270203"/>
                      <a:pt x="710901" y="270203"/>
                    </a:cubicBezTo>
                    <a:cubicBezTo>
                      <a:pt x="710072" y="276774"/>
                      <a:pt x="709738" y="283306"/>
                      <a:pt x="709505" y="289923"/>
                    </a:cubicBezTo>
                    <a:cubicBezTo>
                      <a:pt x="709447" y="291467"/>
                      <a:pt x="709447" y="291467"/>
                      <a:pt x="709388" y="293043"/>
                    </a:cubicBezTo>
                    <a:cubicBezTo>
                      <a:pt x="709294" y="295559"/>
                      <a:pt x="709203" y="298076"/>
                      <a:pt x="709114" y="300593"/>
                    </a:cubicBezTo>
                    <a:cubicBezTo>
                      <a:pt x="708395" y="300704"/>
                      <a:pt x="707676" y="300814"/>
                      <a:pt x="706935" y="300928"/>
                    </a:cubicBezTo>
                    <a:cubicBezTo>
                      <a:pt x="705801" y="301205"/>
                      <a:pt x="705801" y="301205"/>
                      <a:pt x="704645" y="301487"/>
                    </a:cubicBezTo>
                    <a:cubicBezTo>
                      <a:pt x="703397" y="303982"/>
                      <a:pt x="703556" y="306137"/>
                      <a:pt x="703468" y="308924"/>
                    </a:cubicBezTo>
                    <a:cubicBezTo>
                      <a:pt x="703412" y="310609"/>
                      <a:pt x="703412" y="310609"/>
                      <a:pt x="703354" y="312328"/>
                    </a:cubicBezTo>
                    <a:cubicBezTo>
                      <a:pt x="703302" y="314096"/>
                      <a:pt x="703302" y="314096"/>
                      <a:pt x="703248" y="315900"/>
                    </a:cubicBezTo>
                    <a:cubicBezTo>
                      <a:pt x="703209" y="317098"/>
                      <a:pt x="703170" y="318295"/>
                      <a:pt x="703131" y="319493"/>
                    </a:cubicBezTo>
                    <a:cubicBezTo>
                      <a:pt x="703036" y="322429"/>
                      <a:pt x="702945" y="325366"/>
                      <a:pt x="702857" y="328302"/>
                    </a:cubicBezTo>
                    <a:cubicBezTo>
                      <a:pt x="701382" y="328597"/>
                      <a:pt x="699907" y="328892"/>
                      <a:pt x="698388" y="329196"/>
                    </a:cubicBezTo>
                    <a:cubicBezTo>
                      <a:pt x="697366" y="332261"/>
                      <a:pt x="697306" y="334774"/>
                      <a:pt x="697211" y="338005"/>
                    </a:cubicBezTo>
                    <a:cubicBezTo>
                      <a:pt x="697192" y="338597"/>
                      <a:pt x="697174" y="339188"/>
                      <a:pt x="697155" y="339797"/>
                    </a:cubicBezTo>
                    <a:cubicBezTo>
                      <a:pt x="697096" y="341682"/>
                      <a:pt x="697044" y="343568"/>
                      <a:pt x="696991" y="345453"/>
                    </a:cubicBezTo>
                    <a:cubicBezTo>
                      <a:pt x="696952" y="346732"/>
                      <a:pt x="696913" y="348012"/>
                      <a:pt x="696874" y="349292"/>
                    </a:cubicBezTo>
                    <a:cubicBezTo>
                      <a:pt x="696778" y="352425"/>
                      <a:pt x="696688" y="355559"/>
                      <a:pt x="696600" y="358693"/>
                    </a:cubicBezTo>
                    <a:cubicBezTo>
                      <a:pt x="695125" y="358693"/>
                      <a:pt x="693650" y="358693"/>
                      <a:pt x="692131" y="358693"/>
                    </a:cubicBezTo>
                    <a:cubicBezTo>
                      <a:pt x="690343" y="364607"/>
                      <a:pt x="690126" y="369969"/>
                      <a:pt x="690231" y="376123"/>
                    </a:cubicBezTo>
                    <a:cubicBezTo>
                      <a:pt x="690243" y="377481"/>
                      <a:pt x="690243" y="377481"/>
                      <a:pt x="690256" y="378867"/>
                    </a:cubicBezTo>
                    <a:cubicBezTo>
                      <a:pt x="690277" y="381081"/>
                      <a:pt x="690306" y="383294"/>
                      <a:pt x="690343" y="385508"/>
                    </a:cubicBezTo>
                    <a:cubicBezTo>
                      <a:pt x="689477" y="385840"/>
                      <a:pt x="688610" y="386172"/>
                      <a:pt x="687717" y="386514"/>
                    </a:cubicBezTo>
                    <a:cubicBezTo>
                      <a:pt x="684751" y="387889"/>
                      <a:pt x="684751" y="387889"/>
                      <a:pt x="684380" y="390625"/>
                    </a:cubicBezTo>
                    <a:cubicBezTo>
                      <a:pt x="684094" y="393477"/>
                      <a:pt x="683903" y="396296"/>
                      <a:pt x="683803" y="399160"/>
                    </a:cubicBezTo>
                    <a:cubicBezTo>
                      <a:pt x="683747" y="400707"/>
                      <a:pt x="683747" y="400707"/>
                      <a:pt x="683690" y="402285"/>
                    </a:cubicBezTo>
                    <a:cubicBezTo>
                      <a:pt x="683637" y="403880"/>
                      <a:pt x="683637" y="403880"/>
                      <a:pt x="683583" y="405508"/>
                    </a:cubicBezTo>
                    <a:cubicBezTo>
                      <a:pt x="683545" y="406592"/>
                      <a:pt x="683506" y="407676"/>
                      <a:pt x="683466" y="408793"/>
                    </a:cubicBezTo>
                    <a:cubicBezTo>
                      <a:pt x="683372" y="411460"/>
                      <a:pt x="683281" y="414126"/>
                      <a:pt x="683192" y="416793"/>
                    </a:cubicBezTo>
                    <a:cubicBezTo>
                      <a:pt x="682473" y="416903"/>
                      <a:pt x="681754" y="417014"/>
                      <a:pt x="681014" y="417128"/>
                    </a:cubicBezTo>
                    <a:cubicBezTo>
                      <a:pt x="679880" y="417404"/>
                      <a:pt x="679880" y="417404"/>
                      <a:pt x="678723" y="417686"/>
                    </a:cubicBezTo>
                    <a:cubicBezTo>
                      <a:pt x="677403" y="420326"/>
                      <a:pt x="677630" y="422767"/>
                      <a:pt x="677546" y="425710"/>
                    </a:cubicBezTo>
                    <a:cubicBezTo>
                      <a:pt x="677528" y="426323"/>
                      <a:pt x="677509" y="426935"/>
                      <a:pt x="677490" y="427566"/>
                    </a:cubicBezTo>
                    <a:cubicBezTo>
                      <a:pt x="677432" y="429524"/>
                      <a:pt x="677379" y="431482"/>
                      <a:pt x="677326" y="433440"/>
                    </a:cubicBezTo>
                    <a:cubicBezTo>
                      <a:pt x="677288" y="434767"/>
                      <a:pt x="677249" y="436094"/>
                      <a:pt x="677210" y="437421"/>
                    </a:cubicBezTo>
                    <a:cubicBezTo>
                      <a:pt x="677114" y="440675"/>
                      <a:pt x="677023" y="443929"/>
                      <a:pt x="676935" y="447183"/>
                    </a:cubicBezTo>
                    <a:cubicBezTo>
                      <a:pt x="676216" y="447294"/>
                      <a:pt x="675497" y="447404"/>
                      <a:pt x="674757" y="447518"/>
                    </a:cubicBezTo>
                    <a:cubicBezTo>
                      <a:pt x="673623" y="447795"/>
                      <a:pt x="673623" y="447795"/>
                      <a:pt x="672466" y="448077"/>
                    </a:cubicBezTo>
                    <a:cubicBezTo>
                      <a:pt x="671195" y="450620"/>
                      <a:pt x="671376" y="452870"/>
                      <a:pt x="671290" y="455710"/>
                    </a:cubicBezTo>
                    <a:cubicBezTo>
                      <a:pt x="671233" y="457455"/>
                      <a:pt x="671233" y="457455"/>
                      <a:pt x="671176" y="459236"/>
                    </a:cubicBezTo>
                    <a:cubicBezTo>
                      <a:pt x="671140" y="460470"/>
                      <a:pt x="671105" y="461703"/>
                      <a:pt x="671070" y="462937"/>
                    </a:cubicBezTo>
                    <a:cubicBezTo>
                      <a:pt x="671031" y="464178"/>
                      <a:pt x="670992" y="465418"/>
                      <a:pt x="670953" y="466659"/>
                    </a:cubicBezTo>
                    <a:cubicBezTo>
                      <a:pt x="670858" y="469701"/>
                      <a:pt x="670766" y="472744"/>
                      <a:pt x="670679" y="475786"/>
                    </a:cubicBezTo>
                    <a:cubicBezTo>
                      <a:pt x="669379" y="475952"/>
                      <a:pt x="669379" y="475952"/>
                      <a:pt x="668053" y="476121"/>
                    </a:cubicBezTo>
                    <a:cubicBezTo>
                      <a:pt x="667150" y="476306"/>
                      <a:pt x="666246" y="476490"/>
                      <a:pt x="665316" y="476680"/>
                    </a:cubicBezTo>
                    <a:cubicBezTo>
                      <a:pt x="664195" y="478921"/>
                      <a:pt x="664334" y="480415"/>
                      <a:pt x="664366" y="482919"/>
                    </a:cubicBezTo>
                    <a:cubicBezTo>
                      <a:pt x="664373" y="483813"/>
                      <a:pt x="664380" y="484706"/>
                      <a:pt x="664387" y="485627"/>
                    </a:cubicBezTo>
                    <a:cubicBezTo>
                      <a:pt x="664410" y="487503"/>
                      <a:pt x="664433" y="489379"/>
                      <a:pt x="664457" y="491256"/>
                    </a:cubicBezTo>
                    <a:cubicBezTo>
                      <a:pt x="664493" y="496041"/>
                      <a:pt x="664381" y="500570"/>
                      <a:pt x="663528" y="505283"/>
                    </a:cubicBezTo>
                    <a:cubicBezTo>
                      <a:pt x="662698" y="505393"/>
                      <a:pt x="662698" y="505393"/>
                      <a:pt x="661852" y="505506"/>
                    </a:cubicBezTo>
                    <a:cubicBezTo>
                      <a:pt x="659860" y="505996"/>
                      <a:pt x="659860" y="505996"/>
                      <a:pt x="658963" y="507655"/>
                    </a:cubicBezTo>
                    <a:cubicBezTo>
                      <a:pt x="657956" y="510301"/>
                      <a:pt x="657875" y="512550"/>
                      <a:pt x="657795" y="515380"/>
                    </a:cubicBezTo>
                    <a:cubicBezTo>
                      <a:pt x="657743" y="516996"/>
                      <a:pt x="657743" y="516996"/>
                      <a:pt x="657690" y="518645"/>
                    </a:cubicBezTo>
                    <a:cubicBezTo>
                      <a:pt x="657662" y="519766"/>
                      <a:pt x="657635" y="520887"/>
                      <a:pt x="657606" y="522042"/>
                    </a:cubicBezTo>
                    <a:cubicBezTo>
                      <a:pt x="657554" y="523745"/>
                      <a:pt x="657554" y="523745"/>
                      <a:pt x="657501" y="525482"/>
                    </a:cubicBezTo>
                    <a:cubicBezTo>
                      <a:pt x="657417" y="528283"/>
                      <a:pt x="657341" y="531084"/>
                      <a:pt x="657271" y="533886"/>
                    </a:cubicBezTo>
                    <a:cubicBezTo>
                      <a:pt x="655501" y="533886"/>
                      <a:pt x="653731" y="533886"/>
                      <a:pt x="651908" y="533886"/>
                    </a:cubicBezTo>
                    <a:cubicBezTo>
                      <a:pt x="651613" y="536836"/>
                      <a:pt x="651318" y="539785"/>
                      <a:pt x="651014" y="542824"/>
                    </a:cubicBezTo>
                    <a:cubicBezTo>
                      <a:pt x="593200" y="542824"/>
                      <a:pt x="535387" y="542824"/>
                      <a:pt x="475821" y="542824"/>
                    </a:cubicBezTo>
                    <a:cubicBezTo>
                      <a:pt x="475526" y="538400"/>
                      <a:pt x="475231" y="533975"/>
                      <a:pt x="474927" y="529417"/>
                    </a:cubicBezTo>
                    <a:cubicBezTo>
                      <a:pt x="474632" y="528827"/>
                      <a:pt x="474337" y="528237"/>
                      <a:pt x="474033" y="527629"/>
                    </a:cubicBezTo>
                    <a:cubicBezTo>
                      <a:pt x="471774" y="527043"/>
                      <a:pt x="471774" y="527043"/>
                      <a:pt x="469564" y="526735"/>
                    </a:cubicBezTo>
                    <a:cubicBezTo>
                      <a:pt x="469510" y="525646"/>
                      <a:pt x="469456" y="524557"/>
                      <a:pt x="469400" y="523436"/>
                    </a:cubicBezTo>
                    <a:cubicBezTo>
                      <a:pt x="469325" y="521984"/>
                      <a:pt x="469249" y="520533"/>
                      <a:pt x="469173" y="519082"/>
                    </a:cubicBezTo>
                    <a:cubicBezTo>
                      <a:pt x="469120" y="518009"/>
                      <a:pt x="469120" y="518009"/>
                      <a:pt x="469067" y="516915"/>
                    </a:cubicBezTo>
                    <a:cubicBezTo>
                      <a:pt x="468842" y="512690"/>
                      <a:pt x="468444" y="508568"/>
                      <a:pt x="467776" y="504389"/>
                    </a:cubicBezTo>
                    <a:cubicBezTo>
                      <a:pt x="466007" y="503799"/>
                      <a:pt x="464237" y="503209"/>
                      <a:pt x="462413" y="502601"/>
                    </a:cubicBezTo>
                    <a:cubicBezTo>
                      <a:pt x="462118" y="496112"/>
                      <a:pt x="461823" y="489623"/>
                      <a:pt x="461520" y="482937"/>
                    </a:cubicBezTo>
                    <a:cubicBezTo>
                      <a:pt x="458344" y="481016"/>
                      <a:pt x="458344" y="481016"/>
                      <a:pt x="456157" y="481149"/>
                    </a:cubicBezTo>
                    <a:cubicBezTo>
                      <a:pt x="456139" y="480540"/>
                      <a:pt x="456121" y="479932"/>
                      <a:pt x="456103" y="479305"/>
                    </a:cubicBezTo>
                    <a:cubicBezTo>
                      <a:pt x="456018" y="476549"/>
                      <a:pt x="455920" y="473793"/>
                      <a:pt x="455821" y="471038"/>
                    </a:cubicBezTo>
                    <a:cubicBezTo>
                      <a:pt x="455780" y="469600"/>
                      <a:pt x="455780" y="469600"/>
                      <a:pt x="455738" y="468134"/>
                    </a:cubicBezTo>
                    <a:cubicBezTo>
                      <a:pt x="455703" y="467215"/>
                      <a:pt x="455668" y="466297"/>
                      <a:pt x="455633" y="465350"/>
                    </a:cubicBezTo>
                    <a:cubicBezTo>
                      <a:pt x="455605" y="464503"/>
                      <a:pt x="455577" y="463655"/>
                      <a:pt x="455548" y="462782"/>
                    </a:cubicBezTo>
                    <a:cubicBezTo>
                      <a:pt x="455398" y="460365"/>
                      <a:pt x="455398" y="460365"/>
                      <a:pt x="453475" y="457909"/>
                    </a:cubicBezTo>
                    <a:cubicBezTo>
                      <a:pt x="452295" y="457909"/>
                      <a:pt x="451115" y="457909"/>
                      <a:pt x="449900" y="457909"/>
                    </a:cubicBezTo>
                    <a:cubicBezTo>
                      <a:pt x="449882" y="457332"/>
                      <a:pt x="449864" y="456755"/>
                      <a:pt x="449846" y="456161"/>
                    </a:cubicBezTo>
                    <a:cubicBezTo>
                      <a:pt x="449761" y="453540"/>
                      <a:pt x="449663" y="450921"/>
                      <a:pt x="449564" y="448300"/>
                    </a:cubicBezTo>
                    <a:cubicBezTo>
                      <a:pt x="449523" y="446939"/>
                      <a:pt x="449523" y="446939"/>
                      <a:pt x="449481" y="445549"/>
                    </a:cubicBezTo>
                    <a:cubicBezTo>
                      <a:pt x="449446" y="444673"/>
                      <a:pt x="449412" y="443798"/>
                      <a:pt x="449376" y="442896"/>
                    </a:cubicBezTo>
                    <a:cubicBezTo>
                      <a:pt x="449334" y="441688"/>
                      <a:pt x="449334" y="441688"/>
                      <a:pt x="449291" y="440456"/>
                    </a:cubicBezTo>
                    <a:cubicBezTo>
                      <a:pt x="448991" y="438133"/>
                      <a:pt x="448481" y="436634"/>
                      <a:pt x="447218" y="434669"/>
                    </a:cubicBezTo>
                    <a:cubicBezTo>
                      <a:pt x="445386" y="433950"/>
                      <a:pt x="445386" y="433950"/>
                      <a:pt x="443643" y="433776"/>
                    </a:cubicBezTo>
                    <a:cubicBezTo>
                      <a:pt x="443492" y="431504"/>
                      <a:pt x="443343" y="429232"/>
                      <a:pt x="443196" y="426960"/>
                    </a:cubicBezTo>
                    <a:cubicBezTo>
                      <a:pt x="443153" y="426323"/>
                      <a:pt x="443111" y="425686"/>
                      <a:pt x="443067" y="425029"/>
                    </a:cubicBezTo>
                    <a:cubicBezTo>
                      <a:pt x="442882" y="422159"/>
                      <a:pt x="442752" y="419371"/>
                      <a:pt x="442833" y="416492"/>
                    </a:cubicBezTo>
                    <a:cubicBezTo>
                      <a:pt x="442950" y="413905"/>
                      <a:pt x="442950" y="413905"/>
                      <a:pt x="440961" y="411430"/>
                    </a:cubicBezTo>
                    <a:cubicBezTo>
                      <a:pt x="438670" y="410777"/>
                      <a:pt x="438670" y="410777"/>
                      <a:pt x="436492" y="410536"/>
                    </a:cubicBezTo>
                    <a:cubicBezTo>
                      <a:pt x="436474" y="409981"/>
                      <a:pt x="436457" y="409427"/>
                      <a:pt x="436438" y="408855"/>
                    </a:cubicBezTo>
                    <a:cubicBezTo>
                      <a:pt x="436353" y="406342"/>
                      <a:pt x="436255" y="403830"/>
                      <a:pt x="436157" y="401318"/>
                    </a:cubicBezTo>
                    <a:cubicBezTo>
                      <a:pt x="436129" y="400445"/>
                      <a:pt x="436102" y="399572"/>
                      <a:pt x="436073" y="398673"/>
                    </a:cubicBezTo>
                    <a:cubicBezTo>
                      <a:pt x="436038" y="397835"/>
                      <a:pt x="436004" y="396997"/>
                      <a:pt x="435968" y="396133"/>
                    </a:cubicBezTo>
                    <a:cubicBezTo>
                      <a:pt x="435926" y="394974"/>
                      <a:pt x="435926" y="394974"/>
                      <a:pt x="435883" y="393793"/>
                    </a:cubicBezTo>
                    <a:cubicBezTo>
                      <a:pt x="435713" y="391517"/>
                      <a:pt x="435713" y="391517"/>
                      <a:pt x="433811" y="389083"/>
                    </a:cubicBezTo>
                    <a:cubicBezTo>
                      <a:pt x="432631" y="389083"/>
                      <a:pt x="431451" y="389083"/>
                      <a:pt x="430235" y="389083"/>
                    </a:cubicBezTo>
                    <a:cubicBezTo>
                      <a:pt x="430217" y="388448"/>
                      <a:pt x="430200" y="387812"/>
                      <a:pt x="430181" y="387157"/>
                    </a:cubicBezTo>
                    <a:cubicBezTo>
                      <a:pt x="430096" y="384279"/>
                      <a:pt x="429998" y="381402"/>
                      <a:pt x="429900" y="378525"/>
                    </a:cubicBezTo>
                    <a:cubicBezTo>
                      <a:pt x="429858" y="377024"/>
                      <a:pt x="429858" y="377024"/>
                      <a:pt x="429816" y="375493"/>
                    </a:cubicBezTo>
                    <a:cubicBezTo>
                      <a:pt x="429782" y="374533"/>
                      <a:pt x="429747" y="373574"/>
                      <a:pt x="429711" y="372586"/>
                    </a:cubicBezTo>
                    <a:cubicBezTo>
                      <a:pt x="429669" y="371259"/>
                      <a:pt x="429669" y="371259"/>
                      <a:pt x="429626" y="369905"/>
                    </a:cubicBezTo>
                    <a:cubicBezTo>
                      <a:pt x="429486" y="367416"/>
                      <a:pt x="429486" y="367416"/>
                      <a:pt x="427554" y="364950"/>
                    </a:cubicBezTo>
                    <a:cubicBezTo>
                      <a:pt x="426374" y="364950"/>
                      <a:pt x="425194" y="364950"/>
                      <a:pt x="423978" y="364950"/>
                    </a:cubicBezTo>
                    <a:cubicBezTo>
                      <a:pt x="423961" y="364436"/>
                      <a:pt x="423943" y="363923"/>
                      <a:pt x="423925" y="363394"/>
                    </a:cubicBezTo>
                    <a:cubicBezTo>
                      <a:pt x="423839" y="361044"/>
                      <a:pt x="423741" y="358696"/>
                      <a:pt x="423643" y="356347"/>
                    </a:cubicBezTo>
                    <a:cubicBezTo>
                      <a:pt x="423602" y="355135"/>
                      <a:pt x="423602" y="355135"/>
                      <a:pt x="423559" y="353899"/>
                    </a:cubicBezTo>
                    <a:cubicBezTo>
                      <a:pt x="423368" y="349528"/>
                      <a:pt x="422974" y="345814"/>
                      <a:pt x="421297" y="341710"/>
                    </a:cubicBezTo>
                    <a:cubicBezTo>
                      <a:pt x="420117" y="341710"/>
                      <a:pt x="418937" y="341710"/>
                      <a:pt x="417721" y="341710"/>
                    </a:cubicBezTo>
                    <a:cubicBezTo>
                      <a:pt x="416383" y="337696"/>
                      <a:pt x="416824" y="333607"/>
                      <a:pt x="416941" y="329418"/>
                    </a:cubicBezTo>
                    <a:cubicBezTo>
                      <a:pt x="417160" y="324502"/>
                      <a:pt x="417160" y="324502"/>
                      <a:pt x="415040" y="320258"/>
                    </a:cubicBezTo>
                    <a:cubicBezTo>
                      <a:pt x="413565" y="319963"/>
                      <a:pt x="412090" y="319668"/>
                      <a:pt x="410571" y="319364"/>
                    </a:cubicBezTo>
                    <a:cubicBezTo>
                      <a:pt x="410276" y="311695"/>
                      <a:pt x="409981" y="304026"/>
                      <a:pt x="409677" y="296124"/>
                    </a:cubicBezTo>
                    <a:cubicBezTo>
                      <a:pt x="407907" y="295829"/>
                      <a:pt x="406137" y="295534"/>
                      <a:pt x="404314" y="295230"/>
                    </a:cubicBezTo>
                    <a:cubicBezTo>
                      <a:pt x="404296" y="294680"/>
                      <a:pt x="404278" y="294130"/>
                      <a:pt x="404260" y="293564"/>
                    </a:cubicBezTo>
                    <a:cubicBezTo>
                      <a:pt x="404175" y="291065"/>
                      <a:pt x="404077" y="288567"/>
                      <a:pt x="403979" y="286068"/>
                    </a:cubicBezTo>
                    <a:cubicBezTo>
                      <a:pt x="403937" y="284770"/>
                      <a:pt x="403937" y="284770"/>
                      <a:pt x="403895" y="283446"/>
                    </a:cubicBezTo>
                    <a:cubicBezTo>
                      <a:pt x="403860" y="282611"/>
                      <a:pt x="403826" y="281775"/>
                      <a:pt x="403790" y="280915"/>
                    </a:cubicBezTo>
                    <a:cubicBezTo>
                      <a:pt x="403748" y="279763"/>
                      <a:pt x="403748" y="279763"/>
                      <a:pt x="403705" y="278588"/>
                    </a:cubicBezTo>
                    <a:cubicBezTo>
                      <a:pt x="403405" y="276345"/>
                      <a:pt x="402757" y="274833"/>
                      <a:pt x="401632" y="272884"/>
                    </a:cubicBezTo>
                    <a:cubicBezTo>
                      <a:pt x="400452" y="272884"/>
                      <a:pt x="399272" y="272884"/>
                      <a:pt x="398057" y="272884"/>
                    </a:cubicBezTo>
                    <a:cubicBezTo>
                      <a:pt x="398037" y="271971"/>
                      <a:pt x="398037" y="271971"/>
                      <a:pt x="398017" y="271039"/>
                    </a:cubicBezTo>
                    <a:cubicBezTo>
                      <a:pt x="397951" y="268283"/>
                      <a:pt x="397864" y="265528"/>
                      <a:pt x="397778" y="262772"/>
                    </a:cubicBezTo>
                    <a:cubicBezTo>
                      <a:pt x="397757" y="261814"/>
                      <a:pt x="397737" y="260856"/>
                      <a:pt x="397716" y="259869"/>
                    </a:cubicBezTo>
                    <a:cubicBezTo>
                      <a:pt x="397669" y="258491"/>
                      <a:pt x="397669" y="258491"/>
                      <a:pt x="397620" y="257085"/>
                    </a:cubicBezTo>
                    <a:cubicBezTo>
                      <a:pt x="397597" y="256237"/>
                      <a:pt x="397574" y="255390"/>
                      <a:pt x="397549" y="254517"/>
                    </a:cubicBezTo>
                    <a:cubicBezTo>
                      <a:pt x="397096" y="251944"/>
                      <a:pt x="396589" y="251152"/>
                      <a:pt x="394481" y="249644"/>
                    </a:cubicBezTo>
                    <a:cubicBezTo>
                      <a:pt x="393302" y="249349"/>
                      <a:pt x="392122" y="249054"/>
                      <a:pt x="390906" y="248750"/>
                    </a:cubicBezTo>
                    <a:cubicBezTo>
                      <a:pt x="390611" y="241671"/>
                      <a:pt x="390316" y="234592"/>
                      <a:pt x="390012" y="227298"/>
                    </a:cubicBezTo>
                    <a:cubicBezTo>
                      <a:pt x="387297" y="227899"/>
                      <a:pt x="387297" y="227899"/>
                      <a:pt x="386292" y="229745"/>
                    </a:cubicBezTo>
                    <a:cubicBezTo>
                      <a:pt x="385434" y="232060"/>
                      <a:pt x="385259" y="233952"/>
                      <a:pt x="385173" y="236418"/>
                    </a:cubicBezTo>
                    <a:cubicBezTo>
                      <a:pt x="385138" y="237294"/>
                      <a:pt x="385104" y="238169"/>
                      <a:pt x="385068" y="239072"/>
                    </a:cubicBezTo>
                    <a:cubicBezTo>
                      <a:pt x="385027" y="240434"/>
                      <a:pt x="385027" y="240434"/>
                      <a:pt x="384984" y="241823"/>
                    </a:cubicBezTo>
                    <a:cubicBezTo>
                      <a:pt x="384950" y="242745"/>
                      <a:pt x="384915" y="243667"/>
                      <a:pt x="384880" y="244616"/>
                    </a:cubicBezTo>
                    <a:cubicBezTo>
                      <a:pt x="384796" y="246888"/>
                      <a:pt x="384719" y="249160"/>
                      <a:pt x="384649" y="251432"/>
                    </a:cubicBezTo>
                    <a:cubicBezTo>
                      <a:pt x="382879" y="251432"/>
                      <a:pt x="381110" y="251432"/>
                      <a:pt x="379286" y="251432"/>
                    </a:cubicBezTo>
                    <a:cubicBezTo>
                      <a:pt x="379268" y="252072"/>
                      <a:pt x="379251" y="252713"/>
                      <a:pt x="379232" y="253373"/>
                    </a:cubicBezTo>
                    <a:cubicBezTo>
                      <a:pt x="379148" y="256264"/>
                      <a:pt x="379049" y="259155"/>
                      <a:pt x="378951" y="262046"/>
                    </a:cubicBezTo>
                    <a:cubicBezTo>
                      <a:pt x="378923" y="263054"/>
                      <a:pt x="378896" y="264063"/>
                      <a:pt x="378867" y="265101"/>
                    </a:cubicBezTo>
                    <a:cubicBezTo>
                      <a:pt x="378833" y="266063"/>
                      <a:pt x="378798" y="267026"/>
                      <a:pt x="378762" y="268017"/>
                    </a:cubicBezTo>
                    <a:cubicBezTo>
                      <a:pt x="378734" y="268906"/>
                      <a:pt x="378706" y="269796"/>
                      <a:pt x="378677" y="270712"/>
                    </a:cubicBezTo>
                    <a:cubicBezTo>
                      <a:pt x="378392" y="272884"/>
                      <a:pt x="378392" y="272884"/>
                      <a:pt x="376605" y="274672"/>
                    </a:cubicBezTo>
                    <a:cubicBezTo>
                      <a:pt x="375996" y="274801"/>
                      <a:pt x="375388" y="274930"/>
                      <a:pt x="374761" y="275063"/>
                    </a:cubicBezTo>
                    <a:cubicBezTo>
                      <a:pt x="374190" y="275229"/>
                      <a:pt x="373618" y="275395"/>
                      <a:pt x="373029" y="275566"/>
                    </a:cubicBezTo>
                    <a:cubicBezTo>
                      <a:pt x="372140" y="278233"/>
                      <a:pt x="371961" y="280214"/>
                      <a:pt x="371853" y="283006"/>
                    </a:cubicBezTo>
                    <a:cubicBezTo>
                      <a:pt x="371815" y="283925"/>
                      <a:pt x="371778" y="284844"/>
                      <a:pt x="371739" y="285791"/>
                    </a:cubicBezTo>
                    <a:cubicBezTo>
                      <a:pt x="371686" y="287228"/>
                      <a:pt x="371686" y="287228"/>
                      <a:pt x="371633" y="288694"/>
                    </a:cubicBezTo>
                    <a:cubicBezTo>
                      <a:pt x="371594" y="289662"/>
                      <a:pt x="371555" y="290631"/>
                      <a:pt x="371516" y="291629"/>
                    </a:cubicBezTo>
                    <a:cubicBezTo>
                      <a:pt x="371421" y="294021"/>
                      <a:pt x="371330" y="296413"/>
                      <a:pt x="371242" y="298805"/>
                    </a:cubicBezTo>
                    <a:cubicBezTo>
                      <a:pt x="369767" y="299100"/>
                      <a:pt x="368292" y="299395"/>
                      <a:pt x="366772" y="299699"/>
                    </a:cubicBezTo>
                    <a:cubicBezTo>
                      <a:pt x="365922" y="302251"/>
                      <a:pt x="365709" y="304088"/>
                      <a:pt x="365596" y="306749"/>
                    </a:cubicBezTo>
                    <a:cubicBezTo>
                      <a:pt x="365558" y="307587"/>
                      <a:pt x="365521" y="308425"/>
                      <a:pt x="365482" y="309289"/>
                    </a:cubicBezTo>
                    <a:cubicBezTo>
                      <a:pt x="365430" y="310598"/>
                      <a:pt x="365430" y="310598"/>
                      <a:pt x="365376" y="311934"/>
                    </a:cubicBezTo>
                    <a:cubicBezTo>
                      <a:pt x="365337" y="312817"/>
                      <a:pt x="365299" y="313700"/>
                      <a:pt x="365259" y="314610"/>
                    </a:cubicBezTo>
                    <a:cubicBezTo>
                      <a:pt x="365164" y="316790"/>
                      <a:pt x="365073" y="318971"/>
                      <a:pt x="364985" y="321152"/>
                    </a:cubicBezTo>
                    <a:cubicBezTo>
                      <a:pt x="363215" y="321446"/>
                      <a:pt x="361445" y="321741"/>
                      <a:pt x="359622" y="322045"/>
                    </a:cubicBezTo>
                    <a:cubicBezTo>
                      <a:pt x="359327" y="329715"/>
                      <a:pt x="359032" y="337384"/>
                      <a:pt x="358728" y="345285"/>
                    </a:cubicBezTo>
                    <a:cubicBezTo>
                      <a:pt x="356958" y="345875"/>
                      <a:pt x="355188" y="346465"/>
                      <a:pt x="353365" y="347073"/>
                    </a:cubicBezTo>
                    <a:cubicBezTo>
                      <a:pt x="352662" y="351819"/>
                      <a:pt x="352440" y="356333"/>
                      <a:pt x="352499" y="361126"/>
                    </a:cubicBezTo>
                    <a:cubicBezTo>
                      <a:pt x="352468" y="363382"/>
                      <a:pt x="352158" y="365452"/>
                      <a:pt x="351577" y="367631"/>
                    </a:cubicBezTo>
                    <a:cubicBezTo>
                      <a:pt x="350102" y="367926"/>
                      <a:pt x="348627" y="368221"/>
                      <a:pt x="347108" y="368525"/>
                    </a:cubicBezTo>
                    <a:cubicBezTo>
                      <a:pt x="346461" y="371485"/>
                      <a:pt x="346068" y="374316"/>
                      <a:pt x="345931" y="377341"/>
                    </a:cubicBezTo>
                    <a:cubicBezTo>
                      <a:pt x="345894" y="378133"/>
                      <a:pt x="345856" y="378926"/>
                      <a:pt x="345818" y="379742"/>
                    </a:cubicBezTo>
                    <a:cubicBezTo>
                      <a:pt x="345765" y="380965"/>
                      <a:pt x="345765" y="380965"/>
                      <a:pt x="345711" y="382212"/>
                    </a:cubicBezTo>
                    <a:cubicBezTo>
                      <a:pt x="345673" y="383045"/>
                      <a:pt x="345634" y="383877"/>
                      <a:pt x="345594" y="384735"/>
                    </a:cubicBezTo>
                    <a:cubicBezTo>
                      <a:pt x="345500" y="386780"/>
                      <a:pt x="345409" y="388826"/>
                      <a:pt x="345320" y="390871"/>
                    </a:cubicBezTo>
                    <a:cubicBezTo>
                      <a:pt x="344601" y="391000"/>
                      <a:pt x="343882" y="391129"/>
                      <a:pt x="343141" y="391262"/>
                    </a:cubicBezTo>
                    <a:cubicBezTo>
                      <a:pt x="340922" y="391534"/>
                      <a:pt x="340922" y="391534"/>
                      <a:pt x="339957" y="392659"/>
                    </a:cubicBezTo>
                    <a:cubicBezTo>
                      <a:pt x="339816" y="394314"/>
                      <a:pt x="339733" y="395974"/>
                      <a:pt x="339674" y="397634"/>
                    </a:cubicBezTo>
                    <a:cubicBezTo>
                      <a:pt x="339637" y="398640"/>
                      <a:pt x="339599" y="399645"/>
                      <a:pt x="339561" y="400681"/>
                    </a:cubicBezTo>
                    <a:cubicBezTo>
                      <a:pt x="339526" y="401739"/>
                      <a:pt x="339491" y="402797"/>
                      <a:pt x="339454" y="403888"/>
                    </a:cubicBezTo>
                    <a:cubicBezTo>
                      <a:pt x="339416" y="404949"/>
                      <a:pt x="339377" y="406011"/>
                      <a:pt x="339337" y="407105"/>
                    </a:cubicBezTo>
                    <a:cubicBezTo>
                      <a:pt x="339242" y="409738"/>
                      <a:pt x="339151" y="412372"/>
                      <a:pt x="339063" y="415005"/>
                    </a:cubicBezTo>
                    <a:cubicBezTo>
                      <a:pt x="338344" y="415115"/>
                      <a:pt x="337625" y="415226"/>
                      <a:pt x="336885" y="415340"/>
                    </a:cubicBezTo>
                    <a:cubicBezTo>
                      <a:pt x="336129" y="415524"/>
                      <a:pt x="335373" y="415709"/>
                      <a:pt x="334594" y="415899"/>
                    </a:cubicBezTo>
                    <a:cubicBezTo>
                      <a:pt x="333519" y="418049"/>
                      <a:pt x="333519" y="419567"/>
                      <a:pt x="333417" y="421967"/>
                    </a:cubicBezTo>
                    <a:cubicBezTo>
                      <a:pt x="333380" y="422808"/>
                      <a:pt x="333343" y="423649"/>
                      <a:pt x="333304" y="424516"/>
                    </a:cubicBezTo>
                    <a:cubicBezTo>
                      <a:pt x="333269" y="425396"/>
                      <a:pt x="333234" y="426277"/>
                      <a:pt x="333197" y="427183"/>
                    </a:cubicBezTo>
                    <a:cubicBezTo>
                      <a:pt x="333159" y="428071"/>
                      <a:pt x="333120" y="428958"/>
                      <a:pt x="333080" y="429872"/>
                    </a:cubicBezTo>
                    <a:cubicBezTo>
                      <a:pt x="332986" y="432067"/>
                      <a:pt x="332894" y="434262"/>
                      <a:pt x="332806" y="436457"/>
                    </a:cubicBezTo>
                    <a:cubicBezTo>
                      <a:pt x="331507" y="436844"/>
                      <a:pt x="331507" y="436844"/>
                      <a:pt x="330181" y="437239"/>
                    </a:cubicBezTo>
                    <a:cubicBezTo>
                      <a:pt x="327348" y="437925"/>
                      <a:pt x="327348" y="437925"/>
                      <a:pt x="326550" y="440032"/>
                    </a:cubicBezTo>
                    <a:cubicBezTo>
                      <a:pt x="326508" y="441633"/>
                      <a:pt x="326516" y="443236"/>
                      <a:pt x="326550" y="444837"/>
                    </a:cubicBezTo>
                    <a:cubicBezTo>
                      <a:pt x="326604" y="450431"/>
                      <a:pt x="326208" y="455922"/>
                      <a:pt x="325656" y="461485"/>
                    </a:cubicBezTo>
                    <a:cubicBezTo>
                      <a:pt x="324937" y="461743"/>
                      <a:pt x="324218" y="462001"/>
                      <a:pt x="323477" y="462267"/>
                    </a:cubicBezTo>
                    <a:cubicBezTo>
                      <a:pt x="321068" y="463033"/>
                      <a:pt x="321068" y="463033"/>
                      <a:pt x="320293" y="465060"/>
                    </a:cubicBezTo>
                    <a:cubicBezTo>
                      <a:pt x="320157" y="466484"/>
                      <a:pt x="320070" y="467912"/>
                      <a:pt x="320010" y="469341"/>
                    </a:cubicBezTo>
                    <a:cubicBezTo>
                      <a:pt x="319972" y="470182"/>
                      <a:pt x="319935" y="471023"/>
                      <a:pt x="319896" y="471889"/>
                    </a:cubicBezTo>
                    <a:cubicBezTo>
                      <a:pt x="319844" y="473210"/>
                      <a:pt x="319844" y="473210"/>
                      <a:pt x="319790" y="474557"/>
                    </a:cubicBezTo>
                    <a:cubicBezTo>
                      <a:pt x="319751" y="475444"/>
                      <a:pt x="319713" y="476331"/>
                      <a:pt x="319673" y="477246"/>
                    </a:cubicBezTo>
                    <a:cubicBezTo>
                      <a:pt x="319578" y="479441"/>
                      <a:pt x="319487" y="481635"/>
                      <a:pt x="319399" y="483831"/>
                    </a:cubicBezTo>
                    <a:cubicBezTo>
                      <a:pt x="318320" y="483997"/>
                      <a:pt x="318320" y="483997"/>
                      <a:pt x="317220" y="484166"/>
                    </a:cubicBezTo>
                    <a:cubicBezTo>
                      <a:pt x="316464" y="484350"/>
                      <a:pt x="315708" y="484535"/>
                      <a:pt x="314930" y="484725"/>
                    </a:cubicBezTo>
                    <a:cubicBezTo>
                      <a:pt x="313780" y="487024"/>
                      <a:pt x="313848" y="488809"/>
                      <a:pt x="313753" y="491379"/>
                    </a:cubicBezTo>
                    <a:cubicBezTo>
                      <a:pt x="313715" y="492342"/>
                      <a:pt x="313678" y="493304"/>
                      <a:pt x="313639" y="494295"/>
                    </a:cubicBezTo>
                    <a:cubicBezTo>
                      <a:pt x="313587" y="495807"/>
                      <a:pt x="313587" y="495807"/>
                      <a:pt x="313533" y="497350"/>
                    </a:cubicBezTo>
                    <a:cubicBezTo>
                      <a:pt x="313494" y="498365"/>
                      <a:pt x="313456" y="499380"/>
                      <a:pt x="313416" y="500426"/>
                    </a:cubicBezTo>
                    <a:cubicBezTo>
                      <a:pt x="313321" y="502939"/>
                      <a:pt x="313230" y="505451"/>
                      <a:pt x="313142" y="507964"/>
                    </a:cubicBezTo>
                    <a:cubicBezTo>
                      <a:pt x="311372" y="508259"/>
                      <a:pt x="309602" y="508554"/>
                      <a:pt x="307779" y="508858"/>
                    </a:cubicBezTo>
                    <a:cubicBezTo>
                      <a:pt x="306829" y="513482"/>
                      <a:pt x="306780" y="517907"/>
                      <a:pt x="306829" y="522601"/>
                    </a:cubicBezTo>
                    <a:cubicBezTo>
                      <a:pt x="306835" y="523716"/>
                      <a:pt x="306835" y="523716"/>
                      <a:pt x="306841" y="524853"/>
                    </a:cubicBezTo>
                    <a:cubicBezTo>
                      <a:pt x="306852" y="526672"/>
                      <a:pt x="306868" y="528491"/>
                      <a:pt x="306885" y="530310"/>
                    </a:cubicBezTo>
                    <a:cubicBezTo>
                      <a:pt x="305410" y="530605"/>
                      <a:pt x="303935" y="530900"/>
                      <a:pt x="302416" y="531204"/>
                    </a:cubicBezTo>
                    <a:cubicBezTo>
                      <a:pt x="300999" y="535078"/>
                      <a:pt x="300273" y="538742"/>
                      <a:pt x="299734" y="542824"/>
                    </a:cubicBezTo>
                    <a:cubicBezTo>
                      <a:pt x="277024" y="542845"/>
                      <a:pt x="254314" y="542861"/>
                      <a:pt x="231603" y="542871"/>
                    </a:cubicBezTo>
                    <a:cubicBezTo>
                      <a:pt x="221059" y="542875"/>
                      <a:pt x="210515" y="542881"/>
                      <a:pt x="199971" y="542892"/>
                    </a:cubicBezTo>
                    <a:cubicBezTo>
                      <a:pt x="190785" y="542901"/>
                      <a:pt x="181598" y="542906"/>
                      <a:pt x="172411" y="542908"/>
                    </a:cubicBezTo>
                    <a:cubicBezTo>
                      <a:pt x="167544" y="542909"/>
                      <a:pt x="162677" y="542912"/>
                      <a:pt x="157809" y="542919"/>
                    </a:cubicBezTo>
                    <a:cubicBezTo>
                      <a:pt x="153233" y="542925"/>
                      <a:pt x="148658" y="542927"/>
                      <a:pt x="144082" y="542925"/>
                    </a:cubicBezTo>
                    <a:cubicBezTo>
                      <a:pt x="142397" y="542926"/>
                      <a:pt x="140713" y="542927"/>
                      <a:pt x="139028" y="542931"/>
                    </a:cubicBezTo>
                    <a:cubicBezTo>
                      <a:pt x="136739" y="542935"/>
                      <a:pt x="134449" y="542934"/>
                      <a:pt x="132160" y="542932"/>
                    </a:cubicBezTo>
                    <a:cubicBezTo>
                      <a:pt x="131484" y="542934"/>
                      <a:pt x="130808" y="542937"/>
                      <a:pt x="130112" y="542940"/>
                    </a:cubicBezTo>
                    <a:cubicBezTo>
                      <a:pt x="125537" y="542926"/>
                      <a:pt x="125537" y="542926"/>
                      <a:pt x="124541" y="541930"/>
                    </a:cubicBezTo>
                    <a:cubicBezTo>
                      <a:pt x="124354" y="540165"/>
                      <a:pt x="124212" y="538395"/>
                      <a:pt x="124094" y="536623"/>
                    </a:cubicBezTo>
                    <a:cubicBezTo>
                      <a:pt x="123936" y="532883"/>
                      <a:pt x="123936" y="532883"/>
                      <a:pt x="122754" y="529417"/>
                    </a:cubicBezTo>
                    <a:cubicBezTo>
                      <a:pt x="121279" y="529417"/>
                      <a:pt x="119804" y="529417"/>
                      <a:pt x="118284" y="529417"/>
                    </a:cubicBezTo>
                    <a:cubicBezTo>
                      <a:pt x="118267" y="528614"/>
                      <a:pt x="118249" y="527811"/>
                      <a:pt x="118231" y="526983"/>
                    </a:cubicBezTo>
                    <a:cubicBezTo>
                      <a:pt x="118161" y="524008"/>
                      <a:pt x="118083" y="521033"/>
                      <a:pt x="118001" y="518058"/>
                    </a:cubicBezTo>
                    <a:cubicBezTo>
                      <a:pt x="117966" y="516770"/>
                      <a:pt x="117935" y="515481"/>
                      <a:pt x="117907" y="514193"/>
                    </a:cubicBezTo>
                    <a:cubicBezTo>
                      <a:pt x="117867" y="512342"/>
                      <a:pt x="117815" y="510492"/>
                      <a:pt x="117761" y="508642"/>
                    </a:cubicBezTo>
                    <a:cubicBezTo>
                      <a:pt x="117733" y="507528"/>
                      <a:pt x="117704" y="506414"/>
                      <a:pt x="117676" y="505266"/>
                    </a:cubicBezTo>
                    <a:cubicBezTo>
                      <a:pt x="117662" y="502498"/>
                      <a:pt x="117662" y="502498"/>
                      <a:pt x="115603" y="500814"/>
                    </a:cubicBezTo>
                    <a:cubicBezTo>
                      <a:pt x="114423" y="500814"/>
                      <a:pt x="113243" y="500814"/>
                      <a:pt x="112027" y="500814"/>
                    </a:cubicBezTo>
                    <a:cubicBezTo>
                      <a:pt x="112001" y="499759"/>
                      <a:pt x="112001" y="499759"/>
                      <a:pt x="111974" y="498683"/>
                    </a:cubicBezTo>
                    <a:cubicBezTo>
                      <a:pt x="111888" y="495483"/>
                      <a:pt x="111790" y="492282"/>
                      <a:pt x="111692" y="489082"/>
                    </a:cubicBezTo>
                    <a:cubicBezTo>
                      <a:pt x="111665" y="487976"/>
                      <a:pt x="111637" y="486870"/>
                      <a:pt x="111608" y="485730"/>
                    </a:cubicBezTo>
                    <a:cubicBezTo>
                      <a:pt x="111574" y="484659"/>
                      <a:pt x="111539" y="483587"/>
                      <a:pt x="111504" y="482483"/>
                    </a:cubicBezTo>
                    <a:cubicBezTo>
                      <a:pt x="111476" y="481500"/>
                      <a:pt x="111448" y="480517"/>
                      <a:pt x="111419" y="479504"/>
                    </a:cubicBezTo>
                    <a:cubicBezTo>
                      <a:pt x="111118" y="476524"/>
                      <a:pt x="110500" y="474079"/>
                      <a:pt x="109346" y="471317"/>
                    </a:cubicBezTo>
                    <a:cubicBezTo>
                      <a:pt x="107553" y="470589"/>
                      <a:pt x="107553" y="470589"/>
                      <a:pt x="105771" y="470423"/>
                    </a:cubicBezTo>
                    <a:cubicBezTo>
                      <a:pt x="104617" y="468116"/>
                      <a:pt x="104804" y="466504"/>
                      <a:pt x="104852" y="463925"/>
                    </a:cubicBezTo>
                    <a:cubicBezTo>
                      <a:pt x="104863" y="462983"/>
                      <a:pt x="104874" y="462041"/>
                      <a:pt x="104885" y="461071"/>
                    </a:cubicBezTo>
                    <a:cubicBezTo>
                      <a:pt x="104917" y="459085"/>
                      <a:pt x="104952" y="457100"/>
                      <a:pt x="104990" y="455114"/>
                    </a:cubicBezTo>
                    <a:cubicBezTo>
                      <a:pt x="105005" y="453696"/>
                      <a:pt x="105005" y="453696"/>
                      <a:pt x="105020" y="452249"/>
                    </a:cubicBezTo>
                    <a:cubicBezTo>
                      <a:pt x="105035" y="451386"/>
                      <a:pt x="105050" y="450522"/>
                      <a:pt x="105066" y="449631"/>
                    </a:cubicBezTo>
                    <a:cubicBezTo>
                      <a:pt x="104855" y="446902"/>
                      <a:pt x="104484" y="445079"/>
                      <a:pt x="103089" y="442714"/>
                    </a:cubicBezTo>
                    <a:cubicBezTo>
                      <a:pt x="100812" y="441915"/>
                      <a:pt x="100812" y="441915"/>
                      <a:pt x="98620" y="441820"/>
                    </a:cubicBezTo>
                    <a:cubicBezTo>
                      <a:pt x="98597" y="441017"/>
                      <a:pt x="98575" y="440214"/>
                      <a:pt x="98552" y="439387"/>
                    </a:cubicBezTo>
                    <a:cubicBezTo>
                      <a:pt x="98467" y="436412"/>
                      <a:pt x="98378" y="433437"/>
                      <a:pt x="98287" y="430462"/>
                    </a:cubicBezTo>
                    <a:cubicBezTo>
                      <a:pt x="98248" y="429173"/>
                      <a:pt x="98211" y="427885"/>
                      <a:pt x="98175" y="426596"/>
                    </a:cubicBezTo>
                    <a:cubicBezTo>
                      <a:pt x="98124" y="424746"/>
                      <a:pt x="98067" y="422896"/>
                      <a:pt x="98009" y="421045"/>
                    </a:cubicBezTo>
                    <a:cubicBezTo>
                      <a:pt x="97976" y="419931"/>
                      <a:pt x="97943" y="418817"/>
                      <a:pt x="97910" y="417669"/>
                    </a:cubicBezTo>
                    <a:cubicBezTo>
                      <a:pt x="97902" y="415071"/>
                      <a:pt x="97902" y="415071"/>
                      <a:pt x="96832" y="413217"/>
                    </a:cubicBezTo>
                    <a:cubicBezTo>
                      <a:pt x="95357" y="413217"/>
                      <a:pt x="93882" y="413217"/>
                      <a:pt x="92363" y="413217"/>
                    </a:cubicBezTo>
                    <a:cubicBezTo>
                      <a:pt x="92336" y="412060"/>
                      <a:pt x="92336" y="412060"/>
                      <a:pt x="92309" y="410880"/>
                    </a:cubicBezTo>
                    <a:cubicBezTo>
                      <a:pt x="92239" y="408017"/>
                      <a:pt x="92162" y="405153"/>
                      <a:pt x="92079" y="402290"/>
                    </a:cubicBezTo>
                    <a:cubicBezTo>
                      <a:pt x="92045" y="401051"/>
                      <a:pt x="92014" y="399812"/>
                      <a:pt x="91986" y="398573"/>
                    </a:cubicBezTo>
                    <a:cubicBezTo>
                      <a:pt x="91945" y="396791"/>
                      <a:pt x="91892" y="395009"/>
                      <a:pt x="91839" y="393228"/>
                    </a:cubicBezTo>
                    <a:cubicBezTo>
                      <a:pt x="91811" y="392156"/>
                      <a:pt x="91783" y="391084"/>
                      <a:pt x="91754" y="389980"/>
                    </a:cubicBezTo>
                    <a:cubicBezTo>
                      <a:pt x="91662" y="387136"/>
                      <a:pt x="91662" y="387136"/>
                      <a:pt x="89681" y="384614"/>
                    </a:cubicBezTo>
                    <a:cubicBezTo>
                      <a:pt x="88502" y="384614"/>
                      <a:pt x="87322" y="384614"/>
                      <a:pt x="86106" y="384614"/>
                    </a:cubicBezTo>
                    <a:cubicBezTo>
                      <a:pt x="86080" y="383607"/>
                      <a:pt x="86080" y="383607"/>
                      <a:pt x="86052" y="382580"/>
                    </a:cubicBezTo>
                    <a:cubicBezTo>
                      <a:pt x="85967" y="379515"/>
                      <a:pt x="85869" y="376450"/>
                      <a:pt x="85771" y="373385"/>
                    </a:cubicBezTo>
                    <a:cubicBezTo>
                      <a:pt x="85743" y="372329"/>
                      <a:pt x="85716" y="371273"/>
                      <a:pt x="85687" y="370185"/>
                    </a:cubicBezTo>
                    <a:cubicBezTo>
                      <a:pt x="85508" y="364872"/>
                      <a:pt x="85237" y="360135"/>
                      <a:pt x="83425" y="355117"/>
                    </a:cubicBezTo>
                    <a:cubicBezTo>
                      <a:pt x="81950" y="354823"/>
                      <a:pt x="80475" y="354528"/>
                      <a:pt x="78955" y="354224"/>
                    </a:cubicBezTo>
                    <a:cubicBezTo>
                      <a:pt x="78660" y="345375"/>
                      <a:pt x="78365" y="336526"/>
                      <a:pt x="78062" y="327408"/>
                    </a:cubicBezTo>
                    <a:cubicBezTo>
                      <a:pt x="75398" y="326784"/>
                      <a:pt x="75398" y="326784"/>
                      <a:pt x="72698" y="326515"/>
                    </a:cubicBezTo>
                    <a:cubicBezTo>
                      <a:pt x="72676" y="325716"/>
                      <a:pt x="72654" y="324918"/>
                      <a:pt x="72631" y="324096"/>
                    </a:cubicBezTo>
                    <a:cubicBezTo>
                      <a:pt x="72546" y="321132"/>
                      <a:pt x="72457" y="318169"/>
                      <a:pt x="72366" y="315205"/>
                    </a:cubicBezTo>
                    <a:cubicBezTo>
                      <a:pt x="72327" y="313923"/>
                      <a:pt x="72290" y="312641"/>
                      <a:pt x="72254" y="311358"/>
                    </a:cubicBezTo>
                    <a:cubicBezTo>
                      <a:pt x="72202" y="309514"/>
                      <a:pt x="72145" y="307671"/>
                      <a:pt x="72087" y="305827"/>
                    </a:cubicBezTo>
                    <a:cubicBezTo>
                      <a:pt x="72055" y="304718"/>
                      <a:pt x="72022" y="303608"/>
                      <a:pt x="71988" y="302465"/>
                    </a:cubicBezTo>
                    <a:cubicBezTo>
                      <a:pt x="71920" y="299668"/>
                      <a:pt x="71920" y="299668"/>
                      <a:pt x="70911" y="297018"/>
                    </a:cubicBezTo>
                    <a:cubicBezTo>
                      <a:pt x="69436" y="296723"/>
                      <a:pt x="67961" y="296428"/>
                      <a:pt x="66442" y="296124"/>
                    </a:cubicBezTo>
                    <a:cubicBezTo>
                      <a:pt x="66415" y="295008"/>
                      <a:pt x="66415" y="295008"/>
                      <a:pt x="66388" y="293869"/>
                    </a:cubicBezTo>
                    <a:cubicBezTo>
                      <a:pt x="66318" y="291105"/>
                      <a:pt x="66241" y="288342"/>
                      <a:pt x="66158" y="285578"/>
                    </a:cubicBezTo>
                    <a:cubicBezTo>
                      <a:pt x="66107" y="283795"/>
                      <a:pt x="66065" y="282012"/>
                      <a:pt x="66023" y="280229"/>
                    </a:cubicBezTo>
                    <a:cubicBezTo>
                      <a:pt x="65988" y="279108"/>
                      <a:pt x="65953" y="277988"/>
                      <a:pt x="65918" y="276833"/>
                    </a:cubicBezTo>
                    <a:cubicBezTo>
                      <a:pt x="65890" y="275799"/>
                      <a:pt x="65862" y="274764"/>
                      <a:pt x="65833" y="273698"/>
                    </a:cubicBezTo>
                    <a:cubicBezTo>
                      <a:pt x="65731" y="270925"/>
                      <a:pt x="65731" y="270925"/>
                      <a:pt x="63760" y="268415"/>
                    </a:cubicBezTo>
                    <a:cubicBezTo>
                      <a:pt x="61919" y="267768"/>
                      <a:pt x="61919" y="267768"/>
                      <a:pt x="60185" y="267521"/>
                    </a:cubicBezTo>
                    <a:cubicBezTo>
                      <a:pt x="60131" y="266494"/>
                      <a:pt x="60076" y="265468"/>
                      <a:pt x="60021" y="264410"/>
                    </a:cubicBezTo>
                    <a:cubicBezTo>
                      <a:pt x="59580" y="256201"/>
                      <a:pt x="59077" y="248005"/>
                      <a:pt x="58397" y="239812"/>
                    </a:cubicBezTo>
                    <a:cubicBezTo>
                      <a:pt x="56627" y="239222"/>
                      <a:pt x="54857" y="238632"/>
                      <a:pt x="53034" y="238024"/>
                    </a:cubicBezTo>
                    <a:cubicBezTo>
                      <a:pt x="53012" y="237248"/>
                      <a:pt x="52989" y="236472"/>
                      <a:pt x="52966" y="235673"/>
                    </a:cubicBezTo>
                    <a:cubicBezTo>
                      <a:pt x="52881" y="232798"/>
                      <a:pt x="52792" y="229923"/>
                      <a:pt x="52701" y="227048"/>
                    </a:cubicBezTo>
                    <a:cubicBezTo>
                      <a:pt x="52662" y="225803"/>
                      <a:pt x="52625" y="224558"/>
                      <a:pt x="52589" y="223313"/>
                    </a:cubicBezTo>
                    <a:cubicBezTo>
                      <a:pt x="52538" y="221524"/>
                      <a:pt x="52480" y="219736"/>
                      <a:pt x="52423" y="217948"/>
                    </a:cubicBezTo>
                    <a:cubicBezTo>
                      <a:pt x="52374" y="216333"/>
                      <a:pt x="52374" y="216333"/>
                      <a:pt x="52324" y="214685"/>
                    </a:cubicBezTo>
                    <a:cubicBezTo>
                      <a:pt x="52309" y="212157"/>
                      <a:pt x="52309" y="212157"/>
                      <a:pt x="51246" y="210315"/>
                    </a:cubicBezTo>
                    <a:cubicBezTo>
                      <a:pt x="49771" y="210315"/>
                      <a:pt x="48297" y="210315"/>
                      <a:pt x="46777" y="210315"/>
                    </a:cubicBezTo>
                    <a:cubicBezTo>
                      <a:pt x="46743" y="209118"/>
                      <a:pt x="46743" y="209118"/>
                      <a:pt x="46709" y="207896"/>
                    </a:cubicBezTo>
                    <a:cubicBezTo>
                      <a:pt x="46624" y="204933"/>
                      <a:pt x="46535" y="201969"/>
                      <a:pt x="46444" y="199006"/>
                    </a:cubicBezTo>
                    <a:cubicBezTo>
                      <a:pt x="46406" y="197724"/>
                      <a:pt x="46368" y="196441"/>
                      <a:pt x="46333" y="195159"/>
                    </a:cubicBezTo>
                    <a:cubicBezTo>
                      <a:pt x="46281" y="193315"/>
                      <a:pt x="46224" y="191471"/>
                      <a:pt x="46166" y="189628"/>
                    </a:cubicBezTo>
                    <a:cubicBezTo>
                      <a:pt x="46117" y="187964"/>
                      <a:pt x="46117" y="187964"/>
                      <a:pt x="46067" y="186266"/>
                    </a:cubicBezTo>
                    <a:cubicBezTo>
                      <a:pt x="45998" y="183468"/>
                      <a:pt x="45998" y="183468"/>
                      <a:pt x="44989" y="180818"/>
                    </a:cubicBezTo>
                    <a:cubicBezTo>
                      <a:pt x="43515" y="180523"/>
                      <a:pt x="42040" y="180228"/>
                      <a:pt x="40520" y="179925"/>
                    </a:cubicBezTo>
                    <a:cubicBezTo>
                      <a:pt x="40494" y="178801"/>
                      <a:pt x="40494" y="178801"/>
                      <a:pt x="40466" y="177655"/>
                    </a:cubicBezTo>
                    <a:cubicBezTo>
                      <a:pt x="40397" y="174880"/>
                      <a:pt x="40319" y="172105"/>
                      <a:pt x="40236" y="169330"/>
                    </a:cubicBezTo>
                    <a:cubicBezTo>
                      <a:pt x="40185" y="167537"/>
                      <a:pt x="40143" y="165744"/>
                      <a:pt x="40101" y="163951"/>
                    </a:cubicBezTo>
                    <a:cubicBezTo>
                      <a:pt x="40049" y="162265"/>
                      <a:pt x="40049" y="162265"/>
                      <a:pt x="39996" y="160546"/>
                    </a:cubicBezTo>
                    <a:cubicBezTo>
                      <a:pt x="39968" y="159507"/>
                      <a:pt x="39940" y="158468"/>
                      <a:pt x="39911" y="157397"/>
                    </a:cubicBezTo>
                    <a:cubicBezTo>
                      <a:pt x="39875" y="154775"/>
                      <a:pt x="39875" y="154775"/>
                      <a:pt x="37839" y="153109"/>
                    </a:cubicBezTo>
                    <a:cubicBezTo>
                      <a:pt x="37230" y="152962"/>
                      <a:pt x="36622" y="152814"/>
                      <a:pt x="35995" y="152662"/>
                    </a:cubicBezTo>
                    <a:cubicBezTo>
                      <a:pt x="35424" y="152515"/>
                      <a:pt x="34852" y="152367"/>
                      <a:pt x="34263" y="152215"/>
                    </a:cubicBezTo>
                    <a:cubicBezTo>
                      <a:pt x="33159" y="150008"/>
                      <a:pt x="33307" y="148635"/>
                      <a:pt x="33376" y="146172"/>
                    </a:cubicBezTo>
                    <a:cubicBezTo>
                      <a:pt x="33391" y="145318"/>
                      <a:pt x="33406" y="144465"/>
                      <a:pt x="33422" y="143586"/>
                    </a:cubicBezTo>
                    <a:cubicBezTo>
                      <a:pt x="33461" y="141796"/>
                      <a:pt x="33507" y="140006"/>
                      <a:pt x="33561" y="138216"/>
                    </a:cubicBezTo>
                    <a:cubicBezTo>
                      <a:pt x="33640" y="132899"/>
                      <a:pt x="33205" y="129218"/>
                      <a:pt x="30688" y="124506"/>
                    </a:cubicBezTo>
                    <a:cubicBezTo>
                      <a:pt x="29508" y="124506"/>
                      <a:pt x="28328" y="124506"/>
                      <a:pt x="27113" y="124506"/>
                    </a:cubicBezTo>
                    <a:cubicBezTo>
                      <a:pt x="26818" y="115067"/>
                      <a:pt x="26523" y="105628"/>
                      <a:pt x="26219" y="95903"/>
                    </a:cubicBezTo>
                    <a:cubicBezTo>
                      <a:pt x="23555" y="95279"/>
                      <a:pt x="23555" y="95279"/>
                      <a:pt x="20856" y="95010"/>
                    </a:cubicBezTo>
                    <a:cubicBezTo>
                      <a:pt x="20838" y="94270"/>
                      <a:pt x="20820" y="93531"/>
                      <a:pt x="20802" y="92769"/>
                    </a:cubicBezTo>
                    <a:cubicBezTo>
                      <a:pt x="20717" y="89419"/>
                      <a:pt x="20619" y="86069"/>
                      <a:pt x="20520" y="82719"/>
                    </a:cubicBezTo>
                    <a:cubicBezTo>
                      <a:pt x="20493" y="81556"/>
                      <a:pt x="20465" y="80392"/>
                      <a:pt x="20437" y="79193"/>
                    </a:cubicBezTo>
                    <a:cubicBezTo>
                      <a:pt x="20402" y="78075"/>
                      <a:pt x="20368" y="76957"/>
                      <a:pt x="20332" y="75806"/>
                    </a:cubicBezTo>
                    <a:cubicBezTo>
                      <a:pt x="20290" y="74261"/>
                      <a:pt x="20290" y="74261"/>
                      <a:pt x="20247" y="72685"/>
                    </a:cubicBezTo>
                    <a:cubicBezTo>
                      <a:pt x="19976" y="70118"/>
                      <a:pt x="19507" y="68586"/>
                      <a:pt x="18174" y="66407"/>
                    </a:cubicBezTo>
                    <a:cubicBezTo>
                      <a:pt x="16994" y="66407"/>
                      <a:pt x="15814" y="66407"/>
                      <a:pt x="14599" y="66407"/>
                    </a:cubicBezTo>
                    <a:cubicBezTo>
                      <a:pt x="14581" y="65577"/>
                      <a:pt x="14563" y="64747"/>
                      <a:pt x="14545" y="63891"/>
                    </a:cubicBezTo>
                    <a:cubicBezTo>
                      <a:pt x="14475" y="60816"/>
                      <a:pt x="14398" y="57741"/>
                      <a:pt x="14315" y="54666"/>
                    </a:cubicBezTo>
                    <a:cubicBezTo>
                      <a:pt x="14281" y="53335"/>
                      <a:pt x="14250" y="52003"/>
                      <a:pt x="14222" y="50671"/>
                    </a:cubicBezTo>
                    <a:cubicBezTo>
                      <a:pt x="14181" y="48758"/>
                      <a:pt x="14129" y="46846"/>
                      <a:pt x="14075" y="44934"/>
                    </a:cubicBezTo>
                    <a:cubicBezTo>
                      <a:pt x="14047" y="43782"/>
                      <a:pt x="14019" y="42631"/>
                      <a:pt x="13990" y="41444"/>
                    </a:cubicBezTo>
                    <a:cubicBezTo>
                      <a:pt x="13987" y="38604"/>
                      <a:pt x="13987" y="38604"/>
                      <a:pt x="11917" y="36910"/>
                    </a:cubicBezTo>
                    <a:cubicBezTo>
                      <a:pt x="10442" y="36278"/>
                      <a:pt x="8954" y="35677"/>
                      <a:pt x="7448" y="35122"/>
                    </a:cubicBezTo>
                    <a:cubicBezTo>
                      <a:pt x="7426" y="34405"/>
                      <a:pt x="7403" y="33688"/>
                      <a:pt x="7380" y="32949"/>
                    </a:cubicBezTo>
                    <a:cubicBezTo>
                      <a:pt x="7277" y="29707"/>
                      <a:pt x="7167" y="26465"/>
                      <a:pt x="7057" y="23223"/>
                    </a:cubicBezTo>
                    <a:cubicBezTo>
                      <a:pt x="7022" y="22094"/>
                      <a:pt x="6987" y="20966"/>
                      <a:pt x="6950" y="19803"/>
                    </a:cubicBezTo>
                    <a:cubicBezTo>
                      <a:pt x="6894" y="18183"/>
                      <a:pt x="6894" y="18183"/>
                      <a:pt x="6837" y="16530"/>
                    </a:cubicBezTo>
                    <a:cubicBezTo>
                      <a:pt x="6804" y="15533"/>
                      <a:pt x="6771" y="14536"/>
                      <a:pt x="6738" y="13508"/>
                    </a:cubicBezTo>
                    <a:cubicBezTo>
                      <a:pt x="6653" y="10918"/>
                      <a:pt x="6653" y="10918"/>
                      <a:pt x="5660" y="8307"/>
                    </a:cubicBezTo>
                    <a:cubicBezTo>
                      <a:pt x="4185" y="8602"/>
                      <a:pt x="2711" y="8897"/>
                      <a:pt x="1191" y="9201"/>
                    </a:cubicBezTo>
                    <a:cubicBezTo>
                      <a:pt x="968" y="6687"/>
                      <a:pt x="968" y="6687"/>
                      <a:pt x="1191" y="3838"/>
                    </a:cubicBezTo>
                    <a:cubicBezTo>
                      <a:pt x="5070" y="-329"/>
                      <a:pt x="10645" y="132"/>
                      <a:pt x="15959" y="149"/>
                    </a:cubicBezTo>
                    <a:close/>
                  </a:path>
                </a:pathLst>
              </a:custGeom>
              <a:grpFill/>
              <a:ln w="894" cap="flat">
                <a:noFill/>
                <a:prstDash val="solid"/>
                <a:miter/>
              </a:ln>
            </p:spPr>
            <p:txBody>
              <a:bodyPr rtlCol="0" anchor="ctr"/>
              <a:lstStyle/>
              <a:p>
                <a:endParaRPr lang="zh-CN" altLang="en-US"/>
              </a:p>
            </p:txBody>
          </p:sp>
          <p:sp>
            <p:nvSpPr>
              <p:cNvPr id="162" name="任意多边形: 形状 161"/>
              <p:cNvSpPr/>
              <p:nvPr/>
            </p:nvSpPr>
            <p:spPr>
              <a:xfrm>
                <a:off x="1690756" y="3441571"/>
                <a:ext cx="767823" cy="542910"/>
              </a:xfrm>
              <a:custGeom>
                <a:avLst/>
                <a:gdLst>
                  <a:gd name="connsiteX0" fmla="*/ 16264 w 767823"/>
                  <a:gd name="connsiteY0" fmla="*/ 140 h 542910"/>
                  <a:gd name="connsiteX1" fmla="*/ 18310 w 767823"/>
                  <a:gd name="connsiteY1" fmla="*/ 129 h 542910"/>
                  <a:gd name="connsiteX2" fmla="*/ 25037 w 767823"/>
                  <a:gd name="connsiteY2" fmla="*/ 141 h 542910"/>
                  <a:gd name="connsiteX3" fmla="*/ 29884 w 767823"/>
                  <a:gd name="connsiteY3" fmla="*/ 131 h 542910"/>
                  <a:gd name="connsiteX4" fmla="*/ 43003 w 767823"/>
                  <a:gd name="connsiteY4" fmla="*/ 143 h 542910"/>
                  <a:gd name="connsiteX5" fmla="*/ 56740 w 767823"/>
                  <a:gd name="connsiteY5" fmla="*/ 148 h 542910"/>
                  <a:gd name="connsiteX6" fmla="*/ 79796 w 767823"/>
                  <a:gd name="connsiteY6" fmla="*/ 174 h 542910"/>
                  <a:gd name="connsiteX7" fmla="*/ 106458 w 767823"/>
                  <a:gd name="connsiteY7" fmla="*/ 190 h 542910"/>
                  <a:gd name="connsiteX8" fmla="*/ 132115 w 767823"/>
                  <a:gd name="connsiteY8" fmla="*/ 200 h 542910"/>
                  <a:gd name="connsiteX9" fmla="*/ 143033 w 767823"/>
                  <a:gd name="connsiteY9" fmla="*/ 203 h 542910"/>
                  <a:gd name="connsiteX10" fmla="*/ 155878 w 767823"/>
                  <a:gd name="connsiteY10" fmla="*/ 223 h 542910"/>
                  <a:gd name="connsiteX11" fmla="*/ 160596 w 767823"/>
                  <a:gd name="connsiteY11" fmla="*/ 225 h 542910"/>
                  <a:gd name="connsiteX12" fmla="*/ 167026 w 767823"/>
                  <a:gd name="connsiteY12" fmla="*/ 241 h 542910"/>
                  <a:gd name="connsiteX13" fmla="*/ 168919 w 767823"/>
                  <a:gd name="connsiteY13" fmla="*/ 231 h 542910"/>
                  <a:gd name="connsiteX14" fmla="*/ 177227 w 767823"/>
                  <a:gd name="connsiteY14" fmla="*/ 2262 h 542910"/>
                  <a:gd name="connsiteX15" fmla="*/ 177281 w 767823"/>
                  <a:gd name="connsiteY15" fmla="*/ 4256 h 542910"/>
                  <a:gd name="connsiteX16" fmla="*/ 177562 w 767823"/>
                  <a:gd name="connsiteY16" fmla="*/ 13211 h 542910"/>
                  <a:gd name="connsiteX17" fmla="*/ 177646 w 767823"/>
                  <a:gd name="connsiteY17" fmla="*/ 16350 h 542910"/>
                  <a:gd name="connsiteX18" fmla="*/ 177751 w 767823"/>
                  <a:gd name="connsiteY18" fmla="*/ 19370 h 542910"/>
                  <a:gd name="connsiteX19" fmla="*/ 177836 w 767823"/>
                  <a:gd name="connsiteY19" fmla="*/ 22151 h 542910"/>
                  <a:gd name="connsiteX20" fmla="*/ 179908 w 767823"/>
                  <a:gd name="connsiteY20" fmla="*/ 28183 h 542910"/>
                  <a:gd name="connsiteX21" fmla="*/ 183484 w 767823"/>
                  <a:gd name="connsiteY21" fmla="*/ 28183 h 542910"/>
                  <a:gd name="connsiteX22" fmla="*/ 183552 w 767823"/>
                  <a:gd name="connsiteY22" fmla="*/ 31027 h 542910"/>
                  <a:gd name="connsiteX23" fmla="*/ 183817 w 767823"/>
                  <a:gd name="connsiteY23" fmla="*/ 41451 h 542910"/>
                  <a:gd name="connsiteX24" fmla="*/ 183928 w 767823"/>
                  <a:gd name="connsiteY24" fmla="*/ 45967 h 542910"/>
                  <a:gd name="connsiteX25" fmla="*/ 184095 w 767823"/>
                  <a:gd name="connsiteY25" fmla="*/ 52450 h 542910"/>
                  <a:gd name="connsiteX26" fmla="*/ 184140 w 767823"/>
                  <a:gd name="connsiteY26" fmla="*/ 54495 h 542910"/>
                  <a:gd name="connsiteX27" fmla="*/ 185271 w 767823"/>
                  <a:gd name="connsiteY27" fmla="*/ 61255 h 542910"/>
                  <a:gd name="connsiteX28" fmla="*/ 189741 w 767823"/>
                  <a:gd name="connsiteY28" fmla="*/ 62149 h 542910"/>
                  <a:gd name="connsiteX29" fmla="*/ 189794 w 767823"/>
                  <a:gd name="connsiteY29" fmla="*/ 64814 h 542910"/>
                  <a:gd name="connsiteX30" fmla="*/ 190024 w 767823"/>
                  <a:gd name="connsiteY30" fmla="*/ 74604 h 542910"/>
                  <a:gd name="connsiteX31" fmla="*/ 190118 w 767823"/>
                  <a:gd name="connsiteY31" fmla="*/ 78841 h 542910"/>
                  <a:gd name="connsiteX32" fmla="*/ 190264 w 767823"/>
                  <a:gd name="connsiteY32" fmla="*/ 84932 h 542910"/>
                  <a:gd name="connsiteX33" fmla="*/ 190296 w 767823"/>
                  <a:gd name="connsiteY33" fmla="*/ 86845 h 542910"/>
                  <a:gd name="connsiteX34" fmla="*/ 192422 w 767823"/>
                  <a:gd name="connsiteY34" fmla="*/ 94327 h 542910"/>
                  <a:gd name="connsiteX35" fmla="*/ 196891 w 767823"/>
                  <a:gd name="connsiteY35" fmla="*/ 96115 h 542910"/>
                  <a:gd name="connsiteX36" fmla="*/ 196959 w 767823"/>
                  <a:gd name="connsiteY36" fmla="*/ 98876 h 542910"/>
                  <a:gd name="connsiteX37" fmla="*/ 197224 w 767823"/>
                  <a:gd name="connsiteY37" fmla="*/ 109001 h 542910"/>
                  <a:gd name="connsiteX38" fmla="*/ 197336 w 767823"/>
                  <a:gd name="connsiteY38" fmla="*/ 113387 h 542910"/>
                  <a:gd name="connsiteX39" fmla="*/ 197502 w 767823"/>
                  <a:gd name="connsiteY39" fmla="*/ 119683 h 542910"/>
                  <a:gd name="connsiteX40" fmla="*/ 197548 w 767823"/>
                  <a:gd name="connsiteY40" fmla="*/ 121670 h 542910"/>
                  <a:gd name="connsiteX41" fmla="*/ 198679 w 767823"/>
                  <a:gd name="connsiteY41" fmla="*/ 128293 h 542910"/>
                  <a:gd name="connsiteX42" fmla="*/ 203148 w 767823"/>
                  <a:gd name="connsiteY42" fmla="*/ 128293 h 542910"/>
                  <a:gd name="connsiteX43" fmla="*/ 203216 w 767823"/>
                  <a:gd name="connsiteY43" fmla="*/ 131205 h 542910"/>
                  <a:gd name="connsiteX44" fmla="*/ 203481 w 767823"/>
                  <a:gd name="connsiteY44" fmla="*/ 141894 h 542910"/>
                  <a:gd name="connsiteX45" fmla="*/ 203593 w 767823"/>
                  <a:gd name="connsiteY45" fmla="*/ 146521 h 542910"/>
                  <a:gd name="connsiteX46" fmla="*/ 203759 w 767823"/>
                  <a:gd name="connsiteY46" fmla="*/ 153171 h 542910"/>
                  <a:gd name="connsiteX47" fmla="*/ 203805 w 767823"/>
                  <a:gd name="connsiteY47" fmla="*/ 155262 h 542910"/>
                  <a:gd name="connsiteX48" fmla="*/ 204936 w 767823"/>
                  <a:gd name="connsiteY48" fmla="*/ 163153 h 542910"/>
                  <a:gd name="connsiteX49" fmla="*/ 209405 w 767823"/>
                  <a:gd name="connsiteY49" fmla="*/ 164047 h 542910"/>
                  <a:gd name="connsiteX50" fmla="*/ 209459 w 767823"/>
                  <a:gd name="connsiteY50" fmla="*/ 166876 h 542910"/>
                  <a:gd name="connsiteX51" fmla="*/ 209689 w 767823"/>
                  <a:gd name="connsiteY51" fmla="*/ 177266 h 542910"/>
                  <a:gd name="connsiteX52" fmla="*/ 209782 w 767823"/>
                  <a:gd name="connsiteY52" fmla="*/ 181763 h 542910"/>
                  <a:gd name="connsiteX53" fmla="*/ 209929 w 767823"/>
                  <a:gd name="connsiteY53" fmla="*/ 188226 h 542910"/>
                  <a:gd name="connsiteX54" fmla="*/ 209960 w 767823"/>
                  <a:gd name="connsiteY54" fmla="*/ 190258 h 542910"/>
                  <a:gd name="connsiteX55" fmla="*/ 212087 w 767823"/>
                  <a:gd name="connsiteY55" fmla="*/ 198013 h 542910"/>
                  <a:gd name="connsiteX56" fmla="*/ 215662 w 767823"/>
                  <a:gd name="connsiteY56" fmla="*/ 198013 h 542910"/>
                  <a:gd name="connsiteX57" fmla="*/ 216580 w 767823"/>
                  <a:gd name="connsiteY57" fmla="*/ 208568 h 542910"/>
                  <a:gd name="connsiteX58" fmla="*/ 216547 w 767823"/>
                  <a:gd name="connsiteY58" fmla="*/ 211485 h 542910"/>
                  <a:gd name="connsiteX59" fmla="*/ 216442 w 767823"/>
                  <a:gd name="connsiteY59" fmla="*/ 217491 h 542910"/>
                  <a:gd name="connsiteX60" fmla="*/ 218344 w 767823"/>
                  <a:gd name="connsiteY60" fmla="*/ 231979 h 542910"/>
                  <a:gd name="connsiteX61" fmla="*/ 222813 w 767823"/>
                  <a:gd name="connsiteY61" fmla="*/ 232873 h 542910"/>
                  <a:gd name="connsiteX62" fmla="*/ 222838 w 767823"/>
                  <a:gd name="connsiteY62" fmla="*/ 235617 h 542910"/>
                  <a:gd name="connsiteX63" fmla="*/ 222998 w 767823"/>
                  <a:gd name="connsiteY63" fmla="*/ 245797 h 542910"/>
                  <a:gd name="connsiteX64" fmla="*/ 223055 w 767823"/>
                  <a:gd name="connsiteY64" fmla="*/ 250184 h 542910"/>
                  <a:gd name="connsiteX65" fmla="*/ 226458 w 767823"/>
                  <a:gd name="connsiteY65" fmla="*/ 270655 h 542910"/>
                  <a:gd name="connsiteX66" fmla="*/ 228176 w 767823"/>
                  <a:gd name="connsiteY66" fmla="*/ 278459 h 542910"/>
                  <a:gd name="connsiteX67" fmla="*/ 229157 w 767823"/>
                  <a:gd name="connsiteY67" fmla="*/ 270428 h 542910"/>
                  <a:gd name="connsiteX68" fmla="*/ 229148 w 767823"/>
                  <a:gd name="connsiteY68" fmla="*/ 267897 h 542910"/>
                  <a:gd name="connsiteX69" fmla="*/ 229126 w 767823"/>
                  <a:gd name="connsiteY69" fmla="*/ 265275 h 542910"/>
                  <a:gd name="connsiteX70" fmla="*/ 229113 w 767823"/>
                  <a:gd name="connsiteY70" fmla="*/ 262611 h 542910"/>
                  <a:gd name="connsiteX71" fmla="*/ 229070 w 767823"/>
                  <a:gd name="connsiteY71" fmla="*/ 256113 h 542910"/>
                  <a:gd name="connsiteX72" fmla="*/ 233539 w 767823"/>
                  <a:gd name="connsiteY72" fmla="*/ 256113 h 542910"/>
                  <a:gd name="connsiteX73" fmla="*/ 235382 w 767823"/>
                  <a:gd name="connsiteY73" fmla="*/ 244884 h 542910"/>
                  <a:gd name="connsiteX74" fmla="*/ 236220 w 767823"/>
                  <a:gd name="connsiteY74" fmla="*/ 234661 h 542910"/>
                  <a:gd name="connsiteX75" fmla="*/ 240690 w 767823"/>
                  <a:gd name="connsiteY75" fmla="*/ 232873 h 542910"/>
                  <a:gd name="connsiteX76" fmla="*/ 241866 w 767823"/>
                  <a:gd name="connsiteY76" fmla="*/ 225628 h 542910"/>
                  <a:gd name="connsiteX77" fmla="*/ 241980 w 767823"/>
                  <a:gd name="connsiteY77" fmla="*/ 222966 h 542910"/>
                  <a:gd name="connsiteX78" fmla="*/ 242086 w 767823"/>
                  <a:gd name="connsiteY78" fmla="*/ 220191 h 542910"/>
                  <a:gd name="connsiteX79" fmla="*/ 242203 w 767823"/>
                  <a:gd name="connsiteY79" fmla="*/ 217386 h 542910"/>
                  <a:gd name="connsiteX80" fmla="*/ 242477 w 767823"/>
                  <a:gd name="connsiteY80" fmla="*/ 210527 h 542910"/>
                  <a:gd name="connsiteX81" fmla="*/ 247840 w 767823"/>
                  <a:gd name="connsiteY81" fmla="*/ 208739 h 542910"/>
                  <a:gd name="connsiteX82" fmla="*/ 248734 w 767823"/>
                  <a:gd name="connsiteY82" fmla="*/ 187287 h 542910"/>
                  <a:gd name="connsiteX83" fmla="*/ 253203 w 767823"/>
                  <a:gd name="connsiteY83" fmla="*/ 186393 h 542910"/>
                  <a:gd name="connsiteX84" fmla="*/ 254380 w 767823"/>
                  <a:gd name="connsiteY84" fmla="*/ 179934 h 542910"/>
                  <a:gd name="connsiteX85" fmla="*/ 254494 w 767823"/>
                  <a:gd name="connsiteY85" fmla="*/ 177140 h 542910"/>
                  <a:gd name="connsiteX86" fmla="*/ 254600 w 767823"/>
                  <a:gd name="connsiteY86" fmla="*/ 174214 h 542910"/>
                  <a:gd name="connsiteX87" fmla="*/ 254717 w 767823"/>
                  <a:gd name="connsiteY87" fmla="*/ 171268 h 542910"/>
                  <a:gd name="connsiteX88" fmla="*/ 254991 w 767823"/>
                  <a:gd name="connsiteY88" fmla="*/ 164047 h 542910"/>
                  <a:gd name="connsiteX89" fmla="*/ 260354 w 767823"/>
                  <a:gd name="connsiteY89" fmla="*/ 162259 h 542910"/>
                  <a:gd name="connsiteX90" fmla="*/ 261751 w 767823"/>
                  <a:gd name="connsiteY90" fmla="*/ 147567 h 542910"/>
                  <a:gd name="connsiteX91" fmla="*/ 261868 w 767823"/>
                  <a:gd name="connsiteY91" fmla="*/ 145327 h 542910"/>
                  <a:gd name="connsiteX92" fmla="*/ 262142 w 767823"/>
                  <a:gd name="connsiteY92" fmla="*/ 139913 h 542910"/>
                  <a:gd name="connsiteX93" fmla="*/ 264321 w 767823"/>
                  <a:gd name="connsiteY93" fmla="*/ 139578 h 542910"/>
                  <a:gd name="connsiteX94" fmla="*/ 266611 w 767823"/>
                  <a:gd name="connsiteY94" fmla="*/ 139019 h 542910"/>
                  <a:gd name="connsiteX95" fmla="*/ 267788 w 767823"/>
                  <a:gd name="connsiteY95" fmla="*/ 132951 h 542910"/>
                  <a:gd name="connsiteX96" fmla="*/ 267901 w 767823"/>
                  <a:gd name="connsiteY96" fmla="*/ 130402 h 542910"/>
                  <a:gd name="connsiteX97" fmla="*/ 268008 w 767823"/>
                  <a:gd name="connsiteY97" fmla="*/ 127735 h 542910"/>
                  <a:gd name="connsiteX98" fmla="*/ 268125 w 767823"/>
                  <a:gd name="connsiteY98" fmla="*/ 125046 h 542910"/>
                  <a:gd name="connsiteX99" fmla="*/ 268399 w 767823"/>
                  <a:gd name="connsiteY99" fmla="*/ 118461 h 542910"/>
                  <a:gd name="connsiteX100" fmla="*/ 270577 w 767823"/>
                  <a:gd name="connsiteY100" fmla="*/ 118126 h 542910"/>
                  <a:gd name="connsiteX101" fmla="*/ 272868 w 767823"/>
                  <a:gd name="connsiteY101" fmla="*/ 117567 h 542910"/>
                  <a:gd name="connsiteX102" fmla="*/ 274045 w 767823"/>
                  <a:gd name="connsiteY102" fmla="*/ 110912 h 542910"/>
                  <a:gd name="connsiteX103" fmla="*/ 274158 w 767823"/>
                  <a:gd name="connsiteY103" fmla="*/ 107997 h 542910"/>
                  <a:gd name="connsiteX104" fmla="*/ 274265 w 767823"/>
                  <a:gd name="connsiteY104" fmla="*/ 104942 h 542910"/>
                  <a:gd name="connsiteX105" fmla="*/ 274382 w 767823"/>
                  <a:gd name="connsiteY105" fmla="*/ 101866 h 542910"/>
                  <a:gd name="connsiteX106" fmla="*/ 274656 w 767823"/>
                  <a:gd name="connsiteY106" fmla="*/ 94327 h 542910"/>
                  <a:gd name="connsiteX107" fmla="*/ 280019 w 767823"/>
                  <a:gd name="connsiteY107" fmla="*/ 94327 h 542910"/>
                  <a:gd name="connsiteX108" fmla="*/ 280801 w 767823"/>
                  <a:gd name="connsiteY108" fmla="*/ 77756 h 542910"/>
                  <a:gd name="connsiteX109" fmla="*/ 280913 w 767823"/>
                  <a:gd name="connsiteY109" fmla="*/ 72875 h 542910"/>
                  <a:gd name="connsiteX110" fmla="*/ 286276 w 767823"/>
                  <a:gd name="connsiteY110" fmla="*/ 71088 h 542910"/>
                  <a:gd name="connsiteX111" fmla="*/ 287672 w 767823"/>
                  <a:gd name="connsiteY111" fmla="*/ 56004 h 542910"/>
                  <a:gd name="connsiteX112" fmla="*/ 287789 w 767823"/>
                  <a:gd name="connsiteY112" fmla="*/ 53364 h 542910"/>
                  <a:gd name="connsiteX113" fmla="*/ 288063 w 767823"/>
                  <a:gd name="connsiteY113" fmla="*/ 46954 h 542910"/>
                  <a:gd name="connsiteX114" fmla="*/ 292532 w 767823"/>
                  <a:gd name="connsiteY114" fmla="*/ 46060 h 542910"/>
                  <a:gd name="connsiteX115" fmla="*/ 293709 w 767823"/>
                  <a:gd name="connsiteY115" fmla="*/ 38815 h 542910"/>
                  <a:gd name="connsiteX116" fmla="*/ 293823 w 767823"/>
                  <a:gd name="connsiteY116" fmla="*/ 36153 h 542910"/>
                  <a:gd name="connsiteX117" fmla="*/ 293929 w 767823"/>
                  <a:gd name="connsiteY117" fmla="*/ 33379 h 542910"/>
                  <a:gd name="connsiteX118" fmla="*/ 294046 w 767823"/>
                  <a:gd name="connsiteY118" fmla="*/ 30573 h 542910"/>
                  <a:gd name="connsiteX119" fmla="*/ 294320 w 767823"/>
                  <a:gd name="connsiteY119" fmla="*/ 23714 h 542910"/>
                  <a:gd name="connsiteX120" fmla="*/ 298789 w 767823"/>
                  <a:gd name="connsiteY120" fmla="*/ 23714 h 542910"/>
                  <a:gd name="connsiteX121" fmla="*/ 299966 w 767823"/>
                  <a:gd name="connsiteY121" fmla="*/ 17450 h 542910"/>
                  <a:gd name="connsiteX122" fmla="*/ 300079 w 767823"/>
                  <a:gd name="connsiteY122" fmla="*/ 14779 h 542910"/>
                  <a:gd name="connsiteX123" fmla="*/ 300186 w 767823"/>
                  <a:gd name="connsiteY123" fmla="*/ 11982 h 542910"/>
                  <a:gd name="connsiteX124" fmla="*/ 300303 w 767823"/>
                  <a:gd name="connsiteY124" fmla="*/ 9165 h 542910"/>
                  <a:gd name="connsiteX125" fmla="*/ 300577 w 767823"/>
                  <a:gd name="connsiteY125" fmla="*/ 2262 h 542910"/>
                  <a:gd name="connsiteX126" fmla="*/ 312873 w 767823"/>
                  <a:gd name="connsiteY126" fmla="*/ 253 h 542910"/>
                  <a:gd name="connsiteX127" fmla="*/ 314936 w 767823"/>
                  <a:gd name="connsiteY127" fmla="*/ 246 h 542910"/>
                  <a:gd name="connsiteX128" fmla="*/ 321754 w 767823"/>
                  <a:gd name="connsiteY128" fmla="*/ 257 h 542910"/>
                  <a:gd name="connsiteX129" fmla="*/ 326653 w 767823"/>
                  <a:gd name="connsiteY129" fmla="*/ 252 h 542910"/>
                  <a:gd name="connsiteX130" fmla="*/ 339938 w 767823"/>
                  <a:gd name="connsiteY130" fmla="*/ 263 h 542910"/>
                  <a:gd name="connsiteX131" fmla="*/ 353840 w 767823"/>
                  <a:gd name="connsiteY131" fmla="*/ 269 h 542910"/>
                  <a:gd name="connsiteX132" fmla="*/ 377180 w 767823"/>
                  <a:gd name="connsiteY132" fmla="*/ 290 h 542910"/>
                  <a:gd name="connsiteX133" fmla="*/ 404174 w 767823"/>
                  <a:gd name="connsiteY133" fmla="*/ 308 h 542910"/>
                  <a:gd name="connsiteX134" fmla="*/ 430138 w 767823"/>
                  <a:gd name="connsiteY134" fmla="*/ 320 h 542910"/>
                  <a:gd name="connsiteX135" fmla="*/ 441191 w 767823"/>
                  <a:gd name="connsiteY135" fmla="*/ 325 h 542910"/>
                  <a:gd name="connsiteX136" fmla="*/ 454199 w 767823"/>
                  <a:gd name="connsiteY136" fmla="*/ 340 h 542910"/>
                  <a:gd name="connsiteX137" fmla="*/ 458977 w 767823"/>
                  <a:gd name="connsiteY137" fmla="*/ 343 h 542910"/>
                  <a:gd name="connsiteX138" fmla="*/ 465489 w 767823"/>
                  <a:gd name="connsiteY138" fmla="*/ 355 h 542910"/>
                  <a:gd name="connsiteX139" fmla="*/ 467407 w 767823"/>
                  <a:gd name="connsiteY139" fmla="*/ 350 h 542910"/>
                  <a:gd name="connsiteX140" fmla="*/ 475770 w 767823"/>
                  <a:gd name="connsiteY140" fmla="*/ 1368 h 542910"/>
                  <a:gd name="connsiteX141" fmla="*/ 475824 w 767823"/>
                  <a:gd name="connsiteY141" fmla="*/ 3048 h 542910"/>
                  <a:gd name="connsiteX142" fmla="*/ 476105 w 767823"/>
                  <a:gd name="connsiteY142" fmla="*/ 10586 h 542910"/>
                  <a:gd name="connsiteX143" fmla="*/ 476189 w 767823"/>
                  <a:gd name="connsiteY143" fmla="*/ 13230 h 542910"/>
                  <a:gd name="connsiteX144" fmla="*/ 476294 w 767823"/>
                  <a:gd name="connsiteY144" fmla="*/ 15771 h 542910"/>
                  <a:gd name="connsiteX145" fmla="*/ 476379 w 767823"/>
                  <a:gd name="connsiteY145" fmla="*/ 18111 h 542910"/>
                  <a:gd name="connsiteX146" fmla="*/ 478452 w 767823"/>
                  <a:gd name="connsiteY146" fmla="*/ 22820 h 542910"/>
                  <a:gd name="connsiteX147" fmla="*/ 482921 w 767823"/>
                  <a:gd name="connsiteY147" fmla="*/ 24608 h 542910"/>
                  <a:gd name="connsiteX148" fmla="*/ 482974 w 767823"/>
                  <a:gd name="connsiteY148" fmla="*/ 26206 h 542910"/>
                  <a:gd name="connsiteX149" fmla="*/ 483256 w 767823"/>
                  <a:gd name="connsiteY149" fmla="*/ 33379 h 542910"/>
                  <a:gd name="connsiteX150" fmla="*/ 483340 w 767823"/>
                  <a:gd name="connsiteY150" fmla="*/ 35894 h 542910"/>
                  <a:gd name="connsiteX151" fmla="*/ 483444 w 767823"/>
                  <a:gd name="connsiteY151" fmla="*/ 38312 h 542910"/>
                  <a:gd name="connsiteX152" fmla="*/ 483530 w 767823"/>
                  <a:gd name="connsiteY152" fmla="*/ 40539 h 542910"/>
                  <a:gd name="connsiteX153" fmla="*/ 485602 w 767823"/>
                  <a:gd name="connsiteY153" fmla="*/ 45166 h 542910"/>
                  <a:gd name="connsiteX154" fmla="*/ 489178 w 767823"/>
                  <a:gd name="connsiteY154" fmla="*/ 45166 h 542910"/>
                  <a:gd name="connsiteX155" fmla="*/ 490071 w 767823"/>
                  <a:gd name="connsiteY155" fmla="*/ 67512 h 542910"/>
                  <a:gd name="connsiteX156" fmla="*/ 495435 w 767823"/>
                  <a:gd name="connsiteY156" fmla="*/ 69300 h 542910"/>
                  <a:gd name="connsiteX157" fmla="*/ 495502 w 767823"/>
                  <a:gd name="connsiteY157" fmla="*/ 70966 h 542910"/>
                  <a:gd name="connsiteX158" fmla="*/ 495826 w 767823"/>
                  <a:gd name="connsiteY158" fmla="*/ 78462 h 542910"/>
                  <a:gd name="connsiteX159" fmla="*/ 495932 w 767823"/>
                  <a:gd name="connsiteY159" fmla="*/ 81084 h 542910"/>
                  <a:gd name="connsiteX160" fmla="*/ 496046 w 767823"/>
                  <a:gd name="connsiteY160" fmla="*/ 83615 h 542910"/>
                  <a:gd name="connsiteX161" fmla="*/ 496145 w 767823"/>
                  <a:gd name="connsiteY161" fmla="*/ 85942 h 542910"/>
                  <a:gd name="connsiteX162" fmla="*/ 497222 w 767823"/>
                  <a:gd name="connsiteY162" fmla="*/ 91646 h 542910"/>
                  <a:gd name="connsiteX163" fmla="*/ 501691 w 767823"/>
                  <a:gd name="connsiteY163" fmla="*/ 92540 h 542910"/>
                  <a:gd name="connsiteX164" fmla="*/ 501745 w 767823"/>
                  <a:gd name="connsiteY164" fmla="*/ 94096 h 542910"/>
                  <a:gd name="connsiteX165" fmla="*/ 502027 w 767823"/>
                  <a:gd name="connsiteY165" fmla="*/ 101143 h 542910"/>
                  <a:gd name="connsiteX166" fmla="*/ 502110 w 767823"/>
                  <a:gd name="connsiteY166" fmla="*/ 103591 h 542910"/>
                  <a:gd name="connsiteX167" fmla="*/ 504373 w 767823"/>
                  <a:gd name="connsiteY167" fmla="*/ 115780 h 542910"/>
                  <a:gd name="connsiteX168" fmla="*/ 508842 w 767823"/>
                  <a:gd name="connsiteY168" fmla="*/ 117567 h 542910"/>
                  <a:gd name="connsiteX169" fmla="*/ 508814 w 767823"/>
                  <a:gd name="connsiteY169" fmla="*/ 119152 h 542910"/>
                  <a:gd name="connsiteX170" fmla="*/ 508730 w 767823"/>
                  <a:gd name="connsiteY170" fmla="*/ 126282 h 542910"/>
                  <a:gd name="connsiteX171" fmla="*/ 508685 w 767823"/>
                  <a:gd name="connsiteY171" fmla="*/ 128775 h 542910"/>
                  <a:gd name="connsiteX172" fmla="*/ 508668 w 767823"/>
                  <a:gd name="connsiteY172" fmla="*/ 131184 h 542910"/>
                  <a:gd name="connsiteX173" fmla="*/ 508639 w 767823"/>
                  <a:gd name="connsiteY173" fmla="*/ 133397 h 542910"/>
                  <a:gd name="connsiteX174" fmla="*/ 510630 w 767823"/>
                  <a:gd name="connsiteY174" fmla="*/ 139019 h 542910"/>
                  <a:gd name="connsiteX175" fmla="*/ 515099 w 767823"/>
                  <a:gd name="connsiteY175" fmla="*/ 139019 h 542910"/>
                  <a:gd name="connsiteX176" fmla="*/ 515153 w 767823"/>
                  <a:gd name="connsiteY176" fmla="*/ 140686 h 542910"/>
                  <a:gd name="connsiteX177" fmla="*/ 515434 w 767823"/>
                  <a:gd name="connsiteY177" fmla="*/ 148181 h 542910"/>
                  <a:gd name="connsiteX178" fmla="*/ 515518 w 767823"/>
                  <a:gd name="connsiteY178" fmla="*/ 150804 h 542910"/>
                  <a:gd name="connsiteX179" fmla="*/ 515623 w 767823"/>
                  <a:gd name="connsiteY179" fmla="*/ 153335 h 542910"/>
                  <a:gd name="connsiteX180" fmla="*/ 515708 w 767823"/>
                  <a:gd name="connsiteY180" fmla="*/ 155661 h 542910"/>
                  <a:gd name="connsiteX181" fmla="*/ 517781 w 767823"/>
                  <a:gd name="connsiteY181" fmla="*/ 161366 h 542910"/>
                  <a:gd name="connsiteX182" fmla="*/ 521356 w 767823"/>
                  <a:gd name="connsiteY182" fmla="*/ 161366 h 542910"/>
                  <a:gd name="connsiteX183" fmla="*/ 521410 w 767823"/>
                  <a:gd name="connsiteY183" fmla="*/ 163292 h 542910"/>
                  <a:gd name="connsiteX184" fmla="*/ 521691 w 767823"/>
                  <a:gd name="connsiteY184" fmla="*/ 171924 h 542910"/>
                  <a:gd name="connsiteX185" fmla="*/ 521775 w 767823"/>
                  <a:gd name="connsiteY185" fmla="*/ 174956 h 542910"/>
                  <a:gd name="connsiteX186" fmla="*/ 521880 w 767823"/>
                  <a:gd name="connsiteY186" fmla="*/ 177863 h 542910"/>
                  <a:gd name="connsiteX187" fmla="*/ 521965 w 767823"/>
                  <a:gd name="connsiteY187" fmla="*/ 180544 h 542910"/>
                  <a:gd name="connsiteX188" fmla="*/ 524037 w 767823"/>
                  <a:gd name="connsiteY188" fmla="*/ 185499 h 542910"/>
                  <a:gd name="connsiteX189" fmla="*/ 527613 w 767823"/>
                  <a:gd name="connsiteY189" fmla="*/ 185499 h 542910"/>
                  <a:gd name="connsiteX190" fmla="*/ 527777 w 767823"/>
                  <a:gd name="connsiteY190" fmla="*/ 188540 h 542910"/>
                  <a:gd name="connsiteX191" fmla="*/ 529401 w 767823"/>
                  <a:gd name="connsiteY191" fmla="*/ 208739 h 542910"/>
                  <a:gd name="connsiteX192" fmla="*/ 534764 w 767823"/>
                  <a:gd name="connsiteY192" fmla="*/ 208739 h 542910"/>
                  <a:gd name="connsiteX193" fmla="*/ 534831 w 767823"/>
                  <a:gd name="connsiteY193" fmla="*/ 210680 h 542910"/>
                  <a:gd name="connsiteX194" fmla="*/ 535155 w 767823"/>
                  <a:gd name="connsiteY194" fmla="*/ 219353 h 542910"/>
                  <a:gd name="connsiteX195" fmla="*/ 535261 w 767823"/>
                  <a:gd name="connsiteY195" fmla="*/ 222409 h 542910"/>
                  <a:gd name="connsiteX196" fmla="*/ 535375 w 767823"/>
                  <a:gd name="connsiteY196" fmla="*/ 225324 h 542910"/>
                  <a:gd name="connsiteX197" fmla="*/ 535474 w 767823"/>
                  <a:gd name="connsiteY197" fmla="*/ 228019 h 542910"/>
                  <a:gd name="connsiteX198" fmla="*/ 536551 w 767823"/>
                  <a:gd name="connsiteY198" fmla="*/ 231979 h 542910"/>
                  <a:gd name="connsiteX199" fmla="*/ 541020 w 767823"/>
                  <a:gd name="connsiteY199" fmla="*/ 231979 h 542910"/>
                  <a:gd name="connsiteX200" fmla="*/ 541914 w 767823"/>
                  <a:gd name="connsiteY200" fmla="*/ 255219 h 542910"/>
                  <a:gd name="connsiteX201" fmla="*/ 547277 w 767823"/>
                  <a:gd name="connsiteY201" fmla="*/ 256113 h 542910"/>
                  <a:gd name="connsiteX202" fmla="*/ 547345 w 767823"/>
                  <a:gd name="connsiteY202" fmla="*/ 257725 h 542910"/>
                  <a:gd name="connsiteX203" fmla="*/ 547668 w 767823"/>
                  <a:gd name="connsiteY203" fmla="*/ 264939 h 542910"/>
                  <a:gd name="connsiteX204" fmla="*/ 547775 w 767823"/>
                  <a:gd name="connsiteY204" fmla="*/ 267478 h 542910"/>
                  <a:gd name="connsiteX205" fmla="*/ 547888 w 767823"/>
                  <a:gd name="connsiteY205" fmla="*/ 269904 h 542910"/>
                  <a:gd name="connsiteX206" fmla="*/ 547988 w 767823"/>
                  <a:gd name="connsiteY206" fmla="*/ 272146 h 542910"/>
                  <a:gd name="connsiteX207" fmla="*/ 549065 w 767823"/>
                  <a:gd name="connsiteY207" fmla="*/ 275777 h 542910"/>
                  <a:gd name="connsiteX208" fmla="*/ 549791 w 767823"/>
                  <a:gd name="connsiteY208" fmla="*/ 273375 h 542910"/>
                  <a:gd name="connsiteX209" fmla="*/ 552231 w 767823"/>
                  <a:gd name="connsiteY209" fmla="*/ 268450 h 542910"/>
                  <a:gd name="connsiteX210" fmla="*/ 553992 w 767823"/>
                  <a:gd name="connsiteY210" fmla="*/ 258665 h 542910"/>
                  <a:gd name="connsiteX211" fmla="*/ 554040 w 767823"/>
                  <a:gd name="connsiteY211" fmla="*/ 256580 h 542910"/>
                  <a:gd name="connsiteX212" fmla="*/ 554149 w 767823"/>
                  <a:gd name="connsiteY212" fmla="*/ 250023 h 542910"/>
                  <a:gd name="connsiteX213" fmla="*/ 554241 w 767823"/>
                  <a:gd name="connsiteY213" fmla="*/ 245563 h 542910"/>
                  <a:gd name="connsiteX214" fmla="*/ 554428 w 767823"/>
                  <a:gd name="connsiteY214" fmla="*/ 234661 h 542910"/>
                  <a:gd name="connsiteX215" fmla="*/ 558897 w 767823"/>
                  <a:gd name="connsiteY215" fmla="*/ 233767 h 542910"/>
                  <a:gd name="connsiteX216" fmla="*/ 560074 w 767823"/>
                  <a:gd name="connsiteY216" fmla="*/ 223980 h 542910"/>
                  <a:gd name="connsiteX217" fmla="*/ 560130 w 767823"/>
                  <a:gd name="connsiteY217" fmla="*/ 221887 h 542910"/>
                  <a:gd name="connsiteX218" fmla="*/ 560294 w 767823"/>
                  <a:gd name="connsiteY218" fmla="*/ 215275 h 542910"/>
                  <a:gd name="connsiteX219" fmla="*/ 560411 w 767823"/>
                  <a:gd name="connsiteY219" fmla="*/ 210790 h 542910"/>
                  <a:gd name="connsiteX220" fmla="*/ 560685 w 767823"/>
                  <a:gd name="connsiteY220" fmla="*/ 199801 h 542910"/>
                  <a:gd name="connsiteX221" fmla="*/ 562864 w 767823"/>
                  <a:gd name="connsiteY221" fmla="*/ 199466 h 542910"/>
                  <a:gd name="connsiteX222" fmla="*/ 565154 w 767823"/>
                  <a:gd name="connsiteY222" fmla="*/ 198907 h 542910"/>
                  <a:gd name="connsiteX223" fmla="*/ 566331 w 767823"/>
                  <a:gd name="connsiteY223" fmla="*/ 190297 h 542910"/>
                  <a:gd name="connsiteX224" fmla="*/ 566387 w 767823"/>
                  <a:gd name="connsiteY224" fmla="*/ 188260 h 542910"/>
                  <a:gd name="connsiteX225" fmla="*/ 566551 w 767823"/>
                  <a:gd name="connsiteY225" fmla="*/ 181812 h 542910"/>
                  <a:gd name="connsiteX226" fmla="*/ 566668 w 767823"/>
                  <a:gd name="connsiteY226" fmla="*/ 177444 h 542910"/>
                  <a:gd name="connsiteX227" fmla="*/ 566942 w 767823"/>
                  <a:gd name="connsiteY227" fmla="*/ 166729 h 542910"/>
                  <a:gd name="connsiteX228" fmla="*/ 569568 w 767823"/>
                  <a:gd name="connsiteY228" fmla="*/ 166002 h 542910"/>
                  <a:gd name="connsiteX229" fmla="*/ 572305 w 767823"/>
                  <a:gd name="connsiteY229" fmla="*/ 164941 h 542910"/>
                  <a:gd name="connsiteX230" fmla="*/ 573482 w 767823"/>
                  <a:gd name="connsiteY230" fmla="*/ 155545 h 542910"/>
                  <a:gd name="connsiteX231" fmla="*/ 573538 w 767823"/>
                  <a:gd name="connsiteY231" fmla="*/ 153573 h 542910"/>
                  <a:gd name="connsiteX232" fmla="*/ 573702 w 767823"/>
                  <a:gd name="connsiteY232" fmla="*/ 147343 h 542910"/>
                  <a:gd name="connsiteX233" fmla="*/ 573819 w 767823"/>
                  <a:gd name="connsiteY233" fmla="*/ 143117 h 542910"/>
                  <a:gd name="connsiteX234" fmla="*/ 574093 w 767823"/>
                  <a:gd name="connsiteY234" fmla="*/ 132763 h 542910"/>
                  <a:gd name="connsiteX235" fmla="*/ 576271 w 767823"/>
                  <a:gd name="connsiteY235" fmla="*/ 132372 h 542910"/>
                  <a:gd name="connsiteX236" fmla="*/ 579456 w 767823"/>
                  <a:gd name="connsiteY236" fmla="*/ 130975 h 542910"/>
                  <a:gd name="connsiteX237" fmla="*/ 579738 w 767823"/>
                  <a:gd name="connsiteY237" fmla="*/ 123849 h 542910"/>
                  <a:gd name="connsiteX238" fmla="*/ 579795 w 767823"/>
                  <a:gd name="connsiteY238" fmla="*/ 121688 h 542910"/>
                  <a:gd name="connsiteX239" fmla="*/ 579958 w 767823"/>
                  <a:gd name="connsiteY239" fmla="*/ 114830 h 542910"/>
                  <a:gd name="connsiteX240" fmla="*/ 580075 w 767823"/>
                  <a:gd name="connsiteY240" fmla="*/ 110191 h 542910"/>
                  <a:gd name="connsiteX241" fmla="*/ 580349 w 767823"/>
                  <a:gd name="connsiteY241" fmla="*/ 98797 h 542910"/>
                  <a:gd name="connsiteX242" fmla="*/ 584819 w 767823"/>
                  <a:gd name="connsiteY242" fmla="*/ 99690 h 542910"/>
                  <a:gd name="connsiteX243" fmla="*/ 585995 w 767823"/>
                  <a:gd name="connsiteY243" fmla="*/ 88727 h 542910"/>
                  <a:gd name="connsiteX244" fmla="*/ 586052 w 767823"/>
                  <a:gd name="connsiteY244" fmla="*/ 86578 h 542910"/>
                  <a:gd name="connsiteX245" fmla="*/ 586215 w 767823"/>
                  <a:gd name="connsiteY245" fmla="*/ 79802 h 542910"/>
                  <a:gd name="connsiteX246" fmla="*/ 586332 w 767823"/>
                  <a:gd name="connsiteY246" fmla="*/ 75201 h 542910"/>
                  <a:gd name="connsiteX247" fmla="*/ 586606 w 767823"/>
                  <a:gd name="connsiteY247" fmla="*/ 63937 h 542910"/>
                  <a:gd name="connsiteX248" fmla="*/ 591076 w 767823"/>
                  <a:gd name="connsiteY248" fmla="*/ 63937 h 542910"/>
                  <a:gd name="connsiteX249" fmla="*/ 592252 w 767823"/>
                  <a:gd name="connsiteY249" fmla="*/ 55327 h 542910"/>
                  <a:gd name="connsiteX250" fmla="*/ 592309 w 767823"/>
                  <a:gd name="connsiteY250" fmla="*/ 53290 h 542910"/>
                  <a:gd name="connsiteX251" fmla="*/ 592472 w 767823"/>
                  <a:gd name="connsiteY251" fmla="*/ 46842 h 542910"/>
                  <a:gd name="connsiteX252" fmla="*/ 592589 w 767823"/>
                  <a:gd name="connsiteY252" fmla="*/ 42474 h 542910"/>
                  <a:gd name="connsiteX253" fmla="*/ 592863 w 767823"/>
                  <a:gd name="connsiteY253" fmla="*/ 31758 h 542910"/>
                  <a:gd name="connsiteX254" fmla="*/ 595489 w 767823"/>
                  <a:gd name="connsiteY254" fmla="*/ 30529 h 542910"/>
                  <a:gd name="connsiteX255" fmla="*/ 599120 w 767823"/>
                  <a:gd name="connsiteY255" fmla="*/ 27289 h 542910"/>
                  <a:gd name="connsiteX256" fmla="*/ 599403 w 767823"/>
                  <a:gd name="connsiteY256" fmla="*/ 21444 h 542910"/>
                  <a:gd name="connsiteX257" fmla="*/ 599516 w 767823"/>
                  <a:gd name="connsiteY257" fmla="*/ 17918 h 542910"/>
                  <a:gd name="connsiteX258" fmla="*/ 599623 w 767823"/>
                  <a:gd name="connsiteY258" fmla="*/ 14217 h 542910"/>
                  <a:gd name="connsiteX259" fmla="*/ 599740 w 767823"/>
                  <a:gd name="connsiteY259" fmla="*/ 10495 h 542910"/>
                  <a:gd name="connsiteX260" fmla="*/ 600014 w 767823"/>
                  <a:gd name="connsiteY260" fmla="*/ 1368 h 542910"/>
                  <a:gd name="connsiteX261" fmla="*/ 610211 w 767823"/>
                  <a:gd name="connsiteY261" fmla="*/ 355 h 542910"/>
                  <a:gd name="connsiteX262" fmla="*/ 612239 w 767823"/>
                  <a:gd name="connsiteY262" fmla="*/ 348 h 542910"/>
                  <a:gd name="connsiteX263" fmla="*/ 618968 w 767823"/>
                  <a:gd name="connsiteY263" fmla="*/ 344 h 542910"/>
                  <a:gd name="connsiteX264" fmla="*/ 623791 w 767823"/>
                  <a:gd name="connsiteY264" fmla="*/ 335 h 542910"/>
                  <a:gd name="connsiteX265" fmla="*/ 636894 w 767823"/>
                  <a:gd name="connsiteY265" fmla="*/ 325 h 542910"/>
                  <a:gd name="connsiteX266" fmla="*/ 647823 w 767823"/>
                  <a:gd name="connsiteY266" fmla="*/ 317 h 542910"/>
                  <a:gd name="connsiteX267" fmla="*/ 673598 w 767823"/>
                  <a:gd name="connsiteY267" fmla="*/ 308 h 542910"/>
                  <a:gd name="connsiteX268" fmla="*/ 700214 w 767823"/>
                  <a:gd name="connsiteY268" fmla="*/ 285 h 542910"/>
                  <a:gd name="connsiteX269" fmla="*/ 723049 w 767823"/>
                  <a:gd name="connsiteY269" fmla="*/ 269 h 542910"/>
                  <a:gd name="connsiteX270" fmla="*/ 736695 w 767823"/>
                  <a:gd name="connsiteY270" fmla="*/ 258 h 542910"/>
                  <a:gd name="connsiteX271" fmla="*/ 749520 w 767823"/>
                  <a:gd name="connsiteY271" fmla="*/ 255 h 542910"/>
                  <a:gd name="connsiteX272" fmla="*/ 754234 w 767823"/>
                  <a:gd name="connsiteY272" fmla="*/ 249 h 542910"/>
                  <a:gd name="connsiteX273" fmla="*/ 760654 w 767823"/>
                  <a:gd name="connsiteY273" fmla="*/ 253 h 542910"/>
                  <a:gd name="connsiteX274" fmla="*/ 762552 w 767823"/>
                  <a:gd name="connsiteY274" fmla="*/ 239 h 542910"/>
                  <a:gd name="connsiteX275" fmla="*/ 769844 w 767823"/>
                  <a:gd name="connsiteY275" fmla="*/ 2262 h 542910"/>
                  <a:gd name="connsiteX276" fmla="*/ 769565 w 767823"/>
                  <a:gd name="connsiteY276" fmla="*/ 8630 h 542910"/>
                  <a:gd name="connsiteX277" fmla="*/ 769006 w 767823"/>
                  <a:gd name="connsiteY277" fmla="*/ 27803 h 542910"/>
                  <a:gd name="connsiteX278" fmla="*/ 768056 w 767823"/>
                  <a:gd name="connsiteY278" fmla="*/ 35334 h 542910"/>
                  <a:gd name="connsiteX279" fmla="*/ 763587 w 767823"/>
                  <a:gd name="connsiteY279" fmla="*/ 37122 h 542910"/>
                  <a:gd name="connsiteX280" fmla="*/ 762410 w 767823"/>
                  <a:gd name="connsiteY280" fmla="*/ 45145 h 542910"/>
                  <a:gd name="connsiteX281" fmla="*/ 762354 w 767823"/>
                  <a:gd name="connsiteY281" fmla="*/ 47001 h 542910"/>
                  <a:gd name="connsiteX282" fmla="*/ 762190 w 767823"/>
                  <a:gd name="connsiteY282" fmla="*/ 52875 h 542910"/>
                  <a:gd name="connsiteX283" fmla="*/ 762073 w 767823"/>
                  <a:gd name="connsiteY283" fmla="*/ 56856 h 542910"/>
                  <a:gd name="connsiteX284" fmla="*/ 761799 w 767823"/>
                  <a:gd name="connsiteY284" fmla="*/ 66618 h 542910"/>
                  <a:gd name="connsiteX285" fmla="*/ 757330 w 767823"/>
                  <a:gd name="connsiteY285" fmla="*/ 67512 h 542910"/>
                  <a:gd name="connsiteX286" fmla="*/ 756153 w 767823"/>
                  <a:gd name="connsiteY286" fmla="*/ 75930 h 542910"/>
                  <a:gd name="connsiteX287" fmla="*/ 756040 w 767823"/>
                  <a:gd name="connsiteY287" fmla="*/ 79326 h 542910"/>
                  <a:gd name="connsiteX288" fmla="*/ 755934 w 767823"/>
                  <a:gd name="connsiteY288" fmla="*/ 82875 h 542910"/>
                  <a:gd name="connsiteX289" fmla="*/ 755817 w 767823"/>
                  <a:gd name="connsiteY289" fmla="*/ 86456 h 542910"/>
                  <a:gd name="connsiteX290" fmla="*/ 755542 w 767823"/>
                  <a:gd name="connsiteY290" fmla="*/ 95221 h 542910"/>
                  <a:gd name="connsiteX291" fmla="*/ 753364 w 767823"/>
                  <a:gd name="connsiteY291" fmla="*/ 95165 h 542910"/>
                  <a:gd name="connsiteX292" fmla="*/ 750179 w 767823"/>
                  <a:gd name="connsiteY292" fmla="*/ 96115 h 542910"/>
                  <a:gd name="connsiteX293" fmla="*/ 749897 w 767823"/>
                  <a:gd name="connsiteY293" fmla="*/ 102264 h 542910"/>
                  <a:gd name="connsiteX294" fmla="*/ 749840 w 767823"/>
                  <a:gd name="connsiteY294" fmla="*/ 104124 h 542910"/>
                  <a:gd name="connsiteX295" fmla="*/ 749677 w 767823"/>
                  <a:gd name="connsiteY295" fmla="*/ 110025 h 542910"/>
                  <a:gd name="connsiteX296" fmla="*/ 749560 w 767823"/>
                  <a:gd name="connsiteY296" fmla="*/ 114018 h 542910"/>
                  <a:gd name="connsiteX297" fmla="*/ 749286 w 767823"/>
                  <a:gd name="connsiteY297" fmla="*/ 123824 h 542910"/>
                  <a:gd name="connsiteX298" fmla="*/ 747163 w 767823"/>
                  <a:gd name="connsiteY298" fmla="*/ 124439 h 542910"/>
                  <a:gd name="connsiteX299" fmla="*/ 743666 w 767823"/>
                  <a:gd name="connsiteY299" fmla="*/ 127625 h 542910"/>
                  <a:gd name="connsiteX300" fmla="*/ 742659 w 767823"/>
                  <a:gd name="connsiteY300" fmla="*/ 135406 h 542910"/>
                  <a:gd name="connsiteX301" fmla="*/ 742554 w 767823"/>
                  <a:gd name="connsiteY301" fmla="*/ 138417 h 542910"/>
                  <a:gd name="connsiteX302" fmla="*/ 742470 w 767823"/>
                  <a:gd name="connsiteY302" fmla="*/ 141533 h 542910"/>
                  <a:gd name="connsiteX303" fmla="*/ 742365 w 767823"/>
                  <a:gd name="connsiteY303" fmla="*/ 144702 h 542910"/>
                  <a:gd name="connsiteX304" fmla="*/ 742135 w 767823"/>
                  <a:gd name="connsiteY304" fmla="*/ 152427 h 542910"/>
                  <a:gd name="connsiteX305" fmla="*/ 736772 w 767823"/>
                  <a:gd name="connsiteY305" fmla="*/ 153321 h 542910"/>
                  <a:gd name="connsiteX306" fmla="*/ 735878 w 767823"/>
                  <a:gd name="connsiteY306" fmla="*/ 182818 h 542910"/>
                  <a:gd name="connsiteX307" fmla="*/ 731409 w 767823"/>
                  <a:gd name="connsiteY307" fmla="*/ 183712 h 542910"/>
                  <a:gd name="connsiteX308" fmla="*/ 730232 w 767823"/>
                  <a:gd name="connsiteY308" fmla="*/ 191149 h 542910"/>
                  <a:gd name="connsiteX309" fmla="*/ 730119 w 767823"/>
                  <a:gd name="connsiteY309" fmla="*/ 194553 h 542910"/>
                  <a:gd name="connsiteX310" fmla="*/ 730012 w 767823"/>
                  <a:gd name="connsiteY310" fmla="*/ 198125 h 542910"/>
                  <a:gd name="connsiteX311" fmla="*/ 729895 w 767823"/>
                  <a:gd name="connsiteY311" fmla="*/ 201718 h 542910"/>
                  <a:gd name="connsiteX312" fmla="*/ 729621 w 767823"/>
                  <a:gd name="connsiteY312" fmla="*/ 210527 h 542910"/>
                  <a:gd name="connsiteX313" fmla="*/ 724258 w 767823"/>
                  <a:gd name="connsiteY313" fmla="*/ 212314 h 542910"/>
                  <a:gd name="connsiteX314" fmla="*/ 723340 w 767823"/>
                  <a:gd name="connsiteY314" fmla="*/ 223222 h 542910"/>
                  <a:gd name="connsiteX315" fmla="*/ 723373 w 767823"/>
                  <a:gd name="connsiteY315" fmla="*/ 226323 h 542910"/>
                  <a:gd name="connsiteX316" fmla="*/ 723478 w 767823"/>
                  <a:gd name="connsiteY316" fmla="*/ 232761 h 542910"/>
                  <a:gd name="connsiteX317" fmla="*/ 723507 w 767823"/>
                  <a:gd name="connsiteY317" fmla="*/ 235848 h 542910"/>
                  <a:gd name="connsiteX318" fmla="*/ 723553 w 767823"/>
                  <a:gd name="connsiteY318" fmla="*/ 238666 h 542910"/>
                  <a:gd name="connsiteX319" fmla="*/ 721576 w 767823"/>
                  <a:gd name="connsiteY319" fmla="*/ 242705 h 542910"/>
                  <a:gd name="connsiteX320" fmla="*/ 719733 w 767823"/>
                  <a:gd name="connsiteY320" fmla="*/ 243152 h 542910"/>
                  <a:gd name="connsiteX321" fmla="*/ 718001 w 767823"/>
                  <a:gd name="connsiteY321" fmla="*/ 243599 h 542910"/>
                  <a:gd name="connsiteX322" fmla="*/ 716824 w 767823"/>
                  <a:gd name="connsiteY322" fmla="*/ 251036 h 542910"/>
                  <a:gd name="connsiteX323" fmla="*/ 716711 w 767823"/>
                  <a:gd name="connsiteY323" fmla="*/ 254440 h 542910"/>
                  <a:gd name="connsiteX324" fmla="*/ 716604 w 767823"/>
                  <a:gd name="connsiteY324" fmla="*/ 258012 h 542910"/>
                  <a:gd name="connsiteX325" fmla="*/ 716488 w 767823"/>
                  <a:gd name="connsiteY325" fmla="*/ 261605 h 542910"/>
                  <a:gd name="connsiteX326" fmla="*/ 716213 w 767823"/>
                  <a:gd name="connsiteY326" fmla="*/ 270414 h 542910"/>
                  <a:gd name="connsiteX327" fmla="*/ 711744 w 767823"/>
                  <a:gd name="connsiteY327" fmla="*/ 271308 h 542910"/>
                  <a:gd name="connsiteX328" fmla="*/ 710568 w 767823"/>
                  <a:gd name="connsiteY328" fmla="*/ 280903 h 542910"/>
                  <a:gd name="connsiteX329" fmla="*/ 710454 w 767823"/>
                  <a:gd name="connsiteY329" fmla="*/ 284412 h 542910"/>
                  <a:gd name="connsiteX330" fmla="*/ 710348 w 767823"/>
                  <a:gd name="connsiteY330" fmla="*/ 288068 h 542910"/>
                  <a:gd name="connsiteX331" fmla="*/ 710231 w 767823"/>
                  <a:gd name="connsiteY331" fmla="*/ 291765 h 542910"/>
                  <a:gd name="connsiteX332" fmla="*/ 709957 w 767823"/>
                  <a:gd name="connsiteY332" fmla="*/ 300805 h 542910"/>
                  <a:gd name="connsiteX333" fmla="*/ 707778 w 767823"/>
                  <a:gd name="connsiteY333" fmla="*/ 301196 h 542910"/>
                  <a:gd name="connsiteX334" fmla="*/ 704593 w 767823"/>
                  <a:gd name="connsiteY334" fmla="*/ 302592 h 542910"/>
                  <a:gd name="connsiteX335" fmla="*/ 704311 w 767823"/>
                  <a:gd name="connsiteY335" fmla="*/ 308350 h 542910"/>
                  <a:gd name="connsiteX336" fmla="*/ 704197 w 767823"/>
                  <a:gd name="connsiteY336" fmla="*/ 311885 h 542910"/>
                  <a:gd name="connsiteX337" fmla="*/ 704091 w 767823"/>
                  <a:gd name="connsiteY337" fmla="*/ 315609 h 542910"/>
                  <a:gd name="connsiteX338" fmla="*/ 703974 w 767823"/>
                  <a:gd name="connsiteY338" fmla="*/ 319343 h 542910"/>
                  <a:gd name="connsiteX339" fmla="*/ 703700 w 767823"/>
                  <a:gd name="connsiteY339" fmla="*/ 328514 h 542910"/>
                  <a:gd name="connsiteX340" fmla="*/ 699230 w 767823"/>
                  <a:gd name="connsiteY340" fmla="*/ 329408 h 542910"/>
                  <a:gd name="connsiteX341" fmla="*/ 697431 w 767823"/>
                  <a:gd name="connsiteY341" fmla="*/ 348119 h 542910"/>
                  <a:gd name="connsiteX342" fmla="*/ 696549 w 767823"/>
                  <a:gd name="connsiteY342" fmla="*/ 358905 h 542910"/>
                  <a:gd name="connsiteX343" fmla="*/ 694370 w 767823"/>
                  <a:gd name="connsiteY343" fmla="*/ 359240 h 542910"/>
                  <a:gd name="connsiteX344" fmla="*/ 692080 w 767823"/>
                  <a:gd name="connsiteY344" fmla="*/ 359798 h 542910"/>
                  <a:gd name="connsiteX345" fmla="*/ 690903 w 767823"/>
                  <a:gd name="connsiteY345" fmla="*/ 367431 h 542910"/>
                  <a:gd name="connsiteX346" fmla="*/ 690790 w 767823"/>
                  <a:gd name="connsiteY346" fmla="*/ 370957 h 542910"/>
                  <a:gd name="connsiteX347" fmla="*/ 690683 w 767823"/>
                  <a:gd name="connsiteY347" fmla="*/ 374658 h 542910"/>
                  <a:gd name="connsiteX348" fmla="*/ 690566 w 767823"/>
                  <a:gd name="connsiteY348" fmla="*/ 378380 h 542910"/>
                  <a:gd name="connsiteX349" fmla="*/ 690292 w 767823"/>
                  <a:gd name="connsiteY349" fmla="*/ 387507 h 542910"/>
                  <a:gd name="connsiteX350" fmla="*/ 685823 w 767823"/>
                  <a:gd name="connsiteY350" fmla="*/ 387507 h 542910"/>
                  <a:gd name="connsiteX351" fmla="*/ 684646 w 767823"/>
                  <a:gd name="connsiteY351" fmla="*/ 396317 h 542910"/>
                  <a:gd name="connsiteX352" fmla="*/ 684590 w 767823"/>
                  <a:gd name="connsiteY352" fmla="*/ 398109 h 542910"/>
                  <a:gd name="connsiteX353" fmla="*/ 684426 w 767823"/>
                  <a:gd name="connsiteY353" fmla="*/ 403764 h 542910"/>
                  <a:gd name="connsiteX354" fmla="*/ 684309 w 767823"/>
                  <a:gd name="connsiteY354" fmla="*/ 407603 h 542910"/>
                  <a:gd name="connsiteX355" fmla="*/ 684035 w 767823"/>
                  <a:gd name="connsiteY355" fmla="*/ 417004 h 542910"/>
                  <a:gd name="connsiteX356" fmla="*/ 679566 w 767823"/>
                  <a:gd name="connsiteY356" fmla="*/ 417004 h 542910"/>
                  <a:gd name="connsiteX357" fmla="*/ 678389 w 767823"/>
                  <a:gd name="connsiteY357" fmla="*/ 425028 h 542910"/>
                  <a:gd name="connsiteX358" fmla="*/ 678333 w 767823"/>
                  <a:gd name="connsiteY358" fmla="*/ 426884 h 542910"/>
                  <a:gd name="connsiteX359" fmla="*/ 678169 w 767823"/>
                  <a:gd name="connsiteY359" fmla="*/ 432758 h 542910"/>
                  <a:gd name="connsiteX360" fmla="*/ 678052 w 767823"/>
                  <a:gd name="connsiteY360" fmla="*/ 436739 h 542910"/>
                  <a:gd name="connsiteX361" fmla="*/ 677778 w 767823"/>
                  <a:gd name="connsiteY361" fmla="*/ 446501 h 542910"/>
                  <a:gd name="connsiteX362" fmla="*/ 675617 w 767823"/>
                  <a:gd name="connsiteY362" fmla="*/ 447269 h 542910"/>
                  <a:gd name="connsiteX363" fmla="*/ 672139 w 767823"/>
                  <a:gd name="connsiteY363" fmla="*/ 450300 h 542910"/>
                  <a:gd name="connsiteX364" fmla="*/ 671465 w 767823"/>
                  <a:gd name="connsiteY364" fmla="*/ 458121 h 542910"/>
                  <a:gd name="connsiteX365" fmla="*/ 670628 w 767823"/>
                  <a:gd name="connsiteY365" fmla="*/ 475998 h 542910"/>
                  <a:gd name="connsiteX366" fmla="*/ 668449 w 767823"/>
                  <a:gd name="connsiteY366" fmla="*/ 476389 h 542910"/>
                  <a:gd name="connsiteX367" fmla="*/ 665264 w 767823"/>
                  <a:gd name="connsiteY367" fmla="*/ 477785 h 542910"/>
                  <a:gd name="connsiteX368" fmla="*/ 664982 w 767823"/>
                  <a:gd name="connsiteY368" fmla="*/ 483934 h 542910"/>
                  <a:gd name="connsiteX369" fmla="*/ 664925 w 767823"/>
                  <a:gd name="connsiteY369" fmla="*/ 485794 h 542910"/>
                  <a:gd name="connsiteX370" fmla="*/ 664762 w 767823"/>
                  <a:gd name="connsiteY370" fmla="*/ 491696 h 542910"/>
                  <a:gd name="connsiteX371" fmla="*/ 664645 w 767823"/>
                  <a:gd name="connsiteY371" fmla="*/ 495688 h 542910"/>
                  <a:gd name="connsiteX372" fmla="*/ 664371 w 767823"/>
                  <a:gd name="connsiteY372" fmla="*/ 505495 h 542910"/>
                  <a:gd name="connsiteX373" fmla="*/ 659901 w 767823"/>
                  <a:gd name="connsiteY373" fmla="*/ 506388 h 542910"/>
                  <a:gd name="connsiteX374" fmla="*/ 658725 w 767823"/>
                  <a:gd name="connsiteY374" fmla="*/ 514807 h 542910"/>
                  <a:gd name="connsiteX375" fmla="*/ 658611 w 767823"/>
                  <a:gd name="connsiteY375" fmla="*/ 518202 h 542910"/>
                  <a:gd name="connsiteX376" fmla="*/ 658505 w 767823"/>
                  <a:gd name="connsiteY376" fmla="*/ 521751 h 542910"/>
                  <a:gd name="connsiteX377" fmla="*/ 658388 w 767823"/>
                  <a:gd name="connsiteY377" fmla="*/ 525332 h 542910"/>
                  <a:gd name="connsiteX378" fmla="*/ 658114 w 767823"/>
                  <a:gd name="connsiteY378" fmla="*/ 534097 h 542910"/>
                  <a:gd name="connsiteX379" fmla="*/ 653645 w 767823"/>
                  <a:gd name="connsiteY379" fmla="*/ 534097 h 542910"/>
                  <a:gd name="connsiteX380" fmla="*/ 650963 w 767823"/>
                  <a:gd name="connsiteY380" fmla="*/ 543036 h 542910"/>
                  <a:gd name="connsiteX381" fmla="*/ 476664 w 767823"/>
                  <a:gd name="connsiteY381" fmla="*/ 543036 h 542910"/>
                  <a:gd name="connsiteX382" fmla="*/ 475826 w 767823"/>
                  <a:gd name="connsiteY382" fmla="*/ 532924 h 542910"/>
                  <a:gd name="connsiteX383" fmla="*/ 473982 w 767823"/>
                  <a:gd name="connsiteY383" fmla="*/ 527841 h 542910"/>
                  <a:gd name="connsiteX384" fmla="*/ 469513 w 767823"/>
                  <a:gd name="connsiteY384" fmla="*/ 526947 h 542910"/>
                  <a:gd name="connsiteX385" fmla="*/ 468619 w 767823"/>
                  <a:gd name="connsiteY385" fmla="*/ 503707 h 542910"/>
                  <a:gd name="connsiteX386" fmla="*/ 463256 w 767823"/>
                  <a:gd name="connsiteY386" fmla="*/ 503707 h 542910"/>
                  <a:gd name="connsiteX387" fmla="*/ 463203 w 767823"/>
                  <a:gd name="connsiteY387" fmla="*/ 501944 h 542910"/>
                  <a:gd name="connsiteX388" fmla="*/ 462921 w 767823"/>
                  <a:gd name="connsiteY388" fmla="*/ 494042 h 542910"/>
                  <a:gd name="connsiteX389" fmla="*/ 462837 w 767823"/>
                  <a:gd name="connsiteY389" fmla="*/ 491268 h 542910"/>
                  <a:gd name="connsiteX390" fmla="*/ 462732 w 767823"/>
                  <a:gd name="connsiteY390" fmla="*/ 488606 h 542910"/>
                  <a:gd name="connsiteX391" fmla="*/ 462647 w 767823"/>
                  <a:gd name="connsiteY391" fmla="*/ 486152 h 542910"/>
                  <a:gd name="connsiteX392" fmla="*/ 460575 w 767823"/>
                  <a:gd name="connsiteY392" fmla="*/ 481361 h 542910"/>
                  <a:gd name="connsiteX393" fmla="*/ 456999 w 767823"/>
                  <a:gd name="connsiteY393" fmla="*/ 481361 h 542910"/>
                  <a:gd name="connsiteX394" fmla="*/ 456867 w 767823"/>
                  <a:gd name="connsiteY394" fmla="*/ 477866 h 542910"/>
                  <a:gd name="connsiteX395" fmla="*/ 456664 w 767823"/>
                  <a:gd name="connsiteY395" fmla="*/ 473260 h 542910"/>
                  <a:gd name="connsiteX396" fmla="*/ 456580 w 767823"/>
                  <a:gd name="connsiteY396" fmla="*/ 470965 h 542910"/>
                  <a:gd name="connsiteX397" fmla="*/ 454318 w 767823"/>
                  <a:gd name="connsiteY397" fmla="*/ 458121 h 542910"/>
                  <a:gd name="connsiteX398" fmla="*/ 450742 w 767823"/>
                  <a:gd name="connsiteY398" fmla="*/ 458121 h 542910"/>
                  <a:gd name="connsiteX399" fmla="*/ 449962 w 767823"/>
                  <a:gd name="connsiteY399" fmla="*/ 446641 h 542910"/>
                  <a:gd name="connsiteX400" fmla="*/ 448061 w 767823"/>
                  <a:gd name="connsiteY400" fmla="*/ 434881 h 542910"/>
                  <a:gd name="connsiteX401" fmla="*/ 443592 w 767823"/>
                  <a:gd name="connsiteY401" fmla="*/ 433987 h 542910"/>
                  <a:gd name="connsiteX402" fmla="*/ 442698 w 767823"/>
                  <a:gd name="connsiteY402" fmla="*/ 412535 h 542910"/>
                  <a:gd name="connsiteX403" fmla="*/ 437335 w 767823"/>
                  <a:gd name="connsiteY403" fmla="*/ 410747 h 542910"/>
                  <a:gd name="connsiteX404" fmla="*/ 437281 w 767823"/>
                  <a:gd name="connsiteY404" fmla="*/ 409163 h 542910"/>
                  <a:gd name="connsiteX405" fmla="*/ 437000 w 767823"/>
                  <a:gd name="connsiteY405" fmla="*/ 402032 h 542910"/>
                  <a:gd name="connsiteX406" fmla="*/ 436916 w 767823"/>
                  <a:gd name="connsiteY406" fmla="*/ 399539 h 542910"/>
                  <a:gd name="connsiteX407" fmla="*/ 436811 w 767823"/>
                  <a:gd name="connsiteY407" fmla="*/ 397130 h 542910"/>
                  <a:gd name="connsiteX408" fmla="*/ 436726 w 767823"/>
                  <a:gd name="connsiteY408" fmla="*/ 394917 h 542910"/>
                  <a:gd name="connsiteX409" fmla="*/ 434653 w 767823"/>
                  <a:gd name="connsiteY409" fmla="*/ 389295 h 542910"/>
                  <a:gd name="connsiteX410" fmla="*/ 431078 w 767823"/>
                  <a:gd name="connsiteY410" fmla="*/ 389295 h 542910"/>
                  <a:gd name="connsiteX411" fmla="*/ 431024 w 767823"/>
                  <a:gd name="connsiteY411" fmla="*/ 387465 h 542910"/>
                  <a:gd name="connsiteX412" fmla="*/ 430743 w 767823"/>
                  <a:gd name="connsiteY412" fmla="*/ 379239 h 542910"/>
                  <a:gd name="connsiteX413" fmla="*/ 430659 w 767823"/>
                  <a:gd name="connsiteY413" fmla="*/ 376359 h 542910"/>
                  <a:gd name="connsiteX414" fmla="*/ 430554 w 767823"/>
                  <a:gd name="connsiteY414" fmla="*/ 373583 h 542910"/>
                  <a:gd name="connsiteX415" fmla="*/ 430469 w 767823"/>
                  <a:gd name="connsiteY415" fmla="*/ 371030 h 542910"/>
                  <a:gd name="connsiteX416" fmla="*/ 428396 w 767823"/>
                  <a:gd name="connsiteY416" fmla="*/ 365161 h 542910"/>
                  <a:gd name="connsiteX417" fmla="*/ 423927 w 767823"/>
                  <a:gd name="connsiteY417" fmla="*/ 364268 h 542910"/>
                  <a:gd name="connsiteX418" fmla="*/ 423033 w 767823"/>
                  <a:gd name="connsiteY418" fmla="*/ 341922 h 542910"/>
                  <a:gd name="connsiteX419" fmla="*/ 417670 w 767823"/>
                  <a:gd name="connsiteY419" fmla="*/ 341922 h 542910"/>
                  <a:gd name="connsiteX420" fmla="*/ 417602 w 767823"/>
                  <a:gd name="connsiteY420" fmla="*/ 340145 h 542910"/>
                  <a:gd name="connsiteX421" fmla="*/ 417279 w 767823"/>
                  <a:gd name="connsiteY421" fmla="*/ 332201 h 542910"/>
                  <a:gd name="connsiteX422" fmla="*/ 417173 w 767823"/>
                  <a:gd name="connsiteY422" fmla="*/ 329404 h 542910"/>
                  <a:gd name="connsiteX423" fmla="*/ 417059 w 767823"/>
                  <a:gd name="connsiteY423" fmla="*/ 326733 h 542910"/>
                  <a:gd name="connsiteX424" fmla="*/ 416960 w 767823"/>
                  <a:gd name="connsiteY424" fmla="*/ 324265 h 542910"/>
                  <a:gd name="connsiteX425" fmla="*/ 415883 w 767823"/>
                  <a:gd name="connsiteY425" fmla="*/ 320469 h 542910"/>
                  <a:gd name="connsiteX426" fmla="*/ 411413 w 767823"/>
                  <a:gd name="connsiteY426" fmla="*/ 320469 h 542910"/>
                  <a:gd name="connsiteX427" fmla="*/ 410520 w 767823"/>
                  <a:gd name="connsiteY427" fmla="*/ 297229 h 542910"/>
                  <a:gd name="connsiteX428" fmla="*/ 405157 w 767823"/>
                  <a:gd name="connsiteY428" fmla="*/ 295442 h 542910"/>
                  <a:gd name="connsiteX429" fmla="*/ 404319 w 767823"/>
                  <a:gd name="connsiteY429" fmla="*/ 281196 h 542910"/>
                  <a:gd name="connsiteX430" fmla="*/ 402475 w 767823"/>
                  <a:gd name="connsiteY430" fmla="*/ 273990 h 542910"/>
                  <a:gd name="connsiteX431" fmla="*/ 398006 w 767823"/>
                  <a:gd name="connsiteY431" fmla="*/ 273096 h 542910"/>
                  <a:gd name="connsiteX432" fmla="*/ 397112 w 767823"/>
                  <a:gd name="connsiteY432" fmla="*/ 249856 h 542910"/>
                  <a:gd name="connsiteX433" fmla="*/ 391749 w 767823"/>
                  <a:gd name="connsiteY433" fmla="*/ 249856 h 542910"/>
                  <a:gd name="connsiteX434" fmla="*/ 390855 w 767823"/>
                  <a:gd name="connsiteY434" fmla="*/ 228404 h 542910"/>
                  <a:gd name="connsiteX435" fmla="*/ 388174 w 767823"/>
                  <a:gd name="connsiteY435" fmla="*/ 228404 h 542910"/>
                  <a:gd name="connsiteX436" fmla="*/ 385380 w 767823"/>
                  <a:gd name="connsiteY436" fmla="*/ 240526 h 542910"/>
                  <a:gd name="connsiteX437" fmla="*/ 384598 w 767823"/>
                  <a:gd name="connsiteY437" fmla="*/ 251644 h 542910"/>
                  <a:gd name="connsiteX438" fmla="*/ 380129 w 767823"/>
                  <a:gd name="connsiteY438" fmla="*/ 252537 h 542910"/>
                  <a:gd name="connsiteX439" fmla="*/ 378952 w 767823"/>
                  <a:gd name="connsiteY439" fmla="*/ 261354 h 542910"/>
                  <a:gd name="connsiteX440" fmla="*/ 378839 w 767823"/>
                  <a:gd name="connsiteY440" fmla="*/ 263754 h 542910"/>
                  <a:gd name="connsiteX441" fmla="*/ 378732 w 767823"/>
                  <a:gd name="connsiteY441" fmla="*/ 266224 h 542910"/>
                  <a:gd name="connsiteX442" fmla="*/ 378615 w 767823"/>
                  <a:gd name="connsiteY442" fmla="*/ 268747 h 542910"/>
                  <a:gd name="connsiteX443" fmla="*/ 378341 w 767823"/>
                  <a:gd name="connsiteY443" fmla="*/ 274883 h 542910"/>
                  <a:gd name="connsiteX444" fmla="*/ 376163 w 767823"/>
                  <a:gd name="connsiteY444" fmla="*/ 275274 h 542910"/>
                  <a:gd name="connsiteX445" fmla="*/ 372978 w 767823"/>
                  <a:gd name="connsiteY445" fmla="*/ 276671 h 542910"/>
                  <a:gd name="connsiteX446" fmla="*/ 372695 w 767823"/>
                  <a:gd name="connsiteY446" fmla="*/ 281647 h 542910"/>
                  <a:gd name="connsiteX447" fmla="*/ 372582 w 767823"/>
                  <a:gd name="connsiteY447" fmla="*/ 284693 h 542910"/>
                  <a:gd name="connsiteX448" fmla="*/ 372475 w 767823"/>
                  <a:gd name="connsiteY448" fmla="*/ 287900 h 542910"/>
                  <a:gd name="connsiteX449" fmla="*/ 372358 w 767823"/>
                  <a:gd name="connsiteY449" fmla="*/ 291117 h 542910"/>
                  <a:gd name="connsiteX450" fmla="*/ 372084 w 767823"/>
                  <a:gd name="connsiteY450" fmla="*/ 299017 h 542910"/>
                  <a:gd name="connsiteX451" fmla="*/ 369906 w 767823"/>
                  <a:gd name="connsiteY451" fmla="*/ 299352 h 542910"/>
                  <a:gd name="connsiteX452" fmla="*/ 367615 w 767823"/>
                  <a:gd name="connsiteY452" fmla="*/ 299911 h 542910"/>
                  <a:gd name="connsiteX453" fmla="*/ 366439 w 767823"/>
                  <a:gd name="connsiteY453" fmla="*/ 305979 h 542910"/>
                  <a:gd name="connsiteX454" fmla="*/ 366325 w 767823"/>
                  <a:gd name="connsiteY454" fmla="*/ 308528 h 542910"/>
                  <a:gd name="connsiteX455" fmla="*/ 366219 w 767823"/>
                  <a:gd name="connsiteY455" fmla="*/ 311196 h 542910"/>
                  <a:gd name="connsiteX456" fmla="*/ 366102 w 767823"/>
                  <a:gd name="connsiteY456" fmla="*/ 313884 h 542910"/>
                  <a:gd name="connsiteX457" fmla="*/ 365827 w 767823"/>
                  <a:gd name="connsiteY457" fmla="*/ 320469 h 542910"/>
                  <a:gd name="connsiteX458" fmla="*/ 363202 w 767823"/>
                  <a:gd name="connsiteY458" fmla="*/ 321251 h 542910"/>
                  <a:gd name="connsiteX459" fmla="*/ 359571 w 767823"/>
                  <a:gd name="connsiteY459" fmla="*/ 324045 h 542910"/>
                  <a:gd name="connsiteX460" fmla="*/ 359571 w 767823"/>
                  <a:gd name="connsiteY460" fmla="*/ 328849 h 542910"/>
                  <a:gd name="connsiteX461" fmla="*/ 358677 w 767823"/>
                  <a:gd name="connsiteY461" fmla="*/ 345497 h 542910"/>
                  <a:gd name="connsiteX462" fmla="*/ 354208 w 767823"/>
                  <a:gd name="connsiteY462" fmla="*/ 345497 h 542910"/>
                  <a:gd name="connsiteX463" fmla="*/ 353031 w 767823"/>
                  <a:gd name="connsiteY463" fmla="*/ 353527 h 542910"/>
                  <a:gd name="connsiteX464" fmla="*/ 352917 w 767823"/>
                  <a:gd name="connsiteY464" fmla="*/ 356059 h 542910"/>
                  <a:gd name="connsiteX465" fmla="*/ 352811 w 767823"/>
                  <a:gd name="connsiteY465" fmla="*/ 358681 h 542910"/>
                  <a:gd name="connsiteX466" fmla="*/ 352694 w 767823"/>
                  <a:gd name="connsiteY466" fmla="*/ 361345 h 542910"/>
                  <a:gd name="connsiteX467" fmla="*/ 352420 w 767823"/>
                  <a:gd name="connsiteY467" fmla="*/ 367843 h 542910"/>
                  <a:gd name="connsiteX468" fmla="*/ 350241 w 767823"/>
                  <a:gd name="connsiteY468" fmla="*/ 368178 h 542910"/>
                  <a:gd name="connsiteX469" fmla="*/ 347951 w 767823"/>
                  <a:gd name="connsiteY469" fmla="*/ 368737 h 542910"/>
                  <a:gd name="connsiteX470" fmla="*/ 346774 w 767823"/>
                  <a:gd name="connsiteY470" fmla="*/ 375196 h 542910"/>
                  <a:gd name="connsiteX471" fmla="*/ 346661 w 767823"/>
                  <a:gd name="connsiteY471" fmla="*/ 377989 h 542910"/>
                  <a:gd name="connsiteX472" fmla="*/ 346554 w 767823"/>
                  <a:gd name="connsiteY472" fmla="*/ 380915 h 542910"/>
                  <a:gd name="connsiteX473" fmla="*/ 346437 w 767823"/>
                  <a:gd name="connsiteY473" fmla="*/ 383862 h 542910"/>
                  <a:gd name="connsiteX474" fmla="*/ 346163 w 767823"/>
                  <a:gd name="connsiteY474" fmla="*/ 391083 h 542910"/>
                  <a:gd name="connsiteX475" fmla="*/ 341694 w 767823"/>
                  <a:gd name="connsiteY475" fmla="*/ 391083 h 542910"/>
                  <a:gd name="connsiteX476" fmla="*/ 339906 w 767823"/>
                  <a:gd name="connsiteY476" fmla="*/ 404658 h 542910"/>
                  <a:gd name="connsiteX477" fmla="*/ 340018 w 767823"/>
                  <a:gd name="connsiteY477" fmla="*/ 409501 h 542910"/>
                  <a:gd name="connsiteX478" fmla="*/ 340081 w 767823"/>
                  <a:gd name="connsiteY478" fmla="*/ 411656 h 542910"/>
                  <a:gd name="connsiteX479" fmla="*/ 338118 w 767823"/>
                  <a:gd name="connsiteY479" fmla="*/ 415217 h 542910"/>
                  <a:gd name="connsiteX480" fmla="*/ 335437 w 767823"/>
                  <a:gd name="connsiteY480" fmla="*/ 415217 h 542910"/>
                  <a:gd name="connsiteX481" fmla="*/ 333091 w 767823"/>
                  <a:gd name="connsiteY481" fmla="*/ 428903 h 542910"/>
                  <a:gd name="connsiteX482" fmla="*/ 332986 w 767823"/>
                  <a:gd name="connsiteY482" fmla="*/ 431426 h 542910"/>
                  <a:gd name="connsiteX483" fmla="*/ 332755 w 767823"/>
                  <a:gd name="connsiteY483" fmla="*/ 437563 h 542910"/>
                  <a:gd name="connsiteX484" fmla="*/ 330577 w 767823"/>
                  <a:gd name="connsiteY484" fmla="*/ 437954 h 542910"/>
                  <a:gd name="connsiteX485" fmla="*/ 327392 w 767823"/>
                  <a:gd name="connsiteY485" fmla="*/ 439350 h 542910"/>
                  <a:gd name="connsiteX486" fmla="*/ 327109 w 767823"/>
                  <a:gd name="connsiteY486" fmla="*/ 444521 h 542910"/>
                  <a:gd name="connsiteX487" fmla="*/ 326996 w 767823"/>
                  <a:gd name="connsiteY487" fmla="*/ 447690 h 542910"/>
                  <a:gd name="connsiteX488" fmla="*/ 326890 w 767823"/>
                  <a:gd name="connsiteY488" fmla="*/ 451026 h 542910"/>
                  <a:gd name="connsiteX489" fmla="*/ 326773 w 767823"/>
                  <a:gd name="connsiteY489" fmla="*/ 454373 h 542910"/>
                  <a:gd name="connsiteX490" fmla="*/ 326498 w 767823"/>
                  <a:gd name="connsiteY490" fmla="*/ 462590 h 542910"/>
                  <a:gd name="connsiteX491" fmla="*/ 322029 w 767823"/>
                  <a:gd name="connsiteY491" fmla="*/ 462590 h 542910"/>
                  <a:gd name="connsiteX492" fmla="*/ 320853 w 767823"/>
                  <a:gd name="connsiteY492" fmla="*/ 468854 h 542910"/>
                  <a:gd name="connsiteX493" fmla="*/ 320739 w 767823"/>
                  <a:gd name="connsiteY493" fmla="*/ 471525 h 542910"/>
                  <a:gd name="connsiteX494" fmla="*/ 320633 w 767823"/>
                  <a:gd name="connsiteY494" fmla="*/ 474322 h 542910"/>
                  <a:gd name="connsiteX495" fmla="*/ 320516 w 767823"/>
                  <a:gd name="connsiteY495" fmla="*/ 477139 h 542910"/>
                  <a:gd name="connsiteX496" fmla="*/ 320242 w 767823"/>
                  <a:gd name="connsiteY496" fmla="*/ 484042 h 542910"/>
                  <a:gd name="connsiteX497" fmla="*/ 314879 w 767823"/>
                  <a:gd name="connsiteY497" fmla="*/ 484042 h 542910"/>
                  <a:gd name="connsiteX498" fmla="*/ 314825 w 767823"/>
                  <a:gd name="connsiteY498" fmla="*/ 486065 h 542910"/>
                  <a:gd name="connsiteX499" fmla="*/ 314543 w 767823"/>
                  <a:gd name="connsiteY499" fmla="*/ 495104 h 542910"/>
                  <a:gd name="connsiteX500" fmla="*/ 314460 w 767823"/>
                  <a:gd name="connsiteY500" fmla="*/ 498288 h 542910"/>
                  <a:gd name="connsiteX501" fmla="*/ 314355 w 767823"/>
                  <a:gd name="connsiteY501" fmla="*/ 501326 h 542910"/>
                  <a:gd name="connsiteX502" fmla="*/ 314270 w 767823"/>
                  <a:gd name="connsiteY502" fmla="*/ 504134 h 542910"/>
                  <a:gd name="connsiteX503" fmla="*/ 312197 w 767823"/>
                  <a:gd name="connsiteY503" fmla="*/ 508176 h 542910"/>
                  <a:gd name="connsiteX504" fmla="*/ 310353 w 767823"/>
                  <a:gd name="connsiteY504" fmla="*/ 508623 h 542910"/>
                  <a:gd name="connsiteX505" fmla="*/ 308622 w 767823"/>
                  <a:gd name="connsiteY505" fmla="*/ 509070 h 542910"/>
                  <a:gd name="connsiteX506" fmla="*/ 307445 w 767823"/>
                  <a:gd name="connsiteY506" fmla="*/ 515529 h 542910"/>
                  <a:gd name="connsiteX507" fmla="*/ 307331 w 767823"/>
                  <a:gd name="connsiteY507" fmla="*/ 518323 h 542910"/>
                  <a:gd name="connsiteX508" fmla="*/ 307225 w 767823"/>
                  <a:gd name="connsiteY508" fmla="*/ 521248 h 542910"/>
                  <a:gd name="connsiteX509" fmla="*/ 307108 w 767823"/>
                  <a:gd name="connsiteY509" fmla="*/ 524195 h 542910"/>
                  <a:gd name="connsiteX510" fmla="*/ 306834 w 767823"/>
                  <a:gd name="connsiteY510" fmla="*/ 531416 h 542910"/>
                  <a:gd name="connsiteX511" fmla="*/ 302365 w 767823"/>
                  <a:gd name="connsiteY511" fmla="*/ 532310 h 542910"/>
                  <a:gd name="connsiteX512" fmla="*/ 300577 w 767823"/>
                  <a:gd name="connsiteY512" fmla="*/ 543036 h 542910"/>
                  <a:gd name="connsiteX513" fmla="*/ 125384 w 767823"/>
                  <a:gd name="connsiteY513" fmla="*/ 543036 h 542910"/>
                  <a:gd name="connsiteX514" fmla="*/ 124490 w 767823"/>
                  <a:gd name="connsiteY514" fmla="*/ 533204 h 542910"/>
                  <a:gd name="connsiteX515" fmla="*/ 120803 w 767823"/>
                  <a:gd name="connsiteY515" fmla="*/ 528958 h 542910"/>
                  <a:gd name="connsiteX516" fmla="*/ 119127 w 767823"/>
                  <a:gd name="connsiteY516" fmla="*/ 528734 h 542910"/>
                  <a:gd name="connsiteX517" fmla="*/ 119073 w 767823"/>
                  <a:gd name="connsiteY517" fmla="*/ 526576 h 542910"/>
                  <a:gd name="connsiteX518" fmla="*/ 118792 w 767823"/>
                  <a:gd name="connsiteY518" fmla="*/ 516891 h 542910"/>
                  <a:gd name="connsiteX519" fmla="*/ 118708 w 767823"/>
                  <a:gd name="connsiteY519" fmla="*/ 513494 h 542910"/>
                  <a:gd name="connsiteX520" fmla="*/ 118603 w 767823"/>
                  <a:gd name="connsiteY520" fmla="*/ 510229 h 542910"/>
                  <a:gd name="connsiteX521" fmla="*/ 118518 w 767823"/>
                  <a:gd name="connsiteY521" fmla="*/ 507222 h 542910"/>
                  <a:gd name="connsiteX522" fmla="*/ 116446 w 767823"/>
                  <a:gd name="connsiteY522" fmla="*/ 501025 h 542910"/>
                  <a:gd name="connsiteX523" fmla="*/ 111976 w 767823"/>
                  <a:gd name="connsiteY523" fmla="*/ 500131 h 542910"/>
                  <a:gd name="connsiteX524" fmla="*/ 111909 w 767823"/>
                  <a:gd name="connsiteY524" fmla="*/ 497698 h 542910"/>
                  <a:gd name="connsiteX525" fmla="*/ 111644 w 767823"/>
                  <a:gd name="connsiteY525" fmla="*/ 488773 h 542910"/>
                  <a:gd name="connsiteX526" fmla="*/ 111532 w 767823"/>
                  <a:gd name="connsiteY526" fmla="*/ 484908 h 542910"/>
                  <a:gd name="connsiteX527" fmla="*/ 111365 w 767823"/>
                  <a:gd name="connsiteY527" fmla="*/ 479357 h 542910"/>
                  <a:gd name="connsiteX528" fmla="*/ 111266 w 767823"/>
                  <a:gd name="connsiteY528" fmla="*/ 475981 h 542910"/>
                  <a:gd name="connsiteX529" fmla="*/ 110189 w 767823"/>
                  <a:gd name="connsiteY529" fmla="*/ 471529 h 542910"/>
                  <a:gd name="connsiteX530" fmla="*/ 105720 w 767823"/>
                  <a:gd name="connsiteY530" fmla="*/ 470635 h 542910"/>
                  <a:gd name="connsiteX531" fmla="*/ 104826 w 767823"/>
                  <a:gd name="connsiteY531" fmla="*/ 442926 h 542910"/>
                  <a:gd name="connsiteX532" fmla="*/ 99463 w 767823"/>
                  <a:gd name="connsiteY532" fmla="*/ 442926 h 542910"/>
                  <a:gd name="connsiteX533" fmla="*/ 99409 w 767823"/>
                  <a:gd name="connsiteY533" fmla="*/ 440699 h 542910"/>
                  <a:gd name="connsiteX534" fmla="*/ 99127 w 767823"/>
                  <a:gd name="connsiteY534" fmla="*/ 430691 h 542910"/>
                  <a:gd name="connsiteX535" fmla="*/ 99044 w 767823"/>
                  <a:gd name="connsiteY535" fmla="*/ 427187 h 542910"/>
                  <a:gd name="connsiteX536" fmla="*/ 98939 w 767823"/>
                  <a:gd name="connsiteY536" fmla="*/ 423809 h 542910"/>
                  <a:gd name="connsiteX537" fmla="*/ 98854 w 767823"/>
                  <a:gd name="connsiteY537" fmla="*/ 420703 h 542910"/>
                  <a:gd name="connsiteX538" fmla="*/ 96781 w 767823"/>
                  <a:gd name="connsiteY538" fmla="*/ 413429 h 542910"/>
                  <a:gd name="connsiteX539" fmla="*/ 93206 w 767823"/>
                  <a:gd name="connsiteY539" fmla="*/ 412535 h 542910"/>
                  <a:gd name="connsiteX540" fmla="*/ 93138 w 767823"/>
                  <a:gd name="connsiteY540" fmla="*/ 410940 h 542910"/>
                  <a:gd name="connsiteX541" fmla="*/ 92815 w 767823"/>
                  <a:gd name="connsiteY541" fmla="*/ 403652 h 542910"/>
                  <a:gd name="connsiteX542" fmla="*/ 92708 w 767823"/>
                  <a:gd name="connsiteY542" fmla="*/ 401144 h 542910"/>
                  <a:gd name="connsiteX543" fmla="*/ 91418 w 767823"/>
                  <a:gd name="connsiteY543" fmla="*/ 385720 h 542910"/>
                  <a:gd name="connsiteX544" fmla="*/ 86055 w 767823"/>
                  <a:gd name="connsiteY544" fmla="*/ 383932 h 542910"/>
                  <a:gd name="connsiteX545" fmla="*/ 85987 w 767823"/>
                  <a:gd name="connsiteY545" fmla="*/ 381499 h 542910"/>
                  <a:gd name="connsiteX546" fmla="*/ 85722 w 767823"/>
                  <a:gd name="connsiteY546" fmla="*/ 372574 h 542910"/>
                  <a:gd name="connsiteX547" fmla="*/ 85611 w 767823"/>
                  <a:gd name="connsiteY547" fmla="*/ 368708 h 542910"/>
                  <a:gd name="connsiteX548" fmla="*/ 85444 w 767823"/>
                  <a:gd name="connsiteY548" fmla="*/ 363157 h 542910"/>
                  <a:gd name="connsiteX549" fmla="*/ 85345 w 767823"/>
                  <a:gd name="connsiteY549" fmla="*/ 359781 h 542910"/>
                  <a:gd name="connsiteX550" fmla="*/ 84267 w 767823"/>
                  <a:gd name="connsiteY550" fmla="*/ 355329 h 542910"/>
                  <a:gd name="connsiteX551" fmla="*/ 79798 w 767823"/>
                  <a:gd name="connsiteY551" fmla="*/ 354435 h 542910"/>
                  <a:gd name="connsiteX552" fmla="*/ 78904 w 767823"/>
                  <a:gd name="connsiteY552" fmla="*/ 326726 h 542910"/>
                  <a:gd name="connsiteX553" fmla="*/ 73541 w 767823"/>
                  <a:gd name="connsiteY553" fmla="*/ 326726 h 542910"/>
                  <a:gd name="connsiteX554" fmla="*/ 73488 w 767823"/>
                  <a:gd name="connsiteY554" fmla="*/ 324500 h 542910"/>
                  <a:gd name="connsiteX555" fmla="*/ 73206 w 767823"/>
                  <a:gd name="connsiteY555" fmla="*/ 314492 h 542910"/>
                  <a:gd name="connsiteX556" fmla="*/ 73122 w 767823"/>
                  <a:gd name="connsiteY556" fmla="*/ 310988 h 542910"/>
                  <a:gd name="connsiteX557" fmla="*/ 73018 w 767823"/>
                  <a:gd name="connsiteY557" fmla="*/ 307610 h 542910"/>
                  <a:gd name="connsiteX558" fmla="*/ 72932 w 767823"/>
                  <a:gd name="connsiteY558" fmla="*/ 304503 h 542910"/>
                  <a:gd name="connsiteX559" fmla="*/ 70860 w 767823"/>
                  <a:gd name="connsiteY559" fmla="*/ 297229 h 542910"/>
                  <a:gd name="connsiteX560" fmla="*/ 67284 w 767823"/>
                  <a:gd name="connsiteY560" fmla="*/ 296336 h 542910"/>
                  <a:gd name="connsiteX561" fmla="*/ 66366 w 767823"/>
                  <a:gd name="connsiteY561" fmla="*/ 289838 h 542910"/>
                  <a:gd name="connsiteX562" fmla="*/ 66399 w 767823"/>
                  <a:gd name="connsiteY562" fmla="*/ 286983 h 542910"/>
                  <a:gd name="connsiteX563" fmla="*/ 66504 w 767823"/>
                  <a:gd name="connsiteY563" fmla="*/ 281027 h 542910"/>
                  <a:gd name="connsiteX564" fmla="*/ 66534 w 767823"/>
                  <a:gd name="connsiteY564" fmla="*/ 278162 h 542910"/>
                  <a:gd name="connsiteX565" fmla="*/ 66579 w 767823"/>
                  <a:gd name="connsiteY565" fmla="*/ 275544 h 542910"/>
                  <a:gd name="connsiteX566" fmla="*/ 64603 w 767823"/>
                  <a:gd name="connsiteY566" fmla="*/ 268627 h 542910"/>
                  <a:gd name="connsiteX567" fmla="*/ 60134 w 767823"/>
                  <a:gd name="connsiteY567" fmla="*/ 268627 h 542910"/>
                  <a:gd name="connsiteX568" fmla="*/ 60066 w 767823"/>
                  <a:gd name="connsiteY568" fmla="*/ 266111 h 542910"/>
                  <a:gd name="connsiteX569" fmla="*/ 59801 w 767823"/>
                  <a:gd name="connsiteY569" fmla="*/ 256886 h 542910"/>
                  <a:gd name="connsiteX570" fmla="*/ 59689 w 767823"/>
                  <a:gd name="connsiteY570" fmla="*/ 252891 h 542910"/>
                  <a:gd name="connsiteX571" fmla="*/ 59523 w 767823"/>
                  <a:gd name="connsiteY571" fmla="*/ 247153 h 542910"/>
                  <a:gd name="connsiteX572" fmla="*/ 59423 w 767823"/>
                  <a:gd name="connsiteY572" fmla="*/ 243664 h 542910"/>
                  <a:gd name="connsiteX573" fmla="*/ 58346 w 767823"/>
                  <a:gd name="connsiteY573" fmla="*/ 239130 h 542910"/>
                  <a:gd name="connsiteX574" fmla="*/ 53877 w 767823"/>
                  <a:gd name="connsiteY574" fmla="*/ 239130 h 542910"/>
                  <a:gd name="connsiteX575" fmla="*/ 53823 w 767823"/>
                  <a:gd name="connsiteY575" fmla="*/ 236697 h 542910"/>
                  <a:gd name="connsiteX576" fmla="*/ 53593 w 767823"/>
                  <a:gd name="connsiteY576" fmla="*/ 227771 h 542910"/>
                  <a:gd name="connsiteX577" fmla="*/ 53500 w 767823"/>
                  <a:gd name="connsiteY577" fmla="*/ 223906 h 542910"/>
                  <a:gd name="connsiteX578" fmla="*/ 53353 w 767823"/>
                  <a:gd name="connsiteY578" fmla="*/ 218355 h 542910"/>
                  <a:gd name="connsiteX579" fmla="*/ 53268 w 767823"/>
                  <a:gd name="connsiteY579" fmla="*/ 214979 h 542910"/>
                  <a:gd name="connsiteX580" fmla="*/ 51195 w 767823"/>
                  <a:gd name="connsiteY580" fmla="*/ 210527 h 542910"/>
                  <a:gd name="connsiteX581" fmla="*/ 47620 w 767823"/>
                  <a:gd name="connsiteY581" fmla="*/ 210527 h 542910"/>
                  <a:gd name="connsiteX582" fmla="*/ 47566 w 767823"/>
                  <a:gd name="connsiteY582" fmla="*/ 208493 h 542910"/>
                  <a:gd name="connsiteX583" fmla="*/ 47285 w 767823"/>
                  <a:gd name="connsiteY583" fmla="*/ 199298 h 542910"/>
                  <a:gd name="connsiteX584" fmla="*/ 47201 w 767823"/>
                  <a:gd name="connsiteY584" fmla="*/ 196098 h 542910"/>
                  <a:gd name="connsiteX585" fmla="*/ 44938 w 767823"/>
                  <a:gd name="connsiteY585" fmla="*/ 181030 h 542910"/>
                  <a:gd name="connsiteX586" fmla="*/ 40469 w 767823"/>
                  <a:gd name="connsiteY586" fmla="*/ 179242 h 542910"/>
                  <a:gd name="connsiteX587" fmla="*/ 40497 w 767823"/>
                  <a:gd name="connsiteY587" fmla="*/ 177248 h 542910"/>
                  <a:gd name="connsiteX588" fmla="*/ 40581 w 767823"/>
                  <a:gd name="connsiteY588" fmla="*/ 168293 h 542910"/>
                  <a:gd name="connsiteX589" fmla="*/ 40626 w 767823"/>
                  <a:gd name="connsiteY589" fmla="*/ 165154 h 542910"/>
                  <a:gd name="connsiteX590" fmla="*/ 40644 w 767823"/>
                  <a:gd name="connsiteY590" fmla="*/ 162134 h 542910"/>
                  <a:gd name="connsiteX591" fmla="*/ 40672 w 767823"/>
                  <a:gd name="connsiteY591" fmla="*/ 159354 h 542910"/>
                  <a:gd name="connsiteX592" fmla="*/ 38681 w 767823"/>
                  <a:gd name="connsiteY592" fmla="*/ 153321 h 542910"/>
                  <a:gd name="connsiteX593" fmla="*/ 34212 w 767823"/>
                  <a:gd name="connsiteY593" fmla="*/ 153321 h 542910"/>
                  <a:gd name="connsiteX594" fmla="*/ 34159 w 767823"/>
                  <a:gd name="connsiteY594" fmla="*/ 150984 h 542910"/>
                  <a:gd name="connsiteX595" fmla="*/ 33929 w 767823"/>
                  <a:gd name="connsiteY595" fmla="*/ 142393 h 542910"/>
                  <a:gd name="connsiteX596" fmla="*/ 33835 w 767823"/>
                  <a:gd name="connsiteY596" fmla="*/ 138677 h 542910"/>
                  <a:gd name="connsiteX597" fmla="*/ 33688 w 767823"/>
                  <a:gd name="connsiteY597" fmla="*/ 133332 h 542910"/>
                  <a:gd name="connsiteX598" fmla="*/ 33603 w 767823"/>
                  <a:gd name="connsiteY598" fmla="*/ 130083 h 542910"/>
                  <a:gd name="connsiteX599" fmla="*/ 31531 w 767823"/>
                  <a:gd name="connsiteY599" fmla="*/ 124718 h 542910"/>
                  <a:gd name="connsiteX600" fmla="*/ 27955 w 767823"/>
                  <a:gd name="connsiteY600" fmla="*/ 124718 h 542910"/>
                  <a:gd name="connsiteX601" fmla="*/ 27061 w 767823"/>
                  <a:gd name="connsiteY601" fmla="*/ 95221 h 542910"/>
                  <a:gd name="connsiteX602" fmla="*/ 21698 w 767823"/>
                  <a:gd name="connsiteY602" fmla="*/ 94327 h 542910"/>
                  <a:gd name="connsiteX603" fmla="*/ 21534 w 767823"/>
                  <a:gd name="connsiteY603" fmla="*/ 90927 h 542910"/>
                  <a:gd name="connsiteX604" fmla="*/ 20919 w 767823"/>
                  <a:gd name="connsiteY604" fmla="*/ 79427 h 542910"/>
                  <a:gd name="connsiteX605" fmla="*/ 20672 w 767823"/>
                  <a:gd name="connsiteY605" fmla="*/ 74289 h 542910"/>
                  <a:gd name="connsiteX606" fmla="*/ 19911 w 767823"/>
                  <a:gd name="connsiteY606" fmla="*/ 68406 h 542910"/>
                  <a:gd name="connsiteX607" fmla="*/ 16335 w 767823"/>
                  <a:gd name="connsiteY607" fmla="*/ 66618 h 542910"/>
                  <a:gd name="connsiteX608" fmla="*/ 14548 w 767823"/>
                  <a:gd name="connsiteY608" fmla="*/ 65724 h 542910"/>
                  <a:gd name="connsiteX609" fmla="*/ 13654 w 767823"/>
                  <a:gd name="connsiteY609" fmla="*/ 38015 h 542910"/>
                  <a:gd name="connsiteX610" fmla="*/ 8291 w 767823"/>
                  <a:gd name="connsiteY610" fmla="*/ 37122 h 542910"/>
                  <a:gd name="connsiteX611" fmla="*/ 8265 w 767823"/>
                  <a:gd name="connsiteY611" fmla="*/ 34881 h 542910"/>
                  <a:gd name="connsiteX612" fmla="*/ 8067 w 767823"/>
                  <a:gd name="connsiteY612" fmla="*/ 24831 h 542910"/>
                  <a:gd name="connsiteX613" fmla="*/ 8029 w 767823"/>
                  <a:gd name="connsiteY613" fmla="*/ 21305 h 542910"/>
                  <a:gd name="connsiteX614" fmla="*/ 7942 w 767823"/>
                  <a:gd name="connsiteY614" fmla="*/ 17918 h 542910"/>
                  <a:gd name="connsiteX615" fmla="*/ 7885 w 767823"/>
                  <a:gd name="connsiteY615" fmla="*/ 14797 h 542910"/>
                  <a:gd name="connsiteX616" fmla="*/ 3822 w 767823"/>
                  <a:gd name="connsiteY616" fmla="*/ 8519 h 542910"/>
                  <a:gd name="connsiteX617" fmla="*/ 2034 w 767823"/>
                  <a:gd name="connsiteY617" fmla="*/ 9412 h 542910"/>
                  <a:gd name="connsiteX618" fmla="*/ 2034 w 767823"/>
                  <a:gd name="connsiteY618" fmla="*/ 3156 h 542910"/>
                  <a:gd name="connsiteX619" fmla="*/ 16264 w 767823"/>
                  <a:gd name="connsiteY619" fmla="*/ 140 h 54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Lst>
                <a:rect l="l" t="t" r="r" b="b"/>
                <a:pathLst>
                  <a:path w="767823" h="542910">
                    <a:moveTo>
                      <a:pt x="16264" y="140"/>
                    </a:moveTo>
                    <a:cubicBezTo>
                      <a:pt x="16939" y="136"/>
                      <a:pt x="17615" y="132"/>
                      <a:pt x="18310" y="129"/>
                    </a:cubicBezTo>
                    <a:cubicBezTo>
                      <a:pt x="20553" y="120"/>
                      <a:pt x="22795" y="131"/>
                      <a:pt x="25037" y="141"/>
                    </a:cubicBezTo>
                    <a:cubicBezTo>
                      <a:pt x="26653" y="139"/>
                      <a:pt x="28268" y="136"/>
                      <a:pt x="29884" y="131"/>
                    </a:cubicBezTo>
                    <a:cubicBezTo>
                      <a:pt x="34257" y="123"/>
                      <a:pt x="38630" y="131"/>
                      <a:pt x="43003" y="143"/>
                    </a:cubicBezTo>
                    <a:cubicBezTo>
                      <a:pt x="47582" y="153"/>
                      <a:pt x="52161" y="150"/>
                      <a:pt x="56740" y="148"/>
                    </a:cubicBezTo>
                    <a:cubicBezTo>
                      <a:pt x="64425" y="147"/>
                      <a:pt x="72110" y="157"/>
                      <a:pt x="79796" y="174"/>
                    </a:cubicBezTo>
                    <a:cubicBezTo>
                      <a:pt x="88683" y="192"/>
                      <a:pt x="97570" y="196"/>
                      <a:pt x="106458" y="190"/>
                    </a:cubicBezTo>
                    <a:cubicBezTo>
                      <a:pt x="115010" y="185"/>
                      <a:pt x="123563" y="190"/>
                      <a:pt x="132115" y="200"/>
                    </a:cubicBezTo>
                    <a:cubicBezTo>
                      <a:pt x="135755" y="204"/>
                      <a:pt x="139394" y="205"/>
                      <a:pt x="143033" y="203"/>
                    </a:cubicBezTo>
                    <a:cubicBezTo>
                      <a:pt x="147315" y="201"/>
                      <a:pt x="151597" y="209"/>
                      <a:pt x="155878" y="223"/>
                    </a:cubicBezTo>
                    <a:cubicBezTo>
                      <a:pt x="157451" y="227"/>
                      <a:pt x="159023" y="227"/>
                      <a:pt x="160596" y="225"/>
                    </a:cubicBezTo>
                    <a:cubicBezTo>
                      <a:pt x="162739" y="222"/>
                      <a:pt x="164882" y="230"/>
                      <a:pt x="167026" y="241"/>
                    </a:cubicBezTo>
                    <a:cubicBezTo>
                      <a:pt x="167963" y="236"/>
                      <a:pt x="167963" y="236"/>
                      <a:pt x="168919" y="231"/>
                    </a:cubicBezTo>
                    <a:cubicBezTo>
                      <a:pt x="172137" y="260"/>
                      <a:pt x="174487" y="508"/>
                      <a:pt x="177227" y="2262"/>
                    </a:cubicBezTo>
                    <a:cubicBezTo>
                      <a:pt x="177245" y="2920"/>
                      <a:pt x="177262" y="3578"/>
                      <a:pt x="177281" y="4256"/>
                    </a:cubicBezTo>
                    <a:cubicBezTo>
                      <a:pt x="177366" y="7242"/>
                      <a:pt x="177464" y="10226"/>
                      <a:pt x="177562" y="13211"/>
                    </a:cubicBezTo>
                    <a:cubicBezTo>
                      <a:pt x="177604" y="14765"/>
                      <a:pt x="177604" y="14765"/>
                      <a:pt x="177646" y="16350"/>
                    </a:cubicBezTo>
                    <a:cubicBezTo>
                      <a:pt x="177680" y="17347"/>
                      <a:pt x="177715" y="18344"/>
                      <a:pt x="177751" y="19370"/>
                    </a:cubicBezTo>
                    <a:cubicBezTo>
                      <a:pt x="177779" y="20288"/>
                      <a:pt x="177807" y="21205"/>
                      <a:pt x="177836" y="22151"/>
                    </a:cubicBezTo>
                    <a:cubicBezTo>
                      <a:pt x="178117" y="24580"/>
                      <a:pt x="178666" y="26100"/>
                      <a:pt x="179908" y="28183"/>
                    </a:cubicBezTo>
                    <a:cubicBezTo>
                      <a:pt x="181088" y="28183"/>
                      <a:pt x="182268" y="28183"/>
                      <a:pt x="183484" y="28183"/>
                    </a:cubicBezTo>
                    <a:cubicBezTo>
                      <a:pt x="183506" y="29121"/>
                      <a:pt x="183529" y="30060"/>
                      <a:pt x="183552" y="31027"/>
                    </a:cubicBezTo>
                    <a:cubicBezTo>
                      <a:pt x="183636" y="34502"/>
                      <a:pt x="183725" y="37976"/>
                      <a:pt x="183817" y="41451"/>
                    </a:cubicBezTo>
                    <a:cubicBezTo>
                      <a:pt x="183855" y="42956"/>
                      <a:pt x="183893" y="44461"/>
                      <a:pt x="183928" y="45967"/>
                    </a:cubicBezTo>
                    <a:cubicBezTo>
                      <a:pt x="183980" y="48128"/>
                      <a:pt x="184037" y="50289"/>
                      <a:pt x="184095" y="52450"/>
                    </a:cubicBezTo>
                    <a:cubicBezTo>
                      <a:pt x="184117" y="53462"/>
                      <a:pt x="184117" y="53462"/>
                      <a:pt x="184140" y="54495"/>
                    </a:cubicBezTo>
                    <a:cubicBezTo>
                      <a:pt x="184177" y="57990"/>
                      <a:pt x="184177" y="57990"/>
                      <a:pt x="185271" y="61255"/>
                    </a:cubicBezTo>
                    <a:cubicBezTo>
                      <a:pt x="187530" y="61841"/>
                      <a:pt x="187530" y="61841"/>
                      <a:pt x="189741" y="62149"/>
                    </a:cubicBezTo>
                    <a:cubicBezTo>
                      <a:pt x="189758" y="63029"/>
                      <a:pt x="189776" y="63908"/>
                      <a:pt x="189794" y="64814"/>
                    </a:cubicBezTo>
                    <a:cubicBezTo>
                      <a:pt x="189862" y="68078"/>
                      <a:pt x="189942" y="71341"/>
                      <a:pt x="190024" y="74604"/>
                    </a:cubicBezTo>
                    <a:cubicBezTo>
                      <a:pt x="190059" y="76016"/>
                      <a:pt x="190090" y="77429"/>
                      <a:pt x="190118" y="78841"/>
                    </a:cubicBezTo>
                    <a:cubicBezTo>
                      <a:pt x="190159" y="80872"/>
                      <a:pt x="190210" y="82901"/>
                      <a:pt x="190264" y="84932"/>
                    </a:cubicBezTo>
                    <a:cubicBezTo>
                      <a:pt x="190280" y="85879"/>
                      <a:pt x="190280" y="85879"/>
                      <a:pt x="190296" y="86845"/>
                    </a:cubicBezTo>
                    <a:cubicBezTo>
                      <a:pt x="190394" y="90106"/>
                      <a:pt x="190564" y="91541"/>
                      <a:pt x="192422" y="94327"/>
                    </a:cubicBezTo>
                    <a:cubicBezTo>
                      <a:pt x="194703" y="95404"/>
                      <a:pt x="194703" y="95404"/>
                      <a:pt x="196891" y="96115"/>
                    </a:cubicBezTo>
                    <a:cubicBezTo>
                      <a:pt x="196914" y="97026"/>
                      <a:pt x="196936" y="97938"/>
                      <a:pt x="196959" y="98876"/>
                    </a:cubicBezTo>
                    <a:cubicBezTo>
                      <a:pt x="197043" y="102251"/>
                      <a:pt x="197133" y="105626"/>
                      <a:pt x="197224" y="109001"/>
                    </a:cubicBezTo>
                    <a:cubicBezTo>
                      <a:pt x="197263" y="110463"/>
                      <a:pt x="197300" y="111925"/>
                      <a:pt x="197336" y="113387"/>
                    </a:cubicBezTo>
                    <a:cubicBezTo>
                      <a:pt x="197387" y="115486"/>
                      <a:pt x="197444" y="117584"/>
                      <a:pt x="197502" y="119683"/>
                    </a:cubicBezTo>
                    <a:cubicBezTo>
                      <a:pt x="197525" y="120666"/>
                      <a:pt x="197525" y="120666"/>
                      <a:pt x="197548" y="121670"/>
                    </a:cubicBezTo>
                    <a:cubicBezTo>
                      <a:pt x="197594" y="125095"/>
                      <a:pt x="197594" y="125095"/>
                      <a:pt x="198679" y="128293"/>
                    </a:cubicBezTo>
                    <a:cubicBezTo>
                      <a:pt x="200154" y="128293"/>
                      <a:pt x="201629" y="128293"/>
                      <a:pt x="203148" y="128293"/>
                    </a:cubicBezTo>
                    <a:cubicBezTo>
                      <a:pt x="203171" y="129254"/>
                      <a:pt x="203193" y="130215"/>
                      <a:pt x="203216" y="131205"/>
                    </a:cubicBezTo>
                    <a:cubicBezTo>
                      <a:pt x="203300" y="134768"/>
                      <a:pt x="203390" y="138331"/>
                      <a:pt x="203481" y="141894"/>
                    </a:cubicBezTo>
                    <a:cubicBezTo>
                      <a:pt x="203520" y="143436"/>
                      <a:pt x="203557" y="144979"/>
                      <a:pt x="203593" y="146521"/>
                    </a:cubicBezTo>
                    <a:cubicBezTo>
                      <a:pt x="203644" y="148738"/>
                      <a:pt x="203701" y="150954"/>
                      <a:pt x="203759" y="153171"/>
                    </a:cubicBezTo>
                    <a:cubicBezTo>
                      <a:pt x="203774" y="153861"/>
                      <a:pt x="203789" y="154551"/>
                      <a:pt x="203805" y="155262"/>
                    </a:cubicBezTo>
                    <a:cubicBezTo>
                      <a:pt x="203883" y="158105"/>
                      <a:pt x="204031" y="160438"/>
                      <a:pt x="204936" y="163153"/>
                    </a:cubicBezTo>
                    <a:cubicBezTo>
                      <a:pt x="206411" y="163448"/>
                      <a:pt x="207886" y="163743"/>
                      <a:pt x="209405" y="164047"/>
                    </a:cubicBezTo>
                    <a:cubicBezTo>
                      <a:pt x="209423" y="164981"/>
                      <a:pt x="209441" y="165914"/>
                      <a:pt x="209459" y="166876"/>
                    </a:cubicBezTo>
                    <a:cubicBezTo>
                      <a:pt x="209527" y="170340"/>
                      <a:pt x="209606" y="173803"/>
                      <a:pt x="209689" y="177266"/>
                    </a:cubicBezTo>
                    <a:cubicBezTo>
                      <a:pt x="209723" y="178765"/>
                      <a:pt x="209754" y="180264"/>
                      <a:pt x="209782" y="181763"/>
                    </a:cubicBezTo>
                    <a:cubicBezTo>
                      <a:pt x="209823" y="183918"/>
                      <a:pt x="209875" y="186072"/>
                      <a:pt x="209929" y="188226"/>
                    </a:cubicBezTo>
                    <a:cubicBezTo>
                      <a:pt x="209944" y="189232"/>
                      <a:pt x="209944" y="189232"/>
                      <a:pt x="209960" y="190258"/>
                    </a:cubicBezTo>
                    <a:cubicBezTo>
                      <a:pt x="210055" y="193599"/>
                      <a:pt x="210188" y="195165"/>
                      <a:pt x="212087" y="198013"/>
                    </a:cubicBezTo>
                    <a:cubicBezTo>
                      <a:pt x="213267" y="198013"/>
                      <a:pt x="214446" y="198013"/>
                      <a:pt x="215662" y="198013"/>
                    </a:cubicBezTo>
                    <a:cubicBezTo>
                      <a:pt x="216339" y="201594"/>
                      <a:pt x="216648" y="204927"/>
                      <a:pt x="216580" y="208568"/>
                    </a:cubicBezTo>
                    <a:cubicBezTo>
                      <a:pt x="216569" y="209531"/>
                      <a:pt x="216558" y="210493"/>
                      <a:pt x="216547" y="211485"/>
                    </a:cubicBezTo>
                    <a:cubicBezTo>
                      <a:pt x="216516" y="213487"/>
                      <a:pt x="216481" y="215489"/>
                      <a:pt x="216442" y="217491"/>
                    </a:cubicBezTo>
                    <a:cubicBezTo>
                      <a:pt x="216390" y="222695"/>
                      <a:pt x="216544" y="227075"/>
                      <a:pt x="218344" y="231979"/>
                    </a:cubicBezTo>
                    <a:cubicBezTo>
                      <a:pt x="219818" y="232274"/>
                      <a:pt x="221293" y="232569"/>
                      <a:pt x="222813" y="232873"/>
                    </a:cubicBezTo>
                    <a:cubicBezTo>
                      <a:pt x="222821" y="233778"/>
                      <a:pt x="222830" y="234684"/>
                      <a:pt x="222838" y="235617"/>
                    </a:cubicBezTo>
                    <a:cubicBezTo>
                      <a:pt x="222874" y="239011"/>
                      <a:pt x="222933" y="242404"/>
                      <a:pt x="222998" y="245797"/>
                    </a:cubicBezTo>
                    <a:cubicBezTo>
                      <a:pt x="223023" y="247259"/>
                      <a:pt x="223042" y="248722"/>
                      <a:pt x="223055" y="250184"/>
                    </a:cubicBezTo>
                    <a:cubicBezTo>
                      <a:pt x="222957" y="260800"/>
                      <a:pt x="222957" y="260800"/>
                      <a:pt x="226458" y="270655"/>
                    </a:cubicBezTo>
                    <a:cubicBezTo>
                      <a:pt x="227799" y="273173"/>
                      <a:pt x="227936" y="275643"/>
                      <a:pt x="228176" y="278459"/>
                    </a:cubicBezTo>
                    <a:cubicBezTo>
                      <a:pt x="228978" y="275716"/>
                      <a:pt x="229174" y="273281"/>
                      <a:pt x="229157" y="270428"/>
                    </a:cubicBezTo>
                    <a:cubicBezTo>
                      <a:pt x="229154" y="269593"/>
                      <a:pt x="229151" y="268757"/>
                      <a:pt x="229148" y="267897"/>
                    </a:cubicBezTo>
                    <a:cubicBezTo>
                      <a:pt x="229141" y="267031"/>
                      <a:pt x="229133" y="266166"/>
                      <a:pt x="229126" y="265275"/>
                    </a:cubicBezTo>
                    <a:cubicBezTo>
                      <a:pt x="229120" y="263956"/>
                      <a:pt x="229120" y="263956"/>
                      <a:pt x="229113" y="262611"/>
                    </a:cubicBezTo>
                    <a:cubicBezTo>
                      <a:pt x="229103" y="260445"/>
                      <a:pt x="229088" y="258279"/>
                      <a:pt x="229070" y="256113"/>
                    </a:cubicBezTo>
                    <a:cubicBezTo>
                      <a:pt x="230545" y="256113"/>
                      <a:pt x="232019" y="256113"/>
                      <a:pt x="233539" y="256113"/>
                    </a:cubicBezTo>
                    <a:cubicBezTo>
                      <a:pt x="235941" y="252580"/>
                      <a:pt x="235496" y="248973"/>
                      <a:pt x="235382" y="244884"/>
                    </a:cubicBezTo>
                    <a:cubicBezTo>
                      <a:pt x="235219" y="237665"/>
                      <a:pt x="235219" y="237665"/>
                      <a:pt x="236220" y="234661"/>
                    </a:cubicBezTo>
                    <a:cubicBezTo>
                      <a:pt x="237710" y="234065"/>
                      <a:pt x="239200" y="233469"/>
                      <a:pt x="240690" y="232873"/>
                    </a:cubicBezTo>
                    <a:cubicBezTo>
                      <a:pt x="241560" y="230263"/>
                      <a:pt x="241756" y="228355"/>
                      <a:pt x="241866" y="225628"/>
                    </a:cubicBezTo>
                    <a:cubicBezTo>
                      <a:pt x="241904" y="224749"/>
                      <a:pt x="241941" y="223871"/>
                      <a:pt x="241980" y="222966"/>
                    </a:cubicBezTo>
                    <a:cubicBezTo>
                      <a:pt x="242015" y="222050"/>
                      <a:pt x="242050" y="221135"/>
                      <a:pt x="242086" y="220191"/>
                    </a:cubicBezTo>
                    <a:cubicBezTo>
                      <a:pt x="242125" y="219266"/>
                      <a:pt x="242163" y="218340"/>
                      <a:pt x="242203" y="217386"/>
                    </a:cubicBezTo>
                    <a:cubicBezTo>
                      <a:pt x="242298" y="215100"/>
                      <a:pt x="242389" y="212813"/>
                      <a:pt x="242477" y="210527"/>
                    </a:cubicBezTo>
                    <a:cubicBezTo>
                      <a:pt x="244247" y="209937"/>
                      <a:pt x="246017" y="209347"/>
                      <a:pt x="247840" y="208739"/>
                    </a:cubicBezTo>
                    <a:cubicBezTo>
                      <a:pt x="248135" y="201660"/>
                      <a:pt x="248430" y="194581"/>
                      <a:pt x="248734" y="187287"/>
                    </a:cubicBezTo>
                    <a:cubicBezTo>
                      <a:pt x="250209" y="186992"/>
                      <a:pt x="251684" y="186697"/>
                      <a:pt x="253203" y="186393"/>
                    </a:cubicBezTo>
                    <a:cubicBezTo>
                      <a:pt x="254328" y="184143"/>
                      <a:pt x="254283" y="182449"/>
                      <a:pt x="254380" y="179934"/>
                    </a:cubicBezTo>
                    <a:cubicBezTo>
                      <a:pt x="254418" y="179012"/>
                      <a:pt x="254455" y="178090"/>
                      <a:pt x="254494" y="177140"/>
                    </a:cubicBezTo>
                    <a:cubicBezTo>
                      <a:pt x="254546" y="175692"/>
                      <a:pt x="254546" y="175692"/>
                      <a:pt x="254600" y="174214"/>
                    </a:cubicBezTo>
                    <a:cubicBezTo>
                      <a:pt x="254639" y="173242"/>
                      <a:pt x="254677" y="172270"/>
                      <a:pt x="254717" y="171268"/>
                    </a:cubicBezTo>
                    <a:cubicBezTo>
                      <a:pt x="254812" y="168861"/>
                      <a:pt x="254903" y="166454"/>
                      <a:pt x="254991" y="164047"/>
                    </a:cubicBezTo>
                    <a:cubicBezTo>
                      <a:pt x="256761" y="163457"/>
                      <a:pt x="258531" y="162867"/>
                      <a:pt x="260354" y="162259"/>
                    </a:cubicBezTo>
                    <a:cubicBezTo>
                      <a:pt x="261136" y="157362"/>
                      <a:pt x="261507" y="152518"/>
                      <a:pt x="261751" y="147567"/>
                    </a:cubicBezTo>
                    <a:cubicBezTo>
                      <a:pt x="261789" y="146828"/>
                      <a:pt x="261828" y="146089"/>
                      <a:pt x="261868" y="145327"/>
                    </a:cubicBezTo>
                    <a:cubicBezTo>
                      <a:pt x="261962" y="143523"/>
                      <a:pt x="262052" y="141718"/>
                      <a:pt x="262142" y="139913"/>
                    </a:cubicBezTo>
                    <a:cubicBezTo>
                      <a:pt x="262861" y="139803"/>
                      <a:pt x="263580" y="139692"/>
                      <a:pt x="264321" y="139578"/>
                    </a:cubicBezTo>
                    <a:cubicBezTo>
                      <a:pt x="265076" y="139394"/>
                      <a:pt x="265832" y="139209"/>
                      <a:pt x="266611" y="139019"/>
                    </a:cubicBezTo>
                    <a:cubicBezTo>
                      <a:pt x="267686" y="136869"/>
                      <a:pt x="267686" y="135351"/>
                      <a:pt x="267788" y="132951"/>
                    </a:cubicBezTo>
                    <a:cubicBezTo>
                      <a:pt x="267825" y="132110"/>
                      <a:pt x="267863" y="131269"/>
                      <a:pt x="267901" y="130402"/>
                    </a:cubicBezTo>
                    <a:cubicBezTo>
                      <a:pt x="267954" y="129082"/>
                      <a:pt x="267954" y="129082"/>
                      <a:pt x="268008" y="127735"/>
                    </a:cubicBezTo>
                    <a:cubicBezTo>
                      <a:pt x="268046" y="126848"/>
                      <a:pt x="268085" y="125960"/>
                      <a:pt x="268125" y="125046"/>
                    </a:cubicBezTo>
                    <a:cubicBezTo>
                      <a:pt x="268220" y="122851"/>
                      <a:pt x="268311" y="120656"/>
                      <a:pt x="268399" y="118461"/>
                    </a:cubicBezTo>
                    <a:cubicBezTo>
                      <a:pt x="269118" y="118351"/>
                      <a:pt x="269837" y="118240"/>
                      <a:pt x="270577" y="118126"/>
                    </a:cubicBezTo>
                    <a:cubicBezTo>
                      <a:pt x="271333" y="117942"/>
                      <a:pt x="272089" y="117757"/>
                      <a:pt x="272868" y="117567"/>
                    </a:cubicBezTo>
                    <a:cubicBezTo>
                      <a:pt x="274017" y="115268"/>
                      <a:pt x="273950" y="113483"/>
                      <a:pt x="274045" y="110912"/>
                    </a:cubicBezTo>
                    <a:cubicBezTo>
                      <a:pt x="274082" y="109950"/>
                      <a:pt x="274120" y="108988"/>
                      <a:pt x="274158" y="107997"/>
                    </a:cubicBezTo>
                    <a:cubicBezTo>
                      <a:pt x="274211" y="106485"/>
                      <a:pt x="274211" y="106485"/>
                      <a:pt x="274265" y="104942"/>
                    </a:cubicBezTo>
                    <a:cubicBezTo>
                      <a:pt x="274303" y="103927"/>
                      <a:pt x="274342" y="102912"/>
                      <a:pt x="274382" y="101866"/>
                    </a:cubicBezTo>
                    <a:cubicBezTo>
                      <a:pt x="274477" y="99353"/>
                      <a:pt x="274568" y="96840"/>
                      <a:pt x="274656" y="94327"/>
                    </a:cubicBezTo>
                    <a:cubicBezTo>
                      <a:pt x="276425" y="94327"/>
                      <a:pt x="278195" y="94327"/>
                      <a:pt x="280019" y="94327"/>
                    </a:cubicBezTo>
                    <a:cubicBezTo>
                      <a:pt x="280945" y="88769"/>
                      <a:pt x="280963" y="83373"/>
                      <a:pt x="280801" y="77756"/>
                    </a:cubicBezTo>
                    <a:cubicBezTo>
                      <a:pt x="280773" y="76129"/>
                      <a:pt x="280836" y="74501"/>
                      <a:pt x="280913" y="72875"/>
                    </a:cubicBezTo>
                    <a:cubicBezTo>
                      <a:pt x="282700" y="71088"/>
                      <a:pt x="282700" y="71088"/>
                      <a:pt x="286276" y="71088"/>
                    </a:cubicBezTo>
                    <a:cubicBezTo>
                      <a:pt x="287279" y="66079"/>
                      <a:pt x="287462" y="61093"/>
                      <a:pt x="287672" y="56004"/>
                    </a:cubicBezTo>
                    <a:cubicBezTo>
                      <a:pt x="287711" y="55133"/>
                      <a:pt x="287749" y="54262"/>
                      <a:pt x="287789" y="53364"/>
                    </a:cubicBezTo>
                    <a:cubicBezTo>
                      <a:pt x="287883" y="51228"/>
                      <a:pt x="287975" y="49091"/>
                      <a:pt x="288063" y="46954"/>
                    </a:cubicBezTo>
                    <a:cubicBezTo>
                      <a:pt x="289538" y="46659"/>
                      <a:pt x="291013" y="46364"/>
                      <a:pt x="292532" y="46060"/>
                    </a:cubicBezTo>
                    <a:cubicBezTo>
                      <a:pt x="293402" y="43450"/>
                      <a:pt x="293599" y="41542"/>
                      <a:pt x="293709" y="38815"/>
                    </a:cubicBezTo>
                    <a:cubicBezTo>
                      <a:pt x="293747" y="37936"/>
                      <a:pt x="293784" y="37058"/>
                      <a:pt x="293823" y="36153"/>
                    </a:cubicBezTo>
                    <a:cubicBezTo>
                      <a:pt x="293875" y="34779"/>
                      <a:pt x="293875" y="34779"/>
                      <a:pt x="293929" y="33379"/>
                    </a:cubicBezTo>
                    <a:cubicBezTo>
                      <a:pt x="293968" y="32453"/>
                      <a:pt x="294006" y="31527"/>
                      <a:pt x="294046" y="30573"/>
                    </a:cubicBezTo>
                    <a:cubicBezTo>
                      <a:pt x="294141" y="28287"/>
                      <a:pt x="294232" y="26000"/>
                      <a:pt x="294320" y="23714"/>
                    </a:cubicBezTo>
                    <a:cubicBezTo>
                      <a:pt x="295795" y="23714"/>
                      <a:pt x="297270" y="23714"/>
                      <a:pt x="298789" y="23714"/>
                    </a:cubicBezTo>
                    <a:cubicBezTo>
                      <a:pt x="299889" y="21514"/>
                      <a:pt x="299867" y="19908"/>
                      <a:pt x="299966" y="17450"/>
                    </a:cubicBezTo>
                    <a:cubicBezTo>
                      <a:pt x="300003" y="16569"/>
                      <a:pt x="300041" y="15687"/>
                      <a:pt x="300079" y="14779"/>
                    </a:cubicBezTo>
                    <a:cubicBezTo>
                      <a:pt x="300132" y="13395"/>
                      <a:pt x="300132" y="13395"/>
                      <a:pt x="300186" y="11982"/>
                    </a:cubicBezTo>
                    <a:cubicBezTo>
                      <a:pt x="300225" y="11052"/>
                      <a:pt x="300263" y="10123"/>
                      <a:pt x="300303" y="9165"/>
                    </a:cubicBezTo>
                    <a:cubicBezTo>
                      <a:pt x="300398" y="6864"/>
                      <a:pt x="300489" y="4563"/>
                      <a:pt x="300577" y="2262"/>
                    </a:cubicBezTo>
                    <a:cubicBezTo>
                      <a:pt x="304741" y="632"/>
                      <a:pt x="308451" y="221"/>
                      <a:pt x="312873" y="253"/>
                    </a:cubicBezTo>
                    <a:cubicBezTo>
                      <a:pt x="313894" y="250"/>
                      <a:pt x="313894" y="250"/>
                      <a:pt x="314936" y="246"/>
                    </a:cubicBezTo>
                    <a:cubicBezTo>
                      <a:pt x="317209" y="241"/>
                      <a:pt x="319481" y="249"/>
                      <a:pt x="321754" y="257"/>
                    </a:cubicBezTo>
                    <a:cubicBezTo>
                      <a:pt x="323387" y="256"/>
                      <a:pt x="325020" y="254"/>
                      <a:pt x="326653" y="252"/>
                    </a:cubicBezTo>
                    <a:cubicBezTo>
                      <a:pt x="331081" y="247"/>
                      <a:pt x="335509" y="254"/>
                      <a:pt x="339938" y="263"/>
                    </a:cubicBezTo>
                    <a:cubicBezTo>
                      <a:pt x="344572" y="271"/>
                      <a:pt x="349206" y="270"/>
                      <a:pt x="353840" y="269"/>
                    </a:cubicBezTo>
                    <a:cubicBezTo>
                      <a:pt x="361620" y="270"/>
                      <a:pt x="369400" y="278"/>
                      <a:pt x="377180" y="290"/>
                    </a:cubicBezTo>
                    <a:cubicBezTo>
                      <a:pt x="386178" y="304"/>
                      <a:pt x="395176" y="309"/>
                      <a:pt x="404174" y="308"/>
                    </a:cubicBezTo>
                    <a:cubicBezTo>
                      <a:pt x="412829" y="308"/>
                      <a:pt x="421483" y="312"/>
                      <a:pt x="430138" y="320"/>
                    </a:cubicBezTo>
                    <a:cubicBezTo>
                      <a:pt x="433822" y="323"/>
                      <a:pt x="437507" y="324"/>
                      <a:pt x="441191" y="325"/>
                    </a:cubicBezTo>
                    <a:cubicBezTo>
                      <a:pt x="445527" y="326"/>
                      <a:pt x="449863" y="331"/>
                      <a:pt x="454199" y="340"/>
                    </a:cubicBezTo>
                    <a:cubicBezTo>
                      <a:pt x="455791" y="343"/>
                      <a:pt x="457384" y="344"/>
                      <a:pt x="458977" y="343"/>
                    </a:cubicBezTo>
                    <a:cubicBezTo>
                      <a:pt x="461147" y="343"/>
                      <a:pt x="463318" y="348"/>
                      <a:pt x="465489" y="355"/>
                    </a:cubicBezTo>
                    <a:cubicBezTo>
                      <a:pt x="466438" y="352"/>
                      <a:pt x="466438" y="352"/>
                      <a:pt x="467407" y="350"/>
                    </a:cubicBezTo>
                    <a:cubicBezTo>
                      <a:pt x="470325" y="365"/>
                      <a:pt x="472979" y="472"/>
                      <a:pt x="475770" y="1368"/>
                    </a:cubicBezTo>
                    <a:cubicBezTo>
                      <a:pt x="475788" y="1922"/>
                      <a:pt x="475805" y="2477"/>
                      <a:pt x="475824" y="3048"/>
                    </a:cubicBezTo>
                    <a:cubicBezTo>
                      <a:pt x="475909" y="5561"/>
                      <a:pt x="476007" y="8073"/>
                      <a:pt x="476105" y="10586"/>
                    </a:cubicBezTo>
                    <a:cubicBezTo>
                      <a:pt x="476133" y="11458"/>
                      <a:pt x="476161" y="12331"/>
                      <a:pt x="476189" y="13230"/>
                    </a:cubicBezTo>
                    <a:cubicBezTo>
                      <a:pt x="476241" y="14488"/>
                      <a:pt x="476241" y="14488"/>
                      <a:pt x="476294" y="15771"/>
                    </a:cubicBezTo>
                    <a:cubicBezTo>
                      <a:pt x="476322" y="16543"/>
                      <a:pt x="476350" y="17315"/>
                      <a:pt x="476379" y="18111"/>
                    </a:cubicBezTo>
                    <a:cubicBezTo>
                      <a:pt x="476549" y="20387"/>
                      <a:pt x="476549" y="20387"/>
                      <a:pt x="478452" y="22820"/>
                    </a:cubicBezTo>
                    <a:cubicBezTo>
                      <a:pt x="480732" y="23897"/>
                      <a:pt x="480732" y="23897"/>
                      <a:pt x="482921" y="24608"/>
                    </a:cubicBezTo>
                    <a:cubicBezTo>
                      <a:pt x="482938" y="25135"/>
                      <a:pt x="482956" y="25663"/>
                      <a:pt x="482974" y="26206"/>
                    </a:cubicBezTo>
                    <a:cubicBezTo>
                      <a:pt x="483060" y="28597"/>
                      <a:pt x="483158" y="30988"/>
                      <a:pt x="483256" y="33379"/>
                    </a:cubicBezTo>
                    <a:cubicBezTo>
                      <a:pt x="483284" y="34209"/>
                      <a:pt x="483311" y="35039"/>
                      <a:pt x="483340" y="35894"/>
                    </a:cubicBezTo>
                    <a:cubicBezTo>
                      <a:pt x="483392" y="37091"/>
                      <a:pt x="483392" y="37091"/>
                      <a:pt x="483444" y="38312"/>
                    </a:cubicBezTo>
                    <a:cubicBezTo>
                      <a:pt x="483473" y="39047"/>
                      <a:pt x="483501" y="39782"/>
                      <a:pt x="483530" y="40539"/>
                    </a:cubicBezTo>
                    <a:cubicBezTo>
                      <a:pt x="483711" y="42743"/>
                      <a:pt x="483711" y="42743"/>
                      <a:pt x="485602" y="45166"/>
                    </a:cubicBezTo>
                    <a:cubicBezTo>
                      <a:pt x="486782" y="45166"/>
                      <a:pt x="487962" y="45166"/>
                      <a:pt x="489178" y="45166"/>
                    </a:cubicBezTo>
                    <a:cubicBezTo>
                      <a:pt x="489473" y="52540"/>
                      <a:pt x="489768" y="59914"/>
                      <a:pt x="490071" y="67512"/>
                    </a:cubicBezTo>
                    <a:cubicBezTo>
                      <a:pt x="493247" y="69433"/>
                      <a:pt x="493247" y="69433"/>
                      <a:pt x="495435" y="69300"/>
                    </a:cubicBezTo>
                    <a:cubicBezTo>
                      <a:pt x="495468" y="70125"/>
                      <a:pt x="495468" y="70125"/>
                      <a:pt x="495502" y="70966"/>
                    </a:cubicBezTo>
                    <a:cubicBezTo>
                      <a:pt x="495606" y="73465"/>
                      <a:pt x="495716" y="75963"/>
                      <a:pt x="495826" y="78462"/>
                    </a:cubicBezTo>
                    <a:cubicBezTo>
                      <a:pt x="495861" y="79327"/>
                      <a:pt x="495896" y="80192"/>
                      <a:pt x="495932" y="81084"/>
                    </a:cubicBezTo>
                    <a:cubicBezTo>
                      <a:pt x="495969" y="81919"/>
                      <a:pt x="496007" y="82755"/>
                      <a:pt x="496046" y="83615"/>
                    </a:cubicBezTo>
                    <a:cubicBezTo>
                      <a:pt x="496095" y="84767"/>
                      <a:pt x="496095" y="84767"/>
                      <a:pt x="496145" y="85942"/>
                    </a:cubicBezTo>
                    <a:cubicBezTo>
                      <a:pt x="496317" y="87936"/>
                      <a:pt x="496676" y="89724"/>
                      <a:pt x="497222" y="91646"/>
                    </a:cubicBezTo>
                    <a:cubicBezTo>
                      <a:pt x="499434" y="92088"/>
                      <a:pt x="499434" y="92088"/>
                      <a:pt x="501691" y="92540"/>
                    </a:cubicBezTo>
                    <a:cubicBezTo>
                      <a:pt x="501709" y="93053"/>
                      <a:pt x="501727" y="93567"/>
                      <a:pt x="501745" y="94096"/>
                    </a:cubicBezTo>
                    <a:cubicBezTo>
                      <a:pt x="501831" y="96445"/>
                      <a:pt x="501929" y="98794"/>
                      <a:pt x="502027" y="101143"/>
                    </a:cubicBezTo>
                    <a:cubicBezTo>
                      <a:pt x="502054" y="101951"/>
                      <a:pt x="502082" y="102758"/>
                      <a:pt x="502110" y="103591"/>
                    </a:cubicBezTo>
                    <a:cubicBezTo>
                      <a:pt x="502339" y="109886"/>
                      <a:pt x="502339" y="109886"/>
                      <a:pt x="504373" y="115780"/>
                    </a:cubicBezTo>
                    <a:cubicBezTo>
                      <a:pt x="506616" y="117066"/>
                      <a:pt x="506616" y="117066"/>
                      <a:pt x="508842" y="117567"/>
                    </a:cubicBezTo>
                    <a:cubicBezTo>
                      <a:pt x="508833" y="118090"/>
                      <a:pt x="508823" y="118613"/>
                      <a:pt x="508814" y="119152"/>
                    </a:cubicBezTo>
                    <a:cubicBezTo>
                      <a:pt x="508777" y="121528"/>
                      <a:pt x="508753" y="123905"/>
                      <a:pt x="508730" y="126282"/>
                    </a:cubicBezTo>
                    <a:cubicBezTo>
                      <a:pt x="508715" y="127105"/>
                      <a:pt x="508700" y="127928"/>
                      <a:pt x="508685" y="128775"/>
                    </a:cubicBezTo>
                    <a:cubicBezTo>
                      <a:pt x="508679" y="129570"/>
                      <a:pt x="508674" y="130365"/>
                      <a:pt x="508668" y="131184"/>
                    </a:cubicBezTo>
                    <a:cubicBezTo>
                      <a:pt x="508654" y="132280"/>
                      <a:pt x="508654" y="132280"/>
                      <a:pt x="508639" y="133397"/>
                    </a:cubicBezTo>
                    <a:cubicBezTo>
                      <a:pt x="508862" y="135640"/>
                      <a:pt x="509506" y="137083"/>
                      <a:pt x="510630" y="139019"/>
                    </a:cubicBezTo>
                    <a:cubicBezTo>
                      <a:pt x="512105" y="139019"/>
                      <a:pt x="513579" y="139019"/>
                      <a:pt x="515099" y="139019"/>
                    </a:cubicBezTo>
                    <a:cubicBezTo>
                      <a:pt x="515117" y="139569"/>
                      <a:pt x="515134" y="140119"/>
                      <a:pt x="515153" y="140686"/>
                    </a:cubicBezTo>
                    <a:cubicBezTo>
                      <a:pt x="515238" y="143185"/>
                      <a:pt x="515336" y="145683"/>
                      <a:pt x="515434" y="148181"/>
                    </a:cubicBezTo>
                    <a:cubicBezTo>
                      <a:pt x="515462" y="149047"/>
                      <a:pt x="515490" y="149912"/>
                      <a:pt x="515518" y="150804"/>
                    </a:cubicBezTo>
                    <a:cubicBezTo>
                      <a:pt x="515570" y="152057"/>
                      <a:pt x="515570" y="152057"/>
                      <a:pt x="515623" y="153335"/>
                    </a:cubicBezTo>
                    <a:cubicBezTo>
                      <a:pt x="515651" y="154103"/>
                      <a:pt x="515679" y="154870"/>
                      <a:pt x="515708" y="155661"/>
                    </a:cubicBezTo>
                    <a:cubicBezTo>
                      <a:pt x="516008" y="157905"/>
                      <a:pt x="516656" y="159416"/>
                      <a:pt x="517781" y="161366"/>
                    </a:cubicBezTo>
                    <a:cubicBezTo>
                      <a:pt x="518960" y="161366"/>
                      <a:pt x="520140" y="161366"/>
                      <a:pt x="521356" y="161366"/>
                    </a:cubicBezTo>
                    <a:cubicBezTo>
                      <a:pt x="521374" y="162001"/>
                      <a:pt x="521391" y="162637"/>
                      <a:pt x="521410" y="163292"/>
                    </a:cubicBezTo>
                    <a:cubicBezTo>
                      <a:pt x="521495" y="166170"/>
                      <a:pt x="521593" y="169047"/>
                      <a:pt x="521691" y="171924"/>
                    </a:cubicBezTo>
                    <a:cubicBezTo>
                      <a:pt x="521719" y="172925"/>
                      <a:pt x="521746" y="173925"/>
                      <a:pt x="521775" y="174956"/>
                    </a:cubicBezTo>
                    <a:cubicBezTo>
                      <a:pt x="521827" y="176395"/>
                      <a:pt x="521827" y="176395"/>
                      <a:pt x="521880" y="177863"/>
                    </a:cubicBezTo>
                    <a:cubicBezTo>
                      <a:pt x="521908" y="178748"/>
                      <a:pt x="521936" y="179633"/>
                      <a:pt x="521965" y="180544"/>
                    </a:cubicBezTo>
                    <a:cubicBezTo>
                      <a:pt x="522105" y="183033"/>
                      <a:pt x="522105" y="183033"/>
                      <a:pt x="524037" y="185499"/>
                    </a:cubicBezTo>
                    <a:cubicBezTo>
                      <a:pt x="525217" y="185499"/>
                      <a:pt x="526397" y="185499"/>
                      <a:pt x="527613" y="185499"/>
                    </a:cubicBezTo>
                    <a:cubicBezTo>
                      <a:pt x="527667" y="186503"/>
                      <a:pt x="527721" y="187506"/>
                      <a:pt x="527777" y="188540"/>
                    </a:cubicBezTo>
                    <a:cubicBezTo>
                      <a:pt x="528152" y="195299"/>
                      <a:pt x="528545" y="202021"/>
                      <a:pt x="529401" y="208739"/>
                    </a:cubicBezTo>
                    <a:cubicBezTo>
                      <a:pt x="531170" y="208739"/>
                      <a:pt x="532940" y="208739"/>
                      <a:pt x="534764" y="208739"/>
                    </a:cubicBezTo>
                    <a:cubicBezTo>
                      <a:pt x="534797" y="209700"/>
                      <a:pt x="534797" y="209700"/>
                      <a:pt x="534831" y="210680"/>
                    </a:cubicBezTo>
                    <a:cubicBezTo>
                      <a:pt x="534935" y="213571"/>
                      <a:pt x="535045" y="216462"/>
                      <a:pt x="535155" y="219353"/>
                    </a:cubicBezTo>
                    <a:cubicBezTo>
                      <a:pt x="535190" y="220362"/>
                      <a:pt x="535225" y="221370"/>
                      <a:pt x="535261" y="222409"/>
                    </a:cubicBezTo>
                    <a:cubicBezTo>
                      <a:pt x="535317" y="223852"/>
                      <a:pt x="535317" y="223852"/>
                      <a:pt x="535375" y="225324"/>
                    </a:cubicBezTo>
                    <a:cubicBezTo>
                      <a:pt x="535424" y="226658"/>
                      <a:pt x="535424" y="226658"/>
                      <a:pt x="535474" y="228019"/>
                    </a:cubicBezTo>
                    <a:cubicBezTo>
                      <a:pt x="535523" y="230198"/>
                      <a:pt x="535523" y="230198"/>
                      <a:pt x="536551" y="231979"/>
                    </a:cubicBezTo>
                    <a:cubicBezTo>
                      <a:pt x="538026" y="231979"/>
                      <a:pt x="539501" y="231979"/>
                      <a:pt x="541020" y="231979"/>
                    </a:cubicBezTo>
                    <a:cubicBezTo>
                      <a:pt x="541315" y="239648"/>
                      <a:pt x="541610" y="247317"/>
                      <a:pt x="541914" y="255219"/>
                    </a:cubicBezTo>
                    <a:cubicBezTo>
                      <a:pt x="543684" y="255514"/>
                      <a:pt x="545454" y="255809"/>
                      <a:pt x="547277" y="256113"/>
                    </a:cubicBezTo>
                    <a:cubicBezTo>
                      <a:pt x="547311" y="256911"/>
                      <a:pt x="547311" y="256911"/>
                      <a:pt x="547345" y="257725"/>
                    </a:cubicBezTo>
                    <a:cubicBezTo>
                      <a:pt x="547449" y="260130"/>
                      <a:pt x="547559" y="262535"/>
                      <a:pt x="547668" y="264939"/>
                    </a:cubicBezTo>
                    <a:cubicBezTo>
                      <a:pt x="547704" y="265777"/>
                      <a:pt x="547739" y="266615"/>
                      <a:pt x="547775" y="267478"/>
                    </a:cubicBezTo>
                    <a:cubicBezTo>
                      <a:pt x="547831" y="268679"/>
                      <a:pt x="547831" y="268679"/>
                      <a:pt x="547888" y="269904"/>
                    </a:cubicBezTo>
                    <a:cubicBezTo>
                      <a:pt x="547921" y="270644"/>
                      <a:pt x="547954" y="271384"/>
                      <a:pt x="547988" y="272146"/>
                    </a:cubicBezTo>
                    <a:cubicBezTo>
                      <a:pt x="548066" y="274045"/>
                      <a:pt x="548066" y="274045"/>
                      <a:pt x="549065" y="275777"/>
                    </a:cubicBezTo>
                    <a:cubicBezTo>
                      <a:pt x="549305" y="274985"/>
                      <a:pt x="549544" y="274192"/>
                      <a:pt x="549791" y="273375"/>
                    </a:cubicBezTo>
                    <a:cubicBezTo>
                      <a:pt x="550853" y="270414"/>
                      <a:pt x="550853" y="270414"/>
                      <a:pt x="552231" y="268450"/>
                    </a:cubicBezTo>
                    <a:cubicBezTo>
                      <a:pt x="553924" y="265196"/>
                      <a:pt x="553961" y="262250"/>
                      <a:pt x="553992" y="258665"/>
                    </a:cubicBezTo>
                    <a:cubicBezTo>
                      <a:pt x="554008" y="257977"/>
                      <a:pt x="554024" y="257289"/>
                      <a:pt x="554040" y="256580"/>
                    </a:cubicBezTo>
                    <a:cubicBezTo>
                      <a:pt x="554088" y="254395"/>
                      <a:pt x="554119" y="252209"/>
                      <a:pt x="554149" y="250023"/>
                    </a:cubicBezTo>
                    <a:cubicBezTo>
                      <a:pt x="554178" y="248537"/>
                      <a:pt x="554209" y="247050"/>
                      <a:pt x="554241" y="245563"/>
                    </a:cubicBezTo>
                    <a:cubicBezTo>
                      <a:pt x="554317" y="241929"/>
                      <a:pt x="554377" y="238295"/>
                      <a:pt x="554428" y="234661"/>
                    </a:cubicBezTo>
                    <a:cubicBezTo>
                      <a:pt x="555903" y="234366"/>
                      <a:pt x="557378" y="234071"/>
                      <a:pt x="558897" y="233767"/>
                    </a:cubicBezTo>
                    <a:cubicBezTo>
                      <a:pt x="559991" y="230487"/>
                      <a:pt x="559998" y="227400"/>
                      <a:pt x="560074" y="223980"/>
                    </a:cubicBezTo>
                    <a:cubicBezTo>
                      <a:pt x="560093" y="223289"/>
                      <a:pt x="560111" y="222599"/>
                      <a:pt x="560130" y="221887"/>
                    </a:cubicBezTo>
                    <a:cubicBezTo>
                      <a:pt x="560189" y="219683"/>
                      <a:pt x="560241" y="217479"/>
                      <a:pt x="560294" y="215275"/>
                    </a:cubicBezTo>
                    <a:cubicBezTo>
                      <a:pt x="560333" y="213780"/>
                      <a:pt x="560372" y="212285"/>
                      <a:pt x="560411" y="210790"/>
                    </a:cubicBezTo>
                    <a:cubicBezTo>
                      <a:pt x="560507" y="207127"/>
                      <a:pt x="560597" y="203464"/>
                      <a:pt x="560685" y="199801"/>
                    </a:cubicBezTo>
                    <a:cubicBezTo>
                      <a:pt x="561404" y="199690"/>
                      <a:pt x="562123" y="199579"/>
                      <a:pt x="562864" y="199466"/>
                    </a:cubicBezTo>
                    <a:cubicBezTo>
                      <a:pt x="563620" y="199281"/>
                      <a:pt x="564375" y="199097"/>
                      <a:pt x="565154" y="198907"/>
                    </a:cubicBezTo>
                    <a:cubicBezTo>
                      <a:pt x="566519" y="196176"/>
                      <a:pt x="566262" y="193297"/>
                      <a:pt x="566331" y="190297"/>
                    </a:cubicBezTo>
                    <a:cubicBezTo>
                      <a:pt x="566349" y="189625"/>
                      <a:pt x="566368" y="188953"/>
                      <a:pt x="566387" y="188260"/>
                    </a:cubicBezTo>
                    <a:cubicBezTo>
                      <a:pt x="566446" y="186111"/>
                      <a:pt x="566498" y="183962"/>
                      <a:pt x="566551" y="181812"/>
                    </a:cubicBezTo>
                    <a:cubicBezTo>
                      <a:pt x="566589" y="180356"/>
                      <a:pt x="566628" y="178900"/>
                      <a:pt x="566668" y="177444"/>
                    </a:cubicBezTo>
                    <a:cubicBezTo>
                      <a:pt x="566764" y="173872"/>
                      <a:pt x="566854" y="170301"/>
                      <a:pt x="566942" y="166729"/>
                    </a:cubicBezTo>
                    <a:cubicBezTo>
                      <a:pt x="568242" y="166369"/>
                      <a:pt x="568242" y="166369"/>
                      <a:pt x="569568" y="166002"/>
                    </a:cubicBezTo>
                    <a:cubicBezTo>
                      <a:pt x="570923" y="165477"/>
                      <a:pt x="570923" y="165477"/>
                      <a:pt x="572305" y="164941"/>
                    </a:cubicBezTo>
                    <a:cubicBezTo>
                      <a:pt x="573360" y="161777"/>
                      <a:pt x="573404" y="158842"/>
                      <a:pt x="573482" y="155545"/>
                    </a:cubicBezTo>
                    <a:cubicBezTo>
                      <a:pt x="573500" y="154894"/>
                      <a:pt x="573519" y="154243"/>
                      <a:pt x="573538" y="153573"/>
                    </a:cubicBezTo>
                    <a:cubicBezTo>
                      <a:pt x="573596" y="151496"/>
                      <a:pt x="573649" y="149420"/>
                      <a:pt x="573702" y="147343"/>
                    </a:cubicBezTo>
                    <a:cubicBezTo>
                      <a:pt x="573740" y="145935"/>
                      <a:pt x="573779" y="144526"/>
                      <a:pt x="573819" y="143117"/>
                    </a:cubicBezTo>
                    <a:cubicBezTo>
                      <a:pt x="573914" y="139666"/>
                      <a:pt x="574005" y="136214"/>
                      <a:pt x="574093" y="132763"/>
                    </a:cubicBezTo>
                    <a:cubicBezTo>
                      <a:pt x="574812" y="132634"/>
                      <a:pt x="575531" y="132504"/>
                      <a:pt x="576271" y="132372"/>
                    </a:cubicBezTo>
                    <a:cubicBezTo>
                      <a:pt x="578491" y="132100"/>
                      <a:pt x="578491" y="132100"/>
                      <a:pt x="579456" y="130975"/>
                    </a:cubicBezTo>
                    <a:cubicBezTo>
                      <a:pt x="579599" y="128593"/>
                      <a:pt x="579688" y="126233"/>
                      <a:pt x="579738" y="123849"/>
                    </a:cubicBezTo>
                    <a:cubicBezTo>
                      <a:pt x="579757" y="123136"/>
                      <a:pt x="579776" y="122423"/>
                      <a:pt x="579795" y="121688"/>
                    </a:cubicBezTo>
                    <a:cubicBezTo>
                      <a:pt x="579853" y="119402"/>
                      <a:pt x="579906" y="117116"/>
                      <a:pt x="579958" y="114830"/>
                    </a:cubicBezTo>
                    <a:cubicBezTo>
                      <a:pt x="579997" y="113284"/>
                      <a:pt x="580036" y="111738"/>
                      <a:pt x="580075" y="110191"/>
                    </a:cubicBezTo>
                    <a:cubicBezTo>
                      <a:pt x="580171" y="106393"/>
                      <a:pt x="580262" y="102595"/>
                      <a:pt x="580349" y="98797"/>
                    </a:cubicBezTo>
                    <a:cubicBezTo>
                      <a:pt x="582562" y="99239"/>
                      <a:pt x="582562" y="99239"/>
                      <a:pt x="584819" y="99690"/>
                    </a:cubicBezTo>
                    <a:cubicBezTo>
                      <a:pt x="585825" y="96045"/>
                      <a:pt x="585913" y="92487"/>
                      <a:pt x="585995" y="88727"/>
                    </a:cubicBezTo>
                    <a:cubicBezTo>
                      <a:pt x="586014" y="88018"/>
                      <a:pt x="586033" y="87309"/>
                      <a:pt x="586052" y="86578"/>
                    </a:cubicBezTo>
                    <a:cubicBezTo>
                      <a:pt x="586110" y="84320"/>
                      <a:pt x="586163" y="82061"/>
                      <a:pt x="586215" y="79802"/>
                    </a:cubicBezTo>
                    <a:cubicBezTo>
                      <a:pt x="586254" y="78268"/>
                      <a:pt x="586293" y="76735"/>
                      <a:pt x="586332" y="75201"/>
                    </a:cubicBezTo>
                    <a:cubicBezTo>
                      <a:pt x="586428" y="71446"/>
                      <a:pt x="586518" y="67691"/>
                      <a:pt x="586606" y="63937"/>
                    </a:cubicBezTo>
                    <a:cubicBezTo>
                      <a:pt x="588081" y="63937"/>
                      <a:pt x="589556" y="63937"/>
                      <a:pt x="591076" y="63937"/>
                    </a:cubicBezTo>
                    <a:cubicBezTo>
                      <a:pt x="592441" y="61206"/>
                      <a:pt x="592184" y="58327"/>
                      <a:pt x="592252" y="55327"/>
                    </a:cubicBezTo>
                    <a:cubicBezTo>
                      <a:pt x="592271" y="54655"/>
                      <a:pt x="592289" y="53983"/>
                      <a:pt x="592309" y="53290"/>
                    </a:cubicBezTo>
                    <a:cubicBezTo>
                      <a:pt x="592367" y="51141"/>
                      <a:pt x="592420" y="48991"/>
                      <a:pt x="592472" y="46842"/>
                    </a:cubicBezTo>
                    <a:cubicBezTo>
                      <a:pt x="592511" y="45386"/>
                      <a:pt x="592550" y="43930"/>
                      <a:pt x="592589" y="42474"/>
                    </a:cubicBezTo>
                    <a:cubicBezTo>
                      <a:pt x="592685" y="38902"/>
                      <a:pt x="592775" y="35330"/>
                      <a:pt x="592863" y="31758"/>
                    </a:cubicBezTo>
                    <a:cubicBezTo>
                      <a:pt x="594163" y="31150"/>
                      <a:pt x="594163" y="31150"/>
                      <a:pt x="595489" y="30529"/>
                    </a:cubicBezTo>
                    <a:cubicBezTo>
                      <a:pt x="598290" y="29383"/>
                      <a:pt x="598290" y="29383"/>
                      <a:pt x="599120" y="27289"/>
                    </a:cubicBezTo>
                    <a:cubicBezTo>
                      <a:pt x="599258" y="25344"/>
                      <a:pt x="599344" y="23394"/>
                      <a:pt x="599403" y="21444"/>
                    </a:cubicBezTo>
                    <a:cubicBezTo>
                      <a:pt x="599459" y="19699"/>
                      <a:pt x="599459" y="19699"/>
                      <a:pt x="599516" y="17918"/>
                    </a:cubicBezTo>
                    <a:cubicBezTo>
                      <a:pt x="599552" y="16684"/>
                      <a:pt x="599588" y="15451"/>
                      <a:pt x="599623" y="14217"/>
                    </a:cubicBezTo>
                    <a:cubicBezTo>
                      <a:pt x="599662" y="12976"/>
                      <a:pt x="599701" y="11735"/>
                      <a:pt x="599740" y="10495"/>
                    </a:cubicBezTo>
                    <a:cubicBezTo>
                      <a:pt x="599835" y="7453"/>
                      <a:pt x="599926" y="4410"/>
                      <a:pt x="600014" y="1368"/>
                    </a:cubicBezTo>
                    <a:cubicBezTo>
                      <a:pt x="603383" y="290"/>
                      <a:pt x="606713" y="347"/>
                      <a:pt x="610211" y="355"/>
                    </a:cubicBezTo>
                    <a:cubicBezTo>
                      <a:pt x="610880" y="352"/>
                      <a:pt x="611549" y="350"/>
                      <a:pt x="612239" y="348"/>
                    </a:cubicBezTo>
                    <a:cubicBezTo>
                      <a:pt x="614482" y="343"/>
                      <a:pt x="616725" y="343"/>
                      <a:pt x="618968" y="344"/>
                    </a:cubicBezTo>
                    <a:cubicBezTo>
                      <a:pt x="620576" y="342"/>
                      <a:pt x="622184" y="338"/>
                      <a:pt x="623791" y="335"/>
                    </a:cubicBezTo>
                    <a:cubicBezTo>
                      <a:pt x="628159" y="327"/>
                      <a:pt x="632526" y="325"/>
                      <a:pt x="636894" y="325"/>
                    </a:cubicBezTo>
                    <a:cubicBezTo>
                      <a:pt x="640537" y="324"/>
                      <a:pt x="644180" y="320"/>
                      <a:pt x="647823" y="317"/>
                    </a:cubicBezTo>
                    <a:cubicBezTo>
                      <a:pt x="656415" y="310"/>
                      <a:pt x="665006" y="308"/>
                      <a:pt x="673598" y="308"/>
                    </a:cubicBezTo>
                    <a:cubicBezTo>
                      <a:pt x="682470" y="309"/>
                      <a:pt x="691342" y="299"/>
                      <a:pt x="700214" y="285"/>
                    </a:cubicBezTo>
                    <a:cubicBezTo>
                      <a:pt x="707826" y="274"/>
                      <a:pt x="715437" y="269"/>
                      <a:pt x="723049" y="269"/>
                    </a:cubicBezTo>
                    <a:cubicBezTo>
                      <a:pt x="727598" y="270"/>
                      <a:pt x="732146" y="267"/>
                      <a:pt x="736695" y="258"/>
                    </a:cubicBezTo>
                    <a:cubicBezTo>
                      <a:pt x="740970" y="249"/>
                      <a:pt x="745245" y="249"/>
                      <a:pt x="749520" y="255"/>
                    </a:cubicBezTo>
                    <a:cubicBezTo>
                      <a:pt x="751092" y="256"/>
                      <a:pt x="752663" y="254"/>
                      <a:pt x="754234" y="249"/>
                    </a:cubicBezTo>
                    <a:cubicBezTo>
                      <a:pt x="756374" y="242"/>
                      <a:pt x="758514" y="246"/>
                      <a:pt x="760654" y="253"/>
                    </a:cubicBezTo>
                    <a:cubicBezTo>
                      <a:pt x="761280" y="248"/>
                      <a:pt x="761907" y="244"/>
                      <a:pt x="762552" y="239"/>
                    </a:cubicBezTo>
                    <a:cubicBezTo>
                      <a:pt x="765790" y="262"/>
                      <a:pt x="767066" y="410"/>
                      <a:pt x="769844" y="2262"/>
                    </a:cubicBezTo>
                    <a:cubicBezTo>
                      <a:pt x="769896" y="4472"/>
                      <a:pt x="769797" y="6446"/>
                      <a:pt x="769565" y="8630"/>
                    </a:cubicBezTo>
                    <a:cubicBezTo>
                      <a:pt x="769007" y="15052"/>
                      <a:pt x="768902" y="21360"/>
                      <a:pt x="769006" y="27803"/>
                    </a:cubicBezTo>
                    <a:cubicBezTo>
                      <a:pt x="768957" y="30488"/>
                      <a:pt x="768850" y="32772"/>
                      <a:pt x="768056" y="35334"/>
                    </a:cubicBezTo>
                    <a:cubicBezTo>
                      <a:pt x="765822" y="36395"/>
                      <a:pt x="765822" y="36395"/>
                      <a:pt x="763587" y="37122"/>
                    </a:cubicBezTo>
                    <a:cubicBezTo>
                      <a:pt x="762267" y="39761"/>
                      <a:pt x="762494" y="42203"/>
                      <a:pt x="762410" y="45145"/>
                    </a:cubicBezTo>
                    <a:cubicBezTo>
                      <a:pt x="762392" y="45758"/>
                      <a:pt x="762373" y="46370"/>
                      <a:pt x="762354" y="47001"/>
                    </a:cubicBezTo>
                    <a:cubicBezTo>
                      <a:pt x="762296" y="48959"/>
                      <a:pt x="762243" y="50917"/>
                      <a:pt x="762190" y="52875"/>
                    </a:cubicBezTo>
                    <a:cubicBezTo>
                      <a:pt x="762152" y="54202"/>
                      <a:pt x="762113" y="55529"/>
                      <a:pt x="762073" y="56856"/>
                    </a:cubicBezTo>
                    <a:cubicBezTo>
                      <a:pt x="761978" y="60110"/>
                      <a:pt x="761887" y="63364"/>
                      <a:pt x="761799" y="66618"/>
                    </a:cubicBezTo>
                    <a:cubicBezTo>
                      <a:pt x="760324" y="66913"/>
                      <a:pt x="758850" y="67208"/>
                      <a:pt x="757330" y="67512"/>
                    </a:cubicBezTo>
                    <a:cubicBezTo>
                      <a:pt x="756346" y="70464"/>
                      <a:pt x="756252" y="72822"/>
                      <a:pt x="756153" y="75930"/>
                    </a:cubicBezTo>
                    <a:cubicBezTo>
                      <a:pt x="756097" y="77611"/>
                      <a:pt x="756097" y="77611"/>
                      <a:pt x="756040" y="79326"/>
                    </a:cubicBezTo>
                    <a:cubicBezTo>
                      <a:pt x="755987" y="81083"/>
                      <a:pt x="755987" y="81083"/>
                      <a:pt x="755934" y="82875"/>
                    </a:cubicBezTo>
                    <a:cubicBezTo>
                      <a:pt x="755895" y="84069"/>
                      <a:pt x="755856" y="85262"/>
                      <a:pt x="755817" y="86456"/>
                    </a:cubicBezTo>
                    <a:cubicBezTo>
                      <a:pt x="755722" y="89377"/>
                      <a:pt x="755630" y="92299"/>
                      <a:pt x="755542" y="95221"/>
                    </a:cubicBezTo>
                    <a:cubicBezTo>
                      <a:pt x="754823" y="95203"/>
                      <a:pt x="754104" y="95184"/>
                      <a:pt x="753364" y="95165"/>
                    </a:cubicBezTo>
                    <a:cubicBezTo>
                      <a:pt x="751133" y="94956"/>
                      <a:pt x="751133" y="94956"/>
                      <a:pt x="750179" y="96115"/>
                    </a:cubicBezTo>
                    <a:cubicBezTo>
                      <a:pt x="750037" y="98162"/>
                      <a:pt x="749955" y="100213"/>
                      <a:pt x="749897" y="102264"/>
                    </a:cubicBezTo>
                    <a:cubicBezTo>
                      <a:pt x="749878" y="102877"/>
                      <a:pt x="749859" y="103491"/>
                      <a:pt x="749840" y="104124"/>
                    </a:cubicBezTo>
                    <a:cubicBezTo>
                      <a:pt x="749782" y="106091"/>
                      <a:pt x="749729" y="108058"/>
                      <a:pt x="749677" y="110025"/>
                    </a:cubicBezTo>
                    <a:cubicBezTo>
                      <a:pt x="749638" y="111356"/>
                      <a:pt x="749599" y="112687"/>
                      <a:pt x="749560" y="114018"/>
                    </a:cubicBezTo>
                    <a:cubicBezTo>
                      <a:pt x="749464" y="117287"/>
                      <a:pt x="749373" y="120555"/>
                      <a:pt x="749286" y="123824"/>
                    </a:cubicBezTo>
                    <a:cubicBezTo>
                      <a:pt x="748585" y="124027"/>
                      <a:pt x="747884" y="124230"/>
                      <a:pt x="747163" y="124439"/>
                    </a:cubicBezTo>
                    <a:cubicBezTo>
                      <a:pt x="744688" y="125405"/>
                      <a:pt x="744688" y="125405"/>
                      <a:pt x="743666" y="127625"/>
                    </a:cubicBezTo>
                    <a:cubicBezTo>
                      <a:pt x="742976" y="130285"/>
                      <a:pt x="742743" y="132660"/>
                      <a:pt x="742659" y="135406"/>
                    </a:cubicBezTo>
                    <a:cubicBezTo>
                      <a:pt x="742624" y="136399"/>
                      <a:pt x="742589" y="137393"/>
                      <a:pt x="742554" y="138417"/>
                    </a:cubicBezTo>
                    <a:cubicBezTo>
                      <a:pt x="742526" y="139446"/>
                      <a:pt x="742499" y="140474"/>
                      <a:pt x="742470" y="141533"/>
                    </a:cubicBezTo>
                    <a:cubicBezTo>
                      <a:pt x="742435" y="142579"/>
                      <a:pt x="742401" y="143625"/>
                      <a:pt x="742365" y="144702"/>
                    </a:cubicBezTo>
                    <a:cubicBezTo>
                      <a:pt x="742281" y="147277"/>
                      <a:pt x="742205" y="149852"/>
                      <a:pt x="742135" y="152427"/>
                    </a:cubicBezTo>
                    <a:cubicBezTo>
                      <a:pt x="740365" y="152722"/>
                      <a:pt x="738595" y="153017"/>
                      <a:pt x="736772" y="153321"/>
                    </a:cubicBezTo>
                    <a:cubicBezTo>
                      <a:pt x="736477" y="163055"/>
                      <a:pt x="736182" y="172789"/>
                      <a:pt x="735878" y="182818"/>
                    </a:cubicBezTo>
                    <a:cubicBezTo>
                      <a:pt x="734403" y="183113"/>
                      <a:pt x="732928" y="183408"/>
                      <a:pt x="731409" y="183712"/>
                    </a:cubicBezTo>
                    <a:cubicBezTo>
                      <a:pt x="730161" y="186206"/>
                      <a:pt x="730320" y="188361"/>
                      <a:pt x="730232" y="191149"/>
                    </a:cubicBezTo>
                    <a:cubicBezTo>
                      <a:pt x="730176" y="192834"/>
                      <a:pt x="730176" y="192834"/>
                      <a:pt x="730119" y="194553"/>
                    </a:cubicBezTo>
                    <a:cubicBezTo>
                      <a:pt x="730066" y="196321"/>
                      <a:pt x="730066" y="196321"/>
                      <a:pt x="730012" y="198125"/>
                    </a:cubicBezTo>
                    <a:cubicBezTo>
                      <a:pt x="729973" y="199322"/>
                      <a:pt x="729935" y="200520"/>
                      <a:pt x="729895" y="201718"/>
                    </a:cubicBezTo>
                    <a:cubicBezTo>
                      <a:pt x="729800" y="204654"/>
                      <a:pt x="729709" y="207590"/>
                      <a:pt x="729621" y="210527"/>
                    </a:cubicBezTo>
                    <a:cubicBezTo>
                      <a:pt x="726966" y="211412"/>
                      <a:pt x="726966" y="211412"/>
                      <a:pt x="724258" y="212314"/>
                    </a:cubicBezTo>
                    <a:cubicBezTo>
                      <a:pt x="723552" y="216014"/>
                      <a:pt x="723275" y="219459"/>
                      <a:pt x="723340" y="223222"/>
                    </a:cubicBezTo>
                    <a:cubicBezTo>
                      <a:pt x="723351" y="224245"/>
                      <a:pt x="723362" y="225268"/>
                      <a:pt x="723373" y="226323"/>
                    </a:cubicBezTo>
                    <a:cubicBezTo>
                      <a:pt x="723405" y="228469"/>
                      <a:pt x="723439" y="230615"/>
                      <a:pt x="723478" y="232761"/>
                    </a:cubicBezTo>
                    <a:cubicBezTo>
                      <a:pt x="723492" y="234289"/>
                      <a:pt x="723492" y="234289"/>
                      <a:pt x="723507" y="235848"/>
                    </a:cubicBezTo>
                    <a:cubicBezTo>
                      <a:pt x="723522" y="236778"/>
                      <a:pt x="723537" y="237708"/>
                      <a:pt x="723553" y="238666"/>
                    </a:cubicBezTo>
                    <a:cubicBezTo>
                      <a:pt x="723364" y="240917"/>
                      <a:pt x="723364" y="240917"/>
                      <a:pt x="721576" y="242705"/>
                    </a:cubicBezTo>
                    <a:cubicBezTo>
                      <a:pt x="720968" y="242853"/>
                      <a:pt x="720360" y="243000"/>
                      <a:pt x="719733" y="243152"/>
                    </a:cubicBezTo>
                    <a:cubicBezTo>
                      <a:pt x="719161" y="243300"/>
                      <a:pt x="718590" y="243447"/>
                      <a:pt x="718001" y="243599"/>
                    </a:cubicBezTo>
                    <a:cubicBezTo>
                      <a:pt x="716754" y="246094"/>
                      <a:pt x="716912" y="248249"/>
                      <a:pt x="716824" y="251036"/>
                    </a:cubicBezTo>
                    <a:cubicBezTo>
                      <a:pt x="716768" y="252721"/>
                      <a:pt x="716768" y="252721"/>
                      <a:pt x="716711" y="254440"/>
                    </a:cubicBezTo>
                    <a:cubicBezTo>
                      <a:pt x="716658" y="256208"/>
                      <a:pt x="716658" y="256208"/>
                      <a:pt x="716604" y="258012"/>
                    </a:cubicBezTo>
                    <a:cubicBezTo>
                      <a:pt x="716566" y="259210"/>
                      <a:pt x="716527" y="260407"/>
                      <a:pt x="716488" y="261605"/>
                    </a:cubicBezTo>
                    <a:cubicBezTo>
                      <a:pt x="716392" y="264541"/>
                      <a:pt x="716301" y="267478"/>
                      <a:pt x="716213" y="270414"/>
                    </a:cubicBezTo>
                    <a:cubicBezTo>
                      <a:pt x="714739" y="270709"/>
                      <a:pt x="713264" y="271004"/>
                      <a:pt x="711744" y="271308"/>
                    </a:cubicBezTo>
                    <a:cubicBezTo>
                      <a:pt x="710771" y="274509"/>
                      <a:pt x="710670" y="277569"/>
                      <a:pt x="710568" y="280903"/>
                    </a:cubicBezTo>
                    <a:cubicBezTo>
                      <a:pt x="710530" y="282061"/>
                      <a:pt x="710493" y="283219"/>
                      <a:pt x="710454" y="284412"/>
                    </a:cubicBezTo>
                    <a:cubicBezTo>
                      <a:pt x="710419" y="285630"/>
                      <a:pt x="710383" y="286849"/>
                      <a:pt x="710348" y="288068"/>
                    </a:cubicBezTo>
                    <a:cubicBezTo>
                      <a:pt x="710309" y="289300"/>
                      <a:pt x="710270" y="290533"/>
                      <a:pt x="710231" y="291765"/>
                    </a:cubicBezTo>
                    <a:cubicBezTo>
                      <a:pt x="710136" y="294778"/>
                      <a:pt x="710045" y="297791"/>
                      <a:pt x="709957" y="300805"/>
                    </a:cubicBezTo>
                    <a:cubicBezTo>
                      <a:pt x="709238" y="300934"/>
                      <a:pt x="708519" y="301063"/>
                      <a:pt x="707778" y="301196"/>
                    </a:cubicBezTo>
                    <a:cubicBezTo>
                      <a:pt x="705558" y="301467"/>
                      <a:pt x="705558" y="301467"/>
                      <a:pt x="704593" y="302592"/>
                    </a:cubicBezTo>
                    <a:cubicBezTo>
                      <a:pt x="704452" y="304509"/>
                      <a:pt x="704369" y="306429"/>
                      <a:pt x="704311" y="308350"/>
                    </a:cubicBezTo>
                    <a:cubicBezTo>
                      <a:pt x="704254" y="310100"/>
                      <a:pt x="704254" y="310100"/>
                      <a:pt x="704197" y="311885"/>
                    </a:cubicBezTo>
                    <a:cubicBezTo>
                      <a:pt x="704162" y="313127"/>
                      <a:pt x="704126" y="314368"/>
                      <a:pt x="704091" y="315609"/>
                    </a:cubicBezTo>
                    <a:cubicBezTo>
                      <a:pt x="704052" y="316854"/>
                      <a:pt x="704013" y="318099"/>
                      <a:pt x="703974" y="319343"/>
                    </a:cubicBezTo>
                    <a:cubicBezTo>
                      <a:pt x="703879" y="322400"/>
                      <a:pt x="703787" y="325457"/>
                      <a:pt x="703700" y="328514"/>
                    </a:cubicBezTo>
                    <a:cubicBezTo>
                      <a:pt x="702225" y="328809"/>
                      <a:pt x="700750" y="329104"/>
                      <a:pt x="699230" y="329408"/>
                    </a:cubicBezTo>
                    <a:cubicBezTo>
                      <a:pt x="697504" y="335682"/>
                      <a:pt x="697286" y="341663"/>
                      <a:pt x="697431" y="348119"/>
                    </a:cubicBezTo>
                    <a:cubicBezTo>
                      <a:pt x="697503" y="351832"/>
                      <a:pt x="697288" y="355263"/>
                      <a:pt x="696549" y="358905"/>
                    </a:cubicBezTo>
                    <a:cubicBezTo>
                      <a:pt x="695830" y="359015"/>
                      <a:pt x="695111" y="359126"/>
                      <a:pt x="694370" y="359240"/>
                    </a:cubicBezTo>
                    <a:cubicBezTo>
                      <a:pt x="693236" y="359516"/>
                      <a:pt x="693236" y="359516"/>
                      <a:pt x="692080" y="359798"/>
                    </a:cubicBezTo>
                    <a:cubicBezTo>
                      <a:pt x="690808" y="362342"/>
                      <a:pt x="690989" y="364591"/>
                      <a:pt x="690903" y="367431"/>
                    </a:cubicBezTo>
                    <a:cubicBezTo>
                      <a:pt x="690847" y="369177"/>
                      <a:pt x="690847" y="369177"/>
                      <a:pt x="690790" y="370957"/>
                    </a:cubicBezTo>
                    <a:cubicBezTo>
                      <a:pt x="690754" y="372191"/>
                      <a:pt x="690718" y="373425"/>
                      <a:pt x="690683" y="374658"/>
                    </a:cubicBezTo>
                    <a:cubicBezTo>
                      <a:pt x="690644" y="375899"/>
                      <a:pt x="690605" y="377140"/>
                      <a:pt x="690566" y="378380"/>
                    </a:cubicBezTo>
                    <a:cubicBezTo>
                      <a:pt x="690471" y="381423"/>
                      <a:pt x="690380" y="384465"/>
                      <a:pt x="690292" y="387507"/>
                    </a:cubicBezTo>
                    <a:cubicBezTo>
                      <a:pt x="688817" y="387507"/>
                      <a:pt x="687342" y="387507"/>
                      <a:pt x="685823" y="387507"/>
                    </a:cubicBezTo>
                    <a:cubicBezTo>
                      <a:pt x="684801" y="390572"/>
                      <a:pt x="684742" y="393086"/>
                      <a:pt x="684646" y="396317"/>
                    </a:cubicBezTo>
                    <a:cubicBezTo>
                      <a:pt x="684628" y="396908"/>
                      <a:pt x="684609" y="397499"/>
                      <a:pt x="684590" y="398109"/>
                    </a:cubicBezTo>
                    <a:cubicBezTo>
                      <a:pt x="684532" y="399994"/>
                      <a:pt x="684479" y="401879"/>
                      <a:pt x="684426" y="403764"/>
                    </a:cubicBezTo>
                    <a:cubicBezTo>
                      <a:pt x="684388" y="405044"/>
                      <a:pt x="684349" y="406324"/>
                      <a:pt x="684309" y="407603"/>
                    </a:cubicBezTo>
                    <a:cubicBezTo>
                      <a:pt x="684214" y="410737"/>
                      <a:pt x="684123" y="413870"/>
                      <a:pt x="684035" y="417004"/>
                    </a:cubicBezTo>
                    <a:cubicBezTo>
                      <a:pt x="682560" y="417004"/>
                      <a:pt x="681085" y="417004"/>
                      <a:pt x="679566" y="417004"/>
                    </a:cubicBezTo>
                    <a:cubicBezTo>
                      <a:pt x="678246" y="419644"/>
                      <a:pt x="678473" y="422085"/>
                      <a:pt x="678389" y="425028"/>
                    </a:cubicBezTo>
                    <a:cubicBezTo>
                      <a:pt x="678371" y="425640"/>
                      <a:pt x="678352" y="426253"/>
                      <a:pt x="678333" y="426884"/>
                    </a:cubicBezTo>
                    <a:cubicBezTo>
                      <a:pt x="678274" y="428842"/>
                      <a:pt x="678222" y="430800"/>
                      <a:pt x="678169" y="432758"/>
                    </a:cubicBezTo>
                    <a:cubicBezTo>
                      <a:pt x="678131" y="434085"/>
                      <a:pt x="678092" y="435412"/>
                      <a:pt x="678052" y="436739"/>
                    </a:cubicBezTo>
                    <a:cubicBezTo>
                      <a:pt x="677957" y="439993"/>
                      <a:pt x="677866" y="443247"/>
                      <a:pt x="677778" y="446501"/>
                    </a:cubicBezTo>
                    <a:cubicBezTo>
                      <a:pt x="677065" y="446754"/>
                      <a:pt x="676352" y="447008"/>
                      <a:pt x="675617" y="447269"/>
                    </a:cubicBezTo>
                    <a:cubicBezTo>
                      <a:pt x="673166" y="448082"/>
                      <a:pt x="673166" y="448082"/>
                      <a:pt x="672139" y="450300"/>
                    </a:cubicBezTo>
                    <a:cubicBezTo>
                      <a:pt x="671453" y="453029"/>
                      <a:pt x="671378" y="455309"/>
                      <a:pt x="671465" y="458121"/>
                    </a:cubicBezTo>
                    <a:cubicBezTo>
                      <a:pt x="671568" y="464127"/>
                      <a:pt x="671175" y="470020"/>
                      <a:pt x="670628" y="475998"/>
                    </a:cubicBezTo>
                    <a:cubicBezTo>
                      <a:pt x="669909" y="476127"/>
                      <a:pt x="669190" y="476256"/>
                      <a:pt x="668449" y="476389"/>
                    </a:cubicBezTo>
                    <a:cubicBezTo>
                      <a:pt x="666229" y="476660"/>
                      <a:pt x="666229" y="476660"/>
                      <a:pt x="665264" y="477785"/>
                    </a:cubicBezTo>
                    <a:cubicBezTo>
                      <a:pt x="665122" y="479832"/>
                      <a:pt x="665040" y="481883"/>
                      <a:pt x="664982" y="483934"/>
                    </a:cubicBezTo>
                    <a:cubicBezTo>
                      <a:pt x="664963" y="484548"/>
                      <a:pt x="664944" y="485162"/>
                      <a:pt x="664925" y="485794"/>
                    </a:cubicBezTo>
                    <a:cubicBezTo>
                      <a:pt x="664867" y="487761"/>
                      <a:pt x="664814" y="489729"/>
                      <a:pt x="664762" y="491696"/>
                    </a:cubicBezTo>
                    <a:cubicBezTo>
                      <a:pt x="664723" y="493027"/>
                      <a:pt x="664684" y="494358"/>
                      <a:pt x="664645" y="495688"/>
                    </a:cubicBezTo>
                    <a:cubicBezTo>
                      <a:pt x="664549" y="498957"/>
                      <a:pt x="664458" y="502226"/>
                      <a:pt x="664371" y="505495"/>
                    </a:cubicBezTo>
                    <a:cubicBezTo>
                      <a:pt x="662896" y="505790"/>
                      <a:pt x="661421" y="506084"/>
                      <a:pt x="659901" y="506388"/>
                    </a:cubicBezTo>
                    <a:cubicBezTo>
                      <a:pt x="658918" y="509340"/>
                      <a:pt x="658823" y="511699"/>
                      <a:pt x="658725" y="514807"/>
                    </a:cubicBezTo>
                    <a:cubicBezTo>
                      <a:pt x="658687" y="515927"/>
                      <a:pt x="658650" y="517048"/>
                      <a:pt x="658611" y="518202"/>
                    </a:cubicBezTo>
                    <a:cubicBezTo>
                      <a:pt x="658559" y="519959"/>
                      <a:pt x="658559" y="519959"/>
                      <a:pt x="658505" y="521751"/>
                    </a:cubicBezTo>
                    <a:cubicBezTo>
                      <a:pt x="658466" y="522945"/>
                      <a:pt x="658427" y="524138"/>
                      <a:pt x="658388" y="525332"/>
                    </a:cubicBezTo>
                    <a:cubicBezTo>
                      <a:pt x="658293" y="528254"/>
                      <a:pt x="658202" y="531176"/>
                      <a:pt x="658114" y="534097"/>
                    </a:cubicBezTo>
                    <a:cubicBezTo>
                      <a:pt x="656639" y="534097"/>
                      <a:pt x="655164" y="534097"/>
                      <a:pt x="653645" y="534097"/>
                    </a:cubicBezTo>
                    <a:cubicBezTo>
                      <a:pt x="651817" y="537265"/>
                      <a:pt x="651618" y="539105"/>
                      <a:pt x="650963" y="543036"/>
                    </a:cubicBezTo>
                    <a:cubicBezTo>
                      <a:pt x="593444" y="543036"/>
                      <a:pt x="535926" y="543036"/>
                      <a:pt x="476664" y="543036"/>
                    </a:cubicBezTo>
                    <a:cubicBezTo>
                      <a:pt x="475770" y="535885"/>
                      <a:pt x="475770" y="535885"/>
                      <a:pt x="475826" y="532924"/>
                    </a:cubicBezTo>
                    <a:cubicBezTo>
                      <a:pt x="475980" y="530318"/>
                      <a:pt x="475980" y="530318"/>
                      <a:pt x="473982" y="527841"/>
                    </a:cubicBezTo>
                    <a:cubicBezTo>
                      <a:pt x="472507" y="527546"/>
                      <a:pt x="471033" y="527251"/>
                      <a:pt x="469513" y="526947"/>
                    </a:cubicBezTo>
                    <a:cubicBezTo>
                      <a:pt x="469218" y="519278"/>
                      <a:pt x="468923" y="511608"/>
                      <a:pt x="468619" y="503707"/>
                    </a:cubicBezTo>
                    <a:cubicBezTo>
                      <a:pt x="466849" y="503707"/>
                      <a:pt x="465080" y="503707"/>
                      <a:pt x="463256" y="503707"/>
                    </a:cubicBezTo>
                    <a:cubicBezTo>
                      <a:pt x="463239" y="503125"/>
                      <a:pt x="463221" y="502544"/>
                      <a:pt x="463203" y="501944"/>
                    </a:cubicBezTo>
                    <a:cubicBezTo>
                      <a:pt x="463117" y="499310"/>
                      <a:pt x="463019" y="496676"/>
                      <a:pt x="462921" y="494042"/>
                    </a:cubicBezTo>
                    <a:cubicBezTo>
                      <a:pt x="462893" y="493127"/>
                      <a:pt x="462866" y="492211"/>
                      <a:pt x="462837" y="491268"/>
                    </a:cubicBezTo>
                    <a:cubicBezTo>
                      <a:pt x="462785" y="489950"/>
                      <a:pt x="462785" y="489950"/>
                      <a:pt x="462732" y="488606"/>
                    </a:cubicBezTo>
                    <a:cubicBezTo>
                      <a:pt x="462704" y="487796"/>
                      <a:pt x="462676" y="486986"/>
                      <a:pt x="462647" y="486152"/>
                    </a:cubicBezTo>
                    <a:cubicBezTo>
                      <a:pt x="462487" y="483805"/>
                      <a:pt x="462487" y="483805"/>
                      <a:pt x="460575" y="481361"/>
                    </a:cubicBezTo>
                    <a:cubicBezTo>
                      <a:pt x="459395" y="481361"/>
                      <a:pt x="458215" y="481361"/>
                      <a:pt x="456999" y="481361"/>
                    </a:cubicBezTo>
                    <a:cubicBezTo>
                      <a:pt x="456956" y="480207"/>
                      <a:pt x="456912" y="479054"/>
                      <a:pt x="456867" y="477866"/>
                    </a:cubicBezTo>
                    <a:cubicBezTo>
                      <a:pt x="456800" y="476331"/>
                      <a:pt x="456732" y="474796"/>
                      <a:pt x="456664" y="473260"/>
                    </a:cubicBezTo>
                    <a:cubicBezTo>
                      <a:pt x="456623" y="472124"/>
                      <a:pt x="456623" y="472124"/>
                      <a:pt x="456580" y="470965"/>
                    </a:cubicBezTo>
                    <a:cubicBezTo>
                      <a:pt x="456369" y="466401"/>
                      <a:pt x="455765" y="462458"/>
                      <a:pt x="454318" y="458121"/>
                    </a:cubicBezTo>
                    <a:cubicBezTo>
                      <a:pt x="453138" y="458121"/>
                      <a:pt x="451958" y="458121"/>
                      <a:pt x="450742" y="458121"/>
                    </a:cubicBezTo>
                    <a:cubicBezTo>
                      <a:pt x="449479" y="454330"/>
                      <a:pt x="449840" y="450591"/>
                      <a:pt x="449962" y="446641"/>
                    </a:cubicBezTo>
                    <a:cubicBezTo>
                      <a:pt x="450030" y="442364"/>
                      <a:pt x="449416" y="438942"/>
                      <a:pt x="448061" y="434881"/>
                    </a:cubicBezTo>
                    <a:cubicBezTo>
                      <a:pt x="446586" y="434586"/>
                      <a:pt x="445111" y="434291"/>
                      <a:pt x="443592" y="433987"/>
                    </a:cubicBezTo>
                    <a:cubicBezTo>
                      <a:pt x="443297" y="426908"/>
                      <a:pt x="443002" y="419829"/>
                      <a:pt x="442698" y="412535"/>
                    </a:cubicBezTo>
                    <a:cubicBezTo>
                      <a:pt x="440928" y="411945"/>
                      <a:pt x="439158" y="411355"/>
                      <a:pt x="437335" y="410747"/>
                    </a:cubicBezTo>
                    <a:cubicBezTo>
                      <a:pt x="437317" y="410225"/>
                      <a:pt x="437299" y="409702"/>
                      <a:pt x="437281" y="409163"/>
                    </a:cubicBezTo>
                    <a:cubicBezTo>
                      <a:pt x="437196" y="406786"/>
                      <a:pt x="437098" y="404409"/>
                      <a:pt x="437000" y="402032"/>
                    </a:cubicBezTo>
                    <a:cubicBezTo>
                      <a:pt x="436958" y="400798"/>
                      <a:pt x="436958" y="400798"/>
                      <a:pt x="436916" y="399539"/>
                    </a:cubicBezTo>
                    <a:cubicBezTo>
                      <a:pt x="436881" y="398744"/>
                      <a:pt x="436847" y="397949"/>
                      <a:pt x="436811" y="397130"/>
                    </a:cubicBezTo>
                    <a:cubicBezTo>
                      <a:pt x="436769" y="396035"/>
                      <a:pt x="436769" y="396035"/>
                      <a:pt x="436726" y="394917"/>
                    </a:cubicBezTo>
                    <a:cubicBezTo>
                      <a:pt x="436420" y="392720"/>
                      <a:pt x="435749" y="391210"/>
                      <a:pt x="434653" y="389295"/>
                    </a:cubicBezTo>
                    <a:cubicBezTo>
                      <a:pt x="433473" y="389295"/>
                      <a:pt x="432294" y="389295"/>
                      <a:pt x="431078" y="389295"/>
                    </a:cubicBezTo>
                    <a:cubicBezTo>
                      <a:pt x="431060" y="388691"/>
                      <a:pt x="431042" y="388087"/>
                      <a:pt x="431024" y="387465"/>
                    </a:cubicBezTo>
                    <a:cubicBezTo>
                      <a:pt x="430939" y="384723"/>
                      <a:pt x="430841" y="381981"/>
                      <a:pt x="430743" y="379239"/>
                    </a:cubicBezTo>
                    <a:cubicBezTo>
                      <a:pt x="430701" y="377814"/>
                      <a:pt x="430701" y="377814"/>
                      <a:pt x="430659" y="376359"/>
                    </a:cubicBezTo>
                    <a:cubicBezTo>
                      <a:pt x="430624" y="375443"/>
                      <a:pt x="430590" y="374527"/>
                      <a:pt x="430554" y="373583"/>
                    </a:cubicBezTo>
                    <a:cubicBezTo>
                      <a:pt x="430512" y="372319"/>
                      <a:pt x="430512" y="372319"/>
                      <a:pt x="430469" y="371030"/>
                    </a:cubicBezTo>
                    <a:cubicBezTo>
                      <a:pt x="430166" y="368594"/>
                      <a:pt x="429868" y="367133"/>
                      <a:pt x="428396" y="365161"/>
                    </a:cubicBezTo>
                    <a:cubicBezTo>
                      <a:pt x="426922" y="364866"/>
                      <a:pt x="425447" y="364571"/>
                      <a:pt x="423927" y="364268"/>
                    </a:cubicBezTo>
                    <a:cubicBezTo>
                      <a:pt x="423632" y="356893"/>
                      <a:pt x="423337" y="349519"/>
                      <a:pt x="423033" y="341922"/>
                    </a:cubicBezTo>
                    <a:cubicBezTo>
                      <a:pt x="421264" y="341922"/>
                      <a:pt x="419494" y="341922"/>
                      <a:pt x="417670" y="341922"/>
                    </a:cubicBezTo>
                    <a:cubicBezTo>
                      <a:pt x="417648" y="341335"/>
                      <a:pt x="417626" y="340749"/>
                      <a:pt x="417602" y="340145"/>
                    </a:cubicBezTo>
                    <a:cubicBezTo>
                      <a:pt x="417499" y="337497"/>
                      <a:pt x="417389" y="334849"/>
                      <a:pt x="417279" y="332201"/>
                    </a:cubicBezTo>
                    <a:cubicBezTo>
                      <a:pt x="417244" y="331278"/>
                      <a:pt x="417209" y="330355"/>
                      <a:pt x="417173" y="329404"/>
                    </a:cubicBezTo>
                    <a:cubicBezTo>
                      <a:pt x="417135" y="328523"/>
                      <a:pt x="417098" y="327641"/>
                      <a:pt x="417059" y="326733"/>
                    </a:cubicBezTo>
                    <a:cubicBezTo>
                      <a:pt x="417027" y="325919"/>
                      <a:pt x="416994" y="325104"/>
                      <a:pt x="416960" y="324265"/>
                    </a:cubicBezTo>
                    <a:cubicBezTo>
                      <a:pt x="416896" y="322226"/>
                      <a:pt x="416896" y="322226"/>
                      <a:pt x="415883" y="320469"/>
                    </a:cubicBezTo>
                    <a:cubicBezTo>
                      <a:pt x="414408" y="320469"/>
                      <a:pt x="412933" y="320469"/>
                      <a:pt x="411413" y="320469"/>
                    </a:cubicBezTo>
                    <a:cubicBezTo>
                      <a:pt x="411118" y="312800"/>
                      <a:pt x="410823" y="305131"/>
                      <a:pt x="410520" y="297229"/>
                    </a:cubicBezTo>
                    <a:cubicBezTo>
                      <a:pt x="408750" y="296640"/>
                      <a:pt x="406980" y="296050"/>
                      <a:pt x="405157" y="295442"/>
                    </a:cubicBezTo>
                    <a:cubicBezTo>
                      <a:pt x="404249" y="285573"/>
                      <a:pt x="404249" y="285573"/>
                      <a:pt x="404319" y="281196"/>
                    </a:cubicBezTo>
                    <a:cubicBezTo>
                      <a:pt x="404259" y="278276"/>
                      <a:pt x="404013" y="276480"/>
                      <a:pt x="402475" y="273990"/>
                    </a:cubicBezTo>
                    <a:cubicBezTo>
                      <a:pt x="401000" y="273695"/>
                      <a:pt x="399525" y="273400"/>
                      <a:pt x="398006" y="273096"/>
                    </a:cubicBezTo>
                    <a:cubicBezTo>
                      <a:pt x="397711" y="265427"/>
                      <a:pt x="397416" y="257757"/>
                      <a:pt x="397112" y="249856"/>
                    </a:cubicBezTo>
                    <a:cubicBezTo>
                      <a:pt x="395342" y="249856"/>
                      <a:pt x="393572" y="249856"/>
                      <a:pt x="391749" y="249856"/>
                    </a:cubicBezTo>
                    <a:cubicBezTo>
                      <a:pt x="391454" y="242777"/>
                      <a:pt x="391159" y="235697"/>
                      <a:pt x="390855" y="228404"/>
                    </a:cubicBezTo>
                    <a:cubicBezTo>
                      <a:pt x="389970" y="228404"/>
                      <a:pt x="389085" y="228404"/>
                      <a:pt x="388174" y="228404"/>
                    </a:cubicBezTo>
                    <a:cubicBezTo>
                      <a:pt x="385669" y="232646"/>
                      <a:pt x="385212" y="235631"/>
                      <a:pt x="385380" y="240526"/>
                    </a:cubicBezTo>
                    <a:cubicBezTo>
                      <a:pt x="385498" y="244407"/>
                      <a:pt x="385541" y="247866"/>
                      <a:pt x="384598" y="251644"/>
                    </a:cubicBezTo>
                    <a:cubicBezTo>
                      <a:pt x="383123" y="251938"/>
                      <a:pt x="381648" y="252233"/>
                      <a:pt x="380129" y="252537"/>
                    </a:cubicBezTo>
                    <a:cubicBezTo>
                      <a:pt x="379482" y="255497"/>
                      <a:pt x="379089" y="258328"/>
                      <a:pt x="378952" y="261354"/>
                    </a:cubicBezTo>
                    <a:cubicBezTo>
                      <a:pt x="378915" y="262146"/>
                      <a:pt x="378877" y="262938"/>
                      <a:pt x="378839" y="263754"/>
                    </a:cubicBezTo>
                    <a:cubicBezTo>
                      <a:pt x="378786" y="264977"/>
                      <a:pt x="378786" y="264977"/>
                      <a:pt x="378732" y="266224"/>
                    </a:cubicBezTo>
                    <a:cubicBezTo>
                      <a:pt x="378694" y="267057"/>
                      <a:pt x="378655" y="267889"/>
                      <a:pt x="378615" y="268747"/>
                    </a:cubicBezTo>
                    <a:cubicBezTo>
                      <a:pt x="378521" y="270792"/>
                      <a:pt x="378430" y="272838"/>
                      <a:pt x="378341" y="274883"/>
                    </a:cubicBezTo>
                    <a:cubicBezTo>
                      <a:pt x="377622" y="275012"/>
                      <a:pt x="376903" y="275141"/>
                      <a:pt x="376163" y="275274"/>
                    </a:cubicBezTo>
                    <a:cubicBezTo>
                      <a:pt x="373943" y="275546"/>
                      <a:pt x="373943" y="275546"/>
                      <a:pt x="372978" y="276671"/>
                    </a:cubicBezTo>
                    <a:cubicBezTo>
                      <a:pt x="372837" y="278326"/>
                      <a:pt x="372754" y="279986"/>
                      <a:pt x="372695" y="281647"/>
                    </a:cubicBezTo>
                    <a:cubicBezTo>
                      <a:pt x="372658" y="282652"/>
                      <a:pt x="372620" y="283657"/>
                      <a:pt x="372582" y="284693"/>
                    </a:cubicBezTo>
                    <a:cubicBezTo>
                      <a:pt x="372547" y="285751"/>
                      <a:pt x="372512" y="286810"/>
                      <a:pt x="372475" y="287900"/>
                    </a:cubicBezTo>
                    <a:cubicBezTo>
                      <a:pt x="372437" y="288962"/>
                      <a:pt x="372398" y="290024"/>
                      <a:pt x="372358" y="291117"/>
                    </a:cubicBezTo>
                    <a:cubicBezTo>
                      <a:pt x="372263" y="293751"/>
                      <a:pt x="372172" y="296384"/>
                      <a:pt x="372084" y="299017"/>
                    </a:cubicBezTo>
                    <a:cubicBezTo>
                      <a:pt x="371365" y="299128"/>
                      <a:pt x="370646" y="299238"/>
                      <a:pt x="369906" y="299352"/>
                    </a:cubicBezTo>
                    <a:cubicBezTo>
                      <a:pt x="369150" y="299537"/>
                      <a:pt x="368394" y="299721"/>
                      <a:pt x="367615" y="299911"/>
                    </a:cubicBezTo>
                    <a:cubicBezTo>
                      <a:pt x="366540" y="302061"/>
                      <a:pt x="366540" y="303579"/>
                      <a:pt x="366439" y="305979"/>
                    </a:cubicBezTo>
                    <a:cubicBezTo>
                      <a:pt x="366401" y="306820"/>
                      <a:pt x="366364" y="307662"/>
                      <a:pt x="366325" y="308528"/>
                    </a:cubicBezTo>
                    <a:cubicBezTo>
                      <a:pt x="366290" y="309408"/>
                      <a:pt x="366255" y="310289"/>
                      <a:pt x="366219" y="311196"/>
                    </a:cubicBezTo>
                    <a:cubicBezTo>
                      <a:pt x="366180" y="312083"/>
                      <a:pt x="366141" y="312970"/>
                      <a:pt x="366102" y="313884"/>
                    </a:cubicBezTo>
                    <a:cubicBezTo>
                      <a:pt x="366007" y="316079"/>
                      <a:pt x="365915" y="318274"/>
                      <a:pt x="365827" y="320469"/>
                    </a:cubicBezTo>
                    <a:cubicBezTo>
                      <a:pt x="364528" y="320856"/>
                      <a:pt x="364528" y="320856"/>
                      <a:pt x="363202" y="321251"/>
                    </a:cubicBezTo>
                    <a:cubicBezTo>
                      <a:pt x="360369" y="321937"/>
                      <a:pt x="360369" y="321937"/>
                      <a:pt x="359571" y="324045"/>
                    </a:cubicBezTo>
                    <a:cubicBezTo>
                      <a:pt x="359529" y="325646"/>
                      <a:pt x="359537" y="327248"/>
                      <a:pt x="359571" y="328849"/>
                    </a:cubicBezTo>
                    <a:cubicBezTo>
                      <a:pt x="359625" y="334443"/>
                      <a:pt x="359229" y="339934"/>
                      <a:pt x="358677" y="345497"/>
                    </a:cubicBezTo>
                    <a:cubicBezTo>
                      <a:pt x="357202" y="345497"/>
                      <a:pt x="355727" y="345497"/>
                      <a:pt x="354208" y="345497"/>
                    </a:cubicBezTo>
                    <a:cubicBezTo>
                      <a:pt x="353438" y="348203"/>
                      <a:pt x="353151" y="350719"/>
                      <a:pt x="353031" y="353527"/>
                    </a:cubicBezTo>
                    <a:cubicBezTo>
                      <a:pt x="352993" y="354363"/>
                      <a:pt x="352956" y="355198"/>
                      <a:pt x="352917" y="356059"/>
                    </a:cubicBezTo>
                    <a:cubicBezTo>
                      <a:pt x="352865" y="357357"/>
                      <a:pt x="352865" y="357357"/>
                      <a:pt x="352811" y="358681"/>
                    </a:cubicBezTo>
                    <a:cubicBezTo>
                      <a:pt x="352772" y="359560"/>
                      <a:pt x="352734" y="360439"/>
                      <a:pt x="352694" y="361345"/>
                    </a:cubicBezTo>
                    <a:cubicBezTo>
                      <a:pt x="352599" y="363511"/>
                      <a:pt x="352508" y="365677"/>
                      <a:pt x="352420" y="367843"/>
                    </a:cubicBezTo>
                    <a:cubicBezTo>
                      <a:pt x="351701" y="367954"/>
                      <a:pt x="350982" y="368064"/>
                      <a:pt x="350241" y="368178"/>
                    </a:cubicBezTo>
                    <a:cubicBezTo>
                      <a:pt x="349485" y="368362"/>
                      <a:pt x="348729" y="368547"/>
                      <a:pt x="347951" y="368737"/>
                    </a:cubicBezTo>
                    <a:cubicBezTo>
                      <a:pt x="346826" y="370986"/>
                      <a:pt x="346871" y="372681"/>
                      <a:pt x="346774" y="375196"/>
                    </a:cubicBezTo>
                    <a:cubicBezTo>
                      <a:pt x="346737" y="376118"/>
                      <a:pt x="346699" y="377040"/>
                      <a:pt x="346661" y="377989"/>
                    </a:cubicBezTo>
                    <a:cubicBezTo>
                      <a:pt x="346625" y="378955"/>
                      <a:pt x="346590" y="379921"/>
                      <a:pt x="346554" y="380915"/>
                    </a:cubicBezTo>
                    <a:cubicBezTo>
                      <a:pt x="346515" y="381888"/>
                      <a:pt x="346477" y="382860"/>
                      <a:pt x="346437" y="383862"/>
                    </a:cubicBezTo>
                    <a:cubicBezTo>
                      <a:pt x="346342" y="386269"/>
                      <a:pt x="346251" y="388676"/>
                      <a:pt x="346163" y="391083"/>
                    </a:cubicBezTo>
                    <a:cubicBezTo>
                      <a:pt x="344688" y="391083"/>
                      <a:pt x="343213" y="391083"/>
                      <a:pt x="341694" y="391083"/>
                    </a:cubicBezTo>
                    <a:cubicBezTo>
                      <a:pt x="339330" y="395487"/>
                      <a:pt x="339768" y="399813"/>
                      <a:pt x="339906" y="404658"/>
                    </a:cubicBezTo>
                    <a:cubicBezTo>
                      <a:pt x="339952" y="406272"/>
                      <a:pt x="339989" y="407886"/>
                      <a:pt x="340018" y="409501"/>
                    </a:cubicBezTo>
                    <a:cubicBezTo>
                      <a:pt x="340039" y="410212"/>
                      <a:pt x="340059" y="410923"/>
                      <a:pt x="340081" y="411656"/>
                    </a:cubicBezTo>
                    <a:cubicBezTo>
                      <a:pt x="339906" y="413429"/>
                      <a:pt x="339906" y="413429"/>
                      <a:pt x="338118" y="415217"/>
                    </a:cubicBezTo>
                    <a:cubicBezTo>
                      <a:pt x="337233" y="415217"/>
                      <a:pt x="336349" y="415217"/>
                      <a:pt x="335437" y="415217"/>
                    </a:cubicBezTo>
                    <a:cubicBezTo>
                      <a:pt x="333162" y="419609"/>
                      <a:pt x="333255" y="424069"/>
                      <a:pt x="333091" y="428903"/>
                    </a:cubicBezTo>
                    <a:cubicBezTo>
                      <a:pt x="333056" y="429736"/>
                      <a:pt x="333021" y="430568"/>
                      <a:pt x="332986" y="431426"/>
                    </a:cubicBezTo>
                    <a:cubicBezTo>
                      <a:pt x="332902" y="433471"/>
                      <a:pt x="332825" y="435517"/>
                      <a:pt x="332755" y="437563"/>
                    </a:cubicBezTo>
                    <a:cubicBezTo>
                      <a:pt x="332036" y="437692"/>
                      <a:pt x="331317" y="437821"/>
                      <a:pt x="330577" y="437954"/>
                    </a:cubicBezTo>
                    <a:cubicBezTo>
                      <a:pt x="328357" y="438225"/>
                      <a:pt x="328357" y="438225"/>
                      <a:pt x="327392" y="439350"/>
                    </a:cubicBezTo>
                    <a:cubicBezTo>
                      <a:pt x="327251" y="441071"/>
                      <a:pt x="327168" y="442796"/>
                      <a:pt x="327109" y="444521"/>
                    </a:cubicBezTo>
                    <a:cubicBezTo>
                      <a:pt x="327072" y="445567"/>
                      <a:pt x="327035" y="446613"/>
                      <a:pt x="326996" y="447690"/>
                    </a:cubicBezTo>
                    <a:cubicBezTo>
                      <a:pt x="326943" y="449341"/>
                      <a:pt x="326943" y="449341"/>
                      <a:pt x="326890" y="451026"/>
                    </a:cubicBezTo>
                    <a:cubicBezTo>
                      <a:pt x="326851" y="452130"/>
                      <a:pt x="326812" y="453235"/>
                      <a:pt x="326773" y="454373"/>
                    </a:cubicBezTo>
                    <a:cubicBezTo>
                      <a:pt x="326677" y="457112"/>
                      <a:pt x="326586" y="459851"/>
                      <a:pt x="326498" y="462590"/>
                    </a:cubicBezTo>
                    <a:cubicBezTo>
                      <a:pt x="325024" y="462590"/>
                      <a:pt x="323549" y="462590"/>
                      <a:pt x="322029" y="462590"/>
                    </a:cubicBezTo>
                    <a:cubicBezTo>
                      <a:pt x="320929" y="464790"/>
                      <a:pt x="320951" y="466396"/>
                      <a:pt x="320853" y="468854"/>
                    </a:cubicBezTo>
                    <a:cubicBezTo>
                      <a:pt x="320815" y="469735"/>
                      <a:pt x="320778" y="470617"/>
                      <a:pt x="320739" y="471525"/>
                    </a:cubicBezTo>
                    <a:cubicBezTo>
                      <a:pt x="320704" y="472448"/>
                      <a:pt x="320669" y="473371"/>
                      <a:pt x="320633" y="474322"/>
                    </a:cubicBezTo>
                    <a:cubicBezTo>
                      <a:pt x="320594" y="475252"/>
                      <a:pt x="320555" y="476181"/>
                      <a:pt x="320516" y="477139"/>
                    </a:cubicBezTo>
                    <a:cubicBezTo>
                      <a:pt x="320421" y="479440"/>
                      <a:pt x="320329" y="481741"/>
                      <a:pt x="320242" y="484042"/>
                    </a:cubicBezTo>
                    <a:cubicBezTo>
                      <a:pt x="318472" y="484042"/>
                      <a:pt x="316702" y="484042"/>
                      <a:pt x="314879" y="484042"/>
                    </a:cubicBezTo>
                    <a:cubicBezTo>
                      <a:pt x="314861" y="484710"/>
                      <a:pt x="314843" y="485377"/>
                      <a:pt x="314825" y="486065"/>
                    </a:cubicBezTo>
                    <a:cubicBezTo>
                      <a:pt x="314740" y="489078"/>
                      <a:pt x="314642" y="492091"/>
                      <a:pt x="314543" y="495104"/>
                    </a:cubicBezTo>
                    <a:cubicBezTo>
                      <a:pt x="314502" y="496680"/>
                      <a:pt x="314502" y="496680"/>
                      <a:pt x="314460" y="498288"/>
                    </a:cubicBezTo>
                    <a:cubicBezTo>
                      <a:pt x="314425" y="499290"/>
                      <a:pt x="314390" y="500293"/>
                      <a:pt x="314355" y="501326"/>
                    </a:cubicBezTo>
                    <a:cubicBezTo>
                      <a:pt x="314327" y="502252"/>
                      <a:pt x="314299" y="503179"/>
                      <a:pt x="314270" y="504134"/>
                    </a:cubicBezTo>
                    <a:cubicBezTo>
                      <a:pt x="313985" y="506388"/>
                      <a:pt x="313985" y="506388"/>
                      <a:pt x="312197" y="508176"/>
                    </a:cubicBezTo>
                    <a:cubicBezTo>
                      <a:pt x="311589" y="508324"/>
                      <a:pt x="310980" y="508471"/>
                      <a:pt x="310353" y="508623"/>
                    </a:cubicBezTo>
                    <a:cubicBezTo>
                      <a:pt x="309782" y="508770"/>
                      <a:pt x="309210" y="508918"/>
                      <a:pt x="308622" y="509070"/>
                    </a:cubicBezTo>
                    <a:cubicBezTo>
                      <a:pt x="307497" y="511319"/>
                      <a:pt x="307542" y="513014"/>
                      <a:pt x="307445" y="515529"/>
                    </a:cubicBezTo>
                    <a:cubicBezTo>
                      <a:pt x="307408" y="516451"/>
                      <a:pt x="307370" y="517373"/>
                      <a:pt x="307331" y="518323"/>
                    </a:cubicBezTo>
                    <a:cubicBezTo>
                      <a:pt x="307279" y="519771"/>
                      <a:pt x="307279" y="519771"/>
                      <a:pt x="307225" y="521248"/>
                    </a:cubicBezTo>
                    <a:cubicBezTo>
                      <a:pt x="307186" y="522221"/>
                      <a:pt x="307148" y="523193"/>
                      <a:pt x="307108" y="524195"/>
                    </a:cubicBezTo>
                    <a:cubicBezTo>
                      <a:pt x="307013" y="526602"/>
                      <a:pt x="306922" y="529009"/>
                      <a:pt x="306834" y="531416"/>
                    </a:cubicBezTo>
                    <a:cubicBezTo>
                      <a:pt x="305359" y="531711"/>
                      <a:pt x="303884" y="532006"/>
                      <a:pt x="302365" y="532310"/>
                    </a:cubicBezTo>
                    <a:cubicBezTo>
                      <a:pt x="301775" y="535849"/>
                      <a:pt x="301185" y="539389"/>
                      <a:pt x="300577" y="543036"/>
                    </a:cubicBezTo>
                    <a:cubicBezTo>
                      <a:pt x="242763" y="543036"/>
                      <a:pt x="184950" y="543036"/>
                      <a:pt x="125384" y="543036"/>
                    </a:cubicBezTo>
                    <a:cubicBezTo>
                      <a:pt x="125089" y="539791"/>
                      <a:pt x="124794" y="536547"/>
                      <a:pt x="124490" y="533204"/>
                    </a:cubicBezTo>
                    <a:cubicBezTo>
                      <a:pt x="123181" y="529550"/>
                      <a:pt x="123181" y="529550"/>
                      <a:pt x="120803" y="528958"/>
                    </a:cubicBezTo>
                    <a:cubicBezTo>
                      <a:pt x="120250" y="528884"/>
                      <a:pt x="119697" y="528810"/>
                      <a:pt x="119127" y="528734"/>
                    </a:cubicBezTo>
                    <a:cubicBezTo>
                      <a:pt x="119109" y="528022"/>
                      <a:pt x="119092" y="527310"/>
                      <a:pt x="119073" y="526576"/>
                    </a:cubicBezTo>
                    <a:cubicBezTo>
                      <a:pt x="118988" y="523347"/>
                      <a:pt x="118890" y="520119"/>
                      <a:pt x="118792" y="516891"/>
                    </a:cubicBezTo>
                    <a:cubicBezTo>
                      <a:pt x="118751" y="515209"/>
                      <a:pt x="118751" y="515209"/>
                      <a:pt x="118708" y="513494"/>
                    </a:cubicBezTo>
                    <a:cubicBezTo>
                      <a:pt x="118674" y="512416"/>
                      <a:pt x="118639" y="511339"/>
                      <a:pt x="118603" y="510229"/>
                    </a:cubicBezTo>
                    <a:cubicBezTo>
                      <a:pt x="118575" y="509237"/>
                      <a:pt x="118547" y="508244"/>
                      <a:pt x="118518" y="507222"/>
                    </a:cubicBezTo>
                    <a:cubicBezTo>
                      <a:pt x="118236" y="504625"/>
                      <a:pt x="118039" y="503092"/>
                      <a:pt x="116446" y="501025"/>
                    </a:cubicBezTo>
                    <a:cubicBezTo>
                      <a:pt x="114162" y="500300"/>
                      <a:pt x="114162" y="500300"/>
                      <a:pt x="111976" y="500131"/>
                    </a:cubicBezTo>
                    <a:cubicBezTo>
                      <a:pt x="111954" y="499329"/>
                      <a:pt x="111932" y="498526"/>
                      <a:pt x="111909" y="497698"/>
                    </a:cubicBezTo>
                    <a:cubicBezTo>
                      <a:pt x="111824" y="494723"/>
                      <a:pt x="111735" y="491748"/>
                      <a:pt x="111644" y="488773"/>
                    </a:cubicBezTo>
                    <a:cubicBezTo>
                      <a:pt x="111605" y="487485"/>
                      <a:pt x="111568" y="486196"/>
                      <a:pt x="111532" y="484908"/>
                    </a:cubicBezTo>
                    <a:cubicBezTo>
                      <a:pt x="111480" y="483057"/>
                      <a:pt x="111423" y="481207"/>
                      <a:pt x="111365" y="479357"/>
                    </a:cubicBezTo>
                    <a:cubicBezTo>
                      <a:pt x="111333" y="478243"/>
                      <a:pt x="111300" y="477129"/>
                      <a:pt x="111266" y="475981"/>
                    </a:cubicBezTo>
                    <a:cubicBezTo>
                      <a:pt x="111259" y="473382"/>
                      <a:pt x="111259" y="473382"/>
                      <a:pt x="110189" y="471529"/>
                    </a:cubicBezTo>
                    <a:cubicBezTo>
                      <a:pt x="108714" y="471234"/>
                      <a:pt x="107239" y="470939"/>
                      <a:pt x="105720" y="470635"/>
                    </a:cubicBezTo>
                    <a:cubicBezTo>
                      <a:pt x="105277" y="456919"/>
                      <a:pt x="105277" y="456919"/>
                      <a:pt x="104826" y="442926"/>
                    </a:cubicBezTo>
                    <a:cubicBezTo>
                      <a:pt x="103056" y="442926"/>
                      <a:pt x="101286" y="442926"/>
                      <a:pt x="99463" y="442926"/>
                    </a:cubicBezTo>
                    <a:cubicBezTo>
                      <a:pt x="99436" y="441824"/>
                      <a:pt x="99436" y="441824"/>
                      <a:pt x="99409" y="440699"/>
                    </a:cubicBezTo>
                    <a:cubicBezTo>
                      <a:pt x="99324" y="437363"/>
                      <a:pt x="99226" y="434027"/>
                      <a:pt x="99127" y="430691"/>
                    </a:cubicBezTo>
                    <a:cubicBezTo>
                      <a:pt x="99100" y="429535"/>
                      <a:pt x="99072" y="428379"/>
                      <a:pt x="99044" y="427187"/>
                    </a:cubicBezTo>
                    <a:cubicBezTo>
                      <a:pt x="99009" y="426073"/>
                      <a:pt x="98975" y="424958"/>
                      <a:pt x="98939" y="423809"/>
                    </a:cubicBezTo>
                    <a:cubicBezTo>
                      <a:pt x="98911" y="422784"/>
                      <a:pt x="98883" y="421759"/>
                      <a:pt x="98854" y="420703"/>
                    </a:cubicBezTo>
                    <a:cubicBezTo>
                      <a:pt x="98567" y="417884"/>
                      <a:pt x="98184" y="415892"/>
                      <a:pt x="96781" y="413429"/>
                    </a:cubicBezTo>
                    <a:cubicBezTo>
                      <a:pt x="94957" y="412636"/>
                      <a:pt x="94957" y="412636"/>
                      <a:pt x="93206" y="412535"/>
                    </a:cubicBezTo>
                    <a:cubicBezTo>
                      <a:pt x="93183" y="412009"/>
                      <a:pt x="93161" y="411482"/>
                      <a:pt x="93138" y="410940"/>
                    </a:cubicBezTo>
                    <a:cubicBezTo>
                      <a:pt x="93033" y="408510"/>
                      <a:pt x="92924" y="406081"/>
                      <a:pt x="92815" y="403652"/>
                    </a:cubicBezTo>
                    <a:cubicBezTo>
                      <a:pt x="92780" y="402825"/>
                      <a:pt x="92744" y="401997"/>
                      <a:pt x="92708" y="401144"/>
                    </a:cubicBezTo>
                    <a:cubicBezTo>
                      <a:pt x="92472" y="395968"/>
                      <a:pt x="92046" y="390863"/>
                      <a:pt x="91418" y="385720"/>
                    </a:cubicBezTo>
                    <a:cubicBezTo>
                      <a:pt x="89648" y="385130"/>
                      <a:pt x="87878" y="384540"/>
                      <a:pt x="86055" y="383932"/>
                    </a:cubicBezTo>
                    <a:cubicBezTo>
                      <a:pt x="86033" y="383129"/>
                      <a:pt x="86010" y="382326"/>
                      <a:pt x="85987" y="381499"/>
                    </a:cubicBezTo>
                    <a:cubicBezTo>
                      <a:pt x="85902" y="378524"/>
                      <a:pt x="85813" y="375549"/>
                      <a:pt x="85722" y="372574"/>
                    </a:cubicBezTo>
                    <a:cubicBezTo>
                      <a:pt x="85684" y="371285"/>
                      <a:pt x="85646" y="369997"/>
                      <a:pt x="85611" y="368708"/>
                    </a:cubicBezTo>
                    <a:cubicBezTo>
                      <a:pt x="85559" y="366858"/>
                      <a:pt x="85502" y="365008"/>
                      <a:pt x="85444" y="363157"/>
                    </a:cubicBezTo>
                    <a:cubicBezTo>
                      <a:pt x="85411" y="362043"/>
                      <a:pt x="85378" y="360929"/>
                      <a:pt x="85345" y="359781"/>
                    </a:cubicBezTo>
                    <a:cubicBezTo>
                      <a:pt x="85337" y="357183"/>
                      <a:pt x="85337" y="357183"/>
                      <a:pt x="84267" y="355329"/>
                    </a:cubicBezTo>
                    <a:cubicBezTo>
                      <a:pt x="82793" y="355034"/>
                      <a:pt x="81318" y="354739"/>
                      <a:pt x="79798" y="354435"/>
                    </a:cubicBezTo>
                    <a:cubicBezTo>
                      <a:pt x="79356" y="340719"/>
                      <a:pt x="79356" y="340719"/>
                      <a:pt x="78904" y="326726"/>
                    </a:cubicBezTo>
                    <a:cubicBezTo>
                      <a:pt x="77134" y="326726"/>
                      <a:pt x="75365" y="326726"/>
                      <a:pt x="73541" y="326726"/>
                    </a:cubicBezTo>
                    <a:cubicBezTo>
                      <a:pt x="73515" y="325624"/>
                      <a:pt x="73515" y="325624"/>
                      <a:pt x="73488" y="324500"/>
                    </a:cubicBezTo>
                    <a:cubicBezTo>
                      <a:pt x="73402" y="321163"/>
                      <a:pt x="73304" y="317828"/>
                      <a:pt x="73206" y="314492"/>
                    </a:cubicBezTo>
                    <a:cubicBezTo>
                      <a:pt x="73178" y="313336"/>
                      <a:pt x="73151" y="312179"/>
                      <a:pt x="73122" y="310988"/>
                    </a:cubicBezTo>
                    <a:cubicBezTo>
                      <a:pt x="73088" y="309873"/>
                      <a:pt x="73053" y="308758"/>
                      <a:pt x="73018" y="307610"/>
                    </a:cubicBezTo>
                    <a:cubicBezTo>
                      <a:pt x="72989" y="306585"/>
                      <a:pt x="72961" y="305560"/>
                      <a:pt x="72932" y="304503"/>
                    </a:cubicBezTo>
                    <a:cubicBezTo>
                      <a:pt x="72650" y="301723"/>
                      <a:pt x="72142" y="299706"/>
                      <a:pt x="70860" y="297229"/>
                    </a:cubicBezTo>
                    <a:cubicBezTo>
                      <a:pt x="69059" y="296574"/>
                      <a:pt x="69059" y="296574"/>
                      <a:pt x="67284" y="296336"/>
                    </a:cubicBezTo>
                    <a:cubicBezTo>
                      <a:pt x="66131" y="294029"/>
                      <a:pt x="66318" y="292417"/>
                      <a:pt x="66366" y="289838"/>
                    </a:cubicBezTo>
                    <a:cubicBezTo>
                      <a:pt x="66377" y="288896"/>
                      <a:pt x="66388" y="287954"/>
                      <a:pt x="66399" y="286983"/>
                    </a:cubicBezTo>
                    <a:cubicBezTo>
                      <a:pt x="66431" y="284998"/>
                      <a:pt x="66465" y="283012"/>
                      <a:pt x="66504" y="281027"/>
                    </a:cubicBezTo>
                    <a:cubicBezTo>
                      <a:pt x="66519" y="279609"/>
                      <a:pt x="66519" y="279609"/>
                      <a:pt x="66534" y="278162"/>
                    </a:cubicBezTo>
                    <a:cubicBezTo>
                      <a:pt x="66549" y="277298"/>
                      <a:pt x="66564" y="276434"/>
                      <a:pt x="66579" y="275544"/>
                    </a:cubicBezTo>
                    <a:cubicBezTo>
                      <a:pt x="66377" y="272922"/>
                      <a:pt x="65699" y="271003"/>
                      <a:pt x="64603" y="268627"/>
                    </a:cubicBezTo>
                    <a:cubicBezTo>
                      <a:pt x="63128" y="268627"/>
                      <a:pt x="61653" y="268627"/>
                      <a:pt x="60134" y="268627"/>
                    </a:cubicBezTo>
                    <a:cubicBezTo>
                      <a:pt x="60100" y="267381"/>
                      <a:pt x="60100" y="267381"/>
                      <a:pt x="60066" y="266111"/>
                    </a:cubicBezTo>
                    <a:cubicBezTo>
                      <a:pt x="59981" y="263036"/>
                      <a:pt x="59892" y="259961"/>
                      <a:pt x="59801" y="256886"/>
                    </a:cubicBezTo>
                    <a:cubicBezTo>
                      <a:pt x="59762" y="255554"/>
                      <a:pt x="59725" y="254223"/>
                      <a:pt x="59689" y="252891"/>
                    </a:cubicBezTo>
                    <a:cubicBezTo>
                      <a:pt x="59638" y="250978"/>
                      <a:pt x="59581" y="249066"/>
                      <a:pt x="59523" y="247153"/>
                    </a:cubicBezTo>
                    <a:cubicBezTo>
                      <a:pt x="59490" y="246002"/>
                      <a:pt x="59457" y="244850"/>
                      <a:pt x="59423" y="243664"/>
                    </a:cubicBezTo>
                    <a:cubicBezTo>
                      <a:pt x="59423" y="240995"/>
                      <a:pt x="59423" y="240995"/>
                      <a:pt x="58346" y="239130"/>
                    </a:cubicBezTo>
                    <a:cubicBezTo>
                      <a:pt x="56871" y="239130"/>
                      <a:pt x="55396" y="239130"/>
                      <a:pt x="53877" y="239130"/>
                    </a:cubicBezTo>
                    <a:cubicBezTo>
                      <a:pt x="53850" y="237925"/>
                      <a:pt x="53850" y="237925"/>
                      <a:pt x="53823" y="236697"/>
                    </a:cubicBezTo>
                    <a:cubicBezTo>
                      <a:pt x="53753" y="233721"/>
                      <a:pt x="53676" y="230746"/>
                      <a:pt x="53593" y="227771"/>
                    </a:cubicBezTo>
                    <a:cubicBezTo>
                      <a:pt x="53559" y="226483"/>
                      <a:pt x="53528" y="225195"/>
                      <a:pt x="53500" y="223906"/>
                    </a:cubicBezTo>
                    <a:cubicBezTo>
                      <a:pt x="53459" y="222055"/>
                      <a:pt x="53407" y="220205"/>
                      <a:pt x="53353" y="218355"/>
                    </a:cubicBezTo>
                    <a:cubicBezTo>
                      <a:pt x="53325" y="217241"/>
                      <a:pt x="53297" y="216127"/>
                      <a:pt x="53268" y="214979"/>
                    </a:cubicBezTo>
                    <a:cubicBezTo>
                      <a:pt x="53254" y="212211"/>
                      <a:pt x="53254" y="212211"/>
                      <a:pt x="51195" y="210527"/>
                    </a:cubicBezTo>
                    <a:cubicBezTo>
                      <a:pt x="50015" y="210527"/>
                      <a:pt x="48835" y="210527"/>
                      <a:pt x="47620" y="210527"/>
                    </a:cubicBezTo>
                    <a:cubicBezTo>
                      <a:pt x="47602" y="209856"/>
                      <a:pt x="47584" y="209184"/>
                      <a:pt x="47566" y="208493"/>
                    </a:cubicBezTo>
                    <a:cubicBezTo>
                      <a:pt x="47481" y="205428"/>
                      <a:pt x="47383" y="202363"/>
                      <a:pt x="47285" y="199298"/>
                    </a:cubicBezTo>
                    <a:cubicBezTo>
                      <a:pt x="47257" y="198242"/>
                      <a:pt x="47229" y="197186"/>
                      <a:pt x="47201" y="196098"/>
                    </a:cubicBezTo>
                    <a:cubicBezTo>
                      <a:pt x="47077" y="188356"/>
                      <a:pt x="47077" y="188356"/>
                      <a:pt x="44938" y="181030"/>
                    </a:cubicBezTo>
                    <a:cubicBezTo>
                      <a:pt x="42685" y="179959"/>
                      <a:pt x="42685" y="179959"/>
                      <a:pt x="40469" y="179242"/>
                    </a:cubicBezTo>
                    <a:cubicBezTo>
                      <a:pt x="40478" y="178584"/>
                      <a:pt x="40488" y="177926"/>
                      <a:pt x="40497" y="177248"/>
                    </a:cubicBezTo>
                    <a:cubicBezTo>
                      <a:pt x="40535" y="174263"/>
                      <a:pt x="40558" y="171278"/>
                      <a:pt x="40581" y="168293"/>
                    </a:cubicBezTo>
                    <a:cubicBezTo>
                      <a:pt x="40596" y="167257"/>
                      <a:pt x="40611" y="166221"/>
                      <a:pt x="40626" y="165154"/>
                    </a:cubicBezTo>
                    <a:cubicBezTo>
                      <a:pt x="40632" y="164157"/>
                      <a:pt x="40638" y="163161"/>
                      <a:pt x="40644" y="162134"/>
                    </a:cubicBezTo>
                    <a:cubicBezTo>
                      <a:pt x="40653" y="161216"/>
                      <a:pt x="40662" y="160299"/>
                      <a:pt x="40672" y="159354"/>
                    </a:cubicBezTo>
                    <a:cubicBezTo>
                      <a:pt x="40468" y="156879"/>
                      <a:pt x="39955" y="155427"/>
                      <a:pt x="38681" y="153321"/>
                    </a:cubicBezTo>
                    <a:cubicBezTo>
                      <a:pt x="37207" y="153321"/>
                      <a:pt x="35732" y="153321"/>
                      <a:pt x="34212" y="153321"/>
                    </a:cubicBezTo>
                    <a:cubicBezTo>
                      <a:pt x="34186" y="152164"/>
                      <a:pt x="34186" y="152164"/>
                      <a:pt x="34159" y="150984"/>
                    </a:cubicBezTo>
                    <a:cubicBezTo>
                      <a:pt x="34089" y="148120"/>
                      <a:pt x="34011" y="145257"/>
                      <a:pt x="33929" y="142393"/>
                    </a:cubicBezTo>
                    <a:cubicBezTo>
                      <a:pt x="33894" y="141155"/>
                      <a:pt x="33863" y="139916"/>
                      <a:pt x="33835" y="138677"/>
                    </a:cubicBezTo>
                    <a:cubicBezTo>
                      <a:pt x="33794" y="136895"/>
                      <a:pt x="33742" y="135113"/>
                      <a:pt x="33688" y="133332"/>
                    </a:cubicBezTo>
                    <a:cubicBezTo>
                      <a:pt x="33660" y="132260"/>
                      <a:pt x="33632" y="131188"/>
                      <a:pt x="33603" y="130083"/>
                    </a:cubicBezTo>
                    <a:cubicBezTo>
                      <a:pt x="33511" y="127240"/>
                      <a:pt x="33511" y="127240"/>
                      <a:pt x="31531" y="124718"/>
                    </a:cubicBezTo>
                    <a:cubicBezTo>
                      <a:pt x="30351" y="124718"/>
                      <a:pt x="29171" y="124718"/>
                      <a:pt x="27955" y="124718"/>
                    </a:cubicBezTo>
                    <a:cubicBezTo>
                      <a:pt x="27660" y="114984"/>
                      <a:pt x="27365" y="105250"/>
                      <a:pt x="27061" y="95221"/>
                    </a:cubicBezTo>
                    <a:cubicBezTo>
                      <a:pt x="25292" y="94926"/>
                      <a:pt x="23522" y="94631"/>
                      <a:pt x="21698" y="94327"/>
                    </a:cubicBezTo>
                    <a:cubicBezTo>
                      <a:pt x="21644" y="93205"/>
                      <a:pt x="21590" y="92083"/>
                      <a:pt x="21534" y="90927"/>
                    </a:cubicBezTo>
                    <a:cubicBezTo>
                      <a:pt x="21346" y="87092"/>
                      <a:pt x="21137" y="83259"/>
                      <a:pt x="20919" y="79427"/>
                    </a:cubicBezTo>
                    <a:cubicBezTo>
                      <a:pt x="20825" y="77715"/>
                      <a:pt x="20746" y="76002"/>
                      <a:pt x="20672" y="74289"/>
                    </a:cubicBezTo>
                    <a:cubicBezTo>
                      <a:pt x="20556" y="71720"/>
                      <a:pt x="20556" y="71720"/>
                      <a:pt x="19911" y="68406"/>
                    </a:cubicBezTo>
                    <a:cubicBezTo>
                      <a:pt x="18225" y="67296"/>
                      <a:pt x="18225" y="67296"/>
                      <a:pt x="16335" y="66618"/>
                    </a:cubicBezTo>
                    <a:cubicBezTo>
                      <a:pt x="15745" y="66323"/>
                      <a:pt x="15156" y="66028"/>
                      <a:pt x="14548" y="65724"/>
                    </a:cubicBezTo>
                    <a:cubicBezTo>
                      <a:pt x="14253" y="56580"/>
                      <a:pt x="13958" y="47436"/>
                      <a:pt x="13654" y="38015"/>
                    </a:cubicBezTo>
                    <a:cubicBezTo>
                      <a:pt x="10990" y="37391"/>
                      <a:pt x="10990" y="37391"/>
                      <a:pt x="8291" y="37122"/>
                    </a:cubicBezTo>
                    <a:cubicBezTo>
                      <a:pt x="8278" y="36012"/>
                      <a:pt x="8278" y="36012"/>
                      <a:pt x="8265" y="34881"/>
                    </a:cubicBezTo>
                    <a:cubicBezTo>
                      <a:pt x="8218" y="31530"/>
                      <a:pt x="8143" y="28181"/>
                      <a:pt x="8067" y="24831"/>
                    </a:cubicBezTo>
                    <a:cubicBezTo>
                      <a:pt x="8055" y="23667"/>
                      <a:pt x="8042" y="22504"/>
                      <a:pt x="8029" y="21305"/>
                    </a:cubicBezTo>
                    <a:cubicBezTo>
                      <a:pt x="8000" y="20187"/>
                      <a:pt x="7971" y="19069"/>
                      <a:pt x="7942" y="17918"/>
                    </a:cubicBezTo>
                    <a:cubicBezTo>
                      <a:pt x="7923" y="16888"/>
                      <a:pt x="7904" y="15858"/>
                      <a:pt x="7885" y="14797"/>
                    </a:cubicBezTo>
                    <a:cubicBezTo>
                      <a:pt x="7308" y="11600"/>
                      <a:pt x="6305" y="10535"/>
                      <a:pt x="3822" y="8519"/>
                    </a:cubicBezTo>
                    <a:cubicBezTo>
                      <a:pt x="2937" y="8961"/>
                      <a:pt x="2937" y="8961"/>
                      <a:pt x="2034" y="9412"/>
                    </a:cubicBezTo>
                    <a:cubicBezTo>
                      <a:pt x="2034" y="7348"/>
                      <a:pt x="2034" y="5283"/>
                      <a:pt x="2034" y="3156"/>
                    </a:cubicBezTo>
                    <a:cubicBezTo>
                      <a:pt x="6909" y="1102"/>
                      <a:pt x="10943" y="83"/>
                      <a:pt x="16264" y="140"/>
                    </a:cubicBezTo>
                    <a:close/>
                  </a:path>
                </a:pathLst>
              </a:custGeom>
              <a:grpFill/>
              <a:ln w="894" cap="flat">
                <a:noFill/>
                <a:prstDash val="solid"/>
                <a:miter/>
              </a:ln>
            </p:spPr>
            <p:txBody>
              <a:bodyPr rtlCol="0" anchor="ctr"/>
              <a:lstStyle/>
              <a:p>
                <a:endParaRPr lang="zh-CN" altLang="en-US"/>
              </a:p>
            </p:txBody>
          </p:sp>
          <p:sp>
            <p:nvSpPr>
              <p:cNvPr id="163" name="任意多边形: 形状 162"/>
              <p:cNvSpPr/>
              <p:nvPr/>
            </p:nvSpPr>
            <p:spPr>
              <a:xfrm>
                <a:off x="-113326" y="3441685"/>
                <a:ext cx="758288" cy="542796"/>
              </a:xfrm>
              <a:custGeom>
                <a:avLst/>
                <a:gdLst>
                  <a:gd name="connsiteX0" fmla="*/ 311 w 758288"/>
                  <a:gd name="connsiteY0" fmla="*/ 361 h 542796"/>
                  <a:gd name="connsiteX1" fmla="*/ 63408 w 758288"/>
                  <a:gd name="connsiteY1" fmla="*/ 315 h 542796"/>
                  <a:gd name="connsiteX2" fmla="*/ 92704 w 758288"/>
                  <a:gd name="connsiteY2" fmla="*/ 293 h 542796"/>
                  <a:gd name="connsiteX3" fmla="*/ 118234 w 758288"/>
                  <a:gd name="connsiteY3" fmla="*/ 277 h 542796"/>
                  <a:gd name="connsiteX4" fmla="*/ 131756 w 758288"/>
                  <a:gd name="connsiteY4" fmla="*/ 266 h 542796"/>
                  <a:gd name="connsiteX5" fmla="*/ 144477 w 758288"/>
                  <a:gd name="connsiteY5" fmla="*/ 260 h 542796"/>
                  <a:gd name="connsiteX6" fmla="*/ 149152 w 758288"/>
                  <a:gd name="connsiteY6" fmla="*/ 254 h 542796"/>
                  <a:gd name="connsiteX7" fmla="*/ 155524 w 758288"/>
                  <a:gd name="connsiteY7" fmla="*/ 253 h 542796"/>
                  <a:gd name="connsiteX8" fmla="*/ 157400 w 758288"/>
                  <a:gd name="connsiteY8" fmla="*/ 246 h 542796"/>
                  <a:gd name="connsiteX9" fmla="*/ 165671 w 758288"/>
                  <a:gd name="connsiteY9" fmla="*/ 1255 h 542796"/>
                  <a:gd name="connsiteX10" fmla="*/ 165725 w 758288"/>
                  <a:gd name="connsiteY10" fmla="*/ 3043 h 542796"/>
                  <a:gd name="connsiteX11" fmla="*/ 166007 w 758288"/>
                  <a:gd name="connsiteY11" fmla="*/ 11143 h 542796"/>
                  <a:gd name="connsiteX12" fmla="*/ 166090 w 758288"/>
                  <a:gd name="connsiteY12" fmla="*/ 13955 h 542796"/>
                  <a:gd name="connsiteX13" fmla="*/ 168353 w 758288"/>
                  <a:gd name="connsiteY13" fmla="*/ 28070 h 542796"/>
                  <a:gd name="connsiteX14" fmla="*/ 171928 w 758288"/>
                  <a:gd name="connsiteY14" fmla="*/ 28070 h 542796"/>
                  <a:gd name="connsiteX15" fmla="*/ 172847 w 758288"/>
                  <a:gd name="connsiteY15" fmla="*/ 37766 h 542796"/>
                  <a:gd name="connsiteX16" fmla="*/ 172813 w 758288"/>
                  <a:gd name="connsiteY16" fmla="*/ 41361 h 542796"/>
                  <a:gd name="connsiteX17" fmla="*/ 172736 w 758288"/>
                  <a:gd name="connsiteY17" fmla="*/ 46998 h 542796"/>
                  <a:gd name="connsiteX18" fmla="*/ 172679 w 758288"/>
                  <a:gd name="connsiteY18" fmla="*/ 52459 h 542796"/>
                  <a:gd name="connsiteX19" fmla="*/ 172633 w 758288"/>
                  <a:gd name="connsiteY19" fmla="*/ 55751 h 542796"/>
                  <a:gd name="connsiteX20" fmla="*/ 174610 w 758288"/>
                  <a:gd name="connsiteY20" fmla="*/ 61142 h 542796"/>
                  <a:gd name="connsiteX21" fmla="*/ 179079 w 758288"/>
                  <a:gd name="connsiteY21" fmla="*/ 62036 h 542796"/>
                  <a:gd name="connsiteX22" fmla="*/ 179147 w 758288"/>
                  <a:gd name="connsiteY22" fmla="*/ 64797 h 542796"/>
                  <a:gd name="connsiteX23" fmla="*/ 179412 w 758288"/>
                  <a:gd name="connsiteY23" fmla="*/ 74922 h 542796"/>
                  <a:gd name="connsiteX24" fmla="*/ 179524 w 758288"/>
                  <a:gd name="connsiteY24" fmla="*/ 79307 h 542796"/>
                  <a:gd name="connsiteX25" fmla="*/ 179690 w 758288"/>
                  <a:gd name="connsiteY25" fmla="*/ 85604 h 542796"/>
                  <a:gd name="connsiteX26" fmla="*/ 179735 w 758288"/>
                  <a:gd name="connsiteY26" fmla="*/ 87591 h 542796"/>
                  <a:gd name="connsiteX27" fmla="*/ 180867 w 758288"/>
                  <a:gd name="connsiteY27" fmla="*/ 94214 h 542796"/>
                  <a:gd name="connsiteX28" fmla="*/ 185336 w 758288"/>
                  <a:gd name="connsiteY28" fmla="*/ 94214 h 542796"/>
                  <a:gd name="connsiteX29" fmla="*/ 185390 w 758288"/>
                  <a:gd name="connsiteY29" fmla="*/ 96947 h 542796"/>
                  <a:gd name="connsiteX30" fmla="*/ 185620 w 758288"/>
                  <a:gd name="connsiteY30" fmla="*/ 107002 h 542796"/>
                  <a:gd name="connsiteX31" fmla="*/ 185713 w 758288"/>
                  <a:gd name="connsiteY31" fmla="*/ 111351 h 542796"/>
                  <a:gd name="connsiteX32" fmla="*/ 185860 w 758288"/>
                  <a:gd name="connsiteY32" fmla="*/ 117608 h 542796"/>
                  <a:gd name="connsiteX33" fmla="*/ 185891 w 758288"/>
                  <a:gd name="connsiteY33" fmla="*/ 119566 h 542796"/>
                  <a:gd name="connsiteX34" fmla="*/ 188017 w 758288"/>
                  <a:gd name="connsiteY34" fmla="*/ 128180 h 542796"/>
                  <a:gd name="connsiteX35" fmla="*/ 191593 w 758288"/>
                  <a:gd name="connsiteY35" fmla="*/ 128180 h 542796"/>
                  <a:gd name="connsiteX36" fmla="*/ 191661 w 758288"/>
                  <a:gd name="connsiteY36" fmla="*/ 130625 h 542796"/>
                  <a:gd name="connsiteX37" fmla="*/ 191926 w 758288"/>
                  <a:gd name="connsiteY37" fmla="*/ 139675 h 542796"/>
                  <a:gd name="connsiteX38" fmla="*/ 192037 w 758288"/>
                  <a:gd name="connsiteY38" fmla="*/ 143579 h 542796"/>
                  <a:gd name="connsiteX39" fmla="*/ 192204 w 758288"/>
                  <a:gd name="connsiteY39" fmla="*/ 149217 h 542796"/>
                  <a:gd name="connsiteX40" fmla="*/ 192303 w 758288"/>
                  <a:gd name="connsiteY40" fmla="*/ 152635 h 542796"/>
                  <a:gd name="connsiteX41" fmla="*/ 192487 w 758288"/>
                  <a:gd name="connsiteY41" fmla="*/ 155889 h 542796"/>
                  <a:gd name="connsiteX42" fmla="*/ 192616 w 758288"/>
                  <a:gd name="connsiteY42" fmla="*/ 159267 h 542796"/>
                  <a:gd name="connsiteX43" fmla="*/ 193380 w 758288"/>
                  <a:gd name="connsiteY43" fmla="*/ 162146 h 542796"/>
                  <a:gd name="connsiteX44" fmla="*/ 198744 w 758288"/>
                  <a:gd name="connsiteY44" fmla="*/ 164828 h 542796"/>
                  <a:gd name="connsiteX45" fmla="*/ 199637 w 758288"/>
                  <a:gd name="connsiteY45" fmla="*/ 197900 h 542796"/>
                  <a:gd name="connsiteX46" fmla="*/ 205000 w 758288"/>
                  <a:gd name="connsiteY46" fmla="*/ 197900 h 542796"/>
                  <a:gd name="connsiteX47" fmla="*/ 205054 w 758288"/>
                  <a:gd name="connsiteY47" fmla="*/ 200729 h 542796"/>
                  <a:gd name="connsiteX48" fmla="*/ 205284 w 758288"/>
                  <a:gd name="connsiteY48" fmla="*/ 211119 h 542796"/>
                  <a:gd name="connsiteX49" fmla="*/ 205377 w 758288"/>
                  <a:gd name="connsiteY49" fmla="*/ 215616 h 542796"/>
                  <a:gd name="connsiteX50" fmla="*/ 205524 w 758288"/>
                  <a:gd name="connsiteY50" fmla="*/ 222079 h 542796"/>
                  <a:gd name="connsiteX51" fmla="*/ 205555 w 758288"/>
                  <a:gd name="connsiteY51" fmla="*/ 224111 h 542796"/>
                  <a:gd name="connsiteX52" fmla="*/ 207682 w 758288"/>
                  <a:gd name="connsiteY52" fmla="*/ 231866 h 542796"/>
                  <a:gd name="connsiteX53" fmla="*/ 211257 w 758288"/>
                  <a:gd name="connsiteY53" fmla="*/ 231866 h 542796"/>
                  <a:gd name="connsiteX54" fmla="*/ 211297 w 758288"/>
                  <a:gd name="connsiteY54" fmla="*/ 234446 h 542796"/>
                  <a:gd name="connsiteX55" fmla="*/ 211492 w 758288"/>
                  <a:gd name="connsiteY55" fmla="*/ 244026 h 542796"/>
                  <a:gd name="connsiteX56" fmla="*/ 211567 w 758288"/>
                  <a:gd name="connsiteY56" fmla="*/ 248153 h 542796"/>
                  <a:gd name="connsiteX57" fmla="*/ 214833 w 758288"/>
                  <a:gd name="connsiteY57" fmla="*/ 269407 h 542796"/>
                  <a:gd name="connsiteX58" fmla="*/ 215894 w 758288"/>
                  <a:gd name="connsiteY58" fmla="*/ 274379 h 542796"/>
                  <a:gd name="connsiteX59" fmla="*/ 216324 w 758288"/>
                  <a:gd name="connsiteY59" fmla="*/ 276673 h 542796"/>
                  <a:gd name="connsiteX60" fmla="*/ 216620 w 758288"/>
                  <a:gd name="connsiteY60" fmla="*/ 278346 h 542796"/>
                  <a:gd name="connsiteX61" fmla="*/ 218408 w 758288"/>
                  <a:gd name="connsiteY61" fmla="*/ 278346 h 542796"/>
                  <a:gd name="connsiteX62" fmla="*/ 218408 w 758288"/>
                  <a:gd name="connsiteY62" fmla="*/ 256000 h 542796"/>
                  <a:gd name="connsiteX63" fmla="*/ 222877 w 758288"/>
                  <a:gd name="connsiteY63" fmla="*/ 255106 h 542796"/>
                  <a:gd name="connsiteX64" fmla="*/ 224054 w 758288"/>
                  <a:gd name="connsiteY64" fmla="*/ 248842 h 542796"/>
                  <a:gd name="connsiteX65" fmla="*/ 224167 w 758288"/>
                  <a:gd name="connsiteY65" fmla="*/ 246171 h 542796"/>
                  <a:gd name="connsiteX66" fmla="*/ 224274 w 758288"/>
                  <a:gd name="connsiteY66" fmla="*/ 243374 h 542796"/>
                  <a:gd name="connsiteX67" fmla="*/ 224391 w 758288"/>
                  <a:gd name="connsiteY67" fmla="*/ 240556 h 542796"/>
                  <a:gd name="connsiteX68" fmla="*/ 224665 w 758288"/>
                  <a:gd name="connsiteY68" fmla="*/ 233654 h 542796"/>
                  <a:gd name="connsiteX69" fmla="*/ 229134 w 758288"/>
                  <a:gd name="connsiteY69" fmla="*/ 233654 h 542796"/>
                  <a:gd name="connsiteX70" fmla="*/ 230311 w 758288"/>
                  <a:gd name="connsiteY70" fmla="*/ 226999 h 542796"/>
                  <a:gd name="connsiteX71" fmla="*/ 230424 w 758288"/>
                  <a:gd name="connsiteY71" fmla="*/ 224083 h 542796"/>
                  <a:gd name="connsiteX72" fmla="*/ 230531 w 758288"/>
                  <a:gd name="connsiteY72" fmla="*/ 221028 h 542796"/>
                  <a:gd name="connsiteX73" fmla="*/ 230648 w 758288"/>
                  <a:gd name="connsiteY73" fmla="*/ 217952 h 542796"/>
                  <a:gd name="connsiteX74" fmla="*/ 230922 w 758288"/>
                  <a:gd name="connsiteY74" fmla="*/ 210414 h 542796"/>
                  <a:gd name="connsiteX75" fmla="*/ 236285 w 758288"/>
                  <a:gd name="connsiteY75" fmla="*/ 209520 h 542796"/>
                  <a:gd name="connsiteX76" fmla="*/ 237123 w 758288"/>
                  <a:gd name="connsiteY76" fmla="*/ 194174 h 542796"/>
                  <a:gd name="connsiteX77" fmla="*/ 238073 w 758288"/>
                  <a:gd name="connsiteY77" fmla="*/ 187174 h 542796"/>
                  <a:gd name="connsiteX78" fmla="*/ 239749 w 758288"/>
                  <a:gd name="connsiteY78" fmla="*/ 186950 h 542796"/>
                  <a:gd name="connsiteX79" fmla="*/ 242637 w 758288"/>
                  <a:gd name="connsiteY79" fmla="*/ 184741 h 542796"/>
                  <a:gd name="connsiteX80" fmla="*/ 243806 w 758288"/>
                  <a:gd name="connsiteY80" fmla="*/ 178054 h 542796"/>
                  <a:gd name="connsiteX81" fmla="*/ 243910 w 758288"/>
                  <a:gd name="connsiteY81" fmla="*/ 175400 h 542796"/>
                  <a:gd name="connsiteX82" fmla="*/ 243994 w 758288"/>
                  <a:gd name="connsiteY82" fmla="*/ 172649 h 542796"/>
                  <a:gd name="connsiteX83" fmla="*/ 244099 w 758288"/>
                  <a:gd name="connsiteY83" fmla="*/ 169856 h 542796"/>
                  <a:gd name="connsiteX84" fmla="*/ 244329 w 758288"/>
                  <a:gd name="connsiteY84" fmla="*/ 163040 h 542796"/>
                  <a:gd name="connsiteX85" fmla="*/ 246508 w 758288"/>
                  <a:gd name="connsiteY85" fmla="*/ 162705 h 542796"/>
                  <a:gd name="connsiteX86" fmla="*/ 248799 w 758288"/>
                  <a:gd name="connsiteY86" fmla="*/ 162146 h 542796"/>
                  <a:gd name="connsiteX87" fmla="*/ 249975 w 758288"/>
                  <a:gd name="connsiteY87" fmla="*/ 155687 h 542796"/>
                  <a:gd name="connsiteX88" fmla="*/ 250089 w 758288"/>
                  <a:gd name="connsiteY88" fmla="*/ 152894 h 542796"/>
                  <a:gd name="connsiteX89" fmla="*/ 250195 w 758288"/>
                  <a:gd name="connsiteY89" fmla="*/ 149968 h 542796"/>
                  <a:gd name="connsiteX90" fmla="*/ 250312 w 758288"/>
                  <a:gd name="connsiteY90" fmla="*/ 147021 h 542796"/>
                  <a:gd name="connsiteX91" fmla="*/ 250586 w 758288"/>
                  <a:gd name="connsiteY91" fmla="*/ 139800 h 542796"/>
                  <a:gd name="connsiteX92" fmla="*/ 255056 w 758288"/>
                  <a:gd name="connsiteY92" fmla="*/ 139800 h 542796"/>
                  <a:gd name="connsiteX93" fmla="*/ 256232 w 758288"/>
                  <a:gd name="connsiteY93" fmla="*/ 133536 h 542796"/>
                  <a:gd name="connsiteX94" fmla="*/ 256346 w 758288"/>
                  <a:gd name="connsiteY94" fmla="*/ 130865 h 542796"/>
                  <a:gd name="connsiteX95" fmla="*/ 256452 w 758288"/>
                  <a:gd name="connsiteY95" fmla="*/ 128069 h 542796"/>
                  <a:gd name="connsiteX96" fmla="*/ 256569 w 758288"/>
                  <a:gd name="connsiteY96" fmla="*/ 125251 h 542796"/>
                  <a:gd name="connsiteX97" fmla="*/ 256843 w 758288"/>
                  <a:gd name="connsiteY97" fmla="*/ 118348 h 542796"/>
                  <a:gd name="connsiteX98" fmla="*/ 262206 w 758288"/>
                  <a:gd name="connsiteY98" fmla="*/ 116560 h 542796"/>
                  <a:gd name="connsiteX99" fmla="*/ 263603 w 758288"/>
                  <a:gd name="connsiteY99" fmla="*/ 102371 h 542796"/>
                  <a:gd name="connsiteX100" fmla="*/ 263720 w 758288"/>
                  <a:gd name="connsiteY100" fmla="*/ 99989 h 542796"/>
                  <a:gd name="connsiteX101" fmla="*/ 263994 w 758288"/>
                  <a:gd name="connsiteY101" fmla="*/ 94214 h 542796"/>
                  <a:gd name="connsiteX102" fmla="*/ 266173 w 758288"/>
                  <a:gd name="connsiteY102" fmla="*/ 93879 h 542796"/>
                  <a:gd name="connsiteX103" fmla="*/ 268463 w 758288"/>
                  <a:gd name="connsiteY103" fmla="*/ 93320 h 542796"/>
                  <a:gd name="connsiteX104" fmla="*/ 269640 w 758288"/>
                  <a:gd name="connsiteY104" fmla="*/ 86861 h 542796"/>
                  <a:gd name="connsiteX105" fmla="*/ 269753 w 758288"/>
                  <a:gd name="connsiteY105" fmla="*/ 84068 h 542796"/>
                  <a:gd name="connsiteX106" fmla="*/ 269860 w 758288"/>
                  <a:gd name="connsiteY106" fmla="*/ 81142 h 542796"/>
                  <a:gd name="connsiteX107" fmla="*/ 269977 w 758288"/>
                  <a:gd name="connsiteY107" fmla="*/ 78195 h 542796"/>
                  <a:gd name="connsiteX108" fmla="*/ 270251 w 758288"/>
                  <a:gd name="connsiteY108" fmla="*/ 70974 h 542796"/>
                  <a:gd name="connsiteX109" fmla="*/ 274720 w 758288"/>
                  <a:gd name="connsiteY109" fmla="*/ 70081 h 542796"/>
                  <a:gd name="connsiteX110" fmla="*/ 275897 w 758288"/>
                  <a:gd name="connsiteY110" fmla="*/ 62640 h 542796"/>
                  <a:gd name="connsiteX111" fmla="*/ 276010 w 758288"/>
                  <a:gd name="connsiteY111" fmla="*/ 59856 h 542796"/>
                  <a:gd name="connsiteX112" fmla="*/ 276117 w 758288"/>
                  <a:gd name="connsiteY112" fmla="*/ 56952 h 542796"/>
                  <a:gd name="connsiteX113" fmla="*/ 276234 w 758288"/>
                  <a:gd name="connsiteY113" fmla="*/ 54018 h 542796"/>
                  <a:gd name="connsiteX114" fmla="*/ 276508 w 758288"/>
                  <a:gd name="connsiteY114" fmla="*/ 46841 h 542796"/>
                  <a:gd name="connsiteX115" fmla="*/ 280977 w 758288"/>
                  <a:gd name="connsiteY115" fmla="*/ 46841 h 542796"/>
                  <a:gd name="connsiteX116" fmla="*/ 282154 w 758288"/>
                  <a:gd name="connsiteY116" fmla="*/ 40577 h 542796"/>
                  <a:gd name="connsiteX117" fmla="*/ 282267 w 758288"/>
                  <a:gd name="connsiteY117" fmla="*/ 37906 h 542796"/>
                  <a:gd name="connsiteX118" fmla="*/ 282374 w 758288"/>
                  <a:gd name="connsiteY118" fmla="*/ 35109 h 542796"/>
                  <a:gd name="connsiteX119" fmla="*/ 282491 w 758288"/>
                  <a:gd name="connsiteY119" fmla="*/ 32291 h 542796"/>
                  <a:gd name="connsiteX120" fmla="*/ 282765 w 758288"/>
                  <a:gd name="connsiteY120" fmla="*/ 25388 h 542796"/>
                  <a:gd name="connsiteX121" fmla="*/ 285390 w 758288"/>
                  <a:gd name="connsiteY121" fmla="*/ 24215 h 542796"/>
                  <a:gd name="connsiteX122" fmla="*/ 289022 w 758288"/>
                  <a:gd name="connsiteY122" fmla="*/ 20025 h 542796"/>
                  <a:gd name="connsiteX123" fmla="*/ 289304 w 758288"/>
                  <a:gd name="connsiteY123" fmla="*/ 15657 h 542796"/>
                  <a:gd name="connsiteX124" fmla="*/ 289418 w 758288"/>
                  <a:gd name="connsiteY124" fmla="*/ 13117 h 542796"/>
                  <a:gd name="connsiteX125" fmla="*/ 289524 w 758288"/>
                  <a:gd name="connsiteY125" fmla="*/ 10473 h 542796"/>
                  <a:gd name="connsiteX126" fmla="*/ 289641 w 758288"/>
                  <a:gd name="connsiteY126" fmla="*/ 7796 h 542796"/>
                  <a:gd name="connsiteX127" fmla="*/ 289915 w 758288"/>
                  <a:gd name="connsiteY127" fmla="*/ 1255 h 542796"/>
                  <a:gd name="connsiteX128" fmla="*/ 301204 w 758288"/>
                  <a:gd name="connsiteY128" fmla="*/ 241 h 542796"/>
                  <a:gd name="connsiteX129" fmla="*/ 303263 w 758288"/>
                  <a:gd name="connsiteY129" fmla="*/ 235 h 542796"/>
                  <a:gd name="connsiteX130" fmla="*/ 310083 w 758288"/>
                  <a:gd name="connsiteY130" fmla="*/ 231 h 542796"/>
                  <a:gd name="connsiteX131" fmla="*/ 314977 w 758288"/>
                  <a:gd name="connsiteY131" fmla="*/ 222 h 542796"/>
                  <a:gd name="connsiteX132" fmla="*/ 328262 w 758288"/>
                  <a:gd name="connsiteY132" fmla="*/ 211 h 542796"/>
                  <a:gd name="connsiteX133" fmla="*/ 339351 w 758288"/>
                  <a:gd name="connsiteY133" fmla="*/ 204 h 542796"/>
                  <a:gd name="connsiteX134" fmla="*/ 365508 w 758288"/>
                  <a:gd name="connsiteY134" fmla="*/ 195 h 542796"/>
                  <a:gd name="connsiteX135" fmla="*/ 392501 w 758288"/>
                  <a:gd name="connsiteY135" fmla="*/ 172 h 542796"/>
                  <a:gd name="connsiteX136" fmla="*/ 415672 w 758288"/>
                  <a:gd name="connsiteY136" fmla="*/ 156 h 542796"/>
                  <a:gd name="connsiteX137" fmla="*/ 429514 w 758288"/>
                  <a:gd name="connsiteY137" fmla="*/ 145 h 542796"/>
                  <a:gd name="connsiteX138" fmla="*/ 442526 w 758288"/>
                  <a:gd name="connsiteY138" fmla="*/ 142 h 542796"/>
                  <a:gd name="connsiteX139" fmla="*/ 447303 w 758288"/>
                  <a:gd name="connsiteY139" fmla="*/ 136 h 542796"/>
                  <a:gd name="connsiteX140" fmla="*/ 453820 w 758288"/>
                  <a:gd name="connsiteY140" fmla="*/ 140 h 542796"/>
                  <a:gd name="connsiteX141" fmla="*/ 455732 w 758288"/>
                  <a:gd name="connsiteY141" fmla="*/ 126 h 542796"/>
                  <a:gd name="connsiteX142" fmla="*/ 465108 w 758288"/>
                  <a:gd name="connsiteY142" fmla="*/ 2149 h 542796"/>
                  <a:gd name="connsiteX143" fmla="*/ 466002 w 758288"/>
                  <a:gd name="connsiteY143" fmla="*/ 21813 h 542796"/>
                  <a:gd name="connsiteX144" fmla="*/ 471365 w 758288"/>
                  <a:gd name="connsiteY144" fmla="*/ 22707 h 542796"/>
                  <a:gd name="connsiteX145" fmla="*/ 471433 w 758288"/>
                  <a:gd name="connsiteY145" fmla="*/ 24373 h 542796"/>
                  <a:gd name="connsiteX146" fmla="*/ 471756 w 758288"/>
                  <a:gd name="connsiteY146" fmla="*/ 31869 h 542796"/>
                  <a:gd name="connsiteX147" fmla="*/ 471863 w 758288"/>
                  <a:gd name="connsiteY147" fmla="*/ 34491 h 542796"/>
                  <a:gd name="connsiteX148" fmla="*/ 471976 w 758288"/>
                  <a:gd name="connsiteY148" fmla="*/ 37022 h 542796"/>
                  <a:gd name="connsiteX149" fmla="*/ 472076 w 758288"/>
                  <a:gd name="connsiteY149" fmla="*/ 39349 h 542796"/>
                  <a:gd name="connsiteX150" fmla="*/ 473153 w 758288"/>
                  <a:gd name="connsiteY150" fmla="*/ 45053 h 542796"/>
                  <a:gd name="connsiteX151" fmla="*/ 477622 w 758288"/>
                  <a:gd name="connsiteY151" fmla="*/ 45053 h 542796"/>
                  <a:gd name="connsiteX152" fmla="*/ 477690 w 758288"/>
                  <a:gd name="connsiteY152" fmla="*/ 46898 h 542796"/>
                  <a:gd name="connsiteX153" fmla="*/ 478013 w 758288"/>
                  <a:gd name="connsiteY153" fmla="*/ 55165 h 542796"/>
                  <a:gd name="connsiteX154" fmla="*/ 478120 w 758288"/>
                  <a:gd name="connsiteY154" fmla="*/ 58068 h 542796"/>
                  <a:gd name="connsiteX155" fmla="*/ 478233 w 758288"/>
                  <a:gd name="connsiteY155" fmla="*/ 60852 h 542796"/>
                  <a:gd name="connsiteX156" fmla="*/ 478332 w 758288"/>
                  <a:gd name="connsiteY156" fmla="*/ 63420 h 542796"/>
                  <a:gd name="connsiteX157" fmla="*/ 479410 w 758288"/>
                  <a:gd name="connsiteY157" fmla="*/ 68293 h 542796"/>
                  <a:gd name="connsiteX158" fmla="*/ 483879 w 758288"/>
                  <a:gd name="connsiteY158" fmla="*/ 69187 h 542796"/>
                  <a:gd name="connsiteX159" fmla="*/ 485056 w 758288"/>
                  <a:gd name="connsiteY159" fmla="*/ 76236 h 542796"/>
                  <a:gd name="connsiteX160" fmla="*/ 485169 w 758288"/>
                  <a:gd name="connsiteY160" fmla="*/ 78776 h 542796"/>
                  <a:gd name="connsiteX161" fmla="*/ 485276 w 758288"/>
                  <a:gd name="connsiteY161" fmla="*/ 81421 h 542796"/>
                  <a:gd name="connsiteX162" fmla="*/ 485393 w 758288"/>
                  <a:gd name="connsiteY162" fmla="*/ 84097 h 542796"/>
                  <a:gd name="connsiteX163" fmla="*/ 485667 w 758288"/>
                  <a:gd name="connsiteY163" fmla="*/ 90639 h 542796"/>
                  <a:gd name="connsiteX164" fmla="*/ 491030 w 758288"/>
                  <a:gd name="connsiteY164" fmla="*/ 92427 h 542796"/>
                  <a:gd name="connsiteX165" fmla="*/ 491098 w 758288"/>
                  <a:gd name="connsiteY165" fmla="*/ 94257 h 542796"/>
                  <a:gd name="connsiteX166" fmla="*/ 491421 w 758288"/>
                  <a:gd name="connsiteY166" fmla="*/ 102482 h 542796"/>
                  <a:gd name="connsiteX167" fmla="*/ 491527 w 758288"/>
                  <a:gd name="connsiteY167" fmla="*/ 105363 h 542796"/>
                  <a:gd name="connsiteX168" fmla="*/ 491641 w 758288"/>
                  <a:gd name="connsiteY168" fmla="*/ 108139 h 542796"/>
                  <a:gd name="connsiteX169" fmla="*/ 491740 w 758288"/>
                  <a:gd name="connsiteY169" fmla="*/ 110692 h 542796"/>
                  <a:gd name="connsiteX170" fmla="*/ 492817 w 758288"/>
                  <a:gd name="connsiteY170" fmla="*/ 116560 h 542796"/>
                  <a:gd name="connsiteX171" fmla="*/ 497287 w 758288"/>
                  <a:gd name="connsiteY171" fmla="*/ 115666 h 542796"/>
                  <a:gd name="connsiteX172" fmla="*/ 498180 w 758288"/>
                  <a:gd name="connsiteY172" fmla="*/ 138906 h 542796"/>
                  <a:gd name="connsiteX173" fmla="*/ 503544 w 758288"/>
                  <a:gd name="connsiteY173" fmla="*/ 139800 h 542796"/>
                  <a:gd name="connsiteX174" fmla="*/ 503676 w 758288"/>
                  <a:gd name="connsiteY174" fmla="*/ 143163 h 542796"/>
                  <a:gd name="connsiteX175" fmla="*/ 503879 w 758288"/>
                  <a:gd name="connsiteY175" fmla="*/ 147565 h 542796"/>
                  <a:gd name="connsiteX176" fmla="*/ 503963 w 758288"/>
                  <a:gd name="connsiteY176" fmla="*/ 149777 h 542796"/>
                  <a:gd name="connsiteX177" fmla="*/ 506225 w 758288"/>
                  <a:gd name="connsiteY177" fmla="*/ 160359 h 542796"/>
                  <a:gd name="connsiteX178" fmla="*/ 510694 w 758288"/>
                  <a:gd name="connsiteY178" fmla="*/ 162146 h 542796"/>
                  <a:gd name="connsiteX179" fmla="*/ 511588 w 758288"/>
                  <a:gd name="connsiteY179" fmla="*/ 185386 h 542796"/>
                  <a:gd name="connsiteX180" fmla="*/ 516951 w 758288"/>
                  <a:gd name="connsiteY180" fmla="*/ 185386 h 542796"/>
                  <a:gd name="connsiteX181" fmla="*/ 516991 w 758288"/>
                  <a:gd name="connsiteY181" fmla="*/ 187231 h 542796"/>
                  <a:gd name="connsiteX182" fmla="*/ 517230 w 758288"/>
                  <a:gd name="connsiteY182" fmla="*/ 195498 h 542796"/>
                  <a:gd name="connsiteX183" fmla="*/ 517292 w 758288"/>
                  <a:gd name="connsiteY183" fmla="*/ 198401 h 542796"/>
                  <a:gd name="connsiteX184" fmla="*/ 517388 w 758288"/>
                  <a:gd name="connsiteY184" fmla="*/ 201185 h 542796"/>
                  <a:gd name="connsiteX185" fmla="*/ 517459 w 758288"/>
                  <a:gd name="connsiteY185" fmla="*/ 203753 h 542796"/>
                  <a:gd name="connsiteX186" fmla="*/ 520527 w 758288"/>
                  <a:gd name="connsiteY186" fmla="*/ 208626 h 542796"/>
                  <a:gd name="connsiteX187" fmla="*/ 523208 w 758288"/>
                  <a:gd name="connsiteY187" fmla="*/ 208626 h 542796"/>
                  <a:gd name="connsiteX188" fmla="*/ 523262 w 758288"/>
                  <a:gd name="connsiteY188" fmla="*/ 210374 h 542796"/>
                  <a:gd name="connsiteX189" fmla="*/ 523543 w 758288"/>
                  <a:gd name="connsiteY189" fmla="*/ 218235 h 542796"/>
                  <a:gd name="connsiteX190" fmla="*/ 523627 w 758288"/>
                  <a:gd name="connsiteY190" fmla="*/ 220986 h 542796"/>
                  <a:gd name="connsiteX191" fmla="*/ 523732 w 758288"/>
                  <a:gd name="connsiteY191" fmla="*/ 223640 h 542796"/>
                  <a:gd name="connsiteX192" fmla="*/ 523817 w 758288"/>
                  <a:gd name="connsiteY192" fmla="*/ 226079 h 542796"/>
                  <a:gd name="connsiteX193" fmla="*/ 525890 w 758288"/>
                  <a:gd name="connsiteY193" fmla="*/ 231866 h 542796"/>
                  <a:gd name="connsiteX194" fmla="*/ 529465 w 758288"/>
                  <a:gd name="connsiteY194" fmla="*/ 232760 h 542796"/>
                  <a:gd name="connsiteX195" fmla="*/ 529912 w 758288"/>
                  <a:gd name="connsiteY195" fmla="*/ 239575 h 542796"/>
                  <a:gd name="connsiteX196" fmla="*/ 530041 w 758288"/>
                  <a:gd name="connsiteY196" fmla="*/ 241506 h 542796"/>
                  <a:gd name="connsiteX197" fmla="*/ 530275 w 758288"/>
                  <a:gd name="connsiteY197" fmla="*/ 250043 h 542796"/>
                  <a:gd name="connsiteX198" fmla="*/ 532146 w 758288"/>
                  <a:gd name="connsiteY198" fmla="*/ 255106 h 542796"/>
                  <a:gd name="connsiteX199" fmla="*/ 536616 w 758288"/>
                  <a:gd name="connsiteY199" fmla="*/ 256000 h 542796"/>
                  <a:gd name="connsiteX200" fmla="*/ 536616 w 758288"/>
                  <a:gd name="connsiteY200" fmla="*/ 276558 h 542796"/>
                  <a:gd name="connsiteX201" fmla="*/ 538403 w 758288"/>
                  <a:gd name="connsiteY201" fmla="*/ 276558 h 542796"/>
                  <a:gd name="connsiteX202" fmla="*/ 538683 w 758288"/>
                  <a:gd name="connsiteY202" fmla="*/ 273653 h 542796"/>
                  <a:gd name="connsiteX203" fmla="*/ 540648 w 758288"/>
                  <a:gd name="connsiteY203" fmla="*/ 268766 h 542796"/>
                  <a:gd name="connsiteX204" fmla="*/ 542436 w 758288"/>
                  <a:gd name="connsiteY204" fmla="*/ 259338 h 542796"/>
                  <a:gd name="connsiteX205" fmla="*/ 542485 w 758288"/>
                  <a:gd name="connsiteY205" fmla="*/ 257189 h 542796"/>
                  <a:gd name="connsiteX206" fmla="*/ 542593 w 758288"/>
                  <a:gd name="connsiteY206" fmla="*/ 250413 h 542796"/>
                  <a:gd name="connsiteX207" fmla="*/ 542686 w 758288"/>
                  <a:gd name="connsiteY207" fmla="*/ 245811 h 542796"/>
                  <a:gd name="connsiteX208" fmla="*/ 542873 w 758288"/>
                  <a:gd name="connsiteY208" fmla="*/ 234547 h 542796"/>
                  <a:gd name="connsiteX209" fmla="*/ 547342 w 758288"/>
                  <a:gd name="connsiteY209" fmla="*/ 234547 h 542796"/>
                  <a:gd name="connsiteX210" fmla="*/ 549112 w 758288"/>
                  <a:gd name="connsiteY210" fmla="*/ 213602 h 542796"/>
                  <a:gd name="connsiteX211" fmla="*/ 550023 w 758288"/>
                  <a:gd name="connsiteY211" fmla="*/ 199688 h 542796"/>
                  <a:gd name="connsiteX212" fmla="*/ 554493 w 758288"/>
                  <a:gd name="connsiteY212" fmla="*/ 199688 h 542796"/>
                  <a:gd name="connsiteX213" fmla="*/ 555669 w 758288"/>
                  <a:gd name="connsiteY213" fmla="*/ 188330 h 542796"/>
                  <a:gd name="connsiteX214" fmla="*/ 555725 w 758288"/>
                  <a:gd name="connsiteY214" fmla="*/ 186365 h 542796"/>
                  <a:gd name="connsiteX215" fmla="*/ 555889 w 758288"/>
                  <a:gd name="connsiteY215" fmla="*/ 180191 h 542796"/>
                  <a:gd name="connsiteX216" fmla="*/ 556006 w 758288"/>
                  <a:gd name="connsiteY216" fmla="*/ 175989 h 542796"/>
                  <a:gd name="connsiteX217" fmla="*/ 556280 w 758288"/>
                  <a:gd name="connsiteY217" fmla="*/ 165722 h 542796"/>
                  <a:gd name="connsiteX218" fmla="*/ 558459 w 758288"/>
                  <a:gd name="connsiteY218" fmla="*/ 165331 h 542796"/>
                  <a:gd name="connsiteX219" fmla="*/ 561643 w 758288"/>
                  <a:gd name="connsiteY219" fmla="*/ 163934 h 542796"/>
                  <a:gd name="connsiteX220" fmla="*/ 561926 w 758288"/>
                  <a:gd name="connsiteY220" fmla="*/ 157003 h 542796"/>
                  <a:gd name="connsiteX221" fmla="*/ 561982 w 758288"/>
                  <a:gd name="connsiteY221" fmla="*/ 154903 h 542796"/>
                  <a:gd name="connsiteX222" fmla="*/ 562146 w 758288"/>
                  <a:gd name="connsiteY222" fmla="*/ 148236 h 542796"/>
                  <a:gd name="connsiteX223" fmla="*/ 562263 w 758288"/>
                  <a:gd name="connsiteY223" fmla="*/ 143726 h 542796"/>
                  <a:gd name="connsiteX224" fmla="*/ 562537 w 758288"/>
                  <a:gd name="connsiteY224" fmla="*/ 132649 h 542796"/>
                  <a:gd name="connsiteX225" fmla="*/ 567900 w 758288"/>
                  <a:gd name="connsiteY225" fmla="*/ 131756 h 542796"/>
                  <a:gd name="connsiteX226" fmla="*/ 568794 w 758288"/>
                  <a:gd name="connsiteY226" fmla="*/ 99577 h 542796"/>
                  <a:gd name="connsiteX227" fmla="*/ 573263 w 758288"/>
                  <a:gd name="connsiteY227" fmla="*/ 98684 h 542796"/>
                  <a:gd name="connsiteX228" fmla="*/ 575054 w 758288"/>
                  <a:gd name="connsiteY228" fmla="*/ 81578 h 542796"/>
                  <a:gd name="connsiteX229" fmla="*/ 575945 w 758288"/>
                  <a:gd name="connsiteY229" fmla="*/ 63824 h 542796"/>
                  <a:gd name="connsiteX230" fmla="*/ 580414 w 758288"/>
                  <a:gd name="connsiteY230" fmla="*/ 62930 h 542796"/>
                  <a:gd name="connsiteX231" fmla="*/ 581591 w 758288"/>
                  <a:gd name="connsiteY231" fmla="*/ 53338 h 542796"/>
                  <a:gd name="connsiteX232" fmla="*/ 581647 w 758288"/>
                  <a:gd name="connsiteY232" fmla="*/ 51306 h 542796"/>
                  <a:gd name="connsiteX233" fmla="*/ 581811 w 758288"/>
                  <a:gd name="connsiteY233" fmla="*/ 44885 h 542796"/>
                  <a:gd name="connsiteX234" fmla="*/ 581928 w 758288"/>
                  <a:gd name="connsiteY234" fmla="*/ 40530 h 542796"/>
                  <a:gd name="connsiteX235" fmla="*/ 582202 w 758288"/>
                  <a:gd name="connsiteY235" fmla="*/ 29858 h 542796"/>
                  <a:gd name="connsiteX236" fmla="*/ 586671 w 758288"/>
                  <a:gd name="connsiteY236" fmla="*/ 29858 h 542796"/>
                  <a:gd name="connsiteX237" fmla="*/ 587847 w 758288"/>
                  <a:gd name="connsiteY237" fmla="*/ 22225 h 542796"/>
                  <a:gd name="connsiteX238" fmla="*/ 587961 w 758288"/>
                  <a:gd name="connsiteY238" fmla="*/ 18699 h 542796"/>
                  <a:gd name="connsiteX239" fmla="*/ 588067 w 758288"/>
                  <a:gd name="connsiteY239" fmla="*/ 14998 h 542796"/>
                  <a:gd name="connsiteX240" fmla="*/ 588184 w 758288"/>
                  <a:gd name="connsiteY240" fmla="*/ 11276 h 542796"/>
                  <a:gd name="connsiteX241" fmla="*/ 588458 w 758288"/>
                  <a:gd name="connsiteY241" fmla="*/ 2149 h 542796"/>
                  <a:gd name="connsiteX242" fmla="*/ 599623 w 758288"/>
                  <a:gd name="connsiteY242" fmla="*/ 140 h 542796"/>
                  <a:gd name="connsiteX243" fmla="*/ 601642 w 758288"/>
                  <a:gd name="connsiteY243" fmla="*/ 133 h 542796"/>
                  <a:gd name="connsiteX244" fmla="*/ 608326 w 758288"/>
                  <a:gd name="connsiteY244" fmla="*/ 144 h 542796"/>
                  <a:gd name="connsiteX245" fmla="*/ 613123 w 758288"/>
                  <a:gd name="connsiteY245" fmla="*/ 139 h 542796"/>
                  <a:gd name="connsiteX246" fmla="*/ 626142 w 758288"/>
                  <a:gd name="connsiteY246" fmla="*/ 150 h 542796"/>
                  <a:gd name="connsiteX247" fmla="*/ 639759 w 758288"/>
                  <a:gd name="connsiteY247" fmla="*/ 156 h 542796"/>
                  <a:gd name="connsiteX248" fmla="*/ 662622 w 758288"/>
                  <a:gd name="connsiteY248" fmla="*/ 177 h 542796"/>
                  <a:gd name="connsiteX249" fmla="*/ 689072 w 758288"/>
                  <a:gd name="connsiteY249" fmla="*/ 195 h 542796"/>
                  <a:gd name="connsiteX250" fmla="*/ 714502 w 758288"/>
                  <a:gd name="connsiteY250" fmla="*/ 207 h 542796"/>
                  <a:gd name="connsiteX251" fmla="*/ 725332 w 758288"/>
                  <a:gd name="connsiteY251" fmla="*/ 212 h 542796"/>
                  <a:gd name="connsiteX252" fmla="*/ 738076 w 758288"/>
                  <a:gd name="connsiteY252" fmla="*/ 227 h 542796"/>
                  <a:gd name="connsiteX253" fmla="*/ 742760 w 758288"/>
                  <a:gd name="connsiteY253" fmla="*/ 230 h 542796"/>
                  <a:gd name="connsiteX254" fmla="*/ 749139 w 758288"/>
                  <a:gd name="connsiteY254" fmla="*/ 241 h 542796"/>
                  <a:gd name="connsiteX255" fmla="*/ 751024 w 758288"/>
                  <a:gd name="connsiteY255" fmla="*/ 237 h 542796"/>
                  <a:gd name="connsiteX256" fmla="*/ 758288 w 758288"/>
                  <a:gd name="connsiteY256" fmla="*/ 1255 h 542796"/>
                  <a:gd name="connsiteX257" fmla="*/ 757395 w 758288"/>
                  <a:gd name="connsiteY257" fmla="*/ 36115 h 542796"/>
                  <a:gd name="connsiteX258" fmla="*/ 752925 w 758288"/>
                  <a:gd name="connsiteY258" fmla="*/ 36115 h 542796"/>
                  <a:gd name="connsiteX259" fmla="*/ 751749 w 758288"/>
                  <a:gd name="connsiteY259" fmla="*/ 43353 h 542796"/>
                  <a:gd name="connsiteX260" fmla="*/ 751692 w 758288"/>
                  <a:gd name="connsiteY260" fmla="*/ 45273 h 542796"/>
                  <a:gd name="connsiteX261" fmla="*/ 751529 w 758288"/>
                  <a:gd name="connsiteY261" fmla="*/ 51366 h 542796"/>
                  <a:gd name="connsiteX262" fmla="*/ 751412 w 758288"/>
                  <a:gd name="connsiteY262" fmla="*/ 55488 h 542796"/>
                  <a:gd name="connsiteX263" fmla="*/ 751138 w 758288"/>
                  <a:gd name="connsiteY263" fmla="*/ 65611 h 542796"/>
                  <a:gd name="connsiteX264" fmla="*/ 745775 w 758288"/>
                  <a:gd name="connsiteY264" fmla="*/ 66505 h 542796"/>
                  <a:gd name="connsiteX265" fmla="*/ 744598 w 758288"/>
                  <a:gd name="connsiteY265" fmla="*/ 77280 h 542796"/>
                  <a:gd name="connsiteX266" fmla="*/ 744484 w 758288"/>
                  <a:gd name="connsiteY266" fmla="*/ 80283 h 542796"/>
                  <a:gd name="connsiteX267" fmla="*/ 744378 w 758288"/>
                  <a:gd name="connsiteY267" fmla="*/ 83376 h 542796"/>
                  <a:gd name="connsiteX268" fmla="*/ 744261 w 758288"/>
                  <a:gd name="connsiteY268" fmla="*/ 86533 h 542796"/>
                  <a:gd name="connsiteX269" fmla="*/ 743987 w 758288"/>
                  <a:gd name="connsiteY269" fmla="*/ 94214 h 542796"/>
                  <a:gd name="connsiteX270" fmla="*/ 738624 w 758288"/>
                  <a:gd name="connsiteY270" fmla="*/ 95108 h 542796"/>
                  <a:gd name="connsiteX271" fmla="*/ 737730 w 758288"/>
                  <a:gd name="connsiteY271" fmla="*/ 124605 h 542796"/>
                  <a:gd name="connsiteX272" fmla="*/ 733261 w 758288"/>
                  <a:gd name="connsiteY272" fmla="*/ 125499 h 542796"/>
                  <a:gd name="connsiteX273" fmla="*/ 732084 w 758288"/>
                  <a:gd name="connsiteY273" fmla="*/ 133131 h 542796"/>
                  <a:gd name="connsiteX274" fmla="*/ 731971 w 758288"/>
                  <a:gd name="connsiteY274" fmla="*/ 136658 h 542796"/>
                  <a:gd name="connsiteX275" fmla="*/ 731864 w 758288"/>
                  <a:gd name="connsiteY275" fmla="*/ 140359 h 542796"/>
                  <a:gd name="connsiteX276" fmla="*/ 731747 w 758288"/>
                  <a:gd name="connsiteY276" fmla="*/ 144081 h 542796"/>
                  <a:gd name="connsiteX277" fmla="*/ 731473 w 758288"/>
                  <a:gd name="connsiteY277" fmla="*/ 153208 h 542796"/>
                  <a:gd name="connsiteX278" fmla="*/ 727004 w 758288"/>
                  <a:gd name="connsiteY278" fmla="*/ 153208 h 542796"/>
                  <a:gd name="connsiteX279" fmla="*/ 725105 w 758288"/>
                  <a:gd name="connsiteY279" fmla="*/ 162349 h 542796"/>
                  <a:gd name="connsiteX280" fmla="*/ 725146 w 758288"/>
                  <a:gd name="connsiteY280" fmla="*/ 165589 h 542796"/>
                  <a:gd name="connsiteX281" fmla="*/ 725216 w 758288"/>
                  <a:gd name="connsiteY281" fmla="*/ 168962 h 542796"/>
                  <a:gd name="connsiteX282" fmla="*/ 725328 w 758288"/>
                  <a:gd name="connsiteY282" fmla="*/ 175589 h 542796"/>
                  <a:gd name="connsiteX283" fmla="*/ 725391 w 758288"/>
                  <a:gd name="connsiteY283" fmla="*/ 178555 h 542796"/>
                  <a:gd name="connsiteX284" fmla="*/ 723429 w 758288"/>
                  <a:gd name="connsiteY284" fmla="*/ 182705 h 542796"/>
                  <a:gd name="connsiteX285" fmla="*/ 720747 w 758288"/>
                  <a:gd name="connsiteY285" fmla="*/ 182705 h 542796"/>
                  <a:gd name="connsiteX286" fmla="*/ 718589 w 758288"/>
                  <a:gd name="connsiteY286" fmla="*/ 192890 h 542796"/>
                  <a:gd name="connsiteX287" fmla="*/ 718485 w 758288"/>
                  <a:gd name="connsiteY287" fmla="*/ 196145 h 542796"/>
                  <a:gd name="connsiteX288" fmla="*/ 718401 w 758288"/>
                  <a:gd name="connsiteY288" fmla="*/ 199520 h 542796"/>
                  <a:gd name="connsiteX289" fmla="*/ 718296 w 758288"/>
                  <a:gd name="connsiteY289" fmla="*/ 202947 h 542796"/>
                  <a:gd name="connsiteX290" fmla="*/ 718066 w 758288"/>
                  <a:gd name="connsiteY290" fmla="*/ 211308 h 542796"/>
                  <a:gd name="connsiteX291" fmla="*/ 712702 w 758288"/>
                  <a:gd name="connsiteY291" fmla="*/ 211308 h 542796"/>
                  <a:gd name="connsiteX292" fmla="*/ 711809 w 758288"/>
                  <a:gd name="connsiteY292" fmla="*/ 242592 h 542796"/>
                  <a:gd name="connsiteX293" fmla="*/ 707339 w 758288"/>
                  <a:gd name="connsiteY293" fmla="*/ 243486 h 542796"/>
                  <a:gd name="connsiteX294" fmla="*/ 706163 w 758288"/>
                  <a:gd name="connsiteY294" fmla="*/ 250137 h 542796"/>
                  <a:gd name="connsiteX295" fmla="*/ 706049 w 758288"/>
                  <a:gd name="connsiteY295" fmla="*/ 253672 h 542796"/>
                  <a:gd name="connsiteX296" fmla="*/ 705943 w 758288"/>
                  <a:gd name="connsiteY296" fmla="*/ 257396 h 542796"/>
                  <a:gd name="connsiteX297" fmla="*/ 705826 w 758288"/>
                  <a:gd name="connsiteY297" fmla="*/ 261130 h 542796"/>
                  <a:gd name="connsiteX298" fmla="*/ 705552 w 758288"/>
                  <a:gd name="connsiteY298" fmla="*/ 270301 h 542796"/>
                  <a:gd name="connsiteX299" fmla="*/ 701083 w 758288"/>
                  <a:gd name="connsiteY299" fmla="*/ 271195 h 542796"/>
                  <a:gd name="connsiteX300" fmla="*/ 699283 w 758288"/>
                  <a:gd name="connsiteY300" fmla="*/ 289906 h 542796"/>
                  <a:gd name="connsiteX301" fmla="*/ 698401 w 758288"/>
                  <a:gd name="connsiteY301" fmla="*/ 300692 h 542796"/>
                  <a:gd name="connsiteX302" fmla="*/ 696222 w 758288"/>
                  <a:gd name="connsiteY302" fmla="*/ 301027 h 542796"/>
                  <a:gd name="connsiteX303" fmla="*/ 693932 w 758288"/>
                  <a:gd name="connsiteY303" fmla="*/ 301586 h 542796"/>
                  <a:gd name="connsiteX304" fmla="*/ 692755 w 758288"/>
                  <a:gd name="connsiteY304" fmla="*/ 309023 h 542796"/>
                  <a:gd name="connsiteX305" fmla="*/ 692642 w 758288"/>
                  <a:gd name="connsiteY305" fmla="*/ 312427 h 542796"/>
                  <a:gd name="connsiteX306" fmla="*/ 692535 w 758288"/>
                  <a:gd name="connsiteY306" fmla="*/ 315999 h 542796"/>
                  <a:gd name="connsiteX307" fmla="*/ 692418 w 758288"/>
                  <a:gd name="connsiteY307" fmla="*/ 319592 h 542796"/>
                  <a:gd name="connsiteX308" fmla="*/ 692144 w 758288"/>
                  <a:gd name="connsiteY308" fmla="*/ 328401 h 542796"/>
                  <a:gd name="connsiteX309" fmla="*/ 687675 w 758288"/>
                  <a:gd name="connsiteY309" fmla="*/ 329295 h 542796"/>
                  <a:gd name="connsiteX310" fmla="*/ 686498 w 758288"/>
                  <a:gd name="connsiteY310" fmla="*/ 338889 h 542796"/>
                  <a:gd name="connsiteX311" fmla="*/ 686385 w 758288"/>
                  <a:gd name="connsiteY311" fmla="*/ 342398 h 542796"/>
                  <a:gd name="connsiteX312" fmla="*/ 686278 w 758288"/>
                  <a:gd name="connsiteY312" fmla="*/ 346054 h 542796"/>
                  <a:gd name="connsiteX313" fmla="*/ 686161 w 758288"/>
                  <a:gd name="connsiteY313" fmla="*/ 349752 h 542796"/>
                  <a:gd name="connsiteX314" fmla="*/ 685887 w 758288"/>
                  <a:gd name="connsiteY314" fmla="*/ 358791 h 542796"/>
                  <a:gd name="connsiteX315" fmla="*/ 681418 w 758288"/>
                  <a:gd name="connsiteY315" fmla="*/ 358791 h 542796"/>
                  <a:gd name="connsiteX316" fmla="*/ 680241 w 758288"/>
                  <a:gd name="connsiteY316" fmla="*/ 366424 h 542796"/>
                  <a:gd name="connsiteX317" fmla="*/ 680128 w 758288"/>
                  <a:gd name="connsiteY317" fmla="*/ 369950 h 542796"/>
                  <a:gd name="connsiteX318" fmla="*/ 680021 w 758288"/>
                  <a:gd name="connsiteY318" fmla="*/ 373652 h 542796"/>
                  <a:gd name="connsiteX319" fmla="*/ 679904 w 758288"/>
                  <a:gd name="connsiteY319" fmla="*/ 377374 h 542796"/>
                  <a:gd name="connsiteX320" fmla="*/ 679630 w 758288"/>
                  <a:gd name="connsiteY320" fmla="*/ 386501 h 542796"/>
                  <a:gd name="connsiteX321" fmla="*/ 674267 w 758288"/>
                  <a:gd name="connsiteY321" fmla="*/ 388288 h 542796"/>
                  <a:gd name="connsiteX322" fmla="*/ 672871 w 758288"/>
                  <a:gd name="connsiteY322" fmla="*/ 406109 h 542796"/>
                  <a:gd name="connsiteX323" fmla="*/ 672754 w 758288"/>
                  <a:gd name="connsiteY323" fmla="*/ 409253 h 542796"/>
                  <a:gd name="connsiteX324" fmla="*/ 672480 w 758288"/>
                  <a:gd name="connsiteY324" fmla="*/ 416891 h 542796"/>
                  <a:gd name="connsiteX325" fmla="*/ 670301 w 758288"/>
                  <a:gd name="connsiteY325" fmla="*/ 417226 h 542796"/>
                  <a:gd name="connsiteX326" fmla="*/ 668010 w 758288"/>
                  <a:gd name="connsiteY326" fmla="*/ 417785 h 542796"/>
                  <a:gd name="connsiteX327" fmla="*/ 666834 w 758288"/>
                  <a:gd name="connsiteY327" fmla="*/ 425809 h 542796"/>
                  <a:gd name="connsiteX328" fmla="*/ 666777 w 758288"/>
                  <a:gd name="connsiteY328" fmla="*/ 427665 h 542796"/>
                  <a:gd name="connsiteX329" fmla="*/ 666614 w 758288"/>
                  <a:gd name="connsiteY329" fmla="*/ 433539 h 542796"/>
                  <a:gd name="connsiteX330" fmla="*/ 666497 w 758288"/>
                  <a:gd name="connsiteY330" fmla="*/ 437519 h 542796"/>
                  <a:gd name="connsiteX331" fmla="*/ 666223 w 758288"/>
                  <a:gd name="connsiteY331" fmla="*/ 447282 h 542796"/>
                  <a:gd name="connsiteX332" fmla="*/ 661754 w 758288"/>
                  <a:gd name="connsiteY332" fmla="*/ 448176 h 542796"/>
                  <a:gd name="connsiteX333" fmla="*/ 660577 w 758288"/>
                  <a:gd name="connsiteY333" fmla="*/ 456594 h 542796"/>
                  <a:gd name="connsiteX334" fmla="*/ 660463 w 758288"/>
                  <a:gd name="connsiteY334" fmla="*/ 459989 h 542796"/>
                  <a:gd name="connsiteX335" fmla="*/ 660357 w 758288"/>
                  <a:gd name="connsiteY335" fmla="*/ 463538 h 542796"/>
                  <a:gd name="connsiteX336" fmla="*/ 660240 w 758288"/>
                  <a:gd name="connsiteY336" fmla="*/ 467119 h 542796"/>
                  <a:gd name="connsiteX337" fmla="*/ 659966 w 758288"/>
                  <a:gd name="connsiteY337" fmla="*/ 475885 h 542796"/>
                  <a:gd name="connsiteX338" fmla="*/ 654603 w 758288"/>
                  <a:gd name="connsiteY338" fmla="*/ 476779 h 542796"/>
                  <a:gd name="connsiteX339" fmla="*/ 653684 w 758288"/>
                  <a:gd name="connsiteY339" fmla="*/ 487295 h 542796"/>
                  <a:gd name="connsiteX340" fmla="*/ 653718 w 758288"/>
                  <a:gd name="connsiteY340" fmla="*/ 490151 h 542796"/>
                  <a:gd name="connsiteX341" fmla="*/ 653822 w 758288"/>
                  <a:gd name="connsiteY341" fmla="*/ 496073 h 542796"/>
                  <a:gd name="connsiteX342" fmla="*/ 653852 w 758288"/>
                  <a:gd name="connsiteY342" fmla="*/ 498915 h 542796"/>
                  <a:gd name="connsiteX343" fmla="*/ 653898 w 758288"/>
                  <a:gd name="connsiteY343" fmla="*/ 501507 h 542796"/>
                  <a:gd name="connsiteX344" fmla="*/ 651921 w 758288"/>
                  <a:gd name="connsiteY344" fmla="*/ 505381 h 542796"/>
                  <a:gd name="connsiteX345" fmla="*/ 650078 w 758288"/>
                  <a:gd name="connsiteY345" fmla="*/ 506164 h 542796"/>
                  <a:gd name="connsiteX346" fmla="*/ 647808 w 758288"/>
                  <a:gd name="connsiteY346" fmla="*/ 508680 h 542796"/>
                  <a:gd name="connsiteX347" fmla="*/ 647169 w 758288"/>
                  <a:gd name="connsiteY347" fmla="*/ 516177 h 542796"/>
                  <a:gd name="connsiteX348" fmla="*/ 647056 w 758288"/>
                  <a:gd name="connsiteY348" fmla="*/ 519320 h 542796"/>
                  <a:gd name="connsiteX349" fmla="*/ 646949 w 758288"/>
                  <a:gd name="connsiteY349" fmla="*/ 522588 h 542796"/>
                  <a:gd name="connsiteX350" fmla="*/ 646832 w 758288"/>
                  <a:gd name="connsiteY350" fmla="*/ 525898 h 542796"/>
                  <a:gd name="connsiteX351" fmla="*/ 646558 w 758288"/>
                  <a:gd name="connsiteY351" fmla="*/ 533984 h 542796"/>
                  <a:gd name="connsiteX352" fmla="*/ 641195 w 758288"/>
                  <a:gd name="connsiteY352" fmla="*/ 533984 h 542796"/>
                  <a:gd name="connsiteX353" fmla="*/ 640301 w 758288"/>
                  <a:gd name="connsiteY353" fmla="*/ 542923 h 542796"/>
                  <a:gd name="connsiteX354" fmla="*/ 465108 w 758288"/>
                  <a:gd name="connsiteY354" fmla="*/ 542923 h 542796"/>
                  <a:gd name="connsiteX355" fmla="*/ 464214 w 758288"/>
                  <a:gd name="connsiteY355" fmla="*/ 529515 h 542796"/>
                  <a:gd name="connsiteX356" fmla="*/ 463321 w 758288"/>
                  <a:gd name="connsiteY356" fmla="*/ 527727 h 542796"/>
                  <a:gd name="connsiteX357" fmla="*/ 458851 w 758288"/>
                  <a:gd name="connsiteY357" fmla="*/ 526834 h 542796"/>
                  <a:gd name="connsiteX358" fmla="*/ 458798 w 758288"/>
                  <a:gd name="connsiteY358" fmla="*/ 525278 h 542796"/>
                  <a:gd name="connsiteX359" fmla="*/ 458516 w 758288"/>
                  <a:gd name="connsiteY359" fmla="*/ 518230 h 542796"/>
                  <a:gd name="connsiteX360" fmla="*/ 458432 w 758288"/>
                  <a:gd name="connsiteY360" fmla="*/ 515783 h 542796"/>
                  <a:gd name="connsiteX361" fmla="*/ 456170 w 758288"/>
                  <a:gd name="connsiteY361" fmla="*/ 503594 h 542796"/>
                  <a:gd name="connsiteX362" fmla="*/ 452595 w 758288"/>
                  <a:gd name="connsiteY362" fmla="*/ 503594 h 542796"/>
                  <a:gd name="connsiteX363" fmla="*/ 451736 w 758288"/>
                  <a:gd name="connsiteY363" fmla="*/ 491742 h 542796"/>
                  <a:gd name="connsiteX364" fmla="*/ 450807 w 758288"/>
                  <a:gd name="connsiteY364" fmla="*/ 481248 h 542796"/>
                  <a:gd name="connsiteX365" fmla="*/ 445444 w 758288"/>
                  <a:gd name="connsiteY365" fmla="*/ 481248 h 542796"/>
                  <a:gd name="connsiteX366" fmla="*/ 445390 w 758288"/>
                  <a:gd name="connsiteY366" fmla="*/ 479403 h 542796"/>
                  <a:gd name="connsiteX367" fmla="*/ 445109 w 758288"/>
                  <a:gd name="connsiteY367" fmla="*/ 471136 h 542796"/>
                  <a:gd name="connsiteX368" fmla="*/ 445025 w 758288"/>
                  <a:gd name="connsiteY368" fmla="*/ 468233 h 542796"/>
                  <a:gd name="connsiteX369" fmla="*/ 444920 w 758288"/>
                  <a:gd name="connsiteY369" fmla="*/ 465448 h 542796"/>
                  <a:gd name="connsiteX370" fmla="*/ 444835 w 758288"/>
                  <a:gd name="connsiteY370" fmla="*/ 462881 h 542796"/>
                  <a:gd name="connsiteX371" fmla="*/ 442762 w 758288"/>
                  <a:gd name="connsiteY371" fmla="*/ 458008 h 542796"/>
                  <a:gd name="connsiteX372" fmla="*/ 439187 w 758288"/>
                  <a:gd name="connsiteY372" fmla="*/ 458008 h 542796"/>
                  <a:gd name="connsiteX373" fmla="*/ 439133 w 758288"/>
                  <a:gd name="connsiteY373" fmla="*/ 456259 h 542796"/>
                  <a:gd name="connsiteX374" fmla="*/ 438852 w 758288"/>
                  <a:gd name="connsiteY374" fmla="*/ 448399 h 542796"/>
                  <a:gd name="connsiteX375" fmla="*/ 438768 w 758288"/>
                  <a:gd name="connsiteY375" fmla="*/ 445648 h 542796"/>
                  <a:gd name="connsiteX376" fmla="*/ 438663 w 758288"/>
                  <a:gd name="connsiteY376" fmla="*/ 442994 h 542796"/>
                  <a:gd name="connsiteX377" fmla="*/ 438578 w 758288"/>
                  <a:gd name="connsiteY377" fmla="*/ 440554 h 542796"/>
                  <a:gd name="connsiteX378" fmla="*/ 436505 w 758288"/>
                  <a:gd name="connsiteY378" fmla="*/ 434768 h 542796"/>
                  <a:gd name="connsiteX379" fmla="*/ 432930 w 758288"/>
                  <a:gd name="connsiteY379" fmla="*/ 433874 h 542796"/>
                  <a:gd name="connsiteX380" fmla="*/ 432876 w 758288"/>
                  <a:gd name="connsiteY380" fmla="*/ 432112 h 542796"/>
                  <a:gd name="connsiteX381" fmla="*/ 432595 w 758288"/>
                  <a:gd name="connsiteY381" fmla="*/ 424209 h 542796"/>
                  <a:gd name="connsiteX382" fmla="*/ 432511 w 758288"/>
                  <a:gd name="connsiteY382" fmla="*/ 421435 h 542796"/>
                  <a:gd name="connsiteX383" fmla="*/ 432406 w 758288"/>
                  <a:gd name="connsiteY383" fmla="*/ 418773 h 542796"/>
                  <a:gd name="connsiteX384" fmla="*/ 432321 w 758288"/>
                  <a:gd name="connsiteY384" fmla="*/ 416319 h 542796"/>
                  <a:gd name="connsiteX385" fmla="*/ 430249 w 758288"/>
                  <a:gd name="connsiteY385" fmla="*/ 411528 h 542796"/>
                  <a:gd name="connsiteX386" fmla="*/ 425779 w 758288"/>
                  <a:gd name="connsiteY386" fmla="*/ 409740 h 542796"/>
                  <a:gd name="connsiteX387" fmla="*/ 425726 w 758288"/>
                  <a:gd name="connsiteY387" fmla="*/ 408142 h 542796"/>
                  <a:gd name="connsiteX388" fmla="*/ 425444 w 758288"/>
                  <a:gd name="connsiteY388" fmla="*/ 400970 h 542796"/>
                  <a:gd name="connsiteX389" fmla="*/ 425360 w 758288"/>
                  <a:gd name="connsiteY389" fmla="*/ 398454 h 542796"/>
                  <a:gd name="connsiteX390" fmla="*/ 425256 w 758288"/>
                  <a:gd name="connsiteY390" fmla="*/ 396036 h 542796"/>
                  <a:gd name="connsiteX391" fmla="*/ 425170 w 758288"/>
                  <a:gd name="connsiteY391" fmla="*/ 393809 h 542796"/>
                  <a:gd name="connsiteX392" fmla="*/ 423098 w 758288"/>
                  <a:gd name="connsiteY392" fmla="*/ 389182 h 542796"/>
                  <a:gd name="connsiteX393" fmla="*/ 419522 w 758288"/>
                  <a:gd name="connsiteY393" fmla="*/ 389182 h 542796"/>
                  <a:gd name="connsiteX394" fmla="*/ 419469 w 758288"/>
                  <a:gd name="connsiteY394" fmla="*/ 387159 h 542796"/>
                  <a:gd name="connsiteX395" fmla="*/ 419187 w 758288"/>
                  <a:gd name="connsiteY395" fmla="*/ 378121 h 542796"/>
                  <a:gd name="connsiteX396" fmla="*/ 419103 w 758288"/>
                  <a:gd name="connsiteY396" fmla="*/ 374936 h 542796"/>
                  <a:gd name="connsiteX397" fmla="*/ 418999 w 758288"/>
                  <a:gd name="connsiteY397" fmla="*/ 371899 h 542796"/>
                  <a:gd name="connsiteX398" fmla="*/ 418914 w 758288"/>
                  <a:gd name="connsiteY398" fmla="*/ 369090 h 542796"/>
                  <a:gd name="connsiteX399" fmla="*/ 416841 w 758288"/>
                  <a:gd name="connsiteY399" fmla="*/ 365048 h 542796"/>
                  <a:gd name="connsiteX400" fmla="*/ 413266 w 758288"/>
                  <a:gd name="connsiteY400" fmla="*/ 365048 h 542796"/>
                  <a:gd name="connsiteX401" fmla="*/ 413212 w 758288"/>
                  <a:gd name="connsiteY401" fmla="*/ 363396 h 542796"/>
                  <a:gd name="connsiteX402" fmla="*/ 412930 w 758288"/>
                  <a:gd name="connsiteY402" fmla="*/ 355942 h 542796"/>
                  <a:gd name="connsiteX403" fmla="*/ 412847 w 758288"/>
                  <a:gd name="connsiteY403" fmla="*/ 353343 h 542796"/>
                  <a:gd name="connsiteX404" fmla="*/ 412742 w 758288"/>
                  <a:gd name="connsiteY404" fmla="*/ 350820 h 542796"/>
                  <a:gd name="connsiteX405" fmla="*/ 412657 w 758288"/>
                  <a:gd name="connsiteY405" fmla="*/ 348508 h 542796"/>
                  <a:gd name="connsiteX406" fmla="*/ 410584 w 758288"/>
                  <a:gd name="connsiteY406" fmla="*/ 341808 h 542796"/>
                  <a:gd name="connsiteX407" fmla="*/ 407009 w 758288"/>
                  <a:gd name="connsiteY407" fmla="*/ 341808 h 542796"/>
                  <a:gd name="connsiteX408" fmla="*/ 406845 w 758288"/>
                  <a:gd name="connsiteY408" fmla="*/ 339354 h 542796"/>
                  <a:gd name="connsiteX409" fmla="*/ 405221 w 758288"/>
                  <a:gd name="connsiteY409" fmla="*/ 321250 h 542796"/>
                  <a:gd name="connsiteX410" fmla="*/ 399858 w 758288"/>
                  <a:gd name="connsiteY410" fmla="*/ 319462 h 542796"/>
                  <a:gd name="connsiteX411" fmla="*/ 399872 w 758288"/>
                  <a:gd name="connsiteY411" fmla="*/ 317714 h 542796"/>
                  <a:gd name="connsiteX412" fmla="*/ 399914 w 758288"/>
                  <a:gd name="connsiteY412" fmla="*/ 309854 h 542796"/>
                  <a:gd name="connsiteX413" fmla="*/ 399936 w 758288"/>
                  <a:gd name="connsiteY413" fmla="*/ 307102 h 542796"/>
                  <a:gd name="connsiteX414" fmla="*/ 399945 w 758288"/>
                  <a:gd name="connsiteY414" fmla="*/ 304449 h 542796"/>
                  <a:gd name="connsiteX415" fmla="*/ 399959 w 758288"/>
                  <a:gd name="connsiteY415" fmla="*/ 302009 h 542796"/>
                  <a:gd name="connsiteX416" fmla="*/ 398964 w 758288"/>
                  <a:gd name="connsiteY416" fmla="*/ 296223 h 542796"/>
                  <a:gd name="connsiteX417" fmla="*/ 393601 w 758288"/>
                  <a:gd name="connsiteY417" fmla="*/ 295329 h 542796"/>
                  <a:gd name="connsiteX418" fmla="*/ 393547 w 758288"/>
                  <a:gd name="connsiteY418" fmla="*/ 293662 h 542796"/>
                  <a:gd name="connsiteX419" fmla="*/ 393266 w 758288"/>
                  <a:gd name="connsiteY419" fmla="*/ 286167 h 542796"/>
                  <a:gd name="connsiteX420" fmla="*/ 393182 w 758288"/>
                  <a:gd name="connsiteY420" fmla="*/ 283545 h 542796"/>
                  <a:gd name="connsiteX421" fmla="*/ 393077 w 758288"/>
                  <a:gd name="connsiteY421" fmla="*/ 281013 h 542796"/>
                  <a:gd name="connsiteX422" fmla="*/ 392992 w 758288"/>
                  <a:gd name="connsiteY422" fmla="*/ 278687 h 542796"/>
                  <a:gd name="connsiteX423" fmla="*/ 390919 w 758288"/>
                  <a:gd name="connsiteY423" fmla="*/ 272983 h 542796"/>
                  <a:gd name="connsiteX424" fmla="*/ 387344 w 758288"/>
                  <a:gd name="connsiteY424" fmla="*/ 272983 h 542796"/>
                  <a:gd name="connsiteX425" fmla="*/ 387305 w 758288"/>
                  <a:gd name="connsiteY425" fmla="*/ 271138 h 542796"/>
                  <a:gd name="connsiteX426" fmla="*/ 387065 w 758288"/>
                  <a:gd name="connsiteY426" fmla="*/ 262871 h 542796"/>
                  <a:gd name="connsiteX427" fmla="*/ 387004 w 758288"/>
                  <a:gd name="connsiteY427" fmla="*/ 259968 h 542796"/>
                  <a:gd name="connsiteX428" fmla="*/ 386908 w 758288"/>
                  <a:gd name="connsiteY428" fmla="*/ 257183 h 542796"/>
                  <a:gd name="connsiteX429" fmla="*/ 386837 w 758288"/>
                  <a:gd name="connsiteY429" fmla="*/ 254616 h 542796"/>
                  <a:gd name="connsiteX430" fmla="*/ 383769 w 758288"/>
                  <a:gd name="connsiteY430" fmla="*/ 249743 h 542796"/>
                  <a:gd name="connsiteX431" fmla="*/ 381087 w 758288"/>
                  <a:gd name="connsiteY431" fmla="*/ 249743 h 542796"/>
                  <a:gd name="connsiteX432" fmla="*/ 379911 w 758288"/>
                  <a:gd name="connsiteY432" fmla="*/ 243283 h 542796"/>
                  <a:gd name="connsiteX433" fmla="*/ 379797 w 758288"/>
                  <a:gd name="connsiteY433" fmla="*/ 240490 h 542796"/>
                  <a:gd name="connsiteX434" fmla="*/ 379691 w 758288"/>
                  <a:gd name="connsiteY434" fmla="*/ 237564 h 542796"/>
                  <a:gd name="connsiteX435" fmla="*/ 379574 w 758288"/>
                  <a:gd name="connsiteY435" fmla="*/ 234617 h 542796"/>
                  <a:gd name="connsiteX436" fmla="*/ 379300 w 758288"/>
                  <a:gd name="connsiteY436" fmla="*/ 227397 h 542796"/>
                  <a:gd name="connsiteX437" fmla="*/ 375580 w 758288"/>
                  <a:gd name="connsiteY437" fmla="*/ 229843 h 542796"/>
                  <a:gd name="connsiteX438" fmla="*/ 374460 w 758288"/>
                  <a:gd name="connsiteY438" fmla="*/ 236517 h 542796"/>
                  <a:gd name="connsiteX439" fmla="*/ 374355 w 758288"/>
                  <a:gd name="connsiteY439" fmla="*/ 239170 h 542796"/>
                  <a:gd name="connsiteX440" fmla="*/ 374272 w 758288"/>
                  <a:gd name="connsiteY440" fmla="*/ 241922 h 542796"/>
                  <a:gd name="connsiteX441" fmla="*/ 374167 w 758288"/>
                  <a:gd name="connsiteY441" fmla="*/ 244715 h 542796"/>
                  <a:gd name="connsiteX442" fmla="*/ 373936 w 758288"/>
                  <a:gd name="connsiteY442" fmla="*/ 251530 h 542796"/>
                  <a:gd name="connsiteX443" fmla="*/ 368573 w 758288"/>
                  <a:gd name="connsiteY443" fmla="*/ 251530 h 542796"/>
                  <a:gd name="connsiteX444" fmla="*/ 367680 w 758288"/>
                  <a:gd name="connsiteY444" fmla="*/ 273876 h 542796"/>
                  <a:gd name="connsiteX445" fmla="*/ 362317 w 758288"/>
                  <a:gd name="connsiteY445" fmla="*/ 275664 h 542796"/>
                  <a:gd name="connsiteX446" fmla="*/ 361423 w 758288"/>
                  <a:gd name="connsiteY446" fmla="*/ 283262 h 542796"/>
                  <a:gd name="connsiteX447" fmla="*/ 360529 w 758288"/>
                  <a:gd name="connsiteY447" fmla="*/ 298904 h 542796"/>
                  <a:gd name="connsiteX448" fmla="*/ 356953 w 758288"/>
                  <a:gd name="connsiteY448" fmla="*/ 298904 h 542796"/>
                  <a:gd name="connsiteX449" fmla="*/ 354796 w 758288"/>
                  <a:gd name="connsiteY449" fmla="*/ 306935 h 542796"/>
                  <a:gd name="connsiteX450" fmla="*/ 354691 w 758288"/>
                  <a:gd name="connsiteY450" fmla="*/ 309466 h 542796"/>
                  <a:gd name="connsiteX451" fmla="*/ 354607 w 758288"/>
                  <a:gd name="connsiteY451" fmla="*/ 312088 h 542796"/>
                  <a:gd name="connsiteX452" fmla="*/ 354502 w 758288"/>
                  <a:gd name="connsiteY452" fmla="*/ 314752 h 542796"/>
                  <a:gd name="connsiteX453" fmla="*/ 354272 w 758288"/>
                  <a:gd name="connsiteY453" fmla="*/ 321250 h 542796"/>
                  <a:gd name="connsiteX454" fmla="*/ 348909 w 758288"/>
                  <a:gd name="connsiteY454" fmla="*/ 322144 h 542796"/>
                  <a:gd name="connsiteX455" fmla="*/ 348015 w 758288"/>
                  <a:gd name="connsiteY455" fmla="*/ 345384 h 542796"/>
                  <a:gd name="connsiteX456" fmla="*/ 342652 w 758288"/>
                  <a:gd name="connsiteY456" fmla="*/ 347171 h 542796"/>
                  <a:gd name="connsiteX457" fmla="*/ 341901 w 758288"/>
                  <a:gd name="connsiteY457" fmla="*/ 363250 h 542796"/>
                  <a:gd name="connsiteX458" fmla="*/ 339971 w 758288"/>
                  <a:gd name="connsiteY458" fmla="*/ 367730 h 542796"/>
                  <a:gd name="connsiteX459" fmla="*/ 336395 w 758288"/>
                  <a:gd name="connsiteY459" fmla="*/ 368624 h 542796"/>
                  <a:gd name="connsiteX460" fmla="*/ 334999 w 758288"/>
                  <a:gd name="connsiteY460" fmla="*/ 382813 h 542796"/>
                  <a:gd name="connsiteX461" fmla="*/ 334882 w 758288"/>
                  <a:gd name="connsiteY461" fmla="*/ 385195 h 542796"/>
                  <a:gd name="connsiteX462" fmla="*/ 334607 w 758288"/>
                  <a:gd name="connsiteY462" fmla="*/ 390970 h 542796"/>
                  <a:gd name="connsiteX463" fmla="*/ 332429 w 758288"/>
                  <a:gd name="connsiteY463" fmla="*/ 391305 h 542796"/>
                  <a:gd name="connsiteX464" fmla="*/ 330138 w 758288"/>
                  <a:gd name="connsiteY464" fmla="*/ 391864 h 542796"/>
                  <a:gd name="connsiteX465" fmla="*/ 328962 w 758288"/>
                  <a:gd name="connsiteY465" fmla="*/ 398518 h 542796"/>
                  <a:gd name="connsiteX466" fmla="*/ 328848 w 758288"/>
                  <a:gd name="connsiteY466" fmla="*/ 401434 h 542796"/>
                  <a:gd name="connsiteX467" fmla="*/ 328742 w 758288"/>
                  <a:gd name="connsiteY467" fmla="*/ 404489 h 542796"/>
                  <a:gd name="connsiteX468" fmla="*/ 328625 w 758288"/>
                  <a:gd name="connsiteY468" fmla="*/ 407565 h 542796"/>
                  <a:gd name="connsiteX469" fmla="*/ 328351 w 758288"/>
                  <a:gd name="connsiteY469" fmla="*/ 415103 h 542796"/>
                  <a:gd name="connsiteX470" fmla="*/ 326172 w 758288"/>
                  <a:gd name="connsiteY470" fmla="*/ 415439 h 542796"/>
                  <a:gd name="connsiteX471" fmla="*/ 323881 w 758288"/>
                  <a:gd name="connsiteY471" fmla="*/ 415997 h 542796"/>
                  <a:gd name="connsiteX472" fmla="*/ 322705 w 758288"/>
                  <a:gd name="connsiteY472" fmla="*/ 422261 h 542796"/>
                  <a:gd name="connsiteX473" fmla="*/ 322591 w 758288"/>
                  <a:gd name="connsiteY473" fmla="*/ 424932 h 542796"/>
                  <a:gd name="connsiteX474" fmla="*/ 322485 w 758288"/>
                  <a:gd name="connsiteY474" fmla="*/ 427729 h 542796"/>
                  <a:gd name="connsiteX475" fmla="*/ 322368 w 758288"/>
                  <a:gd name="connsiteY475" fmla="*/ 430547 h 542796"/>
                  <a:gd name="connsiteX476" fmla="*/ 322094 w 758288"/>
                  <a:gd name="connsiteY476" fmla="*/ 437449 h 542796"/>
                  <a:gd name="connsiteX477" fmla="*/ 319468 w 758288"/>
                  <a:gd name="connsiteY477" fmla="*/ 437785 h 542796"/>
                  <a:gd name="connsiteX478" fmla="*/ 316731 w 758288"/>
                  <a:gd name="connsiteY478" fmla="*/ 438343 h 542796"/>
                  <a:gd name="connsiteX479" fmla="*/ 315781 w 758288"/>
                  <a:gd name="connsiteY479" fmla="*/ 443863 h 542796"/>
                  <a:gd name="connsiteX480" fmla="*/ 315802 w 758288"/>
                  <a:gd name="connsiteY480" fmla="*/ 446107 h 542796"/>
                  <a:gd name="connsiteX481" fmla="*/ 315872 w 758288"/>
                  <a:gd name="connsiteY481" fmla="*/ 450772 h 542796"/>
                  <a:gd name="connsiteX482" fmla="*/ 314943 w 758288"/>
                  <a:gd name="connsiteY482" fmla="*/ 461583 h 542796"/>
                  <a:gd name="connsiteX483" fmla="*/ 310474 w 758288"/>
                  <a:gd name="connsiteY483" fmla="*/ 463371 h 542796"/>
                  <a:gd name="connsiteX484" fmla="*/ 309297 w 758288"/>
                  <a:gd name="connsiteY484" fmla="*/ 469439 h 542796"/>
                  <a:gd name="connsiteX485" fmla="*/ 309184 w 758288"/>
                  <a:gd name="connsiteY485" fmla="*/ 471988 h 542796"/>
                  <a:gd name="connsiteX486" fmla="*/ 309077 w 758288"/>
                  <a:gd name="connsiteY486" fmla="*/ 474656 h 542796"/>
                  <a:gd name="connsiteX487" fmla="*/ 308960 w 758288"/>
                  <a:gd name="connsiteY487" fmla="*/ 477344 h 542796"/>
                  <a:gd name="connsiteX488" fmla="*/ 308686 w 758288"/>
                  <a:gd name="connsiteY488" fmla="*/ 483929 h 542796"/>
                  <a:gd name="connsiteX489" fmla="*/ 306507 w 758288"/>
                  <a:gd name="connsiteY489" fmla="*/ 484264 h 542796"/>
                  <a:gd name="connsiteX490" fmla="*/ 304217 w 758288"/>
                  <a:gd name="connsiteY490" fmla="*/ 484823 h 542796"/>
                  <a:gd name="connsiteX491" fmla="*/ 303040 w 758288"/>
                  <a:gd name="connsiteY491" fmla="*/ 491478 h 542796"/>
                  <a:gd name="connsiteX492" fmla="*/ 302927 w 758288"/>
                  <a:gd name="connsiteY492" fmla="*/ 494393 h 542796"/>
                  <a:gd name="connsiteX493" fmla="*/ 302820 w 758288"/>
                  <a:gd name="connsiteY493" fmla="*/ 497449 h 542796"/>
                  <a:gd name="connsiteX494" fmla="*/ 302703 w 758288"/>
                  <a:gd name="connsiteY494" fmla="*/ 500525 h 542796"/>
                  <a:gd name="connsiteX495" fmla="*/ 302429 w 758288"/>
                  <a:gd name="connsiteY495" fmla="*/ 508063 h 542796"/>
                  <a:gd name="connsiteX496" fmla="*/ 297066 w 758288"/>
                  <a:gd name="connsiteY496" fmla="*/ 508957 h 542796"/>
                  <a:gd name="connsiteX497" fmla="*/ 296116 w 758288"/>
                  <a:gd name="connsiteY497" fmla="*/ 522197 h 542796"/>
                  <a:gd name="connsiteX498" fmla="*/ 296129 w 758288"/>
                  <a:gd name="connsiteY498" fmla="*/ 524590 h 542796"/>
                  <a:gd name="connsiteX499" fmla="*/ 296172 w 758288"/>
                  <a:gd name="connsiteY499" fmla="*/ 530409 h 542796"/>
                  <a:gd name="connsiteX500" fmla="*/ 290809 w 758288"/>
                  <a:gd name="connsiteY500" fmla="*/ 531303 h 542796"/>
                  <a:gd name="connsiteX501" fmla="*/ 289022 w 758288"/>
                  <a:gd name="connsiteY501" fmla="*/ 542923 h 542796"/>
                  <a:gd name="connsiteX502" fmla="*/ 114722 w 758288"/>
                  <a:gd name="connsiteY502" fmla="*/ 542923 h 542796"/>
                  <a:gd name="connsiteX503" fmla="*/ 113186 w 758288"/>
                  <a:gd name="connsiteY503" fmla="*/ 533565 h 542796"/>
                  <a:gd name="connsiteX504" fmla="*/ 112041 w 758288"/>
                  <a:gd name="connsiteY504" fmla="*/ 529515 h 542796"/>
                  <a:gd name="connsiteX505" fmla="*/ 107572 w 758288"/>
                  <a:gd name="connsiteY505" fmla="*/ 529515 h 542796"/>
                  <a:gd name="connsiteX506" fmla="*/ 106678 w 758288"/>
                  <a:gd name="connsiteY506" fmla="*/ 500912 h 542796"/>
                  <a:gd name="connsiteX507" fmla="*/ 101315 w 758288"/>
                  <a:gd name="connsiteY507" fmla="*/ 500912 h 542796"/>
                  <a:gd name="connsiteX508" fmla="*/ 101261 w 758288"/>
                  <a:gd name="connsiteY508" fmla="*/ 498686 h 542796"/>
                  <a:gd name="connsiteX509" fmla="*/ 100980 w 758288"/>
                  <a:gd name="connsiteY509" fmla="*/ 488678 h 542796"/>
                  <a:gd name="connsiteX510" fmla="*/ 100896 w 758288"/>
                  <a:gd name="connsiteY510" fmla="*/ 485174 h 542796"/>
                  <a:gd name="connsiteX511" fmla="*/ 100791 w 758288"/>
                  <a:gd name="connsiteY511" fmla="*/ 481796 h 542796"/>
                  <a:gd name="connsiteX512" fmla="*/ 100706 w 758288"/>
                  <a:gd name="connsiteY512" fmla="*/ 478689 h 542796"/>
                  <a:gd name="connsiteX513" fmla="*/ 98633 w 758288"/>
                  <a:gd name="connsiteY513" fmla="*/ 471415 h 542796"/>
                  <a:gd name="connsiteX514" fmla="*/ 95058 w 758288"/>
                  <a:gd name="connsiteY514" fmla="*/ 470522 h 542796"/>
                  <a:gd name="connsiteX515" fmla="*/ 94990 w 758288"/>
                  <a:gd name="connsiteY515" fmla="*/ 468926 h 542796"/>
                  <a:gd name="connsiteX516" fmla="*/ 94667 w 758288"/>
                  <a:gd name="connsiteY516" fmla="*/ 461639 h 542796"/>
                  <a:gd name="connsiteX517" fmla="*/ 94560 w 758288"/>
                  <a:gd name="connsiteY517" fmla="*/ 459130 h 542796"/>
                  <a:gd name="connsiteX518" fmla="*/ 93270 w 758288"/>
                  <a:gd name="connsiteY518" fmla="*/ 443706 h 542796"/>
                  <a:gd name="connsiteX519" fmla="*/ 87907 w 758288"/>
                  <a:gd name="connsiteY519" fmla="*/ 441919 h 542796"/>
                  <a:gd name="connsiteX520" fmla="*/ 87839 w 758288"/>
                  <a:gd name="connsiteY520" fmla="*/ 439485 h 542796"/>
                  <a:gd name="connsiteX521" fmla="*/ 87574 w 758288"/>
                  <a:gd name="connsiteY521" fmla="*/ 430560 h 542796"/>
                  <a:gd name="connsiteX522" fmla="*/ 87463 w 758288"/>
                  <a:gd name="connsiteY522" fmla="*/ 426695 h 542796"/>
                  <a:gd name="connsiteX523" fmla="*/ 87296 w 758288"/>
                  <a:gd name="connsiteY523" fmla="*/ 421144 h 542796"/>
                  <a:gd name="connsiteX524" fmla="*/ 87197 w 758288"/>
                  <a:gd name="connsiteY524" fmla="*/ 417768 h 542796"/>
                  <a:gd name="connsiteX525" fmla="*/ 86119 w 758288"/>
                  <a:gd name="connsiteY525" fmla="*/ 413316 h 542796"/>
                  <a:gd name="connsiteX526" fmla="*/ 81650 w 758288"/>
                  <a:gd name="connsiteY526" fmla="*/ 413316 h 542796"/>
                  <a:gd name="connsiteX527" fmla="*/ 81597 w 758288"/>
                  <a:gd name="connsiteY527" fmla="*/ 410883 h 542796"/>
                  <a:gd name="connsiteX528" fmla="*/ 81367 w 758288"/>
                  <a:gd name="connsiteY528" fmla="*/ 401957 h 542796"/>
                  <a:gd name="connsiteX529" fmla="*/ 81273 w 758288"/>
                  <a:gd name="connsiteY529" fmla="*/ 398092 h 542796"/>
                  <a:gd name="connsiteX530" fmla="*/ 81127 w 758288"/>
                  <a:gd name="connsiteY530" fmla="*/ 392541 h 542796"/>
                  <a:gd name="connsiteX531" fmla="*/ 81041 w 758288"/>
                  <a:gd name="connsiteY531" fmla="*/ 389165 h 542796"/>
                  <a:gd name="connsiteX532" fmla="*/ 78969 w 758288"/>
                  <a:gd name="connsiteY532" fmla="*/ 384713 h 542796"/>
                  <a:gd name="connsiteX533" fmla="*/ 75393 w 758288"/>
                  <a:gd name="connsiteY533" fmla="*/ 384713 h 542796"/>
                  <a:gd name="connsiteX534" fmla="*/ 75340 w 758288"/>
                  <a:gd name="connsiteY534" fmla="*/ 382583 h 542796"/>
                  <a:gd name="connsiteX535" fmla="*/ 75058 w 758288"/>
                  <a:gd name="connsiteY535" fmla="*/ 372981 h 542796"/>
                  <a:gd name="connsiteX536" fmla="*/ 74974 w 758288"/>
                  <a:gd name="connsiteY536" fmla="*/ 369629 h 542796"/>
                  <a:gd name="connsiteX537" fmla="*/ 74870 w 758288"/>
                  <a:gd name="connsiteY537" fmla="*/ 366382 h 542796"/>
                  <a:gd name="connsiteX538" fmla="*/ 74785 w 758288"/>
                  <a:gd name="connsiteY538" fmla="*/ 363403 h 542796"/>
                  <a:gd name="connsiteX539" fmla="*/ 72712 w 758288"/>
                  <a:gd name="connsiteY539" fmla="*/ 355216 h 542796"/>
                  <a:gd name="connsiteX540" fmla="*/ 69136 w 758288"/>
                  <a:gd name="connsiteY540" fmla="*/ 354322 h 542796"/>
                  <a:gd name="connsiteX541" fmla="*/ 68218 w 758288"/>
                  <a:gd name="connsiteY541" fmla="*/ 347824 h 542796"/>
                  <a:gd name="connsiteX542" fmla="*/ 68251 w 758288"/>
                  <a:gd name="connsiteY542" fmla="*/ 344970 h 542796"/>
                  <a:gd name="connsiteX543" fmla="*/ 68356 w 758288"/>
                  <a:gd name="connsiteY543" fmla="*/ 339013 h 542796"/>
                  <a:gd name="connsiteX544" fmla="*/ 68386 w 758288"/>
                  <a:gd name="connsiteY544" fmla="*/ 336149 h 542796"/>
                  <a:gd name="connsiteX545" fmla="*/ 68431 w 758288"/>
                  <a:gd name="connsiteY545" fmla="*/ 333531 h 542796"/>
                  <a:gd name="connsiteX546" fmla="*/ 66455 w 758288"/>
                  <a:gd name="connsiteY546" fmla="*/ 326613 h 542796"/>
                  <a:gd name="connsiteX547" fmla="*/ 61986 w 758288"/>
                  <a:gd name="connsiteY547" fmla="*/ 325719 h 542796"/>
                  <a:gd name="connsiteX548" fmla="*/ 61918 w 758288"/>
                  <a:gd name="connsiteY548" fmla="*/ 323286 h 542796"/>
                  <a:gd name="connsiteX549" fmla="*/ 61653 w 758288"/>
                  <a:gd name="connsiteY549" fmla="*/ 314361 h 542796"/>
                  <a:gd name="connsiteX550" fmla="*/ 61541 w 758288"/>
                  <a:gd name="connsiteY550" fmla="*/ 310496 h 542796"/>
                  <a:gd name="connsiteX551" fmla="*/ 61375 w 758288"/>
                  <a:gd name="connsiteY551" fmla="*/ 304944 h 542796"/>
                  <a:gd name="connsiteX552" fmla="*/ 61275 w 758288"/>
                  <a:gd name="connsiteY552" fmla="*/ 301569 h 542796"/>
                  <a:gd name="connsiteX553" fmla="*/ 60198 w 758288"/>
                  <a:gd name="connsiteY553" fmla="*/ 297116 h 542796"/>
                  <a:gd name="connsiteX554" fmla="*/ 55729 w 758288"/>
                  <a:gd name="connsiteY554" fmla="*/ 297116 h 542796"/>
                  <a:gd name="connsiteX555" fmla="*/ 55675 w 758288"/>
                  <a:gd name="connsiteY555" fmla="*/ 294779 h 542796"/>
                  <a:gd name="connsiteX556" fmla="*/ 55445 w 758288"/>
                  <a:gd name="connsiteY556" fmla="*/ 286189 h 542796"/>
                  <a:gd name="connsiteX557" fmla="*/ 55352 w 758288"/>
                  <a:gd name="connsiteY557" fmla="*/ 282472 h 542796"/>
                  <a:gd name="connsiteX558" fmla="*/ 55205 w 758288"/>
                  <a:gd name="connsiteY558" fmla="*/ 277127 h 542796"/>
                  <a:gd name="connsiteX559" fmla="*/ 55120 w 758288"/>
                  <a:gd name="connsiteY559" fmla="*/ 273879 h 542796"/>
                  <a:gd name="connsiteX560" fmla="*/ 53047 w 758288"/>
                  <a:gd name="connsiteY560" fmla="*/ 268513 h 542796"/>
                  <a:gd name="connsiteX561" fmla="*/ 49472 w 758288"/>
                  <a:gd name="connsiteY561" fmla="*/ 268513 h 542796"/>
                  <a:gd name="connsiteX562" fmla="*/ 49418 w 758288"/>
                  <a:gd name="connsiteY562" fmla="*/ 266479 h 542796"/>
                  <a:gd name="connsiteX563" fmla="*/ 49137 w 758288"/>
                  <a:gd name="connsiteY563" fmla="*/ 257285 h 542796"/>
                  <a:gd name="connsiteX564" fmla="*/ 49053 w 758288"/>
                  <a:gd name="connsiteY564" fmla="*/ 254084 h 542796"/>
                  <a:gd name="connsiteX565" fmla="*/ 46790 w 758288"/>
                  <a:gd name="connsiteY565" fmla="*/ 239017 h 542796"/>
                  <a:gd name="connsiteX566" fmla="*/ 42321 w 758288"/>
                  <a:gd name="connsiteY566" fmla="*/ 238123 h 542796"/>
                  <a:gd name="connsiteX567" fmla="*/ 41427 w 758288"/>
                  <a:gd name="connsiteY567" fmla="*/ 211308 h 542796"/>
                  <a:gd name="connsiteX568" fmla="*/ 36064 w 758288"/>
                  <a:gd name="connsiteY568" fmla="*/ 210414 h 542796"/>
                  <a:gd name="connsiteX569" fmla="*/ 35996 w 758288"/>
                  <a:gd name="connsiteY569" fmla="*/ 207995 h 542796"/>
                  <a:gd name="connsiteX570" fmla="*/ 35732 w 758288"/>
                  <a:gd name="connsiteY570" fmla="*/ 199104 h 542796"/>
                  <a:gd name="connsiteX571" fmla="*/ 35620 w 758288"/>
                  <a:gd name="connsiteY571" fmla="*/ 195257 h 542796"/>
                  <a:gd name="connsiteX572" fmla="*/ 35453 w 758288"/>
                  <a:gd name="connsiteY572" fmla="*/ 189726 h 542796"/>
                  <a:gd name="connsiteX573" fmla="*/ 35354 w 758288"/>
                  <a:gd name="connsiteY573" fmla="*/ 186364 h 542796"/>
                  <a:gd name="connsiteX574" fmla="*/ 34277 w 758288"/>
                  <a:gd name="connsiteY574" fmla="*/ 180917 h 542796"/>
                  <a:gd name="connsiteX575" fmla="*/ 29807 w 758288"/>
                  <a:gd name="connsiteY575" fmla="*/ 180023 h 542796"/>
                  <a:gd name="connsiteX576" fmla="*/ 28914 w 758288"/>
                  <a:gd name="connsiteY576" fmla="*/ 153208 h 542796"/>
                  <a:gd name="connsiteX577" fmla="*/ 23551 w 758288"/>
                  <a:gd name="connsiteY577" fmla="*/ 152314 h 542796"/>
                  <a:gd name="connsiteX578" fmla="*/ 23386 w 758288"/>
                  <a:gd name="connsiteY578" fmla="*/ 148913 h 542796"/>
                  <a:gd name="connsiteX579" fmla="*/ 22771 w 758288"/>
                  <a:gd name="connsiteY579" fmla="*/ 137413 h 542796"/>
                  <a:gd name="connsiteX580" fmla="*/ 22524 w 758288"/>
                  <a:gd name="connsiteY580" fmla="*/ 132276 h 542796"/>
                  <a:gd name="connsiteX581" fmla="*/ 21763 w 758288"/>
                  <a:gd name="connsiteY581" fmla="*/ 126393 h 542796"/>
                  <a:gd name="connsiteX582" fmla="*/ 18187 w 758288"/>
                  <a:gd name="connsiteY582" fmla="*/ 124605 h 542796"/>
                  <a:gd name="connsiteX583" fmla="*/ 16400 w 758288"/>
                  <a:gd name="connsiteY583" fmla="*/ 123711 h 542796"/>
                  <a:gd name="connsiteX584" fmla="*/ 15506 w 758288"/>
                  <a:gd name="connsiteY584" fmla="*/ 96002 h 542796"/>
                  <a:gd name="connsiteX585" fmla="*/ 10143 w 758288"/>
                  <a:gd name="connsiteY585" fmla="*/ 95108 h 542796"/>
                  <a:gd name="connsiteX586" fmla="*/ 10089 w 758288"/>
                  <a:gd name="connsiteY586" fmla="*/ 92867 h 542796"/>
                  <a:gd name="connsiteX587" fmla="*/ 9808 w 758288"/>
                  <a:gd name="connsiteY587" fmla="*/ 82818 h 542796"/>
                  <a:gd name="connsiteX588" fmla="*/ 9724 w 758288"/>
                  <a:gd name="connsiteY588" fmla="*/ 79291 h 542796"/>
                  <a:gd name="connsiteX589" fmla="*/ 9619 w 758288"/>
                  <a:gd name="connsiteY589" fmla="*/ 75905 h 542796"/>
                  <a:gd name="connsiteX590" fmla="*/ 9534 w 758288"/>
                  <a:gd name="connsiteY590" fmla="*/ 72784 h 542796"/>
                  <a:gd name="connsiteX591" fmla="*/ 7461 w 758288"/>
                  <a:gd name="connsiteY591" fmla="*/ 66505 h 542796"/>
                  <a:gd name="connsiteX592" fmla="*/ 3886 w 758288"/>
                  <a:gd name="connsiteY592" fmla="*/ 66505 h 542796"/>
                  <a:gd name="connsiteX593" fmla="*/ 3847 w 758288"/>
                  <a:gd name="connsiteY593" fmla="*/ 63990 h 542796"/>
                  <a:gd name="connsiteX594" fmla="*/ 3651 w 758288"/>
                  <a:gd name="connsiteY594" fmla="*/ 54765 h 542796"/>
                  <a:gd name="connsiteX595" fmla="*/ 3576 w 758288"/>
                  <a:gd name="connsiteY595" fmla="*/ 50770 h 542796"/>
                  <a:gd name="connsiteX596" fmla="*/ 3450 w 758288"/>
                  <a:gd name="connsiteY596" fmla="*/ 45032 h 542796"/>
                  <a:gd name="connsiteX597" fmla="*/ 3379 w 758288"/>
                  <a:gd name="connsiteY597" fmla="*/ 41543 h 542796"/>
                  <a:gd name="connsiteX598" fmla="*/ 2992 w 758288"/>
                  <a:gd name="connsiteY598" fmla="*/ 38796 h 542796"/>
                  <a:gd name="connsiteX599" fmla="*/ 311 w 758288"/>
                  <a:gd name="connsiteY599" fmla="*/ 37008 h 542796"/>
                  <a:gd name="connsiteX600" fmla="*/ 6 w 758288"/>
                  <a:gd name="connsiteY600" fmla="*/ 33441 h 542796"/>
                  <a:gd name="connsiteX601" fmla="*/ 7 w 758288"/>
                  <a:gd name="connsiteY601" fmla="*/ 31218 h 542796"/>
                  <a:gd name="connsiteX602" fmla="*/ 49 w 758288"/>
                  <a:gd name="connsiteY602" fmla="*/ 28817 h 542796"/>
                  <a:gd name="connsiteX603" fmla="*/ 60 w 758288"/>
                  <a:gd name="connsiteY603" fmla="*/ 26360 h 542796"/>
                  <a:gd name="connsiteX604" fmla="*/ 143 w 758288"/>
                  <a:gd name="connsiteY604" fmla="*/ 18573 h 542796"/>
                  <a:gd name="connsiteX605" fmla="*/ 180 w 758288"/>
                  <a:gd name="connsiteY605" fmla="*/ 13301 h 542796"/>
                  <a:gd name="connsiteX606" fmla="*/ 311 w 758288"/>
                  <a:gd name="connsiteY606" fmla="*/ 361 h 54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758288" h="542796">
                    <a:moveTo>
                      <a:pt x="311" y="361"/>
                    </a:moveTo>
                    <a:cubicBezTo>
                      <a:pt x="21343" y="340"/>
                      <a:pt x="42376" y="324"/>
                      <a:pt x="63408" y="315"/>
                    </a:cubicBezTo>
                    <a:cubicBezTo>
                      <a:pt x="73173" y="310"/>
                      <a:pt x="82939" y="304"/>
                      <a:pt x="92704" y="293"/>
                    </a:cubicBezTo>
                    <a:cubicBezTo>
                      <a:pt x="101214" y="285"/>
                      <a:pt x="109724" y="279"/>
                      <a:pt x="118234" y="277"/>
                    </a:cubicBezTo>
                    <a:cubicBezTo>
                      <a:pt x="122741" y="276"/>
                      <a:pt x="127249" y="273"/>
                      <a:pt x="131756" y="266"/>
                    </a:cubicBezTo>
                    <a:cubicBezTo>
                      <a:pt x="135996" y="260"/>
                      <a:pt x="140237" y="258"/>
                      <a:pt x="144477" y="260"/>
                    </a:cubicBezTo>
                    <a:cubicBezTo>
                      <a:pt x="146035" y="260"/>
                      <a:pt x="147594" y="258"/>
                      <a:pt x="149152" y="254"/>
                    </a:cubicBezTo>
                    <a:cubicBezTo>
                      <a:pt x="151276" y="250"/>
                      <a:pt x="153400" y="251"/>
                      <a:pt x="155524" y="253"/>
                    </a:cubicBezTo>
                    <a:cubicBezTo>
                      <a:pt x="156143" y="251"/>
                      <a:pt x="156762" y="248"/>
                      <a:pt x="157400" y="246"/>
                    </a:cubicBezTo>
                    <a:cubicBezTo>
                      <a:pt x="160290" y="255"/>
                      <a:pt x="162907" y="371"/>
                      <a:pt x="165671" y="1255"/>
                    </a:cubicBezTo>
                    <a:cubicBezTo>
                      <a:pt x="165689" y="1845"/>
                      <a:pt x="165707" y="2435"/>
                      <a:pt x="165725" y="3043"/>
                    </a:cubicBezTo>
                    <a:cubicBezTo>
                      <a:pt x="165811" y="5743"/>
                      <a:pt x="165909" y="8443"/>
                      <a:pt x="166007" y="11143"/>
                    </a:cubicBezTo>
                    <a:cubicBezTo>
                      <a:pt x="166048" y="12535"/>
                      <a:pt x="166048" y="12535"/>
                      <a:pt x="166090" y="13955"/>
                    </a:cubicBezTo>
                    <a:cubicBezTo>
                      <a:pt x="166281" y="18959"/>
                      <a:pt x="166700" y="23334"/>
                      <a:pt x="168353" y="28070"/>
                    </a:cubicBezTo>
                    <a:cubicBezTo>
                      <a:pt x="169533" y="28070"/>
                      <a:pt x="170713" y="28070"/>
                      <a:pt x="171928" y="28070"/>
                    </a:cubicBezTo>
                    <a:cubicBezTo>
                      <a:pt x="172962" y="31331"/>
                      <a:pt x="172897" y="34362"/>
                      <a:pt x="172847" y="37766"/>
                    </a:cubicBezTo>
                    <a:cubicBezTo>
                      <a:pt x="172835" y="38964"/>
                      <a:pt x="172824" y="40162"/>
                      <a:pt x="172813" y="41361"/>
                    </a:cubicBezTo>
                    <a:cubicBezTo>
                      <a:pt x="172791" y="43240"/>
                      <a:pt x="172766" y="45119"/>
                      <a:pt x="172736" y="46998"/>
                    </a:cubicBezTo>
                    <a:cubicBezTo>
                      <a:pt x="172709" y="48818"/>
                      <a:pt x="172693" y="50638"/>
                      <a:pt x="172679" y="52459"/>
                    </a:cubicBezTo>
                    <a:cubicBezTo>
                      <a:pt x="172664" y="53545"/>
                      <a:pt x="172649" y="54632"/>
                      <a:pt x="172633" y="55751"/>
                    </a:cubicBezTo>
                    <a:cubicBezTo>
                      <a:pt x="172608" y="58620"/>
                      <a:pt x="172608" y="58620"/>
                      <a:pt x="174610" y="61142"/>
                    </a:cubicBezTo>
                    <a:cubicBezTo>
                      <a:pt x="176901" y="61794"/>
                      <a:pt x="176901" y="61794"/>
                      <a:pt x="179079" y="62036"/>
                    </a:cubicBezTo>
                    <a:cubicBezTo>
                      <a:pt x="179101" y="62947"/>
                      <a:pt x="179124" y="63859"/>
                      <a:pt x="179147" y="64797"/>
                    </a:cubicBezTo>
                    <a:cubicBezTo>
                      <a:pt x="179231" y="68172"/>
                      <a:pt x="179321" y="71547"/>
                      <a:pt x="179412" y="74922"/>
                    </a:cubicBezTo>
                    <a:cubicBezTo>
                      <a:pt x="179451" y="76384"/>
                      <a:pt x="179488" y="77846"/>
                      <a:pt x="179524" y="79307"/>
                    </a:cubicBezTo>
                    <a:cubicBezTo>
                      <a:pt x="179575" y="81406"/>
                      <a:pt x="179632" y="83505"/>
                      <a:pt x="179690" y="85604"/>
                    </a:cubicBezTo>
                    <a:cubicBezTo>
                      <a:pt x="179712" y="86587"/>
                      <a:pt x="179712" y="86587"/>
                      <a:pt x="179735" y="87591"/>
                    </a:cubicBezTo>
                    <a:cubicBezTo>
                      <a:pt x="179782" y="91016"/>
                      <a:pt x="179782" y="91016"/>
                      <a:pt x="180867" y="94214"/>
                    </a:cubicBezTo>
                    <a:cubicBezTo>
                      <a:pt x="182342" y="94214"/>
                      <a:pt x="183816" y="94214"/>
                      <a:pt x="185336" y="94214"/>
                    </a:cubicBezTo>
                    <a:cubicBezTo>
                      <a:pt x="185354" y="95116"/>
                      <a:pt x="185371" y="96018"/>
                      <a:pt x="185390" y="96947"/>
                    </a:cubicBezTo>
                    <a:cubicBezTo>
                      <a:pt x="185458" y="100299"/>
                      <a:pt x="185537" y="103651"/>
                      <a:pt x="185620" y="107002"/>
                    </a:cubicBezTo>
                    <a:cubicBezTo>
                      <a:pt x="185654" y="108452"/>
                      <a:pt x="185685" y="109901"/>
                      <a:pt x="185713" y="111351"/>
                    </a:cubicBezTo>
                    <a:cubicBezTo>
                      <a:pt x="185754" y="113437"/>
                      <a:pt x="185806" y="115522"/>
                      <a:pt x="185860" y="117608"/>
                    </a:cubicBezTo>
                    <a:cubicBezTo>
                      <a:pt x="185875" y="118577"/>
                      <a:pt x="185875" y="118577"/>
                      <a:pt x="185891" y="119566"/>
                    </a:cubicBezTo>
                    <a:cubicBezTo>
                      <a:pt x="185987" y="122859"/>
                      <a:pt x="186209" y="125376"/>
                      <a:pt x="188017" y="128180"/>
                    </a:cubicBezTo>
                    <a:cubicBezTo>
                      <a:pt x="189197" y="128180"/>
                      <a:pt x="190377" y="128180"/>
                      <a:pt x="191593" y="128180"/>
                    </a:cubicBezTo>
                    <a:cubicBezTo>
                      <a:pt x="191615" y="128987"/>
                      <a:pt x="191638" y="129794"/>
                      <a:pt x="191661" y="130625"/>
                    </a:cubicBezTo>
                    <a:cubicBezTo>
                      <a:pt x="191746" y="133642"/>
                      <a:pt x="191835" y="136658"/>
                      <a:pt x="191926" y="139675"/>
                    </a:cubicBezTo>
                    <a:cubicBezTo>
                      <a:pt x="191964" y="140976"/>
                      <a:pt x="192001" y="142278"/>
                      <a:pt x="192037" y="143579"/>
                    </a:cubicBezTo>
                    <a:cubicBezTo>
                      <a:pt x="192089" y="145458"/>
                      <a:pt x="192146" y="147338"/>
                      <a:pt x="192204" y="149217"/>
                    </a:cubicBezTo>
                    <a:cubicBezTo>
                      <a:pt x="192237" y="150345"/>
                      <a:pt x="192269" y="151473"/>
                      <a:pt x="192303" y="152635"/>
                    </a:cubicBezTo>
                    <a:cubicBezTo>
                      <a:pt x="192364" y="153709"/>
                      <a:pt x="192424" y="154783"/>
                      <a:pt x="192487" y="155889"/>
                    </a:cubicBezTo>
                    <a:cubicBezTo>
                      <a:pt x="192529" y="157004"/>
                      <a:pt x="192572" y="158119"/>
                      <a:pt x="192616" y="159267"/>
                    </a:cubicBezTo>
                    <a:cubicBezTo>
                      <a:pt x="192868" y="160217"/>
                      <a:pt x="193121" y="161167"/>
                      <a:pt x="193380" y="162146"/>
                    </a:cubicBezTo>
                    <a:cubicBezTo>
                      <a:pt x="195150" y="163031"/>
                      <a:pt x="196920" y="163916"/>
                      <a:pt x="198744" y="164828"/>
                    </a:cubicBezTo>
                    <a:cubicBezTo>
                      <a:pt x="199038" y="175742"/>
                      <a:pt x="199333" y="186655"/>
                      <a:pt x="199637" y="197900"/>
                    </a:cubicBezTo>
                    <a:cubicBezTo>
                      <a:pt x="201407" y="197900"/>
                      <a:pt x="203177" y="197900"/>
                      <a:pt x="205000" y="197900"/>
                    </a:cubicBezTo>
                    <a:cubicBezTo>
                      <a:pt x="205018" y="198834"/>
                      <a:pt x="205036" y="199767"/>
                      <a:pt x="205054" y="200729"/>
                    </a:cubicBezTo>
                    <a:cubicBezTo>
                      <a:pt x="205122" y="204193"/>
                      <a:pt x="205201" y="207656"/>
                      <a:pt x="205284" y="211119"/>
                    </a:cubicBezTo>
                    <a:cubicBezTo>
                      <a:pt x="205318" y="212618"/>
                      <a:pt x="205349" y="214117"/>
                      <a:pt x="205377" y="215616"/>
                    </a:cubicBezTo>
                    <a:cubicBezTo>
                      <a:pt x="205418" y="217771"/>
                      <a:pt x="205470" y="219925"/>
                      <a:pt x="205524" y="222079"/>
                    </a:cubicBezTo>
                    <a:cubicBezTo>
                      <a:pt x="205540" y="223085"/>
                      <a:pt x="205540" y="223085"/>
                      <a:pt x="205555" y="224111"/>
                    </a:cubicBezTo>
                    <a:cubicBezTo>
                      <a:pt x="205650" y="227451"/>
                      <a:pt x="205784" y="229018"/>
                      <a:pt x="207682" y="231866"/>
                    </a:cubicBezTo>
                    <a:cubicBezTo>
                      <a:pt x="208862" y="231866"/>
                      <a:pt x="210042" y="231866"/>
                      <a:pt x="211257" y="231866"/>
                    </a:cubicBezTo>
                    <a:cubicBezTo>
                      <a:pt x="211277" y="233143"/>
                      <a:pt x="211277" y="233143"/>
                      <a:pt x="211297" y="234446"/>
                    </a:cubicBezTo>
                    <a:cubicBezTo>
                      <a:pt x="211349" y="237640"/>
                      <a:pt x="211418" y="240833"/>
                      <a:pt x="211492" y="244026"/>
                    </a:cubicBezTo>
                    <a:cubicBezTo>
                      <a:pt x="211521" y="245402"/>
                      <a:pt x="211547" y="246778"/>
                      <a:pt x="211567" y="248153"/>
                    </a:cubicBezTo>
                    <a:cubicBezTo>
                      <a:pt x="211681" y="255653"/>
                      <a:pt x="211953" y="262378"/>
                      <a:pt x="214833" y="269407"/>
                    </a:cubicBezTo>
                    <a:cubicBezTo>
                      <a:pt x="215225" y="271056"/>
                      <a:pt x="215589" y="272712"/>
                      <a:pt x="215894" y="274379"/>
                    </a:cubicBezTo>
                    <a:cubicBezTo>
                      <a:pt x="216036" y="275136"/>
                      <a:pt x="216178" y="275893"/>
                      <a:pt x="216324" y="276673"/>
                    </a:cubicBezTo>
                    <a:cubicBezTo>
                      <a:pt x="216422" y="277225"/>
                      <a:pt x="216519" y="277777"/>
                      <a:pt x="216620" y="278346"/>
                    </a:cubicBezTo>
                    <a:cubicBezTo>
                      <a:pt x="217210" y="278346"/>
                      <a:pt x="217800" y="278346"/>
                      <a:pt x="218408" y="278346"/>
                    </a:cubicBezTo>
                    <a:cubicBezTo>
                      <a:pt x="218408" y="270971"/>
                      <a:pt x="218408" y="263597"/>
                      <a:pt x="218408" y="256000"/>
                    </a:cubicBezTo>
                    <a:cubicBezTo>
                      <a:pt x="219883" y="255705"/>
                      <a:pt x="221358" y="255410"/>
                      <a:pt x="222877" y="255106"/>
                    </a:cubicBezTo>
                    <a:cubicBezTo>
                      <a:pt x="223977" y="252906"/>
                      <a:pt x="223955" y="251300"/>
                      <a:pt x="224054" y="248842"/>
                    </a:cubicBezTo>
                    <a:cubicBezTo>
                      <a:pt x="224091" y="247960"/>
                      <a:pt x="224129" y="247079"/>
                      <a:pt x="224167" y="246171"/>
                    </a:cubicBezTo>
                    <a:cubicBezTo>
                      <a:pt x="224203" y="245248"/>
                      <a:pt x="224238" y="244325"/>
                      <a:pt x="224274" y="243374"/>
                    </a:cubicBezTo>
                    <a:cubicBezTo>
                      <a:pt x="224332" y="241979"/>
                      <a:pt x="224332" y="241979"/>
                      <a:pt x="224391" y="240556"/>
                    </a:cubicBezTo>
                    <a:cubicBezTo>
                      <a:pt x="224486" y="238256"/>
                      <a:pt x="224577" y="235955"/>
                      <a:pt x="224665" y="233654"/>
                    </a:cubicBezTo>
                    <a:cubicBezTo>
                      <a:pt x="226140" y="233654"/>
                      <a:pt x="227615" y="233654"/>
                      <a:pt x="229134" y="233654"/>
                    </a:cubicBezTo>
                    <a:cubicBezTo>
                      <a:pt x="230284" y="231355"/>
                      <a:pt x="230216" y="229570"/>
                      <a:pt x="230311" y="226999"/>
                    </a:cubicBezTo>
                    <a:cubicBezTo>
                      <a:pt x="230348" y="226037"/>
                      <a:pt x="230386" y="225074"/>
                      <a:pt x="230424" y="224083"/>
                    </a:cubicBezTo>
                    <a:cubicBezTo>
                      <a:pt x="230477" y="222571"/>
                      <a:pt x="230477" y="222571"/>
                      <a:pt x="230531" y="221028"/>
                    </a:cubicBezTo>
                    <a:cubicBezTo>
                      <a:pt x="230569" y="220013"/>
                      <a:pt x="230608" y="218998"/>
                      <a:pt x="230648" y="217952"/>
                    </a:cubicBezTo>
                    <a:cubicBezTo>
                      <a:pt x="230743" y="215439"/>
                      <a:pt x="230834" y="212927"/>
                      <a:pt x="230922" y="210414"/>
                    </a:cubicBezTo>
                    <a:cubicBezTo>
                      <a:pt x="232692" y="210119"/>
                      <a:pt x="234461" y="209824"/>
                      <a:pt x="236285" y="209520"/>
                    </a:cubicBezTo>
                    <a:cubicBezTo>
                      <a:pt x="237080" y="204353"/>
                      <a:pt x="237232" y="199401"/>
                      <a:pt x="237123" y="194174"/>
                    </a:cubicBezTo>
                    <a:cubicBezTo>
                      <a:pt x="237177" y="191727"/>
                      <a:pt x="237516" y="189552"/>
                      <a:pt x="238073" y="187174"/>
                    </a:cubicBezTo>
                    <a:cubicBezTo>
                      <a:pt x="238626" y="187100"/>
                      <a:pt x="239179" y="187026"/>
                      <a:pt x="239749" y="186950"/>
                    </a:cubicBezTo>
                    <a:cubicBezTo>
                      <a:pt x="241754" y="186461"/>
                      <a:pt x="241754" y="186461"/>
                      <a:pt x="242637" y="184741"/>
                    </a:cubicBezTo>
                    <a:cubicBezTo>
                      <a:pt x="243551" y="182410"/>
                      <a:pt x="243719" y="180553"/>
                      <a:pt x="243806" y="178054"/>
                    </a:cubicBezTo>
                    <a:cubicBezTo>
                      <a:pt x="243840" y="177178"/>
                      <a:pt x="243875" y="176302"/>
                      <a:pt x="243910" y="175400"/>
                    </a:cubicBezTo>
                    <a:cubicBezTo>
                      <a:pt x="243938" y="174492"/>
                      <a:pt x="243966" y="173584"/>
                      <a:pt x="243994" y="172649"/>
                    </a:cubicBezTo>
                    <a:cubicBezTo>
                      <a:pt x="244029" y="171727"/>
                      <a:pt x="244063" y="170805"/>
                      <a:pt x="244099" y="169856"/>
                    </a:cubicBezTo>
                    <a:cubicBezTo>
                      <a:pt x="244183" y="167584"/>
                      <a:pt x="244260" y="165312"/>
                      <a:pt x="244329" y="163040"/>
                    </a:cubicBezTo>
                    <a:cubicBezTo>
                      <a:pt x="245048" y="162929"/>
                      <a:pt x="245767" y="162819"/>
                      <a:pt x="246508" y="162705"/>
                    </a:cubicBezTo>
                    <a:cubicBezTo>
                      <a:pt x="247264" y="162521"/>
                      <a:pt x="248020" y="162336"/>
                      <a:pt x="248799" y="162146"/>
                    </a:cubicBezTo>
                    <a:cubicBezTo>
                      <a:pt x="249923" y="159897"/>
                      <a:pt x="249879" y="158202"/>
                      <a:pt x="249975" y="155687"/>
                    </a:cubicBezTo>
                    <a:cubicBezTo>
                      <a:pt x="250013" y="154765"/>
                      <a:pt x="250050" y="153843"/>
                      <a:pt x="250089" y="152894"/>
                    </a:cubicBezTo>
                    <a:cubicBezTo>
                      <a:pt x="250141" y="151445"/>
                      <a:pt x="250141" y="151445"/>
                      <a:pt x="250195" y="149968"/>
                    </a:cubicBezTo>
                    <a:cubicBezTo>
                      <a:pt x="250234" y="148995"/>
                      <a:pt x="250272" y="148023"/>
                      <a:pt x="250312" y="147021"/>
                    </a:cubicBezTo>
                    <a:cubicBezTo>
                      <a:pt x="250407" y="144614"/>
                      <a:pt x="250498" y="142207"/>
                      <a:pt x="250586" y="139800"/>
                    </a:cubicBezTo>
                    <a:cubicBezTo>
                      <a:pt x="252061" y="139800"/>
                      <a:pt x="253536" y="139800"/>
                      <a:pt x="255056" y="139800"/>
                    </a:cubicBezTo>
                    <a:cubicBezTo>
                      <a:pt x="256155" y="137600"/>
                      <a:pt x="256133" y="135994"/>
                      <a:pt x="256232" y="133536"/>
                    </a:cubicBezTo>
                    <a:cubicBezTo>
                      <a:pt x="256270" y="132655"/>
                      <a:pt x="256307" y="131773"/>
                      <a:pt x="256346" y="130865"/>
                    </a:cubicBezTo>
                    <a:cubicBezTo>
                      <a:pt x="256398" y="129481"/>
                      <a:pt x="256398" y="129481"/>
                      <a:pt x="256452" y="128069"/>
                    </a:cubicBezTo>
                    <a:cubicBezTo>
                      <a:pt x="256491" y="127139"/>
                      <a:pt x="256529" y="126209"/>
                      <a:pt x="256569" y="125251"/>
                    </a:cubicBezTo>
                    <a:cubicBezTo>
                      <a:pt x="256664" y="122950"/>
                      <a:pt x="256755" y="120649"/>
                      <a:pt x="256843" y="118348"/>
                    </a:cubicBezTo>
                    <a:cubicBezTo>
                      <a:pt x="258613" y="117758"/>
                      <a:pt x="260383" y="117168"/>
                      <a:pt x="262206" y="116560"/>
                    </a:cubicBezTo>
                    <a:cubicBezTo>
                      <a:pt x="263128" y="111837"/>
                      <a:pt x="263383" y="107165"/>
                      <a:pt x="263603" y="102371"/>
                    </a:cubicBezTo>
                    <a:cubicBezTo>
                      <a:pt x="263642" y="101585"/>
                      <a:pt x="263680" y="100799"/>
                      <a:pt x="263720" y="99989"/>
                    </a:cubicBezTo>
                    <a:cubicBezTo>
                      <a:pt x="263814" y="98064"/>
                      <a:pt x="263904" y="96139"/>
                      <a:pt x="263994" y="94214"/>
                    </a:cubicBezTo>
                    <a:cubicBezTo>
                      <a:pt x="264713" y="94104"/>
                      <a:pt x="265432" y="93993"/>
                      <a:pt x="266173" y="93879"/>
                    </a:cubicBezTo>
                    <a:cubicBezTo>
                      <a:pt x="266929" y="93695"/>
                      <a:pt x="267684" y="93510"/>
                      <a:pt x="268463" y="93320"/>
                    </a:cubicBezTo>
                    <a:cubicBezTo>
                      <a:pt x="269588" y="91071"/>
                      <a:pt x="269543" y="89376"/>
                      <a:pt x="269640" y="86861"/>
                    </a:cubicBezTo>
                    <a:cubicBezTo>
                      <a:pt x="269677" y="85939"/>
                      <a:pt x="269715" y="85018"/>
                      <a:pt x="269753" y="84068"/>
                    </a:cubicBezTo>
                    <a:cubicBezTo>
                      <a:pt x="269806" y="82619"/>
                      <a:pt x="269806" y="82619"/>
                      <a:pt x="269860" y="81142"/>
                    </a:cubicBezTo>
                    <a:cubicBezTo>
                      <a:pt x="269898" y="80169"/>
                      <a:pt x="269937" y="79197"/>
                      <a:pt x="269977" y="78195"/>
                    </a:cubicBezTo>
                    <a:cubicBezTo>
                      <a:pt x="270072" y="75788"/>
                      <a:pt x="270163" y="73381"/>
                      <a:pt x="270251" y="70974"/>
                    </a:cubicBezTo>
                    <a:cubicBezTo>
                      <a:pt x="271726" y="70679"/>
                      <a:pt x="273201" y="70384"/>
                      <a:pt x="274720" y="70081"/>
                    </a:cubicBezTo>
                    <a:cubicBezTo>
                      <a:pt x="275609" y="67414"/>
                      <a:pt x="275789" y="65432"/>
                      <a:pt x="275897" y="62640"/>
                    </a:cubicBezTo>
                    <a:cubicBezTo>
                      <a:pt x="275934" y="61721"/>
                      <a:pt x="275972" y="60802"/>
                      <a:pt x="276010" y="59856"/>
                    </a:cubicBezTo>
                    <a:cubicBezTo>
                      <a:pt x="276063" y="58418"/>
                      <a:pt x="276063" y="58418"/>
                      <a:pt x="276117" y="56952"/>
                    </a:cubicBezTo>
                    <a:cubicBezTo>
                      <a:pt x="276155" y="55984"/>
                      <a:pt x="276194" y="55015"/>
                      <a:pt x="276234" y="54018"/>
                    </a:cubicBezTo>
                    <a:cubicBezTo>
                      <a:pt x="276329" y="51625"/>
                      <a:pt x="276420" y="49233"/>
                      <a:pt x="276508" y="46841"/>
                    </a:cubicBezTo>
                    <a:cubicBezTo>
                      <a:pt x="277983" y="46841"/>
                      <a:pt x="279457" y="46841"/>
                      <a:pt x="280977" y="46841"/>
                    </a:cubicBezTo>
                    <a:cubicBezTo>
                      <a:pt x="282077" y="44641"/>
                      <a:pt x="282055" y="43035"/>
                      <a:pt x="282154" y="40577"/>
                    </a:cubicBezTo>
                    <a:cubicBezTo>
                      <a:pt x="282191" y="39695"/>
                      <a:pt x="282229" y="38814"/>
                      <a:pt x="282267" y="37906"/>
                    </a:cubicBezTo>
                    <a:cubicBezTo>
                      <a:pt x="282320" y="36521"/>
                      <a:pt x="282320" y="36521"/>
                      <a:pt x="282374" y="35109"/>
                    </a:cubicBezTo>
                    <a:cubicBezTo>
                      <a:pt x="282412" y="34179"/>
                      <a:pt x="282451" y="33249"/>
                      <a:pt x="282491" y="32291"/>
                    </a:cubicBezTo>
                    <a:cubicBezTo>
                      <a:pt x="282586" y="29990"/>
                      <a:pt x="282677" y="27690"/>
                      <a:pt x="282765" y="25388"/>
                    </a:cubicBezTo>
                    <a:cubicBezTo>
                      <a:pt x="284064" y="24808"/>
                      <a:pt x="284064" y="24808"/>
                      <a:pt x="285390" y="24215"/>
                    </a:cubicBezTo>
                    <a:cubicBezTo>
                      <a:pt x="288376" y="22974"/>
                      <a:pt x="288376" y="22974"/>
                      <a:pt x="289022" y="20025"/>
                    </a:cubicBezTo>
                    <a:cubicBezTo>
                      <a:pt x="289153" y="18572"/>
                      <a:pt x="289243" y="17115"/>
                      <a:pt x="289304" y="15657"/>
                    </a:cubicBezTo>
                    <a:cubicBezTo>
                      <a:pt x="289342" y="14819"/>
                      <a:pt x="289379" y="13981"/>
                      <a:pt x="289418" y="13117"/>
                    </a:cubicBezTo>
                    <a:cubicBezTo>
                      <a:pt x="289471" y="11808"/>
                      <a:pt x="289471" y="11808"/>
                      <a:pt x="289524" y="10473"/>
                    </a:cubicBezTo>
                    <a:cubicBezTo>
                      <a:pt x="289563" y="9589"/>
                      <a:pt x="289602" y="8706"/>
                      <a:pt x="289641" y="7796"/>
                    </a:cubicBezTo>
                    <a:cubicBezTo>
                      <a:pt x="289736" y="5616"/>
                      <a:pt x="289827" y="3435"/>
                      <a:pt x="289915" y="1255"/>
                    </a:cubicBezTo>
                    <a:cubicBezTo>
                      <a:pt x="293690" y="338"/>
                      <a:pt x="297342" y="233"/>
                      <a:pt x="301204" y="241"/>
                    </a:cubicBezTo>
                    <a:cubicBezTo>
                      <a:pt x="301883" y="239"/>
                      <a:pt x="302563" y="237"/>
                      <a:pt x="303263" y="235"/>
                    </a:cubicBezTo>
                    <a:cubicBezTo>
                      <a:pt x="305536" y="230"/>
                      <a:pt x="307809" y="230"/>
                      <a:pt x="310083" y="231"/>
                    </a:cubicBezTo>
                    <a:cubicBezTo>
                      <a:pt x="311714" y="228"/>
                      <a:pt x="313345" y="225"/>
                      <a:pt x="314977" y="222"/>
                    </a:cubicBezTo>
                    <a:cubicBezTo>
                      <a:pt x="319405" y="214"/>
                      <a:pt x="323834" y="212"/>
                      <a:pt x="328262" y="211"/>
                    </a:cubicBezTo>
                    <a:cubicBezTo>
                      <a:pt x="331959" y="211"/>
                      <a:pt x="335655" y="207"/>
                      <a:pt x="339351" y="204"/>
                    </a:cubicBezTo>
                    <a:cubicBezTo>
                      <a:pt x="348070" y="197"/>
                      <a:pt x="356789" y="195"/>
                      <a:pt x="365508" y="195"/>
                    </a:cubicBezTo>
                    <a:cubicBezTo>
                      <a:pt x="374505" y="196"/>
                      <a:pt x="383503" y="186"/>
                      <a:pt x="392501" y="172"/>
                    </a:cubicBezTo>
                    <a:cubicBezTo>
                      <a:pt x="400225" y="161"/>
                      <a:pt x="407948" y="156"/>
                      <a:pt x="415672" y="156"/>
                    </a:cubicBezTo>
                    <a:cubicBezTo>
                      <a:pt x="420286" y="157"/>
                      <a:pt x="424900" y="154"/>
                      <a:pt x="429514" y="145"/>
                    </a:cubicBezTo>
                    <a:cubicBezTo>
                      <a:pt x="433851" y="136"/>
                      <a:pt x="438188" y="136"/>
                      <a:pt x="442526" y="142"/>
                    </a:cubicBezTo>
                    <a:cubicBezTo>
                      <a:pt x="444118" y="143"/>
                      <a:pt x="445710" y="141"/>
                      <a:pt x="447303" y="136"/>
                    </a:cubicBezTo>
                    <a:cubicBezTo>
                      <a:pt x="449475" y="129"/>
                      <a:pt x="451647" y="133"/>
                      <a:pt x="453820" y="140"/>
                    </a:cubicBezTo>
                    <a:cubicBezTo>
                      <a:pt x="454451" y="135"/>
                      <a:pt x="455082" y="131"/>
                      <a:pt x="455732" y="126"/>
                    </a:cubicBezTo>
                    <a:cubicBezTo>
                      <a:pt x="459512" y="153"/>
                      <a:pt x="461442" y="682"/>
                      <a:pt x="465108" y="2149"/>
                    </a:cubicBezTo>
                    <a:cubicBezTo>
                      <a:pt x="465403" y="8638"/>
                      <a:pt x="465698" y="15127"/>
                      <a:pt x="466002" y="21813"/>
                    </a:cubicBezTo>
                    <a:cubicBezTo>
                      <a:pt x="468666" y="22438"/>
                      <a:pt x="468666" y="22438"/>
                      <a:pt x="471365" y="22707"/>
                    </a:cubicBezTo>
                    <a:cubicBezTo>
                      <a:pt x="471399" y="23532"/>
                      <a:pt x="471399" y="23532"/>
                      <a:pt x="471433" y="24373"/>
                    </a:cubicBezTo>
                    <a:cubicBezTo>
                      <a:pt x="471537" y="26872"/>
                      <a:pt x="471647" y="29370"/>
                      <a:pt x="471756" y="31869"/>
                    </a:cubicBezTo>
                    <a:cubicBezTo>
                      <a:pt x="471791" y="32734"/>
                      <a:pt x="471827" y="33599"/>
                      <a:pt x="471863" y="34491"/>
                    </a:cubicBezTo>
                    <a:cubicBezTo>
                      <a:pt x="471900" y="35326"/>
                      <a:pt x="471938" y="36162"/>
                      <a:pt x="471976" y="37022"/>
                    </a:cubicBezTo>
                    <a:cubicBezTo>
                      <a:pt x="472025" y="38174"/>
                      <a:pt x="472025" y="38174"/>
                      <a:pt x="472076" y="39349"/>
                    </a:cubicBezTo>
                    <a:cubicBezTo>
                      <a:pt x="472248" y="41343"/>
                      <a:pt x="472606" y="43131"/>
                      <a:pt x="473153" y="45053"/>
                    </a:cubicBezTo>
                    <a:cubicBezTo>
                      <a:pt x="474628" y="45053"/>
                      <a:pt x="476103" y="45053"/>
                      <a:pt x="477622" y="45053"/>
                    </a:cubicBezTo>
                    <a:cubicBezTo>
                      <a:pt x="477656" y="45966"/>
                      <a:pt x="477656" y="45966"/>
                      <a:pt x="477690" y="46898"/>
                    </a:cubicBezTo>
                    <a:cubicBezTo>
                      <a:pt x="477794" y="49653"/>
                      <a:pt x="477903" y="52409"/>
                      <a:pt x="478013" y="55165"/>
                    </a:cubicBezTo>
                    <a:cubicBezTo>
                      <a:pt x="478048" y="56123"/>
                      <a:pt x="478083" y="57081"/>
                      <a:pt x="478120" y="58068"/>
                    </a:cubicBezTo>
                    <a:cubicBezTo>
                      <a:pt x="478157" y="58987"/>
                      <a:pt x="478195" y="59906"/>
                      <a:pt x="478233" y="60852"/>
                    </a:cubicBezTo>
                    <a:cubicBezTo>
                      <a:pt x="478282" y="62123"/>
                      <a:pt x="478282" y="62123"/>
                      <a:pt x="478332" y="63420"/>
                    </a:cubicBezTo>
                    <a:cubicBezTo>
                      <a:pt x="478439" y="65733"/>
                      <a:pt x="478439" y="65733"/>
                      <a:pt x="479410" y="68293"/>
                    </a:cubicBezTo>
                    <a:cubicBezTo>
                      <a:pt x="481622" y="68735"/>
                      <a:pt x="481622" y="68735"/>
                      <a:pt x="483879" y="69187"/>
                    </a:cubicBezTo>
                    <a:cubicBezTo>
                      <a:pt x="484730" y="71739"/>
                      <a:pt x="484943" y="73575"/>
                      <a:pt x="485056" y="76236"/>
                    </a:cubicBezTo>
                    <a:cubicBezTo>
                      <a:pt x="485093" y="77074"/>
                      <a:pt x="485131" y="77913"/>
                      <a:pt x="485169" y="78776"/>
                    </a:cubicBezTo>
                    <a:cubicBezTo>
                      <a:pt x="485204" y="79649"/>
                      <a:pt x="485239" y="80522"/>
                      <a:pt x="485276" y="81421"/>
                    </a:cubicBezTo>
                    <a:cubicBezTo>
                      <a:pt x="485334" y="82746"/>
                      <a:pt x="485334" y="82746"/>
                      <a:pt x="485393" y="84097"/>
                    </a:cubicBezTo>
                    <a:cubicBezTo>
                      <a:pt x="485487" y="86278"/>
                      <a:pt x="485579" y="88458"/>
                      <a:pt x="485667" y="90639"/>
                    </a:cubicBezTo>
                    <a:cubicBezTo>
                      <a:pt x="488207" y="92045"/>
                      <a:pt x="488207" y="92045"/>
                      <a:pt x="491030" y="92427"/>
                    </a:cubicBezTo>
                    <a:cubicBezTo>
                      <a:pt x="491063" y="93333"/>
                      <a:pt x="491063" y="93333"/>
                      <a:pt x="491098" y="94257"/>
                    </a:cubicBezTo>
                    <a:cubicBezTo>
                      <a:pt x="491201" y="96999"/>
                      <a:pt x="491311" y="99741"/>
                      <a:pt x="491421" y="102482"/>
                    </a:cubicBezTo>
                    <a:cubicBezTo>
                      <a:pt x="491456" y="103433"/>
                      <a:pt x="491491" y="104383"/>
                      <a:pt x="491527" y="105363"/>
                    </a:cubicBezTo>
                    <a:cubicBezTo>
                      <a:pt x="491565" y="106279"/>
                      <a:pt x="491602" y="107195"/>
                      <a:pt x="491641" y="108139"/>
                    </a:cubicBezTo>
                    <a:cubicBezTo>
                      <a:pt x="491690" y="109403"/>
                      <a:pt x="491690" y="109403"/>
                      <a:pt x="491740" y="110692"/>
                    </a:cubicBezTo>
                    <a:cubicBezTo>
                      <a:pt x="491905" y="112755"/>
                      <a:pt x="492244" y="114577"/>
                      <a:pt x="492817" y="116560"/>
                    </a:cubicBezTo>
                    <a:cubicBezTo>
                      <a:pt x="494292" y="116265"/>
                      <a:pt x="495767" y="115970"/>
                      <a:pt x="497287" y="115666"/>
                    </a:cubicBezTo>
                    <a:cubicBezTo>
                      <a:pt x="497582" y="123336"/>
                      <a:pt x="497877" y="131005"/>
                      <a:pt x="498180" y="138906"/>
                    </a:cubicBezTo>
                    <a:cubicBezTo>
                      <a:pt x="499950" y="139201"/>
                      <a:pt x="501720" y="139496"/>
                      <a:pt x="503544" y="139800"/>
                    </a:cubicBezTo>
                    <a:cubicBezTo>
                      <a:pt x="503587" y="140910"/>
                      <a:pt x="503631" y="142019"/>
                      <a:pt x="503676" y="143163"/>
                    </a:cubicBezTo>
                    <a:cubicBezTo>
                      <a:pt x="503743" y="144630"/>
                      <a:pt x="503811" y="146098"/>
                      <a:pt x="503879" y="147565"/>
                    </a:cubicBezTo>
                    <a:cubicBezTo>
                      <a:pt x="503906" y="148295"/>
                      <a:pt x="503934" y="149025"/>
                      <a:pt x="503963" y="149777"/>
                    </a:cubicBezTo>
                    <a:cubicBezTo>
                      <a:pt x="504162" y="155313"/>
                      <a:pt x="504162" y="155313"/>
                      <a:pt x="506225" y="160359"/>
                    </a:cubicBezTo>
                    <a:cubicBezTo>
                      <a:pt x="508437" y="161243"/>
                      <a:pt x="508437" y="161243"/>
                      <a:pt x="510694" y="162146"/>
                    </a:cubicBezTo>
                    <a:cubicBezTo>
                      <a:pt x="510989" y="169815"/>
                      <a:pt x="511284" y="177485"/>
                      <a:pt x="511588" y="185386"/>
                    </a:cubicBezTo>
                    <a:cubicBezTo>
                      <a:pt x="513358" y="185386"/>
                      <a:pt x="515128" y="185386"/>
                      <a:pt x="516951" y="185386"/>
                    </a:cubicBezTo>
                    <a:cubicBezTo>
                      <a:pt x="516971" y="186299"/>
                      <a:pt x="516971" y="186299"/>
                      <a:pt x="516991" y="187231"/>
                    </a:cubicBezTo>
                    <a:cubicBezTo>
                      <a:pt x="517057" y="189987"/>
                      <a:pt x="517144" y="192742"/>
                      <a:pt x="517230" y="195498"/>
                    </a:cubicBezTo>
                    <a:cubicBezTo>
                      <a:pt x="517261" y="196935"/>
                      <a:pt x="517261" y="196935"/>
                      <a:pt x="517292" y="198401"/>
                    </a:cubicBezTo>
                    <a:cubicBezTo>
                      <a:pt x="517323" y="199320"/>
                      <a:pt x="517355" y="200239"/>
                      <a:pt x="517388" y="201185"/>
                    </a:cubicBezTo>
                    <a:cubicBezTo>
                      <a:pt x="517411" y="202033"/>
                      <a:pt x="517434" y="202880"/>
                      <a:pt x="517459" y="203753"/>
                    </a:cubicBezTo>
                    <a:cubicBezTo>
                      <a:pt x="517907" y="206293"/>
                      <a:pt x="518433" y="207150"/>
                      <a:pt x="520527" y="208626"/>
                    </a:cubicBezTo>
                    <a:cubicBezTo>
                      <a:pt x="521411" y="208626"/>
                      <a:pt x="522296" y="208626"/>
                      <a:pt x="523208" y="208626"/>
                    </a:cubicBezTo>
                    <a:cubicBezTo>
                      <a:pt x="523226" y="209203"/>
                      <a:pt x="523243" y="209780"/>
                      <a:pt x="523262" y="210374"/>
                    </a:cubicBezTo>
                    <a:cubicBezTo>
                      <a:pt x="523347" y="212995"/>
                      <a:pt x="523445" y="215615"/>
                      <a:pt x="523543" y="218235"/>
                    </a:cubicBezTo>
                    <a:cubicBezTo>
                      <a:pt x="523571" y="219143"/>
                      <a:pt x="523599" y="220051"/>
                      <a:pt x="523627" y="220986"/>
                    </a:cubicBezTo>
                    <a:cubicBezTo>
                      <a:pt x="523662" y="221862"/>
                      <a:pt x="523696" y="222738"/>
                      <a:pt x="523732" y="223640"/>
                    </a:cubicBezTo>
                    <a:cubicBezTo>
                      <a:pt x="523760" y="224445"/>
                      <a:pt x="523788" y="225250"/>
                      <a:pt x="523817" y="226079"/>
                    </a:cubicBezTo>
                    <a:cubicBezTo>
                      <a:pt x="524116" y="228402"/>
                      <a:pt x="524626" y="229901"/>
                      <a:pt x="525890" y="231866"/>
                    </a:cubicBezTo>
                    <a:cubicBezTo>
                      <a:pt x="527722" y="232586"/>
                      <a:pt x="527722" y="232586"/>
                      <a:pt x="529465" y="232760"/>
                    </a:cubicBezTo>
                    <a:cubicBezTo>
                      <a:pt x="529616" y="235031"/>
                      <a:pt x="529765" y="237303"/>
                      <a:pt x="529912" y="239575"/>
                    </a:cubicBezTo>
                    <a:cubicBezTo>
                      <a:pt x="529954" y="240212"/>
                      <a:pt x="529997" y="240850"/>
                      <a:pt x="530041" y="241506"/>
                    </a:cubicBezTo>
                    <a:cubicBezTo>
                      <a:pt x="530225" y="244376"/>
                      <a:pt x="530356" y="247164"/>
                      <a:pt x="530275" y="250043"/>
                    </a:cubicBezTo>
                    <a:cubicBezTo>
                      <a:pt x="530157" y="252631"/>
                      <a:pt x="530157" y="252631"/>
                      <a:pt x="532146" y="255106"/>
                    </a:cubicBezTo>
                    <a:cubicBezTo>
                      <a:pt x="533621" y="255401"/>
                      <a:pt x="535096" y="255696"/>
                      <a:pt x="536616" y="256000"/>
                    </a:cubicBezTo>
                    <a:cubicBezTo>
                      <a:pt x="536616" y="262784"/>
                      <a:pt x="536616" y="269568"/>
                      <a:pt x="536616" y="276558"/>
                    </a:cubicBezTo>
                    <a:cubicBezTo>
                      <a:pt x="537206" y="276558"/>
                      <a:pt x="537796" y="276558"/>
                      <a:pt x="538403" y="276558"/>
                    </a:cubicBezTo>
                    <a:cubicBezTo>
                      <a:pt x="538496" y="275599"/>
                      <a:pt x="538588" y="274641"/>
                      <a:pt x="538683" y="273653"/>
                    </a:cubicBezTo>
                    <a:cubicBezTo>
                      <a:pt x="539297" y="270301"/>
                      <a:pt x="539297" y="270301"/>
                      <a:pt x="540648" y="268766"/>
                    </a:cubicBezTo>
                    <a:cubicBezTo>
                      <a:pt x="542598" y="265777"/>
                      <a:pt x="542407" y="262796"/>
                      <a:pt x="542436" y="259338"/>
                    </a:cubicBezTo>
                    <a:cubicBezTo>
                      <a:pt x="542452" y="258628"/>
                      <a:pt x="542468" y="257919"/>
                      <a:pt x="542485" y="257189"/>
                    </a:cubicBezTo>
                    <a:cubicBezTo>
                      <a:pt x="542533" y="254930"/>
                      <a:pt x="542563" y="252672"/>
                      <a:pt x="542593" y="250413"/>
                    </a:cubicBezTo>
                    <a:cubicBezTo>
                      <a:pt x="542623" y="248879"/>
                      <a:pt x="542654" y="247345"/>
                      <a:pt x="542686" y="245811"/>
                    </a:cubicBezTo>
                    <a:cubicBezTo>
                      <a:pt x="542762" y="242057"/>
                      <a:pt x="542821" y="238302"/>
                      <a:pt x="542873" y="234547"/>
                    </a:cubicBezTo>
                    <a:cubicBezTo>
                      <a:pt x="544347" y="234547"/>
                      <a:pt x="545822" y="234547"/>
                      <a:pt x="547342" y="234547"/>
                    </a:cubicBezTo>
                    <a:cubicBezTo>
                      <a:pt x="550345" y="228541"/>
                      <a:pt x="549166" y="220171"/>
                      <a:pt x="549112" y="213602"/>
                    </a:cubicBezTo>
                    <a:cubicBezTo>
                      <a:pt x="549088" y="208892"/>
                      <a:pt x="549332" y="204355"/>
                      <a:pt x="550023" y="199688"/>
                    </a:cubicBezTo>
                    <a:cubicBezTo>
                      <a:pt x="551498" y="199688"/>
                      <a:pt x="552973" y="199688"/>
                      <a:pt x="554493" y="199688"/>
                    </a:cubicBezTo>
                    <a:cubicBezTo>
                      <a:pt x="555392" y="195907"/>
                      <a:pt x="555576" y="192197"/>
                      <a:pt x="555669" y="188330"/>
                    </a:cubicBezTo>
                    <a:cubicBezTo>
                      <a:pt x="555688" y="187681"/>
                      <a:pt x="555706" y="187033"/>
                      <a:pt x="555725" y="186365"/>
                    </a:cubicBezTo>
                    <a:cubicBezTo>
                      <a:pt x="555784" y="184307"/>
                      <a:pt x="555836" y="182249"/>
                      <a:pt x="555889" y="180191"/>
                    </a:cubicBezTo>
                    <a:cubicBezTo>
                      <a:pt x="555928" y="178790"/>
                      <a:pt x="555967" y="177389"/>
                      <a:pt x="556006" y="175989"/>
                    </a:cubicBezTo>
                    <a:cubicBezTo>
                      <a:pt x="556101" y="172566"/>
                      <a:pt x="556192" y="169144"/>
                      <a:pt x="556280" y="165722"/>
                    </a:cubicBezTo>
                    <a:cubicBezTo>
                      <a:pt x="556999" y="165593"/>
                      <a:pt x="557718" y="165464"/>
                      <a:pt x="558459" y="165331"/>
                    </a:cubicBezTo>
                    <a:cubicBezTo>
                      <a:pt x="560679" y="165059"/>
                      <a:pt x="560679" y="165059"/>
                      <a:pt x="561643" y="163934"/>
                    </a:cubicBezTo>
                    <a:cubicBezTo>
                      <a:pt x="561786" y="161618"/>
                      <a:pt x="561875" y="159322"/>
                      <a:pt x="561926" y="157003"/>
                    </a:cubicBezTo>
                    <a:cubicBezTo>
                      <a:pt x="561945" y="156310"/>
                      <a:pt x="561963" y="155617"/>
                      <a:pt x="561982" y="154903"/>
                    </a:cubicBezTo>
                    <a:cubicBezTo>
                      <a:pt x="562041" y="152681"/>
                      <a:pt x="562094" y="150458"/>
                      <a:pt x="562146" y="148236"/>
                    </a:cubicBezTo>
                    <a:cubicBezTo>
                      <a:pt x="562185" y="146733"/>
                      <a:pt x="562224" y="145230"/>
                      <a:pt x="562263" y="143726"/>
                    </a:cubicBezTo>
                    <a:cubicBezTo>
                      <a:pt x="562359" y="140034"/>
                      <a:pt x="562449" y="136342"/>
                      <a:pt x="562537" y="132649"/>
                    </a:cubicBezTo>
                    <a:cubicBezTo>
                      <a:pt x="564307" y="132355"/>
                      <a:pt x="566077" y="132060"/>
                      <a:pt x="567900" y="131756"/>
                    </a:cubicBezTo>
                    <a:cubicBezTo>
                      <a:pt x="568195" y="121137"/>
                      <a:pt x="568490" y="110518"/>
                      <a:pt x="568794" y="99577"/>
                    </a:cubicBezTo>
                    <a:cubicBezTo>
                      <a:pt x="570269" y="99282"/>
                      <a:pt x="571744" y="98987"/>
                      <a:pt x="573263" y="98684"/>
                    </a:cubicBezTo>
                    <a:cubicBezTo>
                      <a:pt x="574875" y="92840"/>
                      <a:pt x="575154" y="87627"/>
                      <a:pt x="575054" y="81578"/>
                    </a:cubicBezTo>
                    <a:cubicBezTo>
                      <a:pt x="575048" y="75645"/>
                      <a:pt x="575514" y="69739"/>
                      <a:pt x="575945" y="63824"/>
                    </a:cubicBezTo>
                    <a:cubicBezTo>
                      <a:pt x="577420" y="63529"/>
                      <a:pt x="578894" y="63234"/>
                      <a:pt x="580414" y="62930"/>
                    </a:cubicBezTo>
                    <a:cubicBezTo>
                      <a:pt x="581488" y="59708"/>
                      <a:pt x="581513" y="56697"/>
                      <a:pt x="581591" y="53338"/>
                    </a:cubicBezTo>
                    <a:cubicBezTo>
                      <a:pt x="581609" y="52668"/>
                      <a:pt x="581628" y="51997"/>
                      <a:pt x="581647" y="51306"/>
                    </a:cubicBezTo>
                    <a:cubicBezTo>
                      <a:pt x="581705" y="49166"/>
                      <a:pt x="581758" y="47026"/>
                      <a:pt x="581811" y="44885"/>
                    </a:cubicBezTo>
                    <a:cubicBezTo>
                      <a:pt x="581849" y="43433"/>
                      <a:pt x="581888" y="41982"/>
                      <a:pt x="581928" y="40530"/>
                    </a:cubicBezTo>
                    <a:cubicBezTo>
                      <a:pt x="582023" y="36972"/>
                      <a:pt x="582114" y="33415"/>
                      <a:pt x="582202" y="29858"/>
                    </a:cubicBezTo>
                    <a:cubicBezTo>
                      <a:pt x="583676" y="29858"/>
                      <a:pt x="585151" y="29858"/>
                      <a:pt x="586671" y="29858"/>
                    </a:cubicBezTo>
                    <a:cubicBezTo>
                      <a:pt x="587942" y="27314"/>
                      <a:pt x="587761" y="25065"/>
                      <a:pt x="587847" y="22225"/>
                    </a:cubicBezTo>
                    <a:cubicBezTo>
                      <a:pt x="587904" y="20480"/>
                      <a:pt x="587904" y="20480"/>
                      <a:pt x="587961" y="18699"/>
                    </a:cubicBezTo>
                    <a:cubicBezTo>
                      <a:pt x="587997" y="17465"/>
                      <a:pt x="588032" y="16231"/>
                      <a:pt x="588067" y="14998"/>
                    </a:cubicBezTo>
                    <a:cubicBezTo>
                      <a:pt x="588106" y="13757"/>
                      <a:pt x="588145" y="12516"/>
                      <a:pt x="588184" y="11276"/>
                    </a:cubicBezTo>
                    <a:cubicBezTo>
                      <a:pt x="588279" y="8233"/>
                      <a:pt x="588371" y="5191"/>
                      <a:pt x="588458" y="2149"/>
                    </a:cubicBezTo>
                    <a:cubicBezTo>
                      <a:pt x="592200" y="336"/>
                      <a:pt x="595541" y="110"/>
                      <a:pt x="599623" y="140"/>
                    </a:cubicBezTo>
                    <a:cubicBezTo>
                      <a:pt x="600289" y="138"/>
                      <a:pt x="600956" y="136"/>
                      <a:pt x="601642" y="133"/>
                    </a:cubicBezTo>
                    <a:cubicBezTo>
                      <a:pt x="603870" y="128"/>
                      <a:pt x="606098" y="136"/>
                      <a:pt x="608326" y="144"/>
                    </a:cubicBezTo>
                    <a:cubicBezTo>
                      <a:pt x="609925" y="143"/>
                      <a:pt x="611524" y="141"/>
                      <a:pt x="613123" y="139"/>
                    </a:cubicBezTo>
                    <a:cubicBezTo>
                      <a:pt x="617463" y="134"/>
                      <a:pt x="621802" y="141"/>
                      <a:pt x="626142" y="150"/>
                    </a:cubicBezTo>
                    <a:cubicBezTo>
                      <a:pt x="630681" y="158"/>
                      <a:pt x="635220" y="157"/>
                      <a:pt x="639759" y="156"/>
                    </a:cubicBezTo>
                    <a:cubicBezTo>
                      <a:pt x="647380" y="157"/>
                      <a:pt x="655001" y="165"/>
                      <a:pt x="662622" y="177"/>
                    </a:cubicBezTo>
                    <a:cubicBezTo>
                      <a:pt x="671438" y="191"/>
                      <a:pt x="680255" y="196"/>
                      <a:pt x="689072" y="195"/>
                    </a:cubicBezTo>
                    <a:cubicBezTo>
                      <a:pt x="697549" y="195"/>
                      <a:pt x="706025" y="199"/>
                      <a:pt x="714502" y="207"/>
                    </a:cubicBezTo>
                    <a:cubicBezTo>
                      <a:pt x="718112" y="210"/>
                      <a:pt x="721722" y="211"/>
                      <a:pt x="725332" y="212"/>
                    </a:cubicBezTo>
                    <a:cubicBezTo>
                      <a:pt x="729580" y="213"/>
                      <a:pt x="733828" y="218"/>
                      <a:pt x="738076" y="227"/>
                    </a:cubicBezTo>
                    <a:cubicBezTo>
                      <a:pt x="739637" y="230"/>
                      <a:pt x="741199" y="231"/>
                      <a:pt x="742760" y="230"/>
                    </a:cubicBezTo>
                    <a:cubicBezTo>
                      <a:pt x="744886" y="230"/>
                      <a:pt x="747012" y="235"/>
                      <a:pt x="749139" y="241"/>
                    </a:cubicBezTo>
                    <a:cubicBezTo>
                      <a:pt x="750072" y="239"/>
                      <a:pt x="750072" y="239"/>
                      <a:pt x="751024" y="237"/>
                    </a:cubicBezTo>
                    <a:cubicBezTo>
                      <a:pt x="753701" y="251"/>
                      <a:pt x="755725" y="400"/>
                      <a:pt x="758288" y="1255"/>
                    </a:cubicBezTo>
                    <a:cubicBezTo>
                      <a:pt x="757993" y="12759"/>
                      <a:pt x="757698" y="24262"/>
                      <a:pt x="757395" y="36115"/>
                    </a:cubicBezTo>
                    <a:cubicBezTo>
                      <a:pt x="755920" y="36115"/>
                      <a:pt x="754445" y="36115"/>
                      <a:pt x="752925" y="36115"/>
                    </a:cubicBezTo>
                    <a:cubicBezTo>
                      <a:pt x="751206" y="37834"/>
                      <a:pt x="751805" y="41005"/>
                      <a:pt x="751749" y="43353"/>
                    </a:cubicBezTo>
                    <a:cubicBezTo>
                      <a:pt x="751730" y="43986"/>
                      <a:pt x="751712" y="44620"/>
                      <a:pt x="751692" y="45273"/>
                    </a:cubicBezTo>
                    <a:cubicBezTo>
                      <a:pt x="751634" y="47304"/>
                      <a:pt x="751581" y="49335"/>
                      <a:pt x="751529" y="51366"/>
                    </a:cubicBezTo>
                    <a:cubicBezTo>
                      <a:pt x="751490" y="52740"/>
                      <a:pt x="751451" y="54114"/>
                      <a:pt x="751412" y="55488"/>
                    </a:cubicBezTo>
                    <a:cubicBezTo>
                      <a:pt x="751316" y="58862"/>
                      <a:pt x="751225" y="62237"/>
                      <a:pt x="751138" y="65611"/>
                    </a:cubicBezTo>
                    <a:cubicBezTo>
                      <a:pt x="749282" y="66106"/>
                      <a:pt x="747702" y="66505"/>
                      <a:pt x="745775" y="66505"/>
                    </a:cubicBezTo>
                    <a:cubicBezTo>
                      <a:pt x="745113" y="70117"/>
                      <a:pt x="744730" y="73612"/>
                      <a:pt x="744598" y="77280"/>
                    </a:cubicBezTo>
                    <a:cubicBezTo>
                      <a:pt x="744542" y="78767"/>
                      <a:pt x="744542" y="78767"/>
                      <a:pt x="744484" y="80283"/>
                    </a:cubicBezTo>
                    <a:cubicBezTo>
                      <a:pt x="744432" y="81814"/>
                      <a:pt x="744432" y="81814"/>
                      <a:pt x="744378" y="83376"/>
                    </a:cubicBezTo>
                    <a:cubicBezTo>
                      <a:pt x="744339" y="84418"/>
                      <a:pt x="744301" y="85460"/>
                      <a:pt x="744261" y="86533"/>
                    </a:cubicBezTo>
                    <a:cubicBezTo>
                      <a:pt x="744167" y="89093"/>
                      <a:pt x="744075" y="91654"/>
                      <a:pt x="743987" y="94214"/>
                    </a:cubicBezTo>
                    <a:cubicBezTo>
                      <a:pt x="741332" y="94657"/>
                      <a:pt x="741332" y="94657"/>
                      <a:pt x="738624" y="95108"/>
                    </a:cubicBezTo>
                    <a:cubicBezTo>
                      <a:pt x="738329" y="104842"/>
                      <a:pt x="738034" y="114576"/>
                      <a:pt x="737730" y="124605"/>
                    </a:cubicBezTo>
                    <a:cubicBezTo>
                      <a:pt x="736255" y="124900"/>
                      <a:pt x="734780" y="125195"/>
                      <a:pt x="733261" y="125499"/>
                    </a:cubicBezTo>
                    <a:cubicBezTo>
                      <a:pt x="731989" y="128042"/>
                      <a:pt x="732171" y="130292"/>
                      <a:pt x="732084" y="133131"/>
                    </a:cubicBezTo>
                    <a:cubicBezTo>
                      <a:pt x="732028" y="134877"/>
                      <a:pt x="732028" y="134877"/>
                      <a:pt x="731971" y="136658"/>
                    </a:cubicBezTo>
                    <a:cubicBezTo>
                      <a:pt x="731935" y="137891"/>
                      <a:pt x="731900" y="139125"/>
                      <a:pt x="731864" y="140359"/>
                    </a:cubicBezTo>
                    <a:cubicBezTo>
                      <a:pt x="731826" y="141600"/>
                      <a:pt x="731787" y="142840"/>
                      <a:pt x="731747" y="144081"/>
                    </a:cubicBezTo>
                    <a:cubicBezTo>
                      <a:pt x="731652" y="147123"/>
                      <a:pt x="731561" y="150165"/>
                      <a:pt x="731473" y="153208"/>
                    </a:cubicBezTo>
                    <a:cubicBezTo>
                      <a:pt x="729998" y="153208"/>
                      <a:pt x="728523" y="153208"/>
                      <a:pt x="727004" y="153208"/>
                    </a:cubicBezTo>
                    <a:cubicBezTo>
                      <a:pt x="725087" y="156321"/>
                      <a:pt x="725028" y="158732"/>
                      <a:pt x="725105" y="162349"/>
                    </a:cubicBezTo>
                    <a:cubicBezTo>
                      <a:pt x="725118" y="163418"/>
                      <a:pt x="725132" y="164487"/>
                      <a:pt x="725146" y="165589"/>
                    </a:cubicBezTo>
                    <a:cubicBezTo>
                      <a:pt x="725169" y="166702"/>
                      <a:pt x="725193" y="167815"/>
                      <a:pt x="725216" y="168962"/>
                    </a:cubicBezTo>
                    <a:cubicBezTo>
                      <a:pt x="725262" y="171171"/>
                      <a:pt x="725299" y="173380"/>
                      <a:pt x="725328" y="175589"/>
                    </a:cubicBezTo>
                    <a:cubicBezTo>
                      <a:pt x="725349" y="176568"/>
                      <a:pt x="725369" y="177547"/>
                      <a:pt x="725391" y="178555"/>
                    </a:cubicBezTo>
                    <a:cubicBezTo>
                      <a:pt x="725216" y="180917"/>
                      <a:pt x="725216" y="180917"/>
                      <a:pt x="723429" y="182705"/>
                    </a:cubicBezTo>
                    <a:cubicBezTo>
                      <a:pt x="722544" y="182705"/>
                      <a:pt x="721659" y="182705"/>
                      <a:pt x="720747" y="182705"/>
                    </a:cubicBezTo>
                    <a:cubicBezTo>
                      <a:pt x="719129" y="186193"/>
                      <a:pt x="718698" y="189058"/>
                      <a:pt x="718589" y="192890"/>
                    </a:cubicBezTo>
                    <a:cubicBezTo>
                      <a:pt x="718555" y="193964"/>
                      <a:pt x="718520" y="195038"/>
                      <a:pt x="718485" y="196145"/>
                    </a:cubicBezTo>
                    <a:cubicBezTo>
                      <a:pt x="718457" y="197259"/>
                      <a:pt x="718429" y="198373"/>
                      <a:pt x="718401" y="199520"/>
                    </a:cubicBezTo>
                    <a:cubicBezTo>
                      <a:pt x="718366" y="200651"/>
                      <a:pt x="718332" y="201782"/>
                      <a:pt x="718296" y="202947"/>
                    </a:cubicBezTo>
                    <a:cubicBezTo>
                      <a:pt x="718212" y="205734"/>
                      <a:pt x="718135" y="208520"/>
                      <a:pt x="718066" y="211308"/>
                    </a:cubicBezTo>
                    <a:cubicBezTo>
                      <a:pt x="716296" y="211308"/>
                      <a:pt x="714526" y="211308"/>
                      <a:pt x="712702" y="211308"/>
                    </a:cubicBezTo>
                    <a:cubicBezTo>
                      <a:pt x="712408" y="221631"/>
                      <a:pt x="712113" y="231955"/>
                      <a:pt x="711809" y="242592"/>
                    </a:cubicBezTo>
                    <a:cubicBezTo>
                      <a:pt x="710334" y="242887"/>
                      <a:pt x="708859" y="243182"/>
                      <a:pt x="707339" y="243486"/>
                    </a:cubicBezTo>
                    <a:cubicBezTo>
                      <a:pt x="705677" y="245148"/>
                      <a:pt x="706230" y="247909"/>
                      <a:pt x="706163" y="250137"/>
                    </a:cubicBezTo>
                    <a:cubicBezTo>
                      <a:pt x="706107" y="251887"/>
                      <a:pt x="706107" y="251887"/>
                      <a:pt x="706049" y="253672"/>
                    </a:cubicBezTo>
                    <a:cubicBezTo>
                      <a:pt x="706014" y="254914"/>
                      <a:pt x="705978" y="256155"/>
                      <a:pt x="705943" y="257396"/>
                    </a:cubicBezTo>
                    <a:cubicBezTo>
                      <a:pt x="705904" y="258641"/>
                      <a:pt x="705865" y="259886"/>
                      <a:pt x="705826" y="261130"/>
                    </a:cubicBezTo>
                    <a:cubicBezTo>
                      <a:pt x="705731" y="264187"/>
                      <a:pt x="705639" y="267244"/>
                      <a:pt x="705552" y="270301"/>
                    </a:cubicBezTo>
                    <a:cubicBezTo>
                      <a:pt x="704077" y="270596"/>
                      <a:pt x="702602" y="270891"/>
                      <a:pt x="701083" y="271195"/>
                    </a:cubicBezTo>
                    <a:cubicBezTo>
                      <a:pt x="699356" y="277469"/>
                      <a:pt x="699138" y="283451"/>
                      <a:pt x="699283" y="289906"/>
                    </a:cubicBezTo>
                    <a:cubicBezTo>
                      <a:pt x="699355" y="293620"/>
                      <a:pt x="699140" y="297050"/>
                      <a:pt x="698401" y="300692"/>
                    </a:cubicBezTo>
                    <a:cubicBezTo>
                      <a:pt x="697682" y="300802"/>
                      <a:pt x="696963" y="300913"/>
                      <a:pt x="696222" y="301027"/>
                    </a:cubicBezTo>
                    <a:cubicBezTo>
                      <a:pt x="695089" y="301303"/>
                      <a:pt x="695089" y="301303"/>
                      <a:pt x="693932" y="301586"/>
                    </a:cubicBezTo>
                    <a:cubicBezTo>
                      <a:pt x="692684" y="304080"/>
                      <a:pt x="692843" y="306235"/>
                      <a:pt x="692755" y="309023"/>
                    </a:cubicBezTo>
                    <a:cubicBezTo>
                      <a:pt x="692699" y="310708"/>
                      <a:pt x="692699" y="310708"/>
                      <a:pt x="692642" y="312427"/>
                    </a:cubicBezTo>
                    <a:cubicBezTo>
                      <a:pt x="692589" y="314195"/>
                      <a:pt x="692589" y="314195"/>
                      <a:pt x="692535" y="315999"/>
                    </a:cubicBezTo>
                    <a:cubicBezTo>
                      <a:pt x="692497" y="317196"/>
                      <a:pt x="692458" y="318394"/>
                      <a:pt x="692418" y="319592"/>
                    </a:cubicBezTo>
                    <a:cubicBezTo>
                      <a:pt x="692323" y="322528"/>
                      <a:pt x="692232" y="325464"/>
                      <a:pt x="692144" y="328401"/>
                    </a:cubicBezTo>
                    <a:cubicBezTo>
                      <a:pt x="690669" y="328696"/>
                      <a:pt x="689194" y="328991"/>
                      <a:pt x="687675" y="329295"/>
                    </a:cubicBezTo>
                    <a:cubicBezTo>
                      <a:pt x="686702" y="332495"/>
                      <a:pt x="686601" y="335556"/>
                      <a:pt x="686498" y="338889"/>
                    </a:cubicBezTo>
                    <a:cubicBezTo>
                      <a:pt x="686461" y="340047"/>
                      <a:pt x="686423" y="341205"/>
                      <a:pt x="686385" y="342398"/>
                    </a:cubicBezTo>
                    <a:cubicBezTo>
                      <a:pt x="686349" y="343617"/>
                      <a:pt x="686314" y="344836"/>
                      <a:pt x="686278" y="346054"/>
                    </a:cubicBezTo>
                    <a:cubicBezTo>
                      <a:pt x="686240" y="347287"/>
                      <a:pt x="686201" y="348519"/>
                      <a:pt x="686161" y="349752"/>
                    </a:cubicBezTo>
                    <a:cubicBezTo>
                      <a:pt x="686067" y="352765"/>
                      <a:pt x="685975" y="355778"/>
                      <a:pt x="685887" y="358791"/>
                    </a:cubicBezTo>
                    <a:cubicBezTo>
                      <a:pt x="684412" y="358791"/>
                      <a:pt x="682938" y="358791"/>
                      <a:pt x="681418" y="358791"/>
                    </a:cubicBezTo>
                    <a:cubicBezTo>
                      <a:pt x="680146" y="361335"/>
                      <a:pt x="680328" y="363584"/>
                      <a:pt x="680241" y="366424"/>
                    </a:cubicBezTo>
                    <a:cubicBezTo>
                      <a:pt x="680185" y="368170"/>
                      <a:pt x="680185" y="368170"/>
                      <a:pt x="680128" y="369950"/>
                    </a:cubicBezTo>
                    <a:cubicBezTo>
                      <a:pt x="680092" y="371184"/>
                      <a:pt x="680057" y="372418"/>
                      <a:pt x="680021" y="373652"/>
                    </a:cubicBezTo>
                    <a:cubicBezTo>
                      <a:pt x="679983" y="374892"/>
                      <a:pt x="679944" y="376133"/>
                      <a:pt x="679904" y="377374"/>
                    </a:cubicBezTo>
                    <a:cubicBezTo>
                      <a:pt x="679809" y="380416"/>
                      <a:pt x="679718" y="383458"/>
                      <a:pt x="679630" y="386501"/>
                    </a:cubicBezTo>
                    <a:cubicBezTo>
                      <a:pt x="677861" y="387090"/>
                      <a:pt x="676091" y="387680"/>
                      <a:pt x="674267" y="388288"/>
                    </a:cubicBezTo>
                    <a:cubicBezTo>
                      <a:pt x="673245" y="394205"/>
                      <a:pt x="673078" y="400117"/>
                      <a:pt x="672871" y="406109"/>
                    </a:cubicBezTo>
                    <a:cubicBezTo>
                      <a:pt x="672813" y="407666"/>
                      <a:pt x="672813" y="407666"/>
                      <a:pt x="672754" y="409253"/>
                    </a:cubicBezTo>
                    <a:cubicBezTo>
                      <a:pt x="672659" y="411799"/>
                      <a:pt x="672568" y="414345"/>
                      <a:pt x="672480" y="416891"/>
                    </a:cubicBezTo>
                    <a:cubicBezTo>
                      <a:pt x="671761" y="417002"/>
                      <a:pt x="671042" y="417112"/>
                      <a:pt x="670301" y="417226"/>
                    </a:cubicBezTo>
                    <a:cubicBezTo>
                      <a:pt x="669167" y="417503"/>
                      <a:pt x="669167" y="417503"/>
                      <a:pt x="668010" y="417785"/>
                    </a:cubicBezTo>
                    <a:cubicBezTo>
                      <a:pt x="666691" y="420424"/>
                      <a:pt x="666917" y="422866"/>
                      <a:pt x="666834" y="425809"/>
                    </a:cubicBezTo>
                    <a:cubicBezTo>
                      <a:pt x="666815" y="426421"/>
                      <a:pt x="666797" y="427034"/>
                      <a:pt x="666777" y="427665"/>
                    </a:cubicBezTo>
                    <a:cubicBezTo>
                      <a:pt x="666719" y="429623"/>
                      <a:pt x="666666" y="431581"/>
                      <a:pt x="666614" y="433539"/>
                    </a:cubicBezTo>
                    <a:cubicBezTo>
                      <a:pt x="666575" y="434866"/>
                      <a:pt x="666536" y="436193"/>
                      <a:pt x="666497" y="437519"/>
                    </a:cubicBezTo>
                    <a:cubicBezTo>
                      <a:pt x="666401" y="440773"/>
                      <a:pt x="666311" y="444027"/>
                      <a:pt x="666223" y="447282"/>
                    </a:cubicBezTo>
                    <a:cubicBezTo>
                      <a:pt x="664748" y="447577"/>
                      <a:pt x="663273" y="447872"/>
                      <a:pt x="661754" y="448176"/>
                    </a:cubicBezTo>
                    <a:cubicBezTo>
                      <a:pt x="660770" y="451127"/>
                      <a:pt x="660675" y="453486"/>
                      <a:pt x="660577" y="456594"/>
                    </a:cubicBezTo>
                    <a:cubicBezTo>
                      <a:pt x="660521" y="458275"/>
                      <a:pt x="660521" y="458275"/>
                      <a:pt x="660463" y="459989"/>
                    </a:cubicBezTo>
                    <a:cubicBezTo>
                      <a:pt x="660411" y="461746"/>
                      <a:pt x="660411" y="461746"/>
                      <a:pt x="660357" y="463538"/>
                    </a:cubicBezTo>
                    <a:cubicBezTo>
                      <a:pt x="660318" y="464732"/>
                      <a:pt x="660279" y="465926"/>
                      <a:pt x="660240" y="467119"/>
                    </a:cubicBezTo>
                    <a:cubicBezTo>
                      <a:pt x="660145" y="470041"/>
                      <a:pt x="660054" y="472963"/>
                      <a:pt x="659966" y="475885"/>
                    </a:cubicBezTo>
                    <a:cubicBezTo>
                      <a:pt x="658196" y="476180"/>
                      <a:pt x="656426" y="476475"/>
                      <a:pt x="654603" y="476779"/>
                    </a:cubicBezTo>
                    <a:cubicBezTo>
                      <a:pt x="653929" y="480346"/>
                      <a:pt x="653617" y="483668"/>
                      <a:pt x="653684" y="487295"/>
                    </a:cubicBezTo>
                    <a:cubicBezTo>
                      <a:pt x="653695" y="488238"/>
                      <a:pt x="653706" y="489180"/>
                      <a:pt x="653718" y="490151"/>
                    </a:cubicBezTo>
                    <a:cubicBezTo>
                      <a:pt x="653749" y="492125"/>
                      <a:pt x="653784" y="494099"/>
                      <a:pt x="653822" y="496073"/>
                    </a:cubicBezTo>
                    <a:cubicBezTo>
                      <a:pt x="653837" y="497480"/>
                      <a:pt x="653837" y="497480"/>
                      <a:pt x="653852" y="498915"/>
                    </a:cubicBezTo>
                    <a:cubicBezTo>
                      <a:pt x="653867" y="499770"/>
                      <a:pt x="653882" y="500626"/>
                      <a:pt x="653898" y="501507"/>
                    </a:cubicBezTo>
                    <a:cubicBezTo>
                      <a:pt x="653709" y="503594"/>
                      <a:pt x="653709" y="503594"/>
                      <a:pt x="651921" y="505381"/>
                    </a:cubicBezTo>
                    <a:cubicBezTo>
                      <a:pt x="651313" y="505640"/>
                      <a:pt x="650704" y="505898"/>
                      <a:pt x="650078" y="506164"/>
                    </a:cubicBezTo>
                    <a:cubicBezTo>
                      <a:pt x="648227" y="506989"/>
                      <a:pt x="648227" y="506989"/>
                      <a:pt x="647808" y="508680"/>
                    </a:cubicBezTo>
                    <a:cubicBezTo>
                      <a:pt x="647375" y="511191"/>
                      <a:pt x="647257" y="513630"/>
                      <a:pt x="647169" y="516177"/>
                    </a:cubicBezTo>
                    <a:cubicBezTo>
                      <a:pt x="647113" y="517733"/>
                      <a:pt x="647113" y="517733"/>
                      <a:pt x="647056" y="519320"/>
                    </a:cubicBezTo>
                    <a:cubicBezTo>
                      <a:pt x="647003" y="520937"/>
                      <a:pt x="647003" y="520937"/>
                      <a:pt x="646949" y="522588"/>
                    </a:cubicBezTo>
                    <a:cubicBezTo>
                      <a:pt x="646911" y="523680"/>
                      <a:pt x="646872" y="524773"/>
                      <a:pt x="646832" y="525898"/>
                    </a:cubicBezTo>
                    <a:cubicBezTo>
                      <a:pt x="646738" y="528593"/>
                      <a:pt x="646646" y="531289"/>
                      <a:pt x="646558" y="533984"/>
                    </a:cubicBezTo>
                    <a:cubicBezTo>
                      <a:pt x="644788" y="533984"/>
                      <a:pt x="643019" y="533984"/>
                      <a:pt x="641195" y="533984"/>
                    </a:cubicBezTo>
                    <a:cubicBezTo>
                      <a:pt x="640900" y="536934"/>
                      <a:pt x="640605" y="539884"/>
                      <a:pt x="640301" y="542923"/>
                    </a:cubicBezTo>
                    <a:cubicBezTo>
                      <a:pt x="582488" y="542923"/>
                      <a:pt x="524674" y="542923"/>
                      <a:pt x="465108" y="542923"/>
                    </a:cubicBezTo>
                    <a:cubicBezTo>
                      <a:pt x="464813" y="538498"/>
                      <a:pt x="464518" y="534074"/>
                      <a:pt x="464214" y="529515"/>
                    </a:cubicBezTo>
                    <a:cubicBezTo>
                      <a:pt x="463920" y="528925"/>
                      <a:pt x="463625" y="528335"/>
                      <a:pt x="463321" y="527727"/>
                    </a:cubicBezTo>
                    <a:cubicBezTo>
                      <a:pt x="461062" y="527142"/>
                      <a:pt x="461062" y="527142"/>
                      <a:pt x="458851" y="526834"/>
                    </a:cubicBezTo>
                    <a:cubicBezTo>
                      <a:pt x="458834" y="526320"/>
                      <a:pt x="458816" y="525807"/>
                      <a:pt x="458798" y="525278"/>
                    </a:cubicBezTo>
                    <a:cubicBezTo>
                      <a:pt x="458712" y="522928"/>
                      <a:pt x="458614" y="520579"/>
                      <a:pt x="458516" y="518230"/>
                    </a:cubicBezTo>
                    <a:cubicBezTo>
                      <a:pt x="458489" y="517423"/>
                      <a:pt x="458461" y="516615"/>
                      <a:pt x="458432" y="515783"/>
                    </a:cubicBezTo>
                    <a:cubicBezTo>
                      <a:pt x="458241" y="511411"/>
                      <a:pt x="457847" y="507698"/>
                      <a:pt x="456170" y="503594"/>
                    </a:cubicBezTo>
                    <a:cubicBezTo>
                      <a:pt x="454990" y="503594"/>
                      <a:pt x="453810" y="503594"/>
                      <a:pt x="452595" y="503594"/>
                    </a:cubicBezTo>
                    <a:cubicBezTo>
                      <a:pt x="450865" y="500135"/>
                      <a:pt x="451674" y="495577"/>
                      <a:pt x="451736" y="491742"/>
                    </a:cubicBezTo>
                    <a:cubicBezTo>
                      <a:pt x="451771" y="488113"/>
                      <a:pt x="451726" y="484790"/>
                      <a:pt x="450807" y="481248"/>
                    </a:cubicBezTo>
                    <a:cubicBezTo>
                      <a:pt x="449037" y="481248"/>
                      <a:pt x="447267" y="481248"/>
                      <a:pt x="445444" y="481248"/>
                    </a:cubicBezTo>
                    <a:cubicBezTo>
                      <a:pt x="445426" y="480639"/>
                      <a:pt x="445408" y="480030"/>
                      <a:pt x="445390" y="479403"/>
                    </a:cubicBezTo>
                    <a:cubicBezTo>
                      <a:pt x="445305" y="476647"/>
                      <a:pt x="445207" y="473892"/>
                      <a:pt x="445109" y="471136"/>
                    </a:cubicBezTo>
                    <a:cubicBezTo>
                      <a:pt x="445067" y="469699"/>
                      <a:pt x="445067" y="469699"/>
                      <a:pt x="445025" y="468233"/>
                    </a:cubicBezTo>
                    <a:cubicBezTo>
                      <a:pt x="444990" y="467314"/>
                      <a:pt x="444956" y="466395"/>
                      <a:pt x="444920" y="465448"/>
                    </a:cubicBezTo>
                    <a:cubicBezTo>
                      <a:pt x="444892" y="464601"/>
                      <a:pt x="444864" y="463754"/>
                      <a:pt x="444835" y="462881"/>
                    </a:cubicBezTo>
                    <a:cubicBezTo>
                      <a:pt x="444685" y="460463"/>
                      <a:pt x="444685" y="460463"/>
                      <a:pt x="442762" y="458008"/>
                    </a:cubicBezTo>
                    <a:cubicBezTo>
                      <a:pt x="441582" y="458008"/>
                      <a:pt x="440403" y="458008"/>
                      <a:pt x="439187" y="458008"/>
                    </a:cubicBezTo>
                    <a:cubicBezTo>
                      <a:pt x="439169" y="457431"/>
                      <a:pt x="439151" y="456854"/>
                      <a:pt x="439133" y="456259"/>
                    </a:cubicBezTo>
                    <a:cubicBezTo>
                      <a:pt x="439048" y="453639"/>
                      <a:pt x="438950" y="451019"/>
                      <a:pt x="438852" y="448399"/>
                    </a:cubicBezTo>
                    <a:cubicBezTo>
                      <a:pt x="438810" y="447037"/>
                      <a:pt x="438810" y="447037"/>
                      <a:pt x="438768" y="445648"/>
                    </a:cubicBezTo>
                    <a:cubicBezTo>
                      <a:pt x="438733" y="444772"/>
                      <a:pt x="438699" y="443896"/>
                      <a:pt x="438663" y="442994"/>
                    </a:cubicBezTo>
                    <a:cubicBezTo>
                      <a:pt x="438621" y="441786"/>
                      <a:pt x="438621" y="441786"/>
                      <a:pt x="438578" y="440554"/>
                    </a:cubicBezTo>
                    <a:cubicBezTo>
                      <a:pt x="438273" y="438188"/>
                      <a:pt x="437881" y="436720"/>
                      <a:pt x="436505" y="434768"/>
                    </a:cubicBezTo>
                    <a:cubicBezTo>
                      <a:pt x="434673" y="434048"/>
                      <a:pt x="434673" y="434048"/>
                      <a:pt x="432930" y="433874"/>
                    </a:cubicBezTo>
                    <a:cubicBezTo>
                      <a:pt x="432912" y="433292"/>
                      <a:pt x="432895" y="432711"/>
                      <a:pt x="432876" y="432112"/>
                    </a:cubicBezTo>
                    <a:cubicBezTo>
                      <a:pt x="432791" y="429477"/>
                      <a:pt x="432693" y="426843"/>
                      <a:pt x="432595" y="424209"/>
                    </a:cubicBezTo>
                    <a:cubicBezTo>
                      <a:pt x="432553" y="422836"/>
                      <a:pt x="432553" y="422836"/>
                      <a:pt x="432511" y="421435"/>
                    </a:cubicBezTo>
                    <a:cubicBezTo>
                      <a:pt x="432476" y="420557"/>
                      <a:pt x="432442" y="419678"/>
                      <a:pt x="432406" y="418773"/>
                    </a:cubicBezTo>
                    <a:cubicBezTo>
                      <a:pt x="432378" y="417963"/>
                      <a:pt x="432350" y="417153"/>
                      <a:pt x="432321" y="416319"/>
                    </a:cubicBezTo>
                    <a:cubicBezTo>
                      <a:pt x="432161" y="413972"/>
                      <a:pt x="432161" y="413972"/>
                      <a:pt x="430249" y="411528"/>
                    </a:cubicBezTo>
                    <a:cubicBezTo>
                      <a:pt x="427968" y="410451"/>
                      <a:pt x="427968" y="410451"/>
                      <a:pt x="425779" y="409740"/>
                    </a:cubicBezTo>
                    <a:cubicBezTo>
                      <a:pt x="425762" y="409213"/>
                      <a:pt x="425744" y="408685"/>
                      <a:pt x="425726" y="408142"/>
                    </a:cubicBezTo>
                    <a:cubicBezTo>
                      <a:pt x="425640" y="405751"/>
                      <a:pt x="425542" y="403360"/>
                      <a:pt x="425444" y="400970"/>
                    </a:cubicBezTo>
                    <a:cubicBezTo>
                      <a:pt x="425403" y="399724"/>
                      <a:pt x="425403" y="399724"/>
                      <a:pt x="425360" y="398454"/>
                    </a:cubicBezTo>
                    <a:cubicBezTo>
                      <a:pt x="425326" y="397656"/>
                      <a:pt x="425291" y="396858"/>
                      <a:pt x="425256" y="396036"/>
                    </a:cubicBezTo>
                    <a:cubicBezTo>
                      <a:pt x="425213" y="394934"/>
                      <a:pt x="425213" y="394934"/>
                      <a:pt x="425170" y="393809"/>
                    </a:cubicBezTo>
                    <a:cubicBezTo>
                      <a:pt x="424989" y="391605"/>
                      <a:pt x="424989" y="391605"/>
                      <a:pt x="423098" y="389182"/>
                    </a:cubicBezTo>
                    <a:cubicBezTo>
                      <a:pt x="421918" y="389182"/>
                      <a:pt x="420738" y="389182"/>
                      <a:pt x="419522" y="389182"/>
                    </a:cubicBezTo>
                    <a:cubicBezTo>
                      <a:pt x="419505" y="388514"/>
                      <a:pt x="419487" y="387847"/>
                      <a:pt x="419469" y="387159"/>
                    </a:cubicBezTo>
                    <a:cubicBezTo>
                      <a:pt x="419384" y="384146"/>
                      <a:pt x="419286" y="381133"/>
                      <a:pt x="419187" y="378121"/>
                    </a:cubicBezTo>
                    <a:cubicBezTo>
                      <a:pt x="419160" y="377070"/>
                      <a:pt x="419132" y="376019"/>
                      <a:pt x="419103" y="374936"/>
                    </a:cubicBezTo>
                    <a:cubicBezTo>
                      <a:pt x="419069" y="373934"/>
                      <a:pt x="419034" y="372932"/>
                      <a:pt x="418999" y="371899"/>
                    </a:cubicBezTo>
                    <a:cubicBezTo>
                      <a:pt x="418971" y="370972"/>
                      <a:pt x="418943" y="370045"/>
                      <a:pt x="418914" y="369090"/>
                    </a:cubicBezTo>
                    <a:cubicBezTo>
                      <a:pt x="418843" y="366686"/>
                      <a:pt x="418843" y="366686"/>
                      <a:pt x="416841" y="365048"/>
                    </a:cubicBezTo>
                    <a:cubicBezTo>
                      <a:pt x="415661" y="365048"/>
                      <a:pt x="414481" y="365048"/>
                      <a:pt x="413266" y="365048"/>
                    </a:cubicBezTo>
                    <a:cubicBezTo>
                      <a:pt x="413248" y="364503"/>
                      <a:pt x="413230" y="363958"/>
                      <a:pt x="413212" y="363396"/>
                    </a:cubicBezTo>
                    <a:cubicBezTo>
                      <a:pt x="413126" y="360911"/>
                      <a:pt x="413028" y="358427"/>
                      <a:pt x="412930" y="355942"/>
                    </a:cubicBezTo>
                    <a:cubicBezTo>
                      <a:pt x="412889" y="354656"/>
                      <a:pt x="412889" y="354656"/>
                      <a:pt x="412847" y="353343"/>
                    </a:cubicBezTo>
                    <a:cubicBezTo>
                      <a:pt x="412812" y="352510"/>
                      <a:pt x="412777" y="351678"/>
                      <a:pt x="412742" y="350820"/>
                    </a:cubicBezTo>
                    <a:cubicBezTo>
                      <a:pt x="412714" y="350057"/>
                      <a:pt x="412686" y="349294"/>
                      <a:pt x="412657" y="348508"/>
                    </a:cubicBezTo>
                    <a:cubicBezTo>
                      <a:pt x="412342" y="346043"/>
                      <a:pt x="411593" y="344070"/>
                      <a:pt x="410584" y="341808"/>
                    </a:cubicBezTo>
                    <a:cubicBezTo>
                      <a:pt x="409404" y="341808"/>
                      <a:pt x="408224" y="341808"/>
                      <a:pt x="407009" y="341808"/>
                    </a:cubicBezTo>
                    <a:cubicBezTo>
                      <a:pt x="406954" y="340998"/>
                      <a:pt x="406900" y="340188"/>
                      <a:pt x="406845" y="339354"/>
                    </a:cubicBezTo>
                    <a:cubicBezTo>
                      <a:pt x="406428" y="333299"/>
                      <a:pt x="405948" y="327276"/>
                      <a:pt x="405221" y="321250"/>
                    </a:cubicBezTo>
                    <a:cubicBezTo>
                      <a:pt x="403451" y="320660"/>
                      <a:pt x="401681" y="320070"/>
                      <a:pt x="399858" y="319462"/>
                    </a:cubicBezTo>
                    <a:cubicBezTo>
                      <a:pt x="399863" y="318885"/>
                      <a:pt x="399867" y="318308"/>
                      <a:pt x="399872" y="317714"/>
                    </a:cubicBezTo>
                    <a:cubicBezTo>
                      <a:pt x="399891" y="315094"/>
                      <a:pt x="399902" y="312474"/>
                      <a:pt x="399914" y="309854"/>
                    </a:cubicBezTo>
                    <a:cubicBezTo>
                      <a:pt x="399921" y="308946"/>
                      <a:pt x="399929" y="308038"/>
                      <a:pt x="399936" y="307102"/>
                    </a:cubicBezTo>
                    <a:cubicBezTo>
                      <a:pt x="399939" y="306227"/>
                      <a:pt x="399942" y="305351"/>
                      <a:pt x="399945" y="304449"/>
                    </a:cubicBezTo>
                    <a:cubicBezTo>
                      <a:pt x="399952" y="303241"/>
                      <a:pt x="399952" y="303241"/>
                      <a:pt x="399959" y="302009"/>
                    </a:cubicBezTo>
                    <a:cubicBezTo>
                      <a:pt x="399865" y="299946"/>
                      <a:pt x="399546" y="298197"/>
                      <a:pt x="398964" y="296223"/>
                    </a:cubicBezTo>
                    <a:cubicBezTo>
                      <a:pt x="397194" y="295928"/>
                      <a:pt x="395424" y="295633"/>
                      <a:pt x="393601" y="295329"/>
                    </a:cubicBezTo>
                    <a:cubicBezTo>
                      <a:pt x="393583" y="294779"/>
                      <a:pt x="393566" y="294229"/>
                      <a:pt x="393547" y="293662"/>
                    </a:cubicBezTo>
                    <a:cubicBezTo>
                      <a:pt x="393462" y="291163"/>
                      <a:pt x="393364" y="288665"/>
                      <a:pt x="393266" y="286167"/>
                    </a:cubicBezTo>
                    <a:cubicBezTo>
                      <a:pt x="393224" y="284869"/>
                      <a:pt x="393224" y="284869"/>
                      <a:pt x="393182" y="283545"/>
                    </a:cubicBezTo>
                    <a:cubicBezTo>
                      <a:pt x="393147" y="282709"/>
                      <a:pt x="393113" y="281874"/>
                      <a:pt x="393077" y="281013"/>
                    </a:cubicBezTo>
                    <a:cubicBezTo>
                      <a:pt x="393035" y="279862"/>
                      <a:pt x="393035" y="279862"/>
                      <a:pt x="392992" y="278687"/>
                    </a:cubicBezTo>
                    <a:cubicBezTo>
                      <a:pt x="392692" y="276443"/>
                      <a:pt x="392044" y="274932"/>
                      <a:pt x="390919" y="272983"/>
                    </a:cubicBezTo>
                    <a:cubicBezTo>
                      <a:pt x="389740" y="272983"/>
                      <a:pt x="388560" y="272983"/>
                      <a:pt x="387344" y="272983"/>
                    </a:cubicBezTo>
                    <a:cubicBezTo>
                      <a:pt x="387325" y="272070"/>
                      <a:pt x="387325" y="272070"/>
                      <a:pt x="387305" y="271138"/>
                    </a:cubicBezTo>
                    <a:cubicBezTo>
                      <a:pt x="387238" y="268382"/>
                      <a:pt x="387152" y="265627"/>
                      <a:pt x="387065" y="262871"/>
                    </a:cubicBezTo>
                    <a:cubicBezTo>
                      <a:pt x="387045" y="261913"/>
                      <a:pt x="387024" y="260955"/>
                      <a:pt x="387004" y="259968"/>
                    </a:cubicBezTo>
                    <a:cubicBezTo>
                      <a:pt x="386956" y="258589"/>
                      <a:pt x="386956" y="258589"/>
                      <a:pt x="386908" y="257183"/>
                    </a:cubicBezTo>
                    <a:cubicBezTo>
                      <a:pt x="386884" y="256336"/>
                      <a:pt x="386861" y="255489"/>
                      <a:pt x="386837" y="254616"/>
                    </a:cubicBezTo>
                    <a:cubicBezTo>
                      <a:pt x="386389" y="252075"/>
                      <a:pt x="385863" y="251219"/>
                      <a:pt x="383769" y="249743"/>
                    </a:cubicBezTo>
                    <a:cubicBezTo>
                      <a:pt x="382884" y="249743"/>
                      <a:pt x="381999" y="249743"/>
                      <a:pt x="381087" y="249743"/>
                    </a:cubicBezTo>
                    <a:cubicBezTo>
                      <a:pt x="379962" y="247493"/>
                      <a:pt x="380007" y="245798"/>
                      <a:pt x="379911" y="243283"/>
                    </a:cubicBezTo>
                    <a:cubicBezTo>
                      <a:pt x="379873" y="242362"/>
                      <a:pt x="379836" y="241440"/>
                      <a:pt x="379797" y="240490"/>
                    </a:cubicBezTo>
                    <a:cubicBezTo>
                      <a:pt x="379762" y="239525"/>
                      <a:pt x="379727" y="238559"/>
                      <a:pt x="379691" y="237564"/>
                    </a:cubicBezTo>
                    <a:cubicBezTo>
                      <a:pt x="379652" y="236592"/>
                      <a:pt x="379613" y="235619"/>
                      <a:pt x="379574" y="234617"/>
                    </a:cubicBezTo>
                    <a:cubicBezTo>
                      <a:pt x="379479" y="232211"/>
                      <a:pt x="379387" y="229804"/>
                      <a:pt x="379300" y="227397"/>
                    </a:cubicBezTo>
                    <a:cubicBezTo>
                      <a:pt x="376585" y="227997"/>
                      <a:pt x="376585" y="227997"/>
                      <a:pt x="375580" y="229843"/>
                    </a:cubicBezTo>
                    <a:cubicBezTo>
                      <a:pt x="374722" y="232159"/>
                      <a:pt x="374546" y="234050"/>
                      <a:pt x="374460" y="236517"/>
                    </a:cubicBezTo>
                    <a:cubicBezTo>
                      <a:pt x="374426" y="237392"/>
                      <a:pt x="374391" y="238268"/>
                      <a:pt x="374355" y="239170"/>
                    </a:cubicBezTo>
                    <a:cubicBezTo>
                      <a:pt x="374314" y="240532"/>
                      <a:pt x="374314" y="240532"/>
                      <a:pt x="374272" y="241922"/>
                    </a:cubicBezTo>
                    <a:cubicBezTo>
                      <a:pt x="374237" y="242843"/>
                      <a:pt x="374203" y="243765"/>
                      <a:pt x="374167" y="244715"/>
                    </a:cubicBezTo>
                    <a:cubicBezTo>
                      <a:pt x="374083" y="246987"/>
                      <a:pt x="374006" y="249258"/>
                      <a:pt x="373936" y="251530"/>
                    </a:cubicBezTo>
                    <a:cubicBezTo>
                      <a:pt x="372167" y="251530"/>
                      <a:pt x="370397" y="251530"/>
                      <a:pt x="368573" y="251530"/>
                    </a:cubicBezTo>
                    <a:cubicBezTo>
                      <a:pt x="368278" y="258905"/>
                      <a:pt x="367983" y="266279"/>
                      <a:pt x="367680" y="273876"/>
                    </a:cubicBezTo>
                    <a:cubicBezTo>
                      <a:pt x="365910" y="274466"/>
                      <a:pt x="364140" y="275056"/>
                      <a:pt x="362317" y="275664"/>
                    </a:cubicBezTo>
                    <a:cubicBezTo>
                      <a:pt x="361382" y="278467"/>
                      <a:pt x="361361" y="280328"/>
                      <a:pt x="361423" y="283262"/>
                    </a:cubicBezTo>
                    <a:cubicBezTo>
                      <a:pt x="361474" y="288528"/>
                      <a:pt x="361105" y="293673"/>
                      <a:pt x="360529" y="298904"/>
                    </a:cubicBezTo>
                    <a:cubicBezTo>
                      <a:pt x="359349" y="298904"/>
                      <a:pt x="358169" y="298904"/>
                      <a:pt x="356953" y="298904"/>
                    </a:cubicBezTo>
                    <a:cubicBezTo>
                      <a:pt x="355363" y="301661"/>
                      <a:pt x="354912" y="303766"/>
                      <a:pt x="354796" y="306935"/>
                    </a:cubicBezTo>
                    <a:cubicBezTo>
                      <a:pt x="354761" y="307770"/>
                      <a:pt x="354727" y="308605"/>
                      <a:pt x="354691" y="309466"/>
                    </a:cubicBezTo>
                    <a:cubicBezTo>
                      <a:pt x="354663" y="310331"/>
                      <a:pt x="354636" y="311197"/>
                      <a:pt x="354607" y="312088"/>
                    </a:cubicBezTo>
                    <a:cubicBezTo>
                      <a:pt x="354573" y="312967"/>
                      <a:pt x="354538" y="313846"/>
                      <a:pt x="354502" y="314752"/>
                    </a:cubicBezTo>
                    <a:cubicBezTo>
                      <a:pt x="354418" y="316918"/>
                      <a:pt x="354342" y="319084"/>
                      <a:pt x="354272" y="321250"/>
                    </a:cubicBezTo>
                    <a:cubicBezTo>
                      <a:pt x="352502" y="321545"/>
                      <a:pt x="350732" y="321840"/>
                      <a:pt x="348909" y="322144"/>
                    </a:cubicBezTo>
                    <a:cubicBezTo>
                      <a:pt x="348614" y="329813"/>
                      <a:pt x="348319" y="337482"/>
                      <a:pt x="348015" y="345384"/>
                    </a:cubicBezTo>
                    <a:cubicBezTo>
                      <a:pt x="346245" y="345974"/>
                      <a:pt x="344475" y="346564"/>
                      <a:pt x="342652" y="347171"/>
                    </a:cubicBezTo>
                    <a:cubicBezTo>
                      <a:pt x="341627" y="352555"/>
                      <a:pt x="341756" y="357780"/>
                      <a:pt x="341901" y="363250"/>
                    </a:cubicBezTo>
                    <a:cubicBezTo>
                      <a:pt x="341758" y="365942"/>
                      <a:pt x="341758" y="365942"/>
                      <a:pt x="339971" y="367730"/>
                    </a:cubicBezTo>
                    <a:cubicBezTo>
                      <a:pt x="338071" y="368288"/>
                      <a:pt x="338071" y="368288"/>
                      <a:pt x="336395" y="368624"/>
                    </a:cubicBezTo>
                    <a:cubicBezTo>
                      <a:pt x="335474" y="373347"/>
                      <a:pt x="335219" y="378019"/>
                      <a:pt x="334999" y="382813"/>
                    </a:cubicBezTo>
                    <a:cubicBezTo>
                      <a:pt x="334960" y="383599"/>
                      <a:pt x="334921" y="384385"/>
                      <a:pt x="334882" y="385195"/>
                    </a:cubicBezTo>
                    <a:cubicBezTo>
                      <a:pt x="334787" y="387120"/>
                      <a:pt x="334697" y="389045"/>
                      <a:pt x="334607" y="390970"/>
                    </a:cubicBezTo>
                    <a:cubicBezTo>
                      <a:pt x="333888" y="391080"/>
                      <a:pt x="333169" y="391191"/>
                      <a:pt x="332429" y="391305"/>
                    </a:cubicBezTo>
                    <a:cubicBezTo>
                      <a:pt x="331673" y="391489"/>
                      <a:pt x="330917" y="391674"/>
                      <a:pt x="330138" y="391864"/>
                    </a:cubicBezTo>
                    <a:cubicBezTo>
                      <a:pt x="328989" y="394163"/>
                      <a:pt x="329056" y="395948"/>
                      <a:pt x="328962" y="398518"/>
                    </a:cubicBezTo>
                    <a:cubicBezTo>
                      <a:pt x="328924" y="399481"/>
                      <a:pt x="328887" y="400443"/>
                      <a:pt x="328848" y="401434"/>
                    </a:cubicBezTo>
                    <a:cubicBezTo>
                      <a:pt x="328795" y="402946"/>
                      <a:pt x="328795" y="402946"/>
                      <a:pt x="328742" y="404489"/>
                    </a:cubicBezTo>
                    <a:cubicBezTo>
                      <a:pt x="328703" y="405504"/>
                      <a:pt x="328664" y="406519"/>
                      <a:pt x="328625" y="407565"/>
                    </a:cubicBezTo>
                    <a:cubicBezTo>
                      <a:pt x="328530" y="410078"/>
                      <a:pt x="328438" y="412591"/>
                      <a:pt x="328351" y="415103"/>
                    </a:cubicBezTo>
                    <a:cubicBezTo>
                      <a:pt x="327632" y="415214"/>
                      <a:pt x="326913" y="415325"/>
                      <a:pt x="326172" y="415439"/>
                    </a:cubicBezTo>
                    <a:cubicBezTo>
                      <a:pt x="325416" y="415623"/>
                      <a:pt x="324660" y="415807"/>
                      <a:pt x="323881" y="415997"/>
                    </a:cubicBezTo>
                    <a:cubicBezTo>
                      <a:pt x="322781" y="418197"/>
                      <a:pt x="322804" y="419803"/>
                      <a:pt x="322705" y="422261"/>
                    </a:cubicBezTo>
                    <a:cubicBezTo>
                      <a:pt x="322667" y="423143"/>
                      <a:pt x="322630" y="424024"/>
                      <a:pt x="322591" y="424932"/>
                    </a:cubicBezTo>
                    <a:cubicBezTo>
                      <a:pt x="322539" y="426317"/>
                      <a:pt x="322539" y="426317"/>
                      <a:pt x="322485" y="427729"/>
                    </a:cubicBezTo>
                    <a:cubicBezTo>
                      <a:pt x="322446" y="428659"/>
                      <a:pt x="322408" y="429589"/>
                      <a:pt x="322368" y="430547"/>
                    </a:cubicBezTo>
                    <a:cubicBezTo>
                      <a:pt x="322273" y="432847"/>
                      <a:pt x="322182" y="435148"/>
                      <a:pt x="322094" y="437449"/>
                    </a:cubicBezTo>
                    <a:cubicBezTo>
                      <a:pt x="321227" y="437560"/>
                      <a:pt x="320361" y="437671"/>
                      <a:pt x="319468" y="437785"/>
                    </a:cubicBezTo>
                    <a:cubicBezTo>
                      <a:pt x="318565" y="437969"/>
                      <a:pt x="317661" y="438153"/>
                      <a:pt x="316731" y="438343"/>
                    </a:cubicBezTo>
                    <a:cubicBezTo>
                      <a:pt x="315695" y="440415"/>
                      <a:pt x="315746" y="441563"/>
                      <a:pt x="315781" y="443863"/>
                    </a:cubicBezTo>
                    <a:cubicBezTo>
                      <a:pt x="315788" y="444604"/>
                      <a:pt x="315795" y="445344"/>
                      <a:pt x="315802" y="446107"/>
                    </a:cubicBezTo>
                    <a:cubicBezTo>
                      <a:pt x="315825" y="447662"/>
                      <a:pt x="315848" y="449217"/>
                      <a:pt x="315872" y="450772"/>
                    </a:cubicBezTo>
                    <a:cubicBezTo>
                      <a:pt x="315944" y="458579"/>
                      <a:pt x="315944" y="458579"/>
                      <a:pt x="314943" y="461583"/>
                    </a:cubicBezTo>
                    <a:cubicBezTo>
                      <a:pt x="312708" y="462645"/>
                      <a:pt x="312708" y="462645"/>
                      <a:pt x="310474" y="463371"/>
                    </a:cubicBezTo>
                    <a:cubicBezTo>
                      <a:pt x="309399" y="465521"/>
                      <a:pt x="309398" y="467039"/>
                      <a:pt x="309297" y="469439"/>
                    </a:cubicBezTo>
                    <a:cubicBezTo>
                      <a:pt x="309260" y="470280"/>
                      <a:pt x="309222" y="471121"/>
                      <a:pt x="309184" y="471988"/>
                    </a:cubicBezTo>
                    <a:cubicBezTo>
                      <a:pt x="309131" y="473309"/>
                      <a:pt x="309131" y="473309"/>
                      <a:pt x="309077" y="474656"/>
                    </a:cubicBezTo>
                    <a:cubicBezTo>
                      <a:pt x="309039" y="475543"/>
                      <a:pt x="309000" y="476430"/>
                      <a:pt x="308960" y="477344"/>
                    </a:cubicBezTo>
                    <a:cubicBezTo>
                      <a:pt x="308865" y="479539"/>
                      <a:pt x="308774" y="481734"/>
                      <a:pt x="308686" y="483929"/>
                    </a:cubicBezTo>
                    <a:cubicBezTo>
                      <a:pt x="307608" y="484095"/>
                      <a:pt x="307608" y="484095"/>
                      <a:pt x="306507" y="484264"/>
                    </a:cubicBezTo>
                    <a:cubicBezTo>
                      <a:pt x="305751" y="484449"/>
                      <a:pt x="304996" y="484633"/>
                      <a:pt x="304217" y="484823"/>
                    </a:cubicBezTo>
                    <a:cubicBezTo>
                      <a:pt x="303067" y="487122"/>
                      <a:pt x="303135" y="488907"/>
                      <a:pt x="303040" y="491478"/>
                    </a:cubicBezTo>
                    <a:cubicBezTo>
                      <a:pt x="303003" y="492440"/>
                      <a:pt x="302965" y="493402"/>
                      <a:pt x="302927" y="494393"/>
                    </a:cubicBezTo>
                    <a:cubicBezTo>
                      <a:pt x="302874" y="495906"/>
                      <a:pt x="302874" y="495906"/>
                      <a:pt x="302820" y="497449"/>
                    </a:cubicBezTo>
                    <a:cubicBezTo>
                      <a:pt x="302782" y="498464"/>
                      <a:pt x="302743" y="499479"/>
                      <a:pt x="302703" y="500525"/>
                    </a:cubicBezTo>
                    <a:cubicBezTo>
                      <a:pt x="302608" y="503037"/>
                      <a:pt x="302517" y="505550"/>
                      <a:pt x="302429" y="508063"/>
                    </a:cubicBezTo>
                    <a:cubicBezTo>
                      <a:pt x="300659" y="508358"/>
                      <a:pt x="298890" y="508653"/>
                      <a:pt x="297066" y="508957"/>
                    </a:cubicBezTo>
                    <a:cubicBezTo>
                      <a:pt x="295911" y="513350"/>
                      <a:pt x="296073" y="517692"/>
                      <a:pt x="296116" y="522197"/>
                    </a:cubicBezTo>
                    <a:cubicBezTo>
                      <a:pt x="296122" y="523382"/>
                      <a:pt x="296122" y="523382"/>
                      <a:pt x="296129" y="524590"/>
                    </a:cubicBezTo>
                    <a:cubicBezTo>
                      <a:pt x="296139" y="526530"/>
                      <a:pt x="296155" y="528469"/>
                      <a:pt x="296172" y="530409"/>
                    </a:cubicBezTo>
                    <a:cubicBezTo>
                      <a:pt x="294317" y="530904"/>
                      <a:pt x="292737" y="531303"/>
                      <a:pt x="290809" y="531303"/>
                    </a:cubicBezTo>
                    <a:cubicBezTo>
                      <a:pt x="290219" y="535137"/>
                      <a:pt x="289629" y="538972"/>
                      <a:pt x="289022" y="542923"/>
                    </a:cubicBezTo>
                    <a:cubicBezTo>
                      <a:pt x="231503" y="542923"/>
                      <a:pt x="173984" y="542923"/>
                      <a:pt x="114722" y="542923"/>
                    </a:cubicBezTo>
                    <a:cubicBezTo>
                      <a:pt x="113261" y="540000"/>
                      <a:pt x="113424" y="536792"/>
                      <a:pt x="113186" y="533565"/>
                    </a:cubicBezTo>
                    <a:cubicBezTo>
                      <a:pt x="113068" y="531311"/>
                      <a:pt x="113068" y="531311"/>
                      <a:pt x="112041" y="529515"/>
                    </a:cubicBezTo>
                    <a:cubicBezTo>
                      <a:pt x="110566" y="529515"/>
                      <a:pt x="109091" y="529515"/>
                      <a:pt x="107572" y="529515"/>
                    </a:cubicBezTo>
                    <a:cubicBezTo>
                      <a:pt x="107277" y="520076"/>
                      <a:pt x="106982" y="510637"/>
                      <a:pt x="106678" y="500912"/>
                    </a:cubicBezTo>
                    <a:cubicBezTo>
                      <a:pt x="104908" y="500912"/>
                      <a:pt x="103138" y="500912"/>
                      <a:pt x="101315" y="500912"/>
                    </a:cubicBezTo>
                    <a:cubicBezTo>
                      <a:pt x="101297" y="500177"/>
                      <a:pt x="101279" y="499443"/>
                      <a:pt x="101261" y="498686"/>
                    </a:cubicBezTo>
                    <a:cubicBezTo>
                      <a:pt x="101176" y="495349"/>
                      <a:pt x="101078" y="492014"/>
                      <a:pt x="100980" y="488678"/>
                    </a:cubicBezTo>
                    <a:cubicBezTo>
                      <a:pt x="100952" y="487522"/>
                      <a:pt x="100924" y="486365"/>
                      <a:pt x="100896" y="485174"/>
                    </a:cubicBezTo>
                    <a:cubicBezTo>
                      <a:pt x="100861" y="484059"/>
                      <a:pt x="100827" y="482944"/>
                      <a:pt x="100791" y="481796"/>
                    </a:cubicBezTo>
                    <a:cubicBezTo>
                      <a:pt x="100763" y="480771"/>
                      <a:pt x="100735" y="479746"/>
                      <a:pt x="100706" y="478689"/>
                    </a:cubicBezTo>
                    <a:cubicBezTo>
                      <a:pt x="100419" y="475870"/>
                      <a:pt x="100036" y="473879"/>
                      <a:pt x="98633" y="471415"/>
                    </a:cubicBezTo>
                    <a:cubicBezTo>
                      <a:pt x="96809" y="470623"/>
                      <a:pt x="96809" y="470623"/>
                      <a:pt x="95058" y="470522"/>
                    </a:cubicBezTo>
                    <a:cubicBezTo>
                      <a:pt x="95035" y="469995"/>
                      <a:pt x="95013" y="469469"/>
                      <a:pt x="94990" y="468926"/>
                    </a:cubicBezTo>
                    <a:cubicBezTo>
                      <a:pt x="94885" y="466497"/>
                      <a:pt x="94776" y="464068"/>
                      <a:pt x="94667" y="461639"/>
                    </a:cubicBezTo>
                    <a:cubicBezTo>
                      <a:pt x="94632" y="460811"/>
                      <a:pt x="94597" y="459983"/>
                      <a:pt x="94560" y="459130"/>
                    </a:cubicBezTo>
                    <a:cubicBezTo>
                      <a:pt x="94324" y="453954"/>
                      <a:pt x="93898" y="448850"/>
                      <a:pt x="93270" y="443706"/>
                    </a:cubicBezTo>
                    <a:cubicBezTo>
                      <a:pt x="91500" y="443116"/>
                      <a:pt x="89731" y="442526"/>
                      <a:pt x="87907" y="441919"/>
                    </a:cubicBezTo>
                    <a:cubicBezTo>
                      <a:pt x="87885" y="441116"/>
                      <a:pt x="87862" y="440313"/>
                      <a:pt x="87839" y="439485"/>
                    </a:cubicBezTo>
                    <a:cubicBezTo>
                      <a:pt x="87754" y="436510"/>
                      <a:pt x="87666" y="433535"/>
                      <a:pt x="87574" y="430560"/>
                    </a:cubicBezTo>
                    <a:cubicBezTo>
                      <a:pt x="87536" y="429272"/>
                      <a:pt x="87498" y="427983"/>
                      <a:pt x="87463" y="426695"/>
                    </a:cubicBezTo>
                    <a:cubicBezTo>
                      <a:pt x="87411" y="424844"/>
                      <a:pt x="87354" y="422994"/>
                      <a:pt x="87296" y="421144"/>
                    </a:cubicBezTo>
                    <a:cubicBezTo>
                      <a:pt x="87263" y="420030"/>
                      <a:pt x="87231" y="418916"/>
                      <a:pt x="87197" y="417768"/>
                    </a:cubicBezTo>
                    <a:cubicBezTo>
                      <a:pt x="87189" y="415169"/>
                      <a:pt x="87189" y="415169"/>
                      <a:pt x="86119" y="413316"/>
                    </a:cubicBezTo>
                    <a:cubicBezTo>
                      <a:pt x="84645" y="413316"/>
                      <a:pt x="83170" y="413316"/>
                      <a:pt x="81650" y="413316"/>
                    </a:cubicBezTo>
                    <a:cubicBezTo>
                      <a:pt x="81624" y="412111"/>
                      <a:pt x="81624" y="412111"/>
                      <a:pt x="81597" y="410883"/>
                    </a:cubicBezTo>
                    <a:cubicBezTo>
                      <a:pt x="81527" y="407907"/>
                      <a:pt x="81449" y="404932"/>
                      <a:pt x="81367" y="401957"/>
                    </a:cubicBezTo>
                    <a:cubicBezTo>
                      <a:pt x="81332" y="400669"/>
                      <a:pt x="81301" y="399381"/>
                      <a:pt x="81273" y="398092"/>
                    </a:cubicBezTo>
                    <a:cubicBezTo>
                      <a:pt x="81232" y="396241"/>
                      <a:pt x="81181" y="394391"/>
                      <a:pt x="81127" y="392541"/>
                    </a:cubicBezTo>
                    <a:cubicBezTo>
                      <a:pt x="81084" y="390870"/>
                      <a:pt x="81084" y="390870"/>
                      <a:pt x="81041" y="389165"/>
                    </a:cubicBezTo>
                    <a:cubicBezTo>
                      <a:pt x="81027" y="386397"/>
                      <a:pt x="81027" y="386397"/>
                      <a:pt x="78969" y="384713"/>
                    </a:cubicBezTo>
                    <a:cubicBezTo>
                      <a:pt x="77789" y="384713"/>
                      <a:pt x="76609" y="384713"/>
                      <a:pt x="75393" y="384713"/>
                    </a:cubicBezTo>
                    <a:cubicBezTo>
                      <a:pt x="75367" y="383658"/>
                      <a:pt x="75367" y="383658"/>
                      <a:pt x="75340" y="382583"/>
                    </a:cubicBezTo>
                    <a:cubicBezTo>
                      <a:pt x="75254" y="379382"/>
                      <a:pt x="75156" y="376182"/>
                      <a:pt x="75058" y="372981"/>
                    </a:cubicBezTo>
                    <a:cubicBezTo>
                      <a:pt x="75031" y="371875"/>
                      <a:pt x="75003" y="370769"/>
                      <a:pt x="74974" y="369629"/>
                    </a:cubicBezTo>
                    <a:cubicBezTo>
                      <a:pt x="74940" y="368558"/>
                      <a:pt x="74905" y="367486"/>
                      <a:pt x="74870" y="366382"/>
                    </a:cubicBezTo>
                    <a:cubicBezTo>
                      <a:pt x="74842" y="365399"/>
                      <a:pt x="74813" y="364416"/>
                      <a:pt x="74785" y="363403"/>
                    </a:cubicBezTo>
                    <a:cubicBezTo>
                      <a:pt x="74484" y="360423"/>
                      <a:pt x="73865" y="357978"/>
                      <a:pt x="72712" y="355216"/>
                    </a:cubicBezTo>
                    <a:cubicBezTo>
                      <a:pt x="70919" y="354488"/>
                      <a:pt x="70919" y="354488"/>
                      <a:pt x="69136" y="354322"/>
                    </a:cubicBezTo>
                    <a:cubicBezTo>
                      <a:pt x="67983" y="352015"/>
                      <a:pt x="68170" y="350403"/>
                      <a:pt x="68218" y="347824"/>
                    </a:cubicBezTo>
                    <a:cubicBezTo>
                      <a:pt x="68229" y="346882"/>
                      <a:pt x="68240" y="345941"/>
                      <a:pt x="68251" y="344970"/>
                    </a:cubicBezTo>
                    <a:cubicBezTo>
                      <a:pt x="68283" y="342984"/>
                      <a:pt x="68317" y="340999"/>
                      <a:pt x="68356" y="339013"/>
                    </a:cubicBezTo>
                    <a:cubicBezTo>
                      <a:pt x="68371" y="337595"/>
                      <a:pt x="68371" y="337595"/>
                      <a:pt x="68386" y="336149"/>
                    </a:cubicBezTo>
                    <a:cubicBezTo>
                      <a:pt x="68401" y="335285"/>
                      <a:pt x="68416" y="334421"/>
                      <a:pt x="68431" y="333531"/>
                    </a:cubicBezTo>
                    <a:cubicBezTo>
                      <a:pt x="68221" y="330802"/>
                      <a:pt x="67850" y="328978"/>
                      <a:pt x="66455" y="326613"/>
                    </a:cubicBezTo>
                    <a:cubicBezTo>
                      <a:pt x="64178" y="325814"/>
                      <a:pt x="64178" y="325814"/>
                      <a:pt x="61986" y="325719"/>
                    </a:cubicBezTo>
                    <a:cubicBezTo>
                      <a:pt x="61963" y="324916"/>
                      <a:pt x="61941" y="324113"/>
                      <a:pt x="61918" y="323286"/>
                    </a:cubicBezTo>
                    <a:cubicBezTo>
                      <a:pt x="61833" y="320311"/>
                      <a:pt x="61744" y="317336"/>
                      <a:pt x="61653" y="314361"/>
                    </a:cubicBezTo>
                    <a:cubicBezTo>
                      <a:pt x="61614" y="313072"/>
                      <a:pt x="61577" y="311784"/>
                      <a:pt x="61541" y="310496"/>
                    </a:cubicBezTo>
                    <a:cubicBezTo>
                      <a:pt x="61490" y="308645"/>
                      <a:pt x="61433" y="306795"/>
                      <a:pt x="61375" y="304944"/>
                    </a:cubicBezTo>
                    <a:cubicBezTo>
                      <a:pt x="61342" y="303830"/>
                      <a:pt x="61309" y="302716"/>
                      <a:pt x="61275" y="301569"/>
                    </a:cubicBezTo>
                    <a:cubicBezTo>
                      <a:pt x="61268" y="298970"/>
                      <a:pt x="61268" y="298970"/>
                      <a:pt x="60198" y="297116"/>
                    </a:cubicBezTo>
                    <a:cubicBezTo>
                      <a:pt x="58723" y="297116"/>
                      <a:pt x="57248" y="297116"/>
                      <a:pt x="55729" y="297116"/>
                    </a:cubicBezTo>
                    <a:cubicBezTo>
                      <a:pt x="55702" y="295960"/>
                      <a:pt x="55702" y="295960"/>
                      <a:pt x="55675" y="294779"/>
                    </a:cubicBezTo>
                    <a:cubicBezTo>
                      <a:pt x="55605" y="291916"/>
                      <a:pt x="55528" y="289052"/>
                      <a:pt x="55445" y="286189"/>
                    </a:cubicBezTo>
                    <a:cubicBezTo>
                      <a:pt x="55411" y="284950"/>
                      <a:pt x="55380" y="283711"/>
                      <a:pt x="55352" y="282472"/>
                    </a:cubicBezTo>
                    <a:cubicBezTo>
                      <a:pt x="55311" y="280690"/>
                      <a:pt x="55258" y="278909"/>
                      <a:pt x="55205" y="277127"/>
                    </a:cubicBezTo>
                    <a:cubicBezTo>
                      <a:pt x="55177" y="276055"/>
                      <a:pt x="55149" y="274983"/>
                      <a:pt x="55120" y="273879"/>
                    </a:cubicBezTo>
                    <a:cubicBezTo>
                      <a:pt x="55028" y="271035"/>
                      <a:pt x="55028" y="271035"/>
                      <a:pt x="53047" y="268513"/>
                    </a:cubicBezTo>
                    <a:cubicBezTo>
                      <a:pt x="51867" y="268513"/>
                      <a:pt x="50688" y="268513"/>
                      <a:pt x="49472" y="268513"/>
                    </a:cubicBezTo>
                    <a:cubicBezTo>
                      <a:pt x="49445" y="267507"/>
                      <a:pt x="49445" y="267507"/>
                      <a:pt x="49418" y="266479"/>
                    </a:cubicBezTo>
                    <a:cubicBezTo>
                      <a:pt x="49333" y="263414"/>
                      <a:pt x="49235" y="260349"/>
                      <a:pt x="49137" y="257285"/>
                    </a:cubicBezTo>
                    <a:cubicBezTo>
                      <a:pt x="49095" y="255701"/>
                      <a:pt x="49095" y="255701"/>
                      <a:pt x="49053" y="254084"/>
                    </a:cubicBezTo>
                    <a:cubicBezTo>
                      <a:pt x="48874" y="248771"/>
                      <a:pt x="48603" y="244034"/>
                      <a:pt x="46790" y="239017"/>
                    </a:cubicBezTo>
                    <a:cubicBezTo>
                      <a:pt x="45316" y="238722"/>
                      <a:pt x="43841" y="238427"/>
                      <a:pt x="42321" y="238123"/>
                    </a:cubicBezTo>
                    <a:cubicBezTo>
                      <a:pt x="42026" y="229274"/>
                      <a:pt x="41731" y="220425"/>
                      <a:pt x="41427" y="211308"/>
                    </a:cubicBezTo>
                    <a:cubicBezTo>
                      <a:pt x="38763" y="210683"/>
                      <a:pt x="38763" y="210683"/>
                      <a:pt x="36064" y="210414"/>
                    </a:cubicBezTo>
                    <a:cubicBezTo>
                      <a:pt x="36031" y="209216"/>
                      <a:pt x="36031" y="209216"/>
                      <a:pt x="35996" y="207995"/>
                    </a:cubicBezTo>
                    <a:cubicBezTo>
                      <a:pt x="35911" y="205031"/>
                      <a:pt x="35823" y="202068"/>
                      <a:pt x="35732" y="199104"/>
                    </a:cubicBezTo>
                    <a:cubicBezTo>
                      <a:pt x="35693" y="197822"/>
                      <a:pt x="35656" y="196540"/>
                      <a:pt x="35620" y="195257"/>
                    </a:cubicBezTo>
                    <a:cubicBezTo>
                      <a:pt x="35568" y="193414"/>
                      <a:pt x="35511" y="191570"/>
                      <a:pt x="35453" y="189726"/>
                    </a:cubicBezTo>
                    <a:cubicBezTo>
                      <a:pt x="35404" y="188062"/>
                      <a:pt x="35404" y="188062"/>
                      <a:pt x="35354" y="186364"/>
                    </a:cubicBezTo>
                    <a:cubicBezTo>
                      <a:pt x="35285" y="183567"/>
                      <a:pt x="35285" y="183567"/>
                      <a:pt x="34277" y="180917"/>
                    </a:cubicBezTo>
                    <a:cubicBezTo>
                      <a:pt x="32802" y="180622"/>
                      <a:pt x="31327" y="180327"/>
                      <a:pt x="29807" y="180023"/>
                    </a:cubicBezTo>
                    <a:cubicBezTo>
                      <a:pt x="29512" y="171174"/>
                      <a:pt x="29218" y="162325"/>
                      <a:pt x="28914" y="153208"/>
                    </a:cubicBezTo>
                    <a:cubicBezTo>
                      <a:pt x="27144" y="152913"/>
                      <a:pt x="25374" y="152618"/>
                      <a:pt x="23551" y="152314"/>
                    </a:cubicBezTo>
                    <a:cubicBezTo>
                      <a:pt x="23496" y="151192"/>
                      <a:pt x="23442" y="150069"/>
                      <a:pt x="23386" y="148913"/>
                    </a:cubicBezTo>
                    <a:cubicBezTo>
                      <a:pt x="23198" y="145079"/>
                      <a:pt x="22989" y="141246"/>
                      <a:pt x="22771" y="137413"/>
                    </a:cubicBezTo>
                    <a:cubicBezTo>
                      <a:pt x="22677" y="135701"/>
                      <a:pt x="22598" y="133989"/>
                      <a:pt x="22524" y="132276"/>
                    </a:cubicBezTo>
                    <a:cubicBezTo>
                      <a:pt x="22408" y="129707"/>
                      <a:pt x="22408" y="129707"/>
                      <a:pt x="21763" y="126393"/>
                    </a:cubicBezTo>
                    <a:cubicBezTo>
                      <a:pt x="20078" y="125282"/>
                      <a:pt x="20078" y="125282"/>
                      <a:pt x="18187" y="124605"/>
                    </a:cubicBezTo>
                    <a:cubicBezTo>
                      <a:pt x="17598" y="124310"/>
                      <a:pt x="17008" y="124015"/>
                      <a:pt x="16400" y="123711"/>
                    </a:cubicBezTo>
                    <a:cubicBezTo>
                      <a:pt x="15957" y="109995"/>
                      <a:pt x="15957" y="109995"/>
                      <a:pt x="15506" y="96002"/>
                    </a:cubicBezTo>
                    <a:cubicBezTo>
                      <a:pt x="12842" y="95377"/>
                      <a:pt x="12842" y="95377"/>
                      <a:pt x="10143" y="95108"/>
                    </a:cubicBezTo>
                    <a:cubicBezTo>
                      <a:pt x="10125" y="94369"/>
                      <a:pt x="10107" y="93629"/>
                      <a:pt x="10089" y="92867"/>
                    </a:cubicBezTo>
                    <a:cubicBezTo>
                      <a:pt x="10004" y="89517"/>
                      <a:pt x="9906" y="86168"/>
                      <a:pt x="9808" y="82818"/>
                    </a:cubicBezTo>
                    <a:cubicBezTo>
                      <a:pt x="9780" y="81654"/>
                      <a:pt x="9752" y="80490"/>
                      <a:pt x="9724" y="79291"/>
                    </a:cubicBezTo>
                    <a:cubicBezTo>
                      <a:pt x="9689" y="78174"/>
                      <a:pt x="9655" y="77056"/>
                      <a:pt x="9619" y="75905"/>
                    </a:cubicBezTo>
                    <a:cubicBezTo>
                      <a:pt x="9591" y="74875"/>
                      <a:pt x="9563" y="73845"/>
                      <a:pt x="9534" y="72784"/>
                    </a:cubicBezTo>
                    <a:cubicBezTo>
                      <a:pt x="9263" y="70216"/>
                      <a:pt x="8794" y="68685"/>
                      <a:pt x="7461" y="66505"/>
                    </a:cubicBezTo>
                    <a:cubicBezTo>
                      <a:pt x="6282" y="66505"/>
                      <a:pt x="5102" y="66505"/>
                      <a:pt x="3886" y="66505"/>
                    </a:cubicBezTo>
                    <a:cubicBezTo>
                      <a:pt x="3866" y="65260"/>
                      <a:pt x="3866" y="65260"/>
                      <a:pt x="3847" y="63990"/>
                    </a:cubicBezTo>
                    <a:cubicBezTo>
                      <a:pt x="3792" y="60915"/>
                      <a:pt x="3726" y="57840"/>
                      <a:pt x="3651" y="54765"/>
                    </a:cubicBezTo>
                    <a:cubicBezTo>
                      <a:pt x="3622" y="53433"/>
                      <a:pt x="3597" y="52101"/>
                      <a:pt x="3576" y="50770"/>
                    </a:cubicBezTo>
                    <a:cubicBezTo>
                      <a:pt x="3546" y="48857"/>
                      <a:pt x="3500" y="46945"/>
                      <a:pt x="3450" y="45032"/>
                    </a:cubicBezTo>
                    <a:cubicBezTo>
                      <a:pt x="3426" y="43881"/>
                      <a:pt x="3403" y="42729"/>
                      <a:pt x="3379" y="41543"/>
                    </a:cubicBezTo>
                    <a:cubicBezTo>
                      <a:pt x="3251" y="40636"/>
                      <a:pt x="3124" y="39730"/>
                      <a:pt x="2992" y="38796"/>
                    </a:cubicBezTo>
                    <a:cubicBezTo>
                      <a:pt x="2107" y="38206"/>
                      <a:pt x="1222" y="37616"/>
                      <a:pt x="311" y="37008"/>
                    </a:cubicBezTo>
                    <a:cubicBezTo>
                      <a:pt x="-12" y="35402"/>
                      <a:pt x="-12" y="35402"/>
                      <a:pt x="6" y="33441"/>
                    </a:cubicBezTo>
                    <a:cubicBezTo>
                      <a:pt x="6" y="32708"/>
                      <a:pt x="7" y="31974"/>
                      <a:pt x="7" y="31218"/>
                    </a:cubicBezTo>
                    <a:cubicBezTo>
                      <a:pt x="21" y="30426"/>
                      <a:pt x="35" y="29634"/>
                      <a:pt x="49" y="28817"/>
                    </a:cubicBezTo>
                    <a:cubicBezTo>
                      <a:pt x="53" y="28006"/>
                      <a:pt x="56" y="27195"/>
                      <a:pt x="60" y="26360"/>
                    </a:cubicBezTo>
                    <a:cubicBezTo>
                      <a:pt x="75" y="23764"/>
                      <a:pt x="109" y="21169"/>
                      <a:pt x="143" y="18573"/>
                    </a:cubicBezTo>
                    <a:cubicBezTo>
                      <a:pt x="157" y="16816"/>
                      <a:pt x="169" y="15058"/>
                      <a:pt x="180" y="13301"/>
                    </a:cubicBezTo>
                    <a:cubicBezTo>
                      <a:pt x="209" y="8987"/>
                      <a:pt x="256" y="4674"/>
                      <a:pt x="311" y="361"/>
                    </a:cubicBezTo>
                    <a:close/>
                  </a:path>
                </a:pathLst>
              </a:custGeom>
              <a:grpFill/>
              <a:ln w="894" cap="flat">
                <a:noFill/>
                <a:prstDash val="solid"/>
                <a:miter/>
              </a:ln>
            </p:spPr>
            <p:txBody>
              <a:bodyPr rtlCol="0" anchor="ctr"/>
              <a:lstStyle/>
              <a:p>
                <a:endParaRPr lang="zh-CN" altLang="en-US"/>
              </a:p>
            </p:txBody>
          </p:sp>
          <p:sp>
            <p:nvSpPr>
              <p:cNvPr id="164" name="任意多边形: 形状 163"/>
              <p:cNvSpPr/>
              <p:nvPr/>
            </p:nvSpPr>
            <p:spPr>
              <a:xfrm>
                <a:off x="8635190" y="3435781"/>
                <a:ext cx="571165" cy="555076"/>
              </a:xfrm>
              <a:custGeom>
                <a:avLst/>
                <a:gdLst>
                  <a:gd name="connsiteX0" fmla="*/ 315137 w 571165"/>
                  <a:gd name="connsiteY0" fmla="*/ 135783 h 555076"/>
                  <a:gd name="connsiteX1" fmla="*/ 313123 w 571165"/>
                  <a:gd name="connsiteY1" fmla="*/ 135798 h 555076"/>
                  <a:gd name="connsiteX2" fmla="*/ 306408 w 571165"/>
                  <a:gd name="connsiteY2" fmla="*/ 135799 h 555076"/>
                  <a:gd name="connsiteX3" fmla="*/ 301602 w 571165"/>
                  <a:gd name="connsiteY3" fmla="*/ 135811 h 555076"/>
                  <a:gd name="connsiteX4" fmla="*/ 291598 w 571165"/>
                  <a:gd name="connsiteY4" fmla="*/ 135822 h 555076"/>
                  <a:gd name="connsiteX5" fmla="*/ 278565 w 571165"/>
                  <a:gd name="connsiteY5" fmla="*/ 135850 h 555076"/>
                  <a:gd name="connsiteX6" fmla="*/ 268405 w 571165"/>
                  <a:gd name="connsiteY6" fmla="*/ 135856 h 555076"/>
                  <a:gd name="connsiteX7" fmla="*/ 263562 w 571165"/>
                  <a:gd name="connsiteY7" fmla="*/ 135865 h 555076"/>
                  <a:gd name="connsiteX8" fmla="*/ 256578 w 571165"/>
                  <a:gd name="connsiteY8" fmla="*/ 135876 h 555076"/>
                  <a:gd name="connsiteX9" fmla="*/ 254451 w 571165"/>
                  <a:gd name="connsiteY9" fmla="*/ 135885 h 555076"/>
                  <a:gd name="connsiteX10" fmla="*/ 245857 w 571165"/>
                  <a:gd name="connsiteY10" fmla="*/ 136909 h 555076"/>
                  <a:gd name="connsiteX11" fmla="*/ 245298 w 571165"/>
                  <a:gd name="connsiteY11" fmla="*/ 139200 h 555076"/>
                  <a:gd name="connsiteX12" fmla="*/ 244963 w 571165"/>
                  <a:gd name="connsiteY12" fmla="*/ 141378 h 555076"/>
                  <a:gd name="connsiteX13" fmla="*/ 242484 w 571165"/>
                  <a:gd name="connsiteY13" fmla="*/ 141542 h 555076"/>
                  <a:gd name="connsiteX14" fmla="*/ 239264 w 571165"/>
                  <a:gd name="connsiteY14" fmla="*/ 141769 h 555076"/>
                  <a:gd name="connsiteX15" fmla="*/ 231555 w 571165"/>
                  <a:gd name="connsiteY15" fmla="*/ 143166 h 555076"/>
                  <a:gd name="connsiteX16" fmla="*/ 229767 w 571165"/>
                  <a:gd name="connsiteY16" fmla="*/ 147635 h 555076"/>
                  <a:gd name="connsiteX17" fmla="*/ 223420 w 571165"/>
                  <a:gd name="connsiteY17" fmla="*/ 149887 h 555076"/>
                  <a:gd name="connsiteX18" fmla="*/ 221723 w 571165"/>
                  <a:gd name="connsiteY18" fmla="*/ 150317 h 555076"/>
                  <a:gd name="connsiteX19" fmla="*/ 220829 w 571165"/>
                  <a:gd name="connsiteY19" fmla="*/ 154786 h 555076"/>
                  <a:gd name="connsiteX20" fmla="*/ 215466 w 571165"/>
                  <a:gd name="connsiteY20" fmla="*/ 154786 h 555076"/>
                  <a:gd name="connsiteX21" fmla="*/ 213622 w 571165"/>
                  <a:gd name="connsiteY21" fmla="*/ 158417 h 555076"/>
                  <a:gd name="connsiteX22" fmla="*/ 212784 w 571165"/>
                  <a:gd name="connsiteY22" fmla="*/ 161043 h 555076"/>
                  <a:gd name="connsiteX23" fmla="*/ 207421 w 571165"/>
                  <a:gd name="connsiteY23" fmla="*/ 162830 h 555076"/>
                  <a:gd name="connsiteX24" fmla="*/ 207254 w 571165"/>
                  <a:gd name="connsiteY24" fmla="*/ 165624 h 555076"/>
                  <a:gd name="connsiteX25" fmla="*/ 207421 w 571165"/>
                  <a:gd name="connsiteY25" fmla="*/ 168194 h 555076"/>
                  <a:gd name="connsiteX26" fmla="*/ 202058 w 571165"/>
                  <a:gd name="connsiteY26" fmla="*/ 169087 h 555076"/>
                  <a:gd name="connsiteX27" fmla="*/ 200271 w 571165"/>
                  <a:gd name="connsiteY27" fmla="*/ 178026 h 555076"/>
                  <a:gd name="connsiteX28" fmla="*/ 195634 w 571165"/>
                  <a:gd name="connsiteY28" fmla="*/ 179255 h 555076"/>
                  <a:gd name="connsiteX29" fmla="*/ 193888 w 571165"/>
                  <a:gd name="connsiteY29" fmla="*/ 188710 h 555076"/>
                  <a:gd name="connsiteX30" fmla="*/ 194014 w 571165"/>
                  <a:gd name="connsiteY30" fmla="*/ 190540 h 555076"/>
                  <a:gd name="connsiteX31" fmla="*/ 190438 w 571165"/>
                  <a:gd name="connsiteY31" fmla="*/ 191433 h 555076"/>
                  <a:gd name="connsiteX32" fmla="*/ 187452 w 571165"/>
                  <a:gd name="connsiteY32" fmla="*/ 196060 h 555076"/>
                  <a:gd name="connsiteX33" fmla="*/ 187495 w 571165"/>
                  <a:gd name="connsiteY33" fmla="*/ 198287 h 555076"/>
                  <a:gd name="connsiteX34" fmla="*/ 187521 w 571165"/>
                  <a:gd name="connsiteY34" fmla="*/ 200705 h 555076"/>
                  <a:gd name="connsiteX35" fmla="*/ 187589 w 571165"/>
                  <a:gd name="connsiteY35" fmla="*/ 203221 h 555076"/>
                  <a:gd name="connsiteX36" fmla="*/ 187714 w 571165"/>
                  <a:gd name="connsiteY36" fmla="*/ 210393 h 555076"/>
                  <a:gd name="connsiteX37" fmla="*/ 187757 w 571165"/>
                  <a:gd name="connsiteY37" fmla="*/ 211992 h 555076"/>
                  <a:gd name="connsiteX38" fmla="*/ 183288 w 571165"/>
                  <a:gd name="connsiteY38" fmla="*/ 211992 h 555076"/>
                  <a:gd name="connsiteX39" fmla="*/ 181251 w 571165"/>
                  <a:gd name="connsiteY39" fmla="*/ 217728 h 555076"/>
                  <a:gd name="connsiteX40" fmla="*/ 181215 w 571165"/>
                  <a:gd name="connsiteY40" fmla="*/ 220158 h 555076"/>
                  <a:gd name="connsiteX41" fmla="*/ 181161 w 571165"/>
                  <a:gd name="connsiteY41" fmla="*/ 222922 h 555076"/>
                  <a:gd name="connsiteX42" fmla="*/ 181130 w 571165"/>
                  <a:gd name="connsiteY42" fmla="*/ 225888 h 555076"/>
                  <a:gd name="connsiteX43" fmla="*/ 180983 w 571165"/>
                  <a:gd name="connsiteY43" fmla="*/ 235313 h 555076"/>
                  <a:gd name="connsiteX44" fmla="*/ 180890 w 571165"/>
                  <a:gd name="connsiteY44" fmla="*/ 241873 h 555076"/>
                  <a:gd name="connsiteX45" fmla="*/ 180628 w 571165"/>
                  <a:gd name="connsiteY45" fmla="*/ 259446 h 555076"/>
                  <a:gd name="connsiteX46" fmla="*/ 180606 w 571165"/>
                  <a:gd name="connsiteY46" fmla="*/ 261153 h 555076"/>
                  <a:gd name="connsiteX47" fmla="*/ 177031 w 571165"/>
                  <a:gd name="connsiteY47" fmla="*/ 261153 h 555076"/>
                  <a:gd name="connsiteX48" fmla="*/ 175012 w 571165"/>
                  <a:gd name="connsiteY48" fmla="*/ 266736 h 555076"/>
                  <a:gd name="connsiteX49" fmla="*/ 175006 w 571165"/>
                  <a:gd name="connsiteY49" fmla="*/ 270290 h 555076"/>
                  <a:gd name="connsiteX50" fmla="*/ 174999 w 571165"/>
                  <a:gd name="connsiteY50" fmla="*/ 274150 h 555076"/>
                  <a:gd name="connsiteX51" fmla="*/ 175010 w 571165"/>
                  <a:gd name="connsiteY51" fmla="*/ 280229 h 555076"/>
                  <a:gd name="connsiteX52" fmla="*/ 175000 w 571165"/>
                  <a:gd name="connsiteY52" fmla="*/ 284203 h 555076"/>
                  <a:gd name="connsiteX53" fmla="*/ 175006 w 571165"/>
                  <a:gd name="connsiteY53" fmla="*/ 286100 h 555076"/>
                  <a:gd name="connsiteX54" fmla="*/ 175243 w 571165"/>
                  <a:gd name="connsiteY54" fmla="*/ 292437 h 555076"/>
                  <a:gd name="connsiteX55" fmla="*/ 178930 w 571165"/>
                  <a:gd name="connsiteY55" fmla="*/ 294784 h 555076"/>
                  <a:gd name="connsiteX56" fmla="*/ 180606 w 571165"/>
                  <a:gd name="connsiteY56" fmla="*/ 295119 h 555076"/>
                  <a:gd name="connsiteX57" fmla="*/ 180837 w 571165"/>
                  <a:gd name="connsiteY57" fmla="*/ 310831 h 555076"/>
                  <a:gd name="connsiteX58" fmla="*/ 180941 w 571165"/>
                  <a:gd name="connsiteY58" fmla="*/ 317242 h 555076"/>
                  <a:gd name="connsiteX59" fmla="*/ 181077 w 571165"/>
                  <a:gd name="connsiteY59" fmla="*/ 326695 h 555076"/>
                  <a:gd name="connsiteX60" fmla="*/ 181130 w 571165"/>
                  <a:gd name="connsiteY60" fmla="*/ 329686 h 555076"/>
                  <a:gd name="connsiteX61" fmla="*/ 181161 w 571165"/>
                  <a:gd name="connsiteY61" fmla="*/ 332592 h 555076"/>
                  <a:gd name="connsiteX62" fmla="*/ 181215 w 571165"/>
                  <a:gd name="connsiteY62" fmla="*/ 335303 h 555076"/>
                  <a:gd name="connsiteX63" fmla="*/ 182293 w 571165"/>
                  <a:gd name="connsiteY63" fmla="*/ 341839 h 555076"/>
                  <a:gd name="connsiteX64" fmla="*/ 185187 w 571165"/>
                  <a:gd name="connsiteY64" fmla="*/ 344057 h 555076"/>
                  <a:gd name="connsiteX65" fmla="*/ 186863 w 571165"/>
                  <a:gd name="connsiteY65" fmla="*/ 344280 h 555076"/>
                  <a:gd name="connsiteX66" fmla="*/ 187093 w 571165"/>
                  <a:gd name="connsiteY66" fmla="*/ 350548 h 555076"/>
                  <a:gd name="connsiteX67" fmla="*/ 187198 w 571165"/>
                  <a:gd name="connsiteY67" fmla="*/ 353107 h 555076"/>
                  <a:gd name="connsiteX68" fmla="*/ 187282 w 571165"/>
                  <a:gd name="connsiteY68" fmla="*/ 355645 h 555076"/>
                  <a:gd name="connsiteX69" fmla="*/ 187387 w 571165"/>
                  <a:gd name="connsiteY69" fmla="*/ 358072 h 555076"/>
                  <a:gd name="connsiteX70" fmla="*/ 187757 w 571165"/>
                  <a:gd name="connsiteY70" fmla="*/ 362157 h 555076"/>
                  <a:gd name="connsiteX71" fmla="*/ 191891 w 571165"/>
                  <a:gd name="connsiteY71" fmla="*/ 364503 h 555076"/>
                  <a:gd name="connsiteX72" fmla="*/ 194014 w 571165"/>
                  <a:gd name="connsiteY72" fmla="*/ 364839 h 555076"/>
                  <a:gd name="connsiteX73" fmla="*/ 193951 w 571165"/>
                  <a:gd name="connsiteY73" fmla="*/ 366927 h 555076"/>
                  <a:gd name="connsiteX74" fmla="*/ 193902 w 571165"/>
                  <a:gd name="connsiteY74" fmla="*/ 369643 h 555076"/>
                  <a:gd name="connsiteX75" fmla="*/ 194014 w 571165"/>
                  <a:gd name="connsiteY75" fmla="*/ 374671 h 555076"/>
                  <a:gd name="connsiteX76" fmla="*/ 198148 w 571165"/>
                  <a:gd name="connsiteY76" fmla="*/ 377017 h 555076"/>
                  <a:gd name="connsiteX77" fmla="*/ 200271 w 571165"/>
                  <a:gd name="connsiteY77" fmla="*/ 377352 h 555076"/>
                  <a:gd name="connsiteX78" fmla="*/ 200435 w 571165"/>
                  <a:gd name="connsiteY78" fmla="*/ 379472 h 555076"/>
                  <a:gd name="connsiteX79" fmla="*/ 200662 w 571165"/>
                  <a:gd name="connsiteY79" fmla="*/ 382213 h 555076"/>
                  <a:gd name="connsiteX80" fmla="*/ 201164 w 571165"/>
                  <a:gd name="connsiteY80" fmla="*/ 387185 h 555076"/>
                  <a:gd name="connsiteX81" fmla="*/ 204796 w 571165"/>
                  <a:gd name="connsiteY81" fmla="*/ 388134 h 555076"/>
                  <a:gd name="connsiteX82" fmla="*/ 207421 w 571165"/>
                  <a:gd name="connsiteY82" fmla="*/ 388079 h 555076"/>
                  <a:gd name="connsiteX83" fmla="*/ 207421 w 571165"/>
                  <a:gd name="connsiteY83" fmla="*/ 393442 h 555076"/>
                  <a:gd name="connsiteX84" fmla="*/ 211053 w 571165"/>
                  <a:gd name="connsiteY84" fmla="*/ 394391 h 555076"/>
                  <a:gd name="connsiteX85" fmla="*/ 213678 w 571165"/>
                  <a:gd name="connsiteY85" fmla="*/ 394335 h 555076"/>
                  <a:gd name="connsiteX86" fmla="*/ 214572 w 571165"/>
                  <a:gd name="connsiteY86" fmla="*/ 400592 h 555076"/>
                  <a:gd name="connsiteX87" fmla="*/ 219209 w 571165"/>
                  <a:gd name="connsiteY87" fmla="*/ 401095 h 555076"/>
                  <a:gd name="connsiteX88" fmla="*/ 220829 w 571165"/>
                  <a:gd name="connsiteY88" fmla="*/ 400592 h 555076"/>
                  <a:gd name="connsiteX89" fmla="*/ 220829 w 571165"/>
                  <a:gd name="connsiteY89" fmla="*/ 405062 h 555076"/>
                  <a:gd name="connsiteX90" fmla="*/ 224551 w 571165"/>
                  <a:gd name="connsiteY90" fmla="*/ 407219 h 555076"/>
                  <a:gd name="connsiteX91" fmla="*/ 226751 w 571165"/>
                  <a:gd name="connsiteY91" fmla="*/ 407408 h 555076"/>
                  <a:gd name="connsiteX92" fmla="*/ 228964 w 571165"/>
                  <a:gd name="connsiteY92" fmla="*/ 407610 h 555076"/>
                  <a:gd name="connsiteX93" fmla="*/ 230661 w 571165"/>
                  <a:gd name="connsiteY93" fmla="*/ 407743 h 555076"/>
                  <a:gd name="connsiteX94" fmla="*/ 231628 w 571165"/>
                  <a:gd name="connsiteY94" fmla="*/ 412338 h 555076"/>
                  <a:gd name="connsiteX95" fmla="*/ 236146 w 571165"/>
                  <a:gd name="connsiteY95" fmla="*/ 414545 h 555076"/>
                  <a:gd name="connsiteX96" fmla="*/ 239320 w 571165"/>
                  <a:gd name="connsiteY96" fmla="*/ 414670 h 555076"/>
                  <a:gd name="connsiteX97" fmla="*/ 242515 w 571165"/>
                  <a:gd name="connsiteY97" fmla="*/ 414824 h 555076"/>
                  <a:gd name="connsiteX98" fmla="*/ 244963 w 571165"/>
                  <a:gd name="connsiteY98" fmla="*/ 414894 h 555076"/>
                  <a:gd name="connsiteX99" fmla="*/ 244963 w 571165"/>
                  <a:gd name="connsiteY99" fmla="*/ 417575 h 555076"/>
                  <a:gd name="connsiteX100" fmla="*/ 254619 w 571165"/>
                  <a:gd name="connsiteY100" fmla="*/ 420600 h 555076"/>
                  <a:gd name="connsiteX101" fmla="*/ 256639 w 571165"/>
                  <a:gd name="connsiteY101" fmla="*/ 420575 h 555076"/>
                  <a:gd name="connsiteX102" fmla="*/ 263424 w 571165"/>
                  <a:gd name="connsiteY102" fmla="*/ 420568 h 555076"/>
                  <a:gd name="connsiteX103" fmla="*/ 268270 w 571165"/>
                  <a:gd name="connsiteY103" fmla="*/ 420546 h 555076"/>
                  <a:gd name="connsiteX104" fmla="*/ 278376 w 571165"/>
                  <a:gd name="connsiteY104" fmla="*/ 420523 h 555076"/>
                  <a:gd name="connsiteX105" fmla="*/ 291523 w 571165"/>
                  <a:gd name="connsiteY105" fmla="*/ 420472 h 555076"/>
                  <a:gd name="connsiteX106" fmla="*/ 301786 w 571165"/>
                  <a:gd name="connsiteY106" fmla="*/ 420454 h 555076"/>
                  <a:gd name="connsiteX107" fmla="*/ 306676 w 571165"/>
                  <a:gd name="connsiteY107" fmla="*/ 420438 h 555076"/>
                  <a:gd name="connsiteX108" fmla="*/ 313721 w 571165"/>
                  <a:gd name="connsiteY108" fmla="*/ 420414 h 555076"/>
                  <a:gd name="connsiteX109" fmla="*/ 315867 w 571165"/>
                  <a:gd name="connsiteY109" fmla="*/ 420401 h 555076"/>
                  <a:gd name="connsiteX110" fmla="*/ 322727 w 571165"/>
                  <a:gd name="connsiteY110" fmla="*/ 420257 h 555076"/>
                  <a:gd name="connsiteX111" fmla="*/ 325520 w 571165"/>
                  <a:gd name="connsiteY111" fmla="*/ 417073 h 555076"/>
                  <a:gd name="connsiteX112" fmla="*/ 326302 w 571165"/>
                  <a:gd name="connsiteY112" fmla="*/ 414894 h 555076"/>
                  <a:gd name="connsiteX113" fmla="*/ 328813 w 571165"/>
                  <a:gd name="connsiteY113" fmla="*/ 414730 h 555076"/>
                  <a:gd name="connsiteX114" fmla="*/ 332056 w 571165"/>
                  <a:gd name="connsiteY114" fmla="*/ 414503 h 555076"/>
                  <a:gd name="connsiteX115" fmla="*/ 337922 w 571165"/>
                  <a:gd name="connsiteY115" fmla="*/ 414000 h 555076"/>
                  <a:gd name="connsiteX116" fmla="*/ 339319 w 571165"/>
                  <a:gd name="connsiteY116" fmla="*/ 410369 h 555076"/>
                  <a:gd name="connsiteX117" fmla="*/ 339710 w 571165"/>
                  <a:gd name="connsiteY117" fmla="*/ 407743 h 555076"/>
                  <a:gd name="connsiteX118" fmla="*/ 347754 w 571165"/>
                  <a:gd name="connsiteY118" fmla="*/ 405955 h 555076"/>
                  <a:gd name="connsiteX119" fmla="*/ 348984 w 571165"/>
                  <a:gd name="connsiteY119" fmla="*/ 403665 h 555076"/>
                  <a:gd name="connsiteX120" fmla="*/ 353732 w 571165"/>
                  <a:gd name="connsiteY120" fmla="*/ 400760 h 555076"/>
                  <a:gd name="connsiteX121" fmla="*/ 356693 w 571165"/>
                  <a:gd name="connsiteY121" fmla="*/ 400592 h 555076"/>
                  <a:gd name="connsiteX122" fmla="*/ 357252 w 571165"/>
                  <a:gd name="connsiteY122" fmla="*/ 398023 h 555076"/>
                  <a:gd name="connsiteX123" fmla="*/ 361274 w 571165"/>
                  <a:gd name="connsiteY123" fmla="*/ 394000 h 555076"/>
                  <a:gd name="connsiteX124" fmla="*/ 363844 w 571165"/>
                  <a:gd name="connsiteY124" fmla="*/ 393442 h 555076"/>
                  <a:gd name="connsiteX125" fmla="*/ 364737 w 571165"/>
                  <a:gd name="connsiteY125" fmla="*/ 386291 h 555076"/>
                  <a:gd name="connsiteX126" fmla="*/ 367419 w 571165"/>
                  <a:gd name="connsiteY126" fmla="*/ 385397 h 555076"/>
                  <a:gd name="connsiteX127" fmla="*/ 370558 w 571165"/>
                  <a:gd name="connsiteY127" fmla="*/ 380694 h 555076"/>
                  <a:gd name="connsiteX128" fmla="*/ 370715 w 571165"/>
                  <a:gd name="connsiteY128" fmla="*/ 378526 h 555076"/>
                  <a:gd name="connsiteX129" fmla="*/ 370893 w 571165"/>
                  <a:gd name="connsiteY129" fmla="*/ 376336 h 555076"/>
                  <a:gd name="connsiteX130" fmla="*/ 370994 w 571165"/>
                  <a:gd name="connsiteY130" fmla="*/ 374671 h 555076"/>
                  <a:gd name="connsiteX131" fmla="*/ 375464 w 571165"/>
                  <a:gd name="connsiteY131" fmla="*/ 373777 h 555076"/>
                  <a:gd name="connsiteX132" fmla="*/ 377314 w 571165"/>
                  <a:gd name="connsiteY132" fmla="*/ 360317 h 555076"/>
                  <a:gd name="connsiteX133" fmla="*/ 377251 w 571165"/>
                  <a:gd name="connsiteY133" fmla="*/ 358582 h 555076"/>
                  <a:gd name="connsiteX134" fmla="*/ 381720 w 571165"/>
                  <a:gd name="connsiteY134" fmla="*/ 356794 h 555076"/>
                  <a:gd name="connsiteX135" fmla="*/ 383983 w 571165"/>
                  <a:gd name="connsiteY135" fmla="*/ 342362 h 555076"/>
                  <a:gd name="connsiteX136" fmla="*/ 384067 w 571165"/>
                  <a:gd name="connsiteY136" fmla="*/ 339420 h 555076"/>
                  <a:gd name="connsiteX137" fmla="*/ 384348 w 571165"/>
                  <a:gd name="connsiteY137" fmla="*/ 330955 h 555076"/>
                  <a:gd name="connsiteX138" fmla="*/ 384402 w 571165"/>
                  <a:gd name="connsiteY138" fmla="*/ 329085 h 555076"/>
                  <a:gd name="connsiteX139" fmla="*/ 387084 w 571165"/>
                  <a:gd name="connsiteY139" fmla="*/ 329085 h 555076"/>
                  <a:gd name="connsiteX140" fmla="*/ 390119 w 571165"/>
                  <a:gd name="connsiteY140" fmla="*/ 317783 h 555076"/>
                  <a:gd name="connsiteX141" fmla="*/ 390098 w 571165"/>
                  <a:gd name="connsiteY141" fmla="*/ 315029 h 555076"/>
                  <a:gd name="connsiteX142" fmla="*/ 390103 w 571165"/>
                  <a:gd name="connsiteY142" fmla="*/ 305823 h 555076"/>
                  <a:gd name="connsiteX143" fmla="*/ 390089 w 571165"/>
                  <a:gd name="connsiteY143" fmla="*/ 299241 h 555076"/>
                  <a:gd name="connsiteX144" fmla="*/ 390078 w 571165"/>
                  <a:gd name="connsiteY144" fmla="*/ 285533 h 555076"/>
                  <a:gd name="connsiteX145" fmla="*/ 390047 w 571165"/>
                  <a:gd name="connsiteY145" fmla="*/ 267679 h 555076"/>
                  <a:gd name="connsiteX146" fmla="*/ 390045 w 571165"/>
                  <a:gd name="connsiteY146" fmla="*/ 253754 h 555076"/>
                  <a:gd name="connsiteX147" fmla="*/ 390034 w 571165"/>
                  <a:gd name="connsiteY147" fmla="*/ 247120 h 555076"/>
                  <a:gd name="connsiteX148" fmla="*/ 390024 w 571165"/>
                  <a:gd name="connsiteY148" fmla="*/ 237551 h 555076"/>
                  <a:gd name="connsiteX149" fmla="*/ 390011 w 571165"/>
                  <a:gd name="connsiteY149" fmla="*/ 234639 h 555076"/>
                  <a:gd name="connsiteX150" fmla="*/ 390017 w 571165"/>
                  <a:gd name="connsiteY150" fmla="*/ 231869 h 555076"/>
                  <a:gd name="connsiteX151" fmla="*/ 389998 w 571165"/>
                  <a:gd name="connsiteY151" fmla="*/ 229351 h 555076"/>
                  <a:gd name="connsiteX152" fmla="*/ 389765 w 571165"/>
                  <a:gd name="connsiteY152" fmla="*/ 225399 h 555076"/>
                  <a:gd name="connsiteX153" fmla="*/ 386078 w 571165"/>
                  <a:gd name="connsiteY153" fmla="*/ 223053 h 555076"/>
                  <a:gd name="connsiteX154" fmla="*/ 384402 w 571165"/>
                  <a:gd name="connsiteY154" fmla="*/ 222718 h 555076"/>
                  <a:gd name="connsiteX155" fmla="*/ 384128 w 571165"/>
                  <a:gd name="connsiteY155" fmla="*/ 214862 h 555076"/>
                  <a:gd name="connsiteX156" fmla="*/ 384011 w 571165"/>
                  <a:gd name="connsiteY156" fmla="*/ 211657 h 555076"/>
                  <a:gd name="connsiteX157" fmla="*/ 383904 w 571165"/>
                  <a:gd name="connsiteY157" fmla="*/ 208472 h 555076"/>
                  <a:gd name="connsiteX158" fmla="*/ 383791 w 571165"/>
                  <a:gd name="connsiteY158" fmla="*/ 205435 h 555076"/>
                  <a:gd name="connsiteX159" fmla="*/ 383508 w 571165"/>
                  <a:gd name="connsiteY159" fmla="*/ 200372 h 555076"/>
                  <a:gd name="connsiteX160" fmla="*/ 379877 w 571165"/>
                  <a:gd name="connsiteY160" fmla="*/ 197579 h 555076"/>
                  <a:gd name="connsiteX161" fmla="*/ 377251 w 571165"/>
                  <a:gd name="connsiteY161" fmla="*/ 196796 h 555076"/>
                  <a:gd name="connsiteX162" fmla="*/ 377346 w 571165"/>
                  <a:gd name="connsiteY162" fmla="*/ 194967 h 555076"/>
                  <a:gd name="connsiteX163" fmla="*/ 377419 w 571165"/>
                  <a:gd name="connsiteY163" fmla="*/ 192551 h 555076"/>
                  <a:gd name="connsiteX164" fmla="*/ 376050 w 571165"/>
                  <a:gd name="connsiteY164" fmla="*/ 185791 h 555076"/>
                  <a:gd name="connsiteX165" fmla="*/ 372168 w 571165"/>
                  <a:gd name="connsiteY165" fmla="*/ 184059 h 555076"/>
                  <a:gd name="connsiteX166" fmla="*/ 370101 w 571165"/>
                  <a:gd name="connsiteY166" fmla="*/ 184283 h 555076"/>
                  <a:gd name="connsiteX167" fmla="*/ 370101 w 571165"/>
                  <a:gd name="connsiteY167" fmla="*/ 173557 h 555076"/>
                  <a:gd name="connsiteX168" fmla="*/ 367922 w 571165"/>
                  <a:gd name="connsiteY168" fmla="*/ 172607 h 555076"/>
                  <a:gd name="connsiteX169" fmla="*/ 365631 w 571165"/>
                  <a:gd name="connsiteY169" fmla="*/ 171769 h 555076"/>
                  <a:gd name="connsiteX170" fmla="*/ 364793 w 571165"/>
                  <a:gd name="connsiteY170" fmla="*/ 169702 h 555076"/>
                  <a:gd name="connsiteX171" fmla="*/ 361274 w 571165"/>
                  <a:gd name="connsiteY171" fmla="*/ 165177 h 555076"/>
                  <a:gd name="connsiteX172" fmla="*/ 357618 w 571165"/>
                  <a:gd name="connsiteY172" fmla="*/ 161252 h 555076"/>
                  <a:gd name="connsiteX173" fmla="*/ 356047 w 571165"/>
                  <a:gd name="connsiteY173" fmla="*/ 157988 h 555076"/>
                  <a:gd name="connsiteX174" fmla="*/ 348495 w 571165"/>
                  <a:gd name="connsiteY174" fmla="*/ 154259 h 555076"/>
                  <a:gd name="connsiteX175" fmla="*/ 346861 w 571165"/>
                  <a:gd name="connsiteY175" fmla="*/ 153892 h 555076"/>
                  <a:gd name="connsiteX176" fmla="*/ 345967 w 571165"/>
                  <a:gd name="connsiteY176" fmla="*/ 149702 h 555076"/>
                  <a:gd name="connsiteX177" fmla="*/ 340436 w 571165"/>
                  <a:gd name="connsiteY177" fmla="*/ 148361 h 555076"/>
                  <a:gd name="connsiteX178" fmla="*/ 337028 w 571165"/>
                  <a:gd name="connsiteY178" fmla="*/ 148529 h 555076"/>
                  <a:gd name="connsiteX179" fmla="*/ 337028 w 571165"/>
                  <a:gd name="connsiteY179" fmla="*/ 144060 h 555076"/>
                  <a:gd name="connsiteX180" fmla="*/ 330758 w 571165"/>
                  <a:gd name="connsiteY180" fmla="*/ 141902 h 555076"/>
                  <a:gd name="connsiteX181" fmla="*/ 327866 w 571165"/>
                  <a:gd name="connsiteY181" fmla="*/ 141713 h 555076"/>
                  <a:gd name="connsiteX182" fmla="*/ 324948 w 571165"/>
                  <a:gd name="connsiteY182" fmla="*/ 141511 h 555076"/>
                  <a:gd name="connsiteX183" fmla="*/ 322727 w 571165"/>
                  <a:gd name="connsiteY183" fmla="*/ 141378 h 555076"/>
                  <a:gd name="connsiteX184" fmla="*/ 322727 w 571165"/>
                  <a:gd name="connsiteY184" fmla="*/ 137803 h 555076"/>
                  <a:gd name="connsiteX185" fmla="*/ 315137 w 571165"/>
                  <a:gd name="connsiteY185" fmla="*/ 135783 h 555076"/>
                  <a:gd name="connsiteX186" fmla="*/ 210053 w 571165"/>
                  <a:gd name="connsiteY186" fmla="*/ 0 h 555076"/>
                  <a:gd name="connsiteX187" fmla="*/ 360218 w 571165"/>
                  <a:gd name="connsiteY187" fmla="*/ 0 h 555076"/>
                  <a:gd name="connsiteX188" fmla="*/ 362006 w 571165"/>
                  <a:gd name="connsiteY188" fmla="*/ 5363 h 555076"/>
                  <a:gd name="connsiteX189" fmla="*/ 376475 w 571165"/>
                  <a:gd name="connsiteY189" fmla="*/ 6257 h 555076"/>
                  <a:gd name="connsiteX190" fmla="*/ 380703 w 571165"/>
                  <a:gd name="connsiteY190" fmla="*/ 6201 h 555076"/>
                  <a:gd name="connsiteX191" fmla="*/ 382568 w 571165"/>
                  <a:gd name="connsiteY191" fmla="*/ 6170 h 555076"/>
                  <a:gd name="connsiteX192" fmla="*/ 387927 w 571165"/>
                  <a:gd name="connsiteY192" fmla="*/ 7151 h 555076"/>
                  <a:gd name="connsiteX193" fmla="*/ 388765 w 571165"/>
                  <a:gd name="connsiteY193" fmla="*/ 9385 h 555076"/>
                  <a:gd name="connsiteX194" fmla="*/ 389715 w 571165"/>
                  <a:gd name="connsiteY194" fmla="*/ 11620 h 555076"/>
                  <a:gd name="connsiteX195" fmla="*/ 401614 w 571165"/>
                  <a:gd name="connsiteY195" fmla="*/ 13017 h 555076"/>
                  <a:gd name="connsiteX196" fmla="*/ 403620 w 571165"/>
                  <a:gd name="connsiteY196" fmla="*/ 13134 h 555076"/>
                  <a:gd name="connsiteX197" fmla="*/ 408486 w 571165"/>
                  <a:gd name="connsiteY197" fmla="*/ 13408 h 555076"/>
                  <a:gd name="connsiteX198" fmla="*/ 408486 w 571165"/>
                  <a:gd name="connsiteY198" fmla="*/ 17877 h 555076"/>
                  <a:gd name="connsiteX199" fmla="*/ 418485 w 571165"/>
                  <a:gd name="connsiteY199" fmla="*/ 19273 h 555076"/>
                  <a:gd name="connsiteX200" fmla="*/ 420516 w 571165"/>
                  <a:gd name="connsiteY200" fmla="*/ 19390 h 555076"/>
                  <a:gd name="connsiteX201" fmla="*/ 425469 w 571165"/>
                  <a:gd name="connsiteY201" fmla="*/ 19665 h 555076"/>
                  <a:gd name="connsiteX202" fmla="*/ 427256 w 571165"/>
                  <a:gd name="connsiteY202" fmla="*/ 25028 h 555076"/>
                  <a:gd name="connsiteX203" fmla="*/ 439770 w 571165"/>
                  <a:gd name="connsiteY203" fmla="*/ 25921 h 555076"/>
                  <a:gd name="connsiteX204" fmla="*/ 440664 w 571165"/>
                  <a:gd name="connsiteY204" fmla="*/ 31284 h 555076"/>
                  <a:gd name="connsiteX205" fmla="*/ 443600 w 571165"/>
                  <a:gd name="connsiteY205" fmla="*/ 32266 h 555076"/>
                  <a:gd name="connsiteX206" fmla="*/ 446083 w 571165"/>
                  <a:gd name="connsiteY206" fmla="*/ 32234 h 555076"/>
                  <a:gd name="connsiteX207" fmla="*/ 448572 w 571165"/>
                  <a:gd name="connsiteY207" fmla="*/ 32210 h 555076"/>
                  <a:gd name="connsiteX208" fmla="*/ 450496 w 571165"/>
                  <a:gd name="connsiteY208" fmla="*/ 32178 h 555076"/>
                  <a:gd name="connsiteX209" fmla="*/ 451781 w 571165"/>
                  <a:gd name="connsiteY209" fmla="*/ 34804 h 555076"/>
                  <a:gd name="connsiteX210" fmla="*/ 454072 w 571165"/>
                  <a:gd name="connsiteY210" fmla="*/ 38435 h 555076"/>
                  <a:gd name="connsiteX211" fmla="*/ 460328 w 571165"/>
                  <a:gd name="connsiteY211" fmla="*/ 39329 h 555076"/>
                  <a:gd name="connsiteX212" fmla="*/ 462116 w 571165"/>
                  <a:gd name="connsiteY212" fmla="*/ 44692 h 555076"/>
                  <a:gd name="connsiteX213" fmla="*/ 465468 w 571165"/>
                  <a:gd name="connsiteY213" fmla="*/ 44804 h 555076"/>
                  <a:gd name="connsiteX214" fmla="*/ 469267 w 571165"/>
                  <a:gd name="connsiteY214" fmla="*/ 45586 h 555076"/>
                  <a:gd name="connsiteX215" fmla="*/ 472842 w 571165"/>
                  <a:gd name="connsiteY215" fmla="*/ 50949 h 555076"/>
                  <a:gd name="connsiteX216" fmla="*/ 479099 w 571165"/>
                  <a:gd name="connsiteY216" fmla="*/ 53630 h 555076"/>
                  <a:gd name="connsiteX217" fmla="*/ 480887 w 571165"/>
                  <a:gd name="connsiteY217" fmla="*/ 58100 h 555076"/>
                  <a:gd name="connsiteX218" fmla="*/ 486250 w 571165"/>
                  <a:gd name="connsiteY218" fmla="*/ 58994 h 555076"/>
                  <a:gd name="connsiteX219" fmla="*/ 487144 w 571165"/>
                  <a:gd name="connsiteY219" fmla="*/ 64357 h 555076"/>
                  <a:gd name="connsiteX220" fmla="*/ 493401 w 571165"/>
                  <a:gd name="connsiteY220" fmla="*/ 65250 h 555076"/>
                  <a:gd name="connsiteX221" fmla="*/ 494294 w 571165"/>
                  <a:gd name="connsiteY221" fmla="*/ 70613 h 555076"/>
                  <a:gd name="connsiteX222" fmla="*/ 499657 w 571165"/>
                  <a:gd name="connsiteY222" fmla="*/ 71507 h 555076"/>
                  <a:gd name="connsiteX223" fmla="*/ 500551 w 571165"/>
                  <a:gd name="connsiteY223" fmla="*/ 77764 h 555076"/>
                  <a:gd name="connsiteX224" fmla="*/ 505914 w 571165"/>
                  <a:gd name="connsiteY224" fmla="*/ 78658 h 555076"/>
                  <a:gd name="connsiteX225" fmla="*/ 506026 w 571165"/>
                  <a:gd name="connsiteY225" fmla="*/ 81172 h 555076"/>
                  <a:gd name="connsiteX226" fmla="*/ 506808 w 571165"/>
                  <a:gd name="connsiteY226" fmla="*/ 84021 h 555076"/>
                  <a:gd name="connsiteX227" fmla="*/ 512171 w 571165"/>
                  <a:gd name="connsiteY227" fmla="*/ 86703 h 555076"/>
                  <a:gd name="connsiteX228" fmla="*/ 514853 w 571165"/>
                  <a:gd name="connsiteY228" fmla="*/ 92066 h 555076"/>
                  <a:gd name="connsiteX229" fmla="*/ 516641 w 571165"/>
                  <a:gd name="connsiteY229" fmla="*/ 92960 h 555076"/>
                  <a:gd name="connsiteX230" fmla="*/ 521110 w 571165"/>
                  <a:gd name="connsiteY230" fmla="*/ 99216 h 555076"/>
                  <a:gd name="connsiteX231" fmla="*/ 521110 w 571165"/>
                  <a:gd name="connsiteY231" fmla="*/ 101004 h 555076"/>
                  <a:gd name="connsiteX232" fmla="*/ 525579 w 571165"/>
                  <a:gd name="connsiteY232" fmla="*/ 101004 h 555076"/>
                  <a:gd name="connsiteX233" fmla="*/ 526473 w 571165"/>
                  <a:gd name="connsiteY233" fmla="*/ 109943 h 555076"/>
                  <a:gd name="connsiteX234" fmla="*/ 531836 w 571165"/>
                  <a:gd name="connsiteY234" fmla="*/ 111730 h 555076"/>
                  <a:gd name="connsiteX235" fmla="*/ 533623 w 571165"/>
                  <a:gd name="connsiteY235" fmla="*/ 122456 h 555076"/>
                  <a:gd name="connsiteX236" fmla="*/ 538987 w 571165"/>
                  <a:gd name="connsiteY236" fmla="*/ 123350 h 555076"/>
                  <a:gd name="connsiteX237" fmla="*/ 540774 w 571165"/>
                  <a:gd name="connsiteY237" fmla="*/ 134076 h 555076"/>
                  <a:gd name="connsiteX238" fmla="*/ 545243 w 571165"/>
                  <a:gd name="connsiteY238" fmla="*/ 134970 h 555076"/>
                  <a:gd name="connsiteX239" fmla="*/ 545376 w 571165"/>
                  <a:gd name="connsiteY239" fmla="*/ 137191 h 555076"/>
                  <a:gd name="connsiteX240" fmla="*/ 545579 w 571165"/>
                  <a:gd name="connsiteY240" fmla="*/ 140110 h 555076"/>
                  <a:gd name="connsiteX241" fmla="*/ 545767 w 571165"/>
                  <a:gd name="connsiteY241" fmla="*/ 143001 h 555076"/>
                  <a:gd name="connsiteX242" fmla="*/ 547925 w 571165"/>
                  <a:gd name="connsiteY242" fmla="*/ 149272 h 555076"/>
                  <a:gd name="connsiteX243" fmla="*/ 551500 w 571165"/>
                  <a:gd name="connsiteY243" fmla="*/ 149272 h 555076"/>
                  <a:gd name="connsiteX244" fmla="*/ 551891 w 571165"/>
                  <a:gd name="connsiteY244" fmla="*/ 152344 h 555076"/>
                  <a:gd name="connsiteX245" fmla="*/ 552143 w 571165"/>
                  <a:gd name="connsiteY245" fmla="*/ 154306 h 555076"/>
                  <a:gd name="connsiteX246" fmla="*/ 552590 w 571165"/>
                  <a:gd name="connsiteY246" fmla="*/ 158594 h 555076"/>
                  <a:gd name="connsiteX247" fmla="*/ 552785 w 571165"/>
                  <a:gd name="connsiteY247" fmla="*/ 160724 h 555076"/>
                  <a:gd name="connsiteX248" fmla="*/ 552949 w 571165"/>
                  <a:gd name="connsiteY248" fmla="*/ 162697 h 555076"/>
                  <a:gd name="connsiteX249" fmla="*/ 555076 w 571165"/>
                  <a:gd name="connsiteY249" fmla="*/ 167148 h 555076"/>
                  <a:gd name="connsiteX250" fmla="*/ 558651 w 571165"/>
                  <a:gd name="connsiteY250" fmla="*/ 167148 h 555076"/>
                  <a:gd name="connsiteX251" fmla="*/ 559545 w 571165"/>
                  <a:gd name="connsiteY251" fmla="*/ 189494 h 555076"/>
                  <a:gd name="connsiteX252" fmla="*/ 564908 w 571165"/>
                  <a:gd name="connsiteY252" fmla="*/ 191282 h 555076"/>
                  <a:gd name="connsiteX253" fmla="*/ 564962 w 571165"/>
                  <a:gd name="connsiteY253" fmla="*/ 194589 h 555076"/>
                  <a:gd name="connsiteX254" fmla="*/ 565192 w 571165"/>
                  <a:gd name="connsiteY254" fmla="*/ 206743 h 555076"/>
                  <a:gd name="connsiteX255" fmla="*/ 565285 w 571165"/>
                  <a:gd name="connsiteY255" fmla="*/ 212002 h 555076"/>
                  <a:gd name="connsiteX256" fmla="*/ 565432 w 571165"/>
                  <a:gd name="connsiteY256" fmla="*/ 219564 h 555076"/>
                  <a:gd name="connsiteX257" fmla="*/ 565463 w 571165"/>
                  <a:gd name="connsiteY257" fmla="*/ 221937 h 555076"/>
                  <a:gd name="connsiteX258" fmla="*/ 565517 w 571165"/>
                  <a:gd name="connsiteY258" fmla="*/ 224160 h 555076"/>
                  <a:gd name="connsiteX259" fmla="*/ 565553 w 571165"/>
                  <a:gd name="connsiteY259" fmla="*/ 226108 h 555076"/>
                  <a:gd name="connsiteX260" fmla="*/ 567589 w 571165"/>
                  <a:gd name="connsiteY260" fmla="*/ 231505 h 555076"/>
                  <a:gd name="connsiteX261" fmla="*/ 571165 w 571165"/>
                  <a:gd name="connsiteY261" fmla="*/ 231505 h 555076"/>
                  <a:gd name="connsiteX262" fmla="*/ 571165 w 571165"/>
                  <a:gd name="connsiteY262" fmla="*/ 319995 h 555076"/>
                  <a:gd name="connsiteX263" fmla="*/ 565802 w 571165"/>
                  <a:gd name="connsiteY263" fmla="*/ 319995 h 555076"/>
                  <a:gd name="connsiteX264" fmla="*/ 564908 w 571165"/>
                  <a:gd name="connsiteY264" fmla="*/ 362900 h 555076"/>
                  <a:gd name="connsiteX265" fmla="*/ 560439 w 571165"/>
                  <a:gd name="connsiteY265" fmla="*/ 363794 h 555076"/>
                  <a:gd name="connsiteX266" fmla="*/ 559262 w 571165"/>
                  <a:gd name="connsiteY266" fmla="*/ 370253 h 555076"/>
                  <a:gd name="connsiteX267" fmla="*/ 559149 w 571165"/>
                  <a:gd name="connsiteY267" fmla="*/ 373046 h 555076"/>
                  <a:gd name="connsiteX268" fmla="*/ 559042 w 571165"/>
                  <a:gd name="connsiteY268" fmla="*/ 375972 h 555076"/>
                  <a:gd name="connsiteX269" fmla="*/ 558925 w 571165"/>
                  <a:gd name="connsiteY269" fmla="*/ 378919 h 555076"/>
                  <a:gd name="connsiteX270" fmla="*/ 558651 w 571165"/>
                  <a:gd name="connsiteY270" fmla="*/ 386140 h 555076"/>
                  <a:gd name="connsiteX271" fmla="*/ 553288 w 571165"/>
                  <a:gd name="connsiteY271" fmla="*/ 387927 h 555076"/>
                  <a:gd name="connsiteX272" fmla="*/ 553124 w 571165"/>
                  <a:gd name="connsiteY272" fmla="*/ 390022 h 555076"/>
                  <a:gd name="connsiteX273" fmla="*/ 551500 w 571165"/>
                  <a:gd name="connsiteY273" fmla="*/ 405804 h 555076"/>
                  <a:gd name="connsiteX274" fmla="*/ 547031 w 571165"/>
                  <a:gd name="connsiteY274" fmla="*/ 406698 h 555076"/>
                  <a:gd name="connsiteX275" fmla="*/ 545243 w 571165"/>
                  <a:gd name="connsiteY275" fmla="*/ 420106 h 555076"/>
                  <a:gd name="connsiteX276" fmla="*/ 540774 w 571165"/>
                  <a:gd name="connsiteY276" fmla="*/ 420999 h 555076"/>
                  <a:gd name="connsiteX277" fmla="*/ 539378 w 571165"/>
                  <a:gd name="connsiteY277" fmla="*/ 428765 h 555076"/>
                  <a:gd name="connsiteX278" fmla="*/ 539151 w 571165"/>
                  <a:gd name="connsiteY278" fmla="*/ 431457 h 555076"/>
                  <a:gd name="connsiteX279" fmla="*/ 538987 w 571165"/>
                  <a:gd name="connsiteY279" fmla="*/ 433513 h 555076"/>
                  <a:gd name="connsiteX280" fmla="*/ 534517 w 571165"/>
                  <a:gd name="connsiteY280" fmla="*/ 434407 h 555076"/>
                  <a:gd name="connsiteX281" fmla="*/ 534119 w 571165"/>
                  <a:gd name="connsiteY281" fmla="*/ 436268 h 555076"/>
                  <a:gd name="connsiteX282" fmla="*/ 531836 w 571165"/>
                  <a:gd name="connsiteY282" fmla="*/ 443345 h 555076"/>
                  <a:gd name="connsiteX283" fmla="*/ 526473 w 571165"/>
                  <a:gd name="connsiteY283" fmla="*/ 446027 h 555076"/>
                  <a:gd name="connsiteX284" fmla="*/ 525579 w 571165"/>
                  <a:gd name="connsiteY284" fmla="*/ 454072 h 555076"/>
                  <a:gd name="connsiteX285" fmla="*/ 523512 w 571165"/>
                  <a:gd name="connsiteY285" fmla="*/ 454518 h 555076"/>
                  <a:gd name="connsiteX286" fmla="*/ 519769 w 571165"/>
                  <a:gd name="connsiteY286" fmla="*/ 459435 h 555076"/>
                  <a:gd name="connsiteX287" fmla="*/ 518428 w 571165"/>
                  <a:gd name="connsiteY287" fmla="*/ 463010 h 555076"/>
                  <a:gd name="connsiteX288" fmla="*/ 513959 w 571165"/>
                  <a:gd name="connsiteY288" fmla="*/ 464798 h 555076"/>
                  <a:gd name="connsiteX289" fmla="*/ 512618 w 571165"/>
                  <a:gd name="connsiteY289" fmla="*/ 467479 h 555076"/>
                  <a:gd name="connsiteX290" fmla="*/ 508931 w 571165"/>
                  <a:gd name="connsiteY290" fmla="*/ 471055 h 555076"/>
                  <a:gd name="connsiteX291" fmla="*/ 506808 w 571165"/>
                  <a:gd name="connsiteY291" fmla="*/ 471948 h 555076"/>
                  <a:gd name="connsiteX292" fmla="*/ 505914 w 571165"/>
                  <a:gd name="connsiteY292" fmla="*/ 477311 h 555076"/>
                  <a:gd name="connsiteX293" fmla="*/ 500551 w 571165"/>
                  <a:gd name="connsiteY293" fmla="*/ 479099 h 555076"/>
                  <a:gd name="connsiteX294" fmla="*/ 499657 w 571165"/>
                  <a:gd name="connsiteY294" fmla="*/ 484462 h 555076"/>
                  <a:gd name="connsiteX295" fmla="*/ 494294 w 571165"/>
                  <a:gd name="connsiteY295" fmla="*/ 485356 h 555076"/>
                  <a:gd name="connsiteX296" fmla="*/ 493401 w 571165"/>
                  <a:gd name="connsiteY296" fmla="*/ 490719 h 555076"/>
                  <a:gd name="connsiteX297" fmla="*/ 490831 w 571165"/>
                  <a:gd name="connsiteY297" fmla="*/ 490887 h 555076"/>
                  <a:gd name="connsiteX298" fmla="*/ 488038 w 571165"/>
                  <a:gd name="connsiteY298" fmla="*/ 491613 h 555076"/>
                  <a:gd name="connsiteX299" fmla="*/ 486250 w 571165"/>
                  <a:gd name="connsiteY299" fmla="*/ 496082 h 555076"/>
                  <a:gd name="connsiteX300" fmla="*/ 479993 w 571165"/>
                  <a:gd name="connsiteY300" fmla="*/ 496976 h 555076"/>
                  <a:gd name="connsiteX301" fmla="*/ 479434 w 571165"/>
                  <a:gd name="connsiteY301" fmla="*/ 499490 h 555076"/>
                  <a:gd name="connsiteX302" fmla="*/ 472842 w 571165"/>
                  <a:gd name="connsiteY302" fmla="*/ 505021 h 555076"/>
                  <a:gd name="connsiteX303" fmla="*/ 471669 w 571165"/>
                  <a:gd name="connsiteY303" fmla="*/ 507311 h 555076"/>
                  <a:gd name="connsiteX304" fmla="*/ 465971 w 571165"/>
                  <a:gd name="connsiteY304" fmla="*/ 510663 h 555076"/>
                  <a:gd name="connsiteX305" fmla="*/ 462116 w 571165"/>
                  <a:gd name="connsiteY305" fmla="*/ 511277 h 555076"/>
                  <a:gd name="connsiteX306" fmla="*/ 462116 w 571165"/>
                  <a:gd name="connsiteY306" fmla="*/ 516640 h 555076"/>
                  <a:gd name="connsiteX307" fmla="*/ 452284 w 571165"/>
                  <a:gd name="connsiteY307" fmla="*/ 517534 h 555076"/>
                  <a:gd name="connsiteX308" fmla="*/ 450496 w 571165"/>
                  <a:gd name="connsiteY308" fmla="*/ 522897 h 555076"/>
                  <a:gd name="connsiteX309" fmla="*/ 441558 w 571165"/>
                  <a:gd name="connsiteY309" fmla="*/ 524685 h 555076"/>
                  <a:gd name="connsiteX310" fmla="*/ 440664 w 571165"/>
                  <a:gd name="connsiteY310" fmla="*/ 529154 h 555076"/>
                  <a:gd name="connsiteX311" fmla="*/ 438216 w 571165"/>
                  <a:gd name="connsiteY311" fmla="*/ 529357 h 555076"/>
                  <a:gd name="connsiteX312" fmla="*/ 429044 w 571165"/>
                  <a:gd name="connsiteY312" fmla="*/ 530942 h 555076"/>
                  <a:gd name="connsiteX313" fmla="*/ 426362 w 571165"/>
                  <a:gd name="connsiteY313" fmla="*/ 536305 h 555076"/>
                  <a:gd name="connsiteX314" fmla="*/ 424596 w 571165"/>
                  <a:gd name="connsiteY314" fmla="*/ 536242 h 555076"/>
                  <a:gd name="connsiteX315" fmla="*/ 412061 w 571165"/>
                  <a:gd name="connsiteY315" fmla="*/ 538093 h 555076"/>
                  <a:gd name="connsiteX316" fmla="*/ 411167 w 571165"/>
                  <a:gd name="connsiteY316" fmla="*/ 542562 h 555076"/>
                  <a:gd name="connsiteX317" fmla="*/ 409637 w 571165"/>
                  <a:gd name="connsiteY317" fmla="*/ 542616 h 555076"/>
                  <a:gd name="connsiteX318" fmla="*/ 402787 w 571165"/>
                  <a:gd name="connsiteY318" fmla="*/ 542897 h 555076"/>
                  <a:gd name="connsiteX319" fmla="*/ 400378 w 571165"/>
                  <a:gd name="connsiteY319" fmla="*/ 542981 h 555076"/>
                  <a:gd name="connsiteX320" fmla="*/ 398074 w 571165"/>
                  <a:gd name="connsiteY320" fmla="*/ 543086 h 555076"/>
                  <a:gd name="connsiteX321" fmla="*/ 395946 w 571165"/>
                  <a:gd name="connsiteY321" fmla="*/ 543171 h 555076"/>
                  <a:gd name="connsiteX322" fmla="*/ 392396 w 571165"/>
                  <a:gd name="connsiteY322" fmla="*/ 545243 h 555076"/>
                  <a:gd name="connsiteX323" fmla="*/ 392396 w 571165"/>
                  <a:gd name="connsiteY323" fmla="*/ 548819 h 555076"/>
                  <a:gd name="connsiteX324" fmla="*/ 390238 w 571165"/>
                  <a:gd name="connsiteY324" fmla="*/ 548872 h 555076"/>
                  <a:gd name="connsiteX325" fmla="*/ 380553 w 571165"/>
                  <a:gd name="connsiteY325" fmla="*/ 549154 h 555076"/>
                  <a:gd name="connsiteX326" fmla="*/ 377156 w 571165"/>
                  <a:gd name="connsiteY326" fmla="*/ 549238 h 555076"/>
                  <a:gd name="connsiteX327" fmla="*/ 373891 w 571165"/>
                  <a:gd name="connsiteY327" fmla="*/ 549342 h 555076"/>
                  <a:gd name="connsiteX328" fmla="*/ 370884 w 571165"/>
                  <a:gd name="connsiteY328" fmla="*/ 549428 h 555076"/>
                  <a:gd name="connsiteX329" fmla="*/ 364687 w 571165"/>
                  <a:gd name="connsiteY329" fmla="*/ 551500 h 555076"/>
                  <a:gd name="connsiteX330" fmla="*/ 364687 w 571165"/>
                  <a:gd name="connsiteY330" fmla="*/ 555076 h 555076"/>
                  <a:gd name="connsiteX331" fmla="*/ 209159 w 571165"/>
                  <a:gd name="connsiteY331" fmla="*/ 555076 h 555076"/>
                  <a:gd name="connsiteX332" fmla="*/ 209159 w 571165"/>
                  <a:gd name="connsiteY332" fmla="*/ 551500 h 555076"/>
                  <a:gd name="connsiteX333" fmla="*/ 198583 w 571165"/>
                  <a:gd name="connsiteY333" fmla="*/ 549342 h 555076"/>
                  <a:gd name="connsiteX334" fmla="*/ 195083 w 571165"/>
                  <a:gd name="connsiteY334" fmla="*/ 549238 h 555076"/>
                  <a:gd name="connsiteX335" fmla="*/ 191450 w 571165"/>
                  <a:gd name="connsiteY335" fmla="*/ 549154 h 555076"/>
                  <a:gd name="connsiteX336" fmla="*/ 187764 w 571165"/>
                  <a:gd name="connsiteY336" fmla="*/ 549049 h 555076"/>
                  <a:gd name="connsiteX337" fmla="*/ 178768 w 571165"/>
                  <a:gd name="connsiteY337" fmla="*/ 548819 h 555076"/>
                  <a:gd name="connsiteX338" fmla="*/ 178377 w 571165"/>
                  <a:gd name="connsiteY338" fmla="*/ 546640 h 555076"/>
                  <a:gd name="connsiteX339" fmla="*/ 176981 w 571165"/>
                  <a:gd name="connsiteY339" fmla="*/ 543456 h 555076"/>
                  <a:gd name="connsiteX340" fmla="*/ 172983 w 571165"/>
                  <a:gd name="connsiteY340" fmla="*/ 543173 h 555076"/>
                  <a:gd name="connsiteX341" fmla="*/ 170547 w 571165"/>
                  <a:gd name="connsiteY341" fmla="*/ 543059 h 555076"/>
                  <a:gd name="connsiteX342" fmla="*/ 167986 w 571165"/>
                  <a:gd name="connsiteY342" fmla="*/ 542953 h 555076"/>
                  <a:gd name="connsiteX343" fmla="*/ 165415 w 571165"/>
                  <a:gd name="connsiteY343" fmla="*/ 542836 h 555076"/>
                  <a:gd name="connsiteX344" fmla="*/ 159104 w 571165"/>
                  <a:gd name="connsiteY344" fmla="*/ 542562 h 555076"/>
                  <a:gd name="connsiteX345" fmla="*/ 159104 w 571165"/>
                  <a:gd name="connsiteY345" fmla="*/ 538093 h 555076"/>
                  <a:gd name="connsiteX346" fmla="*/ 143909 w 571165"/>
                  <a:gd name="connsiteY346" fmla="*/ 536305 h 555076"/>
                  <a:gd name="connsiteX347" fmla="*/ 142121 w 571165"/>
                  <a:gd name="connsiteY347" fmla="*/ 530942 h 555076"/>
                  <a:gd name="connsiteX348" fmla="*/ 130501 w 571165"/>
                  <a:gd name="connsiteY348" fmla="*/ 529154 h 555076"/>
                  <a:gd name="connsiteX349" fmla="*/ 129607 w 571165"/>
                  <a:gd name="connsiteY349" fmla="*/ 524685 h 555076"/>
                  <a:gd name="connsiteX350" fmla="*/ 123238 w 571165"/>
                  <a:gd name="connsiteY350" fmla="*/ 523288 h 555076"/>
                  <a:gd name="connsiteX351" fmla="*/ 120773 w 571165"/>
                  <a:gd name="connsiteY351" fmla="*/ 523061 h 555076"/>
                  <a:gd name="connsiteX352" fmla="*/ 118881 w 571165"/>
                  <a:gd name="connsiteY352" fmla="*/ 522897 h 555076"/>
                  <a:gd name="connsiteX353" fmla="*/ 117093 w 571165"/>
                  <a:gd name="connsiteY353" fmla="*/ 517534 h 555076"/>
                  <a:gd name="connsiteX354" fmla="*/ 106367 w 571165"/>
                  <a:gd name="connsiteY354" fmla="*/ 516640 h 555076"/>
                  <a:gd name="connsiteX355" fmla="*/ 106311 w 571165"/>
                  <a:gd name="connsiteY355" fmla="*/ 514629 h 555076"/>
                  <a:gd name="connsiteX356" fmla="*/ 102345 w 571165"/>
                  <a:gd name="connsiteY356" fmla="*/ 510384 h 555076"/>
                  <a:gd name="connsiteX357" fmla="*/ 98378 w 571165"/>
                  <a:gd name="connsiteY357" fmla="*/ 506138 h 555076"/>
                  <a:gd name="connsiteX358" fmla="*/ 98323 w 571165"/>
                  <a:gd name="connsiteY358" fmla="*/ 504127 h 555076"/>
                  <a:gd name="connsiteX359" fmla="*/ 91172 w 571165"/>
                  <a:gd name="connsiteY359" fmla="*/ 503233 h 555076"/>
                  <a:gd name="connsiteX360" fmla="*/ 89384 w 571165"/>
                  <a:gd name="connsiteY360" fmla="*/ 497870 h 555076"/>
                  <a:gd name="connsiteX361" fmla="*/ 86367 w 571165"/>
                  <a:gd name="connsiteY361" fmla="*/ 497646 h 555076"/>
                  <a:gd name="connsiteX362" fmla="*/ 83127 w 571165"/>
                  <a:gd name="connsiteY362" fmla="*/ 496976 h 555076"/>
                  <a:gd name="connsiteX363" fmla="*/ 81340 w 571165"/>
                  <a:gd name="connsiteY363" fmla="*/ 493401 h 555076"/>
                  <a:gd name="connsiteX364" fmla="*/ 79049 w 571165"/>
                  <a:gd name="connsiteY364" fmla="*/ 492116 h 555076"/>
                  <a:gd name="connsiteX365" fmla="*/ 76144 w 571165"/>
                  <a:gd name="connsiteY365" fmla="*/ 488317 h 555076"/>
                  <a:gd name="connsiteX366" fmla="*/ 75977 w 571165"/>
                  <a:gd name="connsiteY366" fmla="*/ 486250 h 555076"/>
                  <a:gd name="connsiteX367" fmla="*/ 73407 w 571165"/>
                  <a:gd name="connsiteY367" fmla="*/ 485579 h 555076"/>
                  <a:gd name="connsiteX368" fmla="*/ 68826 w 571165"/>
                  <a:gd name="connsiteY368" fmla="*/ 480887 h 555076"/>
                  <a:gd name="connsiteX369" fmla="*/ 66535 w 571165"/>
                  <a:gd name="connsiteY369" fmla="*/ 479714 h 555076"/>
                  <a:gd name="connsiteX370" fmla="*/ 63630 w 571165"/>
                  <a:gd name="connsiteY370" fmla="*/ 474909 h 555076"/>
                  <a:gd name="connsiteX371" fmla="*/ 63463 w 571165"/>
                  <a:gd name="connsiteY371" fmla="*/ 471948 h 555076"/>
                  <a:gd name="connsiteX372" fmla="*/ 58994 w 571165"/>
                  <a:gd name="connsiteY372" fmla="*/ 471055 h 555076"/>
                  <a:gd name="connsiteX373" fmla="*/ 58379 w 571165"/>
                  <a:gd name="connsiteY373" fmla="*/ 468038 h 555076"/>
                  <a:gd name="connsiteX374" fmla="*/ 57206 w 571165"/>
                  <a:gd name="connsiteY374" fmla="*/ 464798 h 555076"/>
                  <a:gd name="connsiteX375" fmla="*/ 54971 w 571165"/>
                  <a:gd name="connsiteY375" fmla="*/ 463904 h 555076"/>
                  <a:gd name="connsiteX376" fmla="*/ 52737 w 571165"/>
                  <a:gd name="connsiteY376" fmla="*/ 463010 h 555076"/>
                  <a:gd name="connsiteX377" fmla="*/ 51899 w 571165"/>
                  <a:gd name="connsiteY377" fmla="*/ 459882 h 555076"/>
                  <a:gd name="connsiteX378" fmla="*/ 50949 w 571165"/>
                  <a:gd name="connsiteY378" fmla="*/ 456753 h 555076"/>
                  <a:gd name="connsiteX379" fmla="*/ 45586 w 571165"/>
                  <a:gd name="connsiteY379" fmla="*/ 454965 h 555076"/>
                  <a:gd name="connsiteX380" fmla="*/ 43798 w 571165"/>
                  <a:gd name="connsiteY380" fmla="*/ 446027 h 555076"/>
                  <a:gd name="connsiteX381" fmla="*/ 39329 w 571165"/>
                  <a:gd name="connsiteY381" fmla="*/ 445133 h 555076"/>
                  <a:gd name="connsiteX382" fmla="*/ 37541 w 571165"/>
                  <a:gd name="connsiteY382" fmla="*/ 436195 h 555076"/>
                  <a:gd name="connsiteX383" fmla="*/ 32178 w 571165"/>
                  <a:gd name="connsiteY383" fmla="*/ 436195 h 555076"/>
                  <a:gd name="connsiteX384" fmla="*/ 31284 w 571165"/>
                  <a:gd name="connsiteY384" fmla="*/ 425469 h 555076"/>
                  <a:gd name="connsiteX385" fmla="*/ 25921 w 571165"/>
                  <a:gd name="connsiteY385" fmla="*/ 424575 h 555076"/>
                  <a:gd name="connsiteX386" fmla="*/ 25820 w 571165"/>
                  <a:gd name="connsiteY386" fmla="*/ 422127 h 555076"/>
                  <a:gd name="connsiteX387" fmla="*/ 25642 w 571165"/>
                  <a:gd name="connsiteY387" fmla="*/ 418932 h 555076"/>
                  <a:gd name="connsiteX388" fmla="*/ 25485 w 571165"/>
                  <a:gd name="connsiteY388" fmla="*/ 415759 h 555076"/>
                  <a:gd name="connsiteX389" fmla="*/ 23816 w 571165"/>
                  <a:gd name="connsiteY389" fmla="*/ 411240 h 555076"/>
                  <a:gd name="connsiteX390" fmla="*/ 19665 w 571165"/>
                  <a:gd name="connsiteY390" fmla="*/ 410273 h 555076"/>
                  <a:gd name="connsiteX391" fmla="*/ 17877 w 571165"/>
                  <a:gd name="connsiteY391" fmla="*/ 394184 h 555076"/>
                  <a:gd name="connsiteX392" fmla="*/ 12514 w 571165"/>
                  <a:gd name="connsiteY392" fmla="*/ 393290 h 555076"/>
                  <a:gd name="connsiteX393" fmla="*/ 12460 w 571165"/>
                  <a:gd name="connsiteY393" fmla="*/ 391774 h 555076"/>
                  <a:gd name="connsiteX394" fmla="*/ 12179 w 571165"/>
                  <a:gd name="connsiteY394" fmla="*/ 384966 h 555076"/>
                  <a:gd name="connsiteX395" fmla="*/ 12095 w 571165"/>
                  <a:gd name="connsiteY395" fmla="*/ 382580 h 555076"/>
                  <a:gd name="connsiteX396" fmla="*/ 11990 w 571165"/>
                  <a:gd name="connsiteY396" fmla="*/ 380284 h 555076"/>
                  <a:gd name="connsiteX397" fmla="*/ 11905 w 571165"/>
                  <a:gd name="connsiteY397" fmla="*/ 378171 h 555076"/>
                  <a:gd name="connsiteX398" fmla="*/ 9832 w 571165"/>
                  <a:gd name="connsiteY398" fmla="*/ 373626 h 555076"/>
                  <a:gd name="connsiteX399" fmla="*/ 6257 w 571165"/>
                  <a:gd name="connsiteY399" fmla="*/ 373626 h 555076"/>
                  <a:gd name="connsiteX400" fmla="*/ 6203 w 571165"/>
                  <a:gd name="connsiteY400" fmla="*/ 371207 h 555076"/>
                  <a:gd name="connsiteX401" fmla="*/ 5973 w 571165"/>
                  <a:gd name="connsiteY401" fmla="*/ 362316 h 555076"/>
                  <a:gd name="connsiteX402" fmla="*/ 5880 w 571165"/>
                  <a:gd name="connsiteY402" fmla="*/ 358470 h 555076"/>
                  <a:gd name="connsiteX403" fmla="*/ 5733 w 571165"/>
                  <a:gd name="connsiteY403" fmla="*/ 352938 h 555076"/>
                  <a:gd name="connsiteX404" fmla="*/ 5648 w 571165"/>
                  <a:gd name="connsiteY404" fmla="*/ 349577 h 555076"/>
                  <a:gd name="connsiteX405" fmla="*/ 3575 w 571165"/>
                  <a:gd name="connsiteY405" fmla="*/ 344129 h 555076"/>
                  <a:gd name="connsiteX406" fmla="*/ 0 w 571165"/>
                  <a:gd name="connsiteY406" fmla="*/ 344129 h 555076"/>
                  <a:gd name="connsiteX407" fmla="*/ 0 w 571165"/>
                  <a:gd name="connsiteY407" fmla="*/ 214522 h 555076"/>
                  <a:gd name="connsiteX408" fmla="*/ 4469 w 571165"/>
                  <a:gd name="connsiteY408" fmla="*/ 213628 h 555076"/>
                  <a:gd name="connsiteX409" fmla="*/ 5646 w 571165"/>
                  <a:gd name="connsiteY409" fmla="*/ 204033 h 555076"/>
                  <a:gd name="connsiteX410" fmla="*/ 5759 w 571165"/>
                  <a:gd name="connsiteY410" fmla="*/ 200524 h 555076"/>
                  <a:gd name="connsiteX411" fmla="*/ 5866 w 571165"/>
                  <a:gd name="connsiteY411" fmla="*/ 196869 h 555076"/>
                  <a:gd name="connsiteX412" fmla="*/ 5983 w 571165"/>
                  <a:gd name="connsiteY412" fmla="*/ 193171 h 555076"/>
                  <a:gd name="connsiteX413" fmla="*/ 6257 w 571165"/>
                  <a:gd name="connsiteY413" fmla="*/ 184131 h 555076"/>
                  <a:gd name="connsiteX414" fmla="*/ 11620 w 571165"/>
                  <a:gd name="connsiteY414" fmla="*/ 182344 h 555076"/>
                  <a:gd name="connsiteX415" fmla="*/ 12514 w 571165"/>
                  <a:gd name="connsiteY415" fmla="*/ 162679 h 555076"/>
                  <a:gd name="connsiteX416" fmla="*/ 17877 w 571165"/>
                  <a:gd name="connsiteY416" fmla="*/ 162679 h 555076"/>
                  <a:gd name="connsiteX417" fmla="*/ 19665 w 571165"/>
                  <a:gd name="connsiteY417" fmla="*/ 145696 h 555076"/>
                  <a:gd name="connsiteX418" fmla="*/ 24134 w 571165"/>
                  <a:gd name="connsiteY418" fmla="*/ 143909 h 555076"/>
                  <a:gd name="connsiteX419" fmla="*/ 25530 w 571165"/>
                  <a:gd name="connsiteY419" fmla="*/ 137149 h 555076"/>
                  <a:gd name="connsiteX420" fmla="*/ 25757 w 571165"/>
                  <a:gd name="connsiteY420" fmla="*/ 133905 h 555076"/>
                  <a:gd name="connsiteX421" fmla="*/ 25921 w 571165"/>
                  <a:gd name="connsiteY421" fmla="*/ 131395 h 555076"/>
                  <a:gd name="connsiteX422" fmla="*/ 28554 w 571165"/>
                  <a:gd name="connsiteY422" fmla="*/ 130595 h 555076"/>
                  <a:gd name="connsiteX423" fmla="*/ 32067 w 571165"/>
                  <a:gd name="connsiteY423" fmla="*/ 128099 h 555076"/>
                  <a:gd name="connsiteX424" fmla="*/ 32178 w 571165"/>
                  <a:gd name="connsiteY424" fmla="*/ 119775 h 555076"/>
                  <a:gd name="connsiteX425" fmla="*/ 34748 w 571165"/>
                  <a:gd name="connsiteY425" fmla="*/ 119328 h 555076"/>
                  <a:gd name="connsiteX426" fmla="*/ 38296 w 571165"/>
                  <a:gd name="connsiteY426" fmla="*/ 116276 h 555076"/>
                  <a:gd name="connsiteX427" fmla="*/ 39329 w 571165"/>
                  <a:gd name="connsiteY427" fmla="*/ 110836 h 555076"/>
                  <a:gd name="connsiteX428" fmla="*/ 44692 w 571165"/>
                  <a:gd name="connsiteY428" fmla="*/ 109943 h 555076"/>
                  <a:gd name="connsiteX429" fmla="*/ 44699 w 571165"/>
                  <a:gd name="connsiteY429" fmla="*/ 107886 h 555076"/>
                  <a:gd name="connsiteX430" fmla="*/ 45586 w 571165"/>
                  <a:gd name="connsiteY430" fmla="*/ 100110 h 555076"/>
                  <a:gd name="connsiteX431" fmla="*/ 50949 w 571165"/>
                  <a:gd name="connsiteY431" fmla="*/ 97429 h 555076"/>
                  <a:gd name="connsiteX432" fmla="*/ 53631 w 571165"/>
                  <a:gd name="connsiteY432" fmla="*/ 92066 h 555076"/>
                  <a:gd name="connsiteX433" fmla="*/ 55977 w 571165"/>
                  <a:gd name="connsiteY433" fmla="*/ 91172 h 555076"/>
                  <a:gd name="connsiteX434" fmla="*/ 58100 w 571165"/>
                  <a:gd name="connsiteY434" fmla="*/ 90278 h 555076"/>
                  <a:gd name="connsiteX435" fmla="*/ 58994 w 571165"/>
                  <a:gd name="connsiteY435" fmla="*/ 84915 h 555076"/>
                  <a:gd name="connsiteX436" fmla="*/ 64357 w 571165"/>
                  <a:gd name="connsiteY436" fmla="*/ 84021 h 555076"/>
                  <a:gd name="connsiteX437" fmla="*/ 64357 w 571165"/>
                  <a:gd name="connsiteY437" fmla="*/ 77764 h 555076"/>
                  <a:gd name="connsiteX438" fmla="*/ 70613 w 571165"/>
                  <a:gd name="connsiteY438" fmla="*/ 77764 h 555076"/>
                  <a:gd name="connsiteX439" fmla="*/ 71507 w 571165"/>
                  <a:gd name="connsiteY439" fmla="*/ 71507 h 555076"/>
                  <a:gd name="connsiteX440" fmla="*/ 76870 w 571165"/>
                  <a:gd name="connsiteY440" fmla="*/ 70613 h 555076"/>
                  <a:gd name="connsiteX441" fmla="*/ 77764 w 571165"/>
                  <a:gd name="connsiteY441" fmla="*/ 65250 h 555076"/>
                  <a:gd name="connsiteX442" fmla="*/ 84021 w 571165"/>
                  <a:gd name="connsiteY442" fmla="*/ 64357 h 555076"/>
                  <a:gd name="connsiteX443" fmla="*/ 84915 w 571165"/>
                  <a:gd name="connsiteY443" fmla="*/ 58994 h 555076"/>
                  <a:gd name="connsiteX444" fmla="*/ 87932 w 571165"/>
                  <a:gd name="connsiteY444" fmla="*/ 58379 h 555076"/>
                  <a:gd name="connsiteX445" fmla="*/ 91172 w 571165"/>
                  <a:gd name="connsiteY445" fmla="*/ 57206 h 555076"/>
                  <a:gd name="connsiteX446" fmla="*/ 92960 w 571165"/>
                  <a:gd name="connsiteY446" fmla="*/ 52737 h 555076"/>
                  <a:gd name="connsiteX447" fmla="*/ 95529 w 571165"/>
                  <a:gd name="connsiteY447" fmla="*/ 51899 h 555076"/>
                  <a:gd name="connsiteX448" fmla="*/ 99999 w 571165"/>
                  <a:gd name="connsiteY448" fmla="*/ 48323 h 555076"/>
                  <a:gd name="connsiteX449" fmla="*/ 109049 w 571165"/>
                  <a:gd name="connsiteY449" fmla="*/ 42904 h 555076"/>
                  <a:gd name="connsiteX450" fmla="*/ 109049 w 571165"/>
                  <a:gd name="connsiteY450" fmla="*/ 39329 h 555076"/>
                  <a:gd name="connsiteX451" fmla="*/ 110746 w 571165"/>
                  <a:gd name="connsiteY451" fmla="*/ 39196 h 555076"/>
                  <a:gd name="connsiteX452" fmla="*/ 112959 w 571165"/>
                  <a:gd name="connsiteY452" fmla="*/ 38994 h 555076"/>
                  <a:gd name="connsiteX453" fmla="*/ 115159 w 571165"/>
                  <a:gd name="connsiteY453" fmla="*/ 38805 h 555076"/>
                  <a:gd name="connsiteX454" fmla="*/ 118881 w 571165"/>
                  <a:gd name="connsiteY454" fmla="*/ 36648 h 555076"/>
                  <a:gd name="connsiteX455" fmla="*/ 118881 w 571165"/>
                  <a:gd name="connsiteY455" fmla="*/ 33072 h 555076"/>
                  <a:gd name="connsiteX456" fmla="*/ 130501 w 571165"/>
                  <a:gd name="connsiteY456" fmla="*/ 31284 h 555076"/>
                  <a:gd name="connsiteX457" fmla="*/ 131395 w 571165"/>
                  <a:gd name="connsiteY457" fmla="*/ 25921 h 555076"/>
                  <a:gd name="connsiteX458" fmla="*/ 143909 w 571165"/>
                  <a:gd name="connsiteY458" fmla="*/ 25921 h 555076"/>
                  <a:gd name="connsiteX459" fmla="*/ 144802 w 571165"/>
                  <a:gd name="connsiteY459" fmla="*/ 19665 h 555076"/>
                  <a:gd name="connsiteX460" fmla="*/ 147414 w 571165"/>
                  <a:gd name="connsiteY460" fmla="*/ 19532 h 555076"/>
                  <a:gd name="connsiteX461" fmla="*/ 150836 w 571165"/>
                  <a:gd name="connsiteY461" fmla="*/ 19329 h 555076"/>
                  <a:gd name="connsiteX462" fmla="*/ 154230 w 571165"/>
                  <a:gd name="connsiteY462" fmla="*/ 19141 h 555076"/>
                  <a:gd name="connsiteX463" fmla="*/ 160892 w 571165"/>
                  <a:gd name="connsiteY463" fmla="*/ 16983 h 555076"/>
                  <a:gd name="connsiteX464" fmla="*/ 160892 w 571165"/>
                  <a:gd name="connsiteY464" fmla="*/ 13408 h 555076"/>
                  <a:gd name="connsiteX465" fmla="*/ 164058 w 571165"/>
                  <a:gd name="connsiteY465" fmla="*/ 13275 h 555076"/>
                  <a:gd name="connsiteX466" fmla="*/ 168210 w 571165"/>
                  <a:gd name="connsiteY466" fmla="*/ 13072 h 555076"/>
                  <a:gd name="connsiteX467" fmla="*/ 170293 w 571165"/>
                  <a:gd name="connsiteY467" fmla="*/ 12989 h 555076"/>
                  <a:gd name="connsiteX468" fmla="*/ 180556 w 571165"/>
                  <a:gd name="connsiteY468" fmla="*/ 10726 h 555076"/>
                  <a:gd name="connsiteX469" fmla="*/ 180556 w 571165"/>
                  <a:gd name="connsiteY469" fmla="*/ 7151 h 555076"/>
                  <a:gd name="connsiteX470" fmla="*/ 191953 w 571165"/>
                  <a:gd name="connsiteY470" fmla="*/ 6257 h 555076"/>
                  <a:gd name="connsiteX471" fmla="*/ 207371 w 571165"/>
                  <a:gd name="connsiteY471" fmla="*/ 5363 h 555076"/>
                  <a:gd name="connsiteX472" fmla="*/ 209159 w 571165"/>
                  <a:gd name="connsiteY472" fmla="*/ 1788 h 555076"/>
                  <a:gd name="connsiteX473" fmla="*/ 210053 w 571165"/>
                  <a:gd name="connsiteY473" fmla="*/ 0 h 555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Lst>
                <a:rect l="l" t="t" r="r" b="b"/>
                <a:pathLst>
                  <a:path w="571165" h="555076">
                    <a:moveTo>
                      <a:pt x="315137" y="135783"/>
                    </a:moveTo>
                    <a:cubicBezTo>
                      <a:pt x="314452" y="135788"/>
                      <a:pt x="313788" y="135793"/>
                      <a:pt x="313123" y="135798"/>
                    </a:cubicBezTo>
                    <a:cubicBezTo>
                      <a:pt x="310885" y="135793"/>
                      <a:pt x="308647" y="135790"/>
                      <a:pt x="306408" y="135799"/>
                    </a:cubicBezTo>
                    <a:cubicBezTo>
                      <a:pt x="304806" y="135806"/>
                      <a:pt x="303204" y="135810"/>
                      <a:pt x="301602" y="135811"/>
                    </a:cubicBezTo>
                    <a:cubicBezTo>
                      <a:pt x="298267" y="135810"/>
                      <a:pt x="294933" y="135812"/>
                      <a:pt x="291598" y="135822"/>
                    </a:cubicBezTo>
                    <a:cubicBezTo>
                      <a:pt x="287254" y="135837"/>
                      <a:pt x="282909" y="135850"/>
                      <a:pt x="278565" y="135850"/>
                    </a:cubicBezTo>
                    <a:cubicBezTo>
                      <a:pt x="275178" y="135849"/>
                      <a:pt x="271792" y="135851"/>
                      <a:pt x="268405" y="135856"/>
                    </a:cubicBezTo>
                    <a:cubicBezTo>
                      <a:pt x="266791" y="135859"/>
                      <a:pt x="265177" y="135862"/>
                      <a:pt x="263562" y="135865"/>
                    </a:cubicBezTo>
                    <a:cubicBezTo>
                      <a:pt x="261234" y="135866"/>
                      <a:pt x="258906" y="135868"/>
                      <a:pt x="256578" y="135876"/>
                    </a:cubicBezTo>
                    <a:cubicBezTo>
                      <a:pt x="255504" y="135881"/>
                      <a:pt x="255504" y="135881"/>
                      <a:pt x="254451" y="135885"/>
                    </a:cubicBezTo>
                    <a:cubicBezTo>
                      <a:pt x="251450" y="135884"/>
                      <a:pt x="248591" y="135542"/>
                      <a:pt x="245857" y="136909"/>
                    </a:cubicBezTo>
                    <a:cubicBezTo>
                      <a:pt x="245667" y="137688"/>
                      <a:pt x="245482" y="138444"/>
                      <a:pt x="245298" y="139200"/>
                    </a:cubicBezTo>
                    <a:cubicBezTo>
                      <a:pt x="245129" y="140300"/>
                      <a:pt x="245129" y="140300"/>
                      <a:pt x="244963" y="141378"/>
                    </a:cubicBezTo>
                    <a:cubicBezTo>
                      <a:pt x="244120" y="141434"/>
                      <a:pt x="243302" y="141488"/>
                      <a:pt x="242484" y="141542"/>
                    </a:cubicBezTo>
                    <a:cubicBezTo>
                      <a:pt x="240858" y="141657"/>
                      <a:pt x="240858" y="141657"/>
                      <a:pt x="239264" y="141769"/>
                    </a:cubicBezTo>
                    <a:cubicBezTo>
                      <a:pt x="236449" y="141963"/>
                      <a:pt x="234087" y="141900"/>
                      <a:pt x="231555" y="143166"/>
                    </a:cubicBezTo>
                    <a:cubicBezTo>
                      <a:pt x="231124" y="145404"/>
                      <a:pt x="231124" y="145404"/>
                      <a:pt x="229767" y="147635"/>
                    </a:cubicBezTo>
                    <a:cubicBezTo>
                      <a:pt x="227687" y="148609"/>
                      <a:pt x="225627" y="149257"/>
                      <a:pt x="223420" y="149887"/>
                    </a:cubicBezTo>
                    <a:cubicBezTo>
                      <a:pt x="222843" y="150033"/>
                      <a:pt x="222283" y="150175"/>
                      <a:pt x="221723" y="150317"/>
                    </a:cubicBezTo>
                    <a:cubicBezTo>
                      <a:pt x="221419" y="151836"/>
                      <a:pt x="221124" y="153311"/>
                      <a:pt x="220829" y="154786"/>
                    </a:cubicBezTo>
                    <a:cubicBezTo>
                      <a:pt x="219042" y="154748"/>
                      <a:pt x="217253" y="154749"/>
                      <a:pt x="215466" y="154786"/>
                    </a:cubicBezTo>
                    <a:cubicBezTo>
                      <a:pt x="214572" y="155680"/>
                      <a:pt x="214572" y="155680"/>
                      <a:pt x="213622" y="158417"/>
                    </a:cubicBezTo>
                    <a:cubicBezTo>
                      <a:pt x="213337" y="159310"/>
                      <a:pt x="213061" y="160176"/>
                      <a:pt x="212784" y="161043"/>
                    </a:cubicBezTo>
                    <a:cubicBezTo>
                      <a:pt x="210103" y="161043"/>
                      <a:pt x="210103" y="161043"/>
                      <a:pt x="207421" y="162830"/>
                    </a:cubicBezTo>
                    <a:cubicBezTo>
                      <a:pt x="207337" y="164241"/>
                      <a:pt x="207337" y="164241"/>
                      <a:pt x="207254" y="165624"/>
                    </a:cubicBezTo>
                    <a:cubicBezTo>
                      <a:pt x="207311" y="166497"/>
                      <a:pt x="207366" y="167345"/>
                      <a:pt x="207421" y="168194"/>
                    </a:cubicBezTo>
                    <a:cubicBezTo>
                      <a:pt x="204713" y="168645"/>
                      <a:pt x="204713" y="168645"/>
                      <a:pt x="202058" y="169087"/>
                    </a:cubicBezTo>
                    <a:cubicBezTo>
                      <a:pt x="201450" y="172126"/>
                      <a:pt x="200861" y="175076"/>
                      <a:pt x="200271" y="178026"/>
                    </a:cubicBezTo>
                    <a:cubicBezTo>
                      <a:pt x="197589" y="178026"/>
                      <a:pt x="197589" y="178026"/>
                      <a:pt x="195634" y="179255"/>
                    </a:cubicBezTo>
                    <a:cubicBezTo>
                      <a:pt x="193623" y="182167"/>
                      <a:pt x="193623" y="182167"/>
                      <a:pt x="193888" y="188710"/>
                    </a:cubicBezTo>
                    <a:cubicBezTo>
                      <a:pt x="193931" y="189332"/>
                      <a:pt x="193972" y="189936"/>
                      <a:pt x="194014" y="190540"/>
                    </a:cubicBezTo>
                    <a:cubicBezTo>
                      <a:pt x="192394" y="190819"/>
                      <a:pt x="192394" y="190819"/>
                      <a:pt x="190438" y="191433"/>
                    </a:cubicBezTo>
                    <a:cubicBezTo>
                      <a:pt x="188536" y="192904"/>
                      <a:pt x="187829" y="193655"/>
                      <a:pt x="187452" y="196060"/>
                    </a:cubicBezTo>
                    <a:cubicBezTo>
                      <a:pt x="187467" y="196818"/>
                      <a:pt x="187481" y="197552"/>
                      <a:pt x="187495" y="198287"/>
                    </a:cubicBezTo>
                    <a:cubicBezTo>
                      <a:pt x="187504" y="199109"/>
                      <a:pt x="187512" y="199907"/>
                      <a:pt x="187521" y="200705"/>
                    </a:cubicBezTo>
                    <a:cubicBezTo>
                      <a:pt x="187544" y="201561"/>
                      <a:pt x="187567" y="202391"/>
                      <a:pt x="187589" y="203221"/>
                    </a:cubicBezTo>
                    <a:cubicBezTo>
                      <a:pt x="187624" y="205612"/>
                      <a:pt x="187659" y="208003"/>
                      <a:pt x="187714" y="210393"/>
                    </a:cubicBezTo>
                    <a:cubicBezTo>
                      <a:pt x="187729" y="210937"/>
                      <a:pt x="187743" y="211464"/>
                      <a:pt x="187757" y="211992"/>
                    </a:cubicBezTo>
                    <a:cubicBezTo>
                      <a:pt x="186237" y="211992"/>
                      <a:pt x="184762" y="211992"/>
                      <a:pt x="183288" y="211992"/>
                    </a:cubicBezTo>
                    <a:cubicBezTo>
                      <a:pt x="182137" y="213962"/>
                      <a:pt x="181514" y="215447"/>
                      <a:pt x="181251" y="217728"/>
                    </a:cubicBezTo>
                    <a:cubicBezTo>
                      <a:pt x="181239" y="218554"/>
                      <a:pt x="181227" y="219356"/>
                      <a:pt x="181215" y="220158"/>
                    </a:cubicBezTo>
                    <a:cubicBezTo>
                      <a:pt x="181197" y="221098"/>
                      <a:pt x="181179" y="222010"/>
                      <a:pt x="181161" y="222922"/>
                    </a:cubicBezTo>
                    <a:cubicBezTo>
                      <a:pt x="181145" y="224420"/>
                      <a:pt x="181145" y="224420"/>
                      <a:pt x="181130" y="225888"/>
                    </a:cubicBezTo>
                    <a:cubicBezTo>
                      <a:pt x="181076" y="229030"/>
                      <a:pt x="181024" y="232171"/>
                      <a:pt x="180983" y="235313"/>
                    </a:cubicBezTo>
                    <a:cubicBezTo>
                      <a:pt x="180955" y="237500"/>
                      <a:pt x="180924" y="239686"/>
                      <a:pt x="180890" y="241873"/>
                    </a:cubicBezTo>
                    <a:cubicBezTo>
                      <a:pt x="180794" y="247731"/>
                      <a:pt x="180705" y="253588"/>
                      <a:pt x="180628" y="259446"/>
                    </a:cubicBezTo>
                    <a:cubicBezTo>
                      <a:pt x="180621" y="260027"/>
                      <a:pt x="180613" y="260590"/>
                      <a:pt x="180606" y="261153"/>
                    </a:cubicBezTo>
                    <a:cubicBezTo>
                      <a:pt x="179390" y="261153"/>
                      <a:pt x="178211" y="261153"/>
                      <a:pt x="177031" y="261153"/>
                    </a:cubicBezTo>
                    <a:cubicBezTo>
                      <a:pt x="175243" y="263835"/>
                      <a:pt x="175243" y="263835"/>
                      <a:pt x="175012" y="266736"/>
                    </a:cubicBezTo>
                    <a:cubicBezTo>
                      <a:pt x="175010" y="267945"/>
                      <a:pt x="175008" y="269118"/>
                      <a:pt x="175006" y="270290"/>
                    </a:cubicBezTo>
                    <a:cubicBezTo>
                      <a:pt x="175002" y="271577"/>
                      <a:pt x="175000" y="272864"/>
                      <a:pt x="174999" y="274150"/>
                    </a:cubicBezTo>
                    <a:cubicBezTo>
                      <a:pt x="175010" y="276177"/>
                      <a:pt x="175020" y="278203"/>
                      <a:pt x="175010" y="280229"/>
                    </a:cubicBezTo>
                    <a:cubicBezTo>
                      <a:pt x="175003" y="281554"/>
                      <a:pt x="174999" y="282879"/>
                      <a:pt x="175000" y="284203"/>
                    </a:cubicBezTo>
                    <a:cubicBezTo>
                      <a:pt x="175002" y="284848"/>
                      <a:pt x="175004" y="285474"/>
                      <a:pt x="175006" y="286100"/>
                    </a:cubicBezTo>
                    <a:cubicBezTo>
                      <a:pt x="175012" y="289651"/>
                      <a:pt x="175012" y="289651"/>
                      <a:pt x="175243" y="292437"/>
                    </a:cubicBezTo>
                    <a:cubicBezTo>
                      <a:pt x="177031" y="294225"/>
                      <a:pt x="177031" y="294225"/>
                      <a:pt x="178930" y="294784"/>
                    </a:cubicBezTo>
                    <a:cubicBezTo>
                      <a:pt x="179776" y="294953"/>
                      <a:pt x="179776" y="294953"/>
                      <a:pt x="180606" y="295119"/>
                    </a:cubicBezTo>
                    <a:cubicBezTo>
                      <a:pt x="180675" y="300357"/>
                      <a:pt x="180751" y="305594"/>
                      <a:pt x="180837" y="310831"/>
                    </a:cubicBezTo>
                    <a:cubicBezTo>
                      <a:pt x="180872" y="312968"/>
                      <a:pt x="180907" y="315105"/>
                      <a:pt x="180941" y="317242"/>
                    </a:cubicBezTo>
                    <a:cubicBezTo>
                      <a:pt x="180982" y="320393"/>
                      <a:pt x="181024" y="323544"/>
                      <a:pt x="181077" y="326695"/>
                    </a:cubicBezTo>
                    <a:cubicBezTo>
                      <a:pt x="181095" y="327712"/>
                      <a:pt x="181113" y="328699"/>
                      <a:pt x="181130" y="329686"/>
                    </a:cubicBezTo>
                    <a:cubicBezTo>
                      <a:pt x="181140" y="330674"/>
                      <a:pt x="181151" y="331633"/>
                      <a:pt x="181161" y="332592"/>
                    </a:cubicBezTo>
                    <a:cubicBezTo>
                      <a:pt x="181179" y="333514"/>
                      <a:pt x="181197" y="334408"/>
                      <a:pt x="181215" y="335303"/>
                    </a:cubicBezTo>
                    <a:cubicBezTo>
                      <a:pt x="181252" y="337777"/>
                      <a:pt x="181390" y="339531"/>
                      <a:pt x="182293" y="341839"/>
                    </a:cubicBezTo>
                    <a:cubicBezTo>
                      <a:pt x="183288" y="343386"/>
                      <a:pt x="183288" y="343386"/>
                      <a:pt x="185187" y="344057"/>
                    </a:cubicBezTo>
                    <a:cubicBezTo>
                      <a:pt x="185757" y="344133"/>
                      <a:pt x="186310" y="344207"/>
                      <a:pt x="186863" y="344280"/>
                    </a:cubicBezTo>
                    <a:cubicBezTo>
                      <a:pt x="186933" y="346370"/>
                      <a:pt x="187009" y="348459"/>
                      <a:pt x="187093" y="350548"/>
                    </a:cubicBezTo>
                    <a:cubicBezTo>
                      <a:pt x="187129" y="351418"/>
                      <a:pt x="187164" y="352262"/>
                      <a:pt x="187198" y="353107"/>
                    </a:cubicBezTo>
                    <a:cubicBezTo>
                      <a:pt x="187240" y="354389"/>
                      <a:pt x="187240" y="354389"/>
                      <a:pt x="187282" y="355645"/>
                    </a:cubicBezTo>
                    <a:cubicBezTo>
                      <a:pt x="187318" y="356470"/>
                      <a:pt x="187352" y="357271"/>
                      <a:pt x="187387" y="358072"/>
                    </a:cubicBezTo>
                    <a:cubicBezTo>
                      <a:pt x="187472" y="360313"/>
                      <a:pt x="187472" y="360313"/>
                      <a:pt x="187757" y="362157"/>
                    </a:cubicBezTo>
                    <a:cubicBezTo>
                      <a:pt x="189544" y="363945"/>
                      <a:pt x="189544" y="363945"/>
                      <a:pt x="191891" y="364503"/>
                    </a:cubicBezTo>
                    <a:cubicBezTo>
                      <a:pt x="192963" y="364673"/>
                      <a:pt x="192963" y="364673"/>
                      <a:pt x="194014" y="364839"/>
                    </a:cubicBezTo>
                    <a:cubicBezTo>
                      <a:pt x="193992" y="365549"/>
                      <a:pt x="193972" y="366238"/>
                      <a:pt x="193951" y="366927"/>
                    </a:cubicBezTo>
                    <a:cubicBezTo>
                      <a:pt x="193934" y="367850"/>
                      <a:pt x="193918" y="368747"/>
                      <a:pt x="193902" y="369643"/>
                    </a:cubicBezTo>
                    <a:cubicBezTo>
                      <a:pt x="193839" y="372346"/>
                      <a:pt x="193839" y="372346"/>
                      <a:pt x="194014" y="374671"/>
                    </a:cubicBezTo>
                    <a:cubicBezTo>
                      <a:pt x="195801" y="376459"/>
                      <a:pt x="195801" y="376459"/>
                      <a:pt x="198148" y="377017"/>
                    </a:cubicBezTo>
                    <a:cubicBezTo>
                      <a:pt x="198869" y="377131"/>
                      <a:pt x="199570" y="377242"/>
                      <a:pt x="200271" y="377352"/>
                    </a:cubicBezTo>
                    <a:cubicBezTo>
                      <a:pt x="200326" y="378073"/>
                      <a:pt x="200381" y="378772"/>
                      <a:pt x="200435" y="379472"/>
                    </a:cubicBezTo>
                    <a:cubicBezTo>
                      <a:pt x="200549" y="380856"/>
                      <a:pt x="200549" y="380856"/>
                      <a:pt x="200662" y="382213"/>
                    </a:cubicBezTo>
                    <a:cubicBezTo>
                      <a:pt x="200795" y="383873"/>
                      <a:pt x="200956" y="385532"/>
                      <a:pt x="201164" y="387185"/>
                    </a:cubicBezTo>
                    <a:cubicBezTo>
                      <a:pt x="202058" y="388079"/>
                      <a:pt x="202058" y="388079"/>
                      <a:pt x="204796" y="388134"/>
                    </a:cubicBezTo>
                    <a:cubicBezTo>
                      <a:pt x="206122" y="388106"/>
                      <a:pt x="206122" y="388106"/>
                      <a:pt x="207421" y="388079"/>
                    </a:cubicBezTo>
                    <a:cubicBezTo>
                      <a:pt x="207383" y="389866"/>
                      <a:pt x="207385" y="391654"/>
                      <a:pt x="207421" y="393442"/>
                    </a:cubicBezTo>
                    <a:cubicBezTo>
                      <a:pt x="208315" y="394335"/>
                      <a:pt x="208315" y="394335"/>
                      <a:pt x="211053" y="394391"/>
                    </a:cubicBezTo>
                    <a:cubicBezTo>
                      <a:pt x="212379" y="394363"/>
                      <a:pt x="212379" y="394363"/>
                      <a:pt x="213678" y="394335"/>
                    </a:cubicBezTo>
                    <a:cubicBezTo>
                      <a:pt x="214130" y="397495"/>
                      <a:pt x="214130" y="397495"/>
                      <a:pt x="214572" y="400592"/>
                    </a:cubicBezTo>
                    <a:cubicBezTo>
                      <a:pt x="217254" y="401486"/>
                      <a:pt x="217254" y="401486"/>
                      <a:pt x="219209" y="401095"/>
                    </a:cubicBezTo>
                    <a:cubicBezTo>
                      <a:pt x="219760" y="400924"/>
                      <a:pt x="220294" y="400758"/>
                      <a:pt x="220829" y="400592"/>
                    </a:cubicBezTo>
                    <a:cubicBezTo>
                      <a:pt x="220717" y="402715"/>
                      <a:pt x="220717" y="402715"/>
                      <a:pt x="220829" y="405062"/>
                    </a:cubicBezTo>
                    <a:cubicBezTo>
                      <a:pt x="222617" y="406849"/>
                      <a:pt x="222617" y="406849"/>
                      <a:pt x="224551" y="407219"/>
                    </a:cubicBezTo>
                    <a:cubicBezTo>
                      <a:pt x="225299" y="407283"/>
                      <a:pt x="226025" y="407346"/>
                      <a:pt x="226751" y="407408"/>
                    </a:cubicBezTo>
                    <a:cubicBezTo>
                      <a:pt x="227503" y="407477"/>
                      <a:pt x="228234" y="407544"/>
                      <a:pt x="228964" y="407610"/>
                    </a:cubicBezTo>
                    <a:cubicBezTo>
                      <a:pt x="229541" y="407656"/>
                      <a:pt x="230101" y="407699"/>
                      <a:pt x="230661" y="407743"/>
                    </a:cubicBezTo>
                    <a:cubicBezTo>
                      <a:pt x="230661" y="410425"/>
                      <a:pt x="230661" y="410425"/>
                      <a:pt x="231628" y="412338"/>
                    </a:cubicBezTo>
                    <a:cubicBezTo>
                      <a:pt x="233343" y="414000"/>
                      <a:pt x="233343" y="414000"/>
                      <a:pt x="236146" y="414545"/>
                    </a:cubicBezTo>
                    <a:cubicBezTo>
                      <a:pt x="237226" y="414587"/>
                      <a:pt x="238273" y="414629"/>
                      <a:pt x="239320" y="414670"/>
                    </a:cubicBezTo>
                    <a:cubicBezTo>
                      <a:pt x="240407" y="414723"/>
                      <a:pt x="241461" y="414773"/>
                      <a:pt x="242515" y="414824"/>
                    </a:cubicBezTo>
                    <a:cubicBezTo>
                      <a:pt x="243347" y="414848"/>
                      <a:pt x="244155" y="414871"/>
                      <a:pt x="244963" y="414894"/>
                    </a:cubicBezTo>
                    <a:cubicBezTo>
                      <a:pt x="244963" y="415806"/>
                      <a:pt x="244963" y="416690"/>
                      <a:pt x="244963" y="417575"/>
                    </a:cubicBezTo>
                    <a:cubicBezTo>
                      <a:pt x="248024" y="420129"/>
                      <a:pt x="250687" y="420569"/>
                      <a:pt x="254619" y="420600"/>
                    </a:cubicBezTo>
                    <a:cubicBezTo>
                      <a:pt x="255306" y="420592"/>
                      <a:pt x="255973" y="420584"/>
                      <a:pt x="256639" y="420575"/>
                    </a:cubicBezTo>
                    <a:cubicBezTo>
                      <a:pt x="258901" y="420581"/>
                      <a:pt x="261162" y="420583"/>
                      <a:pt x="263424" y="420568"/>
                    </a:cubicBezTo>
                    <a:cubicBezTo>
                      <a:pt x="265039" y="420556"/>
                      <a:pt x="266655" y="420549"/>
                      <a:pt x="268270" y="420546"/>
                    </a:cubicBezTo>
                    <a:cubicBezTo>
                      <a:pt x="271639" y="420545"/>
                      <a:pt x="275007" y="420540"/>
                      <a:pt x="278376" y="420523"/>
                    </a:cubicBezTo>
                    <a:cubicBezTo>
                      <a:pt x="282758" y="420498"/>
                      <a:pt x="287140" y="420476"/>
                      <a:pt x="291523" y="420472"/>
                    </a:cubicBezTo>
                    <a:cubicBezTo>
                      <a:pt x="294944" y="420468"/>
                      <a:pt x="298365" y="420463"/>
                      <a:pt x="301786" y="420454"/>
                    </a:cubicBezTo>
                    <a:cubicBezTo>
                      <a:pt x="303416" y="420449"/>
                      <a:pt x="305046" y="420444"/>
                      <a:pt x="306676" y="420438"/>
                    </a:cubicBezTo>
                    <a:cubicBezTo>
                      <a:pt x="309025" y="420433"/>
                      <a:pt x="311373" y="420427"/>
                      <a:pt x="313721" y="420414"/>
                    </a:cubicBezTo>
                    <a:cubicBezTo>
                      <a:pt x="314451" y="420410"/>
                      <a:pt x="315159" y="420405"/>
                      <a:pt x="315867" y="420401"/>
                    </a:cubicBezTo>
                    <a:cubicBezTo>
                      <a:pt x="318162" y="420397"/>
                      <a:pt x="320432" y="420354"/>
                      <a:pt x="322727" y="420257"/>
                    </a:cubicBezTo>
                    <a:cubicBezTo>
                      <a:pt x="324515" y="419363"/>
                      <a:pt x="324515" y="419363"/>
                      <a:pt x="325520" y="417073"/>
                    </a:cubicBezTo>
                    <a:cubicBezTo>
                      <a:pt x="325786" y="416332"/>
                      <a:pt x="326044" y="415613"/>
                      <a:pt x="326302" y="414894"/>
                    </a:cubicBezTo>
                    <a:cubicBezTo>
                      <a:pt x="327156" y="414838"/>
                      <a:pt x="327984" y="414784"/>
                      <a:pt x="328813" y="414730"/>
                    </a:cubicBezTo>
                    <a:cubicBezTo>
                      <a:pt x="330451" y="414615"/>
                      <a:pt x="330451" y="414615"/>
                      <a:pt x="332056" y="414503"/>
                    </a:cubicBezTo>
                    <a:cubicBezTo>
                      <a:pt x="334014" y="414370"/>
                      <a:pt x="335971" y="414210"/>
                      <a:pt x="337922" y="414000"/>
                    </a:cubicBezTo>
                    <a:cubicBezTo>
                      <a:pt x="338816" y="413106"/>
                      <a:pt x="338816" y="413106"/>
                      <a:pt x="339319" y="410369"/>
                    </a:cubicBezTo>
                    <a:cubicBezTo>
                      <a:pt x="339452" y="409476"/>
                      <a:pt x="339581" y="408610"/>
                      <a:pt x="339710" y="407743"/>
                    </a:cubicBezTo>
                    <a:cubicBezTo>
                      <a:pt x="343183" y="407743"/>
                      <a:pt x="344762" y="407567"/>
                      <a:pt x="347754" y="405955"/>
                    </a:cubicBezTo>
                    <a:cubicBezTo>
                      <a:pt x="348172" y="405177"/>
                      <a:pt x="348578" y="404421"/>
                      <a:pt x="348984" y="403665"/>
                    </a:cubicBezTo>
                    <a:cubicBezTo>
                      <a:pt x="350322" y="401112"/>
                      <a:pt x="350322" y="401112"/>
                      <a:pt x="353732" y="400760"/>
                    </a:cubicBezTo>
                    <a:cubicBezTo>
                      <a:pt x="355227" y="400675"/>
                      <a:pt x="355227" y="400675"/>
                      <a:pt x="356693" y="400592"/>
                    </a:cubicBezTo>
                    <a:cubicBezTo>
                      <a:pt x="356883" y="399719"/>
                      <a:pt x="357067" y="398871"/>
                      <a:pt x="357252" y="398023"/>
                    </a:cubicBezTo>
                    <a:cubicBezTo>
                      <a:pt x="358220" y="394969"/>
                      <a:pt x="358220" y="394969"/>
                      <a:pt x="361274" y="394000"/>
                    </a:cubicBezTo>
                    <a:cubicBezTo>
                      <a:pt x="362148" y="393810"/>
                      <a:pt x="362996" y="393626"/>
                      <a:pt x="363844" y="393442"/>
                    </a:cubicBezTo>
                    <a:cubicBezTo>
                      <a:pt x="364148" y="391010"/>
                      <a:pt x="364442" y="388651"/>
                      <a:pt x="364737" y="386291"/>
                    </a:cubicBezTo>
                    <a:cubicBezTo>
                      <a:pt x="365649" y="385987"/>
                      <a:pt x="366534" y="385692"/>
                      <a:pt x="367419" y="385397"/>
                    </a:cubicBezTo>
                    <a:cubicBezTo>
                      <a:pt x="369346" y="383909"/>
                      <a:pt x="370016" y="383091"/>
                      <a:pt x="370558" y="380694"/>
                    </a:cubicBezTo>
                    <a:cubicBezTo>
                      <a:pt x="370637" y="379599"/>
                      <a:pt x="370637" y="379599"/>
                      <a:pt x="370715" y="378526"/>
                    </a:cubicBezTo>
                    <a:cubicBezTo>
                      <a:pt x="370805" y="377420"/>
                      <a:pt x="370805" y="377420"/>
                      <a:pt x="370893" y="376336"/>
                    </a:cubicBezTo>
                    <a:cubicBezTo>
                      <a:pt x="370928" y="375770"/>
                      <a:pt x="370961" y="375221"/>
                      <a:pt x="370994" y="374671"/>
                    </a:cubicBezTo>
                    <a:cubicBezTo>
                      <a:pt x="372514" y="374367"/>
                      <a:pt x="373989" y="374072"/>
                      <a:pt x="375464" y="373777"/>
                    </a:cubicBezTo>
                    <a:cubicBezTo>
                      <a:pt x="377071" y="369157"/>
                      <a:pt x="377416" y="365205"/>
                      <a:pt x="377314" y="360317"/>
                    </a:cubicBezTo>
                    <a:cubicBezTo>
                      <a:pt x="377293" y="359727"/>
                      <a:pt x="377272" y="359154"/>
                      <a:pt x="377251" y="358582"/>
                    </a:cubicBezTo>
                    <a:cubicBezTo>
                      <a:pt x="379374" y="358079"/>
                      <a:pt x="379374" y="358079"/>
                      <a:pt x="381720" y="356794"/>
                    </a:cubicBezTo>
                    <a:cubicBezTo>
                      <a:pt x="383615" y="352057"/>
                      <a:pt x="383798" y="347428"/>
                      <a:pt x="383983" y="342362"/>
                    </a:cubicBezTo>
                    <a:cubicBezTo>
                      <a:pt x="384011" y="341362"/>
                      <a:pt x="384039" y="340391"/>
                      <a:pt x="384067" y="339420"/>
                    </a:cubicBezTo>
                    <a:cubicBezTo>
                      <a:pt x="384165" y="336598"/>
                      <a:pt x="384263" y="333777"/>
                      <a:pt x="384348" y="330955"/>
                    </a:cubicBezTo>
                    <a:cubicBezTo>
                      <a:pt x="384367" y="330319"/>
                      <a:pt x="384384" y="329702"/>
                      <a:pt x="384402" y="329085"/>
                    </a:cubicBezTo>
                    <a:cubicBezTo>
                      <a:pt x="385314" y="329085"/>
                      <a:pt x="386199" y="329085"/>
                      <a:pt x="387084" y="329085"/>
                    </a:cubicBezTo>
                    <a:cubicBezTo>
                      <a:pt x="390058" y="325814"/>
                      <a:pt x="390058" y="325814"/>
                      <a:pt x="390119" y="317783"/>
                    </a:cubicBezTo>
                    <a:cubicBezTo>
                      <a:pt x="390111" y="316847"/>
                      <a:pt x="390105" y="315938"/>
                      <a:pt x="390098" y="315029"/>
                    </a:cubicBezTo>
                    <a:cubicBezTo>
                      <a:pt x="390108" y="311960"/>
                      <a:pt x="390114" y="308892"/>
                      <a:pt x="390103" y="305823"/>
                    </a:cubicBezTo>
                    <a:cubicBezTo>
                      <a:pt x="390094" y="303629"/>
                      <a:pt x="390090" y="301435"/>
                      <a:pt x="390089" y="299241"/>
                    </a:cubicBezTo>
                    <a:cubicBezTo>
                      <a:pt x="390092" y="294671"/>
                      <a:pt x="390091" y="290102"/>
                      <a:pt x="390078" y="285533"/>
                    </a:cubicBezTo>
                    <a:cubicBezTo>
                      <a:pt x="390057" y="279581"/>
                      <a:pt x="390041" y="273630"/>
                      <a:pt x="390047" y="267679"/>
                    </a:cubicBezTo>
                    <a:cubicBezTo>
                      <a:pt x="390052" y="263037"/>
                      <a:pt x="390052" y="258396"/>
                      <a:pt x="390045" y="253754"/>
                    </a:cubicBezTo>
                    <a:cubicBezTo>
                      <a:pt x="390041" y="251543"/>
                      <a:pt x="390037" y="249332"/>
                      <a:pt x="390034" y="247120"/>
                    </a:cubicBezTo>
                    <a:cubicBezTo>
                      <a:pt x="390036" y="243930"/>
                      <a:pt x="390037" y="240741"/>
                      <a:pt x="390024" y="237551"/>
                    </a:cubicBezTo>
                    <a:cubicBezTo>
                      <a:pt x="390020" y="236561"/>
                      <a:pt x="390015" y="235600"/>
                      <a:pt x="390011" y="234639"/>
                    </a:cubicBezTo>
                    <a:cubicBezTo>
                      <a:pt x="390013" y="233697"/>
                      <a:pt x="390015" y="232783"/>
                      <a:pt x="390017" y="231869"/>
                    </a:cubicBezTo>
                    <a:cubicBezTo>
                      <a:pt x="390011" y="231013"/>
                      <a:pt x="390004" y="230182"/>
                      <a:pt x="389998" y="229351"/>
                    </a:cubicBezTo>
                    <a:cubicBezTo>
                      <a:pt x="389992" y="227156"/>
                      <a:pt x="389992" y="227156"/>
                      <a:pt x="389765" y="225399"/>
                    </a:cubicBezTo>
                    <a:cubicBezTo>
                      <a:pt x="387977" y="223612"/>
                      <a:pt x="387977" y="223612"/>
                      <a:pt x="386078" y="223053"/>
                    </a:cubicBezTo>
                    <a:cubicBezTo>
                      <a:pt x="385508" y="222939"/>
                      <a:pt x="384955" y="222828"/>
                      <a:pt x="384402" y="222718"/>
                    </a:cubicBezTo>
                    <a:cubicBezTo>
                      <a:pt x="384314" y="220099"/>
                      <a:pt x="384223" y="217480"/>
                      <a:pt x="384128" y="214862"/>
                    </a:cubicBezTo>
                    <a:cubicBezTo>
                      <a:pt x="384088" y="213772"/>
                      <a:pt x="384050" y="212714"/>
                      <a:pt x="384011" y="211657"/>
                    </a:cubicBezTo>
                    <a:cubicBezTo>
                      <a:pt x="383975" y="210574"/>
                      <a:pt x="383940" y="209523"/>
                      <a:pt x="383904" y="208472"/>
                    </a:cubicBezTo>
                    <a:cubicBezTo>
                      <a:pt x="383847" y="206938"/>
                      <a:pt x="383847" y="206938"/>
                      <a:pt x="383791" y="205435"/>
                    </a:cubicBezTo>
                    <a:cubicBezTo>
                      <a:pt x="383731" y="203745"/>
                      <a:pt x="383645" y="202056"/>
                      <a:pt x="383508" y="200372"/>
                    </a:cubicBezTo>
                    <a:cubicBezTo>
                      <a:pt x="382614" y="198584"/>
                      <a:pt x="382614" y="198584"/>
                      <a:pt x="379877" y="197579"/>
                    </a:cubicBezTo>
                    <a:cubicBezTo>
                      <a:pt x="378984" y="197313"/>
                      <a:pt x="378118" y="197055"/>
                      <a:pt x="377251" y="196796"/>
                    </a:cubicBezTo>
                    <a:cubicBezTo>
                      <a:pt x="377283" y="196174"/>
                      <a:pt x="377314" y="195571"/>
                      <a:pt x="377346" y="194967"/>
                    </a:cubicBezTo>
                    <a:cubicBezTo>
                      <a:pt x="377383" y="193747"/>
                      <a:pt x="377383" y="193747"/>
                      <a:pt x="377419" y="192551"/>
                    </a:cubicBezTo>
                    <a:cubicBezTo>
                      <a:pt x="377531" y="189718"/>
                      <a:pt x="377486" y="188263"/>
                      <a:pt x="376050" y="185791"/>
                    </a:cubicBezTo>
                    <a:cubicBezTo>
                      <a:pt x="374570" y="184283"/>
                      <a:pt x="374570" y="184283"/>
                      <a:pt x="372168" y="184059"/>
                    </a:cubicBezTo>
                    <a:cubicBezTo>
                      <a:pt x="371465" y="184135"/>
                      <a:pt x="370783" y="184209"/>
                      <a:pt x="370101" y="184283"/>
                    </a:cubicBezTo>
                    <a:cubicBezTo>
                      <a:pt x="370921" y="180454"/>
                      <a:pt x="371301" y="177330"/>
                      <a:pt x="370101" y="173557"/>
                    </a:cubicBezTo>
                    <a:cubicBezTo>
                      <a:pt x="369000" y="173077"/>
                      <a:pt x="369000" y="173077"/>
                      <a:pt x="367922" y="172607"/>
                    </a:cubicBezTo>
                    <a:cubicBezTo>
                      <a:pt x="367143" y="172322"/>
                      <a:pt x="366387" y="172045"/>
                      <a:pt x="365631" y="171769"/>
                    </a:cubicBezTo>
                    <a:cubicBezTo>
                      <a:pt x="365346" y="171066"/>
                      <a:pt x="365070" y="170384"/>
                      <a:pt x="364793" y="169702"/>
                    </a:cubicBezTo>
                    <a:cubicBezTo>
                      <a:pt x="363844" y="167300"/>
                      <a:pt x="363844" y="167300"/>
                      <a:pt x="361274" y="165177"/>
                    </a:cubicBezTo>
                    <a:cubicBezTo>
                      <a:pt x="359642" y="163940"/>
                      <a:pt x="358605" y="163059"/>
                      <a:pt x="357618" y="161252"/>
                    </a:cubicBezTo>
                    <a:cubicBezTo>
                      <a:pt x="357117" y="160153"/>
                      <a:pt x="356594" y="159065"/>
                      <a:pt x="356047" y="157988"/>
                    </a:cubicBezTo>
                    <a:cubicBezTo>
                      <a:pt x="354298" y="155822"/>
                      <a:pt x="354298" y="155822"/>
                      <a:pt x="348495" y="154259"/>
                    </a:cubicBezTo>
                    <a:cubicBezTo>
                      <a:pt x="347939" y="154134"/>
                      <a:pt x="347400" y="154013"/>
                      <a:pt x="346861" y="153892"/>
                    </a:cubicBezTo>
                    <a:cubicBezTo>
                      <a:pt x="346861" y="151211"/>
                      <a:pt x="346861" y="151211"/>
                      <a:pt x="345967" y="149702"/>
                    </a:cubicBezTo>
                    <a:cubicBezTo>
                      <a:pt x="343924" y="148361"/>
                      <a:pt x="343924" y="148361"/>
                      <a:pt x="340436" y="148361"/>
                    </a:cubicBezTo>
                    <a:cubicBezTo>
                      <a:pt x="338715" y="148446"/>
                      <a:pt x="338715" y="148446"/>
                      <a:pt x="337028" y="148529"/>
                    </a:cubicBezTo>
                    <a:cubicBezTo>
                      <a:pt x="337028" y="147009"/>
                      <a:pt x="337028" y="145535"/>
                      <a:pt x="337028" y="144060"/>
                    </a:cubicBezTo>
                    <a:cubicBezTo>
                      <a:pt x="334868" y="142770"/>
                      <a:pt x="333276" y="142248"/>
                      <a:pt x="330758" y="141902"/>
                    </a:cubicBezTo>
                    <a:cubicBezTo>
                      <a:pt x="329775" y="141838"/>
                      <a:pt x="328821" y="141776"/>
                      <a:pt x="327866" y="141713"/>
                    </a:cubicBezTo>
                    <a:cubicBezTo>
                      <a:pt x="326874" y="141645"/>
                      <a:pt x="325911" y="141578"/>
                      <a:pt x="324948" y="141511"/>
                    </a:cubicBezTo>
                    <a:cubicBezTo>
                      <a:pt x="323826" y="141444"/>
                      <a:pt x="323826" y="141444"/>
                      <a:pt x="322727" y="141378"/>
                    </a:cubicBezTo>
                    <a:cubicBezTo>
                      <a:pt x="322727" y="140163"/>
                      <a:pt x="322727" y="138983"/>
                      <a:pt x="322727" y="137803"/>
                    </a:cubicBezTo>
                    <a:cubicBezTo>
                      <a:pt x="319885" y="135908"/>
                      <a:pt x="318461" y="135803"/>
                      <a:pt x="315137" y="135783"/>
                    </a:cubicBezTo>
                    <a:close/>
                    <a:moveTo>
                      <a:pt x="210053" y="0"/>
                    </a:moveTo>
                    <a:cubicBezTo>
                      <a:pt x="259607" y="0"/>
                      <a:pt x="309162" y="0"/>
                      <a:pt x="360218" y="0"/>
                    </a:cubicBezTo>
                    <a:cubicBezTo>
                      <a:pt x="360808" y="1770"/>
                      <a:pt x="361398" y="3540"/>
                      <a:pt x="362006" y="5363"/>
                    </a:cubicBezTo>
                    <a:cubicBezTo>
                      <a:pt x="366882" y="6196"/>
                      <a:pt x="371535" y="6338"/>
                      <a:pt x="376475" y="6257"/>
                    </a:cubicBezTo>
                    <a:cubicBezTo>
                      <a:pt x="377884" y="6234"/>
                      <a:pt x="379294" y="6215"/>
                      <a:pt x="380703" y="6201"/>
                    </a:cubicBezTo>
                    <a:cubicBezTo>
                      <a:pt x="381319" y="6191"/>
                      <a:pt x="381934" y="6180"/>
                      <a:pt x="382568" y="6170"/>
                    </a:cubicBezTo>
                    <a:cubicBezTo>
                      <a:pt x="384500" y="6264"/>
                      <a:pt x="386106" y="6492"/>
                      <a:pt x="387927" y="7151"/>
                    </a:cubicBezTo>
                    <a:cubicBezTo>
                      <a:pt x="388342" y="8257"/>
                      <a:pt x="388342" y="8257"/>
                      <a:pt x="388765" y="9385"/>
                    </a:cubicBezTo>
                    <a:cubicBezTo>
                      <a:pt x="389079" y="10123"/>
                      <a:pt x="389392" y="10860"/>
                      <a:pt x="389715" y="11620"/>
                    </a:cubicBezTo>
                    <a:cubicBezTo>
                      <a:pt x="393545" y="12782"/>
                      <a:pt x="397637" y="12800"/>
                      <a:pt x="401614" y="13017"/>
                    </a:cubicBezTo>
                    <a:cubicBezTo>
                      <a:pt x="402276" y="13055"/>
                      <a:pt x="402938" y="13094"/>
                      <a:pt x="403620" y="13134"/>
                    </a:cubicBezTo>
                    <a:cubicBezTo>
                      <a:pt x="405242" y="13228"/>
                      <a:pt x="406864" y="13318"/>
                      <a:pt x="408486" y="13408"/>
                    </a:cubicBezTo>
                    <a:cubicBezTo>
                      <a:pt x="408486" y="14882"/>
                      <a:pt x="408486" y="16357"/>
                      <a:pt x="408486" y="17877"/>
                    </a:cubicBezTo>
                    <a:cubicBezTo>
                      <a:pt x="411804" y="18983"/>
                      <a:pt x="415022" y="19089"/>
                      <a:pt x="418485" y="19273"/>
                    </a:cubicBezTo>
                    <a:cubicBezTo>
                      <a:pt x="419156" y="19312"/>
                      <a:pt x="419826" y="19351"/>
                      <a:pt x="420516" y="19390"/>
                    </a:cubicBezTo>
                    <a:cubicBezTo>
                      <a:pt x="422167" y="19485"/>
                      <a:pt x="423818" y="19575"/>
                      <a:pt x="425469" y="19665"/>
                    </a:cubicBezTo>
                    <a:cubicBezTo>
                      <a:pt x="426059" y="21434"/>
                      <a:pt x="426649" y="23204"/>
                      <a:pt x="427256" y="25028"/>
                    </a:cubicBezTo>
                    <a:cubicBezTo>
                      <a:pt x="433451" y="25470"/>
                      <a:pt x="433451" y="25470"/>
                      <a:pt x="439770" y="25921"/>
                    </a:cubicBezTo>
                    <a:cubicBezTo>
                      <a:pt x="440065" y="27691"/>
                      <a:pt x="440360" y="29461"/>
                      <a:pt x="440664" y="31284"/>
                    </a:cubicBezTo>
                    <a:cubicBezTo>
                      <a:pt x="441588" y="32410"/>
                      <a:pt x="441588" y="32410"/>
                      <a:pt x="443600" y="32266"/>
                    </a:cubicBezTo>
                    <a:cubicBezTo>
                      <a:pt x="444420" y="32255"/>
                      <a:pt x="445239" y="32245"/>
                      <a:pt x="446083" y="32234"/>
                    </a:cubicBezTo>
                    <a:cubicBezTo>
                      <a:pt x="447315" y="32222"/>
                      <a:pt x="447315" y="32222"/>
                      <a:pt x="448572" y="32210"/>
                    </a:cubicBezTo>
                    <a:cubicBezTo>
                      <a:pt x="449207" y="32199"/>
                      <a:pt x="449842" y="32189"/>
                      <a:pt x="450496" y="32178"/>
                    </a:cubicBezTo>
                    <a:cubicBezTo>
                      <a:pt x="450920" y="33045"/>
                      <a:pt x="451344" y="33911"/>
                      <a:pt x="451781" y="34804"/>
                    </a:cubicBezTo>
                    <a:cubicBezTo>
                      <a:pt x="452911" y="37367"/>
                      <a:pt x="452911" y="37367"/>
                      <a:pt x="454072" y="38435"/>
                    </a:cubicBezTo>
                    <a:cubicBezTo>
                      <a:pt x="456153" y="38764"/>
                      <a:pt x="458239" y="39063"/>
                      <a:pt x="460328" y="39329"/>
                    </a:cubicBezTo>
                    <a:cubicBezTo>
                      <a:pt x="460918" y="41099"/>
                      <a:pt x="461508" y="42869"/>
                      <a:pt x="462116" y="44692"/>
                    </a:cubicBezTo>
                    <a:cubicBezTo>
                      <a:pt x="463222" y="44729"/>
                      <a:pt x="464328" y="44766"/>
                      <a:pt x="465468" y="44804"/>
                    </a:cubicBezTo>
                    <a:cubicBezTo>
                      <a:pt x="467462" y="45041"/>
                      <a:pt x="467462" y="45041"/>
                      <a:pt x="469267" y="45586"/>
                    </a:cubicBezTo>
                    <a:cubicBezTo>
                      <a:pt x="470519" y="47332"/>
                      <a:pt x="471710" y="49123"/>
                      <a:pt x="472842" y="50949"/>
                    </a:cubicBezTo>
                    <a:cubicBezTo>
                      <a:pt x="474926" y="51847"/>
                      <a:pt x="477012" y="52741"/>
                      <a:pt x="479099" y="53630"/>
                    </a:cubicBezTo>
                    <a:cubicBezTo>
                      <a:pt x="479701" y="55118"/>
                      <a:pt x="480298" y="56607"/>
                      <a:pt x="480887" y="58100"/>
                    </a:cubicBezTo>
                    <a:cubicBezTo>
                      <a:pt x="483615" y="58903"/>
                      <a:pt x="483615" y="58903"/>
                      <a:pt x="486250" y="58994"/>
                    </a:cubicBezTo>
                    <a:cubicBezTo>
                      <a:pt x="486545" y="60763"/>
                      <a:pt x="486840" y="62533"/>
                      <a:pt x="487144" y="64357"/>
                    </a:cubicBezTo>
                    <a:cubicBezTo>
                      <a:pt x="489208" y="64652"/>
                      <a:pt x="491273" y="64947"/>
                      <a:pt x="493401" y="65250"/>
                    </a:cubicBezTo>
                    <a:cubicBezTo>
                      <a:pt x="493696" y="67020"/>
                      <a:pt x="493991" y="68790"/>
                      <a:pt x="494294" y="70613"/>
                    </a:cubicBezTo>
                    <a:cubicBezTo>
                      <a:pt x="496064" y="70908"/>
                      <a:pt x="497834" y="71203"/>
                      <a:pt x="499657" y="71507"/>
                    </a:cubicBezTo>
                    <a:cubicBezTo>
                      <a:pt x="499952" y="73572"/>
                      <a:pt x="500247" y="75637"/>
                      <a:pt x="500551" y="77764"/>
                    </a:cubicBezTo>
                    <a:cubicBezTo>
                      <a:pt x="502321" y="78059"/>
                      <a:pt x="504091" y="78354"/>
                      <a:pt x="505914" y="78658"/>
                    </a:cubicBezTo>
                    <a:cubicBezTo>
                      <a:pt x="505970" y="79902"/>
                      <a:pt x="505970" y="79902"/>
                      <a:pt x="506026" y="81172"/>
                    </a:cubicBezTo>
                    <a:cubicBezTo>
                      <a:pt x="506284" y="82112"/>
                      <a:pt x="506542" y="83052"/>
                      <a:pt x="506808" y="84021"/>
                    </a:cubicBezTo>
                    <a:cubicBezTo>
                      <a:pt x="508580" y="84946"/>
                      <a:pt x="510369" y="85838"/>
                      <a:pt x="512171" y="86703"/>
                    </a:cubicBezTo>
                    <a:cubicBezTo>
                      <a:pt x="513108" y="88468"/>
                      <a:pt x="514005" y="90255"/>
                      <a:pt x="514853" y="92066"/>
                    </a:cubicBezTo>
                    <a:cubicBezTo>
                      <a:pt x="515443" y="92361"/>
                      <a:pt x="516033" y="92656"/>
                      <a:pt x="516641" y="92960"/>
                    </a:cubicBezTo>
                    <a:cubicBezTo>
                      <a:pt x="519378" y="94328"/>
                      <a:pt x="519967" y="96474"/>
                      <a:pt x="521110" y="99216"/>
                    </a:cubicBezTo>
                    <a:cubicBezTo>
                      <a:pt x="521110" y="99806"/>
                      <a:pt x="521110" y="100396"/>
                      <a:pt x="521110" y="101004"/>
                    </a:cubicBezTo>
                    <a:cubicBezTo>
                      <a:pt x="522585" y="101004"/>
                      <a:pt x="524059" y="101004"/>
                      <a:pt x="525579" y="101004"/>
                    </a:cubicBezTo>
                    <a:cubicBezTo>
                      <a:pt x="525874" y="103954"/>
                      <a:pt x="526169" y="106903"/>
                      <a:pt x="526473" y="109943"/>
                    </a:cubicBezTo>
                    <a:cubicBezTo>
                      <a:pt x="528243" y="110532"/>
                      <a:pt x="530012" y="111122"/>
                      <a:pt x="531836" y="111730"/>
                    </a:cubicBezTo>
                    <a:cubicBezTo>
                      <a:pt x="532426" y="115270"/>
                      <a:pt x="533016" y="118809"/>
                      <a:pt x="533623" y="122456"/>
                    </a:cubicBezTo>
                    <a:cubicBezTo>
                      <a:pt x="535393" y="122751"/>
                      <a:pt x="537163" y="123046"/>
                      <a:pt x="538987" y="123350"/>
                    </a:cubicBezTo>
                    <a:cubicBezTo>
                      <a:pt x="539576" y="126890"/>
                      <a:pt x="540166" y="130429"/>
                      <a:pt x="540774" y="134076"/>
                    </a:cubicBezTo>
                    <a:cubicBezTo>
                      <a:pt x="542249" y="134371"/>
                      <a:pt x="543724" y="134666"/>
                      <a:pt x="545243" y="134970"/>
                    </a:cubicBezTo>
                    <a:cubicBezTo>
                      <a:pt x="545287" y="135703"/>
                      <a:pt x="545331" y="136436"/>
                      <a:pt x="545376" y="137191"/>
                    </a:cubicBezTo>
                    <a:cubicBezTo>
                      <a:pt x="545443" y="138154"/>
                      <a:pt x="545510" y="139117"/>
                      <a:pt x="545579" y="140110"/>
                    </a:cubicBezTo>
                    <a:cubicBezTo>
                      <a:pt x="545641" y="141064"/>
                      <a:pt x="545703" y="142018"/>
                      <a:pt x="545767" y="143001"/>
                    </a:cubicBezTo>
                    <a:cubicBezTo>
                      <a:pt x="546113" y="145519"/>
                      <a:pt x="546635" y="147111"/>
                      <a:pt x="547925" y="149272"/>
                    </a:cubicBezTo>
                    <a:cubicBezTo>
                      <a:pt x="549105" y="149272"/>
                      <a:pt x="550285" y="149272"/>
                      <a:pt x="551500" y="149272"/>
                    </a:cubicBezTo>
                    <a:cubicBezTo>
                      <a:pt x="551629" y="150285"/>
                      <a:pt x="551758" y="151299"/>
                      <a:pt x="551891" y="152344"/>
                    </a:cubicBezTo>
                    <a:cubicBezTo>
                      <a:pt x="551974" y="152992"/>
                      <a:pt x="552057" y="153639"/>
                      <a:pt x="552143" y="154306"/>
                    </a:cubicBezTo>
                    <a:cubicBezTo>
                      <a:pt x="552312" y="155733"/>
                      <a:pt x="552461" y="157163"/>
                      <a:pt x="552590" y="158594"/>
                    </a:cubicBezTo>
                    <a:cubicBezTo>
                      <a:pt x="552654" y="159297"/>
                      <a:pt x="552719" y="160000"/>
                      <a:pt x="552785" y="160724"/>
                    </a:cubicBezTo>
                    <a:cubicBezTo>
                      <a:pt x="552839" y="161375"/>
                      <a:pt x="552894" y="162026"/>
                      <a:pt x="552949" y="162697"/>
                    </a:cubicBezTo>
                    <a:cubicBezTo>
                      <a:pt x="553222" y="164744"/>
                      <a:pt x="553222" y="164744"/>
                      <a:pt x="555076" y="167148"/>
                    </a:cubicBezTo>
                    <a:cubicBezTo>
                      <a:pt x="556256" y="167148"/>
                      <a:pt x="557435" y="167148"/>
                      <a:pt x="558651" y="167148"/>
                    </a:cubicBezTo>
                    <a:cubicBezTo>
                      <a:pt x="558946" y="174523"/>
                      <a:pt x="559241" y="181897"/>
                      <a:pt x="559545" y="189494"/>
                    </a:cubicBezTo>
                    <a:cubicBezTo>
                      <a:pt x="561315" y="190084"/>
                      <a:pt x="563085" y="190674"/>
                      <a:pt x="564908" y="191282"/>
                    </a:cubicBezTo>
                    <a:cubicBezTo>
                      <a:pt x="564926" y="192374"/>
                      <a:pt x="564943" y="193465"/>
                      <a:pt x="564962" y="194589"/>
                    </a:cubicBezTo>
                    <a:cubicBezTo>
                      <a:pt x="565030" y="198641"/>
                      <a:pt x="565109" y="202692"/>
                      <a:pt x="565192" y="206743"/>
                    </a:cubicBezTo>
                    <a:cubicBezTo>
                      <a:pt x="565226" y="208496"/>
                      <a:pt x="565257" y="210249"/>
                      <a:pt x="565285" y="212002"/>
                    </a:cubicBezTo>
                    <a:cubicBezTo>
                      <a:pt x="565326" y="214523"/>
                      <a:pt x="565378" y="217043"/>
                      <a:pt x="565432" y="219564"/>
                    </a:cubicBezTo>
                    <a:cubicBezTo>
                      <a:pt x="565442" y="220347"/>
                      <a:pt x="565452" y="221130"/>
                      <a:pt x="565463" y="221937"/>
                    </a:cubicBezTo>
                    <a:cubicBezTo>
                      <a:pt x="565490" y="223037"/>
                      <a:pt x="565490" y="223037"/>
                      <a:pt x="565517" y="224160"/>
                    </a:cubicBezTo>
                    <a:cubicBezTo>
                      <a:pt x="565535" y="225124"/>
                      <a:pt x="565535" y="225124"/>
                      <a:pt x="565553" y="226108"/>
                    </a:cubicBezTo>
                    <a:cubicBezTo>
                      <a:pt x="565839" y="228199"/>
                      <a:pt x="566558" y="229677"/>
                      <a:pt x="567589" y="231505"/>
                    </a:cubicBezTo>
                    <a:cubicBezTo>
                      <a:pt x="568769" y="231505"/>
                      <a:pt x="569949" y="231505"/>
                      <a:pt x="571165" y="231505"/>
                    </a:cubicBezTo>
                    <a:cubicBezTo>
                      <a:pt x="571165" y="260707"/>
                      <a:pt x="571165" y="289909"/>
                      <a:pt x="571165" y="319995"/>
                    </a:cubicBezTo>
                    <a:cubicBezTo>
                      <a:pt x="569395" y="319995"/>
                      <a:pt x="567625" y="319995"/>
                      <a:pt x="565802" y="319995"/>
                    </a:cubicBezTo>
                    <a:cubicBezTo>
                      <a:pt x="565507" y="334154"/>
                      <a:pt x="565212" y="348312"/>
                      <a:pt x="564908" y="362900"/>
                    </a:cubicBezTo>
                    <a:cubicBezTo>
                      <a:pt x="563433" y="363195"/>
                      <a:pt x="561958" y="363490"/>
                      <a:pt x="560439" y="363794"/>
                    </a:cubicBezTo>
                    <a:cubicBezTo>
                      <a:pt x="559314" y="366043"/>
                      <a:pt x="559359" y="367738"/>
                      <a:pt x="559262" y="370253"/>
                    </a:cubicBezTo>
                    <a:cubicBezTo>
                      <a:pt x="559206" y="371636"/>
                      <a:pt x="559206" y="371636"/>
                      <a:pt x="559149" y="373046"/>
                    </a:cubicBezTo>
                    <a:cubicBezTo>
                      <a:pt x="559113" y="374012"/>
                      <a:pt x="559078" y="374977"/>
                      <a:pt x="559042" y="375972"/>
                    </a:cubicBezTo>
                    <a:cubicBezTo>
                      <a:pt x="559004" y="376945"/>
                      <a:pt x="558965" y="377917"/>
                      <a:pt x="558925" y="378919"/>
                    </a:cubicBezTo>
                    <a:cubicBezTo>
                      <a:pt x="558830" y="381326"/>
                      <a:pt x="558739" y="383733"/>
                      <a:pt x="558651" y="386140"/>
                    </a:cubicBezTo>
                    <a:cubicBezTo>
                      <a:pt x="556881" y="386730"/>
                      <a:pt x="555111" y="387319"/>
                      <a:pt x="553288" y="387927"/>
                    </a:cubicBezTo>
                    <a:cubicBezTo>
                      <a:pt x="553234" y="388619"/>
                      <a:pt x="553180" y="389310"/>
                      <a:pt x="553124" y="390022"/>
                    </a:cubicBezTo>
                    <a:cubicBezTo>
                      <a:pt x="552699" y="395304"/>
                      <a:pt x="552207" y="400553"/>
                      <a:pt x="551500" y="405804"/>
                    </a:cubicBezTo>
                    <a:cubicBezTo>
                      <a:pt x="550025" y="406099"/>
                      <a:pt x="548551" y="406394"/>
                      <a:pt x="547031" y="406698"/>
                    </a:cubicBezTo>
                    <a:cubicBezTo>
                      <a:pt x="546441" y="411122"/>
                      <a:pt x="545851" y="415547"/>
                      <a:pt x="545243" y="420106"/>
                    </a:cubicBezTo>
                    <a:cubicBezTo>
                      <a:pt x="543769" y="420401"/>
                      <a:pt x="542294" y="420695"/>
                      <a:pt x="540774" y="420999"/>
                    </a:cubicBezTo>
                    <a:cubicBezTo>
                      <a:pt x="539878" y="423688"/>
                      <a:pt x="539609" y="425950"/>
                      <a:pt x="539378" y="428765"/>
                    </a:cubicBezTo>
                    <a:cubicBezTo>
                      <a:pt x="539303" y="429653"/>
                      <a:pt x="539228" y="430541"/>
                      <a:pt x="539151" y="431457"/>
                    </a:cubicBezTo>
                    <a:cubicBezTo>
                      <a:pt x="539096" y="432135"/>
                      <a:pt x="539042" y="432814"/>
                      <a:pt x="538987" y="433513"/>
                    </a:cubicBezTo>
                    <a:cubicBezTo>
                      <a:pt x="537512" y="433808"/>
                      <a:pt x="536037" y="434103"/>
                      <a:pt x="534517" y="434407"/>
                    </a:cubicBezTo>
                    <a:cubicBezTo>
                      <a:pt x="534386" y="435021"/>
                      <a:pt x="534255" y="435635"/>
                      <a:pt x="534119" y="436268"/>
                    </a:cubicBezTo>
                    <a:cubicBezTo>
                      <a:pt x="533504" y="438738"/>
                      <a:pt x="532870" y="441017"/>
                      <a:pt x="531836" y="443345"/>
                    </a:cubicBezTo>
                    <a:cubicBezTo>
                      <a:pt x="530048" y="444239"/>
                      <a:pt x="528260" y="445133"/>
                      <a:pt x="526473" y="446027"/>
                    </a:cubicBezTo>
                    <a:cubicBezTo>
                      <a:pt x="525720" y="448701"/>
                      <a:pt x="525591" y="451303"/>
                      <a:pt x="525579" y="454072"/>
                    </a:cubicBezTo>
                    <a:cubicBezTo>
                      <a:pt x="524897" y="454219"/>
                      <a:pt x="524215" y="454366"/>
                      <a:pt x="523512" y="454518"/>
                    </a:cubicBezTo>
                    <a:cubicBezTo>
                      <a:pt x="520729" y="456072"/>
                      <a:pt x="520677" y="456536"/>
                      <a:pt x="519769" y="459435"/>
                    </a:cubicBezTo>
                    <a:cubicBezTo>
                      <a:pt x="519154" y="461383"/>
                      <a:pt x="519154" y="461383"/>
                      <a:pt x="518428" y="463010"/>
                    </a:cubicBezTo>
                    <a:cubicBezTo>
                      <a:pt x="516194" y="464016"/>
                      <a:pt x="516194" y="464016"/>
                      <a:pt x="513959" y="464798"/>
                    </a:cubicBezTo>
                    <a:cubicBezTo>
                      <a:pt x="513517" y="465683"/>
                      <a:pt x="513074" y="466567"/>
                      <a:pt x="512618" y="467479"/>
                    </a:cubicBezTo>
                    <a:cubicBezTo>
                      <a:pt x="511277" y="470161"/>
                      <a:pt x="511277" y="470161"/>
                      <a:pt x="508931" y="471055"/>
                    </a:cubicBezTo>
                    <a:cubicBezTo>
                      <a:pt x="508231" y="471350"/>
                      <a:pt x="507530" y="471644"/>
                      <a:pt x="506808" y="471948"/>
                    </a:cubicBezTo>
                    <a:cubicBezTo>
                      <a:pt x="506005" y="474677"/>
                      <a:pt x="506005" y="474677"/>
                      <a:pt x="505914" y="477311"/>
                    </a:cubicBezTo>
                    <a:cubicBezTo>
                      <a:pt x="504145" y="477901"/>
                      <a:pt x="502375" y="478491"/>
                      <a:pt x="500551" y="479099"/>
                    </a:cubicBezTo>
                    <a:cubicBezTo>
                      <a:pt x="500256" y="480869"/>
                      <a:pt x="499961" y="482639"/>
                      <a:pt x="499657" y="484462"/>
                    </a:cubicBezTo>
                    <a:cubicBezTo>
                      <a:pt x="497888" y="484757"/>
                      <a:pt x="496118" y="485052"/>
                      <a:pt x="494294" y="485356"/>
                    </a:cubicBezTo>
                    <a:cubicBezTo>
                      <a:pt x="493999" y="487126"/>
                      <a:pt x="493705" y="488896"/>
                      <a:pt x="493401" y="490719"/>
                    </a:cubicBezTo>
                    <a:cubicBezTo>
                      <a:pt x="492129" y="490802"/>
                      <a:pt x="492129" y="490802"/>
                      <a:pt x="490831" y="490887"/>
                    </a:cubicBezTo>
                    <a:cubicBezTo>
                      <a:pt x="489909" y="491126"/>
                      <a:pt x="488987" y="491366"/>
                      <a:pt x="488038" y="491613"/>
                    </a:cubicBezTo>
                    <a:cubicBezTo>
                      <a:pt x="486739" y="493814"/>
                      <a:pt x="486739" y="493814"/>
                      <a:pt x="486250" y="496082"/>
                    </a:cubicBezTo>
                    <a:cubicBezTo>
                      <a:pt x="484185" y="496377"/>
                      <a:pt x="482120" y="496672"/>
                      <a:pt x="479993" y="496976"/>
                    </a:cubicBezTo>
                    <a:cubicBezTo>
                      <a:pt x="479809" y="497806"/>
                      <a:pt x="479624" y="498635"/>
                      <a:pt x="479434" y="499490"/>
                    </a:cubicBezTo>
                    <a:cubicBezTo>
                      <a:pt x="477867" y="503123"/>
                      <a:pt x="476334" y="503381"/>
                      <a:pt x="472842" y="505021"/>
                    </a:cubicBezTo>
                    <a:cubicBezTo>
                      <a:pt x="472455" y="505776"/>
                      <a:pt x="472068" y="506532"/>
                      <a:pt x="471669" y="507311"/>
                    </a:cubicBezTo>
                    <a:cubicBezTo>
                      <a:pt x="469841" y="509952"/>
                      <a:pt x="469023" y="509997"/>
                      <a:pt x="465971" y="510663"/>
                    </a:cubicBezTo>
                    <a:cubicBezTo>
                      <a:pt x="464689" y="510886"/>
                      <a:pt x="463405" y="511096"/>
                      <a:pt x="462116" y="511277"/>
                    </a:cubicBezTo>
                    <a:cubicBezTo>
                      <a:pt x="462116" y="513047"/>
                      <a:pt x="462116" y="514817"/>
                      <a:pt x="462116" y="516640"/>
                    </a:cubicBezTo>
                    <a:cubicBezTo>
                      <a:pt x="458871" y="516935"/>
                      <a:pt x="455627" y="517230"/>
                      <a:pt x="452284" y="517534"/>
                    </a:cubicBezTo>
                    <a:cubicBezTo>
                      <a:pt x="451694" y="519304"/>
                      <a:pt x="451104" y="521074"/>
                      <a:pt x="450496" y="522897"/>
                    </a:cubicBezTo>
                    <a:cubicBezTo>
                      <a:pt x="447547" y="523487"/>
                      <a:pt x="444597" y="524077"/>
                      <a:pt x="441558" y="524685"/>
                    </a:cubicBezTo>
                    <a:cubicBezTo>
                      <a:pt x="441263" y="526160"/>
                      <a:pt x="440968" y="527635"/>
                      <a:pt x="440664" y="529154"/>
                    </a:cubicBezTo>
                    <a:cubicBezTo>
                      <a:pt x="439856" y="529221"/>
                      <a:pt x="439049" y="529288"/>
                      <a:pt x="438216" y="529357"/>
                    </a:cubicBezTo>
                    <a:cubicBezTo>
                      <a:pt x="435067" y="529708"/>
                      <a:pt x="432102" y="530108"/>
                      <a:pt x="429044" y="530942"/>
                    </a:cubicBezTo>
                    <a:cubicBezTo>
                      <a:pt x="426850" y="533526"/>
                      <a:pt x="426850" y="533526"/>
                      <a:pt x="426362" y="536305"/>
                    </a:cubicBezTo>
                    <a:cubicBezTo>
                      <a:pt x="425779" y="536284"/>
                      <a:pt x="425196" y="536264"/>
                      <a:pt x="424596" y="536242"/>
                    </a:cubicBezTo>
                    <a:cubicBezTo>
                      <a:pt x="420028" y="536148"/>
                      <a:pt x="416348" y="536288"/>
                      <a:pt x="412061" y="538093"/>
                    </a:cubicBezTo>
                    <a:cubicBezTo>
                      <a:pt x="411766" y="539568"/>
                      <a:pt x="411471" y="541042"/>
                      <a:pt x="411167" y="542562"/>
                    </a:cubicBezTo>
                    <a:cubicBezTo>
                      <a:pt x="410662" y="542580"/>
                      <a:pt x="410157" y="542597"/>
                      <a:pt x="409637" y="542616"/>
                    </a:cubicBezTo>
                    <a:cubicBezTo>
                      <a:pt x="407353" y="542701"/>
                      <a:pt x="405070" y="542799"/>
                      <a:pt x="402787" y="542897"/>
                    </a:cubicBezTo>
                    <a:cubicBezTo>
                      <a:pt x="401992" y="542925"/>
                      <a:pt x="401197" y="542952"/>
                      <a:pt x="400378" y="542981"/>
                    </a:cubicBezTo>
                    <a:cubicBezTo>
                      <a:pt x="399238" y="543033"/>
                      <a:pt x="399238" y="543033"/>
                      <a:pt x="398074" y="543086"/>
                    </a:cubicBezTo>
                    <a:cubicBezTo>
                      <a:pt x="397372" y="543114"/>
                      <a:pt x="396670" y="543142"/>
                      <a:pt x="395946" y="543171"/>
                    </a:cubicBezTo>
                    <a:cubicBezTo>
                      <a:pt x="393979" y="543313"/>
                      <a:pt x="393979" y="543313"/>
                      <a:pt x="392396" y="545243"/>
                    </a:cubicBezTo>
                    <a:cubicBezTo>
                      <a:pt x="392396" y="546423"/>
                      <a:pt x="392396" y="547603"/>
                      <a:pt x="392396" y="548819"/>
                    </a:cubicBezTo>
                    <a:cubicBezTo>
                      <a:pt x="391684" y="548836"/>
                      <a:pt x="390972" y="548854"/>
                      <a:pt x="390238" y="548872"/>
                    </a:cubicBezTo>
                    <a:cubicBezTo>
                      <a:pt x="387009" y="548958"/>
                      <a:pt x="383781" y="549056"/>
                      <a:pt x="380553" y="549154"/>
                    </a:cubicBezTo>
                    <a:cubicBezTo>
                      <a:pt x="379432" y="549182"/>
                      <a:pt x="378311" y="549209"/>
                      <a:pt x="377156" y="549238"/>
                    </a:cubicBezTo>
                    <a:cubicBezTo>
                      <a:pt x="375540" y="549290"/>
                      <a:pt x="375540" y="549290"/>
                      <a:pt x="373891" y="549342"/>
                    </a:cubicBezTo>
                    <a:cubicBezTo>
                      <a:pt x="372899" y="549371"/>
                      <a:pt x="371906" y="549399"/>
                      <a:pt x="370884" y="549428"/>
                    </a:cubicBezTo>
                    <a:cubicBezTo>
                      <a:pt x="368362" y="549702"/>
                      <a:pt x="366835" y="550198"/>
                      <a:pt x="364687" y="551500"/>
                    </a:cubicBezTo>
                    <a:cubicBezTo>
                      <a:pt x="364687" y="552680"/>
                      <a:pt x="364687" y="553860"/>
                      <a:pt x="364687" y="555076"/>
                    </a:cubicBezTo>
                    <a:cubicBezTo>
                      <a:pt x="313363" y="555076"/>
                      <a:pt x="262039" y="555076"/>
                      <a:pt x="209159" y="555076"/>
                    </a:cubicBezTo>
                    <a:cubicBezTo>
                      <a:pt x="209159" y="553896"/>
                      <a:pt x="209159" y="552716"/>
                      <a:pt x="209159" y="551500"/>
                    </a:cubicBezTo>
                    <a:cubicBezTo>
                      <a:pt x="205550" y="549805"/>
                      <a:pt x="202554" y="549447"/>
                      <a:pt x="198583" y="549342"/>
                    </a:cubicBezTo>
                    <a:cubicBezTo>
                      <a:pt x="197428" y="549308"/>
                      <a:pt x="196273" y="549273"/>
                      <a:pt x="195083" y="549238"/>
                    </a:cubicBezTo>
                    <a:cubicBezTo>
                      <a:pt x="193872" y="549210"/>
                      <a:pt x="192661" y="549182"/>
                      <a:pt x="191450" y="549154"/>
                    </a:cubicBezTo>
                    <a:cubicBezTo>
                      <a:pt x="190221" y="549120"/>
                      <a:pt x="188993" y="549085"/>
                      <a:pt x="187764" y="549049"/>
                    </a:cubicBezTo>
                    <a:cubicBezTo>
                      <a:pt x="184766" y="548965"/>
                      <a:pt x="181767" y="548888"/>
                      <a:pt x="178768" y="548819"/>
                    </a:cubicBezTo>
                    <a:cubicBezTo>
                      <a:pt x="178639" y="548100"/>
                      <a:pt x="178510" y="547381"/>
                      <a:pt x="178377" y="546640"/>
                    </a:cubicBezTo>
                    <a:cubicBezTo>
                      <a:pt x="178106" y="544420"/>
                      <a:pt x="178106" y="544420"/>
                      <a:pt x="176981" y="543456"/>
                    </a:cubicBezTo>
                    <a:cubicBezTo>
                      <a:pt x="175652" y="543316"/>
                      <a:pt x="174317" y="543232"/>
                      <a:pt x="172983" y="543173"/>
                    </a:cubicBezTo>
                    <a:cubicBezTo>
                      <a:pt x="171777" y="543117"/>
                      <a:pt x="171777" y="543117"/>
                      <a:pt x="170547" y="543059"/>
                    </a:cubicBezTo>
                    <a:cubicBezTo>
                      <a:pt x="169280" y="543007"/>
                      <a:pt x="169280" y="543007"/>
                      <a:pt x="167986" y="542953"/>
                    </a:cubicBezTo>
                    <a:cubicBezTo>
                      <a:pt x="167138" y="542914"/>
                      <a:pt x="166289" y="542876"/>
                      <a:pt x="165415" y="542836"/>
                    </a:cubicBezTo>
                    <a:cubicBezTo>
                      <a:pt x="163311" y="542741"/>
                      <a:pt x="161208" y="542650"/>
                      <a:pt x="159104" y="542562"/>
                    </a:cubicBezTo>
                    <a:cubicBezTo>
                      <a:pt x="159104" y="541087"/>
                      <a:pt x="159104" y="539612"/>
                      <a:pt x="159104" y="538093"/>
                    </a:cubicBezTo>
                    <a:cubicBezTo>
                      <a:pt x="153886" y="536575"/>
                      <a:pt x="149333" y="536079"/>
                      <a:pt x="143909" y="536305"/>
                    </a:cubicBezTo>
                    <a:cubicBezTo>
                      <a:pt x="143024" y="533650"/>
                      <a:pt x="143024" y="533650"/>
                      <a:pt x="142121" y="530942"/>
                    </a:cubicBezTo>
                    <a:cubicBezTo>
                      <a:pt x="138286" y="530352"/>
                      <a:pt x="134452" y="529762"/>
                      <a:pt x="130501" y="529154"/>
                    </a:cubicBezTo>
                    <a:cubicBezTo>
                      <a:pt x="130206" y="527679"/>
                      <a:pt x="129911" y="526205"/>
                      <a:pt x="129607" y="524685"/>
                    </a:cubicBezTo>
                    <a:cubicBezTo>
                      <a:pt x="127432" y="523597"/>
                      <a:pt x="125658" y="523506"/>
                      <a:pt x="123238" y="523288"/>
                    </a:cubicBezTo>
                    <a:cubicBezTo>
                      <a:pt x="122425" y="523213"/>
                      <a:pt x="121611" y="523139"/>
                      <a:pt x="120773" y="523061"/>
                    </a:cubicBezTo>
                    <a:cubicBezTo>
                      <a:pt x="120149" y="523007"/>
                      <a:pt x="119524" y="522953"/>
                      <a:pt x="118881" y="522897"/>
                    </a:cubicBezTo>
                    <a:cubicBezTo>
                      <a:pt x="117996" y="520243"/>
                      <a:pt x="117996" y="520243"/>
                      <a:pt x="117093" y="517534"/>
                    </a:cubicBezTo>
                    <a:cubicBezTo>
                      <a:pt x="113471" y="516656"/>
                      <a:pt x="110087" y="516568"/>
                      <a:pt x="106367" y="516640"/>
                    </a:cubicBezTo>
                    <a:cubicBezTo>
                      <a:pt x="106349" y="515977"/>
                      <a:pt x="106330" y="515313"/>
                      <a:pt x="106311" y="514629"/>
                    </a:cubicBezTo>
                    <a:cubicBezTo>
                      <a:pt x="105334" y="511762"/>
                      <a:pt x="104925" y="511671"/>
                      <a:pt x="102345" y="510384"/>
                    </a:cubicBezTo>
                    <a:cubicBezTo>
                      <a:pt x="99310" y="508869"/>
                      <a:pt x="99310" y="508869"/>
                      <a:pt x="98378" y="506138"/>
                    </a:cubicBezTo>
                    <a:cubicBezTo>
                      <a:pt x="98360" y="505474"/>
                      <a:pt x="98342" y="504810"/>
                      <a:pt x="98323" y="504127"/>
                    </a:cubicBezTo>
                    <a:cubicBezTo>
                      <a:pt x="95963" y="503832"/>
                      <a:pt x="93603" y="503537"/>
                      <a:pt x="91172" y="503233"/>
                    </a:cubicBezTo>
                    <a:cubicBezTo>
                      <a:pt x="90287" y="500578"/>
                      <a:pt x="90287" y="500578"/>
                      <a:pt x="89384" y="497870"/>
                    </a:cubicBezTo>
                    <a:cubicBezTo>
                      <a:pt x="88389" y="497796"/>
                      <a:pt x="87393" y="497722"/>
                      <a:pt x="86367" y="497646"/>
                    </a:cubicBezTo>
                    <a:cubicBezTo>
                      <a:pt x="85298" y="497425"/>
                      <a:pt x="84229" y="497204"/>
                      <a:pt x="83127" y="496976"/>
                    </a:cubicBezTo>
                    <a:cubicBezTo>
                      <a:pt x="82122" y="495300"/>
                      <a:pt x="82122" y="495300"/>
                      <a:pt x="81340" y="493401"/>
                    </a:cubicBezTo>
                    <a:cubicBezTo>
                      <a:pt x="80206" y="492765"/>
                      <a:pt x="80206" y="492765"/>
                      <a:pt x="79049" y="492116"/>
                    </a:cubicBezTo>
                    <a:cubicBezTo>
                      <a:pt x="76870" y="490719"/>
                      <a:pt x="76870" y="490719"/>
                      <a:pt x="76144" y="488317"/>
                    </a:cubicBezTo>
                    <a:cubicBezTo>
                      <a:pt x="76089" y="487635"/>
                      <a:pt x="76034" y="486953"/>
                      <a:pt x="75977" y="486250"/>
                    </a:cubicBezTo>
                    <a:cubicBezTo>
                      <a:pt x="75129" y="486029"/>
                      <a:pt x="74280" y="485807"/>
                      <a:pt x="73407" y="485579"/>
                    </a:cubicBezTo>
                    <a:cubicBezTo>
                      <a:pt x="70188" y="484292"/>
                      <a:pt x="70174" y="483853"/>
                      <a:pt x="68826" y="480887"/>
                    </a:cubicBezTo>
                    <a:cubicBezTo>
                      <a:pt x="67692" y="480306"/>
                      <a:pt x="67692" y="480306"/>
                      <a:pt x="66535" y="479714"/>
                    </a:cubicBezTo>
                    <a:cubicBezTo>
                      <a:pt x="64357" y="478205"/>
                      <a:pt x="64357" y="478205"/>
                      <a:pt x="63630" y="474909"/>
                    </a:cubicBezTo>
                    <a:cubicBezTo>
                      <a:pt x="63575" y="473932"/>
                      <a:pt x="63520" y="472955"/>
                      <a:pt x="63463" y="471948"/>
                    </a:cubicBezTo>
                    <a:cubicBezTo>
                      <a:pt x="61988" y="471653"/>
                      <a:pt x="60513" y="471358"/>
                      <a:pt x="58994" y="471055"/>
                    </a:cubicBezTo>
                    <a:cubicBezTo>
                      <a:pt x="58791" y="470059"/>
                      <a:pt x="58588" y="469064"/>
                      <a:pt x="58379" y="468038"/>
                    </a:cubicBezTo>
                    <a:cubicBezTo>
                      <a:pt x="57992" y="466969"/>
                      <a:pt x="57605" y="465899"/>
                      <a:pt x="57206" y="464798"/>
                    </a:cubicBezTo>
                    <a:cubicBezTo>
                      <a:pt x="56468" y="464503"/>
                      <a:pt x="55731" y="464208"/>
                      <a:pt x="54971" y="463904"/>
                    </a:cubicBezTo>
                    <a:cubicBezTo>
                      <a:pt x="54234" y="463609"/>
                      <a:pt x="53496" y="463314"/>
                      <a:pt x="52737" y="463010"/>
                    </a:cubicBezTo>
                    <a:cubicBezTo>
                      <a:pt x="52460" y="461978"/>
                      <a:pt x="52184" y="460945"/>
                      <a:pt x="51899" y="459882"/>
                    </a:cubicBezTo>
                    <a:cubicBezTo>
                      <a:pt x="51585" y="458849"/>
                      <a:pt x="51272" y="457817"/>
                      <a:pt x="50949" y="456753"/>
                    </a:cubicBezTo>
                    <a:cubicBezTo>
                      <a:pt x="48262" y="455384"/>
                      <a:pt x="48262" y="455384"/>
                      <a:pt x="45586" y="454965"/>
                    </a:cubicBezTo>
                    <a:cubicBezTo>
                      <a:pt x="44996" y="452016"/>
                      <a:pt x="44406" y="449066"/>
                      <a:pt x="43798" y="446027"/>
                    </a:cubicBezTo>
                    <a:cubicBezTo>
                      <a:pt x="42323" y="445732"/>
                      <a:pt x="40849" y="445437"/>
                      <a:pt x="39329" y="445133"/>
                    </a:cubicBezTo>
                    <a:cubicBezTo>
                      <a:pt x="38739" y="442183"/>
                      <a:pt x="38149" y="439234"/>
                      <a:pt x="37541" y="436195"/>
                    </a:cubicBezTo>
                    <a:cubicBezTo>
                      <a:pt x="35772" y="436195"/>
                      <a:pt x="34002" y="436195"/>
                      <a:pt x="32178" y="436195"/>
                    </a:cubicBezTo>
                    <a:cubicBezTo>
                      <a:pt x="31883" y="432655"/>
                      <a:pt x="31588" y="429115"/>
                      <a:pt x="31284" y="425469"/>
                    </a:cubicBezTo>
                    <a:cubicBezTo>
                      <a:pt x="29515" y="425174"/>
                      <a:pt x="27745" y="424879"/>
                      <a:pt x="25921" y="424575"/>
                    </a:cubicBezTo>
                    <a:cubicBezTo>
                      <a:pt x="25888" y="423767"/>
                      <a:pt x="25855" y="422959"/>
                      <a:pt x="25820" y="422127"/>
                    </a:cubicBezTo>
                    <a:cubicBezTo>
                      <a:pt x="25761" y="421073"/>
                      <a:pt x="25703" y="420019"/>
                      <a:pt x="25642" y="418932"/>
                    </a:cubicBezTo>
                    <a:cubicBezTo>
                      <a:pt x="25590" y="417885"/>
                      <a:pt x="25538" y="416838"/>
                      <a:pt x="25485" y="415759"/>
                    </a:cubicBezTo>
                    <a:cubicBezTo>
                      <a:pt x="25244" y="412996"/>
                      <a:pt x="25244" y="412996"/>
                      <a:pt x="23816" y="411240"/>
                    </a:cubicBezTo>
                    <a:cubicBezTo>
                      <a:pt x="22266" y="410028"/>
                      <a:pt x="22266" y="410028"/>
                      <a:pt x="19665" y="410273"/>
                    </a:cubicBezTo>
                    <a:cubicBezTo>
                      <a:pt x="19075" y="404964"/>
                      <a:pt x="18485" y="399654"/>
                      <a:pt x="17877" y="394184"/>
                    </a:cubicBezTo>
                    <a:cubicBezTo>
                      <a:pt x="16107" y="393889"/>
                      <a:pt x="14337" y="393594"/>
                      <a:pt x="12514" y="393290"/>
                    </a:cubicBezTo>
                    <a:cubicBezTo>
                      <a:pt x="12496" y="392790"/>
                      <a:pt x="12478" y="392289"/>
                      <a:pt x="12460" y="391774"/>
                    </a:cubicBezTo>
                    <a:cubicBezTo>
                      <a:pt x="12375" y="389504"/>
                      <a:pt x="12277" y="387235"/>
                      <a:pt x="12179" y="384966"/>
                    </a:cubicBezTo>
                    <a:cubicBezTo>
                      <a:pt x="12151" y="384179"/>
                      <a:pt x="12123" y="383391"/>
                      <a:pt x="12095" y="382580"/>
                    </a:cubicBezTo>
                    <a:cubicBezTo>
                      <a:pt x="12060" y="381822"/>
                      <a:pt x="12026" y="381065"/>
                      <a:pt x="11990" y="380284"/>
                    </a:cubicBezTo>
                    <a:cubicBezTo>
                      <a:pt x="11962" y="379587"/>
                      <a:pt x="11934" y="378889"/>
                      <a:pt x="11905" y="378171"/>
                    </a:cubicBezTo>
                    <a:cubicBezTo>
                      <a:pt x="11713" y="376038"/>
                      <a:pt x="11713" y="376038"/>
                      <a:pt x="9832" y="373626"/>
                    </a:cubicBezTo>
                    <a:cubicBezTo>
                      <a:pt x="8652" y="373626"/>
                      <a:pt x="7473" y="373626"/>
                      <a:pt x="6257" y="373626"/>
                    </a:cubicBezTo>
                    <a:cubicBezTo>
                      <a:pt x="6239" y="372828"/>
                      <a:pt x="6221" y="372029"/>
                      <a:pt x="6203" y="371207"/>
                    </a:cubicBezTo>
                    <a:cubicBezTo>
                      <a:pt x="6133" y="368243"/>
                      <a:pt x="6056" y="365280"/>
                      <a:pt x="5973" y="362316"/>
                    </a:cubicBezTo>
                    <a:cubicBezTo>
                      <a:pt x="5939" y="361034"/>
                      <a:pt x="5908" y="359752"/>
                      <a:pt x="5880" y="358470"/>
                    </a:cubicBezTo>
                    <a:cubicBezTo>
                      <a:pt x="5839" y="356625"/>
                      <a:pt x="5787" y="354782"/>
                      <a:pt x="5733" y="352938"/>
                    </a:cubicBezTo>
                    <a:cubicBezTo>
                      <a:pt x="5705" y="351829"/>
                      <a:pt x="5677" y="350720"/>
                      <a:pt x="5648" y="349577"/>
                    </a:cubicBezTo>
                    <a:cubicBezTo>
                      <a:pt x="5565" y="346662"/>
                      <a:pt x="5565" y="346662"/>
                      <a:pt x="3575" y="344129"/>
                    </a:cubicBezTo>
                    <a:cubicBezTo>
                      <a:pt x="2395" y="344129"/>
                      <a:pt x="1216" y="344129"/>
                      <a:pt x="0" y="344129"/>
                    </a:cubicBezTo>
                    <a:cubicBezTo>
                      <a:pt x="0" y="301359"/>
                      <a:pt x="0" y="258588"/>
                      <a:pt x="0" y="214522"/>
                    </a:cubicBezTo>
                    <a:cubicBezTo>
                      <a:pt x="1475" y="214227"/>
                      <a:pt x="2950" y="213932"/>
                      <a:pt x="4469" y="213628"/>
                    </a:cubicBezTo>
                    <a:cubicBezTo>
                      <a:pt x="5443" y="210427"/>
                      <a:pt x="5544" y="207367"/>
                      <a:pt x="5646" y="204033"/>
                    </a:cubicBezTo>
                    <a:cubicBezTo>
                      <a:pt x="5683" y="202875"/>
                      <a:pt x="5721" y="201717"/>
                      <a:pt x="5759" y="200524"/>
                    </a:cubicBezTo>
                    <a:cubicBezTo>
                      <a:pt x="5795" y="199306"/>
                      <a:pt x="5830" y="198087"/>
                      <a:pt x="5866" y="196869"/>
                    </a:cubicBezTo>
                    <a:cubicBezTo>
                      <a:pt x="5904" y="195636"/>
                      <a:pt x="5943" y="194404"/>
                      <a:pt x="5983" y="193171"/>
                    </a:cubicBezTo>
                    <a:cubicBezTo>
                      <a:pt x="6078" y="190158"/>
                      <a:pt x="6169" y="187145"/>
                      <a:pt x="6257" y="184131"/>
                    </a:cubicBezTo>
                    <a:cubicBezTo>
                      <a:pt x="8912" y="183246"/>
                      <a:pt x="8912" y="183246"/>
                      <a:pt x="11620" y="182344"/>
                    </a:cubicBezTo>
                    <a:cubicBezTo>
                      <a:pt x="11915" y="175854"/>
                      <a:pt x="12210" y="169365"/>
                      <a:pt x="12514" y="162679"/>
                    </a:cubicBezTo>
                    <a:cubicBezTo>
                      <a:pt x="14284" y="162679"/>
                      <a:pt x="16053" y="162679"/>
                      <a:pt x="17877" y="162679"/>
                    </a:cubicBezTo>
                    <a:cubicBezTo>
                      <a:pt x="18467" y="157075"/>
                      <a:pt x="19057" y="151470"/>
                      <a:pt x="19665" y="145696"/>
                    </a:cubicBezTo>
                    <a:cubicBezTo>
                      <a:pt x="21877" y="144811"/>
                      <a:pt x="21877" y="144811"/>
                      <a:pt x="24134" y="143909"/>
                    </a:cubicBezTo>
                    <a:cubicBezTo>
                      <a:pt x="25813" y="142230"/>
                      <a:pt x="25377" y="139404"/>
                      <a:pt x="25530" y="137149"/>
                    </a:cubicBezTo>
                    <a:cubicBezTo>
                      <a:pt x="25605" y="136078"/>
                      <a:pt x="25680" y="135008"/>
                      <a:pt x="25757" y="133905"/>
                    </a:cubicBezTo>
                    <a:cubicBezTo>
                      <a:pt x="25811" y="133077"/>
                      <a:pt x="25866" y="132248"/>
                      <a:pt x="25921" y="131395"/>
                    </a:cubicBezTo>
                    <a:cubicBezTo>
                      <a:pt x="27225" y="130999"/>
                      <a:pt x="27225" y="130999"/>
                      <a:pt x="28554" y="130595"/>
                    </a:cubicBezTo>
                    <a:cubicBezTo>
                      <a:pt x="31328" y="129940"/>
                      <a:pt x="31328" y="129940"/>
                      <a:pt x="32067" y="128099"/>
                    </a:cubicBezTo>
                    <a:cubicBezTo>
                      <a:pt x="32217" y="125319"/>
                      <a:pt x="32232" y="122558"/>
                      <a:pt x="32178" y="119775"/>
                    </a:cubicBezTo>
                    <a:cubicBezTo>
                      <a:pt x="33026" y="119627"/>
                      <a:pt x="33874" y="119480"/>
                      <a:pt x="34748" y="119328"/>
                    </a:cubicBezTo>
                    <a:cubicBezTo>
                      <a:pt x="37614" y="118325"/>
                      <a:pt x="37614" y="118325"/>
                      <a:pt x="38296" y="116276"/>
                    </a:cubicBezTo>
                    <a:cubicBezTo>
                      <a:pt x="38727" y="114482"/>
                      <a:pt x="39035" y="112659"/>
                      <a:pt x="39329" y="110836"/>
                    </a:cubicBezTo>
                    <a:cubicBezTo>
                      <a:pt x="41984" y="110394"/>
                      <a:pt x="41984" y="110394"/>
                      <a:pt x="44692" y="109943"/>
                    </a:cubicBezTo>
                    <a:cubicBezTo>
                      <a:pt x="44694" y="109264"/>
                      <a:pt x="44697" y="108585"/>
                      <a:pt x="44699" y="107886"/>
                    </a:cubicBezTo>
                    <a:cubicBezTo>
                      <a:pt x="44804" y="105200"/>
                      <a:pt x="44978" y="102731"/>
                      <a:pt x="45586" y="100110"/>
                    </a:cubicBezTo>
                    <a:cubicBezTo>
                      <a:pt x="48156" y="98490"/>
                      <a:pt x="48156" y="98490"/>
                      <a:pt x="50949" y="97429"/>
                    </a:cubicBezTo>
                    <a:cubicBezTo>
                      <a:pt x="51857" y="95648"/>
                      <a:pt x="52752" y="93861"/>
                      <a:pt x="53631" y="92066"/>
                    </a:cubicBezTo>
                    <a:cubicBezTo>
                      <a:pt x="54792" y="91623"/>
                      <a:pt x="54792" y="91623"/>
                      <a:pt x="55977" y="91172"/>
                    </a:cubicBezTo>
                    <a:cubicBezTo>
                      <a:pt x="57028" y="90729"/>
                      <a:pt x="57028" y="90729"/>
                      <a:pt x="58100" y="90278"/>
                    </a:cubicBezTo>
                    <a:cubicBezTo>
                      <a:pt x="58903" y="87549"/>
                      <a:pt x="58903" y="87549"/>
                      <a:pt x="58994" y="84915"/>
                    </a:cubicBezTo>
                    <a:cubicBezTo>
                      <a:pt x="60763" y="84620"/>
                      <a:pt x="62533" y="84325"/>
                      <a:pt x="64357" y="84021"/>
                    </a:cubicBezTo>
                    <a:cubicBezTo>
                      <a:pt x="64357" y="81956"/>
                      <a:pt x="64357" y="79892"/>
                      <a:pt x="64357" y="77764"/>
                    </a:cubicBezTo>
                    <a:cubicBezTo>
                      <a:pt x="66421" y="77764"/>
                      <a:pt x="68486" y="77764"/>
                      <a:pt x="70613" y="77764"/>
                    </a:cubicBezTo>
                    <a:cubicBezTo>
                      <a:pt x="70908" y="75699"/>
                      <a:pt x="71203" y="73635"/>
                      <a:pt x="71507" y="71507"/>
                    </a:cubicBezTo>
                    <a:cubicBezTo>
                      <a:pt x="73277" y="71212"/>
                      <a:pt x="75047" y="70917"/>
                      <a:pt x="76870" y="70613"/>
                    </a:cubicBezTo>
                    <a:cubicBezTo>
                      <a:pt x="77165" y="68844"/>
                      <a:pt x="77460" y="67074"/>
                      <a:pt x="77764" y="65250"/>
                    </a:cubicBezTo>
                    <a:cubicBezTo>
                      <a:pt x="80861" y="64808"/>
                      <a:pt x="80861" y="64808"/>
                      <a:pt x="84021" y="64357"/>
                    </a:cubicBezTo>
                    <a:cubicBezTo>
                      <a:pt x="84316" y="62587"/>
                      <a:pt x="84611" y="60817"/>
                      <a:pt x="84915" y="58994"/>
                    </a:cubicBezTo>
                    <a:cubicBezTo>
                      <a:pt x="85910" y="58791"/>
                      <a:pt x="86906" y="58588"/>
                      <a:pt x="87932" y="58379"/>
                    </a:cubicBezTo>
                    <a:cubicBezTo>
                      <a:pt x="89001" y="57992"/>
                      <a:pt x="90070" y="57605"/>
                      <a:pt x="91172" y="57206"/>
                    </a:cubicBezTo>
                    <a:cubicBezTo>
                      <a:pt x="91799" y="55729"/>
                      <a:pt x="92396" y="54239"/>
                      <a:pt x="92960" y="52737"/>
                    </a:cubicBezTo>
                    <a:cubicBezTo>
                      <a:pt x="93808" y="52460"/>
                      <a:pt x="94656" y="52184"/>
                      <a:pt x="95529" y="51899"/>
                    </a:cubicBezTo>
                    <a:cubicBezTo>
                      <a:pt x="98550" y="51196"/>
                      <a:pt x="98550" y="51196"/>
                      <a:pt x="99999" y="48323"/>
                    </a:cubicBezTo>
                    <a:cubicBezTo>
                      <a:pt x="102586" y="44595"/>
                      <a:pt x="104769" y="44188"/>
                      <a:pt x="109049" y="42904"/>
                    </a:cubicBezTo>
                    <a:cubicBezTo>
                      <a:pt x="109049" y="41725"/>
                      <a:pt x="109049" y="40545"/>
                      <a:pt x="109049" y="39329"/>
                    </a:cubicBezTo>
                    <a:cubicBezTo>
                      <a:pt x="109609" y="39285"/>
                      <a:pt x="110169" y="39241"/>
                      <a:pt x="110746" y="39196"/>
                    </a:cubicBezTo>
                    <a:cubicBezTo>
                      <a:pt x="111476" y="39130"/>
                      <a:pt x="112207" y="39063"/>
                      <a:pt x="112959" y="38994"/>
                    </a:cubicBezTo>
                    <a:cubicBezTo>
                      <a:pt x="114048" y="38901"/>
                      <a:pt x="114048" y="38901"/>
                      <a:pt x="115159" y="38805"/>
                    </a:cubicBezTo>
                    <a:cubicBezTo>
                      <a:pt x="117275" y="38588"/>
                      <a:pt x="117275" y="38588"/>
                      <a:pt x="118881" y="36648"/>
                    </a:cubicBezTo>
                    <a:cubicBezTo>
                      <a:pt x="118881" y="35468"/>
                      <a:pt x="118881" y="34288"/>
                      <a:pt x="118881" y="33072"/>
                    </a:cubicBezTo>
                    <a:cubicBezTo>
                      <a:pt x="122746" y="32412"/>
                      <a:pt x="126617" y="31828"/>
                      <a:pt x="130501" y="31284"/>
                    </a:cubicBezTo>
                    <a:cubicBezTo>
                      <a:pt x="131129" y="28625"/>
                      <a:pt x="131129" y="28625"/>
                      <a:pt x="131395" y="25921"/>
                    </a:cubicBezTo>
                    <a:cubicBezTo>
                      <a:pt x="135524" y="25921"/>
                      <a:pt x="139654" y="25921"/>
                      <a:pt x="143909" y="25921"/>
                    </a:cubicBezTo>
                    <a:cubicBezTo>
                      <a:pt x="144203" y="23857"/>
                      <a:pt x="144498" y="21792"/>
                      <a:pt x="144802" y="19665"/>
                    </a:cubicBezTo>
                    <a:cubicBezTo>
                      <a:pt x="146095" y="19599"/>
                      <a:pt x="146095" y="19599"/>
                      <a:pt x="147414" y="19532"/>
                    </a:cubicBezTo>
                    <a:cubicBezTo>
                      <a:pt x="148543" y="19465"/>
                      <a:pt x="149672" y="19398"/>
                      <a:pt x="150836" y="19329"/>
                    </a:cubicBezTo>
                    <a:cubicBezTo>
                      <a:pt x="151956" y="19267"/>
                      <a:pt x="153076" y="19205"/>
                      <a:pt x="154230" y="19141"/>
                    </a:cubicBezTo>
                    <a:cubicBezTo>
                      <a:pt x="156968" y="18812"/>
                      <a:pt x="158585" y="18416"/>
                      <a:pt x="160892" y="16983"/>
                    </a:cubicBezTo>
                    <a:cubicBezTo>
                      <a:pt x="160892" y="15803"/>
                      <a:pt x="160892" y="14623"/>
                      <a:pt x="160892" y="13408"/>
                    </a:cubicBezTo>
                    <a:cubicBezTo>
                      <a:pt x="162459" y="13342"/>
                      <a:pt x="162459" y="13342"/>
                      <a:pt x="164058" y="13275"/>
                    </a:cubicBezTo>
                    <a:cubicBezTo>
                      <a:pt x="165442" y="13208"/>
                      <a:pt x="166826" y="13140"/>
                      <a:pt x="168210" y="13072"/>
                    </a:cubicBezTo>
                    <a:cubicBezTo>
                      <a:pt x="169241" y="13031"/>
                      <a:pt x="169241" y="13031"/>
                      <a:pt x="170293" y="12989"/>
                    </a:cubicBezTo>
                    <a:cubicBezTo>
                      <a:pt x="174066" y="12794"/>
                      <a:pt x="177106" y="12427"/>
                      <a:pt x="180556" y="10726"/>
                    </a:cubicBezTo>
                    <a:cubicBezTo>
                      <a:pt x="180556" y="9546"/>
                      <a:pt x="180556" y="8366"/>
                      <a:pt x="180556" y="7151"/>
                    </a:cubicBezTo>
                    <a:cubicBezTo>
                      <a:pt x="184376" y="6203"/>
                      <a:pt x="188046" y="6189"/>
                      <a:pt x="191953" y="6257"/>
                    </a:cubicBezTo>
                    <a:cubicBezTo>
                      <a:pt x="199708" y="6355"/>
                      <a:pt x="199708" y="6355"/>
                      <a:pt x="207371" y="5363"/>
                    </a:cubicBezTo>
                    <a:cubicBezTo>
                      <a:pt x="208460" y="3670"/>
                      <a:pt x="208460" y="3670"/>
                      <a:pt x="209159" y="1788"/>
                    </a:cubicBezTo>
                    <a:cubicBezTo>
                      <a:pt x="209454" y="1198"/>
                      <a:pt x="209749" y="608"/>
                      <a:pt x="210053" y="0"/>
                    </a:cubicBezTo>
                    <a:close/>
                  </a:path>
                </a:pathLst>
              </a:custGeom>
              <a:grpFill/>
              <a:ln w="894" cap="flat">
                <a:noFill/>
                <a:prstDash val="solid"/>
                <a:miter/>
              </a:ln>
            </p:spPr>
            <p:txBody>
              <a:bodyPr rtlCol="0" anchor="ctr"/>
              <a:lstStyle/>
              <a:p>
                <a:endParaRPr lang="zh-CN" altLang="en-US"/>
              </a:p>
            </p:txBody>
          </p:sp>
          <p:sp>
            <p:nvSpPr>
              <p:cNvPr id="165" name="任意多边形: 形状 164"/>
              <p:cNvSpPr/>
              <p:nvPr/>
            </p:nvSpPr>
            <p:spPr>
              <a:xfrm>
                <a:off x="3025984" y="3441813"/>
                <a:ext cx="513823" cy="542907"/>
              </a:xfrm>
              <a:custGeom>
                <a:avLst/>
                <a:gdLst>
                  <a:gd name="connsiteX0" fmla="*/ 249118 w 513823"/>
                  <a:gd name="connsiteY0" fmla="*/ 316673 h 542907"/>
                  <a:gd name="connsiteX1" fmla="*/ 247106 w 513823"/>
                  <a:gd name="connsiteY1" fmla="*/ 316702 h 542907"/>
                  <a:gd name="connsiteX2" fmla="*/ 240372 w 513823"/>
                  <a:gd name="connsiteY2" fmla="*/ 316723 h 542907"/>
                  <a:gd name="connsiteX3" fmla="*/ 235561 w 513823"/>
                  <a:gd name="connsiteY3" fmla="*/ 316752 h 542907"/>
                  <a:gd name="connsiteX4" fmla="*/ 222955 w 513823"/>
                  <a:gd name="connsiteY4" fmla="*/ 316804 h 542907"/>
                  <a:gd name="connsiteX5" fmla="*/ 209891 w 513823"/>
                  <a:gd name="connsiteY5" fmla="*/ 316868 h 542907"/>
                  <a:gd name="connsiteX6" fmla="*/ 181757 w 513823"/>
                  <a:gd name="connsiteY6" fmla="*/ 317007 h 542907"/>
                  <a:gd name="connsiteX7" fmla="*/ 180863 w 513823"/>
                  <a:gd name="connsiteY7" fmla="*/ 318794 h 542907"/>
                  <a:gd name="connsiteX8" fmla="*/ 181878 w 513823"/>
                  <a:gd name="connsiteY8" fmla="*/ 329179 h 542907"/>
                  <a:gd name="connsiteX9" fmla="*/ 181873 w 513823"/>
                  <a:gd name="connsiteY9" fmla="*/ 331523 h 542907"/>
                  <a:gd name="connsiteX10" fmla="*/ 181879 w 513823"/>
                  <a:gd name="connsiteY10" fmla="*/ 339380 h 542907"/>
                  <a:gd name="connsiteX11" fmla="*/ 181876 w 513823"/>
                  <a:gd name="connsiteY11" fmla="*/ 344997 h 542907"/>
                  <a:gd name="connsiteX12" fmla="*/ 181877 w 513823"/>
                  <a:gd name="connsiteY12" fmla="*/ 356706 h 542907"/>
                  <a:gd name="connsiteX13" fmla="*/ 181873 w 513823"/>
                  <a:gd name="connsiteY13" fmla="*/ 371942 h 542907"/>
                  <a:gd name="connsiteX14" fmla="*/ 181878 w 513823"/>
                  <a:gd name="connsiteY14" fmla="*/ 383831 h 542907"/>
                  <a:gd name="connsiteX15" fmla="*/ 181876 w 513823"/>
                  <a:gd name="connsiteY15" fmla="*/ 389499 h 542907"/>
                  <a:gd name="connsiteX16" fmla="*/ 181877 w 513823"/>
                  <a:gd name="connsiteY16" fmla="*/ 397661 h 542907"/>
                  <a:gd name="connsiteX17" fmla="*/ 181873 w 513823"/>
                  <a:gd name="connsiteY17" fmla="*/ 400150 h 542907"/>
                  <a:gd name="connsiteX18" fmla="*/ 181757 w 513823"/>
                  <a:gd name="connsiteY18" fmla="*/ 408178 h 542907"/>
                  <a:gd name="connsiteX19" fmla="*/ 181757 w 513823"/>
                  <a:gd name="connsiteY19" fmla="*/ 414435 h 542907"/>
                  <a:gd name="connsiteX20" fmla="*/ 207724 w 513823"/>
                  <a:gd name="connsiteY20" fmla="*/ 414479 h 542907"/>
                  <a:gd name="connsiteX21" fmla="*/ 220952 w 513823"/>
                  <a:gd name="connsiteY21" fmla="*/ 414497 h 542907"/>
                  <a:gd name="connsiteX22" fmla="*/ 233922 w 513823"/>
                  <a:gd name="connsiteY22" fmla="*/ 414519 h 542907"/>
                  <a:gd name="connsiteX23" fmla="*/ 238844 w 513823"/>
                  <a:gd name="connsiteY23" fmla="*/ 414523 h 542907"/>
                  <a:gd name="connsiteX24" fmla="*/ 245954 w 513823"/>
                  <a:gd name="connsiteY24" fmla="*/ 414537 h 542907"/>
                  <a:gd name="connsiteX25" fmla="*/ 248121 w 513823"/>
                  <a:gd name="connsiteY25" fmla="*/ 414537 h 542907"/>
                  <a:gd name="connsiteX26" fmla="*/ 256840 w 513823"/>
                  <a:gd name="connsiteY26" fmla="*/ 413542 h 542907"/>
                  <a:gd name="connsiteX27" fmla="*/ 257398 w 513823"/>
                  <a:gd name="connsiteY27" fmla="*/ 410804 h 542907"/>
                  <a:gd name="connsiteX28" fmla="*/ 257733 w 513823"/>
                  <a:gd name="connsiteY28" fmla="*/ 408178 h 542907"/>
                  <a:gd name="connsiteX29" fmla="*/ 272405 w 513823"/>
                  <a:gd name="connsiteY29" fmla="*/ 408266 h 542907"/>
                  <a:gd name="connsiteX30" fmla="*/ 278403 w 513823"/>
                  <a:gd name="connsiteY30" fmla="*/ 408290 h 542907"/>
                  <a:gd name="connsiteX31" fmla="*/ 287228 w 513823"/>
                  <a:gd name="connsiteY31" fmla="*/ 408345 h 542907"/>
                  <a:gd name="connsiteX32" fmla="*/ 290030 w 513823"/>
                  <a:gd name="connsiteY32" fmla="*/ 408353 h 542907"/>
                  <a:gd name="connsiteX33" fmla="*/ 302984 w 513823"/>
                  <a:gd name="connsiteY33" fmla="*/ 407392 h 542907"/>
                  <a:gd name="connsiteX34" fmla="*/ 305889 w 513823"/>
                  <a:gd name="connsiteY34" fmla="*/ 404491 h 542907"/>
                  <a:gd name="connsiteX35" fmla="*/ 306001 w 513823"/>
                  <a:gd name="connsiteY35" fmla="*/ 402815 h 542907"/>
                  <a:gd name="connsiteX36" fmla="*/ 316727 w 513823"/>
                  <a:gd name="connsiteY36" fmla="*/ 400134 h 542907"/>
                  <a:gd name="connsiteX37" fmla="*/ 319408 w 513823"/>
                  <a:gd name="connsiteY37" fmla="*/ 394771 h 542907"/>
                  <a:gd name="connsiteX38" fmla="*/ 324772 w 513823"/>
                  <a:gd name="connsiteY38" fmla="*/ 392089 h 542907"/>
                  <a:gd name="connsiteX39" fmla="*/ 326357 w 513823"/>
                  <a:gd name="connsiteY39" fmla="*/ 385710 h 542907"/>
                  <a:gd name="connsiteX40" fmla="*/ 326559 w 513823"/>
                  <a:gd name="connsiteY40" fmla="*/ 384045 h 542907"/>
                  <a:gd name="connsiteX41" fmla="*/ 330135 w 513823"/>
                  <a:gd name="connsiteY41" fmla="*/ 383151 h 542907"/>
                  <a:gd name="connsiteX42" fmla="*/ 332148 w 513823"/>
                  <a:gd name="connsiteY42" fmla="*/ 375419 h 542907"/>
                  <a:gd name="connsiteX43" fmla="*/ 332128 w 513823"/>
                  <a:gd name="connsiteY43" fmla="*/ 373395 h 542907"/>
                  <a:gd name="connsiteX44" fmla="*/ 332123 w 513823"/>
                  <a:gd name="connsiteY44" fmla="*/ 369157 h 542907"/>
                  <a:gd name="connsiteX45" fmla="*/ 332088 w 513823"/>
                  <a:gd name="connsiteY45" fmla="*/ 362471 h 542907"/>
                  <a:gd name="connsiteX46" fmla="*/ 332081 w 513823"/>
                  <a:gd name="connsiteY46" fmla="*/ 358103 h 542907"/>
                  <a:gd name="connsiteX47" fmla="*/ 332072 w 513823"/>
                  <a:gd name="connsiteY47" fmla="*/ 356021 h 542907"/>
                  <a:gd name="connsiteX48" fmla="*/ 331922 w 513823"/>
                  <a:gd name="connsiteY48" fmla="*/ 349185 h 542907"/>
                  <a:gd name="connsiteX49" fmla="*/ 328738 w 513823"/>
                  <a:gd name="connsiteY49" fmla="*/ 347341 h 542907"/>
                  <a:gd name="connsiteX50" fmla="*/ 326559 w 513823"/>
                  <a:gd name="connsiteY50" fmla="*/ 346503 h 542907"/>
                  <a:gd name="connsiteX51" fmla="*/ 326489 w 513823"/>
                  <a:gd name="connsiteY51" fmla="*/ 344611 h 542907"/>
                  <a:gd name="connsiteX52" fmla="*/ 326336 w 513823"/>
                  <a:gd name="connsiteY52" fmla="*/ 342146 h 542907"/>
                  <a:gd name="connsiteX53" fmla="*/ 325665 w 513823"/>
                  <a:gd name="connsiteY53" fmla="*/ 337565 h 542907"/>
                  <a:gd name="connsiteX54" fmla="*/ 320079 w 513823"/>
                  <a:gd name="connsiteY54" fmla="*/ 336113 h 542907"/>
                  <a:gd name="connsiteX55" fmla="*/ 318515 w 513823"/>
                  <a:gd name="connsiteY55" fmla="*/ 336671 h 542907"/>
                  <a:gd name="connsiteX56" fmla="*/ 318515 w 513823"/>
                  <a:gd name="connsiteY56" fmla="*/ 332202 h 542907"/>
                  <a:gd name="connsiteX57" fmla="*/ 314402 w 513823"/>
                  <a:gd name="connsiteY57" fmla="*/ 330044 h 542907"/>
                  <a:gd name="connsiteX58" fmla="*/ 311699 w 513823"/>
                  <a:gd name="connsiteY58" fmla="*/ 329856 h 542907"/>
                  <a:gd name="connsiteX59" fmla="*/ 308983 w 513823"/>
                  <a:gd name="connsiteY59" fmla="*/ 329653 h 542907"/>
                  <a:gd name="connsiteX60" fmla="*/ 306895 w 513823"/>
                  <a:gd name="connsiteY60" fmla="*/ 329520 h 542907"/>
                  <a:gd name="connsiteX61" fmla="*/ 306001 w 513823"/>
                  <a:gd name="connsiteY61" fmla="*/ 324157 h 542907"/>
                  <a:gd name="connsiteX62" fmla="*/ 290912 w 513823"/>
                  <a:gd name="connsiteY62" fmla="*/ 323162 h 542907"/>
                  <a:gd name="connsiteX63" fmla="*/ 288372 w 513823"/>
                  <a:gd name="connsiteY63" fmla="*/ 323176 h 542907"/>
                  <a:gd name="connsiteX64" fmla="*/ 280164 w 513823"/>
                  <a:gd name="connsiteY64" fmla="*/ 323196 h 542907"/>
                  <a:gd name="connsiteX65" fmla="*/ 274477 w 513823"/>
                  <a:gd name="connsiteY65" fmla="*/ 323214 h 542907"/>
                  <a:gd name="connsiteX66" fmla="*/ 261298 w 513823"/>
                  <a:gd name="connsiteY66" fmla="*/ 323249 h 542907"/>
                  <a:gd name="connsiteX67" fmla="*/ 257733 w 513823"/>
                  <a:gd name="connsiteY67" fmla="*/ 323264 h 542907"/>
                  <a:gd name="connsiteX68" fmla="*/ 256386 w 513823"/>
                  <a:gd name="connsiteY68" fmla="*/ 318143 h 542907"/>
                  <a:gd name="connsiteX69" fmla="*/ 249118 w 513823"/>
                  <a:gd name="connsiteY69" fmla="*/ 316673 h 542907"/>
                  <a:gd name="connsiteX70" fmla="*/ 230214 w 513823"/>
                  <a:gd name="connsiteY70" fmla="*/ 116223 h 542907"/>
                  <a:gd name="connsiteX71" fmla="*/ 226335 w 513823"/>
                  <a:gd name="connsiteY71" fmla="*/ 116237 h 542907"/>
                  <a:gd name="connsiteX72" fmla="*/ 218228 w 513823"/>
                  <a:gd name="connsiteY72" fmla="*/ 116248 h 542907"/>
                  <a:gd name="connsiteX73" fmla="*/ 207703 w 513823"/>
                  <a:gd name="connsiteY73" fmla="*/ 116279 h 542907"/>
                  <a:gd name="connsiteX74" fmla="*/ 199470 w 513823"/>
                  <a:gd name="connsiteY74" fmla="*/ 116281 h 542907"/>
                  <a:gd name="connsiteX75" fmla="*/ 195549 w 513823"/>
                  <a:gd name="connsiteY75" fmla="*/ 116292 h 542907"/>
                  <a:gd name="connsiteX76" fmla="*/ 191717 w 513823"/>
                  <a:gd name="connsiteY76" fmla="*/ 116290 h 542907"/>
                  <a:gd name="connsiteX77" fmla="*/ 188191 w 513823"/>
                  <a:gd name="connsiteY77" fmla="*/ 116316 h 542907"/>
                  <a:gd name="connsiteX78" fmla="*/ 180870 w 513823"/>
                  <a:gd name="connsiteY78" fmla="*/ 118349 h 542907"/>
                  <a:gd name="connsiteX79" fmla="*/ 181198 w 513823"/>
                  <a:gd name="connsiteY79" fmla="*/ 120215 h 542907"/>
                  <a:gd name="connsiteX80" fmla="*/ 181885 w 513823"/>
                  <a:gd name="connsiteY80" fmla="*/ 128336 h 542907"/>
                  <a:gd name="connsiteX81" fmla="*/ 181880 w 513823"/>
                  <a:gd name="connsiteY81" fmla="*/ 130504 h 542907"/>
                  <a:gd name="connsiteX82" fmla="*/ 181886 w 513823"/>
                  <a:gd name="connsiteY82" fmla="*/ 137776 h 542907"/>
                  <a:gd name="connsiteX83" fmla="*/ 181884 w 513823"/>
                  <a:gd name="connsiteY83" fmla="*/ 142974 h 542907"/>
                  <a:gd name="connsiteX84" fmla="*/ 181884 w 513823"/>
                  <a:gd name="connsiteY84" fmla="*/ 153814 h 542907"/>
                  <a:gd name="connsiteX85" fmla="*/ 181881 w 513823"/>
                  <a:gd name="connsiteY85" fmla="*/ 167913 h 542907"/>
                  <a:gd name="connsiteX86" fmla="*/ 181885 w 513823"/>
                  <a:gd name="connsiteY86" fmla="*/ 178918 h 542907"/>
                  <a:gd name="connsiteX87" fmla="*/ 181883 w 513823"/>
                  <a:gd name="connsiteY87" fmla="*/ 184165 h 542907"/>
                  <a:gd name="connsiteX88" fmla="*/ 181884 w 513823"/>
                  <a:gd name="connsiteY88" fmla="*/ 191718 h 542907"/>
                  <a:gd name="connsiteX89" fmla="*/ 181880 w 513823"/>
                  <a:gd name="connsiteY89" fmla="*/ 194022 h 542907"/>
                  <a:gd name="connsiteX90" fmla="*/ 181764 w 513823"/>
                  <a:gd name="connsiteY90" fmla="*/ 201476 h 542907"/>
                  <a:gd name="connsiteX91" fmla="*/ 180870 w 513823"/>
                  <a:gd name="connsiteY91" fmla="*/ 204158 h 542907"/>
                  <a:gd name="connsiteX92" fmla="*/ 182658 w 513823"/>
                  <a:gd name="connsiteY92" fmla="*/ 207733 h 542907"/>
                  <a:gd name="connsiteX93" fmla="*/ 203640 w 513823"/>
                  <a:gd name="connsiteY93" fmla="*/ 207820 h 542907"/>
                  <a:gd name="connsiteX94" fmla="*/ 214354 w 513823"/>
                  <a:gd name="connsiteY94" fmla="*/ 207856 h 542907"/>
                  <a:gd name="connsiteX95" fmla="*/ 224833 w 513823"/>
                  <a:gd name="connsiteY95" fmla="*/ 207900 h 542907"/>
                  <a:gd name="connsiteX96" fmla="*/ 228834 w 513823"/>
                  <a:gd name="connsiteY96" fmla="*/ 207908 h 542907"/>
                  <a:gd name="connsiteX97" fmla="*/ 234565 w 513823"/>
                  <a:gd name="connsiteY97" fmla="*/ 207937 h 542907"/>
                  <a:gd name="connsiteX98" fmla="*/ 236337 w 513823"/>
                  <a:gd name="connsiteY98" fmla="*/ 207936 h 542907"/>
                  <a:gd name="connsiteX99" fmla="*/ 248802 w 513823"/>
                  <a:gd name="connsiteY99" fmla="*/ 205946 h 542907"/>
                  <a:gd name="connsiteX100" fmla="*/ 249696 w 513823"/>
                  <a:gd name="connsiteY100" fmla="*/ 202370 h 542907"/>
                  <a:gd name="connsiteX101" fmla="*/ 256159 w 513823"/>
                  <a:gd name="connsiteY101" fmla="*/ 201398 h 542907"/>
                  <a:gd name="connsiteX102" fmla="*/ 258086 w 513823"/>
                  <a:gd name="connsiteY102" fmla="*/ 201420 h 542907"/>
                  <a:gd name="connsiteX103" fmla="*/ 266400 w 513823"/>
                  <a:gd name="connsiteY103" fmla="*/ 201476 h 542907"/>
                  <a:gd name="connsiteX104" fmla="*/ 272674 w 513823"/>
                  <a:gd name="connsiteY104" fmla="*/ 201522 h 542907"/>
                  <a:gd name="connsiteX105" fmla="*/ 274678 w 513823"/>
                  <a:gd name="connsiteY105" fmla="*/ 201532 h 542907"/>
                  <a:gd name="connsiteX106" fmla="*/ 285330 w 513823"/>
                  <a:gd name="connsiteY106" fmla="*/ 201197 h 542907"/>
                  <a:gd name="connsiteX107" fmla="*/ 290086 w 513823"/>
                  <a:gd name="connsiteY107" fmla="*/ 197845 h 542907"/>
                  <a:gd name="connsiteX108" fmla="*/ 291707 w 513823"/>
                  <a:gd name="connsiteY108" fmla="*/ 195219 h 542907"/>
                  <a:gd name="connsiteX109" fmla="*/ 297181 w 513823"/>
                  <a:gd name="connsiteY109" fmla="*/ 195108 h 542907"/>
                  <a:gd name="connsiteX110" fmla="*/ 299975 w 513823"/>
                  <a:gd name="connsiteY110" fmla="*/ 191588 h 542907"/>
                  <a:gd name="connsiteX111" fmla="*/ 300645 w 513823"/>
                  <a:gd name="connsiteY111" fmla="*/ 188963 h 542907"/>
                  <a:gd name="connsiteX112" fmla="*/ 306008 w 513823"/>
                  <a:gd name="connsiteY112" fmla="*/ 187175 h 542907"/>
                  <a:gd name="connsiteX113" fmla="*/ 306465 w 513823"/>
                  <a:gd name="connsiteY113" fmla="*/ 184263 h 542907"/>
                  <a:gd name="connsiteX114" fmla="*/ 306623 w 513823"/>
                  <a:gd name="connsiteY114" fmla="*/ 180806 h 542907"/>
                  <a:gd name="connsiteX115" fmla="*/ 306801 w 513823"/>
                  <a:gd name="connsiteY115" fmla="*/ 177336 h 542907"/>
                  <a:gd name="connsiteX116" fmla="*/ 306902 w 513823"/>
                  <a:gd name="connsiteY116" fmla="*/ 174661 h 542907"/>
                  <a:gd name="connsiteX117" fmla="*/ 310477 w 513823"/>
                  <a:gd name="connsiteY117" fmla="*/ 174661 h 542907"/>
                  <a:gd name="connsiteX118" fmla="*/ 312496 w 513823"/>
                  <a:gd name="connsiteY118" fmla="*/ 169748 h 542907"/>
                  <a:gd name="connsiteX119" fmla="*/ 312502 w 513823"/>
                  <a:gd name="connsiteY119" fmla="*/ 167119 h 542907"/>
                  <a:gd name="connsiteX120" fmla="*/ 312509 w 513823"/>
                  <a:gd name="connsiteY120" fmla="*/ 164249 h 542907"/>
                  <a:gd name="connsiteX121" fmla="*/ 312488 w 513823"/>
                  <a:gd name="connsiteY121" fmla="*/ 161253 h 542907"/>
                  <a:gd name="connsiteX122" fmla="*/ 312509 w 513823"/>
                  <a:gd name="connsiteY122" fmla="*/ 158258 h 542907"/>
                  <a:gd name="connsiteX123" fmla="*/ 312502 w 513823"/>
                  <a:gd name="connsiteY123" fmla="*/ 155388 h 542907"/>
                  <a:gd name="connsiteX124" fmla="*/ 310477 w 513823"/>
                  <a:gd name="connsiteY124" fmla="*/ 147846 h 542907"/>
                  <a:gd name="connsiteX125" fmla="*/ 308131 w 513823"/>
                  <a:gd name="connsiteY125" fmla="*/ 147678 h 542907"/>
                  <a:gd name="connsiteX126" fmla="*/ 306008 w 513823"/>
                  <a:gd name="connsiteY126" fmla="*/ 147846 h 542907"/>
                  <a:gd name="connsiteX127" fmla="*/ 306039 w 513823"/>
                  <a:gd name="connsiteY127" fmla="*/ 145531 h 542907"/>
                  <a:gd name="connsiteX128" fmla="*/ 306064 w 513823"/>
                  <a:gd name="connsiteY128" fmla="*/ 142539 h 542907"/>
                  <a:gd name="connsiteX129" fmla="*/ 306008 w 513823"/>
                  <a:gd name="connsiteY129" fmla="*/ 137120 h 542907"/>
                  <a:gd name="connsiteX130" fmla="*/ 302824 w 513823"/>
                  <a:gd name="connsiteY130" fmla="*/ 135723 h 542907"/>
                  <a:gd name="connsiteX131" fmla="*/ 300645 w 513823"/>
                  <a:gd name="connsiteY131" fmla="*/ 135332 h 542907"/>
                  <a:gd name="connsiteX132" fmla="*/ 298857 w 513823"/>
                  <a:gd name="connsiteY132" fmla="*/ 129969 h 542907"/>
                  <a:gd name="connsiteX133" fmla="*/ 295338 w 513823"/>
                  <a:gd name="connsiteY133" fmla="*/ 129634 h 542907"/>
                  <a:gd name="connsiteX134" fmla="*/ 291707 w 513823"/>
                  <a:gd name="connsiteY134" fmla="*/ 129075 h 542907"/>
                  <a:gd name="connsiteX135" fmla="*/ 289030 w 513823"/>
                  <a:gd name="connsiteY135" fmla="*/ 124966 h 542907"/>
                  <a:gd name="connsiteX136" fmla="*/ 280478 w 513823"/>
                  <a:gd name="connsiteY136" fmla="*/ 122335 h 542907"/>
                  <a:gd name="connsiteX137" fmla="*/ 278212 w 513823"/>
                  <a:gd name="connsiteY137" fmla="*/ 122413 h 542907"/>
                  <a:gd name="connsiteX138" fmla="*/ 270927 w 513823"/>
                  <a:gd name="connsiteY138" fmla="*/ 122530 h 542907"/>
                  <a:gd name="connsiteX139" fmla="*/ 263395 w 513823"/>
                  <a:gd name="connsiteY139" fmla="*/ 122679 h 542907"/>
                  <a:gd name="connsiteX140" fmla="*/ 258603 w 513823"/>
                  <a:gd name="connsiteY140" fmla="*/ 122748 h 542907"/>
                  <a:gd name="connsiteX141" fmla="*/ 256331 w 513823"/>
                  <a:gd name="connsiteY141" fmla="*/ 122805 h 542907"/>
                  <a:gd name="connsiteX142" fmla="*/ 254207 w 513823"/>
                  <a:gd name="connsiteY142" fmla="*/ 122849 h 542907"/>
                  <a:gd name="connsiteX143" fmla="*/ 247014 w 513823"/>
                  <a:gd name="connsiteY143" fmla="*/ 121924 h 542907"/>
                  <a:gd name="connsiteX144" fmla="*/ 247014 w 513823"/>
                  <a:gd name="connsiteY144" fmla="*/ 119243 h 542907"/>
                  <a:gd name="connsiteX145" fmla="*/ 238779 w 513823"/>
                  <a:gd name="connsiteY145" fmla="*/ 116227 h 542907"/>
                  <a:gd name="connsiteX146" fmla="*/ 235656 w 513823"/>
                  <a:gd name="connsiteY146" fmla="*/ 116229 h 542907"/>
                  <a:gd name="connsiteX147" fmla="*/ 230214 w 513823"/>
                  <a:gd name="connsiteY147" fmla="*/ 116223 h 542907"/>
                  <a:gd name="connsiteX148" fmla="*/ 11814 w 513823"/>
                  <a:gd name="connsiteY148" fmla="*/ 3 h 542907"/>
                  <a:gd name="connsiteX149" fmla="*/ 18166 w 513823"/>
                  <a:gd name="connsiteY149" fmla="*/ 11 h 542907"/>
                  <a:gd name="connsiteX150" fmla="*/ 22754 w 513823"/>
                  <a:gd name="connsiteY150" fmla="*/ 5 h 542907"/>
                  <a:gd name="connsiteX151" fmla="*/ 35387 w 513823"/>
                  <a:gd name="connsiteY151" fmla="*/ 12 h 542907"/>
                  <a:gd name="connsiteX152" fmla="*/ 49002 w 513823"/>
                  <a:gd name="connsiteY152" fmla="*/ 10 h 542907"/>
                  <a:gd name="connsiteX153" fmla="*/ 75684 w 513823"/>
                  <a:gd name="connsiteY153" fmla="*/ 19 h 542907"/>
                  <a:gd name="connsiteX154" fmla="*/ 106741 w 513823"/>
                  <a:gd name="connsiteY154" fmla="*/ 28 h 542907"/>
                  <a:gd name="connsiteX155" fmla="*/ 162150 w 513823"/>
                  <a:gd name="connsiteY155" fmla="*/ 48 h 542907"/>
                  <a:gd name="connsiteX156" fmla="*/ 215942 w 513823"/>
                  <a:gd name="connsiteY156" fmla="*/ 67 h 542907"/>
                  <a:gd name="connsiteX157" fmla="*/ 219287 w 513823"/>
                  <a:gd name="connsiteY157" fmla="*/ 67 h 542907"/>
                  <a:gd name="connsiteX158" fmla="*/ 222627 w 513823"/>
                  <a:gd name="connsiteY158" fmla="*/ 66 h 542907"/>
                  <a:gd name="connsiteX159" fmla="*/ 283821 w 513823"/>
                  <a:gd name="connsiteY159" fmla="*/ 79 h 542907"/>
                  <a:gd name="connsiteX160" fmla="*/ 305479 w 513823"/>
                  <a:gd name="connsiteY160" fmla="*/ 83 h 542907"/>
                  <a:gd name="connsiteX161" fmla="*/ 331871 w 513823"/>
                  <a:gd name="connsiteY161" fmla="*/ 96 h 542907"/>
                  <a:gd name="connsiteX162" fmla="*/ 345341 w 513823"/>
                  <a:gd name="connsiteY162" fmla="*/ 102 h 542907"/>
                  <a:gd name="connsiteX163" fmla="*/ 357667 w 513823"/>
                  <a:gd name="connsiteY163" fmla="*/ 110 h 542907"/>
                  <a:gd name="connsiteX164" fmla="*/ 362132 w 513823"/>
                  <a:gd name="connsiteY164" fmla="*/ 111 h 542907"/>
                  <a:gd name="connsiteX165" fmla="*/ 368191 w 513823"/>
                  <a:gd name="connsiteY165" fmla="*/ 117 h 542907"/>
                  <a:gd name="connsiteX166" fmla="*/ 371594 w 513823"/>
                  <a:gd name="connsiteY166" fmla="*/ 119 h 542907"/>
                  <a:gd name="connsiteX167" fmla="*/ 379997 w 513823"/>
                  <a:gd name="connsiteY167" fmla="*/ 1126 h 542907"/>
                  <a:gd name="connsiteX168" fmla="*/ 380333 w 513823"/>
                  <a:gd name="connsiteY168" fmla="*/ 3305 h 542907"/>
                  <a:gd name="connsiteX169" fmla="*/ 380891 w 513823"/>
                  <a:gd name="connsiteY169" fmla="*/ 5595 h 542907"/>
                  <a:gd name="connsiteX170" fmla="*/ 386764 w 513823"/>
                  <a:gd name="connsiteY170" fmla="*/ 6772 h 542907"/>
                  <a:gd name="connsiteX171" fmla="*/ 389191 w 513823"/>
                  <a:gd name="connsiteY171" fmla="*/ 6886 h 542907"/>
                  <a:gd name="connsiteX172" fmla="*/ 391729 w 513823"/>
                  <a:gd name="connsiteY172" fmla="*/ 6992 h 542907"/>
                  <a:gd name="connsiteX173" fmla="*/ 394288 w 513823"/>
                  <a:gd name="connsiteY173" fmla="*/ 7109 h 542907"/>
                  <a:gd name="connsiteX174" fmla="*/ 400556 w 513823"/>
                  <a:gd name="connsiteY174" fmla="*/ 7383 h 542907"/>
                  <a:gd name="connsiteX175" fmla="*/ 400556 w 513823"/>
                  <a:gd name="connsiteY175" fmla="*/ 12746 h 542907"/>
                  <a:gd name="connsiteX176" fmla="*/ 413963 w 513823"/>
                  <a:gd name="connsiteY176" fmla="*/ 13640 h 542907"/>
                  <a:gd name="connsiteX177" fmla="*/ 414857 w 513823"/>
                  <a:gd name="connsiteY177" fmla="*/ 19003 h 542907"/>
                  <a:gd name="connsiteX178" fmla="*/ 425583 w 513823"/>
                  <a:gd name="connsiteY178" fmla="*/ 19897 h 542907"/>
                  <a:gd name="connsiteX179" fmla="*/ 426030 w 513823"/>
                  <a:gd name="connsiteY179" fmla="*/ 22467 h 542907"/>
                  <a:gd name="connsiteX180" fmla="*/ 429019 w 513823"/>
                  <a:gd name="connsiteY180" fmla="*/ 25857 h 542907"/>
                  <a:gd name="connsiteX181" fmla="*/ 432895 w 513823"/>
                  <a:gd name="connsiteY181" fmla="*/ 26548 h 542907"/>
                  <a:gd name="connsiteX182" fmla="*/ 434522 w 513823"/>
                  <a:gd name="connsiteY182" fmla="*/ 27048 h 542907"/>
                  <a:gd name="connsiteX183" fmla="*/ 436310 w 513823"/>
                  <a:gd name="connsiteY183" fmla="*/ 31517 h 542907"/>
                  <a:gd name="connsiteX184" fmla="*/ 438991 w 513823"/>
                  <a:gd name="connsiteY184" fmla="*/ 32355 h 542907"/>
                  <a:gd name="connsiteX185" fmla="*/ 441673 w 513823"/>
                  <a:gd name="connsiteY185" fmla="*/ 33304 h 542907"/>
                  <a:gd name="connsiteX186" fmla="*/ 443460 w 513823"/>
                  <a:gd name="connsiteY186" fmla="*/ 38668 h 542907"/>
                  <a:gd name="connsiteX187" fmla="*/ 448823 w 513823"/>
                  <a:gd name="connsiteY187" fmla="*/ 39561 h 542907"/>
                  <a:gd name="connsiteX188" fmla="*/ 449717 w 513823"/>
                  <a:gd name="connsiteY188" fmla="*/ 44924 h 542907"/>
                  <a:gd name="connsiteX189" fmla="*/ 455080 w 513823"/>
                  <a:gd name="connsiteY189" fmla="*/ 45818 h 542907"/>
                  <a:gd name="connsiteX190" fmla="*/ 456868 w 513823"/>
                  <a:gd name="connsiteY190" fmla="*/ 52075 h 542907"/>
                  <a:gd name="connsiteX191" fmla="*/ 460443 w 513823"/>
                  <a:gd name="connsiteY191" fmla="*/ 52969 h 542907"/>
                  <a:gd name="connsiteX192" fmla="*/ 461002 w 513823"/>
                  <a:gd name="connsiteY192" fmla="*/ 55986 h 542907"/>
                  <a:gd name="connsiteX193" fmla="*/ 465024 w 513823"/>
                  <a:gd name="connsiteY193" fmla="*/ 60511 h 542907"/>
                  <a:gd name="connsiteX194" fmla="*/ 467594 w 513823"/>
                  <a:gd name="connsiteY194" fmla="*/ 61014 h 542907"/>
                  <a:gd name="connsiteX195" fmla="*/ 469382 w 513823"/>
                  <a:gd name="connsiteY195" fmla="*/ 70846 h 542907"/>
                  <a:gd name="connsiteX196" fmla="*/ 474745 w 513823"/>
                  <a:gd name="connsiteY196" fmla="*/ 72633 h 542907"/>
                  <a:gd name="connsiteX197" fmla="*/ 475639 w 513823"/>
                  <a:gd name="connsiteY197" fmla="*/ 85147 h 542907"/>
                  <a:gd name="connsiteX198" fmla="*/ 481002 w 513823"/>
                  <a:gd name="connsiteY198" fmla="*/ 85147 h 542907"/>
                  <a:gd name="connsiteX199" fmla="*/ 481166 w 513823"/>
                  <a:gd name="connsiteY199" fmla="*/ 88283 h 542907"/>
                  <a:gd name="connsiteX200" fmla="*/ 481393 w 513823"/>
                  <a:gd name="connsiteY200" fmla="*/ 92410 h 542907"/>
                  <a:gd name="connsiteX201" fmla="*/ 481499 w 513823"/>
                  <a:gd name="connsiteY201" fmla="*/ 94470 h 542907"/>
                  <a:gd name="connsiteX202" fmla="*/ 482789 w 513823"/>
                  <a:gd name="connsiteY202" fmla="*/ 105706 h 542907"/>
                  <a:gd name="connsiteX203" fmla="*/ 487258 w 513823"/>
                  <a:gd name="connsiteY203" fmla="*/ 105706 h 542907"/>
                  <a:gd name="connsiteX204" fmla="*/ 487258 w 513823"/>
                  <a:gd name="connsiteY204" fmla="*/ 165593 h 542907"/>
                  <a:gd name="connsiteX205" fmla="*/ 481895 w 513823"/>
                  <a:gd name="connsiteY205" fmla="*/ 167381 h 542907"/>
                  <a:gd name="connsiteX206" fmla="*/ 481002 w 513823"/>
                  <a:gd name="connsiteY206" fmla="*/ 186151 h 542907"/>
                  <a:gd name="connsiteX207" fmla="*/ 475639 w 513823"/>
                  <a:gd name="connsiteY207" fmla="*/ 187045 h 542907"/>
                  <a:gd name="connsiteX208" fmla="*/ 474689 w 513823"/>
                  <a:gd name="connsiteY208" fmla="*/ 194866 h 542907"/>
                  <a:gd name="connsiteX209" fmla="*/ 474713 w 513823"/>
                  <a:gd name="connsiteY209" fmla="*/ 197031 h 542907"/>
                  <a:gd name="connsiteX210" fmla="*/ 474745 w 513823"/>
                  <a:gd name="connsiteY210" fmla="*/ 198665 h 542907"/>
                  <a:gd name="connsiteX211" fmla="*/ 468488 w 513823"/>
                  <a:gd name="connsiteY211" fmla="*/ 199559 h 542907"/>
                  <a:gd name="connsiteX212" fmla="*/ 468551 w 513823"/>
                  <a:gd name="connsiteY212" fmla="*/ 201256 h 542907"/>
                  <a:gd name="connsiteX213" fmla="*/ 468600 w 513823"/>
                  <a:gd name="connsiteY213" fmla="*/ 203470 h 542907"/>
                  <a:gd name="connsiteX214" fmla="*/ 468662 w 513823"/>
                  <a:gd name="connsiteY214" fmla="*/ 205669 h 542907"/>
                  <a:gd name="connsiteX215" fmla="*/ 466700 w 513823"/>
                  <a:gd name="connsiteY215" fmla="*/ 209391 h 542907"/>
                  <a:gd name="connsiteX216" fmla="*/ 463125 w 513823"/>
                  <a:gd name="connsiteY216" fmla="*/ 209391 h 542907"/>
                  <a:gd name="connsiteX217" fmla="*/ 462695 w 513823"/>
                  <a:gd name="connsiteY217" fmla="*/ 211088 h 542907"/>
                  <a:gd name="connsiteX218" fmla="*/ 460443 w 513823"/>
                  <a:gd name="connsiteY218" fmla="*/ 217436 h 542907"/>
                  <a:gd name="connsiteX219" fmla="*/ 455974 w 513823"/>
                  <a:gd name="connsiteY219" fmla="*/ 219224 h 542907"/>
                  <a:gd name="connsiteX220" fmla="*/ 454186 w 513823"/>
                  <a:gd name="connsiteY220" fmla="*/ 225480 h 542907"/>
                  <a:gd name="connsiteX221" fmla="*/ 447929 w 513823"/>
                  <a:gd name="connsiteY221" fmla="*/ 226374 h 542907"/>
                  <a:gd name="connsiteX222" fmla="*/ 447371 w 513823"/>
                  <a:gd name="connsiteY222" fmla="*/ 228888 h 542907"/>
                  <a:gd name="connsiteX223" fmla="*/ 440779 w 513823"/>
                  <a:gd name="connsiteY223" fmla="*/ 234419 h 542907"/>
                  <a:gd name="connsiteX224" fmla="*/ 439606 w 513823"/>
                  <a:gd name="connsiteY224" fmla="*/ 236709 h 542907"/>
                  <a:gd name="connsiteX225" fmla="*/ 436212 w 513823"/>
                  <a:gd name="connsiteY225" fmla="*/ 239384 h 542907"/>
                  <a:gd name="connsiteX226" fmla="*/ 431893 w 513823"/>
                  <a:gd name="connsiteY226" fmla="*/ 239918 h 542907"/>
                  <a:gd name="connsiteX227" fmla="*/ 430053 w 513823"/>
                  <a:gd name="connsiteY227" fmla="*/ 240676 h 542907"/>
                  <a:gd name="connsiteX228" fmla="*/ 428265 w 513823"/>
                  <a:gd name="connsiteY228" fmla="*/ 246039 h 542907"/>
                  <a:gd name="connsiteX229" fmla="*/ 425880 w 513823"/>
                  <a:gd name="connsiteY229" fmla="*/ 246046 h 542907"/>
                  <a:gd name="connsiteX230" fmla="*/ 422734 w 513823"/>
                  <a:gd name="connsiteY230" fmla="*/ 246151 h 542907"/>
                  <a:gd name="connsiteX231" fmla="*/ 419623 w 513823"/>
                  <a:gd name="connsiteY231" fmla="*/ 246213 h 542907"/>
                  <a:gd name="connsiteX232" fmla="*/ 412176 w 513823"/>
                  <a:gd name="connsiteY232" fmla="*/ 252296 h 542907"/>
                  <a:gd name="connsiteX233" fmla="*/ 426477 w 513823"/>
                  <a:gd name="connsiteY233" fmla="*/ 252296 h 542907"/>
                  <a:gd name="connsiteX234" fmla="*/ 429159 w 513823"/>
                  <a:gd name="connsiteY234" fmla="*/ 258553 h 542907"/>
                  <a:gd name="connsiteX235" fmla="*/ 431215 w 513823"/>
                  <a:gd name="connsiteY235" fmla="*/ 258490 h 542907"/>
                  <a:gd name="connsiteX236" fmla="*/ 433907 w 513823"/>
                  <a:gd name="connsiteY236" fmla="*/ 258441 h 542907"/>
                  <a:gd name="connsiteX237" fmla="*/ 436578 w 513823"/>
                  <a:gd name="connsiteY237" fmla="*/ 258378 h 542907"/>
                  <a:gd name="connsiteX238" fmla="*/ 441673 w 513823"/>
                  <a:gd name="connsiteY238" fmla="*/ 260340 h 542907"/>
                  <a:gd name="connsiteX239" fmla="*/ 442566 w 513823"/>
                  <a:gd name="connsiteY239" fmla="*/ 263916 h 542907"/>
                  <a:gd name="connsiteX240" fmla="*/ 452399 w 513823"/>
                  <a:gd name="connsiteY240" fmla="*/ 265703 h 542907"/>
                  <a:gd name="connsiteX241" fmla="*/ 453293 w 513823"/>
                  <a:gd name="connsiteY241" fmla="*/ 271066 h 542907"/>
                  <a:gd name="connsiteX242" fmla="*/ 456756 w 513823"/>
                  <a:gd name="connsiteY242" fmla="*/ 271681 h 542907"/>
                  <a:gd name="connsiteX243" fmla="*/ 460443 w 513823"/>
                  <a:gd name="connsiteY243" fmla="*/ 272854 h 542907"/>
                  <a:gd name="connsiteX244" fmla="*/ 462231 w 513823"/>
                  <a:gd name="connsiteY244" fmla="*/ 277323 h 542907"/>
                  <a:gd name="connsiteX245" fmla="*/ 465192 w 513823"/>
                  <a:gd name="connsiteY245" fmla="*/ 277491 h 542907"/>
                  <a:gd name="connsiteX246" fmla="*/ 469940 w 513823"/>
                  <a:gd name="connsiteY246" fmla="*/ 280340 h 542907"/>
                  <a:gd name="connsiteX247" fmla="*/ 471169 w 513823"/>
                  <a:gd name="connsiteY247" fmla="*/ 282686 h 542907"/>
                  <a:gd name="connsiteX248" fmla="*/ 475639 w 513823"/>
                  <a:gd name="connsiteY248" fmla="*/ 285368 h 542907"/>
                  <a:gd name="connsiteX249" fmla="*/ 477426 w 513823"/>
                  <a:gd name="connsiteY249" fmla="*/ 288943 h 542907"/>
                  <a:gd name="connsiteX250" fmla="*/ 479270 w 513823"/>
                  <a:gd name="connsiteY250" fmla="*/ 289669 h 542907"/>
                  <a:gd name="connsiteX251" fmla="*/ 481002 w 513823"/>
                  <a:gd name="connsiteY251" fmla="*/ 290731 h 542907"/>
                  <a:gd name="connsiteX252" fmla="*/ 481895 w 513823"/>
                  <a:gd name="connsiteY252" fmla="*/ 296988 h 542907"/>
                  <a:gd name="connsiteX253" fmla="*/ 484465 w 513823"/>
                  <a:gd name="connsiteY253" fmla="*/ 297491 h 542907"/>
                  <a:gd name="connsiteX254" fmla="*/ 488488 w 513823"/>
                  <a:gd name="connsiteY254" fmla="*/ 302016 h 542907"/>
                  <a:gd name="connsiteX255" fmla="*/ 489046 w 513823"/>
                  <a:gd name="connsiteY255" fmla="*/ 305032 h 542907"/>
                  <a:gd name="connsiteX256" fmla="*/ 493515 w 513823"/>
                  <a:gd name="connsiteY256" fmla="*/ 305926 h 542907"/>
                  <a:gd name="connsiteX257" fmla="*/ 495303 w 513823"/>
                  <a:gd name="connsiteY257" fmla="*/ 316652 h 542907"/>
                  <a:gd name="connsiteX258" fmla="*/ 500666 w 513823"/>
                  <a:gd name="connsiteY258" fmla="*/ 317546 h 542907"/>
                  <a:gd name="connsiteX259" fmla="*/ 501560 w 513823"/>
                  <a:gd name="connsiteY259" fmla="*/ 330954 h 542907"/>
                  <a:gd name="connsiteX260" fmla="*/ 506923 w 513823"/>
                  <a:gd name="connsiteY260" fmla="*/ 332741 h 542907"/>
                  <a:gd name="connsiteX261" fmla="*/ 506991 w 513823"/>
                  <a:gd name="connsiteY261" fmla="*/ 334846 h 542907"/>
                  <a:gd name="connsiteX262" fmla="*/ 507314 w 513823"/>
                  <a:gd name="connsiteY262" fmla="*/ 344250 h 542907"/>
                  <a:gd name="connsiteX263" fmla="*/ 507421 w 513823"/>
                  <a:gd name="connsiteY263" fmla="*/ 347563 h 542907"/>
                  <a:gd name="connsiteX264" fmla="*/ 507534 w 513823"/>
                  <a:gd name="connsiteY264" fmla="*/ 350723 h 542907"/>
                  <a:gd name="connsiteX265" fmla="*/ 507633 w 513823"/>
                  <a:gd name="connsiteY265" fmla="*/ 353645 h 542907"/>
                  <a:gd name="connsiteX266" fmla="*/ 508711 w 513823"/>
                  <a:gd name="connsiteY266" fmla="*/ 357769 h 542907"/>
                  <a:gd name="connsiteX267" fmla="*/ 513180 w 513823"/>
                  <a:gd name="connsiteY267" fmla="*/ 358663 h 542907"/>
                  <a:gd name="connsiteX268" fmla="*/ 513180 w 513823"/>
                  <a:gd name="connsiteY268" fmla="*/ 412293 h 542907"/>
                  <a:gd name="connsiteX269" fmla="*/ 508711 w 513823"/>
                  <a:gd name="connsiteY269" fmla="*/ 412293 h 542907"/>
                  <a:gd name="connsiteX270" fmla="*/ 507534 w 513823"/>
                  <a:gd name="connsiteY270" fmla="*/ 422873 h 542907"/>
                  <a:gd name="connsiteX271" fmla="*/ 507421 w 513823"/>
                  <a:gd name="connsiteY271" fmla="*/ 425753 h 542907"/>
                  <a:gd name="connsiteX272" fmla="*/ 507314 w 513823"/>
                  <a:gd name="connsiteY272" fmla="*/ 428718 h 542907"/>
                  <a:gd name="connsiteX273" fmla="*/ 507197 w 513823"/>
                  <a:gd name="connsiteY273" fmla="*/ 431745 h 542907"/>
                  <a:gd name="connsiteX274" fmla="*/ 506923 w 513823"/>
                  <a:gd name="connsiteY274" fmla="*/ 439109 h 542907"/>
                  <a:gd name="connsiteX275" fmla="*/ 502454 w 513823"/>
                  <a:gd name="connsiteY275" fmla="*/ 439109 h 542907"/>
                  <a:gd name="connsiteX276" fmla="*/ 501057 w 513823"/>
                  <a:gd name="connsiteY276" fmla="*/ 448159 h 542907"/>
                  <a:gd name="connsiteX277" fmla="*/ 500940 w 513823"/>
                  <a:gd name="connsiteY277" fmla="*/ 450201 h 542907"/>
                  <a:gd name="connsiteX278" fmla="*/ 500666 w 513823"/>
                  <a:gd name="connsiteY278" fmla="*/ 455198 h 542907"/>
                  <a:gd name="connsiteX279" fmla="*/ 495303 w 513823"/>
                  <a:gd name="connsiteY279" fmla="*/ 455198 h 542907"/>
                  <a:gd name="connsiteX280" fmla="*/ 494856 w 513823"/>
                  <a:gd name="connsiteY280" fmla="*/ 460058 h 542907"/>
                  <a:gd name="connsiteX281" fmla="*/ 494605 w 513823"/>
                  <a:gd name="connsiteY281" fmla="*/ 462792 h 542907"/>
                  <a:gd name="connsiteX282" fmla="*/ 494409 w 513823"/>
                  <a:gd name="connsiteY282" fmla="*/ 465924 h 542907"/>
                  <a:gd name="connsiteX283" fmla="*/ 489046 w 513823"/>
                  <a:gd name="connsiteY283" fmla="*/ 467711 h 542907"/>
                  <a:gd name="connsiteX284" fmla="*/ 487258 w 513823"/>
                  <a:gd name="connsiteY284" fmla="*/ 476650 h 542907"/>
                  <a:gd name="connsiteX285" fmla="*/ 484689 w 513823"/>
                  <a:gd name="connsiteY285" fmla="*/ 477153 h 542907"/>
                  <a:gd name="connsiteX286" fmla="*/ 480666 w 513823"/>
                  <a:gd name="connsiteY286" fmla="*/ 481678 h 542907"/>
                  <a:gd name="connsiteX287" fmla="*/ 480108 w 513823"/>
                  <a:gd name="connsiteY287" fmla="*/ 484694 h 542907"/>
                  <a:gd name="connsiteX288" fmla="*/ 475639 w 513823"/>
                  <a:gd name="connsiteY288" fmla="*/ 485588 h 542907"/>
                  <a:gd name="connsiteX289" fmla="*/ 474745 w 513823"/>
                  <a:gd name="connsiteY289" fmla="*/ 491845 h 542907"/>
                  <a:gd name="connsiteX290" fmla="*/ 469382 w 513823"/>
                  <a:gd name="connsiteY290" fmla="*/ 493633 h 542907"/>
                  <a:gd name="connsiteX291" fmla="*/ 468488 w 513823"/>
                  <a:gd name="connsiteY291" fmla="*/ 498102 h 542907"/>
                  <a:gd name="connsiteX292" fmla="*/ 463125 w 513823"/>
                  <a:gd name="connsiteY292" fmla="*/ 498102 h 542907"/>
                  <a:gd name="connsiteX293" fmla="*/ 461337 w 513823"/>
                  <a:gd name="connsiteY293" fmla="*/ 504359 h 542907"/>
                  <a:gd name="connsiteX294" fmla="*/ 458767 w 513823"/>
                  <a:gd name="connsiteY294" fmla="*/ 504527 h 542907"/>
                  <a:gd name="connsiteX295" fmla="*/ 455974 w 513823"/>
                  <a:gd name="connsiteY295" fmla="*/ 505253 h 542907"/>
                  <a:gd name="connsiteX296" fmla="*/ 455136 w 513823"/>
                  <a:gd name="connsiteY296" fmla="*/ 507432 h 542907"/>
                  <a:gd name="connsiteX297" fmla="*/ 454186 w 513823"/>
                  <a:gd name="connsiteY297" fmla="*/ 509722 h 542907"/>
                  <a:gd name="connsiteX298" fmla="*/ 451058 w 513823"/>
                  <a:gd name="connsiteY298" fmla="*/ 510560 h 542907"/>
                  <a:gd name="connsiteX299" fmla="*/ 447929 w 513823"/>
                  <a:gd name="connsiteY299" fmla="*/ 511510 h 542907"/>
                  <a:gd name="connsiteX300" fmla="*/ 446142 w 513823"/>
                  <a:gd name="connsiteY300" fmla="*/ 516873 h 542907"/>
                  <a:gd name="connsiteX301" fmla="*/ 435416 w 513823"/>
                  <a:gd name="connsiteY301" fmla="*/ 517767 h 542907"/>
                  <a:gd name="connsiteX302" fmla="*/ 435416 w 513823"/>
                  <a:gd name="connsiteY302" fmla="*/ 523130 h 542907"/>
                  <a:gd name="connsiteX303" fmla="*/ 422902 w 513823"/>
                  <a:gd name="connsiteY303" fmla="*/ 524917 h 542907"/>
                  <a:gd name="connsiteX304" fmla="*/ 421114 w 513823"/>
                  <a:gd name="connsiteY304" fmla="*/ 530280 h 542907"/>
                  <a:gd name="connsiteX305" fmla="*/ 419598 w 513823"/>
                  <a:gd name="connsiteY305" fmla="*/ 530334 h 542907"/>
                  <a:gd name="connsiteX306" fmla="*/ 412790 w 513823"/>
                  <a:gd name="connsiteY306" fmla="*/ 530616 h 542907"/>
                  <a:gd name="connsiteX307" fmla="*/ 410404 w 513823"/>
                  <a:gd name="connsiteY307" fmla="*/ 530699 h 542907"/>
                  <a:gd name="connsiteX308" fmla="*/ 408108 w 513823"/>
                  <a:gd name="connsiteY308" fmla="*/ 530804 h 542907"/>
                  <a:gd name="connsiteX309" fmla="*/ 405995 w 513823"/>
                  <a:gd name="connsiteY309" fmla="*/ 530889 h 542907"/>
                  <a:gd name="connsiteX310" fmla="*/ 401450 w 513823"/>
                  <a:gd name="connsiteY310" fmla="*/ 532962 h 542907"/>
                  <a:gd name="connsiteX311" fmla="*/ 401450 w 513823"/>
                  <a:gd name="connsiteY311" fmla="*/ 536537 h 542907"/>
                  <a:gd name="connsiteX312" fmla="*/ 398456 w 513823"/>
                  <a:gd name="connsiteY312" fmla="*/ 536591 h 542907"/>
                  <a:gd name="connsiteX313" fmla="*/ 387467 w 513823"/>
                  <a:gd name="connsiteY313" fmla="*/ 536821 h 542907"/>
                  <a:gd name="connsiteX314" fmla="*/ 382710 w 513823"/>
                  <a:gd name="connsiteY314" fmla="*/ 536914 h 542907"/>
                  <a:gd name="connsiteX315" fmla="*/ 375874 w 513823"/>
                  <a:gd name="connsiteY315" fmla="*/ 537061 h 542907"/>
                  <a:gd name="connsiteX316" fmla="*/ 373724 w 513823"/>
                  <a:gd name="connsiteY316" fmla="*/ 537092 h 542907"/>
                  <a:gd name="connsiteX317" fmla="*/ 365696 w 513823"/>
                  <a:gd name="connsiteY317" fmla="*/ 539219 h 542907"/>
                  <a:gd name="connsiteX318" fmla="*/ 365696 w 513823"/>
                  <a:gd name="connsiteY318" fmla="*/ 542794 h 542907"/>
                  <a:gd name="connsiteX319" fmla="*/ 226365 w 513823"/>
                  <a:gd name="connsiteY319" fmla="*/ 542840 h 542907"/>
                  <a:gd name="connsiteX320" fmla="*/ 209934 w 513823"/>
                  <a:gd name="connsiteY320" fmla="*/ 542843 h 542907"/>
                  <a:gd name="connsiteX321" fmla="*/ 206630 w 513823"/>
                  <a:gd name="connsiteY321" fmla="*/ 542844 h 542907"/>
                  <a:gd name="connsiteX322" fmla="*/ 153588 w 513823"/>
                  <a:gd name="connsiteY322" fmla="*/ 542863 h 542907"/>
                  <a:gd name="connsiteX323" fmla="*/ 99206 w 513823"/>
                  <a:gd name="connsiteY323" fmla="*/ 542878 h 542907"/>
                  <a:gd name="connsiteX324" fmla="*/ 65620 w 513823"/>
                  <a:gd name="connsiteY324" fmla="*/ 542891 h 542907"/>
                  <a:gd name="connsiteX325" fmla="*/ 42623 w 513823"/>
                  <a:gd name="connsiteY325" fmla="*/ 542896 h 542907"/>
                  <a:gd name="connsiteX326" fmla="*/ 29333 w 513823"/>
                  <a:gd name="connsiteY326" fmla="*/ 542901 h 542907"/>
                  <a:gd name="connsiteX327" fmla="*/ 17188 w 513823"/>
                  <a:gd name="connsiteY327" fmla="*/ 542902 h 542907"/>
                  <a:gd name="connsiteX328" fmla="*/ 12774 w 513823"/>
                  <a:gd name="connsiteY328" fmla="*/ 542906 h 542907"/>
                  <a:gd name="connsiteX329" fmla="*/ 6814 w 513823"/>
                  <a:gd name="connsiteY329" fmla="*/ 542904 h 542907"/>
                  <a:gd name="connsiteX330" fmla="*/ 3458 w 513823"/>
                  <a:gd name="connsiteY330" fmla="*/ 542905 h 542907"/>
                  <a:gd name="connsiteX331" fmla="*/ 115 w 513823"/>
                  <a:gd name="connsiteY331" fmla="*/ 541900 h 542907"/>
                  <a:gd name="connsiteX332" fmla="*/ 5 w 513823"/>
                  <a:gd name="connsiteY332" fmla="*/ 533359 h 542907"/>
                  <a:gd name="connsiteX333" fmla="*/ 2 w 513823"/>
                  <a:gd name="connsiteY333" fmla="*/ 530594 h 542907"/>
                  <a:gd name="connsiteX334" fmla="*/ 7 w 513823"/>
                  <a:gd name="connsiteY334" fmla="*/ 521297 h 542907"/>
                  <a:gd name="connsiteX335" fmla="*/ 5 w 513823"/>
                  <a:gd name="connsiteY335" fmla="*/ 514614 h 542907"/>
                  <a:gd name="connsiteX336" fmla="*/ 8 w 513823"/>
                  <a:gd name="connsiteY336" fmla="*/ 500020 h 542907"/>
                  <a:gd name="connsiteX337" fmla="*/ 13 w 513823"/>
                  <a:gd name="connsiteY337" fmla="*/ 478320 h 542907"/>
                  <a:gd name="connsiteX338" fmla="*/ 20 w 513823"/>
                  <a:gd name="connsiteY338" fmla="*/ 441822 h 542907"/>
                  <a:gd name="connsiteX339" fmla="*/ 30 w 513823"/>
                  <a:gd name="connsiteY339" fmla="*/ 405667 h 542907"/>
                  <a:gd name="connsiteX340" fmla="*/ 30 w 513823"/>
                  <a:gd name="connsiteY340" fmla="*/ 403400 h 542907"/>
                  <a:gd name="connsiteX341" fmla="*/ 31 w 513823"/>
                  <a:gd name="connsiteY341" fmla="*/ 391998 h 542907"/>
                  <a:gd name="connsiteX342" fmla="*/ 47 w 513823"/>
                  <a:gd name="connsiteY342" fmla="*/ 311171 h 542907"/>
                  <a:gd name="connsiteX343" fmla="*/ 66 w 513823"/>
                  <a:gd name="connsiteY343" fmla="*/ 232633 h 542907"/>
                  <a:gd name="connsiteX344" fmla="*/ 66 w 513823"/>
                  <a:gd name="connsiteY344" fmla="*/ 230189 h 542907"/>
                  <a:gd name="connsiteX345" fmla="*/ 69 w 513823"/>
                  <a:gd name="connsiteY345" fmla="*/ 205892 h 542907"/>
                  <a:gd name="connsiteX346" fmla="*/ 77 w 513823"/>
                  <a:gd name="connsiteY346" fmla="*/ 156394 h 542907"/>
                  <a:gd name="connsiteX347" fmla="*/ 77 w 513823"/>
                  <a:gd name="connsiteY347" fmla="*/ 154095 h 542907"/>
                  <a:gd name="connsiteX348" fmla="*/ 115 w 513823"/>
                  <a:gd name="connsiteY348" fmla="*/ 2020 h 542907"/>
                  <a:gd name="connsiteX349" fmla="*/ 9908 w 513823"/>
                  <a:gd name="connsiteY349" fmla="*/ 10 h 542907"/>
                  <a:gd name="connsiteX350" fmla="*/ 11814 w 513823"/>
                  <a:gd name="connsiteY350" fmla="*/ 3 h 54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513823" h="542907">
                    <a:moveTo>
                      <a:pt x="249118" y="316673"/>
                    </a:moveTo>
                    <a:cubicBezTo>
                      <a:pt x="248434" y="316683"/>
                      <a:pt x="247770" y="316693"/>
                      <a:pt x="247106" y="316702"/>
                    </a:cubicBezTo>
                    <a:cubicBezTo>
                      <a:pt x="244861" y="316701"/>
                      <a:pt x="242617" y="316704"/>
                      <a:pt x="240372" y="316723"/>
                    </a:cubicBezTo>
                    <a:cubicBezTo>
                      <a:pt x="238768" y="316738"/>
                      <a:pt x="237164" y="316747"/>
                      <a:pt x="235561" y="316752"/>
                    </a:cubicBezTo>
                    <a:cubicBezTo>
                      <a:pt x="231359" y="316759"/>
                      <a:pt x="227157" y="316775"/>
                      <a:pt x="222955" y="316804"/>
                    </a:cubicBezTo>
                    <a:cubicBezTo>
                      <a:pt x="218601" y="316835"/>
                      <a:pt x="214246" y="316854"/>
                      <a:pt x="209891" y="316868"/>
                    </a:cubicBezTo>
                    <a:cubicBezTo>
                      <a:pt x="200513" y="316897"/>
                      <a:pt x="191135" y="316945"/>
                      <a:pt x="181757" y="317007"/>
                    </a:cubicBezTo>
                    <a:cubicBezTo>
                      <a:pt x="181453" y="317614"/>
                      <a:pt x="181158" y="318204"/>
                      <a:pt x="180863" y="318794"/>
                    </a:cubicBezTo>
                    <a:cubicBezTo>
                      <a:pt x="181607" y="322340"/>
                      <a:pt x="181865" y="325567"/>
                      <a:pt x="181878" y="329179"/>
                    </a:cubicBezTo>
                    <a:cubicBezTo>
                      <a:pt x="181876" y="329976"/>
                      <a:pt x="181874" y="330750"/>
                      <a:pt x="181873" y="331523"/>
                    </a:cubicBezTo>
                    <a:cubicBezTo>
                      <a:pt x="181877" y="334142"/>
                      <a:pt x="181881" y="336761"/>
                      <a:pt x="181879" y="339380"/>
                    </a:cubicBezTo>
                    <a:cubicBezTo>
                      <a:pt x="181877" y="341252"/>
                      <a:pt x="181876" y="343125"/>
                      <a:pt x="181876" y="344997"/>
                    </a:cubicBezTo>
                    <a:cubicBezTo>
                      <a:pt x="181879" y="348900"/>
                      <a:pt x="181880" y="352803"/>
                      <a:pt x="181877" y="356706"/>
                    </a:cubicBezTo>
                    <a:cubicBezTo>
                      <a:pt x="181871" y="361785"/>
                      <a:pt x="181868" y="366863"/>
                      <a:pt x="181873" y="371942"/>
                    </a:cubicBezTo>
                    <a:cubicBezTo>
                      <a:pt x="181878" y="375905"/>
                      <a:pt x="181879" y="379868"/>
                      <a:pt x="181878" y="383831"/>
                    </a:cubicBezTo>
                    <a:cubicBezTo>
                      <a:pt x="181877" y="385720"/>
                      <a:pt x="181876" y="387609"/>
                      <a:pt x="181876" y="389499"/>
                    </a:cubicBezTo>
                    <a:cubicBezTo>
                      <a:pt x="181879" y="392219"/>
                      <a:pt x="181881" y="394940"/>
                      <a:pt x="181877" y="397661"/>
                    </a:cubicBezTo>
                    <a:cubicBezTo>
                      <a:pt x="181876" y="398507"/>
                      <a:pt x="181874" y="399329"/>
                      <a:pt x="181873" y="400150"/>
                    </a:cubicBezTo>
                    <a:cubicBezTo>
                      <a:pt x="181879" y="402833"/>
                      <a:pt x="181843" y="405495"/>
                      <a:pt x="181757" y="408178"/>
                    </a:cubicBezTo>
                    <a:cubicBezTo>
                      <a:pt x="180823" y="410979"/>
                      <a:pt x="180922" y="411745"/>
                      <a:pt x="181757" y="414435"/>
                    </a:cubicBezTo>
                    <a:cubicBezTo>
                      <a:pt x="190412" y="414454"/>
                      <a:pt x="199068" y="414469"/>
                      <a:pt x="207724" y="414479"/>
                    </a:cubicBezTo>
                    <a:cubicBezTo>
                      <a:pt x="212133" y="414484"/>
                      <a:pt x="216543" y="414488"/>
                      <a:pt x="220952" y="414497"/>
                    </a:cubicBezTo>
                    <a:cubicBezTo>
                      <a:pt x="225275" y="414507"/>
                      <a:pt x="229599" y="414515"/>
                      <a:pt x="233922" y="414519"/>
                    </a:cubicBezTo>
                    <a:cubicBezTo>
                      <a:pt x="235563" y="414520"/>
                      <a:pt x="237203" y="414521"/>
                      <a:pt x="238844" y="414523"/>
                    </a:cubicBezTo>
                    <a:cubicBezTo>
                      <a:pt x="241214" y="414530"/>
                      <a:pt x="243584" y="414537"/>
                      <a:pt x="245954" y="414537"/>
                    </a:cubicBezTo>
                    <a:cubicBezTo>
                      <a:pt x="246690" y="414537"/>
                      <a:pt x="247406" y="414537"/>
                      <a:pt x="248121" y="414537"/>
                    </a:cubicBezTo>
                    <a:cubicBezTo>
                      <a:pt x="251156" y="414551"/>
                      <a:pt x="254073" y="414925"/>
                      <a:pt x="256840" y="413542"/>
                    </a:cubicBezTo>
                    <a:cubicBezTo>
                      <a:pt x="257029" y="412611"/>
                      <a:pt x="257214" y="411707"/>
                      <a:pt x="257398" y="410804"/>
                    </a:cubicBezTo>
                    <a:cubicBezTo>
                      <a:pt x="257567" y="409478"/>
                      <a:pt x="257567" y="409478"/>
                      <a:pt x="257733" y="408178"/>
                    </a:cubicBezTo>
                    <a:cubicBezTo>
                      <a:pt x="262624" y="408216"/>
                      <a:pt x="267514" y="408246"/>
                      <a:pt x="272405" y="408266"/>
                    </a:cubicBezTo>
                    <a:cubicBezTo>
                      <a:pt x="274404" y="408273"/>
                      <a:pt x="276404" y="408281"/>
                      <a:pt x="278403" y="408290"/>
                    </a:cubicBezTo>
                    <a:cubicBezTo>
                      <a:pt x="281345" y="408313"/>
                      <a:pt x="284286" y="408335"/>
                      <a:pt x="287228" y="408345"/>
                    </a:cubicBezTo>
                    <a:cubicBezTo>
                      <a:pt x="288181" y="408348"/>
                      <a:pt x="289106" y="408351"/>
                      <a:pt x="290030" y="408353"/>
                    </a:cubicBezTo>
                    <a:cubicBezTo>
                      <a:pt x="294501" y="408399"/>
                      <a:pt x="298622" y="408451"/>
                      <a:pt x="302984" y="407392"/>
                    </a:cubicBezTo>
                    <a:cubicBezTo>
                      <a:pt x="305107" y="406391"/>
                      <a:pt x="305107" y="406391"/>
                      <a:pt x="305889" y="404491"/>
                    </a:cubicBezTo>
                    <a:cubicBezTo>
                      <a:pt x="305927" y="403922"/>
                      <a:pt x="305964" y="403368"/>
                      <a:pt x="306001" y="402815"/>
                    </a:cubicBezTo>
                    <a:cubicBezTo>
                      <a:pt x="309804" y="402368"/>
                      <a:pt x="313387" y="402082"/>
                      <a:pt x="316727" y="400134"/>
                    </a:cubicBezTo>
                    <a:cubicBezTo>
                      <a:pt x="317605" y="398339"/>
                      <a:pt x="318500" y="396551"/>
                      <a:pt x="319408" y="394771"/>
                    </a:cubicBezTo>
                    <a:cubicBezTo>
                      <a:pt x="322146" y="393598"/>
                      <a:pt x="322146" y="393598"/>
                      <a:pt x="324772" y="392089"/>
                    </a:cubicBezTo>
                    <a:cubicBezTo>
                      <a:pt x="325582" y="389966"/>
                      <a:pt x="325992" y="387951"/>
                      <a:pt x="326357" y="385710"/>
                    </a:cubicBezTo>
                    <a:cubicBezTo>
                      <a:pt x="326426" y="385144"/>
                      <a:pt x="326492" y="384594"/>
                      <a:pt x="326559" y="384045"/>
                    </a:cubicBezTo>
                    <a:cubicBezTo>
                      <a:pt x="328235" y="383765"/>
                      <a:pt x="328235" y="383765"/>
                      <a:pt x="330135" y="383151"/>
                    </a:cubicBezTo>
                    <a:cubicBezTo>
                      <a:pt x="332049" y="380279"/>
                      <a:pt x="332133" y="378784"/>
                      <a:pt x="332148" y="375419"/>
                    </a:cubicBezTo>
                    <a:cubicBezTo>
                      <a:pt x="332141" y="374731"/>
                      <a:pt x="332135" y="374063"/>
                      <a:pt x="332128" y="373395"/>
                    </a:cubicBezTo>
                    <a:cubicBezTo>
                      <a:pt x="332127" y="371983"/>
                      <a:pt x="332126" y="370570"/>
                      <a:pt x="332123" y="369157"/>
                    </a:cubicBezTo>
                    <a:cubicBezTo>
                      <a:pt x="332106" y="366928"/>
                      <a:pt x="332090" y="364700"/>
                      <a:pt x="332088" y="362471"/>
                    </a:cubicBezTo>
                    <a:cubicBezTo>
                      <a:pt x="332088" y="361015"/>
                      <a:pt x="332086" y="359559"/>
                      <a:pt x="332081" y="358103"/>
                    </a:cubicBezTo>
                    <a:cubicBezTo>
                      <a:pt x="332078" y="357395"/>
                      <a:pt x="332075" y="356708"/>
                      <a:pt x="332072" y="356021"/>
                    </a:cubicBezTo>
                    <a:cubicBezTo>
                      <a:pt x="332069" y="353734"/>
                      <a:pt x="332024" y="351472"/>
                      <a:pt x="331922" y="349185"/>
                    </a:cubicBezTo>
                    <a:cubicBezTo>
                      <a:pt x="331028" y="348291"/>
                      <a:pt x="331028" y="348291"/>
                      <a:pt x="328738" y="347341"/>
                    </a:cubicBezTo>
                    <a:cubicBezTo>
                      <a:pt x="327997" y="347056"/>
                      <a:pt x="327278" y="346780"/>
                      <a:pt x="326559" y="346503"/>
                    </a:cubicBezTo>
                    <a:cubicBezTo>
                      <a:pt x="326524" y="345548"/>
                      <a:pt x="326524" y="345548"/>
                      <a:pt x="326489" y="344611"/>
                    </a:cubicBezTo>
                    <a:cubicBezTo>
                      <a:pt x="326437" y="343773"/>
                      <a:pt x="326386" y="342959"/>
                      <a:pt x="326336" y="342146"/>
                    </a:cubicBezTo>
                    <a:cubicBezTo>
                      <a:pt x="326210" y="339695"/>
                      <a:pt x="326210" y="339695"/>
                      <a:pt x="325665" y="337565"/>
                    </a:cubicBezTo>
                    <a:cubicBezTo>
                      <a:pt x="323549" y="336073"/>
                      <a:pt x="322649" y="335684"/>
                      <a:pt x="320079" y="336113"/>
                    </a:cubicBezTo>
                    <a:cubicBezTo>
                      <a:pt x="319547" y="336302"/>
                      <a:pt x="319031" y="336487"/>
                      <a:pt x="318515" y="336671"/>
                    </a:cubicBezTo>
                    <a:cubicBezTo>
                      <a:pt x="318626" y="334548"/>
                      <a:pt x="318626" y="334548"/>
                      <a:pt x="318515" y="332202"/>
                    </a:cubicBezTo>
                    <a:cubicBezTo>
                      <a:pt x="316727" y="330414"/>
                      <a:pt x="316727" y="330414"/>
                      <a:pt x="314402" y="330044"/>
                    </a:cubicBezTo>
                    <a:cubicBezTo>
                      <a:pt x="313037" y="329949"/>
                      <a:pt x="313037" y="329949"/>
                      <a:pt x="311699" y="329856"/>
                    </a:cubicBezTo>
                    <a:cubicBezTo>
                      <a:pt x="310327" y="329753"/>
                      <a:pt x="310327" y="329753"/>
                      <a:pt x="308983" y="329653"/>
                    </a:cubicBezTo>
                    <a:cubicBezTo>
                      <a:pt x="308273" y="329608"/>
                      <a:pt x="307584" y="329564"/>
                      <a:pt x="306895" y="329520"/>
                    </a:cubicBezTo>
                    <a:cubicBezTo>
                      <a:pt x="306591" y="327697"/>
                      <a:pt x="306296" y="325927"/>
                      <a:pt x="306001" y="324157"/>
                    </a:cubicBezTo>
                    <a:cubicBezTo>
                      <a:pt x="300940" y="323505"/>
                      <a:pt x="296014" y="323162"/>
                      <a:pt x="290912" y="323162"/>
                    </a:cubicBezTo>
                    <a:cubicBezTo>
                      <a:pt x="289629" y="323169"/>
                      <a:pt x="289629" y="323169"/>
                      <a:pt x="288372" y="323176"/>
                    </a:cubicBezTo>
                    <a:cubicBezTo>
                      <a:pt x="285636" y="323180"/>
                      <a:pt x="282900" y="323185"/>
                      <a:pt x="280164" y="323196"/>
                    </a:cubicBezTo>
                    <a:cubicBezTo>
                      <a:pt x="278268" y="323204"/>
                      <a:pt x="276372" y="323210"/>
                      <a:pt x="274477" y="323214"/>
                    </a:cubicBezTo>
                    <a:cubicBezTo>
                      <a:pt x="270084" y="323223"/>
                      <a:pt x="265691" y="323233"/>
                      <a:pt x="261298" y="323249"/>
                    </a:cubicBezTo>
                    <a:cubicBezTo>
                      <a:pt x="259498" y="323257"/>
                      <a:pt x="259498" y="323257"/>
                      <a:pt x="257733" y="323264"/>
                    </a:cubicBezTo>
                    <a:cubicBezTo>
                      <a:pt x="257733" y="319688"/>
                      <a:pt x="257733" y="319688"/>
                      <a:pt x="256386" y="318143"/>
                    </a:cubicBezTo>
                    <a:cubicBezTo>
                      <a:pt x="253898" y="316874"/>
                      <a:pt x="251892" y="316690"/>
                      <a:pt x="249118" y="316673"/>
                    </a:cubicBezTo>
                    <a:close/>
                    <a:moveTo>
                      <a:pt x="230214" y="116223"/>
                    </a:moveTo>
                    <a:cubicBezTo>
                      <a:pt x="228921" y="116232"/>
                      <a:pt x="227628" y="116237"/>
                      <a:pt x="226335" y="116237"/>
                    </a:cubicBezTo>
                    <a:cubicBezTo>
                      <a:pt x="223633" y="116235"/>
                      <a:pt x="220930" y="116235"/>
                      <a:pt x="218228" y="116248"/>
                    </a:cubicBezTo>
                    <a:cubicBezTo>
                      <a:pt x="214720" y="116269"/>
                      <a:pt x="211211" y="116284"/>
                      <a:pt x="207703" y="116279"/>
                    </a:cubicBezTo>
                    <a:cubicBezTo>
                      <a:pt x="204959" y="116274"/>
                      <a:pt x="202215" y="116274"/>
                      <a:pt x="199470" y="116281"/>
                    </a:cubicBezTo>
                    <a:cubicBezTo>
                      <a:pt x="198163" y="116285"/>
                      <a:pt x="196856" y="116289"/>
                      <a:pt x="195549" y="116292"/>
                    </a:cubicBezTo>
                    <a:cubicBezTo>
                      <a:pt x="194272" y="116291"/>
                      <a:pt x="192994" y="116290"/>
                      <a:pt x="191717" y="116290"/>
                    </a:cubicBezTo>
                    <a:cubicBezTo>
                      <a:pt x="190518" y="116299"/>
                      <a:pt x="189355" y="116307"/>
                      <a:pt x="188191" y="116316"/>
                    </a:cubicBezTo>
                    <a:cubicBezTo>
                      <a:pt x="184745" y="116330"/>
                      <a:pt x="183331" y="115888"/>
                      <a:pt x="180870" y="118349"/>
                    </a:cubicBezTo>
                    <a:cubicBezTo>
                      <a:pt x="180982" y="118983"/>
                      <a:pt x="181090" y="119599"/>
                      <a:pt x="181198" y="120215"/>
                    </a:cubicBezTo>
                    <a:cubicBezTo>
                      <a:pt x="181794" y="122955"/>
                      <a:pt x="181875" y="125539"/>
                      <a:pt x="181885" y="128336"/>
                    </a:cubicBezTo>
                    <a:cubicBezTo>
                      <a:pt x="181883" y="129073"/>
                      <a:pt x="181881" y="129788"/>
                      <a:pt x="181880" y="130504"/>
                    </a:cubicBezTo>
                    <a:cubicBezTo>
                      <a:pt x="181885" y="132928"/>
                      <a:pt x="181888" y="135352"/>
                      <a:pt x="181886" y="137776"/>
                    </a:cubicBezTo>
                    <a:cubicBezTo>
                      <a:pt x="181884" y="139509"/>
                      <a:pt x="181883" y="141241"/>
                      <a:pt x="181884" y="142974"/>
                    </a:cubicBezTo>
                    <a:cubicBezTo>
                      <a:pt x="181886" y="146587"/>
                      <a:pt x="181887" y="150200"/>
                      <a:pt x="181884" y="153814"/>
                    </a:cubicBezTo>
                    <a:cubicBezTo>
                      <a:pt x="181878" y="158513"/>
                      <a:pt x="181875" y="163213"/>
                      <a:pt x="181881" y="167913"/>
                    </a:cubicBezTo>
                    <a:cubicBezTo>
                      <a:pt x="181885" y="171581"/>
                      <a:pt x="181887" y="175250"/>
                      <a:pt x="181885" y="178918"/>
                    </a:cubicBezTo>
                    <a:cubicBezTo>
                      <a:pt x="181884" y="180667"/>
                      <a:pt x="181883" y="182416"/>
                      <a:pt x="181883" y="184165"/>
                    </a:cubicBezTo>
                    <a:cubicBezTo>
                      <a:pt x="181886" y="186683"/>
                      <a:pt x="181888" y="189200"/>
                      <a:pt x="181884" y="191718"/>
                    </a:cubicBezTo>
                    <a:cubicBezTo>
                      <a:pt x="181882" y="192882"/>
                      <a:pt x="181882" y="192882"/>
                      <a:pt x="181880" y="194022"/>
                    </a:cubicBezTo>
                    <a:cubicBezTo>
                      <a:pt x="181886" y="196514"/>
                      <a:pt x="181850" y="198984"/>
                      <a:pt x="181764" y="201476"/>
                    </a:cubicBezTo>
                    <a:cubicBezTo>
                      <a:pt x="181460" y="202388"/>
                      <a:pt x="181165" y="203273"/>
                      <a:pt x="180870" y="204158"/>
                    </a:cubicBezTo>
                    <a:cubicBezTo>
                      <a:pt x="181708" y="206113"/>
                      <a:pt x="181708" y="206113"/>
                      <a:pt x="182658" y="207733"/>
                    </a:cubicBezTo>
                    <a:cubicBezTo>
                      <a:pt x="189652" y="207771"/>
                      <a:pt x="196646" y="207801"/>
                      <a:pt x="203640" y="207820"/>
                    </a:cubicBezTo>
                    <a:cubicBezTo>
                      <a:pt x="207212" y="207829"/>
                      <a:pt x="210783" y="207838"/>
                      <a:pt x="214354" y="207856"/>
                    </a:cubicBezTo>
                    <a:cubicBezTo>
                      <a:pt x="217847" y="207876"/>
                      <a:pt x="221340" y="207893"/>
                      <a:pt x="224833" y="207900"/>
                    </a:cubicBezTo>
                    <a:cubicBezTo>
                      <a:pt x="226166" y="207902"/>
                      <a:pt x="227500" y="207904"/>
                      <a:pt x="228834" y="207908"/>
                    </a:cubicBezTo>
                    <a:cubicBezTo>
                      <a:pt x="230744" y="207922"/>
                      <a:pt x="232654" y="207936"/>
                      <a:pt x="234565" y="207937"/>
                    </a:cubicBezTo>
                    <a:cubicBezTo>
                      <a:pt x="235167" y="207937"/>
                      <a:pt x="235752" y="207936"/>
                      <a:pt x="236337" y="207936"/>
                    </a:cubicBezTo>
                    <a:cubicBezTo>
                      <a:pt x="240904" y="207953"/>
                      <a:pt x="244496" y="207330"/>
                      <a:pt x="248802" y="205946"/>
                    </a:cubicBezTo>
                    <a:cubicBezTo>
                      <a:pt x="249113" y="204180"/>
                      <a:pt x="249113" y="204180"/>
                      <a:pt x="249696" y="202370"/>
                    </a:cubicBezTo>
                    <a:cubicBezTo>
                      <a:pt x="252816" y="201328"/>
                      <a:pt x="252816" y="201328"/>
                      <a:pt x="256159" y="201398"/>
                    </a:cubicBezTo>
                    <a:cubicBezTo>
                      <a:pt x="256814" y="201406"/>
                      <a:pt x="257450" y="201413"/>
                      <a:pt x="258086" y="201420"/>
                    </a:cubicBezTo>
                    <a:cubicBezTo>
                      <a:pt x="260857" y="201435"/>
                      <a:pt x="263629" y="201453"/>
                      <a:pt x="266400" y="201476"/>
                    </a:cubicBezTo>
                    <a:cubicBezTo>
                      <a:pt x="268491" y="201494"/>
                      <a:pt x="270582" y="201511"/>
                      <a:pt x="272674" y="201522"/>
                    </a:cubicBezTo>
                    <a:cubicBezTo>
                      <a:pt x="273686" y="201527"/>
                      <a:pt x="273686" y="201527"/>
                      <a:pt x="274678" y="201532"/>
                    </a:cubicBezTo>
                    <a:cubicBezTo>
                      <a:pt x="278248" y="201574"/>
                      <a:pt x="281768" y="201485"/>
                      <a:pt x="285330" y="201197"/>
                    </a:cubicBezTo>
                    <a:cubicBezTo>
                      <a:pt x="288131" y="200582"/>
                      <a:pt x="288131" y="200582"/>
                      <a:pt x="290086" y="197845"/>
                    </a:cubicBezTo>
                    <a:cubicBezTo>
                      <a:pt x="290637" y="196952"/>
                      <a:pt x="291172" y="196086"/>
                      <a:pt x="291707" y="195219"/>
                    </a:cubicBezTo>
                    <a:cubicBezTo>
                      <a:pt x="293532" y="195219"/>
                      <a:pt x="295359" y="195215"/>
                      <a:pt x="297181" y="195108"/>
                    </a:cubicBezTo>
                    <a:cubicBezTo>
                      <a:pt x="298857" y="194326"/>
                      <a:pt x="298857" y="194326"/>
                      <a:pt x="299975" y="191588"/>
                    </a:cubicBezTo>
                    <a:cubicBezTo>
                      <a:pt x="300313" y="190262"/>
                      <a:pt x="300313" y="190262"/>
                      <a:pt x="300645" y="188963"/>
                    </a:cubicBezTo>
                    <a:cubicBezTo>
                      <a:pt x="303326" y="188963"/>
                      <a:pt x="303326" y="188963"/>
                      <a:pt x="306008" y="187175"/>
                    </a:cubicBezTo>
                    <a:cubicBezTo>
                      <a:pt x="306164" y="186185"/>
                      <a:pt x="306314" y="185224"/>
                      <a:pt x="306465" y="184263"/>
                    </a:cubicBezTo>
                    <a:cubicBezTo>
                      <a:pt x="306519" y="183088"/>
                      <a:pt x="306571" y="181947"/>
                      <a:pt x="306623" y="180806"/>
                    </a:cubicBezTo>
                    <a:cubicBezTo>
                      <a:pt x="306712" y="179054"/>
                      <a:pt x="306712" y="179054"/>
                      <a:pt x="306801" y="177336"/>
                    </a:cubicBezTo>
                    <a:cubicBezTo>
                      <a:pt x="306835" y="176426"/>
                      <a:pt x="306868" y="175544"/>
                      <a:pt x="306902" y="174661"/>
                    </a:cubicBezTo>
                    <a:cubicBezTo>
                      <a:pt x="308117" y="174661"/>
                      <a:pt x="309297" y="174661"/>
                      <a:pt x="310477" y="174661"/>
                    </a:cubicBezTo>
                    <a:cubicBezTo>
                      <a:pt x="312265" y="171980"/>
                      <a:pt x="312265" y="171980"/>
                      <a:pt x="312496" y="169748"/>
                    </a:cubicBezTo>
                    <a:cubicBezTo>
                      <a:pt x="312498" y="168855"/>
                      <a:pt x="312500" y="167987"/>
                      <a:pt x="312502" y="167119"/>
                    </a:cubicBezTo>
                    <a:cubicBezTo>
                      <a:pt x="312505" y="166143"/>
                      <a:pt x="312507" y="165196"/>
                      <a:pt x="312509" y="164249"/>
                    </a:cubicBezTo>
                    <a:cubicBezTo>
                      <a:pt x="312502" y="163231"/>
                      <a:pt x="312495" y="162242"/>
                      <a:pt x="312488" y="161253"/>
                    </a:cubicBezTo>
                    <a:cubicBezTo>
                      <a:pt x="312495" y="160235"/>
                      <a:pt x="312502" y="159246"/>
                      <a:pt x="312509" y="158258"/>
                    </a:cubicBezTo>
                    <a:cubicBezTo>
                      <a:pt x="312507" y="157282"/>
                      <a:pt x="312505" y="156335"/>
                      <a:pt x="312502" y="155388"/>
                    </a:cubicBezTo>
                    <a:cubicBezTo>
                      <a:pt x="312494" y="151878"/>
                      <a:pt x="312478" y="150847"/>
                      <a:pt x="310477" y="147846"/>
                    </a:cubicBezTo>
                    <a:cubicBezTo>
                      <a:pt x="309292" y="147761"/>
                      <a:pt x="309292" y="147761"/>
                      <a:pt x="308131" y="147678"/>
                    </a:cubicBezTo>
                    <a:cubicBezTo>
                      <a:pt x="307409" y="147735"/>
                      <a:pt x="306709" y="147790"/>
                      <a:pt x="306008" y="147846"/>
                    </a:cubicBezTo>
                    <a:cubicBezTo>
                      <a:pt x="306024" y="146677"/>
                      <a:pt x="306024" y="146677"/>
                      <a:pt x="306039" y="145531"/>
                    </a:cubicBezTo>
                    <a:cubicBezTo>
                      <a:pt x="306048" y="144514"/>
                      <a:pt x="306056" y="143526"/>
                      <a:pt x="306064" y="142539"/>
                    </a:cubicBezTo>
                    <a:cubicBezTo>
                      <a:pt x="306083" y="140732"/>
                      <a:pt x="306073" y="138925"/>
                      <a:pt x="306008" y="137120"/>
                    </a:cubicBezTo>
                    <a:cubicBezTo>
                      <a:pt x="305114" y="136226"/>
                      <a:pt x="305114" y="136226"/>
                      <a:pt x="302824" y="135723"/>
                    </a:cubicBezTo>
                    <a:cubicBezTo>
                      <a:pt x="301723" y="135526"/>
                      <a:pt x="301723" y="135526"/>
                      <a:pt x="300645" y="135332"/>
                    </a:cubicBezTo>
                    <a:cubicBezTo>
                      <a:pt x="299742" y="132624"/>
                      <a:pt x="299742" y="132624"/>
                      <a:pt x="298857" y="129969"/>
                    </a:cubicBezTo>
                    <a:cubicBezTo>
                      <a:pt x="297661" y="129855"/>
                      <a:pt x="296499" y="129744"/>
                      <a:pt x="295338" y="129634"/>
                    </a:cubicBezTo>
                    <a:cubicBezTo>
                      <a:pt x="293401" y="129491"/>
                      <a:pt x="293401" y="129491"/>
                      <a:pt x="291707" y="129075"/>
                    </a:cubicBezTo>
                    <a:cubicBezTo>
                      <a:pt x="290813" y="127287"/>
                      <a:pt x="290813" y="127287"/>
                      <a:pt x="289030" y="124966"/>
                    </a:cubicBezTo>
                    <a:cubicBezTo>
                      <a:pt x="285860" y="122431"/>
                      <a:pt x="284398" y="122317"/>
                      <a:pt x="280478" y="122335"/>
                    </a:cubicBezTo>
                    <a:cubicBezTo>
                      <a:pt x="279707" y="122361"/>
                      <a:pt x="278959" y="122387"/>
                      <a:pt x="278212" y="122413"/>
                    </a:cubicBezTo>
                    <a:cubicBezTo>
                      <a:pt x="275783" y="122440"/>
                      <a:pt x="273355" y="122471"/>
                      <a:pt x="270927" y="122530"/>
                    </a:cubicBezTo>
                    <a:cubicBezTo>
                      <a:pt x="268417" y="122595"/>
                      <a:pt x="265906" y="122640"/>
                      <a:pt x="263395" y="122679"/>
                    </a:cubicBezTo>
                    <a:cubicBezTo>
                      <a:pt x="261798" y="122701"/>
                      <a:pt x="260200" y="122724"/>
                      <a:pt x="258603" y="122748"/>
                    </a:cubicBezTo>
                    <a:cubicBezTo>
                      <a:pt x="257831" y="122768"/>
                      <a:pt x="257081" y="122786"/>
                      <a:pt x="256331" y="122805"/>
                    </a:cubicBezTo>
                    <a:cubicBezTo>
                      <a:pt x="255259" y="122827"/>
                      <a:pt x="255259" y="122827"/>
                      <a:pt x="254207" y="122849"/>
                    </a:cubicBezTo>
                    <a:cubicBezTo>
                      <a:pt x="251634" y="122914"/>
                      <a:pt x="249493" y="122631"/>
                      <a:pt x="247014" y="121924"/>
                    </a:cubicBezTo>
                    <a:cubicBezTo>
                      <a:pt x="247014" y="121013"/>
                      <a:pt x="247014" y="120128"/>
                      <a:pt x="247014" y="119243"/>
                    </a:cubicBezTo>
                    <a:cubicBezTo>
                      <a:pt x="244204" y="117635"/>
                      <a:pt x="242015" y="116604"/>
                      <a:pt x="238779" y="116227"/>
                    </a:cubicBezTo>
                    <a:cubicBezTo>
                      <a:pt x="237717" y="116227"/>
                      <a:pt x="236686" y="116228"/>
                      <a:pt x="235656" y="116229"/>
                    </a:cubicBezTo>
                    <a:cubicBezTo>
                      <a:pt x="233842" y="116220"/>
                      <a:pt x="232028" y="116212"/>
                      <a:pt x="230214" y="116223"/>
                    </a:cubicBezTo>
                    <a:close/>
                    <a:moveTo>
                      <a:pt x="11814" y="3"/>
                    </a:moveTo>
                    <a:cubicBezTo>
                      <a:pt x="13931" y="-3"/>
                      <a:pt x="16049" y="4"/>
                      <a:pt x="18166" y="11"/>
                    </a:cubicBezTo>
                    <a:cubicBezTo>
                      <a:pt x="19696" y="10"/>
                      <a:pt x="21225" y="8"/>
                      <a:pt x="22754" y="5"/>
                    </a:cubicBezTo>
                    <a:cubicBezTo>
                      <a:pt x="26965" y="-1"/>
                      <a:pt x="31176" y="4"/>
                      <a:pt x="35387" y="12"/>
                    </a:cubicBezTo>
                    <a:cubicBezTo>
                      <a:pt x="39925" y="18"/>
                      <a:pt x="44464" y="13"/>
                      <a:pt x="49002" y="10"/>
                    </a:cubicBezTo>
                    <a:cubicBezTo>
                      <a:pt x="57896" y="6"/>
                      <a:pt x="66790" y="11"/>
                      <a:pt x="75684" y="19"/>
                    </a:cubicBezTo>
                    <a:cubicBezTo>
                      <a:pt x="86036" y="28"/>
                      <a:pt x="96389" y="28"/>
                      <a:pt x="106741" y="28"/>
                    </a:cubicBezTo>
                    <a:cubicBezTo>
                      <a:pt x="125211" y="27"/>
                      <a:pt x="143680" y="35"/>
                      <a:pt x="162150" y="48"/>
                    </a:cubicBezTo>
                    <a:cubicBezTo>
                      <a:pt x="180080" y="61"/>
                      <a:pt x="198011" y="67"/>
                      <a:pt x="215942" y="67"/>
                    </a:cubicBezTo>
                    <a:cubicBezTo>
                      <a:pt x="217046" y="67"/>
                      <a:pt x="218150" y="67"/>
                      <a:pt x="219287" y="67"/>
                    </a:cubicBezTo>
                    <a:cubicBezTo>
                      <a:pt x="220389" y="67"/>
                      <a:pt x="221492" y="67"/>
                      <a:pt x="222627" y="66"/>
                    </a:cubicBezTo>
                    <a:cubicBezTo>
                      <a:pt x="243025" y="66"/>
                      <a:pt x="263423" y="71"/>
                      <a:pt x="283821" y="79"/>
                    </a:cubicBezTo>
                    <a:cubicBezTo>
                      <a:pt x="291040" y="82"/>
                      <a:pt x="298260" y="83"/>
                      <a:pt x="305479" y="83"/>
                    </a:cubicBezTo>
                    <a:cubicBezTo>
                      <a:pt x="314276" y="84"/>
                      <a:pt x="323074" y="88"/>
                      <a:pt x="331871" y="96"/>
                    </a:cubicBezTo>
                    <a:cubicBezTo>
                      <a:pt x="336361" y="100"/>
                      <a:pt x="340851" y="103"/>
                      <a:pt x="345341" y="102"/>
                    </a:cubicBezTo>
                    <a:cubicBezTo>
                      <a:pt x="349450" y="101"/>
                      <a:pt x="353559" y="104"/>
                      <a:pt x="357667" y="110"/>
                    </a:cubicBezTo>
                    <a:cubicBezTo>
                      <a:pt x="359155" y="112"/>
                      <a:pt x="360643" y="112"/>
                      <a:pt x="362132" y="111"/>
                    </a:cubicBezTo>
                    <a:cubicBezTo>
                      <a:pt x="364152" y="109"/>
                      <a:pt x="366171" y="112"/>
                      <a:pt x="368191" y="117"/>
                    </a:cubicBezTo>
                    <a:cubicBezTo>
                      <a:pt x="369876" y="118"/>
                      <a:pt x="369876" y="118"/>
                      <a:pt x="371594" y="119"/>
                    </a:cubicBezTo>
                    <a:cubicBezTo>
                      <a:pt x="374475" y="226"/>
                      <a:pt x="377170" y="581"/>
                      <a:pt x="379997" y="1126"/>
                    </a:cubicBezTo>
                    <a:cubicBezTo>
                      <a:pt x="380108" y="1845"/>
                      <a:pt x="380219" y="2564"/>
                      <a:pt x="380333" y="3305"/>
                    </a:cubicBezTo>
                    <a:cubicBezTo>
                      <a:pt x="380517" y="4061"/>
                      <a:pt x="380701" y="4817"/>
                      <a:pt x="380891" y="5595"/>
                    </a:cubicBezTo>
                    <a:cubicBezTo>
                      <a:pt x="382991" y="6645"/>
                      <a:pt x="384423" y="6668"/>
                      <a:pt x="386764" y="6772"/>
                    </a:cubicBezTo>
                    <a:cubicBezTo>
                      <a:pt x="387965" y="6828"/>
                      <a:pt x="387965" y="6828"/>
                      <a:pt x="389191" y="6886"/>
                    </a:cubicBezTo>
                    <a:cubicBezTo>
                      <a:pt x="390028" y="6921"/>
                      <a:pt x="390866" y="6956"/>
                      <a:pt x="391729" y="6992"/>
                    </a:cubicBezTo>
                    <a:cubicBezTo>
                      <a:pt x="392574" y="7031"/>
                      <a:pt x="393418" y="7069"/>
                      <a:pt x="394288" y="7109"/>
                    </a:cubicBezTo>
                    <a:cubicBezTo>
                      <a:pt x="396377" y="7204"/>
                      <a:pt x="398467" y="7295"/>
                      <a:pt x="400556" y="7383"/>
                    </a:cubicBezTo>
                    <a:cubicBezTo>
                      <a:pt x="400556" y="9153"/>
                      <a:pt x="400556" y="10923"/>
                      <a:pt x="400556" y="12746"/>
                    </a:cubicBezTo>
                    <a:cubicBezTo>
                      <a:pt x="404980" y="13041"/>
                      <a:pt x="409405" y="13336"/>
                      <a:pt x="413963" y="13640"/>
                    </a:cubicBezTo>
                    <a:cubicBezTo>
                      <a:pt x="414258" y="15410"/>
                      <a:pt x="414553" y="17180"/>
                      <a:pt x="414857" y="19003"/>
                    </a:cubicBezTo>
                    <a:cubicBezTo>
                      <a:pt x="418470" y="19570"/>
                      <a:pt x="421925" y="20008"/>
                      <a:pt x="425583" y="19897"/>
                    </a:cubicBezTo>
                    <a:cubicBezTo>
                      <a:pt x="425731" y="20745"/>
                      <a:pt x="425878" y="21593"/>
                      <a:pt x="426030" y="22467"/>
                    </a:cubicBezTo>
                    <a:cubicBezTo>
                      <a:pt x="427012" y="25347"/>
                      <a:pt x="427012" y="25347"/>
                      <a:pt x="429019" y="25857"/>
                    </a:cubicBezTo>
                    <a:cubicBezTo>
                      <a:pt x="430310" y="26093"/>
                      <a:pt x="431602" y="26324"/>
                      <a:pt x="432895" y="26548"/>
                    </a:cubicBezTo>
                    <a:cubicBezTo>
                      <a:pt x="433432" y="26713"/>
                      <a:pt x="433969" y="26878"/>
                      <a:pt x="434522" y="27048"/>
                    </a:cubicBezTo>
                    <a:cubicBezTo>
                      <a:pt x="435527" y="29282"/>
                      <a:pt x="435527" y="29282"/>
                      <a:pt x="436310" y="31517"/>
                    </a:cubicBezTo>
                    <a:cubicBezTo>
                      <a:pt x="437637" y="31932"/>
                      <a:pt x="437637" y="31932"/>
                      <a:pt x="438991" y="32355"/>
                    </a:cubicBezTo>
                    <a:cubicBezTo>
                      <a:pt x="439876" y="32668"/>
                      <a:pt x="440761" y="32982"/>
                      <a:pt x="441673" y="33304"/>
                    </a:cubicBezTo>
                    <a:cubicBezTo>
                      <a:pt x="442902" y="36098"/>
                      <a:pt x="442902" y="36098"/>
                      <a:pt x="443460" y="38668"/>
                    </a:cubicBezTo>
                    <a:cubicBezTo>
                      <a:pt x="445230" y="38962"/>
                      <a:pt x="447000" y="39257"/>
                      <a:pt x="448823" y="39561"/>
                    </a:cubicBezTo>
                    <a:cubicBezTo>
                      <a:pt x="449118" y="41331"/>
                      <a:pt x="449413" y="43101"/>
                      <a:pt x="449717" y="44924"/>
                    </a:cubicBezTo>
                    <a:cubicBezTo>
                      <a:pt x="451487" y="45219"/>
                      <a:pt x="453257" y="45514"/>
                      <a:pt x="455080" y="45818"/>
                    </a:cubicBezTo>
                    <a:cubicBezTo>
                      <a:pt x="455670" y="47883"/>
                      <a:pt x="456260" y="49948"/>
                      <a:pt x="456868" y="52075"/>
                    </a:cubicBezTo>
                    <a:cubicBezTo>
                      <a:pt x="458048" y="52370"/>
                      <a:pt x="459228" y="52665"/>
                      <a:pt x="460443" y="52969"/>
                    </a:cubicBezTo>
                    <a:cubicBezTo>
                      <a:pt x="460628" y="53964"/>
                      <a:pt x="460812" y="54960"/>
                      <a:pt x="461002" y="55986"/>
                    </a:cubicBezTo>
                    <a:cubicBezTo>
                      <a:pt x="461888" y="59464"/>
                      <a:pt x="461888" y="59464"/>
                      <a:pt x="465024" y="60511"/>
                    </a:cubicBezTo>
                    <a:cubicBezTo>
                      <a:pt x="465872" y="60677"/>
                      <a:pt x="466720" y="60843"/>
                      <a:pt x="467594" y="61014"/>
                    </a:cubicBezTo>
                    <a:cubicBezTo>
                      <a:pt x="468184" y="64258"/>
                      <a:pt x="468774" y="67503"/>
                      <a:pt x="469382" y="70846"/>
                    </a:cubicBezTo>
                    <a:cubicBezTo>
                      <a:pt x="471151" y="71436"/>
                      <a:pt x="472921" y="72026"/>
                      <a:pt x="474745" y="72633"/>
                    </a:cubicBezTo>
                    <a:cubicBezTo>
                      <a:pt x="475040" y="76763"/>
                      <a:pt x="475335" y="80893"/>
                      <a:pt x="475639" y="85147"/>
                    </a:cubicBezTo>
                    <a:cubicBezTo>
                      <a:pt x="477408" y="85147"/>
                      <a:pt x="479178" y="85147"/>
                      <a:pt x="481002" y="85147"/>
                    </a:cubicBezTo>
                    <a:cubicBezTo>
                      <a:pt x="481056" y="86182"/>
                      <a:pt x="481110" y="87217"/>
                      <a:pt x="481166" y="88283"/>
                    </a:cubicBezTo>
                    <a:cubicBezTo>
                      <a:pt x="481241" y="89658"/>
                      <a:pt x="481317" y="91034"/>
                      <a:pt x="481393" y="92410"/>
                    </a:cubicBezTo>
                    <a:cubicBezTo>
                      <a:pt x="481428" y="93090"/>
                      <a:pt x="481463" y="93769"/>
                      <a:pt x="481499" y="94470"/>
                    </a:cubicBezTo>
                    <a:cubicBezTo>
                      <a:pt x="481712" y="98273"/>
                      <a:pt x="482076" y="101955"/>
                      <a:pt x="482789" y="105706"/>
                    </a:cubicBezTo>
                    <a:cubicBezTo>
                      <a:pt x="484264" y="105706"/>
                      <a:pt x="485739" y="105706"/>
                      <a:pt x="487258" y="105706"/>
                    </a:cubicBezTo>
                    <a:cubicBezTo>
                      <a:pt x="487258" y="125468"/>
                      <a:pt x="487258" y="145231"/>
                      <a:pt x="487258" y="165593"/>
                    </a:cubicBezTo>
                    <a:cubicBezTo>
                      <a:pt x="484604" y="166478"/>
                      <a:pt x="484604" y="166478"/>
                      <a:pt x="481895" y="167381"/>
                    </a:cubicBezTo>
                    <a:cubicBezTo>
                      <a:pt x="481600" y="173575"/>
                      <a:pt x="481306" y="179769"/>
                      <a:pt x="481002" y="186151"/>
                    </a:cubicBezTo>
                    <a:cubicBezTo>
                      <a:pt x="479232" y="186446"/>
                      <a:pt x="477462" y="186741"/>
                      <a:pt x="475639" y="187045"/>
                    </a:cubicBezTo>
                    <a:cubicBezTo>
                      <a:pt x="474859" y="189722"/>
                      <a:pt x="474648" y="192083"/>
                      <a:pt x="474689" y="194866"/>
                    </a:cubicBezTo>
                    <a:cubicBezTo>
                      <a:pt x="474701" y="195938"/>
                      <a:pt x="474701" y="195938"/>
                      <a:pt x="474713" y="197031"/>
                    </a:cubicBezTo>
                    <a:cubicBezTo>
                      <a:pt x="474729" y="197840"/>
                      <a:pt x="474729" y="197840"/>
                      <a:pt x="474745" y="198665"/>
                    </a:cubicBezTo>
                    <a:cubicBezTo>
                      <a:pt x="472680" y="198960"/>
                      <a:pt x="470615" y="199255"/>
                      <a:pt x="468488" y="199559"/>
                    </a:cubicBezTo>
                    <a:cubicBezTo>
                      <a:pt x="468509" y="200119"/>
                      <a:pt x="468529" y="200679"/>
                      <a:pt x="468551" y="201256"/>
                    </a:cubicBezTo>
                    <a:cubicBezTo>
                      <a:pt x="468575" y="202352"/>
                      <a:pt x="468575" y="202352"/>
                      <a:pt x="468600" y="203470"/>
                    </a:cubicBezTo>
                    <a:cubicBezTo>
                      <a:pt x="468620" y="204195"/>
                      <a:pt x="468641" y="204921"/>
                      <a:pt x="468662" y="205669"/>
                    </a:cubicBezTo>
                    <a:cubicBezTo>
                      <a:pt x="468488" y="207604"/>
                      <a:pt x="468488" y="207604"/>
                      <a:pt x="466700" y="209391"/>
                    </a:cubicBezTo>
                    <a:cubicBezTo>
                      <a:pt x="465520" y="209391"/>
                      <a:pt x="464340" y="209391"/>
                      <a:pt x="463125" y="209391"/>
                    </a:cubicBezTo>
                    <a:cubicBezTo>
                      <a:pt x="462912" y="210231"/>
                      <a:pt x="462912" y="210231"/>
                      <a:pt x="462695" y="211088"/>
                    </a:cubicBezTo>
                    <a:cubicBezTo>
                      <a:pt x="462065" y="213296"/>
                      <a:pt x="461421" y="215357"/>
                      <a:pt x="460443" y="217436"/>
                    </a:cubicBezTo>
                    <a:cubicBezTo>
                      <a:pt x="458974" y="218081"/>
                      <a:pt x="457484" y="218681"/>
                      <a:pt x="455974" y="219224"/>
                    </a:cubicBezTo>
                    <a:cubicBezTo>
                      <a:pt x="454741" y="222383"/>
                      <a:pt x="454741" y="222383"/>
                      <a:pt x="454186" y="225480"/>
                    </a:cubicBezTo>
                    <a:cubicBezTo>
                      <a:pt x="452122" y="225775"/>
                      <a:pt x="450057" y="226070"/>
                      <a:pt x="447929" y="226374"/>
                    </a:cubicBezTo>
                    <a:cubicBezTo>
                      <a:pt x="447653" y="227619"/>
                      <a:pt x="447653" y="227619"/>
                      <a:pt x="447371" y="228888"/>
                    </a:cubicBezTo>
                    <a:cubicBezTo>
                      <a:pt x="445804" y="232521"/>
                      <a:pt x="444270" y="232780"/>
                      <a:pt x="440779" y="234419"/>
                    </a:cubicBezTo>
                    <a:cubicBezTo>
                      <a:pt x="440392" y="235175"/>
                      <a:pt x="440004" y="235931"/>
                      <a:pt x="439606" y="236709"/>
                    </a:cubicBezTo>
                    <a:cubicBezTo>
                      <a:pt x="438097" y="238888"/>
                      <a:pt x="438097" y="238888"/>
                      <a:pt x="436212" y="239384"/>
                    </a:cubicBezTo>
                    <a:cubicBezTo>
                      <a:pt x="434778" y="239607"/>
                      <a:pt x="433337" y="239788"/>
                      <a:pt x="431893" y="239918"/>
                    </a:cubicBezTo>
                    <a:cubicBezTo>
                      <a:pt x="430982" y="240293"/>
                      <a:pt x="430982" y="240293"/>
                      <a:pt x="430053" y="240676"/>
                    </a:cubicBezTo>
                    <a:cubicBezTo>
                      <a:pt x="428856" y="243352"/>
                      <a:pt x="428856" y="243352"/>
                      <a:pt x="428265" y="246039"/>
                    </a:cubicBezTo>
                    <a:cubicBezTo>
                      <a:pt x="427478" y="246041"/>
                      <a:pt x="426691" y="246043"/>
                      <a:pt x="425880" y="246046"/>
                    </a:cubicBezTo>
                    <a:cubicBezTo>
                      <a:pt x="424842" y="246080"/>
                      <a:pt x="423804" y="246115"/>
                      <a:pt x="422734" y="246151"/>
                    </a:cubicBezTo>
                    <a:cubicBezTo>
                      <a:pt x="421708" y="246171"/>
                      <a:pt x="420681" y="246192"/>
                      <a:pt x="419623" y="246213"/>
                    </a:cubicBezTo>
                    <a:cubicBezTo>
                      <a:pt x="415841" y="246813"/>
                      <a:pt x="415841" y="246813"/>
                      <a:pt x="412176" y="252296"/>
                    </a:cubicBezTo>
                    <a:cubicBezTo>
                      <a:pt x="416895" y="252296"/>
                      <a:pt x="421615" y="252296"/>
                      <a:pt x="426477" y="252296"/>
                    </a:cubicBezTo>
                    <a:cubicBezTo>
                      <a:pt x="427362" y="254360"/>
                      <a:pt x="428247" y="256425"/>
                      <a:pt x="429159" y="258553"/>
                    </a:cubicBezTo>
                    <a:cubicBezTo>
                      <a:pt x="429837" y="258532"/>
                      <a:pt x="430516" y="258511"/>
                      <a:pt x="431215" y="258490"/>
                    </a:cubicBezTo>
                    <a:cubicBezTo>
                      <a:pt x="432104" y="258474"/>
                      <a:pt x="432992" y="258457"/>
                      <a:pt x="433907" y="258441"/>
                    </a:cubicBezTo>
                    <a:cubicBezTo>
                      <a:pt x="434789" y="258420"/>
                      <a:pt x="435670" y="258399"/>
                      <a:pt x="436578" y="258378"/>
                    </a:cubicBezTo>
                    <a:cubicBezTo>
                      <a:pt x="438991" y="258553"/>
                      <a:pt x="438991" y="258553"/>
                      <a:pt x="441673" y="260340"/>
                    </a:cubicBezTo>
                    <a:cubicBezTo>
                      <a:pt x="441968" y="261520"/>
                      <a:pt x="442263" y="262700"/>
                      <a:pt x="442566" y="263916"/>
                    </a:cubicBezTo>
                    <a:cubicBezTo>
                      <a:pt x="445811" y="264506"/>
                      <a:pt x="449056" y="265095"/>
                      <a:pt x="452399" y="265703"/>
                    </a:cubicBezTo>
                    <a:cubicBezTo>
                      <a:pt x="452694" y="267473"/>
                      <a:pt x="452989" y="269243"/>
                      <a:pt x="453293" y="271066"/>
                    </a:cubicBezTo>
                    <a:cubicBezTo>
                      <a:pt x="455007" y="271371"/>
                      <a:pt x="455007" y="271371"/>
                      <a:pt x="456756" y="271681"/>
                    </a:cubicBezTo>
                    <a:cubicBezTo>
                      <a:pt x="458732" y="272159"/>
                      <a:pt x="458732" y="272159"/>
                      <a:pt x="460443" y="272854"/>
                    </a:cubicBezTo>
                    <a:cubicBezTo>
                      <a:pt x="461784" y="275200"/>
                      <a:pt x="461784" y="275200"/>
                      <a:pt x="462231" y="277323"/>
                    </a:cubicBezTo>
                    <a:cubicBezTo>
                      <a:pt x="463208" y="277379"/>
                      <a:pt x="464185" y="277434"/>
                      <a:pt x="465192" y="277491"/>
                    </a:cubicBezTo>
                    <a:cubicBezTo>
                      <a:pt x="468488" y="278217"/>
                      <a:pt x="468488" y="278217"/>
                      <a:pt x="469940" y="280340"/>
                    </a:cubicBezTo>
                    <a:cubicBezTo>
                      <a:pt x="470346" y="281114"/>
                      <a:pt x="470751" y="281889"/>
                      <a:pt x="471169" y="282686"/>
                    </a:cubicBezTo>
                    <a:cubicBezTo>
                      <a:pt x="472653" y="283591"/>
                      <a:pt x="474142" y="284485"/>
                      <a:pt x="475639" y="285368"/>
                    </a:cubicBezTo>
                    <a:cubicBezTo>
                      <a:pt x="476249" y="286552"/>
                      <a:pt x="476846" y="287744"/>
                      <a:pt x="477426" y="288943"/>
                    </a:cubicBezTo>
                    <a:cubicBezTo>
                      <a:pt x="478035" y="289183"/>
                      <a:pt x="478643" y="289422"/>
                      <a:pt x="479270" y="289669"/>
                    </a:cubicBezTo>
                    <a:cubicBezTo>
                      <a:pt x="479841" y="290020"/>
                      <a:pt x="480413" y="290370"/>
                      <a:pt x="481002" y="290731"/>
                    </a:cubicBezTo>
                    <a:cubicBezTo>
                      <a:pt x="481672" y="293971"/>
                      <a:pt x="481672" y="293971"/>
                      <a:pt x="481895" y="296988"/>
                    </a:cubicBezTo>
                    <a:cubicBezTo>
                      <a:pt x="482743" y="297154"/>
                      <a:pt x="483592" y="297320"/>
                      <a:pt x="484465" y="297491"/>
                    </a:cubicBezTo>
                    <a:cubicBezTo>
                      <a:pt x="487258" y="298775"/>
                      <a:pt x="487258" y="298775"/>
                      <a:pt x="488488" y="302016"/>
                    </a:cubicBezTo>
                    <a:cubicBezTo>
                      <a:pt x="488672" y="303011"/>
                      <a:pt x="488856" y="304007"/>
                      <a:pt x="489046" y="305032"/>
                    </a:cubicBezTo>
                    <a:cubicBezTo>
                      <a:pt x="490521" y="305327"/>
                      <a:pt x="491996" y="305622"/>
                      <a:pt x="493515" y="305926"/>
                    </a:cubicBezTo>
                    <a:cubicBezTo>
                      <a:pt x="494105" y="309466"/>
                      <a:pt x="494695" y="313005"/>
                      <a:pt x="495303" y="316652"/>
                    </a:cubicBezTo>
                    <a:cubicBezTo>
                      <a:pt x="497073" y="316947"/>
                      <a:pt x="498843" y="317242"/>
                      <a:pt x="500666" y="317546"/>
                    </a:cubicBezTo>
                    <a:cubicBezTo>
                      <a:pt x="500961" y="321971"/>
                      <a:pt x="501256" y="326395"/>
                      <a:pt x="501560" y="330954"/>
                    </a:cubicBezTo>
                    <a:cubicBezTo>
                      <a:pt x="503330" y="331544"/>
                      <a:pt x="505100" y="332134"/>
                      <a:pt x="506923" y="332741"/>
                    </a:cubicBezTo>
                    <a:cubicBezTo>
                      <a:pt x="506957" y="333783"/>
                      <a:pt x="506957" y="333783"/>
                      <a:pt x="506991" y="334846"/>
                    </a:cubicBezTo>
                    <a:cubicBezTo>
                      <a:pt x="507094" y="337981"/>
                      <a:pt x="507204" y="341115"/>
                      <a:pt x="507314" y="344250"/>
                    </a:cubicBezTo>
                    <a:cubicBezTo>
                      <a:pt x="507349" y="345343"/>
                      <a:pt x="507384" y="346437"/>
                      <a:pt x="507421" y="347563"/>
                    </a:cubicBezTo>
                    <a:cubicBezTo>
                      <a:pt x="507458" y="348606"/>
                      <a:pt x="507495" y="349649"/>
                      <a:pt x="507534" y="350723"/>
                    </a:cubicBezTo>
                    <a:cubicBezTo>
                      <a:pt x="507583" y="352169"/>
                      <a:pt x="507583" y="352169"/>
                      <a:pt x="507633" y="353645"/>
                    </a:cubicBezTo>
                    <a:cubicBezTo>
                      <a:pt x="507668" y="355964"/>
                      <a:pt x="507668" y="355964"/>
                      <a:pt x="508711" y="357769"/>
                    </a:cubicBezTo>
                    <a:cubicBezTo>
                      <a:pt x="510970" y="358355"/>
                      <a:pt x="510970" y="358355"/>
                      <a:pt x="513180" y="358663"/>
                    </a:cubicBezTo>
                    <a:cubicBezTo>
                      <a:pt x="513955" y="376617"/>
                      <a:pt x="514117" y="394336"/>
                      <a:pt x="513180" y="412293"/>
                    </a:cubicBezTo>
                    <a:cubicBezTo>
                      <a:pt x="511705" y="412293"/>
                      <a:pt x="510230" y="412293"/>
                      <a:pt x="508711" y="412293"/>
                    </a:cubicBezTo>
                    <a:cubicBezTo>
                      <a:pt x="508065" y="415838"/>
                      <a:pt x="507670" y="419273"/>
                      <a:pt x="507534" y="422873"/>
                    </a:cubicBezTo>
                    <a:cubicBezTo>
                      <a:pt x="507478" y="424299"/>
                      <a:pt x="507478" y="424299"/>
                      <a:pt x="507421" y="425753"/>
                    </a:cubicBezTo>
                    <a:cubicBezTo>
                      <a:pt x="507368" y="427221"/>
                      <a:pt x="507368" y="427221"/>
                      <a:pt x="507314" y="428718"/>
                    </a:cubicBezTo>
                    <a:cubicBezTo>
                      <a:pt x="507275" y="429717"/>
                      <a:pt x="507237" y="430716"/>
                      <a:pt x="507197" y="431745"/>
                    </a:cubicBezTo>
                    <a:cubicBezTo>
                      <a:pt x="507103" y="434199"/>
                      <a:pt x="507011" y="436654"/>
                      <a:pt x="506923" y="439109"/>
                    </a:cubicBezTo>
                    <a:cubicBezTo>
                      <a:pt x="505448" y="439109"/>
                      <a:pt x="503973" y="439109"/>
                      <a:pt x="502454" y="439109"/>
                    </a:cubicBezTo>
                    <a:cubicBezTo>
                      <a:pt x="501036" y="441944"/>
                      <a:pt x="501221" y="445039"/>
                      <a:pt x="501057" y="448159"/>
                    </a:cubicBezTo>
                    <a:cubicBezTo>
                      <a:pt x="501019" y="448833"/>
                      <a:pt x="500980" y="449507"/>
                      <a:pt x="500940" y="450201"/>
                    </a:cubicBezTo>
                    <a:cubicBezTo>
                      <a:pt x="500845" y="451867"/>
                      <a:pt x="500755" y="453532"/>
                      <a:pt x="500666" y="455198"/>
                    </a:cubicBezTo>
                    <a:cubicBezTo>
                      <a:pt x="498896" y="455198"/>
                      <a:pt x="497127" y="455198"/>
                      <a:pt x="495303" y="455198"/>
                    </a:cubicBezTo>
                    <a:cubicBezTo>
                      <a:pt x="495154" y="456818"/>
                      <a:pt x="495005" y="458438"/>
                      <a:pt x="494856" y="460058"/>
                    </a:cubicBezTo>
                    <a:cubicBezTo>
                      <a:pt x="494773" y="460960"/>
                      <a:pt x="494690" y="461862"/>
                      <a:pt x="494605" y="462792"/>
                    </a:cubicBezTo>
                    <a:cubicBezTo>
                      <a:pt x="494461" y="464356"/>
                      <a:pt x="494461" y="464356"/>
                      <a:pt x="494409" y="465924"/>
                    </a:cubicBezTo>
                    <a:cubicBezTo>
                      <a:pt x="492639" y="466514"/>
                      <a:pt x="490870" y="467104"/>
                      <a:pt x="489046" y="467711"/>
                    </a:cubicBezTo>
                    <a:cubicBezTo>
                      <a:pt x="488456" y="470661"/>
                      <a:pt x="487866" y="473611"/>
                      <a:pt x="487258" y="476650"/>
                    </a:cubicBezTo>
                    <a:cubicBezTo>
                      <a:pt x="486410" y="476816"/>
                      <a:pt x="485562" y="476982"/>
                      <a:pt x="484689" y="477153"/>
                    </a:cubicBezTo>
                    <a:cubicBezTo>
                      <a:pt x="481552" y="478200"/>
                      <a:pt x="481552" y="478200"/>
                      <a:pt x="480666" y="481678"/>
                    </a:cubicBezTo>
                    <a:cubicBezTo>
                      <a:pt x="480482" y="482673"/>
                      <a:pt x="480298" y="483669"/>
                      <a:pt x="480108" y="484694"/>
                    </a:cubicBezTo>
                    <a:cubicBezTo>
                      <a:pt x="478633" y="484989"/>
                      <a:pt x="477158" y="485284"/>
                      <a:pt x="475639" y="485588"/>
                    </a:cubicBezTo>
                    <a:cubicBezTo>
                      <a:pt x="475344" y="487653"/>
                      <a:pt x="475049" y="489718"/>
                      <a:pt x="474745" y="491845"/>
                    </a:cubicBezTo>
                    <a:cubicBezTo>
                      <a:pt x="472975" y="492435"/>
                      <a:pt x="471205" y="493025"/>
                      <a:pt x="469382" y="493633"/>
                    </a:cubicBezTo>
                    <a:cubicBezTo>
                      <a:pt x="469087" y="495108"/>
                      <a:pt x="468792" y="496583"/>
                      <a:pt x="468488" y="498102"/>
                    </a:cubicBezTo>
                    <a:cubicBezTo>
                      <a:pt x="466718" y="498102"/>
                      <a:pt x="464948" y="498102"/>
                      <a:pt x="463125" y="498102"/>
                    </a:cubicBezTo>
                    <a:cubicBezTo>
                      <a:pt x="462535" y="500167"/>
                      <a:pt x="461945" y="502232"/>
                      <a:pt x="461337" y="504359"/>
                    </a:cubicBezTo>
                    <a:cubicBezTo>
                      <a:pt x="460065" y="504442"/>
                      <a:pt x="460065" y="504442"/>
                      <a:pt x="458767" y="504527"/>
                    </a:cubicBezTo>
                    <a:cubicBezTo>
                      <a:pt x="457846" y="504766"/>
                      <a:pt x="456924" y="505006"/>
                      <a:pt x="455974" y="505253"/>
                    </a:cubicBezTo>
                    <a:cubicBezTo>
                      <a:pt x="455697" y="505972"/>
                      <a:pt x="455421" y="506691"/>
                      <a:pt x="455136" y="507432"/>
                    </a:cubicBezTo>
                    <a:cubicBezTo>
                      <a:pt x="454823" y="508187"/>
                      <a:pt x="454509" y="508943"/>
                      <a:pt x="454186" y="509722"/>
                    </a:cubicBezTo>
                    <a:cubicBezTo>
                      <a:pt x="453154" y="509999"/>
                      <a:pt x="452122" y="510275"/>
                      <a:pt x="451058" y="510560"/>
                    </a:cubicBezTo>
                    <a:cubicBezTo>
                      <a:pt x="450026" y="510873"/>
                      <a:pt x="448993" y="511187"/>
                      <a:pt x="447929" y="511510"/>
                    </a:cubicBezTo>
                    <a:cubicBezTo>
                      <a:pt x="446561" y="514197"/>
                      <a:pt x="446561" y="514197"/>
                      <a:pt x="446142" y="516873"/>
                    </a:cubicBezTo>
                    <a:cubicBezTo>
                      <a:pt x="442602" y="517168"/>
                      <a:pt x="439063" y="517463"/>
                      <a:pt x="435416" y="517767"/>
                    </a:cubicBezTo>
                    <a:cubicBezTo>
                      <a:pt x="435416" y="519536"/>
                      <a:pt x="435416" y="521306"/>
                      <a:pt x="435416" y="523130"/>
                    </a:cubicBezTo>
                    <a:cubicBezTo>
                      <a:pt x="431286" y="523720"/>
                      <a:pt x="427157" y="524310"/>
                      <a:pt x="422902" y="524917"/>
                    </a:cubicBezTo>
                    <a:cubicBezTo>
                      <a:pt x="422312" y="526687"/>
                      <a:pt x="421722" y="528457"/>
                      <a:pt x="421114" y="530280"/>
                    </a:cubicBezTo>
                    <a:cubicBezTo>
                      <a:pt x="420614" y="530298"/>
                      <a:pt x="420113" y="530316"/>
                      <a:pt x="419598" y="530334"/>
                    </a:cubicBezTo>
                    <a:cubicBezTo>
                      <a:pt x="417328" y="530419"/>
                      <a:pt x="415059" y="530517"/>
                      <a:pt x="412790" y="530616"/>
                    </a:cubicBezTo>
                    <a:cubicBezTo>
                      <a:pt x="412003" y="530643"/>
                      <a:pt x="411215" y="530671"/>
                      <a:pt x="410404" y="530699"/>
                    </a:cubicBezTo>
                    <a:cubicBezTo>
                      <a:pt x="409267" y="530751"/>
                      <a:pt x="409267" y="530751"/>
                      <a:pt x="408108" y="530804"/>
                    </a:cubicBezTo>
                    <a:cubicBezTo>
                      <a:pt x="407411" y="530832"/>
                      <a:pt x="406713" y="530860"/>
                      <a:pt x="405995" y="530889"/>
                    </a:cubicBezTo>
                    <a:cubicBezTo>
                      <a:pt x="403862" y="531081"/>
                      <a:pt x="403862" y="531081"/>
                      <a:pt x="401450" y="532962"/>
                    </a:cubicBezTo>
                    <a:cubicBezTo>
                      <a:pt x="401450" y="534142"/>
                      <a:pt x="401450" y="535322"/>
                      <a:pt x="401450" y="536537"/>
                    </a:cubicBezTo>
                    <a:cubicBezTo>
                      <a:pt x="400462" y="536555"/>
                      <a:pt x="399474" y="536573"/>
                      <a:pt x="398456" y="536591"/>
                    </a:cubicBezTo>
                    <a:cubicBezTo>
                      <a:pt x="394793" y="536659"/>
                      <a:pt x="391130" y="536738"/>
                      <a:pt x="387467" y="536821"/>
                    </a:cubicBezTo>
                    <a:cubicBezTo>
                      <a:pt x="385881" y="536855"/>
                      <a:pt x="384296" y="536886"/>
                      <a:pt x="382710" y="536914"/>
                    </a:cubicBezTo>
                    <a:cubicBezTo>
                      <a:pt x="380431" y="536955"/>
                      <a:pt x="378153" y="537007"/>
                      <a:pt x="375874" y="537061"/>
                    </a:cubicBezTo>
                    <a:cubicBezTo>
                      <a:pt x="375164" y="537071"/>
                      <a:pt x="374455" y="537082"/>
                      <a:pt x="373724" y="537092"/>
                    </a:cubicBezTo>
                    <a:cubicBezTo>
                      <a:pt x="370305" y="537184"/>
                      <a:pt x="368605" y="537280"/>
                      <a:pt x="365696" y="539219"/>
                    </a:cubicBezTo>
                    <a:cubicBezTo>
                      <a:pt x="365696" y="540399"/>
                      <a:pt x="365696" y="541579"/>
                      <a:pt x="365696" y="542794"/>
                    </a:cubicBezTo>
                    <a:cubicBezTo>
                      <a:pt x="319252" y="542815"/>
                      <a:pt x="272808" y="542830"/>
                      <a:pt x="226365" y="542840"/>
                    </a:cubicBezTo>
                    <a:cubicBezTo>
                      <a:pt x="220888" y="542841"/>
                      <a:pt x="215411" y="542842"/>
                      <a:pt x="209934" y="542843"/>
                    </a:cubicBezTo>
                    <a:cubicBezTo>
                      <a:pt x="208298" y="542844"/>
                      <a:pt x="208298" y="542844"/>
                      <a:pt x="206630" y="542844"/>
                    </a:cubicBezTo>
                    <a:cubicBezTo>
                      <a:pt x="188949" y="542848"/>
                      <a:pt x="171268" y="542855"/>
                      <a:pt x="153588" y="542863"/>
                    </a:cubicBezTo>
                    <a:cubicBezTo>
                      <a:pt x="135460" y="542872"/>
                      <a:pt x="117333" y="542876"/>
                      <a:pt x="99206" y="542878"/>
                    </a:cubicBezTo>
                    <a:cubicBezTo>
                      <a:pt x="88010" y="542880"/>
                      <a:pt x="76815" y="542883"/>
                      <a:pt x="65620" y="542891"/>
                    </a:cubicBezTo>
                    <a:cubicBezTo>
                      <a:pt x="57954" y="542895"/>
                      <a:pt x="50288" y="542897"/>
                      <a:pt x="42623" y="542896"/>
                    </a:cubicBezTo>
                    <a:cubicBezTo>
                      <a:pt x="38193" y="542895"/>
                      <a:pt x="33763" y="542896"/>
                      <a:pt x="29333" y="542901"/>
                    </a:cubicBezTo>
                    <a:cubicBezTo>
                      <a:pt x="25285" y="542905"/>
                      <a:pt x="21236" y="542905"/>
                      <a:pt x="17188" y="542902"/>
                    </a:cubicBezTo>
                    <a:cubicBezTo>
                      <a:pt x="15716" y="542902"/>
                      <a:pt x="14245" y="542903"/>
                      <a:pt x="12774" y="542906"/>
                    </a:cubicBezTo>
                    <a:cubicBezTo>
                      <a:pt x="10787" y="542909"/>
                      <a:pt x="8801" y="542908"/>
                      <a:pt x="6814" y="542904"/>
                    </a:cubicBezTo>
                    <a:cubicBezTo>
                      <a:pt x="5707" y="542905"/>
                      <a:pt x="4599" y="542905"/>
                      <a:pt x="3458" y="542905"/>
                    </a:cubicBezTo>
                    <a:cubicBezTo>
                      <a:pt x="1009" y="542794"/>
                      <a:pt x="1009" y="542794"/>
                      <a:pt x="115" y="541900"/>
                    </a:cubicBezTo>
                    <a:cubicBezTo>
                      <a:pt x="26" y="539047"/>
                      <a:pt x="-3" y="536213"/>
                      <a:pt x="5" y="533359"/>
                    </a:cubicBezTo>
                    <a:cubicBezTo>
                      <a:pt x="4" y="532446"/>
                      <a:pt x="3" y="531534"/>
                      <a:pt x="2" y="530594"/>
                    </a:cubicBezTo>
                    <a:cubicBezTo>
                      <a:pt x="-1" y="527495"/>
                      <a:pt x="3" y="524396"/>
                      <a:pt x="7" y="521297"/>
                    </a:cubicBezTo>
                    <a:cubicBezTo>
                      <a:pt x="7" y="519069"/>
                      <a:pt x="6" y="516842"/>
                      <a:pt x="5" y="514614"/>
                    </a:cubicBezTo>
                    <a:cubicBezTo>
                      <a:pt x="3" y="509749"/>
                      <a:pt x="5" y="504885"/>
                      <a:pt x="8" y="500020"/>
                    </a:cubicBezTo>
                    <a:cubicBezTo>
                      <a:pt x="14" y="492787"/>
                      <a:pt x="14" y="485553"/>
                      <a:pt x="13" y="478320"/>
                    </a:cubicBezTo>
                    <a:cubicBezTo>
                      <a:pt x="12" y="466154"/>
                      <a:pt x="15" y="453988"/>
                      <a:pt x="20" y="441822"/>
                    </a:cubicBezTo>
                    <a:cubicBezTo>
                      <a:pt x="26" y="429771"/>
                      <a:pt x="29" y="417719"/>
                      <a:pt x="30" y="405667"/>
                    </a:cubicBezTo>
                    <a:cubicBezTo>
                      <a:pt x="30" y="404919"/>
                      <a:pt x="30" y="404171"/>
                      <a:pt x="30" y="403400"/>
                    </a:cubicBezTo>
                    <a:cubicBezTo>
                      <a:pt x="30" y="399599"/>
                      <a:pt x="31" y="395799"/>
                      <a:pt x="31" y="391998"/>
                    </a:cubicBezTo>
                    <a:cubicBezTo>
                      <a:pt x="33" y="365056"/>
                      <a:pt x="39" y="338113"/>
                      <a:pt x="47" y="311171"/>
                    </a:cubicBezTo>
                    <a:cubicBezTo>
                      <a:pt x="56" y="284992"/>
                      <a:pt x="62" y="258812"/>
                      <a:pt x="66" y="232633"/>
                    </a:cubicBezTo>
                    <a:cubicBezTo>
                      <a:pt x="66" y="231826"/>
                      <a:pt x="66" y="231020"/>
                      <a:pt x="66" y="230189"/>
                    </a:cubicBezTo>
                    <a:cubicBezTo>
                      <a:pt x="67" y="222090"/>
                      <a:pt x="68" y="213991"/>
                      <a:pt x="69" y="205892"/>
                    </a:cubicBezTo>
                    <a:cubicBezTo>
                      <a:pt x="72" y="189393"/>
                      <a:pt x="74" y="172893"/>
                      <a:pt x="77" y="156394"/>
                    </a:cubicBezTo>
                    <a:cubicBezTo>
                      <a:pt x="77" y="155635"/>
                      <a:pt x="77" y="154876"/>
                      <a:pt x="77" y="154095"/>
                    </a:cubicBezTo>
                    <a:cubicBezTo>
                      <a:pt x="86" y="103403"/>
                      <a:pt x="100" y="52712"/>
                      <a:pt x="115" y="2020"/>
                    </a:cubicBezTo>
                    <a:cubicBezTo>
                      <a:pt x="3531" y="155"/>
                      <a:pt x="5989" y="9"/>
                      <a:pt x="9908" y="10"/>
                    </a:cubicBezTo>
                    <a:cubicBezTo>
                      <a:pt x="10851" y="6"/>
                      <a:pt x="10851" y="6"/>
                      <a:pt x="11814" y="3"/>
                    </a:cubicBezTo>
                    <a:close/>
                  </a:path>
                </a:pathLst>
              </a:custGeom>
              <a:grpFill/>
              <a:ln w="894" cap="flat">
                <a:noFill/>
                <a:prstDash val="solid"/>
                <a:miter/>
              </a:ln>
            </p:spPr>
            <p:txBody>
              <a:bodyPr rtlCol="0" anchor="ctr"/>
              <a:lstStyle/>
              <a:p>
                <a:endParaRPr lang="zh-CN" altLang="en-US"/>
              </a:p>
            </p:txBody>
          </p:sp>
          <p:sp>
            <p:nvSpPr>
              <p:cNvPr id="166" name="任意多边形: 形状 165"/>
              <p:cNvSpPr/>
              <p:nvPr/>
            </p:nvSpPr>
            <p:spPr>
              <a:xfrm>
                <a:off x="5882319" y="3441813"/>
                <a:ext cx="513180" cy="542907"/>
              </a:xfrm>
              <a:custGeom>
                <a:avLst/>
                <a:gdLst>
                  <a:gd name="connsiteX0" fmla="*/ 249136 w 513180"/>
                  <a:gd name="connsiteY0" fmla="*/ 316663 h 542907"/>
                  <a:gd name="connsiteX1" fmla="*/ 247128 w 513180"/>
                  <a:gd name="connsiteY1" fmla="*/ 316688 h 542907"/>
                  <a:gd name="connsiteX2" fmla="*/ 240406 w 513180"/>
                  <a:gd name="connsiteY2" fmla="*/ 316696 h 542907"/>
                  <a:gd name="connsiteX3" fmla="*/ 235603 w 513180"/>
                  <a:gd name="connsiteY3" fmla="*/ 316717 h 542907"/>
                  <a:gd name="connsiteX4" fmla="*/ 225598 w 513180"/>
                  <a:gd name="connsiteY4" fmla="*/ 316740 h 542907"/>
                  <a:gd name="connsiteX5" fmla="*/ 212568 w 513180"/>
                  <a:gd name="connsiteY5" fmla="*/ 316792 h 542907"/>
                  <a:gd name="connsiteX6" fmla="*/ 202404 w 513180"/>
                  <a:gd name="connsiteY6" fmla="*/ 316809 h 542907"/>
                  <a:gd name="connsiteX7" fmla="*/ 197564 w 513180"/>
                  <a:gd name="connsiteY7" fmla="*/ 316825 h 542907"/>
                  <a:gd name="connsiteX8" fmla="*/ 190578 w 513180"/>
                  <a:gd name="connsiteY8" fmla="*/ 316849 h 542907"/>
                  <a:gd name="connsiteX9" fmla="*/ 188455 w 513180"/>
                  <a:gd name="connsiteY9" fmla="*/ 316862 h 542907"/>
                  <a:gd name="connsiteX10" fmla="*/ 180870 w 513180"/>
                  <a:gd name="connsiteY10" fmla="*/ 317900 h 542907"/>
                  <a:gd name="connsiteX11" fmla="*/ 181885 w 513180"/>
                  <a:gd name="connsiteY11" fmla="*/ 329300 h 542907"/>
                  <a:gd name="connsiteX12" fmla="*/ 181880 w 513180"/>
                  <a:gd name="connsiteY12" fmla="*/ 331639 h 542907"/>
                  <a:gd name="connsiteX13" fmla="*/ 181886 w 513180"/>
                  <a:gd name="connsiteY13" fmla="*/ 339502 h 542907"/>
                  <a:gd name="connsiteX14" fmla="*/ 181884 w 513180"/>
                  <a:gd name="connsiteY14" fmla="*/ 345117 h 542907"/>
                  <a:gd name="connsiteX15" fmla="*/ 181884 w 513180"/>
                  <a:gd name="connsiteY15" fmla="*/ 356826 h 542907"/>
                  <a:gd name="connsiteX16" fmla="*/ 181881 w 513180"/>
                  <a:gd name="connsiteY16" fmla="*/ 372058 h 542907"/>
                  <a:gd name="connsiteX17" fmla="*/ 181886 w 513180"/>
                  <a:gd name="connsiteY17" fmla="*/ 383952 h 542907"/>
                  <a:gd name="connsiteX18" fmla="*/ 181883 w 513180"/>
                  <a:gd name="connsiteY18" fmla="*/ 389617 h 542907"/>
                  <a:gd name="connsiteX19" fmla="*/ 181885 w 513180"/>
                  <a:gd name="connsiteY19" fmla="*/ 397781 h 542907"/>
                  <a:gd name="connsiteX20" fmla="*/ 181880 w 513180"/>
                  <a:gd name="connsiteY20" fmla="*/ 400265 h 542907"/>
                  <a:gd name="connsiteX21" fmla="*/ 181764 w 513180"/>
                  <a:gd name="connsiteY21" fmla="*/ 408178 h 542907"/>
                  <a:gd name="connsiteX22" fmla="*/ 181764 w 513180"/>
                  <a:gd name="connsiteY22" fmla="*/ 414435 h 542907"/>
                  <a:gd name="connsiteX23" fmla="*/ 207731 w 513180"/>
                  <a:gd name="connsiteY23" fmla="*/ 414522 h 542907"/>
                  <a:gd name="connsiteX24" fmla="*/ 220960 w 513180"/>
                  <a:gd name="connsiteY24" fmla="*/ 414558 h 542907"/>
                  <a:gd name="connsiteX25" fmla="*/ 233929 w 513180"/>
                  <a:gd name="connsiteY25" fmla="*/ 414602 h 542907"/>
                  <a:gd name="connsiteX26" fmla="*/ 238851 w 513180"/>
                  <a:gd name="connsiteY26" fmla="*/ 414610 h 542907"/>
                  <a:gd name="connsiteX27" fmla="*/ 245961 w 513180"/>
                  <a:gd name="connsiteY27" fmla="*/ 414639 h 542907"/>
                  <a:gd name="connsiteX28" fmla="*/ 248128 w 513180"/>
                  <a:gd name="connsiteY28" fmla="*/ 414638 h 542907"/>
                  <a:gd name="connsiteX29" fmla="*/ 255059 w 513180"/>
                  <a:gd name="connsiteY29" fmla="*/ 414435 h 542907"/>
                  <a:gd name="connsiteX30" fmla="*/ 257406 w 513180"/>
                  <a:gd name="connsiteY30" fmla="*/ 410301 h 542907"/>
                  <a:gd name="connsiteX31" fmla="*/ 257741 w 513180"/>
                  <a:gd name="connsiteY31" fmla="*/ 408178 h 542907"/>
                  <a:gd name="connsiteX32" fmla="*/ 272500 w 513180"/>
                  <a:gd name="connsiteY32" fmla="*/ 408222 h 542907"/>
                  <a:gd name="connsiteX33" fmla="*/ 278523 w 513180"/>
                  <a:gd name="connsiteY33" fmla="*/ 408234 h 542907"/>
                  <a:gd name="connsiteX34" fmla="*/ 287402 w 513180"/>
                  <a:gd name="connsiteY34" fmla="*/ 408262 h 542907"/>
                  <a:gd name="connsiteX35" fmla="*/ 290212 w 513180"/>
                  <a:gd name="connsiteY35" fmla="*/ 408266 h 542907"/>
                  <a:gd name="connsiteX36" fmla="*/ 292941 w 513180"/>
                  <a:gd name="connsiteY36" fmla="*/ 408280 h 542907"/>
                  <a:gd name="connsiteX37" fmla="*/ 295489 w 513180"/>
                  <a:gd name="connsiteY37" fmla="*/ 408280 h 542907"/>
                  <a:gd name="connsiteX38" fmla="*/ 299751 w 513180"/>
                  <a:gd name="connsiteY38" fmla="*/ 408178 h 542907"/>
                  <a:gd name="connsiteX39" fmla="*/ 306008 w 513180"/>
                  <a:gd name="connsiteY39" fmla="*/ 404603 h 542907"/>
                  <a:gd name="connsiteX40" fmla="*/ 305114 w 513180"/>
                  <a:gd name="connsiteY40" fmla="*/ 401921 h 542907"/>
                  <a:gd name="connsiteX41" fmla="*/ 314276 w 513180"/>
                  <a:gd name="connsiteY41" fmla="*/ 401363 h 542907"/>
                  <a:gd name="connsiteX42" fmla="*/ 318243 w 513180"/>
                  <a:gd name="connsiteY42" fmla="*/ 397396 h 542907"/>
                  <a:gd name="connsiteX43" fmla="*/ 319416 w 513180"/>
                  <a:gd name="connsiteY43" fmla="*/ 394771 h 542907"/>
                  <a:gd name="connsiteX44" fmla="*/ 322097 w 513180"/>
                  <a:gd name="connsiteY44" fmla="*/ 393877 h 542907"/>
                  <a:gd name="connsiteX45" fmla="*/ 325236 w 513180"/>
                  <a:gd name="connsiteY45" fmla="*/ 389174 h 542907"/>
                  <a:gd name="connsiteX46" fmla="*/ 325394 w 513180"/>
                  <a:gd name="connsiteY46" fmla="*/ 387005 h 542907"/>
                  <a:gd name="connsiteX47" fmla="*/ 325572 w 513180"/>
                  <a:gd name="connsiteY47" fmla="*/ 384816 h 542907"/>
                  <a:gd name="connsiteX48" fmla="*/ 325673 w 513180"/>
                  <a:gd name="connsiteY48" fmla="*/ 383151 h 542907"/>
                  <a:gd name="connsiteX49" fmla="*/ 330792 w 513180"/>
                  <a:gd name="connsiteY49" fmla="*/ 382250 h 542907"/>
                  <a:gd name="connsiteX50" fmla="*/ 332279 w 513180"/>
                  <a:gd name="connsiteY50" fmla="*/ 375441 h 542907"/>
                  <a:gd name="connsiteX51" fmla="*/ 332254 w 513180"/>
                  <a:gd name="connsiteY51" fmla="*/ 373427 h 542907"/>
                  <a:gd name="connsiteX52" fmla="*/ 332253 w 513180"/>
                  <a:gd name="connsiteY52" fmla="*/ 369200 h 542907"/>
                  <a:gd name="connsiteX53" fmla="*/ 332212 w 513180"/>
                  <a:gd name="connsiteY53" fmla="*/ 362538 h 542907"/>
                  <a:gd name="connsiteX54" fmla="*/ 332210 w 513180"/>
                  <a:gd name="connsiteY54" fmla="*/ 358186 h 542907"/>
                  <a:gd name="connsiteX55" fmla="*/ 332199 w 513180"/>
                  <a:gd name="connsiteY55" fmla="*/ 356108 h 542907"/>
                  <a:gd name="connsiteX56" fmla="*/ 332201 w 513180"/>
                  <a:gd name="connsiteY56" fmla="*/ 354088 h 542907"/>
                  <a:gd name="connsiteX57" fmla="*/ 330142 w 513180"/>
                  <a:gd name="connsiteY57" fmla="*/ 347397 h 542907"/>
                  <a:gd name="connsiteX58" fmla="*/ 325673 w 513180"/>
                  <a:gd name="connsiteY58" fmla="*/ 347397 h 542907"/>
                  <a:gd name="connsiteX59" fmla="*/ 325673 w 513180"/>
                  <a:gd name="connsiteY59" fmla="*/ 337565 h 542907"/>
                  <a:gd name="connsiteX60" fmla="*/ 320086 w 513180"/>
                  <a:gd name="connsiteY60" fmla="*/ 336112 h 542907"/>
                  <a:gd name="connsiteX61" fmla="*/ 318522 w 513180"/>
                  <a:gd name="connsiteY61" fmla="*/ 336671 h 542907"/>
                  <a:gd name="connsiteX62" fmla="*/ 318522 w 513180"/>
                  <a:gd name="connsiteY62" fmla="*/ 332202 h 542907"/>
                  <a:gd name="connsiteX63" fmla="*/ 314409 w 513180"/>
                  <a:gd name="connsiteY63" fmla="*/ 330044 h 542907"/>
                  <a:gd name="connsiteX64" fmla="*/ 311707 w 513180"/>
                  <a:gd name="connsiteY64" fmla="*/ 329855 h 542907"/>
                  <a:gd name="connsiteX65" fmla="*/ 308990 w 513180"/>
                  <a:gd name="connsiteY65" fmla="*/ 329653 h 542907"/>
                  <a:gd name="connsiteX66" fmla="*/ 306902 w 513180"/>
                  <a:gd name="connsiteY66" fmla="*/ 329520 h 542907"/>
                  <a:gd name="connsiteX67" fmla="*/ 305114 w 513180"/>
                  <a:gd name="connsiteY67" fmla="*/ 324157 h 542907"/>
                  <a:gd name="connsiteX68" fmla="*/ 291021 w 513180"/>
                  <a:gd name="connsiteY68" fmla="*/ 323162 h 542907"/>
                  <a:gd name="connsiteX69" fmla="*/ 288467 w 513180"/>
                  <a:gd name="connsiteY69" fmla="*/ 323176 h 542907"/>
                  <a:gd name="connsiteX70" fmla="*/ 280239 w 513180"/>
                  <a:gd name="connsiteY70" fmla="*/ 323196 h 542907"/>
                  <a:gd name="connsiteX71" fmla="*/ 274533 w 513180"/>
                  <a:gd name="connsiteY71" fmla="*/ 323214 h 542907"/>
                  <a:gd name="connsiteX72" fmla="*/ 259220 w 513180"/>
                  <a:gd name="connsiteY72" fmla="*/ 323257 h 542907"/>
                  <a:gd name="connsiteX73" fmla="*/ 257741 w 513180"/>
                  <a:gd name="connsiteY73" fmla="*/ 323263 h 542907"/>
                  <a:gd name="connsiteX74" fmla="*/ 256393 w 513180"/>
                  <a:gd name="connsiteY74" fmla="*/ 318144 h 542907"/>
                  <a:gd name="connsiteX75" fmla="*/ 249136 w 513180"/>
                  <a:gd name="connsiteY75" fmla="*/ 316663 h 542907"/>
                  <a:gd name="connsiteX76" fmla="*/ 238845 w 513180"/>
                  <a:gd name="connsiteY76" fmla="*/ 116233 h 542907"/>
                  <a:gd name="connsiteX77" fmla="*/ 235660 w 513180"/>
                  <a:gd name="connsiteY77" fmla="*/ 116243 h 542907"/>
                  <a:gd name="connsiteX78" fmla="*/ 230114 w 513180"/>
                  <a:gd name="connsiteY78" fmla="*/ 116250 h 542907"/>
                  <a:gd name="connsiteX79" fmla="*/ 226159 w 513180"/>
                  <a:gd name="connsiteY79" fmla="*/ 116272 h 542907"/>
                  <a:gd name="connsiteX80" fmla="*/ 217905 w 513180"/>
                  <a:gd name="connsiteY80" fmla="*/ 116295 h 542907"/>
                  <a:gd name="connsiteX81" fmla="*/ 207172 w 513180"/>
                  <a:gd name="connsiteY81" fmla="*/ 116347 h 542907"/>
                  <a:gd name="connsiteX82" fmla="*/ 198786 w 513180"/>
                  <a:gd name="connsiteY82" fmla="*/ 116364 h 542907"/>
                  <a:gd name="connsiteX83" fmla="*/ 194794 w 513180"/>
                  <a:gd name="connsiteY83" fmla="*/ 116380 h 542907"/>
                  <a:gd name="connsiteX84" fmla="*/ 189040 w 513180"/>
                  <a:gd name="connsiteY84" fmla="*/ 116404 h 542907"/>
                  <a:gd name="connsiteX85" fmla="*/ 187291 w 513180"/>
                  <a:gd name="connsiteY85" fmla="*/ 116417 h 542907"/>
                  <a:gd name="connsiteX86" fmla="*/ 180869 w 513180"/>
                  <a:gd name="connsiteY86" fmla="*/ 117455 h 542907"/>
                  <a:gd name="connsiteX87" fmla="*/ 181884 w 513180"/>
                  <a:gd name="connsiteY87" fmla="*/ 128457 h 542907"/>
                  <a:gd name="connsiteX88" fmla="*/ 181879 w 513180"/>
                  <a:gd name="connsiteY88" fmla="*/ 130619 h 542907"/>
                  <a:gd name="connsiteX89" fmla="*/ 181885 w 513180"/>
                  <a:gd name="connsiteY89" fmla="*/ 137898 h 542907"/>
                  <a:gd name="connsiteX90" fmla="*/ 181883 w 513180"/>
                  <a:gd name="connsiteY90" fmla="*/ 143094 h 542907"/>
                  <a:gd name="connsiteX91" fmla="*/ 181883 w 513180"/>
                  <a:gd name="connsiteY91" fmla="*/ 153933 h 542907"/>
                  <a:gd name="connsiteX92" fmla="*/ 181880 w 513180"/>
                  <a:gd name="connsiteY92" fmla="*/ 168030 h 542907"/>
                  <a:gd name="connsiteX93" fmla="*/ 181884 w 513180"/>
                  <a:gd name="connsiteY93" fmla="*/ 179039 h 542907"/>
                  <a:gd name="connsiteX94" fmla="*/ 181882 w 513180"/>
                  <a:gd name="connsiteY94" fmla="*/ 184284 h 542907"/>
                  <a:gd name="connsiteX95" fmla="*/ 181883 w 513180"/>
                  <a:gd name="connsiteY95" fmla="*/ 191838 h 542907"/>
                  <a:gd name="connsiteX96" fmla="*/ 181879 w 513180"/>
                  <a:gd name="connsiteY96" fmla="*/ 194138 h 542907"/>
                  <a:gd name="connsiteX97" fmla="*/ 181763 w 513180"/>
                  <a:gd name="connsiteY97" fmla="*/ 201476 h 542907"/>
                  <a:gd name="connsiteX98" fmla="*/ 181763 w 513180"/>
                  <a:gd name="connsiteY98" fmla="*/ 207733 h 542907"/>
                  <a:gd name="connsiteX99" fmla="*/ 203151 w 513180"/>
                  <a:gd name="connsiteY99" fmla="*/ 207777 h 542907"/>
                  <a:gd name="connsiteX100" fmla="*/ 214062 w 513180"/>
                  <a:gd name="connsiteY100" fmla="*/ 207795 h 542907"/>
                  <a:gd name="connsiteX101" fmla="*/ 224743 w 513180"/>
                  <a:gd name="connsiteY101" fmla="*/ 207817 h 542907"/>
                  <a:gd name="connsiteX102" fmla="*/ 228812 w 513180"/>
                  <a:gd name="connsiteY102" fmla="*/ 207820 h 542907"/>
                  <a:gd name="connsiteX103" fmla="*/ 234659 w 513180"/>
                  <a:gd name="connsiteY103" fmla="*/ 207835 h 542907"/>
                  <a:gd name="connsiteX104" fmla="*/ 236457 w 513180"/>
                  <a:gd name="connsiteY104" fmla="*/ 207835 h 542907"/>
                  <a:gd name="connsiteX105" fmla="*/ 242544 w 513180"/>
                  <a:gd name="connsiteY105" fmla="*/ 207733 h 542907"/>
                  <a:gd name="connsiteX106" fmla="*/ 249695 w 513180"/>
                  <a:gd name="connsiteY106" fmla="*/ 204158 h 542907"/>
                  <a:gd name="connsiteX107" fmla="*/ 248801 w 513180"/>
                  <a:gd name="connsiteY107" fmla="*/ 201476 h 542907"/>
                  <a:gd name="connsiteX108" fmla="*/ 260252 w 513180"/>
                  <a:gd name="connsiteY108" fmla="*/ 201520 h 542907"/>
                  <a:gd name="connsiteX109" fmla="*/ 264946 w 513180"/>
                  <a:gd name="connsiteY109" fmla="*/ 201532 h 542907"/>
                  <a:gd name="connsiteX110" fmla="*/ 271830 w 513180"/>
                  <a:gd name="connsiteY110" fmla="*/ 201560 h 542907"/>
                  <a:gd name="connsiteX111" fmla="*/ 274028 w 513180"/>
                  <a:gd name="connsiteY111" fmla="*/ 201564 h 542907"/>
                  <a:gd name="connsiteX112" fmla="*/ 288130 w 513180"/>
                  <a:gd name="connsiteY112" fmla="*/ 200582 h 542907"/>
                  <a:gd name="connsiteX113" fmla="*/ 291706 w 513180"/>
                  <a:gd name="connsiteY113" fmla="*/ 195219 h 542907"/>
                  <a:gd name="connsiteX114" fmla="*/ 295504 w 513180"/>
                  <a:gd name="connsiteY114" fmla="*/ 194437 h 542907"/>
                  <a:gd name="connsiteX115" fmla="*/ 298856 w 513180"/>
                  <a:gd name="connsiteY115" fmla="*/ 194326 h 542907"/>
                  <a:gd name="connsiteX116" fmla="*/ 300644 w 513180"/>
                  <a:gd name="connsiteY116" fmla="*/ 188962 h 542907"/>
                  <a:gd name="connsiteX117" fmla="*/ 306007 w 513180"/>
                  <a:gd name="connsiteY117" fmla="*/ 187175 h 542907"/>
                  <a:gd name="connsiteX118" fmla="*/ 306464 w 513180"/>
                  <a:gd name="connsiteY118" fmla="*/ 184263 h 542907"/>
                  <a:gd name="connsiteX119" fmla="*/ 306622 w 513180"/>
                  <a:gd name="connsiteY119" fmla="*/ 180806 h 542907"/>
                  <a:gd name="connsiteX120" fmla="*/ 306800 w 513180"/>
                  <a:gd name="connsiteY120" fmla="*/ 177336 h 542907"/>
                  <a:gd name="connsiteX121" fmla="*/ 306901 w 513180"/>
                  <a:gd name="connsiteY121" fmla="*/ 174661 h 542907"/>
                  <a:gd name="connsiteX122" fmla="*/ 310476 w 513180"/>
                  <a:gd name="connsiteY122" fmla="*/ 174661 h 542907"/>
                  <a:gd name="connsiteX123" fmla="*/ 312495 w 513180"/>
                  <a:gd name="connsiteY123" fmla="*/ 168835 h 542907"/>
                  <a:gd name="connsiteX124" fmla="*/ 312501 w 513180"/>
                  <a:gd name="connsiteY124" fmla="*/ 166334 h 542907"/>
                  <a:gd name="connsiteX125" fmla="*/ 312508 w 513180"/>
                  <a:gd name="connsiteY125" fmla="*/ 163594 h 542907"/>
                  <a:gd name="connsiteX126" fmla="*/ 312487 w 513180"/>
                  <a:gd name="connsiteY126" fmla="*/ 160751 h 542907"/>
                  <a:gd name="connsiteX127" fmla="*/ 312508 w 513180"/>
                  <a:gd name="connsiteY127" fmla="*/ 157896 h 542907"/>
                  <a:gd name="connsiteX128" fmla="*/ 312501 w 513180"/>
                  <a:gd name="connsiteY128" fmla="*/ 155161 h 542907"/>
                  <a:gd name="connsiteX129" fmla="*/ 310476 w 513180"/>
                  <a:gd name="connsiteY129" fmla="*/ 147846 h 542907"/>
                  <a:gd name="connsiteX130" fmla="*/ 308130 w 513180"/>
                  <a:gd name="connsiteY130" fmla="*/ 147678 h 542907"/>
                  <a:gd name="connsiteX131" fmla="*/ 306007 w 513180"/>
                  <a:gd name="connsiteY131" fmla="*/ 147846 h 542907"/>
                  <a:gd name="connsiteX132" fmla="*/ 306038 w 513180"/>
                  <a:gd name="connsiteY132" fmla="*/ 145531 h 542907"/>
                  <a:gd name="connsiteX133" fmla="*/ 306063 w 513180"/>
                  <a:gd name="connsiteY133" fmla="*/ 142539 h 542907"/>
                  <a:gd name="connsiteX134" fmla="*/ 306007 w 513180"/>
                  <a:gd name="connsiteY134" fmla="*/ 137120 h 542907"/>
                  <a:gd name="connsiteX135" fmla="*/ 302823 w 513180"/>
                  <a:gd name="connsiteY135" fmla="*/ 135723 h 542907"/>
                  <a:gd name="connsiteX136" fmla="*/ 300644 w 513180"/>
                  <a:gd name="connsiteY136" fmla="*/ 135332 h 542907"/>
                  <a:gd name="connsiteX137" fmla="*/ 298856 w 513180"/>
                  <a:gd name="connsiteY137" fmla="*/ 129969 h 542907"/>
                  <a:gd name="connsiteX138" fmla="*/ 293399 w 513180"/>
                  <a:gd name="connsiteY138" fmla="*/ 129501 h 542907"/>
                  <a:gd name="connsiteX139" fmla="*/ 290644 w 513180"/>
                  <a:gd name="connsiteY139" fmla="*/ 127399 h 542907"/>
                  <a:gd name="connsiteX140" fmla="*/ 289918 w 513180"/>
                  <a:gd name="connsiteY140" fmla="*/ 125500 h 542907"/>
                  <a:gd name="connsiteX141" fmla="*/ 279719 w 513180"/>
                  <a:gd name="connsiteY141" fmla="*/ 122537 h 542907"/>
                  <a:gd name="connsiteX142" fmla="*/ 277512 w 513180"/>
                  <a:gd name="connsiteY142" fmla="*/ 122588 h 542907"/>
                  <a:gd name="connsiteX143" fmla="*/ 270414 w 513180"/>
                  <a:gd name="connsiteY143" fmla="*/ 122665 h 542907"/>
                  <a:gd name="connsiteX144" fmla="*/ 263076 w 513180"/>
                  <a:gd name="connsiteY144" fmla="*/ 122766 h 542907"/>
                  <a:gd name="connsiteX145" fmla="*/ 258406 w 513180"/>
                  <a:gd name="connsiteY145" fmla="*/ 122811 h 542907"/>
                  <a:gd name="connsiteX146" fmla="*/ 247013 w 513180"/>
                  <a:gd name="connsiteY146" fmla="*/ 121924 h 542907"/>
                  <a:gd name="connsiteX147" fmla="*/ 246120 w 513180"/>
                  <a:gd name="connsiteY147" fmla="*/ 119243 h 542907"/>
                  <a:gd name="connsiteX148" fmla="*/ 238845 w 513180"/>
                  <a:gd name="connsiteY148" fmla="*/ 116233 h 542907"/>
                  <a:gd name="connsiteX149" fmla="*/ 11814 w 513180"/>
                  <a:gd name="connsiteY149" fmla="*/ 3 h 542907"/>
                  <a:gd name="connsiteX150" fmla="*/ 18166 w 513180"/>
                  <a:gd name="connsiteY150" fmla="*/ 11 h 542907"/>
                  <a:gd name="connsiteX151" fmla="*/ 22754 w 513180"/>
                  <a:gd name="connsiteY151" fmla="*/ 5 h 542907"/>
                  <a:gd name="connsiteX152" fmla="*/ 35387 w 513180"/>
                  <a:gd name="connsiteY152" fmla="*/ 12 h 542907"/>
                  <a:gd name="connsiteX153" fmla="*/ 49002 w 513180"/>
                  <a:gd name="connsiteY153" fmla="*/ 10 h 542907"/>
                  <a:gd name="connsiteX154" fmla="*/ 75684 w 513180"/>
                  <a:gd name="connsiteY154" fmla="*/ 19 h 542907"/>
                  <a:gd name="connsiteX155" fmla="*/ 106741 w 513180"/>
                  <a:gd name="connsiteY155" fmla="*/ 28 h 542907"/>
                  <a:gd name="connsiteX156" fmla="*/ 162150 w 513180"/>
                  <a:gd name="connsiteY156" fmla="*/ 48 h 542907"/>
                  <a:gd name="connsiteX157" fmla="*/ 215942 w 513180"/>
                  <a:gd name="connsiteY157" fmla="*/ 67 h 542907"/>
                  <a:gd name="connsiteX158" fmla="*/ 219287 w 513180"/>
                  <a:gd name="connsiteY158" fmla="*/ 67 h 542907"/>
                  <a:gd name="connsiteX159" fmla="*/ 222627 w 513180"/>
                  <a:gd name="connsiteY159" fmla="*/ 66 h 542907"/>
                  <a:gd name="connsiteX160" fmla="*/ 283821 w 513180"/>
                  <a:gd name="connsiteY160" fmla="*/ 79 h 542907"/>
                  <a:gd name="connsiteX161" fmla="*/ 305479 w 513180"/>
                  <a:gd name="connsiteY161" fmla="*/ 83 h 542907"/>
                  <a:gd name="connsiteX162" fmla="*/ 331871 w 513180"/>
                  <a:gd name="connsiteY162" fmla="*/ 96 h 542907"/>
                  <a:gd name="connsiteX163" fmla="*/ 345341 w 513180"/>
                  <a:gd name="connsiteY163" fmla="*/ 102 h 542907"/>
                  <a:gd name="connsiteX164" fmla="*/ 357667 w 513180"/>
                  <a:gd name="connsiteY164" fmla="*/ 110 h 542907"/>
                  <a:gd name="connsiteX165" fmla="*/ 362132 w 513180"/>
                  <a:gd name="connsiteY165" fmla="*/ 111 h 542907"/>
                  <a:gd name="connsiteX166" fmla="*/ 368191 w 513180"/>
                  <a:gd name="connsiteY166" fmla="*/ 117 h 542907"/>
                  <a:gd name="connsiteX167" fmla="*/ 371594 w 513180"/>
                  <a:gd name="connsiteY167" fmla="*/ 119 h 542907"/>
                  <a:gd name="connsiteX168" fmla="*/ 379997 w 513180"/>
                  <a:gd name="connsiteY168" fmla="*/ 1126 h 542907"/>
                  <a:gd name="connsiteX169" fmla="*/ 380333 w 513180"/>
                  <a:gd name="connsiteY169" fmla="*/ 3305 h 542907"/>
                  <a:gd name="connsiteX170" fmla="*/ 380891 w 513180"/>
                  <a:gd name="connsiteY170" fmla="*/ 5595 h 542907"/>
                  <a:gd name="connsiteX171" fmla="*/ 386569 w 513180"/>
                  <a:gd name="connsiteY171" fmla="*/ 6772 h 542907"/>
                  <a:gd name="connsiteX172" fmla="*/ 388873 w 513180"/>
                  <a:gd name="connsiteY172" fmla="*/ 6886 h 542907"/>
                  <a:gd name="connsiteX173" fmla="*/ 391282 w 513180"/>
                  <a:gd name="connsiteY173" fmla="*/ 6992 h 542907"/>
                  <a:gd name="connsiteX174" fmla="*/ 393712 w 513180"/>
                  <a:gd name="connsiteY174" fmla="*/ 7109 h 542907"/>
                  <a:gd name="connsiteX175" fmla="*/ 399662 w 513180"/>
                  <a:gd name="connsiteY175" fmla="*/ 7383 h 542907"/>
                  <a:gd name="connsiteX176" fmla="*/ 399997 w 513180"/>
                  <a:gd name="connsiteY176" fmla="*/ 9562 h 542907"/>
                  <a:gd name="connsiteX177" fmla="*/ 400556 w 513180"/>
                  <a:gd name="connsiteY177" fmla="*/ 11852 h 542907"/>
                  <a:gd name="connsiteX178" fmla="*/ 408265 w 513180"/>
                  <a:gd name="connsiteY178" fmla="*/ 13249 h 542907"/>
                  <a:gd name="connsiteX179" fmla="*/ 411484 w 513180"/>
                  <a:gd name="connsiteY179" fmla="*/ 13476 h 542907"/>
                  <a:gd name="connsiteX180" fmla="*/ 413963 w 513180"/>
                  <a:gd name="connsiteY180" fmla="*/ 13640 h 542907"/>
                  <a:gd name="connsiteX181" fmla="*/ 414857 w 513180"/>
                  <a:gd name="connsiteY181" fmla="*/ 19003 h 542907"/>
                  <a:gd name="connsiteX182" fmla="*/ 425583 w 513180"/>
                  <a:gd name="connsiteY182" fmla="*/ 19897 h 542907"/>
                  <a:gd name="connsiteX183" fmla="*/ 426030 w 513180"/>
                  <a:gd name="connsiteY183" fmla="*/ 22467 h 542907"/>
                  <a:gd name="connsiteX184" fmla="*/ 429019 w 513180"/>
                  <a:gd name="connsiteY184" fmla="*/ 25857 h 542907"/>
                  <a:gd name="connsiteX185" fmla="*/ 432895 w 513180"/>
                  <a:gd name="connsiteY185" fmla="*/ 26548 h 542907"/>
                  <a:gd name="connsiteX186" fmla="*/ 434522 w 513180"/>
                  <a:gd name="connsiteY186" fmla="*/ 27048 h 542907"/>
                  <a:gd name="connsiteX187" fmla="*/ 436310 w 513180"/>
                  <a:gd name="connsiteY187" fmla="*/ 31517 h 542907"/>
                  <a:gd name="connsiteX188" fmla="*/ 438991 w 513180"/>
                  <a:gd name="connsiteY188" fmla="*/ 32355 h 542907"/>
                  <a:gd name="connsiteX189" fmla="*/ 441673 w 513180"/>
                  <a:gd name="connsiteY189" fmla="*/ 33304 h 542907"/>
                  <a:gd name="connsiteX190" fmla="*/ 443460 w 513180"/>
                  <a:gd name="connsiteY190" fmla="*/ 38668 h 542907"/>
                  <a:gd name="connsiteX191" fmla="*/ 447929 w 513180"/>
                  <a:gd name="connsiteY191" fmla="*/ 39561 h 542907"/>
                  <a:gd name="connsiteX192" fmla="*/ 449717 w 513180"/>
                  <a:gd name="connsiteY192" fmla="*/ 44924 h 542907"/>
                  <a:gd name="connsiteX193" fmla="*/ 455080 w 513180"/>
                  <a:gd name="connsiteY193" fmla="*/ 45818 h 542907"/>
                  <a:gd name="connsiteX194" fmla="*/ 456868 w 513180"/>
                  <a:gd name="connsiteY194" fmla="*/ 52075 h 542907"/>
                  <a:gd name="connsiteX195" fmla="*/ 460443 w 513180"/>
                  <a:gd name="connsiteY195" fmla="*/ 52969 h 542907"/>
                  <a:gd name="connsiteX196" fmla="*/ 461002 w 513180"/>
                  <a:gd name="connsiteY196" fmla="*/ 55986 h 542907"/>
                  <a:gd name="connsiteX197" fmla="*/ 465024 w 513180"/>
                  <a:gd name="connsiteY197" fmla="*/ 60511 h 542907"/>
                  <a:gd name="connsiteX198" fmla="*/ 467594 w 513180"/>
                  <a:gd name="connsiteY198" fmla="*/ 61014 h 542907"/>
                  <a:gd name="connsiteX199" fmla="*/ 468041 w 513180"/>
                  <a:gd name="connsiteY199" fmla="*/ 64868 h 542907"/>
                  <a:gd name="connsiteX200" fmla="*/ 468292 w 513180"/>
                  <a:gd name="connsiteY200" fmla="*/ 67037 h 542907"/>
                  <a:gd name="connsiteX201" fmla="*/ 468488 w 513180"/>
                  <a:gd name="connsiteY201" fmla="*/ 71740 h 542907"/>
                  <a:gd name="connsiteX202" fmla="*/ 474745 w 513180"/>
                  <a:gd name="connsiteY202" fmla="*/ 73527 h 542907"/>
                  <a:gd name="connsiteX203" fmla="*/ 475639 w 513180"/>
                  <a:gd name="connsiteY203" fmla="*/ 84253 h 542907"/>
                  <a:gd name="connsiteX204" fmla="*/ 481002 w 513180"/>
                  <a:gd name="connsiteY204" fmla="*/ 85147 h 542907"/>
                  <a:gd name="connsiteX205" fmla="*/ 481166 w 513180"/>
                  <a:gd name="connsiteY205" fmla="*/ 88510 h 542907"/>
                  <a:gd name="connsiteX206" fmla="*/ 481393 w 513180"/>
                  <a:gd name="connsiteY206" fmla="*/ 92913 h 542907"/>
                  <a:gd name="connsiteX207" fmla="*/ 481499 w 513180"/>
                  <a:gd name="connsiteY207" fmla="*/ 95124 h 542907"/>
                  <a:gd name="connsiteX208" fmla="*/ 482789 w 513180"/>
                  <a:gd name="connsiteY208" fmla="*/ 105706 h 542907"/>
                  <a:gd name="connsiteX209" fmla="*/ 487258 w 513180"/>
                  <a:gd name="connsiteY209" fmla="*/ 105706 h 542907"/>
                  <a:gd name="connsiteX210" fmla="*/ 487258 w 513180"/>
                  <a:gd name="connsiteY210" fmla="*/ 165593 h 542907"/>
                  <a:gd name="connsiteX211" fmla="*/ 481895 w 513180"/>
                  <a:gd name="connsiteY211" fmla="*/ 167381 h 542907"/>
                  <a:gd name="connsiteX212" fmla="*/ 481002 w 513180"/>
                  <a:gd name="connsiteY212" fmla="*/ 186151 h 542907"/>
                  <a:gd name="connsiteX213" fmla="*/ 476532 w 513180"/>
                  <a:gd name="connsiteY213" fmla="*/ 186151 h 542907"/>
                  <a:gd name="connsiteX214" fmla="*/ 474633 w 513180"/>
                  <a:gd name="connsiteY214" fmla="*/ 193917 h 542907"/>
                  <a:gd name="connsiteX215" fmla="*/ 474682 w 513180"/>
                  <a:gd name="connsiteY215" fmla="*/ 196609 h 542907"/>
                  <a:gd name="connsiteX216" fmla="*/ 474745 w 513180"/>
                  <a:gd name="connsiteY216" fmla="*/ 198665 h 542907"/>
                  <a:gd name="connsiteX217" fmla="*/ 468488 w 513180"/>
                  <a:gd name="connsiteY217" fmla="*/ 200453 h 542907"/>
                  <a:gd name="connsiteX218" fmla="*/ 467594 w 513180"/>
                  <a:gd name="connsiteY218" fmla="*/ 209391 h 542907"/>
                  <a:gd name="connsiteX219" fmla="*/ 463125 w 513180"/>
                  <a:gd name="connsiteY219" fmla="*/ 209391 h 542907"/>
                  <a:gd name="connsiteX220" fmla="*/ 462695 w 513180"/>
                  <a:gd name="connsiteY220" fmla="*/ 211088 h 542907"/>
                  <a:gd name="connsiteX221" fmla="*/ 460443 w 513180"/>
                  <a:gd name="connsiteY221" fmla="*/ 217436 h 542907"/>
                  <a:gd name="connsiteX222" fmla="*/ 455974 w 513180"/>
                  <a:gd name="connsiteY222" fmla="*/ 219224 h 542907"/>
                  <a:gd name="connsiteX223" fmla="*/ 455192 w 513180"/>
                  <a:gd name="connsiteY223" fmla="*/ 222352 h 542907"/>
                  <a:gd name="connsiteX224" fmla="*/ 454186 w 513180"/>
                  <a:gd name="connsiteY224" fmla="*/ 225480 h 542907"/>
                  <a:gd name="connsiteX225" fmla="*/ 447929 w 513180"/>
                  <a:gd name="connsiteY225" fmla="*/ 227268 h 542907"/>
                  <a:gd name="connsiteX226" fmla="*/ 446142 w 513180"/>
                  <a:gd name="connsiteY226" fmla="*/ 231737 h 542907"/>
                  <a:gd name="connsiteX227" fmla="*/ 440779 w 513180"/>
                  <a:gd name="connsiteY227" fmla="*/ 234419 h 542907"/>
                  <a:gd name="connsiteX228" fmla="*/ 439606 w 513180"/>
                  <a:gd name="connsiteY228" fmla="*/ 236709 h 542907"/>
                  <a:gd name="connsiteX229" fmla="*/ 436212 w 513180"/>
                  <a:gd name="connsiteY229" fmla="*/ 239384 h 542907"/>
                  <a:gd name="connsiteX230" fmla="*/ 431893 w 513180"/>
                  <a:gd name="connsiteY230" fmla="*/ 239918 h 542907"/>
                  <a:gd name="connsiteX231" fmla="*/ 430053 w 513180"/>
                  <a:gd name="connsiteY231" fmla="*/ 240676 h 542907"/>
                  <a:gd name="connsiteX232" fmla="*/ 428265 w 513180"/>
                  <a:gd name="connsiteY232" fmla="*/ 246039 h 542907"/>
                  <a:gd name="connsiteX233" fmla="*/ 425880 w 513180"/>
                  <a:gd name="connsiteY233" fmla="*/ 246046 h 542907"/>
                  <a:gd name="connsiteX234" fmla="*/ 422734 w 513180"/>
                  <a:gd name="connsiteY234" fmla="*/ 246151 h 542907"/>
                  <a:gd name="connsiteX235" fmla="*/ 419623 w 513180"/>
                  <a:gd name="connsiteY235" fmla="*/ 246213 h 542907"/>
                  <a:gd name="connsiteX236" fmla="*/ 412176 w 513180"/>
                  <a:gd name="connsiteY236" fmla="*/ 252296 h 542907"/>
                  <a:gd name="connsiteX237" fmla="*/ 426477 w 513180"/>
                  <a:gd name="connsiteY237" fmla="*/ 252296 h 542907"/>
                  <a:gd name="connsiteX238" fmla="*/ 428265 w 513180"/>
                  <a:gd name="connsiteY238" fmla="*/ 257659 h 542907"/>
                  <a:gd name="connsiteX239" fmla="*/ 431303 w 513180"/>
                  <a:gd name="connsiteY239" fmla="*/ 258577 h 542907"/>
                  <a:gd name="connsiteX240" fmla="*/ 436610 w 513180"/>
                  <a:gd name="connsiteY240" fmla="*/ 258409 h 542907"/>
                  <a:gd name="connsiteX241" fmla="*/ 441673 w 513180"/>
                  <a:gd name="connsiteY241" fmla="*/ 260340 h 542907"/>
                  <a:gd name="connsiteX242" fmla="*/ 442566 w 513180"/>
                  <a:gd name="connsiteY242" fmla="*/ 263916 h 542907"/>
                  <a:gd name="connsiteX243" fmla="*/ 452399 w 513180"/>
                  <a:gd name="connsiteY243" fmla="*/ 265703 h 542907"/>
                  <a:gd name="connsiteX244" fmla="*/ 452901 w 513180"/>
                  <a:gd name="connsiteY244" fmla="*/ 268273 h 542907"/>
                  <a:gd name="connsiteX245" fmla="*/ 454186 w 513180"/>
                  <a:gd name="connsiteY245" fmla="*/ 271066 h 542907"/>
                  <a:gd name="connsiteX246" fmla="*/ 460443 w 513180"/>
                  <a:gd name="connsiteY246" fmla="*/ 272854 h 542907"/>
                  <a:gd name="connsiteX247" fmla="*/ 462231 w 513180"/>
                  <a:gd name="connsiteY247" fmla="*/ 277323 h 542907"/>
                  <a:gd name="connsiteX248" fmla="*/ 465192 w 513180"/>
                  <a:gd name="connsiteY248" fmla="*/ 277491 h 542907"/>
                  <a:gd name="connsiteX249" fmla="*/ 469940 w 513180"/>
                  <a:gd name="connsiteY249" fmla="*/ 280340 h 542907"/>
                  <a:gd name="connsiteX250" fmla="*/ 471169 w 513180"/>
                  <a:gd name="connsiteY250" fmla="*/ 282686 h 542907"/>
                  <a:gd name="connsiteX251" fmla="*/ 475639 w 513180"/>
                  <a:gd name="connsiteY251" fmla="*/ 285368 h 542907"/>
                  <a:gd name="connsiteX252" fmla="*/ 477426 w 513180"/>
                  <a:gd name="connsiteY252" fmla="*/ 288943 h 542907"/>
                  <a:gd name="connsiteX253" fmla="*/ 479270 w 513180"/>
                  <a:gd name="connsiteY253" fmla="*/ 289669 h 542907"/>
                  <a:gd name="connsiteX254" fmla="*/ 481002 w 513180"/>
                  <a:gd name="connsiteY254" fmla="*/ 290731 h 542907"/>
                  <a:gd name="connsiteX255" fmla="*/ 481895 w 513180"/>
                  <a:gd name="connsiteY255" fmla="*/ 296988 h 542907"/>
                  <a:gd name="connsiteX256" fmla="*/ 483962 w 513180"/>
                  <a:gd name="connsiteY256" fmla="*/ 297491 h 542907"/>
                  <a:gd name="connsiteX257" fmla="*/ 487705 w 513180"/>
                  <a:gd name="connsiteY257" fmla="*/ 301960 h 542907"/>
                  <a:gd name="connsiteX258" fmla="*/ 489046 w 513180"/>
                  <a:gd name="connsiteY258" fmla="*/ 305032 h 542907"/>
                  <a:gd name="connsiteX259" fmla="*/ 493515 w 513180"/>
                  <a:gd name="connsiteY259" fmla="*/ 305926 h 542907"/>
                  <a:gd name="connsiteX260" fmla="*/ 495303 w 513180"/>
                  <a:gd name="connsiteY260" fmla="*/ 316652 h 542907"/>
                  <a:gd name="connsiteX261" fmla="*/ 500666 w 513180"/>
                  <a:gd name="connsiteY261" fmla="*/ 317546 h 542907"/>
                  <a:gd name="connsiteX262" fmla="*/ 501560 w 513180"/>
                  <a:gd name="connsiteY262" fmla="*/ 330954 h 542907"/>
                  <a:gd name="connsiteX263" fmla="*/ 506923 w 513180"/>
                  <a:gd name="connsiteY263" fmla="*/ 331848 h 542907"/>
                  <a:gd name="connsiteX264" fmla="*/ 507817 w 513180"/>
                  <a:gd name="connsiteY264" fmla="*/ 356875 h 542907"/>
                  <a:gd name="connsiteX265" fmla="*/ 513180 w 513180"/>
                  <a:gd name="connsiteY265" fmla="*/ 358663 h 542907"/>
                  <a:gd name="connsiteX266" fmla="*/ 513180 w 513180"/>
                  <a:gd name="connsiteY266" fmla="*/ 412293 h 542907"/>
                  <a:gd name="connsiteX267" fmla="*/ 508711 w 513180"/>
                  <a:gd name="connsiteY267" fmla="*/ 413187 h 542907"/>
                  <a:gd name="connsiteX268" fmla="*/ 507534 w 513180"/>
                  <a:gd name="connsiteY268" fmla="*/ 422000 h 542907"/>
                  <a:gd name="connsiteX269" fmla="*/ 507421 w 513180"/>
                  <a:gd name="connsiteY269" fmla="*/ 425020 h 542907"/>
                  <a:gd name="connsiteX270" fmla="*/ 507314 w 513180"/>
                  <a:gd name="connsiteY270" fmla="*/ 428159 h 542907"/>
                  <a:gd name="connsiteX271" fmla="*/ 507197 w 513180"/>
                  <a:gd name="connsiteY271" fmla="*/ 431340 h 542907"/>
                  <a:gd name="connsiteX272" fmla="*/ 506923 w 513180"/>
                  <a:gd name="connsiteY272" fmla="*/ 439109 h 542907"/>
                  <a:gd name="connsiteX273" fmla="*/ 502454 w 513180"/>
                  <a:gd name="connsiteY273" fmla="*/ 439109 h 542907"/>
                  <a:gd name="connsiteX274" fmla="*/ 501057 w 513180"/>
                  <a:gd name="connsiteY274" fmla="*/ 448159 h 542907"/>
                  <a:gd name="connsiteX275" fmla="*/ 500940 w 513180"/>
                  <a:gd name="connsiteY275" fmla="*/ 450201 h 542907"/>
                  <a:gd name="connsiteX276" fmla="*/ 500666 w 513180"/>
                  <a:gd name="connsiteY276" fmla="*/ 455198 h 542907"/>
                  <a:gd name="connsiteX277" fmla="*/ 495303 w 513180"/>
                  <a:gd name="connsiteY277" fmla="*/ 455198 h 542907"/>
                  <a:gd name="connsiteX278" fmla="*/ 495069 w 513180"/>
                  <a:gd name="connsiteY278" fmla="*/ 457481 h 542907"/>
                  <a:gd name="connsiteX279" fmla="*/ 494689 w 513180"/>
                  <a:gd name="connsiteY279" fmla="*/ 460449 h 542907"/>
                  <a:gd name="connsiteX280" fmla="*/ 494343 w 513180"/>
                  <a:gd name="connsiteY280" fmla="*/ 463403 h 542907"/>
                  <a:gd name="connsiteX281" fmla="*/ 493515 w 513180"/>
                  <a:gd name="connsiteY281" fmla="*/ 465924 h 542907"/>
                  <a:gd name="connsiteX282" fmla="*/ 489046 w 513180"/>
                  <a:gd name="connsiteY282" fmla="*/ 467711 h 542907"/>
                  <a:gd name="connsiteX283" fmla="*/ 487873 w 513180"/>
                  <a:gd name="connsiteY283" fmla="*/ 471846 h 542907"/>
                  <a:gd name="connsiteX284" fmla="*/ 487492 w 513180"/>
                  <a:gd name="connsiteY284" fmla="*/ 474059 h 542907"/>
                  <a:gd name="connsiteX285" fmla="*/ 487258 w 513180"/>
                  <a:gd name="connsiteY285" fmla="*/ 475756 h 542907"/>
                  <a:gd name="connsiteX286" fmla="*/ 481002 w 513180"/>
                  <a:gd name="connsiteY286" fmla="*/ 477544 h 542907"/>
                  <a:gd name="connsiteX287" fmla="*/ 480108 w 513180"/>
                  <a:gd name="connsiteY287" fmla="*/ 484694 h 542907"/>
                  <a:gd name="connsiteX288" fmla="*/ 475639 w 513180"/>
                  <a:gd name="connsiteY288" fmla="*/ 485588 h 542907"/>
                  <a:gd name="connsiteX289" fmla="*/ 473851 w 513180"/>
                  <a:gd name="connsiteY289" fmla="*/ 491845 h 542907"/>
                  <a:gd name="connsiteX290" fmla="*/ 469382 w 513180"/>
                  <a:gd name="connsiteY290" fmla="*/ 491845 h 542907"/>
                  <a:gd name="connsiteX291" fmla="*/ 467594 w 513180"/>
                  <a:gd name="connsiteY291" fmla="*/ 498102 h 542907"/>
                  <a:gd name="connsiteX292" fmla="*/ 463125 w 513180"/>
                  <a:gd name="connsiteY292" fmla="*/ 498102 h 542907"/>
                  <a:gd name="connsiteX293" fmla="*/ 461337 w 513180"/>
                  <a:gd name="connsiteY293" fmla="*/ 504359 h 542907"/>
                  <a:gd name="connsiteX294" fmla="*/ 458767 w 513180"/>
                  <a:gd name="connsiteY294" fmla="*/ 504527 h 542907"/>
                  <a:gd name="connsiteX295" fmla="*/ 455974 w 513180"/>
                  <a:gd name="connsiteY295" fmla="*/ 505253 h 542907"/>
                  <a:gd name="connsiteX296" fmla="*/ 455136 w 513180"/>
                  <a:gd name="connsiteY296" fmla="*/ 507432 h 542907"/>
                  <a:gd name="connsiteX297" fmla="*/ 454186 w 513180"/>
                  <a:gd name="connsiteY297" fmla="*/ 509722 h 542907"/>
                  <a:gd name="connsiteX298" fmla="*/ 451058 w 513180"/>
                  <a:gd name="connsiteY298" fmla="*/ 510560 h 542907"/>
                  <a:gd name="connsiteX299" fmla="*/ 447929 w 513180"/>
                  <a:gd name="connsiteY299" fmla="*/ 511510 h 542907"/>
                  <a:gd name="connsiteX300" fmla="*/ 446142 w 513180"/>
                  <a:gd name="connsiteY300" fmla="*/ 516873 h 542907"/>
                  <a:gd name="connsiteX301" fmla="*/ 435416 w 513180"/>
                  <a:gd name="connsiteY301" fmla="*/ 517767 h 542907"/>
                  <a:gd name="connsiteX302" fmla="*/ 434522 w 513180"/>
                  <a:gd name="connsiteY302" fmla="*/ 523130 h 542907"/>
                  <a:gd name="connsiteX303" fmla="*/ 422902 w 513180"/>
                  <a:gd name="connsiteY303" fmla="*/ 524917 h 542907"/>
                  <a:gd name="connsiteX304" fmla="*/ 421114 w 513180"/>
                  <a:gd name="connsiteY304" fmla="*/ 530280 h 542907"/>
                  <a:gd name="connsiteX305" fmla="*/ 419598 w 513180"/>
                  <a:gd name="connsiteY305" fmla="*/ 530334 h 542907"/>
                  <a:gd name="connsiteX306" fmla="*/ 412790 w 513180"/>
                  <a:gd name="connsiteY306" fmla="*/ 530616 h 542907"/>
                  <a:gd name="connsiteX307" fmla="*/ 410404 w 513180"/>
                  <a:gd name="connsiteY307" fmla="*/ 530699 h 542907"/>
                  <a:gd name="connsiteX308" fmla="*/ 408108 w 513180"/>
                  <a:gd name="connsiteY308" fmla="*/ 530804 h 542907"/>
                  <a:gd name="connsiteX309" fmla="*/ 405995 w 513180"/>
                  <a:gd name="connsiteY309" fmla="*/ 530889 h 542907"/>
                  <a:gd name="connsiteX310" fmla="*/ 401450 w 513180"/>
                  <a:gd name="connsiteY310" fmla="*/ 532962 h 542907"/>
                  <a:gd name="connsiteX311" fmla="*/ 401450 w 513180"/>
                  <a:gd name="connsiteY311" fmla="*/ 536537 h 542907"/>
                  <a:gd name="connsiteX312" fmla="*/ 398456 w 513180"/>
                  <a:gd name="connsiteY312" fmla="*/ 536591 h 542907"/>
                  <a:gd name="connsiteX313" fmla="*/ 387467 w 513180"/>
                  <a:gd name="connsiteY313" fmla="*/ 536821 h 542907"/>
                  <a:gd name="connsiteX314" fmla="*/ 382710 w 513180"/>
                  <a:gd name="connsiteY314" fmla="*/ 536914 h 542907"/>
                  <a:gd name="connsiteX315" fmla="*/ 375874 w 513180"/>
                  <a:gd name="connsiteY315" fmla="*/ 537061 h 542907"/>
                  <a:gd name="connsiteX316" fmla="*/ 373724 w 513180"/>
                  <a:gd name="connsiteY316" fmla="*/ 537092 h 542907"/>
                  <a:gd name="connsiteX317" fmla="*/ 365696 w 513180"/>
                  <a:gd name="connsiteY317" fmla="*/ 539219 h 542907"/>
                  <a:gd name="connsiteX318" fmla="*/ 365696 w 513180"/>
                  <a:gd name="connsiteY318" fmla="*/ 542794 h 542907"/>
                  <a:gd name="connsiteX319" fmla="*/ 226365 w 513180"/>
                  <a:gd name="connsiteY319" fmla="*/ 542840 h 542907"/>
                  <a:gd name="connsiteX320" fmla="*/ 209934 w 513180"/>
                  <a:gd name="connsiteY320" fmla="*/ 542843 h 542907"/>
                  <a:gd name="connsiteX321" fmla="*/ 206630 w 513180"/>
                  <a:gd name="connsiteY321" fmla="*/ 542844 h 542907"/>
                  <a:gd name="connsiteX322" fmla="*/ 153588 w 513180"/>
                  <a:gd name="connsiteY322" fmla="*/ 542863 h 542907"/>
                  <a:gd name="connsiteX323" fmla="*/ 99206 w 513180"/>
                  <a:gd name="connsiteY323" fmla="*/ 542878 h 542907"/>
                  <a:gd name="connsiteX324" fmla="*/ 65620 w 513180"/>
                  <a:gd name="connsiteY324" fmla="*/ 542891 h 542907"/>
                  <a:gd name="connsiteX325" fmla="*/ 42623 w 513180"/>
                  <a:gd name="connsiteY325" fmla="*/ 542896 h 542907"/>
                  <a:gd name="connsiteX326" fmla="*/ 29333 w 513180"/>
                  <a:gd name="connsiteY326" fmla="*/ 542901 h 542907"/>
                  <a:gd name="connsiteX327" fmla="*/ 17188 w 513180"/>
                  <a:gd name="connsiteY327" fmla="*/ 542902 h 542907"/>
                  <a:gd name="connsiteX328" fmla="*/ 12774 w 513180"/>
                  <a:gd name="connsiteY328" fmla="*/ 542906 h 542907"/>
                  <a:gd name="connsiteX329" fmla="*/ 6814 w 513180"/>
                  <a:gd name="connsiteY329" fmla="*/ 542904 h 542907"/>
                  <a:gd name="connsiteX330" fmla="*/ 3458 w 513180"/>
                  <a:gd name="connsiteY330" fmla="*/ 542905 h 542907"/>
                  <a:gd name="connsiteX331" fmla="*/ 115 w 513180"/>
                  <a:gd name="connsiteY331" fmla="*/ 541900 h 542907"/>
                  <a:gd name="connsiteX332" fmla="*/ 5 w 513180"/>
                  <a:gd name="connsiteY332" fmla="*/ 533359 h 542907"/>
                  <a:gd name="connsiteX333" fmla="*/ 2 w 513180"/>
                  <a:gd name="connsiteY333" fmla="*/ 530594 h 542907"/>
                  <a:gd name="connsiteX334" fmla="*/ 7 w 513180"/>
                  <a:gd name="connsiteY334" fmla="*/ 521297 h 542907"/>
                  <a:gd name="connsiteX335" fmla="*/ 5 w 513180"/>
                  <a:gd name="connsiteY335" fmla="*/ 514614 h 542907"/>
                  <a:gd name="connsiteX336" fmla="*/ 8 w 513180"/>
                  <a:gd name="connsiteY336" fmla="*/ 500020 h 542907"/>
                  <a:gd name="connsiteX337" fmla="*/ 13 w 513180"/>
                  <a:gd name="connsiteY337" fmla="*/ 478320 h 542907"/>
                  <a:gd name="connsiteX338" fmla="*/ 20 w 513180"/>
                  <a:gd name="connsiteY338" fmla="*/ 441822 h 542907"/>
                  <a:gd name="connsiteX339" fmla="*/ 30 w 513180"/>
                  <a:gd name="connsiteY339" fmla="*/ 405667 h 542907"/>
                  <a:gd name="connsiteX340" fmla="*/ 30 w 513180"/>
                  <a:gd name="connsiteY340" fmla="*/ 403400 h 542907"/>
                  <a:gd name="connsiteX341" fmla="*/ 31 w 513180"/>
                  <a:gd name="connsiteY341" fmla="*/ 391998 h 542907"/>
                  <a:gd name="connsiteX342" fmla="*/ 47 w 513180"/>
                  <a:gd name="connsiteY342" fmla="*/ 311171 h 542907"/>
                  <a:gd name="connsiteX343" fmla="*/ 66 w 513180"/>
                  <a:gd name="connsiteY343" fmla="*/ 232633 h 542907"/>
                  <a:gd name="connsiteX344" fmla="*/ 66 w 513180"/>
                  <a:gd name="connsiteY344" fmla="*/ 230189 h 542907"/>
                  <a:gd name="connsiteX345" fmla="*/ 69 w 513180"/>
                  <a:gd name="connsiteY345" fmla="*/ 205892 h 542907"/>
                  <a:gd name="connsiteX346" fmla="*/ 77 w 513180"/>
                  <a:gd name="connsiteY346" fmla="*/ 156394 h 542907"/>
                  <a:gd name="connsiteX347" fmla="*/ 77 w 513180"/>
                  <a:gd name="connsiteY347" fmla="*/ 154095 h 542907"/>
                  <a:gd name="connsiteX348" fmla="*/ 115 w 513180"/>
                  <a:gd name="connsiteY348" fmla="*/ 2020 h 542907"/>
                  <a:gd name="connsiteX349" fmla="*/ 9908 w 513180"/>
                  <a:gd name="connsiteY349" fmla="*/ 10 h 542907"/>
                  <a:gd name="connsiteX350" fmla="*/ 11814 w 513180"/>
                  <a:gd name="connsiteY350" fmla="*/ 3 h 54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513180" h="542907">
                    <a:moveTo>
                      <a:pt x="249136" y="316663"/>
                    </a:moveTo>
                    <a:cubicBezTo>
                      <a:pt x="248453" y="316671"/>
                      <a:pt x="247790" y="316680"/>
                      <a:pt x="247128" y="316688"/>
                    </a:cubicBezTo>
                    <a:cubicBezTo>
                      <a:pt x="244887" y="316682"/>
                      <a:pt x="242647" y="316680"/>
                      <a:pt x="240406" y="316696"/>
                    </a:cubicBezTo>
                    <a:cubicBezTo>
                      <a:pt x="238805" y="316707"/>
                      <a:pt x="237204" y="316714"/>
                      <a:pt x="235603" y="316717"/>
                    </a:cubicBezTo>
                    <a:cubicBezTo>
                      <a:pt x="232268" y="316719"/>
                      <a:pt x="228933" y="316723"/>
                      <a:pt x="225598" y="316740"/>
                    </a:cubicBezTo>
                    <a:cubicBezTo>
                      <a:pt x="221255" y="316765"/>
                      <a:pt x="216912" y="316787"/>
                      <a:pt x="212568" y="316792"/>
                    </a:cubicBezTo>
                    <a:cubicBezTo>
                      <a:pt x="209180" y="316795"/>
                      <a:pt x="205792" y="316800"/>
                      <a:pt x="202404" y="316809"/>
                    </a:cubicBezTo>
                    <a:cubicBezTo>
                      <a:pt x="200790" y="316815"/>
                      <a:pt x="199177" y="316820"/>
                      <a:pt x="197564" y="316825"/>
                    </a:cubicBezTo>
                    <a:cubicBezTo>
                      <a:pt x="195235" y="316830"/>
                      <a:pt x="192907" y="316836"/>
                      <a:pt x="190578" y="316849"/>
                    </a:cubicBezTo>
                    <a:cubicBezTo>
                      <a:pt x="189856" y="316854"/>
                      <a:pt x="189156" y="316858"/>
                      <a:pt x="188455" y="316862"/>
                    </a:cubicBezTo>
                    <a:cubicBezTo>
                      <a:pt x="186053" y="316866"/>
                      <a:pt x="182628" y="316143"/>
                      <a:pt x="180870" y="317900"/>
                    </a:cubicBezTo>
                    <a:cubicBezTo>
                      <a:pt x="181541" y="321769"/>
                      <a:pt x="181872" y="325384"/>
                      <a:pt x="181885" y="329300"/>
                    </a:cubicBezTo>
                    <a:cubicBezTo>
                      <a:pt x="181884" y="330095"/>
                      <a:pt x="181882" y="330867"/>
                      <a:pt x="181880" y="331639"/>
                    </a:cubicBezTo>
                    <a:cubicBezTo>
                      <a:pt x="181885" y="334260"/>
                      <a:pt x="181888" y="336881"/>
                      <a:pt x="181886" y="339502"/>
                    </a:cubicBezTo>
                    <a:cubicBezTo>
                      <a:pt x="181884" y="341373"/>
                      <a:pt x="181883" y="343245"/>
                      <a:pt x="181884" y="345117"/>
                    </a:cubicBezTo>
                    <a:cubicBezTo>
                      <a:pt x="181886" y="349020"/>
                      <a:pt x="181887" y="352923"/>
                      <a:pt x="181884" y="356826"/>
                    </a:cubicBezTo>
                    <a:cubicBezTo>
                      <a:pt x="181879" y="361903"/>
                      <a:pt x="181876" y="366981"/>
                      <a:pt x="181881" y="372058"/>
                    </a:cubicBezTo>
                    <a:cubicBezTo>
                      <a:pt x="181885" y="376023"/>
                      <a:pt x="181887" y="379987"/>
                      <a:pt x="181886" y="383952"/>
                    </a:cubicBezTo>
                    <a:cubicBezTo>
                      <a:pt x="181885" y="385840"/>
                      <a:pt x="181884" y="387729"/>
                      <a:pt x="181883" y="389617"/>
                    </a:cubicBezTo>
                    <a:cubicBezTo>
                      <a:pt x="181886" y="392338"/>
                      <a:pt x="181889" y="395060"/>
                      <a:pt x="181885" y="397781"/>
                    </a:cubicBezTo>
                    <a:cubicBezTo>
                      <a:pt x="181883" y="398626"/>
                      <a:pt x="181882" y="399446"/>
                      <a:pt x="181880" y="400265"/>
                    </a:cubicBezTo>
                    <a:cubicBezTo>
                      <a:pt x="181886" y="402910"/>
                      <a:pt x="181853" y="405534"/>
                      <a:pt x="181764" y="408178"/>
                    </a:cubicBezTo>
                    <a:cubicBezTo>
                      <a:pt x="180759" y="410189"/>
                      <a:pt x="180759" y="410189"/>
                      <a:pt x="181764" y="414435"/>
                    </a:cubicBezTo>
                    <a:cubicBezTo>
                      <a:pt x="190420" y="414473"/>
                      <a:pt x="199075" y="414503"/>
                      <a:pt x="207731" y="414522"/>
                    </a:cubicBezTo>
                    <a:cubicBezTo>
                      <a:pt x="212141" y="414531"/>
                      <a:pt x="216550" y="414540"/>
                      <a:pt x="220960" y="414558"/>
                    </a:cubicBezTo>
                    <a:cubicBezTo>
                      <a:pt x="225283" y="414578"/>
                      <a:pt x="229606" y="414595"/>
                      <a:pt x="233929" y="414602"/>
                    </a:cubicBezTo>
                    <a:cubicBezTo>
                      <a:pt x="235570" y="414604"/>
                      <a:pt x="237211" y="414606"/>
                      <a:pt x="238851" y="414610"/>
                    </a:cubicBezTo>
                    <a:cubicBezTo>
                      <a:pt x="241221" y="414624"/>
                      <a:pt x="243591" y="414638"/>
                      <a:pt x="245961" y="414639"/>
                    </a:cubicBezTo>
                    <a:cubicBezTo>
                      <a:pt x="246698" y="414639"/>
                      <a:pt x="247413" y="414638"/>
                      <a:pt x="248128" y="414638"/>
                    </a:cubicBezTo>
                    <a:cubicBezTo>
                      <a:pt x="250470" y="414660"/>
                      <a:pt x="252717" y="414603"/>
                      <a:pt x="255059" y="414435"/>
                    </a:cubicBezTo>
                    <a:cubicBezTo>
                      <a:pt x="256847" y="412647"/>
                      <a:pt x="256847" y="412647"/>
                      <a:pt x="257406" y="410301"/>
                    </a:cubicBezTo>
                    <a:cubicBezTo>
                      <a:pt x="257575" y="409229"/>
                      <a:pt x="257575" y="409229"/>
                      <a:pt x="257741" y="408178"/>
                    </a:cubicBezTo>
                    <a:cubicBezTo>
                      <a:pt x="262660" y="408197"/>
                      <a:pt x="267580" y="408212"/>
                      <a:pt x="272500" y="408222"/>
                    </a:cubicBezTo>
                    <a:cubicBezTo>
                      <a:pt x="274507" y="408226"/>
                      <a:pt x="276515" y="408230"/>
                      <a:pt x="278523" y="408234"/>
                    </a:cubicBezTo>
                    <a:cubicBezTo>
                      <a:pt x="281483" y="408245"/>
                      <a:pt x="284442" y="408257"/>
                      <a:pt x="287402" y="408262"/>
                    </a:cubicBezTo>
                    <a:cubicBezTo>
                      <a:pt x="288358" y="408263"/>
                      <a:pt x="289285" y="408264"/>
                      <a:pt x="290212" y="408266"/>
                    </a:cubicBezTo>
                    <a:cubicBezTo>
                      <a:pt x="291140" y="408270"/>
                      <a:pt x="292041" y="408275"/>
                      <a:pt x="292941" y="408280"/>
                    </a:cubicBezTo>
                    <a:cubicBezTo>
                      <a:pt x="293807" y="408280"/>
                      <a:pt x="294648" y="408280"/>
                      <a:pt x="295489" y="408280"/>
                    </a:cubicBezTo>
                    <a:cubicBezTo>
                      <a:pt x="296910" y="408284"/>
                      <a:pt x="298332" y="408254"/>
                      <a:pt x="299751" y="408178"/>
                    </a:cubicBezTo>
                    <a:cubicBezTo>
                      <a:pt x="302705" y="407626"/>
                      <a:pt x="304023" y="406887"/>
                      <a:pt x="306008" y="404603"/>
                    </a:cubicBezTo>
                    <a:cubicBezTo>
                      <a:pt x="305704" y="403691"/>
                      <a:pt x="305409" y="402806"/>
                      <a:pt x="305114" y="401921"/>
                    </a:cubicBezTo>
                    <a:cubicBezTo>
                      <a:pt x="308288" y="402048"/>
                      <a:pt x="311153" y="401963"/>
                      <a:pt x="314276" y="401363"/>
                    </a:cubicBezTo>
                    <a:cubicBezTo>
                      <a:pt x="316734" y="400134"/>
                      <a:pt x="316734" y="400134"/>
                      <a:pt x="318243" y="397396"/>
                    </a:cubicBezTo>
                    <a:cubicBezTo>
                      <a:pt x="318642" y="396504"/>
                      <a:pt x="319029" y="395637"/>
                      <a:pt x="319416" y="394771"/>
                    </a:cubicBezTo>
                    <a:cubicBezTo>
                      <a:pt x="320328" y="394467"/>
                      <a:pt x="321213" y="394172"/>
                      <a:pt x="322097" y="393877"/>
                    </a:cubicBezTo>
                    <a:cubicBezTo>
                      <a:pt x="324025" y="392389"/>
                      <a:pt x="324694" y="391571"/>
                      <a:pt x="325236" y="389174"/>
                    </a:cubicBezTo>
                    <a:cubicBezTo>
                      <a:pt x="325290" y="388436"/>
                      <a:pt x="325342" y="387721"/>
                      <a:pt x="325394" y="387005"/>
                    </a:cubicBezTo>
                    <a:cubicBezTo>
                      <a:pt x="325483" y="385900"/>
                      <a:pt x="325483" y="385900"/>
                      <a:pt x="325572" y="384816"/>
                    </a:cubicBezTo>
                    <a:cubicBezTo>
                      <a:pt x="325606" y="384250"/>
                      <a:pt x="325639" y="383700"/>
                      <a:pt x="325673" y="383151"/>
                    </a:cubicBezTo>
                    <a:cubicBezTo>
                      <a:pt x="329248" y="383151"/>
                      <a:pt x="329248" y="383151"/>
                      <a:pt x="330792" y="382250"/>
                    </a:cubicBezTo>
                    <a:cubicBezTo>
                      <a:pt x="332230" y="379998"/>
                      <a:pt x="332256" y="378072"/>
                      <a:pt x="332279" y="375441"/>
                    </a:cubicBezTo>
                    <a:cubicBezTo>
                      <a:pt x="332271" y="374756"/>
                      <a:pt x="332263" y="374092"/>
                      <a:pt x="332254" y="373427"/>
                    </a:cubicBezTo>
                    <a:cubicBezTo>
                      <a:pt x="332255" y="372018"/>
                      <a:pt x="332255" y="370609"/>
                      <a:pt x="332253" y="369200"/>
                    </a:cubicBezTo>
                    <a:cubicBezTo>
                      <a:pt x="332230" y="366979"/>
                      <a:pt x="332209" y="364759"/>
                      <a:pt x="332212" y="362538"/>
                    </a:cubicBezTo>
                    <a:cubicBezTo>
                      <a:pt x="332216" y="361088"/>
                      <a:pt x="332215" y="359637"/>
                      <a:pt x="332210" y="358186"/>
                    </a:cubicBezTo>
                    <a:cubicBezTo>
                      <a:pt x="332206" y="357479"/>
                      <a:pt x="332202" y="356794"/>
                      <a:pt x="332199" y="356108"/>
                    </a:cubicBezTo>
                    <a:cubicBezTo>
                      <a:pt x="332200" y="355088"/>
                      <a:pt x="332200" y="355088"/>
                      <a:pt x="332201" y="354088"/>
                    </a:cubicBezTo>
                    <a:cubicBezTo>
                      <a:pt x="332159" y="351027"/>
                      <a:pt x="332384" y="349639"/>
                      <a:pt x="330142" y="347397"/>
                    </a:cubicBezTo>
                    <a:cubicBezTo>
                      <a:pt x="328623" y="347397"/>
                      <a:pt x="327148" y="347397"/>
                      <a:pt x="325673" y="347397"/>
                    </a:cubicBezTo>
                    <a:cubicBezTo>
                      <a:pt x="325673" y="344054"/>
                      <a:pt x="325673" y="340809"/>
                      <a:pt x="325673" y="337565"/>
                    </a:cubicBezTo>
                    <a:cubicBezTo>
                      <a:pt x="322097" y="335777"/>
                      <a:pt x="322097" y="335777"/>
                      <a:pt x="320086" y="336112"/>
                    </a:cubicBezTo>
                    <a:cubicBezTo>
                      <a:pt x="319554" y="336302"/>
                      <a:pt x="319038" y="336487"/>
                      <a:pt x="318522" y="336671"/>
                    </a:cubicBezTo>
                    <a:cubicBezTo>
                      <a:pt x="318634" y="334548"/>
                      <a:pt x="318634" y="334548"/>
                      <a:pt x="318522" y="332202"/>
                    </a:cubicBezTo>
                    <a:cubicBezTo>
                      <a:pt x="316734" y="330414"/>
                      <a:pt x="316734" y="330414"/>
                      <a:pt x="314409" y="330044"/>
                    </a:cubicBezTo>
                    <a:cubicBezTo>
                      <a:pt x="313044" y="329949"/>
                      <a:pt x="313044" y="329949"/>
                      <a:pt x="311707" y="329855"/>
                    </a:cubicBezTo>
                    <a:cubicBezTo>
                      <a:pt x="310335" y="329753"/>
                      <a:pt x="310335" y="329753"/>
                      <a:pt x="308990" y="329653"/>
                    </a:cubicBezTo>
                    <a:cubicBezTo>
                      <a:pt x="308280" y="329608"/>
                      <a:pt x="307591" y="329564"/>
                      <a:pt x="306902" y="329520"/>
                    </a:cubicBezTo>
                    <a:cubicBezTo>
                      <a:pt x="306902" y="325945"/>
                      <a:pt x="306902" y="325945"/>
                      <a:pt x="305114" y="324157"/>
                    </a:cubicBezTo>
                    <a:cubicBezTo>
                      <a:pt x="300404" y="323315"/>
                      <a:pt x="295799" y="323162"/>
                      <a:pt x="291021" y="323162"/>
                    </a:cubicBezTo>
                    <a:cubicBezTo>
                      <a:pt x="289731" y="323169"/>
                      <a:pt x="289731" y="323169"/>
                      <a:pt x="288467" y="323176"/>
                    </a:cubicBezTo>
                    <a:cubicBezTo>
                      <a:pt x="285724" y="323180"/>
                      <a:pt x="282982" y="323185"/>
                      <a:pt x="280239" y="323196"/>
                    </a:cubicBezTo>
                    <a:cubicBezTo>
                      <a:pt x="278337" y="323204"/>
                      <a:pt x="276435" y="323210"/>
                      <a:pt x="274533" y="323214"/>
                    </a:cubicBezTo>
                    <a:cubicBezTo>
                      <a:pt x="269429" y="323224"/>
                      <a:pt x="264324" y="323237"/>
                      <a:pt x="259220" y="323257"/>
                    </a:cubicBezTo>
                    <a:cubicBezTo>
                      <a:pt x="258717" y="323259"/>
                      <a:pt x="258229" y="323261"/>
                      <a:pt x="257741" y="323263"/>
                    </a:cubicBezTo>
                    <a:cubicBezTo>
                      <a:pt x="257741" y="319688"/>
                      <a:pt x="257741" y="319688"/>
                      <a:pt x="256393" y="318144"/>
                    </a:cubicBezTo>
                    <a:cubicBezTo>
                      <a:pt x="253909" y="316875"/>
                      <a:pt x="251905" y="316685"/>
                      <a:pt x="249136" y="316663"/>
                    </a:cubicBezTo>
                    <a:close/>
                    <a:moveTo>
                      <a:pt x="238845" y="116233"/>
                    </a:moveTo>
                    <a:cubicBezTo>
                      <a:pt x="237762" y="116236"/>
                      <a:pt x="236711" y="116239"/>
                      <a:pt x="235660" y="116243"/>
                    </a:cubicBezTo>
                    <a:cubicBezTo>
                      <a:pt x="233811" y="116237"/>
                      <a:pt x="231963" y="116235"/>
                      <a:pt x="230114" y="116250"/>
                    </a:cubicBezTo>
                    <a:cubicBezTo>
                      <a:pt x="228796" y="116262"/>
                      <a:pt x="227477" y="116269"/>
                      <a:pt x="226159" y="116272"/>
                    </a:cubicBezTo>
                    <a:cubicBezTo>
                      <a:pt x="223407" y="116273"/>
                      <a:pt x="220656" y="116278"/>
                      <a:pt x="217905" y="116295"/>
                    </a:cubicBezTo>
                    <a:cubicBezTo>
                      <a:pt x="214327" y="116320"/>
                      <a:pt x="210749" y="116342"/>
                      <a:pt x="207172" y="116347"/>
                    </a:cubicBezTo>
                    <a:cubicBezTo>
                      <a:pt x="204376" y="116350"/>
                      <a:pt x="201581" y="116355"/>
                      <a:pt x="198786" y="116364"/>
                    </a:cubicBezTo>
                    <a:cubicBezTo>
                      <a:pt x="197455" y="116369"/>
                      <a:pt x="196124" y="116375"/>
                      <a:pt x="194794" y="116380"/>
                    </a:cubicBezTo>
                    <a:cubicBezTo>
                      <a:pt x="192876" y="116385"/>
                      <a:pt x="190958" y="116391"/>
                      <a:pt x="189040" y="116404"/>
                    </a:cubicBezTo>
                    <a:cubicBezTo>
                      <a:pt x="188445" y="116408"/>
                      <a:pt x="187868" y="116413"/>
                      <a:pt x="187291" y="116417"/>
                    </a:cubicBezTo>
                    <a:cubicBezTo>
                      <a:pt x="185096" y="116430"/>
                      <a:pt x="182504" y="115820"/>
                      <a:pt x="180869" y="117455"/>
                    </a:cubicBezTo>
                    <a:cubicBezTo>
                      <a:pt x="181506" y="121190"/>
                      <a:pt x="181870" y="124679"/>
                      <a:pt x="181884" y="128457"/>
                    </a:cubicBezTo>
                    <a:cubicBezTo>
                      <a:pt x="181882" y="129192"/>
                      <a:pt x="181880" y="129906"/>
                      <a:pt x="181879" y="130619"/>
                    </a:cubicBezTo>
                    <a:cubicBezTo>
                      <a:pt x="181884" y="133045"/>
                      <a:pt x="181887" y="135472"/>
                      <a:pt x="181885" y="137898"/>
                    </a:cubicBezTo>
                    <a:cubicBezTo>
                      <a:pt x="181883" y="139630"/>
                      <a:pt x="181882" y="141362"/>
                      <a:pt x="181883" y="143094"/>
                    </a:cubicBezTo>
                    <a:cubicBezTo>
                      <a:pt x="181885" y="146707"/>
                      <a:pt x="181886" y="150320"/>
                      <a:pt x="181883" y="153933"/>
                    </a:cubicBezTo>
                    <a:cubicBezTo>
                      <a:pt x="181877" y="158632"/>
                      <a:pt x="181874" y="163331"/>
                      <a:pt x="181880" y="168030"/>
                    </a:cubicBezTo>
                    <a:cubicBezTo>
                      <a:pt x="181884" y="171700"/>
                      <a:pt x="181886" y="175369"/>
                      <a:pt x="181884" y="179039"/>
                    </a:cubicBezTo>
                    <a:cubicBezTo>
                      <a:pt x="181883" y="180788"/>
                      <a:pt x="181882" y="182536"/>
                      <a:pt x="181882" y="184284"/>
                    </a:cubicBezTo>
                    <a:cubicBezTo>
                      <a:pt x="181885" y="186802"/>
                      <a:pt x="181887" y="189320"/>
                      <a:pt x="181883" y="191838"/>
                    </a:cubicBezTo>
                    <a:cubicBezTo>
                      <a:pt x="181882" y="192620"/>
                      <a:pt x="181880" y="193379"/>
                      <a:pt x="181879" y="194138"/>
                    </a:cubicBezTo>
                    <a:cubicBezTo>
                      <a:pt x="181885" y="196592"/>
                      <a:pt x="181851" y="199023"/>
                      <a:pt x="181763" y="201476"/>
                    </a:cubicBezTo>
                    <a:cubicBezTo>
                      <a:pt x="180757" y="203487"/>
                      <a:pt x="180757" y="203487"/>
                      <a:pt x="181763" y="207733"/>
                    </a:cubicBezTo>
                    <a:cubicBezTo>
                      <a:pt x="188892" y="207752"/>
                      <a:pt x="196021" y="207767"/>
                      <a:pt x="203151" y="207777"/>
                    </a:cubicBezTo>
                    <a:cubicBezTo>
                      <a:pt x="206788" y="207781"/>
                      <a:pt x="210425" y="207785"/>
                      <a:pt x="214062" y="207795"/>
                    </a:cubicBezTo>
                    <a:cubicBezTo>
                      <a:pt x="217622" y="207804"/>
                      <a:pt x="221182" y="207813"/>
                      <a:pt x="224743" y="207817"/>
                    </a:cubicBezTo>
                    <a:cubicBezTo>
                      <a:pt x="226099" y="207818"/>
                      <a:pt x="227456" y="207819"/>
                      <a:pt x="228812" y="207820"/>
                    </a:cubicBezTo>
                    <a:cubicBezTo>
                      <a:pt x="230761" y="207827"/>
                      <a:pt x="232710" y="207834"/>
                      <a:pt x="234659" y="207835"/>
                    </a:cubicBezTo>
                    <a:cubicBezTo>
                      <a:pt x="235270" y="207835"/>
                      <a:pt x="235864" y="207835"/>
                      <a:pt x="236457" y="207835"/>
                    </a:cubicBezTo>
                    <a:cubicBezTo>
                      <a:pt x="238487" y="207838"/>
                      <a:pt x="240516" y="207810"/>
                      <a:pt x="242544" y="207733"/>
                    </a:cubicBezTo>
                    <a:cubicBezTo>
                      <a:pt x="245901" y="207244"/>
                      <a:pt x="247505" y="206809"/>
                      <a:pt x="249695" y="204158"/>
                    </a:cubicBezTo>
                    <a:cubicBezTo>
                      <a:pt x="249391" y="203246"/>
                      <a:pt x="249096" y="202361"/>
                      <a:pt x="248801" y="201476"/>
                    </a:cubicBezTo>
                    <a:cubicBezTo>
                      <a:pt x="252618" y="201495"/>
                      <a:pt x="256435" y="201510"/>
                      <a:pt x="260252" y="201520"/>
                    </a:cubicBezTo>
                    <a:cubicBezTo>
                      <a:pt x="261817" y="201524"/>
                      <a:pt x="263381" y="201528"/>
                      <a:pt x="264946" y="201532"/>
                    </a:cubicBezTo>
                    <a:cubicBezTo>
                      <a:pt x="267241" y="201544"/>
                      <a:pt x="269535" y="201555"/>
                      <a:pt x="271830" y="201560"/>
                    </a:cubicBezTo>
                    <a:cubicBezTo>
                      <a:pt x="272577" y="201561"/>
                      <a:pt x="273303" y="201562"/>
                      <a:pt x="274028" y="201564"/>
                    </a:cubicBezTo>
                    <a:cubicBezTo>
                      <a:pt x="278791" y="201595"/>
                      <a:pt x="283455" y="201619"/>
                      <a:pt x="288130" y="200582"/>
                    </a:cubicBezTo>
                    <a:cubicBezTo>
                      <a:pt x="289296" y="198778"/>
                      <a:pt x="290488" y="196990"/>
                      <a:pt x="291706" y="195219"/>
                    </a:cubicBezTo>
                    <a:cubicBezTo>
                      <a:pt x="293518" y="194606"/>
                      <a:pt x="293518" y="194606"/>
                      <a:pt x="295504" y="194437"/>
                    </a:cubicBezTo>
                    <a:cubicBezTo>
                      <a:pt x="296644" y="194399"/>
                      <a:pt x="297750" y="194362"/>
                      <a:pt x="298856" y="194326"/>
                    </a:cubicBezTo>
                    <a:cubicBezTo>
                      <a:pt x="299464" y="192502"/>
                      <a:pt x="300054" y="190732"/>
                      <a:pt x="300644" y="188962"/>
                    </a:cubicBezTo>
                    <a:cubicBezTo>
                      <a:pt x="303325" y="188962"/>
                      <a:pt x="303325" y="188962"/>
                      <a:pt x="306007" y="187175"/>
                    </a:cubicBezTo>
                    <a:cubicBezTo>
                      <a:pt x="306163" y="186185"/>
                      <a:pt x="306313" y="185224"/>
                      <a:pt x="306464" y="184263"/>
                    </a:cubicBezTo>
                    <a:cubicBezTo>
                      <a:pt x="306518" y="183088"/>
                      <a:pt x="306570" y="181947"/>
                      <a:pt x="306622" y="180806"/>
                    </a:cubicBezTo>
                    <a:cubicBezTo>
                      <a:pt x="306711" y="179054"/>
                      <a:pt x="306711" y="179054"/>
                      <a:pt x="306800" y="177336"/>
                    </a:cubicBezTo>
                    <a:cubicBezTo>
                      <a:pt x="306834" y="176426"/>
                      <a:pt x="306867" y="175544"/>
                      <a:pt x="306901" y="174661"/>
                    </a:cubicBezTo>
                    <a:cubicBezTo>
                      <a:pt x="308116" y="174661"/>
                      <a:pt x="309296" y="174661"/>
                      <a:pt x="310476" y="174661"/>
                    </a:cubicBezTo>
                    <a:cubicBezTo>
                      <a:pt x="311664" y="172647"/>
                      <a:pt x="312254" y="171177"/>
                      <a:pt x="312495" y="168835"/>
                    </a:cubicBezTo>
                    <a:cubicBezTo>
                      <a:pt x="312497" y="167985"/>
                      <a:pt x="312499" y="167159"/>
                      <a:pt x="312501" y="166334"/>
                    </a:cubicBezTo>
                    <a:cubicBezTo>
                      <a:pt x="312504" y="165402"/>
                      <a:pt x="312506" y="164498"/>
                      <a:pt x="312508" y="163594"/>
                    </a:cubicBezTo>
                    <a:cubicBezTo>
                      <a:pt x="312501" y="162628"/>
                      <a:pt x="312494" y="161689"/>
                      <a:pt x="312487" y="160751"/>
                    </a:cubicBezTo>
                    <a:cubicBezTo>
                      <a:pt x="312494" y="159780"/>
                      <a:pt x="312501" y="158838"/>
                      <a:pt x="312508" y="157896"/>
                    </a:cubicBezTo>
                    <a:cubicBezTo>
                      <a:pt x="312506" y="156966"/>
                      <a:pt x="312504" y="156063"/>
                      <a:pt x="312501" y="155161"/>
                    </a:cubicBezTo>
                    <a:cubicBezTo>
                      <a:pt x="312493" y="151729"/>
                      <a:pt x="312443" y="150796"/>
                      <a:pt x="310476" y="147846"/>
                    </a:cubicBezTo>
                    <a:cubicBezTo>
                      <a:pt x="309291" y="147761"/>
                      <a:pt x="309291" y="147761"/>
                      <a:pt x="308130" y="147678"/>
                    </a:cubicBezTo>
                    <a:cubicBezTo>
                      <a:pt x="307408" y="147735"/>
                      <a:pt x="306708" y="147790"/>
                      <a:pt x="306007" y="147846"/>
                    </a:cubicBezTo>
                    <a:cubicBezTo>
                      <a:pt x="306023" y="146677"/>
                      <a:pt x="306023" y="146677"/>
                      <a:pt x="306038" y="145531"/>
                    </a:cubicBezTo>
                    <a:cubicBezTo>
                      <a:pt x="306047" y="144513"/>
                      <a:pt x="306055" y="143526"/>
                      <a:pt x="306063" y="142539"/>
                    </a:cubicBezTo>
                    <a:cubicBezTo>
                      <a:pt x="306082" y="140732"/>
                      <a:pt x="306072" y="138925"/>
                      <a:pt x="306007" y="137120"/>
                    </a:cubicBezTo>
                    <a:cubicBezTo>
                      <a:pt x="305113" y="136226"/>
                      <a:pt x="305113" y="136226"/>
                      <a:pt x="302823" y="135723"/>
                    </a:cubicBezTo>
                    <a:cubicBezTo>
                      <a:pt x="301722" y="135526"/>
                      <a:pt x="301722" y="135526"/>
                      <a:pt x="300644" y="135332"/>
                    </a:cubicBezTo>
                    <a:cubicBezTo>
                      <a:pt x="299741" y="132624"/>
                      <a:pt x="299741" y="132624"/>
                      <a:pt x="298856" y="129969"/>
                    </a:cubicBezTo>
                    <a:cubicBezTo>
                      <a:pt x="297034" y="129851"/>
                      <a:pt x="295211" y="129723"/>
                      <a:pt x="293399" y="129501"/>
                    </a:cubicBezTo>
                    <a:cubicBezTo>
                      <a:pt x="291541" y="129240"/>
                      <a:pt x="291541" y="129240"/>
                      <a:pt x="290644" y="127399"/>
                    </a:cubicBezTo>
                    <a:cubicBezTo>
                      <a:pt x="290277" y="126440"/>
                      <a:pt x="290277" y="126440"/>
                      <a:pt x="289918" y="125500"/>
                    </a:cubicBezTo>
                    <a:cubicBezTo>
                      <a:pt x="286569" y="122787"/>
                      <a:pt x="283855" y="122519"/>
                      <a:pt x="279719" y="122537"/>
                    </a:cubicBezTo>
                    <a:cubicBezTo>
                      <a:pt x="278969" y="122554"/>
                      <a:pt x="278241" y="122571"/>
                      <a:pt x="277512" y="122588"/>
                    </a:cubicBezTo>
                    <a:cubicBezTo>
                      <a:pt x="275146" y="122606"/>
                      <a:pt x="272780" y="122627"/>
                      <a:pt x="270414" y="122665"/>
                    </a:cubicBezTo>
                    <a:cubicBezTo>
                      <a:pt x="267968" y="122706"/>
                      <a:pt x="265523" y="122738"/>
                      <a:pt x="263076" y="122766"/>
                    </a:cubicBezTo>
                    <a:cubicBezTo>
                      <a:pt x="261520" y="122780"/>
                      <a:pt x="259963" y="122796"/>
                      <a:pt x="258406" y="122811"/>
                    </a:cubicBezTo>
                    <a:cubicBezTo>
                      <a:pt x="254568" y="122880"/>
                      <a:pt x="250661" y="123298"/>
                      <a:pt x="247013" y="121924"/>
                    </a:cubicBezTo>
                    <a:cubicBezTo>
                      <a:pt x="246562" y="120570"/>
                      <a:pt x="246562" y="120570"/>
                      <a:pt x="246120" y="119243"/>
                    </a:cubicBezTo>
                    <a:cubicBezTo>
                      <a:pt x="243647" y="117322"/>
                      <a:pt x="241968" y="116599"/>
                      <a:pt x="238845" y="116233"/>
                    </a:cubicBezTo>
                    <a:close/>
                    <a:moveTo>
                      <a:pt x="11814" y="3"/>
                    </a:moveTo>
                    <a:cubicBezTo>
                      <a:pt x="13931" y="-3"/>
                      <a:pt x="16049" y="4"/>
                      <a:pt x="18166" y="11"/>
                    </a:cubicBezTo>
                    <a:cubicBezTo>
                      <a:pt x="19696" y="10"/>
                      <a:pt x="21225" y="8"/>
                      <a:pt x="22754" y="5"/>
                    </a:cubicBezTo>
                    <a:cubicBezTo>
                      <a:pt x="26965" y="-1"/>
                      <a:pt x="31176" y="4"/>
                      <a:pt x="35387" y="12"/>
                    </a:cubicBezTo>
                    <a:cubicBezTo>
                      <a:pt x="39925" y="18"/>
                      <a:pt x="44464" y="13"/>
                      <a:pt x="49002" y="10"/>
                    </a:cubicBezTo>
                    <a:cubicBezTo>
                      <a:pt x="57896" y="6"/>
                      <a:pt x="66790" y="11"/>
                      <a:pt x="75684" y="19"/>
                    </a:cubicBezTo>
                    <a:cubicBezTo>
                      <a:pt x="86036" y="28"/>
                      <a:pt x="96389" y="28"/>
                      <a:pt x="106741" y="28"/>
                    </a:cubicBezTo>
                    <a:cubicBezTo>
                      <a:pt x="125211" y="27"/>
                      <a:pt x="143680" y="35"/>
                      <a:pt x="162150" y="48"/>
                    </a:cubicBezTo>
                    <a:cubicBezTo>
                      <a:pt x="180080" y="61"/>
                      <a:pt x="198011" y="67"/>
                      <a:pt x="215942" y="67"/>
                    </a:cubicBezTo>
                    <a:cubicBezTo>
                      <a:pt x="217046" y="67"/>
                      <a:pt x="218150" y="67"/>
                      <a:pt x="219287" y="67"/>
                    </a:cubicBezTo>
                    <a:cubicBezTo>
                      <a:pt x="220389" y="67"/>
                      <a:pt x="221492" y="67"/>
                      <a:pt x="222627" y="66"/>
                    </a:cubicBezTo>
                    <a:cubicBezTo>
                      <a:pt x="243025" y="66"/>
                      <a:pt x="263423" y="71"/>
                      <a:pt x="283821" y="79"/>
                    </a:cubicBezTo>
                    <a:cubicBezTo>
                      <a:pt x="291040" y="82"/>
                      <a:pt x="298260" y="83"/>
                      <a:pt x="305479" y="83"/>
                    </a:cubicBezTo>
                    <a:cubicBezTo>
                      <a:pt x="314276" y="84"/>
                      <a:pt x="323074" y="88"/>
                      <a:pt x="331871" y="96"/>
                    </a:cubicBezTo>
                    <a:cubicBezTo>
                      <a:pt x="336361" y="100"/>
                      <a:pt x="340851" y="103"/>
                      <a:pt x="345341" y="102"/>
                    </a:cubicBezTo>
                    <a:cubicBezTo>
                      <a:pt x="349450" y="101"/>
                      <a:pt x="353559" y="104"/>
                      <a:pt x="357667" y="110"/>
                    </a:cubicBezTo>
                    <a:cubicBezTo>
                      <a:pt x="359155" y="112"/>
                      <a:pt x="360643" y="112"/>
                      <a:pt x="362132" y="111"/>
                    </a:cubicBezTo>
                    <a:cubicBezTo>
                      <a:pt x="364152" y="109"/>
                      <a:pt x="366171" y="112"/>
                      <a:pt x="368191" y="117"/>
                    </a:cubicBezTo>
                    <a:cubicBezTo>
                      <a:pt x="369876" y="118"/>
                      <a:pt x="369876" y="118"/>
                      <a:pt x="371594" y="119"/>
                    </a:cubicBezTo>
                    <a:cubicBezTo>
                      <a:pt x="374475" y="226"/>
                      <a:pt x="377170" y="581"/>
                      <a:pt x="379997" y="1126"/>
                    </a:cubicBezTo>
                    <a:cubicBezTo>
                      <a:pt x="380108" y="1845"/>
                      <a:pt x="380219" y="2564"/>
                      <a:pt x="380333" y="3305"/>
                    </a:cubicBezTo>
                    <a:cubicBezTo>
                      <a:pt x="380517" y="4061"/>
                      <a:pt x="380701" y="4817"/>
                      <a:pt x="380891" y="5595"/>
                    </a:cubicBezTo>
                    <a:cubicBezTo>
                      <a:pt x="382941" y="6620"/>
                      <a:pt x="384287" y="6666"/>
                      <a:pt x="386569" y="6772"/>
                    </a:cubicBezTo>
                    <a:cubicBezTo>
                      <a:pt x="387709" y="6828"/>
                      <a:pt x="387709" y="6828"/>
                      <a:pt x="388873" y="6886"/>
                    </a:cubicBezTo>
                    <a:cubicBezTo>
                      <a:pt x="390066" y="6938"/>
                      <a:pt x="390066" y="6938"/>
                      <a:pt x="391282" y="6992"/>
                    </a:cubicBezTo>
                    <a:cubicBezTo>
                      <a:pt x="392084" y="7031"/>
                      <a:pt x="392886" y="7069"/>
                      <a:pt x="393712" y="7109"/>
                    </a:cubicBezTo>
                    <a:cubicBezTo>
                      <a:pt x="395695" y="7204"/>
                      <a:pt x="397679" y="7295"/>
                      <a:pt x="399662" y="7383"/>
                    </a:cubicBezTo>
                    <a:cubicBezTo>
                      <a:pt x="399773" y="8102"/>
                      <a:pt x="399883" y="8821"/>
                      <a:pt x="399997" y="9562"/>
                    </a:cubicBezTo>
                    <a:cubicBezTo>
                      <a:pt x="400182" y="10318"/>
                      <a:pt x="400366" y="11074"/>
                      <a:pt x="400556" y="11852"/>
                    </a:cubicBezTo>
                    <a:cubicBezTo>
                      <a:pt x="403088" y="13118"/>
                      <a:pt x="405449" y="13056"/>
                      <a:pt x="408265" y="13249"/>
                    </a:cubicBezTo>
                    <a:cubicBezTo>
                      <a:pt x="409859" y="13361"/>
                      <a:pt x="409859" y="13361"/>
                      <a:pt x="411484" y="13476"/>
                    </a:cubicBezTo>
                    <a:cubicBezTo>
                      <a:pt x="412303" y="13530"/>
                      <a:pt x="413121" y="13584"/>
                      <a:pt x="413963" y="13640"/>
                    </a:cubicBezTo>
                    <a:cubicBezTo>
                      <a:pt x="414258" y="15410"/>
                      <a:pt x="414553" y="17180"/>
                      <a:pt x="414857" y="19003"/>
                    </a:cubicBezTo>
                    <a:cubicBezTo>
                      <a:pt x="418490" y="19695"/>
                      <a:pt x="421887" y="19985"/>
                      <a:pt x="425583" y="19897"/>
                    </a:cubicBezTo>
                    <a:cubicBezTo>
                      <a:pt x="425731" y="20745"/>
                      <a:pt x="425878" y="21593"/>
                      <a:pt x="426030" y="22467"/>
                    </a:cubicBezTo>
                    <a:cubicBezTo>
                      <a:pt x="427012" y="25347"/>
                      <a:pt x="427012" y="25347"/>
                      <a:pt x="429019" y="25857"/>
                    </a:cubicBezTo>
                    <a:cubicBezTo>
                      <a:pt x="430310" y="26093"/>
                      <a:pt x="431602" y="26324"/>
                      <a:pt x="432895" y="26548"/>
                    </a:cubicBezTo>
                    <a:cubicBezTo>
                      <a:pt x="433432" y="26713"/>
                      <a:pt x="433969" y="26878"/>
                      <a:pt x="434522" y="27048"/>
                    </a:cubicBezTo>
                    <a:cubicBezTo>
                      <a:pt x="435527" y="29282"/>
                      <a:pt x="435527" y="29282"/>
                      <a:pt x="436310" y="31517"/>
                    </a:cubicBezTo>
                    <a:cubicBezTo>
                      <a:pt x="437637" y="31932"/>
                      <a:pt x="437637" y="31932"/>
                      <a:pt x="438991" y="32355"/>
                    </a:cubicBezTo>
                    <a:cubicBezTo>
                      <a:pt x="439876" y="32668"/>
                      <a:pt x="440761" y="32982"/>
                      <a:pt x="441673" y="33304"/>
                    </a:cubicBezTo>
                    <a:cubicBezTo>
                      <a:pt x="442902" y="36098"/>
                      <a:pt x="442902" y="36098"/>
                      <a:pt x="443460" y="38668"/>
                    </a:cubicBezTo>
                    <a:cubicBezTo>
                      <a:pt x="444935" y="38962"/>
                      <a:pt x="446410" y="39257"/>
                      <a:pt x="447929" y="39561"/>
                    </a:cubicBezTo>
                    <a:cubicBezTo>
                      <a:pt x="448519" y="41331"/>
                      <a:pt x="449109" y="43101"/>
                      <a:pt x="449717" y="44924"/>
                    </a:cubicBezTo>
                    <a:cubicBezTo>
                      <a:pt x="451487" y="45219"/>
                      <a:pt x="453257" y="45514"/>
                      <a:pt x="455080" y="45818"/>
                    </a:cubicBezTo>
                    <a:cubicBezTo>
                      <a:pt x="455670" y="47883"/>
                      <a:pt x="456260" y="49948"/>
                      <a:pt x="456868" y="52075"/>
                    </a:cubicBezTo>
                    <a:cubicBezTo>
                      <a:pt x="458048" y="52370"/>
                      <a:pt x="459228" y="52665"/>
                      <a:pt x="460443" y="52969"/>
                    </a:cubicBezTo>
                    <a:cubicBezTo>
                      <a:pt x="460628" y="53964"/>
                      <a:pt x="460812" y="54960"/>
                      <a:pt x="461002" y="55986"/>
                    </a:cubicBezTo>
                    <a:cubicBezTo>
                      <a:pt x="461888" y="59464"/>
                      <a:pt x="461888" y="59464"/>
                      <a:pt x="465024" y="60511"/>
                    </a:cubicBezTo>
                    <a:cubicBezTo>
                      <a:pt x="465872" y="60677"/>
                      <a:pt x="466720" y="60843"/>
                      <a:pt x="467594" y="61014"/>
                    </a:cubicBezTo>
                    <a:cubicBezTo>
                      <a:pt x="467745" y="62298"/>
                      <a:pt x="467893" y="63583"/>
                      <a:pt x="468041" y="64868"/>
                    </a:cubicBezTo>
                    <a:cubicBezTo>
                      <a:pt x="468124" y="65584"/>
                      <a:pt x="468207" y="66299"/>
                      <a:pt x="468292" y="67037"/>
                    </a:cubicBezTo>
                    <a:cubicBezTo>
                      <a:pt x="468488" y="69058"/>
                      <a:pt x="468488" y="69058"/>
                      <a:pt x="468488" y="71740"/>
                    </a:cubicBezTo>
                    <a:cubicBezTo>
                      <a:pt x="470553" y="72330"/>
                      <a:pt x="472617" y="72920"/>
                      <a:pt x="474745" y="73527"/>
                    </a:cubicBezTo>
                    <a:cubicBezTo>
                      <a:pt x="475040" y="77067"/>
                      <a:pt x="475335" y="80607"/>
                      <a:pt x="475639" y="84253"/>
                    </a:cubicBezTo>
                    <a:cubicBezTo>
                      <a:pt x="477408" y="84548"/>
                      <a:pt x="479178" y="84843"/>
                      <a:pt x="481002" y="85147"/>
                    </a:cubicBezTo>
                    <a:cubicBezTo>
                      <a:pt x="481056" y="86257"/>
                      <a:pt x="481110" y="87366"/>
                      <a:pt x="481166" y="88510"/>
                    </a:cubicBezTo>
                    <a:cubicBezTo>
                      <a:pt x="481241" y="89977"/>
                      <a:pt x="481317" y="91445"/>
                      <a:pt x="481393" y="92913"/>
                    </a:cubicBezTo>
                    <a:cubicBezTo>
                      <a:pt x="481428" y="93642"/>
                      <a:pt x="481463" y="94372"/>
                      <a:pt x="481499" y="95124"/>
                    </a:cubicBezTo>
                    <a:cubicBezTo>
                      <a:pt x="481689" y="98731"/>
                      <a:pt x="481935" y="102182"/>
                      <a:pt x="482789" y="105706"/>
                    </a:cubicBezTo>
                    <a:cubicBezTo>
                      <a:pt x="484264" y="105706"/>
                      <a:pt x="485739" y="105706"/>
                      <a:pt x="487258" y="105706"/>
                    </a:cubicBezTo>
                    <a:cubicBezTo>
                      <a:pt x="487258" y="125468"/>
                      <a:pt x="487258" y="145231"/>
                      <a:pt x="487258" y="165593"/>
                    </a:cubicBezTo>
                    <a:cubicBezTo>
                      <a:pt x="484604" y="166478"/>
                      <a:pt x="484604" y="166478"/>
                      <a:pt x="481895" y="167381"/>
                    </a:cubicBezTo>
                    <a:cubicBezTo>
                      <a:pt x="481600" y="173575"/>
                      <a:pt x="481306" y="179769"/>
                      <a:pt x="481002" y="186151"/>
                    </a:cubicBezTo>
                    <a:cubicBezTo>
                      <a:pt x="479527" y="186151"/>
                      <a:pt x="478052" y="186151"/>
                      <a:pt x="476532" y="186151"/>
                    </a:cubicBezTo>
                    <a:cubicBezTo>
                      <a:pt x="474494" y="189209"/>
                      <a:pt x="474549" y="190336"/>
                      <a:pt x="474633" y="193917"/>
                    </a:cubicBezTo>
                    <a:cubicBezTo>
                      <a:pt x="474657" y="195249"/>
                      <a:pt x="474657" y="195249"/>
                      <a:pt x="474682" y="196609"/>
                    </a:cubicBezTo>
                    <a:cubicBezTo>
                      <a:pt x="474713" y="197627"/>
                      <a:pt x="474713" y="197627"/>
                      <a:pt x="474745" y="198665"/>
                    </a:cubicBezTo>
                    <a:cubicBezTo>
                      <a:pt x="472680" y="199255"/>
                      <a:pt x="470615" y="199845"/>
                      <a:pt x="468488" y="200453"/>
                    </a:cubicBezTo>
                    <a:cubicBezTo>
                      <a:pt x="468193" y="203403"/>
                      <a:pt x="467898" y="206352"/>
                      <a:pt x="467594" y="209391"/>
                    </a:cubicBezTo>
                    <a:cubicBezTo>
                      <a:pt x="466119" y="209391"/>
                      <a:pt x="464644" y="209391"/>
                      <a:pt x="463125" y="209391"/>
                    </a:cubicBezTo>
                    <a:cubicBezTo>
                      <a:pt x="462912" y="210231"/>
                      <a:pt x="462912" y="210231"/>
                      <a:pt x="462695" y="211088"/>
                    </a:cubicBezTo>
                    <a:cubicBezTo>
                      <a:pt x="462065" y="213296"/>
                      <a:pt x="461421" y="215357"/>
                      <a:pt x="460443" y="217436"/>
                    </a:cubicBezTo>
                    <a:cubicBezTo>
                      <a:pt x="458974" y="218081"/>
                      <a:pt x="457484" y="218681"/>
                      <a:pt x="455974" y="219224"/>
                    </a:cubicBezTo>
                    <a:cubicBezTo>
                      <a:pt x="455716" y="220256"/>
                      <a:pt x="455458" y="221288"/>
                      <a:pt x="455192" y="222352"/>
                    </a:cubicBezTo>
                    <a:cubicBezTo>
                      <a:pt x="454860" y="223384"/>
                      <a:pt x="454528" y="224417"/>
                      <a:pt x="454186" y="225480"/>
                    </a:cubicBezTo>
                    <a:cubicBezTo>
                      <a:pt x="452121" y="226144"/>
                      <a:pt x="450034" y="226742"/>
                      <a:pt x="447929" y="227268"/>
                    </a:cubicBezTo>
                    <a:cubicBezTo>
                      <a:pt x="447288" y="228739"/>
                      <a:pt x="446693" y="230230"/>
                      <a:pt x="446142" y="231737"/>
                    </a:cubicBezTo>
                    <a:cubicBezTo>
                      <a:pt x="444362" y="232646"/>
                      <a:pt x="442574" y="233540"/>
                      <a:pt x="440779" y="234419"/>
                    </a:cubicBezTo>
                    <a:cubicBezTo>
                      <a:pt x="440392" y="235175"/>
                      <a:pt x="440004" y="235931"/>
                      <a:pt x="439606" y="236709"/>
                    </a:cubicBezTo>
                    <a:cubicBezTo>
                      <a:pt x="438097" y="238888"/>
                      <a:pt x="438097" y="238888"/>
                      <a:pt x="436212" y="239384"/>
                    </a:cubicBezTo>
                    <a:cubicBezTo>
                      <a:pt x="434778" y="239607"/>
                      <a:pt x="433337" y="239788"/>
                      <a:pt x="431893" y="239918"/>
                    </a:cubicBezTo>
                    <a:cubicBezTo>
                      <a:pt x="430982" y="240293"/>
                      <a:pt x="430982" y="240293"/>
                      <a:pt x="430053" y="240676"/>
                    </a:cubicBezTo>
                    <a:cubicBezTo>
                      <a:pt x="428856" y="243352"/>
                      <a:pt x="428856" y="243352"/>
                      <a:pt x="428265" y="246039"/>
                    </a:cubicBezTo>
                    <a:cubicBezTo>
                      <a:pt x="427478" y="246041"/>
                      <a:pt x="426691" y="246043"/>
                      <a:pt x="425880" y="246046"/>
                    </a:cubicBezTo>
                    <a:cubicBezTo>
                      <a:pt x="424842" y="246080"/>
                      <a:pt x="423804" y="246115"/>
                      <a:pt x="422734" y="246151"/>
                    </a:cubicBezTo>
                    <a:cubicBezTo>
                      <a:pt x="421708" y="246171"/>
                      <a:pt x="420681" y="246192"/>
                      <a:pt x="419623" y="246213"/>
                    </a:cubicBezTo>
                    <a:cubicBezTo>
                      <a:pt x="415841" y="246813"/>
                      <a:pt x="415841" y="246813"/>
                      <a:pt x="412176" y="252296"/>
                    </a:cubicBezTo>
                    <a:cubicBezTo>
                      <a:pt x="416895" y="252296"/>
                      <a:pt x="421615" y="252296"/>
                      <a:pt x="426477" y="252296"/>
                    </a:cubicBezTo>
                    <a:cubicBezTo>
                      <a:pt x="427067" y="254065"/>
                      <a:pt x="427657" y="255835"/>
                      <a:pt x="428265" y="257659"/>
                    </a:cubicBezTo>
                    <a:cubicBezTo>
                      <a:pt x="429201" y="258803"/>
                      <a:pt x="429201" y="258803"/>
                      <a:pt x="431303" y="258577"/>
                    </a:cubicBezTo>
                    <a:cubicBezTo>
                      <a:pt x="433072" y="258524"/>
                      <a:pt x="434841" y="258468"/>
                      <a:pt x="436610" y="258409"/>
                    </a:cubicBezTo>
                    <a:cubicBezTo>
                      <a:pt x="438991" y="258553"/>
                      <a:pt x="438991" y="258553"/>
                      <a:pt x="441673" y="260340"/>
                    </a:cubicBezTo>
                    <a:cubicBezTo>
                      <a:pt x="441968" y="261520"/>
                      <a:pt x="442263" y="262700"/>
                      <a:pt x="442566" y="263916"/>
                    </a:cubicBezTo>
                    <a:cubicBezTo>
                      <a:pt x="445811" y="264506"/>
                      <a:pt x="449056" y="265095"/>
                      <a:pt x="452399" y="265703"/>
                    </a:cubicBezTo>
                    <a:cubicBezTo>
                      <a:pt x="452565" y="266551"/>
                      <a:pt x="452731" y="267399"/>
                      <a:pt x="452901" y="268273"/>
                    </a:cubicBezTo>
                    <a:cubicBezTo>
                      <a:pt x="453325" y="269195"/>
                      <a:pt x="453749" y="270117"/>
                      <a:pt x="454186" y="271066"/>
                    </a:cubicBezTo>
                    <a:cubicBezTo>
                      <a:pt x="456262" y="271696"/>
                      <a:pt x="458348" y="272293"/>
                      <a:pt x="460443" y="272854"/>
                    </a:cubicBezTo>
                    <a:cubicBezTo>
                      <a:pt x="461728" y="275200"/>
                      <a:pt x="461728" y="275200"/>
                      <a:pt x="462231" y="277323"/>
                    </a:cubicBezTo>
                    <a:cubicBezTo>
                      <a:pt x="463208" y="277379"/>
                      <a:pt x="464185" y="277434"/>
                      <a:pt x="465192" y="277491"/>
                    </a:cubicBezTo>
                    <a:cubicBezTo>
                      <a:pt x="468488" y="278217"/>
                      <a:pt x="468488" y="278217"/>
                      <a:pt x="469940" y="280340"/>
                    </a:cubicBezTo>
                    <a:cubicBezTo>
                      <a:pt x="470346" y="281114"/>
                      <a:pt x="470751" y="281889"/>
                      <a:pt x="471169" y="282686"/>
                    </a:cubicBezTo>
                    <a:cubicBezTo>
                      <a:pt x="472653" y="283591"/>
                      <a:pt x="474142" y="284485"/>
                      <a:pt x="475639" y="285368"/>
                    </a:cubicBezTo>
                    <a:cubicBezTo>
                      <a:pt x="476249" y="286552"/>
                      <a:pt x="476846" y="287744"/>
                      <a:pt x="477426" y="288943"/>
                    </a:cubicBezTo>
                    <a:cubicBezTo>
                      <a:pt x="478035" y="289183"/>
                      <a:pt x="478643" y="289422"/>
                      <a:pt x="479270" y="289669"/>
                    </a:cubicBezTo>
                    <a:cubicBezTo>
                      <a:pt x="479841" y="290020"/>
                      <a:pt x="480413" y="290370"/>
                      <a:pt x="481002" y="290731"/>
                    </a:cubicBezTo>
                    <a:cubicBezTo>
                      <a:pt x="481672" y="293971"/>
                      <a:pt x="481672" y="293971"/>
                      <a:pt x="481895" y="296988"/>
                    </a:cubicBezTo>
                    <a:cubicBezTo>
                      <a:pt x="482578" y="297154"/>
                      <a:pt x="483260" y="297320"/>
                      <a:pt x="483962" y="297491"/>
                    </a:cubicBezTo>
                    <a:cubicBezTo>
                      <a:pt x="486365" y="298775"/>
                      <a:pt x="486365" y="298775"/>
                      <a:pt x="487705" y="301960"/>
                    </a:cubicBezTo>
                    <a:cubicBezTo>
                      <a:pt x="488148" y="302974"/>
                      <a:pt x="488590" y="303988"/>
                      <a:pt x="489046" y="305032"/>
                    </a:cubicBezTo>
                    <a:cubicBezTo>
                      <a:pt x="490521" y="305327"/>
                      <a:pt x="491996" y="305622"/>
                      <a:pt x="493515" y="305926"/>
                    </a:cubicBezTo>
                    <a:cubicBezTo>
                      <a:pt x="494105" y="309466"/>
                      <a:pt x="494695" y="313005"/>
                      <a:pt x="495303" y="316652"/>
                    </a:cubicBezTo>
                    <a:cubicBezTo>
                      <a:pt x="497073" y="316947"/>
                      <a:pt x="498843" y="317242"/>
                      <a:pt x="500666" y="317546"/>
                    </a:cubicBezTo>
                    <a:cubicBezTo>
                      <a:pt x="500961" y="321971"/>
                      <a:pt x="501256" y="326395"/>
                      <a:pt x="501560" y="330954"/>
                    </a:cubicBezTo>
                    <a:cubicBezTo>
                      <a:pt x="504224" y="331578"/>
                      <a:pt x="504224" y="331578"/>
                      <a:pt x="506923" y="331848"/>
                    </a:cubicBezTo>
                    <a:cubicBezTo>
                      <a:pt x="507218" y="340107"/>
                      <a:pt x="507513" y="348366"/>
                      <a:pt x="507817" y="356875"/>
                    </a:cubicBezTo>
                    <a:cubicBezTo>
                      <a:pt x="509587" y="357465"/>
                      <a:pt x="511356" y="358055"/>
                      <a:pt x="513180" y="358663"/>
                    </a:cubicBezTo>
                    <a:cubicBezTo>
                      <a:pt x="513180" y="376361"/>
                      <a:pt x="513180" y="394059"/>
                      <a:pt x="513180" y="412293"/>
                    </a:cubicBezTo>
                    <a:cubicBezTo>
                      <a:pt x="511705" y="412588"/>
                      <a:pt x="510230" y="412883"/>
                      <a:pt x="508711" y="413187"/>
                    </a:cubicBezTo>
                    <a:cubicBezTo>
                      <a:pt x="507841" y="416146"/>
                      <a:pt x="507644" y="418923"/>
                      <a:pt x="507534" y="422000"/>
                    </a:cubicBezTo>
                    <a:cubicBezTo>
                      <a:pt x="507478" y="423495"/>
                      <a:pt x="507478" y="423495"/>
                      <a:pt x="507421" y="425020"/>
                    </a:cubicBezTo>
                    <a:cubicBezTo>
                      <a:pt x="507368" y="426574"/>
                      <a:pt x="507368" y="426574"/>
                      <a:pt x="507314" y="428159"/>
                    </a:cubicBezTo>
                    <a:cubicBezTo>
                      <a:pt x="507275" y="429209"/>
                      <a:pt x="507237" y="430258"/>
                      <a:pt x="507197" y="431340"/>
                    </a:cubicBezTo>
                    <a:cubicBezTo>
                      <a:pt x="507102" y="433929"/>
                      <a:pt x="507011" y="436519"/>
                      <a:pt x="506923" y="439109"/>
                    </a:cubicBezTo>
                    <a:cubicBezTo>
                      <a:pt x="505448" y="439109"/>
                      <a:pt x="503973" y="439109"/>
                      <a:pt x="502454" y="439109"/>
                    </a:cubicBezTo>
                    <a:cubicBezTo>
                      <a:pt x="501036" y="441944"/>
                      <a:pt x="501221" y="445039"/>
                      <a:pt x="501057" y="448159"/>
                    </a:cubicBezTo>
                    <a:cubicBezTo>
                      <a:pt x="501019" y="448833"/>
                      <a:pt x="500980" y="449507"/>
                      <a:pt x="500940" y="450201"/>
                    </a:cubicBezTo>
                    <a:cubicBezTo>
                      <a:pt x="500845" y="451867"/>
                      <a:pt x="500755" y="453532"/>
                      <a:pt x="500666" y="455198"/>
                    </a:cubicBezTo>
                    <a:cubicBezTo>
                      <a:pt x="498896" y="455198"/>
                      <a:pt x="497127" y="455198"/>
                      <a:pt x="495303" y="455198"/>
                    </a:cubicBezTo>
                    <a:cubicBezTo>
                      <a:pt x="495226" y="455951"/>
                      <a:pt x="495149" y="456705"/>
                      <a:pt x="495069" y="457481"/>
                    </a:cubicBezTo>
                    <a:cubicBezTo>
                      <a:pt x="494881" y="458950"/>
                      <a:pt x="494881" y="458950"/>
                      <a:pt x="494689" y="460449"/>
                    </a:cubicBezTo>
                    <a:cubicBezTo>
                      <a:pt x="494575" y="461424"/>
                      <a:pt x="494460" y="462399"/>
                      <a:pt x="494343" y="463403"/>
                    </a:cubicBezTo>
                    <a:cubicBezTo>
                      <a:pt x="494070" y="464235"/>
                      <a:pt x="493797" y="465067"/>
                      <a:pt x="493515" y="465924"/>
                    </a:cubicBezTo>
                    <a:cubicBezTo>
                      <a:pt x="492045" y="466567"/>
                      <a:pt x="490555" y="467165"/>
                      <a:pt x="489046" y="467711"/>
                    </a:cubicBezTo>
                    <a:cubicBezTo>
                      <a:pt x="488127" y="469641"/>
                      <a:pt x="488127" y="469641"/>
                      <a:pt x="487873" y="471846"/>
                    </a:cubicBezTo>
                    <a:cubicBezTo>
                      <a:pt x="487685" y="472941"/>
                      <a:pt x="487685" y="472941"/>
                      <a:pt x="487492" y="474059"/>
                    </a:cubicBezTo>
                    <a:cubicBezTo>
                      <a:pt x="487415" y="474619"/>
                      <a:pt x="487338" y="475179"/>
                      <a:pt x="487258" y="475756"/>
                    </a:cubicBezTo>
                    <a:cubicBezTo>
                      <a:pt x="485194" y="476346"/>
                      <a:pt x="483129" y="476936"/>
                      <a:pt x="481002" y="477544"/>
                    </a:cubicBezTo>
                    <a:cubicBezTo>
                      <a:pt x="480707" y="479904"/>
                      <a:pt x="480412" y="482263"/>
                      <a:pt x="480108" y="484694"/>
                    </a:cubicBezTo>
                    <a:cubicBezTo>
                      <a:pt x="478633" y="484989"/>
                      <a:pt x="477158" y="485284"/>
                      <a:pt x="475639" y="485588"/>
                    </a:cubicBezTo>
                    <a:cubicBezTo>
                      <a:pt x="475049" y="487653"/>
                      <a:pt x="474459" y="489718"/>
                      <a:pt x="473851" y="491845"/>
                    </a:cubicBezTo>
                    <a:cubicBezTo>
                      <a:pt x="472376" y="491845"/>
                      <a:pt x="470901" y="491845"/>
                      <a:pt x="469382" y="491845"/>
                    </a:cubicBezTo>
                    <a:cubicBezTo>
                      <a:pt x="468792" y="493910"/>
                      <a:pt x="468202" y="495975"/>
                      <a:pt x="467594" y="498102"/>
                    </a:cubicBezTo>
                    <a:cubicBezTo>
                      <a:pt x="466119" y="498102"/>
                      <a:pt x="464644" y="498102"/>
                      <a:pt x="463125" y="498102"/>
                    </a:cubicBezTo>
                    <a:cubicBezTo>
                      <a:pt x="462535" y="500167"/>
                      <a:pt x="461945" y="502232"/>
                      <a:pt x="461337" y="504359"/>
                    </a:cubicBezTo>
                    <a:cubicBezTo>
                      <a:pt x="460065" y="504442"/>
                      <a:pt x="460065" y="504442"/>
                      <a:pt x="458767" y="504527"/>
                    </a:cubicBezTo>
                    <a:cubicBezTo>
                      <a:pt x="457846" y="504766"/>
                      <a:pt x="456924" y="505006"/>
                      <a:pt x="455974" y="505253"/>
                    </a:cubicBezTo>
                    <a:cubicBezTo>
                      <a:pt x="455697" y="505972"/>
                      <a:pt x="455421" y="506691"/>
                      <a:pt x="455136" y="507432"/>
                    </a:cubicBezTo>
                    <a:cubicBezTo>
                      <a:pt x="454823" y="508187"/>
                      <a:pt x="454509" y="508943"/>
                      <a:pt x="454186" y="509722"/>
                    </a:cubicBezTo>
                    <a:cubicBezTo>
                      <a:pt x="453154" y="509999"/>
                      <a:pt x="452122" y="510275"/>
                      <a:pt x="451058" y="510560"/>
                    </a:cubicBezTo>
                    <a:cubicBezTo>
                      <a:pt x="450026" y="510873"/>
                      <a:pt x="448993" y="511187"/>
                      <a:pt x="447929" y="511510"/>
                    </a:cubicBezTo>
                    <a:cubicBezTo>
                      <a:pt x="446561" y="514197"/>
                      <a:pt x="446561" y="514197"/>
                      <a:pt x="446142" y="516873"/>
                    </a:cubicBezTo>
                    <a:cubicBezTo>
                      <a:pt x="442602" y="517168"/>
                      <a:pt x="439063" y="517463"/>
                      <a:pt x="435416" y="517767"/>
                    </a:cubicBezTo>
                    <a:cubicBezTo>
                      <a:pt x="435121" y="519536"/>
                      <a:pt x="434826" y="521306"/>
                      <a:pt x="434522" y="523130"/>
                    </a:cubicBezTo>
                    <a:cubicBezTo>
                      <a:pt x="430687" y="523720"/>
                      <a:pt x="426853" y="524310"/>
                      <a:pt x="422902" y="524917"/>
                    </a:cubicBezTo>
                    <a:cubicBezTo>
                      <a:pt x="422312" y="526687"/>
                      <a:pt x="421722" y="528457"/>
                      <a:pt x="421114" y="530280"/>
                    </a:cubicBezTo>
                    <a:cubicBezTo>
                      <a:pt x="420614" y="530298"/>
                      <a:pt x="420113" y="530316"/>
                      <a:pt x="419598" y="530334"/>
                    </a:cubicBezTo>
                    <a:cubicBezTo>
                      <a:pt x="417328" y="530419"/>
                      <a:pt x="415059" y="530517"/>
                      <a:pt x="412790" y="530616"/>
                    </a:cubicBezTo>
                    <a:cubicBezTo>
                      <a:pt x="412003" y="530643"/>
                      <a:pt x="411215" y="530671"/>
                      <a:pt x="410404" y="530699"/>
                    </a:cubicBezTo>
                    <a:cubicBezTo>
                      <a:pt x="409267" y="530751"/>
                      <a:pt x="409267" y="530751"/>
                      <a:pt x="408108" y="530804"/>
                    </a:cubicBezTo>
                    <a:cubicBezTo>
                      <a:pt x="407411" y="530832"/>
                      <a:pt x="406713" y="530860"/>
                      <a:pt x="405995" y="530889"/>
                    </a:cubicBezTo>
                    <a:cubicBezTo>
                      <a:pt x="403862" y="531081"/>
                      <a:pt x="403862" y="531081"/>
                      <a:pt x="401450" y="532962"/>
                    </a:cubicBezTo>
                    <a:cubicBezTo>
                      <a:pt x="401450" y="534142"/>
                      <a:pt x="401450" y="535322"/>
                      <a:pt x="401450" y="536537"/>
                    </a:cubicBezTo>
                    <a:cubicBezTo>
                      <a:pt x="400462" y="536555"/>
                      <a:pt x="399474" y="536573"/>
                      <a:pt x="398456" y="536591"/>
                    </a:cubicBezTo>
                    <a:cubicBezTo>
                      <a:pt x="394793" y="536659"/>
                      <a:pt x="391130" y="536738"/>
                      <a:pt x="387467" y="536821"/>
                    </a:cubicBezTo>
                    <a:cubicBezTo>
                      <a:pt x="385881" y="536855"/>
                      <a:pt x="384296" y="536886"/>
                      <a:pt x="382710" y="536914"/>
                    </a:cubicBezTo>
                    <a:cubicBezTo>
                      <a:pt x="380431" y="536955"/>
                      <a:pt x="378153" y="537007"/>
                      <a:pt x="375874" y="537061"/>
                    </a:cubicBezTo>
                    <a:cubicBezTo>
                      <a:pt x="375164" y="537071"/>
                      <a:pt x="374455" y="537082"/>
                      <a:pt x="373724" y="537092"/>
                    </a:cubicBezTo>
                    <a:cubicBezTo>
                      <a:pt x="370305" y="537184"/>
                      <a:pt x="368605" y="537280"/>
                      <a:pt x="365696" y="539219"/>
                    </a:cubicBezTo>
                    <a:cubicBezTo>
                      <a:pt x="365696" y="540399"/>
                      <a:pt x="365696" y="541579"/>
                      <a:pt x="365696" y="542794"/>
                    </a:cubicBezTo>
                    <a:cubicBezTo>
                      <a:pt x="319252" y="542815"/>
                      <a:pt x="272808" y="542830"/>
                      <a:pt x="226365" y="542840"/>
                    </a:cubicBezTo>
                    <a:cubicBezTo>
                      <a:pt x="220888" y="542841"/>
                      <a:pt x="215411" y="542842"/>
                      <a:pt x="209934" y="542843"/>
                    </a:cubicBezTo>
                    <a:cubicBezTo>
                      <a:pt x="208298" y="542844"/>
                      <a:pt x="208298" y="542844"/>
                      <a:pt x="206630" y="542844"/>
                    </a:cubicBezTo>
                    <a:cubicBezTo>
                      <a:pt x="188949" y="542848"/>
                      <a:pt x="171268" y="542855"/>
                      <a:pt x="153588" y="542863"/>
                    </a:cubicBezTo>
                    <a:cubicBezTo>
                      <a:pt x="135460" y="542872"/>
                      <a:pt x="117333" y="542876"/>
                      <a:pt x="99206" y="542878"/>
                    </a:cubicBezTo>
                    <a:cubicBezTo>
                      <a:pt x="88010" y="542880"/>
                      <a:pt x="76815" y="542883"/>
                      <a:pt x="65620" y="542891"/>
                    </a:cubicBezTo>
                    <a:cubicBezTo>
                      <a:pt x="57954" y="542895"/>
                      <a:pt x="50288" y="542897"/>
                      <a:pt x="42623" y="542896"/>
                    </a:cubicBezTo>
                    <a:cubicBezTo>
                      <a:pt x="38193" y="542895"/>
                      <a:pt x="33763" y="542896"/>
                      <a:pt x="29333" y="542901"/>
                    </a:cubicBezTo>
                    <a:cubicBezTo>
                      <a:pt x="25285" y="542905"/>
                      <a:pt x="21236" y="542905"/>
                      <a:pt x="17188" y="542902"/>
                    </a:cubicBezTo>
                    <a:cubicBezTo>
                      <a:pt x="15716" y="542902"/>
                      <a:pt x="14245" y="542903"/>
                      <a:pt x="12774" y="542906"/>
                    </a:cubicBezTo>
                    <a:cubicBezTo>
                      <a:pt x="10787" y="542909"/>
                      <a:pt x="8801" y="542908"/>
                      <a:pt x="6814" y="542904"/>
                    </a:cubicBezTo>
                    <a:cubicBezTo>
                      <a:pt x="5707" y="542905"/>
                      <a:pt x="4599" y="542905"/>
                      <a:pt x="3458" y="542905"/>
                    </a:cubicBezTo>
                    <a:cubicBezTo>
                      <a:pt x="1009" y="542794"/>
                      <a:pt x="1009" y="542794"/>
                      <a:pt x="115" y="541900"/>
                    </a:cubicBezTo>
                    <a:cubicBezTo>
                      <a:pt x="26" y="539047"/>
                      <a:pt x="-3" y="536213"/>
                      <a:pt x="5" y="533359"/>
                    </a:cubicBezTo>
                    <a:cubicBezTo>
                      <a:pt x="4" y="532446"/>
                      <a:pt x="3" y="531534"/>
                      <a:pt x="2" y="530594"/>
                    </a:cubicBezTo>
                    <a:cubicBezTo>
                      <a:pt x="-1" y="527495"/>
                      <a:pt x="3" y="524396"/>
                      <a:pt x="7" y="521297"/>
                    </a:cubicBezTo>
                    <a:cubicBezTo>
                      <a:pt x="7" y="519069"/>
                      <a:pt x="6" y="516842"/>
                      <a:pt x="5" y="514614"/>
                    </a:cubicBezTo>
                    <a:cubicBezTo>
                      <a:pt x="3" y="509749"/>
                      <a:pt x="5" y="504885"/>
                      <a:pt x="8" y="500020"/>
                    </a:cubicBezTo>
                    <a:cubicBezTo>
                      <a:pt x="14" y="492787"/>
                      <a:pt x="14" y="485553"/>
                      <a:pt x="13" y="478320"/>
                    </a:cubicBezTo>
                    <a:cubicBezTo>
                      <a:pt x="12" y="466154"/>
                      <a:pt x="15" y="453988"/>
                      <a:pt x="20" y="441822"/>
                    </a:cubicBezTo>
                    <a:cubicBezTo>
                      <a:pt x="26" y="429771"/>
                      <a:pt x="29" y="417719"/>
                      <a:pt x="30" y="405667"/>
                    </a:cubicBezTo>
                    <a:cubicBezTo>
                      <a:pt x="30" y="404919"/>
                      <a:pt x="30" y="404171"/>
                      <a:pt x="30" y="403400"/>
                    </a:cubicBezTo>
                    <a:cubicBezTo>
                      <a:pt x="30" y="399599"/>
                      <a:pt x="31" y="395799"/>
                      <a:pt x="31" y="391998"/>
                    </a:cubicBezTo>
                    <a:cubicBezTo>
                      <a:pt x="33" y="365056"/>
                      <a:pt x="39" y="338113"/>
                      <a:pt x="47" y="311171"/>
                    </a:cubicBezTo>
                    <a:cubicBezTo>
                      <a:pt x="56" y="284992"/>
                      <a:pt x="62" y="258812"/>
                      <a:pt x="66" y="232633"/>
                    </a:cubicBezTo>
                    <a:cubicBezTo>
                      <a:pt x="66" y="231826"/>
                      <a:pt x="66" y="231020"/>
                      <a:pt x="66" y="230189"/>
                    </a:cubicBezTo>
                    <a:cubicBezTo>
                      <a:pt x="67" y="222090"/>
                      <a:pt x="68" y="213991"/>
                      <a:pt x="69" y="205892"/>
                    </a:cubicBezTo>
                    <a:cubicBezTo>
                      <a:pt x="72" y="189393"/>
                      <a:pt x="74" y="172893"/>
                      <a:pt x="77" y="156394"/>
                    </a:cubicBezTo>
                    <a:cubicBezTo>
                      <a:pt x="77" y="155635"/>
                      <a:pt x="77" y="154876"/>
                      <a:pt x="77" y="154095"/>
                    </a:cubicBezTo>
                    <a:cubicBezTo>
                      <a:pt x="86" y="103403"/>
                      <a:pt x="100" y="52712"/>
                      <a:pt x="115" y="2020"/>
                    </a:cubicBezTo>
                    <a:cubicBezTo>
                      <a:pt x="3531" y="155"/>
                      <a:pt x="5989" y="9"/>
                      <a:pt x="9908" y="10"/>
                    </a:cubicBezTo>
                    <a:cubicBezTo>
                      <a:pt x="10852" y="6"/>
                      <a:pt x="10852" y="6"/>
                      <a:pt x="11814" y="3"/>
                    </a:cubicBezTo>
                    <a:close/>
                  </a:path>
                </a:pathLst>
              </a:custGeom>
              <a:grpFill/>
              <a:ln w="894" cap="flat">
                <a:noFill/>
                <a:prstDash val="solid"/>
                <a:miter/>
              </a:ln>
            </p:spPr>
            <p:txBody>
              <a:bodyPr rtlCol="0" anchor="ctr"/>
              <a:lstStyle/>
              <a:p>
                <a:endParaRPr lang="zh-CN" altLang="en-US"/>
              </a:p>
            </p:txBody>
          </p:sp>
          <p:sp>
            <p:nvSpPr>
              <p:cNvPr id="167" name="任意多边形: 形状 166"/>
              <p:cNvSpPr/>
              <p:nvPr/>
            </p:nvSpPr>
            <p:spPr>
              <a:xfrm>
                <a:off x="9424157" y="3441674"/>
                <a:ext cx="533080" cy="543027"/>
              </a:xfrm>
              <a:custGeom>
                <a:avLst/>
                <a:gdLst>
                  <a:gd name="connsiteX0" fmla="*/ 21024 w 533080"/>
                  <a:gd name="connsiteY0" fmla="*/ 258 h 543027"/>
                  <a:gd name="connsiteX1" fmla="*/ 23060 w 533080"/>
                  <a:gd name="connsiteY1" fmla="*/ 254 h 543027"/>
                  <a:gd name="connsiteX2" fmla="*/ 29821 w 533080"/>
                  <a:gd name="connsiteY2" fmla="*/ 256 h 543027"/>
                  <a:gd name="connsiteX3" fmla="*/ 34666 w 533080"/>
                  <a:gd name="connsiteY3" fmla="*/ 251 h 543027"/>
                  <a:gd name="connsiteX4" fmla="*/ 47829 w 533080"/>
                  <a:gd name="connsiteY4" fmla="*/ 252 h 543027"/>
                  <a:gd name="connsiteX5" fmla="*/ 61596 w 533080"/>
                  <a:gd name="connsiteY5" fmla="*/ 251 h 543027"/>
                  <a:gd name="connsiteX6" fmla="*/ 84715 w 533080"/>
                  <a:gd name="connsiteY6" fmla="*/ 255 h 543027"/>
                  <a:gd name="connsiteX7" fmla="*/ 111456 w 533080"/>
                  <a:gd name="connsiteY7" fmla="*/ 254 h 543027"/>
                  <a:gd name="connsiteX8" fmla="*/ 134403 w 533080"/>
                  <a:gd name="connsiteY8" fmla="*/ 251 h 543027"/>
                  <a:gd name="connsiteX9" fmla="*/ 148113 w 533080"/>
                  <a:gd name="connsiteY9" fmla="*/ 250 h 543027"/>
                  <a:gd name="connsiteX10" fmla="*/ 161002 w 533080"/>
                  <a:gd name="connsiteY10" fmla="*/ 254 h 543027"/>
                  <a:gd name="connsiteX11" fmla="*/ 165737 w 533080"/>
                  <a:gd name="connsiteY11" fmla="*/ 253 h 543027"/>
                  <a:gd name="connsiteX12" fmla="*/ 172191 w 533080"/>
                  <a:gd name="connsiteY12" fmla="*/ 258 h 543027"/>
                  <a:gd name="connsiteX13" fmla="*/ 174091 w 533080"/>
                  <a:gd name="connsiteY13" fmla="*/ 252 h 543027"/>
                  <a:gd name="connsiteX14" fmla="*/ 182416 w 533080"/>
                  <a:gd name="connsiteY14" fmla="*/ 1266 h 543027"/>
                  <a:gd name="connsiteX15" fmla="*/ 182416 w 533080"/>
                  <a:gd name="connsiteY15" fmla="*/ 4841 h 543027"/>
                  <a:gd name="connsiteX16" fmla="*/ 185992 w 533080"/>
                  <a:gd name="connsiteY16" fmla="*/ 4841 h 543027"/>
                  <a:gd name="connsiteX17" fmla="*/ 185817 w 533080"/>
                  <a:gd name="connsiteY17" fmla="*/ 10166 h 543027"/>
                  <a:gd name="connsiteX18" fmla="*/ 187779 w 533080"/>
                  <a:gd name="connsiteY18" fmla="*/ 14673 h 543027"/>
                  <a:gd name="connsiteX19" fmla="*/ 189567 w 533080"/>
                  <a:gd name="connsiteY19" fmla="*/ 15068 h 543027"/>
                  <a:gd name="connsiteX20" fmla="*/ 192360 w 533080"/>
                  <a:gd name="connsiteY20" fmla="*/ 17156 h 543027"/>
                  <a:gd name="connsiteX21" fmla="*/ 193142 w 533080"/>
                  <a:gd name="connsiteY21" fmla="*/ 19087 h 543027"/>
                  <a:gd name="connsiteX22" fmla="*/ 196777 w 533080"/>
                  <a:gd name="connsiteY22" fmla="*/ 23587 h 543027"/>
                  <a:gd name="connsiteX23" fmla="*/ 199088 w 533080"/>
                  <a:gd name="connsiteY23" fmla="*/ 26377 h 543027"/>
                  <a:gd name="connsiteX24" fmla="*/ 199343 w 533080"/>
                  <a:gd name="connsiteY24" fmla="*/ 28528 h 543027"/>
                  <a:gd name="connsiteX25" fmla="*/ 200293 w 533080"/>
                  <a:gd name="connsiteY25" fmla="*/ 32550 h 543027"/>
                  <a:gd name="connsiteX26" fmla="*/ 204762 w 533080"/>
                  <a:gd name="connsiteY26" fmla="*/ 34338 h 543027"/>
                  <a:gd name="connsiteX27" fmla="*/ 206710 w 533080"/>
                  <a:gd name="connsiteY27" fmla="*/ 39809 h 543027"/>
                  <a:gd name="connsiteX28" fmla="*/ 209790 w 533080"/>
                  <a:gd name="connsiteY28" fmla="*/ 42829 h 543027"/>
                  <a:gd name="connsiteX29" fmla="*/ 212398 w 533080"/>
                  <a:gd name="connsiteY29" fmla="*/ 45912 h 543027"/>
                  <a:gd name="connsiteX30" fmla="*/ 212807 w 533080"/>
                  <a:gd name="connsiteY30" fmla="*/ 51321 h 543027"/>
                  <a:gd name="connsiteX31" fmla="*/ 215377 w 533080"/>
                  <a:gd name="connsiteY31" fmla="*/ 51768 h 543027"/>
                  <a:gd name="connsiteX32" fmla="*/ 218767 w 533080"/>
                  <a:gd name="connsiteY32" fmla="*/ 54757 h 543027"/>
                  <a:gd name="connsiteX33" fmla="*/ 219458 w 533080"/>
                  <a:gd name="connsiteY33" fmla="*/ 58646 h 543027"/>
                  <a:gd name="connsiteX34" fmla="*/ 219957 w 533080"/>
                  <a:gd name="connsiteY34" fmla="*/ 60259 h 543027"/>
                  <a:gd name="connsiteX35" fmla="*/ 222192 w 533080"/>
                  <a:gd name="connsiteY35" fmla="*/ 61041 h 543027"/>
                  <a:gd name="connsiteX36" fmla="*/ 224427 w 533080"/>
                  <a:gd name="connsiteY36" fmla="*/ 62047 h 543027"/>
                  <a:gd name="connsiteX37" fmla="*/ 225321 w 533080"/>
                  <a:gd name="connsiteY37" fmla="*/ 66516 h 543027"/>
                  <a:gd name="connsiteX38" fmla="*/ 226214 w 533080"/>
                  <a:gd name="connsiteY38" fmla="*/ 70985 h 543027"/>
                  <a:gd name="connsiteX39" fmla="*/ 230684 w 533080"/>
                  <a:gd name="connsiteY39" fmla="*/ 72773 h 543027"/>
                  <a:gd name="connsiteX40" fmla="*/ 232024 w 533080"/>
                  <a:gd name="connsiteY40" fmla="*/ 76348 h 543027"/>
                  <a:gd name="connsiteX41" fmla="*/ 235767 w 533080"/>
                  <a:gd name="connsiteY41" fmla="*/ 81265 h 543027"/>
                  <a:gd name="connsiteX42" fmla="*/ 237834 w 533080"/>
                  <a:gd name="connsiteY42" fmla="*/ 81711 h 543027"/>
                  <a:gd name="connsiteX43" fmla="*/ 237841 w 533080"/>
                  <a:gd name="connsiteY43" fmla="*/ 83377 h 543027"/>
                  <a:gd name="connsiteX44" fmla="*/ 238728 w 533080"/>
                  <a:gd name="connsiteY44" fmla="*/ 89756 h 543027"/>
                  <a:gd name="connsiteX45" fmla="*/ 244091 w 533080"/>
                  <a:gd name="connsiteY45" fmla="*/ 92438 h 543027"/>
                  <a:gd name="connsiteX46" fmla="*/ 244985 w 533080"/>
                  <a:gd name="connsiteY46" fmla="*/ 97801 h 543027"/>
                  <a:gd name="connsiteX47" fmla="*/ 247499 w 533080"/>
                  <a:gd name="connsiteY47" fmla="*/ 98080 h 543027"/>
                  <a:gd name="connsiteX48" fmla="*/ 251301 w 533080"/>
                  <a:gd name="connsiteY48" fmla="*/ 101896 h 543027"/>
                  <a:gd name="connsiteX49" fmla="*/ 253030 w 533080"/>
                  <a:gd name="connsiteY49" fmla="*/ 109421 h 543027"/>
                  <a:gd name="connsiteX50" fmla="*/ 257499 w 533080"/>
                  <a:gd name="connsiteY50" fmla="*/ 109421 h 543027"/>
                  <a:gd name="connsiteX51" fmla="*/ 257331 w 533080"/>
                  <a:gd name="connsiteY51" fmla="*/ 112381 h 543027"/>
                  <a:gd name="connsiteX52" fmla="*/ 258672 w 533080"/>
                  <a:gd name="connsiteY52" fmla="*/ 117353 h 543027"/>
                  <a:gd name="connsiteX53" fmla="*/ 262862 w 533080"/>
                  <a:gd name="connsiteY53" fmla="*/ 119253 h 543027"/>
                  <a:gd name="connsiteX54" fmla="*/ 264817 w 533080"/>
                  <a:gd name="connsiteY54" fmla="*/ 123331 h 543027"/>
                  <a:gd name="connsiteX55" fmla="*/ 265749 w 533080"/>
                  <a:gd name="connsiteY55" fmla="*/ 125569 h 543027"/>
                  <a:gd name="connsiteX56" fmla="*/ 266437 w 533080"/>
                  <a:gd name="connsiteY56" fmla="*/ 127297 h 543027"/>
                  <a:gd name="connsiteX57" fmla="*/ 270013 w 533080"/>
                  <a:gd name="connsiteY57" fmla="*/ 127297 h 543027"/>
                  <a:gd name="connsiteX58" fmla="*/ 270906 w 533080"/>
                  <a:gd name="connsiteY58" fmla="*/ 136236 h 543027"/>
                  <a:gd name="connsiteX59" fmla="*/ 273365 w 533080"/>
                  <a:gd name="connsiteY59" fmla="*/ 137074 h 543027"/>
                  <a:gd name="connsiteX60" fmla="*/ 279845 w 533080"/>
                  <a:gd name="connsiteY60" fmla="*/ 146962 h 543027"/>
                  <a:gd name="connsiteX61" fmla="*/ 283420 w 533080"/>
                  <a:gd name="connsiteY61" fmla="*/ 146962 h 543027"/>
                  <a:gd name="connsiteX62" fmla="*/ 283309 w 533080"/>
                  <a:gd name="connsiteY62" fmla="*/ 149867 h 543027"/>
                  <a:gd name="connsiteX63" fmla="*/ 285208 w 533080"/>
                  <a:gd name="connsiteY63" fmla="*/ 156794 h 543027"/>
                  <a:gd name="connsiteX64" fmla="*/ 286954 w 533080"/>
                  <a:gd name="connsiteY64" fmla="*/ 157112 h 543027"/>
                  <a:gd name="connsiteX65" fmla="*/ 289789 w 533080"/>
                  <a:gd name="connsiteY65" fmla="*/ 159277 h 543027"/>
                  <a:gd name="connsiteX66" fmla="*/ 290571 w 533080"/>
                  <a:gd name="connsiteY66" fmla="*/ 161207 h 543027"/>
                  <a:gd name="connsiteX67" fmla="*/ 294188 w 533080"/>
                  <a:gd name="connsiteY67" fmla="*/ 165701 h 543027"/>
                  <a:gd name="connsiteX68" fmla="*/ 296674 w 533080"/>
                  <a:gd name="connsiteY68" fmla="*/ 168561 h 543027"/>
                  <a:gd name="connsiteX69" fmla="*/ 297051 w 533080"/>
                  <a:gd name="connsiteY69" fmla="*/ 170760 h 543027"/>
                  <a:gd name="connsiteX70" fmla="*/ 297456 w 533080"/>
                  <a:gd name="connsiteY70" fmla="*/ 172974 h 543027"/>
                  <a:gd name="connsiteX71" fmla="*/ 297722 w 533080"/>
                  <a:gd name="connsiteY71" fmla="*/ 174671 h 543027"/>
                  <a:gd name="connsiteX72" fmla="*/ 302191 w 533080"/>
                  <a:gd name="connsiteY72" fmla="*/ 175565 h 543027"/>
                  <a:gd name="connsiteX73" fmla="*/ 302620 w 533080"/>
                  <a:gd name="connsiteY73" fmla="*/ 177230 h 543027"/>
                  <a:gd name="connsiteX74" fmla="*/ 307163 w 533080"/>
                  <a:gd name="connsiteY74" fmla="*/ 184950 h 543027"/>
                  <a:gd name="connsiteX75" fmla="*/ 309869 w 533080"/>
                  <a:gd name="connsiteY75" fmla="*/ 188166 h 543027"/>
                  <a:gd name="connsiteX76" fmla="*/ 310236 w 533080"/>
                  <a:gd name="connsiteY76" fmla="*/ 190369 h 543027"/>
                  <a:gd name="connsiteX77" fmla="*/ 311129 w 533080"/>
                  <a:gd name="connsiteY77" fmla="*/ 194335 h 543027"/>
                  <a:gd name="connsiteX78" fmla="*/ 315599 w 533080"/>
                  <a:gd name="connsiteY78" fmla="*/ 196123 h 543027"/>
                  <a:gd name="connsiteX79" fmla="*/ 317386 w 533080"/>
                  <a:gd name="connsiteY79" fmla="*/ 202380 h 543027"/>
                  <a:gd name="connsiteX80" fmla="*/ 319621 w 533080"/>
                  <a:gd name="connsiteY80" fmla="*/ 203106 h 543027"/>
                  <a:gd name="connsiteX81" fmla="*/ 321855 w 533080"/>
                  <a:gd name="connsiteY81" fmla="*/ 204168 h 543027"/>
                  <a:gd name="connsiteX82" fmla="*/ 322749 w 533080"/>
                  <a:gd name="connsiteY82" fmla="*/ 208637 h 543027"/>
                  <a:gd name="connsiteX83" fmla="*/ 323643 w 533080"/>
                  <a:gd name="connsiteY83" fmla="*/ 213106 h 543027"/>
                  <a:gd name="connsiteX84" fmla="*/ 328112 w 533080"/>
                  <a:gd name="connsiteY84" fmla="*/ 214894 h 543027"/>
                  <a:gd name="connsiteX85" fmla="*/ 329453 w 533080"/>
                  <a:gd name="connsiteY85" fmla="*/ 218469 h 543027"/>
                  <a:gd name="connsiteX86" fmla="*/ 333196 w 533080"/>
                  <a:gd name="connsiteY86" fmla="*/ 223385 h 543027"/>
                  <a:gd name="connsiteX87" fmla="*/ 335263 w 533080"/>
                  <a:gd name="connsiteY87" fmla="*/ 223832 h 543027"/>
                  <a:gd name="connsiteX88" fmla="*/ 335270 w 533080"/>
                  <a:gd name="connsiteY88" fmla="*/ 225498 h 543027"/>
                  <a:gd name="connsiteX89" fmla="*/ 336157 w 533080"/>
                  <a:gd name="connsiteY89" fmla="*/ 231877 h 543027"/>
                  <a:gd name="connsiteX90" fmla="*/ 341520 w 533080"/>
                  <a:gd name="connsiteY90" fmla="*/ 234558 h 543027"/>
                  <a:gd name="connsiteX91" fmla="*/ 342414 w 533080"/>
                  <a:gd name="connsiteY91" fmla="*/ 240815 h 543027"/>
                  <a:gd name="connsiteX92" fmla="*/ 347777 w 533080"/>
                  <a:gd name="connsiteY92" fmla="*/ 241709 h 543027"/>
                  <a:gd name="connsiteX93" fmla="*/ 349565 w 533080"/>
                  <a:gd name="connsiteY93" fmla="*/ 251541 h 543027"/>
                  <a:gd name="connsiteX94" fmla="*/ 354928 w 533080"/>
                  <a:gd name="connsiteY94" fmla="*/ 251541 h 543027"/>
                  <a:gd name="connsiteX95" fmla="*/ 355821 w 533080"/>
                  <a:gd name="connsiteY95" fmla="*/ 259586 h 543027"/>
                  <a:gd name="connsiteX96" fmla="*/ 361184 w 533080"/>
                  <a:gd name="connsiteY96" fmla="*/ 261374 h 543027"/>
                  <a:gd name="connsiteX97" fmla="*/ 361418 w 533080"/>
                  <a:gd name="connsiteY97" fmla="*/ 263203 h 543027"/>
                  <a:gd name="connsiteX98" fmla="*/ 365263 w 533080"/>
                  <a:gd name="connsiteY98" fmla="*/ 272379 h 543027"/>
                  <a:gd name="connsiteX99" fmla="*/ 367441 w 533080"/>
                  <a:gd name="connsiteY99" fmla="*/ 273887 h 543027"/>
                  <a:gd name="connsiteX100" fmla="*/ 368335 w 533080"/>
                  <a:gd name="connsiteY100" fmla="*/ 278357 h 543027"/>
                  <a:gd name="connsiteX101" fmla="*/ 370123 w 533080"/>
                  <a:gd name="connsiteY101" fmla="*/ 278357 h 543027"/>
                  <a:gd name="connsiteX102" fmla="*/ 368335 w 533080"/>
                  <a:gd name="connsiteY102" fmla="*/ 272994 h 543027"/>
                  <a:gd name="connsiteX103" fmla="*/ 368225 w 533080"/>
                  <a:gd name="connsiteY103" fmla="*/ 268654 h 543027"/>
                  <a:gd name="connsiteX104" fmla="*/ 368220 w 533080"/>
                  <a:gd name="connsiteY104" fmla="*/ 265790 h 543027"/>
                  <a:gd name="connsiteX105" fmla="*/ 368228 w 533080"/>
                  <a:gd name="connsiteY105" fmla="*/ 262604 h 543027"/>
                  <a:gd name="connsiteX106" fmla="*/ 368225 w 533080"/>
                  <a:gd name="connsiteY106" fmla="*/ 259250 h 543027"/>
                  <a:gd name="connsiteX107" fmla="*/ 368231 w 533080"/>
                  <a:gd name="connsiteY107" fmla="*/ 249993 h 543027"/>
                  <a:gd name="connsiteX108" fmla="*/ 368233 w 533080"/>
                  <a:gd name="connsiteY108" fmla="*/ 240025 h 543027"/>
                  <a:gd name="connsiteX109" fmla="*/ 368241 w 533080"/>
                  <a:gd name="connsiteY109" fmla="*/ 222742 h 543027"/>
                  <a:gd name="connsiteX110" fmla="*/ 368251 w 533080"/>
                  <a:gd name="connsiteY110" fmla="*/ 197752 h 543027"/>
                  <a:gd name="connsiteX111" fmla="*/ 368268 w 533080"/>
                  <a:gd name="connsiteY111" fmla="*/ 157213 h 543027"/>
                  <a:gd name="connsiteX112" fmla="*/ 368286 w 533080"/>
                  <a:gd name="connsiteY112" fmla="*/ 117823 h 543027"/>
                  <a:gd name="connsiteX113" fmla="*/ 368287 w 533080"/>
                  <a:gd name="connsiteY113" fmla="*/ 115372 h 543027"/>
                  <a:gd name="connsiteX114" fmla="*/ 368290 w 533080"/>
                  <a:gd name="connsiteY114" fmla="*/ 103201 h 543027"/>
                  <a:gd name="connsiteX115" fmla="*/ 368335 w 533080"/>
                  <a:gd name="connsiteY115" fmla="*/ 2160 h 543027"/>
                  <a:gd name="connsiteX116" fmla="*/ 381478 w 533080"/>
                  <a:gd name="connsiteY116" fmla="*/ 145 h 543027"/>
                  <a:gd name="connsiteX117" fmla="*/ 383494 w 533080"/>
                  <a:gd name="connsiteY117" fmla="*/ 136 h 543027"/>
                  <a:gd name="connsiteX118" fmla="*/ 390137 w 533080"/>
                  <a:gd name="connsiteY118" fmla="*/ 141 h 543027"/>
                  <a:gd name="connsiteX119" fmla="*/ 394917 w 533080"/>
                  <a:gd name="connsiteY119" fmla="*/ 131 h 543027"/>
                  <a:gd name="connsiteX120" fmla="*/ 407870 w 533080"/>
                  <a:gd name="connsiteY120" fmla="*/ 132 h 543027"/>
                  <a:gd name="connsiteX121" fmla="*/ 421439 w 533080"/>
                  <a:gd name="connsiteY121" fmla="*/ 129 h 543027"/>
                  <a:gd name="connsiteX122" fmla="*/ 444224 w 533080"/>
                  <a:gd name="connsiteY122" fmla="*/ 139 h 543027"/>
                  <a:gd name="connsiteX123" fmla="*/ 470550 w 533080"/>
                  <a:gd name="connsiteY123" fmla="*/ 136 h 543027"/>
                  <a:gd name="connsiteX124" fmla="*/ 493171 w 533080"/>
                  <a:gd name="connsiteY124" fmla="*/ 131 h 543027"/>
                  <a:gd name="connsiteX125" fmla="*/ 506673 w 533080"/>
                  <a:gd name="connsiteY125" fmla="*/ 128 h 543027"/>
                  <a:gd name="connsiteX126" fmla="*/ 519369 w 533080"/>
                  <a:gd name="connsiteY126" fmla="*/ 137 h 543027"/>
                  <a:gd name="connsiteX127" fmla="*/ 524022 w 533080"/>
                  <a:gd name="connsiteY127" fmla="*/ 135 h 543027"/>
                  <a:gd name="connsiteX128" fmla="*/ 530385 w 533080"/>
                  <a:gd name="connsiteY128" fmla="*/ 145 h 543027"/>
                  <a:gd name="connsiteX129" fmla="*/ 532235 w 533080"/>
                  <a:gd name="connsiteY129" fmla="*/ 133 h 543027"/>
                  <a:gd name="connsiteX130" fmla="*/ 543528 w 533080"/>
                  <a:gd name="connsiteY130" fmla="*/ 2160 h 543027"/>
                  <a:gd name="connsiteX131" fmla="*/ 543604 w 533080"/>
                  <a:gd name="connsiteY131" fmla="*/ 156240 h 543027"/>
                  <a:gd name="connsiteX132" fmla="*/ 543605 w 533080"/>
                  <a:gd name="connsiteY132" fmla="*/ 158542 h 543027"/>
                  <a:gd name="connsiteX133" fmla="*/ 543619 w 533080"/>
                  <a:gd name="connsiteY133" fmla="*/ 208059 h 543027"/>
                  <a:gd name="connsiteX134" fmla="*/ 543626 w 533080"/>
                  <a:gd name="connsiteY134" fmla="*/ 232341 h 543027"/>
                  <a:gd name="connsiteX135" fmla="*/ 543627 w 533080"/>
                  <a:gd name="connsiteY135" fmla="*/ 234782 h 543027"/>
                  <a:gd name="connsiteX136" fmla="*/ 543665 w 533080"/>
                  <a:gd name="connsiteY136" fmla="*/ 313170 h 543027"/>
                  <a:gd name="connsiteX137" fmla="*/ 543696 w 533080"/>
                  <a:gd name="connsiteY137" fmla="*/ 393693 h 543027"/>
                  <a:gd name="connsiteX138" fmla="*/ 543698 w 533080"/>
                  <a:gd name="connsiteY138" fmla="*/ 405054 h 543027"/>
                  <a:gd name="connsiteX139" fmla="*/ 543698 w 533080"/>
                  <a:gd name="connsiteY139" fmla="*/ 407312 h 543027"/>
                  <a:gd name="connsiteX140" fmla="*/ 543719 w 533080"/>
                  <a:gd name="connsiteY140" fmla="*/ 443376 h 543027"/>
                  <a:gd name="connsiteX141" fmla="*/ 543731 w 533080"/>
                  <a:gd name="connsiteY141" fmla="*/ 479590 h 543027"/>
                  <a:gd name="connsiteX142" fmla="*/ 543744 w 533080"/>
                  <a:gd name="connsiteY142" fmla="*/ 501132 h 543027"/>
                  <a:gd name="connsiteX143" fmla="*/ 543744 w 533080"/>
                  <a:gd name="connsiteY143" fmla="*/ 517178 h 543027"/>
                  <a:gd name="connsiteX144" fmla="*/ 543751 w 533080"/>
                  <a:gd name="connsiteY144" fmla="*/ 523700 h 543027"/>
                  <a:gd name="connsiteX145" fmla="*/ 543748 w 533080"/>
                  <a:gd name="connsiteY145" fmla="*/ 532509 h 543027"/>
                  <a:gd name="connsiteX146" fmla="*/ 543762 w 533080"/>
                  <a:gd name="connsiteY146" fmla="*/ 535115 h 543027"/>
                  <a:gd name="connsiteX147" fmla="*/ 543750 w 533080"/>
                  <a:gd name="connsiteY147" fmla="*/ 537468 h 543027"/>
                  <a:gd name="connsiteX148" fmla="*/ 543751 w 533080"/>
                  <a:gd name="connsiteY148" fmla="*/ 539505 h 543027"/>
                  <a:gd name="connsiteX149" fmla="*/ 541741 w 533080"/>
                  <a:gd name="connsiteY149" fmla="*/ 542934 h 543027"/>
                  <a:gd name="connsiteX150" fmla="*/ 534976 w 533080"/>
                  <a:gd name="connsiteY150" fmla="*/ 543149 h 543027"/>
                  <a:gd name="connsiteX151" fmla="*/ 532837 w 533080"/>
                  <a:gd name="connsiteY151" fmla="*/ 543153 h 543027"/>
                  <a:gd name="connsiteX152" fmla="*/ 525702 w 533080"/>
                  <a:gd name="connsiteY152" fmla="*/ 543137 h 543027"/>
                  <a:gd name="connsiteX153" fmla="*/ 520602 w 533080"/>
                  <a:gd name="connsiteY153" fmla="*/ 543137 h 543027"/>
                  <a:gd name="connsiteX154" fmla="*/ 506724 w 533080"/>
                  <a:gd name="connsiteY154" fmla="*/ 543115 h 543027"/>
                  <a:gd name="connsiteX155" fmla="*/ 492233 w 533080"/>
                  <a:gd name="connsiteY155" fmla="*/ 543101 h 543027"/>
                  <a:gd name="connsiteX156" fmla="*/ 464778 w 533080"/>
                  <a:gd name="connsiteY156" fmla="*/ 543062 h 543027"/>
                  <a:gd name="connsiteX157" fmla="*/ 433528 w 533080"/>
                  <a:gd name="connsiteY157" fmla="*/ 543024 h 543027"/>
                  <a:gd name="connsiteX158" fmla="*/ 369229 w 533080"/>
                  <a:gd name="connsiteY158" fmla="*/ 542934 h 543027"/>
                  <a:gd name="connsiteX159" fmla="*/ 368721 w 533080"/>
                  <a:gd name="connsiteY159" fmla="*/ 541223 h 543027"/>
                  <a:gd name="connsiteX160" fmla="*/ 368028 w 533080"/>
                  <a:gd name="connsiteY160" fmla="*/ 538999 h 543027"/>
                  <a:gd name="connsiteX161" fmla="*/ 367352 w 533080"/>
                  <a:gd name="connsiteY161" fmla="*/ 536785 h 543027"/>
                  <a:gd name="connsiteX162" fmla="*/ 362078 w 533080"/>
                  <a:gd name="connsiteY162" fmla="*/ 532208 h 543027"/>
                  <a:gd name="connsiteX163" fmla="*/ 360175 w 533080"/>
                  <a:gd name="connsiteY163" fmla="*/ 526614 h 543027"/>
                  <a:gd name="connsiteX164" fmla="*/ 359397 w 533080"/>
                  <a:gd name="connsiteY164" fmla="*/ 525057 h 543027"/>
                  <a:gd name="connsiteX165" fmla="*/ 355821 w 533080"/>
                  <a:gd name="connsiteY165" fmla="*/ 524163 h 543027"/>
                  <a:gd name="connsiteX166" fmla="*/ 354928 w 533080"/>
                  <a:gd name="connsiteY166" fmla="*/ 516118 h 543027"/>
                  <a:gd name="connsiteX167" fmla="*/ 349565 w 533080"/>
                  <a:gd name="connsiteY167" fmla="*/ 515225 h 543027"/>
                  <a:gd name="connsiteX168" fmla="*/ 347777 w 533080"/>
                  <a:gd name="connsiteY168" fmla="*/ 505392 h 543027"/>
                  <a:gd name="connsiteX169" fmla="*/ 342414 w 533080"/>
                  <a:gd name="connsiteY169" fmla="*/ 505392 h 543027"/>
                  <a:gd name="connsiteX170" fmla="*/ 342407 w 533080"/>
                  <a:gd name="connsiteY170" fmla="*/ 503727 h 543027"/>
                  <a:gd name="connsiteX171" fmla="*/ 341520 w 533080"/>
                  <a:gd name="connsiteY171" fmla="*/ 497348 h 543027"/>
                  <a:gd name="connsiteX172" fmla="*/ 336157 w 533080"/>
                  <a:gd name="connsiteY172" fmla="*/ 494666 h 543027"/>
                  <a:gd name="connsiteX173" fmla="*/ 334181 w 533080"/>
                  <a:gd name="connsiteY173" fmla="*/ 489073 h 543027"/>
                  <a:gd name="connsiteX174" fmla="*/ 333475 w 533080"/>
                  <a:gd name="connsiteY174" fmla="*/ 487516 h 543027"/>
                  <a:gd name="connsiteX175" fmla="*/ 329006 w 533080"/>
                  <a:gd name="connsiteY175" fmla="*/ 486622 h 543027"/>
                  <a:gd name="connsiteX176" fmla="*/ 329093 w 533080"/>
                  <a:gd name="connsiteY176" fmla="*/ 481210 h 543027"/>
                  <a:gd name="connsiteX177" fmla="*/ 328112 w 533080"/>
                  <a:gd name="connsiteY177" fmla="*/ 477683 h 543027"/>
                  <a:gd name="connsiteX178" fmla="*/ 323643 w 533080"/>
                  <a:gd name="connsiteY178" fmla="*/ 476789 h 543027"/>
                  <a:gd name="connsiteX179" fmla="*/ 323214 w 533080"/>
                  <a:gd name="connsiteY179" fmla="*/ 475093 h 543027"/>
                  <a:gd name="connsiteX180" fmla="*/ 320962 w 533080"/>
                  <a:gd name="connsiteY180" fmla="*/ 468745 h 543027"/>
                  <a:gd name="connsiteX181" fmla="*/ 316492 w 533080"/>
                  <a:gd name="connsiteY181" fmla="*/ 466957 h 543027"/>
                  <a:gd name="connsiteX182" fmla="*/ 315235 w 533080"/>
                  <a:gd name="connsiteY182" fmla="*/ 461427 h 543027"/>
                  <a:gd name="connsiteX183" fmla="*/ 314705 w 533080"/>
                  <a:gd name="connsiteY183" fmla="*/ 459806 h 543027"/>
                  <a:gd name="connsiteX184" fmla="*/ 312470 w 533080"/>
                  <a:gd name="connsiteY184" fmla="*/ 458913 h 543027"/>
                  <a:gd name="connsiteX185" fmla="*/ 310236 w 533080"/>
                  <a:gd name="connsiteY185" fmla="*/ 458019 h 543027"/>
                  <a:gd name="connsiteX186" fmla="*/ 308979 w 533080"/>
                  <a:gd name="connsiteY186" fmla="*/ 452485 h 543027"/>
                  <a:gd name="connsiteX187" fmla="*/ 308448 w 533080"/>
                  <a:gd name="connsiteY187" fmla="*/ 450868 h 543027"/>
                  <a:gd name="connsiteX188" fmla="*/ 306213 w 533080"/>
                  <a:gd name="connsiteY188" fmla="*/ 450030 h 543027"/>
                  <a:gd name="connsiteX189" fmla="*/ 303979 w 533080"/>
                  <a:gd name="connsiteY189" fmla="*/ 449080 h 543027"/>
                  <a:gd name="connsiteX190" fmla="*/ 303085 w 533080"/>
                  <a:gd name="connsiteY190" fmla="*/ 445058 h 543027"/>
                  <a:gd name="connsiteX191" fmla="*/ 302191 w 533080"/>
                  <a:gd name="connsiteY191" fmla="*/ 441036 h 543027"/>
                  <a:gd name="connsiteX192" fmla="*/ 297722 w 533080"/>
                  <a:gd name="connsiteY192" fmla="*/ 439248 h 543027"/>
                  <a:gd name="connsiteX193" fmla="*/ 295773 w 533080"/>
                  <a:gd name="connsiteY193" fmla="*/ 433078 h 543027"/>
                  <a:gd name="connsiteX194" fmla="*/ 292694 w 533080"/>
                  <a:gd name="connsiteY194" fmla="*/ 429863 h 543027"/>
                  <a:gd name="connsiteX195" fmla="*/ 290086 w 533080"/>
                  <a:gd name="connsiteY195" fmla="*/ 426584 h 543027"/>
                  <a:gd name="connsiteX196" fmla="*/ 289677 w 533080"/>
                  <a:gd name="connsiteY196" fmla="*/ 420477 h 543027"/>
                  <a:gd name="connsiteX197" fmla="*/ 284314 w 533080"/>
                  <a:gd name="connsiteY197" fmla="*/ 419584 h 543027"/>
                  <a:gd name="connsiteX198" fmla="*/ 283755 w 533080"/>
                  <a:gd name="connsiteY198" fmla="*/ 416176 h 543027"/>
                  <a:gd name="connsiteX199" fmla="*/ 282526 w 533080"/>
                  <a:gd name="connsiteY199" fmla="*/ 412433 h 543027"/>
                  <a:gd name="connsiteX200" fmla="*/ 279789 w 533080"/>
                  <a:gd name="connsiteY200" fmla="*/ 411148 h 543027"/>
                  <a:gd name="connsiteX201" fmla="*/ 277163 w 533080"/>
                  <a:gd name="connsiteY201" fmla="*/ 409751 h 543027"/>
                  <a:gd name="connsiteX202" fmla="*/ 276270 w 533080"/>
                  <a:gd name="connsiteY202" fmla="*/ 401707 h 543027"/>
                  <a:gd name="connsiteX203" fmla="*/ 274203 w 533080"/>
                  <a:gd name="connsiteY203" fmla="*/ 401204 h 543027"/>
                  <a:gd name="connsiteX204" fmla="*/ 269119 w 533080"/>
                  <a:gd name="connsiteY204" fmla="*/ 393662 h 543027"/>
                  <a:gd name="connsiteX205" fmla="*/ 266828 w 533080"/>
                  <a:gd name="connsiteY205" fmla="*/ 392880 h 543027"/>
                  <a:gd name="connsiteX206" fmla="*/ 264650 w 533080"/>
                  <a:gd name="connsiteY206" fmla="*/ 391874 h 543027"/>
                  <a:gd name="connsiteX207" fmla="*/ 263812 w 533080"/>
                  <a:gd name="connsiteY207" fmla="*/ 387852 h 543027"/>
                  <a:gd name="connsiteX208" fmla="*/ 262862 w 533080"/>
                  <a:gd name="connsiteY208" fmla="*/ 383830 h 543027"/>
                  <a:gd name="connsiteX209" fmla="*/ 257499 w 533080"/>
                  <a:gd name="connsiteY209" fmla="*/ 382042 h 543027"/>
                  <a:gd name="connsiteX210" fmla="*/ 257611 w 533080"/>
                  <a:gd name="connsiteY210" fmla="*/ 379026 h 543027"/>
                  <a:gd name="connsiteX211" fmla="*/ 255711 w 533080"/>
                  <a:gd name="connsiteY211" fmla="*/ 373998 h 543027"/>
                  <a:gd name="connsiteX212" fmla="*/ 253937 w 533080"/>
                  <a:gd name="connsiteY212" fmla="*/ 373694 h 543027"/>
                  <a:gd name="connsiteX213" fmla="*/ 251005 w 533080"/>
                  <a:gd name="connsiteY213" fmla="*/ 371257 h 543027"/>
                  <a:gd name="connsiteX214" fmla="*/ 250125 w 533080"/>
                  <a:gd name="connsiteY214" fmla="*/ 369026 h 543027"/>
                  <a:gd name="connsiteX215" fmla="*/ 249217 w 533080"/>
                  <a:gd name="connsiteY215" fmla="*/ 366788 h 543027"/>
                  <a:gd name="connsiteX216" fmla="*/ 248560 w 533080"/>
                  <a:gd name="connsiteY216" fmla="*/ 365059 h 543027"/>
                  <a:gd name="connsiteX217" fmla="*/ 244985 w 533080"/>
                  <a:gd name="connsiteY217" fmla="*/ 365059 h 543027"/>
                  <a:gd name="connsiteX218" fmla="*/ 244985 w 533080"/>
                  <a:gd name="connsiteY218" fmla="*/ 355227 h 543027"/>
                  <a:gd name="connsiteX219" fmla="*/ 242024 w 533080"/>
                  <a:gd name="connsiteY219" fmla="*/ 354836 h 543027"/>
                  <a:gd name="connsiteX220" fmla="*/ 238728 w 533080"/>
                  <a:gd name="connsiteY220" fmla="*/ 353439 h 543027"/>
                  <a:gd name="connsiteX221" fmla="*/ 236047 w 533080"/>
                  <a:gd name="connsiteY221" fmla="*/ 345395 h 543027"/>
                  <a:gd name="connsiteX222" fmla="*/ 231577 w 533080"/>
                  <a:gd name="connsiteY222" fmla="*/ 345395 h 543027"/>
                  <a:gd name="connsiteX223" fmla="*/ 231577 w 533080"/>
                  <a:gd name="connsiteY223" fmla="*/ 335562 h 543027"/>
                  <a:gd name="connsiteX224" fmla="*/ 229064 w 533080"/>
                  <a:gd name="connsiteY224" fmla="*/ 335004 h 543027"/>
                  <a:gd name="connsiteX225" fmla="*/ 223533 w 533080"/>
                  <a:gd name="connsiteY225" fmla="*/ 328412 h 543027"/>
                  <a:gd name="connsiteX226" fmla="*/ 221242 w 533080"/>
                  <a:gd name="connsiteY226" fmla="*/ 327239 h 543027"/>
                  <a:gd name="connsiteX227" fmla="*/ 218536 w 533080"/>
                  <a:gd name="connsiteY227" fmla="*/ 323845 h 543027"/>
                  <a:gd name="connsiteX228" fmla="*/ 217807 w 533080"/>
                  <a:gd name="connsiteY228" fmla="*/ 319470 h 543027"/>
                  <a:gd name="connsiteX229" fmla="*/ 217276 w 533080"/>
                  <a:gd name="connsiteY229" fmla="*/ 317686 h 543027"/>
                  <a:gd name="connsiteX230" fmla="*/ 215041 w 533080"/>
                  <a:gd name="connsiteY230" fmla="*/ 316792 h 543027"/>
                  <a:gd name="connsiteX231" fmla="*/ 212807 w 533080"/>
                  <a:gd name="connsiteY231" fmla="*/ 315898 h 543027"/>
                  <a:gd name="connsiteX232" fmla="*/ 211019 w 533080"/>
                  <a:gd name="connsiteY232" fmla="*/ 307853 h 543027"/>
                  <a:gd name="connsiteX233" fmla="*/ 206550 w 533080"/>
                  <a:gd name="connsiteY233" fmla="*/ 306960 h 543027"/>
                  <a:gd name="connsiteX234" fmla="*/ 206347 w 533080"/>
                  <a:gd name="connsiteY234" fmla="*/ 305263 h 543027"/>
                  <a:gd name="connsiteX235" fmla="*/ 204762 w 533080"/>
                  <a:gd name="connsiteY235" fmla="*/ 298915 h 543027"/>
                  <a:gd name="connsiteX236" fmla="*/ 199399 w 533080"/>
                  <a:gd name="connsiteY236" fmla="*/ 297127 h 543027"/>
                  <a:gd name="connsiteX237" fmla="*/ 199064 w 533080"/>
                  <a:gd name="connsiteY237" fmla="*/ 294111 h 543027"/>
                  <a:gd name="connsiteX238" fmla="*/ 196718 w 533080"/>
                  <a:gd name="connsiteY238" fmla="*/ 289083 h 543027"/>
                  <a:gd name="connsiteX239" fmla="*/ 193142 w 533080"/>
                  <a:gd name="connsiteY239" fmla="*/ 288189 h 543027"/>
                  <a:gd name="connsiteX240" fmla="*/ 192695 w 533080"/>
                  <a:gd name="connsiteY240" fmla="*/ 284278 h 543027"/>
                  <a:gd name="connsiteX241" fmla="*/ 192444 w 533080"/>
                  <a:gd name="connsiteY241" fmla="*/ 282079 h 543027"/>
                  <a:gd name="connsiteX242" fmla="*/ 192248 w 533080"/>
                  <a:gd name="connsiteY242" fmla="*/ 278357 h 543027"/>
                  <a:gd name="connsiteX243" fmla="*/ 186885 w 533080"/>
                  <a:gd name="connsiteY243" fmla="*/ 277463 h 543027"/>
                  <a:gd name="connsiteX244" fmla="*/ 186424 w 533080"/>
                  <a:gd name="connsiteY244" fmla="*/ 275892 h 543027"/>
                  <a:gd name="connsiteX245" fmla="*/ 185768 w 533080"/>
                  <a:gd name="connsiteY245" fmla="*/ 273776 h 543027"/>
                  <a:gd name="connsiteX246" fmla="*/ 185140 w 533080"/>
                  <a:gd name="connsiteY246" fmla="*/ 271702 h 543027"/>
                  <a:gd name="connsiteX247" fmla="*/ 180628 w 533080"/>
                  <a:gd name="connsiteY247" fmla="*/ 264055 h 543027"/>
                  <a:gd name="connsiteX248" fmla="*/ 179735 w 533080"/>
                  <a:gd name="connsiteY248" fmla="*/ 542934 h 543027"/>
                  <a:gd name="connsiteX249" fmla="*/ 95769 w 533080"/>
                  <a:gd name="connsiteY249" fmla="*/ 542990 h 543027"/>
                  <a:gd name="connsiteX250" fmla="*/ 69209 w 533080"/>
                  <a:gd name="connsiteY250" fmla="*/ 543014 h 543027"/>
                  <a:gd name="connsiteX251" fmla="*/ 53563 w 533080"/>
                  <a:gd name="connsiteY251" fmla="*/ 543019 h 543027"/>
                  <a:gd name="connsiteX252" fmla="*/ 43069 w 533080"/>
                  <a:gd name="connsiteY252" fmla="*/ 543028 h 543027"/>
                  <a:gd name="connsiteX253" fmla="*/ 29710 w 533080"/>
                  <a:gd name="connsiteY253" fmla="*/ 543035 h 543027"/>
                  <a:gd name="connsiteX254" fmla="*/ 24791 w 533080"/>
                  <a:gd name="connsiteY254" fmla="*/ 543040 h 543027"/>
                  <a:gd name="connsiteX255" fmla="*/ 18179 w 533080"/>
                  <a:gd name="connsiteY255" fmla="*/ 543041 h 543027"/>
                  <a:gd name="connsiteX256" fmla="*/ 16207 w 533080"/>
                  <a:gd name="connsiteY256" fmla="*/ 543049 h 543027"/>
                  <a:gd name="connsiteX257" fmla="*/ 10799 w 533080"/>
                  <a:gd name="connsiteY257" fmla="*/ 542040 h 543027"/>
                  <a:gd name="connsiteX258" fmla="*/ 10688 w 533080"/>
                  <a:gd name="connsiteY258" fmla="*/ 538461 h 543027"/>
                  <a:gd name="connsiteX259" fmla="*/ 10681 w 533080"/>
                  <a:gd name="connsiteY259" fmla="*/ 536106 h 543027"/>
                  <a:gd name="connsiteX260" fmla="*/ 10689 w 533080"/>
                  <a:gd name="connsiteY260" fmla="*/ 533484 h 543027"/>
                  <a:gd name="connsiteX261" fmla="*/ 10685 w 533080"/>
                  <a:gd name="connsiteY261" fmla="*/ 530715 h 543027"/>
                  <a:gd name="connsiteX262" fmla="*/ 10691 w 533080"/>
                  <a:gd name="connsiteY262" fmla="*/ 521402 h 543027"/>
                  <a:gd name="connsiteX263" fmla="*/ 10689 w 533080"/>
                  <a:gd name="connsiteY263" fmla="*/ 514708 h 543027"/>
                  <a:gd name="connsiteX264" fmla="*/ 10692 w 533080"/>
                  <a:gd name="connsiteY264" fmla="*/ 500091 h 543027"/>
                  <a:gd name="connsiteX265" fmla="*/ 10697 w 533080"/>
                  <a:gd name="connsiteY265" fmla="*/ 478354 h 543027"/>
                  <a:gd name="connsiteX266" fmla="*/ 10704 w 533080"/>
                  <a:gd name="connsiteY266" fmla="*/ 441796 h 543027"/>
                  <a:gd name="connsiteX267" fmla="*/ 10714 w 533080"/>
                  <a:gd name="connsiteY267" fmla="*/ 405582 h 543027"/>
                  <a:gd name="connsiteX268" fmla="*/ 10714 w 533080"/>
                  <a:gd name="connsiteY268" fmla="*/ 403310 h 543027"/>
                  <a:gd name="connsiteX269" fmla="*/ 10715 w 533080"/>
                  <a:gd name="connsiteY269" fmla="*/ 391890 h 543027"/>
                  <a:gd name="connsiteX270" fmla="*/ 10731 w 533080"/>
                  <a:gd name="connsiteY270" fmla="*/ 310929 h 543027"/>
                  <a:gd name="connsiteX271" fmla="*/ 10749 w 533080"/>
                  <a:gd name="connsiteY271" fmla="*/ 232260 h 543027"/>
                  <a:gd name="connsiteX272" fmla="*/ 10750 w 533080"/>
                  <a:gd name="connsiteY272" fmla="*/ 229812 h 543027"/>
                  <a:gd name="connsiteX273" fmla="*/ 10753 w 533080"/>
                  <a:gd name="connsiteY273" fmla="*/ 205475 h 543027"/>
                  <a:gd name="connsiteX274" fmla="*/ 10761 w 533080"/>
                  <a:gd name="connsiteY274" fmla="*/ 155895 h 543027"/>
                  <a:gd name="connsiteX275" fmla="*/ 10761 w 533080"/>
                  <a:gd name="connsiteY275" fmla="*/ 153592 h 543027"/>
                  <a:gd name="connsiteX276" fmla="*/ 10799 w 533080"/>
                  <a:gd name="connsiteY276" fmla="*/ 1266 h 543027"/>
                  <a:gd name="connsiteX277" fmla="*/ 21024 w 533080"/>
                  <a:gd name="connsiteY277" fmla="*/ 258 h 543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33080" h="543027">
                    <a:moveTo>
                      <a:pt x="21024" y="258"/>
                    </a:moveTo>
                    <a:cubicBezTo>
                      <a:pt x="22032" y="256"/>
                      <a:pt x="22032" y="256"/>
                      <a:pt x="23060" y="254"/>
                    </a:cubicBezTo>
                    <a:cubicBezTo>
                      <a:pt x="25314" y="251"/>
                      <a:pt x="27567" y="253"/>
                      <a:pt x="29821" y="256"/>
                    </a:cubicBezTo>
                    <a:cubicBezTo>
                      <a:pt x="31436" y="255"/>
                      <a:pt x="33051" y="253"/>
                      <a:pt x="34666" y="251"/>
                    </a:cubicBezTo>
                    <a:cubicBezTo>
                      <a:pt x="39054" y="247"/>
                      <a:pt x="43441" y="249"/>
                      <a:pt x="47829" y="252"/>
                    </a:cubicBezTo>
                    <a:cubicBezTo>
                      <a:pt x="52418" y="254"/>
                      <a:pt x="57007" y="252"/>
                      <a:pt x="61596" y="251"/>
                    </a:cubicBezTo>
                    <a:cubicBezTo>
                      <a:pt x="69302" y="249"/>
                      <a:pt x="77009" y="251"/>
                      <a:pt x="84715" y="255"/>
                    </a:cubicBezTo>
                    <a:cubicBezTo>
                      <a:pt x="93629" y="260"/>
                      <a:pt x="102543" y="259"/>
                      <a:pt x="111456" y="254"/>
                    </a:cubicBezTo>
                    <a:cubicBezTo>
                      <a:pt x="119105" y="250"/>
                      <a:pt x="126754" y="249"/>
                      <a:pt x="134403" y="251"/>
                    </a:cubicBezTo>
                    <a:cubicBezTo>
                      <a:pt x="138973" y="253"/>
                      <a:pt x="143543" y="253"/>
                      <a:pt x="148113" y="250"/>
                    </a:cubicBezTo>
                    <a:cubicBezTo>
                      <a:pt x="152410" y="247"/>
                      <a:pt x="156706" y="249"/>
                      <a:pt x="161002" y="254"/>
                    </a:cubicBezTo>
                    <a:cubicBezTo>
                      <a:pt x="162581" y="256"/>
                      <a:pt x="164159" y="255"/>
                      <a:pt x="165737" y="253"/>
                    </a:cubicBezTo>
                    <a:cubicBezTo>
                      <a:pt x="167888" y="251"/>
                      <a:pt x="170040" y="254"/>
                      <a:pt x="172191" y="258"/>
                    </a:cubicBezTo>
                    <a:cubicBezTo>
                      <a:pt x="172818" y="256"/>
                      <a:pt x="173445" y="254"/>
                      <a:pt x="174091" y="252"/>
                    </a:cubicBezTo>
                    <a:cubicBezTo>
                      <a:pt x="176998" y="264"/>
                      <a:pt x="179636" y="375"/>
                      <a:pt x="182416" y="1266"/>
                    </a:cubicBezTo>
                    <a:cubicBezTo>
                      <a:pt x="182416" y="2446"/>
                      <a:pt x="182416" y="3625"/>
                      <a:pt x="182416" y="4841"/>
                    </a:cubicBezTo>
                    <a:cubicBezTo>
                      <a:pt x="183596" y="4841"/>
                      <a:pt x="184776" y="4841"/>
                      <a:pt x="185992" y="4841"/>
                    </a:cubicBezTo>
                    <a:cubicBezTo>
                      <a:pt x="185933" y="6616"/>
                      <a:pt x="185875" y="8391"/>
                      <a:pt x="185817" y="10166"/>
                    </a:cubicBezTo>
                    <a:cubicBezTo>
                      <a:pt x="185873" y="12272"/>
                      <a:pt x="185873" y="12272"/>
                      <a:pt x="187779" y="14673"/>
                    </a:cubicBezTo>
                    <a:cubicBezTo>
                      <a:pt x="188664" y="14869"/>
                      <a:pt x="188664" y="14869"/>
                      <a:pt x="189567" y="15068"/>
                    </a:cubicBezTo>
                    <a:cubicBezTo>
                      <a:pt x="191355" y="15567"/>
                      <a:pt x="191355" y="15567"/>
                      <a:pt x="192360" y="17156"/>
                    </a:cubicBezTo>
                    <a:cubicBezTo>
                      <a:pt x="192747" y="18112"/>
                      <a:pt x="192747" y="18112"/>
                      <a:pt x="193142" y="19087"/>
                    </a:cubicBezTo>
                    <a:cubicBezTo>
                      <a:pt x="194260" y="21971"/>
                      <a:pt x="194260" y="21971"/>
                      <a:pt x="196777" y="23587"/>
                    </a:cubicBezTo>
                    <a:cubicBezTo>
                      <a:pt x="198505" y="24506"/>
                      <a:pt x="198505" y="24506"/>
                      <a:pt x="199088" y="26377"/>
                    </a:cubicBezTo>
                    <a:cubicBezTo>
                      <a:pt x="199172" y="27087"/>
                      <a:pt x="199257" y="27797"/>
                      <a:pt x="199343" y="28528"/>
                    </a:cubicBezTo>
                    <a:cubicBezTo>
                      <a:pt x="199680" y="30687"/>
                      <a:pt x="199680" y="30687"/>
                      <a:pt x="200293" y="32550"/>
                    </a:cubicBezTo>
                    <a:cubicBezTo>
                      <a:pt x="201764" y="33191"/>
                      <a:pt x="203255" y="33787"/>
                      <a:pt x="204762" y="34338"/>
                    </a:cubicBezTo>
                    <a:cubicBezTo>
                      <a:pt x="205584" y="36124"/>
                      <a:pt x="206126" y="37933"/>
                      <a:pt x="206710" y="39809"/>
                    </a:cubicBezTo>
                    <a:cubicBezTo>
                      <a:pt x="207359" y="41750"/>
                      <a:pt x="207359" y="41750"/>
                      <a:pt x="209790" y="42829"/>
                    </a:cubicBezTo>
                    <a:cubicBezTo>
                      <a:pt x="211913" y="44170"/>
                      <a:pt x="211913" y="44170"/>
                      <a:pt x="212398" y="45912"/>
                    </a:cubicBezTo>
                    <a:cubicBezTo>
                      <a:pt x="212614" y="47707"/>
                      <a:pt x="212718" y="49515"/>
                      <a:pt x="212807" y="51321"/>
                    </a:cubicBezTo>
                    <a:cubicBezTo>
                      <a:pt x="213655" y="51468"/>
                      <a:pt x="214503" y="51616"/>
                      <a:pt x="215377" y="51768"/>
                    </a:cubicBezTo>
                    <a:cubicBezTo>
                      <a:pt x="218170" y="53109"/>
                      <a:pt x="218170" y="53109"/>
                      <a:pt x="218767" y="54757"/>
                    </a:cubicBezTo>
                    <a:cubicBezTo>
                      <a:pt x="219004" y="56052"/>
                      <a:pt x="219234" y="57348"/>
                      <a:pt x="219458" y="58646"/>
                    </a:cubicBezTo>
                    <a:cubicBezTo>
                      <a:pt x="219623" y="59178"/>
                      <a:pt x="219788" y="59711"/>
                      <a:pt x="219957" y="60259"/>
                    </a:cubicBezTo>
                    <a:cubicBezTo>
                      <a:pt x="220695" y="60517"/>
                      <a:pt x="221432" y="60775"/>
                      <a:pt x="222192" y="61041"/>
                    </a:cubicBezTo>
                    <a:cubicBezTo>
                      <a:pt x="222930" y="61373"/>
                      <a:pt x="223667" y="61705"/>
                      <a:pt x="224427" y="62047"/>
                    </a:cubicBezTo>
                    <a:cubicBezTo>
                      <a:pt x="224957" y="64065"/>
                      <a:pt x="224957" y="64065"/>
                      <a:pt x="225321" y="66516"/>
                    </a:cubicBezTo>
                    <a:cubicBezTo>
                      <a:pt x="225634" y="68911"/>
                      <a:pt x="225634" y="68911"/>
                      <a:pt x="226214" y="70985"/>
                    </a:cubicBezTo>
                    <a:cubicBezTo>
                      <a:pt x="228381" y="72031"/>
                      <a:pt x="228381" y="72031"/>
                      <a:pt x="230684" y="72773"/>
                    </a:cubicBezTo>
                    <a:cubicBezTo>
                      <a:pt x="231413" y="74386"/>
                      <a:pt x="231413" y="74386"/>
                      <a:pt x="232024" y="76348"/>
                    </a:cubicBezTo>
                    <a:cubicBezTo>
                      <a:pt x="232958" y="79479"/>
                      <a:pt x="232958" y="79479"/>
                      <a:pt x="235767" y="81265"/>
                    </a:cubicBezTo>
                    <a:cubicBezTo>
                      <a:pt x="236449" y="81412"/>
                      <a:pt x="237132" y="81560"/>
                      <a:pt x="237834" y="81711"/>
                    </a:cubicBezTo>
                    <a:cubicBezTo>
                      <a:pt x="237837" y="82261"/>
                      <a:pt x="237839" y="82811"/>
                      <a:pt x="237841" y="83377"/>
                    </a:cubicBezTo>
                    <a:cubicBezTo>
                      <a:pt x="237948" y="85617"/>
                      <a:pt x="238116" y="87596"/>
                      <a:pt x="238728" y="89756"/>
                    </a:cubicBezTo>
                    <a:cubicBezTo>
                      <a:pt x="241365" y="91298"/>
                      <a:pt x="241365" y="91298"/>
                      <a:pt x="244091" y="92438"/>
                    </a:cubicBezTo>
                    <a:cubicBezTo>
                      <a:pt x="244873" y="95287"/>
                      <a:pt x="244873" y="95287"/>
                      <a:pt x="244985" y="97801"/>
                    </a:cubicBezTo>
                    <a:cubicBezTo>
                      <a:pt x="245815" y="97893"/>
                      <a:pt x="246644" y="97985"/>
                      <a:pt x="247499" y="98080"/>
                    </a:cubicBezTo>
                    <a:cubicBezTo>
                      <a:pt x="250348" y="99588"/>
                      <a:pt x="250348" y="99588"/>
                      <a:pt x="251301" y="101896"/>
                    </a:cubicBezTo>
                    <a:cubicBezTo>
                      <a:pt x="251965" y="104394"/>
                      <a:pt x="252546" y="106882"/>
                      <a:pt x="253030" y="109421"/>
                    </a:cubicBezTo>
                    <a:cubicBezTo>
                      <a:pt x="254504" y="109421"/>
                      <a:pt x="255979" y="109421"/>
                      <a:pt x="257499" y="109421"/>
                    </a:cubicBezTo>
                    <a:cubicBezTo>
                      <a:pt x="257444" y="110398"/>
                      <a:pt x="257388" y="111375"/>
                      <a:pt x="257331" y="112381"/>
                    </a:cubicBezTo>
                    <a:cubicBezTo>
                      <a:pt x="257201" y="115567"/>
                      <a:pt x="257201" y="115567"/>
                      <a:pt x="258672" y="117353"/>
                    </a:cubicBezTo>
                    <a:cubicBezTo>
                      <a:pt x="260286" y="118525"/>
                      <a:pt x="260286" y="118525"/>
                      <a:pt x="262862" y="119253"/>
                    </a:cubicBezTo>
                    <a:cubicBezTo>
                      <a:pt x="263906" y="121100"/>
                      <a:pt x="263906" y="121100"/>
                      <a:pt x="264817" y="123331"/>
                    </a:cubicBezTo>
                    <a:cubicBezTo>
                      <a:pt x="265125" y="124070"/>
                      <a:pt x="265432" y="124808"/>
                      <a:pt x="265749" y="125569"/>
                    </a:cubicBezTo>
                    <a:cubicBezTo>
                      <a:pt x="265976" y="126139"/>
                      <a:pt x="266203" y="126710"/>
                      <a:pt x="266437" y="127297"/>
                    </a:cubicBezTo>
                    <a:cubicBezTo>
                      <a:pt x="267617" y="127297"/>
                      <a:pt x="268797" y="127297"/>
                      <a:pt x="270013" y="127297"/>
                    </a:cubicBezTo>
                    <a:cubicBezTo>
                      <a:pt x="271047" y="130402"/>
                      <a:pt x="270968" y="132983"/>
                      <a:pt x="270906" y="136236"/>
                    </a:cubicBezTo>
                    <a:cubicBezTo>
                      <a:pt x="271718" y="136512"/>
                      <a:pt x="272529" y="136789"/>
                      <a:pt x="273365" y="137074"/>
                    </a:cubicBezTo>
                    <a:cubicBezTo>
                      <a:pt x="277343" y="139598"/>
                      <a:pt x="278304" y="142638"/>
                      <a:pt x="279845" y="146962"/>
                    </a:cubicBezTo>
                    <a:cubicBezTo>
                      <a:pt x="281025" y="146962"/>
                      <a:pt x="282205" y="146962"/>
                      <a:pt x="283420" y="146962"/>
                    </a:cubicBezTo>
                    <a:cubicBezTo>
                      <a:pt x="283365" y="148400"/>
                      <a:pt x="283365" y="148400"/>
                      <a:pt x="283309" y="149867"/>
                    </a:cubicBezTo>
                    <a:cubicBezTo>
                      <a:pt x="283398" y="153663"/>
                      <a:pt x="283398" y="153663"/>
                      <a:pt x="285208" y="156794"/>
                    </a:cubicBezTo>
                    <a:cubicBezTo>
                      <a:pt x="285784" y="156899"/>
                      <a:pt x="286360" y="157004"/>
                      <a:pt x="286954" y="157112"/>
                    </a:cubicBezTo>
                    <a:cubicBezTo>
                      <a:pt x="288783" y="157688"/>
                      <a:pt x="288783" y="157688"/>
                      <a:pt x="289789" y="159277"/>
                    </a:cubicBezTo>
                    <a:cubicBezTo>
                      <a:pt x="290176" y="160232"/>
                      <a:pt x="290176" y="160232"/>
                      <a:pt x="290571" y="161207"/>
                    </a:cubicBezTo>
                    <a:cubicBezTo>
                      <a:pt x="291684" y="164084"/>
                      <a:pt x="291684" y="164084"/>
                      <a:pt x="294188" y="165701"/>
                    </a:cubicBezTo>
                    <a:cubicBezTo>
                      <a:pt x="295934" y="166626"/>
                      <a:pt x="295934" y="166626"/>
                      <a:pt x="296674" y="168561"/>
                    </a:cubicBezTo>
                    <a:cubicBezTo>
                      <a:pt x="296861" y="169650"/>
                      <a:pt x="296861" y="169650"/>
                      <a:pt x="297051" y="170760"/>
                    </a:cubicBezTo>
                    <a:cubicBezTo>
                      <a:pt x="297252" y="171856"/>
                      <a:pt x="297252" y="171856"/>
                      <a:pt x="297456" y="172974"/>
                    </a:cubicBezTo>
                    <a:cubicBezTo>
                      <a:pt x="297544" y="173534"/>
                      <a:pt x="297631" y="174094"/>
                      <a:pt x="297722" y="174671"/>
                    </a:cubicBezTo>
                    <a:cubicBezTo>
                      <a:pt x="299197" y="174966"/>
                      <a:pt x="300671" y="175261"/>
                      <a:pt x="302191" y="175565"/>
                    </a:cubicBezTo>
                    <a:cubicBezTo>
                      <a:pt x="302333" y="176114"/>
                      <a:pt x="302474" y="176664"/>
                      <a:pt x="302620" y="177230"/>
                    </a:cubicBezTo>
                    <a:cubicBezTo>
                      <a:pt x="303774" y="181890"/>
                      <a:pt x="303774" y="181890"/>
                      <a:pt x="307163" y="184950"/>
                    </a:cubicBezTo>
                    <a:cubicBezTo>
                      <a:pt x="309342" y="186291"/>
                      <a:pt x="309342" y="186291"/>
                      <a:pt x="309869" y="188166"/>
                    </a:cubicBezTo>
                    <a:cubicBezTo>
                      <a:pt x="309990" y="188893"/>
                      <a:pt x="310111" y="189620"/>
                      <a:pt x="310236" y="190369"/>
                    </a:cubicBezTo>
                    <a:cubicBezTo>
                      <a:pt x="310545" y="192499"/>
                      <a:pt x="310545" y="192499"/>
                      <a:pt x="311129" y="194335"/>
                    </a:cubicBezTo>
                    <a:cubicBezTo>
                      <a:pt x="313338" y="195368"/>
                      <a:pt x="313338" y="195368"/>
                      <a:pt x="315599" y="196123"/>
                    </a:cubicBezTo>
                    <a:cubicBezTo>
                      <a:pt x="316194" y="198209"/>
                      <a:pt x="316790" y="200294"/>
                      <a:pt x="317386" y="202380"/>
                    </a:cubicBezTo>
                    <a:cubicBezTo>
                      <a:pt x="318492" y="202740"/>
                      <a:pt x="318492" y="202740"/>
                      <a:pt x="319621" y="203106"/>
                    </a:cubicBezTo>
                    <a:cubicBezTo>
                      <a:pt x="320727" y="203632"/>
                      <a:pt x="320727" y="203632"/>
                      <a:pt x="321855" y="204168"/>
                    </a:cubicBezTo>
                    <a:cubicBezTo>
                      <a:pt x="322386" y="206189"/>
                      <a:pt x="322386" y="206189"/>
                      <a:pt x="322749" y="208637"/>
                    </a:cubicBezTo>
                    <a:cubicBezTo>
                      <a:pt x="323063" y="211032"/>
                      <a:pt x="323063" y="211032"/>
                      <a:pt x="323643" y="213106"/>
                    </a:cubicBezTo>
                    <a:cubicBezTo>
                      <a:pt x="325810" y="214152"/>
                      <a:pt x="325810" y="214152"/>
                      <a:pt x="328112" y="214894"/>
                    </a:cubicBezTo>
                    <a:cubicBezTo>
                      <a:pt x="328842" y="216507"/>
                      <a:pt x="328842" y="216507"/>
                      <a:pt x="329453" y="218469"/>
                    </a:cubicBezTo>
                    <a:cubicBezTo>
                      <a:pt x="330387" y="221600"/>
                      <a:pt x="330387" y="221600"/>
                      <a:pt x="333196" y="223385"/>
                    </a:cubicBezTo>
                    <a:cubicBezTo>
                      <a:pt x="333878" y="223533"/>
                      <a:pt x="334560" y="223680"/>
                      <a:pt x="335263" y="223832"/>
                    </a:cubicBezTo>
                    <a:cubicBezTo>
                      <a:pt x="335265" y="224382"/>
                      <a:pt x="335268" y="224931"/>
                      <a:pt x="335270" y="225498"/>
                    </a:cubicBezTo>
                    <a:cubicBezTo>
                      <a:pt x="335377" y="227737"/>
                      <a:pt x="335544" y="229717"/>
                      <a:pt x="336157" y="231877"/>
                    </a:cubicBezTo>
                    <a:cubicBezTo>
                      <a:pt x="337914" y="232829"/>
                      <a:pt x="339703" y="233726"/>
                      <a:pt x="341520" y="234558"/>
                    </a:cubicBezTo>
                    <a:cubicBezTo>
                      <a:pt x="342302" y="237854"/>
                      <a:pt x="342302" y="237854"/>
                      <a:pt x="342414" y="240815"/>
                    </a:cubicBezTo>
                    <a:cubicBezTo>
                      <a:pt x="344184" y="241110"/>
                      <a:pt x="345953" y="241405"/>
                      <a:pt x="347777" y="241709"/>
                    </a:cubicBezTo>
                    <a:cubicBezTo>
                      <a:pt x="348367" y="244954"/>
                      <a:pt x="348957" y="248198"/>
                      <a:pt x="349565" y="251541"/>
                    </a:cubicBezTo>
                    <a:cubicBezTo>
                      <a:pt x="351334" y="251541"/>
                      <a:pt x="353104" y="251541"/>
                      <a:pt x="354928" y="251541"/>
                    </a:cubicBezTo>
                    <a:cubicBezTo>
                      <a:pt x="355223" y="254196"/>
                      <a:pt x="355518" y="256851"/>
                      <a:pt x="355821" y="259586"/>
                    </a:cubicBezTo>
                    <a:cubicBezTo>
                      <a:pt x="357591" y="260176"/>
                      <a:pt x="359361" y="260766"/>
                      <a:pt x="361184" y="261374"/>
                    </a:cubicBezTo>
                    <a:cubicBezTo>
                      <a:pt x="361262" y="261977"/>
                      <a:pt x="361339" y="262581"/>
                      <a:pt x="361418" y="263203"/>
                    </a:cubicBezTo>
                    <a:cubicBezTo>
                      <a:pt x="362118" y="268396"/>
                      <a:pt x="362118" y="268396"/>
                      <a:pt x="365263" y="272379"/>
                    </a:cubicBezTo>
                    <a:cubicBezTo>
                      <a:pt x="365982" y="272877"/>
                      <a:pt x="366701" y="273375"/>
                      <a:pt x="367441" y="273887"/>
                    </a:cubicBezTo>
                    <a:cubicBezTo>
                      <a:pt x="368168" y="276345"/>
                      <a:pt x="368168" y="276345"/>
                      <a:pt x="368335" y="278357"/>
                    </a:cubicBezTo>
                    <a:cubicBezTo>
                      <a:pt x="368925" y="278357"/>
                      <a:pt x="369515" y="278357"/>
                      <a:pt x="370123" y="278357"/>
                    </a:cubicBezTo>
                    <a:cubicBezTo>
                      <a:pt x="369784" y="275415"/>
                      <a:pt x="369784" y="275415"/>
                      <a:pt x="368335" y="272994"/>
                    </a:cubicBezTo>
                    <a:cubicBezTo>
                      <a:pt x="368248" y="271549"/>
                      <a:pt x="368225" y="270101"/>
                      <a:pt x="368225" y="268654"/>
                    </a:cubicBezTo>
                    <a:cubicBezTo>
                      <a:pt x="368223" y="267709"/>
                      <a:pt x="368222" y="266763"/>
                      <a:pt x="368220" y="265790"/>
                    </a:cubicBezTo>
                    <a:cubicBezTo>
                      <a:pt x="368222" y="264738"/>
                      <a:pt x="368225" y="263687"/>
                      <a:pt x="368228" y="262604"/>
                    </a:cubicBezTo>
                    <a:cubicBezTo>
                      <a:pt x="368227" y="260944"/>
                      <a:pt x="368227" y="260944"/>
                      <a:pt x="368225" y="259250"/>
                    </a:cubicBezTo>
                    <a:cubicBezTo>
                      <a:pt x="368224" y="256164"/>
                      <a:pt x="368227" y="253079"/>
                      <a:pt x="368231" y="249993"/>
                    </a:cubicBezTo>
                    <a:cubicBezTo>
                      <a:pt x="368235" y="246670"/>
                      <a:pt x="368234" y="243348"/>
                      <a:pt x="368233" y="240025"/>
                    </a:cubicBezTo>
                    <a:cubicBezTo>
                      <a:pt x="368233" y="234264"/>
                      <a:pt x="368236" y="228503"/>
                      <a:pt x="368241" y="222742"/>
                    </a:cubicBezTo>
                    <a:cubicBezTo>
                      <a:pt x="368248" y="214412"/>
                      <a:pt x="368250" y="206082"/>
                      <a:pt x="368251" y="197752"/>
                    </a:cubicBezTo>
                    <a:cubicBezTo>
                      <a:pt x="368253" y="184239"/>
                      <a:pt x="368259" y="170726"/>
                      <a:pt x="368268" y="157213"/>
                    </a:cubicBezTo>
                    <a:cubicBezTo>
                      <a:pt x="368276" y="144083"/>
                      <a:pt x="368282" y="130953"/>
                      <a:pt x="368286" y="117823"/>
                    </a:cubicBezTo>
                    <a:cubicBezTo>
                      <a:pt x="368286" y="116610"/>
                      <a:pt x="368286" y="116610"/>
                      <a:pt x="368287" y="115372"/>
                    </a:cubicBezTo>
                    <a:cubicBezTo>
                      <a:pt x="368288" y="111315"/>
                      <a:pt x="368289" y="107258"/>
                      <a:pt x="368290" y="103201"/>
                    </a:cubicBezTo>
                    <a:cubicBezTo>
                      <a:pt x="368300" y="69521"/>
                      <a:pt x="368315" y="35840"/>
                      <a:pt x="368335" y="2160"/>
                    </a:cubicBezTo>
                    <a:cubicBezTo>
                      <a:pt x="372798" y="704"/>
                      <a:pt x="376772" y="114"/>
                      <a:pt x="381478" y="145"/>
                    </a:cubicBezTo>
                    <a:cubicBezTo>
                      <a:pt x="382144" y="142"/>
                      <a:pt x="382809" y="139"/>
                      <a:pt x="383494" y="136"/>
                    </a:cubicBezTo>
                    <a:cubicBezTo>
                      <a:pt x="385708" y="129"/>
                      <a:pt x="387922" y="135"/>
                      <a:pt x="390137" y="141"/>
                    </a:cubicBezTo>
                    <a:cubicBezTo>
                      <a:pt x="391730" y="138"/>
                      <a:pt x="393324" y="135"/>
                      <a:pt x="394917" y="131"/>
                    </a:cubicBezTo>
                    <a:cubicBezTo>
                      <a:pt x="399235" y="123"/>
                      <a:pt x="403552" y="126"/>
                      <a:pt x="407870" y="132"/>
                    </a:cubicBezTo>
                    <a:cubicBezTo>
                      <a:pt x="412393" y="136"/>
                      <a:pt x="416916" y="132"/>
                      <a:pt x="421439" y="129"/>
                    </a:cubicBezTo>
                    <a:cubicBezTo>
                      <a:pt x="429034" y="126"/>
                      <a:pt x="436629" y="130"/>
                      <a:pt x="444224" y="139"/>
                    </a:cubicBezTo>
                    <a:cubicBezTo>
                      <a:pt x="453000" y="149"/>
                      <a:pt x="461775" y="145"/>
                      <a:pt x="470550" y="136"/>
                    </a:cubicBezTo>
                    <a:cubicBezTo>
                      <a:pt x="478090" y="127"/>
                      <a:pt x="485631" y="126"/>
                      <a:pt x="493171" y="131"/>
                    </a:cubicBezTo>
                    <a:cubicBezTo>
                      <a:pt x="497672" y="134"/>
                      <a:pt x="502173" y="134"/>
                      <a:pt x="506673" y="128"/>
                    </a:cubicBezTo>
                    <a:cubicBezTo>
                      <a:pt x="510905" y="123"/>
                      <a:pt x="515137" y="127"/>
                      <a:pt x="519369" y="137"/>
                    </a:cubicBezTo>
                    <a:cubicBezTo>
                      <a:pt x="520920" y="139"/>
                      <a:pt x="522471" y="139"/>
                      <a:pt x="524022" y="135"/>
                    </a:cubicBezTo>
                    <a:cubicBezTo>
                      <a:pt x="526143" y="130"/>
                      <a:pt x="528264" y="136"/>
                      <a:pt x="530385" y="145"/>
                    </a:cubicBezTo>
                    <a:cubicBezTo>
                      <a:pt x="530996" y="141"/>
                      <a:pt x="531606" y="137"/>
                      <a:pt x="532235" y="133"/>
                    </a:cubicBezTo>
                    <a:cubicBezTo>
                      <a:pt x="536278" y="166"/>
                      <a:pt x="539675" y="1000"/>
                      <a:pt x="543528" y="2160"/>
                    </a:cubicBezTo>
                    <a:cubicBezTo>
                      <a:pt x="543559" y="53520"/>
                      <a:pt x="543587" y="104880"/>
                      <a:pt x="543604" y="156240"/>
                    </a:cubicBezTo>
                    <a:cubicBezTo>
                      <a:pt x="543604" y="156999"/>
                      <a:pt x="543604" y="157759"/>
                      <a:pt x="543605" y="158542"/>
                    </a:cubicBezTo>
                    <a:cubicBezTo>
                      <a:pt x="543610" y="175047"/>
                      <a:pt x="543615" y="191553"/>
                      <a:pt x="543619" y="208059"/>
                    </a:cubicBezTo>
                    <a:cubicBezTo>
                      <a:pt x="543622" y="216153"/>
                      <a:pt x="543624" y="224247"/>
                      <a:pt x="543626" y="232341"/>
                    </a:cubicBezTo>
                    <a:cubicBezTo>
                      <a:pt x="543627" y="233147"/>
                      <a:pt x="543627" y="233952"/>
                      <a:pt x="543627" y="234782"/>
                    </a:cubicBezTo>
                    <a:cubicBezTo>
                      <a:pt x="543635" y="260911"/>
                      <a:pt x="543648" y="287041"/>
                      <a:pt x="543665" y="313170"/>
                    </a:cubicBezTo>
                    <a:cubicBezTo>
                      <a:pt x="543681" y="340011"/>
                      <a:pt x="543692" y="366852"/>
                      <a:pt x="543696" y="393693"/>
                    </a:cubicBezTo>
                    <a:cubicBezTo>
                      <a:pt x="543697" y="397480"/>
                      <a:pt x="543697" y="401267"/>
                      <a:pt x="543698" y="405054"/>
                    </a:cubicBezTo>
                    <a:cubicBezTo>
                      <a:pt x="543698" y="405799"/>
                      <a:pt x="543698" y="406544"/>
                      <a:pt x="543698" y="407312"/>
                    </a:cubicBezTo>
                    <a:cubicBezTo>
                      <a:pt x="543700" y="419333"/>
                      <a:pt x="543709" y="431355"/>
                      <a:pt x="543719" y="443376"/>
                    </a:cubicBezTo>
                    <a:cubicBezTo>
                      <a:pt x="543730" y="455447"/>
                      <a:pt x="543734" y="467519"/>
                      <a:pt x="543731" y="479590"/>
                    </a:cubicBezTo>
                    <a:cubicBezTo>
                      <a:pt x="543730" y="486771"/>
                      <a:pt x="543733" y="493952"/>
                      <a:pt x="543744" y="501132"/>
                    </a:cubicBezTo>
                    <a:cubicBezTo>
                      <a:pt x="543752" y="506481"/>
                      <a:pt x="543750" y="511829"/>
                      <a:pt x="543744" y="517178"/>
                    </a:cubicBezTo>
                    <a:cubicBezTo>
                      <a:pt x="543744" y="519352"/>
                      <a:pt x="543746" y="521526"/>
                      <a:pt x="543751" y="523700"/>
                    </a:cubicBezTo>
                    <a:cubicBezTo>
                      <a:pt x="543759" y="526636"/>
                      <a:pt x="543755" y="529572"/>
                      <a:pt x="543748" y="532509"/>
                    </a:cubicBezTo>
                    <a:cubicBezTo>
                      <a:pt x="543753" y="533369"/>
                      <a:pt x="543758" y="534229"/>
                      <a:pt x="543762" y="535115"/>
                    </a:cubicBezTo>
                    <a:cubicBezTo>
                      <a:pt x="543758" y="535891"/>
                      <a:pt x="543754" y="536668"/>
                      <a:pt x="543750" y="537468"/>
                    </a:cubicBezTo>
                    <a:cubicBezTo>
                      <a:pt x="543751" y="538140"/>
                      <a:pt x="543751" y="538813"/>
                      <a:pt x="543751" y="539505"/>
                    </a:cubicBezTo>
                    <a:cubicBezTo>
                      <a:pt x="543528" y="541146"/>
                      <a:pt x="543528" y="541146"/>
                      <a:pt x="541741" y="542934"/>
                    </a:cubicBezTo>
                    <a:cubicBezTo>
                      <a:pt x="539454" y="543106"/>
                      <a:pt x="537264" y="543167"/>
                      <a:pt x="534976" y="543149"/>
                    </a:cubicBezTo>
                    <a:cubicBezTo>
                      <a:pt x="534270" y="543150"/>
                      <a:pt x="533564" y="543152"/>
                      <a:pt x="532837" y="543153"/>
                    </a:cubicBezTo>
                    <a:cubicBezTo>
                      <a:pt x="530458" y="543156"/>
                      <a:pt x="528080" y="543146"/>
                      <a:pt x="525702" y="543137"/>
                    </a:cubicBezTo>
                    <a:cubicBezTo>
                      <a:pt x="524002" y="543136"/>
                      <a:pt x="522302" y="543136"/>
                      <a:pt x="520602" y="543137"/>
                    </a:cubicBezTo>
                    <a:cubicBezTo>
                      <a:pt x="515976" y="543138"/>
                      <a:pt x="511350" y="543127"/>
                      <a:pt x="506724" y="543115"/>
                    </a:cubicBezTo>
                    <a:cubicBezTo>
                      <a:pt x="501894" y="543104"/>
                      <a:pt x="497064" y="543103"/>
                      <a:pt x="492233" y="543101"/>
                    </a:cubicBezTo>
                    <a:cubicBezTo>
                      <a:pt x="483082" y="543095"/>
                      <a:pt x="473930" y="543080"/>
                      <a:pt x="464778" y="543062"/>
                    </a:cubicBezTo>
                    <a:cubicBezTo>
                      <a:pt x="454361" y="543043"/>
                      <a:pt x="443945" y="543033"/>
                      <a:pt x="433528" y="543024"/>
                    </a:cubicBezTo>
                    <a:cubicBezTo>
                      <a:pt x="412095" y="543005"/>
                      <a:pt x="390662" y="542974"/>
                      <a:pt x="369229" y="542934"/>
                    </a:cubicBezTo>
                    <a:cubicBezTo>
                      <a:pt x="368978" y="542087"/>
                      <a:pt x="368978" y="542087"/>
                      <a:pt x="368721" y="541223"/>
                    </a:cubicBezTo>
                    <a:cubicBezTo>
                      <a:pt x="368492" y="540489"/>
                      <a:pt x="368264" y="539755"/>
                      <a:pt x="368028" y="538999"/>
                    </a:cubicBezTo>
                    <a:cubicBezTo>
                      <a:pt x="367805" y="538268"/>
                      <a:pt x="367582" y="537538"/>
                      <a:pt x="367352" y="536785"/>
                    </a:cubicBezTo>
                    <a:cubicBezTo>
                      <a:pt x="366239" y="534163"/>
                      <a:pt x="364500" y="533600"/>
                      <a:pt x="362078" y="532208"/>
                    </a:cubicBezTo>
                    <a:cubicBezTo>
                      <a:pt x="361262" y="530368"/>
                      <a:pt x="360692" y="528559"/>
                      <a:pt x="360175" y="526614"/>
                    </a:cubicBezTo>
                    <a:cubicBezTo>
                      <a:pt x="359918" y="526100"/>
                      <a:pt x="359662" y="525586"/>
                      <a:pt x="359397" y="525057"/>
                    </a:cubicBezTo>
                    <a:cubicBezTo>
                      <a:pt x="358217" y="524762"/>
                      <a:pt x="357037" y="524467"/>
                      <a:pt x="355821" y="524163"/>
                    </a:cubicBezTo>
                    <a:cubicBezTo>
                      <a:pt x="355526" y="521508"/>
                      <a:pt x="355231" y="518854"/>
                      <a:pt x="354928" y="516118"/>
                    </a:cubicBezTo>
                    <a:cubicBezTo>
                      <a:pt x="353158" y="515824"/>
                      <a:pt x="351388" y="515529"/>
                      <a:pt x="349565" y="515225"/>
                    </a:cubicBezTo>
                    <a:cubicBezTo>
                      <a:pt x="348975" y="511980"/>
                      <a:pt x="348385" y="508735"/>
                      <a:pt x="347777" y="505392"/>
                    </a:cubicBezTo>
                    <a:cubicBezTo>
                      <a:pt x="346007" y="505392"/>
                      <a:pt x="344237" y="505392"/>
                      <a:pt x="342414" y="505392"/>
                    </a:cubicBezTo>
                    <a:cubicBezTo>
                      <a:pt x="342412" y="504843"/>
                      <a:pt x="342409" y="504293"/>
                      <a:pt x="342407" y="503727"/>
                    </a:cubicBezTo>
                    <a:cubicBezTo>
                      <a:pt x="342300" y="501490"/>
                      <a:pt x="342126" y="499506"/>
                      <a:pt x="341520" y="497348"/>
                    </a:cubicBezTo>
                    <a:cubicBezTo>
                      <a:pt x="339764" y="496393"/>
                      <a:pt x="337973" y="495502"/>
                      <a:pt x="336157" y="494666"/>
                    </a:cubicBezTo>
                    <a:cubicBezTo>
                      <a:pt x="335307" y="492836"/>
                      <a:pt x="334767" y="491001"/>
                      <a:pt x="334181" y="489073"/>
                    </a:cubicBezTo>
                    <a:cubicBezTo>
                      <a:pt x="333948" y="488559"/>
                      <a:pt x="333715" y="488045"/>
                      <a:pt x="333475" y="487516"/>
                    </a:cubicBezTo>
                    <a:cubicBezTo>
                      <a:pt x="331177" y="486502"/>
                      <a:pt x="331177" y="486502"/>
                      <a:pt x="329006" y="486622"/>
                    </a:cubicBezTo>
                    <a:cubicBezTo>
                      <a:pt x="329035" y="484818"/>
                      <a:pt x="329064" y="483014"/>
                      <a:pt x="329093" y="481210"/>
                    </a:cubicBezTo>
                    <a:cubicBezTo>
                      <a:pt x="329119" y="479398"/>
                      <a:pt x="329119" y="479398"/>
                      <a:pt x="328112" y="477683"/>
                    </a:cubicBezTo>
                    <a:cubicBezTo>
                      <a:pt x="325853" y="477097"/>
                      <a:pt x="325853" y="477097"/>
                      <a:pt x="323643" y="476789"/>
                    </a:cubicBezTo>
                    <a:cubicBezTo>
                      <a:pt x="323431" y="475949"/>
                      <a:pt x="323431" y="475949"/>
                      <a:pt x="323214" y="475093"/>
                    </a:cubicBezTo>
                    <a:cubicBezTo>
                      <a:pt x="322583" y="472885"/>
                      <a:pt x="321941" y="470823"/>
                      <a:pt x="320962" y="468745"/>
                    </a:cubicBezTo>
                    <a:cubicBezTo>
                      <a:pt x="319479" y="468130"/>
                      <a:pt x="317990" y="467533"/>
                      <a:pt x="316492" y="466957"/>
                    </a:cubicBezTo>
                    <a:cubicBezTo>
                      <a:pt x="315897" y="465131"/>
                      <a:pt x="315586" y="463314"/>
                      <a:pt x="315235" y="461427"/>
                    </a:cubicBezTo>
                    <a:cubicBezTo>
                      <a:pt x="315060" y="460892"/>
                      <a:pt x="314885" y="460357"/>
                      <a:pt x="314705" y="459806"/>
                    </a:cubicBezTo>
                    <a:cubicBezTo>
                      <a:pt x="313967" y="459511"/>
                      <a:pt x="313230" y="459217"/>
                      <a:pt x="312470" y="458913"/>
                    </a:cubicBezTo>
                    <a:cubicBezTo>
                      <a:pt x="311733" y="458618"/>
                      <a:pt x="310995" y="458323"/>
                      <a:pt x="310236" y="458019"/>
                    </a:cubicBezTo>
                    <a:cubicBezTo>
                      <a:pt x="309637" y="456191"/>
                      <a:pt x="309329" y="454374"/>
                      <a:pt x="308979" y="452485"/>
                    </a:cubicBezTo>
                    <a:cubicBezTo>
                      <a:pt x="308803" y="451951"/>
                      <a:pt x="308628" y="451418"/>
                      <a:pt x="308448" y="450868"/>
                    </a:cubicBezTo>
                    <a:cubicBezTo>
                      <a:pt x="307710" y="450591"/>
                      <a:pt x="306973" y="450315"/>
                      <a:pt x="306213" y="450030"/>
                    </a:cubicBezTo>
                    <a:cubicBezTo>
                      <a:pt x="305476" y="449717"/>
                      <a:pt x="304738" y="449403"/>
                      <a:pt x="303979" y="449080"/>
                    </a:cubicBezTo>
                    <a:cubicBezTo>
                      <a:pt x="303448" y="447261"/>
                      <a:pt x="303448" y="447261"/>
                      <a:pt x="303085" y="445058"/>
                    </a:cubicBezTo>
                    <a:cubicBezTo>
                      <a:pt x="302770" y="442899"/>
                      <a:pt x="302770" y="442899"/>
                      <a:pt x="302191" y="441036"/>
                    </a:cubicBezTo>
                    <a:cubicBezTo>
                      <a:pt x="300706" y="440427"/>
                      <a:pt x="299216" y="439831"/>
                      <a:pt x="297722" y="439248"/>
                    </a:cubicBezTo>
                    <a:cubicBezTo>
                      <a:pt x="296895" y="437226"/>
                      <a:pt x="296354" y="435183"/>
                      <a:pt x="295773" y="433078"/>
                    </a:cubicBezTo>
                    <a:cubicBezTo>
                      <a:pt x="295168" y="430951"/>
                      <a:pt x="295168" y="430951"/>
                      <a:pt x="292694" y="429863"/>
                    </a:cubicBezTo>
                    <a:cubicBezTo>
                      <a:pt x="290571" y="428522"/>
                      <a:pt x="290571" y="428522"/>
                      <a:pt x="290086" y="426584"/>
                    </a:cubicBezTo>
                    <a:cubicBezTo>
                      <a:pt x="289867" y="424543"/>
                      <a:pt x="289724" y="422529"/>
                      <a:pt x="289677" y="420477"/>
                    </a:cubicBezTo>
                    <a:cubicBezTo>
                      <a:pt x="287907" y="420182"/>
                      <a:pt x="286138" y="419887"/>
                      <a:pt x="284314" y="419584"/>
                    </a:cubicBezTo>
                    <a:cubicBezTo>
                      <a:pt x="284130" y="418459"/>
                      <a:pt x="283945" y="417334"/>
                      <a:pt x="283755" y="416176"/>
                    </a:cubicBezTo>
                    <a:cubicBezTo>
                      <a:pt x="283340" y="414180"/>
                      <a:pt x="283340" y="414180"/>
                      <a:pt x="282526" y="412433"/>
                    </a:cubicBezTo>
                    <a:cubicBezTo>
                      <a:pt x="281171" y="411797"/>
                      <a:pt x="281171" y="411797"/>
                      <a:pt x="279789" y="411148"/>
                    </a:cubicBezTo>
                    <a:cubicBezTo>
                      <a:pt x="278923" y="410687"/>
                      <a:pt x="278056" y="410226"/>
                      <a:pt x="277163" y="409751"/>
                    </a:cubicBezTo>
                    <a:cubicBezTo>
                      <a:pt x="276408" y="407077"/>
                      <a:pt x="276281" y="404476"/>
                      <a:pt x="276270" y="401707"/>
                    </a:cubicBezTo>
                    <a:cubicBezTo>
                      <a:pt x="275587" y="401541"/>
                      <a:pt x="274905" y="401375"/>
                      <a:pt x="274203" y="401204"/>
                    </a:cubicBezTo>
                    <a:cubicBezTo>
                      <a:pt x="270864" y="399418"/>
                      <a:pt x="270579" y="397069"/>
                      <a:pt x="269119" y="393662"/>
                    </a:cubicBezTo>
                    <a:cubicBezTo>
                      <a:pt x="267985" y="393275"/>
                      <a:pt x="267985" y="393275"/>
                      <a:pt x="266828" y="392880"/>
                    </a:cubicBezTo>
                    <a:cubicBezTo>
                      <a:pt x="266109" y="392548"/>
                      <a:pt x="265390" y="392216"/>
                      <a:pt x="264650" y="391874"/>
                    </a:cubicBezTo>
                    <a:cubicBezTo>
                      <a:pt x="264154" y="390052"/>
                      <a:pt x="264154" y="390052"/>
                      <a:pt x="263812" y="387852"/>
                    </a:cubicBezTo>
                    <a:cubicBezTo>
                      <a:pt x="263520" y="385707"/>
                      <a:pt x="263520" y="385707"/>
                      <a:pt x="262862" y="383830"/>
                    </a:cubicBezTo>
                    <a:cubicBezTo>
                      <a:pt x="260196" y="382318"/>
                      <a:pt x="260196" y="382318"/>
                      <a:pt x="257499" y="382042"/>
                    </a:cubicBezTo>
                    <a:cubicBezTo>
                      <a:pt x="257554" y="380549"/>
                      <a:pt x="257554" y="380549"/>
                      <a:pt x="257611" y="379026"/>
                    </a:cubicBezTo>
                    <a:cubicBezTo>
                      <a:pt x="257866" y="375746"/>
                      <a:pt x="257866" y="375746"/>
                      <a:pt x="255711" y="373998"/>
                    </a:cubicBezTo>
                    <a:cubicBezTo>
                      <a:pt x="255126" y="373897"/>
                      <a:pt x="254541" y="373797"/>
                      <a:pt x="253937" y="373694"/>
                    </a:cubicBezTo>
                    <a:cubicBezTo>
                      <a:pt x="252136" y="373104"/>
                      <a:pt x="252136" y="373104"/>
                      <a:pt x="251005" y="371257"/>
                    </a:cubicBezTo>
                    <a:cubicBezTo>
                      <a:pt x="250714" y="370521"/>
                      <a:pt x="250424" y="369784"/>
                      <a:pt x="250125" y="369026"/>
                    </a:cubicBezTo>
                    <a:cubicBezTo>
                      <a:pt x="249825" y="368287"/>
                      <a:pt x="249525" y="367549"/>
                      <a:pt x="249217" y="366788"/>
                    </a:cubicBezTo>
                    <a:cubicBezTo>
                      <a:pt x="249000" y="366217"/>
                      <a:pt x="248784" y="365647"/>
                      <a:pt x="248560" y="365059"/>
                    </a:cubicBezTo>
                    <a:cubicBezTo>
                      <a:pt x="247381" y="365059"/>
                      <a:pt x="246201" y="365059"/>
                      <a:pt x="244985" y="365059"/>
                    </a:cubicBezTo>
                    <a:cubicBezTo>
                      <a:pt x="244985" y="361815"/>
                      <a:pt x="244985" y="358570"/>
                      <a:pt x="244985" y="355227"/>
                    </a:cubicBezTo>
                    <a:cubicBezTo>
                      <a:pt x="244008" y="355098"/>
                      <a:pt x="243031" y="354969"/>
                      <a:pt x="242024" y="354836"/>
                    </a:cubicBezTo>
                    <a:cubicBezTo>
                      <a:pt x="240299" y="354372"/>
                      <a:pt x="240299" y="354372"/>
                      <a:pt x="238728" y="353439"/>
                    </a:cubicBezTo>
                    <a:cubicBezTo>
                      <a:pt x="237362" y="350862"/>
                      <a:pt x="236661" y="348237"/>
                      <a:pt x="236047" y="345395"/>
                    </a:cubicBezTo>
                    <a:cubicBezTo>
                      <a:pt x="234572" y="345395"/>
                      <a:pt x="233097" y="345395"/>
                      <a:pt x="231577" y="345395"/>
                    </a:cubicBezTo>
                    <a:cubicBezTo>
                      <a:pt x="231577" y="342150"/>
                      <a:pt x="231577" y="338905"/>
                      <a:pt x="231577" y="335562"/>
                    </a:cubicBezTo>
                    <a:cubicBezTo>
                      <a:pt x="230333" y="335286"/>
                      <a:pt x="230333" y="335286"/>
                      <a:pt x="229064" y="335004"/>
                    </a:cubicBezTo>
                    <a:cubicBezTo>
                      <a:pt x="225430" y="333437"/>
                      <a:pt x="225172" y="331904"/>
                      <a:pt x="223533" y="328412"/>
                    </a:cubicBezTo>
                    <a:cubicBezTo>
                      <a:pt x="222777" y="328025"/>
                      <a:pt x="222021" y="327637"/>
                      <a:pt x="221242" y="327239"/>
                    </a:cubicBezTo>
                    <a:cubicBezTo>
                      <a:pt x="219064" y="325730"/>
                      <a:pt x="219064" y="325730"/>
                      <a:pt x="218536" y="323845"/>
                    </a:cubicBezTo>
                    <a:cubicBezTo>
                      <a:pt x="218293" y="322387"/>
                      <a:pt x="218049" y="320928"/>
                      <a:pt x="217807" y="319470"/>
                    </a:cubicBezTo>
                    <a:cubicBezTo>
                      <a:pt x="217632" y="318881"/>
                      <a:pt x="217456" y="318292"/>
                      <a:pt x="217276" y="317686"/>
                    </a:cubicBezTo>
                    <a:cubicBezTo>
                      <a:pt x="216539" y="317391"/>
                      <a:pt x="215801" y="317096"/>
                      <a:pt x="215041" y="316792"/>
                    </a:cubicBezTo>
                    <a:cubicBezTo>
                      <a:pt x="214304" y="316497"/>
                      <a:pt x="213567" y="316202"/>
                      <a:pt x="212807" y="315898"/>
                    </a:cubicBezTo>
                    <a:cubicBezTo>
                      <a:pt x="211845" y="313272"/>
                      <a:pt x="211400" y="310618"/>
                      <a:pt x="211019" y="307853"/>
                    </a:cubicBezTo>
                    <a:cubicBezTo>
                      <a:pt x="209544" y="307558"/>
                      <a:pt x="208069" y="307263"/>
                      <a:pt x="206550" y="306960"/>
                    </a:cubicBezTo>
                    <a:cubicBezTo>
                      <a:pt x="206483" y="306400"/>
                      <a:pt x="206416" y="305840"/>
                      <a:pt x="206347" y="305263"/>
                    </a:cubicBezTo>
                    <a:cubicBezTo>
                      <a:pt x="205987" y="303021"/>
                      <a:pt x="205597" y="301029"/>
                      <a:pt x="204762" y="298915"/>
                    </a:cubicBezTo>
                    <a:cubicBezTo>
                      <a:pt x="202096" y="297403"/>
                      <a:pt x="202096" y="297403"/>
                      <a:pt x="199399" y="297127"/>
                    </a:cubicBezTo>
                    <a:cubicBezTo>
                      <a:pt x="199289" y="296132"/>
                      <a:pt x="199178" y="295136"/>
                      <a:pt x="199064" y="294111"/>
                    </a:cubicBezTo>
                    <a:cubicBezTo>
                      <a:pt x="198821" y="290843"/>
                      <a:pt x="198821" y="290843"/>
                      <a:pt x="196718" y="289083"/>
                    </a:cubicBezTo>
                    <a:cubicBezTo>
                      <a:pt x="194868" y="288508"/>
                      <a:pt x="194868" y="288508"/>
                      <a:pt x="193142" y="288189"/>
                    </a:cubicBezTo>
                    <a:cubicBezTo>
                      <a:pt x="192992" y="286885"/>
                      <a:pt x="192843" y="285582"/>
                      <a:pt x="192695" y="284278"/>
                    </a:cubicBezTo>
                    <a:cubicBezTo>
                      <a:pt x="192612" y="283552"/>
                      <a:pt x="192529" y="282827"/>
                      <a:pt x="192444" y="282079"/>
                    </a:cubicBezTo>
                    <a:cubicBezTo>
                      <a:pt x="192248" y="280144"/>
                      <a:pt x="192248" y="280144"/>
                      <a:pt x="192248" y="278357"/>
                    </a:cubicBezTo>
                    <a:cubicBezTo>
                      <a:pt x="190479" y="278062"/>
                      <a:pt x="188709" y="277767"/>
                      <a:pt x="186885" y="277463"/>
                    </a:cubicBezTo>
                    <a:cubicBezTo>
                      <a:pt x="186733" y="276944"/>
                      <a:pt x="186581" y="276426"/>
                      <a:pt x="186424" y="275892"/>
                    </a:cubicBezTo>
                    <a:cubicBezTo>
                      <a:pt x="186208" y="275193"/>
                      <a:pt x="185991" y="274495"/>
                      <a:pt x="185768" y="273776"/>
                    </a:cubicBezTo>
                    <a:cubicBezTo>
                      <a:pt x="185457" y="272749"/>
                      <a:pt x="185457" y="272749"/>
                      <a:pt x="185140" y="271702"/>
                    </a:cubicBezTo>
                    <a:cubicBezTo>
                      <a:pt x="184025" y="268766"/>
                      <a:pt x="184025" y="268766"/>
                      <a:pt x="180628" y="264055"/>
                    </a:cubicBezTo>
                    <a:cubicBezTo>
                      <a:pt x="180333" y="356085"/>
                      <a:pt x="180039" y="448115"/>
                      <a:pt x="179735" y="542934"/>
                    </a:cubicBezTo>
                    <a:cubicBezTo>
                      <a:pt x="152026" y="542952"/>
                      <a:pt x="124318" y="542971"/>
                      <a:pt x="95769" y="542990"/>
                    </a:cubicBezTo>
                    <a:cubicBezTo>
                      <a:pt x="87005" y="542998"/>
                      <a:pt x="78240" y="543006"/>
                      <a:pt x="69209" y="543014"/>
                    </a:cubicBezTo>
                    <a:cubicBezTo>
                      <a:pt x="58547" y="543018"/>
                      <a:pt x="58547" y="543018"/>
                      <a:pt x="53563" y="543019"/>
                    </a:cubicBezTo>
                    <a:cubicBezTo>
                      <a:pt x="50065" y="543020"/>
                      <a:pt x="46567" y="543023"/>
                      <a:pt x="43069" y="543028"/>
                    </a:cubicBezTo>
                    <a:cubicBezTo>
                      <a:pt x="38616" y="543034"/>
                      <a:pt x="34163" y="543036"/>
                      <a:pt x="29710" y="543035"/>
                    </a:cubicBezTo>
                    <a:cubicBezTo>
                      <a:pt x="28071" y="543035"/>
                      <a:pt x="26431" y="543037"/>
                      <a:pt x="24791" y="543040"/>
                    </a:cubicBezTo>
                    <a:cubicBezTo>
                      <a:pt x="22587" y="543045"/>
                      <a:pt x="20383" y="543044"/>
                      <a:pt x="18179" y="543041"/>
                    </a:cubicBezTo>
                    <a:cubicBezTo>
                      <a:pt x="17203" y="543045"/>
                      <a:pt x="17203" y="543045"/>
                      <a:pt x="16207" y="543049"/>
                    </a:cubicBezTo>
                    <a:cubicBezTo>
                      <a:pt x="11794" y="543036"/>
                      <a:pt x="11794" y="543036"/>
                      <a:pt x="10799" y="542040"/>
                    </a:cubicBezTo>
                    <a:cubicBezTo>
                      <a:pt x="10712" y="540850"/>
                      <a:pt x="10687" y="539655"/>
                      <a:pt x="10688" y="538461"/>
                    </a:cubicBezTo>
                    <a:cubicBezTo>
                      <a:pt x="10685" y="537296"/>
                      <a:pt x="10685" y="537296"/>
                      <a:pt x="10681" y="536106"/>
                    </a:cubicBezTo>
                    <a:cubicBezTo>
                      <a:pt x="10684" y="535241"/>
                      <a:pt x="10686" y="534376"/>
                      <a:pt x="10689" y="533484"/>
                    </a:cubicBezTo>
                    <a:cubicBezTo>
                      <a:pt x="10688" y="532570"/>
                      <a:pt x="10686" y="531656"/>
                      <a:pt x="10685" y="530715"/>
                    </a:cubicBezTo>
                    <a:cubicBezTo>
                      <a:pt x="10683" y="527611"/>
                      <a:pt x="10687" y="524507"/>
                      <a:pt x="10691" y="521402"/>
                    </a:cubicBezTo>
                    <a:cubicBezTo>
                      <a:pt x="10691" y="519171"/>
                      <a:pt x="10690" y="516940"/>
                      <a:pt x="10689" y="514708"/>
                    </a:cubicBezTo>
                    <a:cubicBezTo>
                      <a:pt x="10687" y="509836"/>
                      <a:pt x="10688" y="504963"/>
                      <a:pt x="10692" y="500091"/>
                    </a:cubicBezTo>
                    <a:cubicBezTo>
                      <a:pt x="10697" y="492845"/>
                      <a:pt x="10698" y="485600"/>
                      <a:pt x="10697" y="478354"/>
                    </a:cubicBezTo>
                    <a:cubicBezTo>
                      <a:pt x="10696" y="466168"/>
                      <a:pt x="10699" y="453982"/>
                      <a:pt x="10704" y="441796"/>
                    </a:cubicBezTo>
                    <a:cubicBezTo>
                      <a:pt x="10709" y="429725"/>
                      <a:pt x="10713" y="417653"/>
                      <a:pt x="10714" y="405582"/>
                    </a:cubicBezTo>
                    <a:cubicBezTo>
                      <a:pt x="10714" y="404832"/>
                      <a:pt x="10714" y="404082"/>
                      <a:pt x="10714" y="403310"/>
                    </a:cubicBezTo>
                    <a:cubicBezTo>
                      <a:pt x="10714" y="399503"/>
                      <a:pt x="10714" y="395696"/>
                      <a:pt x="10715" y="391890"/>
                    </a:cubicBezTo>
                    <a:cubicBezTo>
                      <a:pt x="10717" y="364903"/>
                      <a:pt x="10723" y="337916"/>
                      <a:pt x="10731" y="310929"/>
                    </a:cubicBezTo>
                    <a:cubicBezTo>
                      <a:pt x="10739" y="284706"/>
                      <a:pt x="10746" y="258483"/>
                      <a:pt x="10749" y="232260"/>
                    </a:cubicBezTo>
                    <a:cubicBezTo>
                      <a:pt x="10750" y="231452"/>
                      <a:pt x="10750" y="230645"/>
                      <a:pt x="10750" y="229812"/>
                    </a:cubicBezTo>
                    <a:cubicBezTo>
                      <a:pt x="10751" y="221700"/>
                      <a:pt x="10752" y="213588"/>
                      <a:pt x="10753" y="205475"/>
                    </a:cubicBezTo>
                    <a:cubicBezTo>
                      <a:pt x="10755" y="188949"/>
                      <a:pt x="10758" y="172422"/>
                      <a:pt x="10761" y="155895"/>
                    </a:cubicBezTo>
                    <a:cubicBezTo>
                      <a:pt x="10761" y="155135"/>
                      <a:pt x="10761" y="154375"/>
                      <a:pt x="10761" y="153592"/>
                    </a:cubicBezTo>
                    <a:cubicBezTo>
                      <a:pt x="10769" y="102817"/>
                      <a:pt x="10783" y="52041"/>
                      <a:pt x="10799" y="1266"/>
                    </a:cubicBezTo>
                    <a:cubicBezTo>
                      <a:pt x="14231" y="322"/>
                      <a:pt x="17484" y="247"/>
                      <a:pt x="21024" y="258"/>
                    </a:cubicBezTo>
                    <a:close/>
                  </a:path>
                </a:pathLst>
              </a:custGeom>
              <a:grpFill/>
              <a:ln w="894" cap="flat">
                <a:noFill/>
                <a:prstDash val="solid"/>
                <a:miter/>
              </a:ln>
            </p:spPr>
            <p:txBody>
              <a:bodyPr rtlCol="0" anchor="ctr"/>
              <a:lstStyle/>
              <a:p>
                <a:endParaRPr lang="zh-CN" altLang="en-US"/>
              </a:p>
            </p:txBody>
          </p:sp>
          <p:sp>
            <p:nvSpPr>
              <p:cNvPr id="168" name="任意多边形: 形状 167"/>
              <p:cNvSpPr/>
              <p:nvPr/>
            </p:nvSpPr>
            <p:spPr>
              <a:xfrm>
                <a:off x="11347707" y="3441674"/>
                <a:ext cx="532960" cy="542923"/>
              </a:xfrm>
              <a:custGeom>
                <a:avLst/>
                <a:gdLst>
                  <a:gd name="connsiteX0" fmla="*/ 23172 w 532960"/>
                  <a:gd name="connsiteY0" fmla="*/ 151 h 542923"/>
                  <a:gd name="connsiteX1" fmla="*/ 25209 w 532960"/>
                  <a:gd name="connsiteY1" fmla="*/ 144 h 542923"/>
                  <a:gd name="connsiteX2" fmla="*/ 31969 w 532960"/>
                  <a:gd name="connsiteY2" fmla="*/ 155 h 542923"/>
                  <a:gd name="connsiteX3" fmla="*/ 36815 w 532960"/>
                  <a:gd name="connsiteY3" fmla="*/ 149 h 542923"/>
                  <a:gd name="connsiteX4" fmla="*/ 49978 w 532960"/>
                  <a:gd name="connsiteY4" fmla="*/ 161 h 542923"/>
                  <a:gd name="connsiteX5" fmla="*/ 63744 w 532960"/>
                  <a:gd name="connsiteY5" fmla="*/ 167 h 542923"/>
                  <a:gd name="connsiteX6" fmla="*/ 86864 w 532960"/>
                  <a:gd name="connsiteY6" fmla="*/ 188 h 542923"/>
                  <a:gd name="connsiteX7" fmla="*/ 113605 w 532960"/>
                  <a:gd name="connsiteY7" fmla="*/ 206 h 542923"/>
                  <a:gd name="connsiteX8" fmla="*/ 139314 w 532960"/>
                  <a:gd name="connsiteY8" fmla="*/ 217 h 542923"/>
                  <a:gd name="connsiteX9" fmla="*/ 150262 w 532960"/>
                  <a:gd name="connsiteY9" fmla="*/ 223 h 542923"/>
                  <a:gd name="connsiteX10" fmla="*/ 163151 w 532960"/>
                  <a:gd name="connsiteY10" fmla="*/ 238 h 542923"/>
                  <a:gd name="connsiteX11" fmla="*/ 167886 w 532960"/>
                  <a:gd name="connsiteY11" fmla="*/ 241 h 542923"/>
                  <a:gd name="connsiteX12" fmla="*/ 174340 w 532960"/>
                  <a:gd name="connsiteY12" fmla="*/ 252 h 542923"/>
                  <a:gd name="connsiteX13" fmla="*/ 176240 w 532960"/>
                  <a:gd name="connsiteY13" fmla="*/ 248 h 542923"/>
                  <a:gd name="connsiteX14" fmla="*/ 184565 w 532960"/>
                  <a:gd name="connsiteY14" fmla="*/ 1266 h 542923"/>
                  <a:gd name="connsiteX15" fmla="*/ 184565 w 532960"/>
                  <a:gd name="connsiteY15" fmla="*/ 4841 h 542923"/>
                  <a:gd name="connsiteX16" fmla="*/ 188140 w 532960"/>
                  <a:gd name="connsiteY16" fmla="*/ 4841 h 542923"/>
                  <a:gd name="connsiteX17" fmla="*/ 188147 w 532960"/>
                  <a:gd name="connsiteY17" fmla="*/ 6702 h 542923"/>
                  <a:gd name="connsiteX18" fmla="*/ 189034 w 532960"/>
                  <a:gd name="connsiteY18" fmla="*/ 13779 h 542923"/>
                  <a:gd name="connsiteX19" fmla="*/ 194397 w 532960"/>
                  <a:gd name="connsiteY19" fmla="*/ 16461 h 542923"/>
                  <a:gd name="connsiteX20" fmla="*/ 197079 w 532960"/>
                  <a:gd name="connsiteY20" fmla="*/ 22718 h 542923"/>
                  <a:gd name="connsiteX21" fmla="*/ 199425 w 532960"/>
                  <a:gd name="connsiteY21" fmla="*/ 24003 h 542923"/>
                  <a:gd name="connsiteX22" fmla="*/ 202033 w 532960"/>
                  <a:gd name="connsiteY22" fmla="*/ 27145 h 542923"/>
                  <a:gd name="connsiteX23" fmla="*/ 202442 w 532960"/>
                  <a:gd name="connsiteY23" fmla="*/ 32550 h 542923"/>
                  <a:gd name="connsiteX24" fmla="*/ 204509 w 532960"/>
                  <a:gd name="connsiteY24" fmla="*/ 32997 h 542923"/>
                  <a:gd name="connsiteX25" fmla="*/ 208863 w 532960"/>
                  <a:gd name="connsiteY25" fmla="*/ 39813 h 542923"/>
                  <a:gd name="connsiteX26" fmla="*/ 211883 w 532960"/>
                  <a:gd name="connsiteY26" fmla="*/ 42773 h 542923"/>
                  <a:gd name="connsiteX27" fmla="*/ 214746 w 532960"/>
                  <a:gd name="connsiteY27" fmla="*/ 46111 h 542923"/>
                  <a:gd name="connsiteX28" fmla="*/ 215849 w 532960"/>
                  <a:gd name="connsiteY28" fmla="*/ 52215 h 542923"/>
                  <a:gd name="connsiteX29" fmla="*/ 220319 w 532960"/>
                  <a:gd name="connsiteY29" fmla="*/ 53108 h 542923"/>
                  <a:gd name="connsiteX30" fmla="*/ 220933 w 532960"/>
                  <a:gd name="connsiteY30" fmla="*/ 56572 h 542923"/>
                  <a:gd name="connsiteX31" fmla="*/ 222106 w 532960"/>
                  <a:gd name="connsiteY31" fmla="*/ 60259 h 542923"/>
                  <a:gd name="connsiteX32" fmla="*/ 224341 w 532960"/>
                  <a:gd name="connsiteY32" fmla="*/ 61041 h 542923"/>
                  <a:gd name="connsiteX33" fmla="*/ 226575 w 532960"/>
                  <a:gd name="connsiteY33" fmla="*/ 62047 h 542923"/>
                  <a:gd name="connsiteX34" fmla="*/ 227469 w 532960"/>
                  <a:gd name="connsiteY34" fmla="*/ 66516 h 542923"/>
                  <a:gd name="connsiteX35" fmla="*/ 228363 w 532960"/>
                  <a:gd name="connsiteY35" fmla="*/ 70985 h 542923"/>
                  <a:gd name="connsiteX36" fmla="*/ 232832 w 532960"/>
                  <a:gd name="connsiteY36" fmla="*/ 72773 h 542923"/>
                  <a:gd name="connsiteX37" fmla="*/ 234173 w 532960"/>
                  <a:gd name="connsiteY37" fmla="*/ 76348 h 542923"/>
                  <a:gd name="connsiteX38" fmla="*/ 237916 w 532960"/>
                  <a:gd name="connsiteY38" fmla="*/ 81264 h 542923"/>
                  <a:gd name="connsiteX39" fmla="*/ 239983 w 532960"/>
                  <a:gd name="connsiteY39" fmla="*/ 81711 h 542923"/>
                  <a:gd name="connsiteX40" fmla="*/ 240877 w 532960"/>
                  <a:gd name="connsiteY40" fmla="*/ 89756 h 542923"/>
                  <a:gd name="connsiteX41" fmla="*/ 246240 w 532960"/>
                  <a:gd name="connsiteY41" fmla="*/ 91544 h 542923"/>
                  <a:gd name="connsiteX42" fmla="*/ 247134 w 532960"/>
                  <a:gd name="connsiteY42" fmla="*/ 98694 h 542923"/>
                  <a:gd name="connsiteX43" fmla="*/ 252497 w 532960"/>
                  <a:gd name="connsiteY43" fmla="*/ 99588 h 542923"/>
                  <a:gd name="connsiteX44" fmla="*/ 254285 w 532960"/>
                  <a:gd name="connsiteY44" fmla="*/ 109420 h 542923"/>
                  <a:gd name="connsiteX45" fmla="*/ 259648 w 532960"/>
                  <a:gd name="connsiteY45" fmla="*/ 109420 h 542923"/>
                  <a:gd name="connsiteX46" fmla="*/ 259655 w 532960"/>
                  <a:gd name="connsiteY46" fmla="*/ 111086 h 542923"/>
                  <a:gd name="connsiteX47" fmla="*/ 260541 w 532960"/>
                  <a:gd name="connsiteY47" fmla="*/ 117465 h 542923"/>
                  <a:gd name="connsiteX48" fmla="*/ 265904 w 532960"/>
                  <a:gd name="connsiteY48" fmla="*/ 120147 h 542923"/>
                  <a:gd name="connsiteX49" fmla="*/ 267692 w 532960"/>
                  <a:gd name="connsiteY49" fmla="*/ 127297 h 542923"/>
                  <a:gd name="connsiteX50" fmla="*/ 273055 w 532960"/>
                  <a:gd name="connsiteY50" fmla="*/ 128191 h 542923"/>
                  <a:gd name="connsiteX51" fmla="*/ 272968 w 532960"/>
                  <a:gd name="connsiteY51" fmla="*/ 133603 h 542923"/>
                  <a:gd name="connsiteX52" fmla="*/ 273949 w 532960"/>
                  <a:gd name="connsiteY52" fmla="*/ 137130 h 542923"/>
                  <a:gd name="connsiteX53" fmla="*/ 276016 w 532960"/>
                  <a:gd name="connsiteY53" fmla="*/ 137632 h 542923"/>
                  <a:gd name="connsiteX54" fmla="*/ 281994 w 532960"/>
                  <a:gd name="connsiteY54" fmla="*/ 146962 h 542923"/>
                  <a:gd name="connsiteX55" fmla="*/ 285569 w 532960"/>
                  <a:gd name="connsiteY55" fmla="*/ 146962 h 542923"/>
                  <a:gd name="connsiteX56" fmla="*/ 285576 w 532960"/>
                  <a:gd name="connsiteY56" fmla="*/ 148823 h 542923"/>
                  <a:gd name="connsiteX57" fmla="*/ 286463 w 532960"/>
                  <a:gd name="connsiteY57" fmla="*/ 155900 h 542923"/>
                  <a:gd name="connsiteX58" fmla="*/ 291826 w 532960"/>
                  <a:gd name="connsiteY58" fmla="*/ 158582 h 542923"/>
                  <a:gd name="connsiteX59" fmla="*/ 294507 w 532960"/>
                  <a:gd name="connsiteY59" fmla="*/ 164839 h 542923"/>
                  <a:gd name="connsiteX60" fmla="*/ 298083 w 532960"/>
                  <a:gd name="connsiteY60" fmla="*/ 165732 h 542923"/>
                  <a:gd name="connsiteX61" fmla="*/ 298977 w 532960"/>
                  <a:gd name="connsiteY61" fmla="*/ 169643 h 542923"/>
                  <a:gd name="connsiteX62" fmla="*/ 299479 w 532960"/>
                  <a:gd name="connsiteY62" fmla="*/ 171843 h 542923"/>
                  <a:gd name="connsiteX63" fmla="*/ 299870 w 532960"/>
                  <a:gd name="connsiteY63" fmla="*/ 175565 h 542923"/>
                  <a:gd name="connsiteX64" fmla="*/ 301882 w 532960"/>
                  <a:gd name="connsiteY64" fmla="*/ 175509 h 542923"/>
                  <a:gd name="connsiteX65" fmla="*/ 305307 w 532960"/>
                  <a:gd name="connsiteY65" fmla="*/ 178246 h 542923"/>
                  <a:gd name="connsiteX66" fmla="*/ 306941 w 532960"/>
                  <a:gd name="connsiteY66" fmla="*/ 182600 h 542923"/>
                  <a:gd name="connsiteX67" fmla="*/ 309741 w 532960"/>
                  <a:gd name="connsiteY67" fmla="*/ 185393 h 542923"/>
                  <a:gd name="connsiteX68" fmla="*/ 312231 w 532960"/>
                  <a:gd name="connsiteY68" fmla="*/ 188225 h 542923"/>
                  <a:gd name="connsiteX69" fmla="*/ 312608 w 532960"/>
                  <a:gd name="connsiteY69" fmla="*/ 190425 h 542923"/>
                  <a:gd name="connsiteX70" fmla="*/ 313013 w 532960"/>
                  <a:gd name="connsiteY70" fmla="*/ 192638 h 542923"/>
                  <a:gd name="connsiteX71" fmla="*/ 313278 w 532960"/>
                  <a:gd name="connsiteY71" fmla="*/ 194335 h 542923"/>
                  <a:gd name="connsiteX72" fmla="*/ 317747 w 532960"/>
                  <a:gd name="connsiteY72" fmla="*/ 195229 h 542923"/>
                  <a:gd name="connsiteX73" fmla="*/ 318306 w 532960"/>
                  <a:gd name="connsiteY73" fmla="*/ 198134 h 542923"/>
                  <a:gd name="connsiteX74" fmla="*/ 322272 w 532960"/>
                  <a:gd name="connsiteY74" fmla="*/ 203162 h 542923"/>
                  <a:gd name="connsiteX75" fmla="*/ 325446 w 532960"/>
                  <a:gd name="connsiteY75" fmla="*/ 207066 h 542923"/>
                  <a:gd name="connsiteX76" fmla="*/ 325792 w 532960"/>
                  <a:gd name="connsiteY76" fmla="*/ 213106 h 542923"/>
                  <a:gd name="connsiteX77" fmla="*/ 331155 w 532960"/>
                  <a:gd name="connsiteY77" fmla="*/ 214894 h 542923"/>
                  <a:gd name="connsiteX78" fmla="*/ 331267 w 532960"/>
                  <a:gd name="connsiteY78" fmla="*/ 217855 h 542923"/>
                  <a:gd name="connsiteX79" fmla="*/ 332049 w 532960"/>
                  <a:gd name="connsiteY79" fmla="*/ 221151 h 542923"/>
                  <a:gd name="connsiteX80" fmla="*/ 334674 w 532960"/>
                  <a:gd name="connsiteY80" fmla="*/ 222324 h 542923"/>
                  <a:gd name="connsiteX81" fmla="*/ 337412 w 532960"/>
                  <a:gd name="connsiteY81" fmla="*/ 223832 h 542923"/>
                  <a:gd name="connsiteX82" fmla="*/ 338693 w 532960"/>
                  <a:gd name="connsiteY82" fmla="*/ 230756 h 542923"/>
                  <a:gd name="connsiteX83" fmla="*/ 341546 w 532960"/>
                  <a:gd name="connsiteY83" fmla="*/ 234223 h 542923"/>
                  <a:gd name="connsiteX84" fmla="*/ 343669 w 532960"/>
                  <a:gd name="connsiteY84" fmla="*/ 234558 h 542923"/>
                  <a:gd name="connsiteX85" fmla="*/ 344563 w 532960"/>
                  <a:gd name="connsiteY85" fmla="*/ 240815 h 542923"/>
                  <a:gd name="connsiteX86" fmla="*/ 349926 w 532960"/>
                  <a:gd name="connsiteY86" fmla="*/ 241709 h 542923"/>
                  <a:gd name="connsiteX87" fmla="*/ 352607 w 532960"/>
                  <a:gd name="connsiteY87" fmla="*/ 250647 h 542923"/>
                  <a:gd name="connsiteX88" fmla="*/ 357076 w 532960"/>
                  <a:gd name="connsiteY88" fmla="*/ 251541 h 542923"/>
                  <a:gd name="connsiteX89" fmla="*/ 357970 w 532960"/>
                  <a:gd name="connsiteY89" fmla="*/ 259586 h 542923"/>
                  <a:gd name="connsiteX90" fmla="*/ 363333 w 532960"/>
                  <a:gd name="connsiteY90" fmla="*/ 261374 h 542923"/>
                  <a:gd name="connsiteX91" fmla="*/ 363567 w 532960"/>
                  <a:gd name="connsiteY91" fmla="*/ 263203 h 542923"/>
                  <a:gd name="connsiteX92" fmla="*/ 367411 w 532960"/>
                  <a:gd name="connsiteY92" fmla="*/ 272323 h 542923"/>
                  <a:gd name="connsiteX93" fmla="*/ 369590 w 532960"/>
                  <a:gd name="connsiteY93" fmla="*/ 273887 h 542923"/>
                  <a:gd name="connsiteX94" fmla="*/ 370484 w 532960"/>
                  <a:gd name="connsiteY94" fmla="*/ 279250 h 542923"/>
                  <a:gd name="connsiteX95" fmla="*/ 373165 w 532960"/>
                  <a:gd name="connsiteY95" fmla="*/ 279250 h 542923"/>
                  <a:gd name="connsiteX96" fmla="*/ 370484 w 532960"/>
                  <a:gd name="connsiteY96" fmla="*/ 272993 h 542923"/>
                  <a:gd name="connsiteX97" fmla="*/ 370374 w 532960"/>
                  <a:gd name="connsiteY97" fmla="*/ 268654 h 542923"/>
                  <a:gd name="connsiteX98" fmla="*/ 370369 w 532960"/>
                  <a:gd name="connsiteY98" fmla="*/ 265790 h 542923"/>
                  <a:gd name="connsiteX99" fmla="*/ 370376 w 532960"/>
                  <a:gd name="connsiteY99" fmla="*/ 262604 h 542923"/>
                  <a:gd name="connsiteX100" fmla="*/ 370374 w 532960"/>
                  <a:gd name="connsiteY100" fmla="*/ 259250 h 542923"/>
                  <a:gd name="connsiteX101" fmla="*/ 370380 w 532960"/>
                  <a:gd name="connsiteY101" fmla="*/ 249993 h 542923"/>
                  <a:gd name="connsiteX102" fmla="*/ 370382 w 532960"/>
                  <a:gd name="connsiteY102" fmla="*/ 240025 h 542923"/>
                  <a:gd name="connsiteX103" fmla="*/ 370389 w 532960"/>
                  <a:gd name="connsiteY103" fmla="*/ 222742 h 542923"/>
                  <a:gd name="connsiteX104" fmla="*/ 370400 w 532960"/>
                  <a:gd name="connsiteY104" fmla="*/ 197752 h 542923"/>
                  <a:gd name="connsiteX105" fmla="*/ 370417 w 532960"/>
                  <a:gd name="connsiteY105" fmla="*/ 157213 h 542923"/>
                  <a:gd name="connsiteX106" fmla="*/ 370435 w 532960"/>
                  <a:gd name="connsiteY106" fmla="*/ 117823 h 542923"/>
                  <a:gd name="connsiteX107" fmla="*/ 370436 w 532960"/>
                  <a:gd name="connsiteY107" fmla="*/ 115372 h 542923"/>
                  <a:gd name="connsiteX108" fmla="*/ 370439 w 532960"/>
                  <a:gd name="connsiteY108" fmla="*/ 103201 h 542923"/>
                  <a:gd name="connsiteX109" fmla="*/ 370484 w 532960"/>
                  <a:gd name="connsiteY109" fmla="*/ 2159 h 542923"/>
                  <a:gd name="connsiteX110" fmla="*/ 383627 w 532960"/>
                  <a:gd name="connsiteY110" fmla="*/ 145 h 542923"/>
                  <a:gd name="connsiteX111" fmla="*/ 385643 w 532960"/>
                  <a:gd name="connsiteY111" fmla="*/ 136 h 542923"/>
                  <a:gd name="connsiteX112" fmla="*/ 392285 w 532960"/>
                  <a:gd name="connsiteY112" fmla="*/ 140 h 542923"/>
                  <a:gd name="connsiteX113" fmla="*/ 397066 w 532960"/>
                  <a:gd name="connsiteY113" fmla="*/ 131 h 542923"/>
                  <a:gd name="connsiteX114" fmla="*/ 410019 w 532960"/>
                  <a:gd name="connsiteY114" fmla="*/ 132 h 542923"/>
                  <a:gd name="connsiteX115" fmla="*/ 423588 w 532960"/>
                  <a:gd name="connsiteY115" fmla="*/ 129 h 542923"/>
                  <a:gd name="connsiteX116" fmla="*/ 446373 w 532960"/>
                  <a:gd name="connsiteY116" fmla="*/ 139 h 542923"/>
                  <a:gd name="connsiteX117" fmla="*/ 472699 w 532960"/>
                  <a:gd name="connsiteY117" fmla="*/ 135 h 542923"/>
                  <a:gd name="connsiteX118" fmla="*/ 495320 w 532960"/>
                  <a:gd name="connsiteY118" fmla="*/ 131 h 542923"/>
                  <a:gd name="connsiteX119" fmla="*/ 508822 w 532960"/>
                  <a:gd name="connsiteY119" fmla="*/ 128 h 542923"/>
                  <a:gd name="connsiteX120" fmla="*/ 521517 w 532960"/>
                  <a:gd name="connsiteY120" fmla="*/ 137 h 542923"/>
                  <a:gd name="connsiteX121" fmla="*/ 526171 w 532960"/>
                  <a:gd name="connsiteY121" fmla="*/ 135 h 542923"/>
                  <a:gd name="connsiteX122" fmla="*/ 532534 w 532960"/>
                  <a:gd name="connsiteY122" fmla="*/ 145 h 542923"/>
                  <a:gd name="connsiteX123" fmla="*/ 534384 w 532960"/>
                  <a:gd name="connsiteY123" fmla="*/ 133 h 542923"/>
                  <a:gd name="connsiteX124" fmla="*/ 545677 w 532960"/>
                  <a:gd name="connsiteY124" fmla="*/ 2159 h 542923"/>
                  <a:gd name="connsiteX125" fmla="*/ 545715 w 532960"/>
                  <a:gd name="connsiteY125" fmla="*/ 156533 h 542923"/>
                  <a:gd name="connsiteX126" fmla="*/ 545715 w 532960"/>
                  <a:gd name="connsiteY126" fmla="*/ 158839 h 542923"/>
                  <a:gd name="connsiteX127" fmla="*/ 545723 w 532960"/>
                  <a:gd name="connsiteY127" fmla="*/ 208446 h 542923"/>
                  <a:gd name="connsiteX128" fmla="*/ 545726 w 532960"/>
                  <a:gd name="connsiteY128" fmla="*/ 232772 h 542923"/>
                  <a:gd name="connsiteX129" fmla="*/ 545726 w 532960"/>
                  <a:gd name="connsiteY129" fmla="*/ 235217 h 542923"/>
                  <a:gd name="connsiteX130" fmla="*/ 545745 w 532960"/>
                  <a:gd name="connsiteY130" fmla="*/ 313754 h 542923"/>
                  <a:gd name="connsiteX131" fmla="*/ 545761 w 532960"/>
                  <a:gd name="connsiteY131" fmla="*/ 394426 h 542923"/>
                  <a:gd name="connsiteX132" fmla="*/ 545762 w 532960"/>
                  <a:gd name="connsiteY132" fmla="*/ 405807 h 542923"/>
                  <a:gd name="connsiteX133" fmla="*/ 545762 w 532960"/>
                  <a:gd name="connsiteY133" fmla="*/ 408070 h 542923"/>
                  <a:gd name="connsiteX134" fmla="*/ 545772 w 532960"/>
                  <a:gd name="connsiteY134" fmla="*/ 444203 h 542923"/>
                  <a:gd name="connsiteX135" fmla="*/ 545778 w 532960"/>
                  <a:gd name="connsiteY135" fmla="*/ 480484 h 542923"/>
                  <a:gd name="connsiteX136" fmla="*/ 545785 w 532960"/>
                  <a:gd name="connsiteY136" fmla="*/ 502068 h 542923"/>
                  <a:gd name="connsiteX137" fmla="*/ 545785 w 532960"/>
                  <a:gd name="connsiteY137" fmla="*/ 518140 h 542923"/>
                  <a:gd name="connsiteX138" fmla="*/ 545789 w 532960"/>
                  <a:gd name="connsiteY138" fmla="*/ 524676 h 542923"/>
                  <a:gd name="connsiteX139" fmla="*/ 545787 w 532960"/>
                  <a:gd name="connsiteY139" fmla="*/ 533498 h 542923"/>
                  <a:gd name="connsiteX140" fmla="*/ 545794 w 532960"/>
                  <a:gd name="connsiteY140" fmla="*/ 536116 h 542923"/>
                  <a:gd name="connsiteX141" fmla="*/ 544783 w 532960"/>
                  <a:gd name="connsiteY141" fmla="*/ 542934 h 542923"/>
                  <a:gd name="connsiteX142" fmla="*/ 538092 w 532960"/>
                  <a:gd name="connsiteY142" fmla="*/ 543041 h 542923"/>
                  <a:gd name="connsiteX143" fmla="*/ 535944 w 532960"/>
                  <a:gd name="connsiteY143" fmla="*/ 543043 h 542923"/>
                  <a:gd name="connsiteX144" fmla="*/ 528764 w 532960"/>
                  <a:gd name="connsiteY144" fmla="*/ 543035 h 542923"/>
                  <a:gd name="connsiteX145" fmla="*/ 523638 w 532960"/>
                  <a:gd name="connsiteY145" fmla="*/ 543035 h 542923"/>
                  <a:gd name="connsiteX146" fmla="*/ 509677 w 532960"/>
                  <a:gd name="connsiteY146" fmla="*/ 543024 h 542923"/>
                  <a:gd name="connsiteX147" fmla="*/ 495104 w 532960"/>
                  <a:gd name="connsiteY147" fmla="*/ 543017 h 542923"/>
                  <a:gd name="connsiteX148" fmla="*/ 467487 w 532960"/>
                  <a:gd name="connsiteY148" fmla="*/ 542998 h 542923"/>
                  <a:gd name="connsiteX149" fmla="*/ 436055 w 532960"/>
                  <a:gd name="connsiteY149" fmla="*/ 542979 h 542923"/>
                  <a:gd name="connsiteX150" fmla="*/ 371378 w 532960"/>
                  <a:gd name="connsiteY150" fmla="*/ 542934 h 542923"/>
                  <a:gd name="connsiteX151" fmla="*/ 370870 w 532960"/>
                  <a:gd name="connsiteY151" fmla="*/ 541223 h 542923"/>
                  <a:gd name="connsiteX152" fmla="*/ 370177 w 532960"/>
                  <a:gd name="connsiteY152" fmla="*/ 538999 h 542923"/>
                  <a:gd name="connsiteX153" fmla="*/ 369501 w 532960"/>
                  <a:gd name="connsiteY153" fmla="*/ 536785 h 542923"/>
                  <a:gd name="connsiteX154" fmla="*/ 364227 w 532960"/>
                  <a:gd name="connsiteY154" fmla="*/ 532208 h 542923"/>
                  <a:gd name="connsiteX155" fmla="*/ 362324 w 532960"/>
                  <a:gd name="connsiteY155" fmla="*/ 526614 h 542923"/>
                  <a:gd name="connsiteX156" fmla="*/ 359678 w 532960"/>
                  <a:gd name="connsiteY156" fmla="*/ 524393 h 542923"/>
                  <a:gd name="connsiteX157" fmla="*/ 357970 w 532960"/>
                  <a:gd name="connsiteY157" fmla="*/ 524163 h 542923"/>
                  <a:gd name="connsiteX158" fmla="*/ 357076 w 532960"/>
                  <a:gd name="connsiteY158" fmla="*/ 517012 h 542923"/>
                  <a:gd name="connsiteX159" fmla="*/ 351713 w 532960"/>
                  <a:gd name="connsiteY159" fmla="*/ 515225 h 542923"/>
                  <a:gd name="connsiteX160" fmla="*/ 349926 w 532960"/>
                  <a:gd name="connsiteY160" fmla="*/ 505392 h 542923"/>
                  <a:gd name="connsiteX161" fmla="*/ 344563 w 532960"/>
                  <a:gd name="connsiteY161" fmla="*/ 505392 h 542923"/>
                  <a:gd name="connsiteX162" fmla="*/ 343669 w 532960"/>
                  <a:gd name="connsiteY162" fmla="*/ 497348 h 542923"/>
                  <a:gd name="connsiteX163" fmla="*/ 341658 w 532960"/>
                  <a:gd name="connsiteY163" fmla="*/ 496957 h 542923"/>
                  <a:gd name="connsiteX164" fmla="*/ 336560 w 532960"/>
                  <a:gd name="connsiteY164" fmla="*/ 489362 h 542923"/>
                  <a:gd name="connsiteX165" fmla="*/ 333166 w 532960"/>
                  <a:gd name="connsiteY165" fmla="*/ 486119 h 542923"/>
                  <a:gd name="connsiteX166" fmla="*/ 331155 w 532960"/>
                  <a:gd name="connsiteY166" fmla="*/ 485728 h 542923"/>
                  <a:gd name="connsiteX167" fmla="*/ 331155 w 532960"/>
                  <a:gd name="connsiteY167" fmla="*/ 478577 h 542923"/>
                  <a:gd name="connsiteX168" fmla="*/ 328697 w 532960"/>
                  <a:gd name="connsiteY168" fmla="*/ 477739 h 542923"/>
                  <a:gd name="connsiteX169" fmla="*/ 323159 w 532960"/>
                  <a:gd name="connsiteY169" fmla="*/ 469604 h 542923"/>
                  <a:gd name="connsiteX170" fmla="*/ 320324 w 532960"/>
                  <a:gd name="connsiteY170" fmla="*/ 467160 h 542923"/>
                  <a:gd name="connsiteX171" fmla="*/ 318641 w 532960"/>
                  <a:gd name="connsiteY171" fmla="*/ 466957 h 542923"/>
                  <a:gd name="connsiteX172" fmla="*/ 318529 w 532960"/>
                  <a:gd name="connsiteY172" fmla="*/ 463996 h 542923"/>
                  <a:gd name="connsiteX173" fmla="*/ 317747 w 532960"/>
                  <a:gd name="connsiteY173" fmla="*/ 460700 h 542923"/>
                  <a:gd name="connsiteX174" fmla="*/ 315122 w 532960"/>
                  <a:gd name="connsiteY174" fmla="*/ 459415 h 542923"/>
                  <a:gd name="connsiteX175" fmla="*/ 311822 w 532960"/>
                  <a:gd name="connsiteY175" fmla="*/ 456399 h 542923"/>
                  <a:gd name="connsiteX176" fmla="*/ 311159 w 532960"/>
                  <a:gd name="connsiteY176" fmla="*/ 452575 h 542923"/>
                  <a:gd name="connsiteX177" fmla="*/ 307859 w 532960"/>
                  <a:gd name="connsiteY177" fmla="*/ 449080 h 542923"/>
                  <a:gd name="connsiteX178" fmla="*/ 304685 w 532960"/>
                  <a:gd name="connsiteY178" fmla="*/ 445491 h 542923"/>
                  <a:gd name="connsiteX179" fmla="*/ 304340 w 532960"/>
                  <a:gd name="connsiteY179" fmla="*/ 440142 h 542923"/>
                  <a:gd name="connsiteX180" fmla="*/ 299870 w 532960"/>
                  <a:gd name="connsiteY180" fmla="*/ 439248 h 542923"/>
                  <a:gd name="connsiteX181" fmla="*/ 299441 w 532960"/>
                  <a:gd name="connsiteY181" fmla="*/ 437583 h 542923"/>
                  <a:gd name="connsiteX182" fmla="*/ 294843 w 532960"/>
                  <a:gd name="connsiteY182" fmla="*/ 429807 h 542923"/>
                  <a:gd name="connsiteX183" fmla="*/ 292234 w 532960"/>
                  <a:gd name="connsiteY183" fmla="*/ 426783 h 542923"/>
                  <a:gd name="connsiteX184" fmla="*/ 291826 w 532960"/>
                  <a:gd name="connsiteY184" fmla="*/ 421371 h 542923"/>
                  <a:gd name="connsiteX185" fmla="*/ 289256 w 532960"/>
                  <a:gd name="connsiteY185" fmla="*/ 420924 h 542923"/>
                  <a:gd name="connsiteX186" fmla="*/ 285866 w 532960"/>
                  <a:gd name="connsiteY186" fmla="*/ 417935 h 542923"/>
                  <a:gd name="connsiteX187" fmla="*/ 285174 w 532960"/>
                  <a:gd name="connsiteY187" fmla="*/ 414046 h 542923"/>
                  <a:gd name="connsiteX188" fmla="*/ 284675 w 532960"/>
                  <a:gd name="connsiteY188" fmla="*/ 412433 h 542923"/>
                  <a:gd name="connsiteX189" fmla="*/ 282441 w 532960"/>
                  <a:gd name="connsiteY189" fmla="*/ 411651 h 542923"/>
                  <a:gd name="connsiteX190" fmla="*/ 280206 w 532960"/>
                  <a:gd name="connsiteY190" fmla="*/ 410645 h 542923"/>
                  <a:gd name="connsiteX191" fmla="*/ 279312 w 532960"/>
                  <a:gd name="connsiteY191" fmla="*/ 406176 h 542923"/>
                  <a:gd name="connsiteX192" fmla="*/ 278418 w 532960"/>
                  <a:gd name="connsiteY192" fmla="*/ 401707 h 542923"/>
                  <a:gd name="connsiteX193" fmla="*/ 273949 w 532960"/>
                  <a:gd name="connsiteY193" fmla="*/ 399919 h 542923"/>
                  <a:gd name="connsiteX194" fmla="*/ 273111 w 532960"/>
                  <a:gd name="connsiteY194" fmla="*/ 397293 h 542923"/>
                  <a:gd name="connsiteX195" fmla="*/ 272161 w 532960"/>
                  <a:gd name="connsiteY195" fmla="*/ 394556 h 542923"/>
                  <a:gd name="connsiteX196" fmla="*/ 269480 w 532960"/>
                  <a:gd name="connsiteY196" fmla="*/ 393383 h 542923"/>
                  <a:gd name="connsiteX197" fmla="*/ 266208 w 532960"/>
                  <a:gd name="connsiteY197" fmla="*/ 389989 h 542923"/>
                  <a:gd name="connsiteX198" fmla="*/ 265517 w 532960"/>
                  <a:gd name="connsiteY198" fmla="*/ 385645 h 542923"/>
                  <a:gd name="connsiteX199" fmla="*/ 262664 w 532960"/>
                  <a:gd name="connsiteY199" fmla="*/ 382433 h 542923"/>
                  <a:gd name="connsiteX200" fmla="*/ 260541 w 532960"/>
                  <a:gd name="connsiteY200" fmla="*/ 382042 h 542923"/>
                  <a:gd name="connsiteX201" fmla="*/ 259648 w 532960"/>
                  <a:gd name="connsiteY201" fmla="*/ 373998 h 542923"/>
                  <a:gd name="connsiteX202" fmla="*/ 257190 w 532960"/>
                  <a:gd name="connsiteY202" fmla="*/ 373551 h 542923"/>
                  <a:gd name="connsiteX203" fmla="*/ 251652 w 532960"/>
                  <a:gd name="connsiteY203" fmla="*/ 366648 h 542923"/>
                  <a:gd name="connsiteX204" fmla="*/ 248817 w 532960"/>
                  <a:gd name="connsiteY204" fmla="*/ 364392 h 542923"/>
                  <a:gd name="connsiteX205" fmla="*/ 247134 w 532960"/>
                  <a:gd name="connsiteY205" fmla="*/ 364165 h 542923"/>
                  <a:gd name="connsiteX206" fmla="*/ 247190 w 532960"/>
                  <a:gd name="connsiteY206" fmla="*/ 361204 h 542923"/>
                  <a:gd name="connsiteX207" fmla="*/ 246240 w 532960"/>
                  <a:gd name="connsiteY207" fmla="*/ 355227 h 542923"/>
                  <a:gd name="connsiteX208" fmla="*/ 243670 w 532960"/>
                  <a:gd name="connsiteY208" fmla="*/ 354165 h 542923"/>
                  <a:gd name="connsiteX209" fmla="*/ 238901 w 532960"/>
                  <a:gd name="connsiteY209" fmla="*/ 346952 h 542923"/>
                  <a:gd name="connsiteX210" fmla="*/ 238195 w 532960"/>
                  <a:gd name="connsiteY210" fmla="*/ 345395 h 542923"/>
                  <a:gd name="connsiteX211" fmla="*/ 233726 w 532960"/>
                  <a:gd name="connsiteY211" fmla="*/ 344501 h 542923"/>
                  <a:gd name="connsiteX212" fmla="*/ 233726 w 532960"/>
                  <a:gd name="connsiteY212" fmla="*/ 336456 h 542923"/>
                  <a:gd name="connsiteX213" fmla="*/ 231156 w 532960"/>
                  <a:gd name="connsiteY213" fmla="*/ 335507 h 542923"/>
                  <a:gd name="connsiteX214" fmla="*/ 227469 w 532960"/>
                  <a:gd name="connsiteY214" fmla="*/ 330590 h 542923"/>
                  <a:gd name="connsiteX215" fmla="*/ 226575 w 532960"/>
                  <a:gd name="connsiteY215" fmla="*/ 327518 h 542923"/>
                  <a:gd name="connsiteX216" fmla="*/ 221212 w 532960"/>
                  <a:gd name="connsiteY216" fmla="*/ 325730 h 542923"/>
                  <a:gd name="connsiteX217" fmla="*/ 221101 w 532960"/>
                  <a:gd name="connsiteY217" fmla="*/ 322322 h 542923"/>
                  <a:gd name="connsiteX218" fmla="*/ 220319 w 532960"/>
                  <a:gd name="connsiteY218" fmla="*/ 318579 h 542923"/>
                  <a:gd name="connsiteX219" fmla="*/ 214955 w 532960"/>
                  <a:gd name="connsiteY219" fmla="*/ 315898 h 542923"/>
                  <a:gd name="connsiteX220" fmla="*/ 213671 w 532960"/>
                  <a:gd name="connsiteY220" fmla="*/ 310357 h 542923"/>
                  <a:gd name="connsiteX221" fmla="*/ 210877 w 532960"/>
                  <a:gd name="connsiteY221" fmla="*/ 307518 h 542923"/>
                  <a:gd name="connsiteX222" fmla="*/ 208699 w 532960"/>
                  <a:gd name="connsiteY222" fmla="*/ 306959 h 542923"/>
                  <a:gd name="connsiteX223" fmla="*/ 207805 w 532960"/>
                  <a:gd name="connsiteY223" fmla="*/ 298021 h 542923"/>
                  <a:gd name="connsiteX224" fmla="*/ 202442 w 532960"/>
                  <a:gd name="connsiteY224" fmla="*/ 297127 h 542923"/>
                  <a:gd name="connsiteX225" fmla="*/ 202239 w 532960"/>
                  <a:gd name="connsiteY225" fmla="*/ 295430 h 542923"/>
                  <a:gd name="connsiteX226" fmla="*/ 200654 w 532960"/>
                  <a:gd name="connsiteY226" fmla="*/ 289083 h 542923"/>
                  <a:gd name="connsiteX227" fmla="*/ 195291 w 532960"/>
                  <a:gd name="connsiteY227" fmla="*/ 287295 h 542923"/>
                  <a:gd name="connsiteX228" fmla="*/ 194397 w 532960"/>
                  <a:gd name="connsiteY228" fmla="*/ 278357 h 542923"/>
                  <a:gd name="connsiteX229" fmla="*/ 189034 w 532960"/>
                  <a:gd name="connsiteY229" fmla="*/ 277463 h 542923"/>
                  <a:gd name="connsiteX230" fmla="*/ 188364 w 532960"/>
                  <a:gd name="connsiteY230" fmla="*/ 274222 h 542923"/>
                  <a:gd name="connsiteX231" fmla="*/ 183671 w 532960"/>
                  <a:gd name="connsiteY231" fmla="*/ 264949 h 542923"/>
                  <a:gd name="connsiteX232" fmla="*/ 181883 w 532960"/>
                  <a:gd name="connsiteY232" fmla="*/ 264055 h 542923"/>
                  <a:gd name="connsiteX233" fmla="*/ 181883 w 532960"/>
                  <a:gd name="connsiteY233" fmla="*/ 542934 h 542923"/>
                  <a:gd name="connsiteX234" fmla="*/ 97918 w 532960"/>
                  <a:gd name="connsiteY234" fmla="*/ 542989 h 542923"/>
                  <a:gd name="connsiteX235" fmla="*/ 71358 w 532960"/>
                  <a:gd name="connsiteY235" fmla="*/ 543014 h 542923"/>
                  <a:gd name="connsiteX236" fmla="*/ 55711 w 532960"/>
                  <a:gd name="connsiteY236" fmla="*/ 543019 h 542923"/>
                  <a:gd name="connsiteX237" fmla="*/ 45218 w 532960"/>
                  <a:gd name="connsiteY237" fmla="*/ 543028 h 542923"/>
                  <a:gd name="connsiteX238" fmla="*/ 31859 w 532960"/>
                  <a:gd name="connsiteY238" fmla="*/ 543035 h 542923"/>
                  <a:gd name="connsiteX239" fmla="*/ 26940 w 532960"/>
                  <a:gd name="connsiteY239" fmla="*/ 543040 h 542923"/>
                  <a:gd name="connsiteX240" fmla="*/ 20328 w 532960"/>
                  <a:gd name="connsiteY240" fmla="*/ 543041 h 542923"/>
                  <a:gd name="connsiteX241" fmla="*/ 18355 w 532960"/>
                  <a:gd name="connsiteY241" fmla="*/ 543049 h 542923"/>
                  <a:gd name="connsiteX242" fmla="*/ 12947 w 532960"/>
                  <a:gd name="connsiteY242" fmla="*/ 542040 h 542923"/>
                  <a:gd name="connsiteX243" fmla="*/ 12837 w 532960"/>
                  <a:gd name="connsiteY243" fmla="*/ 533498 h 542923"/>
                  <a:gd name="connsiteX244" fmla="*/ 12834 w 532960"/>
                  <a:gd name="connsiteY244" fmla="*/ 530733 h 542923"/>
                  <a:gd name="connsiteX245" fmla="*/ 12840 w 532960"/>
                  <a:gd name="connsiteY245" fmla="*/ 521436 h 542923"/>
                  <a:gd name="connsiteX246" fmla="*/ 12837 w 532960"/>
                  <a:gd name="connsiteY246" fmla="*/ 514753 h 542923"/>
                  <a:gd name="connsiteX247" fmla="*/ 12841 w 532960"/>
                  <a:gd name="connsiteY247" fmla="*/ 500160 h 542923"/>
                  <a:gd name="connsiteX248" fmla="*/ 12846 w 532960"/>
                  <a:gd name="connsiteY248" fmla="*/ 478459 h 542923"/>
                  <a:gd name="connsiteX249" fmla="*/ 12853 w 532960"/>
                  <a:gd name="connsiteY249" fmla="*/ 441962 h 542923"/>
                  <a:gd name="connsiteX250" fmla="*/ 12862 w 532960"/>
                  <a:gd name="connsiteY250" fmla="*/ 405807 h 542923"/>
                  <a:gd name="connsiteX251" fmla="*/ 12863 w 532960"/>
                  <a:gd name="connsiteY251" fmla="*/ 403539 h 542923"/>
                  <a:gd name="connsiteX252" fmla="*/ 12863 w 532960"/>
                  <a:gd name="connsiteY252" fmla="*/ 392137 h 542923"/>
                  <a:gd name="connsiteX253" fmla="*/ 12880 w 532960"/>
                  <a:gd name="connsiteY253" fmla="*/ 311311 h 542923"/>
                  <a:gd name="connsiteX254" fmla="*/ 12898 w 532960"/>
                  <a:gd name="connsiteY254" fmla="*/ 232772 h 542923"/>
                  <a:gd name="connsiteX255" fmla="*/ 12899 w 532960"/>
                  <a:gd name="connsiteY255" fmla="*/ 230328 h 542923"/>
                  <a:gd name="connsiteX256" fmla="*/ 12902 w 532960"/>
                  <a:gd name="connsiteY256" fmla="*/ 206031 h 542923"/>
                  <a:gd name="connsiteX257" fmla="*/ 12909 w 532960"/>
                  <a:gd name="connsiteY257" fmla="*/ 156533 h 542923"/>
                  <a:gd name="connsiteX258" fmla="*/ 12910 w 532960"/>
                  <a:gd name="connsiteY258" fmla="*/ 154234 h 542923"/>
                  <a:gd name="connsiteX259" fmla="*/ 12947 w 532960"/>
                  <a:gd name="connsiteY259" fmla="*/ 2159 h 542923"/>
                  <a:gd name="connsiteX260" fmla="*/ 23172 w 532960"/>
                  <a:gd name="connsiteY260" fmla="*/ 151 h 5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532960" h="542923">
                    <a:moveTo>
                      <a:pt x="23172" y="151"/>
                    </a:moveTo>
                    <a:cubicBezTo>
                      <a:pt x="23844" y="149"/>
                      <a:pt x="24517" y="146"/>
                      <a:pt x="25209" y="144"/>
                    </a:cubicBezTo>
                    <a:cubicBezTo>
                      <a:pt x="27463" y="139"/>
                      <a:pt x="29716" y="147"/>
                      <a:pt x="31969" y="155"/>
                    </a:cubicBezTo>
                    <a:cubicBezTo>
                      <a:pt x="33584" y="154"/>
                      <a:pt x="35199" y="152"/>
                      <a:pt x="36815" y="149"/>
                    </a:cubicBezTo>
                    <a:cubicBezTo>
                      <a:pt x="41202" y="145"/>
                      <a:pt x="45590" y="152"/>
                      <a:pt x="49978" y="161"/>
                    </a:cubicBezTo>
                    <a:cubicBezTo>
                      <a:pt x="54567" y="169"/>
                      <a:pt x="59156" y="167"/>
                      <a:pt x="63744" y="167"/>
                    </a:cubicBezTo>
                    <a:cubicBezTo>
                      <a:pt x="71451" y="168"/>
                      <a:pt x="79157" y="176"/>
                      <a:pt x="86864" y="188"/>
                    </a:cubicBezTo>
                    <a:cubicBezTo>
                      <a:pt x="95778" y="202"/>
                      <a:pt x="104691" y="207"/>
                      <a:pt x="113605" y="206"/>
                    </a:cubicBezTo>
                    <a:cubicBezTo>
                      <a:pt x="122175" y="205"/>
                      <a:pt x="130744" y="210"/>
                      <a:pt x="139314" y="217"/>
                    </a:cubicBezTo>
                    <a:cubicBezTo>
                      <a:pt x="142963" y="220"/>
                      <a:pt x="146613" y="222"/>
                      <a:pt x="150262" y="223"/>
                    </a:cubicBezTo>
                    <a:cubicBezTo>
                      <a:pt x="154558" y="223"/>
                      <a:pt x="158855" y="229"/>
                      <a:pt x="163151" y="238"/>
                    </a:cubicBezTo>
                    <a:cubicBezTo>
                      <a:pt x="164729" y="241"/>
                      <a:pt x="166307" y="242"/>
                      <a:pt x="167886" y="241"/>
                    </a:cubicBezTo>
                    <a:cubicBezTo>
                      <a:pt x="170037" y="241"/>
                      <a:pt x="172188" y="246"/>
                      <a:pt x="174340" y="252"/>
                    </a:cubicBezTo>
                    <a:cubicBezTo>
                      <a:pt x="174967" y="251"/>
                      <a:pt x="175594" y="249"/>
                      <a:pt x="176240" y="248"/>
                    </a:cubicBezTo>
                    <a:cubicBezTo>
                      <a:pt x="179146" y="263"/>
                      <a:pt x="181785" y="375"/>
                      <a:pt x="184565" y="1266"/>
                    </a:cubicBezTo>
                    <a:cubicBezTo>
                      <a:pt x="184565" y="2445"/>
                      <a:pt x="184565" y="3625"/>
                      <a:pt x="184565" y="4841"/>
                    </a:cubicBezTo>
                    <a:cubicBezTo>
                      <a:pt x="185745" y="4841"/>
                      <a:pt x="186925" y="4841"/>
                      <a:pt x="188140" y="4841"/>
                    </a:cubicBezTo>
                    <a:cubicBezTo>
                      <a:pt x="188143" y="5455"/>
                      <a:pt x="188145" y="6069"/>
                      <a:pt x="188147" y="6702"/>
                    </a:cubicBezTo>
                    <a:cubicBezTo>
                      <a:pt x="188253" y="9163"/>
                      <a:pt x="188427" y="11390"/>
                      <a:pt x="189034" y="13779"/>
                    </a:cubicBezTo>
                    <a:cubicBezTo>
                      <a:pt x="191581" y="15351"/>
                      <a:pt x="191581" y="15351"/>
                      <a:pt x="194397" y="16461"/>
                    </a:cubicBezTo>
                    <a:cubicBezTo>
                      <a:pt x="195322" y="18533"/>
                      <a:pt x="196217" y="20619"/>
                      <a:pt x="197079" y="22718"/>
                    </a:cubicBezTo>
                    <a:cubicBezTo>
                      <a:pt x="197853" y="23142"/>
                      <a:pt x="198627" y="23566"/>
                      <a:pt x="199425" y="24003"/>
                    </a:cubicBezTo>
                    <a:cubicBezTo>
                      <a:pt x="201548" y="25399"/>
                      <a:pt x="201548" y="25399"/>
                      <a:pt x="202033" y="27145"/>
                    </a:cubicBezTo>
                    <a:cubicBezTo>
                      <a:pt x="202250" y="28939"/>
                      <a:pt x="202353" y="30745"/>
                      <a:pt x="202442" y="32550"/>
                    </a:cubicBezTo>
                    <a:cubicBezTo>
                      <a:pt x="203124" y="32698"/>
                      <a:pt x="203806" y="32845"/>
                      <a:pt x="204509" y="32997"/>
                    </a:cubicBezTo>
                    <a:cubicBezTo>
                      <a:pt x="207700" y="34778"/>
                      <a:pt x="207814" y="36457"/>
                      <a:pt x="208863" y="39813"/>
                    </a:cubicBezTo>
                    <a:cubicBezTo>
                      <a:pt x="209501" y="41741"/>
                      <a:pt x="209501" y="41741"/>
                      <a:pt x="211883" y="42773"/>
                    </a:cubicBezTo>
                    <a:cubicBezTo>
                      <a:pt x="214062" y="44170"/>
                      <a:pt x="214062" y="44170"/>
                      <a:pt x="214746" y="46111"/>
                    </a:cubicBezTo>
                    <a:cubicBezTo>
                      <a:pt x="215187" y="48142"/>
                      <a:pt x="215560" y="50157"/>
                      <a:pt x="215849" y="52215"/>
                    </a:cubicBezTo>
                    <a:cubicBezTo>
                      <a:pt x="217324" y="52510"/>
                      <a:pt x="218799" y="52804"/>
                      <a:pt x="220319" y="53108"/>
                    </a:cubicBezTo>
                    <a:cubicBezTo>
                      <a:pt x="220623" y="54823"/>
                      <a:pt x="220623" y="54823"/>
                      <a:pt x="220933" y="56572"/>
                    </a:cubicBezTo>
                    <a:cubicBezTo>
                      <a:pt x="221358" y="58558"/>
                      <a:pt x="221358" y="58558"/>
                      <a:pt x="222106" y="60259"/>
                    </a:cubicBezTo>
                    <a:cubicBezTo>
                      <a:pt x="222844" y="60517"/>
                      <a:pt x="223581" y="60775"/>
                      <a:pt x="224341" y="61041"/>
                    </a:cubicBezTo>
                    <a:cubicBezTo>
                      <a:pt x="225078" y="61373"/>
                      <a:pt x="225816" y="61705"/>
                      <a:pt x="226575" y="62047"/>
                    </a:cubicBezTo>
                    <a:cubicBezTo>
                      <a:pt x="227106" y="64065"/>
                      <a:pt x="227106" y="64065"/>
                      <a:pt x="227469" y="66516"/>
                    </a:cubicBezTo>
                    <a:cubicBezTo>
                      <a:pt x="227783" y="68911"/>
                      <a:pt x="227783" y="68911"/>
                      <a:pt x="228363" y="70985"/>
                    </a:cubicBezTo>
                    <a:cubicBezTo>
                      <a:pt x="230530" y="72031"/>
                      <a:pt x="230530" y="72031"/>
                      <a:pt x="232832" y="72773"/>
                    </a:cubicBezTo>
                    <a:cubicBezTo>
                      <a:pt x="233562" y="74386"/>
                      <a:pt x="233562" y="74386"/>
                      <a:pt x="234173" y="76348"/>
                    </a:cubicBezTo>
                    <a:cubicBezTo>
                      <a:pt x="235107" y="79479"/>
                      <a:pt x="235107" y="79479"/>
                      <a:pt x="237916" y="81264"/>
                    </a:cubicBezTo>
                    <a:cubicBezTo>
                      <a:pt x="238598" y="81412"/>
                      <a:pt x="239280" y="81559"/>
                      <a:pt x="239983" y="81711"/>
                    </a:cubicBezTo>
                    <a:cubicBezTo>
                      <a:pt x="240278" y="84366"/>
                      <a:pt x="240573" y="87021"/>
                      <a:pt x="240877" y="89756"/>
                    </a:cubicBezTo>
                    <a:cubicBezTo>
                      <a:pt x="242647" y="90346"/>
                      <a:pt x="244417" y="90936"/>
                      <a:pt x="246240" y="91544"/>
                    </a:cubicBezTo>
                    <a:cubicBezTo>
                      <a:pt x="246535" y="93903"/>
                      <a:pt x="246830" y="96263"/>
                      <a:pt x="247134" y="98694"/>
                    </a:cubicBezTo>
                    <a:cubicBezTo>
                      <a:pt x="248904" y="98989"/>
                      <a:pt x="250673" y="99284"/>
                      <a:pt x="252497" y="99588"/>
                    </a:cubicBezTo>
                    <a:cubicBezTo>
                      <a:pt x="253087" y="102833"/>
                      <a:pt x="253677" y="106077"/>
                      <a:pt x="254285" y="109420"/>
                    </a:cubicBezTo>
                    <a:cubicBezTo>
                      <a:pt x="256054" y="109420"/>
                      <a:pt x="257824" y="109420"/>
                      <a:pt x="259648" y="109420"/>
                    </a:cubicBezTo>
                    <a:cubicBezTo>
                      <a:pt x="259650" y="109970"/>
                      <a:pt x="259652" y="110520"/>
                      <a:pt x="259655" y="111086"/>
                    </a:cubicBezTo>
                    <a:cubicBezTo>
                      <a:pt x="259762" y="113324"/>
                      <a:pt x="259932" y="115306"/>
                      <a:pt x="260541" y="117465"/>
                    </a:cubicBezTo>
                    <a:cubicBezTo>
                      <a:pt x="262306" y="118404"/>
                      <a:pt x="264095" y="119297"/>
                      <a:pt x="265904" y="120147"/>
                    </a:cubicBezTo>
                    <a:cubicBezTo>
                      <a:pt x="266938" y="122542"/>
                      <a:pt x="267266" y="124695"/>
                      <a:pt x="267692" y="127297"/>
                    </a:cubicBezTo>
                    <a:cubicBezTo>
                      <a:pt x="269462" y="127592"/>
                      <a:pt x="271232" y="127887"/>
                      <a:pt x="273055" y="128191"/>
                    </a:cubicBezTo>
                    <a:cubicBezTo>
                      <a:pt x="273026" y="129995"/>
                      <a:pt x="272997" y="131799"/>
                      <a:pt x="272968" y="133603"/>
                    </a:cubicBezTo>
                    <a:cubicBezTo>
                      <a:pt x="272942" y="135415"/>
                      <a:pt x="272942" y="135415"/>
                      <a:pt x="273949" y="137130"/>
                    </a:cubicBezTo>
                    <a:cubicBezTo>
                      <a:pt x="274631" y="137295"/>
                      <a:pt x="275313" y="137461"/>
                      <a:pt x="276016" y="137632"/>
                    </a:cubicBezTo>
                    <a:cubicBezTo>
                      <a:pt x="279759" y="139634"/>
                      <a:pt x="280574" y="143108"/>
                      <a:pt x="281994" y="146962"/>
                    </a:cubicBezTo>
                    <a:cubicBezTo>
                      <a:pt x="283173" y="146962"/>
                      <a:pt x="284353" y="146962"/>
                      <a:pt x="285569" y="146962"/>
                    </a:cubicBezTo>
                    <a:cubicBezTo>
                      <a:pt x="285571" y="147576"/>
                      <a:pt x="285574" y="148190"/>
                      <a:pt x="285576" y="148823"/>
                    </a:cubicBezTo>
                    <a:cubicBezTo>
                      <a:pt x="285682" y="151283"/>
                      <a:pt x="285856" y="153511"/>
                      <a:pt x="286463" y="155900"/>
                    </a:cubicBezTo>
                    <a:cubicBezTo>
                      <a:pt x="289010" y="157472"/>
                      <a:pt x="289010" y="157472"/>
                      <a:pt x="291826" y="158582"/>
                    </a:cubicBezTo>
                    <a:cubicBezTo>
                      <a:pt x="292754" y="160652"/>
                      <a:pt x="293651" y="162737"/>
                      <a:pt x="294507" y="164839"/>
                    </a:cubicBezTo>
                    <a:cubicBezTo>
                      <a:pt x="296320" y="165518"/>
                      <a:pt x="296320" y="165518"/>
                      <a:pt x="298083" y="165732"/>
                    </a:cubicBezTo>
                    <a:cubicBezTo>
                      <a:pt x="298383" y="167035"/>
                      <a:pt x="298680" y="168339"/>
                      <a:pt x="298977" y="169643"/>
                    </a:cubicBezTo>
                    <a:cubicBezTo>
                      <a:pt x="299143" y="170369"/>
                      <a:pt x="299308" y="171095"/>
                      <a:pt x="299479" y="171843"/>
                    </a:cubicBezTo>
                    <a:cubicBezTo>
                      <a:pt x="299870" y="173777"/>
                      <a:pt x="299870" y="173777"/>
                      <a:pt x="299870" y="175565"/>
                    </a:cubicBezTo>
                    <a:cubicBezTo>
                      <a:pt x="300866" y="175537"/>
                      <a:pt x="300866" y="175537"/>
                      <a:pt x="301882" y="175509"/>
                    </a:cubicBezTo>
                    <a:cubicBezTo>
                      <a:pt x="304340" y="176459"/>
                      <a:pt x="304340" y="176459"/>
                      <a:pt x="305307" y="178246"/>
                    </a:cubicBezTo>
                    <a:cubicBezTo>
                      <a:pt x="305885" y="179684"/>
                      <a:pt x="306431" y="181136"/>
                      <a:pt x="306941" y="182600"/>
                    </a:cubicBezTo>
                    <a:cubicBezTo>
                      <a:pt x="307749" y="184648"/>
                      <a:pt x="307749" y="184648"/>
                      <a:pt x="309741" y="185393"/>
                    </a:cubicBezTo>
                    <a:cubicBezTo>
                      <a:pt x="311490" y="186291"/>
                      <a:pt x="311490" y="186291"/>
                      <a:pt x="312231" y="188225"/>
                    </a:cubicBezTo>
                    <a:cubicBezTo>
                      <a:pt x="312417" y="189314"/>
                      <a:pt x="312417" y="189314"/>
                      <a:pt x="312608" y="190425"/>
                    </a:cubicBezTo>
                    <a:cubicBezTo>
                      <a:pt x="312808" y="191521"/>
                      <a:pt x="312808" y="191521"/>
                      <a:pt x="313013" y="192638"/>
                    </a:cubicBezTo>
                    <a:cubicBezTo>
                      <a:pt x="313100" y="193198"/>
                      <a:pt x="313188" y="193758"/>
                      <a:pt x="313278" y="194335"/>
                    </a:cubicBezTo>
                    <a:cubicBezTo>
                      <a:pt x="314753" y="194630"/>
                      <a:pt x="316228" y="194925"/>
                      <a:pt x="317747" y="195229"/>
                    </a:cubicBezTo>
                    <a:cubicBezTo>
                      <a:pt x="317932" y="196188"/>
                      <a:pt x="318116" y="197147"/>
                      <a:pt x="318306" y="198134"/>
                    </a:cubicBezTo>
                    <a:cubicBezTo>
                      <a:pt x="319212" y="201678"/>
                      <a:pt x="319212" y="201678"/>
                      <a:pt x="322272" y="203162"/>
                    </a:cubicBezTo>
                    <a:cubicBezTo>
                      <a:pt x="324898" y="205061"/>
                      <a:pt x="324898" y="205061"/>
                      <a:pt x="325446" y="207066"/>
                    </a:cubicBezTo>
                    <a:cubicBezTo>
                      <a:pt x="325657" y="209089"/>
                      <a:pt x="325783" y="211072"/>
                      <a:pt x="325792" y="213106"/>
                    </a:cubicBezTo>
                    <a:cubicBezTo>
                      <a:pt x="327562" y="213696"/>
                      <a:pt x="329331" y="214286"/>
                      <a:pt x="331155" y="214894"/>
                    </a:cubicBezTo>
                    <a:cubicBezTo>
                      <a:pt x="331210" y="216359"/>
                      <a:pt x="331210" y="216359"/>
                      <a:pt x="331267" y="217855"/>
                    </a:cubicBezTo>
                    <a:cubicBezTo>
                      <a:pt x="331654" y="219486"/>
                      <a:pt x="331654" y="219486"/>
                      <a:pt x="332049" y="221151"/>
                    </a:cubicBezTo>
                    <a:cubicBezTo>
                      <a:pt x="332915" y="221538"/>
                      <a:pt x="333782" y="221925"/>
                      <a:pt x="334674" y="222324"/>
                    </a:cubicBezTo>
                    <a:cubicBezTo>
                      <a:pt x="335578" y="222822"/>
                      <a:pt x="336481" y="223319"/>
                      <a:pt x="337412" y="223832"/>
                    </a:cubicBezTo>
                    <a:cubicBezTo>
                      <a:pt x="338068" y="226132"/>
                      <a:pt x="338366" y="228389"/>
                      <a:pt x="338693" y="230756"/>
                    </a:cubicBezTo>
                    <a:cubicBezTo>
                      <a:pt x="339017" y="233034"/>
                      <a:pt x="339017" y="233034"/>
                      <a:pt x="341546" y="234223"/>
                    </a:cubicBezTo>
                    <a:cubicBezTo>
                      <a:pt x="342246" y="234334"/>
                      <a:pt x="342947" y="234444"/>
                      <a:pt x="343669" y="234558"/>
                    </a:cubicBezTo>
                    <a:cubicBezTo>
                      <a:pt x="343964" y="236623"/>
                      <a:pt x="344259" y="238688"/>
                      <a:pt x="344563" y="240815"/>
                    </a:cubicBezTo>
                    <a:cubicBezTo>
                      <a:pt x="346332" y="241110"/>
                      <a:pt x="348102" y="241405"/>
                      <a:pt x="349926" y="241709"/>
                    </a:cubicBezTo>
                    <a:cubicBezTo>
                      <a:pt x="350810" y="244659"/>
                      <a:pt x="351695" y="247608"/>
                      <a:pt x="352607" y="250647"/>
                    </a:cubicBezTo>
                    <a:cubicBezTo>
                      <a:pt x="354082" y="250942"/>
                      <a:pt x="355557" y="251237"/>
                      <a:pt x="357076" y="251541"/>
                    </a:cubicBezTo>
                    <a:cubicBezTo>
                      <a:pt x="357371" y="254196"/>
                      <a:pt x="357666" y="256851"/>
                      <a:pt x="357970" y="259586"/>
                    </a:cubicBezTo>
                    <a:cubicBezTo>
                      <a:pt x="359740" y="260176"/>
                      <a:pt x="361510" y="260766"/>
                      <a:pt x="363333" y="261374"/>
                    </a:cubicBezTo>
                    <a:cubicBezTo>
                      <a:pt x="363410" y="261977"/>
                      <a:pt x="363488" y="262581"/>
                      <a:pt x="363567" y="263203"/>
                    </a:cubicBezTo>
                    <a:cubicBezTo>
                      <a:pt x="364251" y="268385"/>
                      <a:pt x="364251" y="268385"/>
                      <a:pt x="367411" y="272323"/>
                    </a:cubicBezTo>
                    <a:cubicBezTo>
                      <a:pt x="368130" y="272839"/>
                      <a:pt x="368849" y="273355"/>
                      <a:pt x="369590" y="273887"/>
                    </a:cubicBezTo>
                    <a:cubicBezTo>
                      <a:pt x="370316" y="276792"/>
                      <a:pt x="370316" y="276792"/>
                      <a:pt x="370484" y="279250"/>
                    </a:cubicBezTo>
                    <a:cubicBezTo>
                      <a:pt x="371369" y="279250"/>
                      <a:pt x="372254" y="279250"/>
                      <a:pt x="373165" y="279250"/>
                    </a:cubicBezTo>
                    <a:cubicBezTo>
                      <a:pt x="372300" y="275858"/>
                      <a:pt x="372300" y="275858"/>
                      <a:pt x="370484" y="272993"/>
                    </a:cubicBezTo>
                    <a:cubicBezTo>
                      <a:pt x="370397" y="271549"/>
                      <a:pt x="370373" y="270101"/>
                      <a:pt x="370374" y="268654"/>
                    </a:cubicBezTo>
                    <a:cubicBezTo>
                      <a:pt x="370372" y="267709"/>
                      <a:pt x="370370" y="266763"/>
                      <a:pt x="370369" y="265790"/>
                    </a:cubicBezTo>
                    <a:cubicBezTo>
                      <a:pt x="370371" y="264738"/>
                      <a:pt x="370374" y="263687"/>
                      <a:pt x="370376" y="262604"/>
                    </a:cubicBezTo>
                    <a:cubicBezTo>
                      <a:pt x="370375" y="260944"/>
                      <a:pt x="370375" y="260944"/>
                      <a:pt x="370374" y="259250"/>
                    </a:cubicBezTo>
                    <a:cubicBezTo>
                      <a:pt x="370373" y="256164"/>
                      <a:pt x="370376" y="253078"/>
                      <a:pt x="370380" y="249993"/>
                    </a:cubicBezTo>
                    <a:cubicBezTo>
                      <a:pt x="370384" y="246670"/>
                      <a:pt x="370383" y="243348"/>
                      <a:pt x="370382" y="240025"/>
                    </a:cubicBezTo>
                    <a:cubicBezTo>
                      <a:pt x="370382" y="234264"/>
                      <a:pt x="370384" y="228503"/>
                      <a:pt x="370389" y="222742"/>
                    </a:cubicBezTo>
                    <a:cubicBezTo>
                      <a:pt x="370397" y="214412"/>
                      <a:pt x="370399" y="206082"/>
                      <a:pt x="370400" y="197752"/>
                    </a:cubicBezTo>
                    <a:cubicBezTo>
                      <a:pt x="370402" y="184239"/>
                      <a:pt x="370408" y="170726"/>
                      <a:pt x="370417" y="157213"/>
                    </a:cubicBezTo>
                    <a:cubicBezTo>
                      <a:pt x="370425" y="144083"/>
                      <a:pt x="370431" y="130953"/>
                      <a:pt x="370435" y="117823"/>
                    </a:cubicBezTo>
                    <a:cubicBezTo>
                      <a:pt x="370435" y="116610"/>
                      <a:pt x="370435" y="116610"/>
                      <a:pt x="370436" y="115372"/>
                    </a:cubicBezTo>
                    <a:cubicBezTo>
                      <a:pt x="370437" y="111315"/>
                      <a:pt x="370438" y="107258"/>
                      <a:pt x="370439" y="103201"/>
                    </a:cubicBezTo>
                    <a:cubicBezTo>
                      <a:pt x="370448" y="69521"/>
                      <a:pt x="370464" y="35840"/>
                      <a:pt x="370484" y="2159"/>
                    </a:cubicBezTo>
                    <a:cubicBezTo>
                      <a:pt x="374947" y="704"/>
                      <a:pt x="378920" y="114"/>
                      <a:pt x="383627" y="145"/>
                    </a:cubicBezTo>
                    <a:cubicBezTo>
                      <a:pt x="384292" y="142"/>
                      <a:pt x="384958" y="139"/>
                      <a:pt x="385643" y="136"/>
                    </a:cubicBezTo>
                    <a:cubicBezTo>
                      <a:pt x="387857" y="129"/>
                      <a:pt x="390071" y="135"/>
                      <a:pt x="392285" y="140"/>
                    </a:cubicBezTo>
                    <a:cubicBezTo>
                      <a:pt x="393879" y="138"/>
                      <a:pt x="395472" y="135"/>
                      <a:pt x="397066" y="131"/>
                    </a:cubicBezTo>
                    <a:cubicBezTo>
                      <a:pt x="401384" y="123"/>
                      <a:pt x="405701" y="126"/>
                      <a:pt x="410019" y="132"/>
                    </a:cubicBezTo>
                    <a:cubicBezTo>
                      <a:pt x="414542" y="136"/>
                      <a:pt x="419065" y="132"/>
                      <a:pt x="423588" y="129"/>
                    </a:cubicBezTo>
                    <a:cubicBezTo>
                      <a:pt x="431183" y="126"/>
                      <a:pt x="438778" y="130"/>
                      <a:pt x="446373" y="139"/>
                    </a:cubicBezTo>
                    <a:cubicBezTo>
                      <a:pt x="455148" y="148"/>
                      <a:pt x="463924" y="145"/>
                      <a:pt x="472699" y="135"/>
                    </a:cubicBezTo>
                    <a:cubicBezTo>
                      <a:pt x="480239" y="127"/>
                      <a:pt x="487779" y="126"/>
                      <a:pt x="495320" y="131"/>
                    </a:cubicBezTo>
                    <a:cubicBezTo>
                      <a:pt x="499821" y="134"/>
                      <a:pt x="504321" y="134"/>
                      <a:pt x="508822" y="128"/>
                    </a:cubicBezTo>
                    <a:cubicBezTo>
                      <a:pt x="513054" y="123"/>
                      <a:pt x="517286" y="127"/>
                      <a:pt x="521517" y="137"/>
                    </a:cubicBezTo>
                    <a:cubicBezTo>
                      <a:pt x="523069" y="139"/>
                      <a:pt x="524620" y="139"/>
                      <a:pt x="526171" y="135"/>
                    </a:cubicBezTo>
                    <a:cubicBezTo>
                      <a:pt x="528292" y="130"/>
                      <a:pt x="530413" y="136"/>
                      <a:pt x="532534" y="145"/>
                    </a:cubicBezTo>
                    <a:cubicBezTo>
                      <a:pt x="533144" y="141"/>
                      <a:pt x="533755" y="137"/>
                      <a:pt x="534384" y="133"/>
                    </a:cubicBezTo>
                    <a:cubicBezTo>
                      <a:pt x="538427" y="165"/>
                      <a:pt x="541823" y="999"/>
                      <a:pt x="545677" y="2159"/>
                    </a:cubicBezTo>
                    <a:cubicBezTo>
                      <a:pt x="545692" y="53617"/>
                      <a:pt x="545706" y="105075"/>
                      <a:pt x="545715" y="156533"/>
                    </a:cubicBezTo>
                    <a:cubicBezTo>
                      <a:pt x="545715" y="157294"/>
                      <a:pt x="545715" y="158055"/>
                      <a:pt x="545715" y="158839"/>
                    </a:cubicBezTo>
                    <a:cubicBezTo>
                      <a:pt x="545718" y="175375"/>
                      <a:pt x="545720" y="191911"/>
                      <a:pt x="545723" y="208446"/>
                    </a:cubicBezTo>
                    <a:cubicBezTo>
                      <a:pt x="545724" y="216555"/>
                      <a:pt x="545725" y="224664"/>
                      <a:pt x="545726" y="232772"/>
                    </a:cubicBezTo>
                    <a:cubicBezTo>
                      <a:pt x="545726" y="233982"/>
                      <a:pt x="545726" y="233982"/>
                      <a:pt x="545726" y="235217"/>
                    </a:cubicBezTo>
                    <a:cubicBezTo>
                      <a:pt x="545730" y="261396"/>
                      <a:pt x="545737" y="287575"/>
                      <a:pt x="545745" y="313754"/>
                    </a:cubicBezTo>
                    <a:cubicBezTo>
                      <a:pt x="545754" y="340645"/>
                      <a:pt x="545759" y="367535"/>
                      <a:pt x="545761" y="394426"/>
                    </a:cubicBezTo>
                    <a:cubicBezTo>
                      <a:pt x="545761" y="398220"/>
                      <a:pt x="545761" y="402013"/>
                      <a:pt x="545762" y="405807"/>
                    </a:cubicBezTo>
                    <a:cubicBezTo>
                      <a:pt x="545762" y="406554"/>
                      <a:pt x="545762" y="407300"/>
                      <a:pt x="545762" y="408070"/>
                    </a:cubicBezTo>
                    <a:cubicBezTo>
                      <a:pt x="545763" y="420114"/>
                      <a:pt x="545767" y="432158"/>
                      <a:pt x="545772" y="444203"/>
                    </a:cubicBezTo>
                    <a:cubicBezTo>
                      <a:pt x="545778" y="456296"/>
                      <a:pt x="545780" y="468390"/>
                      <a:pt x="545778" y="480484"/>
                    </a:cubicBezTo>
                    <a:cubicBezTo>
                      <a:pt x="545778" y="487678"/>
                      <a:pt x="545780" y="494873"/>
                      <a:pt x="545785" y="502068"/>
                    </a:cubicBezTo>
                    <a:cubicBezTo>
                      <a:pt x="545789" y="507426"/>
                      <a:pt x="545788" y="512783"/>
                      <a:pt x="545785" y="518140"/>
                    </a:cubicBezTo>
                    <a:cubicBezTo>
                      <a:pt x="545785" y="520319"/>
                      <a:pt x="545786" y="522498"/>
                      <a:pt x="545789" y="524676"/>
                    </a:cubicBezTo>
                    <a:cubicBezTo>
                      <a:pt x="545792" y="527617"/>
                      <a:pt x="545790" y="530558"/>
                      <a:pt x="545787" y="533498"/>
                    </a:cubicBezTo>
                    <a:cubicBezTo>
                      <a:pt x="545789" y="534362"/>
                      <a:pt x="545792" y="535226"/>
                      <a:pt x="545794" y="536116"/>
                    </a:cubicBezTo>
                    <a:cubicBezTo>
                      <a:pt x="545779" y="541938"/>
                      <a:pt x="545779" y="541938"/>
                      <a:pt x="544783" y="542934"/>
                    </a:cubicBezTo>
                    <a:cubicBezTo>
                      <a:pt x="542545" y="543021"/>
                      <a:pt x="540331" y="543050"/>
                      <a:pt x="538092" y="543041"/>
                    </a:cubicBezTo>
                    <a:cubicBezTo>
                      <a:pt x="537384" y="543042"/>
                      <a:pt x="536675" y="543043"/>
                      <a:pt x="535944" y="543043"/>
                    </a:cubicBezTo>
                    <a:cubicBezTo>
                      <a:pt x="533551" y="543045"/>
                      <a:pt x="531157" y="543040"/>
                      <a:pt x="528764" y="543035"/>
                    </a:cubicBezTo>
                    <a:cubicBezTo>
                      <a:pt x="527055" y="543035"/>
                      <a:pt x="525346" y="543035"/>
                      <a:pt x="523638" y="543035"/>
                    </a:cubicBezTo>
                    <a:cubicBezTo>
                      <a:pt x="518984" y="543036"/>
                      <a:pt x="514331" y="543030"/>
                      <a:pt x="509677" y="543024"/>
                    </a:cubicBezTo>
                    <a:cubicBezTo>
                      <a:pt x="504819" y="543019"/>
                      <a:pt x="499962" y="543018"/>
                      <a:pt x="495104" y="543017"/>
                    </a:cubicBezTo>
                    <a:cubicBezTo>
                      <a:pt x="485898" y="543014"/>
                      <a:pt x="476693" y="543007"/>
                      <a:pt x="467487" y="542998"/>
                    </a:cubicBezTo>
                    <a:cubicBezTo>
                      <a:pt x="457010" y="542988"/>
                      <a:pt x="446532" y="542983"/>
                      <a:pt x="436055" y="542979"/>
                    </a:cubicBezTo>
                    <a:cubicBezTo>
                      <a:pt x="414496" y="542969"/>
                      <a:pt x="392937" y="542953"/>
                      <a:pt x="371378" y="542934"/>
                    </a:cubicBezTo>
                    <a:cubicBezTo>
                      <a:pt x="371126" y="542087"/>
                      <a:pt x="371126" y="542087"/>
                      <a:pt x="370870" y="541223"/>
                    </a:cubicBezTo>
                    <a:cubicBezTo>
                      <a:pt x="370641" y="540489"/>
                      <a:pt x="370412" y="539755"/>
                      <a:pt x="370177" y="538999"/>
                    </a:cubicBezTo>
                    <a:cubicBezTo>
                      <a:pt x="369954" y="538268"/>
                      <a:pt x="369731" y="537538"/>
                      <a:pt x="369501" y="536785"/>
                    </a:cubicBezTo>
                    <a:cubicBezTo>
                      <a:pt x="368388" y="534162"/>
                      <a:pt x="366649" y="533600"/>
                      <a:pt x="364227" y="532208"/>
                    </a:cubicBezTo>
                    <a:cubicBezTo>
                      <a:pt x="363410" y="530367"/>
                      <a:pt x="362841" y="528559"/>
                      <a:pt x="362324" y="526614"/>
                    </a:cubicBezTo>
                    <a:cubicBezTo>
                      <a:pt x="361671" y="524858"/>
                      <a:pt x="361671" y="524858"/>
                      <a:pt x="359678" y="524393"/>
                    </a:cubicBezTo>
                    <a:cubicBezTo>
                      <a:pt x="358832" y="524279"/>
                      <a:pt x="358832" y="524279"/>
                      <a:pt x="357970" y="524163"/>
                    </a:cubicBezTo>
                    <a:cubicBezTo>
                      <a:pt x="357675" y="521803"/>
                      <a:pt x="357380" y="519443"/>
                      <a:pt x="357076" y="517012"/>
                    </a:cubicBezTo>
                    <a:cubicBezTo>
                      <a:pt x="355306" y="516422"/>
                      <a:pt x="353537" y="515832"/>
                      <a:pt x="351713" y="515225"/>
                    </a:cubicBezTo>
                    <a:cubicBezTo>
                      <a:pt x="351123" y="511980"/>
                      <a:pt x="350533" y="508735"/>
                      <a:pt x="349926" y="505392"/>
                    </a:cubicBezTo>
                    <a:cubicBezTo>
                      <a:pt x="348156" y="505392"/>
                      <a:pt x="346386" y="505392"/>
                      <a:pt x="344563" y="505392"/>
                    </a:cubicBezTo>
                    <a:cubicBezTo>
                      <a:pt x="344268" y="502738"/>
                      <a:pt x="343973" y="500083"/>
                      <a:pt x="343669" y="497348"/>
                    </a:cubicBezTo>
                    <a:cubicBezTo>
                      <a:pt x="343005" y="497219"/>
                      <a:pt x="342341" y="497090"/>
                      <a:pt x="341658" y="496957"/>
                    </a:cubicBezTo>
                    <a:cubicBezTo>
                      <a:pt x="338313" y="495056"/>
                      <a:pt x="337922" y="492840"/>
                      <a:pt x="336560" y="489362"/>
                    </a:cubicBezTo>
                    <a:cubicBezTo>
                      <a:pt x="335711" y="487266"/>
                      <a:pt x="335711" y="487266"/>
                      <a:pt x="333166" y="486119"/>
                    </a:cubicBezTo>
                    <a:cubicBezTo>
                      <a:pt x="332502" y="485990"/>
                      <a:pt x="331839" y="485861"/>
                      <a:pt x="331155" y="485728"/>
                    </a:cubicBezTo>
                    <a:cubicBezTo>
                      <a:pt x="331155" y="483368"/>
                      <a:pt x="331155" y="481008"/>
                      <a:pt x="331155" y="478577"/>
                    </a:cubicBezTo>
                    <a:cubicBezTo>
                      <a:pt x="330344" y="478300"/>
                      <a:pt x="329533" y="478024"/>
                      <a:pt x="328697" y="477739"/>
                    </a:cubicBezTo>
                    <a:cubicBezTo>
                      <a:pt x="325103" y="475458"/>
                      <a:pt x="324491" y="473522"/>
                      <a:pt x="323159" y="469604"/>
                    </a:cubicBezTo>
                    <a:cubicBezTo>
                      <a:pt x="322369" y="467669"/>
                      <a:pt x="322369" y="467669"/>
                      <a:pt x="320324" y="467160"/>
                    </a:cubicBezTo>
                    <a:cubicBezTo>
                      <a:pt x="319769" y="467093"/>
                      <a:pt x="319213" y="467026"/>
                      <a:pt x="318641" y="466957"/>
                    </a:cubicBezTo>
                    <a:cubicBezTo>
                      <a:pt x="318586" y="465491"/>
                      <a:pt x="318586" y="465491"/>
                      <a:pt x="318529" y="463996"/>
                    </a:cubicBezTo>
                    <a:cubicBezTo>
                      <a:pt x="318271" y="462908"/>
                      <a:pt x="318013" y="461821"/>
                      <a:pt x="317747" y="460700"/>
                    </a:cubicBezTo>
                    <a:cubicBezTo>
                      <a:pt x="316448" y="460064"/>
                      <a:pt x="316448" y="460064"/>
                      <a:pt x="315122" y="459415"/>
                    </a:cubicBezTo>
                    <a:cubicBezTo>
                      <a:pt x="312384" y="458019"/>
                      <a:pt x="312384" y="458019"/>
                      <a:pt x="311822" y="456399"/>
                    </a:cubicBezTo>
                    <a:cubicBezTo>
                      <a:pt x="311600" y="455124"/>
                      <a:pt x="311378" y="453850"/>
                      <a:pt x="311159" y="452575"/>
                    </a:cubicBezTo>
                    <a:cubicBezTo>
                      <a:pt x="310677" y="450514"/>
                      <a:pt x="310677" y="450514"/>
                      <a:pt x="307859" y="449080"/>
                    </a:cubicBezTo>
                    <a:cubicBezTo>
                      <a:pt x="305233" y="447293"/>
                      <a:pt x="305233" y="447293"/>
                      <a:pt x="304685" y="445491"/>
                    </a:cubicBezTo>
                    <a:cubicBezTo>
                      <a:pt x="304477" y="443716"/>
                      <a:pt x="304399" y="441928"/>
                      <a:pt x="304340" y="440142"/>
                    </a:cubicBezTo>
                    <a:cubicBezTo>
                      <a:pt x="302865" y="439847"/>
                      <a:pt x="301390" y="439552"/>
                      <a:pt x="299870" y="439248"/>
                    </a:cubicBezTo>
                    <a:cubicBezTo>
                      <a:pt x="299658" y="438424"/>
                      <a:pt x="299658" y="438424"/>
                      <a:pt x="299441" y="437583"/>
                    </a:cubicBezTo>
                    <a:cubicBezTo>
                      <a:pt x="298269" y="432895"/>
                      <a:pt x="298269" y="432895"/>
                      <a:pt x="294843" y="429807"/>
                    </a:cubicBezTo>
                    <a:cubicBezTo>
                      <a:pt x="292720" y="428522"/>
                      <a:pt x="292720" y="428522"/>
                      <a:pt x="292234" y="426783"/>
                    </a:cubicBezTo>
                    <a:cubicBezTo>
                      <a:pt x="292018" y="424987"/>
                      <a:pt x="291915" y="423178"/>
                      <a:pt x="291826" y="421371"/>
                    </a:cubicBezTo>
                    <a:cubicBezTo>
                      <a:pt x="290978" y="421224"/>
                      <a:pt x="290130" y="421076"/>
                      <a:pt x="289256" y="420924"/>
                    </a:cubicBezTo>
                    <a:cubicBezTo>
                      <a:pt x="286463" y="419583"/>
                      <a:pt x="286463" y="419583"/>
                      <a:pt x="285866" y="417935"/>
                    </a:cubicBezTo>
                    <a:cubicBezTo>
                      <a:pt x="285629" y="416640"/>
                      <a:pt x="285398" y="415344"/>
                      <a:pt x="285174" y="414046"/>
                    </a:cubicBezTo>
                    <a:cubicBezTo>
                      <a:pt x="284927" y="413247"/>
                      <a:pt x="284927" y="413247"/>
                      <a:pt x="284675" y="412433"/>
                    </a:cubicBezTo>
                    <a:cubicBezTo>
                      <a:pt x="283938" y="412175"/>
                      <a:pt x="283200" y="411917"/>
                      <a:pt x="282441" y="411651"/>
                    </a:cubicBezTo>
                    <a:cubicBezTo>
                      <a:pt x="281703" y="411319"/>
                      <a:pt x="280966" y="410987"/>
                      <a:pt x="280206" y="410645"/>
                    </a:cubicBezTo>
                    <a:cubicBezTo>
                      <a:pt x="279675" y="408627"/>
                      <a:pt x="279675" y="408627"/>
                      <a:pt x="279312" y="406176"/>
                    </a:cubicBezTo>
                    <a:cubicBezTo>
                      <a:pt x="279002" y="403785"/>
                      <a:pt x="279002" y="403785"/>
                      <a:pt x="278418" y="401707"/>
                    </a:cubicBezTo>
                    <a:cubicBezTo>
                      <a:pt x="276235" y="400535"/>
                      <a:pt x="276235" y="400535"/>
                      <a:pt x="273949" y="399919"/>
                    </a:cubicBezTo>
                    <a:cubicBezTo>
                      <a:pt x="273534" y="398619"/>
                      <a:pt x="273534" y="398619"/>
                      <a:pt x="273111" y="397293"/>
                    </a:cubicBezTo>
                    <a:cubicBezTo>
                      <a:pt x="272798" y="396390"/>
                      <a:pt x="272484" y="395487"/>
                      <a:pt x="272161" y="394556"/>
                    </a:cubicBezTo>
                    <a:cubicBezTo>
                      <a:pt x="271276" y="394169"/>
                      <a:pt x="270392" y="393782"/>
                      <a:pt x="269480" y="393383"/>
                    </a:cubicBezTo>
                    <a:cubicBezTo>
                      <a:pt x="266798" y="391874"/>
                      <a:pt x="266798" y="391874"/>
                      <a:pt x="266208" y="389989"/>
                    </a:cubicBezTo>
                    <a:cubicBezTo>
                      <a:pt x="265971" y="388542"/>
                      <a:pt x="265740" y="387094"/>
                      <a:pt x="265517" y="385645"/>
                    </a:cubicBezTo>
                    <a:cubicBezTo>
                      <a:pt x="265158" y="383552"/>
                      <a:pt x="265158" y="383552"/>
                      <a:pt x="262664" y="382433"/>
                    </a:cubicBezTo>
                    <a:cubicBezTo>
                      <a:pt x="261964" y="382304"/>
                      <a:pt x="261263" y="382175"/>
                      <a:pt x="260541" y="382042"/>
                    </a:cubicBezTo>
                    <a:cubicBezTo>
                      <a:pt x="260246" y="379387"/>
                      <a:pt x="259951" y="376733"/>
                      <a:pt x="259648" y="373998"/>
                    </a:cubicBezTo>
                    <a:cubicBezTo>
                      <a:pt x="258836" y="373850"/>
                      <a:pt x="258025" y="373703"/>
                      <a:pt x="257190" y="373551"/>
                    </a:cubicBezTo>
                    <a:cubicBezTo>
                      <a:pt x="253534" y="371863"/>
                      <a:pt x="253032" y="370282"/>
                      <a:pt x="251652" y="366648"/>
                    </a:cubicBezTo>
                    <a:cubicBezTo>
                      <a:pt x="250829" y="364874"/>
                      <a:pt x="250829" y="364874"/>
                      <a:pt x="248817" y="364392"/>
                    </a:cubicBezTo>
                    <a:cubicBezTo>
                      <a:pt x="248261" y="364317"/>
                      <a:pt x="247706" y="364242"/>
                      <a:pt x="247134" y="364165"/>
                    </a:cubicBezTo>
                    <a:cubicBezTo>
                      <a:pt x="247152" y="363188"/>
                      <a:pt x="247171" y="362211"/>
                      <a:pt x="247190" y="361204"/>
                    </a:cubicBezTo>
                    <a:cubicBezTo>
                      <a:pt x="247300" y="357959"/>
                      <a:pt x="247300" y="357959"/>
                      <a:pt x="246240" y="355227"/>
                    </a:cubicBezTo>
                    <a:cubicBezTo>
                      <a:pt x="245392" y="354877"/>
                      <a:pt x="244544" y="354526"/>
                      <a:pt x="243670" y="354165"/>
                    </a:cubicBezTo>
                    <a:cubicBezTo>
                      <a:pt x="240156" y="352127"/>
                      <a:pt x="240027" y="350657"/>
                      <a:pt x="238901" y="346952"/>
                    </a:cubicBezTo>
                    <a:cubicBezTo>
                      <a:pt x="238668" y="346438"/>
                      <a:pt x="238435" y="345924"/>
                      <a:pt x="238195" y="345395"/>
                    </a:cubicBezTo>
                    <a:cubicBezTo>
                      <a:pt x="235897" y="344381"/>
                      <a:pt x="235897" y="344381"/>
                      <a:pt x="233726" y="344501"/>
                    </a:cubicBezTo>
                    <a:cubicBezTo>
                      <a:pt x="233726" y="341846"/>
                      <a:pt x="233726" y="339191"/>
                      <a:pt x="233726" y="336456"/>
                    </a:cubicBezTo>
                    <a:cubicBezTo>
                      <a:pt x="232878" y="336143"/>
                      <a:pt x="232030" y="335829"/>
                      <a:pt x="231156" y="335507"/>
                    </a:cubicBezTo>
                    <a:cubicBezTo>
                      <a:pt x="228363" y="333775"/>
                      <a:pt x="228363" y="333775"/>
                      <a:pt x="227469" y="330590"/>
                    </a:cubicBezTo>
                    <a:cubicBezTo>
                      <a:pt x="227174" y="329576"/>
                      <a:pt x="226879" y="328562"/>
                      <a:pt x="226575" y="327518"/>
                    </a:cubicBezTo>
                    <a:cubicBezTo>
                      <a:pt x="223889" y="326149"/>
                      <a:pt x="223889" y="326149"/>
                      <a:pt x="221212" y="325730"/>
                    </a:cubicBezTo>
                    <a:cubicBezTo>
                      <a:pt x="221176" y="324606"/>
                      <a:pt x="221139" y="323481"/>
                      <a:pt x="221101" y="322322"/>
                    </a:cubicBezTo>
                    <a:cubicBezTo>
                      <a:pt x="220932" y="320340"/>
                      <a:pt x="220932" y="320340"/>
                      <a:pt x="220319" y="318579"/>
                    </a:cubicBezTo>
                    <a:cubicBezTo>
                      <a:pt x="218538" y="317670"/>
                      <a:pt x="216750" y="316777"/>
                      <a:pt x="214955" y="315898"/>
                    </a:cubicBezTo>
                    <a:cubicBezTo>
                      <a:pt x="214306" y="314062"/>
                      <a:pt x="214007" y="312273"/>
                      <a:pt x="213671" y="310357"/>
                    </a:cubicBezTo>
                    <a:cubicBezTo>
                      <a:pt x="213286" y="308466"/>
                      <a:pt x="213286" y="308466"/>
                      <a:pt x="210877" y="307518"/>
                    </a:cubicBezTo>
                    <a:cubicBezTo>
                      <a:pt x="209799" y="307242"/>
                      <a:pt x="209799" y="307242"/>
                      <a:pt x="208699" y="306959"/>
                    </a:cubicBezTo>
                    <a:cubicBezTo>
                      <a:pt x="207262" y="304086"/>
                      <a:pt x="207753" y="301207"/>
                      <a:pt x="207805" y="298021"/>
                    </a:cubicBezTo>
                    <a:cubicBezTo>
                      <a:pt x="206035" y="297726"/>
                      <a:pt x="204265" y="297431"/>
                      <a:pt x="202442" y="297127"/>
                    </a:cubicBezTo>
                    <a:cubicBezTo>
                      <a:pt x="202375" y="296567"/>
                      <a:pt x="202308" y="296007"/>
                      <a:pt x="202239" y="295430"/>
                    </a:cubicBezTo>
                    <a:cubicBezTo>
                      <a:pt x="201879" y="293189"/>
                      <a:pt x="201489" y="291197"/>
                      <a:pt x="200654" y="289083"/>
                    </a:cubicBezTo>
                    <a:cubicBezTo>
                      <a:pt x="197988" y="287571"/>
                      <a:pt x="197988" y="287571"/>
                      <a:pt x="195291" y="287295"/>
                    </a:cubicBezTo>
                    <a:cubicBezTo>
                      <a:pt x="194996" y="284345"/>
                      <a:pt x="194701" y="281396"/>
                      <a:pt x="194397" y="278357"/>
                    </a:cubicBezTo>
                    <a:cubicBezTo>
                      <a:pt x="192627" y="278062"/>
                      <a:pt x="190858" y="277767"/>
                      <a:pt x="189034" y="277463"/>
                    </a:cubicBezTo>
                    <a:cubicBezTo>
                      <a:pt x="188813" y="276393"/>
                      <a:pt x="188592" y="275324"/>
                      <a:pt x="188364" y="274222"/>
                    </a:cubicBezTo>
                    <a:cubicBezTo>
                      <a:pt x="187459" y="270585"/>
                      <a:pt x="185994" y="267925"/>
                      <a:pt x="183671" y="264949"/>
                    </a:cubicBezTo>
                    <a:cubicBezTo>
                      <a:pt x="183081" y="264654"/>
                      <a:pt x="182491" y="264359"/>
                      <a:pt x="181883" y="264055"/>
                    </a:cubicBezTo>
                    <a:cubicBezTo>
                      <a:pt x="181883" y="356085"/>
                      <a:pt x="181883" y="448115"/>
                      <a:pt x="181883" y="542934"/>
                    </a:cubicBezTo>
                    <a:cubicBezTo>
                      <a:pt x="154175" y="542952"/>
                      <a:pt x="126466" y="542971"/>
                      <a:pt x="97918" y="542989"/>
                    </a:cubicBezTo>
                    <a:cubicBezTo>
                      <a:pt x="89153" y="542998"/>
                      <a:pt x="80388" y="543006"/>
                      <a:pt x="71358" y="543014"/>
                    </a:cubicBezTo>
                    <a:cubicBezTo>
                      <a:pt x="60695" y="543018"/>
                      <a:pt x="60695" y="543018"/>
                      <a:pt x="55711" y="543019"/>
                    </a:cubicBezTo>
                    <a:cubicBezTo>
                      <a:pt x="52213" y="543020"/>
                      <a:pt x="48716" y="543023"/>
                      <a:pt x="45218" y="543028"/>
                    </a:cubicBezTo>
                    <a:cubicBezTo>
                      <a:pt x="40765" y="543034"/>
                      <a:pt x="36312" y="543036"/>
                      <a:pt x="31859" y="543035"/>
                    </a:cubicBezTo>
                    <a:cubicBezTo>
                      <a:pt x="30219" y="543035"/>
                      <a:pt x="28580" y="543037"/>
                      <a:pt x="26940" y="543040"/>
                    </a:cubicBezTo>
                    <a:cubicBezTo>
                      <a:pt x="24736" y="543045"/>
                      <a:pt x="22532" y="543044"/>
                      <a:pt x="20328" y="543041"/>
                    </a:cubicBezTo>
                    <a:cubicBezTo>
                      <a:pt x="19352" y="543045"/>
                      <a:pt x="19352" y="543045"/>
                      <a:pt x="18355" y="543049"/>
                    </a:cubicBezTo>
                    <a:cubicBezTo>
                      <a:pt x="13943" y="543036"/>
                      <a:pt x="13943" y="543036"/>
                      <a:pt x="12947" y="542040"/>
                    </a:cubicBezTo>
                    <a:cubicBezTo>
                      <a:pt x="12859" y="539186"/>
                      <a:pt x="12830" y="536352"/>
                      <a:pt x="12837" y="533498"/>
                    </a:cubicBezTo>
                    <a:cubicBezTo>
                      <a:pt x="12836" y="532586"/>
                      <a:pt x="12835" y="531673"/>
                      <a:pt x="12834" y="530733"/>
                    </a:cubicBezTo>
                    <a:cubicBezTo>
                      <a:pt x="12832" y="527634"/>
                      <a:pt x="12836" y="524535"/>
                      <a:pt x="12840" y="521436"/>
                    </a:cubicBezTo>
                    <a:cubicBezTo>
                      <a:pt x="12839" y="519209"/>
                      <a:pt x="12839" y="516981"/>
                      <a:pt x="12837" y="514753"/>
                    </a:cubicBezTo>
                    <a:cubicBezTo>
                      <a:pt x="12836" y="509889"/>
                      <a:pt x="12837" y="505024"/>
                      <a:pt x="12841" y="500160"/>
                    </a:cubicBezTo>
                    <a:cubicBezTo>
                      <a:pt x="12846" y="492926"/>
                      <a:pt x="12846" y="485693"/>
                      <a:pt x="12846" y="478459"/>
                    </a:cubicBezTo>
                    <a:cubicBezTo>
                      <a:pt x="12844" y="466293"/>
                      <a:pt x="12847" y="454128"/>
                      <a:pt x="12853" y="441962"/>
                    </a:cubicBezTo>
                    <a:cubicBezTo>
                      <a:pt x="12858" y="429910"/>
                      <a:pt x="12861" y="417858"/>
                      <a:pt x="12862" y="405807"/>
                    </a:cubicBezTo>
                    <a:cubicBezTo>
                      <a:pt x="12863" y="405058"/>
                      <a:pt x="12863" y="404310"/>
                      <a:pt x="12863" y="403539"/>
                    </a:cubicBezTo>
                    <a:cubicBezTo>
                      <a:pt x="12863" y="399738"/>
                      <a:pt x="12863" y="395938"/>
                      <a:pt x="12863" y="392137"/>
                    </a:cubicBezTo>
                    <a:cubicBezTo>
                      <a:pt x="12865" y="365195"/>
                      <a:pt x="12871" y="338253"/>
                      <a:pt x="12880" y="311311"/>
                    </a:cubicBezTo>
                    <a:cubicBezTo>
                      <a:pt x="12888" y="285131"/>
                      <a:pt x="12894" y="258952"/>
                      <a:pt x="12898" y="232772"/>
                    </a:cubicBezTo>
                    <a:cubicBezTo>
                      <a:pt x="12898" y="231966"/>
                      <a:pt x="12898" y="231159"/>
                      <a:pt x="12899" y="230328"/>
                    </a:cubicBezTo>
                    <a:cubicBezTo>
                      <a:pt x="12900" y="222229"/>
                      <a:pt x="12901" y="214130"/>
                      <a:pt x="12902" y="206031"/>
                    </a:cubicBezTo>
                    <a:cubicBezTo>
                      <a:pt x="12904" y="189532"/>
                      <a:pt x="12907" y="173033"/>
                      <a:pt x="12909" y="156533"/>
                    </a:cubicBezTo>
                    <a:cubicBezTo>
                      <a:pt x="12910" y="155774"/>
                      <a:pt x="12910" y="155016"/>
                      <a:pt x="12910" y="154234"/>
                    </a:cubicBezTo>
                    <a:cubicBezTo>
                      <a:pt x="12918" y="103543"/>
                      <a:pt x="12932" y="52851"/>
                      <a:pt x="12947" y="2159"/>
                    </a:cubicBezTo>
                    <a:cubicBezTo>
                      <a:pt x="16396" y="263"/>
                      <a:pt x="19302" y="122"/>
                      <a:pt x="23172" y="151"/>
                    </a:cubicBezTo>
                    <a:close/>
                  </a:path>
                </a:pathLst>
              </a:custGeom>
              <a:grpFill/>
              <a:ln w="894" cap="flat">
                <a:noFill/>
                <a:prstDash val="solid"/>
                <a:miter/>
              </a:ln>
            </p:spPr>
            <p:txBody>
              <a:bodyPr rtlCol="0" anchor="ctr"/>
              <a:lstStyle/>
              <a:p>
                <a:endParaRPr lang="zh-CN" altLang="en-US"/>
              </a:p>
            </p:txBody>
          </p:sp>
          <p:sp>
            <p:nvSpPr>
              <p:cNvPr id="169" name="任意多边形: 形状 168"/>
              <p:cNvSpPr/>
              <p:nvPr/>
            </p:nvSpPr>
            <p:spPr>
              <a:xfrm>
                <a:off x="4400884" y="3441686"/>
                <a:ext cx="532843" cy="549051"/>
              </a:xfrm>
              <a:custGeom>
                <a:avLst/>
                <a:gdLst>
                  <a:gd name="connsiteX0" fmla="*/ 15660 w 532843"/>
                  <a:gd name="connsiteY0" fmla="*/ 246 h 549051"/>
                  <a:gd name="connsiteX1" fmla="*/ 17819 w 532843"/>
                  <a:gd name="connsiteY1" fmla="*/ 241 h 549051"/>
                  <a:gd name="connsiteX2" fmla="*/ 24986 w 532843"/>
                  <a:gd name="connsiteY2" fmla="*/ 243 h 549051"/>
                  <a:gd name="connsiteX3" fmla="*/ 30122 w 532843"/>
                  <a:gd name="connsiteY3" fmla="*/ 239 h 549051"/>
                  <a:gd name="connsiteX4" fmla="*/ 44078 w 532843"/>
                  <a:gd name="connsiteY4" fmla="*/ 239 h 549051"/>
                  <a:gd name="connsiteX5" fmla="*/ 58671 w 532843"/>
                  <a:gd name="connsiteY5" fmla="*/ 238 h 549051"/>
                  <a:gd name="connsiteX6" fmla="*/ 83179 w 532843"/>
                  <a:gd name="connsiteY6" fmla="*/ 243 h 549051"/>
                  <a:gd name="connsiteX7" fmla="*/ 111529 w 532843"/>
                  <a:gd name="connsiteY7" fmla="*/ 241 h 549051"/>
                  <a:gd name="connsiteX8" fmla="*/ 135853 w 532843"/>
                  <a:gd name="connsiteY8" fmla="*/ 239 h 549051"/>
                  <a:gd name="connsiteX9" fmla="*/ 150388 w 532843"/>
                  <a:gd name="connsiteY9" fmla="*/ 237 h 549051"/>
                  <a:gd name="connsiteX10" fmla="*/ 164052 w 532843"/>
                  <a:gd name="connsiteY10" fmla="*/ 242 h 549051"/>
                  <a:gd name="connsiteX11" fmla="*/ 169072 w 532843"/>
                  <a:gd name="connsiteY11" fmla="*/ 241 h 549051"/>
                  <a:gd name="connsiteX12" fmla="*/ 175913 w 532843"/>
                  <a:gd name="connsiteY12" fmla="*/ 246 h 549051"/>
                  <a:gd name="connsiteX13" fmla="*/ 177930 w 532843"/>
                  <a:gd name="connsiteY13" fmla="*/ 240 h 549051"/>
                  <a:gd name="connsiteX14" fmla="*/ 186512 w 532843"/>
                  <a:gd name="connsiteY14" fmla="*/ 1253 h 549051"/>
                  <a:gd name="connsiteX15" fmla="*/ 186515 w 532843"/>
                  <a:gd name="connsiteY15" fmla="*/ 3554 h 549051"/>
                  <a:gd name="connsiteX16" fmla="*/ 186762 w 532843"/>
                  <a:gd name="connsiteY16" fmla="*/ 138443 h 549051"/>
                  <a:gd name="connsiteX17" fmla="*/ 186795 w 532843"/>
                  <a:gd name="connsiteY17" fmla="*/ 154626 h 549051"/>
                  <a:gd name="connsiteX18" fmla="*/ 186802 w 532843"/>
                  <a:gd name="connsiteY18" fmla="*/ 157880 h 549051"/>
                  <a:gd name="connsiteX19" fmla="*/ 186894 w 532843"/>
                  <a:gd name="connsiteY19" fmla="*/ 210103 h 549051"/>
                  <a:gd name="connsiteX20" fmla="*/ 186997 w 532843"/>
                  <a:gd name="connsiteY20" fmla="*/ 263655 h 549051"/>
                  <a:gd name="connsiteX21" fmla="*/ 187055 w 532843"/>
                  <a:gd name="connsiteY21" fmla="*/ 296722 h 549051"/>
                  <a:gd name="connsiteX22" fmla="*/ 187101 w 532843"/>
                  <a:gd name="connsiteY22" fmla="*/ 319371 h 549051"/>
                  <a:gd name="connsiteX23" fmla="*/ 187123 w 532843"/>
                  <a:gd name="connsiteY23" fmla="*/ 332455 h 549051"/>
                  <a:gd name="connsiteX24" fmla="*/ 187150 w 532843"/>
                  <a:gd name="connsiteY24" fmla="*/ 344418 h 549051"/>
                  <a:gd name="connsiteX25" fmla="*/ 187154 w 532843"/>
                  <a:gd name="connsiteY25" fmla="*/ 348760 h 549051"/>
                  <a:gd name="connsiteX26" fmla="*/ 187172 w 532843"/>
                  <a:gd name="connsiteY26" fmla="*/ 354636 h 549051"/>
                  <a:gd name="connsiteX27" fmla="*/ 187178 w 532843"/>
                  <a:gd name="connsiteY27" fmla="*/ 357940 h 549051"/>
                  <a:gd name="connsiteX28" fmla="*/ 189193 w 532843"/>
                  <a:gd name="connsiteY28" fmla="*/ 363259 h 549051"/>
                  <a:gd name="connsiteX29" fmla="*/ 192769 w 532843"/>
                  <a:gd name="connsiteY29" fmla="*/ 363259 h 549051"/>
                  <a:gd name="connsiteX30" fmla="*/ 192870 w 532843"/>
                  <a:gd name="connsiteY30" fmla="*/ 365902 h 549051"/>
                  <a:gd name="connsiteX31" fmla="*/ 193048 w 532843"/>
                  <a:gd name="connsiteY31" fmla="*/ 369348 h 549051"/>
                  <a:gd name="connsiteX32" fmla="*/ 193205 w 532843"/>
                  <a:gd name="connsiteY32" fmla="*/ 372773 h 549051"/>
                  <a:gd name="connsiteX33" fmla="*/ 194874 w 532843"/>
                  <a:gd name="connsiteY33" fmla="*/ 377459 h 549051"/>
                  <a:gd name="connsiteX34" fmla="*/ 199026 w 532843"/>
                  <a:gd name="connsiteY34" fmla="*/ 379348 h 549051"/>
                  <a:gd name="connsiteX35" fmla="*/ 200167 w 532843"/>
                  <a:gd name="connsiteY35" fmla="*/ 385490 h 549051"/>
                  <a:gd name="connsiteX36" fmla="*/ 202608 w 532843"/>
                  <a:gd name="connsiteY36" fmla="*/ 388374 h 549051"/>
                  <a:gd name="connsiteX37" fmla="*/ 204389 w 532843"/>
                  <a:gd name="connsiteY37" fmla="*/ 389180 h 549051"/>
                  <a:gd name="connsiteX38" fmla="*/ 205227 w 532843"/>
                  <a:gd name="connsiteY38" fmla="*/ 391862 h 549051"/>
                  <a:gd name="connsiteX39" fmla="*/ 206176 w 532843"/>
                  <a:gd name="connsiteY39" fmla="*/ 394543 h 549051"/>
                  <a:gd name="connsiteX40" fmla="*/ 208411 w 532843"/>
                  <a:gd name="connsiteY40" fmla="*/ 395437 h 549051"/>
                  <a:gd name="connsiteX41" fmla="*/ 210645 w 532843"/>
                  <a:gd name="connsiteY41" fmla="*/ 396331 h 549051"/>
                  <a:gd name="connsiteX42" fmla="*/ 212433 w 532843"/>
                  <a:gd name="connsiteY42" fmla="*/ 401694 h 549051"/>
                  <a:gd name="connsiteX43" fmla="*/ 219584 w 532843"/>
                  <a:gd name="connsiteY43" fmla="*/ 401694 h 549051"/>
                  <a:gd name="connsiteX44" fmla="*/ 220108 w 532843"/>
                  <a:gd name="connsiteY44" fmla="*/ 403855 h 549051"/>
                  <a:gd name="connsiteX45" fmla="*/ 224088 w 532843"/>
                  <a:gd name="connsiteY45" fmla="*/ 406991 h 549051"/>
                  <a:gd name="connsiteX46" fmla="*/ 227293 w 532843"/>
                  <a:gd name="connsiteY46" fmla="*/ 407336 h 549051"/>
                  <a:gd name="connsiteX47" fmla="*/ 230512 w 532843"/>
                  <a:gd name="connsiteY47" fmla="*/ 407717 h 549051"/>
                  <a:gd name="connsiteX48" fmla="*/ 232991 w 532843"/>
                  <a:gd name="connsiteY48" fmla="*/ 407951 h 549051"/>
                  <a:gd name="connsiteX49" fmla="*/ 233885 w 532843"/>
                  <a:gd name="connsiteY49" fmla="*/ 412420 h 549051"/>
                  <a:gd name="connsiteX50" fmla="*/ 243992 w 532843"/>
                  <a:gd name="connsiteY50" fmla="*/ 413444 h 549051"/>
                  <a:gd name="connsiteX51" fmla="*/ 245966 w 532843"/>
                  <a:gd name="connsiteY51" fmla="*/ 413453 h 549051"/>
                  <a:gd name="connsiteX52" fmla="*/ 252412 w 532843"/>
                  <a:gd name="connsiteY52" fmla="*/ 413464 h 549051"/>
                  <a:gd name="connsiteX53" fmla="*/ 256892 w 532843"/>
                  <a:gd name="connsiteY53" fmla="*/ 413473 h 549051"/>
                  <a:gd name="connsiteX54" fmla="*/ 266274 w 532843"/>
                  <a:gd name="connsiteY54" fmla="*/ 413480 h 549051"/>
                  <a:gd name="connsiteX55" fmla="*/ 278315 w 532843"/>
                  <a:gd name="connsiteY55" fmla="*/ 413507 h 549051"/>
                  <a:gd name="connsiteX56" fmla="*/ 287563 w 532843"/>
                  <a:gd name="connsiteY56" fmla="*/ 413518 h 549051"/>
                  <a:gd name="connsiteX57" fmla="*/ 292004 w 532843"/>
                  <a:gd name="connsiteY57" fmla="*/ 413530 h 549051"/>
                  <a:gd name="connsiteX58" fmla="*/ 298199 w 532843"/>
                  <a:gd name="connsiteY58" fmla="*/ 413531 h 549051"/>
                  <a:gd name="connsiteX59" fmla="*/ 301763 w 532843"/>
                  <a:gd name="connsiteY59" fmla="*/ 413535 h 549051"/>
                  <a:gd name="connsiteX60" fmla="*/ 306287 w 532843"/>
                  <a:gd name="connsiteY60" fmla="*/ 411526 h 549051"/>
                  <a:gd name="connsiteX61" fmla="*/ 307180 w 532843"/>
                  <a:gd name="connsiteY61" fmla="*/ 407951 h 549051"/>
                  <a:gd name="connsiteX62" fmla="*/ 309237 w 532843"/>
                  <a:gd name="connsiteY62" fmla="*/ 407850 h 549051"/>
                  <a:gd name="connsiteX63" fmla="*/ 311929 w 532843"/>
                  <a:gd name="connsiteY63" fmla="*/ 407672 h 549051"/>
                  <a:gd name="connsiteX64" fmla="*/ 314600 w 532843"/>
                  <a:gd name="connsiteY64" fmla="*/ 407514 h 549051"/>
                  <a:gd name="connsiteX65" fmla="*/ 319694 w 532843"/>
                  <a:gd name="connsiteY65" fmla="*/ 404376 h 549051"/>
                  <a:gd name="connsiteX66" fmla="*/ 320588 w 532843"/>
                  <a:gd name="connsiteY66" fmla="*/ 401694 h 549051"/>
                  <a:gd name="connsiteX67" fmla="*/ 329526 w 532843"/>
                  <a:gd name="connsiteY67" fmla="*/ 400800 h 549051"/>
                  <a:gd name="connsiteX68" fmla="*/ 329526 w 532843"/>
                  <a:gd name="connsiteY68" fmla="*/ 394543 h 549051"/>
                  <a:gd name="connsiteX69" fmla="*/ 335783 w 532843"/>
                  <a:gd name="connsiteY69" fmla="*/ 394543 h 549051"/>
                  <a:gd name="connsiteX70" fmla="*/ 335448 w 532843"/>
                  <a:gd name="connsiteY70" fmla="*/ 391638 h 549051"/>
                  <a:gd name="connsiteX71" fmla="*/ 335783 w 532843"/>
                  <a:gd name="connsiteY71" fmla="*/ 388286 h 549051"/>
                  <a:gd name="connsiteX72" fmla="*/ 341146 w 532843"/>
                  <a:gd name="connsiteY72" fmla="*/ 384711 h 549051"/>
                  <a:gd name="connsiteX73" fmla="*/ 343828 w 532843"/>
                  <a:gd name="connsiteY73" fmla="*/ 376666 h 549051"/>
                  <a:gd name="connsiteX74" fmla="*/ 348297 w 532843"/>
                  <a:gd name="connsiteY74" fmla="*/ 375773 h 549051"/>
                  <a:gd name="connsiteX75" fmla="*/ 349191 w 532843"/>
                  <a:gd name="connsiteY75" fmla="*/ 354320 h 549051"/>
                  <a:gd name="connsiteX76" fmla="*/ 353660 w 532843"/>
                  <a:gd name="connsiteY76" fmla="*/ 354320 h 549051"/>
                  <a:gd name="connsiteX77" fmla="*/ 354670 w 532843"/>
                  <a:gd name="connsiteY77" fmla="*/ 346846 h 549051"/>
                  <a:gd name="connsiteX78" fmla="*/ 354676 w 532843"/>
                  <a:gd name="connsiteY78" fmla="*/ 345048 h 549051"/>
                  <a:gd name="connsiteX79" fmla="*/ 354677 w 532843"/>
                  <a:gd name="connsiteY79" fmla="*/ 339028 h 549051"/>
                  <a:gd name="connsiteX80" fmla="*/ 354685 w 532843"/>
                  <a:gd name="connsiteY80" fmla="*/ 334691 h 549051"/>
                  <a:gd name="connsiteX81" fmla="*/ 354694 w 532843"/>
                  <a:gd name="connsiteY81" fmla="*/ 322729 h 549051"/>
                  <a:gd name="connsiteX82" fmla="*/ 354709 w 532843"/>
                  <a:gd name="connsiteY82" fmla="*/ 309846 h 549051"/>
                  <a:gd name="connsiteX83" fmla="*/ 354732 w 532843"/>
                  <a:gd name="connsiteY83" fmla="*/ 287508 h 549051"/>
                  <a:gd name="connsiteX84" fmla="*/ 354780 w 532843"/>
                  <a:gd name="connsiteY84" fmla="*/ 252227 h 549051"/>
                  <a:gd name="connsiteX85" fmla="*/ 354799 w 532843"/>
                  <a:gd name="connsiteY85" fmla="*/ 240168 h 549051"/>
                  <a:gd name="connsiteX86" fmla="*/ 354804 w 532843"/>
                  <a:gd name="connsiteY86" fmla="*/ 237123 h 549051"/>
                  <a:gd name="connsiteX87" fmla="*/ 354856 w 532843"/>
                  <a:gd name="connsiteY87" fmla="*/ 202795 h 549051"/>
                  <a:gd name="connsiteX88" fmla="*/ 354860 w 532843"/>
                  <a:gd name="connsiteY88" fmla="*/ 199624 h 549051"/>
                  <a:gd name="connsiteX89" fmla="*/ 354915 w 532843"/>
                  <a:gd name="connsiteY89" fmla="*/ 148717 h 549051"/>
                  <a:gd name="connsiteX90" fmla="*/ 354991 w 532843"/>
                  <a:gd name="connsiteY90" fmla="*/ 96508 h 549051"/>
                  <a:gd name="connsiteX91" fmla="*/ 355027 w 532843"/>
                  <a:gd name="connsiteY91" fmla="*/ 64272 h 549051"/>
                  <a:gd name="connsiteX92" fmla="*/ 355059 w 532843"/>
                  <a:gd name="connsiteY92" fmla="*/ 42199 h 549051"/>
                  <a:gd name="connsiteX93" fmla="*/ 355071 w 532843"/>
                  <a:gd name="connsiteY93" fmla="*/ 29447 h 549051"/>
                  <a:gd name="connsiteX94" fmla="*/ 355091 w 532843"/>
                  <a:gd name="connsiteY94" fmla="*/ 17790 h 549051"/>
                  <a:gd name="connsiteX95" fmla="*/ 355089 w 532843"/>
                  <a:gd name="connsiteY95" fmla="*/ 13556 h 549051"/>
                  <a:gd name="connsiteX96" fmla="*/ 355106 w 532843"/>
                  <a:gd name="connsiteY96" fmla="*/ 7834 h 549051"/>
                  <a:gd name="connsiteX97" fmla="*/ 355110 w 532843"/>
                  <a:gd name="connsiteY97" fmla="*/ 4613 h 549051"/>
                  <a:gd name="connsiteX98" fmla="*/ 355448 w 532843"/>
                  <a:gd name="connsiteY98" fmla="*/ 2147 h 549051"/>
                  <a:gd name="connsiteX99" fmla="*/ 364959 w 532843"/>
                  <a:gd name="connsiteY99" fmla="*/ 138 h 549051"/>
                  <a:gd name="connsiteX100" fmla="*/ 367087 w 532843"/>
                  <a:gd name="connsiteY100" fmla="*/ 132 h 549051"/>
                  <a:gd name="connsiteX101" fmla="*/ 374170 w 532843"/>
                  <a:gd name="connsiteY101" fmla="*/ 142 h 549051"/>
                  <a:gd name="connsiteX102" fmla="*/ 379240 w 532843"/>
                  <a:gd name="connsiteY102" fmla="*/ 137 h 549051"/>
                  <a:gd name="connsiteX103" fmla="*/ 393030 w 532843"/>
                  <a:gd name="connsiteY103" fmla="*/ 148 h 549051"/>
                  <a:gd name="connsiteX104" fmla="*/ 407455 w 532843"/>
                  <a:gd name="connsiteY104" fmla="*/ 154 h 549051"/>
                  <a:gd name="connsiteX105" fmla="*/ 431693 w 532843"/>
                  <a:gd name="connsiteY105" fmla="*/ 175 h 549051"/>
                  <a:gd name="connsiteX106" fmla="*/ 459706 w 532843"/>
                  <a:gd name="connsiteY106" fmla="*/ 193 h 549051"/>
                  <a:gd name="connsiteX107" fmla="*/ 486647 w 532843"/>
                  <a:gd name="connsiteY107" fmla="*/ 205 h 549051"/>
                  <a:gd name="connsiteX108" fmla="*/ 498113 w 532843"/>
                  <a:gd name="connsiteY108" fmla="*/ 210 h 549051"/>
                  <a:gd name="connsiteX109" fmla="*/ 511627 w 532843"/>
                  <a:gd name="connsiteY109" fmla="*/ 225 h 549051"/>
                  <a:gd name="connsiteX110" fmla="*/ 516583 w 532843"/>
                  <a:gd name="connsiteY110" fmla="*/ 228 h 549051"/>
                  <a:gd name="connsiteX111" fmla="*/ 523357 w 532843"/>
                  <a:gd name="connsiteY111" fmla="*/ 240 h 549051"/>
                  <a:gd name="connsiteX112" fmla="*/ 525330 w 532843"/>
                  <a:gd name="connsiteY112" fmla="*/ 235 h 549051"/>
                  <a:gd name="connsiteX113" fmla="*/ 536898 w 532843"/>
                  <a:gd name="connsiteY113" fmla="*/ 1253 h 549051"/>
                  <a:gd name="connsiteX114" fmla="*/ 537901 w 532843"/>
                  <a:gd name="connsiteY114" fmla="*/ 9625 h 549051"/>
                  <a:gd name="connsiteX115" fmla="*/ 537905 w 532843"/>
                  <a:gd name="connsiteY115" fmla="*/ 11390 h 549051"/>
                  <a:gd name="connsiteX116" fmla="*/ 537899 w 532843"/>
                  <a:gd name="connsiteY116" fmla="*/ 17287 h 549051"/>
                  <a:gd name="connsiteX117" fmla="*/ 537901 w 532843"/>
                  <a:gd name="connsiteY117" fmla="*/ 21542 h 549051"/>
                  <a:gd name="connsiteX118" fmla="*/ 537895 w 532843"/>
                  <a:gd name="connsiteY118" fmla="*/ 33264 h 549051"/>
                  <a:gd name="connsiteX119" fmla="*/ 537893 w 532843"/>
                  <a:gd name="connsiteY119" fmla="*/ 45893 h 549051"/>
                  <a:gd name="connsiteX120" fmla="*/ 537886 w 532843"/>
                  <a:gd name="connsiteY120" fmla="*/ 67784 h 549051"/>
                  <a:gd name="connsiteX121" fmla="*/ 537875 w 532843"/>
                  <a:gd name="connsiteY121" fmla="*/ 99435 h 549051"/>
                  <a:gd name="connsiteX122" fmla="*/ 537859 w 532843"/>
                  <a:gd name="connsiteY122" fmla="*/ 150783 h 549051"/>
                  <a:gd name="connsiteX123" fmla="*/ 537841 w 532843"/>
                  <a:gd name="connsiteY123" fmla="*/ 200671 h 549051"/>
                  <a:gd name="connsiteX124" fmla="*/ 537840 w 532843"/>
                  <a:gd name="connsiteY124" fmla="*/ 203776 h 549051"/>
                  <a:gd name="connsiteX125" fmla="*/ 537837 w 532843"/>
                  <a:gd name="connsiteY125" fmla="*/ 219195 h 549051"/>
                  <a:gd name="connsiteX126" fmla="*/ 537792 w 532843"/>
                  <a:gd name="connsiteY126" fmla="*/ 347170 h 549051"/>
                  <a:gd name="connsiteX127" fmla="*/ 532428 w 532843"/>
                  <a:gd name="connsiteY127" fmla="*/ 348063 h 549051"/>
                  <a:gd name="connsiteX128" fmla="*/ 531252 w 532843"/>
                  <a:gd name="connsiteY128" fmla="*/ 362952 h 549051"/>
                  <a:gd name="connsiteX129" fmla="*/ 531195 w 532843"/>
                  <a:gd name="connsiteY129" fmla="*/ 365085 h 549051"/>
                  <a:gd name="connsiteX130" fmla="*/ 531032 w 532843"/>
                  <a:gd name="connsiteY130" fmla="*/ 371750 h 549051"/>
                  <a:gd name="connsiteX131" fmla="*/ 530915 w 532843"/>
                  <a:gd name="connsiteY131" fmla="*/ 376303 h 549051"/>
                  <a:gd name="connsiteX132" fmla="*/ 530641 w 532843"/>
                  <a:gd name="connsiteY132" fmla="*/ 387393 h 549051"/>
                  <a:gd name="connsiteX133" fmla="*/ 526172 w 532843"/>
                  <a:gd name="connsiteY133" fmla="*/ 388286 h 549051"/>
                  <a:gd name="connsiteX134" fmla="*/ 524995 w 532843"/>
                  <a:gd name="connsiteY134" fmla="*/ 395336 h 549051"/>
                  <a:gd name="connsiteX135" fmla="*/ 524881 w 532843"/>
                  <a:gd name="connsiteY135" fmla="*/ 397876 h 549051"/>
                  <a:gd name="connsiteX136" fmla="*/ 524775 w 532843"/>
                  <a:gd name="connsiteY136" fmla="*/ 400521 h 549051"/>
                  <a:gd name="connsiteX137" fmla="*/ 524658 w 532843"/>
                  <a:gd name="connsiteY137" fmla="*/ 403197 h 549051"/>
                  <a:gd name="connsiteX138" fmla="*/ 524384 w 532843"/>
                  <a:gd name="connsiteY138" fmla="*/ 409739 h 549051"/>
                  <a:gd name="connsiteX139" fmla="*/ 522205 w 532843"/>
                  <a:gd name="connsiteY139" fmla="*/ 410074 h 549051"/>
                  <a:gd name="connsiteX140" fmla="*/ 519915 w 532843"/>
                  <a:gd name="connsiteY140" fmla="*/ 410632 h 549051"/>
                  <a:gd name="connsiteX141" fmla="*/ 518518 w 532843"/>
                  <a:gd name="connsiteY141" fmla="*/ 419236 h 549051"/>
                  <a:gd name="connsiteX142" fmla="*/ 518401 w 532843"/>
                  <a:gd name="connsiteY142" fmla="*/ 421149 h 549051"/>
                  <a:gd name="connsiteX143" fmla="*/ 518127 w 532843"/>
                  <a:gd name="connsiteY143" fmla="*/ 425828 h 549051"/>
                  <a:gd name="connsiteX144" fmla="*/ 512764 w 532843"/>
                  <a:gd name="connsiteY144" fmla="*/ 427615 h 549051"/>
                  <a:gd name="connsiteX145" fmla="*/ 510976 w 532843"/>
                  <a:gd name="connsiteY145" fmla="*/ 440129 h 549051"/>
                  <a:gd name="connsiteX146" fmla="*/ 506507 w 532843"/>
                  <a:gd name="connsiteY146" fmla="*/ 441917 h 549051"/>
                  <a:gd name="connsiteX147" fmla="*/ 505669 w 532843"/>
                  <a:gd name="connsiteY147" fmla="*/ 445883 h 549051"/>
                  <a:gd name="connsiteX148" fmla="*/ 504719 w 532843"/>
                  <a:gd name="connsiteY148" fmla="*/ 449961 h 549051"/>
                  <a:gd name="connsiteX149" fmla="*/ 499356 w 532843"/>
                  <a:gd name="connsiteY149" fmla="*/ 452643 h 549051"/>
                  <a:gd name="connsiteX150" fmla="*/ 498462 w 532843"/>
                  <a:gd name="connsiteY150" fmla="*/ 460688 h 549051"/>
                  <a:gd name="connsiteX151" fmla="*/ 493993 w 532843"/>
                  <a:gd name="connsiteY151" fmla="*/ 461581 h 549051"/>
                  <a:gd name="connsiteX152" fmla="*/ 493595 w 532843"/>
                  <a:gd name="connsiteY152" fmla="*/ 463247 h 549051"/>
                  <a:gd name="connsiteX153" fmla="*/ 488574 w 532843"/>
                  <a:gd name="connsiteY153" fmla="*/ 471190 h 549051"/>
                  <a:gd name="connsiteX154" fmla="*/ 485949 w 532843"/>
                  <a:gd name="connsiteY154" fmla="*/ 472307 h 549051"/>
                  <a:gd name="connsiteX155" fmla="*/ 484161 w 532843"/>
                  <a:gd name="connsiteY155" fmla="*/ 476777 h 549051"/>
                  <a:gd name="connsiteX156" fmla="*/ 481926 w 532843"/>
                  <a:gd name="connsiteY156" fmla="*/ 477559 h 549051"/>
                  <a:gd name="connsiteX157" fmla="*/ 479692 w 532843"/>
                  <a:gd name="connsiteY157" fmla="*/ 478564 h 549051"/>
                  <a:gd name="connsiteX158" fmla="*/ 477904 w 532843"/>
                  <a:gd name="connsiteY158" fmla="*/ 484821 h 549051"/>
                  <a:gd name="connsiteX159" fmla="*/ 473435 w 532843"/>
                  <a:gd name="connsiteY159" fmla="*/ 485715 h 549051"/>
                  <a:gd name="connsiteX160" fmla="*/ 472541 w 532843"/>
                  <a:gd name="connsiteY160" fmla="*/ 491078 h 549051"/>
                  <a:gd name="connsiteX161" fmla="*/ 466284 w 532843"/>
                  <a:gd name="connsiteY161" fmla="*/ 491972 h 549051"/>
                  <a:gd name="connsiteX162" fmla="*/ 466228 w 532843"/>
                  <a:gd name="connsiteY162" fmla="*/ 494039 h 549051"/>
                  <a:gd name="connsiteX163" fmla="*/ 465390 w 532843"/>
                  <a:gd name="connsiteY163" fmla="*/ 496441 h 549051"/>
                  <a:gd name="connsiteX164" fmla="*/ 459133 w 532843"/>
                  <a:gd name="connsiteY164" fmla="*/ 499123 h 549051"/>
                  <a:gd name="connsiteX165" fmla="*/ 457346 w 532843"/>
                  <a:gd name="connsiteY165" fmla="*/ 503592 h 549051"/>
                  <a:gd name="connsiteX166" fmla="*/ 451983 w 532843"/>
                  <a:gd name="connsiteY166" fmla="*/ 505380 h 549051"/>
                  <a:gd name="connsiteX167" fmla="*/ 451256 w 532843"/>
                  <a:gd name="connsiteY167" fmla="*/ 507558 h 549051"/>
                  <a:gd name="connsiteX168" fmla="*/ 448306 w 532843"/>
                  <a:gd name="connsiteY168" fmla="*/ 510736 h 549051"/>
                  <a:gd name="connsiteX169" fmla="*/ 442150 w 532843"/>
                  <a:gd name="connsiteY169" fmla="*/ 512530 h 549051"/>
                  <a:gd name="connsiteX170" fmla="*/ 442150 w 532843"/>
                  <a:gd name="connsiteY170" fmla="*/ 517000 h 549051"/>
                  <a:gd name="connsiteX171" fmla="*/ 433212 w 532843"/>
                  <a:gd name="connsiteY171" fmla="*/ 517893 h 549051"/>
                  <a:gd name="connsiteX172" fmla="*/ 431424 w 532843"/>
                  <a:gd name="connsiteY172" fmla="*/ 523256 h 549051"/>
                  <a:gd name="connsiteX173" fmla="*/ 420698 w 532843"/>
                  <a:gd name="connsiteY173" fmla="*/ 525044 h 549051"/>
                  <a:gd name="connsiteX174" fmla="*/ 418911 w 532843"/>
                  <a:gd name="connsiteY174" fmla="*/ 530407 h 549051"/>
                  <a:gd name="connsiteX175" fmla="*/ 416627 w 532843"/>
                  <a:gd name="connsiteY175" fmla="*/ 530376 h 549051"/>
                  <a:gd name="connsiteX176" fmla="*/ 413659 w 532843"/>
                  <a:gd name="connsiteY176" fmla="*/ 530351 h 549051"/>
                  <a:gd name="connsiteX177" fmla="*/ 410705 w 532843"/>
                  <a:gd name="connsiteY177" fmla="*/ 530320 h 549051"/>
                  <a:gd name="connsiteX178" fmla="*/ 406397 w 532843"/>
                  <a:gd name="connsiteY178" fmla="*/ 531301 h 549051"/>
                  <a:gd name="connsiteX179" fmla="*/ 405503 w 532843"/>
                  <a:gd name="connsiteY179" fmla="*/ 536664 h 549051"/>
                  <a:gd name="connsiteX180" fmla="*/ 402046 w 532843"/>
                  <a:gd name="connsiteY180" fmla="*/ 536828 h 549051"/>
                  <a:gd name="connsiteX181" fmla="*/ 397570 w 532843"/>
                  <a:gd name="connsiteY181" fmla="*/ 537055 h 549051"/>
                  <a:gd name="connsiteX182" fmla="*/ 395290 w 532843"/>
                  <a:gd name="connsiteY182" fmla="*/ 537162 h 549051"/>
                  <a:gd name="connsiteX183" fmla="*/ 393108 w 532843"/>
                  <a:gd name="connsiteY183" fmla="*/ 537275 h 549051"/>
                  <a:gd name="connsiteX184" fmla="*/ 391094 w 532843"/>
                  <a:gd name="connsiteY184" fmla="*/ 537374 h 549051"/>
                  <a:gd name="connsiteX185" fmla="*/ 387626 w 532843"/>
                  <a:gd name="connsiteY185" fmla="*/ 538452 h 549051"/>
                  <a:gd name="connsiteX186" fmla="*/ 386732 w 532843"/>
                  <a:gd name="connsiteY186" fmla="*/ 542921 h 549051"/>
                  <a:gd name="connsiteX187" fmla="*/ 384463 w 532843"/>
                  <a:gd name="connsiteY187" fmla="*/ 542989 h 549051"/>
                  <a:gd name="connsiteX188" fmla="*/ 376138 w 532843"/>
                  <a:gd name="connsiteY188" fmla="*/ 543254 h 549051"/>
                  <a:gd name="connsiteX189" fmla="*/ 370758 w 532843"/>
                  <a:gd name="connsiteY189" fmla="*/ 543419 h 549051"/>
                  <a:gd name="connsiteX190" fmla="*/ 367354 w 532843"/>
                  <a:gd name="connsiteY190" fmla="*/ 543532 h 549051"/>
                  <a:gd name="connsiteX191" fmla="*/ 364205 w 532843"/>
                  <a:gd name="connsiteY191" fmla="*/ 543631 h 549051"/>
                  <a:gd name="connsiteX192" fmla="*/ 359917 w 532843"/>
                  <a:gd name="connsiteY192" fmla="*/ 544709 h 549051"/>
                  <a:gd name="connsiteX193" fmla="*/ 359023 w 532843"/>
                  <a:gd name="connsiteY193" fmla="*/ 549178 h 549051"/>
                  <a:gd name="connsiteX194" fmla="*/ 188299 w 532843"/>
                  <a:gd name="connsiteY194" fmla="*/ 549178 h 549051"/>
                  <a:gd name="connsiteX195" fmla="*/ 188299 w 532843"/>
                  <a:gd name="connsiteY195" fmla="*/ 544709 h 549051"/>
                  <a:gd name="connsiteX196" fmla="*/ 177137 w 532843"/>
                  <a:gd name="connsiteY196" fmla="*/ 543532 h 549051"/>
                  <a:gd name="connsiteX197" fmla="*/ 175232 w 532843"/>
                  <a:gd name="connsiteY197" fmla="*/ 543476 h 549051"/>
                  <a:gd name="connsiteX198" fmla="*/ 169249 w 532843"/>
                  <a:gd name="connsiteY198" fmla="*/ 543312 h 549051"/>
                  <a:gd name="connsiteX199" fmla="*/ 165176 w 532843"/>
                  <a:gd name="connsiteY199" fmla="*/ 543195 h 549051"/>
                  <a:gd name="connsiteX200" fmla="*/ 155227 w 532843"/>
                  <a:gd name="connsiteY200" fmla="*/ 542921 h 549051"/>
                  <a:gd name="connsiteX201" fmla="*/ 154892 w 532843"/>
                  <a:gd name="connsiteY201" fmla="*/ 540742 h 549051"/>
                  <a:gd name="connsiteX202" fmla="*/ 154333 w 532843"/>
                  <a:gd name="connsiteY202" fmla="*/ 538452 h 549051"/>
                  <a:gd name="connsiteX203" fmla="*/ 148656 w 532843"/>
                  <a:gd name="connsiteY203" fmla="*/ 537275 h 549051"/>
                  <a:gd name="connsiteX204" fmla="*/ 146352 w 532843"/>
                  <a:gd name="connsiteY204" fmla="*/ 537162 h 549051"/>
                  <a:gd name="connsiteX205" fmla="*/ 143943 w 532843"/>
                  <a:gd name="connsiteY205" fmla="*/ 537055 h 549051"/>
                  <a:gd name="connsiteX206" fmla="*/ 141512 w 532843"/>
                  <a:gd name="connsiteY206" fmla="*/ 536938 h 549051"/>
                  <a:gd name="connsiteX207" fmla="*/ 135563 w 532843"/>
                  <a:gd name="connsiteY207" fmla="*/ 536664 h 549051"/>
                  <a:gd name="connsiteX208" fmla="*/ 135563 w 532843"/>
                  <a:gd name="connsiteY208" fmla="*/ 531301 h 549051"/>
                  <a:gd name="connsiteX209" fmla="*/ 132724 w 532843"/>
                  <a:gd name="connsiteY209" fmla="*/ 531294 h 549051"/>
                  <a:gd name="connsiteX210" fmla="*/ 129027 w 532843"/>
                  <a:gd name="connsiteY210" fmla="*/ 531189 h 549051"/>
                  <a:gd name="connsiteX211" fmla="*/ 127157 w 532843"/>
                  <a:gd name="connsiteY211" fmla="*/ 531196 h 549051"/>
                  <a:gd name="connsiteX212" fmla="*/ 122155 w 532843"/>
                  <a:gd name="connsiteY212" fmla="*/ 530407 h 549051"/>
                  <a:gd name="connsiteX213" fmla="*/ 119474 w 532843"/>
                  <a:gd name="connsiteY213" fmla="*/ 525044 h 549051"/>
                  <a:gd name="connsiteX214" fmla="*/ 113496 w 532843"/>
                  <a:gd name="connsiteY214" fmla="*/ 523815 h 549051"/>
                  <a:gd name="connsiteX215" fmla="*/ 110301 w 532843"/>
                  <a:gd name="connsiteY215" fmla="*/ 523459 h 549051"/>
                  <a:gd name="connsiteX216" fmla="*/ 107854 w 532843"/>
                  <a:gd name="connsiteY216" fmla="*/ 523256 h 549051"/>
                  <a:gd name="connsiteX217" fmla="*/ 107854 w 532843"/>
                  <a:gd name="connsiteY217" fmla="*/ 518787 h 549051"/>
                  <a:gd name="connsiteX218" fmla="*/ 105993 w 532843"/>
                  <a:gd name="connsiteY218" fmla="*/ 518585 h 549051"/>
                  <a:gd name="connsiteX219" fmla="*/ 98915 w 532843"/>
                  <a:gd name="connsiteY219" fmla="*/ 517000 h 549051"/>
                  <a:gd name="connsiteX220" fmla="*/ 96234 w 532843"/>
                  <a:gd name="connsiteY220" fmla="*/ 511636 h 549051"/>
                  <a:gd name="connsiteX221" fmla="*/ 89977 w 532843"/>
                  <a:gd name="connsiteY221" fmla="*/ 509849 h 549051"/>
                  <a:gd name="connsiteX222" fmla="*/ 88189 w 532843"/>
                  <a:gd name="connsiteY222" fmla="*/ 505380 h 549051"/>
                  <a:gd name="connsiteX223" fmla="*/ 85228 w 532843"/>
                  <a:gd name="connsiteY223" fmla="*/ 505212 h 549051"/>
                  <a:gd name="connsiteX224" fmla="*/ 80480 w 532843"/>
                  <a:gd name="connsiteY224" fmla="*/ 502419 h 549051"/>
                  <a:gd name="connsiteX225" fmla="*/ 79251 w 532843"/>
                  <a:gd name="connsiteY225" fmla="*/ 500017 h 549051"/>
                  <a:gd name="connsiteX226" fmla="*/ 74782 w 532843"/>
                  <a:gd name="connsiteY226" fmla="*/ 496441 h 549051"/>
                  <a:gd name="connsiteX227" fmla="*/ 73888 w 532843"/>
                  <a:gd name="connsiteY227" fmla="*/ 493760 h 549051"/>
                  <a:gd name="connsiteX228" fmla="*/ 71709 w 532843"/>
                  <a:gd name="connsiteY228" fmla="*/ 492475 h 549051"/>
                  <a:gd name="connsiteX229" fmla="*/ 68525 w 532843"/>
                  <a:gd name="connsiteY229" fmla="*/ 489235 h 549051"/>
                  <a:gd name="connsiteX230" fmla="*/ 65396 w 532843"/>
                  <a:gd name="connsiteY230" fmla="*/ 486721 h 549051"/>
                  <a:gd name="connsiteX231" fmla="*/ 61988 w 532843"/>
                  <a:gd name="connsiteY231" fmla="*/ 482922 h 549051"/>
                  <a:gd name="connsiteX232" fmla="*/ 61374 w 532843"/>
                  <a:gd name="connsiteY232" fmla="*/ 480352 h 549051"/>
                  <a:gd name="connsiteX233" fmla="*/ 59307 w 532843"/>
                  <a:gd name="connsiteY233" fmla="*/ 480296 h 549051"/>
                  <a:gd name="connsiteX234" fmla="*/ 56905 w 532843"/>
                  <a:gd name="connsiteY234" fmla="*/ 479458 h 549051"/>
                  <a:gd name="connsiteX235" fmla="*/ 54223 w 532843"/>
                  <a:gd name="connsiteY235" fmla="*/ 473201 h 549051"/>
                  <a:gd name="connsiteX236" fmla="*/ 49754 w 532843"/>
                  <a:gd name="connsiteY236" fmla="*/ 471414 h 549051"/>
                  <a:gd name="connsiteX237" fmla="*/ 48860 w 532843"/>
                  <a:gd name="connsiteY237" fmla="*/ 466051 h 549051"/>
                  <a:gd name="connsiteX238" fmla="*/ 44391 w 532843"/>
                  <a:gd name="connsiteY238" fmla="*/ 465157 h 549051"/>
                  <a:gd name="connsiteX239" fmla="*/ 42603 w 532843"/>
                  <a:gd name="connsiteY239" fmla="*/ 456218 h 549051"/>
                  <a:gd name="connsiteX240" fmla="*/ 40033 w 532843"/>
                  <a:gd name="connsiteY240" fmla="*/ 455827 h 549051"/>
                  <a:gd name="connsiteX241" fmla="*/ 36486 w 532843"/>
                  <a:gd name="connsiteY241" fmla="*/ 452521 h 549051"/>
                  <a:gd name="connsiteX242" fmla="*/ 35452 w 532843"/>
                  <a:gd name="connsiteY242" fmla="*/ 446386 h 549051"/>
                  <a:gd name="connsiteX243" fmla="*/ 30983 w 532843"/>
                  <a:gd name="connsiteY243" fmla="*/ 445492 h 549051"/>
                  <a:gd name="connsiteX244" fmla="*/ 30749 w 532843"/>
                  <a:gd name="connsiteY244" fmla="*/ 443013 h 549051"/>
                  <a:gd name="connsiteX245" fmla="*/ 30369 w 532843"/>
                  <a:gd name="connsiteY245" fmla="*/ 439794 h 549051"/>
                  <a:gd name="connsiteX246" fmla="*/ 30023 w 532843"/>
                  <a:gd name="connsiteY246" fmla="*/ 436589 h 549051"/>
                  <a:gd name="connsiteX247" fmla="*/ 26888 w 532843"/>
                  <a:gd name="connsiteY247" fmla="*/ 432608 h 549051"/>
                  <a:gd name="connsiteX248" fmla="*/ 24726 w 532843"/>
                  <a:gd name="connsiteY248" fmla="*/ 432085 h 549051"/>
                  <a:gd name="connsiteX249" fmla="*/ 23888 w 532843"/>
                  <a:gd name="connsiteY249" fmla="*/ 422979 h 549051"/>
                  <a:gd name="connsiteX250" fmla="*/ 22045 w 532843"/>
                  <a:gd name="connsiteY250" fmla="*/ 416889 h 549051"/>
                  <a:gd name="connsiteX251" fmla="*/ 17576 w 532843"/>
                  <a:gd name="connsiteY251" fmla="*/ 415995 h 549051"/>
                  <a:gd name="connsiteX252" fmla="*/ 16682 w 532843"/>
                  <a:gd name="connsiteY252" fmla="*/ 392756 h 549051"/>
                  <a:gd name="connsiteX253" fmla="*/ 11319 w 532843"/>
                  <a:gd name="connsiteY253" fmla="*/ 391862 h 549051"/>
                  <a:gd name="connsiteX254" fmla="*/ 11251 w 532843"/>
                  <a:gd name="connsiteY254" fmla="*/ 389471 h 549051"/>
                  <a:gd name="connsiteX255" fmla="*/ 10986 w 532843"/>
                  <a:gd name="connsiteY255" fmla="*/ 380651 h 549051"/>
                  <a:gd name="connsiteX256" fmla="*/ 10874 w 532843"/>
                  <a:gd name="connsiteY256" fmla="*/ 376840 h 549051"/>
                  <a:gd name="connsiteX257" fmla="*/ 10708 w 532843"/>
                  <a:gd name="connsiteY257" fmla="*/ 371349 h 549051"/>
                  <a:gd name="connsiteX258" fmla="*/ 10608 w 532843"/>
                  <a:gd name="connsiteY258" fmla="*/ 368015 h 549051"/>
                  <a:gd name="connsiteX259" fmla="*/ 9531 w 532843"/>
                  <a:gd name="connsiteY259" fmla="*/ 360577 h 549051"/>
                  <a:gd name="connsiteX260" fmla="*/ 5062 w 532843"/>
                  <a:gd name="connsiteY260" fmla="*/ 360577 h 549051"/>
                  <a:gd name="connsiteX261" fmla="*/ 5062 w 532843"/>
                  <a:gd name="connsiteY261" fmla="*/ 1253 h 549051"/>
                  <a:gd name="connsiteX262" fmla="*/ 15660 w 532843"/>
                  <a:gd name="connsiteY262" fmla="*/ 246 h 549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Lst>
                <a:rect l="l" t="t" r="r" b="b"/>
                <a:pathLst>
                  <a:path w="532843" h="549051">
                    <a:moveTo>
                      <a:pt x="15660" y="246"/>
                    </a:moveTo>
                    <a:cubicBezTo>
                      <a:pt x="16372" y="244"/>
                      <a:pt x="17085" y="243"/>
                      <a:pt x="17819" y="241"/>
                    </a:cubicBezTo>
                    <a:cubicBezTo>
                      <a:pt x="20208" y="238"/>
                      <a:pt x="22597" y="241"/>
                      <a:pt x="24986" y="243"/>
                    </a:cubicBezTo>
                    <a:cubicBezTo>
                      <a:pt x="26698" y="242"/>
                      <a:pt x="28410" y="241"/>
                      <a:pt x="30122" y="239"/>
                    </a:cubicBezTo>
                    <a:cubicBezTo>
                      <a:pt x="34774" y="235"/>
                      <a:pt x="39426" y="236"/>
                      <a:pt x="44078" y="239"/>
                    </a:cubicBezTo>
                    <a:cubicBezTo>
                      <a:pt x="48942" y="241"/>
                      <a:pt x="53807" y="239"/>
                      <a:pt x="58671" y="238"/>
                    </a:cubicBezTo>
                    <a:cubicBezTo>
                      <a:pt x="66840" y="236"/>
                      <a:pt x="75010" y="238"/>
                      <a:pt x="83179" y="243"/>
                    </a:cubicBezTo>
                    <a:cubicBezTo>
                      <a:pt x="92629" y="247"/>
                      <a:pt x="102079" y="246"/>
                      <a:pt x="111529" y="241"/>
                    </a:cubicBezTo>
                    <a:cubicBezTo>
                      <a:pt x="119637" y="237"/>
                      <a:pt x="127745" y="236"/>
                      <a:pt x="135853" y="239"/>
                    </a:cubicBezTo>
                    <a:cubicBezTo>
                      <a:pt x="140698" y="240"/>
                      <a:pt x="145543" y="240"/>
                      <a:pt x="150388" y="237"/>
                    </a:cubicBezTo>
                    <a:cubicBezTo>
                      <a:pt x="154943" y="235"/>
                      <a:pt x="159497" y="236"/>
                      <a:pt x="164052" y="242"/>
                    </a:cubicBezTo>
                    <a:cubicBezTo>
                      <a:pt x="165725" y="243"/>
                      <a:pt x="167398" y="242"/>
                      <a:pt x="169072" y="241"/>
                    </a:cubicBezTo>
                    <a:cubicBezTo>
                      <a:pt x="171352" y="238"/>
                      <a:pt x="173633" y="241"/>
                      <a:pt x="175913" y="246"/>
                    </a:cubicBezTo>
                    <a:cubicBezTo>
                      <a:pt x="176911" y="243"/>
                      <a:pt x="176911" y="243"/>
                      <a:pt x="177930" y="240"/>
                    </a:cubicBezTo>
                    <a:cubicBezTo>
                      <a:pt x="180947" y="251"/>
                      <a:pt x="183609" y="450"/>
                      <a:pt x="186512" y="1253"/>
                    </a:cubicBezTo>
                    <a:cubicBezTo>
                      <a:pt x="186513" y="2012"/>
                      <a:pt x="186514" y="2772"/>
                      <a:pt x="186515" y="3554"/>
                    </a:cubicBezTo>
                    <a:cubicBezTo>
                      <a:pt x="186587" y="48517"/>
                      <a:pt x="186669" y="93480"/>
                      <a:pt x="186762" y="138443"/>
                    </a:cubicBezTo>
                    <a:cubicBezTo>
                      <a:pt x="186773" y="143837"/>
                      <a:pt x="186784" y="149232"/>
                      <a:pt x="186795" y="154626"/>
                    </a:cubicBezTo>
                    <a:cubicBezTo>
                      <a:pt x="186798" y="155699"/>
                      <a:pt x="186800" y="156773"/>
                      <a:pt x="186802" y="157880"/>
                    </a:cubicBezTo>
                    <a:cubicBezTo>
                      <a:pt x="186838" y="175287"/>
                      <a:pt x="186867" y="192695"/>
                      <a:pt x="186894" y="210103"/>
                    </a:cubicBezTo>
                    <a:cubicBezTo>
                      <a:pt x="186922" y="227954"/>
                      <a:pt x="186956" y="245804"/>
                      <a:pt x="186997" y="263655"/>
                    </a:cubicBezTo>
                    <a:cubicBezTo>
                      <a:pt x="187022" y="274677"/>
                      <a:pt x="187042" y="285699"/>
                      <a:pt x="187055" y="296722"/>
                    </a:cubicBezTo>
                    <a:cubicBezTo>
                      <a:pt x="187064" y="304272"/>
                      <a:pt x="187080" y="311821"/>
                      <a:pt x="187101" y="319371"/>
                    </a:cubicBezTo>
                    <a:cubicBezTo>
                      <a:pt x="187113" y="323732"/>
                      <a:pt x="187122" y="328093"/>
                      <a:pt x="187123" y="332455"/>
                    </a:cubicBezTo>
                    <a:cubicBezTo>
                      <a:pt x="187125" y="336443"/>
                      <a:pt x="187134" y="340431"/>
                      <a:pt x="187150" y="344418"/>
                    </a:cubicBezTo>
                    <a:cubicBezTo>
                      <a:pt x="187154" y="345866"/>
                      <a:pt x="187156" y="347313"/>
                      <a:pt x="187154" y="348760"/>
                    </a:cubicBezTo>
                    <a:cubicBezTo>
                      <a:pt x="187152" y="350719"/>
                      <a:pt x="187160" y="352677"/>
                      <a:pt x="187172" y="354636"/>
                    </a:cubicBezTo>
                    <a:cubicBezTo>
                      <a:pt x="187174" y="355726"/>
                      <a:pt x="187176" y="356817"/>
                      <a:pt x="187178" y="357940"/>
                    </a:cubicBezTo>
                    <a:cubicBezTo>
                      <a:pt x="187207" y="360745"/>
                      <a:pt x="187207" y="360745"/>
                      <a:pt x="189193" y="363259"/>
                    </a:cubicBezTo>
                    <a:cubicBezTo>
                      <a:pt x="190373" y="363259"/>
                      <a:pt x="191553" y="363259"/>
                      <a:pt x="192769" y="363259"/>
                    </a:cubicBezTo>
                    <a:cubicBezTo>
                      <a:pt x="192819" y="364567"/>
                      <a:pt x="192819" y="364567"/>
                      <a:pt x="192870" y="365902"/>
                    </a:cubicBezTo>
                    <a:cubicBezTo>
                      <a:pt x="192958" y="367608"/>
                      <a:pt x="192958" y="367608"/>
                      <a:pt x="193048" y="369348"/>
                    </a:cubicBezTo>
                    <a:cubicBezTo>
                      <a:pt x="193126" y="371044"/>
                      <a:pt x="193126" y="371044"/>
                      <a:pt x="193205" y="372773"/>
                    </a:cubicBezTo>
                    <a:cubicBezTo>
                      <a:pt x="193420" y="375704"/>
                      <a:pt x="193420" y="375704"/>
                      <a:pt x="194874" y="377459"/>
                    </a:cubicBezTo>
                    <a:cubicBezTo>
                      <a:pt x="196453" y="378625"/>
                      <a:pt x="196453" y="378625"/>
                      <a:pt x="199026" y="379348"/>
                    </a:cubicBezTo>
                    <a:cubicBezTo>
                      <a:pt x="199627" y="381384"/>
                      <a:pt x="199874" y="383388"/>
                      <a:pt x="200167" y="385490"/>
                    </a:cubicBezTo>
                    <a:cubicBezTo>
                      <a:pt x="200629" y="387555"/>
                      <a:pt x="200629" y="387555"/>
                      <a:pt x="202608" y="388374"/>
                    </a:cubicBezTo>
                    <a:cubicBezTo>
                      <a:pt x="203195" y="388640"/>
                      <a:pt x="203783" y="388906"/>
                      <a:pt x="204389" y="389180"/>
                    </a:cubicBezTo>
                    <a:cubicBezTo>
                      <a:pt x="204665" y="390065"/>
                      <a:pt x="204942" y="390950"/>
                      <a:pt x="205227" y="391862"/>
                    </a:cubicBezTo>
                    <a:cubicBezTo>
                      <a:pt x="205540" y="392747"/>
                      <a:pt x="205853" y="393632"/>
                      <a:pt x="206176" y="394543"/>
                    </a:cubicBezTo>
                    <a:cubicBezTo>
                      <a:pt x="206914" y="394838"/>
                      <a:pt x="207651" y="395133"/>
                      <a:pt x="208411" y="395437"/>
                    </a:cubicBezTo>
                    <a:cubicBezTo>
                      <a:pt x="209148" y="395732"/>
                      <a:pt x="209886" y="396027"/>
                      <a:pt x="210645" y="396331"/>
                    </a:cubicBezTo>
                    <a:cubicBezTo>
                      <a:pt x="211819" y="399124"/>
                      <a:pt x="211819" y="399124"/>
                      <a:pt x="212433" y="401694"/>
                    </a:cubicBezTo>
                    <a:cubicBezTo>
                      <a:pt x="214793" y="401694"/>
                      <a:pt x="217153" y="401694"/>
                      <a:pt x="219584" y="401694"/>
                    </a:cubicBezTo>
                    <a:cubicBezTo>
                      <a:pt x="219757" y="402407"/>
                      <a:pt x="219930" y="403120"/>
                      <a:pt x="220108" y="403855"/>
                    </a:cubicBezTo>
                    <a:cubicBezTo>
                      <a:pt x="221179" y="406451"/>
                      <a:pt x="221179" y="406451"/>
                      <a:pt x="224088" y="406991"/>
                    </a:cubicBezTo>
                    <a:cubicBezTo>
                      <a:pt x="225146" y="407105"/>
                      <a:pt x="226203" y="407219"/>
                      <a:pt x="227293" y="407336"/>
                    </a:cubicBezTo>
                    <a:cubicBezTo>
                      <a:pt x="228887" y="407525"/>
                      <a:pt x="228887" y="407525"/>
                      <a:pt x="230512" y="407717"/>
                    </a:cubicBezTo>
                    <a:cubicBezTo>
                      <a:pt x="231331" y="407794"/>
                      <a:pt x="232149" y="407871"/>
                      <a:pt x="232991" y="407951"/>
                    </a:cubicBezTo>
                    <a:cubicBezTo>
                      <a:pt x="233286" y="409426"/>
                      <a:pt x="233581" y="410901"/>
                      <a:pt x="233885" y="412420"/>
                    </a:cubicBezTo>
                    <a:cubicBezTo>
                      <a:pt x="237254" y="413492"/>
                      <a:pt x="240475" y="413434"/>
                      <a:pt x="243992" y="413444"/>
                    </a:cubicBezTo>
                    <a:cubicBezTo>
                      <a:pt x="244644" y="413447"/>
                      <a:pt x="245295" y="413450"/>
                      <a:pt x="245966" y="413453"/>
                    </a:cubicBezTo>
                    <a:cubicBezTo>
                      <a:pt x="248115" y="413461"/>
                      <a:pt x="250263" y="413463"/>
                      <a:pt x="252412" y="413464"/>
                    </a:cubicBezTo>
                    <a:cubicBezTo>
                      <a:pt x="253905" y="413467"/>
                      <a:pt x="255399" y="413470"/>
                      <a:pt x="256892" y="413473"/>
                    </a:cubicBezTo>
                    <a:cubicBezTo>
                      <a:pt x="260020" y="413478"/>
                      <a:pt x="263147" y="413480"/>
                      <a:pt x="266274" y="413480"/>
                    </a:cubicBezTo>
                    <a:cubicBezTo>
                      <a:pt x="270288" y="413479"/>
                      <a:pt x="274301" y="413492"/>
                      <a:pt x="278315" y="413507"/>
                    </a:cubicBezTo>
                    <a:cubicBezTo>
                      <a:pt x="281398" y="413517"/>
                      <a:pt x="284480" y="413519"/>
                      <a:pt x="287563" y="413518"/>
                    </a:cubicBezTo>
                    <a:cubicBezTo>
                      <a:pt x="289043" y="413519"/>
                      <a:pt x="290523" y="413523"/>
                      <a:pt x="292004" y="413530"/>
                    </a:cubicBezTo>
                    <a:cubicBezTo>
                      <a:pt x="294069" y="413539"/>
                      <a:pt x="296134" y="413536"/>
                      <a:pt x="298199" y="413531"/>
                    </a:cubicBezTo>
                    <a:cubicBezTo>
                      <a:pt x="299375" y="413532"/>
                      <a:pt x="300551" y="413534"/>
                      <a:pt x="301763" y="413535"/>
                    </a:cubicBezTo>
                    <a:cubicBezTo>
                      <a:pt x="304595" y="413603"/>
                      <a:pt x="304595" y="413603"/>
                      <a:pt x="306287" y="411526"/>
                    </a:cubicBezTo>
                    <a:cubicBezTo>
                      <a:pt x="306861" y="409677"/>
                      <a:pt x="306861" y="409677"/>
                      <a:pt x="307180" y="407951"/>
                    </a:cubicBezTo>
                    <a:cubicBezTo>
                      <a:pt x="307859" y="407917"/>
                      <a:pt x="308538" y="407884"/>
                      <a:pt x="309237" y="407850"/>
                    </a:cubicBezTo>
                    <a:cubicBezTo>
                      <a:pt x="310125" y="407791"/>
                      <a:pt x="311014" y="407732"/>
                      <a:pt x="311929" y="407672"/>
                    </a:cubicBezTo>
                    <a:cubicBezTo>
                      <a:pt x="312810" y="407620"/>
                      <a:pt x="313692" y="407568"/>
                      <a:pt x="314600" y="407514"/>
                    </a:cubicBezTo>
                    <a:cubicBezTo>
                      <a:pt x="317275" y="407007"/>
                      <a:pt x="318105" y="406540"/>
                      <a:pt x="319694" y="404376"/>
                    </a:cubicBezTo>
                    <a:cubicBezTo>
                      <a:pt x="319989" y="403491"/>
                      <a:pt x="320284" y="402606"/>
                      <a:pt x="320588" y="401694"/>
                    </a:cubicBezTo>
                    <a:cubicBezTo>
                      <a:pt x="323480" y="400516"/>
                      <a:pt x="326445" y="400730"/>
                      <a:pt x="329526" y="400800"/>
                    </a:cubicBezTo>
                    <a:cubicBezTo>
                      <a:pt x="329526" y="398735"/>
                      <a:pt x="329526" y="396671"/>
                      <a:pt x="329526" y="394543"/>
                    </a:cubicBezTo>
                    <a:cubicBezTo>
                      <a:pt x="331591" y="394543"/>
                      <a:pt x="333656" y="394543"/>
                      <a:pt x="335783" y="394543"/>
                    </a:cubicBezTo>
                    <a:cubicBezTo>
                      <a:pt x="335673" y="393585"/>
                      <a:pt x="335562" y="392626"/>
                      <a:pt x="335448" y="391638"/>
                    </a:cubicBezTo>
                    <a:cubicBezTo>
                      <a:pt x="335559" y="390532"/>
                      <a:pt x="335669" y="389426"/>
                      <a:pt x="335783" y="388286"/>
                    </a:cubicBezTo>
                    <a:cubicBezTo>
                      <a:pt x="337571" y="387095"/>
                      <a:pt x="339359" y="385903"/>
                      <a:pt x="341146" y="384711"/>
                    </a:cubicBezTo>
                    <a:cubicBezTo>
                      <a:pt x="342383" y="382111"/>
                      <a:pt x="343148" y="379459"/>
                      <a:pt x="343828" y="376666"/>
                    </a:cubicBezTo>
                    <a:cubicBezTo>
                      <a:pt x="345303" y="376371"/>
                      <a:pt x="346778" y="376076"/>
                      <a:pt x="348297" y="375773"/>
                    </a:cubicBezTo>
                    <a:cubicBezTo>
                      <a:pt x="348592" y="368693"/>
                      <a:pt x="348887" y="361614"/>
                      <a:pt x="349191" y="354320"/>
                    </a:cubicBezTo>
                    <a:cubicBezTo>
                      <a:pt x="350666" y="354320"/>
                      <a:pt x="352141" y="354320"/>
                      <a:pt x="353660" y="354320"/>
                    </a:cubicBezTo>
                    <a:cubicBezTo>
                      <a:pt x="354925" y="351790"/>
                      <a:pt x="354668" y="349676"/>
                      <a:pt x="354670" y="346846"/>
                    </a:cubicBezTo>
                    <a:cubicBezTo>
                      <a:pt x="354672" y="346253"/>
                      <a:pt x="354674" y="345659"/>
                      <a:pt x="354676" y="345048"/>
                    </a:cubicBezTo>
                    <a:cubicBezTo>
                      <a:pt x="354680" y="343041"/>
                      <a:pt x="354679" y="341035"/>
                      <a:pt x="354677" y="339028"/>
                    </a:cubicBezTo>
                    <a:cubicBezTo>
                      <a:pt x="354679" y="337582"/>
                      <a:pt x="354682" y="336137"/>
                      <a:pt x="354685" y="334691"/>
                    </a:cubicBezTo>
                    <a:cubicBezTo>
                      <a:pt x="354692" y="330704"/>
                      <a:pt x="354693" y="326716"/>
                      <a:pt x="354694" y="322729"/>
                    </a:cubicBezTo>
                    <a:cubicBezTo>
                      <a:pt x="354696" y="318434"/>
                      <a:pt x="354702" y="314140"/>
                      <a:pt x="354709" y="309846"/>
                    </a:cubicBezTo>
                    <a:cubicBezTo>
                      <a:pt x="354719" y="302400"/>
                      <a:pt x="354726" y="294954"/>
                      <a:pt x="354732" y="287508"/>
                    </a:cubicBezTo>
                    <a:cubicBezTo>
                      <a:pt x="354741" y="275748"/>
                      <a:pt x="354760" y="263988"/>
                      <a:pt x="354780" y="252227"/>
                    </a:cubicBezTo>
                    <a:cubicBezTo>
                      <a:pt x="354786" y="248207"/>
                      <a:pt x="354793" y="244188"/>
                      <a:pt x="354799" y="240168"/>
                    </a:cubicBezTo>
                    <a:cubicBezTo>
                      <a:pt x="354802" y="238661"/>
                      <a:pt x="354802" y="238661"/>
                      <a:pt x="354804" y="237123"/>
                    </a:cubicBezTo>
                    <a:cubicBezTo>
                      <a:pt x="354823" y="225680"/>
                      <a:pt x="354840" y="214238"/>
                      <a:pt x="354856" y="202795"/>
                    </a:cubicBezTo>
                    <a:cubicBezTo>
                      <a:pt x="354857" y="201749"/>
                      <a:pt x="354859" y="200702"/>
                      <a:pt x="354860" y="199624"/>
                    </a:cubicBezTo>
                    <a:cubicBezTo>
                      <a:pt x="354884" y="182655"/>
                      <a:pt x="354901" y="165686"/>
                      <a:pt x="354915" y="148717"/>
                    </a:cubicBezTo>
                    <a:cubicBezTo>
                      <a:pt x="354931" y="131314"/>
                      <a:pt x="354957" y="113911"/>
                      <a:pt x="354991" y="96508"/>
                    </a:cubicBezTo>
                    <a:cubicBezTo>
                      <a:pt x="355012" y="85762"/>
                      <a:pt x="355025" y="75017"/>
                      <a:pt x="355027" y="64272"/>
                    </a:cubicBezTo>
                    <a:cubicBezTo>
                      <a:pt x="355028" y="56914"/>
                      <a:pt x="355040" y="49557"/>
                      <a:pt x="355059" y="42199"/>
                    </a:cubicBezTo>
                    <a:cubicBezTo>
                      <a:pt x="355070" y="37949"/>
                      <a:pt x="355076" y="33698"/>
                      <a:pt x="355071" y="29447"/>
                    </a:cubicBezTo>
                    <a:cubicBezTo>
                      <a:pt x="355066" y="25561"/>
                      <a:pt x="355074" y="21676"/>
                      <a:pt x="355091" y="17790"/>
                    </a:cubicBezTo>
                    <a:cubicBezTo>
                      <a:pt x="355095" y="16379"/>
                      <a:pt x="355095" y="14968"/>
                      <a:pt x="355089" y="13556"/>
                    </a:cubicBezTo>
                    <a:cubicBezTo>
                      <a:pt x="355083" y="11649"/>
                      <a:pt x="355092" y="9742"/>
                      <a:pt x="355106" y="7834"/>
                    </a:cubicBezTo>
                    <a:cubicBezTo>
                      <a:pt x="355108" y="6771"/>
                      <a:pt x="355109" y="5708"/>
                      <a:pt x="355110" y="4613"/>
                    </a:cubicBezTo>
                    <a:cubicBezTo>
                      <a:pt x="355277" y="3392"/>
                      <a:pt x="355277" y="3392"/>
                      <a:pt x="355448" y="2147"/>
                    </a:cubicBezTo>
                    <a:cubicBezTo>
                      <a:pt x="358728" y="-40"/>
                      <a:pt x="361168" y="112"/>
                      <a:pt x="364959" y="138"/>
                    </a:cubicBezTo>
                    <a:cubicBezTo>
                      <a:pt x="365661" y="136"/>
                      <a:pt x="366364" y="134"/>
                      <a:pt x="367087" y="132"/>
                    </a:cubicBezTo>
                    <a:cubicBezTo>
                      <a:pt x="369448" y="127"/>
                      <a:pt x="371809" y="134"/>
                      <a:pt x="374170" y="142"/>
                    </a:cubicBezTo>
                    <a:cubicBezTo>
                      <a:pt x="375860" y="141"/>
                      <a:pt x="377550" y="139"/>
                      <a:pt x="379240" y="137"/>
                    </a:cubicBezTo>
                    <a:cubicBezTo>
                      <a:pt x="383837" y="132"/>
                      <a:pt x="388433" y="139"/>
                      <a:pt x="393030" y="148"/>
                    </a:cubicBezTo>
                    <a:cubicBezTo>
                      <a:pt x="397838" y="156"/>
                      <a:pt x="402647" y="155"/>
                      <a:pt x="407455" y="154"/>
                    </a:cubicBezTo>
                    <a:cubicBezTo>
                      <a:pt x="415534" y="155"/>
                      <a:pt x="423613" y="163"/>
                      <a:pt x="431693" y="175"/>
                    </a:cubicBezTo>
                    <a:cubicBezTo>
                      <a:pt x="441030" y="189"/>
                      <a:pt x="450368" y="194"/>
                      <a:pt x="459706" y="193"/>
                    </a:cubicBezTo>
                    <a:cubicBezTo>
                      <a:pt x="468686" y="193"/>
                      <a:pt x="477667" y="197"/>
                      <a:pt x="486647" y="205"/>
                    </a:cubicBezTo>
                    <a:cubicBezTo>
                      <a:pt x="490469" y="208"/>
                      <a:pt x="494291" y="209"/>
                      <a:pt x="498113" y="210"/>
                    </a:cubicBezTo>
                    <a:cubicBezTo>
                      <a:pt x="502617" y="211"/>
                      <a:pt x="507122" y="216"/>
                      <a:pt x="511627" y="225"/>
                    </a:cubicBezTo>
                    <a:cubicBezTo>
                      <a:pt x="513279" y="228"/>
                      <a:pt x="514931" y="229"/>
                      <a:pt x="516583" y="228"/>
                    </a:cubicBezTo>
                    <a:cubicBezTo>
                      <a:pt x="518841" y="228"/>
                      <a:pt x="521099" y="233"/>
                      <a:pt x="523357" y="240"/>
                    </a:cubicBezTo>
                    <a:cubicBezTo>
                      <a:pt x="524334" y="238"/>
                      <a:pt x="524334" y="238"/>
                      <a:pt x="525330" y="235"/>
                    </a:cubicBezTo>
                    <a:cubicBezTo>
                      <a:pt x="529283" y="254"/>
                      <a:pt x="533009" y="614"/>
                      <a:pt x="536898" y="1253"/>
                    </a:cubicBezTo>
                    <a:cubicBezTo>
                      <a:pt x="537895" y="4244"/>
                      <a:pt x="537903" y="6472"/>
                      <a:pt x="537901" y="9625"/>
                    </a:cubicBezTo>
                    <a:cubicBezTo>
                      <a:pt x="537903" y="10207"/>
                      <a:pt x="537904" y="10790"/>
                      <a:pt x="537905" y="11390"/>
                    </a:cubicBezTo>
                    <a:cubicBezTo>
                      <a:pt x="537907" y="13356"/>
                      <a:pt x="537903" y="15322"/>
                      <a:pt x="537899" y="17287"/>
                    </a:cubicBezTo>
                    <a:cubicBezTo>
                      <a:pt x="537899" y="18706"/>
                      <a:pt x="537900" y="20124"/>
                      <a:pt x="537901" y="21542"/>
                    </a:cubicBezTo>
                    <a:cubicBezTo>
                      <a:pt x="537903" y="25449"/>
                      <a:pt x="537900" y="29356"/>
                      <a:pt x="537895" y="33264"/>
                    </a:cubicBezTo>
                    <a:cubicBezTo>
                      <a:pt x="537891" y="37473"/>
                      <a:pt x="537893" y="41683"/>
                      <a:pt x="537893" y="45893"/>
                    </a:cubicBezTo>
                    <a:cubicBezTo>
                      <a:pt x="537894" y="53190"/>
                      <a:pt x="537891" y="60487"/>
                      <a:pt x="537886" y="67784"/>
                    </a:cubicBezTo>
                    <a:cubicBezTo>
                      <a:pt x="537879" y="78334"/>
                      <a:pt x="537876" y="88884"/>
                      <a:pt x="537875" y="99435"/>
                    </a:cubicBezTo>
                    <a:cubicBezTo>
                      <a:pt x="537873" y="116551"/>
                      <a:pt x="537867" y="133667"/>
                      <a:pt x="537859" y="150783"/>
                    </a:cubicBezTo>
                    <a:cubicBezTo>
                      <a:pt x="537851" y="167412"/>
                      <a:pt x="537844" y="184042"/>
                      <a:pt x="537841" y="200671"/>
                    </a:cubicBezTo>
                    <a:cubicBezTo>
                      <a:pt x="537840" y="201696"/>
                      <a:pt x="537840" y="202720"/>
                      <a:pt x="537840" y="203776"/>
                    </a:cubicBezTo>
                    <a:cubicBezTo>
                      <a:pt x="537839" y="208915"/>
                      <a:pt x="537838" y="214055"/>
                      <a:pt x="537837" y="219195"/>
                    </a:cubicBezTo>
                    <a:cubicBezTo>
                      <a:pt x="537827" y="261853"/>
                      <a:pt x="537811" y="304511"/>
                      <a:pt x="537792" y="347170"/>
                    </a:cubicBezTo>
                    <a:cubicBezTo>
                      <a:pt x="535936" y="347664"/>
                      <a:pt x="534356" y="348063"/>
                      <a:pt x="532428" y="348063"/>
                    </a:cubicBezTo>
                    <a:cubicBezTo>
                      <a:pt x="531737" y="353046"/>
                      <a:pt x="531364" y="357925"/>
                      <a:pt x="531252" y="362952"/>
                    </a:cubicBezTo>
                    <a:cubicBezTo>
                      <a:pt x="531233" y="363656"/>
                      <a:pt x="531215" y="364360"/>
                      <a:pt x="531195" y="365085"/>
                    </a:cubicBezTo>
                    <a:cubicBezTo>
                      <a:pt x="531138" y="367307"/>
                      <a:pt x="531085" y="369529"/>
                      <a:pt x="531032" y="371750"/>
                    </a:cubicBezTo>
                    <a:cubicBezTo>
                      <a:pt x="530993" y="373268"/>
                      <a:pt x="530954" y="374786"/>
                      <a:pt x="530915" y="376303"/>
                    </a:cubicBezTo>
                    <a:cubicBezTo>
                      <a:pt x="530820" y="380000"/>
                      <a:pt x="530729" y="383696"/>
                      <a:pt x="530641" y="387393"/>
                    </a:cubicBezTo>
                    <a:cubicBezTo>
                      <a:pt x="529166" y="387687"/>
                      <a:pt x="527691" y="387982"/>
                      <a:pt x="526172" y="388286"/>
                    </a:cubicBezTo>
                    <a:cubicBezTo>
                      <a:pt x="525321" y="390838"/>
                      <a:pt x="525108" y="392675"/>
                      <a:pt x="524995" y="395336"/>
                    </a:cubicBezTo>
                    <a:cubicBezTo>
                      <a:pt x="524939" y="396593"/>
                      <a:pt x="524939" y="396593"/>
                      <a:pt x="524881" y="397876"/>
                    </a:cubicBezTo>
                    <a:cubicBezTo>
                      <a:pt x="524829" y="399185"/>
                      <a:pt x="524829" y="399185"/>
                      <a:pt x="524775" y="400521"/>
                    </a:cubicBezTo>
                    <a:cubicBezTo>
                      <a:pt x="524736" y="401404"/>
                      <a:pt x="524698" y="402287"/>
                      <a:pt x="524658" y="403197"/>
                    </a:cubicBezTo>
                    <a:cubicBezTo>
                      <a:pt x="524563" y="405377"/>
                      <a:pt x="524472" y="407558"/>
                      <a:pt x="524384" y="409739"/>
                    </a:cubicBezTo>
                    <a:cubicBezTo>
                      <a:pt x="523665" y="409849"/>
                      <a:pt x="522946" y="409960"/>
                      <a:pt x="522205" y="410074"/>
                    </a:cubicBezTo>
                    <a:cubicBezTo>
                      <a:pt x="521071" y="410350"/>
                      <a:pt x="521071" y="410350"/>
                      <a:pt x="519915" y="410632"/>
                    </a:cubicBezTo>
                    <a:cubicBezTo>
                      <a:pt x="518555" y="413352"/>
                      <a:pt x="518686" y="416246"/>
                      <a:pt x="518518" y="419236"/>
                    </a:cubicBezTo>
                    <a:cubicBezTo>
                      <a:pt x="518479" y="419867"/>
                      <a:pt x="518441" y="420498"/>
                      <a:pt x="518401" y="421149"/>
                    </a:cubicBezTo>
                    <a:cubicBezTo>
                      <a:pt x="518306" y="422708"/>
                      <a:pt x="518216" y="424268"/>
                      <a:pt x="518127" y="425828"/>
                    </a:cubicBezTo>
                    <a:cubicBezTo>
                      <a:pt x="516357" y="426418"/>
                      <a:pt x="514587" y="427008"/>
                      <a:pt x="512764" y="427615"/>
                    </a:cubicBezTo>
                    <a:cubicBezTo>
                      <a:pt x="512174" y="431745"/>
                      <a:pt x="511584" y="435874"/>
                      <a:pt x="510976" y="440129"/>
                    </a:cubicBezTo>
                    <a:cubicBezTo>
                      <a:pt x="509501" y="440719"/>
                      <a:pt x="508027" y="441309"/>
                      <a:pt x="506507" y="441917"/>
                    </a:cubicBezTo>
                    <a:cubicBezTo>
                      <a:pt x="505782" y="443770"/>
                      <a:pt x="505782" y="443770"/>
                      <a:pt x="505669" y="445883"/>
                    </a:cubicBezTo>
                    <a:cubicBezTo>
                      <a:pt x="505313" y="448072"/>
                      <a:pt x="505313" y="448072"/>
                      <a:pt x="504719" y="449961"/>
                    </a:cubicBezTo>
                    <a:cubicBezTo>
                      <a:pt x="501982" y="451526"/>
                      <a:pt x="501982" y="451526"/>
                      <a:pt x="499356" y="452643"/>
                    </a:cubicBezTo>
                    <a:cubicBezTo>
                      <a:pt x="498341" y="455470"/>
                      <a:pt x="498462" y="457648"/>
                      <a:pt x="498462" y="460688"/>
                    </a:cubicBezTo>
                    <a:cubicBezTo>
                      <a:pt x="496988" y="460982"/>
                      <a:pt x="495513" y="461277"/>
                      <a:pt x="493993" y="461581"/>
                    </a:cubicBezTo>
                    <a:cubicBezTo>
                      <a:pt x="493862" y="462131"/>
                      <a:pt x="493731" y="462681"/>
                      <a:pt x="493595" y="463247"/>
                    </a:cubicBezTo>
                    <a:cubicBezTo>
                      <a:pt x="491922" y="469277"/>
                      <a:pt x="491922" y="469277"/>
                      <a:pt x="488574" y="471190"/>
                    </a:cubicBezTo>
                    <a:cubicBezTo>
                      <a:pt x="487708" y="471559"/>
                      <a:pt x="486841" y="471928"/>
                      <a:pt x="485949" y="472307"/>
                    </a:cubicBezTo>
                    <a:cubicBezTo>
                      <a:pt x="485334" y="473790"/>
                      <a:pt x="484737" y="475279"/>
                      <a:pt x="484161" y="476777"/>
                    </a:cubicBezTo>
                    <a:cubicBezTo>
                      <a:pt x="483424" y="477035"/>
                      <a:pt x="482686" y="477293"/>
                      <a:pt x="481926" y="477559"/>
                    </a:cubicBezTo>
                    <a:cubicBezTo>
                      <a:pt x="481189" y="477891"/>
                      <a:pt x="480452" y="478222"/>
                      <a:pt x="479692" y="478564"/>
                    </a:cubicBezTo>
                    <a:cubicBezTo>
                      <a:pt x="478459" y="481724"/>
                      <a:pt x="478459" y="481724"/>
                      <a:pt x="477904" y="484821"/>
                    </a:cubicBezTo>
                    <a:cubicBezTo>
                      <a:pt x="476429" y="485116"/>
                      <a:pt x="474954" y="485411"/>
                      <a:pt x="473435" y="485715"/>
                    </a:cubicBezTo>
                    <a:cubicBezTo>
                      <a:pt x="473140" y="487485"/>
                      <a:pt x="472845" y="489255"/>
                      <a:pt x="472541" y="491078"/>
                    </a:cubicBezTo>
                    <a:cubicBezTo>
                      <a:pt x="470476" y="491373"/>
                      <a:pt x="468412" y="491668"/>
                      <a:pt x="466284" y="491972"/>
                    </a:cubicBezTo>
                    <a:cubicBezTo>
                      <a:pt x="466257" y="492995"/>
                      <a:pt x="466257" y="492995"/>
                      <a:pt x="466228" y="494039"/>
                    </a:cubicBezTo>
                    <a:cubicBezTo>
                      <a:pt x="465952" y="494832"/>
                      <a:pt x="465675" y="495624"/>
                      <a:pt x="465390" y="496441"/>
                    </a:cubicBezTo>
                    <a:cubicBezTo>
                      <a:pt x="463311" y="497349"/>
                      <a:pt x="461225" y="498242"/>
                      <a:pt x="459133" y="499123"/>
                    </a:cubicBezTo>
                    <a:cubicBezTo>
                      <a:pt x="458519" y="500605"/>
                      <a:pt x="457922" y="502094"/>
                      <a:pt x="457346" y="503592"/>
                    </a:cubicBezTo>
                    <a:cubicBezTo>
                      <a:pt x="455558" y="504188"/>
                      <a:pt x="453770" y="504784"/>
                      <a:pt x="451983" y="505380"/>
                    </a:cubicBezTo>
                    <a:cubicBezTo>
                      <a:pt x="451743" y="506099"/>
                      <a:pt x="451503" y="506818"/>
                      <a:pt x="451256" y="507558"/>
                    </a:cubicBezTo>
                    <a:cubicBezTo>
                      <a:pt x="450195" y="509849"/>
                      <a:pt x="450195" y="509849"/>
                      <a:pt x="448306" y="510736"/>
                    </a:cubicBezTo>
                    <a:cubicBezTo>
                      <a:pt x="446266" y="511402"/>
                      <a:pt x="444231" y="512004"/>
                      <a:pt x="442150" y="512530"/>
                    </a:cubicBezTo>
                    <a:cubicBezTo>
                      <a:pt x="442150" y="514005"/>
                      <a:pt x="442150" y="515480"/>
                      <a:pt x="442150" y="517000"/>
                    </a:cubicBezTo>
                    <a:cubicBezTo>
                      <a:pt x="439201" y="517295"/>
                      <a:pt x="436251" y="517589"/>
                      <a:pt x="433212" y="517893"/>
                    </a:cubicBezTo>
                    <a:cubicBezTo>
                      <a:pt x="432622" y="519663"/>
                      <a:pt x="432032" y="521433"/>
                      <a:pt x="431424" y="523256"/>
                    </a:cubicBezTo>
                    <a:cubicBezTo>
                      <a:pt x="427885" y="523846"/>
                      <a:pt x="424345" y="524436"/>
                      <a:pt x="420698" y="525044"/>
                    </a:cubicBezTo>
                    <a:cubicBezTo>
                      <a:pt x="420108" y="526814"/>
                      <a:pt x="419518" y="528584"/>
                      <a:pt x="418911" y="530407"/>
                    </a:cubicBezTo>
                    <a:cubicBezTo>
                      <a:pt x="418157" y="530397"/>
                      <a:pt x="417403" y="530386"/>
                      <a:pt x="416627" y="530376"/>
                    </a:cubicBezTo>
                    <a:cubicBezTo>
                      <a:pt x="415648" y="530368"/>
                      <a:pt x="414668" y="530360"/>
                      <a:pt x="413659" y="530351"/>
                    </a:cubicBezTo>
                    <a:cubicBezTo>
                      <a:pt x="412684" y="530341"/>
                      <a:pt x="411710" y="530331"/>
                      <a:pt x="410705" y="530320"/>
                    </a:cubicBezTo>
                    <a:cubicBezTo>
                      <a:pt x="408228" y="530231"/>
                      <a:pt x="408228" y="530231"/>
                      <a:pt x="406397" y="531301"/>
                    </a:cubicBezTo>
                    <a:cubicBezTo>
                      <a:pt x="405809" y="534009"/>
                      <a:pt x="405809" y="534009"/>
                      <a:pt x="405503" y="536664"/>
                    </a:cubicBezTo>
                    <a:cubicBezTo>
                      <a:pt x="404362" y="536718"/>
                      <a:pt x="403222" y="536772"/>
                      <a:pt x="402046" y="536828"/>
                    </a:cubicBezTo>
                    <a:cubicBezTo>
                      <a:pt x="400554" y="536904"/>
                      <a:pt x="399062" y="536979"/>
                      <a:pt x="397570" y="537055"/>
                    </a:cubicBezTo>
                    <a:cubicBezTo>
                      <a:pt x="396441" y="537108"/>
                      <a:pt x="396441" y="537108"/>
                      <a:pt x="395290" y="537162"/>
                    </a:cubicBezTo>
                    <a:cubicBezTo>
                      <a:pt x="394570" y="537199"/>
                      <a:pt x="393850" y="537237"/>
                      <a:pt x="393108" y="537275"/>
                    </a:cubicBezTo>
                    <a:cubicBezTo>
                      <a:pt x="392111" y="537324"/>
                      <a:pt x="392111" y="537324"/>
                      <a:pt x="391094" y="537374"/>
                    </a:cubicBezTo>
                    <a:cubicBezTo>
                      <a:pt x="389335" y="537468"/>
                      <a:pt x="389335" y="537468"/>
                      <a:pt x="387626" y="538452"/>
                    </a:cubicBezTo>
                    <a:cubicBezTo>
                      <a:pt x="387040" y="540711"/>
                      <a:pt x="387040" y="540711"/>
                      <a:pt x="386732" y="542921"/>
                    </a:cubicBezTo>
                    <a:cubicBezTo>
                      <a:pt x="385983" y="542943"/>
                      <a:pt x="385235" y="542966"/>
                      <a:pt x="384463" y="542989"/>
                    </a:cubicBezTo>
                    <a:cubicBezTo>
                      <a:pt x="381688" y="543074"/>
                      <a:pt x="378913" y="543163"/>
                      <a:pt x="376138" y="543254"/>
                    </a:cubicBezTo>
                    <a:cubicBezTo>
                      <a:pt x="374345" y="543312"/>
                      <a:pt x="372551" y="543365"/>
                      <a:pt x="370758" y="543419"/>
                    </a:cubicBezTo>
                    <a:cubicBezTo>
                      <a:pt x="369635" y="543456"/>
                      <a:pt x="368512" y="543493"/>
                      <a:pt x="367354" y="543532"/>
                    </a:cubicBezTo>
                    <a:cubicBezTo>
                      <a:pt x="365795" y="543581"/>
                      <a:pt x="365795" y="543581"/>
                      <a:pt x="364205" y="543631"/>
                    </a:cubicBezTo>
                    <a:cubicBezTo>
                      <a:pt x="361746" y="543652"/>
                      <a:pt x="361746" y="543652"/>
                      <a:pt x="359917" y="544709"/>
                    </a:cubicBezTo>
                    <a:cubicBezTo>
                      <a:pt x="359622" y="546183"/>
                      <a:pt x="359327" y="547658"/>
                      <a:pt x="359023" y="549178"/>
                    </a:cubicBezTo>
                    <a:cubicBezTo>
                      <a:pt x="302684" y="549178"/>
                      <a:pt x="246345" y="549178"/>
                      <a:pt x="188299" y="549178"/>
                    </a:cubicBezTo>
                    <a:cubicBezTo>
                      <a:pt x="188299" y="547703"/>
                      <a:pt x="188299" y="546228"/>
                      <a:pt x="188299" y="544709"/>
                    </a:cubicBezTo>
                    <a:cubicBezTo>
                      <a:pt x="184561" y="543825"/>
                      <a:pt x="180972" y="543639"/>
                      <a:pt x="177137" y="543532"/>
                    </a:cubicBezTo>
                    <a:cubicBezTo>
                      <a:pt x="176508" y="543513"/>
                      <a:pt x="175880" y="543495"/>
                      <a:pt x="175232" y="543476"/>
                    </a:cubicBezTo>
                    <a:cubicBezTo>
                      <a:pt x="173238" y="543418"/>
                      <a:pt x="171244" y="543365"/>
                      <a:pt x="169249" y="543312"/>
                    </a:cubicBezTo>
                    <a:cubicBezTo>
                      <a:pt x="167892" y="543273"/>
                      <a:pt x="166534" y="543234"/>
                      <a:pt x="165176" y="543195"/>
                    </a:cubicBezTo>
                    <a:cubicBezTo>
                      <a:pt x="161860" y="543100"/>
                      <a:pt x="158544" y="543009"/>
                      <a:pt x="155227" y="542921"/>
                    </a:cubicBezTo>
                    <a:cubicBezTo>
                      <a:pt x="155117" y="542202"/>
                      <a:pt x="155006" y="541483"/>
                      <a:pt x="154892" y="540742"/>
                    </a:cubicBezTo>
                    <a:cubicBezTo>
                      <a:pt x="154708" y="539986"/>
                      <a:pt x="154523" y="539231"/>
                      <a:pt x="154333" y="538452"/>
                    </a:cubicBezTo>
                    <a:cubicBezTo>
                      <a:pt x="152284" y="537427"/>
                      <a:pt x="150938" y="537382"/>
                      <a:pt x="148656" y="537275"/>
                    </a:cubicBezTo>
                    <a:cubicBezTo>
                      <a:pt x="147515" y="537219"/>
                      <a:pt x="147515" y="537219"/>
                      <a:pt x="146352" y="537162"/>
                    </a:cubicBezTo>
                    <a:cubicBezTo>
                      <a:pt x="145557" y="537126"/>
                      <a:pt x="144762" y="537091"/>
                      <a:pt x="143943" y="537055"/>
                    </a:cubicBezTo>
                    <a:cubicBezTo>
                      <a:pt x="143141" y="537017"/>
                      <a:pt x="142339" y="536978"/>
                      <a:pt x="141512" y="536938"/>
                    </a:cubicBezTo>
                    <a:cubicBezTo>
                      <a:pt x="139529" y="536843"/>
                      <a:pt x="137546" y="536752"/>
                      <a:pt x="135563" y="536664"/>
                    </a:cubicBezTo>
                    <a:cubicBezTo>
                      <a:pt x="135563" y="534894"/>
                      <a:pt x="135563" y="533124"/>
                      <a:pt x="135563" y="531301"/>
                    </a:cubicBezTo>
                    <a:cubicBezTo>
                      <a:pt x="134626" y="531299"/>
                      <a:pt x="133689" y="531296"/>
                      <a:pt x="132724" y="531294"/>
                    </a:cubicBezTo>
                    <a:cubicBezTo>
                      <a:pt x="131492" y="531261"/>
                      <a:pt x="130259" y="531226"/>
                      <a:pt x="129027" y="531189"/>
                    </a:cubicBezTo>
                    <a:cubicBezTo>
                      <a:pt x="128410" y="531192"/>
                      <a:pt x="127792" y="531194"/>
                      <a:pt x="127157" y="531196"/>
                    </a:cubicBezTo>
                    <a:cubicBezTo>
                      <a:pt x="125350" y="531126"/>
                      <a:pt x="125350" y="531126"/>
                      <a:pt x="122155" y="530407"/>
                    </a:cubicBezTo>
                    <a:cubicBezTo>
                      <a:pt x="121224" y="528639"/>
                      <a:pt x="120330" y="526850"/>
                      <a:pt x="119474" y="525044"/>
                    </a:cubicBezTo>
                    <a:cubicBezTo>
                      <a:pt x="116654" y="524013"/>
                      <a:pt x="116654" y="524013"/>
                      <a:pt x="113496" y="523815"/>
                    </a:cubicBezTo>
                    <a:cubicBezTo>
                      <a:pt x="111915" y="523639"/>
                      <a:pt x="111915" y="523639"/>
                      <a:pt x="110301" y="523459"/>
                    </a:cubicBezTo>
                    <a:cubicBezTo>
                      <a:pt x="109494" y="523392"/>
                      <a:pt x="108686" y="523325"/>
                      <a:pt x="107854" y="523256"/>
                    </a:cubicBezTo>
                    <a:cubicBezTo>
                      <a:pt x="107854" y="521782"/>
                      <a:pt x="107854" y="520307"/>
                      <a:pt x="107854" y="518787"/>
                    </a:cubicBezTo>
                    <a:cubicBezTo>
                      <a:pt x="107240" y="518720"/>
                      <a:pt x="106625" y="518654"/>
                      <a:pt x="105993" y="518585"/>
                    </a:cubicBezTo>
                    <a:cubicBezTo>
                      <a:pt x="103525" y="518225"/>
                      <a:pt x="101272" y="517821"/>
                      <a:pt x="98915" y="517000"/>
                    </a:cubicBezTo>
                    <a:cubicBezTo>
                      <a:pt x="97407" y="514318"/>
                      <a:pt x="97407" y="514318"/>
                      <a:pt x="96234" y="511636"/>
                    </a:cubicBezTo>
                    <a:cubicBezTo>
                      <a:pt x="94155" y="511017"/>
                      <a:pt x="92069" y="510420"/>
                      <a:pt x="89977" y="509849"/>
                    </a:cubicBezTo>
                    <a:cubicBezTo>
                      <a:pt x="88692" y="507502"/>
                      <a:pt x="88692" y="507502"/>
                      <a:pt x="88189" y="505380"/>
                    </a:cubicBezTo>
                    <a:cubicBezTo>
                      <a:pt x="87212" y="505324"/>
                      <a:pt x="86235" y="505269"/>
                      <a:pt x="85228" y="505212"/>
                    </a:cubicBezTo>
                    <a:cubicBezTo>
                      <a:pt x="81932" y="504486"/>
                      <a:pt x="81932" y="504486"/>
                      <a:pt x="80480" y="502419"/>
                    </a:cubicBezTo>
                    <a:cubicBezTo>
                      <a:pt x="80074" y="501626"/>
                      <a:pt x="79669" y="500833"/>
                      <a:pt x="79251" y="500017"/>
                    </a:cubicBezTo>
                    <a:cubicBezTo>
                      <a:pt x="77768" y="498816"/>
                      <a:pt x="76279" y="497623"/>
                      <a:pt x="74782" y="496441"/>
                    </a:cubicBezTo>
                    <a:cubicBezTo>
                      <a:pt x="74339" y="495114"/>
                      <a:pt x="74339" y="495114"/>
                      <a:pt x="73888" y="493760"/>
                    </a:cubicBezTo>
                    <a:cubicBezTo>
                      <a:pt x="73169" y="493336"/>
                      <a:pt x="72450" y="492912"/>
                      <a:pt x="71709" y="492475"/>
                    </a:cubicBezTo>
                    <a:cubicBezTo>
                      <a:pt x="69418" y="491078"/>
                      <a:pt x="69418" y="491078"/>
                      <a:pt x="68525" y="489235"/>
                    </a:cubicBezTo>
                    <a:cubicBezTo>
                      <a:pt x="67756" y="487259"/>
                      <a:pt x="67756" y="487259"/>
                      <a:pt x="65396" y="486721"/>
                    </a:cubicBezTo>
                    <a:cubicBezTo>
                      <a:pt x="63162" y="485715"/>
                      <a:pt x="63162" y="485715"/>
                      <a:pt x="61988" y="482922"/>
                    </a:cubicBezTo>
                    <a:cubicBezTo>
                      <a:pt x="61684" y="481650"/>
                      <a:pt x="61684" y="481650"/>
                      <a:pt x="61374" y="480352"/>
                    </a:cubicBezTo>
                    <a:cubicBezTo>
                      <a:pt x="60692" y="480334"/>
                      <a:pt x="60010" y="480315"/>
                      <a:pt x="59307" y="480296"/>
                    </a:cubicBezTo>
                    <a:cubicBezTo>
                      <a:pt x="58514" y="480020"/>
                      <a:pt x="57721" y="479743"/>
                      <a:pt x="56905" y="479458"/>
                    </a:cubicBezTo>
                    <a:cubicBezTo>
                      <a:pt x="55997" y="477379"/>
                      <a:pt x="55104" y="475293"/>
                      <a:pt x="54223" y="473201"/>
                    </a:cubicBezTo>
                    <a:cubicBezTo>
                      <a:pt x="52736" y="472599"/>
                      <a:pt x="51246" y="472003"/>
                      <a:pt x="49754" y="471414"/>
                    </a:cubicBezTo>
                    <a:cubicBezTo>
                      <a:pt x="49028" y="468620"/>
                      <a:pt x="49028" y="468620"/>
                      <a:pt x="48860" y="466051"/>
                    </a:cubicBezTo>
                    <a:cubicBezTo>
                      <a:pt x="47385" y="465756"/>
                      <a:pt x="45910" y="465461"/>
                      <a:pt x="44391" y="465157"/>
                    </a:cubicBezTo>
                    <a:cubicBezTo>
                      <a:pt x="43801" y="462207"/>
                      <a:pt x="43211" y="459257"/>
                      <a:pt x="42603" y="456218"/>
                    </a:cubicBezTo>
                    <a:cubicBezTo>
                      <a:pt x="41755" y="456089"/>
                      <a:pt x="40907" y="455960"/>
                      <a:pt x="40033" y="455827"/>
                    </a:cubicBezTo>
                    <a:cubicBezTo>
                      <a:pt x="37240" y="454431"/>
                      <a:pt x="37240" y="454431"/>
                      <a:pt x="36486" y="452521"/>
                    </a:cubicBezTo>
                    <a:cubicBezTo>
                      <a:pt x="36050" y="450478"/>
                      <a:pt x="35700" y="448460"/>
                      <a:pt x="35452" y="446386"/>
                    </a:cubicBezTo>
                    <a:cubicBezTo>
                      <a:pt x="33978" y="446091"/>
                      <a:pt x="32503" y="445796"/>
                      <a:pt x="30983" y="445492"/>
                    </a:cubicBezTo>
                    <a:cubicBezTo>
                      <a:pt x="30906" y="444674"/>
                      <a:pt x="30829" y="443856"/>
                      <a:pt x="30749" y="443013"/>
                    </a:cubicBezTo>
                    <a:cubicBezTo>
                      <a:pt x="30624" y="441951"/>
                      <a:pt x="30498" y="440889"/>
                      <a:pt x="30369" y="439794"/>
                    </a:cubicBezTo>
                    <a:cubicBezTo>
                      <a:pt x="30198" y="438207"/>
                      <a:pt x="30198" y="438207"/>
                      <a:pt x="30023" y="436589"/>
                    </a:cubicBezTo>
                    <a:cubicBezTo>
                      <a:pt x="29483" y="433680"/>
                      <a:pt x="29483" y="433680"/>
                      <a:pt x="26888" y="432608"/>
                    </a:cubicBezTo>
                    <a:cubicBezTo>
                      <a:pt x="26174" y="432436"/>
                      <a:pt x="25461" y="432263"/>
                      <a:pt x="24726" y="432085"/>
                    </a:cubicBezTo>
                    <a:cubicBezTo>
                      <a:pt x="24234" y="429004"/>
                      <a:pt x="23827" y="426102"/>
                      <a:pt x="23888" y="422979"/>
                    </a:cubicBezTo>
                    <a:cubicBezTo>
                      <a:pt x="23829" y="420322"/>
                      <a:pt x="23676" y="418987"/>
                      <a:pt x="22045" y="416889"/>
                    </a:cubicBezTo>
                    <a:cubicBezTo>
                      <a:pt x="20570" y="416594"/>
                      <a:pt x="19095" y="416299"/>
                      <a:pt x="17576" y="415995"/>
                    </a:cubicBezTo>
                    <a:cubicBezTo>
                      <a:pt x="17281" y="408326"/>
                      <a:pt x="16986" y="400657"/>
                      <a:pt x="16682" y="392756"/>
                    </a:cubicBezTo>
                    <a:cubicBezTo>
                      <a:pt x="14912" y="392461"/>
                      <a:pt x="13142" y="392166"/>
                      <a:pt x="11319" y="391862"/>
                    </a:cubicBezTo>
                    <a:cubicBezTo>
                      <a:pt x="11296" y="391073"/>
                      <a:pt x="11274" y="390284"/>
                      <a:pt x="11251" y="389471"/>
                    </a:cubicBezTo>
                    <a:cubicBezTo>
                      <a:pt x="11166" y="386531"/>
                      <a:pt x="11077" y="383591"/>
                      <a:pt x="10986" y="380651"/>
                    </a:cubicBezTo>
                    <a:cubicBezTo>
                      <a:pt x="10947" y="379380"/>
                      <a:pt x="10910" y="378110"/>
                      <a:pt x="10874" y="376840"/>
                    </a:cubicBezTo>
                    <a:cubicBezTo>
                      <a:pt x="10822" y="375010"/>
                      <a:pt x="10765" y="373179"/>
                      <a:pt x="10708" y="371349"/>
                    </a:cubicBezTo>
                    <a:cubicBezTo>
                      <a:pt x="10675" y="370249"/>
                      <a:pt x="10642" y="369149"/>
                      <a:pt x="10608" y="368015"/>
                    </a:cubicBezTo>
                    <a:cubicBezTo>
                      <a:pt x="10449" y="365441"/>
                      <a:pt x="10116" y="363084"/>
                      <a:pt x="9531" y="360577"/>
                    </a:cubicBezTo>
                    <a:cubicBezTo>
                      <a:pt x="8056" y="360577"/>
                      <a:pt x="6581" y="360577"/>
                      <a:pt x="5062" y="360577"/>
                    </a:cubicBezTo>
                    <a:cubicBezTo>
                      <a:pt x="5062" y="242000"/>
                      <a:pt x="5062" y="123423"/>
                      <a:pt x="5062" y="1253"/>
                    </a:cubicBezTo>
                    <a:cubicBezTo>
                      <a:pt x="8697" y="344"/>
                      <a:pt x="11953" y="234"/>
                      <a:pt x="15660" y="246"/>
                    </a:cubicBezTo>
                    <a:close/>
                  </a:path>
                </a:pathLst>
              </a:custGeom>
              <a:grpFill/>
              <a:ln w="894" cap="flat">
                <a:noFill/>
                <a:prstDash val="solid"/>
                <a:miter/>
              </a:ln>
            </p:spPr>
            <p:txBody>
              <a:bodyPr rtlCol="0" anchor="ctr"/>
              <a:lstStyle/>
              <a:p>
                <a:endParaRPr lang="zh-CN" altLang="en-US"/>
              </a:p>
            </p:txBody>
          </p:sp>
          <p:sp>
            <p:nvSpPr>
              <p:cNvPr id="170" name="任意多边形: 形状 169"/>
              <p:cNvSpPr/>
              <p:nvPr/>
            </p:nvSpPr>
            <p:spPr>
              <a:xfrm>
                <a:off x="5180197" y="3441684"/>
                <a:ext cx="468612" cy="542914"/>
              </a:xfrm>
              <a:custGeom>
                <a:avLst/>
                <a:gdLst>
                  <a:gd name="connsiteX0" fmla="*/ 16108 w 468612"/>
                  <a:gd name="connsiteY0" fmla="*/ 247 h 542914"/>
                  <a:gd name="connsiteX1" fmla="*/ 18426 w 468612"/>
                  <a:gd name="connsiteY1" fmla="*/ 242 h 542914"/>
                  <a:gd name="connsiteX2" fmla="*/ 26183 w 468612"/>
                  <a:gd name="connsiteY2" fmla="*/ 242 h 542914"/>
                  <a:gd name="connsiteX3" fmla="*/ 31773 w 468612"/>
                  <a:gd name="connsiteY3" fmla="*/ 236 h 542914"/>
                  <a:gd name="connsiteX4" fmla="*/ 47189 w 468612"/>
                  <a:gd name="connsiteY4" fmla="*/ 232 h 542914"/>
                  <a:gd name="connsiteX5" fmla="*/ 63794 w 468612"/>
                  <a:gd name="connsiteY5" fmla="*/ 223 h 542914"/>
                  <a:gd name="connsiteX6" fmla="*/ 96347 w 468612"/>
                  <a:gd name="connsiteY6" fmla="*/ 212 h 542914"/>
                  <a:gd name="connsiteX7" fmla="*/ 122801 w 468612"/>
                  <a:gd name="connsiteY7" fmla="*/ 207 h 542914"/>
                  <a:gd name="connsiteX8" fmla="*/ 130409 w 468612"/>
                  <a:gd name="connsiteY8" fmla="*/ 205 h 542914"/>
                  <a:gd name="connsiteX9" fmla="*/ 132319 w 468612"/>
                  <a:gd name="connsiteY9" fmla="*/ 204 h 542914"/>
                  <a:gd name="connsiteX10" fmla="*/ 185539 w 468612"/>
                  <a:gd name="connsiteY10" fmla="*/ 196 h 542914"/>
                  <a:gd name="connsiteX11" fmla="*/ 187567 w 468612"/>
                  <a:gd name="connsiteY11" fmla="*/ 196 h 542914"/>
                  <a:gd name="connsiteX12" fmla="*/ 197743 w 468612"/>
                  <a:gd name="connsiteY12" fmla="*/ 196 h 542914"/>
                  <a:gd name="connsiteX13" fmla="*/ 199784 w 468612"/>
                  <a:gd name="connsiteY13" fmla="*/ 196 h 542914"/>
                  <a:gd name="connsiteX14" fmla="*/ 203871 w 468612"/>
                  <a:gd name="connsiteY14" fmla="*/ 196 h 542914"/>
                  <a:gd name="connsiteX15" fmla="*/ 267455 w 468612"/>
                  <a:gd name="connsiteY15" fmla="*/ 178 h 542914"/>
                  <a:gd name="connsiteX16" fmla="*/ 338857 w 468612"/>
                  <a:gd name="connsiteY16" fmla="*/ 157 h 542914"/>
                  <a:gd name="connsiteX17" fmla="*/ 346469 w 468612"/>
                  <a:gd name="connsiteY17" fmla="*/ 157 h 542914"/>
                  <a:gd name="connsiteX18" fmla="*/ 348362 w 468612"/>
                  <a:gd name="connsiteY18" fmla="*/ 157 h 542914"/>
                  <a:gd name="connsiteX19" fmla="*/ 378545 w 468612"/>
                  <a:gd name="connsiteY19" fmla="*/ 144 h 542914"/>
                  <a:gd name="connsiteX20" fmla="*/ 408874 w 468612"/>
                  <a:gd name="connsiteY20" fmla="*/ 141 h 542914"/>
                  <a:gd name="connsiteX21" fmla="*/ 425310 w 468612"/>
                  <a:gd name="connsiteY21" fmla="*/ 137 h 542914"/>
                  <a:gd name="connsiteX22" fmla="*/ 440349 w 468612"/>
                  <a:gd name="connsiteY22" fmla="*/ 139 h 542914"/>
                  <a:gd name="connsiteX23" fmla="*/ 445797 w 468612"/>
                  <a:gd name="connsiteY23" fmla="*/ 133 h 542914"/>
                  <a:gd name="connsiteX24" fmla="*/ 453190 w 468612"/>
                  <a:gd name="connsiteY24" fmla="*/ 139 h 542914"/>
                  <a:gd name="connsiteX25" fmla="*/ 455337 w 468612"/>
                  <a:gd name="connsiteY25" fmla="*/ 126 h 542914"/>
                  <a:gd name="connsiteX26" fmla="*/ 467273 w 468612"/>
                  <a:gd name="connsiteY26" fmla="*/ 2149 h 542914"/>
                  <a:gd name="connsiteX27" fmla="*/ 467412 w 468612"/>
                  <a:gd name="connsiteY27" fmla="*/ 51354 h 542914"/>
                  <a:gd name="connsiteX28" fmla="*/ 467475 w 468612"/>
                  <a:gd name="connsiteY28" fmla="*/ 74200 h 542914"/>
                  <a:gd name="connsiteX29" fmla="*/ 467525 w 468612"/>
                  <a:gd name="connsiteY29" fmla="*/ 94106 h 542914"/>
                  <a:gd name="connsiteX30" fmla="*/ 467556 w 468612"/>
                  <a:gd name="connsiteY30" fmla="*/ 104652 h 542914"/>
                  <a:gd name="connsiteX31" fmla="*/ 467576 w 468612"/>
                  <a:gd name="connsiteY31" fmla="*/ 114569 h 542914"/>
                  <a:gd name="connsiteX32" fmla="*/ 467606 w 468612"/>
                  <a:gd name="connsiteY32" fmla="*/ 119961 h 542914"/>
                  <a:gd name="connsiteX33" fmla="*/ 467595 w 468612"/>
                  <a:gd name="connsiteY33" fmla="*/ 123182 h 542914"/>
                  <a:gd name="connsiteX34" fmla="*/ 467603 w 468612"/>
                  <a:gd name="connsiteY34" fmla="*/ 125993 h 542914"/>
                  <a:gd name="connsiteX35" fmla="*/ 467273 w 468612"/>
                  <a:gd name="connsiteY35" fmla="*/ 128181 h 542914"/>
                  <a:gd name="connsiteX36" fmla="*/ 459892 w 468612"/>
                  <a:gd name="connsiteY36" fmla="*/ 130203 h 542914"/>
                  <a:gd name="connsiteX37" fmla="*/ 456922 w 468612"/>
                  <a:gd name="connsiteY37" fmla="*/ 130223 h 542914"/>
                  <a:gd name="connsiteX38" fmla="*/ 453647 w 468612"/>
                  <a:gd name="connsiteY38" fmla="*/ 130218 h 542914"/>
                  <a:gd name="connsiteX39" fmla="*/ 450178 w 468612"/>
                  <a:gd name="connsiteY39" fmla="*/ 130233 h 542914"/>
                  <a:gd name="connsiteX40" fmla="*/ 440627 w 468612"/>
                  <a:gd name="connsiteY40" fmla="*/ 130252 h 542914"/>
                  <a:gd name="connsiteX41" fmla="*/ 430334 w 468612"/>
                  <a:gd name="connsiteY41" fmla="*/ 130281 h 542914"/>
                  <a:gd name="connsiteX42" fmla="*/ 412495 w 468612"/>
                  <a:gd name="connsiteY42" fmla="*/ 130323 h 542914"/>
                  <a:gd name="connsiteX43" fmla="*/ 386702 w 468612"/>
                  <a:gd name="connsiteY43" fmla="*/ 130384 h 542914"/>
                  <a:gd name="connsiteX44" fmla="*/ 344857 w 468612"/>
                  <a:gd name="connsiteY44" fmla="*/ 130486 h 542914"/>
                  <a:gd name="connsiteX45" fmla="*/ 304203 w 468612"/>
                  <a:gd name="connsiteY45" fmla="*/ 130579 h 542914"/>
                  <a:gd name="connsiteX46" fmla="*/ 301673 w 468612"/>
                  <a:gd name="connsiteY46" fmla="*/ 130586 h 542914"/>
                  <a:gd name="connsiteX47" fmla="*/ 289107 w 468612"/>
                  <a:gd name="connsiteY47" fmla="*/ 130619 h 542914"/>
                  <a:gd name="connsiteX48" fmla="*/ 184819 w 468612"/>
                  <a:gd name="connsiteY48" fmla="*/ 130863 h 542914"/>
                  <a:gd name="connsiteX49" fmla="*/ 186578 w 468612"/>
                  <a:gd name="connsiteY49" fmla="*/ 133368 h 542914"/>
                  <a:gd name="connsiteX50" fmla="*/ 188843 w 468612"/>
                  <a:gd name="connsiteY50" fmla="*/ 142111 h 542914"/>
                  <a:gd name="connsiteX51" fmla="*/ 188868 w 468612"/>
                  <a:gd name="connsiteY51" fmla="*/ 145600 h 542914"/>
                  <a:gd name="connsiteX52" fmla="*/ 188837 w 468612"/>
                  <a:gd name="connsiteY52" fmla="*/ 149333 h 542914"/>
                  <a:gd name="connsiteX53" fmla="*/ 188841 w 468612"/>
                  <a:gd name="connsiteY53" fmla="*/ 153192 h 542914"/>
                  <a:gd name="connsiteX54" fmla="*/ 188811 w 468612"/>
                  <a:gd name="connsiteY54" fmla="*/ 161257 h 542914"/>
                  <a:gd name="connsiteX55" fmla="*/ 188800 w 468612"/>
                  <a:gd name="connsiteY55" fmla="*/ 171584 h 542914"/>
                  <a:gd name="connsiteX56" fmla="*/ 188788 w 468612"/>
                  <a:gd name="connsiteY56" fmla="*/ 179543 h 542914"/>
                  <a:gd name="connsiteX57" fmla="*/ 188787 w 468612"/>
                  <a:gd name="connsiteY57" fmla="*/ 183351 h 542914"/>
                  <a:gd name="connsiteX58" fmla="*/ 188755 w 468612"/>
                  <a:gd name="connsiteY58" fmla="*/ 188671 h 542914"/>
                  <a:gd name="connsiteX59" fmla="*/ 188741 w 468612"/>
                  <a:gd name="connsiteY59" fmla="*/ 191726 h 542914"/>
                  <a:gd name="connsiteX60" fmla="*/ 185713 w 468612"/>
                  <a:gd name="connsiteY60" fmla="*/ 197901 h 542914"/>
                  <a:gd name="connsiteX61" fmla="*/ 185713 w 468612"/>
                  <a:gd name="connsiteY61" fmla="*/ 199688 h 542914"/>
                  <a:gd name="connsiteX62" fmla="*/ 202227 w 468612"/>
                  <a:gd name="connsiteY62" fmla="*/ 200684 h 542914"/>
                  <a:gd name="connsiteX63" fmla="*/ 205342 w 468612"/>
                  <a:gd name="connsiteY63" fmla="*/ 200684 h 542914"/>
                  <a:gd name="connsiteX64" fmla="*/ 213865 w 468612"/>
                  <a:gd name="connsiteY64" fmla="*/ 200673 h 542914"/>
                  <a:gd name="connsiteX65" fmla="*/ 223070 w 468612"/>
                  <a:gd name="connsiteY65" fmla="*/ 200666 h 542914"/>
                  <a:gd name="connsiteX66" fmla="*/ 239010 w 468612"/>
                  <a:gd name="connsiteY66" fmla="*/ 200649 h 542914"/>
                  <a:gd name="connsiteX67" fmla="*/ 262071 w 468612"/>
                  <a:gd name="connsiteY67" fmla="*/ 200629 h 542914"/>
                  <a:gd name="connsiteX68" fmla="*/ 299507 w 468612"/>
                  <a:gd name="connsiteY68" fmla="*/ 200601 h 542914"/>
                  <a:gd name="connsiteX69" fmla="*/ 301769 w 468612"/>
                  <a:gd name="connsiteY69" fmla="*/ 200598 h 542914"/>
                  <a:gd name="connsiteX70" fmla="*/ 317666 w 468612"/>
                  <a:gd name="connsiteY70" fmla="*/ 200582 h 542914"/>
                  <a:gd name="connsiteX71" fmla="*/ 335834 w 468612"/>
                  <a:gd name="connsiteY71" fmla="*/ 200564 h 542914"/>
                  <a:gd name="connsiteX72" fmla="*/ 338095 w 468612"/>
                  <a:gd name="connsiteY72" fmla="*/ 200562 h 542914"/>
                  <a:gd name="connsiteX73" fmla="*/ 375400 w 468612"/>
                  <a:gd name="connsiteY73" fmla="*/ 200535 h 542914"/>
                  <a:gd name="connsiteX74" fmla="*/ 398407 w 468612"/>
                  <a:gd name="connsiteY74" fmla="*/ 200512 h 542914"/>
                  <a:gd name="connsiteX75" fmla="*/ 414163 w 468612"/>
                  <a:gd name="connsiteY75" fmla="*/ 200498 h 542914"/>
                  <a:gd name="connsiteX76" fmla="*/ 423256 w 468612"/>
                  <a:gd name="connsiteY76" fmla="*/ 200488 h 542914"/>
                  <a:gd name="connsiteX77" fmla="*/ 433108 w 468612"/>
                  <a:gd name="connsiteY77" fmla="*/ 200481 h 542914"/>
                  <a:gd name="connsiteX78" fmla="*/ 436017 w 468612"/>
                  <a:gd name="connsiteY78" fmla="*/ 200471 h 542914"/>
                  <a:gd name="connsiteX79" fmla="*/ 438684 w 468612"/>
                  <a:gd name="connsiteY79" fmla="*/ 200475 h 542914"/>
                  <a:gd name="connsiteX80" fmla="*/ 440981 w 468612"/>
                  <a:gd name="connsiteY80" fmla="*/ 200472 h 542914"/>
                  <a:gd name="connsiteX81" fmla="*/ 447608 w 468612"/>
                  <a:gd name="connsiteY81" fmla="*/ 201476 h 542914"/>
                  <a:gd name="connsiteX82" fmla="*/ 447654 w 468612"/>
                  <a:gd name="connsiteY82" fmla="*/ 246182 h 542914"/>
                  <a:gd name="connsiteX83" fmla="*/ 447676 w 468612"/>
                  <a:gd name="connsiteY83" fmla="*/ 266938 h 542914"/>
                  <a:gd name="connsiteX84" fmla="*/ 447692 w 468612"/>
                  <a:gd name="connsiteY84" fmla="*/ 285023 h 542914"/>
                  <a:gd name="connsiteX85" fmla="*/ 447703 w 468612"/>
                  <a:gd name="connsiteY85" fmla="*/ 294605 h 542914"/>
                  <a:gd name="connsiteX86" fmla="*/ 447710 w 468612"/>
                  <a:gd name="connsiteY86" fmla="*/ 305284 h 542914"/>
                  <a:gd name="connsiteX87" fmla="*/ 447719 w 468612"/>
                  <a:gd name="connsiteY87" fmla="*/ 308516 h 542914"/>
                  <a:gd name="connsiteX88" fmla="*/ 447716 w 468612"/>
                  <a:gd name="connsiteY88" fmla="*/ 311437 h 542914"/>
                  <a:gd name="connsiteX89" fmla="*/ 447718 w 468612"/>
                  <a:gd name="connsiteY89" fmla="*/ 313991 h 542914"/>
                  <a:gd name="connsiteX90" fmla="*/ 446714 w 468612"/>
                  <a:gd name="connsiteY90" fmla="*/ 316782 h 542914"/>
                  <a:gd name="connsiteX91" fmla="*/ 442561 w 468612"/>
                  <a:gd name="connsiteY91" fmla="*/ 316903 h 542914"/>
                  <a:gd name="connsiteX92" fmla="*/ 439823 w 468612"/>
                  <a:gd name="connsiteY92" fmla="*/ 316916 h 542914"/>
                  <a:gd name="connsiteX93" fmla="*/ 436778 w 468612"/>
                  <a:gd name="connsiteY93" fmla="*/ 316917 h 542914"/>
                  <a:gd name="connsiteX94" fmla="*/ 433572 w 468612"/>
                  <a:gd name="connsiteY94" fmla="*/ 316929 h 542914"/>
                  <a:gd name="connsiteX95" fmla="*/ 424722 w 468612"/>
                  <a:gd name="connsiteY95" fmla="*/ 316948 h 542914"/>
                  <a:gd name="connsiteX96" fmla="*/ 415193 w 468612"/>
                  <a:gd name="connsiteY96" fmla="*/ 316974 h 542914"/>
                  <a:gd name="connsiteX97" fmla="*/ 398669 w 468612"/>
                  <a:gd name="connsiteY97" fmla="*/ 317014 h 542914"/>
                  <a:gd name="connsiteX98" fmla="*/ 374772 w 468612"/>
                  <a:gd name="connsiteY98" fmla="*/ 317076 h 542914"/>
                  <a:gd name="connsiteX99" fmla="*/ 335997 w 468612"/>
                  <a:gd name="connsiteY99" fmla="*/ 317182 h 542914"/>
                  <a:gd name="connsiteX100" fmla="*/ 333651 w 468612"/>
                  <a:gd name="connsiteY100" fmla="*/ 317188 h 542914"/>
                  <a:gd name="connsiteX101" fmla="*/ 317163 w 468612"/>
                  <a:gd name="connsiteY101" fmla="*/ 317229 h 542914"/>
                  <a:gd name="connsiteX102" fmla="*/ 298334 w 468612"/>
                  <a:gd name="connsiteY102" fmla="*/ 317275 h 542914"/>
                  <a:gd name="connsiteX103" fmla="*/ 295992 w 468612"/>
                  <a:gd name="connsiteY103" fmla="*/ 317281 h 542914"/>
                  <a:gd name="connsiteX104" fmla="*/ 257369 w 468612"/>
                  <a:gd name="connsiteY104" fmla="*/ 317387 h 542914"/>
                  <a:gd name="connsiteX105" fmla="*/ 233523 w 468612"/>
                  <a:gd name="connsiteY105" fmla="*/ 317447 h 542914"/>
                  <a:gd name="connsiteX106" fmla="*/ 217192 w 468612"/>
                  <a:gd name="connsiteY106" fmla="*/ 317490 h 542914"/>
                  <a:gd name="connsiteX107" fmla="*/ 207758 w 468612"/>
                  <a:gd name="connsiteY107" fmla="*/ 317512 h 542914"/>
                  <a:gd name="connsiteX108" fmla="*/ 197550 w 468612"/>
                  <a:gd name="connsiteY108" fmla="*/ 317540 h 542914"/>
                  <a:gd name="connsiteX109" fmla="*/ 194511 w 468612"/>
                  <a:gd name="connsiteY109" fmla="*/ 317541 h 542914"/>
                  <a:gd name="connsiteX110" fmla="*/ 191766 w 468612"/>
                  <a:gd name="connsiteY110" fmla="*/ 317554 h 542914"/>
                  <a:gd name="connsiteX111" fmla="*/ 189383 w 468612"/>
                  <a:gd name="connsiteY111" fmla="*/ 317560 h 542914"/>
                  <a:gd name="connsiteX112" fmla="*/ 185713 w 468612"/>
                  <a:gd name="connsiteY112" fmla="*/ 318569 h 542914"/>
                  <a:gd name="connsiteX113" fmla="*/ 188394 w 468612"/>
                  <a:gd name="connsiteY113" fmla="*/ 323039 h 542914"/>
                  <a:gd name="connsiteX114" fmla="*/ 188538 w 468612"/>
                  <a:gd name="connsiteY114" fmla="*/ 330892 h 542914"/>
                  <a:gd name="connsiteX115" fmla="*/ 188552 w 468612"/>
                  <a:gd name="connsiteY115" fmla="*/ 333390 h 542914"/>
                  <a:gd name="connsiteX116" fmla="*/ 188576 w 468612"/>
                  <a:gd name="connsiteY116" fmla="*/ 341607 h 542914"/>
                  <a:gd name="connsiteX117" fmla="*/ 188591 w 468612"/>
                  <a:gd name="connsiteY117" fmla="*/ 347295 h 542914"/>
                  <a:gd name="connsiteX118" fmla="*/ 188609 w 468612"/>
                  <a:gd name="connsiteY118" fmla="*/ 359238 h 542914"/>
                  <a:gd name="connsiteX119" fmla="*/ 188661 w 468612"/>
                  <a:gd name="connsiteY119" fmla="*/ 374565 h 542914"/>
                  <a:gd name="connsiteX120" fmla="*/ 188683 w 468612"/>
                  <a:gd name="connsiteY120" fmla="*/ 386320 h 542914"/>
                  <a:gd name="connsiteX121" fmla="*/ 188705 w 468612"/>
                  <a:gd name="connsiteY121" fmla="*/ 391971 h 542914"/>
                  <a:gd name="connsiteX122" fmla="*/ 188713 w 468612"/>
                  <a:gd name="connsiteY122" fmla="*/ 399868 h 542914"/>
                  <a:gd name="connsiteX123" fmla="*/ 188738 w 468612"/>
                  <a:gd name="connsiteY123" fmla="*/ 402241 h 542914"/>
                  <a:gd name="connsiteX124" fmla="*/ 187033 w 468612"/>
                  <a:gd name="connsiteY124" fmla="*/ 409404 h 542914"/>
                  <a:gd name="connsiteX125" fmla="*/ 185713 w 468612"/>
                  <a:gd name="connsiteY125" fmla="*/ 410635 h 542914"/>
                  <a:gd name="connsiteX126" fmla="*/ 185713 w 468612"/>
                  <a:gd name="connsiteY126" fmla="*/ 412423 h 542914"/>
                  <a:gd name="connsiteX127" fmla="*/ 192187 w 468612"/>
                  <a:gd name="connsiteY127" fmla="*/ 413441 h 542914"/>
                  <a:gd name="connsiteX128" fmla="*/ 195217 w 468612"/>
                  <a:gd name="connsiteY128" fmla="*/ 413455 h 542914"/>
                  <a:gd name="connsiteX129" fmla="*/ 198574 w 468612"/>
                  <a:gd name="connsiteY129" fmla="*/ 413458 h 542914"/>
                  <a:gd name="connsiteX130" fmla="*/ 202118 w 468612"/>
                  <a:gd name="connsiteY130" fmla="*/ 413471 h 542914"/>
                  <a:gd name="connsiteX131" fmla="*/ 211889 w 468612"/>
                  <a:gd name="connsiteY131" fmla="*/ 413496 h 542914"/>
                  <a:gd name="connsiteX132" fmla="*/ 222415 w 468612"/>
                  <a:gd name="connsiteY132" fmla="*/ 413527 h 542914"/>
                  <a:gd name="connsiteX133" fmla="*/ 240661 w 468612"/>
                  <a:gd name="connsiteY133" fmla="*/ 413577 h 542914"/>
                  <a:gd name="connsiteX134" fmla="*/ 267042 w 468612"/>
                  <a:gd name="connsiteY134" fmla="*/ 413648 h 542914"/>
                  <a:gd name="connsiteX135" fmla="*/ 309840 w 468612"/>
                  <a:gd name="connsiteY135" fmla="*/ 413766 h 542914"/>
                  <a:gd name="connsiteX136" fmla="*/ 351423 w 468612"/>
                  <a:gd name="connsiteY136" fmla="*/ 413878 h 542914"/>
                  <a:gd name="connsiteX137" fmla="*/ 354010 w 468612"/>
                  <a:gd name="connsiteY137" fmla="*/ 413885 h 542914"/>
                  <a:gd name="connsiteX138" fmla="*/ 366861 w 468612"/>
                  <a:gd name="connsiteY138" fmla="*/ 413922 h 542914"/>
                  <a:gd name="connsiteX139" fmla="*/ 473530 w 468612"/>
                  <a:gd name="connsiteY139" fmla="*/ 414210 h 542914"/>
                  <a:gd name="connsiteX140" fmla="*/ 473969 w 468612"/>
                  <a:gd name="connsiteY140" fmla="*/ 419673 h 542914"/>
                  <a:gd name="connsiteX141" fmla="*/ 474217 w 468612"/>
                  <a:gd name="connsiteY141" fmla="*/ 422745 h 542914"/>
                  <a:gd name="connsiteX142" fmla="*/ 474539 w 468612"/>
                  <a:gd name="connsiteY142" fmla="*/ 437225 h 542914"/>
                  <a:gd name="connsiteX143" fmla="*/ 474544 w 468612"/>
                  <a:gd name="connsiteY143" fmla="*/ 440475 h 542914"/>
                  <a:gd name="connsiteX144" fmla="*/ 474543 w 468612"/>
                  <a:gd name="connsiteY144" fmla="*/ 449184 h 542914"/>
                  <a:gd name="connsiteX145" fmla="*/ 474545 w 468612"/>
                  <a:gd name="connsiteY145" fmla="*/ 458351 h 542914"/>
                  <a:gd name="connsiteX146" fmla="*/ 474540 w 468612"/>
                  <a:gd name="connsiteY146" fmla="*/ 473718 h 542914"/>
                  <a:gd name="connsiteX147" fmla="*/ 474542 w 468612"/>
                  <a:gd name="connsiteY147" fmla="*/ 491444 h 542914"/>
                  <a:gd name="connsiteX148" fmla="*/ 474544 w 468612"/>
                  <a:gd name="connsiteY148" fmla="*/ 506732 h 542914"/>
                  <a:gd name="connsiteX149" fmla="*/ 474545 w 468612"/>
                  <a:gd name="connsiteY149" fmla="*/ 515834 h 542914"/>
                  <a:gd name="connsiteX150" fmla="*/ 474539 w 468612"/>
                  <a:gd name="connsiteY150" fmla="*/ 525966 h 542914"/>
                  <a:gd name="connsiteX151" fmla="*/ 474545 w 468612"/>
                  <a:gd name="connsiteY151" fmla="*/ 528984 h 542914"/>
                  <a:gd name="connsiteX152" fmla="*/ 474537 w 468612"/>
                  <a:gd name="connsiteY152" fmla="*/ 531785 h 542914"/>
                  <a:gd name="connsiteX153" fmla="*/ 474536 w 468612"/>
                  <a:gd name="connsiteY153" fmla="*/ 534198 h 542914"/>
                  <a:gd name="connsiteX154" fmla="*/ 473530 w 468612"/>
                  <a:gd name="connsiteY154" fmla="*/ 542924 h 542914"/>
                  <a:gd name="connsiteX155" fmla="*/ 340119 w 468612"/>
                  <a:gd name="connsiteY155" fmla="*/ 542961 h 542914"/>
                  <a:gd name="connsiteX156" fmla="*/ 338126 w 468612"/>
                  <a:gd name="connsiteY156" fmla="*/ 542962 h 542914"/>
                  <a:gd name="connsiteX157" fmla="*/ 295255 w 468612"/>
                  <a:gd name="connsiteY157" fmla="*/ 542969 h 542914"/>
                  <a:gd name="connsiteX158" fmla="*/ 274232 w 468612"/>
                  <a:gd name="connsiteY158" fmla="*/ 542973 h 542914"/>
                  <a:gd name="connsiteX159" fmla="*/ 272119 w 468612"/>
                  <a:gd name="connsiteY159" fmla="*/ 542973 h 542914"/>
                  <a:gd name="connsiteX160" fmla="*/ 204247 w 468612"/>
                  <a:gd name="connsiteY160" fmla="*/ 542992 h 542914"/>
                  <a:gd name="connsiteX161" fmla="*/ 134529 w 468612"/>
                  <a:gd name="connsiteY161" fmla="*/ 543008 h 542914"/>
                  <a:gd name="connsiteX162" fmla="*/ 124693 w 468612"/>
                  <a:gd name="connsiteY162" fmla="*/ 543008 h 542914"/>
                  <a:gd name="connsiteX163" fmla="*/ 122738 w 468612"/>
                  <a:gd name="connsiteY163" fmla="*/ 543009 h 542914"/>
                  <a:gd name="connsiteX164" fmla="*/ 91512 w 468612"/>
                  <a:gd name="connsiteY164" fmla="*/ 543019 h 542914"/>
                  <a:gd name="connsiteX165" fmla="*/ 60157 w 468612"/>
                  <a:gd name="connsiteY165" fmla="*/ 543025 h 542914"/>
                  <a:gd name="connsiteX166" fmla="*/ 43153 w 468612"/>
                  <a:gd name="connsiteY166" fmla="*/ 543030 h 542914"/>
                  <a:gd name="connsiteX167" fmla="*/ 27614 w 468612"/>
                  <a:gd name="connsiteY167" fmla="*/ 543032 h 542914"/>
                  <a:gd name="connsiteX168" fmla="*/ 21965 w 468612"/>
                  <a:gd name="connsiteY168" fmla="*/ 543035 h 542914"/>
                  <a:gd name="connsiteX169" fmla="*/ 14341 w 468612"/>
                  <a:gd name="connsiteY169" fmla="*/ 543034 h 542914"/>
                  <a:gd name="connsiteX170" fmla="*/ 12080 w 468612"/>
                  <a:gd name="connsiteY170" fmla="*/ 543041 h 542914"/>
                  <a:gd name="connsiteX171" fmla="*/ 6050 w 468612"/>
                  <a:gd name="connsiteY171" fmla="*/ 542030 h 542914"/>
                  <a:gd name="connsiteX172" fmla="*/ 5939 w 468612"/>
                  <a:gd name="connsiteY172" fmla="*/ 538451 h 542914"/>
                  <a:gd name="connsiteX173" fmla="*/ 5933 w 468612"/>
                  <a:gd name="connsiteY173" fmla="*/ 536096 h 542914"/>
                  <a:gd name="connsiteX174" fmla="*/ 5940 w 468612"/>
                  <a:gd name="connsiteY174" fmla="*/ 533474 h 542914"/>
                  <a:gd name="connsiteX175" fmla="*/ 5937 w 468612"/>
                  <a:gd name="connsiteY175" fmla="*/ 530705 h 542914"/>
                  <a:gd name="connsiteX176" fmla="*/ 5943 w 468612"/>
                  <a:gd name="connsiteY176" fmla="*/ 521392 h 542914"/>
                  <a:gd name="connsiteX177" fmla="*/ 5941 w 468612"/>
                  <a:gd name="connsiteY177" fmla="*/ 514698 h 542914"/>
                  <a:gd name="connsiteX178" fmla="*/ 5944 w 468612"/>
                  <a:gd name="connsiteY178" fmla="*/ 500081 h 542914"/>
                  <a:gd name="connsiteX179" fmla="*/ 5949 w 468612"/>
                  <a:gd name="connsiteY179" fmla="*/ 478344 h 542914"/>
                  <a:gd name="connsiteX180" fmla="*/ 5956 w 468612"/>
                  <a:gd name="connsiteY180" fmla="*/ 441786 h 542914"/>
                  <a:gd name="connsiteX181" fmla="*/ 5966 w 468612"/>
                  <a:gd name="connsiteY181" fmla="*/ 405572 h 542914"/>
                  <a:gd name="connsiteX182" fmla="*/ 5966 w 468612"/>
                  <a:gd name="connsiteY182" fmla="*/ 403300 h 542914"/>
                  <a:gd name="connsiteX183" fmla="*/ 5967 w 468612"/>
                  <a:gd name="connsiteY183" fmla="*/ 391879 h 542914"/>
                  <a:gd name="connsiteX184" fmla="*/ 5983 w 468612"/>
                  <a:gd name="connsiteY184" fmla="*/ 310919 h 542914"/>
                  <a:gd name="connsiteX185" fmla="*/ 6001 w 468612"/>
                  <a:gd name="connsiteY185" fmla="*/ 232250 h 542914"/>
                  <a:gd name="connsiteX186" fmla="*/ 6002 w 468612"/>
                  <a:gd name="connsiteY186" fmla="*/ 229802 h 542914"/>
                  <a:gd name="connsiteX187" fmla="*/ 6005 w 468612"/>
                  <a:gd name="connsiteY187" fmla="*/ 205465 h 542914"/>
                  <a:gd name="connsiteX188" fmla="*/ 6013 w 468612"/>
                  <a:gd name="connsiteY188" fmla="*/ 155885 h 542914"/>
                  <a:gd name="connsiteX189" fmla="*/ 6013 w 468612"/>
                  <a:gd name="connsiteY189" fmla="*/ 153582 h 542914"/>
                  <a:gd name="connsiteX190" fmla="*/ 6050 w 468612"/>
                  <a:gd name="connsiteY190" fmla="*/ 1256 h 542914"/>
                  <a:gd name="connsiteX191" fmla="*/ 16108 w 468612"/>
                  <a:gd name="connsiteY191" fmla="*/ 247 h 5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468612" h="542914">
                    <a:moveTo>
                      <a:pt x="16108" y="247"/>
                    </a:moveTo>
                    <a:cubicBezTo>
                      <a:pt x="17255" y="244"/>
                      <a:pt x="17255" y="244"/>
                      <a:pt x="18426" y="242"/>
                    </a:cubicBezTo>
                    <a:cubicBezTo>
                      <a:pt x="21011" y="238"/>
                      <a:pt x="23597" y="240"/>
                      <a:pt x="26183" y="242"/>
                    </a:cubicBezTo>
                    <a:cubicBezTo>
                      <a:pt x="28046" y="241"/>
                      <a:pt x="29910" y="239"/>
                      <a:pt x="31773" y="236"/>
                    </a:cubicBezTo>
                    <a:cubicBezTo>
                      <a:pt x="36912" y="231"/>
                      <a:pt x="42050" y="231"/>
                      <a:pt x="47189" y="232"/>
                    </a:cubicBezTo>
                    <a:cubicBezTo>
                      <a:pt x="52724" y="232"/>
                      <a:pt x="58259" y="227"/>
                      <a:pt x="63794" y="223"/>
                    </a:cubicBezTo>
                    <a:cubicBezTo>
                      <a:pt x="74645" y="215"/>
                      <a:pt x="85496" y="213"/>
                      <a:pt x="96347" y="212"/>
                    </a:cubicBezTo>
                    <a:cubicBezTo>
                      <a:pt x="105165" y="212"/>
                      <a:pt x="113983" y="210"/>
                      <a:pt x="122801" y="207"/>
                    </a:cubicBezTo>
                    <a:cubicBezTo>
                      <a:pt x="125337" y="207"/>
                      <a:pt x="127873" y="206"/>
                      <a:pt x="130409" y="205"/>
                    </a:cubicBezTo>
                    <a:cubicBezTo>
                      <a:pt x="131039" y="205"/>
                      <a:pt x="131670" y="205"/>
                      <a:pt x="132319" y="204"/>
                    </a:cubicBezTo>
                    <a:cubicBezTo>
                      <a:pt x="150059" y="199"/>
                      <a:pt x="167799" y="195"/>
                      <a:pt x="185539" y="196"/>
                    </a:cubicBezTo>
                    <a:cubicBezTo>
                      <a:pt x="186209" y="196"/>
                      <a:pt x="186878" y="196"/>
                      <a:pt x="187567" y="196"/>
                    </a:cubicBezTo>
                    <a:cubicBezTo>
                      <a:pt x="190959" y="196"/>
                      <a:pt x="194351" y="196"/>
                      <a:pt x="197743" y="196"/>
                    </a:cubicBezTo>
                    <a:cubicBezTo>
                      <a:pt x="198416" y="196"/>
                      <a:pt x="199090" y="196"/>
                      <a:pt x="199784" y="196"/>
                    </a:cubicBezTo>
                    <a:cubicBezTo>
                      <a:pt x="201146" y="196"/>
                      <a:pt x="202509" y="196"/>
                      <a:pt x="203871" y="196"/>
                    </a:cubicBezTo>
                    <a:cubicBezTo>
                      <a:pt x="225065" y="197"/>
                      <a:pt x="246260" y="190"/>
                      <a:pt x="267455" y="178"/>
                    </a:cubicBezTo>
                    <a:cubicBezTo>
                      <a:pt x="291255" y="164"/>
                      <a:pt x="315056" y="156"/>
                      <a:pt x="338857" y="157"/>
                    </a:cubicBezTo>
                    <a:cubicBezTo>
                      <a:pt x="341394" y="157"/>
                      <a:pt x="343931" y="157"/>
                      <a:pt x="346469" y="157"/>
                    </a:cubicBezTo>
                    <a:cubicBezTo>
                      <a:pt x="347093" y="157"/>
                      <a:pt x="347718" y="157"/>
                      <a:pt x="348362" y="157"/>
                    </a:cubicBezTo>
                    <a:cubicBezTo>
                      <a:pt x="358423" y="157"/>
                      <a:pt x="368484" y="152"/>
                      <a:pt x="378545" y="144"/>
                    </a:cubicBezTo>
                    <a:cubicBezTo>
                      <a:pt x="388655" y="136"/>
                      <a:pt x="398765" y="136"/>
                      <a:pt x="408874" y="141"/>
                    </a:cubicBezTo>
                    <a:cubicBezTo>
                      <a:pt x="414353" y="144"/>
                      <a:pt x="419832" y="144"/>
                      <a:pt x="425310" y="137"/>
                    </a:cubicBezTo>
                    <a:cubicBezTo>
                      <a:pt x="430323" y="130"/>
                      <a:pt x="435336" y="131"/>
                      <a:pt x="440349" y="139"/>
                    </a:cubicBezTo>
                    <a:cubicBezTo>
                      <a:pt x="442165" y="140"/>
                      <a:pt x="443981" y="138"/>
                      <a:pt x="445797" y="133"/>
                    </a:cubicBezTo>
                    <a:cubicBezTo>
                      <a:pt x="448261" y="127"/>
                      <a:pt x="450725" y="132"/>
                      <a:pt x="453190" y="139"/>
                    </a:cubicBezTo>
                    <a:cubicBezTo>
                      <a:pt x="453898" y="135"/>
                      <a:pt x="454607" y="130"/>
                      <a:pt x="455337" y="126"/>
                    </a:cubicBezTo>
                    <a:cubicBezTo>
                      <a:pt x="459640" y="153"/>
                      <a:pt x="463185" y="787"/>
                      <a:pt x="467273" y="2149"/>
                    </a:cubicBezTo>
                    <a:cubicBezTo>
                      <a:pt x="467335" y="18551"/>
                      <a:pt x="467383" y="34953"/>
                      <a:pt x="467412" y="51354"/>
                    </a:cubicBezTo>
                    <a:cubicBezTo>
                      <a:pt x="467425" y="58970"/>
                      <a:pt x="467444" y="66585"/>
                      <a:pt x="467475" y="74200"/>
                    </a:cubicBezTo>
                    <a:cubicBezTo>
                      <a:pt x="467502" y="80835"/>
                      <a:pt x="467519" y="87471"/>
                      <a:pt x="467525" y="94106"/>
                    </a:cubicBezTo>
                    <a:cubicBezTo>
                      <a:pt x="467528" y="97621"/>
                      <a:pt x="467537" y="101136"/>
                      <a:pt x="467556" y="104652"/>
                    </a:cubicBezTo>
                    <a:cubicBezTo>
                      <a:pt x="467574" y="107957"/>
                      <a:pt x="467580" y="111263"/>
                      <a:pt x="467576" y="114569"/>
                    </a:cubicBezTo>
                    <a:cubicBezTo>
                      <a:pt x="467577" y="116366"/>
                      <a:pt x="467592" y="118163"/>
                      <a:pt x="467606" y="119961"/>
                    </a:cubicBezTo>
                    <a:cubicBezTo>
                      <a:pt x="467603" y="121023"/>
                      <a:pt x="467599" y="122086"/>
                      <a:pt x="467595" y="123182"/>
                    </a:cubicBezTo>
                    <a:cubicBezTo>
                      <a:pt x="467598" y="124109"/>
                      <a:pt x="467600" y="125037"/>
                      <a:pt x="467603" y="125993"/>
                    </a:cubicBezTo>
                    <a:cubicBezTo>
                      <a:pt x="467494" y="126715"/>
                      <a:pt x="467385" y="127437"/>
                      <a:pt x="467273" y="128181"/>
                    </a:cubicBezTo>
                    <a:cubicBezTo>
                      <a:pt x="464294" y="130167"/>
                      <a:pt x="463364" y="130194"/>
                      <a:pt x="459892" y="130203"/>
                    </a:cubicBezTo>
                    <a:cubicBezTo>
                      <a:pt x="458912" y="130209"/>
                      <a:pt x="457932" y="130216"/>
                      <a:pt x="456922" y="130223"/>
                    </a:cubicBezTo>
                    <a:cubicBezTo>
                      <a:pt x="455842" y="130221"/>
                      <a:pt x="454761" y="130220"/>
                      <a:pt x="453647" y="130218"/>
                    </a:cubicBezTo>
                    <a:cubicBezTo>
                      <a:pt x="452503" y="130223"/>
                      <a:pt x="451358" y="130228"/>
                      <a:pt x="450178" y="130233"/>
                    </a:cubicBezTo>
                    <a:cubicBezTo>
                      <a:pt x="446995" y="130248"/>
                      <a:pt x="443811" y="130251"/>
                      <a:pt x="440627" y="130252"/>
                    </a:cubicBezTo>
                    <a:cubicBezTo>
                      <a:pt x="437196" y="130255"/>
                      <a:pt x="433765" y="130269"/>
                      <a:pt x="430334" y="130281"/>
                    </a:cubicBezTo>
                    <a:cubicBezTo>
                      <a:pt x="424388" y="130301"/>
                      <a:pt x="418441" y="130314"/>
                      <a:pt x="412495" y="130323"/>
                    </a:cubicBezTo>
                    <a:cubicBezTo>
                      <a:pt x="403897" y="130336"/>
                      <a:pt x="395300" y="130359"/>
                      <a:pt x="386702" y="130384"/>
                    </a:cubicBezTo>
                    <a:cubicBezTo>
                      <a:pt x="372754" y="130425"/>
                      <a:pt x="358805" y="130458"/>
                      <a:pt x="344857" y="130486"/>
                    </a:cubicBezTo>
                    <a:cubicBezTo>
                      <a:pt x="331306" y="130513"/>
                      <a:pt x="317754" y="130543"/>
                      <a:pt x="304203" y="130579"/>
                    </a:cubicBezTo>
                    <a:cubicBezTo>
                      <a:pt x="302951" y="130582"/>
                      <a:pt x="302951" y="130582"/>
                      <a:pt x="301673" y="130586"/>
                    </a:cubicBezTo>
                    <a:cubicBezTo>
                      <a:pt x="297484" y="130597"/>
                      <a:pt x="293295" y="130608"/>
                      <a:pt x="289107" y="130619"/>
                    </a:cubicBezTo>
                    <a:cubicBezTo>
                      <a:pt x="254344" y="130712"/>
                      <a:pt x="219581" y="130791"/>
                      <a:pt x="184819" y="130863"/>
                    </a:cubicBezTo>
                    <a:cubicBezTo>
                      <a:pt x="185399" y="131689"/>
                      <a:pt x="185980" y="132516"/>
                      <a:pt x="186578" y="133368"/>
                    </a:cubicBezTo>
                    <a:cubicBezTo>
                      <a:pt x="188649" y="136627"/>
                      <a:pt x="188842" y="138295"/>
                      <a:pt x="188843" y="142111"/>
                    </a:cubicBezTo>
                    <a:cubicBezTo>
                      <a:pt x="188851" y="143262"/>
                      <a:pt x="188859" y="144414"/>
                      <a:pt x="188868" y="145600"/>
                    </a:cubicBezTo>
                    <a:cubicBezTo>
                      <a:pt x="188859" y="146844"/>
                      <a:pt x="188848" y="148089"/>
                      <a:pt x="188837" y="149333"/>
                    </a:cubicBezTo>
                    <a:cubicBezTo>
                      <a:pt x="188838" y="150619"/>
                      <a:pt x="188839" y="151906"/>
                      <a:pt x="188841" y="153192"/>
                    </a:cubicBezTo>
                    <a:cubicBezTo>
                      <a:pt x="188843" y="155881"/>
                      <a:pt x="188831" y="158569"/>
                      <a:pt x="188811" y="161257"/>
                    </a:cubicBezTo>
                    <a:cubicBezTo>
                      <a:pt x="188786" y="164699"/>
                      <a:pt x="188788" y="168141"/>
                      <a:pt x="188800" y="171584"/>
                    </a:cubicBezTo>
                    <a:cubicBezTo>
                      <a:pt x="188806" y="174237"/>
                      <a:pt x="188799" y="176890"/>
                      <a:pt x="188788" y="179543"/>
                    </a:cubicBezTo>
                    <a:cubicBezTo>
                      <a:pt x="188784" y="180813"/>
                      <a:pt x="188783" y="182082"/>
                      <a:pt x="188787" y="183351"/>
                    </a:cubicBezTo>
                    <a:cubicBezTo>
                      <a:pt x="188789" y="185125"/>
                      <a:pt x="188773" y="186898"/>
                      <a:pt x="188755" y="188671"/>
                    </a:cubicBezTo>
                    <a:cubicBezTo>
                      <a:pt x="188750" y="189679"/>
                      <a:pt x="188746" y="190687"/>
                      <a:pt x="188741" y="191726"/>
                    </a:cubicBezTo>
                    <a:cubicBezTo>
                      <a:pt x="188357" y="194606"/>
                      <a:pt x="187564" y="195730"/>
                      <a:pt x="185713" y="197901"/>
                    </a:cubicBezTo>
                    <a:cubicBezTo>
                      <a:pt x="185713" y="198491"/>
                      <a:pt x="185713" y="199081"/>
                      <a:pt x="185713" y="199688"/>
                    </a:cubicBezTo>
                    <a:cubicBezTo>
                      <a:pt x="191236" y="200667"/>
                      <a:pt x="196627" y="200703"/>
                      <a:pt x="202227" y="200684"/>
                    </a:cubicBezTo>
                    <a:cubicBezTo>
                      <a:pt x="203769" y="200684"/>
                      <a:pt x="203769" y="200684"/>
                      <a:pt x="205342" y="200684"/>
                    </a:cubicBezTo>
                    <a:cubicBezTo>
                      <a:pt x="208183" y="200684"/>
                      <a:pt x="211024" y="200679"/>
                      <a:pt x="213865" y="200673"/>
                    </a:cubicBezTo>
                    <a:cubicBezTo>
                      <a:pt x="216933" y="200667"/>
                      <a:pt x="220002" y="200667"/>
                      <a:pt x="223070" y="200666"/>
                    </a:cubicBezTo>
                    <a:cubicBezTo>
                      <a:pt x="228383" y="200663"/>
                      <a:pt x="233697" y="200657"/>
                      <a:pt x="239010" y="200649"/>
                    </a:cubicBezTo>
                    <a:cubicBezTo>
                      <a:pt x="246697" y="200638"/>
                      <a:pt x="254384" y="200633"/>
                      <a:pt x="262071" y="200629"/>
                    </a:cubicBezTo>
                    <a:cubicBezTo>
                      <a:pt x="274550" y="200623"/>
                      <a:pt x="287028" y="200613"/>
                      <a:pt x="299507" y="200601"/>
                    </a:cubicBezTo>
                    <a:cubicBezTo>
                      <a:pt x="300254" y="200600"/>
                      <a:pt x="301000" y="200599"/>
                      <a:pt x="301769" y="200598"/>
                    </a:cubicBezTo>
                    <a:cubicBezTo>
                      <a:pt x="307068" y="200593"/>
                      <a:pt x="312367" y="200588"/>
                      <a:pt x="317666" y="200582"/>
                    </a:cubicBezTo>
                    <a:cubicBezTo>
                      <a:pt x="323722" y="200576"/>
                      <a:pt x="329778" y="200570"/>
                      <a:pt x="335834" y="200564"/>
                    </a:cubicBezTo>
                    <a:cubicBezTo>
                      <a:pt x="336580" y="200563"/>
                      <a:pt x="337326" y="200563"/>
                      <a:pt x="338095" y="200562"/>
                    </a:cubicBezTo>
                    <a:cubicBezTo>
                      <a:pt x="350530" y="200550"/>
                      <a:pt x="362965" y="200541"/>
                      <a:pt x="375400" y="200535"/>
                    </a:cubicBezTo>
                    <a:cubicBezTo>
                      <a:pt x="383069" y="200531"/>
                      <a:pt x="390738" y="200523"/>
                      <a:pt x="398407" y="200512"/>
                    </a:cubicBezTo>
                    <a:cubicBezTo>
                      <a:pt x="403659" y="200505"/>
                      <a:pt x="408911" y="200500"/>
                      <a:pt x="414163" y="200498"/>
                    </a:cubicBezTo>
                    <a:cubicBezTo>
                      <a:pt x="417194" y="200497"/>
                      <a:pt x="420225" y="200494"/>
                      <a:pt x="423256" y="200488"/>
                    </a:cubicBezTo>
                    <a:cubicBezTo>
                      <a:pt x="426540" y="200481"/>
                      <a:pt x="429824" y="200480"/>
                      <a:pt x="433108" y="200481"/>
                    </a:cubicBezTo>
                    <a:cubicBezTo>
                      <a:pt x="434548" y="200476"/>
                      <a:pt x="434548" y="200476"/>
                      <a:pt x="436017" y="200471"/>
                    </a:cubicBezTo>
                    <a:cubicBezTo>
                      <a:pt x="436897" y="200472"/>
                      <a:pt x="437777" y="200474"/>
                      <a:pt x="438684" y="200475"/>
                    </a:cubicBezTo>
                    <a:cubicBezTo>
                      <a:pt x="439821" y="200474"/>
                      <a:pt x="439821" y="200474"/>
                      <a:pt x="440981" y="200472"/>
                    </a:cubicBezTo>
                    <a:cubicBezTo>
                      <a:pt x="443263" y="200589"/>
                      <a:pt x="445381" y="200975"/>
                      <a:pt x="447608" y="201476"/>
                    </a:cubicBezTo>
                    <a:cubicBezTo>
                      <a:pt x="447629" y="216378"/>
                      <a:pt x="447645" y="231280"/>
                      <a:pt x="447654" y="246182"/>
                    </a:cubicBezTo>
                    <a:cubicBezTo>
                      <a:pt x="447659" y="253101"/>
                      <a:pt x="447665" y="260020"/>
                      <a:pt x="447676" y="266938"/>
                    </a:cubicBezTo>
                    <a:cubicBezTo>
                      <a:pt x="447684" y="272967"/>
                      <a:pt x="447690" y="278995"/>
                      <a:pt x="447692" y="285023"/>
                    </a:cubicBezTo>
                    <a:cubicBezTo>
                      <a:pt x="447693" y="288217"/>
                      <a:pt x="447696" y="291411"/>
                      <a:pt x="447703" y="294605"/>
                    </a:cubicBezTo>
                    <a:cubicBezTo>
                      <a:pt x="447710" y="298164"/>
                      <a:pt x="447710" y="301724"/>
                      <a:pt x="447710" y="305284"/>
                    </a:cubicBezTo>
                    <a:cubicBezTo>
                      <a:pt x="447713" y="306350"/>
                      <a:pt x="447716" y="307417"/>
                      <a:pt x="447719" y="308516"/>
                    </a:cubicBezTo>
                    <a:cubicBezTo>
                      <a:pt x="447718" y="309480"/>
                      <a:pt x="447717" y="310444"/>
                      <a:pt x="447716" y="311437"/>
                    </a:cubicBezTo>
                    <a:cubicBezTo>
                      <a:pt x="447717" y="312701"/>
                      <a:pt x="447717" y="312701"/>
                      <a:pt x="447718" y="313991"/>
                    </a:cubicBezTo>
                    <a:cubicBezTo>
                      <a:pt x="447608" y="315888"/>
                      <a:pt x="447608" y="315888"/>
                      <a:pt x="446714" y="316782"/>
                    </a:cubicBezTo>
                    <a:cubicBezTo>
                      <a:pt x="445332" y="316872"/>
                      <a:pt x="443946" y="316900"/>
                      <a:pt x="442561" y="316903"/>
                    </a:cubicBezTo>
                    <a:cubicBezTo>
                      <a:pt x="441657" y="316908"/>
                      <a:pt x="440754" y="316912"/>
                      <a:pt x="439823" y="316916"/>
                    </a:cubicBezTo>
                    <a:cubicBezTo>
                      <a:pt x="438818" y="316917"/>
                      <a:pt x="437813" y="316917"/>
                      <a:pt x="436778" y="316917"/>
                    </a:cubicBezTo>
                    <a:cubicBezTo>
                      <a:pt x="435191" y="316923"/>
                      <a:pt x="435191" y="316923"/>
                      <a:pt x="433572" y="316929"/>
                    </a:cubicBezTo>
                    <a:cubicBezTo>
                      <a:pt x="430622" y="316938"/>
                      <a:pt x="427672" y="316944"/>
                      <a:pt x="424722" y="316948"/>
                    </a:cubicBezTo>
                    <a:cubicBezTo>
                      <a:pt x="421546" y="316953"/>
                      <a:pt x="418369" y="316964"/>
                      <a:pt x="415193" y="316974"/>
                    </a:cubicBezTo>
                    <a:cubicBezTo>
                      <a:pt x="409685" y="316990"/>
                      <a:pt x="404177" y="317003"/>
                      <a:pt x="398669" y="317014"/>
                    </a:cubicBezTo>
                    <a:cubicBezTo>
                      <a:pt x="390703" y="317031"/>
                      <a:pt x="382738" y="317053"/>
                      <a:pt x="374772" y="317076"/>
                    </a:cubicBezTo>
                    <a:cubicBezTo>
                      <a:pt x="361847" y="317115"/>
                      <a:pt x="348922" y="317150"/>
                      <a:pt x="335997" y="317182"/>
                    </a:cubicBezTo>
                    <a:cubicBezTo>
                      <a:pt x="335223" y="317184"/>
                      <a:pt x="334448" y="317186"/>
                      <a:pt x="333651" y="317188"/>
                    </a:cubicBezTo>
                    <a:cubicBezTo>
                      <a:pt x="328155" y="317202"/>
                      <a:pt x="322659" y="317215"/>
                      <a:pt x="317163" y="317229"/>
                    </a:cubicBezTo>
                    <a:cubicBezTo>
                      <a:pt x="310887" y="317244"/>
                      <a:pt x="304610" y="317260"/>
                      <a:pt x="298334" y="317275"/>
                    </a:cubicBezTo>
                    <a:cubicBezTo>
                      <a:pt x="297175" y="317278"/>
                      <a:pt x="297175" y="317278"/>
                      <a:pt x="295992" y="317281"/>
                    </a:cubicBezTo>
                    <a:cubicBezTo>
                      <a:pt x="283118" y="317313"/>
                      <a:pt x="270243" y="317349"/>
                      <a:pt x="257369" y="317387"/>
                    </a:cubicBezTo>
                    <a:cubicBezTo>
                      <a:pt x="249420" y="317411"/>
                      <a:pt x="241472" y="317431"/>
                      <a:pt x="233523" y="317447"/>
                    </a:cubicBezTo>
                    <a:cubicBezTo>
                      <a:pt x="228079" y="317459"/>
                      <a:pt x="222636" y="317473"/>
                      <a:pt x="217192" y="317490"/>
                    </a:cubicBezTo>
                    <a:cubicBezTo>
                      <a:pt x="214047" y="317499"/>
                      <a:pt x="210903" y="317508"/>
                      <a:pt x="207758" y="317512"/>
                    </a:cubicBezTo>
                    <a:cubicBezTo>
                      <a:pt x="204355" y="317517"/>
                      <a:pt x="200953" y="317528"/>
                      <a:pt x="197550" y="317540"/>
                    </a:cubicBezTo>
                    <a:cubicBezTo>
                      <a:pt x="196547" y="317540"/>
                      <a:pt x="195544" y="317541"/>
                      <a:pt x="194511" y="317541"/>
                    </a:cubicBezTo>
                    <a:cubicBezTo>
                      <a:pt x="193605" y="317545"/>
                      <a:pt x="192699" y="317550"/>
                      <a:pt x="191766" y="317554"/>
                    </a:cubicBezTo>
                    <a:cubicBezTo>
                      <a:pt x="190980" y="317556"/>
                      <a:pt x="190193" y="317558"/>
                      <a:pt x="189383" y="317560"/>
                    </a:cubicBezTo>
                    <a:cubicBezTo>
                      <a:pt x="187449" y="317555"/>
                      <a:pt x="187449" y="317555"/>
                      <a:pt x="185713" y="318569"/>
                    </a:cubicBezTo>
                    <a:cubicBezTo>
                      <a:pt x="186803" y="320974"/>
                      <a:pt x="186803" y="320974"/>
                      <a:pt x="188394" y="323039"/>
                    </a:cubicBezTo>
                    <a:cubicBezTo>
                      <a:pt x="188494" y="325663"/>
                      <a:pt x="188535" y="328267"/>
                      <a:pt x="188538" y="330892"/>
                    </a:cubicBezTo>
                    <a:cubicBezTo>
                      <a:pt x="188543" y="331717"/>
                      <a:pt x="188547" y="332541"/>
                      <a:pt x="188552" y="333390"/>
                    </a:cubicBezTo>
                    <a:cubicBezTo>
                      <a:pt x="188565" y="336129"/>
                      <a:pt x="188571" y="338868"/>
                      <a:pt x="188576" y="341607"/>
                    </a:cubicBezTo>
                    <a:cubicBezTo>
                      <a:pt x="188581" y="343503"/>
                      <a:pt x="188586" y="345399"/>
                      <a:pt x="188591" y="347295"/>
                    </a:cubicBezTo>
                    <a:cubicBezTo>
                      <a:pt x="188600" y="351276"/>
                      <a:pt x="188606" y="355257"/>
                      <a:pt x="188609" y="359238"/>
                    </a:cubicBezTo>
                    <a:cubicBezTo>
                      <a:pt x="188614" y="364347"/>
                      <a:pt x="188635" y="369456"/>
                      <a:pt x="188661" y="374565"/>
                    </a:cubicBezTo>
                    <a:cubicBezTo>
                      <a:pt x="188677" y="378483"/>
                      <a:pt x="188682" y="382402"/>
                      <a:pt x="188683" y="386320"/>
                    </a:cubicBezTo>
                    <a:cubicBezTo>
                      <a:pt x="188686" y="388204"/>
                      <a:pt x="188693" y="390088"/>
                      <a:pt x="188705" y="391971"/>
                    </a:cubicBezTo>
                    <a:cubicBezTo>
                      <a:pt x="188720" y="394604"/>
                      <a:pt x="188718" y="397236"/>
                      <a:pt x="188713" y="399868"/>
                    </a:cubicBezTo>
                    <a:cubicBezTo>
                      <a:pt x="188721" y="400651"/>
                      <a:pt x="188729" y="401434"/>
                      <a:pt x="188738" y="402241"/>
                    </a:cubicBezTo>
                    <a:cubicBezTo>
                      <a:pt x="188700" y="407627"/>
                      <a:pt x="188700" y="407627"/>
                      <a:pt x="187033" y="409404"/>
                    </a:cubicBezTo>
                    <a:cubicBezTo>
                      <a:pt x="186597" y="409810"/>
                      <a:pt x="186161" y="410216"/>
                      <a:pt x="185713" y="410635"/>
                    </a:cubicBezTo>
                    <a:cubicBezTo>
                      <a:pt x="185713" y="411225"/>
                      <a:pt x="185713" y="411815"/>
                      <a:pt x="185713" y="412423"/>
                    </a:cubicBezTo>
                    <a:cubicBezTo>
                      <a:pt x="188002" y="413568"/>
                      <a:pt x="189622" y="413434"/>
                      <a:pt x="192187" y="413441"/>
                    </a:cubicBezTo>
                    <a:cubicBezTo>
                      <a:pt x="193687" y="413448"/>
                      <a:pt x="193687" y="413448"/>
                      <a:pt x="195217" y="413455"/>
                    </a:cubicBezTo>
                    <a:cubicBezTo>
                      <a:pt x="196325" y="413456"/>
                      <a:pt x="197433" y="413457"/>
                      <a:pt x="198574" y="413458"/>
                    </a:cubicBezTo>
                    <a:cubicBezTo>
                      <a:pt x="200328" y="413465"/>
                      <a:pt x="200328" y="413465"/>
                      <a:pt x="202118" y="413471"/>
                    </a:cubicBezTo>
                    <a:cubicBezTo>
                      <a:pt x="205375" y="413484"/>
                      <a:pt x="208632" y="413490"/>
                      <a:pt x="211889" y="413496"/>
                    </a:cubicBezTo>
                    <a:cubicBezTo>
                      <a:pt x="215398" y="413503"/>
                      <a:pt x="218906" y="413515"/>
                      <a:pt x="222415" y="413527"/>
                    </a:cubicBezTo>
                    <a:cubicBezTo>
                      <a:pt x="228497" y="413546"/>
                      <a:pt x="234579" y="413563"/>
                      <a:pt x="240661" y="413577"/>
                    </a:cubicBezTo>
                    <a:cubicBezTo>
                      <a:pt x="249454" y="413597"/>
                      <a:pt x="258248" y="413622"/>
                      <a:pt x="267042" y="413648"/>
                    </a:cubicBezTo>
                    <a:cubicBezTo>
                      <a:pt x="281308" y="413691"/>
                      <a:pt x="295574" y="413730"/>
                      <a:pt x="309840" y="413766"/>
                    </a:cubicBezTo>
                    <a:cubicBezTo>
                      <a:pt x="323701" y="413801"/>
                      <a:pt x="337562" y="413838"/>
                      <a:pt x="351423" y="413878"/>
                    </a:cubicBezTo>
                    <a:cubicBezTo>
                      <a:pt x="352704" y="413881"/>
                      <a:pt x="352704" y="413881"/>
                      <a:pt x="354010" y="413885"/>
                    </a:cubicBezTo>
                    <a:cubicBezTo>
                      <a:pt x="358294" y="413897"/>
                      <a:pt x="362578" y="413910"/>
                      <a:pt x="366861" y="413922"/>
                    </a:cubicBezTo>
                    <a:cubicBezTo>
                      <a:pt x="402417" y="414024"/>
                      <a:pt x="437973" y="414119"/>
                      <a:pt x="473530" y="414210"/>
                    </a:cubicBezTo>
                    <a:cubicBezTo>
                      <a:pt x="473678" y="416031"/>
                      <a:pt x="473824" y="417852"/>
                      <a:pt x="473969" y="419673"/>
                    </a:cubicBezTo>
                    <a:cubicBezTo>
                      <a:pt x="474092" y="421194"/>
                      <a:pt x="474092" y="421194"/>
                      <a:pt x="474217" y="422745"/>
                    </a:cubicBezTo>
                    <a:cubicBezTo>
                      <a:pt x="474540" y="427573"/>
                      <a:pt x="474548" y="432388"/>
                      <a:pt x="474539" y="437225"/>
                    </a:cubicBezTo>
                    <a:cubicBezTo>
                      <a:pt x="474541" y="438297"/>
                      <a:pt x="474542" y="439370"/>
                      <a:pt x="474544" y="440475"/>
                    </a:cubicBezTo>
                    <a:cubicBezTo>
                      <a:pt x="474547" y="443378"/>
                      <a:pt x="474546" y="446281"/>
                      <a:pt x="474543" y="449184"/>
                    </a:cubicBezTo>
                    <a:cubicBezTo>
                      <a:pt x="474541" y="452239"/>
                      <a:pt x="474543" y="455295"/>
                      <a:pt x="474545" y="458351"/>
                    </a:cubicBezTo>
                    <a:cubicBezTo>
                      <a:pt x="474546" y="463473"/>
                      <a:pt x="474544" y="468595"/>
                      <a:pt x="474540" y="473718"/>
                    </a:cubicBezTo>
                    <a:cubicBezTo>
                      <a:pt x="474535" y="479626"/>
                      <a:pt x="474537" y="485535"/>
                      <a:pt x="474542" y="491444"/>
                    </a:cubicBezTo>
                    <a:cubicBezTo>
                      <a:pt x="474546" y="496540"/>
                      <a:pt x="474546" y="501636"/>
                      <a:pt x="474544" y="506732"/>
                    </a:cubicBezTo>
                    <a:cubicBezTo>
                      <a:pt x="474542" y="509766"/>
                      <a:pt x="474542" y="512800"/>
                      <a:pt x="474545" y="515834"/>
                    </a:cubicBezTo>
                    <a:cubicBezTo>
                      <a:pt x="474547" y="519211"/>
                      <a:pt x="474544" y="522589"/>
                      <a:pt x="474539" y="525966"/>
                    </a:cubicBezTo>
                    <a:cubicBezTo>
                      <a:pt x="474541" y="526962"/>
                      <a:pt x="474543" y="527958"/>
                      <a:pt x="474545" y="528984"/>
                    </a:cubicBezTo>
                    <a:cubicBezTo>
                      <a:pt x="474542" y="529908"/>
                      <a:pt x="474540" y="530832"/>
                      <a:pt x="474537" y="531785"/>
                    </a:cubicBezTo>
                    <a:cubicBezTo>
                      <a:pt x="474537" y="532581"/>
                      <a:pt x="474536" y="533378"/>
                      <a:pt x="474536" y="534198"/>
                    </a:cubicBezTo>
                    <a:cubicBezTo>
                      <a:pt x="474402" y="537145"/>
                      <a:pt x="473961" y="540007"/>
                      <a:pt x="473530" y="542924"/>
                    </a:cubicBezTo>
                    <a:cubicBezTo>
                      <a:pt x="429059" y="542939"/>
                      <a:pt x="384589" y="542953"/>
                      <a:pt x="340119" y="542961"/>
                    </a:cubicBezTo>
                    <a:cubicBezTo>
                      <a:pt x="339461" y="542962"/>
                      <a:pt x="338804" y="542962"/>
                      <a:pt x="338126" y="542962"/>
                    </a:cubicBezTo>
                    <a:cubicBezTo>
                      <a:pt x="323836" y="542965"/>
                      <a:pt x="309545" y="542967"/>
                      <a:pt x="295255" y="542969"/>
                    </a:cubicBezTo>
                    <a:cubicBezTo>
                      <a:pt x="288247" y="542970"/>
                      <a:pt x="281239" y="542972"/>
                      <a:pt x="274232" y="542973"/>
                    </a:cubicBezTo>
                    <a:cubicBezTo>
                      <a:pt x="273535" y="542973"/>
                      <a:pt x="272837" y="542973"/>
                      <a:pt x="272119" y="542973"/>
                    </a:cubicBezTo>
                    <a:cubicBezTo>
                      <a:pt x="249495" y="542977"/>
                      <a:pt x="226871" y="542984"/>
                      <a:pt x="204247" y="542992"/>
                    </a:cubicBezTo>
                    <a:cubicBezTo>
                      <a:pt x="181008" y="543000"/>
                      <a:pt x="157768" y="543006"/>
                      <a:pt x="134529" y="543008"/>
                    </a:cubicBezTo>
                    <a:cubicBezTo>
                      <a:pt x="131251" y="543008"/>
                      <a:pt x="127972" y="543008"/>
                      <a:pt x="124693" y="543008"/>
                    </a:cubicBezTo>
                    <a:cubicBezTo>
                      <a:pt x="124048" y="543009"/>
                      <a:pt x="123403" y="543009"/>
                      <a:pt x="122738" y="543009"/>
                    </a:cubicBezTo>
                    <a:cubicBezTo>
                      <a:pt x="112329" y="543010"/>
                      <a:pt x="101920" y="543014"/>
                      <a:pt x="91512" y="543019"/>
                    </a:cubicBezTo>
                    <a:cubicBezTo>
                      <a:pt x="81060" y="543024"/>
                      <a:pt x="70609" y="543026"/>
                      <a:pt x="60157" y="543025"/>
                    </a:cubicBezTo>
                    <a:cubicBezTo>
                      <a:pt x="54489" y="543025"/>
                      <a:pt x="48821" y="543025"/>
                      <a:pt x="43153" y="543030"/>
                    </a:cubicBezTo>
                    <a:cubicBezTo>
                      <a:pt x="37973" y="543035"/>
                      <a:pt x="32793" y="543035"/>
                      <a:pt x="27614" y="543032"/>
                    </a:cubicBezTo>
                    <a:cubicBezTo>
                      <a:pt x="25731" y="543031"/>
                      <a:pt x="23848" y="543033"/>
                      <a:pt x="21965" y="543035"/>
                    </a:cubicBezTo>
                    <a:cubicBezTo>
                      <a:pt x="19424" y="543039"/>
                      <a:pt x="16883" y="543037"/>
                      <a:pt x="14341" y="543034"/>
                    </a:cubicBezTo>
                    <a:cubicBezTo>
                      <a:pt x="13222" y="543037"/>
                      <a:pt x="13222" y="543037"/>
                      <a:pt x="12080" y="543041"/>
                    </a:cubicBezTo>
                    <a:cubicBezTo>
                      <a:pt x="7046" y="543026"/>
                      <a:pt x="7046" y="543026"/>
                      <a:pt x="6050" y="542030"/>
                    </a:cubicBezTo>
                    <a:cubicBezTo>
                      <a:pt x="5964" y="540840"/>
                      <a:pt x="5939" y="539645"/>
                      <a:pt x="5939" y="538451"/>
                    </a:cubicBezTo>
                    <a:cubicBezTo>
                      <a:pt x="5936" y="537286"/>
                      <a:pt x="5936" y="537286"/>
                      <a:pt x="5933" y="536096"/>
                    </a:cubicBezTo>
                    <a:cubicBezTo>
                      <a:pt x="5936" y="535231"/>
                      <a:pt x="5938" y="534366"/>
                      <a:pt x="5940" y="533474"/>
                    </a:cubicBezTo>
                    <a:cubicBezTo>
                      <a:pt x="5939" y="532560"/>
                      <a:pt x="5938" y="531646"/>
                      <a:pt x="5937" y="530705"/>
                    </a:cubicBezTo>
                    <a:cubicBezTo>
                      <a:pt x="5935" y="527600"/>
                      <a:pt x="5939" y="524496"/>
                      <a:pt x="5943" y="521392"/>
                    </a:cubicBezTo>
                    <a:cubicBezTo>
                      <a:pt x="5942" y="519161"/>
                      <a:pt x="5942" y="516930"/>
                      <a:pt x="5941" y="514698"/>
                    </a:cubicBezTo>
                    <a:cubicBezTo>
                      <a:pt x="5939" y="509826"/>
                      <a:pt x="5940" y="504953"/>
                      <a:pt x="5944" y="500081"/>
                    </a:cubicBezTo>
                    <a:cubicBezTo>
                      <a:pt x="5949" y="492835"/>
                      <a:pt x="5949" y="485590"/>
                      <a:pt x="5949" y="478344"/>
                    </a:cubicBezTo>
                    <a:cubicBezTo>
                      <a:pt x="5948" y="466158"/>
                      <a:pt x="5951" y="453972"/>
                      <a:pt x="5956" y="441786"/>
                    </a:cubicBezTo>
                    <a:cubicBezTo>
                      <a:pt x="5961" y="429715"/>
                      <a:pt x="5965" y="417643"/>
                      <a:pt x="5966" y="405572"/>
                    </a:cubicBezTo>
                    <a:cubicBezTo>
                      <a:pt x="5966" y="404822"/>
                      <a:pt x="5966" y="404072"/>
                      <a:pt x="5966" y="403300"/>
                    </a:cubicBezTo>
                    <a:cubicBezTo>
                      <a:pt x="5966" y="399493"/>
                      <a:pt x="5966" y="395686"/>
                      <a:pt x="5967" y="391879"/>
                    </a:cubicBezTo>
                    <a:cubicBezTo>
                      <a:pt x="5968" y="364893"/>
                      <a:pt x="5974" y="337906"/>
                      <a:pt x="5983" y="310919"/>
                    </a:cubicBezTo>
                    <a:cubicBezTo>
                      <a:pt x="5991" y="284696"/>
                      <a:pt x="5997" y="258473"/>
                      <a:pt x="6001" y="232250"/>
                    </a:cubicBezTo>
                    <a:cubicBezTo>
                      <a:pt x="6001" y="231442"/>
                      <a:pt x="6001" y="230635"/>
                      <a:pt x="6002" y="229802"/>
                    </a:cubicBezTo>
                    <a:cubicBezTo>
                      <a:pt x="6003" y="221690"/>
                      <a:pt x="6004" y="213578"/>
                      <a:pt x="6005" y="205465"/>
                    </a:cubicBezTo>
                    <a:cubicBezTo>
                      <a:pt x="6007" y="188939"/>
                      <a:pt x="6010" y="172412"/>
                      <a:pt x="6013" y="155885"/>
                    </a:cubicBezTo>
                    <a:cubicBezTo>
                      <a:pt x="6013" y="155125"/>
                      <a:pt x="6013" y="154365"/>
                      <a:pt x="6013" y="153582"/>
                    </a:cubicBezTo>
                    <a:cubicBezTo>
                      <a:pt x="6021" y="102807"/>
                      <a:pt x="6035" y="52031"/>
                      <a:pt x="6050" y="1256"/>
                    </a:cubicBezTo>
                    <a:cubicBezTo>
                      <a:pt x="9431" y="129"/>
                      <a:pt x="12586" y="238"/>
                      <a:pt x="16108" y="247"/>
                    </a:cubicBezTo>
                    <a:close/>
                  </a:path>
                </a:pathLst>
              </a:custGeom>
              <a:grpFill/>
              <a:ln w="894" cap="flat">
                <a:noFill/>
                <a:prstDash val="solid"/>
                <a:miter/>
              </a:ln>
            </p:spPr>
            <p:txBody>
              <a:bodyPr rtlCol="0" anchor="ctr"/>
              <a:lstStyle/>
              <a:p>
                <a:endParaRPr lang="zh-CN" altLang="en-US"/>
              </a:p>
            </p:txBody>
          </p:sp>
          <p:sp>
            <p:nvSpPr>
              <p:cNvPr id="171" name="任意多边形: 形状 170"/>
              <p:cNvSpPr/>
              <p:nvPr/>
            </p:nvSpPr>
            <p:spPr>
              <a:xfrm>
                <a:off x="6559069" y="3441921"/>
                <a:ext cx="598157" cy="542808"/>
              </a:xfrm>
              <a:custGeom>
                <a:avLst/>
                <a:gdLst>
                  <a:gd name="connsiteX0" fmla="*/ 295151 w 598157"/>
                  <a:gd name="connsiteY0" fmla="*/ 163880 h 542808"/>
                  <a:gd name="connsiteX1" fmla="*/ 292234 w 598157"/>
                  <a:gd name="connsiteY1" fmla="*/ 174779 h 542808"/>
                  <a:gd name="connsiteX2" fmla="*/ 292302 w 598157"/>
                  <a:gd name="connsiteY2" fmla="*/ 177120 h 542808"/>
                  <a:gd name="connsiteX3" fmla="*/ 292375 w 598157"/>
                  <a:gd name="connsiteY3" fmla="*/ 181774 h 542808"/>
                  <a:gd name="connsiteX4" fmla="*/ 292470 w 598157"/>
                  <a:gd name="connsiteY4" fmla="*/ 185332 h 542808"/>
                  <a:gd name="connsiteX5" fmla="*/ 288000 w 598157"/>
                  <a:gd name="connsiteY5" fmla="*/ 185332 h 542808"/>
                  <a:gd name="connsiteX6" fmla="*/ 285928 w 598157"/>
                  <a:gd name="connsiteY6" fmla="*/ 189210 h 542808"/>
                  <a:gd name="connsiteX7" fmla="*/ 285843 w 598157"/>
                  <a:gd name="connsiteY7" fmla="*/ 191792 h 542808"/>
                  <a:gd name="connsiteX8" fmla="*/ 285738 w 598157"/>
                  <a:gd name="connsiteY8" fmla="*/ 194585 h 542808"/>
                  <a:gd name="connsiteX9" fmla="*/ 285654 w 598157"/>
                  <a:gd name="connsiteY9" fmla="*/ 197511 h 542808"/>
                  <a:gd name="connsiteX10" fmla="*/ 285373 w 598157"/>
                  <a:gd name="connsiteY10" fmla="*/ 205819 h 542808"/>
                  <a:gd name="connsiteX11" fmla="*/ 285319 w 598157"/>
                  <a:gd name="connsiteY11" fmla="*/ 207678 h 542808"/>
                  <a:gd name="connsiteX12" fmla="*/ 282637 w 598157"/>
                  <a:gd name="connsiteY12" fmla="*/ 207678 h 542808"/>
                  <a:gd name="connsiteX13" fmla="*/ 279651 w 598157"/>
                  <a:gd name="connsiteY13" fmla="*/ 213301 h 542808"/>
                  <a:gd name="connsiteX14" fmla="*/ 279694 w 598157"/>
                  <a:gd name="connsiteY14" fmla="*/ 215513 h 542808"/>
                  <a:gd name="connsiteX15" fmla="*/ 279720 w 598157"/>
                  <a:gd name="connsiteY15" fmla="*/ 217923 h 542808"/>
                  <a:gd name="connsiteX16" fmla="*/ 279788 w 598157"/>
                  <a:gd name="connsiteY16" fmla="*/ 220415 h 542808"/>
                  <a:gd name="connsiteX17" fmla="*/ 279913 w 598157"/>
                  <a:gd name="connsiteY17" fmla="*/ 227546 h 542808"/>
                  <a:gd name="connsiteX18" fmla="*/ 279956 w 598157"/>
                  <a:gd name="connsiteY18" fmla="*/ 229130 h 542808"/>
                  <a:gd name="connsiteX19" fmla="*/ 275487 w 598157"/>
                  <a:gd name="connsiteY19" fmla="*/ 229130 h 542808"/>
                  <a:gd name="connsiteX20" fmla="*/ 272569 w 598157"/>
                  <a:gd name="connsiteY20" fmla="*/ 239712 h 542808"/>
                  <a:gd name="connsiteX21" fmla="*/ 272637 w 598157"/>
                  <a:gd name="connsiteY21" fmla="*/ 241924 h 542808"/>
                  <a:gd name="connsiteX22" fmla="*/ 272711 w 598157"/>
                  <a:gd name="connsiteY22" fmla="*/ 246326 h 542808"/>
                  <a:gd name="connsiteX23" fmla="*/ 272805 w 598157"/>
                  <a:gd name="connsiteY23" fmla="*/ 249689 h 542808"/>
                  <a:gd name="connsiteX24" fmla="*/ 269230 w 598157"/>
                  <a:gd name="connsiteY24" fmla="*/ 249689 h 542808"/>
                  <a:gd name="connsiteX25" fmla="*/ 266162 w 598157"/>
                  <a:gd name="connsiteY25" fmla="*/ 254316 h 542808"/>
                  <a:gd name="connsiteX26" fmla="*/ 266091 w 598157"/>
                  <a:gd name="connsiteY26" fmla="*/ 256543 h 542808"/>
                  <a:gd name="connsiteX27" fmla="*/ 265995 w 598157"/>
                  <a:gd name="connsiteY27" fmla="*/ 258961 h 542808"/>
                  <a:gd name="connsiteX28" fmla="*/ 265934 w 598157"/>
                  <a:gd name="connsiteY28" fmla="*/ 261476 h 542808"/>
                  <a:gd name="connsiteX29" fmla="*/ 265694 w 598157"/>
                  <a:gd name="connsiteY29" fmla="*/ 268649 h 542808"/>
                  <a:gd name="connsiteX30" fmla="*/ 265654 w 598157"/>
                  <a:gd name="connsiteY30" fmla="*/ 270247 h 542808"/>
                  <a:gd name="connsiteX31" fmla="*/ 261185 w 598157"/>
                  <a:gd name="connsiteY31" fmla="*/ 271141 h 542808"/>
                  <a:gd name="connsiteX32" fmla="*/ 260190 w 598157"/>
                  <a:gd name="connsiteY32" fmla="*/ 275768 h 542808"/>
                  <a:gd name="connsiteX33" fmla="*/ 260204 w 598157"/>
                  <a:gd name="connsiteY33" fmla="*/ 277995 h 542808"/>
                  <a:gd name="connsiteX34" fmla="*/ 260213 w 598157"/>
                  <a:gd name="connsiteY34" fmla="*/ 280413 h 542808"/>
                  <a:gd name="connsiteX35" fmla="*/ 260235 w 598157"/>
                  <a:gd name="connsiteY35" fmla="*/ 282929 h 542808"/>
                  <a:gd name="connsiteX36" fmla="*/ 260277 w 598157"/>
                  <a:gd name="connsiteY36" fmla="*/ 290101 h 542808"/>
                  <a:gd name="connsiteX37" fmla="*/ 260291 w 598157"/>
                  <a:gd name="connsiteY37" fmla="*/ 291699 h 542808"/>
                  <a:gd name="connsiteX38" fmla="*/ 255822 w 598157"/>
                  <a:gd name="connsiteY38" fmla="*/ 291699 h 542808"/>
                  <a:gd name="connsiteX39" fmla="*/ 253749 w 598157"/>
                  <a:gd name="connsiteY39" fmla="*/ 296326 h 542808"/>
                  <a:gd name="connsiteX40" fmla="*/ 253664 w 598157"/>
                  <a:gd name="connsiteY40" fmla="*/ 298553 h 542808"/>
                  <a:gd name="connsiteX41" fmla="*/ 253560 w 598157"/>
                  <a:gd name="connsiteY41" fmla="*/ 300971 h 542808"/>
                  <a:gd name="connsiteX42" fmla="*/ 253476 w 598157"/>
                  <a:gd name="connsiteY42" fmla="*/ 303487 h 542808"/>
                  <a:gd name="connsiteX43" fmla="*/ 253194 w 598157"/>
                  <a:gd name="connsiteY43" fmla="*/ 310659 h 542808"/>
                  <a:gd name="connsiteX44" fmla="*/ 253141 w 598157"/>
                  <a:gd name="connsiteY44" fmla="*/ 312258 h 542808"/>
                  <a:gd name="connsiteX45" fmla="*/ 249565 w 598157"/>
                  <a:gd name="connsiteY45" fmla="*/ 312258 h 542808"/>
                  <a:gd name="connsiteX46" fmla="*/ 247180 w 598157"/>
                  <a:gd name="connsiteY46" fmla="*/ 316605 h 542808"/>
                  <a:gd name="connsiteX47" fmla="*/ 246716 w 598157"/>
                  <a:gd name="connsiteY47" fmla="*/ 319688 h 542808"/>
                  <a:gd name="connsiteX48" fmla="*/ 246884 w 598157"/>
                  <a:gd name="connsiteY48" fmla="*/ 330135 h 542808"/>
                  <a:gd name="connsiteX49" fmla="*/ 282426 w 598157"/>
                  <a:gd name="connsiteY49" fmla="*/ 330178 h 542808"/>
                  <a:gd name="connsiteX50" fmla="*/ 302342 w 598157"/>
                  <a:gd name="connsiteY50" fmla="*/ 330199 h 542808"/>
                  <a:gd name="connsiteX51" fmla="*/ 318278 w 598157"/>
                  <a:gd name="connsiteY51" fmla="*/ 330218 h 542808"/>
                  <a:gd name="connsiteX52" fmla="*/ 325008 w 598157"/>
                  <a:gd name="connsiteY52" fmla="*/ 330222 h 542808"/>
                  <a:gd name="connsiteX53" fmla="*/ 334743 w 598157"/>
                  <a:gd name="connsiteY53" fmla="*/ 330236 h 542808"/>
                  <a:gd name="connsiteX54" fmla="*/ 337703 w 598157"/>
                  <a:gd name="connsiteY54" fmla="*/ 330236 h 542808"/>
                  <a:gd name="connsiteX55" fmla="*/ 340530 w 598157"/>
                  <a:gd name="connsiteY55" fmla="*/ 330246 h 542808"/>
                  <a:gd name="connsiteX56" fmla="*/ 343086 w 598157"/>
                  <a:gd name="connsiteY56" fmla="*/ 330242 h 542808"/>
                  <a:gd name="connsiteX57" fmla="*/ 345320 w 598157"/>
                  <a:gd name="connsiteY57" fmla="*/ 330245 h 542808"/>
                  <a:gd name="connsiteX58" fmla="*/ 347888 w 598157"/>
                  <a:gd name="connsiteY58" fmla="*/ 329241 h 542808"/>
                  <a:gd name="connsiteX59" fmla="*/ 345262 w 598157"/>
                  <a:gd name="connsiteY59" fmla="*/ 319353 h 542808"/>
                  <a:gd name="connsiteX60" fmla="*/ 344902 w 598157"/>
                  <a:gd name="connsiteY60" fmla="*/ 316025 h 542808"/>
                  <a:gd name="connsiteX61" fmla="*/ 341631 w 598157"/>
                  <a:gd name="connsiteY61" fmla="*/ 310470 h 542808"/>
                  <a:gd name="connsiteX62" fmla="*/ 338949 w 598157"/>
                  <a:gd name="connsiteY62" fmla="*/ 311364 h 542808"/>
                  <a:gd name="connsiteX63" fmla="*/ 338719 w 598157"/>
                  <a:gd name="connsiteY63" fmla="*/ 304461 h 542808"/>
                  <a:gd name="connsiteX64" fmla="*/ 338614 w 598157"/>
                  <a:gd name="connsiteY64" fmla="*/ 301643 h 542808"/>
                  <a:gd name="connsiteX65" fmla="*/ 338530 w 598157"/>
                  <a:gd name="connsiteY65" fmla="*/ 298847 h 542808"/>
                  <a:gd name="connsiteX66" fmla="*/ 338426 w 598157"/>
                  <a:gd name="connsiteY66" fmla="*/ 296176 h 542808"/>
                  <a:gd name="connsiteX67" fmla="*/ 338056 w 598157"/>
                  <a:gd name="connsiteY67" fmla="*/ 291699 h 542808"/>
                  <a:gd name="connsiteX68" fmla="*/ 333922 w 598157"/>
                  <a:gd name="connsiteY68" fmla="*/ 289800 h 542808"/>
                  <a:gd name="connsiteX69" fmla="*/ 331799 w 598157"/>
                  <a:gd name="connsiteY69" fmla="*/ 289912 h 542808"/>
                  <a:gd name="connsiteX70" fmla="*/ 331886 w 598157"/>
                  <a:gd name="connsiteY70" fmla="*/ 283327 h 542808"/>
                  <a:gd name="connsiteX71" fmla="*/ 331910 w 598157"/>
                  <a:gd name="connsiteY71" fmla="*/ 280638 h 542808"/>
                  <a:gd name="connsiteX72" fmla="*/ 331956 w 598157"/>
                  <a:gd name="connsiteY72" fmla="*/ 277971 h 542808"/>
                  <a:gd name="connsiteX73" fmla="*/ 331973 w 598157"/>
                  <a:gd name="connsiteY73" fmla="*/ 275422 h 542808"/>
                  <a:gd name="connsiteX74" fmla="*/ 331799 w 598157"/>
                  <a:gd name="connsiteY74" fmla="*/ 271141 h 542808"/>
                  <a:gd name="connsiteX75" fmla="*/ 327665 w 598157"/>
                  <a:gd name="connsiteY75" fmla="*/ 269242 h 542808"/>
                  <a:gd name="connsiteX76" fmla="*/ 325542 w 598157"/>
                  <a:gd name="connsiteY76" fmla="*/ 269353 h 542808"/>
                  <a:gd name="connsiteX77" fmla="*/ 325629 w 598157"/>
                  <a:gd name="connsiteY77" fmla="*/ 263130 h 542808"/>
                  <a:gd name="connsiteX78" fmla="*/ 325653 w 598157"/>
                  <a:gd name="connsiteY78" fmla="*/ 260582 h 542808"/>
                  <a:gd name="connsiteX79" fmla="*/ 325699 w 598157"/>
                  <a:gd name="connsiteY79" fmla="*/ 258067 h 542808"/>
                  <a:gd name="connsiteX80" fmla="*/ 325716 w 598157"/>
                  <a:gd name="connsiteY80" fmla="*/ 255649 h 542808"/>
                  <a:gd name="connsiteX81" fmla="*/ 325542 w 598157"/>
                  <a:gd name="connsiteY81" fmla="*/ 251476 h 542808"/>
                  <a:gd name="connsiteX82" fmla="*/ 321855 w 598157"/>
                  <a:gd name="connsiteY82" fmla="*/ 248180 h 542808"/>
                  <a:gd name="connsiteX83" fmla="*/ 320179 w 598157"/>
                  <a:gd name="connsiteY83" fmla="*/ 247901 h 542808"/>
                  <a:gd name="connsiteX84" fmla="*/ 319948 w 598157"/>
                  <a:gd name="connsiteY84" fmla="*/ 243079 h 542808"/>
                  <a:gd name="connsiteX85" fmla="*/ 319843 w 598157"/>
                  <a:gd name="connsiteY85" fmla="*/ 241086 h 542808"/>
                  <a:gd name="connsiteX86" fmla="*/ 318635 w 598157"/>
                  <a:gd name="connsiteY86" fmla="*/ 230562 h 542808"/>
                  <a:gd name="connsiteX87" fmla="*/ 315151 w 598157"/>
                  <a:gd name="connsiteY87" fmla="*/ 227008 h 542808"/>
                  <a:gd name="connsiteX88" fmla="*/ 313028 w 598157"/>
                  <a:gd name="connsiteY88" fmla="*/ 226449 h 542808"/>
                  <a:gd name="connsiteX89" fmla="*/ 312754 w 598157"/>
                  <a:gd name="connsiteY89" fmla="*/ 220182 h 542808"/>
                  <a:gd name="connsiteX90" fmla="*/ 312637 w 598157"/>
                  <a:gd name="connsiteY90" fmla="*/ 217622 h 542808"/>
                  <a:gd name="connsiteX91" fmla="*/ 312530 w 598157"/>
                  <a:gd name="connsiteY91" fmla="*/ 215084 h 542808"/>
                  <a:gd name="connsiteX92" fmla="*/ 312417 w 598157"/>
                  <a:gd name="connsiteY92" fmla="*/ 212657 h 542808"/>
                  <a:gd name="connsiteX93" fmla="*/ 311240 w 598157"/>
                  <a:gd name="connsiteY93" fmla="*/ 206784 h 542808"/>
                  <a:gd name="connsiteX94" fmla="*/ 308950 w 598157"/>
                  <a:gd name="connsiteY94" fmla="*/ 206226 h 542808"/>
                  <a:gd name="connsiteX95" fmla="*/ 306771 w 598157"/>
                  <a:gd name="connsiteY95" fmla="*/ 205891 h 542808"/>
                  <a:gd name="connsiteX96" fmla="*/ 306541 w 598157"/>
                  <a:gd name="connsiteY96" fmla="*/ 199305 h 542808"/>
                  <a:gd name="connsiteX97" fmla="*/ 306436 w 598157"/>
                  <a:gd name="connsiteY97" fmla="*/ 196617 h 542808"/>
                  <a:gd name="connsiteX98" fmla="*/ 306352 w 598157"/>
                  <a:gd name="connsiteY98" fmla="*/ 193949 h 542808"/>
                  <a:gd name="connsiteX99" fmla="*/ 306247 w 598157"/>
                  <a:gd name="connsiteY99" fmla="*/ 191401 h 542808"/>
                  <a:gd name="connsiteX100" fmla="*/ 305877 w 598157"/>
                  <a:gd name="connsiteY100" fmla="*/ 187120 h 542808"/>
                  <a:gd name="connsiteX101" fmla="*/ 301743 w 598157"/>
                  <a:gd name="connsiteY101" fmla="*/ 185220 h 542808"/>
                  <a:gd name="connsiteX102" fmla="*/ 299620 w 598157"/>
                  <a:gd name="connsiteY102" fmla="*/ 185332 h 542808"/>
                  <a:gd name="connsiteX103" fmla="*/ 299664 w 598157"/>
                  <a:gd name="connsiteY103" fmla="*/ 179426 h 542808"/>
                  <a:gd name="connsiteX104" fmla="*/ 299676 w 598157"/>
                  <a:gd name="connsiteY104" fmla="*/ 177008 h 542808"/>
                  <a:gd name="connsiteX105" fmla="*/ 299699 w 598157"/>
                  <a:gd name="connsiteY105" fmla="*/ 174622 h 542808"/>
                  <a:gd name="connsiteX106" fmla="*/ 299708 w 598157"/>
                  <a:gd name="connsiteY106" fmla="*/ 172326 h 542808"/>
                  <a:gd name="connsiteX107" fmla="*/ 298726 w 598157"/>
                  <a:gd name="connsiteY107" fmla="*/ 165668 h 542808"/>
                  <a:gd name="connsiteX108" fmla="*/ 295151 w 598157"/>
                  <a:gd name="connsiteY108" fmla="*/ 163880 h 542808"/>
                  <a:gd name="connsiteX109" fmla="*/ 358742 w 598157"/>
                  <a:gd name="connsiteY109" fmla="*/ 2 h 542808"/>
                  <a:gd name="connsiteX110" fmla="*/ 373768 w 598157"/>
                  <a:gd name="connsiteY110" fmla="*/ 6 h 542808"/>
                  <a:gd name="connsiteX111" fmla="*/ 379296 w 598157"/>
                  <a:gd name="connsiteY111" fmla="*/ 5 h 542808"/>
                  <a:gd name="connsiteX112" fmla="*/ 386815 w 598157"/>
                  <a:gd name="connsiteY112" fmla="*/ 10 h 542808"/>
                  <a:gd name="connsiteX113" fmla="*/ 389049 w 598157"/>
                  <a:gd name="connsiteY113" fmla="*/ 4 h 542808"/>
                  <a:gd name="connsiteX114" fmla="*/ 396062 w 598157"/>
                  <a:gd name="connsiteY114" fmla="*/ 1018 h 542808"/>
                  <a:gd name="connsiteX115" fmla="*/ 397067 w 598157"/>
                  <a:gd name="connsiteY115" fmla="*/ 6884 h 542808"/>
                  <a:gd name="connsiteX116" fmla="*/ 397521 w 598157"/>
                  <a:gd name="connsiteY116" fmla="*/ 10127 h 542808"/>
                  <a:gd name="connsiteX117" fmla="*/ 397849 w 598157"/>
                  <a:gd name="connsiteY117" fmla="*/ 12638 h 542808"/>
                  <a:gd name="connsiteX118" fmla="*/ 403212 w 598157"/>
                  <a:gd name="connsiteY118" fmla="*/ 12638 h 542808"/>
                  <a:gd name="connsiteX119" fmla="*/ 404106 w 598157"/>
                  <a:gd name="connsiteY119" fmla="*/ 26939 h 542808"/>
                  <a:gd name="connsiteX120" fmla="*/ 409469 w 598157"/>
                  <a:gd name="connsiteY120" fmla="*/ 28727 h 542808"/>
                  <a:gd name="connsiteX121" fmla="*/ 409602 w 598157"/>
                  <a:gd name="connsiteY121" fmla="*/ 31730 h 542808"/>
                  <a:gd name="connsiteX122" fmla="*/ 409804 w 598157"/>
                  <a:gd name="connsiteY122" fmla="*/ 35654 h 542808"/>
                  <a:gd name="connsiteX123" fmla="*/ 409888 w 598157"/>
                  <a:gd name="connsiteY123" fmla="*/ 37630 h 542808"/>
                  <a:gd name="connsiteX124" fmla="*/ 412151 w 598157"/>
                  <a:gd name="connsiteY124" fmla="*/ 46604 h 542808"/>
                  <a:gd name="connsiteX125" fmla="*/ 415726 w 598157"/>
                  <a:gd name="connsiteY125" fmla="*/ 46604 h 542808"/>
                  <a:gd name="connsiteX126" fmla="*/ 415859 w 598157"/>
                  <a:gd name="connsiteY126" fmla="*/ 49184 h 542808"/>
                  <a:gd name="connsiteX127" fmla="*/ 416061 w 598157"/>
                  <a:gd name="connsiteY127" fmla="*/ 52581 h 542808"/>
                  <a:gd name="connsiteX128" fmla="*/ 416250 w 598157"/>
                  <a:gd name="connsiteY128" fmla="*/ 55944 h 542808"/>
                  <a:gd name="connsiteX129" fmla="*/ 418408 w 598157"/>
                  <a:gd name="connsiteY129" fmla="*/ 63587 h 542808"/>
                  <a:gd name="connsiteX130" fmla="*/ 422877 w 598157"/>
                  <a:gd name="connsiteY130" fmla="*/ 64480 h 542808"/>
                  <a:gd name="connsiteX131" fmla="*/ 422814 w 598157"/>
                  <a:gd name="connsiteY131" fmla="*/ 67124 h 542808"/>
                  <a:gd name="connsiteX132" fmla="*/ 422765 w 598157"/>
                  <a:gd name="connsiteY132" fmla="*/ 70570 h 542808"/>
                  <a:gd name="connsiteX133" fmla="*/ 422702 w 598157"/>
                  <a:gd name="connsiteY133" fmla="*/ 73995 h 542808"/>
                  <a:gd name="connsiteX134" fmla="*/ 424664 w 598157"/>
                  <a:gd name="connsiteY134" fmla="*/ 79676 h 542808"/>
                  <a:gd name="connsiteX135" fmla="*/ 429134 w 598157"/>
                  <a:gd name="connsiteY135" fmla="*/ 80570 h 542808"/>
                  <a:gd name="connsiteX136" fmla="*/ 429235 w 598157"/>
                  <a:gd name="connsiteY136" fmla="*/ 83799 h 542808"/>
                  <a:gd name="connsiteX137" fmla="*/ 429413 w 598157"/>
                  <a:gd name="connsiteY137" fmla="*/ 88000 h 542808"/>
                  <a:gd name="connsiteX138" fmla="*/ 429474 w 598157"/>
                  <a:gd name="connsiteY138" fmla="*/ 90128 h 542808"/>
                  <a:gd name="connsiteX139" fmla="*/ 429570 w 598157"/>
                  <a:gd name="connsiteY139" fmla="*/ 92179 h 542808"/>
                  <a:gd name="connsiteX140" fmla="*/ 429641 w 598157"/>
                  <a:gd name="connsiteY140" fmla="*/ 94066 h 542808"/>
                  <a:gd name="connsiteX141" fmla="*/ 432709 w 598157"/>
                  <a:gd name="connsiteY141" fmla="*/ 98446 h 542808"/>
                  <a:gd name="connsiteX142" fmla="*/ 435391 w 598157"/>
                  <a:gd name="connsiteY142" fmla="*/ 98446 h 542808"/>
                  <a:gd name="connsiteX143" fmla="*/ 435523 w 598157"/>
                  <a:gd name="connsiteY143" fmla="*/ 101254 h 542808"/>
                  <a:gd name="connsiteX144" fmla="*/ 435726 w 598157"/>
                  <a:gd name="connsiteY144" fmla="*/ 104927 h 542808"/>
                  <a:gd name="connsiteX145" fmla="*/ 435810 w 598157"/>
                  <a:gd name="connsiteY145" fmla="*/ 106774 h 542808"/>
                  <a:gd name="connsiteX146" fmla="*/ 438072 w 598157"/>
                  <a:gd name="connsiteY146" fmla="*/ 115429 h 542808"/>
                  <a:gd name="connsiteX147" fmla="*/ 441647 w 598157"/>
                  <a:gd name="connsiteY147" fmla="*/ 116323 h 542808"/>
                  <a:gd name="connsiteX148" fmla="*/ 442485 w 598157"/>
                  <a:gd name="connsiteY148" fmla="*/ 127440 h 542808"/>
                  <a:gd name="connsiteX149" fmla="*/ 444329 w 598157"/>
                  <a:gd name="connsiteY149" fmla="*/ 131519 h 542808"/>
                  <a:gd name="connsiteX150" fmla="*/ 448798 w 598157"/>
                  <a:gd name="connsiteY150" fmla="*/ 132412 h 542808"/>
                  <a:gd name="connsiteX151" fmla="*/ 448962 w 598157"/>
                  <a:gd name="connsiteY151" fmla="*/ 135674 h 542808"/>
                  <a:gd name="connsiteX152" fmla="*/ 449189 w 598157"/>
                  <a:gd name="connsiteY152" fmla="*/ 139898 h 542808"/>
                  <a:gd name="connsiteX153" fmla="*/ 449296 w 598157"/>
                  <a:gd name="connsiteY153" fmla="*/ 142049 h 542808"/>
                  <a:gd name="connsiteX154" fmla="*/ 450586 w 598157"/>
                  <a:gd name="connsiteY154" fmla="*/ 149395 h 542808"/>
                  <a:gd name="connsiteX155" fmla="*/ 455055 w 598157"/>
                  <a:gd name="connsiteY155" fmla="*/ 150289 h 542808"/>
                  <a:gd name="connsiteX156" fmla="*/ 455188 w 598157"/>
                  <a:gd name="connsiteY156" fmla="*/ 153323 h 542808"/>
                  <a:gd name="connsiteX157" fmla="*/ 455390 w 598157"/>
                  <a:gd name="connsiteY157" fmla="*/ 157272 h 542808"/>
                  <a:gd name="connsiteX158" fmla="*/ 455474 w 598157"/>
                  <a:gd name="connsiteY158" fmla="*/ 159271 h 542808"/>
                  <a:gd name="connsiteX159" fmla="*/ 457737 w 598157"/>
                  <a:gd name="connsiteY159" fmla="*/ 167272 h 542808"/>
                  <a:gd name="connsiteX160" fmla="*/ 461312 w 598157"/>
                  <a:gd name="connsiteY160" fmla="*/ 167272 h 542808"/>
                  <a:gd name="connsiteX161" fmla="*/ 461413 w 598157"/>
                  <a:gd name="connsiteY161" fmla="*/ 170306 h 542808"/>
                  <a:gd name="connsiteX162" fmla="*/ 461591 w 598157"/>
                  <a:gd name="connsiteY162" fmla="*/ 174255 h 542808"/>
                  <a:gd name="connsiteX163" fmla="*/ 461652 w 598157"/>
                  <a:gd name="connsiteY163" fmla="*/ 176254 h 542808"/>
                  <a:gd name="connsiteX164" fmla="*/ 463361 w 598157"/>
                  <a:gd name="connsiteY164" fmla="*/ 183316 h 542808"/>
                  <a:gd name="connsiteX165" fmla="*/ 468463 w 598157"/>
                  <a:gd name="connsiteY165" fmla="*/ 185149 h 542808"/>
                  <a:gd name="connsiteX166" fmla="*/ 469357 w 598157"/>
                  <a:gd name="connsiteY166" fmla="*/ 200344 h 542808"/>
                  <a:gd name="connsiteX167" fmla="*/ 474720 w 598157"/>
                  <a:gd name="connsiteY167" fmla="*/ 201238 h 542808"/>
                  <a:gd name="connsiteX168" fmla="*/ 474852 w 598157"/>
                  <a:gd name="connsiteY168" fmla="*/ 204468 h 542808"/>
                  <a:gd name="connsiteX169" fmla="*/ 475055 w 598157"/>
                  <a:gd name="connsiteY169" fmla="*/ 208668 h 542808"/>
                  <a:gd name="connsiteX170" fmla="*/ 475139 w 598157"/>
                  <a:gd name="connsiteY170" fmla="*/ 210796 h 542808"/>
                  <a:gd name="connsiteX171" fmla="*/ 475243 w 598157"/>
                  <a:gd name="connsiteY171" fmla="*/ 212848 h 542808"/>
                  <a:gd name="connsiteX172" fmla="*/ 475328 w 598157"/>
                  <a:gd name="connsiteY172" fmla="*/ 214734 h 542808"/>
                  <a:gd name="connsiteX173" fmla="*/ 477401 w 598157"/>
                  <a:gd name="connsiteY173" fmla="*/ 219115 h 542808"/>
                  <a:gd name="connsiteX174" fmla="*/ 480976 w 598157"/>
                  <a:gd name="connsiteY174" fmla="*/ 219115 h 542808"/>
                  <a:gd name="connsiteX175" fmla="*/ 481141 w 598157"/>
                  <a:gd name="connsiteY175" fmla="*/ 222181 h 542808"/>
                  <a:gd name="connsiteX176" fmla="*/ 481367 w 598157"/>
                  <a:gd name="connsiteY176" fmla="*/ 226154 h 542808"/>
                  <a:gd name="connsiteX177" fmla="*/ 481474 w 598157"/>
                  <a:gd name="connsiteY177" fmla="*/ 228176 h 542808"/>
                  <a:gd name="connsiteX178" fmla="*/ 482764 w 598157"/>
                  <a:gd name="connsiteY178" fmla="*/ 235204 h 542808"/>
                  <a:gd name="connsiteX179" fmla="*/ 487233 w 598157"/>
                  <a:gd name="connsiteY179" fmla="*/ 236098 h 542808"/>
                  <a:gd name="connsiteX180" fmla="*/ 489021 w 598157"/>
                  <a:gd name="connsiteY180" fmla="*/ 252187 h 542808"/>
                  <a:gd name="connsiteX181" fmla="*/ 494384 w 598157"/>
                  <a:gd name="connsiteY181" fmla="*/ 253975 h 542808"/>
                  <a:gd name="connsiteX182" fmla="*/ 494485 w 598157"/>
                  <a:gd name="connsiteY182" fmla="*/ 257009 h 542808"/>
                  <a:gd name="connsiteX183" fmla="*/ 494663 w 598157"/>
                  <a:gd name="connsiteY183" fmla="*/ 260958 h 542808"/>
                  <a:gd name="connsiteX184" fmla="*/ 494725 w 598157"/>
                  <a:gd name="connsiteY184" fmla="*/ 262957 h 542808"/>
                  <a:gd name="connsiteX185" fmla="*/ 496489 w 598157"/>
                  <a:gd name="connsiteY185" fmla="*/ 270075 h 542808"/>
                  <a:gd name="connsiteX186" fmla="*/ 500641 w 598157"/>
                  <a:gd name="connsiteY186" fmla="*/ 270958 h 542808"/>
                  <a:gd name="connsiteX187" fmla="*/ 501535 w 598157"/>
                  <a:gd name="connsiteY187" fmla="*/ 286153 h 542808"/>
                  <a:gd name="connsiteX188" fmla="*/ 506898 w 598157"/>
                  <a:gd name="connsiteY188" fmla="*/ 287941 h 542808"/>
                  <a:gd name="connsiteX189" fmla="*/ 507062 w 598157"/>
                  <a:gd name="connsiteY189" fmla="*/ 290553 h 542808"/>
                  <a:gd name="connsiteX190" fmla="*/ 507289 w 598157"/>
                  <a:gd name="connsiteY190" fmla="*/ 293974 h 542808"/>
                  <a:gd name="connsiteX191" fmla="*/ 507509 w 598157"/>
                  <a:gd name="connsiteY191" fmla="*/ 297368 h 542808"/>
                  <a:gd name="connsiteX192" fmla="*/ 508686 w 598157"/>
                  <a:gd name="connsiteY192" fmla="*/ 304030 h 542808"/>
                  <a:gd name="connsiteX193" fmla="*/ 513155 w 598157"/>
                  <a:gd name="connsiteY193" fmla="*/ 304924 h 542808"/>
                  <a:gd name="connsiteX194" fmla="*/ 514942 w 598157"/>
                  <a:gd name="connsiteY194" fmla="*/ 321013 h 542808"/>
                  <a:gd name="connsiteX195" fmla="*/ 520305 w 598157"/>
                  <a:gd name="connsiteY195" fmla="*/ 322801 h 542808"/>
                  <a:gd name="connsiteX196" fmla="*/ 520243 w 598157"/>
                  <a:gd name="connsiteY196" fmla="*/ 325185 h 542808"/>
                  <a:gd name="connsiteX197" fmla="*/ 520194 w 598157"/>
                  <a:gd name="connsiteY197" fmla="*/ 328331 h 542808"/>
                  <a:gd name="connsiteX198" fmla="*/ 520131 w 598157"/>
                  <a:gd name="connsiteY198" fmla="*/ 331442 h 542808"/>
                  <a:gd name="connsiteX199" fmla="*/ 522093 w 598157"/>
                  <a:gd name="connsiteY199" fmla="*/ 338890 h 542808"/>
                  <a:gd name="connsiteX200" fmla="*/ 526562 w 598157"/>
                  <a:gd name="connsiteY200" fmla="*/ 338890 h 542808"/>
                  <a:gd name="connsiteX201" fmla="*/ 526726 w 598157"/>
                  <a:gd name="connsiteY201" fmla="*/ 341924 h 542808"/>
                  <a:gd name="connsiteX202" fmla="*/ 526953 w 598157"/>
                  <a:gd name="connsiteY202" fmla="*/ 345873 h 542808"/>
                  <a:gd name="connsiteX203" fmla="*/ 527060 w 598157"/>
                  <a:gd name="connsiteY203" fmla="*/ 347872 h 542808"/>
                  <a:gd name="connsiteX204" fmla="*/ 528350 w 598157"/>
                  <a:gd name="connsiteY204" fmla="*/ 355873 h 542808"/>
                  <a:gd name="connsiteX205" fmla="*/ 532819 w 598157"/>
                  <a:gd name="connsiteY205" fmla="*/ 356767 h 542808"/>
                  <a:gd name="connsiteX206" fmla="*/ 532952 w 598157"/>
                  <a:gd name="connsiteY206" fmla="*/ 359347 h 542808"/>
                  <a:gd name="connsiteX207" fmla="*/ 533154 w 598157"/>
                  <a:gd name="connsiteY207" fmla="*/ 362744 h 542808"/>
                  <a:gd name="connsiteX208" fmla="*/ 533343 w 598157"/>
                  <a:gd name="connsiteY208" fmla="*/ 366107 h 542808"/>
                  <a:gd name="connsiteX209" fmla="*/ 535501 w 598157"/>
                  <a:gd name="connsiteY209" fmla="*/ 373750 h 542808"/>
                  <a:gd name="connsiteX210" fmla="*/ 539076 w 598157"/>
                  <a:gd name="connsiteY210" fmla="*/ 374644 h 542808"/>
                  <a:gd name="connsiteX211" fmla="*/ 539914 w 598157"/>
                  <a:gd name="connsiteY211" fmla="*/ 384612 h 542808"/>
                  <a:gd name="connsiteX212" fmla="*/ 540864 w 598157"/>
                  <a:gd name="connsiteY212" fmla="*/ 389839 h 542808"/>
                  <a:gd name="connsiteX213" fmla="*/ 546227 w 598157"/>
                  <a:gd name="connsiteY213" fmla="*/ 390733 h 542808"/>
                  <a:gd name="connsiteX214" fmla="*/ 546391 w 598157"/>
                  <a:gd name="connsiteY214" fmla="*/ 393994 h 542808"/>
                  <a:gd name="connsiteX215" fmla="*/ 546618 w 598157"/>
                  <a:gd name="connsiteY215" fmla="*/ 398219 h 542808"/>
                  <a:gd name="connsiteX216" fmla="*/ 546724 w 598157"/>
                  <a:gd name="connsiteY216" fmla="*/ 400369 h 542808"/>
                  <a:gd name="connsiteX217" fmla="*/ 548015 w 598157"/>
                  <a:gd name="connsiteY217" fmla="*/ 407716 h 542808"/>
                  <a:gd name="connsiteX218" fmla="*/ 552484 w 598157"/>
                  <a:gd name="connsiteY218" fmla="*/ 408609 h 542808"/>
                  <a:gd name="connsiteX219" fmla="*/ 552616 w 598157"/>
                  <a:gd name="connsiteY219" fmla="*/ 411417 h 542808"/>
                  <a:gd name="connsiteX220" fmla="*/ 552819 w 598157"/>
                  <a:gd name="connsiteY220" fmla="*/ 415090 h 542808"/>
                  <a:gd name="connsiteX221" fmla="*/ 552903 w 598157"/>
                  <a:gd name="connsiteY221" fmla="*/ 416937 h 542808"/>
                  <a:gd name="connsiteX222" fmla="*/ 555165 w 598157"/>
                  <a:gd name="connsiteY222" fmla="*/ 425592 h 542808"/>
                  <a:gd name="connsiteX223" fmla="*/ 558741 w 598157"/>
                  <a:gd name="connsiteY223" fmla="*/ 425592 h 542808"/>
                  <a:gd name="connsiteX224" fmla="*/ 558842 w 598157"/>
                  <a:gd name="connsiteY224" fmla="*/ 428627 h 542808"/>
                  <a:gd name="connsiteX225" fmla="*/ 559020 w 598157"/>
                  <a:gd name="connsiteY225" fmla="*/ 432576 h 542808"/>
                  <a:gd name="connsiteX226" fmla="*/ 559081 w 598157"/>
                  <a:gd name="connsiteY226" fmla="*/ 434575 h 542808"/>
                  <a:gd name="connsiteX227" fmla="*/ 560790 w 598157"/>
                  <a:gd name="connsiteY227" fmla="*/ 441636 h 542808"/>
                  <a:gd name="connsiteX228" fmla="*/ 565891 w 598157"/>
                  <a:gd name="connsiteY228" fmla="*/ 443469 h 542808"/>
                  <a:gd name="connsiteX229" fmla="*/ 566056 w 598157"/>
                  <a:gd name="connsiteY229" fmla="*/ 446535 h 542808"/>
                  <a:gd name="connsiteX230" fmla="*/ 566282 w 598157"/>
                  <a:gd name="connsiteY230" fmla="*/ 450508 h 542808"/>
                  <a:gd name="connsiteX231" fmla="*/ 566389 w 598157"/>
                  <a:gd name="connsiteY231" fmla="*/ 452530 h 542808"/>
                  <a:gd name="connsiteX232" fmla="*/ 567679 w 598157"/>
                  <a:gd name="connsiteY232" fmla="*/ 459558 h 542808"/>
                  <a:gd name="connsiteX233" fmla="*/ 572148 w 598157"/>
                  <a:gd name="connsiteY233" fmla="*/ 459558 h 542808"/>
                  <a:gd name="connsiteX234" fmla="*/ 572281 w 598157"/>
                  <a:gd name="connsiteY234" fmla="*/ 462561 h 542808"/>
                  <a:gd name="connsiteX235" fmla="*/ 572483 w 598157"/>
                  <a:gd name="connsiteY235" fmla="*/ 466486 h 542808"/>
                  <a:gd name="connsiteX236" fmla="*/ 572567 w 598157"/>
                  <a:gd name="connsiteY236" fmla="*/ 468462 h 542808"/>
                  <a:gd name="connsiteX237" fmla="*/ 574830 w 598157"/>
                  <a:gd name="connsiteY237" fmla="*/ 477435 h 542808"/>
                  <a:gd name="connsiteX238" fmla="*/ 578405 w 598157"/>
                  <a:gd name="connsiteY238" fmla="*/ 477435 h 542808"/>
                  <a:gd name="connsiteX239" fmla="*/ 578569 w 598157"/>
                  <a:gd name="connsiteY239" fmla="*/ 480501 h 542808"/>
                  <a:gd name="connsiteX240" fmla="*/ 578796 w 598157"/>
                  <a:gd name="connsiteY240" fmla="*/ 484474 h 542808"/>
                  <a:gd name="connsiteX241" fmla="*/ 578903 w 598157"/>
                  <a:gd name="connsiteY241" fmla="*/ 486496 h 542808"/>
                  <a:gd name="connsiteX242" fmla="*/ 580193 w 598157"/>
                  <a:gd name="connsiteY242" fmla="*/ 493524 h 542808"/>
                  <a:gd name="connsiteX243" fmla="*/ 584662 w 598157"/>
                  <a:gd name="connsiteY243" fmla="*/ 494418 h 542808"/>
                  <a:gd name="connsiteX244" fmla="*/ 586450 w 598157"/>
                  <a:gd name="connsiteY244" fmla="*/ 510507 h 542808"/>
                  <a:gd name="connsiteX245" fmla="*/ 591813 w 598157"/>
                  <a:gd name="connsiteY245" fmla="*/ 511401 h 542808"/>
                  <a:gd name="connsiteX246" fmla="*/ 591914 w 598157"/>
                  <a:gd name="connsiteY246" fmla="*/ 514631 h 542808"/>
                  <a:gd name="connsiteX247" fmla="*/ 592092 w 598157"/>
                  <a:gd name="connsiteY247" fmla="*/ 518831 h 542808"/>
                  <a:gd name="connsiteX248" fmla="*/ 592153 w 598157"/>
                  <a:gd name="connsiteY248" fmla="*/ 520959 h 542808"/>
                  <a:gd name="connsiteX249" fmla="*/ 592249 w 598157"/>
                  <a:gd name="connsiteY249" fmla="*/ 523011 h 542808"/>
                  <a:gd name="connsiteX250" fmla="*/ 592320 w 598157"/>
                  <a:gd name="connsiteY250" fmla="*/ 524897 h 542808"/>
                  <a:gd name="connsiteX251" fmla="*/ 595388 w 598157"/>
                  <a:gd name="connsiteY251" fmla="*/ 529278 h 542808"/>
                  <a:gd name="connsiteX252" fmla="*/ 598070 w 598157"/>
                  <a:gd name="connsiteY252" fmla="*/ 529278 h 542808"/>
                  <a:gd name="connsiteX253" fmla="*/ 598126 w 598157"/>
                  <a:gd name="connsiteY253" fmla="*/ 535479 h 542808"/>
                  <a:gd name="connsiteX254" fmla="*/ 598157 w 598157"/>
                  <a:gd name="connsiteY254" fmla="*/ 538967 h 542808"/>
                  <a:gd name="connsiteX255" fmla="*/ 597176 w 598157"/>
                  <a:gd name="connsiteY255" fmla="*/ 542686 h 542808"/>
                  <a:gd name="connsiteX256" fmla="*/ 589982 w 598157"/>
                  <a:gd name="connsiteY256" fmla="*/ 542799 h 542808"/>
                  <a:gd name="connsiteX257" fmla="*/ 587670 w 598157"/>
                  <a:gd name="connsiteY257" fmla="*/ 542803 h 542808"/>
                  <a:gd name="connsiteX258" fmla="*/ 579940 w 598157"/>
                  <a:gd name="connsiteY258" fmla="*/ 542801 h 542808"/>
                  <a:gd name="connsiteX259" fmla="*/ 574422 w 598157"/>
                  <a:gd name="connsiteY259" fmla="*/ 542806 h 542808"/>
                  <a:gd name="connsiteX260" fmla="*/ 559392 w 598157"/>
                  <a:gd name="connsiteY260" fmla="*/ 542806 h 542808"/>
                  <a:gd name="connsiteX261" fmla="*/ 543700 w 598157"/>
                  <a:gd name="connsiteY261" fmla="*/ 542807 h 542808"/>
                  <a:gd name="connsiteX262" fmla="*/ 517342 w 598157"/>
                  <a:gd name="connsiteY262" fmla="*/ 542802 h 542808"/>
                  <a:gd name="connsiteX263" fmla="*/ 486822 w 598157"/>
                  <a:gd name="connsiteY263" fmla="*/ 542804 h 542808"/>
                  <a:gd name="connsiteX264" fmla="*/ 460670 w 598157"/>
                  <a:gd name="connsiteY264" fmla="*/ 542806 h 542808"/>
                  <a:gd name="connsiteX265" fmla="*/ 445027 w 598157"/>
                  <a:gd name="connsiteY265" fmla="*/ 542808 h 542808"/>
                  <a:gd name="connsiteX266" fmla="*/ 430325 w 598157"/>
                  <a:gd name="connsiteY266" fmla="*/ 542803 h 542808"/>
                  <a:gd name="connsiteX267" fmla="*/ 424912 w 598157"/>
                  <a:gd name="connsiteY267" fmla="*/ 542804 h 542808"/>
                  <a:gd name="connsiteX268" fmla="*/ 417557 w 598157"/>
                  <a:gd name="connsiteY268" fmla="*/ 542799 h 542808"/>
                  <a:gd name="connsiteX269" fmla="*/ 415364 w 598157"/>
                  <a:gd name="connsiteY269" fmla="*/ 542805 h 542808"/>
                  <a:gd name="connsiteX270" fmla="*/ 409469 w 598157"/>
                  <a:gd name="connsiteY270" fmla="*/ 541792 h 542808"/>
                  <a:gd name="connsiteX271" fmla="*/ 409525 w 598157"/>
                  <a:gd name="connsiteY271" fmla="*/ 533643 h 542808"/>
                  <a:gd name="connsiteX272" fmla="*/ 408575 w 598157"/>
                  <a:gd name="connsiteY272" fmla="*/ 528384 h 542808"/>
                  <a:gd name="connsiteX273" fmla="*/ 403212 w 598157"/>
                  <a:gd name="connsiteY273" fmla="*/ 527490 h 542808"/>
                  <a:gd name="connsiteX274" fmla="*/ 403159 w 598157"/>
                  <a:gd name="connsiteY274" fmla="*/ 525728 h 542808"/>
                  <a:gd name="connsiteX275" fmla="*/ 402877 w 598157"/>
                  <a:gd name="connsiteY275" fmla="*/ 517826 h 542808"/>
                  <a:gd name="connsiteX276" fmla="*/ 402793 w 598157"/>
                  <a:gd name="connsiteY276" fmla="*/ 515052 h 542808"/>
                  <a:gd name="connsiteX277" fmla="*/ 402688 w 598157"/>
                  <a:gd name="connsiteY277" fmla="*/ 512389 h 542808"/>
                  <a:gd name="connsiteX278" fmla="*/ 402603 w 598157"/>
                  <a:gd name="connsiteY278" fmla="*/ 509935 h 542808"/>
                  <a:gd name="connsiteX279" fmla="*/ 400531 w 598157"/>
                  <a:gd name="connsiteY279" fmla="*/ 505144 h 542808"/>
                  <a:gd name="connsiteX280" fmla="*/ 396955 w 598157"/>
                  <a:gd name="connsiteY280" fmla="*/ 505144 h 542808"/>
                  <a:gd name="connsiteX281" fmla="*/ 396823 w 598157"/>
                  <a:gd name="connsiteY281" fmla="*/ 501586 h 542808"/>
                  <a:gd name="connsiteX282" fmla="*/ 396620 w 598157"/>
                  <a:gd name="connsiteY282" fmla="*/ 496932 h 542808"/>
                  <a:gd name="connsiteX283" fmla="*/ 396536 w 598157"/>
                  <a:gd name="connsiteY283" fmla="*/ 494591 h 542808"/>
                  <a:gd name="connsiteX284" fmla="*/ 394274 w 598157"/>
                  <a:gd name="connsiteY284" fmla="*/ 483692 h 542808"/>
                  <a:gd name="connsiteX285" fmla="*/ 390698 w 598157"/>
                  <a:gd name="connsiteY285" fmla="*/ 483692 h 542808"/>
                  <a:gd name="connsiteX286" fmla="*/ 390534 w 598157"/>
                  <a:gd name="connsiteY286" fmla="*/ 481300 h 542808"/>
                  <a:gd name="connsiteX287" fmla="*/ 388911 w 598157"/>
                  <a:gd name="connsiteY287" fmla="*/ 461346 h 542808"/>
                  <a:gd name="connsiteX288" fmla="*/ 383548 w 598157"/>
                  <a:gd name="connsiteY288" fmla="*/ 461346 h 542808"/>
                  <a:gd name="connsiteX289" fmla="*/ 384442 w 598157"/>
                  <a:gd name="connsiteY289" fmla="*/ 453302 h 542808"/>
                  <a:gd name="connsiteX290" fmla="*/ 207461 w 598157"/>
                  <a:gd name="connsiteY290" fmla="*/ 453302 h 542808"/>
                  <a:gd name="connsiteX291" fmla="*/ 208355 w 598157"/>
                  <a:gd name="connsiteY291" fmla="*/ 461346 h 542808"/>
                  <a:gd name="connsiteX292" fmla="*/ 202992 w 598157"/>
                  <a:gd name="connsiteY292" fmla="*/ 463134 h 542808"/>
                  <a:gd name="connsiteX293" fmla="*/ 202154 w 598157"/>
                  <a:gd name="connsiteY293" fmla="*/ 477257 h 542808"/>
                  <a:gd name="connsiteX294" fmla="*/ 201204 w 598157"/>
                  <a:gd name="connsiteY294" fmla="*/ 481904 h 542808"/>
                  <a:gd name="connsiteX295" fmla="*/ 199025 w 598157"/>
                  <a:gd name="connsiteY295" fmla="*/ 482240 h 542808"/>
                  <a:gd name="connsiteX296" fmla="*/ 196735 w 598157"/>
                  <a:gd name="connsiteY296" fmla="*/ 482798 h 542808"/>
                  <a:gd name="connsiteX297" fmla="*/ 195558 w 598157"/>
                  <a:gd name="connsiteY297" fmla="*/ 489258 h 542808"/>
                  <a:gd name="connsiteX298" fmla="*/ 195445 w 598157"/>
                  <a:gd name="connsiteY298" fmla="*/ 492051 h 542808"/>
                  <a:gd name="connsiteX299" fmla="*/ 195338 w 598157"/>
                  <a:gd name="connsiteY299" fmla="*/ 494977 h 542808"/>
                  <a:gd name="connsiteX300" fmla="*/ 195221 w 598157"/>
                  <a:gd name="connsiteY300" fmla="*/ 497924 h 542808"/>
                  <a:gd name="connsiteX301" fmla="*/ 194947 w 598157"/>
                  <a:gd name="connsiteY301" fmla="*/ 505144 h 542808"/>
                  <a:gd name="connsiteX302" fmla="*/ 190478 w 598157"/>
                  <a:gd name="connsiteY302" fmla="*/ 506038 h 542808"/>
                  <a:gd name="connsiteX303" fmla="*/ 189301 w 598157"/>
                  <a:gd name="connsiteY303" fmla="*/ 512892 h 542808"/>
                  <a:gd name="connsiteX304" fmla="*/ 189188 w 598157"/>
                  <a:gd name="connsiteY304" fmla="*/ 515310 h 542808"/>
                  <a:gd name="connsiteX305" fmla="*/ 189081 w 598157"/>
                  <a:gd name="connsiteY305" fmla="*/ 517826 h 542808"/>
                  <a:gd name="connsiteX306" fmla="*/ 188964 w 598157"/>
                  <a:gd name="connsiteY306" fmla="*/ 520373 h 542808"/>
                  <a:gd name="connsiteX307" fmla="*/ 188690 w 598157"/>
                  <a:gd name="connsiteY307" fmla="*/ 526597 h 542808"/>
                  <a:gd name="connsiteX308" fmla="*/ 184221 w 598157"/>
                  <a:gd name="connsiteY308" fmla="*/ 526597 h 542808"/>
                  <a:gd name="connsiteX309" fmla="*/ 182786 w 598157"/>
                  <a:gd name="connsiteY309" fmla="*/ 537035 h 542808"/>
                  <a:gd name="connsiteX310" fmla="*/ 181539 w 598157"/>
                  <a:gd name="connsiteY310" fmla="*/ 542686 h 542808"/>
                  <a:gd name="connsiteX311" fmla="*/ 174583 w 598157"/>
                  <a:gd name="connsiteY311" fmla="*/ 542799 h 542808"/>
                  <a:gd name="connsiteX312" fmla="*/ 172349 w 598157"/>
                  <a:gd name="connsiteY312" fmla="*/ 542803 h 542808"/>
                  <a:gd name="connsiteX313" fmla="*/ 164878 w 598157"/>
                  <a:gd name="connsiteY313" fmla="*/ 542801 h 542808"/>
                  <a:gd name="connsiteX314" fmla="*/ 159545 w 598157"/>
                  <a:gd name="connsiteY314" fmla="*/ 542806 h 542808"/>
                  <a:gd name="connsiteX315" fmla="*/ 145019 w 598157"/>
                  <a:gd name="connsiteY315" fmla="*/ 542806 h 542808"/>
                  <a:gd name="connsiteX316" fmla="*/ 129853 w 598157"/>
                  <a:gd name="connsiteY316" fmla="*/ 542807 h 542808"/>
                  <a:gd name="connsiteX317" fmla="*/ 104379 w 598157"/>
                  <a:gd name="connsiteY317" fmla="*/ 542802 h 542808"/>
                  <a:gd name="connsiteX318" fmla="*/ 74882 w 598157"/>
                  <a:gd name="connsiteY318" fmla="*/ 542804 h 542808"/>
                  <a:gd name="connsiteX319" fmla="*/ 49607 w 598157"/>
                  <a:gd name="connsiteY319" fmla="*/ 542806 h 542808"/>
                  <a:gd name="connsiteX320" fmla="*/ 34489 w 598157"/>
                  <a:gd name="connsiteY320" fmla="*/ 542808 h 542808"/>
                  <a:gd name="connsiteX321" fmla="*/ 20280 w 598157"/>
                  <a:gd name="connsiteY321" fmla="*/ 542803 h 542808"/>
                  <a:gd name="connsiteX322" fmla="*/ 15049 w 598157"/>
                  <a:gd name="connsiteY322" fmla="*/ 542804 h 542808"/>
                  <a:gd name="connsiteX323" fmla="*/ 7940 w 598157"/>
                  <a:gd name="connsiteY323" fmla="*/ 542799 h 542808"/>
                  <a:gd name="connsiteX324" fmla="*/ 5820 w 598157"/>
                  <a:gd name="connsiteY324" fmla="*/ 542805 h 542808"/>
                  <a:gd name="connsiteX325" fmla="*/ 90 w 598157"/>
                  <a:gd name="connsiteY325" fmla="*/ 541792 h 542808"/>
                  <a:gd name="connsiteX326" fmla="*/ 2 w 598157"/>
                  <a:gd name="connsiteY326" fmla="*/ 537598 h 542808"/>
                  <a:gd name="connsiteX327" fmla="*/ 11 w 598157"/>
                  <a:gd name="connsiteY327" fmla="*/ 535041 h 542808"/>
                  <a:gd name="connsiteX328" fmla="*/ 34 w 598157"/>
                  <a:gd name="connsiteY328" fmla="*/ 532351 h 542808"/>
                  <a:gd name="connsiteX329" fmla="*/ 46 w 598157"/>
                  <a:gd name="connsiteY329" fmla="*/ 529650 h 542808"/>
                  <a:gd name="connsiteX330" fmla="*/ 90 w 598157"/>
                  <a:gd name="connsiteY330" fmla="*/ 523021 h 542808"/>
                  <a:gd name="connsiteX331" fmla="*/ 5453 w 598157"/>
                  <a:gd name="connsiteY331" fmla="*/ 521233 h 542808"/>
                  <a:gd name="connsiteX332" fmla="*/ 7240 w 598157"/>
                  <a:gd name="connsiteY332" fmla="*/ 505144 h 542808"/>
                  <a:gd name="connsiteX333" fmla="*/ 11710 w 598157"/>
                  <a:gd name="connsiteY333" fmla="*/ 504251 h 542808"/>
                  <a:gd name="connsiteX334" fmla="*/ 13106 w 598157"/>
                  <a:gd name="connsiteY334" fmla="*/ 494251 h 542808"/>
                  <a:gd name="connsiteX335" fmla="*/ 13223 w 598157"/>
                  <a:gd name="connsiteY335" fmla="*/ 492220 h 542808"/>
                  <a:gd name="connsiteX336" fmla="*/ 13497 w 598157"/>
                  <a:gd name="connsiteY336" fmla="*/ 487268 h 542808"/>
                  <a:gd name="connsiteX337" fmla="*/ 18860 w 598157"/>
                  <a:gd name="connsiteY337" fmla="*/ 485480 h 542808"/>
                  <a:gd name="connsiteX338" fmla="*/ 19754 w 598157"/>
                  <a:gd name="connsiteY338" fmla="*/ 471178 h 542808"/>
                  <a:gd name="connsiteX339" fmla="*/ 24223 w 598157"/>
                  <a:gd name="connsiteY339" fmla="*/ 470285 h 542808"/>
                  <a:gd name="connsiteX340" fmla="*/ 25899 w 598157"/>
                  <a:gd name="connsiteY340" fmla="*/ 456999 h 542808"/>
                  <a:gd name="connsiteX341" fmla="*/ 27799 w 598157"/>
                  <a:gd name="connsiteY341" fmla="*/ 453302 h 542808"/>
                  <a:gd name="connsiteX342" fmla="*/ 31374 w 598157"/>
                  <a:gd name="connsiteY342" fmla="*/ 452408 h 542808"/>
                  <a:gd name="connsiteX343" fmla="*/ 33162 w 598157"/>
                  <a:gd name="connsiteY343" fmla="*/ 435425 h 542808"/>
                  <a:gd name="connsiteX344" fmla="*/ 37631 w 598157"/>
                  <a:gd name="connsiteY344" fmla="*/ 434531 h 542808"/>
                  <a:gd name="connsiteX345" fmla="*/ 39028 w 598157"/>
                  <a:gd name="connsiteY345" fmla="*/ 426430 h 542808"/>
                  <a:gd name="connsiteX346" fmla="*/ 39145 w 598157"/>
                  <a:gd name="connsiteY346" fmla="*/ 424376 h 542808"/>
                  <a:gd name="connsiteX347" fmla="*/ 39419 w 598157"/>
                  <a:gd name="connsiteY347" fmla="*/ 419336 h 542808"/>
                  <a:gd name="connsiteX348" fmla="*/ 41597 w 598157"/>
                  <a:gd name="connsiteY348" fmla="*/ 419000 h 542808"/>
                  <a:gd name="connsiteX349" fmla="*/ 43888 w 598157"/>
                  <a:gd name="connsiteY349" fmla="*/ 418442 h 542808"/>
                  <a:gd name="connsiteX350" fmla="*/ 45285 w 598157"/>
                  <a:gd name="connsiteY350" fmla="*/ 408945 h 542808"/>
                  <a:gd name="connsiteX351" fmla="*/ 45401 w 598157"/>
                  <a:gd name="connsiteY351" fmla="*/ 406773 h 542808"/>
                  <a:gd name="connsiteX352" fmla="*/ 45676 w 598157"/>
                  <a:gd name="connsiteY352" fmla="*/ 401459 h 542808"/>
                  <a:gd name="connsiteX353" fmla="*/ 47854 w 598157"/>
                  <a:gd name="connsiteY353" fmla="*/ 401515 h 542808"/>
                  <a:gd name="connsiteX354" fmla="*/ 51039 w 598157"/>
                  <a:gd name="connsiteY354" fmla="*/ 400565 h 542808"/>
                  <a:gd name="connsiteX355" fmla="*/ 51501 w 598157"/>
                  <a:gd name="connsiteY355" fmla="*/ 390885 h 542808"/>
                  <a:gd name="connsiteX356" fmla="*/ 53720 w 598157"/>
                  <a:gd name="connsiteY356" fmla="*/ 383582 h 542808"/>
                  <a:gd name="connsiteX357" fmla="*/ 57296 w 598157"/>
                  <a:gd name="connsiteY357" fmla="*/ 382688 h 542808"/>
                  <a:gd name="connsiteX358" fmla="*/ 58692 w 598157"/>
                  <a:gd name="connsiteY358" fmla="*/ 374588 h 542808"/>
                  <a:gd name="connsiteX359" fmla="*/ 58809 w 598157"/>
                  <a:gd name="connsiteY359" fmla="*/ 372533 h 542808"/>
                  <a:gd name="connsiteX360" fmla="*/ 59083 w 598157"/>
                  <a:gd name="connsiteY360" fmla="*/ 367493 h 542808"/>
                  <a:gd name="connsiteX361" fmla="*/ 61262 w 598157"/>
                  <a:gd name="connsiteY361" fmla="*/ 367158 h 542808"/>
                  <a:gd name="connsiteX362" fmla="*/ 63552 w 598157"/>
                  <a:gd name="connsiteY362" fmla="*/ 366599 h 542808"/>
                  <a:gd name="connsiteX363" fmla="*/ 64949 w 598157"/>
                  <a:gd name="connsiteY363" fmla="*/ 357549 h 542808"/>
                  <a:gd name="connsiteX364" fmla="*/ 65066 w 598157"/>
                  <a:gd name="connsiteY364" fmla="*/ 355506 h 542808"/>
                  <a:gd name="connsiteX365" fmla="*/ 65340 w 598157"/>
                  <a:gd name="connsiteY365" fmla="*/ 350510 h 542808"/>
                  <a:gd name="connsiteX366" fmla="*/ 67519 w 598157"/>
                  <a:gd name="connsiteY366" fmla="*/ 350175 h 542808"/>
                  <a:gd name="connsiteX367" fmla="*/ 69809 w 598157"/>
                  <a:gd name="connsiteY367" fmla="*/ 349616 h 542808"/>
                  <a:gd name="connsiteX368" fmla="*/ 71206 w 598157"/>
                  <a:gd name="connsiteY368" fmla="*/ 340119 h 542808"/>
                  <a:gd name="connsiteX369" fmla="*/ 71323 w 598157"/>
                  <a:gd name="connsiteY369" fmla="*/ 337947 h 542808"/>
                  <a:gd name="connsiteX370" fmla="*/ 71597 w 598157"/>
                  <a:gd name="connsiteY370" fmla="*/ 332633 h 542808"/>
                  <a:gd name="connsiteX371" fmla="*/ 74223 w 598157"/>
                  <a:gd name="connsiteY371" fmla="*/ 331795 h 542808"/>
                  <a:gd name="connsiteX372" fmla="*/ 77854 w 598157"/>
                  <a:gd name="connsiteY372" fmla="*/ 329951 h 542808"/>
                  <a:gd name="connsiteX373" fmla="*/ 77826 w 598157"/>
                  <a:gd name="connsiteY373" fmla="*/ 324777 h 542808"/>
                  <a:gd name="connsiteX374" fmla="*/ 78748 w 598157"/>
                  <a:gd name="connsiteY374" fmla="*/ 316544 h 542808"/>
                  <a:gd name="connsiteX375" fmla="*/ 80926 w 598157"/>
                  <a:gd name="connsiteY375" fmla="*/ 315818 h 542808"/>
                  <a:gd name="connsiteX376" fmla="*/ 83217 w 598157"/>
                  <a:gd name="connsiteY376" fmla="*/ 314756 h 542808"/>
                  <a:gd name="connsiteX377" fmla="*/ 84614 w 598157"/>
                  <a:gd name="connsiteY377" fmla="*/ 305203 h 542808"/>
                  <a:gd name="connsiteX378" fmla="*/ 84731 w 598157"/>
                  <a:gd name="connsiteY378" fmla="*/ 303302 h 542808"/>
                  <a:gd name="connsiteX379" fmla="*/ 85005 w 598157"/>
                  <a:gd name="connsiteY379" fmla="*/ 298667 h 542808"/>
                  <a:gd name="connsiteX380" fmla="*/ 87183 w 598157"/>
                  <a:gd name="connsiteY380" fmla="*/ 298332 h 542808"/>
                  <a:gd name="connsiteX381" fmla="*/ 89474 w 598157"/>
                  <a:gd name="connsiteY381" fmla="*/ 297773 h 542808"/>
                  <a:gd name="connsiteX382" fmla="*/ 90870 w 598157"/>
                  <a:gd name="connsiteY382" fmla="*/ 288276 h 542808"/>
                  <a:gd name="connsiteX383" fmla="*/ 90987 w 598157"/>
                  <a:gd name="connsiteY383" fmla="*/ 286104 h 542808"/>
                  <a:gd name="connsiteX384" fmla="*/ 91261 w 598157"/>
                  <a:gd name="connsiteY384" fmla="*/ 280790 h 542808"/>
                  <a:gd name="connsiteX385" fmla="*/ 96625 w 598157"/>
                  <a:gd name="connsiteY385" fmla="*/ 279002 h 542808"/>
                  <a:gd name="connsiteX386" fmla="*/ 97518 w 598157"/>
                  <a:gd name="connsiteY386" fmla="*/ 265595 h 542808"/>
                  <a:gd name="connsiteX387" fmla="*/ 100144 w 598157"/>
                  <a:gd name="connsiteY387" fmla="*/ 264478 h 542808"/>
                  <a:gd name="connsiteX388" fmla="*/ 103468 w 598157"/>
                  <a:gd name="connsiteY388" fmla="*/ 261433 h 542808"/>
                  <a:gd name="connsiteX389" fmla="*/ 104278 w 598157"/>
                  <a:gd name="connsiteY389" fmla="*/ 252858 h 542808"/>
                  <a:gd name="connsiteX390" fmla="*/ 104505 w 598157"/>
                  <a:gd name="connsiteY390" fmla="*/ 249436 h 542808"/>
                  <a:gd name="connsiteX391" fmla="*/ 104669 w 598157"/>
                  <a:gd name="connsiteY391" fmla="*/ 246824 h 542808"/>
                  <a:gd name="connsiteX392" fmla="*/ 109138 w 598157"/>
                  <a:gd name="connsiteY392" fmla="*/ 245930 h 542808"/>
                  <a:gd name="connsiteX393" fmla="*/ 110535 w 598157"/>
                  <a:gd name="connsiteY393" fmla="*/ 235930 h 542808"/>
                  <a:gd name="connsiteX394" fmla="*/ 110652 w 598157"/>
                  <a:gd name="connsiteY394" fmla="*/ 233900 h 542808"/>
                  <a:gd name="connsiteX395" fmla="*/ 110926 w 598157"/>
                  <a:gd name="connsiteY395" fmla="*/ 228947 h 542808"/>
                  <a:gd name="connsiteX396" fmla="*/ 116289 w 598157"/>
                  <a:gd name="connsiteY396" fmla="*/ 227160 h 542808"/>
                  <a:gd name="connsiteX397" fmla="*/ 117183 w 598157"/>
                  <a:gd name="connsiteY397" fmla="*/ 212858 h 542808"/>
                  <a:gd name="connsiteX398" fmla="*/ 122546 w 598157"/>
                  <a:gd name="connsiteY398" fmla="*/ 212858 h 542808"/>
                  <a:gd name="connsiteX399" fmla="*/ 122710 w 598157"/>
                  <a:gd name="connsiteY399" fmla="*/ 210763 h 542808"/>
                  <a:gd name="connsiteX400" fmla="*/ 124334 w 598157"/>
                  <a:gd name="connsiteY400" fmla="*/ 194981 h 542808"/>
                  <a:gd name="connsiteX401" fmla="*/ 128803 w 598157"/>
                  <a:gd name="connsiteY401" fmla="*/ 194087 h 542808"/>
                  <a:gd name="connsiteX402" fmla="*/ 130199 w 598157"/>
                  <a:gd name="connsiteY402" fmla="*/ 183585 h 542808"/>
                  <a:gd name="connsiteX403" fmla="*/ 130316 w 598157"/>
                  <a:gd name="connsiteY403" fmla="*/ 181696 h 542808"/>
                  <a:gd name="connsiteX404" fmla="*/ 130591 w 598157"/>
                  <a:gd name="connsiteY404" fmla="*/ 177105 h 542808"/>
                  <a:gd name="connsiteX405" fmla="*/ 132769 w 598157"/>
                  <a:gd name="connsiteY405" fmla="*/ 176713 h 542808"/>
                  <a:gd name="connsiteX406" fmla="*/ 135954 w 598157"/>
                  <a:gd name="connsiteY406" fmla="*/ 175317 h 542808"/>
                  <a:gd name="connsiteX407" fmla="*/ 136456 w 598157"/>
                  <a:gd name="connsiteY407" fmla="*/ 168110 h 542808"/>
                  <a:gd name="connsiteX408" fmla="*/ 136573 w 598157"/>
                  <a:gd name="connsiteY408" fmla="*/ 166055 h 542808"/>
                  <a:gd name="connsiteX409" fmla="*/ 136847 w 598157"/>
                  <a:gd name="connsiteY409" fmla="*/ 161015 h 542808"/>
                  <a:gd name="connsiteX410" fmla="*/ 142210 w 598157"/>
                  <a:gd name="connsiteY410" fmla="*/ 161015 h 542808"/>
                  <a:gd name="connsiteX411" fmla="*/ 143104 w 598157"/>
                  <a:gd name="connsiteY411" fmla="*/ 144032 h 542808"/>
                  <a:gd name="connsiteX412" fmla="*/ 148467 w 598157"/>
                  <a:gd name="connsiteY412" fmla="*/ 142245 h 542808"/>
                  <a:gd name="connsiteX413" fmla="*/ 150255 w 598157"/>
                  <a:gd name="connsiteY413" fmla="*/ 125262 h 542808"/>
                  <a:gd name="connsiteX414" fmla="*/ 155618 w 598157"/>
                  <a:gd name="connsiteY414" fmla="*/ 125262 h 542808"/>
                  <a:gd name="connsiteX415" fmla="*/ 156512 w 598157"/>
                  <a:gd name="connsiteY415" fmla="*/ 109173 h 542808"/>
                  <a:gd name="connsiteX416" fmla="*/ 160981 w 598157"/>
                  <a:gd name="connsiteY416" fmla="*/ 108279 h 542808"/>
                  <a:gd name="connsiteX417" fmla="*/ 162378 w 598157"/>
                  <a:gd name="connsiteY417" fmla="*/ 99229 h 542808"/>
                  <a:gd name="connsiteX418" fmla="*/ 162495 w 598157"/>
                  <a:gd name="connsiteY418" fmla="*/ 97186 h 542808"/>
                  <a:gd name="connsiteX419" fmla="*/ 162769 w 598157"/>
                  <a:gd name="connsiteY419" fmla="*/ 92190 h 542808"/>
                  <a:gd name="connsiteX420" fmla="*/ 168132 w 598157"/>
                  <a:gd name="connsiteY420" fmla="*/ 90402 h 542808"/>
                  <a:gd name="connsiteX421" fmla="*/ 169026 w 598157"/>
                  <a:gd name="connsiteY421" fmla="*/ 74313 h 542808"/>
                  <a:gd name="connsiteX422" fmla="*/ 175283 w 598157"/>
                  <a:gd name="connsiteY422" fmla="*/ 73419 h 542808"/>
                  <a:gd name="connsiteX423" fmla="*/ 176176 w 598157"/>
                  <a:gd name="connsiteY423" fmla="*/ 58224 h 542808"/>
                  <a:gd name="connsiteX424" fmla="*/ 180646 w 598157"/>
                  <a:gd name="connsiteY424" fmla="*/ 58224 h 542808"/>
                  <a:gd name="connsiteX425" fmla="*/ 182042 w 598157"/>
                  <a:gd name="connsiteY425" fmla="*/ 46771 h 542808"/>
                  <a:gd name="connsiteX426" fmla="*/ 182159 w 598157"/>
                  <a:gd name="connsiteY426" fmla="*/ 44895 h 542808"/>
                  <a:gd name="connsiteX427" fmla="*/ 182433 w 598157"/>
                  <a:gd name="connsiteY427" fmla="*/ 40347 h 542808"/>
                  <a:gd name="connsiteX428" fmla="*/ 184612 w 598157"/>
                  <a:gd name="connsiteY428" fmla="*/ 40012 h 542808"/>
                  <a:gd name="connsiteX429" fmla="*/ 186903 w 598157"/>
                  <a:gd name="connsiteY429" fmla="*/ 39453 h 542808"/>
                  <a:gd name="connsiteX430" fmla="*/ 188299 w 598157"/>
                  <a:gd name="connsiteY430" fmla="*/ 29956 h 542808"/>
                  <a:gd name="connsiteX431" fmla="*/ 188416 w 598157"/>
                  <a:gd name="connsiteY431" fmla="*/ 27784 h 542808"/>
                  <a:gd name="connsiteX432" fmla="*/ 188690 w 598157"/>
                  <a:gd name="connsiteY432" fmla="*/ 22470 h 542808"/>
                  <a:gd name="connsiteX433" fmla="*/ 194947 w 598157"/>
                  <a:gd name="connsiteY433" fmla="*/ 21576 h 542808"/>
                  <a:gd name="connsiteX434" fmla="*/ 194916 w 598157"/>
                  <a:gd name="connsiteY434" fmla="*/ 18706 h 542808"/>
                  <a:gd name="connsiteX435" fmla="*/ 194891 w 598157"/>
                  <a:gd name="connsiteY435" fmla="*/ 14984 h 542808"/>
                  <a:gd name="connsiteX436" fmla="*/ 194869 w 598157"/>
                  <a:gd name="connsiteY436" fmla="*/ 13092 h 542808"/>
                  <a:gd name="connsiteX437" fmla="*/ 195841 w 598157"/>
                  <a:gd name="connsiteY437" fmla="*/ 6381 h 542808"/>
                  <a:gd name="connsiteX438" fmla="*/ 199416 w 598157"/>
                  <a:gd name="connsiteY438" fmla="*/ 5487 h 542808"/>
                  <a:gd name="connsiteX439" fmla="*/ 200310 w 598157"/>
                  <a:gd name="connsiteY439" fmla="*/ 1018 h 542808"/>
                  <a:gd name="connsiteX440" fmla="*/ 210564 w 598157"/>
                  <a:gd name="connsiteY440" fmla="*/ 10 h 542808"/>
                  <a:gd name="connsiteX441" fmla="*/ 212934 w 598157"/>
                  <a:gd name="connsiteY441" fmla="*/ 6 h 542808"/>
                  <a:gd name="connsiteX442" fmla="*/ 220827 w 598157"/>
                  <a:gd name="connsiteY442" fmla="*/ 8 h 542808"/>
                  <a:gd name="connsiteX443" fmla="*/ 226473 w 598157"/>
                  <a:gd name="connsiteY443" fmla="*/ 3 h 542808"/>
                  <a:gd name="connsiteX444" fmla="*/ 241830 w 598157"/>
                  <a:gd name="connsiteY444" fmla="*/ 4 h 542808"/>
                  <a:gd name="connsiteX445" fmla="*/ 257875 w 598157"/>
                  <a:gd name="connsiteY445" fmla="*/ 3 h 542808"/>
                  <a:gd name="connsiteX446" fmla="*/ 284820 w 598157"/>
                  <a:gd name="connsiteY446" fmla="*/ 7 h 542808"/>
                  <a:gd name="connsiteX447" fmla="*/ 316011 w 598157"/>
                  <a:gd name="connsiteY447" fmla="*/ 6 h 542808"/>
                  <a:gd name="connsiteX448" fmla="*/ 342753 w 598157"/>
                  <a:gd name="connsiteY448" fmla="*/ 3 h 542808"/>
                  <a:gd name="connsiteX449" fmla="*/ 358742 w 598157"/>
                  <a:gd name="connsiteY449" fmla="*/ 2 h 54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598157" h="542808">
                    <a:moveTo>
                      <a:pt x="295151" y="163880"/>
                    </a:moveTo>
                    <a:cubicBezTo>
                      <a:pt x="292308" y="167484"/>
                      <a:pt x="292183" y="170378"/>
                      <a:pt x="292234" y="174779"/>
                    </a:cubicBezTo>
                    <a:cubicBezTo>
                      <a:pt x="292257" y="175575"/>
                      <a:pt x="292280" y="176347"/>
                      <a:pt x="292302" y="177120"/>
                    </a:cubicBezTo>
                    <a:cubicBezTo>
                      <a:pt x="292326" y="178671"/>
                      <a:pt x="292350" y="180223"/>
                      <a:pt x="292375" y="181774"/>
                    </a:cubicBezTo>
                    <a:cubicBezTo>
                      <a:pt x="292407" y="182984"/>
                      <a:pt x="292438" y="184158"/>
                      <a:pt x="292470" y="185332"/>
                    </a:cubicBezTo>
                    <a:cubicBezTo>
                      <a:pt x="290347" y="185220"/>
                      <a:pt x="290347" y="185220"/>
                      <a:pt x="288000" y="185332"/>
                    </a:cubicBezTo>
                    <a:cubicBezTo>
                      <a:pt x="286213" y="187120"/>
                      <a:pt x="286213" y="187120"/>
                      <a:pt x="285928" y="189210"/>
                    </a:cubicBezTo>
                    <a:cubicBezTo>
                      <a:pt x="285899" y="190088"/>
                      <a:pt x="285871" y="190940"/>
                      <a:pt x="285843" y="191792"/>
                    </a:cubicBezTo>
                    <a:cubicBezTo>
                      <a:pt x="285807" y="192741"/>
                      <a:pt x="285772" y="193663"/>
                      <a:pt x="285738" y="194585"/>
                    </a:cubicBezTo>
                    <a:cubicBezTo>
                      <a:pt x="285709" y="195580"/>
                      <a:pt x="285682" y="196545"/>
                      <a:pt x="285654" y="197511"/>
                    </a:cubicBezTo>
                    <a:cubicBezTo>
                      <a:pt x="285556" y="200280"/>
                      <a:pt x="285458" y="203050"/>
                      <a:pt x="285373" y="205819"/>
                    </a:cubicBezTo>
                    <a:cubicBezTo>
                      <a:pt x="285354" y="206451"/>
                      <a:pt x="285337" y="207065"/>
                      <a:pt x="285319" y="207678"/>
                    </a:cubicBezTo>
                    <a:cubicBezTo>
                      <a:pt x="284407" y="207678"/>
                      <a:pt x="283522" y="207678"/>
                      <a:pt x="282637" y="207678"/>
                    </a:cubicBezTo>
                    <a:cubicBezTo>
                      <a:pt x="280834" y="209517"/>
                      <a:pt x="280032" y="210739"/>
                      <a:pt x="279651" y="213301"/>
                    </a:cubicBezTo>
                    <a:cubicBezTo>
                      <a:pt x="279666" y="214053"/>
                      <a:pt x="279680" y="214783"/>
                      <a:pt x="279694" y="215513"/>
                    </a:cubicBezTo>
                    <a:cubicBezTo>
                      <a:pt x="279703" y="216332"/>
                      <a:pt x="279711" y="217127"/>
                      <a:pt x="279720" y="217923"/>
                    </a:cubicBezTo>
                    <a:cubicBezTo>
                      <a:pt x="279743" y="218770"/>
                      <a:pt x="279766" y="219593"/>
                      <a:pt x="279788" y="220415"/>
                    </a:cubicBezTo>
                    <a:cubicBezTo>
                      <a:pt x="279823" y="222793"/>
                      <a:pt x="279857" y="225169"/>
                      <a:pt x="279913" y="227546"/>
                    </a:cubicBezTo>
                    <a:cubicBezTo>
                      <a:pt x="279928" y="228085"/>
                      <a:pt x="279942" y="228608"/>
                      <a:pt x="279956" y="229130"/>
                    </a:cubicBezTo>
                    <a:cubicBezTo>
                      <a:pt x="277889" y="228851"/>
                      <a:pt x="277889" y="228851"/>
                      <a:pt x="275487" y="229130"/>
                    </a:cubicBezTo>
                    <a:cubicBezTo>
                      <a:pt x="272481" y="232332"/>
                      <a:pt x="272519" y="235550"/>
                      <a:pt x="272569" y="239712"/>
                    </a:cubicBezTo>
                    <a:cubicBezTo>
                      <a:pt x="272593" y="240464"/>
                      <a:pt x="272615" y="241194"/>
                      <a:pt x="272637" y="241924"/>
                    </a:cubicBezTo>
                    <a:cubicBezTo>
                      <a:pt x="272661" y="243391"/>
                      <a:pt x="272686" y="244859"/>
                      <a:pt x="272711" y="246326"/>
                    </a:cubicBezTo>
                    <a:cubicBezTo>
                      <a:pt x="272743" y="247470"/>
                      <a:pt x="272774" y="248579"/>
                      <a:pt x="272805" y="249689"/>
                    </a:cubicBezTo>
                    <a:cubicBezTo>
                      <a:pt x="271589" y="249689"/>
                      <a:pt x="270410" y="249689"/>
                      <a:pt x="269230" y="249689"/>
                    </a:cubicBezTo>
                    <a:cubicBezTo>
                      <a:pt x="267240" y="251088"/>
                      <a:pt x="266638" y="251920"/>
                      <a:pt x="266162" y="254316"/>
                    </a:cubicBezTo>
                    <a:cubicBezTo>
                      <a:pt x="266138" y="255073"/>
                      <a:pt x="266114" y="255808"/>
                      <a:pt x="266091" y="256543"/>
                    </a:cubicBezTo>
                    <a:cubicBezTo>
                      <a:pt x="266058" y="257365"/>
                      <a:pt x="266026" y="258163"/>
                      <a:pt x="265995" y="258961"/>
                    </a:cubicBezTo>
                    <a:cubicBezTo>
                      <a:pt x="265974" y="259816"/>
                      <a:pt x="265954" y="260646"/>
                      <a:pt x="265934" y="261476"/>
                    </a:cubicBezTo>
                    <a:cubicBezTo>
                      <a:pt x="265847" y="263867"/>
                      <a:pt x="265760" y="266257"/>
                      <a:pt x="265694" y="268649"/>
                    </a:cubicBezTo>
                    <a:cubicBezTo>
                      <a:pt x="265680" y="269192"/>
                      <a:pt x="265667" y="269720"/>
                      <a:pt x="265654" y="270247"/>
                    </a:cubicBezTo>
                    <a:cubicBezTo>
                      <a:pt x="263397" y="270699"/>
                      <a:pt x="263397" y="270699"/>
                      <a:pt x="261185" y="271141"/>
                    </a:cubicBezTo>
                    <a:cubicBezTo>
                      <a:pt x="260291" y="273823"/>
                      <a:pt x="260291" y="273823"/>
                      <a:pt x="260190" y="275768"/>
                    </a:cubicBezTo>
                    <a:cubicBezTo>
                      <a:pt x="260195" y="276525"/>
                      <a:pt x="260199" y="277260"/>
                      <a:pt x="260204" y="277995"/>
                    </a:cubicBezTo>
                    <a:cubicBezTo>
                      <a:pt x="260207" y="278817"/>
                      <a:pt x="260210" y="279615"/>
                      <a:pt x="260213" y="280413"/>
                    </a:cubicBezTo>
                    <a:cubicBezTo>
                      <a:pt x="260220" y="281268"/>
                      <a:pt x="260228" y="282098"/>
                      <a:pt x="260235" y="282929"/>
                    </a:cubicBezTo>
                    <a:cubicBezTo>
                      <a:pt x="260247" y="285319"/>
                      <a:pt x="260259" y="287710"/>
                      <a:pt x="260277" y="290101"/>
                    </a:cubicBezTo>
                    <a:cubicBezTo>
                      <a:pt x="260282" y="290644"/>
                      <a:pt x="260287" y="291172"/>
                      <a:pt x="260291" y="291699"/>
                    </a:cubicBezTo>
                    <a:cubicBezTo>
                      <a:pt x="258168" y="291532"/>
                      <a:pt x="258168" y="291532"/>
                      <a:pt x="255822" y="291699"/>
                    </a:cubicBezTo>
                    <a:cubicBezTo>
                      <a:pt x="254034" y="294381"/>
                      <a:pt x="254034" y="294381"/>
                      <a:pt x="253749" y="296326"/>
                    </a:cubicBezTo>
                    <a:cubicBezTo>
                      <a:pt x="253720" y="297084"/>
                      <a:pt x="253692" y="297818"/>
                      <a:pt x="253664" y="298553"/>
                    </a:cubicBezTo>
                    <a:cubicBezTo>
                      <a:pt x="253629" y="299375"/>
                      <a:pt x="253594" y="300173"/>
                      <a:pt x="253560" y="300971"/>
                    </a:cubicBezTo>
                    <a:cubicBezTo>
                      <a:pt x="253517" y="302242"/>
                      <a:pt x="253517" y="302242"/>
                      <a:pt x="253476" y="303487"/>
                    </a:cubicBezTo>
                    <a:cubicBezTo>
                      <a:pt x="253377" y="305878"/>
                      <a:pt x="253279" y="308268"/>
                      <a:pt x="253194" y="310659"/>
                    </a:cubicBezTo>
                    <a:cubicBezTo>
                      <a:pt x="253176" y="311203"/>
                      <a:pt x="253158" y="311730"/>
                      <a:pt x="253141" y="312258"/>
                    </a:cubicBezTo>
                    <a:cubicBezTo>
                      <a:pt x="251925" y="312258"/>
                      <a:pt x="250745" y="312258"/>
                      <a:pt x="249565" y="312258"/>
                    </a:cubicBezTo>
                    <a:cubicBezTo>
                      <a:pt x="247778" y="314045"/>
                      <a:pt x="247778" y="314045"/>
                      <a:pt x="247180" y="316605"/>
                    </a:cubicBezTo>
                    <a:cubicBezTo>
                      <a:pt x="247023" y="317653"/>
                      <a:pt x="246869" y="318670"/>
                      <a:pt x="246716" y="319688"/>
                    </a:cubicBezTo>
                    <a:cubicBezTo>
                      <a:pt x="246109" y="323517"/>
                      <a:pt x="246036" y="326371"/>
                      <a:pt x="246884" y="330135"/>
                    </a:cubicBezTo>
                    <a:cubicBezTo>
                      <a:pt x="258731" y="330153"/>
                      <a:pt x="270579" y="330169"/>
                      <a:pt x="282426" y="330178"/>
                    </a:cubicBezTo>
                    <a:cubicBezTo>
                      <a:pt x="289065" y="330183"/>
                      <a:pt x="295703" y="330188"/>
                      <a:pt x="302342" y="330199"/>
                    </a:cubicBezTo>
                    <a:cubicBezTo>
                      <a:pt x="307654" y="330208"/>
                      <a:pt x="312966" y="330215"/>
                      <a:pt x="318278" y="330218"/>
                    </a:cubicBezTo>
                    <a:cubicBezTo>
                      <a:pt x="320521" y="330219"/>
                      <a:pt x="322764" y="330220"/>
                      <a:pt x="325008" y="330222"/>
                    </a:cubicBezTo>
                    <a:cubicBezTo>
                      <a:pt x="328253" y="330229"/>
                      <a:pt x="331498" y="330236"/>
                      <a:pt x="334743" y="330236"/>
                    </a:cubicBezTo>
                    <a:cubicBezTo>
                      <a:pt x="335750" y="330236"/>
                      <a:pt x="336726" y="330236"/>
                      <a:pt x="337703" y="330236"/>
                    </a:cubicBezTo>
                    <a:cubicBezTo>
                      <a:pt x="338664" y="330239"/>
                      <a:pt x="339597" y="330243"/>
                      <a:pt x="340530" y="330246"/>
                    </a:cubicBezTo>
                    <a:cubicBezTo>
                      <a:pt x="341399" y="330244"/>
                      <a:pt x="342242" y="330243"/>
                      <a:pt x="343086" y="330242"/>
                    </a:cubicBezTo>
                    <a:cubicBezTo>
                      <a:pt x="343846" y="330243"/>
                      <a:pt x="344583" y="330244"/>
                      <a:pt x="345320" y="330245"/>
                    </a:cubicBezTo>
                    <a:cubicBezTo>
                      <a:pt x="346994" y="330135"/>
                      <a:pt x="346994" y="330135"/>
                      <a:pt x="347888" y="329241"/>
                    </a:cubicBezTo>
                    <a:cubicBezTo>
                      <a:pt x="345812" y="324537"/>
                      <a:pt x="345812" y="324537"/>
                      <a:pt x="345262" y="319353"/>
                    </a:cubicBezTo>
                    <a:cubicBezTo>
                      <a:pt x="345140" y="318221"/>
                      <a:pt x="345021" y="317123"/>
                      <a:pt x="344902" y="316025"/>
                    </a:cubicBezTo>
                    <a:cubicBezTo>
                      <a:pt x="344313" y="313153"/>
                      <a:pt x="343934" y="312183"/>
                      <a:pt x="341631" y="310470"/>
                    </a:cubicBezTo>
                    <a:cubicBezTo>
                      <a:pt x="340719" y="310774"/>
                      <a:pt x="339834" y="311069"/>
                      <a:pt x="338949" y="311364"/>
                    </a:cubicBezTo>
                    <a:cubicBezTo>
                      <a:pt x="338880" y="309063"/>
                      <a:pt x="338803" y="306762"/>
                      <a:pt x="338719" y="304461"/>
                    </a:cubicBezTo>
                    <a:cubicBezTo>
                      <a:pt x="338683" y="303503"/>
                      <a:pt x="338649" y="302573"/>
                      <a:pt x="338614" y="301643"/>
                    </a:cubicBezTo>
                    <a:cubicBezTo>
                      <a:pt x="338586" y="300692"/>
                      <a:pt x="338558" y="299770"/>
                      <a:pt x="338530" y="298847"/>
                    </a:cubicBezTo>
                    <a:cubicBezTo>
                      <a:pt x="338495" y="297938"/>
                      <a:pt x="338460" y="297057"/>
                      <a:pt x="338426" y="296176"/>
                    </a:cubicBezTo>
                    <a:cubicBezTo>
                      <a:pt x="338341" y="293707"/>
                      <a:pt x="338341" y="293707"/>
                      <a:pt x="338056" y="291699"/>
                    </a:cubicBezTo>
                    <a:cubicBezTo>
                      <a:pt x="336268" y="289912"/>
                      <a:pt x="336268" y="289912"/>
                      <a:pt x="333922" y="289800"/>
                    </a:cubicBezTo>
                    <a:cubicBezTo>
                      <a:pt x="333200" y="289838"/>
                      <a:pt x="332499" y="289875"/>
                      <a:pt x="331799" y="289912"/>
                    </a:cubicBezTo>
                    <a:cubicBezTo>
                      <a:pt x="331835" y="287717"/>
                      <a:pt x="331865" y="285522"/>
                      <a:pt x="331886" y="283327"/>
                    </a:cubicBezTo>
                    <a:cubicBezTo>
                      <a:pt x="331894" y="282412"/>
                      <a:pt x="331902" y="281525"/>
                      <a:pt x="331910" y="280638"/>
                    </a:cubicBezTo>
                    <a:cubicBezTo>
                      <a:pt x="331933" y="279291"/>
                      <a:pt x="331933" y="279291"/>
                      <a:pt x="331956" y="277971"/>
                    </a:cubicBezTo>
                    <a:cubicBezTo>
                      <a:pt x="331962" y="277104"/>
                      <a:pt x="331967" y="276263"/>
                      <a:pt x="331973" y="275422"/>
                    </a:cubicBezTo>
                    <a:cubicBezTo>
                      <a:pt x="332002" y="273067"/>
                      <a:pt x="332002" y="273067"/>
                      <a:pt x="331799" y="271141"/>
                    </a:cubicBezTo>
                    <a:cubicBezTo>
                      <a:pt x="330011" y="269353"/>
                      <a:pt x="330011" y="269353"/>
                      <a:pt x="327665" y="269242"/>
                    </a:cubicBezTo>
                    <a:cubicBezTo>
                      <a:pt x="326943" y="269280"/>
                      <a:pt x="326242" y="269316"/>
                      <a:pt x="325542" y="269353"/>
                    </a:cubicBezTo>
                    <a:cubicBezTo>
                      <a:pt x="325579" y="267279"/>
                      <a:pt x="325608" y="265204"/>
                      <a:pt x="325629" y="263130"/>
                    </a:cubicBezTo>
                    <a:cubicBezTo>
                      <a:pt x="325637" y="262264"/>
                      <a:pt x="325645" y="261423"/>
                      <a:pt x="325653" y="260582"/>
                    </a:cubicBezTo>
                    <a:cubicBezTo>
                      <a:pt x="325676" y="259312"/>
                      <a:pt x="325676" y="259312"/>
                      <a:pt x="325699" y="258067"/>
                    </a:cubicBezTo>
                    <a:cubicBezTo>
                      <a:pt x="325705" y="257245"/>
                      <a:pt x="325711" y="256447"/>
                      <a:pt x="325716" y="255649"/>
                    </a:cubicBezTo>
                    <a:cubicBezTo>
                      <a:pt x="325745" y="253422"/>
                      <a:pt x="325745" y="253422"/>
                      <a:pt x="325542" y="251476"/>
                    </a:cubicBezTo>
                    <a:cubicBezTo>
                      <a:pt x="323754" y="248795"/>
                      <a:pt x="323754" y="248795"/>
                      <a:pt x="321855" y="248180"/>
                    </a:cubicBezTo>
                    <a:cubicBezTo>
                      <a:pt x="321285" y="248085"/>
                      <a:pt x="320732" y="247993"/>
                      <a:pt x="320179" y="247901"/>
                    </a:cubicBezTo>
                    <a:cubicBezTo>
                      <a:pt x="320106" y="246294"/>
                      <a:pt x="320032" y="244686"/>
                      <a:pt x="319948" y="243079"/>
                    </a:cubicBezTo>
                    <a:cubicBezTo>
                      <a:pt x="319913" y="242401"/>
                      <a:pt x="319878" y="241743"/>
                      <a:pt x="319843" y="241086"/>
                    </a:cubicBezTo>
                    <a:cubicBezTo>
                      <a:pt x="319687" y="237486"/>
                      <a:pt x="319390" y="234092"/>
                      <a:pt x="318635" y="230562"/>
                    </a:cubicBezTo>
                    <a:cubicBezTo>
                      <a:pt x="317497" y="228237"/>
                      <a:pt x="317497" y="228237"/>
                      <a:pt x="315151" y="227008"/>
                    </a:cubicBezTo>
                    <a:cubicBezTo>
                      <a:pt x="314429" y="226818"/>
                      <a:pt x="313729" y="226633"/>
                      <a:pt x="313028" y="226449"/>
                    </a:cubicBezTo>
                    <a:cubicBezTo>
                      <a:pt x="312940" y="224360"/>
                      <a:pt x="312849" y="222271"/>
                      <a:pt x="312754" y="220182"/>
                    </a:cubicBezTo>
                    <a:cubicBezTo>
                      <a:pt x="312714" y="219311"/>
                      <a:pt x="312675" y="218467"/>
                      <a:pt x="312637" y="217622"/>
                    </a:cubicBezTo>
                    <a:cubicBezTo>
                      <a:pt x="312601" y="216759"/>
                      <a:pt x="312566" y="215922"/>
                      <a:pt x="312530" y="215084"/>
                    </a:cubicBezTo>
                    <a:cubicBezTo>
                      <a:pt x="312492" y="214259"/>
                      <a:pt x="312454" y="213458"/>
                      <a:pt x="312417" y="212657"/>
                    </a:cubicBezTo>
                    <a:cubicBezTo>
                      <a:pt x="312313" y="210316"/>
                      <a:pt x="312290" y="208884"/>
                      <a:pt x="311240" y="206784"/>
                    </a:cubicBezTo>
                    <a:cubicBezTo>
                      <a:pt x="310462" y="206594"/>
                      <a:pt x="309706" y="206410"/>
                      <a:pt x="308950" y="206226"/>
                    </a:cubicBezTo>
                    <a:cubicBezTo>
                      <a:pt x="308209" y="206112"/>
                      <a:pt x="307490" y="206001"/>
                      <a:pt x="306771" y="205891"/>
                    </a:cubicBezTo>
                    <a:cubicBezTo>
                      <a:pt x="306702" y="203695"/>
                      <a:pt x="306625" y="201500"/>
                      <a:pt x="306541" y="199305"/>
                    </a:cubicBezTo>
                    <a:cubicBezTo>
                      <a:pt x="306505" y="198391"/>
                      <a:pt x="306470" y="197504"/>
                      <a:pt x="306436" y="196617"/>
                    </a:cubicBezTo>
                    <a:cubicBezTo>
                      <a:pt x="306407" y="195710"/>
                      <a:pt x="306380" y="194830"/>
                      <a:pt x="306352" y="193949"/>
                    </a:cubicBezTo>
                    <a:cubicBezTo>
                      <a:pt x="306316" y="193083"/>
                      <a:pt x="306282" y="192242"/>
                      <a:pt x="306247" y="191401"/>
                    </a:cubicBezTo>
                    <a:cubicBezTo>
                      <a:pt x="306162" y="189046"/>
                      <a:pt x="306162" y="189046"/>
                      <a:pt x="305877" y="187120"/>
                    </a:cubicBezTo>
                    <a:cubicBezTo>
                      <a:pt x="304090" y="185332"/>
                      <a:pt x="304090" y="185332"/>
                      <a:pt x="301743" y="185220"/>
                    </a:cubicBezTo>
                    <a:cubicBezTo>
                      <a:pt x="301021" y="185258"/>
                      <a:pt x="300321" y="185295"/>
                      <a:pt x="299620" y="185332"/>
                    </a:cubicBezTo>
                    <a:cubicBezTo>
                      <a:pt x="299639" y="183364"/>
                      <a:pt x="299653" y="181395"/>
                      <a:pt x="299664" y="179426"/>
                    </a:cubicBezTo>
                    <a:cubicBezTo>
                      <a:pt x="299668" y="178604"/>
                      <a:pt x="299672" y="177806"/>
                      <a:pt x="299676" y="177008"/>
                    </a:cubicBezTo>
                    <a:cubicBezTo>
                      <a:pt x="299688" y="175803"/>
                      <a:pt x="299688" y="175803"/>
                      <a:pt x="299699" y="174622"/>
                    </a:cubicBezTo>
                    <a:cubicBezTo>
                      <a:pt x="299702" y="173841"/>
                      <a:pt x="299705" y="173084"/>
                      <a:pt x="299708" y="172326"/>
                    </a:cubicBezTo>
                    <a:cubicBezTo>
                      <a:pt x="299725" y="169716"/>
                      <a:pt x="299568" y="168192"/>
                      <a:pt x="298726" y="165668"/>
                    </a:cubicBezTo>
                    <a:cubicBezTo>
                      <a:pt x="296883" y="164606"/>
                      <a:pt x="296883" y="164606"/>
                      <a:pt x="295151" y="163880"/>
                    </a:cubicBezTo>
                    <a:close/>
                    <a:moveTo>
                      <a:pt x="358742" y="2"/>
                    </a:moveTo>
                    <a:cubicBezTo>
                      <a:pt x="363751" y="-1"/>
                      <a:pt x="368759" y="1"/>
                      <a:pt x="373768" y="6"/>
                    </a:cubicBezTo>
                    <a:cubicBezTo>
                      <a:pt x="375611" y="8"/>
                      <a:pt x="377454" y="7"/>
                      <a:pt x="379296" y="5"/>
                    </a:cubicBezTo>
                    <a:cubicBezTo>
                      <a:pt x="381803" y="3"/>
                      <a:pt x="384309" y="6"/>
                      <a:pt x="386815" y="10"/>
                    </a:cubicBezTo>
                    <a:cubicBezTo>
                      <a:pt x="387552" y="8"/>
                      <a:pt x="388290" y="6"/>
                      <a:pt x="389049" y="4"/>
                    </a:cubicBezTo>
                    <a:cubicBezTo>
                      <a:pt x="394070" y="22"/>
                      <a:pt x="394070" y="22"/>
                      <a:pt x="396062" y="1018"/>
                    </a:cubicBezTo>
                    <a:cubicBezTo>
                      <a:pt x="396627" y="3647"/>
                      <a:pt x="396627" y="3647"/>
                      <a:pt x="397067" y="6884"/>
                    </a:cubicBezTo>
                    <a:cubicBezTo>
                      <a:pt x="397217" y="7954"/>
                      <a:pt x="397367" y="9024"/>
                      <a:pt x="397521" y="10127"/>
                    </a:cubicBezTo>
                    <a:cubicBezTo>
                      <a:pt x="397629" y="10956"/>
                      <a:pt x="397738" y="11784"/>
                      <a:pt x="397849" y="12638"/>
                    </a:cubicBezTo>
                    <a:cubicBezTo>
                      <a:pt x="399619" y="12638"/>
                      <a:pt x="401389" y="12638"/>
                      <a:pt x="403212" y="12638"/>
                    </a:cubicBezTo>
                    <a:cubicBezTo>
                      <a:pt x="403507" y="17357"/>
                      <a:pt x="403802" y="22077"/>
                      <a:pt x="404106" y="26939"/>
                    </a:cubicBezTo>
                    <a:cubicBezTo>
                      <a:pt x="405876" y="27529"/>
                      <a:pt x="407646" y="28119"/>
                      <a:pt x="409469" y="28727"/>
                    </a:cubicBezTo>
                    <a:cubicBezTo>
                      <a:pt x="409513" y="29718"/>
                      <a:pt x="409557" y="30709"/>
                      <a:pt x="409602" y="31730"/>
                    </a:cubicBezTo>
                    <a:cubicBezTo>
                      <a:pt x="409669" y="33038"/>
                      <a:pt x="409736" y="34346"/>
                      <a:pt x="409804" y="35654"/>
                    </a:cubicBezTo>
                    <a:cubicBezTo>
                      <a:pt x="409832" y="36306"/>
                      <a:pt x="409860" y="36958"/>
                      <a:pt x="409888" y="37630"/>
                    </a:cubicBezTo>
                    <a:cubicBezTo>
                      <a:pt x="410072" y="41008"/>
                      <a:pt x="410287" y="43725"/>
                      <a:pt x="412151" y="46604"/>
                    </a:cubicBezTo>
                    <a:cubicBezTo>
                      <a:pt x="413331" y="46604"/>
                      <a:pt x="414510" y="46604"/>
                      <a:pt x="415726" y="46604"/>
                    </a:cubicBezTo>
                    <a:cubicBezTo>
                      <a:pt x="415770" y="47455"/>
                      <a:pt x="415814" y="48307"/>
                      <a:pt x="415859" y="49184"/>
                    </a:cubicBezTo>
                    <a:cubicBezTo>
                      <a:pt x="415959" y="50866"/>
                      <a:pt x="415959" y="50866"/>
                      <a:pt x="416061" y="52581"/>
                    </a:cubicBezTo>
                    <a:cubicBezTo>
                      <a:pt x="416123" y="53691"/>
                      <a:pt x="416186" y="54800"/>
                      <a:pt x="416250" y="55944"/>
                    </a:cubicBezTo>
                    <a:cubicBezTo>
                      <a:pt x="416596" y="58913"/>
                      <a:pt x="416862" y="61031"/>
                      <a:pt x="418408" y="63587"/>
                    </a:cubicBezTo>
                    <a:cubicBezTo>
                      <a:pt x="420685" y="64386"/>
                      <a:pt x="420685" y="64386"/>
                      <a:pt x="422877" y="64480"/>
                    </a:cubicBezTo>
                    <a:cubicBezTo>
                      <a:pt x="422846" y="65789"/>
                      <a:pt x="422846" y="65789"/>
                      <a:pt x="422814" y="67124"/>
                    </a:cubicBezTo>
                    <a:cubicBezTo>
                      <a:pt x="422798" y="68261"/>
                      <a:pt x="422782" y="69398"/>
                      <a:pt x="422765" y="70570"/>
                    </a:cubicBezTo>
                    <a:cubicBezTo>
                      <a:pt x="422734" y="72265"/>
                      <a:pt x="422734" y="72265"/>
                      <a:pt x="422702" y="73995"/>
                    </a:cubicBezTo>
                    <a:cubicBezTo>
                      <a:pt x="422630" y="77114"/>
                      <a:pt x="422630" y="77114"/>
                      <a:pt x="424664" y="79676"/>
                    </a:cubicBezTo>
                    <a:cubicBezTo>
                      <a:pt x="426955" y="80328"/>
                      <a:pt x="426955" y="80328"/>
                      <a:pt x="429134" y="80570"/>
                    </a:cubicBezTo>
                    <a:cubicBezTo>
                      <a:pt x="429167" y="81635"/>
                      <a:pt x="429200" y="82701"/>
                      <a:pt x="429235" y="83799"/>
                    </a:cubicBezTo>
                    <a:cubicBezTo>
                      <a:pt x="429294" y="85199"/>
                      <a:pt x="429353" y="86600"/>
                      <a:pt x="429413" y="88000"/>
                    </a:cubicBezTo>
                    <a:cubicBezTo>
                      <a:pt x="429433" y="88702"/>
                      <a:pt x="429453" y="89404"/>
                      <a:pt x="429474" y="90128"/>
                    </a:cubicBezTo>
                    <a:cubicBezTo>
                      <a:pt x="429522" y="91143"/>
                      <a:pt x="429522" y="91143"/>
                      <a:pt x="429570" y="92179"/>
                    </a:cubicBezTo>
                    <a:cubicBezTo>
                      <a:pt x="429593" y="92802"/>
                      <a:pt x="429617" y="93424"/>
                      <a:pt x="429641" y="94066"/>
                    </a:cubicBezTo>
                    <a:cubicBezTo>
                      <a:pt x="430141" y="96262"/>
                      <a:pt x="430924" y="97100"/>
                      <a:pt x="432709" y="98446"/>
                    </a:cubicBezTo>
                    <a:cubicBezTo>
                      <a:pt x="433594" y="98446"/>
                      <a:pt x="434479" y="98446"/>
                      <a:pt x="435391" y="98446"/>
                    </a:cubicBezTo>
                    <a:cubicBezTo>
                      <a:pt x="435434" y="99373"/>
                      <a:pt x="435478" y="100299"/>
                      <a:pt x="435523" y="101254"/>
                    </a:cubicBezTo>
                    <a:cubicBezTo>
                      <a:pt x="435590" y="102478"/>
                      <a:pt x="435658" y="103702"/>
                      <a:pt x="435726" y="104927"/>
                    </a:cubicBezTo>
                    <a:cubicBezTo>
                      <a:pt x="435767" y="105841"/>
                      <a:pt x="435767" y="105841"/>
                      <a:pt x="435810" y="106774"/>
                    </a:cubicBezTo>
                    <a:cubicBezTo>
                      <a:pt x="436031" y="111404"/>
                      <a:pt x="436031" y="111404"/>
                      <a:pt x="438072" y="115429"/>
                    </a:cubicBezTo>
                    <a:cubicBezTo>
                      <a:pt x="439904" y="116149"/>
                      <a:pt x="439904" y="116149"/>
                      <a:pt x="441647" y="116323"/>
                    </a:cubicBezTo>
                    <a:cubicBezTo>
                      <a:pt x="442111" y="120052"/>
                      <a:pt x="442554" y="123677"/>
                      <a:pt x="442485" y="127440"/>
                    </a:cubicBezTo>
                    <a:cubicBezTo>
                      <a:pt x="442282" y="129882"/>
                      <a:pt x="442282" y="129882"/>
                      <a:pt x="444329" y="131519"/>
                    </a:cubicBezTo>
                    <a:cubicBezTo>
                      <a:pt x="446627" y="132098"/>
                      <a:pt x="446627" y="132098"/>
                      <a:pt x="448798" y="132412"/>
                    </a:cubicBezTo>
                    <a:cubicBezTo>
                      <a:pt x="448852" y="133489"/>
                      <a:pt x="448906" y="134565"/>
                      <a:pt x="448962" y="135674"/>
                    </a:cubicBezTo>
                    <a:cubicBezTo>
                      <a:pt x="449038" y="137082"/>
                      <a:pt x="449113" y="138490"/>
                      <a:pt x="449189" y="139898"/>
                    </a:cubicBezTo>
                    <a:cubicBezTo>
                      <a:pt x="449224" y="140608"/>
                      <a:pt x="449259" y="141318"/>
                      <a:pt x="449296" y="142049"/>
                    </a:cubicBezTo>
                    <a:cubicBezTo>
                      <a:pt x="449414" y="145843"/>
                      <a:pt x="449414" y="145843"/>
                      <a:pt x="450586" y="149395"/>
                    </a:cubicBezTo>
                    <a:cubicBezTo>
                      <a:pt x="452845" y="149981"/>
                      <a:pt x="452845" y="149981"/>
                      <a:pt x="455055" y="150289"/>
                    </a:cubicBezTo>
                    <a:cubicBezTo>
                      <a:pt x="455099" y="151291"/>
                      <a:pt x="455143" y="152292"/>
                      <a:pt x="455188" y="153323"/>
                    </a:cubicBezTo>
                    <a:cubicBezTo>
                      <a:pt x="455255" y="154640"/>
                      <a:pt x="455322" y="155956"/>
                      <a:pt x="455390" y="157272"/>
                    </a:cubicBezTo>
                    <a:cubicBezTo>
                      <a:pt x="455418" y="157932"/>
                      <a:pt x="455446" y="158592"/>
                      <a:pt x="455474" y="159271"/>
                    </a:cubicBezTo>
                    <a:cubicBezTo>
                      <a:pt x="455657" y="162641"/>
                      <a:pt x="455828" y="164409"/>
                      <a:pt x="457737" y="167272"/>
                    </a:cubicBezTo>
                    <a:cubicBezTo>
                      <a:pt x="458916" y="167272"/>
                      <a:pt x="460096" y="167272"/>
                      <a:pt x="461312" y="167272"/>
                    </a:cubicBezTo>
                    <a:cubicBezTo>
                      <a:pt x="461345" y="168274"/>
                      <a:pt x="461379" y="169275"/>
                      <a:pt x="461413" y="170306"/>
                    </a:cubicBezTo>
                    <a:cubicBezTo>
                      <a:pt x="461472" y="171623"/>
                      <a:pt x="461531" y="172939"/>
                      <a:pt x="461591" y="174255"/>
                    </a:cubicBezTo>
                    <a:cubicBezTo>
                      <a:pt x="461611" y="174915"/>
                      <a:pt x="461632" y="175575"/>
                      <a:pt x="461652" y="176254"/>
                    </a:cubicBezTo>
                    <a:cubicBezTo>
                      <a:pt x="461819" y="179989"/>
                      <a:pt x="461819" y="179989"/>
                      <a:pt x="463361" y="183316"/>
                    </a:cubicBezTo>
                    <a:cubicBezTo>
                      <a:pt x="465121" y="184505"/>
                      <a:pt x="465121" y="184505"/>
                      <a:pt x="468463" y="185149"/>
                    </a:cubicBezTo>
                    <a:cubicBezTo>
                      <a:pt x="468758" y="190164"/>
                      <a:pt x="469053" y="195178"/>
                      <a:pt x="469357" y="200344"/>
                    </a:cubicBezTo>
                    <a:cubicBezTo>
                      <a:pt x="472020" y="200969"/>
                      <a:pt x="472020" y="200969"/>
                      <a:pt x="474720" y="201238"/>
                    </a:cubicBezTo>
                    <a:cubicBezTo>
                      <a:pt x="474763" y="202304"/>
                      <a:pt x="474807" y="203370"/>
                      <a:pt x="474852" y="204468"/>
                    </a:cubicBezTo>
                    <a:cubicBezTo>
                      <a:pt x="474919" y="205868"/>
                      <a:pt x="474987" y="207268"/>
                      <a:pt x="475055" y="208668"/>
                    </a:cubicBezTo>
                    <a:cubicBezTo>
                      <a:pt x="475082" y="209371"/>
                      <a:pt x="475110" y="210073"/>
                      <a:pt x="475139" y="210796"/>
                    </a:cubicBezTo>
                    <a:cubicBezTo>
                      <a:pt x="475190" y="211812"/>
                      <a:pt x="475190" y="211812"/>
                      <a:pt x="475243" y="212848"/>
                    </a:cubicBezTo>
                    <a:cubicBezTo>
                      <a:pt x="475271" y="213470"/>
                      <a:pt x="475299" y="214093"/>
                      <a:pt x="475328" y="214734"/>
                    </a:cubicBezTo>
                    <a:cubicBezTo>
                      <a:pt x="475543" y="216724"/>
                      <a:pt x="475543" y="216724"/>
                      <a:pt x="477401" y="219115"/>
                    </a:cubicBezTo>
                    <a:cubicBezTo>
                      <a:pt x="478581" y="219115"/>
                      <a:pt x="479761" y="219115"/>
                      <a:pt x="480976" y="219115"/>
                    </a:cubicBezTo>
                    <a:cubicBezTo>
                      <a:pt x="481031" y="220127"/>
                      <a:pt x="481085" y="221138"/>
                      <a:pt x="481141" y="222181"/>
                    </a:cubicBezTo>
                    <a:cubicBezTo>
                      <a:pt x="481216" y="223505"/>
                      <a:pt x="481292" y="224830"/>
                      <a:pt x="481367" y="226154"/>
                    </a:cubicBezTo>
                    <a:cubicBezTo>
                      <a:pt x="481403" y="226821"/>
                      <a:pt x="481438" y="227488"/>
                      <a:pt x="481474" y="228176"/>
                    </a:cubicBezTo>
                    <a:cubicBezTo>
                      <a:pt x="481616" y="231807"/>
                      <a:pt x="481616" y="231807"/>
                      <a:pt x="482764" y="235204"/>
                    </a:cubicBezTo>
                    <a:cubicBezTo>
                      <a:pt x="484239" y="235499"/>
                      <a:pt x="485714" y="235794"/>
                      <a:pt x="487233" y="236098"/>
                    </a:cubicBezTo>
                    <a:cubicBezTo>
                      <a:pt x="487823" y="241407"/>
                      <a:pt x="488413" y="246717"/>
                      <a:pt x="489021" y="252187"/>
                    </a:cubicBezTo>
                    <a:cubicBezTo>
                      <a:pt x="490791" y="252777"/>
                      <a:pt x="492561" y="253367"/>
                      <a:pt x="494384" y="253975"/>
                    </a:cubicBezTo>
                    <a:cubicBezTo>
                      <a:pt x="494434" y="255477"/>
                      <a:pt x="494434" y="255477"/>
                      <a:pt x="494485" y="257009"/>
                    </a:cubicBezTo>
                    <a:cubicBezTo>
                      <a:pt x="494544" y="258325"/>
                      <a:pt x="494603" y="259642"/>
                      <a:pt x="494663" y="260958"/>
                    </a:cubicBezTo>
                    <a:cubicBezTo>
                      <a:pt x="494694" y="261948"/>
                      <a:pt x="494694" y="261948"/>
                      <a:pt x="494725" y="262957"/>
                    </a:cubicBezTo>
                    <a:cubicBezTo>
                      <a:pt x="494898" y="266729"/>
                      <a:pt x="494898" y="266729"/>
                      <a:pt x="496489" y="270075"/>
                    </a:cubicBezTo>
                    <a:cubicBezTo>
                      <a:pt x="498057" y="271188"/>
                      <a:pt x="498057" y="271188"/>
                      <a:pt x="500641" y="270958"/>
                    </a:cubicBezTo>
                    <a:cubicBezTo>
                      <a:pt x="500936" y="275972"/>
                      <a:pt x="501231" y="280987"/>
                      <a:pt x="501535" y="286153"/>
                    </a:cubicBezTo>
                    <a:cubicBezTo>
                      <a:pt x="503305" y="286743"/>
                      <a:pt x="505074" y="287333"/>
                      <a:pt x="506898" y="287941"/>
                    </a:cubicBezTo>
                    <a:cubicBezTo>
                      <a:pt x="506952" y="288803"/>
                      <a:pt x="507006" y="289665"/>
                      <a:pt x="507062" y="290553"/>
                    </a:cubicBezTo>
                    <a:cubicBezTo>
                      <a:pt x="507137" y="291682"/>
                      <a:pt x="507212" y="292811"/>
                      <a:pt x="507289" y="293974"/>
                    </a:cubicBezTo>
                    <a:cubicBezTo>
                      <a:pt x="507362" y="295094"/>
                      <a:pt x="507434" y="296214"/>
                      <a:pt x="507509" y="297368"/>
                    </a:cubicBezTo>
                    <a:cubicBezTo>
                      <a:pt x="507725" y="299725"/>
                      <a:pt x="508009" y="301778"/>
                      <a:pt x="508686" y="304030"/>
                    </a:cubicBezTo>
                    <a:cubicBezTo>
                      <a:pt x="510160" y="304325"/>
                      <a:pt x="511635" y="304620"/>
                      <a:pt x="513155" y="304924"/>
                    </a:cubicBezTo>
                    <a:cubicBezTo>
                      <a:pt x="513986" y="310269"/>
                      <a:pt x="514484" y="315624"/>
                      <a:pt x="514942" y="321013"/>
                    </a:cubicBezTo>
                    <a:cubicBezTo>
                      <a:pt x="516712" y="321603"/>
                      <a:pt x="518482" y="322193"/>
                      <a:pt x="520305" y="322801"/>
                    </a:cubicBezTo>
                    <a:cubicBezTo>
                      <a:pt x="520274" y="323981"/>
                      <a:pt x="520274" y="323981"/>
                      <a:pt x="520243" y="325185"/>
                    </a:cubicBezTo>
                    <a:cubicBezTo>
                      <a:pt x="520227" y="326224"/>
                      <a:pt x="520210" y="327262"/>
                      <a:pt x="520194" y="328331"/>
                    </a:cubicBezTo>
                    <a:cubicBezTo>
                      <a:pt x="520163" y="329871"/>
                      <a:pt x="520163" y="329871"/>
                      <a:pt x="520131" y="331442"/>
                    </a:cubicBezTo>
                    <a:cubicBezTo>
                      <a:pt x="520301" y="334347"/>
                      <a:pt x="520848" y="336286"/>
                      <a:pt x="522093" y="338890"/>
                    </a:cubicBezTo>
                    <a:cubicBezTo>
                      <a:pt x="523568" y="338890"/>
                      <a:pt x="525043" y="338890"/>
                      <a:pt x="526562" y="338890"/>
                    </a:cubicBezTo>
                    <a:cubicBezTo>
                      <a:pt x="526617" y="339891"/>
                      <a:pt x="526671" y="340892"/>
                      <a:pt x="526726" y="341924"/>
                    </a:cubicBezTo>
                    <a:cubicBezTo>
                      <a:pt x="526802" y="343240"/>
                      <a:pt x="526878" y="344557"/>
                      <a:pt x="526953" y="345873"/>
                    </a:cubicBezTo>
                    <a:cubicBezTo>
                      <a:pt x="526989" y="346533"/>
                      <a:pt x="527024" y="347192"/>
                      <a:pt x="527060" y="347872"/>
                    </a:cubicBezTo>
                    <a:cubicBezTo>
                      <a:pt x="527227" y="350716"/>
                      <a:pt x="527445" y="353157"/>
                      <a:pt x="528350" y="355873"/>
                    </a:cubicBezTo>
                    <a:cubicBezTo>
                      <a:pt x="529825" y="356168"/>
                      <a:pt x="531300" y="356463"/>
                      <a:pt x="532819" y="356767"/>
                    </a:cubicBezTo>
                    <a:cubicBezTo>
                      <a:pt x="532863" y="357618"/>
                      <a:pt x="532907" y="358470"/>
                      <a:pt x="532952" y="359347"/>
                    </a:cubicBezTo>
                    <a:cubicBezTo>
                      <a:pt x="533019" y="360468"/>
                      <a:pt x="533086" y="361589"/>
                      <a:pt x="533154" y="362744"/>
                    </a:cubicBezTo>
                    <a:cubicBezTo>
                      <a:pt x="533217" y="363854"/>
                      <a:pt x="533279" y="364963"/>
                      <a:pt x="533343" y="366107"/>
                    </a:cubicBezTo>
                    <a:cubicBezTo>
                      <a:pt x="533683" y="369026"/>
                      <a:pt x="534146" y="371156"/>
                      <a:pt x="535501" y="373750"/>
                    </a:cubicBezTo>
                    <a:cubicBezTo>
                      <a:pt x="537302" y="374405"/>
                      <a:pt x="537302" y="374405"/>
                      <a:pt x="539076" y="374644"/>
                    </a:cubicBezTo>
                    <a:cubicBezTo>
                      <a:pt x="540618" y="377727"/>
                      <a:pt x="539980" y="381219"/>
                      <a:pt x="539914" y="384612"/>
                    </a:cubicBezTo>
                    <a:cubicBezTo>
                      <a:pt x="539846" y="387226"/>
                      <a:pt x="539846" y="387226"/>
                      <a:pt x="540864" y="389839"/>
                    </a:cubicBezTo>
                    <a:cubicBezTo>
                      <a:pt x="542634" y="390134"/>
                      <a:pt x="544403" y="390429"/>
                      <a:pt x="546227" y="390733"/>
                    </a:cubicBezTo>
                    <a:cubicBezTo>
                      <a:pt x="546281" y="391809"/>
                      <a:pt x="546335" y="392885"/>
                      <a:pt x="546391" y="393994"/>
                    </a:cubicBezTo>
                    <a:cubicBezTo>
                      <a:pt x="546466" y="395402"/>
                      <a:pt x="546542" y="396810"/>
                      <a:pt x="546618" y="398219"/>
                    </a:cubicBezTo>
                    <a:cubicBezTo>
                      <a:pt x="546653" y="398928"/>
                      <a:pt x="546688" y="399638"/>
                      <a:pt x="546724" y="400369"/>
                    </a:cubicBezTo>
                    <a:cubicBezTo>
                      <a:pt x="546843" y="404164"/>
                      <a:pt x="546843" y="404164"/>
                      <a:pt x="548015" y="407716"/>
                    </a:cubicBezTo>
                    <a:cubicBezTo>
                      <a:pt x="550274" y="408302"/>
                      <a:pt x="550274" y="408302"/>
                      <a:pt x="552484" y="408609"/>
                    </a:cubicBezTo>
                    <a:cubicBezTo>
                      <a:pt x="552528" y="409536"/>
                      <a:pt x="552571" y="410462"/>
                      <a:pt x="552616" y="411417"/>
                    </a:cubicBezTo>
                    <a:cubicBezTo>
                      <a:pt x="552684" y="412641"/>
                      <a:pt x="552751" y="413865"/>
                      <a:pt x="552819" y="415090"/>
                    </a:cubicBezTo>
                    <a:cubicBezTo>
                      <a:pt x="552847" y="415699"/>
                      <a:pt x="552874" y="416309"/>
                      <a:pt x="552903" y="416937"/>
                    </a:cubicBezTo>
                    <a:cubicBezTo>
                      <a:pt x="553094" y="420218"/>
                      <a:pt x="553387" y="422788"/>
                      <a:pt x="555165" y="425592"/>
                    </a:cubicBezTo>
                    <a:cubicBezTo>
                      <a:pt x="556345" y="425592"/>
                      <a:pt x="557525" y="425592"/>
                      <a:pt x="558741" y="425592"/>
                    </a:cubicBezTo>
                    <a:cubicBezTo>
                      <a:pt x="558791" y="427094"/>
                      <a:pt x="558791" y="427094"/>
                      <a:pt x="558842" y="428627"/>
                    </a:cubicBezTo>
                    <a:cubicBezTo>
                      <a:pt x="558901" y="429943"/>
                      <a:pt x="558960" y="431259"/>
                      <a:pt x="559020" y="432576"/>
                    </a:cubicBezTo>
                    <a:cubicBezTo>
                      <a:pt x="559050" y="433565"/>
                      <a:pt x="559050" y="433565"/>
                      <a:pt x="559081" y="434575"/>
                    </a:cubicBezTo>
                    <a:cubicBezTo>
                      <a:pt x="559248" y="438309"/>
                      <a:pt x="559248" y="438309"/>
                      <a:pt x="560790" y="441636"/>
                    </a:cubicBezTo>
                    <a:cubicBezTo>
                      <a:pt x="562481" y="442677"/>
                      <a:pt x="563941" y="443133"/>
                      <a:pt x="565891" y="443469"/>
                    </a:cubicBezTo>
                    <a:cubicBezTo>
                      <a:pt x="565946" y="444481"/>
                      <a:pt x="566000" y="445493"/>
                      <a:pt x="566056" y="446535"/>
                    </a:cubicBezTo>
                    <a:cubicBezTo>
                      <a:pt x="566131" y="447859"/>
                      <a:pt x="566207" y="449184"/>
                      <a:pt x="566282" y="450508"/>
                    </a:cubicBezTo>
                    <a:cubicBezTo>
                      <a:pt x="566335" y="451509"/>
                      <a:pt x="566335" y="451509"/>
                      <a:pt x="566389" y="452530"/>
                    </a:cubicBezTo>
                    <a:cubicBezTo>
                      <a:pt x="566531" y="456162"/>
                      <a:pt x="566531" y="456162"/>
                      <a:pt x="567679" y="459558"/>
                    </a:cubicBezTo>
                    <a:cubicBezTo>
                      <a:pt x="569154" y="459558"/>
                      <a:pt x="570629" y="459558"/>
                      <a:pt x="572148" y="459558"/>
                    </a:cubicBezTo>
                    <a:cubicBezTo>
                      <a:pt x="572192" y="460549"/>
                      <a:pt x="572236" y="461540"/>
                      <a:pt x="572281" y="462561"/>
                    </a:cubicBezTo>
                    <a:cubicBezTo>
                      <a:pt x="572348" y="463869"/>
                      <a:pt x="572416" y="465178"/>
                      <a:pt x="572483" y="466486"/>
                    </a:cubicBezTo>
                    <a:cubicBezTo>
                      <a:pt x="572511" y="467138"/>
                      <a:pt x="572539" y="467790"/>
                      <a:pt x="572567" y="468462"/>
                    </a:cubicBezTo>
                    <a:cubicBezTo>
                      <a:pt x="572752" y="471839"/>
                      <a:pt x="572966" y="474557"/>
                      <a:pt x="574830" y="477435"/>
                    </a:cubicBezTo>
                    <a:cubicBezTo>
                      <a:pt x="576010" y="477435"/>
                      <a:pt x="577190" y="477435"/>
                      <a:pt x="578405" y="477435"/>
                    </a:cubicBezTo>
                    <a:cubicBezTo>
                      <a:pt x="578459" y="478447"/>
                      <a:pt x="578514" y="479459"/>
                      <a:pt x="578569" y="480501"/>
                    </a:cubicBezTo>
                    <a:cubicBezTo>
                      <a:pt x="578645" y="481825"/>
                      <a:pt x="578720" y="483150"/>
                      <a:pt x="578796" y="484474"/>
                    </a:cubicBezTo>
                    <a:cubicBezTo>
                      <a:pt x="578831" y="485141"/>
                      <a:pt x="578867" y="485809"/>
                      <a:pt x="578903" y="486496"/>
                    </a:cubicBezTo>
                    <a:cubicBezTo>
                      <a:pt x="579045" y="490128"/>
                      <a:pt x="579045" y="490128"/>
                      <a:pt x="580193" y="493524"/>
                    </a:cubicBezTo>
                    <a:cubicBezTo>
                      <a:pt x="581668" y="493819"/>
                      <a:pt x="583143" y="494114"/>
                      <a:pt x="584662" y="494418"/>
                    </a:cubicBezTo>
                    <a:cubicBezTo>
                      <a:pt x="585252" y="499728"/>
                      <a:pt x="585842" y="505037"/>
                      <a:pt x="586450" y="510507"/>
                    </a:cubicBezTo>
                    <a:cubicBezTo>
                      <a:pt x="588220" y="510802"/>
                      <a:pt x="589989" y="511097"/>
                      <a:pt x="591813" y="511401"/>
                    </a:cubicBezTo>
                    <a:cubicBezTo>
                      <a:pt x="591846" y="512467"/>
                      <a:pt x="591880" y="513533"/>
                      <a:pt x="591914" y="514631"/>
                    </a:cubicBezTo>
                    <a:cubicBezTo>
                      <a:pt x="591973" y="516031"/>
                      <a:pt x="592032" y="517431"/>
                      <a:pt x="592092" y="518831"/>
                    </a:cubicBezTo>
                    <a:cubicBezTo>
                      <a:pt x="592112" y="519534"/>
                      <a:pt x="592132" y="520236"/>
                      <a:pt x="592153" y="520959"/>
                    </a:cubicBezTo>
                    <a:cubicBezTo>
                      <a:pt x="592185" y="521636"/>
                      <a:pt x="592217" y="522313"/>
                      <a:pt x="592249" y="523011"/>
                    </a:cubicBezTo>
                    <a:cubicBezTo>
                      <a:pt x="592284" y="523945"/>
                      <a:pt x="592284" y="523945"/>
                      <a:pt x="592320" y="524897"/>
                    </a:cubicBezTo>
                    <a:cubicBezTo>
                      <a:pt x="592820" y="527094"/>
                      <a:pt x="593604" y="527931"/>
                      <a:pt x="595388" y="529278"/>
                    </a:cubicBezTo>
                    <a:cubicBezTo>
                      <a:pt x="596273" y="529278"/>
                      <a:pt x="597158" y="529278"/>
                      <a:pt x="598070" y="529278"/>
                    </a:cubicBezTo>
                    <a:cubicBezTo>
                      <a:pt x="598094" y="531345"/>
                      <a:pt x="598111" y="533412"/>
                      <a:pt x="598126" y="535479"/>
                    </a:cubicBezTo>
                    <a:cubicBezTo>
                      <a:pt x="598141" y="537206"/>
                      <a:pt x="598141" y="537206"/>
                      <a:pt x="598157" y="538967"/>
                    </a:cubicBezTo>
                    <a:cubicBezTo>
                      <a:pt x="598070" y="541792"/>
                      <a:pt x="598070" y="541792"/>
                      <a:pt x="597176" y="542686"/>
                    </a:cubicBezTo>
                    <a:cubicBezTo>
                      <a:pt x="594771" y="542775"/>
                      <a:pt x="592388" y="542806"/>
                      <a:pt x="589982" y="542799"/>
                    </a:cubicBezTo>
                    <a:cubicBezTo>
                      <a:pt x="589219" y="542801"/>
                      <a:pt x="588456" y="542802"/>
                      <a:pt x="587670" y="542803"/>
                    </a:cubicBezTo>
                    <a:cubicBezTo>
                      <a:pt x="585093" y="542807"/>
                      <a:pt x="582517" y="542804"/>
                      <a:pt x="579940" y="542801"/>
                    </a:cubicBezTo>
                    <a:cubicBezTo>
                      <a:pt x="578101" y="542803"/>
                      <a:pt x="576261" y="542804"/>
                      <a:pt x="574422" y="542806"/>
                    </a:cubicBezTo>
                    <a:cubicBezTo>
                      <a:pt x="569412" y="542810"/>
                      <a:pt x="564402" y="542809"/>
                      <a:pt x="559392" y="542806"/>
                    </a:cubicBezTo>
                    <a:cubicBezTo>
                      <a:pt x="554161" y="542804"/>
                      <a:pt x="548930" y="542806"/>
                      <a:pt x="543700" y="542807"/>
                    </a:cubicBezTo>
                    <a:cubicBezTo>
                      <a:pt x="534914" y="542809"/>
                      <a:pt x="526128" y="542806"/>
                      <a:pt x="517342" y="542802"/>
                    </a:cubicBezTo>
                    <a:cubicBezTo>
                      <a:pt x="507169" y="542797"/>
                      <a:pt x="496995" y="542799"/>
                      <a:pt x="486822" y="542804"/>
                    </a:cubicBezTo>
                    <a:cubicBezTo>
                      <a:pt x="478104" y="542808"/>
                      <a:pt x="469387" y="542809"/>
                      <a:pt x="460670" y="542806"/>
                    </a:cubicBezTo>
                    <a:cubicBezTo>
                      <a:pt x="455455" y="542805"/>
                      <a:pt x="450241" y="542805"/>
                      <a:pt x="445027" y="542808"/>
                    </a:cubicBezTo>
                    <a:cubicBezTo>
                      <a:pt x="440126" y="542810"/>
                      <a:pt x="435226" y="542808"/>
                      <a:pt x="430325" y="542803"/>
                    </a:cubicBezTo>
                    <a:cubicBezTo>
                      <a:pt x="428521" y="542802"/>
                      <a:pt x="426716" y="542802"/>
                      <a:pt x="424912" y="542804"/>
                    </a:cubicBezTo>
                    <a:cubicBezTo>
                      <a:pt x="422460" y="542807"/>
                      <a:pt x="420008" y="542804"/>
                      <a:pt x="417557" y="542799"/>
                    </a:cubicBezTo>
                    <a:cubicBezTo>
                      <a:pt x="416833" y="542801"/>
                      <a:pt x="416109" y="542803"/>
                      <a:pt x="415364" y="542805"/>
                    </a:cubicBezTo>
                    <a:cubicBezTo>
                      <a:pt x="410465" y="542788"/>
                      <a:pt x="410465" y="542788"/>
                      <a:pt x="409469" y="541792"/>
                    </a:cubicBezTo>
                    <a:cubicBezTo>
                      <a:pt x="409404" y="539072"/>
                      <a:pt x="409473" y="536363"/>
                      <a:pt x="409525" y="533643"/>
                    </a:cubicBezTo>
                    <a:cubicBezTo>
                      <a:pt x="409595" y="531002"/>
                      <a:pt x="409595" y="531002"/>
                      <a:pt x="408575" y="528384"/>
                    </a:cubicBezTo>
                    <a:cubicBezTo>
                      <a:pt x="406805" y="528089"/>
                      <a:pt x="405036" y="527794"/>
                      <a:pt x="403212" y="527490"/>
                    </a:cubicBezTo>
                    <a:cubicBezTo>
                      <a:pt x="403195" y="526909"/>
                      <a:pt x="403177" y="526327"/>
                      <a:pt x="403159" y="525728"/>
                    </a:cubicBezTo>
                    <a:cubicBezTo>
                      <a:pt x="403073" y="523093"/>
                      <a:pt x="402975" y="520460"/>
                      <a:pt x="402877" y="517826"/>
                    </a:cubicBezTo>
                    <a:cubicBezTo>
                      <a:pt x="402836" y="516453"/>
                      <a:pt x="402836" y="516453"/>
                      <a:pt x="402793" y="515052"/>
                    </a:cubicBezTo>
                    <a:cubicBezTo>
                      <a:pt x="402759" y="514173"/>
                      <a:pt x="402724" y="513295"/>
                      <a:pt x="402688" y="512389"/>
                    </a:cubicBezTo>
                    <a:cubicBezTo>
                      <a:pt x="402646" y="511175"/>
                      <a:pt x="402646" y="511175"/>
                      <a:pt x="402603" y="509935"/>
                    </a:cubicBezTo>
                    <a:cubicBezTo>
                      <a:pt x="402443" y="507589"/>
                      <a:pt x="402443" y="507589"/>
                      <a:pt x="400531" y="505144"/>
                    </a:cubicBezTo>
                    <a:cubicBezTo>
                      <a:pt x="399351" y="505144"/>
                      <a:pt x="398171" y="505144"/>
                      <a:pt x="396955" y="505144"/>
                    </a:cubicBezTo>
                    <a:cubicBezTo>
                      <a:pt x="396912" y="503970"/>
                      <a:pt x="396868" y="502796"/>
                      <a:pt x="396823" y="501586"/>
                    </a:cubicBezTo>
                    <a:cubicBezTo>
                      <a:pt x="396756" y="500035"/>
                      <a:pt x="396688" y="498484"/>
                      <a:pt x="396620" y="496932"/>
                    </a:cubicBezTo>
                    <a:cubicBezTo>
                      <a:pt x="396592" y="496160"/>
                      <a:pt x="396565" y="495387"/>
                      <a:pt x="396536" y="494591"/>
                    </a:cubicBezTo>
                    <a:cubicBezTo>
                      <a:pt x="396353" y="490611"/>
                      <a:pt x="396118" y="487312"/>
                      <a:pt x="394274" y="483692"/>
                    </a:cubicBezTo>
                    <a:cubicBezTo>
                      <a:pt x="393094" y="483692"/>
                      <a:pt x="391914" y="483692"/>
                      <a:pt x="390698" y="483692"/>
                    </a:cubicBezTo>
                    <a:cubicBezTo>
                      <a:pt x="390644" y="482903"/>
                      <a:pt x="390590" y="482114"/>
                      <a:pt x="390534" y="481300"/>
                    </a:cubicBezTo>
                    <a:cubicBezTo>
                      <a:pt x="390069" y="474641"/>
                      <a:pt x="389548" y="467992"/>
                      <a:pt x="388911" y="461346"/>
                    </a:cubicBezTo>
                    <a:cubicBezTo>
                      <a:pt x="387141" y="461346"/>
                      <a:pt x="385371" y="461346"/>
                      <a:pt x="383548" y="461346"/>
                    </a:cubicBezTo>
                    <a:cubicBezTo>
                      <a:pt x="383843" y="458691"/>
                      <a:pt x="384138" y="456037"/>
                      <a:pt x="384442" y="453302"/>
                    </a:cubicBezTo>
                    <a:cubicBezTo>
                      <a:pt x="326038" y="453302"/>
                      <a:pt x="267634" y="453302"/>
                      <a:pt x="207461" y="453302"/>
                    </a:cubicBezTo>
                    <a:cubicBezTo>
                      <a:pt x="207756" y="455956"/>
                      <a:pt x="208051" y="458611"/>
                      <a:pt x="208355" y="461346"/>
                    </a:cubicBezTo>
                    <a:cubicBezTo>
                      <a:pt x="206585" y="461936"/>
                      <a:pt x="204815" y="462526"/>
                      <a:pt x="202992" y="463134"/>
                    </a:cubicBezTo>
                    <a:cubicBezTo>
                      <a:pt x="202285" y="467902"/>
                      <a:pt x="202033" y="472438"/>
                      <a:pt x="202154" y="477257"/>
                    </a:cubicBezTo>
                    <a:cubicBezTo>
                      <a:pt x="202098" y="479223"/>
                      <a:pt x="202098" y="479223"/>
                      <a:pt x="201204" y="481904"/>
                    </a:cubicBezTo>
                    <a:cubicBezTo>
                      <a:pt x="200126" y="482070"/>
                      <a:pt x="200126" y="482070"/>
                      <a:pt x="199025" y="482240"/>
                    </a:cubicBezTo>
                    <a:cubicBezTo>
                      <a:pt x="198269" y="482424"/>
                      <a:pt x="197514" y="482608"/>
                      <a:pt x="196735" y="482798"/>
                    </a:cubicBezTo>
                    <a:cubicBezTo>
                      <a:pt x="195610" y="485048"/>
                      <a:pt x="195655" y="486743"/>
                      <a:pt x="195558" y="489258"/>
                    </a:cubicBezTo>
                    <a:cubicBezTo>
                      <a:pt x="195521" y="490179"/>
                      <a:pt x="195483" y="491101"/>
                      <a:pt x="195445" y="492051"/>
                    </a:cubicBezTo>
                    <a:cubicBezTo>
                      <a:pt x="195410" y="493017"/>
                      <a:pt x="195374" y="493982"/>
                      <a:pt x="195338" y="494977"/>
                    </a:cubicBezTo>
                    <a:cubicBezTo>
                      <a:pt x="195300" y="495949"/>
                      <a:pt x="195261" y="496922"/>
                      <a:pt x="195221" y="497924"/>
                    </a:cubicBezTo>
                    <a:cubicBezTo>
                      <a:pt x="195126" y="500331"/>
                      <a:pt x="195035" y="502737"/>
                      <a:pt x="194947" y="505144"/>
                    </a:cubicBezTo>
                    <a:cubicBezTo>
                      <a:pt x="193472" y="505439"/>
                      <a:pt x="191997" y="505734"/>
                      <a:pt x="190478" y="506038"/>
                    </a:cubicBezTo>
                    <a:cubicBezTo>
                      <a:pt x="189647" y="508532"/>
                      <a:pt x="189417" y="510298"/>
                      <a:pt x="189301" y="512892"/>
                    </a:cubicBezTo>
                    <a:cubicBezTo>
                      <a:pt x="189264" y="513690"/>
                      <a:pt x="189226" y="514488"/>
                      <a:pt x="189188" y="515310"/>
                    </a:cubicBezTo>
                    <a:cubicBezTo>
                      <a:pt x="189153" y="516140"/>
                      <a:pt x="189117" y="516970"/>
                      <a:pt x="189081" y="517826"/>
                    </a:cubicBezTo>
                    <a:cubicBezTo>
                      <a:pt x="189043" y="518666"/>
                      <a:pt x="189004" y="519507"/>
                      <a:pt x="188964" y="520373"/>
                    </a:cubicBezTo>
                    <a:cubicBezTo>
                      <a:pt x="188870" y="522447"/>
                      <a:pt x="188778" y="524522"/>
                      <a:pt x="188690" y="526597"/>
                    </a:cubicBezTo>
                    <a:cubicBezTo>
                      <a:pt x="187215" y="526597"/>
                      <a:pt x="185741" y="526597"/>
                      <a:pt x="184221" y="526597"/>
                    </a:cubicBezTo>
                    <a:cubicBezTo>
                      <a:pt x="182643" y="529752"/>
                      <a:pt x="182960" y="533543"/>
                      <a:pt x="182786" y="537035"/>
                    </a:cubicBezTo>
                    <a:cubicBezTo>
                      <a:pt x="182523" y="541702"/>
                      <a:pt x="182523" y="541702"/>
                      <a:pt x="181539" y="542686"/>
                    </a:cubicBezTo>
                    <a:cubicBezTo>
                      <a:pt x="179213" y="542775"/>
                      <a:pt x="176910" y="542806"/>
                      <a:pt x="174583" y="542799"/>
                    </a:cubicBezTo>
                    <a:cubicBezTo>
                      <a:pt x="173846" y="542801"/>
                      <a:pt x="173109" y="542802"/>
                      <a:pt x="172349" y="542803"/>
                    </a:cubicBezTo>
                    <a:cubicBezTo>
                      <a:pt x="169858" y="542807"/>
                      <a:pt x="167368" y="542804"/>
                      <a:pt x="164878" y="542801"/>
                    </a:cubicBezTo>
                    <a:cubicBezTo>
                      <a:pt x="163100" y="542803"/>
                      <a:pt x="161323" y="542804"/>
                      <a:pt x="159545" y="542806"/>
                    </a:cubicBezTo>
                    <a:cubicBezTo>
                      <a:pt x="154703" y="542810"/>
                      <a:pt x="149861" y="542809"/>
                      <a:pt x="145019" y="542806"/>
                    </a:cubicBezTo>
                    <a:cubicBezTo>
                      <a:pt x="139964" y="542804"/>
                      <a:pt x="134908" y="542806"/>
                      <a:pt x="129853" y="542807"/>
                    </a:cubicBezTo>
                    <a:cubicBezTo>
                      <a:pt x="121362" y="542809"/>
                      <a:pt x="112871" y="542806"/>
                      <a:pt x="104379" y="542802"/>
                    </a:cubicBezTo>
                    <a:cubicBezTo>
                      <a:pt x="94547" y="542797"/>
                      <a:pt x="84715" y="542799"/>
                      <a:pt x="74882" y="542804"/>
                    </a:cubicBezTo>
                    <a:cubicBezTo>
                      <a:pt x="66457" y="542808"/>
                      <a:pt x="58032" y="542809"/>
                      <a:pt x="49607" y="542806"/>
                    </a:cubicBezTo>
                    <a:cubicBezTo>
                      <a:pt x="44567" y="542805"/>
                      <a:pt x="39528" y="542805"/>
                      <a:pt x="34489" y="542808"/>
                    </a:cubicBezTo>
                    <a:cubicBezTo>
                      <a:pt x="29752" y="542810"/>
                      <a:pt x="25016" y="542808"/>
                      <a:pt x="20280" y="542803"/>
                    </a:cubicBezTo>
                    <a:cubicBezTo>
                      <a:pt x="18536" y="542802"/>
                      <a:pt x="16792" y="542802"/>
                      <a:pt x="15049" y="542804"/>
                    </a:cubicBezTo>
                    <a:cubicBezTo>
                      <a:pt x="12679" y="542807"/>
                      <a:pt x="10309" y="542804"/>
                      <a:pt x="7940" y="542799"/>
                    </a:cubicBezTo>
                    <a:cubicBezTo>
                      <a:pt x="7240" y="542801"/>
                      <a:pt x="6541" y="542803"/>
                      <a:pt x="5820" y="542805"/>
                    </a:cubicBezTo>
                    <a:cubicBezTo>
                      <a:pt x="1086" y="542788"/>
                      <a:pt x="1086" y="542788"/>
                      <a:pt x="90" y="541792"/>
                    </a:cubicBezTo>
                    <a:cubicBezTo>
                      <a:pt x="12" y="540396"/>
                      <a:pt x="-6" y="538997"/>
                      <a:pt x="2" y="537598"/>
                    </a:cubicBezTo>
                    <a:cubicBezTo>
                      <a:pt x="5" y="536755"/>
                      <a:pt x="8" y="535911"/>
                      <a:pt x="11" y="535041"/>
                    </a:cubicBezTo>
                    <a:cubicBezTo>
                      <a:pt x="19" y="534153"/>
                      <a:pt x="26" y="533265"/>
                      <a:pt x="34" y="532351"/>
                    </a:cubicBezTo>
                    <a:cubicBezTo>
                      <a:pt x="38" y="531459"/>
                      <a:pt x="42" y="530568"/>
                      <a:pt x="46" y="529650"/>
                    </a:cubicBezTo>
                    <a:cubicBezTo>
                      <a:pt x="57" y="527440"/>
                      <a:pt x="71" y="525231"/>
                      <a:pt x="90" y="523021"/>
                    </a:cubicBezTo>
                    <a:cubicBezTo>
                      <a:pt x="1859" y="522431"/>
                      <a:pt x="3629" y="521841"/>
                      <a:pt x="5453" y="521233"/>
                    </a:cubicBezTo>
                    <a:cubicBezTo>
                      <a:pt x="6043" y="515924"/>
                      <a:pt x="6633" y="510615"/>
                      <a:pt x="7240" y="505144"/>
                    </a:cubicBezTo>
                    <a:cubicBezTo>
                      <a:pt x="8715" y="504849"/>
                      <a:pt x="10190" y="504554"/>
                      <a:pt x="11710" y="504251"/>
                    </a:cubicBezTo>
                    <a:cubicBezTo>
                      <a:pt x="12816" y="500932"/>
                      <a:pt x="12922" y="497714"/>
                      <a:pt x="13106" y="494251"/>
                    </a:cubicBezTo>
                    <a:cubicBezTo>
                      <a:pt x="13145" y="493581"/>
                      <a:pt x="13183" y="492911"/>
                      <a:pt x="13223" y="492220"/>
                    </a:cubicBezTo>
                    <a:cubicBezTo>
                      <a:pt x="13318" y="490570"/>
                      <a:pt x="13408" y="488919"/>
                      <a:pt x="13497" y="487268"/>
                    </a:cubicBezTo>
                    <a:cubicBezTo>
                      <a:pt x="15267" y="486678"/>
                      <a:pt x="17037" y="486088"/>
                      <a:pt x="18860" y="485480"/>
                    </a:cubicBezTo>
                    <a:cubicBezTo>
                      <a:pt x="19155" y="480760"/>
                      <a:pt x="19450" y="476041"/>
                      <a:pt x="19754" y="471178"/>
                    </a:cubicBezTo>
                    <a:cubicBezTo>
                      <a:pt x="21229" y="470883"/>
                      <a:pt x="22704" y="470588"/>
                      <a:pt x="24223" y="470285"/>
                    </a:cubicBezTo>
                    <a:cubicBezTo>
                      <a:pt x="25826" y="465676"/>
                      <a:pt x="26138" y="461873"/>
                      <a:pt x="25899" y="456999"/>
                    </a:cubicBezTo>
                    <a:cubicBezTo>
                      <a:pt x="26011" y="455089"/>
                      <a:pt x="26011" y="455089"/>
                      <a:pt x="27799" y="453302"/>
                    </a:cubicBezTo>
                    <a:cubicBezTo>
                      <a:pt x="28979" y="453007"/>
                      <a:pt x="30158" y="452712"/>
                      <a:pt x="31374" y="452408"/>
                    </a:cubicBezTo>
                    <a:cubicBezTo>
                      <a:pt x="31964" y="446803"/>
                      <a:pt x="32554" y="441199"/>
                      <a:pt x="33162" y="435425"/>
                    </a:cubicBezTo>
                    <a:cubicBezTo>
                      <a:pt x="34637" y="435130"/>
                      <a:pt x="36111" y="434835"/>
                      <a:pt x="37631" y="434531"/>
                    </a:cubicBezTo>
                    <a:cubicBezTo>
                      <a:pt x="39472" y="432690"/>
                      <a:pt x="38895" y="428974"/>
                      <a:pt x="39028" y="426430"/>
                    </a:cubicBezTo>
                    <a:cubicBezTo>
                      <a:pt x="39086" y="425413"/>
                      <a:pt x="39086" y="425413"/>
                      <a:pt x="39145" y="424376"/>
                    </a:cubicBezTo>
                    <a:cubicBezTo>
                      <a:pt x="39240" y="422696"/>
                      <a:pt x="39330" y="421016"/>
                      <a:pt x="39419" y="419336"/>
                    </a:cubicBezTo>
                    <a:cubicBezTo>
                      <a:pt x="40138" y="419225"/>
                      <a:pt x="40857" y="419114"/>
                      <a:pt x="41597" y="419000"/>
                    </a:cubicBezTo>
                    <a:cubicBezTo>
                      <a:pt x="42353" y="418816"/>
                      <a:pt x="43109" y="418632"/>
                      <a:pt x="43888" y="418442"/>
                    </a:cubicBezTo>
                    <a:cubicBezTo>
                      <a:pt x="45363" y="415492"/>
                      <a:pt x="45124" y="412193"/>
                      <a:pt x="45285" y="408945"/>
                    </a:cubicBezTo>
                    <a:cubicBezTo>
                      <a:pt x="45323" y="408228"/>
                      <a:pt x="45362" y="407511"/>
                      <a:pt x="45401" y="406773"/>
                    </a:cubicBezTo>
                    <a:cubicBezTo>
                      <a:pt x="45496" y="405002"/>
                      <a:pt x="45586" y="403230"/>
                      <a:pt x="45676" y="401459"/>
                    </a:cubicBezTo>
                    <a:cubicBezTo>
                      <a:pt x="46395" y="401477"/>
                      <a:pt x="47114" y="401496"/>
                      <a:pt x="47854" y="401515"/>
                    </a:cubicBezTo>
                    <a:cubicBezTo>
                      <a:pt x="50085" y="401724"/>
                      <a:pt x="50085" y="401724"/>
                      <a:pt x="51039" y="400565"/>
                    </a:cubicBezTo>
                    <a:cubicBezTo>
                      <a:pt x="51251" y="397338"/>
                      <a:pt x="51393" y="394117"/>
                      <a:pt x="51501" y="390885"/>
                    </a:cubicBezTo>
                    <a:cubicBezTo>
                      <a:pt x="51742" y="385560"/>
                      <a:pt x="51742" y="385560"/>
                      <a:pt x="53720" y="383582"/>
                    </a:cubicBezTo>
                    <a:cubicBezTo>
                      <a:pt x="54905" y="383259"/>
                      <a:pt x="56097" y="382959"/>
                      <a:pt x="57296" y="382688"/>
                    </a:cubicBezTo>
                    <a:cubicBezTo>
                      <a:pt x="59136" y="380847"/>
                      <a:pt x="58560" y="377131"/>
                      <a:pt x="58692" y="374588"/>
                    </a:cubicBezTo>
                    <a:cubicBezTo>
                      <a:pt x="58750" y="373571"/>
                      <a:pt x="58750" y="373571"/>
                      <a:pt x="58809" y="372533"/>
                    </a:cubicBezTo>
                    <a:cubicBezTo>
                      <a:pt x="58904" y="370853"/>
                      <a:pt x="58994" y="369173"/>
                      <a:pt x="59083" y="367493"/>
                    </a:cubicBezTo>
                    <a:cubicBezTo>
                      <a:pt x="59802" y="367382"/>
                      <a:pt x="60521" y="367272"/>
                      <a:pt x="61262" y="367158"/>
                    </a:cubicBezTo>
                    <a:cubicBezTo>
                      <a:pt x="62018" y="366973"/>
                      <a:pt x="62774" y="366789"/>
                      <a:pt x="63552" y="366599"/>
                    </a:cubicBezTo>
                    <a:cubicBezTo>
                      <a:pt x="64970" y="363764"/>
                      <a:pt x="64785" y="360668"/>
                      <a:pt x="64949" y="357549"/>
                    </a:cubicBezTo>
                    <a:cubicBezTo>
                      <a:pt x="65007" y="356538"/>
                      <a:pt x="65007" y="356538"/>
                      <a:pt x="65066" y="355506"/>
                    </a:cubicBezTo>
                    <a:cubicBezTo>
                      <a:pt x="65161" y="353841"/>
                      <a:pt x="65251" y="352175"/>
                      <a:pt x="65340" y="350510"/>
                    </a:cubicBezTo>
                    <a:cubicBezTo>
                      <a:pt x="66059" y="350399"/>
                      <a:pt x="66778" y="350289"/>
                      <a:pt x="67519" y="350175"/>
                    </a:cubicBezTo>
                    <a:cubicBezTo>
                      <a:pt x="68275" y="349990"/>
                      <a:pt x="69031" y="349806"/>
                      <a:pt x="69809" y="349616"/>
                    </a:cubicBezTo>
                    <a:cubicBezTo>
                      <a:pt x="71284" y="346667"/>
                      <a:pt x="71045" y="343367"/>
                      <a:pt x="71206" y="340119"/>
                    </a:cubicBezTo>
                    <a:cubicBezTo>
                      <a:pt x="71245" y="339402"/>
                      <a:pt x="71283" y="338686"/>
                      <a:pt x="71323" y="337947"/>
                    </a:cubicBezTo>
                    <a:cubicBezTo>
                      <a:pt x="71418" y="336176"/>
                      <a:pt x="71508" y="334404"/>
                      <a:pt x="71597" y="332633"/>
                    </a:cubicBezTo>
                    <a:cubicBezTo>
                      <a:pt x="72897" y="332218"/>
                      <a:pt x="72897" y="332218"/>
                      <a:pt x="74223" y="331795"/>
                    </a:cubicBezTo>
                    <a:cubicBezTo>
                      <a:pt x="76818" y="331118"/>
                      <a:pt x="76818" y="331118"/>
                      <a:pt x="77854" y="329951"/>
                    </a:cubicBezTo>
                    <a:cubicBezTo>
                      <a:pt x="77854" y="328227"/>
                      <a:pt x="77851" y="326502"/>
                      <a:pt x="77826" y="324777"/>
                    </a:cubicBezTo>
                    <a:cubicBezTo>
                      <a:pt x="77866" y="321971"/>
                      <a:pt x="78287" y="319310"/>
                      <a:pt x="78748" y="316544"/>
                    </a:cubicBezTo>
                    <a:cubicBezTo>
                      <a:pt x="79467" y="316304"/>
                      <a:pt x="80186" y="316064"/>
                      <a:pt x="80926" y="315818"/>
                    </a:cubicBezTo>
                    <a:cubicBezTo>
                      <a:pt x="81682" y="315467"/>
                      <a:pt x="82438" y="315117"/>
                      <a:pt x="83217" y="314756"/>
                    </a:cubicBezTo>
                    <a:cubicBezTo>
                      <a:pt x="84278" y="311573"/>
                      <a:pt x="84424" y="308523"/>
                      <a:pt x="84614" y="305203"/>
                    </a:cubicBezTo>
                    <a:cubicBezTo>
                      <a:pt x="84671" y="304262"/>
                      <a:pt x="84671" y="304262"/>
                      <a:pt x="84731" y="303302"/>
                    </a:cubicBezTo>
                    <a:cubicBezTo>
                      <a:pt x="84825" y="301757"/>
                      <a:pt x="84915" y="300212"/>
                      <a:pt x="85005" y="298667"/>
                    </a:cubicBezTo>
                    <a:cubicBezTo>
                      <a:pt x="85724" y="298556"/>
                      <a:pt x="86443" y="298446"/>
                      <a:pt x="87183" y="298332"/>
                    </a:cubicBezTo>
                    <a:cubicBezTo>
                      <a:pt x="87939" y="298147"/>
                      <a:pt x="88695" y="297963"/>
                      <a:pt x="89474" y="297773"/>
                    </a:cubicBezTo>
                    <a:cubicBezTo>
                      <a:pt x="90948" y="294824"/>
                      <a:pt x="90710" y="291524"/>
                      <a:pt x="90870" y="288276"/>
                    </a:cubicBezTo>
                    <a:cubicBezTo>
                      <a:pt x="90909" y="287559"/>
                      <a:pt x="90948" y="286843"/>
                      <a:pt x="90987" y="286104"/>
                    </a:cubicBezTo>
                    <a:cubicBezTo>
                      <a:pt x="91082" y="284333"/>
                      <a:pt x="91172" y="282562"/>
                      <a:pt x="91261" y="280790"/>
                    </a:cubicBezTo>
                    <a:cubicBezTo>
                      <a:pt x="93031" y="280200"/>
                      <a:pt x="94801" y="279610"/>
                      <a:pt x="96625" y="279002"/>
                    </a:cubicBezTo>
                    <a:cubicBezTo>
                      <a:pt x="97550" y="274489"/>
                      <a:pt x="97610" y="270177"/>
                      <a:pt x="97518" y="265595"/>
                    </a:cubicBezTo>
                    <a:cubicBezTo>
                      <a:pt x="98385" y="265226"/>
                      <a:pt x="99251" y="264857"/>
                      <a:pt x="100144" y="264478"/>
                    </a:cubicBezTo>
                    <a:cubicBezTo>
                      <a:pt x="102918" y="263270"/>
                      <a:pt x="102918" y="263270"/>
                      <a:pt x="103468" y="261433"/>
                    </a:cubicBezTo>
                    <a:cubicBezTo>
                      <a:pt x="103887" y="258579"/>
                      <a:pt x="104092" y="255736"/>
                      <a:pt x="104278" y="252858"/>
                    </a:cubicBezTo>
                    <a:cubicBezTo>
                      <a:pt x="104353" y="251728"/>
                      <a:pt x="104428" y="250599"/>
                      <a:pt x="104505" y="249436"/>
                    </a:cubicBezTo>
                    <a:cubicBezTo>
                      <a:pt x="104559" y="248574"/>
                      <a:pt x="104613" y="247712"/>
                      <a:pt x="104669" y="246824"/>
                    </a:cubicBezTo>
                    <a:cubicBezTo>
                      <a:pt x="106144" y="246529"/>
                      <a:pt x="107619" y="246234"/>
                      <a:pt x="109138" y="245930"/>
                    </a:cubicBezTo>
                    <a:cubicBezTo>
                      <a:pt x="110245" y="242612"/>
                      <a:pt x="110350" y="239394"/>
                      <a:pt x="110535" y="235930"/>
                    </a:cubicBezTo>
                    <a:cubicBezTo>
                      <a:pt x="110574" y="235260"/>
                      <a:pt x="110612" y="234590"/>
                      <a:pt x="110652" y="233900"/>
                    </a:cubicBezTo>
                    <a:cubicBezTo>
                      <a:pt x="110747" y="232249"/>
                      <a:pt x="110837" y="230598"/>
                      <a:pt x="110926" y="228947"/>
                    </a:cubicBezTo>
                    <a:cubicBezTo>
                      <a:pt x="112696" y="228357"/>
                      <a:pt x="114466" y="227767"/>
                      <a:pt x="116289" y="227160"/>
                    </a:cubicBezTo>
                    <a:cubicBezTo>
                      <a:pt x="116584" y="222440"/>
                      <a:pt x="116879" y="217721"/>
                      <a:pt x="117183" y="212858"/>
                    </a:cubicBezTo>
                    <a:cubicBezTo>
                      <a:pt x="118953" y="212858"/>
                      <a:pt x="120723" y="212858"/>
                      <a:pt x="122546" y="212858"/>
                    </a:cubicBezTo>
                    <a:cubicBezTo>
                      <a:pt x="122600" y="212167"/>
                      <a:pt x="122654" y="211476"/>
                      <a:pt x="122710" y="210763"/>
                    </a:cubicBezTo>
                    <a:cubicBezTo>
                      <a:pt x="123135" y="205482"/>
                      <a:pt x="123627" y="200233"/>
                      <a:pt x="124334" y="194981"/>
                    </a:cubicBezTo>
                    <a:cubicBezTo>
                      <a:pt x="125808" y="194686"/>
                      <a:pt x="127283" y="194391"/>
                      <a:pt x="128803" y="194087"/>
                    </a:cubicBezTo>
                    <a:cubicBezTo>
                      <a:pt x="129858" y="190648"/>
                      <a:pt x="129994" y="187153"/>
                      <a:pt x="130199" y="183585"/>
                    </a:cubicBezTo>
                    <a:cubicBezTo>
                      <a:pt x="130257" y="182650"/>
                      <a:pt x="130257" y="182650"/>
                      <a:pt x="130316" y="181696"/>
                    </a:cubicBezTo>
                    <a:cubicBezTo>
                      <a:pt x="130411" y="180166"/>
                      <a:pt x="130501" y="178635"/>
                      <a:pt x="130591" y="177105"/>
                    </a:cubicBezTo>
                    <a:cubicBezTo>
                      <a:pt x="131669" y="176911"/>
                      <a:pt x="131669" y="176911"/>
                      <a:pt x="132769" y="176713"/>
                    </a:cubicBezTo>
                    <a:cubicBezTo>
                      <a:pt x="134989" y="176442"/>
                      <a:pt x="134989" y="176442"/>
                      <a:pt x="135954" y="175317"/>
                    </a:cubicBezTo>
                    <a:cubicBezTo>
                      <a:pt x="136165" y="172910"/>
                      <a:pt x="136331" y="170521"/>
                      <a:pt x="136456" y="168110"/>
                    </a:cubicBezTo>
                    <a:cubicBezTo>
                      <a:pt x="136514" y="167093"/>
                      <a:pt x="136514" y="167093"/>
                      <a:pt x="136573" y="166055"/>
                    </a:cubicBezTo>
                    <a:cubicBezTo>
                      <a:pt x="136668" y="164376"/>
                      <a:pt x="136758" y="162696"/>
                      <a:pt x="136847" y="161015"/>
                    </a:cubicBezTo>
                    <a:cubicBezTo>
                      <a:pt x="138617" y="161015"/>
                      <a:pt x="140387" y="161015"/>
                      <a:pt x="142210" y="161015"/>
                    </a:cubicBezTo>
                    <a:cubicBezTo>
                      <a:pt x="142505" y="155411"/>
                      <a:pt x="142800" y="149807"/>
                      <a:pt x="143104" y="144032"/>
                    </a:cubicBezTo>
                    <a:cubicBezTo>
                      <a:pt x="144874" y="143442"/>
                      <a:pt x="146644" y="142852"/>
                      <a:pt x="148467" y="142245"/>
                    </a:cubicBezTo>
                    <a:cubicBezTo>
                      <a:pt x="149057" y="136640"/>
                      <a:pt x="149647" y="131036"/>
                      <a:pt x="150255" y="125262"/>
                    </a:cubicBezTo>
                    <a:cubicBezTo>
                      <a:pt x="152025" y="125262"/>
                      <a:pt x="153795" y="125262"/>
                      <a:pt x="155618" y="125262"/>
                    </a:cubicBezTo>
                    <a:cubicBezTo>
                      <a:pt x="155913" y="119952"/>
                      <a:pt x="156208" y="114643"/>
                      <a:pt x="156512" y="109173"/>
                    </a:cubicBezTo>
                    <a:cubicBezTo>
                      <a:pt x="158724" y="108730"/>
                      <a:pt x="158724" y="108730"/>
                      <a:pt x="160981" y="108279"/>
                    </a:cubicBezTo>
                    <a:cubicBezTo>
                      <a:pt x="162399" y="105444"/>
                      <a:pt x="162213" y="102348"/>
                      <a:pt x="162378" y="99229"/>
                    </a:cubicBezTo>
                    <a:cubicBezTo>
                      <a:pt x="162436" y="98217"/>
                      <a:pt x="162436" y="98217"/>
                      <a:pt x="162495" y="97186"/>
                    </a:cubicBezTo>
                    <a:cubicBezTo>
                      <a:pt x="162590" y="95521"/>
                      <a:pt x="162680" y="93855"/>
                      <a:pt x="162769" y="92190"/>
                    </a:cubicBezTo>
                    <a:cubicBezTo>
                      <a:pt x="164539" y="91600"/>
                      <a:pt x="166308" y="91010"/>
                      <a:pt x="168132" y="90402"/>
                    </a:cubicBezTo>
                    <a:cubicBezTo>
                      <a:pt x="168427" y="85092"/>
                      <a:pt x="168722" y="79783"/>
                      <a:pt x="169026" y="74313"/>
                    </a:cubicBezTo>
                    <a:cubicBezTo>
                      <a:pt x="172123" y="73870"/>
                      <a:pt x="172123" y="73870"/>
                      <a:pt x="175283" y="73419"/>
                    </a:cubicBezTo>
                    <a:cubicBezTo>
                      <a:pt x="175578" y="68404"/>
                      <a:pt x="175873" y="63390"/>
                      <a:pt x="176176" y="58224"/>
                    </a:cubicBezTo>
                    <a:cubicBezTo>
                      <a:pt x="177651" y="58224"/>
                      <a:pt x="179126" y="58224"/>
                      <a:pt x="180646" y="58224"/>
                    </a:cubicBezTo>
                    <a:cubicBezTo>
                      <a:pt x="181523" y="54427"/>
                      <a:pt x="181816" y="50650"/>
                      <a:pt x="182042" y="46771"/>
                    </a:cubicBezTo>
                    <a:cubicBezTo>
                      <a:pt x="182100" y="45842"/>
                      <a:pt x="182100" y="45842"/>
                      <a:pt x="182159" y="44895"/>
                    </a:cubicBezTo>
                    <a:cubicBezTo>
                      <a:pt x="182253" y="43379"/>
                      <a:pt x="182344" y="41863"/>
                      <a:pt x="182433" y="40347"/>
                    </a:cubicBezTo>
                    <a:cubicBezTo>
                      <a:pt x="183152" y="40236"/>
                      <a:pt x="183871" y="40126"/>
                      <a:pt x="184612" y="40012"/>
                    </a:cubicBezTo>
                    <a:cubicBezTo>
                      <a:pt x="185368" y="39827"/>
                      <a:pt x="186124" y="39643"/>
                      <a:pt x="186903" y="39453"/>
                    </a:cubicBezTo>
                    <a:cubicBezTo>
                      <a:pt x="188377" y="36504"/>
                      <a:pt x="188138" y="33204"/>
                      <a:pt x="188299" y="29956"/>
                    </a:cubicBezTo>
                    <a:cubicBezTo>
                      <a:pt x="188357" y="28881"/>
                      <a:pt x="188357" y="28881"/>
                      <a:pt x="188416" y="27784"/>
                    </a:cubicBezTo>
                    <a:cubicBezTo>
                      <a:pt x="188511" y="26013"/>
                      <a:pt x="188601" y="24241"/>
                      <a:pt x="188690" y="22470"/>
                    </a:cubicBezTo>
                    <a:cubicBezTo>
                      <a:pt x="190755" y="22175"/>
                      <a:pt x="192820" y="21880"/>
                      <a:pt x="194947" y="21576"/>
                    </a:cubicBezTo>
                    <a:cubicBezTo>
                      <a:pt x="194937" y="20629"/>
                      <a:pt x="194926" y="19682"/>
                      <a:pt x="194916" y="18706"/>
                    </a:cubicBezTo>
                    <a:cubicBezTo>
                      <a:pt x="194907" y="17465"/>
                      <a:pt x="194899" y="16225"/>
                      <a:pt x="194891" y="14984"/>
                    </a:cubicBezTo>
                    <a:cubicBezTo>
                      <a:pt x="194884" y="14359"/>
                      <a:pt x="194876" y="13735"/>
                      <a:pt x="194869" y="13092"/>
                    </a:cubicBezTo>
                    <a:cubicBezTo>
                      <a:pt x="194846" y="8371"/>
                      <a:pt x="194846" y="8371"/>
                      <a:pt x="195841" y="6381"/>
                    </a:cubicBezTo>
                    <a:cubicBezTo>
                      <a:pt x="197685" y="5822"/>
                      <a:pt x="197685" y="5822"/>
                      <a:pt x="199416" y="5487"/>
                    </a:cubicBezTo>
                    <a:cubicBezTo>
                      <a:pt x="199711" y="4012"/>
                      <a:pt x="200006" y="2537"/>
                      <a:pt x="200310" y="1018"/>
                    </a:cubicBezTo>
                    <a:cubicBezTo>
                      <a:pt x="203747" y="-128"/>
                      <a:pt x="206983" y="1"/>
                      <a:pt x="210564" y="10"/>
                    </a:cubicBezTo>
                    <a:cubicBezTo>
                      <a:pt x="211346" y="9"/>
                      <a:pt x="212128" y="8"/>
                      <a:pt x="212934" y="6"/>
                    </a:cubicBezTo>
                    <a:cubicBezTo>
                      <a:pt x="215565" y="3"/>
                      <a:pt x="218196" y="5"/>
                      <a:pt x="220827" y="8"/>
                    </a:cubicBezTo>
                    <a:cubicBezTo>
                      <a:pt x="222709" y="7"/>
                      <a:pt x="224591" y="5"/>
                      <a:pt x="226473" y="3"/>
                    </a:cubicBezTo>
                    <a:cubicBezTo>
                      <a:pt x="231592" y="-1"/>
                      <a:pt x="236711" y="1"/>
                      <a:pt x="241830" y="4"/>
                    </a:cubicBezTo>
                    <a:cubicBezTo>
                      <a:pt x="247178" y="6"/>
                      <a:pt x="252527" y="4"/>
                      <a:pt x="257875" y="3"/>
                    </a:cubicBezTo>
                    <a:cubicBezTo>
                      <a:pt x="266857" y="1"/>
                      <a:pt x="275839" y="3"/>
                      <a:pt x="284820" y="7"/>
                    </a:cubicBezTo>
                    <a:cubicBezTo>
                      <a:pt x="295217" y="12"/>
                      <a:pt x="305614" y="11"/>
                      <a:pt x="316011" y="6"/>
                    </a:cubicBezTo>
                    <a:cubicBezTo>
                      <a:pt x="324925" y="2"/>
                      <a:pt x="333839" y="1"/>
                      <a:pt x="342753" y="3"/>
                    </a:cubicBezTo>
                    <a:cubicBezTo>
                      <a:pt x="348083" y="5"/>
                      <a:pt x="353413" y="5"/>
                      <a:pt x="358742" y="2"/>
                    </a:cubicBezTo>
                    <a:close/>
                  </a:path>
                </a:pathLst>
              </a:custGeom>
              <a:grpFill/>
              <a:ln w="894" cap="flat">
                <a:noFill/>
                <a:prstDash val="solid"/>
                <a:miter/>
              </a:ln>
            </p:spPr>
            <p:txBody>
              <a:bodyPr rtlCol="0" anchor="ctr"/>
              <a:lstStyle/>
              <a:p>
                <a:endParaRPr lang="zh-CN" altLang="en-US"/>
              </a:p>
            </p:txBody>
          </p:sp>
          <p:sp>
            <p:nvSpPr>
              <p:cNvPr id="172" name="任意多边形: 形状 171"/>
              <p:cNvSpPr/>
              <p:nvPr/>
            </p:nvSpPr>
            <p:spPr>
              <a:xfrm>
                <a:off x="10587039" y="3435663"/>
                <a:ext cx="540150" cy="555075"/>
              </a:xfrm>
              <a:custGeom>
                <a:avLst/>
                <a:gdLst>
                  <a:gd name="connsiteX0" fmla="*/ 217012 w 540150"/>
                  <a:gd name="connsiteY0" fmla="*/ 119 h 555075"/>
                  <a:gd name="connsiteX1" fmla="*/ 367178 w 540150"/>
                  <a:gd name="connsiteY1" fmla="*/ 119 h 555075"/>
                  <a:gd name="connsiteX2" fmla="*/ 368072 w 540150"/>
                  <a:gd name="connsiteY2" fmla="*/ 5482 h 555075"/>
                  <a:gd name="connsiteX3" fmla="*/ 385051 w 540150"/>
                  <a:gd name="connsiteY3" fmla="*/ 6262 h 555075"/>
                  <a:gd name="connsiteX4" fmla="*/ 393993 w 540150"/>
                  <a:gd name="connsiteY4" fmla="*/ 8164 h 555075"/>
                  <a:gd name="connsiteX5" fmla="*/ 393993 w 540150"/>
                  <a:gd name="connsiteY5" fmla="*/ 12633 h 555075"/>
                  <a:gd name="connsiteX6" fmla="*/ 412764 w 540150"/>
                  <a:gd name="connsiteY6" fmla="*/ 13527 h 555075"/>
                  <a:gd name="connsiteX7" fmla="*/ 414551 w 540150"/>
                  <a:gd name="connsiteY7" fmla="*/ 18890 h 555075"/>
                  <a:gd name="connsiteX8" fmla="*/ 427959 w 540150"/>
                  <a:gd name="connsiteY8" fmla="*/ 19784 h 555075"/>
                  <a:gd name="connsiteX9" fmla="*/ 427959 w 540150"/>
                  <a:gd name="connsiteY9" fmla="*/ 25147 h 555075"/>
                  <a:gd name="connsiteX10" fmla="*/ 440473 w 540150"/>
                  <a:gd name="connsiteY10" fmla="*/ 26040 h 555075"/>
                  <a:gd name="connsiteX11" fmla="*/ 442260 w 540150"/>
                  <a:gd name="connsiteY11" fmla="*/ 31403 h 555075"/>
                  <a:gd name="connsiteX12" fmla="*/ 446227 w 540150"/>
                  <a:gd name="connsiteY12" fmla="*/ 32353 h 555075"/>
                  <a:gd name="connsiteX13" fmla="*/ 450305 w 540150"/>
                  <a:gd name="connsiteY13" fmla="*/ 33191 h 555075"/>
                  <a:gd name="connsiteX14" fmla="*/ 452986 w 540150"/>
                  <a:gd name="connsiteY14" fmla="*/ 37660 h 555075"/>
                  <a:gd name="connsiteX15" fmla="*/ 460137 w 540150"/>
                  <a:gd name="connsiteY15" fmla="*/ 39448 h 555075"/>
                  <a:gd name="connsiteX16" fmla="*/ 461031 w 540150"/>
                  <a:gd name="connsiteY16" fmla="*/ 44811 h 555075"/>
                  <a:gd name="connsiteX17" fmla="*/ 468182 w 540150"/>
                  <a:gd name="connsiteY17" fmla="*/ 45705 h 555075"/>
                  <a:gd name="connsiteX18" fmla="*/ 468238 w 540150"/>
                  <a:gd name="connsiteY18" fmla="*/ 47772 h 555075"/>
                  <a:gd name="connsiteX19" fmla="*/ 469076 w 540150"/>
                  <a:gd name="connsiteY19" fmla="*/ 50174 h 555075"/>
                  <a:gd name="connsiteX20" fmla="*/ 475333 w 540150"/>
                  <a:gd name="connsiteY20" fmla="*/ 52856 h 555075"/>
                  <a:gd name="connsiteX21" fmla="*/ 477120 w 540150"/>
                  <a:gd name="connsiteY21" fmla="*/ 56431 h 555075"/>
                  <a:gd name="connsiteX22" fmla="*/ 479355 w 540150"/>
                  <a:gd name="connsiteY22" fmla="*/ 57772 h 555075"/>
                  <a:gd name="connsiteX23" fmla="*/ 483377 w 540150"/>
                  <a:gd name="connsiteY23" fmla="*/ 62688 h 555075"/>
                  <a:gd name="connsiteX24" fmla="*/ 485668 w 540150"/>
                  <a:gd name="connsiteY24" fmla="*/ 64029 h 555075"/>
                  <a:gd name="connsiteX25" fmla="*/ 488573 w 540150"/>
                  <a:gd name="connsiteY25" fmla="*/ 67325 h 555075"/>
                  <a:gd name="connsiteX26" fmla="*/ 488740 w 540150"/>
                  <a:gd name="connsiteY26" fmla="*/ 68945 h 555075"/>
                  <a:gd name="connsiteX27" fmla="*/ 493209 w 540150"/>
                  <a:gd name="connsiteY27" fmla="*/ 69839 h 555075"/>
                  <a:gd name="connsiteX28" fmla="*/ 494103 w 540150"/>
                  <a:gd name="connsiteY28" fmla="*/ 76989 h 555075"/>
                  <a:gd name="connsiteX29" fmla="*/ 496673 w 540150"/>
                  <a:gd name="connsiteY29" fmla="*/ 77492 h 555075"/>
                  <a:gd name="connsiteX30" fmla="*/ 499466 w 540150"/>
                  <a:gd name="connsiteY30" fmla="*/ 78777 h 555075"/>
                  <a:gd name="connsiteX31" fmla="*/ 501254 w 540150"/>
                  <a:gd name="connsiteY31" fmla="*/ 85034 h 555075"/>
                  <a:gd name="connsiteX32" fmla="*/ 505723 w 540150"/>
                  <a:gd name="connsiteY32" fmla="*/ 86822 h 555075"/>
                  <a:gd name="connsiteX33" fmla="*/ 508405 w 540150"/>
                  <a:gd name="connsiteY33" fmla="*/ 93079 h 555075"/>
                  <a:gd name="connsiteX34" fmla="*/ 510751 w 540150"/>
                  <a:gd name="connsiteY34" fmla="*/ 94308 h 555075"/>
                  <a:gd name="connsiteX35" fmla="*/ 513359 w 540150"/>
                  <a:gd name="connsiteY35" fmla="*/ 97705 h 555075"/>
                  <a:gd name="connsiteX36" fmla="*/ 513768 w 540150"/>
                  <a:gd name="connsiteY36" fmla="*/ 103805 h 555075"/>
                  <a:gd name="connsiteX37" fmla="*/ 519131 w 540150"/>
                  <a:gd name="connsiteY37" fmla="*/ 104698 h 555075"/>
                  <a:gd name="connsiteX38" fmla="*/ 520918 w 540150"/>
                  <a:gd name="connsiteY38" fmla="*/ 114531 h 555075"/>
                  <a:gd name="connsiteX39" fmla="*/ 526282 w 540150"/>
                  <a:gd name="connsiteY39" fmla="*/ 116318 h 555075"/>
                  <a:gd name="connsiteX40" fmla="*/ 527175 w 540150"/>
                  <a:gd name="connsiteY40" fmla="*/ 127045 h 555075"/>
                  <a:gd name="connsiteX41" fmla="*/ 532538 w 540150"/>
                  <a:gd name="connsiteY41" fmla="*/ 128832 h 555075"/>
                  <a:gd name="connsiteX42" fmla="*/ 533432 w 540150"/>
                  <a:gd name="connsiteY42" fmla="*/ 141346 h 555075"/>
                  <a:gd name="connsiteX43" fmla="*/ 538795 w 540150"/>
                  <a:gd name="connsiteY43" fmla="*/ 143134 h 555075"/>
                  <a:gd name="connsiteX44" fmla="*/ 538959 w 540150"/>
                  <a:gd name="connsiteY44" fmla="*/ 145777 h 555075"/>
                  <a:gd name="connsiteX45" fmla="*/ 539186 w 540150"/>
                  <a:gd name="connsiteY45" fmla="*/ 149223 h 555075"/>
                  <a:gd name="connsiteX46" fmla="*/ 539406 w 540150"/>
                  <a:gd name="connsiteY46" fmla="*/ 152648 h 555075"/>
                  <a:gd name="connsiteX47" fmla="*/ 540583 w 540150"/>
                  <a:gd name="connsiteY47" fmla="*/ 158329 h 555075"/>
                  <a:gd name="connsiteX48" fmla="*/ 545052 w 540150"/>
                  <a:gd name="connsiteY48" fmla="*/ 159223 h 555075"/>
                  <a:gd name="connsiteX49" fmla="*/ 545052 w 540150"/>
                  <a:gd name="connsiteY49" fmla="*/ 173524 h 555075"/>
                  <a:gd name="connsiteX50" fmla="*/ 537008 w 540150"/>
                  <a:gd name="connsiteY50" fmla="*/ 176206 h 555075"/>
                  <a:gd name="connsiteX51" fmla="*/ 536114 w 540150"/>
                  <a:gd name="connsiteY51" fmla="*/ 180675 h 555075"/>
                  <a:gd name="connsiteX52" fmla="*/ 534051 w 540150"/>
                  <a:gd name="connsiteY52" fmla="*/ 180729 h 555075"/>
                  <a:gd name="connsiteX53" fmla="*/ 524773 w 540150"/>
                  <a:gd name="connsiteY53" fmla="*/ 181010 h 555075"/>
                  <a:gd name="connsiteX54" fmla="*/ 521528 w 540150"/>
                  <a:gd name="connsiteY54" fmla="*/ 181094 h 555075"/>
                  <a:gd name="connsiteX55" fmla="*/ 518394 w 540150"/>
                  <a:gd name="connsiteY55" fmla="*/ 181199 h 555075"/>
                  <a:gd name="connsiteX56" fmla="*/ 515515 w 540150"/>
                  <a:gd name="connsiteY56" fmla="*/ 181284 h 555075"/>
                  <a:gd name="connsiteX57" fmla="*/ 508405 w 540150"/>
                  <a:gd name="connsiteY57" fmla="*/ 183357 h 555075"/>
                  <a:gd name="connsiteX58" fmla="*/ 507511 w 540150"/>
                  <a:gd name="connsiteY58" fmla="*/ 186932 h 555075"/>
                  <a:gd name="connsiteX59" fmla="*/ 500395 w 540150"/>
                  <a:gd name="connsiteY59" fmla="*/ 187850 h 555075"/>
                  <a:gd name="connsiteX60" fmla="*/ 497162 w 540150"/>
                  <a:gd name="connsiteY60" fmla="*/ 187817 h 555075"/>
                  <a:gd name="connsiteX61" fmla="*/ 490395 w 540150"/>
                  <a:gd name="connsiteY61" fmla="*/ 187712 h 555075"/>
                  <a:gd name="connsiteX62" fmla="*/ 487155 w 540150"/>
                  <a:gd name="connsiteY62" fmla="*/ 187683 h 555075"/>
                  <a:gd name="connsiteX63" fmla="*/ 484182 w 540150"/>
                  <a:gd name="connsiteY63" fmla="*/ 187637 h 555075"/>
                  <a:gd name="connsiteX64" fmla="*/ 478014 w 540150"/>
                  <a:gd name="connsiteY64" fmla="*/ 189613 h 555075"/>
                  <a:gd name="connsiteX65" fmla="*/ 478014 w 540150"/>
                  <a:gd name="connsiteY65" fmla="*/ 194083 h 555075"/>
                  <a:gd name="connsiteX66" fmla="*/ 451199 w 540150"/>
                  <a:gd name="connsiteY66" fmla="*/ 194976 h 555075"/>
                  <a:gd name="connsiteX67" fmla="*/ 451199 w 540150"/>
                  <a:gd name="connsiteY67" fmla="*/ 200340 h 555075"/>
                  <a:gd name="connsiteX68" fmla="*/ 448780 w 540150"/>
                  <a:gd name="connsiteY68" fmla="*/ 200407 h 555075"/>
                  <a:gd name="connsiteX69" fmla="*/ 439889 w 540150"/>
                  <a:gd name="connsiteY69" fmla="*/ 200672 h 555075"/>
                  <a:gd name="connsiteX70" fmla="*/ 436043 w 540150"/>
                  <a:gd name="connsiteY70" fmla="*/ 200784 h 555075"/>
                  <a:gd name="connsiteX71" fmla="*/ 430511 w 540150"/>
                  <a:gd name="connsiteY71" fmla="*/ 200951 h 555075"/>
                  <a:gd name="connsiteX72" fmla="*/ 427150 w 540150"/>
                  <a:gd name="connsiteY72" fmla="*/ 201050 h 555075"/>
                  <a:gd name="connsiteX73" fmla="*/ 421702 w 540150"/>
                  <a:gd name="connsiteY73" fmla="*/ 202127 h 555075"/>
                  <a:gd name="connsiteX74" fmla="*/ 420808 w 540150"/>
                  <a:gd name="connsiteY74" fmla="*/ 206596 h 555075"/>
                  <a:gd name="connsiteX75" fmla="*/ 383267 w 540150"/>
                  <a:gd name="connsiteY75" fmla="*/ 206596 h 555075"/>
                  <a:gd name="connsiteX76" fmla="*/ 382373 w 540150"/>
                  <a:gd name="connsiteY76" fmla="*/ 191401 h 555075"/>
                  <a:gd name="connsiteX77" fmla="*/ 377010 w 540150"/>
                  <a:gd name="connsiteY77" fmla="*/ 190507 h 555075"/>
                  <a:gd name="connsiteX78" fmla="*/ 376877 w 540150"/>
                  <a:gd name="connsiteY78" fmla="*/ 188482 h 555075"/>
                  <a:gd name="connsiteX79" fmla="*/ 376675 w 540150"/>
                  <a:gd name="connsiteY79" fmla="*/ 185815 h 555075"/>
                  <a:gd name="connsiteX80" fmla="*/ 376486 w 540150"/>
                  <a:gd name="connsiteY80" fmla="*/ 183175 h 555075"/>
                  <a:gd name="connsiteX81" fmla="*/ 374328 w 540150"/>
                  <a:gd name="connsiteY81" fmla="*/ 177100 h 555075"/>
                  <a:gd name="connsiteX82" fmla="*/ 369859 w 540150"/>
                  <a:gd name="connsiteY82" fmla="*/ 175312 h 555075"/>
                  <a:gd name="connsiteX83" fmla="*/ 369859 w 540150"/>
                  <a:gd name="connsiteY83" fmla="*/ 168161 h 555075"/>
                  <a:gd name="connsiteX84" fmla="*/ 367289 w 540150"/>
                  <a:gd name="connsiteY84" fmla="*/ 167100 h 555075"/>
                  <a:gd name="connsiteX85" fmla="*/ 362708 w 540150"/>
                  <a:gd name="connsiteY85" fmla="*/ 161010 h 555075"/>
                  <a:gd name="connsiteX86" fmla="*/ 358239 w 540150"/>
                  <a:gd name="connsiteY86" fmla="*/ 157435 h 555075"/>
                  <a:gd name="connsiteX87" fmla="*/ 357345 w 540150"/>
                  <a:gd name="connsiteY87" fmla="*/ 155647 h 555075"/>
                  <a:gd name="connsiteX88" fmla="*/ 355167 w 540150"/>
                  <a:gd name="connsiteY88" fmla="*/ 154921 h 555075"/>
                  <a:gd name="connsiteX89" fmla="*/ 351703 w 540150"/>
                  <a:gd name="connsiteY89" fmla="*/ 151513 h 555075"/>
                  <a:gd name="connsiteX90" fmla="*/ 351089 w 540150"/>
                  <a:gd name="connsiteY90" fmla="*/ 149391 h 555075"/>
                  <a:gd name="connsiteX91" fmla="*/ 343044 w 540150"/>
                  <a:gd name="connsiteY91" fmla="*/ 148497 h 555075"/>
                  <a:gd name="connsiteX92" fmla="*/ 343044 w 540150"/>
                  <a:gd name="connsiteY92" fmla="*/ 143134 h 555075"/>
                  <a:gd name="connsiteX93" fmla="*/ 330530 w 540150"/>
                  <a:gd name="connsiteY93" fmla="*/ 142240 h 555075"/>
                  <a:gd name="connsiteX94" fmla="*/ 329636 w 540150"/>
                  <a:gd name="connsiteY94" fmla="*/ 137771 h 555075"/>
                  <a:gd name="connsiteX95" fmla="*/ 321520 w 540150"/>
                  <a:gd name="connsiteY95" fmla="*/ 136761 h 555075"/>
                  <a:gd name="connsiteX96" fmla="*/ 319547 w 540150"/>
                  <a:gd name="connsiteY96" fmla="*/ 136756 h 555075"/>
                  <a:gd name="connsiteX97" fmla="*/ 313072 w 540150"/>
                  <a:gd name="connsiteY97" fmla="*/ 136758 h 555075"/>
                  <a:gd name="connsiteX98" fmla="*/ 308584 w 540150"/>
                  <a:gd name="connsiteY98" fmla="*/ 136755 h 555075"/>
                  <a:gd name="connsiteX99" fmla="*/ 299170 w 540150"/>
                  <a:gd name="connsiteY99" fmla="*/ 136760 h 555075"/>
                  <a:gd name="connsiteX100" fmla="*/ 287087 w 540150"/>
                  <a:gd name="connsiteY100" fmla="*/ 136757 h 555075"/>
                  <a:gd name="connsiteX101" fmla="*/ 277816 w 540150"/>
                  <a:gd name="connsiteY101" fmla="*/ 136757 h 555075"/>
                  <a:gd name="connsiteX102" fmla="*/ 273360 w 540150"/>
                  <a:gd name="connsiteY102" fmla="*/ 136755 h 555075"/>
                  <a:gd name="connsiteX103" fmla="*/ 267139 w 540150"/>
                  <a:gd name="connsiteY103" fmla="*/ 136761 h 555075"/>
                  <a:gd name="connsiteX104" fmla="*/ 265267 w 540150"/>
                  <a:gd name="connsiteY104" fmla="*/ 136756 h 555075"/>
                  <a:gd name="connsiteX105" fmla="*/ 259023 w 540150"/>
                  <a:gd name="connsiteY105" fmla="*/ 137771 h 555075"/>
                  <a:gd name="connsiteX106" fmla="*/ 259023 w 540150"/>
                  <a:gd name="connsiteY106" fmla="*/ 142240 h 555075"/>
                  <a:gd name="connsiteX107" fmla="*/ 245615 w 540150"/>
                  <a:gd name="connsiteY107" fmla="*/ 143134 h 555075"/>
                  <a:gd name="connsiteX108" fmla="*/ 243828 w 540150"/>
                  <a:gd name="connsiteY108" fmla="*/ 147603 h 555075"/>
                  <a:gd name="connsiteX109" fmla="*/ 239694 w 540150"/>
                  <a:gd name="connsiteY109" fmla="*/ 149223 h 555075"/>
                  <a:gd name="connsiteX110" fmla="*/ 237480 w 540150"/>
                  <a:gd name="connsiteY110" fmla="*/ 149855 h 555075"/>
                  <a:gd name="connsiteX111" fmla="*/ 235783 w 540150"/>
                  <a:gd name="connsiteY111" fmla="*/ 150284 h 555075"/>
                  <a:gd name="connsiteX112" fmla="*/ 234889 w 540150"/>
                  <a:gd name="connsiteY112" fmla="*/ 154754 h 555075"/>
                  <a:gd name="connsiteX113" fmla="*/ 228632 w 540150"/>
                  <a:gd name="connsiteY113" fmla="*/ 155647 h 555075"/>
                  <a:gd name="connsiteX114" fmla="*/ 226845 w 540150"/>
                  <a:gd name="connsiteY114" fmla="*/ 161904 h 555075"/>
                  <a:gd name="connsiteX115" fmla="*/ 224666 w 540150"/>
                  <a:gd name="connsiteY115" fmla="*/ 161848 h 555075"/>
                  <a:gd name="connsiteX116" fmla="*/ 221481 w 540150"/>
                  <a:gd name="connsiteY116" fmla="*/ 162798 h 555075"/>
                  <a:gd name="connsiteX117" fmla="*/ 220532 w 540150"/>
                  <a:gd name="connsiteY117" fmla="*/ 166876 h 555075"/>
                  <a:gd name="connsiteX118" fmla="*/ 220053 w 540150"/>
                  <a:gd name="connsiteY118" fmla="*/ 169114 h 555075"/>
                  <a:gd name="connsiteX119" fmla="*/ 219694 w 540150"/>
                  <a:gd name="connsiteY119" fmla="*/ 170843 h 555075"/>
                  <a:gd name="connsiteX120" fmla="*/ 215225 w 540150"/>
                  <a:gd name="connsiteY120" fmla="*/ 171737 h 555075"/>
                  <a:gd name="connsiteX121" fmla="*/ 214991 w 540150"/>
                  <a:gd name="connsiteY121" fmla="*/ 173433 h 555075"/>
                  <a:gd name="connsiteX122" fmla="*/ 213437 w 540150"/>
                  <a:gd name="connsiteY122" fmla="*/ 179781 h 555075"/>
                  <a:gd name="connsiteX123" fmla="*/ 208968 w 540150"/>
                  <a:gd name="connsiteY123" fmla="*/ 181569 h 555075"/>
                  <a:gd name="connsiteX124" fmla="*/ 207571 w 540150"/>
                  <a:gd name="connsiteY124" fmla="*/ 189781 h 555075"/>
                  <a:gd name="connsiteX125" fmla="*/ 207344 w 540150"/>
                  <a:gd name="connsiteY125" fmla="*/ 192724 h 555075"/>
                  <a:gd name="connsiteX126" fmla="*/ 207180 w 540150"/>
                  <a:gd name="connsiteY126" fmla="*/ 194976 h 555075"/>
                  <a:gd name="connsiteX127" fmla="*/ 202711 w 540150"/>
                  <a:gd name="connsiteY127" fmla="*/ 195870 h 555075"/>
                  <a:gd name="connsiteX128" fmla="*/ 201534 w 540150"/>
                  <a:gd name="connsiteY128" fmla="*/ 202920 h 555075"/>
                  <a:gd name="connsiteX129" fmla="*/ 201421 w 540150"/>
                  <a:gd name="connsiteY129" fmla="*/ 205460 h 555075"/>
                  <a:gd name="connsiteX130" fmla="*/ 201314 w 540150"/>
                  <a:gd name="connsiteY130" fmla="*/ 208105 h 555075"/>
                  <a:gd name="connsiteX131" fmla="*/ 201197 w 540150"/>
                  <a:gd name="connsiteY131" fmla="*/ 210781 h 555075"/>
                  <a:gd name="connsiteX132" fmla="*/ 200923 w 540150"/>
                  <a:gd name="connsiteY132" fmla="*/ 217323 h 555075"/>
                  <a:gd name="connsiteX133" fmla="*/ 198744 w 540150"/>
                  <a:gd name="connsiteY133" fmla="*/ 217267 h 555075"/>
                  <a:gd name="connsiteX134" fmla="*/ 195560 w 540150"/>
                  <a:gd name="connsiteY134" fmla="*/ 218216 h 555075"/>
                  <a:gd name="connsiteX135" fmla="*/ 195441 w 540150"/>
                  <a:gd name="connsiteY135" fmla="*/ 222887 h 555075"/>
                  <a:gd name="connsiteX136" fmla="*/ 195429 w 540150"/>
                  <a:gd name="connsiteY136" fmla="*/ 225956 h 555075"/>
                  <a:gd name="connsiteX137" fmla="*/ 195430 w 540150"/>
                  <a:gd name="connsiteY137" fmla="*/ 229352 h 555075"/>
                  <a:gd name="connsiteX138" fmla="*/ 195421 w 540150"/>
                  <a:gd name="connsiteY138" fmla="*/ 232906 h 555075"/>
                  <a:gd name="connsiteX139" fmla="*/ 195411 w 540150"/>
                  <a:gd name="connsiteY139" fmla="*/ 242585 h 555075"/>
                  <a:gd name="connsiteX140" fmla="*/ 195403 w 540150"/>
                  <a:gd name="connsiteY140" fmla="*/ 250655 h 555075"/>
                  <a:gd name="connsiteX141" fmla="*/ 195394 w 540150"/>
                  <a:gd name="connsiteY141" fmla="*/ 269692 h 555075"/>
                  <a:gd name="connsiteX142" fmla="*/ 195371 w 540150"/>
                  <a:gd name="connsiteY142" fmla="*/ 289349 h 555075"/>
                  <a:gd name="connsiteX143" fmla="*/ 195356 w 540150"/>
                  <a:gd name="connsiteY143" fmla="*/ 306205 h 555075"/>
                  <a:gd name="connsiteX144" fmla="*/ 195344 w 540150"/>
                  <a:gd name="connsiteY144" fmla="*/ 316281 h 555075"/>
                  <a:gd name="connsiteX145" fmla="*/ 195343 w 540150"/>
                  <a:gd name="connsiteY145" fmla="*/ 327518 h 555075"/>
                  <a:gd name="connsiteX146" fmla="*/ 195328 w 540150"/>
                  <a:gd name="connsiteY146" fmla="*/ 330903 h 555075"/>
                  <a:gd name="connsiteX147" fmla="*/ 195339 w 540150"/>
                  <a:gd name="connsiteY147" fmla="*/ 333987 h 555075"/>
                  <a:gd name="connsiteX148" fmla="*/ 195338 w 540150"/>
                  <a:gd name="connsiteY148" fmla="*/ 336673 h 555075"/>
                  <a:gd name="connsiteX149" fmla="*/ 197348 w 540150"/>
                  <a:gd name="connsiteY149" fmla="*/ 341566 h 555075"/>
                  <a:gd name="connsiteX150" fmla="*/ 200923 w 540150"/>
                  <a:gd name="connsiteY150" fmla="*/ 341566 h 555075"/>
                  <a:gd name="connsiteX151" fmla="*/ 200977 w 540150"/>
                  <a:gd name="connsiteY151" fmla="*/ 343493 h 555075"/>
                  <a:gd name="connsiteX152" fmla="*/ 201258 w 540150"/>
                  <a:gd name="connsiteY152" fmla="*/ 352125 h 555075"/>
                  <a:gd name="connsiteX153" fmla="*/ 201342 w 540150"/>
                  <a:gd name="connsiteY153" fmla="*/ 355157 h 555075"/>
                  <a:gd name="connsiteX154" fmla="*/ 201447 w 540150"/>
                  <a:gd name="connsiteY154" fmla="*/ 358064 h 555075"/>
                  <a:gd name="connsiteX155" fmla="*/ 201532 w 540150"/>
                  <a:gd name="connsiteY155" fmla="*/ 360745 h 555075"/>
                  <a:gd name="connsiteX156" fmla="*/ 203605 w 540150"/>
                  <a:gd name="connsiteY156" fmla="*/ 365700 h 555075"/>
                  <a:gd name="connsiteX157" fmla="*/ 207180 w 540150"/>
                  <a:gd name="connsiteY157" fmla="*/ 365700 h 555075"/>
                  <a:gd name="connsiteX158" fmla="*/ 207281 w 540150"/>
                  <a:gd name="connsiteY158" fmla="*/ 368539 h 555075"/>
                  <a:gd name="connsiteX159" fmla="*/ 207459 w 540150"/>
                  <a:gd name="connsiteY159" fmla="*/ 372236 h 555075"/>
                  <a:gd name="connsiteX160" fmla="*/ 207520 w 540150"/>
                  <a:gd name="connsiteY160" fmla="*/ 374106 h 555075"/>
                  <a:gd name="connsiteX161" fmla="*/ 209285 w 540150"/>
                  <a:gd name="connsiteY161" fmla="*/ 380822 h 555075"/>
                  <a:gd name="connsiteX162" fmla="*/ 213437 w 540150"/>
                  <a:gd name="connsiteY162" fmla="*/ 382683 h 555075"/>
                  <a:gd name="connsiteX163" fmla="*/ 214666 w 540150"/>
                  <a:gd name="connsiteY163" fmla="*/ 386594 h 555075"/>
                  <a:gd name="connsiteX164" fmla="*/ 218409 w 540150"/>
                  <a:gd name="connsiteY164" fmla="*/ 392292 h 555075"/>
                  <a:gd name="connsiteX165" fmla="*/ 220588 w 540150"/>
                  <a:gd name="connsiteY165" fmla="*/ 393409 h 555075"/>
                  <a:gd name="connsiteX166" fmla="*/ 221426 w 540150"/>
                  <a:gd name="connsiteY166" fmla="*/ 395644 h 555075"/>
                  <a:gd name="connsiteX167" fmla="*/ 225057 w 540150"/>
                  <a:gd name="connsiteY167" fmla="*/ 399219 h 555075"/>
                  <a:gd name="connsiteX168" fmla="*/ 227738 w 540150"/>
                  <a:gd name="connsiteY168" fmla="*/ 400560 h 555075"/>
                  <a:gd name="connsiteX169" fmla="*/ 228465 w 540150"/>
                  <a:gd name="connsiteY169" fmla="*/ 402795 h 555075"/>
                  <a:gd name="connsiteX170" fmla="*/ 231321 w 540150"/>
                  <a:gd name="connsiteY170" fmla="*/ 405724 h 555075"/>
                  <a:gd name="connsiteX171" fmla="*/ 233492 w 540150"/>
                  <a:gd name="connsiteY171" fmla="*/ 406314 h 555075"/>
                  <a:gd name="connsiteX172" fmla="*/ 237571 w 540150"/>
                  <a:gd name="connsiteY172" fmla="*/ 407711 h 555075"/>
                  <a:gd name="connsiteX173" fmla="*/ 238688 w 540150"/>
                  <a:gd name="connsiteY173" fmla="*/ 410504 h 555075"/>
                  <a:gd name="connsiteX174" fmla="*/ 240252 w 540150"/>
                  <a:gd name="connsiteY174" fmla="*/ 413074 h 555075"/>
                  <a:gd name="connsiteX175" fmla="*/ 251872 w 540150"/>
                  <a:gd name="connsiteY175" fmla="*/ 413968 h 555075"/>
                  <a:gd name="connsiteX176" fmla="*/ 252766 w 540150"/>
                  <a:gd name="connsiteY176" fmla="*/ 418437 h 555075"/>
                  <a:gd name="connsiteX177" fmla="*/ 262177 w 540150"/>
                  <a:gd name="connsiteY177" fmla="*/ 419446 h 555075"/>
                  <a:gd name="connsiteX178" fmla="*/ 264248 w 540150"/>
                  <a:gd name="connsiteY178" fmla="*/ 419451 h 555075"/>
                  <a:gd name="connsiteX179" fmla="*/ 271030 w 540150"/>
                  <a:gd name="connsiteY179" fmla="*/ 419449 h 555075"/>
                  <a:gd name="connsiteX180" fmla="*/ 275743 w 540150"/>
                  <a:gd name="connsiteY180" fmla="*/ 419452 h 555075"/>
                  <a:gd name="connsiteX181" fmla="*/ 285623 w 540150"/>
                  <a:gd name="connsiteY181" fmla="*/ 419447 h 555075"/>
                  <a:gd name="connsiteX182" fmla="*/ 298286 w 540150"/>
                  <a:gd name="connsiteY182" fmla="*/ 419450 h 555075"/>
                  <a:gd name="connsiteX183" fmla="*/ 308019 w 540150"/>
                  <a:gd name="connsiteY183" fmla="*/ 419450 h 555075"/>
                  <a:gd name="connsiteX184" fmla="*/ 312688 w 540150"/>
                  <a:gd name="connsiteY184" fmla="*/ 419453 h 555075"/>
                  <a:gd name="connsiteX185" fmla="*/ 319216 w 540150"/>
                  <a:gd name="connsiteY185" fmla="*/ 419446 h 555075"/>
                  <a:gd name="connsiteX186" fmla="*/ 321165 w 540150"/>
                  <a:gd name="connsiteY186" fmla="*/ 419452 h 555075"/>
                  <a:gd name="connsiteX187" fmla="*/ 329636 w 540150"/>
                  <a:gd name="connsiteY187" fmla="*/ 418437 h 555075"/>
                  <a:gd name="connsiteX188" fmla="*/ 330530 w 540150"/>
                  <a:gd name="connsiteY188" fmla="*/ 413968 h 555075"/>
                  <a:gd name="connsiteX189" fmla="*/ 342150 w 540150"/>
                  <a:gd name="connsiteY189" fmla="*/ 412180 h 555075"/>
                  <a:gd name="connsiteX190" fmla="*/ 343044 w 540150"/>
                  <a:gd name="connsiteY190" fmla="*/ 407711 h 555075"/>
                  <a:gd name="connsiteX191" fmla="*/ 346452 w 540150"/>
                  <a:gd name="connsiteY191" fmla="*/ 407543 h 555075"/>
                  <a:gd name="connsiteX192" fmla="*/ 350195 w 540150"/>
                  <a:gd name="connsiteY192" fmla="*/ 406817 h 555075"/>
                  <a:gd name="connsiteX193" fmla="*/ 352876 w 540150"/>
                  <a:gd name="connsiteY193" fmla="*/ 402348 h 555075"/>
                  <a:gd name="connsiteX194" fmla="*/ 357345 w 540150"/>
                  <a:gd name="connsiteY194" fmla="*/ 399666 h 555075"/>
                  <a:gd name="connsiteX195" fmla="*/ 358239 w 540150"/>
                  <a:gd name="connsiteY195" fmla="*/ 397879 h 555075"/>
                  <a:gd name="connsiteX196" fmla="*/ 361479 w 540150"/>
                  <a:gd name="connsiteY196" fmla="*/ 394918 h 555075"/>
                  <a:gd name="connsiteX197" fmla="*/ 363602 w 540150"/>
                  <a:gd name="connsiteY197" fmla="*/ 393409 h 555075"/>
                  <a:gd name="connsiteX198" fmla="*/ 363602 w 540150"/>
                  <a:gd name="connsiteY198" fmla="*/ 387152 h 555075"/>
                  <a:gd name="connsiteX199" fmla="*/ 366172 w 540150"/>
                  <a:gd name="connsiteY199" fmla="*/ 386761 h 555075"/>
                  <a:gd name="connsiteX200" fmla="*/ 368965 w 540150"/>
                  <a:gd name="connsiteY200" fmla="*/ 385365 h 555075"/>
                  <a:gd name="connsiteX201" fmla="*/ 370191 w 540150"/>
                  <a:gd name="connsiteY201" fmla="*/ 379181 h 555075"/>
                  <a:gd name="connsiteX202" fmla="*/ 370753 w 540150"/>
                  <a:gd name="connsiteY202" fmla="*/ 377320 h 555075"/>
                  <a:gd name="connsiteX203" fmla="*/ 373490 w 540150"/>
                  <a:gd name="connsiteY203" fmla="*/ 376203 h 555075"/>
                  <a:gd name="connsiteX204" fmla="*/ 376116 w 540150"/>
                  <a:gd name="connsiteY204" fmla="*/ 374639 h 555075"/>
                  <a:gd name="connsiteX205" fmla="*/ 377010 w 540150"/>
                  <a:gd name="connsiteY205" fmla="*/ 363019 h 555075"/>
                  <a:gd name="connsiteX206" fmla="*/ 379189 w 540150"/>
                  <a:gd name="connsiteY206" fmla="*/ 362684 h 555075"/>
                  <a:gd name="connsiteX207" fmla="*/ 381479 w 540150"/>
                  <a:gd name="connsiteY207" fmla="*/ 362125 h 555075"/>
                  <a:gd name="connsiteX208" fmla="*/ 382876 w 540150"/>
                  <a:gd name="connsiteY208" fmla="*/ 352628 h 555075"/>
                  <a:gd name="connsiteX209" fmla="*/ 382993 w 540150"/>
                  <a:gd name="connsiteY209" fmla="*/ 350456 h 555075"/>
                  <a:gd name="connsiteX210" fmla="*/ 383267 w 540150"/>
                  <a:gd name="connsiteY210" fmla="*/ 345142 h 555075"/>
                  <a:gd name="connsiteX211" fmla="*/ 388630 w 540150"/>
                  <a:gd name="connsiteY211" fmla="*/ 343354 h 555075"/>
                  <a:gd name="connsiteX212" fmla="*/ 389524 w 540150"/>
                  <a:gd name="connsiteY212" fmla="*/ 324584 h 555075"/>
                  <a:gd name="connsiteX213" fmla="*/ 398829 w 540150"/>
                  <a:gd name="connsiteY213" fmla="*/ 322590 h 555075"/>
                  <a:gd name="connsiteX214" fmla="*/ 402179 w 540150"/>
                  <a:gd name="connsiteY214" fmla="*/ 322595 h 555075"/>
                  <a:gd name="connsiteX215" fmla="*/ 405669 w 540150"/>
                  <a:gd name="connsiteY215" fmla="*/ 322628 h 555075"/>
                  <a:gd name="connsiteX216" fmla="*/ 409169 w 540150"/>
                  <a:gd name="connsiteY216" fmla="*/ 322630 h 555075"/>
                  <a:gd name="connsiteX217" fmla="*/ 420808 w 540150"/>
                  <a:gd name="connsiteY217" fmla="*/ 323690 h 555075"/>
                  <a:gd name="connsiteX218" fmla="*/ 420808 w 540150"/>
                  <a:gd name="connsiteY218" fmla="*/ 328159 h 555075"/>
                  <a:gd name="connsiteX219" fmla="*/ 434551 w 540150"/>
                  <a:gd name="connsiteY219" fmla="*/ 329556 h 555075"/>
                  <a:gd name="connsiteX220" fmla="*/ 436803 w 540150"/>
                  <a:gd name="connsiteY220" fmla="*/ 329672 h 555075"/>
                  <a:gd name="connsiteX221" fmla="*/ 442260 w 540150"/>
                  <a:gd name="connsiteY221" fmla="*/ 329947 h 555075"/>
                  <a:gd name="connsiteX222" fmla="*/ 442260 w 540150"/>
                  <a:gd name="connsiteY222" fmla="*/ 334416 h 555075"/>
                  <a:gd name="connsiteX223" fmla="*/ 450291 w 540150"/>
                  <a:gd name="connsiteY223" fmla="*/ 335592 h 555075"/>
                  <a:gd name="connsiteX224" fmla="*/ 452822 w 540150"/>
                  <a:gd name="connsiteY224" fmla="*/ 335706 h 555075"/>
                  <a:gd name="connsiteX225" fmla="*/ 455445 w 540150"/>
                  <a:gd name="connsiteY225" fmla="*/ 335812 h 555075"/>
                  <a:gd name="connsiteX226" fmla="*/ 458109 w 540150"/>
                  <a:gd name="connsiteY226" fmla="*/ 335929 h 555075"/>
                  <a:gd name="connsiteX227" fmla="*/ 464606 w 540150"/>
                  <a:gd name="connsiteY227" fmla="*/ 336203 h 555075"/>
                  <a:gd name="connsiteX228" fmla="*/ 464997 w 540150"/>
                  <a:gd name="connsiteY228" fmla="*/ 338382 h 555075"/>
                  <a:gd name="connsiteX229" fmla="*/ 466394 w 540150"/>
                  <a:gd name="connsiteY229" fmla="*/ 341566 h 555075"/>
                  <a:gd name="connsiteX230" fmla="*/ 470783 w 540150"/>
                  <a:gd name="connsiteY230" fmla="*/ 341849 h 555075"/>
                  <a:gd name="connsiteX231" fmla="*/ 473463 w 540150"/>
                  <a:gd name="connsiteY231" fmla="*/ 341963 h 555075"/>
                  <a:gd name="connsiteX232" fmla="*/ 476282 w 540150"/>
                  <a:gd name="connsiteY232" fmla="*/ 342069 h 555075"/>
                  <a:gd name="connsiteX233" fmla="*/ 479112 w 540150"/>
                  <a:gd name="connsiteY233" fmla="*/ 342186 h 555075"/>
                  <a:gd name="connsiteX234" fmla="*/ 486059 w 540150"/>
                  <a:gd name="connsiteY234" fmla="*/ 342460 h 555075"/>
                  <a:gd name="connsiteX235" fmla="*/ 486059 w 540150"/>
                  <a:gd name="connsiteY235" fmla="*/ 347823 h 555075"/>
                  <a:gd name="connsiteX236" fmla="*/ 487835 w 540150"/>
                  <a:gd name="connsiteY236" fmla="*/ 347877 h 555075"/>
                  <a:gd name="connsiteX237" fmla="*/ 495779 w 540150"/>
                  <a:gd name="connsiteY237" fmla="*/ 348159 h 555075"/>
                  <a:gd name="connsiteX238" fmla="*/ 498576 w 540150"/>
                  <a:gd name="connsiteY238" fmla="*/ 348242 h 555075"/>
                  <a:gd name="connsiteX239" fmla="*/ 501247 w 540150"/>
                  <a:gd name="connsiteY239" fmla="*/ 348347 h 555075"/>
                  <a:gd name="connsiteX240" fmla="*/ 503715 w 540150"/>
                  <a:gd name="connsiteY240" fmla="*/ 348432 h 555075"/>
                  <a:gd name="connsiteX241" fmla="*/ 507511 w 540150"/>
                  <a:gd name="connsiteY241" fmla="*/ 350505 h 555075"/>
                  <a:gd name="connsiteX242" fmla="*/ 507511 w 540150"/>
                  <a:gd name="connsiteY242" fmla="*/ 354080 h 555075"/>
                  <a:gd name="connsiteX243" fmla="*/ 521701 w 540150"/>
                  <a:gd name="connsiteY243" fmla="*/ 355477 h 555075"/>
                  <a:gd name="connsiteX244" fmla="*/ 524082 w 540150"/>
                  <a:gd name="connsiteY244" fmla="*/ 355594 h 555075"/>
                  <a:gd name="connsiteX245" fmla="*/ 529857 w 540150"/>
                  <a:gd name="connsiteY245" fmla="*/ 355868 h 555075"/>
                  <a:gd name="connsiteX246" fmla="*/ 530248 w 540150"/>
                  <a:gd name="connsiteY246" fmla="*/ 358047 h 555075"/>
                  <a:gd name="connsiteX247" fmla="*/ 531645 w 540150"/>
                  <a:gd name="connsiteY247" fmla="*/ 361231 h 555075"/>
                  <a:gd name="connsiteX248" fmla="*/ 536033 w 540150"/>
                  <a:gd name="connsiteY248" fmla="*/ 361514 h 555075"/>
                  <a:gd name="connsiteX249" fmla="*/ 538713 w 540150"/>
                  <a:gd name="connsiteY249" fmla="*/ 361627 h 555075"/>
                  <a:gd name="connsiteX250" fmla="*/ 541533 w 540150"/>
                  <a:gd name="connsiteY250" fmla="*/ 361734 h 555075"/>
                  <a:gd name="connsiteX251" fmla="*/ 544363 w 540150"/>
                  <a:gd name="connsiteY251" fmla="*/ 361851 h 555075"/>
                  <a:gd name="connsiteX252" fmla="*/ 551309 w 540150"/>
                  <a:gd name="connsiteY252" fmla="*/ 362125 h 555075"/>
                  <a:gd name="connsiteX253" fmla="*/ 552259 w 540150"/>
                  <a:gd name="connsiteY253" fmla="*/ 371175 h 555075"/>
                  <a:gd name="connsiteX254" fmla="*/ 552247 w 540150"/>
                  <a:gd name="connsiteY254" fmla="*/ 373218 h 555075"/>
                  <a:gd name="connsiteX255" fmla="*/ 552203 w 540150"/>
                  <a:gd name="connsiteY255" fmla="*/ 378214 h 555075"/>
                  <a:gd name="connsiteX256" fmla="*/ 549577 w 540150"/>
                  <a:gd name="connsiteY256" fmla="*/ 378996 h 555075"/>
                  <a:gd name="connsiteX257" fmla="*/ 545946 w 540150"/>
                  <a:gd name="connsiteY257" fmla="*/ 381789 h 555075"/>
                  <a:gd name="connsiteX258" fmla="*/ 545946 w 540150"/>
                  <a:gd name="connsiteY258" fmla="*/ 386314 h 555075"/>
                  <a:gd name="connsiteX259" fmla="*/ 545052 w 540150"/>
                  <a:gd name="connsiteY259" fmla="*/ 399666 h 555075"/>
                  <a:gd name="connsiteX260" fmla="*/ 540583 w 540150"/>
                  <a:gd name="connsiteY260" fmla="*/ 400560 h 555075"/>
                  <a:gd name="connsiteX261" fmla="*/ 539186 w 540150"/>
                  <a:gd name="connsiteY261" fmla="*/ 410560 h 555075"/>
                  <a:gd name="connsiteX262" fmla="*/ 539069 w 540150"/>
                  <a:gd name="connsiteY262" fmla="*/ 412590 h 555075"/>
                  <a:gd name="connsiteX263" fmla="*/ 538795 w 540150"/>
                  <a:gd name="connsiteY263" fmla="*/ 417543 h 555075"/>
                  <a:gd name="connsiteX264" fmla="*/ 533432 w 540150"/>
                  <a:gd name="connsiteY264" fmla="*/ 419331 h 555075"/>
                  <a:gd name="connsiteX265" fmla="*/ 532538 w 540150"/>
                  <a:gd name="connsiteY265" fmla="*/ 431844 h 555075"/>
                  <a:gd name="connsiteX266" fmla="*/ 527175 w 540150"/>
                  <a:gd name="connsiteY266" fmla="*/ 433632 h 555075"/>
                  <a:gd name="connsiteX267" fmla="*/ 525388 w 540150"/>
                  <a:gd name="connsiteY267" fmla="*/ 445252 h 555075"/>
                  <a:gd name="connsiteX268" fmla="*/ 520918 w 540150"/>
                  <a:gd name="connsiteY268" fmla="*/ 446146 h 555075"/>
                  <a:gd name="connsiteX269" fmla="*/ 520716 w 540150"/>
                  <a:gd name="connsiteY269" fmla="*/ 448007 h 555075"/>
                  <a:gd name="connsiteX270" fmla="*/ 519131 w 540150"/>
                  <a:gd name="connsiteY270" fmla="*/ 455084 h 555075"/>
                  <a:gd name="connsiteX271" fmla="*/ 513768 w 540150"/>
                  <a:gd name="connsiteY271" fmla="*/ 457766 h 555075"/>
                  <a:gd name="connsiteX272" fmla="*/ 511980 w 540150"/>
                  <a:gd name="connsiteY272" fmla="*/ 464023 h 555075"/>
                  <a:gd name="connsiteX273" fmla="*/ 507511 w 540150"/>
                  <a:gd name="connsiteY273" fmla="*/ 465810 h 555075"/>
                  <a:gd name="connsiteX274" fmla="*/ 507399 w 540150"/>
                  <a:gd name="connsiteY274" fmla="*/ 469162 h 555075"/>
                  <a:gd name="connsiteX275" fmla="*/ 506617 w 540150"/>
                  <a:gd name="connsiteY275" fmla="*/ 472961 h 555075"/>
                  <a:gd name="connsiteX276" fmla="*/ 501254 w 540150"/>
                  <a:gd name="connsiteY276" fmla="*/ 476537 h 555075"/>
                  <a:gd name="connsiteX277" fmla="*/ 497679 w 540150"/>
                  <a:gd name="connsiteY277" fmla="*/ 481900 h 555075"/>
                  <a:gd name="connsiteX278" fmla="*/ 495835 w 540150"/>
                  <a:gd name="connsiteY278" fmla="*/ 483240 h 555075"/>
                  <a:gd name="connsiteX279" fmla="*/ 492818 w 540150"/>
                  <a:gd name="connsiteY279" fmla="*/ 487319 h 555075"/>
                  <a:gd name="connsiteX280" fmla="*/ 486952 w 540150"/>
                  <a:gd name="connsiteY280" fmla="*/ 491732 h 555075"/>
                  <a:gd name="connsiteX281" fmla="*/ 486059 w 540150"/>
                  <a:gd name="connsiteY281" fmla="*/ 493966 h 555075"/>
                  <a:gd name="connsiteX282" fmla="*/ 485165 w 540150"/>
                  <a:gd name="connsiteY282" fmla="*/ 496201 h 555075"/>
                  <a:gd name="connsiteX283" fmla="*/ 482986 w 540150"/>
                  <a:gd name="connsiteY283" fmla="*/ 497039 h 555075"/>
                  <a:gd name="connsiteX284" fmla="*/ 479411 w 540150"/>
                  <a:gd name="connsiteY284" fmla="*/ 500726 h 555075"/>
                  <a:gd name="connsiteX285" fmla="*/ 478014 w 540150"/>
                  <a:gd name="connsiteY285" fmla="*/ 503352 h 555075"/>
                  <a:gd name="connsiteX286" fmla="*/ 472651 w 540150"/>
                  <a:gd name="connsiteY286" fmla="*/ 504246 h 555075"/>
                  <a:gd name="connsiteX287" fmla="*/ 472204 w 540150"/>
                  <a:gd name="connsiteY287" fmla="*/ 506760 h 555075"/>
                  <a:gd name="connsiteX288" fmla="*/ 469215 w 540150"/>
                  <a:gd name="connsiteY288" fmla="*/ 510405 h 555075"/>
                  <a:gd name="connsiteX289" fmla="*/ 465361 w 540150"/>
                  <a:gd name="connsiteY289" fmla="*/ 511585 h 555075"/>
                  <a:gd name="connsiteX290" fmla="*/ 462372 w 540150"/>
                  <a:gd name="connsiteY290" fmla="*/ 514692 h 555075"/>
                  <a:gd name="connsiteX291" fmla="*/ 461925 w 540150"/>
                  <a:gd name="connsiteY291" fmla="*/ 516759 h 555075"/>
                  <a:gd name="connsiteX292" fmla="*/ 455668 w 540150"/>
                  <a:gd name="connsiteY292" fmla="*/ 517653 h 555075"/>
                  <a:gd name="connsiteX293" fmla="*/ 455277 w 540150"/>
                  <a:gd name="connsiteY293" fmla="*/ 519776 h 555075"/>
                  <a:gd name="connsiteX294" fmla="*/ 451970 w 540150"/>
                  <a:gd name="connsiteY294" fmla="*/ 522817 h 555075"/>
                  <a:gd name="connsiteX295" fmla="*/ 445836 w 540150"/>
                  <a:gd name="connsiteY295" fmla="*/ 523910 h 555075"/>
                  <a:gd name="connsiteX296" fmla="*/ 444942 w 540150"/>
                  <a:gd name="connsiteY296" fmla="*/ 529273 h 555075"/>
                  <a:gd name="connsiteX297" fmla="*/ 435110 w 540150"/>
                  <a:gd name="connsiteY297" fmla="*/ 530167 h 555075"/>
                  <a:gd name="connsiteX298" fmla="*/ 433322 w 540150"/>
                  <a:gd name="connsiteY298" fmla="*/ 534636 h 555075"/>
                  <a:gd name="connsiteX299" fmla="*/ 432428 w 540150"/>
                  <a:gd name="connsiteY299" fmla="*/ 536424 h 555075"/>
                  <a:gd name="connsiteX300" fmla="*/ 430661 w 540150"/>
                  <a:gd name="connsiteY300" fmla="*/ 536393 h 555075"/>
                  <a:gd name="connsiteX301" fmla="*/ 418127 w 540150"/>
                  <a:gd name="connsiteY301" fmla="*/ 537318 h 555075"/>
                  <a:gd name="connsiteX302" fmla="*/ 418127 w 540150"/>
                  <a:gd name="connsiteY302" fmla="*/ 542681 h 555075"/>
                  <a:gd name="connsiteX303" fmla="*/ 401144 w 540150"/>
                  <a:gd name="connsiteY303" fmla="*/ 543575 h 555075"/>
                  <a:gd name="connsiteX304" fmla="*/ 400250 w 540150"/>
                  <a:gd name="connsiteY304" fmla="*/ 548938 h 555075"/>
                  <a:gd name="connsiteX305" fmla="*/ 398063 w 540150"/>
                  <a:gd name="connsiteY305" fmla="*/ 549006 h 555075"/>
                  <a:gd name="connsiteX306" fmla="*/ 388295 w 540150"/>
                  <a:gd name="connsiteY306" fmla="*/ 549329 h 555075"/>
                  <a:gd name="connsiteX307" fmla="*/ 384852 w 540150"/>
                  <a:gd name="connsiteY307" fmla="*/ 549435 h 555075"/>
                  <a:gd name="connsiteX308" fmla="*/ 381570 w 540150"/>
                  <a:gd name="connsiteY308" fmla="*/ 549549 h 555075"/>
                  <a:gd name="connsiteX309" fmla="*/ 378534 w 540150"/>
                  <a:gd name="connsiteY309" fmla="*/ 549648 h 555075"/>
                  <a:gd name="connsiteX310" fmla="*/ 374328 w 540150"/>
                  <a:gd name="connsiteY310" fmla="*/ 550725 h 555075"/>
                  <a:gd name="connsiteX311" fmla="*/ 373435 w 540150"/>
                  <a:gd name="connsiteY311" fmla="*/ 555195 h 555075"/>
                  <a:gd name="connsiteX312" fmla="*/ 217012 w 540150"/>
                  <a:gd name="connsiteY312" fmla="*/ 555195 h 555075"/>
                  <a:gd name="connsiteX313" fmla="*/ 215225 w 540150"/>
                  <a:gd name="connsiteY313" fmla="*/ 549832 h 555075"/>
                  <a:gd name="connsiteX314" fmla="*/ 189303 w 540150"/>
                  <a:gd name="connsiteY314" fmla="*/ 548938 h 555075"/>
                  <a:gd name="connsiteX315" fmla="*/ 188409 w 540150"/>
                  <a:gd name="connsiteY315" fmla="*/ 544469 h 555075"/>
                  <a:gd name="connsiteX316" fmla="*/ 182341 w 540150"/>
                  <a:gd name="connsiteY316" fmla="*/ 543292 h 555075"/>
                  <a:gd name="connsiteX317" fmla="*/ 179792 w 540150"/>
                  <a:gd name="connsiteY317" fmla="*/ 543178 h 555075"/>
                  <a:gd name="connsiteX318" fmla="*/ 177125 w 540150"/>
                  <a:gd name="connsiteY318" fmla="*/ 543072 h 555075"/>
                  <a:gd name="connsiteX319" fmla="*/ 174436 w 540150"/>
                  <a:gd name="connsiteY319" fmla="*/ 542955 h 555075"/>
                  <a:gd name="connsiteX320" fmla="*/ 167851 w 540150"/>
                  <a:gd name="connsiteY320" fmla="*/ 542681 h 555075"/>
                  <a:gd name="connsiteX321" fmla="*/ 166957 w 540150"/>
                  <a:gd name="connsiteY321" fmla="*/ 538212 h 555075"/>
                  <a:gd name="connsiteX322" fmla="*/ 162767 w 540150"/>
                  <a:gd name="connsiteY322" fmla="*/ 537318 h 555075"/>
                  <a:gd name="connsiteX323" fmla="*/ 160410 w 540150"/>
                  <a:gd name="connsiteY323" fmla="*/ 536815 h 555075"/>
                  <a:gd name="connsiteX324" fmla="*/ 153550 w 540150"/>
                  <a:gd name="connsiteY324" fmla="*/ 536424 h 555075"/>
                  <a:gd name="connsiteX325" fmla="*/ 152320 w 540150"/>
                  <a:gd name="connsiteY325" fmla="*/ 533798 h 555075"/>
                  <a:gd name="connsiteX326" fmla="*/ 149080 w 540150"/>
                  <a:gd name="connsiteY326" fmla="*/ 530167 h 555075"/>
                  <a:gd name="connsiteX327" fmla="*/ 144052 w 540150"/>
                  <a:gd name="connsiteY327" fmla="*/ 529664 h 555075"/>
                  <a:gd name="connsiteX328" fmla="*/ 141336 w 540150"/>
                  <a:gd name="connsiteY328" fmla="*/ 529437 h 555075"/>
                  <a:gd name="connsiteX329" fmla="*/ 139248 w 540150"/>
                  <a:gd name="connsiteY329" fmla="*/ 529273 h 555075"/>
                  <a:gd name="connsiteX330" fmla="*/ 138913 w 540150"/>
                  <a:gd name="connsiteY330" fmla="*/ 527095 h 555075"/>
                  <a:gd name="connsiteX331" fmla="*/ 138354 w 540150"/>
                  <a:gd name="connsiteY331" fmla="*/ 524804 h 555075"/>
                  <a:gd name="connsiteX332" fmla="*/ 132433 w 540150"/>
                  <a:gd name="connsiteY332" fmla="*/ 523407 h 555075"/>
                  <a:gd name="connsiteX333" fmla="*/ 130219 w 540150"/>
                  <a:gd name="connsiteY333" fmla="*/ 523180 h 555075"/>
                  <a:gd name="connsiteX334" fmla="*/ 128522 w 540150"/>
                  <a:gd name="connsiteY334" fmla="*/ 523016 h 555075"/>
                  <a:gd name="connsiteX335" fmla="*/ 127628 w 540150"/>
                  <a:gd name="connsiteY335" fmla="*/ 518547 h 555075"/>
                  <a:gd name="connsiteX336" fmla="*/ 125931 w 540150"/>
                  <a:gd name="connsiteY336" fmla="*/ 518149 h 555075"/>
                  <a:gd name="connsiteX337" fmla="*/ 119584 w 540150"/>
                  <a:gd name="connsiteY337" fmla="*/ 515866 h 555075"/>
                  <a:gd name="connsiteX338" fmla="*/ 117796 w 540150"/>
                  <a:gd name="connsiteY338" fmla="*/ 510503 h 555075"/>
                  <a:gd name="connsiteX339" fmla="*/ 110645 w 540150"/>
                  <a:gd name="connsiteY339" fmla="*/ 509609 h 555075"/>
                  <a:gd name="connsiteX340" fmla="*/ 109751 w 540150"/>
                  <a:gd name="connsiteY340" fmla="*/ 505140 h 555075"/>
                  <a:gd name="connsiteX341" fmla="*/ 103494 w 540150"/>
                  <a:gd name="connsiteY341" fmla="*/ 503352 h 555075"/>
                  <a:gd name="connsiteX342" fmla="*/ 102601 w 540150"/>
                  <a:gd name="connsiteY342" fmla="*/ 497989 h 555075"/>
                  <a:gd name="connsiteX343" fmla="*/ 97237 w 540150"/>
                  <a:gd name="connsiteY343" fmla="*/ 497095 h 555075"/>
                  <a:gd name="connsiteX344" fmla="*/ 96344 w 540150"/>
                  <a:gd name="connsiteY344" fmla="*/ 491732 h 555075"/>
                  <a:gd name="connsiteX345" fmla="*/ 90981 w 540150"/>
                  <a:gd name="connsiteY345" fmla="*/ 490838 h 555075"/>
                  <a:gd name="connsiteX346" fmla="*/ 90087 w 540150"/>
                  <a:gd name="connsiteY346" fmla="*/ 485475 h 555075"/>
                  <a:gd name="connsiteX347" fmla="*/ 84724 w 540150"/>
                  <a:gd name="connsiteY347" fmla="*/ 484581 h 555075"/>
                  <a:gd name="connsiteX348" fmla="*/ 83830 w 540150"/>
                  <a:gd name="connsiteY348" fmla="*/ 478324 h 555075"/>
                  <a:gd name="connsiteX349" fmla="*/ 78467 w 540150"/>
                  <a:gd name="connsiteY349" fmla="*/ 477430 h 555075"/>
                  <a:gd name="connsiteX350" fmla="*/ 77852 w 540150"/>
                  <a:gd name="connsiteY350" fmla="*/ 474414 h 555075"/>
                  <a:gd name="connsiteX351" fmla="*/ 76679 w 540150"/>
                  <a:gd name="connsiteY351" fmla="*/ 471174 h 555075"/>
                  <a:gd name="connsiteX352" fmla="*/ 72210 w 540150"/>
                  <a:gd name="connsiteY352" fmla="*/ 469386 h 555075"/>
                  <a:gd name="connsiteX353" fmla="*/ 69528 w 540150"/>
                  <a:gd name="connsiteY353" fmla="*/ 464023 h 555075"/>
                  <a:gd name="connsiteX354" fmla="*/ 67294 w 540150"/>
                  <a:gd name="connsiteY354" fmla="*/ 462850 h 555075"/>
                  <a:gd name="connsiteX355" fmla="*/ 62378 w 540150"/>
                  <a:gd name="connsiteY355" fmla="*/ 453297 h 555075"/>
                  <a:gd name="connsiteX356" fmla="*/ 58802 w 540150"/>
                  <a:gd name="connsiteY356" fmla="*/ 453297 h 555075"/>
                  <a:gd name="connsiteX357" fmla="*/ 58746 w 540150"/>
                  <a:gd name="connsiteY357" fmla="*/ 449945 h 555075"/>
                  <a:gd name="connsiteX358" fmla="*/ 57908 w 540150"/>
                  <a:gd name="connsiteY358" fmla="*/ 446146 h 555075"/>
                  <a:gd name="connsiteX359" fmla="*/ 53073 w 540150"/>
                  <a:gd name="connsiteY359" fmla="*/ 443709 h 555075"/>
                  <a:gd name="connsiteX360" fmla="*/ 51041 w 540150"/>
                  <a:gd name="connsiteY360" fmla="*/ 440371 h 555075"/>
                  <a:gd name="connsiteX361" fmla="*/ 50758 w 540150"/>
                  <a:gd name="connsiteY361" fmla="*/ 433632 h 555075"/>
                  <a:gd name="connsiteX362" fmla="*/ 45395 w 540150"/>
                  <a:gd name="connsiteY362" fmla="*/ 432738 h 555075"/>
                  <a:gd name="connsiteX363" fmla="*/ 45161 w 540150"/>
                  <a:gd name="connsiteY363" fmla="*/ 430455 h 555075"/>
                  <a:gd name="connsiteX364" fmla="*/ 44780 w 540150"/>
                  <a:gd name="connsiteY364" fmla="*/ 427487 h 555075"/>
                  <a:gd name="connsiteX365" fmla="*/ 44434 w 540150"/>
                  <a:gd name="connsiteY365" fmla="*/ 424533 h 555075"/>
                  <a:gd name="connsiteX366" fmla="*/ 43607 w 540150"/>
                  <a:gd name="connsiteY366" fmla="*/ 422012 h 555075"/>
                  <a:gd name="connsiteX367" fmla="*/ 39138 w 540150"/>
                  <a:gd name="connsiteY367" fmla="*/ 420225 h 555075"/>
                  <a:gd name="connsiteX368" fmla="*/ 37350 w 540150"/>
                  <a:gd name="connsiteY368" fmla="*/ 407711 h 555075"/>
                  <a:gd name="connsiteX369" fmla="*/ 31987 w 540150"/>
                  <a:gd name="connsiteY369" fmla="*/ 405923 h 555075"/>
                  <a:gd name="connsiteX370" fmla="*/ 31823 w 540150"/>
                  <a:gd name="connsiteY370" fmla="*/ 402889 h 555075"/>
                  <a:gd name="connsiteX371" fmla="*/ 31596 w 540150"/>
                  <a:gd name="connsiteY371" fmla="*/ 398940 h 555075"/>
                  <a:gd name="connsiteX372" fmla="*/ 31490 w 540150"/>
                  <a:gd name="connsiteY372" fmla="*/ 396941 h 555075"/>
                  <a:gd name="connsiteX373" fmla="*/ 30199 w 540150"/>
                  <a:gd name="connsiteY373" fmla="*/ 388940 h 555075"/>
                  <a:gd name="connsiteX374" fmla="*/ 25730 w 540150"/>
                  <a:gd name="connsiteY374" fmla="*/ 388940 h 555075"/>
                  <a:gd name="connsiteX375" fmla="*/ 24836 w 540150"/>
                  <a:gd name="connsiteY375" fmla="*/ 365700 h 555075"/>
                  <a:gd name="connsiteX376" fmla="*/ 19473 w 540150"/>
                  <a:gd name="connsiteY376" fmla="*/ 365700 h 555075"/>
                  <a:gd name="connsiteX377" fmla="*/ 19434 w 540150"/>
                  <a:gd name="connsiteY377" fmla="*/ 362953 h 555075"/>
                  <a:gd name="connsiteX378" fmla="*/ 19239 w 540150"/>
                  <a:gd name="connsiteY378" fmla="*/ 352863 h 555075"/>
                  <a:gd name="connsiteX379" fmla="*/ 19164 w 540150"/>
                  <a:gd name="connsiteY379" fmla="*/ 348496 h 555075"/>
                  <a:gd name="connsiteX380" fmla="*/ 19037 w 540150"/>
                  <a:gd name="connsiteY380" fmla="*/ 342219 h 555075"/>
                  <a:gd name="connsiteX381" fmla="*/ 19020 w 540150"/>
                  <a:gd name="connsiteY381" fmla="*/ 340247 h 555075"/>
                  <a:gd name="connsiteX382" fmla="*/ 17378 w 540150"/>
                  <a:gd name="connsiteY382" fmla="*/ 333537 h 555075"/>
                  <a:gd name="connsiteX383" fmla="*/ 13216 w 540150"/>
                  <a:gd name="connsiteY383" fmla="*/ 332628 h 555075"/>
                  <a:gd name="connsiteX384" fmla="*/ 12209 w 540150"/>
                  <a:gd name="connsiteY384" fmla="*/ 325632 h 555075"/>
                  <a:gd name="connsiteX385" fmla="*/ 12201 w 540150"/>
                  <a:gd name="connsiteY385" fmla="*/ 322939 h 555075"/>
                  <a:gd name="connsiteX386" fmla="*/ 12207 w 540150"/>
                  <a:gd name="connsiteY386" fmla="*/ 319988 h 555075"/>
                  <a:gd name="connsiteX387" fmla="*/ 12202 w 540150"/>
                  <a:gd name="connsiteY387" fmla="*/ 316878 h 555075"/>
                  <a:gd name="connsiteX388" fmla="*/ 12204 w 540150"/>
                  <a:gd name="connsiteY388" fmla="*/ 306675 h 555075"/>
                  <a:gd name="connsiteX389" fmla="*/ 12201 w 540150"/>
                  <a:gd name="connsiteY389" fmla="*/ 299605 h 555075"/>
                  <a:gd name="connsiteX390" fmla="*/ 12206 w 540150"/>
                  <a:gd name="connsiteY390" fmla="*/ 284779 h 555075"/>
                  <a:gd name="connsiteX391" fmla="*/ 12204 w 540150"/>
                  <a:gd name="connsiteY391" fmla="*/ 267627 h 555075"/>
                  <a:gd name="connsiteX392" fmla="*/ 12203 w 540150"/>
                  <a:gd name="connsiteY392" fmla="*/ 251137 h 555075"/>
                  <a:gd name="connsiteX393" fmla="*/ 12201 w 540150"/>
                  <a:gd name="connsiteY393" fmla="*/ 244114 h 555075"/>
                  <a:gd name="connsiteX394" fmla="*/ 12207 w 540150"/>
                  <a:gd name="connsiteY394" fmla="*/ 234316 h 555075"/>
                  <a:gd name="connsiteX395" fmla="*/ 12201 w 540150"/>
                  <a:gd name="connsiteY395" fmla="*/ 231359 h 555075"/>
                  <a:gd name="connsiteX396" fmla="*/ 12209 w 540150"/>
                  <a:gd name="connsiteY396" fmla="*/ 228674 h 555075"/>
                  <a:gd name="connsiteX397" fmla="*/ 12210 w 540150"/>
                  <a:gd name="connsiteY397" fmla="*/ 226333 h 555075"/>
                  <a:gd name="connsiteX398" fmla="*/ 13216 w 540150"/>
                  <a:gd name="connsiteY398" fmla="*/ 222686 h 555075"/>
                  <a:gd name="connsiteX399" fmla="*/ 17686 w 540150"/>
                  <a:gd name="connsiteY399" fmla="*/ 221792 h 555075"/>
                  <a:gd name="connsiteX400" fmla="*/ 18862 w 540150"/>
                  <a:gd name="connsiteY400" fmla="*/ 212399 h 555075"/>
                  <a:gd name="connsiteX401" fmla="*/ 18919 w 540150"/>
                  <a:gd name="connsiteY401" fmla="*/ 210122 h 555075"/>
                  <a:gd name="connsiteX402" fmla="*/ 19082 w 540150"/>
                  <a:gd name="connsiteY402" fmla="*/ 202909 h 555075"/>
                  <a:gd name="connsiteX403" fmla="*/ 19199 w 540150"/>
                  <a:gd name="connsiteY403" fmla="*/ 198025 h 555075"/>
                  <a:gd name="connsiteX404" fmla="*/ 19473 w 540150"/>
                  <a:gd name="connsiteY404" fmla="*/ 186038 h 555075"/>
                  <a:gd name="connsiteX405" fmla="*/ 21652 w 540150"/>
                  <a:gd name="connsiteY405" fmla="*/ 185703 h 555075"/>
                  <a:gd name="connsiteX406" fmla="*/ 23942 w 540150"/>
                  <a:gd name="connsiteY406" fmla="*/ 185144 h 555075"/>
                  <a:gd name="connsiteX407" fmla="*/ 25119 w 540150"/>
                  <a:gd name="connsiteY407" fmla="*/ 178685 h 555075"/>
                  <a:gd name="connsiteX408" fmla="*/ 25233 w 540150"/>
                  <a:gd name="connsiteY408" fmla="*/ 175892 h 555075"/>
                  <a:gd name="connsiteX409" fmla="*/ 25339 w 540150"/>
                  <a:gd name="connsiteY409" fmla="*/ 172966 h 555075"/>
                  <a:gd name="connsiteX410" fmla="*/ 25456 w 540150"/>
                  <a:gd name="connsiteY410" fmla="*/ 170019 h 555075"/>
                  <a:gd name="connsiteX411" fmla="*/ 25730 w 540150"/>
                  <a:gd name="connsiteY411" fmla="*/ 162798 h 555075"/>
                  <a:gd name="connsiteX412" fmla="*/ 31093 w 540150"/>
                  <a:gd name="connsiteY412" fmla="*/ 162798 h 555075"/>
                  <a:gd name="connsiteX413" fmla="*/ 31987 w 540150"/>
                  <a:gd name="connsiteY413" fmla="*/ 145815 h 555075"/>
                  <a:gd name="connsiteX414" fmla="*/ 37350 w 540150"/>
                  <a:gd name="connsiteY414" fmla="*/ 144028 h 555075"/>
                  <a:gd name="connsiteX415" fmla="*/ 38747 w 540150"/>
                  <a:gd name="connsiteY415" fmla="*/ 136765 h 555075"/>
                  <a:gd name="connsiteX416" fmla="*/ 38974 w 540150"/>
                  <a:gd name="connsiteY416" fmla="*/ 133797 h 555075"/>
                  <a:gd name="connsiteX417" fmla="*/ 39138 w 540150"/>
                  <a:gd name="connsiteY417" fmla="*/ 131514 h 555075"/>
                  <a:gd name="connsiteX418" fmla="*/ 44501 w 540150"/>
                  <a:gd name="connsiteY418" fmla="*/ 129726 h 555075"/>
                  <a:gd name="connsiteX419" fmla="*/ 45395 w 540150"/>
                  <a:gd name="connsiteY419" fmla="*/ 118106 h 555075"/>
                  <a:gd name="connsiteX420" fmla="*/ 49864 w 540150"/>
                  <a:gd name="connsiteY420" fmla="*/ 118106 h 555075"/>
                  <a:gd name="connsiteX421" fmla="*/ 51652 w 540150"/>
                  <a:gd name="connsiteY421" fmla="*/ 106486 h 555075"/>
                  <a:gd name="connsiteX422" fmla="*/ 53719 w 540150"/>
                  <a:gd name="connsiteY422" fmla="*/ 106430 h 555075"/>
                  <a:gd name="connsiteX423" fmla="*/ 56121 w 540150"/>
                  <a:gd name="connsiteY423" fmla="*/ 105592 h 555075"/>
                  <a:gd name="connsiteX424" fmla="*/ 57406 w 540150"/>
                  <a:gd name="connsiteY424" fmla="*/ 102520 h 555075"/>
                  <a:gd name="connsiteX425" fmla="*/ 61651 w 540150"/>
                  <a:gd name="connsiteY425" fmla="*/ 98051 h 555075"/>
                  <a:gd name="connsiteX426" fmla="*/ 64165 w 540150"/>
                  <a:gd name="connsiteY426" fmla="*/ 97548 h 555075"/>
                  <a:gd name="connsiteX427" fmla="*/ 65059 w 540150"/>
                  <a:gd name="connsiteY427" fmla="*/ 90397 h 555075"/>
                  <a:gd name="connsiteX428" fmla="*/ 70422 w 540150"/>
                  <a:gd name="connsiteY428" fmla="*/ 89503 h 555075"/>
                  <a:gd name="connsiteX429" fmla="*/ 70087 w 540150"/>
                  <a:gd name="connsiteY429" fmla="*/ 87492 h 555075"/>
                  <a:gd name="connsiteX430" fmla="*/ 70422 w 540150"/>
                  <a:gd name="connsiteY430" fmla="*/ 85034 h 555075"/>
                  <a:gd name="connsiteX431" fmla="*/ 72880 w 540150"/>
                  <a:gd name="connsiteY431" fmla="*/ 83470 h 555075"/>
                  <a:gd name="connsiteX432" fmla="*/ 77573 w 540150"/>
                  <a:gd name="connsiteY432" fmla="*/ 77325 h 555075"/>
                  <a:gd name="connsiteX433" fmla="*/ 79361 w 540150"/>
                  <a:gd name="connsiteY433" fmla="*/ 73414 h 555075"/>
                  <a:gd name="connsiteX434" fmla="*/ 84724 w 540150"/>
                  <a:gd name="connsiteY434" fmla="*/ 71626 h 555075"/>
                  <a:gd name="connsiteX435" fmla="*/ 86511 w 540150"/>
                  <a:gd name="connsiteY435" fmla="*/ 67157 h 555075"/>
                  <a:gd name="connsiteX436" fmla="*/ 90981 w 540150"/>
                  <a:gd name="connsiteY436" fmla="*/ 64476 h 555075"/>
                  <a:gd name="connsiteX437" fmla="*/ 92657 w 540150"/>
                  <a:gd name="connsiteY437" fmla="*/ 61794 h 555075"/>
                  <a:gd name="connsiteX438" fmla="*/ 100813 w 540150"/>
                  <a:gd name="connsiteY438" fmla="*/ 56431 h 555075"/>
                  <a:gd name="connsiteX439" fmla="*/ 102601 w 540150"/>
                  <a:gd name="connsiteY439" fmla="*/ 51962 h 555075"/>
                  <a:gd name="connsiteX440" fmla="*/ 108857 w 540150"/>
                  <a:gd name="connsiteY440" fmla="*/ 51068 h 555075"/>
                  <a:gd name="connsiteX441" fmla="*/ 109360 w 540150"/>
                  <a:gd name="connsiteY441" fmla="*/ 48945 h 555075"/>
                  <a:gd name="connsiteX442" fmla="*/ 110645 w 540150"/>
                  <a:gd name="connsiteY442" fmla="*/ 46599 h 555075"/>
                  <a:gd name="connsiteX443" fmla="*/ 113774 w 540150"/>
                  <a:gd name="connsiteY443" fmla="*/ 45761 h 555075"/>
                  <a:gd name="connsiteX444" fmla="*/ 116902 w 540150"/>
                  <a:gd name="connsiteY444" fmla="*/ 44811 h 555075"/>
                  <a:gd name="connsiteX445" fmla="*/ 118690 w 540150"/>
                  <a:gd name="connsiteY445" fmla="*/ 39448 h 555075"/>
                  <a:gd name="connsiteX446" fmla="*/ 120582 w 540150"/>
                  <a:gd name="connsiteY446" fmla="*/ 39284 h 555075"/>
                  <a:gd name="connsiteX447" fmla="*/ 123047 w 540150"/>
                  <a:gd name="connsiteY447" fmla="*/ 39057 h 555075"/>
                  <a:gd name="connsiteX448" fmla="*/ 125498 w 540150"/>
                  <a:gd name="connsiteY448" fmla="*/ 38837 h 555075"/>
                  <a:gd name="connsiteX449" fmla="*/ 129416 w 540150"/>
                  <a:gd name="connsiteY449" fmla="*/ 37660 h 555075"/>
                  <a:gd name="connsiteX450" fmla="*/ 130310 w 540150"/>
                  <a:gd name="connsiteY450" fmla="*/ 33191 h 555075"/>
                  <a:gd name="connsiteX451" fmla="*/ 141930 w 540150"/>
                  <a:gd name="connsiteY451" fmla="*/ 31403 h 555075"/>
                  <a:gd name="connsiteX452" fmla="*/ 141930 w 540150"/>
                  <a:gd name="connsiteY452" fmla="*/ 26040 h 555075"/>
                  <a:gd name="connsiteX453" fmla="*/ 144213 w 540150"/>
                  <a:gd name="connsiteY453" fmla="*/ 25876 h 555075"/>
                  <a:gd name="connsiteX454" fmla="*/ 147181 w 540150"/>
                  <a:gd name="connsiteY454" fmla="*/ 25649 h 555075"/>
                  <a:gd name="connsiteX455" fmla="*/ 150135 w 540150"/>
                  <a:gd name="connsiteY455" fmla="*/ 25429 h 555075"/>
                  <a:gd name="connsiteX456" fmla="*/ 154443 w 540150"/>
                  <a:gd name="connsiteY456" fmla="*/ 24253 h 555075"/>
                  <a:gd name="connsiteX457" fmla="*/ 155337 w 540150"/>
                  <a:gd name="connsiteY457" fmla="*/ 19784 h 555075"/>
                  <a:gd name="connsiteX458" fmla="*/ 157816 w 540150"/>
                  <a:gd name="connsiteY458" fmla="*/ 19619 h 555075"/>
                  <a:gd name="connsiteX459" fmla="*/ 161035 w 540150"/>
                  <a:gd name="connsiteY459" fmla="*/ 19392 h 555075"/>
                  <a:gd name="connsiteX460" fmla="*/ 164241 w 540150"/>
                  <a:gd name="connsiteY460" fmla="*/ 19172 h 555075"/>
                  <a:gd name="connsiteX461" fmla="*/ 168745 w 540150"/>
                  <a:gd name="connsiteY461" fmla="*/ 17996 h 555075"/>
                  <a:gd name="connsiteX462" fmla="*/ 169639 w 540150"/>
                  <a:gd name="connsiteY462" fmla="*/ 13527 h 555075"/>
                  <a:gd name="connsiteX463" fmla="*/ 190197 w 540150"/>
                  <a:gd name="connsiteY463" fmla="*/ 12633 h 555075"/>
                  <a:gd name="connsiteX464" fmla="*/ 190197 w 540150"/>
                  <a:gd name="connsiteY464" fmla="*/ 7270 h 555075"/>
                  <a:gd name="connsiteX465" fmla="*/ 198329 w 540150"/>
                  <a:gd name="connsiteY465" fmla="*/ 6320 h 555075"/>
                  <a:gd name="connsiteX466" fmla="*/ 200946 w 540150"/>
                  <a:gd name="connsiteY466" fmla="*/ 6341 h 555075"/>
                  <a:gd name="connsiteX467" fmla="*/ 203661 w 540150"/>
                  <a:gd name="connsiteY467" fmla="*/ 6376 h 555075"/>
                  <a:gd name="connsiteX468" fmla="*/ 208999 w 540150"/>
                  <a:gd name="connsiteY468" fmla="*/ 6432 h 555075"/>
                  <a:gd name="connsiteX469" fmla="*/ 211384 w 540150"/>
                  <a:gd name="connsiteY469" fmla="*/ 6463 h 555075"/>
                  <a:gd name="connsiteX470" fmla="*/ 216118 w 540150"/>
                  <a:gd name="connsiteY470" fmla="*/ 5482 h 555075"/>
                  <a:gd name="connsiteX471" fmla="*/ 217012 w 540150"/>
                  <a:gd name="connsiteY471" fmla="*/ 119 h 55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540150" h="555075">
                    <a:moveTo>
                      <a:pt x="217012" y="119"/>
                    </a:moveTo>
                    <a:cubicBezTo>
                      <a:pt x="266567" y="119"/>
                      <a:pt x="316121" y="119"/>
                      <a:pt x="367178" y="119"/>
                    </a:cubicBezTo>
                    <a:cubicBezTo>
                      <a:pt x="367473" y="1889"/>
                      <a:pt x="367768" y="3659"/>
                      <a:pt x="368072" y="5482"/>
                    </a:cubicBezTo>
                    <a:cubicBezTo>
                      <a:pt x="373802" y="6318"/>
                      <a:pt x="379273" y="6428"/>
                      <a:pt x="385051" y="6262"/>
                    </a:cubicBezTo>
                    <a:cubicBezTo>
                      <a:pt x="388484" y="6210"/>
                      <a:pt x="391085" y="6212"/>
                      <a:pt x="393993" y="8164"/>
                    </a:cubicBezTo>
                    <a:cubicBezTo>
                      <a:pt x="393993" y="9638"/>
                      <a:pt x="393993" y="11113"/>
                      <a:pt x="393993" y="12633"/>
                    </a:cubicBezTo>
                    <a:cubicBezTo>
                      <a:pt x="400187" y="12928"/>
                      <a:pt x="406382" y="13223"/>
                      <a:pt x="412764" y="13527"/>
                    </a:cubicBezTo>
                    <a:cubicBezTo>
                      <a:pt x="413354" y="15296"/>
                      <a:pt x="413943" y="17066"/>
                      <a:pt x="414551" y="18890"/>
                    </a:cubicBezTo>
                    <a:cubicBezTo>
                      <a:pt x="418976" y="19185"/>
                      <a:pt x="423400" y="19480"/>
                      <a:pt x="427959" y="19784"/>
                    </a:cubicBezTo>
                    <a:cubicBezTo>
                      <a:pt x="427959" y="21553"/>
                      <a:pt x="427959" y="23323"/>
                      <a:pt x="427959" y="25147"/>
                    </a:cubicBezTo>
                    <a:cubicBezTo>
                      <a:pt x="434153" y="25589"/>
                      <a:pt x="434153" y="25589"/>
                      <a:pt x="440473" y="26040"/>
                    </a:cubicBezTo>
                    <a:cubicBezTo>
                      <a:pt x="441063" y="27810"/>
                      <a:pt x="441653" y="29580"/>
                      <a:pt x="442260" y="31403"/>
                    </a:cubicBezTo>
                    <a:cubicBezTo>
                      <a:pt x="444099" y="32267"/>
                      <a:pt x="444099" y="32267"/>
                      <a:pt x="446227" y="32353"/>
                    </a:cubicBezTo>
                    <a:cubicBezTo>
                      <a:pt x="448426" y="32692"/>
                      <a:pt x="448426" y="32692"/>
                      <a:pt x="450305" y="33191"/>
                    </a:cubicBezTo>
                    <a:cubicBezTo>
                      <a:pt x="451226" y="34664"/>
                      <a:pt x="452120" y="36154"/>
                      <a:pt x="452986" y="37660"/>
                    </a:cubicBezTo>
                    <a:cubicBezTo>
                      <a:pt x="455367" y="38602"/>
                      <a:pt x="457598" y="38990"/>
                      <a:pt x="460137" y="39448"/>
                    </a:cubicBezTo>
                    <a:cubicBezTo>
                      <a:pt x="460432" y="41218"/>
                      <a:pt x="460727" y="42988"/>
                      <a:pt x="461031" y="44811"/>
                    </a:cubicBezTo>
                    <a:cubicBezTo>
                      <a:pt x="464571" y="45254"/>
                      <a:pt x="464571" y="45254"/>
                      <a:pt x="468182" y="45705"/>
                    </a:cubicBezTo>
                    <a:cubicBezTo>
                      <a:pt x="468209" y="46728"/>
                      <a:pt x="468209" y="46728"/>
                      <a:pt x="468238" y="47772"/>
                    </a:cubicBezTo>
                    <a:cubicBezTo>
                      <a:pt x="468514" y="48565"/>
                      <a:pt x="468791" y="49357"/>
                      <a:pt x="469076" y="50174"/>
                    </a:cubicBezTo>
                    <a:cubicBezTo>
                      <a:pt x="471141" y="51113"/>
                      <a:pt x="473228" y="52007"/>
                      <a:pt x="475333" y="52856"/>
                    </a:cubicBezTo>
                    <a:cubicBezTo>
                      <a:pt x="476338" y="54643"/>
                      <a:pt x="476338" y="54643"/>
                      <a:pt x="477120" y="56431"/>
                    </a:cubicBezTo>
                    <a:cubicBezTo>
                      <a:pt x="477858" y="56873"/>
                      <a:pt x="478595" y="57316"/>
                      <a:pt x="479355" y="57772"/>
                    </a:cubicBezTo>
                    <a:cubicBezTo>
                      <a:pt x="481871" y="59282"/>
                      <a:pt x="482113" y="60160"/>
                      <a:pt x="483377" y="62688"/>
                    </a:cubicBezTo>
                    <a:cubicBezTo>
                      <a:pt x="484133" y="63130"/>
                      <a:pt x="484889" y="63573"/>
                      <a:pt x="485668" y="64029"/>
                    </a:cubicBezTo>
                    <a:cubicBezTo>
                      <a:pt x="487846" y="65369"/>
                      <a:pt x="487846" y="65369"/>
                      <a:pt x="488573" y="67325"/>
                    </a:cubicBezTo>
                    <a:cubicBezTo>
                      <a:pt x="488656" y="68127"/>
                      <a:pt x="488656" y="68127"/>
                      <a:pt x="488740" y="68945"/>
                    </a:cubicBezTo>
                    <a:cubicBezTo>
                      <a:pt x="490952" y="69387"/>
                      <a:pt x="490952" y="69387"/>
                      <a:pt x="493209" y="69839"/>
                    </a:cubicBezTo>
                    <a:cubicBezTo>
                      <a:pt x="493504" y="72198"/>
                      <a:pt x="493799" y="74558"/>
                      <a:pt x="494103" y="76989"/>
                    </a:cubicBezTo>
                    <a:cubicBezTo>
                      <a:pt x="494951" y="77155"/>
                      <a:pt x="495799" y="77321"/>
                      <a:pt x="496673" y="77492"/>
                    </a:cubicBezTo>
                    <a:cubicBezTo>
                      <a:pt x="497595" y="77916"/>
                      <a:pt x="498517" y="78340"/>
                      <a:pt x="499466" y="78777"/>
                    </a:cubicBezTo>
                    <a:cubicBezTo>
                      <a:pt x="500096" y="80853"/>
                      <a:pt x="500693" y="82939"/>
                      <a:pt x="501254" y="85034"/>
                    </a:cubicBezTo>
                    <a:cubicBezTo>
                      <a:pt x="502738" y="85643"/>
                      <a:pt x="504228" y="86238"/>
                      <a:pt x="505723" y="86822"/>
                    </a:cubicBezTo>
                    <a:cubicBezTo>
                      <a:pt x="506631" y="88901"/>
                      <a:pt x="507524" y="90987"/>
                      <a:pt x="508405" y="93079"/>
                    </a:cubicBezTo>
                    <a:cubicBezTo>
                      <a:pt x="509179" y="93484"/>
                      <a:pt x="509953" y="93890"/>
                      <a:pt x="510751" y="94308"/>
                    </a:cubicBezTo>
                    <a:cubicBezTo>
                      <a:pt x="512874" y="95760"/>
                      <a:pt x="512874" y="95760"/>
                      <a:pt x="513359" y="97705"/>
                    </a:cubicBezTo>
                    <a:cubicBezTo>
                      <a:pt x="513578" y="99744"/>
                      <a:pt x="513720" y="101755"/>
                      <a:pt x="513768" y="103805"/>
                    </a:cubicBezTo>
                    <a:cubicBezTo>
                      <a:pt x="515538" y="104100"/>
                      <a:pt x="517307" y="104395"/>
                      <a:pt x="519131" y="104698"/>
                    </a:cubicBezTo>
                    <a:cubicBezTo>
                      <a:pt x="519721" y="107943"/>
                      <a:pt x="520311" y="111188"/>
                      <a:pt x="520918" y="114531"/>
                    </a:cubicBezTo>
                    <a:cubicBezTo>
                      <a:pt x="522688" y="115121"/>
                      <a:pt x="524458" y="115711"/>
                      <a:pt x="526282" y="116318"/>
                    </a:cubicBezTo>
                    <a:cubicBezTo>
                      <a:pt x="526576" y="119858"/>
                      <a:pt x="526871" y="123398"/>
                      <a:pt x="527175" y="127045"/>
                    </a:cubicBezTo>
                    <a:cubicBezTo>
                      <a:pt x="528945" y="127634"/>
                      <a:pt x="530715" y="128224"/>
                      <a:pt x="532538" y="128832"/>
                    </a:cubicBezTo>
                    <a:cubicBezTo>
                      <a:pt x="532833" y="132962"/>
                      <a:pt x="533128" y="137091"/>
                      <a:pt x="533432" y="141346"/>
                    </a:cubicBezTo>
                    <a:cubicBezTo>
                      <a:pt x="535202" y="141936"/>
                      <a:pt x="536972" y="142526"/>
                      <a:pt x="538795" y="143134"/>
                    </a:cubicBezTo>
                    <a:cubicBezTo>
                      <a:pt x="538849" y="144006"/>
                      <a:pt x="538904" y="144878"/>
                      <a:pt x="538959" y="145777"/>
                    </a:cubicBezTo>
                    <a:cubicBezTo>
                      <a:pt x="539034" y="146914"/>
                      <a:pt x="539109" y="148051"/>
                      <a:pt x="539186" y="149223"/>
                    </a:cubicBezTo>
                    <a:cubicBezTo>
                      <a:pt x="539259" y="150353"/>
                      <a:pt x="539332" y="151484"/>
                      <a:pt x="539406" y="152648"/>
                    </a:cubicBezTo>
                    <a:cubicBezTo>
                      <a:pt x="539575" y="155640"/>
                      <a:pt x="539575" y="155640"/>
                      <a:pt x="540583" y="158329"/>
                    </a:cubicBezTo>
                    <a:cubicBezTo>
                      <a:pt x="542058" y="158624"/>
                      <a:pt x="543533" y="158919"/>
                      <a:pt x="545052" y="159223"/>
                    </a:cubicBezTo>
                    <a:cubicBezTo>
                      <a:pt x="545052" y="163942"/>
                      <a:pt x="545052" y="168662"/>
                      <a:pt x="545052" y="173524"/>
                    </a:cubicBezTo>
                    <a:cubicBezTo>
                      <a:pt x="541070" y="174852"/>
                      <a:pt x="541070" y="174852"/>
                      <a:pt x="537008" y="176206"/>
                    </a:cubicBezTo>
                    <a:cubicBezTo>
                      <a:pt x="536713" y="177681"/>
                      <a:pt x="536418" y="179155"/>
                      <a:pt x="536114" y="180675"/>
                    </a:cubicBezTo>
                    <a:cubicBezTo>
                      <a:pt x="535433" y="180693"/>
                      <a:pt x="534753" y="180710"/>
                      <a:pt x="534051" y="180729"/>
                    </a:cubicBezTo>
                    <a:cubicBezTo>
                      <a:pt x="530958" y="180814"/>
                      <a:pt x="527866" y="180912"/>
                      <a:pt x="524773" y="181010"/>
                    </a:cubicBezTo>
                    <a:cubicBezTo>
                      <a:pt x="523167" y="181052"/>
                      <a:pt x="523167" y="181052"/>
                      <a:pt x="521528" y="181094"/>
                    </a:cubicBezTo>
                    <a:cubicBezTo>
                      <a:pt x="520494" y="181129"/>
                      <a:pt x="519459" y="181163"/>
                      <a:pt x="518394" y="181199"/>
                    </a:cubicBezTo>
                    <a:cubicBezTo>
                      <a:pt x="517444" y="181227"/>
                      <a:pt x="516494" y="181255"/>
                      <a:pt x="515515" y="181284"/>
                    </a:cubicBezTo>
                    <a:cubicBezTo>
                      <a:pt x="512815" y="181575"/>
                      <a:pt x="510818" y="182122"/>
                      <a:pt x="508405" y="183357"/>
                    </a:cubicBezTo>
                    <a:cubicBezTo>
                      <a:pt x="507749" y="185158"/>
                      <a:pt x="507749" y="185158"/>
                      <a:pt x="507511" y="186932"/>
                    </a:cubicBezTo>
                    <a:cubicBezTo>
                      <a:pt x="505059" y="188158"/>
                      <a:pt x="503135" y="187895"/>
                      <a:pt x="500395" y="187850"/>
                    </a:cubicBezTo>
                    <a:cubicBezTo>
                      <a:pt x="499328" y="187839"/>
                      <a:pt x="498261" y="187828"/>
                      <a:pt x="497162" y="187817"/>
                    </a:cubicBezTo>
                    <a:cubicBezTo>
                      <a:pt x="494906" y="187786"/>
                      <a:pt x="492651" y="187751"/>
                      <a:pt x="490395" y="187712"/>
                    </a:cubicBezTo>
                    <a:cubicBezTo>
                      <a:pt x="488791" y="187698"/>
                      <a:pt x="488791" y="187698"/>
                      <a:pt x="487155" y="187683"/>
                    </a:cubicBezTo>
                    <a:cubicBezTo>
                      <a:pt x="486174" y="187668"/>
                      <a:pt x="485193" y="187652"/>
                      <a:pt x="484182" y="187637"/>
                    </a:cubicBezTo>
                    <a:cubicBezTo>
                      <a:pt x="481623" y="187823"/>
                      <a:pt x="480177" y="188284"/>
                      <a:pt x="478014" y="189613"/>
                    </a:cubicBezTo>
                    <a:cubicBezTo>
                      <a:pt x="478014" y="191088"/>
                      <a:pt x="478014" y="192563"/>
                      <a:pt x="478014" y="194083"/>
                    </a:cubicBezTo>
                    <a:cubicBezTo>
                      <a:pt x="464740" y="194525"/>
                      <a:pt x="464740" y="194525"/>
                      <a:pt x="451199" y="194976"/>
                    </a:cubicBezTo>
                    <a:cubicBezTo>
                      <a:pt x="451199" y="196746"/>
                      <a:pt x="451199" y="198516"/>
                      <a:pt x="451199" y="200340"/>
                    </a:cubicBezTo>
                    <a:cubicBezTo>
                      <a:pt x="450401" y="200362"/>
                      <a:pt x="449602" y="200384"/>
                      <a:pt x="448780" y="200407"/>
                    </a:cubicBezTo>
                    <a:cubicBezTo>
                      <a:pt x="445816" y="200492"/>
                      <a:pt x="442853" y="200581"/>
                      <a:pt x="439889" y="200672"/>
                    </a:cubicBezTo>
                    <a:cubicBezTo>
                      <a:pt x="438607" y="200711"/>
                      <a:pt x="437325" y="200748"/>
                      <a:pt x="436043" y="200784"/>
                    </a:cubicBezTo>
                    <a:cubicBezTo>
                      <a:pt x="434199" y="200836"/>
                      <a:pt x="432355" y="200893"/>
                      <a:pt x="430511" y="200951"/>
                    </a:cubicBezTo>
                    <a:cubicBezTo>
                      <a:pt x="429402" y="200983"/>
                      <a:pt x="428293" y="201016"/>
                      <a:pt x="427150" y="201050"/>
                    </a:cubicBezTo>
                    <a:cubicBezTo>
                      <a:pt x="424352" y="201118"/>
                      <a:pt x="424352" y="201118"/>
                      <a:pt x="421702" y="202127"/>
                    </a:cubicBezTo>
                    <a:cubicBezTo>
                      <a:pt x="421407" y="203602"/>
                      <a:pt x="421112" y="205077"/>
                      <a:pt x="420808" y="206596"/>
                    </a:cubicBezTo>
                    <a:cubicBezTo>
                      <a:pt x="408420" y="206596"/>
                      <a:pt x="396031" y="206596"/>
                      <a:pt x="383267" y="206596"/>
                    </a:cubicBezTo>
                    <a:cubicBezTo>
                      <a:pt x="382972" y="201582"/>
                      <a:pt x="382677" y="196568"/>
                      <a:pt x="382373" y="191401"/>
                    </a:cubicBezTo>
                    <a:cubicBezTo>
                      <a:pt x="380603" y="191106"/>
                      <a:pt x="378833" y="190811"/>
                      <a:pt x="377010" y="190507"/>
                    </a:cubicBezTo>
                    <a:cubicBezTo>
                      <a:pt x="376966" y="189839"/>
                      <a:pt x="376922" y="189171"/>
                      <a:pt x="376877" y="188482"/>
                    </a:cubicBezTo>
                    <a:cubicBezTo>
                      <a:pt x="376810" y="187602"/>
                      <a:pt x="376744" y="186722"/>
                      <a:pt x="376675" y="185815"/>
                    </a:cubicBezTo>
                    <a:cubicBezTo>
                      <a:pt x="376613" y="184944"/>
                      <a:pt x="376550" y="184072"/>
                      <a:pt x="376486" y="183175"/>
                    </a:cubicBezTo>
                    <a:cubicBezTo>
                      <a:pt x="376124" y="180729"/>
                      <a:pt x="375676" y="179159"/>
                      <a:pt x="374328" y="177100"/>
                    </a:cubicBezTo>
                    <a:cubicBezTo>
                      <a:pt x="372060" y="175953"/>
                      <a:pt x="372060" y="175953"/>
                      <a:pt x="369859" y="175312"/>
                    </a:cubicBezTo>
                    <a:cubicBezTo>
                      <a:pt x="369859" y="172952"/>
                      <a:pt x="369859" y="170592"/>
                      <a:pt x="369859" y="168161"/>
                    </a:cubicBezTo>
                    <a:cubicBezTo>
                      <a:pt x="369011" y="167811"/>
                      <a:pt x="368163" y="167461"/>
                      <a:pt x="367289" y="167100"/>
                    </a:cubicBezTo>
                    <a:cubicBezTo>
                      <a:pt x="364043" y="165217"/>
                      <a:pt x="363944" y="164387"/>
                      <a:pt x="362708" y="161010"/>
                    </a:cubicBezTo>
                    <a:cubicBezTo>
                      <a:pt x="361257" y="159772"/>
                      <a:pt x="359770" y="158574"/>
                      <a:pt x="358239" y="157435"/>
                    </a:cubicBezTo>
                    <a:cubicBezTo>
                      <a:pt x="357944" y="156845"/>
                      <a:pt x="357649" y="156255"/>
                      <a:pt x="357345" y="155647"/>
                    </a:cubicBezTo>
                    <a:cubicBezTo>
                      <a:pt x="356626" y="155408"/>
                      <a:pt x="355907" y="155168"/>
                      <a:pt x="355167" y="154921"/>
                    </a:cubicBezTo>
                    <a:cubicBezTo>
                      <a:pt x="352876" y="153860"/>
                      <a:pt x="352876" y="153860"/>
                      <a:pt x="351703" y="151513"/>
                    </a:cubicBezTo>
                    <a:cubicBezTo>
                      <a:pt x="351500" y="150813"/>
                      <a:pt x="351297" y="150112"/>
                      <a:pt x="351089" y="149391"/>
                    </a:cubicBezTo>
                    <a:cubicBezTo>
                      <a:pt x="348434" y="149096"/>
                      <a:pt x="345779" y="148801"/>
                      <a:pt x="343044" y="148497"/>
                    </a:cubicBezTo>
                    <a:cubicBezTo>
                      <a:pt x="343044" y="146727"/>
                      <a:pt x="343044" y="144957"/>
                      <a:pt x="343044" y="143134"/>
                    </a:cubicBezTo>
                    <a:cubicBezTo>
                      <a:pt x="338914" y="142839"/>
                      <a:pt x="334785" y="142544"/>
                      <a:pt x="330530" y="142240"/>
                    </a:cubicBezTo>
                    <a:cubicBezTo>
                      <a:pt x="330235" y="140765"/>
                      <a:pt x="329940" y="139290"/>
                      <a:pt x="329636" y="137771"/>
                    </a:cubicBezTo>
                    <a:cubicBezTo>
                      <a:pt x="327019" y="136462"/>
                      <a:pt x="324389" y="136753"/>
                      <a:pt x="321520" y="136761"/>
                    </a:cubicBezTo>
                    <a:cubicBezTo>
                      <a:pt x="320869" y="136760"/>
                      <a:pt x="320218" y="136758"/>
                      <a:pt x="319547" y="136756"/>
                    </a:cubicBezTo>
                    <a:cubicBezTo>
                      <a:pt x="317389" y="136752"/>
                      <a:pt x="315230" y="136755"/>
                      <a:pt x="313072" y="136758"/>
                    </a:cubicBezTo>
                    <a:cubicBezTo>
                      <a:pt x="311576" y="136757"/>
                      <a:pt x="310080" y="136757"/>
                      <a:pt x="308584" y="136755"/>
                    </a:cubicBezTo>
                    <a:cubicBezTo>
                      <a:pt x="305446" y="136754"/>
                      <a:pt x="302308" y="136756"/>
                      <a:pt x="299170" y="136760"/>
                    </a:cubicBezTo>
                    <a:cubicBezTo>
                      <a:pt x="295142" y="136765"/>
                      <a:pt x="291115" y="136762"/>
                      <a:pt x="287087" y="136757"/>
                    </a:cubicBezTo>
                    <a:cubicBezTo>
                      <a:pt x="283997" y="136754"/>
                      <a:pt x="280906" y="136755"/>
                      <a:pt x="277816" y="136757"/>
                    </a:cubicBezTo>
                    <a:cubicBezTo>
                      <a:pt x="276331" y="136758"/>
                      <a:pt x="274846" y="136757"/>
                      <a:pt x="273360" y="136755"/>
                    </a:cubicBezTo>
                    <a:cubicBezTo>
                      <a:pt x="271286" y="136753"/>
                      <a:pt x="269213" y="136756"/>
                      <a:pt x="267139" y="136761"/>
                    </a:cubicBezTo>
                    <a:cubicBezTo>
                      <a:pt x="266213" y="136758"/>
                      <a:pt x="266213" y="136758"/>
                      <a:pt x="265267" y="136756"/>
                    </a:cubicBezTo>
                    <a:cubicBezTo>
                      <a:pt x="262036" y="136734"/>
                      <a:pt x="262036" y="136734"/>
                      <a:pt x="259023" y="137771"/>
                    </a:cubicBezTo>
                    <a:cubicBezTo>
                      <a:pt x="259023" y="139245"/>
                      <a:pt x="259023" y="140720"/>
                      <a:pt x="259023" y="142240"/>
                    </a:cubicBezTo>
                    <a:cubicBezTo>
                      <a:pt x="254598" y="142535"/>
                      <a:pt x="250174" y="142830"/>
                      <a:pt x="245615" y="143134"/>
                    </a:cubicBezTo>
                    <a:cubicBezTo>
                      <a:pt x="245025" y="144608"/>
                      <a:pt x="244435" y="146083"/>
                      <a:pt x="243828" y="147603"/>
                    </a:cubicBezTo>
                    <a:cubicBezTo>
                      <a:pt x="241893" y="148626"/>
                      <a:pt x="241893" y="148626"/>
                      <a:pt x="239694" y="149223"/>
                    </a:cubicBezTo>
                    <a:cubicBezTo>
                      <a:pt x="238963" y="149432"/>
                      <a:pt x="238232" y="149640"/>
                      <a:pt x="237480" y="149855"/>
                    </a:cubicBezTo>
                    <a:cubicBezTo>
                      <a:pt x="236920" y="149997"/>
                      <a:pt x="236360" y="150138"/>
                      <a:pt x="235783" y="150284"/>
                    </a:cubicBezTo>
                    <a:cubicBezTo>
                      <a:pt x="235488" y="151759"/>
                      <a:pt x="235193" y="153234"/>
                      <a:pt x="234889" y="154754"/>
                    </a:cubicBezTo>
                    <a:cubicBezTo>
                      <a:pt x="232824" y="155049"/>
                      <a:pt x="230760" y="155344"/>
                      <a:pt x="228632" y="155647"/>
                    </a:cubicBezTo>
                    <a:cubicBezTo>
                      <a:pt x="228042" y="157712"/>
                      <a:pt x="227452" y="159777"/>
                      <a:pt x="226845" y="161904"/>
                    </a:cubicBezTo>
                    <a:cubicBezTo>
                      <a:pt x="226126" y="161886"/>
                      <a:pt x="225407" y="161867"/>
                      <a:pt x="224666" y="161848"/>
                    </a:cubicBezTo>
                    <a:cubicBezTo>
                      <a:pt x="222435" y="161639"/>
                      <a:pt x="222435" y="161639"/>
                      <a:pt x="221481" y="162798"/>
                    </a:cubicBezTo>
                    <a:cubicBezTo>
                      <a:pt x="221132" y="164149"/>
                      <a:pt x="220820" y="165511"/>
                      <a:pt x="220532" y="166876"/>
                    </a:cubicBezTo>
                    <a:cubicBezTo>
                      <a:pt x="220374" y="167615"/>
                      <a:pt x="220216" y="168353"/>
                      <a:pt x="220053" y="169114"/>
                    </a:cubicBezTo>
                    <a:cubicBezTo>
                      <a:pt x="219935" y="169685"/>
                      <a:pt x="219816" y="170255"/>
                      <a:pt x="219694" y="170843"/>
                    </a:cubicBezTo>
                    <a:cubicBezTo>
                      <a:pt x="218219" y="171138"/>
                      <a:pt x="216744" y="171433"/>
                      <a:pt x="215225" y="171737"/>
                    </a:cubicBezTo>
                    <a:cubicBezTo>
                      <a:pt x="215147" y="172297"/>
                      <a:pt x="215070" y="172857"/>
                      <a:pt x="214991" y="173433"/>
                    </a:cubicBezTo>
                    <a:cubicBezTo>
                      <a:pt x="214611" y="175640"/>
                      <a:pt x="214203" y="177676"/>
                      <a:pt x="213437" y="179781"/>
                    </a:cubicBezTo>
                    <a:cubicBezTo>
                      <a:pt x="211146" y="181010"/>
                      <a:pt x="211146" y="181010"/>
                      <a:pt x="208968" y="181569"/>
                    </a:cubicBezTo>
                    <a:cubicBezTo>
                      <a:pt x="208025" y="184396"/>
                      <a:pt x="207794" y="186815"/>
                      <a:pt x="207571" y="189781"/>
                    </a:cubicBezTo>
                    <a:cubicBezTo>
                      <a:pt x="207496" y="190752"/>
                      <a:pt x="207421" y="191724"/>
                      <a:pt x="207344" y="192724"/>
                    </a:cubicBezTo>
                    <a:cubicBezTo>
                      <a:pt x="207290" y="193468"/>
                      <a:pt x="207236" y="194211"/>
                      <a:pt x="207180" y="194976"/>
                    </a:cubicBezTo>
                    <a:cubicBezTo>
                      <a:pt x="205705" y="195271"/>
                      <a:pt x="204230" y="195566"/>
                      <a:pt x="202711" y="195870"/>
                    </a:cubicBezTo>
                    <a:cubicBezTo>
                      <a:pt x="201860" y="198422"/>
                      <a:pt x="201647" y="200259"/>
                      <a:pt x="201534" y="202920"/>
                    </a:cubicBezTo>
                    <a:cubicBezTo>
                      <a:pt x="201478" y="204177"/>
                      <a:pt x="201478" y="204177"/>
                      <a:pt x="201421" y="205460"/>
                    </a:cubicBezTo>
                    <a:cubicBezTo>
                      <a:pt x="201386" y="206333"/>
                      <a:pt x="201350" y="207206"/>
                      <a:pt x="201314" y="208105"/>
                    </a:cubicBezTo>
                    <a:cubicBezTo>
                      <a:pt x="201256" y="209430"/>
                      <a:pt x="201256" y="209430"/>
                      <a:pt x="201197" y="210781"/>
                    </a:cubicBezTo>
                    <a:cubicBezTo>
                      <a:pt x="201102" y="212961"/>
                      <a:pt x="201011" y="215142"/>
                      <a:pt x="200923" y="217323"/>
                    </a:cubicBezTo>
                    <a:cubicBezTo>
                      <a:pt x="200204" y="217304"/>
                      <a:pt x="199485" y="217286"/>
                      <a:pt x="198744" y="217267"/>
                    </a:cubicBezTo>
                    <a:cubicBezTo>
                      <a:pt x="196513" y="217058"/>
                      <a:pt x="196513" y="217058"/>
                      <a:pt x="195560" y="218216"/>
                    </a:cubicBezTo>
                    <a:cubicBezTo>
                      <a:pt x="195470" y="219771"/>
                      <a:pt x="195443" y="221330"/>
                      <a:pt x="195441" y="222887"/>
                    </a:cubicBezTo>
                    <a:cubicBezTo>
                      <a:pt x="195437" y="223900"/>
                      <a:pt x="195433" y="224912"/>
                      <a:pt x="195429" y="225956"/>
                    </a:cubicBezTo>
                    <a:cubicBezTo>
                      <a:pt x="195429" y="227076"/>
                      <a:pt x="195430" y="228197"/>
                      <a:pt x="195430" y="229352"/>
                    </a:cubicBezTo>
                    <a:cubicBezTo>
                      <a:pt x="195427" y="230525"/>
                      <a:pt x="195424" y="231698"/>
                      <a:pt x="195421" y="232906"/>
                    </a:cubicBezTo>
                    <a:cubicBezTo>
                      <a:pt x="195413" y="236132"/>
                      <a:pt x="195411" y="239359"/>
                      <a:pt x="195411" y="242585"/>
                    </a:cubicBezTo>
                    <a:cubicBezTo>
                      <a:pt x="195410" y="245275"/>
                      <a:pt x="195406" y="247965"/>
                      <a:pt x="195403" y="250655"/>
                    </a:cubicBezTo>
                    <a:cubicBezTo>
                      <a:pt x="195396" y="257001"/>
                      <a:pt x="195394" y="263346"/>
                      <a:pt x="195394" y="269692"/>
                    </a:cubicBezTo>
                    <a:cubicBezTo>
                      <a:pt x="195395" y="276244"/>
                      <a:pt x="195386" y="282796"/>
                      <a:pt x="195371" y="289349"/>
                    </a:cubicBezTo>
                    <a:cubicBezTo>
                      <a:pt x="195360" y="294967"/>
                      <a:pt x="195355" y="300586"/>
                      <a:pt x="195356" y="306205"/>
                    </a:cubicBezTo>
                    <a:cubicBezTo>
                      <a:pt x="195356" y="309564"/>
                      <a:pt x="195353" y="312923"/>
                      <a:pt x="195344" y="316281"/>
                    </a:cubicBezTo>
                    <a:cubicBezTo>
                      <a:pt x="195334" y="320027"/>
                      <a:pt x="195338" y="323772"/>
                      <a:pt x="195343" y="327518"/>
                    </a:cubicBezTo>
                    <a:cubicBezTo>
                      <a:pt x="195338" y="328635"/>
                      <a:pt x="195333" y="329752"/>
                      <a:pt x="195328" y="330903"/>
                    </a:cubicBezTo>
                    <a:cubicBezTo>
                      <a:pt x="195331" y="331921"/>
                      <a:pt x="195335" y="332939"/>
                      <a:pt x="195339" y="333987"/>
                    </a:cubicBezTo>
                    <a:cubicBezTo>
                      <a:pt x="195339" y="334874"/>
                      <a:pt x="195338" y="335760"/>
                      <a:pt x="195338" y="336673"/>
                    </a:cubicBezTo>
                    <a:cubicBezTo>
                      <a:pt x="195408" y="339111"/>
                      <a:pt x="195408" y="339111"/>
                      <a:pt x="197348" y="341566"/>
                    </a:cubicBezTo>
                    <a:cubicBezTo>
                      <a:pt x="198528" y="341566"/>
                      <a:pt x="199708" y="341566"/>
                      <a:pt x="200923" y="341566"/>
                    </a:cubicBezTo>
                    <a:cubicBezTo>
                      <a:pt x="200941" y="342202"/>
                      <a:pt x="200959" y="342838"/>
                      <a:pt x="200977" y="343493"/>
                    </a:cubicBezTo>
                    <a:cubicBezTo>
                      <a:pt x="201062" y="346371"/>
                      <a:pt x="201160" y="349248"/>
                      <a:pt x="201258" y="352125"/>
                    </a:cubicBezTo>
                    <a:cubicBezTo>
                      <a:pt x="201300" y="353626"/>
                      <a:pt x="201300" y="353626"/>
                      <a:pt x="201342" y="355157"/>
                    </a:cubicBezTo>
                    <a:cubicBezTo>
                      <a:pt x="201394" y="356596"/>
                      <a:pt x="201394" y="356596"/>
                      <a:pt x="201447" y="358064"/>
                    </a:cubicBezTo>
                    <a:cubicBezTo>
                      <a:pt x="201475" y="358949"/>
                      <a:pt x="201503" y="359834"/>
                      <a:pt x="201532" y="360745"/>
                    </a:cubicBezTo>
                    <a:cubicBezTo>
                      <a:pt x="201672" y="363234"/>
                      <a:pt x="201672" y="363234"/>
                      <a:pt x="203605" y="365700"/>
                    </a:cubicBezTo>
                    <a:cubicBezTo>
                      <a:pt x="204785" y="365700"/>
                      <a:pt x="205964" y="365700"/>
                      <a:pt x="207180" y="365700"/>
                    </a:cubicBezTo>
                    <a:cubicBezTo>
                      <a:pt x="207230" y="367105"/>
                      <a:pt x="207230" y="367105"/>
                      <a:pt x="207281" y="368539"/>
                    </a:cubicBezTo>
                    <a:cubicBezTo>
                      <a:pt x="207340" y="369771"/>
                      <a:pt x="207399" y="371004"/>
                      <a:pt x="207459" y="372236"/>
                    </a:cubicBezTo>
                    <a:cubicBezTo>
                      <a:pt x="207480" y="372853"/>
                      <a:pt x="207500" y="373470"/>
                      <a:pt x="207520" y="374106"/>
                    </a:cubicBezTo>
                    <a:cubicBezTo>
                      <a:pt x="207704" y="377685"/>
                      <a:pt x="207704" y="377685"/>
                      <a:pt x="209285" y="380822"/>
                    </a:cubicBezTo>
                    <a:cubicBezTo>
                      <a:pt x="210871" y="381956"/>
                      <a:pt x="210871" y="381956"/>
                      <a:pt x="213437" y="382683"/>
                    </a:cubicBezTo>
                    <a:cubicBezTo>
                      <a:pt x="214128" y="384436"/>
                      <a:pt x="214128" y="384436"/>
                      <a:pt x="214666" y="386594"/>
                    </a:cubicBezTo>
                    <a:cubicBezTo>
                      <a:pt x="215645" y="390040"/>
                      <a:pt x="215645" y="390040"/>
                      <a:pt x="218409" y="392292"/>
                    </a:cubicBezTo>
                    <a:cubicBezTo>
                      <a:pt x="219128" y="392661"/>
                      <a:pt x="219847" y="393029"/>
                      <a:pt x="220588" y="393409"/>
                    </a:cubicBezTo>
                    <a:cubicBezTo>
                      <a:pt x="220864" y="394147"/>
                      <a:pt x="221141" y="394884"/>
                      <a:pt x="221426" y="395644"/>
                    </a:cubicBezTo>
                    <a:cubicBezTo>
                      <a:pt x="222209" y="398157"/>
                      <a:pt x="222209" y="398157"/>
                      <a:pt x="225057" y="399219"/>
                    </a:cubicBezTo>
                    <a:cubicBezTo>
                      <a:pt x="225942" y="399662"/>
                      <a:pt x="226827" y="400104"/>
                      <a:pt x="227738" y="400560"/>
                    </a:cubicBezTo>
                    <a:cubicBezTo>
                      <a:pt x="227978" y="401297"/>
                      <a:pt x="228218" y="402035"/>
                      <a:pt x="228465" y="402795"/>
                    </a:cubicBezTo>
                    <a:cubicBezTo>
                      <a:pt x="229279" y="405170"/>
                      <a:pt x="229279" y="405170"/>
                      <a:pt x="231321" y="405724"/>
                    </a:cubicBezTo>
                    <a:cubicBezTo>
                      <a:pt x="232037" y="405919"/>
                      <a:pt x="232754" y="406114"/>
                      <a:pt x="233492" y="406314"/>
                    </a:cubicBezTo>
                    <a:cubicBezTo>
                      <a:pt x="235710" y="406918"/>
                      <a:pt x="235710" y="406918"/>
                      <a:pt x="237571" y="407711"/>
                    </a:cubicBezTo>
                    <a:cubicBezTo>
                      <a:pt x="238124" y="409093"/>
                      <a:pt x="238124" y="409093"/>
                      <a:pt x="238688" y="410504"/>
                    </a:cubicBezTo>
                    <a:cubicBezTo>
                      <a:pt x="239204" y="411352"/>
                      <a:pt x="239720" y="412200"/>
                      <a:pt x="240252" y="413074"/>
                    </a:cubicBezTo>
                    <a:cubicBezTo>
                      <a:pt x="244119" y="413844"/>
                      <a:pt x="247937" y="413956"/>
                      <a:pt x="251872" y="413968"/>
                    </a:cubicBezTo>
                    <a:cubicBezTo>
                      <a:pt x="252167" y="415442"/>
                      <a:pt x="252462" y="416917"/>
                      <a:pt x="252766" y="418437"/>
                    </a:cubicBezTo>
                    <a:cubicBezTo>
                      <a:pt x="255959" y="419501"/>
                      <a:pt x="258855" y="419456"/>
                      <a:pt x="262177" y="419446"/>
                    </a:cubicBezTo>
                    <a:cubicBezTo>
                      <a:pt x="263202" y="419449"/>
                      <a:pt x="263202" y="419449"/>
                      <a:pt x="264248" y="419451"/>
                    </a:cubicBezTo>
                    <a:cubicBezTo>
                      <a:pt x="266509" y="419455"/>
                      <a:pt x="268770" y="419452"/>
                      <a:pt x="271030" y="419449"/>
                    </a:cubicBezTo>
                    <a:cubicBezTo>
                      <a:pt x="272601" y="419450"/>
                      <a:pt x="274172" y="419451"/>
                      <a:pt x="275743" y="419452"/>
                    </a:cubicBezTo>
                    <a:cubicBezTo>
                      <a:pt x="279036" y="419453"/>
                      <a:pt x="282329" y="419451"/>
                      <a:pt x="285623" y="419447"/>
                    </a:cubicBezTo>
                    <a:cubicBezTo>
                      <a:pt x="289844" y="419442"/>
                      <a:pt x="294065" y="419445"/>
                      <a:pt x="298286" y="419450"/>
                    </a:cubicBezTo>
                    <a:cubicBezTo>
                      <a:pt x="301530" y="419454"/>
                      <a:pt x="304774" y="419453"/>
                      <a:pt x="308019" y="419450"/>
                    </a:cubicBezTo>
                    <a:cubicBezTo>
                      <a:pt x="309575" y="419450"/>
                      <a:pt x="311131" y="419450"/>
                      <a:pt x="312688" y="419453"/>
                    </a:cubicBezTo>
                    <a:cubicBezTo>
                      <a:pt x="314864" y="419455"/>
                      <a:pt x="317040" y="419451"/>
                      <a:pt x="319216" y="419446"/>
                    </a:cubicBezTo>
                    <a:cubicBezTo>
                      <a:pt x="320180" y="419449"/>
                      <a:pt x="320180" y="419449"/>
                      <a:pt x="321165" y="419452"/>
                    </a:cubicBezTo>
                    <a:cubicBezTo>
                      <a:pt x="324117" y="419439"/>
                      <a:pt x="326813" y="419350"/>
                      <a:pt x="329636" y="418437"/>
                    </a:cubicBezTo>
                    <a:cubicBezTo>
                      <a:pt x="329931" y="416962"/>
                      <a:pt x="330226" y="415487"/>
                      <a:pt x="330530" y="413968"/>
                    </a:cubicBezTo>
                    <a:cubicBezTo>
                      <a:pt x="334365" y="413378"/>
                      <a:pt x="338199" y="412788"/>
                      <a:pt x="342150" y="412180"/>
                    </a:cubicBezTo>
                    <a:cubicBezTo>
                      <a:pt x="342445" y="410705"/>
                      <a:pt x="342740" y="409230"/>
                      <a:pt x="343044" y="407711"/>
                    </a:cubicBezTo>
                    <a:cubicBezTo>
                      <a:pt x="344731" y="407628"/>
                      <a:pt x="344731" y="407628"/>
                      <a:pt x="346452" y="407543"/>
                    </a:cubicBezTo>
                    <a:cubicBezTo>
                      <a:pt x="348421" y="407355"/>
                      <a:pt x="348421" y="407355"/>
                      <a:pt x="350195" y="406817"/>
                    </a:cubicBezTo>
                    <a:cubicBezTo>
                      <a:pt x="351762" y="404726"/>
                      <a:pt x="351762" y="404726"/>
                      <a:pt x="352876" y="402348"/>
                    </a:cubicBezTo>
                    <a:cubicBezTo>
                      <a:pt x="354360" y="401443"/>
                      <a:pt x="355849" y="400549"/>
                      <a:pt x="357345" y="399666"/>
                    </a:cubicBezTo>
                    <a:cubicBezTo>
                      <a:pt x="357640" y="399076"/>
                      <a:pt x="357935" y="398486"/>
                      <a:pt x="358239" y="397879"/>
                    </a:cubicBezTo>
                    <a:cubicBezTo>
                      <a:pt x="359133" y="396091"/>
                      <a:pt x="359133" y="396091"/>
                      <a:pt x="361479" y="394918"/>
                    </a:cubicBezTo>
                    <a:cubicBezTo>
                      <a:pt x="362530" y="394171"/>
                      <a:pt x="362530" y="394171"/>
                      <a:pt x="363602" y="393409"/>
                    </a:cubicBezTo>
                    <a:cubicBezTo>
                      <a:pt x="363975" y="390168"/>
                      <a:pt x="363975" y="390168"/>
                      <a:pt x="363602" y="387152"/>
                    </a:cubicBezTo>
                    <a:cubicBezTo>
                      <a:pt x="364450" y="387023"/>
                      <a:pt x="365298" y="386894"/>
                      <a:pt x="366172" y="386761"/>
                    </a:cubicBezTo>
                    <a:cubicBezTo>
                      <a:pt x="367094" y="386300"/>
                      <a:pt x="368016" y="385840"/>
                      <a:pt x="368965" y="385365"/>
                    </a:cubicBezTo>
                    <a:cubicBezTo>
                      <a:pt x="369604" y="383314"/>
                      <a:pt x="369873" y="381304"/>
                      <a:pt x="370191" y="379181"/>
                    </a:cubicBezTo>
                    <a:cubicBezTo>
                      <a:pt x="370376" y="378567"/>
                      <a:pt x="370562" y="377953"/>
                      <a:pt x="370753" y="377320"/>
                    </a:cubicBezTo>
                    <a:cubicBezTo>
                      <a:pt x="371656" y="376951"/>
                      <a:pt x="372560" y="376583"/>
                      <a:pt x="373490" y="376203"/>
                    </a:cubicBezTo>
                    <a:cubicBezTo>
                      <a:pt x="374790" y="375429"/>
                      <a:pt x="374790" y="375429"/>
                      <a:pt x="376116" y="374639"/>
                    </a:cubicBezTo>
                    <a:cubicBezTo>
                      <a:pt x="376891" y="370773"/>
                      <a:pt x="376999" y="366954"/>
                      <a:pt x="377010" y="363019"/>
                    </a:cubicBezTo>
                    <a:cubicBezTo>
                      <a:pt x="377729" y="362908"/>
                      <a:pt x="378448" y="362797"/>
                      <a:pt x="379189" y="362684"/>
                    </a:cubicBezTo>
                    <a:cubicBezTo>
                      <a:pt x="379945" y="362499"/>
                      <a:pt x="380700" y="362315"/>
                      <a:pt x="381479" y="362125"/>
                    </a:cubicBezTo>
                    <a:cubicBezTo>
                      <a:pt x="382954" y="359176"/>
                      <a:pt x="382715" y="355876"/>
                      <a:pt x="382876" y="352628"/>
                    </a:cubicBezTo>
                    <a:cubicBezTo>
                      <a:pt x="382914" y="351911"/>
                      <a:pt x="382953" y="351194"/>
                      <a:pt x="382993" y="350456"/>
                    </a:cubicBezTo>
                    <a:cubicBezTo>
                      <a:pt x="383088" y="348685"/>
                      <a:pt x="383178" y="346913"/>
                      <a:pt x="383267" y="345142"/>
                    </a:cubicBezTo>
                    <a:cubicBezTo>
                      <a:pt x="385037" y="344552"/>
                      <a:pt x="386806" y="343962"/>
                      <a:pt x="388630" y="343354"/>
                    </a:cubicBezTo>
                    <a:cubicBezTo>
                      <a:pt x="388925" y="337160"/>
                      <a:pt x="389220" y="330966"/>
                      <a:pt x="389524" y="324584"/>
                    </a:cubicBezTo>
                    <a:cubicBezTo>
                      <a:pt x="393224" y="322733"/>
                      <a:pt x="394801" y="322575"/>
                      <a:pt x="398829" y="322590"/>
                    </a:cubicBezTo>
                    <a:cubicBezTo>
                      <a:pt x="399934" y="322592"/>
                      <a:pt x="401040" y="322593"/>
                      <a:pt x="402179" y="322595"/>
                    </a:cubicBezTo>
                    <a:cubicBezTo>
                      <a:pt x="403331" y="322606"/>
                      <a:pt x="404482" y="322617"/>
                      <a:pt x="405669" y="322628"/>
                    </a:cubicBezTo>
                    <a:cubicBezTo>
                      <a:pt x="406824" y="322629"/>
                      <a:pt x="407979" y="322629"/>
                      <a:pt x="409169" y="322630"/>
                    </a:cubicBezTo>
                    <a:cubicBezTo>
                      <a:pt x="417750" y="322670"/>
                      <a:pt x="417750" y="322670"/>
                      <a:pt x="420808" y="323690"/>
                    </a:cubicBezTo>
                    <a:cubicBezTo>
                      <a:pt x="420808" y="325165"/>
                      <a:pt x="420808" y="326639"/>
                      <a:pt x="420808" y="328159"/>
                    </a:cubicBezTo>
                    <a:cubicBezTo>
                      <a:pt x="425387" y="329041"/>
                      <a:pt x="429905" y="329330"/>
                      <a:pt x="434551" y="329556"/>
                    </a:cubicBezTo>
                    <a:cubicBezTo>
                      <a:pt x="435294" y="329594"/>
                      <a:pt x="436037" y="329633"/>
                      <a:pt x="436803" y="329672"/>
                    </a:cubicBezTo>
                    <a:cubicBezTo>
                      <a:pt x="438622" y="329767"/>
                      <a:pt x="440441" y="329857"/>
                      <a:pt x="442260" y="329947"/>
                    </a:cubicBezTo>
                    <a:cubicBezTo>
                      <a:pt x="442260" y="331421"/>
                      <a:pt x="442260" y="332896"/>
                      <a:pt x="442260" y="334416"/>
                    </a:cubicBezTo>
                    <a:cubicBezTo>
                      <a:pt x="444967" y="335185"/>
                      <a:pt x="447483" y="335473"/>
                      <a:pt x="450291" y="335592"/>
                    </a:cubicBezTo>
                    <a:cubicBezTo>
                      <a:pt x="451126" y="335630"/>
                      <a:pt x="451962" y="335667"/>
                      <a:pt x="452822" y="335706"/>
                    </a:cubicBezTo>
                    <a:cubicBezTo>
                      <a:pt x="454120" y="335759"/>
                      <a:pt x="454120" y="335759"/>
                      <a:pt x="455445" y="335812"/>
                    </a:cubicBezTo>
                    <a:cubicBezTo>
                      <a:pt x="456324" y="335851"/>
                      <a:pt x="457203" y="335890"/>
                      <a:pt x="458109" y="335929"/>
                    </a:cubicBezTo>
                    <a:cubicBezTo>
                      <a:pt x="460274" y="336024"/>
                      <a:pt x="462440" y="336115"/>
                      <a:pt x="464606" y="336203"/>
                    </a:cubicBezTo>
                    <a:cubicBezTo>
                      <a:pt x="464735" y="336922"/>
                      <a:pt x="464865" y="337641"/>
                      <a:pt x="464997" y="338382"/>
                    </a:cubicBezTo>
                    <a:cubicBezTo>
                      <a:pt x="465269" y="340602"/>
                      <a:pt x="465269" y="340602"/>
                      <a:pt x="466394" y="341566"/>
                    </a:cubicBezTo>
                    <a:cubicBezTo>
                      <a:pt x="467853" y="341707"/>
                      <a:pt x="469318" y="341791"/>
                      <a:pt x="470783" y="341849"/>
                    </a:cubicBezTo>
                    <a:cubicBezTo>
                      <a:pt x="471667" y="341887"/>
                      <a:pt x="472552" y="341924"/>
                      <a:pt x="473463" y="341963"/>
                    </a:cubicBezTo>
                    <a:cubicBezTo>
                      <a:pt x="474858" y="342015"/>
                      <a:pt x="474858" y="342015"/>
                      <a:pt x="476282" y="342069"/>
                    </a:cubicBezTo>
                    <a:cubicBezTo>
                      <a:pt x="477216" y="342108"/>
                      <a:pt x="478150" y="342146"/>
                      <a:pt x="479112" y="342186"/>
                    </a:cubicBezTo>
                    <a:cubicBezTo>
                      <a:pt x="481428" y="342281"/>
                      <a:pt x="483743" y="342373"/>
                      <a:pt x="486059" y="342460"/>
                    </a:cubicBezTo>
                    <a:cubicBezTo>
                      <a:pt x="486059" y="344230"/>
                      <a:pt x="486059" y="346000"/>
                      <a:pt x="486059" y="347823"/>
                    </a:cubicBezTo>
                    <a:cubicBezTo>
                      <a:pt x="486645" y="347841"/>
                      <a:pt x="487231" y="347859"/>
                      <a:pt x="487835" y="347877"/>
                    </a:cubicBezTo>
                    <a:cubicBezTo>
                      <a:pt x="490484" y="347962"/>
                      <a:pt x="493131" y="348060"/>
                      <a:pt x="495779" y="348159"/>
                    </a:cubicBezTo>
                    <a:cubicBezTo>
                      <a:pt x="496702" y="348186"/>
                      <a:pt x="497625" y="348214"/>
                      <a:pt x="498576" y="348242"/>
                    </a:cubicBezTo>
                    <a:cubicBezTo>
                      <a:pt x="499457" y="348277"/>
                      <a:pt x="500339" y="348312"/>
                      <a:pt x="501247" y="348347"/>
                    </a:cubicBezTo>
                    <a:cubicBezTo>
                      <a:pt x="502061" y="348375"/>
                      <a:pt x="502876" y="348403"/>
                      <a:pt x="503715" y="348432"/>
                    </a:cubicBezTo>
                    <a:cubicBezTo>
                      <a:pt x="505723" y="348717"/>
                      <a:pt x="505723" y="348717"/>
                      <a:pt x="507511" y="350505"/>
                    </a:cubicBezTo>
                    <a:cubicBezTo>
                      <a:pt x="507511" y="351685"/>
                      <a:pt x="507511" y="352865"/>
                      <a:pt x="507511" y="354080"/>
                    </a:cubicBezTo>
                    <a:cubicBezTo>
                      <a:pt x="512234" y="355002"/>
                      <a:pt x="516906" y="355257"/>
                      <a:pt x="521701" y="355477"/>
                    </a:cubicBezTo>
                    <a:cubicBezTo>
                      <a:pt x="522486" y="355516"/>
                      <a:pt x="523272" y="355554"/>
                      <a:pt x="524082" y="355594"/>
                    </a:cubicBezTo>
                    <a:cubicBezTo>
                      <a:pt x="526007" y="355688"/>
                      <a:pt x="527932" y="355778"/>
                      <a:pt x="529857" y="355868"/>
                    </a:cubicBezTo>
                    <a:cubicBezTo>
                      <a:pt x="529986" y="356587"/>
                      <a:pt x="530115" y="357306"/>
                      <a:pt x="530248" y="358047"/>
                    </a:cubicBezTo>
                    <a:cubicBezTo>
                      <a:pt x="530520" y="360267"/>
                      <a:pt x="530520" y="360267"/>
                      <a:pt x="531645" y="361231"/>
                    </a:cubicBezTo>
                    <a:cubicBezTo>
                      <a:pt x="533104" y="361371"/>
                      <a:pt x="534569" y="361455"/>
                      <a:pt x="536033" y="361514"/>
                    </a:cubicBezTo>
                    <a:cubicBezTo>
                      <a:pt x="536918" y="361551"/>
                      <a:pt x="537802" y="361589"/>
                      <a:pt x="538713" y="361627"/>
                    </a:cubicBezTo>
                    <a:cubicBezTo>
                      <a:pt x="540109" y="361680"/>
                      <a:pt x="540109" y="361680"/>
                      <a:pt x="541533" y="361734"/>
                    </a:cubicBezTo>
                    <a:cubicBezTo>
                      <a:pt x="542467" y="361772"/>
                      <a:pt x="543400" y="361811"/>
                      <a:pt x="544363" y="361851"/>
                    </a:cubicBezTo>
                    <a:cubicBezTo>
                      <a:pt x="546678" y="361946"/>
                      <a:pt x="548993" y="362037"/>
                      <a:pt x="551309" y="362125"/>
                    </a:cubicBezTo>
                    <a:cubicBezTo>
                      <a:pt x="552734" y="364975"/>
                      <a:pt x="552294" y="368050"/>
                      <a:pt x="552259" y="371175"/>
                    </a:cubicBezTo>
                    <a:cubicBezTo>
                      <a:pt x="552255" y="371849"/>
                      <a:pt x="552251" y="372523"/>
                      <a:pt x="552247" y="373218"/>
                    </a:cubicBezTo>
                    <a:cubicBezTo>
                      <a:pt x="552236" y="374883"/>
                      <a:pt x="552220" y="376549"/>
                      <a:pt x="552203" y="378214"/>
                    </a:cubicBezTo>
                    <a:cubicBezTo>
                      <a:pt x="550903" y="378601"/>
                      <a:pt x="550903" y="378601"/>
                      <a:pt x="549577" y="378996"/>
                    </a:cubicBezTo>
                    <a:cubicBezTo>
                      <a:pt x="546745" y="379682"/>
                      <a:pt x="546745" y="379682"/>
                      <a:pt x="545946" y="381789"/>
                    </a:cubicBezTo>
                    <a:cubicBezTo>
                      <a:pt x="545905" y="383297"/>
                      <a:pt x="545912" y="384806"/>
                      <a:pt x="545946" y="386314"/>
                    </a:cubicBezTo>
                    <a:cubicBezTo>
                      <a:pt x="545994" y="390850"/>
                      <a:pt x="545642" y="395172"/>
                      <a:pt x="545052" y="399666"/>
                    </a:cubicBezTo>
                    <a:cubicBezTo>
                      <a:pt x="543577" y="399961"/>
                      <a:pt x="542103" y="400256"/>
                      <a:pt x="540583" y="400560"/>
                    </a:cubicBezTo>
                    <a:cubicBezTo>
                      <a:pt x="539477" y="403879"/>
                      <a:pt x="539371" y="407097"/>
                      <a:pt x="539186" y="410560"/>
                    </a:cubicBezTo>
                    <a:cubicBezTo>
                      <a:pt x="539148" y="411230"/>
                      <a:pt x="539109" y="411900"/>
                      <a:pt x="539069" y="412590"/>
                    </a:cubicBezTo>
                    <a:cubicBezTo>
                      <a:pt x="538975" y="414241"/>
                      <a:pt x="538885" y="415892"/>
                      <a:pt x="538795" y="417543"/>
                    </a:cubicBezTo>
                    <a:cubicBezTo>
                      <a:pt x="537025" y="418133"/>
                      <a:pt x="535256" y="418723"/>
                      <a:pt x="533432" y="419331"/>
                    </a:cubicBezTo>
                    <a:cubicBezTo>
                      <a:pt x="533137" y="423460"/>
                      <a:pt x="532842" y="427590"/>
                      <a:pt x="532538" y="431844"/>
                    </a:cubicBezTo>
                    <a:cubicBezTo>
                      <a:pt x="530769" y="432434"/>
                      <a:pt x="528999" y="433024"/>
                      <a:pt x="527175" y="433632"/>
                    </a:cubicBezTo>
                    <a:cubicBezTo>
                      <a:pt x="526585" y="437467"/>
                      <a:pt x="525995" y="441301"/>
                      <a:pt x="525388" y="445252"/>
                    </a:cubicBezTo>
                    <a:cubicBezTo>
                      <a:pt x="523913" y="445547"/>
                      <a:pt x="522438" y="445842"/>
                      <a:pt x="520918" y="446146"/>
                    </a:cubicBezTo>
                    <a:cubicBezTo>
                      <a:pt x="520852" y="446760"/>
                      <a:pt x="520785" y="447374"/>
                      <a:pt x="520716" y="448007"/>
                    </a:cubicBezTo>
                    <a:cubicBezTo>
                      <a:pt x="520356" y="450475"/>
                      <a:pt x="519952" y="452727"/>
                      <a:pt x="519131" y="455084"/>
                    </a:cubicBezTo>
                    <a:cubicBezTo>
                      <a:pt x="516449" y="456593"/>
                      <a:pt x="516449" y="456593"/>
                      <a:pt x="513768" y="457766"/>
                    </a:cubicBezTo>
                    <a:cubicBezTo>
                      <a:pt x="513148" y="459845"/>
                      <a:pt x="512551" y="461930"/>
                      <a:pt x="511980" y="464023"/>
                    </a:cubicBezTo>
                    <a:cubicBezTo>
                      <a:pt x="509634" y="465308"/>
                      <a:pt x="509634" y="465308"/>
                      <a:pt x="507511" y="465810"/>
                    </a:cubicBezTo>
                    <a:cubicBezTo>
                      <a:pt x="507455" y="467470"/>
                      <a:pt x="507455" y="467470"/>
                      <a:pt x="507399" y="469162"/>
                    </a:cubicBezTo>
                    <a:cubicBezTo>
                      <a:pt x="507158" y="471153"/>
                      <a:pt x="507158" y="471153"/>
                      <a:pt x="506617" y="472961"/>
                    </a:cubicBezTo>
                    <a:cubicBezTo>
                      <a:pt x="504103" y="474861"/>
                      <a:pt x="504103" y="474861"/>
                      <a:pt x="501254" y="476537"/>
                    </a:cubicBezTo>
                    <a:cubicBezTo>
                      <a:pt x="500029" y="478302"/>
                      <a:pt x="498835" y="480089"/>
                      <a:pt x="497679" y="481900"/>
                    </a:cubicBezTo>
                    <a:cubicBezTo>
                      <a:pt x="497070" y="482342"/>
                      <a:pt x="496462" y="482785"/>
                      <a:pt x="495835" y="483240"/>
                    </a:cubicBezTo>
                    <a:cubicBezTo>
                      <a:pt x="493860" y="484559"/>
                      <a:pt x="493860" y="484559"/>
                      <a:pt x="492818" y="487319"/>
                    </a:cubicBezTo>
                    <a:cubicBezTo>
                      <a:pt x="491139" y="490475"/>
                      <a:pt x="490153" y="490501"/>
                      <a:pt x="486952" y="491732"/>
                    </a:cubicBezTo>
                    <a:cubicBezTo>
                      <a:pt x="486658" y="492469"/>
                      <a:pt x="486363" y="493207"/>
                      <a:pt x="486059" y="493966"/>
                    </a:cubicBezTo>
                    <a:cubicBezTo>
                      <a:pt x="485764" y="494704"/>
                      <a:pt x="485469" y="495441"/>
                      <a:pt x="485165" y="496201"/>
                    </a:cubicBezTo>
                    <a:cubicBezTo>
                      <a:pt x="484446" y="496478"/>
                      <a:pt x="483727" y="496754"/>
                      <a:pt x="482986" y="497039"/>
                    </a:cubicBezTo>
                    <a:cubicBezTo>
                      <a:pt x="480406" y="497808"/>
                      <a:pt x="480406" y="497808"/>
                      <a:pt x="479411" y="500726"/>
                    </a:cubicBezTo>
                    <a:cubicBezTo>
                      <a:pt x="478950" y="501593"/>
                      <a:pt x="478489" y="502459"/>
                      <a:pt x="478014" y="503352"/>
                    </a:cubicBezTo>
                    <a:cubicBezTo>
                      <a:pt x="475165" y="504134"/>
                      <a:pt x="475165" y="504134"/>
                      <a:pt x="472651" y="504246"/>
                    </a:cubicBezTo>
                    <a:cubicBezTo>
                      <a:pt x="472504" y="505075"/>
                      <a:pt x="472356" y="505905"/>
                      <a:pt x="472204" y="506760"/>
                    </a:cubicBezTo>
                    <a:cubicBezTo>
                      <a:pt x="470863" y="509609"/>
                      <a:pt x="470863" y="509609"/>
                      <a:pt x="469215" y="510405"/>
                    </a:cubicBezTo>
                    <a:cubicBezTo>
                      <a:pt x="467932" y="510805"/>
                      <a:pt x="466647" y="511198"/>
                      <a:pt x="465361" y="511585"/>
                    </a:cubicBezTo>
                    <a:cubicBezTo>
                      <a:pt x="463437" y="512210"/>
                      <a:pt x="463437" y="512210"/>
                      <a:pt x="462372" y="514692"/>
                    </a:cubicBezTo>
                    <a:cubicBezTo>
                      <a:pt x="462224" y="515375"/>
                      <a:pt x="462077" y="516057"/>
                      <a:pt x="461925" y="516759"/>
                    </a:cubicBezTo>
                    <a:cubicBezTo>
                      <a:pt x="459860" y="517054"/>
                      <a:pt x="457795" y="517349"/>
                      <a:pt x="455668" y="517653"/>
                    </a:cubicBezTo>
                    <a:cubicBezTo>
                      <a:pt x="455539" y="518354"/>
                      <a:pt x="455410" y="519054"/>
                      <a:pt x="455277" y="519776"/>
                    </a:cubicBezTo>
                    <a:cubicBezTo>
                      <a:pt x="453880" y="522122"/>
                      <a:pt x="453880" y="522122"/>
                      <a:pt x="451970" y="522817"/>
                    </a:cubicBezTo>
                    <a:cubicBezTo>
                      <a:pt x="449930" y="523256"/>
                      <a:pt x="447903" y="523625"/>
                      <a:pt x="445836" y="523910"/>
                    </a:cubicBezTo>
                    <a:cubicBezTo>
                      <a:pt x="445541" y="525680"/>
                      <a:pt x="445246" y="527450"/>
                      <a:pt x="444942" y="529273"/>
                    </a:cubicBezTo>
                    <a:cubicBezTo>
                      <a:pt x="441697" y="529568"/>
                      <a:pt x="438453" y="529863"/>
                      <a:pt x="435110" y="530167"/>
                    </a:cubicBezTo>
                    <a:cubicBezTo>
                      <a:pt x="434520" y="531642"/>
                      <a:pt x="433930" y="533117"/>
                      <a:pt x="433322" y="534636"/>
                    </a:cubicBezTo>
                    <a:cubicBezTo>
                      <a:pt x="433027" y="535226"/>
                      <a:pt x="432732" y="535816"/>
                      <a:pt x="432428" y="536424"/>
                    </a:cubicBezTo>
                    <a:cubicBezTo>
                      <a:pt x="431554" y="536408"/>
                      <a:pt x="431554" y="536408"/>
                      <a:pt x="430661" y="536393"/>
                    </a:cubicBezTo>
                    <a:cubicBezTo>
                      <a:pt x="426371" y="536348"/>
                      <a:pt x="422348" y="536429"/>
                      <a:pt x="418127" y="537318"/>
                    </a:cubicBezTo>
                    <a:cubicBezTo>
                      <a:pt x="418127" y="539088"/>
                      <a:pt x="418127" y="540857"/>
                      <a:pt x="418127" y="542681"/>
                    </a:cubicBezTo>
                    <a:cubicBezTo>
                      <a:pt x="412522" y="542976"/>
                      <a:pt x="406918" y="543271"/>
                      <a:pt x="401144" y="543575"/>
                    </a:cubicBezTo>
                    <a:cubicBezTo>
                      <a:pt x="400849" y="545345"/>
                      <a:pt x="400554" y="547114"/>
                      <a:pt x="400250" y="548938"/>
                    </a:cubicBezTo>
                    <a:cubicBezTo>
                      <a:pt x="399167" y="548971"/>
                      <a:pt x="399167" y="548971"/>
                      <a:pt x="398063" y="549006"/>
                    </a:cubicBezTo>
                    <a:cubicBezTo>
                      <a:pt x="394807" y="549109"/>
                      <a:pt x="391551" y="549219"/>
                      <a:pt x="388295" y="549329"/>
                    </a:cubicBezTo>
                    <a:cubicBezTo>
                      <a:pt x="386591" y="549382"/>
                      <a:pt x="386591" y="549382"/>
                      <a:pt x="384852" y="549435"/>
                    </a:cubicBezTo>
                    <a:cubicBezTo>
                      <a:pt x="383769" y="549473"/>
                      <a:pt x="382686" y="549510"/>
                      <a:pt x="381570" y="549549"/>
                    </a:cubicBezTo>
                    <a:cubicBezTo>
                      <a:pt x="380067" y="549598"/>
                      <a:pt x="380067" y="549598"/>
                      <a:pt x="378534" y="549648"/>
                    </a:cubicBezTo>
                    <a:cubicBezTo>
                      <a:pt x="376145" y="549676"/>
                      <a:pt x="376145" y="549676"/>
                      <a:pt x="374328" y="550725"/>
                    </a:cubicBezTo>
                    <a:cubicBezTo>
                      <a:pt x="374033" y="552200"/>
                      <a:pt x="373738" y="553675"/>
                      <a:pt x="373435" y="555195"/>
                    </a:cubicBezTo>
                    <a:cubicBezTo>
                      <a:pt x="321815" y="555195"/>
                      <a:pt x="270196" y="555195"/>
                      <a:pt x="217012" y="555195"/>
                    </a:cubicBezTo>
                    <a:cubicBezTo>
                      <a:pt x="216127" y="552540"/>
                      <a:pt x="216127" y="552540"/>
                      <a:pt x="215225" y="549832"/>
                    </a:cubicBezTo>
                    <a:cubicBezTo>
                      <a:pt x="206671" y="549537"/>
                      <a:pt x="198116" y="549242"/>
                      <a:pt x="189303" y="548938"/>
                    </a:cubicBezTo>
                    <a:cubicBezTo>
                      <a:pt x="189008" y="547463"/>
                      <a:pt x="188713" y="545988"/>
                      <a:pt x="188409" y="544469"/>
                    </a:cubicBezTo>
                    <a:cubicBezTo>
                      <a:pt x="186259" y="543394"/>
                      <a:pt x="184741" y="543393"/>
                      <a:pt x="182341" y="543292"/>
                    </a:cubicBezTo>
                    <a:cubicBezTo>
                      <a:pt x="181079" y="543236"/>
                      <a:pt x="181079" y="543236"/>
                      <a:pt x="179792" y="543178"/>
                    </a:cubicBezTo>
                    <a:cubicBezTo>
                      <a:pt x="178472" y="543126"/>
                      <a:pt x="178472" y="543126"/>
                      <a:pt x="177125" y="543072"/>
                    </a:cubicBezTo>
                    <a:cubicBezTo>
                      <a:pt x="176237" y="543033"/>
                      <a:pt x="175350" y="542995"/>
                      <a:pt x="174436" y="542955"/>
                    </a:cubicBezTo>
                    <a:cubicBezTo>
                      <a:pt x="172241" y="542860"/>
                      <a:pt x="170046" y="542769"/>
                      <a:pt x="167851" y="542681"/>
                    </a:cubicBezTo>
                    <a:cubicBezTo>
                      <a:pt x="167556" y="541206"/>
                      <a:pt x="167261" y="539731"/>
                      <a:pt x="166957" y="538212"/>
                    </a:cubicBezTo>
                    <a:cubicBezTo>
                      <a:pt x="165562" y="537908"/>
                      <a:pt x="164165" y="537612"/>
                      <a:pt x="162767" y="537318"/>
                    </a:cubicBezTo>
                    <a:cubicBezTo>
                      <a:pt x="161990" y="537152"/>
                      <a:pt x="161212" y="536986"/>
                      <a:pt x="160410" y="536815"/>
                    </a:cubicBezTo>
                    <a:cubicBezTo>
                      <a:pt x="158075" y="536433"/>
                      <a:pt x="155911" y="536356"/>
                      <a:pt x="153550" y="536424"/>
                    </a:cubicBezTo>
                    <a:cubicBezTo>
                      <a:pt x="153144" y="535558"/>
                      <a:pt x="152738" y="534691"/>
                      <a:pt x="152320" y="533798"/>
                    </a:cubicBezTo>
                    <a:cubicBezTo>
                      <a:pt x="151174" y="530998"/>
                      <a:pt x="151174" y="530998"/>
                      <a:pt x="149080" y="530167"/>
                    </a:cubicBezTo>
                    <a:cubicBezTo>
                      <a:pt x="147408" y="529964"/>
                      <a:pt x="145731" y="529801"/>
                      <a:pt x="144052" y="529664"/>
                    </a:cubicBezTo>
                    <a:cubicBezTo>
                      <a:pt x="143156" y="529589"/>
                      <a:pt x="142260" y="529514"/>
                      <a:pt x="141336" y="529437"/>
                    </a:cubicBezTo>
                    <a:cubicBezTo>
                      <a:pt x="140647" y="529383"/>
                      <a:pt x="139958" y="529329"/>
                      <a:pt x="139248" y="529273"/>
                    </a:cubicBezTo>
                    <a:cubicBezTo>
                      <a:pt x="139137" y="528554"/>
                      <a:pt x="139027" y="527835"/>
                      <a:pt x="138913" y="527095"/>
                    </a:cubicBezTo>
                    <a:cubicBezTo>
                      <a:pt x="138729" y="526339"/>
                      <a:pt x="138544" y="525583"/>
                      <a:pt x="138354" y="524804"/>
                    </a:cubicBezTo>
                    <a:cubicBezTo>
                      <a:pt x="136302" y="523778"/>
                      <a:pt x="134710" y="523635"/>
                      <a:pt x="132433" y="523407"/>
                    </a:cubicBezTo>
                    <a:cubicBezTo>
                      <a:pt x="131702" y="523332"/>
                      <a:pt x="130971" y="523258"/>
                      <a:pt x="130219" y="523180"/>
                    </a:cubicBezTo>
                    <a:cubicBezTo>
                      <a:pt x="129659" y="523126"/>
                      <a:pt x="129099" y="523072"/>
                      <a:pt x="128522" y="523016"/>
                    </a:cubicBezTo>
                    <a:cubicBezTo>
                      <a:pt x="128227" y="521541"/>
                      <a:pt x="127932" y="520067"/>
                      <a:pt x="127628" y="518547"/>
                    </a:cubicBezTo>
                    <a:cubicBezTo>
                      <a:pt x="126788" y="518350"/>
                      <a:pt x="126788" y="518350"/>
                      <a:pt x="125931" y="518149"/>
                    </a:cubicBezTo>
                    <a:cubicBezTo>
                      <a:pt x="123689" y="517534"/>
                      <a:pt x="121666" y="516905"/>
                      <a:pt x="119584" y="515866"/>
                    </a:cubicBezTo>
                    <a:cubicBezTo>
                      <a:pt x="118187" y="513016"/>
                      <a:pt x="118187" y="513016"/>
                      <a:pt x="117796" y="510503"/>
                    </a:cubicBezTo>
                    <a:cubicBezTo>
                      <a:pt x="115436" y="510208"/>
                      <a:pt x="113076" y="509913"/>
                      <a:pt x="110645" y="509609"/>
                    </a:cubicBezTo>
                    <a:cubicBezTo>
                      <a:pt x="110350" y="508134"/>
                      <a:pt x="110055" y="506659"/>
                      <a:pt x="109751" y="505140"/>
                    </a:cubicBezTo>
                    <a:cubicBezTo>
                      <a:pt x="107687" y="504550"/>
                      <a:pt x="105622" y="503960"/>
                      <a:pt x="103494" y="503352"/>
                    </a:cubicBezTo>
                    <a:cubicBezTo>
                      <a:pt x="103052" y="500697"/>
                      <a:pt x="103052" y="500697"/>
                      <a:pt x="102601" y="497989"/>
                    </a:cubicBezTo>
                    <a:cubicBezTo>
                      <a:pt x="100831" y="497694"/>
                      <a:pt x="99061" y="497399"/>
                      <a:pt x="97237" y="497095"/>
                    </a:cubicBezTo>
                    <a:cubicBezTo>
                      <a:pt x="96795" y="494440"/>
                      <a:pt x="96795" y="494440"/>
                      <a:pt x="96344" y="491732"/>
                    </a:cubicBezTo>
                    <a:cubicBezTo>
                      <a:pt x="94574" y="491437"/>
                      <a:pt x="92804" y="491142"/>
                      <a:pt x="90981" y="490838"/>
                    </a:cubicBezTo>
                    <a:cubicBezTo>
                      <a:pt x="90538" y="488183"/>
                      <a:pt x="90538" y="488183"/>
                      <a:pt x="90087" y="485475"/>
                    </a:cubicBezTo>
                    <a:cubicBezTo>
                      <a:pt x="88317" y="485180"/>
                      <a:pt x="86547" y="484885"/>
                      <a:pt x="84724" y="484581"/>
                    </a:cubicBezTo>
                    <a:cubicBezTo>
                      <a:pt x="84429" y="482516"/>
                      <a:pt x="84134" y="480452"/>
                      <a:pt x="83830" y="478324"/>
                    </a:cubicBezTo>
                    <a:cubicBezTo>
                      <a:pt x="82060" y="478029"/>
                      <a:pt x="80290" y="477734"/>
                      <a:pt x="78467" y="477430"/>
                    </a:cubicBezTo>
                    <a:cubicBezTo>
                      <a:pt x="78264" y="476435"/>
                      <a:pt x="78061" y="475439"/>
                      <a:pt x="77852" y="474414"/>
                    </a:cubicBezTo>
                    <a:cubicBezTo>
                      <a:pt x="77465" y="473344"/>
                      <a:pt x="77078" y="472275"/>
                      <a:pt x="76679" y="471174"/>
                    </a:cubicBezTo>
                    <a:cubicBezTo>
                      <a:pt x="75208" y="470532"/>
                      <a:pt x="73717" y="469937"/>
                      <a:pt x="72210" y="469386"/>
                    </a:cubicBezTo>
                    <a:cubicBezTo>
                      <a:pt x="71301" y="467606"/>
                      <a:pt x="70408" y="465818"/>
                      <a:pt x="69528" y="464023"/>
                    </a:cubicBezTo>
                    <a:cubicBezTo>
                      <a:pt x="68422" y="463442"/>
                      <a:pt x="68422" y="463442"/>
                      <a:pt x="67294" y="462850"/>
                    </a:cubicBezTo>
                    <a:cubicBezTo>
                      <a:pt x="63863" y="460534"/>
                      <a:pt x="63379" y="457178"/>
                      <a:pt x="62378" y="453297"/>
                    </a:cubicBezTo>
                    <a:cubicBezTo>
                      <a:pt x="61198" y="453297"/>
                      <a:pt x="60018" y="453297"/>
                      <a:pt x="58802" y="453297"/>
                    </a:cubicBezTo>
                    <a:cubicBezTo>
                      <a:pt x="58784" y="452191"/>
                      <a:pt x="58765" y="451084"/>
                      <a:pt x="58746" y="449945"/>
                    </a:cubicBezTo>
                    <a:cubicBezTo>
                      <a:pt x="58592" y="447945"/>
                      <a:pt x="58592" y="447945"/>
                      <a:pt x="57908" y="446146"/>
                    </a:cubicBezTo>
                    <a:cubicBezTo>
                      <a:pt x="56317" y="445294"/>
                      <a:pt x="54721" y="444444"/>
                      <a:pt x="53073" y="443709"/>
                    </a:cubicBezTo>
                    <a:cubicBezTo>
                      <a:pt x="51652" y="442571"/>
                      <a:pt x="51652" y="442571"/>
                      <a:pt x="51041" y="440371"/>
                    </a:cubicBezTo>
                    <a:cubicBezTo>
                      <a:pt x="50835" y="438110"/>
                      <a:pt x="50727" y="435901"/>
                      <a:pt x="50758" y="433632"/>
                    </a:cubicBezTo>
                    <a:cubicBezTo>
                      <a:pt x="48988" y="433337"/>
                      <a:pt x="47218" y="433042"/>
                      <a:pt x="45395" y="432738"/>
                    </a:cubicBezTo>
                    <a:cubicBezTo>
                      <a:pt x="45279" y="431608"/>
                      <a:pt x="45279" y="431608"/>
                      <a:pt x="45161" y="430455"/>
                    </a:cubicBezTo>
                    <a:cubicBezTo>
                      <a:pt x="45035" y="429475"/>
                      <a:pt x="44910" y="428496"/>
                      <a:pt x="44780" y="427487"/>
                    </a:cubicBezTo>
                    <a:cubicBezTo>
                      <a:pt x="44666" y="426512"/>
                      <a:pt x="44552" y="425537"/>
                      <a:pt x="44434" y="424533"/>
                    </a:cubicBezTo>
                    <a:cubicBezTo>
                      <a:pt x="44161" y="423701"/>
                      <a:pt x="43888" y="422869"/>
                      <a:pt x="43607" y="422012"/>
                    </a:cubicBezTo>
                    <a:cubicBezTo>
                      <a:pt x="42132" y="421422"/>
                      <a:pt x="40657" y="420832"/>
                      <a:pt x="39138" y="420225"/>
                    </a:cubicBezTo>
                    <a:cubicBezTo>
                      <a:pt x="38548" y="416095"/>
                      <a:pt x="37958" y="411965"/>
                      <a:pt x="37350" y="407711"/>
                    </a:cubicBezTo>
                    <a:cubicBezTo>
                      <a:pt x="35580" y="407121"/>
                      <a:pt x="33810" y="406531"/>
                      <a:pt x="31987" y="405923"/>
                    </a:cubicBezTo>
                    <a:cubicBezTo>
                      <a:pt x="31906" y="404421"/>
                      <a:pt x="31906" y="404421"/>
                      <a:pt x="31823" y="402889"/>
                    </a:cubicBezTo>
                    <a:cubicBezTo>
                      <a:pt x="31747" y="401573"/>
                      <a:pt x="31672" y="400256"/>
                      <a:pt x="31596" y="398940"/>
                    </a:cubicBezTo>
                    <a:cubicBezTo>
                      <a:pt x="31561" y="398280"/>
                      <a:pt x="31526" y="397621"/>
                      <a:pt x="31490" y="396941"/>
                    </a:cubicBezTo>
                    <a:cubicBezTo>
                      <a:pt x="31322" y="394097"/>
                      <a:pt x="31105" y="391656"/>
                      <a:pt x="30199" y="388940"/>
                    </a:cubicBezTo>
                    <a:cubicBezTo>
                      <a:pt x="28725" y="388940"/>
                      <a:pt x="27250" y="388940"/>
                      <a:pt x="25730" y="388940"/>
                    </a:cubicBezTo>
                    <a:cubicBezTo>
                      <a:pt x="25435" y="381271"/>
                      <a:pt x="25140" y="373602"/>
                      <a:pt x="24836" y="365700"/>
                    </a:cubicBezTo>
                    <a:cubicBezTo>
                      <a:pt x="23067" y="365700"/>
                      <a:pt x="21297" y="365700"/>
                      <a:pt x="19473" y="365700"/>
                    </a:cubicBezTo>
                    <a:cubicBezTo>
                      <a:pt x="19460" y="364794"/>
                      <a:pt x="19447" y="363887"/>
                      <a:pt x="19434" y="362953"/>
                    </a:cubicBezTo>
                    <a:cubicBezTo>
                      <a:pt x="19382" y="359589"/>
                      <a:pt x="19313" y="356226"/>
                      <a:pt x="19239" y="352863"/>
                    </a:cubicBezTo>
                    <a:cubicBezTo>
                      <a:pt x="19209" y="351408"/>
                      <a:pt x="19184" y="349952"/>
                      <a:pt x="19164" y="348496"/>
                    </a:cubicBezTo>
                    <a:cubicBezTo>
                      <a:pt x="19134" y="346403"/>
                      <a:pt x="19087" y="344312"/>
                      <a:pt x="19037" y="342219"/>
                    </a:cubicBezTo>
                    <a:cubicBezTo>
                      <a:pt x="19031" y="341569"/>
                      <a:pt x="19025" y="340918"/>
                      <a:pt x="19020" y="340247"/>
                    </a:cubicBezTo>
                    <a:cubicBezTo>
                      <a:pt x="18943" y="337618"/>
                      <a:pt x="18876" y="335748"/>
                      <a:pt x="17378" y="333537"/>
                    </a:cubicBezTo>
                    <a:cubicBezTo>
                      <a:pt x="15807" y="332394"/>
                      <a:pt x="15807" y="332394"/>
                      <a:pt x="13216" y="332628"/>
                    </a:cubicBezTo>
                    <a:cubicBezTo>
                      <a:pt x="12345" y="330015"/>
                      <a:pt x="12210" y="328351"/>
                      <a:pt x="12209" y="325632"/>
                    </a:cubicBezTo>
                    <a:cubicBezTo>
                      <a:pt x="12207" y="324743"/>
                      <a:pt x="12204" y="323855"/>
                      <a:pt x="12201" y="322939"/>
                    </a:cubicBezTo>
                    <a:cubicBezTo>
                      <a:pt x="12203" y="321966"/>
                      <a:pt x="12205" y="320992"/>
                      <a:pt x="12207" y="319988"/>
                    </a:cubicBezTo>
                    <a:cubicBezTo>
                      <a:pt x="12205" y="318449"/>
                      <a:pt x="12205" y="318449"/>
                      <a:pt x="12202" y="316878"/>
                    </a:cubicBezTo>
                    <a:cubicBezTo>
                      <a:pt x="12198" y="313477"/>
                      <a:pt x="12201" y="310076"/>
                      <a:pt x="12204" y="306675"/>
                    </a:cubicBezTo>
                    <a:cubicBezTo>
                      <a:pt x="12203" y="304319"/>
                      <a:pt x="12202" y="301962"/>
                      <a:pt x="12201" y="299605"/>
                    </a:cubicBezTo>
                    <a:cubicBezTo>
                      <a:pt x="12200" y="294663"/>
                      <a:pt x="12202" y="289721"/>
                      <a:pt x="12206" y="284779"/>
                    </a:cubicBezTo>
                    <a:cubicBezTo>
                      <a:pt x="12211" y="279062"/>
                      <a:pt x="12209" y="273344"/>
                      <a:pt x="12204" y="267627"/>
                    </a:cubicBezTo>
                    <a:cubicBezTo>
                      <a:pt x="12200" y="262130"/>
                      <a:pt x="12200" y="256633"/>
                      <a:pt x="12203" y="251137"/>
                    </a:cubicBezTo>
                    <a:cubicBezTo>
                      <a:pt x="12204" y="248796"/>
                      <a:pt x="12203" y="246455"/>
                      <a:pt x="12201" y="244114"/>
                    </a:cubicBezTo>
                    <a:cubicBezTo>
                      <a:pt x="12198" y="240848"/>
                      <a:pt x="12202" y="237582"/>
                      <a:pt x="12207" y="234316"/>
                    </a:cubicBezTo>
                    <a:cubicBezTo>
                      <a:pt x="12205" y="233340"/>
                      <a:pt x="12203" y="232365"/>
                      <a:pt x="12201" y="231359"/>
                    </a:cubicBezTo>
                    <a:cubicBezTo>
                      <a:pt x="12204" y="230473"/>
                      <a:pt x="12206" y="229587"/>
                      <a:pt x="12209" y="228674"/>
                    </a:cubicBezTo>
                    <a:cubicBezTo>
                      <a:pt x="12209" y="227902"/>
                      <a:pt x="12210" y="227129"/>
                      <a:pt x="12210" y="226333"/>
                    </a:cubicBezTo>
                    <a:cubicBezTo>
                      <a:pt x="12323" y="224473"/>
                      <a:pt x="12323" y="224473"/>
                      <a:pt x="13216" y="222686"/>
                    </a:cubicBezTo>
                    <a:cubicBezTo>
                      <a:pt x="14706" y="222388"/>
                      <a:pt x="16196" y="222090"/>
                      <a:pt x="17686" y="221792"/>
                    </a:cubicBezTo>
                    <a:cubicBezTo>
                      <a:pt x="19148" y="218866"/>
                      <a:pt x="18797" y="215619"/>
                      <a:pt x="18862" y="212399"/>
                    </a:cubicBezTo>
                    <a:cubicBezTo>
                      <a:pt x="18881" y="211648"/>
                      <a:pt x="18899" y="210897"/>
                      <a:pt x="18919" y="210122"/>
                    </a:cubicBezTo>
                    <a:cubicBezTo>
                      <a:pt x="18977" y="207718"/>
                      <a:pt x="19030" y="205314"/>
                      <a:pt x="19082" y="202909"/>
                    </a:cubicBezTo>
                    <a:cubicBezTo>
                      <a:pt x="19121" y="201281"/>
                      <a:pt x="19160" y="199653"/>
                      <a:pt x="19199" y="198025"/>
                    </a:cubicBezTo>
                    <a:cubicBezTo>
                      <a:pt x="19295" y="194029"/>
                      <a:pt x="19386" y="190034"/>
                      <a:pt x="19473" y="186038"/>
                    </a:cubicBezTo>
                    <a:cubicBezTo>
                      <a:pt x="20192" y="185927"/>
                      <a:pt x="20911" y="185817"/>
                      <a:pt x="21652" y="185703"/>
                    </a:cubicBezTo>
                    <a:cubicBezTo>
                      <a:pt x="22408" y="185519"/>
                      <a:pt x="23164" y="185334"/>
                      <a:pt x="23942" y="185144"/>
                    </a:cubicBezTo>
                    <a:cubicBezTo>
                      <a:pt x="25067" y="182895"/>
                      <a:pt x="25022" y="181200"/>
                      <a:pt x="25119" y="178685"/>
                    </a:cubicBezTo>
                    <a:cubicBezTo>
                      <a:pt x="25157" y="177763"/>
                      <a:pt x="25194" y="176841"/>
                      <a:pt x="25233" y="175892"/>
                    </a:cubicBezTo>
                    <a:cubicBezTo>
                      <a:pt x="25268" y="174926"/>
                      <a:pt x="25303" y="173960"/>
                      <a:pt x="25339" y="172966"/>
                    </a:cubicBezTo>
                    <a:cubicBezTo>
                      <a:pt x="25378" y="171993"/>
                      <a:pt x="25416" y="171021"/>
                      <a:pt x="25456" y="170019"/>
                    </a:cubicBezTo>
                    <a:cubicBezTo>
                      <a:pt x="25551" y="167612"/>
                      <a:pt x="25642" y="165205"/>
                      <a:pt x="25730" y="162798"/>
                    </a:cubicBezTo>
                    <a:cubicBezTo>
                      <a:pt x="27500" y="162798"/>
                      <a:pt x="29270" y="162798"/>
                      <a:pt x="31093" y="162798"/>
                    </a:cubicBezTo>
                    <a:cubicBezTo>
                      <a:pt x="31388" y="157194"/>
                      <a:pt x="31683" y="151589"/>
                      <a:pt x="31987" y="145815"/>
                    </a:cubicBezTo>
                    <a:cubicBezTo>
                      <a:pt x="34642" y="144930"/>
                      <a:pt x="34642" y="144930"/>
                      <a:pt x="37350" y="144028"/>
                    </a:cubicBezTo>
                    <a:cubicBezTo>
                      <a:pt x="38558" y="141612"/>
                      <a:pt x="38547" y="139453"/>
                      <a:pt x="38747" y="136765"/>
                    </a:cubicBezTo>
                    <a:cubicBezTo>
                      <a:pt x="38822" y="135786"/>
                      <a:pt x="38897" y="134806"/>
                      <a:pt x="38974" y="133797"/>
                    </a:cubicBezTo>
                    <a:cubicBezTo>
                      <a:pt x="39055" y="132667"/>
                      <a:pt x="39055" y="132667"/>
                      <a:pt x="39138" y="131514"/>
                    </a:cubicBezTo>
                    <a:cubicBezTo>
                      <a:pt x="41792" y="130629"/>
                      <a:pt x="41792" y="130629"/>
                      <a:pt x="44501" y="129726"/>
                    </a:cubicBezTo>
                    <a:cubicBezTo>
                      <a:pt x="44943" y="123974"/>
                      <a:pt x="44943" y="123974"/>
                      <a:pt x="45395" y="118106"/>
                    </a:cubicBezTo>
                    <a:cubicBezTo>
                      <a:pt x="46870" y="118106"/>
                      <a:pt x="48344" y="118106"/>
                      <a:pt x="49864" y="118106"/>
                    </a:cubicBezTo>
                    <a:cubicBezTo>
                      <a:pt x="51435" y="114081"/>
                      <a:pt x="51824" y="110798"/>
                      <a:pt x="51652" y="106486"/>
                    </a:cubicBezTo>
                    <a:cubicBezTo>
                      <a:pt x="52334" y="106468"/>
                      <a:pt x="53016" y="106449"/>
                      <a:pt x="53719" y="106430"/>
                    </a:cubicBezTo>
                    <a:cubicBezTo>
                      <a:pt x="54908" y="106015"/>
                      <a:pt x="54908" y="106015"/>
                      <a:pt x="56121" y="105592"/>
                    </a:cubicBezTo>
                    <a:cubicBezTo>
                      <a:pt x="56757" y="104071"/>
                      <a:pt x="56757" y="104071"/>
                      <a:pt x="57406" y="102520"/>
                    </a:cubicBezTo>
                    <a:cubicBezTo>
                      <a:pt x="58802" y="99335"/>
                      <a:pt x="58802" y="99335"/>
                      <a:pt x="61651" y="98051"/>
                    </a:cubicBezTo>
                    <a:cubicBezTo>
                      <a:pt x="62481" y="97885"/>
                      <a:pt x="63311" y="97719"/>
                      <a:pt x="64165" y="97548"/>
                    </a:cubicBezTo>
                    <a:cubicBezTo>
                      <a:pt x="64460" y="95188"/>
                      <a:pt x="64755" y="92828"/>
                      <a:pt x="65059" y="90397"/>
                    </a:cubicBezTo>
                    <a:cubicBezTo>
                      <a:pt x="67714" y="89955"/>
                      <a:pt x="67714" y="89955"/>
                      <a:pt x="70422" y="89503"/>
                    </a:cubicBezTo>
                    <a:cubicBezTo>
                      <a:pt x="70256" y="88508"/>
                      <a:pt x="70256" y="88508"/>
                      <a:pt x="70087" y="87492"/>
                    </a:cubicBezTo>
                    <a:cubicBezTo>
                      <a:pt x="70253" y="86275"/>
                      <a:pt x="70253" y="86275"/>
                      <a:pt x="70422" y="85034"/>
                    </a:cubicBezTo>
                    <a:cubicBezTo>
                      <a:pt x="71233" y="84518"/>
                      <a:pt x="72045" y="84002"/>
                      <a:pt x="72880" y="83470"/>
                    </a:cubicBezTo>
                    <a:cubicBezTo>
                      <a:pt x="75968" y="81332"/>
                      <a:pt x="76316" y="80659"/>
                      <a:pt x="77573" y="77325"/>
                    </a:cubicBezTo>
                    <a:cubicBezTo>
                      <a:pt x="78404" y="75181"/>
                      <a:pt x="78404" y="75181"/>
                      <a:pt x="79361" y="73414"/>
                    </a:cubicBezTo>
                    <a:cubicBezTo>
                      <a:pt x="82154" y="72297"/>
                      <a:pt x="82154" y="72297"/>
                      <a:pt x="84724" y="71626"/>
                    </a:cubicBezTo>
                    <a:cubicBezTo>
                      <a:pt x="85365" y="70155"/>
                      <a:pt x="85960" y="68664"/>
                      <a:pt x="86511" y="67157"/>
                    </a:cubicBezTo>
                    <a:cubicBezTo>
                      <a:pt x="87998" y="66258"/>
                      <a:pt x="89488" y="65364"/>
                      <a:pt x="90981" y="64476"/>
                    </a:cubicBezTo>
                    <a:cubicBezTo>
                      <a:pt x="91534" y="63591"/>
                      <a:pt x="92087" y="62706"/>
                      <a:pt x="92657" y="61794"/>
                    </a:cubicBezTo>
                    <a:cubicBezTo>
                      <a:pt x="94993" y="58496"/>
                      <a:pt x="97161" y="57986"/>
                      <a:pt x="100813" y="56431"/>
                    </a:cubicBezTo>
                    <a:cubicBezTo>
                      <a:pt x="102158" y="54157"/>
                      <a:pt x="102158" y="54157"/>
                      <a:pt x="102601" y="51962"/>
                    </a:cubicBezTo>
                    <a:cubicBezTo>
                      <a:pt x="105698" y="51519"/>
                      <a:pt x="105698" y="51519"/>
                      <a:pt x="108857" y="51068"/>
                    </a:cubicBezTo>
                    <a:cubicBezTo>
                      <a:pt x="109023" y="50367"/>
                      <a:pt x="109189" y="49667"/>
                      <a:pt x="109360" y="48945"/>
                    </a:cubicBezTo>
                    <a:cubicBezTo>
                      <a:pt x="109784" y="48171"/>
                      <a:pt x="110208" y="47397"/>
                      <a:pt x="110645" y="46599"/>
                    </a:cubicBezTo>
                    <a:cubicBezTo>
                      <a:pt x="111678" y="46322"/>
                      <a:pt x="112710" y="46046"/>
                      <a:pt x="113774" y="45761"/>
                    </a:cubicBezTo>
                    <a:cubicBezTo>
                      <a:pt x="114806" y="45447"/>
                      <a:pt x="115838" y="45134"/>
                      <a:pt x="116902" y="44811"/>
                    </a:cubicBezTo>
                    <a:cubicBezTo>
                      <a:pt x="118271" y="42124"/>
                      <a:pt x="118271" y="42124"/>
                      <a:pt x="118690" y="39448"/>
                    </a:cubicBezTo>
                    <a:cubicBezTo>
                      <a:pt x="119314" y="39394"/>
                      <a:pt x="119939" y="39340"/>
                      <a:pt x="120582" y="39284"/>
                    </a:cubicBezTo>
                    <a:cubicBezTo>
                      <a:pt x="121396" y="39209"/>
                      <a:pt x="122209" y="39134"/>
                      <a:pt x="123047" y="39057"/>
                    </a:cubicBezTo>
                    <a:cubicBezTo>
                      <a:pt x="123856" y="38984"/>
                      <a:pt x="124665" y="38912"/>
                      <a:pt x="125498" y="38837"/>
                    </a:cubicBezTo>
                    <a:cubicBezTo>
                      <a:pt x="127638" y="38670"/>
                      <a:pt x="127638" y="38670"/>
                      <a:pt x="129416" y="37660"/>
                    </a:cubicBezTo>
                    <a:cubicBezTo>
                      <a:pt x="129711" y="36186"/>
                      <a:pt x="130006" y="34711"/>
                      <a:pt x="130310" y="33191"/>
                    </a:cubicBezTo>
                    <a:cubicBezTo>
                      <a:pt x="134144" y="32601"/>
                      <a:pt x="137979" y="32011"/>
                      <a:pt x="141930" y="31403"/>
                    </a:cubicBezTo>
                    <a:cubicBezTo>
                      <a:pt x="141930" y="29634"/>
                      <a:pt x="141930" y="27864"/>
                      <a:pt x="141930" y="26040"/>
                    </a:cubicBezTo>
                    <a:cubicBezTo>
                      <a:pt x="142683" y="25986"/>
                      <a:pt x="143437" y="25932"/>
                      <a:pt x="144213" y="25876"/>
                    </a:cubicBezTo>
                    <a:cubicBezTo>
                      <a:pt x="145192" y="25801"/>
                      <a:pt x="146172" y="25727"/>
                      <a:pt x="147181" y="25649"/>
                    </a:cubicBezTo>
                    <a:cubicBezTo>
                      <a:pt x="148156" y="25577"/>
                      <a:pt x="149130" y="25504"/>
                      <a:pt x="150135" y="25429"/>
                    </a:cubicBezTo>
                    <a:cubicBezTo>
                      <a:pt x="152609" y="25299"/>
                      <a:pt x="152609" y="25299"/>
                      <a:pt x="154443" y="24253"/>
                    </a:cubicBezTo>
                    <a:cubicBezTo>
                      <a:pt x="155029" y="21994"/>
                      <a:pt x="155029" y="21994"/>
                      <a:pt x="155337" y="19784"/>
                    </a:cubicBezTo>
                    <a:cubicBezTo>
                      <a:pt x="156155" y="19729"/>
                      <a:pt x="156973" y="19675"/>
                      <a:pt x="157816" y="19619"/>
                    </a:cubicBezTo>
                    <a:cubicBezTo>
                      <a:pt x="159410" y="19507"/>
                      <a:pt x="159410" y="19507"/>
                      <a:pt x="161035" y="19392"/>
                    </a:cubicBezTo>
                    <a:cubicBezTo>
                      <a:pt x="162622" y="19284"/>
                      <a:pt x="162622" y="19284"/>
                      <a:pt x="164241" y="19172"/>
                    </a:cubicBezTo>
                    <a:cubicBezTo>
                      <a:pt x="166881" y="19059"/>
                      <a:pt x="166881" y="19059"/>
                      <a:pt x="168745" y="17996"/>
                    </a:cubicBezTo>
                    <a:cubicBezTo>
                      <a:pt x="169040" y="16521"/>
                      <a:pt x="169335" y="15046"/>
                      <a:pt x="169639" y="13527"/>
                    </a:cubicBezTo>
                    <a:cubicBezTo>
                      <a:pt x="179815" y="13084"/>
                      <a:pt x="179815" y="13084"/>
                      <a:pt x="190197" y="12633"/>
                    </a:cubicBezTo>
                    <a:cubicBezTo>
                      <a:pt x="190197" y="10863"/>
                      <a:pt x="190197" y="9093"/>
                      <a:pt x="190197" y="7270"/>
                    </a:cubicBezTo>
                    <a:cubicBezTo>
                      <a:pt x="192979" y="6449"/>
                      <a:pt x="195434" y="6282"/>
                      <a:pt x="198329" y="6320"/>
                    </a:cubicBezTo>
                    <a:cubicBezTo>
                      <a:pt x="199192" y="6327"/>
                      <a:pt x="200056" y="6334"/>
                      <a:pt x="200946" y="6341"/>
                    </a:cubicBezTo>
                    <a:cubicBezTo>
                      <a:pt x="202290" y="6358"/>
                      <a:pt x="202290" y="6358"/>
                      <a:pt x="203661" y="6376"/>
                    </a:cubicBezTo>
                    <a:cubicBezTo>
                      <a:pt x="205440" y="6399"/>
                      <a:pt x="207220" y="6417"/>
                      <a:pt x="208999" y="6432"/>
                    </a:cubicBezTo>
                    <a:cubicBezTo>
                      <a:pt x="210180" y="6447"/>
                      <a:pt x="210180" y="6447"/>
                      <a:pt x="211384" y="6463"/>
                    </a:cubicBezTo>
                    <a:cubicBezTo>
                      <a:pt x="213583" y="6464"/>
                      <a:pt x="213583" y="6464"/>
                      <a:pt x="216118" y="5482"/>
                    </a:cubicBezTo>
                    <a:cubicBezTo>
                      <a:pt x="216413" y="3712"/>
                      <a:pt x="216708" y="1942"/>
                      <a:pt x="217012" y="119"/>
                    </a:cubicBezTo>
                    <a:close/>
                  </a:path>
                </a:pathLst>
              </a:custGeom>
              <a:grpFill/>
              <a:ln w="894" cap="flat">
                <a:noFill/>
                <a:prstDash val="solid"/>
                <a:miter/>
              </a:ln>
            </p:spPr>
            <p:txBody>
              <a:bodyPr rtlCol="0" anchor="ctr"/>
              <a:lstStyle/>
              <a:p>
                <a:endParaRPr lang="zh-CN" altLang="en-US"/>
              </a:p>
            </p:txBody>
          </p:sp>
          <p:sp>
            <p:nvSpPr>
              <p:cNvPr id="173" name="任意多边形: 形状 172"/>
              <p:cNvSpPr/>
              <p:nvPr/>
            </p:nvSpPr>
            <p:spPr>
              <a:xfrm>
                <a:off x="7343951" y="3441607"/>
                <a:ext cx="443050" cy="542991"/>
              </a:xfrm>
              <a:custGeom>
                <a:avLst/>
                <a:gdLst>
                  <a:gd name="connsiteX0" fmla="*/ 18258 w 443050"/>
                  <a:gd name="connsiteY0" fmla="*/ 218 h 542991"/>
                  <a:gd name="connsiteX1" fmla="*/ 20399 w 443050"/>
                  <a:gd name="connsiteY1" fmla="*/ 211 h 542991"/>
                  <a:gd name="connsiteX2" fmla="*/ 27526 w 443050"/>
                  <a:gd name="connsiteY2" fmla="*/ 222 h 542991"/>
                  <a:gd name="connsiteX3" fmla="*/ 32626 w 443050"/>
                  <a:gd name="connsiteY3" fmla="*/ 216 h 542991"/>
                  <a:gd name="connsiteX4" fmla="*/ 46499 w 443050"/>
                  <a:gd name="connsiteY4" fmla="*/ 228 h 542991"/>
                  <a:gd name="connsiteX5" fmla="*/ 61007 w 443050"/>
                  <a:gd name="connsiteY5" fmla="*/ 234 h 542991"/>
                  <a:gd name="connsiteX6" fmla="*/ 85383 w 443050"/>
                  <a:gd name="connsiteY6" fmla="*/ 255 h 542991"/>
                  <a:gd name="connsiteX7" fmla="*/ 113563 w 443050"/>
                  <a:gd name="connsiteY7" fmla="*/ 273 h 542991"/>
                  <a:gd name="connsiteX8" fmla="*/ 140659 w 443050"/>
                  <a:gd name="connsiteY8" fmla="*/ 284 h 542991"/>
                  <a:gd name="connsiteX9" fmla="*/ 152195 w 443050"/>
                  <a:gd name="connsiteY9" fmla="*/ 290 h 542991"/>
                  <a:gd name="connsiteX10" fmla="*/ 165785 w 443050"/>
                  <a:gd name="connsiteY10" fmla="*/ 305 h 542991"/>
                  <a:gd name="connsiteX11" fmla="*/ 170773 w 443050"/>
                  <a:gd name="connsiteY11" fmla="*/ 308 h 542991"/>
                  <a:gd name="connsiteX12" fmla="*/ 177584 w 443050"/>
                  <a:gd name="connsiteY12" fmla="*/ 319 h 542991"/>
                  <a:gd name="connsiteX13" fmla="*/ 179575 w 443050"/>
                  <a:gd name="connsiteY13" fmla="*/ 315 h 542991"/>
                  <a:gd name="connsiteX14" fmla="*/ 190157 w 443050"/>
                  <a:gd name="connsiteY14" fmla="*/ 1332 h 542991"/>
                  <a:gd name="connsiteX15" fmla="*/ 191168 w 443050"/>
                  <a:gd name="connsiteY15" fmla="*/ 9554 h 542991"/>
                  <a:gd name="connsiteX16" fmla="*/ 191173 w 443050"/>
                  <a:gd name="connsiteY16" fmla="*/ 11595 h 542991"/>
                  <a:gd name="connsiteX17" fmla="*/ 191176 w 443050"/>
                  <a:gd name="connsiteY17" fmla="*/ 18440 h 542991"/>
                  <a:gd name="connsiteX18" fmla="*/ 191184 w 443050"/>
                  <a:gd name="connsiteY18" fmla="*/ 23368 h 542991"/>
                  <a:gd name="connsiteX19" fmla="*/ 191193 w 443050"/>
                  <a:gd name="connsiteY19" fmla="*/ 36965 h 542991"/>
                  <a:gd name="connsiteX20" fmla="*/ 191208 w 443050"/>
                  <a:gd name="connsiteY20" fmla="*/ 51609 h 542991"/>
                  <a:gd name="connsiteX21" fmla="*/ 191229 w 443050"/>
                  <a:gd name="connsiteY21" fmla="*/ 83654 h 542991"/>
                  <a:gd name="connsiteX22" fmla="*/ 191240 w 443050"/>
                  <a:gd name="connsiteY22" fmla="*/ 103649 h 542991"/>
                  <a:gd name="connsiteX23" fmla="*/ 191263 w 443050"/>
                  <a:gd name="connsiteY23" fmla="*/ 158969 h 542991"/>
                  <a:gd name="connsiteX24" fmla="*/ 191263 w 443050"/>
                  <a:gd name="connsiteY24" fmla="*/ 162548 h 542991"/>
                  <a:gd name="connsiteX25" fmla="*/ 191264 w 443050"/>
                  <a:gd name="connsiteY25" fmla="*/ 166135 h 542991"/>
                  <a:gd name="connsiteX26" fmla="*/ 191265 w 443050"/>
                  <a:gd name="connsiteY26" fmla="*/ 173333 h 542991"/>
                  <a:gd name="connsiteX27" fmla="*/ 191265 w 443050"/>
                  <a:gd name="connsiteY27" fmla="*/ 175135 h 542991"/>
                  <a:gd name="connsiteX28" fmla="*/ 191304 w 443050"/>
                  <a:gd name="connsiteY28" fmla="*/ 233012 h 542991"/>
                  <a:gd name="connsiteX29" fmla="*/ 191339 w 443050"/>
                  <a:gd name="connsiteY29" fmla="*/ 294175 h 542991"/>
                  <a:gd name="connsiteX30" fmla="*/ 191361 w 443050"/>
                  <a:gd name="connsiteY30" fmla="*/ 327527 h 542991"/>
                  <a:gd name="connsiteX31" fmla="*/ 191372 w 443050"/>
                  <a:gd name="connsiteY31" fmla="*/ 355922 h 542991"/>
                  <a:gd name="connsiteX32" fmla="*/ 191382 w 443050"/>
                  <a:gd name="connsiteY32" fmla="*/ 370419 h 542991"/>
                  <a:gd name="connsiteX33" fmla="*/ 191382 w 443050"/>
                  <a:gd name="connsiteY33" fmla="*/ 383679 h 542991"/>
                  <a:gd name="connsiteX34" fmla="*/ 191390 w 443050"/>
                  <a:gd name="connsiteY34" fmla="*/ 388487 h 542991"/>
                  <a:gd name="connsiteX35" fmla="*/ 191383 w 443050"/>
                  <a:gd name="connsiteY35" fmla="*/ 395003 h 542991"/>
                  <a:gd name="connsiteX36" fmla="*/ 191403 w 443050"/>
                  <a:gd name="connsiteY36" fmla="*/ 396904 h 542991"/>
                  <a:gd name="connsiteX37" fmla="*/ 188369 w 443050"/>
                  <a:gd name="connsiteY37" fmla="*/ 406243 h 542991"/>
                  <a:gd name="connsiteX38" fmla="*/ 195415 w 443050"/>
                  <a:gd name="connsiteY38" fmla="*/ 407261 h 542991"/>
                  <a:gd name="connsiteX39" fmla="*/ 198158 w 443050"/>
                  <a:gd name="connsiteY39" fmla="*/ 407275 h 542991"/>
                  <a:gd name="connsiteX40" fmla="*/ 201180 w 443050"/>
                  <a:gd name="connsiteY40" fmla="*/ 407278 h 542991"/>
                  <a:gd name="connsiteX41" fmla="*/ 204383 w 443050"/>
                  <a:gd name="connsiteY41" fmla="*/ 407291 h 542991"/>
                  <a:gd name="connsiteX42" fmla="*/ 213201 w 443050"/>
                  <a:gd name="connsiteY42" fmla="*/ 407316 h 542991"/>
                  <a:gd name="connsiteX43" fmla="*/ 222704 w 443050"/>
                  <a:gd name="connsiteY43" fmla="*/ 407347 h 542991"/>
                  <a:gd name="connsiteX44" fmla="*/ 239174 w 443050"/>
                  <a:gd name="connsiteY44" fmla="*/ 407397 h 542991"/>
                  <a:gd name="connsiteX45" fmla="*/ 262986 w 443050"/>
                  <a:gd name="connsiteY45" fmla="*/ 407468 h 542991"/>
                  <a:gd name="connsiteX46" fmla="*/ 301619 w 443050"/>
                  <a:gd name="connsiteY46" fmla="*/ 407586 h 542991"/>
                  <a:gd name="connsiteX47" fmla="*/ 339152 w 443050"/>
                  <a:gd name="connsiteY47" fmla="*/ 407698 h 542991"/>
                  <a:gd name="connsiteX48" fmla="*/ 341488 w 443050"/>
                  <a:gd name="connsiteY48" fmla="*/ 407705 h 542991"/>
                  <a:gd name="connsiteX49" fmla="*/ 353090 w 443050"/>
                  <a:gd name="connsiteY49" fmla="*/ 407742 h 542991"/>
                  <a:gd name="connsiteX50" fmla="*/ 449371 w 443050"/>
                  <a:gd name="connsiteY50" fmla="*/ 408030 h 542991"/>
                  <a:gd name="connsiteX51" fmla="*/ 451385 w 443050"/>
                  <a:gd name="connsiteY51" fmla="*/ 416824 h 542991"/>
                  <a:gd name="connsiteX52" fmla="*/ 451401 w 443050"/>
                  <a:gd name="connsiteY52" fmla="*/ 420056 h 542991"/>
                  <a:gd name="connsiteX53" fmla="*/ 451390 w 443050"/>
                  <a:gd name="connsiteY53" fmla="*/ 423592 h 542991"/>
                  <a:gd name="connsiteX54" fmla="*/ 451399 w 443050"/>
                  <a:gd name="connsiteY54" fmla="*/ 427323 h 542991"/>
                  <a:gd name="connsiteX55" fmla="*/ 451398 w 443050"/>
                  <a:gd name="connsiteY55" fmla="*/ 437451 h 542991"/>
                  <a:gd name="connsiteX56" fmla="*/ 451401 w 443050"/>
                  <a:gd name="connsiteY56" fmla="*/ 448052 h 542991"/>
                  <a:gd name="connsiteX57" fmla="*/ 451391 w 443050"/>
                  <a:gd name="connsiteY57" fmla="*/ 465858 h 542991"/>
                  <a:gd name="connsiteX58" fmla="*/ 451395 w 443050"/>
                  <a:gd name="connsiteY58" fmla="*/ 486437 h 542991"/>
                  <a:gd name="connsiteX59" fmla="*/ 451399 w 443050"/>
                  <a:gd name="connsiteY59" fmla="*/ 504109 h 542991"/>
                  <a:gd name="connsiteX60" fmla="*/ 451402 w 443050"/>
                  <a:gd name="connsiteY60" fmla="*/ 514662 h 542991"/>
                  <a:gd name="connsiteX61" fmla="*/ 451393 w 443050"/>
                  <a:gd name="connsiteY61" fmla="*/ 524586 h 542991"/>
                  <a:gd name="connsiteX62" fmla="*/ 451401 w 443050"/>
                  <a:gd name="connsiteY62" fmla="*/ 529960 h 542991"/>
                  <a:gd name="connsiteX63" fmla="*/ 451385 w 443050"/>
                  <a:gd name="connsiteY63" fmla="*/ 533199 h 542991"/>
                  <a:gd name="connsiteX64" fmla="*/ 451383 w 443050"/>
                  <a:gd name="connsiteY64" fmla="*/ 536009 h 542991"/>
                  <a:gd name="connsiteX65" fmla="*/ 449371 w 443050"/>
                  <a:gd name="connsiteY65" fmla="*/ 543001 h 542991"/>
                  <a:gd name="connsiteX66" fmla="*/ 323630 w 443050"/>
                  <a:gd name="connsiteY66" fmla="*/ 543038 h 542991"/>
                  <a:gd name="connsiteX67" fmla="*/ 321751 w 443050"/>
                  <a:gd name="connsiteY67" fmla="*/ 543039 h 542991"/>
                  <a:gd name="connsiteX68" fmla="*/ 281344 w 443050"/>
                  <a:gd name="connsiteY68" fmla="*/ 543046 h 542991"/>
                  <a:gd name="connsiteX69" fmla="*/ 261530 w 443050"/>
                  <a:gd name="connsiteY69" fmla="*/ 543050 h 542991"/>
                  <a:gd name="connsiteX70" fmla="*/ 259538 w 443050"/>
                  <a:gd name="connsiteY70" fmla="*/ 543050 h 542991"/>
                  <a:gd name="connsiteX71" fmla="*/ 195568 w 443050"/>
                  <a:gd name="connsiteY71" fmla="*/ 543069 h 542991"/>
                  <a:gd name="connsiteX72" fmla="*/ 129858 w 443050"/>
                  <a:gd name="connsiteY72" fmla="*/ 543084 h 542991"/>
                  <a:gd name="connsiteX73" fmla="*/ 120587 w 443050"/>
                  <a:gd name="connsiteY73" fmla="*/ 543085 h 542991"/>
                  <a:gd name="connsiteX74" fmla="*/ 118744 w 443050"/>
                  <a:gd name="connsiteY74" fmla="*/ 543086 h 542991"/>
                  <a:gd name="connsiteX75" fmla="*/ 89313 w 443050"/>
                  <a:gd name="connsiteY75" fmla="*/ 543096 h 542991"/>
                  <a:gd name="connsiteX76" fmla="*/ 59761 w 443050"/>
                  <a:gd name="connsiteY76" fmla="*/ 543102 h 542991"/>
                  <a:gd name="connsiteX77" fmla="*/ 43734 w 443050"/>
                  <a:gd name="connsiteY77" fmla="*/ 543107 h 542991"/>
                  <a:gd name="connsiteX78" fmla="*/ 29088 w 443050"/>
                  <a:gd name="connsiteY78" fmla="*/ 543109 h 542991"/>
                  <a:gd name="connsiteX79" fmla="*/ 23765 w 443050"/>
                  <a:gd name="connsiteY79" fmla="*/ 543112 h 542991"/>
                  <a:gd name="connsiteX80" fmla="*/ 16579 w 443050"/>
                  <a:gd name="connsiteY80" fmla="*/ 543111 h 542991"/>
                  <a:gd name="connsiteX81" fmla="*/ 14448 w 443050"/>
                  <a:gd name="connsiteY81" fmla="*/ 543118 h 542991"/>
                  <a:gd name="connsiteX82" fmla="*/ 8707 w 443050"/>
                  <a:gd name="connsiteY82" fmla="*/ 542107 h 542991"/>
                  <a:gd name="connsiteX83" fmla="*/ 8589 w 443050"/>
                  <a:gd name="connsiteY83" fmla="*/ 533570 h 542991"/>
                  <a:gd name="connsiteX84" fmla="*/ 8584 w 443050"/>
                  <a:gd name="connsiteY84" fmla="*/ 530807 h 542991"/>
                  <a:gd name="connsiteX85" fmla="*/ 8581 w 443050"/>
                  <a:gd name="connsiteY85" fmla="*/ 521515 h 542991"/>
                  <a:gd name="connsiteX86" fmla="*/ 8573 w 443050"/>
                  <a:gd name="connsiteY86" fmla="*/ 514836 h 542991"/>
                  <a:gd name="connsiteX87" fmla="*/ 8564 w 443050"/>
                  <a:gd name="connsiteY87" fmla="*/ 498326 h 542991"/>
                  <a:gd name="connsiteX88" fmla="*/ 8551 w 443050"/>
                  <a:gd name="connsiteY88" fmla="*/ 478562 h 542991"/>
                  <a:gd name="connsiteX89" fmla="*/ 8527 w 443050"/>
                  <a:gd name="connsiteY89" fmla="*/ 430789 h 542991"/>
                  <a:gd name="connsiteX90" fmla="*/ 8518 w 443050"/>
                  <a:gd name="connsiteY90" fmla="*/ 408205 h 542991"/>
                  <a:gd name="connsiteX91" fmla="*/ 8494 w 443050"/>
                  <a:gd name="connsiteY91" fmla="*/ 330951 h 542991"/>
                  <a:gd name="connsiteX92" fmla="*/ 8494 w 443050"/>
                  <a:gd name="connsiteY92" fmla="*/ 326099 h 542991"/>
                  <a:gd name="connsiteX93" fmla="*/ 8493 w 443050"/>
                  <a:gd name="connsiteY93" fmla="*/ 321235 h 542991"/>
                  <a:gd name="connsiteX94" fmla="*/ 8492 w 443050"/>
                  <a:gd name="connsiteY94" fmla="*/ 311476 h 542991"/>
                  <a:gd name="connsiteX95" fmla="*/ 8492 w 443050"/>
                  <a:gd name="connsiteY95" fmla="*/ 309032 h 542991"/>
                  <a:gd name="connsiteX96" fmla="*/ 8453 w 443050"/>
                  <a:gd name="connsiteY96" fmla="*/ 230531 h 542991"/>
                  <a:gd name="connsiteX97" fmla="*/ 8418 w 443050"/>
                  <a:gd name="connsiteY97" fmla="*/ 147604 h 542991"/>
                  <a:gd name="connsiteX98" fmla="*/ 8417 w 443050"/>
                  <a:gd name="connsiteY98" fmla="*/ 138509 h 542991"/>
                  <a:gd name="connsiteX99" fmla="*/ 8417 w 443050"/>
                  <a:gd name="connsiteY99" fmla="*/ 136247 h 542991"/>
                  <a:gd name="connsiteX100" fmla="*/ 8393 w 443050"/>
                  <a:gd name="connsiteY100" fmla="*/ 100132 h 542991"/>
                  <a:gd name="connsiteX101" fmla="*/ 8385 w 443050"/>
                  <a:gd name="connsiteY101" fmla="*/ 63866 h 542991"/>
                  <a:gd name="connsiteX102" fmla="*/ 8371 w 443050"/>
                  <a:gd name="connsiteY102" fmla="*/ 42295 h 542991"/>
                  <a:gd name="connsiteX103" fmla="*/ 8376 w 443050"/>
                  <a:gd name="connsiteY103" fmla="*/ 26227 h 542991"/>
                  <a:gd name="connsiteX104" fmla="*/ 8367 w 443050"/>
                  <a:gd name="connsiteY104" fmla="*/ 19696 h 542991"/>
                  <a:gd name="connsiteX105" fmla="*/ 8374 w 443050"/>
                  <a:gd name="connsiteY105" fmla="*/ 10875 h 542991"/>
                  <a:gd name="connsiteX106" fmla="*/ 8354 w 443050"/>
                  <a:gd name="connsiteY106" fmla="*/ 8266 h 542991"/>
                  <a:gd name="connsiteX107" fmla="*/ 8373 w 443050"/>
                  <a:gd name="connsiteY107" fmla="*/ 5909 h 542991"/>
                  <a:gd name="connsiteX108" fmla="*/ 8372 w 443050"/>
                  <a:gd name="connsiteY108" fmla="*/ 3869 h 542991"/>
                  <a:gd name="connsiteX109" fmla="*/ 18258 w 443050"/>
                  <a:gd name="connsiteY109" fmla="*/ 218 h 54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443050" h="542991">
                    <a:moveTo>
                      <a:pt x="18258" y="218"/>
                    </a:moveTo>
                    <a:cubicBezTo>
                      <a:pt x="19318" y="214"/>
                      <a:pt x="19318" y="214"/>
                      <a:pt x="20399" y="211"/>
                    </a:cubicBezTo>
                    <a:cubicBezTo>
                      <a:pt x="22775" y="206"/>
                      <a:pt x="25150" y="214"/>
                      <a:pt x="27526" y="222"/>
                    </a:cubicBezTo>
                    <a:cubicBezTo>
                      <a:pt x="29226" y="221"/>
                      <a:pt x="30926" y="219"/>
                      <a:pt x="32626" y="216"/>
                    </a:cubicBezTo>
                    <a:cubicBezTo>
                      <a:pt x="37250" y="212"/>
                      <a:pt x="41875" y="219"/>
                      <a:pt x="46499" y="228"/>
                    </a:cubicBezTo>
                    <a:cubicBezTo>
                      <a:pt x="51335" y="236"/>
                      <a:pt x="56171" y="234"/>
                      <a:pt x="61007" y="234"/>
                    </a:cubicBezTo>
                    <a:cubicBezTo>
                      <a:pt x="69132" y="235"/>
                      <a:pt x="77258" y="242"/>
                      <a:pt x="85383" y="255"/>
                    </a:cubicBezTo>
                    <a:cubicBezTo>
                      <a:pt x="94776" y="269"/>
                      <a:pt x="104170" y="273"/>
                      <a:pt x="113563" y="273"/>
                    </a:cubicBezTo>
                    <a:cubicBezTo>
                      <a:pt x="122595" y="272"/>
                      <a:pt x="131627" y="277"/>
                      <a:pt x="140659" y="284"/>
                    </a:cubicBezTo>
                    <a:cubicBezTo>
                      <a:pt x="144504" y="287"/>
                      <a:pt x="148349" y="289"/>
                      <a:pt x="152195" y="290"/>
                    </a:cubicBezTo>
                    <a:cubicBezTo>
                      <a:pt x="156725" y="290"/>
                      <a:pt x="161255" y="296"/>
                      <a:pt x="165785" y="305"/>
                    </a:cubicBezTo>
                    <a:cubicBezTo>
                      <a:pt x="167448" y="307"/>
                      <a:pt x="169110" y="309"/>
                      <a:pt x="170773" y="308"/>
                    </a:cubicBezTo>
                    <a:cubicBezTo>
                      <a:pt x="173043" y="308"/>
                      <a:pt x="175313" y="313"/>
                      <a:pt x="177584" y="319"/>
                    </a:cubicBezTo>
                    <a:cubicBezTo>
                      <a:pt x="178241" y="318"/>
                      <a:pt x="178898" y="316"/>
                      <a:pt x="179575" y="315"/>
                    </a:cubicBezTo>
                    <a:cubicBezTo>
                      <a:pt x="183187" y="332"/>
                      <a:pt x="186637" y="484"/>
                      <a:pt x="190157" y="1332"/>
                    </a:cubicBezTo>
                    <a:cubicBezTo>
                      <a:pt x="191478" y="3976"/>
                      <a:pt x="191175" y="6656"/>
                      <a:pt x="191168" y="9554"/>
                    </a:cubicBezTo>
                    <a:cubicBezTo>
                      <a:pt x="191170" y="10227"/>
                      <a:pt x="191172" y="10901"/>
                      <a:pt x="191173" y="11595"/>
                    </a:cubicBezTo>
                    <a:cubicBezTo>
                      <a:pt x="191179" y="13877"/>
                      <a:pt x="191177" y="16158"/>
                      <a:pt x="191176" y="18440"/>
                    </a:cubicBezTo>
                    <a:cubicBezTo>
                      <a:pt x="191178" y="20082"/>
                      <a:pt x="191181" y="21725"/>
                      <a:pt x="191184" y="23368"/>
                    </a:cubicBezTo>
                    <a:cubicBezTo>
                      <a:pt x="191191" y="27900"/>
                      <a:pt x="191193" y="32433"/>
                      <a:pt x="191193" y="36965"/>
                    </a:cubicBezTo>
                    <a:cubicBezTo>
                      <a:pt x="191195" y="41847"/>
                      <a:pt x="191202" y="46728"/>
                      <a:pt x="191208" y="51609"/>
                    </a:cubicBezTo>
                    <a:cubicBezTo>
                      <a:pt x="191220" y="62291"/>
                      <a:pt x="191225" y="72972"/>
                      <a:pt x="191229" y="83654"/>
                    </a:cubicBezTo>
                    <a:cubicBezTo>
                      <a:pt x="191232" y="90319"/>
                      <a:pt x="191236" y="96984"/>
                      <a:pt x="191240" y="103649"/>
                    </a:cubicBezTo>
                    <a:cubicBezTo>
                      <a:pt x="191251" y="122089"/>
                      <a:pt x="191260" y="140529"/>
                      <a:pt x="191263" y="158969"/>
                    </a:cubicBezTo>
                    <a:cubicBezTo>
                      <a:pt x="191263" y="160162"/>
                      <a:pt x="191263" y="161355"/>
                      <a:pt x="191263" y="162548"/>
                    </a:cubicBezTo>
                    <a:cubicBezTo>
                      <a:pt x="191264" y="163744"/>
                      <a:pt x="191264" y="164940"/>
                      <a:pt x="191264" y="166135"/>
                    </a:cubicBezTo>
                    <a:cubicBezTo>
                      <a:pt x="191264" y="168534"/>
                      <a:pt x="191265" y="170934"/>
                      <a:pt x="191265" y="173333"/>
                    </a:cubicBezTo>
                    <a:cubicBezTo>
                      <a:pt x="191265" y="174225"/>
                      <a:pt x="191265" y="174225"/>
                      <a:pt x="191265" y="175135"/>
                    </a:cubicBezTo>
                    <a:cubicBezTo>
                      <a:pt x="191269" y="194427"/>
                      <a:pt x="191283" y="213720"/>
                      <a:pt x="191304" y="233012"/>
                    </a:cubicBezTo>
                    <a:cubicBezTo>
                      <a:pt x="191326" y="253399"/>
                      <a:pt x="191338" y="273787"/>
                      <a:pt x="191339" y="294175"/>
                    </a:cubicBezTo>
                    <a:cubicBezTo>
                      <a:pt x="191340" y="305292"/>
                      <a:pt x="191345" y="316409"/>
                      <a:pt x="191361" y="327527"/>
                    </a:cubicBezTo>
                    <a:cubicBezTo>
                      <a:pt x="191375" y="336992"/>
                      <a:pt x="191380" y="346457"/>
                      <a:pt x="191372" y="355922"/>
                    </a:cubicBezTo>
                    <a:cubicBezTo>
                      <a:pt x="191369" y="360755"/>
                      <a:pt x="191370" y="365587"/>
                      <a:pt x="191382" y="370419"/>
                    </a:cubicBezTo>
                    <a:cubicBezTo>
                      <a:pt x="191393" y="374839"/>
                      <a:pt x="191392" y="379259"/>
                      <a:pt x="191382" y="383679"/>
                    </a:cubicBezTo>
                    <a:cubicBezTo>
                      <a:pt x="191380" y="385282"/>
                      <a:pt x="191383" y="386884"/>
                      <a:pt x="191390" y="388487"/>
                    </a:cubicBezTo>
                    <a:cubicBezTo>
                      <a:pt x="191400" y="390659"/>
                      <a:pt x="191394" y="392830"/>
                      <a:pt x="191383" y="395003"/>
                    </a:cubicBezTo>
                    <a:cubicBezTo>
                      <a:pt x="191390" y="395630"/>
                      <a:pt x="191396" y="396257"/>
                      <a:pt x="191403" y="396904"/>
                    </a:cubicBezTo>
                    <a:cubicBezTo>
                      <a:pt x="191362" y="400760"/>
                      <a:pt x="190641" y="403125"/>
                      <a:pt x="188369" y="406243"/>
                    </a:cubicBezTo>
                    <a:cubicBezTo>
                      <a:pt x="190992" y="407117"/>
                      <a:pt x="192682" y="407252"/>
                      <a:pt x="195415" y="407261"/>
                    </a:cubicBezTo>
                    <a:cubicBezTo>
                      <a:pt x="196772" y="407268"/>
                      <a:pt x="196772" y="407268"/>
                      <a:pt x="198158" y="407275"/>
                    </a:cubicBezTo>
                    <a:cubicBezTo>
                      <a:pt x="199155" y="407276"/>
                      <a:pt x="200152" y="407277"/>
                      <a:pt x="201180" y="407278"/>
                    </a:cubicBezTo>
                    <a:cubicBezTo>
                      <a:pt x="202237" y="407282"/>
                      <a:pt x="203294" y="407287"/>
                      <a:pt x="204383" y="407291"/>
                    </a:cubicBezTo>
                    <a:cubicBezTo>
                      <a:pt x="207322" y="407303"/>
                      <a:pt x="210262" y="407310"/>
                      <a:pt x="213201" y="407316"/>
                    </a:cubicBezTo>
                    <a:cubicBezTo>
                      <a:pt x="216369" y="407323"/>
                      <a:pt x="219536" y="407335"/>
                      <a:pt x="222704" y="407347"/>
                    </a:cubicBezTo>
                    <a:cubicBezTo>
                      <a:pt x="228194" y="407366"/>
                      <a:pt x="233684" y="407383"/>
                      <a:pt x="239174" y="407397"/>
                    </a:cubicBezTo>
                    <a:cubicBezTo>
                      <a:pt x="247111" y="407417"/>
                      <a:pt x="255049" y="407442"/>
                      <a:pt x="262986" y="407468"/>
                    </a:cubicBezTo>
                    <a:cubicBezTo>
                      <a:pt x="275864" y="407511"/>
                      <a:pt x="288742" y="407550"/>
                      <a:pt x="301619" y="407586"/>
                    </a:cubicBezTo>
                    <a:cubicBezTo>
                      <a:pt x="314130" y="407621"/>
                      <a:pt x="326641" y="407658"/>
                      <a:pt x="339152" y="407698"/>
                    </a:cubicBezTo>
                    <a:cubicBezTo>
                      <a:pt x="339923" y="407700"/>
                      <a:pt x="340693" y="407703"/>
                      <a:pt x="341488" y="407705"/>
                    </a:cubicBezTo>
                    <a:cubicBezTo>
                      <a:pt x="345355" y="407717"/>
                      <a:pt x="349222" y="407730"/>
                      <a:pt x="353090" y="407742"/>
                    </a:cubicBezTo>
                    <a:cubicBezTo>
                      <a:pt x="385183" y="407844"/>
                      <a:pt x="417277" y="407939"/>
                      <a:pt x="449371" y="408030"/>
                    </a:cubicBezTo>
                    <a:cubicBezTo>
                      <a:pt x="451046" y="411149"/>
                      <a:pt x="451383" y="413259"/>
                      <a:pt x="451385" y="416824"/>
                    </a:cubicBezTo>
                    <a:cubicBezTo>
                      <a:pt x="451390" y="417891"/>
                      <a:pt x="451395" y="418957"/>
                      <a:pt x="451401" y="420056"/>
                    </a:cubicBezTo>
                    <a:cubicBezTo>
                      <a:pt x="451395" y="421806"/>
                      <a:pt x="451395" y="421806"/>
                      <a:pt x="451390" y="423592"/>
                    </a:cubicBezTo>
                    <a:cubicBezTo>
                      <a:pt x="451392" y="424836"/>
                      <a:pt x="451395" y="426080"/>
                      <a:pt x="451399" y="427323"/>
                    </a:cubicBezTo>
                    <a:cubicBezTo>
                      <a:pt x="451407" y="430699"/>
                      <a:pt x="451404" y="434075"/>
                      <a:pt x="451398" y="437451"/>
                    </a:cubicBezTo>
                    <a:cubicBezTo>
                      <a:pt x="451394" y="440985"/>
                      <a:pt x="451398" y="444519"/>
                      <a:pt x="451401" y="448052"/>
                    </a:cubicBezTo>
                    <a:cubicBezTo>
                      <a:pt x="451404" y="453988"/>
                      <a:pt x="451400" y="459923"/>
                      <a:pt x="451391" y="465858"/>
                    </a:cubicBezTo>
                    <a:cubicBezTo>
                      <a:pt x="451382" y="472718"/>
                      <a:pt x="451385" y="479577"/>
                      <a:pt x="451395" y="486437"/>
                    </a:cubicBezTo>
                    <a:cubicBezTo>
                      <a:pt x="451403" y="492328"/>
                      <a:pt x="451404" y="498218"/>
                      <a:pt x="451399" y="504109"/>
                    </a:cubicBezTo>
                    <a:cubicBezTo>
                      <a:pt x="451396" y="507627"/>
                      <a:pt x="451396" y="511144"/>
                      <a:pt x="451402" y="514662"/>
                    </a:cubicBezTo>
                    <a:cubicBezTo>
                      <a:pt x="451407" y="517970"/>
                      <a:pt x="451404" y="521278"/>
                      <a:pt x="451393" y="524586"/>
                    </a:cubicBezTo>
                    <a:cubicBezTo>
                      <a:pt x="451390" y="526377"/>
                      <a:pt x="451395" y="528169"/>
                      <a:pt x="451401" y="529960"/>
                    </a:cubicBezTo>
                    <a:cubicBezTo>
                      <a:pt x="451396" y="531029"/>
                      <a:pt x="451391" y="532098"/>
                      <a:pt x="451385" y="533199"/>
                    </a:cubicBezTo>
                    <a:cubicBezTo>
                      <a:pt x="451384" y="534590"/>
                      <a:pt x="451384" y="534590"/>
                      <a:pt x="451383" y="536009"/>
                    </a:cubicBezTo>
                    <a:cubicBezTo>
                      <a:pt x="451147" y="538661"/>
                      <a:pt x="450402" y="540565"/>
                      <a:pt x="449371" y="543001"/>
                    </a:cubicBezTo>
                    <a:cubicBezTo>
                      <a:pt x="407457" y="543016"/>
                      <a:pt x="365543" y="543030"/>
                      <a:pt x="323630" y="543038"/>
                    </a:cubicBezTo>
                    <a:cubicBezTo>
                      <a:pt x="323010" y="543039"/>
                      <a:pt x="322390" y="543039"/>
                      <a:pt x="321751" y="543039"/>
                    </a:cubicBezTo>
                    <a:cubicBezTo>
                      <a:pt x="308282" y="543041"/>
                      <a:pt x="294813" y="543044"/>
                      <a:pt x="281344" y="543046"/>
                    </a:cubicBezTo>
                    <a:cubicBezTo>
                      <a:pt x="274739" y="543047"/>
                      <a:pt x="268134" y="543048"/>
                      <a:pt x="261530" y="543050"/>
                    </a:cubicBezTo>
                    <a:cubicBezTo>
                      <a:pt x="260872" y="543050"/>
                      <a:pt x="260215" y="543050"/>
                      <a:pt x="259538" y="543050"/>
                    </a:cubicBezTo>
                    <a:cubicBezTo>
                      <a:pt x="238215" y="543054"/>
                      <a:pt x="216891" y="543060"/>
                      <a:pt x="195568" y="543069"/>
                    </a:cubicBezTo>
                    <a:cubicBezTo>
                      <a:pt x="173664" y="543077"/>
                      <a:pt x="151761" y="543083"/>
                      <a:pt x="129858" y="543084"/>
                    </a:cubicBezTo>
                    <a:cubicBezTo>
                      <a:pt x="126768" y="543085"/>
                      <a:pt x="123678" y="543085"/>
                      <a:pt x="120587" y="543085"/>
                    </a:cubicBezTo>
                    <a:cubicBezTo>
                      <a:pt x="119675" y="543085"/>
                      <a:pt x="119675" y="543085"/>
                      <a:pt x="118744" y="543086"/>
                    </a:cubicBezTo>
                    <a:cubicBezTo>
                      <a:pt x="108934" y="543087"/>
                      <a:pt x="99124" y="543091"/>
                      <a:pt x="89313" y="543096"/>
                    </a:cubicBezTo>
                    <a:cubicBezTo>
                      <a:pt x="79463" y="543101"/>
                      <a:pt x="69612" y="543103"/>
                      <a:pt x="59761" y="543102"/>
                    </a:cubicBezTo>
                    <a:cubicBezTo>
                      <a:pt x="54419" y="543101"/>
                      <a:pt x="49077" y="543102"/>
                      <a:pt x="43734" y="543107"/>
                    </a:cubicBezTo>
                    <a:cubicBezTo>
                      <a:pt x="38852" y="543111"/>
                      <a:pt x="33970" y="543112"/>
                      <a:pt x="29088" y="543109"/>
                    </a:cubicBezTo>
                    <a:cubicBezTo>
                      <a:pt x="27314" y="543108"/>
                      <a:pt x="25539" y="543109"/>
                      <a:pt x="23765" y="543112"/>
                    </a:cubicBezTo>
                    <a:cubicBezTo>
                      <a:pt x="21369" y="543116"/>
                      <a:pt x="18974" y="543114"/>
                      <a:pt x="16579" y="543111"/>
                    </a:cubicBezTo>
                    <a:cubicBezTo>
                      <a:pt x="15875" y="543113"/>
                      <a:pt x="15172" y="543115"/>
                      <a:pt x="14448" y="543118"/>
                    </a:cubicBezTo>
                    <a:cubicBezTo>
                      <a:pt x="9703" y="543103"/>
                      <a:pt x="9703" y="543103"/>
                      <a:pt x="8707" y="542107"/>
                    </a:cubicBezTo>
                    <a:cubicBezTo>
                      <a:pt x="8616" y="539255"/>
                      <a:pt x="8584" y="536422"/>
                      <a:pt x="8589" y="533570"/>
                    </a:cubicBezTo>
                    <a:cubicBezTo>
                      <a:pt x="8587" y="532658"/>
                      <a:pt x="8586" y="531746"/>
                      <a:pt x="8584" y="530807"/>
                    </a:cubicBezTo>
                    <a:cubicBezTo>
                      <a:pt x="8579" y="527709"/>
                      <a:pt x="8580" y="524612"/>
                      <a:pt x="8581" y="521515"/>
                    </a:cubicBezTo>
                    <a:cubicBezTo>
                      <a:pt x="8579" y="519289"/>
                      <a:pt x="8576" y="517062"/>
                      <a:pt x="8573" y="514836"/>
                    </a:cubicBezTo>
                    <a:cubicBezTo>
                      <a:pt x="8567" y="509333"/>
                      <a:pt x="8564" y="503829"/>
                      <a:pt x="8564" y="498326"/>
                    </a:cubicBezTo>
                    <a:cubicBezTo>
                      <a:pt x="8563" y="491738"/>
                      <a:pt x="8557" y="485150"/>
                      <a:pt x="8551" y="478562"/>
                    </a:cubicBezTo>
                    <a:cubicBezTo>
                      <a:pt x="8537" y="462638"/>
                      <a:pt x="8531" y="446714"/>
                      <a:pt x="8527" y="430789"/>
                    </a:cubicBezTo>
                    <a:cubicBezTo>
                      <a:pt x="8525" y="423261"/>
                      <a:pt x="8522" y="415733"/>
                      <a:pt x="8518" y="408205"/>
                    </a:cubicBezTo>
                    <a:cubicBezTo>
                      <a:pt x="8507" y="382454"/>
                      <a:pt x="8497" y="356702"/>
                      <a:pt x="8494" y="330951"/>
                    </a:cubicBezTo>
                    <a:cubicBezTo>
                      <a:pt x="8494" y="329334"/>
                      <a:pt x="8494" y="327716"/>
                      <a:pt x="8494" y="326099"/>
                    </a:cubicBezTo>
                    <a:cubicBezTo>
                      <a:pt x="8494" y="324477"/>
                      <a:pt x="8493" y="322856"/>
                      <a:pt x="8493" y="321235"/>
                    </a:cubicBezTo>
                    <a:cubicBezTo>
                      <a:pt x="8493" y="317982"/>
                      <a:pt x="8492" y="314729"/>
                      <a:pt x="8492" y="311476"/>
                    </a:cubicBezTo>
                    <a:cubicBezTo>
                      <a:pt x="8492" y="310669"/>
                      <a:pt x="8492" y="309863"/>
                      <a:pt x="8492" y="309032"/>
                    </a:cubicBezTo>
                    <a:cubicBezTo>
                      <a:pt x="8488" y="282865"/>
                      <a:pt x="8474" y="256698"/>
                      <a:pt x="8453" y="230531"/>
                    </a:cubicBezTo>
                    <a:cubicBezTo>
                      <a:pt x="8431" y="202889"/>
                      <a:pt x="8419" y="175246"/>
                      <a:pt x="8418" y="147604"/>
                    </a:cubicBezTo>
                    <a:cubicBezTo>
                      <a:pt x="8418" y="144572"/>
                      <a:pt x="8418" y="141541"/>
                      <a:pt x="8417" y="138509"/>
                    </a:cubicBezTo>
                    <a:cubicBezTo>
                      <a:pt x="8417" y="137763"/>
                      <a:pt x="8417" y="137016"/>
                      <a:pt x="8417" y="136247"/>
                    </a:cubicBezTo>
                    <a:cubicBezTo>
                      <a:pt x="8416" y="124209"/>
                      <a:pt x="8406" y="112170"/>
                      <a:pt x="8393" y="100132"/>
                    </a:cubicBezTo>
                    <a:cubicBezTo>
                      <a:pt x="8381" y="88043"/>
                      <a:pt x="8378" y="75955"/>
                      <a:pt x="8385" y="63866"/>
                    </a:cubicBezTo>
                    <a:cubicBezTo>
                      <a:pt x="8389" y="56676"/>
                      <a:pt x="8385" y="49485"/>
                      <a:pt x="8371" y="42295"/>
                    </a:cubicBezTo>
                    <a:cubicBezTo>
                      <a:pt x="8362" y="36939"/>
                      <a:pt x="8366" y="31583"/>
                      <a:pt x="8376" y="26227"/>
                    </a:cubicBezTo>
                    <a:cubicBezTo>
                      <a:pt x="8377" y="24050"/>
                      <a:pt x="8374" y="21873"/>
                      <a:pt x="8367" y="19696"/>
                    </a:cubicBezTo>
                    <a:cubicBezTo>
                      <a:pt x="8357" y="16756"/>
                      <a:pt x="8363" y="13816"/>
                      <a:pt x="8374" y="10875"/>
                    </a:cubicBezTo>
                    <a:cubicBezTo>
                      <a:pt x="8367" y="10014"/>
                      <a:pt x="8361" y="9153"/>
                      <a:pt x="8354" y="8266"/>
                    </a:cubicBezTo>
                    <a:cubicBezTo>
                      <a:pt x="8360" y="7488"/>
                      <a:pt x="8366" y="6710"/>
                      <a:pt x="8373" y="5909"/>
                    </a:cubicBezTo>
                    <a:cubicBezTo>
                      <a:pt x="8372" y="5236"/>
                      <a:pt x="8372" y="4563"/>
                      <a:pt x="8372" y="3869"/>
                    </a:cubicBezTo>
                    <a:cubicBezTo>
                      <a:pt x="9309" y="-730"/>
                      <a:pt x="14608" y="192"/>
                      <a:pt x="18258" y="218"/>
                    </a:cubicBezTo>
                    <a:close/>
                  </a:path>
                </a:pathLst>
              </a:custGeom>
              <a:grpFill/>
              <a:ln w="894" cap="flat">
                <a:noFill/>
                <a:prstDash val="solid"/>
                <a:miter/>
              </a:ln>
            </p:spPr>
            <p:txBody>
              <a:bodyPr rtlCol="0" anchor="ctr"/>
              <a:lstStyle/>
              <a:p>
                <a:endParaRPr lang="zh-CN" altLang="en-US"/>
              </a:p>
            </p:txBody>
          </p:sp>
          <p:sp>
            <p:nvSpPr>
              <p:cNvPr id="174" name="任意多边形: 形状 173"/>
              <p:cNvSpPr/>
              <p:nvPr/>
            </p:nvSpPr>
            <p:spPr>
              <a:xfrm>
                <a:off x="3763458" y="3441797"/>
                <a:ext cx="441797" cy="542808"/>
              </a:xfrm>
              <a:custGeom>
                <a:avLst/>
                <a:gdLst>
                  <a:gd name="connsiteX0" fmla="*/ 13976 w 441797"/>
                  <a:gd name="connsiteY0" fmla="*/ 135 h 542808"/>
                  <a:gd name="connsiteX1" fmla="*/ 16104 w 441797"/>
                  <a:gd name="connsiteY1" fmla="*/ 131 h 542808"/>
                  <a:gd name="connsiteX2" fmla="*/ 23187 w 441797"/>
                  <a:gd name="connsiteY2" fmla="*/ 133 h 542808"/>
                  <a:gd name="connsiteX3" fmla="*/ 28257 w 441797"/>
                  <a:gd name="connsiteY3" fmla="*/ 128 h 542808"/>
                  <a:gd name="connsiteX4" fmla="*/ 42047 w 441797"/>
                  <a:gd name="connsiteY4" fmla="*/ 129 h 542808"/>
                  <a:gd name="connsiteX5" fmla="*/ 56472 w 441797"/>
                  <a:gd name="connsiteY5" fmla="*/ 128 h 542808"/>
                  <a:gd name="connsiteX6" fmla="*/ 80710 w 441797"/>
                  <a:gd name="connsiteY6" fmla="*/ 132 h 542808"/>
                  <a:gd name="connsiteX7" fmla="*/ 108723 w 441797"/>
                  <a:gd name="connsiteY7" fmla="*/ 131 h 542808"/>
                  <a:gd name="connsiteX8" fmla="*/ 132767 w 441797"/>
                  <a:gd name="connsiteY8" fmla="*/ 128 h 542808"/>
                  <a:gd name="connsiteX9" fmla="*/ 147130 w 441797"/>
                  <a:gd name="connsiteY9" fmla="*/ 127 h 542808"/>
                  <a:gd name="connsiteX10" fmla="*/ 160644 w 441797"/>
                  <a:gd name="connsiteY10" fmla="*/ 131 h 542808"/>
                  <a:gd name="connsiteX11" fmla="*/ 165600 w 441797"/>
                  <a:gd name="connsiteY11" fmla="*/ 130 h 542808"/>
                  <a:gd name="connsiteX12" fmla="*/ 172374 w 441797"/>
                  <a:gd name="connsiteY12" fmla="*/ 135 h 542808"/>
                  <a:gd name="connsiteX13" fmla="*/ 174347 w 441797"/>
                  <a:gd name="connsiteY13" fmla="*/ 129 h 542808"/>
                  <a:gd name="connsiteX14" fmla="*/ 185915 w 441797"/>
                  <a:gd name="connsiteY14" fmla="*/ 1143 h 542808"/>
                  <a:gd name="connsiteX15" fmla="*/ 186894 w 441797"/>
                  <a:gd name="connsiteY15" fmla="*/ 26996 h 542808"/>
                  <a:gd name="connsiteX16" fmla="*/ 186889 w 441797"/>
                  <a:gd name="connsiteY16" fmla="*/ 31859 h 542808"/>
                  <a:gd name="connsiteX17" fmla="*/ 186863 w 441797"/>
                  <a:gd name="connsiteY17" fmla="*/ 45163 h 542808"/>
                  <a:gd name="connsiteX18" fmla="*/ 186839 w 441797"/>
                  <a:gd name="connsiteY18" fmla="*/ 59531 h 542808"/>
                  <a:gd name="connsiteX19" fmla="*/ 186785 w 441797"/>
                  <a:gd name="connsiteY19" fmla="*/ 87652 h 542808"/>
                  <a:gd name="connsiteX20" fmla="*/ 186737 w 441797"/>
                  <a:gd name="connsiteY20" fmla="*/ 110499 h 542808"/>
                  <a:gd name="connsiteX21" fmla="*/ 186600 w 441797"/>
                  <a:gd name="connsiteY21" fmla="*/ 175264 h 542808"/>
                  <a:gd name="connsiteX22" fmla="*/ 186592 w 441797"/>
                  <a:gd name="connsiteY22" fmla="*/ 178788 h 542808"/>
                  <a:gd name="connsiteX23" fmla="*/ 186584 w 441797"/>
                  <a:gd name="connsiteY23" fmla="*/ 182317 h 542808"/>
                  <a:gd name="connsiteX24" fmla="*/ 186475 w 441797"/>
                  <a:gd name="connsiteY24" fmla="*/ 239010 h 542808"/>
                  <a:gd name="connsiteX25" fmla="*/ 186360 w 441797"/>
                  <a:gd name="connsiteY25" fmla="*/ 297214 h 542808"/>
                  <a:gd name="connsiteX26" fmla="*/ 186296 w 441797"/>
                  <a:gd name="connsiteY26" fmla="*/ 329895 h 542808"/>
                  <a:gd name="connsiteX27" fmla="*/ 186237 w 441797"/>
                  <a:gd name="connsiteY27" fmla="*/ 357699 h 542808"/>
                  <a:gd name="connsiteX28" fmla="*/ 186209 w 441797"/>
                  <a:gd name="connsiteY28" fmla="*/ 371891 h 542808"/>
                  <a:gd name="connsiteX29" fmla="*/ 186177 w 441797"/>
                  <a:gd name="connsiteY29" fmla="*/ 384869 h 542808"/>
                  <a:gd name="connsiteX30" fmla="*/ 186171 w 441797"/>
                  <a:gd name="connsiteY30" fmla="*/ 389577 h 542808"/>
                  <a:gd name="connsiteX31" fmla="*/ 186151 w 441797"/>
                  <a:gd name="connsiteY31" fmla="*/ 395951 h 542808"/>
                  <a:gd name="connsiteX32" fmla="*/ 186160 w 441797"/>
                  <a:gd name="connsiteY32" fmla="*/ 397817 h 542808"/>
                  <a:gd name="connsiteX33" fmla="*/ 184127 w 441797"/>
                  <a:gd name="connsiteY33" fmla="*/ 406053 h 542808"/>
                  <a:gd name="connsiteX34" fmla="*/ 190180 w 441797"/>
                  <a:gd name="connsiteY34" fmla="*/ 407068 h 542808"/>
                  <a:gd name="connsiteX35" fmla="*/ 192926 w 441797"/>
                  <a:gd name="connsiteY35" fmla="*/ 407081 h 542808"/>
                  <a:gd name="connsiteX36" fmla="*/ 195964 w 441797"/>
                  <a:gd name="connsiteY36" fmla="*/ 407082 h 542808"/>
                  <a:gd name="connsiteX37" fmla="*/ 199175 w 441797"/>
                  <a:gd name="connsiteY37" fmla="*/ 407094 h 542808"/>
                  <a:gd name="connsiteX38" fmla="*/ 208024 w 441797"/>
                  <a:gd name="connsiteY38" fmla="*/ 407113 h 542808"/>
                  <a:gd name="connsiteX39" fmla="*/ 217556 w 441797"/>
                  <a:gd name="connsiteY39" fmla="*/ 407139 h 542808"/>
                  <a:gd name="connsiteX40" fmla="*/ 234082 w 441797"/>
                  <a:gd name="connsiteY40" fmla="*/ 407180 h 542808"/>
                  <a:gd name="connsiteX41" fmla="*/ 257978 w 441797"/>
                  <a:gd name="connsiteY41" fmla="*/ 407242 h 542808"/>
                  <a:gd name="connsiteX42" fmla="*/ 296749 w 441797"/>
                  <a:gd name="connsiteY42" fmla="*/ 407347 h 542808"/>
                  <a:gd name="connsiteX43" fmla="*/ 299094 w 441797"/>
                  <a:gd name="connsiteY43" fmla="*/ 407353 h 542808"/>
                  <a:gd name="connsiteX44" fmla="*/ 317937 w 441797"/>
                  <a:gd name="connsiteY44" fmla="*/ 407400 h 542808"/>
                  <a:gd name="connsiteX45" fmla="*/ 334411 w 441797"/>
                  <a:gd name="connsiteY45" fmla="*/ 407440 h 542808"/>
                  <a:gd name="connsiteX46" fmla="*/ 336755 w 441797"/>
                  <a:gd name="connsiteY46" fmla="*/ 407446 h 542808"/>
                  <a:gd name="connsiteX47" fmla="*/ 375380 w 441797"/>
                  <a:gd name="connsiteY47" fmla="*/ 407552 h 542808"/>
                  <a:gd name="connsiteX48" fmla="*/ 399229 w 441797"/>
                  <a:gd name="connsiteY48" fmla="*/ 407612 h 542808"/>
                  <a:gd name="connsiteX49" fmla="*/ 415556 w 441797"/>
                  <a:gd name="connsiteY49" fmla="*/ 407655 h 542808"/>
                  <a:gd name="connsiteX50" fmla="*/ 424989 w 441797"/>
                  <a:gd name="connsiteY50" fmla="*/ 407677 h 542808"/>
                  <a:gd name="connsiteX51" fmla="*/ 435192 w 441797"/>
                  <a:gd name="connsiteY51" fmla="*/ 407705 h 542808"/>
                  <a:gd name="connsiteX52" fmla="*/ 438237 w 441797"/>
                  <a:gd name="connsiteY52" fmla="*/ 407706 h 542808"/>
                  <a:gd name="connsiteX53" fmla="*/ 440975 w 441797"/>
                  <a:gd name="connsiteY53" fmla="*/ 407719 h 542808"/>
                  <a:gd name="connsiteX54" fmla="*/ 443358 w 441797"/>
                  <a:gd name="connsiteY54" fmla="*/ 407725 h 542808"/>
                  <a:gd name="connsiteX55" fmla="*/ 446023 w 441797"/>
                  <a:gd name="connsiteY55" fmla="*/ 408734 h 542808"/>
                  <a:gd name="connsiteX56" fmla="*/ 446136 w 441797"/>
                  <a:gd name="connsiteY56" fmla="*/ 413892 h 542808"/>
                  <a:gd name="connsiteX57" fmla="*/ 446144 w 441797"/>
                  <a:gd name="connsiteY57" fmla="*/ 417288 h 542808"/>
                  <a:gd name="connsiteX58" fmla="*/ 446138 w 441797"/>
                  <a:gd name="connsiteY58" fmla="*/ 421048 h 542808"/>
                  <a:gd name="connsiteX59" fmla="*/ 446143 w 441797"/>
                  <a:gd name="connsiteY59" fmla="*/ 424980 h 542808"/>
                  <a:gd name="connsiteX60" fmla="*/ 446143 w 441797"/>
                  <a:gd name="connsiteY60" fmla="*/ 435689 h 542808"/>
                  <a:gd name="connsiteX61" fmla="*/ 446144 w 441797"/>
                  <a:gd name="connsiteY61" fmla="*/ 446872 h 542808"/>
                  <a:gd name="connsiteX62" fmla="*/ 446139 w 441797"/>
                  <a:gd name="connsiteY62" fmla="*/ 465654 h 542808"/>
                  <a:gd name="connsiteX63" fmla="*/ 446141 w 441797"/>
                  <a:gd name="connsiteY63" fmla="*/ 487401 h 542808"/>
                  <a:gd name="connsiteX64" fmla="*/ 446143 w 441797"/>
                  <a:gd name="connsiteY64" fmla="*/ 506039 h 542808"/>
                  <a:gd name="connsiteX65" fmla="*/ 446144 w 441797"/>
                  <a:gd name="connsiteY65" fmla="*/ 517185 h 542808"/>
                  <a:gd name="connsiteX66" fmla="*/ 446140 w 441797"/>
                  <a:gd name="connsiteY66" fmla="*/ 527661 h 542808"/>
                  <a:gd name="connsiteX67" fmla="*/ 446141 w 441797"/>
                  <a:gd name="connsiteY67" fmla="*/ 531517 h 542808"/>
                  <a:gd name="connsiteX68" fmla="*/ 446136 w 441797"/>
                  <a:gd name="connsiteY68" fmla="*/ 536759 h 542808"/>
                  <a:gd name="connsiteX69" fmla="*/ 446135 w 441797"/>
                  <a:gd name="connsiteY69" fmla="*/ 539729 h 542808"/>
                  <a:gd name="connsiteX70" fmla="*/ 445129 w 441797"/>
                  <a:gd name="connsiteY70" fmla="*/ 542811 h 542808"/>
                  <a:gd name="connsiteX71" fmla="*/ 438153 w 441797"/>
                  <a:gd name="connsiteY71" fmla="*/ 542923 h 542808"/>
                  <a:gd name="connsiteX72" fmla="*/ 435901 w 441797"/>
                  <a:gd name="connsiteY72" fmla="*/ 542927 h 542808"/>
                  <a:gd name="connsiteX73" fmla="*/ 428332 w 441797"/>
                  <a:gd name="connsiteY73" fmla="*/ 542924 h 542808"/>
                  <a:gd name="connsiteX74" fmla="*/ 422890 w 441797"/>
                  <a:gd name="connsiteY74" fmla="*/ 542928 h 542808"/>
                  <a:gd name="connsiteX75" fmla="*/ 407859 w 441797"/>
                  <a:gd name="connsiteY75" fmla="*/ 542928 h 542808"/>
                  <a:gd name="connsiteX76" fmla="*/ 391678 w 441797"/>
                  <a:gd name="connsiteY76" fmla="*/ 542931 h 542808"/>
                  <a:gd name="connsiteX77" fmla="*/ 361786 w 441797"/>
                  <a:gd name="connsiteY77" fmla="*/ 542932 h 542808"/>
                  <a:gd name="connsiteX78" fmla="*/ 334177 w 441797"/>
                  <a:gd name="connsiteY78" fmla="*/ 542930 h 542808"/>
                  <a:gd name="connsiteX79" fmla="*/ 332330 w 441797"/>
                  <a:gd name="connsiteY79" fmla="*/ 542931 h 542808"/>
                  <a:gd name="connsiteX80" fmla="*/ 324908 w 441797"/>
                  <a:gd name="connsiteY80" fmla="*/ 542931 h 542808"/>
                  <a:gd name="connsiteX81" fmla="*/ 255229 w 441797"/>
                  <a:gd name="connsiteY81" fmla="*/ 542927 h 542808"/>
                  <a:gd name="connsiteX82" fmla="*/ 193267 w 441797"/>
                  <a:gd name="connsiteY82" fmla="*/ 542927 h 542808"/>
                  <a:gd name="connsiteX83" fmla="*/ 123719 w 441797"/>
                  <a:gd name="connsiteY83" fmla="*/ 542931 h 542808"/>
                  <a:gd name="connsiteX84" fmla="*/ 116311 w 441797"/>
                  <a:gd name="connsiteY84" fmla="*/ 542930 h 542808"/>
                  <a:gd name="connsiteX85" fmla="*/ 114468 w 441797"/>
                  <a:gd name="connsiteY85" fmla="*/ 542930 h 542808"/>
                  <a:gd name="connsiteX86" fmla="*/ 86869 w 441797"/>
                  <a:gd name="connsiteY86" fmla="*/ 542933 h 542808"/>
                  <a:gd name="connsiteX87" fmla="*/ 55502 w 441797"/>
                  <a:gd name="connsiteY87" fmla="*/ 542930 h 542808"/>
                  <a:gd name="connsiteX88" fmla="*/ 39480 w 441797"/>
                  <a:gd name="connsiteY88" fmla="*/ 542929 h 542808"/>
                  <a:gd name="connsiteX89" fmla="*/ 24839 w 441797"/>
                  <a:gd name="connsiteY89" fmla="*/ 542926 h 542808"/>
                  <a:gd name="connsiteX90" fmla="*/ 19518 w 441797"/>
                  <a:gd name="connsiteY90" fmla="*/ 542927 h 542808"/>
                  <a:gd name="connsiteX91" fmla="*/ 12334 w 441797"/>
                  <a:gd name="connsiteY91" fmla="*/ 542923 h 542808"/>
                  <a:gd name="connsiteX92" fmla="*/ 10204 w 441797"/>
                  <a:gd name="connsiteY92" fmla="*/ 542930 h 542808"/>
                  <a:gd name="connsiteX93" fmla="*/ 4465 w 441797"/>
                  <a:gd name="connsiteY93" fmla="*/ 541917 h 542808"/>
                  <a:gd name="connsiteX94" fmla="*/ 4354 w 441797"/>
                  <a:gd name="connsiteY94" fmla="*/ 538338 h 542808"/>
                  <a:gd name="connsiteX95" fmla="*/ 4348 w 441797"/>
                  <a:gd name="connsiteY95" fmla="*/ 535983 h 542808"/>
                  <a:gd name="connsiteX96" fmla="*/ 4355 w 441797"/>
                  <a:gd name="connsiteY96" fmla="*/ 533361 h 542808"/>
                  <a:gd name="connsiteX97" fmla="*/ 4352 w 441797"/>
                  <a:gd name="connsiteY97" fmla="*/ 530592 h 542808"/>
                  <a:gd name="connsiteX98" fmla="*/ 4357 w 441797"/>
                  <a:gd name="connsiteY98" fmla="*/ 521280 h 542808"/>
                  <a:gd name="connsiteX99" fmla="*/ 4355 w 441797"/>
                  <a:gd name="connsiteY99" fmla="*/ 514585 h 542808"/>
                  <a:gd name="connsiteX100" fmla="*/ 4358 w 441797"/>
                  <a:gd name="connsiteY100" fmla="*/ 499968 h 542808"/>
                  <a:gd name="connsiteX101" fmla="*/ 4363 w 441797"/>
                  <a:gd name="connsiteY101" fmla="*/ 478231 h 542808"/>
                  <a:gd name="connsiteX102" fmla="*/ 4370 w 441797"/>
                  <a:gd name="connsiteY102" fmla="*/ 441673 h 542808"/>
                  <a:gd name="connsiteX103" fmla="*/ 4380 w 441797"/>
                  <a:gd name="connsiteY103" fmla="*/ 405459 h 542808"/>
                  <a:gd name="connsiteX104" fmla="*/ 4380 w 441797"/>
                  <a:gd name="connsiteY104" fmla="*/ 403187 h 542808"/>
                  <a:gd name="connsiteX105" fmla="*/ 4381 w 441797"/>
                  <a:gd name="connsiteY105" fmla="*/ 391767 h 542808"/>
                  <a:gd name="connsiteX106" fmla="*/ 4397 w 441797"/>
                  <a:gd name="connsiteY106" fmla="*/ 310806 h 542808"/>
                  <a:gd name="connsiteX107" fmla="*/ 4416 w 441797"/>
                  <a:gd name="connsiteY107" fmla="*/ 232137 h 542808"/>
                  <a:gd name="connsiteX108" fmla="*/ 4416 w 441797"/>
                  <a:gd name="connsiteY108" fmla="*/ 229689 h 542808"/>
                  <a:gd name="connsiteX109" fmla="*/ 4419 w 441797"/>
                  <a:gd name="connsiteY109" fmla="*/ 205352 h 542808"/>
                  <a:gd name="connsiteX110" fmla="*/ 4427 w 441797"/>
                  <a:gd name="connsiteY110" fmla="*/ 155772 h 542808"/>
                  <a:gd name="connsiteX111" fmla="*/ 4427 w 441797"/>
                  <a:gd name="connsiteY111" fmla="*/ 153469 h 542808"/>
                  <a:gd name="connsiteX112" fmla="*/ 4465 w 441797"/>
                  <a:gd name="connsiteY112" fmla="*/ 1143 h 542808"/>
                  <a:gd name="connsiteX113" fmla="*/ 13976 w 441797"/>
                  <a:gd name="connsiteY113" fmla="*/ 135 h 54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441797" h="542808">
                    <a:moveTo>
                      <a:pt x="13976" y="135"/>
                    </a:moveTo>
                    <a:cubicBezTo>
                      <a:pt x="15029" y="133"/>
                      <a:pt x="15029" y="133"/>
                      <a:pt x="16104" y="131"/>
                    </a:cubicBezTo>
                    <a:cubicBezTo>
                      <a:pt x="18465" y="128"/>
                      <a:pt x="20826" y="130"/>
                      <a:pt x="23187" y="133"/>
                    </a:cubicBezTo>
                    <a:cubicBezTo>
                      <a:pt x="24877" y="132"/>
                      <a:pt x="26567" y="130"/>
                      <a:pt x="28257" y="128"/>
                    </a:cubicBezTo>
                    <a:cubicBezTo>
                      <a:pt x="32854" y="124"/>
                      <a:pt x="37450" y="126"/>
                      <a:pt x="42047" y="129"/>
                    </a:cubicBezTo>
                    <a:cubicBezTo>
                      <a:pt x="46855" y="131"/>
                      <a:pt x="51664" y="129"/>
                      <a:pt x="56472" y="128"/>
                    </a:cubicBezTo>
                    <a:cubicBezTo>
                      <a:pt x="64551" y="126"/>
                      <a:pt x="72630" y="128"/>
                      <a:pt x="80710" y="132"/>
                    </a:cubicBezTo>
                    <a:cubicBezTo>
                      <a:pt x="90047" y="137"/>
                      <a:pt x="99385" y="136"/>
                      <a:pt x="108723" y="131"/>
                    </a:cubicBezTo>
                    <a:cubicBezTo>
                      <a:pt x="116737" y="127"/>
                      <a:pt x="124752" y="126"/>
                      <a:pt x="132767" y="128"/>
                    </a:cubicBezTo>
                    <a:cubicBezTo>
                      <a:pt x="137554" y="130"/>
                      <a:pt x="142342" y="130"/>
                      <a:pt x="147130" y="127"/>
                    </a:cubicBezTo>
                    <a:cubicBezTo>
                      <a:pt x="151634" y="124"/>
                      <a:pt x="156139" y="126"/>
                      <a:pt x="160644" y="131"/>
                    </a:cubicBezTo>
                    <a:cubicBezTo>
                      <a:pt x="162296" y="133"/>
                      <a:pt x="163948" y="132"/>
                      <a:pt x="165600" y="130"/>
                    </a:cubicBezTo>
                    <a:cubicBezTo>
                      <a:pt x="167858" y="128"/>
                      <a:pt x="170116" y="131"/>
                      <a:pt x="172374" y="135"/>
                    </a:cubicBezTo>
                    <a:cubicBezTo>
                      <a:pt x="173025" y="133"/>
                      <a:pt x="173676" y="131"/>
                      <a:pt x="174347" y="129"/>
                    </a:cubicBezTo>
                    <a:cubicBezTo>
                      <a:pt x="178301" y="144"/>
                      <a:pt x="182025" y="503"/>
                      <a:pt x="185915" y="1143"/>
                    </a:cubicBezTo>
                    <a:cubicBezTo>
                      <a:pt x="186959" y="9755"/>
                      <a:pt x="186923" y="18338"/>
                      <a:pt x="186894" y="26996"/>
                    </a:cubicBezTo>
                    <a:cubicBezTo>
                      <a:pt x="186892" y="28617"/>
                      <a:pt x="186890" y="30238"/>
                      <a:pt x="186889" y="31859"/>
                    </a:cubicBezTo>
                    <a:cubicBezTo>
                      <a:pt x="186884" y="36293"/>
                      <a:pt x="186874" y="40728"/>
                      <a:pt x="186863" y="45163"/>
                    </a:cubicBezTo>
                    <a:cubicBezTo>
                      <a:pt x="186852" y="49952"/>
                      <a:pt x="186846" y="54742"/>
                      <a:pt x="186839" y="59531"/>
                    </a:cubicBezTo>
                    <a:cubicBezTo>
                      <a:pt x="186825" y="68905"/>
                      <a:pt x="186806" y="78279"/>
                      <a:pt x="186785" y="87652"/>
                    </a:cubicBezTo>
                    <a:cubicBezTo>
                      <a:pt x="186768" y="95268"/>
                      <a:pt x="186752" y="102883"/>
                      <a:pt x="186737" y="110499"/>
                    </a:cubicBezTo>
                    <a:cubicBezTo>
                      <a:pt x="186696" y="132087"/>
                      <a:pt x="186651" y="153676"/>
                      <a:pt x="186600" y="175264"/>
                    </a:cubicBezTo>
                    <a:cubicBezTo>
                      <a:pt x="186596" y="177009"/>
                      <a:pt x="186596" y="177009"/>
                      <a:pt x="186592" y="178788"/>
                    </a:cubicBezTo>
                    <a:cubicBezTo>
                      <a:pt x="186588" y="180535"/>
                      <a:pt x="186588" y="180535"/>
                      <a:pt x="186584" y="182317"/>
                    </a:cubicBezTo>
                    <a:cubicBezTo>
                      <a:pt x="186540" y="201214"/>
                      <a:pt x="186505" y="220112"/>
                      <a:pt x="186475" y="239010"/>
                    </a:cubicBezTo>
                    <a:cubicBezTo>
                      <a:pt x="186443" y="258411"/>
                      <a:pt x="186405" y="277813"/>
                      <a:pt x="186360" y="297214"/>
                    </a:cubicBezTo>
                    <a:cubicBezTo>
                      <a:pt x="186334" y="308108"/>
                      <a:pt x="186312" y="319002"/>
                      <a:pt x="186296" y="329895"/>
                    </a:cubicBezTo>
                    <a:cubicBezTo>
                      <a:pt x="186283" y="339163"/>
                      <a:pt x="186264" y="348431"/>
                      <a:pt x="186237" y="357699"/>
                    </a:cubicBezTo>
                    <a:cubicBezTo>
                      <a:pt x="186223" y="362430"/>
                      <a:pt x="186212" y="367160"/>
                      <a:pt x="186209" y="371891"/>
                    </a:cubicBezTo>
                    <a:cubicBezTo>
                      <a:pt x="186206" y="376217"/>
                      <a:pt x="186195" y="380543"/>
                      <a:pt x="186177" y="384869"/>
                    </a:cubicBezTo>
                    <a:cubicBezTo>
                      <a:pt x="186172" y="386438"/>
                      <a:pt x="186170" y="388007"/>
                      <a:pt x="186171" y="389577"/>
                    </a:cubicBezTo>
                    <a:cubicBezTo>
                      <a:pt x="186173" y="391701"/>
                      <a:pt x="186163" y="393826"/>
                      <a:pt x="186151" y="395951"/>
                    </a:cubicBezTo>
                    <a:cubicBezTo>
                      <a:pt x="186154" y="396567"/>
                      <a:pt x="186157" y="397183"/>
                      <a:pt x="186160" y="397817"/>
                    </a:cubicBezTo>
                    <a:cubicBezTo>
                      <a:pt x="186129" y="401012"/>
                      <a:pt x="185861" y="403331"/>
                      <a:pt x="184127" y="406053"/>
                    </a:cubicBezTo>
                    <a:cubicBezTo>
                      <a:pt x="186316" y="407147"/>
                      <a:pt x="187732" y="407062"/>
                      <a:pt x="190180" y="407068"/>
                    </a:cubicBezTo>
                    <a:cubicBezTo>
                      <a:pt x="191086" y="407073"/>
                      <a:pt x="191992" y="407077"/>
                      <a:pt x="192926" y="407081"/>
                    </a:cubicBezTo>
                    <a:cubicBezTo>
                      <a:pt x="194430" y="407082"/>
                      <a:pt x="194430" y="407082"/>
                      <a:pt x="195964" y="407082"/>
                    </a:cubicBezTo>
                    <a:cubicBezTo>
                      <a:pt x="197024" y="407086"/>
                      <a:pt x="198083" y="407090"/>
                      <a:pt x="199175" y="407094"/>
                    </a:cubicBezTo>
                    <a:cubicBezTo>
                      <a:pt x="202124" y="407103"/>
                      <a:pt x="205074" y="407109"/>
                      <a:pt x="208024" y="407113"/>
                    </a:cubicBezTo>
                    <a:cubicBezTo>
                      <a:pt x="211201" y="407118"/>
                      <a:pt x="214379" y="407129"/>
                      <a:pt x="217556" y="407139"/>
                    </a:cubicBezTo>
                    <a:cubicBezTo>
                      <a:pt x="223065" y="407155"/>
                      <a:pt x="228573" y="407168"/>
                      <a:pt x="234082" y="407180"/>
                    </a:cubicBezTo>
                    <a:cubicBezTo>
                      <a:pt x="242047" y="407196"/>
                      <a:pt x="250012" y="407218"/>
                      <a:pt x="257978" y="407242"/>
                    </a:cubicBezTo>
                    <a:cubicBezTo>
                      <a:pt x="270901" y="407280"/>
                      <a:pt x="283825" y="407315"/>
                      <a:pt x="296749" y="407347"/>
                    </a:cubicBezTo>
                    <a:cubicBezTo>
                      <a:pt x="297910" y="407350"/>
                      <a:pt x="297910" y="407350"/>
                      <a:pt x="299094" y="407353"/>
                    </a:cubicBezTo>
                    <a:cubicBezTo>
                      <a:pt x="305375" y="407369"/>
                      <a:pt x="311656" y="407384"/>
                      <a:pt x="317937" y="407400"/>
                    </a:cubicBezTo>
                    <a:cubicBezTo>
                      <a:pt x="323428" y="407413"/>
                      <a:pt x="328920" y="407427"/>
                      <a:pt x="334411" y="407440"/>
                    </a:cubicBezTo>
                    <a:cubicBezTo>
                      <a:pt x="335571" y="407443"/>
                      <a:pt x="335571" y="407443"/>
                      <a:pt x="336755" y="407446"/>
                    </a:cubicBezTo>
                    <a:cubicBezTo>
                      <a:pt x="349630" y="407479"/>
                      <a:pt x="362505" y="407514"/>
                      <a:pt x="375380" y="407552"/>
                    </a:cubicBezTo>
                    <a:cubicBezTo>
                      <a:pt x="383330" y="407576"/>
                      <a:pt x="391279" y="407596"/>
                      <a:pt x="399229" y="407612"/>
                    </a:cubicBezTo>
                    <a:cubicBezTo>
                      <a:pt x="404671" y="407624"/>
                      <a:pt x="410113" y="407638"/>
                      <a:pt x="415556" y="407655"/>
                    </a:cubicBezTo>
                    <a:cubicBezTo>
                      <a:pt x="418700" y="407665"/>
                      <a:pt x="421845" y="407673"/>
                      <a:pt x="424989" y="407677"/>
                    </a:cubicBezTo>
                    <a:cubicBezTo>
                      <a:pt x="428390" y="407682"/>
                      <a:pt x="431791" y="407693"/>
                      <a:pt x="435192" y="407705"/>
                    </a:cubicBezTo>
                    <a:cubicBezTo>
                      <a:pt x="436197" y="407706"/>
                      <a:pt x="437202" y="407706"/>
                      <a:pt x="438237" y="407706"/>
                    </a:cubicBezTo>
                    <a:cubicBezTo>
                      <a:pt x="439141" y="407710"/>
                      <a:pt x="440044" y="407715"/>
                      <a:pt x="440975" y="407719"/>
                    </a:cubicBezTo>
                    <a:cubicBezTo>
                      <a:pt x="441762" y="407721"/>
                      <a:pt x="442548" y="407723"/>
                      <a:pt x="443358" y="407725"/>
                    </a:cubicBezTo>
                    <a:cubicBezTo>
                      <a:pt x="445129" y="407841"/>
                      <a:pt x="445129" y="407841"/>
                      <a:pt x="446023" y="408734"/>
                    </a:cubicBezTo>
                    <a:cubicBezTo>
                      <a:pt x="446111" y="410452"/>
                      <a:pt x="446135" y="412172"/>
                      <a:pt x="446136" y="413892"/>
                    </a:cubicBezTo>
                    <a:cubicBezTo>
                      <a:pt x="446139" y="415013"/>
                      <a:pt x="446141" y="416133"/>
                      <a:pt x="446144" y="417288"/>
                    </a:cubicBezTo>
                    <a:cubicBezTo>
                      <a:pt x="446142" y="418541"/>
                      <a:pt x="446140" y="419794"/>
                      <a:pt x="446138" y="421048"/>
                    </a:cubicBezTo>
                    <a:cubicBezTo>
                      <a:pt x="446139" y="422358"/>
                      <a:pt x="446141" y="423669"/>
                      <a:pt x="446143" y="424980"/>
                    </a:cubicBezTo>
                    <a:cubicBezTo>
                      <a:pt x="446147" y="428550"/>
                      <a:pt x="446145" y="432119"/>
                      <a:pt x="446143" y="435689"/>
                    </a:cubicBezTo>
                    <a:cubicBezTo>
                      <a:pt x="446140" y="439417"/>
                      <a:pt x="446142" y="443144"/>
                      <a:pt x="446144" y="446872"/>
                    </a:cubicBezTo>
                    <a:cubicBezTo>
                      <a:pt x="446145" y="453133"/>
                      <a:pt x="446143" y="459394"/>
                      <a:pt x="446139" y="465654"/>
                    </a:cubicBezTo>
                    <a:cubicBezTo>
                      <a:pt x="446134" y="472903"/>
                      <a:pt x="446136" y="480152"/>
                      <a:pt x="446141" y="487401"/>
                    </a:cubicBezTo>
                    <a:cubicBezTo>
                      <a:pt x="446145" y="493614"/>
                      <a:pt x="446145" y="499826"/>
                      <a:pt x="446143" y="506039"/>
                    </a:cubicBezTo>
                    <a:cubicBezTo>
                      <a:pt x="446142" y="509754"/>
                      <a:pt x="446141" y="513469"/>
                      <a:pt x="446144" y="517185"/>
                    </a:cubicBezTo>
                    <a:cubicBezTo>
                      <a:pt x="446147" y="520677"/>
                      <a:pt x="446145" y="524169"/>
                      <a:pt x="446140" y="527661"/>
                    </a:cubicBezTo>
                    <a:cubicBezTo>
                      <a:pt x="446139" y="528947"/>
                      <a:pt x="446139" y="530232"/>
                      <a:pt x="446141" y="531517"/>
                    </a:cubicBezTo>
                    <a:cubicBezTo>
                      <a:pt x="446144" y="533265"/>
                      <a:pt x="446140" y="535012"/>
                      <a:pt x="446136" y="536759"/>
                    </a:cubicBezTo>
                    <a:cubicBezTo>
                      <a:pt x="446136" y="537739"/>
                      <a:pt x="446135" y="538720"/>
                      <a:pt x="446135" y="539729"/>
                    </a:cubicBezTo>
                    <a:cubicBezTo>
                      <a:pt x="446023" y="541917"/>
                      <a:pt x="446023" y="541917"/>
                      <a:pt x="445129" y="542811"/>
                    </a:cubicBezTo>
                    <a:cubicBezTo>
                      <a:pt x="442796" y="542900"/>
                      <a:pt x="440487" y="542930"/>
                      <a:pt x="438153" y="542923"/>
                    </a:cubicBezTo>
                    <a:cubicBezTo>
                      <a:pt x="437410" y="542925"/>
                      <a:pt x="436667" y="542926"/>
                      <a:pt x="435901" y="542927"/>
                    </a:cubicBezTo>
                    <a:cubicBezTo>
                      <a:pt x="433378" y="542930"/>
                      <a:pt x="430855" y="542927"/>
                      <a:pt x="428332" y="542924"/>
                    </a:cubicBezTo>
                    <a:cubicBezTo>
                      <a:pt x="426518" y="542925"/>
                      <a:pt x="424704" y="542927"/>
                      <a:pt x="422890" y="542928"/>
                    </a:cubicBezTo>
                    <a:cubicBezTo>
                      <a:pt x="417879" y="542932"/>
                      <a:pt x="412869" y="542930"/>
                      <a:pt x="407859" y="542928"/>
                    </a:cubicBezTo>
                    <a:cubicBezTo>
                      <a:pt x="402465" y="542926"/>
                      <a:pt x="397071" y="542929"/>
                      <a:pt x="391678" y="542931"/>
                    </a:cubicBezTo>
                    <a:cubicBezTo>
                      <a:pt x="381714" y="542935"/>
                      <a:pt x="371750" y="542935"/>
                      <a:pt x="361786" y="542932"/>
                    </a:cubicBezTo>
                    <a:cubicBezTo>
                      <a:pt x="352583" y="542930"/>
                      <a:pt x="343380" y="542929"/>
                      <a:pt x="334177" y="542930"/>
                    </a:cubicBezTo>
                    <a:cubicBezTo>
                      <a:pt x="333567" y="542930"/>
                      <a:pt x="332958" y="542930"/>
                      <a:pt x="332330" y="542931"/>
                    </a:cubicBezTo>
                    <a:cubicBezTo>
                      <a:pt x="329856" y="542931"/>
                      <a:pt x="327382" y="542931"/>
                      <a:pt x="324908" y="542931"/>
                    </a:cubicBezTo>
                    <a:cubicBezTo>
                      <a:pt x="301682" y="542934"/>
                      <a:pt x="278456" y="542932"/>
                      <a:pt x="255229" y="542927"/>
                    </a:cubicBezTo>
                    <a:cubicBezTo>
                      <a:pt x="234575" y="542923"/>
                      <a:pt x="213921" y="542923"/>
                      <a:pt x="193267" y="542927"/>
                    </a:cubicBezTo>
                    <a:cubicBezTo>
                      <a:pt x="170084" y="542932"/>
                      <a:pt x="146902" y="542934"/>
                      <a:pt x="123719" y="542931"/>
                    </a:cubicBezTo>
                    <a:cubicBezTo>
                      <a:pt x="121250" y="542931"/>
                      <a:pt x="118780" y="542931"/>
                      <a:pt x="116311" y="542930"/>
                    </a:cubicBezTo>
                    <a:cubicBezTo>
                      <a:pt x="115703" y="542930"/>
                      <a:pt x="115095" y="542930"/>
                      <a:pt x="114468" y="542930"/>
                    </a:cubicBezTo>
                    <a:cubicBezTo>
                      <a:pt x="105268" y="542929"/>
                      <a:pt x="96069" y="542930"/>
                      <a:pt x="86869" y="542933"/>
                    </a:cubicBezTo>
                    <a:cubicBezTo>
                      <a:pt x="76414" y="542935"/>
                      <a:pt x="65958" y="542934"/>
                      <a:pt x="55502" y="542930"/>
                    </a:cubicBezTo>
                    <a:cubicBezTo>
                      <a:pt x="50161" y="542927"/>
                      <a:pt x="44821" y="542926"/>
                      <a:pt x="39480" y="542929"/>
                    </a:cubicBezTo>
                    <a:cubicBezTo>
                      <a:pt x="34600" y="542932"/>
                      <a:pt x="29720" y="542931"/>
                      <a:pt x="24839" y="542926"/>
                    </a:cubicBezTo>
                    <a:cubicBezTo>
                      <a:pt x="23066" y="542925"/>
                      <a:pt x="21292" y="542925"/>
                      <a:pt x="19518" y="542927"/>
                    </a:cubicBezTo>
                    <a:cubicBezTo>
                      <a:pt x="17123" y="542930"/>
                      <a:pt x="14729" y="542927"/>
                      <a:pt x="12334" y="542923"/>
                    </a:cubicBezTo>
                    <a:cubicBezTo>
                      <a:pt x="11631" y="542925"/>
                      <a:pt x="10928" y="542927"/>
                      <a:pt x="10204" y="542930"/>
                    </a:cubicBezTo>
                    <a:cubicBezTo>
                      <a:pt x="5461" y="542913"/>
                      <a:pt x="5461" y="542913"/>
                      <a:pt x="4465" y="541917"/>
                    </a:cubicBezTo>
                    <a:cubicBezTo>
                      <a:pt x="4378" y="540727"/>
                      <a:pt x="4353" y="539532"/>
                      <a:pt x="4354" y="538338"/>
                    </a:cubicBezTo>
                    <a:cubicBezTo>
                      <a:pt x="4351" y="537173"/>
                      <a:pt x="4351" y="537173"/>
                      <a:pt x="4348" y="535983"/>
                    </a:cubicBezTo>
                    <a:cubicBezTo>
                      <a:pt x="4350" y="535118"/>
                      <a:pt x="4352" y="534253"/>
                      <a:pt x="4355" y="533361"/>
                    </a:cubicBezTo>
                    <a:cubicBezTo>
                      <a:pt x="4354" y="532447"/>
                      <a:pt x="4353" y="531533"/>
                      <a:pt x="4352" y="530592"/>
                    </a:cubicBezTo>
                    <a:cubicBezTo>
                      <a:pt x="4349" y="527488"/>
                      <a:pt x="4353" y="524384"/>
                      <a:pt x="4357" y="521280"/>
                    </a:cubicBezTo>
                    <a:cubicBezTo>
                      <a:pt x="4357" y="519048"/>
                      <a:pt x="4356" y="516817"/>
                      <a:pt x="4355" y="514585"/>
                    </a:cubicBezTo>
                    <a:cubicBezTo>
                      <a:pt x="4353" y="509713"/>
                      <a:pt x="4355" y="504840"/>
                      <a:pt x="4358" y="499968"/>
                    </a:cubicBezTo>
                    <a:cubicBezTo>
                      <a:pt x="4364" y="492722"/>
                      <a:pt x="4364" y="485477"/>
                      <a:pt x="4363" y="478231"/>
                    </a:cubicBezTo>
                    <a:cubicBezTo>
                      <a:pt x="4362" y="466045"/>
                      <a:pt x="4365" y="453859"/>
                      <a:pt x="4370" y="441673"/>
                    </a:cubicBezTo>
                    <a:cubicBezTo>
                      <a:pt x="4376" y="429602"/>
                      <a:pt x="4379" y="417530"/>
                      <a:pt x="4380" y="405459"/>
                    </a:cubicBezTo>
                    <a:cubicBezTo>
                      <a:pt x="4380" y="404709"/>
                      <a:pt x="4380" y="403959"/>
                      <a:pt x="4380" y="403187"/>
                    </a:cubicBezTo>
                    <a:cubicBezTo>
                      <a:pt x="4380" y="399380"/>
                      <a:pt x="4381" y="395573"/>
                      <a:pt x="4381" y="391767"/>
                    </a:cubicBezTo>
                    <a:cubicBezTo>
                      <a:pt x="4383" y="364780"/>
                      <a:pt x="4389" y="337793"/>
                      <a:pt x="4397" y="310806"/>
                    </a:cubicBezTo>
                    <a:cubicBezTo>
                      <a:pt x="4406" y="284583"/>
                      <a:pt x="4412" y="258360"/>
                      <a:pt x="4416" y="232137"/>
                    </a:cubicBezTo>
                    <a:cubicBezTo>
                      <a:pt x="4416" y="231329"/>
                      <a:pt x="4416" y="230522"/>
                      <a:pt x="4416" y="229689"/>
                    </a:cubicBezTo>
                    <a:cubicBezTo>
                      <a:pt x="4417" y="221577"/>
                      <a:pt x="4418" y="213465"/>
                      <a:pt x="4419" y="205352"/>
                    </a:cubicBezTo>
                    <a:cubicBezTo>
                      <a:pt x="4422" y="188826"/>
                      <a:pt x="4424" y="172299"/>
                      <a:pt x="4427" y="155772"/>
                    </a:cubicBezTo>
                    <a:cubicBezTo>
                      <a:pt x="4427" y="155012"/>
                      <a:pt x="4427" y="154252"/>
                      <a:pt x="4427" y="153469"/>
                    </a:cubicBezTo>
                    <a:cubicBezTo>
                      <a:pt x="4435" y="102694"/>
                      <a:pt x="4450" y="51918"/>
                      <a:pt x="4465" y="1143"/>
                    </a:cubicBezTo>
                    <a:cubicBezTo>
                      <a:pt x="7687" y="68"/>
                      <a:pt x="10622" y="125"/>
                      <a:pt x="13976" y="135"/>
                    </a:cubicBezTo>
                    <a:close/>
                  </a:path>
                </a:pathLst>
              </a:custGeom>
              <a:grpFill/>
              <a:ln w="894" cap="flat">
                <a:noFill/>
                <a:prstDash val="solid"/>
                <a:miter/>
              </a:ln>
            </p:spPr>
            <p:txBody>
              <a:bodyPr rtlCol="0" anchor="ctr"/>
              <a:lstStyle/>
              <a:p>
                <a:endParaRPr lang="zh-CN" altLang="en-US"/>
              </a:p>
            </p:txBody>
          </p:sp>
          <p:sp>
            <p:nvSpPr>
              <p:cNvPr id="175" name="任意多边形: 形状 174"/>
              <p:cNvSpPr/>
              <p:nvPr/>
            </p:nvSpPr>
            <p:spPr>
              <a:xfrm>
                <a:off x="8001278" y="3441685"/>
                <a:ext cx="441786" cy="543024"/>
              </a:xfrm>
              <a:custGeom>
                <a:avLst/>
                <a:gdLst>
                  <a:gd name="connsiteX0" fmla="*/ 17631 w 441786"/>
                  <a:gd name="connsiteY0" fmla="*/ 241 h 543024"/>
                  <a:gd name="connsiteX1" fmla="*/ 19768 w 441786"/>
                  <a:gd name="connsiteY1" fmla="*/ 235 h 543024"/>
                  <a:gd name="connsiteX2" fmla="*/ 26897 w 441786"/>
                  <a:gd name="connsiteY2" fmla="*/ 231 h 543024"/>
                  <a:gd name="connsiteX3" fmla="*/ 31993 w 441786"/>
                  <a:gd name="connsiteY3" fmla="*/ 222 h 543024"/>
                  <a:gd name="connsiteX4" fmla="*/ 45866 w 441786"/>
                  <a:gd name="connsiteY4" fmla="*/ 211 h 543024"/>
                  <a:gd name="connsiteX5" fmla="*/ 57441 w 441786"/>
                  <a:gd name="connsiteY5" fmla="*/ 204 h 543024"/>
                  <a:gd name="connsiteX6" fmla="*/ 84753 w 441786"/>
                  <a:gd name="connsiteY6" fmla="*/ 195 h 543024"/>
                  <a:gd name="connsiteX7" fmla="*/ 112932 w 441786"/>
                  <a:gd name="connsiteY7" fmla="*/ 172 h 543024"/>
                  <a:gd name="connsiteX8" fmla="*/ 137113 w 441786"/>
                  <a:gd name="connsiteY8" fmla="*/ 156 h 543024"/>
                  <a:gd name="connsiteX9" fmla="*/ 151560 w 441786"/>
                  <a:gd name="connsiteY9" fmla="*/ 144 h 543024"/>
                  <a:gd name="connsiteX10" fmla="*/ 165155 w 441786"/>
                  <a:gd name="connsiteY10" fmla="*/ 142 h 543024"/>
                  <a:gd name="connsiteX11" fmla="*/ 170141 w 441786"/>
                  <a:gd name="connsiteY11" fmla="*/ 136 h 543024"/>
                  <a:gd name="connsiteX12" fmla="*/ 176957 w 441786"/>
                  <a:gd name="connsiteY12" fmla="*/ 140 h 543024"/>
                  <a:gd name="connsiteX13" fmla="*/ 178943 w 441786"/>
                  <a:gd name="connsiteY13" fmla="*/ 126 h 543024"/>
                  <a:gd name="connsiteX14" fmla="*/ 190537 w 441786"/>
                  <a:gd name="connsiteY14" fmla="*/ 2148 h 543024"/>
                  <a:gd name="connsiteX15" fmla="*/ 190629 w 441786"/>
                  <a:gd name="connsiteY15" fmla="*/ 154757 h 543024"/>
                  <a:gd name="connsiteX16" fmla="*/ 190636 w 441786"/>
                  <a:gd name="connsiteY16" fmla="*/ 172755 h 543024"/>
                  <a:gd name="connsiteX17" fmla="*/ 190636 w 441786"/>
                  <a:gd name="connsiteY17" fmla="*/ 174564 h 543024"/>
                  <a:gd name="connsiteX18" fmla="*/ 190674 w 441786"/>
                  <a:gd name="connsiteY18" fmla="*/ 232663 h 543024"/>
                  <a:gd name="connsiteX19" fmla="*/ 190706 w 441786"/>
                  <a:gd name="connsiteY19" fmla="*/ 294036 h 543024"/>
                  <a:gd name="connsiteX20" fmla="*/ 190730 w 441786"/>
                  <a:gd name="connsiteY20" fmla="*/ 330821 h 543024"/>
                  <a:gd name="connsiteX21" fmla="*/ 190740 w 441786"/>
                  <a:gd name="connsiteY21" fmla="*/ 356012 h 543024"/>
                  <a:gd name="connsiteX22" fmla="*/ 190751 w 441786"/>
                  <a:gd name="connsiteY22" fmla="*/ 370567 h 543024"/>
                  <a:gd name="connsiteX23" fmla="*/ 190754 w 441786"/>
                  <a:gd name="connsiteY23" fmla="*/ 383872 h 543024"/>
                  <a:gd name="connsiteX24" fmla="*/ 190761 w 441786"/>
                  <a:gd name="connsiteY24" fmla="*/ 388705 h 543024"/>
                  <a:gd name="connsiteX25" fmla="*/ 190757 w 441786"/>
                  <a:gd name="connsiteY25" fmla="*/ 395236 h 543024"/>
                  <a:gd name="connsiteX26" fmla="*/ 190772 w 441786"/>
                  <a:gd name="connsiteY26" fmla="*/ 397164 h 543024"/>
                  <a:gd name="connsiteX27" fmla="*/ 188750 w 441786"/>
                  <a:gd name="connsiteY27" fmla="*/ 403483 h 543024"/>
                  <a:gd name="connsiteX28" fmla="*/ 188750 w 441786"/>
                  <a:gd name="connsiteY28" fmla="*/ 406165 h 543024"/>
                  <a:gd name="connsiteX29" fmla="*/ 194803 w 441786"/>
                  <a:gd name="connsiteY29" fmla="*/ 407180 h 543024"/>
                  <a:gd name="connsiteX30" fmla="*/ 197548 w 441786"/>
                  <a:gd name="connsiteY30" fmla="*/ 407193 h 543024"/>
                  <a:gd name="connsiteX31" fmla="*/ 200587 w 441786"/>
                  <a:gd name="connsiteY31" fmla="*/ 407194 h 543024"/>
                  <a:gd name="connsiteX32" fmla="*/ 203797 w 441786"/>
                  <a:gd name="connsiteY32" fmla="*/ 407206 h 543024"/>
                  <a:gd name="connsiteX33" fmla="*/ 212647 w 441786"/>
                  <a:gd name="connsiteY33" fmla="*/ 407225 h 543024"/>
                  <a:gd name="connsiteX34" fmla="*/ 222179 w 441786"/>
                  <a:gd name="connsiteY34" fmla="*/ 407251 h 543024"/>
                  <a:gd name="connsiteX35" fmla="*/ 238704 w 441786"/>
                  <a:gd name="connsiteY35" fmla="*/ 407291 h 543024"/>
                  <a:gd name="connsiteX36" fmla="*/ 262601 w 441786"/>
                  <a:gd name="connsiteY36" fmla="*/ 407353 h 543024"/>
                  <a:gd name="connsiteX37" fmla="*/ 301371 w 441786"/>
                  <a:gd name="connsiteY37" fmla="*/ 407459 h 543024"/>
                  <a:gd name="connsiteX38" fmla="*/ 303717 w 441786"/>
                  <a:gd name="connsiteY38" fmla="*/ 407465 h 543024"/>
                  <a:gd name="connsiteX39" fmla="*/ 322559 w 441786"/>
                  <a:gd name="connsiteY39" fmla="*/ 407511 h 543024"/>
                  <a:gd name="connsiteX40" fmla="*/ 339034 w 441786"/>
                  <a:gd name="connsiteY40" fmla="*/ 407552 h 543024"/>
                  <a:gd name="connsiteX41" fmla="*/ 341377 w 441786"/>
                  <a:gd name="connsiteY41" fmla="*/ 407558 h 543024"/>
                  <a:gd name="connsiteX42" fmla="*/ 380003 w 441786"/>
                  <a:gd name="connsiteY42" fmla="*/ 407664 h 543024"/>
                  <a:gd name="connsiteX43" fmla="*/ 403851 w 441786"/>
                  <a:gd name="connsiteY43" fmla="*/ 407724 h 543024"/>
                  <a:gd name="connsiteX44" fmla="*/ 420179 w 441786"/>
                  <a:gd name="connsiteY44" fmla="*/ 407767 h 543024"/>
                  <a:gd name="connsiteX45" fmla="*/ 429612 w 441786"/>
                  <a:gd name="connsiteY45" fmla="*/ 407789 h 543024"/>
                  <a:gd name="connsiteX46" fmla="*/ 439815 w 441786"/>
                  <a:gd name="connsiteY46" fmla="*/ 407817 h 543024"/>
                  <a:gd name="connsiteX47" fmla="*/ 442860 w 441786"/>
                  <a:gd name="connsiteY47" fmla="*/ 407818 h 543024"/>
                  <a:gd name="connsiteX48" fmla="*/ 445598 w 441786"/>
                  <a:gd name="connsiteY48" fmla="*/ 407831 h 543024"/>
                  <a:gd name="connsiteX49" fmla="*/ 447980 w 441786"/>
                  <a:gd name="connsiteY49" fmla="*/ 407837 h 543024"/>
                  <a:gd name="connsiteX50" fmla="*/ 450645 w 441786"/>
                  <a:gd name="connsiteY50" fmla="*/ 408846 h 543024"/>
                  <a:gd name="connsiteX51" fmla="*/ 450765 w 441786"/>
                  <a:gd name="connsiteY51" fmla="*/ 413964 h 543024"/>
                  <a:gd name="connsiteX52" fmla="*/ 450776 w 441786"/>
                  <a:gd name="connsiteY52" fmla="*/ 417333 h 543024"/>
                  <a:gd name="connsiteX53" fmla="*/ 450775 w 441786"/>
                  <a:gd name="connsiteY53" fmla="*/ 421063 h 543024"/>
                  <a:gd name="connsiteX54" fmla="*/ 450784 w 441786"/>
                  <a:gd name="connsiteY54" fmla="*/ 424965 h 543024"/>
                  <a:gd name="connsiteX55" fmla="*/ 450795 w 441786"/>
                  <a:gd name="connsiteY55" fmla="*/ 435591 h 543024"/>
                  <a:gd name="connsiteX56" fmla="*/ 450802 w 441786"/>
                  <a:gd name="connsiteY56" fmla="*/ 444448 h 543024"/>
                  <a:gd name="connsiteX57" fmla="*/ 450811 w 441786"/>
                  <a:gd name="connsiteY57" fmla="*/ 465335 h 543024"/>
                  <a:gd name="connsiteX58" fmla="*/ 450834 w 441786"/>
                  <a:gd name="connsiteY58" fmla="*/ 486915 h 543024"/>
                  <a:gd name="connsiteX59" fmla="*/ 450850 w 441786"/>
                  <a:gd name="connsiteY59" fmla="*/ 505413 h 543024"/>
                  <a:gd name="connsiteX60" fmla="*/ 450862 w 441786"/>
                  <a:gd name="connsiteY60" fmla="*/ 516474 h 543024"/>
                  <a:gd name="connsiteX61" fmla="*/ 450864 w 441786"/>
                  <a:gd name="connsiteY61" fmla="*/ 526873 h 543024"/>
                  <a:gd name="connsiteX62" fmla="*/ 450870 w 441786"/>
                  <a:gd name="connsiteY62" fmla="*/ 530698 h 543024"/>
                  <a:gd name="connsiteX63" fmla="*/ 450866 w 441786"/>
                  <a:gd name="connsiteY63" fmla="*/ 535904 h 543024"/>
                  <a:gd name="connsiteX64" fmla="*/ 450868 w 441786"/>
                  <a:gd name="connsiteY64" fmla="*/ 538852 h 543024"/>
                  <a:gd name="connsiteX65" fmla="*/ 448858 w 441786"/>
                  <a:gd name="connsiteY65" fmla="*/ 542923 h 543024"/>
                  <a:gd name="connsiteX66" fmla="*/ 441770 w 441786"/>
                  <a:gd name="connsiteY66" fmla="*/ 543143 h 543024"/>
                  <a:gd name="connsiteX67" fmla="*/ 439513 w 441786"/>
                  <a:gd name="connsiteY67" fmla="*/ 543149 h 543024"/>
                  <a:gd name="connsiteX68" fmla="*/ 431947 w 441786"/>
                  <a:gd name="connsiteY68" fmla="*/ 543138 h 543024"/>
                  <a:gd name="connsiteX69" fmla="*/ 426514 w 441786"/>
                  <a:gd name="connsiteY69" fmla="*/ 543142 h 543024"/>
                  <a:gd name="connsiteX70" fmla="*/ 411490 w 441786"/>
                  <a:gd name="connsiteY70" fmla="*/ 543130 h 543024"/>
                  <a:gd name="connsiteX71" fmla="*/ 395075 w 441786"/>
                  <a:gd name="connsiteY71" fmla="*/ 543126 h 543024"/>
                  <a:gd name="connsiteX72" fmla="*/ 366803 w 441786"/>
                  <a:gd name="connsiteY72" fmla="*/ 543111 h 543024"/>
                  <a:gd name="connsiteX73" fmla="*/ 326292 w 441786"/>
                  <a:gd name="connsiteY73" fmla="*/ 543092 h 543024"/>
                  <a:gd name="connsiteX74" fmla="*/ 228861 w 441786"/>
                  <a:gd name="connsiteY74" fmla="*/ 543034 h 543024"/>
                  <a:gd name="connsiteX75" fmla="*/ 9088 w 441786"/>
                  <a:gd name="connsiteY75" fmla="*/ 542923 h 543024"/>
                  <a:gd name="connsiteX76" fmla="*/ 9088 w 441786"/>
                  <a:gd name="connsiteY76" fmla="*/ 1255 h 543024"/>
                  <a:gd name="connsiteX77" fmla="*/ 17631 w 441786"/>
                  <a:gd name="connsiteY77" fmla="*/ 241 h 54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1786" h="543024">
                    <a:moveTo>
                      <a:pt x="17631" y="241"/>
                    </a:moveTo>
                    <a:cubicBezTo>
                      <a:pt x="18336" y="239"/>
                      <a:pt x="19042" y="237"/>
                      <a:pt x="19768" y="235"/>
                    </a:cubicBezTo>
                    <a:cubicBezTo>
                      <a:pt x="22145" y="229"/>
                      <a:pt x="24521" y="230"/>
                      <a:pt x="26897" y="231"/>
                    </a:cubicBezTo>
                    <a:cubicBezTo>
                      <a:pt x="28595" y="228"/>
                      <a:pt x="30294" y="225"/>
                      <a:pt x="31993" y="222"/>
                    </a:cubicBezTo>
                    <a:cubicBezTo>
                      <a:pt x="36617" y="214"/>
                      <a:pt x="41242" y="212"/>
                      <a:pt x="45866" y="211"/>
                    </a:cubicBezTo>
                    <a:cubicBezTo>
                      <a:pt x="49724" y="210"/>
                      <a:pt x="53582" y="207"/>
                      <a:pt x="57441" y="204"/>
                    </a:cubicBezTo>
                    <a:cubicBezTo>
                      <a:pt x="66545" y="197"/>
                      <a:pt x="75649" y="195"/>
                      <a:pt x="84753" y="195"/>
                    </a:cubicBezTo>
                    <a:cubicBezTo>
                      <a:pt x="94146" y="196"/>
                      <a:pt x="103539" y="186"/>
                      <a:pt x="112932" y="172"/>
                    </a:cubicBezTo>
                    <a:cubicBezTo>
                      <a:pt x="120992" y="160"/>
                      <a:pt x="129053" y="156"/>
                      <a:pt x="137113" y="156"/>
                    </a:cubicBezTo>
                    <a:cubicBezTo>
                      <a:pt x="141928" y="156"/>
                      <a:pt x="146744" y="154"/>
                      <a:pt x="151560" y="144"/>
                    </a:cubicBezTo>
                    <a:cubicBezTo>
                      <a:pt x="156091" y="136"/>
                      <a:pt x="160623" y="136"/>
                      <a:pt x="165155" y="142"/>
                    </a:cubicBezTo>
                    <a:cubicBezTo>
                      <a:pt x="166817" y="143"/>
                      <a:pt x="168479" y="141"/>
                      <a:pt x="170141" y="136"/>
                    </a:cubicBezTo>
                    <a:cubicBezTo>
                      <a:pt x="172413" y="129"/>
                      <a:pt x="174685" y="133"/>
                      <a:pt x="176957" y="140"/>
                    </a:cubicBezTo>
                    <a:cubicBezTo>
                      <a:pt x="177612" y="135"/>
                      <a:pt x="178268" y="131"/>
                      <a:pt x="178943" y="126"/>
                    </a:cubicBezTo>
                    <a:cubicBezTo>
                      <a:pt x="183102" y="154"/>
                      <a:pt x="186574" y="951"/>
                      <a:pt x="190537" y="2148"/>
                    </a:cubicBezTo>
                    <a:cubicBezTo>
                      <a:pt x="190578" y="53018"/>
                      <a:pt x="190610" y="103888"/>
                      <a:pt x="190629" y="154757"/>
                    </a:cubicBezTo>
                    <a:cubicBezTo>
                      <a:pt x="190631" y="160756"/>
                      <a:pt x="190633" y="166756"/>
                      <a:pt x="190636" y="172755"/>
                    </a:cubicBezTo>
                    <a:cubicBezTo>
                      <a:pt x="190636" y="173651"/>
                      <a:pt x="190636" y="173651"/>
                      <a:pt x="190636" y="174564"/>
                    </a:cubicBezTo>
                    <a:cubicBezTo>
                      <a:pt x="190644" y="193931"/>
                      <a:pt x="190657" y="213297"/>
                      <a:pt x="190674" y="232663"/>
                    </a:cubicBezTo>
                    <a:cubicBezTo>
                      <a:pt x="190691" y="253121"/>
                      <a:pt x="190702" y="273578"/>
                      <a:pt x="190706" y="294036"/>
                    </a:cubicBezTo>
                    <a:cubicBezTo>
                      <a:pt x="190708" y="306298"/>
                      <a:pt x="190716" y="318559"/>
                      <a:pt x="190730" y="330821"/>
                    </a:cubicBezTo>
                    <a:cubicBezTo>
                      <a:pt x="190740" y="339218"/>
                      <a:pt x="190743" y="347615"/>
                      <a:pt x="190740" y="356012"/>
                    </a:cubicBezTo>
                    <a:cubicBezTo>
                      <a:pt x="190739" y="360864"/>
                      <a:pt x="190741" y="365716"/>
                      <a:pt x="190751" y="370567"/>
                    </a:cubicBezTo>
                    <a:cubicBezTo>
                      <a:pt x="190759" y="375002"/>
                      <a:pt x="190760" y="379437"/>
                      <a:pt x="190754" y="383872"/>
                    </a:cubicBezTo>
                    <a:cubicBezTo>
                      <a:pt x="190753" y="385483"/>
                      <a:pt x="190755" y="387094"/>
                      <a:pt x="190761" y="388705"/>
                    </a:cubicBezTo>
                    <a:cubicBezTo>
                      <a:pt x="190768" y="390882"/>
                      <a:pt x="190764" y="393059"/>
                      <a:pt x="190757" y="395236"/>
                    </a:cubicBezTo>
                    <a:cubicBezTo>
                      <a:pt x="190762" y="395872"/>
                      <a:pt x="190767" y="396508"/>
                      <a:pt x="190772" y="397164"/>
                    </a:cubicBezTo>
                    <a:cubicBezTo>
                      <a:pt x="190741" y="401492"/>
                      <a:pt x="190741" y="401492"/>
                      <a:pt x="188750" y="403483"/>
                    </a:cubicBezTo>
                    <a:cubicBezTo>
                      <a:pt x="188750" y="404368"/>
                      <a:pt x="188750" y="405253"/>
                      <a:pt x="188750" y="406165"/>
                    </a:cubicBezTo>
                    <a:cubicBezTo>
                      <a:pt x="190939" y="407259"/>
                      <a:pt x="192355" y="407174"/>
                      <a:pt x="194803" y="407180"/>
                    </a:cubicBezTo>
                    <a:cubicBezTo>
                      <a:pt x="195709" y="407185"/>
                      <a:pt x="196615" y="407189"/>
                      <a:pt x="197548" y="407193"/>
                    </a:cubicBezTo>
                    <a:cubicBezTo>
                      <a:pt x="199053" y="407194"/>
                      <a:pt x="199053" y="407194"/>
                      <a:pt x="200587" y="407194"/>
                    </a:cubicBezTo>
                    <a:cubicBezTo>
                      <a:pt x="201647" y="407198"/>
                      <a:pt x="202706" y="407202"/>
                      <a:pt x="203797" y="407206"/>
                    </a:cubicBezTo>
                    <a:cubicBezTo>
                      <a:pt x="206747" y="407215"/>
                      <a:pt x="209697" y="407221"/>
                      <a:pt x="212647" y="407225"/>
                    </a:cubicBezTo>
                    <a:cubicBezTo>
                      <a:pt x="215824" y="407230"/>
                      <a:pt x="219002" y="407241"/>
                      <a:pt x="222179" y="407251"/>
                    </a:cubicBezTo>
                    <a:cubicBezTo>
                      <a:pt x="227688" y="407267"/>
                      <a:pt x="233196" y="407280"/>
                      <a:pt x="238704" y="407291"/>
                    </a:cubicBezTo>
                    <a:cubicBezTo>
                      <a:pt x="246670" y="407308"/>
                      <a:pt x="254635" y="407330"/>
                      <a:pt x="262601" y="407353"/>
                    </a:cubicBezTo>
                    <a:cubicBezTo>
                      <a:pt x="275524" y="407392"/>
                      <a:pt x="288448" y="407427"/>
                      <a:pt x="301371" y="407459"/>
                    </a:cubicBezTo>
                    <a:cubicBezTo>
                      <a:pt x="302532" y="407462"/>
                      <a:pt x="302532" y="407462"/>
                      <a:pt x="303717" y="407465"/>
                    </a:cubicBezTo>
                    <a:cubicBezTo>
                      <a:pt x="309998" y="407480"/>
                      <a:pt x="316279" y="407496"/>
                      <a:pt x="322559" y="407511"/>
                    </a:cubicBezTo>
                    <a:cubicBezTo>
                      <a:pt x="328051" y="407525"/>
                      <a:pt x="333543" y="407539"/>
                      <a:pt x="339034" y="407552"/>
                    </a:cubicBezTo>
                    <a:cubicBezTo>
                      <a:pt x="340194" y="407555"/>
                      <a:pt x="340194" y="407555"/>
                      <a:pt x="341377" y="407558"/>
                    </a:cubicBezTo>
                    <a:cubicBezTo>
                      <a:pt x="354253" y="407590"/>
                      <a:pt x="367128" y="407626"/>
                      <a:pt x="380003" y="407664"/>
                    </a:cubicBezTo>
                    <a:cubicBezTo>
                      <a:pt x="387952" y="407688"/>
                      <a:pt x="395902" y="407708"/>
                      <a:pt x="403851" y="407724"/>
                    </a:cubicBezTo>
                    <a:cubicBezTo>
                      <a:pt x="409294" y="407736"/>
                      <a:pt x="414736" y="407750"/>
                      <a:pt x="420179" y="407767"/>
                    </a:cubicBezTo>
                    <a:cubicBezTo>
                      <a:pt x="423323" y="407776"/>
                      <a:pt x="426468" y="407785"/>
                      <a:pt x="429612" y="407789"/>
                    </a:cubicBezTo>
                    <a:cubicBezTo>
                      <a:pt x="433013" y="407794"/>
                      <a:pt x="436414" y="407805"/>
                      <a:pt x="439815" y="407817"/>
                    </a:cubicBezTo>
                    <a:cubicBezTo>
                      <a:pt x="440820" y="407817"/>
                      <a:pt x="441825" y="407818"/>
                      <a:pt x="442860" y="407818"/>
                    </a:cubicBezTo>
                    <a:cubicBezTo>
                      <a:pt x="443764" y="407822"/>
                      <a:pt x="444667" y="407827"/>
                      <a:pt x="445598" y="407831"/>
                    </a:cubicBezTo>
                    <a:cubicBezTo>
                      <a:pt x="446384" y="407833"/>
                      <a:pt x="447171" y="407835"/>
                      <a:pt x="447980" y="407837"/>
                    </a:cubicBezTo>
                    <a:cubicBezTo>
                      <a:pt x="449751" y="407953"/>
                      <a:pt x="449751" y="407953"/>
                      <a:pt x="450645" y="408846"/>
                    </a:cubicBezTo>
                    <a:cubicBezTo>
                      <a:pt x="450736" y="410550"/>
                      <a:pt x="450762" y="412258"/>
                      <a:pt x="450765" y="413964"/>
                    </a:cubicBezTo>
                    <a:cubicBezTo>
                      <a:pt x="450769" y="415076"/>
                      <a:pt x="450773" y="416188"/>
                      <a:pt x="450776" y="417333"/>
                    </a:cubicBezTo>
                    <a:cubicBezTo>
                      <a:pt x="450776" y="418576"/>
                      <a:pt x="450776" y="419820"/>
                      <a:pt x="450775" y="421063"/>
                    </a:cubicBezTo>
                    <a:cubicBezTo>
                      <a:pt x="450778" y="422364"/>
                      <a:pt x="450781" y="423664"/>
                      <a:pt x="450784" y="424965"/>
                    </a:cubicBezTo>
                    <a:cubicBezTo>
                      <a:pt x="450792" y="428507"/>
                      <a:pt x="450794" y="432049"/>
                      <a:pt x="450795" y="435591"/>
                    </a:cubicBezTo>
                    <a:cubicBezTo>
                      <a:pt x="450796" y="438543"/>
                      <a:pt x="450799" y="441496"/>
                      <a:pt x="450802" y="444448"/>
                    </a:cubicBezTo>
                    <a:cubicBezTo>
                      <a:pt x="450809" y="451410"/>
                      <a:pt x="450812" y="458373"/>
                      <a:pt x="450811" y="465335"/>
                    </a:cubicBezTo>
                    <a:cubicBezTo>
                      <a:pt x="450810" y="472528"/>
                      <a:pt x="450820" y="479722"/>
                      <a:pt x="450834" y="486915"/>
                    </a:cubicBezTo>
                    <a:cubicBezTo>
                      <a:pt x="450846" y="493081"/>
                      <a:pt x="450850" y="499247"/>
                      <a:pt x="450850" y="505413"/>
                    </a:cubicBezTo>
                    <a:cubicBezTo>
                      <a:pt x="450850" y="509100"/>
                      <a:pt x="450852" y="512787"/>
                      <a:pt x="450862" y="516474"/>
                    </a:cubicBezTo>
                    <a:cubicBezTo>
                      <a:pt x="450870" y="519940"/>
                      <a:pt x="450870" y="523407"/>
                      <a:pt x="450864" y="526873"/>
                    </a:cubicBezTo>
                    <a:cubicBezTo>
                      <a:pt x="450863" y="528148"/>
                      <a:pt x="450865" y="529423"/>
                      <a:pt x="450870" y="530698"/>
                    </a:cubicBezTo>
                    <a:cubicBezTo>
                      <a:pt x="450877" y="532433"/>
                      <a:pt x="450872" y="534169"/>
                      <a:pt x="450866" y="535904"/>
                    </a:cubicBezTo>
                    <a:cubicBezTo>
                      <a:pt x="450867" y="536877"/>
                      <a:pt x="450867" y="537849"/>
                      <a:pt x="450868" y="538852"/>
                    </a:cubicBezTo>
                    <a:cubicBezTo>
                      <a:pt x="450645" y="541135"/>
                      <a:pt x="450645" y="541135"/>
                      <a:pt x="448858" y="542923"/>
                    </a:cubicBezTo>
                    <a:cubicBezTo>
                      <a:pt x="446464" y="543097"/>
                      <a:pt x="444164" y="543159"/>
                      <a:pt x="441770" y="543143"/>
                    </a:cubicBezTo>
                    <a:cubicBezTo>
                      <a:pt x="441025" y="543145"/>
                      <a:pt x="440280" y="543147"/>
                      <a:pt x="439513" y="543149"/>
                    </a:cubicBezTo>
                    <a:cubicBezTo>
                      <a:pt x="436991" y="543154"/>
                      <a:pt x="434469" y="543146"/>
                      <a:pt x="431947" y="543138"/>
                    </a:cubicBezTo>
                    <a:cubicBezTo>
                      <a:pt x="430136" y="543138"/>
                      <a:pt x="428325" y="543140"/>
                      <a:pt x="426514" y="543142"/>
                    </a:cubicBezTo>
                    <a:cubicBezTo>
                      <a:pt x="421506" y="543146"/>
                      <a:pt x="416498" y="543139"/>
                      <a:pt x="411490" y="543130"/>
                    </a:cubicBezTo>
                    <a:cubicBezTo>
                      <a:pt x="406018" y="543122"/>
                      <a:pt x="400547" y="543125"/>
                      <a:pt x="395075" y="543126"/>
                    </a:cubicBezTo>
                    <a:cubicBezTo>
                      <a:pt x="385651" y="543127"/>
                      <a:pt x="376227" y="543122"/>
                      <a:pt x="366803" y="543111"/>
                    </a:cubicBezTo>
                    <a:cubicBezTo>
                      <a:pt x="353299" y="543097"/>
                      <a:pt x="339795" y="543093"/>
                      <a:pt x="326292" y="543092"/>
                    </a:cubicBezTo>
                    <a:cubicBezTo>
                      <a:pt x="293815" y="543082"/>
                      <a:pt x="261338" y="543057"/>
                      <a:pt x="228861" y="543034"/>
                    </a:cubicBezTo>
                    <a:cubicBezTo>
                      <a:pt x="156336" y="542998"/>
                      <a:pt x="83810" y="542961"/>
                      <a:pt x="9088" y="542923"/>
                    </a:cubicBezTo>
                    <a:cubicBezTo>
                      <a:pt x="9088" y="364172"/>
                      <a:pt x="9088" y="185422"/>
                      <a:pt x="9088" y="1255"/>
                    </a:cubicBezTo>
                    <a:cubicBezTo>
                      <a:pt x="11810" y="-107"/>
                      <a:pt x="14644" y="235"/>
                      <a:pt x="17631" y="241"/>
                    </a:cubicBezTo>
                    <a:close/>
                  </a:path>
                </a:pathLst>
              </a:custGeom>
              <a:grpFill/>
              <a:ln w="894" cap="flat">
                <a:noFill/>
                <a:prstDash val="solid"/>
                <a:miter/>
              </a:ln>
            </p:spPr>
            <p:txBody>
              <a:bodyPr rtlCol="0" anchor="ctr"/>
              <a:lstStyle/>
              <a:p>
                <a:endParaRPr lang="zh-CN" altLang="en-US"/>
              </a:p>
            </p:txBody>
          </p:sp>
          <p:sp>
            <p:nvSpPr>
              <p:cNvPr id="176" name="任意多边形: 形状 175"/>
              <p:cNvSpPr/>
              <p:nvPr/>
            </p:nvSpPr>
            <p:spPr>
              <a:xfrm>
                <a:off x="10197337" y="3829693"/>
                <a:ext cx="169046" cy="154788"/>
              </a:xfrm>
              <a:custGeom>
                <a:avLst/>
                <a:gdLst>
                  <a:gd name="connsiteX0" fmla="*/ 17058 w 169046"/>
                  <a:gd name="connsiteY0" fmla="*/ 599 h 154788"/>
                  <a:gd name="connsiteX1" fmla="*/ 19032 w 169046"/>
                  <a:gd name="connsiteY1" fmla="*/ 607 h 154788"/>
                  <a:gd name="connsiteX2" fmla="*/ 21114 w 169046"/>
                  <a:gd name="connsiteY2" fmla="*/ 604 h 154788"/>
                  <a:gd name="connsiteX3" fmla="*/ 28072 w 169046"/>
                  <a:gd name="connsiteY3" fmla="*/ 613 h 154788"/>
                  <a:gd name="connsiteX4" fmla="*/ 33039 w 169046"/>
                  <a:gd name="connsiteY4" fmla="*/ 612 h 154788"/>
                  <a:gd name="connsiteX5" fmla="*/ 46568 w 169046"/>
                  <a:gd name="connsiteY5" fmla="*/ 623 h 154788"/>
                  <a:gd name="connsiteX6" fmla="*/ 60690 w 169046"/>
                  <a:gd name="connsiteY6" fmla="*/ 631 h 154788"/>
                  <a:gd name="connsiteX7" fmla="*/ 87452 w 169046"/>
                  <a:gd name="connsiteY7" fmla="*/ 650 h 154788"/>
                  <a:gd name="connsiteX8" fmla="*/ 123602 w 169046"/>
                  <a:gd name="connsiteY8" fmla="*/ 672 h 154788"/>
                  <a:gd name="connsiteX9" fmla="*/ 180587 w 169046"/>
                  <a:gd name="connsiteY9" fmla="*/ 714 h 154788"/>
                  <a:gd name="connsiteX10" fmla="*/ 180587 w 169046"/>
                  <a:gd name="connsiteY10" fmla="*/ 155349 h 154788"/>
                  <a:gd name="connsiteX11" fmla="*/ 11651 w 169046"/>
                  <a:gd name="connsiteY11" fmla="*/ 155349 h 154788"/>
                  <a:gd name="connsiteX12" fmla="*/ 11595 w 169046"/>
                  <a:gd name="connsiteY12" fmla="*/ 78534 h 154788"/>
                  <a:gd name="connsiteX13" fmla="*/ 11571 w 169046"/>
                  <a:gd name="connsiteY13" fmla="*/ 54237 h 154788"/>
                  <a:gd name="connsiteX14" fmla="*/ 11566 w 169046"/>
                  <a:gd name="connsiteY14" fmla="*/ 39922 h 154788"/>
                  <a:gd name="connsiteX15" fmla="*/ 11557 w 169046"/>
                  <a:gd name="connsiteY15" fmla="*/ 30322 h 154788"/>
                  <a:gd name="connsiteX16" fmla="*/ 11550 w 169046"/>
                  <a:gd name="connsiteY16" fmla="*/ 18101 h 154788"/>
                  <a:gd name="connsiteX17" fmla="*/ 11544 w 169046"/>
                  <a:gd name="connsiteY17" fmla="*/ 13601 h 154788"/>
                  <a:gd name="connsiteX18" fmla="*/ 11544 w 169046"/>
                  <a:gd name="connsiteY18" fmla="*/ 7552 h 154788"/>
                  <a:gd name="connsiteX19" fmla="*/ 11541 w 169046"/>
                  <a:gd name="connsiteY19" fmla="*/ 4119 h 154788"/>
                  <a:gd name="connsiteX20" fmla="*/ 17058 w 169046"/>
                  <a:gd name="connsiteY20" fmla="*/ 599 h 15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046" h="154788">
                    <a:moveTo>
                      <a:pt x="17058" y="599"/>
                    </a:moveTo>
                    <a:cubicBezTo>
                      <a:pt x="17710" y="601"/>
                      <a:pt x="18361" y="604"/>
                      <a:pt x="19032" y="607"/>
                    </a:cubicBezTo>
                    <a:cubicBezTo>
                      <a:pt x="19719" y="606"/>
                      <a:pt x="20406" y="605"/>
                      <a:pt x="21114" y="604"/>
                    </a:cubicBezTo>
                    <a:cubicBezTo>
                      <a:pt x="23433" y="603"/>
                      <a:pt x="25753" y="608"/>
                      <a:pt x="28072" y="613"/>
                    </a:cubicBezTo>
                    <a:cubicBezTo>
                      <a:pt x="29728" y="613"/>
                      <a:pt x="31384" y="613"/>
                      <a:pt x="33039" y="612"/>
                    </a:cubicBezTo>
                    <a:cubicBezTo>
                      <a:pt x="37549" y="612"/>
                      <a:pt x="42058" y="617"/>
                      <a:pt x="46568" y="623"/>
                    </a:cubicBezTo>
                    <a:cubicBezTo>
                      <a:pt x="51275" y="629"/>
                      <a:pt x="55983" y="630"/>
                      <a:pt x="60690" y="631"/>
                    </a:cubicBezTo>
                    <a:cubicBezTo>
                      <a:pt x="69611" y="633"/>
                      <a:pt x="78532" y="641"/>
                      <a:pt x="87452" y="650"/>
                    </a:cubicBezTo>
                    <a:cubicBezTo>
                      <a:pt x="99502" y="662"/>
                      <a:pt x="111552" y="666"/>
                      <a:pt x="123602" y="672"/>
                    </a:cubicBezTo>
                    <a:cubicBezTo>
                      <a:pt x="142597" y="680"/>
                      <a:pt x="161592" y="698"/>
                      <a:pt x="180587" y="714"/>
                    </a:cubicBezTo>
                    <a:cubicBezTo>
                      <a:pt x="180587" y="51743"/>
                      <a:pt x="180587" y="102773"/>
                      <a:pt x="180587" y="155349"/>
                    </a:cubicBezTo>
                    <a:cubicBezTo>
                      <a:pt x="124838" y="155349"/>
                      <a:pt x="69089" y="155349"/>
                      <a:pt x="11651" y="155349"/>
                    </a:cubicBezTo>
                    <a:cubicBezTo>
                      <a:pt x="11633" y="130000"/>
                      <a:pt x="11614" y="104651"/>
                      <a:pt x="11595" y="78534"/>
                    </a:cubicBezTo>
                    <a:cubicBezTo>
                      <a:pt x="11587" y="70516"/>
                      <a:pt x="11579" y="62498"/>
                      <a:pt x="11571" y="54237"/>
                    </a:cubicBezTo>
                    <a:cubicBezTo>
                      <a:pt x="11566" y="44482"/>
                      <a:pt x="11566" y="44482"/>
                      <a:pt x="11566" y="39922"/>
                    </a:cubicBezTo>
                    <a:cubicBezTo>
                      <a:pt x="11565" y="36722"/>
                      <a:pt x="11562" y="33522"/>
                      <a:pt x="11557" y="30322"/>
                    </a:cubicBezTo>
                    <a:cubicBezTo>
                      <a:pt x="11551" y="26248"/>
                      <a:pt x="11549" y="22175"/>
                      <a:pt x="11550" y="18101"/>
                    </a:cubicBezTo>
                    <a:cubicBezTo>
                      <a:pt x="11550" y="16601"/>
                      <a:pt x="11548" y="15101"/>
                      <a:pt x="11544" y="13601"/>
                    </a:cubicBezTo>
                    <a:cubicBezTo>
                      <a:pt x="11540" y="11585"/>
                      <a:pt x="11541" y="9568"/>
                      <a:pt x="11544" y="7552"/>
                    </a:cubicBezTo>
                    <a:cubicBezTo>
                      <a:pt x="11543" y="6419"/>
                      <a:pt x="11542" y="5286"/>
                      <a:pt x="11541" y="4119"/>
                    </a:cubicBezTo>
                    <a:cubicBezTo>
                      <a:pt x="11726" y="-103"/>
                      <a:pt x="13250" y="610"/>
                      <a:pt x="17058" y="599"/>
                    </a:cubicBezTo>
                    <a:close/>
                  </a:path>
                </a:pathLst>
              </a:custGeom>
              <a:grpFill/>
              <a:ln w="894" cap="flat">
                <a:noFill/>
                <a:prstDash val="solid"/>
                <a:miter/>
              </a:ln>
            </p:spPr>
            <p:txBody>
              <a:bodyPr rtlCol="0" anchor="ctr"/>
              <a:lstStyle/>
              <a:p>
                <a:endParaRPr lang="zh-CN" altLang="en-US"/>
              </a:p>
            </p:txBody>
          </p:sp>
          <p:sp>
            <p:nvSpPr>
              <p:cNvPr id="177" name="任意多边形: 形状 176"/>
              <p:cNvSpPr/>
              <p:nvPr/>
            </p:nvSpPr>
            <p:spPr>
              <a:xfrm>
                <a:off x="2613091" y="3829693"/>
                <a:ext cx="169046" cy="154788"/>
              </a:xfrm>
              <a:custGeom>
                <a:avLst/>
                <a:gdLst>
                  <a:gd name="connsiteX0" fmla="*/ 8573 w 169046"/>
                  <a:gd name="connsiteY0" fmla="*/ 599 h 154788"/>
                  <a:gd name="connsiteX1" fmla="*/ 10547 w 169046"/>
                  <a:gd name="connsiteY1" fmla="*/ 607 h 154788"/>
                  <a:gd name="connsiteX2" fmla="*/ 12629 w 169046"/>
                  <a:gd name="connsiteY2" fmla="*/ 604 h 154788"/>
                  <a:gd name="connsiteX3" fmla="*/ 19587 w 169046"/>
                  <a:gd name="connsiteY3" fmla="*/ 613 h 154788"/>
                  <a:gd name="connsiteX4" fmla="*/ 24554 w 169046"/>
                  <a:gd name="connsiteY4" fmla="*/ 612 h 154788"/>
                  <a:gd name="connsiteX5" fmla="*/ 38083 w 169046"/>
                  <a:gd name="connsiteY5" fmla="*/ 623 h 154788"/>
                  <a:gd name="connsiteX6" fmla="*/ 52205 w 169046"/>
                  <a:gd name="connsiteY6" fmla="*/ 631 h 154788"/>
                  <a:gd name="connsiteX7" fmla="*/ 78967 w 169046"/>
                  <a:gd name="connsiteY7" fmla="*/ 650 h 154788"/>
                  <a:gd name="connsiteX8" fmla="*/ 115117 w 169046"/>
                  <a:gd name="connsiteY8" fmla="*/ 672 h 154788"/>
                  <a:gd name="connsiteX9" fmla="*/ 172102 w 169046"/>
                  <a:gd name="connsiteY9" fmla="*/ 714 h 154788"/>
                  <a:gd name="connsiteX10" fmla="*/ 172102 w 169046"/>
                  <a:gd name="connsiteY10" fmla="*/ 155349 h 154788"/>
                  <a:gd name="connsiteX11" fmla="*/ 3166 w 169046"/>
                  <a:gd name="connsiteY11" fmla="*/ 155349 h 154788"/>
                  <a:gd name="connsiteX12" fmla="*/ 3110 w 169046"/>
                  <a:gd name="connsiteY12" fmla="*/ 78534 h 154788"/>
                  <a:gd name="connsiteX13" fmla="*/ 3086 w 169046"/>
                  <a:gd name="connsiteY13" fmla="*/ 54237 h 154788"/>
                  <a:gd name="connsiteX14" fmla="*/ 3081 w 169046"/>
                  <a:gd name="connsiteY14" fmla="*/ 39922 h 154788"/>
                  <a:gd name="connsiteX15" fmla="*/ 3072 w 169046"/>
                  <a:gd name="connsiteY15" fmla="*/ 30322 h 154788"/>
                  <a:gd name="connsiteX16" fmla="*/ 3065 w 169046"/>
                  <a:gd name="connsiteY16" fmla="*/ 18101 h 154788"/>
                  <a:gd name="connsiteX17" fmla="*/ 3059 w 169046"/>
                  <a:gd name="connsiteY17" fmla="*/ 13601 h 154788"/>
                  <a:gd name="connsiteX18" fmla="*/ 3059 w 169046"/>
                  <a:gd name="connsiteY18" fmla="*/ 7552 h 154788"/>
                  <a:gd name="connsiteX19" fmla="*/ 3056 w 169046"/>
                  <a:gd name="connsiteY19" fmla="*/ 4119 h 154788"/>
                  <a:gd name="connsiteX20" fmla="*/ 8573 w 169046"/>
                  <a:gd name="connsiteY20" fmla="*/ 599 h 15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046" h="154788">
                    <a:moveTo>
                      <a:pt x="8573" y="599"/>
                    </a:moveTo>
                    <a:cubicBezTo>
                      <a:pt x="9225" y="601"/>
                      <a:pt x="9876" y="604"/>
                      <a:pt x="10547" y="607"/>
                    </a:cubicBezTo>
                    <a:cubicBezTo>
                      <a:pt x="11234" y="606"/>
                      <a:pt x="11921" y="605"/>
                      <a:pt x="12629" y="604"/>
                    </a:cubicBezTo>
                    <a:cubicBezTo>
                      <a:pt x="14948" y="603"/>
                      <a:pt x="17268" y="608"/>
                      <a:pt x="19587" y="613"/>
                    </a:cubicBezTo>
                    <a:cubicBezTo>
                      <a:pt x="21243" y="613"/>
                      <a:pt x="22899" y="613"/>
                      <a:pt x="24554" y="612"/>
                    </a:cubicBezTo>
                    <a:cubicBezTo>
                      <a:pt x="29064" y="612"/>
                      <a:pt x="33573" y="617"/>
                      <a:pt x="38083" y="623"/>
                    </a:cubicBezTo>
                    <a:cubicBezTo>
                      <a:pt x="42790" y="629"/>
                      <a:pt x="47498" y="630"/>
                      <a:pt x="52205" y="631"/>
                    </a:cubicBezTo>
                    <a:cubicBezTo>
                      <a:pt x="61126" y="633"/>
                      <a:pt x="70047" y="641"/>
                      <a:pt x="78967" y="650"/>
                    </a:cubicBezTo>
                    <a:cubicBezTo>
                      <a:pt x="91017" y="662"/>
                      <a:pt x="103067" y="666"/>
                      <a:pt x="115117" y="672"/>
                    </a:cubicBezTo>
                    <a:cubicBezTo>
                      <a:pt x="134112" y="680"/>
                      <a:pt x="153107" y="698"/>
                      <a:pt x="172102" y="714"/>
                    </a:cubicBezTo>
                    <a:cubicBezTo>
                      <a:pt x="172102" y="51743"/>
                      <a:pt x="172102" y="102773"/>
                      <a:pt x="172102" y="155349"/>
                    </a:cubicBezTo>
                    <a:cubicBezTo>
                      <a:pt x="116353" y="155349"/>
                      <a:pt x="60604" y="155349"/>
                      <a:pt x="3166" y="155349"/>
                    </a:cubicBezTo>
                    <a:cubicBezTo>
                      <a:pt x="3148" y="130000"/>
                      <a:pt x="3129" y="104651"/>
                      <a:pt x="3110" y="78534"/>
                    </a:cubicBezTo>
                    <a:cubicBezTo>
                      <a:pt x="3102" y="70516"/>
                      <a:pt x="3094" y="62498"/>
                      <a:pt x="3086" y="54237"/>
                    </a:cubicBezTo>
                    <a:cubicBezTo>
                      <a:pt x="3081" y="44482"/>
                      <a:pt x="3081" y="44482"/>
                      <a:pt x="3081" y="39922"/>
                    </a:cubicBezTo>
                    <a:cubicBezTo>
                      <a:pt x="3080" y="36722"/>
                      <a:pt x="3077" y="33522"/>
                      <a:pt x="3072" y="30322"/>
                    </a:cubicBezTo>
                    <a:cubicBezTo>
                      <a:pt x="3066" y="26248"/>
                      <a:pt x="3064" y="22175"/>
                      <a:pt x="3065" y="18101"/>
                    </a:cubicBezTo>
                    <a:cubicBezTo>
                      <a:pt x="3065" y="16601"/>
                      <a:pt x="3063" y="15101"/>
                      <a:pt x="3059" y="13601"/>
                    </a:cubicBezTo>
                    <a:cubicBezTo>
                      <a:pt x="3055" y="11585"/>
                      <a:pt x="3056" y="9568"/>
                      <a:pt x="3059" y="7552"/>
                    </a:cubicBezTo>
                    <a:cubicBezTo>
                      <a:pt x="3058" y="6419"/>
                      <a:pt x="3057" y="5286"/>
                      <a:pt x="3056" y="4119"/>
                    </a:cubicBezTo>
                    <a:cubicBezTo>
                      <a:pt x="3241" y="-103"/>
                      <a:pt x="4765" y="610"/>
                      <a:pt x="8573" y="599"/>
                    </a:cubicBezTo>
                    <a:close/>
                  </a:path>
                </a:pathLst>
              </a:custGeom>
              <a:grpFill/>
              <a:ln w="894" cap="flat">
                <a:noFill/>
                <a:prstDash val="solid"/>
                <a:miter/>
              </a:ln>
            </p:spPr>
            <p:txBody>
              <a:bodyPr rtlCol="0" anchor="ctr"/>
              <a:lstStyle/>
              <a:p>
                <a:endParaRPr lang="zh-CN" altLang="en-US"/>
              </a:p>
            </p:txBody>
          </p:sp>
          <p:sp>
            <p:nvSpPr>
              <p:cNvPr id="178" name="任意多边形: 形状 177"/>
              <p:cNvSpPr/>
              <p:nvPr/>
            </p:nvSpPr>
            <p:spPr>
              <a:xfrm>
                <a:off x="10192978" y="3985375"/>
                <a:ext cx="4469" cy="3575"/>
              </a:xfrm>
              <a:custGeom>
                <a:avLst/>
                <a:gdLst>
                  <a:gd name="connsiteX0" fmla="*/ 11530 w 4469"/>
                  <a:gd name="connsiteY0" fmla="*/ 734 h 3575"/>
                  <a:gd name="connsiteX1" fmla="*/ 15999 w 4469"/>
                  <a:gd name="connsiteY1" fmla="*/ 734 h 3575"/>
                  <a:gd name="connsiteX2" fmla="*/ 15105 w 4469"/>
                  <a:gd name="connsiteY2" fmla="*/ 4309 h 3575"/>
                  <a:gd name="connsiteX3" fmla="*/ 11530 w 4469"/>
                  <a:gd name="connsiteY3" fmla="*/ 4309 h 3575"/>
                  <a:gd name="connsiteX4" fmla="*/ 11530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1530" y="734"/>
                    </a:moveTo>
                    <a:cubicBezTo>
                      <a:pt x="13005" y="734"/>
                      <a:pt x="14480" y="734"/>
                      <a:pt x="15999" y="734"/>
                    </a:cubicBezTo>
                    <a:cubicBezTo>
                      <a:pt x="15704" y="1914"/>
                      <a:pt x="15409" y="3094"/>
                      <a:pt x="15105" y="4309"/>
                    </a:cubicBezTo>
                    <a:cubicBezTo>
                      <a:pt x="13925" y="4309"/>
                      <a:pt x="12746" y="4309"/>
                      <a:pt x="11530" y="4309"/>
                    </a:cubicBezTo>
                    <a:cubicBezTo>
                      <a:pt x="11530" y="3129"/>
                      <a:pt x="11530" y="1950"/>
                      <a:pt x="11530" y="734"/>
                    </a:cubicBezTo>
                    <a:close/>
                  </a:path>
                </a:pathLst>
              </a:custGeom>
              <a:grpFill/>
              <a:ln w="894" cap="flat">
                <a:noFill/>
                <a:prstDash val="solid"/>
                <a:miter/>
              </a:ln>
            </p:spPr>
            <p:txBody>
              <a:bodyPr rtlCol="0" anchor="ctr"/>
              <a:lstStyle/>
              <a:p>
                <a:endParaRPr lang="zh-CN" altLang="en-US"/>
              </a:p>
            </p:txBody>
          </p:sp>
          <p:sp>
            <p:nvSpPr>
              <p:cNvPr id="179" name="任意多边形: 形状 178"/>
              <p:cNvSpPr/>
              <p:nvPr/>
            </p:nvSpPr>
            <p:spPr>
              <a:xfrm>
                <a:off x="9593210" y="3985375"/>
                <a:ext cx="4469" cy="3575"/>
              </a:xfrm>
              <a:custGeom>
                <a:avLst/>
                <a:gdLst>
                  <a:gd name="connsiteX0" fmla="*/ 10859 w 4469"/>
                  <a:gd name="connsiteY0" fmla="*/ 734 h 3575"/>
                  <a:gd name="connsiteX1" fmla="*/ 15328 w 4469"/>
                  <a:gd name="connsiteY1" fmla="*/ 734 h 3575"/>
                  <a:gd name="connsiteX2" fmla="*/ 15328 w 4469"/>
                  <a:gd name="connsiteY2" fmla="*/ 4309 h 3575"/>
                  <a:gd name="connsiteX3" fmla="*/ 10859 w 4469"/>
                  <a:gd name="connsiteY3" fmla="*/ 3416 h 3575"/>
                  <a:gd name="connsiteX4" fmla="*/ 10859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0859" y="734"/>
                    </a:moveTo>
                    <a:cubicBezTo>
                      <a:pt x="12334" y="734"/>
                      <a:pt x="13809" y="734"/>
                      <a:pt x="15328" y="734"/>
                    </a:cubicBezTo>
                    <a:cubicBezTo>
                      <a:pt x="15328" y="1914"/>
                      <a:pt x="15328" y="3094"/>
                      <a:pt x="15328" y="4309"/>
                    </a:cubicBezTo>
                    <a:cubicBezTo>
                      <a:pt x="13853" y="4014"/>
                      <a:pt x="12379" y="3719"/>
                      <a:pt x="10859" y="3416"/>
                    </a:cubicBezTo>
                    <a:cubicBezTo>
                      <a:pt x="10859" y="2531"/>
                      <a:pt x="10859" y="1646"/>
                      <a:pt x="10859" y="734"/>
                    </a:cubicBezTo>
                    <a:close/>
                  </a:path>
                </a:pathLst>
              </a:custGeom>
              <a:grpFill/>
              <a:ln w="894" cap="flat">
                <a:noFill/>
                <a:prstDash val="solid"/>
                <a:miter/>
              </a:ln>
            </p:spPr>
            <p:txBody>
              <a:bodyPr rtlCol="0" anchor="ctr"/>
              <a:lstStyle/>
              <a:p>
                <a:endParaRPr lang="zh-CN" altLang="en-US"/>
              </a:p>
            </p:txBody>
          </p:sp>
          <p:sp>
            <p:nvSpPr>
              <p:cNvPr id="180" name="任意多边形: 形状 179"/>
              <p:cNvSpPr/>
              <p:nvPr/>
            </p:nvSpPr>
            <p:spPr>
              <a:xfrm>
                <a:off x="2608731" y="3985375"/>
                <a:ext cx="4469" cy="3575"/>
              </a:xfrm>
              <a:custGeom>
                <a:avLst/>
                <a:gdLst>
                  <a:gd name="connsiteX0" fmla="*/ 3045 w 4469"/>
                  <a:gd name="connsiteY0" fmla="*/ 734 h 3575"/>
                  <a:gd name="connsiteX1" fmla="*/ 7514 w 4469"/>
                  <a:gd name="connsiteY1" fmla="*/ 734 h 3575"/>
                  <a:gd name="connsiteX2" fmla="*/ 6620 w 4469"/>
                  <a:gd name="connsiteY2" fmla="*/ 4309 h 3575"/>
                  <a:gd name="connsiteX3" fmla="*/ 3045 w 4469"/>
                  <a:gd name="connsiteY3" fmla="*/ 4309 h 3575"/>
                  <a:gd name="connsiteX4" fmla="*/ 3045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3045" y="734"/>
                    </a:moveTo>
                    <a:cubicBezTo>
                      <a:pt x="4520" y="734"/>
                      <a:pt x="5995" y="734"/>
                      <a:pt x="7514" y="734"/>
                    </a:cubicBezTo>
                    <a:cubicBezTo>
                      <a:pt x="7219" y="1914"/>
                      <a:pt x="6924" y="3094"/>
                      <a:pt x="6620" y="4309"/>
                    </a:cubicBezTo>
                    <a:cubicBezTo>
                      <a:pt x="5440" y="4309"/>
                      <a:pt x="4261" y="4309"/>
                      <a:pt x="3045" y="4309"/>
                    </a:cubicBezTo>
                    <a:cubicBezTo>
                      <a:pt x="3045" y="3129"/>
                      <a:pt x="3045" y="1950"/>
                      <a:pt x="3045" y="734"/>
                    </a:cubicBezTo>
                    <a:close/>
                  </a:path>
                </a:pathLst>
              </a:custGeom>
              <a:grpFill/>
              <a:ln w="894" cap="flat">
                <a:noFill/>
                <a:prstDash val="solid"/>
                <a:miter/>
              </a:ln>
            </p:spPr>
            <p:txBody>
              <a:bodyPr rtlCol="0" anchor="ctr"/>
              <a:lstStyle/>
              <a:p>
                <a:endParaRPr lang="zh-CN" altLang="en-US"/>
              </a:p>
            </p:txBody>
          </p:sp>
          <p:sp>
            <p:nvSpPr>
              <p:cNvPr id="181" name="任意多边形: 形状 180"/>
              <p:cNvSpPr/>
              <p:nvPr/>
            </p:nvSpPr>
            <p:spPr>
              <a:xfrm>
                <a:off x="2340579" y="3985375"/>
                <a:ext cx="4469" cy="3575"/>
              </a:xfrm>
              <a:custGeom>
                <a:avLst/>
                <a:gdLst>
                  <a:gd name="connsiteX0" fmla="*/ 2745 w 4469"/>
                  <a:gd name="connsiteY0" fmla="*/ 734 h 3575"/>
                  <a:gd name="connsiteX1" fmla="*/ 7214 w 4469"/>
                  <a:gd name="connsiteY1" fmla="*/ 734 h 3575"/>
                  <a:gd name="connsiteX2" fmla="*/ 6320 w 4469"/>
                  <a:gd name="connsiteY2" fmla="*/ 4309 h 3575"/>
                  <a:gd name="connsiteX3" fmla="*/ 2745 w 4469"/>
                  <a:gd name="connsiteY3" fmla="*/ 4309 h 3575"/>
                  <a:gd name="connsiteX4" fmla="*/ 2745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2745" y="734"/>
                    </a:moveTo>
                    <a:cubicBezTo>
                      <a:pt x="4220" y="734"/>
                      <a:pt x="5695" y="734"/>
                      <a:pt x="7214" y="734"/>
                    </a:cubicBezTo>
                    <a:cubicBezTo>
                      <a:pt x="6919" y="1914"/>
                      <a:pt x="6624" y="3094"/>
                      <a:pt x="6320" y="4309"/>
                    </a:cubicBezTo>
                    <a:cubicBezTo>
                      <a:pt x="5140" y="4309"/>
                      <a:pt x="3961" y="4309"/>
                      <a:pt x="2745" y="4309"/>
                    </a:cubicBezTo>
                    <a:cubicBezTo>
                      <a:pt x="2745" y="3129"/>
                      <a:pt x="2745" y="1950"/>
                      <a:pt x="2745" y="734"/>
                    </a:cubicBezTo>
                    <a:close/>
                  </a:path>
                </a:pathLst>
              </a:custGeom>
              <a:grpFill/>
              <a:ln w="894" cap="flat">
                <a:noFill/>
                <a:prstDash val="solid"/>
                <a:miter/>
              </a:ln>
            </p:spPr>
            <p:txBody>
              <a:bodyPr rtlCol="0" anchor="ctr"/>
              <a:lstStyle/>
              <a:p>
                <a:endParaRPr lang="zh-CN" altLang="en-US"/>
              </a:p>
            </p:txBody>
          </p:sp>
          <p:sp>
            <p:nvSpPr>
              <p:cNvPr id="182" name="任意多边形: 形状 181"/>
              <p:cNvSpPr/>
              <p:nvPr/>
            </p:nvSpPr>
            <p:spPr>
              <a:xfrm>
                <a:off x="10192978" y="3825378"/>
                <a:ext cx="4469" cy="3575"/>
              </a:xfrm>
              <a:custGeom>
                <a:avLst/>
                <a:gdLst>
                  <a:gd name="connsiteX0" fmla="*/ 11530 w 4469"/>
                  <a:gd name="connsiteY0" fmla="*/ 555 h 3575"/>
                  <a:gd name="connsiteX1" fmla="*/ 15999 w 4469"/>
                  <a:gd name="connsiteY1" fmla="*/ 1449 h 3575"/>
                  <a:gd name="connsiteX2" fmla="*/ 15999 w 4469"/>
                  <a:gd name="connsiteY2" fmla="*/ 4130 h 3575"/>
                  <a:gd name="connsiteX3" fmla="*/ 11530 w 4469"/>
                  <a:gd name="connsiteY3" fmla="*/ 4130 h 3575"/>
                  <a:gd name="connsiteX4" fmla="*/ 11530 w 4469"/>
                  <a:gd name="connsiteY4" fmla="*/ 555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1530" y="555"/>
                    </a:moveTo>
                    <a:cubicBezTo>
                      <a:pt x="13742" y="997"/>
                      <a:pt x="13742" y="997"/>
                      <a:pt x="15999" y="1449"/>
                    </a:cubicBezTo>
                    <a:cubicBezTo>
                      <a:pt x="15999" y="2334"/>
                      <a:pt x="15999" y="3219"/>
                      <a:pt x="15999" y="4130"/>
                    </a:cubicBezTo>
                    <a:cubicBezTo>
                      <a:pt x="14524" y="4130"/>
                      <a:pt x="13050" y="4130"/>
                      <a:pt x="11530" y="4130"/>
                    </a:cubicBezTo>
                    <a:cubicBezTo>
                      <a:pt x="11530" y="2950"/>
                      <a:pt x="11530" y="1771"/>
                      <a:pt x="11530" y="555"/>
                    </a:cubicBezTo>
                    <a:close/>
                  </a:path>
                </a:pathLst>
              </a:custGeom>
              <a:grpFill/>
              <a:ln w="894" cap="flat">
                <a:noFill/>
                <a:prstDash val="solid"/>
                <a:miter/>
              </a:ln>
            </p:spPr>
            <p:txBody>
              <a:bodyPr rtlCol="0" anchor="ctr"/>
              <a:lstStyle/>
              <a:p>
                <a:endParaRPr lang="zh-CN" altLang="en-US"/>
              </a:p>
            </p:txBody>
          </p:sp>
          <p:sp>
            <p:nvSpPr>
              <p:cNvPr id="183" name="任意多边形: 形状 182"/>
              <p:cNvSpPr/>
              <p:nvPr/>
            </p:nvSpPr>
            <p:spPr>
              <a:xfrm>
                <a:off x="2608731" y="3825378"/>
                <a:ext cx="4469" cy="3575"/>
              </a:xfrm>
              <a:custGeom>
                <a:avLst/>
                <a:gdLst>
                  <a:gd name="connsiteX0" fmla="*/ 3045 w 4469"/>
                  <a:gd name="connsiteY0" fmla="*/ 555 h 3575"/>
                  <a:gd name="connsiteX1" fmla="*/ 7514 w 4469"/>
                  <a:gd name="connsiteY1" fmla="*/ 1449 h 3575"/>
                  <a:gd name="connsiteX2" fmla="*/ 7514 w 4469"/>
                  <a:gd name="connsiteY2" fmla="*/ 4130 h 3575"/>
                  <a:gd name="connsiteX3" fmla="*/ 3045 w 4469"/>
                  <a:gd name="connsiteY3" fmla="*/ 4130 h 3575"/>
                  <a:gd name="connsiteX4" fmla="*/ 3045 w 4469"/>
                  <a:gd name="connsiteY4" fmla="*/ 555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3045" y="555"/>
                    </a:moveTo>
                    <a:cubicBezTo>
                      <a:pt x="5257" y="997"/>
                      <a:pt x="5257" y="997"/>
                      <a:pt x="7514" y="1449"/>
                    </a:cubicBezTo>
                    <a:cubicBezTo>
                      <a:pt x="7514" y="2334"/>
                      <a:pt x="7514" y="3219"/>
                      <a:pt x="7514" y="4130"/>
                    </a:cubicBezTo>
                    <a:cubicBezTo>
                      <a:pt x="6039" y="4130"/>
                      <a:pt x="4565" y="4130"/>
                      <a:pt x="3045" y="4130"/>
                    </a:cubicBezTo>
                    <a:cubicBezTo>
                      <a:pt x="3045" y="2950"/>
                      <a:pt x="3045" y="1771"/>
                      <a:pt x="3045" y="555"/>
                    </a:cubicBezTo>
                    <a:close/>
                  </a:path>
                </a:pathLst>
              </a:custGeom>
              <a:grpFill/>
              <a:ln w="894" cap="flat">
                <a:noFill/>
                <a:prstDash val="solid"/>
                <a:miter/>
              </a:ln>
            </p:spPr>
            <p:txBody>
              <a:bodyPr rtlCol="0" anchor="ctr"/>
              <a:lstStyle/>
              <a:p>
                <a:endParaRPr lang="zh-CN" altLang="en-US"/>
              </a:p>
            </p:txBody>
          </p:sp>
          <p:sp>
            <p:nvSpPr>
              <p:cNvPr id="184" name="任意多边形: 形状 183"/>
              <p:cNvSpPr/>
              <p:nvPr/>
            </p:nvSpPr>
            <p:spPr>
              <a:xfrm>
                <a:off x="6948332" y="3437450"/>
                <a:ext cx="4469" cy="4469"/>
              </a:xfrm>
              <a:custGeom>
                <a:avLst/>
                <a:gdLst>
                  <a:gd name="connsiteX0" fmla="*/ 8795 w 4469"/>
                  <a:gd name="connsiteY0" fmla="*/ 121 h 4469"/>
                  <a:gd name="connsiteX1" fmla="*/ 12370 w 4469"/>
                  <a:gd name="connsiteY1" fmla="*/ 1909 h 4469"/>
                  <a:gd name="connsiteX2" fmla="*/ 11476 w 4469"/>
                  <a:gd name="connsiteY2" fmla="*/ 4590 h 4469"/>
                  <a:gd name="connsiteX3" fmla="*/ 7901 w 4469"/>
                  <a:gd name="connsiteY3" fmla="*/ 3696 h 4469"/>
                  <a:gd name="connsiteX4" fmla="*/ 8795 w 4469"/>
                  <a:gd name="connsiteY4" fmla="*/ 121 h 4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4469">
                    <a:moveTo>
                      <a:pt x="8795" y="121"/>
                    </a:moveTo>
                    <a:cubicBezTo>
                      <a:pt x="9975" y="711"/>
                      <a:pt x="11155" y="1301"/>
                      <a:pt x="12370" y="1909"/>
                    </a:cubicBezTo>
                    <a:cubicBezTo>
                      <a:pt x="12075" y="2794"/>
                      <a:pt x="11780" y="3678"/>
                      <a:pt x="11476" y="4590"/>
                    </a:cubicBezTo>
                    <a:cubicBezTo>
                      <a:pt x="10296" y="4295"/>
                      <a:pt x="9117" y="4000"/>
                      <a:pt x="7901" y="3696"/>
                    </a:cubicBezTo>
                    <a:cubicBezTo>
                      <a:pt x="8196" y="2516"/>
                      <a:pt x="8491" y="1337"/>
                      <a:pt x="8795" y="121"/>
                    </a:cubicBezTo>
                    <a:close/>
                  </a:path>
                </a:pathLst>
              </a:custGeom>
              <a:grpFill/>
              <a:ln w="894" cap="flat">
                <a:noFill/>
                <a:prstDash val="solid"/>
                <a:miter/>
              </a:ln>
            </p:spPr>
            <p:txBody>
              <a:bodyPr rtlCol="0" anchor="ctr"/>
              <a:lstStyle/>
              <a:p>
                <a:endParaRPr lang="zh-CN" altLang="en-US"/>
              </a:p>
            </p:txBody>
          </p:sp>
          <p:sp>
            <p:nvSpPr>
              <p:cNvPr id="185" name="任意多边形: 形状 184"/>
              <p:cNvSpPr/>
              <p:nvPr/>
            </p:nvSpPr>
            <p:spPr>
              <a:xfrm>
                <a:off x="6546998" y="3985375"/>
                <a:ext cx="4469" cy="3575"/>
              </a:xfrm>
              <a:custGeom>
                <a:avLst/>
                <a:gdLst>
                  <a:gd name="connsiteX0" fmla="*/ 7451 w 4469"/>
                  <a:gd name="connsiteY0" fmla="*/ 734 h 3575"/>
                  <a:gd name="connsiteX1" fmla="*/ 11920 w 4469"/>
                  <a:gd name="connsiteY1" fmla="*/ 734 h 3575"/>
                  <a:gd name="connsiteX2" fmla="*/ 11026 w 4469"/>
                  <a:gd name="connsiteY2" fmla="*/ 4309 h 3575"/>
                  <a:gd name="connsiteX3" fmla="*/ 7451 w 4469"/>
                  <a:gd name="connsiteY3" fmla="*/ 3416 h 3575"/>
                  <a:gd name="connsiteX4" fmla="*/ 7451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7451" y="734"/>
                    </a:moveTo>
                    <a:cubicBezTo>
                      <a:pt x="8926" y="734"/>
                      <a:pt x="10401" y="734"/>
                      <a:pt x="11920" y="734"/>
                    </a:cubicBezTo>
                    <a:cubicBezTo>
                      <a:pt x="11625" y="1914"/>
                      <a:pt x="11330" y="3094"/>
                      <a:pt x="11026" y="4309"/>
                    </a:cubicBezTo>
                    <a:cubicBezTo>
                      <a:pt x="9846" y="4014"/>
                      <a:pt x="8667" y="3719"/>
                      <a:pt x="7451" y="3416"/>
                    </a:cubicBezTo>
                    <a:cubicBezTo>
                      <a:pt x="7451" y="2531"/>
                      <a:pt x="7451" y="1646"/>
                      <a:pt x="7451" y="734"/>
                    </a:cubicBezTo>
                    <a:close/>
                  </a:path>
                </a:pathLst>
              </a:custGeom>
              <a:grpFill/>
              <a:ln w="894" cap="flat">
                <a:noFill/>
                <a:prstDash val="solid"/>
                <a:miter/>
              </a:ln>
            </p:spPr>
            <p:txBody>
              <a:bodyPr rtlCol="0" anchor="ctr"/>
              <a:lstStyle/>
              <a:p>
                <a:endParaRPr lang="zh-CN" altLang="en-US"/>
              </a:p>
            </p:txBody>
          </p:sp>
          <p:sp>
            <p:nvSpPr>
              <p:cNvPr id="186" name="任意多边形: 形状 185"/>
              <p:cNvSpPr/>
              <p:nvPr/>
            </p:nvSpPr>
            <p:spPr>
              <a:xfrm>
                <a:off x="176588" y="3985375"/>
                <a:ext cx="4469" cy="3575"/>
              </a:xfrm>
              <a:custGeom>
                <a:avLst/>
                <a:gdLst>
                  <a:gd name="connsiteX0" fmla="*/ 324 w 4469"/>
                  <a:gd name="connsiteY0" fmla="*/ 734 h 3575"/>
                  <a:gd name="connsiteX1" fmla="*/ 4793 w 4469"/>
                  <a:gd name="connsiteY1" fmla="*/ 1628 h 3575"/>
                  <a:gd name="connsiteX2" fmla="*/ 3899 w 4469"/>
                  <a:gd name="connsiteY2" fmla="*/ 4309 h 3575"/>
                  <a:gd name="connsiteX3" fmla="*/ 324 w 4469"/>
                  <a:gd name="connsiteY3" fmla="*/ 4309 h 3575"/>
                  <a:gd name="connsiteX4" fmla="*/ 324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324" y="734"/>
                    </a:moveTo>
                    <a:cubicBezTo>
                      <a:pt x="2536" y="1176"/>
                      <a:pt x="2536" y="1176"/>
                      <a:pt x="4793" y="1628"/>
                    </a:cubicBezTo>
                    <a:cubicBezTo>
                      <a:pt x="4498" y="2513"/>
                      <a:pt x="4203" y="3398"/>
                      <a:pt x="3899" y="4309"/>
                    </a:cubicBezTo>
                    <a:cubicBezTo>
                      <a:pt x="2719" y="4309"/>
                      <a:pt x="1540" y="4309"/>
                      <a:pt x="324" y="4309"/>
                    </a:cubicBezTo>
                    <a:cubicBezTo>
                      <a:pt x="324" y="3129"/>
                      <a:pt x="324" y="1950"/>
                      <a:pt x="324" y="734"/>
                    </a:cubicBezTo>
                    <a:close/>
                  </a:path>
                </a:pathLst>
              </a:custGeom>
              <a:grpFill/>
              <a:ln w="894" cap="flat">
                <a:noFill/>
                <a:prstDash val="solid"/>
                <a:miter/>
              </a:ln>
            </p:spPr>
            <p:txBody>
              <a:bodyPr rtlCol="0" anchor="ctr"/>
              <a:lstStyle/>
              <a:p>
                <a:endParaRPr lang="zh-CN" altLang="en-US"/>
              </a:p>
            </p:txBody>
          </p:sp>
          <p:sp>
            <p:nvSpPr>
              <p:cNvPr id="187" name="任意多边形: 形状 186"/>
              <p:cNvSpPr/>
              <p:nvPr/>
            </p:nvSpPr>
            <p:spPr>
              <a:xfrm>
                <a:off x="-3967" y="3985375"/>
                <a:ext cx="4469" cy="3575"/>
              </a:xfrm>
              <a:custGeom>
                <a:avLst/>
                <a:gdLst>
                  <a:gd name="connsiteX0" fmla="*/ 122 w 4469"/>
                  <a:gd name="connsiteY0" fmla="*/ 734 h 3575"/>
                  <a:gd name="connsiteX1" fmla="*/ 4591 w 4469"/>
                  <a:gd name="connsiteY1" fmla="*/ 734 h 3575"/>
                  <a:gd name="connsiteX2" fmla="*/ 3697 w 4469"/>
                  <a:gd name="connsiteY2" fmla="*/ 4309 h 3575"/>
                  <a:gd name="connsiteX3" fmla="*/ 122 w 4469"/>
                  <a:gd name="connsiteY3" fmla="*/ 3416 h 3575"/>
                  <a:gd name="connsiteX4" fmla="*/ 122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22" y="734"/>
                    </a:moveTo>
                    <a:cubicBezTo>
                      <a:pt x="1597" y="734"/>
                      <a:pt x="3072" y="734"/>
                      <a:pt x="4591" y="734"/>
                    </a:cubicBezTo>
                    <a:cubicBezTo>
                      <a:pt x="4296" y="1914"/>
                      <a:pt x="4001" y="3094"/>
                      <a:pt x="3697" y="4309"/>
                    </a:cubicBezTo>
                    <a:cubicBezTo>
                      <a:pt x="2517" y="4014"/>
                      <a:pt x="1338" y="3719"/>
                      <a:pt x="122" y="3416"/>
                    </a:cubicBezTo>
                    <a:cubicBezTo>
                      <a:pt x="122" y="2531"/>
                      <a:pt x="122" y="1646"/>
                      <a:pt x="122" y="734"/>
                    </a:cubicBezTo>
                    <a:close/>
                  </a:path>
                </a:pathLst>
              </a:custGeom>
              <a:grpFill/>
              <a:ln w="894" cap="flat">
                <a:noFill/>
                <a:prstDash val="solid"/>
                <a:miter/>
              </a:ln>
            </p:spPr>
            <p:txBody>
              <a:bodyPr rtlCol="0" anchor="ctr"/>
              <a:lstStyle/>
              <a:p>
                <a:endParaRPr lang="zh-CN" altLang="en-US"/>
              </a:p>
            </p:txBody>
          </p:sp>
          <p:sp>
            <p:nvSpPr>
              <p:cNvPr id="188" name="任意多边形: 形状 187"/>
              <p:cNvSpPr/>
              <p:nvPr/>
            </p:nvSpPr>
            <p:spPr>
              <a:xfrm>
                <a:off x="1086519" y="3985375"/>
                <a:ext cx="4469" cy="3575"/>
              </a:xfrm>
              <a:custGeom>
                <a:avLst/>
                <a:gdLst>
                  <a:gd name="connsiteX0" fmla="*/ 1342 w 4469"/>
                  <a:gd name="connsiteY0" fmla="*/ 734 h 3575"/>
                  <a:gd name="connsiteX1" fmla="*/ 5811 w 4469"/>
                  <a:gd name="connsiteY1" fmla="*/ 1628 h 3575"/>
                  <a:gd name="connsiteX2" fmla="*/ 4917 w 4469"/>
                  <a:gd name="connsiteY2" fmla="*/ 4309 h 3575"/>
                  <a:gd name="connsiteX3" fmla="*/ 1342 w 4469"/>
                  <a:gd name="connsiteY3" fmla="*/ 4309 h 3575"/>
                  <a:gd name="connsiteX4" fmla="*/ 1342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342" y="734"/>
                    </a:moveTo>
                    <a:cubicBezTo>
                      <a:pt x="3554" y="1176"/>
                      <a:pt x="3554" y="1176"/>
                      <a:pt x="5811" y="1628"/>
                    </a:cubicBezTo>
                    <a:cubicBezTo>
                      <a:pt x="5516" y="2513"/>
                      <a:pt x="5221" y="3398"/>
                      <a:pt x="4917" y="4309"/>
                    </a:cubicBezTo>
                    <a:cubicBezTo>
                      <a:pt x="3737" y="4309"/>
                      <a:pt x="2558" y="4309"/>
                      <a:pt x="1342" y="4309"/>
                    </a:cubicBezTo>
                    <a:cubicBezTo>
                      <a:pt x="1342" y="3129"/>
                      <a:pt x="1342" y="1950"/>
                      <a:pt x="1342" y="734"/>
                    </a:cubicBezTo>
                    <a:close/>
                  </a:path>
                </a:pathLst>
              </a:custGeom>
              <a:grpFill/>
              <a:ln w="894" cap="flat">
                <a:noFill/>
                <a:prstDash val="solid"/>
                <a:miter/>
              </a:ln>
            </p:spPr>
            <p:txBody>
              <a:bodyPr rtlCol="0" anchor="ctr"/>
              <a:lstStyle/>
              <a:p>
                <a:endParaRPr lang="zh-CN" altLang="en-US"/>
              </a:p>
            </p:txBody>
          </p:sp>
          <p:sp>
            <p:nvSpPr>
              <p:cNvPr id="189" name="任意多边形: 形状 188"/>
              <p:cNvSpPr/>
              <p:nvPr/>
            </p:nvSpPr>
            <p:spPr>
              <a:xfrm>
                <a:off x="905963" y="3985375"/>
                <a:ext cx="4469" cy="3575"/>
              </a:xfrm>
              <a:custGeom>
                <a:avLst/>
                <a:gdLst>
                  <a:gd name="connsiteX0" fmla="*/ 1140 w 4469"/>
                  <a:gd name="connsiteY0" fmla="*/ 734 h 3575"/>
                  <a:gd name="connsiteX1" fmla="*/ 5609 w 4469"/>
                  <a:gd name="connsiteY1" fmla="*/ 1628 h 3575"/>
                  <a:gd name="connsiteX2" fmla="*/ 4715 w 4469"/>
                  <a:gd name="connsiteY2" fmla="*/ 4309 h 3575"/>
                  <a:gd name="connsiteX3" fmla="*/ 1140 w 4469"/>
                  <a:gd name="connsiteY3" fmla="*/ 3416 h 3575"/>
                  <a:gd name="connsiteX4" fmla="*/ 1140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140" y="734"/>
                    </a:moveTo>
                    <a:cubicBezTo>
                      <a:pt x="3352" y="1176"/>
                      <a:pt x="3352" y="1176"/>
                      <a:pt x="5609" y="1628"/>
                    </a:cubicBezTo>
                    <a:cubicBezTo>
                      <a:pt x="5314" y="2513"/>
                      <a:pt x="5019" y="3398"/>
                      <a:pt x="4715" y="4309"/>
                    </a:cubicBezTo>
                    <a:cubicBezTo>
                      <a:pt x="3535" y="4014"/>
                      <a:pt x="2356" y="3719"/>
                      <a:pt x="1140" y="3416"/>
                    </a:cubicBezTo>
                    <a:cubicBezTo>
                      <a:pt x="1140" y="2531"/>
                      <a:pt x="1140" y="1646"/>
                      <a:pt x="1140" y="734"/>
                    </a:cubicBezTo>
                    <a:close/>
                  </a:path>
                </a:pathLst>
              </a:custGeom>
              <a:grpFill/>
              <a:ln w="894" cap="flat">
                <a:noFill/>
                <a:prstDash val="solid"/>
                <a:miter/>
              </a:ln>
            </p:spPr>
            <p:txBody>
              <a:bodyPr rtlCol="0" anchor="ctr"/>
              <a:lstStyle/>
              <a:p>
                <a:endParaRPr lang="zh-CN" altLang="en-US"/>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pic>
        <p:nvPicPr>
          <p:cNvPr id="219" name="图片 218"/>
          <p:cNvPicPr>
            <a:picLocks noChangeAspect="1"/>
          </p:cNvPicPr>
          <p:nvPr userDrawn="1"/>
        </p:nvPicPr>
        <p:blipFill rotWithShape="1">
          <a:blip r:embed="rId2" cstate="print">
            <a:extLst>
              <a:ext uri="{28A0092B-C50C-407E-A947-70E740481C1C}">
                <a14:useLocalDpi xmlns:a14="http://schemas.microsoft.com/office/drawing/2010/main" val="0"/>
              </a:ext>
            </a:extLst>
          </a:blip>
          <a:srcRect l="541" r="319" b="1141"/>
          <a:stretch>
            <a:fillRect/>
          </a:stretch>
        </p:blipFill>
        <p:spPr>
          <a:xfrm>
            <a:off x="0" y="-1"/>
            <a:ext cx="12192000" cy="6858001"/>
          </a:xfrm>
          <a:prstGeom prst="rect">
            <a:avLst/>
          </a:prstGeom>
        </p:spPr>
      </p:pic>
      <p:grpSp>
        <p:nvGrpSpPr>
          <p:cNvPr id="130" name="组合 129"/>
          <p:cNvGrpSpPr/>
          <p:nvPr userDrawn="1"/>
        </p:nvGrpSpPr>
        <p:grpSpPr>
          <a:xfrm>
            <a:off x="490249" y="829443"/>
            <a:ext cx="4041514" cy="422810"/>
            <a:chOff x="-341539" y="273669"/>
            <a:chExt cx="12163997" cy="1604874"/>
          </a:xfrm>
          <a:solidFill>
            <a:schemeClr val="bg1"/>
          </a:solidFill>
        </p:grpSpPr>
        <p:sp>
          <p:nvSpPr>
            <p:cNvPr id="131" name="任意多边形: 形状 130"/>
            <p:cNvSpPr/>
            <p:nvPr/>
          </p:nvSpPr>
          <p:spPr>
            <a:xfrm>
              <a:off x="-299441" y="845527"/>
              <a:ext cx="1219297" cy="640135"/>
            </a:xfrm>
            <a:custGeom>
              <a:avLst/>
              <a:gdLst>
                <a:gd name="connsiteX0" fmla="*/ 856634 w 1219313"/>
                <a:gd name="connsiteY0" fmla="*/ 1263 h 640117"/>
                <a:gd name="connsiteX1" fmla="*/ 859616 w 1219313"/>
                <a:gd name="connsiteY1" fmla="*/ 886 h 640117"/>
                <a:gd name="connsiteX2" fmla="*/ 861517 w 1219313"/>
                <a:gd name="connsiteY2" fmla="*/ 862 h 640117"/>
                <a:gd name="connsiteX3" fmla="*/ 863617 w 1219313"/>
                <a:gd name="connsiteY3" fmla="*/ 880 h 640117"/>
                <a:gd name="connsiteX4" fmla="*/ 865838 w 1219313"/>
                <a:gd name="connsiteY4" fmla="*/ 865 h 640117"/>
                <a:gd name="connsiteX5" fmla="*/ 873254 w 1219313"/>
                <a:gd name="connsiteY5" fmla="*/ 866 h 640117"/>
                <a:gd name="connsiteX6" fmla="*/ 878552 w 1219313"/>
                <a:gd name="connsiteY6" fmla="*/ 847 h 640117"/>
                <a:gd name="connsiteX7" fmla="*/ 891475 w 1219313"/>
                <a:gd name="connsiteY7" fmla="*/ 837 h 640117"/>
                <a:gd name="connsiteX8" fmla="*/ 901972 w 1219313"/>
                <a:gd name="connsiteY8" fmla="*/ 836 h 640117"/>
                <a:gd name="connsiteX9" fmla="*/ 903479 w 1219313"/>
                <a:gd name="connsiteY9" fmla="*/ 834 h 640117"/>
                <a:gd name="connsiteX10" fmla="*/ 906510 w 1219313"/>
                <a:gd name="connsiteY10" fmla="*/ 830 h 640117"/>
                <a:gd name="connsiteX11" fmla="*/ 934949 w 1219313"/>
                <a:gd name="connsiteY11" fmla="*/ 836 h 640117"/>
                <a:gd name="connsiteX12" fmla="*/ 960997 w 1219313"/>
                <a:gd name="connsiteY12" fmla="*/ 815 h 640117"/>
                <a:gd name="connsiteX13" fmla="*/ 987715 w 1219313"/>
                <a:gd name="connsiteY13" fmla="*/ 792 h 640117"/>
                <a:gd name="connsiteX14" fmla="*/ 990734 w 1219313"/>
                <a:gd name="connsiteY14" fmla="*/ 794 h 640117"/>
                <a:gd name="connsiteX15" fmla="*/ 992234 w 1219313"/>
                <a:gd name="connsiteY15" fmla="*/ 795 h 640117"/>
                <a:gd name="connsiteX16" fmla="*/ 1002727 w 1219313"/>
                <a:gd name="connsiteY16" fmla="*/ 779 h 640117"/>
                <a:gd name="connsiteX17" fmla="*/ 1016834 w 1219313"/>
                <a:gd name="connsiteY17" fmla="*/ 788 h 640117"/>
                <a:gd name="connsiteX18" fmla="*/ 1022027 w 1219313"/>
                <a:gd name="connsiteY18" fmla="*/ 780 h 640117"/>
                <a:gd name="connsiteX19" fmla="*/ 1029085 w 1219313"/>
                <a:gd name="connsiteY19" fmla="*/ 796 h 640117"/>
                <a:gd name="connsiteX20" fmla="*/ 1031189 w 1219313"/>
                <a:gd name="connsiteY20" fmla="*/ 769 h 640117"/>
                <a:gd name="connsiteX21" fmla="*/ 1035972 w 1219313"/>
                <a:gd name="connsiteY21" fmla="*/ 1263 h 640117"/>
                <a:gd name="connsiteX22" fmla="*/ 1036716 w 1219313"/>
                <a:gd name="connsiteY22" fmla="*/ 4984 h 640117"/>
                <a:gd name="connsiteX23" fmla="*/ 1040205 w 1219313"/>
                <a:gd name="connsiteY23" fmla="*/ 5371 h 640117"/>
                <a:gd name="connsiteX24" fmla="*/ 1042455 w 1219313"/>
                <a:gd name="connsiteY24" fmla="*/ 5348 h 640117"/>
                <a:gd name="connsiteX25" fmla="*/ 1044902 w 1219313"/>
                <a:gd name="connsiteY25" fmla="*/ 5269 h 640117"/>
                <a:gd name="connsiteX26" fmla="*/ 1047396 w 1219313"/>
                <a:gd name="connsiteY26" fmla="*/ 5237 h 640117"/>
                <a:gd name="connsiteX27" fmla="*/ 1055320 w 1219313"/>
                <a:gd name="connsiteY27" fmla="*/ 5077 h 640117"/>
                <a:gd name="connsiteX28" fmla="*/ 1063244 w 1219313"/>
                <a:gd name="connsiteY28" fmla="*/ 4933 h 640117"/>
                <a:gd name="connsiteX29" fmla="*/ 1068186 w 1219313"/>
                <a:gd name="connsiteY29" fmla="*/ 4826 h 640117"/>
                <a:gd name="connsiteX30" fmla="*/ 1070435 w 1219313"/>
                <a:gd name="connsiteY30" fmla="*/ 4789 h 640117"/>
                <a:gd name="connsiteX31" fmla="*/ 1072427 w 1219313"/>
                <a:gd name="connsiteY31" fmla="*/ 4740 h 640117"/>
                <a:gd name="connsiteX32" fmla="*/ 1073924 w 1219313"/>
                <a:gd name="connsiteY32" fmla="*/ 4984 h 640117"/>
                <a:gd name="connsiteX33" fmla="*/ 1074668 w 1219313"/>
                <a:gd name="connsiteY33" fmla="*/ 7216 h 640117"/>
                <a:gd name="connsiteX34" fmla="*/ 1080574 w 1219313"/>
                <a:gd name="connsiteY34" fmla="*/ 7466 h 640117"/>
                <a:gd name="connsiteX35" fmla="*/ 1084219 w 1219313"/>
                <a:gd name="connsiteY35" fmla="*/ 7495 h 640117"/>
                <a:gd name="connsiteX36" fmla="*/ 1089996 w 1219313"/>
                <a:gd name="connsiteY36" fmla="*/ 7484 h 640117"/>
                <a:gd name="connsiteX37" fmla="*/ 1095550 w 1219313"/>
                <a:gd name="connsiteY37" fmla="*/ 7513 h 640117"/>
                <a:gd name="connsiteX38" fmla="*/ 1097307 w 1219313"/>
                <a:gd name="connsiteY38" fmla="*/ 7483 h 640117"/>
                <a:gd name="connsiteX39" fmla="*/ 1101457 w 1219313"/>
                <a:gd name="connsiteY39" fmla="*/ 7960 h 640117"/>
                <a:gd name="connsiteX40" fmla="*/ 1102201 w 1219313"/>
                <a:gd name="connsiteY40" fmla="*/ 11681 h 640117"/>
                <a:gd name="connsiteX41" fmla="*/ 1107430 w 1219313"/>
                <a:gd name="connsiteY41" fmla="*/ 11940 h 640117"/>
                <a:gd name="connsiteX42" fmla="*/ 1109018 w 1219313"/>
                <a:gd name="connsiteY42" fmla="*/ 11902 h 640117"/>
                <a:gd name="connsiteX43" fmla="*/ 1114061 w 1219313"/>
                <a:gd name="connsiteY43" fmla="*/ 11728 h 640117"/>
                <a:gd name="connsiteX44" fmla="*/ 1119095 w 1219313"/>
                <a:gd name="connsiteY44" fmla="*/ 11561 h 640117"/>
                <a:gd name="connsiteX45" fmla="*/ 1122233 w 1219313"/>
                <a:gd name="connsiteY45" fmla="*/ 11439 h 640117"/>
                <a:gd name="connsiteX46" fmla="*/ 1126013 w 1219313"/>
                <a:gd name="connsiteY46" fmla="*/ 11681 h 640117"/>
                <a:gd name="connsiteX47" fmla="*/ 1127502 w 1219313"/>
                <a:gd name="connsiteY47" fmla="*/ 14658 h 640117"/>
                <a:gd name="connsiteX48" fmla="*/ 1131150 w 1219313"/>
                <a:gd name="connsiteY48" fmla="*/ 14922 h 640117"/>
                <a:gd name="connsiteX49" fmla="*/ 1133343 w 1219313"/>
                <a:gd name="connsiteY49" fmla="*/ 14883 h 640117"/>
                <a:gd name="connsiteX50" fmla="*/ 1135641 w 1219313"/>
                <a:gd name="connsiteY50" fmla="*/ 14797 h 640117"/>
                <a:gd name="connsiteX51" fmla="*/ 1140126 w 1219313"/>
                <a:gd name="connsiteY51" fmla="*/ 14690 h 640117"/>
                <a:gd name="connsiteX52" fmla="*/ 1142140 w 1219313"/>
                <a:gd name="connsiteY52" fmla="*/ 14620 h 640117"/>
                <a:gd name="connsiteX53" fmla="*/ 1146105 w 1219313"/>
                <a:gd name="connsiteY53" fmla="*/ 15402 h 640117"/>
                <a:gd name="connsiteX54" fmla="*/ 1146849 w 1219313"/>
                <a:gd name="connsiteY54" fmla="*/ 17634 h 640117"/>
                <a:gd name="connsiteX55" fmla="*/ 1150803 w 1219313"/>
                <a:gd name="connsiteY55" fmla="*/ 17910 h 640117"/>
                <a:gd name="connsiteX56" fmla="*/ 1153227 w 1219313"/>
                <a:gd name="connsiteY56" fmla="*/ 17950 h 640117"/>
                <a:gd name="connsiteX57" fmla="*/ 1158331 w 1219313"/>
                <a:gd name="connsiteY57" fmla="*/ 17961 h 640117"/>
                <a:gd name="connsiteX58" fmla="*/ 1160755 w 1219313"/>
                <a:gd name="connsiteY58" fmla="*/ 18003 h 640117"/>
                <a:gd name="connsiteX59" fmla="*/ 1162997 w 1219313"/>
                <a:gd name="connsiteY59" fmla="*/ 18008 h 640117"/>
                <a:gd name="connsiteX60" fmla="*/ 1164709 w 1219313"/>
                <a:gd name="connsiteY60" fmla="*/ 18378 h 640117"/>
                <a:gd name="connsiteX61" fmla="*/ 1165453 w 1219313"/>
                <a:gd name="connsiteY61" fmla="*/ 21355 h 640117"/>
                <a:gd name="connsiteX62" fmla="*/ 1168944 w 1219313"/>
                <a:gd name="connsiteY62" fmla="*/ 21808 h 640117"/>
                <a:gd name="connsiteX63" fmla="*/ 1171073 w 1219313"/>
                <a:gd name="connsiteY63" fmla="*/ 21881 h 640117"/>
                <a:gd name="connsiteX64" fmla="*/ 1173313 w 1219313"/>
                <a:gd name="connsiteY64" fmla="*/ 21913 h 640117"/>
                <a:gd name="connsiteX65" fmla="*/ 1175561 w 1219313"/>
                <a:gd name="connsiteY65" fmla="*/ 21980 h 640117"/>
                <a:gd name="connsiteX66" fmla="*/ 1181080 w 1219313"/>
                <a:gd name="connsiteY66" fmla="*/ 22099 h 640117"/>
                <a:gd name="connsiteX67" fmla="*/ 1181080 w 1219313"/>
                <a:gd name="connsiteY67" fmla="*/ 25076 h 640117"/>
                <a:gd name="connsiteX68" fmla="*/ 1182491 w 1219313"/>
                <a:gd name="connsiteY68" fmla="*/ 25028 h 640117"/>
                <a:gd name="connsiteX69" fmla="*/ 1188800 w 1219313"/>
                <a:gd name="connsiteY69" fmla="*/ 24890 h 640117"/>
                <a:gd name="connsiteX70" fmla="*/ 1191021 w 1219313"/>
                <a:gd name="connsiteY70" fmla="*/ 24814 h 640117"/>
                <a:gd name="connsiteX71" fmla="*/ 1193143 w 1219313"/>
                <a:gd name="connsiteY71" fmla="*/ 24785 h 640117"/>
                <a:gd name="connsiteX72" fmla="*/ 1195103 w 1219313"/>
                <a:gd name="connsiteY72" fmla="*/ 24738 h 640117"/>
                <a:gd name="connsiteX73" fmla="*/ 1196707 w 1219313"/>
                <a:gd name="connsiteY73" fmla="*/ 25076 h 640117"/>
                <a:gd name="connsiteX74" fmla="*/ 1198195 w 1219313"/>
                <a:gd name="connsiteY74" fmla="*/ 28052 h 640117"/>
                <a:gd name="connsiteX75" fmla="*/ 1204520 w 1219313"/>
                <a:gd name="connsiteY75" fmla="*/ 28424 h 640117"/>
                <a:gd name="connsiteX76" fmla="*/ 1210845 w 1219313"/>
                <a:gd name="connsiteY76" fmla="*/ 28796 h 640117"/>
                <a:gd name="connsiteX77" fmla="*/ 1212334 w 1219313"/>
                <a:gd name="connsiteY77" fmla="*/ 31773 h 640117"/>
                <a:gd name="connsiteX78" fmla="*/ 1213839 w 1219313"/>
                <a:gd name="connsiteY78" fmla="*/ 32407 h 640117"/>
                <a:gd name="connsiteX79" fmla="*/ 1215310 w 1219313"/>
                <a:gd name="connsiteY79" fmla="*/ 33261 h 640117"/>
                <a:gd name="connsiteX80" fmla="*/ 1215575 w 1219313"/>
                <a:gd name="connsiteY80" fmla="*/ 36584 h 640117"/>
                <a:gd name="connsiteX81" fmla="*/ 1215536 w 1219313"/>
                <a:gd name="connsiteY81" fmla="*/ 38573 h 640117"/>
                <a:gd name="connsiteX82" fmla="*/ 1215450 w 1219313"/>
                <a:gd name="connsiteY82" fmla="*/ 40656 h 640117"/>
                <a:gd name="connsiteX83" fmla="*/ 1215342 w 1219313"/>
                <a:gd name="connsiteY83" fmla="*/ 44723 h 640117"/>
                <a:gd name="connsiteX84" fmla="*/ 1215273 w 1219313"/>
                <a:gd name="connsiteY84" fmla="*/ 46548 h 640117"/>
                <a:gd name="connsiteX85" fmla="*/ 1216054 w 1219313"/>
                <a:gd name="connsiteY85" fmla="*/ 50376 h 640117"/>
                <a:gd name="connsiteX86" fmla="*/ 1217543 w 1219313"/>
                <a:gd name="connsiteY86" fmla="*/ 51121 h 640117"/>
                <a:gd name="connsiteX87" fmla="*/ 1217851 w 1219313"/>
                <a:gd name="connsiteY87" fmla="*/ 57867 h 640117"/>
                <a:gd name="connsiteX88" fmla="*/ 1217894 w 1219313"/>
                <a:gd name="connsiteY88" fmla="*/ 59916 h 640117"/>
                <a:gd name="connsiteX89" fmla="*/ 1218008 w 1219313"/>
                <a:gd name="connsiteY89" fmla="*/ 66422 h 640117"/>
                <a:gd name="connsiteX90" fmla="*/ 1218095 w 1219313"/>
                <a:gd name="connsiteY90" fmla="*/ 70821 h 640117"/>
                <a:gd name="connsiteX91" fmla="*/ 1218287 w 1219313"/>
                <a:gd name="connsiteY91" fmla="*/ 81630 h 640117"/>
                <a:gd name="connsiteX92" fmla="*/ 1220519 w 1219313"/>
                <a:gd name="connsiteY92" fmla="*/ 81630 h 640117"/>
                <a:gd name="connsiteX93" fmla="*/ 1220519 w 1219313"/>
                <a:gd name="connsiteY93" fmla="*/ 198460 h 640117"/>
                <a:gd name="connsiteX94" fmla="*/ 1218287 w 1219313"/>
                <a:gd name="connsiteY94" fmla="*/ 198460 h 640117"/>
                <a:gd name="connsiteX95" fmla="*/ 1218242 w 1219313"/>
                <a:gd name="connsiteY95" fmla="*/ 201113 h 640117"/>
                <a:gd name="connsiteX96" fmla="*/ 1218051 w 1219313"/>
                <a:gd name="connsiteY96" fmla="*/ 210819 h 640117"/>
                <a:gd name="connsiteX97" fmla="*/ 1217973 w 1219313"/>
                <a:gd name="connsiteY97" fmla="*/ 215026 h 640117"/>
                <a:gd name="connsiteX98" fmla="*/ 1217851 w 1219313"/>
                <a:gd name="connsiteY98" fmla="*/ 221061 h 640117"/>
                <a:gd name="connsiteX99" fmla="*/ 1217825 w 1219313"/>
                <a:gd name="connsiteY99" fmla="*/ 222973 h 640117"/>
                <a:gd name="connsiteX100" fmla="*/ 1217543 w 1219313"/>
                <a:gd name="connsiteY100" fmla="*/ 227482 h 640117"/>
                <a:gd name="connsiteX101" fmla="*/ 1216054 w 1219313"/>
                <a:gd name="connsiteY101" fmla="*/ 228226 h 640117"/>
                <a:gd name="connsiteX102" fmla="*/ 1215825 w 1219313"/>
                <a:gd name="connsiteY102" fmla="*/ 232342 h 640117"/>
                <a:gd name="connsiteX103" fmla="*/ 1215768 w 1219313"/>
                <a:gd name="connsiteY103" fmla="*/ 234868 h 640117"/>
                <a:gd name="connsiteX104" fmla="*/ 1215698 w 1219313"/>
                <a:gd name="connsiteY104" fmla="*/ 240187 h 640117"/>
                <a:gd name="connsiteX105" fmla="*/ 1215639 w 1219313"/>
                <a:gd name="connsiteY105" fmla="*/ 242713 h 640117"/>
                <a:gd name="connsiteX106" fmla="*/ 1215608 w 1219313"/>
                <a:gd name="connsiteY106" fmla="*/ 245049 h 640117"/>
                <a:gd name="connsiteX107" fmla="*/ 1215310 w 1219313"/>
                <a:gd name="connsiteY107" fmla="*/ 246830 h 640117"/>
                <a:gd name="connsiteX108" fmla="*/ 1213078 w 1219313"/>
                <a:gd name="connsiteY108" fmla="*/ 247574 h 640117"/>
                <a:gd name="connsiteX109" fmla="*/ 1212697 w 1219313"/>
                <a:gd name="connsiteY109" fmla="*/ 251390 h 640117"/>
                <a:gd name="connsiteX110" fmla="*/ 1212617 w 1219313"/>
                <a:gd name="connsiteY110" fmla="*/ 253723 h 640117"/>
                <a:gd name="connsiteX111" fmla="*/ 1212566 w 1219313"/>
                <a:gd name="connsiteY111" fmla="*/ 256178 h 640117"/>
                <a:gd name="connsiteX112" fmla="*/ 1212489 w 1219313"/>
                <a:gd name="connsiteY112" fmla="*/ 258641 h 640117"/>
                <a:gd name="connsiteX113" fmla="*/ 1212334 w 1219313"/>
                <a:gd name="connsiteY113" fmla="*/ 264689 h 640117"/>
                <a:gd name="connsiteX114" fmla="*/ 1210101 w 1219313"/>
                <a:gd name="connsiteY114" fmla="*/ 264689 h 640117"/>
                <a:gd name="connsiteX115" fmla="*/ 1210068 w 1219313"/>
                <a:gd name="connsiteY115" fmla="*/ 266020 h 640117"/>
                <a:gd name="connsiteX116" fmla="*/ 1209869 w 1219313"/>
                <a:gd name="connsiteY116" fmla="*/ 271991 h 640117"/>
                <a:gd name="connsiteX117" fmla="*/ 1209818 w 1219313"/>
                <a:gd name="connsiteY117" fmla="*/ 274085 h 640117"/>
                <a:gd name="connsiteX118" fmla="*/ 1209738 w 1219313"/>
                <a:gd name="connsiteY118" fmla="*/ 276098 h 640117"/>
                <a:gd name="connsiteX119" fmla="*/ 1209679 w 1219313"/>
                <a:gd name="connsiteY119" fmla="*/ 277952 h 640117"/>
                <a:gd name="connsiteX120" fmla="*/ 1207125 w 1219313"/>
                <a:gd name="connsiteY120" fmla="*/ 281804 h 640117"/>
                <a:gd name="connsiteX121" fmla="*/ 1207125 w 1219313"/>
                <a:gd name="connsiteY121" fmla="*/ 287060 h 640117"/>
                <a:gd name="connsiteX122" fmla="*/ 1207125 w 1219313"/>
                <a:gd name="connsiteY122" fmla="*/ 292222 h 640117"/>
                <a:gd name="connsiteX123" fmla="*/ 1204892 w 1219313"/>
                <a:gd name="connsiteY123" fmla="*/ 293710 h 640117"/>
                <a:gd name="connsiteX124" fmla="*/ 1204381 w 1219313"/>
                <a:gd name="connsiteY124" fmla="*/ 300129 h 640117"/>
                <a:gd name="connsiteX125" fmla="*/ 1204304 w 1219313"/>
                <a:gd name="connsiteY125" fmla="*/ 301937 h 640117"/>
                <a:gd name="connsiteX126" fmla="*/ 1204148 w 1219313"/>
                <a:gd name="connsiteY126" fmla="*/ 306361 h 640117"/>
                <a:gd name="connsiteX127" fmla="*/ 1201916 w 1219313"/>
                <a:gd name="connsiteY127" fmla="*/ 305617 h 640117"/>
                <a:gd name="connsiteX128" fmla="*/ 1201805 w 1219313"/>
                <a:gd name="connsiteY128" fmla="*/ 308032 h 640117"/>
                <a:gd name="connsiteX129" fmla="*/ 1201637 w 1219313"/>
                <a:gd name="connsiteY129" fmla="*/ 311151 h 640117"/>
                <a:gd name="connsiteX130" fmla="*/ 1201567 w 1219313"/>
                <a:gd name="connsiteY130" fmla="*/ 312746 h 640117"/>
                <a:gd name="connsiteX131" fmla="*/ 1201172 w 1219313"/>
                <a:gd name="connsiteY131" fmla="*/ 316779 h 640117"/>
                <a:gd name="connsiteX132" fmla="*/ 1199683 w 1219313"/>
                <a:gd name="connsiteY132" fmla="*/ 317523 h 640117"/>
                <a:gd name="connsiteX133" fmla="*/ 1199032 w 1219313"/>
                <a:gd name="connsiteY133" fmla="*/ 324360 h 640117"/>
                <a:gd name="connsiteX134" fmla="*/ 1198939 w 1219313"/>
                <a:gd name="connsiteY134" fmla="*/ 327197 h 640117"/>
                <a:gd name="connsiteX135" fmla="*/ 1196707 w 1219313"/>
                <a:gd name="connsiteY135" fmla="*/ 328685 h 640117"/>
                <a:gd name="connsiteX136" fmla="*/ 1196265 w 1219313"/>
                <a:gd name="connsiteY136" fmla="*/ 336222 h 640117"/>
                <a:gd name="connsiteX137" fmla="*/ 1195963 w 1219313"/>
                <a:gd name="connsiteY137" fmla="*/ 338359 h 640117"/>
                <a:gd name="connsiteX138" fmla="*/ 1193730 w 1219313"/>
                <a:gd name="connsiteY138" fmla="*/ 339103 h 640117"/>
                <a:gd name="connsiteX139" fmla="*/ 1193219 w 1219313"/>
                <a:gd name="connsiteY139" fmla="*/ 343614 h 640117"/>
                <a:gd name="connsiteX140" fmla="*/ 1193070 w 1219313"/>
                <a:gd name="connsiteY140" fmla="*/ 346105 h 640117"/>
                <a:gd name="connsiteX141" fmla="*/ 1192986 w 1219313"/>
                <a:gd name="connsiteY141" fmla="*/ 348033 h 640117"/>
                <a:gd name="connsiteX142" fmla="*/ 1190754 w 1219313"/>
                <a:gd name="connsiteY142" fmla="*/ 348033 h 640117"/>
                <a:gd name="connsiteX143" fmla="*/ 1190832 w 1219313"/>
                <a:gd name="connsiteY143" fmla="*/ 349582 h 640117"/>
                <a:gd name="connsiteX144" fmla="*/ 1190893 w 1219313"/>
                <a:gd name="connsiteY144" fmla="*/ 351614 h 640117"/>
                <a:gd name="connsiteX145" fmla="*/ 1190972 w 1219313"/>
                <a:gd name="connsiteY145" fmla="*/ 353628 h 640117"/>
                <a:gd name="connsiteX146" fmla="*/ 1189652 w 1219313"/>
                <a:gd name="connsiteY146" fmla="*/ 356570 h 640117"/>
                <a:gd name="connsiteX147" fmla="*/ 1188079 w 1219313"/>
                <a:gd name="connsiteY147" fmla="*/ 364107 h 640117"/>
                <a:gd name="connsiteX148" fmla="*/ 1187777 w 1219313"/>
                <a:gd name="connsiteY148" fmla="*/ 365892 h 640117"/>
                <a:gd name="connsiteX149" fmla="*/ 1185545 w 1219313"/>
                <a:gd name="connsiteY149" fmla="*/ 366636 h 640117"/>
                <a:gd name="connsiteX150" fmla="*/ 1185175 w 1219313"/>
                <a:gd name="connsiteY150" fmla="*/ 372185 h 640117"/>
                <a:gd name="connsiteX151" fmla="*/ 1183806 w 1219313"/>
                <a:gd name="connsiteY151" fmla="*/ 375784 h 640117"/>
                <a:gd name="connsiteX152" fmla="*/ 1173499 w 1219313"/>
                <a:gd name="connsiteY152" fmla="*/ 377426 h 640117"/>
                <a:gd name="connsiteX153" fmla="*/ 1169002 w 1219313"/>
                <a:gd name="connsiteY153" fmla="*/ 377449 h 640117"/>
                <a:gd name="connsiteX154" fmla="*/ 1166993 w 1219313"/>
                <a:gd name="connsiteY154" fmla="*/ 377439 h 640117"/>
                <a:gd name="connsiteX155" fmla="*/ 1165453 w 1219313"/>
                <a:gd name="connsiteY155" fmla="*/ 377798 h 640117"/>
                <a:gd name="connsiteX156" fmla="*/ 1165086 w 1219313"/>
                <a:gd name="connsiteY156" fmla="*/ 379285 h 640117"/>
                <a:gd name="connsiteX157" fmla="*/ 1164709 w 1219313"/>
                <a:gd name="connsiteY157" fmla="*/ 380775 h 640117"/>
                <a:gd name="connsiteX158" fmla="*/ 1161081 w 1219313"/>
                <a:gd name="connsiteY158" fmla="*/ 381150 h 640117"/>
                <a:gd name="connsiteX159" fmla="*/ 1158860 w 1219313"/>
                <a:gd name="connsiteY159" fmla="*/ 381192 h 640117"/>
                <a:gd name="connsiteX160" fmla="*/ 1156523 w 1219313"/>
                <a:gd name="connsiteY160" fmla="*/ 381193 h 640117"/>
                <a:gd name="connsiteX161" fmla="*/ 1151965 w 1219313"/>
                <a:gd name="connsiteY161" fmla="*/ 381243 h 640117"/>
                <a:gd name="connsiteX162" fmla="*/ 1149913 w 1219313"/>
                <a:gd name="connsiteY162" fmla="*/ 381244 h 640117"/>
                <a:gd name="connsiteX163" fmla="*/ 1148338 w 1219313"/>
                <a:gd name="connsiteY163" fmla="*/ 381519 h 640117"/>
                <a:gd name="connsiteX164" fmla="*/ 1147593 w 1219313"/>
                <a:gd name="connsiteY164" fmla="*/ 383751 h 640117"/>
                <a:gd name="connsiteX165" fmla="*/ 1144318 w 1219313"/>
                <a:gd name="connsiteY165" fmla="*/ 384028 h 640117"/>
                <a:gd name="connsiteX166" fmla="*/ 1142310 w 1219313"/>
                <a:gd name="connsiteY166" fmla="*/ 384067 h 640117"/>
                <a:gd name="connsiteX167" fmla="*/ 1138096 w 1219313"/>
                <a:gd name="connsiteY167" fmla="*/ 384078 h 640117"/>
                <a:gd name="connsiteX168" fmla="*/ 1136085 w 1219313"/>
                <a:gd name="connsiteY168" fmla="*/ 384121 h 640117"/>
                <a:gd name="connsiteX169" fmla="*/ 1134234 w 1219313"/>
                <a:gd name="connsiteY169" fmla="*/ 384125 h 640117"/>
                <a:gd name="connsiteX170" fmla="*/ 1132711 w 1219313"/>
                <a:gd name="connsiteY170" fmla="*/ 384496 h 640117"/>
                <a:gd name="connsiteX171" fmla="*/ 1131999 w 1219313"/>
                <a:gd name="connsiteY171" fmla="*/ 385979 h 640117"/>
                <a:gd name="connsiteX172" fmla="*/ 1131222 w 1219313"/>
                <a:gd name="connsiteY172" fmla="*/ 387472 h 640117"/>
                <a:gd name="connsiteX173" fmla="*/ 1127333 w 1219313"/>
                <a:gd name="connsiteY173" fmla="*/ 387926 h 640117"/>
                <a:gd name="connsiteX174" fmla="*/ 1125008 w 1219313"/>
                <a:gd name="connsiteY174" fmla="*/ 387998 h 640117"/>
                <a:gd name="connsiteX175" fmla="*/ 1122572 w 1219313"/>
                <a:gd name="connsiteY175" fmla="*/ 388030 h 640117"/>
                <a:gd name="connsiteX176" fmla="*/ 1120118 w 1219313"/>
                <a:gd name="connsiteY176" fmla="*/ 388097 h 640117"/>
                <a:gd name="connsiteX177" fmla="*/ 1114107 w 1219313"/>
                <a:gd name="connsiteY177" fmla="*/ 388216 h 640117"/>
                <a:gd name="connsiteX178" fmla="*/ 1114107 w 1219313"/>
                <a:gd name="connsiteY178" fmla="*/ 390449 h 640117"/>
                <a:gd name="connsiteX179" fmla="*/ 1112833 w 1219313"/>
                <a:gd name="connsiteY179" fmla="*/ 390505 h 640117"/>
                <a:gd name="connsiteX180" fmla="*/ 1107131 w 1219313"/>
                <a:gd name="connsiteY180" fmla="*/ 390774 h 640117"/>
                <a:gd name="connsiteX181" fmla="*/ 1105125 w 1219313"/>
                <a:gd name="connsiteY181" fmla="*/ 390863 h 640117"/>
                <a:gd name="connsiteX182" fmla="*/ 1103207 w 1219313"/>
                <a:gd name="connsiteY182" fmla="*/ 390957 h 640117"/>
                <a:gd name="connsiteX183" fmla="*/ 1101435 w 1219313"/>
                <a:gd name="connsiteY183" fmla="*/ 391040 h 640117"/>
                <a:gd name="connsiteX184" fmla="*/ 1098480 w 1219313"/>
                <a:gd name="connsiteY184" fmla="*/ 391937 h 640117"/>
                <a:gd name="connsiteX185" fmla="*/ 1097736 w 1219313"/>
                <a:gd name="connsiteY185" fmla="*/ 394169 h 640117"/>
                <a:gd name="connsiteX186" fmla="*/ 1094082 w 1219313"/>
                <a:gd name="connsiteY186" fmla="*/ 394550 h 640117"/>
                <a:gd name="connsiteX187" fmla="*/ 1091851 w 1219313"/>
                <a:gd name="connsiteY187" fmla="*/ 394630 h 640117"/>
                <a:gd name="connsiteX188" fmla="*/ 1089504 w 1219313"/>
                <a:gd name="connsiteY188" fmla="*/ 394681 h 640117"/>
                <a:gd name="connsiteX189" fmla="*/ 1087148 w 1219313"/>
                <a:gd name="connsiteY189" fmla="*/ 394758 h 640117"/>
                <a:gd name="connsiteX190" fmla="*/ 1081365 w 1219313"/>
                <a:gd name="connsiteY190" fmla="*/ 394913 h 640117"/>
                <a:gd name="connsiteX191" fmla="*/ 1081365 w 1219313"/>
                <a:gd name="connsiteY191" fmla="*/ 397890 h 640117"/>
                <a:gd name="connsiteX192" fmla="*/ 1079942 w 1219313"/>
                <a:gd name="connsiteY192" fmla="*/ 397923 h 640117"/>
                <a:gd name="connsiteX193" fmla="*/ 1073598 w 1219313"/>
                <a:gd name="connsiteY193" fmla="*/ 398123 h 640117"/>
                <a:gd name="connsiteX194" fmla="*/ 1071358 w 1219313"/>
                <a:gd name="connsiteY194" fmla="*/ 398173 h 640117"/>
                <a:gd name="connsiteX195" fmla="*/ 1069229 w 1219313"/>
                <a:gd name="connsiteY195" fmla="*/ 398253 h 640117"/>
                <a:gd name="connsiteX196" fmla="*/ 1067257 w 1219313"/>
                <a:gd name="connsiteY196" fmla="*/ 398312 h 640117"/>
                <a:gd name="connsiteX197" fmla="*/ 1065738 w 1219313"/>
                <a:gd name="connsiteY197" fmla="*/ 398634 h 640117"/>
                <a:gd name="connsiteX198" fmla="*/ 1064994 w 1219313"/>
                <a:gd name="connsiteY198" fmla="*/ 400867 h 640117"/>
                <a:gd name="connsiteX199" fmla="*/ 1061718 w 1219313"/>
                <a:gd name="connsiteY199" fmla="*/ 401143 h 640117"/>
                <a:gd name="connsiteX200" fmla="*/ 1059711 w 1219313"/>
                <a:gd name="connsiteY200" fmla="*/ 401182 h 640117"/>
                <a:gd name="connsiteX201" fmla="*/ 1055496 w 1219313"/>
                <a:gd name="connsiteY201" fmla="*/ 401194 h 640117"/>
                <a:gd name="connsiteX202" fmla="*/ 1053486 w 1219313"/>
                <a:gd name="connsiteY202" fmla="*/ 401236 h 640117"/>
                <a:gd name="connsiteX203" fmla="*/ 1051634 w 1219313"/>
                <a:gd name="connsiteY203" fmla="*/ 401240 h 640117"/>
                <a:gd name="connsiteX204" fmla="*/ 1050111 w 1219313"/>
                <a:gd name="connsiteY204" fmla="*/ 401611 h 640117"/>
                <a:gd name="connsiteX205" fmla="*/ 1049377 w 1219313"/>
                <a:gd name="connsiteY205" fmla="*/ 403099 h 640117"/>
                <a:gd name="connsiteX206" fmla="*/ 1048623 w 1219313"/>
                <a:gd name="connsiteY206" fmla="*/ 404587 h 640117"/>
                <a:gd name="connsiteX207" fmla="*/ 1045085 w 1219313"/>
                <a:gd name="connsiteY207" fmla="*/ 404962 h 640117"/>
                <a:gd name="connsiteX208" fmla="*/ 1042973 w 1219313"/>
                <a:gd name="connsiteY208" fmla="*/ 405004 h 640117"/>
                <a:gd name="connsiteX209" fmla="*/ 1040763 w 1219313"/>
                <a:gd name="connsiteY209" fmla="*/ 405006 h 640117"/>
                <a:gd name="connsiteX210" fmla="*/ 1036435 w 1219313"/>
                <a:gd name="connsiteY210" fmla="*/ 405055 h 640117"/>
                <a:gd name="connsiteX211" fmla="*/ 1034491 w 1219313"/>
                <a:gd name="connsiteY211" fmla="*/ 405057 h 640117"/>
                <a:gd name="connsiteX212" fmla="*/ 1032996 w 1219313"/>
                <a:gd name="connsiteY212" fmla="*/ 405331 h 640117"/>
                <a:gd name="connsiteX213" fmla="*/ 1032252 w 1219313"/>
                <a:gd name="connsiteY213" fmla="*/ 407564 h 640117"/>
                <a:gd name="connsiteX214" fmla="*/ 1029138 w 1219313"/>
                <a:gd name="connsiteY214" fmla="*/ 407919 h 640117"/>
                <a:gd name="connsiteX215" fmla="*/ 1027233 w 1219313"/>
                <a:gd name="connsiteY215" fmla="*/ 407988 h 640117"/>
                <a:gd name="connsiteX216" fmla="*/ 1025229 w 1219313"/>
                <a:gd name="connsiteY216" fmla="*/ 408029 h 640117"/>
                <a:gd name="connsiteX217" fmla="*/ 1021325 w 1219313"/>
                <a:gd name="connsiteY217" fmla="*/ 408151 h 640117"/>
                <a:gd name="connsiteX218" fmla="*/ 1019568 w 1219313"/>
                <a:gd name="connsiteY218" fmla="*/ 408191 h 640117"/>
                <a:gd name="connsiteX219" fmla="*/ 1016625 w 1219313"/>
                <a:gd name="connsiteY219" fmla="*/ 409052 h 640117"/>
                <a:gd name="connsiteX220" fmla="*/ 1015881 w 1219313"/>
                <a:gd name="connsiteY220" fmla="*/ 411285 h 640117"/>
                <a:gd name="connsiteX221" fmla="*/ 1012578 w 1219313"/>
                <a:gd name="connsiteY221" fmla="*/ 411561 h 640117"/>
                <a:gd name="connsiteX222" fmla="*/ 1010561 w 1219313"/>
                <a:gd name="connsiteY222" fmla="*/ 411600 h 640117"/>
                <a:gd name="connsiteX223" fmla="*/ 1006317 w 1219313"/>
                <a:gd name="connsiteY223" fmla="*/ 411612 h 640117"/>
                <a:gd name="connsiteX224" fmla="*/ 1004300 w 1219313"/>
                <a:gd name="connsiteY224" fmla="*/ 411654 h 640117"/>
                <a:gd name="connsiteX225" fmla="*/ 1002437 w 1219313"/>
                <a:gd name="connsiteY225" fmla="*/ 411658 h 640117"/>
                <a:gd name="connsiteX226" fmla="*/ 1000998 w 1219313"/>
                <a:gd name="connsiteY226" fmla="*/ 412029 h 640117"/>
                <a:gd name="connsiteX227" fmla="*/ 1000636 w 1219313"/>
                <a:gd name="connsiteY227" fmla="*/ 413517 h 640117"/>
                <a:gd name="connsiteX228" fmla="*/ 1000254 w 1219313"/>
                <a:gd name="connsiteY228" fmla="*/ 415005 h 640117"/>
                <a:gd name="connsiteX229" fmla="*/ 996789 w 1219313"/>
                <a:gd name="connsiteY229" fmla="*/ 415380 h 640117"/>
                <a:gd name="connsiteX230" fmla="*/ 994670 w 1219313"/>
                <a:gd name="connsiteY230" fmla="*/ 415422 h 640117"/>
                <a:gd name="connsiteX231" fmla="*/ 992440 w 1219313"/>
                <a:gd name="connsiteY231" fmla="*/ 415424 h 640117"/>
                <a:gd name="connsiteX232" fmla="*/ 988092 w 1219313"/>
                <a:gd name="connsiteY232" fmla="*/ 415473 h 640117"/>
                <a:gd name="connsiteX233" fmla="*/ 986134 w 1219313"/>
                <a:gd name="connsiteY233" fmla="*/ 415475 h 640117"/>
                <a:gd name="connsiteX234" fmla="*/ 984627 w 1219313"/>
                <a:gd name="connsiteY234" fmla="*/ 415749 h 640117"/>
                <a:gd name="connsiteX235" fmla="*/ 983883 w 1219313"/>
                <a:gd name="connsiteY235" fmla="*/ 417982 h 640117"/>
                <a:gd name="connsiteX236" fmla="*/ 980418 w 1219313"/>
                <a:gd name="connsiteY236" fmla="*/ 418069 h 640117"/>
                <a:gd name="connsiteX237" fmla="*/ 978299 w 1219313"/>
                <a:gd name="connsiteY237" fmla="*/ 417996 h 640117"/>
                <a:gd name="connsiteX238" fmla="*/ 973840 w 1219313"/>
                <a:gd name="connsiteY238" fmla="*/ 417764 h 640117"/>
                <a:gd name="connsiteX239" fmla="*/ 971720 w 1219313"/>
                <a:gd name="connsiteY239" fmla="*/ 417697 h 640117"/>
                <a:gd name="connsiteX240" fmla="*/ 969763 w 1219313"/>
                <a:gd name="connsiteY240" fmla="*/ 417595 h 640117"/>
                <a:gd name="connsiteX241" fmla="*/ 968256 w 1219313"/>
                <a:gd name="connsiteY241" fmla="*/ 417982 h 640117"/>
                <a:gd name="connsiteX242" fmla="*/ 967511 w 1219313"/>
                <a:gd name="connsiteY242" fmla="*/ 421703 h 640117"/>
                <a:gd name="connsiteX243" fmla="*/ 964209 w 1219313"/>
                <a:gd name="connsiteY243" fmla="*/ 422150 h 640117"/>
                <a:gd name="connsiteX244" fmla="*/ 962192 w 1219313"/>
                <a:gd name="connsiteY244" fmla="*/ 422185 h 640117"/>
                <a:gd name="connsiteX245" fmla="*/ 960070 w 1219313"/>
                <a:gd name="connsiteY245" fmla="*/ 422168 h 640117"/>
                <a:gd name="connsiteX246" fmla="*/ 955931 w 1219313"/>
                <a:gd name="connsiteY246" fmla="*/ 422197 h 640117"/>
                <a:gd name="connsiteX247" fmla="*/ 954067 w 1219313"/>
                <a:gd name="connsiteY247" fmla="*/ 422184 h 640117"/>
                <a:gd name="connsiteX248" fmla="*/ 952629 w 1219313"/>
                <a:gd name="connsiteY248" fmla="*/ 422447 h 640117"/>
                <a:gd name="connsiteX249" fmla="*/ 951884 w 1219313"/>
                <a:gd name="connsiteY249" fmla="*/ 424679 h 640117"/>
                <a:gd name="connsiteX250" fmla="*/ 945234 w 1219313"/>
                <a:gd name="connsiteY250" fmla="*/ 425144 h 640117"/>
                <a:gd name="connsiteX251" fmla="*/ 941539 w 1219313"/>
                <a:gd name="connsiteY251" fmla="*/ 425266 h 640117"/>
                <a:gd name="connsiteX252" fmla="*/ 939877 w 1219313"/>
                <a:gd name="connsiteY252" fmla="*/ 425306 h 640117"/>
                <a:gd name="connsiteX253" fmla="*/ 937002 w 1219313"/>
                <a:gd name="connsiteY253" fmla="*/ 426167 h 640117"/>
                <a:gd name="connsiteX254" fmla="*/ 937002 w 1219313"/>
                <a:gd name="connsiteY254" fmla="*/ 428400 h 640117"/>
                <a:gd name="connsiteX255" fmla="*/ 935659 w 1219313"/>
                <a:gd name="connsiteY255" fmla="*/ 428421 h 640117"/>
                <a:gd name="connsiteX256" fmla="*/ 929653 w 1219313"/>
                <a:gd name="connsiteY256" fmla="*/ 428586 h 640117"/>
                <a:gd name="connsiteX257" fmla="*/ 927540 w 1219313"/>
                <a:gd name="connsiteY257" fmla="*/ 428618 h 640117"/>
                <a:gd name="connsiteX258" fmla="*/ 925520 w 1219313"/>
                <a:gd name="connsiteY258" fmla="*/ 428690 h 640117"/>
                <a:gd name="connsiteX259" fmla="*/ 923654 w 1219313"/>
                <a:gd name="connsiteY259" fmla="*/ 428738 h 640117"/>
                <a:gd name="connsiteX260" fmla="*/ 922119 w 1219313"/>
                <a:gd name="connsiteY260" fmla="*/ 429144 h 640117"/>
                <a:gd name="connsiteX261" fmla="*/ 920631 w 1219313"/>
                <a:gd name="connsiteY261" fmla="*/ 432121 h 640117"/>
                <a:gd name="connsiteX262" fmla="*/ 915096 w 1219313"/>
                <a:gd name="connsiteY262" fmla="*/ 432260 h 640117"/>
                <a:gd name="connsiteX263" fmla="*/ 907236 w 1219313"/>
                <a:gd name="connsiteY263" fmla="*/ 432865 h 640117"/>
                <a:gd name="connsiteX264" fmla="*/ 906492 w 1219313"/>
                <a:gd name="connsiteY264" fmla="*/ 435097 h 640117"/>
                <a:gd name="connsiteX265" fmla="*/ 903190 w 1219313"/>
                <a:gd name="connsiteY265" fmla="*/ 435373 h 640117"/>
                <a:gd name="connsiteX266" fmla="*/ 901172 w 1219313"/>
                <a:gd name="connsiteY266" fmla="*/ 435412 h 640117"/>
                <a:gd name="connsiteX267" fmla="*/ 896929 w 1219313"/>
                <a:gd name="connsiteY267" fmla="*/ 435424 h 640117"/>
                <a:gd name="connsiteX268" fmla="*/ 894911 w 1219313"/>
                <a:gd name="connsiteY268" fmla="*/ 435466 h 640117"/>
                <a:gd name="connsiteX269" fmla="*/ 893048 w 1219313"/>
                <a:gd name="connsiteY269" fmla="*/ 435470 h 640117"/>
                <a:gd name="connsiteX270" fmla="*/ 891609 w 1219313"/>
                <a:gd name="connsiteY270" fmla="*/ 435841 h 640117"/>
                <a:gd name="connsiteX271" fmla="*/ 891237 w 1219313"/>
                <a:gd name="connsiteY271" fmla="*/ 437329 h 640117"/>
                <a:gd name="connsiteX272" fmla="*/ 890865 w 1219313"/>
                <a:gd name="connsiteY272" fmla="*/ 438818 h 640117"/>
                <a:gd name="connsiteX273" fmla="*/ 887563 w 1219313"/>
                <a:gd name="connsiteY273" fmla="*/ 439193 h 640117"/>
                <a:gd name="connsiteX274" fmla="*/ 885545 w 1219313"/>
                <a:gd name="connsiteY274" fmla="*/ 439235 h 640117"/>
                <a:gd name="connsiteX275" fmla="*/ 883424 w 1219313"/>
                <a:gd name="connsiteY275" fmla="*/ 439236 h 640117"/>
                <a:gd name="connsiteX276" fmla="*/ 879284 w 1219313"/>
                <a:gd name="connsiteY276" fmla="*/ 439286 h 640117"/>
                <a:gd name="connsiteX277" fmla="*/ 877421 w 1219313"/>
                <a:gd name="connsiteY277" fmla="*/ 439287 h 640117"/>
                <a:gd name="connsiteX278" fmla="*/ 875982 w 1219313"/>
                <a:gd name="connsiteY278" fmla="*/ 439562 h 640117"/>
                <a:gd name="connsiteX279" fmla="*/ 875238 w 1219313"/>
                <a:gd name="connsiteY279" fmla="*/ 441794 h 640117"/>
                <a:gd name="connsiteX280" fmla="*/ 872261 w 1219313"/>
                <a:gd name="connsiteY280" fmla="*/ 442070 h 640117"/>
                <a:gd name="connsiteX281" fmla="*/ 870448 w 1219313"/>
                <a:gd name="connsiteY281" fmla="*/ 442110 h 640117"/>
                <a:gd name="connsiteX282" fmla="*/ 866634 w 1219313"/>
                <a:gd name="connsiteY282" fmla="*/ 442121 h 640117"/>
                <a:gd name="connsiteX283" fmla="*/ 864820 w 1219313"/>
                <a:gd name="connsiteY283" fmla="*/ 442164 h 640117"/>
                <a:gd name="connsiteX284" fmla="*/ 863146 w 1219313"/>
                <a:gd name="connsiteY284" fmla="*/ 442168 h 640117"/>
                <a:gd name="connsiteX285" fmla="*/ 861843 w 1219313"/>
                <a:gd name="connsiteY285" fmla="*/ 442538 h 640117"/>
                <a:gd name="connsiteX286" fmla="*/ 861493 w 1219313"/>
                <a:gd name="connsiteY286" fmla="*/ 444022 h 640117"/>
                <a:gd name="connsiteX287" fmla="*/ 861099 w 1219313"/>
                <a:gd name="connsiteY287" fmla="*/ 445515 h 640117"/>
                <a:gd name="connsiteX288" fmla="*/ 857771 w 1219313"/>
                <a:gd name="connsiteY288" fmla="*/ 445969 h 640117"/>
                <a:gd name="connsiteX289" fmla="*/ 855744 w 1219313"/>
                <a:gd name="connsiteY289" fmla="*/ 446041 h 640117"/>
                <a:gd name="connsiteX290" fmla="*/ 853611 w 1219313"/>
                <a:gd name="connsiteY290" fmla="*/ 446073 h 640117"/>
                <a:gd name="connsiteX291" fmla="*/ 851471 w 1219313"/>
                <a:gd name="connsiteY291" fmla="*/ 446140 h 640117"/>
                <a:gd name="connsiteX292" fmla="*/ 846216 w 1219313"/>
                <a:gd name="connsiteY292" fmla="*/ 446259 h 640117"/>
                <a:gd name="connsiteX293" fmla="*/ 846216 w 1219313"/>
                <a:gd name="connsiteY293" fmla="*/ 448492 h 640117"/>
                <a:gd name="connsiteX294" fmla="*/ 837874 w 1219313"/>
                <a:gd name="connsiteY294" fmla="*/ 449189 h 640117"/>
                <a:gd name="connsiteX295" fmla="*/ 832078 w 1219313"/>
                <a:gd name="connsiteY295" fmla="*/ 449980 h 640117"/>
                <a:gd name="connsiteX296" fmla="*/ 832078 w 1219313"/>
                <a:gd name="connsiteY296" fmla="*/ 452212 h 640117"/>
                <a:gd name="connsiteX297" fmla="*/ 830792 w 1219313"/>
                <a:gd name="connsiteY297" fmla="*/ 452153 h 640117"/>
                <a:gd name="connsiteX298" fmla="*/ 825055 w 1219313"/>
                <a:gd name="connsiteY298" fmla="*/ 451980 h 640117"/>
                <a:gd name="connsiteX299" fmla="*/ 823030 w 1219313"/>
                <a:gd name="connsiteY299" fmla="*/ 451885 h 640117"/>
                <a:gd name="connsiteX300" fmla="*/ 817939 w 1219313"/>
                <a:gd name="connsiteY300" fmla="*/ 452212 h 640117"/>
                <a:gd name="connsiteX301" fmla="*/ 817195 w 1219313"/>
                <a:gd name="connsiteY301" fmla="*/ 455933 h 640117"/>
                <a:gd name="connsiteX302" fmla="*/ 810498 w 1219313"/>
                <a:gd name="connsiteY302" fmla="*/ 456398 h 640117"/>
                <a:gd name="connsiteX303" fmla="*/ 806777 w 1219313"/>
                <a:gd name="connsiteY303" fmla="*/ 456427 h 640117"/>
                <a:gd name="connsiteX304" fmla="*/ 805103 w 1219313"/>
                <a:gd name="connsiteY304" fmla="*/ 456414 h 640117"/>
                <a:gd name="connsiteX305" fmla="*/ 803800 w 1219313"/>
                <a:gd name="connsiteY305" fmla="*/ 456677 h 640117"/>
                <a:gd name="connsiteX306" fmla="*/ 803056 w 1219313"/>
                <a:gd name="connsiteY306" fmla="*/ 458910 h 640117"/>
                <a:gd name="connsiteX307" fmla="*/ 797150 w 1219313"/>
                <a:gd name="connsiteY307" fmla="*/ 459375 h 640117"/>
                <a:gd name="connsiteX308" fmla="*/ 789662 w 1219313"/>
                <a:gd name="connsiteY308" fmla="*/ 460398 h 640117"/>
                <a:gd name="connsiteX309" fmla="*/ 788918 w 1219313"/>
                <a:gd name="connsiteY309" fmla="*/ 462630 h 640117"/>
                <a:gd name="connsiteX310" fmla="*/ 785589 w 1219313"/>
                <a:gd name="connsiteY310" fmla="*/ 463011 h 640117"/>
                <a:gd name="connsiteX311" fmla="*/ 783562 w 1219313"/>
                <a:gd name="connsiteY311" fmla="*/ 463091 h 640117"/>
                <a:gd name="connsiteX312" fmla="*/ 781430 w 1219313"/>
                <a:gd name="connsiteY312" fmla="*/ 463142 h 640117"/>
                <a:gd name="connsiteX313" fmla="*/ 779289 w 1219313"/>
                <a:gd name="connsiteY313" fmla="*/ 463219 h 640117"/>
                <a:gd name="connsiteX314" fmla="*/ 774035 w 1219313"/>
                <a:gd name="connsiteY314" fmla="*/ 463374 h 640117"/>
                <a:gd name="connsiteX315" fmla="*/ 774035 w 1219313"/>
                <a:gd name="connsiteY315" fmla="*/ 465607 h 640117"/>
                <a:gd name="connsiteX316" fmla="*/ 772023 w 1219313"/>
                <a:gd name="connsiteY316" fmla="*/ 465743 h 640117"/>
                <a:gd name="connsiteX317" fmla="*/ 769384 w 1219313"/>
                <a:gd name="connsiteY317" fmla="*/ 465932 h 640117"/>
                <a:gd name="connsiteX318" fmla="*/ 766768 w 1219313"/>
                <a:gd name="connsiteY318" fmla="*/ 466116 h 640117"/>
                <a:gd name="connsiteX319" fmla="*/ 761384 w 1219313"/>
                <a:gd name="connsiteY319" fmla="*/ 467095 h 640117"/>
                <a:gd name="connsiteX320" fmla="*/ 760640 w 1219313"/>
                <a:gd name="connsiteY320" fmla="*/ 469328 h 640117"/>
                <a:gd name="connsiteX321" fmla="*/ 752581 w 1219313"/>
                <a:gd name="connsiteY321" fmla="*/ 469655 h 640117"/>
                <a:gd name="connsiteX322" fmla="*/ 747990 w 1219313"/>
                <a:gd name="connsiteY322" fmla="*/ 470072 h 640117"/>
                <a:gd name="connsiteX323" fmla="*/ 747246 w 1219313"/>
                <a:gd name="connsiteY323" fmla="*/ 471560 h 640117"/>
                <a:gd name="connsiteX324" fmla="*/ 746502 w 1219313"/>
                <a:gd name="connsiteY324" fmla="*/ 473048 h 640117"/>
                <a:gd name="connsiteX325" fmla="*/ 740130 w 1219313"/>
                <a:gd name="connsiteY325" fmla="*/ 473467 h 640117"/>
                <a:gd name="connsiteX326" fmla="*/ 733851 w 1219313"/>
                <a:gd name="connsiteY326" fmla="*/ 473792 h 640117"/>
                <a:gd name="connsiteX327" fmla="*/ 733107 w 1219313"/>
                <a:gd name="connsiteY327" fmla="*/ 476025 h 640117"/>
                <a:gd name="connsiteX328" fmla="*/ 730104 w 1219313"/>
                <a:gd name="connsiteY328" fmla="*/ 476406 h 640117"/>
                <a:gd name="connsiteX329" fmla="*/ 728280 w 1219313"/>
                <a:gd name="connsiteY329" fmla="*/ 476486 h 640117"/>
                <a:gd name="connsiteX330" fmla="*/ 726363 w 1219313"/>
                <a:gd name="connsiteY330" fmla="*/ 476536 h 640117"/>
                <a:gd name="connsiteX331" fmla="*/ 724438 w 1219313"/>
                <a:gd name="connsiteY331" fmla="*/ 476613 h 640117"/>
                <a:gd name="connsiteX332" fmla="*/ 719713 w 1219313"/>
                <a:gd name="connsiteY332" fmla="*/ 476769 h 640117"/>
                <a:gd name="connsiteX333" fmla="*/ 719713 w 1219313"/>
                <a:gd name="connsiteY333" fmla="*/ 479746 h 640117"/>
                <a:gd name="connsiteX334" fmla="*/ 716971 w 1219313"/>
                <a:gd name="connsiteY334" fmla="*/ 479830 h 640117"/>
                <a:gd name="connsiteX335" fmla="*/ 713434 w 1219313"/>
                <a:gd name="connsiteY335" fmla="*/ 479978 h 640117"/>
                <a:gd name="connsiteX336" fmla="*/ 711624 w 1219313"/>
                <a:gd name="connsiteY336" fmla="*/ 480029 h 640117"/>
                <a:gd name="connsiteX337" fmla="*/ 707062 w 1219313"/>
                <a:gd name="connsiteY337" fmla="*/ 480490 h 640117"/>
                <a:gd name="connsiteX338" fmla="*/ 706318 w 1219313"/>
                <a:gd name="connsiteY338" fmla="*/ 482722 h 640117"/>
                <a:gd name="connsiteX339" fmla="*/ 699946 w 1219313"/>
                <a:gd name="connsiteY339" fmla="*/ 483234 h 640117"/>
                <a:gd name="connsiteX340" fmla="*/ 698128 w 1219313"/>
                <a:gd name="connsiteY340" fmla="*/ 483311 h 640117"/>
                <a:gd name="connsiteX341" fmla="*/ 693668 w 1219313"/>
                <a:gd name="connsiteY341" fmla="*/ 483466 h 640117"/>
                <a:gd name="connsiteX342" fmla="*/ 693668 w 1219313"/>
                <a:gd name="connsiteY342" fmla="*/ 486443 h 640117"/>
                <a:gd name="connsiteX343" fmla="*/ 690927 w 1219313"/>
                <a:gd name="connsiteY343" fmla="*/ 486501 h 640117"/>
                <a:gd name="connsiteX344" fmla="*/ 687389 w 1219313"/>
                <a:gd name="connsiteY344" fmla="*/ 486629 h 640117"/>
                <a:gd name="connsiteX345" fmla="*/ 685579 w 1219313"/>
                <a:gd name="connsiteY345" fmla="*/ 486661 h 640117"/>
                <a:gd name="connsiteX346" fmla="*/ 681017 w 1219313"/>
                <a:gd name="connsiteY346" fmla="*/ 487187 h 640117"/>
                <a:gd name="connsiteX347" fmla="*/ 680273 w 1219313"/>
                <a:gd name="connsiteY347" fmla="*/ 490163 h 640117"/>
                <a:gd name="connsiteX348" fmla="*/ 674739 w 1219313"/>
                <a:gd name="connsiteY348" fmla="*/ 490303 h 640117"/>
                <a:gd name="connsiteX349" fmla="*/ 667623 w 1219313"/>
                <a:gd name="connsiteY349" fmla="*/ 490908 h 640117"/>
                <a:gd name="connsiteX350" fmla="*/ 666879 w 1219313"/>
                <a:gd name="connsiteY350" fmla="*/ 493140 h 640117"/>
                <a:gd name="connsiteX351" fmla="*/ 661344 w 1219313"/>
                <a:gd name="connsiteY351" fmla="*/ 493605 h 640117"/>
                <a:gd name="connsiteX352" fmla="*/ 654228 w 1219313"/>
                <a:gd name="connsiteY352" fmla="*/ 494628 h 640117"/>
                <a:gd name="connsiteX353" fmla="*/ 654228 w 1219313"/>
                <a:gd name="connsiteY353" fmla="*/ 496861 h 640117"/>
                <a:gd name="connsiteX354" fmla="*/ 651650 w 1219313"/>
                <a:gd name="connsiteY354" fmla="*/ 496945 h 640117"/>
                <a:gd name="connsiteX355" fmla="*/ 648322 w 1219313"/>
                <a:gd name="connsiteY355" fmla="*/ 497093 h 640117"/>
                <a:gd name="connsiteX356" fmla="*/ 646620 w 1219313"/>
                <a:gd name="connsiteY356" fmla="*/ 497144 h 640117"/>
                <a:gd name="connsiteX357" fmla="*/ 642322 w 1219313"/>
                <a:gd name="connsiteY357" fmla="*/ 497605 h 640117"/>
                <a:gd name="connsiteX358" fmla="*/ 641578 w 1219313"/>
                <a:gd name="connsiteY358" fmla="*/ 499837 h 640117"/>
                <a:gd name="connsiteX359" fmla="*/ 633933 w 1219313"/>
                <a:gd name="connsiteY359" fmla="*/ 500164 h 640117"/>
                <a:gd name="connsiteX360" fmla="*/ 629672 w 1219313"/>
                <a:gd name="connsiteY360" fmla="*/ 500581 h 640117"/>
                <a:gd name="connsiteX361" fmla="*/ 628927 w 1219313"/>
                <a:gd name="connsiteY361" fmla="*/ 503558 h 640117"/>
                <a:gd name="connsiteX362" fmla="*/ 621348 w 1219313"/>
                <a:gd name="connsiteY362" fmla="*/ 503921 h 640117"/>
                <a:gd name="connsiteX363" fmla="*/ 617021 w 1219313"/>
                <a:gd name="connsiteY363" fmla="*/ 504302 h 640117"/>
                <a:gd name="connsiteX364" fmla="*/ 615533 w 1219313"/>
                <a:gd name="connsiteY364" fmla="*/ 507279 h 640117"/>
                <a:gd name="connsiteX365" fmla="*/ 610696 w 1219313"/>
                <a:gd name="connsiteY365" fmla="*/ 507418 h 640117"/>
                <a:gd name="connsiteX366" fmla="*/ 604371 w 1219313"/>
                <a:gd name="connsiteY366" fmla="*/ 508023 h 640117"/>
                <a:gd name="connsiteX367" fmla="*/ 603627 w 1219313"/>
                <a:gd name="connsiteY367" fmla="*/ 510255 h 640117"/>
                <a:gd name="connsiteX368" fmla="*/ 596461 w 1219313"/>
                <a:gd name="connsiteY368" fmla="*/ 510582 h 640117"/>
                <a:gd name="connsiteX369" fmla="*/ 592465 w 1219313"/>
                <a:gd name="connsiteY369" fmla="*/ 510999 h 640117"/>
                <a:gd name="connsiteX370" fmla="*/ 592116 w 1219313"/>
                <a:gd name="connsiteY370" fmla="*/ 512488 h 640117"/>
                <a:gd name="connsiteX371" fmla="*/ 591720 w 1219313"/>
                <a:gd name="connsiteY371" fmla="*/ 513976 h 640117"/>
                <a:gd name="connsiteX372" fmla="*/ 585767 w 1219313"/>
                <a:gd name="connsiteY372" fmla="*/ 514395 h 640117"/>
                <a:gd name="connsiteX373" fmla="*/ 579814 w 1219313"/>
                <a:gd name="connsiteY373" fmla="*/ 514720 h 640117"/>
                <a:gd name="connsiteX374" fmla="*/ 579070 w 1219313"/>
                <a:gd name="connsiteY374" fmla="*/ 516953 h 640117"/>
                <a:gd name="connsiteX375" fmla="*/ 573442 w 1219313"/>
                <a:gd name="connsiteY375" fmla="*/ 517464 h 640117"/>
                <a:gd name="connsiteX376" fmla="*/ 571839 w 1219313"/>
                <a:gd name="connsiteY376" fmla="*/ 517541 h 640117"/>
                <a:gd name="connsiteX377" fmla="*/ 567908 w 1219313"/>
                <a:gd name="connsiteY377" fmla="*/ 517697 h 640117"/>
                <a:gd name="connsiteX378" fmla="*/ 567908 w 1219313"/>
                <a:gd name="connsiteY378" fmla="*/ 520673 h 640117"/>
                <a:gd name="connsiteX379" fmla="*/ 565330 w 1219313"/>
                <a:gd name="connsiteY379" fmla="*/ 520758 h 640117"/>
                <a:gd name="connsiteX380" fmla="*/ 562001 w 1219313"/>
                <a:gd name="connsiteY380" fmla="*/ 520906 h 640117"/>
                <a:gd name="connsiteX381" fmla="*/ 560299 w 1219313"/>
                <a:gd name="connsiteY381" fmla="*/ 520957 h 640117"/>
                <a:gd name="connsiteX382" fmla="*/ 556002 w 1219313"/>
                <a:gd name="connsiteY382" fmla="*/ 521417 h 640117"/>
                <a:gd name="connsiteX383" fmla="*/ 555258 w 1219313"/>
                <a:gd name="connsiteY383" fmla="*/ 523650 h 640117"/>
                <a:gd name="connsiteX384" fmla="*/ 548839 w 1219313"/>
                <a:gd name="connsiteY384" fmla="*/ 524440 h 640117"/>
                <a:gd name="connsiteX385" fmla="*/ 546159 w 1219313"/>
                <a:gd name="connsiteY385" fmla="*/ 524420 h 640117"/>
                <a:gd name="connsiteX386" fmla="*/ 544095 w 1219313"/>
                <a:gd name="connsiteY386" fmla="*/ 524394 h 640117"/>
                <a:gd name="connsiteX387" fmla="*/ 544095 w 1219313"/>
                <a:gd name="connsiteY387" fmla="*/ 527371 h 640117"/>
                <a:gd name="connsiteX388" fmla="*/ 532189 w 1219313"/>
                <a:gd name="connsiteY388" fmla="*/ 528115 h 640117"/>
                <a:gd name="connsiteX389" fmla="*/ 532189 w 1219313"/>
                <a:gd name="connsiteY389" fmla="*/ 531091 h 640117"/>
                <a:gd name="connsiteX390" fmla="*/ 529774 w 1219313"/>
                <a:gd name="connsiteY390" fmla="*/ 531176 h 640117"/>
                <a:gd name="connsiteX391" fmla="*/ 526655 w 1219313"/>
                <a:gd name="connsiteY391" fmla="*/ 531324 h 640117"/>
                <a:gd name="connsiteX392" fmla="*/ 525060 w 1219313"/>
                <a:gd name="connsiteY392" fmla="*/ 531375 h 640117"/>
                <a:gd name="connsiteX393" fmla="*/ 521027 w 1219313"/>
                <a:gd name="connsiteY393" fmla="*/ 531835 h 640117"/>
                <a:gd name="connsiteX394" fmla="*/ 520283 w 1219313"/>
                <a:gd name="connsiteY394" fmla="*/ 534068 h 640117"/>
                <a:gd name="connsiteX395" fmla="*/ 512263 w 1219313"/>
                <a:gd name="connsiteY395" fmla="*/ 534437 h 640117"/>
                <a:gd name="connsiteX396" fmla="*/ 509865 w 1219313"/>
                <a:gd name="connsiteY396" fmla="*/ 534812 h 640117"/>
                <a:gd name="connsiteX397" fmla="*/ 509121 w 1219313"/>
                <a:gd name="connsiteY397" fmla="*/ 536300 h 640117"/>
                <a:gd name="connsiteX398" fmla="*/ 508377 w 1219313"/>
                <a:gd name="connsiteY398" fmla="*/ 537788 h 640117"/>
                <a:gd name="connsiteX399" fmla="*/ 503121 w 1219313"/>
                <a:gd name="connsiteY399" fmla="*/ 538207 h 640117"/>
                <a:gd name="connsiteX400" fmla="*/ 497959 w 1219313"/>
                <a:gd name="connsiteY400" fmla="*/ 538533 h 640117"/>
                <a:gd name="connsiteX401" fmla="*/ 497215 w 1219313"/>
                <a:gd name="connsiteY401" fmla="*/ 540765 h 640117"/>
                <a:gd name="connsiteX402" fmla="*/ 492843 w 1219313"/>
                <a:gd name="connsiteY402" fmla="*/ 541230 h 640117"/>
                <a:gd name="connsiteX403" fmla="*/ 486052 w 1219313"/>
                <a:gd name="connsiteY403" fmla="*/ 542253 h 640117"/>
                <a:gd name="connsiteX404" fmla="*/ 486052 w 1219313"/>
                <a:gd name="connsiteY404" fmla="*/ 544486 h 640117"/>
                <a:gd name="connsiteX405" fmla="*/ 474890 w 1219313"/>
                <a:gd name="connsiteY405" fmla="*/ 545230 h 640117"/>
                <a:gd name="connsiteX406" fmla="*/ 474890 w 1219313"/>
                <a:gd name="connsiteY406" fmla="*/ 548206 h 640117"/>
                <a:gd name="connsiteX407" fmla="*/ 472638 w 1219313"/>
                <a:gd name="connsiteY407" fmla="*/ 548291 h 640117"/>
                <a:gd name="connsiteX408" fmla="*/ 469728 w 1219313"/>
                <a:gd name="connsiteY408" fmla="*/ 548439 h 640117"/>
                <a:gd name="connsiteX409" fmla="*/ 466824 w 1219313"/>
                <a:gd name="connsiteY409" fmla="*/ 548570 h 640117"/>
                <a:gd name="connsiteX410" fmla="*/ 464472 w 1219313"/>
                <a:gd name="connsiteY410" fmla="*/ 548951 h 640117"/>
                <a:gd name="connsiteX411" fmla="*/ 463728 w 1219313"/>
                <a:gd name="connsiteY411" fmla="*/ 551183 h 640117"/>
                <a:gd name="connsiteX412" fmla="*/ 459310 w 1219313"/>
                <a:gd name="connsiteY412" fmla="*/ 551648 h 640117"/>
                <a:gd name="connsiteX413" fmla="*/ 453310 w 1219313"/>
                <a:gd name="connsiteY413" fmla="*/ 552671 h 640117"/>
                <a:gd name="connsiteX414" fmla="*/ 453310 w 1219313"/>
                <a:gd name="connsiteY414" fmla="*/ 554904 h 640117"/>
                <a:gd name="connsiteX415" fmla="*/ 451057 w 1219313"/>
                <a:gd name="connsiteY415" fmla="*/ 554988 h 640117"/>
                <a:gd name="connsiteX416" fmla="*/ 448148 w 1219313"/>
                <a:gd name="connsiteY416" fmla="*/ 555136 h 640117"/>
                <a:gd name="connsiteX417" fmla="*/ 445244 w 1219313"/>
                <a:gd name="connsiteY417" fmla="*/ 555267 h 640117"/>
                <a:gd name="connsiteX418" fmla="*/ 442892 w 1219313"/>
                <a:gd name="connsiteY418" fmla="*/ 555648 h 640117"/>
                <a:gd name="connsiteX419" fmla="*/ 442148 w 1219313"/>
                <a:gd name="connsiteY419" fmla="*/ 557880 h 640117"/>
                <a:gd name="connsiteX420" fmla="*/ 437730 w 1219313"/>
                <a:gd name="connsiteY420" fmla="*/ 558345 h 640117"/>
                <a:gd name="connsiteX421" fmla="*/ 431730 w 1219313"/>
                <a:gd name="connsiteY421" fmla="*/ 559369 h 640117"/>
                <a:gd name="connsiteX422" fmla="*/ 430986 w 1219313"/>
                <a:gd name="connsiteY422" fmla="*/ 561601 h 640117"/>
                <a:gd name="connsiteX423" fmla="*/ 423548 w 1219313"/>
                <a:gd name="connsiteY423" fmla="*/ 561970 h 640117"/>
                <a:gd name="connsiteX424" fmla="*/ 421312 w 1219313"/>
                <a:gd name="connsiteY424" fmla="*/ 562345 h 640117"/>
                <a:gd name="connsiteX425" fmla="*/ 420594 w 1219313"/>
                <a:gd name="connsiteY425" fmla="*/ 563848 h 640117"/>
                <a:gd name="connsiteX426" fmla="*/ 419824 w 1219313"/>
                <a:gd name="connsiteY426" fmla="*/ 565322 h 640117"/>
                <a:gd name="connsiteX427" fmla="*/ 414522 w 1219313"/>
                <a:gd name="connsiteY427" fmla="*/ 565508 h 640117"/>
                <a:gd name="connsiteX428" fmla="*/ 411633 w 1219313"/>
                <a:gd name="connsiteY428" fmla="*/ 565426 h 640117"/>
                <a:gd name="connsiteX429" fmla="*/ 409406 w 1219313"/>
                <a:gd name="connsiteY429" fmla="*/ 565322 h 640117"/>
                <a:gd name="connsiteX430" fmla="*/ 409406 w 1219313"/>
                <a:gd name="connsiteY430" fmla="*/ 568298 h 640117"/>
                <a:gd name="connsiteX431" fmla="*/ 407316 w 1219313"/>
                <a:gd name="connsiteY431" fmla="*/ 568356 h 640117"/>
                <a:gd name="connsiteX432" fmla="*/ 404616 w 1219313"/>
                <a:gd name="connsiteY432" fmla="*/ 568484 h 640117"/>
                <a:gd name="connsiteX433" fmla="*/ 401921 w 1219313"/>
                <a:gd name="connsiteY433" fmla="*/ 568589 h 640117"/>
                <a:gd name="connsiteX434" fmla="*/ 399732 w 1219313"/>
                <a:gd name="connsiteY434" fmla="*/ 569042 h 640117"/>
                <a:gd name="connsiteX435" fmla="*/ 399383 w 1219313"/>
                <a:gd name="connsiteY435" fmla="*/ 570554 h 640117"/>
                <a:gd name="connsiteX436" fmla="*/ 398988 w 1219313"/>
                <a:gd name="connsiteY436" fmla="*/ 572019 h 640117"/>
                <a:gd name="connsiteX437" fmla="*/ 393732 w 1219313"/>
                <a:gd name="connsiteY437" fmla="*/ 572205 h 640117"/>
                <a:gd name="connsiteX438" fmla="*/ 390823 w 1219313"/>
                <a:gd name="connsiteY438" fmla="*/ 572124 h 640117"/>
                <a:gd name="connsiteX439" fmla="*/ 388570 w 1219313"/>
                <a:gd name="connsiteY439" fmla="*/ 572019 h 640117"/>
                <a:gd name="connsiteX440" fmla="*/ 388570 w 1219313"/>
                <a:gd name="connsiteY440" fmla="*/ 574996 h 640117"/>
                <a:gd name="connsiteX441" fmla="*/ 378152 w 1219313"/>
                <a:gd name="connsiteY441" fmla="*/ 575740 h 640117"/>
                <a:gd name="connsiteX442" fmla="*/ 378152 w 1219313"/>
                <a:gd name="connsiteY442" fmla="*/ 578716 h 640117"/>
                <a:gd name="connsiteX443" fmla="*/ 366990 w 1219313"/>
                <a:gd name="connsiteY443" fmla="*/ 579460 h 640117"/>
                <a:gd name="connsiteX444" fmla="*/ 366990 w 1219313"/>
                <a:gd name="connsiteY444" fmla="*/ 582437 h 640117"/>
                <a:gd name="connsiteX445" fmla="*/ 365063 w 1219313"/>
                <a:gd name="connsiteY445" fmla="*/ 582521 h 640117"/>
                <a:gd name="connsiteX446" fmla="*/ 362572 w 1219313"/>
                <a:gd name="connsiteY446" fmla="*/ 582669 h 640117"/>
                <a:gd name="connsiteX447" fmla="*/ 360086 w 1219313"/>
                <a:gd name="connsiteY447" fmla="*/ 582800 h 640117"/>
                <a:gd name="connsiteX448" fmla="*/ 358060 w 1219313"/>
                <a:gd name="connsiteY448" fmla="*/ 583181 h 640117"/>
                <a:gd name="connsiteX449" fmla="*/ 357316 w 1219313"/>
                <a:gd name="connsiteY449" fmla="*/ 585413 h 640117"/>
                <a:gd name="connsiteX450" fmla="*/ 351689 w 1219313"/>
                <a:gd name="connsiteY450" fmla="*/ 585925 h 640117"/>
                <a:gd name="connsiteX451" fmla="*/ 350085 w 1219313"/>
                <a:gd name="connsiteY451" fmla="*/ 586002 h 640117"/>
                <a:gd name="connsiteX452" fmla="*/ 346154 w 1219313"/>
                <a:gd name="connsiteY452" fmla="*/ 586158 h 640117"/>
                <a:gd name="connsiteX453" fmla="*/ 346154 w 1219313"/>
                <a:gd name="connsiteY453" fmla="*/ 589134 h 640117"/>
                <a:gd name="connsiteX454" fmla="*/ 334992 w 1219313"/>
                <a:gd name="connsiteY454" fmla="*/ 589878 h 640117"/>
                <a:gd name="connsiteX455" fmla="*/ 334992 w 1219313"/>
                <a:gd name="connsiteY455" fmla="*/ 592111 h 640117"/>
                <a:gd name="connsiteX456" fmla="*/ 324574 w 1219313"/>
                <a:gd name="connsiteY456" fmla="*/ 592855 h 640117"/>
                <a:gd name="connsiteX457" fmla="*/ 324574 w 1219313"/>
                <a:gd name="connsiteY457" fmla="*/ 595831 h 640117"/>
                <a:gd name="connsiteX458" fmla="*/ 322158 w 1219313"/>
                <a:gd name="connsiteY458" fmla="*/ 595890 h 640117"/>
                <a:gd name="connsiteX459" fmla="*/ 319039 w 1219313"/>
                <a:gd name="connsiteY459" fmla="*/ 596017 h 640117"/>
                <a:gd name="connsiteX460" fmla="*/ 317445 w 1219313"/>
                <a:gd name="connsiteY460" fmla="*/ 596049 h 640117"/>
                <a:gd name="connsiteX461" fmla="*/ 313412 w 1219313"/>
                <a:gd name="connsiteY461" fmla="*/ 596576 h 640117"/>
                <a:gd name="connsiteX462" fmla="*/ 312668 w 1219313"/>
                <a:gd name="connsiteY462" fmla="*/ 599552 h 640117"/>
                <a:gd name="connsiteX463" fmla="*/ 309040 w 1219313"/>
                <a:gd name="connsiteY463" fmla="*/ 599692 h 640117"/>
                <a:gd name="connsiteX464" fmla="*/ 302994 w 1219313"/>
                <a:gd name="connsiteY464" fmla="*/ 600296 h 640117"/>
                <a:gd name="connsiteX465" fmla="*/ 302994 w 1219313"/>
                <a:gd name="connsiteY465" fmla="*/ 602529 h 640117"/>
                <a:gd name="connsiteX466" fmla="*/ 300578 w 1219313"/>
                <a:gd name="connsiteY466" fmla="*/ 602587 h 640117"/>
                <a:gd name="connsiteX467" fmla="*/ 297459 w 1219313"/>
                <a:gd name="connsiteY467" fmla="*/ 602715 h 640117"/>
                <a:gd name="connsiteX468" fmla="*/ 295865 w 1219313"/>
                <a:gd name="connsiteY468" fmla="*/ 602747 h 640117"/>
                <a:gd name="connsiteX469" fmla="*/ 291832 w 1219313"/>
                <a:gd name="connsiteY469" fmla="*/ 603273 h 640117"/>
                <a:gd name="connsiteX470" fmla="*/ 291483 w 1219313"/>
                <a:gd name="connsiteY470" fmla="*/ 604784 h 640117"/>
                <a:gd name="connsiteX471" fmla="*/ 291088 w 1219313"/>
                <a:gd name="connsiteY471" fmla="*/ 606249 h 640117"/>
                <a:gd name="connsiteX472" fmla="*/ 285088 w 1219313"/>
                <a:gd name="connsiteY472" fmla="*/ 606435 h 640117"/>
                <a:gd name="connsiteX473" fmla="*/ 283377 w 1219313"/>
                <a:gd name="connsiteY473" fmla="*/ 606395 h 640117"/>
                <a:gd name="connsiteX474" fmla="*/ 279181 w 1219313"/>
                <a:gd name="connsiteY474" fmla="*/ 606249 h 640117"/>
                <a:gd name="connsiteX475" fmla="*/ 279181 w 1219313"/>
                <a:gd name="connsiteY475" fmla="*/ 609226 h 640117"/>
                <a:gd name="connsiteX476" fmla="*/ 276929 w 1219313"/>
                <a:gd name="connsiteY476" fmla="*/ 609284 h 640117"/>
                <a:gd name="connsiteX477" fmla="*/ 274019 w 1219313"/>
                <a:gd name="connsiteY477" fmla="*/ 609412 h 640117"/>
                <a:gd name="connsiteX478" fmla="*/ 271115 w 1219313"/>
                <a:gd name="connsiteY478" fmla="*/ 609517 h 640117"/>
                <a:gd name="connsiteX479" fmla="*/ 268763 w 1219313"/>
                <a:gd name="connsiteY479" fmla="*/ 609970 h 640117"/>
                <a:gd name="connsiteX480" fmla="*/ 268412 w 1219313"/>
                <a:gd name="connsiteY480" fmla="*/ 611467 h 640117"/>
                <a:gd name="connsiteX481" fmla="*/ 268019 w 1219313"/>
                <a:gd name="connsiteY481" fmla="*/ 612947 h 640117"/>
                <a:gd name="connsiteX482" fmla="*/ 262438 w 1219313"/>
                <a:gd name="connsiteY482" fmla="*/ 613365 h 640117"/>
                <a:gd name="connsiteX483" fmla="*/ 256857 w 1219313"/>
                <a:gd name="connsiteY483" fmla="*/ 613691 h 640117"/>
                <a:gd name="connsiteX484" fmla="*/ 256113 w 1219313"/>
                <a:gd name="connsiteY484" fmla="*/ 615923 h 640117"/>
                <a:gd name="connsiteX485" fmla="*/ 251834 w 1219313"/>
                <a:gd name="connsiteY485" fmla="*/ 616435 h 640117"/>
                <a:gd name="connsiteX486" fmla="*/ 249474 w 1219313"/>
                <a:gd name="connsiteY486" fmla="*/ 616583 h 640117"/>
                <a:gd name="connsiteX487" fmla="*/ 243463 w 1219313"/>
                <a:gd name="connsiteY487" fmla="*/ 616667 h 640117"/>
                <a:gd name="connsiteX488" fmla="*/ 243463 w 1219313"/>
                <a:gd name="connsiteY488" fmla="*/ 619644 h 640117"/>
                <a:gd name="connsiteX489" fmla="*/ 231556 w 1219313"/>
                <a:gd name="connsiteY489" fmla="*/ 620388 h 640117"/>
                <a:gd name="connsiteX490" fmla="*/ 231556 w 1219313"/>
                <a:gd name="connsiteY490" fmla="*/ 623365 h 640117"/>
                <a:gd name="connsiteX491" fmla="*/ 228978 w 1219313"/>
                <a:gd name="connsiteY491" fmla="*/ 623449 h 640117"/>
                <a:gd name="connsiteX492" fmla="*/ 225650 w 1219313"/>
                <a:gd name="connsiteY492" fmla="*/ 623597 h 640117"/>
                <a:gd name="connsiteX493" fmla="*/ 223948 w 1219313"/>
                <a:gd name="connsiteY493" fmla="*/ 623648 h 640117"/>
                <a:gd name="connsiteX494" fmla="*/ 219650 w 1219313"/>
                <a:gd name="connsiteY494" fmla="*/ 624109 h 640117"/>
                <a:gd name="connsiteX495" fmla="*/ 218906 w 1219313"/>
                <a:gd name="connsiteY495" fmla="*/ 626341 h 640117"/>
                <a:gd name="connsiteX496" fmla="*/ 213371 w 1219313"/>
                <a:gd name="connsiteY496" fmla="*/ 626806 h 640117"/>
                <a:gd name="connsiteX497" fmla="*/ 206256 w 1219313"/>
                <a:gd name="connsiteY497" fmla="*/ 627829 h 640117"/>
                <a:gd name="connsiteX498" fmla="*/ 206256 w 1219313"/>
                <a:gd name="connsiteY498" fmla="*/ 630062 h 640117"/>
                <a:gd name="connsiteX499" fmla="*/ 203703 w 1219313"/>
                <a:gd name="connsiteY499" fmla="*/ 630146 h 640117"/>
                <a:gd name="connsiteX500" fmla="*/ 200395 w 1219313"/>
                <a:gd name="connsiteY500" fmla="*/ 630294 h 640117"/>
                <a:gd name="connsiteX501" fmla="*/ 198712 w 1219313"/>
                <a:gd name="connsiteY501" fmla="*/ 630345 h 640117"/>
                <a:gd name="connsiteX502" fmla="*/ 194349 w 1219313"/>
                <a:gd name="connsiteY502" fmla="*/ 630806 h 640117"/>
                <a:gd name="connsiteX503" fmla="*/ 192861 w 1219313"/>
                <a:gd name="connsiteY503" fmla="*/ 633038 h 640117"/>
                <a:gd name="connsiteX504" fmla="*/ 185725 w 1219313"/>
                <a:gd name="connsiteY504" fmla="*/ 633365 h 640117"/>
                <a:gd name="connsiteX505" fmla="*/ 181699 w 1219313"/>
                <a:gd name="connsiteY505" fmla="*/ 633783 h 640117"/>
                <a:gd name="connsiteX506" fmla="*/ 180987 w 1219313"/>
                <a:gd name="connsiteY506" fmla="*/ 635273 h 640117"/>
                <a:gd name="connsiteX507" fmla="*/ 180211 w 1219313"/>
                <a:gd name="connsiteY507" fmla="*/ 636759 h 640117"/>
                <a:gd name="connsiteX508" fmla="*/ 177161 w 1219313"/>
                <a:gd name="connsiteY508" fmla="*/ 637108 h 640117"/>
                <a:gd name="connsiteX509" fmla="*/ 175355 w 1219313"/>
                <a:gd name="connsiteY509" fmla="*/ 637140 h 640117"/>
                <a:gd name="connsiteX510" fmla="*/ 173467 w 1219313"/>
                <a:gd name="connsiteY510" fmla="*/ 637131 h 640117"/>
                <a:gd name="connsiteX511" fmla="*/ 166816 w 1219313"/>
                <a:gd name="connsiteY511" fmla="*/ 637503 h 640117"/>
                <a:gd name="connsiteX512" fmla="*/ 166497 w 1219313"/>
                <a:gd name="connsiteY512" fmla="*/ 638989 h 640117"/>
                <a:gd name="connsiteX513" fmla="*/ 166072 w 1219313"/>
                <a:gd name="connsiteY513" fmla="*/ 640480 h 640117"/>
                <a:gd name="connsiteX514" fmla="*/ 162281 w 1219313"/>
                <a:gd name="connsiteY514" fmla="*/ 640875 h 640117"/>
                <a:gd name="connsiteX515" fmla="*/ 159959 w 1219313"/>
                <a:gd name="connsiteY515" fmla="*/ 640887 h 640117"/>
                <a:gd name="connsiteX516" fmla="*/ 157514 w 1219313"/>
                <a:gd name="connsiteY516" fmla="*/ 640852 h 640117"/>
                <a:gd name="connsiteX517" fmla="*/ 155070 w 1219313"/>
                <a:gd name="connsiteY517" fmla="*/ 640887 h 640117"/>
                <a:gd name="connsiteX518" fmla="*/ 152747 w 1219313"/>
                <a:gd name="connsiteY518" fmla="*/ 640875 h 640117"/>
                <a:gd name="connsiteX519" fmla="*/ 150600 w 1219313"/>
                <a:gd name="connsiteY519" fmla="*/ 640865 h 640117"/>
                <a:gd name="connsiteX520" fmla="*/ 148957 w 1219313"/>
                <a:gd name="connsiteY520" fmla="*/ 640480 h 640117"/>
                <a:gd name="connsiteX521" fmla="*/ 148213 w 1219313"/>
                <a:gd name="connsiteY521" fmla="*/ 637503 h 640117"/>
                <a:gd name="connsiteX522" fmla="*/ 145236 w 1219313"/>
                <a:gd name="connsiteY522" fmla="*/ 636015 h 640117"/>
                <a:gd name="connsiteX523" fmla="*/ 138539 w 1219313"/>
                <a:gd name="connsiteY523" fmla="*/ 626341 h 640117"/>
                <a:gd name="connsiteX524" fmla="*/ 136306 w 1219313"/>
                <a:gd name="connsiteY524" fmla="*/ 625597 h 640117"/>
                <a:gd name="connsiteX525" fmla="*/ 135934 w 1219313"/>
                <a:gd name="connsiteY525" fmla="*/ 624062 h 640117"/>
                <a:gd name="connsiteX526" fmla="*/ 135562 w 1219313"/>
                <a:gd name="connsiteY526" fmla="*/ 622620 h 640117"/>
                <a:gd name="connsiteX527" fmla="*/ 133330 w 1219313"/>
                <a:gd name="connsiteY527" fmla="*/ 622620 h 640117"/>
                <a:gd name="connsiteX528" fmla="*/ 131841 w 1219313"/>
                <a:gd name="connsiteY528" fmla="*/ 619644 h 640117"/>
                <a:gd name="connsiteX529" fmla="*/ 130353 w 1219313"/>
                <a:gd name="connsiteY529" fmla="*/ 618900 h 640117"/>
                <a:gd name="connsiteX530" fmla="*/ 130353 w 1219313"/>
                <a:gd name="connsiteY530" fmla="*/ 615923 h 640117"/>
                <a:gd name="connsiteX531" fmla="*/ 128121 w 1219313"/>
                <a:gd name="connsiteY531" fmla="*/ 615923 h 640117"/>
                <a:gd name="connsiteX532" fmla="*/ 126632 w 1219313"/>
                <a:gd name="connsiteY532" fmla="*/ 612947 h 640117"/>
                <a:gd name="connsiteX533" fmla="*/ 125144 w 1219313"/>
                <a:gd name="connsiteY533" fmla="*/ 612203 h 640117"/>
                <a:gd name="connsiteX534" fmla="*/ 123656 w 1219313"/>
                <a:gd name="connsiteY534" fmla="*/ 609226 h 640117"/>
                <a:gd name="connsiteX535" fmla="*/ 122168 w 1219313"/>
                <a:gd name="connsiteY535" fmla="*/ 608482 h 640117"/>
                <a:gd name="connsiteX536" fmla="*/ 121423 w 1219313"/>
                <a:gd name="connsiteY536" fmla="*/ 606249 h 640117"/>
                <a:gd name="connsiteX537" fmla="*/ 119191 w 1219313"/>
                <a:gd name="connsiteY537" fmla="*/ 604017 h 640117"/>
                <a:gd name="connsiteX538" fmla="*/ 116215 w 1219313"/>
                <a:gd name="connsiteY538" fmla="*/ 599552 h 640117"/>
                <a:gd name="connsiteX539" fmla="*/ 113982 w 1219313"/>
                <a:gd name="connsiteY539" fmla="*/ 598064 h 640117"/>
                <a:gd name="connsiteX540" fmla="*/ 113238 w 1219313"/>
                <a:gd name="connsiteY540" fmla="*/ 595831 h 640117"/>
                <a:gd name="connsiteX541" fmla="*/ 112075 w 1219313"/>
                <a:gd name="connsiteY541" fmla="*/ 594669 h 640117"/>
                <a:gd name="connsiteX542" fmla="*/ 111006 w 1219313"/>
                <a:gd name="connsiteY542" fmla="*/ 592111 h 640117"/>
                <a:gd name="connsiteX543" fmla="*/ 108773 w 1219313"/>
                <a:gd name="connsiteY543" fmla="*/ 591367 h 640117"/>
                <a:gd name="connsiteX544" fmla="*/ 108029 w 1219313"/>
                <a:gd name="connsiteY544" fmla="*/ 589134 h 640117"/>
                <a:gd name="connsiteX545" fmla="*/ 105797 w 1219313"/>
                <a:gd name="connsiteY545" fmla="*/ 587646 h 640117"/>
                <a:gd name="connsiteX546" fmla="*/ 102820 w 1219313"/>
                <a:gd name="connsiteY546" fmla="*/ 581693 h 640117"/>
                <a:gd name="connsiteX547" fmla="*/ 100588 w 1219313"/>
                <a:gd name="connsiteY547" fmla="*/ 580949 h 640117"/>
                <a:gd name="connsiteX548" fmla="*/ 99099 w 1219313"/>
                <a:gd name="connsiteY548" fmla="*/ 577972 h 640117"/>
                <a:gd name="connsiteX549" fmla="*/ 97611 w 1219313"/>
                <a:gd name="connsiteY549" fmla="*/ 577228 h 640117"/>
                <a:gd name="connsiteX550" fmla="*/ 94634 w 1219313"/>
                <a:gd name="connsiteY550" fmla="*/ 571042 h 640117"/>
                <a:gd name="connsiteX551" fmla="*/ 91658 w 1219313"/>
                <a:gd name="connsiteY551" fmla="*/ 569042 h 640117"/>
                <a:gd name="connsiteX552" fmla="*/ 90914 w 1219313"/>
                <a:gd name="connsiteY552" fmla="*/ 565322 h 640117"/>
                <a:gd name="connsiteX553" fmla="*/ 89425 w 1219313"/>
                <a:gd name="connsiteY553" fmla="*/ 564578 h 640117"/>
                <a:gd name="connsiteX554" fmla="*/ 89100 w 1219313"/>
                <a:gd name="connsiteY554" fmla="*/ 563136 h 640117"/>
                <a:gd name="connsiteX555" fmla="*/ 86449 w 1219313"/>
                <a:gd name="connsiteY555" fmla="*/ 560113 h 640117"/>
                <a:gd name="connsiteX556" fmla="*/ 85705 w 1219313"/>
                <a:gd name="connsiteY556" fmla="*/ 557880 h 640117"/>
                <a:gd name="connsiteX557" fmla="*/ 84542 w 1219313"/>
                <a:gd name="connsiteY557" fmla="*/ 556718 h 640117"/>
                <a:gd name="connsiteX558" fmla="*/ 83472 w 1219313"/>
                <a:gd name="connsiteY558" fmla="*/ 554160 h 640117"/>
                <a:gd name="connsiteX559" fmla="*/ 81240 w 1219313"/>
                <a:gd name="connsiteY559" fmla="*/ 553415 h 640117"/>
                <a:gd name="connsiteX560" fmla="*/ 79752 w 1219313"/>
                <a:gd name="connsiteY560" fmla="*/ 549695 h 640117"/>
                <a:gd name="connsiteX561" fmla="*/ 78263 w 1219313"/>
                <a:gd name="connsiteY561" fmla="*/ 548951 h 640117"/>
                <a:gd name="connsiteX562" fmla="*/ 77519 w 1219313"/>
                <a:gd name="connsiteY562" fmla="*/ 545230 h 640117"/>
                <a:gd name="connsiteX563" fmla="*/ 76031 w 1219313"/>
                <a:gd name="connsiteY563" fmla="*/ 544486 h 640117"/>
                <a:gd name="connsiteX564" fmla="*/ 74543 w 1219313"/>
                <a:gd name="connsiteY564" fmla="*/ 540765 h 640117"/>
                <a:gd name="connsiteX565" fmla="*/ 73054 w 1219313"/>
                <a:gd name="connsiteY565" fmla="*/ 540021 h 640117"/>
                <a:gd name="connsiteX566" fmla="*/ 71566 w 1219313"/>
                <a:gd name="connsiteY566" fmla="*/ 537044 h 640117"/>
                <a:gd name="connsiteX567" fmla="*/ 70078 w 1219313"/>
                <a:gd name="connsiteY567" fmla="*/ 536300 h 640117"/>
                <a:gd name="connsiteX568" fmla="*/ 69334 w 1219313"/>
                <a:gd name="connsiteY568" fmla="*/ 531835 h 640117"/>
                <a:gd name="connsiteX569" fmla="*/ 67101 w 1219313"/>
                <a:gd name="connsiteY569" fmla="*/ 531835 h 640117"/>
                <a:gd name="connsiteX570" fmla="*/ 67101 w 1219313"/>
                <a:gd name="connsiteY570" fmla="*/ 527371 h 640117"/>
                <a:gd name="connsiteX571" fmla="*/ 64869 w 1219313"/>
                <a:gd name="connsiteY571" fmla="*/ 527371 h 640117"/>
                <a:gd name="connsiteX572" fmla="*/ 64636 w 1219313"/>
                <a:gd name="connsiteY572" fmla="*/ 525185 h 640117"/>
                <a:gd name="connsiteX573" fmla="*/ 64125 w 1219313"/>
                <a:gd name="connsiteY573" fmla="*/ 522906 h 640117"/>
                <a:gd name="connsiteX574" fmla="*/ 61892 w 1219313"/>
                <a:gd name="connsiteY574" fmla="*/ 522162 h 640117"/>
                <a:gd name="connsiteX575" fmla="*/ 61520 w 1219313"/>
                <a:gd name="connsiteY575" fmla="*/ 520255 h 640117"/>
                <a:gd name="connsiteX576" fmla="*/ 61148 w 1219313"/>
                <a:gd name="connsiteY576" fmla="*/ 518441 h 640117"/>
                <a:gd name="connsiteX577" fmla="*/ 58916 w 1219313"/>
                <a:gd name="connsiteY577" fmla="*/ 518441 h 640117"/>
                <a:gd name="connsiteX578" fmla="*/ 59055 w 1219313"/>
                <a:gd name="connsiteY578" fmla="*/ 515883 h 640117"/>
                <a:gd name="connsiteX579" fmla="*/ 58916 w 1219313"/>
                <a:gd name="connsiteY579" fmla="*/ 513232 h 640117"/>
                <a:gd name="connsiteX580" fmla="*/ 56683 w 1219313"/>
                <a:gd name="connsiteY580" fmla="*/ 512488 h 640117"/>
                <a:gd name="connsiteX581" fmla="*/ 55195 w 1219313"/>
                <a:gd name="connsiteY581" fmla="*/ 508767 h 640117"/>
                <a:gd name="connsiteX582" fmla="*/ 53707 w 1219313"/>
                <a:gd name="connsiteY582" fmla="*/ 508023 h 640117"/>
                <a:gd name="connsiteX583" fmla="*/ 52218 w 1219313"/>
                <a:gd name="connsiteY583" fmla="*/ 503558 h 640117"/>
                <a:gd name="connsiteX584" fmla="*/ 50730 w 1219313"/>
                <a:gd name="connsiteY584" fmla="*/ 502814 h 640117"/>
                <a:gd name="connsiteX585" fmla="*/ 50405 w 1219313"/>
                <a:gd name="connsiteY585" fmla="*/ 501047 h 640117"/>
                <a:gd name="connsiteX586" fmla="*/ 48823 w 1219313"/>
                <a:gd name="connsiteY586" fmla="*/ 497977 h 640117"/>
                <a:gd name="connsiteX587" fmla="*/ 47614 w 1219313"/>
                <a:gd name="connsiteY587" fmla="*/ 494861 h 640117"/>
                <a:gd name="connsiteX588" fmla="*/ 47754 w 1219313"/>
                <a:gd name="connsiteY588" fmla="*/ 493140 h 640117"/>
                <a:gd name="connsiteX589" fmla="*/ 45521 w 1219313"/>
                <a:gd name="connsiteY589" fmla="*/ 493140 h 640117"/>
                <a:gd name="connsiteX590" fmla="*/ 44033 w 1219313"/>
                <a:gd name="connsiteY590" fmla="*/ 488675 h 640117"/>
                <a:gd name="connsiteX591" fmla="*/ 42545 w 1219313"/>
                <a:gd name="connsiteY591" fmla="*/ 487931 h 640117"/>
                <a:gd name="connsiteX592" fmla="*/ 41800 w 1219313"/>
                <a:gd name="connsiteY592" fmla="*/ 483466 h 640117"/>
                <a:gd name="connsiteX593" fmla="*/ 40312 w 1219313"/>
                <a:gd name="connsiteY593" fmla="*/ 482722 h 640117"/>
                <a:gd name="connsiteX594" fmla="*/ 38824 w 1219313"/>
                <a:gd name="connsiteY594" fmla="*/ 478257 h 640117"/>
                <a:gd name="connsiteX595" fmla="*/ 37336 w 1219313"/>
                <a:gd name="connsiteY595" fmla="*/ 477513 h 640117"/>
                <a:gd name="connsiteX596" fmla="*/ 36591 w 1219313"/>
                <a:gd name="connsiteY596" fmla="*/ 472304 h 640117"/>
                <a:gd name="connsiteX597" fmla="*/ 34359 w 1219313"/>
                <a:gd name="connsiteY597" fmla="*/ 472304 h 640117"/>
                <a:gd name="connsiteX598" fmla="*/ 34126 w 1219313"/>
                <a:gd name="connsiteY598" fmla="*/ 469793 h 640117"/>
                <a:gd name="connsiteX599" fmla="*/ 33615 w 1219313"/>
                <a:gd name="connsiteY599" fmla="*/ 467095 h 640117"/>
                <a:gd name="connsiteX600" fmla="*/ 31382 w 1219313"/>
                <a:gd name="connsiteY600" fmla="*/ 465607 h 640117"/>
                <a:gd name="connsiteX601" fmla="*/ 31382 w 1219313"/>
                <a:gd name="connsiteY601" fmla="*/ 461142 h 640117"/>
                <a:gd name="connsiteX602" fmla="*/ 29150 w 1219313"/>
                <a:gd name="connsiteY602" fmla="*/ 461142 h 640117"/>
                <a:gd name="connsiteX603" fmla="*/ 28406 w 1219313"/>
                <a:gd name="connsiteY603" fmla="*/ 455189 h 640117"/>
                <a:gd name="connsiteX604" fmla="*/ 26173 w 1219313"/>
                <a:gd name="connsiteY604" fmla="*/ 455189 h 640117"/>
                <a:gd name="connsiteX605" fmla="*/ 25941 w 1219313"/>
                <a:gd name="connsiteY605" fmla="*/ 452677 h 640117"/>
                <a:gd name="connsiteX606" fmla="*/ 25429 w 1219313"/>
                <a:gd name="connsiteY606" fmla="*/ 449980 h 640117"/>
                <a:gd name="connsiteX607" fmla="*/ 23197 w 1219313"/>
                <a:gd name="connsiteY607" fmla="*/ 448492 h 640117"/>
                <a:gd name="connsiteX608" fmla="*/ 23197 w 1219313"/>
                <a:gd name="connsiteY608" fmla="*/ 443283 h 640117"/>
                <a:gd name="connsiteX609" fmla="*/ 20965 w 1219313"/>
                <a:gd name="connsiteY609" fmla="*/ 443283 h 640117"/>
                <a:gd name="connsiteX610" fmla="*/ 20732 w 1219313"/>
                <a:gd name="connsiteY610" fmla="*/ 440725 h 640117"/>
                <a:gd name="connsiteX611" fmla="*/ 20220 w 1219313"/>
                <a:gd name="connsiteY611" fmla="*/ 438074 h 640117"/>
                <a:gd name="connsiteX612" fmla="*/ 17988 w 1219313"/>
                <a:gd name="connsiteY612" fmla="*/ 437329 h 640117"/>
                <a:gd name="connsiteX613" fmla="*/ 17546 w 1219313"/>
                <a:gd name="connsiteY613" fmla="*/ 432725 h 640117"/>
                <a:gd name="connsiteX614" fmla="*/ 17244 w 1219313"/>
                <a:gd name="connsiteY614" fmla="*/ 431376 h 640117"/>
                <a:gd name="connsiteX615" fmla="*/ 15011 w 1219313"/>
                <a:gd name="connsiteY615" fmla="*/ 430632 h 640117"/>
                <a:gd name="connsiteX616" fmla="*/ 14872 w 1219313"/>
                <a:gd name="connsiteY616" fmla="*/ 427237 h 640117"/>
                <a:gd name="connsiteX617" fmla="*/ 14933 w 1219313"/>
                <a:gd name="connsiteY617" fmla="*/ 425374 h 640117"/>
                <a:gd name="connsiteX618" fmla="*/ 15011 w 1219313"/>
                <a:gd name="connsiteY618" fmla="*/ 423935 h 640117"/>
                <a:gd name="connsiteX619" fmla="*/ 12779 w 1219313"/>
                <a:gd name="connsiteY619" fmla="*/ 423935 h 640117"/>
                <a:gd name="connsiteX620" fmla="*/ 12416 w 1219313"/>
                <a:gd name="connsiteY620" fmla="*/ 419357 h 640117"/>
                <a:gd name="connsiteX621" fmla="*/ 12035 w 1219313"/>
                <a:gd name="connsiteY621" fmla="*/ 417982 h 640117"/>
                <a:gd name="connsiteX622" fmla="*/ 9802 w 1219313"/>
                <a:gd name="connsiteY622" fmla="*/ 417238 h 640117"/>
                <a:gd name="connsiteX623" fmla="*/ 9361 w 1219313"/>
                <a:gd name="connsiteY623" fmla="*/ 412052 h 640117"/>
                <a:gd name="connsiteX624" fmla="*/ 9058 w 1219313"/>
                <a:gd name="connsiteY624" fmla="*/ 410540 h 640117"/>
                <a:gd name="connsiteX625" fmla="*/ 6826 w 1219313"/>
                <a:gd name="connsiteY625" fmla="*/ 409796 h 640117"/>
                <a:gd name="connsiteX626" fmla="*/ 6407 w 1219313"/>
                <a:gd name="connsiteY626" fmla="*/ 406448 h 640117"/>
                <a:gd name="connsiteX627" fmla="*/ 6082 w 1219313"/>
                <a:gd name="connsiteY627" fmla="*/ 403099 h 640117"/>
                <a:gd name="connsiteX628" fmla="*/ 4593 w 1219313"/>
                <a:gd name="connsiteY628" fmla="*/ 402355 h 640117"/>
                <a:gd name="connsiteX629" fmla="*/ 3524 w 1219313"/>
                <a:gd name="connsiteY629" fmla="*/ 397096 h 640117"/>
                <a:gd name="connsiteX630" fmla="*/ 3105 w 1219313"/>
                <a:gd name="connsiteY630" fmla="*/ 395658 h 640117"/>
                <a:gd name="connsiteX631" fmla="*/ 1617 w 1219313"/>
                <a:gd name="connsiteY631" fmla="*/ 395658 h 640117"/>
                <a:gd name="connsiteX632" fmla="*/ 1338 w 1219313"/>
                <a:gd name="connsiteY632" fmla="*/ 390170 h 640117"/>
                <a:gd name="connsiteX633" fmla="*/ 1224 w 1219313"/>
                <a:gd name="connsiteY633" fmla="*/ 388594 h 640117"/>
                <a:gd name="connsiteX634" fmla="*/ 1617 w 1219313"/>
                <a:gd name="connsiteY634" fmla="*/ 384496 h 640117"/>
                <a:gd name="connsiteX635" fmla="*/ 6082 w 1219313"/>
                <a:gd name="connsiteY635" fmla="*/ 383007 h 640117"/>
                <a:gd name="connsiteX636" fmla="*/ 6826 w 1219313"/>
                <a:gd name="connsiteY636" fmla="*/ 380775 h 640117"/>
                <a:gd name="connsiteX637" fmla="*/ 9802 w 1219313"/>
                <a:gd name="connsiteY637" fmla="*/ 380031 h 640117"/>
                <a:gd name="connsiteX638" fmla="*/ 10547 w 1219313"/>
                <a:gd name="connsiteY638" fmla="*/ 377798 h 640117"/>
                <a:gd name="connsiteX639" fmla="*/ 13523 w 1219313"/>
                <a:gd name="connsiteY639" fmla="*/ 376310 h 640117"/>
                <a:gd name="connsiteX640" fmla="*/ 14267 w 1219313"/>
                <a:gd name="connsiteY640" fmla="*/ 374078 h 640117"/>
                <a:gd name="connsiteX641" fmla="*/ 17244 w 1219313"/>
                <a:gd name="connsiteY641" fmla="*/ 373333 h 640117"/>
                <a:gd name="connsiteX642" fmla="*/ 17988 w 1219313"/>
                <a:gd name="connsiteY642" fmla="*/ 371101 h 640117"/>
                <a:gd name="connsiteX643" fmla="*/ 20965 w 1219313"/>
                <a:gd name="connsiteY643" fmla="*/ 369613 h 640117"/>
                <a:gd name="connsiteX644" fmla="*/ 21709 w 1219313"/>
                <a:gd name="connsiteY644" fmla="*/ 367380 h 640117"/>
                <a:gd name="connsiteX645" fmla="*/ 25429 w 1219313"/>
                <a:gd name="connsiteY645" fmla="*/ 365892 h 640117"/>
                <a:gd name="connsiteX646" fmla="*/ 26173 w 1219313"/>
                <a:gd name="connsiteY646" fmla="*/ 363660 h 640117"/>
                <a:gd name="connsiteX647" fmla="*/ 29150 w 1219313"/>
                <a:gd name="connsiteY647" fmla="*/ 363660 h 640117"/>
                <a:gd name="connsiteX648" fmla="*/ 30638 w 1219313"/>
                <a:gd name="connsiteY648" fmla="*/ 359939 h 640117"/>
                <a:gd name="connsiteX649" fmla="*/ 32871 w 1219313"/>
                <a:gd name="connsiteY649" fmla="*/ 359195 h 640117"/>
                <a:gd name="connsiteX650" fmla="*/ 33615 w 1219313"/>
                <a:gd name="connsiteY650" fmla="*/ 356962 h 640117"/>
                <a:gd name="connsiteX651" fmla="*/ 35057 w 1219313"/>
                <a:gd name="connsiteY651" fmla="*/ 356637 h 640117"/>
                <a:gd name="connsiteX652" fmla="*/ 36591 w 1219313"/>
                <a:gd name="connsiteY652" fmla="*/ 356218 h 640117"/>
                <a:gd name="connsiteX653" fmla="*/ 38080 w 1219313"/>
                <a:gd name="connsiteY653" fmla="*/ 353242 h 640117"/>
                <a:gd name="connsiteX654" fmla="*/ 40312 w 1219313"/>
                <a:gd name="connsiteY654" fmla="*/ 352497 h 640117"/>
                <a:gd name="connsiteX655" fmla="*/ 41800 w 1219313"/>
                <a:gd name="connsiteY655" fmla="*/ 350963 h 640117"/>
                <a:gd name="connsiteX656" fmla="*/ 45521 w 1219313"/>
                <a:gd name="connsiteY656" fmla="*/ 349521 h 640117"/>
                <a:gd name="connsiteX657" fmla="*/ 45521 w 1219313"/>
                <a:gd name="connsiteY657" fmla="*/ 346544 h 640117"/>
                <a:gd name="connsiteX658" fmla="*/ 48498 w 1219313"/>
                <a:gd name="connsiteY658" fmla="*/ 345800 h 640117"/>
                <a:gd name="connsiteX659" fmla="*/ 49195 w 1219313"/>
                <a:gd name="connsiteY659" fmla="*/ 344265 h 640117"/>
                <a:gd name="connsiteX660" fmla="*/ 49986 w 1219313"/>
                <a:gd name="connsiteY660" fmla="*/ 342824 h 640117"/>
                <a:gd name="connsiteX661" fmla="*/ 53707 w 1219313"/>
                <a:gd name="connsiteY661" fmla="*/ 342824 h 640117"/>
                <a:gd name="connsiteX662" fmla="*/ 53707 w 1219313"/>
                <a:gd name="connsiteY662" fmla="*/ 339847 h 640117"/>
                <a:gd name="connsiteX663" fmla="*/ 56683 w 1219313"/>
                <a:gd name="connsiteY663" fmla="*/ 339103 h 640117"/>
                <a:gd name="connsiteX664" fmla="*/ 57427 w 1219313"/>
                <a:gd name="connsiteY664" fmla="*/ 337615 h 640117"/>
                <a:gd name="connsiteX665" fmla="*/ 58172 w 1219313"/>
                <a:gd name="connsiteY665" fmla="*/ 336126 h 640117"/>
                <a:gd name="connsiteX666" fmla="*/ 61148 w 1219313"/>
                <a:gd name="connsiteY666" fmla="*/ 335382 h 640117"/>
                <a:gd name="connsiteX667" fmla="*/ 61892 w 1219313"/>
                <a:gd name="connsiteY667" fmla="*/ 333150 h 640117"/>
                <a:gd name="connsiteX668" fmla="*/ 63753 w 1219313"/>
                <a:gd name="connsiteY668" fmla="*/ 332824 h 640117"/>
                <a:gd name="connsiteX669" fmla="*/ 65613 w 1219313"/>
                <a:gd name="connsiteY669" fmla="*/ 332406 h 640117"/>
                <a:gd name="connsiteX670" fmla="*/ 66357 w 1219313"/>
                <a:gd name="connsiteY670" fmla="*/ 329429 h 640117"/>
                <a:gd name="connsiteX671" fmla="*/ 69334 w 1219313"/>
                <a:gd name="connsiteY671" fmla="*/ 328685 h 640117"/>
                <a:gd name="connsiteX672" fmla="*/ 70078 w 1219313"/>
                <a:gd name="connsiteY672" fmla="*/ 326453 h 640117"/>
                <a:gd name="connsiteX673" fmla="*/ 71985 w 1219313"/>
                <a:gd name="connsiteY673" fmla="*/ 326127 h 640117"/>
                <a:gd name="connsiteX674" fmla="*/ 73798 w 1219313"/>
                <a:gd name="connsiteY674" fmla="*/ 325708 h 640117"/>
                <a:gd name="connsiteX675" fmla="*/ 73798 w 1219313"/>
                <a:gd name="connsiteY675" fmla="*/ 322732 h 640117"/>
                <a:gd name="connsiteX676" fmla="*/ 75938 w 1219313"/>
                <a:gd name="connsiteY676" fmla="*/ 322546 h 640117"/>
                <a:gd name="connsiteX677" fmla="*/ 78263 w 1219313"/>
                <a:gd name="connsiteY677" fmla="*/ 321988 h 640117"/>
                <a:gd name="connsiteX678" fmla="*/ 79752 w 1219313"/>
                <a:gd name="connsiteY678" fmla="*/ 319011 h 640117"/>
                <a:gd name="connsiteX679" fmla="*/ 82728 w 1219313"/>
                <a:gd name="connsiteY679" fmla="*/ 318267 h 640117"/>
                <a:gd name="connsiteX680" fmla="*/ 83472 w 1219313"/>
                <a:gd name="connsiteY680" fmla="*/ 316035 h 640117"/>
                <a:gd name="connsiteX681" fmla="*/ 84961 w 1219313"/>
                <a:gd name="connsiteY681" fmla="*/ 315709 h 640117"/>
                <a:gd name="connsiteX682" fmla="*/ 86449 w 1219313"/>
                <a:gd name="connsiteY682" fmla="*/ 315290 h 640117"/>
                <a:gd name="connsiteX683" fmla="*/ 86728 w 1219313"/>
                <a:gd name="connsiteY683" fmla="*/ 313756 h 640117"/>
                <a:gd name="connsiteX684" fmla="*/ 87193 w 1219313"/>
                <a:gd name="connsiteY684" fmla="*/ 312314 h 640117"/>
                <a:gd name="connsiteX685" fmla="*/ 91658 w 1219313"/>
                <a:gd name="connsiteY685" fmla="*/ 312314 h 640117"/>
                <a:gd name="connsiteX686" fmla="*/ 92402 w 1219313"/>
                <a:gd name="connsiteY686" fmla="*/ 309337 h 640117"/>
                <a:gd name="connsiteX687" fmla="*/ 95379 w 1219313"/>
                <a:gd name="connsiteY687" fmla="*/ 307849 h 640117"/>
                <a:gd name="connsiteX688" fmla="*/ 96123 w 1219313"/>
                <a:gd name="connsiteY688" fmla="*/ 305617 h 640117"/>
                <a:gd name="connsiteX689" fmla="*/ 97937 w 1219313"/>
                <a:gd name="connsiteY689" fmla="*/ 305291 h 640117"/>
                <a:gd name="connsiteX690" fmla="*/ 99843 w 1219313"/>
                <a:gd name="connsiteY690" fmla="*/ 304872 h 640117"/>
                <a:gd name="connsiteX691" fmla="*/ 101332 w 1219313"/>
                <a:gd name="connsiteY691" fmla="*/ 301896 h 640117"/>
                <a:gd name="connsiteX692" fmla="*/ 104308 w 1219313"/>
                <a:gd name="connsiteY692" fmla="*/ 301152 h 640117"/>
                <a:gd name="connsiteX693" fmla="*/ 105052 w 1219313"/>
                <a:gd name="connsiteY693" fmla="*/ 298919 h 640117"/>
                <a:gd name="connsiteX694" fmla="*/ 109517 w 1219313"/>
                <a:gd name="connsiteY694" fmla="*/ 298175 h 640117"/>
                <a:gd name="connsiteX695" fmla="*/ 109517 w 1219313"/>
                <a:gd name="connsiteY695" fmla="*/ 295199 h 640117"/>
                <a:gd name="connsiteX696" fmla="*/ 111703 w 1219313"/>
                <a:gd name="connsiteY696" fmla="*/ 295385 h 640117"/>
                <a:gd name="connsiteX697" fmla="*/ 113982 w 1219313"/>
                <a:gd name="connsiteY697" fmla="*/ 295199 h 640117"/>
                <a:gd name="connsiteX698" fmla="*/ 114726 w 1219313"/>
                <a:gd name="connsiteY698" fmla="*/ 292222 h 640117"/>
                <a:gd name="connsiteX699" fmla="*/ 118447 w 1219313"/>
                <a:gd name="connsiteY699" fmla="*/ 290734 h 640117"/>
                <a:gd name="connsiteX700" fmla="*/ 118447 w 1219313"/>
                <a:gd name="connsiteY700" fmla="*/ 288501 h 640117"/>
                <a:gd name="connsiteX701" fmla="*/ 122912 w 1219313"/>
                <a:gd name="connsiteY701" fmla="*/ 287013 h 640117"/>
                <a:gd name="connsiteX702" fmla="*/ 122912 w 1219313"/>
                <a:gd name="connsiteY702" fmla="*/ 284781 h 640117"/>
                <a:gd name="connsiteX703" fmla="*/ 128121 w 1219313"/>
                <a:gd name="connsiteY703" fmla="*/ 284781 h 640117"/>
                <a:gd name="connsiteX704" fmla="*/ 128121 w 1219313"/>
                <a:gd name="connsiteY704" fmla="*/ 281804 h 640117"/>
                <a:gd name="connsiteX705" fmla="*/ 132586 w 1219313"/>
                <a:gd name="connsiteY705" fmla="*/ 280316 h 640117"/>
                <a:gd name="connsiteX706" fmla="*/ 133330 w 1219313"/>
                <a:gd name="connsiteY706" fmla="*/ 278083 h 640117"/>
                <a:gd name="connsiteX707" fmla="*/ 137050 w 1219313"/>
                <a:gd name="connsiteY707" fmla="*/ 276595 h 640117"/>
                <a:gd name="connsiteX708" fmla="*/ 137795 w 1219313"/>
                <a:gd name="connsiteY708" fmla="*/ 275107 h 640117"/>
                <a:gd name="connsiteX709" fmla="*/ 139655 w 1219313"/>
                <a:gd name="connsiteY709" fmla="*/ 274409 h 640117"/>
                <a:gd name="connsiteX710" fmla="*/ 141515 w 1219313"/>
                <a:gd name="connsiteY710" fmla="*/ 273619 h 640117"/>
                <a:gd name="connsiteX711" fmla="*/ 142259 w 1219313"/>
                <a:gd name="connsiteY711" fmla="*/ 271386 h 640117"/>
                <a:gd name="connsiteX712" fmla="*/ 144492 w 1219313"/>
                <a:gd name="connsiteY712" fmla="*/ 271061 h 640117"/>
                <a:gd name="connsiteX713" fmla="*/ 146724 w 1219313"/>
                <a:gd name="connsiteY713" fmla="*/ 270642 h 640117"/>
                <a:gd name="connsiteX714" fmla="*/ 147096 w 1219313"/>
                <a:gd name="connsiteY714" fmla="*/ 269107 h 640117"/>
                <a:gd name="connsiteX715" fmla="*/ 147468 w 1219313"/>
                <a:gd name="connsiteY715" fmla="*/ 267665 h 640117"/>
                <a:gd name="connsiteX716" fmla="*/ 151933 w 1219313"/>
                <a:gd name="connsiteY716" fmla="*/ 267665 h 640117"/>
                <a:gd name="connsiteX717" fmla="*/ 151933 w 1219313"/>
                <a:gd name="connsiteY717" fmla="*/ 264689 h 640117"/>
                <a:gd name="connsiteX718" fmla="*/ 157142 w 1219313"/>
                <a:gd name="connsiteY718" fmla="*/ 263945 h 640117"/>
                <a:gd name="connsiteX719" fmla="*/ 157142 w 1219313"/>
                <a:gd name="connsiteY719" fmla="*/ 260968 h 640117"/>
                <a:gd name="connsiteX720" fmla="*/ 160863 w 1219313"/>
                <a:gd name="connsiteY720" fmla="*/ 260224 h 640117"/>
                <a:gd name="connsiteX721" fmla="*/ 161607 w 1219313"/>
                <a:gd name="connsiteY721" fmla="*/ 257992 h 640117"/>
                <a:gd name="connsiteX722" fmla="*/ 166072 w 1219313"/>
                <a:gd name="connsiteY722" fmla="*/ 256503 h 640117"/>
                <a:gd name="connsiteX723" fmla="*/ 166816 w 1219313"/>
                <a:gd name="connsiteY723" fmla="*/ 254271 h 640117"/>
                <a:gd name="connsiteX724" fmla="*/ 169002 w 1219313"/>
                <a:gd name="connsiteY724" fmla="*/ 253945 h 640117"/>
                <a:gd name="connsiteX725" fmla="*/ 171281 w 1219313"/>
                <a:gd name="connsiteY725" fmla="*/ 253527 h 640117"/>
                <a:gd name="connsiteX726" fmla="*/ 172769 w 1219313"/>
                <a:gd name="connsiteY726" fmla="*/ 250550 h 640117"/>
                <a:gd name="connsiteX727" fmla="*/ 176490 w 1219313"/>
                <a:gd name="connsiteY727" fmla="*/ 250550 h 640117"/>
                <a:gd name="connsiteX728" fmla="*/ 176769 w 1219313"/>
                <a:gd name="connsiteY728" fmla="*/ 249108 h 640117"/>
                <a:gd name="connsiteX729" fmla="*/ 177234 w 1219313"/>
                <a:gd name="connsiteY729" fmla="*/ 247574 h 640117"/>
                <a:gd name="connsiteX730" fmla="*/ 182443 w 1219313"/>
                <a:gd name="connsiteY730" fmla="*/ 246830 h 640117"/>
                <a:gd name="connsiteX731" fmla="*/ 182443 w 1219313"/>
                <a:gd name="connsiteY731" fmla="*/ 243853 h 640117"/>
                <a:gd name="connsiteX732" fmla="*/ 186908 w 1219313"/>
                <a:gd name="connsiteY732" fmla="*/ 242365 h 640117"/>
                <a:gd name="connsiteX733" fmla="*/ 186908 w 1219313"/>
                <a:gd name="connsiteY733" fmla="*/ 240876 h 640117"/>
                <a:gd name="connsiteX734" fmla="*/ 189466 w 1219313"/>
                <a:gd name="connsiteY734" fmla="*/ 240179 h 640117"/>
                <a:gd name="connsiteX735" fmla="*/ 192117 w 1219313"/>
                <a:gd name="connsiteY735" fmla="*/ 239388 h 640117"/>
                <a:gd name="connsiteX736" fmla="*/ 192861 w 1219313"/>
                <a:gd name="connsiteY736" fmla="*/ 237156 h 640117"/>
                <a:gd name="connsiteX737" fmla="*/ 195047 w 1219313"/>
                <a:gd name="connsiteY737" fmla="*/ 236830 h 640117"/>
                <a:gd name="connsiteX738" fmla="*/ 197326 w 1219313"/>
                <a:gd name="connsiteY738" fmla="*/ 236412 h 640117"/>
                <a:gd name="connsiteX739" fmla="*/ 198814 w 1219313"/>
                <a:gd name="connsiteY739" fmla="*/ 233435 h 640117"/>
                <a:gd name="connsiteX740" fmla="*/ 201791 w 1219313"/>
                <a:gd name="connsiteY740" fmla="*/ 232691 h 640117"/>
                <a:gd name="connsiteX741" fmla="*/ 202535 w 1219313"/>
                <a:gd name="connsiteY741" fmla="*/ 230458 h 640117"/>
                <a:gd name="connsiteX742" fmla="*/ 204767 w 1219313"/>
                <a:gd name="connsiteY742" fmla="*/ 230133 h 640117"/>
                <a:gd name="connsiteX743" fmla="*/ 207000 w 1219313"/>
                <a:gd name="connsiteY743" fmla="*/ 229714 h 640117"/>
                <a:gd name="connsiteX744" fmla="*/ 207325 w 1219313"/>
                <a:gd name="connsiteY744" fmla="*/ 228226 h 640117"/>
                <a:gd name="connsiteX745" fmla="*/ 207744 w 1219313"/>
                <a:gd name="connsiteY745" fmla="*/ 226738 h 640117"/>
                <a:gd name="connsiteX746" fmla="*/ 212953 w 1219313"/>
                <a:gd name="connsiteY746" fmla="*/ 225994 h 640117"/>
                <a:gd name="connsiteX747" fmla="*/ 213697 w 1219313"/>
                <a:gd name="connsiteY747" fmla="*/ 223761 h 640117"/>
                <a:gd name="connsiteX748" fmla="*/ 218906 w 1219313"/>
                <a:gd name="connsiteY748" fmla="*/ 223017 h 640117"/>
                <a:gd name="connsiteX749" fmla="*/ 218906 w 1219313"/>
                <a:gd name="connsiteY749" fmla="*/ 220040 h 640117"/>
                <a:gd name="connsiteX750" fmla="*/ 221045 w 1219313"/>
                <a:gd name="connsiteY750" fmla="*/ 219854 h 640117"/>
                <a:gd name="connsiteX751" fmla="*/ 223371 w 1219313"/>
                <a:gd name="connsiteY751" fmla="*/ 219296 h 640117"/>
                <a:gd name="connsiteX752" fmla="*/ 224115 w 1219313"/>
                <a:gd name="connsiteY752" fmla="*/ 217808 h 640117"/>
                <a:gd name="connsiteX753" fmla="*/ 224859 w 1219313"/>
                <a:gd name="connsiteY753" fmla="*/ 216320 h 640117"/>
                <a:gd name="connsiteX754" fmla="*/ 229324 w 1219313"/>
                <a:gd name="connsiteY754" fmla="*/ 215576 h 640117"/>
                <a:gd name="connsiteX755" fmla="*/ 230068 w 1219313"/>
                <a:gd name="connsiteY755" fmla="*/ 213343 h 640117"/>
                <a:gd name="connsiteX756" fmla="*/ 232300 w 1219313"/>
                <a:gd name="connsiteY756" fmla="*/ 213018 h 640117"/>
                <a:gd name="connsiteX757" fmla="*/ 234533 w 1219313"/>
                <a:gd name="connsiteY757" fmla="*/ 212599 h 640117"/>
                <a:gd name="connsiteX758" fmla="*/ 234812 w 1219313"/>
                <a:gd name="connsiteY758" fmla="*/ 211111 h 640117"/>
                <a:gd name="connsiteX759" fmla="*/ 235277 w 1219313"/>
                <a:gd name="connsiteY759" fmla="*/ 209622 h 640117"/>
                <a:gd name="connsiteX760" fmla="*/ 239881 w 1219313"/>
                <a:gd name="connsiteY760" fmla="*/ 209155 h 640117"/>
                <a:gd name="connsiteX761" fmla="*/ 241230 w 1219313"/>
                <a:gd name="connsiteY761" fmla="*/ 208878 h 640117"/>
                <a:gd name="connsiteX762" fmla="*/ 241974 w 1219313"/>
                <a:gd name="connsiteY762" fmla="*/ 206646 h 640117"/>
                <a:gd name="connsiteX763" fmla="*/ 247183 w 1219313"/>
                <a:gd name="connsiteY763" fmla="*/ 205902 h 640117"/>
                <a:gd name="connsiteX764" fmla="*/ 247183 w 1219313"/>
                <a:gd name="connsiteY764" fmla="*/ 202925 h 640117"/>
                <a:gd name="connsiteX765" fmla="*/ 252392 w 1219313"/>
                <a:gd name="connsiteY765" fmla="*/ 201437 h 640117"/>
                <a:gd name="connsiteX766" fmla="*/ 254625 w 1219313"/>
                <a:gd name="connsiteY766" fmla="*/ 199205 h 640117"/>
                <a:gd name="connsiteX767" fmla="*/ 256578 w 1219313"/>
                <a:gd name="connsiteY767" fmla="*/ 198832 h 640117"/>
                <a:gd name="connsiteX768" fmla="*/ 258345 w 1219313"/>
                <a:gd name="connsiteY768" fmla="*/ 198460 h 640117"/>
                <a:gd name="connsiteX769" fmla="*/ 259090 w 1219313"/>
                <a:gd name="connsiteY769" fmla="*/ 196228 h 640117"/>
                <a:gd name="connsiteX770" fmla="*/ 261322 w 1219313"/>
                <a:gd name="connsiteY770" fmla="*/ 195902 h 640117"/>
                <a:gd name="connsiteX771" fmla="*/ 263554 w 1219313"/>
                <a:gd name="connsiteY771" fmla="*/ 195484 h 640117"/>
                <a:gd name="connsiteX772" fmla="*/ 263833 w 1219313"/>
                <a:gd name="connsiteY772" fmla="*/ 193949 h 640117"/>
                <a:gd name="connsiteX773" fmla="*/ 264299 w 1219313"/>
                <a:gd name="connsiteY773" fmla="*/ 192507 h 640117"/>
                <a:gd name="connsiteX774" fmla="*/ 270252 w 1219313"/>
                <a:gd name="connsiteY774" fmla="*/ 192507 h 640117"/>
                <a:gd name="connsiteX775" fmla="*/ 270252 w 1219313"/>
                <a:gd name="connsiteY775" fmla="*/ 189531 h 640117"/>
                <a:gd name="connsiteX776" fmla="*/ 272810 w 1219313"/>
                <a:gd name="connsiteY776" fmla="*/ 189345 h 640117"/>
                <a:gd name="connsiteX777" fmla="*/ 275461 w 1219313"/>
                <a:gd name="connsiteY777" fmla="*/ 188787 h 640117"/>
                <a:gd name="connsiteX778" fmla="*/ 275833 w 1219313"/>
                <a:gd name="connsiteY778" fmla="*/ 187298 h 640117"/>
                <a:gd name="connsiteX779" fmla="*/ 276205 w 1219313"/>
                <a:gd name="connsiteY779" fmla="*/ 185810 h 640117"/>
                <a:gd name="connsiteX780" fmla="*/ 281414 w 1219313"/>
                <a:gd name="connsiteY780" fmla="*/ 185066 h 640117"/>
                <a:gd name="connsiteX781" fmla="*/ 282158 w 1219313"/>
                <a:gd name="connsiteY781" fmla="*/ 182833 h 640117"/>
                <a:gd name="connsiteX782" fmla="*/ 287367 w 1219313"/>
                <a:gd name="connsiteY782" fmla="*/ 181345 h 640117"/>
                <a:gd name="connsiteX783" fmla="*/ 288111 w 1219313"/>
                <a:gd name="connsiteY783" fmla="*/ 179113 h 640117"/>
                <a:gd name="connsiteX784" fmla="*/ 290669 w 1219313"/>
                <a:gd name="connsiteY784" fmla="*/ 178787 h 640117"/>
                <a:gd name="connsiteX785" fmla="*/ 293320 w 1219313"/>
                <a:gd name="connsiteY785" fmla="*/ 178369 h 640117"/>
                <a:gd name="connsiteX786" fmla="*/ 294064 w 1219313"/>
                <a:gd name="connsiteY786" fmla="*/ 176880 h 640117"/>
                <a:gd name="connsiteX787" fmla="*/ 294808 w 1219313"/>
                <a:gd name="connsiteY787" fmla="*/ 175392 h 640117"/>
                <a:gd name="connsiteX788" fmla="*/ 300017 w 1219313"/>
                <a:gd name="connsiteY788" fmla="*/ 174648 h 640117"/>
                <a:gd name="connsiteX789" fmla="*/ 300761 w 1219313"/>
                <a:gd name="connsiteY789" fmla="*/ 172415 h 640117"/>
                <a:gd name="connsiteX790" fmla="*/ 303784 w 1219313"/>
                <a:gd name="connsiteY790" fmla="*/ 171904 h 640117"/>
                <a:gd name="connsiteX791" fmla="*/ 306715 w 1219313"/>
                <a:gd name="connsiteY791" fmla="*/ 171671 h 640117"/>
                <a:gd name="connsiteX792" fmla="*/ 306715 w 1219313"/>
                <a:gd name="connsiteY792" fmla="*/ 168695 h 640117"/>
                <a:gd name="connsiteX793" fmla="*/ 311293 w 1219313"/>
                <a:gd name="connsiteY793" fmla="*/ 168331 h 640117"/>
                <a:gd name="connsiteX794" fmla="*/ 312668 w 1219313"/>
                <a:gd name="connsiteY794" fmla="*/ 167951 h 640117"/>
                <a:gd name="connsiteX795" fmla="*/ 313412 w 1219313"/>
                <a:gd name="connsiteY795" fmla="*/ 165718 h 640117"/>
                <a:gd name="connsiteX796" fmla="*/ 316016 w 1219313"/>
                <a:gd name="connsiteY796" fmla="*/ 165393 h 640117"/>
                <a:gd name="connsiteX797" fmla="*/ 318621 w 1219313"/>
                <a:gd name="connsiteY797" fmla="*/ 164974 h 640117"/>
                <a:gd name="connsiteX798" fmla="*/ 318920 w 1219313"/>
                <a:gd name="connsiteY798" fmla="*/ 163495 h 640117"/>
                <a:gd name="connsiteX799" fmla="*/ 319365 w 1219313"/>
                <a:gd name="connsiteY799" fmla="*/ 161998 h 640117"/>
                <a:gd name="connsiteX800" fmla="*/ 323132 w 1219313"/>
                <a:gd name="connsiteY800" fmla="*/ 161439 h 640117"/>
                <a:gd name="connsiteX801" fmla="*/ 325205 w 1219313"/>
                <a:gd name="connsiteY801" fmla="*/ 161312 h 640117"/>
                <a:gd name="connsiteX802" fmla="*/ 326806 w 1219313"/>
                <a:gd name="connsiteY802" fmla="*/ 161253 h 640117"/>
                <a:gd name="connsiteX803" fmla="*/ 326806 w 1219313"/>
                <a:gd name="connsiteY803" fmla="*/ 158277 h 640117"/>
                <a:gd name="connsiteX804" fmla="*/ 329364 w 1219313"/>
                <a:gd name="connsiteY804" fmla="*/ 158044 h 640117"/>
                <a:gd name="connsiteX805" fmla="*/ 332015 w 1219313"/>
                <a:gd name="connsiteY805" fmla="*/ 157533 h 640117"/>
                <a:gd name="connsiteX806" fmla="*/ 332759 w 1219313"/>
                <a:gd name="connsiteY806" fmla="*/ 155300 h 640117"/>
                <a:gd name="connsiteX807" fmla="*/ 335364 w 1219313"/>
                <a:gd name="connsiteY807" fmla="*/ 154975 h 640117"/>
                <a:gd name="connsiteX808" fmla="*/ 337968 w 1219313"/>
                <a:gd name="connsiteY808" fmla="*/ 154556 h 640117"/>
                <a:gd name="connsiteX809" fmla="*/ 338294 w 1219313"/>
                <a:gd name="connsiteY809" fmla="*/ 153068 h 640117"/>
                <a:gd name="connsiteX810" fmla="*/ 338713 w 1219313"/>
                <a:gd name="connsiteY810" fmla="*/ 151580 h 640117"/>
                <a:gd name="connsiteX811" fmla="*/ 343317 w 1219313"/>
                <a:gd name="connsiteY811" fmla="*/ 151112 h 640117"/>
                <a:gd name="connsiteX812" fmla="*/ 344666 w 1219313"/>
                <a:gd name="connsiteY812" fmla="*/ 150835 h 640117"/>
                <a:gd name="connsiteX813" fmla="*/ 345410 w 1219313"/>
                <a:gd name="connsiteY813" fmla="*/ 148603 h 640117"/>
                <a:gd name="connsiteX814" fmla="*/ 348386 w 1219313"/>
                <a:gd name="connsiteY814" fmla="*/ 148277 h 640117"/>
                <a:gd name="connsiteX815" fmla="*/ 351363 w 1219313"/>
                <a:gd name="connsiteY815" fmla="*/ 147859 h 640117"/>
                <a:gd name="connsiteX816" fmla="*/ 351735 w 1219313"/>
                <a:gd name="connsiteY816" fmla="*/ 146371 h 640117"/>
                <a:gd name="connsiteX817" fmla="*/ 352107 w 1219313"/>
                <a:gd name="connsiteY817" fmla="*/ 144882 h 640117"/>
                <a:gd name="connsiteX818" fmla="*/ 356682 w 1219313"/>
                <a:gd name="connsiteY818" fmla="*/ 144397 h 640117"/>
                <a:gd name="connsiteX819" fmla="*/ 358060 w 1219313"/>
                <a:gd name="connsiteY819" fmla="*/ 144138 h 640117"/>
                <a:gd name="connsiteX820" fmla="*/ 359549 w 1219313"/>
                <a:gd name="connsiteY820" fmla="*/ 141162 h 640117"/>
                <a:gd name="connsiteX821" fmla="*/ 364757 w 1219313"/>
                <a:gd name="connsiteY821" fmla="*/ 141162 h 640117"/>
                <a:gd name="connsiteX822" fmla="*/ 365449 w 1219313"/>
                <a:gd name="connsiteY822" fmla="*/ 139708 h 640117"/>
                <a:gd name="connsiteX823" fmla="*/ 366246 w 1219313"/>
                <a:gd name="connsiteY823" fmla="*/ 138185 h 640117"/>
                <a:gd name="connsiteX824" fmla="*/ 369687 w 1219313"/>
                <a:gd name="connsiteY824" fmla="*/ 137627 h 640117"/>
                <a:gd name="connsiteX825" fmla="*/ 371530 w 1219313"/>
                <a:gd name="connsiteY825" fmla="*/ 137499 h 640117"/>
                <a:gd name="connsiteX826" fmla="*/ 372943 w 1219313"/>
                <a:gd name="connsiteY826" fmla="*/ 137441 h 640117"/>
                <a:gd name="connsiteX827" fmla="*/ 372943 w 1219313"/>
                <a:gd name="connsiteY827" fmla="*/ 134464 h 640117"/>
                <a:gd name="connsiteX828" fmla="*/ 374382 w 1219313"/>
                <a:gd name="connsiteY828" fmla="*/ 134380 h 640117"/>
                <a:gd name="connsiteX829" fmla="*/ 376245 w 1219313"/>
                <a:gd name="connsiteY829" fmla="*/ 134232 h 640117"/>
                <a:gd name="connsiteX830" fmla="*/ 378103 w 1219313"/>
                <a:gd name="connsiteY830" fmla="*/ 134101 h 640117"/>
                <a:gd name="connsiteX831" fmla="*/ 379640 w 1219313"/>
                <a:gd name="connsiteY831" fmla="*/ 133720 h 640117"/>
                <a:gd name="connsiteX832" fmla="*/ 380384 w 1219313"/>
                <a:gd name="connsiteY832" fmla="*/ 131488 h 640117"/>
                <a:gd name="connsiteX833" fmla="*/ 385643 w 1219313"/>
                <a:gd name="connsiteY833" fmla="*/ 130465 h 640117"/>
                <a:gd name="connsiteX834" fmla="*/ 387082 w 1219313"/>
                <a:gd name="connsiteY834" fmla="*/ 129999 h 640117"/>
                <a:gd name="connsiteX835" fmla="*/ 387082 w 1219313"/>
                <a:gd name="connsiteY835" fmla="*/ 127767 h 640117"/>
                <a:gd name="connsiteX836" fmla="*/ 388494 w 1219313"/>
                <a:gd name="connsiteY836" fmla="*/ 127709 h 640117"/>
                <a:gd name="connsiteX837" fmla="*/ 390337 w 1219313"/>
                <a:gd name="connsiteY837" fmla="*/ 127581 h 640117"/>
                <a:gd name="connsiteX838" fmla="*/ 392169 w 1219313"/>
                <a:gd name="connsiteY838" fmla="*/ 127476 h 640117"/>
                <a:gd name="connsiteX839" fmla="*/ 393779 w 1219313"/>
                <a:gd name="connsiteY839" fmla="*/ 127023 h 640117"/>
                <a:gd name="connsiteX840" fmla="*/ 395267 w 1219313"/>
                <a:gd name="connsiteY840" fmla="*/ 124046 h 640117"/>
                <a:gd name="connsiteX841" fmla="*/ 400476 w 1219313"/>
                <a:gd name="connsiteY841" fmla="*/ 124046 h 640117"/>
                <a:gd name="connsiteX842" fmla="*/ 401145 w 1219313"/>
                <a:gd name="connsiteY842" fmla="*/ 122593 h 640117"/>
                <a:gd name="connsiteX843" fmla="*/ 401965 w 1219313"/>
                <a:gd name="connsiteY843" fmla="*/ 121070 h 640117"/>
                <a:gd name="connsiteX844" fmla="*/ 405778 w 1219313"/>
                <a:gd name="connsiteY844" fmla="*/ 120512 h 640117"/>
                <a:gd name="connsiteX845" fmla="*/ 407830 w 1219313"/>
                <a:gd name="connsiteY845" fmla="*/ 120384 h 640117"/>
                <a:gd name="connsiteX846" fmla="*/ 409406 w 1219313"/>
                <a:gd name="connsiteY846" fmla="*/ 120326 h 640117"/>
                <a:gd name="connsiteX847" fmla="*/ 409406 w 1219313"/>
                <a:gd name="connsiteY847" fmla="*/ 117349 h 640117"/>
                <a:gd name="connsiteX848" fmla="*/ 410845 w 1219313"/>
                <a:gd name="connsiteY848" fmla="*/ 117265 h 640117"/>
                <a:gd name="connsiteX849" fmla="*/ 412708 w 1219313"/>
                <a:gd name="connsiteY849" fmla="*/ 117117 h 640117"/>
                <a:gd name="connsiteX850" fmla="*/ 414565 w 1219313"/>
                <a:gd name="connsiteY850" fmla="*/ 116986 h 640117"/>
                <a:gd name="connsiteX851" fmla="*/ 416103 w 1219313"/>
                <a:gd name="connsiteY851" fmla="*/ 116605 h 640117"/>
                <a:gd name="connsiteX852" fmla="*/ 416847 w 1219313"/>
                <a:gd name="connsiteY852" fmla="*/ 114373 h 640117"/>
                <a:gd name="connsiteX853" fmla="*/ 420615 w 1219313"/>
                <a:gd name="connsiteY853" fmla="*/ 113861 h 640117"/>
                <a:gd name="connsiteX854" fmla="*/ 422687 w 1219313"/>
                <a:gd name="connsiteY854" fmla="*/ 113713 h 640117"/>
                <a:gd name="connsiteX855" fmla="*/ 424289 w 1219313"/>
                <a:gd name="connsiteY855" fmla="*/ 113628 h 640117"/>
                <a:gd name="connsiteX856" fmla="*/ 424289 w 1219313"/>
                <a:gd name="connsiteY856" fmla="*/ 110652 h 640117"/>
                <a:gd name="connsiteX857" fmla="*/ 425701 w 1219313"/>
                <a:gd name="connsiteY857" fmla="*/ 110594 h 640117"/>
                <a:gd name="connsiteX858" fmla="*/ 427544 w 1219313"/>
                <a:gd name="connsiteY858" fmla="*/ 110466 h 640117"/>
                <a:gd name="connsiteX859" fmla="*/ 429376 w 1219313"/>
                <a:gd name="connsiteY859" fmla="*/ 110361 h 640117"/>
                <a:gd name="connsiteX860" fmla="*/ 430986 w 1219313"/>
                <a:gd name="connsiteY860" fmla="*/ 109908 h 640117"/>
                <a:gd name="connsiteX861" fmla="*/ 431707 w 1219313"/>
                <a:gd name="connsiteY861" fmla="*/ 108396 h 640117"/>
                <a:gd name="connsiteX862" fmla="*/ 432474 w 1219313"/>
                <a:gd name="connsiteY862" fmla="*/ 106931 h 640117"/>
                <a:gd name="connsiteX863" fmla="*/ 436288 w 1219313"/>
                <a:gd name="connsiteY863" fmla="*/ 106745 h 640117"/>
                <a:gd name="connsiteX864" fmla="*/ 438340 w 1219313"/>
                <a:gd name="connsiteY864" fmla="*/ 106826 h 640117"/>
                <a:gd name="connsiteX865" fmla="*/ 439916 w 1219313"/>
                <a:gd name="connsiteY865" fmla="*/ 106931 h 640117"/>
                <a:gd name="connsiteX866" fmla="*/ 439916 w 1219313"/>
                <a:gd name="connsiteY866" fmla="*/ 103955 h 640117"/>
                <a:gd name="connsiteX867" fmla="*/ 441517 w 1219313"/>
                <a:gd name="connsiteY867" fmla="*/ 103896 h 640117"/>
                <a:gd name="connsiteX868" fmla="*/ 443590 w 1219313"/>
                <a:gd name="connsiteY868" fmla="*/ 103769 h 640117"/>
                <a:gd name="connsiteX869" fmla="*/ 445657 w 1219313"/>
                <a:gd name="connsiteY869" fmla="*/ 103664 h 640117"/>
                <a:gd name="connsiteX870" fmla="*/ 447357 w 1219313"/>
                <a:gd name="connsiteY870" fmla="*/ 103210 h 640117"/>
                <a:gd name="connsiteX871" fmla="*/ 447706 w 1219313"/>
                <a:gd name="connsiteY871" fmla="*/ 101699 h 640117"/>
                <a:gd name="connsiteX872" fmla="*/ 448101 w 1219313"/>
                <a:gd name="connsiteY872" fmla="*/ 100234 h 640117"/>
                <a:gd name="connsiteX873" fmla="*/ 452241 w 1219313"/>
                <a:gd name="connsiteY873" fmla="*/ 100048 h 640117"/>
                <a:gd name="connsiteX874" fmla="*/ 454522 w 1219313"/>
                <a:gd name="connsiteY874" fmla="*/ 100129 h 640117"/>
                <a:gd name="connsiteX875" fmla="*/ 456287 w 1219313"/>
                <a:gd name="connsiteY875" fmla="*/ 100234 h 640117"/>
                <a:gd name="connsiteX876" fmla="*/ 456287 w 1219313"/>
                <a:gd name="connsiteY876" fmla="*/ 97257 h 640117"/>
                <a:gd name="connsiteX877" fmla="*/ 457888 w 1219313"/>
                <a:gd name="connsiteY877" fmla="*/ 97199 h 640117"/>
                <a:gd name="connsiteX878" fmla="*/ 459961 w 1219313"/>
                <a:gd name="connsiteY878" fmla="*/ 97071 h 640117"/>
                <a:gd name="connsiteX879" fmla="*/ 462028 w 1219313"/>
                <a:gd name="connsiteY879" fmla="*/ 96967 h 640117"/>
                <a:gd name="connsiteX880" fmla="*/ 463728 w 1219313"/>
                <a:gd name="connsiteY880" fmla="*/ 96513 h 640117"/>
                <a:gd name="connsiteX881" fmla="*/ 464472 w 1219313"/>
                <a:gd name="connsiteY881" fmla="*/ 93537 h 640117"/>
                <a:gd name="connsiteX882" fmla="*/ 468193 w 1219313"/>
                <a:gd name="connsiteY882" fmla="*/ 93118 h 640117"/>
                <a:gd name="connsiteX883" fmla="*/ 471914 w 1219313"/>
                <a:gd name="connsiteY883" fmla="*/ 92792 h 640117"/>
                <a:gd name="connsiteX884" fmla="*/ 472658 w 1219313"/>
                <a:gd name="connsiteY884" fmla="*/ 90560 h 640117"/>
                <a:gd name="connsiteX885" fmla="*/ 476332 w 1219313"/>
                <a:gd name="connsiteY885" fmla="*/ 90048 h 640117"/>
                <a:gd name="connsiteX886" fmla="*/ 478352 w 1219313"/>
                <a:gd name="connsiteY886" fmla="*/ 89900 h 640117"/>
                <a:gd name="connsiteX887" fmla="*/ 481588 w 1219313"/>
                <a:gd name="connsiteY887" fmla="*/ 89816 h 640117"/>
                <a:gd name="connsiteX888" fmla="*/ 481588 w 1219313"/>
                <a:gd name="connsiteY888" fmla="*/ 86839 h 640117"/>
                <a:gd name="connsiteX889" fmla="*/ 490517 w 1219313"/>
                <a:gd name="connsiteY889" fmla="*/ 86095 h 640117"/>
                <a:gd name="connsiteX890" fmla="*/ 490517 w 1219313"/>
                <a:gd name="connsiteY890" fmla="*/ 83119 h 640117"/>
                <a:gd name="connsiteX891" fmla="*/ 492282 w 1219313"/>
                <a:gd name="connsiteY891" fmla="*/ 83034 h 640117"/>
                <a:gd name="connsiteX892" fmla="*/ 494564 w 1219313"/>
                <a:gd name="connsiteY892" fmla="*/ 82886 h 640117"/>
                <a:gd name="connsiteX893" fmla="*/ 496840 w 1219313"/>
                <a:gd name="connsiteY893" fmla="*/ 82755 h 640117"/>
                <a:gd name="connsiteX894" fmla="*/ 498703 w 1219313"/>
                <a:gd name="connsiteY894" fmla="*/ 82374 h 640117"/>
                <a:gd name="connsiteX895" fmla="*/ 499447 w 1219313"/>
                <a:gd name="connsiteY895" fmla="*/ 80142 h 640117"/>
                <a:gd name="connsiteX896" fmla="*/ 505795 w 1219313"/>
                <a:gd name="connsiteY896" fmla="*/ 79773 h 640117"/>
                <a:gd name="connsiteX897" fmla="*/ 507632 w 1219313"/>
                <a:gd name="connsiteY897" fmla="*/ 79398 h 640117"/>
                <a:gd name="connsiteX898" fmla="*/ 507955 w 1219313"/>
                <a:gd name="connsiteY898" fmla="*/ 77918 h 640117"/>
                <a:gd name="connsiteX899" fmla="*/ 508377 w 1219313"/>
                <a:gd name="connsiteY899" fmla="*/ 76421 h 640117"/>
                <a:gd name="connsiteX900" fmla="*/ 513260 w 1219313"/>
                <a:gd name="connsiteY900" fmla="*/ 75863 h 640117"/>
                <a:gd name="connsiteX901" fmla="*/ 515960 w 1219313"/>
                <a:gd name="connsiteY901" fmla="*/ 75735 h 640117"/>
                <a:gd name="connsiteX902" fmla="*/ 518050 w 1219313"/>
                <a:gd name="connsiteY902" fmla="*/ 75677 h 640117"/>
                <a:gd name="connsiteX903" fmla="*/ 518050 w 1219313"/>
                <a:gd name="connsiteY903" fmla="*/ 73445 h 640117"/>
                <a:gd name="connsiteX904" fmla="*/ 519789 w 1219313"/>
                <a:gd name="connsiteY904" fmla="*/ 73387 h 640117"/>
                <a:gd name="connsiteX905" fmla="*/ 522050 w 1219313"/>
                <a:gd name="connsiteY905" fmla="*/ 73259 h 640117"/>
                <a:gd name="connsiteX906" fmla="*/ 524300 w 1219313"/>
                <a:gd name="connsiteY906" fmla="*/ 73154 h 640117"/>
                <a:gd name="connsiteX907" fmla="*/ 526236 w 1219313"/>
                <a:gd name="connsiteY907" fmla="*/ 72701 h 640117"/>
                <a:gd name="connsiteX908" fmla="*/ 526963 w 1219313"/>
                <a:gd name="connsiteY908" fmla="*/ 71201 h 640117"/>
                <a:gd name="connsiteX909" fmla="*/ 527724 w 1219313"/>
                <a:gd name="connsiteY909" fmla="*/ 69724 h 640117"/>
                <a:gd name="connsiteX910" fmla="*/ 534608 w 1219313"/>
                <a:gd name="connsiteY910" fmla="*/ 69329 h 640117"/>
                <a:gd name="connsiteX911" fmla="*/ 536654 w 1219313"/>
                <a:gd name="connsiteY911" fmla="*/ 68980 h 640117"/>
                <a:gd name="connsiteX912" fmla="*/ 537395 w 1219313"/>
                <a:gd name="connsiteY912" fmla="*/ 67495 h 640117"/>
                <a:gd name="connsiteX913" fmla="*/ 538142 w 1219313"/>
                <a:gd name="connsiteY913" fmla="*/ 66003 h 640117"/>
                <a:gd name="connsiteX914" fmla="*/ 542654 w 1219313"/>
                <a:gd name="connsiteY914" fmla="*/ 65585 h 640117"/>
                <a:gd name="connsiteX915" fmla="*/ 547072 w 1219313"/>
                <a:gd name="connsiteY915" fmla="*/ 65259 h 640117"/>
                <a:gd name="connsiteX916" fmla="*/ 547816 w 1219313"/>
                <a:gd name="connsiteY916" fmla="*/ 63027 h 640117"/>
                <a:gd name="connsiteX917" fmla="*/ 554673 w 1219313"/>
                <a:gd name="connsiteY917" fmla="*/ 62658 h 640117"/>
                <a:gd name="connsiteX918" fmla="*/ 556746 w 1219313"/>
                <a:gd name="connsiteY918" fmla="*/ 62283 h 640117"/>
                <a:gd name="connsiteX919" fmla="*/ 557443 w 1219313"/>
                <a:gd name="connsiteY919" fmla="*/ 60768 h 640117"/>
                <a:gd name="connsiteX920" fmla="*/ 558234 w 1219313"/>
                <a:gd name="connsiteY920" fmla="*/ 59306 h 640117"/>
                <a:gd name="connsiteX921" fmla="*/ 563490 w 1219313"/>
                <a:gd name="connsiteY921" fmla="*/ 59306 h 640117"/>
                <a:gd name="connsiteX922" fmla="*/ 568652 w 1219313"/>
                <a:gd name="connsiteY922" fmla="*/ 59306 h 640117"/>
                <a:gd name="connsiteX923" fmla="*/ 569396 w 1219313"/>
                <a:gd name="connsiteY923" fmla="*/ 56330 h 640117"/>
                <a:gd name="connsiteX924" fmla="*/ 574652 w 1219313"/>
                <a:gd name="connsiteY924" fmla="*/ 55771 h 640117"/>
                <a:gd name="connsiteX925" fmla="*/ 577561 w 1219313"/>
                <a:gd name="connsiteY925" fmla="*/ 55644 h 640117"/>
                <a:gd name="connsiteX926" fmla="*/ 579814 w 1219313"/>
                <a:gd name="connsiteY926" fmla="*/ 55585 h 640117"/>
                <a:gd name="connsiteX927" fmla="*/ 579814 w 1219313"/>
                <a:gd name="connsiteY927" fmla="*/ 52609 h 640117"/>
                <a:gd name="connsiteX928" fmla="*/ 582392 w 1219313"/>
                <a:gd name="connsiteY928" fmla="*/ 52551 h 640117"/>
                <a:gd name="connsiteX929" fmla="*/ 585721 w 1219313"/>
                <a:gd name="connsiteY929" fmla="*/ 52423 h 640117"/>
                <a:gd name="connsiteX930" fmla="*/ 587423 w 1219313"/>
                <a:gd name="connsiteY930" fmla="*/ 52391 h 640117"/>
                <a:gd name="connsiteX931" fmla="*/ 591720 w 1219313"/>
                <a:gd name="connsiteY931" fmla="*/ 51865 h 640117"/>
                <a:gd name="connsiteX932" fmla="*/ 592465 w 1219313"/>
                <a:gd name="connsiteY932" fmla="*/ 48888 h 640117"/>
                <a:gd name="connsiteX933" fmla="*/ 597255 w 1219313"/>
                <a:gd name="connsiteY933" fmla="*/ 48749 h 640117"/>
                <a:gd name="connsiteX934" fmla="*/ 603627 w 1219313"/>
                <a:gd name="connsiteY934" fmla="*/ 48144 h 640117"/>
                <a:gd name="connsiteX935" fmla="*/ 604371 w 1219313"/>
                <a:gd name="connsiteY935" fmla="*/ 45912 h 640117"/>
                <a:gd name="connsiteX936" fmla="*/ 612391 w 1219313"/>
                <a:gd name="connsiteY936" fmla="*/ 45542 h 640117"/>
                <a:gd name="connsiteX937" fmla="*/ 614789 w 1219313"/>
                <a:gd name="connsiteY937" fmla="*/ 45167 h 640117"/>
                <a:gd name="connsiteX938" fmla="*/ 615486 w 1219313"/>
                <a:gd name="connsiteY938" fmla="*/ 43679 h 640117"/>
                <a:gd name="connsiteX939" fmla="*/ 616277 w 1219313"/>
                <a:gd name="connsiteY939" fmla="*/ 42191 h 640117"/>
                <a:gd name="connsiteX940" fmla="*/ 622277 w 1219313"/>
                <a:gd name="connsiteY940" fmla="*/ 41772 h 640117"/>
                <a:gd name="connsiteX941" fmla="*/ 628183 w 1219313"/>
                <a:gd name="connsiteY941" fmla="*/ 41447 h 640117"/>
                <a:gd name="connsiteX942" fmla="*/ 628927 w 1219313"/>
                <a:gd name="connsiteY942" fmla="*/ 39214 h 640117"/>
                <a:gd name="connsiteX943" fmla="*/ 637052 w 1219313"/>
                <a:gd name="connsiteY943" fmla="*/ 38887 h 640117"/>
                <a:gd name="connsiteX944" fmla="*/ 641578 w 1219313"/>
                <a:gd name="connsiteY944" fmla="*/ 38470 h 640117"/>
                <a:gd name="connsiteX945" fmla="*/ 641941 w 1219313"/>
                <a:gd name="connsiteY945" fmla="*/ 36980 h 640117"/>
                <a:gd name="connsiteX946" fmla="*/ 642322 w 1219313"/>
                <a:gd name="connsiteY946" fmla="*/ 35494 h 640117"/>
                <a:gd name="connsiteX947" fmla="*/ 650861 w 1219313"/>
                <a:gd name="connsiteY947" fmla="*/ 35130 h 640117"/>
                <a:gd name="connsiteX948" fmla="*/ 652667 w 1219313"/>
                <a:gd name="connsiteY948" fmla="*/ 35098 h 640117"/>
                <a:gd name="connsiteX949" fmla="*/ 654330 w 1219313"/>
                <a:gd name="connsiteY949" fmla="*/ 35108 h 640117"/>
                <a:gd name="connsiteX950" fmla="*/ 655716 w 1219313"/>
                <a:gd name="connsiteY950" fmla="*/ 34749 h 640117"/>
                <a:gd name="connsiteX951" fmla="*/ 656450 w 1219313"/>
                <a:gd name="connsiteY951" fmla="*/ 33263 h 640117"/>
                <a:gd name="connsiteX952" fmla="*/ 657205 w 1219313"/>
                <a:gd name="connsiteY952" fmla="*/ 31773 h 640117"/>
                <a:gd name="connsiteX953" fmla="*/ 660417 w 1219313"/>
                <a:gd name="connsiteY953" fmla="*/ 31398 h 640117"/>
                <a:gd name="connsiteX954" fmla="*/ 662325 w 1219313"/>
                <a:gd name="connsiteY954" fmla="*/ 31356 h 640117"/>
                <a:gd name="connsiteX955" fmla="*/ 664321 w 1219313"/>
                <a:gd name="connsiteY955" fmla="*/ 31354 h 640117"/>
                <a:gd name="connsiteX956" fmla="*/ 668230 w 1219313"/>
                <a:gd name="connsiteY956" fmla="*/ 31305 h 640117"/>
                <a:gd name="connsiteX957" fmla="*/ 669985 w 1219313"/>
                <a:gd name="connsiteY957" fmla="*/ 31303 h 640117"/>
                <a:gd name="connsiteX958" fmla="*/ 671343 w 1219313"/>
                <a:gd name="connsiteY958" fmla="*/ 31029 h 640117"/>
                <a:gd name="connsiteX959" fmla="*/ 672088 w 1219313"/>
                <a:gd name="connsiteY959" fmla="*/ 28796 h 640117"/>
                <a:gd name="connsiteX960" fmla="*/ 675416 w 1219313"/>
                <a:gd name="connsiteY960" fmla="*/ 28416 h 640117"/>
                <a:gd name="connsiteX961" fmla="*/ 677443 w 1219313"/>
                <a:gd name="connsiteY961" fmla="*/ 28336 h 640117"/>
                <a:gd name="connsiteX962" fmla="*/ 679576 w 1219313"/>
                <a:gd name="connsiteY962" fmla="*/ 28285 h 640117"/>
                <a:gd name="connsiteX963" fmla="*/ 681716 w 1219313"/>
                <a:gd name="connsiteY963" fmla="*/ 28208 h 640117"/>
                <a:gd name="connsiteX964" fmla="*/ 686970 w 1219313"/>
                <a:gd name="connsiteY964" fmla="*/ 28052 h 640117"/>
                <a:gd name="connsiteX965" fmla="*/ 686970 w 1219313"/>
                <a:gd name="connsiteY965" fmla="*/ 25076 h 640117"/>
                <a:gd name="connsiteX966" fmla="*/ 688530 w 1219313"/>
                <a:gd name="connsiteY966" fmla="*/ 25043 h 640117"/>
                <a:gd name="connsiteX967" fmla="*/ 695482 w 1219313"/>
                <a:gd name="connsiteY967" fmla="*/ 24843 h 640117"/>
                <a:gd name="connsiteX968" fmla="*/ 697936 w 1219313"/>
                <a:gd name="connsiteY968" fmla="*/ 24792 h 640117"/>
                <a:gd name="connsiteX969" fmla="*/ 700269 w 1219313"/>
                <a:gd name="connsiteY969" fmla="*/ 24712 h 640117"/>
                <a:gd name="connsiteX970" fmla="*/ 702430 w 1219313"/>
                <a:gd name="connsiteY970" fmla="*/ 24653 h 640117"/>
                <a:gd name="connsiteX971" fmla="*/ 704086 w 1219313"/>
                <a:gd name="connsiteY971" fmla="*/ 24332 h 640117"/>
                <a:gd name="connsiteX972" fmla="*/ 704830 w 1219313"/>
                <a:gd name="connsiteY972" fmla="*/ 22099 h 640117"/>
                <a:gd name="connsiteX973" fmla="*/ 708646 w 1219313"/>
                <a:gd name="connsiteY973" fmla="*/ 21718 h 640117"/>
                <a:gd name="connsiteX974" fmla="*/ 710979 w 1219313"/>
                <a:gd name="connsiteY974" fmla="*/ 21638 h 640117"/>
                <a:gd name="connsiteX975" fmla="*/ 713434 w 1219313"/>
                <a:gd name="connsiteY975" fmla="*/ 21587 h 640117"/>
                <a:gd name="connsiteX976" fmla="*/ 715897 w 1219313"/>
                <a:gd name="connsiteY976" fmla="*/ 21510 h 640117"/>
                <a:gd name="connsiteX977" fmla="*/ 721945 w 1219313"/>
                <a:gd name="connsiteY977" fmla="*/ 21355 h 640117"/>
                <a:gd name="connsiteX978" fmla="*/ 721945 w 1219313"/>
                <a:gd name="connsiteY978" fmla="*/ 18378 h 640117"/>
                <a:gd name="connsiteX979" fmla="*/ 723629 w 1219313"/>
                <a:gd name="connsiteY979" fmla="*/ 18345 h 640117"/>
                <a:gd name="connsiteX980" fmla="*/ 731154 w 1219313"/>
                <a:gd name="connsiteY980" fmla="*/ 18146 h 640117"/>
                <a:gd name="connsiteX981" fmla="*/ 733805 w 1219313"/>
                <a:gd name="connsiteY981" fmla="*/ 18095 h 640117"/>
                <a:gd name="connsiteX982" fmla="*/ 736334 w 1219313"/>
                <a:gd name="connsiteY982" fmla="*/ 18015 h 640117"/>
                <a:gd name="connsiteX983" fmla="*/ 738672 w 1219313"/>
                <a:gd name="connsiteY983" fmla="*/ 17956 h 640117"/>
                <a:gd name="connsiteX984" fmla="*/ 740549 w 1219313"/>
                <a:gd name="connsiteY984" fmla="*/ 17634 h 640117"/>
                <a:gd name="connsiteX985" fmla="*/ 742037 w 1219313"/>
                <a:gd name="connsiteY985" fmla="*/ 15402 h 640117"/>
                <a:gd name="connsiteX986" fmla="*/ 748833 w 1219313"/>
                <a:gd name="connsiteY986" fmla="*/ 14611 h 640117"/>
                <a:gd name="connsiteX987" fmla="*/ 751022 w 1219313"/>
                <a:gd name="connsiteY987" fmla="*/ 14629 h 640117"/>
                <a:gd name="connsiteX988" fmla="*/ 753292 w 1219313"/>
                <a:gd name="connsiteY988" fmla="*/ 14658 h 640117"/>
                <a:gd name="connsiteX989" fmla="*/ 757763 w 1219313"/>
                <a:gd name="connsiteY989" fmla="*/ 14704 h 640117"/>
                <a:gd name="connsiteX990" fmla="*/ 759760 w 1219313"/>
                <a:gd name="connsiteY990" fmla="*/ 14730 h 640117"/>
                <a:gd name="connsiteX991" fmla="*/ 762873 w 1219313"/>
                <a:gd name="connsiteY991" fmla="*/ 13914 h 640117"/>
                <a:gd name="connsiteX992" fmla="*/ 763617 w 1219313"/>
                <a:gd name="connsiteY992" fmla="*/ 11681 h 640117"/>
                <a:gd name="connsiteX993" fmla="*/ 769061 w 1219313"/>
                <a:gd name="connsiteY993" fmla="*/ 11300 h 640117"/>
                <a:gd name="connsiteX994" fmla="*/ 770710 w 1219313"/>
                <a:gd name="connsiteY994" fmla="*/ 11260 h 640117"/>
                <a:gd name="connsiteX995" fmla="*/ 775942 w 1219313"/>
                <a:gd name="connsiteY995" fmla="*/ 11170 h 640117"/>
                <a:gd name="connsiteX996" fmla="*/ 779481 w 1219313"/>
                <a:gd name="connsiteY996" fmla="*/ 11092 h 640117"/>
                <a:gd name="connsiteX997" fmla="*/ 788174 w 1219313"/>
                <a:gd name="connsiteY997" fmla="*/ 10937 h 640117"/>
                <a:gd name="connsiteX998" fmla="*/ 788174 w 1219313"/>
                <a:gd name="connsiteY998" fmla="*/ 7960 h 640117"/>
                <a:gd name="connsiteX999" fmla="*/ 817195 w 1219313"/>
                <a:gd name="connsiteY999" fmla="*/ 7960 h 640117"/>
                <a:gd name="connsiteX1000" fmla="*/ 817195 w 1219313"/>
                <a:gd name="connsiteY1000" fmla="*/ 4984 h 640117"/>
                <a:gd name="connsiteX1001" fmla="*/ 818626 w 1219313"/>
                <a:gd name="connsiteY1001" fmla="*/ 4976 h 640117"/>
                <a:gd name="connsiteX1002" fmla="*/ 833328 w 1219313"/>
                <a:gd name="connsiteY1002" fmla="*/ 4829 h 640117"/>
                <a:gd name="connsiteX1003" fmla="*/ 838819 w 1219313"/>
                <a:gd name="connsiteY1003" fmla="*/ 4782 h 640117"/>
                <a:gd name="connsiteX1004" fmla="*/ 846699 w 1219313"/>
                <a:gd name="connsiteY1004" fmla="*/ 4693 h 640117"/>
                <a:gd name="connsiteX1005" fmla="*/ 849191 w 1219313"/>
                <a:gd name="connsiteY1005" fmla="*/ 4690 h 640117"/>
                <a:gd name="connsiteX1006" fmla="*/ 851493 w 1219313"/>
                <a:gd name="connsiteY1006" fmla="*/ 4646 h 640117"/>
                <a:gd name="connsiteX1007" fmla="*/ 853526 w 1219313"/>
                <a:gd name="connsiteY1007" fmla="*/ 4626 h 640117"/>
                <a:gd name="connsiteX1008" fmla="*/ 855146 w 1219313"/>
                <a:gd name="connsiteY1008" fmla="*/ 4240 h 640117"/>
                <a:gd name="connsiteX1009" fmla="*/ 855805 w 1219313"/>
                <a:gd name="connsiteY1009" fmla="*/ 2751 h 640117"/>
                <a:gd name="connsiteX1010" fmla="*/ 856634 w 1219313"/>
                <a:gd name="connsiteY1010" fmla="*/ 1263 h 64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Lst>
              <a:rect l="l" t="t" r="r" b="b"/>
              <a:pathLst>
                <a:path w="1219313" h="640117">
                  <a:moveTo>
                    <a:pt x="856634" y="1263"/>
                  </a:moveTo>
                  <a:cubicBezTo>
                    <a:pt x="857968" y="889"/>
                    <a:pt x="857968" y="889"/>
                    <a:pt x="859616" y="886"/>
                  </a:cubicBezTo>
                  <a:cubicBezTo>
                    <a:pt x="860244" y="878"/>
                    <a:pt x="860871" y="870"/>
                    <a:pt x="861517" y="862"/>
                  </a:cubicBezTo>
                  <a:cubicBezTo>
                    <a:pt x="862210" y="868"/>
                    <a:pt x="862903" y="874"/>
                    <a:pt x="863617" y="880"/>
                  </a:cubicBezTo>
                  <a:cubicBezTo>
                    <a:pt x="864350" y="875"/>
                    <a:pt x="865083" y="870"/>
                    <a:pt x="865838" y="865"/>
                  </a:cubicBezTo>
                  <a:cubicBezTo>
                    <a:pt x="868310" y="851"/>
                    <a:pt x="870782" y="859"/>
                    <a:pt x="873254" y="866"/>
                  </a:cubicBezTo>
                  <a:cubicBezTo>
                    <a:pt x="875020" y="861"/>
                    <a:pt x="876786" y="854"/>
                    <a:pt x="878552" y="847"/>
                  </a:cubicBezTo>
                  <a:cubicBezTo>
                    <a:pt x="882859" y="832"/>
                    <a:pt x="887167" y="831"/>
                    <a:pt x="891475" y="837"/>
                  </a:cubicBezTo>
                  <a:cubicBezTo>
                    <a:pt x="894974" y="841"/>
                    <a:pt x="898473" y="841"/>
                    <a:pt x="901972" y="836"/>
                  </a:cubicBezTo>
                  <a:cubicBezTo>
                    <a:pt x="902470" y="835"/>
                    <a:pt x="902967" y="835"/>
                    <a:pt x="903479" y="834"/>
                  </a:cubicBezTo>
                  <a:cubicBezTo>
                    <a:pt x="904490" y="832"/>
                    <a:pt x="905500" y="831"/>
                    <a:pt x="906510" y="830"/>
                  </a:cubicBezTo>
                  <a:cubicBezTo>
                    <a:pt x="915990" y="817"/>
                    <a:pt x="925470" y="824"/>
                    <a:pt x="934949" y="836"/>
                  </a:cubicBezTo>
                  <a:cubicBezTo>
                    <a:pt x="943632" y="847"/>
                    <a:pt x="952315" y="836"/>
                    <a:pt x="960997" y="815"/>
                  </a:cubicBezTo>
                  <a:cubicBezTo>
                    <a:pt x="969903" y="793"/>
                    <a:pt x="978809" y="785"/>
                    <a:pt x="987715" y="792"/>
                  </a:cubicBezTo>
                  <a:cubicBezTo>
                    <a:pt x="988721" y="793"/>
                    <a:pt x="989728" y="794"/>
                    <a:pt x="990734" y="794"/>
                  </a:cubicBezTo>
                  <a:cubicBezTo>
                    <a:pt x="991229" y="795"/>
                    <a:pt x="991724" y="795"/>
                    <a:pt x="992234" y="795"/>
                  </a:cubicBezTo>
                  <a:cubicBezTo>
                    <a:pt x="995732" y="797"/>
                    <a:pt x="999229" y="790"/>
                    <a:pt x="1002727" y="779"/>
                  </a:cubicBezTo>
                  <a:cubicBezTo>
                    <a:pt x="1007429" y="765"/>
                    <a:pt x="1012131" y="769"/>
                    <a:pt x="1016834" y="788"/>
                  </a:cubicBezTo>
                  <a:cubicBezTo>
                    <a:pt x="1018565" y="792"/>
                    <a:pt x="1020296" y="789"/>
                    <a:pt x="1022027" y="780"/>
                  </a:cubicBezTo>
                  <a:cubicBezTo>
                    <a:pt x="1024380" y="768"/>
                    <a:pt x="1026732" y="779"/>
                    <a:pt x="1029085" y="796"/>
                  </a:cubicBezTo>
                  <a:cubicBezTo>
                    <a:pt x="1029779" y="787"/>
                    <a:pt x="1030474" y="778"/>
                    <a:pt x="1031189" y="769"/>
                  </a:cubicBezTo>
                  <a:cubicBezTo>
                    <a:pt x="1033084" y="797"/>
                    <a:pt x="1033084" y="797"/>
                    <a:pt x="1035972" y="1263"/>
                  </a:cubicBezTo>
                  <a:cubicBezTo>
                    <a:pt x="1036681" y="3126"/>
                    <a:pt x="1036681" y="3126"/>
                    <a:pt x="1036716" y="4984"/>
                  </a:cubicBezTo>
                  <a:cubicBezTo>
                    <a:pt x="1038273" y="5514"/>
                    <a:pt x="1038273" y="5514"/>
                    <a:pt x="1040205" y="5371"/>
                  </a:cubicBezTo>
                  <a:cubicBezTo>
                    <a:pt x="1040947" y="5363"/>
                    <a:pt x="1041690" y="5356"/>
                    <a:pt x="1042455" y="5348"/>
                  </a:cubicBezTo>
                  <a:cubicBezTo>
                    <a:pt x="1043262" y="5322"/>
                    <a:pt x="1044070" y="5296"/>
                    <a:pt x="1044902" y="5269"/>
                  </a:cubicBezTo>
                  <a:cubicBezTo>
                    <a:pt x="1046137" y="5253"/>
                    <a:pt x="1046137" y="5253"/>
                    <a:pt x="1047396" y="5237"/>
                  </a:cubicBezTo>
                  <a:cubicBezTo>
                    <a:pt x="1050038" y="5201"/>
                    <a:pt x="1052679" y="5141"/>
                    <a:pt x="1055320" y="5077"/>
                  </a:cubicBezTo>
                  <a:cubicBezTo>
                    <a:pt x="1057961" y="5021"/>
                    <a:pt x="1060602" y="4970"/>
                    <a:pt x="1063244" y="4933"/>
                  </a:cubicBezTo>
                  <a:cubicBezTo>
                    <a:pt x="1064891" y="4909"/>
                    <a:pt x="1066539" y="4874"/>
                    <a:pt x="1068186" y="4826"/>
                  </a:cubicBezTo>
                  <a:cubicBezTo>
                    <a:pt x="1068928" y="4814"/>
                    <a:pt x="1069670" y="4802"/>
                    <a:pt x="1070435" y="4789"/>
                  </a:cubicBezTo>
                  <a:cubicBezTo>
                    <a:pt x="1071092" y="4773"/>
                    <a:pt x="1071750" y="4757"/>
                    <a:pt x="1072427" y="4740"/>
                  </a:cubicBezTo>
                  <a:cubicBezTo>
                    <a:pt x="1072921" y="4821"/>
                    <a:pt x="1073415" y="4901"/>
                    <a:pt x="1073924" y="4984"/>
                  </a:cubicBezTo>
                  <a:cubicBezTo>
                    <a:pt x="1074169" y="5721"/>
                    <a:pt x="1074415" y="6457"/>
                    <a:pt x="1074668" y="7216"/>
                  </a:cubicBezTo>
                  <a:cubicBezTo>
                    <a:pt x="1076689" y="7426"/>
                    <a:pt x="1078552" y="7490"/>
                    <a:pt x="1080574" y="7466"/>
                  </a:cubicBezTo>
                  <a:cubicBezTo>
                    <a:pt x="1081789" y="7476"/>
                    <a:pt x="1083004" y="7485"/>
                    <a:pt x="1084219" y="7495"/>
                  </a:cubicBezTo>
                  <a:cubicBezTo>
                    <a:pt x="1086145" y="7498"/>
                    <a:pt x="1088070" y="7495"/>
                    <a:pt x="1089996" y="7484"/>
                  </a:cubicBezTo>
                  <a:cubicBezTo>
                    <a:pt x="1091848" y="7478"/>
                    <a:pt x="1093698" y="7494"/>
                    <a:pt x="1095550" y="7513"/>
                  </a:cubicBezTo>
                  <a:cubicBezTo>
                    <a:pt x="1096420" y="7498"/>
                    <a:pt x="1096420" y="7498"/>
                    <a:pt x="1097307" y="7483"/>
                  </a:cubicBezTo>
                  <a:cubicBezTo>
                    <a:pt x="1098925" y="7505"/>
                    <a:pt x="1098925" y="7505"/>
                    <a:pt x="1101457" y="7960"/>
                  </a:cubicBezTo>
                  <a:cubicBezTo>
                    <a:pt x="1101730" y="9195"/>
                    <a:pt x="1101979" y="10436"/>
                    <a:pt x="1102201" y="11681"/>
                  </a:cubicBezTo>
                  <a:cubicBezTo>
                    <a:pt x="1104103" y="11999"/>
                    <a:pt x="1105533" y="12045"/>
                    <a:pt x="1107430" y="11940"/>
                  </a:cubicBezTo>
                  <a:cubicBezTo>
                    <a:pt x="1107954" y="11927"/>
                    <a:pt x="1108478" y="11915"/>
                    <a:pt x="1109018" y="11902"/>
                  </a:cubicBezTo>
                  <a:cubicBezTo>
                    <a:pt x="1110700" y="11862"/>
                    <a:pt x="1112380" y="11797"/>
                    <a:pt x="1114061" y="11728"/>
                  </a:cubicBezTo>
                  <a:cubicBezTo>
                    <a:pt x="1115739" y="11662"/>
                    <a:pt x="1117416" y="11602"/>
                    <a:pt x="1119095" y="11561"/>
                  </a:cubicBezTo>
                  <a:cubicBezTo>
                    <a:pt x="1120142" y="11535"/>
                    <a:pt x="1121188" y="11495"/>
                    <a:pt x="1122233" y="11439"/>
                  </a:cubicBezTo>
                  <a:cubicBezTo>
                    <a:pt x="1123670" y="11402"/>
                    <a:pt x="1123670" y="11402"/>
                    <a:pt x="1126013" y="11681"/>
                  </a:cubicBezTo>
                  <a:cubicBezTo>
                    <a:pt x="1126863" y="13163"/>
                    <a:pt x="1126863" y="13163"/>
                    <a:pt x="1127502" y="14658"/>
                  </a:cubicBezTo>
                  <a:cubicBezTo>
                    <a:pt x="1129189" y="15058"/>
                    <a:pt x="1129189" y="15058"/>
                    <a:pt x="1131150" y="14922"/>
                  </a:cubicBezTo>
                  <a:cubicBezTo>
                    <a:pt x="1131873" y="14909"/>
                    <a:pt x="1132597" y="14896"/>
                    <a:pt x="1133343" y="14883"/>
                  </a:cubicBezTo>
                  <a:cubicBezTo>
                    <a:pt x="1134101" y="14855"/>
                    <a:pt x="1134859" y="14826"/>
                    <a:pt x="1135641" y="14797"/>
                  </a:cubicBezTo>
                  <a:cubicBezTo>
                    <a:pt x="1137136" y="14758"/>
                    <a:pt x="1138631" y="14722"/>
                    <a:pt x="1140126" y="14690"/>
                  </a:cubicBezTo>
                  <a:cubicBezTo>
                    <a:pt x="1140791" y="14667"/>
                    <a:pt x="1141455" y="14644"/>
                    <a:pt x="1142140" y="14620"/>
                  </a:cubicBezTo>
                  <a:cubicBezTo>
                    <a:pt x="1143873" y="14658"/>
                    <a:pt x="1143873" y="14658"/>
                    <a:pt x="1146105" y="15402"/>
                  </a:cubicBezTo>
                  <a:cubicBezTo>
                    <a:pt x="1146351" y="16139"/>
                    <a:pt x="1146596" y="16875"/>
                    <a:pt x="1146849" y="17634"/>
                  </a:cubicBezTo>
                  <a:cubicBezTo>
                    <a:pt x="1148641" y="17968"/>
                    <a:pt x="1148641" y="17968"/>
                    <a:pt x="1150803" y="17910"/>
                  </a:cubicBezTo>
                  <a:cubicBezTo>
                    <a:pt x="1151603" y="17923"/>
                    <a:pt x="1152403" y="17936"/>
                    <a:pt x="1153227" y="17950"/>
                  </a:cubicBezTo>
                  <a:cubicBezTo>
                    <a:pt x="1154928" y="17956"/>
                    <a:pt x="1156630" y="17960"/>
                    <a:pt x="1158331" y="17961"/>
                  </a:cubicBezTo>
                  <a:cubicBezTo>
                    <a:pt x="1159131" y="17975"/>
                    <a:pt x="1159931" y="17989"/>
                    <a:pt x="1160755" y="18003"/>
                  </a:cubicBezTo>
                  <a:cubicBezTo>
                    <a:pt x="1161495" y="18005"/>
                    <a:pt x="1162235" y="18006"/>
                    <a:pt x="1162997" y="18008"/>
                  </a:cubicBezTo>
                  <a:cubicBezTo>
                    <a:pt x="1163844" y="18191"/>
                    <a:pt x="1163844" y="18191"/>
                    <a:pt x="1164709" y="18378"/>
                  </a:cubicBezTo>
                  <a:cubicBezTo>
                    <a:pt x="1164976" y="19366"/>
                    <a:pt x="1165224" y="20358"/>
                    <a:pt x="1165453" y="21355"/>
                  </a:cubicBezTo>
                  <a:cubicBezTo>
                    <a:pt x="1167027" y="21840"/>
                    <a:pt x="1167027" y="21840"/>
                    <a:pt x="1168944" y="21808"/>
                  </a:cubicBezTo>
                  <a:cubicBezTo>
                    <a:pt x="1169647" y="21832"/>
                    <a:pt x="1170349" y="21856"/>
                    <a:pt x="1171073" y="21881"/>
                  </a:cubicBezTo>
                  <a:cubicBezTo>
                    <a:pt x="1172182" y="21897"/>
                    <a:pt x="1172182" y="21897"/>
                    <a:pt x="1173313" y="21913"/>
                  </a:cubicBezTo>
                  <a:cubicBezTo>
                    <a:pt x="1174426" y="21946"/>
                    <a:pt x="1174426" y="21946"/>
                    <a:pt x="1175561" y="21980"/>
                  </a:cubicBezTo>
                  <a:cubicBezTo>
                    <a:pt x="1177401" y="22033"/>
                    <a:pt x="1179240" y="22072"/>
                    <a:pt x="1181080" y="22099"/>
                  </a:cubicBezTo>
                  <a:cubicBezTo>
                    <a:pt x="1181080" y="23081"/>
                    <a:pt x="1181080" y="24064"/>
                    <a:pt x="1181080" y="25076"/>
                  </a:cubicBezTo>
                  <a:cubicBezTo>
                    <a:pt x="1181545" y="25060"/>
                    <a:pt x="1182011" y="25044"/>
                    <a:pt x="1182491" y="25028"/>
                  </a:cubicBezTo>
                  <a:cubicBezTo>
                    <a:pt x="1184594" y="24967"/>
                    <a:pt x="1186697" y="24928"/>
                    <a:pt x="1188800" y="24890"/>
                  </a:cubicBezTo>
                  <a:cubicBezTo>
                    <a:pt x="1189533" y="24865"/>
                    <a:pt x="1190266" y="24840"/>
                    <a:pt x="1191021" y="24814"/>
                  </a:cubicBezTo>
                  <a:cubicBezTo>
                    <a:pt x="1192071" y="24800"/>
                    <a:pt x="1192071" y="24800"/>
                    <a:pt x="1193143" y="24785"/>
                  </a:cubicBezTo>
                  <a:cubicBezTo>
                    <a:pt x="1193790" y="24769"/>
                    <a:pt x="1194437" y="24754"/>
                    <a:pt x="1195103" y="24738"/>
                  </a:cubicBezTo>
                  <a:cubicBezTo>
                    <a:pt x="1195632" y="24849"/>
                    <a:pt x="1196162" y="24961"/>
                    <a:pt x="1196707" y="25076"/>
                  </a:cubicBezTo>
                  <a:cubicBezTo>
                    <a:pt x="1197227" y="26055"/>
                    <a:pt x="1197724" y="27048"/>
                    <a:pt x="1198195" y="28052"/>
                  </a:cubicBezTo>
                  <a:cubicBezTo>
                    <a:pt x="1200375" y="28318"/>
                    <a:pt x="1202340" y="28435"/>
                    <a:pt x="1204520" y="28424"/>
                  </a:cubicBezTo>
                  <a:cubicBezTo>
                    <a:pt x="1206700" y="28414"/>
                    <a:pt x="1208666" y="28531"/>
                    <a:pt x="1210845" y="28796"/>
                  </a:cubicBezTo>
                  <a:cubicBezTo>
                    <a:pt x="1211799" y="30215"/>
                    <a:pt x="1211799" y="30215"/>
                    <a:pt x="1212334" y="31773"/>
                  </a:cubicBezTo>
                  <a:cubicBezTo>
                    <a:pt x="1213079" y="32087"/>
                    <a:pt x="1213079" y="32087"/>
                    <a:pt x="1213839" y="32407"/>
                  </a:cubicBezTo>
                  <a:cubicBezTo>
                    <a:pt x="1214567" y="32830"/>
                    <a:pt x="1214567" y="32830"/>
                    <a:pt x="1215310" y="33261"/>
                  </a:cubicBezTo>
                  <a:cubicBezTo>
                    <a:pt x="1215636" y="34761"/>
                    <a:pt x="1215636" y="34761"/>
                    <a:pt x="1215575" y="36584"/>
                  </a:cubicBezTo>
                  <a:cubicBezTo>
                    <a:pt x="1215562" y="37240"/>
                    <a:pt x="1215549" y="37897"/>
                    <a:pt x="1215536" y="38573"/>
                  </a:cubicBezTo>
                  <a:cubicBezTo>
                    <a:pt x="1215507" y="39261"/>
                    <a:pt x="1215479" y="39948"/>
                    <a:pt x="1215450" y="40656"/>
                  </a:cubicBezTo>
                  <a:cubicBezTo>
                    <a:pt x="1215411" y="42012"/>
                    <a:pt x="1215375" y="43367"/>
                    <a:pt x="1215342" y="44723"/>
                  </a:cubicBezTo>
                  <a:cubicBezTo>
                    <a:pt x="1215319" y="45325"/>
                    <a:pt x="1215297" y="45927"/>
                    <a:pt x="1215273" y="46548"/>
                  </a:cubicBezTo>
                  <a:cubicBezTo>
                    <a:pt x="1215235" y="48284"/>
                    <a:pt x="1215235" y="48284"/>
                    <a:pt x="1216054" y="50376"/>
                  </a:cubicBezTo>
                  <a:cubicBezTo>
                    <a:pt x="1216546" y="50622"/>
                    <a:pt x="1217037" y="50868"/>
                    <a:pt x="1217543" y="51121"/>
                  </a:cubicBezTo>
                  <a:cubicBezTo>
                    <a:pt x="1217729" y="53389"/>
                    <a:pt x="1217821" y="55595"/>
                    <a:pt x="1217851" y="57867"/>
                  </a:cubicBezTo>
                  <a:cubicBezTo>
                    <a:pt x="1217865" y="58543"/>
                    <a:pt x="1217880" y="59220"/>
                    <a:pt x="1217894" y="59916"/>
                  </a:cubicBezTo>
                  <a:cubicBezTo>
                    <a:pt x="1217939" y="62085"/>
                    <a:pt x="1217974" y="64253"/>
                    <a:pt x="1218008" y="66422"/>
                  </a:cubicBezTo>
                  <a:cubicBezTo>
                    <a:pt x="1218036" y="67888"/>
                    <a:pt x="1218065" y="69355"/>
                    <a:pt x="1218095" y="70821"/>
                  </a:cubicBezTo>
                  <a:cubicBezTo>
                    <a:pt x="1218167" y="74424"/>
                    <a:pt x="1218229" y="78027"/>
                    <a:pt x="1218287" y="81630"/>
                  </a:cubicBezTo>
                  <a:cubicBezTo>
                    <a:pt x="1219024" y="81630"/>
                    <a:pt x="1219760" y="81630"/>
                    <a:pt x="1220519" y="81630"/>
                  </a:cubicBezTo>
                  <a:cubicBezTo>
                    <a:pt x="1220519" y="120184"/>
                    <a:pt x="1220519" y="158738"/>
                    <a:pt x="1220519" y="198460"/>
                  </a:cubicBezTo>
                  <a:cubicBezTo>
                    <a:pt x="1219783" y="198460"/>
                    <a:pt x="1219046" y="198460"/>
                    <a:pt x="1218287" y="198460"/>
                  </a:cubicBezTo>
                  <a:cubicBezTo>
                    <a:pt x="1218272" y="199336"/>
                    <a:pt x="1218257" y="200211"/>
                    <a:pt x="1218242" y="201113"/>
                  </a:cubicBezTo>
                  <a:cubicBezTo>
                    <a:pt x="1218186" y="204348"/>
                    <a:pt x="1218120" y="207584"/>
                    <a:pt x="1218051" y="210819"/>
                  </a:cubicBezTo>
                  <a:cubicBezTo>
                    <a:pt x="1218022" y="212221"/>
                    <a:pt x="1217996" y="213624"/>
                    <a:pt x="1217973" y="215026"/>
                  </a:cubicBezTo>
                  <a:cubicBezTo>
                    <a:pt x="1217939" y="217038"/>
                    <a:pt x="1217896" y="219049"/>
                    <a:pt x="1217851" y="221061"/>
                  </a:cubicBezTo>
                  <a:cubicBezTo>
                    <a:pt x="1217842" y="221692"/>
                    <a:pt x="1217834" y="222323"/>
                    <a:pt x="1217825" y="222973"/>
                  </a:cubicBezTo>
                  <a:cubicBezTo>
                    <a:pt x="1217786" y="224478"/>
                    <a:pt x="1217672" y="225981"/>
                    <a:pt x="1217543" y="227482"/>
                  </a:cubicBezTo>
                  <a:cubicBezTo>
                    <a:pt x="1217052" y="227727"/>
                    <a:pt x="1216560" y="227973"/>
                    <a:pt x="1216054" y="228226"/>
                  </a:cubicBezTo>
                  <a:cubicBezTo>
                    <a:pt x="1215812" y="230095"/>
                    <a:pt x="1215812" y="230095"/>
                    <a:pt x="1215825" y="232342"/>
                  </a:cubicBezTo>
                  <a:cubicBezTo>
                    <a:pt x="1215806" y="233176"/>
                    <a:pt x="1215787" y="234009"/>
                    <a:pt x="1215768" y="234868"/>
                  </a:cubicBezTo>
                  <a:cubicBezTo>
                    <a:pt x="1215742" y="236641"/>
                    <a:pt x="1215719" y="238414"/>
                    <a:pt x="1215698" y="240187"/>
                  </a:cubicBezTo>
                  <a:cubicBezTo>
                    <a:pt x="1215669" y="241438"/>
                    <a:pt x="1215669" y="241438"/>
                    <a:pt x="1215639" y="242713"/>
                  </a:cubicBezTo>
                  <a:cubicBezTo>
                    <a:pt x="1215629" y="243484"/>
                    <a:pt x="1215619" y="244255"/>
                    <a:pt x="1215608" y="245049"/>
                  </a:cubicBezTo>
                  <a:cubicBezTo>
                    <a:pt x="1215510" y="245637"/>
                    <a:pt x="1215412" y="246224"/>
                    <a:pt x="1215310" y="246830"/>
                  </a:cubicBezTo>
                  <a:cubicBezTo>
                    <a:pt x="1214574" y="247075"/>
                    <a:pt x="1213837" y="247321"/>
                    <a:pt x="1213078" y="247574"/>
                  </a:cubicBezTo>
                  <a:cubicBezTo>
                    <a:pt x="1212695" y="249302"/>
                    <a:pt x="1212695" y="249302"/>
                    <a:pt x="1212697" y="251390"/>
                  </a:cubicBezTo>
                  <a:cubicBezTo>
                    <a:pt x="1212658" y="252545"/>
                    <a:pt x="1212658" y="252545"/>
                    <a:pt x="1212617" y="253723"/>
                  </a:cubicBezTo>
                  <a:cubicBezTo>
                    <a:pt x="1212600" y="254533"/>
                    <a:pt x="1212584" y="255343"/>
                    <a:pt x="1212566" y="256178"/>
                  </a:cubicBezTo>
                  <a:cubicBezTo>
                    <a:pt x="1212541" y="256991"/>
                    <a:pt x="1212515" y="257804"/>
                    <a:pt x="1212489" y="258641"/>
                  </a:cubicBezTo>
                  <a:cubicBezTo>
                    <a:pt x="1212428" y="260657"/>
                    <a:pt x="1212376" y="262673"/>
                    <a:pt x="1212334" y="264689"/>
                  </a:cubicBezTo>
                  <a:cubicBezTo>
                    <a:pt x="1211597" y="264689"/>
                    <a:pt x="1210860" y="264689"/>
                    <a:pt x="1210101" y="264689"/>
                  </a:cubicBezTo>
                  <a:cubicBezTo>
                    <a:pt x="1210090" y="265128"/>
                    <a:pt x="1210080" y="265567"/>
                    <a:pt x="1210068" y="266020"/>
                  </a:cubicBezTo>
                  <a:cubicBezTo>
                    <a:pt x="1210013" y="268011"/>
                    <a:pt x="1209941" y="270000"/>
                    <a:pt x="1209869" y="271991"/>
                  </a:cubicBezTo>
                  <a:cubicBezTo>
                    <a:pt x="1209852" y="272682"/>
                    <a:pt x="1209835" y="273373"/>
                    <a:pt x="1209818" y="274085"/>
                  </a:cubicBezTo>
                  <a:cubicBezTo>
                    <a:pt x="1209791" y="274749"/>
                    <a:pt x="1209765" y="275414"/>
                    <a:pt x="1209738" y="276098"/>
                  </a:cubicBezTo>
                  <a:cubicBezTo>
                    <a:pt x="1209718" y="276710"/>
                    <a:pt x="1209699" y="277322"/>
                    <a:pt x="1209679" y="277952"/>
                  </a:cubicBezTo>
                  <a:cubicBezTo>
                    <a:pt x="1209289" y="279915"/>
                    <a:pt x="1208541" y="280452"/>
                    <a:pt x="1207125" y="281804"/>
                  </a:cubicBezTo>
                  <a:cubicBezTo>
                    <a:pt x="1206938" y="284309"/>
                    <a:pt x="1206938" y="284309"/>
                    <a:pt x="1207125" y="287060"/>
                  </a:cubicBezTo>
                  <a:cubicBezTo>
                    <a:pt x="1207264" y="289876"/>
                    <a:pt x="1207264" y="289876"/>
                    <a:pt x="1207125" y="292222"/>
                  </a:cubicBezTo>
                  <a:cubicBezTo>
                    <a:pt x="1206388" y="292713"/>
                    <a:pt x="1205651" y="293204"/>
                    <a:pt x="1204892" y="293710"/>
                  </a:cubicBezTo>
                  <a:cubicBezTo>
                    <a:pt x="1204607" y="295895"/>
                    <a:pt x="1204443" y="297937"/>
                    <a:pt x="1204381" y="300129"/>
                  </a:cubicBezTo>
                  <a:cubicBezTo>
                    <a:pt x="1204343" y="301024"/>
                    <a:pt x="1204343" y="301024"/>
                    <a:pt x="1204304" y="301937"/>
                  </a:cubicBezTo>
                  <a:cubicBezTo>
                    <a:pt x="1204242" y="303411"/>
                    <a:pt x="1204194" y="304886"/>
                    <a:pt x="1204148" y="306361"/>
                  </a:cubicBezTo>
                  <a:cubicBezTo>
                    <a:pt x="1203411" y="306115"/>
                    <a:pt x="1202675" y="305870"/>
                    <a:pt x="1201916" y="305617"/>
                  </a:cubicBezTo>
                  <a:cubicBezTo>
                    <a:pt x="1201879" y="306414"/>
                    <a:pt x="1201843" y="307211"/>
                    <a:pt x="1201805" y="308032"/>
                  </a:cubicBezTo>
                  <a:cubicBezTo>
                    <a:pt x="1201749" y="309072"/>
                    <a:pt x="1201693" y="310112"/>
                    <a:pt x="1201637" y="311151"/>
                  </a:cubicBezTo>
                  <a:cubicBezTo>
                    <a:pt x="1201614" y="311677"/>
                    <a:pt x="1201591" y="312203"/>
                    <a:pt x="1201567" y="312746"/>
                  </a:cubicBezTo>
                  <a:cubicBezTo>
                    <a:pt x="1201489" y="314094"/>
                    <a:pt x="1201336" y="315438"/>
                    <a:pt x="1201172" y="316779"/>
                  </a:cubicBezTo>
                  <a:cubicBezTo>
                    <a:pt x="1200680" y="317024"/>
                    <a:pt x="1200189" y="317270"/>
                    <a:pt x="1199683" y="317523"/>
                  </a:cubicBezTo>
                  <a:cubicBezTo>
                    <a:pt x="1198977" y="319852"/>
                    <a:pt x="1198945" y="321956"/>
                    <a:pt x="1199032" y="324360"/>
                  </a:cubicBezTo>
                  <a:cubicBezTo>
                    <a:pt x="1199001" y="325296"/>
                    <a:pt x="1198971" y="326232"/>
                    <a:pt x="1198939" y="327197"/>
                  </a:cubicBezTo>
                  <a:cubicBezTo>
                    <a:pt x="1198202" y="327688"/>
                    <a:pt x="1197466" y="328179"/>
                    <a:pt x="1196707" y="328685"/>
                  </a:cubicBezTo>
                  <a:cubicBezTo>
                    <a:pt x="1196366" y="331206"/>
                    <a:pt x="1196332" y="333680"/>
                    <a:pt x="1196265" y="336222"/>
                  </a:cubicBezTo>
                  <a:cubicBezTo>
                    <a:pt x="1196115" y="337280"/>
                    <a:pt x="1196115" y="337280"/>
                    <a:pt x="1195963" y="338359"/>
                  </a:cubicBezTo>
                  <a:cubicBezTo>
                    <a:pt x="1195226" y="338604"/>
                    <a:pt x="1194489" y="338850"/>
                    <a:pt x="1193730" y="339103"/>
                  </a:cubicBezTo>
                  <a:cubicBezTo>
                    <a:pt x="1193291" y="341194"/>
                    <a:pt x="1193291" y="341194"/>
                    <a:pt x="1193219" y="343614"/>
                  </a:cubicBezTo>
                  <a:cubicBezTo>
                    <a:pt x="1193170" y="344436"/>
                    <a:pt x="1193121" y="345258"/>
                    <a:pt x="1193070" y="346105"/>
                  </a:cubicBezTo>
                  <a:cubicBezTo>
                    <a:pt x="1193043" y="346741"/>
                    <a:pt x="1193015" y="347377"/>
                    <a:pt x="1192986" y="348033"/>
                  </a:cubicBezTo>
                  <a:cubicBezTo>
                    <a:pt x="1192249" y="348033"/>
                    <a:pt x="1191513" y="348033"/>
                    <a:pt x="1190754" y="348033"/>
                  </a:cubicBezTo>
                  <a:cubicBezTo>
                    <a:pt x="1190780" y="348544"/>
                    <a:pt x="1190805" y="349055"/>
                    <a:pt x="1190832" y="349582"/>
                  </a:cubicBezTo>
                  <a:cubicBezTo>
                    <a:pt x="1190862" y="350588"/>
                    <a:pt x="1190862" y="350588"/>
                    <a:pt x="1190893" y="351614"/>
                  </a:cubicBezTo>
                  <a:cubicBezTo>
                    <a:pt x="1190919" y="352279"/>
                    <a:pt x="1190945" y="352943"/>
                    <a:pt x="1190972" y="353628"/>
                  </a:cubicBezTo>
                  <a:cubicBezTo>
                    <a:pt x="1190754" y="355474"/>
                    <a:pt x="1190754" y="355474"/>
                    <a:pt x="1189652" y="356570"/>
                  </a:cubicBezTo>
                  <a:cubicBezTo>
                    <a:pt x="1187642" y="358591"/>
                    <a:pt x="1188165" y="361389"/>
                    <a:pt x="1188079" y="364107"/>
                  </a:cubicBezTo>
                  <a:cubicBezTo>
                    <a:pt x="1187980" y="364696"/>
                    <a:pt x="1187880" y="365285"/>
                    <a:pt x="1187777" y="365892"/>
                  </a:cubicBezTo>
                  <a:cubicBezTo>
                    <a:pt x="1187040" y="366138"/>
                    <a:pt x="1186304" y="366383"/>
                    <a:pt x="1185545" y="366636"/>
                  </a:cubicBezTo>
                  <a:cubicBezTo>
                    <a:pt x="1185223" y="368497"/>
                    <a:pt x="1185217" y="370299"/>
                    <a:pt x="1185175" y="372185"/>
                  </a:cubicBezTo>
                  <a:cubicBezTo>
                    <a:pt x="1184801" y="374078"/>
                    <a:pt x="1184801" y="374078"/>
                    <a:pt x="1183806" y="375784"/>
                  </a:cubicBezTo>
                  <a:cubicBezTo>
                    <a:pt x="1180602" y="377837"/>
                    <a:pt x="1177222" y="377440"/>
                    <a:pt x="1173499" y="377426"/>
                  </a:cubicBezTo>
                  <a:cubicBezTo>
                    <a:pt x="1172000" y="377421"/>
                    <a:pt x="1170501" y="377428"/>
                    <a:pt x="1169002" y="377449"/>
                  </a:cubicBezTo>
                  <a:cubicBezTo>
                    <a:pt x="1168339" y="377446"/>
                    <a:pt x="1167676" y="377443"/>
                    <a:pt x="1166993" y="377439"/>
                  </a:cubicBezTo>
                  <a:cubicBezTo>
                    <a:pt x="1166485" y="377558"/>
                    <a:pt x="1165976" y="377676"/>
                    <a:pt x="1165453" y="377798"/>
                  </a:cubicBezTo>
                  <a:cubicBezTo>
                    <a:pt x="1165332" y="378289"/>
                    <a:pt x="1165211" y="378779"/>
                    <a:pt x="1165086" y="379285"/>
                  </a:cubicBezTo>
                  <a:cubicBezTo>
                    <a:pt x="1164961" y="379777"/>
                    <a:pt x="1164837" y="380268"/>
                    <a:pt x="1164709" y="380775"/>
                  </a:cubicBezTo>
                  <a:cubicBezTo>
                    <a:pt x="1163133" y="381146"/>
                    <a:pt x="1163133" y="381146"/>
                    <a:pt x="1161081" y="381150"/>
                  </a:cubicBezTo>
                  <a:cubicBezTo>
                    <a:pt x="1160348" y="381164"/>
                    <a:pt x="1159615" y="381178"/>
                    <a:pt x="1158860" y="381192"/>
                  </a:cubicBezTo>
                  <a:cubicBezTo>
                    <a:pt x="1157703" y="381193"/>
                    <a:pt x="1157703" y="381193"/>
                    <a:pt x="1156523" y="381193"/>
                  </a:cubicBezTo>
                  <a:cubicBezTo>
                    <a:pt x="1155004" y="381200"/>
                    <a:pt x="1153484" y="381216"/>
                    <a:pt x="1151965" y="381243"/>
                  </a:cubicBezTo>
                  <a:cubicBezTo>
                    <a:pt x="1150949" y="381244"/>
                    <a:pt x="1150949" y="381244"/>
                    <a:pt x="1149913" y="381244"/>
                  </a:cubicBezTo>
                  <a:cubicBezTo>
                    <a:pt x="1149393" y="381335"/>
                    <a:pt x="1148873" y="381426"/>
                    <a:pt x="1148338" y="381519"/>
                  </a:cubicBezTo>
                  <a:cubicBezTo>
                    <a:pt x="1148092" y="382256"/>
                    <a:pt x="1147846" y="382992"/>
                    <a:pt x="1147593" y="383751"/>
                  </a:cubicBezTo>
                  <a:cubicBezTo>
                    <a:pt x="1146166" y="384026"/>
                    <a:pt x="1146166" y="384026"/>
                    <a:pt x="1144318" y="384028"/>
                  </a:cubicBezTo>
                  <a:cubicBezTo>
                    <a:pt x="1143655" y="384040"/>
                    <a:pt x="1142993" y="384053"/>
                    <a:pt x="1142310" y="384067"/>
                  </a:cubicBezTo>
                  <a:cubicBezTo>
                    <a:pt x="1140905" y="384074"/>
                    <a:pt x="1139500" y="384077"/>
                    <a:pt x="1138096" y="384078"/>
                  </a:cubicBezTo>
                  <a:cubicBezTo>
                    <a:pt x="1137432" y="384092"/>
                    <a:pt x="1136769" y="384106"/>
                    <a:pt x="1136085" y="384121"/>
                  </a:cubicBezTo>
                  <a:cubicBezTo>
                    <a:pt x="1135474" y="384122"/>
                    <a:pt x="1134864" y="384123"/>
                    <a:pt x="1134234" y="384125"/>
                  </a:cubicBezTo>
                  <a:cubicBezTo>
                    <a:pt x="1133731" y="384247"/>
                    <a:pt x="1133229" y="384369"/>
                    <a:pt x="1132711" y="384496"/>
                  </a:cubicBezTo>
                  <a:cubicBezTo>
                    <a:pt x="1132476" y="384985"/>
                    <a:pt x="1132241" y="385475"/>
                    <a:pt x="1131999" y="385979"/>
                  </a:cubicBezTo>
                  <a:cubicBezTo>
                    <a:pt x="1131742" y="386472"/>
                    <a:pt x="1131486" y="386964"/>
                    <a:pt x="1131222" y="387472"/>
                  </a:cubicBezTo>
                  <a:cubicBezTo>
                    <a:pt x="1129482" y="387878"/>
                    <a:pt x="1129482" y="387878"/>
                    <a:pt x="1127333" y="387926"/>
                  </a:cubicBezTo>
                  <a:cubicBezTo>
                    <a:pt x="1126182" y="387962"/>
                    <a:pt x="1126182" y="387962"/>
                    <a:pt x="1125008" y="387998"/>
                  </a:cubicBezTo>
                  <a:cubicBezTo>
                    <a:pt x="1124204" y="388009"/>
                    <a:pt x="1123400" y="388019"/>
                    <a:pt x="1122572" y="388030"/>
                  </a:cubicBezTo>
                  <a:cubicBezTo>
                    <a:pt x="1121762" y="388052"/>
                    <a:pt x="1120953" y="388074"/>
                    <a:pt x="1120118" y="388097"/>
                  </a:cubicBezTo>
                  <a:cubicBezTo>
                    <a:pt x="1118115" y="388150"/>
                    <a:pt x="1116111" y="388189"/>
                    <a:pt x="1114107" y="388216"/>
                  </a:cubicBezTo>
                  <a:cubicBezTo>
                    <a:pt x="1114107" y="388953"/>
                    <a:pt x="1114107" y="389690"/>
                    <a:pt x="1114107" y="390449"/>
                  </a:cubicBezTo>
                  <a:cubicBezTo>
                    <a:pt x="1113476" y="390477"/>
                    <a:pt x="1113476" y="390477"/>
                    <a:pt x="1112833" y="390505"/>
                  </a:cubicBezTo>
                  <a:cubicBezTo>
                    <a:pt x="1110932" y="390591"/>
                    <a:pt x="1109031" y="390683"/>
                    <a:pt x="1107131" y="390774"/>
                  </a:cubicBezTo>
                  <a:cubicBezTo>
                    <a:pt x="1106469" y="390803"/>
                    <a:pt x="1105807" y="390833"/>
                    <a:pt x="1105125" y="390863"/>
                  </a:cubicBezTo>
                  <a:cubicBezTo>
                    <a:pt x="1104492" y="390894"/>
                    <a:pt x="1103859" y="390925"/>
                    <a:pt x="1103207" y="390957"/>
                  </a:cubicBezTo>
                  <a:cubicBezTo>
                    <a:pt x="1102330" y="390998"/>
                    <a:pt x="1102330" y="390998"/>
                    <a:pt x="1101435" y="391040"/>
                  </a:cubicBezTo>
                  <a:cubicBezTo>
                    <a:pt x="1099912" y="391112"/>
                    <a:pt x="1099912" y="391112"/>
                    <a:pt x="1098480" y="391937"/>
                  </a:cubicBezTo>
                  <a:cubicBezTo>
                    <a:pt x="1098235" y="392674"/>
                    <a:pt x="1097989" y="393410"/>
                    <a:pt x="1097736" y="394169"/>
                  </a:cubicBezTo>
                  <a:cubicBezTo>
                    <a:pt x="1096149" y="394491"/>
                    <a:pt x="1096149" y="394491"/>
                    <a:pt x="1094082" y="394550"/>
                  </a:cubicBezTo>
                  <a:cubicBezTo>
                    <a:pt x="1093346" y="394577"/>
                    <a:pt x="1092610" y="394603"/>
                    <a:pt x="1091851" y="394630"/>
                  </a:cubicBezTo>
                  <a:cubicBezTo>
                    <a:pt x="1090689" y="394655"/>
                    <a:pt x="1090689" y="394655"/>
                    <a:pt x="1089504" y="394681"/>
                  </a:cubicBezTo>
                  <a:cubicBezTo>
                    <a:pt x="1088727" y="394706"/>
                    <a:pt x="1087949" y="394732"/>
                    <a:pt x="1087148" y="394758"/>
                  </a:cubicBezTo>
                  <a:cubicBezTo>
                    <a:pt x="1085220" y="394820"/>
                    <a:pt x="1083293" y="394871"/>
                    <a:pt x="1081365" y="394913"/>
                  </a:cubicBezTo>
                  <a:cubicBezTo>
                    <a:pt x="1081365" y="395896"/>
                    <a:pt x="1081365" y="396878"/>
                    <a:pt x="1081365" y="397890"/>
                  </a:cubicBezTo>
                  <a:cubicBezTo>
                    <a:pt x="1080895" y="397901"/>
                    <a:pt x="1080426" y="397912"/>
                    <a:pt x="1079942" y="397923"/>
                  </a:cubicBezTo>
                  <a:cubicBezTo>
                    <a:pt x="1077827" y="397978"/>
                    <a:pt x="1075713" y="398050"/>
                    <a:pt x="1073598" y="398123"/>
                  </a:cubicBezTo>
                  <a:cubicBezTo>
                    <a:pt x="1072489" y="398148"/>
                    <a:pt x="1072489" y="398148"/>
                    <a:pt x="1071358" y="398173"/>
                  </a:cubicBezTo>
                  <a:cubicBezTo>
                    <a:pt x="1070656" y="398200"/>
                    <a:pt x="1069953" y="398226"/>
                    <a:pt x="1069229" y="398253"/>
                  </a:cubicBezTo>
                  <a:cubicBezTo>
                    <a:pt x="1068578" y="398273"/>
                    <a:pt x="1067928" y="398292"/>
                    <a:pt x="1067257" y="398312"/>
                  </a:cubicBezTo>
                  <a:cubicBezTo>
                    <a:pt x="1066756" y="398419"/>
                    <a:pt x="1066254" y="398525"/>
                    <a:pt x="1065738" y="398634"/>
                  </a:cubicBezTo>
                  <a:cubicBezTo>
                    <a:pt x="1065492" y="399371"/>
                    <a:pt x="1065247" y="400108"/>
                    <a:pt x="1064994" y="400867"/>
                  </a:cubicBezTo>
                  <a:cubicBezTo>
                    <a:pt x="1063567" y="401141"/>
                    <a:pt x="1063567" y="401141"/>
                    <a:pt x="1061718" y="401143"/>
                  </a:cubicBezTo>
                  <a:cubicBezTo>
                    <a:pt x="1061056" y="401156"/>
                    <a:pt x="1060393" y="401169"/>
                    <a:pt x="1059711" y="401182"/>
                  </a:cubicBezTo>
                  <a:cubicBezTo>
                    <a:pt x="1058306" y="401189"/>
                    <a:pt x="1056901" y="401193"/>
                    <a:pt x="1055496" y="401194"/>
                  </a:cubicBezTo>
                  <a:cubicBezTo>
                    <a:pt x="1054833" y="401208"/>
                    <a:pt x="1054169" y="401221"/>
                    <a:pt x="1053486" y="401236"/>
                  </a:cubicBezTo>
                  <a:cubicBezTo>
                    <a:pt x="1052875" y="401237"/>
                    <a:pt x="1052264" y="401239"/>
                    <a:pt x="1051634" y="401240"/>
                  </a:cubicBezTo>
                  <a:cubicBezTo>
                    <a:pt x="1051132" y="401362"/>
                    <a:pt x="1050629" y="401485"/>
                    <a:pt x="1050111" y="401611"/>
                  </a:cubicBezTo>
                  <a:cubicBezTo>
                    <a:pt x="1049869" y="402102"/>
                    <a:pt x="1049627" y="402593"/>
                    <a:pt x="1049377" y="403099"/>
                  </a:cubicBezTo>
                  <a:cubicBezTo>
                    <a:pt x="1049128" y="403590"/>
                    <a:pt x="1048879" y="404081"/>
                    <a:pt x="1048623" y="404587"/>
                  </a:cubicBezTo>
                  <a:cubicBezTo>
                    <a:pt x="1047031" y="404958"/>
                    <a:pt x="1047031" y="404958"/>
                    <a:pt x="1045085" y="404962"/>
                  </a:cubicBezTo>
                  <a:cubicBezTo>
                    <a:pt x="1044388" y="404976"/>
                    <a:pt x="1043691" y="404990"/>
                    <a:pt x="1042973" y="405004"/>
                  </a:cubicBezTo>
                  <a:cubicBezTo>
                    <a:pt x="1041879" y="405005"/>
                    <a:pt x="1041879" y="405005"/>
                    <a:pt x="1040763" y="405006"/>
                  </a:cubicBezTo>
                  <a:cubicBezTo>
                    <a:pt x="1039320" y="405013"/>
                    <a:pt x="1037877" y="405028"/>
                    <a:pt x="1036435" y="405055"/>
                  </a:cubicBezTo>
                  <a:cubicBezTo>
                    <a:pt x="1035793" y="405056"/>
                    <a:pt x="1035152" y="405056"/>
                    <a:pt x="1034491" y="405057"/>
                  </a:cubicBezTo>
                  <a:cubicBezTo>
                    <a:pt x="1033998" y="405148"/>
                    <a:pt x="1033504" y="405238"/>
                    <a:pt x="1032996" y="405331"/>
                  </a:cubicBezTo>
                  <a:cubicBezTo>
                    <a:pt x="1032750" y="406068"/>
                    <a:pt x="1032505" y="406805"/>
                    <a:pt x="1032252" y="407564"/>
                  </a:cubicBezTo>
                  <a:cubicBezTo>
                    <a:pt x="1030893" y="407874"/>
                    <a:pt x="1030893" y="407874"/>
                    <a:pt x="1029138" y="407919"/>
                  </a:cubicBezTo>
                  <a:cubicBezTo>
                    <a:pt x="1028510" y="407942"/>
                    <a:pt x="1027881" y="407965"/>
                    <a:pt x="1027233" y="407988"/>
                  </a:cubicBezTo>
                  <a:cubicBezTo>
                    <a:pt x="1026241" y="408008"/>
                    <a:pt x="1026241" y="408008"/>
                    <a:pt x="1025229" y="408029"/>
                  </a:cubicBezTo>
                  <a:cubicBezTo>
                    <a:pt x="1023927" y="408067"/>
                    <a:pt x="1022626" y="408107"/>
                    <a:pt x="1021325" y="408151"/>
                  </a:cubicBezTo>
                  <a:cubicBezTo>
                    <a:pt x="1020455" y="408171"/>
                    <a:pt x="1020455" y="408171"/>
                    <a:pt x="1019568" y="408191"/>
                  </a:cubicBezTo>
                  <a:cubicBezTo>
                    <a:pt x="1018054" y="408221"/>
                    <a:pt x="1018054" y="408221"/>
                    <a:pt x="1016625" y="409052"/>
                  </a:cubicBezTo>
                  <a:cubicBezTo>
                    <a:pt x="1016379" y="409789"/>
                    <a:pt x="1016134" y="410526"/>
                    <a:pt x="1015881" y="411285"/>
                  </a:cubicBezTo>
                  <a:cubicBezTo>
                    <a:pt x="1014442" y="411559"/>
                    <a:pt x="1014442" y="411559"/>
                    <a:pt x="1012578" y="411561"/>
                  </a:cubicBezTo>
                  <a:cubicBezTo>
                    <a:pt x="1011913" y="411574"/>
                    <a:pt x="1011247" y="411587"/>
                    <a:pt x="1010561" y="411600"/>
                  </a:cubicBezTo>
                  <a:cubicBezTo>
                    <a:pt x="1009146" y="411607"/>
                    <a:pt x="1007732" y="411611"/>
                    <a:pt x="1006317" y="411612"/>
                  </a:cubicBezTo>
                  <a:cubicBezTo>
                    <a:pt x="1005319" y="411632"/>
                    <a:pt x="1005319" y="411632"/>
                    <a:pt x="1004300" y="411654"/>
                  </a:cubicBezTo>
                  <a:cubicBezTo>
                    <a:pt x="1003685" y="411655"/>
                    <a:pt x="1003070" y="411657"/>
                    <a:pt x="1002437" y="411658"/>
                  </a:cubicBezTo>
                  <a:cubicBezTo>
                    <a:pt x="1001962" y="411780"/>
                    <a:pt x="1001487" y="411903"/>
                    <a:pt x="1000998" y="412029"/>
                  </a:cubicBezTo>
                  <a:cubicBezTo>
                    <a:pt x="1000878" y="412520"/>
                    <a:pt x="1000759" y="413011"/>
                    <a:pt x="1000636" y="413517"/>
                  </a:cubicBezTo>
                  <a:cubicBezTo>
                    <a:pt x="1000510" y="414008"/>
                    <a:pt x="1000384" y="414499"/>
                    <a:pt x="1000254" y="415005"/>
                  </a:cubicBezTo>
                  <a:cubicBezTo>
                    <a:pt x="998746" y="415376"/>
                    <a:pt x="998746" y="415376"/>
                    <a:pt x="996789" y="415380"/>
                  </a:cubicBezTo>
                  <a:cubicBezTo>
                    <a:pt x="996089" y="415394"/>
                    <a:pt x="995390" y="415408"/>
                    <a:pt x="994670" y="415422"/>
                  </a:cubicBezTo>
                  <a:cubicBezTo>
                    <a:pt x="993934" y="415423"/>
                    <a:pt x="993198" y="415423"/>
                    <a:pt x="992440" y="415424"/>
                  </a:cubicBezTo>
                  <a:cubicBezTo>
                    <a:pt x="990991" y="415430"/>
                    <a:pt x="989541" y="415446"/>
                    <a:pt x="988092" y="415473"/>
                  </a:cubicBezTo>
                  <a:cubicBezTo>
                    <a:pt x="987446" y="415474"/>
                    <a:pt x="986799" y="415474"/>
                    <a:pt x="986134" y="415475"/>
                  </a:cubicBezTo>
                  <a:cubicBezTo>
                    <a:pt x="985388" y="415611"/>
                    <a:pt x="985388" y="415611"/>
                    <a:pt x="984627" y="415749"/>
                  </a:cubicBezTo>
                  <a:cubicBezTo>
                    <a:pt x="984381" y="416486"/>
                    <a:pt x="984136" y="417223"/>
                    <a:pt x="983883" y="417982"/>
                  </a:cubicBezTo>
                  <a:cubicBezTo>
                    <a:pt x="982375" y="418176"/>
                    <a:pt x="982375" y="418176"/>
                    <a:pt x="980418" y="418069"/>
                  </a:cubicBezTo>
                  <a:cubicBezTo>
                    <a:pt x="979718" y="418045"/>
                    <a:pt x="979019" y="418021"/>
                    <a:pt x="978299" y="417996"/>
                  </a:cubicBezTo>
                  <a:cubicBezTo>
                    <a:pt x="976812" y="417925"/>
                    <a:pt x="975326" y="417847"/>
                    <a:pt x="973840" y="417764"/>
                  </a:cubicBezTo>
                  <a:cubicBezTo>
                    <a:pt x="973140" y="417742"/>
                    <a:pt x="972441" y="417720"/>
                    <a:pt x="971720" y="417697"/>
                  </a:cubicBezTo>
                  <a:cubicBezTo>
                    <a:pt x="971074" y="417663"/>
                    <a:pt x="970428" y="417630"/>
                    <a:pt x="969763" y="417595"/>
                  </a:cubicBezTo>
                  <a:cubicBezTo>
                    <a:pt x="969017" y="417786"/>
                    <a:pt x="969017" y="417786"/>
                    <a:pt x="968256" y="417982"/>
                  </a:cubicBezTo>
                  <a:cubicBezTo>
                    <a:pt x="968000" y="419221"/>
                    <a:pt x="967752" y="420461"/>
                    <a:pt x="967511" y="421703"/>
                  </a:cubicBezTo>
                  <a:cubicBezTo>
                    <a:pt x="966073" y="422158"/>
                    <a:pt x="966073" y="422158"/>
                    <a:pt x="964209" y="422150"/>
                  </a:cubicBezTo>
                  <a:cubicBezTo>
                    <a:pt x="963544" y="422162"/>
                    <a:pt x="962878" y="422173"/>
                    <a:pt x="962192" y="422185"/>
                  </a:cubicBezTo>
                  <a:cubicBezTo>
                    <a:pt x="961492" y="422179"/>
                    <a:pt x="960791" y="422174"/>
                    <a:pt x="960070" y="422168"/>
                  </a:cubicBezTo>
                  <a:cubicBezTo>
                    <a:pt x="958690" y="422168"/>
                    <a:pt x="957310" y="422177"/>
                    <a:pt x="955931" y="422197"/>
                  </a:cubicBezTo>
                  <a:cubicBezTo>
                    <a:pt x="955008" y="422190"/>
                    <a:pt x="955008" y="422190"/>
                    <a:pt x="954067" y="422184"/>
                  </a:cubicBezTo>
                  <a:cubicBezTo>
                    <a:pt x="953593" y="422271"/>
                    <a:pt x="953118" y="422357"/>
                    <a:pt x="952629" y="422447"/>
                  </a:cubicBezTo>
                  <a:cubicBezTo>
                    <a:pt x="952383" y="423183"/>
                    <a:pt x="952137" y="423920"/>
                    <a:pt x="951884" y="424679"/>
                  </a:cubicBezTo>
                  <a:cubicBezTo>
                    <a:pt x="949626" y="424951"/>
                    <a:pt x="947499" y="425096"/>
                    <a:pt x="945234" y="425144"/>
                  </a:cubicBezTo>
                  <a:cubicBezTo>
                    <a:pt x="944002" y="425182"/>
                    <a:pt x="942771" y="425223"/>
                    <a:pt x="941539" y="425266"/>
                  </a:cubicBezTo>
                  <a:cubicBezTo>
                    <a:pt x="940716" y="425286"/>
                    <a:pt x="940716" y="425286"/>
                    <a:pt x="939877" y="425306"/>
                  </a:cubicBezTo>
                  <a:cubicBezTo>
                    <a:pt x="938421" y="425343"/>
                    <a:pt x="938421" y="425343"/>
                    <a:pt x="937002" y="426167"/>
                  </a:cubicBezTo>
                  <a:cubicBezTo>
                    <a:pt x="937002" y="426904"/>
                    <a:pt x="937002" y="427641"/>
                    <a:pt x="937002" y="428400"/>
                  </a:cubicBezTo>
                  <a:cubicBezTo>
                    <a:pt x="936559" y="428407"/>
                    <a:pt x="936116" y="428414"/>
                    <a:pt x="935659" y="428421"/>
                  </a:cubicBezTo>
                  <a:cubicBezTo>
                    <a:pt x="933657" y="428461"/>
                    <a:pt x="931655" y="428523"/>
                    <a:pt x="929653" y="428586"/>
                  </a:cubicBezTo>
                  <a:cubicBezTo>
                    <a:pt x="928956" y="428596"/>
                    <a:pt x="928259" y="428607"/>
                    <a:pt x="927540" y="428618"/>
                  </a:cubicBezTo>
                  <a:cubicBezTo>
                    <a:pt x="926873" y="428642"/>
                    <a:pt x="926207" y="428666"/>
                    <a:pt x="925520" y="428690"/>
                  </a:cubicBezTo>
                  <a:cubicBezTo>
                    <a:pt x="924904" y="428706"/>
                    <a:pt x="924288" y="428722"/>
                    <a:pt x="923654" y="428738"/>
                  </a:cubicBezTo>
                  <a:cubicBezTo>
                    <a:pt x="922894" y="428939"/>
                    <a:pt x="922894" y="428939"/>
                    <a:pt x="922119" y="429144"/>
                  </a:cubicBezTo>
                  <a:cubicBezTo>
                    <a:pt x="921597" y="430123"/>
                    <a:pt x="921099" y="431115"/>
                    <a:pt x="920631" y="432121"/>
                  </a:cubicBezTo>
                  <a:cubicBezTo>
                    <a:pt x="918680" y="432326"/>
                    <a:pt x="917032" y="432368"/>
                    <a:pt x="915096" y="432260"/>
                  </a:cubicBezTo>
                  <a:cubicBezTo>
                    <a:pt x="911117" y="432060"/>
                    <a:pt x="911117" y="432060"/>
                    <a:pt x="907236" y="432865"/>
                  </a:cubicBezTo>
                  <a:cubicBezTo>
                    <a:pt x="906990" y="433601"/>
                    <a:pt x="906745" y="434338"/>
                    <a:pt x="906492" y="435097"/>
                  </a:cubicBezTo>
                  <a:cubicBezTo>
                    <a:pt x="905053" y="435372"/>
                    <a:pt x="905053" y="435372"/>
                    <a:pt x="903190" y="435373"/>
                  </a:cubicBezTo>
                  <a:cubicBezTo>
                    <a:pt x="902524" y="435386"/>
                    <a:pt x="901858" y="435399"/>
                    <a:pt x="901172" y="435412"/>
                  </a:cubicBezTo>
                  <a:cubicBezTo>
                    <a:pt x="899758" y="435419"/>
                    <a:pt x="898343" y="435423"/>
                    <a:pt x="896929" y="435424"/>
                  </a:cubicBezTo>
                  <a:cubicBezTo>
                    <a:pt x="895930" y="435445"/>
                    <a:pt x="895930" y="435445"/>
                    <a:pt x="894911" y="435466"/>
                  </a:cubicBezTo>
                  <a:cubicBezTo>
                    <a:pt x="894296" y="435468"/>
                    <a:pt x="893681" y="435469"/>
                    <a:pt x="893048" y="435470"/>
                  </a:cubicBezTo>
                  <a:cubicBezTo>
                    <a:pt x="892573" y="435593"/>
                    <a:pt x="892098" y="435715"/>
                    <a:pt x="891609" y="435841"/>
                  </a:cubicBezTo>
                  <a:cubicBezTo>
                    <a:pt x="891425" y="436578"/>
                    <a:pt x="891425" y="436578"/>
                    <a:pt x="891237" y="437329"/>
                  </a:cubicBezTo>
                  <a:cubicBezTo>
                    <a:pt x="891053" y="438066"/>
                    <a:pt x="891053" y="438066"/>
                    <a:pt x="890865" y="438818"/>
                  </a:cubicBezTo>
                  <a:cubicBezTo>
                    <a:pt x="889426" y="439189"/>
                    <a:pt x="889426" y="439189"/>
                    <a:pt x="887563" y="439193"/>
                  </a:cubicBezTo>
                  <a:cubicBezTo>
                    <a:pt x="886564" y="439214"/>
                    <a:pt x="886564" y="439214"/>
                    <a:pt x="885545" y="439235"/>
                  </a:cubicBezTo>
                  <a:cubicBezTo>
                    <a:pt x="884845" y="439235"/>
                    <a:pt x="884145" y="439236"/>
                    <a:pt x="883424" y="439236"/>
                  </a:cubicBezTo>
                  <a:cubicBezTo>
                    <a:pt x="882044" y="439243"/>
                    <a:pt x="880664" y="439259"/>
                    <a:pt x="879284" y="439286"/>
                  </a:cubicBezTo>
                  <a:cubicBezTo>
                    <a:pt x="878362" y="439287"/>
                    <a:pt x="878362" y="439287"/>
                    <a:pt x="877421" y="439287"/>
                  </a:cubicBezTo>
                  <a:cubicBezTo>
                    <a:pt x="876709" y="439423"/>
                    <a:pt x="876709" y="439423"/>
                    <a:pt x="875982" y="439562"/>
                  </a:cubicBezTo>
                  <a:cubicBezTo>
                    <a:pt x="875737" y="440299"/>
                    <a:pt x="875491" y="441035"/>
                    <a:pt x="875238" y="441794"/>
                  </a:cubicBezTo>
                  <a:cubicBezTo>
                    <a:pt x="873936" y="442069"/>
                    <a:pt x="873936" y="442069"/>
                    <a:pt x="872261" y="442070"/>
                  </a:cubicBezTo>
                  <a:cubicBezTo>
                    <a:pt x="871663" y="442083"/>
                    <a:pt x="871064" y="442096"/>
                    <a:pt x="870448" y="442110"/>
                  </a:cubicBezTo>
                  <a:cubicBezTo>
                    <a:pt x="869176" y="442116"/>
                    <a:pt x="867905" y="442120"/>
                    <a:pt x="866634" y="442121"/>
                  </a:cubicBezTo>
                  <a:cubicBezTo>
                    <a:pt x="866035" y="442135"/>
                    <a:pt x="865437" y="442149"/>
                    <a:pt x="864820" y="442164"/>
                  </a:cubicBezTo>
                  <a:cubicBezTo>
                    <a:pt x="864267" y="442165"/>
                    <a:pt x="863715" y="442166"/>
                    <a:pt x="863146" y="442168"/>
                  </a:cubicBezTo>
                  <a:cubicBezTo>
                    <a:pt x="862716" y="442290"/>
                    <a:pt x="862286" y="442412"/>
                    <a:pt x="861843" y="442538"/>
                  </a:cubicBezTo>
                  <a:cubicBezTo>
                    <a:pt x="861670" y="443273"/>
                    <a:pt x="861670" y="443273"/>
                    <a:pt x="861493" y="444022"/>
                  </a:cubicBezTo>
                  <a:cubicBezTo>
                    <a:pt x="861363" y="444515"/>
                    <a:pt x="861233" y="445007"/>
                    <a:pt x="861099" y="445515"/>
                  </a:cubicBezTo>
                  <a:cubicBezTo>
                    <a:pt x="859649" y="445921"/>
                    <a:pt x="859649" y="445921"/>
                    <a:pt x="857771" y="445969"/>
                  </a:cubicBezTo>
                  <a:cubicBezTo>
                    <a:pt x="857102" y="445992"/>
                    <a:pt x="856433" y="446016"/>
                    <a:pt x="855744" y="446041"/>
                  </a:cubicBezTo>
                  <a:cubicBezTo>
                    <a:pt x="855040" y="446052"/>
                    <a:pt x="854336" y="446062"/>
                    <a:pt x="853611" y="446073"/>
                  </a:cubicBezTo>
                  <a:cubicBezTo>
                    <a:pt x="852552" y="446106"/>
                    <a:pt x="852552" y="446106"/>
                    <a:pt x="851471" y="446140"/>
                  </a:cubicBezTo>
                  <a:cubicBezTo>
                    <a:pt x="849719" y="446193"/>
                    <a:pt x="847968" y="446232"/>
                    <a:pt x="846216" y="446259"/>
                  </a:cubicBezTo>
                  <a:cubicBezTo>
                    <a:pt x="846216" y="446996"/>
                    <a:pt x="846216" y="447733"/>
                    <a:pt x="846216" y="448492"/>
                  </a:cubicBezTo>
                  <a:cubicBezTo>
                    <a:pt x="843362" y="449443"/>
                    <a:pt x="840860" y="449255"/>
                    <a:pt x="837874" y="449189"/>
                  </a:cubicBezTo>
                  <a:cubicBezTo>
                    <a:pt x="835815" y="449235"/>
                    <a:pt x="834043" y="449351"/>
                    <a:pt x="832078" y="449980"/>
                  </a:cubicBezTo>
                  <a:cubicBezTo>
                    <a:pt x="832078" y="450717"/>
                    <a:pt x="832078" y="451453"/>
                    <a:pt x="832078" y="452212"/>
                  </a:cubicBezTo>
                  <a:cubicBezTo>
                    <a:pt x="831653" y="452193"/>
                    <a:pt x="831229" y="452173"/>
                    <a:pt x="830792" y="452153"/>
                  </a:cubicBezTo>
                  <a:cubicBezTo>
                    <a:pt x="828880" y="452076"/>
                    <a:pt x="826968" y="452028"/>
                    <a:pt x="825055" y="451980"/>
                  </a:cubicBezTo>
                  <a:cubicBezTo>
                    <a:pt x="824387" y="451949"/>
                    <a:pt x="823719" y="451917"/>
                    <a:pt x="823030" y="451885"/>
                  </a:cubicBezTo>
                  <a:cubicBezTo>
                    <a:pt x="821262" y="451852"/>
                    <a:pt x="819667" y="451825"/>
                    <a:pt x="817939" y="452212"/>
                  </a:cubicBezTo>
                  <a:cubicBezTo>
                    <a:pt x="817672" y="453449"/>
                    <a:pt x="817424" y="454689"/>
                    <a:pt x="817195" y="455933"/>
                  </a:cubicBezTo>
                  <a:cubicBezTo>
                    <a:pt x="814995" y="456518"/>
                    <a:pt x="812762" y="456419"/>
                    <a:pt x="810498" y="456398"/>
                  </a:cubicBezTo>
                  <a:cubicBezTo>
                    <a:pt x="809257" y="456398"/>
                    <a:pt x="808017" y="456407"/>
                    <a:pt x="806777" y="456427"/>
                  </a:cubicBezTo>
                  <a:cubicBezTo>
                    <a:pt x="806225" y="456423"/>
                    <a:pt x="805672" y="456419"/>
                    <a:pt x="805103" y="456414"/>
                  </a:cubicBezTo>
                  <a:cubicBezTo>
                    <a:pt x="804673" y="456501"/>
                    <a:pt x="804243" y="456588"/>
                    <a:pt x="803800" y="456677"/>
                  </a:cubicBezTo>
                  <a:cubicBezTo>
                    <a:pt x="803555" y="457414"/>
                    <a:pt x="803309" y="458151"/>
                    <a:pt x="803056" y="458910"/>
                  </a:cubicBezTo>
                  <a:cubicBezTo>
                    <a:pt x="801041" y="459182"/>
                    <a:pt x="799172" y="459326"/>
                    <a:pt x="797150" y="459375"/>
                  </a:cubicBezTo>
                  <a:cubicBezTo>
                    <a:pt x="793288" y="459345"/>
                    <a:pt x="793288" y="459345"/>
                    <a:pt x="789662" y="460398"/>
                  </a:cubicBezTo>
                  <a:cubicBezTo>
                    <a:pt x="789416" y="461135"/>
                    <a:pt x="789171" y="461871"/>
                    <a:pt x="788918" y="462630"/>
                  </a:cubicBezTo>
                  <a:cubicBezTo>
                    <a:pt x="787467" y="462952"/>
                    <a:pt x="787467" y="462952"/>
                    <a:pt x="785589" y="463011"/>
                  </a:cubicBezTo>
                  <a:cubicBezTo>
                    <a:pt x="784920" y="463037"/>
                    <a:pt x="784251" y="463064"/>
                    <a:pt x="783562" y="463091"/>
                  </a:cubicBezTo>
                  <a:cubicBezTo>
                    <a:pt x="782506" y="463116"/>
                    <a:pt x="782506" y="463116"/>
                    <a:pt x="781430" y="463142"/>
                  </a:cubicBezTo>
                  <a:cubicBezTo>
                    <a:pt x="780370" y="463180"/>
                    <a:pt x="780370" y="463180"/>
                    <a:pt x="779289" y="463219"/>
                  </a:cubicBezTo>
                  <a:cubicBezTo>
                    <a:pt x="777538" y="463280"/>
                    <a:pt x="775787" y="463332"/>
                    <a:pt x="774035" y="463374"/>
                  </a:cubicBezTo>
                  <a:cubicBezTo>
                    <a:pt x="774035" y="464111"/>
                    <a:pt x="774035" y="464848"/>
                    <a:pt x="774035" y="465607"/>
                  </a:cubicBezTo>
                  <a:cubicBezTo>
                    <a:pt x="773371" y="465652"/>
                    <a:pt x="772707" y="465697"/>
                    <a:pt x="772023" y="465743"/>
                  </a:cubicBezTo>
                  <a:cubicBezTo>
                    <a:pt x="771152" y="465806"/>
                    <a:pt x="770281" y="465868"/>
                    <a:pt x="769384" y="465932"/>
                  </a:cubicBezTo>
                  <a:cubicBezTo>
                    <a:pt x="768521" y="465993"/>
                    <a:pt x="767657" y="466053"/>
                    <a:pt x="766768" y="466116"/>
                  </a:cubicBezTo>
                  <a:cubicBezTo>
                    <a:pt x="764011" y="466345"/>
                    <a:pt x="764011" y="466345"/>
                    <a:pt x="761384" y="467095"/>
                  </a:cubicBezTo>
                  <a:cubicBezTo>
                    <a:pt x="761139" y="467832"/>
                    <a:pt x="760893" y="468569"/>
                    <a:pt x="760640" y="469328"/>
                  </a:cubicBezTo>
                  <a:cubicBezTo>
                    <a:pt x="757933" y="469596"/>
                    <a:pt x="755298" y="469652"/>
                    <a:pt x="752581" y="469655"/>
                  </a:cubicBezTo>
                  <a:cubicBezTo>
                    <a:pt x="750673" y="469672"/>
                    <a:pt x="750673" y="469672"/>
                    <a:pt x="747990" y="470072"/>
                  </a:cubicBezTo>
                  <a:cubicBezTo>
                    <a:pt x="747744" y="470563"/>
                    <a:pt x="747499" y="471054"/>
                    <a:pt x="747246" y="471560"/>
                  </a:cubicBezTo>
                  <a:cubicBezTo>
                    <a:pt x="747000" y="472051"/>
                    <a:pt x="746755" y="472542"/>
                    <a:pt x="746502" y="473048"/>
                  </a:cubicBezTo>
                  <a:cubicBezTo>
                    <a:pt x="744304" y="473334"/>
                    <a:pt x="742329" y="473465"/>
                    <a:pt x="740130" y="473467"/>
                  </a:cubicBezTo>
                  <a:cubicBezTo>
                    <a:pt x="737998" y="473479"/>
                    <a:pt x="735981" y="473581"/>
                    <a:pt x="733851" y="473792"/>
                  </a:cubicBezTo>
                  <a:cubicBezTo>
                    <a:pt x="733606" y="474529"/>
                    <a:pt x="733360" y="475266"/>
                    <a:pt x="733107" y="476025"/>
                  </a:cubicBezTo>
                  <a:cubicBezTo>
                    <a:pt x="731793" y="476347"/>
                    <a:pt x="731793" y="476347"/>
                    <a:pt x="730104" y="476406"/>
                  </a:cubicBezTo>
                  <a:cubicBezTo>
                    <a:pt x="729502" y="476432"/>
                    <a:pt x="728901" y="476458"/>
                    <a:pt x="728280" y="476486"/>
                  </a:cubicBezTo>
                  <a:cubicBezTo>
                    <a:pt x="727648" y="476502"/>
                    <a:pt x="727015" y="476519"/>
                    <a:pt x="726363" y="476536"/>
                  </a:cubicBezTo>
                  <a:cubicBezTo>
                    <a:pt x="725410" y="476575"/>
                    <a:pt x="725410" y="476575"/>
                    <a:pt x="724438" y="476613"/>
                  </a:cubicBezTo>
                  <a:cubicBezTo>
                    <a:pt x="722863" y="476675"/>
                    <a:pt x="721288" y="476723"/>
                    <a:pt x="719713" y="476769"/>
                  </a:cubicBezTo>
                  <a:cubicBezTo>
                    <a:pt x="719713" y="477751"/>
                    <a:pt x="719713" y="478733"/>
                    <a:pt x="719713" y="479746"/>
                  </a:cubicBezTo>
                  <a:cubicBezTo>
                    <a:pt x="718808" y="479773"/>
                    <a:pt x="717903" y="479801"/>
                    <a:pt x="716971" y="479830"/>
                  </a:cubicBezTo>
                  <a:cubicBezTo>
                    <a:pt x="715792" y="479879"/>
                    <a:pt x="714613" y="479928"/>
                    <a:pt x="713434" y="479978"/>
                  </a:cubicBezTo>
                  <a:cubicBezTo>
                    <a:pt x="712538" y="480003"/>
                    <a:pt x="712538" y="480003"/>
                    <a:pt x="711624" y="480029"/>
                  </a:cubicBezTo>
                  <a:cubicBezTo>
                    <a:pt x="709710" y="480093"/>
                    <a:pt x="709710" y="480093"/>
                    <a:pt x="707062" y="480490"/>
                  </a:cubicBezTo>
                  <a:cubicBezTo>
                    <a:pt x="706817" y="481226"/>
                    <a:pt x="706571" y="481963"/>
                    <a:pt x="706318" y="482722"/>
                  </a:cubicBezTo>
                  <a:cubicBezTo>
                    <a:pt x="704148" y="483013"/>
                    <a:pt x="702124" y="483172"/>
                    <a:pt x="699946" y="483234"/>
                  </a:cubicBezTo>
                  <a:cubicBezTo>
                    <a:pt x="699346" y="483259"/>
                    <a:pt x="698746" y="483284"/>
                    <a:pt x="698128" y="483311"/>
                  </a:cubicBezTo>
                  <a:cubicBezTo>
                    <a:pt x="696642" y="483372"/>
                    <a:pt x="695155" y="483420"/>
                    <a:pt x="693668" y="483466"/>
                  </a:cubicBezTo>
                  <a:cubicBezTo>
                    <a:pt x="693668" y="484448"/>
                    <a:pt x="693668" y="485431"/>
                    <a:pt x="693668" y="486443"/>
                  </a:cubicBezTo>
                  <a:cubicBezTo>
                    <a:pt x="692763" y="486462"/>
                    <a:pt x="691859" y="486481"/>
                    <a:pt x="690927" y="486501"/>
                  </a:cubicBezTo>
                  <a:cubicBezTo>
                    <a:pt x="689747" y="486543"/>
                    <a:pt x="688568" y="486585"/>
                    <a:pt x="687389" y="486629"/>
                  </a:cubicBezTo>
                  <a:cubicBezTo>
                    <a:pt x="686792" y="486639"/>
                    <a:pt x="686195" y="486650"/>
                    <a:pt x="685579" y="486661"/>
                  </a:cubicBezTo>
                  <a:cubicBezTo>
                    <a:pt x="683662" y="486708"/>
                    <a:pt x="683662" y="486708"/>
                    <a:pt x="681017" y="487187"/>
                  </a:cubicBezTo>
                  <a:cubicBezTo>
                    <a:pt x="680756" y="488176"/>
                    <a:pt x="680508" y="489168"/>
                    <a:pt x="680273" y="490163"/>
                  </a:cubicBezTo>
                  <a:cubicBezTo>
                    <a:pt x="678326" y="490373"/>
                    <a:pt x="676674" y="490408"/>
                    <a:pt x="674739" y="490303"/>
                  </a:cubicBezTo>
                  <a:cubicBezTo>
                    <a:pt x="671075" y="489990"/>
                    <a:pt x="671075" y="489990"/>
                    <a:pt x="667623" y="490908"/>
                  </a:cubicBezTo>
                  <a:cubicBezTo>
                    <a:pt x="667377" y="491644"/>
                    <a:pt x="667132" y="492381"/>
                    <a:pt x="666879" y="493140"/>
                  </a:cubicBezTo>
                  <a:cubicBezTo>
                    <a:pt x="664985" y="493413"/>
                    <a:pt x="663246" y="493556"/>
                    <a:pt x="661344" y="493605"/>
                  </a:cubicBezTo>
                  <a:cubicBezTo>
                    <a:pt x="657674" y="493600"/>
                    <a:pt x="657674" y="493600"/>
                    <a:pt x="654228" y="494628"/>
                  </a:cubicBezTo>
                  <a:cubicBezTo>
                    <a:pt x="654228" y="495365"/>
                    <a:pt x="654228" y="496102"/>
                    <a:pt x="654228" y="496861"/>
                  </a:cubicBezTo>
                  <a:cubicBezTo>
                    <a:pt x="653377" y="496889"/>
                    <a:pt x="652527" y="496916"/>
                    <a:pt x="651650" y="496945"/>
                  </a:cubicBezTo>
                  <a:cubicBezTo>
                    <a:pt x="650540" y="496994"/>
                    <a:pt x="649431" y="497043"/>
                    <a:pt x="648322" y="497093"/>
                  </a:cubicBezTo>
                  <a:cubicBezTo>
                    <a:pt x="647479" y="497118"/>
                    <a:pt x="647479" y="497118"/>
                    <a:pt x="646620" y="497144"/>
                  </a:cubicBezTo>
                  <a:cubicBezTo>
                    <a:pt x="644817" y="497208"/>
                    <a:pt x="644817" y="497208"/>
                    <a:pt x="642322" y="497605"/>
                  </a:cubicBezTo>
                  <a:cubicBezTo>
                    <a:pt x="642076" y="498342"/>
                    <a:pt x="641831" y="499078"/>
                    <a:pt x="641578" y="499837"/>
                  </a:cubicBezTo>
                  <a:cubicBezTo>
                    <a:pt x="639007" y="500105"/>
                    <a:pt x="636514" y="500162"/>
                    <a:pt x="633933" y="500164"/>
                  </a:cubicBezTo>
                  <a:cubicBezTo>
                    <a:pt x="632142" y="500181"/>
                    <a:pt x="632142" y="500181"/>
                    <a:pt x="629672" y="500581"/>
                  </a:cubicBezTo>
                  <a:cubicBezTo>
                    <a:pt x="629422" y="501573"/>
                    <a:pt x="629174" y="502565"/>
                    <a:pt x="628927" y="503558"/>
                  </a:cubicBezTo>
                  <a:cubicBezTo>
                    <a:pt x="626357" y="503900"/>
                    <a:pt x="623933" y="503935"/>
                    <a:pt x="621348" y="503921"/>
                  </a:cubicBezTo>
                  <a:cubicBezTo>
                    <a:pt x="619552" y="503929"/>
                    <a:pt x="619552" y="503929"/>
                    <a:pt x="617021" y="504302"/>
                  </a:cubicBezTo>
                  <a:cubicBezTo>
                    <a:pt x="616491" y="505277"/>
                    <a:pt x="615993" y="506269"/>
                    <a:pt x="615533" y="507279"/>
                  </a:cubicBezTo>
                  <a:cubicBezTo>
                    <a:pt x="613324" y="507543"/>
                    <a:pt x="613324" y="507543"/>
                    <a:pt x="610696" y="507418"/>
                  </a:cubicBezTo>
                  <a:cubicBezTo>
                    <a:pt x="607415" y="507138"/>
                    <a:pt x="607415" y="507138"/>
                    <a:pt x="604371" y="508023"/>
                  </a:cubicBezTo>
                  <a:cubicBezTo>
                    <a:pt x="604125" y="508760"/>
                    <a:pt x="603880" y="509496"/>
                    <a:pt x="603627" y="510255"/>
                  </a:cubicBezTo>
                  <a:cubicBezTo>
                    <a:pt x="601214" y="510523"/>
                    <a:pt x="598884" y="510580"/>
                    <a:pt x="596461" y="510582"/>
                  </a:cubicBezTo>
                  <a:cubicBezTo>
                    <a:pt x="594782" y="510599"/>
                    <a:pt x="594782" y="510599"/>
                    <a:pt x="592465" y="510999"/>
                  </a:cubicBezTo>
                  <a:cubicBezTo>
                    <a:pt x="592349" y="511491"/>
                    <a:pt x="592234" y="511982"/>
                    <a:pt x="592116" y="512488"/>
                  </a:cubicBezTo>
                  <a:cubicBezTo>
                    <a:pt x="591985" y="512979"/>
                    <a:pt x="591855" y="513470"/>
                    <a:pt x="591720" y="513976"/>
                  </a:cubicBezTo>
                  <a:cubicBezTo>
                    <a:pt x="589658" y="514268"/>
                    <a:pt x="587833" y="514393"/>
                    <a:pt x="585767" y="514395"/>
                  </a:cubicBezTo>
                  <a:cubicBezTo>
                    <a:pt x="583742" y="514407"/>
                    <a:pt x="581837" y="514509"/>
                    <a:pt x="579814" y="514720"/>
                  </a:cubicBezTo>
                  <a:cubicBezTo>
                    <a:pt x="579569" y="515457"/>
                    <a:pt x="579323" y="516193"/>
                    <a:pt x="579070" y="516953"/>
                  </a:cubicBezTo>
                  <a:cubicBezTo>
                    <a:pt x="577143" y="517244"/>
                    <a:pt x="575378" y="517402"/>
                    <a:pt x="573442" y="517464"/>
                  </a:cubicBezTo>
                  <a:cubicBezTo>
                    <a:pt x="572649" y="517502"/>
                    <a:pt x="572649" y="517502"/>
                    <a:pt x="571839" y="517541"/>
                  </a:cubicBezTo>
                  <a:cubicBezTo>
                    <a:pt x="570529" y="517603"/>
                    <a:pt x="569219" y="517651"/>
                    <a:pt x="567908" y="517697"/>
                  </a:cubicBezTo>
                  <a:cubicBezTo>
                    <a:pt x="567908" y="518679"/>
                    <a:pt x="567908" y="519661"/>
                    <a:pt x="567908" y="520673"/>
                  </a:cubicBezTo>
                  <a:cubicBezTo>
                    <a:pt x="567057" y="520701"/>
                    <a:pt x="566206" y="520729"/>
                    <a:pt x="565330" y="520758"/>
                  </a:cubicBezTo>
                  <a:cubicBezTo>
                    <a:pt x="564220" y="520806"/>
                    <a:pt x="563111" y="520856"/>
                    <a:pt x="562001" y="520906"/>
                  </a:cubicBezTo>
                  <a:cubicBezTo>
                    <a:pt x="561159" y="520931"/>
                    <a:pt x="561159" y="520931"/>
                    <a:pt x="560299" y="520957"/>
                  </a:cubicBezTo>
                  <a:cubicBezTo>
                    <a:pt x="558496" y="521021"/>
                    <a:pt x="558496" y="521021"/>
                    <a:pt x="556002" y="521417"/>
                  </a:cubicBezTo>
                  <a:cubicBezTo>
                    <a:pt x="555756" y="522154"/>
                    <a:pt x="555511" y="522891"/>
                    <a:pt x="555258" y="523650"/>
                  </a:cubicBezTo>
                  <a:cubicBezTo>
                    <a:pt x="553111" y="524723"/>
                    <a:pt x="551226" y="524464"/>
                    <a:pt x="548839" y="524440"/>
                  </a:cubicBezTo>
                  <a:cubicBezTo>
                    <a:pt x="547955" y="524434"/>
                    <a:pt x="547070" y="524427"/>
                    <a:pt x="546159" y="524420"/>
                  </a:cubicBezTo>
                  <a:cubicBezTo>
                    <a:pt x="545478" y="524411"/>
                    <a:pt x="544797" y="524403"/>
                    <a:pt x="544095" y="524394"/>
                  </a:cubicBezTo>
                  <a:cubicBezTo>
                    <a:pt x="544095" y="525376"/>
                    <a:pt x="544095" y="526358"/>
                    <a:pt x="544095" y="527371"/>
                  </a:cubicBezTo>
                  <a:cubicBezTo>
                    <a:pt x="540166" y="527616"/>
                    <a:pt x="536237" y="527862"/>
                    <a:pt x="532189" y="528115"/>
                  </a:cubicBezTo>
                  <a:cubicBezTo>
                    <a:pt x="532189" y="529097"/>
                    <a:pt x="532189" y="530079"/>
                    <a:pt x="532189" y="531091"/>
                  </a:cubicBezTo>
                  <a:cubicBezTo>
                    <a:pt x="531392" y="531119"/>
                    <a:pt x="530595" y="531147"/>
                    <a:pt x="529774" y="531176"/>
                  </a:cubicBezTo>
                  <a:cubicBezTo>
                    <a:pt x="528734" y="531224"/>
                    <a:pt x="527694" y="531274"/>
                    <a:pt x="526655" y="531324"/>
                  </a:cubicBezTo>
                  <a:cubicBezTo>
                    <a:pt x="525865" y="531349"/>
                    <a:pt x="525865" y="531349"/>
                    <a:pt x="525060" y="531375"/>
                  </a:cubicBezTo>
                  <a:cubicBezTo>
                    <a:pt x="523369" y="531439"/>
                    <a:pt x="523369" y="531439"/>
                    <a:pt x="521027" y="531835"/>
                  </a:cubicBezTo>
                  <a:cubicBezTo>
                    <a:pt x="520781" y="532572"/>
                    <a:pt x="520536" y="533309"/>
                    <a:pt x="520283" y="534068"/>
                  </a:cubicBezTo>
                  <a:cubicBezTo>
                    <a:pt x="517602" y="534390"/>
                    <a:pt x="514962" y="534396"/>
                    <a:pt x="512263" y="534437"/>
                  </a:cubicBezTo>
                  <a:cubicBezTo>
                    <a:pt x="511472" y="534561"/>
                    <a:pt x="510680" y="534684"/>
                    <a:pt x="509865" y="534812"/>
                  </a:cubicBezTo>
                  <a:cubicBezTo>
                    <a:pt x="509619" y="535303"/>
                    <a:pt x="509374" y="535794"/>
                    <a:pt x="509121" y="536300"/>
                  </a:cubicBezTo>
                  <a:cubicBezTo>
                    <a:pt x="508875" y="536791"/>
                    <a:pt x="508630" y="537282"/>
                    <a:pt x="508377" y="537788"/>
                  </a:cubicBezTo>
                  <a:cubicBezTo>
                    <a:pt x="505979" y="538163"/>
                    <a:pt x="505979" y="538163"/>
                    <a:pt x="503121" y="538207"/>
                  </a:cubicBezTo>
                  <a:cubicBezTo>
                    <a:pt x="500346" y="538206"/>
                    <a:pt x="500346" y="538206"/>
                    <a:pt x="497959" y="538533"/>
                  </a:cubicBezTo>
                  <a:cubicBezTo>
                    <a:pt x="497713" y="539269"/>
                    <a:pt x="497468" y="540006"/>
                    <a:pt x="497215" y="540765"/>
                  </a:cubicBezTo>
                  <a:cubicBezTo>
                    <a:pt x="495267" y="541120"/>
                    <a:pt x="495267" y="541120"/>
                    <a:pt x="492843" y="541230"/>
                  </a:cubicBezTo>
                  <a:cubicBezTo>
                    <a:pt x="490357" y="541356"/>
                    <a:pt x="488420" y="541464"/>
                    <a:pt x="486052" y="542253"/>
                  </a:cubicBezTo>
                  <a:cubicBezTo>
                    <a:pt x="486052" y="542990"/>
                    <a:pt x="486052" y="543727"/>
                    <a:pt x="486052" y="544486"/>
                  </a:cubicBezTo>
                  <a:cubicBezTo>
                    <a:pt x="482369" y="544731"/>
                    <a:pt x="478685" y="544977"/>
                    <a:pt x="474890" y="545230"/>
                  </a:cubicBezTo>
                  <a:cubicBezTo>
                    <a:pt x="474890" y="546212"/>
                    <a:pt x="474890" y="547194"/>
                    <a:pt x="474890" y="548206"/>
                  </a:cubicBezTo>
                  <a:cubicBezTo>
                    <a:pt x="474147" y="548234"/>
                    <a:pt x="473403" y="548262"/>
                    <a:pt x="472638" y="548291"/>
                  </a:cubicBezTo>
                  <a:cubicBezTo>
                    <a:pt x="471677" y="548340"/>
                    <a:pt x="470717" y="548389"/>
                    <a:pt x="469728" y="548439"/>
                  </a:cubicBezTo>
                  <a:cubicBezTo>
                    <a:pt x="468290" y="548504"/>
                    <a:pt x="468290" y="548504"/>
                    <a:pt x="466824" y="548570"/>
                  </a:cubicBezTo>
                  <a:cubicBezTo>
                    <a:pt x="466048" y="548695"/>
                    <a:pt x="465272" y="548821"/>
                    <a:pt x="464472" y="548951"/>
                  </a:cubicBezTo>
                  <a:cubicBezTo>
                    <a:pt x="464227" y="549687"/>
                    <a:pt x="463981" y="550424"/>
                    <a:pt x="463728" y="551183"/>
                  </a:cubicBezTo>
                  <a:cubicBezTo>
                    <a:pt x="461754" y="551538"/>
                    <a:pt x="461754" y="551538"/>
                    <a:pt x="459310" y="551648"/>
                  </a:cubicBezTo>
                  <a:cubicBezTo>
                    <a:pt x="456195" y="551713"/>
                    <a:pt x="456195" y="551713"/>
                    <a:pt x="453310" y="552671"/>
                  </a:cubicBezTo>
                  <a:cubicBezTo>
                    <a:pt x="453310" y="553408"/>
                    <a:pt x="453310" y="554145"/>
                    <a:pt x="453310" y="554904"/>
                  </a:cubicBezTo>
                  <a:cubicBezTo>
                    <a:pt x="452567" y="554932"/>
                    <a:pt x="451823" y="554959"/>
                    <a:pt x="451057" y="554988"/>
                  </a:cubicBezTo>
                  <a:cubicBezTo>
                    <a:pt x="450097" y="555037"/>
                    <a:pt x="449137" y="555086"/>
                    <a:pt x="448148" y="555136"/>
                  </a:cubicBezTo>
                  <a:cubicBezTo>
                    <a:pt x="446710" y="555201"/>
                    <a:pt x="446710" y="555201"/>
                    <a:pt x="445244" y="555267"/>
                  </a:cubicBezTo>
                  <a:cubicBezTo>
                    <a:pt x="444468" y="555393"/>
                    <a:pt x="443692" y="555518"/>
                    <a:pt x="442892" y="555648"/>
                  </a:cubicBezTo>
                  <a:cubicBezTo>
                    <a:pt x="442647" y="556385"/>
                    <a:pt x="442401" y="557121"/>
                    <a:pt x="442148" y="557880"/>
                  </a:cubicBezTo>
                  <a:cubicBezTo>
                    <a:pt x="440174" y="558235"/>
                    <a:pt x="440174" y="558235"/>
                    <a:pt x="437730" y="558345"/>
                  </a:cubicBezTo>
                  <a:cubicBezTo>
                    <a:pt x="434615" y="558411"/>
                    <a:pt x="434615" y="558411"/>
                    <a:pt x="431730" y="559369"/>
                  </a:cubicBezTo>
                  <a:cubicBezTo>
                    <a:pt x="431485" y="560105"/>
                    <a:pt x="431239" y="560842"/>
                    <a:pt x="430986" y="561601"/>
                  </a:cubicBezTo>
                  <a:cubicBezTo>
                    <a:pt x="428498" y="561923"/>
                    <a:pt x="426055" y="561929"/>
                    <a:pt x="423548" y="561970"/>
                  </a:cubicBezTo>
                  <a:cubicBezTo>
                    <a:pt x="422810" y="562094"/>
                    <a:pt x="422072" y="562218"/>
                    <a:pt x="421312" y="562345"/>
                  </a:cubicBezTo>
                  <a:cubicBezTo>
                    <a:pt x="421075" y="562841"/>
                    <a:pt x="420838" y="563337"/>
                    <a:pt x="420594" y="563848"/>
                  </a:cubicBezTo>
                  <a:cubicBezTo>
                    <a:pt x="420340" y="564334"/>
                    <a:pt x="420086" y="564821"/>
                    <a:pt x="419824" y="565322"/>
                  </a:cubicBezTo>
                  <a:cubicBezTo>
                    <a:pt x="417400" y="565612"/>
                    <a:pt x="417400" y="565612"/>
                    <a:pt x="414522" y="565508"/>
                  </a:cubicBezTo>
                  <a:cubicBezTo>
                    <a:pt x="413568" y="565481"/>
                    <a:pt x="412615" y="565454"/>
                    <a:pt x="411633" y="565426"/>
                  </a:cubicBezTo>
                  <a:cubicBezTo>
                    <a:pt x="410530" y="565375"/>
                    <a:pt x="410530" y="565375"/>
                    <a:pt x="409406" y="565322"/>
                  </a:cubicBezTo>
                  <a:cubicBezTo>
                    <a:pt x="409406" y="566304"/>
                    <a:pt x="409406" y="567286"/>
                    <a:pt x="409406" y="568298"/>
                  </a:cubicBezTo>
                  <a:cubicBezTo>
                    <a:pt x="408716" y="568317"/>
                    <a:pt x="408027" y="568337"/>
                    <a:pt x="407316" y="568356"/>
                  </a:cubicBezTo>
                  <a:cubicBezTo>
                    <a:pt x="406425" y="568399"/>
                    <a:pt x="405534" y="568441"/>
                    <a:pt x="404616" y="568484"/>
                  </a:cubicBezTo>
                  <a:cubicBezTo>
                    <a:pt x="403726" y="568519"/>
                    <a:pt x="402837" y="568553"/>
                    <a:pt x="401921" y="568589"/>
                  </a:cubicBezTo>
                  <a:cubicBezTo>
                    <a:pt x="401199" y="568739"/>
                    <a:pt x="400476" y="568888"/>
                    <a:pt x="399732" y="569042"/>
                  </a:cubicBezTo>
                  <a:cubicBezTo>
                    <a:pt x="399559" y="569791"/>
                    <a:pt x="399559" y="569791"/>
                    <a:pt x="399383" y="570554"/>
                  </a:cubicBezTo>
                  <a:cubicBezTo>
                    <a:pt x="399188" y="571279"/>
                    <a:pt x="399188" y="571279"/>
                    <a:pt x="398988" y="572019"/>
                  </a:cubicBezTo>
                  <a:cubicBezTo>
                    <a:pt x="396636" y="572310"/>
                    <a:pt x="396636" y="572310"/>
                    <a:pt x="393732" y="572205"/>
                  </a:cubicBezTo>
                  <a:cubicBezTo>
                    <a:pt x="392772" y="572178"/>
                    <a:pt x="391812" y="572151"/>
                    <a:pt x="390823" y="572124"/>
                  </a:cubicBezTo>
                  <a:cubicBezTo>
                    <a:pt x="389708" y="572072"/>
                    <a:pt x="389708" y="572072"/>
                    <a:pt x="388570" y="572019"/>
                  </a:cubicBezTo>
                  <a:cubicBezTo>
                    <a:pt x="388570" y="573001"/>
                    <a:pt x="388570" y="573983"/>
                    <a:pt x="388570" y="574996"/>
                  </a:cubicBezTo>
                  <a:cubicBezTo>
                    <a:pt x="385132" y="575241"/>
                    <a:pt x="381694" y="575487"/>
                    <a:pt x="378152" y="575740"/>
                  </a:cubicBezTo>
                  <a:cubicBezTo>
                    <a:pt x="378152" y="576722"/>
                    <a:pt x="378152" y="577704"/>
                    <a:pt x="378152" y="578716"/>
                  </a:cubicBezTo>
                  <a:cubicBezTo>
                    <a:pt x="374469" y="578962"/>
                    <a:pt x="370785" y="579207"/>
                    <a:pt x="366990" y="579460"/>
                  </a:cubicBezTo>
                  <a:cubicBezTo>
                    <a:pt x="366990" y="580443"/>
                    <a:pt x="366990" y="581425"/>
                    <a:pt x="366990" y="582437"/>
                  </a:cubicBezTo>
                  <a:cubicBezTo>
                    <a:pt x="366354" y="582465"/>
                    <a:pt x="365718" y="582493"/>
                    <a:pt x="365063" y="582521"/>
                  </a:cubicBezTo>
                  <a:cubicBezTo>
                    <a:pt x="364241" y="582570"/>
                    <a:pt x="363419" y="582619"/>
                    <a:pt x="362572" y="582669"/>
                  </a:cubicBezTo>
                  <a:cubicBezTo>
                    <a:pt x="361751" y="582713"/>
                    <a:pt x="360931" y="582756"/>
                    <a:pt x="360086" y="582800"/>
                  </a:cubicBezTo>
                  <a:cubicBezTo>
                    <a:pt x="359418" y="582926"/>
                    <a:pt x="358749" y="583052"/>
                    <a:pt x="358060" y="583181"/>
                  </a:cubicBezTo>
                  <a:cubicBezTo>
                    <a:pt x="357815" y="583918"/>
                    <a:pt x="357569" y="584654"/>
                    <a:pt x="357316" y="585413"/>
                  </a:cubicBezTo>
                  <a:cubicBezTo>
                    <a:pt x="355389" y="585705"/>
                    <a:pt x="353624" y="585863"/>
                    <a:pt x="351689" y="585925"/>
                  </a:cubicBezTo>
                  <a:cubicBezTo>
                    <a:pt x="350895" y="585963"/>
                    <a:pt x="350895" y="585963"/>
                    <a:pt x="350085" y="586002"/>
                  </a:cubicBezTo>
                  <a:cubicBezTo>
                    <a:pt x="348775" y="586064"/>
                    <a:pt x="347465" y="586112"/>
                    <a:pt x="346154" y="586158"/>
                  </a:cubicBezTo>
                  <a:cubicBezTo>
                    <a:pt x="346154" y="587140"/>
                    <a:pt x="346154" y="588122"/>
                    <a:pt x="346154" y="589134"/>
                  </a:cubicBezTo>
                  <a:cubicBezTo>
                    <a:pt x="342470" y="589380"/>
                    <a:pt x="338787" y="589625"/>
                    <a:pt x="334992" y="589878"/>
                  </a:cubicBezTo>
                  <a:cubicBezTo>
                    <a:pt x="334992" y="590615"/>
                    <a:pt x="334992" y="591352"/>
                    <a:pt x="334992" y="592111"/>
                  </a:cubicBezTo>
                  <a:cubicBezTo>
                    <a:pt x="331554" y="592356"/>
                    <a:pt x="328116" y="592602"/>
                    <a:pt x="324574" y="592855"/>
                  </a:cubicBezTo>
                  <a:cubicBezTo>
                    <a:pt x="324574" y="593837"/>
                    <a:pt x="324574" y="594819"/>
                    <a:pt x="324574" y="595831"/>
                  </a:cubicBezTo>
                  <a:cubicBezTo>
                    <a:pt x="323777" y="595851"/>
                    <a:pt x="322980" y="595870"/>
                    <a:pt x="322158" y="595890"/>
                  </a:cubicBezTo>
                  <a:cubicBezTo>
                    <a:pt x="321119" y="595931"/>
                    <a:pt x="320079" y="595974"/>
                    <a:pt x="319039" y="596017"/>
                  </a:cubicBezTo>
                  <a:cubicBezTo>
                    <a:pt x="318513" y="596028"/>
                    <a:pt x="317987" y="596039"/>
                    <a:pt x="317445" y="596049"/>
                  </a:cubicBezTo>
                  <a:cubicBezTo>
                    <a:pt x="315750" y="596098"/>
                    <a:pt x="315750" y="596098"/>
                    <a:pt x="313412" y="596576"/>
                  </a:cubicBezTo>
                  <a:cubicBezTo>
                    <a:pt x="312882" y="598063"/>
                    <a:pt x="312882" y="598063"/>
                    <a:pt x="312668" y="599552"/>
                  </a:cubicBezTo>
                  <a:cubicBezTo>
                    <a:pt x="311046" y="599817"/>
                    <a:pt x="311046" y="599817"/>
                    <a:pt x="309040" y="599692"/>
                  </a:cubicBezTo>
                  <a:cubicBezTo>
                    <a:pt x="306654" y="599563"/>
                    <a:pt x="305292" y="599530"/>
                    <a:pt x="302994" y="600296"/>
                  </a:cubicBezTo>
                  <a:cubicBezTo>
                    <a:pt x="302994" y="601033"/>
                    <a:pt x="302994" y="601770"/>
                    <a:pt x="302994" y="602529"/>
                  </a:cubicBezTo>
                  <a:cubicBezTo>
                    <a:pt x="302197" y="602548"/>
                    <a:pt x="301400" y="602567"/>
                    <a:pt x="300578" y="602587"/>
                  </a:cubicBezTo>
                  <a:cubicBezTo>
                    <a:pt x="299539" y="602629"/>
                    <a:pt x="298499" y="602671"/>
                    <a:pt x="297459" y="602715"/>
                  </a:cubicBezTo>
                  <a:cubicBezTo>
                    <a:pt x="296933" y="602725"/>
                    <a:pt x="296407" y="602736"/>
                    <a:pt x="295865" y="602747"/>
                  </a:cubicBezTo>
                  <a:cubicBezTo>
                    <a:pt x="294170" y="602795"/>
                    <a:pt x="294170" y="602795"/>
                    <a:pt x="291832" y="603273"/>
                  </a:cubicBezTo>
                  <a:cubicBezTo>
                    <a:pt x="291717" y="603772"/>
                    <a:pt x="291601" y="604270"/>
                    <a:pt x="291483" y="604784"/>
                  </a:cubicBezTo>
                  <a:cubicBezTo>
                    <a:pt x="291352" y="605268"/>
                    <a:pt x="291222" y="605751"/>
                    <a:pt x="291088" y="606249"/>
                  </a:cubicBezTo>
                  <a:cubicBezTo>
                    <a:pt x="288988" y="606477"/>
                    <a:pt x="287178" y="606528"/>
                    <a:pt x="285088" y="606435"/>
                  </a:cubicBezTo>
                  <a:cubicBezTo>
                    <a:pt x="284523" y="606422"/>
                    <a:pt x="283959" y="606409"/>
                    <a:pt x="283377" y="606395"/>
                  </a:cubicBezTo>
                  <a:cubicBezTo>
                    <a:pt x="281978" y="606360"/>
                    <a:pt x="280580" y="606306"/>
                    <a:pt x="279181" y="606249"/>
                  </a:cubicBezTo>
                  <a:cubicBezTo>
                    <a:pt x="279181" y="607232"/>
                    <a:pt x="279181" y="608214"/>
                    <a:pt x="279181" y="609226"/>
                  </a:cubicBezTo>
                  <a:cubicBezTo>
                    <a:pt x="278438" y="609245"/>
                    <a:pt x="277694" y="609264"/>
                    <a:pt x="276929" y="609284"/>
                  </a:cubicBezTo>
                  <a:cubicBezTo>
                    <a:pt x="275968" y="609326"/>
                    <a:pt x="275008" y="609369"/>
                    <a:pt x="274019" y="609412"/>
                  </a:cubicBezTo>
                  <a:cubicBezTo>
                    <a:pt x="273061" y="609447"/>
                    <a:pt x="272102" y="609481"/>
                    <a:pt x="271115" y="609517"/>
                  </a:cubicBezTo>
                  <a:cubicBezTo>
                    <a:pt x="270339" y="609666"/>
                    <a:pt x="269563" y="609816"/>
                    <a:pt x="268763" y="609970"/>
                  </a:cubicBezTo>
                  <a:cubicBezTo>
                    <a:pt x="268647" y="610464"/>
                    <a:pt x="268531" y="610958"/>
                    <a:pt x="268412" y="611467"/>
                  </a:cubicBezTo>
                  <a:cubicBezTo>
                    <a:pt x="268217" y="612199"/>
                    <a:pt x="268217" y="612199"/>
                    <a:pt x="268019" y="612947"/>
                  </a:cubicBezTo>
                  <a:cubicBezTo>
                    <a:pt x="266077" y="613239"/>
                    <a:pt x="264385" y="613363"/>
                    <a:pt x="262438" y="613365"/>
                  </a:cubicBezTo>
                  <a:cubicBezTo>
                    <a:pt x="260534" y="613377"/>
                    <a:pt x="258758" y="613480"/>
                    <a:pt x="256857" y="613691"/>
                  </a:cubicBezTo>
                  <a:cubicBezTo>
                    <a:pt x="256612" y="614428"/>
                    <a:pt x="256366" y="615164"/>
                    <a:pt x="256113" y="615923"/>
                  </a:cubicBezTo>
                  <a:cubicBezTo>
                    <a:pt x="254218" y="616304"/>
                    <a:pt x="254218" y="616304"/>
                    <a:pt x="251834" y="616435"/>
                  </a:cubicBezTo>
                  <a:cubicBezTo>
                    <a:pt x="251055" y="616484"/>
                    <a:pt x="250276" y="616533"/>
                    <a:pt x="249474" y="616583"/>
                  </a:cubicBezTo>
                  <a:cubicBezTo>
                    <a:pt x="247467" y="616657"/>
                    <a:pt x="245470" y="616686"/>
                    <a:pt x="243463" y="616667"/>
                  </a:cubicBezTo>
                  <a:cubicBezTo>
                    <a:pt x="243463" y="617650"/>
                    <a:pt x="243463" y="618632"/>
                    <a:pt x="243463" y="619644"/>
                  </a:cubicBezTo>
                  <a:cubicBezTo>
                    <a:pt x="239533" y="619890"/>
                    <a:pt x="235604" y="620135"/>
                    <a:pt x="231556" y="620388"/>
                  </a:cubicBezTo>
                  <a:cubicBezTo>
                    <a:pt x="231556" y="621370"/>
                    <a:pt x="231556" y="622353"/>
                    <a:pt x="231556" y="623365"/>
                  </a:cubicBezTo>
                  <a:cubicBezTo>
                    <a:pt x="230705" y="623392"/>
                    <a:pt x="229855" y="623420"/>
                    <a:pt x="228978" y="623449"/>
                  </a:cubicBezTo>
                  <a:cubicBezTo>
                    <a:pt x="227869" y="623498"/>
                    <a:pt x="226759" y="623547"/>
                    <a:pt x="225650" y="623597"/>
                  </a:cubicBezTo>
                  <a:cubicBezTo>
                    <a:pt x="224807" y="623622"/>
                    <a:pt x="224807" y="623622"/>
                    <a:pt x="223948" y="623648"/>
                  </a:cubicBezTo>
                  <a:cubicBezTo>
                    <a:pt x="222145" y="623712"/>
                    <a:pt x="222145" y="623712"/>
                    <a:pt x="219650" y="624109"/>
                  </a:cubicBezTo>
                  <a:cubicBezTo>
                    <a:pt x="219404" y="624845"/>
                    <a:pt x="219159" y="625582"/>
                    <a:pt x="218906" y="626341"/>
                  </a:cubicBezTo>
                  <a:cubicBezTo>
                    <a:pt x="217012" y="626614"/>
                    <a:pt x="215273" y="626757"/>
                    <a:pt x="213371" y="626806"/>
                  </a:cubicBezTo>
                  <a:cubicBezTo>
                    <a:pt x="209701" y="626801"/>
                    <a:pt x="209701" y="626801"/>
                    <a:pt x="206256" y="627829"/>
                  </a:cubicBezTo>
                  <a:cubicBezTo>
                    <a:pt x="206256" y="628566"/>
                    <a:pt x="206256" y="629303"/>
                    <a:pt x="206256" y="630062"/>
                  </a:cubicBezTo>
                  <a:cubicBezTo>
                    <a:pt x="204992" y="630104"/>
                    <a:pt x="204992" y="630104"/>
                    <a:pt x="203703" y="630146"/>
                  </a:cubicBezTo>
                  <a:cubicBezTo>
                    <a:pt x="202601" y="630195"/>
                    <a:pt x="201498" y="630244"/>
                    <a:pt x="200395" y="630294"/>
                  </a:cubicBezTo>
                  <a:cubicBezTo>
                    <a:pt x="199840" y="630311"/>
                    <a:pt x="199285" y="630328"/>
                    <a:pt x="198712" y="630345"/>
                  </a:cubicBezTo>
                  <a:cubicBezTo>
                    <a:pt x="197252" y="630418"/>
                    <a:pt x="195798" y="630605"/>
                    <a:pt x="194349" y="630806"/>
                  </a:cubicBezTo>
                  <a:cubicBezTo>
                    <a:pt x="193858" y="631543"/>
                    <a:pt x="193367" y="632279"/>
                    <a:pt x="192861" y="633038"/>
                  </a:cubicBezTo>
                  <a:cubicBezTo>
                    <a:pt x="190457" y="633300"/>
                    <a:pt x="188138" y="633363"/>
                    <a:pt x="185725" y="633365"/>
                  </a:cubicBezTo>
                  <a:cubicBezTo>
                    <a:pt x="184053" y="633383"/>
                    <a:pt x="184053" y="633383"/>
                    <a:pt x="181699" y="633783"/>
                  </a:cubicBezTo>
                  <a:cubicBezTo>
                    <a:pt x="181464" y="634274"/>
                    <a:pt x="181229" y="634766"/>
                    <a:pt x="180987" y="635273"/>
                  </a:cubicBezTo>
                  <a:cubicBezTo>
                    <a:pt x="180731" y="635763"/>
                    <a:pt x="180475" y="636254"/>
                    <a:pt x="180211" y="636759"/>
                  </a:cubicBezTo>
                  <a:cubicBezTo>
                    <a:pt x="178824" y="637118"/>
                    <a:pt x="178824" y="637118"/>
                    <a:pt x="177161" y="637108"/>
                  </a:cubicBezTo>
                  <a:cubicBezTo>
                    <a:pt x="176565" y="637119"/>
                    <a:pt x="175969" y="637129"/>
                    <a:pt x="175355" y="637140"/>
                  </a:cubicBezTo>
                  <a:cubicBezTo>
                    <a:pt x="174732" y="637137"/>
                    <a:pt x="174109" y="637134"/>
                    <a:pt x="173467" y="637131"/>
                  </a:cubicBezTo>
                  <a:cubicBezTo>
                    <a:pt x="171181" y="637121"/>
                    <a:pt x="169100" y="637233"/>
                    <a:pt x="166816" y="637503"/>
                  </a:cubicBezTo>
                  <a:cubicBezTo>
                    <a:pt x="166711" y="637993"/>
                    <a:pt x="166605" y="638484"/>
                    <a:pt x="166497" y="638989"/>
                  </a:cubicBezTo>
                  <a:cubicBezTo>
                    <a:pt x="166356" y="639481"/>
                    <a:pt x="166216" y="639973"/>
                    <a:pt x="166072" y="640480"/>
                  </a:cubicBezTo>
                  <a:cubicBezTo>
                    <a:pt x="164428" y="640865"/>
                    <a:pt x="164428" y="640865"/>
                    <a:pt x="162281" y="640875"/>
                  </a:cubicBezTo>
                  <a:cubicBezTo>
                    <a:pt x="161515" y="640879"/>
                    <a:pt x="160749" y="640883"/>
                    <a:pt x="159959" y="640887"/>
                  </a:cubicBezTo>
                  <a:cubicBezTo>
                    <a:pt x="159152" y="640875"/>
                    <a:pt x="158345" y="640864"/>
                    <a:pt x="157514" y="640852"/>
                  </a:cubicBezTo>
                  <a:cubicBezTo>
                    <a:pt x="156708" y="640863"/>
                    <a:pt x="155901" y="640875"/>
                    <a:pt x="155070" y="640887"/>
                  </a:cubicBezTo>
                  <a:cubicBezTo>
                    <a:pt x="153920" y="640881"/>
                    <a:pt x="153920" y="640881"/>
                    <a:pt x="152747" y="640875"/>
                  </a:cubicBezTo>
                  <a:cubicBezTo>
                    <a:pt x="152039" y="640872"/>
                    <a:pt x="151330" y="640868"/>
                    <a:pt x="150600" y="640865"/>
                  </a:cubicBezTo>
                  <a:cubicBezTo>
                    <a:pt x="150058" y="640738"/>
                    <a:pt x="149516" y="640611"/>
                    <a:pt x="148957" y="640480"/>
                  </a:cubicBezTo>
                  <a:cubicBezTo>
                    <a:pt x="148429" y="639010"/>
                    <a:pt x="148429" y="639010"/>
                    <a:pt x="148213" y="637503"/>
                  </a:cubicBezTo>
                  <a:cubicBezTo>
                    <a:pt x="147235" y="636979"/>
                    <a:pt x="146239" y="636489"/>
                    <a:pt x="145236" y="636015"/>
                  </a:cubicBezTo>
                  <a:cubicBezTo>
                    <a:pt x="142062" y="633151"/>
                    <a:pt x="139895" y="630409"/>
                    <a:pt x="138539" y="626341"/>
                  </a:cubicBezTo>
                  <a:cubicBezTo>
                    <a:pt x="137802" y="626096"/>
                    <a:pt x="137065" y="625850"/>
                    <a:pt x="136306" y="625597"/>
                  </a:cubicBezTo>
                  <a:cubicBezTo>
                    <a:pt x="136122" y="624837"/>
                    <a:pt x="136122" y="624837"/>
                    <a:pt x="135934" y="624062"/>
                  </a:cubicBezTo>
                  <a:cubicBezTo>
                    <a:pt x="135811" y="623586"/>
                    <a:pt x="135689" y="623111"/>
                    <a:pt x="135562" y="622620"/>
                  </a:cubicBezTo>
                  <a:cubicBezTo>
                    <a:pt x="134825" y="622620"/>
                    <a:pt x="134089" y="622620"/>
                    <a:pt x="133330" y="622620"/>
                  </a:cubicBezTo>
                  <a:cubicBezTo>
                    <a:pt x="132539" y="621179"/>
                    <a:pt x="132539" y="621179"/>
                    <a:pt x="131841" y="619644"/>
                  </a:cubicBezTo>
                  <a:cubicBezTo>
                    <a:pt x="131350" y="619398"/>
                    <a:pt x="130859" y="619153"/>
                    <a:pt x="130353" y="618900"/>
                  </a:cubicBezTo>
                  <a:cubicBezTo>
                    <a:pt x="130353" y="617918"/>
                    <a:pt x="130353" y="616935"/>
                    <a:pt x="130353" y="615923"/>
                  </a:cubicBezTo>
                  <a:cubicBezTo>
                    <a:pt x="129616" y="615923"/>
                    <a:pt x="128880" y="615923"/>
                    <a:pt x="128121" y="615923"/>
                  </a:cubicBezTo>
                  <a:cubicBezTo>
                    <a:pt x="127330" y="614481"/>
                    <a:pt x="127330" y="614481"/>
                    <a:pt x="126632" y="612947"/>
                  </a:cubicBezTo>
                  <a:cubicBezTo>
                    <a:pt x="126141" y="612701"/>
                    <a:pt x="125650" y="612456"/>
                    <a:pt x="125144" y="612203"/>
                  </a:cubicBezTo>
                  <a:cubicBezTo>
                    <a:pt x="124648" y="611210"/>
                    <a:pt x="124152" y="610218"/>
                    <a:pt x="123656" y="609226"/>
                  </a:cubicBezTo>
                  <a:cubicBezTo>
                    <a:pt x="123165" y="608980"/>
                    <a:pt x="122674" y="608735"/>
                    <a:pt x="122168" y="608482"/>
                  </a:cubicBezTo>
                  <a:cubicBezTo>
                    <a:pt x="121922" y="607745"/>
                    <a:pt x="121677" y="607008"/>
                    <a:pt x="121423" y="606249"/>
                  </a:cubicBezTo>
                  <a:cubicBezTo>
                    <a:pt x="120400" y="605102"/>
                    <a:pt x="120400" y="605102"/>
                    <a:pt x="119191" y="604017"/>
                  </a:cubicBezTo>
                  <a:cubicBezTo>
                    <a:pt x="117480" y="602438"/>
                    <a:pt x="116979" y="601847"/>
                    <a:pt x="116215" y="599552"/>
                  </a:cubicBezTo>
                  <a:cubicBezTo>
                    <a:pt x="115478" y="599061"/>
                    <a:pt x="114741" y="598570"/>
                    <a:pt x="113982" y="598064"/>
                  </a:cubicBezTo>
                  <a:cubicBezTo>
                    <a:pt x="113737" y="597327"/>
                    <a:pt x="113491" y="596590"/>
                    <a:pt x="113238" y="595831"/>
                  </a:cubicBezTo>
                  <a:cubicBezTo>
                    <a:pt x="112854" y="595448"/>
                    <a:pt x="112471" y="595064"/>
                    <a:pt x="112075" y="594669"/>
                  </a:cubicBezTo>
                  <a:cubicBezTo>
                    <a:pt x="111006" y="593599"/>
                    <a:pt x="111006" y="593599"/>
                    <a:pt x="111006" y="592111"/>
                  </a:cubicBezTo>
                  <a:cubicBezTo>
                    <a:pt x="110269" y="591865"/>
                    <a:pt x="109532" y="591620"/>
                    <a:pt x="108773" y="591367"/>
                  </a:cubicBezTo>
                  <a:cubicBezTo>
                    <a:pt x="108528" y="590630"/>
                    <a:pt x="108282" y="589893"/>
                    <a:pt x="108029" y="589134"/>
                  </a:cubicBezTo>
                  <a:cubicBezTo>
                    <a:pt x="107292" y="588643"/>
                    <a:pt x="106556" y="588152"/>
                    <a:pt x="105797" y="587646"/>
                  </a:cubicBezTo>
                  <a:cubicBezTo>
                    <a:pt x="104475" y="585664"/>
                    <a:pt x="103575" y="583957"/>
                    <a:pt x="102820" y="581693"/>
                  </a:cubicBezTo>
                  <a:cubicBezTo>
                    <a:pt x="102083" y="581447"/>
                    <a:pt x="101347" y="581202"/>
                    <a:pt x="100588" y="580949"/>
                  </a:cubicBezTo>
                  <a:cubicBezTo>
                    <a:pt x="100067" y="579969"/>
                    <a:pt x="99570" y="578977"/>
                    <a:pt x="99099" y="577972"/>
                  </a:cubicBezTo>
                  <a:cubicBezTo>
                    <a:pt x="98608" y="577726"/>
                    <a:pt x="98117" y="577481"/>
                    <a:pt x="97611" y="577228"/>
                  </a:cubicBezTo>
                  <a:cubicBezTo>
                    <a:pt x="96529" y="575199"/>
                    <a:pt x="95547" y="573153"/>
                    <a:pt x="94634" y="571042"/>
                  </a:cubicBezTo>
                  <a:cubicBezTo>
                    <a:pt x="93921" y="569526"/>
                    <a:pt x="93921" y="569526"/>
                    <a:pt x="91658" y="569042"/>
                  </a:cubicBezTo>
                  <a:cubicBezTo>
                    <a:pt x="91380" y="567808"/>
                    <a:pt x="91132" y="566568"/>
                    <a:pt x="90914" y="565322"/>
                  </a:cubicBezTo>
                  <a:cubicBezTo>
                    <a:pt x="90423" y="565076"/>
                    <a:pt x="89932" y="564831"/>
                    <a:pt x="89425" y="564578"/>
                  </a:cubicBezTo>
                  <a:cubicBezTo>
                    <a:pt x="89318" y="564102"/>
                    <a:pt x="89211" y="563626"/>
                    <a:pt x="89100" y="563136"/>
                  </a:cubicBezTo>
                  <a:cubicBezTo>
                    <a:pt x="88784" y="561317"/>
                    <a:pt x="88784" y="561317"/>
                    <a:pt x="86449" y="560113"/>
                  </a:cubicBezTo>
                  <a:cubicBezTo>
                    <a:pt x="86081" y="559008"/>
                    <a:pt x="86081" y="559008"/>
                    <a:pt x="85705" y="557880"/>
                  </a:cubicBezTo>
                  <a:cubicBezTo>
                    <a:pt x="85321" y="557497"/>
                    <a:pt x="84937" y="557113"/>
                    <a:pt x="84542" y="556718"/>
                  </a:cubicBezTo>
                  <a:cubicBezTo>
                    <a:pt x="83472" y="555648"/>
                    <a:pt x="83472" y="555648"/>
                    <a:pt x="83472" y="554160"/>
                  </a:cubicBezTo>
                  <a:cubicBezTo>
                    <a:pt x="82736" y="553914"/>
                    <a:pt x="81999" y="553668"/>
                    <a:pt x="81240" y="553415"/>
                  </a:cubicBezTo>
                  <a:cubicBezTo>
                    <a:pt x="80717" y="552186"/>
                    <a:pt x="80221" y="550945"/>
                    <a:pt x="79752" y="549695"/>
                  </a:cubicBezTo>
                  <a:cubicBezTo>
                    <a:pt x="79260" y="549449"/>
                    <a:pt x="78769" y="549204"/>
                    <a:pt x="78263" y="548951"/>
                  </a:cubicBezTo>
                  <a:cubicBezTo>
                    <a:pt x="78015" y="547710"/>
                    <a:pt x="77767" y="546470"/>
                    <a:pt x="77519" y="545230"/>
                  </a:cubicBezTo>
                  <a:cubicBezTo>
                    <a:pt x="77028" y="544984"/>
                    <a:pt x="76537" y="544739"/>
                    <a:pt x="76031" y="544486"/>
                  </a:cubicBezTo>
                  <a:cubicBezTo>
                    <a:pt x="75535" y="543245"/>
                    <a:pt x="75039" y="542005"/>
                    <a:pt x="74543" y="540765"/>
                  </a:cubicBezTo>
                  <a:cubicBezTo>
                    <a:pt x="74051" y="540519"/>
                    <a:pt x="73560" y="540274"/>
                    <a:pt x="73054" y="540021"/>
                  </a:cubicBezTo>
                  <a:cubicBezTo>
                    <a:pt x="72558" y="539029"/>
                    <a:pt x="72062" y="538037"/>
                    <a:pt x="71566" y="537044"/>
                  </a:cubicBezTo>
                  <a:cubicBezTo>
                    <a:pt x="71075" y="536799"/>
                    <a:pt x="70584" y="536553"/>
                    <a:pt x="70078" y="536300"/>
                  </a:cubicBezTo>
                  <a:cubicBezTo>
                    <a:pt x="69613" y="534021"/>
                    <a:pt x="69613" y="534021"/>
                    <a:pt x="69334" y="531835"/>
                  </a:cubicBezTo>
                  <a:cubicBezTo>
                    <a:pt x="68597" y="531835"/>
                    <a:pt x="67860" y="531835"/>
                    <a:pt x="67101" y="531835"/>
                  </a:cubicBezTo>
                  <a:cubicBezTo>
                    <a:pt x="67101" y="530362"/>
                    <a:pt x="67101" y="528889"/>
                    <a:pt x="67101" y="527371"/>
                  </a:cubicBezTo>
                  <a:cubicBezTo>
                    <a:pt x="66365" y="527371"/>
                    <a:pt x="65628" y="527371"/>
                    <a:pt x="64869" y="527371"/>
                  </a:cubicBezTo>
                  <a:cubicBezTo>
                    <a:pt x="64792" y="526649"/>
                    <a:pt x="64715" y="525928"/>
                    <a:pt x="64636" y="525185"/>
                  </a:cubicBezTo>
                  <a:cubicBezTo>
                    <a:pt x="64467" y="524433"/>
                    <a:pt x="64299" y="523680"/>
                    <a:pt x="64125" y="522906"/>
                  </a:cubicBezTo>
                  <a:cubicBezTo>
                    <a:pt x="63388" y="522660"/>
                    <a:pt x="62651" y="522415"/>
                    <a:pt x="61892" y="522162"/>
                  </a:cubicBezTo>
                  <a:cubicBezTo>
                    <a:pt x="61769" y="521532"/>
                    <a:pt x="61647" y="520903"/>
                    <a:pt x="61520" y="520255"/>
                  </a:cubicBezTo>
                  <a:cubicBezTo>
                    <a:pt x="61397" y="519656"/>
                    <a:pt x="61275" y="519058"/>
                    <a:pt x="61148" y="518441"/>
                  </a:cubicBezTo>
                  <a:cubicBezTo>
                    <a:pt x="60411" y="518441"/>
                    <a:pt x="59675" y="518441"/>
                    <a:pt x="58916" y="518441"/>
                  </a:cubicBezTo>
                  <a:cubicBezTo>
                    <a:pt x="58985" y="517175"/>
                    <a:pt x="58985" y="517175"/>
                    <a:pt x="59055" y="515883"/>
                  </a:cubicBezTo>
                  <a:cubicBezTo>
                    <a:pt x="59009" y="515008"/>
                    <a:pt x="58963" y="514133"/>
                    <a:pt x="58916" y="513232"/>
                  </a:cubicBezTo>
                  <a:cubicBezTo>
                    <a:pt x="58179" y="512986"/>
                    <a:pt x="57442" y="512741"/>
                    <a:pt x="56683" y="512488"/>
                  </a:cubicBezTo>
                  <a:cubicBezTo>
                    <a:pt x="56161" y="511258"/>
                    <a:pt x="55664" y="510018"/>
                    <a:pt x="55195" y="508767"/>
                  </a:cubicBezTo>
                  <a:cubicBezTo>
                    <a:pt x="54704" y="508521"/>
                    <a:pt x="54213" y="508276"/>
                    <a:pt x="53707" y="508023"/>
                  </a:cubicBezTo>
                  <a:cubicBezTo>
                    <a:pt x="53211" y="506535"/>
                    <a:pt x="52714" y="505046"/>
                    <a:pt x="52218" y="503558"/>
                  </a:cubicBezTo>
                  <a:cubicBezTo>
                    <a:pt x="51727" y="503312"/>
                    <a:pt x="51236" y="503067"/>
                    <a:pt x="50730" y="502814"/>
                  </a:cubicBezTo>
                  <a:cubicBezTo>
                    <a:pt x="50623" y="502231"/>
                    <a:pt x="50515" y="501647"/>
                    <a:pt x="50405" y="501047"/>
                  </a:cubicBezTo>
                  <a:cubicBezTo>
                    <a:pt x="50170" y="499061"/>
                    <a:pt x="50170" y="499061"/>
                    <a:pt x="48823" y="497977"/>
                  </a:cubicBezTo>
                  <a:cubicBezTo>
                    <a:pt x="47754" y="496861"/>
                    <a:pt x="47754" y="496861"/>
                    <a:pt x="47614" y="494861"/>
                  </a:cubicBezTo>
                  <a:cubicBezTo>
                    <a:pt x="47660" y="494293"/>
                    <a:pt x="47706" y="493725"/>
                    <a:pt x="47754" y="493140"/>
                  </a:cubicBezTo>
                  <a:cubicBezTo>
                    <a:pt x="47017" y="493140"/>
                    <a:pt x="46280" y="493140"/>
                    <a:pt x="45521" y="493140"/>
                  </a:cubicBezTo>
                  <a:cubicBezTo>
                    <a:pt x="44988" y="491665"/>
                    <a:pt x="44492" y="490175"/>
                    <a:pt x="44033" y="488675"/>
                  </a:cubicBezTo>
                  <a:cubicBezTo>
                    <a:pt x="43542" y="488430"/>
                    <a:pt x="43051" y="488184"/>
                    <a:pt x="42545" y="487931"/>
                  </a:cubicBezTo>
                  <a:cubicBezTo>
                    <a:pt x="42297" y="486443"/>
                    <a:pt x="42049" y="484954"/>
                    <a:pt x="41800" y="483466"/>
                  </a:cubicBezTo>
                  <a:cubicBezTo>
                    <a:pt x="41309" y="483221"/>
                    <a:pt x="40818" y="482975"/>
                    <a:pt x="40312" y="482722"/>
                  </a:cubicBezTo>
                  <a:cubicBezTo>
                    <a:pt x="39816" y="481234"/>
                    <a:pt x="39320" y="479746"/>
                    <a:pt x="38824" y="478257"/>
                  </a:cubicBezTo>
                  <a:cubicBezTo>
                    <a:pt x="38333" y="478012"/>
                    <a:pt x="37842" y="477766"/>
                    <a:pt x="37336" y="477513"/>
                  </a:cubicBezTo>
                  <a:cubicBezTo>
                    <a:pt x="37032" y="475785"/>
                    <a:pt x="36782" y="474048"/>
                    <a:pt x="36591" y="472304"/>
                  </a:cubicBezTo>
                  <a:cubicBezTo>
                    <a:pt x="35855" y="472304"/>
                    <a:pt x="35118" y="472304"/>
                    <a:pt x="34359" y="472304"/>
                  </a:cubicBezTo>
                  <a:cubicBezTo>
                    <a:pt x="34282" y="471475"/>
                    <a:pt x="34206" y="470647"/>
                    <a:pt x="34126" y="469793"/>
                  </a:cubicBezTo>
                  <a:cubicBezTo>
                    <a:pt x="33958" y="468902"/>
                    <a:pt x="33789" y="468012"/>
                    <a:pt x="33615" y="467095"/>
                  </a:cubicBezTo>
                  <a:cubicBezTo>
                    <a:pt x="32878" y="466604"/>
                    <a:pt x="32142" y="466113"/>
                    <a:pt x="31382" y="465607"/>
                  </a:cubicBezTo>
                  <a:cubicBezTo>
                    <a:pt x="31243" y="463281"/>
                    <a:pt x="31243" y="463281"/>
                    <a:pt x="31382" y="461142"/>
                  </a:cubicBezTo>
                  <a:cubicBezTo>
                    <a:pt x="30646" y="461142"/>
                    <a:pt x="29909" y="461142"/>
                    <a:pt x="29150" y="461142"/>
                  </a:cubicBezTo>
                  <a:cubicBezTo>
                    <a:pt x="28905" y="459177"/>
                    <a:pt x="28659" y="457213"/>
                    <a:pt x="28406" y="455189"/>
                  </a:cubicBezTo>
                  <a:cubicBezTo>
                    <a:pt x="27669" y="455189"/>
                    <a:pt x="26933" y="455189"/>
                    <a:pt x="26173" y="455189"/>
                  </a:cubicBezTo>
                  <a:cubicBezTo>
                    <a:pt x="26097" y="454360"/>
                    <a:pt x="26020" y="453531"/>
                    <a:pt x="25941" y="452677"/>
                  </a:cubicBezTo>
                  <a:cubicBezTo>
                    <a:pt x="25772" y="451787"/>
                    <a:pt x="25603" y="450897"/>
                    <a:pt x="25429" y="449980"/>
                  </a:cubicBezTo>
                  <a:cubicBezTo>
                    <a:pt x="24693" y="449489"/>
                    <a:pt x="23956" y="448998"/>
                    <a:pt x="23197" y="448492"/>
                  </a:cubicBezTo>
                  <a:cubicBezTo>
                    <a:pt x="23057" y="445794"/>
                    <a:pt x="23057" y="445794"/>
                    <a:pt x="23197" y="443283"/>
                  </a:cubicBezTo>
                  <a:cubicBezTo>
                    <a:pt x="22460" y="443283"/>
                    <a:pt x="21724" y="443283"/>
                    <a:pt x="20965" y="443283"/>
                  </a:cubicBezTo>
                  <a:cubicBezTo>
                    <a:pt x="20849" y="442016"/>
                    <a:pt x="20849" y="442016"/>
                    <a:pt x="20732" y="440725"/>
                  </a:cubicBezTo>
                  <a:cubicBezTo>
                    <a:pt x="20563" y="439850"/>
                    <a:pt x="20394" y="438975"/>
                    <a:pt x="20220" y="438074"/>
                  </a:cubicBezTo>
                  <a:cubicBezTo>
                    <a:pt x="19484" y="437828"/>
                    <a:pt x="18747" y="437583"/>
                    <a:pt x="17988" y="437329"/>
                  </a:cubicBezTo>
                  <a:cubicBezTo>
                    <a:pt x="17641" y="435782"/>
                    <a:pt x="17614" y="434307"/>
                    <a:pt x="17546" y="432725"/>
                  </a:cubicBezTo>
                  <a:cubicBezTo>
                    <a:pt x="17397" y="432057"/>
                    <a:pt x="17397" y="432057"/>
                    <a:pt x="17244" y="431376"/>
                  </a:cubicBezTo>
                  <a:cubicBezTo>
                    <a:pt x="16507" y="431131"/>
                    <a:pt x="15770" y="430885"/>
                    <a:pt x="15011" y="430632"/>
                  </a:cubicBezTo>
                  <a:cubicBezTo>
                    <a:pt x="14793" y="429095"/>
                    <a:pt x="14793" y="429095"/>
                    <a:pt x="14872" y="427237"/>
                  </a:cubicBezTo>
                  <a:cubicBezTo>
                    <a:pt x="14892" y="426622"/>
                    <a:pt x="14912" y="426007"/>
                    <a:pt x="14933" y="425374"/>
                  </a:cubicBezTo>
                  <a:cubicBezTo>
                    <a:pt x="14959" y="424899"/>
                    <a:pt x="14985" y="424424"/>
                    <a:pt x="15011" y="423935"/>
                  </a:cubicBezTo>
                  <a:cubicBezTo>
                    <a:pt x="14275" y="423935"/>
                    <a:pt x="13538" y="423935"/>
                    <a:pt x="12779" y="423935"/>
                  </a:cubicBezTo>
                  <a:cubicBezTo>
                    <a:pt x="12658" y="422409"/>
                    <a:pt x="12537" y="420883"/>
                    <a:pt x="12416" y="419357"/>
                  </a:cubicBezTo>
                  <a:cubicBezTo>
                    <a:pt x="12290" y="418903"/>
                    <a:pt x="12164" y="418449"/>
                    <a:pt x="12035" y="417982"/>
                  </a:cubicBezTo>
                  <a:cubicBezTo>
                    <a:pt x="11298" y="417736"/>
                    <a:pt x="10561" y="417491"/>
                    <a:pt x="9802" y="417238"/>
                  </a:cubicBezTo>
                  <a:cubicBezTo>
                    <a:pt x="9454" y="415498"/>
                    <a:pt x="9428" y="413823"/>
                    <a:pt x="9361" y="412052"/>
                  </a:cubicBezTo>
                  <a:cubicBezTo>
                    <a:pt x="9211" y="411304"/>
                    <a:pt x="9211" y="411304"/>
                    <a:pt x="9058" y="410540"/>
                  </a:cubicBezTo>
                  <a:cubicBezTo>
                    <a:pt x="8322" y="410295"/>
                    <a:pt x="7585" y="410049"/>
                    <a:pt x="6826" y="409796"/>
                  </a:cubicBezTo>
                  <a:cubicBezTo>
                    <a:pt x="6497" y="408285"/>
                    <a:pt x="6497" y="408285"/>
                    <a:pt x="6407" y="406448"/>
                  </a:cubicBezTo>
                  <a:cubicBezTo>
                    <a:pt x="6344" y="404659"/>
                    <a:pt x="6344" y="404659"/>
                    <a:pt x="6082" y="403099"/>
                  </a:cubicBezTo>
                  <a:cubicBezTo>
                    <a:pt x="5591" y="402853"/>
                    <a:pt x="5099" y="402608"/>
                    <a:pt x="4593" y="402355"/>
                  </a:cubicBezTo>
                  <a:cubicBezTo>
                    <a:pt x="4120" y="400615"/>
                    <a:pt x="3834" y="398872"/>
                    <a:pt x="3524" y="397096"/>
                  </a:cubicBezTo>
                  <a:cubicBezTo>
                    <a:pt x="3317" y="396384"/>
                    <a:pt x="3317" y="396384"/>
                    <a:pt x="3105" y="395658"/>
                  </a:cubicBezTo>
                  <a:cubicBezTo>
                    <a:pt x="2614" y="395658"/>
                    <a:pt x="2123" y="395658"/>
                    <a:pt x="1617" y="395658"/>
                  </a:cubicBezTo>
                  <a:cubicBezTo>
                    <a:pt x="1497" y="393826"/>
                    <a:pt x="1408" y="392003"/>
                    <a:pt x="1338" y="390170"/>
                  </a:cubicBezTo>
                  <a:cubicBezTo>
                    <a:pt x="1300" y="389650"/>
                    <a:pt x="1263" y="389130"/>
                    <a:pt x="1224" y="388594"/>
                  </a:cubicBezTo>
                  <a:cubicBezTo>
                    <a:pt x="1181" y="387083"/>
                    <a:pt x="1181" y="387083"/>
                    <a:pt x="1617" y="384496"/>
                  </a:cubicBezTo>
                  <a:cubicBezTo>
                    <a:pt x="3820" y="383536"/>
                    <a:pt x="3820" y="383536"/>
                    <a:pt x="6082" y="383007"/>
                  </a:cubicBezTo>
                  <a:cubicBezTo>
                    <a:pt x="6327" y="382271"/>
                    <a:pt x="6573" y="381534"/>
                    <a:pt x="6826" y="380775"/>
                  </a:cubicBezTo>
                  <a:cubicBezTo>
                    <a:pt x="7818" y="380527"/>
                    <a:pt x="8810" y="380279"/>
                    <a:pt x="9802" y="380031"/>
                  </a:cubicBezTo>
                  <a:cubicBezTo>
                    <a:pt x="10048" y="379294"/>
                    <a:pt x="10294" y="378557"/>
                    <a:pt x="10547" y="377798"/>
                  </a:cubicBezTo>
                  <a:cubicBezTo>
                    <a:pt x="11539" y="377302"/>
                    <a:pt x="12531" y="376806"/>
                    <a:pt x="13523" y="376310"/>
                  </a:cubicBezTo>
                  <a:cubicBezTo>
                    <a:pt x="13769" y="375573"/>
                    <a:pt x="14014" y="374837"/>
                    <a:pt x="14267" y="374078"/>
                  </a:cubicBezTo>
                  <a:cubicBezTo>
                    <a:pt x="15259" y="373830"/>
                    <a:pt x="16252" y="373581"/>
                    <a:pt x="17244" y="373333"/>
                  </a:cubicBezTo>
                  <a:cubicBezTo>
                    <a:pt x="17489" y="372597"/>
                    <a:pt x="17735" y="371860"/>
                    <a:pt x="17988" y="371101"/>
                  </a:cubicBezTo>
                  <a:cubicBezTo>
                    <a:pt x="18980" y="370605"/>
                    <a:pt x="19972" y="370109"/>
                    <a:pt x="20965" y="369613"/>
                  </a:cubicBezTo>
                  <a:cubicBezTo>
                    <a:pt x="21210" y="368876"/>
                    <a:pt x="21456" y="368139"/>
                    <a:pt x="21709" y="367380"/>
                  </a:cubicBezTo>
                  <a:cubicBezTo>
                    <a:pt x="22949" y="366884"/>
                    <a:pt x="24189" y="366388"/>
                    <a:pt x="25429" y="365892"/>
                  </a:cubicBezTo>
                  <a:cubicBezTo>
                    <a:pt x="25675" y="365155"/>
                    <a:pt x="25921" y="364419"/>
                    <a:pt x="26173" y="363660"/>
                  </a:cubicBezTo>
                  <a:cubicBezTo>
                    <a:pt x="27156" y="363660"/>
                    <a:pt x="28138" y="363660"/>
                    <a:pt x="29150" y="363660"/>
                  </a:cubicBezTo>
                  <a:cubicBezTo>
                    <a:pt x="29684" y="362435"/>
                    <a:pt x="30179" y="361193"/>
                    <a:pt x="30638" y="359939"/>
                  </a:cubicBezTo>
                  <a:cubicBezTo>
                    <a:pt x="31375" y="359693"/>
                    <a:pt x="32112" y="359448"/>
                    <a:pt x="32871" y="359195"/>
                  </a:cubicBezTo>
                  <a:cubicBezTo>
                    <a:pt x="33116" y="358458"/>
                    <a:pt x="33362" y="357721"/>
                    <a:pt x="33615" y="356962"/>
                  </a:cubicBezTo>
                  <a:cubicBezTo>
                    <a:pt x="34091" y="356855"/>
                    <a:pt x="34567" y="356747"/>
                    <a:pt x="35057" y="356637"/>
                  </a:cubicBezTo>
                  <a:cubicBezTo>
                    <a:pt x="35563" y="356499"/>
                    <a:pt x="36070" y="356361"/>
                    <a:pt x="36591" y="356218"/>
                  </a:cubicBezTo>
                  <a:cubicBezTo>
                    <a:pt x="37112" y="355239"/>
                    <a:pt x="37609" y="354246"/>
                    <a:pt x="38080" y="353242"/>
                  </a:cubicBezTo>
                  <a:cubicBezTo>
                    <a:pt x="38816" y="352996"/>
                    <a:pt x="39553" y="352750"/>
                    <a:pt x="40312" y="352497"/>
                  </a:cubicBezTo>
                  <a:cubicBezTo>
                    <a:pt x="40803" y="351991"/>
                    <a:pt x="41294" y="351485"/>
                    <a:pt x="41800" y="350963"/>
                  </a:cubicBezTo>
                  <a:cubicBezTo>
                    <a:pt x="43289" y="349521"/>
                    <a:pt x="43289" y="349521"/>
                    <a:pt x="45521" y="349521"/>
                  </a:cubicBezTo>
                  <a:cubicBezTo>
                    <a:pt x="45521" y="348539"/>
                    <a:pt x="45521" y="347556"/>
                    <a:pt x="45521" y="346544"/>
                  </a:cubicBezTo>
                  <a:cubicBezTo>
                    <a:pt x="46509" y="346281"/>
                    <a:pt x="47502" y="346034"/>
                    <a:pt x="48498" y="345800"/>
                  </a:cubicBezTo>
                  <a:cubicBezTo>
                    <a:pt x="48728" y="345294"/>
                    <a:pt x="48958" y="344787"/>
                    <a:pt x="49195" y="344265"/>
                  </a:cubicBezTo>
                  <a:cubicBezTo>
                    <a:pt x="49456" y="343790"/>
                    <a:pt x="49717" y="343314"/>
                    <a:pt x="49986" y="342824"/>
                  </a:cubicBezTo>
                  <a:cubicBezTo>
                    <a:pt x="51939" y="342638"/>
                    <a:pt x="51939" y="342638"/>
                    <a:pt x="53707" y="342824"/>
                  </a:cubicBezTo>
                  <a:cubicBezTo>
                    <a:pt x="53707" y="341841"/>
                    <a:pt x="53707" y="340859"/>
                    <a:pt x="53707" y="339847"/>
                  </a:cubicBezTo>
                  <a:cubicBezTo>
                    <a:pt x="54695" y="339584"/>
                    <a:pt x="55688" y="339337"/>
                    <a:pt x="56683" y="339103"/>
                  </a:cubicBezTo>
                  <a:cubicBezTo>
                    <a:pt x="56929" y="338612"/>
                    <a:pt x="57174" y="338121"/>
                    <a:pt x="57427" y="337615"/>
                  </a:cubicBezTo>
                  <a:cubicBezTo>
                    <a:pt x="57673" y="337124"/>
                    <a:pt x="57919" y="336632"/>
                    <a:pt x="58172" y="336126"/>
                  </a:cubicBezTo>
                  <a:cubicBezTo>
                    <a:pt x="59158" y="335857"/>
                    <a:pt x="60151" y="335608"/>
                    <a:pt x="61148" y="335382"/>
                  </a:cubicBezTo>
                  <a:cubicBezTo>
                    <a:pt x="61394" y="334646"/>
                    <a:pt x="61639" y="333909"/>
                    <a:pt x="61892" y="333150"/>
                  </a:cubicBezTo>
                  <a:cubicBezTo>
                    <a:pt x="62506" y="333042"/>
                    <a:pt x="63120" y="332935"/>
                    <a:pt x="63753" y="332824"/>
                  </a:cubicBezTo>
                  <a:cubicBezTo>
                    <a:pt x="64366" y="332686"/>
                    <a:pt x="64980" y="332548"/>
                    <a:pt x="65613" y="332406"/>
                  </a:cubicBezTo>
                  <a:cubicBezTo>
                    <a:pt x="65890" y="331421"/>
                    <a:pt x="66139" y="330428"/>
                    <a:pt x="66357" y="329429"/>
                  </a:cubicBezTo>
                  <a:cubicBezTo>
                    <a:pt x="67342" y="329152"/>
                    <a:pt x="68335" y="328904"/>
                    <a:pt x="69334" y="328685"/>
                  </a:cubicBezTo>
                  <a:cubicBezTo>
                    <a:pt x="69579" y="327948"/>
                    <a:pt x="69825" y="327212"/>
                    <a:pt x="70078" y="326453"/>
                  </a:cubicBezTo>
                  <a:cubicBezTo>
                    <a:pt x="70707" y="326345"/>
                    <a:pt x="71336" y="326238"/>
                    <a:pt x="71985" y="326127"/>
                  </a:cubicBezTo>
                  <a:cubicBezTo>
                    <a:pt x="72583" y="325989"/>
                    <a:pt x="73182" y="325851"/>
                    <a:pt x="73798" y="325708"/>
                  </a:cubicBezTo>
                  <a:cubicBezTo>
                    <a:pt x="73798" y="324726"/>
                    <a:pt x="73798" y="323744"/>
                    <a:pt x="73798" y="322732"/>
                  </a:cubicBezTo>
                  <a:cubicBezTo>
                    <a:pt x="74504" y="322670"/>
                    <a:pt x="75210" y="322609"/>
                    <a:pt x="75938" y="322546"/>
                  </a:cubicBezTo>
                  <a:cubicBezTo>
                    <a:pt x="76705" y="322362"/>
                    <a:pt x="77473" y="322177"/>
                    <a:pt x="78263" y="321988"/>
                  </a:cubicBezTo>
                  <a:cubicBezTo>
                    <a:pt x="79119" y="320524"/>
                    <a:pt x="79119" y="320524"/>
                    <a:pt x="79752" y="319011"/>
                  </a:cubicBezTo>
                  <a:cubicBezTo>
                    <a:pt x="80738" y="318742"/>
                    <a:pt x="81731" y="318492"/>
                    <a:pt x="82728" y="318267"/>
                  </a:cubicBezTo>
                  <a:cubicBezTo>
                    <a:pt x="82974" y="317530"/>
                    <a:pt x="83219" y="316794"/>
                    <a:pt x="83472" y="316035"/>
                  </a:cubicBezTo>
                  <a:cubicBezTo>
                    <a:pt x="83963" y="315927"/>
                    <a:pt x="84455" y="315820"/>
                    <a:pt x="84961" y="315709"/>
                  </a:cubicBezTo>
                  <a:cubicBezTo>
                    <a:pt x="85452" y="315571"/>
                    <a:pt x="85943" y="315433"/>
                    <a:pt x="86449" y="315290"/>
                  </a:cubicBezTo>
                  <a:cubicBezTo>
                    <a:pt x="86541" y="314784"/>
                    <a:pt x="86633" y="314278"/>
                    <a:pt x="86728" y="313756"/>
                  </a:cubicBezTo>
                  <a:cubicBezTo>
                    <a:pt x="86881" y="313280"/>
                    <a:pt x="87035" y="312804"/>
                    <a:pt x="87193" y="312314"/>
                  </a:cubicBezTo>
                  <a:cubicBezTo>
                    <a:pt x="88681" y="312314"/>
                    <a:pt x="90170" y="312314"/>
                    <a:pt x="91658" y="312314"/>
                  </a:cubicBezTo>
                  <a:cubicBezTo>
                    <a:pt x="92165" y="310906"/>
                    <a:pt x="92165" y="310906"/>
                    <a:pt x="92402" y="309337"/>
                  </a:cubicBezTo>
                  <a:cubicBezTo>
                    <a:pt x="93382" y="308817"/>
                    <a:pt x="94374" y="308320"/>
                    <a:pt x="95379" y="307849"/>
                  </a:cubicBezTo>
                  <a:cubicBezTo>
                    <a:pt x="95624" y="307112"/>
                    <a:pt x="95870" y="306376"/>
                    <a:pt x="96123" y="305617"/>
                  </a:cubicBezTo>
                  <a:cubicBezTo>
                    <a:pt x="96721" y="305509"/>
                    <a:pt x="97320" y="305402"/>
                    <a:pt x="97937" y="305291"/>
                  </a:cubicBezTo>
                  <a:cubicBezTo>
                    <a:pt x="98566" y="305153"/>
                    <a:pt x="99195" y="305015"/>
                    <a:pt x="99843" y="304872"/>
                  </a:cubicBezTo>
                  <a:cubicBezTo>
                    <a:pt x="100364" y="303893"/>
                    <a:pt x="100861" y="302900"/>
                    <a:pt x="101332" y="301896"/>
                  </a:cubicBezTo>
                  <a:cubicBezTo>
                    <a:pt x="102318" y="301627"/>
                    <a:pt x="103311" y="301377"/>
                    <a:pt x="104308" y="301152"/>
                  </a:cubicBezTo>
                  <a:cubicBezTo>
                    <a:pt x="104554" y="300415"/>
                    <a:pt x="104799" y="299678"/>
                    <a:pt x="105052" y="298919"/>
                  </a:cubicBezTo>
                  <a:cubicBezTo>
                    <a:pt x="107331" y="298408"/>
                    <a:pt x="107331" y="298408"/>
                    <a:pt x="109517" y="298175"/>
                  </a:cubicBezTo>
                  <a:cubicBezTo>
                    <a:pt x="109517" y="297193"/>
                    <a:pt x="109517" y="296211"/>
                    <a:pt x="109517" y="295199"/>
                  </a:cubicBezTo>
                  <a:cubicBezTo>
                    <a:pt x="110239" y="295260"/>
                    <a:pt x="110960" y="295321"/>
                    <a:pt x="111703" y="295385"/>
                  </a:cubicBezTo>
                  <a:cubicBezTo>
                    <a:pt x="112455" y="295323"/>
                    <a:pt x="113207" y="295262"/>
                    <a:pt x="113982" y="295199"/>
                  </a:cubicBezTo>
                  <a:cubicBezTo>
                    <a:pt x="114429" y="293783"/>
                    <a:pt x="114429" y="293783"/>
                    <a:pt x="114726" y="292222"/>
                  </a:cubicBezTo>
                  <a:cubicBezTo>
                    <a:pt x="115960" y="291710"/>
                    <a:pt x="117200" y="291213"/>
                    <a:pt x="118447" y="290734"/>
                  </a:cubicBezTo>
                  <a:cubicBezTo>
                    <a:pt x="118447" y="289997"/>
                    <a:pt x="118447" y="289260"/>
                    <a:pt x="118447" y="288501"/>
                  </a:cubicBezTo>
                  <a:cubicBezTo>
                    <a:pt x="119935" y="288005"/>
                    <a:pt x="121423" y="287509"/>
                    <a:pt x="122912" y="287013"/>
                  </a:cubicBezTo>
                  <a:cubicBezTo>
                    <a:pt x="122912" y="286276"/>
                    <a:pt x="122912" y="285540"/>
                    <a:pt x="122912" y="284781"/>
                  </a:cubicBezTo>
                  <a:cubicBezTo>
                    <a:pt x="124631" y="284781"/>
                    <a:pt x="126350" y="284781"/>
                    <a:pt x="128121" y="284781"/>
                  </a:cubicBezTo>
                  <a:cubicBezTo>
                    <a:pt x="128121" y="283798"/>
                    <a:pt x="128121" y="282816"/>
                    <a:pt x="128121" y="281804"/>
                  </a:cubicBezTo>
                  <a:cubicBezTo>
                    <a:pt x="129596" y="281271"/>
                    <a:pt x="131086" y="280775"/>
                    <a:pt x="132586" y="280316"/>
                  </a:cubicBezTo>
                  <a:cubicBezTo>
                    <a:pt x="132831" y="279579"/>
                    <a:pt x="133077" y="278842"/>
                    <a:pt x="133330" y="278083"/>
                  </a:cubicBezTo>
                  <a:cubicBezTo>
                    <a:pt x="134559" y="277561"/>
                    <a:pt x="135800" y="277064"/>
                    <a:pt x="137050" y="276595"/>
                  </a:cubicBezTo>
                  <a:cubicBezTo>
                    <a:pt x="137296" y="276104"/>
                    <a:pt x="137542" y="275613"/>
                    <a:pt x="137795" y="275107"/>
                  </a:cubicBezTo>
                  <a:cubicBezTo>
                    <a:pt x="138715" y="274762"/>
                    <a:pt x="138715" y="274762"/>
                    <a:pt x="139655" y="274409"/>
                  </a:cubicBezTo>
                  <a:cubicBezTo>
                    <a:pt x="140269" y="274148"/>
                    <a:pt x="140883" y="273887"/>
                    <a:pt x="141515" y="273619"/>
                  </a:cubicBezTo>
                  <a:cubicBezTo>
                    <a:pt x="141761" y="272882"/>
                    <a:pt x="142006" y="272145"/>
                    <a:pt x="142259" y="271386"/>
                  </a:cubicBezTo>
                  <a:cubicBezTo>
                    <a:pt x="142996" y="271279"/>
                    <a:pt x="143733" y="271171"/>
                    <a:pt x="144492" y="271061"/>
                  </a:cubicBezTo>
                  <a:cubicBezTo>
                    <a:pt x="145229" y="270922"/>
                    <a:pt x="145965" y="270784"/>
                    <a:pt x="146724" y="270642"/>
                  </a:cubicBezTo>
                  <a:cubicBezTo>
                    <a:pt x="146847" y="270136"/>
                    <a:pt x="146970" y="269629"/>
                    <a:pt x="147096" y="269107"/>
                  </a:cubicBezTo>
                  <a:cubicBezTo>
                    <a:pt x="147219" y="268631"/>
                    <a:pt x="147342" y="268156"/>
                    <a:pt x="147468" y="267665"/>
                  </a:cubicBezTo>
                  <a:cubicBezTo>
                    <a:pt x="149747" y="267479"/>
                    <a:pt x="149747" y="267479"/>
                    <a:pt x="151933" y="267665"/>
                  </a:cubicBezTo>
                  <a:cubicBezTo>
                    <a:pt x="151933" y="266683"/>
                    <a:pt x="151933" y="265701"/>
                    <a:pt x="151933" y="264689"/>
                  </a:cubicBezTo>
                  <a:cubicBezTo>
                    <a:pt x="153652" y="264443"/>
                    <a:pt x="155371" y="264198"/>
                    <a:pt x="157142" y="263945"/>
                  </a:cubicBezTo>
                  <a:cubicBezTo>
                    <a:pt x="157142" y="262962"/>
                    <a:pt x="157142" y="261980"/>
                    <a:pt x="157142" y="260968"/>
                  </a:cubicBezTo>
                  <a:cubicBezTo>
                    <a:pt x="158375" y="260684"/>
                    <a:pt x="159616" y="260437"/>
                    <a:pt x="160863" y="260224"/>
                  </a:cubicBezTo>
                  <a:cubicBezTo>
                    <a:pt x="161109" y="259487"/>
                    <a:pt x="161354" y="258751"/>
                    <a:pt x="161607" y="257992"/>
                  </a:cubicBezTo>
                  <a:cubicBezTo>
                    <a:pt x="163095" y="257496"/>
                    <a:pt x="164584" y="256999"/>
                    <a:pt x="166072" y="256503"/>
                  </a:cubicBezTo>
                  <a:cubicBezTo>
                    <a:pt x="166318" y="255767"/>
                    <a:pt x="166563" y="255030"/>
                    <a:pt x="166816" y="254271"/>
                  </a:cubicBezTo>
                  <a:cubicBezTo>
                    <a:pt x="167537" y="254163"/>
                    <a:pt x="168259" y="254056"/>
                    <a:pt x="169002" y="253945"/>
                  </a:cubicBezTo>
                  <a:cubicBezTo>
                    <a:pt x="169754" y="253807"/>
                    <a:pt x="170506" y="253669"/>
                    <a:pt x="171281" y="253527"/>
                  </a:cubicBezTo>
                  <a:cubicBezTo>
                    <a:pt x="171789" y="252541"/>
                    <a:pt x="172286" y="251549"/>
                    <a:pt x="172769" y="250550"/>
                  </a:cubicBezTo>
                  <a:cubicBezTo>
                    <a:pt x="174009" y="250550"/>
                    <a:pt x="175250" y="250550"/>
                    <a:pt x="176490" y="250550"/>
                  </a:cubicBezTo>
                  <a:cubicBezTo>
                    <a:pt x="176582" y="250074"/>
                    <a:pt x="176674" y="249599"/>
                    <a:pt x="176769" y="249108"/>
                  </a:cubicBezTo>
                  <a:cubicBezTo>
                    <a:pt x="176922" y="248602"/>
                    <a:pt x="177076" y="248096"/>
                    <a:pt x="177234" y="247574"/>
                  </a:cubicBezTo>
                  <a:cubicBezTo>
                    <a:pt x="179885" y="247016"/>
                    <a:pt x="179885" y="247016"/>
                    <a:pt x="182443" y="246830"/>
                  </a:cubicBezTo>
                  <a:cubicBezTo>
                    <a:pt x="182443" y="245847"/>
                    <a:pt x="182443" y="244865"/>
                    <a:pt x="182443" y="243853"/>
                  </a:cubicBezTo>
                  <a:cubicBezTo>
                    <a:pt x="184675" y="243016"/>
                    <a:pt x="184675" y="243016"/>
                    <a:pt x="186908" y="242365"/>
                  </a:cubicBezTo>
                  <a:cubicBezTo>
                    <a:pt x="186908" y="241874"/>
                    <a:pt x="186908" y="241382"/>
                    <a:pt x="186908" y="240876"/>
                  </a:cubicBezTo>
                  <a:cubicBezTo>
                    <a:pt x="188174" y="240531"/>
                    <a:pt x="188174" y="240531"/>
                    <a:pt x="189466" y="240179"/>
                  </a:cubicBezTo>
                  <a:cubicBezTo>
                    <a:pt x="190341" y="239918"/>
                    <a:pt x="191216" y="239657"/>
                    <a:pt x="192117" y="239388"/>
                  </a:cubicBezTo>
                  <a:cubicBezTo>
                    <a:pt x="192362" y="238651"/>
                    <a:pt x="192608" y="237915"/>
                    <a:pt x="192861" y="237156"/>
                  </a:cubicBezTo>
                  <a:cubicBezTo>
                    <a:pt x="193582" y="237048"/>
                    <a:pt x="194304" y="236941"/>
                    <a:pt x="195047" y="236830"/>
                  </a:cubicBezTo>
                  <a:cubicBezTo>
                    <a:pt x="195799" y="236692"/>
                    <a:pt x="196551" y="236554"/>
                    <a:pt x="197326" y="236412"/>
                  </a:cubicBezTo>
                  <a:cubicBezTo>
                    <a:pt x="198182" y="234948"/>
                    <a:pt x="198182" y="234948"/>
                    <a:pt x="198814" y="233435"/>
                  </a:cubicBezTo>
                  <a:cubicBezTo>
                    <a:pt x="199801" y="233166"/>
                    <a:pt x="200793" y="232916"/>
                    <a:pt x="201791" y="232691"/>
                  </a:cubicBezTo>
                  <a:cubicBezTo>
                    <a:pt x="202036" y="231954"/>
                    <a:pt x="202282" y="231217"/>
                    <a:pt x="202535" y="230458"/>
                  </a:cubicBezTo>
                  <a:cubicBezTo>
                    <a:pt x="203272" y="230351"/>
                    <a:pt x="204008" y="230244"/>
                    <a:pt x="204767" y="230133"/>
                  </a:cubicBezTo>
                  <a:cubicBezTo>
                    <a:pt x="205504" y="229995"/>
                    <a:pt x="206241" y="229857"/>
                    <a:pt x="207000" y="229714"/>
                  </a:cubicBezTo>
                  <a:cubicBezTo>
                    <a:pt x="207107" y="229223"/>
                    <a:pt x="207215" y="228732"/>
                    <a:pt x="207325" y="228226"/>
                  </a:cubicBezTo>
                  <a:cubicBezTo>
                    <a:pt x="207463" y="227735"/>
                    <a:pt x="207602" y="227244"/>
                    <a:pt x="207744" y="226738"/>
                  </a:cubicBezTo>
                  <a:cubicBezTo>
                    <a:pt x="209476" y="226459"/>
                    <a:pt x="211212" y="226211"/>
                    <a:pt x="212953" y="225994"/>
                  </a:cubicBezTo>
                  <a:cubicBezTo>
                    <a:pt x="213198" y="225257"/>
                    <a:pt x="213444" y="224520"/>
                    <a:pt x="213697" y="223761"/>
                  </a:cubicBezTo>
                  <a:cubicBezTo>
                    <a:pt x="216348" y="223250"/>
                    <a:pt x="216348" y="223250"/>
                    <a:pt x="218906" y="223017"/>
                  </a:cubicBezTo>
                  <a:cubicBezTo>
                    <a:pt x="218906" y="222035"/>
                    <a:pt x="218906" y="221052"/>
                    <a:pt x="218906" y="220040"/>
                  </a:cubicBezTo>
                  <a:cubicBezTo>
                    <a:pt x="219612" y="219979"/>
                    <a:pt x="220318" y="219918"/>
                    <a:pt x="221045" y="219854"/>
                  </a:cubicBezTo>
                  <a:cubicBezTo>
                    <a:pt x="221813" y="219670"/>
                    <a:pt x="222580" y="219486"/>
                    <a:pt x="223371" y="219296"/>
                  </a:cubicBezTo>
                  <a:cubicBezTo>
                    <a:pt x="223616" y="218805"/>
                    <a:pt x="223862" y="218314"/>
                    <a:pt x="224115" y="217808"/>
                  </a:cubicBezTo>
                  <a:cubicBezTo>
                    <a:pt x="224360" y="217317"/>
                    <a:pt x="224606" y="216826"/>
                    <a:pt x="224859" y="216320"/>
                  </a:cubicBezTo>
                  <a:cubicBezTo>
                    <a:pt x="226343" y="216047"/>
                    <a:pt x="227832" y="215798"/>
                    <a:pt x="229324" y="215576"/>
                  </a:cubicBezTo>
                  <a:cubicBezTo>
                    <a:pt x="229569" y="214839"/>
                    <a:pt x="229815" y="214102"/>
                    <a:pt x="230068" y="213343"/>
                  </a:cubicBezTo>
                  <a:cubicBezTo>
                    <a:pt x="230805" y="213236"/>
                    <a:pt x="231541" y="213128"/>
                    <a:pt x="232300" y="213018"/>
                  </a:cubicBezTo>
                  <a:cubicBezTo>
                    <a:pt x="233037" y="212879"/>
                    <a:pt x="233774" y="212741"/>
                    <a:pt x="234533" y="212599"/>
                  </a:cubicBezTo>
                  <a:cubicBezTo>
                    <a:pt x="234625" y="212108"/>
                    <a:pt x="234717" y="211617"/>
                    <a:pt x="234812" y="211111"/>
                  </a:cubicBezTo>
                  <a:cubicBezTo>
                    <a:pt x="235042" y="210374"/>
                    <a:pt x="235042" y="210374"/>
                    <a:pt x="235277" y="209622"/>
                  </a:cubicBezTo>
                  <a:cubicBezTo>
                    <a:pt x="236825" y="209295"/>
                    <a:pt x="238301" y="209202"/>
                    <a:pt x="239881" y="209155"/>
                  </a:cubicBezTo>
                  <a:cubicBezTo>
                    <a:pt x="240326" y="209063"/>
                    <a:pt x="240772" y="208972"/>
                    <a:pt x="241230" y="208878"/>
                  </a:cubicBezTo>
                  <a:cubicBezTo>
                    <a:pt x="241476" y="208142"/>
                    <a:pt x="241721" y="207405"/>
                    <a:pt x="241974" y="206646"/>
                  </a:cubicBezTo>
                  <a:cubicBezTo>
                    <a:pt x="244625" y="206134"/>
                    <a:pt x="244625" y="206134"/>
                    <a:pt x="247183" y="205902"/>
                  </a:cubicBezTo>
                  <a:cubicBezTo>
                    <a:pt x="247183" y="204920"/>
                    <a:pt x="247183" y="203937"/>
                    <a:pt x="247183" y="202925"/>
                  </a:cubicBezTo>
                  <a:cubicBezTo>
                    <a:pt x="248903" y="202374"/>
                    <a:pt x="250642" y="201882"/>
                    <a:pt x="252392" y="201437"/>
                  </a:cubicBezTo>
                  <a:cubicBezTo>
                    <a:pt x="253151" y="200708"/>
                    <a:pt x="253897" y="199965"/>
                    <a:pt x="254625" y="199205"/>
                  </a:cubicBezTo>
                  <a:cubicBezTo>
                    <a:pt x="255269" y="199082"/>
                    <a:pt x="255914" y="198959"/>
                    <a:pt x="256578" y="198832"/>
                  </a:cubicBezTo>
                  <a:cubicBezTo>
                    <a:pt x="257161" y="198710"/>
                    <a:pt x="257744" y="198587"/>
                    <a:pt x="258345" y="198460"/>
                  </a:cubicBezTo>
                  <a:cubicBezTo>
                    <a:pt x="258591" y="197724"/>
                    <a:pt x="258836" y="196987"/>
                    <a:pt x="259090" y="196228"/>
                  </a:cubicBezTo>
                  <a:cubicBezTo>
                    <a:pt x="259826" y="196121"/>
                    <a:pt x="260563" y="196013"/>
                    <a:pt x="261322" y="195902"/>
                  </a:cubicBezTo>
                  <a:cubicBezTo>
                    <a:pt x="262059" y="195764"/>
                    <a:pt x="262795" y="195626"/>
                    <a:pt x="263554" y="195484"/>
                  </a:cubicBezTo>
                  <a:cubicBezTo>
                    <a:pt x="263646" y="194977"/>
                    <a:pt x="263739" y="194471"/>
                    <a:pt x="263833" y="193949"/>
                  </a:cubicBezTo>
                  <a:cubicBezTo>
                    <a:pt x="263987" y="193473"/>
                    <a:pt x="264140" y="192997"/>
                    <a:pt x="264299" y="192507"/>
                  </a:cubicBezTo>
                  <a:cubicBezTo>
                    <a:pt x="266337" y="192215"/>
                    <a:pt x="268180" y="192376"/>
                    <a:pt x="270252" y="192507"/>
                  </a:cubicBezTo>
                  <a:cubicBezTo>
                    <a:pt x="270252" y="191525"/>
                    <a:pt x="270252" y="190543"/>
                    <a:pt x="270252" y="189531"/>
                  </a:cubicBezTo>
                  <a:cubicBezTo>
                    <a:pt x="271096" y="189469"/>
                    <a:pt x="271940" y="189408"/>
                    <a:pt x="272810" y="189345"/>
                  </a:cubicBezTo>
                  <a:cubicBezTo>
                    <a:pt x="273684" y="189160"/>
                    <a:pt x="274559" y="188976"/>
                    <a:pt x="275461" y="188787"/>
                  </a:cubicBezTo>
                  <a:cubicBezTo>
                    <a:pt x="275583" y="188295"/>
                    <a:pt x="275706" y="187804"/>
                    <a:pt x="275833" y="187298"/>
                  </a:cubicBezTo>
                  <a:cubicBezTo>
                    <a:pt x="275955" y="186807"/>
                    <a:pt x="276078" y="186316"/>
                    <a:pt x="276205" y="185810"/>
                  </a:cubicBezTo>
                  <a:cubicBezTo>
                    <a:pt x="277936" y="185532"/>
                    <a:pt x="279673" y="185283"/>
                    <a:pt x="281414" y="185066"/>
                  </a:cubicBezTo>
                  <a:cubicBezTo>
                    <a:pt x="281659" y="184329"/>
                    <a:pt x="281905" y="183592"/>
                    <a:pt x="282158" y="182833"/>
                  </a:cubicBezTo>
                  <a:cubicBezTo>
                    <a:pt x="283894" y="182337"/>
                    <a:pt x="285631" y="181841"/>
                    <a:pt x="287367" y="181345"/>
                  </a:cubicBezTo>
                  <a:cubicBezTo>
                    <a:pt x="287612" y="180608"/>
                    <a:pt x="287858" y="179872"/>
                    <a:pt x="288111" y="179113"/>
                  </a:cubicBezTo>
                  <a:cubicBezTo>
                    <a:pt x="289377" y="178952"/>
                    <a:pt x="289377" y="178952"/>
                    <a:pt x="290669" y="178787"/>
                  </a:cubicBezTo>
                  <a:cubicBezTo>
                    <a:pt x="291544" y="178649"/>
                    <a:pt x="292419" y="178511"/>
                    <a:pt x="293320" y="178369"/>
                  </a:cubicBezTo>
                  <a:cubicBezTo>
                    <a:pt x="293566" y="177877"/>
                    <a:pt x="293811" y="177386"/>
                    <a:pt x="294064" y="176880"/>
                  </a:cubicBezTo>
                  <a:cubicBezTo>
                    <a:pt x="294310" y="176389"/>
                    <a:pt x="294555" y="175898"/>
                    <a:pt x="294808" y="175392"/>
                  </a:cubicBezTo>
                  <a:cubicBezTo>
                    <a:pt x="296541" y="175118"/>
                    <a:pt x="298277" y="174869"/>
                    <a:pt x="300017" y="174648"/>
                  </a:cubicBezTo>
                  <a:cubicBezTo>
                    <a:pt x="300263" y="173911"/>
                    <a:pt x="300508" y="173174"/>
                    <a:pt x="300761" y="172415"/>
                  </a:cubicBezTo>
                  <a:cubicBezTo>
                    <a:pt x="302136" y="172035"/>
                    <a:pt x="302136" y="172035"/>
                    <a:pt x="303784" y="171904"/>
                  </a:cubicBezTo>
                  <a:cubicBezTo>
                    <a:pt x="304751" y="171827"/>
                    <a:pt x="305718" y="171750"/>
                    <a:pt x="306715" y="171671"/>
                  </a:cubicBezTo>
                  <a:cubicBezTo>
                    <a:pt x="306715" y="170689"/>
                    <a:pt x="306715" y="169707"/>
                    <a:pt x="306715" y="168695"/>
                  </a:cubicBezTo>
                  <a:cubicBezTo>
                    <a:pt x="308241" y="168574"/>
                    <a:pt x="309767" y="168453"/>
                    <a:pt x="311293" y="168331"/>
                  </a:cubicBezTo>
                  <a:cubicBezTo>
                    <a:pt x="311746" y="168206"/>
                    <a:pt x="312200" y="168080"/>
                    <a:pt x="312668" y="167951"/>
                  </a:cubicBezTo>
                  <a:cubicBezTo>
                    <a:pt x="312913" y="167214"/>
                    <a:pt x="313159" y="166477"/>
                    <a:pt x="313412" y="165718"/>
                  </a:cubicBezTo>
                  <a:cubicBezTo>
                    <a:pt x="314271" y="165611"/>
                    <a:pt x="315131" y="165503"/>
                    <a:pt x="316016" y="165393"/>
                  </a:cubicBezTo>
                  <a:cubicBezTo>
                    <a:pt x="316876" y="165255"/>
                    <a:pt x="317735" y="165116"/>
                    <a:pt x="318621" y="164974"/>
                  </a:cubicBezTo>
                  <a:cubicBezTo>
                    <a:pt x="318720" y="164486"/>
                    <a:pt x="318818" y="163998"/>
                    <a:pt x="318920" y="163495"/>
                  </a:cubicBezTo>
                  <a:cubicBezTo>
                    <a:pt x="319067" y="163000"/>
                    <a:pt x="319214" y="162506"/>
                    <a:pt x="319365" y="161998"/>
                  </a:cubicBezTo>
                  <a:cubicBezTo>
                    <a:pt x="321065" y="161544"/>
                    <a:pt x="321065" y="161544"/>
                    <a:pt x="323132" y="161439"/>
                  </a:cubicBezTo>
                  <a:cubicBezTo>
                    <a:pt x="323816" y="161397"/>
                    <a:pt x="324500" y="161355"/>
                    <a:pt x="325205" y="161312"/>
                  </a:cubicBezTo>
                  <a:cubicBezTo>
                    <a:pt x="325998" y="161283"/>
                    <a:pt x="325998" y="161283"/>
                    <a:pt x="326806" y="161253"/>
                  </a:cubicBezTo>
                  <a:cubicBezTo>
                    <a:pt x="326806" y="160271"/>
                    <a:pt x="326806" y="159289"/>
                    <a:pt x="326806" y="158277"/>
                  </a:cubicBezTo>
                  <a:cubicBezTo>
                    <a:pt x="327650" y="158200"/>
                    <a:pt x="328495" y="158123"/>
                    <a:pt x="329364" y="158044"/>
                  </a:cubicBezTo>
                  <a:cubicBezTo>
                    <a:pt x="330677" y="157791"/>
                    <a:pt x="330677" y="157791"/>
                    <a:pt x="332015" y="157533"/>
                  </a:cubicBezTo>
                  <a:cubicBezTo>
                    <a:pt x="332261" y="156796"/>
                    <a:pt x="332506" y="156059"/>
                    <a:pt x="332759" y="155300"/>
                  </a:cubicBezTo>
                  <a:cubicBezTo>
                    <a:pt x="333619" y="155193"/>
                    <a:pt x="334478" y="155085"/>
                    <a:pt x="335364" y="154975"/>
                  </a:cubicBezTo>
                  <a:cubicBezTo>
                    <a:pt x="336223" y="154837"/>
                    <a:pt x="337083" y="154698"/>
                    <a:pt x="337968" y="154556"/>
                  </a:cubicBezTo>
                  <a:cubicBezTo>
                    <a:pt x="338076" y="154065"/>
                    <a:pt x="338183" y="153574"/>
                    <a:pt x="338294" y="153068"/>
                  </a:cubicBezTo>
                  <a:cubicBezTo>
                    <a:pt x="338432" y="152577"/>
                    <a:pt x="338570" y="152086"/>
                    <a:pt x="338713" y="151580"/>
                  </a:cubicBezTo>
                  <a:cubicBezTo>
                    <a:pt x="340260" y="151251"/>
                    <a:pt x="341736" y="151160"/>
                    <a:pt x="343317" y="151112"/>
                  </a:cubicBezTo>
                  <a:cubicBezTo>
                    <a:pt x="343985" y="150975"/>
                    <a:pt x="343985" y="150975"/>
                    <a:pt x="344666" y="150835"/>
                  </a:cubicBezTo>
                  <a:cubicBezTo>
                    <a:pt x="344911" y="150099"/>
                    <a:pt x="345157" y="149362"/>
                    <a:pt x="345410" y="148603"/>
                  </a:cubicBezTo>
                  <a:cubicBezTo>
                    <a:pt x="346759" y="148327"/>
                    <a:pt x="346759" y="148327"/>
                    <a:pt x="348386" y="148277"/>
                  </a:cubicBezTo>
                  <a:cubicBezTo>
                    <a:pt x="349992" y="148180"/>
                    <a:pt x="349992" y="148180"/>
                    <a:pt x="351363" y="147859"/>
                  </a:cubicBezTo>
                  <a:cubicBezTo>
                    <a:pt x="351486" y="147368"/>
                    <a:pt x="351609" y="146877"/>
                    <a:pt x="351735" y="146371"/>
                  </a:cubicBezTo>
                  <a:cubicBezTo>
                    <a:pt x="351858" y="145879"/>
                    <a:pt x="351981" y="145388"/>
                    <a:pt x="352107" y="144882"/>
                  </a:cubicBezTo>
                  <a:cubicBezTo>
                    <a:pt x="353629" y="144689"/>
                    <a:pt x="355152" y="144502"/>
                    <a:pt x="356682" y="144397"/>
                  </a:cubicBezTo>
                  <a:cubicBezTo>
                    <a:pt x="357137" y="144311"/>
                    <a:pt x="357592" y="144226"/>
                    <a:pt x="358060" y="144138"/>
                  </a:cubicBezTo>
                  <a:cubicBezTo>
                    <a:pt x="358568" y="143152"/>
                    <a:pt x="359065" y="142160"/>
                    <a:pt x="359549" y="141162"/>
                  </a:cubicBezTo>
                  <a:cubicBezTo>
                    <a:pt x="361285" y="141162"/>
                    <a:pt x="363021" y="141162"/>
                    <a:pt x="364757" y="141162"/>
                  </a:cubicBezTo>
                  <a:cubicBezTo>
                    <a:pt x="364986" y="140682"/>
                    <a:pt x="365214" y="140202"/>
                    <a:pt x="365449" y="139708"/>
                  </a:cubicBezTo>
                  <a:cubicBezTo>
                    <a:pt x="365712" y="139206"/>
                    <a:pt x="365975" y="138703"/>
                    <a:pt x="366246" y="138185"/>
                  </a:cubicBezTo>
                  <a:cubicBezTo>
                    <a:pt x="367856" y="137732"/>
                    <a:pt x="367856" y="137732"/>
                    <a:pt x="369687" y="137627"/>
                  </a:cubicBezTo>
                  <a:cubicBezTo>
                    <a:pt x="370296" y="137585"/>
                    <a:pt x="370904" y="137542"/>
                    <a:pt x="371530" y="137499"/>
                  </a:cubicBezTo>
                  <a:cubicBezTo>
                    <a:pt x="371997" y="137480"/>
                    <a:pt x="372463" y="137461"/>
                    <a:pt x="372943" y="137441"/>
                  </a:cubicBezTo>
                  <a:cubicBezTo>
                    <a:pt x="372943" y="136459"/>
                    <a:pt x="372943" y="135476"/>
                    <a:pt x="372943" y="134464"/>
                  </a:cubicBezTo>
                  <a:cubicBezTo>
                    <a:pt x="373418" y="134436"/>
                    <a:pt x="373893" y="134409"/>
                    <a:pt x="374382" y="134380"/>
                  </a:cubicBezTo>
                  <a:cubicBezTo>
                    <a:pt x="374997" y="134331"/>
                    <a:pt x="375612" y="134282"/>
                    <a:pt x="376245" y="134232"/>
                  </a:cubicBezTo>
                  <a:cubicBezTo>
                    <a:pt x="377165" y="134167"/>
                    <a:pt x="377165" y="134167"/>
                    <a:pt x="378103" y="134101"/>
                  </a:cubicBezTo>
                  <a:cubicBezTo>
                    <a:pt x="378610" y="133975"/>
                    <a:pt x="379117" y="133850"/>
                    <a:pt x="379640" y="133720"/>
                  </a:cubicBezTo>
                  <a:cubicBezTo>
                    <a:pt x="379886" y="132983"/>
                    <a:pt x="380131" y="132247"/>
                    <a:pt x="380384" y="131488"/>
                  </a:cubicBezTo>
                  <a:cubicBezTo>
                    <a:pt x="382127" y="130961"/>
                    <a:pt x="383844" y="130734"/>
                    <a:pt x="385643" y="130465"/>
                  </a:cubicBezTo>
                  <a:cubicBezTo>
                    <a:pt x="386118" y="130311"/>
                    <a:pt x="386593" y="130158"/>
                    <a:pt x="387082" y="129999"/>
                  </a:cubicBezTo>
                  <a:cubicBezTo>
                    <a:pt x="387082" y="129263"/>
                    <a:pt x="387082" y="128526"/>
                    <a:pt x="387082" y="127767"/>
                  </a:cubicBezTo>
                  <a:cubicBezTo>
                    <a:pt x="387781" y="127738"/>
                    <a:pt x="387781" y="127738"/>
                    <a:pt x="388494" y="127709"/>
                  </a:cubicBezTo>
                  <a:cubicBezTo>
                    <a:pt x="389103" y="127667"/>
                    <a:pt x="389711" y="127624"/>
                    <a:pt x="390337" y="127581"/>
                  </a:cubicBezTo>
                  <a:cubicBezTo>
                    <a:pt x="390942" y="127546"/>
                    <a:pt x="391546" y="127512"/>
                    <a:pt x="392169" y="127476"/>
                  </a:cubicBezTo>
                  <a:cubicBezTo>
                    <a:pt x="392700" y="127327"/>
                    <a:pt x="393231" y="127177"/>
                    <a:pt x="393779" y="127023"/>
                  </a:cubicBezTo>
                  <a:cubicBezTo>
                    <a:pt x="394293" y="126040"/>
                    <a:pt x="394790" y="125048"/>
                    <a:pt x="395267" y="124046"/>
                  </a:cubicBezTo>
                  <a:cubicBezTo>
                    <a:pt x="397004" y="124046"/>
                    <a:pt x="398740" y="124046"/>
                    <a:pt x="400476" y="124046"/>
                  </a:cubicBezTo>
                  <a:cubicBezTo>
                    <a:pt x="400697" y="123567"/>
                    <a:pt x="400917" y="123087"/>
                    <a:pt x="401145" y="122593"/>
                  </a:cubicBezTo>
                  <a:cubicBezTo>
                    <a:pt x="401415" y="122090"/>
                    <a:pt x="401686" y="121588"/>
                    <a:pt x="401965" y="121070"/>
                  </a:cubicBezTo>
                  <a:cubicBezTo>
                    <a:pt x="403738" y="120616"/>
                    <a:pt x="403738" y="120616"/>
                    <a:pt x="405778" y="120512"/>
                  </a:cubicBezTo>
                  <a:cubicBezTo>
                    <a:pt x="406455" y="120469"/>
                    <a:pt x="407133" y="120427"/>
                    <a:pt x="407830" y="120384"/>
                  </a:cubicBezTo>
                  <a:cubicBezTo>
                    <a:pt x="408610" y="120355"/>
                    <a:pt x="408610" y="120355"/>
                    <a:pt x="409406" y="120326"/>
                  </a:cubicBezTo>
                  <a:cubicBezTo>
                    <a:pt x="409406" y="119343"/>
                    <a:pt x="409406" y="118361"/>
                    <a:pt x="409406" y="117349"/>
                  </a:cubicBezTo>
                  <a:cubicBezTo>
                    <a:pt x="410118" y="117307"/>
                    <a:pt x="410118" y="117307"/>
                    <a:pt x="410845" y="117265"/>
                  </a:cubicBezTo>
                  <a:cubicBezTo>
                    <a:pt x="411460" y="117216"/>
                    <a:pt x="412075" y="117167"/>
                    <a:pt x="412708" y="117117"/>
                  </a:cubicBezTo>
                  <a:cubicBezTo>
                    <a:pt x="413628" y="117052"/>
                    <a:pt x="413628" y="117052"/>
                    <a:pt x="414565" y="116986"/>
                  </a:cubicBezTo>
                  <a:cubicBezTo>
                    <a:pt x="415073" y="116860"/>
                    <a:pt x="415580" y="116734"/>
                    <a:pt x="416103" y="116605"/>
                  </a:cubicBezTo>
                  <a:cubicBezTo>
                    <a:pt x="416349" y="115868"/>
                    <a:pt x="416594" y="115132"/>
                    <a:pt x="416847" y="114373"/>
                  </a:cubicBezTo>
                  <a:cubicBezTo>
                    <a:pt x="418548" y="113992"/>
                    <a:pt x="418548" y="113992"/>
                    <a:pt x="420615" y="113861"/>
                  </a:cubicBezTo>
                  <a:cubicBezTo>
                    <a:pt x="421640" y="113788"/>
                    <a:pt x="421640" y="113788"/>
                    <a:pt x="422687" y="113713"/>
                  </a:cubicBezTo>
                  <a:cubicBezTo>
                    <a:pt x="423216" y="113685"/>
                    <a:pt x="423744" y="113657"/>
                    <a:pt x="424289" y="113628"/>
                  </a:cubicBezTo>
                  <a:cubicBezTo>
                    <a:pt x="424289" y="112646"/>
                    <a:pt x="424289" y="111664"/>
                    <a:pt x="424289" y="110652"/>
                  </a:cubicBezTo>
                  <a:cubicBezTo>
                    <a:pt x="424988" y="110623"/>
                    <a:pt x="424988" y="110623"/>
                    <a:pt x="425701" y="110594"/>
                  </a:cubicBezTo>
                  <a:cubicBezTo>
                    <a:pt x="426310" y="110551"/>
                    <a:pt x="426918" y="110509"/>
                    <a:pt x="427544" y="110466"/>
                  </a:cubicBezTo>
                  <a:cubicBezTo>
                    <a:pt x="428149" y="110431"/>
                    <a:pt x="428753" y="110397"/>
                    <a:pt x="429376" y="110361"/>
                  </a:cubicBezTo>
                  <a:cubicBezTo>
                    <a:pt x="429907" y="110211"/>
                    <a:pt x="430438" y="110062"/>
                    <a:pt x="430986" y="109908"/>
                  </a:cubicBezTo>
                  <a:cubicBezTo>
                    <a:pt x="431224" y="109409"/>
                    <a:pt x="431462" y="108910"/>
                    <a:pt x="431707" y="108396"/>
                  </a:cubicBezTo>
                  <a:cubicBezTo>
                    <a:pt x="431960" y="107913"/>
                    <a:pt x="432213" y="107429"/>
                    <a:pt x="432474" y="106931"/>
                  </a:cubicBezTo>
                  <a:cubicBezTo>
                    <a:pt x="434247" y="106640"/>
                    <a:pt x="434247" y="106640"/>
                    <a:pt x="436288" y="106745"/>
                  </a:cubicBezTo>
                  <a:cubicBezTo>
                    <a:pt x="436965" y="106772"/>
                    <a:pt x="437642" y="106799"/>
                    <a:pt x="438340" y="106826"/>
                  </a:cubicBezTo>
                  <a:cubicBezTo>
                    <a:pt x="438860" y="106861"/>
                    <a:pt x="439380" y="106896"/>
                    <a:pt x="439916" y="106931"/>
                  </a:cubicBezTo>
                  <a:cubicBezTo>
                    <a:pt x="439916" y="105949"/>
                    <a:pt x="439916" y="104967"/>
                    <a:pt x="439916" y="103955"/>
                  </a:cubicBezTo>
                  <a:cubicBezTo>
                    <a:pt x="440709" y="103926"/>
                    <a:pt x="440709" y="103926"/>
                    <a:pt x="441517" y="103896"/>
                  </a:cubicBezTo>
                  <a:cubicBezTo>
                    <a:pt x="442201" y="103854"/>
                    <a:pt x="442885" y="103812"/>
                    <a:pt x="443590" y="103769"/>
                  </a:cubicBezTo>
                  <a:cubicBezTo>
                    <a:pt x="444272" y="103734"/>
                    <a:pt x="444954" y="103699"/>
                    <a:pt x="445657" y="103664"/>
                  </a:cubicBezTo>
                  <a:cubicBezTo>
                    <a:pt x="446218" y="103514"/>
                    <a:pt x="446779" y="103365"/>
                    <a:pt x="447357" y="103210"/>
                  </a:cubicBezTo>
                  <a:cubicBezTo>
                    <a:pt x="447530" y="102462"/>
                    <a:pt x="447530" y="102462"/>
                    <a:pt x="447706" y="101699"/>
                  </a:cubicBezTo>
                  <a:cubicBezTo>
                    <a:pt x="447902" y="100974"/>
                    <a:pt x="447902" y="100974"/>
                    <a:pt x="448101" y="100234"/>
                  </a:cubicBezTo>
                  <a:cubicBezTo>
                    <a:pt x="449965" y="99943"/>
                    <a:pt x="449965" y="99943"/>
                    <a:pt x="452241" y="100048"/>
                  </a:cubicBezTo>
                  <a:cubicBezTo>
                    <a:pt x="452994" y="100075"/>
                    <a:pt x="453747" y="100102"/>
                    <a:pt x="454522" y="100129"/>
                  </a:cubicBezTo>
                  <a:cubicBezTo>
                    <a:pt x="455105" y="100164"/>
                    <a:pt x="455687" y="100198"/>
                    <a:pt x="456287" y="100234"/>
                  </a:cubicBezTo>
                  <a:cubicBezTo>
                    <a:pt x="456287" y="99252"/>
                    <a:pt x="456287" y="98269"/>
                    <a:pt x="456287" y="97257"/>
                  </a:cubicBezTo>
                  <a:cubicBezTo>
                    <a:pt x="457080" y="97229"/>
                    <a:pt x="457080" y="97229"/>
                    <a:pt x="457888" y="97199"/>
                  </a:cubicBezTo>
                  <a:cubicBezTo>
                    <a:pt x="458572" y="97157"/>
                    <a:pt x="459256" y="97115"/>
                    <a:pt x="459961" y="97071"/>
                  </a:cubicBezTo>
                  <a:cubicBezTo>
                    <a:pt x="460643" y="97037"/>
                    <a:pt x="461325" y="97002"/>
                    <a:pt x="462028" y="96967"/>
                  </a:cubicBezTo>
                  <a:cubicBezTo>
                    <a:pt x="462589" y="96817"/>
                    <a:pt x="463150" y="96667"/>
                    <a:pt x="463728" y="96513"/>
                  </a:cubicBezTo>
                  <a:cubicBezTo>
                    <a:pt x="463977" y="95521"/>
                    <a:pt x="464225" y="94529"/>
                    <a:pt x="464472" y="93537"/>
                  </a:cubicBezTo>
                  <a:cubicBezTo>
                    <a:pt x="466147" y="93162"/>
                    <a:pt x="466147" y="93162"/>
                    <a:pt x="468193" y="93118"/>
                  </a:cubicBezTo>
                  <a:cubicBezTo>
                    <a:pt x="470186" y="93117"/>
                    <a:pt x="470186" y="93117"/>
                    <a:pt x="471914" y="92792"/>
                  </a:cubicBezTo>
                  <a:cubicBezTo>
                    <a:pt x="472159" y="92056"/>
                    <a:pt x="472405" y="91319"/>
                    <a:pt x="472658" y="90560"/>
                  </a:cubicBezTo>
                  <a:cubicBezTo>
                    <a:pt x="474306" y="90179"/>
                    <a:pt x="474306" y="90179"/>
                    <a:pt x="476332" y="90048"/>
                  </a:cubicBezTo>
                  <a:cubicBezTo>
                    <a:pt x="476999" y="89999"/>
                    <a:pt x="477665" y="89951"/>
                    <a:pt x="478352" y="89900"/>
                  </a:cubicBezTo>
                  <a:cubicBezTo>
                    <a:pt x="479430" y="89848"/>
                    <a:pt x="480509" y="89816"/>
                    <a:pt x="481588" y="89816"/>
                  </a:cubicBezTo>
                  <a:cubicBezTo>
                    <a:pt x="481588" y="88834"/>
                    <a:pt x="481588" y="87851"/>
                    <a:pt x="481588" y="86839"/>
                  </a:cubicBezTo>
                  <a:cubicBezTo>
                    <a:pt x="484534" y="86594"/>
                    <a:pt x="487481" y="86348"/>
                    <a:pt x="490517" y="86095"/>
                  </a:cubicBezTo>
                  <a:cubicBezTo>
                    <a:pt x="490517" y="85113"/>
                    <a:pt x="490517" y="84131"/>
                    <a:pt x="490517" y="83119"/>
                  </a:cubicBezTo>
                  <a:cubicBezTo>
                    <a:pt x="491100" y="83091"/>
                    <a:pt x="491682" y="83063"/>
                    <a:pt x="492282" y="83034"/>
                  </a:cubicBezTo>
                  <a:cubicBezTo>
                    <a:pt x="493035" y="82985"/>
                    <a:pt x="493788" y="82936"/>
                    <a:pt x="494564" y="82886"/>
                  </a:cubicBezTo>
                  <a:cubicBezTo>
                    <a:pt x="495315" y="82843"/>
                    <a:pt x="496066" y="82800"/>
                    <a:pt x="496840" y="82755"/>
                  </a:cubicBezTo>
                  <a:cubicBezTo>
                    <a:pt x="497762" y="82567"/>
                    <a:pt x="497762" y="82567"/>
                    <a:pt x="498703" y="82374"/>
                  </a:cubicBezTo>
                  <a:cubicBezTo>
                    <a:pt x="498948" y="81638"/>
                    <a:pt x="499194" y="80901"/>
                    <a:pt x="499447" y="80142"/>
                  </a:cubicBezTo>
                  <a:cubicBezTo>
                    <a:pt x="501574" y="79822"/>
                    <a:pt x="503647" y="79814"/>
                    <a:pt x="505795" y="79773"/>
                  </a:cubicBezTo>
                  <a:cubicBezTo>
                    <a:pt x="506402" y="79649"/>
                    <a:pt x="507008" y="79525"/>
                    <a:pt x="507632" y="79398"/>
                  </a:cubicBezTo>
                  <a:cubicBezTo>
                    <a:pt x="507792" y="78666"/>
                    <a:pt x="507792" y="78666"/>
                    <a:pt x="507955" y="77918"/>
                  </a:cubicBezTo>
                  <a:cubicBezTo>
                    <a:pt x="508164" y="77177"/>
                    <a:pt x="508164" y="77177"/>
                    <a:pt x="508377" y="76421"/>
                  </a:cubicBezTo>
                  <a:cubicBezTo>
                    <a:pt x="510565" y="75968"/>
                    <a:pt x="510565" y="75968"/>
                    <a:pt x="513260" y="75863"/>
                  </a:cubicBezTo>
                  <a:cubicBezTo>
                    <a:pt x="514151" y="75821"/>
                    <a:pt x="515042" y="75779"/>
                    <a:pt x="515960" y="75735"/>
                  </a:cubicBezTo>
                  <a:cubicBezTo>
                    <a:pt x="516650" y="75716"/>
                    <a:pt x="517340" y="75697"/>
                    <a:pt x="518050" y="75677"/>
                  </a:cubicBezTo>
                  <a:cubicBezTo>
                    <a:pt x="518050" y="74941"/>
                    <a:pt x="518050" y="74204"/>
                    <a:pt x="518050" y="73445"/>
                  </a:cubicBezTo>
                  <a:cubicBezTo>
                    <a:pt x="518624" y="73426"/>
                    <a:pt x="519198" y="73406"/>
                    <a:pt x="519789" y="73387"/>
                  </a:cubicBezTo>
                  <a:cubicBezTo>
                    <a:pt x="520535" y="73344"/>
                    <a:pt x="521281" y="73302"/>
                    <a:pt x="522050" y="73259"/>
                  </a:cubicBezTo>
                  <a:cubicBezTo>
                    <a:pt x="522793" y="73224"/>
                    <a:pt x="523535" y="73190"/>
                    <a:pt x="524300" y="73154"/>
                  </a:cubicBezTo>
                  <a:cubicBezTo>
                    <a:pt x="524939" y="73004"/>
                    <a:pt x="525578" y="72855"/>
                    <a:pt x="526236" y="72701"/>
                  </a:cubicBezTo>
                  <a:cubicBezTo>
                    <a:pt x="526476" y="72206"/>
                    <a:pt x="526716" y="71711"/>
                    <a:pt x="526963" y="71201"/>
                  </a:cubicBezTo>
                  <a:cubicBezTo>
                    <a:pt x="527214" y="70713"/>
                    <a:pt x="527465" y="70226"/>
                    <a:pt x="527724" y="69724"/>
                  </a:cubicBezTo>
                  <a:cubicBezTo>
                    <a:pt x="530043" y="69329"/>
                    <a:pt x="532258" y="69351"/>
                    <a:pt x="534608" y="69329"/>
                  </a:cubicBezTo>
                  <a:cubicBezTo>
                    <a:pt x="535283" y="69214"/>
                    <a:pt x="535958" y="69099"/>
                    <a:pt x="536654" y="68980"/>
                  </a:cubicBezTo>
                  <a:cubicBezTo>
                    <a:pt x="536899" y="68490"/>
                    <a:pt x="537143" y="68000"/>
                    <a:pt x="537395" y="67495"/>
                  </a:cubicBezTo>
                  <a:cubicBezTo>
                    <a:pt x="537642" y="67002"/>
                    <a:pt x="537888" y="66510"/>
                    <a:pt x="538142" y="66003"/>
                  </a:cubicBezTo>
                  <a:cubicBezTo>
                    <a:pt x="540215" y="65628"/>
                    <a:pt x="540215" y="65628"/>
                    <a:pt x="542654" y="65585"/>
                  </a:cubicBezTo>
                  <a:cubicBezTo>
                    <a:pt x="545027" y="65585"/>
                    <a:pt x="545027" y="65585"/>
                    <a:pt x="547072" y="65259"/>
                  </a:cubicBezTo>
                  <a:cubicBezTo>
                    <a:pt x="547318" y="64523"/>
                    <a:pt x="547563" y="63786"/>
                    <a:pt x="547816" y="63027"/>
                  </a:cubicBezTo>
                  <a:cubicBezTo>
                    <a:pt x="550111" y="62706"/>
                    <a:pt x="552357" y="62699"/>
                    <a:pt x="554673" y="62658"/>
                  </a:cubicBezTo>
                  <a:cubicBezTo>
                    <a:pt x="555357" y="62534"/>
                    <a:pt x="556041" y="62410"/>
                    <a:pt x="556746" y="62283"/>
                  </a:cubicBezTo>
                  <a:cubicBezTo>
                    <a:pt x="556976" y="61783"/>
                    <a:pt x="557206" y="61283"/>
                    <a:pt x="557443" y="60768"/>
                  </a:cubicBezTo>
                  <a:cubicBezTo>
                    <a:pt x="557704" y="60286"/>
                    <a:pt x="557965" y="59803"/>
                    <a:pt x="558234" y="59306"/>
                  </a:cubicBezTo>
                  <a:cubicBezTo>
                    <a:pt x="560632" y="59120"/>
                    <a:pt x="560632" y="59120"/>
                    <a:pt x="563490" y="59306"/>
                  </a:cubicBezTo>
                  <a:cubicBezTo>
                    <a:pt x="566260" y="59556"/>
                    <a:pt x="566260" y="59556"/>
                    <a:pt x="568652" y="59306"/>
                  </a:cubicBezTo>
                  <a:cubicBezTo>
                    <a:pt x="568902" y="58314"/>
                    <a:pt x="569150" y="57322"/>
                    <a:pt x="569396" y="56330"/>
                  </a:cubicBezTo>
                  <a:cubicBezTo>
                    <a:pt x="571748" y="55876"/>
                    <a:pt x="571748" y="55876"/>
                    <a:pt x="574652" y="55771"/>
                  </a:cubicBezTo>
                  <a:cubicBezTo>
                    <a:pt x="575612" y="55729"/>
                    <a:pt x="576572" y="55687"/>
                    <a:pt x="577561" y="55644"/>
                  </a:cubicBezTo>
                  <a:cubicBezTo>
                    <a:pt x="578305" y="55624"/>
                    <a:pt x="579048" y="55605"/>
                    <a:pt x="579814" y="55585"/>
                  </a:cubicBezTo>
                  <a:cubicBezTo>
                    <a:pt x="579814" y="54603"/>
                    <a:pt x="579814" y="53621"/>
                    <a:pt x="579814" y="52609"/>
                  </a:cubicBezTo>
                  <a:cubicBezTo>
                    <a:pt x="580665" y="52590"/>
                    <a:pt x="581516" y="52570"/>
                    <a:pt x="582392" y="52551"/>
                  </a:cubicBezTo>
                  <a:cubicBezTo>
                    <a:pt x="583502" y="52509"/>
                    <a:pt x="584611" y="52466"/>
                    <a:pt x="585721" y="52423"/>
                  </a:cubicBezTo>
                  <a:cubicBezTo>
                    <a:pt x="586282" y="52412"/>
                    <a:pt x="586844" y="52402"/>
                    <a:pt x="587423" y="52391"/>
                  </a:cubicBezTo>
                  <a:cubicBezTo>
                    <a:pt x="589229" y="52343"/>
                    <a:pt x="589229" y="52343"/>
                    <a:pt x="591720" y="51865"/>
                  </a:cubicBezTo>
                  <a:cubicBezTo>
                    <a:pt x="592186" y="50370"/>
                    <a:pt x="592186" y="50370"/>
                    <a:pt x="592465" y="48888"/>
                  </a:cubicBezTo>
                  <a:cubicBezTo>
                    <a:pt x="594601" y="48624"/>
                    <a:pt x="594601" y="48624"/>
                    <a:pt x="597255" y="48749"/>
                  </a:cubicBezTo>
                  <a:cubicBezTo>
                    <a:pt x="600560" y="49032"/>
                    <a:pt x="600560" y="49032"/>
                    <a:pt x="603627" y="48144"/>
                  </a:cubicBezTo>
                  <a:cubicBezTo>
                    <a:pt x="603872" y="47407"/>
                    <a:pt x="604118" y="46671"/>
                    <a:pt x="604371" y="45912"/>
                  </a:cubicBezTo>
                  <a:cubicBezTo>
                    <a:pt x="607052" y="45590"/>
                    <a:pt x="609691" y="45584"/>
                    <a:pt x="612391" y="45542"/>
                  </a:cubicBezTo>
                  <a:cubicBezTo>
                    <a:pt x="613182" y="45419"/>
                    <a:pt x="613973" y="45295"/>
                    <a:pt x="614789" y="45167"/>
                  </a:cubicBezTo>
                  <a:cubicBezTo>
                    <a:pt x="615019" y="44676"/>
                    <a:pt x="615249" y="44185"/>
                    <a:pt x="615486" y="43679"/>
                  </a:cubicBezTo>
                  <a:cubicBezTo>
                    <a:pt x="615747" y="43188"/>
                    <a:pt x="616008" y="42697"/>
                    <a:pt x="616277" y="42191"/>
                  </a:cubicBezTo>
                  <a:cubicBezTo>
                    <a:pt x="618355" y="41905"/>
                    <a:pt x="620197" y="41774"/>
                    <a:pt x="622277" y="41772"/>
                  </a:cubicBezTo>
                  <a:cubicBezTo>
                    <a:pt x="624287" y="41760"/>
                    <a:pt x="626176" y="41658"/>
                    <a:pt x="628183" y="41447"/>
                  </a:cubicBezTo>
                  <a:cubicBezTo>
                    <a:pt x="628429" y="40710"/>
                    <a:pt x="628674" y="39973"/>
                    <a:pt x="628927" y="39214"/>
                  </a:cubicBezTo>
                  <a:cubicBezTo>
                    <a:pt x="631657" y="38946"/>
                    <a:pt x="634313" y="38890"/>
                    <a:pt x="637052" y="38887"/>
                  </a:cubicBezTo>
                  <a:cubicBezTo>
                    <a:pt x="638954" y="38871"/>
                    <a:pt x="638954" y="38871"/>
                    <a:pt x="641578" y="38470"/>
                  </a:cubicBezTo>
                  <a:cubicBezTo>
                    <a:pt x="641698" y="37979"/>
                    <a:pt x="641818" y="37487"/>
                    <a:pt x="641941" y="36980"/>
                  </a:cubicBezTo>
                  <a:cubicBezTo>
                    <a:pt x="642130" y="36244"/>
                    <a:pt x="642130" y="36244"/>
                    <a:pt x="642322" y="35494"/>
                  </a:cubicBezTo>
                  <a:cubicBezTo>
                    <a:pt x="645207" y="35152"/>
                    <a:pt x="647962" y="35117"/>
                    <a:pt x="650861" y="35130"/>
                  </a:cubicBezTo>
                  <a:cubicBezTo>
                    <a:pt x="651457" y="35120"/>
                    <a:pt x="652053" y="35109"/>
                    <a:pt x="652667" y="35098"/>
                  </a:cubicBezTo>
                  <a:cubicBezTo>
                    <a:pt x="653216" y="35102"/>
                    <a:pt x="653765" y="35105"/>
                    <a:pt x="654330" y="35108"/>
                  </a:cubicBezTo>
                  <a:cubicBezTo>
                    <a:pt x="654787" y="34990"/>
                    <a:pt x="655245" y="34872"/>
                    <a:pt x="655716" y="34749"/>
                  </a:cubicBezTo>
                  <a:cubicBezTo>
                    <a:pt x="655959" y="34259"/>
                    <a:pt x="656201" y="33768"/>
                    <a:pt x="656450" y="33263"/>
                  </a:cubicBezTo>
                  <a:cubicBezTo>
                    <a:pt x="656699" y="32771"/>
                    <a:pt x="656948" y="32279"/>
                    <a:pt x="657205" y="31773"/>
                  </a:cubicBezTo>
                  <a:cubicBezTo>
                    <a:pt x="658660" y="31402"/>
                    <a:pt x="658660" y="31402"/>
                    <a:pt x="660417" y="31398"/>
                  </a:cubicBezTo>
                  <a:cubicBezTo>
                    <a:pt x="661047" y="31384"/>
                    <a:pt x="661676" y="31370"/>
                    <a:pt x="662325" y="31356"/>
                  </a:cubicBezTo>
                  <a:cubicBezTo>
                    <a:pt x="662984" y="31355"/>
                    <a:pt x="663642" y="31355"/>
                    <a:pt x="664321" y="31354"/>
                  </a:cubicBezTo>
                  <a:cubicBezTo>
                    <a:pt x="665624" y="31348"/>
                    <a:pt x="666927" y="31332"/>
                    <a:pt x="668230" y="31305"/>
                  </a:cubicBezTo>
                  <a:cubicBezTo>
                    <a:pt x="668809" y="31304"/>
                    <a:pt x="669388" y="31304"/>
                    <a:pt x="669985" y="31303"/>
                  </a:cubicBezTo>
                  <a:cubicBezTo>
                    <a:pt x="670433" y="31213"/>
                    <a:pt x="670881" y="31122"/>
                    <a:pt x="671343" y="31029"/>
                  </a:cubicBezTo>
                  <a:cubicBezTo>
                    <a:pt x="671589" y="30292"/>
                    <a:pt x="671835" y="29555"/>
                    <a:pt x="672088" y="28796"/>
                  </a:cubicBezTo>
                  <a:cubicBezTo>
                    <a:pt x="673538" y="28475"/>
                    <a:pt x="673538" y="28475"/>
                    <a:pt x="675416" y="28416"/>
                  </a:cubicBezTo>
                  <a:cubicBezTo>
                    <a:pt x="676085" y="28389"/>
                    <a:pt x="676754" y="28363"/>
                    <a:pt x="677443" y="28336"/>
                  </a:cubicBezTo>
                  <a:cubicBezTo>
                    <a:pt x="678147" y="28319"/>
                    <a:pt x="678851" y="28302"/>
                    <a:pt x="679576" y="28285"/>
                  </a:cubicBezTo>
                  <a:cubicBezTo>
                    <a:pt x="680282" y="28259"/>
                    <a:pt x="680988" y="28234"/>
                    <a:pt x="681716" y="28208"/>
                  </a:cubicBezTo>
                  <a:cubicBezTo>
                    <a:pt x="683468" y="28146"/>
                    <a:pt x="685219" y="28095"/>
                    <a:pt x="686970" y="28052"/>
                  </a:cubicBezTo>
                  <a:cubicBezTo>
                    <a:pt x="686970" y="27070"/>
                    <a:pt x="686970" y="26088"/>
                    <a:pt x="686970" y="25076"/>
                  </a:cubicBezTo>
                  <a:cubicBezTo>
                    <a:pt x="687485" y="25065"/>
                    <a:pt x="688000" y="25054"/>
                    <a:pt x="688530" y="25043"/>
                  </a:cubicBezTo>
                  <a:cubicBezTo>
                    <a:pt x="690847" y="24988"/>
                    <a:pt x="693164" y="24916"/>
                    <a:pt x="695482" y="24843"/>
                  </a:cubicBezTo>
                  <a:cubicBezTo>
                    <a:pt x="696292" y="24826"/>
                    <a:pt x="697102" y="24810"/>
                    <a:pt x="697936" y="24792"/>
                  </a:cubicBezTo>
                  <a:cubicBezTo>
                    <a:pt x="698706" y="24766"/>
                    <a:pt x="699476" y="24739"/>
                    <a:pt x="700269" y="24712"/>
                  </a:cubicBezTo>
                  <a:cubicBezTo>
                    <a:pt x="701339" y="24683"/>
                    <a:pt x="701339" y="24683"/>
                    <a:pt x="702430" y="24653"/>
                  </a:cubicBezTo>
                  <a:cubicBezTo>
                    <a:pt x="702976" y="24547"/>
                    <a:pt x="703523" y="24441"/>
                    <a:pt x="704086" y="24332"/>
                  </a:cubicBezTo>
                  <a:cubicBezTo>
                    <a:pt x="704331" y="23595"/>
                    <a:pt x="704577" y="22858"/>
                    <a:pt x="704830" y="22099"/>
                  </a:cubicBezTo>
                  <a:cubicBezTo>
                    <a:pt x="706485" y="21777"/>
                    <a:pt x="706485" y="21777"/>
                    <a:pt x="708646" y="21718"/>
                  </a:cubicBezTo>
                  <a:cubicBezTo>
                    <a:pt x="709416" y="21692"/>
                    <a:pt x="710186" y="21666"/>
                    <a:pt x="710979" y="21638"/>
                  </a:cubicBezTo>
                  <a:cubicBezTo>
                    <a:pt x="711789" y="21622"/>
                    <a:pt x="712599" y="21605"/>
                    <a:pt x="713434" y="21587"/>
                  </a:cubicBezTo>
                  <a:cubicBezTo>
                    <a:pt x="714247" y="21562"/>
                    <a:pt x="715060" y="21537"/>
                    <a:pt x="715897" y="21510"/>
                  </a:cubicBezTo>
                  <a:cubicBezTo>
                    <a:pt x="717913" y="21449"/>
                    <a:pt x="719929" y="21397"/>
                    <a:pt x="721945" y="21355"/>
                  </a:cubicBezTo>
                  <a:cubicBezTo>
                    <a:pt x="721945" y="20373"/>
                    <a:pt x="721945" y="19390"/>
                    <a:pt x="721945" y="18378"/>
                  </a:cubicBezTo>
                  <a:cubicBezTo>
                    <a:pt x="722779" y="18362"/>
                    <a:pt x="722779" y="18362"/>
                    <a:pt x="723629" y="18345"/>
                  </a:cubicBezTo>
                  <a:cubicBezTo>
                    <a:pt x="726138" y="18290"/>
                    <a:pt x="728646" y="18218"/>
                    <a:pt x="731154" y="18146"/>
                  </a:cubicBezTo>
                  <a:cubicBezTo>
                    <a:pt x="732029" y="18129"/>
                    <a:pt x="732903" y="18112"/>
                    <a:pt x="733805" y="18095"/>
                  </a:cubicBezTo>
                  <a:cubicBezTo>
                    <a:pt x="734639" y="18069"/>
                    <a:pt x="735474" y="18042"/>
                    <a:pt x="736334" y="18015"/>
                  </a:cubicBezTo>
                  <a:cubicBezTo>
                    <a:pt x="737491" y="17986"/>
                    <a:pt x="737491" y="17986"/>
                    <a:pt x="738672" y="17956"/>
                  </a:cubicBezTo>
                  <a:cubicBezTo>
                    <a:pt x="739601" y="17797"/>
                    <a:pt x="739601" y="17797"/>
                    <a:pt x="740549" y="17634"/>
                  </a:cubicBezTo>
                  <a:cubicBezTo>
                    <a:pt x="741040" y="16898"/>
                    <a:pt x="741531" y="16161"/>
                    <a:pt x="742037" y="15402"/>
                  </a:cubicBezTo>
                  <a:cubicBezTo>
                    <a:pt x="744288" y="14549"/>
                    <a:pt x="746446" y="14580"/>
                    <a:pt x="748833" y="14611"/>
                  </a:cubicBezTo>
                  <a:cubicBezTo>
                    <a:pt x="749555" y="14617"/>
                    <a:pt x="750278" y="14623"/>
                    <a:pt x="751022" y="14629"/>
                  </a:cubicBezTo>
                  <a:cubicBezTo>
                    <a:pt x="751771" y="14638"/>
                    <a:pt x="752520" y="14648"/>
                    <a:pt x="753292" y="14658"/>
                  </a:cubicBezTo>
                  <a:cubicBezTo>
                    <a:pt x="754782" y="14677"/>
                    <a:pt x="756272" y="14692"/>
                    <a:pt x="757763" y="14704"/>
                  </a:cubicBezTo>
                  <a:cubicBezTo>
                    <a:pt x="758422" y="14713"/>
                    <a:pt x="759081" y="14721"/>
                    <a:pt x="759760" y="14730"/>
                  </a:cubicBezTo>
                  <a:cubicBezTo>
                    <a:pt x="761419" y="14766"/>
                    <a:pt x="761419" y="14766"/>
                    <a:pt x="762873" y="13914"/>
                  </a:cubicBezTo>
                  <a:cubicBezTo>
                    <a:pt x="763118" y="13177"/>
                    <a:pt x="763364" y="12440"/>
                    <a:pt x="763617" y="11681"/>
                  </a:cubicBezTo>
                  <a:cubicBezTo>
                    <a:pt x="765487" y="11424"/>
                    <a:pt x="767184" y="11317"/>
                    <a:pt x="769061" y="11300"/>
                  </a:cubicBezTo>
                  <a:cubicBezTo>
                    <a:pt x="769605" y="11287"/>
                    <a:pt x="770149" y="11274"/>
                    <a:pt x="770710" y="11260"/>
                  </a:cubicBezTo>
                  <a:cubicBezTo>
                    <a:pt x="772454" y="11219"/>
                    <a:pt x="774198" y="11194"/>
                    <a:pt x="775942" y="11170"/>
                  </a:cubicBezTo>
                  <a:cubicBezTo>
                    <a:pt x="777121" y="11145"/>
                    <a:pt x="778301" y="11119"/>
                    <a:pt x="779481" y="11092"/>
                  </a:cubicBezTo>
                  <a:cubicBezTo>
                    <a:pt x="782378" y="11029"/>
                    <a:pt x="785276" y="10979"/>
                    <a:pt x="788174" y="10937"/>
                  </a:cubicBezTo>
                  <a:cubicBezTo>
                    <a:pt x="788174" y="9955"/>
                    <a:pt x="788174" y="8972"/>
                    <a:pt x="788174" y="7960"/>
                  </a:cubicBezTo>
                  <a:cubicBezTo>
                    <a:pt x="797751" y="7960"/>
                    <a:pt x="807328" y="7960"/>
                    <a:pt x="817195" y="7960"/>
                  </a:cubicBezTo>
                  <a:cubicBezTo>
                    <a:pt x="817195" y="6978"/>
                    <a:pt x="817195" y="5996"/>
                    <a:pt x="817195" y="4984"/>
                  </a:cubicBezTo>
                  <a:cubicBezTo>
                    <a:pt x="817667" y="4981"/>
                    <a:pt x="818139" y="4978"/>
                    <a:pt x="818626" y="4976"/>
                  </a:cubicBezTo>
                  <a:cubicBezTo>
                    <a:pt x="823527" y="4945"/>
                    <a:pt x="828427" y="4893"/>
                    <a:pt x="833328" y="4829"/>
                  </a:cubicBezTo>
                  <a:cubicBezTo>
                    <a:pt x="835158" y="4808"/>
                    <a:pt x="836989" y="4793"/>
                    <a:pt x="838819" y="4782"/>
                  </a:cubicBezTo>
                  <a:cubicBezTo>
                    <a:pt x="841446" y="4766"/>
                    <a:pt x="844072" y="4732"/>
                    <a:pt x="846699" y="4693"/>
                  </a:cubicBezTo>
                  <a:cubicBezTo>
                    <a:pt x="847933" y="4692"/>
                    <a:pt x="847933" y="4692"/>
                    <a:pt x="849191" y="4690"/>
                  </a:cubicBezTo>
                  <a:cubicBezTo>
                    <a:pt x="850331" y="4668"/>
                    <a:pt x="850331" y="4668"/>
                    <a:pt x="851493" y="4646"/>
                  </a:cubicBezTo>
                  <a:cubicBezTo>
                    <a:pt x="852164" y="4639"/>
                    <a:pt x="852835" y="4633"/>
                    <a:pt x="853526" y="4626"/>
                  </a:cubicBezTo>
                  <a:cubicBezTo>
                    <a:pt x="854061" y="4498"/>
                    <a:pt x="854595" y="4371"/>
                    <a:pt x="855146" y="4240"/>
                  </a:cubicBezTo>
                  <a:cubicBezTo>
                    <a:pt x="855364" y="3748"/>
                    <a:pt x="855581" y="3257"/>
                    <a:pt x="855805" y="2751"/>
                  </a:cubicBezTo>
                  <a:cubicBezTo>
                    <a:pt x="856079" y="2260"/>
                    <a:pt x="856353" y="1769"/>
                    <a:pt x="856634" y="1263"/>
                  </a:cubicBezTo>
                  <a:close/>
                </a:path>
              </a:pathLst>
            </a:custGeom>
            <a:grpFill/>
            <a:ln w="744" cap="flat">
              <a:noFill/>
              <a:prstDash val="solid"/>
              <a:miter/>
            </a:ln>
          </p:spPr>
          <p:txBody>
            <a:bodyPr rtlCol="0" anchor="ctr"/>
            <a:lstStyle/>
            <a:p>
              <a:endParaRPr lang="zh-CN" altLang="en-US"/>
            </a:p>
          </p:txBody>
        </p:sp>
        <p:sp>
          <p:nvSpPr>
            <p:cNvPr id="132" name="任意多边形: 形状 131"/>
            <p:cNvSpPr/>
            <p:nvPr/>
          </p:nvSpPr>
          <p:spPr>
            <a:xfrm>
              <a:off x="-341539" y="422234"/>
              <a:ext cx="1212468" cy="696893"/>
            </a:xfrm>
            <a:custGeom>
              <a:avLst/>
              <a:gdLst>
                <a:gd name="connsiteX0" fmla="*/ 946421 w 1212484"/>
                <a:gd name="connsiteY0" fmla="*/ 558 h 696873"/>
                <a:gd name="connsiteX1" fmla="*/ 963808 w 1212484"/>
                <a:gd name="connsiteY1" fmla="*/ 404 h 696873"/>
                <a:gd name="connsiteX2" fmla="*/ 971881 w 1212484"/>
                <a:gd name="connsiteY2" fmla="*/ 333 h 696873"/>
                <a:gd name="connsiteX3" fmla="*/ 979669 w 1212484"/>
                <a:gd name="connsiteY3" fmla="*/ 276 h 696873"/>
                <a:gd name="connsiteX4" fmla="*/ 984094 w 1212484"/>
                <a:gd name="connsiteY4" fmla="*/ 221 h 696873"/>
                <a:gd name="connsiteX5" fmla="*/ 986802 w 1212484"/>
                <a:gd name="connsiteY5" fmla="*/ 220 h 696873"/>
                <a:gd name="connsiteX6" fmla="*/ 989196 w 1212484"/>
                <a:gd name="connsiteY6" fmla="*/ 200 h 696873"/>
                <a:gd name="connsiteX7" fmla="*/ 991070 w 1212484"/>
                <a:gd name="connsiteY7" fmla="*/ 558 h 696873"/>
                <a:gd name="connsiteX8" fmla="*/ 992558 w 1212484"/>
                <a:gd name="connsiteY8" fmla="*/ 3535 h 696873"/>
                <a:gd name="connsiteX9" fmla="*/ 994790 w 1212484"/>
                <a:gd name="connsiteY9" fmla="*/ 4279 h 696873"/>
                <a:gd name="connsiteX10" fmla="*/ 994790 w 1212484"/>
                <a:gd name="connsiteY10" fmla="*/ 7255 h 696873"/>
                <a:gd name="connsiteX11" fmla="*/ 996558 w 1212484"/>
                <a:gd name="connsiteY11" fmla="*/ 7069 h 696873"/>
                <a:gd name="connsiteX12" fmla="*/ 998511 w 1212484"/>
                <a:gd name="connsiteY12" fmla="*/ 7255 h 696873"/>
                <a:gd name="connsiteX13" fmla="*/ 999999 w 1212484"/>
                <a:gd name="connsiteY13" fmla="*/ 10232 h 696873"/>
                <a:gd name="connsiteX14" fmla="*/ 1001581 w 1212484"/>
                <a:gd name="connsiteY14" fmla="*/ 10604 h 696873"/>
                <a:gd name="connsiteX15" fmla="*/ 1002976 w 1212484"/>
                <a:gd name="connsiteY15" fmla="*/ 10976 h 696873"/>
                <a:gd name="connsiteX16" fmla="*/ 1002976 w 1212484"/>
                <a:gd name="connsiteY16" fmla="*/ 13952 h 696873"/>
                <a:gd name="connsiteX17" fmla="*/ 1005952 w 1212484"/>
                <a:gd name="connsiteY17" fmla="*/ 13952 h 696873"/>
                <a:gd name="connsiteX18" fmla="*/ 1006278 w 1212484"/>
                <a:gd name="connsiteY18" fmla="*/ 15394 h 696873"/>
                <a:gd name="connsiteX19" fmla="*/ 1006697 w 1212484"/>
                <a:gd name="connsiteY19" fmla="*/ 16929 h 696873"/>
                <a:gd name="connsiteX20" fmla="*/ 1008557 w 1212484"/>
                <a:gd name="connsiteY20" fmla="*/ 17301 h 696873"/>
                <a:gd name="connsiteX21" fmla="*/ 1010417 w 1212484"/>
                <a:gd name="connsiteY21" fmla="*/ 17673 h 696873"/>
                <a:gd name="connsiteX22" fmla="*/ 1011161 w 1212484"/>
                <a:gd name="connsiteY22" fmla="*/ 20650 h 696873"/>
                <a:gd name="connsiteX23" fmla="*/ 1014138 w 1212484"/>
                <a:gd name="connsiteY23" fmla="*/ 20650 h 696873"/>
                <a:gd name="connsiteX24" fmla="*/ 1014138 w 1212484"/>
                <a:gd name="connsiteY24" fmla="*/ 23626 h 696873"/>
                <a:gd name="connsiteX25" fmla="*/ 1017859 w 1212484"/>
                <a:gd name="connsiteY25" fmla="*/ 24370 h 696873"/>
                <a:gd name="connsiteX26" fmla="*/ 1019347 w 1212484"/>
                <a:gd name="connsiteY26" fmla="*/ 27347 h 696873"/>
                <a:gd name="connsiteX27" fmla="*/ 1021579 w 1212484"/>
                <a:gd name="connsiteY27" fmla="*/ 28091 h 696873"/>
                <a:gd name="connsiteX28" fmla="*/ 1021579 w 1212484"/>
                <a:gd name="connsiteY28" fmla="*/ 31068 h 696873"/>
                <a:gd name="connsiteX29" fmla="*/ 1026044 w 1212484"/>
                <a:gd name="connsiteY29" fmla="*/ 31068 h 696873"/>
                <a:gd name="connsiteX30" fmla="*/ 1026044 w 1212484"/>
                <a:gd name="connsiteY30" fmla="*/ 34044 h 696873"/>
                <a:gd name="connsiteX31" fmla="*/ 1029021 w 1212484"/>
                <a:gd name="connsiteY31" fmla="*/ 34788 h 696873"/>
                <a:gd name="connsiteX32" fmla="*/ 1030509 w 1212484"/>
                <a:gd name="connsiteY32" fmla="*/ 37765 h 696873"/>
                <a:gd name="connsiteX33" fmla="*/ 1032742 w 1212484"/>
                <a:gd name="connsiteY33" fmla="*/ 39253 h 696873"/>
                <a:gd name="connsiteX34" fmla="*/ 1032742 w 1212484"/>
                <a:gd name="connsiteY34" fmla="*/ 41486 h 696873"/>
                <a:gd name="connsiteX35" fmla="*/ 1035718 w 1212484"/>
                <a:gd name="connsiteY35" fmla="*/ 41486 h 696873"/>
                <a:gd name="connsiteX36" fmla="*/ 1036462 w 1212484"/>
                <a:gd name="connsiteY36" fmla="*/ 43718 h 696873"/>
                <a:gd name="connsiteX37" fmla="*/ 1038276 w 1212484"/>
                <a:gd name="connsiteY37" fmla="*/ 44416 h 696873"/>
                <a:gd name="connsiteX38" fmla="*/ 1041671 w 1212484"/>
                <a:gd name="connsiteY38" fmla="*/ 48183 h 696873"/>
                <a:gd name="connsiteX39" fmla="*/ 1043159 w 1212484"/>
                <a:gd name="connsiteY39" fmla="*/ 48927 h 696873"/>
                <a:gd name="connsiteX40" fmla="*/ 1043904 w 1212484"/>
                <a:gd name="connsiteY40" fmla="*/ 51160 h 696873"/>
                <a:gd name="connsiteX41" fmla="*/ 1046136 w 1212484"/>
                <a:gd name="connsiteY41" fmla="*/ 51904 h 696873"/>
                <a:gd name="connsiteX42" fmla="*/ 1046462 w 1212484"/>
                <a:gd name="connsiteY42" fmla="*/ 53438 h 696873"/>
                <a:gd name="connsiteX43" fmla="*/ 1046880 w 1212484"/>
                <a:gd name="connsiteY43" fmla="*/ 54880 h 696873"/>
                <a:gd name="connsiteX44" fmla="*/ 1049857 w 1212484"/>
                <a:gd name="connsiteY44" fmla="*/ 54880 h 696873"/>
                <a:gd name="connsiteX45" fmla="*/ 1050601 w 1212484"/>
                <a:gd name="connsiteY45" fmla="*/ 57857 h 696873"/>
                <a:gd name="connsiteX46" fmla="*/ 1053577 w 1212484"/>
                <a:gd name="connsiteY46" fmla="*/ 59345 h 696873"/>
                <a:gd name="connsiteX47" fmla="*/ 1058042 w 1212484"/>
                <a:gd name="connsiteY47" fmla="*/ 65298 h 696873"/>
                <a:gd name="connsiteX48" fmla="*/ 1060275 w 1212484"/>
                <a:gd name="connsiteY48" fmla="*/ 66042 h 696873"/>
                <a:gd name="connsiteX49" fmla="*/ 1061019 w 1212484"/>
                <a:gd name="connsiteY49" fmla="*/ 68275 h 696873"/>
                <a:gd name="connsiteX50" fmla="*/ 1063251 w 1212484"/>
                <a:gd name="connsiteY50" fmla="*/ 69763 h 696873"/>
                <a:gd name="connsiteX51" fmla="*/ 1063251 w 1212484"/>
                <a:gd name="connsiteY51" fmla="*/ 71995 h 696873"/>
                <a:gd name="connsiteX52" fmla="*/ 1066228 w 1212484"/>
                <a:gd name="connsiteY52" fmla="*/ 71995 h 696873"/>
                <a:gd name="connsiteX53" fmla="*/ 1066972 w 1212484"/>
                <a:gd name="connsiteY53" fmla="*/ 74228 h 696873"/>
                <a:gd name="connsiteX54" fmla="*/ 1068693 w 1212484"/>
                <a:gd name="connsiteY54" fmla="*/ 75577 h 696873"/>
                <a:gd name="connsiteX55" fmla="*/ 1073669 w 1212484"/>
                <a:gd name="connsiteY55" fmla="*/ 81669 h 696873"/>
                <a:gd name="connsiteX56" fmla="*/ 1075344 w 1212484"/>
                <a:gd name="connsiteY56" fmla="*/ 82925 h 696873"/>
                <a:gd name="connsiteX57" fmla="*/ 1076646 w 1212484"/>
                <a:gd name="connsiteY57" fmla="*/ 83902 h 696873"/>
                <a:gd name="connsiteX58" fmla="*/ 1076646 w 1212484"/>
                <a:gd name="connsiteY58" fmla="*/ 86134 h 696873"/>
                <a:gd name="connsiteX59" fmla="*/ 1078878 w 1212484"/>
                <a:gd name="connsiteY59" fmla="*/ 86878 h 696873"/>
                <a:gd name="connsiteX60" fmla="*/ 1079622 w 1212484"/>
                <a:gd name="connsiteY60" fmla="*/ 89111 h 696873"/>
                <a:gd name="connsiteX61" fmla="*/ 1081855 w 1212484"/>
                <a:gd name="connsiteY61" fmla="*/ 89855 h 696873"/>
                <a:gd name="connsiteX62" fmla="*/ 1082599 w 1212484"/>
                <a:gd name="connsiteY62" fmla="*/ 92087 h 696873"/>
                <a:gd name="connsiteX63" fmla="*/ 1084831 w 1212484"/>
                <a:gd name="connsiteY63" fmla="*/ 92831 h 696873"/>
                <a:gd name="connsiteX64" fmla="*/ 1084831 w 1212484"/>
                <a:gd name="connsiteY64" fmla="*/ 95808 h 696873"/>
                <a:gd name="connsiteX65" fmla="*/ 1086506 w 1212484"/>
                <a:gd name="connsiteY65" fmla="*/ 96087 h 696873"/>
                <a:gd name="connsiteX66" fmla="*/ 1090273 w 1212484"/>
                <a:gd name="connsiteY66" fmla="*/ 98738 h 696873"/>
                <a:gd name="connsiteX67" fmla="*/ 1091529 w 1212484"/>
                <a:gd name="connsiteY67" fmla="*/ 102505 h 696873"/>
                <a:gd name="connsiteX68" fmla="*/ 1093761 w 1212484"/>
                <a:gd name="connsiteY68" fmla="*/ 103249 h 696873"/>
                <a:gd name="connsiteX69" fmla="*/ 1093761 w 1212484"/>
                <a:gd name="connsiteY69" fmla="*/ 105482 h 696873"/>
                <a:gd name="connsiteX70" fmla="*/ 1096738 w 1212484"/>
                <a:gd name="connsiteY70" fmla="*/ 106970 h 696873"/>
                <a:gd name="connsiteX71" fmla="*/ 1099156 w 1212484"/>
                <a:gd name="connsiteY71" fmla="*/ 109575 h 696873"/>
                <a:gd name="connsiteX72" fmla="*/ 1100330 w 1212484"/>
                <a:gd name="connsiteY72" fmla="*/ 110947 h 696873"/>
                <a:gd name="connsiteX73" fmla="*/ 1101202 w 1212484"/>
                <a:gd name="connsiteY73" fmla="*/ 113667 h 696873"/>
                <a:gd name="connsiteX74" fmla="*/ 1103435 w 1212484"/>
                <a:gd name="connsiteY74" fmla="*/ 114411 h 696873"/>
                <a:gd name="connsiteX75" fmla="*/ 1106830 w 1212484"/>
                <a:gd name="connsiteY75" fmla="*/ 118690 h 696873"/>
                <a:gd name="connsiteX76" fmla="*/ 1108812 w 1212484"/>
                <a:gd name="connsiteY76" fmla="*/ 121324 h 696873"/>
                <a:gd name="connsiteX77" fmla="*/ 1109839 w 1212484"/>
                <a:gd name="connsiteY77" fmla="*/ 122699 h 696873"/>
                <a:gd name="connsiteX78" fmla="*/ 1114923 w 1212484"/>
                <a:gd name="connsiteY78" fmla="*/ 129387 h 696873"/>
                <a:gd name="connsiteX79" fmla="*/ 1115853 w 1212484"/>
                <a:gd name="connsiteY79" fmla="*/ 130613 h 696873"/>
                <a:gd name="connsiteX80" fmla="*/ 1119623 w 1212484"/>
                <a:gd name="connsiteY80" fmla="*/ 135026 h 696873"/>
                <a:gd name="connsiteX81" fmla="*/ 1120922 w 1212484"/>
                <a:gd name="connsiteY81" fmla="*/ 137945 h 696873"/>
                <a:gd name="connsiteX82" fmla="*/ 1121294 w 1212484"/>
                <a:gd name="connsiteY82" fmla="*/ 139712 h 696873"/>
                <a:gd name="connsiteX83" fmla="*/ 1123527 w 1212484"/>
                <a:gd name="connsiteY83" fmla="*/ 140456 h 696873"/>
                <a:gd name="connsiteX84" fmla="*/ 1124271 w 1212484"/>
                <a:gd name="connsiteY84" fmla="*/ 143433 h 696873"/>
                <a:gd name="connsiteX85" fmla="*/ 1126503 w 1212484"/>
                <a:gd name="connsiteY85" fmla="*/ 144177 h 696873"/>
                <a:gd name="connsiteX86" fmla="*/ 1126503 w 1212484"/>
                <a:gd name="connsiteY86" fmla="*/ 146409 h 696873"/>
                <a:gd name="connsiteX87" fmla="*/ 1129480 w 1212484"/>
                <a:gd name="connsiteY87" fmla="*/ 147898 h 696873"/>
                <a:gd name="connsiteX88" fmla="*/ 1132456 w 1212484"/>
                <a:gd name="connsiteY88" fmla="*/ 153851 h 696873"/>
                <a:gd name="connsiteX89" fmla="*/ 1133945 w 1212484"/>
                <a:gd name="connsiteY89" fmla="*/ 154595 h 696873"/>
                <a:gd name="connsiteX90" fmla="*/ 1134689 w 1212484"/>
                <a:gd name="connsiteY90" fmla="*/ 156827 h 696873"/>
                <a:gd name="connsiteX91" fmla="*/ 1136177 w 1212484"/>
                <a:gd name="connsiteY91" fmla="*/ 157572 h 696873"/>
                <a:gd name="connsiteX92" fmla="*/ 1136503 w 1212484"/>
                <a:gd name="connsiteY92" fmla="*/ 159432 h 696873"/>
                <a:gd name="connsiteX93" fmla="*/ 1136921 w 1212484"/>
                <a:gd name="connsiteY93" fmla="*/ 161292 h 696873"/>
                <a:gd name="connsiteX94" fmla="*/ 1139154 w 1212484"/>
                <a:gd name="connsiteY94" fmla="*/ 162036 h 696873"/>
                <a:gd name="connsiteX95" fmla="*/ 1139898 w 1212484"/>
                <a:gd name="connsiteY95" fmla="*/ 164269 h 696873"/>
                <a:gd name="connsiteX96" fmla="*/ 1142130 w 1212484"/>
                <a:gd name="connsiteY96" fmla="*/ 165757 h 696873"/>
                <a:gd name="connsiteX97" fmla="*/ 1142874 w 1212484"/>
                <a:gd name="connsiteY97" fmla="*/ 167990 h 696873"/>
                <a:gd name="connsiteX98" fmla="*/ 1143991 w 1212484"/>
                <a:gd name="connsiteY98" fmla="*/ 169013 h 696873"/>
                <a:gd name="connsiteX99" fmla="*/ 1145479 w 1212484"/>
                <a:gd name="connsiteY99" fmla="*/ 172175 h 696873"/>
                <a:gd name="connsiteX100" fmla="*/ 1145851 w 1212484"/>
                <a:gd name="connsiteY100" fmla="*/ 173943 h 696873"/>
                <a:gd name="connsiteX101" fmla="*/ 1148083 w 1212484"/>
                <a:gd name="connsiteY101" fmla="*/ 174687 h 696873"/>
                <a:gd name="connsiteX102" fmla="*/ 1148083 w 1212484"/>
                <a:gd name="connsiteY102" fmla="*/ 177663 h 696873"/>
                <a:gd name="connsiteX103" fmla="*/ 1150316 w 1212484"/>
                <a:gd name="connsiteY103" fmla="*/ 177663 h 696873"/>
                <a:gd name="connsiteX104" fmla="*/ 1151804 w 1212484"/>
                <a:gd name="connsiteY104" fmla="*/ 181384 h 696873"/>
                <a:gd name="connsiteX105" fmla="*/ 1155525 w 1212484"/>
                <a:gd name="connsiteY105" fmla="*/ 185849 h 696873"/>
                <a:gd name="connsiteX106" fmla="*/ 1157757 w 1212484"/>
                <a:gd name="connsiteY106" fmla="*/ 189570 h 696873"/>
                <a:gd name="connsiteX107" fmla="*/ 1159757 w 1212484"/>
                <a:gd name="connsiteY107" fmla="*/ 192174 h 696873"/>
                <a:gd name="connsiteX108" fmla="*/ 1161478 w 1212484"/>
                <a:gd name="connsiteY108" fmla="*/ 198499 h 696873"/>
                <a:gd name="connsiteX109" fmla="*/ 1163710 w 1212484"/>
                <a:gd name="connsiteY109" fmla="*/ 199243 h 696873"/>
                <a:gd name="connsiteX110" fmla="*/ 1164454 w 1212484"/>
                <a:gd name="connsiteY110" fmla="*/ 202964 h 696873"/>
                <a:gd name="connsiteX111" fmla="*/ 1166687 w 1212484"/>
                <a:gd name="connsiteY111" fmla="*/ 203708 h 696873"/>
                <a:gd name="connsiteX112" fmla="*/ 1168175 w 1212484"/>
                <a:gd name="connsiteY112" fmla="*/ 207429 h 696873"/>
                <a:gd name="connsiteX113" fmla="*/ 1169663 w 1212484"/>
                <a:gd name="connsiteY113" fmla="*/ 208173 h 696873"/>
                <a:gd name="connsiteX114" fmla="*/ 1170408 w 1212484"/>
                <a:gd name="connsiteY114" fmla="*/ 211894 h 696873"/>
                <a:gd name="connsiteX115" fmla="*/ 1171896 w 1212484"/>
                <a:gd name="connsiteY115" fmla="*/ 212638 h 696873"/>
                <a:gd name="connsiteX116" fmla="*/ 1173384 w 1212484"/>
                <a:gd name="connsiteY116" fmla="*/ 216359 h 696873"/>
                <a:gd name="connsiteX117" fmla="*/ 1174872 w 1212484"/>
                <a:gd name="connsiteY117" fmla="*/ 217103 h 696873"/>
                <a:gd name="connsiteX118" fmla="*/ 1175617 w 1212484"/>
                <a:gd name="connsiteY118" fmla="*/ 222312 h 696873"/>
                <a:gd name="connsiteX119" fmla="*/ 1177849 w 1212484"/>
                <a:gd name="connsiteY119" fmla="*/ 222312 h 696873"/>
                <a:gd name="connsiteX120" fmla="*/ 1178593 w 1212484"/>
                <a:gd name="connsiteY120" fmla="*/ 226033 h 696873"/>
                <a:gd name="connsiteX121" fmla="*/ 1180826 w 1212484"/>
                <a:gd name="connsiteY121" fmla="*/ 228265 h 696873"/>
                <a:gd name="connsiteX122" fmla="*/ 1181570 w 1212484"/>
                <a:gd name="connsiteY122" fmla="*/ 231242 h 696873"/>
                <a:gd name="connsiteX123" fmla="*/ 1183058 w 1212484"/>
                <a:gd name="connsiteY123" fmla="*/ 231986 h 696873"/>
                <a:gd name="connsiteX124" fmla="*/ 1183383 w 1212484"/>
                <a:gd name="connsiteY124" fmla="*/ 234218 h 696873"/>
                <a:gd name="connsiteX125" fmla="*/ 1183802 w 1212484"/>
                <a:gd name="connsiteY125" fmla="*/ 236450 h 696873"/>
                <a:gd name="connsiteX126" fmla="*/ 1186035 w 1212484"/>
                <a:gd name="connsiteY126" fmla="*/ 237195 h 696873"/>
                <a:gd name="connsiteX127" fmla="*/ 1187523 w 1212484"/>
                <a:gd name="connsiteY127" fmla="*/ 241659 h 696873"/>
                <a:gd name="connsiteX128" fmla="*/ 1189011 w 1212484"/>
                <a:gd name="connsiteY128" fmla="*/ 241659 h 696873"/>
                <a:gd name="connsiteX129" fmla="*/ 1189290 w 1212484"/>
                <a:gd name="connsiteY129" fmla="*/ 244217 h 696873"/>
                <a:gd name="connsiteX130" fmla="*/ 1189755 w 1212484"/>
                <a:gd name="connsiteY130" fmla="*/ 246868 h 696873"/>
                <a:gd name="connsiteX131" fmla="*/ 1191243 w 1212484"/>
                <a:gd name="connsiteY131" fmla="*/ 247613 h 696873"/>
                <a:gd name="connsiteX132" fmla="*/ 1191988 w 1212484"/>
                <a:gd name="connsiteY132" fmla="*/ 252822 h 696873"/>
                <a:gd name="connsiteX133" fmla="*/ 1194220 w 1212484"/>
                <a:gd name="connsiteY133" fmla="*/ 252822 h 696873"/>
                <a:gd name="connsiteX134" fmla="*/ 1194453 w 1212484"/>
                <a:gd name="connsiteY134" fmla="*/ 254961 h 696873"/>
                <a:gd name="connsiteX135" fmla="*/ 1197197 w 1212484"/>
                <a:gd name="connsiteY135" fmla="*/ 258775 h 696873"/>
                <a:gd name="connsiteX136" fmla="*/ 1197941 w 1212484"/>
                <a:gd name="connsiteY136" fmla="*/ 263240 h 696873"/>
                <a:gd name="connsiteX137" fmla="*/ 1199429 w 1212484"/>
                <a:gd name="connsiteY137" fmla="*/ 263984 h 696873"/>
                <a:gd name="connsiteX138" fmla="*/ 1200173 w 1212484"/>
                <a:gd name="connsiteY138" fmla="*/ 269937 h 696873"/>
                <a:gd name="connsiteX139" fmla="*/ 1202406 w 1212484"/>
                <a:gd name="connsiteY139" fmla="*/ 269937 h 696873"/>
                <a:gd name="connsiteX140" fmla="*/ 1203894 w 1212484"/>
                <a:gd name="connsiteY140" fmla="*/ 275146 h 696873"/>
                <a:gd name="connsiteX141" fmla="*/ 1205382 w 1212484"/>
                <a:gd name="connsiteY141" fmla="*/ 275146 h 696873"/>
                <a:gd name="connsiteX142" fmla="*/ 1205818 w 1212484"/>
                <a:gd name="connsiteY142" fmla="*/ 279724 h 696873"/>
                <a:gd name="connsiteX143" fmla="*/ 1206126 w 1212484"/>
                <a:gd name="connsiteY143" fmla="*/ 281099 h 696873"/>
                <a:gd name="connsiteX144" fmla="*/ 1207615 w 1212484"/>
                <a:gd name="connsiteY144" fmla="*/ 281843 h 696873"/>
                <a:gd name="connsiteX145" fmla="*/ 1207940 w 1212484"/>
                <a:gd name="connsiteY145" fmla="*/ 284401 h 696873"/>
                <a:gd name="connsiteX146" fmla="*/ 1208359 w 1212484"/>
                <a:gd name="connsiteY146" fmla="*/ 287052 h 696873"/>
                <a:gd name="connsiteX147" fmla="*/ 1210591 w 1212484"/>
                <a:gd name="connsiteY147" fmla="*/ 288540 h 696873"/>
                <a:gd name="connsiteX148" fmla="*/ 1210963 w 1212484"/>
                <a:gd name="connsiteY148" fmla="*/ 291191 h 696873"/>
                <a:gd name="connsiteX149" fmla="*/ 1211335 w 1212484"/>
                <a:gd name="connsiteY149" fmla="*/ 293749 h 696873"/>
                <a:gd name="connsiteX150" fmla="*/ 1213568 w 1212484"/>
                <a:gd name="connsiteY150" fmla="*/ 294493 h 696873"/>
                <a:gd name="connsiteX151" fmla="*/ 1213707 w 1212484"/>
                <a:gd name="connsiteY151" fmla="*/ 299377 h 696873"/>
                <a:gd name="connsiteX152" fmla="*/ 1213646 w 1212484"/>
                <a:gd name="connsiteY152" fmla="*/ 302077 h 696873"/>
                <a:gd name="connsiteX153" fmla="*/ 1213568 w 1212484"/>
                <a:gd name="connsiteY153" fmla="*/ 304167 h 696873"/>
                <a:gd name="connsiteX154" fmla="*/ 1211369 w 1212484"/>
                <a:gd name="connsiteY154" fmla="*/ 304176 h 696873"/>
                <a:gd name="connsiteX155" fmla="*/ 1190903 w 1212484"/>
                <a:gd name="connsiteY155" fmla="*/ 304304 h 696873"/>
                <a:gd name="connsiteX156" fmla="*/ 1180380 w 1212484"/>
                <a:gd name="connsiteY156" fmla="*/ 304369 h 696873"/>
                <a:gd name="connsiteX157" fmla="*/ 1170233 w 1212484"/>
                <a:gd name="connsiteY157" fmla="*/ 304441 h 696873"/>
                <a:gd name="connsiteX158" fmla="*/ 1166353 w 1212484"/>
                <a:gd name="connsiteY158" fmla="*/ 304459 h 696873"/>
                <a:gd name="connsiteX159" fmla="*/ 1160937 w 1212484"/>
                <a:gd name="connsiteY159" fmla="*/ 304505 h 696873"/>
                <a:gd name="connsiteX160" fmla="*/ 1159301 w 1212484"/>
                <a:gd name="connsiteY160" fmla="*/ 304494 h 696873"/>
                <a:gd name="connsiteX161" fmla="*/ 1155525 w 1212484"/>
                <a:gd name="connsiteY161" fmla="*/ 304911 h 696873"/>
                <a:gd name="connsiteX162" fmla="*/ 1154781 w 1212484"/>
                <a:gd name="connsiteY162" fmla="*/ 307888 h 696873"/>
                <a:gd name="connsiteX163" fmla="*/ 1149710 w 1212484"/>
                <a:gd name="connsiteY163" fmla="*/ 308294 h 696873"/>
                <a:gd name="connsiteX164" fmla="*/ 1148104 w 1212484"/>
                <a:gd name="connsiteY164" fmla="*/ 308318 h 696873"/>
                <a:gd name="connsiteX165" fmla="*/ 1142825 w 1212484"/>
                <a:gd name="connsiteY165" fmla="*/ 308341 h 696873"/>
                <a:gd name="connsiteX166" fmla="*/ 1139174 w 1212484"/>
                <a:gd name="connsiteY166" fmla="*/ 308379 h 696873"/>
                <a:gd name="connsiteX167" fmla="*/ 1129548 w 1212484"/>
                <a:gd name="connsiteY167" fmla="*/ 308437 h 696873"/>
                <a:gd name="connsiteX168" fmla="*/ 1119732 w 1212484"/>
                <a:gd name="connsiteY168" fmla="*/ 308513 h 696873"/>
                <a:gd name="connsiteX169" fmla="*/ 1100458 w 1212484"/>
                <a:gd name="connsiteY169" fmla="*/ 308632 h 696873"/>
                <a:gd name="connsiteX170" fmla="*/ 1100458 w 1212484"/>
                <a:gd name="connsiteY170" fmla="*/ 310865 h 696873"/>
                <a:gd name="connsiteX171" fmla="*/ 1092980 w 1212484"/>
                <a:gd name="connsiteY171" fmla="*/ 311726 h 696873"/>
                <a:gd name="connsiteX172" fmla="*/ 1090776 w 1212484"/>
                <a:gd name="connsiteY172" fmla="*/ 311749 h 696873"/>
                <a:gd name="connsiteX173" fmla="*/ 1088424 w 1212484"/>
                <a:gd name="connsiteY173" fmla="*/ 311766 h 696873"/>
                <a:gd name="connsiteX174" fmla="*/ 1083486 w 1212484"/>
                <a:gd name="connsiteY174" fmla="*/ 311830 h 696873"/>
                <a:gd name="connsiteX175" fmla="*/ 1075705 w 1212484"/>
                <a:gd name="connsiteY175" fmla="*/ 311907 h 696873"/>
                <a:gd name="connsiteX176" fmla="*/ 1068193 w 1212484"/>
                <a:gd name="connsiteY176" fmla="*/ 311998 h 696873"/>
                <a:gd name="connsiteX177" fmla="*/ 1065823 w 1212484"/>
                <a:gd name="connsiteY177" fmla="*/ 312006 h 696873"/>
                <a:gd name="connsiteX178" fmla="*/ 1063647 w 1212484"/>
                <a:gd name="connsiteY178" fmla="*/ 312043 h 696873"/>
                <a:gd name="connsiteX179" fmla="*/ 1061723 w 1212484"/>
                <a:gd name="connsiteY179" fmla="*/ 312061 h 696873"/>
                <a:gd name="connsiteX180" fmla="*/ 1060275 w 1212484"/>
                <a:gd name="connsiteY180" fmla="*/ 312353 h 696873"/>
                <a:gd name="connsiteX181" fmla="*/ 1059531 w 1212484"/>
                <a:gd name="connsiteY181" fmla="*/ 314585 h 696873"/>
                <a:gd name="connsiteX182" fmla="*/ 1056440 w 1212484"/>
                <a:gd name="connsiteY182" fmla="*/ 314839 h 696873"/>
                <a:gd name="connsiteX183" fmla="*/ 1054454 w 1212484"/>
                <a:gd name="connsiteY183" fmla="*/ 314838 h 696873"/>
                <a:gd name="connsiteX184" fmla="*/ 1052296 w 1212484"/>
                <a:gd name="connsiteY184" fmla="*/ 314803 h 696873"/>
                <a:gd name="connsiteX185" fmla="*/ 1050096 w 1212484"/>
                <a:gd name="connsiteY185" fmla="*/ 314794 h 696873"/>
                <a:gd name="connsiteX186" fmla="*/ 1043113 w 1212484"/>
                <a:gd name="connsiteY186" fmla="*/ 314725 h 696873"/>
                <a:gd name="connsiteX187" fmla="*/ 1038391 w 1212484"/>
                <a:gd name="connsiteY187" fmla="*/ 314694 h 696873"/>
                <a:gd name="connsiteX188" fmla="*/ 1026788 w 1212484"/>
                <a:gd name="connsiteY188" fmla="*/ 314585 h 696873"/>
                <a:gd name="connsiteX189" fmla="*/ 1026788 w 1212484"/>
                <a:gd name="connsiteY189" fmla="*/ 318306 h 696873"/>
                <a:gd name="connsiteX190" fmla="*/ 1024136 w 1212484"/>
                <a:gd name="connsiteY190" fmla="*/ 318339 h 696873"/>
                <a:gd name="connsiteX191" fmla="*/ 1014430 w 1212484"/>
                <a:gd name="connsiteY191" fmla="*/ 318501 h 696873"/>
                <a:gd name="connsiteX192" fmla="*/ 1010222 w 1212484"/>
                <a:gd name="connsiteY192" fmla="*/ 318564 h 696873"/>
                <a:gd name="connsiteX193" fmla="*/ 1004188 w 1212484"/>
                <a:gd name="connsiteY193" fmla="*/ 318669 h 696873"/>
                <a:gd name="connsiteX194" fmla="*/ 1002276 w 1212484"/>
                <a:gd name="connsiteY194" fmla="*/ 318684 h 696873"/>
                <a:gd name="connsiteX195" fmla="*/ 997767 w 1212484"/>
                <a:gd name="connsiteY195" fmla="*/ 319050 h 696873"/>
                <a:gd name="connsiteX196" fmla="*/ 997023 w 1212484"/>
                <a:gd name="connsiteY196" fmla="*/ 321283 h 696873"/>
                <a:gd name="connsiteX197" fmla="*/ 991631 w 1212484"/>
                <a:gd name="connsiteY197" fmla="*/ 321637 h 696873"/>
                <a:gd name="connsiteX198" fmla="*/ 989993 w 1212484"/>
                <a:gd name="connsiteY198" fmla="*/ 321672 h 696873"/>
                <a:gd name="connsiteX199" fmla="*/ 984791 w 1212484"/>
                <a:gd name="connsiteY199" fmla="*/ 321748 h 696873"/>
                <a:gd name="connsiteX200" fmla="*/ 979597 w 1212484"/>
                <a:gd name="connsiteY200" fmla="*/ 321839 h 696873"/>
                <a:gd name="connsiteX201" fmla="*/ 976360 w 1212484"/>
                <a:gd name="connsiteY201" fmla="*/ 321886 h 696873"/>
                <a:gd name="connsiteX202" fmla="*/ 970978 w 1212484"/>
                <a:gd name="connsiteY202" fmla="*/ 322771 h 696873"/>
                <a:gd name="connsiteX203" fmla="*/ 970978 w 1212484"/>
                <a:gd name="connsiteY203" fmla="*/ 325003 h 696873"/>
                <a:gd name="connsiteX204" fmla="*/ 968804 w 1212484"/>
                <a:gd name="connsiteY204" fmla="*/ 324956 h 696873"/>
                <a:gd name="connsiteX205" fmla="*/ 960845 w 1212484"/>
                <a:gd name="connsiteY205" fmla="*/ 324840 h 696873"/>
                <a:gd name="connsiteX206" fmla="*/ 957395 w 1212484"/>
                <a:gd name="connsiteY206" fmla="*/ 324779 h 696873"/>
                <a:gd name="connsiteX207" fmla="*/ 952447 w 1212484"/>
                <a:gd name="connsiteY207" fmla="*/ 324713 h 696873"/>
                <a:gd name="connsiteX208" fmla="*/ 950880 w 1212484"/>
                <a:gd name="connsiteY208" fmla="*/ 324666 h 696873"/>
                <a:gd name="connsiteX209" fmla="*/ 947165 w 1212484"/>
                <a:gd name="connsiteY209" fmla="*/ 325003 h 696873"/>
                <a:gd name="connsiteX210" fmla="*/ 946421 w 1212484"/>
                <a:gd name="connsiteY210" fmla="*/ 327980 h 696873"/>
                <a:gd name="connsiteX211" fmla="*/ 942006 w 1212484"/>
                <a:gd name="connsiteY211" fmla="*/ 328329 h 696873"/>
                <a:gd name="connsiteX212" fmla="*/ 939286 w 1212484"/>
                <a:gd name="connsiteY212" fmla="*/ 328361 h 696873"/>
                <a:gd name="connsiteX213" fmla="*/ 933566 w 1212484"/>
                <a:gd name="connsiteY213" fmla="*/ 328343 h 696873"/>
                <a:gd name="connsiteX214" fmla="*/ 930844 w 1212484"/>
                <a:gd name="connsiteY214" fmla="*/ 328375 h 696873"/>
                <a:gd name="connsiteX215" fmla="*/ 928331 w 1212484"/>
                <a:gd name="connsiteY215" fmla="*/ 328365 h 696873"/>
                <a:gd name="connsiteX216" fmla="*/ 926329 w 1212484"/>
                <a:gd name="connsiteY216" fmla="*/ 328724 h 696873"/>
                <a:gd name="connsiteX217" fmla="*/ 925595 w 1212484"/>
                <a:gd name="connsiteY217" fmla="*/ 330212 h 696873"/>
                <a:gd name="connsiteX218" fmla="*/ 924841 w 1212484"/>
                <a:gd name="connsiteY218" fmla="*/ 331700 h 696873"/>
                <a:gd name="connsiteX219" fmla="*/ 920164 w 1212484"/>
                <a:gd name="connsiteY219" fmla="*/ 332049 h 696873"/>
                <a:gd name="connsiteX220" fmla="*/ 917340 w 1212484"/>
                <a:gd name="connsiteY220" fmla="*/ 332081 h 696873"/>
                <a:gd name="connsiteX221" fmla="*/ 914377 w 1212484"/>
                <a:gd name="connsiteY221" fmla="*/ 332073 h 696873"/>
                <a:gd name="connsiteX222" fmla="*/ 908583 w 1212484"/>
                <a:gd name="connsiteY222" fmla="*/ 332096 h 696873"/>
                <a:gd name="connsiteX223" fmla="*/ 905979 w 1212484"/>
                <a:gd name="connsiteY223" fmla="*/ 332086 h 696873"/>
                <a:gd name="connsiteX224" fmla="*/ 904005 w 1212484"/>
                <a:gd name="connsiteY224" fmla="*/ 332445 h 696873"/>
                <a:gd name="connsiteX225" fmla="*/ 903261 w 1212484"/>
                <a:gd name="connsiteY225" fmla="*/ 335421 h 696873"/>
                <a:gd name="connsiteX226" fmla="*/ 899119 w 1212484"/>
                <a:gd name="connsiteY226" fmla="*/ 335875 h 696873"/>
                <a:gd name="connsiteX227" fmla="*/ 896583 w 1212484"/>
                <a:gd name="connsiteY227" fmla="*/ 335947 h 696873"/>
                <a:gd name="connsiteX228" fmla="*/ 893913 w 1212484"/>
                <a:gd name="connsiteY228" fmla="*/ 335979 h 696873"/>
                <a:gd name="connsiteX229" fmla="*/ 891234 w 1212484"/>
                <a:gd name="connsiteY229" fmla="*/ 336046 h 696873"/>
                <a:gd name="connsiteX230" fmla="*/ 884658 w 1212484"/>
                <a:gd name="connsiteY230" fmla="*/ 336165 h 696873"/>
                <a:gd name="connsiteX231" fmla="*/ 884658 w 1212484"/>
                <a:gd name="connsiteY231" fmla="*/ 338398 h 696873"/>
                <a:gd name="connsiteX232" fmla="*/ 883110 w 1212484"/>
                <a:gd name="connsiteY232" fmla="*/ 338454 h 696873"/>
                <a:gd name="connsiteX233" fmla="*/ 876193 w 1212484"/>
                <a:gd name="connsiteY233" fmla="*/ 338723 h 696873"/>
                <a:gd name="connsiteX234" fmla="*/ 873757 w 1212484"/>
                <a:gd name="connsiteY234" fmla="*/ 338812 h 696873"/>
                <a:gd name="connsiteX235" fmla="*/ 871432 w 1212484"/>
                <a:gd name="connsiteY235" fmla="*/ 338906 h 696873"/>
                <a:gd name="connsiteX236" fmla="*/ 869282 w 1212484"/>
                <a:gd name="connsiteY236" fmla="*/ 338989 h 696873"/>
                <a:gd name="connsiteX237" fmla="*/ 866054 w 1212484"/>
                <a:gd name="connsiteY237" fmla="*/ 339886 h 696873"/>
                <a:gd name="connsiteX238" fmla="*/ 866054 w 1212484"/>
                <a:gd name="connsiteY238" fmla="*/ 342118 h 696873"/>
                <a:gd name="connsiteX239" fmla="*/ 864495 w 1212484"/>
                <a:gd name="connsiteY239" fmla="*/ 342151 h 696873"/>
                <a:gd name="connsiteX240" fmla="*/ 857543 w 1212484"/>
                <a:gd name="connsiteY240" fmla="*/ 342351 h 696873"/>
                <a:gd name="connsiteX241" fmla="*/ 855088 w 1212484"/>
                <a:gd name="connsiteY241" fmla="*/ 342402 h 696873"/>
                <a:gd name="connsiteX242" fmla="*/ 852755 w 1212484"/>
                <a:gd name="connsiteY242" fmla="*/ 342482 h 696873"/>
                <a:gd name="connsiteX243" fmla="*/ 850594 w 1212484"/>
                <a:gd name="connsiteY243" fmla="*/ 342541 h 696873"/>
                <a:gd name="connsiteX244" fmla="*/ 848939 w 1212484"/>
                <a:gd name="connsiteY244" fmla="*/ 342863 h 696873"/>
                <a:gd name="connsiteX245" fmla="*/ 848195 w 1212484"/>
                <a:gd name="connsiteY245" fmla="*/ 345095 h 696873"/>
                <a:gd name="connsiteX246" fmla="*/ 844919 w 1212484"/>
                <a:gd name="connsiteY246" fmla="*/ 345371 h 696873"/>
                <a:gd name="connsiteX247" fmla="*/ 842912 w 1212484"/>
                <a:gd name="connsiteY247" fmla="*/ 345410 h 696873"/>
                <a:gd name="connsiteX248" fmla="*/ 838697 w 1212484"/>
                <a:gd name="connsiteY248" fmla="*/ 345422 h 696873"/>
                <a:gd name="connsiteX249" fmla="*/ 836687 w 1212484"/>
                <a:gd name="connsiteY249" fmla="*/ 345464 h 696873"/>
                <a:gd name="connsiteX250" fmla="*/ 834835 w 1212484"/>
                <a:gd name="connsiteY250" fmla="*/ 345468 h 696873"/>
                <a:gd name="connsiteX251" fmla="*/ 833312 w 1212484"/>
                <a:gd name="connsiteY251" fmla="*/ 345839 h 696873"/>
                <a:gd name="connsiteX252" fmla="*/ 832578 w 1212484"/>
                <a:gd name="connsiteY252" fmla="*/ 347329 h 696873"/>
                <a:gd name="connsiteX253" fmla="*/ 831824 w 1212484"/>
                <a:gd name="connsiteY253" fmla="*/ 348816 h 696873"/>
                <a:gd name="connsiteX254" fmla="*/ 828286 w 1212484"/>
                <a:gd name="connsiteY254" fmla="*/ 349165 h 696873"/>
                <a:gd name="connsiteX255" fmla="*/ 826174 w 1212484"/>
                <a:gd name="connsiteY255" fmla="*/ 349197 h 696873"/>
                <a:gd name="connsiteX256" fmla="*/ 823964 w 1212484"/>
                <a:gd name="connsiteY256" fmla="*/ 349188 h 696873"/>
                <a:gd name="connsiteX257" fmla="*/ 819635 w 1212484"/>
                <a:gd name="connsiteY257" fmla="*/ 349211 h 696873"/>
                <a:gd name="connsiteX258" fmla="*/ 817692 w 1212484"/>
                <a:gd name="connsiteY258" fmla="*/ 349201 h 696873"/>
                <a:gd name="connsiteX259" fmla="*/ 816197 w 1212484"/>
                <a:gd name="connsiteY259" fmla="*/ 349560 h 696873"/>
                <a:gd name="connsiteX260" fmla="*/ 815452 w 1212484"/>
                <a:gd name="connsiteY260" fmla="*/ 352536 h 696873"/>
                <a:gd name="connsiteX261" fmla="*/ 812150 w 1212484"/>
                <a:gd name="connsiteY261" fmla="*/ 352911 h 696873"/>
                <a:gd name="connsiteX262" fmla="*/ 810133 w 1212484"/>
                <a:gd name="connsiteY262" fmla="*/ 352954 h 696873"/>
                <a:gd name="connsiteX263" fmla="*/ 808011 w 1212484"/>
                <a:gd name="connsiteY263" fmla="*/ 352955 h 696873"/>
                <a:gd name="connsiteX264" fmla="*/ 803872 w 1212484"/>
                <a:gd name="connsiteY264" fmla="*/ 353004 h 696873"/>
                <a:gd name="connsiteX265" fmla="*/ 802008 w 1212484"/>
                <a:gd name="connsiteY265" fmla="*/ 353006 h 696873"/>
                <a:gd name="connsiteX266" fmla="*/ 800570 w 1212484"/>
                <a:gd name="connsiteY266" fmla="*/ 353281 h 696873"/>
                <a:gd name="connsiteX267" fmla="*/ 799825 w 1212484"/>
                <a:gd name="connsiteY267" fmla="*/ 355513 h 696873"/>
                <a:gd name="connsiteX268" fmla="*/ 796849 w 1212484"/>
                <a:gd name="connsiteY268" fmla="*/ 355789 h 696873"/>
                <a:gd name="connsiteX269" fmla="*/ 795035 w 1212484"/>
                <a:gd name="connsiteY269" fmla="*/ 355828 h 696873"/>
                <a:gd name="connsiteX270" fmla="*/ 791221 w 1212484"/>
                <a:gd name="connsiteY270" fmla="*/ 355840 h 696873"/>
                <a:gd name="connsiteX271" fmla="*/ 789408 w 1212484"/>
                <a:gd name="connsiteY271" fmla="*/ 355882 h 696873"/>
                <a:gd name="connsiteX272" fmla="*/ 787733 w 1212484"/>
                <a:gd name="connsiteY272" fmla="*/ 355886 h 696873"/>
                <a:gd name="connsiteX273" fmla="*/ 786431 w 1212484"/>
                <a:gd name="connsiteY273" fmla="*/ 356257 h 696873"/>
                <a:gd name="connsiteX274" fmla="*/ 786081 w 1212484"/>
                <a:gd name="connsiteY274" fmla="*/ 357740 h 696873"/>
                <a:gd name="connsiteX275" fmla="*/ 785687 w 1212484"/>
                <a:gd name="connsiteY275" fmla="*/ 359234 h 696873"/>
                <a:gd name="connsiteX276" fmla="*/ 782359 w 1212484"/>
                <a:gd name="connsiteY276" fmla="*/ 359687 h 696873"/>
                <a:gd name="connsiteX277" fmla="*/ 780331 w 1212484"/>
                <a:gd name="connsiteY277" fmla="*/ 359760 h 696873"/>
                <a:gd name="connsiteX278" fmla="*/ 778199 w 1212484"/>
                <a:gd name="connsiteY278" fmla="*/ 359792 h 696873"/>
                <a:gd name="connsiteX279" fmla="*/ 776058 w 1212484"/>
                <a:gd name="connsiteY279" fmla="*/ 359859 h 696873"/>
                <a:gd name="connsiteX280" fmla="*/ 770804 w 1212484"/>
                <a:gd name="connsiteY280" fmla="*/ 359978 h 696873"/>
                <a:gd name="connsiteX281" fmla="*/ 770804 w 1212484"/>
                <a:gd name="connsiteY281" fmla="*/ 362210 h 696873"/>
                <a:gd name="connsiteX282" fmla="*/ 768415 w 1212484"/>
                <a:gd name="connsiteY282" fmla="*/ 362347 h 696873"/>
                <a:gd name="connsiteX283" fmla="*/ 765316 w 1212484"/>
                <a:gd name="connsiteY283" fmla="*/ 362536 h 696873"/>
                <a:gd name="connsiteX284" fmla="*/ 763740 w 1212484"/>
                <a:gd name="connsiteY284" fmla="*/ 362624 h 696873"/>
                <a:gd name="connsiteX285" fmla="*/ 758154 w 1212484"/>
                <a:gd name="connsiteY285" fmla="*/ 363699 h 696873"/>
                <a:gd name="connsiteX286" fmla="*/ 757409 w 1212484"/>
                <a:gd name="connsiteY286" fmla="*/ 365931 h 696873"/>
                <a:gd name="connsiteX287" fmla="*/ 749416 w 1212484"/>
                <a:gd name="connsiteY287" fmla="*/ 366258 h 696873"/>
                <a:gd name="connsiteX288" fmla="*/ 744759 w 1212484"/>
                <a:gd name="connsiteY288" fmla="*/ 366675 h 696873"/>
                <a:gd name="connsiteX289" fmla="*/ 742527 w 1212484"/>
                <a:gd name="connsiteY289" fmla="*/ 369652 h 696873"/>
                <a:gd name="connsiteX290" fmla="*/ 736806 w 1212484"/>
                <a:gd name="connsiteY290" fmla="*/ 369838 h 696873"/>
                <a:gd name="connsiteX291" fmla="*/ 735223 w 1212484"/>
                <a:gd name="connsiteY291" fmla="*/ 369797 h 696873"/>
                <a:gd name="connsiteX292" fmla="*/ 731365 w 1212484"/>
                <a:gd name="connsiteY292" fmla="*/ 369652 h 696873"/>
                <a:gd name="connsiteX293" fmla="*/ 731365 w 1212484"/>
                <a:gd name="connsiteY293" fmla="*/ 372628 h 696873"/>
                <a:gd name="connsiteX294" fmla="*/ 728812 w 1212484"/>
                <a:gd name="connsiteY294" fmla="*/ 372686 h 696873"/>
                <a:gd name="connsiteX295" fmla="*/ 725504 w 1212484"/>
                <a:gd name="connsiteY295" fmla="*/ 372814 h 696873"/>
                <a:gd name="connsiteX296" fmla="*/ 723821 w 1212484"/>
                <a:gd name="connsiteY296" fmla="*/ 372846 h 696873"/>
                <a:gd name="connsiteX297" fmla="*/ 719458 w 1212484"/>
                <a:gd name="connsiteY297" fmla="*/ 373372 h 696873"/>
                <a:gd name="connsiteX298" fmla="*/ 717970 w 1212484"/>
                <a:gd name="connsiteY298" fmla="*/ 376349 h 696873"/>
                <a:gd name="connsiteX299" fmla="*/ 712342 w 1212484"/>
                <a:gd name="connsiteY299" fmla="*/ 376767 h 696873"/>
                <a:gd name="connsiteX300" fmla="*/ 706808 w 1212484"/>
                <a:gd name="connsiteY300" fmla="*/ 377093 h 696873"/>
                <a:gd name="connsiteX301" fmla="*/ 706064 w 1212484"/>
                <a:gd name="connsiteY301" fmla="*/ 379325 h 696873"/>
                <a:gd name="connsiteX302" fmla="*/ 701273 w 1212484"/>
                <a:gd name="connsiteY302" fmla="*/ 379791 h 696873"/>
                <a:gd name="connsiteX303" fmla="*/ 694902 w 1212484"/>
                <a:gd name="connsiteY303" fmla="*/ 380814 h 696873"/>
                <a:gd name="connsiteX304" fmla="*/ 694902 w 1212484"/>
                <a:gd name="connsiteY304" fmla="*/ 383046 h 696873"/>
                <a:gd name="connsiteX305" fmla="*/ 692565 w 1212484"/>
                <a:gd name="connsiteY305" fmla="*/ 383104 h 696873"/>
                <a:gd name="connsiteX306" fmla="*/ 689507 w 1212484"/>
                <a:gd name="connsiteY306" fmla="*/ 383232 h 696873"/>
                <a:gd name="connsiteX307" fmla="*/ 687969 w 1212484"/>
                <a:gd name="connsiteY307" fmla="*/ 383264 h 696873"/>
                <a:gd name="connsiteX308" fmla="*/ 680763 w 1212484"/>
                <a:gd name="connsiteY308" fmla="*/ 386767 h 696873"/>
                <a:gd name="connsiteX309" fmla="*/ 675740 w 1212484"/>
                <a:gd name="connsiteY309" fmla="*/ 386953 h 696873"/>
                <a:gd name="connsiteX310" fmla="*/ 673101 w 1212484"/>
                <a:gd name="connsiteY310" fmla="*/ 386872 h 696873"/>
                <a:gd name="connsiteX311" fmla="*/ 671089 w 1212484"/>
                <a:gd name="connsiteY311" fmla="*/ 386767 h 696873"/>
                <a:gd name="connsiteX312" fmla="*/ 671089 w 1212484"/>
                <a:gd name="connsiteY312" fmla="*/ 389743 h 696873"/>
                <a:gd name="connsiteX313" fmla="*/ 668836 w 1212484"/>
                <a:gd name="connsiteY313" fmla="*/ 389802 h 696873"/>
                <a:gd name="connsiteX314" fmla="*/ 665927 w 1212484"/>
                <a:gd name="connsiteY314" fmla="*/ 389929 h 696873"/>
                <a:gd name="connsiteX315" fmla="*/ 663023 w 1212484"/>
                <a:gd name="connsiteY315" fmla="*/ 390034 h 696873"/>
                <a:gd name="connsiteX316" fmla="*/ 660671 w 1212484"/>
                <a:gd name="connsiteY316" fmla="*/ 390488 h 696873"/>
                <a:gd name="connsiteX317" fmla="*/ 659927 w 1212484"/>
                <a:gd name="connsiteY317" fmla="*/ 393464 h 696873"/>
                <a:gd name="connsiteX318" fmla="*/ 654718 w 1212484"/>
                <a:gd name="connsiteY318" fmla="*/ 393883 h 696873"/>
                <a:gd name="connsiteX319" fmla="*/ 649509 w 1212484"/>
                <a:gd name="connsiteY319" fmla="*/ 394208 h 696873"/>
                <a:gd name="connsiteX320" fmla="*/ 648765 w 1212484"/>
                <a:gd name="connsiteY320" fmla="*/ 396441 h 696873"/>
                <a:gd name="connsiteX321" fmla="*/ 643882 w 1212484"/>
                <a:gd name="connsiteY321" fmla="*/ 396952 h 696873"/>
                <a:gd name="connsiteX322" fmla="*/ 641181 w 1212484"/>
                <a:gd name="connsiteY322" fmla="*/ 397101 h 696873"/>
                <a:gd name="connsiteX323" fmla="*/ 639091 w 1212484"/>
                <a:gd name="connsiteY323" fmla="*/ 397185 h 696873"/>
                <a:gd name="connsiteX324" fmla="*/ 639091 w 1212484"/>
                <a:gd name="connsiteY324" fmla="*/ 400161 h 696873"/>
                <a:gd name="connsiteX325" fmla="*/ 628673 w 1212484"/>
                <a:gd name="connsiteY325" fmla="*/ 400906 h 696873"/>
                <a:gd name="connsiteX326" fmla="*/ 628673 w 1212484"/>
                <a:gd name="connsiteY326" fmla="*/ 403138 h 696873"/>
                <a:gd name="connsiteX327" fmla="*/ 618999 w 1212484"/>
                <a:gd name="connsiteY327" fmla="*/ 403882 h 696873"/>
                <a:gd name="connsiteX328" fmla="*/ 618999 w 1212484"/>
                <a:gd name="connsiteY328" fmla="*/ 406859 h 696873"/>
                <a:gd name="connsiteX329" fmla="*/ 616909 w 1212484"/>
                <a:gd name="connsiteY329" fmla="*/ 406917 h 696873"/>
                <a:gd name="connsiteX330" fmla="*/ 614209 w 1212484"/>
                <a:gd name="connsiteY330" fmla="*/ 407045 h 696873"/>
                <a:gd name="connsiteX331" fmla="*/ 611514 w 1212484"/>
                <a:gd name="connsiteY331" fmla="*/ 407149 h 696873"/>
                <a:gd name="connsiteX332" fmla="*/ 609325 w 1212484"/>
                <a:gd name="connsiteY332" fmla="*/ 407603 h 696873"/>
                <a:gd name="connsiteX333" fmla="*/ 608581 w 1212484"/>
                <a:gd name="connsiteY333" fmla="*/ 410579 h 696873"/>
                <a:gd name="connsiteX334" fmla="*/ 604117 w 1212484"/>
                <a:gd name="connsiteY334" fmla="*/ 410998 h 696873"/>
                <a:gd name="connsiteX335" fmla="*/ 599652 w 1212484"/>
                <a:gd name="connsiteY335" fmla="*/ 411324 h 696873"/>
                <a:gd name="connsiteX336" fmla="*/ 598908 w 1212484"/>
                <a:gd name="connsiteY336" fmla="*/ 413556 h 696873"/>
                <a:gd name="connsiteX337" fmla="*/ 591978 w 1212484"/>
                <a:gd name="connsiteY337" fmla="*/ 413925 h 696873"/>
                <a:gd name="connsiteX338" fmla="*/ 589978 w 1212484"/>
                <a:gd name="connsiteY338" fmla="*/ 414300 h 696873"/>
                <a:gd name="connsiteX339" fmla="*/ 589234 w 1212484"/>
                <a:gd name="connsiteY339" fmla="*/ 417277 h 696873"/>
                <a:gd name="connsiteX340" fmla="*/ 585141 w 1212484"/>
                <a:gd name="connsiteY340" fmla="*/ 417695 h 696873"/>
                <a:gd name="connsiteX341" fmla="*/ 581048 w 1212484"/>
                <a:gd name="connsiteY341" fmla="*/ 418021 h 696873"/>
                <a:gd name="connsiteX342" fmla="*/ 580304 w 1212484"/>
                <a:gd name="connsiteY342" fmla="*/ 420253 h 696873"/>
                <a:gd name="connsiteX343" fmla="*/ 575421 w 1212484"/>
                <a:gd name="connsiteY343" fmla="*/ 420765 h 696873"/>
                <a:gd name="connsiteX344" fmla="*/ 572720 w 1212484"/>
                <a:gd name="connsiteY344" fmla="*/ 420913 h 696873"/>
                <a:gd name="connsiteX345" fmla="*/ 570630 w 1212484"/>
                <a:gd name="connsiteY345" fmla="*/ 420997 h 696873"/>
                <a:gd name="connsiteX346" fmla="*/ 570630 w 1212484"/>
                <a:gd name="connsiteY346" fmla="*/ 423974 h 696873"/>
                <a:gd name="connsiteX347" fmla="*/ 568866 w 1212484"/>
                <a:gd name="connsiteY347" fmla="*/ 424032 h 696873"/>
                <a:gd name="connsiteX348" fmla="*/ 566584 w 1212484"/>
                <a:gd name="connsiteY348" fmla="*/ 424160 h 696873"/>
                <a:gd name="connsiteX349" fmla="*/ 564308 w 1212484"/>
                <a:gd name="connsiteY349" fmla="*/ 424265 h 696873"/>
                <a:gd name="connsiteX350" fmla="*/ 562445 w 1212484"/>
                <a:gd name="connsiteY350" fmla="*/ 424718 h 696873"/>
                <a:gd name="connsiteX351" fmla="*/ 561700 w 1212484"/>
                <a:gd name="connsiteY351" fmla="*/ 427695 h 696873"/>
                <a:gd name="connsiteX352" fmla="*/ 557241 w 1212484"/>
                <a:gd name="connsiteY352" fmla="*/ 427727 h 696873"/>
                <a:gd name="connsiteX353" fmla="*/ 553515 w 1212484"/>
                <a:gd name="connsiteY353" fmla="*/ 428439 h 696873"/>
                <a:gd name="connsiteX354" fmla="*/ 552771 w 1212484"/>
                <a:gd name="connsiteY354" fmla="*/ 430671 h 696873"/>
                <a:gd name="connsiteX355" fmla="*/ 549469 w 1212484"/>
                <a:gd name="connsiteY355" fmla="*/ 431136 h 696873"/>
                <a:gd name="connsiteX356" fmla="*/ 544585 w 1212484"/>
                <a:gd name="connsiteY356" fmla="*/ 432159 h 696873"/>
                <a:gd name="connsiteX357" fmla="*/ 544585 w 1212484"/>
                <a:gd name="connsiteY357" fmla="*/ 434392 h 696873"/>
                <a:gd name="connsiteX358" fmla="*/ 535656 w 1212484"/>
                <a:gd name="connsiteY358" fmla="*/ 435136 h 696873"/>
                <a:gd name="connsiteX359" fmla="*/ 535656 w 1212484"/>
                <a:gd name="connsiteY359" fmla="*/ 437368 h 696873"/>
                <a:gd name="connsiteX360" fmla="*/ 534243 w 1212484"/>
                <a:gd name="connsiteY360" fmla="*/ 437505 h 696873"/>
                <a:gd name="connsiteX361" fmla="*/ 532400 w 1212484"/>
                <a:gd name="connsiteY361" fmla="*/ 437694 h 696873"/>
                <a:gd name="connsiteX362" fmla="*/ 530569 w 1212484"/>
                <a:gd name="connsiteY362" fmla="*/ 437877 h 696873"/>
                <a:gd name="connsiteX363" fmla="*/ 527470 w 1212484"/>
                <a:gd name="connsiteY363" fmla="*/ 438857 h 696873"/>
                <a:gd name="connsiteX364" fmla="*/ 526726 w 1212484"/>
                <a:gd name="connsiteY364" fmla="*/ 441089 h 696873"/>
                <a:gd name="connsiteX365" fmla="*/ 520959 w 1212484"/>
                <a:gd name="connsiteY365" fmla="*/ 441458 h 696873"/>
                <a:gd name="connsiteX366" fmla="*/ 519284 w 1212484"/>
                <a:gd name="connsiteY366" fmla="*/ 441833 h 696873"/>
                <a:gd name="connsiteX367" fmla="*/ 518912 w 1212484"/>
                <a:gd name="connsiteY367" fmla="*/ 443322 h 696873"/>
                <a:gd name="connsiteX368" fmla="*/ 518540 w 1212484"/>
                <a:gd name="connsiteY368" fmla="*/ 444810 h 696873"/>
                <a:gd name="connsiteX369" fmla="*/ 514820 w 1212484"/>
                <a:gd name="connsiteY369" fmla="*/ 445228 h 696873"/>
                <a:gd name="connsiteX370" fmla="*/ 511099 w 1212484"/>
                <a:gd name="connsiteY370" fmla="*/ 445554 h 696873"/>
                <a:gd name="connsiteX371" fmla="*/ 510355 w 1212484"/>
                <a:gd name="connsiteY371" fmla="*/ 447786 h 696873"/>
                <a:gd name="connsiteX372" fmla="*/ 506215 w 1212484"/>
                <a:gd name="connsiteY372" fmla="*/ 448298 h 696873"/>
                <a:gd name="connsiteX373" fmla="*/ 503934 w 1212484"/>
                <a:gd name="connsiteY373" fmla="*/ 448446 h 696873"/>
                <a:gd name="connsiteX374" fmla="*/ 502169 w 1212484"/>
                <a:gd name="connsiteY374" fmla="*/ 448531 h 696873"/>
                <a:gd name="connsiteX375" fmla="*/ 502169 w 1212484"/>
                <a:gd name="connsiteY375" fmla="*/ 451507 h 696873"/>
                <a:gd name="connsiteX376" fmla="*/ 500730 w 1212484"/>
                <a:gd name="connsiteY376" fmla="*/ 451591 h 696873"/>
                <a:gd name="connsiteX377" fmla="*/ 498867 w 1212484"/>
                <a:gd name="connsiteY377" fmla="*/ 451740 h 696873"/>
                <a:gd name="connsiteX378" fmla="*/ 497010 w 1212484"/>
                <a:gd name="connsiteY378" fmla="*/ 451870 h 696873"/>
                <a:gd name="connsiteX379" fmla="*/ 495472 w 1212484"/>
                <a:gd name="connsiteY379" fmla="*/ 452251 h 696873"/>
                <a:gd name="connsiteX380" fmla="*/ 494728 w 1212484"/>
                <a:gd name="connsiteY380" fmla="*/ 454484 h 696873"/>
                <a:gd name="connsiteX381" fmla="*/ 488961 w 1212484"/>
                <a:gd name="connsiteY381" fmla="*/ 455507 h 696873"/>
                <a:gd name="connsiteX382" fmla="*/ 487286 w 1212484"/>
                <a:gd name="connsiteY382" fmla="*/ 455972 h 696873"/>
                <a:gd name="connsiteX383" fmla="*/ 486542 w 1212484"/>
                <a:gd name="connsiteY383" fmla="*/ 458204 h 696873"/>
                <a:gd name="connsiteX384" fmla="*/ 481357 w 1212484"/>
                <a:gd name="connsiteY384" fmla="*/ 458646 h 696873"/>
                <a:gd name="connsiteX385" fmla="*/ 479845 w 1212484"/>
                <a:gd name="connsiteY385" fmla="*/ 458949 h 696873"/>
                <a:gd name="connsiteX386" fmla="*/ 479101 w 1212484"/>
                <a:gd name="connsiteY386" fmla="*/ 461181 h 696873"/>
                <a:gd name="connsiteX387" fmla="*/ 471659 w 1212484"/>
                <a:gd name="connsiteY387" fmla="*/ 461925 h 696873"/>
                <a:gd name="connsiteX388" fmla="*/ 471659 w 1212484"/>
                <a:gd name="connsiteY388" fmla="*/ 464902 h 696873"/>
                <a:gd name="connsiteX389" fmla="*/ 470221 w 1212484"/>
                <a:gd name="connsiteY389" fmla="*/ 464960 h 696873"/>
                <a:gd name="connsiteX390" fmla="*/ 468357 w 1212484"/>
                <a:gd name="connsiteY390" fmla="*/ 465088 h 696873"/>
                <a:gd name="connsiteX391" fmla="*/ 466500 w 1212484"/>
                <a:gd name="connsiteY391" fmla="*/ 465192 h 696873"/>
                <a:gd name="connsiteX392" fmla="*/ 464962 w 1212484"/>
                <a:gd name="connsiteY392" fmla="*/ 465646 h 696873"/>
                <a:gd name="connsiteX393" fmla="*/ 464218 w 1212484"/>
                <a:gd name="connsiteY393" fmla="*/ 468622 h 696873"/>
                <a:gd name="connsiteX394" fmla="*/ 460869 w 1212484"/>
                <a:gd name="connsiteY394" fmla="*/ 469041 h 696873"/>
                <a:gd name="connsiteX395" fmla="*/ 457521 w 1212484"/>
                <a:gd name="connsiteY395" fmla="*/ 469366 h 696873"/>
                <a:gd name="connsiteX396" fmla="*/ 456777 w 1212484"/>
                <a:gd name="connsiteY396" fmla="*/ 471599 h 696873"/>
                <a:gd name="connsiteX397" fmla="*/ 452245 w 1212484"/>
                <a:gd name="connsiteY397" fmla="*/ 471968 h 696873"/>
                <a:gd name="connsiteX398" fmla="*/ 450824 w 1212484"/>
                <a:gd name="connsiteY398" fmla="*/ 472343 h 696873"/>
                <a:gd name="connsiteX399" fmla="*/ 450129 w 1212484"/>
                <a:gd name="connsiteY399" fmla="*/ 473846 h 696873"/>
                <a:gd name="connsiteX400" fmla="*/ 449335 w 1212484"/>
                <a:gd name="connsiteY400" fmla="*/ 475320 h 696873"/>
                <a:gd name="connsiteX401" fmla="*/ 445522 w 1212484"/>
                <a:gd name="connsiteY401" fmla="*/ 475506 h 696873"/>
                <a:gd name="connsiteX402" fmla="*/ 443469 w 1212484"/>
                <a:gd name="connsiteY402" fmla="*/ 475424 h 696873"/>
                <a:gd name="connsiteX403" fmla="*/ 441894 w 1212484"/>
                <a:gd name="connsiteY403" fmla="*/ 475320 h 696873"/>
                <a:gd name="connsiteX404" fmla="*/ 441894 w 1212484"/>
                <a:gd name="connsiteY404" fmla="*/ 478296 h 696873"/>
                <a:gd name="connsiteX405" fmla="*/ 438545 w 1212484"/>
                <a:gd name="connsiteY405" fmla="*/ 479087 h 696873"/>
                <a:gd name="connsiteX406" fmla="*/ 435197 w 1212484"/>
                <a:gd name="connsiteY406" fmla="*/ 479784 h 696873"/>
                <a:gd name="connsiteX407" fmla="*/ 435197 w 1212484"/>
                <a:gd name="connsiteY407" fmla="*/ 482017 h 696873"/>
                <a:gd name="connsiteX408" fmla="*/ 427011 w 1212484"/>
                <a:gd name="connsiteY408" fmla="*/ 482761 h 696873"/>
                <a:gd name="connsiteX409" fmla="*/ 427011 w 1212484"/>
                <a:gd name="connsiteY409" fmla="*/ 485738 h 696873"/>
                <a:gd name="connsiteX410" fmla="*/ 422505 w 1212484"/>
                <a:gd name="connsiteY410" fmla="*/ 485447 h 696873"/>
                <a:gd name="connsiteX411" fmla="*/ 421058 w 1212484"/>
                <a:gd name="connsiteY411" fmla="*/ 485738 h 696873"/>
                <a:gd name="connsiteX412" fmla="*/ 420337 w 1212484"/>
                <a:gd name="connsiteY412" fmla="*/ 487203 h 696873"/>
                <a:gd name="connsiteX413" fmla="*/ 419570 w 1212484"/>
                <a:gd name="connsiteY413" fmla="*/ 488714 h 696873"/>
                <a:gd name="connsiteX414" fmla="*/ 416128 w 1212484"/>
                <a:gd name="connsiteY414" fmla="*/ 489272 h 696873"/>
                <a:gd name="connsiteX415" fmla="*/ 414285 w 1212484"/>
                <a:gd name="connsiteY415" fmla="*/ 489400 h 696873"/>
                <a:gd name="connsiteX416" fmla="*/ 412872 w 1212484"/>
                <a:gd name="connsiteY416" fmla="*/ 489458 h 696873"/>
                <a:gd name="connsiteX417" fmla="*/ 412872 w 1212484"/>
                <a:gd name="connsiteY417" fmla="*/ 492435 h 696873"/>
                <a:gd name="connsiteX418" fmla="*/ 406175 w 1212484"/>
                <a:gd name="connsiteY418" fmla="*/ 492435 h 696873"/>
                <a:gd name="connsiteX419" fmla="*/ 406175 w 1212484"/>
                <a:gd name="connsiteY419" fmla="*/ 495411 h 696873"/>
                <a:gd name="connsiteX420" fmla="*/ 398734 w 1212484"/>
                <a:gd name="connsiteY420" fmla="*/ 496156 h 696873"/>
                <a:gd name="connsiteX421" fmla="*/ 398734 w 1212484"/>
                <a:gd name="connsiteY421" fmla="*/ 499132 h 696873"/>
                <a:gd name="connsiteX422" fmla="*/ 395850 w 1212484"/>
                <a:gd name="connsiteY422" fmla="*/ 499318 h 696873"/>
                <a:gd name="connsiteX423" fmla="*/ 392781 w 1212484"/>
                <a:gd name="connsiteY423" fmla="*/ 499876 h 696873"/>
                <a:gd name="connsiteX424" fmla="*/ 392060 w 1212484"/>
                <a:gd name="connsiteY424" fmla="*/ 501388 h 696873"/>
                <a:gd name="connsiteX425" fmla="*/ 391292 w 1212484"/>
                <a:gd name="connsiteY425" fmla="*/ 502853 h 696873"/>
                <a:gd name="connsiteX426" fmla="*/ 387851 w 1212484"/>
                <a:gd name="connsiteY426" fmla="*/ 503039 h 696873"/>
                <a:gd name="connsiteX427" fmla="*/ 386008 w 1212484"/>
                <a:gd name="connsiteY427" fmla="*/ 502957 h 696873"/>
                <a:gd name="connsiteX428" fmla="*/ 384595 w 1212484"/>
                <a:gd name="connsiteY428" fmla="*/ 502853 h 696873"/>
                <a:gd name="connsiteX429" fmla="*/ 384595 w 1212484"/>
                <a:gd name="connsiteY429" fmla="*/ 505829 h 696873"/>
                <a:gd name="connsiteX430" fmla="*/ 381246 w 1212484"/>
                <a:gd name="connsiteY430" fmla="*/ 506620 h 696873"/>
                <a:gd name="connsiteX431" fmla="*/ 377898 w 1212484"/>
                <a:gd name="connsiteY431" fmla="*/ 507318 h 696873"/>
                <a:gd name="connsiteX432" fmla="*/ 377898 w 1212484"/>
                <a:gd name="connsiteY432" fmla="*/ 509550 h 696873"/>
                <a:gd name="connsiteX433" fmla="*/ 376459 w 1212484"/>
                <a:gd name="connsiteY433" fmla="*/ 509634 h 696873"/>
                <a:gd name="connsiteX434" fmla="*/ 374596 w 1212484"/>
                <a:gd name="connsiteY434" fmla="*/ 509783 h 696873"/>
                <a:gd name="connsiteX435" fmla="*/ 372738 w 1212484"/>
                <a:gd name="connsiteY435" fmla="*/ 509913 h 696873"/>
                <a:gd name="connsiteX436" fmla="*/ 371200 w 1212484"/>
                <a:gd name="connsiteY436" fmla="*/ 510294 h 696873"/>
                <a:gd name="connsiteX437" fmla="*/ 370456 w 1212484"/>
                <a:gd name="connsiteY437" fmla="*/ 512527 h 696873"/>
                <a:gd name="connsiteX438" fmla="*/ 366689 w 1212484"/>
                <a:gd name="connsiteY438" fmla="*/ 513038 h 696873"/>
                <a:gd name="connsiteX439" fmla="*/ 364617 w 1212484"/>
                <a:gd name="connsiteY439" fmla="*/ 513186 h 696873"/>
                <a:gd name="connsiteX440" fmla="*/ 363015 w 1212484"/>
                <a:gd name="connsiteY440" fmla="*/ 513271 h 696873"/>
                <a:gd name="connsiteX441" fmla="*/ 363015 w 1212484"/>
                <a:gd name="connsiteY441" fmla="*/ 516247 h 696873"/>
                <a:gd name="connsiteX442" fmla="*/ 360085 w 1212484"/>
                <a:gd name="connsiteY442" fmla="*/ 516015 h 696873"/>
                <a:gd name="connsiteX443" fmla="*/ 357062 w 1212484"/>
                <a:gd name="connsiteY443" fmla="*/ 516247 h 696873"/>
                <a:gd name="connsiteX444" fmla="*/ 356736 w 1212484"/>
                <a:gd name="connsiteY444" fmla="*/ 518108 h 696873"/>
                <a:gd name="connsiteX445" fmla="*/ 356318 w 1212484"/>
                <a:gd name="connsiteY445" fmla="*/ 519968 h 696873"/>
                <a:gd name="connsiteX446" fmla="*/ 349620 w 1212484"/>
                <a:gd name="connsiteY446" fmla="*/ 519968 h 696873"/>
                <a:gd name="connsiteX447" fmla="*/ 349620 w 1212484"/>
                <a:gd name="connsiteY447" fmla="*/ 522945 h 696873"/>
                <a:gd name="connsiteX448" fmla="*/ 345042 w 1212484"/>
                <a:gd name="connsiteY448" fmla="*/ 523235 h 696873"/>
                <a:gd name="connsiteX449" fmla="*/ 343667 w 1212484"/>
                <a:gd name="connsiteY449" fmla="*/ 523689 h 696873"/>
                <a:gd name="connsiteX450" fmla="*/ 343316 w 1212484"/>
                <a:gd name="connsiteY450" fmla="*/ 525186 h 696873"/>
                <a:gd name="connsiteX451" fmla="*/ 342923 w 1212484"/>
                <a:gd name="connsiteY451" fmla="*/ 526665 h 696873"/>
                <a:gd name="connsiteX452" fmla="*/ 339574 w 1212484"/>
                <a:gd name="connsiteY452" fmla="*/ 527084 h 696873"/>
                <a:gd name="connsiteX453" fmla="*/ 336226 w 1212484"/>
                <a:gd name="connsiteY453" fmla="*/ 527409 h 696873"/>
                <a:gd name="connsiteX454" fmla="*/ 335482 w 1212484"/>
                <a:gd name="connsiteY454" fmla="*/ 529642 h 696873"/>
                <a:gd name="connsiteX455" fmla="*/ 332924 w 1212484"/>
                <a:gd name="connsiteY455" fmla="*/ 529967 h 696873"/>
                <a:gd name="connsiteX456" fmla="*/ 330273 w 1212484"/>
                <a:gd name="connsiteY456" fmla="*/ 530386 h 696873"/>
                <a:gd name="connsiteX457" fmla="*/ 329575 w 1212484"/>
                <a:gd name="connsiteY457" fmla="*/ 531874 h 696873"/>
                <a:gd name="connsiteX458" fmla="*/ 328784 w 1212484"/>
                <a:gd name="connsiteY458" fmla="*/ 533363 h 696873"/>
                <a:gd name="connsiteX459" fmla="*/ 324186 w 1212484"/>
                <a:gd name="connsiteY459" fmla="*/ 533848 h 696873"/>
                <a:gd name="connsiteX460" fmla="*/ 322831 w 1212484"/>
                <a:gd name="connsiteY460" fmla="*/ 534107 h 696873"/>
                <a:gd name="connsiteX461" fmla="*/ 321343 w 1212484"/>
                <a:gd name="connsiteY461" fmla="*/ 537083 h 696873"/>
                <a:gd name="connsiteX462" fmla="*/ 316878 w 1212484"/>
                <a:gd name="connsiteY462" fmla="*/ 537083 h 696873"/>
                <a:gd name="connsiteX463" fmla="*/ 316227 w 1212484"/>
                <a:gd name="connsiteY463" fmla="*/ 538525 h 696873"/>
                <a:gd name="connsiteX464" fmla="*/ 315390 w 1212484"/>
                <a:gd name="connsiteY464" fmla="*/ 540060 h 696873"/>
                <a:gd name="connsiteX465" fmla="*/ 312367 w 1212484"/>
                <a:gd name="connsiteY465" fmla="*/ 540432 h 696873"/>
                <a:gd name="connsiteX466" fmla="*/ 309437 w 1212484"/>
                <a:gd name="connsiteY466" fmla="*/ 540804 h 696873"/>
                <a:gd name="connsiteX467" fmla="*/ 309065 w 1212484"/>
                <a:gd name="connsiteY467" fmla="*/ 542292 h 696873"/>
                <a:gd name="connsiteX468" fmla="*/ 308693 w 1212484"/>
                <a:gd name="connsiteY468" fmla="*/ 543781 h 696873"/>
                <a:gd name="connsiteX469" fmla="*/ 304088 w 1212484"/>
                <a:gd name="connsiteY469" fmla="*/ 544249 h 696873"/>
                <a:gd name="connsiteX470" fmla="*/ 302740 w 1212484"/>
                <a:gd name="connsiteY470" fmla="*/ 544525 h 696873"/>
                <a:gd name="connsiteX471" fmla="*/ 301995 w 1212484"/>
                <a:gd name="connsiteY471" fmla="*/ 546757 h 696873"/>
                <a:gd name="connsiteX472" fmla="*/ 297391 w 1212484"/>
                <a:gd name="connsiteY472" fmla="*/ 547780 h 696873"/>
                <a:gd name="connsiteX473" fmla="*/ 296042 w 1212484"/>
                <a:gd name="connsiteY473" fmla="*/ 548245 h 696873"/>
                <a:gd name="connsiteX474" fmla="*/ 295298 w 1212484"/>
                <a:gd name="connsiteY474" fmla="*/ 550478 h 696873"/>
                <a:gd name="connsiteX475" fmla="*/ 290694 w 1212484"/>
                <a:gd name="connsiteY475" fmla="*/ 550920 h 696873"/>
                <a:gd name="connsiteX476" fmla="*/ 289345 w 1212484"/>
                <a:gd name="connsiteY476" fmla="*/ 551222 h 696873"/>
                <a:gd name="connsiteX477" fmla="*/ 288601 w 1212484"/>
                <a:gd name="connsiteY477" fmla="*/ 553454 h 696873"/>
                <a:gd name="connsiteX478" fmla="*/ 281904 w 1212484"/>
                <a:gd name="connsiteY478" fmla="*/ 554199 h 696873"/>
                <a:gd name="connsiteX479" fmla="*/ 281904 w 1212484"/>
                <a:gd name="connsiteY479" fmla="*/ 557175 h 696873"/>
                <a:gd name="connsiteX480" fmla="*/ 278974 w 1212484"/>
                <a:gd name="connsiteY480" fmla="*/ 557361 h 696873"/>
                <a:gd name="connsiteX481" fmla="*/ 275950 w 1212484"/>
                <a:gd name="connsiteY481" fmla="*/ 557919 h 696873"/>
                <a:gd name="connsiteX482" fmla="*/ 275578 w 1212484"/>
                <a:gd name="connsiteY482" fmla="*/ 559407 h 696873"/>
                <a:gd name="connsiteX483" fmla="*/ 275206 w 1212484"/>
                <a:gd name="connsiteY483" fmla="*/ 560896 h 696873"/>
                <a:gd name="connsiteX484" fmla="*/ 270602 w 1212484"/>
                <a:gd name="connsiteY484" fmla="*/ 561364 h 696873"/>
                <a:gd name="connsiteX485" fmla="*/ 269253 w 1212484"/>
                <a:gd name="connsiteY485" fmla="*/ 561640 h 696873"/>
                <a:gd name="connsiteX486" fmla="*/ 268509 w 1212484"/>
                <a:gd name="connsiteY486" fmla="*/ 563872 h 696873"/>
                <a:gd name="connsiteX487" fmla="*/ 265114 w 1212484"/>
                <a:gd name="connsiteY487" fmla="*/ 564384 h 696873"/>
                <a:gd name="connsiteX488" fmla="*/ 263251 w 1212484"/>
                <a:gd name="connsiteY488" fmla="*/ 564532 h 696873"/>
                <a:gd name="connsiteX489" fmla="*/ 261812 w 1212484"/>
                <a:gd name="connsiteY489" fmla="*/ 564616 h 696873"/>
                <a:gd name="connsiteX490" fmla="*/ 261812 w 1212484"/>
                <a:gd name="connsiteY490" fmla="*/ 567593 h 696873"/>
                <a:gd name="connsiteX491" fmla="*/ 259254 w 1212484"/>
                <a:gd name="connsiteY491" fmla="*/ 567826 h 696873"/>
                <a:gd name="connsiteX492" fmla="*/ 256603 w 1212484"/>
                <a:gd name="connsiteY492" fmla="*/ 568337 h 696873"/>
                <a:gd name="connsiteX493" fmla="*/ 255859 w 1212484"/>
                <a:gd name="connsiteY493" fmla="*/ 570570 h 696873"/>
                <a:gd name="connsiteX494" fmla="*/ 252464 w 1212484"/>
                <a:gd name="connsiteY494" fmla="*/ 571081 h 696873"/>
                <a:gd name="connsiteX495" fmla="*/ 250600 w 1212484"/>
                <a:gd name="connsiteY495" fmla="*/ 571229 h 696873"/>
                <a:gd name="connsiteX496" fmla="*/ 249161 w 1212484"/>
                <a:gd name="connsiteY496" fmla="*/ 571314 h 696873"/>
                <a:gd name="connsiteX497" fmla="*/ 249161 w 1212484"/>
                <a:gd name="connsiteY497" fmla="*/ 574290 h 696873"/>
                <a:gd name="connsiteX498" fmla="*/ 242464 w 1212484"/>
                <a:gd name="connsiteY498" fmla="*/ 574290 h 696873"/>
                <a:gd name="connsiteX499" fmla="*/ 242464 w 1212484"/>
                <a:gd name="connsiteY499" fmla="*/ 578011 h 696873"/>
                <a:gd name="connsiteX500" fmla="*/ 236511 w 1212484"/>
                <a:gd name="connsiteY500" fmla="*/ 578011 h 696873"/>
                <a:gd name="connsiteX501" fmla="*/ 236511 w 1212484"/>
                <a:gd name="connsiteY501" fmla="*/ 580988 h 696873"/>
                <a:gd name="connsiteX502" fmla="*/ 229814 w 1212484"/>
                <a:gd name="connsiteY502" fmla="*/ 581732 h 696873"/>
                <a:gd name="connsiteX503" fmla="*/ 229814 w 1212484"/>
                <a:gd name="connsiteY503" fmla="*/ 584708 h 696873"/>
                <a:gd name="connsiteX504" fmla="*/ 225236 w 1212484"/>
                <a:gd name="connsiteY504" fmla="*/ 585072 h 696873"/>
                <a:gd name="connsiteX505" fmla="*/ 223861 w 1212484"/>
                <a:gd name="connsiteY505" fmla="*/ 585452 h 696873"/>
                <a:gd name="connsiteX506" fmla="*/ 223116 w 1212484"/>
                <a:gd name="connsiteY506" fmla="*/ 587685 h 696873"/>
                <a:gd name="connsiteX507" fmla="*/ 218439 w 1212484"/>
                <a:gd name="connsiteY507" fmla="*/ 588708 h 696873"/>
                <a:gd name="connsiteX508" fmla="*/ 217163 w 1212484"/>
                <a:gd name="connsiteY508" fmla="*/ 589173 h 696873"/>
                <a:gd name="connsiteX509" fmla="*/ 217163 w 1212484"/>
                <a:gd name="connsiteY509" fmla="*/ 591406 h 696873"/>
                <a:gd name="connsiteX510" fmla="*/ 215724 w 1212484"/>
                <a:gd name="connsiteY510" fmla="*/ 591275 h 696873"/>
                <a:gd name="connsiteX511" fmla="*/ 210466 w 1212484"/>
                <a:gd name="connsiteY511" fmla="*/ 591406 h 696873"/>
                <a:gd name="connsiteX512" fmla="*/ 209722 w 1212484"/>
                <a:gd name="connsiteY512" fmla="*/ 595126 h 696873"/>
                <a:gd name="connsiteX513" fmla="*/ 205257 w 1212484"/>
                <a:gd name="connsiteY513" fmla="*/ 595126 h 696873"/>
                <a:gd name="connsiteX514" fmla="*/ 204606 w 1212484"/>
                <a:gd name="connsiteY514" fmla="*/ 596568 h 696873"/>
                <a:gd name="connsiteX515" fmla="*/ 203769 w 1212484"/>
                <a:gd name="connsiteY515" fmla="*/ 598103 h 696873"/>
                <a:gd name="connsiteX516" fmla="*/ 197816 w 1212484"/>
                <a:gd name="connsiteY516" fmla="*/ 598847 h 696873"/>
                <a:gd name="connsiteX517" fmla="*/ 197816 w 1212484"/>
                <a:gd name="connsiteY517" fmla="*/ 601823 h 696873"/>
                <a:gd name="connsiteX518" fmla="*/ 191118 w 1212484"/>
                <a:gd name="connsiteY518" fmla="*/ 601823 h 696873"/>
                <a:gd name="connsiteX519" fmla="*/ 191118 w 1212484"/>
                <a:gd name="connsiteY519" fmla="*/ 604800 h 696873"/>
                <a:gd name="connsiteX520" fmla="*/ 188560 w 1212484"/>
                <a:gd name="connsiteY520" fmla="*/ 604986 h 696873"/>
                <a:gd name="connsiteX521" fmla="*/ 185909 w 1212484"/>
                <a:gd name="connsiteY521" fmla="*/ 605544 h 696873"/>
                <a:gd name="connsiteX522" fmla="*/ 185584 w 1212484"/>
                <a:gd name="connsiteY522" fmla="*/ 607032 h 696873"/>
                <a:gd name="connsiteX523" fmla="*/ 185165 w 1212484"/>
                <a:gd name="connsiteY523" fmla="*/ 608521 h 696873"/>
                <a:gd name="connsiteX524" fmla="*/ 180587 w 1212484"/>
                <a:gd name="connsiteY524" fmla="*/ 609006 h 696873"/>
                <a:gd name="connsiteX525" fmla="*/ 179212 w 1212484"/>
                <a:gd name="connsiteY525" fmla="*/ 609265 h 696873"/>
                <a:gd name="connsiteX526" fmla="*/ 178468 w 1212484"/>
                <a:gd name="connsiteY526" fmla="*/ 610800 h 696873"/>
                <a:gd name="connsiteX527" fmla="*/ 177724 w 1212484"/>
                <a:gd name="connsiteY527" fmla="*/ 612241 h 696873"/>
                <a:gd name="connsiteX528" fmla="*/ 171771 w 1212484"/>
                <a:gd name="connsiteY528" fmla="*/ 612241 h 696873"/>
                <a:gd name="connsiteX529" fmla="*/ 171771 w 1212484"/>
                <a:gd name="connsiteY529" fmla="*/ 615218 h 696873"/>
                <a:gd name="connsiteX530" fmla="*/ 169213 w 1212484"/>
                <a:gd name="connsiteY530" fmla="*/ 615404 h 696873"/>
                <a:gd name="connsiteX531" fmla="*/ 166562 w 1212484"/>
                <a:gd name="connsiteY531" fmla="*/ 615962 h 696873"/>
                <a:gd name="connsiteX532" fmla="*/ 166190 w 1212484"/>
                <a:gd name="connsiteY532" fmla="*/ 617450 h 696873"/>
                <a:gd name="connsiteX533" fmla="*/ 165818 w 1212484"/>
                <a:gd name="connsiteY533" fmla="*/ 618939 h 696873"/>
                <a:gd name="connsiteX534" fmla="*/ 160609 w 1212484"/>
                <a:gd name="connsiteY534" fmla="*/ 619683 h 696873"/>
                <a:gd name="connsiteX535" fmla="*/ 159865 w 1212484"/>
                <a:gd name="connsiteY535" fmla="*/ 621915 h 696873"/>
                <a:gd name="connsiteX536" fmla="*/ 155260 w 1212484"/>
                <a:gd name="connsiteY536" fmla="*/ 622938 h 696873"/>
                <a:gd name="connsiteX537" fmla="*/ 153911 w 1212484"/>
                <a:gd name="connsiteY537" fmla="*/ 623404 h 696873"/>
                <a:gd name="connsiteX538" fmla="*/ 153167 w 1212484"/>
                <a:gd name="connsiteY538" fmla="*/ 625636 h 696873"/>
                <a:gd name="connsiteX539" fmla="*/ 148598 w 1212484"/>
                <a:gd name="connsiteY539" fmla="*/ 626095 h 696873"/>
                <a:gd name="connsiteX540" fmla="*/ 147214 w 1212484"/>
                <a:gd name="connsiteY540" fmla="*/ 626380 h 696873"/>
                <a:gd name="connsiteX541" fmla="*/ 145726 w 1212484"/>
                <a:gd name="connsiteY541" fmla="*/ 629357 h 696873"/>
                <a:gd name="connsiteX542" fmla="*/ 142005 w 1212484"/>
                <a:gd name="connsiteY542" fmla="*/ 629357 h 696873"/>
                <a:gd name="connsiteX543" fmla="*/ 141354 w 1212484"/>
                <a:gd name="connsiteY543" fmla="*/ 630798 h 696873"/>
                <a:gd name="connsiteX544" fmla="*/ 140517 w 1212484"/>
                <a:gd name="connsiteY544" fmla="*/ 632333 h 696873"/>
                <a:gd name="connsiteX545" fmla="*/ 135308 w 1212484"/>
                <a:gd name="connsiteY545" fmla="*/ 633077 h 696873"/>
                <a:gd name="connsiteX546" fmla="*/ 134564 w 1212484"/>
                <a:gd name="connsiteY546" fmla="*/ 634566 h 696873"/>
                <a:gd name="connsiteX547" fmla="*/ 133820 w 1212484"/>
                <a:gd name="connsiteY547" fmla="*/ 636054 h 696873"/>
                <a:gd name="connsiteX548" fmla="*/ 128611 w 1212484"/>
                <a:gd name="connsiteY548" fmla="*/ 636798 h 696873"/>
                <a:gd name="connsiteX549" fmla="*/ 127866 w 1212484"/>
                <a:gd name="connsiteY549" fmla="*/ 639031 h 696873"/>
                <a:gd name="connsiteX550" fmla="*/ 125262 w 1212484"/>
                <a:gd name="connsiteY550" fmla="*/ 639356 h 696873"/>
                <a:gd name="connsiteX551" fmla="*/ 122657 w 1212484"/>
                <a:gd name="connsiteY551" fmla="*/ 639775 h 696873"/>
                <a:gd name="connsiteX552" fmla="*/ 122332 w 1212484"/>
                <a:gd name="connsiteY552" fmla="*/ 641263 h 696873"/>
                <a:gd name="connsiteX553" fmla="*/ 121913 w 1212484"/>
                <a:gd name="connsiteY553" fmla="*/ 642751 h 696873"/>
                <a:gd name="connsiteX554" fmla="*/ 117309 w 1212484"/>
                <a:gd name="connsiteY554" fmla="*/ 643219 h 696873"/>
                <a:gd name="connsiteX555" fmla="*/ 115960 w 1212484"/>
                <a:gd name="connsiteY555" fmla="*/ 643495 h 696873"/>
                <a:gd name="connsiteX556" fmla="*/ 115216 w 1212484"/>
                <a:gd name="connsiteY556" fmla="*/ 645728 h 696873"/>
                <a:gd name="connsiteX557" fmla="*/ 110539 w 1212484"/>
                <a:gd name="connsiteY557" fmla="*/ 646751 h 696873"/>
                <a:gd name="connsiteX558" fmla="*/ 109263 w 1212484"/>
                <a:gd name="connsiteY558" fmla="*/ 647216 h 696873"/>
                <a:gd name="connsiteX559" fmla="*/ 109263 w 1212484"/>
                <a:gd name="connsiteY559" fmla="*/ 649448 h 696873"/>
                <a:gd name="connsiteX560" fmla="*/ 106333 w 1212484"/>
                <a:gd name="connsiteY560" fmla="*/ 649216 h 696873"/>
                <a:gd name="connsiteX561" fmla="*/ 103310 w 1212484"/>
                <a:gd name="connsiteY561" fmla="*/ 649448 h 696873"/>
                <a:gd name="connsiteX562" fmla="*/ 102566 w 1212484"/>
                <a:gd name="connsiteY562" fmla="*/ 653169 h 696873"/>
                <a:gd name="connsiteX563" fmla="*/ 97357 w 1212484"/>
                <a:gd name="connsiteY563" fmla="*/ 653913 h 696873"/>
                <a:gd name="connsiteX564" fmla="*/ 96613 w 1212484"/>
                <a:gd name="connsiteY564" fmla="*/ 656146 h 696873"/>
                <a:gd name="connsiteX565" fmla="*/ 93589 w 1212484"/>
                <a:gd name="connsiteY565" fmla="*/ 656657 h 696873"/>
                <a:gd name="connsiteX566" fmla="*/ 90659 w 1212484"/>
                <a:gd name="connsiteY566" fmla="*/ 656890 h 696873"/>
                <a:gd name="connsiteX567" fmla="*/ 90659 w 1212484"/>
                <a:gd name="connsiteY567" fmla="*/ 659866 h 696873"/>
                <a:gd name="connsiteX568" fmla="*/ 83962 w 1212484"/>
                <a:gd name="connsiteY568" fmla="*/ 659866 h 696873"/>
                <a:gd name="connsiteX569" fmla="*/ 83962 w 1212484"/>
                <a:gd name="connsiteY569" fmla="*/ 662843 h 696873"/>
                <a:gd name="connsiteX570" fmla="*/ 78009 w 1212484"/>
                <a:gd name="connsiteY570" fmla="*/ 663587 h 696873"/>
                <a:gd name="connsiteX571" fmla="*/ 78009 w 1212484"/>
                <a:gd name="connsiteY571" fmla="*/ 666564 h 696873"/>
                <a:gd name="connsiteX572" fmla="*/ 71312 w 1212484"/>
                <a:gd name="connsiteY572" fmla="*/ 667308 h 696873"/>
                <a:gd name="connsiteX573" fmla="*/ 71312 w 1212484"/>
                <a:gd name="connsiteY573" fmla="*/ 670284 h 696873"/>
                <a:gd name="connsiteX574" fmla="*/ 64615 w 1212484"/>
                <a:gd name="connsiteY574" fmla="*/ 670284 h 696873"/>
                <a:gd name="connsiteX575" fmla="*/ 64615 w 1212484"/>
                <a:gd name="connsiteY575" fmla="*/ 673261 h 696873"/>
                <a:gd name="connsiteX576" fmla="*/ 62057 w 1212484"/>
                <a:gd name="connsiteY576" fmla="*/ 673447 h 696873"/>
                <a:gd name="connsiteX577" fmla="*/ 59406 w 1212484"/>
                <a:gd name="connsiteY577" fmla="*/ 674005 h 696873"/>
                <a:gd name="connsiteX578" fmla="*/ 59077 w 1212484"/>
                <a:gd name="connsiteY578" fmla="*/ 675502 h 696873"/>
                <a:gd name="connsiteX579" fmla="*/ 58661 w 1212484"/>
                <a:gd name="connsiteY579" fmla="*/ 676982 h 696873"/>
                <a:gd name="connsiteX580" fmla="*/ 55313 w 1212484"/>
                <a:gd name="connsiteY580" fmla="*/ 677400 h 696873"/>
                <a:gd name="connsiteX581" fmla="*/ 51964 w 1212484"/>
                <a:gd name="connsiteY581" fmla="*/ 677726 h 696873"/>
                <a:gd name="connsiteX582" fmla="*/ 51220 w 1212484"/>
                <a:gd name="connsiteY582" fmla="*/ 679958 h 696873"/>
                <a:gd name="connsiteX583" fmla="*/ 48615 w 1212484"/>
                <a:gd name="connsiteY583" fmla="*/ 679865 h 696873"/>
                <a:gd name="connsiteX584" fmla="*/ 46011 w 1212484"/>
                <a:gd name="connsiteY584" fmla="*/ 679958 h 696873"/>
                <a:gd name="connsiteX585" fmla="*/ 45685 w 1212484"/>
                <a:gd name="connsiteY585" fmla="*/ 681772 h 696873"/>
                <a:gd name="connsiteX586" fmla="*/ 45267 w 1212484"/>
                <a:gd name="connsiteY586" fmla="*/ 683679 h 696873"/>
                <a:gd name="connsiteX587" fmla="*/ 40662 w 1212484"/>
                <a:gd name="connsiteY587" fmla="*/ 684173 h 696873"/>
                <a:gd name="connsiteX588" fmla="*/ 39314 w 1212484"/>
                <a:gd name="connsiteY588" fmla="*/ 684423 h 696873"/>
                <a:gd name="connsiteX589" fmla="*/ 38570 w 1212484"/>
                <a:gd name="connsiteY589" fmla="*/ 686656 h 696873"/>
                <a:gd name="connsiteX590" fmla="*/ 35547 w 1212484"/>
                <a:gd name="connsiteY590" fmla="*/ 687167 h 696873"/>
                <a:gd name="connsiteX591" fmla="*/ 32616 w 1212484"/>
                <a:gd name="connsiteY591" fmla="*/ 687400 h 696873"/>
                <a:gd name="connsiteX592" fmla="*/ 32616 w 1212484"/>
                <a:gd name="connsiteY592" fmla="*/ 690376 h 696873"/>
                <a:gd name="connsiteX593" fmla="*/ 28038 w 1212484"/>
                <a:gd name="connsiteY593" fmla="*/ 690667 h 696873"/>
                <a:gd name="connsiteX594" fmla="*/ 26663 w 1212484"/>
                <a:gd name="connsiteY594" fmla="*/ 691120 h 696873"/>
                <a:gd name="connsiteX595" fmla="*/ 26312 w 1212484"/>
                <a:gd name="connsiteY595" fmla="*/ 692617 h 696873"/>
                <a:gd name="connsiteX596" fmla="*/ 25919 w 1212484"/>
                <a:gd name="connsiteY596" fmla="*/ 694097 h 696873"/>
                <a:gd name="connsiteX597" fmla="*/ 22571 w 1212484"/>
                <a:gd name="connsiteY597" fmla="*/ 694516 h 696873"/>
                <a:gd name="connsiteX598" fmla="*/ 19222 w 1212484"/>
                <a:gd name="connsiteY598" fmla="*/ 694841 h 696873"/>
                <a:gd name="connsiteX599" fmla="*/ 18478 w 1212484"/>
                <a:gd name="connsiteY599" fmla="*/ 697073 h 696873"/>
                <a:gd name="connsiteX600" fmla="*/ 11036 w 1212484"/>
                <a:gd name="connsiteY600" fmla="*/ 697073 h 696873"/>
                <a:gd name="connsiteX601" fmla="*/ 10292 w 1212484"/>
                <a:gd name="connsiteY601" fmla="*/ 681447 h 696873"/>
                <a:gd name="connsiteX602" fmla="*/ 8060 w 1212484"/>
                <a:gd name="connsiteY602" fmla="*/ 681447 h 696873"/>
                <a:gd name="connsiteX603" fmla="*/ 8015 w 1212484"/>
                <a:gd name="connsiteY603" fmla="*/ 679751 h 696873"/>
                <a:gd name="connsiteX604" fmla="*/ 7781 w 1212484"/>
                <a:gd name="connsiteY604" fmla="*/ 672191 h 696873"/>
                <a:gd name="connsiteX605" fmla="*/ 7711 w 1212484"/>
                <a:gd name="connsiteY605" fmla="*/ 669521 h 696873"/>
                <a:gd name="connsiteX606" fmla="*/ 7624 w 1212484"/>
                <a:gd name="connsiteY606" fmla="*/ 666985 h 696873"/>
                <a:gd name="connsiteX607" fmla="*/ 7553 w 1212484"/>
                <a:gd name="connsiteY607" fmla="*/ 664635 h 696873"/>
                <a:gd name="connsiteX608" fmla="*/ 7316 w 1212484"/>
                <a:gd name="connsiteY608" fmla="*/ 662843 h 696873"/>
                <a:gd name="connsiteX609" fmla="*/ 5827 w 1212484"/>
                <a:gd name="connsiteY609" fmla="*/ 662099 h 696873"/>
                <a:gd name="connsiteX610" fmla="*/ 5598 w 1212484"/>
                <a:gd name="connsiteY610" fmla="*/ 657872 h 696873"/>
                <a:gd name="connsiteX611" fmla="*/ 5541 w 1212484"/>
                <a:gd name="connsiteY611" fmla="*/ 655265 h 696873"/>
                <a:gd name="connsiteX612" fmla="*/ 5471 w 1212484"/>
                <a:gd name="connsiteY612" fmla="*/ 649789 h 696873"/>
                <a:gd name="connsiteX613" fmla="*/ 5412 w 1212484"/>
                <a:gd name="connsiteY613" fmla="*/ 647175 h 696873"/>
                <a:gd name="connsiteX614" fmla="*/ 5381 w 1212484"/>
                <a:gd name="connsiteY614" fmla="*/ 644769 h 696873"/>
                <a:gd name="connsiteX615" fmla="*/ 3964 w 1212484"/>
                <a:gd name="connsiteY615" fmla="*/ 641734 h 696873"/>
                <a:gd name="connsiteX616" fmla="*/ 2597 w 1212484"/>
                <a:gd name="connsiteY616" fmla="*/ 636918 h 696873"/>
                <a:gd name="connsiteX617" fmla="*/ 2598 w 1212484"/>
                <a:gd name="connsiteY617" fmla="*/ 634707 h 696873"/>
                <a:gd name="connsiteX618" fmla="*/ 2633 w 1212484"/>
                <a:gd name="connsiteY618" fmla="*/ 632325 h 696873"/>
                <a:gd name="connsiteX619" fmla="*/ 2642 w 1212484"/>
                <a:gd name="connsiteY619" fmla="*/ 629882 h 696873"/>
                <a:gd name="connsiteX620" fmla="*/ 2711 w 1212484"/>
                <a:gd name="connsiteY620" fmla="*/ 622148 h 696873"/>
                <a:gd name="connsiteX621" fmla="*/ 2742 w 1212484"/>
                <a:gd name="connsiteY621" fmla="*/ 616908 h 696873"/>
                <a:gd name="connsiteX622" fmla="*/ 2851 w 1212484"/>
                <a:gd name="connsiteY622" fmla="*/ 604056 h 696873"/>
                <a:gd name="connsiteX623" fmla="*/ 1363 w 1212484"/>
                <a:gd name="connsiteY623" fmla="*/ 604056 h 696873"/>
                <a:gd name="connsiteX624" fmla="*/ 1324 w 1212484"/>
                <a:gd name="connsiteY624" fmla="*/ 571786 h 696873"/>
                <a:gd name="connsiteX625" fmla="*/ 1306 w 1212484"/>
                <a:gd name="connsiteY625" fmla="*/ 556803 h 696873"/>
                <a:gd name="connsiteX626" fmla="*/ 1292 w 1212484"/>
                <a:gd name="connsiteY626" fmla="*/ 542357 h 696873"/>
                <a:gd name="connsiteX627" fmla="*/ 1284 w 1212484"/>
                <a:gd name="connsiteY627" fmla="*/ 536832 h 696873"/>
                <a:gd name="connsiteX628" fmla="*/ 1278 w 1212484"/>
                <a:gd name="connsiteY628" fmla="*/ 529123 h 696873"/>
                <a:gd name="connsiteX629" fmla="*/ 1270 w 1212484"/>
                <a:gd name="connsiteY629" fmla="*/ 526791 h 696873"/>
                <a:gd name="connsiteX630" fmla="*/ 1273 w 1212484"/>
                <a:gd name="connsiteY630" fmla="*/ 524682 h 696873"/>
                <a:gd name="connsiteX631" fmla="*/ 1271 w 1212484"/>
                <a:gd name="connsiteY631" fmla="*/ 522838 h 696873"/>
                <a:gd name="connsiteX632" fmla="*/ 2107 w 1212484"/>
                <a:gd name="connsiteY632" fmla="*/ 520712 h 696873"/>
                <a:gd name="connsiteX633" fmla="*/ 2224 w 1212484"/>
                <a:gd name="connsiteY633" fmla="*/ 517316 h 696873"/>
                <a:gd name="connsiteX634" fmla="*/ 2247 w 1212484"/>
                <a:gd name="connsiteY634" fmla="*/ 515126 h 696873"/>
                <a:gd name="connsiteX635" fmla="*/ 2264 w 1212484"/>
                <a:gd name="connsiteY635" fmla="*/ 512742 h 696873"/>
                <a:gd name="connsiteX636" fmla="*/ 2328 w 1212484"/>
                <a:gd name="connsiteY636" fmla="*/ 507794 h 696873"/>
                <a:gd name="connsiteX637" fmla="*/ 2405 w 1212484"/>
                <a:gd name="connsiteY637" fmla="*/ 499955 h 696873"/>
                <a:gd name="connsiteX638" fmla="*/ 2496 w 1212484"/>
                <a:gd name="connsiteY638" fmla="*/ 492417 h 696873"/>
                <a:gd name="connsiteX639" fmla="*/ 2504 w 1212484"/>
                <a:gd name="connsiteY639" fmla="*/ 490042 h 696873"/>
                <a:gd name="connsiteX640" fmla="*/ 2541 w 1212484"/>
                <a:gd name="connsiteY640" fmla="*/ 487838 h 696873"/>
                <a:gd name="connsiteX641" fmla="*/ 2559 w 1212484"/>
                <a:gd name="connsiteY641" fmla="*/ 485897 h 696873"/>
                <a:gd name="connsiteX642" fmla="*/ 5083 w 1212484"/>
                <a:gd name="connsiteY642" fmla="*/ 482017 h 696873"/>
                <a:gd name="connsiteX643" fmla="*/ 5412 w 1212484"/>
                <a:gd name="connsiteY643" fmla="*/ 477267 h 696873"/>
                <a:gd name="connsiteX644" fmla="*/ 5471 w 1212484"/>
                <a:gd name="connsiteY644" fmla="*/ 474450 h 696873"/>
                <a:gd name="connsiteX645" fmla="*/ 5502 w 1212484"/>
                <a:gd name="connsiteY645" fmla="*/ 471506 h 696873"/>
                <a:gd name="connsiteX646" fmla="*/ 5598 w 1212484"/>
                <a:gd name="connsiteY646" fmla="*/ 465733 h 696873"/>
                <a:gd name="connsiteX647" fmla="*/ 5626 w 1212484"/>
                <a:gd name="connsiteY647" fmla="*/ 463143 h 696873"/>
                <a:gd name="connsiteX648" fmla="*/ 5827 w 1212484"/>
                <a:gd name="connsiteY648" fmla="*/ 461181 h 696873"/>
                <a:gd name="connsiteX649" fmla="*/ 7316 w 1212484"/>
                <a:gd name="connsiteY649" fmla="*/ 460437 h 696873"/>
                <a:gd name="connsiteX650" fmla="*/ 7545 w 1212484"/>
                <a:gd name="connsiteY650" fmla="*/ 456484 h 696873"/>
                <a:gd name="connsiteX651" fmla="*/ 7602 w 1212484"/>
                <a:gd name="connsiteY651" fmla="*/ 454059 h 696873"/>
                <a:gd name="connsiteX652" fmla="*/ 7672 w 1212484"/>
                <a:gd name="connsiteY652" fmla="*/ 448955 h 696873"/>
                <a:gd name="connsiteX653" fmla="*/ 7731 w 1212484"/>
                <a:gd name="connsiteY653" fmla="*/ 446531 h 696873"/>
                <a:gd name="connsiteX654" fmla="*/ 7762 w 1212484"/>
                <a:gd name="connsiteY654" fmla="*/ 444290 h 696873"/>
                <a:gd name="connsiteX655" fmla="*/ 8060 w 1212484"/>
                <a:gd name="connsiteY655" fmla="*/ 442577 h 696873"/>
                <a:gd name="connsiteX656" fmla="*/ 10292 w 1212484"/>
                <a:gd name="connsiteY656" fmla="*/ 441833 h 696873"/>
                <a:gd name="connsiteX657" fmla="*/ 10488 w 1212484"/>
                <a:gd name="connsiteY657" fmla="*/ 433295 h 696873"/>
                <a:gd name="connsiteX658" fmla="*/ 11036 w 1212484"/>
                <a:gd name="connsiteY658" fmla="*/ 428439 h 696873"/>
                <a:gd name="connsiteX659" fmla="*/ 15501 w 1212484"/>
                <a:gd name="connsiteY659" fmla="*/ 426950 h 696873"/>
                <a:gd name="connsiteX660" fmla="*/ 16245 w 1212484"/>
                <a:gd name="connsiteY660" fmla="*/ 423974 h 696873"/>
                <a:gd name="connsiteX661" fmla="*/ 19222 w 1212484"/>
                <a:gd name="connsiteY661" fmla="*/ 423974 h 696873"/>
                <a:gd name="connsiteX662" fmla="*/ 19222 w 1212484"/>
                <a:gd name="connsiteY662" fmla="*/ 420997 h 696873"/>
                <a:gd name="connsiteX663" fmla="*/ 22199 w 1212484"/>
                <a:gd name="connsiteY663" fmla="*/ 420997 h 696873"/>
                <a:gd name="connsiteX664" fmla="*/ 23687 w 1212484"/>
                <a:gd name="connsiteY664" fmla="*/ 417277 h 696873"/>
                <a:gd name="connsiteX665" fmla="*/ 26663 w 1212484"/>
                <a:gd name="connsiteY665" fmla="*/ 416532 h 696873"/>
                <a:gd name="connsiteX666" fmla="*/ 27035 w 1212484"/>
                <a:gd name="connsiteY666" fmla="*/ 414998 h 696873"/>
                <a:gd name="connsiteX667" fmla="*/ 27407 w 1212484"/>
                <a:gd name="connsiteY667" fmla="*/ 413556 h 696873"/>
                <a:gd name="connsiteX668" fmla="*/ 30384 w 1212484"/>
                <a:gd name="connsiteY668" fmla="*/ 413556 h 696873"/>
                <a:gd name="connsiteX669" fmla="*/ 30384 w 1212484"/>
                <a:gd name="connsiteY669" fmla="*/ 410579 h 696873"/>
                <a:gd name="connsiteX670" fmla="*/ 33361 w 1212484"/>
                <a:gd name="connsiteY670" fmla="*/ 410579 h 696873"/>
                <a:gd name="connsiteX671" fmla="*/ 33686 w 1212484"/>
                <a:gd name="connsiteY671" fmla="*/ 409138 h 696873"/>
                <a:gd name="connsiteX672" fmla="*/ 34105 w 1212484"/>
                <a:gd name="connsiteY672" fmla="*/ 407603 h 696873"/>
                <a:gd name="connsiteX673" fmla="*/ 36012 w 1212484"/>
                <a:gd name="connsiteY673" fmla="*/ 407231 h 696873"/>
                <a:gd name="connsiteX674" fmla="*/ 37825 w 1212484"/>
                <a:gd name="connsiteY674" fmla="*/ 406859 h 696873"/>
                <a:gd name="connsiteX675" fmla="*/ 37825 w 1212484"/>
                <a:gd name="connsiteY675" fmla="*/ 403882 h 696873"/>
                <a:gd name="connsiteX676" fmla="*/ 40802 w 1212484"/>
                <a:gd name="connsiteY676" fmla="*/ 403138 h 696873"/>
                <a:gd name="connsiteX677" fmla="*/ 41546 w 1212484"/>
                <a:gd name="connsiteY677" fmla="*/ 400906 h 696873"/>
                <a:gd name="connsiteX678" fmla="*/ 42988 w 1212484"/>
                <a:gd name="connsiteY678" fmla="*/ 400208 h 696873"/>
                <a:gd name="connsiteX679" fmla="*/ 45267 w 1212484"/>
                <a:gd name="connsiteY679" fmla="*/ 397882 h 696873"/>
                <a:gd name="connsiteX680" fmla="*/ 46011 w 1212484"/>
                <a:gd name="connsiteY680" fmla="*/ 396441 h 696873"/>
                <a:gd name="connsiteX681" fmla="*/ 48988 w 1212484"/>
                <a:gd name="connsiteY681" fmla="*/ 395697 h 696873"/>
                <a:gd name="connsiteX682" fmla="*/ 49732 w 1212484"/>
                <a:gd name="connsiteY682" fmla="*/ 393464 h 696873"/>
                <a:gd name="connsiteX683" fmla="*/ 51964 w 1212484"/>
                <a:gd name="connsiteY683" fmla="*/ 392720 h 696873"/>
                <a:gd name="connsiteX684" fmla="*/ 52708 w 1212484"/>
                <a:gd name="connsiteY684" fmla="*/ 390488 h 696873"/>
                <a:gd name="connsiteX685" fmla="*/ 56429 w 1212484"/>
                <a:gd name="connsiteY685" fmla="*/ 388999 h 696873"/>
                <a:gd name="connsiteX686" fmla="*/ 57173 w 1212484"/>
                <a:gd name="connsiteY686" fmla="*/ 386767 h 696873"/>
                <a:gd name="connsiteX687" fmla="*/ 58615 w 1212484"/>
                <a:gd name="connsiteY687" fmla="*/ 386441 h 696873"/>
                <a:gd name="connsiteX688" fmla="*/ 60150 w 1212484"/>
                <a:gd name="connsiteY688" fmla="*/ 386023 h 696873"/>
                <a:gd name="connsiteX689" fmla="*/ 61638 w 1212484"/>
                <a:gd name="connsiteY689" fmla="*/ 383046 h 696873"/>
                <a:gd name="connsiteX690" fmla="*/ 64615 w 1212484"/>
                <a:gd name="connsiteY690" fmla="*/ 381558 h 696873"/>
                <a:gd name="connsiteX691" fmla="*/ 65359 w 1212484"/>
                <a:gd name="connsiteY691" fmla="*/ 379325 h 696873"/>
                <a:gd name="connsiteX692" fmla="*/ 68335 w 1212484"/>
                <a:gd name="connsiteY692" fmla="*/ 379325 h 696873"/>
                <a:gd name="connsiteX693" fmla="*/ 69079 w 1212484"/>
                <a:gd name="connsiteY693" fmla="*/ 376349 h 696873"/>
                <a:gd name="connsiteX694" fmla="*/ 71312 w 1212484"/>
                <a:gd name="connsiteY694" fmla="*/ 375605 h 696873"/>
                <a:gd name="connsiteX695" fmla="*/ 71963 w 1212484"/>
                <a:gd name="connsiteY695" fmla="*/ 374070 h 696873"/>
                <a:gd name="connsiteX696" fmla="*/ 72800 w 1212484"/>
                <a:gd name="connsiteY696" fmla="*/ 372628 h 696873"/>
                <a:gd name="connsiteX697" fmla="*/ 76521 w 1212484"/>
                <a:gd name="connsiteY697" fmla="*/ 372628 h 696873"/>
                <a:gd name="connsiteX698" fmla="*/ 76521 w 1212484"/>
                <a:gd name="connsiteY698" fmla="*/ 369652 h 696873"/>
                <a:gd name="connsiteX699" fmla="*/ 79497 w 1212484"/>
                <a:gd name="connsiteY699" fmla="*/ 368908 h 696873"/>
                <a:gd name="connsiteX700" fmla="*/ 80195 w 1212484"/>
                <a:gd name="connsiteY700" fmla="*/ 367373 h 696873"/>
                <a:gd name="connsiteX701" fmla="*/ 80986 w 1212484"/>
                <a:gd name="connsiteY701" fmla="*/ 365931 h 696873"/>
                <a:gd name="connsiteX702" fmla="*/ 84706 w 1212484"/>
                <a:gd name="connsiteY702" fmla="*/ 365931 h 696873"/>
                <a:gd name="connsiteX703" fmla="*/ 84706 w 1212484"/>
                <a:gd name="connsiteY703" fmla="*/ 362954 h 696873"/>
                <a:gd name="connsiteX704" fmla="*/ 87683 w 1212484"/>
                <a:gd name="connsiteY704" fmla="*/ 362954 h 696873"/>
                <a:gd name="connsiteX705" fmla="*/ 87962 w 1212484"/>
                <a:gd name="connsiteY705" fmla="*/ 361141 h 696873"/>
                <a:gd name="connsiteX706" fmla="*/ 88427 w 1212484"/>
                <a:gd name="connsiteY706" fmla="*/ 359234 h 696873"/>
                <a:gd name="connsiteX707" fmla="*/ 92892 w 1212484"/>
                <a:gd name="connsiteY707" fmla="*/ 358490 h 696873"/>
                <a:gd name="connsiteX708" fmla="*/ 92892 w 1212484"/>
                <a:gd name="connsiteY708" fmla="*/ 356257 h 696873"/>
                <a:gd name="connsiteX709" fmla="*/ 95868 w 1212484"/>
                <a:gd name="connsiteY709" fmla="*/ 354769 h 696873"/>
                <a:gd name="connsiteX710" fmla="*/ 96613 w 1212484"/>
                <a:gd name="connsiteY710" fmla="*/ 352536 h 696873"/>
                <a:gd name="connsiteX711" fmla="*/ 100333 w 1212484"/>
                <a:gd name="connsiteY711" fmla="*/ 351048 h 696873"/>
                <a:gd name="connsiteX712" fmla="*/ 101822 w 1212484"/>
                <a:gd name="connsiteY712" fmla="*/ 348816 h 696873"/>
                <a:gd name="connsiteX713" fmla="*/ 104054 w 1212484"/>
                <a:gd name="connsiteY713" fmla="*/ 348072 h 696873"/>
                <a:gd name="connsiteX714" fmla="*/ 104798 w 1212484"/>
                <a:gd name="connsiteY714" fmla="*/ 345839 h 696873"/>
                <a:gd name="connsiteX715" fmla="*/ 108519 w 1212484"/>
                <a:gd name="connsiteY715" fmla="*/ 344351 h 696873"/>
                <a:gd name="connsiteX716" fmla="*/ 109263 w 1212484"/>
                <a:gd name="connsiteY716" fmla="*/ 342118 h 696873"/>
                <a:gd name="connsiteX717" fmla="*/ 110658 w 1212484"/>
                <a:gd name="connsiteY717" fmla="*/ 341793 h 696873"/>
                <a:gd name="connsiteX718" fmla="*/ 113356 w 1212484"/>
                <a:gd name="connsiteY718" fmla="*/ 339840 h 696873"/>
                <a:gd name="connsiteX719" fmla="*/ 114472 w 1212484"/>
                <a:gd name="connsiteY719" fmla="*/ 338398 h 696873"/>
                <a:gd name="connsiteX720" fmla="*/ 117449 w 1212484"/>
                <a:gd name="connsiteY720" fmla="*/ 338398 h 696873"/>
                <a:gd name="connsiteX721" fmla="*/ 118193 w 1212484"/>
                <a:gd name="connsiteY721" fmla="*/ 335421 h 696873"/>
                <a:gd name="connsiteX722" fmla="*/ 120425 w 1212484"/>
                <a:gd name="connsiteY722" fmla="*/ 334677 h 696873"/>
                <a:gd name="connsiteX723" fmla="*/ 121076 w 1212484"/>
                <a:gd name="connsiteY723" fmla="*/ 333142 h 696873"/>
                <a:gd name="connsiteX724" fmla="*/ 121913 w 1212484"/>
                <a:gd name="connsiteY724" fmla="*/ 331700 h 696873"/>
                <a:gd name="connsiteX725" fmla="*/ 125634 w 1212484"/>
                <a:gd name="connsiteY725" fmla="*/ 331700 h 696873"/>
                <a:gd name="connsiteX726" fmla="*/ 126378 w 1212484"/>
                <a:gd name="connsiteY726" fmla="*/ 328724 h 696873"/>
                <a:gd name="connsiteX727" fmla="*/ 129355 w 1212484"/>
                <a:gd name="connsiteY727" fmla="*/ 327236 h 696873"/>
                <a:gd name="connsiteX728" fmla="*/ 130099 w 1212484"/>
                <a:gd name="connsiteY728" fmla="*/ 325003 h 696873"/>
                <a:gd name="connsiteX729" fmla="*/ 134564 w 1212484"/>
                <a:gd name="connsiteY729" fmla="*/ 325003 h 696873"/>
                <a:gd name="connsiteX730" fmla="*/ 134564 w 1212484"/>
                <a:gd name="connsiteY730" fmla="*/ 322027 h 696873"/>
                <a:gd name="connsiteX731" fmla="*/ 139029 w 1212484"/>
                <a:gd name="connsiteY731" fmla="*/ 321283 h 696873"/>
                <a:gd name="connsiteX732" fmla="*/ 139029 w 1212484"/>
                <a:gd name="connsiteY732" fmla="*/ 318306 h 696873"/>
                <a:gd name="connsiteX733" fmla="*/ 140842 w 1212484"/>
                <a:gd name="connsiteY733" fmla="*/ 318538 h 696873"/>
                <a:gd name="connsiteX734" fmla="*/ 142749 w 1212484"/>
                <a:gd name="connsiteY734" fmla="*/ 318306 h 696873"/>
                <a:gd name="connsiteX735" fmla="*/ 143493 w 1212484"/>
                <a:gd name="connsiteY735" fmla="*/ 314585 h 696873"/>
                <a:gd name="connsiteX736" fmla="*/ 147214 w 1212484"/>
                <a:gd name="connsiteY736" fmla="*/ 313841 h 696873"/>
                <a:gd name="connsiteX737" fmla="*/ 147958 w 1212484"/>
                <a:gd name="connsiteY737" fmla="*/ 311609 h 696873"/>
                <a:gd name="connsiteX738" fmla="*/ 149865 w 1212484"/>
                <a:gd name="connsiteY738" fmla="*/ 311283 h 696873"/>
                <a:gd name="connsiteX739" fmla="*/ 151679 w 1212484"/>
                <a:gd name="connsiteY739" fmla="*/ 310865 h 696873"/>
                <a:gd name="connsiteX740" fmla="*/ 151679 w 1212484"/>
                <a:gd name="connsiteY740" fmla="*/ 307888 h 696873"/>
                <a:gd name="connsiteX741" fmla="*/ 153865 w 1212484"/>
                <a:gd name="connsiteY741" fmla="*/ 308074 h 696873"/>
                <a:gd name="connsiteX742" fmla="*/ 156144 w 1212484"/>
                <a:gd name="connsiteY742" fmla="*/ 307888 h 696873"/>
                <a:gd name="connsiteX743" fmla="*/ 156888 w 1212484"/>
                <a:gd name="connsiteY743" fmla="*/ 304911 h 696873"/>
                <a:gd name="connsiteX744" fmla="*/ 160609 w 1212484"/>
                <a:gd name="connsiteY744" fmla="*/ 303423 h 696873"/>
                <a:gd name="connsiteX745" fmla="*/ 160609 w 1212484"/>
                <a:gd name="connsiteY745" fmla="*/ 301191 h 696873"/>
                <a:gd name="connsiteX746" fmla="*/ 165074 w 1212484"/>
                <a:gd name="connsiteY746" fmla="*/ 299702 h 696873"/>
                <a:gd name="connsiteX747" fmla="*/ 165818 w 1212484"/>
                <a:gd name="connsiteY747" fmla="*/ 297470 h 696873"/>
                <a:gd name="connsiteX748" fmla="*/ 169538 w 1212484"/>
                <a:gd name="connsiteY748" fmla="*/ 296726 h 696873"/>
                <a:gd name="connsiteX749" fmla="*/ 170282 w 1212484"/>
                <a:gd name="connsiteY749" fmla="*/ 294493 h 696873"/>
                <a:gd name="connsiteX750" fmla="*/ 174747 w 1212484"/>
                <a:gd name="connsiteY750" fmla="*/ 293749 h 696873"/>
                <a:gd name="connsiteX751" fmla="*/ 174747 w 1212484"/>
                <a:gd name="connsiteY751" fmla="*/ 290773 h 696873"/>
                <a:gd name="connsiteX752" fmla="*/ 178468 w 1212484"/>
                <a:gd name="connsiteY752" fmla="*/ 290029 h 696873"/>
                <a:gd name="connsiteX753" fmla="*/ 179212 w 1212484"/>
                <a:gd name="connsiteY753" fmla="*/ 287796 h 696873"/>
                <a:gd name="connsiteX754" fmla="*/ 181073 w 1212484"/>
                <a:gd name="connsiteY754" fmla="*/ 287471 h 696873"/>
                <a:gd name="connsiteX755" fmla="*/ 182933 w 1212484"/>
                <a:gd name="connsiteY755" fmla="*/ 287052 h 696873"/>
                <a:gd name="connsiteX756" fmla="*/ 183258 w 1212484"/>
                <a:gd name="connsiteY756" fmla="*/ 285564 h 696873"/>
                <a:gd name="connsiteX757" fmla="*/ 183677 w 1212484"/>
                <a:gd name="connsiteY757" fmla="*/ 284075 h 696873"/>
                <a:gd name="connsiteX758" fmla="*/ 188142 w 1212484"/>
                <a:gd name="connsiteY758" fmla="*/ 283331 h 696873"/>
                <a:gd name="connsiteX759" fmla="*/ 188886 w 1212484"/>
                <a:gd name="connsiteY759" fmla="*/ 281099 h 696873"/>
                <a:gd name="connsiteX760" fmla="*/ 191863 w 1212484"/>
                <a:gd name="connsiteY760" fmla="*/ 279611 h 696873"/>
                <a:gd name="connsiteX761" fmla="*/ 192607 w 1212484"/>
                <a:gd name="connsiteY761" fmla="*/ 277378 h 696873"/>
                <a:gd name="connsiteX762" fmla="*/ 194839 w 1212484"/>
                <a:gd name="connsiteY762" fmla="*/ 277053 h 696873"/>
                <a:gd name="connsiteX763" fmla="*/ 197072 w 1212484"/>
                <a:gd name="connsiteY763" fmla="*/ 276634 h 696873"/>
                <a:gd name="connsiteX764" fmla="*/ 197444 w 1212484"/>
                <a:gd name="connsiteY764" fmla="*/ 275099 h 696873"/>
                <a:gd name="connsiteX765" fmla="*/ 197816 w 1212484"/>
                <a:gd name="connsiteY765" fmla="*/ 273658 h 696873"/>
                <a:gd name="connsiteX766" fmla="*/ 202281 w 1212484"/>
                <a:gd name="connsiteY766" fmla="*/ 273658 h 696873"/>
                <a:gd name="connsiteX767" fmla="*/ 202281 w 1212484"/>
                <a:gd name="connsiteY767" fmla="*/ 270681 h 696873"/>
                <a:gd name="connsiteX768" fmla="*/ 206745 w 1212484"/>
                <a:gd name="connsiteY768" fmla="*/ 269193 h 696873"/>
                <a:gd name="connsiteX769" fmla="*/ 207490 w 1212484"/>
                <a:gd name="connsiteY769" fmla="*/ 266960 h 696873"/>
                <a:gd name="connsiteX770" fmla="*/ 209350 w 1212484"/>
                <a:gd name="connsiteY770" fmla="*/ 266635 h 696873"/>
                <a:gd name="connsiteX771" fmla="*/ 211210 w 1212484"/>
                <a:gd name="connsiteY771" fmla="*/ 266216 h 696873"/>
                <a:gd name="connsiteX772" fmla="*/ 211582 w 1212484"/>
                <a:gd name="connsiteY772" fmla="*/ 264681 h 696873"/>
                <a:gd name="connsiteX773" fmla="*/ 211954 w 1212484"/>
                <a:gd name="connsiteY773" fmla="*/ 263240 h 696873"/>
                <a:gd name="connsiteX774" fmla="*/ 215675 w 1212484"/>
                <a:gd name="connsiteY774" fmla="*/ 263240 h 696873"/>
                <a:gd name="connsiteX775" fmla="*/ 216373 w 1212484"/>
                <a:gd name="connsiteY775" fmla="*/ 261798 h 696873"/>
                <a:gd name="connsiteX776" fmla="*/ 217163 w 1212484"/>
                <a:gd name="connsiteY776" fmla="*/ 260263 h 696873"/>
                <a:gd name="connsiteX777" fmla="*/ 219442 w 1212484"/>
                <a:gd name="connsiteY777" fmla="*/ 259891 h 696873"/>
                <a:gd name="connsiteX778" fmla="*/ 221628 w 1212484"/>
                <a:gd name="connsiteY778" fmla="*/ 259519 h 696873"/>
                <a:gd name="connsiteX779" fmla="*/ 222000 w 1212484"/>
                <a:gd name="connsiteY779" fmla="*/ 257984 h 696873"/>
                <a:gd name="connsiteX780" fmla="*/ 222372 w 1212484"/>
                <a:gd name="connsiteY780" fmla="*/ 256542 h 696873"/>
                <a:gd name="connsiteX781" fmla="*/ 226837 w 1212484"/>
                <a:gd name="connsiteY781" fmla="*/ 256542 h 696873"/>
                <a:gd name="connsiteX782" fmla="*/ 227581 w 1212484"/>
                <a:gd name="connsiteY782" fmla="*/ 253566 h 696873"/>
                <a:gd name="connsiteX783" fmla="*/ 232046 w 1212484"/>
                <a:gd name="connsiteY783" fmla="*/ 252822 h 696873"/>
                <a:gd name="connsiteX784" fmla="*/ 232046 w 1212484"/>
                <a:gd name="connsiteY784" fmla="*/ 249845 h 696873"/>
                <a:gd name="connsiteX785" fmla="*/ 236511 w 1212484"/>
                <a:gd name="connsiteY785" fmla="*/ 248357 h 696873"/>
                <a:gd name="connsiteX786" fmla="*/ 237999 w 1212484"/>
                <a:gd name="connsiteY786" fmla="*/ 246124 h 696873"/>
                <a:gd name="connsiteX787" fmla="*/ 241720 w 1212484"/>
                <a:gd name="connsiteY787" fmla="*/ 246124 h 696873"/>
                <a:gd name="connsiteX788" fmla="*/ 241720 w 1212484"/>
                <a:gd name="connsiteY788" fmla="*/ 243148 h 696873"/>
                <a:gd name="connsiteX789" fmla="*/ 243906 w 1212484"/>
                <a:gd name="connsiteY789" fmla="*/ 242962 h 696873"/>
                <a:gd name="connsiteX790" fmla="*/ 246185 w 1212484"/>
                <a:gd name="connsiteY790" fmla="*/ 242404 h 696873"/>
                <a:gd name="connsiteX791" fmla="*/ 246510 w 1212484"/>
                <a:gd name="connsiteY791" fmla="*/ 240869 h 696873"/>
                <a:gd name="connsiteX792" fmla="*/ 246929 w 1212484"/>
                <a:gd name="connsiteY792" fmla="*/ 239427 h 696873"/>
                <a:gd name="connsiteX793" fmla="*/ 252138 w 1212484"/>
                <a:gd name="connsiteY793" fmla="*/ 239427 h 696873"/>
                <a:gd name="connsiteX794" fmla="*/ 252138 w 1212484"/>
                <a:gd name="connsiteY794" fmla="*/ 236450 h 696873"/>
                <a:gd name="connsiteX795" fmla="*/ 257347 w 1212484"/>
                <a:gd name="connsiteY795" fmla="*/ 234962 h 696873"/>
                <a:gd name="connsiteX796" fmla="*/ 258091 w 1212484"/>
                <a:gd name="connsiteY796" fmla="*/ 232730 h 696873"/>
                <a:gd name="connsiteX797" fmla="*/ 261812 w 1212484"/>
                <a:gd name="connsiteY797" fmla="*/ 231986 h 696873"/>
                <a:gd name="connsiteX798" fmla="*/ 262556 w 1212484"/>
                <a:gd name="connsiteY798" fmla="*/ 229753 h 696873"/>
                <a:gd name="connsiteX799" fmla="*/ 267765 w 1212484"/>
                <a:gd name="connsiteY799" fmla="*/ 228265 h 696873"/>
                <a:gd name="connsiteX800" fmla="*/ 268509 w 1212484"/>
                <a:gd name="connsiteY800" fmla="*/ 226033 h 696873"/>
                <a:gd name="connsiteX801" fmla="*/ 270741 w 1212484"/>
                <a:gd name="connsiteY801" fmla="*/ 225707 h 696873"/>
                <a:gd name="connsiteX802" fmla="*/ 272974 w 1212484"/>
                <a:gd name="connsiteY802" fmla="*/ 225288 h 696873"/>
                <a:gd name="connsiteX803" fmla="*/ 273299 w 1212484"/>
                <a:gd name="connsiteY803" fmla="*/ 223754 h 696873"/>
                <a:gd name="connsiteX804" fmla="*/ 273718 w 1212484"/>
                <a:gd name="connsiteY804" fmla="*/ 222312 h 696873"/>
                <a:gd name="connsiteX805" fmla="*/ 278927 w 1212484"/>
                <a:gd name="connsiteY805" fmla="*/ 222312 h 696873"/>
                <a:gd name="connsiteX806" fmla="*/ 278927 w 1212484"/>
                <a:gd name="connsiteY806" fmla="*/ 219335 h 696873"/>
                <a:gd name="connsiteX807" fmla="*/ 284136 w 1212484"/>
                <a:gd name="connsiteY807" fmla="*/ 217847 h 696873"/>
                <a:gd name="connsiteX808" fmla="*/ 284880 w 1212484"/>
                <a:gd name="connsiteY808" fmla="*/ 215615 h 696873"/>
                <a:gd name="connsiteX809" fmla="*/ 289345 w 1212484"/>
                <a:gd name="connsiteY809" fmla="*/ 214870 h 696873"/>
                <a:gd name="connsiteX810" fmla="*/ 290089 w 1212484"/>
                <a:gd name="connsiteY810" fmla="*/ 212638 h 696873"/>
                <a:gd name="connsiteX811" fmla="*/ 295298 w 1212484"/>
                <a:gd name="connsiteY811" fmla="*/ 211894 h 696873"/>
                <a:gd name="connsiteX812" fmla="*/ 295298 w 1212484"/>
                <a:gd name="connsiteY812" fmla="*/ 208917 h 696873"/>
                <a:gd name="connsiteX813" fmla="*/ 297856 w 1212484"/>
                <a:gd name="connsiteY813" fmla="*/ 209150 h 696873"/>
                <a:gd name="connsiteX814" fmla="*/ 300507 w 1212484"/>
                <a:gd name="connsiteY814" fmla="*/ 208917 h 696873"/>
                <a:gd name="connsiteX815" fmla="*/ 301251 w 1212484"/>
                <a:gd name="connsiteY815" fmla="*/ 205197 h 696873"/>
                <a:gd name="connsiteX816" fmla="*/ 305716 w 1212484"/>
                <a:gd name="connsiteY816" fmla="*/ 204452 h 696873"/>
                <a:gd name="connsiteX817" fmla="*/ 306460 w 1212484"/>
                <a:gd name="connsiteY817" fmla="*/ 202220 h 696873"/>
                <a:gd name="connsiteX818" fmla="*/ 309111 w 1212484"/>
                <a:gd name="connsiteY818" fmla="*/ 201476 h 696873"/>
                <a:gd name="connsiteX819" fmla="*/ 311669 w 1212484"/>
                <a:gd name="connsiteY819" fmla="*/ 200732 h 696873"/>
                <a:gd name="connsiteX820" fmla="*/ 311669 w 1212484"/>
                <a:gd name="connsiteY820" fmla="*/ 198499 h 696873"/>
                <a:gd name="connsiteX821" fmla="*/ 314553 w 1212484"/>
                <a:gd name="connsiteY821" fmla="*/ 198732 h 696873"/>
                <a:gd name="connsiteX822" fmla="*/ 317622 w 1212484"/>
                <a:gd name="connsiteY822" fmla="*/ 198499 h 696873"/>
                <a:gd name="connsiteX823" fmla="*/ 319111 w 1212484"/>
                <a:gd name="connsiteY823" fmla="*/ 194779 h 696873"/>
                <a:gd name="connsiteX824" fmla="*/ 322831 w 1212484"/>
                <a:gd name="connsiteY824" fmla="*/ 194034 h 696873"/>
                <a:gd name="connsiteX825" fmla="*/ 323575 w 1212484"/>
                <a:gd name="connsiteY825" fmla="*/ 191802 h 696873"/>
                <a:gd name="connsiteX826" fmla="*/ 326180 w 1212484"/>
                <a:gd name="connsiteY826" fmla="*/ 191476 h 696873"/>
                <a:gd name="connsiteX827" fmla="*/ 328784 w 1212484"/>
                <a:gd name="connsiteY827" fmla="*/ 191058 h 696873"/>
                <a:gd name="connsiteX828" fmla="*/ 329157 w 1212484"/>
                <a:gd name="connsiteY828" fmla="*/ 189570 h 696873"/>
                <a:gd name="connsiteX829" fmla="*/ 329529 w 1212484"/>
                <a:gd name="connsiteY829" fmla="*/ 188081 h 696873"/>
                <a:gd name="connsiteX830" fmla="*/ 334738 w 1212484"/>
                <a:gd name="connsiteY830" fmla="*/ 187337 h 696873"/>
                <a:gd name="connsiteX831" fmla="*/ 335482 w 1212484"/>
                <a:gd name="connsiteY831" fmla="*/ 185105 h 696873"/>
                <a:gd name="connsiteX832" fmla="*/ 338505 w 1212484"/>
                <a:gd name="connsiteY832" fmla="*/ 184593 h 696873"/>
                <a:gd name="connsiteX833" fmla="*/ 341435 w 1212484"/>
                <a:gd name="connsiteY833" fmla="*/ 184361 h 696873"/>
                <a:gd name="connsiteX834" fmla="*/ 341435 w 1212484"/>
                <a:gd name="connsiteY834" fmla="*/ 181384 h 696873"/>
                <a:gd name="connsiteX835" fmla="*/ 343993 w 1212484"/>
                <a:gd name="connsiteY835" fmla="*/ 181152 h 696873"/>
                <a:gd name="connsiteX836" fmla="*/ 346644 w 1212484"/>
                <a:gd name="connsiteY836" fmla="*/ 180640 h 696873"/>
                <a:gd name="connsiteX837" fmla="*/ 347388 w 1212484"/>
                <a:gd name="connsiteY837" fmla="*/ 178408 h 696873"/>
                <a:gd name="connsiteX838" fmla="*/ 349992 w 1212484"/>
                <a:gd name="connsiteY838" fmla="*/ 178082 h 696873"/>
                <a:gd name="connsiteX839" fmla="*/ 352597 w 1212484"/>
                <a:gd name="connsiteY839" fmla="*/ 177663 h 696873"/>
                <a:gd name="connsiteX840" fmla="*/ 352969 w 1212484"/>
                <a:gd name="connsiteY840" fmla="*/ 176175 h 696873"/>
                <a:gd name="connsiteX841" fmla="*/ 353341 w 1212484"/>
                <a:gd name="connsiteY841" fmla="*/ 174687 h 696873"/>
                <a:gd name="connsiteX842" fmla="*/ 358550 w 1212484"/>
                <a:gd name="connsiteY842" fmla="*/ 173943 h 696873"/>
                <a:gd name="connsiteX843" fmla="*/ 358876 w 1212484"/>
                <a:gd name="connsiteY843" fmla="*/ 172454 h 696873"/>
                <a:gd name="connsiteX844" fmla="*/ 359294 w 1212484"/>
                <a:gd name="connsiteY844" fmla="*/ 170966 h 696873"/>
                <a:gd name="connsiteX845" fmla="*/ 363899 w 1212484"/>
                <a:gd name="connsiteY845" fmla="*/ 170498 h 696873"/>
                <a:gd name="connsiteX846" fmla="*/ 365247 w 1212484"/>
                <a:gd name="connsiteY846" fmla="*/ 170222 h 696873"/>
                <a:gd name="connsiteX847" fmla="*/ 365991 w 1212484"/>
                <a:gd name="connsiteY847" fmla="*/ 167990 h 696873"/>
                <a:gd name="connsiteX848" fmla="*/ 368596 w 1212484"/>
                <a:gd name="connsiteY848" fmla="*/ 167664 h 696873"/>
                <a:gd name="connsiteX849" fmla="*/ 371200 w 1212484"/>
                <a:gd name="connsiteY849" fmla="*/ 167245 h 696873"/>
                <a:gd name="connsiteX850" fmla="*/ 371526 w 1212484"/>
                <a:gd name="connsiteY850" fmla="*/ 165711 h 696873"/>
                <a:gd name="connsiteX851" fmla="*/ 371945 w 1212484"/>
                <a:gd name="connsiteY851" fmla="*/ 164269 h 696873"/>
                <a:gd name="connsiteX852" fmla="*/ 377898 w 1212484"/>
                <a:gd name="connsiteY852" fmla="*/ 164269 h 696873"/>
                <a:gd name="connsiteX853" fmla="*/ 378642 w 1212484"/>
                <a:gd name="connsiteY853" fmla="*/ 161292 h 696873"/>
                <a:gd name="connsiteX854" fmla="*/ 381618 w 1212484"/>
                <a:gd name="connsiteY854" fmla="*/ 160502 h 696873"/>
                <a:gd name="connsiteX855" fmla="*/ 384595 w 1212484"/>
                <a:gd name="connsiteY855" fmla="*/ 159804 h 696873"/>
                <a:gd name="connsiteX856" fmla="*/ 385339 w 1212484"/>
                <a:gd name="connsiteY856" fmla="*/ 157572 h 696873"/>
                <a:gd name="connsiteX857" fmla="*/ 387944 w 1212484"/>
                <a:gd name="connsiteY857" fmla="*/ 157246 h 696873"/>
                <a:gd name="connsiteX858" fmla="*/ 390548 w 1212484"/>
                <a:gd name="connsiteY858" fmla="*/ 156827 h 696873"/>
                <a:gd name="connsiteX859" fmla="*/ 391292 w 1212484"/>
                <a:gd name="connsiteY859" fmla="*/ 153851 h 696873"/>
                <a:gd name="connsiteX860" fmla="*/ 395757 w 1212484"/>
                <a:gd name="connsiteY860" fmla="*/ 153851 h 696873"/>
                <a:gd name="connsiteX861" fmla="*/ 397990 w 1212484"/>
                <a:gd name="connsiteY861" fmla="*/ 150874 h 696873"/>
                <a:gd name="connsiteX862" fmla="*/ 400966 w 1212484"/>
                <a:gd name="connsiteY862" fmla="*/ 150549 h 696873"/>
                <a:gd name="connsiteX863" fmla="*/ 403943 w 1212484"/>
                <a:gd name="connsiteY863" fmla="*/ 150130 h 696873"/>
                <a:gd name="connsiteX864" fmla="*/ 404315 w 1212484"/>
                <a:gd name="connsiteY864" fmla="*/ 148642 h 696873"/>
                <a:gd name="connsiteX865" fmla="*/ 404687 w 1212484"/>
                <a:gd name="connsiteY865" fmla="*/ 147154 h 696873"/>
                <a:gd name="connsiteX866" fmla="*/ 409291 w 1212484"/>
                <a:gd name="connsiteY866" fmla="*/ 146686 h 696873"/>
                <a:gd name="connsiteX867" fmla="*/ 410640 w 1212484"/>
                <a:gd name="connsiteY867" fmla="*/ 146409 h 696873"/>
                <a:gd name="connsiteX868" fmla="*/ 411384 w 1212484"/>
                <a:gd name="connsiteY868" fmla="*/ 144177 h 696873"/>
                <a:gd name="connsiteX869" fmla="*/ 415988 w 1212484"/>
                <a:gd name="connsiteY869" fmla="*/ 143154 h 696873"/>
                <a:gd name="connsiteX870" fmla="*/ 417337 w 1212484"/>
                <a:gd name="connsiteY870" fmla="*/ 142689 h 696873"/>
                <a:gd name="connsiteX871" fmla="*/ 418081 w 1212484"/>
                <a:gd name="connsiteY871" fmla="*/ 140456 h 696873"/>
                <a:gd name="connsiteX872" fmla="*/ 422613 w 1212484"/>
                <a:gd name="connsiteY872" fmla="*/ 140087 h 696873"/>
                <a:gd name="connsiteX873" fmla="*/ 424034 w 1212484"/>
                <a:gd name="connsiteY873" fmla="*/ 139712 h 696873"/>
                <a:gd name="connsiteX874" fmla="*/ 424752 w 1212484"/>
                <a:gd name="connsiteY874" fmla="*/ 138209 h 696873"/>
                <a:gd name="connsiteX875" fmla="*/ 425523 w 1212484"/>
                <a:gd name="connsiteY875" fmla="*/ 136736 h 696873"/>
                <a:gd name="connsiteX876" fmla="*/ 428964 w 1212484"/>
                <a:gd name="connsiteY876" fmla="*/ 136550 h 696873"/>
                <a:gd name="connsiteX877" fmla="*/ 430807 w 1212484"/>
                <a:gd name="connsiteY877" fmla="*/ 136631 h 696873"/>
                <a:gd name="connsiteX878" fmla="*/ 432220 w 1212484"/>
                <a:gd name="connsiteY878" fmla="*/ 136736 h 696873"/>
                <a:gd name="connsiteX879" fmla="*/ 432220 w 1212484"/>
                <a:gd name="connsiteY879" fmla="*/ 133759 h 696873"/>
                <a:gd name="connsiteX880" fmla="*/ 436798 w 1212484"/>
                <a:gd name="connsiteY880" fmla="*/ 133468 h 696873"/>
                <a:gd name="connsiteX881" fmla="*/ 438173 w 1212484"/>
                <a:gd name="connsiteY881" fmla="*/ 133015 h 696873"/>
                <a:gd name="connsiteX882" fmla="*/ 438499 w 1212484"/>
                <a:gd name="connsiteY882" fmla="*/ 131503 h 696873"/>
                <a:gd name="connsiteX883" fmla="*/ 438917 w 1212484"/>
                <a:gd name="connsiteY883" fmla="*/ 130038 h 696873"/>
                <a:gd name="connsiteX884" fmla="*/ 442684 w 1212484"/>
                <a:gd name="connsiteY884" fmla="*/ 129852 h 696873"/>
                <a:gd name="connsiteX885" fmla="*/ 444757 w 1212484"/>
                <a:gd name="connsiteY885" fmla="*/ 129934 h 696873"/>
                <a:gd name="connsiteX886" fmla="*/ 446359 w 1212484"/>
                <a:gd name="connsiteY886" fmla="*/ 130038 h 696873"/>
                <a:gd name="connsiteX887" fmla="*/ 446359 w 1212484"/>
                <a:gd name="connsiteY887" fmla="*/ 127062 h 696873"/>
                <a:gd name="connsiteX888" fmla="*/ 449707 w 1212484"/>
                <a:gd name="connsiteY888" fmla="*/ 126271 h 696873"/>
                <a:gd name="connsiteX889" fmla="*/ 453056 w 1212484"/>
                <a:gd name="connsiteY889" fmla="*/ 125574 h 696873"/>
                <a:gd name="connsiteX890" fmla="*/ 453056 w 1212484"/>
                <a:gd name="connsiteY890" fmla="*/ 123341 h 696873"/>
                <a:gd name="connsiteX891" fmla="*/ 454658 w 1212484"/>
                <a:gd name="connsiteY891" fmla="*/ 123257 h 696873"/>
                <a:gd name="connsiteX892" fmla="*/ 456730 w 1212484"/>
                <a:gd name="connsiteY892" fmla="*/ 123109 h 696873"/>
                <a:gd name="connsiteX893" fmla="*/ 458797 w 1212484"/>
                <a:gd name="connsiteY893" fmla="*/ 122978 h 696873"/>
                <a:gd name="connsiteX894" fmla="*/ 460497 w 1212484"/>
                <a:gd name="connsiteY894" fmla="*/ 122597 h 696873"/>
                <a:gd name="connsiteX895" fmla="*/ 461241 w 1212484"/>
                <a:gd name="connsiteY895" fmla="*/ 120365 h 696873"/>
                <a:gd name="connsiteX896" fmla="*/ 464962 w 1212484"/>
                <a:gd name="connsiteY896" fmla="*/ 119620 h 696873"/>
                <a:gd name="connsiteX897" fmla="*/ 467939 w 1212484"/>
                <a:gd name="connsiteY897" fmla="*/ 118876 h 696873"/>
                <a:gd name="connsiteX898" fmla="*/ 468683 w 1212484"/>
                <a:gd name="connsiteY898" fmla="*/ 116644 h 696873"/>
                <a:gd name="connsiteX899" fmla="*/ 472450 w 1212484"/>
                <a:gd name="connsiteY899" fmla="*/ 116132 h 696873"/>
                <a:gd name="connsiteX900" fmla="*/ 474523 w 1212484"/>
                <a:gd name="connsiteY900" fmla="*/ 115984 h 696873"/>
                <a:gd name="connsiteX901" fmla="*/ 476124 w 1212484"/>
                <a:gd name="connsiteY901" fmla="*/ 115900 h 696873"/>
                <a:gd name="connsiteX902" fmla="*/ 476124 w 1212484"/>
                <a:gd name="connsiteY902" fmla="*/ 112923 h 696873"/>
                <a:gd name="connsiteX903" fmla="*/ 477563 w 1212484"/>
                <a:gd name="connsiteY903" fmla="*/ 112839 h 696873"/>
                <a:gd name="connsiteX904" fmla="*/ 479426 w 1212484"/>
                <a:gd name="connsiteY904" fmla="*/ 112691 h 696873"/>
                <a:gd name="connsiteX905" fmla="*/ 481284 w 1212484"/>
                <a:gd name="connsiteY905" fmla="*/ 112560 h 696873"/>
                <a:gd name="connsiteX906" fmla="*/ 482822 w 1212484"/>
                <a:gd name="connsiteY906" fmla="*/ 112179 h 696873"/>
                <a:gd name="connsiteX907" fmla="*/ 483566 w 1212484"/>
                <a:gd name="connsiteY907" fmla="*/ 109947 h 696873"/>
                <a:gd name="connsiteX908" fmla="*/ 487705 w 1212484"/>
                <a:gd name="connsiteY908" fmla="*/ 109435 h 696873"/>
                <a:gd name="connsiteX909" fmla="*/ 489987 w 1212484"/>
                <a:gd name="connsiteY909" fmla="*/ 109287 h 696873"/>
                <a:gd name="connsiteX910" fmla="*/ 491751 w 1212484"/>
                <a:gd name="connsiteY910" fmla="*/ 109202 h 696873"/>
                <a:gd name="connsiteX911" fmla="*/ 491751 w 1212484"/>
                <a:gd name="connsiteY911" fmla="*/ 106226 h 696873"/>
                <a:gd name="connsiteX912" fmla="*/ 493190 w 1212484"/>
                <a:gd name="connsiteY912" fmla="*/ 106142 h 696873"/>
                <a:gd name="connsiteX913" fmla="*/ 495053 w 1212484"/>
                <a:gd name="connsiteY913" fmla="*/ 105993 h 696873"/>
                <a:gd name="connsiteX914" fmla="*/ 496911 w 1212484"/>
                <a:gd name="connsiteY914" fmla="*/ 105863 h 696873"/>
                <a:gd name="connsiteX915" fmla="*/ 498449 w 1212484"/>
                <a:gd name="connsiteY915" fmla="*/ 105482 h 696873"/>
                <a:gd name="connsiteX916" fmla="*/ 499193 w 1212484"/>
                <a:gd name="connsiteY916" fmla="*/ 103249 h 696873"/>
                <a:gd name="connsiteX917" fmla="*/ 504306 w 1212484"/>
                <a:gd name="connsiteY917" fmla="*/ 102880 h 696873"/>
                <a:gd name="connsiteX918" fmla="*/ 505890 w 1212484"/>
                <a:gd name="connsiteY918" fmla="*/ 102505 h 696873"/>
                <a:gd name="connsiteX919" fmla="*/ 506611 w 1212484"/>
                <a:gd name="connsiteY919" fmla="*/ 101014 h 696873"/>
                <a:gd name="connsiteX920" fmla="*/ 507378 w 1212484"/>
                <a:gd name="connsiteY920" fmla="*/ 99529 h 696873"/>
                <a:gd name="connsiteX921" fmla="*/ 513171 w 1212484"/>
                <a:gd name="connsiteY921" fmla="*/ 99133 h 696873"/>
                <a:gd name="connsiteX922" fmla="*/ 514820 w 1212484"/>
                <a:gd name="connsiteY922" fmla="*/ 98784 h 696873"/>
                <a:gd name="connsiteX923" fmla="*/ 515189 w 1212484"/>
                <a:gd name="connsiteY923" fmla="*/ 97299 h 696873"/>
                <a:gd name="connsiteX924" fmla="*/ 515564 w 1212484"/>
                <a:gd name="connsiteY924" fmla="*/ 95808 h 696873"/>
                <a:gd name="connsiteX925" fmla="*/ 519284 w 1212484"/>
                <a:gd name="connsiteY925" fmla="*/ 95389 h 696873"/>
                <a:gd name="connsiteX926" fmla="*/ 523005 w 1212484"/>
                <a:gd name="connsiteY926" fmla="*/ 95064 h 696873"/>
                <a:gd name="connsiteX927" fmla="*/ 523749 w 1212484"/>
                <a:gd name="connsiteY927" fmla="*/ 92831 h 696873"/>
                <a:gd name="connsiteX928" fmla="*/ 528261 w 1212484"/>
                <a:gd name="connsiteY928" fmla="*/ 92320 h 696873"/>
                <a:gd name="connsiteX929" fmla="*/ 530752 w 1212484"/>
                <a:gd name="connsiteY929" fmla="*/ 92172 h 696873"/>
                <a:gd name="connsiteX930" fmla="*/ 532679 w 1212484"/>
                <a:gd name="connsiteY930" fmla="*/ 92087 h 696873"/>
                <a:gd name="connsiteX931" fmla="*/ 532679 w 1212484"/>
                <a:gd name="connsiteY931" fmla="*/ 89111 h 696873"/>
                <a:gd name="connsiteX932" fmla="*/ 534281 w 1212484"/>
                <a:gd name="connsiteY932" fmla="*/ 89026 h 696873"/>
                <a:gd name="connsiteX933" fmla="*/ 536353 w 1212484"/>
                <a:gd name="connsiteY933" fmla="*/ 88878 h 696873"/>
                <a:gd name="connsiteX934" fmla="*/ 538420 w 1212484"/>
                <a:gd name="connsiteY934" fmla="*/ 88747 h 696873"/>
                <a:gd name="connsiteX935" fmla="*/ 540120 w 1212484"/>
                <a:gd name="connsiteY935" fmla="*/ 88367 h 696873"/>
                <a:gd name="connsiteX936" fmla="*/ 540865 w 1212484"/>
                <a:gd name="connsiteY936" fmla="*/ 86134 h 696873"/>
                <a:gd name="connsiteX937" fmla="*/ 545376 w 1212484"/>
                <a:gd name="connsiteY937" fmla="*/ 85623 h 696873"/>
                <a:gd name="connsiteX938" fmla="*/ 547867 w 1212484"/>
                <a:gd name="connsiteY938" fmla="*/ 85474 h 696873"/>
                <a:gd name="connsiteX939" fmla="*/ 549794 w 1212484"/>
                <a:gd name="connsiteY939" fmla="*/ 85390 h 696873"/>
                <a:gd name="connsiteX940" fmla="*/ 549794 w 1212484"/>
                <a:gd name="connsiteY940" fmla="*/ 82413 h 696873"/>
                <a:gd name="connsiteX941" fmla="*/ 551721 w 1212484"/>
                <a:gd name="connsiteY941" fmla="*/ 82355 h 696873"/>
                <a:gd name="connsiteX942" fmla="*/ 554213 w 1212484"/>
                <a:gd name="connsiteY942" fmla="*/ 82227 h 696873"/>
                <a:gd name="connsiteX943" fmla="*/ 556698 w 1212484"/>
                <a:gd name="connsiteY943" fmla="*/ 82123 h 696873"/>
                <a:gd name="connsiteX944" fmla="*/ 558724 w 1212484"/>
                <a:gd name="connsiteY944" fmla="*/ 81669 h 696873"/>
                <a:gd name="connsiteX945" fmla="*/ 559468 w 1212484"/>
                <a:gd name="connsiteY945" fmla="*/ 78693 h 696873"/>
                <a:gd name="connsiteX946" fmla="*/ 563561 w 1212484"/>
                <a:gd name="connsiteY946" fmla="*/ 78274 h 696873"/>
                <a:gd name="connsiteX947" fmla="*/ 567654 w 1212484"/>
                <a:gd name="connsiteY947" fmla="*/ 77949 h 696873"/>
                <a:gd name="connsiteX948" fmla="*/ 568398 w 1212484"/>
                <a:gd name="connsiteY948" fmla="*/ 75716 h 696873"/>
                <a:gd name="connsiteX949" fmla="*/ 575328 w 1212484"/>
                <a:gd name="connsiteY949" fmla="*/ 75347 h 696873"/>
                <a:gd name="connsiteX950" fmla="*/ 577327 w 1212484"/>
                <a:gd name="connsiteY950" fmla="*/ 74972 h 696873"/>
                <a:gd name="connsiteX951" fmla="*/ 578072 w 1212484"/>
                <a:gd name="connsiteY951" fmla="*/ 71995 h 696873"/>
                <a:gd name="connsiteX952" fmla="*/ 582164 w 1212484"/>
                <a:gd name="connsiteY952" fmla="*/ 71577 h 696873"/>
                <a:gd name="connsiteX953" fmla="*/ 586257 w 1212484"/>
                <a:gd name="connsiteY953" fmla="*/ 71251 h 696873"/>
                <a:gd name="connsiteX954" fmla="*/ 587001 w 1212484"/>
                <a:gd name="connsiteY954" fmla="*/ 69019 h 696873"/>
                <a:gd name="connsiteX955" fmla="*/ 592257 w 1212484"/>
                <a:gd name="connsiteY955" fmla="*/ 68507 h 696873"/>
                <a:gd name="connsiteX956" fmla="*/ 595166 w 1212484"/>
                <a:gd name="connsiteY956" fmla="*/ 68359 h 696873"/>
                <a:gd name="connsiteX957" fmla="*/ 597419 w 1212484"/>
                <a:gd name="connsiteY957" fmla="*/ 68275 h 696873"/>
                <a:gd name="connsiteX958" fmla="*/ 597419 w 1212484"/>
                <a:gd name="connsiteY958" fmla="*/ 65298 h 696873"/>
                <a:gd name="connsiteX959" fmla="*/ 599483 w 1212484"/>
                <a:gd name="connsiteY959" fmla="*/ 65240 h 696873"/>
                <a:gd name="connsiteX960" fmla="*/ 602163 w 1212484"/>
                <a:gd name="connsiteY960" fmla="*/ 65112 h 696873"/>
                <a:gd name="connsiteX961" fmla="*/ 604832 w 1212484"/>
                <a:gd name="connsiteY961" fmla="*/ 65007 h 696873"/>
                <a:gd name="connsiteX962" fmla="*/ 607093 w 1212484"/>
                <a:gd name="connsiteY962" fmla="*/ 64554 h 696873"/>
                <a:gd name="connsiteX963" fmla="*/ 607814 w 1212484"/>
                <a:gd name="connsiteY963" fmla="*/ 63042 h 696873"/>
                <a:gd name="connsiteX964" fmla="*/ 608581 w 1212484"/>
                <a:gd name="connsiteY964" fmla="*/ 61577 h 696873"/>
                <a:gd name="connsiteX965" fmla="*/ 613883 w 1212484"/>
                <a:gd name="connsiteY965" fmla="*/ 61391 h 696873"/>
                <a:gd name="connsiteX966" fmla="*/ 616773 w 1212484"/>
                <a:gd name="connsiteY966" fmla="*/ 61473 h 696873"/>
                <a:gd name="connsiteX967" fmla="*/ 618999 w 1212484"/>
                <a:gd name="connsiteY967" fmla="*/ 61577 h 696873"/>
                <a:gd name="connsiteX968" fmla="*/ 618999 w 1212484"/>
                <a:gd name="connsiteY968" fmla="*/ 58601 h 696873"/>
                <a:gd name="connsiteX969" fmla="*/ 621252 w 1212484"/>
                <a:gd name="connsiteY969" fmla="*/ 58732 h 696873"/>
                <a:gd name="connsiteX970" fmla="*/ 624162 w 1212484"/>
                <a:gd name="connsiteY970" fmla="*/ 58833 h 696873"/>
                <a:gd name="connsiteX971" fmla="*/ 627066 w 1212484"/>
                <a:gd name="connsiteY971" fmla="*/ 58964 h 696873"/>
                <a:gd name="connsiteX972" fmla="*/ 629417 w 1212484"/>
                <a:gd name="connsiteY972" fmla="*/ 58601 h 696873"/>
                <a:gd name="connsiteX973" fmla="*/ 629789 w 1212484"/>
                <a:gd name="connsiteY973" fmla="*/ 56741 h 696873"/>
                <a:gd name="connsiteX974" fmla="*/ 630161 w 1212484"/>
                <a:gd name="connsiteY974" fmla="*/ 54880 h 696873"/>
                <a:gd name="connsiteX975" fmla="*/ 635417 w 1212484"/>
                <a:gd name="connsiteY975" fmla="*/ 54648 h 696873"/>
                <a:gd name="connsiteX976" fmla="*/ 638327 w 1212484"/>
                <a:gd name="connsiteY976" fmla="*/ 54749 h 696873"/>
                <a:gd name="connsiteX977" fmla="*/ 640579 w 1212484"/>
                <a:gd name="connsiteY977" fmla="*/ 54880 h 696873"/>
                <a:gd name="connsiteX978" fmla="*/ 640579 w 1212484"/>
                <a:gd name="connsiteY978" fmla="*/ 51904 h 696873"/>
                <a:gd name="connsiteX979" fmla="*/ 642832 w 1212484"/>
                <a:gd name="connsiteY979" fmla="*/ 51846 h 696873"/>
                <a:gd name="connsiteX980" fmla="*/ 645742 w 1212484"/>
                <a:gd name="connsiteY980" fmla="*/ 51718 h 696873"/>
                <a:gd name="connsiteX981" fmla="*/ 648646 w 1212484"/>
                <a:gd name="connsiteY981" fmla="*/ 51613 h 696873"/>
                <a:gd name="connsiteX982" fmla="*/ 650997 w 1212484"/>
                <a:gd name="connsiteY982" fmla="*/ 51160 h 696873"/>
                <a:gd name="connsiteX983" fmla="*/ 651335 w 1212484"/>
                <a:gd name="connsiteY983" fmla="*/ 49660 h 696873"/>
                <a:gd name="connsiteX984" fmla="*/ 651742 w 1212484"/>
                <a:gd name="connsiteY984" fmla="*/ 48183 h 696873"/>
                <a:gd name="connsiteX985" fmla="*/ 659190 w 1212484"/>
                <a:gd name="connsiteY985" fmla="*/ 47820 h 696873"/>
                <a:gd name="connsiteX986" fmla="*/ 665255 w 1212484"/>
                <a:gd name="connsiteY986" fmla="*/ 45936 h 696873"/>
                <a:gd name="connsiteX987" fmla="*/ 666624 w 1212484"/>
                <a:gd name="connsiteY987" fmla="*/ 44462 h 696873"/>
                <a:gd name="connsiteX988" fmla="*/ 670810 w 1212484"/>
                <a:gd name="connsiteY988" fmla="*/ 44323 h 696873"/>
                <a:gd name="connsiteX989" fmla="*/ 676298 w 1212484"/>
                <a:gd name="connsiteY989" fmla="*/ 43718 h 696873"/>
                <a:gd name="connsiteX990" fmla="*/ 676298 w 1212484"/>
                <a:gd name="connsiteY990" fmla="*/ 41486 h 696873"/>
                <a:gd name="connsiteX991" fmla="*/ 679039 w 1212484"/>
                <a:gd name="connsiteY991" fmla="*/ 41428 h 696873"/>
                <a:gd name="connsiteX992" fmla="*/ 682577 w 1212484"/>
                <a:gd name="connsiteY992" fmla="*/ 41300 h 696873"/>
                <a:gd name="connsiteX993" fmla="*/ 684386 w 1212484"/>
                <a:gd name="connsiteY993" fmla="*/ 41268 h 696873"/>
                <a:gd name="connsiteX994" fmla="*/ 688949 w 1212484"/>
                <a:gd name="connsiteY994" fmla="*/ 40742 h 696873"/>
                <a:gd name="connsiteX995" fmla="*/ 689312 w 1212484"/>
                <a:gd name="connsiteY995" fmla="*/ 39248 h 696873"/>
                <a:gd name="connsiteX996" fmla="*/ 689693 w 1212484"/>
                <a:gd name="connsiteY996" fmla="*/ 37765 h 696873"/>
                <a:gd name="connsiteX997" fmla="*/ 692669 w 1212484"/>
                <a:gd name="connsiteY997" fmla="*/ 37390 h 696873"/>
                <a:gd name="connsiteX998" fmla="*/ 694483 w 1212484"/>
                <a:gd name="connsiteY998" fmla="*/ 37348 h 696873"/>
                <a:gd name="connsiteX999" fmla="*/ 696390 w 1212484"/>
                <a:gd name="connsiteY999" fmla="*/ 37346 h 696873"/>
                <a:gd name="connsiteX1000" fmla="*/ 700111 w 1212484"/>
                <a:gd name="connsiteY1000" fmla="*/ 37297 h 696873"/>
                <a:gd name="connsiteX1001" fmla="*/ 701785 w 1212484"/>
                <a:gd name="connsiteY1001" fmla="*/ 37295 h 696873"/>
                <a:gd name="connsiteX1002" fmla="*/ 703087 w 1212484"/>
                <a:gd name="connsiteY1002" fmla="*/ 37021 h 696873"/>
                <a:gd name="connsiteX1003" fmla="*/ 703831 w 1212484"/>
                <a:gd name="connsiteY1003" fmla="*/ 34788 h 696873"/>
                <a:gd name="connsiteX1004" fmla="*/ 710110 w 1212484"/>
                <a:gd name="connsiteY1004" fmla="*/ 34323 h 696873"/>
                <a:gd name="connsiteX1005" fmla="*/ 717970 w 1212484"/>
                <a:gd name="connsiteY1005" fmla="*/ 33300 h 696873"/>
                <a:gd name="connsiteX1006" fmla="*/ 717970 w 1212484"/>
                <a:gd name="connsiteY1006" fmla="*/ 31068 h 696873"/>
                <a:gd name="connsiteX1007" fmla="*/ 719324 w 1212484"/>
                <a:gd name="connsiteY1007" fmla="*/ 31035 h 696873"/>
                <a:gd name="connsiteX1008" fmla="*/ 725365 w 1212484"/>
                <a:gd name="connsiteY1008" fmla="*/ 30835 h 696873"/>
                <a:gd name="connsiteX1009" fmla="*/ 727497 w 1212484"/>
                <a:gd name="connsiteY1009" fmla="*/ 30784 h 696873"/>
                <a:gd name="connsiteX1010" fmla="*/ 729525 w 1212484"/>
                <a:gd name="connsiteY1010" fmla="*/ 30704 h 696873"/>
                <a:gd name="connsiteX1011" fmla="*/ 731402 w 1212484"/>
                <a:gd name="connsiteY1011" fmla="*/ 30645 h 696873"/>
                <a:gd name="connsiteX1012" fmla="*/ 732853 w 1212484"/>
                <a:gd name="connsiteY1012" fmla="*/ 30324 h 696873"/>
                <a:gd name="connsiteX1013" fmla="*/ 733597 w 1212484"/>
                <a:gd name="connsiteY1013" fmla="*/ 28091 h 696873"/>
                <a:gd name="connsiteX1014" fmla="*/ 739736 w 1212484"/>
                <a:gd name="connsiteY1014" fmla="*/ 27580 h 696873"/>
                <a:gd name="connsiteX1015" fmla="*/ 741460 w 1212484"/>
                <a:gd name="connsiteY1015" fmla="*/ 27503 h 696873"/>
                <a:gd name="connsiteX1016" fmla="*/ 749968 w 1212484"/>
                <a:gd name="connsiteY1016" fmla="*/ 27347 h 696873"/>
                <a:gd name="connsiteX1017" fmla="*/ 749968 w 1212484"/>
                <a:gd name="connsiteY1017" fmla="*/ 24370 h 696873"/>
                <a:gd name="connsiteX1018" fmla="*/ 751379 w 1212484"/>
                <a:gd name="connsiteY1018" fmla="*/ 24349 h 696873"/>
                <a:gd name="connsiteX1019" fmla="*/ 757689 w 1212484"/>
                <a:gd name="connsiteY1019" fmla="*/ 24184 h 696873"/>
                <a:gd name="connsiteX1020" fmla="*/ 759909 w 1212484"/>
                <a:gd name="connsiteY1020" fmla="*/ 24152 h 696873"/>
                <a:gd name="connsiteX1021" fmla="*/ 762031 w 1212484"/>
                <a:gd name="connsiteY1021" fmla="*/ 24080 h 696873"/>
                <a:gd name="connsiteX1022" fmla="*/ 763992 w 1212484"/>
                <a:gd name="connsiteY1022" fmla="*/ 24033 h 696873"/>
                <a:gd name="connsiteX1023" fmla="*/ 765595 w 1212484"/>
                <a:gd name="connsiteY1023" fmla="*/ 23626 h 696873"/>
                <a:gd name="connsiteX1024" fmla="*/ 766298 w 1212484"/>
                <a:gd name="connsiteY1024" fmla="*/ 22128 h 696873"/>
                <a:gd name="connsiteX1025" fmla="*/ 767083 w 1212484"/>
                <a:gd name="connsiteY1025" fmla="*/ 20650 h 696873"/>
                <a:gd name="connsiteX1026" fmla="*/ 771298 w 1212484"/>
                <a:gd name="connsiteY1026" fmla="*/ 20359 h 696873"/>
                <a:gd name="connsiteX1027" fmla="*/ 773827 w 1212484"/>
                <a:gd name="connsiteY1027" fmla="*/ 20388 h 696873"/>
                <a:gd name="connsiteX1028" fmla="*/ 776478 w 1212484"/>
                <a:gd name="connsiteY1028" fmla="*/ 20464 h 696873"/>
                <a:gd name="connsiteX1029" fmla="*/ 779147 w 1212484"/>
                <a:gd name="connsiteY1029" fmla="*/ 20504 h 696873"/>
                <a:gd name="connsiteX1030" fmla="*/ 785687 w 1212484"/>
                <a:gd name="connsiteY1030" fmla="*/ 20650 h 696873"/>
                <a:gd name="connsiteX1031" fmla="*/ 785687 w 1212484"/>
                <a:gd name="connsiteY1031" fmla="*/ 17673 h 696873"/>
                <a:gd name="connsiteX1032" fmla="*/ 787439 w 1212484"/>
                <a:gd name="connsiteY1032" fmla="*/ 17617 h 696873"/>
                <a:gd name="connsiteX1033" fmla="*/ 795268 w 1212484"/>
                <a:gd name="connsiteY1033" fmla="*/ 17348 h 696873"/>
                <a:gd name="connsiteX1034" fmla="*/ 798026 w 1212484"/>
                <a:gd name="connsiteY1034" fmla="*/ 17259 h 696873"/>
                <a:gd name="connsiteX1035" fmla="*/ 800657 w 1212484"/>
                <a:gd name="connsiteY1035" fmla="*/ 17164 h 696873"/>
                <a:gd name="connsiteX1036" fmla="*/ 803089 w 1212484"/>
                <a:gd name="connsiteY1036" fmla="*/ 17082 h 696873"/>
                <a:gd name="connsiteX1037" fmla="*/ 806523 w 1212484"/>
                <a:gd name="connsiteY1037" fmla="*/ 16185 h 696873"/>
                <a:gd name="connsiteX1038" fmla="*/ 806523 w 1212484"/>
                <a:gd name="connsiteY1038" fmla="*/ 13952 h 696873"/>
                <a:gd name="connsiteX1039" fmla="*/ 808560 w 1212484"/>
                <a:gd name="connsiteY1039" fmla="*/ 13920 h 696873"/>
                <a:gd name="connsiteX1040" fmla="*/ 816020 w 1212484"/>
                <a:gd name="connsiteY1040" fmla="*/ 13757 h 696873"/>
                <a:gd name="connsiteX1041" fmla="*/ 819253 w 1212484"/>
                <a:gd name="connsiteY1041" fmla="*/ 13695 h 696873"/>
                <a:gd name="connsiteX1042" fmla="*/ 823891 w 1212484"/>
                <a:gd name="connsiteY1042" fmla="*/ 13589 h 696873"/>
                <a:gd name="connsiteX1043" fmla="*/ 826713 w 1212484"/>
                <a:gd name="connsiteY1043" fmla="*/ 13530 h 696873"/>
                <a:gd name="connsiteX1044" fmla="*/ 828847 w 1212484"/>
                <a:gd name="connsiteY1044" fmla="*/ 13208 h 696873"/>
                <a:gd name="connsiteX1045" fmla="*/ 829591 w 1212484"/>
                <a:gd name="connsiteY1045" fmla="*/ 10976 h 696873"/>
                <a:gd name="connsiteX1046" fmla="*/ 835309 w 1212484"/>
                <a:gd name="connsiteY1046" fmla="*/ 10621 h 696873"/>
                <a:gd name="connsiteX1047" fmla="*/ 837047 w 1212484"/>
                <a:gd name="connsiteY1047" fmla="*/ 10586 h 696873"/>
                <a:gd name="connsiteX1048" fmla="*/ 842567 w 1212484"/>
                <a:gd name="connsiteY1048" fmla="*/ 10511 h 696873"/>
                <a:gd name="connsiteX1049" fmla="*/ 848079 w 1212484"/>
                <a:gd name="connsiteY1049" fmla="*/ 10420 h 696873"/>
                <a:gd name="connsiteX1050" fmla="*/ 851516 w 1212484"/>
                <a:gd name="connsiteY1050" fmla="*/ 10372 h 696873"/>
                <a:gd name="connsiteX1051" fmla="*/ 857124 w 1212484"/>
                <a:gd name="connsiteY1051" fmla="*/ 9488 h 696873"/>
                <a:gd name="connsiteX1052" fmla="*/ 857868 w 1212484"/>
                <a:gd name="connsiteY1052" fmla="*/ 7255 h 696873"/>
                <a:gd name="connsiteX1053" fmla="*/ 861015 w 1212484"/>
                <a:gd name="connsiteY1053" fmla="*/ 6981 h 696873"/>
                <a:gd name="connsiteX1054" fmla="*/ 863039 w 1212484"/>
                <a:gd name="connsiteY1054" fmla="*/ 6965 h 696873"/>
                <a:gd name="connsiteX1055" fmla="*/ 865240 w 1212484"/>
                <a:gd name="connsiteY1055" fmla="*/ 6979 h 696873"/>
                <a:gd name="connsiteX1056" fmla="*/ 869801 w 1212484"/>
                <a:gd name="connsiteY1056" fmla="*/ 6940 h 696873"/>
                <a:gd name="connsiteX1057" fmla="*/ 877033 w 1212484"/>
                <a:gd name="connsiteY1057" fmla="*/ 6931 h 696873"/>
                <a:gd name="connsiteX1058" fmla="*/ 883983 w 1212484"/>
                <a:gd name="connsiteY1058" fmla="*/ 6886 h 696873"/>
                <a:gd name="connsiteX1059" fmla="*/ 886184 w 1212484"/>
                <a:gd name="connsiteY1059" fmla="*/ 6904 h 696873"/>
                <a:gd name="connsiteX1060" fmla="*/ 888208 w 1212484"/>
                <a:gd name="connsiteY1060" fmla="*/ 6882 h 696873"/>
                <a:gd name="connsiteX1061" fmla="*/ 889999 w 1212484"/>
                <a:gd name="connsiteY1061" fmla="*/ 6882 h 696873"/>
                <a:gd name="connsiteX1062" fmla="*/ 891355 w 1212484"/>
                <a:gd name="connsiteY1062" fmla="*/ 6511 h 696873"/>
                <a:gd name="connsiteX1063" fmla="*/ 891607 w 1212484"/>
                <a:gd name="connsiteY1063" fmla="*/ 5025 h 696873"/>
                <a:gd name="connsiteX1064" fmla="*/ 892099 w 1212484"/>
                <a:gd name="connsiteY1064" fmla="*/ 3535 h 696873"/>
                <a:gd name="connsiteX1065" fmla="*/ 897170 w 1212484"/>
                <a:gd name="connsiteY1065" fmla="*/ 3128 h 696873"/>
                <a:gd name="connsiteX1066" fmla="*/ 898776 w 1212484"/>
                <a:gd name="connsiteY1066" fmla="*/ 3105 h 696873"/>
                <a:gd name="connsiteX1067" fmla="*/ 904055 w 1212484"/>
                <a:gd name="connsiteY1067" fmla="*/ 3081 h 696873"/>
                <a:gd name="connsiteX1068" fmla="*/ 907705 w 1212484"/>
                <a:gd name="connsiteY1068" fmla="*/ 3044 h 696873"/>
                <a:gd name="connsiteX1069" fmla="*/ 917332 w 1212484"/>
                <a:gd name="connsiteY1069" fmla="*/ 2985 h 696873"/>
                <a:gd name="connsiteX1070" fmla="*/ 927148 w 1212484"/>
                <a:gd name="connsiteY1070" fmla="*/ 2910 h 696873"/>
                <a:gd name="connsiteX1071" fmla="*/ 946421 w 1212484"/>
                <a:gd name="connsiteY1071" fmla="*/ 2790 h 696873"/>
                <a:gd name="connsiteX1072" fmla="*/ 946421 w 1212484"/>
                <a:gd name="connsiteY1072" fmla="*/ 558 h 6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Lst>
              <a:rect l="l" t="t" r="r" b="b"/>
              <a:pathLst>
                <a:path w="1212484" h="696873">
                  <a:moveTo>
                    <a:pt x="946421" y="558"/>
                  </a:moveTo>
                  <a:cubicBezTo>
                    <a:pt x="952217" y="489"/>
                    <a:pt x="958012" y="436"/>
                    <a:pt x="963808" y="404"/>
                  </a:cubicBezTo>
                  <a:cubicBezTo>
                    <a:pt x="966500" y="388"/>
                    <a:pt x="969190" y="367"/>
                    <a:pt x="971881" y="333"/>
                  </a:cubicBezTo>
                  <a:cubicBezTo>
                    <a:pt x="974477" y="301"/>
                    <a:pt x="977073" y="283"/>
                    <a:pt x="979669" y="276"/>
                  </a:cubicBezTo>
                  <a:cubicBezTo>
                    <a:pt x="981144" y="267"/>
                    <a:pt x="982619" y="244"/>
                    <a:pt x="984094" y="221"/>
                  </a:cubicBezTo>
                  <a:cubicBezTo>
                    <a:pt x="984987" y="220"/>
                    <a:pt x="985881" y="220"/>
                    <a:pt x="986802" y="220"/>
                  </a:cubicBezTo>
                  <a:cubicBezTo>
                    <a:pt x="987592" y="213"/>
                    <a:pt x="988382" y="207"/>
                    <a:pt x="989196" y="200"/>
                  </a:cubicBezTo>
                  <a:cubicBezTo>
                    <a:pt x="990123" y="377"/>
                    <a:pt x="990123" y="377"/>
                    <a:pt x="991070" y="558"/>
                  </a:cubicBezTo>
                  <a:cubicBezTo>
                    <a:pt x="991941" y="2021"/>
                    <a:pt x="991941" y="2021"/>
                    <a:pt x="992558" y="3535"/>
                  </a:cubicBezTo>
                  <a:cubicBezTo>
                    <a:pt x="993295" y="3780"/>
                    <a:pt x="994031" y="4026"/>
                    <a:pt x="994790" y="4279"/>
                  </a:cubicBezTo>
                  <a:cubicBezTo>
                    <a:pt x="994790" y="5261"/>
                    <a:pt x="994790" y="6243"/>
                    <a:pt x="994790" y="7255"/>
                  </a:cubicBezTo>
                  <a:cubicBezTo>
                    <a:pt x="995665" y="7163"/>
                    <a:pt x="995665" y="7163"/>
                    <a:pt x="996558" y="7069"/>
                  </a:cubicBezTo>
                  <a:cubicBezTo>
                    <a:pt x="997202" y="7131"/>
                    <a:pt x="997847" y="7192"/>
                    <a:pt x="998511" y="7255"/>
                  </a:cubicBezTo>
                  <a:cubicBezTo>
                    <a:pt x="999302" y="8697"/>
                    <a:pt x="999302" y="8697"/>
                    <a:pt x="999999" y="10232"/>
                  </a:cubicBezTo>
                  <a:cubicBezTo>
                    <a:pt x="1000521" y="10355"/>
                    <a:pt x="1001043" y="10477"/>
                    <a:pt x="1001581" y="10604"/>
                  </a:cubicBezTo>
                  <a:cubicBezTo>
                    <a:pt x="1002041" y="10727"/>
                    <a:pt x="1002501" y="10849"/>
                    <a:pt x="1002976" y="10976"/>
                  </a:cubicBezTo>
                  <a:cubicBezTo>
                    <a:pt x="1002976" y="11958"/>
                    <a:pt x="1002976" y="12940"/>
                    <a:pt x="1002976" y="13952"/>
                  </a:cubicBezTo>
                  <a:cubicBezTo>
                    <a:pt x="1003958" y="13952"/>
                    <a:pt x="1004940" y="13952"/>
                    <a:pt x="1005952" y="13952"/>
                  </a:cubicBezTo>
                  <a:cubicBezTo>
                    <a:pt x="1006060" y="14428"/>
                    <a:pt x="1006167" y="14904"/>
                    <a:pt x="1006278" y="15394"/>
                  </a:cubicBezTo>
                  <a:cubicBezTo>
                    <a:pt x="1006416" y="15901"/>
                    <a:pt x="1006554" y="16407"/>
                    <a:pt x="1006697" y="16929"/>
                  </a:cubicBezTo>
                  <a:cubicBezTo>
                    <a:pt x="1007310" y="17052"/>
                    <a:pt x="1007924" y="17175"/>
                    <a:pt x="1008557" y="17301"/>
                  </a:cubicBezTo>
                  <a:cubicBezTo>
                    <a:pt x="1009171" y="17424"/>
                    <a:pt x="1009785" y="17547"/>
                    <a:pt x="1010417" y="17673"/>
                  </a:cubicBezTo>
                  <a:cubicBezTo>
                    <a:pt x="1010686" y="18660"/>
                    <a:pt x="1010936" y="19652"/>
                    <a:pt x="1011161" y="20650"/>
                  </a:cubicBezTo>
                  <a:cubicBezTo>
                    <a:pt x="1012144" y="20650"/>
                    <a:pt x="1013126" y="20650"/>
                    <a:pt x="1014138" y="20650"/>
                  </a:cubicBezTo>
                  <a:cubicBezTo>
                    <a:pt x="1014138" y="21632"/>
                    <a:pt x="1014138" y="22614"/>
                    <a:pt x="1014138" y="23626"/>
                  </a:cubicBezTo>
                  <a:cubicBezTo>
                    <a:pt x="1015376" y="23887"/>
                    <a:pt x="1016616" y="24134"/>
                    <a:pt x="1017859" y="24370"/>
                  </a:cubicBezTo>
                  <a:cubicBezTo>
                    <a:pt x="1018696" y="25859"/>
                    <a:pt x="1018696" y="25859"/>
                    <a:pt x="1019347" y="27347"/>
                  </a:cubicBezTo>
                  <a:cubicBezTo>
                    <a:pt x="1020084" y="27593"/>
                    <a:pt x="1020820" y="27838"/>
                    <a:pt x="1021579" y="28091"/>
                  </a:cubicBezTo>
                  <a:cubicBezTo>
                    <a:pt x="1021579" y="29073"/>
                    <a:pt x="1021579" y="30056"/>
                    <a:pt x="1021579" y="31068"/>
                  </a:cubicBezTo>
                  <a:cubicBezTo>
                    <a:pt x="1023053" y="31068"/>
                    <a:pt x="1024526" y="31068"/>
                    <a:pt x="1026044" y="31068"/>
                  </a:cubicBezTo>
                  <a:cubicBezTo>
                    <a:pt x="1026044" y="32050"/>
                    <a:pt x="1026044" y="33032"/>
                    <a:pt x="1026044" y="34044"/>
                  </a:cubicBezTo>
                  <a:cubicBezTo>
                    <a:pt x="1027032" y="34308"/>
                    <a:pt x="1028025" y="34554"/>
                    <a:pt x="1029021" y="34788"/>
                  </a:cubicBezTo>
                  <a:cubicBezTo>
                    <a:pt x="1029811" y="36230"/>
                    <a:pt x="1029811" y="36230"/>
                    <a:pt x="1030509" y="37765"/>
                  </a:cubicBezTo>
                  <a:cubicBezTo>
                    <a:pt x="1031246" y="38256"/>
                    <a:pt x="1031982" y="38747"/>
                    <a:pt x="1032742" y="39253"/>
                  </a:cubicBezTo>
                  <a:cubicBezTo>
                    <a:pt x="1032742" y="39990"/>
                    <a:pt x="1032742" y="40727"/>
                    <a:pt x="1032742" y="41486"/>
                  </a:cubicBezTo>
                  <a:cubicBezTo>
                    <a:pt x="1033724" y="41486"/>
                    <a:pt x="1034706" y="41486"/>
                    <a:pt x="1035718" y="41486"/>
                  </a:cubicBezTo>
                  <a:cubicBezTo>
                    <a:pt x="1035964" y="42222"/>
                    <a:pt x="1036209" y="42959"/>
                    <a:pt x="1036462" y="43718"/>
                  </a:cubicBezTo>
                  <a:cubicBezTo>
                    <a:pt x="1037061" y="43948"/>
                    <a:pt x="1037659" y="44179"/>
                    <a:pt x="1038276" y="44416"/>
                  </a:cubicBezTo>
                  <a:cubicBezTo>
                    <a:pt x="1040538" y="45354"/>
                    <a:pt x="1040756" y="46001"/>
                    <a:pt x="1041671" y="48183"/>
                  </a:cubicBezTo>
                  <a:cubicBezTo>
                    <a:pt x="1042162" y="48429"/>
                    <a:pt x="1042653" y="48674"/>
                    <a:pt x="1043159" y="48927"/>
                  </a:cubicBezTo>
                  <a:cubicBezTo>
                    <a:pt x="1043405" y="49664"/>
                    <a:pt x="1043651" y="50400"/>
                    <a:pt x="1043904" y="51160"/>
                  </a:cubicBezTo>
                  <a:cubicBezTo>
                    <a:pt x="1044640" y="51405"/>
                    <a:pt x="1045377" y="51651"/>
                    <a:pt x="1046136" y="51904"/>
                  </a:cubicBezTo>
                  <a:cubicBezTo>
                    <a:pt x="1046243" y="52410"/>
                    <a:pt x="1046351" y="52917"/>
                    <a:pt x="1046462" y="53438"/>
                  </a:cubicBezTo>
                  <a:cubicBezTo>
                    <a:pt x="1046600" y="53914"/>
                    <a:pt x="1046738" y="54390"/>
                    <a:pt x="1046880" y="54880"/>
                  </a:cubicBezTo>
                  <a:cubicBezTo>
                    <a:pt x="1047862" y="54880"/>
                    <a:pt x="1048845" y="54880"/>
                    <a:pt x="1049857" y="54880"/>
                  </a:cubicBezTo>
                  <a:cubicBezTo>
                    <a:pt x="1050120" y="55868"/>
                    <a:pt x="1050367" y="56861"/>
                    <a:pt x="1050601" y="57857"/>
                  </a:cubicBezTo>
                  <a:cubicBezTo>
                    <a:pt x="1051579" y="58381"/>
                    <a:pt x="1052574" y="58871"/>
                    <a:pt x="1053577" y="59345"/>
                  </a:cubicBezTo>
                  <a:cubicBezTo>
                    <a:pt x="1057133" y="62570"/>
                    <a:pt x="1057133" y="62570"/>
                    <a:pt x="1058042" y="65298"/>
                  </a:cubicBezTo>
                  <a:cubicBezTo>
                    <a:pt x="1058779" y="65544"/>
                    <a:pt x="1059516" y="65789"/>
                    <a:pt x="1060275" y="66042"/>
                  </a:cubicBezTo>
                  <a:cubicBezTo>
                    <a:pt x="1060520" y="66779"/>
                    <a:pt x="1060766" y="67516"/>
                    <a:pt x="1061019" y="68275"/>
                  </a:cubicBezTo>
                  <a:cubicBezTo>
                    <a:pt x="1061756" y="68766"/>
                    <a:pt x="1062492" y="69257"/>
                    <a:pt x="1063251" y="69763"/>
                  </a:cubicBezTo>
                  <a:cubicBezTo>
                    <a:pt x="1063251" y="70500"/>
                    <a:pt x="1063251" y="71236"/>
                    <a:pt x="1063251" y="71995"/>
                  </a:cubicBezTo>
                  <a:cubicBezTo>
                    <a:pt x="1064234" y="71995"/>
                    <a:pt x="1065216" y="71995"/>
                    <a:pt x="1066228" y="71995"/>
                  </a:cubicBezTo>
                  <a:cubicBezTo>
                    <a:pt x="1066473" y="72732"/>
                    <a:pt x="1066719" y="73469"/>
                    <a:pt x="1066972" y="74228"/>
                  </a:cubicBezTo>
                  <a:cubicBezTo>
                    <a:pt x="1067824" y="74895"/>
                    <a:pt x="1067824" y="74895"/>
                    <a:pt x="1068693" y="75577"/>
                  </a:cubicBezTo>
                  <a:cubicBezTo>
                    <a:pt x="1070912" y="77383"/>
                    <a:pt x="1072102" y="79294"/>
                    <a:pt x="1073669" y="81669"/>
                  </a:cubicBezTo>
                  <a:cubicBezTo>
                    <a:pt x="1074222" y="82084"/>
                    <a:pt x="1074774" y="82498"/>
                    <a:pt x="1075344" y="82925"/>
                  </a:cubicBezTo>
                  <a:cubicBezTo>
                    <a:pt x="1075773" y="83247"/>
                    <a:pt x="1076203" y="83570"/>
                    <a:pt x="1076646" y="83902"/>
                  </a:cubicBezTo>
                  <a:cubicBezTo>
                    <a:pt x="1076646" y="84638"/>
                    <a:pt x="1076646" y="85375"/>
                    <a:pt x="1076646" y="86134"/>
                  </a:cubicBezTo>
                  <a:cubicBezTo>
                    <a:pt x="1077383" y="86380"/>
                    <a:pt x="1078119" y="86625"/>
                    <a:pt x="1078878" y="86878"/>
                  </a:cubicBezTo>
                  <a:cubicBezTo>
                    <a:pt x="1079124" y="87615"/>
                    <a:pt x="1079369" y="88352"/>
                    <a:pt x="1079622" y="89111"/>
                  </a:cubicBezTo>
                  <a:cubicBezTo>
                    <a:pt x="1080359" y="89356"/>
                    <a:pt x="1081096" y="89602"/>
                    <a:pt x="1081855" y="89855"/>
                  </a:cubicBezTo>
                  <a:cubicBezTo>
                    <a:pt x="1082100" y="90592"/>
                    <a:pt x="1082346" y="91328"/>
                    <a:pt x="1082599" y="92087"/>
                  </a:cubicBezTo>
                  <a:cubicBezTo>
                    <a:pt x="1083336" y="92333"/>
                    <a:pt x="1084072" y="92578"/>
                    <a:pt x="1084831" y="92831"/>
                  </a:cubicBezTo>
                  <a:cubicBezTo>
                    <a:pt x="1084831" y="93814"/>
                    <a:pt x="1084831" y="94796"/>
                    <a:pt x="1084831" y="95808"/>
                  </a:cubicBezTo>
                  <a:cubicBezTo>
                    <a:pt x="1085384" y="95900"/>
                    <a:pt x="1085936" y="95992"/>
                    <a:pt x="1086506" y="96087"/>
                  </a:cubicBezTo>
                  <a:cubicBezTo>
                    <a:pt x="1088552" y="96552"/>
                    <a:pt x="1088552" y="96552"/>
                    <a:pt x="1090273" y="98738"/>
                  </a:cubicBezTo>
                  <a:cubicBezTo>
                    <a:pt x="1091529" y="101017"/>
                    <a:pt x="1091529" y="101017"/>
                    <a:pt x="1091529" y="102505"/>
                  </a:cubicBezTo>
                  <a:cubicBezTo>
                    <a:pt x="1092265" y="102751"/>
                    <a:pt x="1093002" y="102996"/>
                    <a:pt x="1093761" y="103249"/>
                  </a:cubicBezTo>
                  <a:cubicBezTo>
                    <a:pt x="1093761" y="103986"/>
                    <a:pt x="1093761" y="104723"/>
                    <a:pt x="1093761" y="105482"/>
                  </a:cubicBezTo>
                  <a:cubicBezTo>
                    <a:pt x="1094737" y="106008"/>
                    <a:pt x="1095733" y="106500"/>
                    <a:pt x="1096738" y="106970"/>
                  </a:cubicBezTo>
                  <a:cubicBezTo>
                    <a:pt x="1098005" y="108203"/>
                    <a:pt x="1098005" y="108203"/>
                    <a:pt x="1099156" y="109575"/>
                  </a:cubicBezTo>
                  <a:cubicBezTo>
                    <a:pt x="1099737" y="110254"/>
                    <a:pt x="1099737" y="110254"/>
                    <a:pt x="1100330" y="110947"/>
                  </a:cubicBezTo>
                  <a:cubicBezTo>
                    <a:pt x="1101202" y="112179"/>
                    <a:pt x="1101202" y="112179"/>
                    <a:pt x="1101202" y="113667"/>
                  </a:cubicBezTo>
                  <a:cubicBezTo>
                    <a:pt x="1101939" y="113913"/>
                    <a:pt x="1102676" y="114158"/>
                    <a:pt x="1103435" y="114411"/>
                  </a:cubicBezTo>
                  <a:cubicBezTo>
                    <a:pt x="1104636" y="115813"/>
                    <a:pt x="1105738" y="117207"/>
                    <a:pt x="1106830" y="118690"/>
                  </a:cubicBezTo>
                  <a:cubicBezTo>
                    <a:pt x="1107491" y="119568"/>
                    <a:pt x="1108152" y="120446"/>
                    <a:pt x="1108812" y="121324"/>
                  </a:cubicBezTo>
                  <a:cubicBezTo>
                    <a:pt x="1109151" y="121778"/>
                    <a:pt x="1109490" y="122232"/>
                    <a:pt x="1109839" y="122699"/>
                  </a:cubicBezTo>
                  <a:cubicBezTo>
                    <a:pt x="1111517" y="124942"/>
                    <a:pt x="1113219" y="127165"/>
                    <a:pt x="1114923" y="129387"/>
                  </a:cubicBezTo>
                  <a:cubicBezTo>
                    <a:pt x="1115230" y="129792"/>
                    <a:pt x="1115537" y="130196"/>
                    <a:pt x="1115853" y="130613"/>
                  </a:cubicBezTo>
                  <a:cubicBezTo>
                    <a:pt x="1117044" y="132171"/>
                    <a:pt x="1118214" y="133659"/>
                    <a:pt x="1119623" y="135026"/>
                  </a:cubicBezTo>
                  <a:cubicBezTo>
                    <a:pt x="1120550" y="135992"/>
                    <a:pt x="1120550" y="135992"/>
                    <a:pt x="1120922" y="137945"/>
                  </a:cubicBezTo>
                  <a:cubicBezTo>
                    <a:pt x="1121106" y="138820"/>
                    <a:pt x="1121106" y="138820"/>
                    <a:pt x="1121294" y="139712"/>
                  </a:cubicBezTo>
                  <a:cubicBezTo>
                    <a:pt x="1122031" y="139958"/>
                    <a:pt x="1122768" y="140203"/>
                    <a:pt x="1123527" y="140456"/>
                  </a:cubicBezTo>
                  <a:cubicBezTo>
                    <a:pt x="1123775" y="141449"/>
                    <a:pt x="1124023" y="142441"/>
                    <a:pt x="1124271" y="143433"/>
                  </a:cubicBezTo>
                  <a:cubicBezTo>
                    <a:pt x="1125008" y="143678"/>
                    <a:pt x="1125744" y="143924"/>
                    <a:pt x="1126503" y="144177"/>
                  </a:cubicBezTo>
                  <a:cubicBezTo>
                    <a:pt x="1126503" y="144914"/>
                    <a:pt x="1126503" y="145650"/>
                    <a:pt x="1126503" y="146409"/>
                  </a:cubicBezTo>
                  <a:cubicBezTo>
                    <a:pt x="1127880" y="147191"/>
                    <a:pt x="1127880" y="147191"/>
                    <a:pt x="1129480" y="147898"/>
                  </a:cubicBezTo>
                  <a:cubicBezTo>
                    <a:pt x="1131733" y="149650"/>
                    <a:pt x="1131952" y="151111"/>
                    <a:pt x="1132456" y="153851"/>
                  </a:cubicBezTo>
                  <a:cubicBezTo>
                    <a:pt x="1132948" y="154096"/>
                    <a:pt x="1133439" y="154342"/>
                    <a:pt x="1133945" y="154595"/>
                  </a:cubicBezTo>
                  <a:cubicBezTo>
                    <a:pt x="1134190" y="155332"/>
                    <a:pt x="1134436" y="156068"/>
                    <a:pt x="1134689" y="156827"/>
                  </a:cubicBezTo>
                  <a:cubicBezTo>
                    <a:pt x="1135180" y="157073"/>
                    <a:pt x="1135671" y="157319"/>
                    <a:pt x="1136177" y="157572"/>
                  </a:cubicBezTo>
                  <a:cubicBezTo>
                    <a:pt x="1136285" y="158186"/>
                    <a:pt x="1136392" y="158799"/>
                    <a:pt x="1136503" y="159432"/>
                  </a:cubicBezTo>
                  <a:cubicBezTo>
                    <a:pt x="1136641" y="160046"/>
                    <a:pt x="1136779" y="160660"/>
                    <a:pt x="1136921" y="161292"/>
                  </a:cubicBezTo>
                  <a:cubicBezTo>
                    <a:pt x="1137658" y="161538"/>
                    <a:pt x="1138395" y="161783"/>
                    <a:pt x="1139154" y="162036"/>
                  </a:cubicBezTo>
                  <a:cubicBezTo>
                    <a:pt x="1139399" y="162773"/>
                    <a:pt x="1139645" y="163510"/>
                    <a:pt x="1139898" y="164269"/>
                  </a:cubicBezTo>
                  <a:cubicBezTo>
                    <a:pt x="1140634" y="164760"/>
                    <a:pt x="1141371" y="165251"/>
                    <a:pt x="1142130" y="165757"/>
                  </a:cubicBezTo>
                  <a:cubicBezTo>
                    <a:pt x="1142376" y="166494"/>
                    <a:pt x="1142621" y="167231"/>
                    <a:pt x="1142874" y="167990"/>
                  </a:cubicBezTo>
                  <a:cubicBezTo>
                    <a:pt x="1143243" y="168327"/>
                    <a:pt x="1143611" y="168665"/>
                    <a:pt x="1143991" y="169013"/>
                  </a:cubicBezTo>
                  <a:cubicBezTo>
                    <a:pt x="1145107" y="170222"/>
                    <a:pt x="1145107" y="170222"/>
                    <a:pt x="1145479" y="172175"/>
                  </a:cubicBezTo>
                  <a:cubicBezTo>
                    <a:pt x="1145663" y="173050"/>
                    <a:pt x="1145663" y="173050"/>
                    <a:pt x="1145851" y="173943"/>
                  </a:cubicBezTo>
                  <a:cubicBezTo>
                    <a:pt x="1146588" y="174188"/>
                    <a:pt x="1147324" y="174434"/>
                    <a:pt x="1148083" y="174687"/>
                  </a:cubicBezTo>
                  <a:cubicBezTo>
                    <a:pt x="1148083" y="175669"/>
                    <a:pt x="1148083" y="176651"/>
                    <a:pt x="1148083" y="177663"/>
                  </a:cubicBezTo>
                  <a:cubicBezTo>
                    <a:pt x="1148820" y="177663"/>
                    <a:pt x="1149557" y="177663"/>
                    <a:pt x="1150316" y="177663"/>
                  </a:cubicBezTo>
                  <a:cubicBezTo>
                    <a:pt x="1151060" y="179291"/>
                    <a:pt x="1151060" y="179291"/>
                    <a:pt x="1151804" y="181384"/>
                  </a:cubicBezTo>
                  <a:cubicBezTo>
                    <a:pt x="1153174" y="184111"/>
                    <a:pt x="1153174" y="184111"/>
                    <a:pt x="1155525" y="185849"/>
                  </a:cubicBezTo>
                  <a:cubicBezTo>
                    <a:pt x="1156285" y="187079"/>
                    <a:pt x="1157025" y="188322"/>
                    <a:pt x="1157757" y="189570"/>
                  </a:cubicBezTo>
                  <a:cubicBezTo>
                    <a:pt x="1158421" y="190440"/>
                    <a:pt x="1159088" y="191308"/>
                    <a:pt x="1159757" y="192174"/>
                  </a:cubicBezTo>
                  <a:cubicBezTo>
                    <a:pt x="1161401" y="194408"/>
                    <a:pt x="1161642" y="195702"/>
                    <a:pt x="1161478" y="198499"/>
                  </a:cubicBezTo>
                  <a:cubicBezTo>
                    <a:pt x="1162215" y="198745"/>
                    <a:pt x="1162951" y="198990"/>
                    <a:pt x="1163710" y="199243"/>
                  </a:cubicBezTo>
                  <a:cubicBezTo>
                    <a:pt x="1163958" y="200484"/>
                    <a:pt x="1164206" y="201724"/>
                    <a:pt x="1164454" y="202964"/>
                  </a:cubicBezTo>
                  <a:cubicBezTo>
                    <a:pt x="1165191" y="203210"/>
                    <a:pt x="1165928" y="203455"/>
                    <a:pt x="1166687" y="203708"/>
                  </a:cubicBezTo>
                  <a:cubicBezTo>
                    <a:pt x="1167209" y="204938"/>
                    <a:pt x="1167706" y="206178"/>
                    <a:pt x="1168175" y="207429"/>
                  </a:cubicBezTo>
                  <a:cubicBezTo>
                    <a:pt x="1168666" y="207675"/>
                    <a:pt x="1169157" y="207920"/>
                    <a:pt x="1169663" y="208173"/>
                  </a:cubicBezTo>
                  <a:cubicBezTo>
                    <a:pt x="1169911" y="209413"/>
                    <a:pt x="1170159" y="210654"/>
                    <a:pt x="1170408" y="211894"/>
                  </a:cubicBezTo>
                  <a:cubicBezTo>
                    <a:pt x="1170899" y="212139"/>
                    <a:pt x="1171390" y="212385"/>
                    <a:pt x="1171896" y="212638"/>
                  </a:cubicBezTo>
                  <a:cubicBezTo>
                    <a:pt x="1172392" y="213878"/>
                    <a:pt x="1172888" y="215118"/>
                    <a:pt x="1173384" y="216359"/>
                  </a:cubicBezTo>
                  <a:cubicBezTo>
                    <a:pt x="1173875" y="216604"/>
                    <a:pt x="1174366" y="216850"/>
                    <a:pt x="1174872" y="217103"/>
                  </a:cubicBezTo>
                  <a:cubicBezTo>
                    <a:pt x="1175175" y="218830"/>
                    <a:pt x="1175426" y="220568"/>
                    <a:pt x="1175617" y="222312"/>
                  </a:cubicBezTo>
                  <a:cubicBezTo>
                    <a:pt x="1176353" y="222312"/>
                    <a:pt x="1177090" y="222312"/>
                    <a:pt x="1177849" y="222312"/>
                  </a:cubicBezTo>
                  <a:cubicBezTo>
                    <a:pt x="1178116" y="223548"/>
                    <a:pt x="1178362" y="224789"/>
                    <a:pt x="1178593" y="226033"/>
                  </a:cubicBezTo>
                  <a:cubicBezTo>
                    <a:pt x="1179322" y="226792"/>
                    <a:pt x="1180066" y="227537"/>
                    <a:pt x="1180826" y="228265"/>
                  </a:cubicBezTo>
                  <a:cubicBezTo>
                    <a:pt x="1181087" y="229254"/>
                    <a:pt x="1181337" y="230246"/>
                    <a:pt x="1181570" y="231242"/>
                  </a:cubicBezTo>
                  <a:cubicBezTo>
                    <a:pt x="1182061" y="231487"/>
                    <a:pt x="1182552" y="231733"/>
                    <a:pt x="1183058" y="231986"/>
                  </a:cubicBezTo>
                  <a:cubicBezTo>
                    <a:pt x="1183165" y="232722"/>
                    <a:pt x="1183273" y="233459"/>
                    <a:pt x="1183383" y="234218"/>
                  </a:cubicBezTo>
                  <a:cubicBezTo>
                    <a:pt x="1183522" y="234955"/>
                    <a:pt x="1183660" y="235691"/>
                    <a:pt x="1183802" y="236450"/>
                  </a:cubicBezTo>
                  <a:cubicBezTo>
                    <a:pt x="1184539" y="236696"/>
                    <a:pt x="1185275" y="236942"/>
                    <a:pt x="1186035" y="237195"/>
                  </a:cubicBezTo>
                  <a:cubicBezTo>
                    <a:pt x="1186549" y="238677"/>
                    <a:pt x="1187046" y="240165"/>
                    <a:pt x="1187523" y="241659"/>
                  </a:cubicBezTo>
                  <a:cubicBezTo>
                    <a:pt x="1188014" y="241659"/>
                    <a:pt x="1188505" y="241659"/>
                    <a:pt x="1189011" y="241659"/>
                  </a:cubicBezTo>
                  <a:cubicBezTo>
                    <a:pt x="1189149" y="242926"/>
                    <a:pt x="1189149" y="242926"/>
                    <a:pt x="1189290" y="244217"/>
                  </a:cubicBezTo>
                  <a:cubicBezTo>
                    <a:pt x="1189444" y="245092"/>
                    <a:pt x="1189597" y="245967"/>
                    <a:pt x="1189755" y="246868"/>
                  </a:cubicBezTo>
                  <a:cubicBezTo>
                    <a:pt x="1190246" y="247114"/>
                    <a:pt x="1190737" y="247360"/>
                    <a:pt x="1191243" y="247613"/>
                  </a:cubicBezTo>
                  <a:cubicBezTo>
                    <a:pt x="1191547" y="249340"/>
                    <a:pt x="1191797" y="251078"/>
                    <a:pt x="1191988" y="252822"/>
                  </a:cubicBezTo>
                  <a:cubicBezTo>
                    <a:pt x="1192724" y="252822"/>
                    <a:pt x="1193461" y="252822"/>
                    <a:pt x="1194220" y="252822"/>
                  </a:cubicBezTo>
                  <a:cubicBezTo>
                    <a:pt x="1194297" y="253528"/>
                    <a:pt x="1194374" y="254234"/>
                    <a:pt x="1194453" y="254961"/>
                  </a:cubicBezTo>
                  <a:cubicBezTo>
                    <a:pt x="1194730" y="257503"/>
                    <a:pt x="1194730" y="257503"/>
                    <a:pt x="1197197" y="258775"/>
                  </a:cubicBezTo>
                  <a:cubicBezTo>
                    <a:pt x="1197469" y="260259"/>
                    <a:pt x="1197718" y="261747"/>
                    <a:pt x="1197941" y="263240"/>
                  </a:cubicBezTo>
                  <a:cubicBezTo>
                    <a:pt x="1198432" y="263485"/>
                    <a:pt x="1198923" y="263731"/>
                    <a:pt x="1199429" y="263984"/>
                  </a:cubicBezTo>
                  <a:cubicBezTo>
                    <a:pt x="1199871" y="265955"/>
                    <a:pt x="1199981" y="267922"/>
                    <a:pt x="1200173" y="269937"/>
                  </a:cubicBezTo>
                  <a:cubicBezTo>
                    <a:pt x="1200910" y="269937"/>
                    <a:pt x="1201647" y="269937"/>
                    <a:pt x="1202406" y="269937"/>
                  </a:cubicBezTo>
                  <a:cubicBezTo>
                    <a:pt x="1202930" y="271665"/>
                    <a:pt x="1203427" y="273401"/>
                    <a:pt x="1203894" y="275146"/>
                  </a:cubicBezTo>
                  <a:cubicBezTo>
                    <a:pt x="1204385" y="275146"/>
                    <a:pt x="1204876" y="275146"/>
                    <a:pt x="1205382" y="275146"/>
                  </a:cubicBezTo>
                  <a:cubicBezTo>
                    <a:pt x="1205527" y="276672"/>
                    <a:pt x="1205673" y="278198"/>
                    <a:pt x="1205818" y="279724"/>
                  </a:cubicBezTo>
                  <a:cubicBezTo>
                    <a:pt x="1205920" y="280178"/>
                    <a:pt x="1206022" y="280631"/>
                    <a:pt x="1206126" y="281099"/>
                  </a:cubicBezTo>
                  <a:cubicBezTo>
                    <a:pt x="1206617" y="281344"/>
                    <a:pt x="1207109" y="281590"/>
                    <a:pt x="1207615" y="281843"/>
                  </a:cubicBezTo>
                  <a:cubicBezTo>
                    <a:pt x="1207722" y="282687"/>
                    <a:pt x="1207829" y="283531"/>
                    <a:pt x="1207940" y="284401"/>
                  </a:cubicBezTo>
                  <a:cubicBezTo>
                    <a:pt x="1208078" y="285276"/>
                    <a:pt x="1208216" y="286151"/>
                    <a:pt x="1208359" y="287052"/>
                  </a:cubicBezTo>
                  <a:cubicBezTo>
                    <a:pt x="1209095" y="287543"/>
                    <a:pt x="1209832" y="288034"/>
                    <a:pt x="1210591" y="288540"/>
                  </a:cubicBezTo>
                  <a:cubicBezTo>
                    <a:pt x="1210714" y="289415"/>
                    <a:pt x="1210837" y="290290"/>
                    <a:pt x="1210963" y="291191"/>
                  </a:cubicBezTo>
                  <a:cubicBezTo>
                    <a:pt x="1211147" y="292458"/>
                    <a:pt x="1211147" y="292458"/>
                    <a:pt x="1211335" y="293749"/>
                  </a:cubicBezTo>
                  <a:cubicBezTo>
                    <a:pt x="1212072" y="293995"/>
                    <a:pt x="1212809" y="294240"/>
                    <a:pt x="1213568" y="294493"/>
                  </a:cubicBezTo>
                  <a:cubicBezTo>
                    <a:pt x="1213786" y="296682"/>
                    <a:pt x="1213786" y="296682"/>
                    <a:pt x="1213707" y="299377"/>
                  </a:cubicBezTo>
                  <a:cubicBezTo>
                    <a:pt x="1213687" y="300268"/>
                    <a:pt x="1213667" y="301159"/>
                    <a:pt x="1213646" y="302077"/>
                  </a:cubicBezTo>
                  <a:cubicBezTo>
                    <a:pt x="1213620" y="302767"/>
                    <a:pt x="1213594" y="303457"/>
                    <a:pt x="1213568" y="304167"/>
                  </a:cubicBezTo>
                  <a:cubicBezTo>
                    <a:pt x="1212842" y="304170"/>
                    <a:pt x="1212117" y="304173"/>
                    <a:pt x="1211369" y="304176"/>
                  </a:cubicBezTo>
                  <a:cubicBezTo>
                    <a:pt x="1204547" y="304203"/>
                    <a:pt x="1197725" y="304246"/>
                    <a:pt x="1190903" y="304304"/>
                  </a:cubicBezTo>
                  <a:cubicBezTo>
                    <a:pt x="1187395" y="304334"/>
                    <a:pt x="1183887" y="304357"/>
                    <a:pt x="1180380" y="304369"/>
                  </a:cubicBezTo>
                  <a:cubicBezTo>
                    <a:pt x="1176997" y="304380"/>
                    <a:pt x="1173615" y="304406"/>
                    <a:pt x="1170233" y="304441"/>
                  </a:cubicBezTo>
                  <a:cubicBezTo>
                    <a:pt x="1168939" y="304452"/>
                    <a:pt x="1167646" y="304458"/>
                    <a:pt x="1166353" y="304459"/>
                  </a:cubicBezTo>
                  <a:cubicBezTo>
                    <a:pt x="1164547" y="304461"/>
                    <a:pt x="1162743" y="304481"/>
                    <a:pt x="1160937" y="304505"/>
                  </a:cubicBezTo>
                  <a:cubicBezTo>
                    <a:pt x="1160397" y="304501"/>
                    <a:pt x="1159857" y="304498"/>
                    <a:pt x="1159301" y="304494"/>
                  </a:cubicBezTo>
                  <a:cubicBezTo>
                    <a:pt x="1157674" y="304492"/>
                    <a:pt x="1157674" y="304492"/>
                    <a:pt x="1155525" y="304911"/>
                  </a:cubicBezTo>
                  <a:cubicBezTo>
                    <a:pt x="1155263" y="305900"/>
                    <a:pt x="1155015" y="306893"/>
                    <a:pt x="1154781" y="307888"/>
                  </a:cubicBezTo>
                  <a:cubicBezTo>
                    <a:pt x="1152629" y="308274"/>
                    <a:pt x="1152629" y="308274"/>
                    <a:pt x="1149710" y="308294"/>
                  </a:cubicBezTo>
                  <a:cubicBezTo>
                    <a:pt x="1149180" y="308302"/>
                    <a:pt x="1148650" y="308310"/>
                    <a:pt x="1148104" y="308318"/>
                  </a:cubicBezTo>
                  <a:cubicBezTo>
                    <a:pt x="1146344" y="308340"/>
                    <a:pt x="1144585" y="308341"/>
                    <a:pt x="1142825" y="308341"/>
                  </a:cubicBezTo>
                  <a:cubicBezTo>
                    <a:pt x="1141608" y="308353"/>
                    <a:pt x="1140391" y="308365"/>
                    <a:pt x="1139174" y="308379"/>
                  </a:cubicBezTo>
                  <a:cubicBezTo>
                    <a:pt x="1135965" y="308411"/>
                    <a:pt x="1132757" y="308426"/>
                    <a:pt x="1129548" y="308437"/>
                  </a:cubicBezTo>
                  <a:cubicBezTo>
                    <a:pt x="1126276" y="308452"/>
                    <a:pt x="1123004" y="308483"/>
                    <a:pt x="1119732" y="308513"/>
                  </a:cubicBezTo>
                  <a:cubicBezTo>
                    <a:pt x="1113307" y="308569"/>
                    <a:pt x="1106883" y="308606"/>
                    <a:pt x="1100458" y="308632"/>
                  </a:cubicBezTo>
                  <a:cubicBezTo>
                    <a:pt x="1100458" y="309369"/>
                    <a:pt x="1100458" y="310106"/>
                    <a:pt x="1100458" y="310865"/>
                  </a:cubicBezTo>
                  <a:cubicBezTo>
                    <a:pt x="1097985" y="311632"/>
                    <a:pt x="1095556" y="311707"/>
                    <a:pt x="1092980" y="311726"/>
                  </a:cubicBezTo>
                  <a:cubicBezTo>
                    <a:pt x="1092253" y="311734"/>
                    <a:pt x="1091525" y="311741"/>
                    <a:pt x="1090776" y="311749"/>
                  </a:cubicBezTo>
                  <a:cubicBezTo>
                    <a:pt x="1089612" y="311757"/>
                    <a:pt x="1089612" y="311757"/>
                    <a:pt x="1088424" y="311766"/>
                  </a:cubicBezTo>
                  <a:cubicBezTo>
                    <a:pt x="1086778" y="311787"/>
                    <a:pt x="1085132" y="311808"/>
                    <a:pt x="1083486" y="311830"/>
                  </a:cubicBezTo>
                  <a:cubicBezTo>
                    <a:pt x="1080892" y="311860"/>
                    <a:pt x="1078299" y="311888"/>
                    <a:pt x="1075705" y="311907"/>
                  </a:cubicBezTo>
                  <a:cubicBezTo>
                    <a:pt x="1073201" y="311928"/>
                    <a:pt x="1070697" y="311962"/>
                    <a:pt x="1068193" y="311998"/>
                  </a:cubicBezTo>
                  <a:cubicBezTo>
                    <a:pt x="1067020" y="312002"/>
                    <a:pt x="1067020" y="312002"/>
                    <a:pt x="1065823" y="312006"/>
                  </a:cubicBezTo>
                  <a:cubicBezTo>
                    <a:pt x="1064746" y="312024"/>
                    <a:pt x="1064746" y="312024"/>
                    <a:pt x="1063647" y="312043"/>
                  </a:cubicBezTo>
                  <a:cubicBezTo>
                    <a:pt x="1063012" y="312049"/>
                    <a:pt x="1062378" y="312055"/>
                    <a:pt x="1061723" y="312061"/>
                  </a:cubicBezTo>
                  <a:cubicBezTo>
                    <a:pt x="1061245" y="312157"/>
                    <a:pt x="1060767" y="312254"/>
                    <a:pt x="1060275" y="312353"/>
                  </a:cubicBezTo>
                  <a:cubicBezTo>
                    <a:pt x="1060029" y="313090"/>
                    <a:pt x="1059784" y="313826"/>
                    <a:pt x="1059531" y="314585"/>
                  </a:cubicBezTo>
                  <a:cubicBezTo>
                    <a:pt x="1058198" y="314854"/>
                    <a:pt x="1058198" y="314854"/>
                    <a:pt x="1056440" y="314839"/>
                  </a:cubicBezTo>
                  <a:cubicBezTo>
                    <a:pt x="1055785" y="314839"/>
                    <a:pt x="1055130" y="314838"/>
                    <a:pt x="1054454" y="314838"/>
                  </a:cubicBezTo>
                  <a:cubicBezTo>
                    <a:pt x="1053386" y="314821"/>
                    <a:pt x="1053386" y="314821"/>
                    <a:pt x="1052296" y="314803"/>
                  </a:cubicBezTo>
                  <a:cubicBezTo>
                    <a:pt x="1051570" y="314800"/>
                    <a:pt x="1050844" y="314797"/>
                    <a:pt x="1050096" y="314794"/>
                  </a:cubicBezTo>
                  <a:cubicBezTo>
                    <a:pt x="1047768" y="314781"/>
                    <a:pt x="1045441" y="314753"/>
                    <a:pt x="1043113" y="314725"/>
                  </a:cubicBezTo>
                  <a:cubicBezTo>
                    <a:pt x="1041539" y="314714"/>
                    <a:pt x="1039965" y="314703"/>
                    <a:pt x="1038391" y="314694"/>
                  </a:cubicBezTo>
                  <a:cubicBezTo>
                    <a:pt x="1034523" y="314670"/>
                    <a:pt x="1030656" y="314632"/>
                    <a:pt x="1026788" y="314585"/>
                  </a:cubicBezTo>
                  <a:cubicBezTo>
                    <a:pt x="1026788" y="315813"/>
                    <a:pt x="1026788" y="317041"/>
                    <a:pt x="1026788" y="318306"/>
                  </a:cubicBezTo>
                  <a:cubicBezTo>
                    <a:pt x="1025476" y="318322"/>
                    <a:pt x="1025476" y="318322"/>
                    <a:pt x="1024136" y="318339"/>
                  </a:cubicBezTo>
                  <a:cubicBezTo>
                    <a:pt x="1020900" y="318382"/>
                    <a:pt x="1017665" y="318439"/>
                    <a:pt x="1014430" y="318501"/>
                  </a:cubicBezTo>
                  <a:cubicBezTo>
                    <a:pt x="1013027" y="318526"/>
                    <a:pt x="1011625" y="318547"/>
                    <a:pt x="1010222" y="318564"/>
                  </a:cubicBezTo>
                  <a:cubicBezTo>
                    <a:pt x="1008211" y="318589"/>
                    <a:pt x="1006199" y="318628"/>
                    <a:pt x="1004188" y="318669"/>
                  </a:cubicBezTo>
                  <a:cubicBezTo>
                    <a:pt x="1003242" y="318676"/>
                    <a:pt x="1003242" y="318676"/>
                    <a:pt x="1002276" y="318684"/>
                  </a:cubicBezTo>
                  <a:cubicBezTo>
                    <a:pt x="1000346" y="318706"/>
                    <a:pt x="1000346" y="318706"/>
                    <a:pt x="997767" y="319050"/>
                  </a:cubicBezTo>
                  <a:cubicBezTo>
                    <a:pt x="997521" y="319787"/>
                    <a:pt x="997276" y="320524"/>
                    <a:pt x="997023" y="321283"/>
                  </a:cubicBezTo>
                  <a:cubicBezTo>
                    <a:pt x="995169" y="321531"/>
                    <a:pt x="993490" y="321629"/>
                    <a:pt x="991631" y="321637"/>
                  </a:cubicBezTo>
                  <a:cubicBezTo>
                    <a:pt x="990820" y="321655"/>
                    <a:pt x="990820" y="321655"/>
                    <a:pt x="989993" y="321672"/>
                  </a:cubicBezTo>
                  <a:cubicBezTo>
                    <a:pt x="988259" y="321708"/>
                    <a:pt x="986525" y="321728"/>
                    <a:pt x="984791" y="321748"/>
                  </a:cubicBezTo>
                  <a:cubicBezTo>
                    <a:pt x="983060" y="321775"/>
                    <a:pt x="981328" y="321805"/>
                    <a:pt x="979597" y="321839"/>
                  </a:cubicBezTo>
                  <a:cubicBezTo>
                    <a:pt x="978518" y="321859"/>
                    <a:pt x="977439" y="321875"/>
                    <a:pt x="976360" y="321886"/>
                  </a:cubicBezTo>
                  <a:cubicBezTo>
                    <a:pt x="973576" y="321889"/>
                    <a:pt x="973576" y="321889"/>
                    <a:pt x="970978" y="322771"/>
                  </a:cubicBezTo>
                  <a:cubicBezTo>
                    <a:pt x="970978" y="323507"/>
                    <a:pt x="970978" y="324244"/>
                    <a:pt x="970978" y="325003"/>
                  </a:cubicBezTo>
                  <a:cubicBezTo>
                    <a:pt x="969902" y="324980"/>
                    <a:pt x="969902" y="324980"/>
                    <a:pt x="968804" y="324956"/>
                  </a:cubicBezTo>
                  <a:cubicBezTo>
                    <a:pt x="966151" y="324902"/>
                    <a:pt x="963498" y="324868"/>
                    <a:pt x="960845" y="324840"/>
                  </a:cubicBezTo>
                  <a:cubicBezTo>
                    <a:pt x="959695" y="324825"/>
                    <a:pt x="958545" y="324804"/>
                    <a:pt x="957395" y="324779"/>
                  </a:cubicBezTo>
                  <a:cubicBezTo>
                    <a:pt x="955746" y="324743"/>
                    <a:pt x="954097" y="324726"/>
                    <a:pt x="952447" y="324713"/>
                  </a:cubicBezTo>
                  <a:cubicBezTo>
                    <a:pt x="951930" y="324697"/>
                    <a:pt x="951413" y="324682"/>
                    <a:pt x="950880" y="324666"/>
                  </a:cubicBezTo>
                  <a:cubicBezTo>
                    <a:pt x="949291" y="324630"/>
                    <a:pt x="949291" y="324630"/>
                    <a:pt x="947165" y="325003"/>
                  </a:cubicBezTo>
                  <a:cubicBezTo>
                    <a:pt x="946883" y="325986"/>
                    <a:pt x="946634" y="326980"/>
                    <a:pt x="946421" y="327980"/>
                  </a:cubicBezTo>
                  <a:cubicBezTo>
                    <a:pt x="944516" y="328339"/>
                    <a:pt x="944516" y="328339"/>
                    <a:pt x="942006" y="328329"/>
                  </a:cubicBezTo>
                  <a:cubicBezTo>
                    <a:pt x="941108" y="328339"/>
                    <a:pt x="940211" y="328350"/>
                    <a:pt x="939286" y="328361"/>
                  </a:cubicBezTo>
                  <a:cubicBezTo>
                    <a:pt x="937380" y="328355"/>
                    <a:pt x="935473" y="328349"/>
                    <a:pt x="933566" y="328343"/>
                  </a:cubicBezTo>
                  <a:cubicBezTo>
                    <a:pt x="932668" y="328354"/>
                    <a:pt x="931769" y="328364"/>
                    <a:pt x="930844" y="328375"/>
                  </a:cubicBezTo>
                  <a:cubicBezTo>
                    <a:pt x="930014" y="328372"/>
                    <a:pt x="929185" y="328368"/>
                    <a:pt x="928331" y="328365"/>
                  </a:cubicBezTo>
                  <a:cubicBezTo>
                    <a:pt x="927670" y="328483"/>
                    <a:pt x="927010" y="328602"/>
                    <a:pt x="926329" y="328724"/>
                  </a:cubicBezTo>
                  <a:cubicBezTo>
                    <a:pt x="925966" y="329461"/>
                    <a:pt x="925966" y="329461"/>
                    <a:pt x="925595" y="330212"/>
                  </a:cubicBezTo>
                  <a:cubicBezTo>
                    <a:pt x="925222" y="330949"/>
                    <a:pt x="925222" y="330949"/>
                    <a:pt x="924841" y="331700"/>
                  </a:cubicBezTo>
                  <a:cubicBezTo>
                    <a:pt x="922771" y="332059"/>
                    <a:pt x="922771" y="332059"/>
                    <a:pt x="920164" y="332049"/>
                  </a:cubicBezTo>
                  <a:cubicBezTo>
                    <a:pt x="919232" y="332060"/>
                    <a:pt x="918300" y="332070"/>
                    <a:pt x="917340" y="332081"/>
                  </a:cubicBezTo>
                  <a:cubicBezTo>
                    <a:pt x="916362" y="332078"/>
                    <a:pt x="915384" y="332076"/>
                    <a:pt x="914377" y="332073"/>
                  </a:cubicBezTo>
                  <a:cubicBezTo>
                    <a:pt x="912446" y="332067"/>
                    <a:pt x="910514" y="332074"/>
                    <a:pt x="908583" y="332096"/>
                  </a:cubicBezTo>
                  <a:cubicBezTo>
                    <a:pt x="907294" y="332091"/>
                    <a:pt x="907294" y="332091"/>
                    <a:pt x="905979" y="332086"/>
                  </a:cubicBezTo>
                  <a:cubicBezTo>
                    <a:pt x="905327" y="332204"/>
                    <a:pt x="904676" y="332323"/>
                    <a:pt x="904005" y="332445"/>
                  </a:cubicBezTo>
                  <a:cubicBezTo>
                    <a:pt x="903739" y="333432"/>
                    <a:pt x="903491" y="334425"/>
                    <a:pt x="903261" y="335421"/>
                  </a:cubicBezTo>
                  <a:cubicBezTo>
                    <a:pt x="901469" y="335827"/>
                    <a:pt x="901469" y="335827"/>
                    <a:pt x="899119" y="335875"/>
                  </a:cubicBezTo>
                  <a:cubicBezTo>
                    <a:pt x="898282" y="335899"/>
                    <a:pt x="897445" y="335923"/>
                    <a:pt x="896583" y="335947"/>
                  </a:cubicBezTo>
                  <a:cubicBezTo>
                    <a:pt x="895702" y="335958"/>
                    <a:pt x="894821" y="335968"/>
                    <a:pt x="893913" y="335979"/>
                  </a:cubicBezTo>
                  <a:cubicBezTo>
                    <a:pt x="892587" y="336012"/>
                    <a:pt x="892587" y="336012"/>
                    <a:pt x="891234" y="336046"/>
                  </a:cubicBezTo>
                  <a:cubicBezTo>
                    <a:pt x="889042" y="336099"/>
                    <a:pt x="886850" y="336138"/>
                    <a:pt x="884658" y="336165"/>
                  </a:cubicBezTo>
                  <a:cubicBezTo>
                    <a:pt x="884658" y="336902"/>
                    <a:pt x="884658" y="337639"/>
                    <a:pt x="884658" y="338398"/>
                  </a:cubicBezTo>
                  <a:cubicBezTo>
                    <a:pt x="884147" y="338416"/>
                    <a:pt x="883636" y="338435"/>
                    <a:pt x="883110" y="338454"/>
                  </a:cubicBezTo>
                  <a:cubicBezTo>
                    <a:pt x="880804" y="338540"/>
                    <a:pt x="878499" y="338632"/>
                    <a:pt x="876193" y="338723"/>
                  </a:cubicBezTo>
                  <a:cubicBezTo>
                    <a:pt x="875389" y="338753"/>
                    <a:pt x="874585" y="338782"/>
                    <a:pt x="873757" y="338812"/>
                  </a:cubicBezTo>
                  <a:cubicBezTo>
                    <a:pt x="872990" y="338843"/>
                    <a:pt x="872222" y="338874"/>
                    <a:pt x="871432" y="338906"/>
                  </a:cubicBezTo>
                  <a:cubicBezTo>
                    <a:pt x="870722" y="338934"/>
                    <a:pt x="870013" y="338961"/>
                    <a:pt x="869282" y="338989"/>
                  </a:cubicBezTo>
                  <a:cubicBezTo>
                    <a:pt x="867526" y="339036"/>
                    <a:pt x="867526" y="339036"/>
                    <a:pt x="866054" y="339886"/>
                  </a:cubicBezTo>
                  <a:cubicBezTo>
                    <a:pt x="866054" y="340623"/>
                    <a:pt x="866054" y="341359"/>
                    <a:pt x="866054" y="342118"/>
                  </a:cubicBezTo>
                  <a:cubicBezTo>
                    <a:pt x="865282" y="342135"/>
                    <a:pt x="865282" y="342135"/>
                    <a:pt x="864495" y="342151"/>
                  </a:cubicBezTo>
                  <a:cubicBezTo>
                    <a:pt x="862177" y="342207"/>
                    <a:pt x="859860" y="342279"/>
                    <a:pt x="857543" y="342351"/>
                  </a:cubicBezTo>
                  <a:cubicBezTo>
                    <a:pt x="856733" y="342368"/>
                    <a:pt x="855923" y="342385"/>
                    <a:pt x="855088" y="342402"/>
                  </a:cubicBezTo>
                  <a:cubicBezTo>
                    <a:pt x="853933" y="342441"/>
                    <a:pt x="853933" y="342441"/>
                    <a:pt x="852755" y="342482"/>
                  </a:cubicBezTo>
                  <a:cubicBezTo>
                    <a:pt x="852042" y="342501"/>
                    <a:pt x="851329" y="342521"/>
                    <a:pt x="850594" y="342541"/>
                  </a:cubicBezTo>
                  <a:cubicBezTo>
                    <a:pt x="850048" y="342647"/>
                    <a:pt x="849502" y="342753"/>
                    <a:pt x="848939" y="342863"/>
                  </a:cubicBezTo>
                  <a:cubicBezTo>
                    <a:pt x="848693" y="343599"/>
                    <a:pt x="848448" y="344336"/>
                    <a:pt x="848195" y="345095"/>
                  </a:cubicBezTo>
                  <a:cubicBezTo>
                    <a:pt x="846768" y="345370"/>
                    <a:pt x="846768" y="345370"/>
                    <a:pt x="844919" y="345371"/>
                  </a:cubicBezTo>
                  <a:cubicBezTo>
                    <a:pt x="844256" y="345384"/>
                    <a:pt x="843594" y="345397"/>
                    <a:pt x="842912" y="345410"/>
                  </a:cubicBezTo>
                  <a:cubicBezTo>
                    <a:pt x="841507" y="345417"/>
                    <a:pt x="840102" y="345421"/>
                    <a:pt x="838697" y="345422"/>
                  </a:cubicBezTo>
                  <a:cubicBezTo>
                    <a:pt x="838033" y="345436"/>
                    <a:pt x="837370" y="345450"/>
                    <a:pt x="836687" y="345464"/>
                  </a:cubicBezTo>
                  <a:cubicBezTo>
                    <a:pt x="835770" y="345466"/>
                    <a:pt x="835770" y="345466"/>
                    <a:pt x="834835" y="345468"/>
                  </a:cubicBezTo>
                  <a:cubicBezTo>
                    <a:pt x="834332" y="345591"/>
                    <a:pt x="833830" y="345713"/>
                    <a:pt x="833312" y="345839"/>
                  </a:cubicBezTo>
                  <a:cubicBezTo>
                    <a:pt x="832948" y="346577"/>
                    <a:pt x="832948" y="346577"/>
                    <a:pt x="832578" y="347329"/>
                  </a:cubicBezTo>
                  <a:cubicBezTo>
                    <a:pt x="832329" y="347820"/>
                    <a:pt x="832080" y="348310"/>
                    <a:pt x="831824" y="348816"/>
                  </a:cubicBezTo>
                  <a:cubicBezTo>
                    <a:pt x="830232" y="349175"/>
                    <a:pt x="830232" y="349175"/>
                    <a:pt x="828286" y="349165"/>
                  </a:cubicBezTo>
                  <a:cubicBezTo>
                    <a:pt x="827589" y="349175"/>
                    <a:pt x="826892" y="349186"/>
                    <a:pt x="826174" y="349197"/>
                  </a:cubicBezTo>
                  <a:cubicBezTo>
                    <a:pt x="825080" y="349192"/>
                    <a:pt x="825080" y="349192"/>
                    <a:pt x="823964" y="349188"/>
                  </a:cubicBezTo>
                  <a:cubicBezTo>
                    <a:pt x="822521" y="349182"/>
                    <a:pt x="821078" y="349189"/>
                    <a:pt x="819635" y="349211"/>
                  </a:cubicBezTo>
                  <a:cubicBezTo>
                    <a:pt x="818994" y="349208"/>
                    <a:pt x="818353" y="349204"/>
                    <a:pt x="817692" y="349201"/>
                  </a:cubicBezTo>
                  <a:cubicBezTo>
                    <a:pt x="816952" y="349379"/>
                    <a:pt x="816952" y="349379"/>
                    <a:pt x="816197" y="349560"/>
                  </a:cubicBezTo>
                  <a:cubicBezTo>
                    <a:pt x="815943" y="350551"/>
                    <a:pt x="815695" y="351543"/>
                    <a:pt x="815452" y="352536"/>
                  </a:cubicBezTo>
                  <a:cubicBezTo>
                    <a:pt x="814014" y="352907"/>
                    <a:pt x="814014" y="352907"/>
                    <a:pt x="812150" y="352911"/>
                  </a:cubicBezTo>
                  <a:cubicBezTo>
                    <a:pt x="811152" y="352932"/>
                    <a:pt x="811152" y="352932"/>
                    <a:pt x="810133" y="352954"/>
                  </a:cubicBezTo>
                  <a:cubicBezTo>
                    <a:pt x="809433" y="352954"/>
                    <a:pt x="808732" y="352954"/>
                    <a:pt x="808011" y="352955"/>
                  </a:cubicBezTo>
                  <a:cubicBezTo>
                    <a:pt x="806631" y="352962"/>
                    <a:pt x="805251" y="352978"/>
                    <a:pt x="803872" y="353004"/>
                  </a:cubicBezTo>
                  <a:cubicBezTo>
                    <a:pt x="802949" y="353005"/>
                    <a:pt x="802949" y="353005"/>
                    <a:pt x="802008" y="353006"/>
                  </a:cubicBezTo>
                  <a:cubicBezTo>
                    <a:pt x="801534" y="353097"/>
                    <a:pt x="801059" y="353187"/>
                    <a:pt x="800570" y="353281"/>
                  </a:cubicBezTo>
                  <a:cubicBezTo>
                    <a:pt x="800324" y="354017"/>
                    <a:pt x="800078" y="354754"/>
                    <a:pt x="799825" y="355513"/>
                  </a:cubicBezTo>
                  <a:cubicBezTo>
                    <a:pt x="798523" y="355787"/>
                    <a:pt x="798523" y="355787"/>
                    <a:pt x="796849" y="355789"/>
                  </a:cubicBezTo>
                  <a:cubicBezTo>
                    <a:pt x="796250" y="355802"/>
                    <a:pt x="795652" y="355815"/>
                    <a:pt x="795035" y="355828"/>
                  </a:cubicBezTo>
                  <a:cubicBezTo>
                    <a:pt x="793764" y="355835"/>
                    <a:pt x="792493" y="355839"/>
                    <a:pt x="791221" y="355840"/>
                  </a:cubicBezTo>
                  <a:cubicBezTo>
                    <a:pt x="790623" y="355854"/>
                    <a:pt x="790024" y="355868"/>
                    <a:pt x="789408" y="355882"/>
                  </a:cubicBezTo>
                  <a:cubicBezTo>
                    <a:pt x="788855" y="355884"/>
                    <a:pt x="788302" y="355885"/>
                    <a:pt x="787733" y="355886"/>
                  </a:cubicBezTo>
                  <a:cubicBezTo>
                    <a:pt x="787303" y="356009"/>
                    <a:pt x="786874" y="356131"/>
                    <a:pt x="786431" y="356257"/>
                  </a:cubicBezTo>
                  <a:cubicBezTo>
                    <a:pt x="786258" y="356991"/>
                    <a:pt x="786258" y="356991"/>
                    <a:pt x="786081" y="357740"/>
                  </a:cubicBezTo>
                  <a:cubicBezTo>
                    <a:pt x="785951" y="358233"/>
                    <a:pt x="785821" y="358726"/>
                    <a:pt x="785687" y="359234"/>
                  </a:cubicBezTo>
                  <a:cubicBezTo>
                    <a:pt x="784236" y="359640"/>
                    <a:pt x="784236" y="359640"/>
                    <a:pt x="782359" y="359687"/>
                  </a:cubicBezTo>
                  <a:cubicBezTo>
                    <a:pt x="781689" y="359711"/>
                    <a:pt x="781020" y="359735"/>
                    <a:pt x="780331" y="359760"/>
                  </a:cubicBezTo>
                  <a:cubicBezTo>
                    <a:pt x="779627" y="359770"/>
                    <a:pt x="778924" y="359781"/>
                    <a:pt x="778199" y="359792"/>
                  </a:cubicBezTo>
                  <a:cubicBezTo>
                    <a:pt x="777139" y="359825"/>
                    <a:pt x="777139" y="359825"/>
                    <a:pt x="776058" y="359859"/>
                  </a:cubicBezTo>
                  <a:cubicBezTo>
                    <a:pt x="774307" y="359911"/>
                    <a:pt x="772556" y="359951"/>
                    <a:pt x="770804" y="359978"/>
                  </a:cubicBezTo>
                  <a:cubicBezTo>
                    <a:pt x="770804" y="360715"/>
                    <a:pt x="770804" y="361451"/>
                    <a:pt x="770804" y="362210"/>
                  </a:cubicBezTo>
                  <a:cubicBezTo>
                    <a:pt x="770015" y="362255"/>
                    <a:pt x="769227" y="362300"/>
                    <a:pt x="768415" y="362347"/>
                  </a:cubicBezTo>
                  <a:cubicBezTo>
                    <a:pt x="767382" y="362410"/>
                    <a:pt x="766349" y="362473"/>
                    <a:pt x="765316" y="362536"/>
                  </a:cubicBezTo>
                  <a:cubicBezTo>
                    <a:pt x="764796" y="362565"/>
                    <a:pt x="764276" y="362594"/>
                    <a:pt x="763740" y="362624"/>
                  </a:cubicBezTo>
                  <a:cubicBezTo>
                    <a:pt x="760852" y="362763"/>
                    <a:pt x="760852" y="362763"/>
                    <a:pt x="758154" y="363699"/>
                  </a:cubicBezTo>
                  <a:cubicBezTo>
                    <a:pt x="757908" y="364435"/>
                    <a:pt x="757662" y="365172"/>
                    <a:pt x="757409" y="365931"/>
                  </a:cubicBezTo>
                  <a:cubicBezTo>
                    <a:pt x="754723" y="366200"/>
                    <a:pt x="752111" y="366256"/>
                    <a:pt x="749416" y="366258"/>
                  </a:cubicBezTo>
                  <a:cubicBezTo>
                    <a:pt x="747816" y="366298"/>
                    <a:pt x="746327" y="366348"/>
                    <a:pt x="744759" y="366675"/>
                  </a:cubicBezTo>
                  <a:cubicBezTo>
                    <a:pt x="744001" y="367657"/>
                    <a:pt x="743256" y="368649"/>
                    <a:pt x="742527" y="369652"/>
                  </a:cubicBezTo>
                  <a:cubicBezTo>
                    <a:pt x="740508" y="369872"/>
                    <a:pt x="738808" y="369935"/>
                    <a:pt x="736806" y="369838"/>
                  </a:cubicBezTo>
                  <a:cubicBezTo>
                    <a:pt x="736284" y="369824"/>
                    <a:pt x="735761" y="369811"/>
                    <a:pt x="735223" y="369797"/>
                  </a:cubicBezTo>
                  <a:cubicBezTo>
                    <a:pt x="733937" y="369762"/>
                    <a:pt x="732650" y="369709"/>
                    <a:pt x="731365" y="369652"/>
                  </a:cubicBezTo>
                  <a:cubicBezTo>
                    <a:pt x="731365" y="370634"/>
                    <a:pt x="731365" y="371616"/>
                    <a:pt x="731365" y="372628"/>
                  </a:cubicBezTo>
                  <a:cubicBezTo>
                    <a:pt x="730522" y="372647"/>
                    <a:pt x="729680" y="372667"/>
                    <a:pt x="728812" y="372686"/>
                  </a:cubicBezTo>
                  <a:cubicBezTo>
                    <a:pt x="727710" y="372728"/>
                    <a:pt x="726607" y="372771"/>
                    <a:pt x="725504" y="372814"/>
                  </a:cubicBezTo>
                  <a:cubicBezTo>
                    <a:pt x="724949" y="372825"/>
                    <a:pt x="724394" y="372835"/>
                    <a:pt x="723821" y="372846"/>
                  </a:cubicBezTo>
                  <a:cubicBezTo>
                    <a:pt x="722010" y="372896"/>
                    <a:pt x="722010" y="372896"/>
                    <a:pt x="719458" y="373372"/>
                  </a:cubicBezTo>
                  <a:cubicBezTo>
                    <a:pt x="718951" y="374359"/>
                    <a:pt x="718454" y="375351"/>
                    <a:pt x="717970" y="376349"/>
                  </a:cubicBezTo>
                  <a:cubicBezTo>
                    <a:pt x="716011" y="376636"/>
                    <a:pt x="714302" y="376766"/>
                    <a:pt x="712342" y="376767"/>
                  </a:cubicBezTo>
                  <a:cubicBezTo>
                    <a:pt x="710454" y="376780"/>
                    <a:pt x="708694" y="376882"/>
                    <a:pt x="706808" y="377093"/>
                  </a:cubicBezTo>
                  <a:cubicBezTo>
                    <a:pt x="706562" y="377830"/>
                    <a:pt x="706317" y="378566"/>
                    <a:pt x="706064" y="379325"/>
                  </a:cubicBezTo>
                  <a:cubicBezTo>
                    <a:pt x="703927" y="379680"/>
                    <a:pt x="703927" y="379680"/>
                    <a:pt x="701273" y="379791"/>
                  </a:cubicBezTo>
                  <a:cubicBezTo>
                    <a:pt x="697968" y="379830"/>
                    <a:pt x="697968" y="379830"/>
                    <a:pt x="694902" y="380814"/>
                  </a:cubicBezTo>
                  <a:cubicBezTo>
                    <a:pt x="694902" y="381550"/>
                    <a:pt x="694902" y="382287"/>
                    <a:pt x="694902" y="383046"/>
                  </a:cubicBezTo>
                  <a:cubicBezTo>
                    <a:pt x="694130" y="383065"/>
                    <a:pt x="693359" y="383085"/>
                    <a:pt x="692565" y="383104"/>
                  </a:cubicBezTo>
                  <a:cubicBezTo>
                    <a:pt x="691545" y="383146"/>
                    <a:pt x="690526" y="383189"/>
                    <a:pt x="689507" y="383232"/>
                  </a:cubicBezTo>
                  <a:cubicBezTo>
                    <a:pt x="688999" y="383243"/>
                    <a:pt x="688492" y="383253"/>
                    <a:pt x="687969" y="383264"/>
                  </a:cubicBezTo>
                  <a:cubicBezTo>
                    <a:pt x="684340" y="383440"/>
                    <a:pt x="683224" y="384266"/>
                    <a:pt x="680763" y="386767"/>
                  </a:cubicBezTo>
                  <a:cubicBezTo>
                    <a:pt x="678356" y="387058"/>
                    <a:pt x="678356" y="387058"/>
                    <a:pt x="675740" y="386953"/>
                  </a:cubicBezTo>
                  <a:cubicBezTo>
                    <a:pt x="674869" y="386926"/>
                    <a:pt x="673998" y="386899"/>
                    <a:pt x="673101" y="386872"/>
                  </a:cubicBezTo>
                  <a:cubicBezTo>
                    <a:pt x="672437" y="386837"/>
                    <a:pt x="671773" y="386802"/>
                    <a:pt x="671089" y="386767"/>
                  </a:cubicBezTo>
                  <a:cubicBezTo>
                    <a:pt x="671089" y="387749"/>
                    <a:pt x="671089" y="388731"/>
                    <a:pt x="671089" y="389743"/>
                  </a:cubicBezTo>
                  <a:cubicBezTo>
                    <a:pt x="670346" y="389763"/>
                    <a:pt x="669602" y="389782"/>
                    <a:pt x="668836" y="389802"/>
                  </a:cubicBezTo>
                  <a:cubicBezTo>
                    <a:pt x="667876" y="389844"/>
                    <a:pt x="666916" y="389886"/>
                    <a:pt x="665927" y="389929"/>
                  </a:cubicBezTo>
                  <a:cubicBezTo>
                    <a:pt x="664968" y="389964"/>
                    <a:pt x="664010" y="389999"/>
                    <a:pt x="663023" y="390034"/>
                  </a:cubicBezTo>
                  <a:cubicBezTo>
                    <a:pt x="662247" y="390184"/>
                    <a:pt x="661471" y="390333"/>
                    <a:pt x="660671" y="390488"/>
                  </a:cubicBezTo>
                  <a:cubicBezTo>
                    <a:pt x="660423" y="391480"/>
                    <a:pt x="660175" y="392472"/>
                    <a:pt x="659927" y="393464"/>
                  </a:cubicBezTo>
                  <a:cubicBezTo>
                    <a:pt x="657602" y="393839"/>
                    <a:pt x="657602" y="393839"/>
                    <a:pt x="654718" y="393883"/>
                  </a:cubicBezTo>
                  <a:cubicBezTo>
                    <a:pt x="651922" y="393882"/>
                    <a:pt x="651922" y="393882"/>
                    <a:pt x="649509" y="394208"/>
                  </a:cubicBezTo>
                  <a:cubicBezTo>
                    <a:pt x="649264" y="394945"/>
                    <a:pt x="649018" y="395682"/>
                    <a:pt x="648765" y="396441"/>
                  </a:cubicBezTo>
                  <a:cubicBezTo>
                    <a:pt x="646576" y="396821"/>
                    <a:pt x="646576" y="396821"/>
                    <a:pt x="643882" y="396952"/>
                  </a:cubicBezTo>
                  <a:cubicBezTo>
                    <a:pt x="642990" y="397001"/>
                    <a:pt x="642099" y="397050"/>
                    <a:pt x="641181" y="397101"/>
                  </a:cubicBezTo>
                  <a:cubicBezTo>
                    <a:pt x="640491" y="397128"/>
                    <a:pt x="639802" y="397156"/>
                    <a:pt x="639091" y="397185"/>
                  </a:cubicBezTo>
                  <a:cubicBezTo>
                    <a:pt x="639091" y="398167"/>
                    <a:pt x="639091" y="399149"/>
                    <a:pt x="639091" y="400161"/>
                  </a:cubicBezTo>
                  <a:cubicBezTo>
                    <a:pt x="635653" y="400407"/>
                    <a:pt x="632215" y="400653"/>
                    <a:pt x="628673" y="400906"/>
                  </a:cubicBezTo>
                  <a:cubicBezTo>
                    <a:pt x="628673" y="401642"/>
                    <a:pt x="628673" y="402379"/>
                    <a:pt x="628673" y="403138"/>
                  </a:cubicBezTo>
                  <a:cubicBezTo>
                    <a:pt x="625481" y="403384"/>
                    <a:pt x="622288" y="403629"/>
                    <a:pt x="618999" y="403882"/>
                  </a:cubicBezTo>
                  <a:cubicBezTo>
                    <a:pt x="618999" y="404864"/>
                    <a:pt x="618999" y="405847"/>
                    <a:pt x="618999" y="406859"/>
                  </a:cubicBezTo>
                  <a:cubicBezTo>
                    <a:pt x="618310" y="406878"/>
                    <a:pt x="617620" y="406897"/>
                    <a:pt x="616909" y="406917"/>
                  </a:cubicBezTo>
                  <a:cubicBezTo>
                    <a:pt x="616018" y="406959"/>
                    <a:pt x="615127" y="407001"/>
                    <a:pt x="614209" y="407045"/>
                  </a:cubicBezTo>
                  <a:cubicBezTo>
                    <a:pt x="613320" y="407079"/>
                    <a:pt x="612430" y="407114"/>
                    <a:pt x="611514" y="407149"/>
                  </a:cubicBezTo>
                  <a:cubicBezTo>
                    <a:pt x="610792" y="407299"/>
                    <a:pt x="610070" y="407449"/>
                    <a:pt x="609325" y="407603"/>
                  </a:cubicBezTo>
                  <a:cubicBezTo>
                    <a:pt x="609063" y="408591"/>
                    <a:pt x="608814" y="409584"/>
                    <a:pt x="608581" y="410579"/>
                  </a:cubicBezTo>
                  <a:cubicBezTo>
                    <a:pt x="606581" y="410954"/>
                    <a:pt x="606581" y="410954"/>
                    <a:pt x="604117" y="410998"/>
                  </a:cubicBezTo>
                  <a:cubicBezTo>
                    <a:pt x="601722" y="410998"/>
                    <a:pt x="601722" y="410998"/>
                    <a:pt x="599652" y="411324"/>
                  </a:cubicBezTo>
                  <a:cubicBezTo>
                    <a:pt x="599406" y="412060"/>
                    <a:pt x="599161" y="412797"/>
                    <a:pt x="598908" y="413556"/>
                  </a:cubicBezTo>
                  <a:cubicBezTo>
                    <a:pt x="596588" y="413876"/>
                    <a:pt x="594318" y="413884"/>
                    <a:pt x="591978" y="413925"/>
                  </a:cubicBezTo>
                  <a:cubicBezTo>
                    <a:pt x="590988" y="414111"/>
                    <a:pt x="590988" y="414111"/>
                    <a:pt x="589978" y="414300"/>
                  </a:cubicBezTo>
                  <a:cubicBezTo>
                    <a:pt x="589715" y="415289"/>
                    <a:pt x="589467" y="416281"/>
                    <a:pt x="589234" y="417277"/>
                  </a:cubicBezTo>
                  <a:cubicBezTo>
                    <a:pt x="587397" y="417652"/>
                    <a:pt x="587397" y="417652"/>
                    <a:pt x="585141" y="417695"/>
                  </a:cubicBezTo>
                  <a:cubicBezTo>
                    <a:pt x="582948" y="417696"/>
                    <a:pt x="582948" y="417696"/>
                    <a:pt x="581048" y="418021"/>
                  </a:cubicBezTo>
                  <a:cubicBezTo>
                    <a:pt x="580803" y="418757"/>
                    <a:pt x="580557" y="419494"/>
                    <a:pt x="580304" y="420253"/>
                  </a:cubicBezTo>
                  <a:cubicBezTo>
                    <a:pt x="578115" y="420634"/>
                    <a:pt x="578115" y="420634"/>
                    <a:pt x="575421" y="420765"/>
                  </a:cubicBezTo>
                  <a:cubicBezTo>
                    <a:pt x="574529" y="420814"/>
                    <a:pt x="573638" y="420863"/>
                    <a:pt x="572720" y="420913"/>
                  </a:cubicBezTo>
                  <a:cubicBezTo>
                    <a:pt x="572030" y="420941"/>
                    <a:pt x="571341" y="420969"/>
                    <a:pt x="570630" y="420997"/>
                  </a:cubicBezTo>
                  <a:cubicBezTo>
                    <a:pt x="570630" y="421980"/>
                    <a:pt x="570630" y="422962"/>
                    <a:pt x="570630" y="423974"/>
                  </a:cubicBezTo>
                  <a:cubicBezTo>
                    <a:pt x="570048" y="423993"/>
                    <a:pt x="569466" y="424012"/>
                    <a:pt x="568866" y="424032"/>
                  </a:cubicBezTo>
                  <a:cubicBezTo>
                    <a:pt x="568113" y="424074"/>
                    <a:pt x="567360" y="424116"/>
                    <a:pt x="566584" y="424160"/>
                  </a:cubicBezTo>
                  <a:cubicBezTo>
                    <a:pt x="565457" y="424212"/>
                    <a:pt x="565457" y="424212"/>
                    <a:pt x="564308" y="424265"/>
                  </a:cubicBezTo>
                  <a:cubicBezTo>
                    <a:pt x="563693" y="424414"/>
                    <a:pt x="563078" y="424564"/>
                    <a:pt x="562445" y="424718"/>
                  </a:cubicBezTo>
                  <a:cubicBezTo>
                    <a:pt x="561975" y="426213"/>
                    <a:pt x="561975" y="426213"/>
                    <a:pt x="561700" y="427695"/>
                  </a:cubicBezTo>
                  <a:cubicBezTo>
                    <a:pt x="558817" y="427834"/>
                    <a:pt x="558817" y="427834"/>
                    <a:pt x="557241" y="427727"/>
                  </a:cubicBezTo>
                  <a:cubicBezTo>
                    <a:pt x="555592" y="427607"/>
                    <a:pt x="555592" y="427607"/>
                    <a:pt x="553515" y="428439"/>
                  </a:cubicBezTo>
                  <a:cubicBezTo>
                    <a:pt x="553269" y="429175"/>
                    <a:pt x="553024" y="429912"/>
                    <a:pt x="552771" y="430671"/>
                  </a:cubicBezTo>
                  <a:cubicBezTo>
                    <a:pt x="551285" y="431026"/>
                    <a:pt x="551285" y="431026"/>
                    <a:pt x="549469" y="431136"/>
                  </a:cubicBezTo>
                  <a:cubicBezTo>
                    <a:pt x="546931" y="431282"/>
                    <a:pt x="546931" y="431282"/>
                    <a:pt x="544585" y="432159"/>
                  </a:cubicBezTo>
                  <a:cubicBezTo>
                    <a:pt x="544585" y="432896"/>
                    <a:pt x="544585" y="433633"/>
                    <a:pt x="544585" y="434392"/>
                  </a:cubicBezTo>
                  <a:cubicBezTo>
                    <a:pt x="541638" y="434637"/>
                    <a:pt x="538692" y="434883"/>
                    <a:pt x="535656" y="435136"/>
                  </a:cubicBezTo>
                  <a:cubicBezTo>
                    <a:pt x="535656" y="435873"/>
                    <a:pt x="535656" y="436609"/>
                    <a:pt x="535656" y="437368"/>
                  </a:cubicBezTo>
                  <a:cubicBezTo>
                    <a:pt x="535189" y="437414"/>
                    <a:pt x="534723" y="437459"/>
                    <a:pt x="534243" y="437505"/>
                  </a:cubicBezTo>
                  <a:cubicBezTo>
                    <a:pt x="533635" y="437567"/>
                    <a:pt x="533027" y="437630"/>
                    <a:pt x="532400" y="437694"/>
                  </a:cubicBezTo>
                  <a:cubicBezTo>
                    <a:pt x="531796" y="437754"/>
                    <a:pt x="531191" y="437815"/>
                    <a:pt x="530569" y="437877"/>
                  </a:cubicBezTo>
                  <a:cubicBezTo>
                    <a:pt x="528927" y="438031"/>
                    <a:pt x="528927" y="438031"/>
                    <a:pt x="527470" y="438857"/>
                  </a:cubicBezTo>
                  <a:cubicBezTo>
                    <a:pt x="527224" y="439593"/>
                    <a:pt x="526979" y="440330"/>
                    <a:pt x="526726" y="441089"/>
                  </a:cubicBezTo>
                  <a:cubicBezTo>
                    <a:pt x="524792" y="441408"/>
                    <a:pt x="522917" y="441417"/>
                    <a:pt x="520959" y="441458"/>
                  </a:cubicBezTo>
                  <a:cubicBezTo>
                    <a:pt x="520406" y="441582"/>
                    <a:pt x="519854" y="441706"/>
                    <a:pt x="519284" y="441833"/>
                  </a:cubicBezTo>
                  <a:cubicBezTo>
                    <a:pt x="519162" y="442324"/>
                    <a:pt x="519039" y="442816"/>
                    <a:pt x="518912" y="443322"/>
                  </a:cubicBezTo>
                  <a:cubicBezTo>
                    <a:pt x="518790" y="443813"/>
                    <a:pt x="518667" y="444304"/>
                    <a:pt x="518540" y="444810"/>
                  </a:cubicBezTo>
                  <a:cubicBezTo>
                    <a:pt x="516866" y="445185"/>
                    <a:pt x="516866" y="445185"/>
                    <a:pt x="514820" y="445228"/>
                  </a:cubicBezTo>
                  <a:cubicBezTo>
                    <a:pt x="512827" y="445229"/>
                    <a:pt x="512827" y="445229"/>
                    <a:pt x="511099" y="445554"/>
                  </a:cubicBezTo>
                  <a:cubicBezTo>
                    <a:pt x="510853" y="446291"/>
                    <a:pt x="510608" y="447027"/>
                    <a:pt x="510355" y="447786"/>
                  </a:cubicBezTo>
                  <a:cubicBezTo>
                    <a:pt x="508492" y="448167"/>
                    <a:pt x="508492" y="448167"/>
                    <a:pt x="506215" y="448298"/>
                  </a:cubicBezTo>
                  <a:cubicBezTo>
                    <a:pt x="505462" y="448347"/>
                    <a:pt x="504709" y="448396"/>
                    <a:pt x="503934" y="448446"/>
                  </a:cubicBezTo>
                  <a:cubicBezTo>
                    <a:pt x="503351" y="448474"/>
                    <a:pt x="502769" y="448502"/>
                    <a:pt x="502169" y="448531"/>
                  </a:cubicBezTo>
                  <a:cubicBezTo>
                    <a:pt x="502169" y="449513"/>
                    <a:pt x="502169" y="450495"/>
                    <a:pt x="502169" y="451507"/>
                  </a:cubicBezTo>
                  <a:cubicBezTo>
                    <a:pt x="501694" y="451535"/>
                    <a:pt x="501220" y="451563"/>
                    <a:pt x="500730" y="451591"/>
                  </a:cubicBezTo>
                  <a:cubicBezTo>
                    <a:pt x="500115" y="451640"/>
                    <a:pt x="499501" y="451689"/>
                    <a:pt x="498867" y="451740"/>
                  </a:cubicBezTo>
                  <a:cubicBezTo>
                    <a:pt x="498254" y="451783"/>
                    <a:pt x="497641" y="451826"/>
                    <a:pt x="497010" y="451870"/>
                  </a:cubicBezTo>
                  <a:cubicBezTo>
                    <a:pt x="496502" y="451996"/>
                    <a:pt x="495995" y="452122"/>
                    <a:pt x="495472" y="452251"/>
                  </a:cubicBezTo>
                  <a:cubicBezTo>
                    <a:pt x="495226" y="452988"/>
                    <a:pt x="494981" y="453725"/>
                    <a:pt x="494728" y="454484"/>
                  </a:cubicBezTo>
                  <a:cubicBezTo>
                    <a:pt x="492816" y="455015"/>
                    <a:pt x="490926" y="455239"/>
                    <a:pt x="488961" y="455507"/>
                  </a:cubicBezTo>
                  <a:cubicBezTo>
                    <a:pt x="488408" y="455660"/>
                    <a:pt x="487856" y="455814"/>
                    <a:pt x="487286" y="455972"/>
                  </a:cubicBezTo>
                  <a:cubicBezTo>
                    <a:pt x="487041" y="456709"/>
                    <a:pt x="486795" y="457445"/>
                    <a:pt x="486542" y="458204"/>
                  </a:cubicBezTo>
                  <a:cubicBezTo>
                    <a:pt x="484803" y="458552"/>
                    <a:pt x="483128" y="458579"/>
                    <a:pt x="481357" y="458646"/>
                  </a:cubicBezTo>
                  <a:cubicBezTo>
                    <a:pt x="480858" y="458746"/>
                    <a:pt x="480359" y="458846"/>
                    <a:pt x="479845" y="458949"/>
                  </a:cubicBezTo>
                  <a:cubicBezTo>
                    <a:pt x="479599" y="459685"/>
                    <a:pt x="479354" y="460422"/>
                    <a:pt x="479101" y="461181"/>
                  </a:cubicBezTo>
                  <a:cubicBezTo>
                    <a:pt x="476613" y="461941"/>
                    <a:pt x="474246" y="461999"/>
                    <a:pt x="471659" y="461925"/>
                  </a:cubicBezTo>
                  <a:cubicBezTo>
                    <a:pt x="471659" y="462907"/>
                    <a:pt x="471659" y="463890"/>
                    <a:pt x="471659" y="464902"/>
                  </a:cubicBezTo>
                  <a:cubicBezTo>
                    <a:pt x="471185" y="464921"/>
                    <a:pt x="470710" y="464940"/>
                    <a:pt x="470221" y="464960"/>
                  </a:cubicBezTo>
                  <a:cubicBezTo>
                    <a:pt x="469606" y="465002"/>
                    <a:pt x="468991" y="465044"/>
                    <a:pt x="468357" y="465088"/>
                  </a:cubicBezTo>
                  <a:cubicBezTo>
                    <a:pt x="467744" y="465122"/>
                    <a:pt x="467131" y="465157"/>
                    <a:pt x="466500" y="465192"/>
                  </a:cubicBezTo>
                  <a:cubicBezTo>
                    <a:pt x="465992" y="465342"/>
                    <a:pt x="465485" y="465492"/>
                    <a:pt x="464962" y="465646"/>
                  </a:cubicBezTo>
                  <a:cubicBezTo>
                    <a:pt x="464714" y="466638"/>
                    <a:pt x="464466" y="467630"/>
                    <a:pt x="464218" y="468622"/>
                  </a:cubicBezTo>
                  <a:cubicBezTo>
                    <a:pt x="462707" y="468997"/>
                    <a:pt x="462707" y="468997"/>
                    <a:pt x="460869" y="469041"/>
                  </a:cubicBezTo>
                  <a:cubicBezTo>
                    <a:pt x="459078" y="469042"/>
                    <a:pt x="459078" y="469042"/>
                    <a:pt x="457521" y="469366"/>
                  </a:cubicBezTo>
                  <a:cubicBezTo>
                    <a:pt x="457275" y="470103"/>
                    <a:pt x="457030" y="470840"/>
                    <a:pt x="456777" y="471599"/>
                  </a:cubicBezTo>
                  <a:cubicBezTo>
                    <a:pt x="455270" y="471766"/>
                    <a:pt x="453760" y="471927"/>
                    <a:pt x="452245" y="471968"/>
                  </a:cubicBezTo>
                  <a:cubicBezTo>
                    <a:pt x="451776" y="472092"/>
                    <a:pt x="451307" y="472216"/>
                    <a:pt x="450824" y="472343"/>
                  </a:cubicBezTo>
                  <a:cubicBezTo>
                    <a:pt x="450594" y="472839"/>
                    <a:pt x="450365" y="473335"/>
                    <a:pt x="450129" y="473846"/>
                  </a:cubicBezTo>
                  <a:cubicBezTo>
                    <a:pt x="449867" y="474332"/>
                    <a:pt x="449605" y="474819"/>
                    <a:pt x="449335" y="475320"/>
                  </a:cubicBezTo>
                  <a:cubicBezTo>
                    <a:pt x="447562" y="475610"/>
                    <a:pt x="447562" y="475610"/>
                    <a:pt x="445522" y="475506"/>
                  </a:cubicBezTo>
                  <a:cubicBezTo>
                    <a:pt x="444844" y="475479"/>
                    <a:pt x="444167" y="475452"/>
                    <a:pt x="443469" y="475424"/>
                  </a:cubicBezTo>
                  <a:cubicBezTo>
                    <a:pt x="442949" y="475390"/>
                    <a:pt x="442429" y="475355"/>
                    <a:pt x="441894" y="475320"/>
                  </a:cubicBezTo>
                  <a:cubicBezTo>
                    <a:pt x="441894" y="476302"/>
                    <a:pt x="441894" y="477284"/>
                    <a:pt x="441894" y="478296"/>
                  </a:cubicBezTo>
                  <a:cubicBezTo>
                    <a:pt x="440429" y="478834"/>
                    <a:pt x="440429" y="478834"/>
                    <a:pt x="438545" y="479087"/>
                  </a:cubicBezTo>
                  <a:cubicBezTo>
                    <a:pt x="436713" y="479289"/>
                    <a:pt x="436713" y="479289"/>
                    <a:pt x="435197" y="479784"/>
                  </a:cubicBezTo>
                  <a:cubicBezTo>
                    <a:pt x="435197" y="480521"/>
                    <a:pt x="435197" y="481258"/>
                    <a:pt x="435197" y="482017"/>
                  </a:cubicBezTo>
                  <a:cubicBezTo>
                    <a:pt x="432495" y="482262"/>
                    <a:pt x="429794" y="482508"/>
                    <a:pt x="427011" y="482761"/>
                  </a:cubicBezTo>
                  <a:cubicBezTo>
                    <a:pt x="427011" y="483743"/>
                    <a:pt x="427011" y="484726"/>
                    <a:pt x="427011" y="485738"/>
                  </a:cubicBezTo>
                  <a:cubicBezTo>
                    <a:pt x="425509" y="485641"/>
                    <a:pt x="424007" y="485544"/>
                    <a:pt x="422505" y="485447"/>
                  </a:cubicBezTo>
                  <a:cubicBezTo>
                    <a:pt x="422028" y="485543"/>
                    <a:pt x="421550" y="485639"/>
                    <a:pt x="421058" y="485738"/>
                  </a:cubicBezTo>
                  <a:cubicBezTo>
                    <a:pt x="420820" y="486221"/>
                    <a:pt x="420582" y="486704"/>
                    <a:pt x="420337" y="487203"/>
                  </a:cubicBezTo>
                  <a:cubicBezTo>
                    <a:pt x="420084" y="487701"/>
                    <a:pt x="419831" y="488200"/>
                    <a:pt x="419570" y="488714"/>
                  </a:cubicBezTo>
                  <a:cubicBezTo>
                    <a:pt x="417959" y="489168"/>
                    <a:pt x="417959" y="489168"/>
                    <a:pt x="416128" y="489272"/>
                  </a:cubicBezTo>
                  <a:cubicBezTo>
                    <a:pt x="415520" y="489314"/>
                    <a:pt x="414912" y="489357"/>
                    <a:pt x="414285" y="489400"/>
                  </a:cubicBezTo>
                  <a:cubicBezTo>
                    <a:pt x="413819" y="489419"/>
                    <a:pt x="413353" y="489439"/>
                    <a:pt x="412872" y="489458"/>
                  </a:cubicBezTo>
                  <a:cubicBezTo>
                    <a:pt x="412872" y="490441"/>
                    <a:pt x="412872" y="491423"/>
                    <a:pt x="412872" y="492435"/>
                  </a:cubicBezTo>
                  <a:cubicBezTo>
                    <a:pt x="410662" y="492435"/>
                    <a:pt x="408452" y="492435"/>
                    <a:pt x="406175" y="492435"/>
                  </a:cubicBezTo>
                  <a:cubicBezTo>
                    <a:pt x="406175" y="493417"/>
                    <a:pt x="406175" y="494399"/>
                    <a:pt x="406175" y="495411"/>
                  </a:cubicBezTo>
                  <a:cubicBezTo>
                    <a:pt x="403719" y="495657"/>
                    <a:pt x="401264" y="495903"/>
                    <a:pt x="398734" y="496156"/>
                  </a:cubicBezTo>
                  <a:cubicBezTo>
                    <a:pt x="398734" y="497138"/>
                    <a:pt x="398734" y="498120"/>
                    <a:pt x="398734" y="499132"/>
                  </a:cubicBezTo>
                  <a:cubicBezTo>
                    <a:pt x="397306" y="499224"/>
                    <a:pt x="397306" y="499224"/>
                    <a:pt x="395850" y="499318"/>
                  </a:cubicBezTo>
                  <a:cubicBezTo>
                    <a:pt x="394234" y="499358"/>
                    <a:pt x="394234" y="499358"/>
                    <a:pt x="392781" y="499876"/>
                  </a:cubicBezTo>
                  <a:cubicBezTo>
                    <a:pt x="392543" y="500375"/>
                    <a:pt x="392305" y="500874"/>
                    <a:pt x="392060" y="501388"/>
                  </a:cubicBezTo>
                  <a:cubicBezTo>
                    <a:pt x="391806" y="501871"/>
                    <a:pt x="391553" y="502355"/>
                    <a:pt x="391292" y="502853"/>
                  </a:cubicBezTo>
                  <a:cubicBezTo>
                    <a:pt x="389682" y="503143"/>
                    <a:pt x="389682" y="503143"/>
                    <a:pt x="387851" y="503039"/>
                  </a:cubicBezTo>
                  <a:cubicBezTo>
                    <a:pt x="387242" y="503012"/>
                    <a:pt x="386634" y="502985"/>
                    <a:pt x="386008" y="502957"/>
                  </a:cubicBezTo>
                  <a:cubicBezTo>
                    <a:pt x="385308" y="502906"/>
                    <a:pt x="385308" y="502906"/>
                    <a:pt x="384595" y="502853"/>
                  </a:cubicBezTo>
                  <a:cubicBezTo>
                    <a:pt x="384595" y="503835"/>
                    <a:pt x="384595" y="504817"/>
                    <a:pt x="384595" y="505829"/>
                  </a:cubicBezTo>
                  <a:cubicBezTo>
                    <a:pt x="383130" y="506367"/>
                    <a:pt x="383130" y="506367"/>
                    <a:pt x="381246" y="506620"/>
                  </a:cubicBezTo>
                  <a:cubicBezTo>
                    <a:pt x="379414" y="506822"/>
                    <a:pt x="379414" y="506822"/>
                    <a:pt x="377898" y="507318"/>
                  </a:cubicBezTo>
                  <a:cubicBezTo>
                    <a:pt x="377898" y="508054"/>
                    <a:pt x="377898" y="508791"/>
                    <a:pt x="377898" y="509550"/>
                  </a:cubicBezTo>
                  <a:cubicBezTo>
                    <a:pt x="377185" y="509592"/>
                    <a:pt x="377185" y="509592"/>
                    <a:pt x="376459" y="509634"/>
                  </a:cubicBezTo>
                  <a:cubicBezTo>
                    <a:pt x="375844" y="509683"/>
                    <a:pt x="375229" y="509732"/>
                    <a:pt x="374596" y="509783"/>
                  </a:cubicBezTo>
                  <a:cubicBezTo>
                    <a:pt x="373983" y="509826"/>
                    <a:pt x="373370" y="509869"/>
                    <a:pt x="372738" y="509913"/>
                  </a:cubicBezTo>
                  <a:cubicBezTo>
                    <a:pt x="372231" y="510039"/>
                    <a:pt x="371723" y="510165"/>
                    <a:pt x="371200" y="510294"/>
                  </a:cubicBezTo>
                  <a:cubicBezTo>
                    <a:pt x="370955" y="511031"/>
                    <a:pt x="370709" y="511768"/>
                    <a:pt x="370456" y="512527"/>
                  </a:cubicBezTo>
                  <a:cubicBezTo>
                    <a:pt x="368756" y="512907"/>
                    <a:pt x="368756" y="512907"/>
                    <a:pt x="366689" y="513038"/>
                  </a:cubicBezTo>
                  <a:cubicBezTo>
                    <a:pt x="366005" y="513087"/>
                    <a:pt x="365321" y="513136"/>
                    <a:pt x="364617" y="513186"/>
                  </a:cubicBezTo>
                  <a:cubicBezTo>
                    <a:pt x="364088" y="513214"/>
                    <a:pt x="363559" y="513242"/>
                    <a:pt x="363015" y="513271"/>
                  </a:cubicBezTo>
                  <a:cubicBezTo>
                    <a:pt x="363015" y="514253"/>
                    <a:pt x="363015" y="515235"/>
                    <a:pt x="363015" y="516247"/>
                  </a:cubicBezTo>
                  <a:cubicBezTo>
                    <a:pt x="362048" y="516171"/>
                    <a:pt x="361081" y="516094"/>
                    <a:pt x="360085" y="516015"/>
                  </a:cubicBezTo>
                  <a:cubicBezTo>
                    <a:pt x="358457" y="515948"/>
                    <a:pt x="358457" y="515948"/>
                    <a:pt x="357062" y="516247"/>
                  </a:cubicBezTo>
                  <a:cubicBezTo>
                    <a:pt x="356954" y="516861"/>
                    <a:pt x="356847" y="517475"/>
                    <a:pt x="356736" y="518108"/>
                  </a:cubicBezTo>
                  <a:cubicBezTo>
                    <a:pt x="356598" y="518722"/>
                    <a:pt x="356460" y="519336"/>
                    <a:pt x="356318" y="519968"/>
                  </a:cubicBezTo>
                  <a:cubicBezTo>
                    <a:pt x="354066" y="520335"/>
                    <a:pt x="351884" y="520174"/>
                    <a:pt x="349620" y="519968"/>
                  </a:cubicBezTo>
                  <a:cubicBezTo>
                    <a:pt x="349620" y="520950"/>
                    <a:pt x="349620" y="521933"/>
                    <a:pt x="349620" y="522945"/>
                  </a:cubicBezTo>
                  <a:cubicBezTo>
                    <a:pt x="348094" y="523041"/>
                    <a:pt x="346568" y="523138"/>
                    <a:pt x="345042" y="523235"/>
                  </a:cubicBezTo>
                  <a:cubicBezTo>
                    <a:pt x="344588" y="523385"/>
                    <a:pt x="344135" y="523535"/>
                    <a:pt x="343667" y="523689"/>
                  </a:cubicBezTo>
                  <a:cubicBezTo>
                    <a:pt x="343551" y="524183"/>
                    <a:pt x="343435" y="524677"/>
                    <a:pt x="343316" y="525186"/>
                  </a:cubicBezTo>
                  <a:cubicBezTo>
                    <a:pt x="343121" y="525918"/>
                    <a:pt x="343121" y="525918"/>
                    <a:pt x="342923" y="526665"/>
                  </a:cubicBezTo>
                  <a:cubicBezTo>
                    <a:pt x="341412" y="527040"/>
                    <a:pt x="341412" y="527040"/>
                    <a:pt x="339574" y="527084"/>
                  </a:cubicBezTo>
                  <a:cubicBezTo>
                    <a:pt x="337783" y="527085"/>
                    <a:pt x="337783" y="527085"/>
                    <a:pt x="336226" y="527409"/>
                  </a:cubicBezTo>
                  <a:cubicBezTo>
                    <a:pt x="335980" y="528146"/>
                    <a:pt x="335735" y="528883"/>
                    <a:pt x="335482" y="529642"/>
                  </a:cubicBezTo>
                  <a:cubicBezTo>
                    <a:pt x="334638" y="529749"/>
                    <a:pt x="333793" y="529857"/>
                    <a:pt x="332924" y="529967"/>
                  </a:cubicBezTo>
                  <a:cubicBezTo>
                    <a:pt x="332049" y="530106"/>
                    <a:pt x="331174" y="530244"/>
                    <a:pt x="330273" y="530386"/>
                  </a:cubicBezTo>
                  <a:cubicBezTo>
                    <a:pt x="330043" y="530877"/>
                    <a:pt x="329812" y="531368"/>
                    <a:pt x="329575" y="531874"/>
                  </a:cubicBezTo>
                  <a:cubicBezTo>
                    <a:pt x="329184" y="532611"/>
                    <a:pt x="329184" y="532611"/>
                    <a:pt x="328784" y="533363"/>
                  </a:cubicBezTo>
                  <a:cubicBezTo>
                    <a:pt x="327251" y="533653"/>
                    <a:pt x="325742" y="533739"/>
                    <a:pt x="324186" y="533848"/>
                  </a:cubicBezTo>
                  <a:cubicBezTo>
                    <a:pt x="323515" y="533976"/>
                    <a:pt x="323515" y="533976"/>
                    <a:pt x="322831" y="534107"/>
                  </a:cubicBezTo>
                  <a:cubicBezTo>
                    <a:pt x="321988" y="535607"/>
                    <a:pt x="321988" y="535607"/>
                    <a:pt x="321343" y="537083"/>
                  </a:cubicBezTo>
                  <a:cubicBezTo>
                    <a:pt x="319855" y="537083"/>
                    <a:pt x="318366" y="537083"/>
                    <a:pt x="316878" y="537083"/>
                  </a:cubicBezTo>
                  <a:cubicBezTo>
                    <a:pt x="316556" y="537797"/>
                    <a:pt x="316556" y="537797"/>
                    <a:pt x="316227" y="538525"/>
                  </a:cubicBezTo>
                  <a:cubicBezTo>
                    <a:pt x="315813" y="539285"/>
                    <a:pt x="315813" y="539285"/>
                    <a:pt x="315390" y="540060"/>
                  </a:cubicBezTo>
                  <a:cubicBezTo>
                    <a:pt x="314009" y="540319"/>
                    <a:pt x="314009" y="540319"/>
                    <a:pt x="312367" y="540432"/>
                  </a:cubicBezTo>
                  <a:cubicBezTo>
                    <a:pt x="311400" y="540555"/>
                    <a:pt x="310433" y="540677"/>
                    <a:pt x="309437" y="540804"/>
                  </a:cubicBezTo>
                  <a:cubicBezTo>
                    <a:pt x="309314" y="541295"/>
                    <a:pt x="309191" y="541786"/>
                    <a:pt x="309065" y="542292"/>
                  </a:cubicBezTo>
                  <a:cubicBezTo>
                    <a:pt x="308942" y="542783"/>
                    <a:pt x="308819" y="543275"/>
                    <a:pt x="308693" y="543781"/>
                  </a:cubicBezTo>
                  <a:cubicBezTo>
                    <a:pt x="307145" y="544110"/>
                    <a:pt x="305669" y="544201"/>
                    <a:pt x="304088" y="544249"/>
                  </a:cubicBezTo>
                  <a:cubicBezTo>
                    <a:pt x="303643" y="544340"/>
                    <a:pt x="303198" y="544431"/>
                    <a:pt x="302740" y="544525"/>
                  </a:cubicBezTo>
                  <a:cubicBezTo>
                    <a:pt x="302494" y="545261"/>
                    <a:pt x="302248" y="545998"/>
                    <a:pt x="301995" y="546757"/>
                  </a:cubicBezTo>
                  <a:cubicBezTo>
                    <a:pt x="300472" y="547282"/>
                    <a:pt x="298977" y="547508"/>
                    <a:pt x="297391" y="547780"/>
                  </a:cubicBezTo>
                  <a:cubicBezTo>
                    <a:pt x="296946" y="547934"/>
                    <a:pt x="296501" y="548087"/>
                    <a:pt x="296042" y="548245"/>
                  </a:cubicBezTo>
                  <a:cubicBezTo>
                    <a:pt x="295797" y="548982"/>
                    <a:pt x="295551" y="549719"/>
                    <a:pt x="295298" y="550478"/>
                  </a:cubicBezTo>
                  <a:cubicBezTo>
                    <a:pt x="293751" y="550825"/>
                    <a:pt x="292276" y="550852"/>
                    <a:pt x="290694" y="550920"/>
                  </a:cubicBezTo>
                  <a:cubicBezTo>
                    <a:pt x="290249" y="551019"/>
                    <a:pt x="289804" y="551119"/>
                    <a:pt x="289345" y="551222"/>
                  </a:cubicBezTo>
                  <a:cubicBezTo>
                    <a:pt x="289099" y="551959"/>
                    <a:pt x="288854" y="552695"/>
                    <a:pt x="288601" y="553454"/>
                  </a:cubicBezTo>
                  <a:cubicBezTo>
                    <a:pt x="286310" y="554002"/>
                    <a:pt x="284258" y="554199"/>
                    <a:pt x="281904" y="554199"/>
                  </a:cubicBezTo>
                  <a:cubicBezTo>
                    <a:pt x="281904" y="555181"/>
                    <a:pt x="281904" y="556163"/>
                    <a:pt x="281904" y="557175"/>
                  </a:cubicBezTo>
                  <a:cubicBezTo>
                    <a:pt x="280453" y="557267"/>
                    <a:pt x="280453" y="557267"/>
                    <a:pt x="278974" y="557361"/>
                  </a:cubicBezTo>
                  <a:cubicBezTo>
                    <a:pt x="277342" y="557514"/>
                    <a:pt x="277342" y="557514"/>
                    <a:pt x="275950" y="557919"/>
                  </a:cubicBezTo>
                  <a:cubicBezTo>
                    <a:pt x="275828" y="558410"/>
                    <a:pt x="275705" y="558901"/>
                    <a:pt x="275578" y="559407"/>
                  </a:cubicBezTo>
                  <a:cubicBezTo>
                    <a:pt x="275456" y="559899"/>
                    <a:pt x="275333" y="560390"/>
                    <a:pt x="275206" y="560896"/>
                  </a:cubicBezTo>
                  <a:cubicBezTo>
                    <a:pt x="273659" y="561225"/>
                    <a:pt x="272182" y="561316"/>
                    <a:pt x="270602" y="561364"/>
                  </a:cubicBezTo>
                  <a:cubicBezTo>
                    <a:pt x="270157" y="561455"/>
                    <a:pt x="269712" y="561546"/>
                    <a:pt x="269253" y="561640"/>
                  </a:cubicBezTo>
                  <a:cubicBezTo>
                    <a:pt x="269008" y="562377"/>
                    <a:pt x="268762" y="563113"/>
                    <a:pt x="268509" y="563872"/>
                  </a:cubicBezTo>
                  <a:cubicBezTo>
                    <a:pt x="266971" y="564253"/>
                    <a:pt x="266971" y="564253"/>
                    <a:pt x="265114" y="564384"/>
                  </a:cubicBezTo>
                  <a:cubicBezTo>
                    <a:pt x="264499" y="564433"/>
                    <a:pt x="263884" y="564482"/>
                    <a:pt x="263251" y="564532"/>
                  </a:cubicBezTo>
                  <a:cubicBezTo>
                    <a:pt x="262538" y="564574"/>
                    <a:pt x="262538" y="564574"/>
                    <a:pt x="261812" y="564616"/>
                  </a:cubicBezTo>
                  <a:cubicBezTo>
                    <a:pt x="261812" y="565599"/>
                    <a:pt x="261812" y="566581"/>
                    <a:pt x="261812" y="567593"/>
                  </a:cubicBezTo>
                  <a:cubicBezTo>
                    <a:pt x="260546" y="567708"/>
                    <a:pt x="260546" y="567708"/>
                    <a:pt x="259254" y="567826"/>
                  </a:cubicBezTo>
                  <a:cubicBezTo>
                    <a:pt x="258379" y="567994"/>
                    <a:pt x="257504" y="568163"/>
                    <a:pt x="256603" y="568337"/>
                  </a:cubicBezTo>
                  <a:cubicBezTo>
                    <a:pt x="256357" y="569074"/>
                    <a:pt x="256112" y="569811"/>
                    <a:pt x="255859" y="570570"/>
                  </a:cubicBezTo>
                  <a:cubicBezTo>
                    <a:pt x="254321" y="570950"/>
                    <a:pt x="254321" y="570950"/>
                    <a:pt x="252464" y="571081"/>
                  </a:cubicBezTo>
                  <a:cubicBezTo>
                    <a:pt x="251849" y="571130"/>
                    <a:pt x="251234" y="571179"/>
                    <a:pt x="250600" y="571229"/>
                  </a:cubicBezTo>
                  <a:cubicBezTo>
                    <a:pt x="249888" y="571271"/>
                    <a:pt x="249888" y="571271"/>
                    <a:pt x="249161" y="571314"/>
                  </a:cubicBezTo>
                  <a:cubicBezTo>
                    <a:pt x="249161" y="572296"/>
                    <a:pt x="249161" y="573278"/>
                    <a:pt x="249161" y="574290"/>
                  </a:cubicBezTo>
                  <a:cubicBezTo>
                    <a:pt x="246951" y="574290"/>
                    <a:pt x="244741" y="574290"/>
                    <a:pt x="242464" y="574290"/>
                  </a:cubicBezTo>
                  <a:cubicBezTo>
                    <a:pt x="242464" y="575518"/>
                    <a:pt x="242464" y="576746"/>
                    <a:pt x="242464" y="578011"/>
                  </a:cubicBezTo>
                  <a:cubicBezTo>
                    <a:pt x="240500" y="578011"/>
                    <a:pt x="238535" y="578011"/>
                    <a:pt x="236511" y="578011"/>
                  </a:cubicBezTo>
                  <a:cubicBezTo>
                    <a:pt x="236511" y="578993"/>
                    <a:pt x="236511" y="579976"/>
                    <a:pt x="236511" y="580988"/>
                  </a:cubicBezTo>
                  <a:cubicBezTo>
                    <a:pt x="234301" y="581233"/>
                    <a:pt x="232091" y="581479"/>
                    <a:pt x="229814" y="581732"/>
                  </a:cubicBezTo>
                  <a:cubicBezTo>
                    <a:pt x="229814" y="582714"/>
                    <a:pt x="229814" y="583696"/>
                    <a:pt x="229814" y="584708"/>
                  </a:cubicBezTo>
                  <a:cubicBezTo>
                    <a:pt x="228288" y="584829"/>
                    <a:pt x="226762" y="584950"/>
                    <a:pt x="225236" y="585072"/>
                  </a:cubicBezTo>
                  <a:cubicBezTo>
                    <a:pt x="224782" y="585197"/>
                    <a:pt x="224328" y="585323"/>
                    <a:pt x="223861" y="585452"/>
                  </a:cubicBezTo>
                  <a:cubicBezTo>
                    <a:pt x="223615" y="586189"/>
                    <a:pt x="223370" y="586926"/>
                    <a:pt x="223116" y="587685"/>
                  </a:cubicBezTo>
                  <a:cubicBezTo>
                    <a:pt x="221569" y="588208"/>
                    <a:pt x="220049" y="588436"/>
                    <a:pt x="218439" y="588708"/>
                  </a:cubicBezTo>
                  <a:cubicBezTo>
                    <a:pt x="218018" y="588861"/>
                    <a:pt x="217597" y="589015"/>
                    <a:pt x="217163" y="589173"/>
                  </a:cubicBezTo>
                  <a:cubicBezTo>
                    <a:pt x="217163" y="589910"/>
                    <a:pt x="217163" y="590646"/>
                    <a:pt x="217163" y="591406"/>
                  </a:cubicBezTo>
                  <a:cubicBezTo>
                    <a:pt x="216451" y="591341"/>
                    <a:pt x="216451" y="591341"/>
                    <a:pt x="215724" y="591275"/>
                  </a:cubicBezTo>
                  <a:cubicBezTo>
                    <a:pt x="213911" y="591176"/>
                    <a:pt x="212260" y="591114"/>
                    <a:pt x="210466" y="591406"/>
                  </a:cubicBezTo>
                  <a:cubicBezTo>
                    <a:pt x="209912" y="593248"/>
                    <a:pt x="209912" y="593248"/>
                    <a:pt x="209722" y="595126"/>
                  </a:cubicBezTo>
                  <a:cubicBezTo>
                    <a:pt x="208234" y="595158"/>
                    <a:pt x="206745" y="595157"/>
                    <a:pt x="205257" y="595126"/>
                  </a:cubicBezTo>
                  <a:cubicBezTo>
                    <a:pt x="204935" y="595840"/>
                    <a:pt x="204935" y="595840"/>
                    <a:pt x="204606" y="596568"/>
                  </a:cubicBezTo>
                  <a:cubicBezTo>
                    <a:pt x="204192" y="597328"/>
                    <a:pt x="204192" y="597328"/>
                    <a:pt x="203769" y="598103"/>
                  </a:cubicBezTo>
                  <a:cubicBezTo>
                    <a:pt x="201765" y="598620"/>
                    <a:pt x="199896" y="598713"/>
                    <a:pt x="197816" y="598847"/>
                  </a:cubicBezTo>
                  <a:cubicBezTo>
                    <a:pt x="197816" y="599829"/>
                    <a:pt x="197816" y="600811"/>
                    <a:pt x="197816" y="601823"/>
                  </a:cubicBezTo>
                  <a:cubicBezTo>
                    <a:pt x="195606" y="601823"/>
                    <a:pt x="193395" y="601823"/>
                    <a:pt x="191118" y="601823"/>
                  </a:cubicBezTo>
                  <a:cubicBezTo>
                    <a:pt x="191118" y="602806"/>
                    <a:pt x="191118" y="603788"/>
                    <a:pt x="191118" y="604800"/>
                  </a:cubicBezTo>
                  <a:cubicBezTo>
                    <a:pt x="189852" y="604892"/>
                    <a:pt x="189852" y="604892"/>
                    <a:pt x="188560" y="604986"/>
                  </a:cubicBezTo>
                  <a:cubicBezTo>
                    <a:pt x="187686" y="605170"/>
                    <a:pt x="186811" y="605354"/>
                    <a:pt x="185909" y="605544"/>
                  </a:cubicBezTo>
                  <a:cubicBezTo>
                    <a:pt x="185802" y="606035"/>
                    <a:pt x="185695" y="606526"/>
                    <a:pt x="185584" y="607032"/>
                  </a:cubicBezTo>
                  <a:cubicBezTo>
                    <a:pt x="185377" y="607769"/>
                    <a:pt x="185377" y="607769"/>
                    <a:pt x="185165" y="608521"/>
                  </a:cubicBezTo>
                  <a:cubicBezTo>
                    <a:pt x="183643" y="608714"/>
                    <a:pt x="182118" y="608901"/>
                    <a:pt x="180587" y="609006"/>
                  </a:cubicBezTo>
                  <a:cubicBezTo>
                    <a:pt x="179907" y="609134"/>
                    <a:pt x="179907" y="609134"/>
                    <a:pt x="179212" y="609265"/>
                  </a:cubicBezTo>
                  <a:cubicBezTo>
                    <a:pt x="178967" y="609771"/>
                    <a:pt x="178721" y="610278"/>
                    <a:pt x="178468" y="610800"/>
                  </a:cubicBezTo>
                  <a:cubicBezTo>
                    <a:pt x="178223" y="611276"/>
                    <a:pt x="177977" y="611751"/>
                    <a:pt x="177724" y="612241"/>
                  </a:cubicBezTo>
                  <a:cubicBezTo>
                    <a:pt x="175682" y="612525"/>
                    <a:pt x="173845" y="612375"/>
                    <a:pt x="171771" y="612241"/>
                  </a:cubicBezTo>
                  <a:cubicBezTo>
                    <a:pt x="171771" y="613224"/>
                    <a:pt x="171771" y="614206"/>
                    <a:pt x="171771" y="615218"/>
                  </a:cubicBezTo>
                  <a:cubicBezTo>
                    <a:pt x="170505" y="615310"/>
                    <a:pt x="170505" y="615310"/>
                    <a:pt x="169213" y="615404"/>
                  </a:cubicBezTo>
                  <a:cubicBezTo>
                    <a:pt x="168338" y="615588"/>
                    <a:pt x="167463" y="615772"/>
                    <a:pt x="166562" y="615962"/>
                  </a:cubicBezTo>
                  <a:cubicBezTo>
                    <a:pt x="166439" y="616453"/>
                    <a:pt x="166316" y="616944"/>
                    <a:pt x="166190" y="617450"/>
                  </a:cubicBezTo>
                  <a:cubicBezTo>
                    <a:pt x="166067" y="617942"/>
                    <a:pt x="165944" y="618433"/>
                    <a:pt x="165818" y="618939"/>
                  </a:cubicBezTo>
                  <a:cubicBezTo>
                    <a:pt x="164086" y="619217"/>
                    <a:pt x="162349" y="619465"/>
                    <a:pt x="160609" y="619683"/>
                  </a:cubicBezTo>
                  <a:cubicBezTo>
                    <a:pt x="160363" y="620420"/>
                    <a:pt x="160118" y="621156"/>
                    <a:pt x="159865" y="621915"/>
                  </a:cubicBezTo>
                  <a:cubicBezTo>
                    <a:pt x="158342" y="622440"/>
                    <a:pt x="156846" y="622667"/>
                    <a:pt x="155260" y="622938"/>
                  </a:cubicBezTo>
                  <a:cubicBezTo>
                    <a:pt x="154815" y="623092"/>
                    <a:pt x="154370" y="623245"/>
                    <a:pt x="153911" y="623404"/>
                  </a:cubicBezTo>
                  <a:cubicBezTo>
                    <a:pt x="153666" y="624140"/>
                    <a:pt x="153420" y="624877"/>
                    <a:pt x="153167" y="625636"/>
                  </a:cubicBezTo>
                  <a:cubicBezTo>
                    <a:pt x="151646" y="625805"/>
                    <a:pt x="150124" y="625971"/>
                    <a:pt x="148598" y="626095"/>
                  </a:cubicBezTo>
                  <a:cubicBezTo>
                    <a:pt x="147913" y="626236"/>
                    <a:pt x="147913" y="626236"/>
                    <a:pt x="147214" y="626380"/>
                  </a:cubicBezTo>
                  <a:cubicBezTo>
                    <a:pt x="146315" y="627869"/>
                    <a:pt x="146315" y="627869"/>
                    <a:pt x="145726" y="629357"/>
                  </a:cubicBezTo>
                  <a:cubicBezTo>
                    <a:pt x="144486" y="629357"/>
                    <a:pt x="143245" y="629357"/>
                    <a:pt x="142005" y="629357"/>
                  </a:cubicBezTo>
                  <a:cubicBezTo>
                    <a:pt x="141683" y="630070"/>
                    <a:pt x="141683" y="630070"/>
                    <a:pt x="141354" y="630798"/>
                  </a:cubicBezTo>
                  <a:cubicBezTo>
                    <a:pt x="141078" y="631305"/>
                    <a:pt x="140801" y="631811"/>
                    <a:pt x="140517" y="632333"/>
                  </a:cubicBezTo>
                  <a:cubicBezTo>
                    <a:pt x="138781" y="632581"/>
                    <a:pt x="137044" y="632829"/>
                    <a:pt x="135308" y="633077"/>
                  </a:cubicBezTo>
                  <a:cubicBezTo>
                    <a:pt x="135062" y="633569"/>
                    <a:pt x="134817" y="634060"/>
                    <a:pt x="134564" y="634566"/>
                  </a:cubicBezTo>
                  <a:cubicBezTo>
                    <a:pt x="134318" y="635057"/>
                    <a:pt x="134073" y="635548"/>
                    <a:pt x="133820" y="636054"/>
                  </a:cubicBezTo>
                  <a:cubicBezTo>
                    <a:pt x="132087" y="636328"/>
                    <a:pt x="130351" y="636577"/>
                    <a:pt x="128611" y="636798"/>
                  </a:cubicBezTo>
                  <a:cubicBezTo>
                    <a:pt x="128365" y="637535"/>
                    <a:pt x="128119" y="638271"/>
                    <a:pt x="127866" y="639031"/>
                  </a:cubicBezTo>
                  <a:cubicBezTo>
                    <a:pt x="127007" y="639138"/>
                    <a:pt x="126147" y="639245"/>
                    <a:pt x="125262" y="639356"/>
                  </a:cubicBezTo>
                  <a:cubicBezTo>
                    <a:pt x="124402" y="639494"/>
                    <a:pt x="123543" y="639632"/>
                    <a:pt x="122657" y="639775"/>
                  </a:cubicBezTo>
                  <a:cubicBezTo>
                    <a:pt x="122550" y="640266"/>
                    <a:pt x="122443" y="640757"/>
                    <a:pt x="122332" y="641263"/>
                  </a:cubicBezTo>
                  <a:cubicBezTo>
                    <a:pt x="122125" y="642000"/>
                    <a:pt x="122125" y="642000"/>
                    <a:pt x="121913" y="642751"/>
                  </a:cubicBezTo>
                  <a:cubicBezTo>
                    <a:pt x="120366" y="643080"/>
                    <a:pt x="118890" y="643171"/>
                    <a:pt x="117309" y="643219"/>
                  </a:cubicBezTo>
                  <a:cubicBezTo>
                    <a:pt x="116641" y="643356"/>
                    <a:pt x="116641" y="643356"/>
                    <a:pt x="115960" y="643495"/>
                  </a:cubicBezTo>
                  <a:cubicBezTo>
                    <a:pt x="115715" y="644232"/>
                    <a:pt x="115469" y="644969"/>
                    <a:pt x="115216" y="645728"/>
                  </a:cubicBezTo>
                  <a:cubicBezTo>
                    <a:pt x="113668" y="646251"/>
                    <a:pt x="112149" y="646479"/>
                    <a:pt x="110539" y="646751"/>
                  </a:cubicBezTo>
                  <a:cubicBezTo>
                    <a:pt x="110118" y="646904"/>
                    <a:pt x="109697" y="647058"/>
                    <a:pt x="109263" y="647216"/>
                  </a:cubicBezTo>
                  <a:cubicBezTo>
                    <a:pt x="109263" y="647953"/>
                    <a:pt x="109263" y="648689"/>
                    <a:pt x="109263" y="649448"/>
                  </a:cubicBezTo>
                  <a:cubicBezTo>
                    <a:pt x="108296" y="649372"/>
                    <a:pt x="107329" y="649295"/>
                    <a:pt x="106333" y="649216"/>
                  </a:cubicBezTo>
                  <a:cubicBezTo>
                    <a:pt x="104709" y="649153"/>
                    <a:pt x="104709" y="649153"/>
                    <a:pt x="103310" y="649448"/>
                  </a:cubicBezTo>
                  <a:cubicBezTo>
                    <a:pt x="103025" y="650681"/>
                    <a:pt x="102779" y="651922"/>
                    <a:pt x="102566" y="653169"/>
                  </a:cubicBezTo>
                  <a:cubicBezTo>
                    <a:pt x="100839" y="653478"/>
                    <a:pt x="99101" y="653726"/>
                    <a:pt x="97357" y="653913"/>
                  </a:cubicBezTo>
                  <a:cubicBezTo>
                    <a:pt x="97111" y="654650"/>
                    <a:pt x="96866" y="655387"/>
                    <a:pt x="96613" y="656146"/>
                  </a:cubicBezTo>
                  <a:cubicBezTo>
                    <a:pt x="95238" y="656527"/>
                    <a:pt x="95238" y="656527"/>
                    <a:pt x="93589" y="656657"/>
                  </a:cubicBezTo>
                  <a:cubicBezTo>
                    <a:pt x="92139" y="656772"/>
                    <a:pt x="92139" y="656772"/>
                    <a:pt x="90659" y="656890"/>
                  </a:cubicBezTo>
                  <a:cubicBezTo>
                    <a:pt x="90659" y="657872"/>
                    <a:pt x="90659" y="658854"/>
                    <a:pt x="90659" y="659866"/>
                  </a:cubicBezTo>
                  <a:cubicBezTo>
                    <a:pt x="88449" y="659866"/>
                    <a:pt x="86239" y="659866"/>
                    <a:pt x="83962" y="659866"/>
                  </a:cubicBezTo>
                  <a:cubicBezTo>
                    <a:pt x="83962" y="660849"/>
                    <a:pt x="83962" y="661831"/>
                    <a:pt x="83962" y="662843"/>
                  </a:cubicBezTo>
                  <a:cubicBezTo>
                    <a:pt x="81998" y="663089"/>
                    <a:pt x="80033" y="663334"/>
                    <a:pt x="78009" y="663587"/>
                  </a:cubicBezTo>
                  <a:cubicBezTo>
                    <a:pt x="78009" y="664569"/>
                    <a:pt x="78009" y="665552"/>
                    <a:pt x="78009" y="666564"/>
                  </a:cubicBezTo>
                  <a:cubicBezTo>
                    <a:pt x="75799" y="666809"/>
                    <a:pt x="73589" y="667055"/>
                    <a:pt x="71312" y="667308"/>
                  </a:cubicBezTo>
                  <a:cubicBezTo>
                    <a:pt x="71312" y="668290"/>
                    <a:pt x="71312" y="669272"/>
                    <a:pt x="71312" y="670284"/>
                  </a:cubicBezTo>
                  <a:cubicBezTo>
                    <a:pt x="69102" y="670284"/>
                    <a:pt x="66892" y="670284"/>
                    <a:pt x="64615" y="670284"/>
                  </a:cubicBezTo>
                  <a:cubicBezTo>
                    <a:pt x="64615" y="671267"/>
                    <a:pt x="64615" y="672249"/>
                    <a:pt x="64615" y="673261"/>
                  </a:cubicBezTo>
                  <a:cubicBezTo>
                    <a:pt x="63348" y="673353"/>
                    <a:pt x="63348" y="673353"/>
                    <a:pt x="62057" y="673447"/>
                  </a:cubicBezTo>
                  <a:cubicBezTo>
                    <a:pt x="61182" y="673631"/>
                    <a:pt x="60307" y="673815"/>
                    <a:pt x="59406" y="674005"/>
                  </a:cubicBezTo>
                  <a:cubicBezTo>
                    <a:pt x="59297" y="674499"/>
                    <a:pt x="59189" y="674993"/>
                    <a:pt x="59077" y="675502"/>
                  </a:cubicBezTo>
                  <a:cubicBezTo>
                    <a:pt x="58940" y="675990"/>
                    <a:pt x="58803" y="676479"/>
                    <a:pt x="58661" y="676982"/>
                  </a:cubicBezTo>
                  <a:cubicBezTo>
                    <a:pt x="57150" y="677357"/>
                    <a:pt x="57150" y="677357"/>
                    <a:pt x="55313" y="677400"/>
                  </a:cubicBezTo>
                  <a:cubicBezTo>
                    <a:pt x="53521" y="677402"/>
                    <a:pt x="53521" y="677402"/>
                    <a:pt x="51964" y="677726"/>
                  </a:cubicBezTo>
                  <a:cubicBezTo>
                    <a:pt x="51719" y="678463"/>
                    <a:pt x="51473" y="679199"/>
                    <a:pt x="51220" y="679958"/>
                  </a:cubicBezTo>
                  <a:cubicBezTo>
                    <a:pt x="50360" y="679928"/>
                    <a:pt x="49501" y="679897"/>
                    <a:pt x="48615" y="679865"/>
                  </a:cubicBezTo>
                  <a:cubicBezTo>
                    <a:pt x="47326" y="679911"/>
                    <a:pt x="47326" y="679911"/>
                    <a:pt x="46011" y="679958"/>
                  </a:cubicBezTo>
                  <a:cubicBezTo>
                    <a:pt x="45904" y="680557"/>
                    <a:pt x="45796" y="681155"/>
                    <a:pt x="45685" y="681772"/>
                  </a:cubicBezTo>
                  <a:cubicBezTo>
                    <a:pt x="45547" y="682401"/>
                    <a:pt x="45409" y="683031"/>
                    <a:pt x="45267" y="683679"/>
                  </a:cubicBezTo>
                  <a:cubicBezTo>
                    <a:pt x="43708" y="684071"/>
                    <a:pt x="42268" y="684144"/>
                    <a:pt x="40662" y="684173"/>
                  </a:cubicBezTo>
                  <a:cubicBezTo>
                    <a:pt x="39995" y="684297"/>
                    <a:pt x="39995" y="684297"/>
                    <a:pt x="39314" y="684423"/>
                  </a:cubicBezTo>
                  <a:cubicBezTo>
                    <a:pt x="39068" y="685160"/>
                    <a:pt x="38823" y="685896"/>
                    <a:pt x="38570" y="686656"/>
                  </a:cubicBezTo>
                  <a:cubicBezTo>
                    <a:pt x="37195" y="687036"/>
                    <a:pt x="37195" y="687036"/>
                    <a:pt x="35547" y="687167"/>
                  </a:cubicBezTo>
                  <a:cubicBezTo>
                    <a:pt x="34096" y="687282"/>
                    <a:pt x="34096" y="687282"/>
                    <a:pt x="32616" y="687400"/>
                  </a:cubicBezTo>
                  <a:cubicBezTo>
                    <a:pt x="32616" y="688382"/>
                    <a:pt x="32616" y="689364"/>
                    <a:pt x="32616" y="690376"/>
                  </a:cubicBezTo>
                  <a:cubicBezTo>
                    <a:pt x="31090" y="690473"/>
                    <a:pt x="29564" y="690570"/>
                    <a:pt x="28038" y="690667"/>
                  </a:cubicBezTo>
                  <a:cubicBezTo>
                    <a:pt x="27585" y="690817"/>
                    <a:pt x="27131" y="690966"/>
                    <a:pt x="26663" y="691120"/>
                  </a:cubicBezTo>
                  <a:cubicBezTo>
                    <a:pt x="26547" y="691614"/>
                    <a:pt x="26431" y="692108"/>
                    <a:pt x="26312" y="692617"/>
                  </a:cubicBezTo>
                  <a:cubicBezTo>
                    <a:pt x="26182" y="693106"/>
                    <a:pt x="26053" y="693594"/>
                    <a:pt x="25919" y="694097"/>
                  </a:cubicBezTo>
                  <a:cubicBezTo>
                    <a:pt x="24408" y="694472"/>
                    <a:pt x="24408" y="694472"/>
                    <a:pt x="22571" y="694516"/>
                  </a:cubicBezTo>
                  <a:cubicBezTo>
                    <a:pt x="20779" y="694517"/>
                    <a:pt x="20779" y="694517"/>
                    <a:pt x="19222" y="694841"/>
                  </a:cubicBezTo>
                  <a:cubicBezTo>
                    <a:pt x="18976" y="695578"/>
                    <a:pt x="18731" y="696314"/>
                    <a:pt x="18478" y="697073"/>
                  </a:cubicBezTo>
                  <a:cubicBezTo>
                    <a:pt x="16022" y="697073"/>
                    <a:pt x="13566" y="697073"/>
                    <a:pt x="11036" y="697073"/>
                  </a:cubicBezTo>
                  <a:cubicBezTo>
                    <a:pt x="10791" y="691917"/>
                    <a:pt x="10545" y="686760"/>
                    <a:pt x="10292" y="681447"/>
                  </a:cubicBezTo>
                  <a:cubicBezTo>
                    <a:pt x="9556" y="681447"/>
                    <a:pt x="8819" y="681447"/>
                    <a:pt x="8060" y="681447"/>
                  </a:cubicBezTo>
                  <a:cubicBezTo>
                    <a:pt x="8045" y="680887"/>
                    <a:pt x="8030" y="680327"/>
                    <a:pt x="8015" y="679751"/>
                  </a:cubicBezTo>
                  <a:cubicBezTo>
                    <a:pt x="7945" y="677231"/>
                    <a:pt x="7863" y="674711"/>
                    <a:pt x="7781" y="672191"/>
                  </a:cubicBezTo>
                  <a:cubicBezTo>
                    <a:pt x="7746" y="670870"/>
                    <a:pt x="7746" y="670870"/>
                    <a:pt x="7711" y="669521"/>
                  </a:cubicBezTo>
                  <a:cubicBezTo>
                    <a:pt x="7682" y="668684"/>
                    <a:pt x="7653" y="667848"/>
                    <a:pt x="7624" y="666985"/>
                  </a:cubicBezTo>
                  <a:cubicBezTo>
                    <a:pt x="7600" y="666210"/>
                    <a:pt x="7577" y="665434"/>
                    <a:pt x="7553" y="664635"/>
                  </a:cubicBezTo>
                  <a:cubicBezTo>
                    <a:pt x="7475" y="664044"/>
                    <a:pt x="7396" y="663452"/>
                    <a:pt x="7316" y="662843"/>
                  </a:cubicBezTo>
                  <a:cubicBezTo>
                    <a:pt x="6825" y="662597"/>
                    <a:pt x="6333" y="662352"/>
                    <a:pt x="5827" y="662099"/>
                  </a:cubicBezTo>
                  <a:cubicBezTo>
                    <a:pt x="5626" y="660274"/>
                    <a:pt x="5626" y="660274"/>
                    <a:pt x="5598" y="657872"/>
                  </a:cubicBezTo>
                  <a:cubicBezTo>
                    <a:pt x="5579" y="657012"/>
                    <a:pt x="5560" y="656152"/>
                    <a:pt x="5541" y="655265"/>
                  </a:cubicBezTo>
                  <a:cubicBezTo>
                    <a:pt x="5515" y="653440"/>
                    <a:pt x="5492" y="651614"/>
                    <a:pt x="5471" y="649789"/>
                  </a:cubicBezTo>
                  <a:cubicBezTo>
                    <a:pt x="5442" y="648495"/>
                    <a:pt x="5442" y="648495"/>
                    <a:pt x="5412" y="647175"/>
                  </a:cubicBezTo>
                  <a:cubicBezTo>
                    <a:pt x="5402" y="646381"/>
                    <a:pt x="5392" y="645587"/>
                    <a:pt x="5381" y="644769"/>
                  </a:cubicBezTo>
                  <a:cubicBezTo>
                    <a:pt x="5298" y="642731"/>
                    <a:pt x="5298" y="642731"/>
                    <a:pt x="3964" y="641734"/>
                  </a:cubicBezTo>
                  <a:cubicBezTo>
                    <a:pt x="2459" y="640091"/>
                    <a:pt x="2580" y="639123"/>
                    <a:pt x="2597" y="636918"/>
                  </a:cubicBezTo>
                  <a:cubicBezTo>
                    <a:pt x="2598" y="636188"/>
                    <a:pt x="2598" y="635458"/>
                    <a:pt x="2598" y="634707"/>
                  </a:cubicBezTo>
                  <a:cubicBezTo>
                    <a:pt x="2609" y="633920"/>
                    <a:pt x="2621" y="633134"/>
                    <a:pt x="2633" y="632325"/>
                  </a:cubicBezTo>
                  <a:cubicBezTo>
                    <a:pt x="2636" y="631518"/>
                    <a:pt x="2639" y="630712"/>
                    <a:pt x="2642" y="629882"/>
                  </a:cubicBezTo>
                  <a:cubicBezTo>
                    <a:pt x="2655" y="627303"/>
                    <a:pt x="2683" y="624726"/>
                    <a:pt x="2711" y="622148"/>
                  </a:cubicBezTo>
                  <a:cubicBezTo>
                    <a:pt x="2722" y="620401"/>
                    <a:pt x="2733" y="618655"/>
                    <a:pt x="2742" y="616908"/>
                  </a:cubicBezTo>
                  <a:cubicBezTo>
                    <a:pt x="2766" y="612624"/>
                    <a:pt x="2804" y="608340"/>
                    <a:pt x="2851" y="604056"/>
                  </a:cubicBezTo>
                  <a:cubicBezTo>
                    <a:pt x="2360" y="604056"/>
                    <a:pt x="1869" y="604056"/>
                    <a:pt x="1363" y="604056"/>
                  </a:cubicBezTo>
                  <a:cubicBezTo>
                    <a:pt x="1345" y="593299"/>
                    <a:pt x="1332" y="582542"/>
                    <a:pt x="1324" y="571786"/>
                  </a:cubicBezTo>
                  <a:cubicBezTo>
                    <a:pt x="1320" y="566791"/>
                    <a:pt x="1315" y="561797"/>
                    <a:pt x="1306" y="556803"/>
                  </a:cubicBezTo>
                  <a:cubicBezTo>
                    <a:pt x="1298" y="551988"/>
                    <a:pt x="1294" y="547172"/>
                    <a:pt x="1292" y="542357"/>
                  </a:cubicBezTo>
                  <a:cubicBezTo>
                    <a:pt x="1291" y="540515"/>
                    <a:pt x="1288" y="538674"/>
                    <a:pt x="1284" y="536832"/>
                  </a:cubicBezTo>
                  <a:cubicBezTo>
                    <a:pt x="1279" y="534262"/>
                    <a:pt x="1278" y="531693"/>
                    <a:pt x="1278" y="529123"/>
                  </a:cubicBezTo>
                  <a:cubicBezTo>
                    <a:pt x="1275" y="528353"/>
                    <a:pt x="1273" y="527584"/>
                    <a:pt x="1270" y="526791"/>
                  </a:cubicBezTo>
                  <a:cubicBezTo>
                    <a:pt x="1271" y="526095"/>
                    <a:pt x="1272" y="525399"/>
                    <a:pt x="1273" y="524682"/>
                  </a:cubicBezTo>
                  <a:cubicBezTo>
                    <a:pt x="1272" y="524073"/>
                    <a:pt x="1272" y="523465"/>
                    <a:pt x="1271" y="522838"/>
                  </a:cubicBezTo>
                  <a:cubicBezTo>
                    <a:pt x="1363" y="521456"/>
                    <a:pt x="1363" y="521456"/>
                    <a:pt x="2107" y="520712"/>
                  </a:cubicBezTo>
                  <a:cubicBezTo>
                    <a:pt x="2186" y="519582"/>
                    <a:pt x="2216" y="518449"/>
                    <a:pt x="2224" y="517316"/>
                  </a:cubicBezTo>
                  <a:cubicBezTo>
                    <a:pt x="2232" y="516593"/>
                    <a:pt x="2239" y="515870"/>
                    <a:pt x="2247" y="515126"/>
                  </a:cubicBezTo>
                  <a:cubicBezTo>
                    <a:pt x="2253" y="514339"/>
                    <a:pt x="2258" y="513552"/>
                    <a:pt x="2264" y="512742"/>
                  </a:cubicBezTo>
                  <a:cubicBezTo>
                    <a:pt x="2285" y="511093"/>
                    <a:pt x="2306" y="509443"/>
                    <a:pt x="2328" y="507794"/>
                  </a:cubicBezTo>
                  <a:cubicBezTo>
                    <a:pt x="2358" y="505181"/>
                    <a:pt x="2386" y="502569"/>
                    <a:pt x="2405" y="499955"/>
                  </a:cubicBezTo>
                  <a:cubicBezTo>
                    <a:pt x="2426" y="497443"/>
                    <a:pt x="2460" y="494930"/>
                    <a:pt x="2496" y="492417"/>
                  </a:cubicBezTo>
                  <a:cubicBezTo>
                    <a:pt x="2499" y="491634"/>
                    <a:pt x="2501" y="490850"/>
                    <a:pt x="2504" y="490042"/>
                  </a:cubicBezTo>
                  <a:cubicBezTo>
                    <a:pt x="2516" y="489315"/>
                    <a:pt x="2528" y="488588"/>
                    <a:pt x="2541" y="487838"/>
                  </a:cubicBezTo>
                  <a:cubicBezTo>
                    <a:pt x="2547" y="487198"/>
                    <a:pt x="2553" y="486557"/>
                    <a:pt x="2559" y="485897"/>
                  </a:cubicBezTo>
                  <a:cubicBezTo>
                    <a:pt x="2913" y="483896"/>
                    <a:pt x="3621" y="483363"/>
                    <a:pt x="5083" y="482017"/>
                  </a:cubicBezTo>
                  <a:cubicBezTo>
                    <a:pt x="5436" y="479796"/>
                    <a:pt x="5436" y="479796"/>
                    <a:pt x="5412" y="477267"/>
                  </a:cubicBezTo>
                  <a:cubicBezTo>
                    <a:pt x="5431" y="476338"/>
                    <a:pt x="5451" y="475408"/>
                    <a:pt x="5471" y="474450"/>
                  </a:cubicBezTo>
                  <a:cubicBezTo>
                    <a:pt x="5481" y="473479"/>
                    <a:pt x="5491" y="472507"/>
                    <a:pt x="5502" y="471506"/>
                  </a:cubicBezTo>
                  <a:cubicBezTo>
                    <a:pt x="5527" y="469581"/>
                    <a:pt x="5559" y="467657"/>
                    <a:pt x="5598" y="465733"/>
                  </a:cubicBezTo>
                  <a:cubicBezTo>
                    <a:pt x="5607" y="464878"/>
                    <a:pt x="5616" y="464023"/>
                    <a:pt x="5626" y="463143"/>
                  </a:cubicBezTo>
                  <a:cubicBezTo>
                    <a:pt x="5692" y="462495"/>
                    <a:pt x="5759" y="461848"/>
                    <a:pt x="5827" y="461181"/>
                  </a:cubicBezTo>
                  <a:cubicBezTo>
                    <a:pt x="6319" y="460935"/>
                    <a:pt x="6810" y="460690"/>
                    <a:pt x="7316" y="460437"/>
                  </a:cubicBezTo>
                  <a:cubicBezTo>
                    <a:pt x="7558" y="458641"/>
                    <a:pt x="7558" y="458641"/>
                    <a:pt x="7545" y="456484"/>
                  </a:cubicBezTo>
                  <a:cubicBezTo>
                    <a:pt x="7564" y="455684"/>
                    <a:pt x="7583" y="454884"/>
                    <a:pt x="7602" y="454059"/>
                  </a:cubicBezTo>
                  <a:cubicBezTo>
                    <a:pt x="7628" y="452358"/>
                    <a:pt x="7651" y="450656"/>
                    <a:pt x="7672" y="448955"/>
                  </a:cubicBezTo>
                  <a:cubicBezTo>
                    <a:pt x="7691" y="448155"/>
                    <a:pt x="7711" y="447355"/>
                    <a:pt x="7731" y="446531"/>
                  </a:cubicBezTo>
                  <a:cubicBezTo>
                    <a:pt x="7741" y="445791"/>
                    <a:pt x="7751" y="445052"/>
                    <a:pt x="7762" y="444290"/>
                  </a:cubicBezTo>
                  <a:cubicBezTo>
                    <a:pt x="7909" y="443442"/>
                    <a:pt x="7909" y="443442"/>
                    <a:pt x="8060" y="442577"/>
                  </a:cubicBezTo>
                  <a:cubicBezTo>
                    <a:pt x="8797" y="442332"/>
                    <a:pt x="9533" y="442086"/>
                    <a:pt x="10292" y="441833"/>
                  </a:cubicBezTo>
                  <a:cubicBezTo>
                    <a:pt x="10510" y="438966"/>
                    <a:pt x="10544" y="436166"/>
                    <a:pt x="10488" y="433295"/>
                  </a:cubicBezTo>
                  <a:cubicBezTo>
                    <a:pt x="10515" y="431573"/>
                    <a:pt x="10550" y="430092"/>
                    <a:pt x="11036" y="428439"/>
                  </a:cubicBezTo>
                  <a:cubicBezTo>
                    <a:pt x="13272" y="427372"/>
                    <a:pt x="13272" y="427372"/>
                    <a:pt x="15501" y="426950"/>
                  </a:cubicBezTo>
                  <a:cubicBezTo>
                    <a:pt x="15979" y="425411"/>
                    <a:pt x="15979" y="425411"/>
                    <a:pt x="16245" y="423974"/>
                  </a:cubicBezTo>
                  <a:cubicBezTo>
                    <a:pt x="17228" y="423974"/>
                    <a:pt x="18210" y="423974"/>
                    <a:pt x="19222" y="423974"/>
                  </a:cubicBezTo>
                  <a:cubicBezTo>
                    <a:pt x="19222" y="422992"/>
                    <a:pt x="19222" y="422009"/>
                    <a:pt x="19222" y="420997"/>
                  </a:cubicBezTo>
                  <a:cubicBezTo>
                    <a:pt x="20204" y="420997"/>
                    <a:pt x="21186" y="420997"/>
                    <a:pt x="22199" y="420997"/>
                  </a:cubicBezTo>
                  <a:cubicBezTo>
                    <a:pt x="22705" y="419762"/>
                    <a:pt x="23201" y="418521"/>
                    <a:pt x="23687" y="417277"/>
                  </a:cubicBezTo>
                  <a:cubicBezTo>
                    <a:pt x="24673" y="417008"/>
                    <a:pt x="25666" y="416758"/>
                    <a:pt x="26663" y="416532"/>
                  </a:cubicBezTo>
                  <a:cubicBezTo>
                    <a:pt x="26786" y="416026"/>
                    <a:pt x="26909" y="415520"/>
                    <a:pt x="27035" y="414998"/>
                  </a:cubicBezTo>
                  <a:cubicBezTo>
                    <a:pt x="27220" y="414284"/>
                    <a:pt x="27220" y="414284"/>
                    <a:pt x="27407" y="413556"/>
                  </a:cubicBezTo>
                  <a:cubicBezTo>
                    <a:pt x="28390" y="413556"/>
                    <a:pt x="29372" y="413556"/>
                    <a:pt x="30384" y="413556"/>
                  </a:cubicBezTo>
                  <a:cubicBezTo>
                    <a:pt x="30384" y="412574"/>
                    <a:pt x="30384" y="411591"/>
                    <a:pt x="30384" y="410579"/>
                  </a:cubicBezTo>
                  <a:cubicBezTo>
                    <a:pt x="31366" y="410579"/>
                    <a:pt x="32349" y="410579"/>
                    <a:pt x="33361" y="410579"/>
                  </a:cubicBezTo>
                  <a:cubicBezTo>
                    <a:pt x="33522" y="409866"/>
                    <a:pt x="33522" y="409866"/>
                    <a:pt x="33686" y="409138"/>
                  </a:cubicBezTo>
                  <a:cubicBezTo>
                    <a:pt x="33824" y="408631"/>
                    <a:pt x="33962" y="408125"/>
                    <a:pt x="34105" y="407603"/>
                  </a:cubicBezTo>
                  <a:cubicBezTo>
                    <a:pt x="34734" y="407480"/>
                    <a:pt x="35363" y="407357"/>
                    <a:pt x="36012" y="407231"/>
                  </a:cubicBezTo>
                  <a:cubicBezTo>
                    <a:pt x="36610" y="407108"/>
                    <a:pt x="37209" y="406985"/>
                    <a:pt x="37825" y="406859"/>
                  </a:cubicBezTo>
                  <a:cubicBezTo>
                    <a:pt x="37825" y="405876"/>
                    <a:pt x="37825" y="404894"/>
                    <a:pt x="37825" y="403882"/>
                  </a:cubicBezTo>
                  <a:cubicBezTo>
                    <a:pt x="39267" y="403464"/>
                    <a:pt x="39267" y="403464"/>
                    <a:pt x="40802" y="403138"/>
                  </a:cubicBezTo>
                  <a:cubicBezTo>
                    <a:pt x="41048" y="402401"/>
                    <a:pt x="41293" y="401665"/>
                    <a:pt x="41546" y="400906"/>
                  </a:cubicBezTo>
                  <a:cubicBezTo>
                    <a:pt x="42022" y="400675"/>
                    <a:pt x="42498" y="400445"/>
                    <a:pt x="42988" y="400208"/>
                  </a:cubicBezTo>
                  <a:cubicBezTo>
                    <a:pt x="44650" y="399546"/>
                    <a:pt x="44650" y="399546"/>
                    <a:pt x="45267" y="397882"/>
                  </a:cubicBezTo>
                  <a:cubicBezTo>
                    <a:pt x="45635" y="397169"/>
                    <a:pt x="45635" y="397169"/>
                    <a:pt x="46011" y="396441"/>
                  </a:cubicBezTo>
                  <a:cubicBezTo>
                    <a:pt x="46998" y="396172"/>
                    <a:pt x="47990" y="395922"/>
                    <a:pt x="48988" y="395697"/>
                  </a:cubicBezTo>
                  <a:cubicBezTo>
                    <a:pt x="49233" y="394960"/>
                    <a:pt x="49479" y="394223"/>
                    <a:pt x="49732" y="393464"/>
                  </a:cubicBezTo>
                  <a:cubicBezTo>
                    <a:pt x="50468" y="393219"/>
                    <a:pt x="51205" y="392973"/>
                    <a:pt x="51964" y="392720"/>
                  </a:cubicBezTo>
                  <a:cubicBezTo>
                    <a:pt x="52210" y="391983"/>
                    <a:pt x="52455" y="391247"/>
                    <a:pt x="52708" y="390488"/>
                  </a:cubicBezTo>
                  <a:cubicBezTo>
                    <a:pt x="53948" y="389991"/>
                    <a:pt x="55189" y="389495"/>
                    <a:pt x="56429" y="388999"/>
                  </a:cubicBezTo>
                  <a:cubicBezTo>
                    <a:pt x="56675" y="388263"/>
                    <a:pt x="56920" y="387526"/>
                    <a:pt x="57173" y="386767"/>
                  </a:cubicBezTo>
                  <a:cubicBezTo>
                    <a:pt x="57649" y="386659"/>
                    <a:pt x="58125" y="386552"/>
                    <a:pt x="58615" y="386441"/>
                  </a:cubicBezTo>
                  <a:cubicBezTo>
                    <a:pt x="59121" y="386303"/>
                    <a:pt x="59628" y="386165"/>
                    <a:pt x="60150" y="386023"/>
                  </a:cubicBezTo>
                  <a:cubicBezTo>
                    <a:pt x="60658" y="385037"/>
                    <a:pt x="61154" y="384044"/>
                    <a:pt x="61638" y="383046"/>
                  </a:cubicBezTo>
                  <a:cubicBezTo>
                    <a:pt x="62624" y="382538"/>
                    <a:pt x="63616" y="382041"/>
                    <a:pt x="64615" y="381558"/>
                  </a:cubicBezTo>
                  <a:cubicBezTo>
                    <a:pt x="64860" y="380821"/>
                    <a:pt x="65106" y="380084"/>
                    <a:pt x="65359" y="379325"/>
                  </a:cubicBezTo>
                  <a:cubicBezTo>
                    <a:pt x="66341" y="379325"/>
                    <a:pt x="67323" y="379325"/>
                    <a:pt x="68335" y="379325"/>
                  </a:cubicBezTo>
                  <a:cubicBezTo>
                    <a:pt x="68775" y="377877"/>
                    <a:pt x="68775" y="377877"/>
                    <a:pt x="69079" y="376349"/>
                  </a:cubicBezTo>
                  <a:cubicBezTo>
                    <a:pt x="69816" y="376103"/>
                    <a:pt x="70553" y="375858"/>
                    <a:pt x="71312" y="375605"/>
                  </a:cubicBezTo>
                  <a:cubicBezTo>
                    <a:pt x="71527" y="375098"/>
                    <a:pt x="71742" y="374592"/>
                    <a:pt x="71963" y="374070"/>
                  </a:cubicBezTo>
                  <a:cubicBezTo>
                    <a:pt x="72239" y="373594"/>
                    <a:pt x="72515" y="373118"/>
                    <a:pt x="72800" y="372628"/>
                  </a:cubicBezTo>
                  <a:cubicBezTo>
                    <a:pt x="74753" y="372442"/>
                    <a:pt x="74753" y="372442"/>
                    <a:pt x="76521" y="372628"/>
                  </a:cubicBezTo>
                  <a:cubicBezTo>
                    <a:pt x="76521" y="371646"/>
                    <a:pt x="76521" y="370664"/>
                    <a:pt x="76521" y="369652"/>
                  </a:cubicBezTo>
                  <a:cubicBezTo>
                    <a:pt x="77509" y="369388"/>
                    <a:pt x="78502" y="369142"/>
                    <a:pt x="79497" y="368908"/>
                  </a:cubicBezTo>
                  <a:cubicBezTo>
                    <a:pt x="79728" y="368401"/>
                    <a:pt x="79958" y="367895"/>
                    <a:pt x="80195" y="367373"/>
                  </a:cubicBezTo>
                  <a:cubicBezTo>
                    <a:pt x="80456" y="366897"/>
                    <a:pt x="80717" y="366421"/>
                    <a:pt x="80986" y="365931"/>
                  </a:cubicBezTo>
                  <a:cubicBezTo>
                    <a:pt x="82939" y="365745"/>
                    <a:pt x="82939" y="365745"/>
                    <a:pt x="84706" y="365931"/>
                  </a:cubicBezTo>
                  <a:cubicBezTo>
                    <a:pt x="84706" y="364949"/>
                    <a:pt x="84706" y="363966"/>
                    <a:pt x="84706" y="362954"/>
                  </a:cubicBezTo>
                  <a:cubicBezTo>
                    <a:pt x="85689" y="362954"/>
                    <a:pt x="86671" y="362954"/>
                    <a:pt x="87683" y="362954"/>
                  </a:cubicBezTo>
                  <a:cubicBezTo>
                    <a:pt x="87821" y="362057"/>
                    <a:pt x="87821" y="362057"/>
                    <a:pt x="87962" y="361141"/>
                  </a:cubicBezTo>
                  <a:cubicBezTo>
                    <a:pt x="88115" y="360511"/>
                    <a:pt x="88269" y="359882"/>
                    <a:pt x="88427" y="359234"/>
                  </a:cubicBezTo>
                  <a:cubicBezTo>
                    <a:pt x="90706" y="358629"/>
                    <a:pt x="90706" y="358629"/>
                    <a:pt x="92892" y="358490"/>
                  </a:cubicBezTo>
                  <a:cubicBezTo>
                    <a:pt x="92892" y="357753"/>
                    <a:pt x="92892" y="357016"/>
                    <a:pt x="92892" y="356257"/>
                  </a:cubicBezTo>
                  <a:cubicBezTo>
                    <a:pt x="93878" y="355748"/>
                    <a:pt x="94870" y="355253"/>
                    <a:pt x="95868" y="354769"/>
                  </a:cubicBezTo>
                  <a:cubicBezTo>
                    <a:pt x="96114" y="354032"/>
                    <a:pt x="96360" y="353295"/>
                    <a:pt x="96613" y="352536"/>
                  </a:cubicBezTo>
                  <a:cubicBezTo>
                    <a:pt x="97848" y="352029"/>
                    <a:pt x="99089" y="351534"/>
                    <a:pt x="100333" y="351048"/>
                  </a:cubicBezTo>
                  <a:cubicBezTo>
                    <a:pt x="100824" y="350311"/>
                    <a:pt x="101315" y="349575"/>
                    <a:pt x="101822" y="348816"/>
                  </a:cubicBezTo>
                  <a:cubicBezTo>
                    <a:pt x="102558" y="348570"/>
                    <a:pt x="103295" y="348325"/>
                    <a:pt x="104054" y="348072"/>
                  </a:cubicBezTo>
                  <a:cubicBezTo>
                    <a:pt x="104300" y="347335"/>
                    <a:pt x="104545" y="346598"/>
                    <a:pt x="104798" y="345839"/>
                  </a:cubicBezTo>
                  <a:cubicBezTo>
                    <a:pt x="106038" y="345343"/>
                    <a:pt x="107279" y="344847"/>
                    <a:pt x="108519" y="344351"/>
                  </a:cubicBezTo>
                  <a:cubicBezTo>
                    <a:pt x="108764" y="343614"/>
                    <a:pt x="109010" y="342877"/>
                    <a:pt x="109263" y="342118"/>
                  </a:cubicBezTo>
                  <a:cubicBezTo>
                    <a:pt x="109723" y="342011"/>
                    <a:pt x="110184" y="341904"/>
                    <a:pt x="110658" y="341793"/>
                  </a:cubicBezTo>
                  <a:cubicBezTo>
                    <a:pt x="112385" y="341514"/>
                    <a:pt x="112385" y="341514"/>
                    <a:pt x="113356" y="339840"/>
                  </a:cubicBezTo>
                  <a:cubicBezTo>
                    <a:pt x="113724" y="339364"/>
                    <a:pt x="114092" y="338888"/>
                    <a:pt x="114472" y="338398"/>
                  </a:cubicBezTo>
                  <a:cubicBezTo>
                    <a:pt x="115454" y="338398"/>
                    <a:pt x="116436" y="338398"/>
                    <a:pt x="117449" y="338398"/>
                  </a:cubicBezTo>
                  <a:cubicBezTo>
                    <a:pt x="117888" y="336950"/>
                    <a:pt x="117888" y="336950"/>
                    <a:pt x="118193" y="335421"/>
                  </a:cubicBezTo>
                  <a:cubicBezTo>
                    <a:pt x="118929" y="335176"/>
                    <a:pt x="119666" y="334930"/>
                    <a:pt x="120425" y="334677"/>
                  </a:cubicBezTo>
                  <a:cubicBezTo>
                    <a:pt x="120640" y="334171"/>
                    <a:pt x="120855" y="333664"/>
                    <a:pt x="121076" y="333142"/>
                  </a:cubicBezTo>
                  <a:cubicBezTo>
                    <a:pt x="121352" y="332666"/>
                    <a:pt x="121629" y="332191"/>
                    <a:pt x="121913" y="331700"/>
                  </a:cubicBezTo>
                  <a:cubicBezTo>
                    <a:pt x="123154" y="331700"/>
                    <a:pt x="124394" y="331700"/>
                    <a:pt x="125634" y="331700"/>
                  </a:cubicBezTo>
                  <a:cubicBezTo>
                    <a:pt x="126081" y="330285"/>
                    <a:pt x="126081" y="330285"/>
                    <a:pt x="126378" y="328724"/>
                  </a:cubicBezTo>
                  <a:cubicBezTo>
                    <a:pt x="127358" y="328203"/>
                    <a:pt x="128350" y="327706"/>
                    <a:pt x="129355" y="327236"/>
                  </a:cubicBezTo>
                  <a:cubicBezTo>
                    <a:pt x="129600" y="326499"/>
                    <a:pt x="129846" y="325762"/>
                    <a:pt x="130099" y="325003"/>
                  </a:cubicBezTo>
                  <a:cubicBezTo>
                    <a:pt x="132378" y="324864"/>
                    <a:pt x="132378" y="324864"/>
                    <a:pt x="134564" y="325003"/>
                  </a:cubicBezTo>
                  <a:cubicBezTo>
                    <a:pt x="134564" y="324021"/>
                    <a:pt x="134564" y="323039"/>
                    <a:pt x="134564" y="322027"/>
                  </a:cubicBezTo>
                  <a:cubicBezTo>
                    <a:pt x="136037" y="321781"/>
                    <a:pt x="137511" y="321536"/>
                    <a:pt x="139029" y="321283"/>
                  </a:cubicBezTo>
                  <a:cubicBezTo>
                    <a:pt x="139029" y="320300"/>
                    <a:pt x="139029" y="319318"/>
                    <a:pt x="139029" y="318306"/>
                  </a:cubicBezTo>
                  <a:cubicBezTo>
                    <a:pt x="139627" y="318383"/>
                    <a:pt x="140226" y="318459"/>
                    <a:pt x="140842" y="318538"/>
                  </a:cubicBezTo>
                  <a:cubicBezTo>
                    <a:pt x="141472" y="318462"/>
                    <a:pt x="142101" y="318385"/>
                    <a:pt x="142749" y="318306"/>
                  </a:cubicBezTo>
                  <a:cubicBezTo>
                    <a:pt x="143003" y="317067"/>
                    <a:pt x="143251" y="315827"/>
                    <a:pt x="143493" y="314585"/>
                  </a:cubicBezTo>
                  <a:cubicBezTo>
                    <a:pt x="145354" y="314120"/>
                    <a:pt x="145354" y="314120"/>
                    <a:pt x="147214" y="313841"/>
                  </a:cubicBezTo>
                  <a:cubicBezTo>
                    <a:pt x="147460" y="313104"/>
                    <a:pt x="147705" y="312368"/>
                    <a:pt x="147958" y="311609"/>
                  </a:cubicBezTo>
                  <a:cubicBezTo>
                    <a:pt x="148588" y="311501"/>
                    <a:pt x="149217" y="311394"/>
                    <a:pt x="149865" y="311283"/>
                  </a:cubicBezTo>
                  <a:cubicBezTo>
                    <a:pt x="150464" y="311145"/>
                    <a:pt x="151062" y="311007"/>
                    <a:pt x="151679" y="310865"/>
                  </a:cubicBezTo>
                  <a:cubicBezTo>
                    <a:pt x="151679" y="309882"/>
                    <a:pt x="151679" y="308900"/>
                    <a:pt x="151679" y="307888"/>
                  </a:cubicBezTo>
                  <a:cubicBezTo>
                    <a:pt x="152400" y="307949"/>
                    <a:pt x="153122" y="308011"/>
                    <a:pt x="153865" y="308074"/>
                  </a:cubicBezTo>
                  <a:cubicBezTo>
                    <a:pt x="154617" y="308013"/>
                    <a:pt x="155369" y="307951"/>
                    <a:pt x="156144" y="307888"/>
                  </a:cubicBezTo>
                  <a:cubicBezTo>
                    <a:pt x="156591" y="306473"/>
                    <a:pt x="156591" y="306473"/>
                    <a:pt x="156888" y="304911"/>
                  </a:cubicBezTo>
                  <a:cubicBezTo>
                    <a:pt x="158122" y="304400"/>
                    <a:pt x="159362" y="303903"/>
                    <a:pt x="160609" y="303423"/>
                  </a:cubicBezTo>
                  <a:cubicBezTo>
                    <a:pt x="160609" y="302686"/>
                    <a:pt x="160609" y="301950"/>
                    <a:pt x="160609" y="301191"/>
                  </a:cubicBezTo>
                  <a:cubicBezTo>
                    <a:pt x="162094" y="300685"/>
                    <a:pt x="163582" y="300189"/>
                    <a:pt x="165074" y="299702"/>
                  </a:cubicBezTo>
                  <a:cubicBezTo>
                    <a:pt x="165319" y="298966"/>
                    <a:pt x="165565" y="298229"/>
                    <a:pt x="165818" y="297470"/>
                  </a:cubicBezTo>
                  <a:cubicBezTo>
                    <a:pt x="167058" y="297222"/>
                    <a:pt x="168298" y="296974"/>
                    <a:pt x="169538" y="296726"/>
                  </a:cubicBezTo>
                  <a:cubicBezTo>
                    <a:pt x="169784" y="295989"/>
                    <a:pt x="170030" y="295252"/>
                    <a:pt x="170282" y="294493"/>
                  </a:cubicBezTo>
                  <a:cubicBezTo>
                    <a:pt x="172561" y="293982"/>
                    <a:pt x="172561" y="293982"/>
                    <a:pt x="174747" y="293749"/>
                  </a:cubicBezTo>
                  <a:cubicBezTo>
                    <a:pt x="174747" y="292767"/>
                    <a:pt x="174747" y="291785"/>
                    <a:pt x="174747" y="290773"/>
                  </a:cubicBezTo>
                  <a:cubicBezTo>
                    <a:pt x="175980" y="290488"/>
                    <a:pt x="177221" y="290241"/>
                    <a:pt x="178468" y="290029"/>
                  </a:cubicBezTo>
                  <a:cubicBezTo>
                    <a:pt x="178714" y="289292"/>
                    <a:pt x="178959" y="288555"/>
                    <a:pt x="179212" y="287796"/>
                  </a:cubicBezTo>
                  <a:cubicBezTo>
                    <a:pt x="179826" y="287689"/>
                    <a:pt x="180440" y="287581"/>
                    <a:pt x="181073" y="287471"/>
                  </a:cubicBezTo>
                  <a:cubicBezTo>
                    <a:pt x="181686" y="287332"/>
                    <a:pt x="182300" y="287194"/>
                    <a:pt x="182933" y="287052"/>
                  </a:cubicBezTo>
                  <a:cubicBezTo>
                    <a:pt x="183040" y="286561"/>
                    <a:pt x="183148" y="286070"/>
                    <a:pt x="183258" y="285564"/>
                  </a:cubicBezTo>
                  <a:cubicBezTo>
                    <a:pt x="183397" y="285073"/>
                    <a:pt x="183535" y="284582"/>
                    <a:pt x="183677" y="284075"/>
                  </a:cubicBezTo>
                  <a:cubicBezTo>
                    <a:pt x="185160" y="283797"/>
                    <a:pt x="186649" y="283549"/>
                    <a:pt x="188142" y="283331"/>
                  </a:cubicBezTo>
                  <a:cubicBezTo>
                    <a:pt x="188387" y="282595"/>
                    <a:pt x="188633" y="281858"/>
                    <a:pt x="188886" y="281099"/>
                  </a:cubicBezTo>
                  <a:cubicBezTo>
                    <a:pt x="189878" y="280603"/>
                    <a:pt x="190870" y="280107"/>
                    <a:pt x="191863" y="279611"/>
                  </a:cubicBezTo>
                  <a:cubicBezTo>
                    <a:pt x="192108" y="278874"/>
                    <a:pt x="192354" y="278137"/>
                    <a:pt x="192607" y="277378"/>
                  </a:cubicBezTo>
                  <a:cubicBezTo>
                    <a:pt x="193343" y="277271"/>
                    <a:pt x="194080" y="277163"/>
                    <a:pt x="194839" y="277053"/>
                  </a:cubicBezTo>
                  <a:cubicBezTo>
                    <a:pt x="195576" y="276915"/>
                    <a:pt x="196313" y="276776"/>
                    <a:pt x="197072" y="276634"/>
                  </a:cubicBezTo>
                  <a:cubicBezTo>
                    <a:pt x="197194" y="276128"/>
                    <a:pt x="197317" y="275621"/>
                    <a:pt x="197444" y="275099"/>
                  </a:cubicBezTo>
                  <a:cubicBezTo>
                    <a:pt x="197566" y="274624"/>
                    <a:pt x="197689" y="274148"/>
                    <a:pt x="197816" y="273658"/>
                  </a:cubicBezTo>
                  <a:cubicBezTo>
                    <a:pt x="200095" y="273471"/>
                    <a:pt x="200095" y="273471"/>
                    <a:pt x="202281" y="273658"/>
                  </a:cubicBezTo>
                  <a:cubicBezTo>
                    <a:pt x="202281" y="272675"/>
                    <a:pt x="202281" y="271693"/>
                    <a:pt x="202281" y="270681"/>
                  </a:cubicBezTo>
                  <a:cubicBezTo>
                    <a:pt x="203756" y="270147"/>
                    <a:pt x="205245" y="269652"/>
                    <a:pt x="206745" y="269193"/>
                  </a:cubicBezTo>
                  <a:cubicBezTo>
                    <a:pt x="206991" y="268456"/>
                    <a:pt x="207236" y="267719"/>
                    <a:pt x="207490" y="266960"/>
                  </a:cubicBezTo>
                  <a:cubicBezTo>
                    <a:pt x="208103" y="266853"/>
                    <a:pt x="208717" y="266745"/>
                    <a:pt x="209350" y="266635"/>
                  </a:cubicBezTo>
                  <a:cubicBezTo>
                    <a:pt x="209964" y="266497"/>
                    <a:pt x="210578" y="266358"/>
                    <a:pt x="211210" y="266216"/>
                  </a:cubicBezTo>
                  <a:cubicBezTo>
                    <a:pt x="211333" y="265710"/>
                    <a:pt x="211456" y="265203"/>
                    <a:pt x="211582" y="264681"/>
                  </a:cubicBezTo>
                  <a:cubicBezTo>
                    <a:pt x="211705" y="264206"/>
                    <a:pt x="211828" y="263730"/>
                    <a:pt x="211954" y="263240"/>
                  </a:cubicBezTo>
                  <a:cubicBezTo>
                    <a:pt x="213195" y="263240"/>
                    <a:pt x="214435" y="263240"/>
                    <a:pt x="215675" y="263240"/>
                  </a:cubicBezTo>
                  <a:cubicBezTo>
                    <a:pt x="215905" y="262764"/>
                    <a:pt x="216136" y="262288"/>
                    <a:pt x="216373" y="261798"/>
                  </a:cubicBezTo>
                  <a:cubicBezTo>
                    <a:pt x="216634" y="261291"/>
                    <a:pt x="216895" y="260785"/>
                    <a:pt x="217163" y="260263"/>
                  </a:cubicBezTo>
                  <a:cubicBezTo>
                    <a:pt x="217915" y="260140"/>
                    <a:pt x="218667" y="260017"/>
                    <a:pt x="219442" y="259891"/>
                  </a:cubicBezTo>
                  <a:cubicBezTo>
                    <a:pt x="220164" y="259768"/>
                    <a:pt x="220885" y="259645"/>
                    <a:pt x="221628" y="259519"/>
                  </a:cubicBezTo>
                  <a:cubicBezTo>
                    <a:pt x="221751" y="259012"/>
                    <a:pt x="221874" y="258506"/>
                    <a:pt x="222000" y="257984"/>
                  </a:cubicBezTo>
                  <a:cubicBezTo>
                    <a:pt x="222123" y="257508"/>
                    <a:pt x="222246" y="257032"/>
                    <a:pt x="222372" y="256542"/>
                  </a:cubicBezTo>
                  <a:cubicBezTo>
                    <a:pt x="223861" y="256542"/>
                    <a:pt x="225349" y="256542"/>
                    <a:pt x="226837" y="256542"/>
                  </a:cubicBezTo>
                  <a:cubicBezTo>
                    <a:pt x="227093" y="255552"/>
                    <a:pt x="227340" y="254560"/>
                    <a:pt x="227581" y="253566"/>
                  </a:cubicBezTo>
                  <a:cubicBezTo>
                    <a:pt x="229860" y="253008"/>
                    <a:pt x="229860" y="253008"/>
                    <a:pt x="232046" y="252822"/>
                  </a:cubicBezTo>
                  <a:cubicBezTo>
                    <a:pt x="232046" y="251839"/>
                    <a:pt x="232046" y="250857"/>
                    <a:pt x="232046" y="249845"/>
                  </a:cubicBezTo>
                  <a:cubicBezTo>
                    <a:pt x="233518" y="249301"/>
                    <a:pt x="235008" y="248808"/>
                    <a:pt x="236511" y="248357"/>
                  </a:cubicBezTo>
                  <a:cubicBezTo>
                    <a:pt x="237002" y="247620"/>
                    <a:pt x="237493" y="246883"/>
                    <a:pt x="237999" y="246124"/>
                  </a:cubicBezTo>
                  <a:cubicBezTo>
                    <a:pt x="239953" y="245985"/>
                    <a:pt x="239953" y="245985"/>
                    <a:pt x="241720" y="246124"/>
                  </a:cubicBezTo>
                  <a:cubicBezTo>
                    <a:pt x="241720" y="245142"/>
                    <a:pt x="241720" y="244160"/>
                    <a:pt x="241720" y="243148"/>
                  </a:cubicBezTo>
                  <a:cubicBezTo>
                    <a:pt x="242441" y="243086"/>
                    <a:pt x="243163" y="243025"/>
                    <a:pt x="243906" y="242962"/>
                  </a:cubicBezTo>
                  <a:cubicBezTo>
                    <a:pt x="244658" y="242778"/>
                    <a:pt x="245410" y="242593"/>
                    <a:pt x="246185" y="242404"/>
                  </a:cubicBezTo>
                  <a:cubicBezTo>
                    <a:pt x="246292" y="241897"/>
                    <a:pt x="246400" y="241391"/>
                    <a:pt x="246510" y="240869"/>
                  </a:cubicBezTo>
                  <a:cubicBezTo>
                    <a:pt x="246649" y="240393"/>
                    <a:pt x="246787" y="239917"/>
                    <a:pt x="246929" y="239427"/>
                  </a:cubicBezTo>
                  <a:cubicBezTo>
                    <a:pt x="249580" y="239241"/>
                    <a:pt x="249580" y="239241"/>
                    <a:pt x="252138" y="239427"/>
                  </a:cubicBezTo>
                  <a:cubicBezTo>
                    <a:pt x="252138" y="238445"/>
                    <a:pt x="252138" y="237463"/>
                    <a:pt x="252138" y="236450"/>
                  </a:cubicBezTo>
                  <a:cubicBezTo>
                    <a:pt x="253863" y="235917"/>
                    <a:pt x="255601" y="235422"/>
                    <a:pt x="257347" y="234962"/>
                  </a:cubicBezTo>
                  <a:cubicBezTo>
                    <a:pt x="257593" y="234226"/>
                    <a:pt x="257838" y="233489"/>
                    <a:pt x="258091" y="232730"/>
                  </a:cubicBezTo>
                  <a:cubicBezTo>
                    <a:pt x="259331" y="232482"/>
                    <a:pt x="260572" y="232234"/>
                    <a:pt x="261812" y="231986"/>
                  </a:cubicBezTo>
                  <a:cubicBezTo>
                    <a:pt x="262057" y="231249"/>
                    <a:pt x="262303" y="230512"/>
                    <a:pt x="262556" y="229753"/>
                  </a:cubicBezTo>
                  <a:cubicBezTo>
                    <a:pt x="264292" y="229257"/>
                    <a:pt x="266029" y="228761"/>
                    <a:pt x="267765" y="228265"/>
                  </a:cubicBezTo>
                  <a:cubicBezTo>
                    <a:pt x="268011" y="227528"/>
                    <a:pt x="268256" y="226792"/>
                    <a:pt x="268509" y="226033"/>
                  </a:cubicBezTo>
                  <a:cubicBezTo>
                    <a:pt x="269246" y="225925"/>
                    <a:pt x="269982" y="225818"/>
                    <a:pt x="270741" y="225707"/>
                  </a:cubicBezTo>
                  <a:cubicBezTo>
                    <a:pt x="271478" y="225569"/>
                    <a:pt x="272215" y="225431"/>
                    <a:pt x="272974" y="225288"/>
                  </a:cubicBezTo>
                  <a:cubicBezTo>
                    <a:pt x="273081" y="224782"/>
                    <a:pt x="273189" y="224275"/>
                    <a:pt x="273299" y="223754"/>
                  </a:cubicBezTo>
                  <a:cubicBezTo>
                    <a:pt x="273438" y="223278"/>
                    <a:pt x="273576" y="222802"/>
                    <a:pt x="273718" y="222312"/>
                  </a:cubicBezTo>
                  <a:cubicBezTo>
                    <a:pt x="276369" y="222126"/>
                    <a:pt x="276369" y="222126"/>
                    <a:pt x="278927" y="222312"/>
                  </a:cubicBezTo>
                  <a:cubicBezTo>
                    <a:pt x="278927" y="221330"/>
                    <a:pt x="278927" y="220347"/>
                    <a:pt x="278927" y="219335"/>
                  </a:cubicBezTo>
                  <a:cubicBezTo>
                    <a:pt x="280652" y="218802"/>
                    <a:pt x="282390" y="218307"/>
                    <a:pt x="284136" y="217847"/>
                  </a:cubicBezTo>
                  <a:cubicBezTo>
                    <a:pt x="284382" y="217110"/>
                    <a:pt x="284627" y="216374"/>
                    <a:pt x="284880" y="215615"/>
                  </a:cubicBezTo>
                  <a:cubicBezTo>
                    <a:pt x="286368" y="215367"/>
                    <a:pt x="287857" y="215118"/>
                    <a:pt x="289345" y="214870"/>
                  </a:cubicBezTo>
                  <a:cubicBezTo>
                    <a:pt x="289591" y="214134"/>
                    <a:pt x="289836" y="213397"/>
                    <a:pt x="290089" y="212638"/>
                  </a:cubicBezTo>
                  <a:cubicBezTo>
                    <a:pt x="292740" y="212126"/>
                    <a:pt x="292740" y="212126"/>
                    <a:pt x="295298" y="211894"/>
                  </a:cubicBezTo>
                  <a:cubicBezTo>
                    <a:pt x="295298" y="210912"/>
                    <a:pt x="295298" y="209929"/>
                    <a:pt x="295298" y="208917"/>
                  </a:cubicBezTo>
                  <a:cubicBezTo>
                    <a:pt x="296142" y="208994"/>
                    <a:pt x="296986" y="209071"/>
                    <a:pt x="297856" y="209150"/>
                  </a:cubicBezTo>
                  <a:cubicBezTo>
                    <a:pt x="298731" y="209073"/>
                    <a:pt x="299606" y="208996"/>
                    <a:pt x="300507" y="208917"/>
                  </a:cubicBezTo>
                  <a:cubicBezTo>
                    <a:pt x="300792" y="207685"/>
                    <a:pt x="301038" y="206443"/>
                    <a:pt x="301251" y="205197"/>
                  </a:cubicBezTo>
                  <a:cubicBezTo>
                    <a:pt x="303484" y="204732"/>
                    <a:pt x="303484" y="204732"/>
                    <a:pt x="305716" y="204452"/>
                  </a:cubicBezTo>
                  <a:cubicBezTo>
                    <a:pt x="305962" y="203716"/>
                    <a:pt x="306207" y="202979"/>
                    <a:pt x="306460" y="202220"/>
                  </a:cubicBezTo>
                  <a:cubicBezTo>
                    <a:pt x="307335" y="201974"/>
                    <a:pt x="308210" y="201729"/>
                    <a:pt x="309111" y="201476"/>
                  </a:cubicBezTo>
                  <a:cubicBezTo>
                    <a:pt x="309955" y="201230"/>
                    <a:pt x="310799" y="200985"/>
                    <a:pt x="311669" y="200732"/>
                  </a:cubicBezTo>
                  <a:cubicBezTo>
                    <a:pt x="311669" y="199995"/>
                    <a:pt x="311669" y="199258"/>
                    <a:pt x="311669" y="198499"/>
                  </a:cubicBezTo>
                  <a:cubicBezTo>
                    <a:pt x="312621" y="198576"/>
                    <a:pt x="313572" y="198653"/>
                    <a:pt x="314553" y="198732"/>
                  </a:cubicBezTo>
                  <a:cubicBezTo>
                    <a:pt x="316178" y="198792"/>
                    <a:pt x="316178" y="198792"/>
                    <a:pt x="317622" y="198499"/>
                  </a:cubicBezTo>
                  <a:cubicBezTo>
                    <a:pt x="318550" y="196706"/>
                    <a:pt x="318550" y="196706"/>
                    <a:pt x="319111" y="194779"/>
                  </a:cubicBezTo>
                  <a:cubicBezTo>
                    <a:pt x="321017" y="194314"/>
                    <a:pt x="321017" y="194314"/>
                    <a:pt x="322831" y="194034"/>
                  </a:cubicBezTo>
                  <a:cubicBezTo>
                    <a:pt x="323077" y="193298"/>
                    <a:pt x="323322" y="192561"/>
                    <a:pt x="323575" y="191802"/>
                  </a:cubicBezTo>
                  <a:cubicBezTo>
                    <a:pt x="324435" y="191695"/>
                    <a:pt x="325294" y="191587"/>
                    <a:pt x="326180" y="191476"/>
                  </a:cubicBezTo>
                  <a:cubicBezTo>
                    <a:pt x="327039" y="191338"/>
                    <a:pt x="327899" y="191200"/>
                    <a:pt x="328784" y="191058"/>
                  </a:cubicBezTo>
                  <a:cubicBezTo>
                    <a:pt x="328907" y="190567"/>
                    <a:pt x="329030" y="190076"/>
                    <a:pt x="329157" y="189570"/>
                  </a:cubicBezTo>
                  <a:cubicBezTo>
                    <a:pt x="329279" y="189079"/>
                    <a:pt x="329402" y="188587"/>
                    <a:pt x="329529" y="188081"/>
                  </a:cubicBezTo>
                  <a:cubicBezTo>
                    <a:pt x="331260" y="187803"/>
                    <a:pt x="332997" y="187555"/>
                    <a:pt x="334738" y="187337"/>
                  </a:cubicBezTo>
                  <a:cubicBezTo>
                    <a:pt x="334983" y="186601"/>
                    <a:pt x="335229" y="185864"/>
                    <a:pt x="335482" y="185105"/>
                  </a:cubicBezTo>
                  <a:cubicBezTo>
                    <a:pt x="336857" y="184724"/>
                    <a:pt x="336857" y="184724"/>
                    <a:pt x="338505" y="184593"/>
                  </a:cubicBezTo>
                  <a:cubicBezTo>
                    <a:pt x="339472" y="184516"/>
                    <a:pt x="340439" y="184440"/>
                    <a:pt x="341435" y="184361"/>
                  </a:cubicBezTo>
                  <a:cubicBezTo>
                    <a:pt x="341435" y="183378"/>
                    <a:pt x="341435" y="182396"/>
                    <a:pt x="341435" y="181384"/>
                  </a:cubicBezTo>
                  <a:cubicBezTo>
                    <a:pt x="342279" y="181307"/>
                    <a:pt x="343123" y="181231"/>
                    <a:pt x="343993" y="181152"/>
                  </a:cubicBezTo>
                  <a:cubicBezTo>
                    <a:pt x="345305" y="180898"/>
                    <a:pt x="345305" y="180898"/>
                    <a:pt x="346644" y="180640"/>
                  </a:cubicBezTo>
                  <a:cubicBezTo>
                    <a:pt x="346889" y="179903"/>
                    <a:pt x="347135" y="179167"/>
                    <a:pt x="347388" y="178408"/>
                  </a:cubicBezTo>
                  <a:cubicBezTo>
                    <a:pt x="348247" y="178300"/>
                    <a:pt x="349107" y="178193"/>
                    <a:pt x="349992" y="178082"/>
                  </a:cubicBezTo>
                  <a:cubicBezTo>
                    <a:pt x="350852" y="177944"/>
                    <a:pt x="351711" y="177806"/>
                    <a:pt x="352597" y="177663"/>
                  </a:cubicBezTo>
                  <a:cubicBezTo>
                    <a:pt x="352720" y="177172"/>
                    <a:pt x="352843" y="176681"/>
                    <a:pt x="352969" y="176175"/>
                  </a:cubicBezTo>
                  <a:cubicBezTo>
                    <a:pt x="353092" y="175684"/>
                    <a:pt x="353215" y="175193"/>
                    <a:pt x="353341" y="174687"/>
                  </a:cubicBezTo>
                  <a:cubicBezTo>
                    <a:pt x="355077" y="174439"/>
                    <a:pt x="356814" y="174191"/>
                    <a:pt x="358550" y="173943"/>
                  </a:cubicBezTo>
                  <a:cubicBezTo>
                    <a:pt x="358657" y="173452"/>
                    <a:pt x="358765" y="172960"/>
                    <a:pt x="358876" y="172454"/>
                  </a:cubicBezTo>
                  <a:cubicBezTo>
                    <a:pt x="359014" y="171963"/>
                    <a:pt x="359152" y="171472"/>
                    <a:pt x="359294" y="170966"/>
                  </a:cubicBezTo>
                  <a:cubicBezTo>
                    <a:pt x="360842" y="170638"/>
                    <a:pt x="362318" y="170546"/>
                    <a:pt x="363899" y="170498"/>
                  </a:cubicBezTo>
                  <a:cubicBezTo>
                    <a:pt x="364566" y="170361"/>
                    <a:pt x="364566" y="170361"/>
                    <a:pt x="365247" y="170222"/>
                  </a:cubicBezTo>
                  <a:cubicBezTo>
                    <a:pt x="365493" y="169485"/>
                    <a:pt x="365738" y="168749"/>
                    <a:pt x="365991" y="167990"/>
                  </a:cubicBezTo>
                  <a:cubicBezTo>
                    <a:pt x="366851" y="167882"/>
                    <a:pt x="367710" y="167775"/>
                    <a:pt x="368596" y="167664"/>
                  </a:cubicBezTo>
                  <a:cubicBezTo>
                    <a:pt x="369455" y="167526"/>
                    <a:pt x="370315" y="167388"/>
                    <a:pt x="371200" y="167245"/>
                  </a:cubicBezTo>
                  <a:cubicBezTo>
                    <a:pt x="371308" y="166739"/>
                    <a:pt x="371415" y="166232"/>
                    <a:pt x="371526" y="165711"/>
                  </a:cubicBezTo>
                  <a:cubicBezTo>
                    <a:pt x="371664" y="165235"/>
                    <a:pt x="371802" y="164759"/>
                    <a:pt x="371945" y="164269"/>
                  </a:cubicBezTo>
                  <a:cubicBezTo>
                    <a:pt x="373929" y="164269"/>
                    <a:pt x="375913" y="164269"/>
                    <a:pt x="377898" y="164269"/>
                  </a:cubicBezTo>
                  <a:cubicBezTo>
                    <a:pt x="378154" y="163279"/>
                    <a:pt x="378401" y="162286"/>
                    <a:pt x="378642" y="161292"/>
                  </a:cubicBezTo>
                  <a:cubicBezTo>
                    <a:pt x="379991" y="160755"/>
                    <a:pt x="379991" y="160755"/>
                    <a:pt x="381618" y="160502"/>
                  </a:cubicBezTo>
                  <a:cubicBezTo>
                    <a:pt x="383218" y="160291"/>
                    <a:pt x="383218" y="160291"/>
                    <a:pt x="384595" y="159804"/>
                  </a:cubicBezTo>
                  <a:cubicBezTo>
                    <a:pt x="384841" y="159067"/>
                    <a:pt x="385086" y="158331"/>
                    <a:pt x="385339" y="157572"/>
                  </a:cubicBezTo>
                  <a:cubicBezTo>
                    <a:pt x="386199" y="157464"/>
                    <a:pt x="387058" y="157357"/>
                    <a:pt x="387944" y="157246"/>
                  </a:cubicBezTo>
                  <a:cubicBezTo>
                    <a:pt x="388803" y="157108"/>
                    <a:pt x="389663" y="156970"/>
                    <a:pt x="390548" y="156827"/>
                  </a:cubicBezTo>
                  <a:cubicBezTo>
                    <a:pt x="390817" y="155841"/>
                    <a:pt x="391067" y="154849"/>
                    <a:pt x="391292" y="153851"/>
                  </a:cubicBezTo>
                  <a:cubicBezTo>
                    <a:pt x="393478" y="153711"/>
                    <a:pt x="393478" y="153711"/>
                    <a:pt x="395757" y="153851"/>
                  </a:cubicBezTo>
                  <a:cubicBezTo>
                    <a:pt x="397509" y="153194"/>
                    <a:pt x="397509" y="153194"/>
                    <a:pt x="397990" y="150874"/>
                  </a:cubicBezTo>
                  <a:cubicBezTo>
                    <a:pt x="399338" y="150598"/>
                    <a:pt x="399338" y="150598"/>
                    <a:pt x="400966" y="150549"/>
                  </a:cubicBezTo>
                  <a:cubicBezTo>
                    <a:pt x="402572" y="150451"/>
                    <a:pt x="402572" y="150451"/>
                    <a:pt x="403943" y="150130"/>
                  </a:cubicBezTo>
                  <a:cubicBezTo>
                    <a:pt x="404065" y="149639"/>
                    <a:pt x="404188" y="149148"/>
                    <a:pt x="404315" y="148642"/>
                  </a:cubicBezTo>
                  <a:cubicBezTo>
                    <a:pt x="404437" y="148151"/>
                    <a:pt x="404560" y="147660"/>
                    <a:pt x="404687" y="147154"/>
                  </a:cubicBezTo>
                  <a:cubicBezTo>
                    <a:pt x="406234" y="146824"/>
                    <a:pt x="407711" y="146734"/>
                    <a:pt x="409291" y="146686"/>
                  </a:cubicBezTo>
                  <a:cubicBezTo>
                    <a:pt x="409959" y="146549"/>
                    <a:pt x="409959" y="146549"/>
                    <a:pt x="410640" y="146409"/>
                  </a:cubicBezTo>
                  <a:cubicBezTo>
                    <a:pt x="410886" y="145673"/>
                    <a:pt x="411131" y="144936"/>
                    <a:pt x="411384" y="144177"/>
                  </a:cubicBezTo>
                  <a:cubicBezTo>
                    <a:pt x="412907" y="143652"/>
                    <a:pt x="414402" y="143426"/>
                    <a:pt x="415988" y="143154"/>
                  </a:cubicBezTo>
                  <a:cubicBezTo>
                    <a:pt x="416434" y="143000"/>
                    <a:pt x="416879" y="142847"/>
                    <a:pt x="417337" y="142689"/>
                  </a:cubicBezTo>
                  <a:cubicBezTo>
                    <a:pt x="417583" y="141952"/>
                    <a:pt x="417828" y="141215"/>
                    <a:pt x="418081" y="140456"/>
                  </a:cubicBezTo>
                  <a:cubicBezTo>
                    <a:pt x="419588" y="140289"/>
                    <a:pt x="421098" y="140128"/>
                    <a:pt x="422613" y="140087"/>
                  </a:cubicBezTo>
                  <a:cubicBezTo>
                    <a:pt x="423082" y="139963"/>
                    <a:pt x="423551" y="139840"/>
                    <a:pt x="424034" y="139712"/>
                  </a:cubicBezTo>
                  <a:cubicBezTo>
                    <a:pt x="424271" y="139216"/>
                    <a:pt x="424508" y="138720"/>
                    <a:pt x="424752" y="138209"/>
                  </a:cubicBezTo>
                  <a:cubicBezTo>
                    <a:pt x="425007" y="137723"/>
                    <a:pt x="425261" y="137237"/>
                    <a:pt x="425523" y="136736"/>
                  </a:cubicBezTo>
                  <a:cubicBezTo>
                    <a:pt x="427133" y="136445"/>
                    <a:pt x="427133" y="136445"/>
                    <a:pt x="428964" y="136550"/>
                  </a:cubicBezTo>
                  <a:cubicBezTo>
                    <a:pt x="429573" y="136576"/>
                    <a:pt x="430181" y="136603"/>
                    <a:pt x="430807" y="136631"/>
                  </a:cubicBezTo>
                  <a:cubicBezTo>
                    <a:pt x="431273" y="136666"/>
                    <a:pt x="431740" y="136700"/>
                    <a:pt x="432220" y="136736"/>
                  </a:cubicBezTo>
                  <a:cubicBezTo>
                    <a:pt x="432220" y="135753"/>
                    <a:pt x="432220" y="134771"/>
                    <a:pt x="432220" y="133759"/>
                  </a:cubicBezTo>
                  <a:cubicBezTo>
                    <a:pt x="433746" y="133662"/>
                    <a:pt x="435272" y="133565"/>
                    <a:pt x="436798" y="133468"/>
                  </a:cubicBezTo>
                  <a:cubicBezTo>
                    <a:pt x="437252" y="133319"/>
                    <a:pt x="437706" y="133169"/>
                    <a:pt x="438173" y="133015"/>
                  </a:cubicBezTo>
                  <a:cubicBezTo>
                    <a:pt x="438281" y="132516"/>
                    <a:pt x="438388" y="132017"/>
                    <a:pt x="438499" y="131503"/>
                  </a:cubicBezTo>
                  <a:cubicBezTo>
                    <a:pt x="438637" y="131020"/>
                    <a:pt x="438775" y="130537"/>
                    <a:pt x="438917" y="130038"/>
                  </a:cubicBezTo>
                  <a:cubicBezTo>
                    <a:pt x="440618" y="129748"/>
                    <a:pt x="440618" y="129748"/>
                    <a:pt x="442684" y="129852"/>
                  </a:cubicBezTo>
                  <a:cubicBezTo>
                    <a:pt x="443368" y="129879"/>
                    <a:pt x="444052" y="129906"/>
                    <a:pt x="444757" y="129934"/>
                  </a:cubicBezTo>
                  <a:cubicBezTo>
                    <a:pt x="445286" y="129968"/>
                    <a:pt x="445814" y="130003"/>
                    <a:pt x="446359" y="130038"/>
                  </a:cubicBezTo>
                  <a:cubicBezTo>
                    <a:pt x="446359" y="129056"/>
                    <a:pt x="446359" y="128074"/>
                    <a:pt x="446359" y="127062"/>
                  </a:cubicBezTo>
                  <a:cubicBezTo>
                    <a:pt x="447824" y="126524"/>
                    <a:pt x="447824" y="126524"/>
                    <a:pt x="449707" y="126271"/>
                  </a:cubicBezTo>
                  <a:cubicBezTo>
                    <a:pt x="451540" y="126069"/>
                    <a:pt x="451540" y="126069"/>
                    <a:pt x="453056" y="125574"/>
                  </a:cubicBezTo>
                  <a:cubicBezTo>
                    <a:pt x="453056" y="124837"/>
                    <a:pt x="453056" y="124100"/>
                    <a:pt x="453056" y="123341"/>
                  </a:cubicBezTo>
                  <a:cubicBezTo>
                    <a:pt x="453584" y="123313"/>
                    <a:pt x="454113" y="123285"/>
                    <a:pt x="454658" y="123257"/>
                  </a:cubicBezTo>
                  <a:cubicBezTo>
                    <a:pt x="455684" y="123183"/>
                    <a:pt x="455684" y="123183"/>
                    <a:pt x="456730" y="123109"/>
                  </a:cubicBezTo>
                  <a:cubicBezTo>
                    <a:pt x="457753" y="123044"/>
                    <a:pt x="457753" y="123044"/>
                    <a:pt x="458797" y="122978"/>
                  </a:cubicBezTo>
                  <a:cubicBezTo>
                    <a:pt x="459358" y="122852"/>
                    <a:pt x="459919" y="122726"/>
                    <a:pt x="460497" y="122597"/>
                  </a:cubicBezTo>
                  <a:cubicBezTo>
                    <a:pt x="460743" y="121860"/>
                    <a:pt x="460988" y="121124"/>
                    <a:pt x="461241" y="120365"/>
                  </a:cubicBezTo>
                  <a:cubicBezTo>
                    <a:pt x="462962" y="119899"/>
                    <a:pt x="462962" y="119899"/>
                    <a:pt x="464962" y="119620"/>
                  </a:cubicBezTo>
                  <a:cubicBezTo>
                    <a:pt x="466597" y="119399"/>
                    <a:pt x="466597" y="119399"/>
                    <a:pt x="467939" y="118876"/>
                  </a:cubicBezTo>
                  <a:cubicBezTo>
                    <a:pt x="468184" y="118140"/>
                    <a:pt x="468430" y="117403"/>
                    <a:pt x="468683" y="116644"/>
                  </a:cubicBezTo>
                  <a:cubicBezTo>
                    <a:pt x="470383" y="116263"/>
                    <a:pt x="470383" y="116263"/>
                    <a:pt x="472450" y="116132"/>
                  </a:cubicBezTo>
                  <a:cubicBezTo>
                    <a:pt x="473476" y="116059"/>
                    <a:pt x="473476" y="116059"/>
                    <a:pt x="474523" y="115984"/>
                  </a:cubicBezTo>
                  <a:cubicBezTo>
                    <a:pt x="475051" y="115956"/>
                    <a:pt x="475580" y="115928"/>
                    <a:pt x="476124" y="115900"/>
                  </a:cubicBezTo>
                  <a:cubicBezTo>
                    <a:pt x="476124" y="114917"/>
                    <a:pt x="476124" y="113935"/>
                    <a:pt x="476124" y="112923"/>
                  </a:cubicBezTo>
                  <a:cubicBezTo>
                    <a:pt x="476837" y="112881"/>
                    <a:pt x="476837" y="112881"/>
                    <a:pt x="477563" y="112839"/>
                  </a:cubicBezTo>
                  <a:cubicBezTo>
                    <a:pt x="478178" y="112790"/>
                    <a:pt x="478793" y="112741"/>
                    <a:pt x="479426" y="112691"/>
                  </a:cubicBezTo>
                  <a:cubicBezTo>
                    <a:pt x="480346" y="112626"/>
                    <a:pt x="480346" y="112626"/>
                    <a:pt x="481284" y="112560"/>
                  </a:cubicBezTo>
                  <a:cubicBezTo>
                    <a:pt x="481791" y="112434"/>
                    <a:pt x="482299" y="112308"/>
                    <a:pt x="482822" y="112179"/>
                  </a:cubicBezTo>
                  <a:cubicBezTo>
                    <a:pt x="483067" y="111442"/>
                    <a:pt x="483313" y="110706"/>
                    <a:pt x="483566" y="109947"/>
                  </a:cubicBezTo>
                  <a:cubicBezTo>
                    <a:pt x="485429" y="109566"/>
                    <a:pt x="485429" y="109566"/>
                    <a:pt x="487705" y="109435"/>
                  </a:cubicBezTo>
                  <a:cubicBezTo>
                    <a:pt x="488458" y="109386"/>
                    <a:pt x="489211" y="109337"/>
                    <a:pt x="489987" y="109287"/>
                  </a:cubicBezTo>
                  <a:cubicBezTo>
                    <a:pt x="490569" y="109259"/>
                    <a:pt x="491151" y="109231"/>
                    <a:pt x="491751" y="109202"/>
                  </a:cubicBezTo>
                  <a:cubicBezTo>
                    <a:pt x="491751" y="108220"/>
                    <a:pt x="491751" y="107238"/>
                    <a:pt x="491751" y="106226"/>
                  </a:cubicBezTo>
                  <a:cubicBezTo>
                    <a:pt x="492464" y="106184"/>
                    <a:pt x="492464" y="106184"/>
                    <a:pt x="493190" y="106142"/>
                  </a:cubicBezTo>
                  <a:cubicBezTo>
                    <a:pt x="493805" y="106093"/>
                    <a:pt x="494420" y="106044"/>
                    <a:pt x="495053" y="105993"/>
                  </a:cubicBezTo>
                  <a:cubicBezTo>
                    <a:pt x="495973" y="105929"/>
                    <a:pt x="495973" y="105929"/>
                    <a:pt x="496911" y="105863"/>
                  </a:cubicBezTo>
                  <a:cubicBezTo>
                    <a:pt x="497418" y="105737"/>
                    <a:pt x="497926" y="105611"/>
                    <a:pt x="498449" y="105482"/>
                  </a:cubicBezTo>
                  <a:cubicBezTo>
                    <a:pt x="498694" y="104745"/>
                    <a:pt x="498940" y="104008"/>
                    <a:pt x="499193" y="103249"/>
                  </a:cubicBezTo>
                  <a:cubicBezTo>
                    <a:pt x="500910" y="102930"/>
                    <a:pt x="502561" y="102922"/>
                    <a:pt x="504306" y="102880"/>
                  </a:cubicBezTo>
                  <a:cubicBezTo>
                    <a:pt x="505090" y="102695"/>
                    <a:pt x="505090" y="102695"/>
                    <a:pt x="505890" y="102505"/>
                  </a:cubicBezTo>
                  <a:cubicBezTo>
                    <a:pt x="506128" y="102013"/>
                    <a:pt x="506366" y="101521"/>
                    <a:pt x="506611" y="101014"/>
                  </a:cubicBezTo>
                  <a:cubicBezTo>
                    <a:pt x="506991" y="100279"/>
                    <a:pt x="506991" y="100279"/>
                    <a:pt x="507378" y="99529"/>
                  </a:cubicBezTo>
                  <a:cubicBezTo>
                    <a:pt x="509339" y="99137"/>
                    <a:pt x="511175" y="99156"/>
                    <a:pt x="513171" y="99133"/>
                  </a:cubicBezTo>
                  <a:cubicBezTo>
                    <a:pt x="513715" y="99018"/>
                    <a:pt x="514259" y="98903"/>
                    <a:pt x="514820" y="98784"/>
                  </a:cubicBezTo>
                  <a:cubicBezTo>
                    <a:pt x="514941" y="98294"/>
                    <a:pt x="515063" y="97804"/>
                    <a:pt x="515189" y="97299"/>
                  </a:cubicBezTo>
                  <a:cubicBezTo>
                    <a:pt x="515374" y="96561"/>
                    <a:pt x="515374" y="96561"/>
                    <a:pt x="515564" y="95808"/>
                  </a:cubicBezTo>
                  <a:cubicBezTo>
                    <a:pt x="517238" y="95433"/>
                    <a:pt x="517238" y="95433"/>
                    <a:pt x="519284" y="95389"/>
                  </a:cubicBezTo>
                  <a:cubicBezTo>
                    <a:pt x="521277" y="95389"/>
                    <a:pt x="521277" y="95389"/>
                    <a:pt x="523005" y="95064"/>
                  </a:cubicBezTo>
                  <a:cubicBezTo>
                    <a:pt x="523251" y="94327"/>
                    <a:pt x="523496" y="93590"/>
                    <a:pt x="523749" y="92831"/>
                  </a:cubicBezTo>
                  <a:cubicBezTo>
                    <a:pt x="525775" y="92451"/>
                    <a:pt x="525775" y="92451"/>
                    <a:pt x="528261" y="92320"/>
                  </a:cubicBezTo>
                  <a:cubicBezTo>
                    <a:pt x="529083" y="92271"/>
                    <a:pt x="529905" y="92222"/>
                    <a:pt x="530752" y="92172"/>
                  </a:cubicBezTo>
                  <a:cubicBezTo>
                    <a:pt x="531388" y="92144"/>
                    <a:pt x="532024" y="92116"/>
                    <a:pt x="532679" y="92087"/>
                  </a:cubicBezTo>
                  <a:cubicBezTo>
                    <a:pt x="532679" y="91105"/>
                    <a:pt x="532679" y="90123"/>
                    <a:pt x="532679" y="89111"/>
                  </a:cubicBezTo>
                  <a:cubicBezTo>
                    <a:pt x="533208" y="89083"/>
                    <a:pt x="533736" y="89055"/>
                    <a:pt x="534281" y="89026"/>
                  </a:cubicBezTo>
                  <a:cubicBezTo>
                    <a:pt x="534965" y="88977"/>
                    <a:pt x="535649" y="88929"/>
                    <a:pt x="536353" y="88878"/>
                  </a:cubicBezTo>
                  <a:cubicBezTo>
                    <a:pt x="537035" y="88835"/>
                    <a:pt x="537717" y="88792"/>
                    <a:pt x="538420" y="88747"/>
                  </a:cubicBezTo>
                  <a:cubicBezTo>
                    <a:pt x="538981" y="88622"/>
                    <a:pt x="539542" y="88496"/>
                    <a:pt x="540120" y="88367"/>
                  </a:cubicBezTo>
                  <a:cubicBezTo>
                    <a:pt x="540366" y="87630"/>
                    <a:pt x="540612" y="86893"/>
                    <a:pt x="540865" y="86134"/>
                  </a:cubicBezTo>
                  <a:cubicBezTo>
                    <a:pt x="542891" y="85753"/>
                    <a:pt x="542891" y="85753"/>
                    <a:pt x="545376" y="85623"/>
                  </a:cubicBezTo>
                  <a:cubicBezTo>
                    <a:pt x="546198" y="85574"/>
                    <a:pt x="547020" y="85525"/>
                    <a:pt x="547867" y="85474"/>
                  </a:cubicBezTo>
                  <a:cubicBezTo>
                    <a:pt x="548503" y="85446"/>
                    <a:pt x="549139" y="85419"/>
                    <a:pt x="549794" y="85390"/>
                  </a:cubicBezTo>
                  <a:cubicBezTo>
                    <a:pt x="549794" y="84408"/>
                    <a:pt x="549794" y="83425"/>
                    <a:pt x="549794" y="82413"/>
                  </a:cubicBezTo>
                  <a:cubicBezTo>
                    <a:pt x="550430" y="82394"/>
                    <a:pt x="551066" y="82375"/>
                    <a:pt x="551721" y="82355"/>
                  </a:cubicBezTo>
                  <a:cubicBezTo>
                    <a:pt x="552544" y="82313"/>
                    <a:pt x="553366" y="82271"/>
                    <a:pt x="554213" y="82227"/>
                  </a:cubicBezTo>
                  <a:cubicBezTo>
                    <a:pt x="555033" y="82193"/>
                    <a:pt x="555853" y="82158"/>
                    <a:pt x="556698" y="82123"/>
                  </a:cubicBezTo>
                  <a:cubicBezTo>
                    <a:pt x="557366" y="81973"/>
                    <a:pt x="558035" y="81823"/>
                    <a:pt x="558724" y="81669"/>
                  </a:cubicBezTo>
                  <a:cubicBezTo>
                    <a:pt x="558987" y="80681"/>
                    <a:pt x="559235" y="79689"/>
                    <a:pt x="559468" y="78693"/>
                  </a:cubicBezTo>
                  <a:cubicBezTo>
                    <a:pt x="561305" y="78318"/>
                    <a:pt x="561305" y="78318"/>
                    <a:pt x="563561" y="78274"/>
                  </a:cubicBezTo>
                  <a:cubicBezTo>
                    <a:pt x="565754" y="78274"/>
                    <a:pt x="565754" y="78274"/>
                    <a:pt x="567654" y="77949"/>
                  </a:cubicBezTo>
                  <a:cubicBezTo>
                    <a:pt x="567899" y="77212"/>
                    <a:pt x="568145" y="76475"/>
                    <a:pt x="568398" y="75716"/>
                  </a:cubicBezTo>
                  <a:cubicBezTo>
                    <a:pt x="570717" y="75396"/>
                    <a:pt x="572988" y="75388"/>
                    <a:pt x="575328" y="75347"/>
                  </a:cubicBezTo>
                  <a:cubicBezTo>
                    <a:pt x="575988" y="75223"/>
                    <a:pt x="576647" y="75099"/>
                    <a:pt x="577327" y="74972"/>
                  </a:cubicBezTo>
                  <a:cubicBezTo>
                    <a:pt x="577590" y="73984"/>
                    <a:pt x="577838" y="72991"/>
                    <a:pt x="578072" y="71995"/>
                  </a:cubicBezTo>
                  <a:cubicBezTo>
                    <a:pt x="579909" y="71620"/>
                    <a:pt x="579909" y="71620"/>
                    <a:pt x="582164" y="71577"/>
                  </a:cubicBezTo>
                  <a:cubicBezTo>
                    <a:pt x="584358" y="71577"/>
                    <a:pt x="584358" y="71577"/>
                    <a:pt x="586257" y="71251"/>
                  </a:cubicBezTo>
                  <a:cubicBezTo>
                    <a:pt x="586503" y="70515"/>
                    <a:pt x="586748" y="69778"/>
                    <a:pt x="587001" y="69019"/>
                  </a:cubicBezTo>
                  <a:cubicBezTo>
                    <a:pt x="589353" y="68638"/>
                    <a:pt x="589353" y="68638"/>
                    <a:pt x="592257" y="68507"/>
                  </a:cubicBezTo>
                  <a:cubicBezTo>
                    <a:pt x="593217" y="68458"/>
                    <a:pt x="594177" y="68409"/>
                    <a:pt x="595166" y="68359"/>
                  </a:cubicBezTo>
                  <a:cubicBezTo>
                    <a:pt x="596282" y="68317"/>
                    <a:pt x="596282" y="68317"/>
                    <a:pt x="597419" y="68275"/>
                  </a:cubicBezTo>
                  <a:cubicBezTo>
                    <a:pt x="597419" y="67292"/>
                    <a:pt x="597419" y="66310"/>
                    <a:pt x="597419" y="65298"/>
                  </a:cubicBezTo>
                  <a:cubicBezTo>
                    <a:pt x="598100" y="65279"/>
                    <a:pt x="598781" y="65260"/>
                    <a:pt x="599483" y="65240"/>
                  </a:cubicBezTo>
                  <a:cubicBezTo>
                    <a:pt x="600810" y="65177"/>
                    <a:pt x="600810" y="65177"/>
                    <a:pt x="602163" y="65112"/>
                  </a:cubicBezTo>
                  <a:cubicBezTo>
                    <a:pt x="603044" y="65078"/>
                    <a:pt x="603924" y="65043"/>
                    <a:pt x="604832" y="65007"/>
                  </a:cubicBezTo>
                  <a:cubicBezTo>
                    <a:pt x="605578" y="64858"/>
                    <a:pt x="606324" y="64708"/>
                    <a:pt x="607093" y="64554"/>
                  </a:cubicBezTo>
                  <a:cubicBezTo>
                    <a:pt x="607450" y="63806"/>
                    <a:pt x="607450" y="63806"/>
                    <a:pt x="607814" y="63042"/>
                  </a:cubicBezTo>
                  <a:cubicBezTo>
                    <a:pt x="608067" y="62559"/>
                    <a:pt x="608320" y="62076"/>
                    <a:pt x="608581" y="61577"/>
                  </a:cubicBezTo>
                  <a:cubicBezTo>
                    <a:pt x="611006" y="61287"/>
                    <a:pt x="611006" y="61287"/>
                    <a:pt x="613883" y="61391"/>
                  </a:cubicBezTo>
                  <a:cubicBezTo>
                    <a:pt x="614837" y="61418"/>
                    <a:pt x="615790" y="61445"/>
                    <a:pt x="616773" y="61473"/>
                  </a:cubicBezTo>
                  <a:cubicBezTo>
                    <a:pt x="617507" y="61507"/>
                    <a:pt x="618242" y="61542"/>
                    <a:pt x="618999" y="61577"/>
                  </a:cubicBezTo>
                  <a:cubicBezTo>
                    <a:pt x="618999" y="60595"/>
                    <a:pt x="618999" y="59613"/>
                    <a:pt x="618999" y="58601"/>
                  </a:cubicBezTo>
                  <a:cubicBezTo>
                    <a:pt x="619743" y="58644"/>
                    <a:pt x="620486" y="58687"/>
                    <a:pt x="621252" y="58732"/>
                  </a:cubicBezTo>
                  <a:cubicBezTo>
                    <a:pt x="622692" y="58782"/>
                    <a:pt x="622692" y="58782"/>
                    <a:pt x="624162" y="58833"/>
                  </a:cubicBezTo>
                  <a:cubicBezTo>
                    <a:pt x="625120" y="58877"/>
                    <a:pt x="626078" y="58920"/>
                    <a:pt x="627066" y="58964"/>
                  </a:cubicBezTo>
                  <a:cubicBezTo>
                    <a:pt x="628230" y="58784"/>
                    <a:pt x="628230" y="58784"/>
                    <a:pt x="629417" y="58601"/>
                  </a:cubicBezTo>
                  <a:cubicBezTo>
                    <a:pt x="629540" y="57987"/>
                    <a:pt x="629663" y="57373"/>
                    <a:pt x="629789" y="56741"/>
                  </a:cubicBezTo>
                  <a:cubicBezTo>
                    <a:pt x="629912" y="56127"/>
                    <a:pt x="630035" y="55513"/>
                    <a:pt x="630161" y="54880"/>
                  </a:cubicBezTo>
                  <a:cubicBezTo>
                    <a:pt x="632513" y="54517"/>
                    <a:pt x="632513" y="54517"/>
                    <a:pt x="635417" y="54648"/>
                  </a:cubicBezTo>
                  <a:cubicBezTo>
                    <a:pt x="636857" y="54698"/>
                    <a:pt x="636857" y="54698"/>
                    <a:pt x="638327" y="54749"/>
                  </a:cubicBezTo>
                  <a:cubicBezTo>
                    <a:pt x="639070" y="54793"/>
                    <a:pt x="639813" y="54836"/>
                    <a:pt x="640579" y="54880"/>
                  </a:cubicBezTo>
                  <a:cubicBezTo>
                    <a:pt x="640579" y="53898"/>
                    <a:pt x="640579" y="52916"/>
                    <a:pt x="640579" y="51904"/>
                  </a:cubicBezTo>
                  <a:cubicBezTo>
                    <a:pt x="641323" y="51884"/>
                    <a:pt x="642066" y="51865"/>
                    <a:pt x="642832" y="51846"/>
                  </a:cubicBezTo>
                  <a:cubicBezTo>
                    <a:pt x="643792" y="51803"/>
                    <a:pt x="644753" y="51761"/>
                    <a:pt x="645742" y="51718"/>
                  </a:cubicBezTo>
                  <a:cubicBezTo>
                    <a:pt x="646700" y="51683"/>
                    <a:pt x="647658" y="51649"/>
                    <a:pt x="648646" y="51613"/>
                  </a:cubicBezTo>
                  <a:cubicBezTo>
                    <a:pt x="649810" y="51388"/>
                    <a:pt x="649810" y="51388"/>
                    <a:pt x="650997" y="51160"/>
                  </a:cubicBezTo>
                  <a:cubicBezTo>
                    <a:pt x="651164" y="50417"/>
                    <a:pt x="651164" y="50417"/>
                    <a:pt x="651335" y="49660"/>
                  </a:cubicBezTo>
                  <a:cubicBezTo>
                    <a:pt x="651469" y="49172"/>
                    <a:pt x="651603" y="48685"/>
                    <a:pt x="651742" y="48183"/>
                  </a:cubicBezTo>
                  <a:cubicBezTo>
                    <a:pt x="654268" y="47840"/>
                    <a:pt x="656648" y="47806"/>
                    <a:pt x="659190" y="47820"/>
                  </a:cubicBezTo>
                  <a:cubicBezTo>
                    <a:pt x="662558" y="47780"/>
                    <a:pt x="662558" y="47780"/>
                    <a:pt x="665255" y="45936"/>
                  </a:cubicBezTo>
                  <a:cubicBezTo>
                    <a:pt x="665933" y="45206"/>
                    <a:pt x="665933" y="45206"/>
                    <a:pt x="666624" y="44462"/>
                  </a:cubicBezTo>
                  <a:cubicBezTo>
                    <a:pt x="668653" y="44198"/>
                    <a:pt x="668653" y="44198"/>
                    <a:pt x="670810" y="44323"/>
                  </a:cubicBezTo>
                  <a:cubicBezTo>
                    <a:pt x="673664" y="44562"/>
                    <a:pt x="673664" y="44562"/>
                    <a:pt x="676298" y="43718"/>
                  </a:cubicBezTo>
                  <a:cubicBezTo>
                    <a:pt x="676298" y="42981"/>
                    <a:pt x="676298" y="42245"/>
                    <a:pt x="676298" y="41486"/>
                  </a:cubicBezTo>
                  <a:cubicBezTo>
                    <a:pt x="677655" y="41457"/>
                    <a:pt x="677655" y="41457"/>
                    <a:pt x="679039" y="41428"/>
                  </a:cubicBezTo>
                  <a:cubicBezTo>
                    <a:pt x="680218" y="41386"/>
                    <a:pt x="681398" y="41343"/>
                    <a:pt x="682577" y="41300"/>
                  </a:cubicBezTo>
                  <a:cubicBezTo>
                    <a:pt x="683473" y="41284"/>
                    <a:pt x="683473" y="41284"/>
                    <a:pt x="684386" y="41268"/>
                  </a:cubicBezTo>
                  <a:cubicBezTo>
                    <a:pt x="686304" y="41220"/>
                    <a:pt x="686304" y="41220"/>
                    <a:pt x="688949" y="40742"/>
                  </a:cubicBezTo>
                  <a:cubicBezTo>
                    <a:pt x="689069" y="40249"/>
                    <a:pt x="689188" y="39756"/>
                    <a:pt x="689312" y="39248"/>
                  </a:cubicBezTo>
                  <a:cubicBezTo>
                    <a:pt x="689500" y="38514"/>
                    <a:pt x="689500" y="38514"/>
                    <a:pt x="689693" y="37765"/>
                  </a:cubicBezTo>
                  <a:cubicBezTo>
                    <a:pt x="690995" y="37394"/>
                    <a:pt x="690995" y="37394"/>
                    <a:pt x="692669" y="37390"/>
                  </a:cubicBezTo>
                  <a:cubicBezTo>
                    <a:pt x="693567" y="37369"/>
                    <a:pt x="693567" y="37369"/>
                    <a:pt x="694483" y="37348"/>
                  </a:cubicBezTo>
                  <a:cubicBezTo>
                    <a:pt x="695112" y="37347"/>
                    <a:pt x="695742" y="37347"/>
                    <a:pt x="696390" y="37346"/>
                  </a:cubicBezTo>
                  <a:cubicBezTo>
                    <a:pt x="697630" y="37340"/>
                    <a:pt x="698871" y="37324"/>
                    <a:pt x="700111" y="37297"/>
                  </a:cubicBezTo>
                  <a:cubicBezTo>
                    <a:pt x="700663" y="37296"/>
                    <a:pt x="701216" y="37296"/>
                    <a:pt x="701785" y="37295"/>
                  </a:cubicBezTo>
                  <a:cubicBezTo>
                    <a:pt x="702215" y="37205"/>
                    <a:pt x="702644" y="37114"/>
                    <a:pt x="703087" y="37021"/>
                  </a:cubicBezTo>
                  <a:cubicBezTo>
                    <a:pt x="703333" y="36284"/>
                    <a:pt x="703578" y="35547"/>
                    <a:pt x="703831" y="34788"/>
                  </a:cubicBezTo>
                  <a:cubicBezTo>
                    <a:pt x="705968" y="34517"/>
                    <a:pt x="707966" y="34372"/>
                    <a:pt x="710110" y="34323"/>
                  </a:cubicBezTo>
                  <a:cubicBezTo>
                    <a:pt x="714164" y="34377"/>
                    <a:pt x="714164" y="34377"/>
                    <a:pt x="717970" y="33300"/>
                  </a:cubicBezTo>
                  <a:cubicBezTo>
                    <a:pt x="717970" y="32563"/>
                    <a:pt x="717970" y="31827"/>
                    <a:pt x="717970" y="31068"/>
                  </a:cubicBezTo>
                  <a:cubicBezTo>
                    <a:pt x="718417" y="31057"/>
                    <a:pt x="718864" y="31046"/>
                    <a:pt x="719324" y="31035"/>
                  </a:cubicBezTo>
                  <a:cubicBezTo>
                    <a:pt x="721338" y="30980"/>
                    <a:pt x="723351" y="30908"/>
                    <a:pt x="725365" y="30835"/>
                  </a:cubicBezTo>
                  <a:cubicBezTo>
                    <a:pt x="726069" y="30818"/>
                    <a:pt x="726772" y="30802"/>
                    <a:pt x="727497" y="30784"/>
                  </a:cubicBezTo>
                  <a:cubicBezTo>
                    <a:pt x="728166" y="30758"/>
                    <a:pt x="728835" y="30732"/>
                    <a:pt x="729525" y="30704"/>
                  </a:cubicBezTo>
                  <a:cubicBezTo>
                    <a:pt x="730144" y="30685"/>
                    <a:pt x="730764" y="30665"/>
                    <a:pt x="731402" y="30645"/>
                  </a:cubicBezTo>
                  <a:cubicBezTo>
                    <a:pt x="731881" y="30539"/>
                    <a:pt x="732360" y="30433"/>
                    <a:pt x="732853" y="30324"/>
                  </a:cubicBezTo>
                  <a:cubicBezTo>
                    <a:pt x="733098" y="29587"/>
                    <a:pt x="733344" y="28850"/>
                    <a:pt x="733597" y="28091"/>
                  </a:cubicBezTo>
                  <a:cubicBezTo>
                    <a:pt x="735691" y="27797"/>
                    <a:pt x="737633" y="27640"/>
                    <a:pt x="739736" y="27580"/>
                  </a:cubicBezTo>
                  <a:cubicBezTo>
                    <a:pt x="740305" y="27554"/>
                    <a:pt x="740874" y="27529"/>
                    <a:pt x="741460" y="27503"/>
                  </a:cubicBezTo>
                  <a:cubicBezTo>
                    <a:pt x="744297" y="27382"/>
                    <a:pt x="747128" y="27319"/>
                    <a:pt x="749968" y="27347"/>
                  </a:cubicBezTo>
                  <a:cubicBezTo>
                    <a:pt x="749968" y="26365"/>
                    <a:pt x="749968" y="25382"/>
                    <a:pt x="749968" y="24370"/>
                  </a:cubicBezTo>
                  <a:cubicBezTo>
                    <a:pt x="750434" y="24363"/>
                    <a:pt x="750899" y="24357"/>
                    <a:pt x="751379" y="24349"/>
                  </a:cubicBezTo>
                  <a:cubicBezTo>
                    <a:pt x="753483" y="24309"/>
                    <a:pt x="755585" y="24247"/>
                    <a:pt x="757689" y="24184"/>
                  </a:cubicBezTo>
                  <a:cubicBezTo>
                    <a:pt x="758421" y="24174"/>
                    <a:pt x="759154" y="24163"/>
                    <a:pt x="759909" y="24152"/>
                  </a:cubicBezTo>
                  <a:cubicBezTo>
                    <a:pt x="760610" y="24128"/>
                    <a:pt x="761310" y="24104"/>
                    <a:pt x="762031" y="24080"/>
                  </a:cubicBezTo>
                  <a:cubicBezTo>
                    <a:pt x="762678" y="24064"/>
                    <a:pt x="763325" y="24049"/>
                    <a:pt x="763992" y="24033"/>
                  </a:cubicBezTo>
                  <a:cubicBezTo>
                    <a:pt x="764785" y="23831"/>
                    <a:pt x="764785" y="23831"/>
                    <a:pt x="765595" y="23626"/>
                  </a:cubicBezTo>
                  <a:cubicBezTo>
                    <a:pt x="765827" y="23132"/>
                    <a:pt x="766059" y="22637"/>
                    <a:pt x="766298" y="22128"/>
                  </a:cubicBezTo>
                  <a:cubicBezTo>
                    <a:pt x="766557" y="21640"/>
                    <a:pt x="766816" y="21152"/>
                    <a:pt x="767083" y="20650"/>
                  </a:cubicBezTo>
                  <a:cubicBezTo>
                    <a:pt x="768960" y="20312"/>
                    <a:pt x="768960" y="20312"/>
                    <a:pt x="771298" y="20359"/>
                  </a:cubicBezTo>
                  <a:cubicBezTo>
                    <a:pt x="772133" y="20369"/>
                    <a:pt x="772967" y="20378"/>
                    <a:pt x="773827" y="20388"/>
                  </a:cubicBezTo>
                  <a:cubicBezTo>
                    <a:pt x="775139" y="20426"/>
                    <a:pt x="775139" y="20426"/>
                    <a:pt x="776478" y="20464"/>
                  </a:cubicBezTo>
                  <a:cubicBezTo>
                    <a:pt x="777799" y="20484"/>
                    <a:pt x="777799" y="20484"/>
                    <a:pt x="779147" y="20504"/>
                  </a:cubicBezTo>
                  <a:cubicBezTo>
                    <a:pt x="781327" y="20540"/>
                    <a:pt x="783507" y="20589"/>
                    <a:pt x="785687" y="20650"/>
                  </a:cubicBezTo>
                  <a:cubicBezTo>
                    <a:pt x="785687" y="19667"/>
                    <a:pt x="785687" y="18685"/>
                    <a:pt x="785687" y="17673"/>
                  </a:cubicBezTo>
                  <a:cubicBezTo>
                    <a:pt x="786265" y="17655"/>
                    <a:pt x="786843" y="17636"/>
                    <a:pt x="787439" y="17617"/>
                  </a:cubicBezTo>
                  <a:cubicBezTo>
                    <a:pt x="790049" y="17531"/>
                    <a:pt x="792658" y="17439"/>
                    <a:pt x="795268" y="17348"/>
                  </a:cubicBezTo>
                  <a:cubicBezTo>
                    <a:pt x="796178" y="17318"/>
                    <a:pt x="797088" y="17289"/>
                    <a:pt x="798026" y="17259"/>
                  </a:cubicBezTo>
                  <a:cubicBezTo>
                    <a:pt x="799328" y="17212"/>
                    <a:pt x="799328" y="17212"/>
                    <a:pt x="800657" y="17164"/>
                  </a:cubicBezTo>
                  <a:cubicBezTo>
                    <a:pt x="801460" y="17137"/>
                    <a:pt x="802262" y="17110"/>
                    <a:pt x="803089" y="17082"/>
                  </a:cubicBezTo>
                  <a:cubicBezTo>
                    <a:pt x="805020" y="17053"/>
                    <a:pt x="805020" y="17053"/>
                    <a:pt x="806523" y="16185"/>
                  </a:cubicBezTo>
                  <a:cubicBezTo>
                    <a:pt x="806523" y="15448"/>
                    <a:pt x="806523" y="14711"/>
                    <a:pt x="806523" y="13952"/>
                  </a:cubicBezTo>
                  <a:cubicBezTo>
                    <a:pt x="807195" y="13942"/>
                    <a:pt x="807867" y="13931"/>
                    <a:pt x="808560" y="13920"/>
                  </a:cubicBezTo>
                  <a:cubicBezTo>
                    <a:pt x="811047" y="13874"/>
                    <a:pt x="813533" y="13819"/>
                    <a:pt x="816020" y="13757"/>
                  </a:cubicBezTo>
                  <a:cubicBezTo>
                    <a:pt x="817097" y="13732"/>
                    <a:pt x="818175" y="13712"/>
                    <a:pt x="819253" y="13695"/>
                  </a:cubicBezTo>
                  <a:cubicBezTo>
                    <a:pt x="820799" y="13670"/>
                    <a:pt x="822345" y="13631"/>
                    <a:pt x="823891" y="13589"/>
                  </a:cubicBezTo>
                  <a:cubicBezTo>
                    <a:pt x="825288" y="13560"/>
                    <a:pt x="825288" y="13560"/>
                    <a:pt x="826713" y="13530"/>
                  </a:cubicBezTo>
                  <a:cubicBezTo>
                    <a:pt x="827417" y="13424"/>
                    <a:pt x="828121" y="13318"/>
                    <a:pt x="828847" y="13208"/>
                  </a:cubicBezTo>
                  <a:cubicBezTo>
                    <a:pt x="829093" y="12472"/>
                    <a:pt x="829338" y="11735"/>
                    <a:pt x="829591" y="10976"/>
                  </a:cubicBezTo>
                  <a:cubicBezTo>
                    <a:pt x="831550" y="10728"/>
                    <a:pt x="833344" y="10630"/>
                    <a:pt x="835309" y="10621"/>
                  </a:cubicBezTo>
                  <a:cubicBezTo>
                    <a:pt x="835882" y="10610"/>
                    <a:pt x="836456" y="10598"/>
                    <a:pt x="837047" y="10586"/>
                  </a:cubicBezTo>
                  <a:cubicBezTo>
                    <a:pt x="838887" y="10551"/>
                    <a:pt x="840727" y="10530"/>
                    <a:pt x="842567" y="10511"/>
                  </a:cubicBezTo>
                  <a:cubicBezTo>
                    <a:pt x="844405" y="10484"/>
                    <a:pt x="846242" y="10453"/>
                    <a:pt x="848079" y="10420"/>
                  </a:cubicBezTo>
                  <a:cubicBezTo>
                    <a:pt x="849225" y="10399"/>
                    <a:pt x="850370" y="10383"/>
                    <a:pt x="851516" y="10372"/>
                  </a:cubicBezTo>
                  <a:cubicBezTo>
                    <a:pt x="854415" y="10385"/>
                    <a:pt x="854415" y="10385"/>
                    <a:pt x="857124" y="9488"/>
                  </a:cubicBezTo>
                  <a:cubicBezTo>
                    <a:pt x="857370" y="8751"/>
                    <a:pt x="857615" y="8014"/>
                    <a:pt x="857868" y="7255"/>
                  </a:cubicBezTo>
                  <a:cubicBezTo>
                    <a:pt x="859224" y="6979"/>
                    <a:pt x="859224" y="6979"/>
                    <a:pt x="861015" y="6981"/>
                  </a:cubicBezTo>
                  <a:cubicBezTo>
                    <a:pt x="861683" y="6976"/>
                    <a:pt x="862351" y="6970"/>
                    <a:pt x="863039" y="6965"/>
                  </a:cubicBezTo>
                  <a:cubicBezTo>
                    <a:pt x="864129" y="6972"/>
                    <a:pt x="864129" y="6972"/>
                    <a:pt x="865240" y="6979"/>
                  </a:cubicBezTo>
                  <a:cubicBezTo>
                    <a:pt x="866760" y="6966"/>
                    <a:pt x="868281" y="6953"/>
                    <a:pt x="869801" y="6940"/>
                  </a:cubicBezTo>
                  <a:cubicBezTo>
                    <a:pt x="872211" y="6932"/>
                    <a:pt x="874622" y="6930"/>
                    <a:pt x="877033" y="6931"/>
                  </a:cubicBezTo>
                  <a:cubicBezTo>
                    <a:pt x="879350" y="6928"/>
                    <a:pt x="881666" y="6908"/>
                    <a:pt x="883983" y="6886"/>
                  </a:cubicBezTo>
                  <a:cubicBezTo>
                    <a:pt x="884709" y="6892"/>
                    <a:pt x="885436" y="6898"/>
                    <a:pt x="886184" y="6904"/>
                  </a:cubicBezTo>
                  <a:cubicBezTo>
                    <a:pt x="886852" y="6897"/>
                    <a:pt x="887520" y="6890"/>
                    <a:pt x="888208" y="6882"/>
                  </a:cubicBezTo>
                  <a:cubicBezTo>
                    <a:pt x="889095" y="6882"/>
                    <a:pt x="889095" y="6882"/>
                    <a:pt x="889999" y="6882"/>
                  </a:cubicBezTo>
                  <a:cubicBezTo>
                    <a:pt x="890446" y="6760"/>
                    <a:pt x="890894" y="6637"/>
                    <a:pt x="891355" y="6511"/>
                  </a:cubicBezTo>
                  <a:cubicBezTo>
                    <a:pt x="891438" y="6021"/>
                    <a:pt x="891521" y="5530"/>
                    <a:pt x="891607" y="5025"/>
                  </a:cubicBezTo>
                  <a:cubicBezTo>
                    <a:pt x="891769" y="4533"/>
                    <a:pt x="891932" y="4041"/>
                    <a:pt x="892099" y="3535"/>
                  </a:cubicBezTo>
                  <a:cubicBezTo>
                    <a:pt x="894251" y="3148"/>
                    <a:pt x="894251" y="3148"/>
                    <a:pt x="897170" y="3128"/>
                  </a:cubicBezTo>
                  <a:cubicBezTo>
                    <a:pt x="897700" y="3121"/>
                    <a:pt x="898230" y="3113"/>
                    <a:pt x="898776" y="3105"/>
                  </a:cubicBezTo>
                  <a:cubicBezTo>
                    <a:pt x="900536" y="3083"/>
                    <a:pt x="902295" y="3082"/>
                    <a:pt x="904055" y="3081"/>
                  </a:cubicBezTo>
                  <a:cubicBezTo>
                    <a:pt x="905271" y="3070"/>
                    <a:pt x="906488" y="3057"/>
                    <a:pt x="907705" y="3044"/>
                  </a:cubicBezTo>
                  <a:cubicBezTo>
                    <a:pt x="910914" y="3011"/>
                    <a:pt x="914123" y="2996"/>
                    <a:pt x="917332" y="2985"/>
                  </a:cubicBezTo>
                  <a:cubicBezTo>
                    <a:pt x="920604" y="2971"/>
                    <a:pt x="923876" y="2939"/>
                    <a:pt x="927148" y="2910"/>
                  </a:cubicBezTo>
                  <a:cubicBezTo>
                    <a:pt x="933572" y="2853"/>
                    <a:pt x="939997" y="2816"/>
                    <a:pt x="946421" y="2790"/>
                  </a:cubicBezTo>
                  <a:cubicBezTo>
                    <a:pt x="946421" y="2054"/>
                    <a:pt x="946421" y="1317"/>
                    <a:pt x="946421" y="558"/>
                  </a:cubicBezTo>
                  <a:close/>
                </a:path>
              </a:pathLst>
            </a:custGeom>
            <a:grpFill/>
            <a:ln w="744" cap="flat">
              <a:noFill/>
              <a:prstDash val="solid"/>
              <a:miter/>
            </a:ln>
          </p:spPr>
          <p:txBody>
            <a:bodyPr rtlCol="0" anchor="ctr"/>
            <a:lstStyle/>
            <a:p>
              <a:endParaRPr lang="zh-CN" altLang="en-US"/>
            </a:p>
          </p:txBody>
        </p:sp>
        <p:sp>
          <p:nvSpPr>
            <p:cNvPr id="133" name="任意多边形: 形状 132"/>
            <p:cNvSpPr/>
            <p:nvPr/>
          </p:nvSpPr>
          <p:spPr>
            <a:xfrm>
              <a:off x="4078981" y="609990"/>
              <a:ext cx="328946" cy="1012478"/>
            </a:xfrm>
            <a:custGeom>
              <a:avLst/>
              <a:gdLst>
                <a:gd name="connsiteX0" fmla="*/ 243215 w 328950"/>
                <a:gd name="connsiteY0" fmla="*/ 92159 h 1012446"/>
                <a:gd name="connsiteX1" fmla="*/ 241287 w 328950"/>
                <a:gd name="connsiteY1" fmla="*/ 92175 h 1012446"/>
                <a:gd name="connsiteX2" fmla="*/ 234779 w 328950"/>
                <a:gd name="connsiteY2" fmla="*/ 92205 h 1012446"/>
                <a:gd name="connsiteX3" fmla="*/ 229997 w 328950"/>
                <a:gd name="connsiteY3" fmla="*/ 92231 h 1012446"/>
                <a:gd name="connsiteX4" fmla="*/ 216997 w 328950"/>
                <a:gd name="connsiteY4" fmla="*/ 92295 h 1012446"/>
                <a:gd name="connsiteX5" fmla="*/ 203173 w 328950"/>
                <a:gd name="connsiteY5" fmla="*/ 92366 h 1012446"/>
                <a:gd name="connsiteX6" fmla="*/ 178570 w 328950"/>
                <a:gd name="connsiteY6" fmla="*/ 92490 h 1012446"/>
                <a:gd name="connsiteX7" fmla="*/ 154582 w 328950"/>
                <a:gd name="connsiteY7" fmla="*/ 92614 h 1012446"/>
                <a:gd name="connsiteX8" fmla="*/ 153086 w 328950"/>
                <a:gd name="connsiteY8" fmla="*/ 92621 h 1012446"/>
                <a:gd name="connsiteX9" fmla="*/ 147130 w 328950"/>
                <a:gd name="connsiteY9" fmla="*/ 92650 h 1012446"/>
                <a:gd name="connsiteX10" fmla="*/ 82628 w 328950"/>
                <a:gd name="connsiteY10" fmla="*/ 92980 h 1012446"/>
                <a:gd name="connsiteX11" fmla="*/ 82617 w 328950"/>
                <a:gd name="connsiteY11" fmla="*/ 167358 h 1012446"/>
                <a:gd name="connsiteX12" fmla="*/ 82616 w 328950"/>
                <a:gd name="connsiteY12" fmla="*/ 168860 h 1012446"/>
                <a:gd name="connsiteX13" fmla="*/ 82597 w 328950"/>
                <a:gd name="connsiteY13" fmla="*/ 327643 h 1012446"/>
                <a:gd name="connsiteX14" fmla="*/ 82596 w 328950"/>
                <a:gd name="connsiteY14" fmla="*/ 331170 h 1012446"/>
                <a:gd name="connsiteX15" fmla="*/ 82590 w 328950"/>
                <a:gd name="connsiteY15" fmla="*/ 405209 h 1012446"/>
                <a:gd name="connsiteX16" fmla="*/ 82588 w 328950"/>
                <a:gd name="connsiteY16" fmla="*/ 442418 h 1012446"/>
                <a:gd name="connsiteX17" fmla="*/ 82587 w 328950"/>
                <a:gd name="connsiteY17" fmla="*/ 448033 h 1012446"/>
                <a:gd name="connsiteX18" fmla="*/ 82577 w 328950"/>
                <a:gd name="connsiteY18" fmla="*/ 534543 h 1012446"/>
                <a:gd name="connsiteX19" fmla="*/ 82577 w 328950"/>
                <a:gd name="connsiteY19" fmla="*/ 536424 h 1012446"/>
                <a:gd name="connsiteX20" fmla="*/ 82572 w 328950"/>
                <a:gd name="connsiteY20" fmla="*/ 566443 h 1012446"/>
                <a:gd name="connsiteX21" fmla="*/ 82560 w 328950"/>
                <a:gd name="connsiteY21" fmla="*/ 652923 h 1012446"/>
                <a:gd name="connsiteX22" fmla="*/ 82560 w 328950"/>
                <a:gd name="connsiteY22" fmla="*/ 654717 h 1012446"/>
                <a:gd name="connsiteX23" fmla="*/ 82558 w 328950"/>
                <a:gd name="connsiteY23" fmla="*/ 693732 h 1012446"/>
                <a:gd name="connsiteX24" fmla="*/ 82558 w 328950"/>
                <a:gd name="connsiteY24" fmla="*/ 709425 h 1012446"/>
                <a:gd name="connsiteX25" fmla="*/ 82558 w 328950"/>
                <a:gd name="connsiteY25" fmla="*/ 711161 h 1012446"/>
                <a:gd name="connsiteX26" fmla="*/ 82549 w 328950"/>
                <a:gd name="connsiteY26" fmla="*/ 766533 h 1012446"/>
                <a:gd name="connsiteX27" fmla="*/ 82543 w 328950"/>
                <a:gd name="connsiteY27" fmla="*/ 822428 h 1012446"/>
                <a:gd name="connsiteX28" fmla="*/ 82544 w 328950"/>
                <a:gd name="connsiteY28" fmla="*/ 830142 h 1012446"/>
                <a:gd name="connsiteX29" fmla="*/ 82544 w 328950"/>
                <a:gd name="connsiteY29" fmla="*/ 831670 h 1012446"/>
                <a:gd name="connsiteX30" fmla="*/ 82539 w 328950"/>
                <a:gd name="connsiteY30" fmla="*/ 855662 h 1012446"/>
                <a:gd name="connsiteX31" fmla="*/ 82537 w 328950"/>
                <a:gd name="connsiteY31" fmla="*/ 878012 h 1012446"/>
                <a:gd name="connsiteX32" fmla="*/ 82537 w 328950"/>
                <a:gd name="connsiteY32" fmla="*/ 890744 h 1012446"/>
                <a:gd name="connsiteX33" fmla="*/ 82534 w 328950"/>
                <a:gd name="connsiteY33" fmla="*/ 902485 h 1012446"/>
                <a:gd name="connsiteX34" fmla="*/ 82537 w 328950"/>
                <a:gd name="connsiteY34" fmla="*/ 906717 h 1012446"/>
                <a:gd name="connsiteX35" fmla="*/ 82533 w 328950"/>
                <a:gd name="connsiteY35" fmla="*/ 912584 h 1012446"/>
                <a:gd name="connsiteX36" fmla="*/ 82536 w 328950"/>
                <a:gd name="connsiteY36" fmla="*/ 914327 h 1012446"/>
                <a:gd name="connsiteX37" fmla="*/ 82628 w 328950"/>
                <a:gd name="connsiteY37" fmla="*/ 919720 h 1012446"/>
                <a:gd name="connsiteX38" fmla="*/ 87743 w 328950"/>
                <a:gd name="connsiteY38" fmla="*/ 920557 h 1012446"/>
                <a:gd name="connsiteX39" fmla="*/ 89662 w 328950"/>
                <a:gd name="connsiteY39" fmla="*/ 920549 h 1012446"/>
                <a:gd name="connsiteX40" fmla="*/ 96098 w 328950"/>
                <a:gd name="connsiteY40" fmla="*/ 920543 h 1012446"/>
                <a:gd name="connsiteX41" fmla="*/ 100835 w 328950"/>
                <a:gd name="connsiteY41" fmla="*/ 920535 h 1012446"/>
                <a:gd name="connsiteX42" fmla="*/ 111006 w 328950"/>
                <a:gd name="connsiteY42" fmla="*/ 920525 h 1012446"/>
                <a:gd name="connsiteX43" fmla="*/ 127395 w 328950"/>
                <a:gd name="connsiteY43" fmla="*/ 920504 h 1012446"/>
                <a:gd name="connsiteX44" fmla="*/ 163646 w 328950"/>
                <a:gd name="connsiteY44" fmla="*/ 920466 h 1012446"/>
                <a:gd name="connsiteX45" fmla="*/ 200083 w 328950"/>
                <a:gd name="connsiteY45" fmla="*/ 920426 h 1012446"/>
                <a:gd name="connsiteX46" fmla="*/ 216551 w 328950"/>
                <a:gd name="connsiteY46" fmla="*/ 920408 h 1012446"/>
                <a:gd name="connsiteX47" fmla="*/ 226977 w 328950"/>
                <a:gd name="connsiteY47" fmla="*/ 920395 h 1012446"/>
                <a:gd name="connsiteX48" fmla="*/ 231813 w 328950"/>
                <a:gd name="connsiteY48" fmla="*/ 920392 h 1012446"/>
                <a:gd name="connsiteX49" fmla="*/ 238575 w 328950"/>
                <a:gd name="connsiteY49" fmla="*/ 920379 h 1012446"/>
                <a:gd name="connsiteX50" fmla="*/ 240605 w 328950"/>
                <a:gd name="connsiteY50" fmla="*/ 920380 h 1012446"/>
                <a:gd name="connsiteX51" fmla="*/ 247083 w 328950"/>
                <a:gd name="connsiteY51" fmla="*/ 920464 h 1012446"/>
                <a:gd name="connsiteX52" fmla="*/ 249316 w 328950"/>
                <a:gd name="connsiteY52" fmla="*/ 921208 h 1012446"/>
                <a:gd name="connsiteX53" fmla="*/ 250160 w 328950"/>
                <a:gd name="connsiteY53" fmla="*/ 915875 h 1012446"/>
                <a:gd name="connsiteX54" fmla="*/ 250155 w 328950"/>
                <a:gd name="connsiteY54" fmla="*/ 914235 h 1012446"/>
                <a:gd name="connsiteX55" fmla="*/ 250160 w 328950"/>
                <a:gd name="connsiteY55" fmla="*/ 908671 h 1012446"/>
                <a:gd name="connsiteX56" fmla="*/ 250159 w 328950"/>
                <a:gd name="connsiteY56" fmla="*/ 904541 h 1012446"/>
                <a:gd name="connsiteX57" fmla="*/ 250165 w 328950"/>
                <a:gd name="connsiteY57" fmla="*/ 893120 h 1012446"/>
                <a:gd name="connsiteX58" fmla="*/ 250169 w 328950"/>
                <a:gd name="connsiteY58" fmla="*/ 880539 h 1012446"/>
                <a:gd name="connsiteX59" fmla="*/ 250179 w 328950"/>
                <a:gd name="connsiteY59" fmla="*/ 855583 h 1012446"/>
                <a:gd name="connsiteX60" fmla="*/ 250184 w 328950"/>
                <a:gd name="connsiteY60" fmla="*/ 833122 h 1012446"/>
                <a:gd name="connsiteX61" fmla="*/ 250185 w 328950"/>
                <a:gd name="connsiteY61" fmla="*/ 831599 h 1012446"/>
                <a:gd name="connsiteX62" fmla="*/ 250188 w 328950"/>
                <a:gd name="connsiteY62" fmla="*/ 825458 h 1012446"/>
                <a:gd name="connsiteX63" fmla="*/ 250209 w 328950"/>
                <a:gd name="connsiteY63" fmla="*/ 752651 h 1012446"/>
                <a:gd name="connsiteX64" fmla="*/ 250216 w 328950"/>
                <a:gd name="connsiteY64" fmla="*/ 716314 h 1012446"/>
                <a:gd name="connsiteX65" fmla="*/ 250236 w 328950"/>
                <a:gd name="connsiteY65" fmla="*/ 599965 h 1012446"/>
                <a:gd name="connsiteX66" fmla="*/ 250237 w 328950"/>
                <a:gd name="connsiteY66" fmla="*/ 594400 h 1012446"/>
                <a:gd name="connsiteX67" fmla="*/ 250237 w 328950"/>
                <a:gd name="connsiteY67" fmla="*/ 583238 h 1012446"/>
                <a:gd name="connsiteX68" fmla="*/ 250238 w 328950"/>
                <a:gd name="connsiteY68" fmla="*/ 570169 h 1012446"/>
                <a:gd name="connsiteX69" fmla="*/ 250239 w 328950"/>
                <a:gd name="connsiteY69" fmla="*/ 566427 h 1012446"/>
                <a:gd name="connsiteX70" fmla="*/ 250269 w 328950"/>
                <a:gd name="connsiteY70" fmla="*/ 446176 h 1012446"/>
                <a:gd name="connsiteX71" fmla="*/ 250297 w 328950"/>
                <a:gd name="connsiteY71" fmla="*/ 359709 h 1012446"/>
                <a:gd name="connsiteX72" fmla="*/ 250297 w 328950"/>
                <a:gd name="connsiteY72" fmla="*/ 357915 h 1012446"/>
                <a:gd name="connsiteX73" fmla="*/ 250300 w 328950"/>
                <a:gd name="connsiteY73" fmla="*/ 318907 h 1012446"/>
                <a:gd name="connsiteX74" fmla="*/ 250300 w 328950"/>
                <a:gd name="connsiteY74" fmla="*/ 304954 h 1012446"/>
                <a:gd name="connsiteX75" fmla="*/ 250301 w 328950"/>
                <a:gd name="connsiteY75" fmla="*/ 301482 h 1012446"/>
                <a:gd name="connsiteX76" fmla="*/ 250319 w 328950"/>
                <a:gd name="connsiteY76" fmla="*/ 246122 h 1012446"/>
                <a:gd name="connsiteX77" fmla="*/ 250329 w 328950"/>
                <a:gd name="connsiteY77" fmla="*/ 190242 h 1012446"/>
                <a:gd name="connsiteX78" fmla="*/ 250326 w 328950"/>
                <a:gd name="connsiteY78" fmla="*/ 182531 h 1012446"/>
                <a:gd name="connsiteX79" fmla="*/ 250326 w 328950"/>
                <a:gd name="connsiteY79" fmla="*/ 181003 h 1012446"/>
                <a:gd name="connsiteX80" fmla="*/ 250336 w 328950"/>
                <a:gd name="connsiteY80" fmla="*/ 157018 h 1012446"/>
                <a:gd name="connsiteX81" fmla="*/ 250341 w 328950"/>
                <a:gd name="connsiteY81" fmla="*/ 134675 h 1012446"/>
                <a:gd name="connsiteX82" fmla="*/ 250337 w 328950"/>
                <a:gd name="connsiteY82" fmla="*/ 121947 h 1012446"/>
                <a:gd name="connsiteX83" fmla="*/ 250345 w 328950"/>
                <a:gd name="connsiteY83" fmla="*/ 110210 h 1012446"/>
                <a:gd name="connsiteX84" fmla="*/ 250337 w 328950"/>
                <a:gd name="connsiteY84" fmla="*/ 105979 h 1012446"/>
                <a:gd name="connsiteX85" fmla="*/ 250347 w 328950"/>
                <a:gd name="connsiteY85" fmla="*/ 100114 h 1012446"/>
                <a:gd name="connsiteX86" fmla="*/ 250338 w 328950"/>
                <a:gd name="connsiteY86" fmla="*/ 98372 h 1012446"/>
                <a:gd name="connsiteX87" fmla="*/ 250060 w 328950"/>
                <a:gd name="connsiteY87" fmla="*/ 92980 h 1012446"/>
                <a:gd name="connsiteX88" fmla="*/ 243215 w 328950"/>
                <a:gd name="connsiteY88" fmla="*/ 92159 h 1012446"/>
                <a:gd name="connsiteX89" fmla="*/ 50775 w 328950"/>
                <a:gd name="connsiteY89" fmla="*/ 8 h 1012446"/>
                <a:gd name="connsiteX90" fmla="*/ 59461 w 328950"/>
                <a:gd name="connsiteY90" fmla="*/ 21 h 1012446"/>
                <a:gd name="connsiteX91" fmla="*/ 68820 w 328950"/>
                <a:gd name="connsiteY91" fmla="*/ 12 h 1012446"/>
                <a:gd name="connsiteX92" fmla="*/ 87161 w 328950"/>
                <a:gd name="connsiteY92" fmla="*/ 26 h 1012446"/>
                <a:gd name="connsiteX93" fmla="*/ 108499 w 328950"/>
                <a:gd name="connsiteY93" fmla="*/ 41 h 1012446"/>
                <a:gd name="connsiteX94" fmla="*/ 146557 w 328950"/>
                <a:gd name="connsiteY94" fmla="*/ 82 h 1012446"/>
                <a:gd name="connsiteX95" fmla="*/ 183527 w 328950"/>
                <a:gd name="connsiteY95" fmla="*/ 113 h 1012446"/>
                <a:gd name="connsiteX96" fmla="*/ 223746 w 328950"/>
                <a:gd name="connsiteY96" fmla="*/ 121 h 1012446"/>
                <a:gd name="connsiteX97" fmla="*/ 228030 w 328950"/>
                <a:gd name="connsiteY97" fmla="*/ 126 h 1012446"/>
                <a:gd name="connsiteX98" fmla="*/ 230159 w 328950"/>
                <a:gd name="connsiteY98" fmla="*/ 129 h 1012446"/>
                <a:gd name="connsiteX99" fmla="*/ 245051 w 328950"/>
                <a:gd name="connsiteY99" fmla="*/ 131 h 1012446"/>
                <a:gd name="connsiteX100" fmla="*/ 263183 w 328950"/>
                <a:gd name="connsiteY100" fmla="*/ 158 h 1012446"/>
                <a:gd name="connsiteX101" fmla="*/ 272443 w 328950"/>
                <a:gd name="connsiteY101" fmla="*/ 168 h 1012446"/>
                <a:gd name="connsiteX102" fmla="*/ 280905 w 328950"/>
                <a:gd name="connsiteY102" fmla="*/ 188 h 1012446"/>
                <a:gd name="connsiteX103" fmla="*/ 283980 w 328950"/>
                <a:gd name="connsiteY103" fmla="*/ 186 h 1012446"/>
                <a:gd name="connsiteX104" fmla="*/ 288133 w 328950"/>
                <a:gd name="connsiteY104" fmla="*/ 204 h 1012446"/>
                <a:gd name="connsiteX105" fmla="*/ 290471 w 328950"/>
                <a:gd name="connsiteY105" fmla="*/ 208 h 1012446"/>
                <a:gd name="connsiteX106" fmla="*/ 292193 w 328950"/>
                <a:gd name="connsiteY106" fmla="*/ 583 h 1012446"/>
                <a:gd name="connsiteX107" fmla="*/ 292937 w 328950"/>
                <a:gd name="connsiteY107" fmla="*/ 3559 h 1012446"/>
                <a:gd name="connsiteX108" fmla="*/ 295170 w 328950"/>
                <a:gd name="connsiteY108" fmla="*/ 5048 h 1012446"/>
                <a:gd name="connsiteX109" fmla="*/ 295914 w 328950"/>
                <a:gd name="connsiteY109" fmla="*/ 7280 h 1012446"/>
                <a:gd name="connsiteX110" fmla="*/ 298146 w 328950"/>
                <a:gd name="connsiteY110" fmla="*/ 8768 h 1012446"/>
                <a:gd name="connsiteX111" fmla="*/ 298890 w 328950"/>
                <a:gd name="connsiteY111" fmla="*/ 11001 h 1012446"/>
                <a:gd name="connsiteX112" fmla="*/ 301123 w 328950"/>
                <a:gd name="connsiteY112" fmla="*/ 11745 h 1012446"/>
                <a:gd name="connsiteX113" fmla="*/ 301867 w 328950"/>
                <a:gd name="connsiteY113" fmla="*/ 13977 h 1012446"/>
                <a:gd name="connsiteX114" fmla="*/ 304099 w 328950"/>
                <a:gd name="connsiteY114" fmla="*/ 14721 h 1012446"/>
                <a:gd name="connsiteX115" fmla="*/ 304843 w 328950"/>
                <a:gd name="connsiteY115" fmla="*/ 17698 h 1012446"/>
                <a:gd name="connsiteX116" fmla="*/ 307076 w 328950"/>
                <a:gd name="connsiteY116" fmla="*/ 19930 h 1012446"/>
                <a:gd name="connsiteX117" fmla="*/ 307076 w 328950"/>
                <a:gd name="connsiteY117" fmla="*/ 21419 h 1012446"/>
                <a:gd name="connsiteX118" fmla="*/ 310052 w 328950"/>
                <a:gd name="connsiteY118" fmla="*/ 21419 h 1012446"/>
                <a:gd name="connsiteX119" fmla="*/ 313029 w 328950"/>
                <a:gd name="connsiteY119" fmla="*/ 27372 h 1012446"/>
                <a:gd name="connsiteX120" fmla="*/ 315261 w 328950"/>
                <a:gd name="connsiteY120" fmla="*/ 28116 h 1012446"/>
                <a:gd name="connsiteX121" fmla="*/ 316006 w 328950"/>
                <a:gd name="connsiteY121" fmla="*/ 30348 h 1012446"/>
                <a:gd name="connsiteX122" fmla="*/ 317866 w 328950"/>
                <a:gd name="connsiteY122" fmla="*/ 31418 h 1012446"/>
                <a:gd name="connsiteX123" fmla="*/ 320238 w 328950"/>
                <a:gd name="connsiteY123" fmla="*/ 34209 h 1012446"/>
                <a:gd name="connsiteX124" fmla="*/ 320470 w 328950"/>
                <a:gd name="connsiteY124" fmla="*/ 35557 h 1012446"/>
                <a:gd name="connsiteX125" fmla="*/ 321959 w 328950"/>
                <a:gd name="connsiteY125" fmla="*/ 35557 h 1012446"/>
                <a:gd name="connsiteX126" fmla="*/ 322284 w 328950"/>
                <a:gd name="connsiteY126" fmla="*/ 36999 h 1012446"/>
                <a:gd name="connsiteX127" fmla="*/ 322703 w 328950"/>
                <a:gd name="connsiteY127" fmla="*/ 38534 h 1012446"/>
                <a:gd name="connsiteX128" fmla="*/ 324935 w 328950"/>
                <a:gd name="connsiteY128" fmla="*/ 39278 h 1012446"/>
                <a:gd name="connsiteX129" fmla="*/ 325261 w 328950"/>
                <a:gd name="connsiteY129" fmla="*/ 40813 h 1012446"/>
                <a:gd name="connsiteX130" fmla="*/ 325679 w 328950"/>
                <a:gd name="connsiteY130" fmla="*/ 42255 h 1012446"/>
                <a:gd name="connsiteX131" fmla="*/ 328656 w 328950"/>
                <a:gd name="connsiteY131" fmla="*/ 42255 h 1012446"/>
                <a:gd name="connsiteX132" fmla="*/ 328691 w 328950"/>
                <a:gd name="connsiteY132" fmla="*/ 127425 h 1012446"/>
                <a:gd name="connsiteX133" fmla="*/ 328692 w 328950"/>
                <a:gd name="connsiteY133" fmla="*/ 129108 h 1012446"/>
                <a:gd name="connsiteX134" fmla="*/ 328750 w 328950"/>
                <a:gd name="connsiteY134" fmla="*/ 307625 h 1012446"/>
                <a:gd name="connsiteX135" fmla="*/ 328751 w 328950"/>
                <a:gd name="connsiteY135" fmla="*/ 311589 h 1012446"/>
                <a:gd name="connsiteX136" fmla="*/ 328770 w 328950"/>
                <a:gd name="connsiteY136" fmla="*/ 394784 h 1012446"/>
                <a:gd name="connsiteX137" fmla="*/ 328778 w 328950"/>
                <a:gd name="connsiteY137" fmla="*/ 436573 h 1012446"/>
                <a:gd name="connsiteX138" fmla="*/ 328779 w 328950"/>
                <a:gd name="connsiteY138" fmla="*/ 442877 h 1012446"/>
                <a:gd name="connsiteX139" fmla="*/ 328809 w 328950"/>
                <a:gd name="connsiteY139" fmla="*/ 539987 h 1012446"/>
                <a:gd name="connsiteX140" fmla="*/ 328810 w 328950"/>
                <a:gd name="connsiteY140" fmla="*/ 542098 h 1012446"/>
                <a:gd name="connsiteX141" fmla="*/ 328825 w 328950"/>
                <a:gd name="connsiteY141" fmla="*/ 575782 h 1012446"/>
                <a:gd name="connsiteX142" fmla="*/ 328859 w 328950"/>
                <a:gd name="connsiteY142" fmla="*/ 672764 h 1012446"/>
                <a:gd name="connsiteX143" fmla="*/ 328860 w 328950"/>
                <a:gd name="connsiteY143" fmla="*/ 674777 h 1012446"/>
                <a:gd name="connsiteX144" fmla="*/ 328866 w 328950"/>
                <a:gd name="connsiteY144" fmla="*/ 718518 h 1012446"/>
                <a:gd name="connsiteX145" fmla="*/ 328868 w 328950"/>
                <a:gd name="connsiteY145" fmla="*/ 736117 h 1012446"/>
                <a:gd name="connsiteX146" fmla="*/ 328868 w 328950"/>
                <a:gd name="connsiteY146" fmla="*/ 738062 h 1012446"/>
                <a:gd name="connsiteX147" fmla="*/ 328893 w 328950"/>
                <a:gd name="connsiteY147" fmla="*/ 800196 h 1012446"/>
                <a:gd name="connsiteX148" fmla="*/ 328910 w 328950"/>
                <a:gd name="connsiteY148" fmla="*/ 862749 h 1012446"/>
                <a:gd name="connsiteX149" fmla="*/ 328908 w 328950"/>
                <a:gd name="connsiteY149" fmla="*/ 871379 h 1012446"/>
                <a:gd name="connsiteX150" fmla="*/ 328908 w 328950"/>
                <a:gd name="connsiteY150" fmla="*/ 873088 h 1012446"/>
                <a:gd name="connsiteX151" fmla="*/ 328924 w 328950"/>
                <a:gd name="connsiteY151" fmla="*/ 899954 h 1012446"/>
                <a:gd name="connsiteX152" fmla="*/ 328928 w 328950"/>
                <a:gd name="connsiteY152" fmla="*/ 926326 h 1012446"/>
                <a:gd name="connsiteX153" fmla="*/ 328935 w 328950"/>
                <a:gd name="connsiteY153" fmla="*/ 940453 h 1012446"/>
                <a:gd name="connsiteX154" fmla="*/ 328933 w 328950"/>
                <a:gd name="connsiteY154" fmla="*/ 953273 h 1012446"/>
                <a:gd name="connsiteX155" fmla="*/ 328940 w 328950"/>
                <a:gd name="connsiteY155" fmla="*/ 957912 h 1012446"/>
                <a:gd name="connsiteX156" fmla="*/ 328933 w 328950"/>
                <a:gd name="connsiteY156" fmla="*/ 964155 h 1012446"/>
                <a:gd name="connsiteX157" fmla="*/ 328950 w 328950"/>
                <a:gd name="connsiteY157" fmla="*/ 966004 h 1012446"/>
                <a:gd name="connsiteX158" fmla="*/ 328656 w 328950"/>
                <a:gd name="connsiteY158" fmla="*/ 970198 h 1012446"/>
                <a:gd name="connsiteX159" fmla="*/ 326424 w 328950"/>
                <a:gd name="connsiteY159" fmla="*/ 970942 h 1012446"/>
                <a:gd name="connsiteX160" fmla="*/ 325772 w 328950"/>
                <a:gd name="connsiteY160" fmla="*/ 972244 h 1012446"/>
                <a:gd name="connsiteX161" fmla="*/ 323261 w 328950"/>
                <a:gd name="connsiteY161" fmla="*/ 975546 h 1012446"/>
                <a:gd name="connsiteX162" fmla="*/ 317886 w 328950"/>
                <a:gd name="connsiteY162" fmla="*/ 982857 h 1012446"/>
                <a:gd name="connsiteX163" fmla="*/ 313773 w 328950"/>
                <a:gd name="connsiteY163" fmla="*/ 985825 h 1012446"/>
                <a:gd name="connsiteX164" fmla="*/ 312285 w 328950"/>
                <a:gd name="connsiteY164" fmla="*/ 988801 h 1012446"/>
                <a:gd name="connsiteX165" fmla="*/ 308564 w 328950"/>
                <a:gd name="connsiteY165" fmla="*/ 992522 h 1012446"/>
                <a:gd name="connsiteX166" fmla="*/ 307076 w 328950"/>
                <a:gd name="connsiteY166" fmla="*/ 994754 h 1012446"/>
                <a:gd name="connsiteX167" fmla="*/ 304843 w 328950"/>
                <a:gd name="connsiteY167" fmla="*/ 995499 h 1012446"/>
                <a:gd name="connsiteX168" fmla="*/ 304471 w 328950"/>
                <a:gd name="connsiteY168" fmla="*/ 996987 h 1012446"/>
                <a:gd name="connsiteX169" fmla="*/ 304099 w 328950"/>
                <a:gd name="connsiteY169" fmla="*/ 998475 h 1012446"/>
                <a:gd name="connsiteX170" fmla="*/ 301867 w 328950"/>
                <a:gd name="connsiteY170" fmla="*/ 999219 h 1012446"/>
                <a:gd name="connsiteX171" fmla="*/ 301123 w 328950"/>
                <a:gd name="connsiteY171" fmla="*/ 1001452 h 1012446"/>
                <a:gd name="connsiteX172" fmla="*/ 297100 w 328950"/>
                <a:gd name="connsiteY172" fmla="*/ 1004800 h 1012446"/>
                <a:gd name="connsiteX173" fmla="*/ 295170 w 328950"/>
                <a:gd name="connsiteY173" fmla="*/ 1008149 h 1012446"/>
                <a:gd name="connsiteX174" fmla="*/ 292937 w 328950"/>
                <a:gd name="connsiteY174" fmla="*/ 1008149 h 1012446"/>
                <a:gd name="connsiteX175" fmla="*/ 292937 w 328950"/>
                <a:gd name="connsiteY175" fmla="*/ 1011870 h 1012446"/>
                <a:gd name="connsiteX176" fmla="*/ 195825 w 328950"/>
                <a:gd name="connsiteY176" fmla="*/ 1012098 h 1012446"/>
                <a:gd name="connsiteX177" fmla="*/ 184368 w 328950"/>
                <a:gd name="connsiteY177" fmla="*/ 1012115 h 1012446"/>
                <a:gd name="connsiteX178" fmla="*/ 182064 w 328950"/>
                <a:gd name="connsiteY178" fmla="*/ 1012118 h 1012446"/>
                <a:gd name="connsiteX179" fmla="*/ 145100 w 328950"/>
                <a:gd name="connsiteY179" fmla="*/ 1012214 h 1012446"/>
                <a:gd name="connsiteX180" fmla="*/ 107189 w 328950"/>
                <a:gd name="connsiteY180" fmla="*/ 1012290 h 1012446"/>
                <a:gd name="connsiteX181" fmla="*/ 83784 w 328950"/>
                <a:gd name="connsiteY181" fmla="*/ 1012352 h 1012446"/>
                <a:gd name="connsiteX182" fmla="*/ 67748 w 328950"/>
                <a:gd name="connsiteY182" fmla="*/ 1012376 h 1012446"/>
                <a:gd name="connsiteX183" fmla="*/ 58488 w 328950"/>
                <a:gd name="connsiteY183" fmla="*/ 1012402 h 1012446"/>
                <a:gd name="connsiteX184" fmla="*/ 50016 w 328950"/>
                <a:gd name="connsiteY184" fmla="*/ 1012409 h 1012446"/>
                <a:gd name="connsiteX185" fmla="*/ 45486 w 328950"/>
                <a:gd name="connsiteY185" fmla="*/ 1012446 h 1012446"/>
                <a:gd name="connsiteX186" fmla="*/ 37166 w 328950"/>
                <a:gd name="connsiteY186" fmla="*/ 1010892 h 1012446"/>
                <a:gd name="connsiteX187" fmla="*/ 35465 w 328950"/>
                <a:gd name="connsiteY187" fmla="*/ 1005916 h 1012446"/>
                <a:gd name="connsiteX188" fmla="*/ 33651 w 328950"/>
                <a:gd name="connsiteY188" fmla="*/ 1005265 h 1012446"/>
                <a:gd name="connsiteX189" fmla="*/ 31744 w 328950"/>
                <a:gd name="connsiteY189" fmla="*/ 1004428 h 1012446"/>
                <a:gd name="connsiteX190" fmla="*/ 31000 w 328950"/>
                <a:gd name="connsiteY190" fmla="*/ 1001452 h 1012446"/>
                <a:gd name="connsiteX191" fmla="*/ 28767 w 328950"/>
                <a:gd name="connsiteY191" fmla="*/ 1000708 h 1012446"/>
                <a:gd name="connsiteX192" fmla="*/ 28023 w 328950"/>
                <a:gd name="connsiteY192" fmla="*/ 997731 h 1012446"/>
                <a:gd name="connsiteX193" fmla="*/ 26535 w 328950"/>
                <a:gd name="connsiteY193" fmla="*/ 997731 h 1012446"/>
                <a:gd name="connsiteX194" fmla="*/ 22070 w 328950"/>
                <a:gd name="connsiteY194" fmla="*/ 991778 h 1012446"/>
                <a:gd name="connsiteX195" fmla="*/ 20582 w 328950"/>
                <a:gd name="connsiteY195" fmla="*/ 991034 h 1012446"/>
                <a:gd name="connsiteX196" fmla="*/ 20024 w 328950"/>
                <a:gd name="connsiteY196" fmla="*/ 989731 h 1012446"/>
                <a:gd name="connsiteX197" fmla="*/ 14629 w 328950"/>
                <a:gd name="connsiteY197" fmla="*/ 984336 h 1012446"/>
                <a:gd name="connsiteX198" fmla="*/ 13884 w 328950"/>
                <a:gd name="connsiteY198" fmla="*/ 982104 h 1012446"/>
                <a:gd name="connsiteX199" fmla="*/ 11652 w 328950"/>
                <a:gd name="connsiteY199" fmla="*/ 981360 h 1012446"/>
                <a:gd name="connsiteX200" fmla="*/ 11326 w 328950"/>
                <a:gd name="connsiteY200" fmla="*/ 979872 h 1012446"/>
                <a:gd name="connsiteX201" fmla="*/ 10908 w 328950"/>
                <a:gd name="connsiteY201" fmla="*/ 978383 h 1012446"/>
                <a:gd name="connsiteX202" fmla="*/ 7931 w 328950"/>
                <a:gd name="connsiteY202" fmla="*/ 977639 h 1012446"/>
                <a:gd name="connsiteX203" fmla="*/ 7187 w 328950"/>
                <a:gd name="connsiteY203" fmla="*/ 975407 h 1012446"/>
                <a:gd name="connsiteX204" fmla="*/ 5699 w 328950"/>
                <a:gd name="connsiteY204" fmla="*/ 974663 h 1012446"/>
                <a:gd name="connsiteX205" fmla="*/ 4955 w 328950"/>
                <a:gd name="connsiteY205" fmla="*/ 972430 h 1012446"/>
                <a:gd name="connsiteX206" fmla="*/ 3792 w 328950"/>
                <a:gd name="connsiteY206" fmla="*/ 971267 h 1012446"/>
                <a:gd name="connsiteX207" fmla="*/ 2722 w 328950"/>
                <a:gd name="connsiteY207" fmla="*/ 968709 h 1012446"/>
                <a:gd name="connsiteX208" fmla="*/ 490 w 328950"/>
                <a:gd name="connsiteY208" fmla="*/ 968709 h 1012446"/>
                <a:gd name="connsiteX209" fmla="*/ 431 w 328950"/>
                <a:gd name="connsiteY209" fmla="*/ 883928 h 1012446"/>
                <a:gd name="connsiteX210" fmla="*/ 430 w 328950"/>
                <a:gd name="connsiteY210" fmla="*/ 882252 h 1012446"/>
                <a:gd name="connsiteX211" fmla="*/ 332 w 328950"/>
                <a:gd name="connsiteY211" fmla="*/ 704529 h 1012446"/>
                <a:gd name="connsiteX212" fmla="*/ 331 w 328950"/>
                <a:gd name="connsiteY212" fmla="*/ 700583 h 1012446"/>
                <a:gd name="connsiteX213" fmla="*/ 301 w 328950"/>
                <a:gd name="connsiteY213" fmla="*/ 617746 h 1012446"/>
                <a:gd name="connsiteX214" fmla="*/ 286 w 328950"/>
                <a:gd name="connsiteY214" fmla="*/ 576135 h 1012446"/>
                <a:gd name="connsiteX215" fmla="*/ 284 w 328950"/>
                <a:gd name="connsiteY215" fmla="*/ 569858 h 1012446"/>
                <a:gd name="connsiteX216" fmla="*/ 234 w 328950"/>
                <a:gd name="connsiteY216" fmla="*/ 473177 h 1012446"/>
                <a:gd name="connsiteX217" fmla="*/ 233 w 328950"/>
                <a:gd name="connsiteY217" fmla="*/ 471076 h 1012446"/>
                <a:gd name="connsiteX218" fmla="*/ 208 w 328950"/>
                <a:gd name="connsiteY218" fmla="*/ 437547 h 1012446"/>
                <a:gd name="connsiteX219" fmla="*/ 151 w 328950"/>
                <a:gd name="connsiteY219" fmla="*/ 341000 h 1012446"/>
                <a:gd name="connsiteX220" fmla="*/ 150 w 328950"/>
                <a:gd name="connsiteY220" fmla="*/ 338996 h 1012446"/>
                <a:gd name="connsiteX221" fmla="*/ 140 w 328950"/>
                <a:gd name="connsiteY221" fmla="*/ 295437 h 1012446"/>
                <a:gd name="connsiteX222" fmla="*/ 137 w 328950"/>
                <a:gd name="connsiteY222" fmla="*/ 277912 h 1012446"/>
                <a:gd name="connsiteX223" fmla="*/ 137 w 328950"/>
                <a:gd name="connsiteY223" fmla="*/ 275975 h 1012446"/>
                <a:gd name="connsiteX224" fmla="*/ 94 w 328950"/>
                <a:gd name="connsiteY224" fmla="*/ 214124 h 1012446"/>
                <a:gd name="connsiteX225" fmla="*/ 67 w 328950"/>
                <a:gd name="connsiteY225" fmla="*/ 151844 h 1012446"/>
                <a:gd name="connsiteX226" fmla="*/ 69 w 328950"/>
                <a:gd name="connsiteY226" fmla="*/ 143246 h 1012446"/>
                <a:gd name="connsiteX227" fmla="*/ 69 w 328950"/>
                <a:gd name="connsiteY227" fmla="*/ 141544 h 1012446"/>
                <a:gd name="connsiteX228" fmla="*/ 43 w 328950"/>
                <a:gd name="connsiteY228" fmla="*/ 114807 h 1012446"/>
                <a:gd name="connsiteX229" fmla="*/ 37 w 328950"/>
                <a:gd name="connsiteY229" fmla="*/ 88545 h 1012446"/>
                <a:gd name="connsiteX230" fmla="*/ 25 w 328950"/>
                <a:gd name="connsiteY230" fmla="*/ 74485 h 1012446"/>
                <a:gd name="connsiteX231" fmla="*/ 28 w 328950"/>
                <a:gd name="connsiteY231" fmla="*/ 61714 h 1012446"/>
                <a:gd name="connsiteX232" fmla="*/ 17 w 328950"/>
                <a:gd name="connsiteY232" fmla="*/ 57103 h 1012446"/>
                <a:gd name="connsiteX233" fmla="*/ 28 w 328950"/>
                <a:gd name="connsiteY233" fmla="*/ 50875 h 1012446"/>
                <a:gd name="connsiteX234" fmla="*/ 0 w 328950"/>
                <a:gd name="connsiteY234" fmla="*/ 49057 h 1012446"/>
                <a:gd name="connsiteX235" fmla="*/ 2286 w 328950"/>
                <a:gd name="connsiteY235" fmla="*/ 42367 h 1012446"/>
                <a:gd name="connsiteX236" fmla="*/ 4211 w 328950"/>
                <a:gd name="connsiteY236" fmla="*/ 40766 h 1012446"/>
                <a:gd name="connsiteX237" fmla="*/ 5699 w 328950"/>
                <a:gd name="connsiteY237" fmla="*/ 38534 h 1012446"/>
                <a:gd name="connsiteX238" fmla="*/ 8675 w 328950"/>
                <a:gd name="connsiteY238" fmla="*/ 38534 h 1012446"/>
                <a:gd name="connsiteX239" fmla="*/ 10164 w 328950"/>
                <a:gd name="connsiteY239" fmla="*/ 34813 h 1012446"/>
                <a:gd name="connsiteX240" fmla="*/ 11652 w 328950"/>
                <a:gd name="connsiteY240" fmla="*/ 34813 h 1012446"/>
                <a:gd name="connsiteX241" fmla="*/ 11652 w 328950"/>
                <a:gd name="connsiteY241" fmla="*/ 31837 h 1012446"/>
                <a:gd name="connsiteX242" fmla="*/ 13884 w 328950"/>
                <a:gd name="connsiteY242" fmla="*/ 31092 h 1012446"/>
                <a:gd name="connsiteX243" fmla="*/ 14629 w 328950"/>
                <a:gd name="connsiteY243" fmla="*/ 28860 h 1012446"/>
                <a:gd name="connsiteX244" fmla="*/ 16861 w 328950"/>
                <a:gd name="connsiteY244" fmla="*/ 28116 h 1012446"/>
                <a:gd name="connsiteX245" fmla="*/ 18349 w 328950"/>
                <a:gd name="connsiteY245" fmla="*/ 25139 h 1012446"/>
                <a:gd name="connsiteX246" fmla="*/ 19838 w 328950"/>
                <a:gd name="connsiteY246" fmla="*/ 25139 h 1012446"/>
                <a:gd name="connsiteX247" fmla="*/ 20442 w 328950"/>
                <a:gd name="connsiteY247" fmla="*/ 23511 h 1012446"/>
                <a:gd name="connsiteX248" fmla="*/ 25047 w 328950"/>
                <a:gd name="connsiteY248" fmla="*/ 17698 h 1012446"/>
                <a:gd name="connsiteX249" fmla="*/ 28767 w 328950"/>
                <a:gd name="connsiteY249" fmla="*/ 11745 h 1012446"/>
                <a:gd name="connsiteX250" fmla="*/ 32488 w 328950"/>
                <a:gd name="connsiteY250" fmla="*/ 9512 h 1012446"/>
                <a:gd name="connsiteX251" fmla="*/ 33232 w 328950"/>
                <a:gd name="connsiteY251" fmla="*/ 7280 h 1012446"/>
                <a:gd name="connsiteX252" fmla="*/ 34255 w 328950"/>
                <a:gd name="connsiteY252" fmla="*/ 6303 h 1012446"/>
                <a:gd name="connsiteX253" fmla="*/ 36036 w 328950"/>
                <a:gd name="connsiteY253" fmla="*/ 2771 h 1012446"/>
                <a:gd name="connsiteX254" fmla="*/ 39569 w 328950"/>
                <a:gd name="connsiteY254" fmla="*/ 167 h 1012446"/>
                <a:gd name="connsiteX255" fmla="*/ 47622 w 328950"/>
                <a:gd name="connsiteY255" fmla="*/ 26 h 1012446"/>
                <a:gd name="connsiteX256" fmla="*/ 50775 w 328950"/>
                <a:gd name="connsiteY256" fmla="*/ 8 h 1012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328950" h="1012446">
                  <a:moveTo>
                    <a:pt x="243215" y="92159"/>
                  </a:moveTo>
                  <a:cubicBezTo>
                    <a:pt x="242560" y="92165"/>
                    <a:pt x="241924" y="92170"/>
                    <a:pt x="241287" y="92175"/>
                  </a:cubicBezTo>
                  <a:cubicBezTo>
                    <a:pt x="239118" y="92182"/>
                    <a:pt x="236948" y="92191"/>
                    <a:pt x="234779" y="92205"/>
                  </a:cubicBezTo>
                  <a:cubicBezTo>
                    <a:pt x="233185" y="92215"/>
                    <a:pt x="231591" y="92224"/>
                    <a:pt x="229997" y="92231"/>
                  </a:cubicBezTo>
                  <a:cubicBezTo>
                    <a:pt x="225664" y="92249"/>
                    <a:pt x="221331" y="92270"/>
                    <a:pt x="216997" y="92295"/>
                  </a:cubicBezTo>
                  <a:cubicBezTo>
                    <a:pt x="212389" y="92321"/>
                    <a:pt x="207781" y="92344"/>
                    <a:pt x="203173" y="92366"/>
                  </a:cubicBezTo>
                  <a:cubicBezTo>
                    <a:pt x="194972" y="92405"/>
                    <a:pt x="186771" y="92446"/>
                    <a:pt x="178570" y="92490"/>
                  </a:cubicBezTo>
                  <a:cubicBezTo>
                    <a:pt x="170574" y="92533"/>
                    <a:pt x="162578" y="92575"/>
                    <a:pt x="154582" y="92614"/>
                  </a:cubicBezTo>
                  <a:cubicBezTo>
                    <a:pt x="153826" y="92618"/>
                    <a:pt x="153826" y="92618"/>
                    <a:pt x="153086" y="92621"/>
                  </a:cubicBezTo>
                  <a:cubicBezTo>
                    <a:pt x="151101" y="92631"/>
                    <a:pt x="149116" y="92641"/>
                    <a:pt x="147130" y="92650"/>
                  </a:cubicBezTo>
                  <a:cubicBezTo>
                    <a:pt x="125630" y="92755"/>
                    <a:pt x="104129" y="92866"/>
                    <a:pt x="82628" y="92980"/>
                  </a:cubicBezTo>
                  <a:cubicBezTo>
                    <a:pt x="82624" y="117773"/>
                    <a:pt x="82620" y="142566"/>
                    <a:pt x="82617" y="167358"/>
                  </a:cubicBezTo>
                  <a:cubicBezTo>
                    <a:pt x="82616" y="168117"/>
                    <a:pt x="82616" y="168117"/>
                    <a:pt x="82616" y="168860"/>
                  </a:cubicBezTo>
                  <a:cubicBezTo>
                    <a:pt x="82608" y="221788"/>
                    <a:pt x="82601" y="274716"/>
                    <a:pt x="82597" y="327643"/>
                  </a:cubicBezTo>
                  <a:cubicBezTo>
                    <a:pt x="82597" y="328819"/>
                    <a:pt x="82597" y="329994"/>
                    <a:pt x="82596" y="331170"/>
                  </a:cubicBezTo>
                  <a:cubicBezTo>
                    <a:pt x="82594" y="355849"/>
                    <a:pt x="82592" y="380529"/>
                    <a:pt x="82590" y="405209"/>
                  </a:cubicBezTo>
                  <a:cubicBezTo>
                    <a:pt x="82589" y="417612"/>
                    <a:pt x="82589" y="430015"/>
                    <a:pt x="82588" y="442418"/>
                  </a:cubicBezTo>
                  <a:cubicBezTo>
                    <a:pt x="82587" y="444290"/>
                    <a:pt x="82587" y="446161"/>
                    <a:pt x="82587" y="448033"/>
                  </a:cubicBezTo>
                  <a:cubicBezTo>
                    <a:pt x="82585" y="476870"/>
                    <a:pt x="82582" y="505706"/>
                    <a:pt x="82577" y="534543"/>
                  </a:cubicBezTo>
                  <a:cubicBezTo>
                    <a:pt x="82577" y="535183"/>
                    <a:pt x="82577" y="535803"/>
                    <a:pt x="82577" y="536424"/>
                  </a:cubicBezTo>
                  <a:cubicBezTo>
                    <a:pt x="82575" y="546430"/>
                    <a:pt x="82574" y="556436"/>
                    <a:pt x="82572" y="566443"/>
                  </a:cubicBezTo>
                  <a:cubicBezTo>
                    <a:pt x="82567" y="595269"/>
                    <a:pt x="82562" y="624096"/>
                    <a:pt x="82560" y="652923"/>
                  </a:cubicBezTo>
                  <a:cubicBezTo>
                    <a:pt x="82560" y="653533"/>
                    <a:pt x="82560" y="654125"/>
                    <a:pt x="82560" y="654717"/>
                  </a:cubicBezTo>
                  <a:cubicBezTo>
                    <a:pt x="82559" y="667722"/>
                    <a:pt x="82559" y="680727"/>
                    <a:pt x="82558" y="693732"/>
                  </a:cubicBezTo>
                  <a:cubicBezTo>
                    <a:pt x="82558" y="698963"/>
                    <a:pt x="82558" y="704194"/>
                    <a:pt x="82558" y="709425"/>
                  </a:cubicBezTo>
                  <a:cubicBezTo>
                    <a:pt x="82558" y="710015"/>
                    <a:pt x="82558" y="710588"/>
                    <a:pt x="82558" y="711161"/>
                  </a:cubicBezTo>
                  <a:cubicBezTo>
                    <a:pt x="82557" y="729618"/>
                    <a:pt x="82554" y="748075"/>
                    <a:pt x="82549" y="766533"/>
                  </a:cubicBezTo>
                  <a:cubicBezTo>
                    <a:pt x="82545" y="785164"/>
                    <a:pt x="82542" y="803796"/>
                    <a:pt x="82543" y="822428"/>
                  </a:cubicBezTo>
                  <a:cubicBezTo>
                    <a:pt x="82544" y="824999"/>
                    <a:pt x="82544" y="827570"/>
                    <a:pt x="82544" y="830142"/>
                  </a:cubicBezTo>
                  <a:cubicBezTo>
                    <a:pt x="82544" y="830661"/>
                    <a:pt x="82544" y="831165"/>
                    <a:pt x="82544" y="831670"/>
                  </a:cubicBezTo>
                  <a:cubicBezTo>
                    <a:pt x="82544" y="839667"/>
                    <a:pt x="82543" y="847665"/>
                    <a:pt x="82539" y="855662"/>
                  </a:cubicBezTo>
                  <a:cubicBezTo>
                    <a:pt x="82536" y="863112"/>
                    <a:pt x="82535" y="870562"/>
                    <a:pt x="82537" y="878012"/>
                  </a:cubicBezTo>
                  <a:cubicBezTo>
                    <a:pt x="82538" y="882256"/>
                    <a:pt x="82540" y="886500"/>
                    <a:pt x="82537" y="890744"/>
                  </a:cubicBezTo>
                  <a:cubicBezTo>
                    <a:pt x="82534" y="894657"/>
                    <a:pt x="82532" y="898571"/>
                    <a:pt x="82534" y="902485"/>
                  </a:cubicBezTo>
                  <a:cubicBezTo>
                    <a:pt x="82535" y="903895"/>
                    <a:pt x="82536" y="905306"/>
                    <a:pt x="82537" y="906717"/>
                  </a:cubicBezTo>
                  <a:cubicBezTo>
                    <a:pt x="82534" y="908673"/>
                    <a:pt x="82531" y="910628"/>
                    <a:pt x="82533" y="912584"/>
                  </a:cubicBezTo>
                  <a:cubicBezTo>
                    <a:pt x="82534" y="913177"/>
                    <a:pt x="82535" y="913752"/>
                    <a:pt x="82536" y="914327"/>
                  </a:cubicBezTo>
                  <a:cubicBezTo>
                    <a:pt x="82529" y="916132"/>
                    <a:pt x="82554" y="917915"/>
                    <a:pt x="82628" y="919720"/>
                  </a:cubicBezTo>
                  <a:cubicBezTo>
                    <a:pt x="83457" y="920549"/>
                    <a:pt x="83457" y="920549"/>
                    <a:pt x="87743" y="920557"/>
                  </a:cubicBezTo>
                  <a:cubicBezTo>
                    <a:pt x="88395" y="920554"/>
                    <a:pt x="89029" y="920551"/>
                    <a:pt x="89662" y="920549"/>
                  </a:cubicBezTo>
                  <a:cubicBezTo>
                    <a:pt x="91807" y="920549"/>
                    <a:pt x="93953" y="920548"/>
                    <a:pt x="96098" y="920543"/>
                  </a:cubicBezTo>
                  <a:cubicBezTo>
                    <a:pt x="97677" y="920539"/>
                    <a:pt x="99256" y="920536"/>
                    <a:pt x="100835" y="920535"/>
                  </a:cubicBezTo>
                  <a:cubicBezTo>
                    <a:pt x="104225" y="920533"/>
                    <a:pt x="107615" y="920531"/>
                    <a:pt x="111006" y="920525"/>
                  </a:cubicBezTo>
                  <a:cubicBezTo>
                    <a:pt x="116469" y="920515"/>
                    <a:pt x="121932" y="920508"/>
                    <a:pt x="127395" y="920504"/>
                  </a:cubicBezTo>
                  <a:cubicBezTo>
                    <a:pt x="139479" y="920496"/>
                    <a:pt x="151563" y="920482"/>
                    <a:pt x="163646" y="920466"/>
                  </a:cubicBezTo>
                  <a:cubicBezTo>
                    <a:pt x="175792" y="920450"/>
                    <a:pt x="187938" y="920435"/>
                    <a:pt x="200083" y="920426"/>
                  </a:cubicBezTo>
                  <a:cubicBezTo>
                    <a:pt x="205573" y="920423"/>
                    <a:pt x="211062" y="920418"/>
                    <a:pt x="216551" y="920408"/>
                  </a:cubicBezTo>
                  <a:cubicBezTo>
                    <a:pt x="220027" y="920402"/>
                    <a:pt x="223502" y="920397"/>
                    <a:pt x="226977" y="920395"/>
                  </a:cubicBezTo>
                  <a:cubicBezTo>
                    <a:pt x="228589" y="920394"/>
                    <a:pt x="230201" y="920393"/>
                    <a:pt x="231813" y="920392"/>
                  </a:cubicBezTo>
                  <a:cubicBezTo>
                    <a:pt x="234067" y="920386"/>
                    <a:pt x="236321" y="920380"/>
                    <a:pt x="238575" y="920379"/>
                  </a:cubicBezTo>
                  <a:cubicBezTo>
                    <a:pt x="239265" y="920380"/>
                    <a:pt x="239935" y="920380"/>
                    <a:pt x="240605" y="920380"/>
                  </a:cubicBezTo>
                  <a:cubicBezTo>
                    <a:pt x="242770" y="920371"/>
                    <a:pt x="244918" y="920396"/>
                    <a:pt x="247083" y="920464"/>
                  </a:cubicBezTo>
                  <a:cubicBezTo>
                    <a:pt x="247842" y="920717"/>
                    <a:pt x="248579" y="920963"/>
                    <a:pt x="249316" y="921208"/>
                  </a:cubicBezTo>
                  <a:cubicBezTo>
                    <a:pt x="250145" y="919550"/>
                    <a:pt x="250145" y="919550"/>
                    <a:pt x="250160" y="915875"/>
                  </a:cubicBezTo>
                  <a:cubicBezTo>
                    <a:pt x="250157" y="915047"/>
                    <a:pt x="250157" y="915047"/>
                    <a:pt x="250155" y="914235"/>
                  </a:cubicBezTo>
                  <a:cubicBezTo>
                    <a:pt x="250159" y="912380"/>
                    <a:pt x="250161" y="910526"/>
                    <a:pt x="250160" y="908671"/>
                  </a:cubicBezTo>
                  <a:cubicBezTo>
                    <a:pt x="250158" y="907294"/>
                    <a:pt x="250158" y="905918"/>
                    <a:pt x="250159" y="904541"/>
                  </a:cubicBezTo>
                  <a:cubicBezTo>
                    <a:pt x="250164" y="900734"/>
                    <a:pt x="250167" y="896927"/>
                    <a:pt x="250165" y="893120"/>
                  </a:cubicBezTo>
                  <a:cubicBezTo>
                    <a:pt x="250164" y="888926"/>
                    <a:pt x="250166" y="884733"/>
                    <a:pt x="250169" y="880539"/>
                  </a:cubicBezTo>
                  <a:cubicBezTo>
                    <a:pt x="250175" y="872221"/>
                    <a:pt x="250178" y="863902"/>
                    <a:pt x="250179" y="855583"/>
                  </a:cubicBezTo>
                  <a:cubicBezTo>
                    <a:pt x="250179" y="848096"/>
                    <a:pt x="250180" y="840609"/>
                    <a:pt x="250184" y="833122"/>
                  </a:cubicBezTo>
                  <a:cubicBezTo>
                    <a:pt x="250184" y="832604"/>
                    <a:pt x="250185" y="832102"/>
                    <a:pt x="250185" y="831599"/>
                  </a:cubicBezTo>
                  <a:cubicBezTo>
                    <a:pt x="250186" y="829552"/>
                    <a:pt x="250187" y="827505"/>
                    <a:pt x="250188" y="825458"/>
                  </a:cubicBezTo>
                  <a:cubicBezTo>
                    <a:pt x="250200" y="801189"/>
                    <a:pt x="250205" y="776920"/>
                    <a:pt x="250209" y="752651"/>
                  </a:cubicBezTo>
                  <a:cubicBezTo>
                    <a:pt x="250210" y="740538"/>
                    <a:pt x="250213" y="728426"/>
                    <a:pt x="250216" y="716314"/>
                  </a:cubicBezTo>
                  <a:cubicBezTo>
                    <a:pt x="250225" y="677531"/>
                    <a:pt x="250234" y="638748"/>
                    <a:pt x="250236" y="599965"/>
                  </a:cubicBezTo>
                  <a:cubicBezTo>
                    <a:pt x="250236" y="598110"/>
                    <a:pt x="250237" y="596255"/>
                    <a:pt x="250237" y="594400"/>
                  </a:cubicBezTo>
                  <a:cubicBezTo>
                    <a:pt x="250237" y="590679"/>
                    <a:pt x="250237" y="586959"/>
                    <a:pt x="250237" y="583238"/>
                  </a:cubicBezTo>
                  <a:cubicBezTo>
                    <a:pt x="250238" y="578882"/>
                    <a:pt x="250238" y="574525"/>
                    <a:pt x="250238" y="570169"/>
                  </a:cubicBezTo>
                  <a:cubicBezTo>
                    <a:pt x="250238" y="568922"/>
                    <a:pt x="250238" y="567674"/>
                    <a:pt x="250239" y="566427"/>
                  </a:cubicBezTo>
                  <a:cubicBezTo>
                    <a:pt x="250241" y="526343"/>
                    <a:pt x="250252" y="486260"/>
                    <a:pt x="250269" y="446176"/>
                  </a:cubicBezTo>
                  <a:cubicBezTo>
                    <a:pt x="250282" y="417354"/>
                    <a:pt x="250294" y="388532"/>
                    <a:pt x="250297" y="359709"/>
                  </a:cubicBezTo>
                  <a:cubicBezTo>
                    <a:pt x="250297" y="359099"/>
                    <a:pt x="250297" y="358507"/>
                    <a:pt x="250297" y="357915"/>
                  </a:cubicBezTo>
                  <a:cubicBezTo>
                    <a:pt x="250299" y="344912"/>
                    <a:pt x="250300" y="331910"/>
                    <a:pt x="250300" y="318907"/>
                  </a:cubicBezTo>
                  <a:cubicBezTo>
                    <a:pt x="250300" y="314256"/>
                    <a:pt x="250300" y="309605"/>
                    <a:pt x="250300" y="304954"/>
                  </a:cubicBezTo>
                  <a:cubicBezTo>
                    <a:pt x="250300" y="303797"/>
                    <a:pt x="250300" y="302639"/>
                    <a:pt x="250301" y="301482"/>
                  </a:cubicBezTo>
                  <a:cubicBezTo>
                    <a:pt x="250301" y="283028"/>
                    <a:pt x="250308" y="264575"/>
                    <a:pt x="250319" y="246122"/>
                  </a:cubicBezTo>
                  <a:cubicBezTo>
                    <a:pt x="250329" y="227495"/>
                    <a:pt x="250335" y="208869"/>
                    <a:pt x="250329" y="190242"/>
                  </a:cubicBezTo>
                  <a:cubicBezTo>
                    <a:pt x="250328" y="187672"/>
                    <a:pt x="250327" y="185101"/>
                    <a:pt x="250326" y="182531"/>
                  </a:cubicBezTo>
                  <a:cubicBezTo>
                    <a:pt x="250326" y="182012"/>
                    <a:pt x="250326" y="181507"/>
                    <a:pt x="250326" y="181003"/>
                  </a:cubicBezTo>
                  <a:cubicBezTo>
                    <a:pt x="250324" y="173008"/>
                    <a:pt x="250327" y="165013"/>
                    <a:pt x="250336" y="157018"/>
                  </a:cubicBezTo>
                  <a:cubicBezTo>
                    <a:pt x="250344" y="149570"/>
                    <a:pt x="250346" y="142123"/>
                    <a:pt x="250341" y="134675"/>
                  </a:cubicBezTo>
                  <a:cubicBezTo>
                    <a:pt x="250336" y="130432"/>
                    <a:pt x="250330" y="126190"/>
                    <a:pt x="250337" y="121947"/>
                  </a:cubicBezTo>
                  <a:cubicBezTo>
                    <a:pt x="250346" y="118035"/>
                    <a:pt x="250353" y="114123"/>
                    <a:pt x="250345" y="110210"/>
                  </a:cubicBezTo>
                  <a:cubicBezTo>
                    <a:pt x="250341" y="108800"/>
                    <a:pt x="250338" y="107389"/>
                    <a:pt x="250337" y="105979"/>
                  </a:cubicBezTo>
                  <a:cubicBezTo>
                    <a:pt x="250345" y="104024"/>
                    <a:pt x="250354" y="102069"/>
                    <a:pt x="250347" y="100114"/>
                  </a:cubicBezTo>
                  <a:cubicBezTo>
                    <a:pt x="250344" y="99522"/>
                    <a:pt x="250341" y="98947"/>
                    <a:pt x="250338" y="98372"/>
                  </a:cubicBezTo>
                  <a:cubicBezTo>
                    <a:pt x="250357" y="96511"/>
                    <a:pt x="250288" y="94836"/>
                    <a:pt x="250060" y="92980"/>
                  </a:cubicBezTo>
                  <a:cubicBezTo>
                    <a:pt x="247694" y="92192"/>
                    <a:pt x="245691" y="92155"/>
                    <a:pt x="243215" y="92159"/>
                  </a:cubicBezTo>
                  <a:close/>
                  <a:moveTo>
                    <a:pt x="50775" y="8"/>
                  </a:moveTo>
                  <a:cubicBezTo>
                    <a:pt x="53671" y="-8"/>
                    <a:pt x="56566" y="4"/>
                    <a:pt x="59461" y="21"/>
                  </a:cubicBezTo>
                  <a:cubicBezTo>
                    <a:pt x="62581" y="34"/>
                    <a:pt x="65700" y="21"/>
                    <a:pt x="68820" y="12"/>
                  </a:cubicBezTo>
                  <a:cubicBezTo>
                    <a:pt x="74933" y="-2"/>
                    <a:pt x="81047" y="8"/>
                    <a:pt x="87161" y="26"/>
                  </a:cubicBezTo>
                  <a:cubicBezTo>
                    <a:pt x="94273" y="46"/>
                    <a:pt x="101386" y="44"/>
                    <a:pt x="108499" y="41"/>
                  </a:cubicBezTo>
                  <a:cubicBezTo>
                    <a:pt x="121185" y="36"/>
                    <a:pt x="133871" y="53"/>
                    <a:pt x="146557" y="82"/>
                  </a:cubicBezTo>
                  <a:cubicBezTo>
                    <a:pt x="158880" y="111"/>
                    <a:pt x="171204" y="121"/>
                    <a:pt x="183527" y="113"/>
                  </a:cubicBezTo>
                  <a:cubicBezTo>
                    <a:pt x="196933" y="104"/>
                    <a:pt x="210340" y="104"/>
                    <a:pt x="223746" y="121"/>
                  </a:cubicBezTo>
                  <a:cubicBezTo>
                    <a:pt x="225174" y="123"/>
                    <a:pt x="226602" y="125"/>
                    <a:pt x="228030" y="126"/>
                  </a:cubicBezTo>
                  <a:cubicBezTo>
                    <a:pt x="229084" y="128"/>
                    <a:pt x="229084" y="128"/>
                    <a:pt x="230159" y="129"/>
                  </a:cubicBezTo>
                  <a:cubicBezTo>
                    <a:pt x="235123" y="135"/>
                    <a:pt x="240087" y="134"/>
                    <a:pt x="245051" y="131"/>
                  </a:cubicBezTo>
                  <a:cubicBezTo>
                    <a:pt x="251095" y="128"/>
                    <a:pt x="257139" y="136"/>
                    <a:pt x="263183" y="158"/>
                  </a:cubicBezTo>
                  <a:cubicBezTo>
                    <a:pt x="266269" y="169"/>
                    <a:pt x="269356" y="175"/>
                    <a:pt x="272443" y="168"/>
                  </a:cubicBezTo>
                  <a:cubicBezTo>
                    <a:pt x="275264" y="162"/>
                    <a:pt x="278084" y="169"/>
                    <a:pt x="280905" y="188"/>
                  </a:cubicBezTo>
                  <a:cubicBezTo>
                    <a:pt x="281930" y="192"/>
                    <a:pt x="282955" y="192"/>
                    <a:pt x="283980" y="186"/>
                  </a:cubicBezTo>
                  <a:cubicBezTo>
                    <a:pt x="285365" y="178"/>
                    <a:pt x="286749" y="190"/>
                    <a:pt x="288133" y="204"/>
                  </a:cubicBezTo>
                  <a:cubicBezTo>
                    <a:pt x="289291" y="206"/>
                    <a:pt x="289291" y="206"/>
                    <a:pt x="290471" y="208"/>
                  </a:cubicBezTo>
                  <a:cubicBezTo>
                    <a:pt x="291040" y="332"/>
                    <a:pt x="291608" y="455"/>
                    <a:pt x="292193" y="583"/>
                  </a:cubicBezTo>
                  <a:cubicBezTo>
                    <a:pt x="292679" y="2002"/>
                    <a:pt x="292679" y="2002"/>
                    <a:pt x="292937" y="3559"/>
                  </a:cubicBezTo>
                  <a:cubicBezTo>
                    <a:pt x="293674" y="4050"/>
                    <a:pt x="294411" y="4541"/>
                    <a:pt x="295170" y="5048"/>
                  </a:cubicBezTo>
                  <a:cubicBezTo>
                    <a:pt x="295415" y="5784"/>
                    <a:pt x="295661" y="6521"/>
                    <a:pt x="295914" y="7280"/>
                  </a:cubicBezTo>
                  <a:cubicBezTo>
                    <a:pt x="296650" y="7771"/>
                    <a:pt x="297387" y="8262"/>
                    <a:pt x="298146" y="8768"/>
                  </a:cubicBezTo>
                  <a:cubicBezTo>
                    <a:pt x="298392" y="9505"/>
                    <a:pt x="298637" y="10242"/>
                    <a:pt x="298890" y="11001"/>
                  </a:cubicBezTo>
                  <a:cubicBezTo>
                    <a:pt x="299627" y="11246"/>
                    <a:pt x="300364" y="11492"/>
                    <a:pt x="301123" y="11745"/>
                  </a:cubicBezTo>
                  <a:cubicBezTo>
                    <a:pt x="301368" y="12481"/>
                    <a:pt x="301614" y="13218"/>
                    <a:pt x="301867" y="13977"/>
                  </a:cubicBezTo>
                  <a:cubicBezTo>
                    <a:pt x="302604" y="14223"/>
                    <a:pt x="303340" y="14468"/>
                    <a:pt x="304099" y="14721"/>
                  </a:cubicBezTo>
                  <a:cubicBezTo>
                    <a:pt x="304363" y="15710"/>
                    <a:pt x="304609" y="16702"/>
                    <a:pt x="304843" y="17698"/>
                  </a:cubicBezTo>
                  <a:cubicBezTo>
                    <a:pt x="305573" y="18456"/>
                    <a:pt x="306315" y="19203"/>
                    <a:pt x="307076" y="19930"/>
                  </a:cubicBezTo>
                  <a:cubicBezTo>
                    <a:pt x="307076" y="20421"/>
                    <a:pt x="307076" y="20913"/>
                    <a:pt x="307076" y="21419"/>
                  </a:cubicBezTo>
                  <a:cubicBezTo>
                    <a:pt x="308058" y="21419"/>
                    <a:pt x="309040" y="21419"/>
                    <a:pt x="310052" y="21419"/>
                  </a:cubicBezTo>
                  <a:cubicBezTo>
                    <a:pt x="313029" y="25222"/>
                    <a:pt x="313029" y="25222"/>
                    <a:pt x="313029" y="27372"/>
                  </a:cubicBezTo>
                  <a:cubicBezTo>
                    <a:pt x="313766" y="27617"/>
                    <a:pt x="314502" y="27863"/>
                    <a:pt x="315261" y="28116"/>
                  </a:cubicBezTo>
                  <a:cubicBezTo>
                    <a:pt x="315507" y="28853"/>
                    <a:pt x="315753" y="29589"/>
                    <a:pt x="316006" y="30348"/>
                  </a:cubicBezTo>
                  <a:cubicBezTo>
                    <a:pt x="316619" y="30701"/>
                    <a:pt x="317233" y="31054"/>
                    <a:pt x="317866" y="31418"/>
                  </a:cubicBezTo>
                  <a:cubicBezTo>
                    <a:pt x="319726" y="32581"/>
                    <a:pt x="319726" y="32581"/>
                    <a:pt x="320238" y="34209"/>
                  </a:cubicBezTo>
                  <a:cubicBezTo>
                    <a:pt x="320315" y="34654"/>
                    <a:pt x="320391" y="35099"/>
                    <a:pt x="320470" y="35557"/>
                  </a:cubicBezTo>
                  <a:cubicBezTo>
                    <a:pt x="320962" y="35557"/>
                    <a:pt x="321453" y="35557"/>
                    <a:pt x="321959" y="35557"/>
                  </a:cubicBezTo>
                  <a:cubicBezTo>
                    <a:pt x="322066" y="36033"/>
                    <a:pt x="322174" y="36509"/>
                    <a:pt x="322284" y="36999"/>
                  </a:cubicBezTo>
                  <a:cubicBezTo>
                    <a:pt x="322422" y="37506"/>
                    <a:pt x="322560" y="38012"/>
                    <a:pt x="322703" y="38534"/>
                  </a:cubicBezTo>
                  <a:cubicBezTo>
                    <a:pt x="323440" y="38779"/>
                    <a:pt x="324176" y="39025"/>
                    <a:pt x="324935" y="39278"/>
                  </a:cubicBezTo>
                  <a:cubicBezTo>
                    <a:pt x="325043" y="39784"/>
                    <a:pt x="325150" y="40291"/>
                    <a:pt x="325261" y="40813"/>
                  </a:cubicBezTo>
                  <a:cubicBezTo>
                    <a:pt x="325399" y="41289"/>
                    <a:pt x="325537" y="41764"/>
                    <a:pt x="325679" y="42255"/>
                  </a:cubicBezTo>
                  <a:cubicBezTo>
                    <a:pt x="326662" y="42255"/>
                    <a:pt x="327644" y="42255"/>
                    <a:pt x="328656" y="42255"/>
                  </a:cubicBezTo>
                  <a:cubicBezTo>
                    <a:pt x="328668" y="70645"/>
                    <a:pt x="328680" y="99035"/>
                    <a:pt x="328691" y="127425"/>
                  </a:cubicBezTo>
                  <a:cubicBezTo>
                    <a:pt x="328692" y="127981"/>
                    <a:pt x="328692" y="128536"/>
                    <a:pt x="328692" y="129108"/>
                  </a:cubicBezTo>
                  <a:cubicBezTo>
                    <a:pt x="328716" y="188614"/>
                    <a:pt x="328736" y="248119"/>
                    <a:pt x="328750" y="307625"/>
                  </a:cubicBezTo>
                  <a:cubicBezTo>
                    <a:pt x="328751" y="308946"/>
                    <a:pt x="328751" y="310267"/>
                    <a:pt x="328751" y="311589"/>
                  </a:cubicBezTo>
                  <a:cubicBezTo>
                    <a:pt x="328758" y="339320"/>
                    <a:pt x="328764" y="367052"/>
                    <a:pt x="328770" y="394784"/>
                  </a:cubicBezTo>
                  <a:cubicBezTo>
                    <a:pt x="328772" y="408713"/>
                    <a:pt x="328775" y="422643"/>
                    <a:pt x="328778" y="436573"/>
                  </a:cubicBezTo>
                  <a:cubicBezTo>
                    <a:pt x="328779" y="438674"/>
                    <a:pt x="328779" y="440776"/>
                    <a:pt x="328779" y="442877"/>
                  </a:cubicBezTo>
                  <a:cubicBezTo>
                    <a:pt x="328786" y="475247"/>
                    <a:pt x="328795" y="507617"/>
                    <a:pt x="328809" y="539987"/>
                  </a:cubicBezTo>
                  <a:cubicBezTo>
                    <a:pt x="328810" y="541032"/>
                    <a:pt x="328810" y="541032"/>
                    <a:pt x="328810" y="542098"/>
                  </a:cubicBezTo>
                  <a:cubicBezTo>
                    <a:pt x="328815" y="553326"/>
                    <a:pt x="328820" y="564554"/>
                    <a:pt x="328825" y="575782"/>
                  </a:cubicBezTo>
                  <a:cubicBezTo>
                    <a:pt x="328840" y="608109"/>
                    <a:pt x="328854" y="640436"/>
                    <a:pt x="328859" y="672764"/>
                  </a:cubicBezTo>
                  <a:cubicBezTo>
                    <a:pt x="328860" y="673428"/>
                    <a:pt x="328860" y="674092"/>
                    <a:pt x="328860" y="674777"/>
                  </a:cubicBezTo>
                  <a:cubicBezTo>
                    <a:pt x="328862" y="689357"/>
                    <a:pt x="328864" y="703938"/>
                    <a:pt x="328866" y="718518"/>
                  </a:cubicBezTo>
                  <a:cubicBezTo>
                    <a:pt x="328866" y="724384"/>
                    <a:pt x="328867" y="730250"/>
                    <a:pt x="328868" y="736117"/>
                  </a:cubicBezTo>
                  <a:cubicBezTo>
                    <a:pt x="328868" y="736759"/>
                    <a:pt x="328868" y="737401"/>
                    <a:pt x="328868" y="738062"/>
                  </a:cubicBezTo>
                  <a:cubicBezTo>
                    <a:pt x="328870" y="758773"/>
                    <a:pt x="328880" y="779485"/>
                    <a:pt x="328893" y="800196"/>
                  </a:cubicBezTo>
                  <a:cubicBezTo>
                    <a:pt x="328906" y="821047"/>
                    <a:pt x="328913" y="841898"/>
                    <a:pt x="328910" y="862749"/>
                  </a:cubicBezTo>
                  <a:cubicBezTo>
                    <a:pt x="328909" y="865625"/>
                    <a:pt x="328909" y="868502"/>
                    <a:pt x="328908" y="871379"/>
                  </a:cubicBezTo>
                  <a:cubicBezTo>
                    <a:pt x="328908" y="871943"/>
                    <a:pt x="328908" y="872507"/>
                    <a:pt x="328908" y="873088"/>
                  </a:cubicBezTo>
                  <a:cubicBezTo>
                    <a:pt x="328907" y="882043"/>
                    <a:pt x="328914" y="890999"/>
                    <a:pt x="328924" y="899954"/>
                  </a:cubicBezTo>
                  <a:cubicBezTo>
                    <a:pt x="328933" y="908745"/>
                    <a:pt x="328935" y="917535"/>
                    <a:pt x="328928" y="926326"/>
                  </a:cubicBezTo>
                  <a:cubicBezTo>
                    <a:pt x="328925" y="931035"/>
                    <a:pt x="328925" y="935744"/>
                    <a:pt x="328935" y="940453"/>
                  </a:cubicBezTo>
                  <a:cubicBezTo>
                    <a:pt x="328944" y="944726"/>
                    <a:pt x="328943" y="949000"/>
                    <a:pt x="328933" y="953273"/>
                  </a:cubicBezTo>
                  <a:cubicBezTo>
                    <a:pt x="328931" y="954819"/>
                    <a:pt x="328934" y="956365"/>
                    <a:pt x="328940" y="957912"/>
                  </a:cubicBezTo>
                  <a:cubicBezTo>
                    <a:pt x="328948" y="959993"/>
                    <a:pt x="328942" y="962074"/>
                    <a:pt x="328933" y="964155"/>
                  </a:cubicBezTo>
                  <a:cubicBezTo>
                    <a:pt x="328939" y="964765"/>
                    <a:pt x="328944" y="965375"/>
                    <a:pt x="328950" y="966004"/>
                  </a:cubicBezTo>
                  <a:cubicBezTo>
                    <a:pt x="328934" y="967664"/>
                    <a:pt x="328934" y="967664"/>
                    <a:pt x="328656" y="970198"/>
                  </a:cubicBezTo>
                  <a:cubicBezTo>
                    <a:pt x="327919" y="970443"/>
                    <a:pt x="327183" y="970689"/>
                    <a:pt x="326424" y="970942"/>
                  </a:cubicBezTo>
                  <a:cubicBezTo>
                    <a:pt x="326209" y="971372"/>
                    <a:pt x="325994" y="971801"/>
                    <a:pt x="325772" y="972244"/>
                  </a:cubicBezTo>
                  <a:cubicBezTo>
                    <a:pt x="324935" y="973918"/>
                    <a:pt x="324935" y="973918"/>
                    <a:pt x="323261" y="975546"/>
                  </a:cubicBezTo>
                  <a:cubicBezTo>
                    <a:pt x="321047" y="977810"/>
                    <a:pt x="319522" y="980161"/>
                    <a:pt x="317886" y="982857"/>
                  </a:cubicBezTo>
                  <a:cubicBezTo>
                    <a:pt x="316635" y="984486"/>
                    <a:pt x="315618" y="984995"/>
                    <a:pt x="313773" y="985825"/>
                  </a:cubicBezTo>
                  <a:cubicBezTo>
                    <a:pt x="313263" y="986810"/>
                    <a:pt x="312770" y="987803"/>
                    <a:pt x="312285" y="988801"/>
                  </a:cubicBezTo>
                  <a:cubicBezTo>
                    <a:pt x="311060" y="990057"/>
                    <a:pt x="309820" y="991298"/>
                    <a:pt x="308564" y="992522"/>
                  </a:cubicBezTo>
                  <a:cubicBezTo>
                    <a:pt x="308073" y="993259"/>
                    <a:pt x="307582" y="993995"/>
                    <a:pt x="307076" y="994754"/>
                  </a:cubicBezTo>
                  <a:cubicBezTo>
                    <a:pt x="306339" y="995000"/>
                    <a:pt x="305602" y="995246"/>
                    <a:pt x="304843" y="995499"/>
                  </a:cubicBezTo>
                  <a:cubicBezTo>
                    <a:pt x="304721" y="995990"/>
                    <a:pt x="304598" y="996481"/>
                    <a:pt x="304471" y="996987"/>
                  </a:cubicBezTo>
                  <a:cubicBezTo>
                    <a:pt x="304349" y="997478"/>
                    <a:pt x="304226" y="997969"/>
                    <a:pt x="304099" y="998475"/>
                  </a:cubicBezTo>
                  <a:cubicBezTo>
                    <a:pt x="303363" y="998721"/>
                    <a:pt x="302626" y="998966"/>
                    <a:pt x="301867" y="999219"/>
                  </a:cubicBezTo>
                  <a:cubicBezTo>
                    <a:pt x="301621" y="999956"/>
                    <a:pt x="301376" y="1000693"/>
                    <a:pt x="301123" y="1001452"/>
                  </a:cubicBezTo>
                  <a:cubicBezTo>
                    <a:pt x="299842" y="1002657"/>
                    <a:pt x="298482" y="1003713"/>
                    <a:pt x="297100" y="1004800"/>
                  </a:cubicBezTo>
                  <a:cubicBezTo>
                    <a:pt x="295714" y="1005928"/>
                    <a:pt x="295714" y="1005928"/>
                    <a:pt x="295170" y="1008149"/>
                  </a:cubicBezTo>
                  <a:cubicBezTo>
                    <a:pt x="294433" y="1008149"/>
                    <a:pt x="293696" y="1008149"/>
                    <a:pt x="292937" y="1008149"/>
                  </a:cubicBezTo>
                  <a:cubicBezTo>
                    <a:pt x="292937" y="1009377"/>
                    <a:pt x="292937" y="1010605"/>
                    <a:pt x="292937" y="1011870"/>
                  </a:cubicBezTo>
                  <a:cubicBezTo>
                    <a:pt x="260567" y="1011972"/>
                    <a:pt x="228196" y="1012050"/>
                    <a:pt x="195825" y="1012098"/>
                  </a:cubicBezTo>
                  <a:cubicBezTo>
                    <a:pt x="192006" y="1012103"/>
                    <a:pt x="188187" y="1012109"/>
                    <a:pt x="184368" y="1012115"/>
                  </a:cubicBezTo>
                  <a:cubicBezTo>
                    <a:pt x="183608" y="1012116"/>
                    <a:pt x="182848" y="1012117"/>
                    <a:pt x="182064" y="1012118"/>
                  </a:cubicBezTo>
                  <a:cubicBezTo>
                    <a:pt x="169743" y="1012138"/>
                    <a:pt x="157421" y="1012173"/>
                    <a:pt x="145100" y="1012214"/>
                  </a:cubicBezTo>
                  <a:cubicBezTo>
                    <a:pt x="132463" y="1012256"/>
                    <a:pt x="119826" y="1012281"/>
                    <a:pt x="107189" y="1012290"/>
                  </a:cubicBezTo>
                  <a:cubicBezTo>
                    <a:pt x="99387" y="1012296"/>
                    <a:pt x="91586" y="1012315"/>
                    <a:pt x="83784" y="1012352"/>
                  </a:cubicBezTo>
                  <a:cubicBezTo>
                    <a:pt x="78439" y="1012375"/>
                    <a:pt x="73094" y="1012382"/>
                    <a:pt x="67748" y="1012376"/>
                  </a:cubicBezTo>
                  <a:cubicBezTo>
                    <a:pt x="64661" y="1012374"/>
                    <a:pt x="61575" y="1012378"/>
                    <a:pt x="58488" y="1012402"/>
                  </a:cubicBezTo>
                  <a:cubicBezTo>
                    <a:pt x="55664" y="1012424"/>
                    <a:pt x="52840" y="1012425"/>
                    <a:pt x="50016" y="1012409"/>
                  </a:cubicBezTo>
                  <a:cubicBezTo>
                    <a:pt x="48506" y="1012407"/>
                    <a:pt x="46996" y="1012426"/>
                    <a:pt x="45486" y="1012446"/>
                  </a:cubicBezTo>
                  <a:cubicBezTo>
                    <a:pt x="39110" y="1012382"/>
                    <a:pt x="39110" y="1012382"/>
                    <a:pt x="37166" y="1010892"/>
                  </a:cubicBezTo>
                  <a:cubicBezTo>
                    <a:pt x="36038" y="1009286"/>
                    <a:pt x="35465" y="1007890"/>
                    <a:pt x="35465" y="1005916"/>
                  </a:cubicBezTo>
                  <a:cubicBezTo>
                    <a:pt x="34866" y="1005702"/>
                    <a:pt x="34267" y="1005487"/>
                    <a:pt x="33651" y="1005265"/>
                  </a:cubicBezTo>
                  <a:cubicBezTo>
                    <a:pt x="33021" y="1004989"/>
                    <a:pt x="32392" y="1004713"/>
                    <a:pt x="31744" y="1004428"/>
                  </a:cubicBezTo>
                  <a:cubicBezTo>
                    <a:pt x="31279" y="1002893"/>
                    <a:pt x="31279" y="1002893"/>
                    <a:pt x="31000" y="1001452"/>
                  </a:cubicBezTo>
                  <a:cubicBezTo>
                    <a:pt x="30263" y="1001206"/>
                    <a:pt x="29526" y="1000961"/>
                    <a:pt x="28767" y="1000708"/>
                  </a:cubicBezTo>
                  <a:cubicBezTo>
                    <a:pt x="28498" y="999721"/>
                    <a:pt x="28248" y="998729"/>
                    <a:pt x="28023" y="997731"/>
                  </a:cubicBezTo>
                  <a:cubicBezTo>
                    <a:pt x="27532" y="997731"/>
                    <a:pt x="27041" y="997731"/>
                    <a:pt x="26535" y="997731"/>
                  </a:cubicBezTo>
                  <a:cubicBezTo>
                    <a:pt x="22987" y="994529"/>
                    <a:pt x="22987" y="994529"/>
                    <a:pt x="22070" y="991778"/>
                  </a:cubicBezTo>
                  <a:cubicBezTo>
                    <a:pt x="21579" y="991532"/>
                    <a:pt x="21088" y="991287"/>
                    <a:pt x="20582" y="991034"/>
                  </a:cubicBezTo>
                  <a:cubicBezTo>
                    <a:pt x="20398" y="990604"/>
                    <a:pt x="20213" y="990174"/>
                    <a:pt x="20024" y="989731"/>
                  </a:cubicBezTo>
                  <a:cubicBezTo>
                    <a:pt x="18709" y="987364"/>
                    <a:pt x="16697" y="986053"/>
                    <a:pt x="14629" y="984336"/>
                  </a:cubicBezTo>
                  <a:cubicBezTo>
                    <a:pt x="14383" y="983600"/>
                    <a:pt x="14137" y="982863"/>
                    <a:pt x="13884" y="982104"/>
                  </a:cubicBezTo>
                  <a:cubicBezTo>
                    <a:pt x="13148" y="981858"/>
                    <a:pt x="12411" y="981613"/>
                    <a:pt x="11652" y="981360"/>
                  </a:cubicBezTo>
                  <a:cubicBezTo>
                    <a:pt x="11545" y="980869"/>
                    <a:pt x="11437" y="980378"/>
                    <a:pt x="11326" y="979872"/>
                  </a:cubicBezTo>
                  <a:cubicBezTo>
                    <a:pt x="11188" y="979381"/>
                    <a:pt x="11050" y="978889"/>
                    <a:pt x="10908" y="978383"/>
                  </a:cubicBezTo>
                  <a:cubicBezTo>
                    <a:pt x="9923" y="978106"/>
                    <a:pt x="8930" y="977858"/>
                    <a:pt x="7931" y="977639"/>
                  </a:cubicBezTo>
                  <a:cubicBezTo>
                    <a:pt x="7563" y="976534"/>
                    <a:pt x="7563" y="976534"/>
                    <a:pt x="7187" y="975407"/>
                  </a:cubicBezTo>
                  <a:cubicBezTo>
                    <a:pt x="6696" y="975161"/>
                    <a:pt x="6205" y="974916"/>
                    <a:pt x="5699" y="974663"/>
                  </a:cubicBezTo>
                  <a:cubicBezTo>
                    <a:pt x="5331" y="973558"/>
                    <a:pt x="5331" y="973558"/>
                    <a:pt x="4955" y="972430"/>
                  </a:cubicBezTo>
                  <a:cubicBezTo>
                    <a:pt x="4571" y="972046"/>
                    <a:pt x="4187" y="971663"/>
                    <a:pt x="3792" y="971267"/>
                  </a:cubicBezTo>
                  <a:cubicBezTo>
                    <a:pt x="2722" y="970198"/>
                    <a:pt x="2722" y="970198"/>
                    <a:pt x="2722" y="968709"/>
                  </a:cubicBezTo>
                  <a:cubicBezTo>
                    <a:pt x="1986" y="968709"/>
                    <a:pt x="1249" y="968709"/>
                    <a:pt x="490" y="968709"/>
                  </a:cubicBezTo>
                  <a:cubicBezTo>
                    <a:pt x="469" y="940449"/>
                    <a:pt x="450" y="912188"/>
                    <a:pt x="431" y="883928"/>
                  </a:cubicBezTo>
                  <a:cubicBezTo>
                    <a:pt x="430" y="883375"/>
                    <a:pt x="430" y="882822"/>
                    <a:pt x="430" y="882252"/>
                  </a:cubicBezTo>
                  <a:cubicBezTo>
                    <a:pt x="390" y="823011"/>
                    <a:pt x="356" y="763770"/>
                    <a:pt x="332" y="704529"/>
                  </a:cubicBezTo>
                  <a:cubicBezTo>
                    <a:pt x="332" y="703214"/>
                    <a:pt x="331" y="701898"/>
                    <a:pt x="331" y="700583"/>
                  </a:cubicBezTo>
                  <a:cubicBezTo>
                    <a:pt x="320" y="672970"/>
                    <a:pt x="310" y="645358"/>
                    <a:pt x="301" y="617746"/>
                  </a:cubicBezTo>
                  <a:cubicBezTo>
                    <a:pt x="296" y="603875"/>
                    <a:pt x="291" y="590005"/>
                    <a:pt x="286" y="576135"/>
                  </a:cubicBezTo>
                  <a:cubicBezTo>
                    <a:pt x="286" y="574043"/>
                    <a:pt x="285" y="571951"/>
                    <a:pt x="284" y="569858"/>
                  </a:cubicBezTo>
                  <a:cubicBezTo>
                    <a:pt x="273" y="537631"/>
                    <a:pt x="258" y="505404"/>
                    <a:pt x="234" y="473177"/>
                  </a:cubicBezTo>
                  <a:cubicBezTo>
                    <a:pt x="234" y="472484"/>
                    <a:pt x="233" y="471791"/>
                    <a:pt x="233" y="471076"/>
                  </a:cubicBezTo>
                  <a:cubicBezTo>
                    <a:pt x="225" y="459900"/>
                    <a:pt x="216" y="448724"/>
                    <a:pt x="208" y="437547"/>
                  </a:cubicBezTo>
                  <a:cubicBezTo>
                    <a:pt x="183" y="405365"/>
                    <a:pt x="160" y="373182"/>
                    <a:pt x="151" y="341000"/>
                  </a:cubicBezTo>
                  <a:cubicBezTo>
                    <a:pt x="151" y="340339"/>
                    <a:pt x="150" y="339677"/>
                    <a:pt x="150" y="338996"/>
                  </a:cubicBezTo>
                  <a:cubicBezTo>
                    <a:pt x="146" y="324476"/>
                    <a:pt x="143" y="309957"/>
                    <a:pt x="140" y="295437"/>
                  </a:cubicBezTo>
                  <a:cubicBezTo>
                    <a:pt x="139" y="289596"/>
                    <a:pt x="138" y="283754"/>
                    <a:pt x="137" y="277912"/>
                  </a:cubicBezTo>
                  <a:cubicBezTo>
                    <a:pt x="137" y="277273"/>
                    <a:pt x="137" y="276634"/>
                    <a:pt x="137" y="275975"/>
                  </a:cubicBezTo>
                  <a:cubicBezTo>
                    <a:pt x="132" y="255358"/>
                    <a:pt x="117" y="234741"/>
                    <a:pt x="94" y="214124"/>
                  </a:cubicBezTo>
                  <a:cubicBezTo>
                    <a:pt x="72" y="193364"/>
                    <a:pt x="62" y="172604"/>
                    <a:pt x="67" y="151844"/>
                  </a:cubicBezTo>
                  <a:cubicBezTo>
                    <a:pt x="68" y="148978"/>
                    <a:pt x="69" y="146112"/>
                    <a:pt x="69" y="143246"/>
                  </a:cubicBezTo>
                  <a:cubicBezTo>
                    <a:pt x="69" y="142404"/>
                    <a:pt x="69" y="142404"/>
                    <a:pt x="69" y="141544"/>
                  </a:cubicBezTo>
                  <a:cubicBezTo>
                    <a:pt x="71" y="132632"/>
                    <a:pt x="60" y="123719"/>
                    <a:pt x="43" y="114807"/>
                  </a:cubicBezTo>
                  <a:cubicBezTo>
                    <a:pt x="28" y="106053"/>
                    <a:pt x="25" y="97299"/>
                    <a:pt x="37" y="88545"/>
                  </a:cubicBezTo>
                  <a:cubicBezTo>
                    <a:pt x="42" y="83859"/>
                    <a:pt x="42" y="79172"/>
                    <a:pt x="25" y="74485"/>
                  </a:cubicBezTo>
                  <a:cubicBezTo>
                    <a:pt x="10" y="70228"/>
                    <a:pt x="12" y="65971"/>
                    <a:pt x="28" y="61714"/>
                  </a:cubicBezTo>
                  <a:cubicBezTo>
                    <a:pt x="31" y="60177"/>
                    <a:pt x="27" y="58640"/>
                    <a:pt x="17" y="57103"/>
                  </a:cubicBezTo>
                  <a:cubicBezTo>
                    <a:pt x="3" y="55027"/>
                    <a:pt x="13" y="52952"/>
                    <a:pt x="28" y="50875"/>
                  </a:cubicBezTo>
                  <a:cubicBezTo>
                    <a:pt x="18" y="50275"/>
                    <a:pt x="9" y="49675"/>
                    <a:pt x="0" y="49057"/>
                  </a:cubicBezTo>
                  <a:cubicBezTo>
                    <a:pt x="47" y="46042"/>
                    <a:pt x="309" y="44700"/>
                    <a:pt x="2286" y="42367"/>
                  </a:cubicBezTo>
                  <a:cubicBezTo>
                    <a:pt x="2921" y="41839"/>
                    <a:pt x="3556" y="41310"/>
                    <a:pt x="4211" y="40766"/>
                  </a:cubicBezTo>
                  <a:cubicBezTo>
                    <a:pt x="4702" y="40030"/>
                    <a:pt x="5193" y="39293"/>
                    <a:pt x="5699" y="38534"/>
                  </a:cubicBezTo>
                  <a:cubicBezTo>
                    <a:pt x="6681" y="38534"/>
                    <a:pt x="7663" y="38534"/>
                    <a:pt x="8675" y="38534"/>
                  </a:cubicBezTo>
                  <a:cubicBezTo>
                    <a:pt x="9535" y="36695"/>
                    <a:pt x="9535" y="36695"/>
                    <a:pt x="10164" y="34813"/>
                  </a:cubicBezTo>
                  <a:cubicBezTo>
                    <a:pt x="10655" y="34813"/>
                    <a:pt x="11146" y="34813"/>
                    <a:pt x="11652" y="34813"/>
                  </a:cubicBezTo>
                  <a:cubicBezTo>
                    <a:pt x="11652" y="33831"/>
                    <a:pt x="11652" y="32849"/>
                    <a:pt x="11652" y="31837"/>
                  </a:cubicBezTo>
                  <a:cubicBezTo>
                    <a:pt x="12757" y="31468"/>
                    <a:pt x="12757" y="31468"/>
                    <a:pt x="13884" y="31092"/>
                  </a:cubicBezTo>
                  <a:cubicBezTo>
                    <a:pt x="14130" y="30356"/>
                    <a:pt x="14376" y="29619"/>
                    <a:pt x="14629" y="28860"/>
                  </a:cubicBezTo>
                  <a:cubicBezTo>
                    <a:pt x="15734" y="28492"/>
                    <a:pt x="15734" y="28492"/>
                    <a:pt x="16861" y="28116"/>
                  </a:cubicBezTo>
                  <a:cubicBezTo>
                    <a:pt x="17369" y="27130"/>
                    <a:pt x="17866" y="26138"/>
                    <a:pt x="18349" y="25139"/>
                  </a:cubicBezTo>
                  <a:cubicBezTo>
                    <a:pt x="18840" y="25139"/>
                    <a:pt x="19332" y="25139"/>
                    <a:pt x="19838" y="25139"/>
                  </a:cubicBezTo>
                  <a:cubicBezTo>
                    <a:pt x="20037" y="24602"/>
                    <a:pt x="20237" y="24065"/>
                    <a:pt x="20442" y="23511"/>
                  </a:cubicBezTo>
                  <a:cubicBezTo>
                    <a:pt x="21528" y="20939"/>
                    <a:pt x="23034" y="19615"/>
                    <a:pt x="25047" y="17698"/>
                  </a:cubicBezTo>
                  <a:cubicBezTo>
                    <a:pt x="26798" y="15655"/>
                    <a:pt x="27915" y="14303"/>
                    <a:pt x="28767" y="11745"/>
                  </a:cubicBezTo>
                  <a:cubicBezTo>
                    <a:pt x="30007" y="11001"/>
                    <a:pt x="31248" y="10256"/>
                    <a:pt x="32488" y="9512"/>
                  </a:cubicBezTo>
                  <a:cubicBezTo>
                    <a:pt x="32734" y="8776"/>
                    <a:pt x="32979" y="8039"/>
                    <a:pt x="33232" y="7280"/>
                  </a:cubicBezTo>
                  <a:cubicBezTo>
                    <a:pt x="33570" y="6958"/>
                    <a:pt x="33907" y="6635"/>
                    <a:pt x="34255" y="6303"/>
                  </a:cubicBezTo>
                  <a:cubicBezTo>
                    <a:pt x="35665" y="5048"/>
                    <a:pt x="35665" y="5048"/>
                    <a:pt x="36036" y="2771"/>
                  </a:cubicBezTo>
                  <a:cubicBezTo>
                    <a:pt x="37697" y="583"/>
                    <a:pt x="37697" y="583"/>
                    <a:pt x="39569" y="167"/>
                  </a:cubicBezTo>
                  <a:cubicBezTo>
                    <a:pt x="42259" y="6"/>
                    <a:pt x="44930" y="-5"/>
                    <a:pt x="47622" y="26"/>
                  </a:cubicBezTo>
                  <a:cubicBezTo>
                    <a:pt x="48673" y="22"/>
                    <a:pt x="49724" y="16"/>
                    <a:pt x="50775" y="8"/>
                  </a:cubicBezTo>
                  <a:close/>
                </a:path>
              </a:pathLst>
            </a:custGeom>
            <a:grpFill/>
            <a:ln w="744" cap="flat">
              <a:noFill/>
              <a:prstDash val="solid"/>
              <a:miter/>
            </a:ln>
          </p:spPr>
          <p:txBody>
            <a:bodyPr rtlCol="0" anchor="ctr"/>
            <a:lstStyle/>
            <a:p>
              <a:endParaRPr lang="zh-CN" altLang="en-US"/>
            </a:p>
          </p:txBody>
        </p:sp>
        <p:sp>
          <p:nvSpPr>
            <p:cNvPr id="134" name="任意多边形: 形状 133"/>
            <p:cNvSpPr/>
            <p:nvPr/>
          </p:nvSpPr>
          <p:spPr>
            <a:xfrm>
              <a:off x="2722535" y="610574"/>
              <a:ext cx="311342" cy="1011320"/>
            </a:xfrm>
            <a:custGeom>
              <a:avLst/>
              <a:gdLst>
                <a:gd name="connsiteX0" fmla="*/ 78985 w 311346"/>
                <a:gd name="connsiteY0" fmla="*/ 550659 h 1011287"/>
                <a:gd name="connsiteX1" fmla="*/ 78985 w 311346"/>
                <a:gd name="connsiteY1" fmla="*/ 921241 h 1011287"/>
                <a:gd name="connsiteX2" fmla="*/ 86199 w 311346"/>
                <a:gd name="connsiteY2" fmla="*/ 920397 h 1011287"/>
                <a:gd name="connsiteX3" fmla="*/ 87908 w 311346"/>
                <a:gd name="connsiteY3" fmla="*/ 920402 h 1011287"/>
                <a:gd name="connsiteX4" fmla="*/ 93707 w 311346"/>
                <a:gd name="connsiteY4" fmla="*/ 920398 h 1011287"/>
                <a:gd name="connsiteX5" fmla="*/ 97962 w 311346"/>
                <a:gd name="connsiteY5" fmla="*/ 920399 h 1011287"/>
                <a:gd name="connsiteX6" fmla="*/ 109540 w 311346"/>
                <a:gd name="connsiteY6" fmla="*/ 920395 h 1011287"/>
                <a:gd name="connsiteX7" fmla="*/ 121851 w 311346"/>
                <a:gd name="connsiteY7" fmla="*/ 920397 h 1011287"/>
                <a:gd name="connsiteX8" fmla="*/ 142442 w 311346"/>
                <a:gd name="connsiteY8" fmla="*/ 920398 h 1011287"/>
                <a:gd name="connsiteX9" fmla="*/ 166458 w 311346"/>
                <a:gd name="connsiteY9" fmla="*/ 920400 h 1011287"/>
                <a:gd name="connsiteX10" fmla="*/ 187217 w 311346"/>
                <a:gd name="connsiteY10" fmla="*/ 920396 h 1011287"/>
                <a:gd name="connsiteX11" fmla="*/ 199572 w 311346"/>
                <a:gd name="connsiteY11" fmla="*/ 920397 h 1011287"/>
                <a:gd name="connsiteX12" fmla="*/ 211398 w 311346"/>
                <a:gd name="connsiteY12" fmla="*/ 920397 h 1011287"/>
                <a:gd name="connsiteX13" fmla="*/ 215739 w 311346"/>
                <a:gd name="connsiteY13" fmla="*/ 920401 h 1011287"/>
                <a:gd name="connsiteX14" fmla="*/ 221820 w 311346"/>
                <a:gd name="connsiteY14" fmla="*/ 920399 h 1011287"/>
                <a:gd name="connsiteX15" fmla="*/ 223638 w 311346"/>
                <a:gd name="connsiteY15" fmla="*/ 920402 h 1011287"/>
                <a:gd name="connsiteX16" fmla="*/ 229301 w 311346"/>
                <a:gd name="connsiteY16" fmla="*/ 920497 h 1011287"/>
                <a:gd name="connsiteX17" fmla="*/ 232278 w 311346"/>
                <a:gd name="connsiteY17" fmla="*/ 921241 h 1011287"/>
                <a:gd name="connsiteX18" fmla="*/ 232467 w 311346"/>
                <a:gd name="connsiteY18" fmla="*/ 791987 h 1011287"/>
                <a:gd name="connsiteX19" fmla="*/ 232481 w 311346"/>
                <a:gd name="connsiteY19" fmla="*/ 776583 h 1011287"/>
                <a:gd name="connsiteX20" fmla="*/ 232482 w 311346"/>
                <a:gd name="connsiteY20" fmla="*/ 775034 h 1011287"/>
                <a:gd name="connsiteX21" fmla="*/ 232559 w 311346"/>
                <a:gd name="connsiteY21" fmla="*/ 725241 h 1011287"/>
                <a:gd name="connsiteX22" fmla="*/ 232627 w 311346"/>
                <a:gd name="connsiteY22" fmla="*/ 673997 h 1011287"/>
                <a:gd name="connsiteX23" fmla="*/ 232671 w 311346"/>
                <a:gd name="connsiteY23" fmla="*/ 642408 h 1011287"/>
                <a:gd name="connsiteX24" fmla="*/ 232702 w 311346"/>
                <a:gd name="connsiteY24" fmla="*/ 620561 h 1011287"/>
                <a:gd name="connsiteX25" fmla="*/ 232710 w 311346"/>
                <a:gd name="connsiteY25" fmla="*/ 607962 h 1011287"/>
                <a:gd name="connsiteX26" fmla="*/ 232735 w 311346"/>
                <a:gd name="connsiteY26" fmla="*/ 596259 h 1011287"/>
                <a:gd name="connsiteX27" fmla="*/ 232725 w 311346"/>
                <a:gd name="connsiteY27" fmla="*/ 592021 h 1011287"/>
                <a:gd name="connsiteX28" fmla="*/ 232749 w 311346"/>
                <a:gd name="connsiteY28" fmla="*/ 586128 h 1011287"/>
                <a:gd name="connsiteX29" fmla="*/ 232736 w 311346"/>
                <a:gd name="connsiteY29" fmla="*/ 584374 h 1011287"/>
                <a:gd name="connsiteX30" fmla="*/ 232278 w 311346"/>
                <a:gd name="connsiteY30" fmla="*/ 578936 h 1011287"/>
                <a:gd name="connsiteX31" fmla="*/ 230389 w 311346"/>
                <a:gd name="connsiteY31" fmla="*/ 578364 h 1011287"/>
                <a:gd name="connsiteX32" fmla="*/ 228557 w 311346"/>
                <a:gd name="connsiteY32" fmla="*/ 578192 h 1011287"/>
                <a:gd name="connsiteX33" fmla="*/ 228557 w 311346"/>
                <a:gd name="connsiteY33" fmla="*/ 575960 h 1011287"/>
                <a:gd name="connsiteX34" fmla="*/ 223767 w 311346"/>
                <a:gd name="connsiteY34" fmla="*/ 571495 h 1011287"/>
                <a:gd name="connsiteX35" fmla="*/ 219508 w 311346"/>
                <a:gd name="connsiteY35" fmla="*/ 567681 h 1011287"/>
                <a:gd name="connsiteX36" fmla="*/ 218139 w 311346"/>
                <a:gd name="connsiteY36" fmla="*/ 567030 h 1011287"/>
                <a:gd name="connsiteX37" fmla="*/ 214419 w 311346"/>
                <a:gd name="connsiteY37" fmla="*/ 562984 h 1011287"/>
                <a:gd name="connsiteX38" fmla="*/ 211442 w 311346"/>
                <a:gd name="connsiteY38" fmla="*/ 560333 h 1011287"/>
                <a:gd name="connsiteX39" fmla="*/ 210698 w 311346"/>
                <a:gd name="connsiteY39" fmla="*/ 558100 h 1011287"/>
                <a:gd name="connsiteX40" fmla="*/ 207721 w 311346"/>
                <a:gd name="connsiteY40" fmla="*/ 557356 h 1011287"/>
                <a:gd name="connsiteX41" fmla="*/ 207721 w 311346"/>
                <a:gd name="connsiteY41" fmla="*/ 555124 h 1011287"/>
                <a:gd name="connsiteX42" fmla="*/ 205861 w 311346"/>
                <a:gd name="connsiteY42" fmla="*/ 554752 h 1011287"/>
                <a:gd name="connsiteX43" fmla="*/ 204001 w 311346"/>
                <a:gd name="connsiteY43" fmla="*/ 554380 h 1011287"/>
                <a:gd name="connsiteX44" fmla="*/ 204001 w 311346"/>
                <a:gd name="connsiteY44" fmla="*/ 552147 h 1011287"/>
                <a:gd name="connsiteX45" fmla="*/ 78985 w 311346"/>
                <a:gd name="connsiteY45" fmla="*/ 550659 h 1011287"/>
                <a:gd name="connsiteX46" fmla="*/ 79730 w 311346"/>
                <a:gd name="connsiteY46" fmla="*/ 90907 h 1011287"/>
                <a:gd name="connsiteX47" fmla="*/ 78888 w 311346"/>
                <a:gd name="connsiteY47" fmla="*/ 95702 h 1011287"/>
                <a:gd name="connsiteX48" fmla="*/ 78894 w 311346"/>
                <a:gd name="connsiteY48" fmla="*/ 97484 h 1011287"/>
                <a:gd name="connsiteX49" fmla="*/ 78893 w 311346"/>
                <a:gd name="connsiteY49" fmla="*/ 103491 h 1011287"/>
                <a:gd name="connsiteX50" fmla="*/ 78896 w 311346"/>
                <a:gd name="connsiteY50" fmla="*/ 107941 h 1011287"/>
                <a:gd name="connsiteX51" fmla="*/ 78897 w 311346"/>
                <a:gd name="connsiteY51" fmla="*/ 120183 h 1011287"/>
                <a:gd name="connsiteX52" fmla="*/ 78901 w 311346"/>
                <a:gd name="connsiteY52" fmla="*/ 133580 h 1011287"/>
                <a:gd name="connsiteX53" fmla="*/ 78906 w 311346"/>
                <a:gd name="connsiteY53" fmla="*/ 158283 h 1011287"/>
                <a:gd name="connsiteX54" fmla="*/ 78915 w 311346"/>
                <a:gd name="connsiteY54" fmla="*/ 182885 h 1011287"/>
                <a:gd name="connsiteX55" fmla="*/ 78915 w 311346"/>
                <a:gd name="connsiteY55" fmla="*/ 184425 h 1011287"/>
                <a:gd name="connsiteX56" fmla="*/ 78916 w 311346"/>
                <a:gd name="connsiteY56" fmla="*/ 192174 h 1011287"/>
                <a:gd name="connsiteX57" fmla="*/ 78929 w 311346"/>
                <a:gd name="connsiteY57" fmla="*/ 247102 h 1011287"/>
                <a:gd name="connsiteX58" fmla="*/ 78944 w 311346"/>
                <a:gd name="connsiteY58" fmla="*/ 300575 h 1011287"/>
                <a:gd name="connsiteX59" fmla="*/ 78945 w 311346"/>
                <a:gd name="connsiteY59" fmla="*/ 302239 h 1011287"/>
                <a:gd name="connsiteX60" fmla="*/ 78947 w 311346"/>
                <a:gd name="connsiteY60" fmla="*/ 318802 h 1011287"/>
                <a:gd name="connsiteX61" fmla="*/ 78954 w 311346"/>
                <a:gd name="connsiteY61" fmla="*/ 352579 h 1011287"/>
                <a:gd name="connsiteX62" fmla="*/ 78954 w 311346"/>
                <a:gd name="connsiteY62" fmla="*/ 354149 h 1011287"/>
                <a:gd name="connsiteX63" fmla="*/ 78985 w 311346"/>
                <a:gd name="connsiteY63" fmla="*/ 459257 h 1011287"/>
                <a:gd name="connsiteX64" fmla="*/ 83385 w 311346"/>
                <a:gd name="connsiteY64" fmla="*/ 459247 h 1011287"/>
                <a:gd name="connsiteX65" fmla="*/ 86086 w 311346"/>
                <a:gd name="connsiteY65" fmla="*/ 459233 h 1011287"/>
                <a:gd name="connsiteX66" fmla="*/ 90859 w 311346"/>
                <a:gd name="connsiteY66" fmla="*/ 459209 h 1011287"/>
                <a:gd name="connsiteX67" fmla="*/ 92594 w 311346"/>
                <a:gd name="connsiteY67" fmla="*/ 459200 h 1011287"/>
                <a:gd name="connsiteX68" fmla="*/ 126643 w 311346"/>
                <a:gd name="connsiteY68" fmla="*/ 459016 h 1011287"/>
                <a:gd name="connsiteX69" fmla="*/ 148563 w 311346"/>
                <a:gd name="connsiteY69" fmla="*/ 458897 h 1011287"/>
                <a:gd name="connsiteX70" fmla="*/ 167846 w 311346"/>
                <a:gd name="connsiteY70" fmla="*/ 458795 h 1011287"/>
                <a:gd name="connsiteX71" fmla="*/ 178018 w 311346"/>
                <a:gd name="connsiteY71" fmla="*/ 458738 h 1011287"/>
                <a:gd name="connsiteX72" fmla="*/ 187755 w 311346"/>
                <a:gd name="connsiteY72" fmla="*/ 458688 h 1011287"/>
                <a:gd name="connsiteX73" fmla="*/ 191329 w 311346"/>
                <a:gd name="connsiteY73" fmla="*/ 458665 h 1011287"/>
                <a:gd name="connsiteX74" fmla="*/ 196335 w 311346"/>
                <a:gd name="connsiteY74" fmla="*/ 458641 h 1011287"/>
                <a:gd name="connsiteX75" fmla="*/ 197834 w 311346"/>
                <a:gd name="connsiteY75" fmla="*/ 458630 h 1011287"/>
                <a:gd name="connsiteX76" fmla="*/ 203257 w 311346"/>
                <a:gd name="connsiteY76" fmla="*/ 457768 h 1011287"/>
                <a:gd name="connsiteX77" fmla="*/ 204001 w 311346"/>
                <a:gd name="connsiteY77" fmla="*/ 454792 h 1011287"/>
                <a:gd name="connsiteX78" fmla="*/ 206978 w 311346"/>
                <a:gd name="connsiteY78" fmla="*/ 454792 h 1011287"/>
                <a:gd name="connsiteX79" fmla="*/ 209210 w 311346"/>
                <a:gd name="connsiteY79" fmla="*/ 451815 h 1011287"/>
                <a:gd name="connsiteX80" fmla="*/ 210698 w 311346"/>
                <a:gd name="connsiteY80" fmla="*/ 448839 h 1011287"/>
                <a:gd name="connsiteX81" fmla="*/ 212931 w 311346"/>
                <a:gd name="connsiteY81" fmla="*/ 448094 h 1011287"/>
                <a:gd name="connsiteX82" fmla="*/ 213349 w 311346"/>
                <a:gd name="connsiteY82" fmla="*/ 446560 h 1011287"/>
                <a:gd name="connsiteX83" fmla="*/ 213675 w 311346"/>
                <a:gd name="connsiteY83" fmla="*/ 445118 h 1011287"/>
                <a:gd name="connsiteX84" fmla="*/ 215163 w 311346"/>
                <a:gd name="connsiteY84" fmla="*/ 445118 h 1011287"/>
                <a:gd name="connsiteX85" fmla="*/ 216207 w 311346"/>
                <a:gd name="connsiteY85" fmla="*/ 444057 h 1011287"/>
                <a:gd name="connsiteX86" fmla="*/ 220791 w 311346"/>
                <a:gd name="connsiteY86" fmla="*/ 438735 h 1011287"/>
                <a:gd name="connsiteX87" fmla="*/ 224837 w 311346"/>
                <a:gd name="connsiteY87" fmla="*/ 433956 h 1011287"/>
                <a:gd name="connsiteX88" fmla="*/ 226325 w 311346"/>
                <a:gd name="connsiteY88" fmla="*/ 430979 h 1011287"/>
                <a:gd name="connsiteX89" fmla="*/ 229302 w 311346"/>
                <a:gd name="connsiteY89" fmla="*/ 430979 h 1011287"/>
                <a:gd name="connsiteX90" fmla="*/ 229302 w 311346"/>
                <a:gd name="connsiteY90" fmla="*/ 90907 h 1011287"/>
                <a:gd name="connsiteX91" fmla="*/ 222971 w 311346"/>
                <a:gd name="connsiteY91" fmla="*/ 91751 h 1011287"/>
                <a:gd name="connsiteX92" fmla="*/ 221274 w 311346"/>
                <a:gd name="connsiteY92" fmla="*/ 91746 h 1011287"/>
                <a:gd name="connsiteX93" fmla="*/ 215538 w 311346"/>
                <a:gd name="connsiteY93" fmla="*/ 91750 h 1011287"/>
                <a:gd name="connsiteX94" fmla="*/ 211325 w 311346"/>
                <a:gd name="connsiteY94" fmla="*/ 91749 h 1011287"/>
                <a:gd name="connsiteX95" fmla="*/ 199868 w 311346"/>
                <a:gd name="connsiteY95" fmla="*/ 91753 h 1011287"/>
                <a:gd name="connsiteX96" fmla="*/ 187681 w 311346"/>
                <a:gd name="connsiteY96" fmla="*/ 91751 h 1011287"/>
                <a:gd name="connsiteX97" fmla="*/ 167296 w 311346"/>
                <a:gd name="connsiteY97" fmla="*/ 91750 h 1011287"/>
                <a:gd name="connsiteX98" fmla="*/ 143522 w 311346"/>
                <a:gd name="connsiteY98" fmla="*/ 91748 h 1011287"/>
                <a:gd name="connsiteX99" fmla="*/ 122977 w 311346"/>
                <a:gd name="connsiteY99" fmla="*/ 91752 h 1011287"/>
                <a:gd name="connsiteX100" fmla="*/ 110747 w 311346"/>
                <a:gd name="connsiteY100" fmla="*/ 91751 h 1011287"/>
                <a:gd name="connsiteX101" fmla="*/ 99041 w 311346"/>
                <a:gd name="connsiteY101" fmla="*/ 91751 h 1011287"/>
                <a:gd name="connsiteX102" fmla="*/ 94740 w 311346"/>
                <a:gd name="connsiteY102" fmla="*/ 91747 h 1011287"/>
                <a:gd name="connsiteX103" fmla="*/ 88723 w 311346"/>
                <a:gd name="connsiteY103" fmla="*/ 91749 h 1011287"/>
                <a:gd name="connsiteX104" fmla="*/ 86919 w 311346"/>
                <a:gd name="connsiteY104" fmla="*/ 91746 h 1011287"/>
                <a:gd name="connsiteX105" fmla="*/ 81218 w 311346"/>
                <a:gd name="connsiteY105" fmla="*/ 91651 h 1011287"/>
                <a:gd name="connsiteX106" fmla="*/ 79730 w 311346"/>
                <a:gd name="connsiteY106" fmla="*/ 90907 h 1011287"/>
                <a:gd name="connsiteX107" fmla="*/ 0 w 311346"/>
                <a:gd name="connsiteY107" fmla="*/ 0 h 1011287"/>
                <a:gd name="connsiteX108" fmla="*/ 272355 w 311346"/>
                <a:gd name="connsiteY108" fmla="*/ 0 h 1011287"/>
                <a:gd name="connsiteX109" fmla="*/ 273100 w 311346"/>
                <a:gd name="connsiteY109" fmla="*/ 4465 h 1011287"/>
                <a:gd name="connsiteX110" fmla="*/ 274588 w 311346"/>
                <a:gd name="connsiteY110" fmla="*/ 4465 h 1011287"/>
                <a:gd name="connsiteX111" fmla="*/ 276820 w 311346"/>
                <a:gd name="connsiteY111" fmla="*/ 7395 h 1011287"/>
                <a:gd name="connsiteX112" fmla="*/ 280541 w 311346"/>
                <a:gd name="connsiteY112" fmla="*/ 11162 h 1011287"/>
                <a:gd name="connsiteX113" fmla="*/ 282029 w 311346"/>
                <a:gd name="connsiteY113" fmla="*/ 14139 h 1011287"/>
                <a:gd name="connsiteX114" fmla="*/ 283518 w 311346"/>
                <a:gd name="connsiteY114" fmla="*/ 14883 h 1011287"/>
                <a:gd name="connsiteX115" fmla="*/ 284262 w 311346"/>
                <a:gd name="connsiteY115" fmla="*/ 17115 h 1011287"/>
                <a:gd name="connsiteX116" fmla="*/ 286494 w 311346"/>
                <a:gd name="connsiteY116" fmla="*/ 17859 h 1011287"/>
                <a:gd name="connsiteX117" fmla="*/ 287238 w 311346"/>
                <a:gd name="connsiteY117" fmla="*/ 20092 h 1011287"/>
                <a:gd name="connsiteX118" fmla="*/ 289471 w 311346"/>
                <a:gd name="connsiteY118" fmla="*/ 20836 h 1011287"/>
                <a:gd name="connsiteX119" fmla="*/ 290215 w 311346"/>
                <a:gd name="connsiteY119" fmla="*/ 23812 h 1011287"/>
                <a:gd name="connsiteX120" fmla="*/ 291703 w 311346"/>
                <a:gd name="connsiteY120" fmla="*/ 24557 h 1011287"/>
                <a:gd name="connsiteX121" fmla="*/ 292447 w 311346"/>
                <a:gd name="connsiteY121" fmla="*/ 26789 h 1011287"/>
                <a:gd name="connsiteX122" fmla="*/ 293936 w 311346"/>
                <a:gd name="connsiteY122" fmla="*/ 27161 h 1011287"/>
                <a:gd name="connsiteX123" fmla="*/ 295424 w 311346"/>
                <a:gd name="connsiteY123" fmla="*/ 27533 h 1011287"/>
                <a:gd name="connsiteX124" fmla="*/ 296168 w 311346"/>
                <a:gd name="connsiteY124" fmla="*/ 29766 h 1011287"/>
                <a:gd name="connsiteX125" fmla="*/ 298400 w 311346"/>
                <a:gd name="connsiteY125" fmla="*/ 31998 h 1011287"/>
                <a:gd name="connsiteX126" fmla="*/ 302403 w 311346"/>
                <a:gd name="connsiteY126" fmla="*/ 36655 h 1011287"/>
                <a:gd name="connsiteX127" fmla="*/ 305098 w 311346"/>
                <a:gd name="connsiteY127" fmla="*/ 38695 h 1011287"/>
                <a:gd name="connsiteX128" fmla="*/ 305842 w 311346"/>
                <a:gd name="connsiteY128" fmla="*/ 40928 h 1011287"/>
                <a:gd name="connsiteX129" fmla="*/ 307353 w 311346"/>
                <a:gd name="connsiteY129" fmla="*/ 41399 h 1011287"/>
                <a:gd name="connsiteX130" fmla="*/ 308818 w 311346"/>
                <a:gd name="connsiteY130" fmla="*/ 42416 h 1011287"/>
                <a:gd name="connsiteX131" fmla="*/ 309191 w 311346"/>
                <a:gd name="connsiteY131" fmla="*/ 49012 h 1011287"/>
                <a:gd name="connsiteX132" fmla="*/ 309203 w 311346"/>
                <a:gd name="connsiteY132" fmla="*/ 51118 h 1011287"/>
                <a:gd name="connsiteX133" fmla="*/ 309191 w 311346"/>
                <a:gd name="connsiteY133" fmla="*/ 58184 h 1011287"/>
                <a:gd name="connsiteX134" fmla="*/ 309204 w 311346"/>
                <a:gd name="connsiteY134" fmla="*/ 63269 h 1011287"/>
                <a:gd name="connsiteX135" fmla="*/ 309197 w 311346"/>
                <a:gd name="connsiteY135" fmla="*/ 77305 h 1011287"/>
                <a:gd name="connsiteX136" fmla="*/ 309202 w 311346"/>
                <a:gd name="connsiteY136" fmla="*/ 90868 h 1011287"/>
                <a:gd name="connsiteX137" fmla="*/ 309199 w 311346"/>
                <a:gd name="connsiteY137" fmla="*/ 120333 h 1011287"/>
                <a:gd name="connsiteX138" fmla="*/ 309188 w 311346"/>
                <a:gd name="connsiteY138" fmla="*/ 146116 h 1011287"/>
                <a:gd name="connsiteX139" fmla="*/ 309188 w 311346"/>
                <a:gd name="connsiteY139" fmla="*/ 147841 h 1011287"/>
                <a:gd name="connsiteX140" fmla="*/ 309190 w 311346"/>
                <a:gd name="connsiteY140" fmla="*/ 154773 h 1011287"/>
                <a:gd name="connsiteX141" fmla="*/ 309164 w 311346"/>
                <a:gd name="connsiteY141" fmla="*/ 219845 h 1011287"/>
                <a:gd name="connsiteX142" fmla="*/ 309150 w 311346"/>
                <a:gd name="connsiteY142" fmla="*/ 277709 h 1011287"/>
                <a:gd name="connsiteX143" fmla="*/ 309156 w 311346"/>
                <a:gd name="connsiteY143" fmla="*/ 292526 h 1011287"/>
                <a:gd name="connsiteX144" fmla="*/ 309157 w 311346"/>
                <a:gd name="connsiteY144" fmla="*/ 294368 h 1011287"/>
                <a:gd name="connsiteX145" fmla="*/ 309149 w 311346"/>
                <a:gd name="connsiteY145" fmla="*/ 342663 h 1011287"/>
                <a:gd name="connsiteX146" fmla="*/ 309147 w 311346"/>
                <a:gd name="connsiteY146" fmla="*/ 347856 h 1011287"/>
                <a:gd name="connsiteX147" fmla="*/ 309145 w 311346"/>
                <a:gd name="connsiteY147" fmla="*/ 351302 h 1011287"/>
                <a:gd name="connsiteX148" fmla="*/ 309145 w 311346"/>
                <a:gd name="connsiteY148" fmla="*/ 377076 h 1011287"/>
                <a:gd name="connsiteX149" fmla="*/ 309130 w 311346"/>
                <a:gd name="connsiteY149" fmla="*/ 406369 h 1011287"/>
                <a:gd name="connsiteX150" fmla="*/ 309125 w 311346"/>
                <a:gd name="connsiteY150" fmla="*/ 421330 h 1011287"/>
                <a:gd name="connsiteX151" fmla="*/ 309111 w 311346"/>
                <a:gd name="connsiteY151" fmla="*/ 435002 h 1011287"/>
                <a:gd name="connsiteX152" fmla="*/ 309114 w 311346"/>
                <a:gd name="connsiteY152" fmla="*/ 439971 h 1011287"/>
                <a:gd name="connsiteX153" fmla="*/ 309101 w 311346"/>
                <a:gd name="connsiteY153" fmla="*/ 446679 h 1011287"/>
                <a:gd name="connsiteX154" fmla="*/ 309117 w 311346"/>
                <a:gd name="connsiteY154" fmla="*/ 448669 h 1011287"/>
                <a:gd name="connsiteX155" fmla="*/ 308818 w 311346"/>
                <a:gd name="connsiteY155" fmla="*/ 453182 h 1011287"/>
                <a:gd name="connsiteX156" fmla="*/ 306586 w 311346"/>
                <a:gd name="connsiteY156" fmla="*/ 453926 h 1011287"/>
                <a:gd name="connsiteX157" fmla="*/ 306214 w 311346"/>
                <a:gd name="connsiteY157" fmla="*/ 457274 h 1011287"/>
                <a:gd name="connsiteX158" fmla="*/ 305842 w 311346"/>
                <a:gd name="connsiteY158" fmla="*/ 460623 h 1011287"/>
                <a:gd name="connsiteX159" fmla="*/ 303609 w 311346"/>
                <a:gd name="connsiteY159" fmla="*/ 461367 h 1011287"/>
                <a:gd name="connsiteX160" fmla="*/ 303098 w 311346"/>
                <a:gd name="connsiteY160" fmla="*/ 464390 h 1011287"/>
                <a:gd name="connsiteX161" fmla="*/ 302865 w 311346"/>
                <a:gd name="connsiteY161" fmla="*/ 467320 h 1011287"/>
                <a:gd name="connsiteX162" fmla="*/ 300633 w 311346"/>
                <a:gd name="connsiteY162" fmla="*/ 467320 h 1011287"/>
                <a:gd name="connsiteX163" fmla="*/ 300819 w 311346"/>
                <a:gd name="connsiteY163" fmla="*/ 470250 h 1011287"/>
                <a:gd name="connsiteX164" fmla="*/ 300633 w 311346"/>
                <a:gd name="connsiteY164" fmla="*/ 473273 h 1011287"/>
                <a:gd name="connsiteX165" fmla="*/ 299145 w 311346"/>
                <a:gd name="connsiteY165" fmla="*/ 473599 h 1011287"/>
                <a:gd name="connsiteX166" fmla="*/ 297656 w 311346"/>
                <a:gd name="connsiteY166" fmla="*/ 474018 h 1011287"/>
                <a:gd name="connsiteX167" fmla="*/ 297470 w 311346"/>
                <a:gd name="connsiteY167" fmla="*/ 477785 h 1011287"/>
                <a:gd name="connsiteX168" fmla="*/ 297552 w 311346"/>
                <a:gd name="connsiteY168" fmla="*/ 479857 h 1011287"/>
                <a:gd name="connsiteX169" fmla="*/ 297656 w 311346"/>
                <a:gd name="connsiteY169" fmla="*/ 481459 h 1011287"/>
                <a:gd name="connsiteX170" fmla="*/ 294680 w 311346"/>
                <a:gd name="connsiteY170" fmla="*/ 481459 h 1011287"/>
                <a:gd name="connsiteX171" fmla="*/ 293191 w 311346"/>
                <a:gd name="connsiteY171" fmla="*/ 485180 h 1011287"/>
                <a:gd name="connsiteX172" fmla="*/ 291703 w 311346"/>
                <a:gd name="connsiteY172" fmla="*/ 485180 h 1011287"/>
                <a:gd name="connsiteX173" fmla="*/ 290959 w 311346"/>
                <a:gd name="connsiteY173" fmla="*/ 488156 h 1011287"/>
                <a:gd name="connsiteX174" fmla="*/ 289471 w 311346"/>
                <a:gd name="connsiteY174" fmla="*/ 488900 h 1011287"/>
                <a:gd name="connsiteX175" fmla="*/ 288820 w 311346"/>
                <a:gd name="connsiteY175" fmla="*/ 490342 h 1011287"/>
                <a:gd name="connsiteX176" fmla="*/ 285006 w 311346"/>
                <a:gd name="connsiteY176" fmla="*/ 493365 h 1011287"/>
                <a:gd name="connsiteX177" fmla="*/ 283518 w 311346"/>
                <a:gd name="connsiteY177" fmla="*/ 496342 h 1011287"/>
                <a:gd name="connsiteX178" fmla="*/ 282029 w 311346"/>
                <a:gd name="connsiteY178" fmla="*/ 496342 h 1011287"/>
                <a:gd name="connsiteX179" fmla="*/ 280541 w 311346"/>
                <a:gd name="connsiteY179" fmla="*/ 500062 h 1011287"/>
                <a:gd name="connsiteX180" fmla="*/ 276820 w 311346"/>
                <a:gd name="connsiteY180" fmla="*/ 503039 h 1011287"/>
                <a:gd name="connsiteX181" fmla="*/ 281285 w 311346"/>
                <a:gd name="connsiteY181" fmla="*/ 506760 h 1011287"/>
                <a:gd name="connsiteX182" fmla="*/ 282029 w 311346"/>
                <a:gd name="connsiteY182" fmla="*/ 508992 h 1011287"/>
                <a:gd name="connsiteX183" fmla="*/ 284262 w 311346"/>
                <a:gd name="connsiteY183" fmla="*/ 508992 h 1011287"/>
                <a:gd name="connsiteX184" fmla="*/ 285750 w 311346"/>
                <a:gd name="connsiteY184" fmla="*/ 511969 h 1011287"/>
                <a:gd name="connsiteX185" fmla="*/ 288773 w 311346"/>
                <a:gd name="connsiteY185" fmla="*/ 514620 h 1011287"/>
                <a:gd name="connsiteX186" fmla="*/ 292447 w 311346"/>
                <a:gd name="connsiteY186" fmla="*/ 519410 h 1011287"/>
                <a:gd name="connsiteX187" fmla="*/ 294680 w 311346"/>
                <a:gd name="connsiteY187" fmla="*/ 520154 h 1011287"/>
                <a:gd name="connsiteX188" fmla="*/ 295424 w 311346"/>
                <a:gd name="connsiteY188" fmla="*/ 522387 h 1011287"/>
                <a:gd name="connsiteX189" fmla="*/ 297656 w 311346"/>
                <a:gd name="connsiteY189" fmla="*/ 523131 h 1011287"/>
                <a:gd name="connsiteX190" fmla="*/ 298400 w 311346"/>
                <a:gd name="connsiteY190" fmla="*/ 527596 h 1011287"/>
                <a:gd name="connsiteX191" fmla="*/ 300633 w 311346"/>
                <a:gd name="connsiteY191" fmla="*/ 529084 h 1011287"/>
                <a:gd name="connsiteX192" fmla="*/ 301377 w 311346"/>
                <a:gd name="connsiteY192" fmla="*/ 534293 h 1011287"/>
                <a:gd name="connsiteX193" fmla="*/ 302865 w 311346"/>
                <a:gd name="connsiteY193" fmla="*/ 535037 h 1011287"/>
                <a:gd name="connsiteX194" fmla="*/ 303191 w 311346"/>
                <a:gd name="connsiteY194" fmla="*/ 537642 h 1011287"/>
                <a:gd name="connsiteX195" fmla="*/ 303609 w 311346"/>
                <a:gd name="connsiteY195" fmla="*/ 540246 h 1011287"/>
                <a:gd name="connsiteX196" fmla="*/ 305842 w 311346"/>
                <a:gd name="connsiteY196" fmla="*/ 540990 h 1011287"/>
                <a:gd name="connsiteX197" fmla="*/ 306214 w 311346"/>
                <a:gd name="connsiteY197" fmla="*/ 544246 h 1011287"/>
                <a:gd name="connsiteX198" fmla="*/ 307699 w 311346"/>
                <a:gd name="connsiteY198" fmla="*/ 548897 h 1011287"/>
                <a:gd name="connsiteX199" fmla="*/ 308818 w 311346"/>
                <a:gd name="connsiteY199" fmla="*/ 549920 h 1011287"/>
                <a:gd name="connsiteX200" fmla="*/ 309563 w 311346"/>
                <a:gd name="connsiteY200" fmla="*/ 553641 h 1011287"/>
                <a:gd name="connsiteX201" fmla="*/ 311051 w 311346"/>
                <a:gd name="connsiteY201" fmla="*/ 554385 h 1011287"/>
                <a:gd name="connsiteX202" fmla="*/ 311240 w 311346"/>
                <a:gd name="connsiteY202" fmla="*/ 560959 h 1011287"/>
                <a:gd name="connsiteX203" fmla="*/ 311247 w 311346"/>
                <a:gd name="connsiteY203" fmla="*/ 563085 h 1011287"/>
                <a:gd name="connsiteX204" fmla="*/ 311245 w 311346"/>
                <a:gd name="connsiteY204" fmla="*/ 570233 h 1011287"/>
                <a:gd name="connsiteX205" fmla="*/ 311253 w 311346"/>
                <a:gd name="connsiteY205" fmla="*/ 575372 h 1011287"/>
                <a:gd name="connsiteX206" fmla="*/ 311256 w 311346"/>
                <a:gd name="connsiteY206" fmla="*/ 589565 h 1011287"/>
                <a:gd name="connsiteX207" fmla="*/ 311265 w 311346"/>
                <a:gd name="connsiteY207" fmla="*/ 603277 h 1011287"/>
                <a:gd name="connsiteX208" fmla="*/ 311276 w 311346"/>
                <a:gd name="connsiteY208" fmla="*/ 634803 h 1011287"/>
                <a:gd name="connsiteX209" fmla="*/ 311279 w 311346"/>
                <a:gd name="connsiteY209" fmla="*/ 659140 h 1011287"/>
                <a:gd name="connsiteX210" fmla="*/ 311280 w 311346"/>
                <a:gd name="connsiteY210" fmla="*/ 662631 h 1011287"/>
                <a:gd name="connsiteX211" fmla="*/ 311282 w 311346"/>
                <a:gd name="connsiteY211" fmla="*/ 667891 h 1011287"/>
                <a:gd name="connsiteX212" fmla="*/ 311289 w 311346"/>
                <a:gd name="connsiteY212" fmla="*/ 716825 h 1011287"/>
                <a:gd name="connsiteX213" fmla="*/ 311288 w 311346"/>
                <a:gd name="connsiteY213" fmla="*/ 718690 h 1011287"/>
                <a:gd name="connsiteX214" fmla="*/ 311286 w 311346"/>
                <a:gd name="connsiteY214" fmla="*/ 728049 h 1011287"/>
                <a:gd name="connsiteX215" fmla="*/ 311286 w 311346"/>
                <a:gd name="connsiteY215" fmla="*/ 729927 h 1011287"/>
                <a:gd name="connsiteX216" fmla="*/ 311285 w 311346"/>
                <a:gd name="connsiteY216" fmla="*/ 733686 h 1011287"/>
                <a:gd name="connsiteX217" fmla="*/ 311301 w 311346"/>
                <a:gd name="connsiteY217" fmla="*/ 792194 h 1011287"/>
                <a:gd name="connsiteX218" fmla="*/ 311321 w 311346"/>
                <a:gd name="connsiteY218" fmla="*/ 857865 h 1011287"/>
                <a:gd name="connsiteX219" fmla="*/ 311321 w 311346"/>
                <a:gd name="connsiteY219" fmla="*/ 864860 h 1011287"/>
                <a:gd name="connsiteX220" fmla="*/ 311320 w 311346"/>
                <a:gd name="connsiteY220" fmla="*/ 866600 h 1011287"/>
                <a:gd name="connsiteX221" fmla="*/ 311332 w 311346"/>
                <a:gd name="connsiteY221" fmla="*/ 892660 h 1011287"/>
                <a:gd name="connsiteX222" fmla="*/ 311333 w 311346"/>
                <a:gd name="connsiteY222" fmla="*/ 922279 h 1011287"/>
                <a:gd name="connsiteX223" fmla="*/ 311337 w 311346"/>
                <a:gd name="connsiteY223" fmla="*/ 937408 h 1011287"/>
                <a:gd name="connsiteX224" fmla="*/ 311332 w 311346"/>
                <a:gd name="connsiteY224" fmla="*/ 951233 h 1011287"/>
                <a:gd name="connsiteX225" fmla="*/ 311338 w 311346"/>
                <a:gd name="connsiteY225" fmla="*/ 956258 h 1011287"/>
                <a:gd name="connsiteX226" fmla="*/ 311330 w 311346"/>
                <a:gd name="connsiteY226" fmla="*/ 963041 h 1011287"/>
                <a:gd name="connsiteX227" fmla="*/ 311346 w 311346"/>
                <a:gd name="connsiteY227" fmla="*/ 965053 h 1011287"/>
                <a:gd name="connsiteX228" fmla="*/ 311051 w 311346"/>
                <a:gd name="connsiteY228" fmla="*/ 969615 h 1011287"/>
                <a:gd name="connsiteX229" fmla="*/ 308818 w 311346"/>
                <a:gd name="connsiteY229" fmla="*/ 970359 h 1011287"/>
                <a:gd name="connsiteX230" fmla="*/ 307330 w 311346"/>
                <a:gd name="connsiteY230" fmla="*/ 973336 h 1011287"/>
                <a:gd name="connsiteX231" fmla="*/ 305098 w 311346"/>
                <a:gd name="connsiteY231" fmla="*/ 975568 h 1011287"/>
                <a:gd name="connsiteX232" fmla="*/ 303935 w 311346"/>
                <a:gd name="connsiteY232" fmla="*/ 976777 h 1011287"/>
                <a:gd name="connsiteX233" fmla="*/ 301377 w 311346"/>
                <a:gd name="connsiteY233" fmla="*/ 978545 h 1011287"/>
                <a:gd name="connsiteX234" fmla="*/ 300633 w 311346"/>
                <a:gd name="connsiteY234" fmla="*/ 980080 h 1011287"/>
                <a:gd name="connsiteX235" fmla="*/ 299889 w 311346"/>
                <a:gd name="connsiteY235" fmla="*/ 981521 h 1011287"/>
                <a:gd name="connsiteX236" fmla="*/ 298400 w 311346"/>
                <a:gd name="connsiteY236" fmla="*/ 981521 h 1011287"/>
                <a:gd name="connsiteX237" fmla="*/ 298075 w 311346"/>
                <a:gd name="connsiteY237" fmla="*/ 983010 h 1011287"/>
                <a:gd name="connsiteX238" fmla="*/ 297656 w 311346"/>
                <a:gd name="connsiteY238" fmla="*/ 984498 h 1011287"/>
                <a:gd name="connsiteX239" fmla="*/ 295424 w 311346"/>
                <a:gd name="connsiteY239" fmla="*/ 984498 h 1011287"/>
                <a:gd name="connsiteX240" fmla="*/ 295052 w 311346"/>
                <a:gd name="connsiteY240" fmla="*/ 985986 h 1011287"/>
                <a:gd name="connsiteX241" fmla="*/ 294680 w 311346"/>
                <a:gd name="connsiteY241" fmla="*/ 987474 h 1011287"/>
                <a:gd name="connsiteX242" fmla="*/ 292447 w 311346"/>
                <a:gd name="connsiteY242" fmla="*/ 987474 h 1011287"/>
                <a:gd name="connsiteX243" fmla="*/ 292447 w 311346"/>
                <a:gd name="connsiteY243" fmla="*/ 991195 h 1011287"/>
                <a:gd name="connsiteX244" fmla="*/ 289471 w 311346"/>
                <a:gd name="connsiteY244" fmla="*/ 991195 h 1011287"/>
                <a:gd name="connsiteX245" fmla="*/ 289471 w 311346"/>
                <a:gd name="connsiteY245" fmla="*/ 994172 h 1011287"/>
                <a:gd name="connsiteX246" fmla="*/ 286494 w 311346"/>
                <a:gd name="connsiteY246" fmla="*/ 994172 h 1011287"/>
                <a:gd name="connsiteX247" fmla="*/ 285750 w 311346"/>
                <a:gd name="connsiteY247" fmla="*/ 997148 h 1011287"/>
                <a:gd name="connsiteX248" fmla="*/ 284262 w 311346"/>
                <a:gd name="connsiteY248" fmla="*/ 997892 h 1011287"/>
                <a:gd name="connsiteX249" fmla="*/ 283518 w 311346"/>
                <a:gd name="connsiteY249" fmla="*/ 999381 h 1011287"/>
                <a:gd name="connsiteX250" fmla="*/ 281285 w 311346"/>
                <a:gd name="connsiteY250" fmla="*/ 1001613 h 1011287"/>
                <a:gd name="connsiteX251" fmla="*/ 280541 w 311346"/>
                <a:gd name="connsiteY251" fmla="*/ 1003846 h 1011287"/>
                <a:gd name="connsiteX252" fmla="*/ 278727 w 311346"/>
                <a:gd name="connsiteY252" fmla="*/ 1005613 h 1011287"/>
                <a:gd name="connsiteX253" fmla="*/ 275332 w 311346"/>
                <a:gd name="connsiteY253" fmla="*/ 1011287 h 1011287"/>
                <a:gd name="connsiteX254" fmla="*/ 0 w 311346"/>
                <a:gd name="connsiteY254" fmla="*/ 1011287 h 1011287"/>
                <a:gd name="connsiteX255" fmla="*/ 0 w 311346"/>
                <a:gd name="connsiteY25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311346" h="1011287">
                  <a:moveTo>
                    <a:pt x="78985" y="550659"/>
                  </a:moveTo>
                  <a:cubicBezTo>
                    <a:pt x="78985" y="676657"/>
                    <a:pt x="78985" y="798949"/>
                    <a:pt x="78985" y="921241"/>
                  </a:cubicBezTo>
                  <a:cubicBezTo>
                    <a:pt x="81520" y="920607"/>
                    <a:pt x="83610" y="920407"/>
                    <a:pt x="86199" y="920397"/>
                  </a:cubicBezTo>
                  <a:cubicBezTo>
                    <a:pt x="86780" y="920399"/>
                    <a:pt x="87344" y="920401"/>
                    <a:pt x="87908" y="920402"/>
                  </a:cubicBezTo>
                  <a:cubicBezTo>
                    <a:pt x="89841" y="920399"/>
                    <a:pt x="91774" y="920396"/>
                    <a:pt x="93707" y="920398"/>
                  </a:cubicBezTo>
                  <a:cubicBezTo>
                    <a:pt x="95125" y="920400"/>
                    <a:pt x="96543" y="920400"/>
                    <a:pt x="97962" y="920399"/>
                  </a:cubicBezTo>
                  <a:cubicBezTo>
                    <a:pt x="101821" y="920395"/>
                    <a:pt x="105681" y="920393"/>
                    <a:pt x="109540" y="920395"/>
                  </a:cubicBezTo>
                  <a:cubicBezTo>
                    <a:pt x="113644" y="920398"/>
                    <a:pt x="117747" y="920398"/>
                    <a:pt x="121851" y="920397"/>
                  </a:cubicBezTo>
                  <a:cubicBezTo>
                    <a:pt x="128714" y="920395"/>
                    <a:pt x="135578" y="920395"/>
                    <a:pt x="142442" y="920398"/>
                  </a:cubicBezTo>
                  <a:cubicBezTo>
                    <a:pt x="150447" y="920403"/>
                    <a:pt x="158453" y="920404"/>
                    <a:pt x="166458" y="920400"/>
                  </a:cubicBezTo>
                  <a:cubicBezTo>
                    <a:pt x="173378" y="920396"/>
                    <a:pt x="180298" y="920394"/>
                    <a:pt x="187217" y="920396"/>
                  </a:cubicBezTo>
                  <a:cubicBezTo>
                    <a:pt x="191335" y="920397"/>
                    <a:pt x="195454" y="920399"/>
                    <a:pt x="199572" y="920397"/>
                  </a:cubicBezTo>
                  <a:cubicBezTo>
                    <a:pt x="203514" y="920395"/>
                    <a:pt x="207456" y="920393"/>
                    <a:pt x="211398" y="920397"/>
                  </a:cubicBezTo>
                  <a:cubicBezTo>
                    <a:pt x="212845" y="920398"/>
                    <a:pt x="214292" y="920400"/>
                    <a:pt x="215739" y="920401"/>
                  </a:cubicBezTo>
                  <a:cubicBezTo>
                    <a:pt x="217766" y="920398"/>
                    <a:pt x="219793" y="920396"/>
                    <a:pt x="221820" y="920399"/>
                  </a:cubicBezTo>
                  <a:cubicBezTo>
                    <a:pt x="222738" y="920401"/>
                    <a:pt x="222738" y="920401"/>
                    <a:pt x="223638" y="920402"/>
                  </a:cubicBezTo>
                  <a:cubicBezTo>
                    <a:pt x="225533" y="920397"/>
                    <a:pt x="227407" y="920422"/>
                    <a:pt x="229301" y="920497"/>
                  </a:cubicBezTo>
                  <a:cubicBezTo>
                    <a:pt x="230046" y="921241"/>
                    <a:pt x="230046" y="921241"/>
                    <a:pt x="232278" y="921241"/>
                  </a:cubicBezTo>
                  <a:cubicBezTo>
                    <a:pt x="232362" y="878156"/>
                    <a:pt x="232428" y="835072"/>
                    <a:pt x="232467" y="791987"/>
                  </a:cubicBezTo>
                  <a:cubicBezTo>
                    <a:pt x="232471" y="786853"/>
                    <a:pt x="232476" y="781718"/>
                    <a:pt x="232481" y="776583"/>
                  </a:cubicBezTo>
                  <a:cubicBezTo>
                    <a:pt x="232481" y="776056"/>
                    <a:pt x="232482" y="775545"/>
                    <a:pt x="232482" y="775034"/>
                  </a:cubicBezTo>
                  <a:cubicBezTo>
                    <a:pt x="232498" y="758436"/>
                    <a:pt x="232525" y="741838"/>
                    <a:pt x="232559" y="725241"/>
                  </a:cubicBezTo>
                  <a:cubicBezTo>
                    <a:pt x="232594" y="708159"/>
                    <a:pt x="232619" y="691078"/>
                    <a:pt x="232627" y="673997"/>
                  </a:cubicBezTo>
                  <a:cubicBezTo>
                    <a:pt x="232631" y="663467"/>
                    <a:pt x="232641" y="652938"/>
                    <a:pt x="232671" y="642408"/>
                  </a:cubicBezTo>
                  <a:cubicBezTo>
                    <a:pt x="232692" y="635126"/>
                    <a:pt x="232704" y="627843"/>
                    <a:pt x="232702" y="620561"/>
                  </a:cubicBezTo>
                  <a:cubicBezTo>
                    <a:pt x="232699" y="616361"/>
                    <a:pt x="232694" y="612162"/>
                    <a:pt x="232710" y="607962"/>
                  </a:cubicBezTo>
                  <a:cubicBezTo>
                    <a:pt x="232728" y="604061"/>
                    <a:pt x="232743" y="600160"/>
                    <a:pt x="232735" y="596259"/>
                  </a:cubicBezTo>
                  <a:cubicBezTo>
                    <a:pt x="232730" y="594846"/>
                    <a:pt x="232727" y="593434"/>
                    <a:pt x="232725" y="592021"/>
                  </a:cubicBezTo>
                  <a:cubicBezTo>
                    <a:pt x="232742" y="590056"/>
                    <a:pt x="232759" y="588093"/>
                    <a:pt x="232749" y="586128"/>
                  </a:cubicBezTo>
                  <a:cubicBezTo>
                    <a:pt x="232742" y="585242"/>
                    <a:pt x="232742" y="585242"/>
                    <a:pt x="232736" y="584374"/>
                  </a:cubicBezTo>
                  <a:cubicBezTo>
                    <a:pt x="232771" y="582400"/>
                    <a:pt x="232674" y="580896"/>
                    <a:pt x="232278" y="578936"/>
                  </a:cubicBezTo>
                  <a:cubicBezTo>
                    <a:pt x="231636" y="578742"/>
                    <a:pt x="231012" y="578553"/>
                    <a:pt x="230389" y="578364"/>
                  </a:cubicBezTo>
                  <a:cubicBezTo>
                    <a:pt x="229766" y="578306"/>
                    <a:pt x="229162" y="578249"/>
                    <a:pt x="228557" y="578192"/>
                  </a:cubicBezTo>
                  <a:cubicBezTo>
                    <a:pt x="228557" y="577433"/>
                    <a:pt x="228557" y="576696"/>
                    <a:pt x="228557" y="575960"/>
                  </a:cubicBezTo>
                  <a:cubicBezTo>
                    <a:pt x="226473" y="574571"/>
                    <a:pt x="225338" y="573398"/>
                    <a:pt x="223767" y="571495"/>
                  </a:cubicBezTo>
                  <a:cubicBezTo>
                    <a:pt x="222401" y="569833"/>
                    <a:pt x="221423" y="568679"/>
                    <a:pt x="219508" y="567681"/>
                  </a:cubicBezTo>
                  <a:cubicBezTo>
                    <a:pt x="219043" y="567460"/>
                    <a:pt x="218591" y="567245"/>
                    <a:pt x="218139" y="567030"/>
                  </a:cubicBezTo>
                  <a:cubicBezTo>
                    <a:pt x="217321" y="565394"/>
                    <a:pt x="217321" y="565394"/>
                    <a:pt x="214419" y="562984"/>
                  </a:cubicBezTo>
                  <a:cubicBezTo>
                    <a:pt x="212803" y="561683"/>
                    <a:pt x="212803" y="561683"/>
                    <a:pt x="211442" y="560333"/>
                  </a:cubicBezTo>
                  <a:cubicBezTo>
                    <a:pt x="211189" y="559574"/>
                    <a:pt x="210943" y="558837"/>
                    <a:pt x="210698" y="558100"/>
                  </a:cubicBezTo>
                  <a:cubicBezTo>
                    <a:pt x="209704" y="557859"/>
                    <a:pt x="208712" y="557612"/>
                    <a:pt x="207721" y="557356"/>
                  </a:cubicBezTo>
                  <a:cubicBezTo>
                    <a:pt x="207721" y="556597"/>
                    <a:pt x="207721" y="555861"/>
                    <a:pt x="207721" y="555124"/>
                  </a:cubicBezTo>
                  <a:cubicBezTo>
                    <a:pt x="207089" y="554997"/>
                    <a:pt x="206475" y="554875"/>
                    <a:pt x="205861" y="554752"/>
                  </a:cubicBezTo>
                  <a:cubicBezTo>
                    <a:pt x="205228" y="554625"/>
                    <a:pt x="204615" y="554502"/>
                    <a:pt x="204001" y="554380"/>
                  </a:cubicBezTo>
                  <a:cubicBezTo>
                    <a:pt x="204001" y="553621"/>
                    <a:pt x="204001" y="552884"/>
                    <a:pt x="204001" y="552147"/>
                  </a:cubicBezTo>
                  <a:cubicBezTo>
                    <a:pt x="201768" y="550659"/>
                    <a:pt x="201768" y="550659"/>
                    <a:pt x="78985" y="550659"/>
                  </a:cubicBezTo>
                  <a:close/>
                  <a:moveTo>
                    <a:pt x="79730" y="90907"/>
                  </a:moveTo>
                  <a:cubicBezTo>
                    <a:pt x="78901" y="91736"/>
                    <a:pt x="78901" y="91736"/>
                    <a:pt x="78888" y="95702"/>
                  </a:cubicBezTo>
                  <a:cubicBezTo>
                    <a:pt x="78890" y="96308"/>
                    <a:pt x="78892" y="96896"/>
                    <a:pt x="78894" y="97484"/>
                  </a:cubicBezTo>
                  <a:cubicBezTo>
                    <a:pt x="78891" y="99486"/>
                    <a:pt x="78890" y="101488"/>
                    <a:pt x="78893" y="103491"/>
                  </a:cubicBezTo>
                  <a:cubicBezTo>
                    <a:pt x="78895" y="104974"/>
                    <a:pt x="78896" y="106457"/>
                    <a:pt x="78896" y="107941"/>
                  </a:cubicBezTo>
                  <a:cubicBezTo>
                    <a:pt x="78893" y="112022"/>
                    <a:pt x="78893" y="116103"/>
                    <a:pt x="78897" y="120183"/>
                  </a:cubicBezTo>
                  <a:cubicBezTo>
                    <a:pt x="78901" y="124649"/>
                    <a:pt x="78902" y="129115"/>
                    <a:pt x="78901" y="133580"/>
                  </a:cubicBezTo>
                  <a:cubicBezTo>
                    <a:pt x="78900" y="141814"/>
                    <a:pt x="78902" y="150049"/>
                    <a:pt x="78906" y="158283"/>
                  </a:cubicBezTo>
                  <a:cubicBezTo>
                    <a:pt x="78910" y="166483"/>
                    <a:pt x="78914" y="174684"/>
                    <a:pt x="78915" y="182885"/>
                  </a:cubicBezTo>
                  <a:cubicBezTo>
                    <a:pt x="78915" y="183408"/>
                    <a:pt x="78915" y="183917"/>
                    <a:pt x="78915" y="184425"/>
                  </a:cubicBezTo>
                  <a:cubicBezTo>
                    <a:pt x="78915" y="187008"/>
                    <a:pt x="78915" y="189591"/>
                    <a:pt x="78916" y="192174"/>
                  </a:cubicBezTo>
                  <a:cubicBezTo>
                    <a:pt x="78917" y="210483"/>
                    <a:pt x="78922" y="228792"/>
                    <a:pt x="78929" y="247102"/>
                  </a:cubicBezTo>
                  <a:cubicBezTo>
                    <a:pt x="78936" y="264926"/>
                    <a:pt x="78941" y="282750"/>
                    <a:pt x="78944" y="300575"/>
                  </a:cubicBezTo>
                  <a:cubicBezTo>
                    <a:pt x="78944" y="301141"/>
                    <a:pt x="78945" y="301690"/>
                    <a:pt x="78945" y="302239"/>
                  </a:cubicBezTo>
                  <a:cubicBezTo>
                    <a:pt x="78946" y="307760"/>
                    <a:pt x="78947" y="313281"/>
                    <a:pt x="78947" y="318802"/>
                  </a:cubicBezTo>
                  <a:cubicBezTo>
                    <a:pt x="78949" y="330061"/>
                    <a:pt x="78951" y="341320"/>
                    <a:pt x="78954" y="352579"/>
                  </a:cubicBezTo>
                  <a:cubicBezTo>
                    <a:pt x="78954" y="353113"/>
                    <a:pt x="78954" y="353631"/>
                    <a:pt x="78954" y="354149"/>
                  </a:cubicBezTo>
                  <a:cubicBezTo>
                    <a:pt x="78961" y="389185"/>
                    <a:pt x="78973" y="424221"/>
                    <a:pt x="78985" y="459257"/>
                  </a:cubicBezTo>
                  <a:cubicBezTo>
                    <a:pt x="80452" y="459257"/>
                    <a:pt x="81918" y="459253"/>
                    <a:pt x="83385" y="459247"/>
                  </a:cubicBezTo>
                  <a:cubicBezTo>
                    <a:pt x="84303" y="459242"/>
                    <a:pt x="85195" y="459238"/>
                    <a:pt x="86086" y="459233"/>
                  </a:cubicBezTo>
                  <a:cubicBezTo>
                    <a:pt x="87677" y="459225"/>
                    <a:pt x="89268" y="459217"/>
                    <a:pt x="90859" y="459209"/>
                  </a:cubicBezTo>
                  <a:cubicBezTo>
                    <a:pt x="91449" y="459206"/>
                    <a:pt x="92022" y="459203"/>
                    <a:pt x="92594" y="459200"/>
                  </a:cubicBezTo>
                  <a:cubicBezTo>
                    <a:pt x="103944" y="459142"/>
                    <a:pt x="115293" y="459080"/>
                    <a:pt x="126643" y="459016"/>
                  </a:cubicBezTo>
                  <a:cubicBezTo>
                    <a:pt x="133950" y="458975"/>
                    <a:pt x="141256" y="458934"/>
                    <a:pt x="148563" y="458897"/>
                  </a:cubicBezTo>
                  <a:cubicBezTo>
                    <a:pt x="154991" y="458865"/>
                    <a:pt x="161418" y="458832"/>
                    <a:pt x="167846" y="458795"/>
                  </a:cubicBezTo>
                  <a:cubicBezTo>
                    <a:pt x="171237" y="458775"/>
                    <a:pt x="174627" y="458754"/>
                    <a:pt x="178018" y="458738"/>
                  </a:cubicBezTo>
                  <a:cubicBezTo>
                    <a:pt x="181264" y="458723"/>
                    <a:pt x="184509" y="458708"/>
                    <a:pt x="187755" y="458688"/>
                  </a:cubicBezTo>
                  <a:cubicBezTo>
                    <a:pt x="188946" y="458680"/>
                    <a:pt x="190138" y="458672"/>
                    <a:pt x="191329" y="458665"/>
                  </a:cubicBezTo>
                  <a:cubicBezTo>
                    <a:pt x="192998" y="458659"/>
                    <a:pt x="194667" y="458653"/>
                    <a:pt x="196335" y="458641"/>
                  </a:cubicBezTo>
                  <a:cubicBezTo>
                    <a:pt x="196845" y="458638"/>
                    <a:pt x="197339" y="458634"/>
                    <a:pt x="197834" y="458630"/>
                  </a:cubicBezTo>
                  <a:cubicBezTo>
                    <a:pt x="199669" y="458620"/>
                    <a:pt x="201887" y="459138"/>
                    <a:pt x="203257" y="457768"/>
                  </a:cubicBezTo>
                  <a:cubicBezTo>
                    <a:pt x="203441" y="456225"/>
                    <a:pt x="203441" y="456225"/>
                    <a:pt x="204001" y="454792"/>
                  </a:cubicBezTo>
                  <a:cubicBezTo>
                    <a:pt x="205013" y="454792"/>
                    <a:pt x="205995" y="454792"/>
                    <a:pt x="206978" y="454792"/>
                  </a:cubicBezTo>
                  <a:cubicBezTo>
                    <a:pt x="208187" y="453489"/>
                    <a:pt x="208187" y="453489"/>
                    <a:pt x="209210" y="451815"/>
                  </a:cubicBezTo>
                  <a:cubicBezTo>
                    <a:pt x="209917" y="450215"/>
                    <a:pt x="209917" y="450215"/>
                    <a:pt x="210698" y="448839"/>
                  </a:cubicBezTo>
                  <a:cubicBezTo>
                    <a:pt x="211457" y="448586"/>
                    <a:pt x="212194" y="448340"/>
                    <a:pt x="212931" y="448094"/>
                  </a:cubicBezTo>
                  <a:cubicBezTo>
                    <a:pt x="213073" y="447573"/>
                    <a:pt x="213211" y="447066"/>
                    <a:pt x="213349" y="446560"/>
                  </a:cubicBezTo>
                  <a:cubicBezTo>
                    <a:pt x="213460" y="446069"/>
                    <a:pt x="213568" y="445594"/>
                    <a:pt x="213675" y="445118"/>
                  </a:cubicBezTo>
                  <a:cubicBezTo>
                    <a:pt x="214181" y="445118"/>
                    <a:pt x="214672" y="445118"/>
                    <a:pt x="215163" y="445118"/>
                  </a:cubicBezTo>
                  <a:cubicBezTo>
                    <a:pt x="215690" y="444582"/>
                    <a:pt x="215690" y="444582"/>
                    <a:pt x="216207" y="444057"/>
                  </a:cubicBezTo>
                  <a:cubicBezTo>
                    <a:pt x="217690" y="442234"/>
                    <a:pt x="219137" y="440405"/>
                    <a:pt x="220791" y="438735"/>
                  </a:cubicBezTo>
                  <a:cubicBezTo>
                    <a:pt x="222294" y="437248"/>
                    <a:pt x="223563" y="435641"/>
                    <a:pt x="224837" y="433956"/>
                  </a:cubicBezTo>
                  <a:cubicBezTo>
                    <a:pt x="225518" y="432280"/>
                    <a:pt x="225518" y="432280"/>
                    <a:pt x="226325" y="430979"/>
                  </a:cubicBezTo>
                  <a:cubicBezTo>
                    <a:pt x="227337" y="430979"/>
                    <a:pt x="228320" y="430979"/>
                    <a:pt x="229302" y="430979"/>
                  </a:cubicBezTo>
                  <a:cubicBezTo>
                    <a:pt x="229302" y="315355"/>
                    <a:pt x="229302" y="203131"/>
                    <a:pt x="229302" y="90907"/>
                  </a:cubicBezTo>
                  <a:cubicBezTo>
                    <a:pt x="227087" y="91645"/>
                    <a:pt x="225286" y="91742"/>
                    <a:pt x="222971" y="91751"/>
                  </a:cubicBezTo>
                  <a:cubicBezTo>
                    <a:pt x="222114" y="91748"/>
                    <a:pt x="222114" y="91748"/>
                    <a:pt x="221274" y="91746"/>
                  </a:cubicBezTo>
                  <a:cubicBezTo>
                    <a:pt x="219362" y="91749"/>
                    <a:pt x="217450" y="91752"/>
                    <a:pt x="215538" y="91750"/>
                  </a:cubicBezTo>
                  <a:cubicBezTo>
                    <a:pt x="214134" y="91748"/>
                    <a:pt x="212730" y="91748"/>
                    <a:pt x="211325" y="91749"/>
                  </a:cubicBezTo>
                  <a:cubicBezTo>
                    <a:pt x="207506" y="91753"/>
                    <a:pt x="203687" y="91755"/>
                    <a:pt x="199868" y="91753"/>
                  </a:cubicBezTo>
                  <a:cubicBezTo>
                    <a:pt x="195806" y="91750"/>
                    <a:pt x="191743" y="91750"/>
                    <a:pt x="187681" y="91751"/>
                  </a:cubicBezTo>
                  <a:cubicBezTo>
                    <a:pt x="180886" y="91753"/>
                    <a:pt x="174091" y="91753"/>
                    <a:pt x="167296" y="91750"/>
                  </a:cubicBezTo>
                  <a:cubicBezTo>
                    <a:pt x="159372" y="91745"/>
                    <a:pt x="151447" y="91744"/>
                    <a:pt x="143522" y="91748"/>
                  </a:cubicBezTo>
                  <a:cubicBezTo>
                    <a:pt x="136674" y="91752"/>
                    <a:pt x="129826" y="91753"/>
                    <a:pt x="122977" y="91752"/>
                  </a:cubicBezTo>
                  <a:cubicBezTo>
                    <a:pt x="118901" y="91751"/>
                    <a:pt x="114824" y="91749"/>
                    <a:pt x="110747" y="91751"/>
                  </a:cubicBezTo>
                  <a:cubicBezTo>
                    <a:pt x="106845" y="91753"/>
                    <a:pt x="102943" y="91755"/>
                    <a:pt x="99041" y="91751"/>
                  </a:cubicBezTo>
                  <a:cubicBezTo>
                    <a:pt x="97607" y="91750"/>
                    <a:pt x="96174" y="91748"/>
                    <a:pt x="94740" y="91747"/>
                  </a:cubicBezTo>
                  <a:cubicBezTo>
                    <a:pt x="92734" y="91750"/>
                    <a:pt x="90729" y="91752"/>
                    <a:pt x="88723" y="91749"/>
                  </a:cubicBezTo>
                  <a:cubicBezTo>
                    <a:pt x="87812" y="91747"/>
                    <a:pt x="87812" y="91747"/>
                    <a:pt x="86919" y="91746"/>
                  </a:cubicBezTo>
                  <a:cubicBezTo>
                    <a:pt x="85012" y="91751"/>
                    <a:pt x="83125" y="91724"/>
                    <a:pt x="81218" y="91651"/>
                  </a:cubicBezTo>
                  <a:cubicBezTo>
                    <a:pt x="80712" y="91398"/>
                    <a:pt x="80221" y="91153"/>
                    <a:pt x="79730" y="90907"/>
                  </a:cubicBezTo>
                  <a:close/>
                  <a:moveTo>
                    <a:pt x="0" y="0"/>
                  </a:moveTo>
                  <a:cubicBezTo>
                    <a:pt x="89877" y="0"/>
                    <a:pt x="179755" y="0"/>
                    <a:pt x="272355" y="0"/>
                  </a:cubicBezTo>
                  <a:cubicBezTo>
                    <a:pt x="272601" y="1473"/>
                    <a:pt x="272847" y="2947"/>
                    <a:pt x="273100" y="4465"/>
                  </a:cubicBezTo>
                  <a:cubicBezTo>
                    <a:pt x="273591" y="4465"/>
                    <a:pt x="274082" y="4465"/>
                    <a:pt x="274588" y="4465"/>
                  </a:cubicBezTo>
                  <a:cubicBezTo>
                    <a:pt x="275658" y="5741"/>
                    <a:pt x="275658" y="5741"/>
                    <a:pt x="276820" y="7395"/>
                  </a:cubicBezTo>
                  <a:cubicBezTo>
                    <a:pt x="278344" y="9664"/>
                    <a:pt x="278344" y="9664"/>
                    <a:pt x="280541" y="11162"/>
                  </a:cubicBezTo>
                  <a:cubicBezTo>
                    <a:pt x="281037" y="12154"/>
                    <a:pt x="281533" y="13146"/>
                    <a:pt x="282029" y="14139"/>
                  </a:cubicBezTo>
                  <a:cubicBezTo>
                    <a:pt x="282520" y="14384"/>
                    <a:pt x="283012" y="14630"/>
                    <a:pt x="283518" y="14883"/>
                  </a:cubicBezTo>
                  <a:cubicBezTo>
                    <a:pt x="283763" y="15620"/>
                    <a:pt x="284009" y="16356"/>
                    <a:pt x="284262" y="17115"/>
                  </a:cubicBezTo>
                  <a:cubicBezTo>
                    <a:pt x="284998" y="17361"/>
                    <a:pt x="285735" y="17606"/>
                    <a:pt x="286494" y="17859"/>
                  </a:cubicBezTo>
                  <a:cubicBezTo>
                    <a:pt x="286740" y="18596"/>
                    <a:pt x="286985" y="19333"/>
                    <a:pt x="287238" y="20092"/>
                  </a:cubicBezTo>
                  <a:cubicBezTo>
                    <a:pt x="287975" y="20337"/>
                    <a:pt x="288712" y="20583"/>
                    <a:pt x="289471" y="20836"/>
                  </a:cubicBezTo>
                  <a:cubicBezTo>
                    <a:pt x="289748" y="21820"/>
                    <a:pt x="289996" y="22813"/>
                    <a:pt x="290215" y="23812"/>
                  </a:cubicBezTo>
                  <a:cubicBezTo>
                    <a:pt x="290706" y="24058"/>
                    <a:pt x="291197" y="24304"/>
                    <a:pt x="291703" y="24557"/>
                  </a:cubicBezTo>
                  <a:cubicBezTo>
                    <a:pt x="291949" y="25293"/>
                    <a:pt x="292194" y="26030"/>
                    <a:pt x="292447" y="26789"/>
                  </a:cubicBezTo>
                  <a:cubicBezTo>
                    <a:pt x="292938" y="26912"/>
                    <a:pt x="293430" y="27035"/>
                    <a:pt x="293936" y="27161"/>
                  </a:cubicBezTo>
                  <a:cubicBezTo>
                    <a:pt x="294427" y="27284"/>
                    <a:pt x="294918" y="27407"/>
                    <a:pt x="295424" y="27533"/>
                  </a:cubicBezTo>
                  <a:cubicBezTo>
                    <a:pt x="295669" y="28270"/>
                    <a:pt x="295915" y="29007"/>
                    <a:pt x="296168" y="29766"/>
                  </a:cubicBezTo>
                  <a:cubicBezTo>
                    <a:pt x="296888" y="30533"/>
                    <a:pt x="297636" y="31275"/>
                    <a:pt x="298400" y="31998"/>
                  </a:cubicBezTo>
                  <a:cubicBezTo>
                    <a:pt x="299747" y="33540"/>
                    <a:pt x="301076" y="35096"/>
                    <a:pt x="302403" y="36655"/>
                  </a:cubicBezTo>
                  <a:cubicBezTo>
                    <a:pt x="303534" y="38022"/>
                    <a:pt x="303534" y="38022"/>
                    <a:pt x="305098" y="38695"/>
                  </a:cubicBezTo>
                  <a:cubicBezTo>
                    <a:pt x="305343" y="39432"/>
                    <a:pt x="305589" y="40169"/>
                    <a:pt x="305842" y="40928"/>
                  </a:cubicBezTo>
                  <a:cubicBezTo>
                    <a:pt x="306341" y="41083"/>
                    <a:pt x="306839" y="41239"/>
                    <a:pt x="307353" y="41399"/>
                  </a:cubicBezTo>
                  <a:cubicBezTo>
                    <a:pt x="307837" y="41735"/>
                    <a:pt x="308320" y="42070"/>
                    <a:pt x="308818" y="42416"/>
                  </a:cubicBezTo>
                  <a:cubicBezTo>
                    <a:pt x="309120" y="44701"/>
                    <a:pt x="309216" y="46723"/>
                    <a:pt x="309191" y="49012"/>
                  </a:cubicBezTo>
                  <a:cubicBezTo>
                    <a:pt x="309197" y="50055"/>
                    <a:pt x="309197" y="50055"/>
                    <a:pt x="309203" y="51118"/>
                  </a:cubicBezTo>
                  <a:cubicBezTo>
                    <a:pt x="309214" y="53474"/>
                    <a:pt x="309202" y="55829"/>
                    <a:pt x="309191" y="58184"/>
                  </a:cubicBezTo>
                  <a:cubicBezTo>
                    <a:pt x="309194" y="59879"/>
                    <a:pt x="309198" y="61574"/>
                    <a:pt x="309204" y="63269"/>
                  </a:cubicBezTo>
                  <a:cubicBezTo>
                    <a:pt x="309215" y="67948"/>
                    <a:pt x="309207" y="72627"/>
                    <a:pt x="309197" y="77305"/>
                  </a:cubicBezTo>
                  <a:cubicBezTo>
                    <a:pt x="309189" y="81826"/>
                    <a:pt x="309196" y="86347"/>
                    <a:pt x="309202" y="90868"/>
                  </a:cubicBezTo>
                  <a:cubicBezTo>
                    <a:pt x="309215" y="100689"/>
                    <a:pt x="309211" y="110511"/>
                    <a:pt x="309199" y="120333"/>
                  </a:cubicBezTo>
                  <a:cubicBezTo>
                    <a:pt x="309190" y="128927"/>
                    <a:pt x="309186" y="137522"/>
                    <a:pt x="309188" y="146116"/>
                  </a:cubicBezTo>
                  <a:cubicBezTo>
                    <a:pt x="309188" y="146970"/>
                    <a:pt x="309188" y="146970"/>
                    <a:pt x="309188" y="147841"/>
                  </a:cubicBezTo>
                  <a:cubicBezTo>
                    <a:pt x="309189" y="150151"/>
                    <a:pt x="309189" y="152462"/>
                    <a:pt x="309190" y="154773"/>
                  </a:cubicBezTo>
                  <a:cubicBezTo>
                    <a:pt x="309195" y="176463"/>
                    <a:pt x="309183" y="198154"/>
                    <a:pt x="309164" y="219845"/>
                  </a:cubicBezTo>
                  <a:cubicBezTo>
                    <a:pt x="309147" y="239133"/>
                    <a:pt x="309143" y="258421"/>
                    <a:pt x="309150" y="277709"/>
                  </a:cubicBezTo>
                  <a:cubicBezTo>
                    <a:pt x="309152" y="282648"/>
                    <a:pt x="309154" y="287587"/>
                    <a:pt x="309156" y="292526"/>
                  </a:cubicBezTo>
                  <a:cubicBezTo>
                    <a:pt x="309156" y="293134"/>
                    <a:pt x="309156" y="293742"/>
                    <a:pt x="309157" y="294368"/>
                  </a:cubicBezTo>
                  <a:cubicBezTo>
                    <a:pt x="309162" y="310466"/>
                    <a:pt x="309158" y="326565"/>
                    <a:pt x="309149" y="342663"/>
                  </a:cubicBezTo>
                  <a:cubicBezTo>
                    <a:pt x="309149" y="344394"/>
                    <a:pt x="309148" y="346125"/>
                    <a:pt x="309147" y="347856"/>
                  </a:cubicBezTo>
                  <a:cubicBezTo>
                    <a:pt x="309146" y="349005"/>
                    <a:pt x="309146" y="350154"/>
                    <a:pt x="309145" y="351302"/>
                  </a:cubicBezTo>
                  <a:cubicBezTo>
                    <a:pt x="309141" y="359894"/>
                    <a:pt x="309142" y="368485"/>
                    <a:pt x="309145" y="377076"/>
                  </a:cubicBezTo>
                  <a:cubicBezTo>
                    <a:pt x="309149" y="386840"/>
                    <a:pt x="309145" y="396605"/>
                    <a:pt x="309130" y="406369"/>
                  </a:cubicBezTo>
                  <a:cubicBezTo>
                    <a:pt x="309122" y="411356"/>
                    <a:pt x="309119" y="416343"/>
                    <a:pt x="309125" y="421330"/>
                  </a:cubicBezTo>
                  <a:cubicBezTo>
                    <a:pt x="309130" y="425887"/>
                    <a:pt x="309125" y="430444"/>
                    <a:pt x="309111" y="435002"/>
                  </a:cubicBezTo>
                  <a:cubicBezTo>
                    <a:pt x="309108" y="436658"/>
                    <a:pt x="309109" y="438315"/>
                    <a:pt x="309114" y="439971"/>
                  </a:cubicBezTo>
                  <a:cubicBezTo>
                    <a:pt x="309120" y="442207"/>
                    <a:pt x="309113" y="444443"/>
                    <a:pt x="309101" y="446679"/>
                  </a:cubicBezTo>
                  <a:cubicBezTo>
                    <a:pt x="309106" y="447336"/>
                    <a:pt x="309111" y="447992"/>
                    <a:pt x="309117" y="448669"/>
                  </a:cubicBezTo>
                  <a:cubicBezTo>
                    <a:pt x="309099" y="450457"/>
                    <a:pt x="309099" y="450457"/>
                    <a:pt x="308818" y="453182"/>
                  </a:cubicBezTo>
                  <a:cubicBezTo>
                    <a:pt x="308082" y="453427"/>
                    <a:pt x="307345" y="453673"/>
                    <a:pt x="306586" y="453926"/>
                  </a:cubicBezTo>
                  <a:cubicBezTo>
                    <a:pt x="306233" y="455481"/>
                    <a:pt x="306233" y="455481"/>
                    <a:pt x="306214" y="457274"/>
                  </a:cubicBezTo>
                  <a:cubicBezTo>
                    <a:pt x="306144" y="459111"/>
                    <a:pt x="306144" y="459111"/>
                    <a:pt x="305842" y="460623"/>
                  </a:cubicBezTo>
                  <a:cubicBezTo>
                    <a:pt x="305105" y="460869"/>
                    <a:pt x="304368" y="461114"/>
                    <a:pt x="303609" y="461367"/>
                  </a:cubicBezTo>
                  <a:cubicBezTo>
                    <a:pt x="303174" y="462771"/>
                    <a:pt x="303174" y="462771"/>
                    <a:pt x="303098" y="464390"/>
                  </a:cubicBezTo>
                  <a:cubicBezTo>
                    <a:pt x="303021" y="465357"/>
                    <a:pt x="302944" y="466324"/>
                    <a:pt x="302865" y="467320"/>
                  </a:cubicBezTo>
                  <a:cubicBezTo>
                    <a:pt x="302129" y="467320"/>
                    <a:pt x="301392" y="467320"/>
                    <a:pt x="300633" y="467320"/>
                  </a:cubicBezTo>
                  <a:cubicBezTo>
                    <a:pt x="300694" y="468287"/>
                    <a:pt x="300756" y="469254"/>
                    <a:pt x="300819" y="470250"/>
                  </a:cubicBezTo>
                  <a:cubicBezTo>
                    <a:pt x="300924" y="471898"/>
                    <a:pt x="300924" y="471898"/>
                    <a:pt x="300633" y="473273"/>
                  </a:cubicBezTo>
                  <a:cubicBezTo>
                    <a:pt x="300142" y="473381"/>
                    <a:pt x="299651" y="473488"/>
                    <a:pt x="299145" y="473599"/>
                  </a:cubicBezTo>
                  <a:cubicBezTo>
                    <a:pt x="298653" y="473737"/>
                    <a:pt x="298162" y="473875"/>
                    <a:pt x="297656" y="474018"/>
                  </a:cubicBezTo>
                  <a:cubicBezTo>
                    <a:pt x="297293" y="475771"/>
                    <a:pt x="297293" y="475771"/>
                    <a:pt x="297470" y="477785"/>
                  </a:cubicBezTo>
                  <a:cubicBezTo>
                    <a:pt x="297497" y="478469"/>
                    <a:pt x="297524" y="479153"/>
                    <a:pt x="297552" y="479857"/>
                  </a:cubicBezTo>
                  <a:cubicBezTo>
                    <a:pt x="297586" y="480386"/>
                    <a:pt x="297621" y="480914"/>
                    <a:pt x="297656" y="481459"/>
                  </a:cubicBezTo>
                  <a:cubicBezTo>
                    <a:pt x="296674" y="481459"/>
                    <a:pt x="295692" y="481459"/>
                    <a:pt x="294680" y="481459"/>
                  </a:cubicBezTo>
                  <a:cubicBezTo>
                    <a:pt x="293820" y="483298"/>
                    <a:pt x="293820" y="483298"/>
                    <a:pt x="293191" y="485180"/>
                  </a:cubicBezTo>
                  <a:cubicBezTo>
                    <a:pt x="292700" y="485180"/>
                    <a:pt x="292209" y="485180"/>
                    <a:pt x="291703" y="485180"/>
                  </a:cubicBezTo>
                  <a:cubicBezTo>
                    <a:pt x="291448" y="486170"/>
                    <a:pt x="291200" y="487162"/>
                    <a:pt x="290959" y="488156"/>
                  </a:cubicBezTo>
                  <a:cubicBezTo>
                    <a:pt x="290468" y="488402"/>
                    <a:pt x="289977" y="488647"/>
                    <a:pt x="289471" y="488900"/>
                  </a:cubicBezTo>
                  <a:cubicBezTo>
                    <a:pt x="289148" y="489614"/>
                    <a:pt x="289148" y="489614"/>
                    <a:pt x="288820" y="490342"/>
                  </a:cubicBezTo>
                  <a:cubicBezTo>
                    <a:pt x="287793" y="492224"/>
                    <a:pt x="286880" y="492428"/>
                    <a:pt x="285006" y="493365"/>
                  </a:cubicBezTo>
                  <a:cubicBezTo>
                    <a:pt x="284487" y="494346"/>
                    <a:pt x="283987" y="495337"/>
                    <a:pt x="283518" y="496342"/>
                  </a:cubicBezTo>
                  <a:cubicBezTo>
                    <a:pt x="283026" y="496342"/>
                    <a:pt x="282535" y="496342"/>
                    <a:pt x="282029" y="496342"/>
                  </a:cubicBezTo>
                  <a:cubicBezTo>
                    <a:pt x="281499" y="497568"/>
                    <a:pt x="281007" y="498811"/>
                    <a:pt x="280541" y="500062"/>
                  </a:cubicBezTo>
                  <a:cubicBezTo>
                    <a:pt x="279053" y="502295"/>
                    <a:pt x="279053" y="502295"/>
                    <a:pt x="276820" y="503039"/>
                  </a:cubicBezTo>
                  <a:cubicBezTo>
                    <a:pt x="278841" y="505178"/>
                    <a:pt x="278841" y="505178"/>
                    <a:pt x="281285" y="506760"/>
                  </a:cubicBezTo>
                  <a:cubicBezTo>
                    <a:pt x="281531" y="507496"/>
                    <a:pt x="281776" y="508233"/>
                    <a:pt x="282029" y="508992"/>
                  </a:cubicBezTo>
                  <a:cubicBezTo>
                    <a:pt x="282766" y="508992"/>
                    <a:pt x="283503" y="508992"/>
                    <a:pt x="284262" y="508992"/>
                  </a:cubicBezTo>
                  <a:cubicBezTo>
                    <a:pt x="284778" y="509974"/>
                    <a:pt x="285270" y="510969"/>
                    <a:pt x="285750" y="511969"/>
                  </a:cubicBezTo>
                  <a:cubicBezTo>
                    <a:pt x="287167" y="513351"/>
                    <a:pt x="287167" y="513351"/>
                    <a:pt x="288773" y="514620"/>
                  </a:cubicBezTo>
                  <a:cubicBezTo>
                    <a:pt x="291621" y="516932"/>
                    <a:pt x="291621" y="516932"/>
                    <a:pt x="292447" y="519410"/>
                  </a:cubicBezTo>
                  <a:cubicBezTo>
                    <a:pt x="293184" y="519656"/>
                    <a:pt x="293921" y="519901"/>
                    <a:pt x="294680" y="520154"/>
                  </a:cubicBezTo>
                  <a:cubicBezTo>
                    <a:pt x="294925" y="520891"/>
                    <a:pt x="295171" y="521628"/>
                    <a:pt x="295424" y="522387"/>
                  </a:cubicBezTo>
                  <a:cubicBezTo>
                    <a:pt x="296161" y="522632"/>
                    <a:pt x="296897" y="522878"/>
                    <a:pt x="297656" y="523131"/>
                  </a:cubicBezTo>
                  <a:cubicBezTo>
                    <a:pt x="297909" y="524618"/>
                    <a:pt x="298157" y="526107"/>
                    <a:pt x="298400" y="527596"/>
                  </a:cubicBezTo>
                  <a:cubicBezTo>
                    <a:pt x="299137" y="528087"/>
                    <a:pt x="299874" y="528578"/>
                    <a:pt x="300633" y="529084"/>
                  </a:cubicBezTo>
                  <a:cubicBezTo>
                    <a:pt x="300906" y="530816"/>
                    <a:pt x="301156" y="532553"/>
                    <a:pt x="301377" y="534293"/>
                  </a:cubicBezTo>
                  <a:cubicBezTo>
                    <a:pt x="301868" y="534538"/>
                    <a:pt x="302359" y="534784"/>
                    <a:pt x="302865" y="535037"/>
                  </a:cubicBezTo>
                  <a:cubicBezTo>
                    <a:pt x="302973" y="535897"/>
                    <a:pt x="303080" y="536756"/>
                    <a:pt x="303191" y="537642"/>
                  </a:cubicBezTo>
                  <a:cubicBezTo>
                    <a:pt x="303329" y="538501"/>
                    <a:pt x="303467" y="539361"/>
                    <a:pt x="303609" y="540246"/>
                  </a:cubicBezTo>
                  <a:cubicBezTo>
                    <a:pt x="304346" y="540492"/>
                    <a:pt x="305083" y="540737"/>
                    <a:pt x="305842" y="540990"/>
                  </a:cubicBezTo>
                  <a:cubicBezTo>
                    <a:pt x="306144" y="542449"/>
                    <a:pt x="306144" y="542449"/>
                    <a:pt x="306214" y="544246"/>
                  </a:cubicBezTo>
                  <a:cubicBezTo>
                    <a:pt x="306274" y="546838"/>
                    <a:pt x="306274" y="546838"/>
                    <a:pt x="307699" y="548897"/>
                  </a:cubicBezTo>
                  <a:cubicBezTo>
                    <a:pt x="308253" y="549403"/>
                    <a:pt x="308253" y="549403"/>
                    <a:pt x="308818" y="549920"/>
                  </a:cubicBezTo>
                  <a:cubicBezTo>
                    <a:pt x="309083" y="551157"/>
                    <a:pt x="309333" y="552397"/>
                    <a:pt x="309563" y="553641"/>
                  </a:cubicBezTo>
                  <a:cubicBezTo>
                    <a:pt x="310054" y="553886"/>
                    <a:pt x="310545" y="554132"/>
                    <a:pt x="311051" y="554385"/>
                  </a:cubicBezTo>
                  <a:cubicBezTo>
                    <a:pt x="311201" y="556598"/>
                    <a:pt x="311251" y="558744"/>
                    <a:pt x="311240" y="560959"/>
                  </a:cubicBezTo>
                  <a:cubicBezTo>
                    <a:pt x="311243" y="561661"/>
                    <a:pt x="311245" y="562362"/>
                    <a:pt x="311247" y="563085"/>
                  </a:cubicBezTo>
                  <a:cubicBezTo>
                    <a:pt x="311254" y="565468"/>
                    <a:pt x="311249" y="567850"/>
                    <a:pt x="311245" y="570233"/>
                  </a:cubicBezTo>
                  <a:cubicBezTo>
                    <a:pt x="311247" y="571946"/>
                    <a:pt x="311250" y="573659"/>
                    <a:pt x="311253" y="575372"/>
                  </a:cubicBezTo>
                  <a:cubicBezTo>
                    <a:pt x="311261" y="580103"/>
                    <a:pt x="311259" y="584834"/>
                    <a:pt x="311256" y="589565"/>
                  </a:cubicBezTo>
                  <a:cubicBezTo>
                    <a:pt x="311254" y="594136"/>
                    <a:pt x="311260" y="598706"/>
                    <a:pt x="311265" y="603277"/>
                  </a:cubicBezTo>
                  <a:cubicBezTo>
                    <a:pt x="311276" y="613786"/>
                    <a:pt x="311278" y="624294"/>
                    <a:pt x="311276" y="634803"/>
                  </a:cubicBezTo>
                  <a:cubicBezTo>
                    <a:pt x="311274" y="642915"/>
                    <a:pt x="311276" y="651028"/>
                    <a:pt x="311279" y="659140"/>
                  </a:cubicBezTo>
                  <a:cubicBezTo>
                    <a:pt x="311279" y="660304"/>
                    <a:pt x="311280" y="661467"/>
                    <a:pt x="311280" y="662631"/>
                  </a:cubicBezTo>
                  <a:cubicBezTo>
                    <a:pt x="311281" y="664385"/>
                    <a:pt x="311282" y="666138"/>
                    <a:pt x="311282" y="667891"/>
                  </a:cubicBezTo>
                  <a:cubicBezTo>
                    <a:pt x="311289" y="684203"/>
                    <a:pt x="311292" y="700514"/>
                    <a:pt x="311289" y="716825"/>
                  </a:cubicBezTo>
                  <a:cubicBezTo>
                    <a:pt x="311289" y="717441"/>
                    <a:pt x="311288" y="718056"/>
                    <a:pt x="311288" y="718690"/>
                  </a:cubicBezTo>
                  <a:cubicBezTo>
                    <a:pt x="311288" y="721810"/>
                    <a:pt x="311287" y="724929"/>
                    <a:pt x="311286" y="728049"/>
                  </a:cubicBezTo>
                  <a:cubicBezTo>
                    <a:pt x="311286" y="728978"/>
                    <a:pt x="311286" y="728978"/>
                    <a:pt x="311286" y="729927"/>
                  </a:cubicBezTo>
                  <a:cubicBezTo>
                    <a:pt x="311286" y="731180"/>
                    <a:pt x="311286" y="732433"/>
                    <a:pt x="311285" y="733686"/>
                  </a:cubicBezTo>
                  <a:cubicBezTo>
                    <a:pt x="311281" y="753188"/>
                    <a:pt x="311287" y="772691"/>
                    <a:pt x="311301" y="792194"/>
                  </a:cubicBezTo>
                  <a:cubicBezTo>
                    <a:pt x="311316" y="814084"/>
                    <a:pt x="311324" y="835975"/>
                    <a:pt x="311321" y="857865"/>
                  </a:cubicBezTo>
                  <a:cubicBezTo>
                    <a:pt x="311321" y="860196"/>
                    <a:pt x="311321" y="862528"/>
                    <a:pt x="311321" y="864860"/>
                  </a:cubicBezTo>
                  <a:cubicBezTo>
                    <a:pt x="311320" y="865434"/>
                    <a:pt x="311320" y="866008"/>
                    <a:pt x="311320" y="866600"/>
                  </a:cubicBezTo>
                  <a:cubicBezTo>
                    <a:pt x="311319" y="875287"/>
                    <a:pt x="311324" y="883973"/>
                    <a:pt x="311332" y="892660"/>
                  </a:cubicBezTo>
                  <a:cubicBezTo>
                    <a:pt x="311341" y="902533"/>
                    <a:pt x="311342" y="912406"/>
                    <a:pt x="311333" y="922279"/>
                  </a:cubicBezTo>
                  <a:cubicBezTo>
                    <a:pt x="311329" y="927322"/>
                    <a:pt x="311328" y="932365"/>
                    <a:pt x="311337" y="937408"/>
                  </a:cubicBezTo>
                  <a:cubicBezTo>
                    <a:pt x="311345" y="942016"/>
                    <a:pt x="311343" y="946624"/>
                    <a:pt x="311332" y="951233"/>
                  </a:cubicBezTo>
                  <a:cubicBezTo>
                    <a:pt x="311330" y="952908"/>
                    <a:pt x="311332" y="954583"/>
                    <a:pt x="311338" y="956258"/>
                  </a:cubicBezTo>
                  <a:cubicBezTo>
                    <a:pt x="311345" y="958519"/>
                    <a:pt x="311339" y="960780"/>
                    <a:pt x="311330" y="963041"/>
                  </a:cubicBezTo>
                  <a:cubicBezTo>
                    <a:pt x="311335" y="963705"/>
                    <a:pt x="311341" y="964369"/>
                    <a:pt x="311346" y="965053"/>
                  </a:cubicBezTo>
                  <a:cubicBezTo>
                    <a:pt x="311330" y="966861"/>
                    <a:pt x="311330" y="966861"/>
                    <a:pt x="311051" y="969615"/>
                  </a:cubicBezTo>
                  <a:cubicBezTo>
                    <a:pt x="310314" y="969861"/>
                    <a:pt x="309577" y="970106"/>
                    <a:pt x="308818" y="970359"/>
                  </a:cubicBezTo>
                  <a:cubicBezTo>
                    <a:pt x="308296" y="971338"/>
                    <a:pt x="307802" y="972332"/>
                    <a:pt x="307330" y="973336"/>
                  </a:cubicBezTo>
                  <a:cubicBezTo>
                    <a:pt x="306260" y="974499"/>
                    <a:pt x="306260" y="974499"/>
                    <a:pt x="305098" y="975568"/>
                  </a:cubicBezTo>
                  <a:cubicBezTo>
                    <a:pt x="304714" y="975967"/>
                    <a:pt x="304330" y="976366"/>
                    <a:pt x="303935" y="976777"/>
                  </a:cubicBezTo>
                  <a:cubicBezTo>
                    <a:pt x="302865" y="977801"/>
                    <a:pt x="302865" y="977801"/>
                    <a:pt x="301377" y="978545"/>
                  </a:cubicBezTo>
                  <a:cubicBezTo>
                    <a:pt x="301009" y="979305"/>
                    <a:pt x="301009" y="979305"/>
                    <a:pt x="300633" y="980080"/>
                  </a:cubicBezTo>
                  <a:cubicBezTo>
                    <a:pt x="300387" y="980555"/>
                    <a:pt x="300142" y="981031"/>
                    <a:pt x="299889" y="981521"/>
                  </a:cubicBezTo>
                  <a:cubicBezTo>
                    <a:pt x="299398" y="981521"/>
                    <a:pt x="298906" y="981521"/>
                    <a:pt x="298400" y="981521"/>
                  </a:cubicBezTo>
                  <a:cubicBezTo>
                    <a:pt x="298293" y="982013"/>
                    <a:pt x="298186" y="982504"/>
                    <a:pt x="298075" y="983010"/>
                  </a:cubicBezTo>
                  <a:cubicBezTo>
                    <a:pt x="297937" y="983501"/>
                    <a:pt x="297799" y="983992"/>
                    <a:pt x="297656" y="984498"/>
                  </a:cubicBezTo>
                  <a:cubicBezTo>
                    <a:pt x="296920" y="984498"/>
                    <a:pt x="296183" y="984498"/>
                    <a:pt x="295424" y="984498"/>
                  </a:cubicBezTo>
                  <a:cubicBezTo>
                    <a:pt x="295301" y="984989"/>
                    <a:pt x="295178" y="985480"/>
                    <a:pt x="295052" y="985986"/>
                  </a:cubicBezTo>
                  <a:cubicBezTo>
                    <a:pt x="294929" y="986477"/>
                    <a:pt x="294806" y="986968"/>
                    <a:pt x="294680" y="987474"/>
                  </a:cubicBezTo>
                  <a:cubicBezTo>
                    <a:pt x="293943" y="987474"/>
                    <a:pt x="293206" y="987474"/>
                    <a:pt x="292447" y="987474"/>
                  </a:cubicBezTo>
                  <a:cubicBezTo>
                    <a:pt x="292447" y="988702"/>
                    <a:pt x="292447" y="989930"/>
                    <a:pt x="292447" y="991195"/>
                  </a:cubicBezTo>
                  <a:cubicBezTo>
                    <a:pt x="291465" y="991195"/>
                    <a:pt x="290483" y="991195"/>
                    <a:pt x="289471" y="991195"/>
                  </a:cubicBezTo>
                  <a:cubicBezTo>
                    <a:pt x="289471" y="992177"/>
                    <a:pt x="289471" y="993160"/>
                    <a:pt x="289471" y="994172"/>
                  </a:cubicBezTo>
                  <a:cubicBezTo>
                    <a:pt x="288488" y="994172"/>
                    <a:pt x="287506" y="994172"/>
                    <a:pt x="286494" y="994172"/>
                  </a:cubicBezTo>
                  <a:cubicBezTo>
                    <a:pt x="285994" y="995613"/>
                    <a:pt x="285994" y="995613"/>
                    <a:pt x="285750" y="997148"/>
                  </a:cubicBezTo>
                  <a:cubicBezTo>
                    <a:pt x="285259" y="997394"/>
                    <a:pt x="284768" y="997639"/>
                    <a:pt x="284262" y="997892"/>
                  </a:cubicBezTo>
                  <a:cubicBezTo>
                    <a:pt x="284016" y="998384"/>
                    <a:pt x="283771" y="998875"/>
                    <a:pt x="283518" y="999381"/>
                  </a:cubicBezTo>
                  <a:cubicBezTo>
                    <a:pt x="282773" y="1000869"/>
                    <a:pt x="282773" y="1000869"/>
                    <a:pt x="281285" y="1001613"/>
                  </a:cubicBezTo>
                  <a:cubicBezTo>
                    <a:pt x="281040" y="1002350"/>
                    <a:pt x="280794" y="1003087"/>
                    <a:pt x="280541" y="1003846"/>
                  </a:cubicBezTo>
                  <a:cubicBezTo>
                    <a:pt x="279942" y="1004429"/>
                    <a:pt x="279344" y="1005012"/>
                    <a:pt x="278727" y="1005613"/>
                  </a:cubicBezTo>
                  <a:cubicBezTo>
                    <a:pt x="276523" y="1007622"/>
                    <a:pt x="276523" y="1007622"/>
                    <a:pt x="275332" y="1011287"/>
                  </a:cubicBezTo>
                  <a:cubicBezTo>
                    <a:pt x="184472" y="1011287"/>
                    <a:pt x="93613"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135" name="任意多边形: 形状 134"/>
            <p:cNvSpPr/>
            <p:nvPr/>
          </p:nvSpPr>
          <p:spPr>
            <a:xfrm>
              <a:off x="1299333" y="610574"/>
              <a:ext cx="309124" cy="1011320"/>
            </a:xfrm>
            <a:custGeom>
              <a:avLst/>
              <a:gdLst>
                <a:gd name="connsiteX0" fmla="*/ 78985 w 309126"/>
                <a:gd name="connsiteY0" fmla="*/ 550659 h 1011287"/>
                <a:gd name="connsiteX1" fmla="*/ 78985 w 309126"/>
                <a:gd name="connsiteY1" fmla="*/ 920497 h 1011287"/>
                <a:gd name="connsiteX2" fmla="*/ 86137 w 309126"/>
                <a:gd name="connsiteY2" fmla="*/ 920493 h 1011287"/>
                <a:gd name="connsiteX3" fmla="*/ 136301 w 309126"/>
                <a:gd name="connsiteY3" fmla="*/ 920459 h 1011287"/>
                <a:gd name="connsiteX4" fmla="*/ 162502 w 309126"/>
                <a:gd name="connsiteY4" fmla="*/ 920443 h 1011287"/>
                <a:gd name="connsiteX5" fmla="*/ 185554 w 309126"/>
                <a:gd name="connsiteY5" fmla="*/ 920427 h 1011287"/>
                <a:gd name="connsiteX6" fmla="*/ 197715 w 309126"/>
                <a:gd name="connsiteY6" fmla="*/ 920421 h 1011287"/>
                <a:gd name="connsiteX7" fmla="*/ 209352 w 309126"/>
                <a:gd name="connsiteY7" fmla="*/ 920412 h 1011287"/>
                <a:gd name="connsiteX8" fmla="*/ 213627 w 309126"/>
                <a:gd name="connsiteY8" fmla="*/ 920412 h 1011287"/>
                <a:gd name="connsiteX9" fmla="*/ 219608 w 309126"/>
                <a:gd name="connsiteY9" fmla="*/ 920405 h 1011287"/>
                <a:gd name="connsiteX10" fmla="*/ 221401 w 309126"/>
                <a:gd name="connsiteY10" fmla="*/ 920407 h 1011287"/>
                <a:gd name="connsiteX11" fmla="*/ 227069 w 309126"/>
                <a:gd name="connsiteY11" fmla="*/ 920497 h 1011287"/>
                <a:gd name="connsiteX12" fmla="*/ 228557 w 309126"/>
                <a:gd name="connsiteY12" fmla="*/ 921241 h 1011287"/>
                <a:gd name="connsiteX13" fmla="*/ 230242 w 309126"/>
                <a:gd name="connsiteY13" fmla="*/ 915914 h 1011287"/>
                <a:gd name="connsiteX14" fmla="*/ 230231 w 309126"/>
                <a:gd name="connsiteY14" fmla="*/ 914278 h 1011287"/>
                <a:gd name="connsiteX15" fmla="*/ 230236 w 309126"/>
                <a:gd name="connsiteY15" fmla="*/ 908741 h 1011287"/>
                <a:gd name="connsiteX16" fmla="*/ 230231 w 309126"/>
                <a:gd name="connsiteY16" fmla="*/ 904643 h 1011287"/>
                <a:gd name="connsiteX17" fmla="*/ 230233 w 309126"/>
                <a:gd name="connsiteY17" fmla="*/ 893360 h 1011287"/>
                <a:gd name="connsiteX18" fmla="*/ 230229 w 309126"/>
                <a:gd name="connsiteY18" fmla="*/ 881016 h 1011287"/>
                <a:gd name="connsiteX19" fmla="*/ 230226 w 309126"/>
                <a:gd name="connsiteY19" fmla="*/ 856844 h 1011287"/>
                <a:gd name="connsiteX20" fmla="*/ 230216 w 309126"/>
                <a:gd name="connsiteY20" fmla="*/ 828443 h 1011287"/>
                <a:gd name="connsiteX21" fmla="*/ 230199 w 309126"/>
                <a:gd name="connsiteY21" fmla="*/ 774827 h 1011287"/>
                <a:gd name="connsiteX22" fmla="*/ 230183 w 309126"/>
                <a:gd name="connsiteY22" fmla="*/ 727078 h 1011287"/>
                <a:gd name="connsiteX23" fmla="*/ 230183 w 309126"/>
                <a:gd name="connsiteY23" fmla="*/ 724011 h 1011287"/>
                <a:gd name="connsiteX24" fmla="*/ 230184 w 309126"/>
                <a:gd name="connsiteY24" fmla="*/ 722479 h 1011287"/>
                <a:gd name="connsiteX25" fmla="*/ 230184 w 309126"/>
                <a:gd name="connsiteY25" fmla="*/ 714842 h 1011287"/>
                <a:gd name="connsiteX26" fmla="*/ 230184 w 309126"/>
                <a:gd name="connsiteY26" fmla="*/ 713321 h 1011287"/>
                <a:gd name="connsiteX27" fmla="*/ 230174 w 309126"/>
                <a:gd name="connsiteY27" fmla="*/ 666222 h 1011287"/>
                <a:gd name="connsiteX28" fmla="*/ 230170 w 309126"/>
                <a:gd name="connsiteY28" fmla="*/ 646360 h 1011287"/>
                <a:gd name="connsiteX29" fmla="*/ 230161 w 309126"/>
                <a:gd name="connsiteY29" fmla="*/ 621912 h 1011287"/>
                <a:gd name="connsiteX30" fmla="*/ 230154 w 309126"/>
                <a:gd name="connsiteY30" fmla="*/ 609436 h 1011287"/>
                <a:gd name="connsiteX31" fmla="*/ 230150 w 309126"/>
                <a:gd name="connsiteY31" fmla="*/ 597858 h 1011287"/>
                <a:gd name="connsiteX32" fmla="*/ 230145 w 309126"/>
                <a:gd name="connsiteY32" fmla="*/ 593655 h 1011287"/>
                <a:gd name="connsiteX33" fmla="*/ 230145 w 309126"/>
                <a:gd name="connsiteY33" fmla="*/ 587831 h 1011287"/>
                <a:gd name="connsiteX34" fmla="*/ 230141 w 309126"/>
                <a:gd name="connsiteY34" fmla="*/ 586086 h 1011287"/>
                <a:gd name="connsiteX35" fmla="*/ 229301 w 309126"/>
                <a:gd name="connsiteY35" fmla="*/ 577448 h 1011287"/>
                <a:gd name="connsiteX36" fmla="*/ 227813 w 309126"/>
                <a:gd name="connsiteY36" fmla="*/ 577448 h 1011287"/>
                <a:gd name="connsiteX37" fmla="*/ 227069 w 309126"/>
                <a:gd name="connsiteY37" fmla="*/ 575216 h 1011287"/>
                <a:gd name="connsiteX38" fmla="*/ 224092 w 309126"/>
                <a:gd name="connsiteY38" fmla="*/ 574471 h 1011287"/>
                <a:gd name="connsiteX39" fmla="*/ 224092 w 309126"/>
                <a:gd name="connsiteY39" fmla="*/ 571495 h 1011287"/>
                <a:gd name="connsiteX40" fmla="*/ 222651 w 309126"/>
                <a:gd name="connsiteY40" fmla="*/ 571076 h 1011287"/>
                <a:gd name="connsiteX41" fmla="*/ 221116 w 309126"/>
                <a:gd name="connsiteY41" fmla="*/ 570751 h 1011287"/>
                <a:gd name="connsiteX42" fmla="*/ 218883 w 309126"/>
                <a:gd name="connsiteY42" fmla="*/ 567774 h 1011287"/>
                <a:gd name="connsiteX43" fmla="*/ 217395 w 309126"/>
                <a:gd name="connsiteY43" fmla="*/ 567030 h 1011287"/>
                <a:gd name="connsiteX44" fmla="*/ 216651 w 309126"/>
                <a:gd name="connsiteY44" fmla="*/ 564798 h 1011287"/>
                <a:gd name="connsiteX45" fmla="*/ 213674 w 309126"/>
                <a:gd name="connsiteY45" fmla="*/ 564054 h 1011287"/>
                <a:gd name="connsiteX46" fmla="*/ 212930 w 309126"/>
                <a:gd name="connsiteY46" fmla="*/ 561077 h 1011287"/>
                <a:gd name="connsiteX47" fmla="*/ 209954 w 309126"/>
                <a:gd name="connsiteY47" fmla="*/ 561077 h 1011287"/>
                <a:gd name="connsiteX48" fmla="*/ 209954 w 309126"/>
                <a:gd name="connsiteY48" fmla="*/ 558100 h 1011287"/>
                <a:gd name="connsiteX49" fmla="*/ 208093 w 309126"/>
                <a:gd name="connsiteY49" fmla="*/ 557635 h 1011287"/>
                <a:gd name="connsiteX50" fmla="*/ 206233 w 309126"/>
                <a:gd name="connsiteY50" fmla="*/ 557356 h 1011287"/>
                <a:gd name="connsiteX51" fmla="*/ 205210 w 309126"/>
                <a:gd name="connsiteY51" fmla="*/ 554845 h 1011287"/>
                <a:gd name="connsiteX52" fmla="*/ 204001 w 309126"/>
                <a:gd name="connsiteY52" fmla="*/ 553636 h 1011287"/>
                <a:gd name="connsiteX53" fmla="*/ 202512 w 309126"/>
                <a:gd name="connsiteY53" fmla="*/ 550659 h 1011287"/>
                <a:gd name="connsiteX54" fmla="*/ 78985 w 309126"/>
                <a:gd name="connsiteY54" fmla="*/ 550659 h 1011287"/>
                <a:gd name="connsiteX55" fmla="*/ 79730 w 309126"/>
                <a:gd name="connsiteY55" fmla="*/ 90907 h 1011287"/>
                <a:gd name="connsiteX56" fmla="*/ 78887 w 309126"/>
                <a:gd name="connsiteY56" fmla="*/ 96527 h 1011287"/>
                <a:gd name="connsiteX57" fmla="*/ 78892 w 309126"/>
                <a:gd name="connsiteY57" fmla="*/ 98294 h 1011287"/>
                <a:gd name="connsiteX58" fmla="*/ 78888 w 309126"/>
                <a:gd name="connsiteY58" fmla="*/ 104276 h 1011287"/>
                <a:gd name="connsiteX59" fmla="*/ 78890 w 309126"/>
                <a:gd name="connsiteY59" fmla="*/ 108703 h 1011287"/>
                <a:gd name="connsiteX60" fmla="*/ 78887 w 309126"/>
                <a:gd name="connsiteY60" fmla="*/ 120891 h 1011287"/>
                <a:gd name="connsiteX61" fmla="*/ 78887 w 309126"/>
                <a:gd name="connsiteY61" fmla="*/ 134225 h 1011287"/>
                <a:gd name="connsiteX62" fmla="*/ 78884 w 309126"/>
                <a:gd name="connsiteY62" fmla="*/ 160333 h 1011287"/>
                <a:gd name="connsiteX63" fmla="*/ 78886 w 309126"/>
                <a:gd name="connsiteY63" fmla="*/ 183302 h 1011287"/>
                <a:gd name="connsiteX64" fmla="*/ 78886 w 309126"/>
                <a:gd name="connsiteY64" fmla="*/ 184836 h 1011287"/>
                <a:gd name="connsiteX65" fmla="*/ 78885 w 309126"/>
                <a:gd name="connsiteY65" fmla="*/ 191003 h 1011287"/>
                <a:gd name="connsiteX66" fmla="*/ 78889 w 309126"/>
                <a:gd name="connsiteY66" fmla="*/ 248889 h 1011287"/>
                <a:gd name="connsiteX67" fmla="*/ 78889 w 309126"/>
                <a:gd name="connsiteY67" fmla="*/ 300459 h 1011287"/>
                <a:gd name="connsiteX68" fmla="*/ 78885 w 309126"/>
                <a:gd name="connsiteY68" fmla="*/ 358457 h 1011287"/>
                <a:gd name="connsiteX69" fmla="*/ 78886 w 309126"/>
                <a:gd name="connsiteY69" fmla="*/ 364634 h 1011287"/>
                <a:gd name="connsiteX70" fmla="*/ 78886 w 309126"/>
                <a:gd name="connsiteY70" fmla="*/ 366172 h 1011287"/>
                <a:gd name="connsiteX71" fmla="*/ 78885 w 309126"/>
                <a:gd name="connsiteY71" fmla="*/ 389152 h 1011287"/>
                <a:gd name="connsiteX72" fmla="*/ 78885 w 309126"/>
                <a:gd name="connsiteY72" fmla="*/ 414029 h 1011287"/>
                <a:gd name="connsiteX73" fmla="*/ 78888 w 309126"/>
                <a:gd name="connsiteY73" fmla="*/ 427495 h 1011287"/>
                <a:gd name="connsiteX74" fmla="*/ 78888 w 309126"/>
                <a:gd name="connsiteY74" fmla="*/ 440004 h 1011287"/>
                <a:gd name="connsiteX75" fmla="*/ 78891 w 309126"/>
                <a:gd name="connsiteY75" fmla="*/ 444534 h 1011287"/>
                <a:gd name="connsiteX76" fmla="*/ 78889 w 309126"/>
                <a:gd name="connsiteY76" fmla="*/ 450833 h 1011287"/>
                <a:gd name="connsiteX77" fmla="*/ 78892 w 309126"/>
                <a:gd name="connsiteY77" fmla="*/ 452707 h 1011287"/>
                <a:gd name="connsiteX78" fmla="*/ 78986 w 309126"/>
                <a:gd name="connsiteY78" fmla="*/ 458512 h 1011287"/>
                <a:gd name="connsiteX79" fmla="*/ 81737 w 309126"/>
                <a:gd name="connsiteY79" fmla="*/ 459345 h 1011287"/>
                <a:gd name="connsiteX80" fmla="*/ 84476 w 309126"/>
                <a:gd name="connsiteY80" fmla="*/ 459338 h 1011287"/>
                <a:gd name="connsiteX81" fmla="*/ 89309 w 309126"/>
                <a:gd name="connsiteY81" fmla="*/ 459328 h 1011287"/>
                <a:gd name="connsiteX82" fmla="*/ 92865 w 309126"/>
                <a:gd name="connsiteY82" fmla="*/ 459316 h 1011287"/>
                <a:gd name="connsiteX83" fmla="*/ 102525 w 309126"/>
                <a:gd name="connsiteY83" fmla="*/ 459288 h 1011287"/>
                <a:gd name="connsiteX84" fmla="*/ 108683 w 309126"/>
                <a:gd name="connsiteY84" fmla="*/ 459263 h 1011287"/>
                <a:gd name="connsiteX85" fmla="*/ 127779 w 309126"/>
                <a:gd name="connsiteY85" fmla="*/ 459181 h 1011287"/>
                <a:gd name="connsiteX86" fmla="*/ 150039 w 309126"/>
                <a:gd name="connsiteY86" fmla="*/ 459096 h 1011287"/>
                <a:gd name="connsiteX87" fmla="*/ 167358 w 309126"/>
                <a:gd name="connsiteY87" fmla="*/ 459035 h 1011287"/>
                <a:gd name="connsiteX88" fmla="*/ 177669 w 309126"/>
                <a:gd name="connsiteY88" fmla="*/ 458989 h 1011287"/>
                <a:gd name="connsiteX89" fmla="*/ 187543 w 309126"/>
                <a:gd name="connsiteY89" fmla="*/ 458957 h 1011287"/>
                <a:gd name="connsiteX90" fmla="*/ 191169 w 309126"/>
                <a:gd name="connsiteY90" fmla="*/ 458930 h 1011287"/>
                <a:gd name="connsiteX91" fmla="*/ 196247 w 309126"/>
                <a:gd name="connsiteY91" fmla="*/ 458922 h 1011287"/>
                <a:gd name="connsiteX92" fmla="*/ 197767 w 309126"/>
                <a:gd name="connsiteY92" fmla="*/ 458904 h 1011287"/>
                <a:gd name="connsiteX93" fmla="*/ 202513 w 309126"/>
                <a:gd name="connsiteY93" fmla="*/ 458512 h 1011287"/>
                <a:gd name="connsiteX94" fmla="*/ 203089 w 309126"/>
                <a:gd name="connsiteY94" fmla="*/ 457000 h 1011287"/>
                <a:gd name="connsiteX95" fmla="*/ 203257 w 309126"/>
                <a:gd name="connsiteY95" fmla="*/ 455536 h 1011287"/>
                <a:gd name="connsiteX96" fmla="*/ 204745 w 309126"/>
                <a:gd name="connsiteY96" fmla="*/ 455536 h 1011287"/>
                <a:gd name="connsiteX97" fmla="*/ 206234 w 309126"/>
                <a:gd name="connsiteY97" fmla="*/ 452559 h 1011287"/>
                <a:gd name="connsiteX98" fmla="*/ 211071 w 309126"/>
                <a:gd name="connsiteY98" fmla="*/ 448048 h 1011287"/>
                <a:gd name="connsiteX99" fmla="*/ 212931 w 309126"/>
                <a:gd name="connsiteY99" fmla="*/ 445118 h 1011287"/>
                <a:gd name="connsiteX100" fmla="*/ 215908 w 309126"/>
                <a:gd name="connsiteY100" fmla="*/ 444374 h 1011287"/>
                <a:gd name="connsiteX101" fmla="*/ 215908 w 309126"/>
                <a:gd name="connsiteY101" fmla="*/ 441397 h 1011287"/>
                <a:gd name="connsiteX102" fmla="*/ 218140 w 309126"/>
                <a:gd name="connsiteY102" fmla="*/ 441397 h 1011287"/>
                <a:gd name="connsiteX103" fmla="*/ 218512 w 309126"/>
                <a:gd name="connsiteY103" fmla="*/ 439909 h 1011287"/>
                <a:gd name="connsiteX104" fmla="*/ 218884 w 309126"/>
                <a:gd name="connsiteY104" fmla="*/ 438421 h 1011287"/>
                <a:gd name="connsiteX105" fmla="*/ 221116 w 309126"/>
                <a:gd name="connsiteY105" fmla="*/ 438421 h 1011287"/>
                <a:gd name="connsiteX106" fmla="*/ 221489 w 309126"/>
                <a:gd name="connsiteY106" fmla="*/ 436560 h 1011287"/>
                <a:gd name="connsiteX107" fmla="*/ 221861 w 309126"/>
                <a:gd name="connsiteY107" fmla="*/ 434700 h 1011287"/>
                <a:gd name="connsiteX108" fmla="*/ 224093 w 309126"/>
                <a:gd name="connsiteY108" fmla="*/ 434700 h 1011287"/>
                <a:gd name="connsiteX109" fmla="*/ 224465 w 309126"/>
                <a:gd name="connsiteY109" fmla="*/ 433258 h 1011287"/>
                <a:gd name="connsiteX110" fmla="*/ 224837 w 309126"/>
                <a:gd name="connsiteY110" fmla="*/ 431723 h 1011287"/>
                <a:gd name="connsiteX111" fmla="*/ 227070 w 309126"/>
                <a:gd name="connsiteY111" fmla="*/ 430979 h 1011287"/>
                <a:gd name="connsiteX112" fmla="*/ 227362 w 309126"/>
                <a:gd name="connsiteY112" fmla="*/ 427240 h 1011287"/>
                <a:gd name="connsiteX113" fmla="*/ 227344 w 309126"/>
                <a:gd name="connsiteY113" fmla="*/ 425600 h 1011287"/>
                <a:gd name="connsiteX114" fmla="*/ 227348 w 309126"/>
                <a:gd name="connsiteY114" fmla="*/ 420067 h 1011287"/>
                <a:gd name="connsiteX115" fmla="*/ 227340 w 309126"/>
                <a:gd name="connsiteY115" fmla="*/ 415969 h 1011287"/>
                <a:gd name="connsiteX116" fmla="*/ 227336 w 309126"/>
                <a:gd name="connsiteY116" fmla="*/ 404692 h 1011287"/>
                <a:gd name="connsiteX117" fmla="*/ 227323 w 309126"/>
                <a:gd name="connsiteY117" fmla="*/ 392354 h 1011287"/>
                <a:gd name="connsiteX118" fmla="*/ 227311 w 309126"/>
                <a:gd name="connsiteY118" fmla="*/ 371002 h 1011287"/>
                <a:gd name="connsiteX119" fmla="*/ 227280 w 309126"/>
                <a:gd name="connsiteY119" fmla="*/ 339819 h 1011287"/>
                <a:gd name="connsiteX120" fmla="*/ 227240 w 309126"/>
                <a:gd name="connsiteY120" fmla="*/ 287797 h 1011287"/>
                <a:gd name="connsiteX121" fmla="*/ 227193 w 309126"/>
                <a:gd name="connsiteY121" fmla="*/ 238546 h 1011287"/>
                <a:gd name="connsiteX122" fmla="*/ 227192 w 309126"/>
                <a:gd name="connsiteY122" fmla="*/ 237013 h 1011287"/>
                <a:gd name="connsiteX123" fmla="*/ 227184 w 309126"/>
                <a:gd name="connsiteY123" fmla="*/ 221758 h 1011287"/>
                <a:gd name="connsiteX124" fmla="*/ 227070 w 309126"/>
                <a:gd name="connsiteY124" fmla="*/ 92395 h 1011287"/>
                <a:gd name="connsiteX125" fmla="*/ 172707 w 309126"/>
                <a:gd name="connsiteY125" fmla="*/ 92155 h 1011287"/>
                <a:gd name="connsiteX126" fmla="*/ 146285 w 309126"/>
                <a:gd name="connsiteY126" fmla="*/ 92036 h 1011287"/>
                <a:gd name="connsiteX127" fmla="*/ 123072 w 309126"/>
                <a:gd name="connsiteY127" fmla="*/ 91933 h 1011287"/>
                <a:gd name="connsiteX128" fmla="*/ 110821 w 309126"/>
                <a:gd name="connsiteY128" fmla="*/ 91877 h 1011287"/>
                <a:gd name="connsiteX129" fmla="*/ 99087 w 309126"/>
                <a:gd name="connsiteY129" fmla="*/ 91826 h 1011287"/>
                <a:gd name="connsiteX130" fmla="*/ 94776 w 309126"/>
                <a:gd name="connsiteY130" fmla="*/ 91804 h 1011287"/>
                <a:gd name="connsiteX131" fmla="*/ 88743 w 309126"/>
                <a:gd name="connsiteY131" fmla="*/ 91780 h 1011287"/>
                <a:gd name="connsiteX132" fmla="*/ 86934 w 309126"/>
                <a:gd name="connsiteY132" fmla="*/ 91769 h 1011287"/>
                <a:gd name="connsiteX133" fmla="*/ 81218 w 309126"/>
                <a:gd name="connsiteY133" fmla="*/ 91651 h 1011287"/>
                <a:gd name="connsiteX134" fmla="*/ 79730 w 309126"/>
                <a:gd name="connsiteY134" fmla="*/ 90907 h 1011287"/>
                <a:gd name="connsiteX135" fmla="*/ 0 w 309126"/>
                <a:gd name="connsiteY135" fmla="*/ 0 h 1011287"/>
                <a:gd name="connsiteX136" fmla="*/ 270123 w 309126"/>
                <a:gd name="connsiteY136" fmla="*/ 0 h 1011287"/>
                <a:gd name="connsiteX137" fmla="*/ 270867 w 309126"/>
                <a:gd name="connsiteY137" fmla="*/ 2977 h 1011287"/>
                <a:gd name="connsiteX138" fmla="*/ 273844 w 309126"/>
                <a:gd name="connsiteY138" fmla="*/ 3721 h 1011287"/>
                <a:gd name="connsiteX139" fmla="*/ 274588 w 309126"/>
                <a:gd name="connsiteY139" fmla="*/ 5953 h 1011287"/>
                <a:gd name="connsiteX140" fmla="*/ 276076 w 309126"/>
                <a:gd name="connsiteY140" fmla="*/ 6697 h 1011287"/>
                <a:gd name="connsiteX141" fmla="*/ 276820 w 309126"/>
                <a:gd name="connsiteY141" fmla="*/ 8930 h 1011287"/>
                <a:gd name="connsiteX142" fmla="*/ 279053 w 309126"/>
                <a:gd name="connsiteY142" fmla="*/ 10418 h 1011287"/>
                <a:gd name="connsiteX143" fmla="*/ 279797 w 309126"/>
                <a:gd name="connsiteY143" fmla="*/ 12650 h 1011287"/>
                <a:gd name="connsiteX144" fmla="*/ 281564 w 309126"/>
                <a:gd name="connsiteY144" fmla="*/ 13674 h 1011287"/>
                <a:gd name="connsiteX145" fmla="*/ 286494 w 309126"/>
                <a:gd name="connsiteY145" fmla="*/ 20836 h 1011287"/>
                <a:gd name="connsiteX146" fmla="*/ 288727 w 309126"/>
                <a:gd name="connsiteY146" fmla="*/ 21580 h 1011287"/>
                <a:gd name="connsiteX147" fmla="*/ 289099 w 309126"/>
                <a:gd name="connsiteY147" fmla="*/ 23115 h 1011287"/>
                <a:gd name="connsiteX148" fmla="*/ 289471 w 309126"/>
                <a:gd name="connsiteY148" fmla="*/ 24557 h 1011287"/>
                <a:gd name="connsiteX149" fmla="*/ 291703 w 309126"/>
                <a:gd name="connsiteY149" fmla="*/ 24557 h 1011287"/>
                <a:gd name="connsiteX150" fmla="*/ 292447 w 309126"/>
                <a:gd name="connsiteY150" fmla="*/ 27533 h 1011287"/>
                <a:gd name="connsiteX151" fmla="*/ 294680 w 309126"/>
                <a:gd name="connsiteY151" fmla="*/ 29021 h 1011287"/>
                <a:gd name="connsiteX152" fmla="*/ 294680 w 309126"/>
                <a:gd name="connsiteY152" fmla="*/ 31254 h 1011287"/>
                <a:gd name="connsiteX153" fmla="*/ 297656 w 309126"/>
                <a:gd name="connsiteY153" fmla="*/ 31254 h 1011287"/>
                <a:gd name="connsiteX154" fmla="*/ 297656 w 309126"/>
                <a:gd name="connsiteY154" fmla="*/ 34230 h 1011287"/>
                <a:gd name="connsiteX155" fmla="*/ 300633 w 309126"/>
                <a:gd name="connsiteY155" fmla="*/ 34230 h 1011287"/>
                <a:gd name="connsiteX156" fmla="*/ 300633 w 309126"/>
                <a:gd name="connsiteY156" fmla="*/ 37951 h 1011287"/>
                <a:gd name="connsiteX157" fmla="*/ 302865 w 309126"/>
                <a:gd name="connsiteY157" fmla="*/ 37951 h 1011287"/>
                <a:gd name="connsiteX158" fmla="*/ 302865 w 309126"/>
                <a:gd name="connsiteY158" fmla="*/ 40928 h 1011287"/>
                <a:gd name="connsiteX159" fmla="*/ 306586 w 309126"/>
                <a:gd name="connsiteY159" fmla="*/ 41672 h 1011287"/>
                <a:gd name="connsiteX160" fmla="*/ 308818 w 309126"/>
                <a:gd name="connsiteY160" fmla="*/ 43160 h 1011287"/>
                <a:gd name="connsiteX161" fmla="*/ 309093 w 309126"/>
                <a:gd name="connsiteY161" fmla="*/ 49712 h 1011287"/>
                <a:gd name="connsiteX162" fmla="*/ 309101 w 309126"/>
                <a:gd name="connsiteY162" fmla="*/ 51803 h 1011287"/>
                <a:gd name="connsiteX163" fmla="*/ 309087 w 309126"/>
                <a:gd name="connsiteY163" fmla="*/ 58820 h 1011287"/>
                <a:gd name="connsiteX164" fmla="*/ 309093 w 309126"/>
                <a:gd name="connsiteY164" fmla="*/ 63870 h 1011287"/>
                <a:gd name="connsiteX165" fmla="*/ 309077 w 309126"/>
                <a:gd name="connsiteY165" fmla="*/ 77809 h 1011287"/>
                <a:gd name="connsiteX166" fmla="*/ 309072 w 309126"/>
                <a:gd name="connsiteY166" fmla="*/ 91277 h 1011287"/>
                <a:gd name="connsiteX167" fmla="*/ 309054 w 309126"/>
                <a:gd name="connsiteY167" fmla="*/ 118838 h 1011287"/>
                <a:gd name="connsiteX168" fmla="*/ 309030 w 309126"/>
                <a:gd name="connsiteY168" fmla="*/ 146138 h 1011287"/>
                <a:gd name="connsiteX169" fmla="*/ 309030 w 309126"/>
                <a:gd name="connsiteY169" fmla="*/ 147851 h 1011287"/>
                <a:gd name="connsiteX170" fmla="*/ 309028 w 309126"/>
                <a:gd name="connsiteY170" fmla="*/ 156462 h 1011287"/>
                <a:gd name="connsiteX171" fmla="*/ 308987 w 309126"/>
                <a:gd name="connsiteY171" fmla="*/ 217499 h 1011287"/>
                <a:gd name="connsiteX172" fmla="*/ 308941 w 309126"/>
                <a:gd name="connsiteY172" fmla="*/ 276805 h 1011287"/>
                <a:gd name="connsiteX173" fmla="*/ 308940 w 309126"/>
                <a:gd name="connsiteY173" fmla="*/ 278650 h 1011287"/>
                <a:gd name="connsiteX174" fmla="*/ 308932 w 309126"/>
                <a:gd name="connsiteY174" fmla="*/ 296999 h 1011287"/>
                <a:gd name="connsiteX175" fmla="*/ 308913 w 309126"/>
                <a:gd name="connsiteY175" fmla="*/ 334380 h 1011287"/>
                <a:gd name="connsiteX176" fmla="*/ 308912 w 309126"/>
                <a:gd name="connsiteY176" fmla="*/ 336116 h 1011287"/>
                <a:gd name="connsiteX177" fmla="*/ 308818 w 309126"/>
                <a:gd name="connsiteY177" fmla="*/ 450949 h 1011287"/>
                <a:gd name="connsiteX178" fmla="*/ 306586 w 309126"/>
                <a:gd name="connsiteY178" fmla="*/ 450205 h 1011287"/>
                <a:gd name="connsiteX179" fmla="*/ 305842 w 309126"/>
                <a:gd name="connsiteY179" fmla="*/ 457646 h 1011287"/>
                <a:gd name="connsiteX180" fmla="*/ 303609 w 309126"/>
                <a:gd name="connsiteY180" fmla="*/ 457646 h 1011287"/>
                <a:gd name="connsiteX181" fmla="*/ 303499 w 309126"/>
                <a:gd name="connsiteY181" fmla="*/ 459085 h 1011287"/>
                <a:gd name="connsiteX182" fmla="*/ 303330 w 309126"/>
                <a:gd name="connsiteY182" fmla="*/ 460949 h 1011287"/>
                <a:gd name="connsiteX183" fmla="*/ 303173 w 309126"/>
                <a:gd name="connsiteY183" fmla="*/ 462806 h 1011287"/>
                <a:gd name="connsiteX184" fmla="*/ 302865 w 309126"/>
                <a:gd name="connsiteY184" fmla="*/ 464344 h 1011287"/>
                <a:gd name="connsiteX185" fmla="*/ 301377 w 309126"/>
                <a:gd name="connsiteY185" fmla="*/ 465088 h 1011287"/>
                <a:gd name="connsiteX186" fmla="*/ 300961 w 309126"/>
                <a:gd name="connsiteY186" fmla="*/ 469692 h 1011287"/>
                <a:gd name="connsiteX187" fmla="*/ 300633 w 309126"/>
                <a:gd name="connsiteY187" fmla="*/ 471041 h 1011287"/>
                <a:gd name="connsiteX188" fmla="*/ 298400 w 309126"/>
                <a:gd name="connsiteY188" fmla="*/ 471785 h 1011287"/>
                <a:gd name="connsiteX189" fmla="*/ 297889 w 309126"/>
                <a:gd name="connsiteY189" fmla="*/ 476302 h 1011287"/>
                <a:gd name="connsiteX190" fmla="*/ 295424 w 309126"/>
                <a:gd name="connsiteY190" fmla="*/ 479971 h 1011287"/>
                <a:gd name="connsiteX191" fmla="*/ 295145 w 309126"/>
                <a:gd name="connsiteY191" fmla="*/ 481366 h 1011287"/>
                <a:gd name="connsiteX192" fmla="*/ 290959 w 309126"/>
                <a:gd name="connsiteY192" fmla="*/ 486668 h 1011287"/>
                <a:gd name="connsiteX193" fmla="*/ 290215 w 309126"/>
                <a:gd name="connsiteY193" fmla="*/ 488900 h 1011287"/>
                <a:gd name="connsiteX194" fmla="*/ 287238 w 309126"/>
                <a:gd name="connsiteY194" fmla="*/ 489644 h 1011287"/>
                <a:gd name="connsiteX195" fmla="*/ 286494 w 309126"/>
                <a:gd name="connsiteY195" fmla="*/ 491877 h 1011287"/>
                <a:gd name="connsiteX196" fmla="*/ 284262 w 309126"/>
                <a:gd name="connsiteY196" fmla="*/ 491877 h 1011287"/>
                <a:gd name="connsiteX197" fmla="*/ 284262 w 309126"/>
                <a:gd name="connsiteY197" fmla="*/ 495598 h 1011287"/>
                <a:gd name="connsiteX198" fmla="*/ 281285 w 309126"/>
                <a:gd name="connsiteY198" fmla="*/ 495598 h 1011287"/>
                <a:gd name="connsiteX199" fmla="*/ 280541 w 309126"/>
                <a:gd name="connsiteY199" fmla="*/ 498574 h 1011287"/>
                <a:gd name="connsiteX200" fmla="*/ 276820 w 309126"/>
                <a:gd name="connsiteY200" fmla="*/ 502295 h 1011287"/>
                <a:gd name="connsiteX201" fmla="*/ 276820 w 309126"/>
                <a:gd name="connsiteY201" fmla="*/ 504527 h 1011287"/>
                <a:gd name="connsiteX202" fmla="*/ 280541 w 309126"/>
                <a:gd name="connsiteY202" fmla="*/ 506760 h 1011287"/>
                <a:gd name="connsiteX203" fmla="*/ 281285 w 309126"/>
                <a:gd name="connsiteY203" fmla="*/ 508992 h 1011287"/>
                <a:gd name="connsiteX204" fmla="*/ 283518 w 309126"/>
                <a:gd name="connsiteY204" fmla="*/ 509736 h 1011287"/>
                <a:gd name="connsiteX205" fmla="*/ 283843 w 309126"/>
                <a:gd name="connsiteY205" fmla="*/ 511271 h 1011287"/>
                <a:gd name="connsiteX206" fmla="*/ 284262 w 309126"/>
                <a:gd name="connsiteY206" fmla="*/ 512713 h 1011287"/>
                <a:gd name="connsiteX207" fmla="*/ 287238 w 309126"/>
                <a:gd name="connsiteY207" fmla="*/ 512713 h 1011287"/>
                <a:gd name="connsiteX208" fmla="*/ 287238 w 309126"/>
                <a:gd name="connsiteY208" fmla="*/ 515689 h 1011287"/>
                <a:gd name="connsiteX209" fmla="*/ 290959 w 309126"/>
                <a:gd name="connsiteY209" fmla="*/ 516434 h 1011287"/>
                <a:gd name="connsiteX210" fmla="*/ 292447 w 309126"/>
                <a:gd name="connsiteY210" fmla="*/ 519410 h 1011287"/>
                <a:gd name="connsiteX211" fmla="*/ 294680 w 309126"/>
                <a:gd name="connsiteY211" fmla="*/ 520154 h 1011287"/>
                <a:gd name="connsiteX212" fmla="*/ 295424 w 309126"/>
                <a:gd name="connsiteY212" fmla="*/ 524619 h 1011287"/>
                <a:gd name="connsiteX213" fmla="*/ 297656 w 309126"/>
                <a:gd name="connsiteY213" fmla="*/ 524619 h 1011287"/>
                <a:gd name="connsiteX214" fmla="*/ 298400 w 309126"/>
                <a:gd name="connsiteY214" fmla="*/ 530572 h 1011287"/>
                <a:gd name="connsiteX215" fmla="*/ 300633 w 309126"/>
                <a:gd name="connsiteY215" fmla="*/ 530572 h 1011287"/>
                <a:gd name="connsiteX216" fmla="*/ 300743 w 309126"/>
                <a:gd name="connsiteY216" fmla="*/ 532011 h 1011287"/>
                <a:gd name="connsiteX217" fmla="*/ 300912 w 309126"/>
                <a:gd name="connsiteY217" fmla="*/ 533874 h 1011287"/>
                <a:gd name="connsiteX218" fmla="*/ 301069 w 309126"/>
                <a:gd name="connsiteY218" fmla="*/ 535732 h 1011287"/>
                <a:gd name="connsiteX219" fmla="*/ 301377 w 309126"/>
                <a:gd name="connsiteY219" fmla="*/ 537269 h 1011287"/>
                <a:gd name="connsiteX220" fmla="*/ 302865 w 309126"/>
                <a:gd name="connsiteY220" fmla="*/ 538014 h 1011287"/>
                <a:gd name="connsiteX221" fmla="*/ 303609 w 309126"/>
                <a:gd name="connsiteY221" fmla="*/ 543967 h 1011287"/>
                <a:gd name="connsiteX222" fmla="*/ 305842 w 309126"/>
                <a:gd name="connsiteY222" fmla="*/ 543967 h 1011287"/>
                <a:gd name="connsiteX223" fmla="*/ 306205 w 309126"/>
                <a:gd name="connsiteY223" fmla="*/ 548545 h 1011287"/>
                <a:gd name="connsiteX224" fmla="*/ 306586 w 309126"/>
                <a:gd name="connsiteY224" fmla="*/ 549920 h 1011287"/>
                <a:gd name="connsiteX225" fmla="*/ 308818 w 309126"/>
                <a:gd name="connsiteY225" fmla="*/ 550664 h 1011287"/>
                <a:gd name="connsiteX226" fmla="*/ 309099 w 309126"/>
                <a:gd name="connsiteY226" fmla="*/ 557308 h 1011287"/>
                <a:gd name="connsiteX227" fmla="*/ 309109 w 309126"/>
                <a:gd name="connsiteY227" fmla="*/ 559457 h 1011287"/>
                <a:gd name="connsiteX228" fmla="*/ 309102 w 309126"/>
                <a:gd name="connsiteY228" fmla="*/ 566682 h 1011287"/>
                <a:gd name="connsiteX229" fmla="*/ 309112 w 309126"/>
                <a:gd name="connsiteY229" fmla="*/ 571876 h 1011287"/>
                <a:gd name="connsiteX230" fmla="*/ 309112 w 309126"/>
                <a:gd name="connsiteY230" fmla="*/ 584714 h 1011287"/>
                <a:gd name="connsiteX231" fmla="*/ 309117 w 309126"/>
                <a:gd name="connsiteY231" fmla="*/ 600081 h 1011287"/>
                <a:gd name="connsiteX232" fmla="*/ 309122 w 309126"/>
                <a:gd name="connsiteY232" fmla="*/ 630194 h 1011287"/>
                <a:gd name="connsiteX233" fmla="*/ 309117 w 309126"/>
                <a:gd name="connsiteY233" fmla="*/ 656545 h 1011287"/>
                <a:gd name="connsiteX234" fmla="*/ 309118 w 309126"/>
                <a:gd name="connsiteY234" fmla="*/ 658308 h 1011287"/>
                <a:gd name="connsiteX235" fmla="*/ 309120 w 309126"/>
                <a:gd name="connsiteY235" fmla="*/ 665391 h 1011287"/>
                <a:gd name="connsiteX236" fmla="*/ 309108 w 309126"/>
                <a:gd name="connsiteY236" fmla="*/ 731893 h 1011287"/>
                <a:gd name="connsiteX237" fmla="*/ 309109 w 309126"/>
                <a:gd name="connsiteY237" fmla="*/ 791031 h 1011287"/>
                <a:gd name="connsiteX238" fmla="*/ 309119 w 309126"/>
                <a:gd name="connsiteY238" fmla="*/ 857408 h 1011287"/>
                <a:gd name="connsiteX239" fmla="*/ 309117 w 309126"/>
                <a:gd name="connsiteY239" fmla="*/ 864478 h 1011287"/>
                <a:gd name="connsiteX240" fmla="*/ 309117 w 309126"/>
                <a:gd name="connsiteY240" fmla="*/ 866237 h 1011287"/>
                <a:gd name="connsiteX241" fmla="*/ 309123 w 309126"/>
                <a:gd name="connsiteY241" fmla="*/ 892577 h 1011287"/>
                <a:gd name="connsiteX242" fmla="*/ 309115 w 309126"/>
                <a:gd name="connsiteY242" fmla="*/ 922515 h 1011287"/>
                <a:gd name="connsiteX243" fmla="*/ 309115 w 309126"/>
                <a:gd name="connsiteY243" fmla="*/ 937806 h 1011287"/>
                <a:gd name="connsiteX244" fmla="*/ 309106 w 309126"/>
                <a:gd name="connsiteY244" fmla="*/ 951780 h 1011287"/>
                <a:gd name="connsiteX245" fmla="*/ 309110 w 309126"/>
                <a:gd name="connsiteY245" fmla="*/ 956859 h 1011287"/>
                <a:gd name="connsiteX246" fmla="*/ 309099 w 309126"/>
                <a:gd name="connsiteY246" fmla="*/ 963715 h 1011287"/>
                <a:gd name="connsiteX247" fmla="*/ 309115 w 309126"/>
                <a:gd name="connsiteY247" fmla="*/ 965749 h 1011287"/>
                <a:gd name="connsiteX248" fmla="*/ 308818 w 309126"/>
                <a:gd name="connsiteY248" fmla="*/ 970359 h 1011287"/>
                <a:gd name="connsiteX249" fmla="*/ 306586 w 309126"/>
                <a:gd name="connsiteY249" fmla="*/ 971103 h 1011287"/>
                <a:gd name="connsiteX250" fmla="*/ 305098 w 309126"/>
                <a:gd name="connsiteY250" fmla="*/ 974080 h 1011287"/>
                <a:gd name="connsiteX251" fmla="*/ 303609 w 309126"/>
                <a:gd name="connsiteY251" fmla="*/ 974824 h 1011287"/>
                <a:gd name="connsiteX252" fmla="*/ 302865 w 309126"/>
                <a:gd name="connsiteY252" fmla="*/ 977057 h 1011287"/>
                <a:gd name="connsiteX253" fmla="*/ 298842 w 309126"/>
                <a:gd name="connsiteY253" fmla="*/ 980405 h 1011287"/>
                <a:gd name="connsiteX254" fmla="*/ 296912 w 309126"/>
                <a:gd name="connsiteY254" fmla="*/ 983754 h 1011287"/>
                <a:gd name="connsiteX255" fmla="*/ 295424 w 309126"/>
                <a:gd name="connsiteY255" fmla="*/ 984498 h 1011287"/>
                <a:gd name="connsiteX256" fmla="*/ 294680 w 309126"/>
                <a:gd name="connsiteY256" fmla="*/ 986730 h 1011287"/>
                <a:gd name="connsiteX257" fmla="*/ 293191 w 309126"/>
                <a:gd name="connsiteY257" fmla="*/ 987056 h 1011287"/>
                <a:gd name="connsiteX258" fmla="*/ 291703 w 309126"/>
                <a:gd name="connsiteY258" fmla="*/ 987474 h 1011287"/>
                <a:gd name="connsiteX259" fmla="*/ 290959 w 309126"/>
                <a:gd name="connsiteY259" fmla="*/ 990451 h 1011287"/>
                <a:gd name="connsiteX260" fmla="*/ 289471 w 309126"/>
                <a:gd name="connsiteY260" fmla="*/ 990451 h 1011287"/>
                <a:gd name="connsiteX261" fmla="*/ 289145 w 309126"/>
                <a:gd name="connsiteY261" fmla="*/ 991800 h 1011287"/>
                <a:gd name="connsiteX262" fmla="*/ 286494 w 309126"/>
                <a:gd name="connsiteY262" fmla="*/ 995660 h 1011287"/>
                <a:gd name="connsiteX263" fmla="*/ 285006 w 309126"/>
                <a:gd name="connsiteY263" fmla="*/ 997892 h 1011287"/>
                <a:gd name="connsiteX264" fmla="*/ 282773 w 309126"/>
                <a:gd name="connsiteY264" fmla="*/ 998637 h 1011287"/>
                <a:gd name="connsiteX265" fmla="*/ 281285 w 309126"/>
                <a:gd name="connsiteY265" fmla="*/ 1001613 h 1011287"/>
                <a:gd name="connsiteX266" fmla="*/ 279797 w 309126"/>
                <a:gd name="connsiteY266" fmla="*/ 1002357 h 1011287"/>
                <a:gd name="connsiteX267" fmla="*/ 279053 w 309126"/>
                <a:gd name="connsiteY267" fmla="*/ 1003892 h 1011287"/>
                <a:gd name="connsiteX268" fmla="*/ 278309 w 309126"/>
                <a:gd name="connsiteY268" fmla="*/ 1005334 h 1011287"/>
                <a:gd name="connsiteX269" fmla="*/ 276820 w 309126"/>
                <a:gd name="connsiteY269" fmla="*/ 1005334 h 1011287"/>
                <a:gd name="connsiteX270" fmla="*/ 276541 w 309126"/>
                <a:gd name="connsiteY270" fmla="*/ 1006822 h 1011287"/>
                <a:gd name="connsiteX271" fmla="*/ 276076 w 309126"/>
                <a:gd name="connsiteY271" fmla="*/ 1008310 h 1011287"/>
                <a:gd name="connsiteX272" fmla="*/ 273100 w 309126"/>
                <a:gd name="connsiteY272" fmla="*/ 1008310 h 1011287"/>
                <a:gd name="connsiteX273" fmla="*/ 273100 w 309126"/>
                <a:gd name="connsiteY273" fmla="*/ 1011287 h 1011287"/>
                <a:gd name="connsiteX274" fmla="*/ 0 w 309126"/>
                <a:gd name="connsiteY274" fmla="*/ 1011287 h 1011287"/>
                <a:gd name="connsiteX275" fmla="*/ 0 w 309126"/>
                <a:gd name="connsiteY27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309126" h="1011287">
                  <a:moveTo>
                    <a:pt x="78985" y="550659"/>
                  </a:moveTo>
                  <a:cubicBezTo>
                    <a:pt x="78985" y="676404"/>
                    <a:pt x="78985" y="798450"/>
                    <a:pt x="78985" y="920497"/>
                  </a:cubicBezTo>
                  <a:cubicBezTo>
                    <a:pt x="81369" y="920497"/>
                    <a:pt x="83753" y="920496"/>
                    <a:pt x="86137" y="920493"/>
                  </a:cubicBezTo>
                  <a:cubicBezTo>
                    <a:pt x="102858" y="920478"/>
                    <a:pt x="119579" y="920467"/>
                    <a:pt x="136301" y="920459"/>
                  </a:cubicBezTo>
                  <a:cubicBezTo>
                    <a:pt x="145034" y="920456"/>
                    <a:pt x="153768" y="920452"/>
                    <a:pt x="162502" y="920443"/>
                  </a:cubicBezTo>
                  <a:cubicBezTo>
                    <a:pt x="170186" y="920436"/>
                    <a:pt x="177870" y="920430"/>
                    <a:pt x="185554" y="920427"/>
                  </a:cubicBezTo>
                  <a:cubicBezTo>
                    <a:pt x="189607" y="920426"/>
                    <a:pt x="193661" y="920426"/>
                    <a:pt x="197715" y="920421"/>
                  </a:cubicBezTo>
                  <a:cubicBezTo>
                    <a:pt x="201594" y="920416"/>
                    <a:pt x="205473" y="920412"/>
                    <a:pt x="209352" y="920412"/>
                  </a:cubicBezTo>
                  <a:cubicBezTo>
                    <a:pt x="210777" y="920412"/>
                    <a:pt x="212202" y="920413"/>
                    <a:pt x="213627" y="920412"/>
                  </a:cubicBezTo>
                  <a:cubicBezTo>
                    <a:pt x="215621" y="920408"/>
                    <a:pt x="217614" y="920404"/>
                    <a:pt x="219608" y="920405"/>
                  </a:cubicBezTo>
                  <a:cubicBezTo>
                    <a:pt x="220218" y="920406"/>
                    <a:pt x="220809" y="920407"/>
                    <a:pt x="221401" y="920407"/>
                  </a:cubicBezTo>
                  <a:cubicBezTo>
                    <a:pt x="223297" y="920400"/>
                    <a:pt x="225173" y="920426"/>
                    <a:pt x="227069" y="920497"/>
                  </a:cubicBezTo>
                  <a:cubicBezTo>
                    <a:pt x="227575" y="920750"/>
                    <a:pt x="228066" y="920995"/>
                    <a:pt x="228557" y="921241"/>
                  </a:cubicBezTo>
                  <a:cubicBezTo>
                    <a:pt x="230215" y="919583"/>
                    <a:pt x="230215" y="919583"/>
                    <a:pt x="230242" y="915914"/>
                  </a:cubicBezTo>
                  <a:cubicBezTo>
                    <a:pt x="230236" y="915088"/>
                    <a:pt x="230236" y="915088"/>
                    <a:pt x="230231" y="914278"/>
                  </a:cubicBezTo>
                  <a:cubicBezTo>
                    <a:pt x="230237" y="912432"/>
                    <a:pt x="230241" y="910587"/>
                    <a:pt x="230236" y="908741"/>
                  </a:cubicBezTo>
                  <a:cubicBezTo>
                    <a:pt x="230232" y="907375"/>
                    <a:pt x="230230" y="906009"/>
                    <a:pt x="230231" y="904643"/>
                  </a:cubicBezTo>
                  <a:cubicBezTo>
                    <a:pt x="230238" y="900882"/>
                    <a:pt x="230239" y="897121"/>
                    <a:pt x="230233" y="893360"/>
                  </a:cubicBezTo>
                  <a:cubicBezTo>
                    <a:pt x="230227" y="889245"/>
                    <a:pt x="230227" y="885131"/>
                    <a:pt x="230229" y="881016"/>
                  </a:cubicBezTo>
                  <a:cubicBezTo>
                    <a:pt x="230234" y="872959"/>
                    <a:pt x="230232" y="864901"/>
                    <a:pt x="230226" y="856844"/>
                  </a:cubicBezTo>
                  <a:cubicBezTo>
                    <a:pt x="230218" y="847377"/>
                    <a:pt x="230216" y="837910"/>
                    <a:pt x="230216" y="828443"/>
                  </a:cubicBezTo>
                  <a:cubicBezTo>
                    <a:pt x="230217" y="810571"/>
                    <a:pt x="230210" y="792699"/>
                    <a:pt x="230199" y="774827"/>
                  </a:cubicBezTo>
                  <a:cubicBezTo>
                    <a:pt x="230189" y="758911"/>
                    <a:pt x="230183" y="742994"/>
                    <a:pt x="230183" y="727078"/>
                  </a:cubicBezTo>
                  <a:cubicBezTo>
                    <a:pt x="230183" y="726056"/>
                    <a:pt x="230183" y="725033"/>
                    <a:pt x="230183" y="724011"/>
                  </a:cubicBezTo>
                  <a:cubicBezTo>
                    <a:pt x="230184" y="723490"/>
                    <a:pt x="230184" y="722984"/>
                    <a:pt x="230184" y="722479"/>
                  </a:cubicBezTo>
                  <a:cubicBezTo>
                    <a:pt x="230184" y="719933"/>
                    <a:pt x="230184" y="717388"/>
                    <a:pt x="230184" y="714842"/>
                  </a:cubicBezTo>
                  <a:cubicBezTo>
                    <a:pt x="230184" y="714074"/>
                    <a:pt x="230184" y="714074"/>
                    <a:pt x="230184" y="713321"/>
                  </a:cubicBezTo>
                  <a:cubicBezTo>
                    <a:pt x="230184" y="697621"/>
                    <a:pt x="230180" y="681921"/>
                    <a:pt x="230174" y="666222"/>
                  </a:cubicBezTo>
                  <a:cubicBezTo>
                    <a:pt x="230172" y="659601"/>
                    <a:pt x="230170" y="652981"/>
                    <a:pt x="230170" y="646360"/>
                  </a:cubicBezTo>
                  <a:cubicBezTo>
                    <a:pt x="230169" y="638211"/>
                    <a:pt x="230167" y="630061"/>
                    <a:pt x="230161" y="621912"/>
                  </a:cubicBezTo>
                  <a:cubicBezTo>
                    <a:pt x="230158" y="617753"/>
                    <a:pt x="230154" y="613595"/>
                    <a:pt x="230154" y="609436"/>
                  </a:cubicBezTo>
                  <a:cubicBezTo>
                    <a:pt x="230155" y="605577"/>
                    <a:pt x="230155" y="601718"/>
                    <a:pt x="230150" y="597858"/>
                  </a:cubicBezTo>
                  <a:cubicBezTo>
                    <a:pt x="230148" y="596457"/>
                    <a:pt x="230146" y="595056"/>
                    <a:pt x="230145" y="593655"/>
                  </a:cubicBezTo>
                  <a:cubicBezTo>
                    <a:pt x="230147" y="591714"/>
                    <a:pt x="230149" y="589772"/>
                    <a:pt x="230145" y="587831"/>
                  </a:cubicBezTo>
                  <a:cubicBezTo>
                    <a:pt x="230144" y="587238"/>
                    <a:pt x="230143" y="586662"/>
                    <a:pt x="230141" y="586086"/>
                  </a:cubicBezTo>
                  <a:cubicBezTo>
                    <a:pt x="230150" y="583188"/>
                    <a:pt x="230406" y="580178"/>
                    <a:pt x="229301" y="577448"/>
                  </a:cubicBezTo>
                  <a:cubicBezTo>
                    <a:pt x="228795" y="577448"/>
                    <a:pt x="228304" y="577448"/>
                    <a:pt x="227813" y="577448"/>
                  </a:cubicBezTo>
                  <a:cubicBezTo>
                    <a:pt x="227560" y="576689"/>
                    <a:pt x="227315" y="575952"/>
                    <a:pt x="227069" y="575216"/>
                  </a:cubicBezTo>
                  <a:cubicBezTo>
                    <a:pt x="225541" y="574911"/>
                    <a:pt x="225541" y="574911"/>
                    <a:pt x="224092" y="574471"/>
                  </a:cubicBezTo>
                  <a:cubicBezTo>
                    <a:pt x="224092" y="573459"/>
                    <a:pt x="224092" y="572477"/>
                    <a:pt x="224092" y="571495"/>
                  </a:cubicBezTo>
                  <a:cubicBezTo>
                    <a:pt x="223602" y="571353"/>
                    <a:pt x="223126" y="571214"/>
                    <a:pt x="222651" y="571076"/>
                  </a:cubicBezTo>
                  <a:cubicBezTo>
                    <a:pt x="222129" y="570966"/>
                    <a:pt x="221622" y="570858"/>
                    <a:pt x="221116" y="570751"/>
                  </a:cubicBezTo>
                  <a:cubicBezTo>
                    <a:pt x="220372" y="568518"/>
                    <a:pt x="220372" y="568518"/>
                    <a:pt x="218883" y="567774"/>
                  </a:cubicBezTo>
                  <a:cubicBezTo>
                    <a:pt x="218377" y="567521"/>
                    <a:pt x="217886" y="567276"/>
                    <a:pt x="217395" y="567030"/>
                  </a:cubicBezTo>
                  <a:cubicBezTo>
                    <a:pt x="217142" y="566271"/>
                    <a:pt x="216897" y="565534"/>
                    <a:pt x="216651" y="564798"/>
                  </a:cubicBezTo>
                  <a:cubicBezTo>
                    <a:pt x="215652" y="564579"/>
                    <a:pt x="214659" y="564330"/>
                    <a:pt x="213674" y="564054"/>
                  </a:cubicBezTo>
                  <a:cubicBezTo>
                    <a:pt x="213434" y="563060"/>
                    <a:pt x="213186" y="562067"/>
                    <a:pt x="212930" y="561077"/>
                  </a:cubicBezTo>
                  <a:cubicBezTo>
                    <a:pt x="211918" y="561077"/>
                    <a:pt x="210936" y="561077"/>
                    <a:pt x="209954" y="561077"/>
                  </a:cubicBezTo>
                  <a:cubicBezTo>
                    <a:pt x="209954" y="560065"/>
                    <a:pt x="209954" y="559083"/>
                    <a:pt x="209954" y="558100"/>
                  </a:cubicBezTo>
                  <a:cubicBezTo>
                    <a:pt x="209321" y="557942"/>
                    <a:pt x="208707" y="557789"/>
                    <a:pt x="208093" y="557635"/>
                  </a:cubicBezTo>
                  <a:cubicBezTo>
                    <a:pt x="207461" y="557540"/>
                    <a:pt x="206847" y="557448"/>
                    <a:pt x="206233" y="557356"/>
                  </a:cubicBezTo>
                  <a:cubicBezTo>
                    <a:pt x="206233" y="555868"/>
                    <a:pt x="206233" y="555868"/>
                    <a:pt x="205210" y="554845"/>
                  </a:cubicBezTo>
                  <a:cubicBezTo>
                    <a:pt x="204599" y="554234"/>
                    <a:pt x="204599" y="554234"/>
                    <a:pt x="204001" y="553636"/>
                  </a:cubicBezTo>
                  <a:cubicBezTo>
                    <a:pt x="203249" y="552132"/>
                    <a:pt x="203249" y="552132"/>
                    <a:pt x="202512" y="550659"/>
                  </a:cubicBezTo>
                  <a:cubicBezTo>
                    <a:pt x="160513" y="550659"/>
                    <a:pt x="119749" y="550659"/>
                    <a:pt x="78985" y="550659"/>
                  </a:cubicBezTo>
                  <a:close/>
                  <a:moveTo>
                    <a:pt x="79730" y="90907"/>
                  </a:moveTo>
                  <a:cubicBezTo>
                    <a:pt x="78901" y="92565"/>
                    <a:pt x="78901" y="92565"/>
                    <a:pt x="78887" y="96527"/>
                  </a:cubicBezTo>
                  <a:cubicBezTo>
                    <a:pt x="78889" y="97128"/>
                    <a:pt x="78890" y="97711"/>
                    <a:pt x="78892" y="98294"/>
                  </a:cubicBezTo>
                  <a:cubicBezTo>
                    <a:pt x="78889" y="100288"/>
                    <a:pt x="78886" y="102282"/>
                    <a:pt x="78888" y="104276"/>
                  </a:cubicBezTo>
                  <a:cubicBezTo>
                    <a:pt x="78890" y="105752"/>
                    <a:pt x="78891" y="107228"/>
                    <a:pt x="78890" y="108703"/>
                  </a:cubicBezTo>
                  <a:cubicBezTo>
                    <a:pt x="78886" y="112766"/>
                    <a:pt x="78885" y="116829"/>
                    <a:pt x="78887" y="120891"/>
                  </a:cubicBezTo>
                  <a:cubicBezTo>
                    <a:pt x="78889" y="125336"/>
                    <a:pt x="78889" y="129780"/>
                    <a:pt x="78887" y="134225"/>
                  </a:cubicBezTo>
                  <a:cubicBezTo>
                    <a:pt x="78883" y="142928"/>
                    <a:pt x="78882" y="151630"/>
                    <a:pt x="78884" y="160333"/>
                  </a:cubicBezTo>
                  <a:cubicBezTo>
                    <a:pt x="78886" y="167989"/>
                    <a:pt x="78887" y="175646"/>
                    <a:pt x="78886" y="183302"/>
                  </a:cubicBezTo>
                  <a:cubicBezTo>
                    <a:pt x="78886" y="184076"/>
                    <a:pt x="78886" y="184076"/>
                    <a:pt x="78886" y="184836"/>
                  </a:cubicBezTo>
                  <a:cubicBezTo>
                    <a:pt x="78886" y="186891"/>
                    <a:pt x="78886" y="188947"/>
                    <a:pt x="78885" y="191003"/>
                  </a:cubicBezTo>
                  <a:cubicBezTo>
                    <a:pt x="78883" y="210298"/>
                    <a:pt x="78885" y="229593"/>
                    <a:pt x="78889" y="248889"/>
                  </a:cubicBezTo>
                  <a:cubicBezTo>
                    <a:pt x="78892" y="266079"/>
                    <a:pt x="78892" y="283269"/>
                    <a:pt x="78889" y="300459"/>
                  </a:cubicBezTo>
                  <a:cubicBezTo>
                    <a:pt x="78885" y="319792"/>
                    <a:pt x="78883" y="339124"/>
                    <a:pt x="78885" y="358457"/>
                  </a:cubicBezTo>
                  <a:cubicBezTo>
                    <a:pt x="78885" y="360516"/>
                    <a:pt x="78886" y="362575"/>
                    <a:pt x="78886" y="364634"/>
                  </a:cubicBezTo>
                  <a:cubicBezTo>
                    <a:pt x="78886" y="365157"/>
                    <a:pt x="78886" y="365664"/>
                    <a:pt x="78886" y="366172"/>
                  </a:cubicBezTo>
                  <a:cubicBezTo>
                    <a:pt x="78887" y="373832"/>
                    <a:pt x="78886" y="381492"/>
                    <a:pt x="78885" y="389152"/>
                  </a:cubicBezTo>
                  <a:cubicBezTo>
                    <a:pt x="78883" y="397444"/>
                    <a:pt x="78882" y="405737"/>
                    <a:pt x="78885" y="414029"/>
                  </a:cubicBezTo>
                  <a:cubicBezTo>
                    <a:pt x="78887" y="418518"/>
                    <a:pt x="78890" y="423006"/>
                    <a:pt x="78888" y="427495"/>
                  </a:cubicBezTo>
                  <a:cubicBezTo>
                    <a:pt x="78886" y="431665"/>
                    <a:pt x="78884" y="435835"/>
                    <a:pt x="78888" y="440004"/>
                  </a:cubicBezTo>
                  <a:cubicBezTo>
                    <a:pt x="78889" y="441514"/>
                    <a:pt x="78890" y="443024"/>
                    <a:pt x="78891" y="444534"/>
                  </a:cubicBezTo>
                  <a:cubicBezTo>
                    <a:pt x="78889" y="446633"/>
                    <a:pt x="78886" y="448733"/>
                    <a:pt x="78889" y="450833"/>
                  </a:cubicBezTo>
                  <a:cubicBezTo>
                    <a:pt x="78890" y="451470"/>
                    <a:pt x="78891" y="452089"/>
                    <a:pt x="78892" y="452707"/>
                  </a:cubicBezTo>
                  <a:cubicBezTo>
                    <a:pt x="78886" y="454649"/>
                    <a:pt x="78911" y="456571"/>
                    <a:pt x="78986" y="458512"/>
                  </a:cubicBezTo>
                  <a:cubicBezTo>
                    <a:pt x="79730" y="459257"/>
                    <a:pt x="79730" y="459257"/>
                    <a:pt x="81737" y="459345"/>
                  </a:cubicBezTo>
                  <a:cubicBezTo>
                    <a:pt x="82668" y="459342"/>
                    <a:pt x="83572" y="459340"/>
                    <a:pt x="84476" y="459338"/>
                  </a:cubicBezTo>
                  <a:cubicBezTo>
                    <a:pt x="86087" y="459337"/>
                    <a:pt x="87698" y="459335"/>
                    <a:pt x="89309" y="459328"/>
                  </a:cubicBezTo>
                  <a:cubicBezTo>
                    <a:pt x="90494" y="459323"/>
                    <a:pt x="91679" y="459319"/>
                    <a:pt x="92865" y="459316"/>
                  </a:cubicBezTo>
                  <a:cubicBezTo>
                    <a:pt x="96085" y="459310"/>
                    <a:pt x="99305" y="459301"/>
                    <a:pt x="102525" y="459288"/>
                  </a:cubicBezTo>
                  <a:cubicBezTo>
                    <a:pt x="104577" y="459280"/>
                    <a:pt x="106630" y="459271"/>
                    <a:pt x="108683" y="459263"/>
                  </a:cubicBezTo>
                  <a:cubicBezTo>
                    <a:pt x="115048" y="459239"/>
                    <a:pt x="121414" y="459213"/>
                    <a:pt x="127779" y="459181"/>
                  </a:cubicBezTo>
                  <a:cubicBezTo>
                    <a:pt x="135199" y="459143"/>
                    <a:pt x="142619" y="459111"/>
                    <a:pt x="150039" y="459096"/>
                  </a:cubicBezTo>
                  <a:cubicBezTo>
                    <a:pt x="155812" y="459084"/>
                    <a:pt x="161585" y="459065"/>
                    <a:pt x="167358" y="459035"/>
                  </a:cubicBezTo>
                  <a:cubicBezTo>
                    <a:pt x="170795" y="459015"/>
                    <a:pt x="174232" y="458994"/>
                    <a:pt x="177669" y="458989"/>
                  </a:cubicBezTo>
                  <a:cubicBezTo>
                    <a:pt x="180960" y="458987"/>
                    <a:pt x="184252" y="458981"/>
                    <a:pt x="187543" y="458957"/>
                  </a:cubicBezTo>
                  <a:cubicBezTo>
                    <a:pt x="188752" y="458947"/>
                    <a:pt x="189961" y="458938"/>
                    <a:pt x="191169" y="458930"/>
                  </a:cubicBezTo>
                  <a:cubicBezTo>
                    <a:pt x="192862" y="458935"/>
                    <a:pt x="194555" y="458939"/>
                    <a:pt x="196247" y="458922"/>
                  </a:cubicBezTo>
                  <a:cubicBezTo>
                    <a:pt x="196764" y="458916"/>
                    <a:pt x="197266" y="458910"/>
                    <a:pt x="197767" y="458904"/>
                  </a:cubicBezTo>
                  <a:cubicBezTo>
                    <a:pt x="200506" y="458892"/>
                    <a:pt x="200506" y="458892"/>
                    <a:pt x="202513" y="458512"/>
                  </a:cubicBezTo>
                  <a:cubicBezTo>
                    <a:pt x="202709" y="457998"/>
                    <a:pt x="202899" y="457499"/>
                    <a:pt x="203089" y="457000"/>
                  </a:cubicBezTo>
                  <a:cubicBezTo>
                    <a:pt x="203146" y="456502"/>
                    <a:pt x="203202" y="456019"/>
                    <a:pt x="203257" y="455536"/>
                  </a:cubicBezTo>
                  <a:cubicBezTo>
                    <a:pt x="203763" y="455536"/>
                    <a:pt x="204254" y="455536"/>
                    <a:pt x="204745" y="455536"/>
                  </a:cubicBezTo>
                  <a:cubicBezTo>
                    <a:pt x="205215" y="454531"/>
                    <a:pt x="205715" y="453540"/>
                    <a:pt x="206234" y="452559"/>
                  </a:cubicBezTo>
                  <a:cubicBezTo>
                    <a:pt x="208778" y="451391"/>
                    <a:pt x="209737" y="450530"/>
                    <a:pt x="211071" y="448048"/>
                  </a:cubicBezTo>
                  <a:cubicBezTo>
                    <a:pt x="211878" y="446439"/>
                    <a:pt x="211878" y="446439"/>
                    <a:pt x="212931" y="445118"/>
                  </a:cubicBezTo>
                  <a:cubicBezTo>
                    <a:pt x="213928" y="444889"/>
                    <a:pt x="214921" y="444643"/>
                    <a:pt x="215908" y="444374"/>
                  </a:cubicBezTo>
                  <a:cubicBezTo>
                    <a:pt x="215908" y="443362"/>
                    <a:pt x="215908" y="442379"/>
                    <a:pt x="215908" y="441397"/>
                  </a:cubicBezTo>
                  <a:cubicBezTo>
                    <a:pt x="216667" y="441397"/>
                    <a:pt x="217403" y="441397"/>
                    <a:pt x="218140" y="441397"/>
                  </a:cubicBezTo>
                  <a:cubicBezTo>
                    <a:pt x="218266" y="440891"/>
                    <a:pt x="218389" y="440400"/>
                    <a:pt x="218512" y="439909"/>
                  </a:cubicBezTo>
                  <a:cubicBezTo>
                    <a:pt x="218639" y="439403"/>
                    <a:pt x="218761" y="438912"/>
                    <a:pt x="218884" y="438421"/>
                  </a:cubicBezTo>
                  <a:cubicBezTo>
                    <a:pt x="219643" y="438421"/>
                    <a:pt x="220380" y="438421"/>
                    <a:pt x="221116" y="438421"/>
                  </a:cubicBezTo>
                  <a:cubicBezTo>
                    <a:pt x="221243" y="437788"/>
                    <a:pt x="221366" y="437174"/>
                    <a:pt x="221489" y="436560"/>
                  </a:cubicBezTo>
                  <a:cubicBezTo>
                    <a:pt x="221615" y="435928"/>
                    <a:pt x="221738" y="435314"/>
                    <a:pt x="221861" y="434700"/>
                  </a:cubicBezTo>
                  <a:cubicBezTo>
                    <a:pt x="222620" y="434700"/>
                    <a:pt x="223356" y="434700"/>
                    <a:pt x="224093" y="434700"/>
                  </a:cubicBezTo>
                  <a:cubicBezTo>
                    <a:pt x="224220" y="434210"/>
                    <a:pt x="224342" y="433734"/>
                    <a:pt x="224465" y="433258"/>
                  </a:cubicBezTo>
                  <a:cubicBezTo>
                    <a:pt x="224592" y="432736"/>
                    <a:pt x="224714" y="432230"/>
                    <a:pt x="224837" y="431723"/>
                  </a:cubicBezTo>
                  <a:cubicBezTo>
                    <a:pt x="225596" y="431470"/>
                    <a:pt x="226333" y="431225"/>
                    <a:pt x="227070" y="430979"/>
                  </a:cubicBezTo>
                  <a:cubicBezTo>
                    <a:pt x="227347" y="428716"/>
                    <a:pt x="227347" y="428716"/>
                    <a:pt x="227362" y="427240"/>
                  </a:cubicBezTo>
                  <a:cubicBezTo>
                    <a:pt x="227356" y="426682"/>
                    <a:pt x="227350" y="426141"/>
                    <a:pt x="227344" y="425600"/>
                  </a:cubicBezTo>
                  <a:cubicBezTo>
                    <a:pt x="227353" y="423755"/>
                    <a:pt x="227357" y="421911"/>
                    <a:pt x="227348" y="420067"/>
                  </a:cubicBezTo>
                  <a:cubicBezTo>
                    <a:pt x="227341" y="418701"/>
                    <a:pt x="227339" y="417335"/>
                    <a:pt x="227340" y="415969"/>
                  </a:cubicBezTo>
                  <a:cubicBezTo>
                    <a:pt x="227347" y="412210"/>
                    <a:pt x="227347" y="408451"/>
                    <a:pt x="227336" y="404692"/>
                  </a:cubicBezTo>
                  <a:cubicBezTo>
                    <a:pt x="227324" y="400580"/>
                    <a:pt x="227322" y="396467"/>
                    <a:pt x="227323" y="392354"/>
                  </a:cubicBezTo>
                  <a:cubicBezTo>
                    <a:pt x="227326" y="385236"/>
                    <a:pt x="227322" y="378119"/>
                    <a:pt x="227311" y="371002"/>
                  </a:cubicBezTo>
                  <a:cubicBezTo>
                    <a:pt x="227292" y="360608"/>
                    <a:pt x="227283" y="350213"/>
                    <a:pt x="227280" y="339819"/>
                  </a:cubicBezTo>
                  <a:cubicBezTo>
                    <a:pt x="227275" y="322478"/>
                    <a:pt x="227262" y="305137"/>
                    <a:pt x="227240" y="287797"/>
                  </a:cubicBezTo>
                  <a:cubicBezTo>
                    <a:pt x="227219" y="271380"/>
                    <a:pt x="227203" y="254963"/>
                    <a:pt x="227193" y="238546"/>
                  </a:cubicBezTo>
                  <a:cubicBezTo>
                    <a:pt x="227193" y="238025"/>
                    <a:pt x="227193" y="237519"/>
                    <a:pt x="227192" y="237013"/>
                  </a:cubicBezTo>
                  <a:cubicBezTo>
                    <a:pt x="227189" y="231928"/>
                    <a:pt x="227186" y="226843"/>
                    <a:pt x="227184" y="221758"/>
                  </a:cubicBezTo>
                  <a:cubicBezTo>
                    <a:pt x="227160" y="178637"/>
                    <a:pt x="227121" y="135516"/>
                    <a:pt x="227070" y="92395"/>
                  </a:cubicBezTo>
                  <a:cubicBezTo>
                    <a:pt x="208949" y="92319"/>
                    <a:pt x="190828" y="92240"/>
                    <a:pt x="172707" y="92155"/>
                  </a:cubicBezTo>
                  <a:cubicBezTo>
                    <a:pt x="163899" y="92114"/>
                    <a:pt x="155092" y="92073"/>
                    <a:pt x="146285" y="92036"/>
                  </a:cubicBezTo>
                  <a:cubicBezTo>
                    <a:pt x="138547" y="92004"/>
                    <a:pt x="130810" y="91971"/>
                    <a:pt x="123072" y="91933"/>
                  </a:cubicBezTo>
                  <a:cubicBezTo>
                    <a:pt x="118988" y="91913"/>
                    <a:pt x="114904" y="91893"/>
                    <a:pt x="110821" y="91877"/>
                  </a:cubicBezTo>
                  <a:cubicBezTo>
                    <a:pt x="106909" y="91862"/>
                    <a:pt x="102998" y="91846"/>
                    <a:pt x="99087" y="91826"/>
                  </a:cubicBezTo>
                  <a:cubicBezTo>
                    <a:pt x="97650" y="91819"/>
                    <a:pt x="96213" y="91811"/>
                    <a:pt x="94776" y="91804"/>
                  </a:cubicBezTo>
                  <a:cubicBezTo>
                    <a:pt x="92765" y="91798"/>
                    <a:pt x="90754" y="91791"/>
                    <a:pt x="88743" y="91780"/>
                  </a:cubicBezTo>
                  <a:cubicBezTo>
                    <a:pt x="87829" y="91774"/>
                    <a:pt x="87829" y="91774"/>
                    <a:pt x="86934" y="91769"/>
                  </a:cubicBezTo>
                  <a:cubicBezTo>
                    <a:pt x="85022" y="91766"/>
                    <a:pt x="83130" y="91731"/>
                    <a:pt x="81218" y="91651"/>
                  </a:cubicBezTo>
                  <a:cubicBezTo>
                    <a:pt x="80712" y="91398"/>
                    <a:pt x="80221" y="91153"/>
                    <a:pt x="79730" y="90907"/>
                  </a:cubicBezTo>
                  <a:close/>
                  <a:moveTo>
                    <a:pt x="0" y="0"/>
                  </a:moveTo>
                  <a:cubicBezTo>
                    <a:pt x="89141" y="0"/>
                    <a:pt x="178281" y="0"/>
                    <a:pt x="270123" y="0"/>
                  </a:cubicBezTo>
                  <a:cubicBezTo>
                    <a:pt x="270369" y="982"/>
                    <a:pt x="270614" y="1965"/>
                    <a:pt x="270867" y="2977"/>
                  </a:cubicBezTo>
                  <a:cubicBezTo>
                    <a:pt x="271852" y="3253"/>
                    <a:pt x="272845" y="3502"/>
                    <a:pt x="273844" y="3721"/>
                  </a:cubicBezTo>
                  <a:cubicBezTo>
                    <a:pt x="274089" y="4457"/>
                    <a:pt x="274335" y="5194"/>
                    <a:pt x="274588" y="5953"/>
                  </a:cubicBezTo>
                  <a:cubicBezTo>
                    <a:pt x="275079" y="6199"/>
                    <a:pt x="275570" y="6444"/>
                    <a:pt x="276076" y="6697"/>
                  </a:cubicBezTo>
                  <a:cubicBezTo>
                    <a:pt x="276322" y="7434"/>
                    <a:pt x="276567" y="8171"/>
                    <a:pt x="276820" y="8930"/>
                  </a:cubicBezTo>
                  <a:cubicBezTo>
                    <a:pt x="277557" y="9421"/>
                    <a:pt x="278294" y="9912"/>
                    <a:pt x="279053" y="10418"/>
                  </a:cubicBezTo>
                  <a:cubicBezTo>
                    <a:pt x="279298" y="11155"/>
                    <a:pt x="279544" y="11891"/>
                    <a:pt x="279797" y="12650"/>
                  </a:cubicBezTo>
                  <a:cubicBezTo>
                    <a:pt x="280672" y="13157"/>
                    <a:pt x="280672" y="13157"/>
                    <a:pt x="281564" y="13674"/>
                  </a:cubicBezTo>
                  <a:cubicBezTo>
                    <a:pt x="284469" y="15472"/>
                    <a:pt x="285436" y="17660"/>
                    <a:pt x="286494" y="20836"/>
                  </a:cubicBezTo>
                  <a:cubicBezTo>
                    <a:pt x="287231" y="21082"/>
                    <a:pt x="287968" y="21327"/>
                    <a:pt x="288727" y="21580"/>
                  </a:cubicBezTo>
                  <a:cubicBezTo>
                    <a:pt x="288849" y="22087"/>
                    <a:pt x="288972" y="22593"/>
                    <a:pt x="289099" y="23115"/>
                  </a:cubicBezTo>
                  <a:cubicBezTo>
                    <a:pt x="289221" y="23591"/>
                    <a:pt x="289344" y="24066"/>
                    <a:pt x="289471" y="24557"/>
                  </a:cubicBezTo>
                  <a:cubicBezTo>
                    <a:pt x="290207" y="24557"/>
                    <a:pt x="290944" y="24557"/>
                    <a:pt x="291703" y="24557"/>
                  </a:cubicBezTo>
                  <a:cubicBezTo>
                    <a:pt x="291967" y="25545"/>
                    <a:pt x="292213" y="26538"/>
                    <a:pt x="292447" y="27533"/>
                  </a:cubicBezTo>
                  <a:cubicBezTo>
                    <a:pt x="293184" y="28024"/>
                    <a:pt x="293921" y="28515"/>
                    <a:pt x="294680" y="29021"/>
                  </a:cubicBezTo>
                  <a:cubicBezTo>
                    <a:pt x="294680" y="29758"/>
                    <a:pt x="294680" y="30495"/>
                    <a:pt x="294680" y="31254"/>
                  </a:cubicBezTo>
                  <a:cubicBezTo>
                    <a:pt x="295662" y="31254"/>
                    <a:pt x="296644" y="31254"/>
                    <a:pt x="297656" y="31254"/>
                  </a:cubicBezTo>
                  <a:cubicBezTo>
                    <a:pt x="297656" y="32236"/>
                    <a:pt x="297656" y="33218"/>
                    <a:pt x="297656" y="34230"/>
                  </a:cubicBezTo>
                  <a:cubicBezTo>
                    <a:pt x="298639" y="34230"/>
                    <a:pt x="299621" y="34230"/>
                    <a:pt x="300633" y="34230"/>
                  </a:cubicBezTo>
                  <a:cubicBezTo>
                    <a:pt x="300633" y="35458"/>
                    <a:pt x="300633" y="36686"/>
                    <a:pt x="300633" y="37951"/>
                  </a:cubicBezTo>
                  <a:cubicBezTo>
                    <a:pt x="301370" y="37951"/>
                    <a:pt x="302106" y="37951"/>
                    <a:pt x="302865" y="37951"/>
                  </a:cubicBezTo>
                  <a:cubicBezTo>
                    <a:pt x="302865" y="38933"/>
                    <a:pt x="302865" y="39916"/>
                    <a:pt x="302865" y="40928"/>
                  </a:cubicBezTo>
                  <a:cubicBezTo>
                    <a:pt x="304617" y="41440"/>
                    <a:pt x="304617" y="41440"/>
                    <a:pt x="306586" y="41672"/>
                  </a:cubicBezTo>
                  <a:cubicBezTo>
                    <a:pt x="307323" y="42163"/>
                    <a:pt x="308059" y="42654"/>
                    <a:pt x="308818" y="43160"/>
                  </a:cubicBezTo>
                  <a:cubicBezTo>
                    <a:pt x="309040" y="45394"/>
                    <a:pt x="309113" y="47475"/>
                    <a:pt x="309093" y="49712"/>
                  </a:cubicBezTo>
                  <a:cubicBezTo>
                    <a:pt x="309096" y="50402"/>
                    <a:pt x="309098" y="51092"/>
                    <a:pt x="309101" y="51803"/>
                  </a:cubicBezTo>
                  <a:cubicBezTo>
                    <a:pt x="309107" y="54143"/>
                    <a:pt x="309097" y="56481"/>
                    <a:pt x="309087" y="58820"/>
                  </a:cubicBezTo>
                  <a:cubicBezTo>
                    <a:pt x="309088" y="60504"/>
                    <a:pt x="309090" y="62187"/>
                    <a:pt x="309093" y="63870"/>
                  </a:cubicBezTo>
                  <a:cubicBezTo>
                    <a:pt x="309098" y="68516"/>
                    <a:pt x="309089" y="73162"/>
                    <a:pt x="309077" y="77809"/>
                  </a:cubicBezTo>
                  <a:cubicBezTo>
                    <a:pt x="309069" y="82298"/>
                    <a:pt x="309071" y="86787"/>
                    <a:pt x="309072" y="91277"/>
                  </a:cubicBezTo>
                  <a:cubicBezTo>
                    <a:pt x="309075" y="100464"/>
                    <a:pt x="309068" y="109651"/>
                    <a:pt x="309054" y="118838"/>
                  </a:cubicBezTo>
                  <a:cubicBezTo>
                    <a:pt x="309041" y="127938"/>
                    <a:pt x="309033" y="137038"/>
                    <a:pt x="309030" y="146138"/>
                  </a:cubicBezTo>
                  <a:cubicBezTo>
                    <a:pt x="309030" y="146704"/>
                    <a:pt x="309030" y="147269"/>
                    <a:pt x="309030" y="147851"/>
                  </a:cubicBezTo>
                  <a:cubicBezTo>
                    <a:pt x="309029" y="150722"/>
                    <a:pt x="309028" y="153592"/>
                    <a:pt x="309028" y="156462"/>
                  </a:cubicBezTo>
                  <a:cubicBezTo>
                    <a:pt x="309023" y="176808"/>
                    <a:pt x="309008" y="197153"/>
                    <a:pt x="308987" y="217499"/>
                  </a:cubicBezTo>
                  <a:cubicBezTo>
                    <a:pt x="308966" y="237267"/>
                    <a:pt x="308950" y="257036"/>
                    <a:pt x="308941" y="276805"/>
                  </a:cubicBezTo>
                  <a:cubicBezTo>
                    <a:pt x="308941" y="277718"/>
                    <a:pt x="308941" y="277718"/>
                    <a:pt x="308940" y="278650"/>
                  </a:cubicBezTo>
                  <a:cubicBezTo>
                    <a:pt x="308937" y="284767"/>
                    <a:pt x="308934" y="290883"/>
                    <a:pt x="308932" y="296999"/>
                  </a:cubicBezTo>
                  <a:cubicBezTo>
                    <a:pt x="308926" y="309460"/>
                    <a:pt x="308920" y="321920"/>
                    <a:pt x="308913" y="334380"/>
                  </a:cubicBezTo>
                  <a:cubicBezTo>
                    <a:pt x="308913" y="334953"/>
                    <a:pt x="308912" y="335526"/>
                    <a:pt x="308912" y="336116"/>
                  </a:cubicBezTo>
                  <a:cubicBezTo>
                    <a:pt x="308891" y="374394"/>
                    <a:pt x="308856" y="412672"/>
                    <a:pt x="308818" y="450949"/>
                  </a:cubicBezTo>
                  <a:cubicBezTo>
                    <a:pt x="308082" y="450704"/>
                    <a:pt x="307345" y="450458"/>
                    <a:pt x="306586" y="450205"/>
                  </a:cubicBezTo>
                  <a:cubicBezTo>
                    <a:pt x="306340" y="452661"/>
                    <a:pt x="306095" y="455116"/>
                    <a:pt x="305842" y="457646"/>
                  </a:cubicBezTo>
                  <a:cubicBezTo>
                    <a:pt x="305105" y="457646"/>
                    <a:pt x="304368" y="457646"/>
                    <a:pt x="303609" y="457646"/>
                  </a:cubicBezTo>
                  <a:cubicBezTo>
                    <a:pt x="303573" y="458121"/>
                    <a:pt x="303536" y="458596"/>
                    <a:pt x="303499" y="459085"/>
                  </a:cubicBezTo>
                  <a:cubicBezTo>
                    <a:pt x="303443" y="459700"/>
                    <a:pt x="303388" y="460315"/>
                    <a:pt x="303330" y="460949"/>
                  </a:cubicBezTo>
                  <a:cubicBezTo>
                    <a:pt x="303279" y="461562"/>
                    <a:pt x="303227" y="462174"/>
                    <a:pt x="303173" y="462806"/>
                  </a:cubicBezTo>
                  <a:cubicBezTo>
                    <a:pt x="303072" y="463313"/>
                    <a:pt x="302970" y="463821"/>
                    <a:pt x="302865" y="464344"/>
                  </a:cubicBezTo>
                  <a:cubicBezTo>
                    <a:pt x="302374" y="464589"/>
                    <a:pt x="301883" y="464835"/>
                    <a:pt x="301377" y="465088"/>
                  </a:cubicBezTo>
                  <a:cubicBezTo>
                    <a:pt x="301115" y="466624"/>
                    <a:pt x="301047" y="468137"/>
                    <a:pt x="300961" y="469692"/>
                  </a:cubicBezTo>
                  <a:cubicBezTo>
                    <a:pt x="300853" y="470137"/>
                    <a:pt x="300745" y="470582"/>
                    <a:pt x="300633" y="471041"/>
                  </a:cubicBezTo>
                  <a:cubicBezTo>
                    <a:pt x="299896" y="471287"/>
                    <a:pt x="299159" y="471532"/>
                    <a:pt x="298400" y="471785"/>
                  </a:cubicBezTo>
                  <a:cubicBezTo>
                    <a:pt x="298206" y="473288"/>
                    <a:pt x="298018" y="474792"/>
                    <a:pt x="297889" y="476302"/>
                  </a:cubicBezTo>
                  <a:cubicBezTo>
                    <a:pt x="297589" y="478152"/>
                    <a:pt x="296837" y="478793"/>
                    <a:pt x="295424" y="479971"/>
                  </a:cubicBezTo>
                  <a:cubicBezTo>
                    <a:pt x="295332" y="480431"/>
                    <a:pt x="295240" y="480892"/>
                    <a:pt x="295145" y="481366"/>
                  </a:cubicBezTo>
                  <a:cubicBezTo>
                    <a:pt x="294445" y="483745"/>
                    <a:pt x="292707" y="484963"/>
                    <a:pt x="290959" y="486668"/>
                  </a:cubicBezTo>
                  <a:cubicBezTo>
                    <a:pt x="290713" y="487405"/>
                    <a:pt x="290468" y="488141"/>
                    <a:pt x="290215" y="488900"/>
                  </a:cubicBezTo>
                  <a:cubicBezTo>
                    <a:pt x="289223" y="489148"/>
                    <a:pt x="288230" y="489396"/>
                    <a:pt x="287238" y="489644"/>
                  </a:cubicBezTo>
                  <a:cubicBezTo>
                    <a:pt x="286993" y="490381"/>
                    <a:pt x="286747" y="491118"/>
                    <a:pt x="286494" y="491877"/>
                  </a:cubicBezTo>
                  <a:cubicBezTo>
                    <a:pt x="285757" y="491877"/>
                    <a:pt x="285021" y="491877"/>
                    <a:pt x="284262" y="491877"/>
                  </a:cubicBezTo>
                  <a:cubicBezTo>
                    <a:pt x="284262" y="493105"/>
                    <a:pt x="284262" y="494333"/>
                    <a:pt x="284262" y="495598"/>
                  </a:cubicBezTo>
                  <a:cubicBezTo>
                    <a:pt x="283279" y="495598"/>
                    <a:pt x="282297" y="495598"/>
                    <a:pt x="281285" y="495598"/>
                  </a:cubicBezTo>
                  <a:cubicBezTo>
                    <a:pt x="281029" y="496588"/>
                    <a:pt x="280783" y="497580"/>
                    <a:pt x="280541" y="498574"/>
                  </a:cubicBezTo>
                  <a:cubicBezTo>
                    <a:pt x="279301" y="499814"/>
                    <a:pt x="278061" y="501055"/>
                    <a:pt x="276820" y="502295"/>
                  </a:cubicBezTo>
                  <a:cubicBezTo>
                    <a:pt x="276820" y="503032"/>
                    <a:pt x="276820" y="503768"/>
                    <a:pt x="276820" y="504527"/>
                  </a:cubicBezTo>
                  <a:cubicBezTo>
                    <a:pt x="278052" y="505285"/>
                    <a:pt x="279293" y="506029"/>
                    <a:pt x="280541" y="506760"/>
                  </a:cubicBezTo>
                  <a:cubicBezTo>
                    <a:pt x="280787" y="507496"/>
                    <a:pt x="281032" y="508233"/>
                    <a:pt x="281285" y="508992"/>
                  </a:cubicBezTo>
                  <a:cubicBezTo>
                    <a:pt x="282022" y="509238"/>
                    <a:pt x="282759" y="509483"/>
                    <a:pt x="283518" y="509736"/>
                  </a:cubicBezTo>
                  <a:cubicBezTo>
                    <a:pt x="283625" y="510243"/>
                    <a:pt x="283732" y="510749"/>
                    <a:pt x="283843" y="511271"/>
                  </a:cubicBezTo>
                  <a:cubicBezTo>
                    <a:pt x="283981" y="511747"/>
                    <a:pt x="284119" y="512223"/>
                    <a:pt x="284262" y="512713"/>
                  </a:cubicBezTo>
                  <a:cubicBezTo>
                    <a:pt x="285244" y="512713"/>
                    <a:pt x="286226" y="512713"/>
                    <a:pt x="287238" y="512713"/>
                  </a:cubicBezTo>
                  <a:cubicBezTo>
                    <a:pt x="287238" y="513695"/>
                    <a:pt x="287238" y="514677"/>
                    <a:pt x="287238" y="515689"/>
                  </a:cubicBezTo>
                  <a:cubicBezTo>
                    <a:pt x="288476" y="515950"/>
                    <a:pt x="289717" y="516197"/>
                    <a:pt x="290959" y="516434"/>
                  </a:cubicBezTo>
                  <a:cubicBezTo>
                    <a:pt x="291796" y="517922"/>
                    <a:pt x="291796" y="517922"/>
                    <a:pt x="292447" y="519410"/>
                  </a:cubicBezTo>
                  <a:cubicBezTo>
                    <a:pt x="293184" y="519656"/>
                    <a:pt x="293921" y="519901"/>
                    <a:pt x="294680" y="520154"/>
                  </a:cubicBezTo>
                  <a:cubicBezTo>
                    <a:pt x="295191" y="522433"/>
                    <a:pt x="295191" y="522433"/>
                    <a:pt x="295424" y="524619"/>
                  </a:cubicBezTo>
                  <a:cubicBezTo>
                    <a:pt x="296161" y="524619"/>
                    <a:pt x="296897" y="524619"/>
                    <a:pt x="297656" y="524619"/>
                  </a:cubicBezTo>
                  <a:cubicBezTo>
                    <a:pt x="297902" y="526584"/>
                    <a:pt x="298147" y="528548"/>
                    <a:pt x="298400" y="530572"/>
                  </a:cubicBezTo>
                  <a:cubicBezTo>
                    <a:pt x="299137" y="530572"/>
                    <a:pt x="299874" y="530572"/>
                    <a:pt x="300633" y="530572"/>
                  </a:cubicBezTo>
                  <a:cubicBezTo>
                    <a:pt x="300669" y="531047"/>
                    <a:pt x="300706" y="531522"/>
                    <a:pt x="300743" y="532011"/>
                  </a:cubicBezTo>
                  <a:cubicBezTo>
                    <a:pt x="300827" y="532933"/>
                    <a:pt x="300827" y="532933"/>
                    <a:pt x="300912" y="533874"/>
                  </a:cubicBezTo>
                  <a:cubicBezTo>
                    <a:pt x="300964" y="534487"/>
                    <a:pt x="301015" y="535100"/>
                    <a:pt x="301069" y="535732"/>
                  </a:cubicBezTo>
                  <a:cubicBezTo>
                    <a:pt x="301171" y="536239"/>
                    <a:pt x="301272" y="536747"/>
                    <a:pt x="301377" y="537269"/>
                  </a:cubicBezTo>
                  <a:cubicBezTo>
                    <a:pt x="301868" y="537515"/>
                    <a:pt x="302359" y="537761"/>
                    <a:pt x="302865" y="538014"/>
                  </a:cubicBezTo>
                  <a:cubicBezTo>
                    <a:pt x="303307" y="539985"/>
                    <a:pt x="303417" y="541952"/>
                    <a:pt x="303609" y="543967"/>
                  </a:cubicBezTo>
                  <a:cubicBezTo>
                    <a:pt x="304346" y="543967"/>
                    <a:pt x="305083" y="543967"/>
                    <a:pt x="305842" y="543967"/>
                  </a:cubicBezTo>
                  <a:cubicBezTo>
                    <a:pt x="305963" y="545493"/>
                    <a:pt x="306084" y="547019"/>
                    <a:pt x="306205" y="548545"/>
                  </a:cubicBezTo>
                  <a:cubicBezTo>
                    <a:pt x="306331" y="548999"/>
                    <a:pt x="306456" y="549452"/>
                    <a:pt x="306586" y="549920"/>
                  </a:cubicBezTo>
                  <a:cubicBezTo>
                    <a:pt x="307323" y="550165"/>
                    <a:pt x="308059" y="550411"/>
                    <a:pt x="308818" y="550664"/>
                  </a:cubicBezTo>
                  <a:cubicBezTo>
                    <a:pt x="309046" y="552927"/>
                    <a:pt x="309117" y="555041"/>
                    <a:pt x="309099" y="557308"/>
                  </a:cubicBezTo>
                  <a:cubicBezTo>
                    <a:pt x="309103" y="558017"/>
                    <a:pt x="309106" y="558727"/>
                    <a:pt x="309109" y="559457"/>
                  </a:cubicBezTo>
                  <a:cubicBezTo>
                    <a:pt x="309117" y="561865"/>
                    <a:pt x="309109" y="564273"/>
                    <a:pt x="309102" y="566682"/>
                  </a:cubicBezTo>
                  <a:cubicBezTo>
                    <a:pt x="309104" y="568413"/>
                    <a:pt x="309108" y="570144"/>
                    <a:pt x="309112" y="571876"/>
                  </a:cubicBezTo>
                  <a:cubicBezTo>
                    <a:pt x="309121" y="576155"/>
                    <a:pt x="309119" y="580434"/>
                    <a:pt x="309112" y="584714"/>
                  </a:cubicBezTo>
                  <a:cubicBezTo>
                    <a:pt x="309105" y="589836"/>
                    <a:pt x="309111" y="594959"/>
                    <a:pt x="309117" y="600081"/>
                  </a:cubicBezTo>
                  <a:cubicBezTo>
                    <a:pt x="309129" y="610119"/>
                    <a:pt x="309128" y="620156"/>
                    <a:pt x="309122" y="630194"/>
                  </a:cubicBezTo>
                  <a:cubicBezTo>
                    <a:pt x="309116" y="638978"/>
                    <a:pt x="309114" y="647761"/>
                    <a:pt x="309117" y="656545"/>
                  </a:cubicBezTo>
                  <a:cubicBezTo>
                    <a:pt x="309117" y="657418"/>
                    <a:pt x="309117" y="657418"/>
                    <a:pt x="309118" y="658308"/>
                  </a:cubicBezTo>
                  <a:cubicBezTo>
                    <a:pt x="309118" y="660669"/>
                    <a:pt x="309119" y="663030"/>
                    <a:pt x="309120" y="665391"/>
                  </a:cubicBezTo>
                  <a:cubicBezTo>
                    <a:pt x="309127" y="687558"/>
                    <a:pt x="309120" y="709725"/>
                    <a:pt x="309108" y="731893"/>
                  </a:cubicBezTo>
                  <a:cubicBezTo>
                    <a:pt x="309098" y="751605"/>
                    <a:pt x="309099" y="771318"/>
                    <a:pt x="309109" y="791031"/>
                  </a:cubicBezTo>
                  <a:cubicBezTo>
                    <a:pt x="309121" y="813156"/>
                    <a:pt x="309126" y="835282"/>
                    <a:pt x="309119" y="857408"/>
                  </a:cubicBezTo>
                  <a:cubicBezTo>
                    <a:pt x="309119" y="859764"/>
                    <a:pt x="309118" y="862121"/>
                    <a:pt x="309117" y="864478"/>
                  </a:cubicBezTo>
                  <a:cubicBezTo>
                    <a:pt x="309117" y="865349"/>
                    <a:pt x="309117" y="865349"/>
                    <a:pt x="309117" y="866237"/>
                  </a:cubicBezTo>
                  <a:cubicBezTo>
                    <a:pt x="309114" y="875017"/>
                    <a:pt x="309117" y="883797"/>
                    <a:pt x="309123" y="892577"/>
                  </a:cubicBezTo>
                  <a:cubicBezTo>
                    <a:pt x="309129" y="902557"/>
                    <a:pt x="309127" y="912536"/>
                    <a:pt x="309115" y="922515"/>
                  </a:cubicBezTo>
                  <a:cubicBezTo>
                    <a:pt x="309109" y="927612"/>
                    <a:pt x="309107" y="932709"/>
                    <a:pt x="309115" y="937806"/>
                  </a:cubicBezTo>
                  <a:cubicBezTo>
                    <a:pt x="309121" y="942464"/>
                    <a:pt x="309118" y="947122"/>
                    <a:pt x="309106" y="951780"/>
                  </a:cubicBezTo>
                  <a:cubicBezTo>
                    <a:pt x="309103" y="953473"/>
                    <a:pt x="309104" y="955166"/>
                    <a:pt x="309110" y="956859"/>
                  </a:cubicBezTo>
                  <a:cubicBezTo>
                    <a:pt x="309117" y="959145"/>
                    <a:pt x="309110" y="961430"/>
                    <a:pt x="309099" y="963715"/>
                  </a:cubicBezTo>
                  <a:cubicBezTo>
                    <a:pt x="309105" y="964386"/>
                    <a:pt x="309110" y="965058"/>
                    <a:pt x="309115" y="965749"/>
                  </a:cubicBezTo>
                  <a:cubicBezTo>
                    <a:pt x="309098" y="967577"/>
                    <a:pt x="309098" y="967577"/>
                    <a:pt x="308818" y="970359"/>
                  </a:cubicBezTo>
                  <a:cubicBezTo>
                    <a:pt x="308082" y="970605"/>
                    <a:pt x="307345" y="970850"/>
                    <a:pt x="306586" y="971103"/>
                  </a:cubicBezTo>
                  <a:cubicBezTo>
                    <a:pt x="306066" y="972083"/>
                    <a:pt x="305569" y="973076"/>
                    <a:pt x="305098" y="974080"/>
                  </a:cubicBezTo>
                  <a:cubicBezTo>
                    <a:pt x="304607" y="974325"/>
                    <a:pt x="304115" y="974571"/>
                    <a:pt x="303609" y="974824"/>
                  </a:cubicBezTo>
                  <a:cubicBezTo>
                    <a:pt x="303364" y="975561"/>
                    <a:pt x="303118" y="976297"/>
                    <a:pt x="302865" y="977057"/>
                  </a:cubicBezTo>
                  <a:cubicBezTo>
                    <a:pt x="301584" y="978262"/>
                    <a:pt x="300224" y="979318"/>
                    <a:pt x="298842" y="980405"/>
                  </a:cubicBezTo>
                  <a:cubicBezTo>
                    <a:pt x="297457" y="981533"/>
                    <a:pt x="297457" y="981533"/>
                    <a:pt x="296912" y="983754"/>
                  </a:cubicBezTo>
                  <a:cubicBezTo>
                    <a:pt x="296421" y="983999"/>
                    <a:pt x="295930" y="984245"/>
                    <a:pt x="295424" y="984498"/>
                  </a:cubicBezTo>
                  <a:cubicBezTo>
                    <a:pt x="295178" y="985235"/>
                    <a:pt x="294933" y="985971"/>
                    <a:pt x="294680" y="986730"/>
                  </a:cubicBezTo>
                  <a:cubicBezTo>
                    <a:pt x="294189" y="986838"/>
                    <a:pt x="293697" y="986945"/>
                    <a:pt x="293191" y="987056"/>
                  </a:cubicBezTo>
                  <a:cubicBezTo>
                    <a:pt x="292700" y="987194"/>
                    <a:pt x="292209" y="987332"/>
                    <a:pt x="291703" y="987474"/>
                  </a:cubicBezTo>
                  <a:cubicBezTo>
                    <a:pt x="291218" y="988981"/>
                    <a:pt x="291218" y="988981"/>
                    <a:pt x="290959" y="990451"/>
                  </a:cubicBezTo>
                  <a:cubicBezTo>
                    <a:pt x="290468" y="990451"/>
                    <a:pt x="289977" y="990451"/>
                    <a:pt x="289471" y="990451"/>
                  </a:cubicBezTo>
                  <a:cubicBezTo>
                    <a:pt x="289363" y="990896"/>
                    <a:pt x="289256" y="991341"/>
                    <a:pt x="289145" y="991800"/>
                  </a:cubicBezTo>
                  <a:cubicBezTo>
                    <a:pt x="288649" y="993727"/>
                    <a:pt x="287937" y="994333"/>
                    <a:pt x="286494" y="995660"/>
                  </a:cubicBezTo>
                  <a:cubicBezTo>
                    <a:pt x="286003" y="996397"/>
                    <a:pt x="285512" y="997133"/>
                    <a:pt x="285006" y="997892"/>
                  </a:cubicBezTo>
                  <a:cubicBezTo>
                    <a:pt x="284269" y="998138"/>
                    <a:pt x="283532" y="998384"/>
                    <a:pt x="282773" y="998637"/>
                  </a:cubicBezTo>
                  <a:cubicBezTo>
                    <a:pt x="282253" y="999616"/>
                    <a:pt x="281756" y="1000609"/>
                    <a:pt x="281285" y="1001613"/>
                  </a:cubicBezTo>
                  <a:cubicBezTo>
                    <a:pt x="280794" y="1001859"/>
                    <a:pt x="280303" y="1002104"/>
                    <a:pt x="279797" y="1002357"/>
                  </a:cubicBezTo>
                  <a:cubicBezTo>
                    <a:pt x="279429" y="1003117"/>
                    <a:pt x="279429" y="1003117"/>
                    <a:pt x="279053" y="1003892"/>
                  </a:cubicBezTo>
                  <a:cubicBezTo>
                    <a:pt x="278807" y="1004368"/>
                    <a:pt x="278562" y="1004844"/>
                    <a:pt x="278309" y="1005334"/>
                  </a:cubicBezTo>
                  <a:cubicBezTo>
                    <a:pt x="277817" y="1005334"/>
                    <a:pt x="277326" y="1005334"/>
                    <a:pt x="276820" y="1005334"/>
                  </a:cubicBezTo>
                  <a:cubicBezTo>
                    <a:pt x="276728" y="1005825"/>
                    <a:pt x="276636" y="1006316"/>
                    <a:pt x="276541" y="1006822"/>
                  </a:cubicBezTo>
                  <a:cubicBezTo>
                    <a:pt x="276388" y="1007313"/>
                    <a:pt x="276234" y="1007804"/>
                    <a:pt x="276076" y="1008310"/>
                  </a:cubicBezTo>
                  <a:cubicBezTo>
                    <a:pt x="275094" y="1008310"/>
                    <a:pt x="274112" y="1008310"/>
                    <a:pt x="273100" y="1008310"/>
                  </a:cubicBezTo>
                  <a:cubicBezTo>
                    <a:pt x="273100" y="1009293"/>
                    <a:pt x="273100" y="1010275"/>
                    <a:pt x="273100" y="1011287"/>
                  </a:cubicBezTo>
                  <a:cubicBezTo>
                    <a:pt x="182977" y="1011287"/>
                    <a:pt x="92854"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136" name="任意多边形: 形状 135"/>
            <p:cNvSpPr/>
            <p:nvPr/>
          </p:nvSpPr>
          <p:spPr>
            <a:xfrm>
              <a:off x="-111150" y="1406031"/>
              <a:ext cx="892169" cy="472512"/>
            </a:xfrm>
            <a:custGeom>
              <a:avLst/>
              <a:gdLst>
                <a:gd name="connsiteX0" fmla="*/ 697400 w 892181"/>
                <a:gd name="connsiteY0" fmla="*/ 1868 h 472497"/>
                <a:gd name="connsiteX1" fmla="*/ 703974 w 892181"/>
                <a:gd name="connsiteY1" fmla="*/ 1530 h 472497"/>
                <a:gd name="connsiteX2" fmla="*/ 706064 w 892181"/>
                <a:gd name="connsiteY2" fmla="*/ 1529 h 472497"/>
                <a:gd name="connsiteX3" fmla="*/ 712937 w 892181"/>
                <a:gd name="connsiteY3" fmla="*/ 1578 h 472497"/>
                <a:gd name="connsiteX4" fmla="*/ 717689 w 892181"/>
                <a:gd name="connsiteY4" fmla="*/ 1590 h 472497"/>
                <a:gd name="connsiteX5" fmla="*/ 730222 w 892181"/>
                <a:gd name="connsiteY5" fmla="*/ 1664 h 472497"/>
                <a:gd name="connsiteX6" fmla="*/ 743001 w 892181"/>
                <a:gd name="connsiteY6" fmla="*/ 1723 h 472497"/>
                <a:gd name="connsiteX7" fmla="*/ 768094 w 892181"/>
                <a:gd name="connsiteY7" fmla="*/ 1868 h 472497"/>
                <a:gd name="connsiteX8" fmla="*/ 768094 w 892181"/>
                <a:gd name="connsiteY8" fmla="*/ 4101 h 472497"/>
                <a:gd name="connsiteX9" fmla="*/ 772840 w 892181"/>
                <a:gd name="connsiteY9" fmla="*/ 4963 h 472497"/>
                <a:gd name="connsiteX10" fmla="*/ 774914 w 892181"/>
                <a:gd name="connsiteY10" fmla="*/ 4985 h 472497"/>
                <a:gd name="connsiteX11" fmla="*/ 777197 w 892181"/>
                <a:gd name="connsiteY11" fmla="*/ 4998 h 472497"/>
                <a:gd name="connsiteX12" fmla="*/ 779595 w 892181"/>
                <a:gd name="connsiteY12" fmla="*/ 5020 h 472497"/>
                <a:gd name="connsiteX13" fmla="*/ 787470 w 892181"/>
                <a:gd name="connsiteY13" fmla="*/ 5080 h 472497"/>
                <a:gd name="connsiteX14" fmla="*/ 792920 w 892181"/>
                <a:gd name="connsiteY14" fmla="*/ 5127 h 472497"/>
                <a:gd name="connsiteX15" fmla="*/ 807284 w 892181"/>
                <a:gd name="connsiteY15" fmla="*/ 5241 h 472497"/>
                <a:gd name="connsiteX16" fmla="*/ 821933 w 892181"/>
                <a:gd name="connsiteY16" fmla="*/ 5361 h 472497"/>
                <a:gd name="connsiteX17" fmla="*/ 850693 w 892181"/>
                <a:gd name="connsiteY17" fmla="*/ 5589 h 472497"/>
                <a:gd name="connsiteX18" fmla="*/ 850693 w 892181"/>
                <a:gd name="connsiteY18" fmla="*/ 8566 h 472497"/>
                <a:gd name="connsiteX19" fmla="*/ 852270 w 892181"/>
                <a:gd name="connsiteY19" fmla="*/ 8556 h 472497"/>
                <a:gd name="connsiteX20" fmla="*/ 866955 w 892181"/>
                <a:gd name="connsiteY20" fmla="*/ 8488 h 472497"/>
                <a:gd name="connsiteX21" fmla="*/ 874505 w 892181"/>
                <a:gd name="connsiteY21" fmla="*/ 8453 h 472497"/>
                <a:gd name="connsiteX22" fmla="*/ 883177 w 892181"/>
                <a:gd name="connsiteY22" fmla="*/ 8420 h 472497"/>
                <a:gd name="connsiteX23" fmla="*/ 885927 w 892181"/>
                <a:gd name="connsiteY23" fmla="*/ 8397 h 472497"/>
                <a:gd name="connsiteX24" fmla="*/ 888455 w 892181"/>
                <a:gd name="connsiteY24" fmla="*/ 8397 h 472497"/>
                <a:gd name="connsiteX25" fmla="*/ 890694 w 892181"/>
                <a:gd name="connsiteY25" fmla="*/ 8387 h 472497"/>
                <a:gd name="connsiteX26" fmla="*/ 892365 w 892181"/>
                <a:gd name="connsiteY26" fmla="*/ 8566 h 472497"/>
                <a:gd name="connsiteX27" fmla="*/ 893342 w 892181"/>
                <a:gd name="connsiteY27" fmla="*/ 14147 h 472497"/>
                <a:gd name="connsiteX28" fmla="*/ 893426 w 892181"/>
                <a:gd name="connsiteY28" fmla="*/ 16356 h 472497"/>
                <a:gd name="connsiteX29" fmla="*/ 893109 w 892181"/>
                <a:gd name="connsiteY29" fmla="*/ 18239 h 472497"/>
                <a:gd name="connsiteX30" fmla="*/ 890133 w 892181"/>
                <a:gd name="connsiteY30" fmla="*/ 19728 h 472497"/>
                <a:gd name="connsiteX31" fmla="*/ 889388 w 892181"/>
                <a:gd name="connsiteY31" fmla="*/ 21960 h 472497"/>
                <a:gd name="connsiteX32" fmla="*/ 887900 w 892181"/>
                <a:gd name="connsiteY32" fmla="*/ 22704 h 472497"/>
                <a:gd name="connsiteX33" fmla="*/ 887575 w 892181"/>
                <a:gd name="connsiteY33" fmla="*/ 24239 h 472497"/>
                <a:gd name="connsiteX34" fmla="*/ 887156 w 892181"/>
                <a:gd name="connsiteY34" fmla="*/ 25681 h 472497"/>
                <a:gd name="connsiteX35" fmla="*/ 884924 w 892181"/>
                <a:gd name="connsiteY35" fmla="*/ 25681 h 472497"/>
                <a:gd name="connsiteX36" fmla="*/ 884924 w 892181"/>
                <a:gd name="connsiteY36" fmla="*/ 29402 h 472497"/>
                <a:gd name="connsiteX37" fmla="*/ 881947 w 892181"/>
                <a:gd name="connsiteY37" fmla="*/ 29402 h 472497"/>
                <a:gd name="connsiteX38" fmla="*/ 882087 w 892181"/>
                <a:gd name="connsiteY38" fmla="*/ 31215 h 472497"/>
                <a:gd name="connsiteX39" fmla="*/ 881947 w 892181"/>
                <a:gd name="connsiteY39" fmla="*/ 33122 h 472497"/>
                <a:gd name="connsiteX40" fmla="*/ 879715 w 892181"/>
                <a:gd name="connsiteY40" fmla="*/ 33866 h 472497"/>
                <a:gd name="connsiteX41" fmla="*/ 878971 w 892181"/>
                <a:gd name="connsiteY41" fmla="*/ 36843 h 472497"/>
                <a:gd name="connsiteX42" fmla="*/ 877482 w 892181"/>
                <a:gd name="connsiteY42" fmla="*/ 37587 h 472497"/>
                <a:gd name="connsiteX43" fmla="*/ 876738 w 892181"/>
                <a:gd name="connsiteY43" fmla="*/ 39819 h 472497"/>
                <a:gd name="connsiteX44" fmla="*/ 874506 w 892181"/>
                <a:gd name="connsiteY44" fmla="*/ 42052 h 472497"/>
                <a:gd name="connsiteX45" fmla="*/ 871204 w 892181"/>
                <a:gd name="connsiteY45" fmla="*/ 46052 h 472497"/>
                <a:gd name="connsiteX46" fmla="*/ 869486 w 892181"/>
                <a:gd name="connsiteY46" fmla="*/ 48162 h 472497"/>
                <a:gd name="connsiteX47" fmla="*/ 866201 w 892181"/>
                <a:gd name="connsiteY47" fmla="*/ 52359 h 472497"/>
                <a:gd name="connsiteX48" fmla="*/ 864832 w 892181"/>
                <a:gd name="connsiteY48" fmla="*/ 53958 h 472497"/>
                <a:gd name="connsiteX49" fmla="*/ 863344 w 892181"/>
                <a:gd name="connsiteY49" fmla="*/ 53958 h 472497"/>
                <a:gd name="connsiteX50" fmla="*/ 862972 w 892181"/>
                <a:gd name="connsiteY50" fmla="*/ 55446 h 472497"/>
                <a:gd name="connsiteX51" fmla="*/ 862599 w 892181"/>
                <a:gd name="connsiteY51" fmla="*/ 56935 h 472497"/>
                <a:gd name="connsiteX52" fmla="*/ 861111 w 892181"/>
                <a:gd name="connsiteY52" fmla="*/ 56935 h 472497"/>
                <a:gd name="connsiteX53" fmla="*/ 860460 w 892181"/>
                <a:gd name="connsiteY53" fmla="*/ 58609 h 472497"/>
                <a:gd name="connsiteX54" fmla="*/ 856646 w 892181"/>
                <a:gd name="connsiteY54" fmla="*/ 63632 h 472497"/>
                <a:gd name="connsiteX55" fmla="*/ 854414 w 892181"/>
                <a:gd name="connsiteY55" fmla="*/ 63632 h 472497"/>
                <a:gd name="connsiteX56" fmla="*/ 854414 w 892181"/>
                <a:gd name="connsiteY56" fmla="*/ 66609 h 472497"/>
                <a:gd name="connsiteX57" fmla="*/ 852181 w 892181"/>
                <a:gd name="connsiteY57" fmla="*/ 67353 h 472497"/>
                <a:gd name="connsiteX58" fmla="*/ 851809 w 892181"/>
                <a:gd name="connsiteY58" fmla="*/ 68887 h 472497"/>
                <a:gd name="connsiteX59" fmla="*/ 851437 w 892181"/>
                <a:gd name="connsiteY59" fmla="*/ 70329 h 472497"/>
                <a:gd name="connsiteX60" fmla="*/ 849205 w 892181"/>
                <a:gd name="connsiteY60" fmla="*/ 70329 h 472497"/>
                <a:gd name="connsiteX61" fmla="*/ 849205 w 892181"/>
                <a:gd name="connsiteY61" fmla="*/ 73306 h 472497"/>
                <a:gd name="connsiteX62" fmla="*/ 846228 w 892181"/>
                <a:gd name="connsiteY62" fmla="*/ 73306 h 472497"/>
                <a:gd name="connsiteX63" fmla="*/ 845484 w 892181"/>
                <a:gd name="connsiteY63" fmla="*/ 76282 h 472497"/>
                <a:gd name="connsiteX64" fmla="*/ 843996 w 892181"/>
                <a:gd name="connsiteY64" fmla="*/ 77027 h 472497"/>
                <a:gd name="connsiteX65" fmla="*/ 843670 w 892181"/>
                <a:gd name="connsiteY65" fmla="*/ 78515 h 472497"/>
                <a:gd name="connsiteX66" fmla="*/ 843252 w 892181"/>
                <a:gd name="connsiteY66" fmla="*/ 80003 h 472497"/>
                <a:gd name="connsiteX67" fmla="*/ 841019 w 892181"/>
                <a:gd name="connsiteY67" fmla="*/ 80747 h 472497"/>
                <a:gd name="connsiteX68" fmla="*/ 838325 w 892181"/>
                <a:gd name="connsiteY68" fmla="*/ 85279 h 472497"/>
                <a:gd name="connsiteX69" fmla="*/ 834322 w 892181"/>
                <a:gd name="connsiteY69" fmla="*/ 88189 h 472497"/>
                <a:gd name="connsiteX70" fmla="*/ 832834 w 892181"/>
                <a:gd name="connsiteY70" fmla="*/ 91165 h 472497"/>
                <a:gd name="connsiteX71" fmla="*/ 830601 w 892181"/>
                <a:gd name="connsiteY71" fmla="*/ 91909 h 472497"/>
                <a:gd name="connsiteX72" fmla="*/ 829857 w 892181"/>
                <a:gd name="connsiteY72" fmla="*/ 94142 h 472497"/>
                <a:gd name="connsiteX73" fmla="*/ 827625 w 892181"/>
                <a:gd name="connsiteY73" fmla="*/ 94886 h 472497"/>
                <a:gd name="connsiteX74" fmla="*/ 826881 w 892181"/>
                <a:gd name="connsiteY74" fmla="*/ 97118 h 472497"/>
                <a:gd name="connsiteX75" fmla="*/ 824648 w 892181"/>
                <a:gd name="connsiteY75" fmla="*/ 97862 h 472497"/>
                <a:gd name="connsiteX76" fmla="*/ 823160 w 892181"/>
                <a:gd name="connsiteY76" fmla="*/ 100839 h 472497"/>
                <a:gd name="connsiteX77" fmla="*/ 821672 w 892181"/>
                <a:gd name="connsiteY77" fmla="*/ 101583 h 472497"/>
                <a:gd name="connsiteX78" fmla="*/ 820928 w 892181"/>
                <a:gd name="connsiteY78" fmla="*/ 103816 h 472497"/>
                <a:gd name="connsiteX79" fmla="*/ 817951 w 892181"/>
                <a:gd name="connsiteY79" fmla="*/ 105304 h 472497"/>
                <a:gd name="connsiteX80" fmla="*/ 816463 w 892181"/>
                <a:gd name="connsiteY80" fmla="*/ 107536 h 472497"/>
                <a:gd name="connsiteX81" fmla="*/ 814230 w 892181"/>
                <a:gd name="connsiteY81" fmla="*/ 108280 h 472497"/>
                <a:gd name="connsiteX82" fmla="*/ 813486 w 892181"/>
                <a:gd name="connsiteY82" fmla="*/ 110513 h 472497"/>
                <a:gd name="connsiteX83" fmla="*/ 811254 w 892181"/>
                <a:gd name="connsiteY83" fmla="*/ 111257 h 472497"/>
                <a:gd name="connsiteX84" fmla="*/ 809765 w 892181"/>
                <a:gd name="connsiteY84" fmla="*/ 114234 h 472497"/>
                <a:gd name="connsiteX85" fmla="*/ 807533 w 892181"/>
                <a:gd name="connsiteY85" fmla="*/ 116466 h 472497"/>
                <a:gd name="connsiteX86" fmla="*/ 806370 w 892181"/>
                <a:gd name="connsiteY86" fmla="*/ 117675 h 472497"/>
                <a:gd name="connsiteX87" fmla="*/ 803812 w 892181"/>
                <a:gd name="connsiteY87" fmla="*/ 119443 h 472497"/>
                <a:gd name="connsiteX88" fmla="*/ 803068 w 892181"/>
                <a:gd name="connsiteY88" fmla="*/ 121675 h 472497"/>
                <a:gd name="connsiteX89" fmla="*/ 800092 w 892181"/>
                <a:gd name="connsiteY89" fmla="*/ 121675 h 472497"/>
                <a:gd name="connsiteX90" fmla="*/ 799347 w 892181"/>
                <a:gd name="connsiteY90" fmla="*/ 124651 h 472497"/>
                <a:gd name="connsiteX91" fmla="*/ 797115 w 892181"/>
                <a:gd name="connsiteY91" fmla="*/ 125396 h 472497"/>
                <a:gd name="connsiteX92" fmla="*/ 796371 w 892181"/>
                <a:gd name="connsiteY92" fmla="*/ 126884 h 472497"/>
                <a:gd name="connsiteX93" fmla="*/ 793394 w 892181"/>
                <a:gd name="connsiteY93" fmla="*/ 129116 h 472497"/>
                <a:gd name="connsiteX94" fmla="*/ 791162 w 892181"/>
                <a:gd name="connsiteY94" fmla="*/ 132093 h 472497"/>
                <a:gd name="connsiteX95" fmla="*/ 789674 w 892181"/>
                <a:gd name="connsiteY95" fmla="*/ 132093 h 472497"/>
                <a:gd name="connsiteX96" fmla="*/ 789395 w 892181"/>
                <a:gd name="connsiteY96" fmla="*/ 133581 h 472497"/>
                <a:gd name="connsiteX97" fmla="*/ 788930 w 892181"/>
                <a:gd name="connsiteY97" fmla="*/ 135069 h 472497"/>
                <a:gd name="connsiteX98" fmla="*/ 785953 w 892181"/>
                <a:gd name="connsiteY98" fmla="*/ 135069 h 472497"/>
                <a:gd name="connsiteX99" fmla="*/ 785209 w 892181"/>
                <a:gd name="connsiteY99" fmla="*/ 138046 h 472497"/>
                <a:gd name="connsiteX100" fmla="*/ 782651 w 892181"/>
                <a:gd name="connsiteY100" fmla="*/ 140464 h 472497"/>
                <a:gd name="connsiteX101" fmla="*/ 781258 w 892181"/>
                <a:gd name="connsiteY101" fmla="*/ 141639 h 472497"/>
                <a:gd name="connsiteX102" fmla="*/ 778512 w 892181"/>
                <a:gd name="connsiteY102" fmla="*/ 142511 h 472497"/>
                <a:gd name="connsiteX103" fmla="*/ 778232 w 892181"/>
                <a:gd name="connsiteY103" fmla="*/ 143999 h 472497"/>
                <a:gd name="connsiteX104" fmla="*/ 777767 w 892181"/>
                <a:gd name="connsiteY104" fmla="*/ 145487 h 472497"/>
                <a:gd name="connsiteX105" fmla="*/ 774791 w 892181"/>
                <a:gd name="connsiteY105" fmla="*/ 145487 h 472497"/>
                <a:gd name="connsiteX106" fmla="*/ 774047 w 892181"/>
                <a:gd name="connsiteY106" fmla="*/ 148464 h 472497"/>
                <a:gd name="connsiteX107" fmla="*/ 772558 w 892181"/>
                <a:gd name="connsiteY107" fmla="*/ 149208 h 472497"/>
                <a:gd name="connsiteX108" fmla="*/ 771907 w 892181"/>
                <a:gd name="connsiteY108" fmla="*/ 150696 h 472497"/>
                <a:gd name="connsiteX109" fmla="*/ 771070 w 892181"/>
                <a:gd name="connsiteY109" fmla="*/ 152185 h 472497"/>
                <a:gd name="connsiteX110" fmla="*/ 769535 w 892181"/>
                <a:gd name="connsiteY110" fmla="*/ 152557 h 472497"/>
                <a:gd name="connsiteX111" fmla="*/ 768094 w 892181"/>
                <a:gd name="connsiteY111" fmla="*/ 152929 h 472497"/>
                <a:gd name="connsiteX112" fmla="*/ 767722 w 892181"/>
                <a:gd name="connsiteY112" fmla="*/ 154464 h 472497"/>
                <a:gd name="connsiteX113" fmla="*/ 767349 w 892181"/>
                <a:gd name="connsiteY113" fmla="*/ 155905 h 472497"/>
                <a:gd name="connsiteX114" fmla="*/ 764373 w 892181"/>
                <a:gd name="connsiteY114" fmla="*/ 155905 h 472497"/>
                <a:gd name="connsiteX115" fmla="*/ 764373 w 892181"/>
                <a:gd name="connsiteY115" fmla="*/ 158882 h 472497"/>
                <a:gd name="connsiteX116" fmla="*/ 761396 w 892181"/>
                <a:gd name="connsiteY116" fmla="*/ 158882 h 472497"/>
                <a:gd name="connsiteX117" fmla="*/ 760652 w 892181"/>
                <a:gd name="connsiteY117" fmla="*/ 161859 h 472497"/>
                <a:gd name="connsiteX118" fmla="*/ 757676 w 892181"/>
                <a:gd name="connsiteY118" fmla="*/ 163347 h 472497"/>
                <a:gd name="connsiteX119" fmla="*/ 756931 w 892181"/>
                <a:gd name="connsiteY119" fmla="*/ 165579 h 472497"/>
                <a:gd name="connsiteX120" fmla="*/ 753955 w 892181"/>
                <a:gd name="connsiteY120" fmla="*/ 166323 h 472497"/>
                <a:gd name="connsiteX121" fmla="*/ 753211 w 892181"/>
                <a:gd name="connsiteY121" fmla="*/ 168556 h 472497"/>
                <a:gd name="connsiteX122" fmla="*/ 751722 w 892181"/>
                <a:gd name="connsiteY122" fmla="*/ 168881 h 472497"/>
                <a:gd name="connsiteX123" fmla="*/ 750234 w 892181"/>
                <a:gd name="connsiteY123" fmla="*/ 169300 h 472497"/>
                <a:gd name="connsiteX124" fmla="*/ 749929 w 892181"/>
                <a:gd name="connsiteY124" fmla="*/ 170663 h 472497"/>
                <a:gd name="connsiteX125" fmla="*/ 746932 w 892181"/>
                <a:gd name="connsiteY125" fmla="*/ 174695 h 472497"/>
                <a:gd name="connsiteX126" fmla="*/ 745540 w 892181"/>
                <a:gd name="connsiteY126" fmla="*/ 175869 h 472497"/>
                <a:gd name="connsiteX127" fmla="*/ 742793 w 892181"/>
                <a:gd name="connsiteY127" fmla="*/ 176741 h 472497"/>
                <a:gd name="connsiteX128" fmla="*/ 742514 w 892181"/>
                <a:gd name="connsiteY128" fmla="*/ 178230 h 472497"/>
                <a:gd name="connsiteX129" fmla="*/ 742049 w 892181"/>
                <a:gd name="connsiteY129" fmla="*/ 179718 h 472497"/>
                <a:gd name="connsiteX130" fmla="*/ 739072 w 892181"/>
                <a:gd name="connsiteY130" fmla="*/ 179718 h 472497"/>
                <a:gd name="connsiteX131" fmla="*/ 738328 w 892181"/>
                <a:gd name="connsiteY131" fmla="*/ 182694 h 472497"/>
                <a:gd name="connsiteX132" fmla="*/ 736840 w 892181"/>
                <a:gd name="connsiteY132" fmla="*/ 183439 h 472497"/>
                <a:gd name="connsiteX133" fmla="*/ 736189 w 892181"/>
                <a:gd name="connsiteY133" fmla="*/ 184927 h 472497"/>
                <a:gd name="connsiteX134" fmla="*/ 735351 w 892181"/>
                <a:gd name="connsiteY134" fmla="*/ 186415 h 472497"/>
                <a:gd name="connsiteX135" fmla="*/ 733817 w 892181"/>
                <a:gd name="connsiteY135" fmla="*/ 186787 h 472497"/>
                <a:gd name="connsiteX136" fmla="*/ 732375 w 892181"/>
                <a:gd name="connsiteY136" fmla="*/ 187159 h 472497"/>
                <a:gd name="connsiteX137" fmla="*/ 732003 w 892181"/>
                <a:gd name="connsiteY137" fmla="*/ 188694 h 472497"/>
                <a:gd name="connsiteX138" fmla="*/ 731631 w 892181"/>
                <a:gd name="connsiteY138" fmla="*/ 190136 h 472497"/>
                <a:gd name="connsiteX139" fmla="*/ 728654 w 892181"/>
                <a:gd name="connsiteY139" fmla="*/ 190136 h 472497"/>
                <a:gd name="connsiteX140" fmla="*/ 728654 w 892181"/>
                <a:gd name="connsiteY140" fmla="*/ 193112 h 472497"/>
                <a:gd name="connsiteX141" fmla="*/ 725678 w 892181"/>
                <a:gd name="connsiteY141" fmla="*/ 193112 h 472497"/>
                <a:gd name="connsiteX142" fmla="*/ 724189 w 892181"/>
                <a:gd name="connsiteY142" fmla="*/ 196833 h 472497"/>
                <a:gd name="connsiteX143" fmla="*/ 721957 w 892181"/>
                <a:gd name="connsiteY143" fmla="*/ 197577 h 472497"/>
                <a:gd name="connsiteX144" fmla="*/ 721213 w 892181"/>
                <a:gd name="connsiteY144" fmla="*/ 199810 h 472497"/>
                <a:gd name="connsiteX145" fmla="*/ 718236 w 892181"/>
                <a:gd name="connsiteY145" fmla="*/ 200554 h 472497"/>
                <a:gd name="connsiteX146" fmla="*/ 717492 w 892181"/>
                <a:gd name="connsiteY146" fmla="*/ 202786 h 472497"/>
                <a:gd name="connsiteX147" fmla="*/ 715260 w 892181"/>
                <a:gd name="connsiteY147" fmla="*/ 204275 h 472497"/>
                <a:gd name="connsiteX148" fmla="*/ 714515 w 892181"/>
                <a:gd name="connsiteY148" fmla="*/ 206507 h 472497"/>
                <a:gd name="connsiteX149" fmla="*/ 712283 w 892181"/>
                <a:gd name="connsiteY149" fmla="*/ 207251 h 472497"/>
                <a:gd name="connsiteX150" fmla="*/ 708426 w 892181"/>
                <a:gd name="connsiteY150" fmla="*/ 212509 h 472497"/>
                <a:gd name="connsiteX151" fmla="*/ 707074 w 892181"/>
                <a:gd name="connsiteY151" fmla="*/ 213948 h 472497"/>
                <a:gd name="connsiteX152" fmla="*/ 704097 w 892181"/>
                <a:gd name="connsiteY152" fmla="*/ 213948 h 472497"/>
                <a:gd name="connsiteX153" fmla="*/ 704097 w 892181"/>
                <a:gd name="connsiteY153" fmla="*/ 216925 h 472497"/>
                <a:gd name="connsiteX154" fmla="*/ 701121 w 892181"/>
                <a:gd name="connsiteY154" fmla="*/ 216925 h 472497"/>
                <a:gd name="connsiteX155" fmla="*/ 699633 w 892181"/>
                <a:gd name="connsiteY155" fmla="*/ 220646 h 472497"/>
                <a:gd name="connsiteX156" fmla="*/ 695912 w 892181"/>
                <a:gd name="connsiteY156" fmla="*/ 224366 h 472497"/>
                <a:gd name="connsiteX157" fmla="*/ 693680 w 892181"/>
                <a:gd name="connsiteY157" fmla="*/ 224366 h 472497"/>
                <a:gd name="connsiteX158" fmla="*/ 693680 w 892181"/>
                <a:gd name="connsiteY158" fmla="*/ 227343 h 472497"/>
                <a:gd name="connsiteX159" fmla="*/ 690703 w 892181"/>
                <a:gd name="connsiteY159" fmla="*/ 228087 h 472497"/>
                <a:gd name="connsiteX160" fmla="*/ 689959 w 892181"/>
                <a:gd name="connsiteY160" fmla="*/ 230319 h 472497"/>
                <a:gd name="connsiteX161" fmla="*/ 688471 w 892181"/>
                <a:gd name="connsiteY161" fmla="*/ 230645 h 472497"/>
                <a:gd name="connsiteX162" fmla="*/ 686982 w 892181"/>
                <a:gd name="connsiteY162" fmla="*/ 231064 h 472497"/>
                <a:gd name="connsiteX163" fmla="*/ 686610 w 892181"/>
                <a:gd name="connsiteY163" fmla="*/ 232552 h 472497"/>
                <a:gd name="connsiteX164" fmla="*/ 686238 w 892181"/>
                <a:gd name="connsiteY164" fmla="*/ 234040 h 472497"/>
                <a:gd name="connsiteX165" fmla="*/ 683262 w 892181"/>
                <a:gd name="connsiteY165" fmla="*/ 234784 h 472497"/>
                <a:gd name="connsiteX166" fmla="*/ 682889 w 892181"/>
                <a:gd name="connsiteY166" fmla="*/ 236319 h 472497"/>
                <a:gd name="connsiteX167" fmla="*/ 682517 w 892181"/>
                <a:gd name="connsiteY167" fmla="*/ 237761 h 472497"/>
                <a:gd name="connsiteX168" fmla="*/ 679541 w 892181"/>
                <a:gd name="connsiteY168" fmla="*/ 237761 h 472497"/>
                <a:gd name="connsiteX169" fmla="*/ 679541 w 892181"/>
                <a:gd name="connsiteY169" fmla="*/ 240737 h 472497"/>
                <a:gd name="connsiteX170" fmla="*/ 676564 w 892181"/>
                <a:gd name="connsiteY170" fmla="*/ 240737 h 472497"/>
                <a:gd name="connsiteX171" fmla="*/ 676564 w 892181"/>
                <a:gd name="connsiteY171" fmla="*/ 243714 h 472497"/>
                <a:gd name="connsiteX172" fmla="*/ 673588 w 892181"/>
                <a:gd name="connsiteY172" fmla="*/ 244458 h 472497"/>
                <a:gd name="connsiteX173" fmla="*/ 672844 w 892181"/>
                <a:gd name="connsiteY173" fmla="*/ 247435 h 472497"/>
                <a:gd name="connsiteX174" fmla="*/ 669867 w 892181"/>
                <a:gd name="connsiteY174" fmla="*/ 248923 h 472497"/>
                <a:gd name="connsiteX175" fmla="*/ 669123 w 892181"/>
                <a:gd name="connsiteY175" fmla="*/ 251155 h 472497"/>
                <a:gd name="connsiteX176" fmla="*/ 666146 w 892181"/>
                <a:gd name="connsiteY176" fmla="*/ 251155 h 472497"/>
                <a:gd name="connsiteX177" fmla="*/ 666146 w 892181"/>
                <a:gd name="connsiteY177" fmla="*/ 254876 h 472497"/>
                <a:gd name="connsiteX178" fmla="*/ 663170 w 892181"/>
                <a:gd name="connsiteY178" fmla="*/ 254876 h 472497"/>
                <a:gd name="connsiteX179" fmla="*/ 663170 w 892181"/>
                <a:gd name="connsiteY179" fmla="*/ 257853 h 472497"/>
                <a:gd name="connsiteX180" fmla="*/ 660193 w 892181"/>
                <a:gd name="connsiteY180" fmla="*/ 257853 h 472497"/>
                <a:gd name="connsiteX181" fmla="*/ 658705 w 892181"/>
                <a:gd name="connsiteY181" fmla="*/ 261573 h 472497"/>
                <a:gd name="connsiteX182" fmla="*/ 657217 w 892181"/>
                <a:gd name="connsiteY182" fmla="*/ 261573 h 472497"/>
                <a:gd name="connsiteX183" fmla="*/ 656938 w 892181"/>
                <a:gd name="connsiteY183" fmla="*/ 263015 h 472497"/>
                <a:gd name="connsiteX184" fmla="*/ 656472 w 892181"/>
                <a:gd name="connsiteY184" fmla="*/ 264550 h 472497"/>
                <a:gd name="connsiteX185" fmla="*/ 653496 w 892181"/>
                <a:gd name="connsiteY185" fmla="*/ 265294 h 472497"/>
                <a:gd name="connsiteX186" fmla="*/ 653124 w 892181"/>
                <a:gd name="connsiteY186" fmla="*/ 266829 h 472497"/>
                <a:gd name="connsiteX187" fmla="*/ 652752 w 892181"/>
                <a:gd name="connsiteY187" fmla="*/ 268271 h 472497"/>
                <a:gd name="connsiteX188" fmla="*/ 649775 w 892181"/>
                <a:gd name="connsiteY188" fmla="*/ 268271 h 472497"/>
                <a:gd name="connsiteX189" fmla="*/ 649031 w 892181"/>
                <a:gd name="connsiteY189" fmla="*/ 271247 h 472497"/>
                <a:gd name="connsiteX190" fmla="*/ 646799 w 892181"/>
                <a:gd name="connsiteY190" fmla="*/ 272735 h 472497"/>
                <a:gd name="connsiteX191" fmla="*/ 646055 w 892181"/>
                <a:gd name="connsiteY191" fmla="*/ 274968 h 472497"/>
                <a:gd name="connsiteX192" fmla="*/ 643822 w 892181"/>
                <a:gd name="connsiteY192" fmla="*/ 274968 h 472497"/>
                <a:gd name="connsiteX193" fmla="*/ 643078 w 892181"/>
                <a:gd name="connsiteY193" fmla="*/ 277944 h 472497"/>
                <a:gd name="connsiteX194" fmla="*/ 641590 w 892181"/>
                <a:gd name="connsiteY194" fmla="*/ 278689 h 472497"/>
                <a:gd name="connsiteX195" fmla="*/ 640939 w 892181"/>
                <a:gd name="connsiteY195" fmla="*/ 280130 h 472497"/>
                <a:gd name="connsiteX196" fmla="*/ 638706 w 892181"/>
                <a:gd name="connsiteY196" fmla="*/ 282270 h 472497"/>
                <a:gd name="connsiteX197" fmla="*/ 635683 w 892181"/>
                <a:gd name="connsiteY197" fmla="*/ 285804 h 472497"/>
                <a:gd name="connsiteX198" fmla="*/ 634148 w 892181"/>
                <a:gd name="connsiteY198" fmla="*/ 288362 h 472497"/>
                <a:gd name="connsiteX199" fmla="*/ 630428 w 892181"/>
                <a:gd name="connsiteY199" fmla="*/ 289107 h 472497"/>
                <a:gd name="connsiteX200" fmla="*/ 630428 w 892181"/>
                <a:gd name="connsiteY200" fmla="*/ 292083 h 472497"/>
                <a:gd name="connsiteX201" fmla="*/ 628195 w 892181"/>
                <a:gd name="connsiteY201" fmla="*/ 292827 h 472497"/>
                <a:gd name="connsiteX202" fmla="*/ 627451 w 892181"/>
                <a:gd name="connsiteY202" fmla="*/ 295060 h 472497"/>
                <a:gd name="connsiteX203" fmla="*/ 625219 w 892181"/>
                <a:gd name="connsiteY203" fmla="*/ 295804 h 472497"/>
                <a:gd name="connsiteX204" fmla="*/ 623730 w 892181"/>
                <a:gd name="connsiteY204" fmla="*/ 298780 h 472497"/>
                <a:gd name="connsiteX205" fmla="*/ 622242 w 892181"/>
                <a:gd name="connsiteY205" fmla="*/ 298780 h 472497"/>
                <a:gd name="connsiteX206" fmla="*/ 621637 w 892181"/>
                <a:gd name="connsiteY206" fmla="*/ 300408 h 472497"/>
                <a:gd name="connsiteX207" fmla="*/ 617033 w 892181"/>
                <a:gd name="connsiteY207" fmla="*/ 306222 h 472497"/>
                <a:gd name="connsiteX208" fmla="*/ 613405 w 892181"/>
                <a:gd name="connsiteY208" fmla="*/ 310873 h 472497"/>
                <a:gd name="connsiteX209" fmla="*/ 612434 w 892181"/>
                <a:gd name="connsiteY209" fmla="*/ 312146 h 472497"/>
                <a:gd name="connsiteX210" fmla="*/ 608005 w 892181"/>
                <a:gd name="connsiteY210" fmla="*/ 318015 h 472497"/>
                <a:gd name="connsiteX211" fmla="*/ 606615 w 892181"/>
                <a:gd name="connsiteY211" fmla="*/ 319849 h 472497"/>
                <a:gd name="connsiteX212" fmla="*/ 605406 w 892181"/>
                <a:gd name="connsiteY212" fmla="*/ 321468 h 472497"/>
                <a:gd name="connsiteX213" fmla="*/ 604383 w 892181"/>
                <a:gd name="connsiteY213" fmla="*/ 322593 h 472497"/>
                <a:gd name="connsiteX214" fmla="*/ 602894 w 892181"/>
                <a:gd name="connsiteY214" fmla="*/ 322593 h 472497"/>
                <a:gd name="connsiteX215" fmla="*/ 602150 w 892181"/>
                <a:gd name="connsiteY215" fmla="*/ 325569 h 472497"/>
                <a:gd name="connsiteX216" fmla="*/ 600662 w 892181"/>
                <a:gd name="connsiteY216" fmla="*/ 326314 h 472497"/>
                <a:gd name="connsiteX217" fmla="*/ 599918 w 892181"/>
                <a:gd name="connsiteY217" fmla="*/ 327848 h 472497"/>
                <a:gd name="connsiteX218" fmla="*/ 599174 w 892181"/>
                <a:gd name="connsiteY218" fmla="*/ 329290 h 472497"/>
                <a:gd name="connsiteX219" fmla="*/ 597685 w 892181"/>
                <a:gd name="connsiteY219" fmla="*/ 329290 h 472497"/>
                <a:gd name="connsiteX220" fmla="*/ 595499 w 892181"/>
                <a:gd name="connsiteY220" fmla="*/ 334267 h 472497"/>
                <a:gd name="connsiteX221" fmla="*/ 594709 w 892181"/>
                <a:gd name="connsiteY221" fmla="*/ 335987 h 472497"/>
                <a:gd name="connsiteX222" fmla="*/ 592476 w 892181"/>
                <a:gd name="connsiteY222" fmla="*/ 336732 h 472497"/>
                <a:gd name="connsiteX223" fmla="*/ 590988 w 892181"/>
                <a:gd name="connsiteY223" fmla="*/ 339708 h 472497"/>
                <a:gd name="connsiteX224" fmla="*/ 589500 w 892181"/>
                <a:gd name="connsiteY224" fmla="*/ 339708 h 472497"/>
                <a:gd name="connsiteX225" fmla="*/ 588756 w 892181"/>
                <a:gd name="connsiteY225" fmla="*/ 343429 h 472497"/>
                <a:gd name="connsiteX226" fmla="*/ 587267 w 892181"/>
                <a:gd name="connsiteY226" fmla="*/ 344173 h 472497"/>
                <a:gd name="connsiteX227" fmla="*/ 586895 w 892181"/>
                <a:gd name="connsiteY227" fmla="*/ 346033 h 472497"/>
                <a:gd name="connsiteX228" fmla="*/ 586523 w 892181"/>
                <a:gd name="connsiteY228" fmla="*/ 347894 h 472497"/>
                <a:gd name="connsiteX229" fmla="*/ 585035 w 892181"/>
                <a:gd name="connsiteY229" fmla="*/ 348638 h 472497"/>
                <a:gd name="connsiteX230" fmla="*/ 584291 w 892181"/>
                <a:gd name="connsiteY230" fmla="*/ 350498 h 472497"/>
                <a:gd name="connsiteX231" fmla="*/ 582058 w 892181"/>
                <a:gd name="connsiteY231" fmla="*/ 353103 h 472497"/>
                <a:gd name="connsiteX232" fmla="*/ 580942 w 892181"/>
                <a:gd name="connsiteY232" fmla="*/ 355010 h 472497"/>
                <a:gd name="connsiteX233" fmla="*/ 579826 w 892181"/>
                <a:gd name="connsiteY233" fmla="*/ 356823 h 472497"/>
                <a:gd name="connsiteX234" fmla="*/ 578338 w 892181"/>
                <a:gd name="connsiteY234" fmla="*/ 356823 h 472497"/>
                <a:gd name="connsiteX235" fmla="*/ 578338 w 892181"/>
                <a:gd name="connsiteY235" fmla="*/ 361288 h 472497"/>
                <a:gd name="connsiteX236" fmla="*/ 576849 w 892181"/>
                <a:gd name="connsiteY236" fmla="*/ 361288 h 472497"/>
                <a:gd name="connsiteX237" fmla="*/ 575361 w 892181"/>
                <a:gd name="connsiteY237" fmla="*/ 366497 h 472497"/>
                <a:gd name="connsiteX238" fmla="*/ 573873 w 892181"/>
                <a:gd name="connsiteY238" fmla="*/ 367241 h 472497"/>
                <a:gd name="connsiteX239" fmla="*/ 573547 w 892181"/>
                <a:gd name="connsiteY239" fmla="*/ 369148 h 472497"/>
                <a:gd name="connsiteX240" fmla="*/ 573129 w 892181"/>
                <a:gd name="connsiteY240" fmla="*/ 370962 h 472497"/>
                <a:gd name="connsiteX241" fmla="*/ 570896 w 892181"/>
                <a:gd name="connsiteY241" fmla="*/ 370962 h 472497"/>
                <a:gd name="connsiteX242" fmla="*/ 570664 w 892181"/>
                <a:gd name="connsiteY242" fmla="*/ 373473 h 472497"/>
                <a:gd name="connsiteX243" fmla="*/ 570152 w 892181"/>
                <a:gd name="connsiteY243" fmla="*/ 376171 h 472497"/>
                <a:gd name="connsiteX244" fmla="*/ 567920 w 892181"/>
                <a:gd name="connsiteY244" fmla="*/ 377659 h 472497"/>
                <a:gd name="connsiteX245" fmla="*/ 567920 w 892181"/>
                <a:gd name="connsiteY245" fmla="*/ 379892 h 472497"/>
                <a:gd name="connsiteX246" fmla="*/ 567920 w 892181"/>
                <a:gd name="connsiteY246" fmla="*/ 382124 h 472497"/>
                <a:gd name="connsiteX247" fmla="*/ 565687 w 892181"/>
                <a:gd name="connsiteY247" fmla="*/ 383612 h 472497"/>
                <a:gd name="connsiteX248" fmla="*/ 564943 w 892181"/>
                <a:gd name="connsiteY248" fmla="*/ 388077 h 472497"/>
                <a:gd name="connsiteX249" fmla="*/ 562711 w 892181"/>
                <a:gd name="connsiteY249" fmla="*/ 388077 h 472497"/>
                <a:gd name="connsiteX250" fmla="*/ 562600 w 892181"/>
                <a:gd name="connsiteY250" fmla="*/ 389516 h 472497"/>
                <a:gd name="connsiteX251" fmla="*/ 562432 w 892181"/>
                <a:gd name="connsiteY251" fmla="*/ 391379 h 472497"/>
                <a:gd name="connsiteX252" fmla="*/ 562275 w 892181"/>
                <a:gd name="connsiteY252" fmla="*/ 393237 h 472497"/>
                <a:gd name="connsiteX253" fmla="*/ 561967 w 892181"/>
                <a:gd name="connsiteY253" fmla="*/ 394775 h 472497"/>
                <a:gd name="connsiteX254" fmla="*/ 560478 w 892181"/>
                <a:gd name="connsiteY254" fmla="*/ 395519 h 472497"/>
                <a:gd name="connsiteX255" fmla="*/ 559316 w 892181"/>
                <a:gd name="connsiteY255" fmla="*/ 398867 h 472497"/>
                <a:gd name="connsiteX256" fmla="*/ 557502 w 892181"/>
                <a:gd name="connsiteY256" fmla="*/ 402960 h 472497"/>
                <a:gd name="connsiteX257" fmla="*/ 557083 w 892181"/>
                <a:gd name="connsiteY257" fmla="*/ 405983 h 472497"/>
                <a:gd name="connsiteX258" fmla="*/ 556758 w 892181"/>
                <a:gd name="connsiteY258" fmla="*/ 408913 h 472497"/>
                <a:gd name="connsiteX259" fmla="*/ 554525 w 892181"/>
                <a:gd name="connsiteY259" fmla="*/ 408913 h 472497"/>
                <a:gd name="connsiteX260" fmla="*/ 553781 w 892181"/>
                <a:gd name="connsiteY260" fmla="*/ 417099 h 472497"/>
                <a:gd name="connsiteX261" fmla="*/ 551549 w 892181"/>
                <a:gd name="connsiteY261" fmla="*/ 417099 h 472497"/>
                <a:gd name="connsiteX262" fmla="*/ 551595 w 892181"/>
                <a:gd name="connsiteY262" fmla="*/ 419982 h 472497"/>
                <a:gd name="connsiteX263" fmla="*/ 550805 w 892181"/>
                <a:gd name="connsiteY263" fmla="*/ 424540 h 472497"/>
                <a:gd name="connsiteX264" fmla="*/ 549316 w 892181"/>
                <a:gd name="connsiteY264" fmla="*/ 424540 h 472497"/>
                <a:gd name="connsiteX265" fmla="*/ 548572 w 892181"/>
                <a:gd name="connsiteY265" fmla="*/ 433470 h 472497"/>
                <a:gd name="connsiteX266" fmla="*/ 546340 w 892181"/>
                <a:gd name="connsiteY266" fmla="*/ 433470 h 472497"/>
                <a:gd name="connsiteX267" fmla="*/ 545596 w 892181"/>
                <a:gd name="connsiteY267" fmla="*/ 442400 h 472497"/>
                <a:gd name="connsiteX268" fmla="*/ 544107 w 892181"/>
                <a:gd name="connsiteY268" fmla="*/ 442400 h 472497"/>
                <a:gd name="connsiteX269" fmla="*/ 544023 w 892181"/>
                <a:gd name="connsiteY269" fmla="*/ 443949 h 472497"/>
                <a:gd name="connsiteX270" fmla="*/ 543875 w 892181"/>
                <a:gd name="connsiteY270" fmla="*/ 445981 h 472497"/>
                <a:gd name="connsiteX271" fmla="*/ 543744 w 892181"/>
                <a:gd name="connsiteY271" fmla="*/ 447995 h 472497"/>
                <a:gd name="connsiteX272" fmla="*/ 541131 w 892181"/>
                <a:gd name="connsiteY272" fmla="*/ 452073 h 472497"/>
                <a:gd name="connsiteX273" fmla="*/ 540666 w 892181"/>
                <a:gd name="connsiteY273" fmla="*/ 455515 h 472497"/>
                <a:gd name="connsiteX274" fmla="*/ 539642 w 892181"/>
                <a:gd name="connsiteY274" fmla="*/ 459515 h 472497"/>
                <a:gd name="connsiteX275" fmla="*/ 534198 w 892181"/>
                <a:gd name="connsiteY275" fmla="*/ 459750 h 472497"/>
                <a:gd name="connsiteX276" fmla="*/ 532549 w 892181"/>
                <a:gd name="connsiteY276" fmla="*/ 459797 h 472497"/>
                <a:gd name="connsiteX277" fmla="*/ 527318 w 892181"/>
                <a:gd name="connsiteY277" fmla="*/ 459933 h 472497"/>
                <a:gd name="connsiteX278" fmla="*/ 523779 w 892181"/>
                <a:gd name="connsiteY278" fmla="*/ 460031 h 472497"/>
                <a:gd name="connsiteX279" fmla="*/ 515086 w 892181"/>
                <a:gd name="connsiteY279" fmla="*/ 460259 h 472497"/>
                <a:gd name="connsiteX280" fmla="*/ 515086 w 892181"/>
                <a:gd name="connsiteY280" fmla="*/ 463235 h 472497"/>
                <a:gd name="connsiteX281" fmla="*/ 512843 w 892181"/>
                <a:gd name="connsiteY281" fmla="*/ 463268 h 472497"/>
                <a:gd name="connsiteX282" fmla="*/ 504635 w 892181"/>
                <a:gd name="connsiteY282" fmla="*/ 463431 h 472497"/>
                <a:gd name="connsiteX283" fmla="*/ 501077 w 892181"/>
                <a:gd name="connsiteY283" fmla="*/ 463493 h 472497"/>
                <a:gd name="connsiteX284" fmla="*/ 495974 w 892181"/>
                <a:gd name="connsiteY284" fmla="*/ 463599 h 472497"/>
                <a:gd name="connsiteX285" fmla="*/ 494357 w 892181"/>
                <a:gd name="connsiteY285" fmla="*/ 463613 h 472497"/>
                <a:gd name="connsiteX286" fmla="*/ 490529 w 892181"/>
                <a:gd name="connsiteY286" fmla="*/ 463980 h 472497"/>
                <a:gd name="connsiteX287" fmla="*/ 489785 w 892181"/>
                <a:gd name="connsiteY287" fmla="*/ 466212 h 472497"/>
                <a:gd name="connsiteX288" fmla="*/ 484250 w 892181"/>
                <a:gd name="connsiteY288" fmla="*/ 466724 h 472497"/>
                <a:gd name="connsiteX289" fmla="*/ 482558 w 892181"/>
                <a:gd name="connsiteY289" fmla="*/ 466801 h 472497"/>
                <a:gd name="connsiteX290" fmla="*/ 468124 w 892181"/>
                <a:gd name="connsiteY290" fmla="*/ 466929 h 472497"/>
                <a:gd name="connsiteX291" fmla="*/ 460763 w 892181"/>
                <a:gd name="connsiteY291" fmla="*/ 467700 h 472497"/>
                <a:gd name="connsiteX292" fmla="*/ 460763 w 892181"/>
                <a:gd name="connsiteY292" fmla="*/ 469933 h 472497"/>
                <a:gd name="connsiteX293" fmla="*/ 422068 w 892181"/>
                <a:gd name="connsiteY293" fmla="*/ 470677 h 472497"/>
                <a:gd name="connsiteX294" fmla="*/ 422068 w 892181"/>
                <a:gd name="connsiteY294" fmla="*/ 473653 h 472497"/>
                <a:gd name="connsiteX295" fmla="*/ 372625 w 892181"/>
                <a:gd name="connsiteY295" fmla="*/ 473808 h 472497"/>
                <a:gd name="connsiteX296" fmla="*/ 349669 w 892181"/>
                <a:gd name="connsiteY296" fmla="*/ 473878 h 472497"/>
                <a:gd name="connsiteX297" fmla="*/ 329668 w 892181"/>
                <a:gd name="connsiteY297" fmla="*/ 473933 h 472497"/>
                <a:gd name="connsiteX298" fmla="*/ 319071 w 892181"/>
                <a:gd name="connsiteY298" fmla="*/ 473968 h 472497"/>
                <a:gd name="connsiteX299" fmla="*/ 309109 w 892181"/>
                <a:gd name="connsiteY299" fmla="*/ 473990 h 472497"/>
                <a:gd name="connsiteX300" fmla="*/ 305441 w 892181"/>
                <a:gd name="connsiteY300" fmla="*/ 474008 h 472497"/>
                <a:gd name="connsiteX301" fmla="*/ 300456 w 892181"/>
                <a:gd name="connsiteY301" fmla="*/ 474011 h 472497"/>
                <a:gd name="connsiteX302" fmla="*/ 297631 w 892181"/>
                <a:gd name="connsiteY302" fmla="*/ 474020 h 472497"/>
                <a:gd name="connsiteX303" fmla="*/ 295564 w 892181"/>
                <a:gd name="connsiteY303" fmla="*/ 473653 h 472497"/>
                <a:gd name="connsiteX304" fmla="*/ 294820 w 892181"/>
                <a:gd name="connsiteY304" fmla="*/ 470677 h 472497"/>
                <a:gd name="connsiteX305" fmla="*/ 289864 w 892181"/>
                <a:gd name="connsiteY305" fmla="*/ 470223 h 472497"/>
                <a:gd name="connsiteX306" fmla="*/ 288366 w 892181"/>
                <a:gd name="connsiteY306" fmla="*/ 470186 h 472497"/>
                <a:gd name="connsiteX307" fmla="*/ 283612 w 892181"/>
                <a:gd name="connsiteY307" fmla="*/ 470119 h 472497"/>
                <a:gd name="connsiteX308" fmla="*/ 280395 w 892181"/>
                <a:gd name="connsiteY308" fmla="*/ 470052 h 472497"/>
                <a:gd name="connsiteX309" fmla="*/ 272496 w 892181"/>
                <a:gd name="connsiteY309" fmla="*/ 469933 h 472497"/>
                <a:gd name="connsiteX310" fmla="*/ 272412 w 892181"/>
                <a:gd name="connsiteY310" fmla="*/ 468168 h 472497"/>
                <a:gd name="connsiteX311" fmla="*/ 272263 w 892181"/>
                <a:gd name="connsiteY311" fmla="*/ 465886 h 472497"/>
                <a:gd name="connsiteX312" fmla="*/ 272133 w 892181"/>
                <a:gd name="connsiteY312" fmla="*/ 463610 h 472497"/>
                <a:gd name="connsiteX313" fmla="*/ 271752 w 892181"/>
                <a:gd name="connsiteY313" fmla="*/ 461747 h 472497"/>
                <a:gd name="connsiteX314" fmla="*/ 269519 w 892181"/>
                <a:gd name="connsiteY314" fmla="*/ 461003 h 472497"/>
                <a:gd name="connsiteX315" fmla="*/ 269659 w 892181"/>
                <a:gd name="connsiteY315" fmla="*/ 455381 h 472497"/>
                <a:gd name="connsiteX316" fmla="*/ 267287 w 892181"/>
                <a:gd name="connsiteY316" fmla="*/ 451329 h 472497"/>
                <a:gd name="connsiteX317" fmla="*/ 266775 w 892181"/>
                <a:gd name="connsiteY317" fmla="*/ 447097 h 472497"/>
                <a:gd name="connsiteX318" fmla="*/ 266627 w 892181"/>
                <a:gd name="connsiteY318" fmla="*/ 444856 h 472497"/>
                <a:gd name="connsiteX319" fmla="*/ 266543 w 892181"/>
                <a:gd name="connsiteY319" fmla="*/ 443144 h 472497"/>
                <a:gd name="connsiteX320" fmla="*/ 264310 w 892181"/>
                <a:gd name="connsiteY320" fmla="*/ 443144 h 472497"/>
                <a:gd name="connsiteX321" fmla="*/ 264310 w 892181"/>
                <a:gd name="connsiteY321" fmla="*/ 434958 h 472497"/>
                <a:gd name="connsiteX322" fmla="*/ 261334 w 892181"/>
                <a:gd name="connsiteY322" fmla="*/ 434958 h 472497"/>
                <a:gd name="connsiteX323" fmla="*/ 261334 w 892181"/>
                <a:gd name="connsiteY323" fmla="*/ 427517 h 472497"/>
                <a:gd name="connsiteX324" fmla="*/ 259101 w 892181"/>
                <a:gd name="connsiteY324" fmla="*/ 427517 h 472497"/>
                <a:gd name="connsiteX325" fmla="*/ 257613 w 892181"/>
                <a:gd name="connsiteY325" fmla="*/ 419331 h 472497"/>
                <a:gd name="connsiteX326" fmla="*/ 256125 w 892181"/>
                <a:gd name="connsiteY326" fmla="*/ 419331 h 472497"/>
                <a:gd name="connsiteX327" fmla="*/ 256041 w 892181"/>
                <a:gd name="connsiteY327" fmla="*/ 417729 h 472497"/>
                <a:gd name="connsiteX328" fmla="*/ 255892 w 892181"/>
                <a:gd name="connsiteY328" fmla="*/ 415657 h 472497"/>
                <a:gd name="connsiteX329" fmla="*/ 255761 w 892181"/>
                <a:gd name="connsiteY329" fmla="*/ 413590 h 472497"/>
                <a:gd name="connsiteX330" fmla="*/ 255381 w 892181"/>
                <a:gd name="connsiteY330" fmla="*/ 411890 h 472497"/>
                <a:gd name="connsiteX331" fmla="*/ 253148 w 892181"/>
                <a:gd name="connsiteY331" fmla="*/ 411146 h 472497"/>
                <a:gd name="connsiteX332" fmla="*/ 252730 w 892181"/>
                <a:gd name="connsiteY332" fmla="*/ 408169 h 472497"/>
                <a:gd name="connsiteX333" fmla="*/ 252404 w 892181"/>
                <a:gd name="connsiteY333" fmla="*/ 405192 h 472497"/>
                <a:gd name="connsiteX334" fmla="*/ 250916 w 892181"/>
                <a:gd name="connsiteY334" fmla="*/ 404448 h 472497"/>
                <a:gd name="connsiteX335" fmla="*/ 250172 w 892181"/>
                <a:gd name="connsiteY335" fmla="*/ 398495 h 472497"/>
                <a:gd name="connsiteX336" fmla="*/ 247939 w 892181"/>
                <a:gd name="connsiteY336" fmla="*/ 398495 h 472497"/>
                <a:gd name="connsiteX337" fmla="*/ 247195 w 892181"/>
                <a:gd name="connsiteY337" fmla="*/ 392542 h 472497"/>
                <a:gd name="connsiteX338" fmla="*/ 244963 w 892181"/>
                <a:gd name="connsiteY338" fmla="*/ 392542 h 472497"/>
                <a:gd name="connsiteX339" fmla="*/ 244684 w 892181"/>
                <a:gd name="connsiteY339" fmla="*/ 389984 h 472497"/>
                <a:gd name="connsiteX340" fmla="*/ 244219 w 892181"/>
                <a:gd name="connsiteY340" fmla="*/ 387333 h 472497"/>
                <a:gd name="connsiteX341" fmla="*/ 242730 w 892181"/>
                <a:gd name="connsiteY341" fmla="*/ 386589 h 472497"/>
                <a:gd name="connsiteX342" fmla="*/ 241986 w 892181"/>
                <a:gd name="connsiteY342" fmla="*/ 380636 h 472497"/>
                <a:gd name="connsiteX343" fmla="*/ 239754 w 892181"/>
                <a:gd name="connsiteY343" fmla="*/ 380636 h 472497"/>
                <a:gd name="connsiteX344" fmla="*/ 238265 w 892181"/>
                <a:gd name="connsiteY344" fmla="*/ 376171 h 472497"/>
                <a:gd name="connsiteX345" fmla="*/ 236777 w 892181"/>
                <a:gd name="connsiteY345" fmla="*/ 375427 h 472497"/>
                <a:gd name="connsiteX346" fmla="*/ 236824 w 892181"/>
                <a:gd name="connsiteY346" fmla="*/ 373194 h 472497"/>
                <a:gd name="connsiteX347" fmla="*/ 236777 w 892181"/>
                <a:gd name="connsiteY347" fmla="*/ 370962 h 472497"/>
                <a:gd name="connsiteX348" fmla="*/ 234545 w 892181"/>
                <a:gd name="connsiteY348" fmla="*/ 370218 h 472497"/>
                <a:gd name="connsiteX349" fmla="*/ 233801 w 892181"/>
                <a:gd name="connsiteY349" fmla="*/ 367241 h 472497"/>
                <a:gd name="connsiteX350" fmla="*/ 231568 w 892181"/>
                <a:gd name="connsiteY350" fmla="*/ 365753 h 472497"/>
                <a:gd name="connsiteX351" fmla="*/ 230080 w 892181"/>
                <a:gd name="connsiteY351" fmla="*/ 362032 h 472497"/>
                <a:gd name="connsiteX352" fmla="*/ 228592 w 892181"/>
                <a:gd name="connsiteY352" fmla="*/ 361288 h 472497"/>
                <a:gd name="connsiteX353" fmla="*/ 227847 w 892181"/>
                <a:gd name="connsiteY353" fmla="*/ 357567 h 472497"/>
                <a:gd name="connsiteX354" fmla="*/ 226359 w 892181"/>
                <a:gd name="connsiteY354" fmla="*/ 356823 h 472497"/>
                <a:gd name="connsiteX355" fmla="*/ 226034 w 892181"/>
                <a:gd name="connsiteY355" fmla="*/ 355428 h 472497"/>
                <a:gd name="connsiteX356" fmla="*/ 223383 w 892181"/>
                <a:gd name="connsiteY356" fmla="*/ 351614 h 472497"/>
                <a:gd name="connsiteX357" fmla="*/ 220080 w 892181"/>
                <a:gd name="connsiteY357" fmla="*/ 346405 h 472497"/>
                <a:gd name="connsiteX358" fmla="*/ 217848 w 892181"/>
                <a:gd name="connsiteY358" fmla="*/ 343150 h 472497"/>
                <a:gd name="connsiteX359" fmla="*/ 214453 w 892181"/>
                <a:gd name="connsiteY359" fmla="*/ 336732 h 472497"/>
                <a:gd name="connsiteX360" fmla="*/ 212221 w 892181"/>
                <a:gd name="connsiteY360" fmla="*/ 336732 h 472497"/>
                <a:gd name="connsiteX361" fmla="*/ 211476 w 892181"/>
                <a:gd name="connsiteY361" fmla="*/ 333755 h 472497"/>
                <a:gd name="connsiteX362" fmla="*/ 209988 w 892181"/>
                <a:gd name="connsiteY362" fmla="*/ 333011 h 472497"/>
                <a:gd name="connsiteX363" fmla="*/ 209244 w 892181"/>
                <a:gd name="connsiteY363" fmla="*/ 330778 h 472497"/>
                <a:gd name="connsiteX364" fmla="*/ 207012 w 892181"/>
                <a:gd name="connsiteY364" fmla="*/ 330034 h 472497"/>
                <a:gd name="connsiteX365" fmla="*/ 206267 w 892181"/>
                <a:gd name="connsiteY365" fmla="*/ 327058 h 472497"/>
                <a:gd name="connsiteX366" fmla="*/ 204035 w 892181"/>
                <a:gd name="connsiteY366" fmla="*/ 326314 h 472497"/>
                <a:gd name="connsiteX367" fmla="*/ 203291 w 892181"/>
                <a:gd name="connsiteY367" fmla="*/ 323337 h 472497"/>
                <a:gd name="connsiteX368" fmla="*/ 201803 w 892181"/>
                <a:gd name="connsiteY368" fmla="*/ 322593 h 472497"/>
                <a:gd name="connsiteX369" fmla="*/ 201058 w 892181"/>
                <a:gd name="connsiteY369" fmla="*/ 320360 h 472497"/>
                <a:gd name="connsiteX370" fmla="*/ 198826 w 892181"/>
                <a:gd name="connsiteY370" fmla="*/ 319616 h 472497"/>
                <a:gd name="connsiteX371" fmla="*/ 198500 w 892181"/>
                <a:gd name="connsiteY371" fmla="*/ 318128 h 472497"/>
                <a:gd name="connsiteX372" fmla="*/ 198082 w 892181"/>
                <a:gd name="connsiteY372" fmla="*/ 316640 h 472497"/>
                <a:gd name="connsiteX373" fmla="*/ 195105 w 892181"/>
                <a:gd name="connsiteY373" fmla="*/ 315896 h 472497"/>
                <a:gd name="connsiteX374" fmla="*/ 195105 w 892181"/>
                <a:gd name="connsiteY374" fmla="*/ 313663 h 472497"/>
                <a:gd name="connsiteX375" fmla="*/ 192873 w 892181"/>
                <a:gd name="connsiteY375" fmla="*/ 312919 h 472497"/>
                <a:gd name="connsiteX376" fmla="*/ 192129 w 892181"/>
                <a:gd name="connsiteY376" fmla="*/ 310687 h 472497"/>
                <a:gd name="connsiteX377" fmla="*/ 189896 w 892181"/>
                <a:gd name="connsiteY377" fmla="*/ 309198 h 472497"/>
                <a:gd name="connsiteX378" fmla="*/ 189152 w 892181"/>
                <a:gd name="connsiteY378" fmla="*/ 306966 h 472497"/>
                <a:gd name="connsiteX379" fmla="*/ 187431 w 892181"/>
                <a:gd name="connsiteY379" fmla="*/ 306036 h 472497"/>
                <a:gd name="connsiteX380" fmla="*/ 183850 w 892181"/>
                <a:gd name="connsiteY380" fmla="*/ 302036 h 472497"/>
                <a:gd name="connsiteX381" fmla="*/ 180222 w 892181"/>
                <a:gd name="connsiteY381" fmla="*/ 298780 h 472497"/>
                <a:gd name="connsiteX382" fmla="*/ 179478 w 892181"/>
                <a:gd name="connsiteY382" fmla="*/ 295060 h 472497"/>
                <a:gd name="connsiteX383" fmla="*/ 177246 w 892181"/>
                <a:gd name="connsiteY383" fmla="*/ 294316 h 472497"/>
                <a:gd name="connsiteX384" fmla="*/ 177246 w 892181"/>
                <a:gd name="connsiteY384" fmla="*/ 292083 h 472497"/>
                <a:gd name="connsiteX385" fmla="*/ 174269 w 892181"/>
                <a:gd name="connsiteY385" fmla="*/ 292083 h 472497"/>
                <a:gd name="connsiteX386" fmla="*/ 174269 w 892181"/>
                <a:gd name="connsiteY386" fmla="*/ 289107 h 472497"/>
                <a:gd name="connsiteX387" fmla="*/ 172688 w 892181"/>
                <a:gd name="connsiteY387" fmla="*/ 288921 h 472497"/>
                <a:gd name="connsiteX388" fmla="*/ 167148 w 892181"/>
                <a:gd name="connsiteY388" fmla="*/ 283831 h 472497"/>
                <a:gd name="connsiteX389" fmla="*/ 163851 w 892181"/>
                <a:gd name="connsiteY389" fmla="*/ 280921 h 472497"/>
                <a:gd name="connsiteX390" fmla="*/ 163851 w 892181"/>
                <a:gd name="connsiteY390" fmla="*/ 278689 h 472497"/>
                <a:gd name="connsiteX391" fmla="*/ 160875 w 892181"/>
                <a:gd name="connsiteY391" fmla="*/ 277944 h 472497"/>
                <a:gd name="connsiteX392" fmla="*/ 160131 w 892181"/>
                <a:gd name="connsiteY392" fmla="*/ 275712 h 472497"/>
                <a:gd name="connsiteX393" fmla="*/ 157898 w 892181"/>
                <a:gd name="connsiteY393" fmla="*/ 274968 h 472497"/>
                <a:gd name="connsiteX394" fmla="*/ 157898 w 892181"/>
                <a:gd name="connsiteY394" fmla="*/ 271991 h 472497"/>
                <a:gd name="connsiteX395" fmla="*/ 156317 w 892181"/>
                <a:gd name="connsiteY395" fmla="*/ 271759 h 472497"/>
                <a:gd name="connsiteX396" fmla="*/ 149713 w 892181"/>
                <a:gd name="connsiteY396" fmla="*/ 266038 h 472497"/>
                <a:gd name="connsiteX397" fmla="*/ 149713 w 892181"/>
                <a:gd name="connsiteY397" fmla="*/ 264550 h 472497"/>
                <a:gd name="connsiteX398" fmla="*/ 147480 w 892181"/>
                <a:gd name="connsiteY398" fmla="*/ 263806 h 472497"/>
                <a:gd name="connsiteX399" fmla="*/ 145248 w 892181"/>
                <a:gd name="connsiteY399" fmla="*/ 261248 h 472497"/>
                <a:gd name="connsiteX400" fmla="*/ 140783 w 892181"/>
                <a:gd name="connsiteY400" fmla="*/ 257109 h 472497"/>
                <a:gd name="connsiteX401" fmla="*/ 140783 w 892181"/>
                <a:gd name="connsiteY401" fmla="*/ 254876 h 472497"/>
                <a:gd name="connsiteX402" fmla="*/ 139460 w 892181"/>
                <a:gd name="connsiteY402" fmla="*/ 254551 h 472497"/>
                <a:gd name="connsiteX403" fmla="*/ 135155 w 892181"/>
                <a:gd name="connsiteY403" fmla="*/ 251155 h 472497"/>
                <a:gd name="connsiteX404" fmla="*/ 130365 w 892181"/>
                <a:gd name="connsiteY404" fmla="*/ 247435 h 472497"/>
                <a:gd name="connsiteX405" fmla="*/ 130365 w 892181"/>
                <a:gd name="connsiteY405" fmla="*/ 244458 h 472497"/>
                <a:gd name="connsiteX406" fmla="*/ 128737 w 892181"/>
                <a:gd name="connsiteY406" fmla="*/ 244179 h 472497"/>
                <a:gd name="connsiteX407" fmla="*/ 122924 w 892181"/>
                <a:gd name="connsiteY407" fmla="*/ 239249 h 472497"/>
                <a:gd name="connsiteX408" fmla="*/ 122924 w 892181"/>
                <a:gd name="connsiteY408" fmla="*/ 237761 h 472497"/>
                <a:gd name="connsiteX409" fmla="*/ 121435 w 892181"/>
                <a:gd name="connsiteY409" fmla="*/ 237063 h 472497"/>
                <a:gd name="connsiteX410" fmla="*/ 119947 w 892181"/>
                <a:gd name="connsiteY410" fmla="*/ 236273 h 472497"/>
                <a:gd name="connsiteX411" fmla="*/ 119947 w 892181"/>
                <a:gd name="connsiteY411" fmla="*/ 234040 h 472497"/>
                <a:gd name="connsiteX412" fmla="*/ 116970 w 892181"/>
                <a:gd name="connsiteY412" fmla="*/ 234040 h 472497"/>
                <a:gd name="connsiteX413" fmla="*/ 116970 w 892181"/>
                <a:gd name="connsiteY413" fmla="*/ 231064 h 472497"/>
                <a:gd name="connsiteX414" fmla="*/ 113250 w 892181"/>
                <a:gd name="connsiteY414" fmla="*/ 230319 h 472497"/>
                <a:gd name="connsiteX415" fmla="*/ 113250 w 892181"/>
                <a:gd name="connsiteY415" fmla="*/ 228087 h 472497"/>
                <a:gd name="connsiteX416" fmla="*/ 111436 w 892181"/>
                <a:gd name="connsiteY416" fmla="*/ 227389 h 472497"/>
                <a:gd name="connsiteX417" fmla="*/ 109529 w 892181"/>
                <a:gd name="connsiteY417" fmla="*/ 226599 h 472497"/>
                <a:gd name="connsiteX418" fmla="*/ 108785 w 892181"/>
                <a:gd name="connsiteY418" fmla="*/ 223622 h 472497"/>
                <a:gd name="connsiteX419" fmla="*/ 105808 w 892181"/>
                <a:gd name="connsiteY419" fmla="*/ 223622 h 472497"/>
                <a:gd name="connsiteX420" fmla="*/ 105808 w 892181"/>
                <a:gd name="connsiteY420" fmla="*/ 220646 h 472497"/>
                <a:gd name="connsiteX421" fmla="*/ 102832 w 892181"/>
                <a:gd name="connsiteY421" fmla="*/ 220646 h 472497"/>
                <a:gd name="connsiteX422" fmla="*/ 102832 w 892181"/>
                <a:gd name="connsiteY422" fmla="*/ 217669 h 472497"/>
                <a:gd name="connsiteX423" fmla="*/ 99111 w 892181"/>
                <a:gd name="connsiteY423" fmla="*/ 216925 h 472497"/>
                <a:gd name="connsiteX424" fmla="*/ 97623 w 892181"/>
                <a:gd name="connsiteY424" fmla="*/ 213948 h 472497"/>
                <a:gd name="connsiteX425" fmla="*/ 95390 w 892181"/>
                <a:gd name="connsiteY425" fmla="*/ 212460 h 472497"/>
                <a:gd name="connsiteX426" fmla="*/ 95390 w 892181"/>
                <a:gd name="connsiteY426" fmla="*/ 210228 h 472497"/>
                <a:gd name="connsiteX427" fmla="*/ 92414 w 892181"/>
                <a:gd name="connsiteY427" fmla="*/ 210228 h 472497"/>
                <a:gd name="connsiteX428" fmla="*/ 92414 w 892181"/>
                <a:gd name="connsiteY428" fmla="*/ 207251 h 472497"/>
                <a:gd name="connsiteX429" fmla="*/ 88693 w 892181"/>
                <a:gd name="connsiteY429" fmla="*/ 206507 h 472497"/>
                <a:gd name="connsiteX430" fmla="*/ 88693 w 892181"/>
                <a:gd name="connsiteY430" fmla="*/ 204275 h 472497"/>
                <a:gd name="connsiteX431" fmla="*/ 86879 w 892181"/>
                <a:gd name="connsiteY431" fmla="*/ 203577 h 472497"/>
                <a:gd name="connsiteX432" fmla="*/ 84972 w 892181"/>
                <a:gd name="connsiteY432" fmla="*/ 202786 h 472497"/>
                <a:gd name="connsiteX433" fmla="*/ 84228 w 892181"/>
                <a:gd name="connsiteY433" fmla="*/ 199810 h 472497"/>
                <a:gd name="connsiteX434" fmla="*/ 81252 w 892181"/>
                <a:gd name="connsiteY434" fmla="*/ 199810 h 472497"/>
                <a:gd name="connsiteX435" fmla="*/ 81252 w 892181"/>
                <a:gd name="connsiteY435" fmla="*/ 196833 h 472497"/>
                <a:gd name="connsiteX436" fmla="*/ 77531 w 892181"/>
                <a:gd name="connsiteY436" fmla="*/ 196089 h 472497"/>
                <a:gd name="connsiteX437" fmla="*/ 77531 w 892181"/>
                <a:gd name="connsiteY437" fmla="*/ 193857 h 472497"/>
                <a:gd name="connsiteX438" fmla="*/ 74554 w 892181"/>
                <a:gd name="connsiteY438" fmla="*/ 192368 h 472497"/>
                <a:gd name="connsiteX439" fmla="*/ 73066 w 892181"/>
                <a:gd name="connsiteY439" fmla="*/ 190136 h 472497"/>
                <a:gd name="connsiteX440" fmla="*/ 70834 w 892181"/>
                <a:gd name="connsiteY440" fmla="*/ 189392 h 472497"/>
                <a:gd name="connsiteX441" fmla="*/ 70834 w 892181"/>
                <a:gd name="connsiteY441" fmla="*/ 186415 h 472497"/>
                <a:gd name="connsiteX442" fmla="*/ 67857 w 892181"/>
                <a:gd name="connsiteY442" fmla="*/ 185671 h 472497"/>
                <a:gd name="connsiteX443" fmla="*/ 67113 w 892181"/>
                <a:gd name="connsiteY443" fmla="*/ 183439 h 472497"/>
                <a:gd name="connsiteX444" fmla="*/ 65253 w 892181"/>
                <a:gd name="connsiteY444" fmla="*/ 183067 h 472497"/>
                <a:gd name="connsiteX445" fmla="*/ 63392 w 892181"/>
                <a:gd name="connsiteY445" fmla="*/ 182694 h 472497"/>
                <a:gd name="connsiteX446" fmla="*/ 62648 w 892181"/>
                <a:gd name="connsiteY446" fmla="*/ 180462 h 472497"/>
                <a:gd name="connsiteX447" fmla="*/ 61113 w 892181"/>
                <a:gd name="connsiteY447" fmla="*/ 178927 h 472497"/>
                <a:gd name="connsiteX448" fmla="*/ 59672 w 892181"/>
                <a:gd name="connsiteY448" fmla="*/ 175997 h 472497"/>
                <a:gd name="connsiteX449" fmla="*/ 56695 w 892181"/>
                <a:gd name="connsiteY449" fmla="*/ 175997 h 472497"/>
                <a:gd name="connsiteX450" fmla="*/ 56695 w 892181"/>
                <a:gd name="connsiteY450" fmla="*/ 173021 h 472497"/>
                <a:gd name="connsiteX451" fmla="*/ 52974 w 892181"/>
                <a:gd name="connsiteY451" fmla="*/ 172276 h 472497"/>
                <a:gd name="connsiteX452" fmla="*/ 52230 w 892181"/>
                <a:gd name="connsiteY452" fmla="*/ 170044 h 472497"/>
                <a:gd name="connsiteX453" fmla="*/ 50742 w 892181"/>
                <a:gd name="connsiteY453" fmla="*/ 169300 h 472497"/>
                <a:gd name="connsiteX454" fmla="*/ 48510 w 892181"/>
                <a:gd name="connsiteY454" fmla="*/ 166323 h 472497"/>
                <a:gd name="connsiteX455" fmla="*/ 46277 w 892181"/>
                <a:gd name="connsiteY455" fmla="*/ 165579 h 472497"/>
                <a:gd name="connsiteX456" fmla="*/ 45952 w 892181"/>
                <a:gd name="connsiteY456" fmla="*/ 164044 h 472497"/>
                <a:gd name="connsiteX457" fmla="*/ 45533 w 892181"/>
                <a:gd name="connsiteY457" fmla="*/ 162603 h 472497"/>
                <a:gd name="connsiteX458" fmla="*/ 42556 w 892181"/>
                <a:gd name="connsiteY458" fmla="*/ 162603 h 472497"/>
                <a:gd name="connsiteX459" fmla="*/ 42231 w 892181"/>
                <a:gd name="connsiteY459" fmla="*/ 161207 h 472497"/>
                <a:gd name="connsiteX460" fmla="*/ 41812 w 892181"/>
                <a:gd name="connsiteY460" fmla="*/ 159626 h 472497"/>
                <a:gd name="connsiteX461" fmla="*/ 38092 w 892181"/>
                <a:gd name="connsiteY461" fmla="*/ 158138 h 472497"/>
                <a:gd name="connsiteX462" fmla="*/ 37347 w 892181"/>
                <a:gd name="connsiteY462" fmla="*/ 155905 h 472497"/>
                <a:gd name="connsiteX463" fmla="*/ 35115 w 892181"/>
                <a:gd name="connsiteY463" fmla="*/ 154417 h 472497"/>
                <a:gd name="connsiteX464" fmla="*/ 35115 w 892181"/>
                <a:gd name="connsiteY464" fmla="*/ 152185 h 472497"/>
                <a:gd name="connsiteX465" fmla="*/ 31394 w 892181"/>
                <a:gd name="connsiteY465" fmla="*/ 152185 h 472497"/>
                <a:gd name="connsiteX466" fmla="*/ 31394 w 892181"/>
                <a:gd name="connsiteY466" fmla="*/ 149952 h 472497"/>
                <a:gd name="connsiteX467" fmla="*/ 29627 w 892181"/>
                <a:gd name="connsiteY467" fmla="*/ 149255 h 472497"/>
                <a:gd name="connsiteX468" fmla="*/ 26790 w 892181"/>
                <a:gd name="connsiteY468" fmla="*/ 146929 h 472497"/>
                <a:gd name="connsiteX469" fmla="*/ 26185 w 892181"/>
                <a:gd name="connsiteY469" fmla="*/ 145487 h 472497"/>
                <a:gd name="connsiteX470" fmla="*/ 24697 w 892181"/>
                <a:gd name="connsiteY470" fmla="*/ 144743 h 472497"/>
                <a:gd name="connsiteX471" fmla="*/ 23953 w 892181"/>
                <a:gd name="connsiteY471" fmla="*/ 142511 h 472497"/>
                <a:gd name="connsiteX472" fmla="*/ 21720 w 892181"/>
                <a:gd name="connsiteY472" fmla="*/ 141767 h 472497"/>
                <a:gd name="connsiteX473" fmla="*/ 21395 w 892181"/>
                <a:gd name="connsiteY473" fmla="*/ 140232 h 472497"/>
                <a:gd name="connsiteX474" fmla="*/ 20976 w 892181"/>
                <a:gd name="connsiteY474" fmla="*/ 138790 h 472497"/>
                <a:gd name="connsiteX475" fmla="*/ 18000 w 892181"/>
                <a:gd name="connsiteY475" fmla="*/ 138790 h 472497"/>
                <a:gd name="connsiteX476" fmla="*/ 16512 w 892181"/>
                <a:gd name="connsiteY476" fmla="*/ 135814 h 472497"/>
                <a:gd name="connsiteX477" fmla="*/ 13535 w 892181"/>
                <a:gd name="connsiteY477" fmla="*/ 134325 h 472497"/>
                <a:gd name="connsiteX478" fmla="*/ 12791 w 892181"/>
                <a:gd name="connsiteY478" fmla="*/ 132093 h 472497"/>
                <a:gd name="connsiteX479" fmla="*/ 10558 w 892181"/>
                <a:gd name="connsiteY479" fmla="*/ 131349 h 472497"/>
                <a:gd name="connsiteX480" fmla="*/ 9814 w 892181"/>
                <a:gd name="connsiteY480" fmla="*/ 129116 h 472497"/>
                <a:gd name="connsiteX481" fmla="*/ 8326 w 892181"/>
                <a:gd name="connsiteY481" fmla="*/ 128744 h 472497"/>
                <a:gd name="connsiteX482" fmla="*/ 6838 w 892181"/>
                <a:gd name="connsiteY482" fmla="*/ 128372 h 472497"/>
                <a:gd name="connsiteX483" fmla="*/ 6094 w 892181"/>
                <a:gd name="connsiteY483" fmla="*/ 126140 h 472497"/>
                <a:gd name="connsiteX484" fmla="*/ 3815 w 892181"/>
                <a:gd name="connsiteY484" fmla="*/ 125163 h 472497"/>
                <a:gd name="connsiteX485" fmla="*/ 1629 w 892181"/>
                <a:gd name="connsiteY485" fmla="*/ 123907 h 472497"/>
                <a:gd name="connsiteX486" fmla="*/ 1629 w 892181"/>
                <a:gd name="connsiteY486" fmla="*/ 119443 h 472497"/>
                <a:gd name="connsiteX487" fmla="*/ 6838 w 892181"/>
                <a:gd name="connsiteY487" fmla="*/ 117210 h 472497"/>
                <a:gd name="connsiteX488" fmla="*/ 6838 w 892181"/>
                <a:gd name="connsiteY488" fmla="*/ 114978 h 472497"/>
                <a:gd name="connsiteX489" fmla="*/ 17256 w 892181"/>
                <a:gd name="connsiteY489" fmla="*/ 114234 h 472497"/>
                <a:gd name="connsiteX490" fmla="*/ 17256 w 892181"/>
                <a:gd name="connsiteY490" fmla="*/ 111257 h 472497"/>
                <a:gd name="connsiteX491" fmla="*/ 19346 w 892181"/>
                <a:gd name="connsiteY491" fmla="*/ 111173 h 472497"/>
                <a:gd name="connsiteX492" fmla="*/ 22046 w 892181"/>
                <a:gd name="connsiteY492" fmla="*/ 111024 h 472497"/>
                <a:gd name="connsiteX493" fmla="*/ 24741 w 892181"/>
                <a:gd name="connsiteY493" fmla="*/ 110894 h 472497"/>
                <a:gd name="connsiteX494" fmla="*/ 26929 w 892181"/>
                <a:gd name="connsiteY494" fmla="*/ 110513 h 472497"/>
                <a:gd name="connsiteX495" fmla="*/ 27674 w 892181"/>
                <a:gd name="connsiteY495" fmla="*/ 108280 h 472497"/>
                <a:gd name="connsiteX496" fmla="*/ 32883 w 892181"/>
                <a:gd name="connsiteY496" fmla="*/ 107536 h 472497"/>
                <a:gd name="connsiteX497" fmla="*/ 37347 w 892181"/>
                <a:gd name="connsiteY497" fmla="*/ 106792 h 472497"/>
                <a:gd name="connsiteX498" fmla="*/ 38092 w 892181"/>
                <a:gd name="connsiteY498" fmla="*/ 104560 h 472497"/>
                <a:gd name="connsiteX499" fmla="*/ 45603 w 892181"/>
                <a:gd name="connsiteY499" fmla="*/ 104191 h 472497"/>
                <a:gd name="connsiteX500" fmla="*/ 47765 w 892181"/>
                <a:gd name="connsiteY500" fmla="*/ 103816 h 472497"/>
                <a:gd name="connsiteX501" fmla="*/ 48114 w 892181"/>
                <a:gd name="connsiteY501" fmla="*/ 102327 h 472497"/>
                <a:gd name="connsiteX502" fmla="*/ 48510 w 892181"/>
                <a:gd name="connsiteY502" fmla="*/ 100839 h 472497"/>
                <a:gd name="connsiteX503" fmla="*/ 53719 w 892181"/>
                <a:gd name="connsiteY503" fmla="*/ 100420 h 472497"/>
                <a:gd name="connsiteX504" fmla="*/ 58928 w 892181"/>
                <a:gd name="connsiteY504" fmla="*/ 100095 h 472497"/>
                <a:gd name="connsiteX505" fmla="*/ 59672 w 892181"/>
                <a:gd name="connsiteY505" fmla="*/ 97862 h 472497"/>
                <a:gd name="connsiteX506" fmla="*/ 65299 w 892181"/>
                <a:gd name="connsiteY506" fmla="*/ 97351 h 472497"/>
                <a:gd name="connsiteX507" fmla="*/ 66902 w 892181"/>
                <a:gd name="connsiteY507" fmla="*/ 97274 h 472497"/>
                <a:gd name="connsiteX508" fmla="*/ 70834 w 892181"/>
                <a:gd name="connsiteY508" fmla="*/ 97118 h 472497"/>
                <a:gd name="connsiteX509" fmla="*/ 70834 w 892181"/>
                <a:gd name="connsiteY509" fmla="*/ 94142 h 472497"/>
                <a:gd name="connsiteX510" fmla="*/ 73249 w 892181"/>
                <a:gd name="connsiteY510" fmla="*/ 94057 h 472497"/>
                <a:gd name="connsiteX511" fmla="*/ 76368 w 892181"/>
                <a:gd name="connsiteY511" fmla="*/ 93909 h 472497"/>
                <a:gd name="connsiteX512" fmla="*/ 77963 w 892181"/>
                <a:gd name="connsiteY512" fmla="*/ 93858 h 472497"/>
                <a:gd name="connsiteX513" fmla="*/ 81996 w 892181"/>
                <a:gd name="connsiteY513" fmla="*/ 93398 h 472497"/>
                <a:gd name="connsiteX514" fmla="*/ 82740 w 892181"/>
                <a:gd name="connsiteY514" fmla="*/ 91165 h 472497"/>
                <a:gd name="connsiteX515" fmla="*/ 87112 w 892181"/>
                <a:gd name="connsiteY515" fmla="*/ 90700 h 472497"/>
                <a:gd name="connsiteX516" fmla="*/ 93902 w 892181"/>
                <a:gd name="connsiteY516" fmla="*/ 89677 h 472497"/>
                <a:gd name="connsiteX517" fmla="*/ 94646 w 892181"/>
                <a:gd name="connsiteY517" fmla="*/ 87444 h 472497"/>
                <a:gd name="connsiteX518" fmla="*/ 102291 w 892181"/>
                <a:gd name="connsiteY518" fmla="*/ 87117 h 472497"/>
                <a:gd name="connsiteX519" fmla="*/ 106553 w 892181"/>
                <a:gd name="connsiteY519" fmla="*/ 86700 h 472497"/>
                <a:gd name="connsiteX520" fmla="*/ 107297 w 892181"/>
                <a:gd name="connsiteY520" fmla="*/ 83724 h 472497"/>
                <a:gd name="connsiteX521" fmla="*/ 112878 w 892181"/>
                <a:gd name="connsiteY521" fmla="*/ 83305 h 472497"/>
                <a:gd name="connsiteX522" fmla="*/ 118459 w 892181"/>
                <a:gd name="connsiteY522" fmla="*/ 82980 h 472497"/>
                <a:gd name="connsiteX523" fmla="*/ 119203 w 892181"/>
                <a:gd name="connsiteY523" fmla="*/ 80747 h 472497"/>
                <a:gd name="connsiteX524" fmla="*/ 122206 w 892181"/>
                <a:gd name="connsiteY524" fmla="*/ 80366 h 472497"/>
                <a:gd name="connsiteX525" fmla="*/ 124030 w 892181"/>
                <a:gd name="connsiteY525" fmla="*/ 80286 h 472497"/>
                <a:gd name="connsiteX526" fmla="*/ 125947 w 892181"/>
                <a:gd name="connsiteY526" fmla="*/ 80236 h 472497"/>
                <a:gd name="connsiteX527" fmla="*/ 127872 w 892181"/>
                <a:gd name="connsiteY527" fmla="*/ 80159 h 472497"/>
                <a:gd name="connsiteX528" fmla="*/ 132597 w 892181"/>
                <a:gd name="connsiteY528" fmla="*/ 80003 h 472497"/>
                <a:gd name="connsiteX529" fmla="*/ 132597 w 892181"/>
                <a:gd name="connsiteY529" fmla="*/ 77027 h 472497"/>
                <a:gd name="connsiteX530" fmla="*/ 135339 w 892181"/>
                <a:gd name="connsiteY530" fmla="*/ 77131 h 472497"/>
                <a:gd name="connsiteX531" fmla="*/ 138876 w 892181"/>
                <a:gd name="connsiteY531" fmla="*/ 77213 h 472497"/>
                <a:gd name="connsiteX532" fmla="*/ 140686 w 892181"/>
                <a:gd name="connsiteY532" fmla="*/ 77288 h 472497"/>
                <a:gd name="connsiteX533" fmla="*/ 145248 w 892181"/>
                <a:gd name="connsiteY533" fmla="*/ 77027 h 472497"/>
                <a:gd name="connsiteX534" fmla="*/ 145992 w 892181"/>
                <a:gd name="connsiteY534" fmla="*/ 74050 h 472497"/>
                <a:gd name="connsiteX535" fmla="*/ 153571 w 892181"/>
                <a:gd name="connsiteY535" fmla="*/ 73687 h 472497"/>
                <a:gd name="connsiteX536" fmla="*/ 157898 w 892181"/>
                <a:gd name="connsiteY536" fmla="*/ 73306 h 472497"/>
                <a:gd name="connsiteX537" fmla="*/ 158610 w 892181"/>
                <a:gd name="connsiteY537" fmla="*/ 71824 h 472497"/>
                <a:gd name="connsiteX538" fmla="*/ 159387 w 892181"/>
                <a:gd name="connsiteY538" fmla="*/ 70329 h 472497"/>
                <a:gd name="connsiteX539" fmla="*/ 162625 w 892181"/>
                <a:gd name="connsiteY539" fmla="*/ 69876 h 472497"/>
                <a:gd name="connsiteX540" fmla="*/ 164543 w 892181"/>
                <a:gd name="connsiteY540" fmla="*/ 69803 h 472497"/>
                <a:gd name="connsiteX541" fmla="*/ 166549 w 892181"/>
                <a:gd name="connsiteY541" fmla="*/ 69771 h 472497"/>
                <a:gd name="connsiteX542" fmla="*/ 168572 w 892181"/>
                <a:gd name="connsiteY542" fmla="*/ 69704 h 472497"/>
                <a:gd name="connsiteX543" fmla="*/ 173525 w 892181"/>
                <a:gd name="connsiteY543" fmla="*/ 69585 h 472497"/>
                <a:gd name="connsiteX544" fmla="*/ 173525 w 892181"/>
                <a:gd name="connsiteY544" fmla="*/ 66609 h 472497"/>
                <a:gd name="connsiteX545" fmla="*/ 174880 w 892181"/>
                <a:gd name="connsiteY545" fmla="*/ 66576 h 472497"/>
                <a:gd name="connsiteX546" fmla="*/ 180920 w 892181"/>
                <a:gd name="connsiteY546" fmla="*/ 66376 h 472497"/>
                <a:gd name="connsiteX547" fmla="*/ 183052 w 892181"/>
                <a:gd name="connsiteY547" fmla="*/ 66325 h 472497"/>
                <a:gd name="connsiteX548" fmla="*/ 185080 w 892181"/>
                <a:gd name="connsiteY548" fmla="*/ 66245 h 472497"/>
                <a:gd name="connsiteX549" fmla="*/ 186957 w 892181"/>
                <a:gd name="connsiteY549" fmla="*/ 66186 h 472497"/>
                <a:gd name="connsiteX550" fmla="*/ 188408 w 892181"/>
                <a:gd name="connsiteY550" fmla="*/ 65864 h 472497"/>
                <a:gd name="connsiteX551" fmla="*/ 189152 w 892181"/>
                <a:gd name="connsiteY551" fmla="*/ 63632 h 472497"/>
                <a:gd name="connsiteX552" fmla="*/ 195431 w 892181"/>
                <a:gd name="connsiteY552" fmla="*/ 63167 h 472497"/>
                <a:gd name="connsiteX553" fmla="*/ 203291 w 892181"/>
                <a:gd name="connsiteY553" fmla="*/ 62144 h 472497"/>
                <a:gd name="connsiteX554" fmla="*/ 203291 w 892181"/>
                <a:gd name="connsiteY554" fmla="*/ 59911 h 472497"/>
                <a:gd name="connsiteX555" fmla="*/ 204714 w 892181"/>
                <a:gd name="connsiteY555" fmla="*/ 59878 h 472497"/>
                <a:gd name="connsiteX556" fmla="*/ 211058 w 892181"/>
                <a:gd name="connsiteY556" fmla="*/ 59679 h 472497"/>
                <a:gd name="connsiteX557" fmla="*/ 213297 w 892181"/>
                <a:gd name="connsiteY557" fmla="*/ 59628 h 472497"/>
                <a:gd name="connsiteX558" fmla="*/ 215427 w 892181"/>
                <a:gd name="connsiteY558" fmla="*/ 59548 h 472497"/>
                <a:gd name="connsiteX559" fmla="*/ 217399 w 892181"/>
                <a:gd name="connsiteY559" fmla="*/ 59489 h 472497"/>
                <a:gd name="connsiteX560" fmla="*/ 218918 w 892181"/>
                <a:gd name="connsiteY560" fmla="*/ 59167 h 472497"/>
                <a:gd name="connsiteX561" fmla="*/ 219662 w 892181"/>
                <a:gd name="connsiteY561" fmla="*/ 56935 h 472497"/>
                <a:gd name="connsiteX562" fmla="*/ 222964 w 892181"/>
                <a:gd name="connsiteY562" fmla="*/ 56659 h 472497"/>
                <a:gd name="connsiteX563" fmla="*/ 224981 w 892181"/>
                <a:gd name="connsiteY563" fmla="*/ 56619 h 472497"/>
                <a:gd name="connsiteX564" fmla="*/ 229225 w 892181"/>
                <a:gd name="connsiteY564" fmla="*/ 56608 h 472497"/>
                <a:gd name="connsiteX565" fmla="*/ 231243 w 892181"/>
                <a:gd name="connsiteY565" fmla="*/ 56566 h 472497"/>
                <a:gd name="connsiteX566" fmla="*/ 233106 w 892181"/>
                <a:gd name="connsiteY566" fmla="*/ 56561 h 472497"/>
                <a:gd name="connsiteX567" fmla="*/ 234545 w 892181"/>
                <a:gd name="connsiteY567" fmla="*/ 56191 h 472497"/>
                <a:gd name="connsiteX568" fmla="*/ 234900 w 892181"/>
                <a:gd name="connsiteY568" fmla="*/ 54701 h 472497"/>
                <a:gd name="connsiteX569" fmla="*/ 235289 w 892181"/>
                <a:gd name="connsiteY569" fmla="*/ 53214 h 472497"/>
                <a:gd name="connsiteX570" fmla="*/ 238864 w 892181"/>
                <a:gd name="connsiteY570" fmla="*/ 52865 h 472497"/>
                <a:gd name="connsiteX571" fmla="*/ 241065 w 892181"/>
                <a:gd name="connsiteY571" fmla="*/ 52833 h 472497"/>
                <a:gd name="connsiteX572" fmla="*/ 245681 w 892181"/>
                <a:gd name="connsiteY572" fmla="*/ 52851 h 472497"/>
                <a:gd name="connsiteX573" fmla="*/ 247887 w 892181"/>
                <a:gd name="connsiteY573" fmla="*/ 52819 h 472497"/>
                <a:gd name="connsiteX574" fmla="*/ 249916 w 892181"/>
                <a:gd name="connsiteY574" fmla="*/ 52829 h 472497"/>
                <a:gd name="connsiteX575" fmla="*/ 253892 w 892181"/>
                <a:gd name="connsiteY575" fmla="*/ 49493 h 472497"/>
                <a:gd name="connsiteX576" fmla="*/ 257476 w 892181"/>
                <a:gd name="connsiteY576" fmla="*/ 49307 h 472497"/>
                <a:gd name="connsiteX577" fmla="*/ 259571 w 892181"/>
                <a:gd name="connsiteY577" fmla="*/ 49377 h 472497"/>
                <a:gd name="connsiteX578" fmla="*/ 261752 w 892181"/>
                <a:gd name="connsiteY578" fmla="*/ 49493 h 472497"/>
                <a:gd name="connsiteX579" fmla="*/ 266034 w 892181"/>
                <a:gd name="connsiteY579" fmla="*/ 49679 h 472497"/>
                <a:gd name="connsiteX580" fmla="*/ 267951 w 892181"/>
                <a:gd name="connsiteY580" fmla="*/ 49784 h 472497"/>
                <a:gd name="connsiteX581" fmla="*/ 269519 w 892181"/>
                <a:gd name="connsiteY581" fmla="*/ 49493 h 472497"/>
                <a:gd name="connsiteX582" fmla="*/ 270218 w 892181"/>
                <a:gd name="connsiteY582" fmla="*/ 48022 h 472497"/>
                <a:gd name="connsiteX583" fmla="*/ 271008 w 892181"/>
                <a:gd name="connsiteY583" fmla="*/ 46517 h 472497"/>
                <a:gd name="connsiteX584" fmla="*/ 275222 w 892181"/>
                <a:gd name="connsiteY584" fmla="*/ 46063 h 472497"/>
                <a:gd name="connsiteX585" fmla="*/ 277751 w 892181"/>
                <a:gd name="connsiteY585" fmla="*/ 45991 h 472497"/>
                <a:gd name="connsiteX586" fmla="*/ 280402 w 892181"/>
                <a:gd name="connsiteY586" fmla="*/ 45959 h 472497"/>
                <a:gd name="connsiteX587" fmla="*/ 283071 w 892181"/>
                <a:gd name="connsiteY587" fmla="*/ 45892 h 472497"/>
                <a:gd name="connsiteX588" fmla="*/ 289611 w 892181"/>
                <a:gd name="connsiteY588" fmla="*/ 45773 h 472497"/>
                <a:gd name="connsiteX589" fmla="*/ 289611 w 892181"/>
                <a:gd name="connsiteY589" fmla="*/ 42796 h 472497"/>
                <a:gd name="connsiteX590" fmla="*/ 291307 w 892181"/>
                <a:gd name="connsiteY590" fmla="*/ 42763 h 472497"/>
                <a:gd name="connsiteX591" fmla="*/ 298866 w 892181"/>
                <a:gd name="connsiteY591" fmla="*/ 42563 h 472497"/>
                <a:gd name="connsiteX592" fmla="*/ 301536 w 892181"/>
                <a:gd name="connsiteY592" fmla="*/ 42513 h 472497"/>
                <a:gd name="connsiteX593" fmla="*/ 304072 w 892181"/>
                <a:gd name="connsiteY593" fmla="*/ 42433 h 472497"/>
                <a:gd name="connsiteX594" fmla="*/ 306422 w 892181"/>
                <a:gd name="connsiteY594" fmla="*/ 42374 h 472497"/>
                <a:gd name="connsiteX595" fmla="*/ 308215 w 892181"/>
                <a:gd name="connsiteY595" fmla="*/ 42052 h 472497"/>
                <a:gd name="connsiteX596" fmla="*/ 308959 w 892181"/>
                <a:gd name="connsiteY596" fmla="*/ 39819 h 472497"/>
                <a:gd name="connsiteX597" fmla="*/ 313075 w 892181"/>
                <a:gd name="connsiteY597" fmla="*/ 39543 h 472497"/>
                <a:gd name="connsiteX598" fmla="*/ 315601 w 892181"/>
                <a:gd name="connsiteY598" fmla="*/ 39504 h 472497"/>
                <a:gd name="connsiteX599" fmla="*/ 320920 w 892181"/>
                <a:gd name="connsiteY599" fmla="*/ 39492 h 472497"/>
                <a:gd name="connsiteX600" fmla="*/ 323446 w 892181"/>
                <a:gd name="connsiteY600" fmla="*/ 39450 h 472497"/>
                <a:gd name="connsiteX601" fmla="*/ 325782 w 892181"/>
                <a:gd name="connsiteY601" fmla="*/ 39446 h 472497"/>
                <a:gd name="connsiteX602" fmla="*/ 327562 w 892181"/>
                <a:gd name="connsiteY602" fmla="*/ 39075 h 472497"/>
                <a:gd name="connsiteX603" fmla="*/ 327894 w 892181"/>
                <a:gd name="connsiteY603" fmla="*/ 37574 h 472497"/>
                <a:gd name="connsiteX604" fmla="*/ 328306 w 892181"/>
                <a:gd name="connsiteY604" fmla="*/ 36099 h 472497"/>
                <a:gd name="connsiteX605" fmla="*/ 333074 w 892181"/>
                <a:gd name="connsiteY605" fmla="*/ 35939 h 472497"/>
                <a:gd name="connsiteX606" fmla="*/ 336007 w 892181"/>
                <a:gd name="connsiteY606" fmla="*/ 36019 h 472497"/>
                <a:gd name="connsiteX607" fmla="*/ 340651 w 892181"/>
                <a:gd name="connsiteY607" fmla="*/ 36216 h 472497"/>
                <a:gd name="connsiteX608" fmla="*/ 345119 w 892181"/>
                <a:gd name="connsiteY608" fmla="*/ 36357 h 472497"/>
                <a:gd name="connsiteX609" fmla="*/ 347833 w 892181"/>
                <a:gd name="connsiteY609" fmla="*/ 36474 h 472497"/>
                <a:gd name="connsiteX610" fmla="*/ 349887 w 892181"/>
                <a:gd name="connsiteY610" fmla="*/ 36099 h 472497"/>
                <a:gd name="connsiteX611" fmla="*/ 350257 w 892181"/>
                <a:gd name="connsiteY611" fmla="*/ 34245 h 472497"/>
                <a:gd name="connsiteX612" fmla="*/ 350631 w 892181"/>
                <a:gd name="connsiteY612" fmla="*/ 32378 h 472497"/>
                <a:gd name="connsiteX613" fmla="*/ 355424 w 892181"/>
                <a:gd name="connsiteY613" fmla="*/ 32015 h 472497"/>
                <a:gd name="connsiteX614" fmla="*/ 358367 w 892181"/>
                <a:gd name="connsiteY614" fmla="*/ 32051 h 472497"/>
                <a:gd name="connsiteX615" fmla="*/ 361467 w 892181"/>
                <a:gd name="connsiteY615" fmla="*/ 32146 h 472497"/>
                <a:gd name="connsiteX616" fmla="*/ 364576 w 892181"/>
                <a:gd name="connsiteY616" fmla="*/ 32196 h 472497"/>
                <a:gd name="connsiteX617" fmla="*/ 372211 w 892181"/>
                <a:gd name="connsiteY617" fmla="*/ 32378 h 472497"/>
                <a:gd name="connsiteX618" fmla="*/ 372211 w 892181"/>
                <a:gd name="connsiteY618" fmla="*/ 29402 h 472497"/>
                <a:gd name="connsiteX619" fmla="*/ 396023 w 892181"/>
                <a:gd name="connsiteY619" fmla="*/ 28657 h 472497"/>
                <a:gd name="connsiteX620" fmla="*/ 396023 w 892181"/>
                <a:gd name="connsiteY620" fmla="*/ 25681 h 472497"/>
                <a:gd name="connsiteX621" fmla="*/ 421324 w 892181"/>
                <a:gd name="connsiteY621" fmla="*/ 25681 h 472497"/>
                <a:gd name="connsiteX622" fmla="*/ 421324 w 892181"/>
                <a:gd name="connsiteY622" fmla="*/ 22704 h 472497"/>
                <a:gd name="connsiteX623" fmla="*/ 448857 w 892181"/>
                <a:gd name="connsiteY623" fmla="*/ 21960 h 472497"/>
                <a:gd name="connsiteX624" fmla="*/ 448857 w 892181"/>
                <a:gd name="connsiteY624" fmla="*/ 18984 h 472497"/>
                <a:gd name="connsiteX625" fmla="*/ 451566 w 892181"/>
                <a:gd name="connsiteY625" fmla="*/ 18951 h 472497"/>
                <a:gd name="connsiteX626" fmla="*/ 461493 w 892181"/>
                <a:gd name="connsiteY626" fmla="*/ 18788 h 472497"/>
                <a:gd name="connsiteX627" fmla="*/ 465793 w 892181"/>
                <a:gd name="connsiteY627" fmla="*/ 18726 h 472497"/>
                <a:gd name="connsiteX628" fmla="*/ 471966 w 892181"/>
                <a:gd name="connsiteY628" fmla="*/ 18620 h 472497"/>
                <a:gd name="connsiteX629" fmla="*/ 473916 w 892181"/>
                <a:gd name="connsiteY629" fmla="*/ 18606 h 472497"/>
                <a:gd name="connsiteX630" fmla="*/ 478623 w 892181"/>
                <a:gd name="connsiteY630" fmla="*/ 18239 h 472497"/>
                <a:gd name="connsiteX631" fmla="*/ 480111 w 892181"/>
                <a:gd name="connsiteY631" fmla="*/ 16007 h 472497"/>
                <a:gd name="connsiteX632" fmla="*/ 492453 w 892181"/>
                <a:gd name="connsiteY632" fmla="*/ 15295 h 472497"/>
                <a:gd name="connsiteX633" fmla="*/ 496037 w 892181"/>
                <a:gd name="connsiteY633" fmla="*/ 15343 h 472497"/>
                <a:gd name="connsiteX634" fmla="*/ 501623 w 892181"/>
                <a:gd name="connsiteY634" fmla="*/ 15447 h 472497"/>
                <a:gd name="connsiteX635" fmla="*/ 507057 w 892181"/>
                <a:gd name="connsiteY635" fmla="*/ 15527 h 472497"/>
                <a:gd name="connsiteX636" fmla="*/ 508753 w 892181"/>
                <a:gd name="connsiteY636" fmla="*/ 15581 h 472497"/>
                <a:gd name="connsiteX637" fmla="*/ 512853 w 892181"/>
                <a:gd name="connsiteY637" fmla="*/ 15263 h 472497"/>
                <a:gd name="connsiteX638" fmla="*/ 513515 w 892181"/>
                <a:gd name="connsiteY638" fmla="*/ 13780 h 472497"/>
                <a:gd name="connsiteX639" fmla="*/ 514342 w 892181"/>
                <a:gd name="connsiteY639" fmla="*/ 12286 h 472497"/>
                <a:gd name="connsiteX640" fmla="*/ 518199 w 892181"/>
                <a:gd name="connsiteY640" fmla="*/ 11880 h 472497"/>
                <a:gd name="connsiteX641" fmla="*/ 520637 w 892181"/>
                <a:gd name="connsiteY641" fmla="*/ 11836 h 472497"/>
                <a:gd name="connsiteX642" fmla="*/ 523277 w 892181"/>
                <a:gd name="connsiteY642" fmla="*/ 11833 h 472497"/>
                <a:gd name="connsiteX643" fmla="*/ 525974 w 892181"/>
                <a:gd name="connsiteY643" fmla="*/ 11796 h 472497"/>
                <a:gd name="connsiteX644" fmla="*/ 534526 w 892181"/>
                <a:gd name="connsiteY644" fmla="*/ 11728 h 472497"/>
                <a:gd name="connsiteX645" fmla="*/ 540314 w 892181"/>
                <a:gd name="connsiteY645" fmla="*/ 11661 h 472497"/>
                <a:gd name="connsiteX646" fmla="*/ 554525 w 892181"/>
                <a:gd name="connsiteY646" fmla="*/ 11542 h 472497"/>
                <a:gd name="connsiteX647" fmla="*/ 554525 w 892181"/>
                <a:gd name="connsiteY647" fmla="*/ 8566 h 472497"/>
                <a:gd name="connsiteX648" fmla="*/ 604383 w 892181"/>
                <a:gd name="connsiteY648" fmla="*/ 8566 h 472497"/>
                <a:gd name="connsiteX649" fmla="*/ 604383 w 892181"/>
                <a:gd name="connsiteY649" fmla="*/ 5589 h 472497"/>
                <a:gd name="connsiteX650" fmla="*/ 605822 w 892181"/>
                <a:gd name="connsiteY650" fmla="*/ 5586 h 472497"/>
                <a:gd name="connsiteX651" fmla="*/ 640437 w 892181"/>
                <a:gd name="connsiteY651" fmla="*/ 5452 h 472497"/>
                <a:gd name="connsiteX652" fmla="*/ 657176 w 892181"/>
                <a:gd name="connsiteY652" fmla="*/ 5387 h 472497"/>
                <a:gd name="connsiteX653" fmla="*/ 671761 w 892181"/>
                <a:gd name="connsiteY653" fmla="*/ 5325 h 472497"/>
                <a:gd name="connsiteX654" fmla="*/ 679489 w 892181"/>
                <a:gd name="connsiteY654" fmla="*/ 5297 h 472497"/>
                <a:gd name="connsiteX655" fmla="*/ 688101 w 892181"/>
                <a:gd name="connsiteY655" fmla="*/ 5251 h 472497"/>
                <a:gd name="connsiteX656" fmla="*/ 690708 w 892181"/>
                <a:gd name="connsiteY656" fmla="*/ 5262 h 472497"/>
                <a:gd name="connsiteX657" fmla="*/ 693064 w 892181"/>
                <a:gd name="connsiteY657" fmla="*/ 5231 h 472497"/>
                <a:gd name="connsiteX658" fmla="*/ 695123 w 892181"/>
                <a:gd name="connsiteY658" fmla="*/ 5223 h 472497"/>
                <a:gd name="connsiteX659" fmla="*/ 696656 w 892181"/>
                <a:gd name="connsiteY659" fmla="*/ 4845 h 472497"/>
                <a:gd name="connsiteX660" fmla="*/ 697400 w 892181"/>
                <a:gd name="connsiteY660" fmla="*/ 1868 h 47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Lst>
              <a:rect l="l" t="t" r="r" b="b"/>
              <a:pathLst>
                <a:path w="892181" h="472497">
                  <a:moveTo>
                    <a:pt x="697400" y="1868"/>
                  </a:moveTo>
                  <a:cubicBezTo>
                    <a:pt x="699677" y="1574"/>
                    <a:pt x="701693" y="1493"/>
                    <a:pt x="703974" y="1530"/>
                  </a:cubicBezTo>
                  <a:cubicBezTo>
                    <a:pt x="704664" y="1530"/>
                    <a:pt x="705353" y="1530"/>
                    <a:pt x="706064" y="1529"/>
                  </a:cubicBezTo>
                  <a:cubicBezTo>
                    <a:pt x="708355" y="1531"/>
                    <a:pt x="710646" y="1554"/>
                    <a:pt x="712937" y="1578"/>
                  </a:cubicBezTo>
                  <a:cubicBezTo>
                    <a:pt x="714521" y="1583"/>
                    <a:pt x="716105" y="1587"/>
                    <a:pt x="717689" y="1590"/>
                  </a:cubicBezTo>
                  <a:cubicBezTo>
                    <a:pt x="721867" y="1602"/>
                    <a:pt x="726044" y="1631"/>
                    <a:pt x="730222" y="1664"/>
                  </a:cubicBezTo>
                  <a:cubicBezTo>
                    <a:pt x="734482" y="1694"/>
                    <a:pt x="738741" y="1708"/>
                    <a:pt x="743001" y="1723"/>
                  </a:cubicBezTo>
                  <a:cubicBezTo>
                    <a:pt x="751365" y="1755"/>
                    <a:pt x="759729" y="1806"/>
                    <a:pt x="768094" y="1868"/>
                  </a:cubicBezTo>
                  <a:cubicBezTo>
                    <a:pt x="768094" y="2605"/>
                    <a:pt x="768094" y="3342"/>
                    <a:pt x="768094" y="4101"/>
                  </a:cubicBezTo>
                  <a:cubicBezTo>
                    <a:pt x="769841" y="4974"/>
                    <a:pt x="770892" y="4947"/>
                    <a:pt x="772840" y="4963"/>
                  </a:cubicBezTo>
                  <a:cubicBezTo>
                    <a:pt x="773525" y="4970"/>
                    <a:pt x="774209" y="4977"/>
                    <a:pt x="774914" y="4985"/>
                  </a:cubicBezTo>
                  <a:cubicBezTo>
                    <a:pt x="775668" y="4989"/>
                    <a:pt x="776421" y="4993"/>
                    <a:pt x="777197" y="4998"/>
                  </a:cubicBezTo>
                  <a:cubicBezTo>
                    <a:pt x="777988" y="5005"/>
                    <a:pt x="778779" y="5012"/>
                    <a:pt x="779595" y="5020"/>
                  </a:cubicBezTo>
                  <a:cubicBezTo>
                    <a:pt x="782220" y="5044"/>
                    <a:pt x="784845" y="5062"/>
                    <a:pt x="787470" y="5080"/>
                  </a:cubicBezTo>
                  <a:cubicBezTo>
                    <a:pt x="789287" y="5096"/>
                    <a:pt x="791103" y="5111"/>
                    <a:pt x="792920" y="5127"/>
                  </a:cubicBezTo>
                  <a:cubicBezTo>
                    <a:pt x="797708" y="5168"/>
                    <a:pt x="802496" y="5205"/>
                    <a:pt x="807284" y="5241"/>
                  </a:cubicBezTo>
                  <a:cubicBezTo>
                    <a:pt x="812167" y="5278"/>
                    <a:pt x="817050" y="5320"/>
                    <a:pt x="821933" y="5361"/>
                  </a:cubicBezTo>
                  <a:cubicBezTo>
                    <a:pt x="831520" y="5441"/>
                    <a:pt x="841107" y="5517"/>
                    <a:pt x="850693" y="5589"/>
                  </a:cubicBezTo>
                  <a:cubicBezTo>
                    <a:pt x="850693" y="6571"/>
                    <a:pt x="850693" y="7554"/>
                    <a:pt x="850693" y="8566"/>
                  </a:cubicBezTo>
                  <a:cubicBezTo>
                    <a:pt x="851214" y="8562"/>
                    <a:pt x="851734" y="8559"/>
                    <a:pt x="852270" y="8556"/>
                  </a:cubicBezTo>
                  <a:cubicBezTo>
                    <a:pt x="857165" y="8526"/>
                    <a:pt x="862060" y="8503"/>
                    <a:pt x="866955" y="8488"/>
                  </a:cubicBezTo>
                  <a:cubicBezTo>
                    <a:pt x="869471" y="8481"/>
                    <a:pt x="871988" y="8470"/>
                    <a:pt x="874505" y="8453"/>
                  </a:cubicBezTo>
                  <a:cubicBezTo>
                    <a:pt x="877395" y="8434"/>
                    <a:pt x="880286" y="8427"/>
                    <a:pt x="883177" y="8420"/>
                  </a:cubicBezTo>
                  <a:cubicBezTo>
                    <a:pt x="884084" y="8413"/>
                    <a:pt x="884992" y="8405"/>
                    <a:pt x="885927" y="8397"/>
                  </a:cubicBezTo>
                  <a:cubicBezTo>
                    <a:pt x="887179" y="8397"/>
                    <a:pt x="887179" y="8397"/>
                    <a:pt x="888455" y="8397"/>
                  </a:cubicBezTo>
                  <a:cubicBezTo>
                    <a:pt x="889194" y="8393"/>
                    <a:pt x="889933" y="8390"/>
                    <a:pt x="890694" y="8387"/>
                  </a:cubicBezTo>
                  <a:cubicBezTo>
                    <a:pt x="891521" y="8475"/>
                    <a:pt x="891521" y="8475"/>
                    <a:pt x="892365" y="8566"/>
                  </a:cubicBezTo>
                  <a:cubicBezTo>
                    <a:pt x="893328" y="10491"/>
                    <a:pt x="893288" y="11998"/>
                    <a:pt x="893342" y="14147"/>
                  </a:cubicBezTo>
                  <a:cubicBezTo>
                    <a:pt x="893370" y="14876"/>
                    <a:pt x="893397" y="15605"/>
                    <a:pt x="893426" y="16356"/>
                  </a:cubicBezTo>
                  <a:cubicBezTo>
                    <a:pt x="893321" y="16977"/>
                    <a:pt x="893217" y="17599"/>
                    <a:pt x="893109" y="18239"/>
                  </a:cubicBezTo>
                  <a:cubicBezTo>
                    <a:pt x="891653" y="19100"/>
                    <a:pt x="891653" y="19100"/>
                    <a:pt x="890133" y="19728"/>
                  </a:cubicBezTo>
                  <a:cubicBezTo>
                    <a:pt x="889887" y="20464"/>
                    <a:pt x="889641" y="21201"/>
                    <a:pt x="889388" y="21960"/>
                  </a:cubicBezTo>
                  <a:cubicBezTo>
                    <a:pt x="888897" y="22206"/>
                    <a:pt x="888406" y="22451"/>
                    <a:pt x="887900" y="22704"/>
                  </a:cubicBezTo>
                  <a:cubicBezTo>
                    <a:pt x="887793" y="23211"/>
                    <a:pt x="887685" y="23717"/>
                    <a:pt x="887575" y="24239"/>
                  </a:cubicBezTo>
                  <a:cubicBezTo>
                    <a:pt x="887437" y="24715"/>
                    <a:pt x="887298" y="25191"/>
                    <a:pt x="887156" y="25681"/>
                  </a:cubicBezTo>
                  <a:cubicBezTo>
                    <a:pt x="886419" y="25681"/>
                    <a:pt x="885683" y="25681"/>
                    <a:pt x="884924" y="25681"/>
                  </a:cubicBezTo>
                  <a:cubicBezTo>
                    <a:pt x="884924" y="26909"/>
                    <a:pt x="884924" y="28136"/>
                    <a:pt x="884924" y="29402"/>
                  </a:cubicBezTo>
                  <a:cubicBezTo>
                    <a:pt x="883941" y="29402"/>
                    <a:pt x="882959" y="29402"/>
                    <a:pt x="881947" y="29402"/>
                  </a:cubicBezTo>
                  <a:cubicBezTo>
                    <a:pt x="881993" y="30000"/>
                    <a:pt x="882039" y="30599"/>
                    <a:pt x="882087" y="31215"/>
                  </a:cubicBezTo>
                  <a:cubicBezTo>
                    <a:pt x="882041" y="31845"/>
                    <a:pt x="881995" y="32474"/>
                    <a:pt x="881947" y="33122"/>
                  </a:cubicBezTo>
                  <a:cubicBezTo>
                    <a:pt x="880842" y="33491"/>
                    <a:pt x="880842" y="33491"/>
                    <a:pt x="879715" y="33866"/>
                  </a:cubicBezTo>
                  <a:cubicBezTo>
                    <a:pt x="879438" y="34851"/>
                    <a:pt x="879189" y="35844"/>
                    <a:pt x="878971" y="36843"/>
                  </a:cubicBezTo>
                  <a:cubicBezTo>
                    <a:pt x="878479" y="37088"/>
                    <a:pt x="877988" y="37334"/>
                    <a:pt x="877482" y="37587"/>
                  </a:cubicBezTo>
                  <a:cubicBezTo>
                    <a:pt x="877237" y="38324"/>
                    <a:pt x="876991" y="39060"/>
                    <a:pt x="876738" y="39819"/>
                  </a:cubicBezTo>
                  <a:cubicBezTo>
                    <a:pt x="876013" y="40582"/>
                    <a:pt x="875264" y="41323"/>
                    <a:pt x="874506" y="42052"/>
                  </a:cubicBezTo>
                  <a:cubicBezTo>
                    <a:pt x="873393" y="43375"/>
                    <a:pt x="872294" y="44710"/>
                    <a:pt x="871204" y="46052"/>
                  </a:cubicBezTo>
                  <a:cubicBezTo>
                    <a:pt x="870637" y="46748"/>
                    <a:pt x="870070" y="47444"/>
                    <a:pt x="869486" y="48162"/>
                  </a:cubicBezTo>
                  <a:cubicBezTo>
                    <a:pt x="868369" y="49544"/>
                    <a:pt x="867274" y="50943"/>
                    <a:pt x="866201" y="52359"/>
                  </a:cubicBezTo>
                  <a:cubicBezTo>
                    <a:pt x="865749" y="52887"/>
                    <a:pt x="865297" y="53415"/>
                    <a:pt x="864832" y="53958"/>
                  </a:cubicBezTo>
                  <a:cubicBezTo>
                    <a:pt x="864341" y="53958"/>
                    <a:pt x="863850" y="53958"/>
                    <a:pt x="863344" y="53958"/>
                  </a:cubicBezTo>
                  <a:cubicBezTo>
                    <a:pt x="863221" y="54449"/>
                    <a:pt x="863098" y="54940"/>
                    <a:pt x="862972" y="55446"/>
                  </a:cubicBezTo>
                  <a:cubicBezTo>
                    <a:pt x="862849" y="55938"/>
                    <a:pt x="862726" y="56429"/>
                    <a:pt x="862599" y="56935"/>
                  </a:cubicBezTo>
                  <a:cubicBezTo>
                    <a:pt x="862108" y="56935"/>
                    <a:pt x="861617" y="56935"/>
                    <a:pt x="861111" y="56935"/>
                  </a:cubicBezTo>
                  <a:cubicBezTo>
                    <a:pt x="860896" y="57487"/>
                    <a:pt x="860681" y="58040"/>
                    <a:pt x="860460" y="58609"/>
                  </a:cubicBezTo>
                  <a:cubicBezTo>
                    <a:pt x="859524" y="60897"/>
                    <a:pt x="858551" y="62074"/>
                    <a:pt x="856646" y="63632"/>
                  </a:cubicBezTo>
                  <a:cubicBezTo>
                    <a:pt x="855910" y="63632"/>
                    <a:pt x="855173" y="63632"/>
                    <a:pt x="854414" y="63632"/>
                  </a:cubicBezTo>
                  <a:cubicBezTo>
                    <a:pt x="854414" y="64614"/>
                    <a:pt x="854414" y="65597"/>
                    <a:pt x="854414" y="66609"/>
                  </a:cubicBezTo>
                  <a:cubicBezTo>
                    <a:pt x="853309" y="66977"/>
                    <a:pt x="853309" y="66977"/>
                    <a:pt x="852181" y="67353"/>
                  </a:cubicBezTo>
                  <a:cubicBezTo>
                    <a:pt x="852059" y="67859"/>
                    <a:pt x="851936" y="68366"/>
                    <a:pt x="851809" y="68887"/>
                  </a:cubicBezTo>
                  <a:cubicBezTo>
                    <a:pt x="851687" y="69363"/>
                    <a:pt x="851564" y="69839"/>
                    <a:pt x="851437" y="70329"/>
                  </a:cubicBezTo>
                  <a:cubicBezTo>
                    <a:pt x="850701" y="70329"/>
                    <a:pt x="849964" y="70329"/>
                    <a:pt x="849205" y="70329"/>
                  </a:cubicBezTo>
                  <a:cubicBezTo>
                    <a:pt x="849205" y="71312"/>
                    <a:pt x="849205" y="72294"/>
                    <a:pt x="849205" y="73306"/>
                  </a:cubicBezTo>
                  <a:cubicBezTo>
                    <a:pt x="848223" y="73306"/>
                    <a:pt x="847240" y="73306"/>
                    <a:pt x="846228" y="73306"/>
                  </a:cubicBezTo>
                  <a:cubicBezTo>
                    <a:pt x="845729" y="74747"/>
                    <a:pt x="845729" y="74747"/>
                    <a:pt x="845484" y="76282"/>
                  </a:cubicBezTo>
                  <a:cubicBezTo>
                    <a:pt x="844993" y="76528"/>
                    <a:pt x="844502" y="76773"/>
                    <a:pt x="843996" y="77027"/>
                  </a:cubicBezTo>
                  <a:cubicBezTo>
                    <a:pt x="843888" y="77518"/>
                    <a:pt x="843781" y="78009"/>
                    <a:pt x="843670" y="78515"/>
                  </a:cubicBezTo>
                  <a:cubicBezTo>
                    <a:pt x="843532" y="79006"/>
                    <a:pt x="843394" y="79497"/>
                    <a:pt x="843252" y="80003"/>
                  </a:cubicBezTo>
                  <a:cubicBezTo>
                    <a:pt x="842147" y="80371"/>
                    <a:pt x="842147" y="80371"/>
                    <a:pt x="841019" y="80747"/>
                  </a:cubicBezTo>
                  <a:cubicBezTo>
                    <a:pt x="839999" y="82203"/>
                    <a:pt x="839181" y="83722"/>
                    <a:pt x="838325" y="85279"/>
                  </a:cubicBezTo>
                  <a:cubicBezTo>
                    <a:pt x="837145" y="86913"/>
                    <a:pt x="836126" y="87361"/>
                    <a:pt x="834322" y="88189"/>
                  </a:cubicBezTo>
                  <a:cubicBezTo>
                    <a:pt x="833814" y="89175"/>
                    <a:pt x="833317" y="90167"/>
                    <a:pt x="832834" y="91165"/>
                  </a:cubicBezTo>
                  <a:cubicBezTo>
                    <a:pt x="831729" y="91534"/>
                    <a:pt x="831729" y="91534"/>
                    <a:pt x="830601" y="91909"/>
                  </a:cubicBezTo>
                  <a:cubicBezTo>
                    <a:pt x="830356" y="92646"/>
                    <a:pt x="830110" y="93383"/>
                    <a:pt x="829857" y="94142"/>
                  </a:cubicBezTo>
                  <a:cubicBezTo>
                    <a:pt x="828752" y="94510"/>
                    <a:pt x="828752" y="94510"/>
                    <a:pt x="827625" y="94886"/>
                  </a:cubicBezTo>
                  <a:cubicBezTo>
                    <a:pt x="827379" y="95623"/>
                    <a:pt x="827134" y="96359"/>
                    <a:pt x="826881" y="97118"/>
                  </a:cubicBezTo>
                  <a:cubicBezTo>
                    <a:pt x="826144" y="97364"/>
                    <a:pt x="825407" y="97609"/>
                    <a:pt x="824648" y="97862"/>
                  </a:cubicBezTo>
                  <a:cubicBezTo>
                    <a:pt x="824128" y="98842"/>
                    <a:pt x="823631" y="99835"/>
                    <a:pt x="823160" y="100839"/>
                  </a:cubicBezTo>
                  <a:cubicBezTo>
                    <a:pt x="822669" y="101085"/>
                    <a:pt x="822178" y="101330"/>
                    <a:pt x="821672" y="101583"/>
                  </a:cubicBezTo>
                  <a:cubicBezTo>
                    <a:pt x="821426" y="102320"/>
                    <a:pt x="821181" y="103057"/>
                    <a:pt x="820928" y="103816"/>
                  </a:cubicBezTo>
                  <a:cubicBezTo>
                    <a:pt x="819942" y="104324"/>
                    <a:pt x="818949" y="104820"/>
                    <a:pt x="817951" y="105304"/>
                  </a:cubicBezTo>
                  <a:cubicBezTo>
                    <a:pt x="817460" y="106041"/>
                    <a:pt x="816969" y="106777"/>
                    <a:pt x="816463" y="107536"/>
                  </a:cubicBezTo>
                  <a:cubicBezTo>
                    <a:pt x="815726" y="107782"/>
                    <a:pt x="814989" y="108027"/>
                    <a:pt x="814230" y="108280"/>
                  </a:cubicBezTo>
                  <a:cubicBezTo>
                    <a:pt x="813985" y="109017"/>
                    <a:pt x="813739" y="109754"/>
                    <a:pt x="813486" y="110513"/>
                  </a:cubicBezTo>
                  <a:cubicBezTo>
                    <a:pt x="812749" y="110758"/>
                    <a:pt x="812013" y="111004"/>
                    <a:pt x="811254" y="111257"/>
                  </a:cubicBezTo>
                  <a:cubicBezTo>
                    <a:pt x="810732" y="112236"/>
                    <a:pt x="810238" y="113230"/>
                    <a:pt x="809765" y="114234"/>
                  </a:cubicBezTo>
                  <a:cubicBezTo>
                    <a:pt x="808696" y="115396"/>
                    <a:pt x="808696" y="115396"/>
                    <a:pt x="807533" y="116466"/>
                  </a:cubicBezTo>
                  <a:cubicBezTo>
                    <a:pt x="806957" y="117065"/>
                    <a:pt x="806957" y="117065"/>
                    <a:pt x="806370" y="117675"/>
                  </a:cubicBezTo>
                  <a:cubicBezTo>
                    <a:pt x="805301" y="118698"/>
                    <a:pt x="805301" y="118698"/>
                    <a:pt x="803812" y="119443"/>
                  </a:cubicBezTo>
                  <a:cubicBezTo>
                    <a:pt x="803567" y="120179"/>
                    <a:pt x="803321" y="120916"/>
                    <a:pt x="803068" y="121675"/>
                  </a:cubicBezTo>
                  <a:cubicBezTo>
                    <a:pt x="802086" y="121675"/>
                    <a:pt x="801104" y="121675"/>
                    <a:pt x="800092" y="121675"/>
                  </a:cubicBezTo>
                  <a:cubicBezTo>
                    <a:pt x="799652" y="123123"/>
                    <a:pt x="799652" y="123123"/>
                    <a:pt x="799347" y="124651"/>
                  </a:cubicBezTo>
                  <a:cubicBezTo>
                    <a:pt x="798611" y="124897"/>
                    <a:pt x="797874" y="125143"/>
                    <a:pt x="797115" y="125396"/>
                  </a:cubicBezTo>
                  <a:cubicBezTo>
                    <a:pt x="796869" y="125887"/>
                    <a:pt x="796624" y="126378"/>
                    <a:pt x="796371" y="126884"/>
                  </a:cubicBezTo>
                  <a:cubicBezTo>
                    <a:pt x="795627" y="128372"/>
                    <a:pt x="795627" y="128372"/>
                    <a:pt x="793394" y="129116"/>
                  </a:cubicBezTo>
                  <a:cubicBezTo>
                    <a:pt x="792645" y="130105"/>
                    <a:pt x="791901" y="131097"/>
                    <a:pt x="791162" y="132093"/>
                  </a:cubicBezTo>
                  <a:cubicBezTo>
                    <a:pt x="790671" y="132093"/>
                    <a:pt x="790180" y="132093"/>
                    <a:pt x="789674" y="132093"/>
                  </a:cubicBezTo>
                  <a:cubicBezTo>
                    <a:pt x="789582" y="132584"/>
                    <a:pt x="789489" y="133075"/>
                    <a:pt x="789395" y="133581"/>
                  </a:cubicBezTo>
                  <a:cubicBezTo>
                    <a:pt x="789241" y="134072"/>
                    <a:pt x="789088" y="134563"/>
                    <a:pt x="788930" y="135069"/>
                  </a:cubicBezTo>
                  <a:cubicBezTo>
                    <a:pt x="787947" y="135069"/>
                    <a:pt x="786965" y="135069"/>
                    <a:pt x="785953" y="135069"/>
                  </a:cubicBezTo>
                  <a:cubicBezTo>
                    <a:pt x="785523" y="136447"/>
                    <a:pt x="785523" y="136447"/>
                    <a:pt x="785209" y="138046"/>
                  </a:cubicBezTo>
                  <a:cubicBezTo>
                    <a:pt x="784049" y="139313"/>
                    <a:pt x="784049" y="139313"/>
                    <a:pt x="782651" y="140464"/>
                  </a:cubicBezTo>
                  <a:cubicBezTo>
                    <a:pt x="781962" y="141046"/>
                    <a:pt x="781962" y="141046"/>
                    <a:pt x="781258" y="141639"/>
                  </a:cubicBezTo>
                  <a:cubicBezTo>
                    <a:pt x="780000" y="142511"/>
                    <a:pt x="780000" y="142511"/>
                    <a:pt x="778512" y="142511"/>
                  </a:cubicBezTo>
                  <a:cubicBezTo>
                    <a:pt x="778419" y="143002"/>
                    <a:pt x="778327" y="143493"/>
                    <a:pt x="778232" y="143999"/>
                  </a:cubicBezTo>
                  <a:cubicBezTo>
                    <a:pt x="778079" y="144490"/>
                    <a:pt x="777926" y="144981"/>
                    <a:pt x="777767" y="145487"/>
                  </a:cubicBezTo>
                  <a:cubicBezTo>
                    <a:pt x="776785" y="145487"/>
                    <a:pt x="775803" y="145487"/>
                    <a:pt x="774791" y="145487"/>
                  </a:cubicBezTo>
                  <a:cubicBezTo>
                    <a:pt x="774291" y="146928"/>
                    <a:pt x="774291" y="146928"/>
                    <a:pt x="774047" y="148464"/>
                  </a:cubicBezTo>
                  <a:cubicBezTo>
                    <a:pt x="773556" y="148710"/>
                    <a:pt x="773064" y="148955"/>
                    <a:pt x="772558" y="149208"/>
                  </a:cubicBezTo>
                  <a:cubicBezTo>
                    <a:pt x="772344" y="149699"/>
                    <a:pt x="772129" y="150190"/>
                    <a:pt x="771907" y="150696"/>
                  </a:cubicBezTo>
                  <a:cubicBezTo>
                    <a:pt x="771631" y="151188"/>
                    <a:pt x="771355" y="151679"/>
                    <a:pt x="771070" y="152185"/>
                  </a:cubicBezTo>
                  <a:cubicBezTo>
                    <a:pt x="770310" y="152369"/>
                    <a:pt x="770310" y="152369"/>
                    <a:pt x="769535" y="152557"/>
                  </a:cubicBezTo>
                  <a:cubicBezTo>
                    <a:pt x="769060" y="152680"/>
                    <a:pt x="768584" y="152802"/>
                    <a:pt x="768094" y="152929"/>
                  </a:cubicBezTo>
                  <a:cubicBezTo>
                    <a:pt x="767909" y="153689"/>
                    <a:pt x="767909" y="153689"/>
                    <a:pt x="767722" y="154464"/>
                  </a:cubicBezTo>
                  <a:cubicBezTo>
                    <a:pt x="767599" y="154939"/>
                    <a:pt x="767476" y="155415"/>
                    <a:pt x="767349" y="155905"/>
                  </a:cubicBezTo>
                  <a:cubicBezTo>
                    <a:pt x="766367" y="155905"/>
                    <a:pt x="765385" y="155905"/>
                    <a:pt x="764373" y="155905"/>
                  </a:cubicBezTo>
                  <a:cubicBezTo>
                    <a:pt x="764373" y="156888"/>
                    <a:pt x="764373" y="157870"/>
                    <a:pt x="764373" y="158882"/>
                  </a:cubicBezTo>
                  <a:cubicBezTo>
                    <a:pt x="763391" y="158882"/>
                    <a:pt x="762408" y="158882"/>
                    <a:pt x="761396" y="158882"/>
                  </a:cubicBezTo>
                  <a:cubicBezTo>
                    <a:pt x="761133" y="159870"/>
                    <a:pt x="760886" y="160863"/>
                    <a:pt x="760652" y="161859"/>
                  </a:cubicBezTo>
                  <a:cubicBezTo>
                    <a:pt x="759673" y="162379"/>
                    <a:pt x="758680" y="162876"/>
                    <a:pt x="757676" y="163347"/>
                  </a:cubicBezTo>
                  <a:cubicBezTo>
                    <a:pt x="757430" y="164084"/>
                    <a:pt x="757184" y="164820"/>
                    <a:pt x="756931" y="165579"/>
                  </a:cubicBezTo>
                  <a:cubicBezTo>
                    <a:pt x="755939" y="165827"/>
                    <a:pt x="754947" y="166075"/>
                    <a:pt x="753955" y="166323"/>
                  </a:cubicBezTo>
                  <a:cubicBezTo>
                    <a:pt x="753709" y="167060"/>
                    <a:pt x="753464" y="167797"/>
                    <a:pt x="753211" y="168556"/>
                  </a:cubicBezTo>
                  <a:cubicBezTo>
                    <a:pt x="752720" y="168663"/>
                    <a:pt x="752228" y="168771"/>
                    <a:pt x="751722" y="168881"/>
                  </a:cubicBezTo>
                  <a:cubicBezTo>
                    <a:pt x="750986" y="169089"/>
                    <a:pt x="750986" y="169089"/>
                    <a:pt x="750234" y="169300"/>
                  </a:cubicBezTo>
                  <a:cubicBezTo>
                    <a:pt x="750083" y="169975"/>
                    <a:pt x="750083" y="169975"/>
                    <a:pt x="749929" y="170663"/>
                  </a:cubicBezTo>
                  <a:cubicBezTo>
                    <a:pt x="749375" y="172699"/>
                    <a:pt x="748546" y="173366"/>
                    <a:pt x="746932" y="174695"/>
                  </a:cubicBezTo>
                  <a:cubicBezTo>
                    <a:pt x="746243" y="175276"/>
                    <a:pt x="746243" y="175276"/>
                    <a:pt x="745540" y="175869"/>
                  </a:cubicBezTo>
                  <a:cubicBezTo>
                    <a:pt x="744281" y="176741"/>
                    <a:pt x="744281" y="176741"/>
                    <a:pt x="742793" y="176741"/>
                  </a:cubicBezTo>
                  <a:cubicBezTo>
                    <a:pt x="742701" y="177232"/>
                    <a:pt x="742609" y="177724"/>
                    <a:pt x="742514" y="178230"/>
                  </a:cubicBezTo>
                  <a:cubicBezTo>
                    <a:pt x="742360" y="178721"/>
                    <a:pt x="742207" y="179212"/>
                    <a:pt x="742049" y="179718"/>
                  </a:cubicBezTo>
                  <a:cubicBezTo>
                    <a:pt x="741066" y="179718"/>
                    <a:pt x="740084" y="179718"/>
                    <a:pt x="739072" y="179718"/>
                  </a:cubicBezTo>
                  <a:cubicBezTo>
                    <a:pt x="738572" y="181159"/>
                    <a:pt x="738572" y="181159"/>
                    <a:pt x="738328" y="182694"/>
                  </a:cubicBezTo>
                  <a:cubicBezTo>
                    <a:pt x="737837" y="182940"/>
                    <a:pt x="737346" y="183186"/>
                    <a:pt x="736840" y="183439"/>
                  </a:cubicBezTo>
                  <a:cubicBezTo>
                    <a:pt x="736625" y="183930"/>
                    <a:pt x="736410" y="184421"/>
                    <a:pt x="736189" y="184927"/>
                  </a:cubicBezTo>
                  <a:cubicBezTo>
                    <a:pt x="735912" y="185418"/>
                    <a:pt x="735636" y="185909"/>
                    <a:pt x="735351" y="186415"/>
                  </a:cubicBezTo>
                  <a:cubicBezTo>
                    <a:pt x="734592" y="186599"/>
                    <a:pt x="734592" y="186599"/>
                    <a:pt x="733817" y="186787"/>
                  </a:cubicBezTo>
                  <a:cubicBezTo>
                    <a:pt x="733341" y="186910"/>
                    <a:pt x="732865" y="187033"/>
                    <a:pt x="732375" y="187159"/>
                  </a:cubicBezTo>
                  <a:cubicBezTo>
                    <a:pt x="732252" y="187666"/>
                    <a:pt x="732129" y="188172"/>
                    <a:pt x="732003" y="188694"/>
                  </a:cubicBezTo>
                  <a:cubicBezTo>
                    <a:pt x="731880" y="189170"/>
                    <a:pt x="731757" y="189646"/>
                    <a:pt x="731631" y="190136"/>
                  </a:cubicBezTo>
                  <a:cubicBezTo>
                    <a:pt x="730648" y="190136"/>
                    <a:pt x="729666" y="190136"/>
                    <a:pt x="728654" y="190136"/>
                  </a:cubicBezTo>
                  <a:cubicBezTo>
                    <a:pt x="728654" y="191118"/>
                    <a:pt x="728654" y="192100"/>
                    <a:pt x="728654" y="193112"/>
                  </a:cubicBezTo>
                  <a:cubicBezTo>
                    <a:pt x="727672" y="193112"/>
                    <a:pt x="726690" y="193112"/>
                    <a:pt x="725678" y="193112"/>
                  </a:cubicBezTo>
                  <a:cubicBezTo>
                    <a:pt x="725144" y="194337"/>
                    <a:pt x="724648" y="195579"/>
                    <a:pt x="724189" y="196833"/>
                  </a:cubicBezTo>
                  <a:cubicBezTo>
                    <a:pt x="723453" y="197079"/>
                    <a:pt x="722716" y="197324"/>
                    <a:pt x="721957" y="197577"/>
                  </a:cubicBezTo>
                  <a:cubicBezTo>
                    <a:pt x="721711" y="198314"/>
                    <a:pt x="721466" y="199051"/>
                    <a:pt x="721213" y="199810"/>
                  </a:cubicBezTo>
                  <a:cubicBezTo>
                    <a:pt x="720221" y="200058"/>
                    <a:pt x="719228" y="200306"/>
                    <a:pt x="718236" y="200554"/>
                  </a:cubicBezTo>
                  <a:cubicBezTo>
                    <a:pt x="717991" y="201291"/>
                    <a:pt x="717745" y="202027"/>
                    <a:pt x="717492" y="202786"/>
                  </a:cubicBezTo>
                  <a:cubicBezTo>
                    <a:pt x="716755" y="203277"/>
                    <a:pt x="716019" y="203769"/>
                    <a:pt x="715260" y="204275"/>
                  </a:cubicBezTo>
                  <a:cubicBezTo>
                    <a:pt x="715014" y="205011"/>
                    <a:pt x="714768" y="205748"/>
                    <a:pt x="714515" y="206507"/>
                  </a:cubicBezTo>
                  <a:cubicBezTo>
                    <a:pt x="713779" y="206753"/>
                    <a:pt x="713042" y="206998"/>
                    <a:pt x="712283" y="207251"/>
                  </a:cubicBezTo>
                  <a:cubicBezTo>
                    <a:pt x="710903" y="208945"/>
                    <a:pt x="709676" y="210717"/>
                    <a:pt x="708426" y="212509"/>
                  </a:cubicBezTo>
                  <a:cubicBezTo>
                    <a:pt x="707980" y="212984"/>
                    <a:pt x="707534" y="213459"/>
                    <a:pt x="707074" y="213948"/>
                  </a:cubicBezTo>
                  <a:cubicBezTo>
                    <a:pt x="706092" y="213948"/>
                    <a:pt x="705110" y="213948"/>
                    <a:pt x="704097" y="213948"/>
                  </a:cubicBezTo>
                  <a:cubicBezTo>
                    <a:pt x="704097" y="214931"/>
                    <a:pt x="704097" y="215913"/>
                    <a:pt x="704097" y="216925"/>
                  </a:cubicBezTo>
                  <a:cubicBezTo>
                    <a:pt x="703115" y="216925"/>
                    <a:pt x="702133" y="216925"/>
                    <a:pt x="701121" y="216925"/>
                  </a:cubicBezTo>
                  <a:cubicBezTo>
                    <a:pt x="700595" y="218153"/>
                    <a:pt x="700105" y="219396"/>
                    <a:pt x="699633" y="220646"/>
                  </a:cubicBezTo>
                  <a:cubicBezTo>
                    <a:pt x="697819" y="222739"/>
                    <a:pt x="697819" y="222739"/>
                    <a:pt x="695912" y="224366"/>
                  </a:cubicBezTo>
                  <a:cubicBezTo>
                    <a:pt x="695175" y="224366"/>
                    <a:pt x="694439" y="224366"/>
                    <a:pt x="693680" y="224366"/>
                  </a:cubicBezTo>
                  <a:cubicBezTo>
                    <a:pt x="693680" y="225349"/>
                    <a:pt x="693680" y="226331"/>
                    <a:pt x="693680" y="227343"/>
                  </a:cubicBezTo>
                  <a:cubicBezTo>
                    <a:pt x="692238" y="227761"/>
                    <a:pt x="692238" y="227761"/>
                    <a:pt x="690703" y="228087"/>
                  </a:cubicBezTo>
                  <a:cubicBezTo>
                    <a:pt x="690457" y="228824"/>
                    <a:pt x="690212" y="229560"/>
                    <a:pt x="689959" y="230319"/>
                  </a:cubicBezTo>
                  <a:cubicBezTo>
                    <a:pt x="689468" y="230427"/>
                    <a:pt x="688977" y="230534"/>
                    <a:pt x="688471" y="230645"/>
                  </a:cubicBezTo>
                  <a:cubicBezTo>
                    <a:pt x="687979" y="230783"/>
                    <a:pt x="687488" y="230921"/>
                    <a:pt x="686982" y="231064"/>
                  </a:cubicBezTo>
                  <a:cubicBezTo>
                    <a:pt x="686859" y="231555"/>
                    <a:pt x="686737" y="232046"/>
                    <a:pt x="686610" y="232552"/>
                  </a:cubicBezTo>
                  <a:cubicBezTo>
                    <a:pt x="686487" y="233043"/>
                    <a:pt x="686365" y="233534"/>
                    <a:pt x="686238" y="234040"/>
                  </a:cubicBezTo>
                  <a:cubicBezTo>
                    <a:pt x="685246" y="234288"/>
                    <a:pt x="684254" y="234536"/>
                    <a:pt x="683262" y="234784"/>
                  </a:cubicBezTo>
                  <a:cubicBezTo>
                    <a:pt x="683139" y="235291"/>
                    <a:pt x="683016" y="235797"/>
                    <a:pt x="682889" y="236319"/>
                  </a:cubicBezTo>
                  <a:cubicBezTo>
                    <a:pt x="682767" y="236795"/>
                    <a:pt x="682644" y="237271"/>
                    <a:pt x="682517" y="237761"/>
                  </a:cubicBezTo>
                  <a:cubicBezTo>
                    <a:pt x="681535" y="237761"/>
                    <a:pt x="680553" y="237761"/>
                    <a:pt x="679541" y="237761"/>
                  </a:cubicBezTo>
                  <a:cubicBezTo>
                    <a:pt x="679541" y="238743"/>
                    <a:pt x="679541" y="239725"/>
                    <a:pt x="679541" y="240737"/>
                  </a:cubicBezTo>
                  <a:cubicBezTo>
                    <a:pt x="678559" y="240737"/>
                    <a:pt x="677576" y="240737"/>
                    <a:pt x="676564" y="240737"/>
                  </a:cubicBezTo>
                  <a:cubicBezTo>
                    <a:pt x="676564" y="241720"/>
                    <a:pt x="676564" y="242702"/>
                    <a:pt x="676564" y="243714"/>
                  </a:cubicBezTo>
                  <a:cubicBezTo>
                    <a:pt x="675574" y="243970"/>
                    <a:pt x="674582" y="244217"/>
                    <a:pt x="673588" y="244458"/>
                  </a:cubicBezTo>
                  <a:cubicBezTo>
                    <a:pt x="673332" y="245448"/>
                    <a:pt x="673085" y="246441"/>
                    <a:pt x="672844" y="247435"/>
                  </a:cubicBezTo>
                  <a:cubicBezTo>
                    <a:pt x="671864" y="247955"/>
                    <a:pt x="670871" y="248452"/>
                    <a:pt x="669867" y="248923"/>
                  </a:cubicBezTo>
                  <a:cubicBezTo>
                    <a:pt x="669621" y="249660"/>
                    <a:pt x="669376" y="250396"/>
                    <a:pt x="669123" y="251155"/>
                  </a:cubicBezTo>
                  <a:cubicBezTo>
                    <a:pt x="668141" y="251155"/>
                    <a:pt x="667158" y="251155"/>
                    <a:pt x="666146" y="251155"/>
                  </a:cubicBezTo>
                  <a:cubicBezTo>
                    <a:pt x="666146" y="252383"/>
                    <a:pt x="666146" y="253611"/>
                    <a:pt x="666146" y="254876"/>
                  </a:cubicBezTo>
                  <a:cubicBezTo>
                    <a:pt x="665164" y="254876"/>
                    <a:pt x="664182" y="254876"/>
                    <a:pt x="663170" y="254876"/>
                  </a:cubicBezTo>
                  <a:cubicBezTo>
                    <a:pt x="663170" y="255858"/>
                    <a:pt x="663170" y="256841"/>
                    <a:pt x="663170" y="257853"/>
                  </a:cubicBezTo>
                  <a:cubicBezTo>
                    <a:pt x="662187" y="257853"/>
                    <a:pt x="661205" y="257853"/>
                    <a:pt x="660193" y="257853"/>
                  </a:cubicBezTo>
                  <a:cubicBezTo>
                    <a:pt x="659334" y="259692"/>
                    <a:pt x="659334" y="259692"/>
                    <a:pt x="658705" y="261573"/>
                  </a:cubicBezTo>
                  <a:cubicBezTo>
                    <a:pt x="658214" y="261573"/>
                    <a:pt x="657723" y="261573"/>
                    <a:pt x="657217" y="261573"/>
                  </a:cubicBezTo>
                  <a:cubicBezTo>
                    <a:pt x="657078" y="262287"/>
                    <a:pt x="657078" y="262287"/>
                    <a:pt x="656938" y="263015"/>
                  </a:cubicBezTo>
                  <a:cubicBezTo>
                    <a:pt x="656784" y="263522"/>
                    <a:pt x="656631" y="264028"/>
                    <a:pt x="656472" y="264550"/>
                  </a:cubicBezTo>
                  <a:cubicBezTo>
                    <a:pt x="655480" y="264798"/>
                    <a:pt x="654488" y="265046"/>
                    <a:pt x="653496" y="265294"/>
                  </a:cubicBezTo>
                  <a:cubicBezTo>
                    <a:pt x="653373" y="265801"/>
                    <a:pt x="653250" y="266307"/>
                    <a:pt x="653124" y="266829"/>
                  </a:cubicBezTo>
                  <a:cubicBezTo>
                    <a:pt x="653001" y="267305"/>
                    <a:pt x="652878" y="267780"/>
                    <a:pt x="652752" y="268271"/>
                  </a:cubicBezTo>
                  <a:cubicBezTo>
                    <a:pt x="651770" y="268271"/>
                    <a:pt x="650787" y="268271"/>
                    <a:pt x="649775" y="268271"/>
                  </a:cubicBezTo>
                  <a:cubicBezTo>
                    <a:pt x="649328" y="269686"/>
                    <a:pt x="649328" y="269686"/>
                    <a:pt x="649031" y="271247"/>
                  </a:cubicBezTo>
                  <a:cubicBezTo>
                    <a:pt x="648294" y="271738"/>
                    <a:pt x="647558" y="272229"/>
                    <a:pt x="646799" y="272735"/>
                  </a:cubicBezTo>
                  <a:cubicBezTo>
                    <a:pt x="646553" y="273472"/>
                    <a:pt x="646308" y="274209"/>
                    <a:pt x="646055" y="274968"/>
                  </a:cubicBezTo>
                  <a:cubicBezTo>
                    <a:pt x="645318" y="274968"/>
                    <a:pt x="644581" y="274968"/>
                    <a:pt x="643822" y="274968"/>
                  </a:cubicBezTo>
                  <a:cubicBezTo>
                    <a:pt x="643383" y="276416"/>
                    <a:pt x="643383" y="276416"/>
                    <a:pt x="643078" y="277944"/>
                  </a:cubicBezTo>
                  <a:cubicBezTo>
                    <a:pt x="642341" y="278313"/>
                    <a:pt x="642341" y="278313"/>
                    <a:pt x="641590" y="278689"/>
                  </a:cubicBezTo>
                  <a:cubicBezTo>
                    <a:pt x="641375" y="279164"/>
                    <a:pt x="641160" y="279640"/>
                    <a:pt x="640939" y="280130"/>
                  </a:cubicBezTo>
                  <a:cubicBezTo>
                    <a:pt x="640101" y="281665"/>
                    <a:pt x="640101" y="281665"/>
                    <a:pt x="638706" y="282270"/>
                  </a:cubicBezTo>
                  <a:cubicBezTo>
                    <a:pt x="636868" y="283297"/>
                    <a:pt x="636608" y="283963"/>
                    <a:pt x="635683" y="285804"/>
                  </a:cubicBezTo>
                  <a:cubicBezTo>
                    <a:pt x="634953" y="287217"/>
                    <a:pt x="634953" y="287217"/>
                    <a:pt x="634148" y="288362"/>
                  </a:cubicBezTo>
                  <a:cubicBezTo>
                    <a:pt x="632102" y="288874"/>
                    <a:pt x="632102" y="288874"/>
                    <a:pt x="630428" y="289107"/>
                  </a:cubicBezTo>
                  <a:cubicBezTo>
                    <a:pt x="630428" y="290089"/>
                    <a:pt x="630428" y="291071"/>
                    <a:pt x="630428" y="292083"/>
                  </a:cubicBezTo>
                  <a:cubicBezTo>
                    <a:pt x="629691" y="292329"/>
                    <a:pt x="628954" y="292574"/>
                    <a:pt x="628195" y="292827"/>
                  </a:cubicBezTo>
                  <a:cubicBezTo>
                    <a:pt x="627950" y="293564"/>
                    <a:pt x="627704" y="294301"/>
                    <a:pt x="627451" y="295060"/>
                  </a:cubicBezTo>
                  <a:cubicBezTo>
                    <a:pt x="626714" y="295305"/>
                    <a:pt x="625978" y="295551"/>
                    <a:pt x="625219" y="295804"/>
                  </a:cubicBezTo>
                  <a:cubicBezTo>
                    <a:pt x="624711" y="296790"/>
                    <a:pt x="624213" y="297782"/>
                    <a:pt x="623730" y="298780"/>
                  </a:cubicBezTo>
                  <a:cubicBezTo>
                    <a:pt x="623239" y="298780"/>
                    <a:pt x="622748" y="298780"/>
                    <a:pt x="622242" y="298780"/>
                  </a:cubicBezTo>
                  <a:cubicBezTo>
                    <a:pt x="622042" y="299318"/>
                    <a:pt x="621843" y="299855"/>
                    <a:pt x="621637" y="300408"/>
                  </a:cubicBezTo>
                  <a:cubicBezTo>
                    <a:pt x="620550" y="302985"/>
                    <a:pt x="619015" y="304251"/>
                    <a:pt x="617033" y="306222"/>
                  </a:cubicBezTo>
                  <a:cubicBezTo>
                    <a:pt x="615795" y="307758"/>
                    <a:pt x="614589" y="309296"/>
                    <a:pt x="613405" y="310873"/>
                  </a:cubicBezTo>
                  <a:cubicBezTo>
                    <a:pt x="613085" y="311293"/>
                    <a:pt x="612765" y="311713"/>
                    <a:pt x="612434" y="312146"/>
                  </a:cubicBezTo>
                  <a:cubicBezTo>
                    <a:pt x="610949" y="314096"/>
                    <a:pt x="609474" y="316053"/>
                    <a:pt x="608005" y="318015"/>
                  </a:cubicBezTo>
                  <a:cubicBezTo>
                    <a:pt x="607546" y="318620"/>
                    <a:pt x="607087" y="319225"/>
                    <a:pt x="606615" y="319849"/>
                  </a:cubicBezTo>
                  <a:cubicBezTo>
                    <a:pt x="606016" y="320650"/>
                    <a:pt x="606016" y="320650"/>
                    <a:pt x="605406" y="321468"/>
                  </a:cubicBezTo>
                  <a:cubicBezTo>
                    <a:pt x="605068" y="321839"/>
                    <a:pt x="604731" y="322210"/>
                    <a:pt x="604383" y="322593"/>
                  </a:cubicBezTo>
                  <a:cubicBezTo>
                    <a:pt x="603891" y="322593"/>
                    <a:pt x="603400" y="322593"/>
                    <a:pt x="602894" y="322593"/>
                  </a:cubicBezTo>
                  <a:cubicBezTo>
                    <a:pt x="602639" y="323583"/>
                    <a:pt x="602391" y="324575"/>
                    <a:pt x="602150" y="325569"/>
                  </a:cubicBezTo>
                  <a:cubicBezTo>
                    <a:pt x="601414" y="325938"/>
                    <a:pt x="601414" y="325938"/>
                    <a:pt x="600662" y="326314"/>
                  </a:cubicBezTo>
                  <a:cubicBezTo>
                    <a:pt x="600416" y="326820"/>
                    <a:pt x="600171" y="327327"/>
                    <a:pt x="599918" y="327848"/>
                  </a:cubicBezTo>
                  <a:cubicBezTo>
                    <a:pt x="599672" y="328324"/>
                    <a:pt x="599427" y="328800"/>
                    <a:pt x="599174" y="329290"/>
                  </a:cubicBezTo>
                  <a:cubicBezTo>
                    <a:pt x="598683" y="329290"/>
                    <a:pt x="598191" y="329290"/>
                    <a:pt x="597685" y="329290"/>
                  </a:cubicBezTo>
                  <a:cubicBezTo>
                    <a:pt x="596732" y="330899"/>
                    <a:pt x="596116" y="332500"/>
                    <a:pt x="595499" y="334267"/>
                  </a:cubicBezTo>
                  <a:cubicBezTo>
                    <a:pt x="595239" y="334834"/>
                    <a:pt x="594978" y="335402"/>
                    <a:pt x="594709" y="335987"/>
                  </a:cubicBezTo>
                  <a:cubicBezTo>
                    <a:pt x="593972" y="336233"/>
                    <a:pt x="593235" y="336479"/>
                    <a:pt x="592476" y="336732"/>
                  </a:cubicBezTo>
                  <a:cubicBezTo>
                    <a:pt x="591968" y="337718"/>
                    <a:pt x="591471" y="338710"/>
                    <a:pt x="590988" y="339708"/>
                  </a:cubicBezTo>
                  <a:cubicBezTo>
                    <a:pt x="590497" y="339708"/>
                    <a:pt x="590006" y="339708"/>
                    <a:pt x="589500" y="339708"/>
                  </a:cubicBezTo>
                  <a:cubicBezTo>
                    <a:pt x="589246" y="340947"/>
                    <a:pt x="588998" y="342187"/>
                    <a:pt x="588756" y="343429"/>
                  </a:cubicBezTo>
                  <a:cubicBezTo>
                    <a:pt x="588019" y="343797"/>
                    <a:pt x="588019" y="343797"/>
                    <a:pt x="587267" y="344173"/>
                  </a:cubicBezTo>
                  <a:cubicBezTo>
                    <a:pt x="587145" y="344787"/>
                    <a:pt x="587022" y="345401"/>
                    <a:pt x="586895" y="346033"/>
                  </a:cubicBezTo>
                  <a:cubicBezTo>
                    <a:pt x="586773" y="346647"/>
                    <a:pt x="586650" y="347261"/>
                    <a:pt x="586523" y="347894"/>
                  </a:cubicBezTo>
                  <a:cubicBezTo>
                    <a:pt x="585787" y="348262"/>
                    <a:pt x="585787" y="348262"/>
                    <a:pt x="585035" y="348638"/>
                  </a:cubicBezTo>
                  <a:cubicBezTo>
                    <a:pt x="584789" y="349252"/>
                    <a:pt x="584544" y="349866"/>
                    <a:pt x="584291" y="350498"/>
                  </a:cubicBezTo>
                  <a:cubicBezTo>
                    <a:pt x="583547" y="352359"/>
                    <a:pt x="583547" y="352359"/>
                    <a:pt x="582058" y="353103"/>
                  </a:cubicBezTo>
                  <a:cubicBezTo>
                    <a:pt x="581690" y="353732"/>
                    <a:pt x="581322" y="354361"/>
                    <a:pt x="580942" y="355010"/>
                  </a:cubicBezTo>
                  <a:cubicBezTo>
                    <a:pt x="580390" y="355907"/>
                    <a:pt x="580390" y="355907"/>
                    <a:pt x="579826" y="356823"/>
                  </a:cubicBezTo>
                  <a:cubicBezTo>
                    <a:pt x="579335" y="356823"/>
                    <a:pt x="578844" y="356823"/>
                    <a:pt x="578338" y="356823"/>
                  </a:cubicBezTo>
                  <a:cubicBezTo>
                    <a:pt x="578338" y="358297"/>
                    <a:pt x="578338" y="359770"/>
                    <a:pt x="578338" y="361288"/>
                  </a:cubicBezTo>
                  <a:cubicBezTo>
                    <a:pt x="577847" y="361288"/>
                    <a:pt x="577355" y="361288"/>
                    <a:pt x="576849" y="361288"/>
                  </a:cubicBezTo>
                  <a:cubicBezTo>
                    <a:pt x="576345" y="363022"/>
                    <a:pt x="575849" y="364759"/>
                    <a:pt x="575361" y="366497"/>
                  </a:cubicBezTo>
                  <a:cubicBezTo>
                    <a:pt x="574624" y="366866"/>
                    <a:pt x="574624" y="366866"/>
                    <a:pt x="573873" y="367241"/>
                  </a:cubicBezTo>
                  <a:cubicBezTo>
                    <a:pt x="573765" y="367871"/>
                    <a:pt x="573658" y="368500"/>
                    <a:pt x="573547" y="369148"/>
                  </a:cubicBezTo>
                  <a:cubicBezTo>
                    <a:pt x="573409" y="369747"/>
                    <a:pt x="573271" y="370345"/>
                    <a:pt x="573129" y="370962"/>
                  </a:cubicBezTo>
                  <a:cubicBezTo>
                    <a:pt x="572392" y="370962"/>
                    <a:pt x="571655" y="370962"/>
                    <a:pt x="570896" y="370962"/>
                  </a:cubicBezTo>
                  <a:cubicBezTo>
                    <a:pt x="570781" y="372205"/>
                    <a:pt x="570781" y="372205"/>
                    <a:pt x="570664" y="373473"/>
                  </a:cubicBezTo>
                  <a:cubicBezTo>
                    <a:pt x="570495" y="374364"/>
                    <a:pt x="570326" y="375254"/>
                    <a:pt x="570152" y="376171"/>
                  </a:cubicBezTo>
                  <a:cubicBezTo>
                    <a:pt x="569415" y="376662"/>
                    <a:pt x="568679" y="377153"/>
                    <a:pt x="567920" y="377659"/>
                  </a:cubicBezTo>
                  <a:cubicBezTo>
                    <a:pt x="567920" y="378396"/>
                    <a:pt x="567920" y="379133"/>
                    <a:pt x="567920" y="379892"/>
                  </a:cubicBezTo>
                  <a:cubicBezTo>
                    <a:pt x="567920" y="380628"/>
                    <a:pt x="567920" y="381365"/>
                    <a:pt x="567920" y="382124"/>
                  </a:cubicBezTo>
                  <a:cubicBezTo>
                    <a:pt x="567183" y="382615"/>
                    <a:pt x="566446" y="383106"/>
                    <a:pt x="565687" y="383612"/>
                  </a:cubicBezTo>
                  <a:cubicBezTo>
                    <a:pt x="565142" y="385894"/>
                    <a:pt x="565142" y="385894"/>
                    <a:pt x="564943" y="388077"/>
                  </a:cubicBezTo>
                  <a:cubicBezTo>
                    <a:pt x="564206" y="388077"/>
                    <a:pt x="563470" y="388077"/>
                    <a:pt x="562711" y="388077"/>
                  </a:cubicBezTo>
                  <a:cubicBezTo>
                    <a:pt x="562674" y="388552"/>
                    <a:pt x="562638" y="389027"/>
                    <a:pt x="562600" y="389516"/>
                  </a:cubicBezTo>
                  <a:cubicBezTo>
                    <a:pt x="562545" y="390131"/>
                    <a:pt x="562489" y="390746"/>
                    <a:pt x="562432" y="391379"/>
                  </a:cubicBezTo>
                  <a:cubicBezTo>
                    <a:pt x="562354" y="392299"/>
                    <a:pt x="562354" y="392299"/>
                    <a:pt x="562275" y="393237"/>
                  </a:cubicBezTo>
                  <a:cubicBezTo>
                    <a:pt x="562173" y="393744"/>
                    <a:pt x="562071" y="394252"/>
                    <a:pt x="561967" y="394775"/>
                  </a:cubicBezTo>
                  <a:cubicBezTo>
                    <a:pt x="561475" y="395020"/>
                    <a:pt x="560984" y="395266"/>
                    <a:pt x="560478" y="395519"/>
                  </a:cubicBezTo>
                  <a:cubicBezTo>
                    <a:pt x="559830" y="397067"/>
                    <a:pt x="559830" y="397067"/>
                    <a:pt x="559316" y="398867"/>
                  </a:cubicBezTo>
                  <a:cubicBezTo>
                    <a:pt x="558314" y="402148"/>
                    <a:pt x="558314" y="402148"/>
                    <a:pt x="557502" y="402960"/>
                  </a:cubicBezTo>
                  <a:cubicBezTo>
                    <a:pt x="557330" y="403963"/>
                    <a:pt x="557196" y="404972"/>
                    <a:pt x="557083" y="405983"/>
                  </a:cubicBezTo>
                  <a:cubicBezTo>
                    <a:pt x="556976" y="406950"/>
                    <a:pt x="556868" y="407917"/>
                    <a:pt x="556758" y="408913"/>
                  </a:cubicBezTo>
                  <a:cubicBezTo>
                    <a:pt x="556021" y="408913"/>
                    <a:pt x="555284" y="408913"/>
                    <a:pt x="554525" y="408913"/>
                  </a:cubicBezTo>
                  <a:cubicBezTo>
                    <a:pt x="554280" y="411614"/>
                    <a:pt x="554034" y="414316"/>
                    <a:pt x="553781" y="417099"/>
                  </a:cubicBezTo>
                  <a:cubicBezTo>
                    <a:pt x="553044" y="417099"/>
                    <a:pt x="552308" y="417099"/>
                    <a:pt x="551549" y="417099"/>
                  </a:cubicBezTo>
                  <a:cubicBezTo>
                    <a:pt x="551572" y="418526"/>
                    <a:pt x="551572" y="418526"/>
                    <a:pt x="551595" y="419982"/>
                  </a:cubicBezTo>
                  <a:cubicBezTo>
                    <a:pt x="551642" y="422866"/>
                    <a:pt x="551642" y="422866"/>
                    <a:pt x="550805" y="424540"/>
                  </a:cubicBezTo>
                  <a:cubicBezTo>
                    <a:pt x="550313" y="424540"/>
                    <a:pt x="549822" y="424540"/>
                    <a:pt x="549316" y="424540"/>
                  </a:cubicBezTo>
                  <a:cubicBezTo>
                    <a:pt x="549071" y="427487"/>
                    <a:pt x="548825" y="430434"/>
                    <a:pt x="548572" y="433470"/>
                  </a:cubicBezTo>
                  <a:cubicBezTo>
                    <a:pt x="547835" y="433470"/>
                    <a:pt x="547099" y="433470"/>
                    <a:pt x="546340" y="433470"/>
                  </a:cubicBezTo>
                  <a:cubicBezTo>
                    <a:pt x="546094" y="436417"/>
                    <a:pt x="545849" y="439363"/>
                    <a:pt x="545596" y="442400"/>
                  </a:cubicBezTo>
                  <a:cubicBezTo>
                    <a:pt x="545104" y="442400"/>
                    <a:pt x="544613" y="442400"/>
                    <a:pt x="544107" y="442400"/>
                  </a:cubicBezTo>
                  <a:cubicBezTo>
                    <a:pt x="544066" y="443166"/>
                    <a:pt x="544066" y="443166"/>
                    <a:pt x="544023" y="443949"/>
                  </a:cubicBezTo>
                  <a:cubicBezTo>
                    <a:pt x="543974" y="444619"/>
                    <a:pt x="543925" y="445290"/>
                    <a:pt x="543875" y="445981"/>
                  </a:cubicBezTo>
                  <a:cubicBezTo>
                    <a:pt x="543810" y="446978"/>
                    <a:pt x="543810" y="446978"/>
                    <a:pt x="543744" y="447995"/>
                  </a:cubicBezTo>
                  <a:cubicBezTo>
                    <a:pt x="543302" y="450135"/>
                    <a:pt x="542647" y="450589"/>
                    <a:pt x="541131" y="452073"/>
                  </a:cubicBezTo>
                  <a:cubicBezTo>
                    <a:pt x="540731" y="453740"/>
                    <a:pt x="540731" y="453740"/>
                    <a:pt x="540666" y="455515"/>
                  </a:cubicBezTo>
                  <a:cubicBezTo>
                    <a:pt x="540449" y="458709"/>
                    <a:pt x="540449" y="458709"/>
                    <a:pt x="539642" y="459515"/>
                  </a:cubicBezTo>
                  <a:cubicBezTo>
                    <a:pt x="537822" y="459634"/>
                    <a:pt x="536020" y="459708"/>
                    <a:pt x="534198" y="459750"/>
                  </a:cubicBezTo>
                  <a:cubicBezTo>
                    <a:pt x="533654" y="459766"/>
                    <a:pt x="533110" y="459781"/>
                    <a:pt x="532549" y="459797"/>
                  </a:cubicBezTo>
                  <a:cubicBezTo>
                    <a:pt x="530806" y="459846"/>
                    <a:pt x="529062" y="459890"/>
                    <a:pt x="527318" y="459933"/>
                  </a:cubicBezTo>
                  <a:cubicBezTo>
                    <a:pt x="526138" y="459965"/>
                    <a:pt x="524958" y="459998"/>
                    <a:pt x="523779" y="460031"/>
                  </a:cubicBezTo>
                  <a:cubicBezTo>
                    <a:pt x="520881" y="460111"/>
                    <a:pt x="517983" y="460186"/>
                    <a:pt x="515086" y="460259"/>
                  </a:cubicBezTo>
                  <a:cubicBezTo>
                    <a:pt x="515086" y="461241"/>
                    <a:pt x="515086" y="462223"/>
                    <a:pt x="515086" y="463235"/>
                  </a:cubicBezTo>
                  <a:cubicBezTo>
                    <a:pt x="513976" y="463252"/>
                    <a:pt x="513976" y="463252"/>
                    <a:pt x="512843" y="463268"/>
                  </a:cubicBezTo>
                  <a:cubicBezTo>
                    <a:pt x="510107" y="463311"/>
                    <a:pt x="507371" y="463369"/>
                    <a:pt x="504635" y="463431"/>
                  </a:cubicBezTo>
                  <a:cubicBezTo>
                    <a:pt x="503449" y="463456"/>
                    <a:pt x="502263" y="463476"/>
                    <a:pt x="501077" y="463493"/>
                  </a:cubicBezTo>
                  <a:cubicBezTo>
                    <a:pt x="499375" y="463518"/>
                    <a:pt x="497675" y="463557"/>
                    <a:pt x="495974" y="463599"/>
                  </a:cubicBezTo>
                  <a:cubicBezTo>
                    <a:pt x="495440" y="463604"/>
                    <a:pt x="494907" y="463608"/>
                    <a:pt x="494357" y="463613"/>
                  </a:cubicBezTo>
                  <a:cubicBezTo>
                    <a:pt x="492721" y="463636"/>
                    <a:pt x="492721" y="463636"/>
                    <a:pt x="490529" y="463980"/>
                  </a:cubicBezTo>
                  <a:cubicBezTo>
                    <a:pt x="490284" y="464716"/>
                    <a:pt x="490038" y="465453"/>
                    <a:pt x="489785" y="466212"/>
                  </a:cubicBezTo>
                  <a:cubicBezTo>
                    <a:pt x="487886" y="466517"/>
                    <a:pt x="486162" y="466665"/>
                    <a:pt x="484250" y="466724"/>
                  </a:cubicBezTo>
                  <a:cubicBezTo>
                    <a:pt x="483692" y="466749"/>
                    <a:pt x="483134" y="466774"/>
                    <a:pt x="482558" y="466801"/>
                  </a:cubicBezTo>
                  <a:cubicBezTo>
                    <a:pt x="477749" y="466996"/>
                    <a:pt x="472936" y="467005"/>
                    <a:pt x="468124" y="466929"/>
                  </a:cubicBezTo>
                  <a:cubicBezTo>
                    <a:pt x="464349" y="466767"/>
                    <a:pt x="464349" y="466767"/>
                    <a:pt x="460763" y="467700"/>
                  </a:cubicBezTo>
                  <a:cubicBezTo>
                    <a:pt x="460763" y="468437"/>
                    <a:pt x="460763" y="469174"/>
                    <a:pt x="460763" y="469933"/>
                  </a:cubicBezTo>
                  <a:cubicBezTo>
                    <a:pt x="447994" y="470178"/>
                    <a:pt x="435225" y="470424"/>
                    <a:pt x="422068" y="470677"/>
                  </a:cubicBezTo>
                  <a:cubicBezTo>
                    <a:pt x="422068" y="471659"/>
                    <a:pt x="422068" y="472641"/>
                    <a:pt x="422068" y="473653"/>
                  </a:cubicBezTo>
                  <a:cubicBezTo>
                    <a:pt x="405587" y="473723"/>
                    <a:pt x="389106" y="473775"/>
                    <a:pt x="372625" y="473808"/>
                  </a:cubicBezTo>
                  <a:cubicBezTo>
                    <a:pt x="364973" y="473823"/>
                    <a:pt x="357321" y="473844"/>
                    <a:pt x="349669" y="473878"/>
                  </a:cubicBezTo>
                  <a:cubicBezTo>
                    <a:pt x="343002" y="473908"/>
                    <a:pt x="336335" y="473927"/>
                    <a:pt x="329668" y="473933"/>
                  </a:cubicBezTo>
                  <a:cubicBezTo>
                    <a:pt x="326136" y="473937"/>
                    <a:pt x="322603" y="473947"/>
                    <a:pt x="319071" y="473968"/>
                  </a:cubicBezTo>
                  <a:cubicBezTo>
                    <a:pt x="315750" y="473988"/>
                    <a:pt x="312430" y="473995"/>
                    <a:pt x="309109" y="473990"/>
                  </a:cubicBezTo>
                  <a:cubicBezTo>
                    <a:pt x="307886" y="473991"/>
                    <a:pt x="306664" y="473997"/>
                    <a:pt x="305441" y="474008"/>
                  </a:cubicBezTo>
                  <a:cubicBezTo>
                    <a:pt x="303779" y="474023"/>
                    <a:pt x="302118" y="474020"/>
                    <a:pt x="300456" y="474011"/>
                  </a:cubicBezTo>
                  <a:cubicBezTo>
                    <a:pt x="299524" y="474014"/>
                    <a:pt x="298592" y="474017"/>
                    <a:pt x="297631" y="474020"/>
                  </a:cubicBezTo>
                  <a:cubicBezTo>
                    <a:pt x="296949" y="473899"/>
                    <a:pt x="296267" y="473778"/>
                    <a:pt x="295564" y="473653"/>
                  </a:cubicBezTo>
                  <a:cubicBezTo>
                    <a:pt x="295020" y="472168"/>
                    <a:pt x="295020" y="472168"/>
                    <a:pt x="294820" y="470677"/>
                  </a:cubicBezTo>
                  <a:cubicBezTo>
                    <a:pt x="292586" y="470189"/>
                    <a:pt x="292586" y="470189"/>
                    <a:pt x="289864" y="470223"/>
                  </a:cubicBezTo>
                  <a:cubicBezTo>
                    <a:pt x="289122" y="470205"/>
                    <a:pt x="289122" y="470205"/>
                    <a:pt x="288366" y="470186"/>
                  </a:cubicBezTo>
                  <a:cubicBezTo>
                    <a:pt x="286781" y="470150"/>
                    <a:pt x="285197" y="470134"/>
                    <a:pt x="283612" y="470119"/>
                  </a:cubicBezTo>
                  <a:cubicBezTo>
                    <a:pt x="282539" y="470098"/>
                    <a:pt x="281467" y="470076"/>
                    <a:pt x="280395" y="470052"/>
                  </a:cubicBezTo>
                  <a:cubicBezTo>
                    <a:pt x="277762" y="469997"/>
                    <a:pt x="275129" y="469960"/>
                    <a:pt x="272496" y="469933"/>
                  </a:cubicBezTo>
                  <a:cubicBezTo>
                    <a:pt x="272468" y="469350"/>
                    <a:pt x="272440" y="468768"/>
                    <a:pt x="272412" y="468168"/>
                  </a:cubicBezTo>
                  <a:cubicBezTo>
                    <a:pt x="272363" y="467415"/>
                    <a:pt x="272314" y="466662"/>
                    <a:pt x="272263" y="465886"/>
                  </a:cubicBezTo>
                  <a:cubicBezTo>
                    <a:pt x="272220" y="465135"/>
                    <a:pt x="272177" y="464384"/>
                    <a:pt x="272133" y="463610"/>
                  </a:cubicBezTo>
                  <a:cubicBezTo>
                    <a:pt x="272007" y="462996"/>
                    <a:pt x="271881" y="462381"/>
                    <a:pt x="271752" y="461747"/>
                  </a:cubicBezTo>
                  <a:cubicBezTo>
                    <a:pt x="271015" y="461502"/>
                    <a:pt x="270278" y="461256"/>
                    <a:pt x="269519" y="461003"/>
                  </a:cubicBezTo>
                  <a:cubicBezTo>
                    <a:pt x="269355" y="459098"/>
                    <a:pt x="269526" y="457287"/>
                    <a:pt x="269659" y="455381"/>
                  </a:cubicBezTo>
                  <a:cubicBezTo>
                    <a:pt x="269486" y="453123"/>
                    <a:pt x="268839" y="452873"/>
                    <a:pt x="267287" y="451329"/>
                  </a:cubicBezTo>
                  <a:cubicBezTo>
                    <a:pt x="266906" y="449321"/>
                    <a:pt x="266906" y="449321"/>
                    <a:pt x="266775" y="447097"/>
                  </a:cubicBezTo>
                  <a:cubicBezTo>
                    <a:pt x="266726" y="446357"/>
                    <a:pt x="266677" y="445618"/>
                    <a:pt x="266627" y="444856"/>
                  </a:cubicBezTo>
                  <a:cubicBezTo>
                    <a:pt x="266599" y="444291"/>
                    <a:pt x="266571" y="443726"/>
                    <a:pt x="266543" y="443144"/>
                  </a:cubicBezTo>
                  <a:cubicBezTo>
                    <a:pt x="265806" y="443144"/>
                    <a:pt x="265069" y="443144"/>
                    <a:pt x="264310" y="443144"/>
                  </a:cubicBezTo>
                  <a:cubicBezTo>
                    <a:pt x="264310" y="440442"/>
                    <a:pt x="264310" y="437741"/>
                    <a:pt x="264310" y="434958"/>
                  </a:cubicBezTo>
                  <a:cubicBezTo>
                    <a:pt x="263328" y="434958"/>
                    <a:pt x="262346" y="434958"/>
                    <a:pt x="261334" y="434958"/>
                  </a:cubicBezTo>
                  <a:cubicBezTo>
                    <a:pt x="261334" y="432502"/>
                    <a:pt x="261334" y="430047"/>
                    <a:pt x="261334" y="427517"/>
                  </a:cubicBezTo>
                  <a:cubicBezTo>
                    <a:pt x="260597" y="427517"/>
                    <a:pt x="259860" y="427517"/>
                    <a:pt x="259101" y="427517"/>
                  </a:cubicBezTo>
                  <a:cubicBezTo>
                    <a:pt x="258610" y="424815"/>
                    <a:pt x="258119" y="422114"/>
                    <a:pt x="257613" y="419331"/>
                  </a:cubicBezTo>
                  <a:cubicBezTo>
                    <a:pt x="257122" y="419331"/>
                    <a:pt x="256631" y="419331"/>
                    <a:pt x="256125" y="419331"/>
                  </a:cubicBezTo>
                  <a:cubicBezTo>
                    <a:pt x="256097" y="418803"/>
                    <a:pt x="256069" y="418274"/>
                    <a:pt x="256041" y="417729"/>
                  </a:cubicBezTo>
                  <a:cubicBezTo>
                    <a:pt x="255967" y="416704"/>
                    <a:pt x="255967" y="416704"/>
                    <a:pt x="255892" y="415657"/>
                  </a:cubicBezTo>
                  <a:cubicBezTo>
                    <a:pt x="255849" y="414975"/>
                    <a:pt x="255806" y="414293"/>
                    <a:pt x="255761" y="413590"/>
                  </a:cubicBezTo>
                  <a:cubicBezTo>
                    <a:pt x="255636" y="413029"/>
                    <a:pt x="255510" y="412468"/>
                    <a:pt x="255381" y="411890"/>
                  </a:cubicBezTo>
                  <a:cubicBezTo>
                    <a:pt x="254644" y="411644"/>
                    <a:pt x="253907" y="411399"/>
                    <a:pt x="253148" y="411146"/>
                  </a:cubicBezTo>
                  <a:cubicBezTo>
                    <a:pt x="252820" y="409797"/>
                    <a:pt x="252820" y="409797"/>
                    <a:pt x="252730" y="408169"/>
                  </a:cubicBezTo>
                  <a:cubicBezTo>
                    <a:pt x="252666" y="406582"/>
                    <a:pt x="252666" y="406582"/>
                    <a:pt x="252404" y="405192"/>
                  </a:cubicBezTo>
                  <a:cubicBezTo>
                    <a:pt x="251913" y="404947"/>
                    <a:pt x="251422" y="404701"/>
                    <a:pt x="250916" y="404448"/>
                  </a:cubicBezTo>
                  <a:cubicBezTo>
                    <a:pt x="250474" y="402477"/>
                    <a:pt x="250364" y="400510"/>
                    <a:pt x="250172" y="398495"/>
                  </a:cubicBezTo>
                  <a:cubicBezTo>
                    <a:pt x="249435" y="398495"/>
                    <a:pt x="248698" y="398495"/>
                    <a:pt x="247939" y="398495"/>
                  </a:cubicBezTo>
                  <a:cubicBezTo>
                    <a:pt x="247694" y="396531"/>
                    <a:pt x="247448" y="394566"/>
                    <a:pt x="247195" y="392542"/>
                  </a:cubicBezTo>
                  <a:cubicBezTo>
                    <a:pt x="246458" y="392542"/>
                    <a:pt x="245722" y="392542"/>
                    <a:pt x="244963" y="392542"/>
                  </a:cubicBezTo>
                  <a:cubicBezTo>
                    <a:pt x="244871" y="391698"/>
                    <a:pt x="244779" y="390854"/>
                    <a:pt x="244684" y="389984"/>
                  </a:cubicBezTo>
                  <a:cubicBezTo>
                    <a:pt x="244530" y="389109"/>
                    <a:pt x="244377" y="388234"/>
                    <a:pt x="244219" y="387333"/>
                  </a:cubicBezTo>
                  <a:cubicBezTo>
                    <a:pt x="243727" y="387088"/>
                    <a:pt x="243236" y="386842"/>
                    <a:pt x="242730" y="386589"/>
                  </a:cubicBezTo>
                  <a:cubicBezTo>
                    <a:pt x="242289" y="384618"/>
                    <a:pt x="242178" y="382651"/>
                    <a:pt x="241986" y="380636"/>
                  </a:cubicBezTo>
                  <a:cubicBezTo>
                    <a:pt x="241249" y="380636"/>
                    <a:pt x="240513" y="380636"/>
                    <a:pt x="239754" y="380636"/>
                  </a:cubicBezTo>
                  <a:cubicBezTo>
                    <a:pt x="239220" y="379161"/>
                    <a:pt x="238725" y="377671"/>
                    <a:pt x="238265" y="376171"/>
                  </a:cubicBezTo>
                  <a:cubicBezTo>
                    <a:pt x="237774" y="375925"/>
                    <a:pt x="237283" y="375680"/>
                    <a:pt x="236777" y="375427"/>
                  </a:cubicBezTo>
                  <a:cubicBezTo>
                    <a:pt x="236792" y="374690"/>
                    <a:pt x="236808" y="373953"/>
                    <a:pt x="236824" y="373194"/>
                  </a:cubicBezTo>
                  <a:cubicBezTo>
                    <a:pt x="236801" y="372089"/>
                    <a:pt x="236801" y="372089"/>
                    <a:pt x="236777" y="370962"/>
                  </a:cubicBezTo>
                  <a:cubicBezTo>
                    <a:pt x="236040" y="370716"/>
                    <a:pt x="235304" y="370471"/>
                    <a:pt x="234545" y="370218"/>
                  </a:cubicBezTo>
                  <a:cubicBezTo>
                    <a:pt x="234289" y="369228"/>
                    <a:pt x="234042" y="368235"/>
                    <a:pt x="233801" y="367241"/>
                  </a:cubicBezTo>
                  <a:cubicBezTo>
                    <a:pt x="233064" y="366750"/>
                    <a:pt x="232327" y="366259"/>
                    <a:pt x="231568" y="365753"/>
                  </a:cubicBezTo>
                  <a:cubicBezTo>
                    <a:pt x="231057" y="364519"/>
                    <a:pt x="230559" y="363279"/>
                    <a:pt x="230080" y="362032"/>
                  </a:cubicBezTo>
                  <a:cubicBezTo>
                    <a:pt x="229589" y="361787"/>
                    <a:pt x="229098" y="361541"/>
                    <a:pt x="228592" y="361288"/>
                  </a:cubicBezTo>
                  <a:cubicBezTo>
                    <a:pt x="228344" y="360048"/>
                    <a:pt x="228095" y="358808"/>
                    <a:pt x="227847" y="357567"/>
                  </a:cubicBezTo>
                  <a:cubicBezTo>
                    <a:pt x="227356" y="357322"/>
                    <a:pt x="226865" y="357076"/>
                    <a:pt x="226359" y="356823"/>
                  </a:cubicBezTo>
                  <a:cubicBezTo>
                    <a:pt x="226252" y="356363"/>
                    <a:pt x="226144" y="355902"/>
                    <a:pt x="226034" y="355428"/>
                  </a:cubicBezTo>
                  <a:cubicBezTo>
                    <a:pt x="225525" y="353508"/>
                    <a:pt x="224828" y="352953"/>
                    <a:pt x="223383" y="351614"/>
                  </a:cubicBezTo>
                  <a:cubicBezTo>
                    <a:pt x="220496" y="348303"/>
                    <a:pt x="220496" y="348303"/>
                    <a:pt x="220080" y="346405"/>
                  </a:cubicBezTo>
                  <a:cubicBezTo>
                    <a:pt x="219732" y="344691"/>
                    <a:pt x="219732" y="344691"/>
                    <a:pt x="217848" y="343150"/>
                  </a:cubicBezTo>
                  <a:cubicBezTo>
                    <a:pt x="215783" y="341034"/>
                    <a:pt x="215349" y="339484"/>
                    <a:pt x="214453" y="336732"/>
                  </a:cubicBezTo>
                  <a:cubicBezTo>
                    <a:pt x="213716" y="336732"/>
                    <a:pt x="212980" y="336732"/>
                    <a:pt x="212221" y="336732"/>
                  </a:cubicBezTo>
                  <a:cubicBezTo>
                    <a:pt x="211802" y="335290"/>
                    <a:pt x="211802" y="335290"/>
                    <a:pt x="211476" y="333755"/>
                  </a:cubicBezTo>
                  <a:cubicBezTo>
                    <a:pt x="210985" y="333509"/>
                    <a:pt x="210494" y="333264"/>
                    <a:pt x="209988" y="333011"/>
                  </a:cubicBezTo>
                  <a:cubicBezTo>
                    <a:pt x="209743" y="332274"/>
                    <a:pt x="209497" y="331537"/>
                    <a:pt x="209244" y="330778"/>
                  </a:cubicBezTo>
                  <a:cubicBezTo>
                    <a:pt x="208507" y="330533"/>
                    <a:pt x="207771" y="330287"/>
                    <a:pt x="207012" y="330034"/>
                  </a:cubicBezTo>
                  <a:cubicBezTo>
                    <a:pt x="206763" y="329042"/>
                    <a:pt x="206515" y="328050"/>
                    <a:pt x="206267" y="327058"/>
                  </a:cubicBezTo>
                  <a:cubicBezTo>
                    <a:pt x="205531" y="326812"/>
                    <a:pt x="204794" y="326567"/>
                    <a:pt x="204035" y="326314"/>
                  </a:cubicBezTo>
                  <a:cubicBezTo>
                    <a:pt x="203758" y="325329"/>
                    <a:pt x="203509" y="324336"/>
                    <a:pt x="203291" y="323337"/>
                  </a:cubicBezTo>
                  <a:cubicBezTo>
                    <a:pt x="202800" y="323091"/>
                    <a:pt x="202309" y="322846"/>
                    <a:pt x="201803" y="322593"/>
                  </a:cubicBezTo>
                  <a:cubicBezTo>
                    <a:pt x="201557" y="321856"/>
                    <a:pt x="201311" y="321119"/>
                    <a:pt x="201058" y="320360"/>
                  </a:cubicBezTo>
                  <a:cubicBezTo>
                    <a:pt x="200322" y="320115"/>
                    <a:pt x="199585" y="319869"/>
                    <a:pt x="198826" y="319616"/>
                  </a:cubicBezTo>
                  <a:cubicBezTo>
                    <a:pt x="198719" y="319125"/>
                    <a:pt x="198611" y="318634"/>
                    <a:pt x="198500" y="318128"/>
                  </a:cubicBezTo>
                  <a:cubicBezTo>
                    <a:pt x="198362" y="317637"/>
                    <a:pt x="198224" y="317146"/>
                    <a:pt x="198082" y="316640"/>
                  </a:cubicBezTo>
                  <a:cubicBezTo>
                    <a:pt x="197095" y="316371"/>
                    <a:pt x="196103" y="316121"/>
                    <a:pt x="195105" y="315896"/>
                  </a:cubicBezTo>
                  <a:cubicBezTo>
                    <a:pt x="195105" y="315159"/>
                    <a:pt x="195105" y="314422"/>
                    <a:pt x="195105" y="313663"/>
                  </a:cubicBezTo>
                  <a:cubicBezTo>
                    <a:pt x="194369" y="313418"/>
                    <a:pt x="193632" y="313172"/>
                    <a:pt x="192873" y="312919"/>
                  </a:cubicBezTo>
                  <a:cubicBezTo>
                    <a:pt x="192627" y="312182"/>
                    <a:pt x="192382" y="311446"/>
                    <a:pt x="192129" y="310687"/>
                  </a:cubicBezTo>
                  <a:cubicBezTo>
                    <a:pt x="191392" y="310195"/>
                    <a:pt x="190655" y="309704"/>
                    <a:pt x="189896" y="309198"/>
                  </a:cubicBezTo>
                  <a:cubicBezTo>
                    <a:pt x="189651" y="308462"/>
                    <a:pt x="189405" y="307725"/>
                    <a:pt x="189152" y="306966"/>
                  </a:cubicBezTo>
                  <a:cubicBezTo>
                    <a:pt x="188584" y="306659"/>
                    <a:pt x="188016" y="306352"/>
                    <a:pt x="187431" y="306036"/>
                  </a:cubicBezTo>
                  <a:cubicBezTo>
                    <a:pt x="185398" y="304712"/>
                    <a:pt x="184939" y="304096"/>
                    <a:pt x="183850" y="302036"/>
                  </a:cubicBezTo>
                  <a:cubicBezTo>
                    <a:pt x="182719" y="299333"/>
                    <a:pt x="182719" y="299333"/>
                    <a:pt x="180222" y="298780"/>
                  </a:cubicBezTo>
                  <a:cubicBezTo>
                    <a:pt x="179974" y="297540"/>
                    <a:pt x="179726" y="296300"/>
                    <a:pt x="179478" y="295060"/>
                  </a:cubicBezTo>
                  <a:cubicBezTo>
                    <a:pt x="178742" y="294814"/>
                    <a:pt x="178005" y="294569"/>
                    <a:pt x="177246" y="294316"/>
                  </a:cubicBezTo>
                  <a:cubicBezTo>
                    <a:pt x="177246" y="293579"/>
                    <a:pt x="177246" y="292842"/>
                    <a:pt x="177246" y="292083"/>
                  </a:cubicBezTo>
                  <a:cubicBezTo>
                    <a:pt x="176264" y="292083"/>
                    <a:pt x="175281" y="292083"/>
                    <a:pt x="174269" y="292083"/>
                  </a:cubicBezTo>
                  <a:cubicBezTo>
                    <a:pt x="174269" y="291101"/>
                    <a:pt x="174269" y="290119"/>
                    <a:pt x="174269" y="289107"/>
                  </a:cubicBezTo>
                  <a:cubicBezTo>
                    <a:pt x="173748" y="289045"/>
                    <a:pt x="173226" y="288984"/>
                    <a:pt x="172688" y="288921"/>
                  </a:cubicBezTo>
                  <a:cubicBezTo>
                    <a:pt x="169676" y="288135"/>
                    <a:pt x="168835" y="286343"/>
                    <a:pt x="167148" y="283831"/>
                  </a:cubicBezTo>
                  <a:cubicBezTo>
                    <a:pt x="166062" y="282215"/>
                    <a:pt x="166062" y="282215"/>
                    <a:pt x="163851" y="280921"/>
                  </a:cubicBezTo>
                  <a:cubicBezTo>
                    <a:pt x="163851" y="280184"/>
                    <a:pt x="163851" y="279448"/>
                    <a:pt x="163851" y="278689"/>
                  </a:cubicBezTo>
                  <a:cubicBezTo>
                    <a:pt x="162861" y="278433"/>
                    <a:pt x="161869" y="278185"/>
                    <a:pt x="160875" y="277944"/>
                  </a:cubicBezTo>
                  <a:cubicBezTo>
                    <a:pt x="160629" y="277208"/>
                    <a:pt x="160384" y="276471"/>
                    <a:pt x="160131" y="275712"/>
                  </a:cubicBezTo>
                  <a:cubicBezTo>
                    <a:pt x="159394" y="275466"/>
                    <a:pt x="158657" y="275221"/>
                    <a:pt x="157898" y="274968"/>
                  </a:cubicBezTo>
                  <a:cubicBezTo>
                    <a:pt x="157898" y="273986"/>
                    <a:pt x="157898" y="273003"/>
                    <a:pt x="157898" y="271991"/>
                  </a:cubicBezTo>
                  <a:cubicBezTo>
                    <a:pt x="157376" y="271915"/>
                    <a:pt x="156855" y="271838"/>
                    <a:pt x="156317" y="271759"/>
                  </a:cubicBezTo>
                  <a:cubicBezTo>
                    <a:pt x="153117" y="270994"/>
                    <a:pt x="151511" y="268714"/>
                    <a:pt x="149713" y="266038"/>
                  </a:cubicBezTo>
                  <a:cubicBezTo>
                    <a:pt x="149713" y="265547"/>
                    <a:pt x="149713" y="265056"/>
                    <a:pt x="149713" y="264550"/>
                  </a:cubicBezTo>
                  <a:cubicBezTo>
                    <a:pt x="148976" y="264304"/>
                    <a:pt x="148239" y="264059"/>
                    <a:pt x="147480" y="263806"/>
                  </a:cubicBezTo>
                  <a:cubicBezTo>
                    <a:pt x="146364" y="262646"/>
                    <a:pt x="146364" y="262646"/>
                    <a:pt x="145248" y="261248"/>
                  </a:cubicBezTo>
                  <a:cubicBezTo>
                    <a:pt x="143786" y="259424"/>
                    <a:pt x="142777" y="258438"/>
                    <a:pt x="140783" y="257109"/>
                  </a:cubicBezTo>
                  <a:cubicBezTo>
                    <a:pt x="140783" y="256372"/>
                    <a:pt x="140783" y="255635"/>
                    <a:pt x="140783" y="254876"/>
                  </a:cubicBezTo>
                  <a:cubicBezTo>
                    <a:pt x="140347" y="254769"/>
                    <a:pt x="139910" y="254661"/>
                    <a:pt x="139460" y="254551"/>
                  </a:cubicBezTo>
                  <a:cubicBezTo>
                    <a:pt x="137239" y="253988"/>
                    <a:pt x="136569" y="252927"/>
                    <a:pt x="135155" y="251155"/>
                  </a:cubicBezTo>
                  <a:cubicBezTo>
                    <a:pt x="133215" y="248687"/>
                    <a:pt x="133215" y="248687"/>
                    <a:pt x="130365" y="247435"/>
                  </a:cubicBezTo>
                  <a:cubicBezTo>
                    <a:pt x="130365" y="246452"/>
                    <a:pt x="130365" y="245470"/>
                    <a:pt x="130365" y="244458"/>
                  </a:cubicBezTo>
                  <a:cubicBezTo>
                    <a:pt x="129828" y="244366"/>
                    <a:pt x="129291" y="244274"/>
                    <a:pt x="128737" y="244179"/>
                  </a:cubicBezTo>
                  <a:cubicBezTo>
                    <a:pt x="125605" y="243483"/>
                    <a:pt x="124765" y="241828"/>
                    <a:pt x="122924" y="239249"/>
                  </a:cubicBezTo>
                  <a:cubicBezTo>
                    <a:pt x="122924" y="238758"/>
                    <a:pt x="122924" y="238267"/>
                    <a:pt x="122924" y="237761"/>
                  </a:cubicBezTo>
                  <a:cubicBezTo>
                    <a:pt x="122433" y="237531"/>
                    <a:pt x="121941" y="237300"/>
                    <a:pt x="121435" y="237063"/>
                  </a:cubicBezTo>
                  <a:cubicBezTo>
                    <a:pt x="120944" y="236802"/>
                    <a:pt x="120453" y="236541"/>
                    <a:pt x="119947" y="236273"/>
                  </a:cubicBezTo>
                  <a:cubicBezTo>
                    <a:pt x="119947" y="235536"/>
                    <a:pt x="119947" y="234799"/>
                    <a:pt x="119947" y="234040"/>
                  </a:cubicBezTo>
                  <a:cubicBezTo>
                    <a:pt x="118965" y="234040"/>
                    <a:pt x="117983" y="234040"/>
                    <a:pt x="116970" y="234040"/>
                  </a:cubicBezTo>
                  <a:cubicBezTo>
                    <a:pt x="116970" y="233058"/>
                    <a:pt x="116970" y="232076"/>
                    <a:pt x="116970" y="231064"/>
                  </a:cubicBezTo>
                  <a:cubicBezTo>
                    <a:pt x="115737" y="230786"/>
                    <a:pt x="114496" y="230537"/>
                    <a:pt x="113250" y="230319"/>
                  </a:cubicBezTo>
                  <a:cubicBezTo>
                    <a:pt x="113250" y="229583"/>
                    <a:pt x="113250" y="228846"/>
                    <a:pt x="113250" y="228087"/>
                  </a:cubicBezTo>
                  <a:cubicBezTo>
                    <a:pt x="112651" y="227857"/>
                    <a:pt x="112053" y="227627"/>
                    <a:pt x="111436" y="227389"/>
                  </a:cubicBezTo>
                  <a:cubicBezTo>
                    <a:pt x="110807" y="227128"/>
                    <a:pt x="110177" y="226868"/>
                    <a:pt x="109529" y="226599"/>
                  </a:cubicBezTo>
                  <a:cubicBezTo>
                    <a:pt x="109267" y="225610"/>
                    <a:pt x="109017" y="224618"/>
                    <a:pt x="108785" y="223622"/>
                  </a:cubicBezTo>
                  <a:cubicBezTo>
                    <a:pt x="107803" y="223622"/>
                    <a:pt x="106820" y="223622"/>
                    <a:pt x="105808" y="223622"/>
                  </a:cubicBezTo>
                  <a:cubicBezTo>
                    <a:pt x="105808" y="222640"/>
                    <a:pt x="105808" y="221658"/>
                    <a:pt x="105808" y="220646"/>
                  </a:cubicBezTo>
                  <a:cubicBezTo>
                    <a:pt x="104826" y="220646"/>
                    <a:pt x="103844" y="220646"/>
                    <a:pt x="102832" y="220646"/>
                  </a:cubicBezTo>
                  <a:cubicBezTo>
                    <a:pt x="102832" y="219663"/>
                    <a:pt x="102832" y="218681"/>
                    <a:pt x="102832" y="217669"/>
                  </a:cubicBezTo>
                  <a:cubicBezTo>
                    <a:pt x="101594" y="217408"/>
                    <a:pt x="100354" y="217162"/>
                    <a:pt x="99111" y="216925"/>
                  </a:cubicBezTo>
                  <a:cubicBezTo>
                    <a:pt x="98274" y="215483"/>
                    <a:pt x="98274" y="215483"/>
                    <a:pt x="97623" y="213948"/>
                  </a:cubicBezTo>
                  <a:cubicBezTo>
                    <a:pt x="96886" y="213457"/>
                    <a:pt x="96149" y="212966"/>
                    <a:pt x="95390" y="212460"/>
                  </a:cubicBezTo>
                  <a:cubicBezTo>
                    <a:pt x="95390" y="211723"/>
                    <a:pt x="95390" y="210987"/>
                    <a:pt x="95390" y="210228"/>
                  </a:cubicBezTo>
                  <a:cubicBezTo>
                    <a:pt x="94408" y="210228"/>
                    <a:pt x="93426" y="210228"/>
                    <a:pt x="92414" y="210228"/>
                  </a:cubicBezTo>
                  <a:cubicBezTo>
                    <a:pt x="92414" y="209245"/>
                    <a:pt x="92414" y="208263"/>
                    <a:pt x="92414" y="207251"/>
                  </a:cubicBezTo>
                  <a:cubicBezTo>
                    <a:pt x="91180" y="206973"/>
                    <a:pt x="89939" y="206725"/>
                    <a:pt x="88693" y="206507"/>
                  </a:cubicBezTo>
                  <a:cubicBezTo>
                    <a:pt x="88693" y="205770"/>
                    <a:pt x="88693" y="205034"/>
                    <a:pt x="88693" y="204275"/>
                  </a:cubicBezTo>
                  <a:cubicBezTo>
                    <a:pt x="87795" y="203929"/>
                    <a:pt x="87795" y="203929"/>
                    <a:pt x="86879" y="203577"/>
                  </a:cubicBezTo>
                  <a:cubicBezTo>
                    <a:pt x="86250" y="203316"/>
                    <a:pt x="85621" y="203055"/>
                    <a:pt x="84972" y="202786"/>
                  </a:cubicBezTo>
                  <a:cubicBezTo>
                    <a:pt x="84711" y="201798"/>
                    <a:pt x="84461" y="200806"/>
                    <a:pt x="84228" y="199810"/>
                  </a:cubicBezTo>
                  <a:cubicBezTo>
                    <a:pt x="83246" y="199810"/>
                    <a:pt x="82264" y="199810"/>
                    <a:pt x="81252" y="199810"/>
                  </a:cubicBezTo>
                  <a:cubicBezTo>
                    <a:pt x="81252" y="198827"/>
                    <a:pt x="81252" y="197845"/>
                    <a:pt x="81252" y="196833"/>
                  </a:cubicBezTo>
                  <a:cubicBezTo>
                    <a:pt x="80018" y="196555"/>
                    <a:pt x="78777" y="196307"/>
                    <a:pt x="77531" y="196089"/>
                  </a:cubicBezTo>
                  <a:cubicBezTo>
                    <a:pt x="77531" y="195352"/>
                    <a:pt x="77531" y="194616"/>
                    <a:pt x="77531" y="193857"/>
                  </a:cubicBezTo>
                  <a:cubicBezTo>
                    <a:pt x="76552" y="193335"/>
                    <a:pt x="75558" y="192841"/>
                    <a:pt x="74554" y="192368"/>
                  </a:cubicBezTo>
                  <a:cubicBezTo>
                    <a:pt x="74063" y="191632"/>
                    <a:pt x="73572" y="190895"/>
                    <a:pt x="73066" y="190136"/>
                  </a:cubicBezTo>
                  <a:cubicBezTo>
                    <a:pt x="72330" y="189890"/>
                    <a:pt x="71593" y="189645"/>
                    <a:pt x="70834" y="189392"/>
                  </a:cubicBezTo>
                  <a:cubicBezTo>
                    <a:pt x="70834" y="188409"/>
                    <a:pt x="70834" y="187427"/>
                    <a:pt x="70834" y="186415"/>
                  </a:cubicBezTo>
                  <a:cubicBezTo>
                    <a:pt x="69386" y="185976"/>
                    <a:pt x="69386" y="185976"/>
                    <a:pt x="67857" y="185671"/>
                  </a:cubicBezTo>
                  <a:cubicBezTo>
                    <a:pt x="67612" y="184934"/>
                    <a:pt x="67366" y="184198"/>
                    <a:pt x="67113" y="183439"/>
                  </a:cubicBezTo>
                  <a:cubicBezTo>
                    <a:pt x="66499" y="183316"/>
                    <a:pt x="65885" y="183193"/>
                    <a:pt x="65253" y="183067"/>
                  </a:cubicBezTo>
                  <a:cubicBezTo>
                    <a:pt x="64639" y="182944"/>
                    <a:pt x="64025" y="182821"/>
                    <a:pt x="63392" y="182694"/>
                  </a:cubicBezTo>
                  <a:cubicBezTo>
                    <a:pt x="63147" y="181958"/>
                    <a:pt x="62901" y="181221"/>
                    <a:pt x="62648" y="180462"/>
                  </a:cubicBezTo>
                  <a:cubicBezTo>
                    <a:pt x="62142" y="179956"/>
                    <a:pt x="61635" y="179449"/>
                    <a:pt x="61113" y="178927"/>
                  </a:cubicBezTo>
                  <a:cubicBezTo>
                    <a:pt x="59672" y="177485"/>
                    <a:pt x="59672" y="177485"/>
                    <a:pt x="59672" y="175997"/>
                  </a:cubicBezTo>
                  <a:cubicBezTo>
                    <a:pt x="58689" y="175997"/>
                    <a:pt x="57707" y="175997"/>
                    <a:pt x="56695" y="175997"/>
                  </a:cubicBezTo>
                  <a:cubicBezTo>
                    <a:pt x="56695" y="175015"/>
                    <a:pt x="56695" y="174033"/>
                    <a:pt x="56695" y="173021"/>
                  </a:cubicBezTo>
                  <a:cubicBezTo>
                    <a:pt x="55463" y="172736"/>
                    <a:pt x="54221" y="172489"/>
                    <a:pt x="52974" y="172276"/>
                  </a:cubicBezTo>
                  <a:cubicBezTo>
                    <a:pt x="52729" y="171540"/>
                    <a:pt x="52483" y="170803"/>
                    <a:pt x="52230" y="170044"/>
                  </a:cubicBezTo>
                  <a:cubicBezTo>
                    <a:pt x="51739" y="169799"/>
                    <a:pt x="51248" y="169553"/>
                    <a:pt x="50742" y="169300"/>
                  </a:cubicBezTo>
                  <a:cubicBezTo>
                    <a:pt x="49254" y="168556"/>
                    <a:pt x="49254" y="168556"/>
                    <a:pt x="48510" y="166323"/>
                  </a:cubicBezTo>
                  <a:cubicBezTo>
                    <a:pt x="47773" y="166078"/>
                    <a:pt x="47036" y="165832"/>
                    <a:pt x="46277" y="165579"/>
                  </a:cubicBezTo>
                  <a:cubicBezTo>
                    <a:pt x="46170" y="165073"/>
                    <a:pt x="46062" y="164566"/>
                    <a:pt x="45952" y="164044"/>
                  </a:cubicBezTo>
                  <a:cubicBezTo>
                    <a:pt x="45813" y="163569"/>
                    <a:pt x="45675" y="163093"/>
                    <a:pt x="45533" y="162603"/>
                  </a:cubicBezTo>
                  <a:cubicBezTo>
                    <a:pt x="44551" y="162603"/>
                    <a:pt x="43568" y="162603"/>
                    <a:pt x="42556" y="162603"/>
                  </a:cubicBezTo>
                  <a:cubicBezTo>
                    <a:pt x="42449" y="162142"/>
                    <a:pt x="42342" y="161682"/>
                    <a:pt x="42231" y="161207"/>
                  </a:cubicBezTo>
                  <a:cubicBezTo>
                    <a:pt x="42093" y="160686"/>
                    <a:pt x="41955" y="160164"/>
                    <a:pt x="41812" y="159626"/>
                  </a:cubicBezTo>
                  <a:cubicBezTo>
                    <a:pt x="40583" y="159104"/>
                    <a:pt x="39342" y="158607"/>
                    <a:pt x="38092" y="158138"/>
                  </a:cubicBezTo>
                  <a:cubicBezTo>
                    <a:pt x="37846" y="157401"/>
                    <a:pt x="37600" y="156664"/>
                    <a:pt x="37347" y="155905"/>
                  </a:cubicBezTo>
                  <a:cubicBezTo>
                    <a:pt x="36611" y="155414"/>
                    <a:pt x="35874" y="154923"/>
                    <a:pt x="35115" y="154417"/>
                  </a:cubicBezTo>
                  <a:cubicBezTo>
                    <a:pt x="35115" y="153680"/>
                    <a:pt x="35115" y="152944"/>
                    <a:pt x="35115" y="152185"/>
                  </a:cubicBezTo>
                  <a:cubicBezTo>
                    <a:pt x="33887" y="152185"/>
                    <a:pt x="32659" y="152185"/>
                    <a:pt x="31394" y="152185"/>
                  </a:cubicBezTo>
                  <a:cubicBezTo>
                    <a:pt x="31394" y="151448"/>
                    <a:pt x="31394" y="150711"/>
                    <a:pt x="31394" y="149952"/>
                  </a:cubicBezTo>
                  <a:cubicBezTo>
                    <a:pt x="30811" y="149722"/>
                    <a:pt x="30228" y="149492"/>
                    <a:pt x="29627" y="149255"/>
                  </a:cubicBezTo>
                  <a:cubicBezTo>
                    <a:pt x="27674" y="148464"/>
                    <a:pt x="27674" y="148464"/>
                    <a:pt x="26790" y="146929"/>
                  </a:cubicBezTo>
                  <a:cubicBezTo>
                    <a:pt x="26590" y="146453"/>
                    <a:pt x="26391" y="145978"/>
                    <a:pt x="26185" y="145487"/>
                  </a:cubicBezTo>
                  <a:cubicBezTo>
                    <a:pt x="25694" y="145242"/>
                    <a:pt x="25203" y="144996"/>
                    <a:pt x="24697" y="144743"/>
                  </a:cubicBezTo>
                  <a:cubicBezTo>
                    <a:pt x="24451" y="144007"/>
                    <a:pt x="24206" y="143270"/>
                    <a:pt x="23953" y="142511"/>
                  </a:cubicBezTo>
                  <a:cubicBezTo>
                    <a:pt x="23216" y="142265"/>
                    <a:pt x="22480" y="142020"/>
                    <a:pt x="21720" y="141767"/>
                  </a:cubicBezTo>
                  <a:cubicBezTo>
                    <a:pt x="21613" y="141260"/>
                    <a:pt x="21506" y="140754"/>
                    <a:pt x="21395" y="140232"/>
                  </a:cubicBezTo>
                  <a:cubicBezTo>
                    <a:pt x="21257" y="139756"/>
                    <a:pt x="21119" y="139280"/>
                    <a:pt x="20976" y="138790"/>
                  </a:cubicBezTo>
                  <a:cubicBezTo>
                    <a:pt x="19994" y="138790"/>
                    <a:pt x="19012" y="138790"/>
                    <a:pt x="18000" y="138790"/>
                  </a:cubicBezTo>
                  <a:cubicBezTo>
                    <a:pt x="17478" y="137811"/>
                    <a:pt x="16984" y="136817"/>
                    <a:pt x="16512" y="135814"/>
                  </a:cubicBezTo>
                  <a:cubicBezTo>
                    <a:pt x="15525" y="135306"/>
                    <a:pt x="14533" y="134808"/>
                    <a:pt x="13535" y="134325"/>
                  </a:cubicBezTo>
                  <a:cubicBezTo>
                    <a:pt x="13289" y="133589"/>
                    <a:pt x="13044" y="132852"/>
                    <a:pt x="12791" y="132093"/>
                  </a:cubicBezTo>
                  <a:cubicBezTo>
                    <a:pt x="12054" y="131847"/>
                    <a:pt x="11317" y="131602"/>
                    <a:pt x="10558" y="131349"/>
                  </a:cubicBezTo>
                  <a:cubicBezTo>
                    <a:pt x="10313" y="130612"/>
                    <a:pt x="10067" y="129875"/>
                    <a:pt x="9814" y="129116"/>
                  </a:cubicBezTo>
                  <a:cubicBezTo>
                    <a:pt x="9323" y="128994"/>
                    <a:pt x="8832" y="128871"/>
                    <a:pt x="8326" y="128744"/>
                  </a:cubicBezTo>
                  <a:cubicBezTo>
                    <a:pt x="7835" y="128621"/>
                    <a:pt x="7344" y="128499"/>
                    <a:pt x="6838" y="128372"/>
                  </a:cubicBezTo>
                  <a:cubicBezTo>
                    <a:pt x="6592" y="127635"/>
                    <a:pt x="6347" y="126899"/>
                    <a:pt x="6094" y="126140"/>
                  </a:cubicBezTo>
                  <a:cubicBezTo>
                    <a:pt x="5341" y="125817"/>
                    <a:pt x="4589" y="125495"/>
                    <a:pt x="3815" y="125163"/>
                  </a:cubicBezTo>
                  <a:cubicBezTo>
                    <a:pt x="3093" y="124749"/>
                    <a:pt x="2372" y="124334"/>
                    <a:pt x="1629" y="123907"/>
                  </a:cubicBezTo>
                  <a:cubicBezTo>
                    <a:pt x="1117" y="121675"/>
                    <a:pt x="1117" y="121675"/>
                    <a:pt x="1629" y="119443"/>
                  </a:cubicBezTo>
                  <a:cubicBezTo>
                    <a:pt x="3406" y="118039"/>
                    <a:pt x="4545" y="117210"/>
                    <a:pt x="6838" y="117210"/>
                  </a:cubicBezTo>
                  <a:cubicBezTo>
                    <a:pt x="6838" y="116473"/>
                    <a:pt x="6838" y="115737"/>
                    <a:pt x="6838" y="114978"/>
                  </a:cubicBezTo>
                  <a:cubicBezTo>
                    <a:pt x="10276" y="114732"/>
                    <a:pt x="13714" y="114487"/>
                    <a:pt x="17256" y="114234"/>
                  </a:cubicBezTo>
                  <a:cubicBezTo>
                    <a:pt x="17256" y="113251"/>
                    <a:pt x="17256" y="112269"/>
                    <a:pt x="17256" y="111257"/>
                  </a:cubicBezTo>
                  <a:cubicBezTo>
                    <a:pt x="17945" y="111229"/>
                    <a:pt x="18635" y="111201"/>
                    <a:pt x="19346" y="111173"/>
                  </a:cubicBezTo>
                  <a:cubicBezTo>
                    <a:pt x="20237" y="111124"/>
                    <a:pt x="21128" y="111075"/>
                    <a:pt x="22046" y="111024"/>
                  </a:cubicBezTo>
                  <a:cubicBezTo>
                    <a:pt x="23380" y="110960"/>
                    <a:pt x="23380" y="110960"/>
                    <a:pt x="24741" y="110894"/>
                  </a:cubicBezTo>
                  <a:cubicBezTo>
                    <a:pt x="25463" y="110768"/>
                    <a:pt x="26185" y="110642"/>
                    <a:pt x="26929" y="110513"/>
                  </a:cubicBezTo>
                  <a:cubicBezTo>
                    <a:pt x="27175" y="109776"/>
                    <a:pt x="27421" y="109039"/>
                    <a:pt x="27674" y="108280"/>
                  </a:cubicBezTo>
                  <a:cubicBezTo>
                    <a:pt x="30046" y="107815"/>
                    <a:pt x="30046" y="107815"/>
                    <a:pt x="32883" y="107536"/>
                  </a:cubicBezTo>
                  <a:cubicBezTo>
                    <a:pt x="35317" y="107318"/>
                    <a:pt x="35317" y="107318"/>
                    <a:pt x="37347" y="106792"/>
                  </a:cubicBezTo>
                  <a:cubicBezTo>
                    <a:pt x="37593" y="106055"/>
                    <a:pt x="37839" y="105319"/>
                    <a:pt x="38092" y="104560"/>
                  </a:cubicBezTo>
                  <a:cubicBezTo>
                    <a:pt x="40604" y="104239"/>
                    <a:pt x="43071" y="104232"/>
                    <a:pt x="45603" y="104191"/>
                  </a:cubicBezTo>
                  <a:cubicBezTo>
                    <a:pt x="46673" y="104005"/>
                    <a:pt x="46673" y="104005"/>
                    <a:pt x="47765" y="103816"/>
                  </a:cubicBezTo>
                  <a:cubicBezTo>
                    <a:pt x="47938" y="103079"/>
                    <a:pt x="47938" y="103079"/>
                    <a:pt x="48114" y="102327"/>
                  </a:cubicBezTo>
                  <a:cubicBezTo>
                    <a:pt x="48245" y="101836"/>
                    <a:pt x="48375" y="101345"/>
                    <a:pt x="48510" y="100839"/>
                  </a:cubicBezTo>
                  <a:cubicBezTo>
                    <a:pt x="50835" y="100464"/>
                    <a:pt x="50835" y="100464"/>
                    <a:pt x="53719" y="100420"/>
                  </a:cubicBezTo>
                  <a:cubicBezTo>
                    <a:pt x="56515" y="100421"/>
                    <a:pt x="56515" y="100421"/>
                    <a:pt x="58928" y="100095"/>
                  </a:cubicBezTo>
                  <a:cubicBezTo>
                    <a:pt x="59173" y="99358"/>
                    <a:pt x="59419" y="98621"/>
                    <a:pt x="59672" y="97862"/>
                  </a:cubicBezTo>
                  <a:cubicBezTo>
                    <a:pt x="61599" y="97571"/>
                    <a:pt x="63363" y="97413"/>
                    <a:pt x="65299" y="97351"/>
                  </a:cubicBezTo>
                  <a:cubicBezTo>
                    <a:pt x="65828" y="97325"/>
                    <a:pt x="66357" y="97300"/>
                    <a:pt x="66902" y="97274"/>
                  </a:cubicBezTo>
                  <a:cubicBezTo>
                    <a:pt x="68212" y="97212"/>
                    <a:pt x="69523" y="97164"/>
                    <a:pt x="70834" y="97118"/>
                  </a:cubicBezTo>
                  <a:cubicBezTo>
                    <a:pt x="70834" y="96136"/>
                    <a:pt x="70834" y="95154"/>
                    <a:pt x="70834" y="94142"/>
                  </a:cubicBezTo>
                  <a:cubicBezTo>
                    <a:pt x="71631" y="94114"/>
                    <a:pt x="72428" y="94086"/>
                    <a:pt x="73249" y="94057"/>
                  </a:cubicBezTo>
                  <a:cubicBezTo>
                    <a:pt x="74289" y="94009"/>
                    <a:pt x="75329" y="93959"/>
                    <a:pt x="76368" y="93909"/>
                  </a:cubicBezTo>
                  <a:cubicBezTo>
                    <a:pt x="76894" y="93892"/>
                    <a:pt x="77421" y="93876"/>
                    <a:pt x="77963" y="93858"/>
                  </a:cubicBezTo>
                  <a:cubicBezTo>
                    <a:pt x="79654" y="93794"/>
                    <a:pt x="79654" y="93794"/>
                    <a:pt x="81996" y="93398"/>
                  </a:cubicBezTo>
                  <a:cubicBezTo>
                    <a:pt x="82364" y="92293"/>
                    <a:pt x="82364" y="92293"/>
                    <a:pt x="82740" y="91165"/>
                  </a:cubicBezTo>
                  <a:cubicBezTo>
                    <a:pt x="84688" y="90811"/>
                    <a:pt x="84688" y="90811"/>
                    <a:pt x="87112" y="90700"/>
                  </a:cubicBezTo>
                  <a:cubicBezTo>
                    <a:pt x="89598" y="90574"/>
                    <a:pt x="91534" y="90466"/>
                    <a:pt x="93902" y="89677"/>
                  </a:cubicBezTo>
                  <a:cubicBezTo>
                    <a:pt x="94270" y="88572"/>
                    <a:pt x="94270" y="88572"/>
                    <a:pt x="94646" y="87444"/>
                  </a:cubicBezTo>
                  <a:cubicBezTo>
                    <a:pt x="97217" y="87177"/>
                    <a:pt x="99710" y="87120"/>
                    <a:pt x="102291" y="87117"/>
                  </a:cubicBezTo>
                  <a:cubicBezTo>
                    <a:pt x="104082" y="87101"/>
                    <a:pt x="104082" y="87101"/>
                    <a:pt x="106553" y="86700"/>
                  </a:cubicBezTo>
                  <a:cubicBezTo>
                    <a:pt x="106815" y="85712"/>
                    <a:pt x="107063" y="84720"/>
                    <a:pt x="107297" y="83724"/>
                  </a:cubicBezTo>
                  <a:cubicBezTo>
                    <a:pt x="109239" y="83431"/>
                    <a:pt x="110931" y="83307"/>
                    <a:pt x="112878" y="83305"/>
                  </a:cubicBezTo>
                  <a:cubicBezTo>
                    <a:pt x="114782" y="83293"/>
                    <a:pt x="116558" y="83191"/>
                    <a:pt x="118459" y="82980"/>
                  </a:cubicBezTo>
                  <a:cubicBezTo>
                    <a:pt x="118704" y="82243"/>
                    <a:pt x="118950" y="81506"/>
                    <a:pt x="119203" y="80747"/>
                  </a:cubicBezTo>
                  <a:cubicBezTo>
                    <a:pt x="120517" y="80425"/>
                    <a:pt x="120517" y="80425"/>
                    <a:pt x="122206" y="80366"/>
                  </a:cubicBezTo>
                  <a:cubicBezTo>
                    <a:pt x="122808" y="80340"/>
                    <a:pt x="123410" y="80314"/>
                    <a:pt x="124030" y="80286"/>
                  </a:cubicBezTo>
                  <a:cubicBezTo>
                    <a:pt x="124662" y="80270"/>
                    <a:pt x="125295" y="80253"/>
                    <a:pt x="125947" y="80236"/>
                  </a:cubicBezTo>
                  <a:cubicBezTo>
                    <a:pt x="126582" y="80210"/>
                    <a:pt x="127218" y="80185"/>
                    <a:pt x="127872" y="80159"/>
                  </a:cubicBezTo>
                  <a:cubicBezTo>
                    <a:pt x="129447" y="80097"/>
                    <a:pt x="131022" y="80049"/>
                    <a:pt x="132597" y="80003"/>
                  </a:cubicBezTo>
                  <a:cubicBezTo>
                    <a:pt x="132597" y="79021"/>
                    <a:pt x="132597" y="78039"/>
                    <a:pt x="132597" y="77027"/>
                  </a:cubicBezTo>
                  <a:cubicBezTo>
                    <a:pt x="133502" y="77061"/>
                    <a:pt x="134407" y="77096"/>
                    <a:pt x="135339" y="77131"/>
                  </a:cubicBezTo>
                  <a:cubicBezTo>
                    <a:pt x="136518" y="77159"/>
                    <a:pt x="137697" y="77186"/>
                    <a:pt x="138876" y="77213"/>
                  </a:cubicBezTo>
                  <a:cubicBezTo>
                    <a:pt x="139473" y="77237"/>
                    <a:pt x="140070" y="77262"/>
                    <a:pt x="140686" y="77288"/>
                  </a:cubicBezTo>
                  <a:cubicBezTo>
                    <a:pt x="142598" y="77354"/>
                    <a:pt x="142598" y="77354"/>
                    <a:pt x="145248" y="77027"/>
                  </a:cubicBezTo>
                  <a:cubicBezTo>
                    <a:pt x="145505" y="76037"/>
                    <a:pt x="145753" y="75044"/>
                    <a:pt x="145992" y="74050"/>
                  </a:cubicBezTo>
                  <a:cubicBezTo>
                    <a:pt x="148562" y="73708"/>
                    <a:pt x="150987" y="73673"/>
                    <a:pt x="153571" y="73687"/>
                  </a:cubicBezTo>
                  <a:cubicBezTo>
                    <a:pt x="155367" y="73679"/>
                    <a:pt x="155367" y="73679"/>
                    <a:pt x="157898" y="73306"/>
                  </a:cubicBezTo>
                  <a:cubicBezTo>
                    <a:pt x="158133" y="72817"/>
                    <a:pt x="158368" y="72328"/>
                    <a:pt x="158610" y="71824"/>
                  </a:cubicBezTo>
                  <a:cubicBezTo>
                    <a:pt x="158866" y="71331"/>
                    <a:pt x="159123" y="70837"/>
                    <a:pt x="159387" y="70329"/>
                  </a:cubicBezTo>
                  <a:cubicBezTo>
                    <a:pt x="160853" y="69923"/>
                    <a:pt x="160853" y="69923"/>
                    <a:pt x="162625" y="69876"/>
                  </a:cubicBezTo>
                  <a:cubicBezTo>
                    <a:pt x="163258" y="69852"/>
                    <a:pt x="163891" y="69828"/>
                    <a:pt x="164543" y="69803"/>
                  </a:cubicBezTo>
                  <a:cubicBezTo>
                    <a:pt x="165205" y="69793"/>
                    <a:pt x="165867" y="69782"/>
                    <a:pt x="166549" y="69771"/>
                  </a:cubicBezTo>
                  <a:cubicBezTo>
                    <a:pt x="167217" y="69749"/>
                    <a:pt x="167884" y="69727"/>
                    <a:pt x="168572" y="69704"/>
                  </a:cubicBezTo>
                  <a:cubicBezTo>
                    <a:pt x="170223" y="69652"/>
                    <a:pt x="171873" y="69612"/>
                    <a:pt x="173525" y="69585"/>
                  </a:cubicBezTo>
                  <a:cubicBezTo>
                    <a:pt x="173525" y="68603"/>
                    <a:pt x="173525" y="67621"/>
                    <a:pt x="173525" y="66609"/>
                  </a:cubicBezTo>
                  <a:cubicBezTo>
                    <a:pt x="173972" y="66598"/>
                    <a:pt x="174419" y="66587"/>
                    <a:pt x="174880" y="66576"/>
                  </a:cubicBezTo>
                  <a:cubicBezTo>
                    <a:pt x="176894" y="66520"/>
                    <a:pt x="178907" y="66448"/>
                    <a:pt x="180920" y="66376"/>
                  </a:cubicBezTo>
                  <a:cubicBezTo>
                    <a:pt x="181624" y="66359"/>
                    <a:pt x="182327" y="66342"/>
                    <a:pt x="183052" y="66325"/>
                  </a:cubicBezTo>
                  <a:cubicBezTo>
                    <a:pt x="183721" y="66299"/>
                    <a:pt x="184390" y="66272"/>
                    <a:pt x="185080" y="66245"/>
                  </a:cubicBezTo>
                  <a:cubicBezTo>
                    <a:pt x="185699" y="66226"/>
                    <a:pt x="186319" y="66206"/>
                    <a:pt x="186957" y="66186"/>
                  </a:cubicBezTo>
                  <a:cubicBezTo>
                    <a:pt x="187436" y="66080"/>
                    <a:pt x="187915" y="65974"/>
                    <a:pt x="188408" y="65864"/>
                  </a:cubicBezTo>
                  <a:cubicBezTo>
                    <a:pt x="188654" y="65128"/>
                    <a:pt x="188899" y="64391"/>
                    <a:pt x="189152" y="63632"/>
                  </a:cubicBezTo>
                  <a:cubicBezTo>
                    <a:pt x="191289" y="63360"/>
                    <a:pt x="193287" y="63216"/>
                    <a:pt x="195431" y="63167"/>
                  </a:cubicBezTo>
                  <a:cubicBezTo>
                    <a:pt x="199485" y="63221"/>
                    <a:pt x="199485" y="63221"/>
                    <a:pt x="203291" y="62144"/>
                  </a:cubicBezTo>
                  <a:cubicBezTo>
                    <a:pt x="203291" y="61407"/>
                    <a:pt x="203291" y="60670"/>
                    <a:pt x="203291" y="59911"/>
                  </a:cubicBezTo>
                  <a:cubicBezTo>
                    <a:pt x="203760" y="59900"/>
                    <a:pt x="204230" y="59890"/>
                    <a:pt x="204714" y="59878"/>
                  </a:cubicBezTo>
                  <a:cubicBezTo>
                    <a:pt x="206829" y="59823"/>
                    <a:pt x="208943" y="59751"/>
                    <a:pt x="211058" y="59679"/>
                  </a:cubicBezTo>
                  <a:cubicBezTo>
                    <a:pt x="211797" y="59662"/>
                    <a:pt x="212536" y="59645"/>
                    <a:pt x="213297" y="59628"/>
                  </a:cubicBezTo>
                  <a:cubicBezTo>
                    <a:pt x="214351" y="59588"/>
                    <a:pt x="214351" y="59588"/>
                    <a:pt x="215427" y="59548"/>
                  </a:cubicBezTo>
                  <a:cubicBezTo>
                    <a:pt x="216078" y="59528"/>
                    <a:pt x="216728" y="59509"/>
                    <a:pt x="217399" y="59489"/>
                  </a:cubicBezTo>
                  <a:cubicBezTo>
                    <a:pt x="217900" y="59383"/>
                    <a:pt x="218401" y="59277"/>
                    <a:pt x="218918" y="59167"/>
                  </a:cubicBezTo>
                  <a:cubicBezTo>
                    <a:pt x="219163" y="58430"/>
                    <a:pt x="219409" y="57694"/>
                    <a:pt x="219662" y="56935"/>
                  </a:cubicBezTo>
                  <a:cubicBezTo>
                    <a:pt x="221101" y="56660"/>
                    <a:pt x="221101" y="56660"/>
                    <a:pt x="222964" y="56659"/>
                  </a:cubicBezTo>
                  <a:cubicBezTo>
                    <a:pt x="223630" y="56646"/>
                    <a:pt x="224295" y="56633"/>
                    <a:pt x="224981" y="56619"/>
                  </a:cubicBezTo>
                  <a:cubicBezTo>
                    <a:pt x="226396" y="56613"/>
                    <a:pt x="227811" y="56609"/>
                    <a:pt x="229225" y="56608"/>
                  </a:cubicBezTo>
                  <a:cubicBezTo>
                    <a:pt x="230224" y="56587"/>
                    <a:pt x="230224" y="56587"/>
                    <a:pt x="231243" y="56566"/>
                  </a:cubicBezTo>
                  <a:cubicBezTo>
                    <a:pt x="232165" y="56563"/>
                    <a:pt x="232165" y="56563"/>
                    <a:pt x="233106" y="56561"/>
                  </a:cubicBezTo>
                  <a:cubicBezTo>
                    <a:pt x="233818" y="56378"/>
                    <a:pt x="233818" y="56378"/>
                    <a:pt x="234545" y="56191"/>
                  </a:cubicBezTo>
                  <a:cubicBezTo>
                    <a:pt x="234662" y="55699"/>
                    <a:pt x="234779" y="55207"/>
                    <a:pt x="234900" y="54701"/>
                  </a:cubicBezTo>
                  <a:cubicBezTo>
                    <a:pt x="235028" y="54210"/>
                    <a:pt x="235157" y="53719"/>
                    <a:pt x="235289" y="53214"/>
                  </a:cubicBezTo>
                  <a:cubicBezTo>
                    <a:pt x="236841" y="52855"/>
                    <a:pt x="236841" y="52855"/>
                    <a:pt x="238864" y="52865"/>
                  </a:cubicBezTo>
                  <a:cubicBezTo>
                    <a:pt x="239590" y="52855"/>
                    <a:pt x="240317" y="52844"/>
                    <a:pt x="241065" y="52833"/>
                  </a:cubicBezTo>
                  <a:cubicBezTo>
                    <a:pt x="242603" y="52839"/>
                    <a:pt x="244142" y="52845"/>
                    <a:pt x="245681" y="52851"/>
                  </a:cubicBezTo>
                  <a:cubicBezTo>
                    <a:pt x="246409" y="52840"/>
                    <a:pt x="247137" y="52830"/>
                    <a:pt x="247887" y="52819"/>
                  </a:cubicBezTo>
                  <a:cubicBezTo>
                    <a:pt x="248556" y="52822"/>
                    <a:pt x="249226" y="52825"/>
                    <a:pt x="249916" y="52829"/>
                  </a:cubicBezTo>
                  <a:cubicBezTo>
                    <a:pt x="252215" y="52356"/>
                    <a:pt x="252526" y="51322"/>
                    <a:pt x="253892" y="49493"/>
                  </a:cubicBezTo>
                  <a:cubicBezTo>
                    <a:pt x="255557" y="49203"/>
                    <a:pt x="255557" y="49203"/>
                    <a:pt x="257476" y="49307"/>
                  </a:cubicBezTo>
                  <a:cubicBezTo>
                    <a:pt x="258513" y="49342"/>
                    <a:pt x="258513" y="49342"/>
                    <a:pt x="259571" y="49377"/>
                  </a:cubicBezTo>
                  <a:cubicBezTo>
                    <a:pt x="260291" y="49415"/>
                    <a:pt x="261011" y="49454"/>
                    <a:pt x="261752" y="49493"/>
                  </a:cubicBezTo>
                  <a:cubicBezTo>
                    <a:pt x="263179" y="49569"/>
                    <a:pt x="264606" y="49632"/>
                    <a:pt x="266034" y="49679"/>
                  </a:cubicBezTo>
                  <a:cubicBezTo>
                    <a:pt x="266667" y="49714"/>
                    <a:pt x="267299" y="49748"/>
                    <a:pt x="267951" y="49784"/>
                  </a:cubicBezTo>
                  <a:cubicBezTo>
                    <a:pt x="268469" y="49688"/>
                    <a:pt x="268986" y="49592"/>
                    <a:pt x="269519" y="49493"/>
                  </a:cubicBezTo>
                  <a:cubicBezTo>
                    <a:pt x="269750" y="49008"/>
                    <a:pt x="269980" y="48522"/>
                    <a:pt x="270218" y="48022"/>
                  </a:cubicBezTo>
                  <a:cubicBezTo>
                    <a:pt x="270609" y="47277"/>
                    <a:pt x="270609" y="47277"/>
                    <a:pt x="271008" y="46517"/>
                  </a:cubicBezTo>
                  <a:cubicBezTo>
                    <a:pt x="272884" y="46111"/>
                    <a:pt x="272884" y="46111"/>
                    <a:pt x="275222" y="46063"/>
                  </a:cubicBezTo>
                  <a:cubicBezTo>
                    <a:pt x="276474" y="46027"/>
                    <a:pt x="276474" y="46027"/>
                    <a:pt x="277751" y="45991"/>
                  </a:cubicBezTo>
                  <a:cubicBezTo>
                    <a:pt x="279064" y="45975"/>
                    <a:pt x="279064" y="45975"/>
                    <a:pt x="280402" y="45959"/>
                  </a:cubicBezTo>
                  <a:cubicBezTo>
                    <a:pt x="281723" y="45926"/>
                    <a:pt x="281723" y="45926"/>
                    <a:pt x="283071" y="45892"/>
                  </a:cubicBezTo>
                  <a:cubicBezTo>
                    <a:pt x="285251" y="45839"/>
                    <a:pt x="287431" y="45800"/>
                    <a:pt x="289611" y="45773"/>
                  </a:cubicBezTo>
                  <a:cubicBezTo>
                    <a:pt x="289611" y="44790"/>
                    <a:pt x="289611" y="43808"/>
                    <a:pt x="289611" y="42796"/>
                  </a:cubicBezTo>
                  <a:cubicBezTo>
                    <a:pt x="290171" y="42785"/>
                    <a:pt x="290730" y="42774"/>
                    <a:pt x="291307" y="42763"/>
                  </a:cubicBezTo>
                  <a:cubicBezTo>
                    <a:pt x="293827" y="42708"/>
                    <a:pt x="296347" y="42636"/>
                    <a:pt x="298866" y="42563"/>
                  </a:cubicBezTo>
                  <a:cubicBezTo>
                    <a:pt x="300188" y="42538"/>
                    <a:pt x="300188" y="42538"/>
                    <a:pt x="301536" y="42513"/>
                  </a:cubicBezTo>
                  <a:cubicBezTo>
                    <a:pt x="302373" y="42486"/>
                    <a:pt x="303210" y="42460"/>
                    <a:pt x="304072" y="42433"/>
                  </a:cubicBezTo>
                  <a:cubicBezTo>
                    <a:pt x="304848" y="42413"/>
                    <a:pt x="305623" y="42394"/>
                    <a:pt x="306422" y="42374"/>
                  </a:cubicBezTo>
                  <a:cubicBezTo>
                    <a:pt x="307014" y="42267"/>
                    <a:pt x="307605" y="42161"/>
                    <a:pt x="308215" y="42052"/>
                  </a:cubicBezTo>
                  <a:cubicBezTo>
                    <a:pt x="308460" y="41315"/>
                    <a:pt x="308706" y="40579"/>
                    <a:pt x="308959" y="39819"/>
                  </a:cubicBezTo>
                  <a:cubicBezTo>
                    <a:pt x="310739" y="39545"/>
                    <a:pt x="310739" y="39545"/>
                    <a:pt x="313075" y="39543"/>
                  </a:cubicBezTo>
                  <a:cubicBezTo>
                    <a:pt x="314325" y="39524"/>
                    <a:pt x="314325" y="39524"/>
                    <a:pt x="315601" y="39504"/>
                  </a:cubicBezTo>
                  <a:cubicBezTo>
                    <a:pt x="317374" y="39497"/>
                    <a:pt x="319147" y="39493"/>
                    <a:pt x="320920" y="39492"/>
                  </a:cubicBezTo>
                  <a:cubicBezTo>
                    <a:pt x="321754" y="39479"/>
                    <a:pt x="322587" y="39465"/>
                    <a:pt x="323446" y="39450"/>
                  </a:cubicBezTo>
                  <a:cubicBezTo>
                    <a:pt x="324602" y="39448"/>
                    <a:pt x="324602" y="39448"/>
                    <a:pt x="325782" y="39446"/>
                  </a:cubicBezTo>
                  <a:cubicBezTo>
                    <a:pt x="326663" y="39263"/>
                    <a:pt x="326663" y="39263"/>
                    <a:pt x="327562" y="39075"/>
                  </a:cubicBezTo>
                  <a:cubicBezTo>
                    <a:pt x="327672" y="38580"/>
                    <a:pt x="327781" y="38084"/>
                    <a:pt x="327894" y="37574"/>
                  </a:cubicBezTo>
                  <a:cubicBezTo>
                    <a:pt x="328098" y="36844"/>
                    <a:pt x="328098" y="36844"/>
                    <a:pt x="328306" y="36099"/>
                  </a:cubicBezTo>
                  <a:cubicBezTo>
                    <a:pt x="330360" y="35820"/>
                    <a:pt x="330360" y="35820"/>
                    <a:pt x="333074" y="35939"/>
                  </a:cubicBezTo>
                  <a:cubicBezTo>
                    <a:pt x="334041" y="35965"/>
                    <a:pt x="335009" y="35992"/>
                    <a:pt x="336007" y="36019"/>
                  </a:cubicBezTo>
                  <a:cubicBezTo>
                    <a:pt x="337555" y="36079"/>
                    <a:pt x="339103" y="36146"/>
                    <a:pt x="340651" y="36216"/>
                  </a:cubicBezTo>
                  <a:cubicBezTo>
                    <a:pt x="342140" y="36279"/>
                    <a:pt x="343630" y="36318"/>
                    <a:pt x="345119" y="36357"/>
                  </a:cubicBezTo>
                  <a:cubicBezTo>
                    <a:pt x="346015" y="36396"/>
                    <a:pt x="346910" y="36434"/>
                    <a:pt x="347833" y="36474"/>
                  </a:cubicBezTo>
                  <a:cubicBezTo>
                    <a:pt x="348511" y="36350"/>
                    <a:pt x="349188" y="36226"/>
                    <a:pt x="349887" y="36099"/>
                  </a:cubicBezTo>
                  <a:cubicBezTo>
                    <a:pt x="350009" y="35487"/>
                    <a:pt x="350131" y="34875"/>
                    <a:pt x="350257" y="34245"/>
                  </a:cubicBezTo>
                  <a:cubicBezTo>
                    <a:pt x="350380" y="33629"/>
                    <a:pt x="350504" y="33013"/>
                    <a:pt x="350631" y="32378"/>
                  </a:cubicBezTo>
                  <a:cubicBezTo>
                    <a:pt x="352696" y="31956"/>
                    <a:pt x="352696" y="31956"/>
                    <a:pt x="355424" y="32015"/>
                  </a:cubicBezTo>
                  <a:cubicBezTo>
                    <a:pt x="356395" y="32027"/>
                    <a:pt x="357366" y="32039"/>
                    <a:pt x="358367" y="32051"/>
                  </a:cubicBezTo>
                  <a:cubicBezTo>
                    <a:pt x="359401" y="32082"/>
                    <a:pt x="360434" y="32114"/>
                    <a:pt x="361467" y="32146"/>
                  </a:cubicBezTo>
                  <a:cubicBezTo>
                    <a:pt x="362503" y="32164"/>
                    <a:pt x="363540" y="32181"/>
                    <a:pt x="364576" y="32196"/>
                  </a:cubicBezTo>
                  <a:cubicBezTo>
                    <a:pt x="367122" y="32240"/>
                    <a:pt x="369666" y="32302"/>
                    <a:pt x="372211" y="32378"/>
                  </a:cubicBezTo>
                  <a:cubicBezTo>
                    <a:pt x="372211" y="31396"/>
                    <a:pt x="372211" y="30414"/>
                    <a:pt x="372211" y="29402"/>
                  </a:cubicBezTo>
                  <a:cubicBezTo>
                    <a:pt x="380069" y="29156"/>
                    <a:pt x="387927" y="28910"/>
                    <a:pt x="396023" y="28657"/>
                  </a:cubicBezTo>
                  <a:cubicBezTo>
                    <a:pt x="396023" y="27675"/>
                    <a:pt x="396023" y="26693"/>
                    <a:pt x="396023" y="25681"/>
                  </a:cubicBezTo>
                  <a:cubicBezTo>
                    <a:pt x="404373" y="25681"/>
                    <a:pt x="412722" y="25681"/>
                    <a:pt x="421324" y="25681"/>
                  </a:cubicBezTo>
                  <a:cubicBezTo>
                    <a:pt x="421324" y="24699"/>
                    <a:pt x="421324" y="23716"/>
                    <a:pt x="421324" y="22704"/>
                  </a:cubicBezTo>
                  <a:cubicBezTo>
                    <a:pt x="434953" y="22336"/>
                    <a:pt x="434953" y="22336"/>
                    <a:pt x="448857" y="21960"/>
                  </a:cubicBezTo>
                  <a:cubicBezTo>
                    <a:pt x="448857" y="20978"/>
                    <a:pt x="448857" y="19996"/>
                    <a:pt x="448857" y="18984"/>
                  </a:cubicBezTo>
                  <a:cubicBezTo>
                    <a:pt x="449751" y="18973"/>
                    <a:pt x="450645" y="18962"/>
                    <a:pt x="451566" y="18951"/>
                  </a:cubicBezTo>
                  <a:cubicBezTo>
                    <a:pt x="454875" y="18908"/>
                    <a:pt x="458184" y="18850"/>
                    <a:pt x="461493" y="18788"/>
                  </a:cubicBezTo>
                  <a:cubicBezTo>
                    <a:pt x="462926" y="18763"/>
                    <a:pt x="464360" y="18743"/>
                    <a:pt x="465793" y="18726"/>
                  </a:cubicBezTo>
                  <a:cubicBezTo>
                    <a:pt x="467851" y="18701"/>
                    <a:pt x="469909" y="18662"/>
                    <a:pt x="471966" y="18620"/>
                  </a:cubicBezTo>
                  <a:cubicBezTo>
                    <a:pt x="472610" y="18615"/>
                    <a:pt x="473253" y="18611"/>
                    <a:pt x="473916" y="18606"/>
                  </a:cubicBezTo>
                  <a:cubicBezTo>
                    <a:pt x="475909" y="18582"/>
                    <a:pt x="475909" y="18582"/>
                    <a:pt x="478623" y="18239"/>
                  </a:cubicBezTo>
                  <a:cubicBezTo>
                    <a:pt x="479114" y="17503"/>
                    <a:pt x="479605" y="16766"/>
                    <a:pt x="480111" y="16007"/>
                  </a:cubicBezTo>
                  <a:cubicBezTo>
                    <a:pt x="484242" y="15212"/>
                    <a:pt x="488262" y="15194"/>
                    <a:pt x="492453" y="15295"/>
                  </a:cubicBezTo>
                  <a:cubicBezTo>
                    <a:pt x="493648" y="15311"/>
                    <a:pt x="494843" y="15327"/>
                    <a:pt x="496037" y="15343"/>
                  </a:cubicBezTo>
                  <a:cubicBezTo>
                    <a:pt x="497899" y="15371"/>
                    <a:pt x="499761" y="15403"/>
                    <a:pt x="501623" y="15447"/>
                  </a:cubicBezTo>
                  <a:cubicBezTo>
                    <a:pt x="503434" y="15487"/>
                    <a:pt x="505245" y="15509"/>
                    <a:pt x="507057" y="15527"/>
                  </a:cubicBezTo>
                  <a:cubicBezTo>
                    <a:pt x="507617" y="15545"/>
                    <a:pt x="508176" y="15563"/>
                    <a:pt x="508753" y="15581"/>
                  </a:cubicBezTo>
                  <a:cubicBezTo>
                    <a:pt x="510486" y="15624"/>
                    <a:pt x="510486" y="15624"/>
                    <a:pt x="512853" y="15263"/>
                  </a:cubicBezTo>
                  <a:cubicBezTo>
                    <a:pt x="513072" y="14773"/>
                    <a:pt x="513290" y="14284"/>
                    <a:pt x="513515" y="13780"/>
                  </a:cubicBezTo>
                  <a:cubicBezTo>
                    <a:pt x="513924" y="13040"/>
                    <a:pt x="513924" y="13040"/>
                    <a:pt x="514342" y="12286"/>
                  </a:cubicBezTo>
                  <a:cubicBezTo>
                    <a:pt x="516046" y="11900"/>
                    <a:pt x="516046" y="11900"/>
                    <a:pt x="518199" y="11880"/>
                  </a:cubicBezTo>
                  <a:cubicBezTo>
                    <a:pt x="519406" y="11858"/>
                    <a:pt x="519406" y="11858"/>
                    <a:pt x="520637" y="11836"/>
                  </a:cubicBezTo>
                  <a:cubicBezTo>
                    <a:pt x="521944" y="11834"/>
                    <a:pt x="521944" y="11834"/>
                    <a:pt x="523277" y="11833"/>
                  </a:cubicBezTo>
                  <a:cubicBezTo>
                    <a:pt x="524167" y="11821"/>
                    <a:pt x="525057" y="11808"/>
                    <a:pt x="525974" y="11796"/>
                  </a:cubicBezTo>
                  <a:cubicBezTo>
                    <a:pt x="528825" y="11759"/>
                    <a:pt x="531675" y="11744"/>
                    <a:pt x="534526" y="11728"/>
                  </a:cubicBezTo>
                  <a:cubicBezTo>
                    <a:pt x="536456" y="11707"/>
                    <a:pt x="538385" y="11685"/>
                    <a:pt x="540314" y="11661"/>
                  </a:cubicBezTo>
                  <a:cubicBezTo>
                    <a:pt x="545051" y="11606"/>
                    <a:pt x="549788" y="11568"/>
                    <a:pt x="554525" y="11542"/>
                  </a:cubicBezTo>
                  <a:cubicBezTo>
                    <a:pt x="554525" y="10560"/>
                    <a:pt x="554525" y="9578"/>
                    <a:pt x="554525" y="8566"/>
                  </a:cubicBezTo>
                  <a:cubicBezTo>
                    <a:pt x="570978" y="8566"/>
                    <a:pt x="587431" y="8566"/>
                    <a:pt x="604383" y="8566"/>
                  </a:cubicBezTo>
                  <a:cubicBezTo>
                    <a:pt x="604383" y="7583"/>
                    <a:pt x="604383" y="6601"/>
                    <a:pt x="604383" y="5589"/>
                  </a:cubicBezTo>
                  <a:cubicBezTo>
                    <a:pt x="604857" y="5588"/>
                    <a:pt x="605332" y="5587"/>
                    <a:pt x="605822" y="5586"/>
                  </a:cubicBezTo>
                  <a:cubicBezTo>
                    <a:pt x="617360" y="5558"/>
                    <a:pt x="628899" y="5514"/>
                    <a:pt x="640437" y="5452"/>
                  </a:cubicBezTo>
                  <a:cubicBezTo>
                    <a:pt x="646017" y="5423"/>
                    <a:pt x="651597" y="5398"/>
                    <a:pt x="657176" y="5387"/>
                  </a:cubicBezTo>
                  <a:cubicBezTo>
                    <a:pt x="662038" y="5378"/>
                    <a:pt x="666900" y="5358"/>
                    <a:pt x="671761" y="5325"/>
                  </a:cubicBezTo>
                  <a:cubicBezTo>
                    <a:pt x="674337" y="5308"/>
                    <a:pt x="676913" y="5297"/>
                    <a:pt x="679489" y="5297"/>
                  </a:cubicBezTo>
                  <a:cubicBezTo>
                    <a:pt x="682360" y="5298"/>
                    <a:pt x="685230" y="5276"/>
                    <a:pt x="688101" y="5251"/>
                  </a:cubicBezTo>
                  <a:cubicBezTo>
                    <a:pt x="688961" y="5255"/>
                    <a:pt x="689821" y="5259"/>
                    <a:pt x="690708" y="5262"/>
                  </a:cubicBezTo>
                  <a:cubicBezTo>
                    <a:pt x="691874" y="5247"/>
                    <a:pt x="691874" y="5247"/>
                    <a:pt x="693064" y="5231"/>
                  </a:cubicBezTo>
                  <a:cubicBezTo>
                    <a:pt x="693743" y="5228"/>
                    <a:pt x="694423" y="5226"/>
                    <a:pt x="695123" y="5223"/>
                  </a:cubicBezTo>
                  <a:cubicBezTo>
                    <a:pt x="695629" y="5098"/>
                    <a:pt x="696135" y="4973"/>
                    <a:pt x="696656" y="4845"/>
                  </a:cubicBezTo>
                  <a:cubicBezTo>
                    <a:pt x="696936" y="3861"/>
                    <a:pt x="697184" y="2868"/>
                    <a:pt x="697400" y="1868"/>
                  </a:cubicBezTo>
                  <a:close/>
                </a:path>
              </a:pathLst>
            </a:custGeom>
            <a:grpFill/>
            <a:ln w="744" cap="flat">
              <a:noFill/>
              <a:prstDash val="solid"/>
              <a:miter/>
            </a:ln>
          </p:spPr>
          <p:txBody>
            <a:bodyPr rtlCol="0" anchor="ctr"/>
            <a:lstStyle/>
            <a:p>
              <a:endParaRPr lang="zh-CN" altLang="en-US"/>
            </a:p>
          </p:txBody>
        </p:sp>
        <p:sp>
          <p:nvSpPr>
            <p:cNvPr id="137" name="任意多边形: 形状 136"/>
            <p:cNvSpPr/>
            <p:nvPr/>
          </p:nvSpPr>
          <p:spPr>
            <a:xfrm>
              <a:off x="3118969" y="609793"/>
              <a:ext cx="364241" cy="1015894"/>
            </a:xfrm>
            <a:custGeom>
              <a:avLst/>
              <a:gdLst>
                <a:gd name="connsiteX0" fmla="*/ 224261 w 364247"/>
                <a:gd name="connsiteY0" fmla="*/ 91688 h 1015864"/>
                <a:gd name="connsiteX1" fmla="*/ 220694 w 364247"/>
                <a:gd name="connsiteY1" fmla="*/ 92535 h 1015864"/>
                <a:gd name="connsiteX2" fmla="*/ 218916 w 364247"/>
                <a:gd name="connsiteY2" fmla="*/ 92550 h 1015864"/>
                <a:gd name="connsiteX3" fmla="*/ 216883 w 364247"/>
                <a:gd name="connsiteY3" fmla="*/ 92572 h 1015864"/>
                <a:gd name="connsiteX4" fmla="*/ 214635 w 364247"/>
                <a:gd name="connsiteY4" fmla="*/ 92585 h 1015864"/>
                <a:gd name="connsiteX5" fmla="*/ 207204 w 364247"/>
                <a:gd name="connsiteY5" fmla="*/ 92649 h 1015864"/>
                <a:gd name="connsiteX6" fmla="*/ 201879 w 364247"/>
                <a:gd name="connsiteY6" fmla="*/ 92690 h 1015864"/>
                <a:gd name="connsiteX7" fmla="*/ 187954 w 364247"/>
                <a:gd name="connsiteY7" fmla="*/ 92806 h 1015864"/>
                <a:gd name="connsiteX8" fmla="*/ 173512 w 364247"/>
                <a:gd name="connsiteY8" fmla="*/ 92924 h 1015864"/>
                <a:gd name="connsiteX9" fmla="*/ 143647 w 364247"/>
                <a:gd name="connsiteY9" fmla="*/ 93167 h 1015864"/>
                <a:gd name="connsiteX10" fmla="*/ 142406 w 364247"/>
                <a:gd name="connsiteY10" fmla="*/ 93176 h 1015864"/>
                <a:gd name="connsiteX11" fmla="*/ 142406 w 364247"/>
                <a:gd name="connsiteY11" fmla="*/ 99129 h 1015864"/>
                <a:gd name="connsiteX12" fmla="*/ 140917 w 364247"/>
                <a:gd name="connsiteY12" fmla="*/ 99129 h 1015864"/>
                <a:gd name="connsiteX13" fmla="*/ 139265 w 364247"/>
                <a:gd name="connsiteY13" fmla="*/ 104705 h 1015864"/>
                <a:gd name="connsiteX14" fmla="*/ 139296 w 364247"/>
                <a:gd name="connsiteY14" fmla="*/ 106676 h 1015864"/>
                <a:gd name="connsiteX15" fmla="*/ 139318 w 364247"/>
                <a:gd name="connsiteY15" fmla="*/ 108925 h 1015864"/>
                <a:gd name="connsiteX16" fmla="*/ 139385 w 364247"/>
                <a:gd name="connsiteY16" fmla="*/ 113808 h 1015864"/>
                <a:gd name="connsiteX17" fmla="*/ 139476 w 364247"/>
                <a:gd name="connsiteY17" fmla="*/ 121640 h 1015864"/>
                <a:gd name="connsiteX18" fmla="*/ 139575 w 364247"/>
                <a:gd name="connsiteY18" fmla="*/ 129504 h 1015864"/>
                <a:gd name="connsiteX19" fmla="*/ 139595 w 364247"/>
                <a:gd name="connsiteY19" fmla="*/ 131976 h 1015864"/>
                <a:gd name="connsiteX20" fmla="*/ 139644 w 364247"/>
                <a:gd name="connsiteY20" fmla="*/ 134395 h 1015864"/>
                <a:gd name="connsiteX21" fmla="*/ 139659 w 364247"/>
                <a:gd name="connsiteY21" fmla="*/ 136616 h 1015864"/>
                <a:gd name="connsiteX22" fmla="*/ 139429 w 364247"/>
                <a:gd name="connsiteY22" fmla="*/ 140057 h 1015864"/>
                <a:gd name="connsiteX23" fmla="*/ 137197 w 364247"/>
                <a:gd name="connsiteY23" fmla="*/ 140801 h 1015864"/>
                <a:gd name="connsiteX24" fmla="*/ 136915 w 364247"/>
                <a:gd name="connsiteY24" fmla="*/ 142378 h 1015864"/>
                <a:gd name="connsiteX25" fmla="*/ 136910 w 364247"/>
                <a:gd name="connsiteY25" fmla="*/ 144483 h 1015864"/>
                <a:gd name="connsiteX26" fmla="*/ 136888 w 364247"/>
                <a:gd name="connsiteY26" fmla="*/ 146861 h 1015864"/>
                <a:gd name="connsiteX27" fmla="*/ 136894 w 364247"/>
                <a:gd name="connsiteY27" fmla="*/ 149449 h 1015864"/>
                <a:gd name="connsiteX28" fmla="*/ 136833 w 364247"/>
                <a:gd name="connsiteY28" fmla="*/ 157626 h 1015864"/>
                <a:gd name="connsiteX29" fmla="*/ 136779 w 364247"/>
                <a:gd name="connsiteY29" fmla="*/ 168853 h 1015864"/>
                <a:gd name="connsiteX30" fmla="*/ 136755 w 364247"/>
                <a:gd name="connsiteY30" fmla="*/ 171494 h 1015864"/>
                <a:gd name="connsiteX31" fmla="*/ 136762 w 364247"/>
                <a:gd name="connsiteY31" fmla="*/ 174078 h 1015864"/>
                <a:gd name="connsiteX32" fmla="*/ 136739 w 364247"/>
                <a:gd name="connsiteY32" fmla="*/ 176463 h 1015864"/>
                <a:gd name="connsiteX33" fmla="*/ 136453 w 364247"/>
                <a:gd name="connsiteY33" fmla="*/ 180241 h 1015864"/>
                <a:gd name="connsiteX34" fmla="*/ 134220 w 364247"/>
                <a:gd name="connsiteY34" fmla="*/ 181729 h 1015864"/>
                <a:gd name="connsiteX35" fmla="*/ 133972 w 364247"/>
                <a:gd name="connsiteY35" fmla="*/ 183428 h 1015864"/>
                <a:gd name="connsiteX36" fmla="*/ 134014 w 364247"/>
                <a:gd name="connsiteY36" fmla="*/ 185575 h 1015864"/>
                <a:gd name="connsiteX37" fmla="*/ 134044 w 364247"/>
                <a:gd name="connsiteY37" fmla="*/ 188005 h 1015864"/>
                <a:gd name="connsiteX38" fmla="*/ 134138 w 364247"/>
                <a:gd name="connsiteY38" fmla="*/ 193329 h 1015864"/>
                <a:gd name="connsiteX39" fmla="*/ 134267 w 364247"/>
                <a:gd name="connsiteY39" fmla="*/ 201867 h 1015864"/>
                <a:gd name="connsiteX40" fmla="*/ 134404 w 364247"/>
                <a:gd name="connsiteY40" fmla="*/ 210413 h 1015864"/>
                <a:gd name="connsiteX41" fmla="*/ 134432 w 364247"/>
                <a:gd name="connsiteY41" fmla="*/ 213102 h 1015864"/>
                <a:gd name="connsiteX42" fmla="*/ 134500 w 364247"/>
                <a:gd name="connsiteY42" fmla="*/ 215740 h 1015864"/>
                <a:gd name="connsiteX43" fmla="*/ 134523 w 364247"/>
                <a:gd name="connsiteY43" fmla="*/ 218163 h 1015864"/>
                <a:gd name="connsiteX44" fmla="*/ 134220 w 364247"/>
                <a:gd name="connsiteY44" fmla="*/ 221913 h 1015864"/>
                <a:gd name="connsiteX45" fmla="*/ 131244 w 364247"/>
                <a:gd name="connsiteY45" fmla="*/ 222657 h 1015864"/>
                <a:gd name="connsiteX46" fmla="*/ 130886 w 364247"/>
                <a:gd name="connsiteY46" fmla="*/ 224272 h 1015864"/>
                <a:gd name="connsiteX47" fmla="*/ 130906 w 364247"/>
                <a:gd name="connsiteY47" fmla="*/ 226430 h 1015864"/>
                <a:gd name="connsiteX48" fmla="*/ 130906 w 364247"/>
                <a:gd name="connsiteY48" fmla="*/ 228868 h 1015864"/>
                <a:gd name="connsiteX49" fmla="*/ 130953 w 364247"/>
                <a:gd name="connsiteY49" fmla="*/ 231520 h 1015864"/>
                <a:gd name="connsiteX50" fmla="*/ 131019 w 364247"/>
                <a:gd name="connsiteY50" fmla="*/ 239881 h 1015864"/>
                <a:gd name="connsiteX51" fmla="*/ 131080 w 364247"/>
                <a:gd name="connsiteY51" fmla="*/ 245713 h 1015864"/>
                <a:gd name="connsiteX52" fmla="*/ 131224 w 364247"/>
                <a:gd name="connsiteY52" fmla="*/ 261320 h 1015864"/>
                <a:gd name="connsiteX53" fmla="*/ 131244 w 364247"/>
                <a:gd name="connsiteY53" fmla="*/ 262840 h 1015864"/>
                <a:gd name="connsiteX54" fmla="*/ 129011 w 364247"/>
                <a:gd name="connsiteY54" fmla="*/ 262840 h 1015864"/>
                <a:gd name="connsiteX55" fmla="*/ 129157 w 364247"/>
                <a:gd name="connsiteY55" fmla="*/ 277353 h 1015864"/>
                <a:gd name="connsiteX56" fmla="*/ 129197 w 364247"/>
                <a:gd name="connsiteY56" fmla="*/ 283258 h 1015864"/>
                <a:gd name="connsiteX57" fmla="*/ 129289 w 364247"/>
                <a:gd name="connsiteY57" fmla="*/ 291993 h 1015864"/>
                <a:gd name="connsiteX58" fmla="*/ 129302 w 364247"/>
                <a:gd name="connsiteY58" fmla="*/ 294742 h 1015864"/>
                <a:gd name="connsiteX59" fmla="*/ 129348 w 364247"/>
                <a:gd name="connsiteY59" fmla="*/ 297444 h 1015864"/>
                <a:gd name="connsiteX60" fmla="*/ 129349 w 364247"/>
                <a:gd name="connsiteY60" fmla="*/ 299927 h 1015864"/>
                <a:gd name="connsiteX61" fmla="*/ 129011 w 364247"/>
                <a:gd name="connsiteY61" fmla="*/ 303768 h 1015864"/>
                <a:gd name="connsiteX62" fmla="*/ 127523 w 364247"/>
                <a:gd name="connsiteY62" fmla="*/ 304144 h 1015864"/>
                <a:gd name="connsiteX63" fmla="*/ 126035 w 364247"/>
                <a:gd name="connsiteY63" fmla="*/ 304512 h 1015864"/>
                <a:gd name="connsiteX64" fmla="*/ 125677 w 364247"/>
                <a:gd name="connsiteY64" fmla="*/ 306127 h 1015864"/>
                <a:gd name="connsiteX65" fmla="*/ 125697 w 364247"/>
                <a:gd name="connsiteY65" fmla="*/ 308285 h 1015864"/>
                <a:gd name="connsiteX66" fmla="*/ 125697 w 364247"/>
                <a:gd name="connsiteY66" fmla="*/ 310723 h 1015864"/>
                <a:gd name="connsiteX67" fmla="*/ 125744 w 364247"/>
                <a:gd name="connsiteY67" fmla="*/ 313375 h 1015864"/>
                <a:gd name="connsiteX68" fmla="*/ 125810 w 364247"/>
                <a:gd name="connsiteY68" fmla="*/ 321737 h 1015864"/>
                <a:gd name="connsiteX69" fmla="*/ 125871 w 364247"/>
                <a:gd name="connsiteY69" fmla="*/ 327568 h 1015864"/>
                <a:gd name="connsiteX70" fmla="*/ 126015 w 364247"/>
                <a:gd name="connsiteY70" fmla="*/ 343175 h 1015864"/>
                <a:gd name="connsiteX71" fmla="*/ 126035 w 364247"/>
                <a:gd name="connsiteY71" fmla="*/ 344696 h 1015864"/>
                <a:gd name="connsiteX72" fmla="*/ 123802 w 364247"/>
                <a:gd name="connsiteY72" fmla="*/ 344696 h 1015864"/>
                <a:gd name="connsiteX73" fmla="*/ 122984 w 364247"/>
                <a:gd name="connsiteY73" fmla="*/ 347855 h 1015864"/>
                <a:gd name="connsiteX74" fmla="*/ 123009 w 364247"/>
                <a:gd name="connsiteY74" fmla="*/ 349962 h 1015864"/>
                <a:gd name="connsiteX75" fmla="*/ 123031 w 364247"/>
                <a:gd name="connsiteY75" fmla="*/ 352347 h 1015864"/>
                <a:gd name="connsiteX76" fmla="*/ 123083 w 364247"/>
                <a:gd name="connsiteY76" fmla="*/ 357572 h 1015864"/>
                <a:gd name="connsiteX77" fmla="*/ 123151 w 364247"/>
                <a:gd name="connsiteY77" fmla="*/ 365950 h 1015864"/>
                <a:gd name="connsiteX78" fmla="*/ 123235 w 364247"/>
                <a:gd name="connsiteY78" fmla="*/ 374337 h 1015864"/>
                <a:gd name="connsiteX79" fmla="*/ 123250 w 364247"/>
                <a:gd name="connsiteY79" fmla="*/ 376976 h 1015864"/>
                <a:gd name="connsiteX80" fmla="*/ 123292 w 364247"/>
                <a:gd name="connsiteY80" fmla="*/ 379564 h 1015864"/>
                <a:gd name="connsiteX81" fmla="*/ 123300 w 364247"/>
                <a:gd name="connsiteY81" fmla="*/ 381942 h 1015864"/>
                <a:gd name="connsiteX82" fmla="*/ 123058 w 364247"/>
                <a:gd name="connsiteY82" fmla="*/ 385624 h 1015864"/>
                <a:gd name="connsiteX83" fmla="*/ 120826 w 364247"/>
                <a:gd name="connsiteY83" fmla="*/ 386368 h 1015864"/>
                <a:gd name="connsiteX84" fmla="*/ 120577 w 364247"/>
                <a:gd name="connsiteY84" fmla="*/ 387978 h 1015864"/>
                <a:gd name="connsiteX85" fmla="*/ 120619 w 364247"/>
                <a:gd name="connsiteY85" fmla="*/ 390129 h 1015864"/>
                <a:gd name="connsiteX86" fmla="*/ 120649 w 364247"/>
                <a:gd name="connsiteY86" fmla="*/ 392559 h 1015864"/>
                <a:gd name="connsiteX87" fmla="*/ 120743 w 364247"/>
                <a:gd name="connsiteY87" fmla="*/ 397899 h 1015864"/>
                <a:gd name="connsiteX88" fmla="*/ 120872 w 364247"/>
                <a:gd name="connsiteY88" fmla="*/ 406459 h 1015864"/>
                <a:gd name="connsiteX89" fmla="*/ 121009 w 364247"/>
                <a:gd name="connsiteY89" fmla="*/ 415020 h 1015864"/>
                <a:gd name="connsiteX90" fmla="*/ 121038 w 364247"/>
                <a:gd name="connsiteY90" fmla="*/ 417715 h 1015864"/>
                <a:gd name="connsiteX91" fmla="*/ 121106 w 364247"/>
                <a:gd name="connsiteY91" fmla="*/ 420359 h 1015864"/>
                <a:gd name="connsiteX92" fmla="*/ 121128 w 364247"/>
                <a:gd name="connsiteY92" fmla="*/ 422790 h 1015864"/>
                <a:gd name="connsiteX93" fmla="*/ 120826 w 364247"/>
                <a:gd name="connsiteY93" fmla="*/ 426551 h 1015864"/>
                <a:gd name="connsiteX94" fmla="*/ 117849 w 364247"/>
                <a:gd name="connsiteY94" fmla="*/ 427295 h 1015864"/>
                <a:gd name="connsiteX95" fmla="*/ 117491 w 364247"/>
                <a:gd name="connsiteY95" fmla="*/ 428910 h 1015864"/>
                <a:gd name="connsiteX96" fmla="*/ 117511 w 364247"/>
                <a:gd name="connsiteY96" fmla="*/ 431069 h 1015864"/>
                <a:gd name="connsiteX97" fmla="*/ 117512 w 364247"/>
                <a:gd name="connsiteY97" fmla="*/ 433506 h 1015864"/>
                <a:gd name="connsiteX98" fmla="*/ 117558 w 364247"/>
                <a:gd name="connsiteY98" fmla="*/ 436158 h 1015864"/>
                <a:gd name="connsiteX99" fmla="*/ 117625 w 364247"/>
                <a:gd name="connsiteY99" fmla="*/ 444520 h 1015864"/>
                <a:gd name="connsiteX100" fmla="*/ 117686 w 364247"/>
                <a:gd name="connsiteY100" fmla="*/ 450352 h 1015864"/>
                <a:gd name="connsiteX101" fmla="*/ 117829 w 364247"/>
                <a:gd name="connsiteY101" fmla="*/ 465958 h 1015864"/>
                <a:gd name="connsiteX102" fmla="*/ 117849 w 364247"/>
                <a:gd name="connsiteY102" fmla="*/ 467479 h 1015864"/>
                <a:gd name="connsiteX103" fmla="*/ 115617 w 364247"/>
                <a:gd name="connsiteY103" fmla="*/ 467479 h 1015864"/>
                <a:gd name="connsiteX104" fmla="*/ 114798 w 364247"/>
                <a:gd name="connsiteY104" fmla="*/ 470638 h 1015864"/>
                <a:gd name="connsiteX105" fmla="*/ 114823 w 364247"/>
                <a:gd name="connsiteY105" fmla="*/ 472745 h 1015864"/>
                <a:gd name="connsiteX106" fmla="*/ 114845 w 364247"/>
                <a:gd name="connsiteY106" fmla="*/ 475130 h 1015864"/>
                <a:gd name="connsiteX107" fmla="*/ 114898 w 364247"/>
                <a:gd name="connsiteY107" fmla="*/ 480355 h 1015864"/>
                <a:gd name="connsiteX108" fmla="*/ 114966 w 364247"/>
                <a:gd name="connsiteY108" fmla="*/ 488733 h 1015864"/>
                <a:gd name="connsiteX109" fmla="*/ 115049 w 364247"/>
                <a:gd name="connsiteY109" fmla="*/ 497120 h 1015864"/>
                <a:gd name="connsiteX110" fmla="*/ 115064 w 364247"/>
                <a:gd name="connsiteY110" fmla="*/ 499759 h 1015864"/>
                <a:gd name="connsiteX111" fmla="*/ 115106 w 364247"/>
                <a:gd name="connsiteY111" fmla="*/ 502347 h 1015864"/>
                <a:gd name="connsiteX112" fmla="*/ 115114 w 364247"/>
                <a:gd name="connsiteY112" fmla="*/ 504725 h 1015864"/>
                <a:gd name="connsiteX113" fmla="*/ 114872 w 364247"/>
                <a:gd name="connsiteY113" fmla="*/ 508407 h 1015864"/>
                <a:gd name="connsiteX114" fmla="*/ 112640 w 364247"/>
                <a:gd name="connsiteY114" fmla="*/ 509151 h 1015864"/>
                <a:gd name="connsiteX115" fmla="*/ 112358 w 364247"/>
                <a:gd name="connsiteY115" fmla="*/ 510761 h 1015864"/>
                <a:gd name="connsiteX116" fmla="*/ 112354 w 364247"/>
                <a:gd name="connsiteY116" fmla="*/ 512912 h 1015864"/>
                <a:gd name="connsiteX117" fmla="*/ 112331 w 364247"/>
                <a:gd name="connsiteY117" fmla="*/ 515343 h 1015864"/>
                <a:gd name="connsiteX118" fmla="*/ 112338 w 364247"/>
                <a:gd name="connsiteY118" fmla="*/ 517988 h 1015864"/>
                <a:gd name="connsiteX119" fmla="*/ 112268 w 364247"/>
                <a:gd name="connsiteY119" fmla="*/ 529243 h 1015864"/>
                <a:gd name="connsiteX120" fmla="*/ 112223 w 364247"/>
                <a:gd name="connsiteY120" fmla="*/ 537804 h 1015864"/>
                <a:gd name="connsiteX121" fmla="*/ 112198 w 364247"/>
                <a:gd name="connsiteY121" fmla="*/ 540498 h 1015864"/>
                <a:gd name="connsiteX122" fmla="*/ 112205 w 364247"/>
                <a:gd name="connsiteY122" fmla="*/ 543143 h 1015864"/>
                <a:gd name="connsiteX123" fmla="*/ 112182 w 364247"/>
                <a:gd name="connsiteY123" fmla="*/ 545573 h 1015864"/>
                <a:gd name="connsiteX124" fmla="*/ 111896 w 364247"/>
                <a:gd name="connsiteY124" fmla="*/ 549334 h 1015864"/>
                <a:gd name="connsiteX125" fmla="*/ 109664 w 364247"/>
                <a:gd name="connsiteY125" fmla="*/ 550079 h 1015864"/>
                <a:gd name="connsiteX126" fmla="*/ 109664 w 364247"/>
                <a:gd name="connsiteY126" fmla="*/ 556032 h 1015864"/>
                <a:gd name="connsiteX127" fmla="*/ 115865 w 364247"/>
                <a:gd name="connsiteY127" fmla="*/ 555172 h 1015864"/>
                <a:gd name="connsiteX128" fmla="*/ 117504 w 364247"/>
                <a:gd name="connsiteY128" fmla="*/ 555170 h 1015864"/>
                <a:gd name="connsiteX129" fmla="*/ 123044 w 364247"/>
                <a:gd name="connsiteY129" fmla="*/ 555141 h 1015864"/>
                <a:gd name="connsiteX130" fmla="*/ 127113 w 364247"/>
                <a:gd name="connsiteY130" fmla="*/ 555124 h 1015864"/>
                <a:gd name="connsiteX131" fmla="*/ 138178 w 364247"/>
                <a:gd name="connsiteY131" fmla="*/ 555071 h 1015864"/>
                <a:gd name="connsiteX132" fmla="*/ 149943 w 364247"/>
                <a:gd name="connsiteY132" fmla="*/ 555017 h 1015864"/>
                <a:gd name="connsiteX133" fmla="*/ 172153 w 364247"/>
                <a:gd name="connsiteY133" fmla="*/ 554913 h 1015864"/>
                <a:gd name="connsiteX134" fmla="*/ 197642 w 364247"/>
                <a:gd name="connsiteY134" fmla="*/ 554796 h 1015864"/>
                <a:gd name="connsiteX135" fmla="*/ 252539 w 364247"/>
                <a:gd name="connsiteY135" fmla="*/ 554543 h 1015864"/>
                <a:gd name="connsiteX136" fmla="*/ 252539 w 364247"/>
                <a:gd name="connsiteY136" fmla="*/ 556032 h 1015864"/>
                <a:gd name="connsiteX137" fmla="*/ 254771 w 364247"/>
                <a:gd name="connsiteY137" fmla="*/ 555288 h 1015864"/>
                <a:gd name="connsiteX138" fmla="*/ 254027 w 364247"/>
                <a:gd name="connsiteY138" fmla="*/ 551567 h 1015864"/>
                <a:gd name="connsiteX139" fmla="*/ 251794 w 364247"/>
                <a:gd name="connsiteY139" fmla="*/ 551567 h 1015864"/>
                <a:gd name="connsiteX140" fmla="*/ 251831 w 364247"/>
                <a:gd name="connsiteY140" fmla="*/ 537091 h 1015864"/>
                <a:gd name="connsiteX141" fmla="*/ 251841 w 364247"/>
                <a:gd name="connsiteY141" fmla="*/ 531196 h 1015864"/>
                <a:gd name="connsiteX142" fmla="*/ 251864 w 364247"/>
                <a:gd name="connsiteY142" fmla="*/ 522484 h 1015864"/>
                <a:gd name="connsiteX143" fmla="*/ 251867 w 364247"/>
                <a:gd name="connsiteY143" fmla="*/ 519737 h 1015864"/>
                <a:gd name="connsiteX144" fmla="*/ 251879 w 364247"/>
                <a:gd name="connsiteY144" fmla="*/ 517048 h 1015864"/>
                <a:gd name="connsiteX145" fmla="*/ 251879 w 364247"/>
                <a:gd name="connsiteY145" fmla="*/ 514565 h 1015864"/>
                <a:gd name="connsiteX146" fmla="*/ 251050 w 364247"/>
                <a:gd name="connsiteY146" fmla="*/ 509151 h 1015864"/>
                <a:gd name="connsiteX147" fmla="*/ 248818 w 364247"/>
                <a:gd name="connsiteY147" fmla="*/ 509151 h 1015864"/>
                <a:gd name="connsiteX148" fmla="*/ 249119 w 364247"/>
                <a:gd name="connsiteY148" fmla="*/ 495505 h 1015864"/>
                <a:gd name="connsiteX149" fmla="*/ 249236 w 364247"/>
                <a:gd name="connsiteY149" fmla="*/ 489943 h 1015864"/>
                <a:gd name="connsiteX150" fmla="*/ 249419 w 364247"/>
                <a:gd name="connsiteY150" fmla="*/ 481731 h 1015864"/>
                <a:gd name="connsiteX151" fmla="*/ 249472 w 364247"/>
                <a:gd name="connsiteY151" fmla="*/ 479138 h 1015864"/>
                <a:gd name="connsiteX152" fmla="*/ 249533 w 364247"/>
                <a:gd name="connsiteY152" fmla="*/ 476608 h 1015864"/>
                <a:gd name="connsiteX153" fmla="*/ 249578 w 364247"/>
                <a:gd name="connsiteY153" fmla="*/ 474261 h 1015864"/>
                <a:gd name="connsiteX154" fmla="*/ 248818 w 364247"/>
                <a:gd name="connsiteY154" fmla="*/ 468223 h 1015864"/>
                <a:gd name="connsiteX155" fmla="*/ 246585 w 364247"/>
                <a:gd name="connsiteY155" fmla="*/ 467479 h 1015864"/>
                <a:gd name="connsiteX156" fmla="*/ 246332 w 364247"/>
                <a:gd name="connsiteY156" fmla="*/ 465879 h 1015864"/>
                <a:gd name="connsiteX157" fmla="*/ 246367 w 364247"/>
                <a:gd name="connsiteY157" fmla="*/ 463741 h 1015864"/>
                <a:gd name="connsiteX158" fmla="*/ 246390 w 364247"/>
                <a:gd name="connsiteY158" fmla="*/ 461325 h 1015864"/>
                <a:gd name="connsiteX159" fmla="*/ 246446 w 364247"/>
                <a:gd name="connsiteY159" fmla="*/ 458695 h 1015864"/>
                <a:gd name="connsiteX160" fmla="*/ 246585 w 364247"/>
                <a:gd name="connsiteY160" fmla="*/ 447480 h 1015864"/>
                <a:gd name="connsiteX161" fmla="*/ 246699 w 364247"/>
                <a:gd name="connsiteY161" fmla="*/ 438965 h 1015864"/>
                <a:gd name="connsiteX162" fmla="*/ 246725 w 364247"/>
                <a:gd name="connsiteY162" fmla="*/ 436277 h 1015864"/>
                <a:gd name="connsiteX163" fmla="*/ 246781 w 364247"/>
                <a:gd name="connsiteY163" fmla="*/ 433656 h 1015864"/>
                <a:gd name="connsiteX164" fmla="*/ 246803 w 364247"/>
                <a:gd name="connsiteY164" fmla="*/ 431226 h 1015864"/>
                <a:gd name="connsiteX165" fmla="*/ 246839 w 364247"/>
                <a:gd name="connsiteY165" fmla="*/ 429084 h 1015864"/>
                <a:gd name="connsiteX166" fmla="*/ 245475 w 364247"/>
                <a:gd name="connsiteY166" fmla="*/ 426183 h 1015864"/>
                <a:gd name="connsiteX167" fmla="*/ 244061 w 364247"/>
                <a:gd name="connsiteY167" fmla="*/ 423251 h 1015864"/>
                <a:gd name="connsiteX168" fmla="*/ 244043 w 364247"/>
                <a:gd name="connsiteY168" fmla="*/ 421076 h 1015864"/>
                <a:gd name="connsiteX169" fmla="*/ 244006 w 364247"/>
                <a:gd name="connsiteY169" fmla="*/ 418608 h 1015864"/>
                <a:gd name="connsiteX170" fmla="*/ 243998 w 364247"/>
                <a:gd name="connsiteY170" fmla="*/ 415944 h 1015864"/>
                <a:gd name="connsiteX171" fmla="*/ 243908 w 364247"/>
                <a:gd name="connsiteY171" fmla="*/ 407490 h 1015864"/>
                <a:gd name="connsiteX172" fmla="*/ 243830 w 364247"/>
                <a:gd name="connsiteY172" fmla="*/ 398706 h 1015864"/>
                <a:gd name="connsiteX173" fmla="*/ 243766 w 364247"/>
                <a:gd name="connsiteY173" fmla="*/ 393155 h 1015864"/>
                <a:gd name="connsiteX174" fmla="*/ 243749 w 364247"/>
                <a:gd name="connsiteY174" fmla="*/ 390487 h 1015864"/>
                <a:gd name="connsiteX175" fmla="*/ 243726 w 364247"/>
                <a:gd name="connsiteY175" fmla="*/ 388026 h 1015864"/>
                <a:gd name="connsiteX176" fmla="*/ 242865 w 364247"/>
                <a:gd name="connsiteY176" fmla="*/ 382647 h 1015864"/>
                <a:gd name="connsiteX177" fmla="*/ 240632 w 364247"/>
                <a:gd name="connsiteY177" fmla="*/ 382647 h 1015864"/>
                <a:gd name="connsiteX178" fmla="*/ 240741 w 364247"/>
                <a:gd name="connsiteY178" fmla="*/ 368135 h 1015864"/>
                <a:gd name="connsiteX179" fmla="*/ 240772 w 364247"/>
                <a:gd name="connsiteY179" fmla="*/ 362230 h 1015864"/>
                <a:gd name="connsiteX180" fmla="*/ 240841 w 364247"/>
                <a:gd name="connsiteY180" fmla="*/ 353494 h 1015864"/>
                <a:gd name="connsiteX181" fmla="*/ 240850 w 364247"/>
                <a:gd name="connsiteY181" fmla="*/ 350745 h 1015864"/>
                <a:gd name="connsiteX182" fmla="*/ 240885 w 364247"/>
                <a:gd name="connsiteY182" fmla="*/ 348044 h 1015864"/>
                <a:gd name="connsiteX183" fmla="*/ 240886 w 364247"/>
                <a:gd name="connsiteY183" fmla="*/ 345561 h 1015864"/>
                <a:gd name="connsiteX184" fmla="*/ 240632 w 364247"/>
                <a:gd name="connsiteY184" fmla="*/ 341719 h 1015864"/>
                <a:gd name="connsiteX185" fmla="*/ 238400 w 364247"/>
                <a:gd name="connsiteY185" fmla="*/ 340975 h 1015864"/>
                <a:gd name="connsiteX186" fmla="*/ 238146 w 364247"/>
                <a:gd name="connsiteY186" fmla="*/ 339370 h 1015864"/>
                <a:gd name="connsiteX187" fmla="*/ 238182 w 364247"/>
                <a:gd name="connsiteY187" fmla="*/ 337225 h 1015864"/>
                <a:gd name="connsiteX188" fmla="*/ 238204 w 364247"/>
                <a:gd name="connsiteY188" fmla="*/ 334802 h 1015864"/>
                <a:gd name="connsiteX189" fmla="*/ 238260 w 364247"/>
                <a:gd name="connsiteY189" fmla="*/ 332165 h 1015864"/>
                <a:gd name="connsiteX190" fmla="*/ 238400 w 364247"/>
                <a:gd name="connsiteY190" fmla="*/ 320930 h 1015864"/>
                <a:gd name="connsiteX191" fmla="*/ 238514 w 364247"/>
                <a:gd name="connsiteY191" fmla="*/ 312392 h 1015864"/>
                <a:gd name="connsiteX192" fmla="*/ 238539 w 364247"/>
                <a:gd name="connsiteY192" fmla="*/ 309701 h 1015864"/>
                <a:gd name="connsiteX193" fmla="*/ 238596 w 364247"/>
                <a:gd name="connsiteY193" fmla="*/ 307068 h 1015864"/>
                <a:gd name="connsiteX194" fmla="*/ 238618 w 364247"/>
                <a:gd name="connsiteY194" fmla="*/ 304637 h 1015864"/>
                <a:gd name="connsiteX195" fmla="*/ 238400 w 364247"/>
                <a:gd name="connsiteY195" fmla="*/ 300791 h 1015864"/>
                <a:gd name="connsiteX196" fmla="*/ 236167 w 364247"/>
                <a:gd name="connsiteY196" fmla="*/ 299303 h 1015864"/>
                <a:gd name="connsiteX197" fmla="*/ 235876 w 364247"/>
                <a:gd name="connsiteY197" fmla="*/ 297609 h 1015864"/>
                <a:gd name="connsiteX198" fmla="*/ 235857 w 364247"/>
                <a:gd name="connsiteY198" fmla="*/ 295469 h 1015864"/>
                <a:gd name="connsiteX199" fmla="*/ 235820 w 364247"/>
                <a:gd name="connsiteY199" fmla="*/ 293046 h 1015864"/>
                <a:gd name="connsiteX200" fmla="*/ 235813 w 364247"/>
                <a:gd name="connsiteY200" fmla="*/ 290420 h 1015864"/>
                <a:gd name="connsiteX201" fmla="*/ 235722 w 364247"/>
                <a:gd name="connsiteY201" fmla="*/ 282104 h 1015864"/>
                <a:gd name="connsiteX202" fmla="*/ 235644 w 364247"/>
                <a:gd name="connsiteY202" fmla="*/ 273462 h 1015864"/>
                <a:gd name="connsiteX203" fmla="*/ 235580 w 364247"/>
                <a:gd name="connsiteY203" fmla="*/ 268003 h 1015864"/>
                <a:gd name="connsiteX204" fmla="*/ 235564 w 364247"/>
                <a:gd name="connsiteY204" fmla="*/ 265377 h 1015864"/>
                <a:gd name="connsiteX205" fmla="*/ 235541 w 364247"/>
                <a:gd name="connsiteY205" fmla="*/ 262954 h 1015864"/>
                <a:gd name="connsiteX206" fmla="*/ 234679 w 364247"/>
                <a:gd name="connsiteY206" fmla="*/ 257631 h 1015864"/>
                <a:gd name="connsiteX207" fmla="*/ 232447 w 364247"/>
                <a:gd name="connsiteY207" fmla="*/ 257631 h 1015864"/>
                <a:gd name="connsiteX208" fmla="*/ 232556 w 364247"/>
                <a:gd name="connsiteY208" fmla="*/ 242590 h 1015864"/>
                <a:gd name="connsiteX209" fmla="*/ 232600 w 364247"/>
                <a:gd name="connsiteY209" fmla="*/ 234929 h 1015864"/>
                <a:gd name="connsiteX210" fmla="*/ 232655 w 364247"/>
                <a:gd name="connsiteY210" fmla="*/ 227416 h 1015864"/>
                <a:gd name="connsiteX211" fmla="*/ 232665 w 364247"/>
                <a:gd name="connsiteY211" fmla="*/ 224567 h 1015864"/>
                <a:gd name="connsiteX212" fmla="*/ 232700 w 364247"/>
                <a:gd name="connsiteY212" fmla="*/ 221767 h 1015864"/>
                <a:gd name="connsiteX213" fmla="*/ 232700 w 364247"/>
                <a:gd name="connsiteY213" fmla="*/ 219193 h 1015864"/>
                <a:gd name="connsiteX214" fmla="*/ 232447 w 364247"/>
                <a:gd name="connsiteY214" fmla="*/ 215215 h 1015864"/>
                <a:gd name="connsiteX215" fmla="*/ 230214 w 364247"/>
                <a:gd name="connsiteY215" fmla="*/ 214471 h 1015864"/>
                <a:gd name="connsiteX216" fmla="*/ 229951 w 364247"/>
                <a:gd name="connsiteY216" fmla="*/ 212894 h 1015864"/>
                <a:gd name="connsiteX217" fmla="*/ 229973 w 364247"/>
                <a:gd name="connsiteY217" fmla="*/ 210790 h 1015864"/>
                <a:gd name="connsiteX218" fmla="*/ 229980 w 364247"/>
                <a:gd name="connsiteY218" fmla="*/ 208412 h 1015864"/>
                <a:gd name="connsiteX219" fmla="*/ 230022 w 364247"/>
                <a:gd name="connsiteY219" fmla="*/ 205823 h 1015864"/>
                <a:gd name="connsiteX220" fmla="*/ 230087 w 364247"/>
                <a:gd name="connsiteY220" fmla="*/ 197646 h 1015864"/>
                <a:gd name="connsiteX221" fmla="*/ 230171 w 364247"/>
                <a:gd name="connsiteY221" fmla="*/ 189146 h 1015864"/>
                <a:gd name="connsiteX222" fmla="*/ 230208 w 364247"/>
                <a:gd name="connsiteY222" fmla="*/ 183778 h 1015864"/>
                <a:gd name="connsiteX223" fmla="*/ 230241 w 364247"/>
                <a:gd name="connsiteY223" fmla="*/ 181194 h 1015864"/>
                <a:gd name="connsiteX224" fmla="*/ 230263 w 364247"/>
                <a:gd name="connsiteY224" fmla="*/ 178809 h 1015864"/>
                <a:gd name="connsiteX225" fmla="*/ 229470 w 364247"/>
                <a:gd name="connsiteY225" fmla="*/ 173543 h 1015864"/>
                <a:gd name="connsiteX226" fmla="*/ 227238 w 364247"/>
                <a:gd name="connsiteY226" fmla="*/ 173543 h 1015864"/>
                <a:gd name="connsiteX227" fmla="*/ 227274 w 364247"/>
                <a:gd name="connsiteY227" fmla="*/ 159068 h 1015864"/>
                <a:gd name="connsiteX228" fmla="*/ 227284 w 364247"/>
                <a:gd name="connsiteY228" fmla="*/ 153173 h 1015864"/>
                <a:gd name="connsiteX229" fmla="*/ 227307 w 364247"/>
                <a:gd name="connsiteY229" fmla="*/ 144460 h 1015864"/>
                <a:gd name="connsiteX230" fmla="*/ 227310 w 364247"/>
                <a:gd name="connsiteY230" fmla="*/ 141714 h 1015864"/>
                <a:gd name="connsiteX231" fmla="*/ 227322 w 364247"/>
                <a:gd name="connsiteY231" fmla="*/ 139024 h 1015864"/>
                <a:gd name="connsiteX232" fmla="*/ 227322 w 364247"/>
                <a:gd name="connsiteY232" fmla="*/ 136542 h 1015864"/>
                <a:gd name="connsiteX233" fmla="*/ 226494 w 364247"/>
                <a:gd name="connsiteY233" fmla="*/ 131127 h 1015864"/>
                <a:gd name="connsiteX234" fmla="*/ 224261 w 364247"/>
                <a:gd name="connsiteY234" fmla="*/ 131127 h 1015864"/>
                <a:gd name="connsiteX235" fmla="*/ 224261 w 364247"/>
                <a:gd name="connsiteY235" fmla="*/ 91688 h 1015864"/>
                <a:gd name="connsiteX236" fmla="*/ 109156 w 364247"/>
                <a:gd name="connsiteY236" fmla="*/ 10 h 1015864"/>
                <a:gd name="connsiteX237" fmla="*/ 115900 w 364247"/>
                <a:gd name="connsiteY237" fmla="*/ 34 h 1015864"/>
                <a:gd name="connsiteX238" fmla="*/ 120729 w 364247"/>
                <a:gd name="connsiteY238" fmla="*/ 10 h 1015864"/>
                <a:gd name="connsiteX239" fmla="*/ 133856 w 364247"/>
                <a:gd name="connsiteY239" fmla="*/ 30 h 1015864"/>
                <a:gd name="connsiteX240" fmla="*/ 147576 w 364247"/>
                <a:gd name="connsiteY240" fmla="*/ 36 h 1015864"/>
                <a:gd name="connsiteX241" fmla="*/ 170616 w 364247"/>
                <a:gd name="connsiteY241" fmla="*/ 86 h 1015864"/>
                <a:gd name="connsiteX242" fmla="*/ 197279 w 364247"/>
                <a:gd name="connsiteY242" fmla="*/ 111 h 1015864"/>
                <a:gd name="connsiteX243" fmla="*/ 222899 w 364247"/>
                <a:gd name="connsiteY243" fmla="*/ 125 h 1015864"/>
                <a:gd name="connsiteX244" fmla="*/ 233817 w 364247"/>
                <a:gd name="connsiteY244" fmla="*/ 127 h 1015864"/>
                <a:gd name="connsiteX245" fmla="*/ 246663 w 364247"/>
                <a:gd name="connsiteY245" fmla="*/ 167 h 1015864"/>
                <a:gd name="connsiteX246" fmla="*/ 251387 w 364247"/>
                <a:gd name="connsiteY246" fmla="*/ 168 h 1015864"/>
                <a:gd name="connsiteX247" fmla="*/ 257817 w 364247"/>
                <a:gd name="connsiteY247" fmla="*/ 204 h 1015864"/>
                <a:gd name="connsiteX248" fmla="*/ 259721 w 364247"/>
                <a:gd name="connsiteY248" fmla="*/ 177 h 1015864"/>
                <a:gd name="connsiteX249" fmla="*/ 264280 w 364247"/>
                <a:gd name="connsiteY249" fmla="*/ 781 h 1015864"/>
                <a:gd name="connsiteX250" fmla="*/ 266513 w 364247"/>
                <a:gd name="connsiteY250" fmla="*/ 5246 h 1015864"/>
                <a:gd name="connsiteX251" fmla="*/ 270233 w 364247"/>
                <a:gd name="connsiteY251" fmla="*/ 8222 h 1015864"/>
                <a:gd name="connsiteX252" fmla="*/ 270978 w 364247"/>
                <a:gd name="connsiteY252" fmla="*/ 11199 h 1015864"/>
                <a:gd name="connsiteX253" fmla="*/ 273210 w 364247"/>
                <a:gd name="connsiteY253" fmla="*/ 11943 h 1015864"/>
                <a:gd name="connsiteX254" fmla="*/ 273954 w 364247"/>
                <a:gd name="connsiteY254" fmla="*/ 14175 h 1015864"/>
                <a:gd name="connsiteX255" fmla="*/ 276187 w 364247"/>
                <a:gd name="connsiteY255" fmla="*/ 14919 h 1015864"/>
                <a:gd name="connsiteX256" fmla="*/ 276931 w 364247"/>
                <a:gd name="connsiteY256" fmla="*/ 17152 h 1015864"/>
                <a:gd name="connsiteX257" fmla="*/ 279163 w 364247"/>
                <a:gd name="connsiteY257" fmla="*/ 17896 h 1015864"/>
                <a:gd name="connsiteX258" fmla="*/ 279907 w 364247"/>
                <a:gd name="connsiteY258" fmla="*/ 20128 h 1015864"/>
                <a:gd name="connsiteX259" fmla="*/ 281768 w 364247"/>
                <a:gd name="connsiteY259" fmla="*/ 21245 h 1015864"/>
                <a:gd name="connsiteX260" fmla="*/ 284372 w 364247"/>
                <a:gd name="connsiteY260" fmla="*/ 24593 h 1015864"/>
                <a:gd name="connsiteX261" fmla="*/ 286605 w 364247"/>
                <a:gd name="connsiteY261" fmla="*/ 26082 h 1015864"/>
                <a:gd name="connsiteX262" fmla="*/ 286605 w 364247"/>
                <a:gd name="connsiteY262" fmla="*/ 28314 h 1015864"/>
                <a:gd name="connsiteX263" fmla="*/ 289581 w 364247"/>
                <a:gd name="connsiteY263" fmla="*/ 29058 h 1015864"/>
                <a:gd name="connsiteX264" fmla="*/ 290325 w 364247"/>
                <a:gd name="connsiteY264" fmla="*/ 31290 h 1015864"/>
                <a:gd name="connsiteX265" fmla="*/ 292558 w 364247"/>
                <a:gd name="connsiteY265" fmla="*/ 32035 h 1015864"/>
                <a:gd name="connsiteX266" fmla="*/ 292558 w 364247"/>
                <a:gd name="connsiteY266" fmla="*/ 35011 h 1015864"/>
                <a:gd name="connsiteX267" fmla="*/ 296278 w 364247"/>
                <a:gd name="connsiteY267" fmla="*/ 35755 h 1015864"/>
                <a:gd name="connsiteX268" fmla="*/ 296278 w 364247"/>
                <a:gd name="connsiteY268" fmla="*/ 37988 h 1015864"/>
                <a:gd name="connsiteX269" fmla="*/ 298478 w 364247"/>
                <a:gd name="connsiteY269" fmla="*/ 38447 h 1015864"/>
                <a:gd name="connsiteX270" fmla="*/ 300743 w 364247"/>
                <a:gd name="connsiteY270" fmla="*/ 39476 h 1015864"/>
                <a:gd name="connsiteX271" fmla="*/ 301264 w 364247"/>
                <a:gd name="connsiteY271" fmla="*/ 46269 h 1015864"/>
                <a:gd name="connsiteX272" fmla="*/ 301278 w 364247"/>
                <a:gd name="connsiteY272" fmla="*/ 48310 h 1015864"/>
                <a:gd name="connsiteX273" fmla="*/ 301255 w 364247"/>
                <a:gd name="connsiteY273" fmla="*/ 54777 h 1015864"/>
                <a:gd name="connsiteX274" fmla="*/ 301255 w 364247"/>
                <a:gd name="connsiteY274" fmla="*/ 61253 h 1015864"/>
                <a:gd name="connsiteX275" fmla="*/ 301236 w 364247"/>
                <a:gd name="connsiteY275" fmla="*/ 65288 h 1015864"/>
                <a:gd name="connsiteX276" fmla="*/ 301487 w 364247"/>
                <a:gd name="connsiteY276" fmla="*/ 69986 h 1015864"/>
                <a:gd name="connsiteX277" fmla="*/ 303720 w 364247"/>
                <a:gd name="connsiteY277" fmla="*/ 70730 h 1015864"/>
                <a:gd name="connsiteX278" fmla="*/ 304018 w 364247"/>
                <a:gd name="connsiteY278" fmla="*/ 74560 h 1015864"/>
                <a:gd name="connsiteX279" fmla="*/ 304048 w 364247"/>
                <a:gd name="connsiteY279" fmla="*/ 77035 h 1015864"/>
                <a:gd name="connsiteX280" fmla="*/ 304048 w 364247"/>
                <a:gd name="connsiteY280" fmla="*/ 79729 h 1015864"/>
                <a:gd name="connsiteX281" fmla="*/ 304078 w 364247"/>
                <a:gd name="connsiteY281" fmla="*/ 82474 h 1015864"/>
                <a:gd name="connsiteX282" fmla="*/ 304138 w 364247"/>
                <a:gd name="connsiteY282" fmla="*/ 91194 h 1015864"/>
                <a:gd name="connsiteX283" fmla="*/ 304207 w 364247"/>
                <a:gd name="connsiteY283" fmla="*/ 99914 h 1015864"/>
                <a:gd name="connsiteX284" fmla="*/ 304239 w 364247"/>
                <a:gd name="connsiteY284" fmla="*/ 105352 h 1015864"/>
                <a:gd name="connsiteX285" fmla="*/ 304262 w 364247"/>
                <a:gd name="connsiteY285" fmla="*/ 107828 h 1015864"/>
                <a:gd name="connsiteX286" fmla="*/ 304272 w 364247"/>
                <a:gd name="connsiteY286" fmla="*/ 110019 h 1015864"/>
                <a:gd name="connsiteX287" fmla="*/ 304464 w 364247"/>
                <a:gd name="connsiteY287" fmla="*/ 111658 h 1015864"/>
                <a:gd name="connsiteX288" fmla="*/ 305952 w 364247"/>
                <a:gd name="connsiteY288" fmla="*/ 112402 h 1015864"/>
                <a:gd name="connsiteX289" fmla="*/ 306166 w 364247"/>
                <a:gd name="connsiteY289" fmla="*/ 115991 h 1015864"/>
                <a:gd name="connsiteX290" fmla="*/ 306196 w 364247"/>
                <a:gd name="connsiteY290" fmla="*/ 118309 h 1015864"/>
                <a:gd name="connsiteX291" fmla="*/ 306208 w 364247"/>
                <a:gd name="connsiteY291" fmla="*/ 120834 h 1015864"/>
                <a:gd name="connsiteX292" fmla="*/ 306241 w 364247"/>
                <a:gd name="connsiteY292" fmla="*/ 123413 h 1015864"/>
                <a:gd name="connsiteX293" fmla="*/ 306324 w 364247"/>
                <a:gd name="connsiteY293" fmla="*/ 131610 h 1015864"/>
                <a:gd name="connsiteX294" fmla="*/ 306441 w 364247"/>
                <a:gd name="connsiteY294" fmla="*/ 142368 h 1015864"/>
                <a:gd name="connsiteX295" fmla="*/ 306452 w 364247"/>
                <a:gd name="connsiteY295" fmla="*/ 144879 h 1015864"/>
                <a:gd name="connsiteX296" fmla="*/ 306483 w 364247"/>
                <a:gd name="connsiteY296" fmla="*/ 147219 h 1015864"/>
                <a:gd name="connsiteX297" fmla="*/ 306499 w 364247"/>
                <a:gd name="connsiteY297" fmla="*/ 149275 h 1015864"/>
                <a:gd name="connsiteX298" fmla="*/ 308185 w 364247"/>
                <a:gd name="connsiteY298" fmla="*/ 154074 h 1015864"/>
                <a:gd name="connsiteX299" fmla="*/ 308929 w 364247"/>
                <a:gd name="connsiteY299" fmla="*/ 154074 h 1015864"/>
                <a:gd name="connsiteX300" fmla="*/ 309673 w 364247"/>
                <a:gd name="connsiteY300" fmla="*/ 196490 h 1015864"/>
                <a:gd name="connsiteX301" fmla="*/ 311905 w 364247"/>
                <a:gd name="connsiteY301" fmla="*/ 196490 h 1015864"/>
                <a:gd name="connsiteX302" fmla="*/ 311924 w 364247"/>
                <a:gd name="connsiteY302" fmla="*/ 198038 h 1015864"/>
                <a:gd name="connsiteX303" fmla="*/ 312142 w 364247"/>
                <a:gd name="connsiteY303" fmla="*/ 213935 h 1015864"/>
                <a:gd name="connsiteX304" fmla="*/ 312219 w 364247"/>
                <a:gd name="connsiteY304" fmla="*/ 219875 h 1015864"/>
                <a:gd name="connsiteX305" fmla="*/ 312341 w 364247"/>
                <a:gd name="connsiteY305" fmla="*/ 228392 h 1015864"/>
                <a:gd name="connsiteX306" fmla="*/ 312367 w 364247"/>
                <a:gd name="connsiteY306" fmla="*/ 231093 h 1015864"/>
                <a:gd name="connsiteX307" fmla="*/ 312412 w 364247"/>
                <a:gd name="connsiteY307" fmla="*/ 233576 h 1015864"/>
                <a:gd name="connsiteX308" fmla="*/ 312442 w 364247"/>
                <a:gd name="connsiteY308" fmla="*/ 235774 h 1015864"/>
                <a:gd name="connsiteX309" fmla="*/ 312649 w 364247"/>
                <a:gd name="connsiteY309" fmla="*/ 237417 h 1015864"/>
                <a:gd name="connsiteX310" fmla="*/ 314138 w 364247"/>
                <a:gd name="connsiteY310" fmla="*/ 238162 h 1015864"/>
                <a:gd name="connsiteX311" fmla="*/ 314446 w 364247"/>
                <a:gd name="connsiteY311" fmla="*/ 241760 h 1015864"/>
                <a:gd name="connsiteX312" fmla="*/ 314533 w 364247"/>
                <a:gd name="connsiteY312" fmla="*/ 244088 h 1015864"/>
                <a:gd name="connsiteX313" fmla="*/ 314603 w 364247"/>
                <a:gd name="connsiteY313" fmla="*/ 246626 h 1015864"/>
                <a:gd name="connsiteX314" fmla="*/ 314693 w 364247"/>
                <a:gd name="connsiteY314" fmla="*/ 249218 h 1015864"/>
                <a:gd name="connsiteX315" fmla="*/ 314847 w 364247"/>
                <a:gd name="connsiteY315" fmla="*/ 263186 h 1015864"/>
                <a:gd name="connsiteX316" fmla="*/ 314822 w 364247"/>
                <a:gd name="connsiteY316" fmla="*/ 265945 h 1015864"/>
                <a:gd name="connsiteX317" fmla="*/ 314724 w 364247"/>
                <a:gd name="connsiteY317" fmla="*/ 271241 h 1015864"/>
                <a:gd name="connsiteX318" fmla="*/ 314690 w 364247"/>
                <a:gd name="connsiteY318" fmla="*/ 273668 h 1015864"/>
                <a:gd name="connsiteX319" fmla="*/ 314640 w 364247"/>
                <a:gd name="connsiteY319" fmla="*/ 275810 h 1015864"/>
                <a:gd name="connsiteX320" fmla="*/ 315995 w 364247"/>
                <a:gd name="connsiteY320" fmla="*/ 278584 h 1015864"/>
                <a:gd name="connsiteX321" fmla="*/ 317412 w 364247"/>
                <a:gd name="connsiteY321" fmla="*/ 283752 h 1015864"/>
                <a:gd name="connsiteX322" fmla="*/ 317443 w 364247"/>
                <a:gd name="connsiteY322" fmla="*/ 286175 h 1015864"/>
                <a:gd name="connsiteX323" fmla="*/ 317443 w 364247"/>
                <a:gd name="connsiteY323" fmla="*/ 288789 h 1015864"/>
                <a:gd name="connsiteX324" fmla="*/ 317473 w 364247"/>
                <a:gd name="connsiteY324" fmla="*/ 291472 h 1015864"/>
                <a:gd name="connsiteX325" fmla="*/ 317533 w 364247"/>
                <a:gd name="connsiteY325" fmla="*/ 299972 h 1015864"/>
                <a:gd name="connsiteX326" fmla="*/ 317601 w 364247"/>
                <a:gd name="connsiteY326" fmla="*/ 308480 h 1015864"/>
                <a:gd name="connsiteX327" fmla="*/ 317634 w 364247"/>
                <a:gd name="connsiteY327" fmla="*/ 313779 h 1015864"/>
                <a:gd name="connsiteX328" fmla="*/ 317657 w 364247"/>
                <a:gd name="connsiteY328" fmla="*/ 316195 h 1015864"/>
                <a:gd name="connsiteX329" fmla="*/ 317666 w 364247"/>
                <a:gd name="connsiteY329" fmla="*/ 318328 h 1015864"/>
                <a:gd name="connsiteX330" fmla="*/ 319347 w 364247"/>
                <a:gd name="connsiteY330" fmla="*/ 321505 h 1015864"/>
                <a:gd name="connsiteX331" fmla="*/ 320091 w 364247"/>
                <a:gd name="connsiteY331" fmla="*/ 321505 h 1015864"/>
                <a:gd name="connsiteX332" fmla="*/ 320109 w 364247"/>
                <a:gd name="connsiteY332" fmla="*/ 323082 h 1015864"/>
                <a:gd name="connsiteX333" fmla="*/ 320305 w 364247"/>
                <a:gd name="connsiteY333" fmla="*/ 337767 h 1015864"/>
                <a:gd name="connsiteX334" fmla="*/ 320405 w 364247"/>
                <a:gd name="connsiteY334" fmla="*/ 345317 h 1015864"/>
                <a:gd name="connsiteX335" fmla="*/ 320527 w 364247"/>
                <a:gd name="connsiteY335" fmla="*/ 353989 h 1015864"/>
                <a:gd name="connsiteX336" fmla="*/ 320553 w 364247"/>
                <a:gd name="connsiteY336" fmla="*/ 356739 h 1015864"/>
                <a:gd name="connsiteX337" fmla="*/ 320598 w 364247"/>
                <a:gd name="connsiteY337" fmla="*/ 359267 h 1015864"/>
                <a:gd name="connsiteX338" fmla="*/ 320628 w 364247"/>
                <a:gd name="connsiteY338" fmla="*/ 361506 h 1015864"/>
                <a:gd name="connsiteX339" fmla="*/ 320835 w 364247"/>
                <a:gd name="connsiteY339" fmla="*/ 363177 h 1015864"/>
                <a:gd name="connsiteX340" fmla="*/ 322323 w 364247"/>
                <a:gd name="connsiteY340" fmla="*/ 363921 h 1015864"/>
                <a:gd name="connsiteX341" fmla="*/ 322788 w 364247"/>
                <a:gd name="connsiteY341" fmla="*/ 370991 h 1015864"/>
                <a:gd name="connsiteX342" fmla="*/ 322874 w 364247"/>
                <a:gd name="connsiteY342" fmla="*/ 373225 h 1015864"/>
                <a:gd name="connsiteX343" fmla="*/ 323067 w 364247"/>
                <a:gd name="connsiteY343" fmla="*/ 405593 h 1015864"/>
                <a:gd name="connsiteX344" fmla="*/ 325300 w 364247"/>
                <a:gd name="connsiteY344" fmla="*/ 405593 h 1015864"/>
                <a:gd name="connsiteX345" fmla="*/ 326044 w 364247"/>
                <a:gd name="connsiteY345" fmla="*/ 447265 h 1015864"/>
                <a:gd name="connsiteX346" fmla="*/ 328276 w 364247"/>
                <a:gd name="connsiteY346" fmla="*/ 447265 h 1015864"/>
                <a:gd name="connsiteX347" fmla="*/ 328295 w 364247"/>
                <a:gd name="connsiteY347" fmla="*/ 448814 h 1015864"/>
                <a:gd name="connsiteX348" fmla="*/ 328513 w 364247"/>
                <a:gd name="connsiteY348" fmla="*/ 464710 h 1015864"/>
                <a:gd name="connsiteX349" fmla="*/ 328590 w 364247"/>
                <a:gd name="connsiteY349" fmla="*/ 470650 h 1015864"/>
                <a:gd name="connsiteX350" fmla="*/ 328712 w 364247"/>
                <a:gd name="connsiteY350" fmla="*/ 479167 h 1015864"/>
                <a:gd name="connsiteX351" fmla="*/ 328739 w 364247"/>
                <a:gd name="connsiteY351" fmla="*/ 481868 h 1015864"/>
                <a:gd name="connsiteX352" fmla="*/ 328783 w 364247"/>
                <a:gd name="connsiteY352" fmla="*/ 484351 h 1015864"/>
                <a:gd name="connsiteX353" fmla="*/ 328813 w 364247"/>
                <a:gd name="connsiteY353" fmla="*/ 486550 h 1015864"/>
                <a:gd name="connsiteX354" fmla="*/ 329021 w 364247"/>
                <a:gd name="connsiteY354" fmla="*/ 488193 h 1015864"/>
                <a:gd name="connsiteX355" fmla="*/ 330509 w 364247"/>
                <a:gd name="connsiteY355" fmla="*/ 488937 h 1015864"/>
                <a:gd name="connsiteX356" fmla="*/ 331326 w 364247"/>
                <a:gd name="connsiteY356" fmla="*/ 505410 h 1015864"/>
                <a:gd name="connsiteX357" fmla="*/ 331322 w 364247"/>
                <a:gd name="connsiteY357" fmla="*/ 507677 h 1015864"/>
                <a:gd name="connsiteX358" fmla="*/ 331300 w 364247"/>
                <a:gd name="connsiteY358" fmla="*/ 514749 h 1015864"/>
                <a:gd name="connsiteX359" fmla="*/ 331289 w 364247"/>
                <a:gd name="connsiteY359" fmla="*/ 519585 h 1015864"/>
                <a:gd name="connsiteX360" fmla="*/ 331253 w 364247"/>
                <a:gd name="connsiteY360" fmla="*/ 531353 h 1015864"/>
                <a:gd name="connsiteX361" fmla="*/ 333485 w 364247"/>
                <a:gd name="connsiteY361" fmla="*/ 531353 h 1015864"/>
                <a:gd name="connsiteX362" fmla="*/ 333499 w 364247"/>
                <a:gd name="connsiteY362" fmla="*/ 532902 h 1015864"/>
                <a:gd name="connsiteX363" fmla="*/ 333681 w 364247"/>
                <a:gd name="connsiteY363" fmla="*/ 548798 h 1015864"/>
                <a:gd name="connsiteX364" fmla="*/ 333743 w 364247"/>
                <a:gd name="connsiteY364" fmla="*/ 554738 h 1015864"/>
                <a:gd name="connsiteX365" fmla="*/ 333849 w 364247"/>
                <a:gd name="connsiteY365" fmla="*/ 563255 h 1015864"/>
                <a:gd name="connsiteX366" fmla="*/ 333863 w 364247"/>
                <a:gd name="connsiteY366" fmla="*/ 565956 h 1015864"/>
                <a:gd name="connsiteX367" fmla="*/ 333908 w 364247"/>
                <a:gd name="connsiteY367" fmla="*/ 568439 h 1015864"/>
                <a:gd name="connsiteX368" fmla="*/ 333933 w 364247"/>
                <a:gd name="connsiteY368" fmla="*/ 570637 h 1015864"/>
                <a:gd name="connsiteX369" fmla="*/ 334230 w 364247"/>
                <a:gd name="connsiteY369" fmla="*/ 572281 h 1015864"/>
                <a:gd name="connsiteX370" fmla="*/ 336462 w 364247"/>
                <a:gd name="connsiteY370" fmla="*/ 573025 h 1015864"/>
                <a:gd name="connsiteX371" fmla="*/ 336748 w 364247"/>
                <a:gd name="connsiteY371" fmla="*/ 576831 h 1015864"/>
                <a:gd name="connsiteX372" fmla="*/ 336771 w 364247"/>
                <a:gd name="connsiteY372" fmla="*/ 579292 h 1015864"/>
                <a:gd name="connsiteX373" fmla="*/ 336764 w 364247"/>
                <a:gd name="connsiteY373" fmla="*/ 581972 h 1015864"/>
                <a:gd name="connsiteX374" fmla="*/ 336789 w 364247"/>
                <a:gd name="connsiteY374" fmla="*/ 584706 h 1015864"/>
                <a:gd name="connsiteX375" fmla="*/ 336834 w 364247"/>
                <a:gd name="connsiteY375" fmla="*/ 593396 h 1015864"/>
                <a:gd name="connsiteX376" fmla="*/ 336904 w 364247"/>
                <a:gd name="connsiteY376" fmla="*/ 604808 h 1015864"/>
                <a:gd name="connsiteX377" fmla="*/ 336897 w 364247"/>
                <a:gd name="connsiteY377" fmla="*/ 607479 h 1015864"/>
                <a:gd name="connsiteX378" fmla="*/ 336920 w 364247"/>
                <a:gd name="connsiteY378" fmla="*/ 609954 h 1015864"/>
                <a:gd name="connsiteX379" fmla="*/ 336924 w 364247"/>
                <a:gd name="connsiteY379" fmla="*/ 612135 h 1015864"/>
                <a:gd name="connsiteX380" fmla="*/ 339439 w 364247"/>
                <a:gd name="connsiteY380" fmla="*/ 616185 h 1015864"/>
                <a:gd name="connsiteX381" fmla="*/ 339737 w 364247"/>
                <a:gd name="connsiteY381" fmla="*/ 620047 h 1015864"/>
                <a:gd name="connsiteX382" fmla="*/ 339767 w 364247"/>
                <a:gd name="connsiteY382" fmla="*/ 622432 h 1015864"/>
                <a:gd name="connsiteX383" fmla="*/ 339767 w 364247"/>
                <a:gd name="connsiteY383" fmla="*/ 625004 h 1015864"/>
                <a:gd name="connsiteX384" fmla="*/ 339797 w 364247"/>
                <a:gd name="connsiteY384" fmla="*/ 627642 h 1015864"/>
                <a:gd name="connsiteX385" fmla="*/ 339857 w 364247"/>
                <a:gd name="connsiteY385" fmla="*/ 635998 h 1015864"/>
                <a:gd name="connsiteX386" fmla="*/ 339925 w 364247"/>
                <a:gd name="connsiteY386" fmla="*/ 644369 h 1015864"/>
                <a:gd name="connsiteX387" fmla="*/ 339958 w 364247"/>
                <a:gd name="connsiteY387" fmla="*/ 649584 h 1015864"/>
                <a:gd name="connsiteX388" fmla="*/ 339981 w 364247"/>
                <a:gd name="connsiteY388" fmla="*/ 651955 h 1015864"/>
                <a:gd name="connsiteX389" fmla="*/ 339990 w 364247"/>
                <a:gd name="connsiteY389" fmla="*/ 654053 h 1015864"/>
                <a:gd name="connsiteX390" fmla="*/ 340183 w 364247"/>
                <a:gd name="connsiteY390" fmla="*/ 655624 h 1015864"/>
                <a:gd name="connsiteX391" fmla="*/ 341671 w 364247"/>
                <a:gd name="connsiteY391" fmla="*/ 656369 h 1015864"/>
                <a:gd name="connsiteX392" fmla="*/ 341908 w 364247"/>
                <a:gd name="connsiteY392" fmla="*/ 660347 h 1015864"/>
                <a:gd name="connsiteX393" fmla="*/ 341953 w 364247"/>
                <a:gd name="connsiteY393" fmla="*/ 662920 h 1015864"/>
                <a:gd name="connsiteX394" fmla="*/ 341979 w 364247"/>
                <a:gd name="connsiteY394" fmla="*/ 665720 h 1015864"/>
                <a:gd name="connsiteX395" fmla="*/ 342023 w 364247"/>
                <a:gd name="connsiteY395" fmla="*/ 668569 h 1015864"/>
                <a:gd name="connsiteX396" fmla="*/ 342118 w 364247"/>
                <a:gd name="connsiteY396" fmla="*/ 676082 h 1015864"/>
                <a:gd name="connsiteX397" fmla="*/ 342223 w 364247"/>
                <a:gd name="connsiteY397" fmla="*/ 683743 h 1015864"/>
                <a:gd name="connsiteX398" fmla="*/ 342415 w 364247"/>
                <a:gd name="connsiteY398" fmla="*/ 698785 h 1015864"/>
                <a:gd name="connsiteX399" fmla="*/ 344648 w 364247"/>
                <a:gd name="connsiteY399" fmla="*/ 698785 h 1015864"/>
                <a:gd name="connsiteX400" fmla="*/ 344661 w 364247"/>
                <a:gd name="connsiteY400" fmla="*/ 700328 h 1015864"/>
                <a:gd name="connsiteX401" fmla="*/ 344843 w 364247"/>
                <a:gd name="connsiteY401" fmla="*/ 716189 h 1015864"/>
                <a:gd name="connsiteX402" fmla="*/ 344905 w 364247"/>
                <a:gd name="connsiteY402" fmla="*/ 722114 h 1015864"/>
                <a:gd name="connsiteX403" fmla="*/ 345011 w 364247"/>
                <a:gd name="connsiteY403" fmla="*/ 730614 h 1015864"/>
                <a:gd name="connsiteX404" fmla="*/ 345025 w 364247"/>
                <a:gd name="connsiteY404" fmla="*/ 733304 h 1015864"/>
                <a:gd name="connsiteX405" fmla="*/ 345070 w 364247"/>
                <a:gd name="connsiteY405" fmla="*/ 735786 h 1015864"/>
                <a:gd name="connsiteX406" fmla="*/ 345095 w 364247"/>
                <a:gd name="connsiteY406" fmla="*/ 737980 h 1015864"/>
                <a:gd name="connsiteX407" fmla="*/ 345392 w 364247"/>
                <a:gd name="connsiteY407" fmla="*/ 739712 h 1015864"/>
                <a:gd name="connsiteX408" fmla="*/ 347624 w 364247"/>
                <a:gd name="connsiteY408" fmla="*/ 741201 h 1015864"/>
                <a:gd name="connsiteX409" fmla="*/ 347866 w 364247"/>
                <a:gd name="connsiteY409" fmla="*/ 744818 h 1015864"/>
                <a:gd name="connsiteX410" fmla="*/ 347858 w 364247"/>
                <a:gd name="connsiteY410" fmla="*/ 747098 h 1015864"/>
                <a:gd name="connsiteX411" fmla="*/ 347816 w 364247"/>
                <a:gd name="connsiteY411" fmla="*/ 749569 h 1015864"/>
                <a:gd name="connsiteX412" fmla="*/ 347801 w 364247"/>
                <a:gd name="connsiteY412" fmla="*/ 752099 h 1015864"/>
                <a:gd name="connsiteX413" fmla="*/ 347717 w 364247"/>
                <a:gd name="connsiteY413" fmla="*/ 760130 h 1015864"/>
                <a:gd name="connsiteX414" fmla="*/ 347649 w 364247"/>
                <a:gd name="connsiteY414" fmla="*/ 768152 h 1015864"/>
                <a:gd name="connsiteX415" fmla="*/ 347597 w 364247"/>
                <a:gd name="connsiteY415" fmla="*/ 773151 h 1015864"/>
                <a:gd name="connsiteX416" fmla="*/ 347575 w 364247"/>
                <a:gd name="connsiteY416" fmla="*/ 775438 h 1015864"/>
                <a:gd name="connsiteX417" fmla="*/ 347550 w 364247"/>
                <a:gd name="connsiteY417" fmla="*/ 777453 h 1015864"/>
                <a:gd name="connsiteX418" fmla="*/ 348368 w 364247"/>
                <a:gd name="connsiteY418" fmla="*/ 781384 h 1015864"/>
                <a:gd name="connsiteX419" fmla="*/ 349857 w 364247"/>
                <a:gd name="connsiteY419" fmla="*/ 782128 h 1015864"/>
                <a:gd name="connsiteX420" fmla="*/ 350070 w 364247"/>
                <a:gd name="connsiteY420" fmla="*/ 785878 h 1015864"/>
                <a:gd name="connsiteX421" fmla="*/ 350100 w 364247"/>
                <a:gd name="connsiteY421" fmla="*/ 788301 h 1015864"/>
                <a:gd name="connsiteX422" fmla="*/ 350112 w 364247"/>
                <a:gd name="connsiteY422" fmla="*/ 790939 h 1015864"/>
                <a:gd name="connsiteX423" fmla="*/ 350145 w 364247"/>
                <a:gd name="connsiteY423" fmla="*/ 793628 h 1015864"/>
                <a:gd name="connsiteX424" fmla="*/ 350229 w 364247"/>
                <a:gd name="connsiteY424" fmla="*/ 802174 h 1015864"/>
                <a:gd name="connsiteX425" fmla="*/ 350345 w 364247"/>
                <a:gd name="connsiteY425" fmla="*/ 813403 h 1015864"/>
                <a:gd name="connsiteX426" fmla="*/ 350357 w 364247"/>
                <a:gd name="connsiteY426" fmla="*/ 816036 h 1015864"/>
                <a:gd name="connsiteX427" fmla="*/ 350387 w 364247"/>
                <a:gd name="connsiteY427" fmla="*/ 818466 h 1015864"/>
                <a:gd name="connsiteX428" fmla="*/ 350403 w 364247"/>
                <a:gd name="connsiteY428" fmla="*/ 820612 h 1015864"/>
                <a:gd name="connsiteX429" fmla="*/ 352089 w 364247"/>
                <a:gd name="connsiteY429" fmla="*/ 823800 h 1015864"/>
                <a:gd name="connsiteX430" fmla="*/ 352833 w 364247"/>
                <a:gd name="connsiteY430" fmla="*/ 823800 h 1015864"/>
                <a:gd name="connsiteX431" fmla="*/ 352846 w 364247"/>
                <a:gd name="connsiteY431" fmla="*/ 825372 h 1015864"/>
                <a:gd name="connsiteX432" fmla="*/ 353008 w 364247"/>
                <a:gd name="connsiteY432" fmla="*/ 840023 h 1015864"/>
                <a:gd name="connsiteX433" fmla="*/ 353091 w 364247"/>
                <a:gd name="connsiteY433" fmla="*/ 847556 h 1015864"/>
                <a:gd name="connsiteX434" fmla="*/ 353196 w 364247"/>
                <a:gd name="connsiteY434" fmla="*/ 856211 h 1015864"/>
                <a:gd name="connsiteX435" fmla="*/ 353211 w 364247"/>
                <a:gd name="connsiteY435" fmla="*/ 858950 h 1015864"/>
                <a:gd name="connsiteX436" fmla="*/ 353255 w 364247"/>
                <a:gd name="connsiteY436" fmla="*/ 861478 h 1015864"/>
                <a:gd name="connsiteX437" fmla="*/ 353281 w 364247"/>
                <a:gd name="connsiteY437" fmla="*/ 863711 h 1015864"/>
                <a:gd name="connsiteX438" fmla="*/ 353577 w 364247"/>
                <a:gd name="connsiteY438" fmla="*/ 865472 h 1015864"/>
                <a:gd name="connsiteX439" fmla="*/ 355810 w 364247"/>
                <a:gd name="connsiteY439" fmla="*/ 866960 h 1015864"/>
                <a:gd name="connsiteX440" fmla="*/ 356063 w 364247"/>
                <a:gd name="connsiteY440" fmla="*/ 870886 h 1015864"/>
                <a:gd name="connsiteX441" fmla="*/ 356063 w 364247"/>
                <a:gd name="connsiteY441" fmla="*/ 873369 h 1015864"/>
                <a:gd name="connsiteX442" fmla="*/ 356028 w 364247"/>
                <a:gd name="connsiteY442" fmla="*/ 876059 h 1015864"/>
                <a:gd name="connsiteX443" fmla="*/ 356018 w 364247"/>
                <a:gd name="connsiteY443" fmla="*/ 878805 h 1015864"/>
                <a:gd name="connsiteX444" fmla="*/ 355949 w 364247"/>
                <a:gd name="connsiteY444" fmla="*/ 887517 h 1015864"/>
                <a:gd name="connsiteX445" fmla="*/ 355919 w 364247"/>
                <a:gd name="connsiteY445" fmla="*/ 893412 h 1015864"/>
                <a:gd name="connsiteX446" fmla="*/ 355810 w 364247"/>
                <a:gd name="connsiteY446" fmla="*/ 907888 h 1015864"/>
                <a:gd name="connsiteX447" fmla="*/ 358042 w 364247"/>
                <a:gd name="connsiteY447" fmla="*/ 907888 h 1015864"/>
                <a:gd name="connsiteX448" fmla="*/ 358786 w 364247"/>
                <a:gd name="connsiteY448" fmla="*/ 949560 h 1015864"/>
                <a:gd name="connsiteX449" fmla="*/ 361019 w 364247"/>
                <a:gd name="connsiteY449" fmla="*/ 948816 h 1015864"/>
                <a:gd name="connsiteX450" fmla="*/ 361032 w 364247"/>
                <a:gd name="connsiteY450" fmla="*/ 950388 h 1015864"/>
                <a:gd name="connsiteX451" fmla="*/ 361194 w 364247"/>
                <a:gd name="connsiteY451" fmla="*/ 965039 h 1015864"/>
                <a:gd name="connsiteX452" fmla="*/ 361276 w 364247"/>
                <a:gd name="connsiteY452" fmla="*/ 972571 h 1015864"/>
                <a:gd name="connsiteX453" fmla="*/ 361382 w 364247"/>
                <a:gd name="connsiteY453" fmla="*/ 981227 h 1015864"/>
                <a:gd name="connsiteX454" fmla="*/ 361396 w 364247"/>
                <a:gd name="connsiteY454" fmla="*/ 983965 h 1015864"/>
                <a:gd name="connsiteX455" fmla="*/ 361441 w 364247"/>
                <a:gd name="connsiteY455" fmla="*/ 986493 h 1015864"/>
                <a:gd name="connsiteX456" fmla="*/ 361466 w 364247"/>
                <a:gd name="connsiteY456" fmla="*/ 988727 h 1015864"/>
                <a:gd name="connsiteX457" fmla="*/ 361763 w 364247"/>
                <a:gd name="connsiteY457" fmla="*/ 990488 h 1015864"/>
                <a:gd name="connsiteX458" fmla="*/ 363995 w 364247"/>
                <a:gd name="connsiteY458" fmla="*/ 991976 h 1015864"/>
                <a:gd name="connsiteX459" fmla="*/ 364239 w 364247"/>
                <a:gd name="connsiteY459" fmla="*/ 995676 h 1015864"/>
                <a:gd name="connsiteX460" fmla="*/ 364228 w 364247"/>
                <a:gd name="connsiteY460" fmla="*/ 997890 h 1015864"/>
                <a:gd name="connsiteX461" fmla="*/ 364181 w 364247"/>
                <a:gd name="connsiteY461" fmla="*/ 1000208 h 1015864"/>
                <a:gd name="connsiteX462" fmla="*/ 364170 w 364247"/>
                <a:gd name="connsiteY462" fmla="*/ 1002535 h 1015864"/>
                <a:gd name="connsiteX463" fmla="*/ 363251 w 364247"/>
                <a:gd name="connsiteY463" fmla="*/ 1009091 h 1015864"/>
                <a:gd name="connsiteX464" fmla="*/ 357484 w 364247"/>
                <a:gd name="connsiteY464" fmla="*/ 1009481 h 1015864"/>
                <a:gd name="connsiteX465" fmla="*/ 355810 w 364247"/>
                <a:gd name="connsiteY465" fmla="*/ 1009835 h 1015864"/>
                <a:gd name="connsiteX466" fmla="*/ 355065 w 364247"/>
                <a:gd name="connsiteY466" fmla="*/ 1012068 h 1015864"/>
                <a:gd name="connsiteX467" fmla="*/ 351361 w 364247"/>
                <a:gd name="connsiteY467" fmla="*/ 1012389 h 1015864"/>
                <a:gd name="connsiteX468" fmla="*/ 348968 w 364247"/>
                <a:gd name="connsiteY468" fmla="*/ 1012434 h 1015864"/>
                <a:gd name="connsiteX469" fmla="*/ 346365 w 364247"/>
                <a:gd name="connsiteY469" fmla="*/ 1012448 h 1015864"/>
                <a:gd name="connsiteX470" fmla="*/ 343716 w 364247"/>
                <a:gd name="connsiteY470" fmla="*/ 1012489 h 1015864"/>
                <a:gd name="connsiteX471" fmla="*/ 335299 w 364247"/>
                <a:gd name="connsiteY471" fmla="*/ 1012579 h 1015864"/>
                <a:gd name="connsiteX472" fmla="*/ 329609 w 364247"/>
                <a:gd name="connsiteY472" fmla="*/ 1012656 h 1015864"/>
                <a:gd name="connsiteX473" fmla="*/ 315626 w 364247"/>
                <a:gd name="connsiteY473" fmla="*/ 1012812 h 1015864"/>
                <a:gd name="connsiteX474" fmla="*/ 315626 w 364247"/>
                <a:gd name="connsiteY474" fmla="*/ 1015788 h 1015864"/>
                <a:gd name="connsiteX475" fmla="*/ 284372 w 364247"/>
                <a:gd name="connsiteY475" fmla="*/ 1015788 h 1015864"/>
                <a:gd name="connsiteX476" fmla="*/ 283628 w 364247"/>
                <a:gd name="connsiteY476" fmla="*/ 1011324 h 1015864"/>
                <a:gd name="connsiteX477" fmla="*/ 282140 w 364247"/>
                <a:gd name="connsiteY477" fmla="*/ 1010579 h 1015864"/>
                <a:gd name="connsiteX478" fmla="*/ 281467 w 364247"/>
                <a:gd name="connsiteY478" fmla="*/ 984279 h 1015864"/>
                <a:gd name="connsiteX479" fmla="*/ 281515 w 364247"/>
                <a:gd name="connsiteY479" fmla="*/ 978299 h 1015864"/>
                <a:gd name="connsiteX480" fmla="*/ 281545 w 364247"/>
                <a:gd name="connsiteY480" fmla="*/ 976446 h 1015864"/>
                <a:gd name="connsiteX481" fmla="*/ 279907 w 364247"/>
                <a:gd name="connsiteY481" fmla="*/ 969652 h 1015864"/>
                <a:gd name="connsiteX482" fmla="*/ 279163 w 364247"/>
                <a:gd name="connsiteY482" fmla="*/ 969652 h 1015864"/>
                <a:gd name="connsiteX483" fmla="*/ 279150 w 364247"/>
                <a:gd name="connsiteY483" fmla="*/ 968131 h 1015864"/>
                <a:gd name="connsiteX484" fmla="*/ 278968 w 364247"/>
                <a:gd name="connsiteY484" fmla="*/ 952524 h 1015864"/>
                <a:gd name="connsiteX485" fmla="*/ 278905 w 364247"/>
                <a:gd name="connsiteY485" fmla="*/ 946693 h 1015864"/>
                <a:gd name="connsiteX486" fmla="*/ 278800 w 364247"/>
                <a:gd name="connsiteY486" fmla="*/ 938331 h 1015864"/>
                <a:gd name="connsiteX487" fmla="*/ 278785 w 364247"/>
                <a:gd name="connsiteY487" fmla="*/ 935679 h 1015864"/>
                <a:gd name="connsiteX488" fmla="*/ 278741 w 364247"/>
                <a:gd name="connsiteY488" fmla="*/ 933241 h 1015864"/>
                <a:gd name="connsiteX489" fmla="*/ 278716 w 364247"/>
                <a:gd name="connsiteY489" fmla="*/ 931083 h 1015864"/>
                <a:gd name="connsiteX490" fmla="*/ 278419 w 364247"/>
                <a:gd name="connsiteY490" fmla="*/ 929468 h 1015864"/>
                <a:gd name="connsiteX491" fmla="*/ 276187 w 364247"/>
                <a:gd name="connsiteY491" fmla="*/ 928724 h 1015864"/>
                <a:gd name="connsiteX492" fmla="*/ 275900 w 364247"/>
                <a:gd name="connsiteY492" fmla="*/ 924974 h 1015864"/>
                <a:gd name="connsiteX493" fmla="*/ 275877 w 364247"/>
                <a:gd name="connsiteY493" fmla="*/ 922551 h 1015864"/>
                <a:gd name="connsiteX494" fmla="*/ 275884 w 364247"/>
                <a:gd name="connsiteY494" fmla="*/ 919913 h 1015864"/>
                <a:gd name="connsiteX495" fmla="*/ 275860 w 364247"/>
                <a:gd name="connsiteY495" fmla="*/ 917225 h 1015864"/>
                <a:gd name="connsiteX496" fmla="*/ 275815 w 364247"/>
                <a:gd name="connsiteY496" fmla="*/ 908679 h 1015864"/>
                <a:gd name="connsiteX497" fmla="*/ 275745 w 364247"/>
                <a:gd name="connsiteY497" fmla="*/ 897450 h 1015864"/>
                <a:gd name="connsiteX498" fmla="*/ 275752 w 364247"/>
                <a:gd name="connsiteY498" fmla="*/ 894817 h 1015864"/>
                <a:gd name="connsiteX499" fmla="*/ 275729 w 364247"/>
                <a:gd name="connsiteY499" fmla="*/ 892386 h 1015864"/>
                <a:gd name="connsiteX500" fmla="*/ 275724 w 364247"/>
                <a:gd name="connsiteY500" fmla="*/ 890240 h 1015864"/>
                <a:gd name="connsiteX501" fmla="*/ 275442 w 364247"/>
                <a:gd name="connsiteY501" fmla="*/ 888540 h 1015864"/>
                <a:gd name="connsiteX502" fmla="*/ 273210 w 364247"/>
                <a:gd name="connsiteY502" fmla="*/ 887052 h 1015864"/>
                <a:gd name="connsiteX503" fmla="*/ 272957 w 364247"/>
                <a:gd name="connsiteY503" fmla="*/ 883194 h 1015864"/>
                <a:gd name="connsiteX504" fmla="*/ 272957 w 364247"/>
                <a:gd name="connsiteY504" fmla="*/ 880757 h 1015864"/>
                <a:gd name="connsiteX505" fmla="*/ 272992 w 364247"/>
                <a:gd name="connsiteY505" fmla="*/ 878117 h 1015864"/>
                <a:gd name="connsiteX506" fmla="*/ 273002 w 364247"/>
                <a:gd name="connsiteY506" fmla="*/ 875420 h 1015864"/>
                <a:gd name="connsiteX507" fmla="*/ 273070 w 364247"/>
                <a:gd name="connsiteY507" fmla="*/ 866867 h 1015864"/>
                <a:gd name="connsiteX508" fmla="*/ 273101 w 364247"/>
                <a:gd name="connsiteY508" fmla="*/ 861080 h 1015864"/>
                <a:gd name="connsiteX509" fmla="*/ 273210 w 364247"/>
                <a:gd name="connsiteY509" fmla="*/ 846869 h 1015864"/>
                <a:gd name="connsiteX510" fmla="*/ 270978 w 364247"/>
                <a:gd name="connsiteY510" fmla="*/ 846869 h 1015864"/>
                <a:gd name="connsiteX511" fmla="*/ 270959 w 364247"/>
                <a:gd name="connsiteY511" fmla="*/ 845409 h 1015864"/>
                <a:gd name="connsiteX512" fmla="*/ 270741 w 364247"/>
                <a:gd name="connsiteY512" fmla="*/ 830418 h 1015864"/>
                <a:gd name="connsiteX513" fmla="*/ 270664 w 364247"/>
                <a:gd name="connsiteY513" fmla="*/ 824818 h 1015864"/>
                <a:gd name="connsiteX514" fmla="*/ 270542 w 364247"/>
                <a:gd name="connsiteY514" fmla="*/ 816783 h 1015864"/>
                <a:gd name="connsiteX515" fmla="*/ 270516 w 364247"/>
                <a:gd name="connsiteY515" fmla="*/ 814242 h 1015864"/>
                <a:gd name="connsiteX516" fmla="*/ 270471 w 364247"/>
                <a:gd name="connsiteY516" fmla="*/ 811894 h 1015864"/>
                <a:gd name="connsiteX517" fmla="*/ 270441 w 364247"/>
                <a:gd name="connsiteY517" fmla="*/ 809821 h 1015864"/>
                <a:gd name="connsiteX518" fmla="*/ 268745 w 364247"/>
                <a:gd name="connsiteY518" fmla="*/ 806685 h 1015864"/>
                <a:gd name="connsiteX519" fmla="*/ 268001 w 364247"/>
                <a:gd name="connsiteY519" fmla="*/ 806685 h 1015864"/>
                <a:gd name="connsiteX520" fmla="*/ 267988 w 364247"/>
                <a:gd name="connsiteY520" fmla="*/ 805174 h 1015864"/>
                <a:gd name="connsiteX521" fmla="*/ 267806 w 364247"/>
                <a:gd name="connsiteY521" fmla="*/ 789639 h 1015864"/>
                <a:gd name="connsiteX522" fmla="*/ 267743 w 364247"/>
                <a:gd name="connsiteY522" fmla="*/ 783838 h 1015864"/>
                <a:gd name="connsiteX523" fmla="*/ 267638 w 364247"/>
                <a:gd name="connsiteY523" fmla="*/ 775510 h 1015864"/>
                <a:gd name="connsiteX524" fmla="*/ 267623 w 364247"/>
                <a:gd name="connsiteY524" fmla="*/ 772881 h 1015864"/>
                <a:gd name="connsiteX525" fmla="*/ 267579 w 364247"/>
                <a:gd name="connsiteY525" fmla="*/ 770443 h 1015864"/>
                <a:gd name="connsiteX526" fmla="*/ 267554 w 364247"/>
                <a:gd name="connsiteY526" fmla="*/ 768295 h 1015864"/>
                <a:gd name="connsiteX527" fmla="*/ 265024 w 364247"/>
                <a:gd name="connsiteY527" fmla="*/ 764269 h 1015864"/>
                <a:gd name="connsiteX528" fmla="*/ 264726 w 364247"/>
                <a:gd name="connsiteY528" fmla="*/ 760543 h 1015864"/>
                <a:gd name="connsiteX529" fmla="*/ 264696 w 364247"/>
                <a:gd name="connsiteY529" fmla="*/ 758249 h 1015864"/>
                <a:gd name="connsiteX530" fmla="*/ 264696 w 364247"/>
                <a:gd name="connsiteY530" fmla="*/ 755775 h 1015864"/>
                <a:gd name="connsiteX531" fmla="*/ 264666 w 364247"/>
                <a:gd name="connsiteY531" fmla="*/ 753238 h 1015864"/>
                <a:gd name="connsiteX532" fmla="*/ 264606 w 364247"/>
                <a:gd name="connsiteY532" fmla="*/ 745200 h 1015864"/>
                <a:gd name="connsiteX533" fmla="*/ 264538 w 364247"/>
                <a:gd name="connsiteY533" fmla="*/ 737147 h 1015864"/>
                <a:gd name="connsiteX534" fmla="*/ 264505 w 364247"/>
                <a:gd name="connsiteY534" fmla="*/ 732131 h 1015864"/>
                <a:gd name="connsiteX535" fmla="*/ 264482 w 364247"/>
                <a:gd name="connsiteY535" fmla="*/ 729851 h 1015864"/>
                <a:gd name="connsiteX536" fmla="*/ 264473 w 364247"/>
                <a:gd name="connsiteY536" fmla="*/ 727833 h 1015864"/>
                <a:gd name="connsiteX537" fmla="*/ 264280 w 364247"/>
                <a:gd name="connsiteY537" fmla="*/ 726318 h 1015864"/>
                <a:gd name="connsiteX538" fmla="*/ 262792 w 364247"/>
                <a:gd name="connsiteY538" fmla="*/ 725574 h 1015864"/>
                <a:gd name="connsiteX539" fmla="*/ 262555 w 364247"/>
                <a:gd name="connsiteY539" fmla="*/ 721732 h 1015864"/>
                <a:gd name="connsiteX540" fmla="*/ 262510 w 364247"/>
                <a:gd name="connsiteY540" fmla="*/ 719249 h 1015864"/>
                <a:gd name="connsiteX541" fmla="*/ 262484 w 364247"/>
                <a:gd name="connsiteY541" fmla="*/ 716548 h 1015864"/>
                <a:gd name="connsiteX542" fmla="*/ 262440 w 364247"/>
                <a:gd name="connsiteY542" fmla="*/ 713798 h 1015864"/>
                <a:gd name="connsiteX543" fmla="*/ 262327 w 364247"/>
                <a:gd name="connsiteY543" fmla="*/ 705063 h 1015864"/>
                <a:gd name="connsiteX544" fmla="*/ 262240 w 364247"/>
                <a:gd name="connsiteY544" fmla="*/ 699158 h 1015864"/>
                <a:gd name="connsiteX545" fmla="*/ 262048 w 364247"/>
                <a:gd name="connsiteY545" fmla="*/ 684646 h 1015864"/>
                <a:gd name="connsiteX546" fmla="*/ 259815 w 364247"/>
                <a:gd name="connsiteY546" fmla="*/ 685390 h 1015864"/>
                <a:gd name="connsiteX547" fmla="*/ 259815 w 364247"/>
                <a:gd name="connsiteY547" fmla="*/ 646695 h 1015864"/>
                <a:gd name="connsiteX548" fmla="*/ 103546 w 364247"/>
                <a:gd name="connsiteY548" fmla="*/ 646695 h 1015864"/>
                <a:gd name="connsiteX549" fmla="*/ 104290 w 364247"/>
                <a:gd name="connsiteY549" fmla="*/ 649671 h 1015864"/>
                <a:gd name="connsiteX550" fmla="*/ 104469 w 364247"/>
                <a:gd name="connsiteY550" fmla="*/ 659393 h 1015864"/>
                <a:gd name="connsiteX551" fmla="*/ 104523 w 364247"/>
                <a:gd name="connsiteY551" fmla="*/ 664140 h 1015864"/>
                <a:gd name="connsiteX552" fmla="*/ 104534 w 364247"/>
                <a:gd name="connsiteY552" fmla="*/ 667144 h 1015864"/>
                <a:gd name="connsiteX553" fmla="*/ 104555 w 364247"/>
                <a:gd name="connsiteY553" fmla="*/ 669909 h 1015864"/>
                <a:gd name="connsiteX554" fmla="*/ 104290 w 364247"/>
                <a:gd name="connsiteY554" fmla="*/ 671995 h 1015864"/>
                <a:gd name="connsiteX555" fmla="*/ 102058 w 364247"/>
                <a:gd name="connsiteY555" fmla="*/ 672740 h 1015864"/>
                <a:gd name="connsiteX556" fmla="*/ 101771 w 364247"/>
                <a:gd name="connsiteY556" fmla="*/ 676569 h 1015864"/>
                <a:gd name="connsiteX557" fmla="*/ 101749 w 364247"/>
                <a:gd name="connsiteY557" fmla="*/ 679045 h 1015864"/>
                <a:gd name="connsiteX558" fmla="*/ 101755 w 364247"/>
                <a:gd name="connsiteY558" fmla="*/ 681739 h 1015864"/>
                <a:gd name="connsiteX559" fmla="*/ 101731 w 364247"/>
                <a:gd name="connsiteY559" fmla="*/ 684483 h 1015864"/>
                <a:gd name="connsiteX560" fmla="*/ 101686 w 364247"/>
                <a:gd name="connsiteY560" fmla="*/ 693203 h 1015864"/>
                <a:gd name="connsiteX561" fmla="*/ 101616 w 364247"/>
                <a:gd name="connsiteY561" fmla="*/ 704668 h 1015864"/>
                <a:gd name="connsiteX562" fmla="*/ 101623 w 364247"/>
                <a:gd name="connsiteY562" fmla="*/ 707362 h 1015864"/>
                <a:gd name="connsiteX563" fmla="*/ 101600 w 364247"/>
                <a:gd name="connsiteY563" fmla="*/ 709838 h 1015864"/>
                <a:gd name="connsiteX564" fmla="*/ 101595 w 364247"/>
                <a:gd name="connsiteY564" fmla="*/ 712029 h 1015864"/>
                <a:gd name="connsiteX565" fmla="*/ 101314 w 364247"/>
                <a:gd name="connsiteY565" fmla="*/ 713667 h 1015864"/>
                <a:gd name="connsiteX566" fmla="*/ 99081 w 364247"/>
                <a:gd name="connsiteY566" fmla="*/ 714411 h 1015864"/>
                <a:gd name="connsiteX567" fmla="*/ 98783 w 364247"/>
                <a:gd name="connsiteY567" fmla="*/ 718241 h 1015864"/>
                <a:gd name="connsiteX568" fmla="*/ 98753 w 364247"/>
                <a:gd name="connsiteY568" fmla="*/ 720717 h 1015864"/>
                <a:gd name="connsiteX569" fmla="*/ 98753 w 364247"/>
                <a:gd name="connsiteY569" fmla="*/ 723411 h 1015864"/>
                <a:gd name="connsiteX570" fmla="*/ 98723 w 364247"/>
                <a:gd name="connsiteY570" fmla="*/ 726155 h 1015864"/>
                <a:gd name="connsiteX571" fmla="*/ 98663 w 364247"/>
                <a:gd name="connsiteY571" fmla="*/ 734875 h 1015864"/>
                <a:gd name="connsiteX572" fmla="*/ 98594 w 364247"/>
                <a:gd name="connsiteY572" fmla="*/ 743595 h 1015864"/>
                <a:gd name="connsiteX573" fmla="*/ 98562 w 364247"/>
                <a:gd name="connsiteY573" fmla="*/ 749034 h 1015864"/>
                <a:gd name="connsiteX574" fmla="*/ 98539 w 364247"/>
                <a:gd name="connsiteY574" fmla="*/ 751510 h 1015864"/>
                <a:gd name="connsiteX575" fmla="*/ 98529 w 364247"/>
                <a:gd name="connsiteY575" fmla="*/ 753701 h 1015864"/>
                <a:gd name="connsiteX576" fmla="*/ 98337 w 364247"/>
                <a:gd name="connsiteY576" fmla="*/ 755339 h 1015864"/>
                <a:gd name="connsiteX577" fmla="*/ 96849 w 364247"/>
                <a:gd name="connsiteY577" fmla="*/ 756083 h 1015864"/>
                <a:gd name="connsiteX578" fmla="*/ 96647 w 364247"/>
                <a:gd name="connsiteY578" fmla="*/ 759981 h 1015864"/>
                <a:gd name="connsiteX579" fmla="*/ 96624 w 364247"/>
                <a:gd name="connsiteY579" fmla="*/ 762502 h 1015864"/>
                <a:gd name="connsiteX580" fmla="*/ 96619 w 364247"/>
                <a:gd name="connsiteY580" fmla="*/ 765246 h 1015864"/>
                <a:gd name="connsiteX581" fmla="*/ 96562 w 364247"/>
                <a:gd name="connsiteY581" fmla="*/ 770925 h 1015864"/>
                <a:gd name="connsiteX582" fmla="*/ 96509 w 364247"/>
                <a:gd name="connsiteY582" fmla="*/ 779936 h 1015864"/>
                <a:gd name="connsiteX583" fmla="*/ 96433 w 364247"/>
                <a:gd name="connsiteY583" fmla="*/ 788593 h 1015864"/>
                <a:gd name="connsiteX584" fmla="*/ 96433 w 364247"/>
                <a:gd name="connsiteY584" fmla="*/ 791336 h 1015864"/>
                <a:gd name="connsiteX585" fmla="*/ 96403 w 364247"/>
                <a:gd name="connsiteY585" fmla="*/ 793857 h 1015864"/>
                <a:gd name="connsiteX586" fmla="*/ 96391 w 364247"/>
                <a:gd name="connsiteY586" fmla="*/ 796089 h 1015864"/>
                <a:gd name="connsiteX587" fmla="*/ 96105 w 364247"/>
                <a:gd name="connsiteY587" fmla="*/ 797755 h 1015864"/>
                <a:gd name="connsiteX588" fmla="*/ 93872 w 364247"/>
                <a:gd name="connsiteY588" fmla="*/ 798499 h 1015864"/>
                <a:gd name="connsiteX589" fmla="*/ 93550 w 364247"/>
                <a:gd name="connsiteY589" fmla="*/ 802341 h 1015864"/>
                <a:gd name="connsiteX590" fmla="*/ 93506 w 364247"/>
                <a:gd name="connsiteY590" fmla="*/ 804824 h 1015864"/>
                <a:gd name="connsiteX591" fmla="*/ 93491 w 364247"/>
                <a:gd name="connsiteY591" fmla="*/ 807525 h 1015864"/>
                <a:gd name="connsiteX592" fmla="*/ 93451 w 364247"/>
                <a:gd name="connsiteY592" fmla="*/ 810275 h 1015864"/>
                <a:gd name="connsiteX593" fmla="*/ 93361 w 364247"/>
                <a:gd name="connsiteY593" fmla="*/ 819010 h 1015864"/>
                <a:gd name="connsiteX594" fmla="*/ 93283 w 364247"/>
                <a:gd name="connsiteY594" fmla="*/ 824915 h 1015864"/>
                <a:gd name="connsiteX595" fmla="*/ 93128 w 364247"/>
                <a:gd name="connsiteY595" fmla="*/ 839427 h 1015864"/>
                <a:gd name="connsiteX596" fmla="*/ 90896 w 364247"/>
                <a:gd name="connsiteY596" fmla="*/ 839427 h 1015864"/>
                <a:gd name="connsiteX597" fmla="*/ 90151 w 364247"/>
                <a:gd name="connsiteY597" fmla="*/ 881099 h 1015864"/>
                <a:gd name="connsiteX598" fmla="*/ 87919 w 364247"/>
                <a:gd name="connsiteY598" fmla="*/ 881099 h 1015864"/>
                <a:gd name="connsiteX599" fmla="*/ 87934 w 364247"/>
                <a:gd name="connsiteY599" fmla="*/ 882699 h 1015864"/>
                <a:gd name="connsiteX600" fmla="*/ 88035 w 364247"/>
                <a:gd name="connsiteY600" fmla="*/ 897613 h 1015864"/>
                <a:gd name="connsiteX601" fmla="*/ 88087 w 364247"/>
                <a:gd name="connsiteY601" fmla="*/ 905281 h 1015864"/>
                <a:gd name="connsiteX602" fmla="*/ 88137 w 364247"/>
                <a:gd name="connsiteY602" fmla="*/ 914091 h 1015864"/>
                <a:gd name="connsiteX603" fmla="*/ 88172 w 364247"/>
                <a:gd name="connsiteY603" fmla="*/ 916879 h 1015864"/>
                <a:gd name="connsiteX604" fmla="*/ 88172 w 364247"/>
                <a:gd name="connsiteY604" fmla="*/ 919452 h 1015864"/>
                <a:gd name="connsiteX605" fmla="*/ 88187 w 364247"/>
                <a:gd name="connsiteY605" fmla="*/ 921726 h 1015864"/>
                <a:gd name="connsiteX606" fmla="*/ 87919 w 364247"/>
                <a:gd name="connsiteY606" fmla="*/ 923515 h 1015864"/>
                <a:gd name="connsiteX607" fmla="*/ 85687 w 364247"/>
                <a:gd name="connsiteY607" fmla="*/ 925003 h 1015864"/>
                <a:gd name="connsiteX608" fmla="*/ 85365 w 364247"/>
                <a:gd name="connsiteY608" fmla="*/ 928929 h 1015864"/>
                <a:gd name="connsiteX609" fmla="*/ 85320 w 364247"/>
                <a:gd name="connsiteY609" fmla="*/ 931412 h 1015864"/>
                <a:gd name="connsiteX610" fmla="*/ 85306 w 364247"/>
                <a:gd name="connsiteY610" fmla="*/ 934102 h 1015864"/>
                <a:gd name="connsiteX611" fmla="*/ 85265 w 364247"/>
                <a:gd name="connsiteY611" fmla="*/ 936848 h 1015864"/>
                <a:gd name="connsiteX612" fmla="*/ 85175 w 364247"/>
                <a:gd name="connsiteY612" fmla="*/ 945560 h 1015864"/>
                <a:gd name="connsiteX613" fmla="*/ 85098 w 364247"/>
                <a:gd name="connsiteY613" fmla="*/ 951455 h 1015864"/>
                <a:gd name="connsiteX614" fmla="*/ 84942 w 364247"/>
                <a:gd name="connsiteY614" fmla="*/ 965931 h 1015864"/>
                <a:gd name="connsiteX615" fmla="*/ 82710 w 364247"/>
                <a:gd name="connsiteY615" fmla="*/ 965931 h 1015864"/>
                <a:gd name="connsiteX616" fmla="*/ 81966 w 364247"/>
                <a:gd name="connsiteY616" fmla="*/ 1007603 h 1015864"/>
                <a:gd name="connsiteX617" fmla="*/ 79733 w 364247"/>
                <a:gd name="connsiteY617" fmla="*/ 1007603 h 1015864"/>
                <a:gd name="connsiteX618" fmla="*/ 79760 w 364247"/>
                <a:gd name="connsiteY618" fmla="*/ 1009204 h 1015864"/>
                <a:gd name="connsiteX619" fmla="*/ 79780 w 364247"/>
                <a:gd name="connsiteY619" fmla="*/ 1011277 h 1015864"/>
                <a:gd name="connsiteX620" fmla="*/ 79806 w 364247"/>
                <a:gd name="connsiteY620" fmla="*/ 1013344 h 1015864"/>
                <a:gd name="connsiteX621" fmla="*/ 78989 w 364247"/>
                <a:gd name="connsiteY621" fmla="*/ 1015788 h 1015864"/>
                <a:gd name="connsiteX622" fmla="*/ 72243 w 364247"/>
                <a:gd name="connsiteY622" fmla="*/ 1015861 h 1015864"/>
                <a:gd name="connsiteX623" fmla="*/ 70194 w 364247"/>
                <a:gd name="connsiteY623" fmla="*/ 1015858 h 1015864"/>
                <a:gd name="connsiteX624" fmla="*/ 63688 w 364247"/>
                <a:gd name="connsiteY624" fmla="*/ 1015835 h 1015864"/>
                <a:gd name="connsiteX625" fmla="*/ 59288 w 364247"/>
                <a:gd name="connsiteY625" fmla="*/ 1015825 h 1015864"/>
                <a:gd name="connsiteX626" fmla="*/ 48480 w 364247"/>
                <a:gd name="connsiteY626" fmla="*/ 1015788 h 1015864"/>
                <a:gd name="connsiteX627" fmla="*/ 48480 w 364247"/>
                <a:gd name="connsiteY627" fmla="*/ 1013556 h 1015864"/>
                <a:gd name="connsiteX628" fmla="*/ 43419 w 364247"/>
                <a:gd name="connsiteY628" fmla="*/ 1012694 h 1015864"/>
                <a:gd name="connsiteX629" fmla="*/ 41169 w 364247"/>
                <a:gd name="connsiteY629" fmla="*/ 1012671 h 1015864"/>
                <a:gd name="connsiteX630" fmla="*/ 38733 w 364247"/>
                <a:gd name="connsiteY630" fmla="*/ 1012655 h 1015864"/>
                <a:gd name="connsiteX631" fmla="*/ 33671 w 364247"/>
                <a:gd name="connsiteY631" fmla="*/ 1012591 h 1015864"/>
                <a:gd name="connsiteX632" fmla="*/ 25655 w 364247"/>
                <a:gd name="connsiteY632" fmla="*/ 1012513 h 1015864"/>
                <a:gd name="connsiteX633" fmla="*/ 17944 w 364247"/>
                <a:gd name="connsiteY633" fmla="*/ 1012422 h 1015864"/>
                <a:gd name="connsiteX634" fmla="*/ 15503 w 364247"/>
                <a:gd name="connsiteY634" fmla="*/ 1012415 h 1015864"/>
                <a:gd name="connsiteX635" fmla="*/ 13261 w 364247"/>
                <a:gd name="connsiteY635" fmla="*/ 1012378 h 1015864"/>
                <a:gd name="connsiteX636" fmla="*/ 11276 w 364247"/>
                <a:gd name="connsiteY636" fmla="*/ 1012359 h 1015864"/>
                <a:gd name="connsiteX637" fmla="*/ 9784 w 364247"/>
                <a:gd name="connsiteY637" fmla="*/ 1012068 h 1015864"/>
                <a:gd name="connsiteX638" fmla="*/ 9040 w 364247"/>
                <a:gd name="connsiteY638" fmla="*/ 1009835 h 1015864"/>
                <a:gd name="connsiteX639" fmla="*/ 5366 w 364247"/>
                <a:gd name="connsiteY639" fmla="*/ 1009370 h 1015864"/>
                <a:gd name="connsiteX640" fmla="*/ 110 w 364247"/>
                <a:gd name="connsiteY640" fmla="*/ 1008347 h 1015864"/>
                <a:gd name="connsiteX641" fmla="*/ 110 w 364247"/>
                <a:gd name="connsiteY641" fmla="*/ 1002394 h 1015864"/>
                <a:gd name="connsiteX642" fmla="*/ 2343 w 364247"/>
                <a:gd name="connsiteY642" fmla="*/ 1003138 h 1015864"/>
                <a:gd name="connsiteX643" fmla="*/ 2361 w 364247"/>
                <a:gd name="connsiteY643" fmla="*/ 1001533 h 1015864"/>
                <a:gd name="connsiteX644" fmla="*/ 2557 w 364247"/>
                <a:gd name="connsiteY644" fmla="*/ 986586 h 1015864"/>
                <a:gd name="connsiteX645" fmla="*/ 2657 w 364247"/>
                <a:gd name="connsiteY645" fmla="*/ 978900 h 1015864"/>
                <a:gd name="connsiteX646" fmla="*/ 2779 w 364247"/>
                <a:gd name="connsiteY646" fmla="*/ 970073 h 1015864"/>
                <a:gd name="connsiteX647" fmla="*/ 2805 w 364247"/>
                <a:gd name="connsiteY647" fmla="*/ 967273 h 1015864"/>
                <a:gd name="connsiteX648" fmla="*/ 2850 w 364247"/>
                <a:gd name="connsiteY648" fmla="*/ 964700 h 1015864"/>
                <a:gd name="connsiteX649" fmla="*/ 2880 w 364247"/>
                <a:gd name="connsiteY649" fmla="*/ 962422 h 1015864"/>
                <a:gd name="connsiteX650" fmla="*/ 3087 w 364247"/>
                <a:gd name="connsiteY650" fmla="*/ 960722 h 1015864"/>
                <a:gd name="connsiteX651" fmla="*/ 4575 w 364247"/>
                <a:gd name="connsiteY651" fmla="*/ 959978 h 1015864"/>
                <a:gd name="connsiteX652" fmla="*/ 5449 w 364247"/>
                <a:gd name="connsiteY652" fmla="*/ 953952 h 1015864"/>
                <a:gd name="connsiteX653" fmla="*/ 5479 w 364247"/>
                <a:gd name="connsiteY653" fmla="*/ 951612 h 1015864"/>
                <a:gd name="connsiteX654" fmla="*/ 5503 w 364247"/>
                <a:gd name="connsiteY654" fmla="*/ 949089 h 1015864"/>
                <a:gd name="connsiteX655" fmla="*/ 5577 w 364247"/>
                <a:gd name="connsiteY655" fmla="*/ 943831 h 1015864"/>
                <a:gd name="connsiteX656" fmla="*/ 5674 w 364247"/>
                <a:gd name="connsiteY656" fmla="*/ 935516 h 1015864"/>
                <a:gd name="connsiteX657" fmla="*/ 5782 w 364247"/>
                <a:gd name="connsiteY657" fmla="*/ 927509 h 1015864"/>
                <a:gd name="connsiteX658" fmla="*/ 5801 w 364247"/>
                <a:gd name="connsiteY658" fmla="*/ 924977 h 1015864"/>
                <a:gd name="connsiteX659" fmla="*/ 5838 w 364247"/>
                <a:gd name="connsiteY659" fmla="*/ 922651 h 1015864"/>
                <a:gd name="connsiteX660" fmla="*/ 5861 w 364247"/>
                <a:gd name="connsiteY660" fmla="*/ 920594 h 1015864"/>
                <a:gd name="connsiteX661" fmla="*/ 6064 w 364247"/>
                <a:gd name="connsiteY661" fmla="*/ 919050 h 1015864"/>
                <a:gd name="connsiteX662" fmla="*/ 7552 w 364247"/>
                <a:gd name="connsiteY662" fmla="*/ 918306 h 1015864"/>
                <a:gd name="connsiteX663" fmla="*/ 7754 w 364247"/>
                <a:gd name="connsiteY663" fmla="*/ 914476 h 1015864"/>
                <a:gd name="connsiteX664" fmla="*/ 7777 w 364247"/>
                <a:gd name="connsiteY664" fmla="*/ 912001 h 1015864"/>
                <a:gd name="connsiteX665" fmla="*/ 7781 w 364247"/>
                <a:gd name="connsiteY665" fmla="*/ 909307 h 1015864"/>
                <a:gd name="connsiteX666" fmla="*/ 7838 w 364247"/>
                <a:gd name="connsiteY666" fmla="*/ 903728 h 1015864"/>
                <a:gd name="connsiteX667" fmla="*/ 7891 w 364247"/>
                <a:gd name="connsiteY667" fmla="*/ 894880 h 1015864"/>
                <a:gd name="connsiteX668" fmla="*/ 7967 w 364247"/>
                <a:gd name="connsiteY668" fmla="*/ 886378 h 1015864"/>
                <a:gd name="connsiteX669" fmla="*/ 7968 w 364247"/>
                <a:gd name="connsiteY669" fmla="*/ 883684 h 1015864"/>
                <a:gd name="connsiteX670" fmla="*/ 7998 w 364247"/>
                <a:gd name="connsiteY670" fmla="*/ 881208 h 1015864"/>
                <a:gd name="connsiteX671" fmla="*/ 8009 w 364247"/>
                <a:gd name="connsiteY671" fmla="*/ 879017 h 1015864"/>
                <a:gd name="connsiteX672" fmla="*/ 8296 w 364247"/>
                <a:gd name="connsiteY672" fmla="*/ 877378 h 1015864"/>
                <a:gd name="connsiteX673" fmla="*/ 10528 w 364247"/>
                <a:gd name="connsiteY673" fmla="*/ 876634 h 1015864"/>
                <a:gd name="connsiteX674" fmla="*/ 10826 w 364247"/>
                <a:gd name="connsiteY674" fmla="*/ 872804 h 1015864"/>
                <a:gd name="connsiteX675" fmla="*/ 10857 w 364247"/>
                <a:gd name="connsiteY675" fmla="*/ 870329 h 1015864"/>
                <a:gd name="connsiteX676" fmla="*/ 10857 w 364247"/>
                <a:gd name="connsiteY676" fmla="*/ 867635 h 1015864"/>
                <a:gd name="connsiteX677" fmla="*/ 10887 w 364247"/>
                <a:gd name="connsiteY677" fmla="*/ 864890 h 1015864"/>
                <a:gd name="connsiteX678" fmla="*/ 10947 w 364247"/>
                <a:gd name="connsiteY678" fmla="*/ 856170 h 1015864"/>
                <a:gd name="connsiteX679" fmla="*/ 11015 w 364247"/>
                <a:gd name="connsiteY679" fmla="*/ 847450 h 1015864"/>
                <a:gd name="connsiteX680" fmla="*/ 11048 w 364247"/>
                <a:gd name="connsiteY680" fmla="*/ 842012 h 1015864"/>
                <a:gd name="connsiteX681" fmla="*/ 11071 w 364247"/>
                <a:gd name="connsiteY681" fmla="*/ 839536 h 1015864"/>
                <a:gd name="connsiteX682" fmla="*/ 11080 w 364247"/>
                <a:gd name="connsiteY682" fmla="*/ 837345 h 1015864"/>
                <a:gd name="connsiteX683" fmla="*/ 11273 w 364247"/>
                <a:gd name="connsiteY683" fmla="*/ 835706 h 1015864"/>
                <a:gd name="connsiteX684" fmla="*/ 12761 w 364247"/>
                <a:gd name="connsiteY684" fmla="*/ 834962 h 1015864"/>
                <a:gd name="connsiteX685" fmla="*/ 13634 w 364247"/>
                <a:gd name="connsiteY685" fmla="*/ 828107 h 1015864"/>
                <a:gd name="connsiteX686" fmla="*/ 13665 w 364247"/>
                <a:gd name="connsiteY686" fmla="*/ 825768 h 1015864"/>
                <a:gd name="connsiteX687" fmla="*/ 13688 w 364247"/>
                <a:gd name="connsiteY687" fmla="*/ 823257 h 1015864"/>
                <a:gd name="connsiteX688" fmla="*/ 13762 w 364247"/>
                <a:gd name="connsiteY688" fmla="*/ 818005 h 1015864"/>
                <a:gd name="connsiteX689" fmla="*/ 13860 w 364247"/>
                <a:gd name="connsiteY689" fmla="*/ 809715 h 1015864"/>
                <a:gd name="connsiteX690" fmla="*/ 13967 w 364247"/>
                <a:gd name="connsiteY690" fmla="*/ 801723 h 1015864"/>
                <a:gd name="connsiteX691" fmla="*/ 13986 w 364247"/>
                <a:gd name="connsiteY691" fmla="*/ 799198 h 1015864"/>
                <a:gd name="connsiteX692" fmla="*/ 14024 w 364247"/>
                <a:gd name="connsiteY692" fmla="*/ 796880 h 1015864"/>
                <a:gd name="connsiteX693" fmla="*/ 14047 w 364247"/>
                <a:gd name="connsiteY693" fmla="*/ 794829 h 1015864"/>
                <a:gd name="connsiteX694" fmla="*/ 14249 w 364247"/>
                <a:gd name="connsiteY694" fmla="*/ 793290 h 1015864"/>
                <a:gd name="connsiteX695" fmla="*/ 15737 w 364247"/>
                <a:gd name="connsiteY695" fmla="*/ 792546 h 1015864"/>
                <a:gd name="connsiteX696" fmla="*/ 15939 w 364247"/>
                <a:gd name="connsiteY696" fmla="*/ 788648 h 1015864"/>
                <a:gd name="connsiteX697" fmla="*/ 15962 w 364247"/>
                <a:gd name="connsiteY697" fmla="*/ 786127 h 1015864"/>
                <a:gd name="connsiteX698" fmla="*/ 15967 w 364247"/>
                <a:gd name="connsiteY698" fmla="*/ 783384 h 1015864"/>
                <a:gd name="connsiteX699" fmla="*/ 16024 w 364247"/>
                <a:gd name="connsiteY699" fmla="*/ 777704 h 1015864"/>
                <a:gd name="connsiteX700" fmla="*/ 16077 w 364247"/>
                <a:gd name="connsiteY700" fmla="*/ 768694 h 1015864"/>
                <a:gd name="connsiteX701" fmla="*/ 16153 w 364247"/>
                <a:gd name="connsiteY701" fmla="*/ 760037 h 1015864"/>
                <a:gd name="connsiteX702" fmla="*/ 16153 w 364247"/>
                <a:gd name="connsiteY702" fmla="*/ 757293 h 1015864"/>
                <a:gd name="connsiteX703" fmla="*/ 16183 w 364247"/>
                <a:gd name="connsiteY703" fmla="*/ 754772 h 1015864"/>
                <a:gd name="connsiteX704" fmla="*/ 16195 w 364247"/>
                <a:gd name="connsiteY704" fmla="*/ 752541 h 1015864"/>
                <a:gd name="connsiteX705" fmla="*/ 16481 w 364247"/>
                <a:gd name="connsiteY705" fmla="*/ 750874 h 1015864"/>
                <a:gd name="connsiteX706" fmla="*/ 18714 w 364247"/>
                <a:gd name="connsiteY706" fmla="*/ 750130 h 1015864"/>
                <a:gd name="connsiteX707" fmla="*/ 19000 w 364247"/>
                <a:gd name="connsiteY707" fmla="*/ 746381 h 1015864"/>
                <a:gd name="connsiteX708" fmla="*/ 19023 w 364247"/>
                <a:gd name="connsiteY708" fmla="*/ 743957 h 1015864"/>
                <a:gd name="connsiteX709" fmla="*/ 19016 w 364247"/>
                <a:gd name="connsiteY709" fmla="*/ 741320 h 1015864"/>
                <a:gd name="connsiteX710" fmla="*/ 19041 w 364247"/>
                <a:gd name="connsiteY710" fmla="*/ 738631 h 1015864"/>
                <a:gd name="connsiteX711" fmla="*/ 19086 w 364247"/>
                <a:gd name="connsiteY711" fmla="*/ 730085 h 1015864"/>
                <a:gd name="connsiteX712" fmla="*/ 19156 w 364247"/>
                <a:gd name="connsiteY712" fmla="*/ 718856 h 1015864"/>
                <a:gd name="connsiteX713" fmla="*/ 19149 w 364247"/>
                <a:gd name="connsiteY713" fmla="*/ 716223 h 1015864"/>
                <a:gd name="connsiteX714" fmla="*/ 19172 w 364247"/>
                <a:gd name="connsiteY714" fmla="*/ 713793 h 1015864"/>
                <a:gd name="connsiteX715" fmla="*/ 19176 w 364247"/>
                <a:gd name="connsiteY715" fmla="*/ 711646 h 1015864"/>
                <a:gd name="connsiteX716" fmla="*/ 19458 w 364247"/>
                <a:gd name="connsiteY716" fmla="*/ 709947 h 1015864"/>
                <a:gd name="connsiteX717" fmla="*/ 21690 w 364247"/>
                <a:gd name="connsiteY717" fmla="*/ 708458 h 1015864"/>
                <a:gd name="connsiteX718" fmla="*/ 21989 w 364247"/>
                <a:gd name="connsiteY718" fmla="*/ 704612 h 1015864"/>
                <a:gd name="connsiteX719" fmla="*/ 22019 w 364247"/>
                <a:gd name="connsiteY719" fmla="*/ 702182 h 1015864"/>
                <a:gd name="connsiteX720" fmla="*/ 22019 w 364247"/>
                <a:gd name="connsiteY720" fmla="*/ 699549 h 1015864"/>
                <a:gd name="connsiteX721" fmla="*/ 22049 w 364247"/>
                <a:gd name="connsiteY721" fmla="*/ 696858 h 1015864"/>
                <a:gd name="connsiteX722" fmla="*/ 22109 w 364247"/>
                <a:gd name="connsiteY722" fmla="*/ 688320 h 1015864"/>
                <a:gd name="connsiteX723" fmla="*/ 22177 w 364247"/>
                <a:gd name="connsiteY723" fmla="*/ 679774 h 1015864"/>
                <a:gd name="connsiteX724" fmla="*/ 22210 w 364247"/>
                <a:gd name="connsiteY724" fmla="*/ 674448 h 1015864"/>
                <a:gd name="connsiteX725" fmla="*/ 22233 w 364247"/>
                <a:gd name="connsiteY725" fmla="*/ 672024 h 1015864"/>
                <a:gd name="connsiteX726" fmla="*/ 22242 w 364247"/>
                <a:gd name="connsiteY726" fmla="*/ 669880 h 1015864"/>
                <a:gd name="connsiteX727" fmla="*/ 22435 w 364247"/>
                <a:gd name="connsiteY727" fmla="*/ 668275 h 1015864"/>
                <a:gd name="connsiteX728" fmla="*/ 23923 w 364247"/>
                <a:gd name="connsiteY728" fmla="*/ 667531 h 1015864"/>
                <a:gd name="connsiteX729" fmla="*/ 24160 w 364247"/>
                <a:gd name="connsiteY729" fmla="*/ 663553 h 1015864"/>
                <a:gd name="connsiteX730" fmla="*/ 24205 w 364247"/>
                <a:gd name="connsiteY730" fmla="*/ 660979 h 1015864"/>
                <a:gd name="connsiteX731" fmla="*/ 24231 w 364247"/>
                <a:gd name="connsiteY731" fmla="*/ 658179 h 1015864"/>
                <a:gd name="connsiteX732" fmla="*/ 24275 w 364247"/>
                <a:gd name="connsiteY732" fmla="*/ 655330 h 1015864"/>
                <a:gd name="connsiteX733" fmla="*/ 24370 w 364247"/>
                <a:gd name="connsiteY733" fmla="*/ 647817 h 1015864"/>
                <a:gd name="connsiteX734" fmla="*/ 24475 w 364247"/>
                <a:gd name="connsiteY734" fmla="*/ 640156 h 1015864"/>
                <a:gd name="connsiteX735" fmla="*/ 24667 w 364247"/>
                <a:gd name="connsiteY735" fmla="*/ 625115 h 1015864"/>
                <a:gd name="connsiteX736" fmla="*/ 26899 w 364247"/>
                <a:gd name="connsiteY736" fmla="*/ 625859 h 1015864"/>
                <a:gd name="connsiteX737" fmla="*/ 27644 w 364247"/>
                <a:gd name="connsiteY737" fmla="*/ 583443 h 1015864"/>
                <a:gd name="connsiteX738" fmla="*/ 29132 w 364247"/>
                <a:gd name="connsiteY738" fmla="*/ 583443 h 1015864"/>
                <a:gd name="connsiteX739" fmla="*/ 30005 w 364247"/>
                <a:gd name="connsiteY739" fmla="*/ 578177 h 1015864"/>
                <a:gd name="connsiteX740" fmla="*/ 30036 w 364247"/>
                <a:gd name="connsiteY740" fmla="*/ 575792 h 1015864"/>
                <a:gd name="connsiteX741" fmla="*/ 30059 w 364247"/>
                <a:gd name="connsiteY741" fmla="*/ 573208 h 1015864"/>
                <a:gd name="connsiteX742" fmla="*/ 30133 w 364247"/>
                <a:gd name="connsiteY742" fmla="*/ 567841 h 1015864"/>
                <a:gd name="connsiteX743" fmla="*/ 30231 w 364247"/>
                <a:gd name="connsiteY743" fmla="*/ 559340 h 1015864"/>
                <a:gd name="connsiteX744" fmla="*/ 30338 w 364247"/>
                <a:gd name="connsiteY744" fmla="*/ 551163 h 1015864"/>
                <a:gd name="connsiteX745" fmla="*/ 30357 w 364247"/>
                <a:gd name="connsiteY745" fmla="*/ 548574 h 1015864"/>
                <a:gd name="connsiteX746" fmla="*/ 30395 w 364247"/>
                <a:gd name="connsiteY746" fmla="*/ 546196 h 1015864"/>
                <a:gd name="connsiteX747" fmla="*/ 30418 w 364247"/>
                <a:gd name="connsiteY747" fmla="*/ 544092 h 1015864"/>
                <a:gd name="connsiteX748" fmla="*/ 30620 w 364247"/>
                <a:gd name="connsiteY748" fmla="*/ 542515 h 1015864"/>
                <a:gd name="connsiteX749" fmla="*/ 32108 w 364247"/>
                <a:gd name="connsiteY749" fmla="*/ 541771 h 1015864"/>
                <a:gd name="connsiteX750" fmla="*/ 32346 w 364247"/>
                <a:gd name="connsiteY750" fmla="*/ 537861 h 1015864"/>
                <a:gd name="connsiteX751" fmla="*/ 32391 w 364247"/>
                <a:gd name="connsiteY751" fmla="*/ 535333 h 1015864"/>
                <a:gd name="connsiteX752" fmla="*/ 32417 w 364247"/>
                <a:gd name="connsiteY752" fmla="*/ 532583 h 1015864"/>
                <a:gd name="connsiteX753" fmla="*/ 32460 w 364247"/>
                <a:gd name="connsiteY753" fmla="*/ 529783 h 1015864"/>
                <a:gd name="connsiteX754" fmla="*/ 32556 w 364247"/>
                <a:gd name="connsiteY754" fmla="*/ 522402 h 1015864"/>
                <a:gd name="connsiteX755" fmla="*/ 32661 w 364247"/>
                <a:gd name="connsiteY755" fmla="*/ 514876 h 1015864"/>
                <a:gd name="connsiteX756" fmla="*/ 32853 w 364247"/>
                <a:gd name="connsiteY756" fmla="*/ 500099 h 1015864"/>
                <a:gd name="connsiteX757" fmla="*/ 35085 w 364247"/>
                <a:gd name="connsiteY757" fmla="*/ 500843 h 1015864"/>
                <a:gd name="connsiteX758" fmla="*/ 35098 w 364247"/>
                <a:gd name="connsiteY758" fmla="*/ 499248 h 1015864"/>
                <a:gd name="connsiteX759" fmla="*/ 35260 w 364247"/>
                <a:gd name="connsiteY759" fmla="*/ 484368 h 1015864"/>
                <a:gd name="connsiteX760" fmla="*/ 35343 w 364247"/>
                <a:gd name="connsiteY760" fmla="*/ 476718 h 1015864"/>
                <a:gd name="connsiteX761" fmla="*/ 35448 w 364247"/>
                <a:gd name="connsiteY761" fmla="*/ 467924 h 1015864"/>
                <a:gd name="connsiteX762" fmla="*/ 35463 w 364247"/>
                <a:gd name="connsiteY762" fmla="*/ 465147 h 1015864"/>
                <a:gd name="connsiteX763" fmla="*/ 35507 w 364247"/>
                <a:gd name="connsiteY763" fmla="*/ 462574 h 1015864"/>
                <a:gd name="connsiteX764" fmla="*/ 35532 w 364247"/>
                <a:gd name="connsiteY764" fmla="*/ 460306 h 1015864"/>
                <a:gd name="connsiteX765" fmla="*/ 38062 w 364247"/>
                <a:gd name="connsiteY765" fmla="*/ 456195 h 1015864"/>
                <a:gd name="connsiteX766" fmla="*/ 38360 w 364247"/>
                <a:gd name="connsiteY766" fmla="*/ 452264 h 1015864"/>
                <a:gd name="connsiteX767" fmla="*/ 38390 w 364247"/>
                <a:gd name="connsiteY767" fmla="*/ 449834 h 1015864"/>
                <a:gd name="connsiteX768" fmla="*/ 38390 w 364247"/>
                <a:gd name="connsiteY768" fmla="*/ 447213 h 1015864"/>
                <a:gd name="connsiteX769" fmla="*/ 38420 w 364247"/>
                <a:gd name="connsiteY769" fmla="*/ 444525 h 1015864"/>
                <a:gd name="connsiteX770" fmla="*/ 38480 w 364247"/>
                <a:gd name="connsiteY770" fmla="*/ 436010 h 1015864"/>
                <a:gd name="connsiteX771" fmla="*/ 38548 w 364247"/>
                <a:gd name="connsiteY771" fmla="*/ 427479 h 1015864"/>
                <a:gd name="connsiteX772" fmla="*/ 38581 w 364247"/>
                <a:gd name="connsiteY772" fmla="*/ 422165 h 1015864"/>
                <a:gd name="connsiteX773" fmla="*/ 38604 w 364247"/>
                <a:gd name="connsiteY773" fmla="*/ 419749 h 1015864"/>
                <a:gd name="connsiteX774" fmla="*/ 38614 w 364247"/>
                <a:gd name="connsiteY774" fmla="*/ 417611 h 1015864"/>
                <a:gd name="connsiteX775" fmla="*/ 38806 w 364247"/>
                <a:gd name="connsiteY775" fmla="*/ 416011 h 1015864"/>
                <a:gd name="connsiteX776" fmla="*/ 40294 w 364247"/>
                <a:gd name="connsiteY776" fmla="*/ 415267 h 1015864"/>
                <a:gd name="connsiteX777" fmla="*/ 40531 w 364247"/>
                <a:gd name="connsiteY777" fmla="*/ 411425 h 1015864"/>
                <a:gd name="connsiteX778" fmla="*/ 40576 w 364247"/>
                <a:gd name="connsiteY778" fmla="*/ 408943 h 1015864"/>
                <a:gd name="connsiteX779" fmla="*/ 40602 w 364247"/>
                <a:gd name="connsiteY779" fmla="*/ 406241 h 1015864"/>
                <a:gd name="connsiteX780" fmla="*/ 40646 w 364247"/>
                <a:gd name="connsiteY780" fmla="*/ 403492 h 1015864"/>
                <a:gd name="connsiteX781" fmla="*/ 40759 w 364247"/>
                <a:gd name="connsiteY781" fmla="*/ 394757 h 1015864"/>
                <a:gd name="connsiteX782" fmla="*/ 40846 w 364247"/>
                <a:gd name="connsiteY782" fmla="*/ 388851 h 1015864"/>
                <a:gd name="connsiteX783" fmla="*/ 41038 w 364247"/>
                <a:gd name="connsiteY783" fmla="*/ 374339 h 1015864"/>
                <a:gd name="connsiteX784" fmla="*/ 43271 w 364247"/>
                <a:gd name="connsiteY784" fmla="*/ 374339 h 1015864"/>
                <a:gd name="connsiteX785" fmla="*/ 44015 w 364247"/>
                <a:gd name="connsiteY785" fmla="*/ 331923 h 1015864"/>
                <a:gd name="connsiteX786" fmla="*/ 46247 w 364247"/>
                <a:gd name="connsiteY786" fmla="*/ 331923 h 1015864"/>
                <a:gd name="connsiteX787" fmla="*/ 46265 w 364247"/>
                <a:gd name="connsiteY787" fmla="*/ 330346 h 1015864"/>
                <a:gd name="connsiteX788" fmla="*/ 46461 w 364247"/>
                <a:gd name="connsiteY788" fmla="*/ 315662 h 1015864"/>
                <a:gd name="connsiteX789" fmla="*/ 46561 w 364247"/>
                <a:gd name="connsiteY789" fmla="*/ 308112 h 1015864"/>
                <a:gd name="connsiteX790" fmla="*/ 46683 w 364247"/>
                <a:gd name="connsiteY790" fmla="*/ 299440 h 1015864"/>
                <a:gd name="connsiteX791" fmla="*/ 46709 w 364247"/>
                <a:gd name="connsiteY791" fmla="*/ 296689 h 1015864"/>
                <a:gd name="connsiteX792" fmla="*/ 46754 w 364247"/>
                <a:gd name="connsiteY792" fmla="*/ 294161 h 1015864"/>
                <a:gd name="connsiteX793" fmla="*/ 46784 w 364247"/>
                <a:gd name="connsiteY793" fmla="*/ 291923 h 1015864"/>
                <a:gd name="connsiteX794" fmla="*/ 46991 w 364247"/>
                <a:gd name="connsiteY794" fmla="*/ 290251 h 1015864"/>
                <a:gd name="connsiteX795" fmla="*/ 48480 w 364247"/>
                <a:gd name="connsiteY795" fmla="*/ 289507 h 1015864"/>
                <a:gd name="connsiteX796" fmla="*/ 48681 w 364247"/>
                <a:gd name="connsiteY796" fmla="*/ 285678 h 1015864"/>
                <a:gd name="connsiteX797" fmla="*/ 48704 w 364247"/>
                <a:gd name="connsiteY797" fmla="*/ 283202 h 1015864"/>
                <a:gd name="connsiteX798" fmla="*/ 48709 w 364247"/>
                <a:gd name="connsiteY798" fmla="*/ 280508 h 1015864"/>
                <a:gd name="connsiteX799" fmla="*/ 48766 w 364247"/>
                <a:gd name="connsiteY799" fmla="*/ 274930 h 1015864"/>
                <a:gd name="connsiteX800" fmla="*/ 48819 w 364247"/>
                <a:gd name="connsiteY800" fmla="*/ 266081 h 1015864"/>
                <a:gd name="connsiteX801" fmla="*/ 48895 w 364247"/>
                <a:gd name="connsiteY801" fmla="*/ 257579 h 1015864"/>
                <a:gd name="connsiteX802" fmla="*/ 48895 w 364247"/>
                <a:gd name="connsiteY802" fmla="*/ 254885 h 1015864"/>
                <a:gd name="connsiteX803" fmla="*/ 48926 w 364247"/>
                <a:gd name="connsiteY803" fmla="*/ 252409 h 1015864"/>
                <a:gd name="connsiteX804" fmla="*/ 48937 w 364247"/>
                <a:gd name="connsiteY804" fmla="*/ 250218 h 1015864"/>
                <a:gd name="connsiteX805" fmla="*/ 49224 w 364247"/>
                <a:gd name="connsiteY805" fmla="*/ 248580 h 1015864"/>
                <a:gd name="connsiteX806" fmla="*/ 51456 w 364247"/>
                <a:gd name="connsiteY806" fmla="*/ 247835 h 1015864"/>
                <a:gd name="connsiteX807" fmla="*/ 51778 w 364247"/>
                <a:gd name="connsiteY807" fmla="*/ 243994 h 1015864"/>
                <a:gd name="connsiteX808" fmla="*/ 51822 w 364247"/>
                <a:gd name="connsiteY808" fmla="*/ 241511 h 1015864"/>
                <a:gd name="connsiteX809" fmla="*/ 51837 w 364247"/>
                <a:gd name="connsiteY809" fmla="*/ 238810 h 1015864"/>
                <a:gd name="connsiteX810" fmla="*/ 51877 w 364247"/>
                <a:gd name="connsiteY810" fmla="*/ 236060 h 1015864"/>
                <a:gd name="connsiteX811" fmla="*/ 51968 w 364247"/>
                <a:gd name="connsiteY811" fmla="*/ 227325 h 1015864"/>
                <a:gd name="connsiteX812" fmla="*/ 52045 w 364247"/>
                <a:gd name="connsiteY812" fmla="*/ 221420 h 1015864"/>
                <a:gd name="connsiteX813" fmla="*/ 52200 w 364247"/>
                <a:gd name="connsiteY813" fmla="*/ 206908 h 1015864"/>
                <a:gd name="connsiteX814" fmla="*/ 54433 w 364247"/>
                <a:gd name="connsiteY814" fmla="*/ 206908 h 1015864"/>
                <a:gd name="connsiteX815" fmla="*/ 54451 w 364247"/>
                <a:gd name="connsiteY815" fmla="*/ 205302 h 1015864"/>
                <a:gd name="connsiteX816" fmla="*/ 54647 w 364247"/>
                <a:gd name="connsiteY816" fmla="*/ 190355 h 1015864"/>
                <a:gd name="connsiteX817" fmla="*/ 54747 w 364247"/>
                <a:gd name="connsiteY817" fmla="*/ 182670 h 1015864"/>
                <a:gd name="connsiteX818" fmla="*/ 54869 w 364247"/>
                <a:gd name="connsiteY818" fmla="*/ 173843 h 1015864"/>
                <a:gd name="connsiteX819" fmla="*/ 54895 w 364247"/>
                <a:gd name="connsiteY819" fmla="*/ 171043 h 1015864"/>
                <a:gd name="connsiteX820" fmla="*/ 54940 w 364247"/>
                <a:gd name="connsiteY820" fmla="*/ 168470 h 1015864"/>
                <a:gd name="connsiteX821" fmla="*/ 54970 w 364247"/>
                <a:gd name="connsiteY821" fmla="*/ 166191 h 1015864"/>
                <a:gd name="connsiteX822" fmla="*/ 55177 w 364247"/>
                <a:gd name="connsiteY822" fmla="*/ 164492 h 1015864"/>
                <a:gd name="connsiteX823" fmla="*/ 56665 w 364247"/>
                <a:gd name="connsiteY823" fmla="*/ 163748 h 1015864"/>
                <a:gd name="connsiteX824" fmla="*/ 56902 w 364247"/>
                <a:gd name="connsiteY824" fmla="*/ 159838 h 1015864"/>
                <a:gd name="connsiteX825" fmla="*/ 56947 w 364247"/>
                <a:gd name="connsiteY825" fmla="*/ 157310 h 1015864"/>
                <a:gd name="connsiteX826" fmla="*/ 56973 w 364247"/>
                <a:gd name="connsiteY826" fmla="*/ 154559 h 1015864"/>
                <a:gd name="connsiteX827" fmla="*/ 57017 w 364247"/>
                <a:gd name="connsiteY827" fmla="*/ 151759 h 1015864"/>
                <a:gd name="connsiteX828" fmla="*/ 57112 w 364247"/>
                <a:gd name="connsiteY828" fmla="*/ 144379 h 1015864"/>
                <a:gd name="connsiteX829" fmla="*/ 57217 w 364247"/>
                <a:gd name="connsiteY829" fmla="*/ 136852 h 1015864"/>
                <a:gd name="connsiteX830" fmla="*/ 57409 w 364247"/>
                <a:gd name="connsiteY830" fmla="*/ 122076 h 1015864"/>
                <a:gd name="connsiteX831" fmla="*/ 59642 w 364247"/>
                <a:gd name="connsiteY831" fmla="*/ 122820 h 1015864"/>
                <a:gd name="connsiteX832" fmla="*/ 60386 w 364247"/>
                <a:gd name="connsiteY832" fmla="*/ 81148 h 1015864"/>
                <a:gd name="connsiteX833" fmla="*/ 62618 w 364247"/>
                <a:gd name="connsiteY833" fmla="*/ 81148 h 1015864"/>
                <a:gd name="connsiteX834" fmla="*/ 62616 w 364247"/>
                <a:gd name="connsiteY834" fmla="*/ 79609 h 1015864"/>
                <a:gd name="connsiteX835" fmla="*/ 62691 w 364247"/>
                <a:gd name="connsiteY835" fmla="*/ 63784 h 1015864"/>
                <a:gd name="connsiteX836" fmla="*/ 62708 w 364247"/>
                <a:gd name="connsiteY836" fmla="*/ 57875 h 1015864"/>
                <a:gd name="connsiteX837" fmla="*/ 62764 w 364247"/>
                <a:gd name="connsiteY837" fmla="*/ 49391 h 1015864"/>
                <a:gd name="connsiteX838" fmla="*/ 62743 w 364247"/>
                <a:gd name="connsiteY838" fmla="*/ 46713 h 1015864"/>
                <a:gd name="connsiteX839" fmla="*/ 63362 w 364247"/>
                <a:gd name="connsiteY839" fmla="*/ 40220 h 1015864"/>
                <a:gd name="connsiteX840" fmla="*/ 67827 w 364247"/>
                <a:gd name="connsiteY840" fmla="*/ 37988 h 1015864"/>
                <a:gd name="connsiteX841" fmla="*/ 68571 w 364247"/>
                <a:gd name="connsiteY841" fmla="*/ 35755 h 1015864"/>
                <a:gd name="connsiteX842" fmla="*/ 70804 w 364247"/>
                <a:gd name="connsiteY842" fmla="*/ 35011 h 1015864"/>
                <a:gd name="connsiteX843" fmla="*/ 71455 w 364247"/>
                <a:gd name="connsiteY843" fmla="*/ 33709 h 1015864"/>
                <a:gd name="connsiteX844" fmla="*/ 76013 w 364247"/>
                <a:gd name="connsiteY844" fmla="*/ 28314 h 1015864"/>
                <a:gd name="connsiteX845" fmla="*/ 77501 w 364247"/>
                <a:gd name="connsiteY845" fmla="*/ 28314 h 1015864"/>
                <a:gd name="connsiteX846" fmla="*/ 77780 w 364247"/>
                <a:gd name="connsiteY846" fmla="*/ 26872 h 1015864"/>
                <a:gd name="connsiteX847" fmla="*/ 78245 w 364247"/>
                <a:gd name="connsiteY847" fmla="*/ 25337 h 1015864"/>
                <a:gd name="connsiteX848" fmla="*/ 81222 w 364247"/>
                <a:gd name="connsiteY848" fmla="*/ 24593 h 1015864"/>
                <a:gd name="connsiteX849" fmla="*/ 81594 w 364247"/>
                <a:gd name="connsiteY849" fmla="*/ 23058 h 1015864"/>
                <a:gd name="connsiteX850" fmla="*/ 81966 w 364247"/>
                <a:gd name="connsiteY850" fmla="*/ 21617 h 1015864"/>
                <a:gd name="connsiteX851" fmla="*/ 84942 w 364247"/>
                <a:gd name="connsiteY851" fmla="*/ 21617 h 1015864"/>
                <a:gd name="connsiteX852" fmla="*/ 84942 w 364247"/>
                <a:gd name="connsiteY852" fmla="*/ 17896 h 1015864"/>
                <a:gd name="connsiteX853" fmla="*/ 87919 w 364247"/>
                <a:gd name="connsiteY853" fmla="*/ 17896 h 1015864"/>
                <a:gd name="connsiteX854" fmla="*/ 88663 w 364247"/>
                <a:gd name="connsiteY854" fmla="*/ 14919 h 1015864"/>
                <a:gd name="connsiteX855" fmla="*/ 90151 w 364247"/>
                <a:gd name="connsiteY855" fmla="*/ 14175 h 1015864"/>
                <a:gd name="connsiteX856" fmla="*/ 90896 w 364247"/>
                <a:gd name="connsiteY856" fmla="*/ 11943 h 1015864"/>
                <a:gd name="connsiteX857" fmla="*/ 92384 w 364247"/>
                <a:gd name="connsiteY857" fmla="*/ 11617 h 1015864"/>
                <a:gd name="connsiteX858" fmla="*/ 93872 w 364247"/>
                <a:gd name="connsiteY858" fmla="*/ 11199 h 1015864"/>
                <a:gd name="connsiteX859" fmla="*/ 94616 w 364247"/>
                <a:gd name="connsiteY859" fmla="*/ 8222 h 1015864"/>
                <a:gd name="connsiteX860" fmla="*/ 96049 w 364247"/>
                <a:gd name="connsiteY860" fmla="*/ 7571 h 1015864"/>
                <a:gd name="connsiteX861" fmla="*/ 98857 w 364247"/>
                <a:gd name="connsiteY861" fmla="*/ 3711 h 1015864"/>
                <a:gd name="connsiteX862" fmla="*/ 101907 w 364247"/>
                <a:gd name="connsiteY862" fmla="*/ 225 h 1015864"/>
                <a:gd name="connsiteX863" fmla="*/ 107127 w 364247"/>
                <a:gd name="connsiteY863" fmla="*/ 35 h 1015864"/>
                <a:gd name="connsiteX864" fmla="*/ 109156 w 364247"/>
                <a:gd name="connsiteY864" fmla="*/ 10 h 101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Lst>
              <a:rect l="l" t="t" r="r" b="b"/>
              <a:pathLst>
                <a:path w="364247" h="1015864">
                  <a:moveTo>
                    <a:pt x="224261" y="91688"/>
                  </a:moveTo>
                  <a:cubicBezTo>
                    <a:pt x="222466" y="91688"/>
                    <a:pt x="222425" y="92402"/>
                    <a:pt x="220694" y="92535"/>
                  </a:cubicBezTo>
                  <a:cubicBezTo>
                    <a:pt x="220089" y="92540"/>
                    <a:pt x="219503" y="92545"/>
                    <a:pt x="218916" y="92550"/>
                  </a:cubicBezTo>
                  <a:cubicBezTo>
                    <a:pt x="217890" y="92561"/>
                    <a:pt x="217890" y="92561"/>
                    <a:pt x="216883" y="92572"/>
                  </a:cubicBezTo>
                  <a:cubicBezTo>
                    <a:pt x="216119" y="92576"/>
                    <a:pt x="215377" y="92581"/>
                    <a:pt x="214635" y="92585"/>
                  </a:cubicBezTo>
                  <a:cubicBezTo>
                    <a:pt x="212158" y="92608"/>
                    <a:pt x="209681" y="92631"/>
                    <a:pt x="207204" y="92649"/>
                  </a:cubicBezTo>
                  <a:cubicBezTo>
                    <a:pt x="205429" y="92661"/>
                    <a:pt x="203654" y="92675"/>
                    <a:pt x="201879" y="92690"/>
                  </a:cubicBezTo>
                  <a:cubicBezTo>
                    <a:pt x="197237" y="92732"/>
                    <a:pt x="192596" y="92771"/>
                    <a:pt x="187954" y="92806"/>
                  </a:cubicBezTo>
                  <a:cubicBezTo>
                    <a:pt x="183140" y="92843"/>
                    <a:pt x="178326" y="92883"/>
                    <a:pt x="173512" y="92924"/>
                  </a:cubicBezTo>
                  <a:cubicBezTo>
                    <a:pt x="163557" y="93009"/>
                    <a:pt x="153602" y="93090"/>
                    <a:pt x="143647" y="93167"/>
                  </a:cubicBezTo>
                  <a:cubicBezTo>
                    <a:pt x="143020" y="93172"/>
                    <a:pt x="143020" y="93172"/>
                    <a:pt x="142406" y="93176"/>
                  </a:cubicBezTo>
                  <a:cubicBezTo>
                    <a:pt x="142406" y="95200"/>
                    <a:pt x="142406" y="97165"/>
                    <a:pt x="142406" y="99129"/>
                  </a:cubicBezTo>
                  <a:cubicBezTo>
                    <a:pt x="141900" y="99129"/>
                    <a:pt x="141409" y="99129"/>
                    <a:pt x="140917" y="99129"/>
                  </a:cubicBezTo>
                  <a:cubicBezTo>
                    <a:pt x="139952" y="101017"/>
                    <a:pt x="139452" y="102591"/>
                    <a:pt x="139265" y="104705"/>
                  </a:cubicBezTo>
                  <a:cubicBezTo>
                    <a:pt x="139276" y="105375"/>
                    <a:pt x="139286" y="106026"/>
                    <a:pt x="139296" y="106676"/>
                  </a:cubicBezTo>
                  <a:cubicBezTo>
                    <a:pt x="139303" y="107441"/>
                    <a:pt x="139310" y="108183"/>
                    <a:pt x="139318" y="108925"/>
                  </a:cubicBezTo>
                  <a:cubicBezTo>
                    <a:pt x="139348" y="110553"/>
                    <a:pt x="139370" y="112180"/>
                    <a:pt x="139385" y="113808"/>
                  </a:cubicBezTo>
                  <a:cubicBezTo>
                    <a:pt x="139408" y="116418"/>
                    <a:pt x="139440" y="119029"/>
                    <a:pt x="139476" y="121640"/>
                  </a:cubicBezTo>
                  <a:cubicBezTo>
                    <a:pt x="139515" y="124261"/>
                    <a:pt x="139552" y="126882"/>
                    <a:pt x="139575" y="129504"/>
                  </a:cubicBezTo>
                  <a:cubicBezTo>
                    <a:pt x="139581" y="130344"/>
                    <a:pt x="139588" y="131160"/>
                    <a:pt x="139595" y="131976"/>
                  </a:cubicBezTo>
                  <a:cubicBezTo>
                    <a:pt x="139612" y="132799"/>
                    <a:pt x="139628" y="133597"/>
                    <a:pt x="139644" y="134395"/>
                  </a:cubicBezTo>
                  <a:cubicBezTo>
                    <a:pt x="139649" y="135151"/>
                    <a:pt x="139654" y="135883"/>
                    <a:pt x="139659" y="136616"/>
                  </a:cubicBezTo>
                  <a:cubicBezTo>
                    <a:pt x="139748" y="138508"/>
                    <a:pt x="139748" y="138508"/>
                    <a:pt x="139429" y="140057"/>
                  </a:cubicBezTo>
                  <a:cubicBezTo>
                    <a:pt x="138670" y="140310"/>
                    <a:pt x="137933" y="140556"/>
                    <a:pt x="137197" y="140801"/>
                  </a:cubicBezTo>
                  <a:cubicBezTo>
                    <a:pt x="137101" y="141337"/>
                    <a:pt x="137008" y="141858"/>
                    <a:pt x="136915" y="142378"/>
                  </a:cubicBezTo>
                  <a:cubicBezTo>
                    <a:pt x="136913" y="143094"/>
                    <a:pt x="136912" y="143788"/>
                    <a:pt x="136910" y="144483"/>
                  </a:cubicBezTo>
                  <a:cubicBezTo>
                    <a:pt x="136903" y="145291"/>
                    <a:pt x="136895" y="146076"/>
                    <a:pt x="136888" y="146861"/>
                  </a:cubicBezTo>
                  <a:cubicBezTo>
                    <a:pt x="136890" y="147741"/>
                    <a:pt x="136892" y="148595"/>
                    <a:pt x="136894" y="149449"/>
                  </a:cubicBezTo>
                  <a:cubicBezTo>
                    <a:pt x="136869" y="152175"/>
                    <a:pt x="136845" y="154900"/>
                    <a:pt x="136833" y="157626"/>
                  </a:cubicBezTo>
                  <a:cubicBezTo>
                    <a:pt x="136822" y="161368"/>
                    <a:pt x="136814" y="165111"/>
                    <a:pt x="136779" y="168853"/>
                  </a:cubicBezTo>
                  <a:cubicBezTo>
                    <a:pt x="136771" y="169751"/>
                    <a:pt x="136763" y="170623"/>
                    <a:pt x="136755" y="171494"/>
                  </a:cubicBezTo>
                  <a:cubicBezTo>
                    <a:pt x="136757" y="172373"/>
                    <a:pt x="136759" y="173225"/>
                    <a:pt x="136762" y="174078"/>
                  </a:cubicBezTo>
                  <a:cubicBezTo>
                    <a:pt x="136754" y="174889"/>
                    <a:pt x="136746" y="175676"/>
                    <a:pt x="136739" y="176463"/>
                  </a:cubicBezTo>
                  <a:cubicBezTo>
                    <a:pt x="136792" y="178506"/>
                    <a:pt x="136792" y="178506"/>
                    <a:pt x="136453" y="180241"/>
                  </a:cubicBezTo>
                  <a:cubicBezTo>
                    <a:pt x="135694" y="180747"/>
                    <a:pt x="134957" y="181238"/>
                    <a:pt x="134220" y="181729"/>
                  </a:cubicBezTo>
                  <a:cubicBezTo>
                    <a:pt x="134136" y="182307"/>
                    <a:pt x="134054" y="182868"/>
                    <a:pt x="133972" y="183428"/>
                  </a:cubicBezTo>
                  <a:cubicBezTo>
                    <a:pt x="133986" y="184158"/>
                    <a:pt x="134000" y="184867"/>
                    <a:pt x="134014" y="185575"/>
                  </a:cubicBezTo>
                  <a:cubicBezTo>
                    <a:pt x="134024" y="186401"/>
                    <a:pt x="134034" y="187203"/>
                    <a:pt x="134044" y="188005"/>
                  </a:cubicBezTo>
                  <a:cubicBezTo>
                    <a:pt x="134086" y="189780"/>
                    <a:pt x="134117" y="191554"/>
                    <a:pt x="134138" y="193329"/>
                  </a:cubicBezTo>
                  <a:cubicBezTo>
                    <a:pt x="134170" y="196176"/>
                    <a:pt x="134216" y="199021"/>
                    <a:pt x="134267" y="201867"/>
                  </a:cubicBezTo>
                  <a:cubicBezTo>
                    <a:pt x="134321" y="204716"/>
                    <a:pt x="134372" y="207564"/>
                    <a:pt x="134404" y="210413"/>
                  </a:cubicBezTo>
                  <a:cubicBezTo>
                    <a:pt x="134418" y="211771"/>
                    <a:pt x="134418" y="211771"/>
                    <a:pt x="134432" y="213102"/>
                  </a:cubicBezTo>
                  <a:cubicBezTo>
                    <a:pt x="134455" y="213999"/>
                    <a:pt x="134478" y="214869"/>
                    <a:pt x="134500" y="215740"/>
                  </a:cubicBezTo>
                  <a:cubicBezTo>
                    <a:pt x="134508" y="216564"/>
                    <a:pt x="134515" y="217363"/>
                    <a:pt x="134523" y="218163"/>
                  </a:cubicBezTo>
                  <a:cubicBezTo>
                    <a:pt x="134643" y="220231"/>
                    <a:pt x="134643" y="220231"/>
                    <a:pt x="134220" y="221913"/>
                  </a:cubicBezTo>
                  <a:cubicBezTo>
                    <a:pt x="133228" y="222160"/>
                    <a:pt x="132236" y="222408"/>
                    <a:pt x="131244" y="222657"/>
                  </a:cubicBezTo>
                  <a:cubicBezTo>
                    <a:pt x="131122" y="223206"/>
                    <a:pt x="131004" y="223739"/>
                    <a:pt x="130886" y="224272"/>
                  </a:cubicBezTo>
                  <a:cubicBezTo>
                    <a:pt x="130892" y="225006"/>
                    <a:pt x="130899" y="225718"/>
                    <a:pt x="130906" y="226430"/>
                  </a:cubicBezTo>
                  <a:cubicBezTo>
                    <a:pt x="130906" y="227259"/>
                    <a:pt x="130906" y="228063"/>
                    <a:pt x="130906" y="228868"/>
                  </a:cubicBezTo>
                  <a:cubicBezTo>
                    <a:pt x="130922" y="229769"/>
                    <a:pt x="130938" y="230644"/>
                    <a:pt x="130953" y="231520"/>
                  </a:cubicBezTo>
                  <a:cubicBezTo>
                    <a:pt x="130966" y="234307"/>
                    <a:pt x="130983" y="237094"/>
                    <a:pt x="131019" y="239881"/>
                  </a:cubicBezTo>
                  <a:cubicBezTo>
                    <a:pt x="131045" y="241825"/>
                    <a:pt x="131065" y="243769"/>
                    <a:pt x="131080" y="245713"/>
                  </a:cubicBezTo>
                  <a:cubicBezTo>
                    <a:pt x="131113" y="250915"/>
                    <a:pt x="131158" y="256118"/>
                    <a:pt x="131224" y="261320"/>
                  </a:cubicBezTo>
                  <a:cubicBezTo>
                    <a:pt x="131230" y="261837"/>
                    <a:pt x="131237" y="262339"/>
                    <a:pt x="131244" y="262840"/>
                  </a:cubicBezTo>
                  <a:cubicBezTo>
                    <a:pt x="130485" y="262840"/>
                    <a:pt x="129748" y="262840"/>
                    <a:pt x="129011" y="262840"/>
                  </a:cubicBezTo>
                  <a:cubicBezTo>
                    <a:pt x="129074" y="267678"/>
                    <a:pt x="129124" y="272515"/>
                    <a:pt x="129157" y="277353"/>
                  </a:cubicBezTo>
                  <a:cubicBezTo>
                    <a:pt x="129169" y="279321"/>
                    <a:pt x="129182" y="281289"/>
                    <a:pt x="129197" y="283258"/>
                  </a:cubicBezTo>
                  <a:cubicBezTo>
                    <a:pt x="129235" y="286169"/>
                    <a:pt x="129272" y="289081"/>
                    <a:pt x="129289" y="291993"/>
                  </a:cubicBezTo>
                  <a:cubicBezTo>
                    <a:pt x="129293" y="292928"/>
                    <a:pt x="129298" y="293835"/>
                    <a:pt x="129302" y="294742"/>
                  </a:cubicBezTo>
                  <a:cubicBezTo>
                    <a:pt x="129325" y="296107"/>
                    <a:pt x="129325" y="296107"/>
                    <a:pt x="129348" y="297444"/>
                  </a:cubicBezTo>
                  <a:cubicBezTo>
                    <a:pt x="129349" y="298288"/>
                    <a:pt x="129349" y="299107"/>
                    <a:pt x="129349" y="299927"/>
                  </a:cubicBezTo>
                  <a:cubicBezTo>
                    <a:pt x="129450" y="302047"/>
                    <a:pt x="129450" y="302047"/>
                    <a:pt x="129011" y="303768"/>
                  </a:cubicBezTo>
                  <a:cubicBezTo>
                    <a:pt x="128260" y="303958"/>
                    <a:pt x="128260" y="303958"/>
                    <a:pt x="127523" y="304144"/>
                  </a:cubicBezTo>
                  <a:cubicBezTo>
                    <a:pt x="126771" y="304330"/>
                    <a:pt x="126771" y="304330"/>
                    <a:pt x="126035" y="304512"/>
                  </a:cubicBezTo>
                  <a:cubicBezTo>
                    <a:pt x="125913" y="305061"/>
                    <a:pt x="125795" y="305594"/>
                    <a:pt x="125677" y="306127"/>
                  </a:cubicBezTo>
                  <a:cubicBezTo>
                    <a:pt x="125683" y="306861"/>
                    <a:pt x="125690" y="307573"/>
                    <a:pt x="125697" y="308285"/>
                  </a:cubicBezTo>
                  <a:cubicBezTo>
                    <a:pt x="125697" y="309114"/>
                    <a:pt x="125697" y="309919"/>
                    <a:pt x="125697" y="310723"/>
                  </a:cubicBezTo>
                  <a:cubicBezTo>
                    <a:pt x="125713" y="311625"/>
                    <a:pt x="125729" y="312500"/>
                    <a:pt x="125744" y="313375"/>
                  </a:cubicBezTo>
                  <a:cubicBezTo>
                    <a:pt x="125757" y="316162"/>
                    <a:pt x="125774" y="318949"/>
                    <a:pt x="125810" y="321737"/>
                  </a:cubicBezTo>
                  <a:cubicBezTo>
                    <a:pt x="125836" y="323680"/>
                    <a:pt x="125856" y="325624"/>
                    <a:pt x="125871" y="327568"/>
                  </a:cubicBezTo>
                  <a:cubicBezTo>
                    <a:pt x="125904" y="332771"/>
                    <a:pt x="125949" y="337973"/>
                    <a:pt x="126015" y="343175"/>
                  </a:cubicBezTo>
                  <a:cubicBezTo>
                    <a:pt x="126021" y="343692"/>
                    <a:pt x="126028" y="344194"/>
                    <a:pt x="126035" y="344696"/>
                  </a:cubicBezTo>
                  <a:cubicBezTo>
                    <a:pt x="125276" y="344696"/>
                    <a:pt x="124539" y="344696"/>
                    <a:pt x="123802" y="344696"/>
                  </a:cubicBezTo>
                  <a:cubicBezTo>
                    <a:pt x="123058" y="346184"/>
                    <a:pt x="123058" y="346184"/>
                    <a:pt x="122984" y="347855"/>
                  </a:cubicBezTo>
                  <a:cubicBezTo>
                    <a:pt x="122992" y="348571"/>
                    <a:pt x="123001" y="349267"/>
                    <a:pt x="123009" y="349962"/>
                  </a:cubicBezTo>
                  <a:cubicBezTo>
                    <a:pt x="123016" y="350773"/>
                    <a:pt x="123024" y="351560"/>
                    <a:pt x="123031" y="352347"/>
                  </a:cubicBezTo>
                  <a:cubicBezTo>
                    <a:pt x="123053" y="354088"/>
                    <a:pt x="123070" y="355830"/>
                    <a:pt x="123083" y="357572"/>
                  </a:cubicBezTo>
                  <a:cubicBezTo>
                    <a:pt x="123102" y="360365"/>
                    <a:pt x="123125" y="363157"/>
                    <a:pt x="123151" y="365950"/>
                  </a:cubicBezTo>
                  <a:cubicBezTo>
                    <a:pt x="123185" y="368746"/>
                    <a:pt x="123217" y="371541"/>
                    <a:pt x="123235" y="374337"/>
                  </a:cubicBezTo>
                  <a:cubicBezTo>
                    <a:pt x="123240" y="375234"/>
                    <a:pt x="123245" y="376105"/>
                    <a:pt x="123250" y="376976"/>
                  </a:cubicBezTo>
                  <a:cubicBezTo>
                    <a:pt x="123264" y="377856"/>
                    <a:pt x="123278" y="378710"/>
                    <a:pt x="123292" y="379564"/>
                  </a:cubicBezTo>
                  <a:cubicBezTo>
                    <a:pt x="123295" y="380373"/>
                    <a:pt x="123297" y="381157"/>
                    <a:pt x="123300" y="381942"/>
                  </a:cubicBezTo>
                  <a:cubicBezTo>
                    <a:pt x="123382" y="383967"/>
                    <a:pt x="123382" y="383967"/>
                    <a:pt x="123058" y="385624"/>
                  </a:cubicBezTo>
                  <a:cubicBezTo>
                    <a:pt x="122299" y="385877"/>
                    <a:pt x="121562" y="386122"/>
                    <a:pt x="120826" y="386368"/>
                  </a:cubicBezTo>
                  <a:cubicBezTo>
                    <a:pt x="120700" y="387181"/>
                    <a:pt x="120700" y="387181"/>
                    <a:pt x="120577" y="387978"/>
                  </a:cubicBezTo>
                  <a:cubicBezTo>
                    <a:pt x="120599" y="389064"/>
                    <a:pt x="120599" y="389064"/>
                    <a:pt x="120619" y="390129"/>
                  </a:cubicBezTo>
                  <a:cubicBezTo>
                    <a:pt x="120629" y="390955"/>
                    <a:pt x="120639" y="391757"/>
                    <a:pt x="120649" y="392559"/>
                  </a:cubicBezTo>
                  <a:cubicBezTo>
                    <a:pt x="120692" y="394339"/>
                    <a:pt x="120723" y="396119"/>
                    <a:pt x="120743" y="397899"/>
                  </a:cubicBezTo>
                  <a:cubicBezTo>
                    <a:pt x="120776" y="400752"/>
                    <a:pt x="120822" y="403606"/>
                    <a:pt x="120872" y="406459"/>
                  </a:cubicBezTo>
                  <a:cubicBezTo>
                    <a:pt x="120926" y="409313"/>
                    <a:pt x="120977" y="412166"/>
                    <a:pt x="121009" y="415020"/>
                  </a:cubicBezTo>
                  <a:cubicBezTo>
                    <a:pt x="121019" y="415936"/>
                    <a:pt x="121028" y="416825"/>
                    <a:pt x="121038" y="417715"/>
                  </a:cubicBezTo>
                  <a:cubicBezTo>
                    <a:pt x="121061" y="418614"/>
                    <a:pt x="121083" y="419487"/>
                    <a:pt x="121106" y="420359"/>
                  </a:cubicBezTo>
                  <a:cubicBezTo>
                    <a:pt x="121113" y="421186"/>
                    <a:pt x="121121" y="421988"/>
                    <a:pt x="121128" y="422790"/>
                  </a:cubicBezTo>
                  <a:cubicBezTo>
                    <a:pt x="121248" y="424865"/>
                    <a:pt x="121248" y="424865"/>
                    <a:pt x="120826" y="426551"/>
                  </a:cubicBezTo>
                  <a:cubicBezTo>
                    <a:pt x="119833" y="426799"/>
                    <a:pt x="118841" y="427047"/>
                    <a:pt x="117849" y="427295"/>
                  </a:cubicBezTo>
                  <a:cubicBezTo>
                    <a:pt x="117668" y="428111"/>
                    <a:pt x="117668" y="428111"/>
                    <a:pt x="117491" y="428910"/>
                  </a:cubicBezTo>
                  <a:cubicBezTo>
                    <a:pt x="117498" y="429644"/>
                    <a:pt x="117505" y="430356"/>
                    <a:pt x="117511" y="431069"/>
                  </a:cubicBezTo>
                  <a:cubicBezTo>
                    <a:pt x="117511" y="431897"/>
                    <a:pt x="117512" y="432702"/>
                    <a:pt x="117512" y="433506"/>
                  </a:cubicBezTo>
                  <a:cubicBezTo>
                    <a:pt x="117528" y="434408"/>
                    <a:pt x="117543" y="435283"/>
                    <a:pt x="117558" y="436158"/>
                  </a:cubicBezTo>
                  <a:cubicBezTo>
                    <a:pt x="117572" y="438946"/>
                    <a:pt x="117589" y="441733"/>
                    <a:pt x="117625" y="444520"/>
                  </a:cubicBezTo>
                  <a:cubicBezTo>
                    <a:pt x="117650" y="446464"/>
                    <a:pt x="117671" y="448408"/>
                    <a:pt x="117686" y="450352"/>
                  </a:cubicBezTo>
                  <a:cubicBezTo>
                    <a:pt x="117718" y="455554"/>
                    <a:pt x="117763" y="460756"/>
                    <a:pt x="117829" y="465958"/>
                  </a:cubicBezTo>
                  <a:cubicBezTo>
                    <a:pt x="117836" y="466475"/>
                    <a:pt x="117842" y="466977"/>
                    <a:pt x="117849" y="467479"/>
                  </a:cubicBezTo>
                  <a:cubicBezTo>
                    <a:pt x="117090" y="467479"/>
                    <a:pt x="116353" y="467479"/>
                    <a:pt x="115617" y="467479"/>
                  </a:cubicBezTo>
                  <a:cubicBezTo>
                    <a:pt x="114872" y="468967"/>
                    <a:pt x="114872" y="468967"/>
                    <a:pt x="114798" y="470638"/>
                  </a:cubicBezTo>
                  <a:cubicBezTo>
                    <a:pt x="114811" y="471702"/>
                    <a:pt x="114811" y="471702"/>
                    <a:pt x="114823" y="472745"/>
                  </a:cubicBezTo>
                  <a:cubicBezTo>
                    <a:pt x="114831" y="473556"/>
                    <a:pt x="114838" y="474343"/>
                    <a:pt x="114845" y="475130"/>
                  </a:cubicBezTo>
                  <a:cubicBezTo>
                    <a:pt x="114868" y="476872"/>
                    <a:pt x="114885" y="478613"/>
                    <a:pt x="114898" y="480355"/>
                  </a:cubicBezTo>
                  <a:cubicBezTo>
                    <a:pt x="114917" y="483148"/>
                    <a:pt x="114939" y="485941"/>
                    <a:pt x="114966" y="488733"/>
                  </a:cubicBezTo>
                  <a:cubicBezTo>
                    <a:pt x="114999" y="491529"/>
                    <a:pt x="115032" y="494324"/>
                    <a:pt x="115049" y="497120"/>
                  </a:cubicBezTo>
                  <a:cubicBezTo>
                    <a:pt x="115054" y="498017"/>
                    <a:pt x="115059" y="498888"/>
                    <a:pt x="115064" y="499759"/>
                  </a:cubicBezTo>
                  <a:cubicBezTo>
                    <a:pt x="115086" y="501066"/>
                    <a:pt x="115086" y="501066"/>
                    <a:pt x="115106" y="502347"/>
                  </a:cubicBezTo>
                  <a:cubicBezTo>
                    <a:pt x="115109" y="503156"/>
                    <a:pt x="115112" y="503941"/>
                    <a:pt x="115114" y="504725"/>
                  </a:cubicBezTo>
                  <a:cubicBezTo>
                    <a:pt x="115197" y="506750"/>
                    <a:pt x="115197" y="506750"/>
                    <a:pt x="114872" y="508407"/>
                  </a:cubicBezTo>
                  <a:cubicBezTo>
                    <a:pt x="114113" y="508660"/>
                    <a:pt x="113377" y="508905"/>
                    <a:pt x="112640" y="509151"/>
                  </a:cubicBezTo>
                  <a:cubicBezTo>
                    <a:pt x="112544" y="509698"/>
                    <a:pt x="112451" y="510230"/>
                    <a:pt x="112358" y="510761"/>
                  </a:cubicBezTo>
                  <a:cubicBezTo>
                    <a:pt x="112357" y="511492"/>
                    <a:pt x="112355" y="512202"/>
                    <a:pt x="112354" y="512912"/>
                  </a:cubicBezTo>
                  <a:cubicBezTo>
                    <a:pt x="112346" y="513739"/>
                    <a:pt x="112338" y="514541"/>
                    <a:pt x="112331" y="515343"/>
                  </a:cubicBezTo>
                  <a:cubicBezTo>
                    <a:pt x="112333" y="516242"/>
                    <a:pt x="112336" y="517115"/>
                    <a:pt x="112338" y="517988"/>
                  </a:cubicBezTo>
                  <a:cubicBezTo>
                    <a:pt x="112304" y="521739"/>
                    <a:pt x="112279" y="525491"/>
                    <a:pt x="112268" y="529243"/>
                  </a:cubicBezTo>
                  <a:cubicBezTo>
                    <a:pt x="112260" y="532096"/>
                    <a:pt x="112248" y="534950"/>
                    <a:pt x="112223" y="537804"/>
                  </a:cubicBezTo>
                  <a:cubicBezTo>
                    <a:pt x="112214" y="538720"/>
                    <a:pt x="112206" y="539609"/>
                    <a:pt x="112198" y="540498"/>
                  </a:cubicBezTo>
                  <a:cubicBezTo>
                    <a:pt x="112201" y="541397"/>
                    <a:pt x="112203" y="542270"/>
                    <a:pt x="112205" y="543143"/>
                  </a:cubicBezTo>
                  <a:cubicBezTo>
                    <a:pt x="112197" y="543969"/>
                    <a:pt x="112190" y="544771"/>
                    <a:pt x="112182" y="545573"/>
                  </a:cubicBezTo>
                  <a:cubicBezTo>
                    <a:pt x="112239" y="547644"/>
                    <a:pt x="112239" y="547644"/>
                    <a:pt x="111896" y="549334"/>
                  </a:cubicBezTo>
                  <a:cubicBezTo>
                    <a:pt x="111137" y="549587"/>
                    <a:pt x="110400" y="549833"/>
                    <a:pt x="109664" y="550079"/>
                  </a:cubicBezTo>
                  <a:cubicBezTo>
                    <a:pt x="109445" y="551453"/>
                    <a:pt x="109445" y="551453"/>
                    <a:pt x="109664" y="556032"/>
                  </a:cubicBezTo>
                  <a:cubicBezTo>
                    <a:pt x="111838" y="555307"/>
                    <a:pt x="113593" y="555191"/>
                    <a:pt x="115865" y="555172"/>
                  </a:cubicBezTo>
                  <a:cubicBezTo>
                    <a:pt x="116422" y="555171"/>
                    <a:pt x="116963" y="555171"/>
                    <a:pt x="117504" y="555170"/>
                  </a:cubicBezTo>
                  <a:cubicBezTo>
                    <a:pt x="119351" y="555158"/>
                    <a:pt x="121197" y="555147"/>
                    <a:pt x="123044" y="555141"/>
                  </a:cubicBezTo>
                  <a:cubicBezTo>
                    <a:pt x="124401" y="555137"/>
                    <a:pt x="125757" y="555131"/>
                    <a:pt x="127113" y="555124"/>
                  </a:cubicBezTo>
                  <a:cubicBezTo>
                    <a:pt x="130801" y="555104"/>
                    <a:pt x="134490" y="555086"/>
                    <a:pt x="138178" y="555071"/>
                  </a:cubicBezTo>
                  <a:cubicBezTo>
                    <a:pt x="142100" y="555056"/>
                    <a:pt x="146022" y="555037"/>
                    <a:pt x="149943" y="555017"/>
                  </a:cubicBezTo>
                  <a:cubicBezTo>
                    <a:pt x="157347" y="554980"/>
                    <a:pt x="164750" y="554945"/>
                    <a:pt x="172153" y="554913"/>
                  </a:cubicBezTo>
                  <a:cubicBezTo>
                    <a:pt x="180649" y="554877"/>
                    <a:pt x="189146" y="554837"/>
                    <a:pt x="197642" y="554796"/>
                  </a:cubicBezTo>
                  <a:cubicBezTo>
                    <a:pt x="215941" y="554707"/>
                    <a:pt x="234240" y="554623"/>
                    <a:pt x="252539" y="554543"/>
                  </a:cubicBezTo>
                  <a:cubicBezTo>
                    <a:pt x="252539" y="555049"/>
                    <a:pt x="252539" y="555541"/>
                    <a:pt x="252539" y="556032"/>
                  </a:cubicBezTo>
                  <a:cubicBezTo>
                    <a:pt x="253298" y="555779"/>
                    <a:pt x="254034" y="555533"/>
                    <a:pt x="254771" y="555288"/>
                  </a:cubicBezTo>
                  <a:cubicBezTo>
                    <a:pt x="254538" y="553427"/>
                    <a:pt x="254538" y="553427"/>
                    <a:pt x="254027" y="551567"/>
                  </a:cubicBezTo>
                  <a:cubicBezTo>
                    <a:pt x="253268" y="551567"/>
                    <a:pt x="252531" y="551567"/>
                    <a:pt x="251794" y="551567"/>
                  </a:cubicBezTo>
                  <a:cubicBezTo>
                    <a:pt x="251810" y="546742"/>
                    <a:pt x="251822" y="541916"/>
                    <a:pt x="251831" y="537091"/>
                  </a:cubicBezTo>
                  <a:cubicBezTo>
                    <a:pt x="251834" y="535126"/>
                    <a:pt x="251837" y="533161"/>
                    <a:pt x="251841" y="531196"/>
                  </a:cubicBezTo>
                  <a:cubicBezTo>
                    <a:pt x="251850" y="528292"/>
                    <a:pt x="251860" y="525388"/>
                    <a:pt x="251864" y="522484"/>
                  </a:cubicBezTo>
                  <a:cubicBezTo>
                    <a:pt x="251865" y="521097"/>
                    <a:pt x="251865" y="521097"/>
                    <a:pt x="251867" y="519737"/>
                  </a:cubicBezTo>
                  <a:cubicBezTo>
                    <a:pt x="251871" y="518823"/>
                    <a:pt x="251875" y="517935"/>
                    <a:pt x="251879" y="517048"/>
                  </a:cubicBezTo>
                  <a:cubicBezTo>
                    <a:pt x="251879" y="516204"/>
                    <a:pt x="251879" y="515384"/>
                    <a:pt x="251879" y="514565"/>
                  </a:cubicBezTo>
                  <a:cubicBezTo>
                    <a:pt x="251884" y="512423"/>
                    <a:pt x="252007" y="511064"/>
                    <a:pt x="251050" y="509151"/>
                  </a:cubicBezTo>
                  <a:cubicBezTo>
                    <a:pt x="250291" y="509151"/>
                    <a:pt x="249555" y="509151"/>
                    <a:pt x="248818" y="509151"/>
                  </a:cubicBezTo>
                  <a:cubicBezTo>
                    <a:pt x="248922" y="504602"/>
                    <a:pt x="249023" y="500054"/>
                    <a:pt x="249119" y="495505"/>
                  </a:cubicBezTo>
                  <a:cubicBezTo>
                    <a:pt x="249158" y="493651"/>
                    <a:pt x="249197" y="491797"/>
                    <a:pt x="249236" y="489943"/>
                  </a:cubicBezTo>
                  <a:cubicBezTo>
                    <a:pt x="249299" y="487206"/>
                    <a:pt x="249362" y="484468"/>
                    <a:pt x="249419" y="481731"/>
                  </a:cubicBezTo>
                  <a:cubicBezTo>
                    <a:pt x="249437" y="480850"/>
                    <a:pt x="249454" y="479994"/>
                    <a:pt x="249472" y="479138"/>
                  </a:cubicBezTo>
                  <a:cubicBezTo>
                    <a:pt x="249493" y="478278"/>
                    <a:pt x="249513" y="477443"/>
                    <a:pt x="249533" y="476608"/>
                  </a:cubicBezTo>
                  <a:cubicBezTo>
                    <a:pt x="249548" y="475810"/>
                    <a:pt x="249563" y="475036"/>
                    <a:pt x="249578" y="474261"/>
                  </a:cubicBezTo>
                  <a:cubicBezTo>
                    <a:pt x="249630" y="471902"/>
                    <a:pt x="249572" y="470485"/>
                    <a:pt x="248818" y="468223"/>
                  </a:cubicBezTo>
                  <a:cubicBezTo>
                    <a:pt x="248059" y="467970"/>
                    <a:pt x="247322" y="467725"/>
                    <a:pt x="246585" y="467479"/>
                  </a:cubicBezTo>
                  <a:cubicBezTo>
                    <a:pt x="246457" y="466671"/>
                    <a:pt x="246457" y="466671"/>
                    <a:pt x="246332" y="465879"/>
                  </a:cubicBezTo>
                  <a:cubicBezTo>
                    <a:pt x="246344" y="465152"/>
                    <a:pt x="246356" y="464447"/>
                    <a:pt x="246367" y="463741"/>
                  </a:cubicBezTo>
                  <a:cubicBezTo>
                    <a:pt x="246375" y="462920"/>
                    <a:pt x="246382" y="462123"/>
                    <a:pt x="246390" y="461325"/>
                  </a:cubicBezTo>
                  <a:cubicBezTo>
                    <a:pt x="246418" y="459997"/>
                    <a:pt x="246418" y="459997"/>
                    <a:pt x="246446" y="458695"/>
                  </a:cubicBezTo>
                  <a:cubicBezTo>
                    <a:pt x="246482" y="454956"/>
                    <a:pt x="246526" y="451218"/>
                    <a:pt x="246585" y="447480"/>
                  </a:cubicBezTo>
                  <a:cubicBezTo>
                    <a:pt x="246630" y="444642"/>
                    <a:pt x="246672" y="441804"/>
                    <a:pt x="246699" y="438965"/>
                  </a:cubicBezTo>
                  <a:cubicBezTo>
                    <a:pt x="246712" y="437608"/>
                    <a:pt x="246712" y="437608"/>
                    <a:pt x="246725" y="436277"/>
                  </a:cubicBezTo>
                  <a:cubicBezTo>
                    <a:pt x="246753" y="434954"/>
                    <a:pt x="246753" y="434954"/>
                    <a:pt x="246781" y="433656"/>
                  </a:cubicBezTo>
                  <a:cubicBezTo>
                    <a:pt x="246789" y="432830"/>
                    <a:pt x="246796" y="432028"/>
                    <a:pt x="246803" y="431226"/>
                  </a:cubicBezTo>
                  <a:cubicBezTo>
                    <a:pt x="246815" y="430498"/>
                    <a:pt x="246827" y="429791"/>
                    <a:pt x="246839" y="429084"/>
                  </a:cubicBezTo>
                  <a:cubicBezTo>
                    <a:pt x="246585" y="427295"/>
                    <a:pt x="246585" y="427295"/>
                    <a:pt x="245475" y="426183"/>
                  </a:cubicBezTo>
                  <a:cubicBezTo>
                    <a:pt x="244178" y="425108"/>
                    <a:pt x="244178" y="425108"/>
                    <a:pt x="244061" y="423251"/>
                  </a:cubicBezTo>
                  <a:cubicBezTo>
                    <a:pt x="244055" y="422511"/>
                    <a:pt x="244049" y="421794"/>
                    <a:pt x="244043" y="421076"/>
                  </a:cubicBezTo>
                  <a:cubicBezTo>
                    <a:pt x="244030" y="420237"/>
                    <a:pt x="244018" y="419423"/>
                    <a:pt x="244006" y="418608"/>
                  </a:cubicBezTo>
                  <a:cubicBezTo>
                    <a:pt x="244003" y="417702"/>
                    <a:pt x="244001" y="416823"/>
                    <a:pt x="243998" y="415944"/>
                  </a:cubicBezTo>
                  <a:cubicBezTo>
                    <a:pt x="243962" y="413126"/>
                    <a:pt x="243928" y="410308"/>
                    <a:pt x="243908" y="407490"/>
                  </a:cubicBezTo>
                  <a:cubicBezTo>
                    <a:pt x="243888" y="404562"/>
                    <a:pt x="243861" y="401634"/>
                    <a:pt x="243830" y="398706"/>
                  </a:cubicBezTo>
                  <a:cubicBezTo>
                    <a:pt x="243808" y="396855"/>
                    <a:pt x="243787" y="395005"/>
                    <a:pt x="243766" y="393155"/>
                  </a:cubicBezTo>
                  <a:cubicBezTo>
                    <a:pt x="243760" y="392248"/>
                    <a:pt x="243755" y="391367"/>
                    <a:pt x="243749" y="390487"/>
                  </a:cubicBezTo>
                  <a:cubicBezTo>
                    <a:pt x="243741" y="389650"/>
                    <a:pt x="243734" y="388838"/>
                    <a:pt x="243726" y="388026"/>
                  </a:cubicBezTo>
                  <a:cubicBezTo>
                    <a:pt x="243712" y="385900"/>
                    <a:pt x="243814" y="384546"/>
                    <a:pt x="242865" y="382647"/>
                  </a:cubicBezTo>
                  <a:cubicBezTo>
                    <a:pt x="242106" y="382647"/>
                    <a:pt x="241369" y="382647"/>
                    <a:pt x="240632" y="382647"/>
                  </a:cubicBezTo>
                  <a:cubicBezTo>
                    <a:pt x="240679" y="377810"/>
                    <a:pt x="240717" y="372972"/>
                    <a:pt x="240741" y="368135"/>
                  </a:cubicBezTo>
                  <a:cubicBezTo>
                    <a:pt x="240750" y="366166"/>
                    <a:pt x="240761" y="364198"/>
                    <a:pt x="240772" y="362230"/>
                  </a:cubicBezTo>
                  <a:cubicBezTo>
                    <a:pt x="240800" y="359318"/>
                    <a:pt x="240828" y="356406"/>
                    <a:pt x="240841" y="353494"/>
                  </a:cubicBezTo>
                  <a:cubicBezTo>
                    <a:pt x="240844" y="352560"/>
                    <a:pt x="240847" y="351652"/>
                    <a:pt x="240850" y="350745"/>
                  </a:cubicBezTo>
                  <a:cubicBezTo>
                    <a:pt x="240862" y="349826"/>
                    <a:pt x="240874" y="348935"/>
                    <a:pt x="240885" y="348044"/>
                  </a:cubicBezTo>
                  <a:cubicBezTo>
                    <a:pt x="240885" y="347199"/>
                    <a:pt x="240886" y="346380"/>
                    <a:pt x="240886" y="345561"/>
                  </a:cubicBezTo>
                  <a:cubicBezTo>
                    <a:pt x="240901" y="343362"/>
                    <a:pt x="240901" y="343362"/>
                    <a:pt x="240632" y="341719"/>
                  </a:cubicBezTo>
                  <a:cubicBezTo>
                    <a:pt x="239873" y="341466"/>
                    <a:pt x="239137" y="341221"/>
                    <a:pt x="238400" y="340975"/>
                  </a:cubicBezTo>
                  <a:cubicBezTo>
                    <a:pt x="238272" y="340165"/>
                    <a:pt x="238272" y="340165"/>
                    <a:pt x="238146" y="339370"/>
                  </a:cubicBezTo>
                  <a:cubicBezTo>
                    <a:pt x="238158" y="338641"/>
                    <a:pt x="238170" y="337933"/>
                    <a:pt x="238182" y="337225"/>
                  </a:cubicBezTo>
                  <a:cubicBezTo>
                    <a:pt x="238189" y="336402"/>
                    <a:pt x="238197" y="335602"/>
                    <a:pt x="238204" y="334802"/>
                  </a:cubicBezTo>
                  <a:cubicBezTo>
                    <a:pt x="238233" y="333470"/>
                    <a:pt x="238233" y="333470"/>
                    <a:pt x="238260" y="332165"/>
                  </a:cubicBezTo>
                  <a:cubicBezTo>
                    <a:pt x="238296" y="328419"/>
                    <a:pt x="238341" y="324675"/>
                    <a:pt x="238400" y="320930"/>
                  </a:cubicBezTo>
                  <a:cubicBezTo>
                    <a:pt x="238445" y="318084"/>
                    <a:pt x="238486" y="315238"/>
                    <a:pt x="238514" y="312392"/>
                  </a:cubicBezTo>
                  <a:cubicBezTo>
                    <a:pt x="238527" y="311033"/>
                    <a:pt x="238527" y="311033"/>
                    <a:pt x="238539" y="309701"/>
                  </a:cubicBezTo>
                  <a:cubicBezTo>
                    <a:pt x="238568" y="308371"/>
                    <a:pt x="238568" y="308371"/>
                    <a:pt x="238596" y="307068"/>
                  </a:cubicBezTo>
                  <a:cubicBezTo>
                    <a:pt x="238603" y="306241"/>
                    <a:pt x="238610" y="305439"/>
                    <a:pt x="238618" y="304637"/>
                  </a:cubicBezTo>
                  <a:cubicBezTo>
                    <a:pt x="238653" y="302491"/>
                    <a:pt x="238653" y="302491"/>
                    <a:pt x="238400" y="300791"/>
                  </a:cubicBezTo>
                  <a:cubicBezTo>
                    <a:pt x="237641" y="300285"/>
                    <a:pt x="236904" y="299794"/>
                    <a:pt x="236167" y="299303"/>
                  </a:cubicBezTo>
                  <a:cubicBezTo>
                    <a:pt x="236068" y="298727"/>
                    <a:pt x="235972" y="298168"/>
                    <a:pt x="235876" y="297609"/>
                  </a:cubicBezTo>
                  <a:cubicBezTo>
                    <a:pt x="235870" y="296881"/>
                    <a:pt x="235864" y="296175"/>
                    <a:pt x="235857" y="295469"/>
                  </a:cubicBezTo>
                  <a:cubicBezTo>
                    <a:pt x="235845" y="294645"/>
                    <a:pt x="235832" y="293846"/>
                    <a:pt x="235820" y="293046"/>
                  </a:cubicBezTo>
                  <a:cubicBezTo>
                    <a:pt x="235816" y="291720"/>
                    <a:pt x="235816" y="291720"/>
                    <a:pt x="235813" y="290420"/>
                  </a:cubicBezTo>
                  <a:cubicBezTo>
                    <a:pt x="235777" y="287648"/>
                    <a:pt x="235742" y="284876"/>
                    <a:pt x="235722" y="282104"/>
                  </a:cubicBezTo>
                  <a:cubicBezTo>
                    <a:pt x="235702" y="279223"/>
                    <a:pt x="235675" y="276343"/>
                    <a:pt x="235644" y="273462"/>
                  </a:cubicBezTo>
                  <a:cubicBezTo>
                    <a:pt x="235622" y="271642"/>
                    <a:pt x="235601" y="269822"/>
                    <a:pt x="235580" y="268003"/>
                  </a:cubicBezTo>
                  <a:cubicBezTo>
                    <a:pt x="235575" y="267110"/>
                    <a:pt x="235569" y="266243"/>
                    <a:pt x="235564" y="265377"/>
                  </a:cubicBezTo>
                  <a:cubicBezTo>
                    <a:pt x="235556" y="264553"/>
                    <a:pt x="235548" y="263753"/>
                    <a:pt x="235541" y="262954"/>
                  </a:cubicBezTo>
                  <a:cubicBezTo>
                    <a:pt x="235526" y="260844"/>
                    <a:pt x="235622" y="259516"/>
                    <a:pt x="234679" y="257631"/>
                  </a:cubicBezTo>
                  <a:cubicBezTo>
                    <a:pt x="233920" y="257631"/>
                    <a:pt x="233183" y="257631"/>
                    <a:pt x="232447" y="257631"/>
                  </a:cubicBezTo>
                  <a:cubicBezTo>
                    <a:pt x="232494" y="252618"/>
                    <a:pt x="232531" y="247604"/>
                    <a:pt x="232556" y="242590"/>
                  </a:cubicBezTo>
                  <a:cubicBezTo>
                    <a:pt x="232567" y="240036"/>
                    <a:pt x="232577" y="237483"/>
                    <a:pt x="232600" y="234929"/>
                  </a:cubicBezTo>
                  <a:cubicBezTo>
                    <a:pt x="232625" y="232425"/>
                    <a:pt x="232645" y="229921"/>
                    <a:pt x="232655" y="227416"/>
                  </a:cubicBezTo>
                  <a:cubicBezTo>
                    <a:pt x="232658" y="226447"/>
                    <a:pt x="232662" y="225507"/>
                    <a:pt x="232665" y="224567"/>
                  </a:cubicBezTo>
                  <a:cubicBezTo>
                    <a:pt x="232677" y="223615"/>
                    <a:pt x="232688" y="222691"/>
                    <a:pt x="232700" y="221767"/>
                  </a:cubicBezTo>
                  <a:cubicBezTo>
                    <a:pt x="232700" y="220892"/>
                    <a:pt x="232700" y="220043"/>
                    <a:pt x="232700" y="219193"/>
                  </a:cubicBezTo>
                  <a:cubicBezTo>
                    <a:pt x="232715" y="216915"/>
                    <a:pt x="232715" y="216915"/>
                    <a:pt x="232447" y="215215"/>
                  </a:cubicBezTo>
                  <a:cubicBezTo>
                    <a:pt x="231688" y="214962"/>
                    <a:pt x="230951" y="214717"/>
                    <a:pt x="230214" y="214471"/>
                  </a:cubicBezTo>
                  <a:cubicBezTo>
                    <a:pt x="230125" y="213935"/>
                    <a:pt x="230038" y="213415"/>
                    <a:pt x="229951" y="212894"/>
                  </a:cubicBezTo>
                  <a:cubicBezTo>
                    <a:pt x="229958" y="212179"/>
                    <a:pt x="229965" y="211484"/>
                    <a:pt x="229973" y="210790"/>
                  </a:cubicBezTo>
                  <a:cubicBezTo>
                    <a:pt x="229975" y="209981"/>
                    <a:pt x="229978" y="209197"/>
                    <a:pt x="229980" y="208412"/>
                  </a:cubicBezTo>
                  <a:cubicBezTo>
                    <a:pt x="229995" y="207532"/>
                    <a:pt x="230009" y="206678"/>
                    <a:pt x="230022" y="205823"/>
                  </a:cubicBezTo>
                  <a:cubicBezTo>
                    <a:pt x="230038" y="203098"/>
                    <a:pt x="230055" y="200372"/>
                    <a:pt x="230087" y="197646"/>
                  </a:cubicBezTo>
                  <a:cubicBezTo>
                    <a:pt x="230121" y="194813"/>
                    <a:pt x="230148" y="191979"/>
                    <a:pt x="230171" y="189146"/>
                  </a:cubicBezTo>
                  <a:cubicBezTo>
                    <a:pt x="230183" y="187357"/>
                    <a:pt x="230195" y="185567"/>
                    <a:pt x="230208" y="183778"/>
                  </a:cubicBezTo>
                  <a:cubicBezTo>
                    <a:pt x="230220" y="182900"/>
                    <a:pt x="230230" y="182047"/>
                    <a:pt x="230241" y="181194"/>
                  </a:cubicBezTo>
                  <a:cubicBezTo>
                    <a:pt x="230249" y="180383"/>
                    <a:pt x="230256" y="179596"/>
                    <a:pt x="230263" y="178809"/>
                  </a:cubicBezTo>
                  <a:cubicBezTo>
                    <a:pt x="230289" y="176700"/>
                    <a:pt x="230413" y="175428"/>
                    <a:pt x="229470" y="173543"/>
                  </a:cubicBezTo>
                  <a:cubicBezTo>
                    <a:pt x="228711" y="173543"/>
                    <a:pt x="227974" y="173543"/>
                    <a:pt x="227238" y="173543"/>
                  </a:cubicBezTo>
                  <a:cubicBezTo>
                    <a:pt x="227253" y="168718"/>
                    <a:pt x="227266" y="163893"/>
                    <a:pt x="227274" y="159068"/>
                  </a:cubicBezTo>
                  <a:cubicBezTo>
                    <a:pt x="227277" y="157103"/>
                    <a:pt x="227281" y="155138"/>
                    <a:pt x="227284" y="153173"/>
                  </a:cubicBezTo>
                  <a:cubicBezTo>
                    <a:pt x="227294" y="150269"/>
                    <a:pt x="227303" y="147365"/>
                    <a:pt x="227307" y="144460"/>
                  </a:cubicBezTo>
                  <a:cubicBezTo>
                    <a:pt x="227309" y="143074"/>
                    <a:pt x="227309" y="143074"/>
                    <a:pt x="227310" y="141714"/>
                  </a:cubicBezTo>
                  <a:cubicBezTo>
                    <a:pt x="227314" y="140800"/>
                    <a:pt x="227318" y="139912"/>
                    <a:pt x="227322" y="139024"/>
                  </a:cubicBezTo>
                  <a:cubicBezTo>
                    <a:pt x="227322" y="138180"/>
                    <a:pt x="227322" y="137361"/>
                    <a:pt x="227322" y="136542"/>
                  </a:cubicBezTo>
                  <a:cubicBezTo>
                    <a:pt x="227327" y="134400"/>
                    <a:pt x="227450" y="133041"/>
                    <a:pt x="226494" y="131127"/>
                  </a:cubicBezTo>
                  <a:cubicBezTo>
                    <a:pt x="225735" y="131127"/>
                    <a:pt x="224998" y="131127"/>
                    <a:pt x="224261" y="131127"/>
                  </a:cubicBezTo>
                  <a:cubicBezTo>
                    <a:pt x="224261" y="117718"/>
                    <a:pt x="224261" y="104703"/>
                    <a:pt x="224261" y="91688"/>
                  </a:cubicBezTo>
                  <a:close/>
                  <a:moveTo>
                    <a:pt x="109156" y="10"/>
                  </a:moveTo>
                  <a:cubicBezTo>
                    <a:pt x="111405" y="-10"/>
                    <a:pt x="113651" y="12"/>
                    <a:pt x="115900" y="34"/>
                  </a:cubicBezTo>
                  <a:cubicBezTo>
                    <a:pt x="117510" y="28"/>
                    <a:pt x="119119" y="20"/>
                    <a:pt x="120729" y="10"/>
                  </a:cubicBezTo>
                  <a:cubicBezTo>
                    <a:pt x="125105" y="-11"/>
                    <a:pt x="129480" y="6"/>
                    <a:pt x="133856" y="30"/>
                  </a:cubicBezTo>
                  <a:cubicBezTo>
                    <a:pt x="138429" y="51"/>
                    <a:pt x="143002" y="41"/>
                    <a:pt x="147576" y="36"/>
                  </a:cubicBezTo>
                  <a:cubicBezTo>
                    <a:pt x="155256" y="32"/>
                    <a:pt x="162936" y="52"/>
                    <a:pt x="170616" y="86"/>
                  </a:cubicBezTo>
                  <a:cubicBezTo>
                    <a:pt x="179504" y="126"/>
                    <a:pt x="188391" y="129"/>
                    <a:pt x="197279" y="111"/>
                  </a:cubicBezTo>
                  <a:cubicBezTo>
                    <a:pt x="205819" y="95"/>
                    <a:pt x="214359" y="104"/>
                    <a:pt x="222899" y="125"/>
                  </a:cubicBezTo>
                  <a:cubicBezTo>
                    <a:pt x="226539" y="134"/>
                    <a:pt x="230178" y="134"/>
                    <a:pt x="233817" y="127"/>
                  </a:cubicBezTo>
                  <a:cubicBezTo>
                    <a:pt x="238099" y="120"/>
                    <a:pt x="242381" y="135"/>
                    <a:pt x="246663" y="167"/>
                  </a:cubicBezTo>
                  <a:cubicBezTo>
                    <a:pt x="248238" y="175"/>
                    <a:pt x="249812" y="176"/>
                    <a:pt x="251387" y="168"/>
                  </a:cubicBezTo>
                  <a:cubicBezTo>
                    <a:pt x="253531" y="160"/>
                    <a:pt x="255673" y="178"/>
                    <a:pt x="257817" y="204"/>
                  </a:cubicBezTo>
                  <a:cubicBezTo>
                    <a:pt x="258445" y="195"/>
                    <a:pt x="259074" y="186"/>
                    <a:pt x="259721" y="177"/>
                  </a:cubicBezTo>
                  <a:cubicBezTo>
                    <a:pt x="261457" y="215"/>
                    <a:pt x="261457" y="215"/>
                    <a:pt x="264280" y="781"/>
                  </a:cubicBezTo>
                  <a:cubicBezTo>
                    <a:pt x="265708" y="2910"/>
                    <a:pt x="265708" y="2910"/>
                    <a:pt x="266513" y="5246"/>
                  </a:cubicBezTo>
                  <a:cubicBezTo>
                    <a:pt x="267794" y="7663"/>
                    <a:pt x="267794" y="7663"/>
                    <a:pt x="270233" y="8222"/>
                  </a:cubicBezTo>
                  <a:cubicBezTo>
                    <a:pt x="270482" y="9214"/>
                    <a:pt x="270730" y="10207"/>
                    <a:pt x="270978" y="11199"/>
                  </a:cubicBezTo>
                  <a:cubicBezTo>
                    <a:pt x="271714" y="11444"/>
                    <a:pt x="272451" y="11690"/>
                    <a:pt x="273210" y="11943"/>
                  </a:cubicBezTo>
                  <a:cubicBezTo>
                    <a:pt x="273456" y="12680"/>
                    <a:pt x="273701" y="13416"/>
                    <a:pt x="273954" y="14175"/>
                  </a:cubicBezTo>
                  <a:cubicBezTo>
                    <a:pt x="274691" y="14421"/>
                    <a:pt x="275428" y="14666"/>
                    <a:pt x="276187" y="14919"/>
                  </a:cubicBezTo>
                  <a:cubicBezTo>
                    <a:pt x="276432" y="15656"/>
                    <a:pt x="276678" y="16393"/>
                    <a:pt x="276931" y="17152"/>
                  </a:cubicBezTo>
                  <a:cubicBezTo>
                    <a:pt x="277667" y="17397"/>
                    <a:pt x="278404" y="17643"/>
                    <a:pt x="279163" y="17896"/>
                  </a:cubicBezTo>
                  <a:cubicBezTo>
                    <a:pt x="279409" y="18633"/>
                    <a:pt x="279654" y="19369"/>
                    <a:pt x="279907" y="20128"/>
                  </a:cubicBezTo>
                  <a:cubicBezTo>
                    <a:pt x="280521" y="20497"/>
                    <a:pt x="281135" y="20865"/>
                    <a:pt x="281768" y="21245"/>
                  </a:cubicBezTo>
                  <a:cubicBezTo>
                    <a:pt x="283628" y="22361"/>
                    <a:pt x="283628" y="22361"/>
                    <a:pt x="284372" y="24593"/>
                  </a:cubicBezTo>
                  <a:cubicBezTo>
                    <a:pt x="285109" y="25084"/>
                    <a:pt x="285846" y="25575"/>
                    <a:pt x="286605" y="26082"/>
                  </a:cubicBezTo>
                  <a:cubicBezTo>
                    <a:pt x="286605" y="26818"/>
                    <a:pt x="286605" y="27555"/>
                    <a:pt x="286605" y="28314"/>
                  </a:cubicBezTo>
                  <a:cubicBezTo>
                    <a:pt x="287595" y="28569"/>
                    <a:pt x="288587" y="28817"/>
                    <a:pt x="289581" y="29058"/>
                  </a:cubicBezTo>
                  <a:cubicBezTo>
                    <a:pt x="289827" y="29795"/>
                    <a:pt x="290072" y="30531"/>
                    <a:pt x="290325" y="31290"/>
                  </a:cubicBezTo>
                  <a:cubicBezTo>
                    <a:pt x="291062" y="31536"/>
                    <a:pt x="291799" y="31782"/>
                    <a:pt x="292558" y="32035"/>
                  </a:cubicBezTo>
                  <a:cubicBezTo>
                    <a:pt x="292558" y="33017"/>
                    <a:pt x="292558" y="33999"/>
                    <a:pt x="292558" y="35011"/>
                  </a:cubicBezTo>
                  <a:cubicBezTo>
                    <a:pt x="293792" y="35289"/>
                    <a:pt x="295033" y="35537"/>
                    <a:pt x="296278" y="35755"/>
                  </a:cubicBezTo>
                  <a:cubicBezTo>
                    <a:pt x="296278" y="36492"/>
                    <a:pt x="296278" y="37229"/>
                    <a:pt x="296278" y="37988"/>
                  </a:cubicBezTo>
                  <a:cubicBezTo>
                    <a:pt x="297367" y="38215"/>
                    <a:pt x="297367" y="38215"/>
                    <a:pt x="298478" y="38447"/>
                  </a:cubicBezTo>
                  <a:cubicBezTo>
                    <a:pt x="299226" y="38786"/>
                    <a:pt x="299973" y="39126"/>
                    <a:pt x="300743" y="39476"/>
                  </a:cubicBezTo>
                  <a:cubicBezTo>
                    <a:pt x="301450" y="41708"/>
                    <a:pt x="301312" y="43947"/>
                    <a:pt x="301264" y="46269"/>
                  </a:cubicBezTo>
                  <a:cubicBezTo>
                    <a:pt x="301268" y="46943"/>
                    <a:pt x="301273" y="47616"/>
                    <a:pt x="301278" y="48310"/>
                  </a:cubicBezTo>
                  <a:cubicBezTo>
                    <a:pt x="301291" y="50466"/>
                    <a:pt x="301275" y="52621"/>
                    <a:pt x="301255" y="54777"/>
                  </a:cubicBezTo>
                  <a:cubicBezTo>
                    <a:pt x="301246" y="56936"/>
                    <a:pt x="301244" y="59094"/>
                    <a:pt x="301255" y="61253"/>
                  </a:cubicBezTo>
                  <a:cubicBezTo>
                    <a:pt x="301261" y="62598"/>
                    <a:pt x="301254" y="63943"/>
                    <a:pt x="301236" y="65288"/>
                  </a:cubicBezTo>
                  <a:cubicBezTo>
                    <a:pt x="301210" y="67298"/>
                    <a:pt x="301210" y="67298"/>
                    <a:pt x="301487" y="69986"/>
                  </a:cubicBezTo>
                  <a:cubicBezTo>
                    <a:pt x="302224" y="70231"/>
                    <a:pt x="302961" y="70477"/>
                    <a:pt x="303720" y="70730"/>
                  </a:cubicBezTo>
                  <a:cubicBezTo>
                    <a:pt x="304006" y="72368"/>
                    <a:pt x="304006" y="72368"/>
                    <a:pt x="304018" y="74560"/>
                  </a:cubicBezTo>
                  <a:cubicBezTo>
                    <a:pt x="304028" y="75377"/>
                    <a:pt x="304038" y="76194"/>
                    <a:pt x="304048" y="77035"/>
                  </a:cubicBezTo>
                  <a:cubicBezTo>
                    <a:pt x="304048" y="78369"/>
                    <a:pt x="304048" y="78369"/>
                    <a:pt x="304048" y="79729"/>
                  </a:cubicBezTo>
                  <a:cubicBezTo>
                    <a:pt x="304063" y="81088"/>
                    <a:pt x="304063" y="81088"/>
                    <a:pt x="304078" y="82474"/>
                  </a:cubicBezTo>
                  <a:cubicBezTo>
                    <a:pt x="304109" y="85380"/>
                    <a:pt x="304125" y="88287"/>
                    <a:pt x="304138" y="91194"/>
                  </a:cubicBezTo>
                  <a:cubicBezTo>
                    <a:pt x="304156" y="94101"/>
                    <a:pt x="304177" y="97007"/>
                    <a:pt x="304207" y="99914"/>
                  </a:cubicBezTo>
                  <a:cubicBezTo>
                    <a:pt x="304225" y="101727"/>
                    <a:pt x="304236" y="103540"/>
                    <a:pt x="304239" y="105352"/>
                  </a:cubicBezTo>
                  <a:cubicBezTo>
                    <a:pt x="304250" y="106578"/>
                    <a:pt x="304250" y="106578"/>
                    <a:pt x="304262" y="107828"/>
                  </a:cubicBezTo>
                  <a:cubicBezTo>
                    <a:pt x="304265" y="108551"/>
                    <a:pt x="304268" y="109274"/>
                    <a:pt x="304272" y="110019"/>
                  </a:cubicBezTo>
                  <a:cubicBezTo>
                    <a:pt x="304335" y="110560"/>
                    <a:pt x="304399" y="111101"/>
                    <a:pt x="304464" y="111658"/>
                  </a:cubicBezTo>
                  <a:cubicBezTo>
                    <a:pt x="304955" y="111903"/>
                    <a:pt x="305446" y="112149"/>
                    <a:pt x="305952" y="112402"/>
                  </a:cubicBezTo>
                  <a:cubicBezTo>
                    <a:pt x="306149" y="113940"/>
                    <a:pt x="306149" y="113940"/>
                    <a:pt x="306166" y="115991"/>
                  </a:cubicBezTo>
                  <a:cubicBezTo>
                    <a:pt x="306176" y="116756"/>
                    <a:pt x="306186" y="117521"/>
                    <a:pt x="306196" y="118309"/>
                  </a:cubicBezTo>
                  <a:cubicBezTo>
                    <a:pt x="306202" y="119559"/>
                    <a:pt x="306202" y="119559"/>
                    <a:pt x="306208" y="120834"/>
                  </a:cubicBezTo>
                  <a:cubicBezTo>
                    <a:pt x="306219" y="121685"/>
                    <a:pt x="306230" y="122536"/>
                    <a:pt x="306241" y="123413"/>
                  </a:cubicBezTo>
                  <a:cubicBezTo>
                    <a:pt x="306276" y="126145"/>
                    <a:pt x="306301" y="128877"/>
                    <a:pt x="306324" y="131610"/>
                  </a:cubicBezTo>
                  <a:cubicBezTo>
                    <a:pt x="306355" y="135196"/>
                    <a:pt x="306395" y="138782"/>
                    <a:pt x="306441" y="142368"/>
                  </a:cubicBezTo>
                  <a:cubicBezTo>
                    <a:pt x="306446" y="143611"/>
                    <a:pt x="306446" y="143611"/>
                    <a:pt x="306452" y="144879"/>
                  </a:cubicBezTo>
                  <a:cubicBezTo>
                    <a:pt x="306462" y="145651"/>
                    <a:pt x="306472" y="146423"/>
                    <a:pt x="306483" y="147219"/>
                  </a:cubicBezTo>
                  <a:cubicBezTo>
                    <a:pt x="306491" y="148237"/>
                    <a:pt x="306491" y="148237"/>
                    <a:pt x="306499" y="149275"/>
                  </a:cubicBezTo>
                  <a:cubicBezTo>
                    <a:pt x="306708" y="151202"/>
                    <a:pt x="307163" y="152436"/>
                    <a:pt x="308185" y="154074"/>
                  </a:cubicBezTo>
                  <a:cubicBezTo>
                    <a:pt x="308430" y="154074"/>
                    <a:pt x="308676" y="154074"/>
                    <a:pt x="308929" y="154074"/>
                  </a:cubicBezTo>
                  <a:cubicBezTo>
                    <a:pt x="309174" y="168071"/>
                    <a:pt x="309420" y="182068"/>
                    <a:pt x="309673" y="196490"/>
                  </a:cubicBezTo>
                  <a:cubicBezTo>
                    <a:pt x="310410" y="196490"/>
                    <a:pt x="311146" y="196490"/>
                    <a:pt x="311905" y="196490"/>
                  </a:cubicBezTo>
                  <a:cubicBezTo>
                    <a:pt x="311914" y="197256"/>
                    <a:pt x="311914" y="197256"/>
                    <a:pt x="311924" y="198038"/>
                  </a:cubicBezTo>
                  <a:cubicBezTo>
                    <a:pt x="311987" y="203337"/>
                    <a:pt x="312061" y="208636"/>
                    <a:pt x="312142" y="213935"/>
                  </a:cubicBezTo>
                  <a:cubicBezTo>
                    <a:pt x="312170" y="215915"/>
                    <a:pt x="312196" y="217895"/>
                    <a:pt x="312219" y="219875"/>
                  </a:cubicBezTo>
                  <a:cubicBezTo>
                    <a:pt x="312253" y="222714"/>
                    <a:pt x="312296" y="225553"/>
                    <a:pt x="312341" y="228392"/>
                  </a:cubicBezTo>
                  <a:cubicBezTo>
                    <a:pt x="312350" y="229283"/>
                    <a:pt x="312359" y="230175"/>
                    <a:pt x="312367" y="231093"/>
                  </a:cubicBezTo>
                  <a:cubicBezTo>
                    <a:pt x="312390" y="232322"/>
                    <a:pt x="312390" y="232322"/>
                    <a:pt x="312412" y="233576"/>
                  </a:cubicBezTo>
                  <a:cubicBezTo>
                    <a:pt x="312422" y="234301"/>
                    <a:pt x="312432" y="235027"/>
                    <a:pt x="312442" y="235774"/>
                  </a:cubicBezTo>
                  <a:cubicBezTo>
                    <a:pt x="312511" y="236316"/>
                    <a:pt x="312579" y="236859"/>
                    <a:pt x="312649" y="237417"/>
                  </a:cubicBezTo>
                  <a:cubicBezTo>
                    <a:pt x="313141" y="237663"/>
                    <a:pt x="313632" y="237909"/>
                    <a:pt x="314138" y="238162"/>
                  </a:cubicBezTo>
                  <a:cubicBezTo>
                    <a:pt x="314375" y="239703"/>
                    <a:pt x="314375" y="239703"/>
                    <a:pt x="314446" y="241760"/>
                  </a:cubicBezTo>
                  <a:cubicBezTo>
                    <a:pt x="314489" y="242913"/>
                    <a:pt x="314489" y="242913"/>
                    <a:pt x="314533" y="244088"/>
                  </a:cubicBezTo>
                  <a:cubicBezTo>
                    <a:pt x="314556" y="244926"/>
                    <a:pt x="314579" y="245763"/>
                    <a:pt x="314603" y="246626"/>
                  </a:cubicBezTo>
                  <a:cubicBezTo>
                    <a:pt x="314633" y="247481"/>
                    <a:pt x="314663" y="248337"/>
                    <a:pt x="314693" y="249218"/>
                  </a:cubicBezTo>
                  <a:cubicBezTo>
                    <a:pt x="314839" y="253876"/>
                    <a:pt x="314893" y="258525"/>
                    <a:pt x="314847" y="263186"/>
                  </a:cubicBezTo>
                  <a:cubicBezTo>
                    <a:pt x="314839" y="264097"/>
                    <a:pt x="314830" y="265007"/>
                    <a:pt x="314822" y="265945"/>
                  </a:cubicBezTo>
                  <a:cubicBezTo>
                    <a:pt x="314800" y="267710"/>
                    <a:pt x="314768" y="269476"/>
                    <a:pt x="314724" y="271241"/>
                  </a:cubicBezTo>
                  <a:cubicBezTo>
                    <a:pt x="314713" y="272042"/>
                    <a:pt x="314702" y="272843"/>
                    <a:pt x="314690" y="273668"/>
                  </a:cubicBezTo>
                  <a:cubicBezTo>
                    <a:pt x="314674" y="274375"/>
                    <a:pt x="314657" y="275082"/>
                    <a:pt x="314640" y="275810"/>
                  </a:cubicBezTo>
                  <a:cubicBezTo>
                    <a:pt x="314689" y="277647"/>
                    <a:pt x="314689" y="277647"/>
                    <a:pt x="315995" y="278584"/>
                  </a:cubicBezTo>
                  <a:cubicBezTo>
                    <a:pt x="317547" y="280316"/>
                    <a:pt x="317400" y="281449"/>
                    <a:pt x="317412" y="283752"/>
                  </a:cubicBezTo>
                  <a:cubicBezTo>
                    <a:pt x="317422" y="284552"/>
                    <a:pt x="317432" y="285351"/>
                    <a:pt x="317443" y="286175"/>
                  </a:cubicBezTo>
                  <a:cubicBezTo>
                    <a:pt x="317443" y="287469"/>
                    <a:pt x="317443" y="287469"/>
                    <a:pt x="317443" y="288789"/>
                  </a:cubicBezTo>
                  <a:cubicBezTo>
                    <a:pt x="317458" y="290117"/>
                    <a:pt x="317458" y="290117"/>
                    <a:pt x="317473" y="291472"/>
                  </a:cubicBezTo>
                  <a:cubicBezTo>
                    <a:pt x="317503" y="294305"/>
                    <a:pt x="317519" y="297138"/>
                    <a:pt x="317533" y="299972"/>
                  </a:cubicBezTo>
                  <a:cubicBezTo>
                    <a:pt x="317551" y="302808"/>
                    <a:pt x="317571" y="305644"/>
                    <a:pt x="317601" y="308480"/>
                  </a:cubicBezTo>
                  <a:cubicBezTo>
                    <a:pt x="317619" y="310246"/>
                    <a:pt x="317630" y="312013"/>
                    <a:pt x="317634" y="313779"/>
                  </a:cubicBezTo>
                  <a:cubicBezTo>
                    <a:pt x="317645" y="314975"/>
                    <a:pt x="317645" y="314975"/>
                    <a:pt x="317657" y="316195"/>
                  </a:cubicBezTo>
                  <a:cubicBezTo>
                    <a:pt x="317660" y="316899"/>
                    <a:pt x="317663" y="317602"/>
                    <a:pt x="317666" y="318328"/>
                  </a:cubicBezTo>
                  <a:cubicBezTo>
                    <a:pt x="317698" y="320165"/>
                    <a:pt x="317698" y="320165"/>
                    <a:pt x="319347" y="321505"/>
                  </a:cubicBezTo>
                  <a:cubicBezTo>
                    <a:pt x="319592" y="321505"/>
                    <a:pt x="319838" y="321505"/>
                    <a:pt x="320091" y="321505"/>
                  </a:cubicBezTo>
                  <a:cubicBezTo>
                    <a:pt x="320097" y="322026"/>
                    <a:pt x="320103" y="322546"/>
                    <a:pt x="320109" y="323082"/>
                  </a:cubicBezTo>
                  <a:cubicBezTo>
                    <a:pt x="320167" y="327977"/>
                    <a:pt x="320232" y="332872"/>
                    <a:pt x="320305" y="337767"/>
                  </a:cubicBezTo>
                  <a:cubicBezTo>
                    <a:pt x="320342" y="340283"/>
                    <a:pt x="320377" y="342800"/>
                    <a:pt x="320405" y="345317"/>
                  </a:cubicBezTo>
                  <a:cubicBezTo>
                    <a:pt x="320437" y="348208"/>
                    <a:pt x="320482" y="351098"/>
                    <a:pt x="320527" y="353989"/>
                  </a:cubicBezTo>
                  <a:cubicBezTo>
                    <a:pt x="320540" y="355350"/>
                    <a:pt x="320540" y="355350"/>
                    <a:pt x="320553" y="356739"/>
                  </a:cubicBezTo>
                  <a:cubicBezTo>
                    <a:pt x="320568" y="357574"/>
                    <a:pt x="320583" y="358408"/>
                    <a:pt x="320598" y="359267"/>
                  </a:cubicBezTo>
                  <a:cubicBezTo>
                    <a:pt x="320613" y="360375"/>
                    <a:pt x="320613" y="360375"/>
                    <a:pt x="320628" y="361506"/>
                  </a:cubicBezTo>
                  <a:cubicBezTo>
                    <a:pt x="320696" y="362057"/>
                    <a:pt x="320765" y="362609"/>
                    <a:pt x="320835" y="363177"/>
                  </a:cubicBezTo>
                  <a:cubicBezTo>
                    <a:pt x="321326" y="363423"/>
                    <a:pt x="321817" y="363668"/>
                    <a:pt x="322323" y="363921"/>
                  </a:cubicBezTo>
                  <a:cubicBezTo>
                    <a:pt x="322571" y="366297"/>
                    <a:pt x="322712" y="368607"/>
                    <a:pt x="322788" y="370991"/>
                  </a:cubicBezTo>
                  <a:cubicBezTo>
                    <a:pt x="322817" y="371728"/>
                    <a:pt x="322845" y="372465"/>
                    <a:pt x="322874" y="373225"/>
                  </a:cubicBezTo>
                  <a:cubicBezTo>
                    <a:pt x="323234" y="384008"/>
                    <a:pt x="323132" y="394805"/>
                    <a:pt x="323067" y="405593"/>
                  </a:cubicBezTo>
                  <a:cubicBezTo>
                    <a:pt x="323804" y="405593"/>
                    <a:pt x="324541" y="405593"/>
                    <a:pt x="325300" y="405593"/>
                  </a:cubicBezTo>
                  <a:cubicBezTo>
                    <a:pt x="325545" y="419345"/>
                    <a:pt x="325791" y="433097"/>
                    <a:pt x="326044" y="447265"/>
                  </a:cubicBezTo>
                  <a:cubicBezTo>
                    <a:pt x="326781" y="447265"/>
                    <a:pt x="327517" y="447265"/>
                    <a:pt x="328276" y="447265"/>
                  </a:cubicBezTo>
                  <a:cubicBezTo>
                    <a:pt x="328282" y="447776"/>
                    <a:pt x="328288" y="448287"/>
                    <a:pt x="328295" y="448814"/>
                  </a:cubicBezTo>
                  <a:cubicBezTo>
                    <a:pt x="328359" y="454113"/>
                    <a:pt x="328433" y="459412"/>
                    <a:pt x="328513" y="464710"/>
                  </a:cubicBezTo>
                  <a:cubicBezTo>
                    <a:pt x="328541" y="466690"/>
                    <a:pt x="328567" y="468670"/>
                    <a:pt x="328590" y="470650"/>
                  </a:cubicBezTo>
                  <a:cubicBezTo>
                    <a:pt x="328624" y="473489"/>
                    <a:pt x="328667" y="476328"/>
                    <a:pt x="328712" y="479167"/>
                  </a:cubicBezTo>
                  <a:cubicBezTo>
                    <a:pt x="328725" y="480504"/>
                    <a:pt x="328725" y="480504"/>
                    <a:pt x="328739" y="481868"/>
                  </a:cubicBezTo>
                  <a:cubicBezTo>
                    <a:pt x="328753" y="482688"/>
                    <a:pt x="328768" y="483507"/>
                    <a:pt x="328783" y="484351"/>
                  </a:cubicBezTo>
                  <a:cubicBezTo>
                    <a:pt x="328798" y="485439"/>
                    <a:pt x="328798" y="485439"/>
                    <a:pt x="328813" y="486550"/>
                  </a:cubicBezTo>
                  <a:cubicBezTo>
                    <a:pt x="328882" y="487092"/>
                    <a:pt x="328950" y="487634"/>
                    <a:pt x="329021" y="488193"/>
                  </a:cubicBezTo>
                  <a:cubicBezTo>
                    <a:pt x="329512" y="488438"/>
                    <a:pt x="330003" y="488684"/>
                    <a:pt x="330509" y="488937"/>
                  </a:cubicBezTo>
                  <a:cubicBezTo>
                    <a:pt x="331551" y="494300"/>
                    <a:pt x="331355" y="499965"/>
                    <a:pt x="331326" y="505410"/>
                  </a:cubicBezTo>
                  <a:cubicBezTo>
                    <a:pt x="331324" y="506532"/>
                    <a:pt x="331324" y="506532"/>
                    <a:pt x="331322" y="507677"/>
                  </a:cubicBezTo>
                  <a:cubicBezTo>
                    <a:pt x="331318" y="510034"/>
                    <a:pt x="331309" y="512392"/>
                    <a:pt x="331300" y="514749"/>
                  </a:cubicBezTo>
                  <a:cubicBezTo>
                    <a:pt x="331296" y="516361"/>
                    <a:pt x="331292" y="517973"/>
                    <a:pt x="331289" y="519585"/>
                  </a:cubicBezTo>
                  <a:cubicBezTo>
                    <a:pt x="331281" y="523508"/>
                    <a:pt x="331269" y="527430"/>
                    <a:pt x="331253" y="531353"/>
                  </a:cubicBezTo>
                  <a:cubicBezTo>
                    <a:pt x="331990" y="531353"/>
                    <a:pt x="332726" y="531353"/>
                    <a:pt x="333485" y="531353"/>
                  </a:cubicBezTo>
                  <a:cubicBezTo>
                    <a:pt x="333492" y="532120"/>
                    <a:pt x="333492" y="532120"/>
                    <a:pt x="333499" y="532902"/>
                  </a:cubicBezTo>
                  <a:cubicBezTo>
                    <a:pt x="333546" y="538201"/>
                    <a:pt x="333609" y="543499"/>
                    <a:pt x="333681" y="548798"/>
                  </a:cubicBezTo>
                  <a:cubicBezTo>
                    <a:pt x="333706" y="550778"/>
                    <a:pt x="333726" y="552758"/>
                    <a:pt x="333743" y="554738"/>
                  </a:cubicBezTo>
                  <a:cubicBezTo>
                    <a:pt x="333768" y="557577"/>
                    <a:pt x="333807" y="560416"/>
                    <a:pt x="333849" y="563255"/>
                  </a:cubicBezTo>
                  <a:cubicBezTo>
                    <a:pt x="333856" y="564592"/>
                    <a:pt x="333856" y="564592"/>
                    <a:pt x="333863" y="565956"/>
                  </a:cubicBezTo>
                  <a:cubicBezTo>
                    <a:pt x="333885" y="567185"/>
                    <a:pt x="333885" y="567185"/>
                    <a:pt x="333908" y="568439"/>
                  </a:cubicBezTo>
                  <a:cubicBezTo>
                    <a:pt x="333916" y="569165"/>
                    <a:pt x="333924" y="569890"/>
                    <a:pt x="333933" y="570637"/>
                  </a:cubicBezTo>
                  <a:cubicBezTo>
                    <a:pt x="334031" y="571180"/>
                    <a:pt x="334129" y="571722"/>
                    <a:pt x="334230" y="572281"/>
                  </a:cubicBezTo>
                  <a:cubicBezTo>
                    <a:pt x="334966" y="572526"/>
                    <a:pt x="335703" y="572772"/>
                    <a:pt x="336462" y="573025"/>
                  </a:cubicBezTo>
                  <a:cubicBezTo>
                    <a:pt x="336744" y="574653"/>
                    <a:pt x="336744" y="574653"/>
                    <a:pt x="336748" y="576831"/>
                  </a:cubicBezTo>
                  <a:cubicBezTo>
                    <a:pt x="336756" y="577643"/>
                    <a:pt x="336763" y="578455"/>
                    <a:pt x="336771" y="579292"/>
                  </a:cubicBezTo>
                  <a:cubicBezTo>
                    <a:pt x="336769" y="580176"/>
                    <a:pt x="336767" y="581061"/>
                    <a:pt x="336764" y="581972"/>
                  </a:cubicBezTo>
                  <a:cubicBezTo>
                    <a:pt x="336772" y="582874"/>
                    <a:pt x="336780" y="583776"/>
                    <a:pt x="336789" y="584706"/>
                  </a:cubicBezTo>
                  <a:cubicBezTo>
                    <a:pt x="336814" y="587602"/>
                    <a:pt x="336826" y="590499"/>
                    <a:pt x="336834" y="593396"/>
                  </a:cubicBezTo>
                  <a:cubicBezTo>
                    <a:pt x="336845" y="597200"/>
                    <a:pt x="336870" y="601004"/>
                    <a:pt x="336904" y="604808"/>
                  </a:cubicBezTo>
                  <a:cubicBezTo>
                    <a:pt x="336900" y="606130"/>
                    <a:pt x="336900" y="606130"/>
                    <a:pt x="336897" y="607479"/>
                  </a:cubicBezTo>
                  <a:cubicBezTo>
                    <a:pt x="336908" y="608704"/>
                    <a:pt x="336908" y="608704"/>
                    <a:pt x="336920" y="609954"/>
                  </a:cubicBezTo>
                  <a:cubicBezTo>
                    <a:pt x="336921" y="610674"/>
                    <a:pt x="336923" y="611394"/>
                    <a:pt x="336924" y="612135"/>
                  </a:cubicBezTo>
                  <a:cubicBezTo>
                    <a:pt x="337261" y="614310"/>
                    <a:pt x="337924" y="614683"/>
                    <a:pt x="339439" y="616185"/>
                  </a:cubicBezTo>
                  <a:cubicBezTo>
                    <a:pt x="339725" y="617946"/>
                    <a:pt x="339725" y="617946"/>
                    <a:pt x="339737" y="620047"/>
                  </a:cubicBezTo>
                  <a:cubicBezTo>
                    <a:pt x="339747" y="620834"/>
                    <a:pt x="339757" y="621621"/>
                    <a:pt x="339767" y="622432"/>
                  </a:cubicBezTo>
                  <a:cubicBezTo>
                    <a:pt x="339767" y="623705"/>
                    <a:pt x="339767" y="623705"/>
                    <a:pt x="339767" y="625004"/>
                  </a:cubicBezTo>
                  <a:cubicBezTo>
                    <a:pt x="339782" y="626310"/>
                    <a:pt x="339782" y="626310"/>
                    <a:pt x="339797" y="627642"/>
                  </a:cubicBezTo>
                  <a:cubicBezTo>
                    <a:pt x="339827" y="630427"/>
                    <a:pt x="339843" y="633212"/>
                    <a:pt x="339857" y="635998"/>
                  </a:cubicBezTo>
                  <a:cubicBezTo>
                    <a:pt x="339875" y="638788"/>
                    <a:pt x="339896" y="641579"/>
                    <a:pt x="339925" y="644369"/>
                  </a:cubicBezTo>
                  <a:cubicBezTo>
                    <a:pt x="339944" y="646108"/>
                    <a:pt x="339955" y="647846"/>
                    <a:pt x="339958" y="649584"/>
                  </a:cubicBezTo>
                  <a:cubicBezTo>
                    <a:pt x="339969" y="650758"/>
                    <a:pt x="339969" y="650758"/>
                    <a:pt x="339981" y="651955"/>
                  </a:cubicBezTo>
                  <a:cubicBezTo>
                    <a:pt x="339984" y="652647"/>
                    <a:pt x="339987" y="653339"/>
                    <a:pt x="339990" y="654053"/>
                  </a:cubicBezTo>
                  <a:cubicBezTo>
                    <a:pt x="340054" y="654571"/>
                    <a:pt x="340117" y="655090"/>
                    <a:pt x="340183" y="655624"/>
                  </a:cubicBezTo>
                  <a:cubicBezTo>
                    <a:pt x="340674" y="655870"/>
                    <a:pt x="341165" y="656116"/>
                    <a:pt x="341671" y="656369"/>
                  </a:cubicBezTo>
                  <a:cubicBezTo>
                    <a:pt x="341878" y="658068"/>
                    <a:pt x="341878" y="658068"/>
                    <a:pt x="341908" y="660347"/>
                  </a:cubicBezTo>
                  <a:cubicBezTo>
                    <a:pt x="341930" y="661620"/>
                    <a:pt x="341930" y="661620"/>
                    <a:pt x="341953" y="662920"/>
                  </a:cubicBezTo>
                  <a:cubicBezTo>
                    <a:pt x="341966" y="664306"/>
                    <a:pt x="341966" y="664306"/>
                    <a:pt x="341979" y="665720"/>
                  </a:cubicBezTo>
                  <a:cubicBezTo>
                    <a:pt x="342001" y="667130"/>
                    <a:pt x="342001" y="667130"/>
                    <a:pt x="342023" y="668569"/>
                  </a:cubicBezTo>
                  <a:cubicBezTo>
                    <a:pt x="342060" y="671074"/>
                    <a:pt x="342090" y="673578"/>
                    <a:pt x="342118" y="676082"/>
                  </a:cubicBezTo>
                  <a:cubicBezTo>
                    <a:pt x="342148" y="678636"/>
                    <a:pt x="342186" y="681190"/>
                    <a:pt x="342223" y="683743"/>
                  </a:cubicBezTo>
                  <a:cubicBezTo>
                    <a:pt x="342295" y="688757"/>
                    <a:pt x="342358" y="693771"/>
                    <a:pt x="342415" y="698785"/>
                  </a:cubicBezTo>
                  <a:cubicBezTo>
                    <a:pt x="343152" y="698785"/>
                    <a:pt x="343889" y="698785"/>
                    <a:pt x="344648" y="698785"/>
                  </a:cubicBezTo>
                  <a:cubicBezTo>
                    <a:pt x="344654" y="699549"/>
                    <a:pt x="344654" y="699549"/>
                    <a:pt x="344661" y="700328"/>
                  </a:cubicBezTo>
                  <a:cubicBezTo>
                    <a:pt x="344708" y="705615"/>
                    <a:pt x="344771" y="710902"/>
                    <a:pt x="344843" y="716189"/>
                  </a:cubicBezTo>
                  <a:cubicBezTo>
                    <a:pt x="344868" y="718164"/>
                    <a:pt x="344888" y="720139"/>
                    <a:pt x="344905" y="722114"/>
                  </a:cubicBezTo>
                  <a:cubicBezTo>
                    <a:pt x="344930" y="724947"/>
                    <a:pt x="344969" y="727781"/>
                    <a:pt x="345011" y="730614"/>
                  </a:cubicBezTo>
                  <a:cubicBezTo>
                    <a:pt x="345018" y="731945"/>
                    <a:pt x="345018" y="731945"/>
                    <a:pt x="345025" y="733304"/>
                  </a:cubicBezTo>
                  <a:cubicBezTo>
                    <a:pt x="345040" y="734123"/>
                    <a:pt x="345055" y="734942"/>
                    <a:pt x="345070" y="735786"/>
                  </a:cubicBezTo>
                  <a:cubicBezTo>
                    <a:pt x="345078" y="736510"/>
                    <a:pt x="345086" y="737234"/>
                    <a:pt x="345095" y="737980"/>
                  </a:cubicBezTo>
                  <a:cubicBezTo>
                    <a:pt x="345193" y="738551"/>
                    <a:pt x="345291" y="739123"/>
                    <a:pt x="345392" y="739712"/>
                  </a:cubicBezTo>
                  <a:cubicBezTo>
                    <a:pt x="346128" y="740203"/>
                    <a:pt x="346865" y="740695"/>
                    <a:pt x="347624" y="741201"/>
                  </a:cubicBezTo>
                  <a:cubicBezTo>
                    <a:pt x="347888" y="742805"/>
                    <a:pt x="347888" y="742805"/>
                    <a:pt x="347866" y="744818"/>
                  </a:cubicBezTo>
                  <a:cubicBezTo>
                    <a:pt x="347863" y="745570"/>
                    <a:pt x="347861" y="746323"/>
                    <a:pt x="347858" y="747098"/>
                  </a:cubicBezTo>
                  <a:cubicBezTo>
                    <a:pt x="347844" y="747914"/>
                    <a:pt x="347830" y="748729"/>
                    <a:pt x="347816" y="749569"/>
                  </a:cubicBezTo>
                  <a:cubicBezTo>
                    <a:pt x="347811" y="750404"/>
                    <a:pt x="347806" y="751239"/>
                    <a:pt x="347801" y="752099"/>
                  </a:cubicBezTo>
                  <a:cubicBezTo>
                    <a:pt x="347784" y="754776"/>
                    <a:pt x="347751" y="757453"/>
                    <a:pt x="347717" y="760130"/>
                  </a:cubicBezTo>
                  <a:cubicBezTo>
                    <a:pt x="347691" y="762804"/>
                    <a:pt x="347668" y="765478"/>
                    <a:pt x="347649" y="768152"/>
                  </a:cubicBezTo>
                  <a:cubicBezTo>
                    <a:pt x="347636" y="769818"/>
                    <a:pt x="347619" y="771484"/>
                    <a:pt x="347597" y="773151"/>
                  </a:cubicBezTo>
                  <a:cubicBezTo>
                    <a:pt x="347590" y="773906"/>
                    <a:pt x="347583" y="774660"/>
                    <a:pt x="347575" y="775438"/>
                  </a:cubicBezTo>
                  <a:cubicBezTo>
                    <a:pt x="347567" y="776103"/>
                    <a:pt x="347558" y="776768"/>
                    <a:pt x="347550" y="777453"/>
                  </a:cubicBezTo>
                  <a:cubicBezTo>
                    <a:pt x="347552" y="779275"/>
                    <a:pt x="347552" y="779275"/>
                    <a:pt x="348368" y="781384"/>
                  </a:cubicBezTo>
                  <a:cubicBezTo>
                    <a:pt x="348859" y="781630"/>
                    <a:pt x="349351" y="781875"/>
                    <a:pt x="349857" y="782128"/>
                  </a:cubicBezTo>
                  <a:cubicBezTo>
                    <a:pt x="350054" y="783733"/>
                    <a:pt x="350054" y="783733"/>
                    <a:pt x="350070" y="785878"/>
                  </a:cubicBezTo>
                  <a:cubicBezTo>
                    <a:pt x="350080" y="786678"/>
                    <a:pt x="350090" y="787477"/>
                    <a:pt x="350100" y="788301"/>
                  </a:cubicBezTo>
                  <a:cubicBezTo>
                    <a:pt x="350104" y="789172"/>
                    <a:pt x="350108" y="790042"/>
                    <a:pt x="350112" y="790939"/>
                  </a:cubicBezTo>
                  <a:cubicBezTo>
                    <a:pt x="350123" y="791826"/>
                    <a:pt x="350134" y="792713"/>
                    <a:pt x="350145" y="793628"/>
                  </a:cubicBezTo>
                  <a:cubicBezTo>
                    <a:pt x="350180" y="796476"/>
                    <a:pt x="350205" y="799325"/>
                    <a:pt x="350229" y="802174"/>
                  </a:cubicBezTo>
                  <a:cubicBezTo>
                    <a:pt x="350259" y="805917"/>
                    <a:pt x="350299" y="809660"/>
                    <a:pt x="350345" y="813403"/>
                  </a:cubicBezTo>
                  <a:cubicBezTo>
                    <a:pt x="350351" y="814706"/>
                    <a:pt x="350351" y="814706"/>
                    <a:pt x="350357" y="816036"/>
                  </a:cubicBezTo>
                  <a:cubicBezTo>
                    <a:pt x="350367" y="816838"/>
                    <a:pt x="350377" y="817640"/>
                    <a:pt x="350387" y="818466"/>
                  </a:cubicBezTo>
                  <a:cubicBezTo>
                    <a:pt x="350392" y="819174"/>
                    <a:pt x="350398" y="819883"/>
                    <a:pt x="350403" y="820612"/>
                  </a:cubicBezTo>
                  <a:cubicBezTo>
                    <a:pt x="350439" y="822459"/>
                    <a:pt x="350439" y="822459"/>
                    <a:pt x="352089" y="823800"/>
                  </a:cubicBezTo>
                  <a:cubicBezTo>
                    <a:pt x="352334" y="823800"/>
                    <a:pt x="352580" y="823800"/>
                    <a:pt x="352833" y="823800"/>
                  </a:cubicBezTo>
                  <a:cubicBezTo>
                    <a:pt x="352837" y="824319"/>
                    <a:pt x="352842" y="824838"/>
                    <a:pt x="352846" y="825372"/>
                  </a:cubicBezTo>
                  <a:cubicBezTo>
                    <a:pt x="352889" y="830256"/>
                    <a:pt x="352943" y="835139"/>
                    <a:pt x="353008" y="840023"/>
                  </a:cubicBezTo>
                  <a:cubicBezTo>
                    <a:pt x="353042" y="842534"/>
                    <a:pt x="353071" y="845045"/>
                    <a:pt x="353091" y="847556"/>
                  </a:cubicBezTo>
                  <a:cubicBezTo>
                    <a:pt x="353116" y="850441"/>
                    <a:pt x="353155" y="853326"/>
                    <a:pt x="353196" y="856211"/>
                  </a:cubicBezTo>
                  <a:cubicBezTo>
                    <a:pt x="353201" y="857115"/>
                    <a:pt x="353206" y="858019"/>
                    <a:pt x="353211" y="858950"/>
                  </a:cubicBezTo>
                  <a:cubicBezTo>
                    <a:pt x="353226" y="859784"/>
                    <a:pt x="353240" y="860618"/>
                    <a:pt x="353255" y="861478"/>
                  </a:cubicBezTo>
                  <a:cubicBezTo>
                    <a:pt x="353264" y="862215"/>
                    <a:pt x="353272" y="862952"/>
                    <a:pt x="353281" y="863711"/>
                  </a:cubicBezTo>
                  <a:cubicBezTo>
                    <a:pt x="353427" y="864583"/>
                    <a:pt x="353427" y="864583"/>
                    <a:pt x="353577" y="865472"/>
                  </a:cubicBezTo>
                  <a:cubicBezTo>
                    <a:pt x="354314" y="865963"/>
                    <a:pt x="355051" y="866454"/>
                    <a:pt x="355810" y="866960"/>
                  </a:cubicBezTo>
                  <a:cubicBezTo>
                    <a:pt x="356078" y="868693"/>
                    <a:pt x="356078" y="868693"/>
                    <a:pt x="356063" y="870886"/>
                  </a:cubicBezTo>
                  <a:cubicBezTo>
                    <a:pt x="356063" y="871706"/>
                    <a:pt x="356063" y="872525"/>
                    <a:pt x="356063" y="873369"/>
                  </a:cubicBezTo>
                  <a:cubicBezTo>
                    <a:pt x="356051" y="874257"/>
                    <a:pt x="356040" y="875144"/>
                    <a:pt x="356028" y="876059"/>
                  </a:cubicBezTo>
                  <a:cubicBezTo>
                    <a:pt x="356024" y="876965"/>
                    <a:pt x="356021" y="877871"/>
                    <a:pt x="356018" y="878805"/>
                  </a:cubicBezTo>
                  <a:cubicBezTo>
                    <a:pt x="356006" y="881709"/>
                    <a:pt x="355978" y="884613"/>
                    <a:pt x="355949" y="887517"/>
                  </a:cubicBezTo>
                  <a:cubicBezTo>
                    <a:pt x="355938" y="889482"/>
                    <a:pt x="355928" y="891447"/>
                    <a:pt x="355919" y="893412"/>
                  </a:cubicBezTo>
                  <a:cubicBezTo>
                    <a:pt x="355894" y="898238"/>
                    <a:pt x="355857" y="903063"/>
                    <a:pt x="355810" y="907888"/>
                  </a:cubicBezTo>
                  <a:cubicBezTo>
                    <a:pt x="356546" y="907888"/>
                    <a:pt x="357283" y="907888"/>
                    <a:pt x="358042" y="907888"/>
                  </a:cubicBezTo>
                  <a:cubicBezTo>
                    <a:pt x="358288" y="921640"/>
                    <a:pt x="358533" y="935391"/>
                    <a:pt x="358786" y="949560"/>
                  </a:cubicBezTo>
                  <a:cubicBezTo>
                    <a:pt x="359523" y="949314"/>
                    <a:pt x="360260" y="949069"/>
                    <a:pt x="361019" y="948816"/>
                  </a:cubicBezTo>
                  <a:cubicBezTo>
                    <a:pt x="361023" y="949335"/>
                    <a:pt x="361027" y="949853"/>
                    <a:pt x="361032" y="950388"/>
                  </a:cubicBezTo>
                  <a:cubicBezTo>
                    <a:pt x="361075" y="955272"/>
                    <a:pt x="361129" y="960155"/>
                    <a:pt x="361194" y="965039"/>
                  </a:cubicBezTo>
                  <a:cubicBezTo>
                    <a:pt x="361227" y="967550"/>
                    <a:pt x="361257" y="970060"/>
                    <a:pt x="361276" y="972571"/>
                  </a:cubicBezTo>
                  <a:cubicBezTo>
                    <a:pt x="361301" y="975457"/>
                    <a:pt x="361340" y="978341"/>
                    <a:pt x="361382" y="981227"/>
                  </a:cubicBezTo>
                  <a:cubicBezTo>
                    <a:pt x="361387" y="982130"/>
                    <a:pt x="361391" y="983034"/>
                    <a:pt x="361396" y="983965"/>
                  </a:cubicBezTo>
                  <a:cubicBezTo>
                    <a:pt x="361411" y="984800"/>
                    <a:pt x="361426" y="985634"/>
                    <a:pt x="361441" y="986493"/>
                  </a:cubicBezTo>
                  <a:cubicBezTo>
                    <a:pt x="361449" y="987230"/>
                    <a:pt x="361458" y="987967"/>
                    <a:pt x="361466" y="988727"/>
                  </a:cubicBezTo>
                  <a:cubicBezTo>
                    <a:pt x="361613" y="989598"/>
                    <a:pt x="361613" y="989598"/>
                    <a:pt x="361763" y="990488"/>
                  </a:cubicBezTo>
                  <a:cubicBezTo>
                    <a:pt x="362499" y="990979"/>
                    <a:pt x="363236" y="991470"/>
                    <a:pt x="363995" y="991976"/>
                  </a:cubicBezTo>
                  <a:cubicBezTo>
                    <a:pt x="364260" y="993636"/>
                    <a:pt x="364260" y="993636"/>
                    <a:pt x="364239" y="995676"/>
                  </a:cubicBezTo>
                  <a:cubicBezTo>
                    <a:pt x="364236" y="996407"/>
                    <a:pt x="364232" y="997137"/>
                    <a:pt x="364228" y="997890"/>
                  </a:cubicBezTo>
                  <a:cubicBezTo>
                    <a:pt x="364212" y="998655"/>
                    <a:pt x="364197" y="999420"/>
                    <a:pt x="364181" y="1000208"/>
                  </a:cubicBezTo>
                  <a:cubicBezTo>
                    <a:pt x="364177" y="1000976"/>
                    <a:pt x="364174" y="1001744"/>
                    <a:pt x="364170" y="1002535"/>
                  </a:cubicBezTo>
                  <a:cubicBezTo>
                    <a:pt x="364110" y="1008233"/>
                    <a:pt x="364110" y="1008233"/>
                    <a:pt x="363251" y="1009091"/>
                  </a:cubicBezTo>
                  <a:cubicBezTo>
                    <a:pt x="361330" y="1009271"/>
                    <a:pt x="359410" y="1009377"/>
                    <a:pt x="357484" y="1009481"/>
                  </a:cubicBezTo>
                  <a:cubicBezTo>
                    <a:pt x="356931" y="1009598"/>
                    <a:pt x="356379" y="1009715"/>
                    <a:pt x="355810" y="1009835"/>
                  </a:cubicBezTo>
                  <a:cubicBezTo>
                    <a:pt x="355564" y="1010572"/>
                    <a:pt x="355319" y="1011309"/>
                    <a:pt x="355065" y="1012068"/>
                  </a:cubicBezTo>
                  <a:cubicBezTo>
                    <a:pt x="353479" y="1012364"/>
                    <a:pt x="353479" y="1012364"/>
                    <a:pt x="351361" y="1012389"/>
                  </a:cubicBezTo>
                  <a:cubicBezTo>
                    <a:pt x="350571" y="1012404"/>
                    <a:pt x="349782" y="1012419"/>
                    <a:pt x="348968" y="1012434"/>
                  </a:cubicBezTo>
                  <a:cubicBezTo>
                    <a:pt x="348109" y="1012439"/>
                    <a:pt x="347250" y="1012444"/>
                    <a:pt x="346365" y="1012448"/>
                  </a:cubicBezTo>
                  <a:cubicBezTo>
                    <a:pt x="345491" y="1012462"/>
                    <a:pt x="344617" y="1012475"/>
                    <a:pt x="343716" y="1012489"/>
                  </a:cubicBezTo>
                  <a:cubicBezTo>
                    <a:pt x="340910" y="1012529"/>
                    <a:pt x="338105" y="1012554"/>
                    <a:pt x="335299" y="1012579"/>
                  </a:cubicBezTo>
                  <a:cubicBezTo>
                    <a:pt x="333403" y="1012604"/>
                    <a:pt x="331506" y="1012630"/>
                    <a:pt x="329609" y="1012656"/>
                  </a:cubicBezTo>
                  <a:cubicBezTo>
                    <a:pt x="324948" y="1012720"/>
                    <a:pt x="320287" y="1012771"/>
                    <a:pt x="315626" y="1012812"/>
                  </a:cubicBezTo>
                  <a:cubicBezTo>
                    <a:pt x="315626" y="1013794"/>
                    <a:pt x="315626" y="1014776"/>
                    <a:pt x="315626" y="1015788"/>
                  </a:cubicBezTo>
                  <a:cubicBezTo>
                    <a:pt x="305312" y="1015788"/>
                    <a:pt x="294998" y="1015788"/>
                    <a:pt x="284372" y="1015788"/>
                  </a:cubicBezTo>
                  <a:cubicBezTo>
                    <a:pt x="284127" y="1014315"/>
                    <a:pt x="283881" y="1012842"/>
                    <a:pt x="283628" y="1011324"/>
                  </a:cubicBezTo>
                  <a:cubicBezTo>
                    <a:pt x="283137" y="1011078"/>
                    <a:pt x="282646" y="1010832"/>
                    <a:pt x="282140" y="1010579"/>
                  </a:cubicBezTo>
                  <a:cubicBezTo>
                    <a:pt x="280393" y="1002189"/>
                    <a:pt x="281364" y="992813"/>
                    <a:pt x="281467" y="984279"/>
                  </a:cubicBezTo>
                  <a:cubicBezTo>
                    <a:pt x="281489" y="982286"/>
                    <a:pt x="281503" y="980293"/>
                    <a:pt x="281515" y="978299"/>
                  </a:cubicBezTo>
                  <a:cubicBezTo>
                    <a:pt x="281525" y="977688"/>
                    <a:pt x="281535" y="977076"/>
                    <a:pt x="281545" y="976446"/>
                  </a:cubicBezTo>
                  <a:cubicBezTo>
                    <a:pt x="281558" y="973536"/>
                    <a:pt x="281560" y="972130"/>
                    <a:pt x="279907" y="969652"/>
                  </a:cubicBezTo>
                  <a:cubicBezTo>
                    <a:pt x="279662" y="969652"/>
                    <a:pt x="279416" y="969652"/>
                    <a:pt x="279163" y="969652"/>
                  </a:cubicBezTo>
                  <a:cubicBezTo>
                    <a:pt x="279157" y="968899"/>
                    <a:pt x="279157" y="968899"/>
                    <a:pt x="279150" y="968131"/>
                  </a:cubicBezTo>
                  <a:cubicBezTo>
                    <a:pt x="279103" y="962929"/>
                    <a:pt x="279040" y="957727"/>
                    <a:pt x="278968" y="952524"/>
                  </a:cubicBezTo>
                  <a:cubicBezTo>
                    <a:pt x="278943" y="950580"/>
                    <a:pt x="278922" y="948637"/>
                    <a:pt x="278905" y="946693"/>
                  </a:cubicBezTo>
                  <a:cubicBezTo>
                    <a:pt x="278881" y="943905"/>
                    <a:pt x="278842" y="941118"/>
                    <a:pt x="278800" y="938331"/>
                  </a:cubicBezTo>
                  <a:cubicBezTo>
                    <a:pt x="278793" y="937018"/>
                    <a:pt x="278793" y="937018"/>
                    <a:pt x="278785" y="935679"/>
                  </a:cubicBezTo>
                  <a:cubicBezTo>
                    <a:pt x="278763" y="934472"/>
                    <a:pt x="278763" y="934472"/>
                    <a:pt x="278741" y="933241"/>
                  </a:cubicBezTo>
                  <a:cubicBezTo>
                    <a:pt x="278732" y="932529"/>
                    <a:pt x="278724" y="931817"/>
                    <a:pt x="278716" y="931083"/>
                  </a:cubicBezTo>
                  <a:cubicBezTo>
                    <a:pt x="278618" y="930550"/>
                    <a:pt x="278520" y="930017"/>
                    <a:pt x="278419" y="929468"/>
                  </a:cubicBezTo>
                  <a:cubicBezTo>
                    <a:pt x="277682" y="929223"/>
                    <a:pt x="276946" y="928977"/>
                    <a:pt x="276187" y="928724"/>
                  </a:cubicBezTo>
                  <a:cubicBezTo>
                    <a:pt x="275905" y="927119"/>
                    <a:pt x="275905" y="927119"/>
                    <a:pt x="275900" y="924974"/>
                  </a:cubicBezTo>
                  <a:cubicBezTo>
                    <a:pt x="275893" y="924175"/>
                    <a:pt x="275885" y="923375"/>
                    <a:pt x="275877" y="922551"/>
                  </a:cubicBezTo>
                  <a:cubicBezTo>
                    <a:pt x="275880" y="921681"/>
                    <a:pt x="275882" y="920810"/>
                    <a:pt x="275884" y="919913"/>
                  </a:cubicBezTo>
                  <a:cubicBezTo>
                    <a:pt x="275876" y="919026"/>
                    <a:pt x="275868" y="918139"/>
                    <a:pt x="275860" y="917225"/>
                  </a:cubicBezTo>
                  <a:cubicBezTo>
                    <a:pt x="275834" y="914376"/>
                    <a:pt x="275823" y="911527"/>
                    <a:pt x="275815" y="908679"/>
                  </a:cubicBezTo>
                  <a:cubicBezTo>
                    <a:pt x="275804" y="904935"/>
                    <a:pt x="275779" y="901193"/>
                    <a:pt x="275745" y="897450"/>
                  </a:cubicBezTo>
                  <a:cubicBezTo>
                    <a:pt x="275747" y="896581"/>
                    <a:pt x="275749" y="895712"/>
                    <a:pt x="275752" y="894817"/>
                  </a:cubicBezTo>
                  <a:cubicBezTo>
                    <a:pt x="275744" y="894015"/>
                    <a:pt x="275737" y="893213"/>
                    <a:pt x="275729" y="892386"/>
                  </a:cubicBezTo>
                  <a:cubicBezTo>
                    <a:pt x="275727" y="891678"/>
                    <a:pt x="275726" y="890970"/>
                    <a:pt x="275724" y="890240"/>
                  </a:cubicBezTo>
                  <a:cubicBezTo>
                    <a:pt x="275631" y="889679"/>
                    <a:pt x="275538" y="889118"/>
                    <a:pt x="275442" y="888540"/>
                  </a:cubicBezTo>
                  <a:cubicBezTo>
                    <a:pt x="274706" y="888049"/>
                    <a:pt x="273969" y="887558"/>
                    <a:pt x="273210" y="887052"/>
                  </a:cubicBezTo>
                  <a:cubicBezTo>
                    <a:pt x="272942" y="885348"/>
                    <a:pt x="272942" y="885348"/>
                    <a:pt x="272957" y="883194"/>
                  </a:cubicBezTo>
                  <a:cubicBezTo>
                    <a:pt x="272957" y="882390"/>
                    <a:pt x="272957" y="881586"/>
                    <a:pt x="272957" y="880757"/>
                  </a:cubicBezTo>
                  <a:cubicBezTo>
                    <a:pt x="272969" y="879886"/>
                    <a:pt x="272980" y="879014"/>
                    <a:pt x="272992" y="878117"/>
                  </a:cubicBezTo>
                  <a:cubicBezTo>
                    <a:pt x="272995" y="877227"/>
                    <a:pt x="272998" y="876337"/>
                    <a:pt x="273002" y="875420"/>
                  </a:cubicBezTo>
                  <a:cubicBezTo>
                    <a:pt x="273014" y="872569"/>
                    <a:pt x="273042" y="869718"/>
                    <a:pt x="273070" y="866867"/>
                  </a:cubicBezTo>
                  <a:cubicBezTo>
                    <a:pt x="273082" y="864938"/>
                    <a:pt x="273092" y="863009"/>
                    <a:pt x="273101" y="861080"/>
                  </a:cubicBezTo>
                  <a:cubicBezTo>
                    <a:pt x="273126" y="856343"/>
                    <a:pt x="273163" y="851606"/>
                    <a:pt x="273210" y="846869"/>
                  </a:cubicBezTo>
                  <a:cubicBezTo>
                    <a:pt x="272473" y="846869"/>
                    <a:pt x="271737" y="846869"/>
                    <a:pt x="270978" y="846869"/>
                  </a:cubicBezTo>
                  <a:cubicBezTo>
                    <a:pt x="270972" y="846387"/>
                    <a:pt x="270966" y="845906"/>
                    <a:pt x="270959" y="845409"/>
                  </a:cubicBezTo>
                  <a:cubicBezTo>
                    <a:pt x="270895" y="840412"/>
                    <a:pt x="270821" y="835415"/>
                    <a:pt x="270741" y="830418"/>
                  </a:cubicBezTo>
                  <a:cubicBezTo>
                    <a:pt x="270713" y="828551"/>
                    <a:pt x="270687" y="826685"/>
                    <a:pt x="270664" y="824818"/>
                  </a:cubicBezTo>
                  <a:cubicBezTo>
                    <a:pt x="270630" y="822139"/>
                    <a:pt x="270587" y="819461"/>
                    <a:pt x="270542" y="816783"/>
                  </a:cubicBezTo>
                  <a:cubicBezTo>
                    <a:pt x="270533" y="815944"/>
                    <a:pt x="270524" y="815106"/>
                    <a:pt x="270516" y="814242"/>
                  </a:cubicBezTo>
                  <a:cubicBezTo>
                    <a:pt x="270501" y="813467"/>
                    <a:pt x="270486" y="812692"/>
                    <a:pt x="270471" y="811894"/>
                  </a:cubicBezTo>
                  <a:cubicBezTo>
                    <a:pt x="270456" y="810868"/>
                    <a:pt x="270456" y="810868"/>
                    <a:pt x="270441" y="809821"/>
                  </a:cubicBezTo>
                  <a:cubicBezTo>
                    <a:pt x="270385" y="808021"/>
                    <a:pt x="270385" y="808021"/>
                    <a:pt x="268745" y="806685"/>
                  </a:cubicBezTo>
                  <a:cubicBezTo>
                    <a:pt x="268500" y="806685"/>
                    <a:pt x="268254" y="806685"/>
                    <a:pt x="268001" y="806685"/>
                  </a:cubicBezTo>
                  <a:cubicBezTo>
                    <a:pt x="267994" y="805937"/>
                    <a:pt x="267994" y="805937"/>
                    <a:pt x="267988" y="805174"/>
                  </a:cubicBezTo>
                  <a:cubicBezTo>
                    <a:pt x="267940" y="799996"/>
                    <a:pt x="267878" y="794818"/>
                    <a:pt x="267806" y="789639"/>
                  </a:cubicBezTo>
                  <a:cubicBezTo>
                    <a:pt x="267781" y="787706"/>
                    <a:pt x="267760" y="785772"/>
                    <a:pt x="267743" y="783838"/>
                  </a:cubicBezTo>
                  <a:cubicBezTo>
                    <a:pt x="267718" y="781062"/>
                    <a:pt x="267679" y="778286"/>
                    <a:pt x="267638" y="775510"/>
                  </a:cubicBezTo>
                  <a:cubicBezTo>
                    <a:pt x="267631" y="774208"/>
                    <a:pt x="267631" y="774208"/>
                    <a:pt x="267623" y="772881"/>
                  </a:cubicBezTo>
                  <a:cubicBezTo>
                    <a:pt x="267609" y="772077"/>
                    <a:pt x="267594" y="771272"/>
                    <a:pt x="267579" y="770443"/>
                  </a:cubicBezTo>
                  <a:cubicBezTo>
                    <a:pt x="267570" y="769735"/>
                    <a:pt x="267562" y="769026"/>
                    <a:pt x="267554" y="768295"/>
                  </a:cubicBezTo>
                  <a:cubicBezTo>
                    <a:pt x="267199" y="766152"/>
                    <a:pt x="266524" y="765752"/>
                    <a:pt x="265024" y="764269"/>
                  </a:cubicBezTo>
                  <a:cubicBezTo>
                    <a:pt x="264738" y="762565"/>
                    <a:pt x="264738" y="762565"/>
                    <a:pt x="264726" y="760543"/>
                  </a:cubicBezTo>
                  <a:cubicBezTo>
                    <a:pt x="264716" y="759786"/>
                    <a:pt x="264707" y="759029"/>
                    <a:pt x="264696" y="758249"/>
                  </a:cubicBezTo>
                  <a:cubicBezTo>
                    <a:pt x="264696" y="757024"/>
                    <a:pt x="264696" y="757024"/>
                    <a:pt x="264696" y="755775"/>
                  </a:cubicBezTo>
                  <a:cubicBezTo>
                    <a:pt x="264686" y="754938"/>
                    <a:pt x="264676" y="754100"/>
                    <a:pt x="264666" y="753238"/>
                  </a:cubicBezTo>
                  <a:cubicBezTo>
                    <a:pt x="264636" y="750558"/>
                    <a:pt x="264620" y="747880"/>
                    <a:pt x="264606" y="745200"/>
                  </a:cubicBezTo>
                  <a:cubicBezTo>
                    <a:pt x="264588" y="742516"/>
                    <a:pt x="264567" y="739832"/>
                    <a:pt x="264538" y="737147"/>
                  </a:cubicBezTo>
                  <a:cubicBezTo>
                    <a:pt x="264519" y="735475"/>
                    <a:pt x="264508" y="733803"/>
                    <a:pt x="264505" y="732131"/>
                  </a:cubicBezTo>
                  <a:cubicBezTo>
                    <a:pt x="264494" y="731002"/>
                    <a:pt x="264494" y="731002"/>
                    <a:pt x="264482" y="729851"/>
                  </a:cubicBezTo>
                  <a:cubicBezTo>
                    <a:pt x="264479" y="729185"/>
                    <a:pt x="264476" y="728519"/>
                    <a:pt x="264473" y="727833"/>
                  </a:cubicBezTo>
                  <a:cubicBezTo>
                    <a:pt x="264409" y="727333"/>
                    <a:pt x="264346" y="726833"/>
                    <a:pt x="264280" y="726318"/>
                  </a:cubicBezTo>
                  <a:cubicBezTo>
                    <a:pt x="263789" y="726072"/>
                    <a:pt x="263298" y="725827"/>
                    <a:pt x="262792" y="725574"/>
                  </a:cubicBezTo>
                  <a:cubicBezTo>
                    <a:pt x="262585" y="723930"/>
                    <a:pt x="262585" y="723930"/>
                    <a:pt x="262555" y="721732"/>
                  </a:cubicBezTo>
                  <a:cubicBezTo>
                    <a:pt x="262540" y="720913"/>
                    <a:pt x="262525" y="720093"/>
                    <a:pt x="262510" y="719249"/>
                  </a:cubicBezTo>
                  <a:cubicBezTo>
                    <a:pt x="262497" y="717912"/>
                    <a:pt x="262497" y="717912"/>
                    <a:pt x="262484" y="716548"/>
                  </a:cubicBezTo>
                  <a:cubicBezTo>
                    <a:pt x="262462" y="715187"/>
                    <a:pt x="262462" y="715187"/>
                    <a:pt x="262440" y="713798"/>
                  </a:cubicBezTo>
                  <a:cubicBezTo>
                    <a:pt x="262396" y="710887"/>
                    <a:pt x="262361" y="707975"/>
                    <a:pt x="262327" y="705063"/>
                  </a:cubicBezTo>
                  <a:cubicBezTo>
                    <a:pt x="262299" y="703095"/>
                    <a:pt x="262270" y="701126"/>
                    <a:pt x="262240" y="699158"/>
                  </a:cubicBezTo>
                  <a:cubicBezTo>
                    <a:pt x="262168" y="694321"/>
                    <a:pt x="262105" y="689483"/>
                    <a:pt x="262048" y="684646"/>
                  </a:cubicBezTo>
                  <a:cubicBezTo>
                    <a:pt x="261311" y="684891"/>
                    <a:pt x="260575" y="685137"/>
                    <a:pt x="259815" y="685390"/>
                  </a:cubicBezTo>
                  <a:cubicBezTo>
                    <a:pt x="259815" y="672621"/>
                    <a:pt x="259815" y="659851"/>
                    <a:pt x="259815" y="646695"/>
                  </a:cubicBezTo>
                  <a:cubicBezTo>
                    <a:pt x="208247" y="646695"/>
                    <a:pt x="156678" y="646695"/>
                    <a:pt x="103546" y="646695"/>
                  </a:cubicBezTo>
                  <a:cubicBezTo>
                    <a:pt x="103792" y="647677"/>
                    <a:pt x="104037" y="648659"/>
                    <a:pt x="104290" y="649671"/>
                  </a:cubicBezTo>
                  <a:cubicBezTo>
                    <a:pt x="104454" y="652910"/>
                    <a:pt x="104460" y="656150"/>
                    <a:pt x="104469" y="659393"/>
                  </a:cubicBezTo>
                  <a:cubicBezTo>
                    <a:pt x="104476" y="660975"/>
                    <a:pt x="104499" y="662557"/>
                    <a:pt x="104523" y="664140"/>
                  </a:cubicBezTo>
                  <a:cubicBezTo>
                    <a:pt x="104527" y="665141"/>
                    <a:pt x="104531" y="666143"/>
                    <a:pt x="104534" y="667144"/>
                  </a:cubicBezTo>
                  <a:cubicBezTo>
                    <a:pt x="104541" y="668056"/>
                    <a:pt x="104548" y="668969"/>
                    <a:pt x="104555" y="669909"/>
                  </a:cubicBezTo>
                  <a:cubicBezTo>
                    <a:pt x="104468" y="670597"/>
                    <a:pt x="104380" y="671286"/>
                    <a:pt x="104290" y="671995"/>
                  </a:cubicBezTo>
                  <a:cubicBezTo>
                    <a:pt x="103553" y="672241"/>
                    <a:pt x="102817" y="672487"/>
                    <a:pt x="102058" y="672740"/>
                  </a:cubicBezTo>
                  <a:cubicBezTo>
                    <a:pt x="101715" y="674461"/>
                    <a:pt x="101715" y="674461"/>
                    <a:pt x="101771" y="676569"/>
                  </a:cubicBezTo>
                  <a:cubicBezTo>
                    <a:pt x="101764" y="677386"/>
                    <a:pt x="101756" y="678203"/>
                    <a:pt x="101749" y="679045"/>
                  </a:cubicBezTo>
                  <a:cubicBezTo>
                    <a:pt x="101751" y="679934"/>
                    <a:pt x="101753" y="680823"/>
                    <a:pt x="101755" y="681739"/>
                  </a:cubicBezTo>
                  <a:cubicBezTo>
                    <a:pt x="101743" y="683098"/>
                    <a:pt x="101743" y="683098"/>
                    <a:pt x="101731" y="684483"/>
                  </a:cubicBezTo>
                  <a:cubicBezTo>
                    <a:pt x="101705" y="687390"/>
                    <a:pt x="101694" y="690297"/>
                    <a:pt x="101686" y="693203"/>
                  </a:cubicBezTo>
                  <a:cubicBezTo>
                    <a:pt x="101675" y="697025"/>
                    <a:pt x="101650" y="700846"/>
                    <a:pt x="101616" y="704668"/>
                  </a:cubicBezTo>
                  <a:cubicBezTo>
                    <a:pt x="101618" y="705557"/>
                    <a:pt x="101620" y="706446"/>
                    <a:pt x="101623" y="707362"/>
                  </a:cubicBezTo>
                  <a:cubicBezTo>
                    <a:pt x="101615" y="708179"/>
                    <a:pt x="101608" y="708996"/>
                    <a:pt x="101600" y="709838"/>
                  </a:cubicBezTo>
                  <a:cubicBezTo>
                    <a:pt x="101598" y="710561"/>
                    <a:pt x="101597" y="711284"/>
                    <a:pt x="101595" y="712029"/>
                  </a:cubicBezTo>
                  <a:cubicBezTo>
                    <a:pt x="101502" y="712570"/>
                    <a:pt x="101409" y="713110"/>
                    <a:pt x="101314" y="713667"/>
                  </a:cubicBezTo>
                  <a:cubicBezTo>
                    <a:pt x="100577" y="713913"/>
                    <a:pt x="99840" y="714159"/>
                    <a:pt x="99081" y="714411"/>
                  </a:cubicBezTo>
                  <a:cubicBezTo>
                    <a:pt x="98733" y="716132"/>
                    <a:pt x="98733" y="716132"/>
                    <a:pt x="98783" y="718241"/>
                  </a:cubicBezTo>
                  <a:cubicBezTo>
                    <a:pt x="98773" y="719058"/>
                    <a:pt x="98763" y="719875"/>
                    <a:pt x="98753" y="720717"/>
                  </a:cubicBezTo>
                  <a:cubicBezTo>
                    <a:pt x="98753" y="721606"/>
                    <a:pt x="98753" y="722495"/>
                    <a:pt x="98753" y="723411"/>
                  </a:cubicBezTo>
                  <a:cubicBezTo>
                    <a:pt x="98743" y="724317"/>
                    <a:pt x="98733" y="725222"/>
                    <a:pt x="98723" y="726155"/>
                  </a:cubicBezTo>
                  <a:cubicBezTo>
                    <a:pt x="98692" y="729062"/>
                    <a:pt x="98676" y="731969"/>
                    <a:pt x="98663" y="734875"/>
                  </a:cubicBezTo>
                  <a:cubicBezTo>
                    <a:pt x="98645" y="737782"/>
                    <a:pt x="98624" y="740689"/>
                    <a:pt x="98594" y="743595"/>
                  </a:cubicBezTo>
                  <a:cubicBezTo>
                    <a:pt x="98576" y="745408"/>
                    <a:pt x="98565" y="747221"/>
                    <a:pt x="98562" y="749034"/>
                  </a:cubicBezTo>
                  <a:cubicBezTo>
                    <a:pt x="98554" y="749851"/>
                    <a:pt x="98547" y="750668"/>
                    <a:pt x="98539" y="751510"/>
                  </a:cubicBezTo>
                  <a:cubicBezTo>
                    <a:pt x="98536" y="752233"/>
                    <a:pt x="98532" y="752956"/>
                    <a:pt x="98529" y="753701"/>
                  </a:cubicBezTo>
                  <a:cubicBezTo>
                    <a:pt x="98434" y="754512"/>
                    <a:pt x="98434" y="754512"/>
                    <a:pt x="98337" y="755339"/>
                  </a:cubicBezTo>
                  <a:cubicBezTo>
                    <a:pt x="97846" y="755585"/>
                    <a:pt x="97355" y="755830"/>
                    <a:pt x="96849" y="756083"/>
                  </a:cubicBezTo>
                  <a:cubicBezTo>
                    <a:pt x="96615" y="757840"/>
                    <a:pt x="96615" y="757840"/>
                    <a:pt x="96647" y="759981"/>
                  </a:cubicBezTo>
                  <a:cubicBezTo>
                    <a:pt x="96639" y="760813"/>
                    <a:pt x="96632" y="761645"/>
                    <a:pt x="96624" y="762502"/>
                  </a:cubicBezTo>
                  <a:cubicBezTo>
                    <a:pt x="96622" y="763407"/>
                    <a:pt x="96621" y="764313"/>
                    <a:pt x="96619" y="765246"/>
                  </a:cubicBezTo>
                  <a:cubicBezTo>
                    <a:pt x="96600" y="767139"/>
                    <a:pt x="96581" y="769032"/>
                    <a:pt x="96562" y="770925"/>
                  </a:cubicBezTo>
                  <a:cubicBezTo>
                    <a:pt x="96539" y="773929"/>
                    <a:pt x="96523" y="776932"/>
                    <a:pt x="96509" y="779936"/>
                  </a:cubicBezTo>
                  <a:cubicBezTo>
                    <a:pt x="96495" y="782822"/>
                    <a:pt x="96464" y="785707"/>
                    <a:pt x="96433" y="788593"/>
                  </a:cubicBezTo>
                  <a:cubicBezTo>
                    <a:pt x="96433" y="789498"/>
                    <a:pt x="96433" y="790404"/>
                    <a:pt x="96433" y="791336"/>
                  </a:cubicBezTo>
                  <a:cubicBezTo>
                    <a:pt x="96423" y="792168"/>
                    <a:pt x="96413" y="793000"/>
                    <a:pt x="96403" y="793857"/>
                  </a:cubicBezTo>
                  <a:cubicBezTo>
                    <a:pt x="96399" y="794594"/>
                    <a:pt x="96395" y="795330"/>
                    <a:pt x="96391" y="796089"/>
                  </a:cubicBezTo>
                  <a:cubicBezTo>
                    <a:pt x="96249" y="796914"/>
                    <a:pt x="96249" y="796914"/>
                    <a:pt x="96105" y="797755"/>
                  </a:cubicBezTo>
                  <a:cubicBezTo>
                    <a:pt x="95368" y="798001"/>
                    <a:pt x="94631" y="798246"/>
                    <a:pt x="93872" y="798499"/>
                  </a:cubicBezTo>
                  <a:cubicBezTo>
                    <a:pt x="93513" y="800225"/>
                    <a:pt x="93513" y="800225"/>
                    <a:pt x="93550" y="802341"/>
                  </a:cubicBezTo>
                  <a:cubicBezTo>
                    <a:pt x="93536" y="803160"/>
                    <a:pt x="93521" y="803980"/>
                    <a:pt x="93506" y="804824"/>
                  </a:cubicBezTo>
                  <a:cubicBezTo>
                    <a:pt x="93501" y="805715"/>
                    <a:pt x="93496" y="806607"/>
                    <a:pt x="93491" y="807525"/>
                  </a:cubicBezTo>
                  <a:cubicBezTo>
                    <a:pt x="93471" y="808886"/>
                    <a:pt x="93471" y="808886"/>
                    <a:pt x="93451" y="810275"/>
                  </a:cubicBezTo>
                  <a:cubicBezTo>
                    <a:pt x="93410" y="813186"/>
                    <a:pt x="93385" y="816098"/>
                    <a:pt x="93361" y="819010"/>
                  </a:cubicBezTo>
                  <a:cubicBezTo>
                    <a:pt x="93336" y="820978"/>
                    <a:pt x="93310" y="822947"/>
                    <a:pt x="93283" y="824915"/>
                  </a:cubicBezTo>
                  <a:cubicBezTo>
                    <a:pt x="93220" y="829752"/>
                    <a:pt x="93169" y="834590"/>
                    <a:pt x="93128" y="839427"/>
                  </a:cubicBezTo>
                  <a:cubicBezTo>
                    <a:pt x="92391" y="839427"/>
                    <a:pt x="91655" y="839427"/>
                    <a:pt x="90896" y="839427"/>
                  </a:cubicBezTo>
                  <a:cubicBezTo>
                    <a:pt x="90650" y="853179"/>
                    <a:pt x="90404" y="866931"/>
                    <a:pt x="90151" y="881099"/>
                  </a:cubicBezTo>
                  <a:cubicBezTo>
                    <a:pt x="89415" y="881099"/>
                    <a:pt x="88678" y="881099"/>
                    <a:pt x="87919" y="881099"/>
                  </a:cubicBezTo>
                  <a:cubicBezTo>
                    <a:pt x="87926" y="881891"/>
                    <a:pt x="87926" y="881891"/>
                    <a:pt x="87934" y="882699"/>
                  </a:cubicBezTo>
                  <a:cubicBezTo>
                    <a:pt x="87979" y="887670"/>
                    <a:pt x="88013" y="892642"/>
                    <a:pt x="88035" y="897613"/>
                  </a:cubicBezTo>
                  <a:cubicBezTo>
                    <a:pt x="88046" y="900169"/>
                    <a:pt x="88062" y="902725"/>
                    <a:pt x="88087" y="905281"/>
                  </a:cubicBezTo>
                  <a:cubicBezTo>
                    <a:pt x="88116" y="908217"/>
                    <a:pt x="88127" y="911154"/>
                    <a:pt x="88137" y="914091"/>
                  </a:cubicBezTo>
                  <a:cubicBezTo>
                    <a:pt x="88149" y="915011"/>
                    <a:pt x="88160" y="915931"/>
                    <a:pt x="88172" y="916879"/>
                  </a:cubicBezTo>
                  <a:cubicBezTo>
                    <a:pt x="88172" y="917728"/>
                    <a:pt x="88172" y="918578"/>
                    <a:pt x="88172" y="919452"/>
                  </a:cubicBezTo>
                  <a:cubicBezTo>
                    <a:pt x="88177" y="920203"/>
                    <a:pt x="88182" y="920953"/>
                    <a:pt x="88187" y="921726"/>
                  </a:cubicBezTo>
                  <a:cubicBezTo>
                    <a:pt x="88099" y="922316"/>
                    <a:pt x="88010" y="922907"/>
                    <a:pt x="87919" y="923515"/>
                  </a:cubicBezTo>
                  <a:cubicBezTo>
                    <a:pt x="87182" y="924006"/>
                    <a:pt x="86446" y="924497"/>
                    <a:pt x="85687" y="925003"/>
                  </a:cubicBezTo>
                  <a:cubicBezTo>
                    <a:pt x="85332" y="926803"/>
                    <a:pt x="85332" y="926803"/>
                    <a:pt x="85365" y="928929"/>
                  </a:cubicBezTo>
                  <a:cubicBezTo>
                    <a:pt x="85350" y="929749"/>
                    <a:pt x="85335" y="930568"/>
                    <a:pt x="85320" y="931412"/>
                  </a:cubicBezTo>
                  <a:cubicBezTo>
                    <a:pt x="85315" y="932300"/>
                    <a:pt x="85311" y="933187"/>
                    <a:pt x="85306" y="934102"/>
                  </a:cubicBezTo>
                  <a:cubicBezTo>
                    <a:pt x="85292" y="935008"/>
                    <a:pt x="85279" y="935914"/>
                    <a:pt x="85265" y="936848"/>
                  </a:cubicBezTo>
                  <a:cubicBezTo>
                    <a:pt x="85225" y="939752"/>
                    <a:pt x="85200" y="942656"/>
                    <a:pt x="85175" y="945560"/>
                  </a:cubicBezTo>
                  <a:cubicBezTo>
                    <a:pt x="85150" y="947525"/>
                    <a:pt x="85125" y="949490"/>
                    <a:pt x="85098" y="951455"/>
                  </a:cubicBezTo>
                  <a:cubicBezTo>
                    <a:pt x="85035" y="956280"/>
                    <a:pt x="84984" y="961106"/>
                    <a:pt x="84942" y="965931"/>
                  </a:cubicBezTo>
                  <a:cubicBezTo>
                    <a:pt x="84206" y="965931"/>
                    <a:pt x="83469" y="965931"/>
                    <a:pt x="82710" y="965931"/>
                  </a:cubicBezTo>
                  <a:cubicBezTo>
                    <a:pt x="82464" y="979683"/>
                    <a:pt x="82219" y="993434"/>
                    <a:pt x="81966" y="1007603"/>
                  </a:cubicBezTo>
                  <a:cubicBezTo>
                    <a:pt x="81229" y="1007603"/>
                    <a:pt x="80492" y="1007603"/>
                    <a:pt x="79733" y="1007603"/>
                  </a:cubicBezTo>
                  <a:cubicBezTo>
                    <a:pt x="79742" y="1008131"/>
                    <a:pt x="79751" y="1008660"/>
                    <a:pt x="79760" y="1009204"/>
                  </a:cubicBezTo>
                  <a:cubicBezTo>
                    <a:pt x="79766" y="1009888"/>
                    <a:pt x="79773" y="1010572"/>
                    <a:pt x="79780" y="1011277"/>
                  </a:cubicBezTo>
                  <a:cubicBezTo>
                    <a:pt x="79789" y="1011959"/>
                    <a:pt x="79797" y="1012641"/>
                    <a:pt x="79806" y="1013344"/>
                  </a:cubicBezTo>
                  <a:cubicBezTo>
                    <a:pt x="79733" y="1015044"/>
                    <a:pt x="79733" y="1015044"/>
                    <a:pt x="78989" y="1015788"/>
                  </a:cubicBezTo>
                  <a:cubicBezTo>
                    <a:pt x="76735" y="1015854"/>
                    <a:pt x="74497" y="1015874"/>
                    <a:pt x="72243" y="1015861"/>
                  </a:cubicBezTo>
                  <a:cubicBezTo>
                    <a:pt x="71566" y="1015860"/>
                    <a:pt x="70890" y="1015859"/>
                    <a:pt x="70194" y="1015858"/>
                  </a:cubicBezTo>
                  <a:cubicBezTo>
                    <a:pt x="68025" y="1015854"/>
                    <a:pt x="65857" y="1015844"/>
                    <a:pt x="63688" y="1015835"/>
                  </a:cubicBezTo>
                  <a:cubicBezTo>
                    <a:pt x="62221" y="1015831"/>
                    <a:pt x="60755" y="1015828"/>
                    <a:pt x="59288" y="1015825"/>
                  </a:cubicBezTo>
                  <a:cubicBezTo>
                    <a:pt x="55685" y="1015817"/>
                    <a:pt x="52083" y="1015804"/>
                    <a:pt x="48480" y="1015788"/>
                  </a:cubicBezTo>
                  <a:cubicBezTo>
                    <a:pt x="48480" y="1015052"/>
                    <a:pt x="48480" y="1014315"/>
                    <a:pt x="48480" y="1013556"/>
                  </a:cubicBezTo>
                  <a:cubicBezTo>
                    <a:pt x="46658" y="1012645"/>
                    <a:pt x="45455" y="1012709"/>
                    <a:pt x="43419" y="1012694"/>
                  </a:cubicBezTo>
                  <a:cubicBezTo>
                    <a:pt x="42676" y="1012687"/>
                    <a:pt x="41934" y="1012679"/>
                    <a:pt x="41169" y="1012671"/>
                  </a:cubicBezTo>
                  <a:cubicBezTo>
                    <a:pt x="39963" y="1012663"/>
                    <a:pt x="39963" y="1012663"/>
                    <a:pt x="38733" y="1012655"/>
                  </a:cubicBezTo>
                  <a:cubicBezTo>
                    <a:pt x="37046" y="1012634"/>
                    <a:pt x="35358" y="1012613"/>
                    <a:pt x="33671" y="1012591"/>
                  </a:cubicBezTo>
                  <a:cubicBezTo>
                    <a:pt x="30999" y="1012560"/>
                    <a:pt x="28327" y="1012533"/>
                    <a:pt x="25655" y="1012513"/>
                  </a:cubicBezTo>
                  <a:cubicBezTo>
                    <a:pt x="23084" y="1012493"/>
                    <a:pt x="20514" y="1012459"/>
                    <a:pt x="17944" y="1012422"/>
                  </a:cubicBezTo>
                  <a:cubicBezTo>
                    <a:pt x="17138" y="1012420"/>
                    <a:pt x="16333" y="1012418"/>
                    <a:pt x="15503" y="1012415"/>
                  </a:cubicBezTo>
                  <a:cubicBezTo>
                    <a:pt x="14393" y="1012397"/>
                    <a:pt x="14393" y="1012397"/>
                    <a:pt x="13261" y="1012378"/>
                  </a:cubicBezTo>
                  <a:cubicBezTo>
                    <a:pt x="12606" y="1012372"/>
                    <a:pt x="11951" y="1012366"/>
                    <a:pt x="11276" y="1012359"/>
                  </a:cubicBezTo>
                  <a:cubicBezTo>
                    <a:pt x="10538" y="1012215"/>
                    <a:pt x="10538" y="1012215"/>
                    <a:pt x="9784" y="1012068"/>
                  </a:cubicBezTo>
                  <a:cubicBezTo>
                    <a:pt x="9416" y="1010963"/>
                    <a:pt x="9416" y="1010963"/>
                    <a:pt x="9040" y="1009835"/>
                  </a:cubicBezTo>
                  <a:cubicBezTo>
                    <a:pt x="7342" y="1009425"/>
                    <a:pt x="7342" y="1009425"/>
                    <a:pt x="5366" y="1009370"/>
                  </a:cubicBezTo>
                  <a:cubicBezTo>
                    <a:pt x="1716" y="1009150"/>
                    <a:pt x="1716" y="1009150"/>
                    <a:pt x="110" y="1008347"/>
                  </a:cubicBezTo>
                  <a:cubicBezTo>
                    <a:pt x="-101" y="1006352"/>
                    <a:pt x="47" y="1004404"/>
                    <a:pt x="110" y="1002394"/>
                  </a:cubicBezTo>
                  <a:cubicBezTo>
                    <a:pt x="847" y="1002639"/>
                    <a:pt x="1584" y="1002885"/>
                    <a:pt x="2343" y="1003138"/>
                  </a:cubicBezTo>
                  <a:cubicBezTo>
                    <a:pt x="2349" y="1002608"/>
                    <a:pt x="2355" y="1002079"/>
                    <a:pt x="2361" y="1001533"/>
                  </a:cubicBezTo>
                  <a:cubicBezTo>
                    <a:pt x="2419" y="996550"/>
                    <a:pt x="2484" y="991568"/>
                    <a:pt x="2557" y="986586"/>
                  </a:cubicBezTo>
                  <a:cubicBezTo>
                    <a:pt x="2594" y="984024"/>
                    <a:pt x="2628" y="981462"/>
                    <a:pt x="2657" y="978900"/>
                  </a:cubicBezTo>
                  <a:cubicBezTo>
                    <a:pt x="2689" y="975958"/>
                    <a:pt x="2734" y="973015"/>
                    <a:pt x="2779" y="970073"/>
                  </a:cubicBezTo>
                  <a:cubicBezTo>
                    <a:pt x="2787" y="969149"/>
                    <a:pt x="2796" y="968225"/>
                    <a:pt x="2805" y="967273"/>
                  </a:cubicBezTo>
                  <a:cubicBezTo>
                    <a:pt x="2820" y="966424"/>
                    <a:pt x="2834" y="965575"/>
                    <a:pt x="2850" y="964700"/>
                  </a:cubicBezTo>
                  <a:cubicBezTo>
                    <a:pt x="2860" y="963948"/>
                    <a:pt x="2870" y="963196"/>
                    <a:pt x="2880" y="962422"/>
                  </a:cubicBezTo>
                  <a:cubicBezTo>
                    <a:pt x="2948" y="961861"/>
                    <a:pt x="3017" y="961300"/>
                    <a:pt x="3087" y="960722"/>
                  </a:cubicBezTo>
                  <a:cubicBezTo>
                    <a:pt x="3578" y="960476"/>
                    <a:pt x="4069" y="960231"/>
                    <a:pt x="4575" y="959978"/>
                  </a:cubicBezTo>
                  <a:cubicBezTo>
                    <a:pt x="5314" y="957763"/>
                    <a:pt x="5424" y="956265"/>
                    <a:pt x="5449" y="953952"/>
                  </a:cubicBezTo>
                  <a:cubicBezTo>
                    <a:pt x="5459" y="953180"/>
                    <a:pt x="5469" y="952407"/>
                    <a:pt x="5479" y="951612"/>
                  </a:cubicBezTo>
                  <a:cubicBezTo>
                    <a:pt x="5487" y="950779"/>
                    <a:pt x="5495" y="949947"/>
                    <a:pt x="5503" y="949089"/>
                  </a:cubicBezTo>
                  <a:cubicBezTo>
                    <a:pt x="5527" y="947336"/>
                    <a:pt x="5552" y="945583"/>
                    <a:pt x="5577" y="943831"/>
                  </a:cubicBezTo>
                  <a:cubicBezTo>
                    <a:pt x="5612" y="941059"/>
                    <a:pt x="5645" y="938288"/>
                    <a:pt x="5674" y="935516"/>
                  </a:cubicBezTo>
                  <a:cubicBezTo>
                    <a:pt x="5704" y="932847"/>
                    <a:pt x="5742" y="930178"/>
                    <a:pt x="5782" y="927509"/>
                  </a:cubicBezTo>
                  <a:cubicBezTo>
                    <a:pt x="5788" y="926673"/>
                    <a:pt x="5794" y="925838"/>
                    <a:pt x="5801" y="924977"/>
                  </a:cubicBezTo>
                  <a:cubicBezTo>
                    <a:pt x="5813" y="924209"/>
                    <a:pt x="5825" y="923442"/>
                    <a:pt x="5838" y="922651"/>
                  </a:cubicBezTo>
                  <a:cubicBezTo>
                    <a:pt x="5846" y="921972"/>
                    <a:pt x="5853" y="921293"/>
                    <a:pt x="5861" y="920594"/>
                  </a:cubicBezTo>
                  <a:cubicBezTo>
                    <a:pt x="5961" y="919830"/>
                    <a:pt x="5961" y="919830"/>
                    <a:pt x="6064" y="919050"/>
                  </a:cubicBezTo>
                  <a:cubicBezTo>
                    <a:pt x="6555" y="918805"/>
                    <a:pt x="7046" y="918559"/>
                    <a:pt x="7552" y="918306"/>
                  </a:cubicBezTo>
                  <a:cubicBezTo>
                    <a:pt x="7785" y="916580"/>
                    <a:pt x="7785" y="916580"/>
                    <a:pt x="7754" y="914476"/>
                  </a:cubicBezTo>
                  <a:cubicBezTo>
                    <a:pt x="7761" y="913659"/>
                    <a:pt x="7769" y="912842"/>
                    <a:pt x="7777" y="912001"/>
                  </a:cubicBezTo>
                  <a:cubicBezTo>
                    <a:pt x="7778" y="911112"/>
                    <a:pt x="7780" y="910223"/>
                    <a:pt x="7781" y="909307"/>
                  </a:cubicBezTo>
                  <a:cubicBezTo>
                    <a:pt x="7800" y="907447"/>
                    <a:pt x="7819" y="905588"/>
                    <a:pt x="7838" y="903728"/>
                  </a:cubicBezTo>
                  <a:cubicBezTo>
                    <a:pt x="7860" y="900779"/>
                    <a:pt x="7877" y="897829"/>
                    <a:pt x="7891" y="894880"/>
                  </a:cubicBezTo>
                  <a:cubicBezTo>
                    <a:pt x="7907" y="892046"/>
                    <a:pt x="7937" y="889212"/>
                    <a:pt x="7967" y="886378"/>
                  </a:cubicBezTo>
                  <a:cubicBezTo>
                    <a:pt x="7968" y="885489"/>
                    <a:pt x="7968" y="884600"/>
                    <a:pt x="7968" y="883684"/>
                  </a:cubicBezTo>
                  <a:cubicBezTo>
                    <a:pt x="7983" y="882458"/>
                    <a:pt x="7983" y="882458"/>
                    <a:pt x="7998" y="881208"/>
                  </a:cubicBezTo>
                  <a:cubicBezTo>
                    <a:pt x="8002" y="880485"/>
                    <a:pt x="8005" y="879762"/>
                    <a:pt x="8009" y="879017"/>
                  </a:cubicBezTo>
                  <a:cubicBezTo>
                    <a:pt x="8104" y="878476"/>
                    <a:pt x="8198" y="877935"/>
                    <a:pt x="8296" y="877378"/>
                  </a:cubicBezTo>
                  <a:cubicBezTo>
                    <a:pt x="9033" y="877133"/>
                    <a:pt x="9769" y="876887"/>
                    <a:pt x="10528" y="876634"/>
                  </a:cubicBezTo>
                  <a:cubicBezTo>
                    <a:pt x="10877" y="874913"/>
                    <a:pt x="10877" y="874913"/>
                    <a:pt x="10826" y="872804"/>
                  </a:cubicBezTo>
                  <a:cubicBezTo>
                    <a:pt x="10841" y="871579"/>
                    <a:pt x="10841" y="871579"/>
                    <a:pt x="10857" y="870329"/>
                  </a:cubicBezTo>
                  <a:cubicBezTo>
                    <a:pt x="10857" y="869440"/>
                    <a:pt x="10857" y="868551"/>
                    <a:pt x="10857" y="867635"/>
                  </a:cubicBezTo>
                  <a:cubicBezTo>
                    <a:pt x="10867" y="866729"/>
                    <a:pt x="10876" y="865823"/>
                    <a:pt x="10887" y="864890"/>
                  </a:cubicBezTo>
                  <a:cubicBezTo>
                    <a:pt x="10917" y="861984"/>
                    <a:pt x="10933" y="859077"/>
                    <a:pt x="10947" y="856170"/>
                  </a:cubicBezTo>
                  <a:cubicBezTo>
                    <a:pt x="10965" y="853263"/>
                    <a:pt x="10985" y="850357"/>
                    <a:pt x="11015" y="847450"/>
                  </a:cubicBezTo>
                  <a:cubicBezTo>
                    <a:pt x="11033" y="845637"/>
                    <a:pt x="11044" y="843825"/>
                    <a:pt x="11048" y="842012"/>
                  </a:cubicBezTo>
                  <a:cubicBezTo>
                    <a:pt x="11055" y="841195"/>
                    <a:pt x="11063" y="840378"/>
                    <a:pt x="11071" y="839536"/>
                  </a:cubicBezTo>
                  <a:cubicBezTo>
                    <a:pt x="11075" y="838451"/>
                    <a:pt x="11075" y="838451"/>
                    <a:pt x="11080" y="837345"/>
                  </a:cubicBezTo>
                  <a:cubicBezTo>
                    <a:pt x="11144" y="836804"/>
                    <a:pt x="11207" y="836263"/>
                    <a:pt x="11273" y="835706"/>
                  </a:cubicBezTo>
                  <a:cubicBezTo>
                    <a:pt x="11764" y="835461"/>
                    <a:pt x="12255" y="835215"/>
                    <a:pt x="12761" y="834962"/>
                  </a:cubicBezTo>
                  <a:cubicBezTo>
                    <a:pt x="13565" y="832689"/>
                    <a:pt x="13609" y="830503"/>
                    <a:pt x="13634" y="828107"/>
                  </a:cubicBezTo>
                  <a:cubicBezTo>
                    <a:pt x="13644" y="827335"/>
                    <a:pt x="13654" y="826563"/>
                    <a:pt x="13665" y="825768"/>
                  </a:cubicBezTo>
                  <a:cubicBezTo>
                    <a:pt x="13672" y="824939"/>
                    <a:pt x="13680" y="824110"/>
                    <a:pt x="13688" y="823257"/>
                  </a:cubicBezTo>
                  <a:cubicBezTo>
                    <a:pt x="13713" y="821506"/>
                    <a:pt x="13737" y="819756"/>
                    <a:pt x="13762" y="818005"/>
                  </a:cubicBezTo>
                  <a:cubicBezTo>
                    <a:pt x="13798" y="815242"/>
                    <a:pt x="13831" y="812479"/>
                    <a:pt x="13860" y="809715"/>
                  </a:cubicBezTo>
                  <a:cubicBezTo>
                    <a:pt x="13889" y="807051"/>
                    <a:pt x="13928" y="804387"/>
                    <a:pt x="13967" y="801723"/>
                  </a:cubicBezTo>
                  <a:cubicBezTo>
                    <a:pt x="13973" y="800890"/>
                    <a:pt x="13980" y="800057"/>
                    <a:pt x="13986" y="799198"/>
                  </a:cubicBezTo>
                  <a:cubicBezTo>
                    <a:pt x="13998" y="798433"/>
                    <a:pt x="14011" y="797668"/>
                    <a:pt x="14024" y="796880"/>
                  </a:cubicBezTo>
                  <a:cubicBezTo>
                    <a:pt x="14031" y="796203"/>
                    <a:pt x="14039" y="795526"/>
                    <a:pt x="14047" y="794829"/>
                  </a:cubicBezTo>
                  <a:cubicBezTo>
                    <a:pt x="14147" y="794067"/>
                    <a:pt x="14147" y="794067"/>
                    <a:pt x="14249" y="793290"/>
                  </a:cubicBezTo>
                  <a:cubicBezTo>
                    <a:pt x="14740" y="793045"/>
                    <a:pt x="15231" y="792799"/>
                    <a:pt x="15737" y="792546"/>
                  </a:cubicBezTo>
                  <a:cubicBezTo>
                    <a:pt x="15971" y="790790"/>
                    <a:pt x="15971" y="790790"/>
                    <a:pt x="15939" y="788648"/>
                  </a:cubicBezTo>
                  <a:cubicBezTo>
                    <a:pt x="15947" y="787816"/>
                    <a:pt x="15954" y="786985"/>
                    <a:pt x="15962" y="786127"/>
                  </a:cubicBezTo>
                  <a:cubicBezTo>
                    <a:pt x="15964" y="785222"/>
                    <a:pt x="15965" y="784317"/>
                    <a:pt x="15967" y="783384"/>
                  </a:cubicBezTo>
                  <a:cubicBezTo>
                    <a:pt x="15986" y="781491"/>
                    <a:pt x="16005" y="779597"/>
                    <a:pt x="16024" y="777704"/>
                  </a:cubicBezTo>
                  <a:cubicBezTo>
                    <a:pt x="16047" y="774701"/>
                    <a:pt x="16063" y="771697"/>
                    <a:pt x="16077" y="768694"/>
                  </a:cubicBezTo>
                  <a:cubicBezTo>
                    <a:pt x="16091" y="765808"/>
                    <a:pt x="16122" y="762922"/>
                    <a:pt x="16153" y="760037"/>
                  </a:cubicBezTo>
                  <a:cubicBezTo>
                    <a:pt x="16153" y="759131"/>
                    <a:pt x="16153" y="758226"/>
                    <a:pt x="16153" y="757293"/>
                  </a:cubicBezTo>
                  <a:cubicBezTo>
                    <a:pt x="16163" y="756461"/>
                    <a:pt x="16173" y="755629"/>
                    <a:pt x="16183" y="754772"/>
                  </a:cubicBezTo>
                  <a:cubicBezTo>
                    <a:pt x="16189" y="753668"/>
                    <a:pt x="16189" y="753668"/>
                    <a:pt x="16195" y="752541"/>
                  </a:cubicBezTo>
                  <a:cubicBezTo>
                    <a:pt x="16289" y="751991"/>
                    <a:pt x="16384" y="751441"/>
                    <a:pt x="16481" y="750874"/>
                  </a:cubicBezTo>
                  <a:cubicBezTo>
                    <a:pt x="17218" y="750629"/>
                    <a:pt x="17955" y="750383"/>
                    <a:pt x="18714" y="750130"/>
                  </a:cubicBezTo>
                  <a:cubicBezTo>
                    <a:pt x="19057" y="748445"/>
                    <a:pt x="19057" y="748445"/>
                    <a:pt x="19000" y="746381"/>
                  </a:cubicBezTo>
                  <a:cubicBezTo>
                    <a:pt x="19008" y="745581"/>
                    <a:pt x="19015" y="744781"/>
                    <a:pt x="19023" y="743957"/>
                  </a:cubicBezTo>
                  <a:cubicBezTo>
                    <a:pt x="19021" y="743087"/>
                    <a:pt x="19019" y="742217"/>
                    <a:pt x="19016" y="741320"/>
                  </a:cubicBezTo>
                  <a:cubicBezTo>
                    <a:pt x="19024" y="740432"/>
                    <a:pt x="19032" y="739545"/>
                    <a:pt x="19041" y="738631"/>
                  </a:cubicBezTo>
                  <a:cubicBezTo>
                    <a:pt x="19066" y="735782"/>
                    <a:pt x="19078" y="732934"/>
                    <a:pt x="19086" y="730085"/>
                  </a:cubicBezTo>
                  <a:cubicBezTo>
                    <a:pt x="19097" y="726342"/>
                    <a:pt x="19122" y="722599"/>
                    <a:pt x="19156" y="718856"/>
                  </a:cubicBezTo>
                  <a:cubicBezTo>
                    <a:pt x="19152" y="717553"/>
                    <a:pt x="19152" y="717553"/>
                    <a:pt x="19149" y="716223"/>
                  </a:cubicBezTo>
                  <a:cubicBezTo>
                    <a:pt x="19156" y="715421"/>
                    <a:pt x="19164" y="714619"/>
                    <a:pt x="19172" y="713793"/>
                  </a:cubicBezTo>
                  <a:cubicBezTo>
                    <a:pt x="19173" y="713084"/>
                    <a:pt x="19175" y="712376"/>
                    <a:pt x="19176" y="711646"/>
                  </a:cubicBezTo>
                  <a:cubicBezTo>
                    <a:pt x="19269" y="711085"/>
                    <a:pt x="19362" y="710524"/>
                    <a:pt x="19458" y="709947"/>
                  </a:cubicBezTo>
                  <a:cubicBezTo>
                    <a:pt x="20195" y="709456"/>
                    <a:pt x="20931" y="708964"/>
                    <a:pt x="21690" y="708458"/>
                  </a:cubicBezTo>
                  <a:cubicBezTo>
                    <a:pt x="22035" y="706693"/>
                    <a:pt x="22035" y="706693"/>
                    <a:pt x="21989" y="704612"/>
                  </a:cubicBezTo>
                  <a:cubicBezTo>
                    <a:pt x="21999" y="703810"/>
                    <a:pt x="22008" y="703009"/>
                    <a:pt x="22019" y="702182"/>
                  </a:cubicBezTo>
                  <a:cubicBezTo>
                    <a:pt x="22019" y="701313"/>
                    <a:pt x="22019" y="700444"/>
                    <a:pt x="22019" y="699549"/>
                  </a:cubicBezTo>
                  <a:cubicBezTo>
                    <a:pt x="22034" y="698217"/>
                    <a:pt x="22034" y="698217"/>
                    <a:pt x="22049" y="696858"/>
                  </a:cubicBezTo>
                  <a:cubicBezTo>
                    <a:pt x="22079" y="694012"/>
                    <a:pt x="22095" y="691166"/>
                    <a:pt x="22109" y="688320"/>
                  </a:cubicBezTo>
                  <a:cubicBezTo>
                    <a:pt x="22127" y="685471"/>
                    <a:pt x="22148" y="682623"/>
                    <a:pt x="22177" y="679774"/>
                  </a:cubicBezTo>
                  <a:cubicBezTo>
                    <a:pt x="22196" y="677999"/>
                    <a:pt x="22207" y="676223"/>
                    <a:pt x="22210" y="674448"/>
                  </a:cubicBezTo>
                  <a:cubicBezTo>
                    <a:pt x="22217" y="673648"/>
                    <a:pt x="22225" y="672848"/>
                    <a:pt x="22233" y="672024"/>
                  </a:cubicBezTo>
                  <a:cubicBezTo>
                    <a:pt x="22236" y="671317"/>
                    <a:pt x="22239" y="670609"/>
                    <a:pt x="22242" y="669880"/>
                  </a:cubicBezTo>
                  <a:cubicBezTo>
                    <a:pt x="22338" y="669085"/>
                    <a:pt x="22338" y="669085"/>
                    <a:pt x="22435" y="668275"/>
                  </a:cubicBezTo>
                  <a:cubicBezTo>
                    <a:pt x="22926" y="668029"/>
                    <a:pt x="23417" y="667784"/>
                    <a:pt x="23923" y="667531"/>
                  </a:cubicBezTo>
                  <a:cubicBezTo>
                    <a:pt x="24172" y="665739"/>
                    <a:pt x="24172" y="665739"/>
                    <a:pt x="24160" y="663553"/>
                  </a:cubicBezTo>
                  <a:cubicBezTo>
                    <a:pt x="24175" y="662703"/>
                    <a:pt x="24190" y="661854"/>
                    <a:pt x="24205" y="660979"/>
                  </a:cubicBezTo>
                  <a:cubicBezTo>
                    <a:pt x="24214" y="660055"/>
                    <a:pt x="24222" y="659131"/>
                    <a:pt x="24231" y="658179"/>
                  </a:cubicBezTo>
                  <a:cubicBezTo>
                    <a:pt x="24245" y="657239"/>
                    <a:pt x="24260" y="656299"/>
                    <a:pt x="24275" y="655330"/>
                  </a:cubicBezTo>
                  <a:cubicBezTo>
                    <a:pt x="24312" y="652826"/>
                    <a:pt x="24342" y="650321"/>
                    <a:pt x="24370" y="647817"/>
                  </a:cubicBezTo>
                  <a:cubicBezTo>
                    <a:pt x="24400" y="645263"/>
                    <a:pt x="24438" y="642710"/>
                    <a:pt x="24475" y="640156"/>
                  </a:cubicBezTo>
                  <a:cubicBezTo>
                    <a:pt x="24547" y="635142"/>
                    <a:pt x="24610" y="630129"/>
                    <a:pt x="24667" y="625115"/>
                  </a:cubicBezTo>
                  <a:cubicBezTo>
                    <a:pt x="25404" y="625360"/>
                    <a:pt x="26140" y="625606"/>
                    <a:pt x="26899" y="625859"/>
                  </a:cubicBezTo>
                  <a:cubicBezTo>
                    <a:pt x="27145" y="611861"/>
                    <a:pt x="27391" y="597864"/>
                    <a:pt x="27644" y="583443"/>
                  </a:cubicBezTo>
                  <a:cubicBezTo>
                    <a:pt x="28135" y="583443"/>
                    <a:pt x="28626" y="583443"/>
                    <a:pt x="29132" y="583443"/>
                  </a:cubicBezTo>
                  <a:cubicBezTo>
                    <a:pt x="30066" y="581574"/>
                    <a:pt x="29984" y="580269"/>
                    <a:pt x="30005" y="578177"/>
                  </a:cubicBezTo>
                  <a:cubicBezTo>
                    <a:pt x="30015" y="577390"/>
                    <a:pt x="30025" y="576603"/>
                    <a:pt x="30036" y="575792"/>
                  </a:cubicBezTo>
                  <a:cubicBezTo>
                    <a:pt x="30043" y="574939"/>
                    <a:pt x="30051" y="574086"/>
                    <a:pt x="30059" y="573208"/>
                  </a:cubicBezTo>
                  <a:cubicBezTo>
                    <a:pt x="30084" y="571419"/>
                    <a:pt x="30108" y="569630"/>
                    <a:pt x="30133" y="567841"/>
                  </a:cubicBezTo>
                  <a:cubicBezTo>
                    <a:pt x="30169" y="565007"/>
                    <a:pt x="30202" y="562173"/>
                    <a:pt x="30231" y="559340"/>
                  </a:cubicBezTo>
                  <a:cubicBezTo>
                    <a:pt x="30260" y="556614"/>
                    <a:pt x="30299" y="553888"/>
                    <a:pt x="30338" y="551163"/>
                  </a:cubicBezTo>
                  <a:cubicBezTo>
                    <a:pt x="30344" y="550309"/>
                    <a:pt x="30351" y="549454"/>
                    <a:pt x="30357" y="548574"/>
                  </a:cubicBezTo>
                  <a:cubicBezTo>
                    <a:pt x="30376" y="547397"/>
                    <a:pt x="30376" y="547397"/>
                    <a:pt x="30395" y="546196"/>
                  </a:cubicBezTo>
                  <a:cubicBezTo>
                    <a:pt x="30402" y="545502"/>
                    <a:pt x="30410" y="544807"/>
                    <a:pt x="30418" y="544092"/>
                  </a:cubicBezTo>
                  <a:cubicBezTo>
                    <a:pt x="30485" y="543571"/>
                    <a:pt x="30551" y="543051"/>
                    <a:pt x="30620" y="542515"/>
                  </a:cubicBezTo>
                  <a:cubicBezTo>
                    <a:pt x="31111" y="542269"/>
                    <a:pt x="31602" y="542024"/>
                    <a:pt x="32108" y="541771"/>
                  </a:cubicBezTo>
                  <a:cubicBezTo>
                    <a:pt x="32358" y="540010"/>
                    <a:pt x="32358" y="540010"/>
                    <a:pt x="32346" y="537861"/>
                  </a:cubicBezTo>
                  <a:cubicBezTo>
                    <a:pt x="32361" y="537027"/>
                    <a:pt x="32375" y="536193"/>
                    <a:pt x="32391" y="535333"/>
                  </a:cubicBezTo>
                  <a:cubicBezTo>
                    <a:pt x="32403" y="533972"/>
                    <a:pt x="32403" y="533972"/>
                    <a:pt x="32417" y="532583"/>
                  </a:cubicBezTo>
                  <a:cubicBezTo>
                    <a:pt x="32431" y="531659"/>
                    <a:pt x="32445" y="530735"/>
                    <a:pt x="32460" y="529783"/>
                  </a:cubicBezTo>
                  <a:cubicBezTo>
                    <a:pt x="32497" y="527323"/>
                    <a:pt x="32528" y="524863"/>
                    <a:pt x="32556" y="522402"/>
                  </a:cubicBezTo>
                  <a:cubicBezTo>
                    <a:pt x="32585" y="519893"/>
                    <a:pt x="32623" y="517385"/>
                    <a:pt x="32661" y="514876"/>
                  </a:cubicBezTo>
                  <a:cubicBezTo>
                    <a:pt x="32732" y="509950"/>
                    <a:pt x="32796" y="505025"/>
                    <a:pt x="32853" y="500099"/>
                  </a:cubicBezTo>
                  <a:cubicBezTo>
                    <a:pt x="33589" y="500345"/>
                    <a:pt x="34326" y="500590"/>
                    <a:pt x="35085" y="500843"/>
                  </a:cubicBezTo>
                  <a:cubicBezTo>
                    <a:pt x="35089" y="500317"/>
                    <a:pt x="35094" y="499790"/>
                    <a:pt x="35098" y="499248"/>
                  </a:cubicBezTo>
                  <a:cubicBezTo>
                    <a:pt x="35141" y="494288"/>
                    <a:pt x="35195" y="489328"/>
                    <a:pt x="35260" y="484368"/>
                  </a:cubicBezTo>
                  <a:cubicBezTo>
                    <a:pt x="35294" y="481818"/>
                    <a:pt x="35323" y="479268"/>
                    <a:pt x="35343" y="476718"/>
                  </a:cubicBezTo>
                  <a:cubicBezTo>
                    <a:pt x="35366" y="473786"/>
                    <a:pt x="35407" y="470855"/>
                    <a:pt x="35448" y="467924"/>
                  </a:cubicBezTo>
                  <a:cubicBezTo>
                    <a:pt x="35455" y="466549"/>
                    <a:pt x="35455" y="466549"/>
                    <a:pt x="35463" y="465147"/>
                  </a:cubicBezTo>
                  <a:cubicBezTo>
                    <a:pt x="35478" y="464298"/>
                    <a:pt x="35492" y="463449"/>
                    <a:pt x="35507" y="462574"/>
                  </a:cubicBezTo>
                  <a:cubicBezTo>
                    <a:pt x="35516" y="461826"/>
                    <a:pt x="35524" y="461077"/>
                    <a:pt x="35532" y="460306"/>
                  </a:cubicBezTo>
                  <a:cubicBezTo>
                    <a:pt x="35883" y="458085"/>
                    <a:pt x="36516" y="457724"/>
                    <a:pt x="38062" y="456195"/>
                  </a:cubicBezTo>
                  <a:cubicBezTo>
                    <a:pt x="38403" y="454355"/>
                    <a:pt x="38403" y="454355"/>
                    <a:pt x="38360" y="452264"/>
                  </a:cubicBezTo>
                  <a:cubicBezTo>
                    <a:pt x="38375" y="451061"/>
                    <a:pt x="38375" y="451061"/>
                    <a:pt x="38390" y="449834"/>
                  </a:cubicBezTo>
                  <a:cubicBezTo>
                    <a:pt x="38390" y="448969"/>
                    <a:pt x="38390" y="448104"/>
                    <a:pt x="38390" y="447213"/>
                  </a:cubicBezTo>
                  <a:cubicBezTo>
                    <a:pt x="38400" y="446326"/>
                    <a:pt x="38410" y="445439"/>
                    <a:pt x="38420" y="444525"/>
                  </a:cubicBezTo>
                  <a:cubicBezTo>
                    <a:pt x="38450" y="441687"/>
                    <a:pt x="38466" y="438848"/>
                    <a:pt x="38480" y="436010"/>
                  </a:cubicBezTo>
                  <a:cubicBezTo>
                    <a:pt x="38498" y="433166"/>
                    <a:pt x="38519" y="430323"/>
                    <a:pt x="38548" y="427479"/>
                  </a:cubicBezTo>
                  <a:cubicBezTo>
                    <a:pt x="38567" y="425708"/>
                    <a:pt x="38578" y="423936"/>
                    <a:pt x="38581" y="422165"/>
                  </a:cubicBezTo>
                  <a:cubicBezTo>
                    <a:pt x="38588" y="421368"/>
                    <a:pt x="38596" y="420570"/>
                    <a:pt x="38604" y="419749"/>
                  </a:cubicBezTo>
                  <a:cubicBezTo>
                    <a:pt x="38607" y="419043"/>
                    <a:pt x="38610" y="418338"/>
                    <a:pt x="38614" y="417611"/>
                  </a:cubicBezTo>
                  <a:cubicBezTo>
                    <a:pt x="38677" y="417083"/>
                    <a:pt x="38740" y="416555"/>
                    <a:pt x="38806" y="416011"/>
                  </a:cubicBezTo>
                  <a:cubicBezTo>
                    <a:pt x="39297" y="415766"/>
                    <a:pt x="39788" y="415520"/>
                    <a:pt x="40294" y="415267"/>
                  </a:cubicBezTo>
                  <a:cubicBezTo>
                    <a:pt x="40543" y="413536"/>
                    <a:pt x="40543" y="413536"/>
                    <a:pt x="40531" y="411425"/>
                  </a:cubicBezTo>
                  <a:cubicBezTo>
                    <a:pt x="40546" y="410606"/>
                    <a:pt x="40561" y="409787"/>
                    <a:pt x="40576" y="408943"/>
                  </a:cubicBezTo>
                  <a:cubicBezTo>
                    <a:pt x="40585" y="408051"/>
                    <a:pt x="40593" y="407160"/>
                    <a:pt x="40602" y="406241"/>
                  </a:cubicBezTo>
                  <a:cubicBezTo>
                    <a:pt x="40617" y="405334"/>
                    <a:pt x="40631" y="404427"/>
                    <a:pt x="40646" y="403492"/>
                  </a:cubicBezTo>
                  <a:cubicBezTo>
                    <a:pt x="40690" y="400580"/>
                    <a:pt x="40725" y="397668"/>
                    <a:pt x="40759" y="394757"/>
                  </a:cubicBezTo>
                  <a:cubicBezTo>
                    <a:pt x="40787" y="392788"/>
                    <a:pt x="40817" y="390820"/>
                    <a:pt x="40846" y="388851"/>
                  </a:cubicBezTo>
                  <a:cubicBezTo>
                    <a:pt x="40918" y="384014"/>
                    <a:pt x="40981" y="379177"/>
                    <a:pt x="41038" y="374339"/>
                  </a:cubicBezTo>
                  <a:cubicBezTo>
                    <a:pt x="41775" y="374339"/>
                    <a:pt x="42512" y="374339"/>
                    <a:pt x="43271" y="374339"/>
                  </a:cubicBezTo>
                  <a:cubicBezTo>
                    <a:pt x="43516" y="360342"/>
                    <a:pt x="43762" y="346345"/>
                    <a:pt x="44015" y="331923"/>
                  </a:cubicBezTo>
                  <a:cubicBezTo>
                    <a:pt x="44751" y="331923"/>
                    <a:pt x="45488" y="331923"/>
                    <a:pt x="46247" y="331923"/>
                  </a:cubicBezTo>
                  <a:cubicBezTo>
                    <a:pt x="46253" y="331403"/>
                    <a:pt x="46259" y="330882"/>
                    <a:pt x="46265" y="330346"/>
                  </a:cubicBezTo>
                  <a:cubicBezTo>
                    <a:pt x="46323" y="325451"/>
                    <a:pt x="46388" y="320557"/>
                    <a:pt x="46461" y="315662"/>
                  </a:cubicBezTo>
                  <a:cubicBezTo>
                    <a:pt x="46498" y="313145"/>
                    <a:pt x="46533" y="310628"/>
                    <a:pt x="46561" y="308112"/>
                  </a:cubicBezTo>
                  <a:cubicBezTo>
                    <a:pt x="46594" y="305221"/>
                    <a:pt x="46638" y="302330"/>
                    <a:pt x="46683" y="299440"/>
                  </a:cubicBezTo>
                  <a:cubicBezTo>
                    <a:pt x="46692" y="298532"/>
                    <a:pt x="46700" y="297624"/>
                    <a:pt x="46709" y="296689"/>
                  </a:cubicBezTo>
                  <a:cubicBezTo>
                    <a:pt x="46724" y="295855"/>
                    <a:pt x="46739" y="295021"/>
                    <a:pt x="46754" y="294161"/>
                  </a:cubicBezTo>
                  <a:cubicBezTo>
                    <a:pt x="46764" y="293423"/>
                    <a:pt x="46774" y="292684"/>
                    <a:pt x="46784" y="291923"/>
                  </a:cubicBezTo>
                  <a:cubicBezTo>
                    <a:pt x="46852" y="291371"/>
                    <a:pt x="46921" y="290820"/>
                    <a:pt x="46991" y="290251"/>
                  </a:cubicBezTo>
                  <a:cubicBezTo>
                    <a:pt x="47482" y="290006"/>
                    <a:pt x="47974" y="289760"/>
                    <a:pt x="48480" y="289507"/>
                  </a:cubicBezTo>
                  <a:cubicBezTo>
                    <a:pt x="48713" y="287781"/>
                    <a:pt x="48713" y="287781"/>
                    <a:pt x="48681" y="285678"/>
                  </a:cubicBezTo>
                  <a:cubicBezTo>
                    <a:pt x="48689" y="284861"/>
                    <a:pt x="48697" y="284044"/>
                    <a:pt x="48704" y="283202"/>
                  </a:cubicBezTo>
                  <a:cubicBezTo>
                    <a:pt x="48706" y="282313"/>
                    <a:pt x="48708" y="281424"/>
                    <a:pt x="48709" y="280508"/>
                  </a:cubicBezTo>
                  <a:cubicBezTo>
                    <a:pt x="48728" y="278648"/>
                    <a:pt x="48747" y="276789"/>
                    <a:pt x="48766" y="274930"/>
                  </a:cubicBezTo>
                  <a:cubicBezTo>
                    <a:pt x="48787" y="271980"/>
                    <a:pt x="48805" y="269031"/>
                    <a:pt x="48819" y="266081"/>
                  </a:cubicBezTo>
                  <a:cubicBezTo>
                    <a:pt x="48835" y="263247"/>
                    <a:pt x="48864" y="260413"/>
                    <a:pt x="48895" y="257579"/>
                  </a:cubicBezTo>
                  <a:cubicBezTo>
                    <a:pt x="48895" y="256690"/>
                    <a:pt x="48895" y="255801"/>
                    <a:pt x="48895" y="254885"/>
                  </a:cubicBezTo>
                  <a:cubicBezTo>
                    <a:pt x="48905" y="254068"/>
                    <a:pt x="48915" y="253251"/>
                    <a:pt x="48926" y="252409"/>
                  </a:cubicBezTo>
                  <a:cubicBezTo>
                    <a:pt x="48929" y="251686"/>
                    <a:pt x="48933" y="250963"/>
                    <a:pt x="48937" y="250218"/>
                  </a:cubicBezTo>
                  <a:cubicBezTo>
                    <a:pt x="49032" y="249677"/>
                    <a:pt x="49126" y="249137"/>
                    <a:pt x="49224" y="248580"/>
                  </a:cubicBezTo>
                  <a:cubicBezTo>
                    <a:pt x="49960" y="248334"/>
                    <a:pt x="50697" y="248088"/>
                    <a:pt x="51456" y="247835"/>
                  </a:cubicBezTo>
                  <a:cubicBezTo>
                    <a:pt x="51815" y="246110"/>
                    <a:pt x="51815" y="246110"/>
                    <a:pt x="51778" y="243994"/>
                  </a:cubicBezTo>
                  <a:cubicBezTo>
                    <a:pt x="51793" y="243175"/>
                    <a:pt x="51807" y="242355"/>
                    <a:pt x="51822" y="241511"/>
                  </a:cubicBezTo>
                  <a:cubicBezTo>
                    <a:pt x="51827" y="240620"/>
                    <a:pt x="51832" y="239728"/>
                    <a:pt x="51837" y="238810"/>
                  </a:cubicBezTo>
                  <a:cubicBezTo>
                    <a:pt x="51850" y="237902"/>
                    <a:pt x="51864" y="236995"/>
                    <a:pt x="51877" y="236060"/>
                  </a:cubicBezTo>
                  <a:cubicBezTo>
                    <a:pt x="51918" y="233148"/>
                    <a:pt x="51943" y="230237"/>
                    <a:pt x="51968" y="227325"/>
                  </a:cubicBezTo>
                  <a:cubicBezTo>
                    <a:pt x="51992" y="225357"/>
                    <a:pt x="52018" y="223388"/>
                    <a:pt x="52045" y="221420"/>
                  </a:cubicBezTo>
                  <a:cubicBezTo>
                    <a:pt x="52108" y="216583"/>
                    <a:pt x="52159" y="211745"/>
                    <a:pt x="52200" y="206908"/>
                  </a:cubicBezTo>
                  <a:cubicBezTo>
                    <a:pt x="52937" y="206908"/>
                    <a:pt x="53674" y="206908"/>
                    <a:pt x="54433" y="206908"/>
                  </a:cubicBezTo>
                  <a:cubicBezTo>
                    <a:pt x="54439" y="206378"/>
                    <a:pt x="54445" y="205848"/>
                    <a:pt x="54451" y="205302"/>
                  </a:cubicBezTo>
                  <a:cubicBezTo>
                    <a:pt x="54509" y="200320"/>
                    <a:pt x="54574" y="195337"/>
                    <a:pt x="54647" y="190355"/>
                  </a:cubicBezTo>
                  <a:cubicBezTo>
                    <a:pt x="54684" y="187793"/>
                    <a:pt x="54718" y="185232"/>
                    <a:pt x="54747" y="182670"/>
                  </a:cubicBezTo>
                  <a:cubicBezTo>
                    <a:pt x="54779" y="179727"/>
                    <a:pt x="54824" y="176785"/>
                    <a:pt x="54869" y="173843"/>
                  </a:cubicBezTo>
                  <a:cubicBezTo>
                    <a:pt x="54877" y="172919"/>
                    <a:pt x="54886" y="171995"/>
                    <a:pt x="54895" y="171043"/>
                  </a:cubicBezTo>
                  <a:cubicBezTo>
                    <a:pt x="54910" y="170194"/>
                    <a:pt x="54924" y="169345"/>
                    <a:pt x="54940" y="168470"/>
                  </a:cubicBezTo>
                  <a:cubicBezTo>
                    <a:pt x="54949" y="167718"/>
                    <a:pt x="54959" y="166966"/>
                    <a:pt x="54970" y="166191"/>
                  </a:cubicBezTo>
                  <a:cubicBezTo>
                    <a:pt x="55038" y="165630"/>
                    <a:pt x="55106" y="165070"/>
                    <a:pt x="55177" y="164492"/>
                  </a:cubicBezTo>
                  <a:cubicBezTo>
                    <a:pt x="55668" y="164246"/>
                    <a:pt x="56159" y="164001"/>
                    <a:pt x="56665" y="163748"/>
                  </a:cubicBezTo>
                  <a:cubicBezTo>
                    <a:pt x="56914" y="161986"/>
                    <a:pt x="56914" y="161986"/>
                    <a:pt x="56902" y="159838"/>
                  </a:cubicBezTo>
                  <a:cubicBezTo>
                    <a:pt x="56917" y="159003"/>
                    <a:pt x="56932" y="158169"/>
                    <a:pt x="56947" y="157310"/>
                  </a:cubicBezTo>
                  <a:cubicBezTo>
                    <a:pt x="56956" y="156402"/>
                    <a:pt x="56964" y="155494"/>
                    <a:pt x="56973" y="154559"/>
                  </a:cubicBezTo>
                  <a:cubicBezTo>
                    <a:pt x="56988" y="153635"/>
                    <a:pt x="57002" y="152711"/>
                    <a:pt x="57017" y="151759"/>
                  </a:cubicBezTo>
                  <a:cubicBezTo>
                    <a:pt x="57054" y="149299"/>
                    <a:pt x="57085" y="146839"/>
                    <a:pt x="57112" y="144379"/>
                  </a:cubicBezTo>
                  <a:cubicBezTo>
                    <a:pt x="57142" y="141870"/>
                    <a:pt x="57180" y="139361"/>
                    <a:pt x="57217" y="136852"/>
                  </a:cubicBezTo>
                  <a:cubicBezTo>
                    <a:pt x="57289" y="131927"/>
                    <a:pt x="57352" y="127001"/>
                    <a:pt x="57409" y="122076"/>
                  </a:cubicBezTo>
                  <a:cubicBezTo>
                    <a:pt x="58146" y="122321"/>
                    <a:pt x="58883" y="122567"/>
                    <a:pt x="59642" y="122820"/>
                  </a:cubicBezTo>
                  <a:cubicBezTo>
                    <a:pt x="59887" y="109068"/>
                    <a:pt x="60133" y="95316"/>
                    <a:pt x="60386" y="81148"/>
                  </a:cubicBezTo>
                  <a:cubicBezTo>
                    <a:pt x="61122" y="81148"/>
                    <a:pt x="61859" y="81148"/>
                    <a:pt x="62618" y="81148"/>
                  </a:cubicBezTo>
                  <a:cubicBezTo>
                    <a:pt x="62618" y="80640"/>
                    <a:pt x="62617" y="80132"/>
                    <a:pt x="62616" y="79609"/>
                  </a:cubicBezTo>
                  <a:cubicBezTo>
                    <a:pt x="62615" y="74334"/>
                    <a:pt x="62644" y="69059"/>
                    <a:pt x="62691" y="63784"/>
                  </a:cubicBezTo>
                  <a:cubicBezTo>
                    <a:pt x="62704" y="61815"/>
                    <a:pt x="62710" y="59845"/>
                    <a:pt x="62708" y="57875"/>
                  </a:cubicBezTo>
                  <a:cubicBezTo>
                    <a:pt x="62705" y="55046"/>
                    <a:pt x="62732" y="52219"/>
                    <a:pt x="62764" y="49391"/>
                  </a:cubicBezTo>
                  <a:cubicBezTo>
                    <a:pt x="62757" y="48507"/>
                    <a:pt x="62750" y="47624"/>
                    <a:pt x="62743" y="46713"/>
                  </a:cubicBezTo>
                  <a:cubicBezTo>
                    <a:pt x="62783" y="44458"/>
                    <a:pt x="62838" y="42414"/>
                    <a:pt x="63362" y="40220"/>
                  </a:cubicBezTo>
                  <a:cubicBezTo>
                    <a:pt x="65586" y="38670"/>
                    <a:pt x="65586" y="38670"/>
                    <a:pt x="67827" y="37988"/>
                  </a:cubicBezTo>
                  <a:cubicBezTo>
                    <a:pt x="68073" y="37251"/>
                    <a:pt x="68318" y="36514"/>
                    <a:pt x="68571" y="35755"/>
                  </a:cubicBezTo>
                  <a:cubicBezTo>
                    <a:pt x="69308" y="35510"/>
                    <a:pt x="70045" y="35264"/>
                    <a:pt x="70804" y="35011"/>
                  </a:cubicBezTo>
                  <a:cubicBezTo>
                    <a:pt x="71019" y="34581"/>
                    <a:pt x="71234" y="34152"/>
                    <a:pt x="71455" y="33709"/>
                  </a:cubicBezTo>
                  <a:cubicBezTo>
                    <a:pt x="72587" y="31445"/>
                    <a:pt x="74143" y="29997"/>
                    <a:pt x="76013" y="28314"/>
                  </a:cubicBezTo>
                  <a:cubicBezTo>
                    <a:pt x="76504" y="28314"/>
                    <a:pt x="76995" y="28314"/>
                    <a:pt x="77501" y="28314"/>
                  </a:cubicBezTo>
                  <a:cubicBezTo>
                    <a:pt x="77639" y="27600"/>
                    <a:pt x="77639" y="27600"/>
                    <a:pt x="77780" y="26872"/>
                  </a:cubicBezTo>
                  <a:cubicBezTo>
                    <a:pt x="77934" y="26366"/>
                    <a:pt x="78087" y="25859"/>
                    <a:pt x="78245" y="25337"/>
                  </a:cubicBezTo>
                  <a:cubicBezTo>
                    <a:pt x="79237" y="25089"/>
                    <a:pt x="80230" y="24841"/>
                    <a:pt x="81222" y="24593"/>
                  </a:cubicBezTo>
                  <a:cubicBezTo>
                    <a:pt x="81345" y="24087"/>
                    <a:pt x="81467" y="23580"/>
                    <a:pt x="81594" y="23058"/>
                  </a:cubicBezTo>
                  <a:cubicBezTo>
                    <a:pt x="81717" y="22583"/>
                    <a:pt x="81839" y="22107"/>
                    <a:pt x="81966" y="21617"/>
                  </a:cubicBezTo>
                  <a:cubicBezTo>
                    <a:pt x="82948" y="21617"/>
                    <a:pt x="83930" y="21617"/>
                    <a:pt x="84942" y="21617"/>
                  </a:cubicBezTo>
                  <a:cubicBezTo>
                    <a:pt x="84942" y="20389"/>
                    <a:pt x="84942" y="19161"/>
                    <a:pt x="84942" y="17896"/>
                  </a:cubicBezTo>
                  <a:cubicBezTo>
                    <a:pt x="85925" y="17896"/>
                    <a:pt x="86907" y="17896"/>
                    <a:pt x="87919" y="17896"/>
                  </a:cubicBezTo>
                  <a:cubicBezTo>
                    <a:pt x="88419" y="16455"/>
                    <a:pt x="88419" y="16455"/>
                    <a:pt x="88663" y="14919"/>
                  </a:cubicBezTo>
                  <a:cubicBezTo>
                    <a:pt x="89400" y="14551"/>
                    <a:pt x="89400" y="14551"/>
                    <a:pt x="90151" y="14175"/>
                  </a:cubicBezTo>
                  <a:cubicBezTo>
                    <a:pt x="90520" y="13070"/>
                    <a:pt x="90520" y="13070"/>
                    <a:pt x="90896" y="11943"/>
                  </a:cubicBezTo>
                  <a:cubicBezTo>
                    <a:pt x="91387" y="11835"/>
                    <a:pt x="91878" y="11728"/>
                    <a:pt x="92384" y="11617"/>
                  </a:cubicBezTo>
                  <a:cubicBezTo>
                    <a:pt x="92875" y="11479"/>
                    <a:pt x="93366" y="11341"/>
                    <a:pt x="93872" y="11199"/>
                  </a:cubicBezTo>
                  <a:cubicBezTo>
                    <a:pt x="94128" y="10208"/>
                    <a:pt x="94375" y="9216"/>
                    <a:pt x="94616" y="8222"/>
                  </a:cubicBezTo>
                  <a:cubicBezTo>
                    <a:pt x="95325" y="7900"/>
                    <a:pt x="95325" y="7900"/>
                    <a:pt x="96049" y="7571"/>
                  </a:cubicBezTo>
                  <a:cubicBezTo>
                    <a:pt x="97987" y="6520"/>
                    <a:pt x="98151" y="5755"/>
                    <a:pt x="98857" y="3711"/>
                  </a:cubicBezTo>
                  <a:cubicBezTo>
                    <a:pt x="100147" y="956"/>
                    <a:pt x="100147" y="956"/>
                    <a:pt x="101907" y="225"/>
                  </a:cubicBezTo>
                  <a:cubicBezTo>
                    <a:pt x="103670" y="14"/>
                    <a:pt x="105352" y="-6"/>
                    <a:pt x="107127" y="35"/>
                  </a:cubicBezTo>
                  <a:cubicBezTo>
                    <a:pt x="108132" y="22"/>
                    <a:pt x="108132" y="22"/>
                    <a:pt x="109156" y="10"/>
                  </a:cubicBezTo>
                  <a:close/>
                </a:path>
              </a:pathLst>
            </a:custGeom>
            <a:grpFill/>
            <a:ln w="744" cap="flat">
              <a:noFill/>
              <a:prstDash val="solid"/>
              <a:miter/>
            </a:ln>
          </p:spPr>
          <p:txBody>
            <a:bodyPr rtlCol="0" anchor="ctr"/>
            <a:lstStyle/>
            <a:p>
              <a:endParaRPr lang="zh-CN" altLang="en-US"/>
            </a:p>
          </p:txBody>
        </p:sp>
        <p:sp>
          <p:nvSpPr>
            <p:cNvPr id="138" name="任意多边形: 形状 137"/>
            <p:cNvSpPr/>
            <p:nvPr/>
          </p:nvSpPr>
          <p:spPr>
            <a:xfrm>
              <a:off x="4491589" y="596394"/>
              <a:ext cx="336540" cy="1039640"/>
            </a:xfrm>
            <a:custGeom>
              <a:avLst/>
              <a:gdLst>
                <a:gd name="connsiteX0" fmla="*/ 78872 w 336545"/>
                <a:gd name="connsiteY0" fmla="*/ 767 h 1039608"/>
                <a:gd name="connsiteX1" fmla="*/ 84825 w 336545"/>
                <a:gd name="connsiteY1" fmla="*/ 767 h 1039608"/>
                <a:gd name="connsiteX2" fmla="*/ 86801 w 336545"/>
                <a:gd name="connsiteY2" fmla="*/ 9982 h 1039608"/>
                <a:gd name="connsiteX3" fmla="*/ 87057 w 336545"/>
                <a:gd name="connsiteY3" fmla="*/ 11929 h 1039608"/>
                <a:gd name="connsiteX4" fmla="*/ 88546 w 336545"/>
                <a:gd name="connsiteY4" fmla="*/ 12673 h 1039608"/>
                <a:gd name="connsiteX5" fmla="*/ 88961 w 336545"/>
                <a:gd name="connsiteY5" fmla="*/ 19603 h 1039608"/>
                <a:gd name="connsiteX6" fmla="*/ 89290 w 336545"/>
                <a:gd name="connsiteY6" fmla="*/ 21603 h 1039608"/>
                <a:gd name="connsiteX7" fmla="*/ 91522 w 336545"/>
                <a:gd name="connsiteY7" fmla="*/ 22347 h 1039608"/>
                <a:gd name="connsiteX8" fmla="*/ 91964 w 336545"/>
                <a:gd name="connsiteY8" fmla="*/ 30440 h 1039608"/>
                <a:gd name="connsiteX9" fmla="*/ 92266 w 336545"/>
                <a:gd name="connsiteY9" fmla="*/ 32765 h 1039608"/>
                <a:gd name="connsiteX10" fmla="*/ 94499 w 336545"/>
                <a:gd name="connsiteY10" fmla="*/ 33509 h 1039608"/>
                <a:gd name="connsiteX11" fmla="*/ 94917 w 336545"/>
                <a:gd name="connsiteY11" fmla="*/ 38346 h 1039608"/>
                <a:gd name="connsiteX12" fmla="*/ 95243 w 336545"/>
                <a:gd name="connsiteY12" fmla="*/ 43183 h 1039608"/>
                <a:gd name="connsiteX13" fmla="*/ 96731 w 336545"/>
                <a:gd name="connsiteY13" fmla="*/ 43927 h 1039608"/>
                <a:gd name="connsiteX14" fmla="*/ 97196 w 336545"/>
                <a:gd name="connsiteY14" fmla="*/ 49555 h 1039608"/>
                <a:gd name="connsiteX15" fmla="*/ 97283 w 336545"/>
                <a:gd name="connsiteY15" fmla="*/ 51158 h 1039608"/>
                <a:gd name="connsiteX16" fmla="*/ 97475 w 336545"/>
                <a:gd name="connsiteY16" fmla="*/ 55089 h 1039608"/>
                <a:gd name="connsiteX17" fmla="*/ 99708 w 336545"/>
                <a:gd name="connsiteY17" fmla="*/ 55089 h 1039608"/>
                <a:gd name="connsiteX18" fmla="*/ 99792 w 336545"/>
                <a:gd name="connsiteY18" fmla="*/ 57342 h 1039608"/>
                <a:gd name="connsiteX19" fmla="*/ 99940 w 336545"/>
                <a:gd name="connsiteY19" fmla="*/ 60252 h 1039608"/>
                <a:gd name="connsiteX20" fmla="*/ 100071 w 336545"/>
                <a:gd name="connsiteY20" fmla="*/ 63156 h 1039608"/>
                <a:gd name="connsiteX21" fmla="*/ 100452 w 336545"/>
                <a:gd name="connsiteY21" fmla="*/ 65507 h 1039608"/>
                <a:gd name="connsiteX22" fmla="*/ 102684 w 336545"/>
                <a:gd name="connsiteY22" fmla="*/ 66251 h 1039608"/>
                <a:gd name="connsiteX23" fmla="*/ 103103 w 336545"/>
                <a:gd name="connsiteY23" fmla="*/ 71088 h 1039608"/>
                <a:gd name="connsiteX24" fmla="*/ 103428 w 336545"/>
                <a:gd name="connsiteY24" fmla="*/ 75925 h 1039608"/>
                <a:gd name="connsiteX25" fmla="*/ 104917 w 336545"/>
                <a:gd name="connsiteY25" fmla="*/ 76669 h 1039608"/>
                <a:gd name="connsiteX26" fmla="*/ 105332 w 336545"/>
                <a:gd name="connsiteY26" fmla="*/ 84181 h 1039608"/>
                <a:gd name="connsiteX27" fmla="*/ 105661 w 336545"/>
                <a:gd name="connsiteY27" fmla="*/ 86343 h 1039608"/>
                <a:gd name="connsiteX28" fmla="*/ 107893 w 336545"/>
                <a:gd name="connsiteY28" fmla="*/ 87087 h 1039608"/>
                <a:gd name="connsiteX29" fmla="*/ 108335 w 336545"/>
                <a:gd name="connsiteY29" fmla="*/ 94599 h 1039608"/>
                <a:gd name="connsiteX30" fmla="*/ 108637 w 336545"/>
                <a:gd name="connsiteY30" fmla="*/ 96761 h 1039608"/>
                <a:gd name="connsiteX31" fmla="*/ 110870 w 336545"/>
                <a:gd name="connsiteY31" fmla="*/ 97505 h 1039608"/>
                <a:gd name="connsiteX32" fmla="*/ 111288 w 336545"/>
                <a:gd name="connsiteY32" fmla="*/ 102714 h 1039608"/>
                <a:gd name="connsiteX33" fmla="*/ 111614 w 336545"/>
                <a:gd name="connsiteY33" fmla="*/ 107923 h 1039608"/>
                <a:gd name="connsiteX34" fmla="*/ 113102 w 336545"/>
                <a:gd name="connsiteY34" fmla="*/ 108667 h 1039608"/>
                <a:gd name="connsiteX35" fmla="*/ 113567 w 336545"/>
                <a:gd name="connsiteY35" fmla="*/ 113923 h 1039608"/>
                <a:gd name="connsiteX36" fmla="*/ 113736 w 336545"/>
                <a:gd name="connsiteY36" fmla="*/ 116833 h 1039608"/>
                <a:gd name="connsiteX37" fmla="*/ 113846 w 336545"/>
                <a:gd name="connsiteY37" fmla="*/ 119085 h 1039608"/>
                <a:gd name="connsiteX38" fmla="*/ 116079 w 336545"/>
                <a:gd name="connsiteY38" fmla="*/ 119085 h 1039608"/>
                <a:gd name="connsiteX39" fmla="*/ 116823 w 336545"/>
                <a:gd name="connsiteY39" fmla="*/ 130248 h 1039608"/>
                <a:gd name="connsiteX40" fmla="*/ 119055 w 336545"/>
                <a:gd name="connsiteY40" fmla="*/ 130248 h 1039608"/>
                <a:gd name="connsiteX41" fmla="*/ 119166 w 336545"/>
                <a:gd name="connsiteY41" fmla="*/ 132338 h 1039608"/>
                <a:gd name="connsiteX42" fmla="*/ 119334 w 336545"/>
                <a:gd name="connsiteY42" fmla="*/ 135038 h 1039608"/>
                <a:gd name="connsiteX43" fmla="*/ 119491 w 336545"/>
                <a:gd name="connsiteY43" fmla="*/ 137733 h 1039608"/>
                <a:gd name="connsiteX44" fmla="*/ 119799 w 336545"/>
                <a:gd name="connsiteY44" fmla="*/ 139921 h 1039608"/>
                <a:gd name="connsiteX45" fmla="*/ 121288 w 336545"/>
                <a:gd name="connsiteY45" fmla="*/ 140665 h 1039608"/>
                <a:gd name="connsiteX46" fmla="*/ 121753 w 336545"/>
                <a:gd name="connsiteY46" fmla="*/ 146293 h 1039608"/>
                <a:gd name="connsiteX47" fmla="*/ 121840 w 336545"/>
                <a:gd name="connsiteY47" fmla="*/ 147896 h 1039608"/>
                <a:gd name="connsiteX48" fmla="*/ 122032 w 336545"/>
                <a:gd name="connsiteY48" fmla="*/ 151828 h 1039608"/>
                <a:gd name="connsiteX49" fmla="*/ 124264 w 336545"/>
                <a:gd name="connsiteY49" fmla="*/ 151828 h 1039608"/>
                <a:gd name="connsiteX50" fmla="*/ 125008 w 336545"/>
                <a:gd name="connsiteY50" fmla="*/ 162246 h 1039608"/>
                <a:gd name="connsiteX51" fmla="*/ 127241 w 336545"/>
                <a:gd name="connsiteY51" fmla="*/ 162246 h 1039608"/>
                <a:gd name="connsiteX52" fmla="*/ 127241 w 336545"/>
                <a:gd name="connsiteY52" fmla="*/ 172664 h 1039608"/>
                <a:gd name="connsiteX53" fmla="*/ 129473 w 336545"/>
                <a:gd name="connsiteY53" fmla="*/ 172664 h 1039608"/>
                <a:gd name="connsiteX54" fmla="*/ 129584 w 336545"/>
                <a:gd name="connsiteY54" fmla="*/ 174538 h 1039608"/>
                <a:gd name="connsiteX55" fmla="*/ 129752 w 336545"/>
                <a:gd name="connsiteY55" fmla="*/ 176989 h 1039608"/>
                <a:gd name="connsiteX56" fmla="*/ 129909 w 336545"/>
                <a:gd name="connsiteY56" fmla="*/ 179422 h 1039608"/>
                <a:gd name="connsiteX57" fmla="*/ 131706 w 336545"/>
                <a:gd name="connsiteY57" fmla="*/ 183826 h 1039608"/>
                <a:gd name="connsiteX58" fmla="*/ 132450 w 336545"/>
                <a:gd name="connsiteY58" fmla="*/ 183826 h 1039608"/>
                <a:gd name="connsiteX59" fmla="*/ 133194 w 336545"/>
                <a:gd name="connsiteY59" fmla="*/ 194244 h 1039608"/>
                <a:gd name="connsiteX60" fmla="*/ 135426 w 336545"/>
                <a:gd name="connsiteY60" fmla="*/ 194244 h 1039608"/>
                <a:gd name="connsiteX61" fmla="*/ 135537 w 336545"/>
                <a:gd name="connsiteY61" fmla="*/ 196496 h 1039608"/>
                <a:gd name="connsiteX62" fmla="*/ 135705 w 336545"/>
                <a:gd name="connsiteY62" fmla="*/ 199406 h 1039608"/>
                <a:gd name="connsiteX63" fmla="*/ 135862 w 336545"/>
                <a:gd name="connsiteY63" fmla="*/ 202310 h 1039608"/>
                <a:gd name="connsiteX64" fmla="*/ 136171 w 336545"/>
                <a:gd name="connsiteY64" fmla="*/ 204662 h 1039608"/>
                <a:gd name="connsiteX65" fmla="*/ 137659 w 336545"/>
                <a:gd name="connsiteY65" fmla="*/ 205406 h 1039608"/>
                <a:gd name="connsiteX66" fmla="*/ 138729 w 336545"/>
                <a:gd name="connsiteY66" fmla="*/ 212917 h 1039608"/>
                <a:gd name="connsiteX67" fmla="*/ 139147 w 336545"/>
                <a:gd name="connsiteY67" fmla="*/ 215080 h 1039608"/>
                <a:gd name="connsiteX68" fmla="*/ 140635 w 336545"/>
                <a:gd name="connsiteY68" fmla="*/ 215824 h 1039608"/>
                <a:gd name="connsiteX69" fmla="*/ 141100 w 336545"/>
                <a:gd name="connsiteY69" fmla="*/ 221451 h 1039608"/>
                <a:gd name="connsiteX70" fmla="*/ 141188 w 336545"/>
                <a:gd name="connsiteY70" fmla="*/ 223054 h 1039608"/>
                <a:gd name="connsiteX71" fmla="*/ 141380 w 336545"/>
                <a:gd name="connsiteY71" fmla="*/ 226986 h 1039608"/>
                <a:gd name="connsiteX72" fmla="*/ 143612 w 336545"/>
                <a:gd name="connsiteY72" fmla="*/ 226986 h 1039608"/>
                <a:gd name="connsiteX73" fmla="*/ 143722 w 336545"/>
                <a:gd name="connsiteY73" fmla="*/ 229076 h 1039608"/>
                <a:gd name="connsiteX74" fmla="*/ 143891 w 336545"/>
                <a:gd name="connsiteY74" fmla="*/ 231776 h 1039608"/>
                <a:gd name="connsiteX75" fmla="*/ 144048 w 336545"/>
                <a:gd name="connsiteY75" fmla="*/ 234471 h 1039608"/>
                <a:gd name="connsiteX76" fmla="*/ 144356 w 336545"/>
                <a:gd name="connsiteY76" fmla="*/ 236660 h 1039608"/>
                <a:gd name="connsiteX77" fmla="*/ 145844 w 336545"/>
                <a:gd name="connsiteY77" fmla="*/ 237404 h 1039608"/>
                <a:gd name="connsiteX78" fmla="*/ 146309 w 336545"/>
                <a:gd name="connsiteY78" fmla="*/ 241822 h 1039608"/>
                <a:gd name="connsiteX79" fmla="*/ 146478 w 336545"/>
                <a:gd name="connsiteY79" fmla="*/ 244261 h 1039608"/>
                <a:gd name="connsiteX80" fmla="*/ 146589 w 336545"/>
                <a:gd name="connsiteY80" fmla="*/ 247822 h 1039608"/>
                <a:gd name="connsiteX81" fmla="*/ 148821 w 336545"/>
                <a:gd name="connsiteY81" fmla="*/ 247822 h 1039608"/>
                <a:gd name="connsiteX82" fmla="*/ 148905 w 336545"/>
                <a:gd name="connsiteY82" fmla="*/ 250074 h 1039608"/>
                <a:gd name="connsiteX83" fmla="*/ 149053 w 336545"/>
                <a:gd name="connsiteY83" fmla="*/ 252984 h 1039608"/>
                <a:gd name="connsiteX84" fmla="*/ 149184 w 336545"/>
                <a:gd name="connsiteY84" fmla="*/ 255888 h 1039608"/>
                <a:gd name="connsiteX85" fmla="*/ 149565 w 336545"/>
                <a:gd name="connsiteY85" fmla="*/ 258240 h 1039608"/>
                <a:gd name="connsiteX86" fmla="*/ 151798 w 336545"/>
                <a:gd name="connsiteY86" fmla="*/ 258984 h 1039608"/>
                <a:gd name="connsiteX87" fmla="*/ 152216 w 336545"/>
                <a:gd name="connsiteY87" fmla="*/ 263821 h 1039608"/>
                <a:gd name="connsiteX88" fmla="*/ 152542 w 336545"/>
                <a:gd name="connsiteY88" fmla="*/ 268658 h 1039608"/>
                <a:gd name="connsiteX89" fmla="*/ 154030 w 336545"/>
                <a:gd name="connsiteY89" fmla="*/ 269402 h 1039608"/>
                <a:gd name="connsiteX90" fmla="*/ 154449 w 336545"/>
                <a:gd name="connsiteY90" fmla="*/ 273402 h 1039608"/>
                <a:gd name="connsiteX91" fmla="*/ 155518 w 336545"/>
                <a:gd name="connsiteY91" fmla="*/ 279820 h 1039608"/>
                <a:gd name="connsiteX92" fmla="*/ 157006 w 336545"/>
                <a:gd name="connsiteY92" fmla="*/ 280564 h 1039608"/>
                <a:gd name="connsiteX93" fmla="*/ 157472 w 336545"/>
                <a:gd name="connsiteY93" fmla="*/ 285819 h 1039608"/>
                <a:gd name="connsiteX94" fmla="*/ 157640 w 336545"/>
                <a:gd name="connsiteY94" fmla="*/ 288729 h 1039608"/>
                <a:gd name="connsiteX95" fmla="*/ 157751 w 336545"/>
                <a:gd name="connsiteY95" fmla="*/ 290982 h 1039608"/>
                <a:gd name="connsiteX96" fmla="*/ 159983 w 336545"/>
                <a:gd name="connsiteY96" fmla="*/ 290238 h 1039608"/>
                <a:gd name="connsiteX97" fmla="*/ 160067 w 336545"/>
                <a:gd name="connsiteY97" fmla="*/ 292601 h 1039608"/>
                <a:gd name="connsiteX98" fmla="*/ 160216 w 336545"/>
                <a:gd name="connsiteY98" fmla="*/ 295679 h 1039608"/>
                <a:gd name="connsiteX99" fmla="*/ 160266 w 336545"/>
                <a:gd name="connsiteY99" fmla="*/ 297236 h 1039608"/>
                <a:gd name="connsiteX100" fmla="*/ 162960 w 336545"/>
                <a:gd name="connsiteY100" fmla="*/ 303632 h 1039608"/>
                <a:gd name="connsiteX101" fmla="*/ 163378 w 336545"/>
                <a:gd name="connsiteY101" fmla="*/ 307818 h 1039608"/>
                <a:gd name="connsiteX102" fmla="*/ 163704 w 336545"/>
                <a:gd name="connsiteY102" fmla="*/ 311818 h 1039608"/>
                <a:gd name="connsiteX103" fmla="*/ 165192 w 336545"/>
                <a:gd name="connsiteY103" fmla="*/ 312562 h 1039608"/>
                <a:gd name="connsiteX104" fmla="*/ 165608 w 336545"/>
                <a:gd name="connsiteY104" fmla="*/ 320073 h 1039608"/>
                <a:gd name="connsiteX105" fmla="*/ 165936 w 336545"/>
                <a:gd name="connsiteY105" fmla="*/ 322236 h 1039608"/>
                <a:gd name="connsiteX106" fmla="*/ 168169 w 336545"/>
                <a:gd name="connsiteY106" fmla="*/ 322980 h 1039608"/>
                <a:gd name="connsiteX107" fmla="*/ 168541 w 336545"/>
                <a:gd name="connsiteY107" fmla="*/ 328096 h 1039608"/>
                <a:gd name="connsiteX108" fmla="*/ 171145 w 336545"/>
                <a:gd name="connsiteY108" fmla="*/ 335630 h 1039608"/>
                <a:gd name="connsiteX109" fmla="*/ 171285 w 336545"/>
                <a:gd name="connsiteY109" fmla="*/ 340235 h 1039608"/>
                <a:gd name="connsiteX110" fmla="*/ 171224 w 336545"/>
                <a:gd name="connsiteY110" fmla="*/ 342685 h 1039608"/>
                <a:gd name="connsiteX111" fmla="*/ 171145 w 336545"/>
                <a:gd name="connsiteY111" fmla="*/ 344560 h 1039608"/>
                <a:gd name="connsiteX112" fmla="*/ 173378 w 336545"/>
                <a:gd name="connsiteY112" fmla="*/ 344560 h 1039608"/>
                <a:gd name="connsiteX113" fmla="*/ 174122 w 336545"/>
                <a:gd name="connsiteY113" fmla="*/ 355722 h 1039608"/>
                <a:gd name="connsiteX114" fmla="*/ 176354 w 336545"/>
                <a:gd name="connsiteY114" fmla="*/ 355722 h 1039608"/>
                <a:gd name="connsiteX115" fmla="*/ 176438 w 336545"/>
                <a:gd name="connsiteY115" fmla="*/ 357975 h 1039608"/>
                <a:gd name="connsiteX116" fmla="*/ 176587 w 336545"/>
                <a:gd name="connsiteY116" fmla="*/ 360885 h 1039608"/>
                <a:gd name="connsiteX117" fmla="*/ 176717 w 336545"/>
                <a:gd name="connsiteY117" fmla="*/ 363788 h 1039608"/>
                <a:gd name="connsiteX118" fmla="*/ 177098 w 336545"/>
                <a:gd name="connsiteY118" fmla="*/ 366140 h 1039608"/>
                <a:gd name="connsiteX119" fmla="*/ 179331 w 336545"/>
                <a:gd name="connsiteY119" fmla="*/ 366884 h 1039608"/>
                <a:gd name="connsiteX120" fmla="*/ 179749 w 336545"/>
                <a:gd name="connsiteY120" fmla="*/ 371721 h 1039608"/>
                <a:gd name="connsiteX121" fmla="*/ 180075 w 336545"/>
                <a:gd name="connsiteY121" fmla="*/ 376558 h 1039608"/>
                <a:gd name="connsiteX122" fmla="*/ 181563 w 336545"/>
                <a:gd name="connsiteY122" fmla="*/ 377302 h 1039608"/>
                <a:gd name="connsiteX123" fmla="*/ 181979 w 336545"/>
                <a:gd name="connsiteY123" fmla="*/ 384232 h 1039608"/>
                <a:gd name="connsiteX124" fmla="*/ 182307 w 336545"/>
                <a:gd name="connsiteY124" fmla="*/ 386232 h 1039608"/>
                <a:gd name="connsiteX125" fmla="*/ 184540 w 336545"/>
                <a:gd name="connsiteY125" fmla="*/ 386976 h 1039608"/>
                <a:gd name="connsiteX126" fmla="*/ 184387 w 336545"/>
                <a:gd name="connsiteY126" fmla="*/ 394141 h 1039608"/>
                <a:gd name="connsiteX127" fmla="*/ 184540 w 336545"/>
                <a:gd name="connsiteY127" fmla="*/ 398138 h 1039608"/>
                <a:gd name="connsiteX128" fmla="*/ 187516 w 336545"/>
                <a:gd name="connsiteY128" fmla="*/ 398882 h 1039608"/>
                <a:gd name="connsiteX129" fmla="*/ 187702 w 336545"/>
                <a:gd name="connsiteY129" fmla="*/ 403766 h 1039608"/>
                <a:gd name="connsiteX130" fmla="*/ 187621 w 336545"/>
                <a:gd name="connsiteY130" fmla="*/ 406466 h 1039608"/>
                <a:gd name="connsiteX131" fmla="*/ 187516 w 336545"/>
                <a:gd name="connsiteY131" fmla="*/ 408556 h 1039608"/>
                <a:gd name="connsiteX132" fmla="*/ 189749 w 336545"/>
                <a:gd name="connsiteY132" fmla="*/ 408556 h 1039608"/>
                <a:gd name="connsiteX133" fmla="*/ 190493 w 336545"/>
                <a:gd name="connsiteY133" fmla="*/ 419718 h 1039608"/>
                <a:gd name="connsiteX134" fmla="*/ 192725 w 336545"/>
                <a:gd name="connsiteY134" fmla="*/ 419718 h 1039608"/>
                <a:gd name="connsiteX135" fmla="*/ 192810 w 336545"/>
                <a:gd name="connsiteY135" fmla="*/ 421808 h 1039608"/>
                <a:gd name="connsiteX136" fmla="*/ 192958 w 336545"/>
                <a:gd name="connsiteY136" fmla="*/ 424509 h 1039608"/>
                <a:gd name="connsiteX137" fmla="*/ 193089 w 336545"/>
                <a:gd name="connsiteY137" fmla="*/ 427203 h 1039608"/>
                <a:gd name="connsiteX138" fmla="*/ 193469 w 336545"/>
                <a:gd name="connsiteY138" fmla="*/ 429392 h 1039608"/>
                <a:gd name="connsiteX139" fmla="*/ 195702 w 336545"/>
                <a:gd name="connsiteY139" fmla="*/ 430136 h 1039608"/>
                <a:gd name="connsiteX140" fmla="*/ 196120 w 336545"/>
                <a:gd name="connsiteY140" fmla="*/ 435345 h 1039608"/>
                <a:gd name="connsiteX141" fmla="*/ 196446 w 336545"/>
                <a:gd name="connsiteY141" fmla="*/ 440554 h 1039608"/>
                <a:gd name="connsiteX142" fmla="*/ 197934 w 336545"/>
                <a:gd name="connsiteY142" fmla="*/ 441298 h 1039608"/>
                <a:gd name="connsiteX143" fmla="*/ 198399 w 336545"/>
                <a:gd name="connsiteY143" fmla="*/ 446926 h 1039608"/>
                <a:gd name="connsiteX144" fmla="*/ 198487 w 336545"/>
                <a:gd name="connsiteY144" fmla="*/ 448529 h 1039608"/>
                <a:gd name="connsiteX145" fmla="*/ 198678 w 336545"/>
                <a:gd name="connsiteY145" fmla="*/ 452460 h 1039608"/>
                <a:gd name="connsiteX146" fmla="*/ 200911 w 336545"/>
                <a:gd name="connsiteY146" fmla="*/ 452460 h 1039608"/>
                <a:gd name="connsiteX147" fmla="*/ 200995 w 336545"/>
                <a:gd name="connsiteY147" fmla="*/ 454550 h 1039608"/>
                <a:gd name="connsiteX148" fmla="*/ 201143 w 336545"/>
                <a:gd name="connsiteY148" fmla="*/ 457251 h 1039608"/>
                <a:gd name="connsiteX149" fmla="*/ 201274 w 336545"/>
                <a:gd name="connsiteY149" fmla="*/ 459945 h 1039608"/>
                <a:gd name="connsiteX150" fmla="*/ 201655 w 336545"/>
                <a:gd name="connsiteY150" fmla="*/ 462134 h 1039608"/>
                <a:gd name="connsiteX151" fmla="*/ 203887 w 336545"/>
                <a:gd name="connsiteY151" fmla="*/ 462878 h 1039608"/>
                <a:gd name="connsiteX152" fmla="*/ 203934 w 336545"/>
                <a:gd name="connsiteY152" fmla="*/ 467297 h 1039608"/>
                <a:gd name="connsiteX153" fmla="*/ 203887 w 336545"/>
                <a:gd name="connsiteY153" fmla="*/ 471808 h 1039608"/>
                <a:gd name="connsiteX154" fmla="*/ 206120 w 336545"/>
                <a:gd name="connsiteY154" fmla="*/ 473296 h 1039608"/>
                <a:gd name="connsiteX155" fmla="*/ 206204 w 336545"/>
                <a:gd name="connsiteY155" fmla="*/ 475386 h 1039608"/>
                <a:gd name="connsiteX156" fmla="*/ 206352 w 336545"/>
                <a:gd name="connsiteY156" fmla="*/ 478087 h 1039608"/>
                <a:gd name="connsiteX157" fmla="*/ 206483 w 336545"/>
                <a:gd name="connsiteY157" fmla="*/ 480781 h 1039608"/>
                <a:gd name="connsiteX158" fmla="*/ 206864 w 336545"/>
                <a:gd name="connsiteY158" fmla="*/ 482970 h 1039608"/>
                <a:gd name="connsiteX159" fmla="*/ 209096 w 336545"/>
                <a:gd name="connsiteY159" fmla="*/ 483714 h 1039608"/>
                <a:gd name="connsiteX160" fmla="*/ 209538 w 336545"/>
                <a:gd name="connsiteY160" fmla="*/ 491807 h 1039608"/>
                <a:gd name="connsiteX161" fmla="*/ 209840 w 336545"/>
                <a:gd name="connsiteY161" fmla="*/ 494132 h 1039608"/>
                <a:gd name="connsiteX162" fmla="*/ 212073 w 336545"/>
                <a:gd name="connsiteY162" fmla="*/ 494876 h 1039608"/>
                <a:gd name="connsiteX163" fmla="*/ 212491 w 336545"/>
                <a:gd name="connsiteY163" fmla="*/ 499713 h 1039608"/>
                <a:gd name="connsiteX164" fmla="*/ 212817 w 336545"/>
                <a:gd name="connsiteY164" fmla="*/ 504550 h 1039608"/>
                <a:gd name="connsiteX165" fmla="*/ 214305 w 336545"/>
                <a:gd name="connsiteY165" fmla="*/ 505294 h 1039608"/>
                <a:gd name="connsiteX166" fmla="*/ 214721 w 336545"/>
                <a:gd name="connsiteY166" fmla="*/ 512079 h 1039608"/>
                <a:gd name="connsiteX167" fmla="*/ 216169 w 336545"/>
                <a:gd name="connsiteY167" fmla="*/ 515343 h 1039608"/>
                <a:gd name="connsiteX168" fmla="*/ 217724 w 336545"/>
                <a:gd name="connsiteY168" fmla="*/ 523366 h 1039608"/>
                <a:gd name="connsiteX169" fmla="*/ 218026 w 336545"/>
                <a:gd name="connsiteY169" fmla="*/ 525386 h 1039608"/>
                <a:gd name="connsiteX170" fmla="*/ 220258 w 336545"/>
                <a:gd name="connsiteY170" fmla="*/ 526874 h 1039608"/>
                <a:gd name="connsiteX171" fmla="*/ 220677 w 336545"/>
                <a:gd name="connsiteY171" fmla="*/ 532130 h 1039608"/>
                <a:gd name="connsiteX172" fmla="*/ 221003 w 336545"/>
                <a:gd name="connsiteY172" fmla="*/ 537292 h 1039608"/>
                <a:gd name="connsiteX173" fmla="*/ 222491 w 336545"/>
                <a:gd name="connsiteY173" fmla="*/ 538037 h 1039608"/>
                <a:gd name="connsiteX174" fmla="*/ 222907 w 336545"/>
                <a:gd name="connsiteY174" fmla="*/ 545548 h 1039608"/>
                <a:gd name="connsiteX175" fmla="*/ 223235 w 336545"/>
                <a:gd name="connsiteY175" fmla="*/ 547710 h 1039608"/>
                <a:gd name="connsiteX176" fmla="*/ 225467 w 336545"/>
                <a:gd name="connsiteY176" fmla="*/ 548455 h 1039608"/>
                <a:gd name="connsiteX177" fmla="*/ 225909 w 336545"/>
                <a:gd name="connsiteY177" fmla="*/ 555966 h 1039608"/>
                <a:gd name="connsiteX178" fmla="*/ 226212 w 336545"/>
                <a:gd name="connsiteY178" fmla="*/ 558128 h 1039608"/>
                <a:gd name="connsiteX179" fmla="*/ 228444 w 336545"/>
                <a:gd name="connsiteY179" fmla="*/ 558872 h 1039608"/>
                <a:gd name="connsiteX180" fmla="*/ 228863 w 336545"/>
                <a:gd name="connsiteY180" fmla="*/ 564081 h 1039608"/>
                <a:gd name="connsiteX181" fmla="*/ 229188 w 336545"/>
                <a:gd name="connsiteY181" fmla="*/ 569290 h 1039608"/>
                <a:gd name="connsiteX182" fmla="*/ 230676 w 336545"/>
                <a:gd name="connsiteY182" fmla="*/ 570035 h 1039608"/>
                <a:gd name="connsiteX183" fmla="*/ 231141 w 336545"/>
                <a:gd name="connsiteY183" fmla="*/ 575290 h 1039608"/>
                <a:gd name="connsiteX184" fmla="*/ 231310 w 336545"/>
                <a:gd name="connsiteY184" fmla="*/ 578200 h 1039608"/>
                <a:gd name="connsiteX185" fmla="*/ 231421 w 336545"/>
                <a:gd name="connsiteY185" fmla="*/ 580453 h 1039608"/>
                <a:gd name="connsiteX186" fmla="*/ 233653 w 336545"/>
                <a:gd name="connsiteY186" fmla="*/ 580453 h 1039608"/>
                <a:gd name="connsiteX187" fmla="*/ 234397 w 336545"/>
                <a:gd name="connsiteY187" fmla="*/ 591615 h 1039608"/>
                <a:gd name="connsiteX188" fmla="*/ 236630 w 336545"/>
                <a:gd name="connsiteY188" fmla="*/ 591615 h 1039608"/>
                <a:gd name="connsiteX189" fmla="*/ 236740 w 336545"/>
                <a:gd name="connsiteY189" fmla="*/ 593705 h 1039608"/>
                <a:gd name="connsiteX190" fmla="*/ 236909 w 336545"/>
                <a:gd name="connsiteY190" fmla="*/ 596405 h 1039608"/>
                <a:gd name="connsiteX191" fmla="*/ 237066 w 336545"/>
                <a:gd name="connsiteY191" fmla="*/ 599100 h 1039608"/>
                <a:gd name="connsiteX192" fmla="*/ 237374 w 336545"/>
                <a:gd name="connsiteY192" fmla="*/ 601288 h 1039608"/>
                <a:gd name="connsiteX193" fmla="*/ 238862 w 336545"/>
                <a:gd name="connsiteY193" fmla="*/ 602033 h 1039608"/>
                <a:gd name="connsiteX194" fmla="*/ 239278 w 336545"/>
                <a:gd name="connsiteY194" fmla="*/ 608817 h 1039608"/>
                <a:gd name="connsiteX195" fmla="*/ 240716 w 336545"/>
                <a:gd name="connsiteY195" fmla="*/ 612029 h 1039608"/>
                <a:gd name="connsiteX196" fmla="*/ 242350 w 336545"/>
                <a:gd name="connsiteY196" fmla="*/ 618543 h 1039608"/>
                <a:gd name="connsiteX197" fmla="*/ 242498 w 336545"/>
                <a:gd name="connsiteY197" fmla="*/ 621412 h 1039608"/>
                <a:gd name="connsiteX198" fmla="*/ 242583 w 336545"/>
                <a:gd name="connsiteY198" fmla="*/ 623613 h 1039608"/>
                <a:gd name="connsiteX199" fmla="*/ 244815 w 336545"/>
                <a:gd name="connsiteY199" fmla="*/ 622869 h 1039608"/>
                <a:gd name="connsiteX200" fmla="*/ 244815 w 336545"/>
                <a:gd name="connsiteY200" fmla="*/ 634031 h 1039608"/>
                <a:gd name="connsiteX201" fmla="*/ 247048 w 336545"/>
                <a:gd name="connsiteY201" fmla="*/ 634031 h 1039608"/>
                <a:gd name="connsiteX202" fmla="*/ 247792 w 336545"/>
                <a:gd name="connsiteY202" fmla="*/ 645193 h 1039608"/>
                <a:gd name="connsiteX203" fmla="*/ 250024 w 336545"/>
                <a:gd name="connsiteY203" fmla="*/ 645193 h 1039608"/>
                <a:gd name="connsiteX204" fmla="*/ 250108 w 336545"/>
                <a:gd name="connsiteY204" fmla="*/ 647283 h 1039608"/>
                <a:gd name="connsiteX205" fmla="*/ 250257 w 336545"/>
                <a:gd name="connsiteY205" fmla="*/ 649983 h 1039608"/>
                <a:gd name="connsiteX206" fmla="*/ 250387 w 336545"/>
                <a:gd name="connsiteY206" fmla="*/ 652678 h 1039608"/>
                <a:gd name="connsiteX207" fmla="*/ 250768 w 336545"/>
                <a:gd name="connsiteY207" fmla="*/ 654867 h 1039608"/>
                <a:gd name="connsiteX208" fmla="*/ 253001 w 336545"/>
                <a:gd name="connsiteY208" fmla="*/ 655611 h 1039608"/>
                <a:gd name="connsiteX209" fmla="*/ 253419 w 336545"/>
                <a:gd name="connsiteY209" fmla="*/ 660820 h 1039608"/>
                <a:gd name="connsiteX210" fmla="*/ 253745 w 336545"/>
                <a:gd name="connsiteY210" fmla="*/ 666029 h 1039608"/>
                <a:gd name="connsiteX211" fmla="*/ 255233 w 336545"/>
                <a:gd name="connsiteY211" fmla="*/ 666773 h 1039608"/>
                <a:gd name="connsiteX212" fmla="*/ 256070 w 336545"/>
                <a:gd name="connsiteY212" fmla="*/ 671656 h 1039608"/>
                <a:gd name="connsiteX213" fmla="*/ 256448 w 336545"/>
                <a:gd name="connsiteY213" fmla="*/ 674357 h 1039608"/>
                <a:gd name="connsiteX214" fmla="*/ 256721 w 336545"/>
                <a:gd name="connsiteY214" fmla="*/ 676447 h 1039608"/>
                <a:gd name="connsiteX215" fmla="*/ 258210 w 336545"/>
                <a:gd name="connsiteY215" fmla="*/ 676447 h 1039608"/>
                <a:gd name="connsiteX216" fmla="*/ 258954 w 336545"/>
                <a:gd name="connsiteY216" fmla="*/ 688353 h 1039608"/>
                <a:gd name="connsiteX217" fmla="*/ 261186 w 336545"/>
                <a:gd name="connsiteY217" fmla="*/ 687609 h 1039608"/>
                <a:gd name="connsiteX218" fmla="*/ 261323 w 336545"/>
                <a:gd name="connsiteY218" fmla="*/ 689835 h 1039608"/>
                <a:gd name="connsiteX219" fmla="*/ 261512 w 336545"/>
                <a:gd name="connsiteY219" fmla="*/ 692725 h 1039608"/>
                <a:gd name="connsiteX220" fmla="*/ 261695 w 336545"/>
                <a:gd name="connsiteY220" fmla="*/ 695602 h 1039608"/>
                <a:gd name="connsiteX221" fmla="*/ 262674 w 336545"/>
                <a:gd name="connsiteY221" fmla="*/ 699515 h 1039608"/>
                <a:gd name="connsiteX222" fmla="*/ 262676 w 336545"/>
                <a:gd name="connsiteY222" fmla="*/ 697717 h 1039608"/>
                <a:gd name="connsiteX223" fmla="*/ 262856 w 336545"/>
                <a:gd name="connsiteY223" fmla="*/ 503985 h 1039608"/>
                <a:gd name="connsiteX224" fmla="*/ 262859 w 336545"/>
                <a:gd name="connsiteY224" fmla="*/ 501064 h 1039608"/>
                <a:gd name="connsiteX225" fmla="*/ 262919 w 336545"/>
                <a:gd name="connsiteY225" fmla="*/ 439760 h 1039608"/>
                <a:gd name="connsiteX226" fmla="*/ 262950 w 336545"/>
                <a:gd name="connsiteY226" fmla="*/ 408966 h 1039608"/>
                <a:gd name="connsiteX227" fmla="*/ 262955 w 336545"/>
                <a:gd name="connsiteY227" fmla="*/ 404321 h 1039608"/>
                <a:gd name="connsiteX228" fmla="*/ 262999 w 336545"/>
                <a:gd name="connsiteY228" fmla="*/ 359233 h 1039608"/>
                <a:gd name="connsiteX229" fmla="*/ 263000 w 336545"/>
                <a:gd name="connsiteY229" fmla="*/ 357675 h 1039608"/>
                <a:gd name="connsiteX230" fmla="*/ 263023 w 336545"/>
                <a:gd name="connsiteY230" fmla="*/ 332766 h 1039608"/>
                <a:gd name="connsiteX231" fmla="*/ 263024 w 336545"/>
                <a:gd name="connsiteY231" fmla="*/ 331211 h 1039608"/>
                <a:gd name="connsiteX232" fmla="*/ 263046 w 336545"/>
                <a:gd name="connsiteY232" fmla="*/ 306393 h 1039608"/>
                <a:gd name="connsiteX233" fmla="*/ 263145 w 336545"/>
                <a:gd name="connsiteY233" fmla="*/ 202665 h 1039608"/>
                <a:gd name="connsiteX234" fmla="*/ 263160 w 336545"/>
                <a:gd name="connsiteY234" fmla="*/ 188250 h 1039608"/>
                <a:gd name="connsiteX235" fmla="*/ 263163 w 336545"/>
                <a:gd name="connsiteY235" fmla="*/ 185384 h 1039608"/>
                <a:gd name="connsiteX236" fmla="*/ 263204 w 336545"/>
                <a:gd name="connsiteY236" fmla="*/ 139618 h 1039608"/>
                <a:gd name="connsiteX237" fmla="*/ 263249 w 336545"/>
                <a:gd name="connsiteY237" fmla="*/ 93663 h 1039608"/>
                <a:gd name="connsiteX238" fmla="*/ 263274 w 336545"/>
                <a:gd name="connsiteY238" fmla="*/ 66325 h 1039608"/>
                <a:gd name="connsiteX239" fmla="*/ 263293 w 336545"/>
                <a:gd name="connsiteY239" fmla="*/ 48096 h 1039608"/>
                <a:gd name="connsiteX240" fmla="*/ 263302 w 336545"/>
                <a:gd name="connsiteY240" fmla="*/ 37689 h 1039608"/>
                <a:gd name="connsiteX241" fmla="*/ 263313 w 336545"/>
                <a:gd name="connsiteY241" fmla="*/ 28240 h 1039608"/>
                <a:gd name="connsiteX242" fmla="*/ 263314 w 336545"/>
                <a:gd name="connsiteY242" fmla="*/ 24824 h 1039608"/>
                <a:gd name="connsiteX243" fmla="*/ 263321 w 336545"/>
                <a:gd name="connsiteY243" fmla="*/ 20220 h 1039608"/>
                <a:gd name="connsiteX244" fmla="*/ 263324 w 336545"/>
                <a:gd name="connsiteY244" fmla="*/ 17634 h 1039608"/>
                <a:gd name="connsiteX245" fmla="*/ 264163 w 336545"/>
                <a:gd name="connsiteY245" fmla="*/ 14162 h 1039608"/>
                <a:gd name="connsiteX246" fmla="*/ 267214 w 336545"/>
                <a:gd name="connsiteY246" fmla="*/ 13978 h 1039608"/>
                <a:gd name="connsiteX247" fmla="*/ 269206 w 336545"/>
                <a:gd name="connsiteY247" fmla="*/ 13968 h 1039608"/>
                <a:gd name="connsiteX248" fmla="*/ 271408 w 336545"/>
                <a:gd name="connsiteY248" fmla="*/ 13981 h 1039608"/>
                <a:gd name="connsiteX249" fmla="*/ 273714 w 336545"/>
                <a:gd name="connsiteY249" fmla="*/ 13977 h 1039608"/>
                <a:gd name="connsiteX250" fmla="*/ 281301 w 336545"/>
                <a:gd name="connsiteY250" fmla="*/ 13990 h 1039608"/>
                <a:gd name="connsiteX251" fmla="*/ 286548 w 336545"/>
                <a:gd name="connsiteY251" fmla="*/ 13991 h 1039608"/>
                <a:gd name="connsiteX252" fmla="*/ 297561 w 336545"/>
                <a:gd name="connsiteY252" fmla="*/ 14008 h 1039608"/>
                <a:gd name="connsiteX253" fmla="*/ 311712 w 336545"/>
                <a:gd name="connsiteY253" fmla="*/ 14023 h 1039608"/>
                <a:gd name="connsiteX254" fmla="*/ 322552 w 336545"/>
                <a:gd name="connsiteY254" fmla="*/ 14033 h 1039608"/>
                <a:gd name="connsiteX255" fmla="*/ 327771 w 336545"/>
                <a:gd name="connsiteY255" fmla="*/ 14037 h 1039608"/>
                <a:gd name="connsiteX256" fmla="*/ 335052 w 336545"/>
                <a:gd name="connsiteY256" fmla="*/ 14053 h 1039608"/>
                <a:gd name="connsiteX257" fmla="*/ 337255 w 336545"/>
                <a:gd name="connsiteY257" fmla="*/ 14052 h 1039608"/>
                <a:gd name="connsiteX258" fmla="*/ 339247 w 336545"/>
                <a:gd name="connsiteY258" fmla="*/ 14062 h 1039608"/>
                <a:gd name="connsiteX259" fmla="*/ 340988 w 336545"/>
                <a:gd name="connsiteY259" fmla="*/ 14066 h 1039608"/>
                <a:gd name="connsiteX260" fmla="*/ 343042 w 336545"/>
                <a:gd name="connsiteY260" fmla="*/ 14906 h 1039608"/>
                <a:gd name="connsiteX261" fmla="*/ 343134 w 336545"/>
                <a:gd name="connsiteY261" fmla="*/ 21478 h 1039608"/>
                <a:gd name="connsiteX262" fmla="*/ 343137 w 336545"/>
                <a:gd name="connsiteY262" fmla="*/ 23607 h 1039608"/>
                <a:gd name="connsiteX263" fmla="*/ 343133 w 336545"/>
                <a:gd name="connsiteY263" fmla="*/ 30779 h 1039608"/>
                <a:gd name="connsiteX264" fmla="*/ 343136 w 336545"/>
                <a:gd name="connsiteY264" fmla="*/ 35952 h 1039608"/>
                <a:gd name="connsiteX265" fmla="*/ 343134 w 336545"/>
                <a:gd name="connsiteY265" fmla="*/ 48791 h 1039608"/>
                <a:gd name="connsiteX266" fmla="*/ 343133 w 336545"/>
                <a:gd name="connsiteY266" fmla="*/ 64264 h 1039608"/>
                <a:gd name="connsiteX267" fmla="*/ 343130 w 336545"/>
                <a:gd name="connsiteY267" fmla="*/ 93186 h 1039608"/>
                <a:gd name="connsiteX268" fmla="*/ 343126 w 336545"/>
                <a:gd name="connsiteY268" fmla="*/ 122513 h 1039608"/>
                <a:gd name="connsiteX269" fmla="*/ 343126 w 336545"/>
                <a:gd name="connsiteY269" fmla="*/ 124381 h 1039608"/>
                <a:gd name="connsiteX270" fmla="*/ 343126 w 336545"/>
                <a:gd name="connsiteY270" fmla="*/ 133809 h 1039608"/>
                <a:gd name="connsiteX271" fmla="*/ 343120 w 336545"/>
                <a:gd name="connsiteY271" fmla="*/ 202133 h 1039608"/>
                <a:gd name="connsiteX272" fmla="*/ 343112 w 336545"/>
                <a:gd name="connsiteY272" fmla="*/ 269817 h 1039608"/>
                <a:gd name="connsiteX273" fmla="*/ 343112 w 336545"/>
                <a:gd name="connsiteY273" fmla="*/ 271939 h 1039608"/>
                <a:gd name="connsiteX274" fmla="*/ 343112 w 336545"/>
                <a:gd name="connsiteY274" fmla="*/ 291120 h 1039608"/>
                <a:gd name="connsiteX275" fmla="*/ 343109 w 336545"/>
                <a:gd name="connsiteY275" fmla="*/ 338810 h 1039608"/>
                <a:gd name="connsiteX276" fmla="*/ 343109 w 336545"/>
                <a:gd name="connsiteY276" fmla="*/ 341003 h 1039608"/>
                <a:gd name="connsiteX277" fmla="*/ 343098 w 336545"/>
                <a:gd name="connsiteY277" fmla="*/ 446712 h 1039608"/>
                <a:gd name="connsiteX278" fmla="*/ 343093 w 336545"/>
                <a:gd name="connsiteY278" fmla="*/ 483406 h 1039608"/>
                <a:gd name="connsiteX279" fmla="*/ 343092 w 336545"/>
                <a:gd name="connsiteY279" fmla="*/ 485705 h 1039608"/>
                <a:gd name="connsiteX280" fmla="*/ 343083 w 336545"/>
                <a:gd name="connsiteY280" fmla="*/ 591451 h 1039608"/>
                <a:gd name="connsiteX281" fmla="*/ 343082 w 336545"/>
                <a:gd name="connsiteY281" fmla="*/ 598314 h 1039608"/>
                <a:gd name="connsiteX282" fmla="*/ 343079 w 336545"/>
                <a:gd name="connsiteY282" fmla="*/ 643796 h 1039608"/>
                <a:gd name="connsiteX283" fmla="*/ 343073 w 336545"/>
                <a:gd name="connsiteY283" fmla="*/ 734297 h 1039608"/>
                <a:gd name="connsiteX284" fmla="*/ 343073 w 336545"/>
                <a:gd name="connsiteY284" fmla="*/ 738607 h 1039608"/>
                <a:gd name="connsiteX285" fmla="*/ 343053 w 336545"/>
                <a:gd name="connsiteY285" fmla="*/ 932696 h 1039608"/>
                <a:gd name="connsiteX286" fmla="*/ 343053 w 336545"/>
                <a:gd name="connsiteY286" fmla="*/ 934532 h 1039608"/>
                <a:gd name="connsiteX287" fmla="*/ 343042 w 336545"/>
                <a:gd name="connsiteY287" fmla="*/ 1025449 h 1039608"/>
                <a:gd name="connsiteX288" fmla="*/ 338434 w 336545"/>
                <a:gd name="connsiteY288" fmla="*/ 1025883 h 1039608"/>
                <a:gd name="connsiteX289" fmla="*/ 337089 w 336545"/>
                <a:gd name="connsiteY289" fmla="*/ 1026193 h 1039608"/>
                <a:gd name="connsiteX290" fmla="*/ 336344 w 336545"/>
                <a:gd name="connsiteY290" fmla="*/ 1029169 h 1039608"/>
                <a:gd name="connsiteX291" fmla="*/ 331551 w 336545"/>
                <a:gd name="connsiteY291" fmla="*/ 1029623 h 1039608"/>
                <a:gd name="connsiteX292" fmla="*/ 328608 w 336545"/>
                <a:gd name="connsiteY292" fmla="*/ 1029695 h 1039608"/>
                <a:gd name="connsiteX293" fmla="*/ 325508 w 336545"/>
                <a:gd name="connsiteY293" fmla="*/ 1029727 h 1039608"/>
                <a:gd name="connsiteX294" fmla="*/ 322399 w 336545"/>
                <a:gd name="connsiteY294" fmla="*/ 1029794 h 1039608"/>
                <a:gd name="connsiteX295" fmla="*/ 314764 w 336545"/>
                <a:gd name="connsiteY295" fmla="*/ 1029913 h 1039608"/>
                <a:gd name="connsiteX296" fmla="*/ 314764 w 336545"/>
                <a:gd name="connsiteY296" fmla="*/ 1032146 h 1039608"/>
                <a:gd name="connsiteX297" fmla="*/ 299140 w 336545"/>
                <a:gd name="connsiteY297" fmla="*/ 1032843 h 1039608"/>
                <a:gd name="connsiteX298" fmla="*/ 294673 w 336545"/>
                <a:gd name="connsiteY298" fmla="*/ 1033634 h 1039608"/>
                <a:gd name="connsiteX299" fmla="*/ 294673 w 336545"/>
                <a:gd name="connsiteY299" fmla="*/ 1035867 h 1039608"/>
                <a:gd name="connsiteX300" fmla="*/ 292772 w 336545"/>
                <a:gd name="connsiteY300" fmla="*/ 1035888 h 1039608"/>
                <a:gd name="connsiteX301" fmla="*/ 285811 w 336545"/>
                <a:gd name="connsiteY301" fmla="*/ 1036021 h 1039608"/>
                <a:gd name="connsiteX302" fmla="*/ 282795 w 336545"/>
                <a:gd name="connsiteY302" fmla="*/ 1036068 h 1039608"/>
                <a:gd name="connsiteX303" fmla="*/ 278467 w 336545"/>
                <a:gd name="connsiteY303" fmla="*/ 1036157 h 1039608"/>
                <a:gd name="connsiteX304" fmla="*/ 275834 w 336545"/>
                <a:gd name="connsiteY304" fmla="*/ 1036204 h 1039608"/>
                <a:gd name="connsiteX305" fmla="*/ 273837 w 336545"/>
                <a:gd name="connsiteY305" fmla="*/ 1036611 h 1039608"/>
                <a:gd name="connsiteX306" fmla="*/ 273092 w 336545"/>
                <a:gd name="connsiteY306" fmla="*/ 1039587 h 1039608"/>
                <a:gd name="connsiteX307" fmla="*/ 267139 w 336545"/>
                <a:gd name="connsiteY307" fmla="*/ 1039587 h 1039608"/>
                <a:gd name="connsiteX308" fmla="*/ 265651 w 336545"/>
                <a:gd name="connsiteY308" fmla="*/ 1035122 h 1039608"/>
                <a:gd name="connsiteX309" fmla="*/ 264163 w 336545"/>
                <a:gd name="connsiteY309" fmla="*/ 1034378 h 1039608"/>
                <a:gd name="connsiteX310" fmla="*/ 263419 w 336545"/>
                <a:gd name="connsiteY310" fmla="*/ 1028425 h 1039608"/>
                <a:gd name="connsiteX311" fmla="*/ 262674 w 336545"/>
                <a:gd name="connsiteY311" fmla="*/ 1023960 h 1039608"/>
                <a:gd name="connsiteX312" fmla="*/ 261186 w 336545"/>
                <a:gd name="connsiteY312" fmla="*/ 1023216 h 1039608"/>
                <a:gd name="connsiteX313" fmla="*/ 260814 w 336545"/>
                <a:gd name="connsiteY313" fmla="*/ 1018798 h 1039608"/>
                <a:gd name="connsiteX314" fmla="*/ 258954 w 336545"/>
                <a:gd name="connsiteY314" fmla="*/ 1012798 h 1039608"/>
                <a:gd name="connsiteX315" fmla="*/ 258210 w 336545"/>
                <a:gd name="connsiteY315" fmla="*/ 1012798 h 1039608"/>
                <a:gd name="connsiteX316" fmla="*/ 258125 w 336545"/>
                <a:gd name="connsiteY316" fmla="*/ 1010761 h 1039608"/>
                <a:gd name="connsiteX317" fmla="*/ 257977 w 336545"/>
                <a:gd name="connsiteY317" fmla="*/ 1008101 h 1039608"/>
                <a:gd name="connsiteX318" fmla="*/ 257846 w 336545"/>
                <a:gd name="connsiteY318" fmla="*/ 1005459 h 1039608"/>
                <a:gd name="connsiteX319" fmla="*/ 256349 w 336545"/>
                <a:gd name="connsiteY319" fmla="*/ 1002008 h 1039608"/>
                <a:gd name="connsiteX320" fmla="*/ 254721 w 336545"/>
                <a:gd name="connsiteY320" fmla="*/ 995915 h 1039608"/>
                <a:gd name="connsiteX321" fmla="*/ 254573 w 336545"/>
                <a:gd name="connsiteY321" fmla="*/ 993256 h 1039608"/>
                <a:gd name="connsiteX322" fmla="*/ 254489 w 336545"/>
                <a:gd name="connsiteY322" fmla="*/ 991218 h 1039608"/>
                <a:gd name="connsiteX323" fmla="*/ 253001 w 336545"/>
                <a:gd name="connsiteY323" fmla="*/ 991218 h 1039608"/>
                <a:gd name="connsiteX324" fmla="*/ 252256 w 336545"/>
                <a:gd name="connsiteY324" fmla="*/ 980800 h 1039608"/>
                <a:gd name="connsiteX325" fmla="*/ 250024 w 336545"/>
                <a:gd name="connsiteY325" fmla="*/ 980800 h 1039608"/>
                <a:gd name="connsiteX326" fmla="*/ 249940 w 336545"/>
                <a:gd name="connsiteY326" fmla="*/ 978574 h 1039608"/>
                <a:gd name="connsiteX327" fmla="*/ 249792 w 336545"/>
                <a:gd name="connsiteY327" fmla="*/ 975684 h 1039608"/>
                <a:gd name="connsiteX328" fmla="*/ 249661 w 336545"/>
                <a:gd name="connsiteY328" fmla="*/ 972806 h 1039608"/>
                <a:gd name="connsiteX329" fmla="*/ 249280 w 336545"/>
                <a:gd name="connsiteY329" fmla="*/ 970382 h 1039608"/>
                <a:gd name="connsiteX330" fmla="*/ 247048 w 336545"/>
                <a:gd name="connsiteY330" fmla="*/ 968894 h 1039608"/>
                <a:gd name="connsiteX331" fmla="*/ 246908 w 336545"/>
                <a:gd name="connsiteY331" fmla="*/ 963964 h 1039608"/>
                <a:gd name="connsiteX332" fmla="*/ 246969 w 336545"/>
                <a:gd name="connsiteY332" fmla="*/ 961284 h 1039608"/>
                <a:gd name="connsiteX333" fmla="*/ 247048 w 336545"/>
                <a:gd name="connsiteY333" fmla="*/ 959220 h 1039608"/>
                <a:gd name="connsiteX334" fmla="*/ 244815 w 336545"/>
                <a:gd name="connsiteY334" fmla="*/ 959220 h 1039608"/>
                <a:gd name="connsiteX335" fmla="*/ 244071 w 336545"/>
                <a:gd name="connsiteY335" fmla="*/ 948058 h 1039608"/>
                <a:gd name="connsiteX336" fmla="*/ 241839 w 336545"/>
                <a:gd name="connsiteY336" fmla="*/ 948058 h 1039608"/>
                <a:gd name="connsiteX337" fmla="*/ 241754 w 336545"/>
                <a:gd name="connsiteY337" fmla="*/ 946157 h 1039608"/>
                <a:gd name="connsiteX338" fmla="*/ 241606 w 336545"/>
                <a:gd name="connsiteY338" fmla="*/ 943686 h 1039608"/>
                <a:gd name="connsiteX339" fmla="*/ 241475 w 336545"/>
                <a:gd name="connsiteY339" fmla="*/ 941227 h 1039608"/>
                <a:gd name="connsiteX340" fmla="*/ 241094 w 336545"/>
                <a:gd name="connsiteY340" fmla="*/ 939128 h 1039608"/>
                <a:gd name="connsiteX341" fmla="*/ 238862 w 336545"/>
                <a:gd name="connsiteY341" fmla="*/ 937640 h 1039608"/>
                <a:gd name="connsiteX342" fmla="*/ 238769 w 336545"/>
                <a:gd name="connsiteY342" fmla="*/ 934431 h 1039608"/>
                <a:gd name="connsiteX343" fmla="*/ 238118 w 336545"/>
                <a:gd name="connsiteY343" fmla="*/ 927222 h 1039608"/>
                <a:gd name="connsiteX344" fmla="*/ 236630 w 336545"/>
                <a:gd name="connsiteY344" fmla="*/ 927222 h 1039608"/>
                <a:gd name="connsiteX345" fmla="*/ 236519 w 336545"/>
                <a:gd name="connsiteY345" fmla="*/ 925158 h 1039608"/>
                <a:gd name="connsiteX346" fmla="*/ 236350 w 336545"/>
                <a:gd name="connsiteY346" fmla="*/ 922478 h 1039608"/>
                <a:gd name="connsiteX347" fmla="*/ 236194 w 336545"/>
                <a:gd name="connsiteY347" fmla="*/ 919810 h 1039608"/>
                <a:gd name="connsiteX348" fmla="*/ 234397 w 336545"/>
                <a:gd name="connsiteY348" fmla="*/ 916060 h 1039608"/>
                <a:gd name="connsiteX349" fmla="*/ 233653 w 336545"/>
                <a:gd name="connsiteY349" fmla="*/ 916060 h 1039608"/>
                <a:gd name="connsiteX350" fmla="*/ 233569 w 336545"/>
                <a:gd name="connsiteY350" fmla="*/ 913996 h 1039608"/>
                <a:gd name="connsiteX351" fmla="*/ 233420 w 336545"/>
                <a:gd name="connsiteY351" fmla="*/ 911316 h 1039608"/>
                <a:gd name="connsiteX352" fmla="*/ 233290 w 336545"/>
                <a:gd name="connsiteY352" fmla="*/ 908648 h 1039608"/>
                <a:gd name="connsiteX353" fmla="*/ 232909 w 336545"/>
                <a:gd name="connsiteY353" fmla="*/ 906386 h 1039608"/>
                <a:gd name="connsiteX354" fmla="*/ 230676 w 336545"/>
                <a:gd name="connsiteY354" fmla="*/ 904898 h 1039608"/>
                <a:gd name="connsiteX355" fmla="*/ 230537 w 336545"/>
                <a:gd name="connsiteY355" fmla="*/ 899596 h 1039608"/>
                <a:gd name="connsiteX356" fmla="*/ 230598 w 336545"/>
                <a:gd name="connsiteY356" fmla="*/ 896706 h 1039608"/>
                <a:gd name="connsiteX357" fmla="*/ 230676 w 336545"/>
                <a:gd name="connsiteY357" fmla="*/ 894480 h 1039608"/>
                <a:gd name="connsiteX358" fmla="*/ 228444 w 336545"/>
                <a:gd name="connsiteY358" fmla="*/ 894480 h 1039608"/>
                <a:gd name="connsiteX359" fmla="*/ 227700 w 336545"/>
                <a:gd name="connsiteY359" fmla="*/ 884062 h 1039608"/>
                <a:gd name="connsiteX360" fmla="*/ 225467 w 336545"/>
                <a:gd name="connsiteY360" fmla="*/ 884062 h 1039608"/>
                <a:gd name="connsiteX361" fmla="*/ 225383 w 336545"/>
                <a:gd name="connsiteY361" fmla="*/ 881809 h 1039608"/>
                <a:gd name="connsiteX362" fmla="*/ 225235 w 336545"/>
                <a:gd name="connsiteY362" fmla="*/ 878899 h 1039608"/>
                <a:gd name="connsiteX363" fmla="*/ 225104 w 336545"/>
                <a:gd name="connsiteY363" fmla="*/ 875995 h 1039608"/>
                <a:gd name="connsiteX364" fmla="*/ 224723 w 336545"/>
                <a:gd name="connsiteY364" fmla="*/ 873644 h 1039608"/>
                <a:gd name="connsiteX365" fmla="*/ 222491 w 336545"/>
                <a:gd name="connsiteY365" fmla="*/ 872900 h 1039608"/>
                <a:gd name="connsiteX366" fmla="*/ 221979 w 336545"/>
                <a:gd name="connsiteY366" fmla="*/ 868016 h 1039608"/>
                <a:gd name="connsiteX367" fmla="*/ 221831 w 336545"/>
                <a:gd name="connsiteY367" fmla="*/ 865316 h 1039608"/>
                <a:gd name="connsiteX368" fmla="*/ 221747 w 336545"/>
                <a:gd name="connsiteY368" fmla="*/ 863226 h 1039608"/>
                <a:gd name="connsiteX369" fmla="*/ 220258 w 336545"/>
                <a:gd name="connsiteY369" fmla="*/ 863226 h 1039608"/>
                <a:gd name="connsiteX370" fmla="*/ 220148 w 336545"/>
                <a:gd name="connsiteY370" fmla="*/ 861162 h 1039608"/>
                <a:gd name="connsiteX371" fmla="*/ 219979 w 336545"/>
                <a:gd name="connsiteY371" fmla="*/ 858482 h 1039608"/>
                <a:gd name="connsiteX372" fmla="*/ 219822 w 336545"/>
                <a:gd name="connsiteY372" fmla="*/ 855814 h 1039608"/>
                <a:gd name="connsiteX373" fmla="*/ 218026 w 336545"/>
                <a:gd name="connsiteY373" fmla="*/ 852064 h 1039608"/>
                <a:gd name="connsiteX374" fmla="*/ 217282 w 336545"/>
                <a:gd name="connsiteY374" fmla="*/ 852064 h 1039608"/>
                <a:gd name="connsiteX375" fmla="*/ 217198 w 336545"/>
                <a:gd name="connsiteY375" fmla="*/ 849974 h 1039608"/>
                <a:gd name="connsiteX376" fmla="*/ 217049 w 336545"/>
                <a:gd name="connsiteY376" fmla="*/ 847273 h 1039608"/>
                <a:gd name="connsiteX377" fmla="*/ 216919 w 336545"/>
                <a:gd name="connsiteY377" fmla="*/ 844579 h 1039608"/>
                <a:gd name="connsiteX378" fmla="*/ 216538 w 336545"/>
                <a:gd name="connsiteY378" fmla="*/ 842390 h 1039608"/>
                <a:gd name="connsiteX379" fmla="*/ 214305 w 336545"/>
                <a:gd name="connsiteY379" fmla="*/ 841646 h 1039608"/>
                <a:gd name="connsiteX380" fmla="*/ 214166 w 336545"/>
                <a:gd name="connsiteY380" fmla="*/ 836018 h 1039608"/>
                <a:gd name="connsiteX381" fmla="*/ 214196 w 336545"/>
                <a:gd name="connsiteY381" fmla="*/ 834415 h 1039608"/>
                <a:gd name="connsiteX382" fmla="*/ 214305 w 336545"/>
                <a:gd name="connsiteY382" fmla="*/ 830484 h 1039608"/>
                <a:gd name="connsiteX383" fmla="*/ 212073 w 336545"/>
                <a:gd name="connsiteY383" fmla="*/ 830484 h 1039608"/>
                <a:gd name="connsiteX384" fmla="*/ 211329 w 336545"/>
                <a:gd name="connsiteY384" fmla="*/ 820066 h 1039608"/>
                <a:gd name="connsiteX385" fmla="*/ 209096 w 336545"/>
                <a:gd name="connsiteY385" fmla="*/ 820066 h 1039608"/>
                <a:gd name="connsiteX386" fmla="*/ 209012 w 336545"/>
                <a:gd name="connsiteY386" fmla="*/ 817813 h 1039608"/>
                <a:gd name="connsiteX387" fmla="*/ 208864 w 336545"/>
                <a:gd name="connsiteY387" fmla="*/ 814903 h 1039608"/>
                <a:gd name="connsiteX388" fmla="*/ 208733 w 336545"/>
                <a:gd name="connsiteY388" fmla="*/ 811999 h 1039608"/>
                <a:gd name="connsiteX389" fmla="*/ 208352 w 336545"/>
                <a:gd name="connsiteY389" fmla="*/ 809648 h 1039608"/>
                <a:gd name="connsiteX390" fmla="*/ 206120 w 336545"/>
                <a:gd name="connsiteY390" fmla="*/ 808904 h 1039608"/>
                <a:gd name="connsiteX391" fmla="*/ 205701 w 336545"/>
                <a:gd name="connsiteY391" fmla="*/ 804067 h 1039608"/>
                <a:gd name="connsiteX392" fmla="*/ 205376 w 336545"/>
                <a:gd name="connsiteY392" fmla="*/ 799230 h 1039608"/>
                <a:gd name="connsiteX393" fmla="*/ 203887 w 336545"/>
                <a:gd name="connsiteY393" fmla="*/ 798486 h 1039608"/>
                <a:gd name="connsiteX394" fmla="*/ 203515 w 336545"/>
                <a:gd name="connsiteY394" fmla="*/ 794067 h 1039608"/>
                <a:gd name="connsiteX395" fmla="*/ 201655 w 336545"/>
                <a:gd name="connsiteY395" fmla="*/ 788068 h 1039608"/>
                <a:gd name="connsiteX396" fmla="*/ 200911 w 336545"/>
                <a:gd name="connsiteY396" fmla="*/ 788068 h 1039608"/>
                <a:gd name="connsiteX397" fmla="*/ 200826 w 336545"/>
                <a:gd name="connsiteY397" fmla="*/ 785815 h 1039608"/>
                <a:gd name="connsiteX398" fmla="*/ 200678 w 336545"/>
                <a:gd name="connsiteY398" fmla="*/ 782905 h 1039608"/>
                <a:gd name="connsiteX399" fmla="*/ 200547 w 336545"/>
                <a:gd name="connsiteY399" fmla="*/ 780001 h 1039608"/>
                <a:gd name="connsiteX400" fmla="*/ 200167 w 336545"/>
                <a:gd name="connsiteY400" fmla="*/ 777650 h 1039608"/>
                <a:gd name="connsiteX401" fmla="*/ 197934 w 336545"/>
                <a:gd name="connsiteY401" fmla="*/ 776906 h 1039608"/>
                <a:gd name="connsiteX402" fmla="*/ 197516 w 336545"/>
                <a:gd name="connsiteY402" fmla="*/ 772069 h 1039608"/>
                <a:gd name="connsiteX403" fmla="*/ 197190 w 336545"/>
                <a:gd name="connsiteY403" fmla="*/ 767232 h 1039608"/>
                <a:gd name="connsiteX404" fmla="*/ 195702 w 336545"/>
                <a:gd name="connsiteY404" fmla="*/ 766488 h 1039608"/>
                <a:gd name="connsiteX405" fmla="*/ 195237 w 336545"/>
                <a:gd name="connsiteY405" fmla="*/ 760860 h 1039608"/>
                <a:gd name="connsiteX406" fmla="*/ 195150 w 336545"/>
                <a:gd name="connsiteY406" fmla="*/ 759257 h 1039608"/>
                <a:gd name="connsiteX407" fmla="*/ 194958 w 336545"/>
                <a:gd name="connsiteY407" fmla="*/ 755326 h 1039608"/>
                <a:gd name="connsiteX408" fmla="*/ 192725 w 336545"/>
                <a:gd name="connsiteY408" fmla="*/ 755326 h 1039608"/>
                <a:gd name="connsiteX409" fmla="*/ 192641 w 336545"/>
                <a:gd name="connsiteY409" fmla="*/ 753236 h 1039608"/>
                <a:gd name="connsiteX410" fmla="*/ 192493 w 336545"/>
                <a:gd name="connsiteY410" fmla="*/ 750535 h 1039608"/>
                <a:gd name="connsiteX411" fmla="*/ 192362 w 336545"/>
                <a:gd name="connsiteY411" fmla="*/ 747841 h 1039608"/>
                <a:gd name="connsiteX412" fmla="*/ 191981 w 336545"/>
                <a:gd name="connsiteY412" fmla="*/ 745652 h 1039608"/>
                <a:gd name="connsiteX413" fmla="*/ 189749 w 336545"/>
                <a:gd name="connsiteY413" fmla="*/ 744908 h 1039608"/>
                <a:gd name="connsiteX414" fmla="*/ 189330 w 336545"/>
                <a:gd name="connsiteY414" fmla="*/ 739699 h 1039608"/>
                <a:gd name="connsiteX415" fmla="*/ 189005 w 336545"/>
                <a:gd name="connsiteY415" fmla="*/ 734490 h 1039608"/>
                <a:gd name="connsiteX416" fmla="*/ 187516 w 336545"/>
                <a:gd name="connsiteY416" fmla="*/ 733745 h 1039608"/>
                <a:gd name="connsiteX417" fmla="*/ 187101 w 336545"/>
                <a:gd name="connsiteY417" fmla="*/ 726816 h 1039608"/>
                <a:gd name="connsiteX418" fmla="*/ 186772 w 336545"/>
                <a:gd name="connsiteY418" fmla="*/ 724816 h 1039608"/>
                <a:gd name="connsiteX419" fmla="*/ 184540 w 336545"/>
                <a:gd name="connsiteY419" fmla="*/ 724072 h 1039608"/>
                <a:gd name="connsiteX420" fmla="*/ 184098 w 336545"/>
                <a:gd name="connsiteY420" fmla="*/ 715979 h 1039608"/>
                <a:gd name="connsiteX421" fmla="*/ 183796 w 336545"/>
                <a:gd name="connsiteY421" fmla="*/ 713654 h 1039608"/>
                <a:gd name="connsiteX422" fmla="*/ 181563 w 336545"/>
                <a:gd name="connsiteY422" fmla="*/ 712910 h 1039608"/>
                <a:gd name="connsiteX423" fmla="*/ 181145 w 336545"/>
                <a:gd name="connsiteY423" fmla="*/ 708073 h 1039608"/>
                <a:gd name="connsiteX424" fmla="*/ 180819 w 336545"/>
                <a:gd name="connsiteY424" fmla="*/ 703236 h 1039608"/>
                <a:gd name="connsiteX425" fmla="*/ 179331 w 336545"/>
                <a:gd name="connsiteY425" fmla="*/ 702492 h 1039608"/>
                <a:gd name="connsiteX426" fmla="*/ 178866 w 336545"/>
                <a:gd name="connsiteY426" fmla="*/ 696864 h 1039608"/>
                <a:gd name="connsiteX427" fmla="*/ 178778 w 336545"/>
                <a:gd name="connsiteY427" fmla="*/ 695261 h 1039608"/>
                <a:gd name="connsiteX428" fmla="*/ 178587 w 336545"/>
                <a:gd name="connsiteY428" fmla="*/ 691329 h 1039608"/>
                <a:gd name="connsiteX429" fmla="*/ 176354 w 336545"/>
                <a:gd name="connsiteY429" fmla="*/ 691329 h 1039608"/>
                <a:gd name="connsiteX430" fmla="*/ 175610 w 336545"/>
                <a:gd name="connsiteY430" fmla="*/ 680912 h 1039608"/>
                <a:gd name="connsiteX431" fmla="*/ 173378 w 336545"/>
                <a:gd name="connsiteY431" fmla="*/ 680912 h 1039608"/>
                <a:gd name="connsiteX432" fmla="*/ 173267 w 336545"/>
                <a:gd name="connsiteY432" fmla="*/ 678659 h 1039608"/>
                <a:gd name="connsiteX433" fmla="*/ 173099 w 336545"/>
                <a:gd name="connsiteY433" fmla="*/ 675749 h 1039608"/>
                <a:gd name="connsiteX434" fmla="*/ 172942 w 336545"/>
                <a:gd name="connsiteY434" fmla="*/ 672845 h 1039608"/>
                <a:gd name="connsiteX435" fmla="*/ 172633 w 336545"/>
                <a:gd name="connsiteY435" fmla="*/ 670494 h 1039608"/>
                <a:gd name="connsiteX436" fmla="*/ 171145 w 336545"/>
                <a:gd name="connsiteY436" fmla="*/ 669749 h 1039608"/>
                <a:gd name="connsiteX437" fmla="*/ 170680 w 336545"/>
                <a:gd name="connsiteY437" fmla="*/ 664494 h 1039608"/>
                <a:gd name="connsiteX438" fmla="*/ 170511 w 336545"/>
                <a:gd name="connsiteY438" fmla="*/ 661584 h 1039608"/>
                <a:gd name="connsiteX439" fmla="*/ 170401 w 336545"/>
                <a:gd name="connsiteY439" fmla="*/ 659331 h 1039608"/>
                <a:gd name="connsiteX440" fmla="*/ 168169 w 336545"/>
                <a:gd name="connsiteY440" fmla="*/ 659331 h 1039608"/>
                <a:gd name="connsiteX441" fmla="*/ 167424 w 336545"/>
                <a:gd name="connsiteY441" fmla="*/ 648913 h 1039608"/>
                <a:gd name="connsiteX442" fmla="*/ 165192 w 336545"/>
                <a:gd name="connsiteY442" fmla="*/ 648913 h 1039608"/>
                <a:gd name="connsiteX443" fmla="*/ 165082 w 336545"/>
                <a:gd name="connsiteY443" fmla="*/ 646498 h 1039608"/>
                <a:gd name="connsiteX444" fmla="*/ 164913 w 336545"/>
                <a:gd name="connsiteY444" fmla="*/ 643379 h 1039608"/>
                <a:gd name="connsiteX445" fmla="*/ 164843 w 336545"/>
                <a:gd name="connsiteY445" fmla="*/ 641785 h 1039608"/>
                <a:gd name="connsiteX446" fmla="*/ 164448 w 336545"/>
                <a:gd name="connsiteY446" fmla="*/ 637751 h 1039608"/>
                <a:gd name="connsiteX447" fmla="*/ 162960 w 336545"/>
                <a:gd name="connsiteY447" fmla="*/ 637007 h 1039608"/>
                <a:gd name="connsiteX448" fmla="*/ 162588 w 336545"/>
                <a:gd name="connsiteY448" fmla="*/ 632961 h 1039608"/>
                <a:gd name="connsiteX449" fmla="*/ 160727 w 336545"/>
                <a:gd name="connsiteY449" fmla="*/ 627333 h 1039608"/>
                <a:gd name="connsiteX450" fmla="*/ 159983 w 336545"/>
                <a:gd name="connsiteY450" fmla="*/ 627333 h 1039608"/>
                <a:gd name="connsiteX451" fmla="*/ 159239 w 336545"/>
                <a:gd name="connsiteY451" fmla="*/ 616171 h 1039608"/>
                <a:gd name="connsiteX452" fmla="*/ 157006 w 336545"/>
                <a:gd name="connsiteY452" fmla="*/ 616171 h 1039608"/>
                <a:gd name="connsiteX453" fmla="*/ 156896 w 336545"/>
                <a:gd name="connsiteY453" fmla="*/ 614081 h 1039608"/>
                <a:gd name="connsiteX454" fmla="*/ 156727 w 336545"/>
                <a:gd name="connsiteY454" fmla="*/ 611381 h 1039608"/>
                <a:gd name="connsiteX455" fmla="*/ 156570 w 336545"/>
                <a:gd name="connsiteY455" fmla="*/ 608686 h 1039608"/>
                <a:gd name="connsiteX456" fmla="*/ 156262 w 336545"/>
                <a:gd name="connsiteY456" fmla="*/ 606497 h 1039608"/>
                <a:gd name="connsiteX457" fmla="*/ 154774 w 336545"/>
                <a:gd name="connsiteY457" fmla="*/ 605753 h 1039608"/>
                <a:gd name="connsiteX458" fmla="*/ 154309 w 336545"/>
                <a:gd name="connsiteY458" fmla="*/ 600126 h 1039608"/>
                <a:gd name="connsiteX459" fmla="*/ 154222 w 336545"/>
                <a:gd name="connsiteY459" fmla="*/ 598523 h 1039608"/>
                <a:gd name="connsiteX460" fmla="*/ 154030 w 336545"/>
                <a:gd name="connsiteY460" fmla="*/ 594591 h 1039608"/>
                <a:gd name="connsiteX461" fmla="*/ 151798 w 336545"/>
                <a:gd name="connsiteY461" fmla="*/ 594591 h 1039608"/>
                <a:gd name="connsiteX462" fmla="*/ 151053 w 336545"/>
                <a:gd name="connsiteY462" fmla="*/ 584173 h 1039608"/>
                <a:gd name="connsiteX463" fmla="*/ 148821 w 336545"/>
                <a:gd name="connsiteY463" fmla="*/ 584173 h 1039608"/>
                <a:gd name="connsiteX464" fmla="*/ 148710 w 336545"/>
                <a:gd name="connsiteY464" fmla="*/ 581920 h 1039608"/>
                <a:gd name="connsiteX465" fmla="*/ 148542 w 336545"/>
                <a:gd name="connsiteY465" fmla="*/ 579011 h 1039608"/>
                <a:gd name="connsiteX466" fmla="*/ 148385 w 336545"/>
                <a:gd name="connsiteY466" fmla="*/ 576107 h 1039608"/>
                <a:gd name="connsiteX467" fmla="*/ 148077 w 336545"/>
                <a:gd name="connsiteY467" fmla="*/ 573755 h 1039608"/>
                <a:gd name="connsiteX468" fmla="*/ 146589 w 336545"/>
                <a:gd name="connsiteY468" fmla="*/ 573011 h 1039608"/>
                <a:gd name="connsiteX469" fmla="*/ 146173 w 336545"/>
                <a:gd name="connsiteY469" fmla="*/ 566081 h 1039608"/>
                <a:gd name="connsiteX470" fmla="*/ 145844 w 336545"/>
                <a:gd name="connsiteY470" fmla="*/ 564081 h 1039608"/>
                <a:gd name="connsiteX471" fmla="*/ 143612 w 336545"/>
                <a:gd name="connsiteY471" fmla="*/ 563337 h 1039608"/>
                <a:gd name="connsiteX472" fmla="*/ 143170 w 336545"/>
                <a:gd name="connsiteY472" fmla="*/ 555245 h 1039608"/>
                <a:gd name="connsiteX473" fmla="*/ 142868 w 336545"/>
                <a:gd name="connsiteY473" fmla="*/ 552919 h 1039608"/>
                <a:gd name="connsiteX474" fmla="*/ 140635 w 336545"/>
                <a:gd name="connsiteY474" fmla="*/ 552175 h 1039608"/>
                <a:gd name="connsiteX475" fmla="*/ 140217 w 336545"/>
                <a:gd name="connsiteY475" fmla="*/ 547338 h 1039608"/>
                <a:gd name="connsiteX476" fmla="*/ 139891 w 336545"/>
                <a:gd name="connsiteY476" fmla="*/ 542501 h 1039608"/>
                <a:gd name="connsiteX477" fmla="*/ 138403 w 336545"/>
                <a:gd name="connsiteY477" fmla="*/ 541757 h 1039608"/>
                <a:gd name="connsiteX478" fmla="*/ 137984 w 336545"/>
                <a:gd name="connsiteY478" fmla="*/ 537757 h 1039608"/>
                <a:gd name="connsiteX479" fmla="*/ 136915 w 336545"/>
                <a:gd name="connsiteY479" fmla="*/ 531339 h 1039608"/>
                <a:gd name="connsiteX480" fmla="*/ 135426 w 336545"/>
                <a:gd name="connsiteY480" fmla="*/ 530595 h 1039608"/>
                <a:gd name="connsiteX481" fmla="*/ 134961 w 336545"/>
                <a:gd name="connsiteY481" fmla="*/ 524968 h 1039608"/>
                <a:gd name="connsiteX482" fmla="*/ 134874 w 336545"/>
                <a:gd name="connsiteY482" fmla="*/ 523364 h 1039608"/>
                <a:gd name="connsiteX483" fmla="*/ 134682 w 336545"/>
                <a:gd name="connsiteY483" fmla="*/ 519433 h 1039608"/>
                <a:gd name="connsiteX484" fmla="*/ 132450 w 336545"/>
                <a:gd name="connsiteY484" fmla="*/ 519433 h 1039608"/>
                <a:gd name="connsiteX485" fmla="*/ 132339 w 336545"/>
                <a:gd name="connsiteY485" fmla="*/ 517343 h 1039608"/>
                <a:gd name="connsiteX486" fmla="*/ 132171 w 336545"/>
                <a:gd name="connsiteY486" fmla="*/ 514643 h 1039608"/>
                <a:gd name="connsiteX487" fmla="*/ 132014 w 336545"/>
                <a:gd name="connsiteY487" fmla="*/ 511948 h 1039608"/>
                <a:gd name="connsiteX488" fmla="*/ 131706 w 336545"/>
                <a:gd name="connsiteY488" fmla="*/ 509759 h 1039608"/>
                <a:gd name="connsiteX489" fmla="*/ 130217 w 336545"/>
                <a:gd name="connsiteY489" fmla="*/ 509015 h 1039608"/>
                <a:gd name="connsiteX490" fmla="*/ 129566 w 336545"/>
                <a:gd name="connsiteY490" fmla="*/ 500923 h 1039608"/>
                <a:gd name="connsiteX491" fmla="*/ 129473 w 336545"/>
                <a:gd name="connsiteY491" fmla="*/ 499341 h 1039608"/>
                <a:gd name="connsiteX492" fmla="*/ 127241 w 336545"/>
                <a:gd name="connsiteY492" fmla="*/ 497853 h 1039608"/>
                <a:gd name="connsiteX493" fmla="*/ 126799 w 336545"/>
                <a:gd name="connsiteY493" fmla="*/ 490897 h 1039608"/>
                <a:gd name="connsiteX494" fmla="*/ 126497 w 336545"/>
                <a:gd name="connsiteY494" fmla="*/ 488923 h 1039608"/>
                <a:gd name="connsiteX495" fmla="*/ 124264 w 336545"/>
                <a:gd name="connsiteY495" fmla="*/ 488179 h 1039608"/>
                <a:gd name="connsiteX496" fmla="*/ 123846 w 336545"/>
                <a:gd name="connsiteY496" fmla="*/ 483017 h 1039608"/>
                <a:gd name="connsiteX497" fmla="*/ 122032 w 336545"/>
                <a:gd name="connsiteY497" fmla="*/ 476273 h 1039608"/>
                <a:gd name="connsiteX498" fmla="*/ 121567 w 336545"/>
                <a:gd name="connsiteY498" fmla="*/ 472599 h 1039608"/>
                <a:gd name="connsiteX499" fmla="*/ 121398 w 336545"/>
                <a:gd name="connsiteY499" fmla="*/ 470625 h 1039608"/>
                <a:gd name="connsiteX500" fmla="*/ 121288 w 336545"/>
                <a:gd name="connsiteY500" fmla="*/ 466599 h 1039608"/>
                <a:gd name="connsiteX501" fmla="*/ 119055 w 336545"/>
                <a:gd name="connsiteY501" fmla="*/ 466599 h 1039608"/>
                <a:gd name="connsiteX502" fmla="*/ 118311 w 336545"/>
                <a:gd name="connsiteY502" fmla="*/ 455437 h 1039608"/>
                <a:gd name="connsiteX503" fmla="*/ 116079 w 336545"/>
                <a:gd name="connsiteY503" fmla="*/ 455437 h 1039608"/>
                <a:gd name="connsiteX504" fmla="*/ 115994 w 336545"/>
                <a:gd name="connsiteY504" fmla="*/ 453399 h 1039608"/>
                <a:gd name="connsiteX505" fmla="*/ 115846 w 336545"/>
                <a:gd name="connsiteY505" fmla="*/ 450740 h 1039608"/>
                <a:gd name="connsiteX506" fmla="*/ 115715 w 336545"/>
                <a:gd name="connsiteY506" fmla="*/ 448097 h 1039608"/>
                <a:gd name="connsiteX507" fmla="*/ 113102 w 336545"/>
                <a:gd name="connsiteY507" fmla="*/ 443531 h 1039608"/>
                <a:gd name="connsiteX508" fmla="*/ 113102 w 336545"/>
                <a:gd name="connsiteY508" fmla="*/ 438322 h 1039608"/>
                <a:gd name="connsiteX509" fmla="*/ 112358 w 336545"/>
                <a:gd name="connsiteY509" fmla="*/ 434601 h 1039608"/>
                <a:gd name="connsiteX510" fmla="*/ 110870 w 336545"/>
                <a:gd name="connsiteY510" fmla="*/ 433857 h 1039608"/>
                <a:gd name="connsiteX511" fmla="*/ 110405 w 336545"/>
                <a:gd name="connsiteY511" fmla="*/ 428601 h 1039608"/>
                <a:gd name="connsiteX512" fmla="*/ 110236 w 336545"/>
                <a:gd name="connsiteY512" fmla="*/ 425692 h 1039608"/>
                <a:gd name="connsiteX513" fmla="*/ 110126 w 336545"/>
                <a:gd name="connsiteY513" fmla="*/ 423439 h 1039608"/>
                <a:gd name="connsiteX514" fmla="*/ 107893 w 336545"/>
                <a:gd name="connsiteY514" fmla="*/ 423439 h 1039608"/>
                <a:gd name="connsiteX515" fmla="*/ 107998 w 336545"/>
                <a:gd name="connsiteY515" fmla="*/ 421186 h 1039608"/>
                <a:gd name="connsiteX516" fmla="*/ 108079 w 336545"/>
                <a:gd name="connsiteY516" fmla="*/ 418276 h 1039608"/>
                <a:gd name="connsiteX517" fmla="*/ 108184 w 336545"/>
                <a:gd name="connsiteY517" fmla="*/ 415373 h 1039608"/>
                <a:gd name="connsiteX518" fmla="*/ 107893 w 336545"/>
                <a:gd name="connsiteY518" fmla="*/ 413021 h 1039608"/>
                <a:gd name="connsiteX519" fmla="*/ 104917 w 336545"/>
                <a:gd name="connsiteY519" fmla="*/ 412277 h 1039608"/>
                <a:gd name="connsiteX520" fmla="*/ 104870 w 336545"/>
                <a:gd name="connsiteY520" fmla="*/ 408277 h 1039608"/>
                <a:gd name="connsiteX521" fmla="*/ 104917 w 336545"/>
                <a:gd name="connsiteY521" fmla="*/ 404091 h 1039608"/>
                <a:gd name="connsiteX522" fmla="*/ 103835 w 336545"/>
                <a:gd name="connsiteY522" fmla="*/ 403048 h 1039608"/>
                <a:gd name="connsiteX523" fmla="*/ 102173 w 336545"/>
                <a:gd name="connsiteY523" fmla="*/ 396510 h 1039608"/>
                <a:gd name="connsiteX524" fmla="*/ 102024 w 336545"/>
                <a:gd name="connsiteY524" fmla="*/ 393641 h 1039608"/>
                <a:gd name="connsiteX525" fmla="*/ 101940 w 336545"/>
                <a:gd name="connsiteY525" fmla="*/ 391441 h 1039608"/>
                <a:gd name="connsiteX526" fmla="*/ 99708 w 336545"/>
                <a:gd name="connsiteY526" fmla="*/ 391441 h 1039608"/>
                <a:gd name="connsiteX527" fmla="*/ 99623 w 336545"/>
                <a:gd name="connsiteY527" fmla="*/ 389240 h 1039608"/>
                <a:gd name="connsiteX528" fmla="*/ 99475 w 336545"/>
                <a:gd name="connsiteY528" fmla="*/ 386371 h 1039608"/>
                <a:gd name="connsiteX529" fmla="*/ 99344 w 336545"/>
                <a:gd name="connsiteY529" fmla="*/ 383520 h 1039608"/>
                <a:gd name="connsiteX530" fmla="*/ 96731 w 336545"/>
                <a:gd name="connsiteY530" fmla="*/ 378790 h 1039608"/>
                <a:gd name="connsiteX531" fmla="*/ 96731 w 336545"/>
                <a:gd name="connsiteY531" fmla="*/ 373581 h 1039608"/>
                <a:gd name="connsiteX532" fmla="*/ 95987 w 336545"/>
                <a:gd name="connsiteY532" fmla="*/ 370605 h 1039608"/>
                <a:gd name="connsiteX533" fmla="*/ 94499 w 336545"/>
                <a:gd name="connsiteY533" fmla="*/ 369861 h 1039608"/>
                <a:gd name="connsiteX534" fmla="*/ 94034 w 336545"/>
                <a:gd name="connsiteY534" fmla="*/ 364233 h 1039608"/>
                <a:gd name="connsiteX535" fmla="*/ 93946 w 336545"/>
                <a:gd name="connsiteY535" fmla="*/ 362630 h 1039608"/>
                <a:gd name="connsiteX536" fmla="*/ 93755 w 336545"/>
                <a:gd name="connsiteY536" fmla="*/ 358699 h 1039608"/>
                <a:gd name="connsiteX537" fmla="*/ 91522 w 336545"/>
                <a:gd name="connsiteY537" fmla="*/ 358699 h 1039608"/>
                <a:gd name="connsiteX538" fmla="*/ 91438 w 336545"/>
                <a:gd name="connsiteY538" fmla="*/ 356609 h 1039608"/>
                <a:gd name="connsiteX539" fmla="*/ 91290 w 336545"/>
                <a:gd name="connsiteY539" fmla="*/ 353908 h 1039608"/>
                <a:gd name="connsiteX540" fmla="*/ 91159 w 336545"/>
                <a:gd name="connsiteY540" fmla="*/ 351214 h 1039608"/>
                <a:gd name="connsiteX541" fmla="*/ 90778 w 336545"/>
                <a:gd name="connsiteY541" fmla="*/ 349025 h 1039608"/>
                <a:gd name="connsiteX542" fmla="*/ 88546 w 336545"/>
                <a:gd name="connsiteY542" fmla="*/ 348281 h 1039608"/>
                <a:gd name="connsiteX543" fmla="*/ 88499 w 336545"/>
                <a:gd name="connsiteY543" fmla="*/ 343955 h 1039608"/>
                <a:gd name="connsiteX544" fmla="*/ 87057 w 336545"/>
                <a:gd name="connsiteY544" fmla="*/ 336374 h 1039608"/>
                <a:gd name="connsiteX545" fmla="*/ 86313 w 336545"/>
                <a:gd name="connsiteY545" fmla="*/ 1025449 h 1039608"/>
                <a:gd name="connsiteX546" fmla="*/ 6690 w 336545"/>
                <a:gd name="connsiteY546" fmla="*/ 1025449 h 1039608"/>
                <a:gd name="connsiteX547" fmla="*/ 6682 w 336545"/>
                <a:gd name="connsiteY547" fmla="*/ 961326 h 1039608"/>
                <a:gd name="connsiteX548" fmla="*/ 6682 w 336545"/>
                <a:gd name="connsiteY548" fmla="*/ 959659 h 1039608"/>
                <a:gd name="connsiteX549" fmla="*/ 6678 w 336545"/>
                <a:gd name="connsiteY549" fmla="*/ 932696 h 1039608"/>
                <a:gd name="connsiteX550" fmla="*/ 6678 w 336545"/>
                <a:gd name="connsiteY550" fmla="*/ 930862 h 1039608"/>
                <a:gd name="connsiteX551" fmla="*/ 6659 w 336545"/>
                <a:gd name="connsiteY551" fmla="*/ 736454 h 1039608"/>
                <a:gd name="connsiteX552" fmla="*/ 6658 w 336545"/>
                <a:gd name="connsiteY552" fmla="*/ 732137 h 1039608"/>
                <a:gd name="connsiteX553" fmla="*/ 6652 w 336545"/>
                <a:gd name="connsiteY553" fmla="*/ 641536 h 1039608"/>
                <a:gd name="connsiteX554" fmla="*/ 6649 w 336545"/>
                <a:gd name="connsiteY554" fmla="*/ 596027 h 1039608"/>
                <a:gd name="connsiteX555" fmla="*/ 6649 w 336545"/>
                <a:gd name="connsiteY555" fmla="*/ 589162 h 1039608"/>
                <a:gd name="connsiteX556" fmla="*/ 6639 w 336545"/>
                <a:gd name="connsiteY556" fmla="*/ 483406 h 1039608"/>
                <a:gd name="connsiteX557" fmla="*/ 6639 w 336545"/>
                <a:gd name="connsiteY557" fmla="*/ 481108 h 1039608"/>
                <a:gd name="connsiteX558" fmla="*/ 6634 w 336545"/>
                <a:gd name="connsiteY558" fmla="*/ 444425 h 1039608"/>
                <a:gd name="connsiteX559" fmla="*/ 6622 w 336545"/>
                <a:gd name="connsiteY559" fmla="*/ 338810 h 1039608"/>
                <a:gd name="connsiteX560" fmla="*/ 6622 w 336545"/>
                <a:gd name="connsiteY560" fmla="*/ 336617 h 1039608"/>
                <a:gd name="connsiteX561" fmla="*/ 6620 w 336545"/>
                <a:gd name="connsiteY561" fmla="*/ 288982 h 1039608"/>
                <a:gd name="connsiteX562" fmla="*/ 6619 w 336545"/>
                <a:gd name="connsiteY562" fmla="*/ 269817 h 1039608"/>
                <a:gd name="connsiteX563" fmla="*/ 6619 w 336545"/>
                <a:gd name="connsiteY563" fmla="*/ 267698 h 1039608"/>
                <a:gd name="connsiteX564" fmla="*/ 6611 w 336545"/>
                <a:gd name="connsiteY564" fmla="*/ 200033 h 1039608"/>
                <a:gd name="connsiteX565" fmla="*/ 6606 w 336545"/>
                <a:gd name="connsiteY565" fmla="*/ 131912 h 1039608"/>
                <a:gd name="connsiteX566" fmla="*/ 6606 w 336545"/>
                <a:gd name="connsiteY566" fmla="*/ 122513 h 1039608"/>
                <a:gd name="connsiteX567" fmla="*/ 6606 w 336545"/>
                <a:gd name="connsiteY567" fmla="*/ 120652 h 1039608"/>
                <a:gd name="connsiteX568" fmla="*/ 6601 w 336545"/>
                <a:gd name="connsiteY568" fmla="*/ 91395 h 1039608"/>
                <a:gd name="connsiteX569" fmla="*/ 6599 w 336545"/>
                <a:gd name="connsiteY569" fmla="*/ 62674 h 1039608"/>
                <a:gd name="connsiteX570" fmla="*/ 6597 w 336545"/>
                <a:gd name="connsiteY570" fmla="*/ 47290 h 1039608"/>
                <a:gd name="connsiteX571" fmla="*/ 6598 w 336545"/>
                <a:gd name="connsiteY571" fmla="*/ 33329 h 1039608"/>
                <a:gd name="connsiteX572" fmla="*/ 6595 w 336545"/>
                <a:gd name="connsiteY572" fmla="*/ 28277 h 1039608"/>
                <a:gd name="connsiteX573" fmla="*/ 6598 w 336545"/>
                <a:gd name="connsiteY573" fmla="*/ 21478 h 1039608"/>
                <a:gd name="connsiteX574" fmla="*/ 6592 w 336545"/>
                <a:gd name="connsiteY574" fmla="*/ 19465 h 1039608"/>
                <a:gd name="connsiteX575" fmla="*/ 7434 w 336545"/>
                <a:gd name="connsiteY575" fmla="*/ 14162 h 1039608"/>
                <a:gd name="connsiteX576" fmla="*/ 13201 w 336545"/>
                <a:gd name="connsiteY576" fmla="*/ 13772 h 1039608"/>
                <a:gd name="connsiteX577" fmla="*/ 14876 w 336545"/>
                <a:gd name="connsiteY577" fmla="*/ 13417 h 1039608"/>
                <a:gd name="connsiteX578" fmla="*/ 15620 w 336545"/>
                <a:gd name="connsiteY578" fmla="*/ 11185 h 1039608"/>
                <a:gd name="connsiteX579" fmla="*/ 20250 w 336545"/>
                <a:gd name="connsiteY579" fmla="*/ 10804 h 1039608"/>
                <a:gd name="connsiteX580" fmla="*/ 23092 w 336545"/>
                <a:gd name="connsiteY580" fmla="*/ 10724 h 1039608"/>
                <a:gd name="connsiteX581" fmla="*/ 26084 w 336545"/>
                <a:gd name="connsiteY581" fmla="*/ 10673 h 1039608"/>
                <a:gd name="connsiteX582" fmla="*/ 29086 w 336545"/>
                <a:gd name="connsiteY582" fmla="*/ 10596 h 1039608"/>
                <a:gd name="connsiteX583" fmla="*/ 36456 w 336545"/>
                <a:gd name="connsiteY583" fmla="*/ 10441 h 1039608"/>
                <a:gd name="connsiteX584" fmla="*/ 36456 w 336545"/>
                <a:gd name="connsiteY584" fmla="*/ 7464 h 1039608"/>
                <a:gd name="connsiteX585" fmla="*/ 57292 w 336545"/>
                <a:gd name="connsiteY585" fmla="*/ 7464 h 1039608"/>
                <a:gd name="connsiteX586" fmla="*/ 57292 w 336545"/>
                <a:gd name="connsiteY586" fmla="*/ 4488 h 1039608"/>
                <a:gd name="connsiteX587" fmla="*/ 59193 w 336545"/>
                <a:gd name="connsiteY587" fmla="*/ 4467 h 1039608"/>
                <a:gd name="connsiteX588" fmla="*/ 66153 w 336545"/>
                <a:gd name="connsiteY588" fmla="*/ 4333 h 1039608"/>
                <a:gd name="connsiteX589" fmla="*/ 69169 w 336545"/>
                <a:gd name="connsiteY589" fmla="*/ 4286 h 1039608"/>
                <a:gd name="connsiteX590" fmla="*/ 73497 w 336545"/>
                <a:gd name="connsiteY590" fmla="*/ 4197 h 1039608"/>
                <a:gd name="connsiteX591" fmla="*/ 76130 w 336545"/>
                <a:gd name="connsiteY591" fmla="*/ 4150 h 1039608"/>
                <a:gd name="connsiteX592" fmla="*/ 78128 w 336545"/>
                <a:gd name="connsiteY592" fmla="*/ 3744 h 1039608"/>
                <a:gd name="connsiteX593" fmla="*/ 78872 w 336545"/>
                <a:gd name="connsiteY593" fmla="*/ 767 h 103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Lst>
              <a:rect l="l" t="t" r="r" b="b"/>
              <a:pathLst>
                <a:path w="336545" h="1039608">
                  <a:moveTo>
                    <a:pt x="78872" y="767"/>
                  </a:moveTo>
                  <a:cubicBezTo>
                    <a:pt x="82868" y="323"/>
                    <a:pt x="82868" y="323"/>
                    <a:pt x="84825" y="767"/>
                  </a:cubicBezTo>
                  <a:cubicBezTo>
                    <a:pt x="86848" y="3802"/>
                    <a:pt x="86630" y="6404"/>
                    <a:pt x="86801" y="9982"/>
                  </a:cubicBezTo>
                  <a:cubicBezTo>
                    <a:pt x="86886" y="10624"/>
                    <a:pt x="86970" y="11267"/>
                    <a:pt x="87057" y="11929"/>
                  </a:cubicBezTo>
                  <a:cubicBezTo>
                    <a:pt x="87794" y="12298"/>
                    <a:pt x="87794" y="12298"/>
                    <a:pt x="88546" y="12673"/>
                  </a:cubicBezTo>
                  <a:cubicBezTo>
                    <a:pt x="88811" y="14984"/>
                    <a:pt x="88876" y="17279"/>
                    <a:pt x="88961" y="19603"/>
                  </a:cubicBezTo>
                  <a:cubicBezTo>
                    <a:pt x="89070" y="20263"/>
                    <a:pt x="89178" y="20923"/>
                    <a:pt x="89290" y="21603"/>
                  </a:cubicBezTo>
                  <a:cubicBezTo>
                    <a:pt x="90395" y="21971"/>
                    <a:pt x="90395" y="21971"/>
                    <a:pt x="91522" y="22347"/>
                  </a:cubicBezTo>
                  <a:cubicBezTo>
                    <a:pt x="91874" y="25051"/>
                    <a:pt x="91898" y="27715"/>
                    <a:pt x="91964" y="30440"/>
                  </a:cubicBezTo>
                  <a:cubicBezTo>
                    <a:pt x="92114" y="31591"/>
                    <a:pt x="92114" y="31591"/>
                    <a:pt x="92266" y="32765"/>
                  </a:cubicBezTo>
                  <a:cubicBezTo>
                    <a:pt x="93371" y="33133"/>
                    <a:pt x="93371" y="33133"/>
                    <a:pt x="94499" y="33509"/>
                  </a:cubicBezTo>
                  <a:cubicBezTo>
                    <a:pt x="94827" y="35672"/>
                    <a:pt x="94827" y="35672"/>
                    <a:pt x="94917" y="38346"/>
                  </a:cubicBezTo>
                  <a:cubicBezTo>
                    <a:pt x="94975" y="39961"/>
                    <a:pt x="95072" y="41576"/>
                    <a:pt x="95243" y="43183"/>
                  </a:cubicBezTo>
                  <a:cubicBezTo>
                    <a:pt x="95734" y="43429"/>
                    <a:pt x="96225" y="43674"/>
                    <a:pt x="96731" y="43927"/>
                  </a:cubicBezTo>
                  <a:cubicBezTo>
                    <a:pt x="96964" y="45824"/>
                    <a:pt x="97113" y="47651"/>
                    <a:pt x="97196" y="49555"/>
                  </a:cubicBezTo>
                  <a:cubicBezTo>
                    <a:pt x="97225" y="50084"/>
                    <a:pt x="97254" y="50613"/>
                    <a:pt x="97283" y="51158"/>
                  </a:cubicBezTo>
                  <a:cubicBezTo>
                    <a:pt x="97354" y="52468"/>
                    <a:pt x="97415" y="53779"/>
                    <a:pt x="97475" y="55089"/>
                  </a:cubicBezTo>
                  <a:cubicBezTo>
                    <a:pt x="98212" y="55089"/>
                    <a:pt x="98949" y="55089"/>
                    <a:pt x="99708" y="55089"/>
                  </a:cubicBezTo>
                  <a:cubicBezTo>
                    <a:pt x="99749" y="56204"/>
                    <a:pt x="99749" y="56204"/>
                    <a:pt x="99792" y="57342"/>
                  </a:cubicBezTo>
                  <a:cubicBezTo>
                    <a:pt x="99841" y="58302"/>
                    <a:pt x="99890" y="59262"/>
                    <a:pt x="99940" y="60252"/>
                  </a:cubicBezTo>
                  <a:cubicBezTo>
                    <a:pt x="99983" y="61210"/>
                    <a:pt x="100027" y="62168"/>
                    <a:pt x="100071" y="63156"/>
                  </a:cubicBezTo>
                  <a:cubicBezTo>
                    <a:pt x="100197" y="63932"/>
                    <a:pt x="100322" y="64708"/>
                    <a:pt x="100452" y="65507"/>
                  </a:cubicBezTo>
                  <a:cubicBezTo>
                    <a:pt x="101557" y="65876"/>
                    <a:pt x="101557" y="65876"/>
                    <a:pt x="102684" y="66251"/>
                  </a:cubicBezTo>
                  <a:cubicBezTo>
                    <a:pt x="103013" y="68414"/>
                    <a:pt x="103013" y="68414"/>
                    <a:pt x="103103" y="71088"/>
                  </a:cubicBezTo>
                  <a:cubicBezTo>
                    <a:pt x="103161" y="72703"/>
                    <a:pt x="103258" y="74318"/>
                    <a:pt x="103428" y="75925"/>
                  </a:cubicBezTo>
                  <a:cubicBezTo>
                    <a:pt x="103919" y="76171"/>
                    <a:pt x="104411" y="76416"/>
                    <a:pt x="104917" y="76669"/>
                  </a:cubicBezTo>
                  <a:cubicBezTo>
                    <a:pt x="105183" y="79174"/>
                    <a:pt x="105248" y="81664"/>
                    <a:pt x="105332" y="84181"/>
                  </a:cubicBezTo>
                  <a:cubicBezTo>
                    <a:pt x="105441" y="84894"/>
                    <a:pt x="105549" y="85608"/>
                    <a:pt x="105661" y="86343"/>
                  </a:cubicBezTo>
                  <a:cubicBezTo>
                    <a:pt x="106397" y="86589"/>
                    <a:pt x="107134" y="86834"/>
                    <a:pt x="107893" y="87087"/>
                  </a:cubicBezTo>
                  <a:cubicBezTo>
                    <a:pt x="108244" y="89598"/>
                    <a:pt x="108269" y="92065"/>
                    <a:pt x="108335" y="94599"/>
                  </a:cubicBezTo>
                  <a:cubicBezTo>
                    <a:pt x="108485" y="95669"/>
                    <a:pt x="108485" y="95669"/>
                    <a:pt x="108637" y="96761"/>
                  </a:cubicBezTo>
                  <a:cubicBezTo>
                    <a:pt x="109374" y="97007"/>
                    <a:pt x="110111" y="97252"/>
                    <a:pt x="110870" y="97505"/>
                  </a:cubicBezTo>
                  <a:cubicBezTo>
                    <a:pt x="111198" y="99831"/>
                    <a:pt x="111198" y="99831"/>
                    <a:pt x="111288" y="102714"/>
                  </a:cubicBezTo>
                  <a:cubicBezTo>
                    <a:pt x="111346" y="104453"/>
                    <a:pt x="111443" y="106192"/>
                    <a:pt x="111614" y="107923"/>
                  </a:cubicBezTo>
                  <a:cubicBezTo>
                    <a:pt x="112105" y="108169"/>
                    <a:pt x="112596" y="108414"/>
                    <a:pt x="113102" y="108667"/>
                  </a:cubicBezTo>
                  <a:cubicBezTo>
                    <a:pt x="113410" y="111019"/>
                    <a:pt x="113410" y="111019"/>
                    <a:pt x="113567" y="113923"/>
                  </a:cubicBezTo>
                  <a:cubicBezTo>
                    <a:pt x="113651" y="115363"/>
                    <a:pt x="113651" y="115363"/>
                    <a:pt x="113736" y="116833"/>
                  </a:cubicBezTo>
                  <a:cubicBezTo>
                    <a:pt x="113772" y="117576"/>
                    <a:pt x="113809" y="118319"/>
                    <a:pt x="113846" y="119085"/>
                  </a:cubicBezTo>
                  <a:cubicBezTo>
                    <a:pt x="114583" y="119085"/>
                    <a:pt x="115320" y="119085"/>
                    <a:pt x="116079" y="119085"/>
                  </a:cubicBezTo>
                  <a:cubicBezTo>
                    <a:pt x="116324" y="122769"/>
                    <a:pt x="116570" y="126452"/>
                    <a:pt x="116823" y="130248"/>
                  </a:cubicBezTo>
                  <a:cubicBezTo>
                    <a:pt x="117560" y="130248"/>
                    <a:pt x="118296" y="130248"/>
                    <a:pt x="119055" y="130248"/>
                  </a:cubicBezTo>
                  <a:cubicBezTo>
                    <a:pt x="119092" y="130937"/>
                    <a:pt x="119128" y="131627"/>
                    <a:pt x="119166" y="132338"/>
                  </a:cubicBezTo>
                  <a:cubicBezTo>
                    <a:pt x="119249" y="133674"/>
                    <a:pt x="119249" y="133674"/>
                    <a:pt x="119334" y="135038"/>
                  </a:cubicBezTo>
                  <a:cubicBezTo>
                    <a:pt x="119386" y="135927"/>
                    <a:pt x="119438" y="136816"/>
                    <a:pt x="119491" y="137733"/>
                  </a:cubicBezTo>
                  <a:cubicBezTo>
                    <a:pt x="119593" y="138455"/>
                    <a:pt x="119695" y="139177"/>
                    <a:pt x="119799" y="139921"/>
                  </a:cubicBezTo>
                  <a:cubicBezTo>
                    <a:pt x="120291" y="140167"/>
                    <a:pt x="120782" y="140412"/>
                    <a:pt x="121288" y="140665"/>
                  </a:cubicBezTo>
                  <a:cubicBezTo>
                    <a:pt x="121520" y="142563"/>
                    <a:pt x="121670" y="144389"/>
                    <a:pt x="121753" y="146293"/>
                  </a:cubicBezTo>
                  <a:cubicBezTo>
                    <a:pt x="121796" y="147087"/>
                    <a:pt x="121796" y="147087"/>
                    <a:pt x="121840" y="147896"/>
                  </a:cubicBezTo>
                  <a:cubicBezTo>
                    <a:pt x="121910" y="149206"/>
                    <a:pt x="121972" y="150517"/>
                    <a:pt x="122032" y="151828"/>
                  </a:cubicBezTo>
                  <a:cubicBezTo>
                    <a:pt x="122769" y="151828"/>
                    <a:pt x="123505" y="151828"/>
                    <a:pt x="124264" y="151828"/>
                  </a:cubicBezTo>
                  <a:cubicBezTo>
                    <a:pt x="124510" y="155266"/>
                    <a:pt x="124755" y="158703"/>
                    <a:pt x="125008" y="162246"/>
                  </a:cubicBezTo>
                  <a:cubicBezTo>
                    <a:pt x="125745" y="162246"/>
                    <a:pt x="126482" y="162246"/>
                    <a:pt x="127241" y="162246"/>
                  </a:cubicBezTo>
                  <a:cubicBezTo>
                    <a:pt x="127241" y="165683"/>
                    <a:pt x="127241" y="169121"/>
                    <a:pt x="127241" y="172664"/>
                  </a:cubicBezTo>
                  <a:cubicBezTo>
                    <a:pt x="127978" y="172664"/>
                    <a:pt x="128714" y="172664"/>
                    <a:pt x="129473" y="172664"/>
                  </a:cubicBezTo>
                  <a:cubicBezTo>
                    <a:pt x="129510" y="173282"/>
                    <a:pt x="129546" y="173901"/>
                    <a:pt x="129584" y="174538"/>
                  </a:cubicBezTo>
                  <a:cubicBezTo>
                    <a:pt x="129639" y="175347"/>
                    <a:pt x="129695" y="176156"/>
                    <a:pt x="129752" y="176989"/>
                  </a:cubicBezTo>
                  <a:cubicBezTo>
                    <a:pt x="129830" y="178193"/>
                    <a:pt x="129830" y="178193"/>
                    <a:pt x="129909" y="179422"/>
                  </a:cubicBezTo>
                  <a:cubicBezTo>
                    <a:pt x="130077" y="181732"/>
                    <a:pt x="130077" y="181732"/>
                    <a:pt x="131706" y="183826"/>
                  </a:cubicBezTo>
                  <a:cubicBezTo>
                    <a:pt x="131951" y="183826"/>
                    <a:pt x="132197" y="183826"/>
                    <a:pt x="132450" y="183826"/>
                  </a:cubicBezTo>
                  <a:cubicBezTo>
                    <a:pt x="132695" y="187264"/>
                    <a:pt x="132941" y="190701"/>
                    <a:pt x="133194" y="194244"/>
                  </a:cubicBezTo>
                  <a:cubicBezTo>
                    <a:pt x="133931" y="194244"/>
                    <a:pt x="134667" y="194244"/>
                    <a:pt x="135426" y="194244"/>
                  </a:cubicBezTo>
                  <a:cubicBezTo>
                    <a:pt x="135463" y="194987"/>
                    <a:pt x="135499" y="195730"/>
                    <a:pt x="135537" y="196496"/>
                  </a:cubicBezTo>
                  <a:cubicBezTo>
                    <a:pt x="135620" y="197937"/>
                    <a:pt x="135620" y="197937"/>
                    <a:pt x="135705" y="199406"/>
                  </a:cubicBezTo>
                  <a:cubicBezTo>
                    <a:pt x="135783" y="200844"/>
                    <a:pt x="135783" y="200844"/>
                    <a:pt x="135862" y="202310"/>
                  </a:cubicBezTo>
                  <a:cubicBezTo>
                    <a:pt x="135964" y="203086"/>
                    <a:pt x="136066" y="203862"/>
                    <a:pt x="136171" y="204662"/>
                  </a:cubicBezTo>
                  <a:cubicBezTo>
                    <a:pt x="136662" y="204907"/>
                    <a:pt x="137153" y="205153"/>
                    <a:pt x="137659" y="205406"/>
                  </a:cubicBezTo>
                  <a:cubicBezTo>
                    <a:pt x="138141" y="207899"/>
                    <a:pt x="138422" y="210396"/>
                    <a:pt x="138729" y="212917"/>
                  </a:cubicBezTo>
                  <a:cubicBezTo>
                    <a:pt x="138867" y="213631"/>
                    <a:pt x="139005" y="214344"/>
                    <a:pt x="139147" y="215080"/>
                  </a:cubicBezTo>
                  <a:cubicBezTo>
                    <a:pt x="139638" y="215325"/>
                    <a:pt x="140129" y="215571"/>
                    <a:pt x="140635" y="215824"/>
                  </a:cubicBezTo>
                  <a:cubicBezTo>
                    <a:pt x="140868" y="217721"/>
                    <a:pt x="141017" y="219547"/>
                    <a:pt x="141100" y="221451"/>
                  </a:cubicBezTo>
                  <a:cubicBezTo>
                    <a:pt x="141129" y="221980"/>
                    <a:pt x="141158" y="222509"/>
                    <a:pt x="141188" y="223054"/>
                  </a:cubicBezTo>
                  <a:cubicBezTo>
                    <a:pt x="141258" y="224364"/>
                    <a:pt x="141320" y="225675"/>
                    <a:pt x="141380" y="226986"/>
                  </a:cubicBezTo>
                  <a:cubicBezTo>
                    <a:pt x="142116" y="226986"/>
                    <a:pt x="142853" y="226986"/>
                    <a:pt x="143612" y="226986"/>
                  </a:cubicBezTo>
                  <a:cubicBezTo>
                    <a:pt x="143667" y="228020"/>
                    <a:pt x="143667" y="228020"/>
                    <a:pt x="143722" y="229076"/>
                  </a:cubicBezTo>
                  <a:cubicBezTo>
                    <a:pt x="143778" y="229967"/>
                    <a:pt x="143834" y="230858"/>
                    <a:pt x="143891" y="231776"/>
                  </a:cubicBezTo>
                  <a:cubicBezTo>
                    <a:pt x="143969" y="233110"/>
                    <a:pt x="143969" y="233110"/>
                    <a:pt x="144048" y="234471"/>
                  </a:cubicBezTo>
                  <a:cubicBezTo>
                    <a:pt x="144150" y="235193"/>
                    <a:pt x="144251" y="235915"/>
                    <a:pt x="144356" y="236660"/>
                  </a:cubicBezTo>
                  <a:cubicBezTo>
                    <a:pt x="144847" y="236905"/>
                    <a:pt x="145338" y="237151"/>
                    <a:pt x="145844" y="237404"/>
                  </a:cubicBezTo>
                  <a:cubicBezTo>
                    <a:pt x="146153" y="239377"/>
                    <a:pt x="146153" y="239377"/>
                    <a:pt x="146309" y="241822"/>
                  </a:cubicBezTo>
                  <a:cubicBezTo>
                    <a:pt x="146393" y="243029"/>
                    <a:pt x="146393" y="243029"/>
                    <a:pt x="146478" y="244261"/>
                  </a:cubicBezTo>
                  <a:cubicBezTo>
                    <a:pt x="146541" y="245447"/>
                    <a:pt x="146589" y="246634"/>
                    <a:pt x="146589" y="247822"/>
                  </a:cubicBezTo>
                  <a:cubicBezTo>
                    <a:pt x="147325" y="247822"/>
                    <a:pt x="148062" y="247822"/>
                    <a:pt x="148821" y="247822"/>
                  </a:cubicBezTo>
                  <a:cubicBezTo>
                    <a:pt x="148863" y="248937"/>
                    <a:pt x="148863" y="248937"/>
                    <a:pt x="148905" y="250074"/>
                  </a:cubicBezTo>
                  <a:cubicBezTo>
                    <a:pt x="148954" y="251035"/>
                    <a:pt x="149003" y="251995"/>
                    <a:pt x="149053" y="252984"/>
                  </a:cubicBezTo>
                  <a:cubicBezTo>
                    <a:pt x="149118" y="254422"/>
                    <a:pt x="149118" y="254422"/>
                    <a:pt x="149184" y="255888"/>
                  </a:cubicBezTo>
                  <a:cubicBezTo>
                    <a:pt x="149310" y="256664"/>
                    <a:pt x="149436" y="257440"/>
                    <a:pt x="149565" y="258240"/>
                  </a:cubicBezTo>
                  <a:cubicBezTo>
                    <a:pt x="150302" y="258485"/>
                    <a:pt x="151038" y="258731"/>
                    <a:pt x="151798" y="258984"/>
                  </a:cubicBezTo>
                  <a:cubicBezTo>
                    <a:pt x="152126" y="261146"/>
                    <a:pt x="152126" y="261146"/>
                    <a:pt x="152216" y="263821"/>
                  </a:cubicBezTo>
                  <a:cubicBezTo>
                    <a:pt x="152274" y="265436"/>
                    <a:pt x="152371" y="267051"/>
                    <a:pt x="152542" y="268658"/>
                  </a:cubicBezTo>
                  <a:cubicBezTo>
                    <a:pt x="153033" y="268903"/>
                    <a:pt x="153524" y="269149"/>
                    <a:pt x="154030" y="269402"/>
                  </a:cubicBezTo>
                  <a:cubicBezTo>
                    <a:pt x="154312" y="271187"/>
                    <a:pt x="154312" y="271187"/>
                    <a:pt x="154449" y="273402"/>
                  </a:cubicBezTo>
                  <a:cubicBezTo>
                    <a:pt x="154601" y="275754"/>
                    <a:pt x="154769" y="277573"/>
                    <a:pt x="155518" y="279820"/>
                  </a:cubicBezTo>
                  <a:cubicBezTo>
                    <a:pt x="156009" y="280065"/>
                    <a:pt x="156500" y="280311"/>
                    <a:pt x="157006" y="280564"/>
                  </a:cubicBezTo>
                  <a:cubicBezTo>
                    <a:pt x="157315" y="282916"/>
                    <a:pt x="157315" y="282916"/>
                    <a:pt x="157472" y="285819"/>
                  </a:cubicBezTo>
                  <a:cubicBezTo>
                    <a:pt x="157555" y="287260"/>
                    <a:pt x="157555" y="287260"/>
                    <a:pt x="157640" y="288729"/>
                  </a:cubicBezTo>
                  <a:cubicBezTo>
                    <a:pt x="157677" y="289473"/>
                    <a:pt x="157713" y="290216"/>
                    <a:pt x="157751" y="290982"/>
                  </a:cubicBezTo>
                  <a:cubicBezTo>
                    <a:pt x="158487" y="290736"/>
                    <a:pt x="159224" y="290491"/>
                    <a:pt x="159983" y="290238"/>
                  </a:cubicBezTo>
                  <a:cubicBezTo>
                    <a:pt x="160025" y="291408"/>
                    <a:pt x="160025" y="291408"/>
                    <a:pt x="160067" y="292601"/>
                  </a:cubicBezTo>
                  <a:cubicBezTo>
                    <a:pt x="160116" y="293627"/>
                    <a:pt x="160166" y="294653"/>
                    <a:pt x="160216" y="295679"/>
                  </a:cubicBezTo>
                  <a:cubicBezTo>
                    <a:pt x="160232" y="296193"/>
                    <a:pt x="160249" y="296707"/>
                    <a:pt x="160266" y="297236"/>
                  </a:cubicBezTo>
                  <a:cubicBezTo>
                    <a:pt x="160429" y="300301"/>
                    <a:pt x="160735" y="301588"/>
                    <a:pt x="162960" y="303632"/>
                  </a:cubicBezTo>
                  <a:cubicBezTo>
                    <a:pt x="163288" y="305615"/>
                    <a:pt x="163288" y="305615"/>
                    <a:pt x="163378" y="307818"/>
                  </a:cubicBezTo>
                  <a:cubicBezTo>
                    <a:pt x="163440" y="309966"/>
                    <a:pt x="163440" y="309966"/>
                    <a:pt x="163704" y="311818"/>
                  </a:cubicBezTo>
                  <a:cubicBezTo>
                    <a:pt x="164195" y="312063"/>
                    <a:pt x="164686" y="312309"/>
                    <a:pt x="165192" y="312562"/>
                  </a:cubicBezTo>
                  <a:cubicBezTo>
                    <a:pt x="165458" y="315067"/>
                    <a:pt x="165523" y="317556"/>
                    <a:pt x="165608" y="320073"/>
                  </a:cubicBezTo>
                  <a:cubicBezTo>
                    <a:pt x="165770" y="321144"/>
                    <a:pt x="165770" y="321144"/>
                    <a:pt x="165936" y="322236"/>
                  </a:cubicBezTo>
                  <a:cubicBezTo>
                    <a:pt x="166673" y="322481"/>
                    <a:pt x="167410" y="322727"/>
                    <a:pt x="168169" y="322980"/>
                  </a:cubicBezTo>
                  <a:cubicBezTo>
                    <a:pt x="168471" y="325253"/>
                    <a:pt x="168471" y="325253"/>
                    <a:pt x="168541" y="328096"/>
                  </a:cubicBezTo>
                  <a:cubicBezTo>
                    <a:pt x="168615" y="332435"/>
                    <a:pt x="168615" y="332435"/>
                    <a:pt x="171145" y="335630"/>
                  </a:cubicBezTo>
                  <a:cubicBezTo>
                    <a:pt x="171363" y="337802"/>
                    <a:pt x="171363" y="337802"/>
                    <a:pt x="171285" y="340235"/>
                  </a:cubicBezTo>
                  <a:cubicBezTo>
                    <a:pt x="171254" y="341448"/>
                    <a:pt x="171254" y="341448"/>
                    <a:pt x="171224" y="342685"/>
                  </a:cubicBezTo>
                  <a:cubicBezTo>
                    <a:pt x="171198" y="343304"/>
                    <a:pt x="171172" y="343923"/>
                    <a:pt x="171145" y="344560"/>
                  </a:cubicBezTo>
                  <a:cubicBezTo>
                    <a:pt x="171882" y="344560"/>
                    <a:pt x="172619" y="344560"/>
                    <a:pt x="173378" y="344560"/>
                  </a:cubicBezTo>
                  <a:cubicBezTo>
                    <a:pt x="173623" y="348243"/>
                    <a:pt x="173869" y="351927"/>
                    <a:pt x="174122" y="355722"/>
                  </a:cubicBezTo>
                  <a:cubicBezTo>
                    <a:pt x="174858" y="355722"/>
                    <a:pt x="175595" y="355722"/>
                    <a:pt x="176354" y="355722"/>
                  </a:cubicBezTo>
                  <a:cubicBezTo>
                    <a:pt x="176396" y="356837"/>
                    <a:pt x="176396" y="356837"/>
                    <a:pt x="176438" y="357975"/>
                  </a:cubicBezTo>
                  <a:cubicBezTo>
                    <a:pt x="176487" y="358935"/>
                    <a:pt x="176536" y="359895"/>
                    <a:pt x="176587" y="360885"/>
                  </a:cubicBezTo>
                  <a:cubicBezTo>
                    <a:pt x="176651" y="362322"/>
                    <a:pt x="176651" y="362322"/>
                    <a:pt x="176717" y="363788"/>
                  </a:cubicBezTo>
                  <a:cubicBezTo>
                    <a:pt x="176843" y="364564"/>
                    <a:pt x="176969" y="365341"/>
                    <a:pt x="177098" y="366140"/>
                  </a:cubicBezTo>
                  <a:cubicBezTo>
                    <a:pt x="177835" y="366386"/>
                    <a:pt x="178572" y="366631"/>
                    <a:pt x="179331" y="366884"/>
                  </a:cubicBezTo>
                  <a:cubicBezTo>
                    <a:pt x="179659" y="369047"/>
                    <a:pt x="179659" y="369047"/>
                    <a:pt x="179749" y="371721"/>
                  </a:cubicBezTo>
                  <a:cubicBezTo>
                    <a:pt x="179807" y="373336"/>
                    <a:pt x="179904" y="374951"/>
                    <a:pt x="180075" y="376558"/>
                  </a:cubicBezTo>
                  <a:cubicBezTo>
                    <a:pt x="180566" y="376804"/>
                    <a:pt x="181057" y="377049"/>
                    <a:pt x="181563" y="377302"/>
                  </a:cubicBezTo>
                  <a:cubicBezTo>
                    <a:pt x="181828" y="379613"/>
                    <a:pt x="181894" y="381908"/>
                    <a:pt x="181979" y="384232"/>
                  </a:cubicBezTo>
                  <a:cubicBezTo>
                    <a:pt x="182087" y="384892"/>
                    <a:pt x="182196" y="385552"/>
                    <a:pt x="182307" y="386232"/>
                  </a:cubicBezTo>
                  <a:cubicBezTo>
                    <a:pt x="183044" y="386477"/>
                    <a:pt x="183781" y="386723"/>
                    <a:pt x="184540" y="386976"/>
                  </a:cubicBezTo>
                  <a:cubicBezTo>
                    <a:pt x="184650" y="389400"/>
                    <a:pt x="184549" y="391724"/>
                    <a:pt x="184387" y="394141"/>
                  </a:cubicBezTo>
                  <a:cubicBezTo>
                    <a:pt x="184290" y="395815"/>
                    <a:pt x="184290" y="395815"/>
                    <a:pt x="184540" y="398138"/>
                  </a:cubicBezTo>
                  <a:cubicBezTo>
                    <a:pt x="185524" y="398415"/>
                    <a:pt x="186517" y="398663"/>
                    <a:pt x="187516" y="398882"/>
                  </a:cubicBezTo>
                  <a:cubicBezTo>
                    <a:pt x="187807" y="401071"/>
                    <a:pt x="187807" y="401071"/>
                    <a:pt x="187702" y="403766"/>
                  </a:cubicBezTo>
                  <a:cubicBezTo>
                    <a:pt x="187675" y="404657"/>
                    <a:pt x="187649" y="405548"/>
                    <a:pt x="187621" y="406466"/>
                  </a:cubicBezTo>
                  <a:cubicBezTo>
                    <a:pt x="187586" y="407156"/>
                    <a:pt x="187552" y="407845"/>
                    <a:pt x="187516" y="408556"/>
                  </a:cubicBezTo>
                  <a:cubicBezTo>
                    <a:pt x="188253" y="408556"/>
                    <a:pt x="188990" y="408556"/>
                    <a:pt x="189749" y="408556"/>
                  </a:cubicBezTo>
                  <a:cubicBezTo>
                    <a:pt x="189994" y="412240"/>
                    <a:pt x="190240" y="415923"/>
                    <a:pt x="190493" y="419718"/>
                  </a:cubicBezTo>
                  <a:cubicBezTo>
                    <a:pt x="191230" y="419718"/>
                    <a:pt x="191966" y="419718"/>
                    <a:pt x="192725" y="419718"/>
                  </a:cubicBezTo>
                  <a:cubicBezTo>
                    <a:pt x="192753" y="420408"/>
                    <a:pt x="192781" y="421098"/>
                    <a:pt x="192810" y="421808"/>
                  </a:cubicBezTo>
                  <a:cubicBezTo>
                    <a:pt x="192858" y="422699"/>
                    <a:pt x="192907" y="423590"/>
                    <a:pt x="192958" y="424509"/>
                  </a:cubicBezTo>
                  <a:cubicBezTo>
                    <a:pt x="193023" y="425842"/>
                    <a:pt x="193023" y="425842"/>
                    <a:pt x="193089" y="427203"/>
                  </a:cubicBezTo>
                  <a:cubicBezTo>
                    <a:pt x="193214" y="427925"/>
                    <a:pt x="193340" y="428648"/>
                    <a:pt x="193469" y="429392"/>
                  </a:cubicBezTo>
                  <a:cubicBezTo>
                    <a:pt x="194206" y="429638"/>
                    <a:pt x="194943" y="429883"/>
                    <a:pt x="195702" y="430136"/>
                  </a:cubicBezTo>
                  <a:cubicBezTo>
                    <a:pt x="196030" y="432462"/>
                    <a:pt x="196030" y="432462"/>
                    <a:pt x="196120" y="435345"/>
                  </a:cubicBezTo>
                  <a:cubicBezTo>
                    <a:pt x="196178" y="437084"/>
                    <a:pt x="196275" y="438823"/>
                    <a:pt x="196446" y="440554"/>
                  </a:cubicBezTo>
                  <a:cubicBezTo>
                    <a:pt x="196937" y="440800"/>
                    <a:pt x="197428" y="441045"/>
                    <a:pt x="197934" y="441298"/>
                  </a:cubicBezTo>
                  <a:cubicBezTo>
                    <a:pt x="198167" y="443195"/>
                    <a:pt x="198316" y="445022"/>
                    <a:pt x="198399" y="446926"/>
                  </a:cubicBezTo>
                  <a:cubicBezTo>
                    <a:pt x="198428" y="447455"/>
                    <a:pt x="198457" y="447984"/>
                    <a:pt x="198487" y="448529"/>
                  </a:cubicBezTo>
                  <a:cubicBezTo>
                    <a:pt x="198557" y="449839"/>
                    <a:pt x="198618" y="451150"/>
                    <a:pt x="198678" y="452460"/>
                  </a:cubicBezTo>
                  <a:cubicBezTo>
                    <a:pt x="199415" y="452460"/>
                    <a:pt x="200152" y="452460"/>
                    <a:pt x="200911" y="452460"/>
                  </a:cubicBezTo>
                  <a:cubicBezTo>
                    <a:pt x="200939" y="453150"/>
                    <a:pt x="200966" y="453840"/>
                    <a:pt x="200995" y="454550"/>
                  </a:cubicBezTo>
                  <a:cubicBezTo>
                    <a:pt x="201044" y="455441"/>
                    <a:pt x="201093" y="456333"/>
                    <a:pt x="201143" y="457251"/>
                  </a:cubicBezTo>
                  <a:cubicBezTo>
                    <a:pt x="201187" y="458140"/>
                    <a:pt x="201230" y="459029"/>
                    <a:pt x="201274" y="459945"/>
                  </a:cubicBezTo>
                  <a:cubicBezTo>
                    <a:pt x="201400" y="460668"/>
                    <a:pt x="201525" y="461390"/>
                    <a:pt x="201655" y="462134"/>
                  </a:cubicBezTo>
                  <a:cubicBezTo>
                    <a:pt x="202392" y="462380"/>
                    <a:pt x="203128" y="462625"/>
                    <a:pt x="203887" y="462878"/>
                  </a:cubicBezTo>
                  <a:cubicBezTo>
                    <a:pt x="204053" y="464852"/>
                    <a:pt x="204053" y="464852"/>
                    <a:pt x="203934" y="467297"/>
                  </a:cubicBezTo>
                  <a:cubicBezTo>
                    <a:pt x="203791" y="469674"/>
                    <a:pt x="203791" y="469674"/>
                    <a:pt x="203887" y="471808"/>
                  </a:cubicBezTo>
                  <a:cubicBezTo>
                    <a:pt x="205113" y="473384"/>
                    <a:pt x="205113" y="473384"/>
                    <a:pt x="206120" y="473296"/>
                  </a:cubicBezTo>
                  <a:cubicBezTo>
                    <a:pt x="206148" y="473986"/>
                    <a:pt x="206175" y="474676"/>
                    <a:pt x="206204" y="475386"/>
                  </a:cubicBezTo>
                  <a:cubicBezTo>
                    <a:pt x="206253" y="476277"/>
                    <a:pt x="206302" y="477169"/>
                    <a:pt x="206352" y="478087"/>
                  </a:cubicBezTo>
                  <a:cubicBezTo>
                    <a:pt x="206395" y="478976"/>
                    <a:pt x="206439" y="479865"/>
                    <a:pt x="206483" y="480781"/>
                  </a:cubicBezTo>
                  <a:cubicBezTo>
                    <a:pt x="206609" y="481504"/>
                    <a:pt x="206734" y="482226"/>
                    <a:pt x="206864" y="482970"/>
                  </a:cubicBezTo>
                  <a:cubicBezTo>
                    <a:pt x="207601" y="483216"/>
                    <a:pt x="208337" y="483461"/>
                    <a:pt x="209096" y="483714"/>
                  </a:cubicBezTo>
                  <a:cubicBezTo>
                    <a:pt x="209448" y="486418"/>
                    <a:pt x="209472" y="489082"/>
                    <a:pt x="209538" y="491807"/>
                  </a:cubicBezTo>
                  <a:cubicBezTo>
                    <a:pt x="209638" y="492574"/>
                    <a:pt x="209738" y="493342"/>
                    <a:pt x="209840" y="494132"/>
                  </a:cubicBezTo>
                  <a:cubicBezTo>
                    <a:pt x="210577" y="494378"/>
                    <a:pt x="211314" y="494623"/>
                    <a:pt x="212073" y="494876"/>
                  </a:cubicBezTo>
                  <a:cubicBezTo>
                    <a:pt x="212401" y="497039"/>
                    <a:pt x="212401" y="497039"/>
                    <a:pt x="212491" y="499713"/>
                  </a:cubicBezTo>
                  <a:cubicBezTo>
                    <a:pt x="212549" y="501328"/>
                    <a:pt x="212646" y="502943"/>
                    <a:pt x="212817" y="504550"/>
                  </a:cubicBezTo>
                  <a:cubicBezTo>
                    <a:pt x="213308" y="504796"/>
                    <a:pt x="213799" y="505041"/>
                    <a:pt x="214305" y="505294"/>
                  </a:cubicBezTo>
                  <a:cubicBezTo>
                    <a:pt x="214572" y="507557"/>
                    <a:pt x="214636" y="509803"/>
                    <a:pt x="214721" y="512079"/>
                  </a:cubicBezTo>
                  <a:cubicBezTo>
                    <a:pt x="214834" y="514229"/>
                    <a:pt x="214834" y="514229"/>
                    <a:pt x="216169" y="515343"/>
                  </a:cubicBezTo>
                  <a:cubicBezTo>
                    <a:pt x="218244" y="517419"/>
                    <a:pt x="217643" y="520574"/>
                    <a:pt x="217724" y="523366"/>
                  </a:cubicBezTo>
                  <a:cubicBezTo>
                    <a:pt x="217823" y="524033"/>
                    <a:pt x="217923" y="524699"/>
                    <a:pt x="218026" y="525386"/>
                  </a:cubicBezTo>
                  <a:cubicBezTo>
                    <a:pt x="218763" y="525877"/>
                    <a:pt x="219499" y="526368"/>
                    <a:pt x="220258" y="526874"/>
                  </a:cubicBezTo>
                  <a:cubicBezTo>
                    <a:pt x="220587" y="529273"/>
                    <a:pt x="220587" y="529273"/>
                    <a:pt x="220677" y="532130"/>
                  </a:cubicBezTo>
                  <a:cubicBezTo>
                    <a:pt x="220735" y="533853"/>
                    <a:pt x="220831" y="535577"/>
                    <a:pt x="221003" y="537292"/>
                  </a:cubicBezTo>
                  <a:cubicBezTo>
                    <a:pt x="221494" y="537538"/>
                    <a:pt x="221985" y="537784"/>
                    <a:pt x="222491" y="538037"/>
                  </a:cubicBezTo>
                  <a:cubicBezTo>
                    <a:pt x="222757" y="540541"/>
                    <a:pt x="222822" y="543031"/>
                    <a:pt x="222907" y="545548"/>
                  </a:cubicBezTo>
                  <a:cubicBezTo>
                    <a:pt x="223015" y="546261"/>
                    <a:pt x="223123" y="546975"/>
                    <a:pt x="223235" y="547710"/>
                  </a:cubicBezTo>
                  <a:cubicBezTo>
                    <a:pt x="223972" y="547956"/>
                    <a:pt x="224708" y="548201"/>
                    <a:pt x="225467" y="548455"/>
                  </a:cubicBezTo>
                  <a:cubicBezTo>
                    <a:pt x="225818" y="550965"/>
                    <a:pt x="225843" y="553432"/>
                    <a:pt x="225909" y="555966"/>
                  </a:cubicBezTo>
                  <a:cubicBezTo>
                    <a:pt x="226009" y="556679"/>
                    <a:pt x="226109" y="557393"/>
                    <a:pt x="226212" y="558128"/>
                  </a:cubicBezTo>
                  <a:cubicBezTo>
                    <a:pt x="226948" y="558374"/>
                    <a:pt x="227685" y="558619"/>
                    <a:pt x="228444" y="558872"/>
                  </a:cubicBezTo>
                  <a:cubicBezTo>
                    <a:pt x="228772" y="561198"/>
                    <a:pt x="228772" y="561198"/>
                    <a:pt x="228863" y="564081"/>
                  </a:cubicBezTo>
                  <a:cubicBezTo>
                    <a:pt x="228920" y="565820"/>
                    <a:pt x="229017" y="567559"/>
                    <a:pt x="229188" y="569290"/>
                  </a:cubicBezTo>
                  <a:cubicBezTo>
                    <a:pt x="229679" y="569536"/>
                    <a:pt x="230170" y="569782"/>
                    <a:pt x="230676" y="570035"/>
                  </a:cubicBezTo>
                  <a:cubicBezTo>
                    <a:pt x="230985" y="572386"/>
                    <a:pt x="230985" y="572386"/>
                    <a:pt x="231141" y="575290"/>
                  </a:cubicBezTo>
                  <a:cubicBezTo>
                    <a:pt x="231197" y="576250"/>
                    <a:pt x="231253" y="577210"/>
                    <a:pt x="231310" y="578200"/>
                  </a:cubicBezTo>
                  <a:cubicBezTo>
                    <a:pt x="231347" y="578943"/>
                    <a:pt x="231383" y="579687"/>
                    <a:pt x="231421" y="580453"/>
                  </a:cubicBezTo>
                  <a:cubicBezTo>
                    <a:pt x="232157" y="580453"/>
                    <a:pt x="232894" y="580453"/>
                    <a:pt x="233653" y="580453"/>
                  </a:cubicBezTo>
                  <a:cubicBezTo>
                    <a:pt x="233899" y="584136"/>
                    <a:pt x="234144" y="587820"/>
                    <a:pt x="234397" y="591615"/>
                  </a:cubicBezTo>
                  <a:cubicBezTo>
                    <a:pt x="235134" y="591615"/>
                    <a:pt x="235871" y="591615"/>
                    <a:pt x="236630" y="591615"/>
                  </a:cubicBezTo>
                  <a:cubicBezTo>
                    <a:pt x="236666" y="592304"/>
                    <a:pt x="236702" y="592994"/>
                    <a:pt x="236740" y="593705"/>
                  </a:cubicBezTo>
                  <a:cubicBezTo>
                    <a:pt x="236823" y="595041"/>
                    <a:pt x="236823" y="595041"/>
                    <a:pt x="236909" y="596405"/>
                  </a:cubicBezTo>
                  <a:cubicBezTo>
                    <a:pt x="236960" y="597294"/>
                    <a:pt x="237012" y="598183"/>
                    <a:pt x="237066" y="599100"/>
                  </a:cubicBezTo>
                  <a:cubicBezTo>
                    <a:pt x="237167" y="599822"/>
                    <a:pt x="237269" y="600544"/>
                    <a:pt x="237374" y="601288"/>
                  </a:cubicBezTo>
                  <a:cubicBezTo>
                    <a:pt x="237865" y="601534"/>
                    <a:pt x="238356" y="601780"/>
                    <a:pt x="238862" y="602033"/>
                  </a:cubicBezTo>
                  <a:cubicBezTo>
                    <a:pt x="239129" y="604295"/>
                    <a:pt x="239193" y="606541"/>
                    <a:pt x="239278" y="608817"/>
                  </a:cubicBezTo>
                  <a:cubicBezTo>
                    <a:pt x="239384" y="610965"/>
                    <a:pt x="239384" y="610965"/>
                    <a:pt x="240716" y="612029"/>
                  </a:cubicBezTo>
                  <a:cubicBezTo>
                    <a:pt x="242540" y="613923"/>
                    <a:pt x="242233" y="615991"/>
                    <a:pt x="242350" y="618543"/>
                  </a:cubicBezTo>
                  <a:cubicBezTo>
                    <a:pt x="242399" y="619490"/>
                    <a:pt x="242448" y="620437"/>
                    <a:pt x="242498" y="621412"/>
                  </a:cubicBezTo>
                  <a:cubicBezTo>
                    <a:pt x="242526" y="622138"/>
                    <a:pt x="242554" y="622865"/>
                    <a:pt x="242583" y="623613"/>
                  </a:cubicBezTo>
                  <a:cubicBezTo>
                    <a:pt x="243319" y="623367"/>
                    <a:pt x="244056" y="623122"/>
                    <a:pt x="244815" y="622869"/>
                  </a:cubicBezTo>
                  <a:cubicBezTo>
                    <a:pt x="244815" y="626552"/>
                    <a:pt x="244815" y="630236"/>
                    <a:pt x="244815" y="634031"/>
                  </a:cubicBezTo>
                  <a:cubicBezTo>
                    <a:pt x="245552" y="634031"/>
                    <a:pt x="246288" y="634031"/>
                    <a:pt x="247048" y="634031"/>
                  </a:cubicBezTo>
                  <a:cubicBezTo>
                    <a:pt x="247293" y="637714"/>
                    <a:pt x="247539" y="641398"/>
                    <a:pt x="247792" y="645193"/>
                  </a:cubicBezTo>
                  <a:cubicBezTo>
                    <a:pt x="248528" y="645193"/>
                    <a:pt x="249265" y="645193"/>
                    <a:pt x="250024" y="645193"/>
                  </a:cubicBezTo>
                  <a:cubicBezTo>
                    <a:pt x="250052" y="645882"/>
                    <a:pt x="250080" y="646572"/>
                    <a:pt x="250108" y="647283"/>
                  </a:cubicBezTo>
                  <a:cubicBezTo>
                    <a:pt x="250157" y="648174"/>
                    <a:pt x="250206" y="649065"/>
                    <a:pt x="250257" y="649983"/>
                  </a:cubicBezTo>
                  <a:cubicBezTo>
                    <a:pt x="250300" y="650872"/>
                    <a:pt x="250343" y="651762"/>
                    <a:pt x="250387" y="652678"/>
                  </a:cubicBezTo>
                  <a:cubicBezTo>
                    <a:pt x="250513" y="653400"/>
                    <a:pt x="250639" y="654122"/>
                    <a:pt x="250768" y="654867"/>
                  </a:cubicBezTo>
                  <a:cubicBezTo>
                    <a:pt x="251505" y="655112"/>
                    <a:pt x="252242" y="655358"/>
                    <a:pt x="253001" y="655611"/>
                  </a:cubicBezTo>
                  <a:cubicBezTo>
                    <a:pt x="253329" y="657936"/>
                    <a:pt x="253329" y="657936"/>
                    <a:pt x="253419" y="660820"/>
                  </a:cubicBezTo>
                  <a:cubicBezTo>
                    <a:pt x="253477" y="662558"/>
                    <a:pt x="253574" y="664297"/>
                    <a:pt x="253745" y="666029"/>
                  </a:cubicBezTo>
                  <a:cubicBezTo>
                    <a:pt x="254236" y="666274"/>
                    <a:pt x="254727" y="666520"/>
                    <a:pt x="255233" y="666773"/>
                  </a:cubicBezTo>
                  <a:cubicBezTo>
                    <a:pt x="255704" y="668962"/>
                    <a:pt x="255704" y="668962"/>
                    <a:pt x="256070" y="671656"/>
                  </a:cubicBezTo>
                  <a:cubicBezTo>
                    <a:pt x="256195" y="672547"/>
                    <a:pt x="256320" y="673439"/>
                    <a:pt x="256448" y="674357"/>
                  </a:cubicBezTo>
                  <a:cubicBezTo>
                    <a:pt x="256538" y="675046"/>
                    <a:pt x="256628" y="675736"/>
                    <a:pt x="256721" y="676447"/>
                  </a:cubicBezTo>
                  <a:cubicBezTo>
                    <a:pt x="257212" y="676447"/>
                    <a:pt x="257704" y="676447"/>
                    <a:pt x="258210" y="676447"/>
                  </a:cubicBezTo>
                  <a:cubicBezTo>
                    <a:pt x="258455" y="680376"/>
                    <a:pt x="258701" y="684305"/>
                    <a:pt x="258954" y="688353"/>
                  </a:cubicBezTo>
                  <a:cubicBezTo>
                    <a:pt x="259690" y="688107"/>
                    <a:pt x="260427" y="687862"/>
                    <a:pt x="261186" y="687609"/>
                  </a:cubicBezTo>
                  <a:cubicBezTo>
                    <a:pt x="261231" y="688344"/>
                    <a:pt x="261276" y="689078"/>
                    <a:pt x="261323" y="689835"/>
                  </a:cubicBezTo>
                  <a:cubicBezTo>
                    <a:pt x="261416" y="691266"/>
                    <a:pt x="261416" y="691266"/>
                    <a:pt x="261512" y="692725"/>
                  </a:cubicBezTo>
                  <a:cubicBezTo>
                    <a:pt x="261572" y="693674"/>
                    <a:pt x="261633" y="694624"/>
                    <a:pt x="261695" y="695602"/>
                  </a:cubicBezTo>
                  <a:cubicBezTo>
                    <a:pt x="261776" y="697940"/>
                    <a:pt x="261776" y="697940"/>
                    <a:pt x="262674" y="699515"/>
                  </a:cubicBezTo>
                  <a:cubicBezTo>
                    <a:pt x="262675" y="698922"/>
                    <a:pt x="262676" y="698328"/>
                    <a:pt x="262676" y="697717"/>
                  </a:cubicBezTo>
                  <a:cubicBezTo>
                    <a:pt x="262734" y="633140"/>
                    <a:pt x="262792" y="568562"/>
                    <a:pt x="262856" y="503985"/>
                  </a:cubicBezTo>
                  <a:cubicBezTo>
                    <a:pt x="262857" y="502539"/>
                    <a:pt x="262857" y="502539"/>
                    <a:pt x="262859" y="501064"/>
                  </a:cubicBezTo>
                  <a:cubicBezTo>
                    <a:pt x="262879" y="480630"/>
                    <a:pt x="262899" y="460195"/>
                    <a:pt x="262919" y="439760"/>
                  </a:cubicBezTo>
                  <a:cubicBezTo>
                    <a:pt x="262930" y="429495"/>
                    <a:pt x="262940" y="419231"/>
                    <a:pt x="262950" y="408966"/>
                  </a:cubicBezTo>
                  <a:cubicBezTo>
                    <a:pt x="262952" y="407418"/>
                    <a:pt x="262953" y="405869"/>
                    <a:pt x="262955" y="404321"/>
                  </a:cubicBezTo>
                  <a:cubicBezTo>
                    <a:pt x="262970" y="389292"/>
                    <a:pt x="262984" y="374262"/>
                    <a:pt x="262999" y="359233"/>
                  </a:cubicBezTo>
                  <a:cubicBezTo>
                    <a:pt x="262999" y="358719"/>
                    <a:pt x="263000" y="358205"/>
                    <a:pt x="263000" y="357675"/>
                  </a:cubicBezTo>
                  <a:cubicBezTo>
                    <a:pt x="263008" y="349372"/>
                    <a:pt x="263015" y="341069"/>
                    <a:pt x="263023" y="332766"/>
                  </a:cubicBezTo>
                  <a:cubicBezTo>
                    <a:pt x="263023" y="332253"/>
                    <a:pt x="263023" y="331740"/>
                    <a:pt x="263024" y="331211"/>
                  </a:cubicBezTo>
                  <a:cubicBezTo>
                    <a:pt x="263031" y="322939"/>
                    <a:pt x="263039" y="314666"/>
                    <a:pt x="263046" y="306393"/>
                  </a:cubicBezTo>
                  <a:cubicBezTo>
                    <a:pt x="263076" y="271817"/>
                    <a:pt x="263109" y="237241"/>
                    <a:pt x="263145" y="202665"/>
                  </a:cubicBezTo>
                  <a:cubicBezTo>
                    <a:pt x="263150" y="197860"/>
                    <a:pt x="263155" y="193055"/>
                    <a:pt x="263160" y="188250"/>
                  </a:cubicBezTo>
                  <a:cubicBezTo>
                    <a:pt x="263161" y="187304"/>
                    <a:pt x="263162" y="186358"/>
                    <a:pt x="263163" y="185384"/>
                  </a:cubicBezTo>
                  <a:cubicBezTo>
                    <a:pt x="263179" y="170128"/>
                    <a:pt x="263192" y="154873"/>
                    <a:pt x="263204" y="139618"/>
                  </a:cubicBezTo>
                  <a:cubicBezTo>
                    <a:pt x="263217" y="124300"/>
                    <a:pt x="263232" y="108981"/>
                    <a:pt x="263249" y="93663"/>
                  </a:cubicBezTo>
                  <a:cubicBezTo>
                    <a:pt x="263260" y="84551"/>
                    <a:pt x="263268" y="75438"/>
                    <a:pt x="263274" y="66325"/>
                  </a:cubicBezTo>
                  <a:cubicBezTo>
                    <a:pt x="263278" y="60249"/>
                    <a:pt x="263284" y="54172"/>
                    <a:pt x="263293" y="48096"/>
                  </a:cubicBezTo>
                  <a:cubicBezTo>
                    <a:pt x="263298" y="44627"/>
                    <a:pt x="263301" y="41158"/>
                    <a:pt x="263302" y="37689"/>
                  </a:cubicBezTo>
                  <a:cubicBezTo>
                    <a:pt x="263302" y="34539"/>
                    <a:pt x="263306" y="31389"/>
                    <a:pt x="263313" y="28240"/>
                  </a:cubicBezTo>
                  <a:cubicBezTo>
                    <a:pt x="263315" y="27101"/>
                    <a:pt x="263315" y="25963"/>
                    <a:pt x="263314" y="24824"/>
                  </a:cubicBezTo>
                  <a:cubicBezTo>
                    <a:pt x="263313" y="23289"/>
                    <a:pt x="263317" y="21754"/>
                    <a:pt x="263321" y="20220"/>
                  </a:cubicBezTo>
                  <a:cubicBezTo>
                    <a:pt x="263323" y="18940"/>
                    <a:pt x="263323" y="18940"/>
                    <a:pt x="263324" y="17634"/>
                  </a:cubicBezTo>
                  <a:cubicBezTo>
                    <a:pt x="263419" y="15650"/>
                    <a:pt x="263419" y="15650"/>
                    <a:pt x="264163" y="14162"/>
                  </a:cubicBezTo>
                  <a:cubicBezTo>
                    <a:pt x="265472" y="13976"/>
                    <a:pt x="265472" y="13976"/>
                    <a:pt x="267214" y="13978"/>
                  </a:cubicBezTo>
                  <a:cubicBezTo>
                    <a:pt x="268200" y="13973"/>
                    <a:pt x="268200" y="13973"/>
                    <a:pt x="269206" y="13968"/>
                  </a:cubicBezTo>
                  <a:cubicBezTo>
                    <a:pt x="270296" y="13974"/>
                    <a:pt x="270296" y="13974"/>
                    <a:pt x="271408" y="13981"/>
                  </a:cubicBezTo>
                  <a:cubicBezTo>
                    <a:pt x="272169" y="13979"/>
                    <a:pt x="272930" y="13978"/>
                    <a:pt x="273714" y="13977"/>
                  </a:cubicBezTo>
                  <a:cubicBezTo>
                    <a:pt x="276243" y="13974"/>
                    <a:pt x="278772" y="13982"/>
                    <a:pt x="281301" y="13990"/>
                  </a:cubicBezTo>
                  <a:cubicBezTo>
                    <a:pt x="283050" y="13991"/>
                    <a:pt x="284799" y="13991"/>
                    <a:pt x="286548" y="13991"/>
                  </a:cubicBezTo>
                  <a:cubicBezTo>
                    <a:pt x="290219" y="13992"/>
                    <a:pt x="293890" y="13998"/>
                    <a:pt x="297561" y="14008"/>
                  </a:cubicBezTo>
                  <a:cubicBezTo>
                    <a:pt x="302278" y="14021"/>
                    <a:pt x="306995" y="14024"/>
                    <a:pt x="311712" y="14023"/>
                  </a:cubicBezTo>
                  <a:cubicBezTo>
                    <a:pt x="315326" y="14024"/>
                    <a:pt x="318939" y="14028"/>
                    <a:pt x="322552" y="14033"/>
                  </a:cubicBezTo>
                  <a:cubicBezTo>
                    <a:pt x="324292" y="14035"/>
                    <a:pt x="326031" y="14037"/>
                    <a:pt x="327771" y="14037"/>
                  </a:cubicBezTo>
                  <a:cubicBezTo>
                    <a:pt x="330198" y="14039"/>
                    <a:pt x="332625" y="14046"/>
                    <a:pt x="335052" y="14053"/>
                  </a:cubicBezTo>
                  <a:cubicBezTo>
                    <a:pt x="335779" y="14053"/>
                    <a:pt x="336506" y="14053"/>
                    <a:pt x="337255" y="14052"/>
                  </a:cubicBezTo>
                  <a:cubicBezTo>
                    <a:pt x="337912" y="14056"/>
                    <a:pt x="338569" y="14059"/>
                    <a:pt x="339247" y="14062"/>
                  </a:cubicBezTo>
                  <a:cubicBezTo>
                    <a:pt x="339821" y="14063"/>
                    <a:pt x="340396" y="14065"/>
                    <a:pt x="340988" y="14066"/>
                  </a:cubicBezTo>
                  <a:cubicBezTo>
                    <a:pt x="342298" y="14162"/>
                    <a:pt x="342298" y="14162"/>
                    <a:pt x="343042" y="14906"/>
                  </a:cubicBezTo>
                  <a:cubicBezTo>
                    <a:pt x="343116" y="17102"/>
                    <a:pt x="343140" y="19281"/>
                    <a:pt x="343134" y="21478"/>
                  </a:cubicBezTo>
                  <a:cubicBezTo>
                    <a:pt x="343136" y="22532"/>
                    <a:pt x="343136" y="22532"/>
                    <a:pt x="343137" y="23607"/>
                  </a:cubicBezTo>
                  <a:cubicBezTo>
                    <a:pt x="343139" y="25998"/>
                    <a:pt x="343136" y="28389"/>
                    <a:pt x="343133" y="30779"/>
                  </a:cubicBezTo>
                  <a:cubicBezTo>
                    <a:pt x="343134" y="32504"/>
                    <a:pt x="343135" y="34228"/>
                    <a:pt x="343136" y="35952"/>
                  </a:cubicBezTo>
                  <a:cubicBezTo>
                    <a:pt x="343138" y="40232"/>
                    <a:pt x="343136" y="44511"/>
                    <a:pt x="343134" y="48791"/>
                  </a:cubicBezTo>
                  <a:cubicBezTo>
                    <a:pt x="343130" y="53949"/>
                    <a:pt x="343131" y="59106"/>
                    <a:pt x="343133" y="64264"/>
                  </a:cubicBezTo>
                  <a:cubicBezTo>
                    <a:pt x="343135" y="73905"/>
                    <a:pt x="343134" y="83545"/>
                    <a:pt x="343130" y="93186"/>
                  </a:cubicBezTo>
                  <a:cubicBezTo>
                    <a:pt x="343127" y="102961"/>
                    <a:pt x="343125" y="112737"/>
                    <a:pt x="343126" y="122513"/>
                  </a:cubicBezTo>
                  <a:cubicBezTo>
                    <a:pt x="343126" y="123130"/>
                    <a:pt x="343126" y="123746"/>
                    <a:pt x="343126" y="124381"/>
                  </a:cubicBezTo>
                  <a:cubicBezTo>
                    <a:pt x="343126" y="127524"/>
                    <a:pt x="343126" y="130666"/>
                    <a:pt x="343126" y="133809"/>
                  </a:cubicBezTo>
                  <a:cubicBezTo>
                    <a:pt x="343127" y="156584"/>
                    <a:pt x="343125" y="179358"/>
                    <a:pt x="343120" y="202133"/>
                  </a:cubicBezTo>
                  <a:cubicBezTo>
                    <a:pt x="343116" y="224694"/>
                    <a:pt x="343113" y="247256"/>
                    <a:pt x="343112" y="269817"/>
                  </a:cubicBezTo>
                  <a:cubicBezTo>
                    <a:pt x="343112" y="270867"/>
                    <a:pt x="343112" y="270867"/>
                    <a:pt x="343112" y="271939"/>
                  </a:cubicBezTo>
                  <a:cubicBezTo>
                    <a:pt x="343112" y="278333"/>
                    <a:pt x="343112" y="284727"/>
                    <a:pt x="343112" y="291120"/>
                  </a:cubicBezTo>
                  <a:cubicBezTo>
                    <a:pt x="343111" y="307017"/>
                    <a:pt x="343110" y="322913"/>
                    <a:pt x="343109" y="338810"/>
                  </a:cubicBezTo>
                  <a:cubicBezTo>
                    <a:pt x="343109" y="339534"/>
                    <a:pt x="343109" y="340257"/>
                    <a:pt x="343109" y="341003"/>
                  </a:cubicBezTo>
                  <a:cubicBezTo>
                    <a:pt x="343107" y="376240"/>
                    <a:pt x="343103" y="411476"/>
                    <a:pt x="343098" y="446712"/>
                  </a:cubicBezTo>
                  <a:cubicBezTo>
                    <a:pt x="343096" y="458944"/>
                    <a:pt x="343094" y="471175"/>
                    <a:pt x="343093" y="483406"/>
                  </a:cubicBezTo>
                  <a:cubicBezTo>
                    <a:pt x="343093" y="484544"/>
                    <a:pt x="343093" y="484544"/>
                    <a:pt x="343092" y="485705"/>
                  </a:cubicBezTo>
                  <a:cubicBezTo>
                    <a:pt x="343088" y="520953"/>
                    <a:pt x="343085" y="556202"/>
                    <a:pt x="343083" y="591451"/>
                  </a:cubicBezTo>
                  <a:cubicBezTo>
                    <a:pt x="343083" y="593738"/>
                    <a:pt x="343082" y="596026"/>
                    <a:pt x="343082" y="598314"/>
                  </a:cubicBezTo>
                  <a:cubicBezTo>
                    <a:pt x="343081" y="613474"/>
                    <a:pt x="343080" y="628635"/>
                    <a:pt x="343079" y="643796"/>
                  </a:cubicBezTo>
                  <a:cubicBezTo>
                    <a:pt x="343078" y="673963"/>
                    <a:pt x="343075" y="704130"/>
                    <a:pt x="343073" y="734297"/>
                  </a:cubicBezTo>
                  <a:cubicBezTo>
                    <a:pt x="343073" y="735734"/>
                    <a:pt x="343073" y="737171"/>
                    <a:pt x="343073" y="738607"/>
                  </a:cubicBezTo>
                  <a:cubicBezTo>
                    <a:pt x="343068" y="803303"/>
                    <a:pt x="343061" y="868000"/>
                    <a:pt x="343053" y="932696"/>
                  </a:cubicBezTo>
                  <a:cubicBezTo>
                    <a:pt x="343053" y="933302"/>
                    <a:pt x="343053" y="933908"/>
                    <a:pt x="343053" y="934532"/>
                  </a:cubicBezTo>
                  <a:cubicBezTo>
                    <a:pt x="343050" y="964837"/>
                    <a:pt x="343046" y="995143"/>
                    <a:pt x="343042" y="1025449"/>
                  </a:cubicBezTo>
                  <a:cubicBezTo>
                    <a:pt x="341506" y="1025593"/>
                    <a:pt x="339970" y="1025738"/>
                    <a:pt x="338434" y="1025883"/>
                  </a:cubicBezTo>
                  <a:cubicBezTo>
                    <a:pt x="337990" y="1025985"/>
                    <a:pt x="337546" y="1026087"/>
                    <a:pt x="337089" y="1026193"/>
                  </a:cubicBezTo>
                  <a:cubicBezTo>
                    <a:pt x="336625" y="1027682"/>
                    <a:pt x="336625" y="1027682"/>
                    <a:pt x="336344" y="1029169"/>
                  </a:cubicBezTo>
                  <a:cubicBezTo>
                    <a:pt x="334279" y="1029575"/>
                    <a:pt x="334279" y="1029575"/>
                    <a:pt x="331551" y="1029623"/>
                  </a:cubicBezTo>
                  <a:cubicBezTo>
                    <a:pt x="330580" y="1029647"/>
                    <a:pt x="329609" y="1029671"/>
                    <a:pt x="328608" y="1029695"/>
                  </a:cubicBezTo>
                  <a:cubicBezTo>
                    <a:pt x="327575" y="1029706"/>
                    <a:pt x="326541" y="1029717"/>
                    <a:pt x="325508" y="1029727"/>
                  </a:cubicBezTo>
                  <a:cubicBezTo>
                    <a:pt x="324472" y="1029748"/>
                    <a:pt x="323435" y="1029771"/>
                    <a:pt x="322399" y="1029794"/>
                  </a:cubicBezTo>
                  <a:cubicBezTo>
                    <a:pt x="319854" y="1029847"/>
                    <a:pt x="317310" y="1029886"/>
                    <a:pt x="314764" y="1029913"/>
                  </a:cubicBezTo>
                  <a:cubicBezTo>
                    <a:pt x="314764" y="1030650"/>
                    <a:pt x="314764" y="1031387"/>
                    <a:pt x="314764" y="1032146"/>
                  </a:cubicBezTo>
                  <a:cubicBezTo>
                    <a:pt x="309534" y="1032821"/>
                    <a:pt x="304412" y="1032936"/>
                    <a:pt x="299140" y="1032843"/>
                  </a:cubicBezTo>
                  <a:cubicBezTo>
                    <a:pt x="296866" y="1032780"/>
                    <a:pt x="296866" y="1032780"/>
                    <a:pt x="294673" y="1033634"/>
                  </a:cubicBezTo>
                  <a:cubicBezTo>
                    <a:pt x="294673" y="1034371"/>
                    <a:pt x="294673" y="1035107"/>
                    <a:pt x="294673" y="1035867"/>
                  </a:cubicBezTo>
                  <a:cubicBezTo>
                    <a:pt x="294045" y="1035874"/>
                    <a:pt x="293418" y="1035880"/>
                    <a:pt x="292772" y="1035888"/>
                  </a:cubicBezTo>
                  <a:cubicBezTo>
                    <a:pt x="290451" y="1035920"/>
                    <a:pt x="288131" y="1035966"/>
                    <a:pt x="285811" y="1036021"/>
                  </a:cubicBezTo>
                  <a:cubicBezTo>
                    <a:pt x="284806" y="1036042"/>
                    <a:pt x="283800" y="1036058"/>
                    <a:pt x="282795" y="1036068"/>
                  </a:cubicBezTo>
                  <a:cubicBezTo>
                    <a:pt x="281352" y="1036084"/>
                    <a:pt x="279909" y="1036120"/>
                    <a:pt x="278467" y="1036157"/>
                  </a:cubicBezTo>
                  <a:cubicBezTo>
                    <a:pt x="277164" y="1036181"/>
                    <a:pt x="277164" y="1036181"/>
                    <a:pt x="275834" y="1036204"/>
                  </a:cubicBezTo>
                  <a:cubicBezTo>
                    <a:pt x="274845" y="1036406"/>
                    <a:pt x="274845" y="1036406"/>
                    <a:pt x="273837" y="1036611"/>
                  </a:cubicBezTo>
                  <a:cubicBezTo>
                    <a:pt x="273327" y="1038082"/>
                    <a:pt x="273327" y="1038082"/>
                    <a:pt x="273092" y="1039587"/>
                  </a:cubicBezTo>
                  <a:cubicBezTo>
                    <a:pt x="269264" y="1040195"/>
                    <a:pt x="269264" y="1040195"/>
                    <a:pt x="267139" y="1039587"/>
                  </a:cubicBezTo>
                  <a:cubicBezTo>
                    <a:pt x="266116" y="1037401"/>
                    <a:pt x="266116" y="1037401"/>
                    <a:pt x="265651" y="1035122"/>
                  </a:cubicBezTo>
                  <a:cubicBezTo>
                    <a:pt x="265160" y="1034877"/>
                    <a:pt x="264669" y="1034631"/>
                    <a:pt x="264163" y="1034378"/>
                  </a:cubicBezTo>
                  <a:cubicBezTo>
                    <a:pt x="263859" y="1032386"/>
                    <a:pt x="263616" y="1030428"/>
                    <a:pt x="263419" y="1028425"/>
                  </a:cubicBezTo>
                  <a:cubicBezTo>
                    <a:pt x="263144" y="1025964"/>
                    <a:pt x="263144" y="1025964"/>
                    <a:pt x="262674" y="1023960"/>
                  </a:cubicBezTo>
                  <a:cubicBezTo>
                    <a:pt x="262183" y="1023715"/>
                    <a:pt x="261692" y="1023469"/>
                    <a:pt x="261186" y="1023216"/>
                  </a:cubicBezTo>
                  <a:cubicBezTo>
                    <a:pt x="260930" y="1021242"/>
                    <a:pt x="260930" y="1021242"/>
                    <a:pt x="260814" y="1018798"/>
                  </a:cubicBezTo>
                  <a:cubicBezTo>
                    <a:pt x="260816" y="1015406"/>
                    <a:pt x="260816" y="1015406"/>
                    <a:pt x="258954" y="1012798"/>
                  </a:cubicBezTo>
                  <a:cubicBezTo>
                    <a:pt x="258708" y="1012798"/>
                    <a:pt x="258463" y="1012798"/>
                    <a:pt x="258210" y="1012798"/>
                  </a:cubicBezTo>
                  <a:cubicBezTo>
                    <a:pt x="258182" y="1012126"/>
                    <a:pt x="258154" y="1011453"/>
                    <a:pt x="258125" y="1010761"/>
                  </a:cubicBezTo>
                  <a:cubicBezTo>
                    <a:pt x="258076" y="1009883"/>
                    <a:pt x="258027" y="1009005"/>
                    <a:pt x="257977" y="1008101"/>
                  </a:cubicBezTo>
                  <a:cubicBezTo>
                    <a:pt x="257934" y="1007229"/>
                    <a:pt x="257891" y="1006357"/>
                    <a:pt x="257846" y="1005459"/>
                  </a:cubicBezTo>
                  <a:cubicBezTo>
                    <a:pt x="257702" y="1003143"/>
                    <a:pt x="257702" y="1003143"/>
                    <a:pt x="256349" y="1002008"/>
                  </a:cubicBezTo>
                  <a:cubicBezTo>
                    <a:pt x="254572" y="1000231"/>
                    <a:pt x="254842" y="998357"/>
                    <a:pt x="254721" y="995915"/>
                  </a:cubicBezTo>
                  <a:cubicBezTo>
                    <a:pt x="254673" y="995038"/>
                    <a:pt x="254624" y="994160"/>
                    <a:pt x="254573" y="993256"/>
                  </a:cubicBezTo>
                  <a:cubicBezTo>
                    <a:pt x="254545" y="992583"/>
                    <a:pt x="254518" y="991911"/>
                    <a:pt x="254489" y="991218"/>
                  </a:cubicBezTo>
                  <a:cubicBezTo>
                    <a:pt x="253998" y="991218"/>
                    <a:pt x="253507" y="991218"/>
                    <a:pt x="253001" y="991218"/>
                  </a:cubicBezTo>
                  <a:cubicBezTo>
                    <a:pt x="252755" y="987780"/>
                    <a:pt x="252509" y="984342"/>
                    <a:pt x="252256" y="980800"/>
                  </a:cubicBezTo>
                  <a:cubicBezTo>
                    <a:pt x="251520" y="980800"/>
                    <a:pt x="250783" y="980800"/>
                    <a:pt x="250024" y="980800"/>
                  </a:cubicBezTo>
                  <a:cubicBezTo>
                    <a:pt x="249996" y="980065"/>
                    <a:pt x="249968" y="979331"/>
                    <a:pt x="249940" y="978574"/>
                  </a:cubicBezTo>
                  <a:cubicBezTo>
                    <a:pt x="249866" y="977143"/>
                    <a:pt x="249866" y="977143"/>
                    <a:pt x="249792" y="975684"/>
                  </a:cubicBezTo>
                  <a:cubicBezTo>
                    <a:pt x="249748" y="974735"/>
                    <a:pt x="249705" y="973785"/>
                    <a:pt x="249661" y="972806"/>
                  </a:cubicBezTo>
                  <a:cubicBezTo>
                    <a:pt x="249472" y="971606"/>
                    <a:pt x="249472" y="971606"/>
                    <a:pt x="249280" y="970382"/>
                  </a:cubicBezTo>
                  <a:cubicBezTo>
                    <a:pt x="248543" y="969891"/>
                    <a:pt x="247807" y="969400"/>
                    <a:pt x="247048" y="968894"/>
                  </a:cubicBezTo>
                  <a:cubicBezTo>
                    <a:pt x="246829" y="966632"/>
                    <a:pt x="246829" y="966632"/>
                    <a:pt x="246908" y="963964"/>
                  </a:cubicBezTo>
                  <a:cubicBezTo>
                    <a:pt x="246928" y="963080"/>
                    <a:pt x="246948" y="962195"/>
                    <a:pt x="246969" y="961284"/>
                  </a:cubicBezTo>
                  <a:cubicBezTo>
                    <a:pt x="247008" y="960262"/>
                    <a:pt x="247008" y="960262"/>
                    <a:pt x="247048" y="959220"/>
                  </a:cubicBezTo>
                  <a:cubicBezTo>
                    <a:pt x="246311" y="959220"/>
                    <a:pt x="245574" y="959220"/>
                    <a:pt x="244815" y="959220"/>
                  </a:cubicBezTo>
                  <a:cubicBezTo>
                    <a:pt x="244570" y="955537"/>
                    <a:pt x="244324" y="951853"/>
                    <a:pt x="244071" y="948058"/>
                  </a:cubicBezTo>
                  <a:cubicBezTo>
                    <a:pt x="243334" y="948058"/>
                    <a:pt x="242598" y="948058"/>
                    <a:pt x="241839" y="948058"/>
                  </a:cubicBezTo>
                  <a:cubicBezTo>
                    <a:pt x="241811" y="947431"/>
                    <a:pt x="241783" y="946803"/>
                    <a:pt x="241754" y="946157"/>
                  </a:cubicBezTo>
                  <a:cubicBezTo>
                    <a:pt x="241705" y="945342"/>
                    <a:pt x="241656" y="944526"/>
                    <a:pt x="241606" y="943686"/>
                  </a:cubicBezTo>
                  <a:cubicBezTo>
                    <a:pt x="241563" y="942875"/>
                    <a:pt x="241520" y="942063"/>
                    <a:pt x="241475" y="941227"/>
                  </a:cubicBezTo>
                  <a:cubicBezTo>
                    <a:pt x="241350" y="940534"/>
                    <a:pt x="241224" y="939842"/>
                    <a:pt x="241094" y="939128"/>
                  </a:cubicBezTo>
                  <a:cubicBezTo>
                    <a:pt x="240358" y="938637"/>
                    <a:pt x="239621" y="938146"/>
                    <a:pt x="238862" y="937640"/>
                  </a:cubicBezTo>
                  <a:cubicBezTo>
                    <a:pt x="238670" y="936160"/>
                    <a:pt x="238670" y="936160"/>
                    <a:pt x="238769" y="934431"/>
                  </a:cubicBezTo>
                  <a:cubicBezTo>
                    <a:pt x="238850" y="931911"/>
                    <a:pt x="238902" y="929654"/>
                    <a:pt x="238118" y="927222"/>
                  </a:cubicBezTo>
                  <a:cubicBezTo>
                    <a:pt x="237627" y="927222"/>
                    <a:pt x="237136" y="927222"/>
                    <a:pt x="236630" y="927222"/>
                  </a:cubicBezTo>
                  <a:cubicBezTo>
                    <a:pt x="236593" y="926541"/>
                    <a:pt x="236557" y="925860"/>
                    <a:pt x="236519" y="925158"/>
                  </a:cubicBezTo>
                  <a:cubicBezTo>
                    <a:pt x="236436" y="923832"/>
                    <a:pt x="236436" y="923832"/>
                    <a:pt x="236350" y="922478"/>
                  </a:cubicBezTo>
                  <a:cubicBezTo>
                    <a:pt x="236299" y="921598"/>
                    <a:pt x="236247" y="920717"/>
                    <a:pt x="236194" y="919810"/>
                  </a:cubicBezTo>
                  <a:cubicBezTo>
                    <a:pt x="236107" y="917470"/>
                    <a:pt x="236107" y="917470"/>
                    <a:pt x="234397" y="916060"/>
                  </a:cubicBezTo>
                  <a:cubicBezTo>
                    <a:pt x="234152" y="916060"/>
                    <a:pt x="233906" y="916060"/>
                    <a:pt x="233653" y="916060"/>
                  </a:cubicBezTo>
                  <a:cubicBezTo>
                    <a:pt x="233625" y="915379"/>
                    <a:pt x="233597" y="914698"/>
                    <a:pt x="233569" y="913996"/>
                  </a:cubicBezTo>
                  <a:cubicBezTo>
                    <a:pt x="233520" y="913112"/>
                    <a:pt x="233471" y="912227"/>
                    <a:pt x="233420" y="911316"/>
                  </a:cubicBezTo>
                  <a:cubicBezTo>
                    <a:pt x="233377" y="910435"/>
                    <a:pt x="233334" y="909555"/>
                    <a:pt x="233290" y="908648"/>
                  </a:cubicBezTo>
                  <a:cubicBezTo>
                    <a:pt x="233164" y="907901"/>
                    <a:pt x="233038" y="907155"/>
                    <a:pt x="232909" y="906386"/>
                  </a:cubicBezTo>
                  <a:cubicBezTo>
                    <a:pt x="232172" y="905895"/>
                    <a:pt x="231435" y="905404"/>
                    <a:pt x="230676" y="904898"/>
                  </a:cubicBezTo>
                  <a:cubicBezTo>
                    <a:pt x="230458" y="902474"/>
                    <a:pt x="230458" y="902474"/>
                    <a:pt x="230537" y="899596"/>
                  </a:cubicBezTo>
                  <a:cubicBezTo>
                    <a:pt x="230557" y="898642"/>
                    <a:pt x="230577" y="897689"/>
                    <a:pt x="230598" y="896706"/>
                  </a:cubicBezTo>
                  <a:cubicBezTo>
                    <a:pt x="230637" y="895604"/>
                    <a:pt x="230637" y="895604"/>
                    <a:pt x="230676" y="894480"/>
                  </a:cubicBezTo>
                  <a:cubicBezTo>
                    <a:pt x="229940" y="894480"/>
                    <a:pt x="229203" y="894480"/>
                    <a:pt x="228444" y="894480"/>
                  </a:cubicBezTo>
                  <a:cubicBezTo>
                    <a:pt x="228198" y="891042"/>
                    <a:pt x="227953" y="887604"/>
                    <a:pt x="227700" y="884062"/>
                  </a:cubicBezTo>
                  <a:cubicBezTo>
                    <a:pt x="226963" y="884062"/>
                    <a:pt x="226226" y="884062"/>
                    <a:pt x="225467" y="884062"/>
                  </a:cubicBezTo>
                  <a:cubicBezTo>
                    <a:pt x="225440" y="883318"/>
                    <a:pt x="225412" y="882575"/>
                    <a:pt x="225383" y="881809"/>
                  </a:cubicBezTo>
                  <a:cubicBezTo>
                    <a:pt x="225310" y="880369"/>
                    <a:pt x="225310" y="880369"/>
                    <a:pt x="225235" y="878899"/>
                  </a:cubicBezTo>
                  <a:cubicBezTo>
                    <a:pt x="225192" y="877941"/>
                    <a:pt x="225149" y="876983"/>
                    <a:pt x="225104" y="875995"/>
                  </a:cubicBezTo>
                  <a:cubicBezTo>
                    <a:pt x="224916" y="874831"/>
                    <a:pt x="224916" y="874831"/>
                    <a:pt x="224723" y="873644"/>
                  </a:cubicBezTo>
                  <a:cubicBezTo>
                    <a:pt x="223987" y="873398"/>
                    <a:pt x="223250" y="873153"/>
                    <a:pt x="222491" y="872900"/>
                  </a:cubicBezTo>
                  <a:cubicBezTo>
                    <a:pt x="222110" y="870711"/>
                    <a:pt x="222110" y="870711"/>
                    <a:pt x="221979" y="868016"/>
                  </a:cubicBezTo>
                  <a:cubicBezTo>
                    <a:pt x="221930" y="867125"/>
                    <a:pt x="221881" y="866234"/>
                    <a:pt x="221831" y="865316"/>
                  </a:cubicBezTo>
                  <a:cubicBezTo>
                    <a:pt x="221803" y="864626"/>
                    <a:pt x="221775" y="863937"/>
                    <a:pt x="221747" y="863226"/>
                  </a:cubicBezTo>
                  <a:cubicBezTo>
                    <a:pt x="221256" y="863226"/>
                    <a:pt x="220764" y="863226"/>
                    <a:pt x="220258" y="863226"/>
                  </a:cubicBezTo>
                  <a:cubicBezTo>
                    <a:pt x="220222" y="862545"/>
                    <a:pt x="220186" y="861864"/>
                    <a:pt x="220148" y="861162"/>
                  </a:cubicBezTo>
                  <a:cubicBezTo>
                    <a:pt x="220065" y="859836"/>
                    <a:pt x="220065" y="859836"/>
                    <a:pt x="219979" y="858482"/>
                  </a:cubicBezTo>
                  <a:cubicBezTo>
                    <a:pt x="219928" y="857601"/>
                    <a:pt x="219876" y="856721"/>
                    <a:pt x="219822" y="855814"/>
                  </a:cubicBezTo>
                  <a:cubicBezTo>
                    <a:pt x="219736" y="853474"/>
                    <a:pt x="219736" y="853474"/>
                    <a:pt x="218026" y="852064"/>
                  </a:cubicBezTo>
                  <a:cubicBezTo>
                    <a:pt x="217780" y="852064"/>
                    <a:pt x="217535" y="852064"/>
                    <a:pt x="217282" y="852064"/>
                  </a:cubicBezTo>
                  <a:cubicBezTo>
                    <a:pt x="217254" y="851374"/>
                    <a:pt x="217226" y="850684"/>
                    <a:pt x="217198" y="849974"/>
                  </a:cubicBezTo>
                  <a:cubicBezTo>
                    <a:pt x="217149" y="849083"/>
                    <a:pt x="217100" y="848192"/>
                    <a:pt x="217049" y="847273"/>
                  </a:cubicBezTo>
                  <a:cubicBezTo>
                    <a:pt x="217006" y="846384"/>
                    <a:pt x="216963" y="845495"/>
                    <a:pt x="216919" y="844579"/>
                  </a:cubicBezTo>
                  <a:cubicBezTo>
                    <a:pt x="216793" y="843856"/>
                    <a:pt x="216667" y="843134"/>
                    <a:pt x="216538" y="842390"/>
                  </a:cubicBezTo>
                  <a:cubicBezTo>
                    <a:pt x="215801" y="842144"/>
                    <a:pt x="215064" y="841899"/>
                    <a:pt x="214305" y="841646"/>
                  </a:cubicBezTo>
                  <a:cubicBezTo>
                    <a:pt x="214137" y="839708"/>
                    <a:pt x="214097" y="837950"/>
                    <a:pt x="214166" y="836018"/>
                  </a:cubicBezTo>
                  <a:cubicBezTo>
                    <a:pt x="214176" y="835489"/>
                    <a:pt x="214186" y="834960"/>
                    <a:pt x="214196" y="834415"/>
                  </a:cubicBezTo>
                  <a:cubicBezTo>
                    <a:pt x="214223" y="833105"/>
                    <a:pt x="214263" y="831794"/>
                    <a:pt x="214305" y="830484"/>
                  </a:cubicBezTo>
                  <a:cubicBezTo>
                    <a:pt x="213569" y="830484"/>
                    <a:pt x="212832" y="830484"/>
                    <a:pt x="212073" y="830484"/>
                  </a:cubicBezTo>
                  <a:cubicBezTo>
                    <a:pt x="211827" y="827046"/>
                    <a:pt x="211582" y="823608"/>
                    <a:pt x="211329" y="820066"/>
                  </a:cubicBezTo>
                  <a:cubicBezTo>
                    <a:pt x="210592" y="820066"/>
                    <a:pt x="209855" y="820066"/>
                    <a:pt x="209096" y="820066"/>
                  </a:cubicBezTo>
                  <a:cubicBezTo>
                    <a:pt x="209069" y="819322"/>
                    <a:pt x="209041" y="818579"/>
                    <a:pt x="209012" y="817813"/>
                  </a:cubicBezTo>
                  <a:cubicBezTo>
                    <a:pt x="208939" y="816373"/>
                    <a:pt x="208939" y="816373"/>
                    <a:pt x="208864" y="814903"/>
                  </a:cubicBezTo>
                  <a:cubicBezTo>
                    <a:pt x="208821" y="813945"/>
                    <a:pt x="208777" y="812987"/>
                    <a:pt x="208733" y="811999"/>
                  </a:cubicBezTo>
                  <a:cubicBezTo>
                    <a:pt x="208544" y="810835"/>
                    <a:pt x="208544" y="810835"/>
                    <a:pt x="208352" y="809648"/>
                  </a:cubicBezTo>
                  <a:cubicBezTo>
                    <a:pt x="207615" y="809402"/>
                    <a:pt x="206879" y="809157"/>
                    <a:pt x="206120" y="808904"/>
                  </a:cubicBezTo>
                  <a:cubicBezTo>
                    <a:pt x="205791" y="806741"/>
                    <a:pt x="205791" y="806741"/>
                    <a:pt x="205701" y="804067"/>
                  </a:cubicBezTo>
                  <a:cubicBezTo>
                    <a:pt x="205643" y="802452"/>
                    <a:pt x="205546" y="800837"/>
                    <a:pt x="205376" y="799230"/>
                  </a:cubicBezTo>
                  <a:cubicBezTo>
                    <a:pt x="204884" y="798984"/>
                    <a:pt x="204393" y="798739"/>
                    <a:pt x="203887" y="798486"/>
                  </a:cubicBezTo>
                  <a:cubicBezTo>
                    <a:pt x="203632" y="796512"/>
                    <a:pt x="203632" y="796512"/>
                    <a:pt x="203515" y="794067"/>
                  </a:cubicBezTo>
                  <a:cubicBezTo>
                    <a:pt x="203517" y="790676"/>
                    <a:pt x="203517" y="790676"/>
                    <a:pt x="201655" y="788068"/>
                  </a:cubicBezTo>
                  <a:cubicBezTo>
                    <a:pt x="201409" y="788068"/>
                    <a:pt x="201164" y="788068"/>
                    <a:pt x="200911" y="788068"/>
                  </a:cubicBezTo>
                  <a:cubicBezTo>
                    <a:pt x="200883" y="787324"/>
                    <a:pt x="200855" y="786581"/>
                    <a:pt x="200826" y="785815"/>
                  </a:cubicBezTo>
                  <a:cubicBezTo>
                    <a:pt x="200753" y="784375"/>
                    <a:pt x="200753" y="784375"/>
                    <a:pt x="200678" y="782905"/>
                  </a:cubicBezTo>
                  <a:cubicBezTo>
                    <a:pt x="200635" y="781947"/>
                    <a:pt x="200592" y="780989"/>
                    <a:pt x="200547" y="780001"/>
                  </a:cubicBezTo>
                  <a:cubicBezTo>
                    <a:pt x="200359" y="778837"/>
                    <a:pt x="200359" y="778837"/>
                    <a:pt x="200167" y="777650"/>
                  </a:cubicBezTo>
                  <a:cubicBezTo>
                    <a:pt x="199430" y="777404"/>
                    <a:pt x="198693" y="777159"/>
                    <a:pt x="197934" y="776906"/>
                  </a:cubicBezTo>
                  <a:cubicBezTo>
                    <a:pt x="197606" y="774743"/>
                    <a:pt x="197606" y="774743"/>
                    <a:pt x="197516" y="772069"/>
                  </a:cubicBezTo>
                  <a:cubicBezTo>
                    <a:pt x="197458" y="770454"/>
                    <a:pt x="197361" y="768839"/>
                    <a:pt x="197190" y="767232"/>
                  </a:cubicBezTo>
                  <a:cubicBezTo>
                    <a:pt x="196699" y="766986"/>
                    <a:pt x="196208" y="766741"/>
                    <a:pt x="195702" y="766488"/>
                  </a:cubicBezTo>
                  <a:cubicBezTo>
                    <a:pt x="195469" y="764591"/>
                    <a:pt x="195320" y="762764"/>
                    <a:pt x="195237" y="760860"/>
                  </a:cubicBezTo>
                  <a:cubicBezTo>
                    <a:pt x="195208" y="760331"/>
                    <a:pt x="195179" y="759802"/>
                    <a:pt x="195150" y="759257"/>
                  </a:cubicBezTo>
                  <a:cubicBezTo>
                    <a:pt x="195079" y="757947"/>
                    <a:pt x="195018" y="756636"/>
                    <a:pt x="194958" y="755326"/>
                  </a:cubicBezTo>
                  <a:cubicBezTo>
                    <a:pt x="194221" y="755326"/>
                    <a:pt x="193484" y="755326"/>
                    <a:pt x="192725" y="755326"/>
                  </a:cubicBezTo>
                  <a:cubicBezTo>
                    <a:pt x="192697" y="754636"/>
                    <a:pt x="192670" y="753946"/>
                    <a:pt x="192641" y="753236"/>
                  </a:cubicBezTo>
                  <a:cubicBezTo>
                    <a:pt x="192592" y="752344"/>
                    <a:pt x="192543" y="751453"/>
                    <a:pt x="192493" y="750535"/>
                  </a:cubicBezTo>
                  <a:cubicBezTo>
                    <a:pt x="192428" y="749201"/>
                    <a:pt x="192428" y="749201"/>
                    <a:pt x="192362" y="747841"/>
                  </a:cubicBezTo>
                  <a:cubicBezTo>
                    <a:pt x="192236" y="747118"/>
                    <a:pt x="192111" y="746396"/>
                    <a:pt x="191981" y="745652"/>
                  </a:cubicBezTo>
                  <a:cubicBezTo>
                    <a:pt x="191244" y="745406"/>
                    <a:pt x="190508" y="745161"/>
                    <a:pt x="189749" y="744908"/>
                  </a:cubicBezTo>
                  <a:cubicBezTo>
                    <a:pt x="189420" y="742582"/>
                    <a:pt x="189420" y="742582"/>
                    <a:pt x="189330" y="739699"/>
                  </a:cubicBezTo>
                  <a:cubicBezTo>
                    <a:pt x="189272" y="737960"/>
                    <a:pt x="189176" y="736221"/>
                    <a:pt x="189005" y="734490"/>
                  </a:cubicBezTo>
                  <a:cubicBezTo>
                    <a:pt x="188513" y="734244"/>
                    <a:pt x="188022" y="733999"/>
                    <a:pt x="187516" y="733745"/>
                  </a:cubicBezTo>
                  <a:cubicBezTo>
                    <a:pt x="187251" y="731435"/>
                    <a:pt x="187186" y="729140"/>
                    <a:pt x="187101" y="726816"/>
                  </a:cubicBezTo>
                  <a:cubicBezTo>
                    <a:pt x="186992" y="726156"/>
                    <a:pt x="186884" y="725496"/>
                    <a:pt x="186772" y="724816"/>
                  </a:cubicBezTo>
                  <a:cubicBezTo>
                    <a:pt x="186035" y="724570"/>
                    <a:pt x="185299" y="724325"/>
                    <a:pt x="184540" y="724072"/>
                  </a:cubicBezTo>
                  <a:cubicBezTo>
                    <a:pt x="184188" y="721367"/>
                    <a:pt x="184164" y="718704"/>
                    <a:pt x="184098" y="715979"/>
                  </a:cubicBezTo>
                  <a:cubicBezTo>
                    <a:pt x="183948" y="714828"/>
                    <a:pt x="183948" y="714828"/>
                    <a:pt x="183796" y="713654"/>
                  </a:cubicBezTo>
                  <a:cubicBezTo>
                    <a:pt x="183059" y="713408"/>
                    <a:pt x="182322" y="713163"/>
                    <a:pt x="181563" y="712910"/>
                  </a:cubicBezTo>
                  <a:cubicBezTo>
                    <a:pt x="181235" y="710747"/>
                    <a:pt x="181235" y="710747"/>
                    <a:pt x="181145" y="708073"/>
                  </a:cubicBezTo>
                  <a:cubicBezTo>
                    <a:pt x="181087" y="706458"/>
                    <a:pt x="180990" y="704843"/>
                    <a:pt x="180819" y="703236"/>
                  </a:cubicBezTo>
                  <a:cubicBezTo>
                    <a:pt x="180328" y="702990"/>
                    <a:pt x="179837" y="702745"/>
                    <a:pt x="179331" y="702492"/>
                  </a:cubicBezTo>
                  <a:cubicBezTo>
                    <a:pt x="179098" y="700594"/>
                    <a:pt x="178949" y="698768"/>
                    <a:pt x="178866" y="696864"/>
                  </a:cubicBezTo>
                  <a:cubicBezTo>
                    <a:pt x="178837" y="696335"/>
                    <a:pt x="178808" y="695806"/>
                    <a:pt x="178778" y="695261"/>
                  </a:cubicBezTo>
                  <a:cubicBezTo>
                    <a:pt x="178708" y="693951"/>
                    <a:pt x="178646" y="692640"/>
                    <a:pt x="178587" y="691329"/>
                  </a:cubicBezTo>
                  <a:cubicBezTo>
                    <a:pt x="177850" y="691329"/>
                    <a:pt x="177113" y="691329"/>
                    <a:pt x="176354" y="691329"/>
                  </a:cubicBezTo>
                  <a:cubicBezTo>
                    <a:pt x="176109" y="687892"/>
                    <a:pt x="175863" y="684454"/>
                    <a:pt x="175610" y="680912"/>
                  </a:cubicBezTo>
                  <a:cubicBezTo>
                    <a:pt x="174873" y="680912"/>
                    <a:pt x="174137" y="680912"/>
                    <a:pt x="173378" y="680912"/>
                  </a:cubicBezTo>
                  <a:cubicBezTo>
                    <a:pt x="173341" y="680168"/>
                    <a:pt x="173305" y="679425"/>
                    <a:pt x="173267" y="678659"/>
                  </a:cubicBezTo>
                  <a:cubicBezTo>
                    <a:pt x="173211" y="677699"/>
                    <a:pt x="173156" y="676738"/>
                    <a:pt x="173099" y="675749"/>
                  </a:cubicBezTo>
                  <a:cubicBezTo>
                    <a:pt x="173047" y="674791"/>
                    <a:pt x="172995" y="673832"/>
                    <a:pt x="172942" y="672845"/>
                  </a:cubicBezTo>
                  <a:cubicBezTo>
                    <a:pt x="172840" y="672069"/>
                    <a:pt x="172738" y="671293"/>
                    <a:pt x="172633" y="670494"/>
                  </a:cubicBezTo>
                  <a:cubicBezTo>
                    <a:pt x="172142" y="670248"/>
                    <a:pt x="171651" y="670002"/>
                    <a:pt x="171145" y="669749"/>
                  </a:cubicBezTo>
                  <a:cubicBezTo>
                    <a:pt x="170837" y="667398"/>
                    <a:pt x="170837" y="667398"/>
                    <a:pt x="170680" y="664494"/>
                  </a:cubicBezTo>
                  <a:cubicBezTo>
                    <a:pt x="170624" y="663534"/>
                    <a:pt x="170569" y="662574"/>
                    <a:pt x="170511" y="661584"/>
                  </a:cubicBezTo>
                  <a:cubicBezTo>
                    <a:pt x="170475" y="660841"/>
                    <a:pt x="170439" y="660097"/>
                    <a:pt x="170401" y="659331"/>
                  </a:cubicBezTo>
                  <a:cubicBezTo>
                    <a:pt x="169664" y="659331"/>
                    <a:pt x="168928" y="659331"/>
                    <a:pt x="168169" y="659331"/>
                  </a:cubicBezTo>
                  <a:cubicBezTo>
                    <a:pt x="167923" y="655894"/>
                    <a:pt x="167677" y="652456"/>
                    <a:pt x="167424" y="648913"/>
                  </a:cubicBezTo>
                  <a:cubicBezTo>
                    <a:pt x="166688" y="648913"/>
                    <a:pt x="165951" y="648913"/>
                    <a:pt x="165192" y="648913"/>
                  </a:cubicBezTo>
                  <a:cubicBezTo>
                    <a:pt x="165137" y="647718"/>
                    <a:pt x="165137" y="647718"/>
                    <a:pt x="165082" y="646498"/>
                  </a:cubicBezTo>
                  <a:cubicBezTo>
                    <a:pt x="165026" y="645458"/>
                    <a:pt x="164970" y="644419"/>
                    <a:pt x="164913" y="643379"/>
                  </a:cubicBezTo>
                  <a:cubicBezTo>
                    <a:pt x="164878" y="642590"/>
                    <a:pt x="164878" y="642590"/>
                    <a:pt x="164843" y="641785"/>
                  </a:cubicBezTo>
                  <a:cubicBezTo>
                    <a:pt x="164766" y="640436"/>
                    <a:pt x="164612" y="639092"/>
                    <a:pt x="164448" y="637751"/>
                  </a:cubicBezTo>
                  <a:cubicBezTo>
                    <a:pt x="163957" y="637506"/>
                    <a:pt x="163466" y="637260"/>
                    <a:pt x="162960" y="637007"/>
                  </a:cubicBezTo>
                  <a:cubicBezTo>
                    <a:pt x="162704" y="635196"/>
                    <a:pt x="162704" y="635196"/>
                    <a:pt x="162588" y="632961"/>
                  </a:cubicBezTo>
                  <a:cubicBezTo>
                    <a:pt x="162553" y="629772"/>
                    <a:pt x="162553" y="629772"/>
                    <a:pt x="160727" y="627333"/>
                  </a:cubicBezTo>
                  <a:cubicBezTo>
                    <a:pt x="160482" y="627333"/>
                    <a:pt x="160236" y="627333"/>
                    <a:pt x="159983" y="627333"/>
                  </a:cubicBezTo>
                  <a:cubicBezTo>
                    <a:pt x="159737" y="623650"/>
                    <a:pt x="159492" y="619966"/>
                    <a:pt x="159239" y="616171"/>
                  </a:cubicBezTo>
                  <a:cubicBezTo>
                    <a:pt x="158502" y="616171"/>
                    <a:pt x="157766" y="616171"/>
                    <a:pt x="157006" y="616171"/>
                  </a:cubicBezTo>
                  <a:cubicBezTo>
                    <a:pt x="156970" y="615482"/>
                    <a:pt x="156934" y="614792"/>
                    <a:pt x="156896" y="614081"/>
                  </a:cubicBezTo>
                  <a:cubicBezTo>
                    <a:pt x="156813" y="612745"/>
                    <a:pt x="156813" y="612745"/>
                    <a:pt x="156727" y="611381"/>
                  </a:cubicBezTo>
                  <a:cubicBezTo>
                    <a:pt x="156650" y="610047"/>
                    <a:pt x="156650" y="610047"/>
                    <a:pt x="156570" y="608686"/>
                  </a:cubicBezTo>
                  <a:cubicBezTo>
                    <a:pt x="156469" y="607964"/>
                    <a:pt x="156367" y="607242"/>
                    <a:pt x="156262" y="606497"/>
                  </a:cubicBezTo>
                  <a:cubicBezTo>
                    <a:pt x="155771" y="606252"/>
                    <a:pt x="155280" y="606006"/>
                    <a:pt x="154774" y="605753"/>
                  </a:cubicBezTo>
                  <a:cubicBezTo>
                    <a:pt x="154542" y="603856"/>
                    <a:pt x="154392" y="602030"/>
                    <a:pt x="154309" y="600126"/>
                  </a:cubicBezTo>
                  <a:cubicBezTo>
                    <a:pt x="154280" y="599597"/>
                    <a:pt x="154251" y="599068"/>
                    <a:pt x="154222" y="598523"/>
                  </a:cubicBezTo>
                  <a:cubicBezTo>
                    <a:pt x="154151" y="597213"/>
                    <a:pt x="154090" y="595902"/>
                    <a:pt x="154030" y="594591"/>
                  </a:cubicBezTo>
                  <a:cubicBezTo>
                    <a:pt x="153293" y="594591"/>
                    <a:pt x="152557" y="594591"/>
                    <a:pt x="151798" y="594591"/>
                  </a:cubicBezTo>
                  <a:cubicBezTo>
                    <a:pt x="151552" y="591153"/>
                    <a:pt x="151306" y="587715"/>
                    <a:pt x="151053" y="584173"/>
                  </a:cubicBezTo>
                  <a:cubicBezTo>
                    <a:pt x="150317" y="584173"/>
                    <a:pt x="149580" y="584173"/>
                    <a:pt x="148821" y="584173"/>
                  </a:cubicBezTo>
                  <a:cubicBezTo>
                    <a:pt x="148784" y="583430"/>
                    <a:pt x="148748" y="582686"/>
                    <a:pt x="148710" y="581920"/>
                  </a:cubicBezTo>
                  <a:cubicBezTo>
                    <a:pt x="148655" y="580960"/>
                    <a:pt x="148599" y="580000"/>
                    <a:pt x="148542" y="579011"/>
                  </a:cubicBezTo>
                  <a:cubicBezTo>
                    <a:pt x="148490" y="578052"/>
                    <a:pt x="148438" y="577094"/>
                    <a:pt x="148385" y="576107"/>
                  </a:cubicBezTo>
                  <a:cubicBezTo>
                    <a:pt x="148283" y="575331"/>
                    <a:pt x="148182" y="574555"/>
                    <a:pt x="148077" y="573755"/>
                  </a:cubicBezTo>
                  <a:cubicBezTo>
                    <a:pt x="147586" y="573510"/>
                    <a:pt x="147095" y="573264"/>
                    <a:pt x="146589" y="573011"/>
                  </a:cubicBezTo>
                  <a:cubicBezTo>
                    <a:pt x="146323" y="570700"/>
                    <a:pt x="146258" y="568405"/>
                    <a:pt x="146173" y="566081"/>
                  </a:cubicBezTo>
                  <a:cubicBezTo>
                    <a:pt x="146064" y="565421"/>
                    <a:pt x="145956" y="564761"/>
                    <a:pt x="145844" y="564081"/>
                  </a:cubicBezTo>
                  <a:cubicBezTo>
                    <a:pt x="145108" y="563836"/>
                    <a:pt x="144371" y="563590"/>
                    <a:pt x="143612" y="563337"/>
                  </a:cubicBezTo>
                  <a:cubicBezTo>
                    <a:pt x="143260" y="560633"/>
                    <a:pt x="143236" y="557970"/>
                    <a:pt x="143170" y="555245"/>
                  </a:cubicBezTo>
                  <a:cubicBezTo>
                    <a:pt x="143020" y="554094"/>
                    <a:pt x="143020" y="554094"/>
                    <a:pt x="142868" y="552919"/>
                  </a:cubicBezTo>
                  <a:cubicBezTo>
                    <a:pt x="142131" y="552674"/>
                    <a:pt x="141394" y="552428"/>
                    <a:pt x="140635" y="552175"/>
                  </a:cubicBezTo>
                  <a:cubicBezTo>
                    <a:pt x="140307" y="550013"/>
                    <a:pt x="140307" y="550013"/>
                    <a:pt x="140217" y="547338"/>
                  </a:cubicBezTo>
                  <a:cubicBezTo>
                    <a:pt x="140159" y="545723"/>
                    <a:pt x="140062" y="544108"/>
                    <a:pt x="139891" y="542501"/>
                  </a:cubicBezTo>
                  <a:cubicBezTo>
                    <a:pt x="139400" y="542256"/>
                    <a:pt x="138909" y="542010"/>
                    <a:pt x="138403" y="541757"/>
                  </a:cubicBezTo>
                  <a:cubicBezTo>
                    <a:pt x="138121" y="539972"/>
                    <a:pt x="138121" y="539972"/>
                    <a:pt x="137984" y="537757"/>
                  </a:cubicBezTo>
                  <a:cubicBezTo>
                    <a:pt x="137832" y="535405"/>
                    <a:pt x="137663" y="533586"/>
                    <a:pt x="136915" y="531339"/>
                  </a:cubicBezTo>
                  <a:cubicBezTo>
                    <a:pt x="136424" y="531094"/>
                    <a:pt x="135932" y="530848"/>
                    <a:pt x="135426" y="530595"/>
                  </a:cubicBezTo>
                  <a:cubicBezTo>
                    <a:pt x="135194" y="528698"/>
                    <a:pt x="135045" y="526872"/>
                    <a:pt x="134961" y="524968"/>
                  </a:cubicBezTo>
                  <a:cubicBezTo>
                    <a:pt x="134933" y="524439"/>
                    <a:pt x="134904" y="523910"/>
                    <a:pt x="134874" y="523364"/>
                  </a:cubicBezTo>
                  <a:cubicBezTo>
                    <a:pt x="134804" y="522054"/>
                    <a:pt x="134742" y="520744"/>
                    <a:pt x="134682" y="519433"/>
                  </a:cubicBezTo>
                  <a:cubicBezTo>
                    <a:pt x="133946" y="519433"/>
                    <a:pt x="133209" y="519433"/>
                    <a:pt x="132450" y="519433"/>
                  </a:cubicBezTo>
                  <a:cubicBezTo>
                    <a:pt x="132413" y="518743"/>
                    <a:pt x="132377" y="518054"/>
                    <a:pt x="132339" y="517343"/>
                  </a:cubicBezTo>
                  <a:cubicBezTo>
                    <a:pt x="132256" y="516006"/>
                    <a:pt x="132256" y="516006"/>
                    <a:pt x="132171" y="514643"/>
                  </a:cubicBezTo>
                  <a:cubicBezTo>
                    <a:pt x="132093" y="513309"/>
                    <a:pt x="132093" y="513309"/>
                    <a:pt x="132014" y="511948"/>
                  </a:cubicBezTo>
                  <a:cubicBezTo>
                    <a:pt x="131912" y="511226"/>
                    <a:pt x="131810" y="510503"/>
                    <a:pt x="131706" y="509759"/>
                  </a:cubicBezTo>
                  <a:cubicBezTo>
                    <a:pt x="131215" y="509514"/>
                    <a:pt x="130723" y="509268"/>
                    <a:pt x="130217" y="509015"/>
                  </a:cubicBezTo>
                  <a:cubicBezTo>
                    <a:pt x="129755" y="506239"/>
                    <a:pt x="129444" y="503730"/>
                    <a:pt x="129566" y="500923"/>
                  </a:cubicBezTo>
                  <a:cubicBezTo>
                    <a:pt x="129536" y="500401"/>
                    <a:pt x="129505" y="499879"/>
                    <a:pt x="129473" y="499341"/>
                  </a:cubicBezTo>
                  <a:cubicBezTo>
                    <a:pt x="128737" y="498850"/>
                    <a:pt x="128000" y="498359"/>
                    <a:pt x="127241" y="497853"/>
                  </a:cubicBezTo>
                  <a:cubicBezTo>
                    <a:pt x="126901" y="495525"/>
                    <a:pt x="126866" y="493248"/>
                    <a:pt x="126799" y="490897"/>
                  </a:cubicBezTo>
                  <a:cubicBezTo>
                    <a:pt x="126649" y="489920"/>
                    <a:pt x="126649" y="489920"/>
                    <a:pt x="126497" y="488923"/>
                  </a:cubicBezTo>
                  <a:cubicBezTo>
                    <a:pt x="125760" y="488678"/>
                    <a:pt x="125023" y="488432"/>
                    <a:pt x="124264" y="488179"/>
                  </a:cubicBezTo>
                  <a:cubicBezTo>
                    <a:pt x="123936" y="485880"/>
                    <a:pt x="123936" y="485880"/>
                    <a:pt x="123846" y="483017"/>
                  </a:cubicBezTo>
                  <a:cubicBezTo>
                    <a:pt x="123953" y="479228"/>
                    <a:pt x="123953" y="479228"/>
                    <a:pt x="122032" y="476273"/>
                  </a:cubicBezTo>
                  <a:cubicBezTo>
                    <a:pt x="121724" y="474578"/>
                    <a:pt x="121724" y="474578"/>
                    <a:pt x="121567" y="472599"/>
                  </a:cubicBezTo>
                  <a:cubicBezTo>
                    <a:pt x="121483" y="471622"/>
                    <a:pt x="121483" y="471622"/>
                    <a:pt x="121398" y="470625"/>
                  </a:cubicBezTo>
                  <a:cubicBezTo>
                    <a:pt x="121316" y="469285"/>
                    <a:pt x="121288" y="467942"/>
                    <a:pt x="121288" y="466599"/>
                  </a:cubicBezTo>
                  <a:cubicBezTo>
                    <a:pt x="120551" y="466599"/>
                    <a:pt x="119814" y="466599"/>
                    <a:pt x="119055" y="466599"/>
                  </a:cubicBezTo>
                  <a:cubicBezTo>
                    <a:pt x="118810" y="462916"/>
                    <a:pt x="118564" y="459232"/>
                    <a:pt x="118311" y="455437"/>
                  </a:cubicBezTo>
                  <a:cubicBezTo>
                    <a:pt x="117574" y="455437"/>
                    <a:pt x="116838" y="455437"/>
                    <a:pt x="116079" y="455437"/>
                  </a:cubicBezTo>
                  <a:cubicBezTo>
                    <a:pt x="116051" y="454764"/>
                    <a:pt x="116023" y="454092"/>
                    <a:pt x="115994" y="453399"/>
                  </a:cubicBezTo>
                  <a:cubicBezTo>
                    <a:pt x="115921" y="452083"/>
                    <a:pt x="115921" y="452083"/>
                    <a:pt x="115846" y="450740"/>
                  </a:cubicBezTo>
                  <a:cubicBezTo>
                    <a:pt x="115781" y="449432"/>
                    <a:pt x="115781" y="449432"/>
                    <a:pt x="115715" y="448097"/>
                  </a:cubicBezTo>
                  <a:cubicBezTo>
                    <a:pt x="115305" y="445581"/>
                    <a:pt x="114925" y="445140"/>
                    <a:pt x="113102" y="443531"/>
                  </a:cubicBezTo>
                  <a:cubicBezTo>
                    <a:pt x="113009" y="441019"/>
                    <a:pt x="113009" y="441019"/>
                    <a:pt x="113102" y="438322"/>
                  </a:cubicBezTo>
                  <a:cubicBezTo>
                    <a:pt x="112889" y="436255"/>
                    <a:pt x="112889" y="436255"/>
                    <a:pt x="112358" y="434601"/>
                  </a:cubicBezTo>
                  <a:cubicBezTo>
                    <a:pt x="111867" y="434355"/>
                    <a:pt x="111376" y="434110"/>
                    <a:pt x="110870" y="433857"/>
                  </a:cubicBezTo>
                  <a:cubicBezTo>
                    <a:pt x="110562" y="431505"/>
                    <a:pt x="110562" y="431505"/>
                    <a:pt x="110405" y="428601"/>
                  </a:cubicBezTo>
                  <a:cubicBezTo>
                    <a:pt x="110349" y="427641"/>
                    <a:pt x="110293" y="426681"/>
                    <a:pt x="110236" y="425692"/>
                  </a:cubicBezTo>
                  <a:cubicBezTo>
                    <a:pt x="110200" y="424948"/>
                    <a:pt x="110163" y="424205"/>
                    <a:pt x="110126" y="423439"/>
                  </a:cubicBezTo>
                  <a:cubicBezTo>
                    <a:pt x="109389" y="423439"/>
                    <a:pt x="108652" y="423439"/>
                    <a:pt x="107893" y="423439"/>
                  </a:cubicBezTo>
                  <a:cubicBezTo>
                    <a:pt x="107928" y="422695"/>
                    <a:pt x="107962" y="421952"/>
                    <a:pt x="107998" y="421186"/>
                  </a:cubicBezTo>
                  <a:cubicBezTo>
                    <a:pt x="108025" y="420226"/>
                    <a:pt x="108052" y="419266"/>
                    <a:pt x="108079" y="418276"/>
                  </a:cubicBezTo>
                  <a:cubicBezTo>
                    <a:pt x="108114" y="417318"/>
                    <a:pt x="108148" y="416360"/>
                    <a:pt x="108184" y="415373"/>
                  </a:cubicBezTo>
                  <a:cubicBezTo>
                    <a:pt x="108088" y="414596"/>
                    <a:pt x="107992" y="413820"/>
                    <a:pt x="107893" y="413021"/>
                  </a:cubicBezTo>
                  <a:cubicBezTo>
                    <a:pt x="106411" y="412549"/>
                    <a:pt x="106411" y="412549"/>
                    <a:pt x="104917" y="412277"/>
                  </a:cubicBezTo>
                  <a:cubicBezTo>
                    <a:pt x="104704" y="410492"/>
                    <a:pt x="104704" y="410492"/>
                    <a:pt x="104870" y="408277"/>
                  </a:cubicBezTo>
                  <a:cubicBezTo>
                    <a:pt x="105075" y="406111"/>
                    <a:pt x="105075" y="406111"/>
                    <a:pt x="104917" y="404091"/>
                  </a:cubicBezTo>
                  <a:cubicBezTo>
                    <a:pt x="104560" y="403747"/>
                    <a:pt x="104203" y="403402"/>
                    <a:pt x="103835" y="403048"/>
                  </a:cubicBezTo>
                  <a:cubicBezTo>
                    <a:pt x="101986" y="401137"/>
                    <a:pt x="102291" y="399094"/>
                    <a:pt x="102173" y="396510"/>
                  </a:cubicBezTo>
                  <a:cubicBezTo>
                    <a:pt x="102124" y="395564"/>
                    <a:pt x="102075" y="394617"/>
                    <a:pt x="102024" y="393641"/>
                  </a:cubicBezTo>
                  <a:cubicBezTo>
                    <a:pt x="101983" y="392552"/>
                    <a:pt x="101983" y="392552"/>
                    <a:pt x="101940" y="391441"/>
                  </a:cubicBezTo>
                  <a:cubicBezTo>
                    <a:pt x="101203" y="391441"/>
                    <a:pt x="100467" y="391441"/>
                    <a:pt x="99708" y="391441"/>
                  </a:cubicBezTo>
                  <a:cubicBezTo>
                    <a:pt x="99666" y="390352"/>
                    <a:pt x="99666" y="390352"/>
                    <a:pt x="99623" y="389240"/>
                  </a:cubicBezTo>
                  <a:cubicBezTo>
                    <a:pt x="99574" y="388294"/>
                    <a:pt x="99526" y="387347"/>
                    <a:pt x="99475" y="386371"/>
                  </a:cubicBezTo>
                  <a:cubicBezTo>
                    <a:pt x="99432" y="385430"/>
                    <a:pt x="99389" y="384489"/>
                    <a:pt x="99344" y="383520"/>
                  </a:cubicBezTo>
                  <a:cubicBezTo>
                    <a:pt x="98942" y="380880"/>
                    <a:pt x="98646" y="380445"/>
                    <a:pt x="96731" y="378790"/>
                  </a:cubicBezTo>
                  <a:cubicBezTo>
                    <a:pt x="96638" y="376232"/>
                    <a:pt x="96638" y="376232"/>
                    <a:pt x="96731" y="373581"/>
                  </a:cubicBezTo>
                  <a:cubicBezTo>
                    <a:pt x="96525" y="371879"/>
                    <a:pt x="96525" y="371879"/>
                    <a:pt x="95987" y="370605"/>
                  </a:cubicBezTo>
                  <a:cubicBezTo>
                    <a:pt x="95496" y="370359"/>
                    <a:pt x="95005" y="370114"/>
                    <a:pt x="94499" y="369861"/>
                  </a:cubicBezTo>
                  <a:cubicBezTo>
                    <a:pt x="94266" y="367964"/>
                    <a:pt x="94117" y="366137"/>
                    <a:pt x="94034" y="364233"/>
                  </a:cubicBezTo>
                  <a:cubicBezTo>
                    <a:pt x="94005" y="363704"/>
                    <a:pt x="93976" y="363175"/>
                    <a:pt x="93946" y="362630"/>
                  </a:cubicBezTo>
                  <a:cubicBezTo>
                    <a:pt x="93876" y="361320"/>
                    <a:pt x="93814" y="360009"/>
                    <a:pt x="93755" y="358699"/>
                  </a:cubicBezTo>
                  <a:cubicBezTo>
                    <a:pt x="93018" y="358699"/>
                    <a:pt x="92281" y="358699"/>
                    <a:pt x="91522" y="358699"/>
                  </a:cubicBezTo>
                  <a:cubicBezTo>
                    <a:pt x="91494" y="358009"/>
                    <a:pt x="91466" y="357319"/>
                    <a:pt x="91438" y="356609"/>
                  </a:cubicBezTo>
                  <a:cubicBezTo>
                    <a:pt x="91389" y="355718"/>
                    <a:pt x="91340" y="354826"/>
                    <a:pt x="91290" y="353908"/>
                  </a:cubicBezTo>
                  <a:cubicBezTo>
                    <a:pt x="91246" y="353019"/>
                    <a:pt x="91203" y="352130"/>
                    <a:pt x="91159" y="351214"/>
                  </a:cubicBezTo>
                  <a:cubicBezTo>
                    <a:pt x="91033" y="350491"/>
                    <a:pt x="90907" y="349769"/>
                    <a:pt x="90778" y="349025"/>
                  </a:cubicBezTo>
                  <a:cubicBezTo>
                    <a:pt x="90041" y="348779"/>
                    <a:pt x="89305" y="348534"/>
                    <a:pt x="88546" y="348281"/>
                  </a:cubicBezTo>
                  <a:cubicBezTo>
                    <a:pt x="88380" y="346359"/>
                    <a:pt x="88380" y="346359"/>
                    <a:pt x="88499" y="343955"/>
                  </a:cubicBezTo>
                  <a:cubicBezTo>
                    <a:pt x="88658" y="340611"/>
                    <a:pt x="88609" y="339478"/>
                    <a:pt x="87057" y="336374"/>
                  </a:cubicBezTo>
                  <a:cubicBezTo>
                    <a:pt x="86812" y="563769"/>
                    <a:pt x="86566" y="791163"/>
                    <a:pt x="86313" y="1025449"/>
                  </a:cubicBezTo>
                  <a:cubicBezTo>
                    <a:pt x="60038" y="1025449"/>
                    <a:pt x="33762" y="1025449"/>
                    <a:pt x="6690" y="1025449"/>
                  </a:cubicBezTo>
                  <a:cubicBezTo>
                    <a:pt x="6684" y="979153"/>
                    <a:pt x="6684" y="979153"/>
                    <a:pt x="6682" y="961326"/>
                  </a:cubicBezTo>
                  <a:cubicBezTo>
                    <a:pt x="6682" y="960776"/>
                    <a:pt x="6682" y="960226"/>
                    <a:pt x="6682" y="959659"/>
                  </a:cubicBezTo>
                  <a:cubicBezTo>
                    <a:pt x="6680" y="950672"/>
                    <a:pt x="6679" y="941684"/>
                    <a:pt x="6678" y="932696"/>
                  </a:cubicBezTo>
                  <a:cubicBezTo>
                    <a:pt x="6678" y="932091"/>
                    <a:pt x="6678" y="931486"/>
                    <a:pt x="6678" y="930862"/>
                  </a:cubicBezTo>
                  <a:cubicBezTo>
                    <a:pt x="6670" y="866060"/>
                    <a:pt x="6663" y="801257"/>
                    <a:pt x="6659" y="736454"/>
                  </a:cubicBezTo>
                  <a:cubicBezTo>
                    <a:pt x="6658" y="735015"/>
                    <a:pt x="6658" y="733576"/>
                    <a:pt x="6658" y="732137"/>
                  </a:cubicBezTo>
                  <a:cubicBezTo>
                    <a:pt x="6656" y="701937"/>
                    <a:pt x="6654" y="671737"/>
                    <a:pt x="6652" y="641536"/>
                  </a:cubicBezTo>
                  <a:cubicBezTo>
                    <a:pt x="6651" y="626366"/>
                    <a:pt x="6650" y="611197"/>
                    <a:pt x="6649" y="596027"/>
                  </a:cubicBezTo>
                  <a:cubicBezTo>
                    <a:pt x="6649" y="593738"/>
                    <a:pt x="6649" y="591450"/>
                    <a:pt x="6649" y="589162"/>
                  </a:cubicBezTo>
                  <a:cubicBezTo>
                    <a:pt x="6647" y="553910"/>
                    <a:pt x="6644" y="518658"/>
                    <a:pt x="6639" y="483406"/>
                  </a:cubicBezTo>
                  <a:cubicBezTo>
                    <a:pt x="6639" y="482648"/>
                    <a:pt x="6639" y="481889"/>
                    <a:pt x="6639" y="481108"/>
                  </a:cubicBezTo>
                  <a:cubicBezTo>
                    <a:pt x="6637" y="468880"/>
                    <a:pt x="6635" y="456652"/>
                    <a:pt x="6634" y="444425"/>
                  </a:cubicBezTo>
                  <a:cubicBezTo>
                    <a:pt x="6629" y="409220"/>
                    <a:pt x="6624" y="374015"/>
                    <a:pt x="6622" y="338810"/>
                  </a:cubicBezTo>
                  <a:cubicBezTo>
                    <a:pt x="6622" y="338086"/>
                    <a:pt x="6622" y="337363"/>
                    <a:pt x="6622" y="336617"/>
                  </a:cubicBezTo>
                  <a:cubicBezTo>
                    <a:pt x="6621" y="320739"/>
                    <a:pt x="6621" y="304860"/>
                    <a:pt x="6620" y="288982"/>
                  </a:cubicBezTo>
                  <a:cubicBezTo>
                    <a:pt x="6620" y="282594"/>
                    <a:pt x="6620" y="276205"/>
                    <a:pt x="6619" y="269817"/>
                  </a:cubicBezTo>
                  <a:cubicBezTo>
                    <a:pt x="6619" y="269118"/>
                    <a:pt x="6619" y="268419"/>
                    <a:pt x="6619" y="267698"/>
                  </a:cubicBezTo>
                  <a:cubicBezTo>
                    <a:pt x="6619" y="245143"/>
                    <a:pt x="6615" y="222588"/>
                    <a:pt x="6611" y="200033"/>
                  </a:cubicBezTo>
                  <a:cubicBezTo>
                    <a:pt x="6607" y="177326"/>
                    <a:pt x="6604" y="154619"/>
                    <a:pt x="6606" y="131912"/>
                  </a:cubicBezTo>
                  <a:cubicBezTo>
                    <a:pt x="6606" y="128779"/>
                    <a:pt x="6606" y="125646"/>
                    <a:pt x="6606" y="122513"/>
                  </a:cubicBezTo>
                  <a:cubicBezTo>
                    <a:pt x="6606" y="121899"/>
                    <a:pt x="6606" y="121285"/>
                    <a:pt x="6606" y="120652"/>
                  </a:cubicBezTo>
                  <a:cubicBezTo>
                    <a:pt x="6606" y="110899"/>
                    <a:pt x="6604" y="101147"/>
                    <a:pt x="6601" y="91395"/>
                  </a:cubicBezTo>
                  <a:cubicBezTo>
                    <a:pt x="6598" y="81821"/>
                    <a:pt x="6597" y="72248"/>
                    <a:pt x="6599" y="62674"/>
                  </a:cubicBezTo>
                  <a:cubicBezTo>
                    <a:pt x="6601" y="57546"/>
                    <a:pt x="6601" y="52418"/>
                    <a:pt x="6597" y="47290"/>
                  </a:cubicBezTo>
                  <a:cubicBezTo>
                    <a:pt x="6594" y="42637"/>
                    <a:pt x="6595" y="37983"/>
                    <a:pt x="6598" y="33329"/>
                  </a:cubicBezTo>
                  <a:cubicBezTo>
                    <a:pt x="6598" y="31645"/>
                    <a:pt x="6597" y="29961"/>
                    <a:pt x="6595" y="28277"/>
                  </a:cubicBezTo>
                  <a:cubicBezTo>
                    <a:pt x="6593" y="26011"/>
                    <a:pt x="6595" y="23744"/>
                    <a:pt x="6598" y="21478"/>
                  </a:cubicBezTo>
                  <a:cubicBezTo>
                    <a:pt x="6596" y="20813"/>
                    <a:pt x="6594" y="20149"/>
                    <a:pt x="6592" y="19465"/>
                  </a:cubicBezTo>
                  <a:cubicBezTo>
                    <a:pt x="6605" y="14991"/>
                    <a:pt x="6605" y="14991"/>
                    <a:pt x="7434" y="14162"/>
                  </a:cubicBezTo>
                  <a:cubicBezTo>
                    <a:pt x="9355" y="13982"/>
                    <a:pt x="11275" y="13876"/>
                    <a:pt x="13201" y="13772"/>
                  </a:cubicBezTo>
                  <a:cubicBezTo>
                    <a:pt x="13754" y="13655"/>
                    <a:pt x="14306" y="13538"/>
                    <a:pt x="14876" y="13417"/>
                  </a:cubicBezTo>
                  <a:cubicBezTo>
                    <a:pt x="15121" y="12681"/>
                    <a:pt x="15367" y="11944"/>
                    <a:pt x="15620" y="11185"/>
                  </a:cubicBezTo>
                  <a:cubicBezTo>
                    <a:pt x="17617" y="10863"/>
                    <a:pt x="17617" y="10863"/>
                    <a:pt x="20250" y="10804"/>
                  </a:cubicBezTo>
                  <a:cubicBezTo>
                    <a:pt x="21188" y="10778"/>
                    <a:pt x="22126" y="10751"/>
                    <a:pt x="23092" y="10724"/>
                  </a:cubicBezTo>
                  <a:cubicBezTo>
                    <a:pt x="24089" y="10707"/>
                    <a:pt x="25087" y="10690"/>
                    <a:pt x="26084" y="10673"/>
                  </a:cubicBezTo>
                  <a:cubicBezTo>
                    <a:pt x="27085" y="10649"/>
                    <a:pt x="28085" y="10623"/>
                    <a:pt x="29086" y="10596"/>
                  </a:cubicBezTo>
                  <a:cubicBezTo>
                    <a:pt x="31542" y="10535"/>
                    <a:pt x="33999" y="10483"/>
                    <a:pt x="36456" y="10441"/>
                  </a:cubicBezTo>
                  <a:cubicBezTo>
                    <a:pt x="36456" y="9459"/>
                    <a:pt x="36456" y="8476"/>
                    <a:pt x="36456" y="7464"/>
                  </a:cubicBezTo>
                  <a:cubicBezTo>
                    <a:pt x="43332" y="7464"/>
                    <a:pt x="50207" y="7464"/>
                    <a:pt x="57292" y="7464"/>
                  </a:cubicBezTo>
                  <a:cubicBezTo>
                    <a:pt x="57292" y="6482"/>
                    <a:pt x="57292" y="5500"/>
                    <a:pt x="57292" y="4488"/>
                  </a:cubicBezTo>
                  <a:cubicBezTo>
                    <a:pt x="58233" y="4477"/>
                    <a:pt x="58233" y="4477"/>
                    <a:pt x="59193" y="4467"/>
                  </a:cubicBezTo>
                  <a:cubicBezTo>
                    <a:pt x="61513" y="4434"/>
                    <a:pt x="63833" y="4388"/>
                    <a:pt x="66153" y="4333"/>
                  </a:cubicBezTo>
                  <a:cubicBezTo>
                    <a:pt x="67158" y="4312"/>
                    <a:pt x="68164" y="4297"/>
                    <a:pt x="69169" y="4286"/>
                  </a:cubicBezTo>
                  <a:cubicBezTo>
                    <a:pt x="70612" y="4270"/>
                    <a:pt x="72055" y="4234"/>
                    <a:pt x="73497" y="4197"/>
                  </a:cubicBezTo>
                  <a:cubicBezTo>
                    <a:pt x="74366" y="4181"/>
                    <a:pt x="75235" y="4166"/>
                    <a:pt x="76130" y="4150"/>
                  </a:cubicBezTo>
                  <a:cubicBezTo>
                    <a:pt x="76789" y="4016"/>
                    <a:pt x="77449" y="3882"/>
                    <a:pt x="78128" y="3744"/>
                  </a:cubicBezTo>
                  <a:cubicBezTo>
                    <a:pt x="78636" y="2266"/>
                    <a:pt x="78636" y="2266"/>
                    <a:pt x="78872" y="767"/>
                  </a:cubicBezTo>
                  <a:close/>
                </a:path>
              </a:pathLst>
            </a:custGeom>
            <a:grpFill/>
            <a:ln w="744" cap="flat">
              <a:noFill/>
              <a:prstDash val="solid"/>
              <a:miter/>
            </a:ln>
          </p:spPr>
          <p:txBody>
            <a:bodyPr rtlCol="0" anchor="ctr"/>
            <a:lstStyle/>
            <a:p>
              <a:endParaRPr lang="zh-CN" altLang="en-US"/>
            </a:p>
          </p:txBody>
        </p:sp>
        <p:sp>
          <p:nvSpPr>
            <p:cNvPr id="139" name="任意多边形: 形状 138"/>
            <p:cNvSpPr/>
            <p:nvPr/>
          </p:nvSpPr>
          <p:spPr>
            <a:xfrm>
              <a:off x="8072387" y="627420"/>
              <a:ext cx="421102" cy="516899"/>
            </a:xfrm>
            <a:custGeom>
              <a:avLst/>
              <a:gdLst>
                <a:gd name="connsiteX0" fmla="*/ 241615 w 421107"/>
                <a:gd name="connsiteY0" fmla="*/ 356471 h 516882"/>
                <a:gd name="connsiteX1" fmla="*/ 238220 w 421107"/>
                <a:gd name="connsiteY1" fmla="*/ 359494 h 516882"/>
                <a:gd name="connsiteX2" fmla="*/ 237894 w 421107"/>
                <a:gd name="connsiteY2" fmla="*/ 361680 h 516882"/>
                <a:gd name="connsiteX3" fmla="*/ 236406 w 421107"/>
                <a:gd name="connsiteY3" fmla="*/ 361680 h 516882"/>
                <a:gd name="connsiteX4" fmla="*/ 235290 w 421107"/>
                <a:gd name="connsiteY4" fmla="*/ 363494 h 516882"/>
                <a:gd name="connsiteX5" fmla="*/ 234174 w 421107"/>
                <a:gd name="connsiteY5" fmla="*/ 365401 h 516882"/>
                <a:gd name="connsiteX6" fmla="*/ 232685 w 421107"/>
                <a:gd name="connsiteY6" fmla="*/ 366145 h 516882"/>
                <a:gd name="connsiteX7" fmla="*/ 231941 w 421107"/>
                <a:gd name="connsiteY7" fmla="*/ 369121 h 516882"/>
                <a:gd name="connsiteX8" fmla="*/ 230453 w 421107"/>
                <a:gd name="connsiteY8" fmla="*/ 369121 h 516882"/>
                <a:gd name="connsiteX9" fmla="*/ 229709 w 421107"/>
                <a:gd name="connsiteY9" fmla="*/ 370982 h 516882"/>
                <a:gd name="connsiteX10" fmla="*/ 228965 w 421107"/>
                <a:gd name="connsiteY10" fmla="*/ 372842 h 516882"/>
                <a:gd name="connsiteX11" fmla="*/ 227476 w 421107"/>
                <a:gd name="connsiteY11" fmla="*/ 372842 h 516882"/>
                <a:gd name="connsiteX12" fmla="*/ 226732 w 421107"/>
                <a:gd name="connsiteY12" fmla="*/ 375819 h 516882"/>
                <a:gd name="connsiteX13" fmla="*/ 224500 w 421107"/>
                <a:gd name="connsiteY13" fmla="*/ 376563 h 516882"/>
                <a:gd name="connsiteX14" fmla="*/ 224081 w 421107"/>
                <a:gd name="connsiteY14" fmla="*/ 378098 h 516882"/>
                <a:gd name="connsiteX15" fmla="*/ 223756 w 421107"/>
                <a:gd name="connsiteY15" fmla="*/ 379539 h 516882"/>
                <a:gd name="connsiteX16" fmla="*/ 222267 w 421107"/>
                <a:gd name="connsiteY16" fmla="*/ 379539 h 516882"/>
                <a:gd name="connsiteX17" fmla="*/ 220779 w 421107"/>
                <a:gd name="connsiteY17" fmla="*/ 383260 h 516882"/>
                <a:gd name="connsiteX18" fmla="*/ 218547 w 421107"/>
                <a:gd name="connsiteY18" fmla="*/ 383260 h 516882"/>
                <a:gd name="connsiteX19" fmla="*/ 214082 w 421107"/>
                <a:gd name="connsiteY19" fmla="*/ 389213 h 516882"/>
                <a:gd name="connsiteX20" fmla="*/ 211105 w 421107"/>
                <a:gd name="connsiteY20" fmla="*/ 390701 h 516882"/>
                <a:gd name="connsiteX21" fmla="*/ 211105 w 421107"/>
                <a:gd name="connsiteY21" fmla="*/ 393678 h 516882"/>
                <a:gd name="connsiteX22" fmla="*/ 208129 w 421107"/>
                <a:gd name="connsiteY22" fmla="*/ 393678 h 516882"/>
                <a:gd name="connsiteX23" fmla="*/ 207757 w 421107"/>
                <a:gd name="connsiteY23" fmla="*/ 395120 h 516882"/>
                <a:gd name="connsiteX24" fmla="*/ 207384 w 421107"/>
                <a:gd name="connsiteY24" fmla="*/ 396655 h 516882"/>
                <a:gd name="connsiteX25" fmla="*/ 204408 w 421107"/>
                <a:gd name="connsiteY25" fmla="*/ 397399 h 516882"/>
                <a:gd name="connsiteX26" fmla="*/ 203664 w 421107"/>
                <a:gd name="connsiteY26" fmla="*/ 400375 h 516882"/>
                <a:gd name="connsiteX27" fmla="*/ 200687 w 421107"/>
                <a:gd name="connsiteY27" fmla="*/ 400375 h 516882"/>
                <a:gd name="connsiteX28" fmla="*/ 199524 w 421107"/>
                <a:gd name="connsiteY28" fmla="*/ 401817 h 516882"/>
                <a:gd name="connsiteX29" fmla="*/ 198455 w 421107"/>
                <a:gd name="connsiteY29" fmla="*/ 403352 h 516882"/>
                <a:gd name="connsiteX30" fmla="*/ 196222 w 421107"/>
                <a:gd name="connsiteY30" fmla="*/ 404096 h 516882"/>
                <a:gd name="connsiteX31" fmla="*/ 194734 w 421107"/>
                <a:gd name="connsiteY31" fmla="*/ 407073 h 516882"/>
                <a:gd name="connsiteX32" fmla="*/ 191758 w 421107"/>
                <a:gd name="connsiteY32" fmla="*/ 407073 h 516882"/>
                <a:gd name="connsiteX33" fmla="*/ 191013 w 421107"/>
                <a:gd name="connsiteY33" fmla="*/ 410793 h 516882"/>
                <a:gd name="connsiteX34" fmla="*/ 188827 w 421107"/>
                <a:gd name="connsiteY34" fmla="*/ 410840 h 516882"/>
                <a:gd name="connsiteX35" fmla="*/ 186549 w 421107"/>
                <a:gd name="connsiteY35" fmla="*/ 410793 h 516882"/>
                <a:gd name="connsiteX36" fmla="*/ 185758 w 421107"/>
                <a:gd name="connsiteY36" fmla="*/ 412235 h 516882"/>
                <a:gd name="connsiteX37" fmla="*/ 185060 w 421107"/>
                <a:gd name="connsiteY37" fmla="*/ 413770 h 516882"/>
                <a:gd name="connsiteX38" fmla="*/ 181340 w 421107"/>
                <a:gd name="connsiteY38" fmla="*/ 414514 h 516882"/>
                <a:gd name="connsiteX39" fmla="*/ 180595 w 421107"/>
                <a:gd name="connsiteY39" fmla="*/ 417491 h 516882"/>
                <a:gd name="connsiteX40" fmla="*/ 177944 w 421107"/>
                <a:gd name="connsiteY40" fmla="*/ 418049 h 516882"/>
                <a:gd name="connsiteX41" fmla="*/ 175386 w 421107"/>
                <a:gd name="connsiteY41" fmla="*/ 418235 h 516882"/>
                <a:gd name="connsiteX42" fmla="*/ 175386 w 421107"/>
                <a:gd name="connsiteY42" fmla="*/ 421211 h 516882"/>
                <a:gd name="connsiteX43" fmla="*/ 170922 w 421107"/>
                <a:gd name="connsiteY43" fmla="*/ 421211 h 516882"/>
                <a:gd name="connsiteX44" fmla="*/ 170177 w 421107"/>
                <a:gd name="connsiteY44" fmla="*/ 424188 h 516882"/>
                <a:gd name="connsiteX45" fmla="*/ 167573 w 421107"/>
                <a:gd name="connsiteY45" fmla="*/ 424606 h 516882"/>
                <a:gd name="connsiteX46" fmla="*/ 164968 w 421107"/>
                <a:gd name="connsiteY46" fmla="*/ 424932 h 516882"/>
                <a:gd name="connsiteX47" fmla="*/ 164224 w 421107"/>
                <a:gd name="connsiteY47" fmla="*/ 427164 h 516882"/>
                <a:gd name="connsiteX48" fmla="*/ 161201 w 421107"/>
                <a:gd name="connsiteY48" fmla="*/ 427862 h 516882"/>
                <a:gd name="connsiteX49" fmla="*/ 158271 w 421107"/>
                <a:gd name="connsiteY49" fmla="*/ 428653 h 516882"/>
                <a:gd name="connsiteX50" fmla="*/ 158271 w 421107"/>
                <a:gd name="connsiteY50" fmla="*/ 431629 h 516882"/>
                <a:gd name="connsiteX51" fmla="*/ 155341 w 421107"/>
                <a:gd name="connsiteY51" fmla="*/ 431490 h 516882"/>
                <a:gd name="connsiteX52" fmla="*/ 152318 w 421107"/>
                <a:gd name="connsiteY52" fmla="*/ 431629 h 516882"/>
                <a:gd name="connsiteX53" fmla="*/ 151574 w 421107"/>
                <a:gd name="connsiteY53" fmla="*/ 433862 h 516882"/>
                <a:gd name="connsiteX54" fmla="*/ 148179 w 421107"/>
                <a:gd name="connsiteY54" fmla="*/ 434559 h 516882"/>
                <a:gd name="connsiteX55" fmla="*/ 144877 w 421107"/>
                <a:gd name="connsiteY55" fmla="*/ 435350 h 516882"/>
                <a:gd name="connsiteX56" fmla="*/ 144877 w 421107"/>
                <a:gd name="connsiteY56" fmla="*/ 438326 h 516882"/>
                <a:gd name="connsiteX57" fmla="*/ 141993 w 421107"/>
                <a:gd name="connsiteY57" fmla="*/ 438187 h 516882"/>
                <a:gd name="connsiteX58" fmla="*/ 138924 w 421107"/>
                <a:gd name="connsiteY58" fmla="*/ 438326 h 516882"/>
                <a:gd name="connsiteX59" fmla="*/ 137435 w 421107"/>
                <a:gd name="connsiteY59" fmla="*/ 440559 h 516882"/>
                <a:gd name="connsiteX60" fmla="*/ 134552 w 421107"/>
                <a:gd name="connsiteY60" fmla="*/ 440977 h 516882"/>
                <a:gd name="connsiteX61" fmla="*/ 125529 w 421107"/>
                <a:gd name="connsiteY61" fmla="*/ 445024 h 516882"/>
                <a:gd name="connsiteX62" fmla="*/ 334633 w 421107"/>
                <a:gd name="connsiteY62" fmla="*/ 445024 h 516882"/>
                <a:gd name="connsiteX63" fmla="*/ 333888 w 421107"/>
                <a:gd name="connsiteY63" fmla="*/ 442791 h 516882"/>
                <a:gd name="connsiteX64" fmla="*/ 330912 w 421107"/>
                <a:gd name="connsiteY64" fmla="*/ 442047 h 516882"/>
                <a:gd name="connsiteX65" fmla="*/ 330912 w 421107"/>
                <a:gd name="connsiteY65" fmla="*/ 439815 h 516882"/>
                <a:gd name="connsiteX66" fmla="*/ 329563 w 421107"/>
                <a:gd name="connsiteY66" fmla="*/ 438751 h 516882"/>
                <a:gd name="connsiteX67" fmla="*/ 325703 w 421107"/>
                <a:gd name="connsiteY67" fmla="*/ 434513 h 516882"/>
                <a:gd name="connsiteX68" fmla="*/ 323470 w 421107"/>
                <a:gd name="connsiteY68" fmla="*/ 431629 h 516882"/>
                <a:gd name="connsiteX69" fmla="*/ 320494 w 421107"/>
                <a:gd name="connsiteY69" fmla="*/ 430885 h 516882"/>
                <a:gd name="connsiteX70" fmla="*/ 320494 w 421107"/>
                <a:gd name="connsiteY70" fmla="*/ 427908 h 516882"/>
                <a:gd name="connsiteX71" fmla="*/ 319006 w 421107"/>
                <a:gd name="connsiteY71" fmla="*/ 427490 h 516882"/>
                <a:gd name="connsiteX72" fmla="*/ 317517 w 421107"/>
                <a:gd name="connsiteY72" fmla="*/ 427164 h 516882"/>
                <a:gd name="connsiteX73" fmla="*/ 317517 w 421107"/>
                <a:gd name="connsiteY73" fmla="*/ 424932 h 516882"/>
                <a:gd name="connsiteX74" fmla="*/ 315285 w 421107"/>
                <a:gd name="connsiteY74" fmla="*/ 424188 h 516882"/>
                <a:gd name="connsiteX75" fmla="*/ 313797 w 421107"/>
                <a:gd name="connsiteY75" fmla="*/ 421955 h 516882"/>
                <a:gd name="connsiteX76" fmla="*/ 307843 w 421107"/>
                <a:gd name="connsiteY76" fmla="*/ 416746 h 516882"/>
                <a:gd name="connsiteX77" fmla="*/ 307099 w 421107"/>
                <a:gd name="connsiteY77" fmla="*/ 414514 h 516882"/>
                <a:gd name="connsiteX78" fmla="*/ 304123 w 421107"/>
                <a:gd name="connsiteY78" fmla="*/ 413770 h 516882"/>
                <a:gd name="connsiteX79" fmla="*/ 304123 w 421107"/>
                <a:gd name="connsiteY79" fmla="*/ 411537 h 516882"/>
                <a:gd name="connsiteX80" fmla="*/ 302262 w 421107"/>
                <a:gd name="connsiteY80" fmla="*/ 411165 h 516882"/>
                <a:gd name="connsiteX81" fmla="*/ 300402 w 421107"/>
                <a:gd name="connsiteY81" fmla="*/ 410793 h 516882"/>
                <a:gd name="connsiteX82" fmla="*/ 300402 w 421107"/>
                <a:gd name="connsiteY82" fmla="*/ 408561 h 516882"/>
                <a:gd name="connsiteX83" fmla="*/ 296681 w 421107"/>
                <a:gd name="connsiteY83" fmla="*/ 407073 h 516882"/>
                <a:gd name="connsiteX84" fmla="*/ 296263 w 421107"/>
                <a:gd name="connsiteY84" fmla="*/ 405538 h 516882"/>
                <a:gd name="connsiteX85" fmla="*/ 295937 w 421107"/>
                <a:gd name="connsiteY85" fmla="*/ 404096 h 516882"/>
                <a:gd name="connsiteX86" fmla="*/ 294402 w 421107"/>
                <a:gd name="connsiteY86" fmla="*/ 403677 h 516882"/>
                <a:gd name="connsiteX87" fmla="*/ 292961 w 421107"/>
                <a:gd name="connsiteY87" fmla="*/ 403352 h 516882"/>
                <a:gd name="connsiteX88" fmla="*/ 292961 w 421107"/>
                <a:gd name="connsiteY88" fmla="*/ 401119 h 516882"/>
                <a:gd name="connsiteX89" fmla="*/ 291100 w 421107"/>
                <a:gd name="connsiteY89" fmla="*/ 400747 h 516882"/>
                <a:gd name="connsiteX90" fmla="*/ 289240 w 421107"/>
                <a:gd name="connsiteY90" fmla="*/ 400375 h 516882"/>
                <a:gd name="connsiteX91" fmla="*/ 289240 w 421107"/>
                <a:gd name="connsiteY91" fmla="*/ 398143 h 516882"/>
                <a:gd name="connsiteX92" fmla="*/ 287380 w 421107"/>
                <a:gd name="connsiteY92" fmla="*/ 397399 h 516882"/>
                <a:gd name="connsiteX93" fmla="*/ 285519 w 421107"/>
                <a:gd name="connsiteY93" fmla="*/ 396655 h 516882"/>
                <a:gd name="connsiteX94" fmla="*/ 285519 w 421107"/>
                <a:gd name="connsiteY94" fmla="*/ 394422 h 516882"/>
                <a:gd name="connsiteX95" fmla="*/ 282543 w 421107"/>
                <a:gd name="connsiteY95" fmla="*/ 393678 h 516882"/>
                <a:gd name="connsiteX96" fmla="*/ 281799 w 421107"/>
                <a:gd name="connsiteY96" fmla="*/ 390701 h 516882"/>
                <a:gd name="connsiteX97" fmla="*/ 279520 w 421107"/>
                <a:gd name="connsiteY97" fmla="*/ 390143 h 516882"/>
                <a:gd name="connsiteX98" fmla="*/ 277334 w 421107"/>
                <a:gd name="connsiteY98" fmla="*/ 389957 h 516882"/>
                <a:gd name="connsiteX99" fmla="*/ 277334 w 421107"/>
                <a:gd name="connsiteY99" fmla="*/ 387725 h 516882"/>
                <a:gd name="connsiteX100" fmla="*/ 271939 w 421107"/>
                <a:gd name="connsiteY100" fmla="*/ 383539 h 516882"/>
                <a:gd name="connsiteX101" fmla="*/ 270636 w 421107"/>
                <a:gd name="connsiteY101" fmla="*/ 383260 h 516882"/>
                <a:gd name="connsiteX102" fmla="*/ 269892 w 421107"/>
                <a:gd name="connsiteY102" fmla="*/ 381028 h 516882"/>
                <a:gd name="connsiteX103" fmla="*/ 266172 w 421107"/>
                <a:gd name="connsiteY103" fmla="*/ 379539 h 516882"/>
                <a:gd name="connsiteX104" fmla="*/ 266172 w 421107"/>
                <a:gd name="connsiteY104" fmla="*/ 377307 h 516882"/>
                <a:gd name="connsiteX105" fmla="*/ 264311 w 421107"/>
                <a:gd name="connsiteY105" fmla="*/ 376935 h 516882"/>
                <a:gd name="connsiteX106" fmla="*/ 262451 w 421107"/>
                <a:gd name="connsiteY106" fmla="*/ 376563 h 516882"/>
                <a:gd name="connsiteX107" fmla="*/ 262451 w 421107"/>
                <a:gd name="connsiteY107" fmla="*/ 374330 h 516882"/>
                <a:gd name="connsiteX108" fmla="*/ 260218 w 421107"/>
                <a:gd name="connsiteY108" fmla="*/ 373586 h 516882"/>
                <a:gd name="connsiteX109" fmla="*/ 257986 w 421107"/>
                <a:gd name="connsiteY109" fmla="*/ 372842 h 516882"/>
                <a:gd name="connsiteX110" fmla="*/ 257986 w 421107"/>
                <a:gd name="connsiteY110" fmla="*/ 370610 h 516882"/>
                <a:gd name="connsiteX111" fmla="*/ 254265 w 421107"/>
                <a:gd name="connsiteY111" fmla="*/ 369866 h 516882"/>
                <a:gd name="connsiteX112" fmla="*/ 254265 w 421107"/>
                <a:gd name="connsiteY112" fmla="*/ 366889 h 516882"/>
                <a:gd name="connsiteX113" fmla="*/ 249800 w 421107"/>
                <a:gd name="connsiteY113" fmla="*/ 366145 h 516882"/>
                <a:gd name="connsiteX114" fmla="*/ 249800 w 421107"/>
                <a:gd name="connsiteY114" fmla="*/ 363168 h 516882"/>
                <a:gd name="connsiteX115" fmla="*/ 248359 w 421107"/>
                <a:gd name="connsiteY115" fmla="*/ 362750 h 516882"/>
                <a:gd name="connsiteX116" fmla="*/ 246824 w 421107"/>
                <a:gd name="connsiteY116" fmla="*/ 362424 h 516882"/>
                <a:gd name="connsiteX117" fmla="*/ 246080 w 421107"/>
                <a:gd name="connsiteY117" fmla="*/ 360192 h 516882"/>
                <a:gd name="connsiteX118" fmla="*/ 243801 w 421107"/>
                <a:gd name="connsiteY118" fmla="*/ 359680 h 516882"/>
                <a:gd name="connsiteX119" fmla="*/ 241615 w 421107"/>
                <a:gd name="connsiteY119" fmla="*/ 359448 h 516882"/>
                <a:gd name="connsiteX120" fmla="*/ 241615 w 421107"/>
                <a:gd name="connsiteY120" fmla="*/ 356471 h 516882"/>
                <a:gd name="connsiteX121" fmla="*/ 60546 w 421107"/>
                <a:gd name="connsiteY121" fmla="*/ 74063 h 516882"/>
                <a:gd name="connsiteX122" fmla="*/ 59703 w 421107"/>
                <a:gd name="connsiteY122" fmla="*/ 80511 h 516882"/>
                <a:gd name="connsiteX123" fmla="*/ 59708 w 421107"/>
                <a:gd name="connsiteY123" fmla="*/ 82266 h 516882"/>
                <a:gd name="connsiteX124" fmla="*/ 59704 w 421107"/>
                <a:gd name="connsiteY124" fmla="*/ 88229 h 516882"/>
                <a:gd name="connsiteX125" fmla="*/ 59706 w 421107"/>
                <a:gd name="connsiteY125" fmla="*/ 92638 h 516882"/>
                <a:gd name="connsiteX126" fmla="*/ 59703 w 421107"/>
                <a:gd name="connsiteY126" fmla="*/ 104782 h 516882"/>
                <a:gd name="connsiteX127" fmla="*/ 59703 w 421107"/>
                <a:gd name="connsiteY127" fmla="*/ 118067 h 516882"/>
                <a:gd name="connsiteX128" fmla="*/ 59700 w 421107"/>
                <a:gd name="connsiteY128" fmla="*/ 144083 h 516882"/>
                <a:gd name="connsiteX129" fmla="*/ 59702 w 421107"/>
                <a:gd name="connsiteY129" fmla="*/ 166974 h 516882"/>
                <a:gd name="connsiteX130" fmla="*/ 59702 w 421107"/>
                <a:gd name="connsiteY130" fmla="*/ 168503 h 516882"/>
                <a:gd name="connsiteX131" fmla="*/ 59701 w 421107"/>
                <a:gd name="connsiteY131" fmla="*/ 174652 h 516882"/>
                <a:gd name="connsiteX132" fmla="*/ 59705 w 421107"/>
                <a:gd name="connsiteY132" fmla="*/ 232364 h 516882"/>
                <a:gd name="connsiteX133" fmla="*/ 59705 w 421107"/>
                <a:gd name="connsiteY133" fmla="*/ 283755 h 516882"/>
                <a:gd name="connsiteX134" fmla="*/ 59701 w 421107"/>
                <a:gd name="connsiteY134" fmla="*/ 341567 h 516882"/>
                <a:gd name="connsiteX135" fmla="*/ 59702 w 421107"/>
                <a:gd name="connsiteY135" fmla="*/ 347729 h 516882"/>
                <a:gd name="connsiteX136" fmla="*/ 59702 w 421107"/>
                <a:gd name="connsiteY136" fmla="*/ 349262 h 516882"/>
                <a:gd name="connsiteX137" fmla="*/ 59701 w 421107"/>
                <a:gd name="connsiteY137" fmla="*/ 372160 h 516882"/>
                <a:gd name="connsiteX138" fmla="*/ 59701 w 421107"/>
                <a:gd name="connsiteY138" fmla="*/ 396952 h 516882"/>
                <a:gd name="connsiteX139" fmla="*/ 59704 w 421107"/>
                <a:gd name="connsiteY139" fmla="*/ 410380 h 516882"/>
                <a:gd name="connsiteX140" fmla="*/ 59704 w 421107"/>
                <a:gd name="connsiteY140" fmla="*/ 422839 h 516882"/>
                <a:gd name="connsiteX141" fmla="*/ 59707 w 421107"/>
                <a:gd name="connsiteY141" fmla="*/ 427365 h 516882"/>
                <a:gd name="connsiteX142" fmla="*/ 59705 w 421107"/>
                <a:gd name="connsiteY142" fmla="*/ 433630 h 516882"/>
                <a:gd name="connsiteX143" fmla="*/ 59708 w 421107"/>
                <a:gd name="connsiteY143" fmla="*/ 435511 h 516882"/>
                <a:gd name="connsiteX144" fmla="*/ 60546 w 421107"/>
                <a:gd name="connsiteY144" fmla="*/ 445389 h 516882"/>
                <a:gd name="connsiteX145" fmla="*/ 108171 w 421107"/>
                <a:gd name="connsiteY145" fmla="*/ 444645 h 516882"/>
                <a:gd name="connsiteX146" fmla="*/ 106682 w 421107"/>
                <a:gd name="connsiteY146" fmla="*/ 440924 h 516882"/>
                <a:gd name="connsiteX147" fmla="*/ 104450 w 421107"/>
                <a:gd name="connsiteY147" fmla="*/ 440180 h 516882"/>
                <a:gd name="connsiteX148" fmla="*/ 103938 w 421107"/>
                <a:gd name="connsiteY148" fmla="*/ 437529 h 516882"/>
                <a:gd name="connsiteX149" fmla="*/ 103706 w 421107"/>
                <a:gd name="connsiteY149" fmla="*/ 434971 h 516882"/>
                <a:gd name="connsiteX150" fmla="*/ 101474 w 421107"/>
                <a:gd name="connsiteY150" fmla="*/ 434971 h 516882"/>
                <a:gd name="connsiteX151" fmla="*/ 101474 w 421107"/>
                <a:gd name="connsiteY151" fmla="*/ 430506 h 516882"/>
                <a:gd name="connsiteX152" fmla="*/ 99241 w 421107"/>
                <a:gd name="connsiteY152" fmla="*/ 430506 h 516882"/>
                <a:gd name="connsiteX153" fmla="*/ 98823 w 421107"/>
                <a:gd name="connsiteY153" fmla="*/ 428692 h 516882"/>
                <a:gd name="connsiteX154" fmla="*/ 98497 w 421107"/>
                <a:gd name="connsiteY154" fmla="*/ 426786 h 516882"/>
                <a:gd name="connsiteX155" fmla="*/ 97009 w 421107"/>
                <a:gd name="connsiteY155" fmla="*/ 426041 h 516882"/>
                <a:gd name="connsiteX156" fmla="*/ 95520 w 421107"/>
                <a:gd name="connsiteY156" fmla="*/ 422321 h 516882"/>
                <a:gd name="connsiteX157" fmla="*/ 93288 w 421107"/>
                <a:gd name="connsiteY157" fmla="*/ 421577 h 516882"/>
                <a:gd name="connsiteX158" fmla="*/ 92544 w 421107"/>
                <a:gd name="connsiteY158" fmla="*/ 417856 h 516882"/>
                <a:gd name="connsiteX159" fmla="*/ 90311 w 421107"/>
                <a:gd name="connsiteY159" fmla="*/ 417856 h 516882"/>
                <a:gd name="connsiteX160" fmla="*/ 90311 w 421107"/>
                <a:gd name="connsiteY160" fmla="*/ 414135 h 516882"/>
                <a:gd name="connsiteX161" fmla="*/ 88079 w 421107"/>
                <a:gd name="connsiteY161" fmla="*/ 413391 h 516882"/>
                <a:gd name="connsiteX162" fmla="*/ 87009 w 421107"/>
                <a:gd name="connsiteY162" fmla="*/ 410042 h 516882"/>
                <a:gd name="connsiteX163" fmla="*/ 85847 w 421107"/>
                <a:gd name="connsiteY163" fmla="*/ 408926 h 516882"/>
                <a:gd name="connsiteX164" fmla="*/ 85102 w 421107"/>
                <a:gd name="connsiteY164" fmla="*/ 406694 h 516882"/>
                <a:gd name="connsiteX165" fmla="*/ 82870 w 421107"/>
                <a:gd name="connsiteY165" fmla="*/ 406694 h 516882"/>
                <a:gd name="connsiteX166" fmla="*/ 82870 w 421107"/>
                <a:gd name="connsiteY166" fmla="*/ 404461 h 516882"/>
                <a:gd name="connsiteX167" fmla="*/ 81382 w 421107"/>
                <a:gd name="connsiteY167" fmla="*/ 403717 h 516882"/>
                <a:gd name="connsiteX168" fmla="*/ 79893 w 421107"/>
                <a:gd name="connsiteY168" fmla="*/ 402973 h 516882"/>
                <a:gd name="connsiteX169" fmla="*/ 79893 w 421107"/>
                <a:gd name="connsiteY169" fmla="*/ 400741 h 516882"/>
                <a:gd name="connsiteX170" fmla="*/ 76917 w 421107"/>
                <a:gd name="connsiteY170" fmla="*/ 399252 h 516882"/>
                <a:gd name="connsiteX171" fmla="*/ 76917 w 421107"/>
                <a:gd name="connsiteY171" fmla="*/ 396276 h 516882"/>
                <a:gd name="connsiteX172" fmla="*/ 73940 w 421107"/>
                <a:gd name="connsiteY172" fmla="*/ 395532 h 516882"/>
                <a:gd name="connsiteX173" fmla="*/ 73940 w 421107"/>
                <a:gd name="connsiteY173" fmla="*/ 390323 h 516882"/>
                <a:gd name="connsiteX174" fmla="*/ 75353 w 421107"/>
                <a:gd name="connsiteY174" fmla="*/ 390349 h 516882"/>
                <a:gd name="connsiteX175" fmla="*/ 77196 w 421107"/>
                <a:gd name="connsiteY175" fmla="*/ 390369 h 516882"/>
                <a:gd name="connsiteX176" fmla="*/ 82126 w 421107"/>
                <a:gd name="connsiteY176" fmla="*/ 389579 h 516882"/>
                <a:gd name="connsiteX177" fmla="*/ 82870 w 421107"/>
                <a:gd name="connsiteY177" fmla="*/ 386602 h 516882"/>
                <a:gd name="connsiteX178" fmla="*/ 84844 w 421107"/>
                <a:gd name="connsiteY178" fmla="*/ 386390 h 516882"/>
                <a:gd name="connsiteX179" fmla="*/ 91800 w 421107"/>
                <a:gd name="connsiteY179" fmla="*/ 386602 h 516882"/>
                <a:gd name="connsiteX180" fmla="*/ 93288 w 421107"/>
                <a:gd name="connsiteY180" fmla="*/ 384370 h 516882"/>
                <a:gd name="connsiteX181" fmla="*/ 97427 w 421107"/>
                <a:gd name="connsiteY181" fmla="*/ 383625 h 516882"/>
                <a:gd name="connsiteX182" fmla="*/ 101474 w 421107"/>
                <a:gd name="connsiteY182" fmla="*/ 382881 h 516882"/>
                <a:gd name="connsiteX183" fmla="*/ 102218 w 421107"/>
                <a:gd name="connsiteY183" fmla="*/ 380649 h 516882"/>
                <a:gd name="connsiteX184" fmla="*/ 103892 w 421107"/>
                <a:gd name="connsiteY184" fmla="*/ 380399 h 516882"/>
                <a:gd name="connsiteX185" fmla="*/ 109659 w 421107"/>
                <a:gd name="connsiteY185" fmla="*/ 379905 h 516882"/>
                <a:gd name="connsiteX186" fmla="*/ 110403 w 421107"/>
                <a:gd name="connsiteY186" fmla="*/ 376184 h 516882"/>
                <a:gd name="connsiteX187" fmla="*/ 114124 w 421107"/>
                <a:gd name="connsiteY187" fmla="*/ 376091 h 516882"/>
                <a:gd name="connsiteX188" fmla="*/ 117845 w 421107"/>
                <a:gd name="connsiteY188" fmla="*/ 376184 h 516882"/>
                <a:gd name="connsiteX189" fmla="*/ 118589 w 421107"/>
                <a:gd name="connsiteY189" fmla="*/ 373952 h 516882"/>
                <a:gd name="connsiteX190" fmla="*/ 120100 w 421107"/>
                <a:gd name="connsiteY190" fmla="*/ 373487 h 516882"/>
                <a:gd name="connsiteX191" fmla="*/ 125286 w 421107"/>
                <a:gd name="connsiteY191" fmla="*/ 372463 h 516882"/>
                <a:gd name="connsiteX192" fmla="*/ 126030 w 421107"/>
                <a:gd name="connsiteY192" fmla="*/ 370231 h 516882"/>
                <a:gd name="connsiteX193" fmla="*/ 127379 w 421107"/>
                <a:gd name="connsiteY193" fmla="*/ 369929 h 516882"/>
                <a:gd name="connsiteX194" fmla="*/ 131983 w 421107"/>
                <a:gd name="connsiteY194" fmla="*/ 369487 h 516882"/>
                <a:gd name="connsiteX195" fmla="*/ 132727 w 421107"/>
                <a:gd name="connsiteY195" fmla="*/ 367254 h 516882"/>
                <a:gd name="connsiteX196" fmla="*/ 137192 w 421107"/>
                <a:gd name="connsiteY196" fmla="*/ 366510 h 516882"/>
                <a:gd name="connsiteX197" fmla="*/ 137936 w 421107"/>
                <a:gd name="connsiteY197" fmla="*/ 365022 h 516882"/>
                <a:gd name="connsiteX198" fmla="*/ 138681 w 421107"/>
                <a:gd name="connsiteY198" fmla="*/ 363534 h 516882"/>
                <a:gd name="connsiteX199" fmla="*/ 143145 w 421107"/>
                <a:gd name="connsiteY199" fmla="*/ 362790 h 516882"/>
                <a:gd name="connsiteX200" fmla="*/ 143797 w 421107"/>
                <a:gd name="connsiteY200" fmla="*/ 360883 h 516882"/>
                <a:gd name="connsiteX201" fmla="*/ 143890 w 421107"/>
                <a:gd name="connsiteY201" fmla="*/ 359069 h 516882"/>
                <a:gd name="connsiteX202" fmla="*/ 145378 w 421107"/>
                <a:gd name="connsiteY202" fmla="*/ 359813 h 516882"/>
                <a:gd name="connsiteX203" fmla="*/ 148354 w 421107"/>
                <a:gd name="connsiteY203" fmla="*/ 359069 h 516882"/>
                <a:gd name="connsiteX204" fmla="*/ 149099 w 421107"/>
                <a:gd name="connsiteY204" fmla="*/ 356092 h 516882"/>
                <a:gd name="connsiteX205" fmla="*/ 153563 w 421107"/>
                <a:gd name="connsiteY205" fmla="*/ 356092 h 516882"/>
                <a:gd name="connsiteX206" fmla="*/ 153935 w 421107"/>
                <a:gd name="connsiteY206" fmla="*/ 354232 h 516882"/>
                <a:gd name="connsiteX207" fmla="*/ 154307 w 421107"/>
                <a:gd name="connsiteY207" fmla="*/ 352372 h 516882"/>
                <a:gd name="connsiteX208" fmla="*/ 156586 w 421107"/>
                <a:gd name="connsiteY208" fmla="*/ 352139 h 516882"/>
                <a:gd name="connsiteX209" fmla="*/ 158772 w 421107"/>
                <a:gd name="connsiteY209" fmla="*/ 352372 h 516882"/>
                <a:gd name="connsiteX210" fmla="*/ 158772 w 421107"/>
                <a:gd name="connsiteY210" fmla="*/ 349395 h 516882"/>
                <a:gd name="connsiteX211" fmla="*/ 161749 w 421107"/>
                <a:gd name="connsiteY211" fmla="*/ 349395 h 516882"/>
                <a:gd name="connsiteX212" fmla="*/ 163237 w 421107"/>
                <a:gd name="connsiteY212" fmla="*/ 346418 h 516882"/>
                <a:gd name="connsiteX213" fmla="*/ 166958 w 421107"/>
                <a:gd name="connsiteY213" fmla="*/ 345674 h 516882"/>
                <a:gd name="connsiteX214" fmla="*/ 166958 w 421107"/>
                <a:gd name="connsiteY214" fmla="*/ 342698 h 516882"/>
                <a:gd name="connsiteX215" fmla="*/ 170307 w 421107"/>
                <a:gd name="connsiteY215" fmla="*/ 341637 h 516882"/>
                <a:gd name="connsiteX216" fmla="*/ 174824 w 421107"/>
                <a:gd name="connsiteY216" fmla="*/ 336311 h 516882"/>
                <a:gd name="connsiteX217" fmla="*/ 175888 w 421107"/>
                <a:gd name="connsiteY217" fmla="*/ 335256 h 516882"/>
                <a:gd name="connsiteX218" fmla="*/ 178864 w 421107"/>
                <a:gd name="connsiteY218" fmla="*/ 331536 h 516882"/>
                <a:gd name="connsiteX219" fmla="*/ 182585 w 421107"/>
                <a:gd name="connsiteY219" fmla="*/ 327815 h 516882"/>
                <a:gd name="connsiteX220" fmla="*/ 183329 w 421107"/>
                <a:gd name="connsiteY220" fmla="*/ 325582 h 516882"/>
                <a:gd name="connsiteX221" fmla="*/ 187794 w 421107"/>
                <a:gd name="connsiteY221" fmla="*/ 319629 h 516882"/>
                <a:gd name="connsiteX222" fmla="*/ 189282 w 421107"/>
                <a:gd name="connsiteY222" fmla="*/ 315909 h 516882"/>
                <a:gd name="connsiteX223" fmla="*/ 191515 w 421107"/>
                <a:gd name="connsiteY223" fmla="*/ 315165 h 516882"/>
                <a:gd name="connsiteX224" fmla="*/ 191654 w 421107"/>
                <a:gd name="connsiteY224" fmla="*/ 313258 h 516882"/>
                <a:gd name="connsiteX225" fmla="*/ 191515 w 421107"/>
                <a:gd name="connsiteY225" fmla="*/ 311444 h 516882"/>
                <a:gd name="connsiteX226" fmla="*/ 193003 w 421107"/>
                <a:gd name="connsiteY226" fmla="*/ 311444 h 516882"/>
                <a:gd name="connsiteX227" fmla="*/ 194119 w 421107"/>
                <a:gd name="connsiteY227" fmla="*/ 309397 h 516882"/>
                <a:gd name="connsiteX228" fmla="*/ 195235 w 421107"/>
                <a:gd name="connsiteY228" fmla="*/ 306979 h 516882"/>
                <a:gd name="connsiteX229" fmla="*/ 196724 w 421107"/>
                <a:gd name="connsiteY229" fmla="*/ 304002 h 516882"/>
                <a:gd name="connsiteX230" fmla="*/ 74684 w 421107"/>
                <a:gd name="connsiteY230" fmla="*/ 304002 h 516882"/>
                <a:gd name="connsiteX231" fmla="*/ 73940 w 421107"/>
                <a:gd name="connsiteY231" fmla="*/ 240006 h 516882"/>
                <a:gd name="connsiteX232" fmla="*/ 205653 w 421107"/>
                <a:gd name="connsiteY232" fmla="*/ 240006 h 516882"/>
                <a:gd name="connsiteX233" fmla="*/ 205658 w 421107"/>
                <a:gd name="connsiteY233" fmla="*/ 234940 h 516882"/>
                <a:gd name="connsiteX234" fmla="*/ 205690 w 421107"/>
                <a:gd name="connsiteY234" fmla="*/ 220513 h 516882"/>
                <a:gd name="connsiteX235" fmla="*/ 205704 w 421107"/>
                <a:gd name="connsiteY235" fmla="*/ 212311 h 516882"/>
                <a:gd name="connsiteX236" fmla="*/ 205723 w 421107"/>
                <a:gd name="connsiteY236" fmla="*/ 204241 h 516882"/>
                <a:gd name="connsiteX237" fmla="*/ 205726 w 421107"/>
                <a:gd name="connsiteY237" fmla="*/ 201172 h 516882"/>
                <a:gd name="connsiteX238" fmla="*/ 205738 w 421107"/>
                <a:gd name="connsiteY238" fmla="*/ 198188 h 516882"/>
                <a:gd name="connsiteX239" fmla="*/ 205738 w 421107"/>
                <a:gd name="connsiteY239" fmla="*/ 195419 h 516882"/>
                <a:gd name="connsiteX240" fmla="*/ 205743 w 421107"/>
                <a:gd name="connsiteY240" fmla="*/ 192983 h 516882"/>
                <a:gd name="connsiteX241" fmla="*/ 205653 w 421107"/>
                <a:gd name="connsiteY241" fmla="*/ 190893 h 516882"/>
                <a:gd name="connsiteX242" fmla="*/ 204909 w 421107"/>
                <a:gd name="connsiteY242" fmla="*/ 187917 h 516882"/>
                <a:gd name="connsiteX243" fmla="*/ 202762 w 421107"/>
                <a:gd name="connsiteY243" fmla="*/ 187539 h 516882"/>
                <a:gd name="connsiteX244" fmla="*/ 199850 w 421107"/>
                <a:gd name="connsiteY244" fmla="*/ 187531 h 516882"/>
                <a:gd name="connsiteX245" fmla="*/ 194793 w 421107"/>
                <a:gd name="connsiteY245" fmla="*/ 187511 h 516882"/>
                <a:gd name="connsiteX246" fmla="*/ 191168 w 421107"/>
                <a:gd name="connsiteY246" fmla="*/ 187518 h 516882"/>
                <a:gd name="connsiteX247" fmla="*/ 183638 w 421107"/>
                <a:gd name="connsiteY247" fmla="*/ 187518 h 516882"/>
                <a:gd name="connsiteX248" fmla="*/ 173811 w 421107"/>
                <a:gd name="connsiteY248" fmla="*/ 187528 h 516882"/>
                <a:gd name="connsiteX249" fmla="*/ 166162 w 421107"/>
                <a:gd name="connsiteY249" fmla="*/ 187513 h 516882"/>
                <a:gd name="connsiteX250" fmla="*/ 162516 w 421107"/>
                <a:gd name="connsiteY250" fmla="*/ 187521 h 516882"/>
                <a:gd name="connsiteX251" fmla="*/ 157248 w 421107"/>
                <a:gd name="connsiteY251" fmla="*/ 187516 h 516882"/>
                <a:gd name="connsiteX252" fmla="*/ 155646 w 421107"/>
                <a:gd name="connsiteY252" fmla="*/ 187531 h 516882"/>
                <a:gd name="connsiteX253" fmla="*/ 150587 w 421107"/>
                <a:gd name="connsiteY253" fmla="*/ 187917 h 516882"/>
                <a:gd name="connsiteX254" fmla="*/ 149992 w 421107"/>
                <a:gd name="connsiteY254" fmla="*/ 189429 h 516882"/>
                <a:gd name="connsiteX255" fmla="*/ 149843 w 421107"/>
                <a:gd name="connsiteY255" fmla="*/ 190893 h 516882"/>
                <a:gd name="connsiteX256" fmla="*/ 148354 w 421107"/>
                <a:gd name="connsiteY256" fmla="*/ 190893 h 516882"/>
                <a:gd name="connsiteX257" fmla="*/ 147610 w 421107"/>
                <a:gd name="connsiteY257" fmla="*/ 194614 h 516882"/>
                <a:gd name="connsiteX258" fmla="*/ 145378 w 421107"/>
                <a:gd name="connsiteY258" fmla="*/ 195358 h 516882"/>
                <a:gd name="connsiteX259" fmla="*/ 144634 w 421107"/>
                <a:gd name="connsiteY259" fmla="*/ 197032 h 516882"/>
                <a:gd name="connsiteX260" fmla="*/ 141657 w 421107"/>
                <a:gd name="connsiteY260" fmla="*/ 202799 h 516882"/>
                <a:gd name="connsiteX261" fmla="*/ 136681 w 421107"/>
                <a:gd name="connsiteY261" fmla="*/ 209357 h 516882"/>
                <a:gd name="connsiteX262" fmla="*/ 135704 w 421107"/>
                <a:gd name="connsiteY262" fmla="*/ 210985 h 516882"/>
                <a:gd name="connsiteX263" fmla="*/ 133472 w 421107"/>
                <a:gd name="connsiteY263" fmla="*/ 213217 h 516882"/>
                <a:gd name="connsiteX264" fmla="*/ 132727 w 421107"/>
                <a:gd name="connsiteY264" fmla="*/ 214706 h 516882"/>
                <a:gd name="connsiteX265" fmla="*/ 131239 w 421107"/>
                <a:gd name="connsiteY265" fmla="*/ 215450 h 516882"/>
                <a:gd name="connsiteX266" fmla="*/ 130495 w 421107"/>
                <a:gd name="connsiteY266" fmla="*/ 218426 h 516882"/>
                <a:gd name="connsiteX267" fmla="*/ 129007 w 421107"/>
                <a:gd name="connsiteY267" fmla="*/ 218426 h 516882"/>
                <a:gd name="connsiteX268" fmla="*/ 128263 w 421107"/>
                <a:gd name="connsiteY268" fmla="*/ 220287 h 516882"/>
                <a:gd name="connsiteX269" fmla="*/ 127518 w 421107"/>
                <a:gd name="connsiteY269" fmla="*/ 222147 h 516882"/>
                <a:gd name="connsiteX270" fmla="*/ 126030 w 421107"/>
                <a:gd name="connsiteY270" fmla="*/ 222147 h 516882"/>
                <a:gd name="connsiteX271" fmla="*/ 125286 w 421107"/>
                <a:gd name="connsiteY271" fmla="*/ 225868 h 516882"/>
                <a:gd name="connsiteX272" fmla="*/ 118589 w 421107"/>
                <a:gd name="connsiteY272" fmla="*/ 225868 h 516882"/>
                <a:gd name="connsiteX273" fmla="*/ 118589 w 421107"/>
                <a:gd name="connsiteY273" fmla="*/ 223635 h 516882"/>
                <a:gd name="connsiteX274" fmla="*/ 117147 w 421107"/>
                <a:gd name="connsiteY274" fmla="*/ 222519 h 516882"/>
                <a:gd name="connsiteX275" fmla="*/ 115612 w 421107"/>
                <a:gd name="connsiteY275" fmla="*/ 221403 h 516882"/>
                <a:gd name="connsiteX276" fmla="*/ 114868 w 421107"/>
                <a:gd name="connsiteY276" fmla="*/ 219170 h 516882"/>
                <a:gd name="connsiteX277" fmla="*/ 111147 w 421107"/>
                <a:gd name="connsiteY277" fmla="*/ 219170 h 516882"/>
                <a:gd name="connsiteX278" fmla="*/ 110729 w 421107"/>
                <a:gd name="connsiteY278" fmla="*/ 217729 h 516882"/>
                <a:gd name="connsiteX279" fmla="*/ 110403 w 421107"/>
                <a:gd name="connsiteY279" fmla="*/ 216194 h 516882"/>
                <a:gd name="connsiteX280" fmla="*/ 108915 w 421107"/>
                <a:gd name="connsiteY280" fmla="*/ 215822 h 516882"/>
                <a:gd name="connsiteX281" fmla="*/ 107427 w 421107"/>
                <a:gd name="connsiteY281" fmla="*/ 215450 h 516882"/>
                <a:gd name="connsiteX282" fmla="*/ 106682 w 421107"/>
                <a:gd name="connsiteY282" fmla="*/ 212473 h 516882"/>
                <a:gd name="connsiteX283" fmla="*/ 104822 w 421107"/>
                <a:gd name="connsiteY283" fmla="*/ 212055 h 516882"/>
                <a:gd name="connsiteX284" fmla="*/ 102962 w 421107"/>
                <a:gd name="connsiteY284" fmla="*/ 211729 h 516882"/>
                <a:gd name="connsiteX285" fmla="*/ 102218 w 421107"/>
                <a:gd name="connsiteY285" fmla="*/ 209497 h 516882"/>
                <a:gd name="connsiteX286" fmla="*/ 98497 w 421107"/>
                <a:gd name="connsiteY286" fmla="*/ 208752 h 516882"/>
                <a:gd name="connsiteX287" fmla="*/ 97753 w 421107"/>
                <a:gd name="connsiteY287" fmla="*/ 205776 h 516882"/>
                <a:gd name="connsiteX288" fmla="*/ 95520 w 421107"/>
                <a:gd name="connsiteY288" fmla="*/ 205404 h 516882"/>
                <a:gd name="connsiteX289" fmla="*/ 93288 w 421107"/>
                <a:gd name="connsiteY289" fmla="*/ 205032 h 516882"/>
                <a:gd name="connsiteX290" fmla="*/ 92869 w 421107"/>
                <a:gd name="connsiteY290" fmla="*/ 203497 h 516882"/>
                <a:gd name="connsiteX291" fmla="*/ 92544 w 421107"/>
                <a:gd name="connsiteY291" fmla="*/ 202055 h 516882"/>
                <a:gd name="connsiteX292" fmla="*/ 90637 w 421107"/>
                <a:gd name="connsiteY292" fmla="*/ 201869 h 516882"/>
                <a:gd name="connsiteX293" fmla="*/ 88823 w 421107"/>
                <a:gd name="connsiteY293" fmla="*/ 202055 h 516882"/>
                <a:gd name="connsiteX294" fmla="*/ 87335 w 421107"/>
                <a:gd name="connsiteY294" fmla="*/ 198334 h 516882"/>
                <a:gd name="connsiteX295" fmla="*/ 83614 w 421107"/>
                <a:gd name="connsiteY295" fmla="*/ 198334 h 516882"/>
                <a:gd name="connsiteX296" fmla="*/ 82870 w 421107"/>
                <a:gd name="connsiteY296" fmla="*/ 195358 h 516882"/>
                <a:gd name="connsiteX297" fmla="*/ 80963 w 421107"/>
                <a:gd name="connsiteY297" fmla="*/ 195172 h 516882"/>
                <a:gd name="connsiteX298" fmla="*/ 79149 w 421107"/>
                <a:gd name="connsiteY298" fmla="*/ 195358 h 516882"/>
                <a:gd name="connsiteX299" fmla="*/ 79149 w 421107"/>
                <a:gd name="connsiteY299" fmla="*/ 192381 h 516882"/>
                <a:gd name="connsiteX300" fmla="*/ 77661 w 421107"/>
                <a:gd name="connsiteY300" fmla="*/ 191637 h 516882"/>
                <a:gd name="connsiteX301" fmla="*/ 73196 w 421107"/>
                <a:gd name="connsiteY301" fmla="*/ 191637 h 516882"/>
                <a:gd name="connsiteX302" fmla="*/ 73940 w 421107"/>
                <a:gd name="connsiteY302" fmla="*/ 181963 h 516882"/>
                <a:gd name="connsiteX303" fmla="*/ 76917 w 421107"/>
                <a:gd name="connsiteY303" fmla="*/ 181963 h 516882"/>
                <a:gd name="connsiteX304" fmla="*/ 77708 w 421107"/>
                <a:gd name="connsiteY304" fmla="*/ 180522 h 516882"/>
                <a:gd name="connsiteX305" fmla="*/ 78405 w 421107"/>
                <a:gd name="connsiteY305" fmla="*/ 178987 h 516882"/>
                <a:gd name="connsiteX306" fmla="*/ 80638 w 421107"/>
                <a:gd name="connsiteY306" fmla="*/ 178243 h 516882"/>
                <a:gd name="connsiteX307" fmla="*/ 81428 w 421107"/>
                <a:gd name="connsiteY307" fmla="*/ 176336 h 516882"/>
                <a:gd name="connsiteX308" fmla="*/ 82126 w 421107"/>
                <a:gd name="connsiteY308" fmla="*/ 174522 h 516882"/>
                <a:gd name="connsiteX309" fmla="*/ 83614 w 421107"/>
                <a:gd name="connsiteY309" fmla="*/ 174522 h 516882"/>
                <a:gd name="connsiteX310" fmla="*/ 84358 w 421107"/>
                <a:gd name="connsiteY310" fmla="*/ 171545 h 516882"/>
                <a:gd name="connsiteX311" fmla="*/ 87335 w 421107"/>
                <a:gd name="connsiteY311" fmla="*/ 171545 h 516882"/>
                <a:gd name="connsiteX312" fmla="*/ 88079 w 421107"/>
                <a:gd name="connsiteY312" fmla="*/ 170057 h 516882"/>
                <a:gd name="connsiteX313" fmla="*/ 90311 w 421107"/>
                <a:gd name="connsiteY313" fmla="*/ 167825 h 516882"/>
                <a:gd name="connsiteX314" fmla="*/ 90311 w 421107"/>
                <a:gd name="connsiteY314" fmla="*/ 164848 h 516882"/>
                <a:gd name="connsiteX315" fmla="*/ 92544 w 421107"/>
                <a:gd name="connsiteY315" fmla="*/ 164848 h 516882"/>
                <a:gd name="connsiteX316" fmla="*/ 92916 w 421107"/>
                <a:gd name="connsiteY316" fmla="*/ 162988 h 516882"/>
                <a:gd name="connsiteX317" fmla="*/ 93288 w 421107"/>
                <a:gd name="connsiteY317" fmla="*/ 161127 h 516882"/>
                <a:gd name="connsiteX318" fmla="*/ 95520 w 421107"/>
                <a:gd name="connsiteY318" fmla="*/ 161127 h 516882"/>
                <a:gd name="connsiteX319" fmla="*/ 95939 w 421107"/>
                <a:gd name="connsiteY319" fmla="*/ 159314 h 516882"/>
                <a:gd name="connsiteX320" fmla="*/ 96265 w 421107"/>
                <a:gd name="connsiteY320" fmla="*/ 157407 h 516882"/>
                <a:gd name="connsiteX321" fmla="*/ 97753 w 421107"/>
                <a:gd name="connsiteY321" fmla="*/ 156663 h 516882"/>
                <a:gd name="connsiteX322" fmla="*/ 98497 w 421107"/>
                <a:gd name="connsiteY322" fmla="*/ 153686 h 516882"/>
                <a:gd name="connsiteX323" fmla="*/ 99985 w 421107"/>
                <a:gd name="connsiteY323" fmla="*/ 153686 h 516882"/>
                <a:gd name="connsiteX324" fmla="*/ 101055 w 421107"/>
                <a:gd name="connsiteY324" fmla="*/ 151593 h 516882"/>
                <a:gd name="connsiteX325" fmla="*/ 104450 w 421107"/>
                <a:gd name="connsiteY325" fmla="*/ 146989 h 516882"/>
                <a:gd name="connsiteX326" fmla="*/ 106682 w 421107"/>
                <a:gd name="connsiteY326" fmla="*/ 144756 h 516882"/>
                <a:gd name="connsiteX327" fmla="*/ 107427 w 421107"/>
                <a:gd name="connsiteY327" fmla="*/ 141036 h 516882"/>
                <a:gd name="connsiteX328" fmla="*/ 109659 w 421107"/>
                <a:gd name="connsiteY328" fmla="*/ 140292 h 516882"/>
                <a:gd name="connsiteX329" fmla="*/ 109659 w 421107"/>
                <a:gd name="connsiteY329" fmla="*/ 138431 h 516882"/>
                <a:gd name="connsiteX330" fmla="*/ 109659 w 421107"/>
                <a:gd name="connsiteY330" fmla="*/ 136571 h 516882"/>
                <a:gd name="connsiteX331" fmla="*/ 111891 w 421107"/>
                <a:gd name="connsiteY331" fmla="*/ 135827 h 516882"/>
                <a:gd name="connsiteX332" fmla="*/ 112264 w 421107"/>
                <a:gd name="connsiteY332" fmla="*/ 133594 h 516882"/>
                <a:gd name="connsiteX333" fmla="*/ 112636 w 421107"/>
                <a:gd name="connsiteY333" fmla="*/ 131362 h 516882"/>
                <a:gd name="connsiteX334" fmla="*/ 114868 w 421107"/>
                <a:gd name="connsiteY334" fmla="*/ 130618 h 516882"/>
                <a:gd name="connsiteX335" fmla="*/ 115008 w 421107"/>
                <a:gd name="connsiteY335" fmla="*/ 128711 h 516882"/>
                <a:gd name="connsiteX336" fmla="*/ 114868 w 421107"/>
                <a:gd name="connsiteY336" fmla="*/ 126897 h 516882"/>
                <a:gd name="connsiteX337" fmla="*/ 117100 w 421107"/>
                <a:gd name="connsiteY337" fmla="*/ 126897 h 516882"/>
                <a:gd name="connsiteX338" fmla="*/ 117845 w 421107"/>
                <a:gd name="connsiteY338" fmla="*/ 124386 h 516882"/>
                <a:gd name="connsiteX339" fmla="*/ 118589 w 421107"/>
                <a:gd name="connsiteY339" fmla="*/ 121688 h 516882"/>
                <a:gd name="connsiteX340" fmla="*/ 120821 w 421107"/>
                <a:gd name="connsiteY340" fmla="*/ 120200 h 516882"/>
                <a:gd name="connsiteX341" fmla="*/ 120589 w 421107"/>
                <a:gd name="connsiteY341" fmla="*/ 117874 h 516882"/>
                <a:gd name="connsiteX342" fmla="*/ 120077 w 421107"/>
                <a:gd name="connsiteY342" fmla="*/ 115735 h 516882"/>
                <a:gd name="connsiteX343" fmla="*/ 123054 w 421107"/>
                <a:gd name="connsiteY343" fmla="*/ 114991 h 516882"/>
                <a:gd name="connsiteX344" fmla="*/ 123240 w 421107"/>
                <a:gd name="connsiteY344" fmla="*/ 112712 h 516882"/>
                <a:gd name="connsiteX345" fmla="*/ 123054 w 421107"/>
                <a:gd name="connsiteY345" fmla="*/ 110526 h 516882"/>
                <a:gd name="connsiteX346" fmla="*/ 125286 w 421107"/>
                <a:gd name="connsiteY346" fmla="*/ 110526 h 516882"/>
                <a:gd name="connsiteX347" fmla="*/ 126030 w 421107"/>
                <a:gd name="connsiteY347" fmla="*/ 109038 h 516882"/>
                <a:gd name="connsiteX348" fmla="*/ 126030 w 421107"/>
                <a:gd name="connsiteY348" fmla="*/ 103829 h 516882"/>
                <a:gd name="connsiteX349" fmla="*/ 128263 w 421107"/>
                <a:gd name="connsiteY349" fmla="*/ 103084 h 516882"/>
                <a:gd name="connsiteX350" fmla="*/ 128635 w 421107"/>
                <a:gd name="connsiteY350" fmla="*/ 100480 h 516882"/>
                <a:gd name="connsiteX351" fmla="*/ 129007 w 421107"/>
                <a:gd name="connsiteY351" fmla="*/ 97875 h 516882"/>
                <a:gd name="connsiteX352" fmla="*/ 131239 w 421107"/>
                <a:gd name="connsiteY352" fmla="*/ 97131 h 516882"/>
                <a:gd name="connsiteX353" fmla="*/ 131193 w 421107"/>
                <a:gd name="connsiteY353" fmla="*/ 93411 h 516882"/>
                <a:gd name="connsiteX354" fmla="*/ 131239 w 421107"/>
                <a:gd name="connsiteY354" fmla="*/ 89690 h 516882"/>
                <a:gd name="connsiteX355" fmla="*/ 132719 w 421107"/>
                <a:gd name="connsiteY355" fmla="*/ 89298 h 516882"/>
                <a:gd name="connsiteX356" fmla="*/ 134216 w 421107"/>
                <a:gd name="connsiteY356" fmla="*/ 88946 h 516882"/>
                <a:gd name="connsiteX357" fmla="*/ 134506 w 421107"/>
                <a:gd name="connsiteY357" fmla="*/ 87408 h 516882"/>
                <a:gd name="connsiteX358" fmla="*/ 134402 w 421107"/>
                <a:gd name="connsiteY358" fmla="*/ 85551 h 516882"/>
                <a:gd name="connsiteX359" fmla="*/ 134320 w 421107"/>
                <a:gd name="connsiteY359" fmla="*/ 83687 h 516882"/>
                <a:gd name="connsiteX360" fmla="*/ 134216 w 421107"/>
                <a:gd name="connsiteY360" fmla="*/ 82249 h 516882"/>
                <a:gd name="connsiteX361" fmla="*/ 136448 w 421107"/>
                <a:gd name="connsiteY361" fmla="*/ 82249 h 516882"/>
                <a:gd name="connsiteX362" fmla="*/ 137192 w 421107"/>
                <a:gd name="connsiteY362" fmla="*/ 75551 h 516882"/>
                <a:gd name="connsiteX363" fmla="*/ 62034 w 421107"/>
                <a:gd name="connsiteY363" fmla="*/ 75551 h 516882"/>
                <a:gd name="connsiteX364" fmla="*/ 62034 w 421107"/>
                <a:gd name="connsiteY364" fmla="*/ 74063 h 516882"/>
                <a:gd name="connsiteX365" fmla="*/ 60546 w 421107"/>
                <a:gd name="connsiteY365" fmla="*/ 74063 h 516882"/>
                <a:gd name="connsiteX366" fmla="*/ 404150 w 421107"/>
                <a:gd name="connsiteY366" fmla="*/ 0 h 516882"/>
                <a:gd name="connsiteX367" fmla="*/ 408730 w 421107"/>
                <a:gd name="connsiteY367" fmla="*/ 294 h 516882"/>
                <a:gd name="connsiteX368" fmla="*/ 410399 w 421107"/>
                <a:gd name="connsiteY368" fmla="*/ 9314 h 516882"/>
                <a:gd name="connsiteX369" fmla="*/ 410403 w 421107"/>
                <a:gd name="connsiteY369" fmla="*/ 11419 h 516882"/>
                <a:gd name="connsiteX370" fmla="*/ 410389 w 421107"/>
                <a:gd name="connsiteY370" fmla="*/ 18319 h 516882"/>
                <a:gd name="connsiteX371" fmla="*/ 410388 w 421107"/>
                <a:gd name="connsiteY371" fmla="*/ 23103 h 516882"/>
                <a:gd name="connsiteX372" fmla="*/ 410371 w 421107"/>
                <a:gd name="connsiteY372" fmla="*/ 33134 h 516882"/>
                <a:gd name="connsiteX373" fmla="*/ 410356 w 421107"/>
                <a:gd name="connsiteY373" fmla="*/ 46014 h 516882"/>
                <a:gd name="connsiteX374" fmla="*/ 410347 w 421107"/>
                <a:gd name="connsiteY374" fmla="*/ 55894 h 516882"/>
                <a:gd name="connsiteX375" fmla="*/ 410342 w 421107"/>
                <a:gd name="connsiteY375" fmla="*/ 60645 h 516882"/>
                <a:gd name="connsiteX376" fmla="*/ 410326 w 421107"/>
                <a:gd name="connsiteY376" fmla="*/ 67272 h 516882"/>
                <a:gd name="connsiteX377" fmla="*/ 410327 w 421107"/>
                <a:gd name="connsiteY377" fmla="*/ 69270 h 516882"/>
                <a:gd name="connsiteX378" fmla="*/ 409474 w 421107"/>
                <a:gd name="connsiteY378" fmla="*/ 75452 h 516882"/>
                <a:gd name="connsiteX379" fmla="*/ 405466 w 421107"/>
                <a:gd name="connsiteY379" fmla="*/ 75647 h 516882"/>
                <a:gd name="connsiteX380" fmla="*/ 402814 w 421107"/>
                <a:gd name="connsiteY380" fmla="*/ 75664 h 516882"/>
                <a:gd name="connsiteX381" fmla="*/ 399864 w 421107"/>
                <a:gd name="connsiteY381" fmla="*/ 75659 h 516882"/>
                <a:gd name="connsiteX382" fmla="*/ 396759 w 421107"/>
                <a:gd name="connsiteY382" fmla="*/ 75672 h 516882"/>
                <a:gd name="connsiteX383" fmla="*/ 388186 w 421107"/>
                <a:gd name="connsiteY383" fmla="*/ 75688 h 516882"/>
                <a:gd name="connsiteX384" fmla="*/ 378957 w 421107"/>
                <a:gd name="connsiteY384" fmla="*/ 75712 h 516882"/>
                <a:gd name="connsiteX385" fmla="*/ 362953 w 421107"/>
                <a:gd name="connsiteY385" fmla="*/ 75747 h 516882"/>
                <a:gd name="connsiteX386" fmla="*/ 339813 w 421107"/>
                <a:gd name="connsiteY386" fmla="*/ 75798 h 516882"/>
                <a:gd name="connsiteX387" fmla="*/ 302275 w 421107"/>
                <a:gd name="connsiteY387" fmla="*/ 75882 h 516882"/>
                <a:gd name="connsiteX388" fmla="*/ 265800 w 421107"/>
                <a:gd name="connsiteY388" fmla="*/ 75960 h 516882"/>
                <a:gd name="connsiteX389" fmla="*/ 263531 w 421107"/>
                <a:gd name="connsiteY389" fmla="*/ 75965 h 516882"/>
                <a:gd name="connsiteX390" fmla="*/ 252261 w 421107"/>
                <a:gd name="connsiteY390" fmla="*/ 75993 h 516882"/>
                <a:gd name="connsiteX391" fmla="*/ 158698 w 421107"/>
                <a:gd name="connsiteY391" fmla="*/ 76196 h 516882"/>
                <a:gd name="connsiteX392" fmla="*/ 159443 w 421107"/>
                <a:gd name="connsiteY392" fmla="*/ 78429 h 516882"/>
                <a:gd name="connsiteX393" fmla="*/ 164652 w 421107"/>
                <a:gd name="connsiteY393" fmla="*/ 78801 h 516882"/>
                <a:gd name="connsiteX394" fmla="*/ 169861 w 421107"/>
                <a:gd name="connsiteY394" fmla="*/ 79173 h 516882"/>
                <a:gd name="connsiteX395" fmla="*/ 170605 w 421107"/>
                <a:gd name="connsiteY395" fmla="*/ 81405 h 516882"/>
                <a:gd name="connsiteX396" fmla="*/ 176604 w 421107"/>
                <a:gd name="connsiteY396" fmla="*/ 82010 h 516882"/>
                <a:gd name="connsiteX397" fmla="*/ 180078 w 421107"/>
                <a:gd name="connsiteY397" fmla="*/ 83611 h 516882"/>
                <a:gd name="connsiteX398" fmla="*/ 187162 w 421107"/>
                <a:gd name="connsiteY398" fmla="*/ 85684 h 516882"/>
                <a:gd name="connsiteX399" fmla="*/ 190010 w 421107"/>
                <a:gd name="connsiteY399" fmla="*/ 85812 h 516882"/>
                <a:gd name="connsiteX400" fmla="*/ 192185 w 421107"/>
                <a:gd name="connsiteY400" fmla="*/ 85870 h 516882"/>
                <a:gd name="connsiteX401" fmla="*/ 191441 w 421107"/>
                <a:gd name="connsiteY401" fmla="*/ 88102 h 516882"/>
                <a:gd name="connsiteX402" fmla="*/ 192789 w 421107"/>
                <a:gd name="connsiteY402" fmla="*/ 88753 h 516882"/>
                <a:gd name="connsiteX403" fmla="*/ 196650 w 421107"/>
                <a:gd name="connsiteY403" fmla="*/ 91079 h 516882"/>
                <a:gd name="connsiteX404" fmla="*/ 196650 w 421107"/>
                <a:gd name="connsiteY404" fmla="*/ 93311 h 516882"/>
                <a:gd name="connsiteX405" fmla="*/ 195161 w 421107"/>
                <a:gd name="connsiteY405" fmla="*/ 94055 h 516882"/>
                <a:gd name="connsiteX406" fmla="*/ 194164 w 421107"/>
                <a:gd name="connsiteY406" fmla="*/ 99241 h 516882"/>
                <a:gd name="connsiteX407" fmla="*/ 193673 w 421107"/>
                <a:gd name="connsiteY407" fmla="*/ 100753 h 516882"/>
                <a:gd name="connsiteX408" fmla="*/ 191441 w 421107"/>
                <a:gd name="connsiteY408" fmla="*/ 101497 h 516882"/>
                <a:gd name="connsiteX409" fmla="*/ 191301 w 421107"/>
                <a:gd name="connsiteY409" fmla="*/ 105636 h 516882"/>
                <a:gd name="connsiteX410" fmla="*/ 191362 w 421107"/>
                <a:gd name="connsiteY410" fmla="*/ 107918 h 516882"/>
                <a:gd name="connsiteX411" fmla="*/ 191441 w 421107"/>
                <a:gd name="connsiteY411" fmla="*/ 109682 h 516882"/>
                <a:gd name="connsiteX412" fmla="*/ 189208 w 421107"/>
                <a:gd name="connsiteY412" fmla="*/ 108938 h 516882"/>
                <a:gd name="connsiteX413" fmla="*/ 188464 w 421107"/>
                <a:gd name="connsiteY413" fmla="*/ 117124 h 516882"/>
                <a:gd name="connsiteX414" fmla="*/ 186232 w 421107"/>
                <a:gd name="connsiteY414" fmla="*/ 117124 h 516882"/>
                <a:gd name="connsiteX415" fmla="*/ 185487 w 421107"/>
                <a:gd name="connsiteY415" fmla="*/ 123077 h 516882"/>
                <a:gd name="connsiteX416" fmla="*/ 377476 w 421107"/>
                <a:gd name="connsiteY416" fmla="*/ 123821 h 516882"/>
                <a:gd name="connsiteX417" fmla="*/ 375987 w 421107"/>
                <a:gd name="connsiteY417" fmla="*/ 188561 h 516882"/>
                <a:gd name="connsiteX418" fmla="*/ 371712 w 421107"/>
                <a:gd name="connsiteY418" fmla="*/ 188830 h 516882"/>
                <a:gd name="connsiteX419" fmla="*/ 368955 w 421107"/>
                <a:gd name="connsiteY419" fmla="*/ 188839 h 516882"/>
                <a:gd name="connsiteX420" fmla="*/ 365914 w 421107"/>
                <a:gd name="connsiteY420" fmla="*/ 188815 h 516882"/>
                <a:gd name="connsiteX421" fmla="*/ 362724 w 421107"/>
                <a:gd name="connsiteY421" fmla="*/ 188816 h 516882"/>
                <a:gd name="connsiteX422" fmla="*/ 354048 w 421107"/>
                <a:gd name="connsiteY422" fmla="*/ 188788 h 516882"/>
                <a:gd name="connsiteX423" fmla="*/ 344988 w 421107"/>
                <a:gd name="connsiteY423" fmla="*/ 188770 h 516882"/>
                <a:gd name="connsiteX424" fmla="*/ 327823 w 421107"/>
                <a:gd name="connsiteY424" fmla="*/ 188722 h 516882"/>
                <a:gd name="connsiteX425" fmla="*/ 304634 w 421107"/>
                <a:gd name="connsiteY425" fmla="*/ 188667 h 516882"/>
                <a:gd name="connsiteX426" fmla="*/ 268087 w 421107"/>
                <a:gd name="connsiteY426" fmla="*/ 188561 h 516882"/>
                <a:gd name="connsiteX427" fmla="*/ 268087 w 421107"/>
                <a:gd name="connsiteY427" fmla="*/ 239163 h 516882"/>
                <a:gd name="connsiteX428" fmla="*/ 396079 w 421107"/>
                <a:gd name="connsiteY428" fmla="*/ 239907 h 516882"/>
                <a:gd name="connsiteX429" fmla="*/ 396079 w 421107"/>
                <a:gd name="connsiteY429" fmla="*/ 304647 h 516882"/>
                <a:gd name="connsiteX430" fmla="*/ 274040 w 421107"/>
                <a:gd name="connsiteY430" fmla="*/ 305391 h 516882"/>
                <a:gd name="connsiteX431" fmla="*/ 278226 w 421107"/>
                <a:gd name="connsiteY431" fmla="*/ 307996 h 516882"/>
                <a:gd name="connsiteX432" fmla="*/ 279993 w 421107"/>
                <a:gd name="connsiteY432" fmla="*/ 308368 h 516882"/>
                <a:gd name="connsiteX433" fmla="*/ 280737 w 421107"/>
                <a:gd name="connsiteY433" fmla="*/ 310600 h 516882"/>
                <a:gd name="connsiteX434" fmla="*/ 283714 w 421107"/>
                <a:gd name="connsiteY434" fmla="*/ 312089 h 516882"/>
                <a:gd name="connsiteX435" fmla="*/ 285202 w 421107"/>
                <a:gd name="connsiteY435" fmla="*/ 314321 h 516882"/>
                <a:gd name="connsiteX436" fmla="*/ 286737 w 421107"/>
                <a:gd name="connsiteY436" fmla="*/ 314647 h 516882"/>
                <a:gd name="connsiteX437" fmla="*/ 288179 w 421107"/>
                <a:gd name="connsiteY437" fmla="*/ 315065 h 516882"/>
                <a:gd name="connsiteX438" fmla="*/ 288923 w 421107"/>
                <a:gd name="connsiteY438" fmla="*/ 318042 h 516882"/>
                <a:gd name="connsiteX439" fmla="*/ 290411 w 421107"/>
                <a:gd name="connsiteY439" fmla="*/ 318414 h 516882"/>
                <a:gd name="connsiteX440" fmla="*/ 291900 w 421107"/>
                <a:gd name="connsiteY440" fmla="*/ 318786 h 516882"/>
                <a:gd name="connsiteX441" fmla="*/ 292179 w 421107"/>
                <a:gd name="connsiteY441" fmla="*/ 320321 h 516882"/>
                <a:gd name="connsiteX442" fmla="*/ 292644 w 421107"/>
                <a:gd name="connsiteY442" fmla="*/ 321762 h 516882"/>
                <a:gd name="connsiteX443" fmla="*/ 294876 w 421107"/>
                <a:gd name="connsiteY443" fmla="*/ 321762 h 516882"/>
                <a:gd name="connsiteX444" fmla="*/ 297109 w 421107"/>
                <a:gd name="connsiteY444" fmla="*/ 321762 h 516882"/>
                <a:gd name="connsiteX445" fmla="*/ 297853 w 421107"/>
                <a:gd name="connsiteY445" fmla="*/ 324739 h 516882"/>
                <a:gd name="connsiteX446" fmla="*/ 300829 w 421107"/>
                <a:gd name="connsiteY446" fmla="*/ 325483 h 516882"/>
                <a:gd name="connsiteX447" fmla="*/ 301573 w 421107"/>
                <a:gd name="connsiteY447" fmla="*/ 327716 h 516882"/>
                <a:gd name="connsiteX448" fmla="*/ 303434 w 421107"/>
                <a:gd name="connsiteY448" fmla="*/ 328460 h 516882"/>
                <a:gd name="connsiteX449" fmla="*/ 305294 w 421107"/>
                <a:gd name="connsiteY449" fmla="*/ 329204 h 516882"/>
                <a:gd name="connsiteX450" fmla="*/ 306038 w 421107"/>
                <a:gd name="connsiteY450" fmla="*/ 331436 h 516882"/>
                <a:gd name="connsiteX451" fmla="*/ 307527 w 421107"/>
                <a:gd name="connsiteY451" fmla="*/ 331808 h 516882"/>
                <a:gd name="connsiteX452" fmla="*/ 309015 w 421107"/>
                <a:gd name="connsiteY452" fmla="*/ 332180 h 516882"/>
                <a:gd name="connsiteX453" fmla="*/ 309759 w 421107"/>
                <a:gd name="connsiteY453" fmla="*/ 334413 h 516882"/>
                <a:gd name="connsiteX454" fmla="*/ 311619 w 421107"/>
                <a:gd name="connsiteY454" fmla="*/ 335157 h 516882"/>
                <a:gd name="connsiteX455" fmla="*/ 313480 w 421107"/>
                <a:gd name="connsiteY455" fmla="*/ 335901 h 516882"/>
                <a:gd name="connsiteX456" fmla="*/ 314224 w 421107"/>
                <a:gd name="connsiteY456" fmla="*/ 338134 h 516882"/>
                <a:gd name="connsiteX457" fmla="*/ 315712 w 421107"/>
                <a:gd name="connsiteY457" fmla="*/ 338506 h 516882"/>
                <a:gd name="connsiteX458" fmla="*/ 317200 w 421107"/>
                <a:gd name="connsiteY458" fmla="*/ 338878 h 516882"/>
                <a:gd name="connsiteX459" fmla="*/ 317944 w 421107"/>
                <a:gd name="connsiteY459" fmla="*/ 341110 h 516882"/>
                <a:gd name="connsiteX460" fmla="*/ 319758 w 421107"/>
                <a:gd name="connsiteY460" fmla="*/ 341808 h 516882"/>
                <a:gd name="connsiteX461" fmla="*/ 323153 w 421107"/>
                <a:gd name="connsiteY461" fmla="*/ 345575 h 516882"/>
                <a:gd name="connsiteX462" fmla="*/ 327758 w 421107"/>
                <a:gd name="connsiteY462" fmla="*/ 348924 h 516882"/>
                <a:gd name="connsiteX463" fmla="*/ 329107 w 421107"/>
                <a:gd name="connsiteY463" fmla="*/ 349296 h 516882"/>
                <a:gd name="connsiteX464" fmla="*/ 329851 w 421107"/>
                <a:gd name="connsiteY464" fmla="*/ 352272 h 516882"/>
                <a:gd name="connsiteX465" fmla="*/ 332827 w 421107"/>
                <a:gd name="connsiteY465" fmla="*/ 353016 h 516882"/>
                <a:gd name="connsiteX466" fmla="*/ 334316 w 421107"/>
                <a:gd name="connsiteY466" fmla="*/ 355249 h 516882"/>
                <a:gd name="connsiteX467" fmla="*/ 335804 w 421107"/>
                <a:gd name="connsiteY467" fmla="*/ 355574 h 516882"/>
                <a:gd name="connsiteX468" fmla="*/ 337292 w 421107"/>
                <a:gd name="connsiteY468" fmla="*/ 355993 h 516882"/>
                <a:gd name="connsiteX469" fmla="*/ 338780 w 421107"/>
                <a:gd name="connsiteY469" fmla="*/ 358969 h 516882"/>
                <a:gd name="connsiteX470" fmla="*/ 341013 w 421107"/>
                <a:gd name="connsiteY470" fmla="*/ 359714 h 516882"/>
                <a:gd name="connsiteX471" fmla="*/ 341013 w 421107"/>
                <a:gd name="connsiteY471" fmla="*/ 362690 h 516882"/>
                <a:gd name="connsiteX472" fmla="*/ 344734 w 421107"/>
                <a:gd name="connsiteY472" fmla="*/ 362690 h 516882"/>
                <a:gd name="connsiteX473" fmla="*/ 344734 w 421107"/>
                <a:gd name="connsiteY473" fmla="*/ 365667 h 516882"/>
                <a:gd name="connsiteX474" fmla="*/ 348454 w 421107"/>
                <a:gd name="connsiteY474" fmla="*/ 366411 h 516882"/>
                <a:gd name="connsiteX475" fmla="*/ 349198 w 421107"/>
                <a:gd name="connsiteY475" fmla="*/ 369387 h 516882"/>
                <a:gd name="connsiteX476" fmla="*/ 352175 w 421107"/>
                <a:gd name="connsiteY476" fmla="*/ 370876 h 516882"/>
                <a:gd name="connsiteX477" fmla="*/ 352175 w 421107"/>
                <a:gd name="connsiteY477" fmla="*/ 373108 h 516882"/>
                <a:gd name="connsiteX478" fmla="*/ 355896 w 421107"/>
                <a:gd name="connsiteY478" fmla="*/ 373108 h 516882"/>
                <a:gd name="connsiteX479" fmla="*/ 355896 w 421107"/>
                <a:gd name="connsiteY479" fmla="*/ 376085 h 516882"/>
                <a:gd name="connsiteX480" fmla="*/ 359616 w 421107"/>
                <a:gd name="connsiteY480" fmla="*/ 376829 h 516882"/>
                <a:gd name="connsiteX481" fmla="*/ 360361 w 421107"/>
                <a:gd name="connsiteY481" fmla="*/ 379061 h 516882"/>
                <a:gd name="connsiteX482" fmla="*/ 361895 w 421107"/>
                <a:gd name="connsiteY482" fmla="*/ 380596 h 516882"/>
                <a:gd name="connsiteX483" fmla="*/ 363337 w 421107"/>
                <a:gd name="connsiteY483" fmla="*/ 383526 h 516882"/>
                <a:gd name="connsiteX484" fmla="*/ 364825 w 421107"/>
                <a:gd name="connsiteY484" fmla="*/ 383852 h 516882"/>
                <a:gd name="connsiteX485" fmla="*/ 366314 w 421107"/>
                <a:gd name="connsiteY485" fmla="*/ 384270 h 516882"/>
                <a:gd name="connsiteX486" fmla="*/ 366314 w 421107"/>
                <a:gd name="connsiteY486" fmla="*/ 386503 h 516882"/>
                <a:gd name="connsiteX487" fmla="*/ 369290 w 421107"/>
                <a:gd name="connsiteY487" fmla="*/ 386503 h 516882"/>
                <a:gd name="connsiteX488" fmla="*/ 369616 w 421107"/>
                <a:gd name="connsiteY488" fmla="*/ 387898 h 516882"/>
                <a:gd name="connsiteX489" fmla="*/ 370034 w 421107"/>
                <a:gd name="connsiteY489" fmla="*/ 389479 h 516882"/>
                <a:gd name="connsiteX490" fmla="*/ 373755 w 421107"/>
                <a:gd name="connsiteY490" fmla="*/ 390968 h 516882"/>
                <a:gd name="connsiteX491" fmla="*/ 374499 w 421107"/>
                <a:gd name="connsiteY491" fmla="*/ 393200 h 516882"/>
                <a:gd name="connsiteX492" fmla="*/ 376732 w 421107"/>
                <a:gd name="connsiteY492" fmla="*/ 393944 h 516882"/>
                <a:gd name="connsiteX493" fmla="*/ 378220 w 421107"/>
                <a:gd name="connsiteY493" fmla="*/ 398409 h 516882"/>
                <a:gd name="connsiteX494" fmla="*/ 379708 w 421107"/>
                <a:gd name="connsiteY494" fmla="*/ 399153 h 516882"/>
                <a:gd name="connsiteX495" fmla="*/ 376732 w 421107"/>
                <a:gd name="connsiteY495" fmla="*/ 405106 h 516882"/>
                <a:gd name="connsiteX496" fmla="*/ 375243 w 421107"/>
                <a:gd name="connsiteY496" fmla="*/ 405106 h 516882"/>
                <a:gd name="connsiteX497" fmla="*/ 374639 w 421107"/>
                <a:gd name="connsiteY497" fmla="*/ 407106 h 516882"/>
                <a:gd name="connsiteX498" fmla="*/ 370034 w 421107"/>
                <a:gd name="connsiteY498" fmla="*/ 413292 h 516882"/>
                <a:gd name="connsiteX499" fmla="*/ 367802 w 421107"/>
                <a:gd name="connsiteY499" fmla="*/ 417012 h 516882"/>
                <a:gd name="connsiteX500" fmla="*/ 366314 w 421107"/>
                <a:gd name="connsiteY500" fmla="*/ 417757 h 516882"/>
                <a:gd name="connsiteX501" fmla="*/ 365569 w 421107"/>
                <a:gd name="connsiteY501" fmla="*/ 419989 h 516882"/>
                <a:gd name="connsiteX502" fmla="*/ 364081 w 421107"/>
                <a:gd name="connsiteY502" fmla="*/ 420733 h 516882"/>
                <a:gd name="connsiteX503" fmla="*/ 363756 w 421107"/>
                <a:gd name="connsiteY503" fmla="*/ 422268 h 516882"/>
                <a:gd name="connsiteX504" fmla="*/ 363337 w 421107"/>
                <a:gd name="connsiteY504" fmla="*/ 423710 h 516882"/>
                <a:gd name="connsiteX505" fmla="*/ 361105 w 421107"/>
                <a:gd name="connsiteY505" fmla="*/ 423710 h 516882"/>
                <a:gd name="connsiteX506" fmla="*/ 360733 w 421107"/>
                <a:gd name="connsiteY506" fmla="*/ 425570 h 516882"/>
                <a:gd name="connsiteX507" fmla="*/ 360361 w 421107"/>
                <a:gd name="connsiteY507" fmla="*/ 427430 h 516882"/>
                <a:gd name="connsiteX508" fmla="*/ 358128 w 421107"/>
                <a:gd name="connsiteY508" fmla="*/ 427430 h 516882"/>
                <a:gd name="connsiteX509" fmla="*/ 358314 w 421107"/>
                <a:gd name="connsiteY509" fmla="*/ 429058 h 516882"/>
                <a:gd name="connsiteX510" fmla="*/ 355152 w 421107"/>
                <a:gd name="connsiteY510" fmla="*/ 434872 h 516882"/>
                <a:gd name="connsiteX511" fmla="*/ 353663 w 421107"/>
                <a:gd name="connsiteY511" fmla="*/ 435616 h 516882"/>
                <a:gd name="connsiteX512" fmla="*/ 352640 w 421107"/>
                <a:gd name="connsiteY512" fmla="*/ 437709 h 516882"/>
                <a:gd name="connsiteX513" fmla="*/ 348454 w 421107"/>
                <a:gd name="connsiteY513" fmla="*/ 443057 h 516882"/>
                <a:gd name="connsiteX514" fmla="*/ 346966 w 421107"/>
                <a:gd name="connsiteY514" fmla="*/ 443057 h 516882"/>
                <a:gd name="connsiteX515" fmla="*/ 346966 w 421107"/>
                <a:gd name="connsiteY515" fmla="*/ 444546 h 516882"/>
                <a:gd name="connsiteX516" fmla="*/ 349730 w 421107"/>
                <a:gd name="connsiteY516" fmla="*/ 444541 h 516882"/>
                <a:gd name="connsiteX517" fmla="*/ 375452 w 421107"/>
                <a:gd name="connsiteY517" fmla="*/ 444507 h 516882"/>
                <a:gd name="connsiteX518" fmla="*/ 388678 w 421107"/>
                <a:gd name="connsiteY518" fmla="*/ 444490 h 516882"/>
                <a:gd name="connsiteX519" fmla="*/ 401431 w 421107"/>
                <a:gd name="connsiteY519" fmla="*/ 444475 h 516882"/>
                <a:gd name="connsiteX520" fmla="*/ 406308 w 421107"/>
                <a:gd name="connsiteY520" fmla="*/ 444467 h 516882"/>
                <a:gd name="connsiteX521" fmla="*/ 413113 w 421107"/>
                <a:gd name="connsiteY521" fmla="*/ 444461 h 516882"/>
                <a:gd name="connsiteX522" fmla="*/ 415171 w 421107"/>
                <a:gd name="connsiteY522" fmla="*/ 444453 h 516882"/>
                <a:gd name="connsiteX523" fmla="*/ 420636 w 421107"/>
                <a:gd name="connsiteY523" fmla="*/ 445290 h 516882"/>
                <a:gd name="connsiteX524" fmla="*/ 420779 w 421107"/>
                <a:gd name="connsiteY524" fmla="*/ 451852 h 516882"/>
                <a:gd name="connsiteX525" fmla="*/ 420798 w 421107"/>
                <a:gd name="connsiteY525" fmla="*/ 453938 h 516882"/>
                <a:gd name="connsiteX526" fmla="*/ 420839 w 421107"/>
                <a:gd name="connsiteY526" fmla="*/ 460800 h 516882"/>
                <a:gd name="connsiteX527" fmla="*/ 420851 w 421107"/>
                <a:gd name="connsiteY527" fmla="*/ 463159 h 516882"/>
                <a:gd name="connsiteX528" fmla="*/ 420896 w 421107"/>
                <a:gd name="connsiteY528" fmla="*/ 475509 h 516882"/>
                <a:gd name="connsiteX529" fmla="*/ 420980 w 421107"/>
                <a:gd name="connsiteY529" fmla="*/ 488309 h 516882"/>
                <a:gd name="connsiteX530" fmla="*/ 421018 w 421107"/>
                <a:gd name="connsiteY530" fmla="*/ 498114 h 516882"/>
                <a:gd name="connsiteX531" fmla="*/ 421052 w 421107"/>
                <a:gd name="connsiteY531" fmla="*/ 502835 h 516882"/>
                <a:gd name="connsiteX532" fmla="*/ 421070 w 421107"/>
                <a:gd name="connsiteY532" fmla="*/ 509421 h 516882"/>
                <a:gd name="connsiteX533" fmla="*/ 421107 w 421107"/>
                <a:gd name="connsiteY533" fmla="*/ 511413 h 516882"/>
                <a:gd name="connsiteX534" fmla="*/ 420636 w 421107"/>
                <a:gd name="connsiteY534" fmla="*/ 515983 h 516882"/>
                <a:gd name="connsiteX535" fmla="*/ 409977 w 421107"/>
                <a:gd name="connsiteY535" fmla="*/ 516821 h 516882"/>
                <a:gd name="connsiteX536" fmla="*/ 407841 w 421107"/>
                <a:gd name="connsiteY536" fmla="*/ 516824 h 516882"/>
                <a:gd name="connsiteX537" fmla="*/ 400714 w 421107"/>
                <a:gd name="connsiteY537" fmla="*/ 516822 h 516882"/>
                <a:gd name="connsiteX538" fmla="*/ 395569 w 421107"/>
                <a:gd name="connsiteY538" fmla="*/ 516825 h 516882"/>
                <a:gd name="connsiteX539" fmla="*/ 381400 w 421107"/>
                <a:gd name="connsiteY539" fmla="*/ 516825 h 516882"/>
                <a:gd name="connsiteX540" fmla="*/ 367699 w 421107"/>
                <a:gd name="connsiteY540" fmla="*/ 516827 h 516882"/>
                <a:gd name="connsiteX541" fmla="*/ 337943 w 421107"/>
                <a:gd name="connsiteY541" fmla="*/ 516828 h 516882"/>
                <a:gd name="connsiteX542" fmla="*/ 311906 w 421107"/>
                <a:gd name="connsiteY542" fmla="*/ 516827 h 516882"/>
                <a:gd name="connsiteX543" fmla="*/ 310164 w 421107"/>
                <a:gd name="connsiteY543" fmla="*/ 516827 h 516882"/>
                <a:gd name="connsiteX544" fmla="*/ 303159 w 421107"/>
                <a:gd name="connsiteY544" fmla="*/ 516828 h 516882"/>
                <a:gd name="connsiteX545" fmla="*/ 237434 w 421107"/>
                <a:gd name="connsiteY545" fmla="*/ 516824 h 516882"/>
                <a:gd name="connsiteX546" fmla="*/ 178998 w 421107"/>
                <a:gd name="connsiteY546" fmla="*/ 516824 h 516882"/>
                <a:gd name="connsiteX547" fmla="*/ 113384 w 421107"/>
                <a:gd name="connsiteY547" fmla="*/ 516828 h 516882"/>
                <a:gd name="connsiteX548" fmla="*/ 106395 w 421107"/>
                <a:gd name="connsiteY548" fmla="*/ 516827 h 516882"/>
                <a:gd name="connsiteX549" fmla="*/ 104656 w 421107"/>
                <a:gd name="connsiteY549" fmla="*/ 516827 h 516882"/>
                <a:gd name="connsiteX550" fmla="*/ 78627 w 421107"/>
                <a:gd name="connsiteY550" fmla="*/ 516829 h 516882"/>
                <a:gd name="connsiteX551" fmla="*/ 49047 w 421107"/>
                <a:gd name="connsiteY551" fmla="*/ 516826 h 516882"/>
                <a:gd name="connsiteX552" fmla="*/ 33941 w 421107"/>
                <a:gd name="connsiteY552" fmla="*/ 516826 h 516882"/>
                <a:gd name="connsiteX553" fmla="*/ 20134 w 421107"/>
                <a:gd name="connsiteY553" fmla="*/ 516823 h 516882"/>
                <a:gd name="connsiteX554" fmla="*/ 15118 w 421107"/>
                <a:gd name="connsiteY554" fmla="*/ 516824 h 516882"/>
                <a:gd name="connsiteX555" fmla="*/ 8342 w 421107"/>
                <a:gd name="connsiteY555" fmla="*/ 516821 h 516882"/>
                <a:gd name="connsiteX556" fmla="*/ 6339 w 421107"/>
                <a:gd name="connsiteY556" fmla="*/ 516826 h 516882"/>
                <a:gd name="connsiteX557" fmla="*/ 196 w 421107"/>
                <a:gd name="connsiteY557" fmla="*/ 515983 h 516882"/>
                <a:gd name="connsiteX558" fmla="*/ 11 w 421107"/>
                <a:gd name="connsiteY558" fmla="*/ 512590 h 516882"/>
                <a:gd name="connsiteX559" fmla="*/ 0 w 421107"/>
                <a:gd name="connsiteY559" fmla="*/ 510348 h 516882"/>
                <a:gd name="connsiteX560" fmla="*/ 11 w 421107"/>
                <a:gd name="connsiteY560" fmla="*/ 507852 h 516882"/>
                <a:gd name="connsiteX561" fmla="*/ 5 w 421107"/>
                <a:gd name="connsiteY561" fmla="*/ 505215 h 516882"/>
                <a:gd name="connsiteX562" fmla="*/ 10 w 421107"/>
                <a:gd name="connsiteY562" fmla="*/ 497905 h 516882"/>
                <a:gd name="connsiteX563" fmla="*/ 7 w 421107"/>
                <a:gd name="connsiteY563" fmla="*/ 489977 h 516882"/>
                <a:gd name="connsiteX564" fmla="*/ 9 w 421107"/>
                <a:gd name="connsiteY564" fmla="*/ 476060 h 516882"/>
                <a:gd name="connsiteX565" fmla="*/ 12 w 421107"/>
                <a:gd name="connsiteY565" fmla="*/ 455367 h 516882"/>
                <a:gd name="connsiteX566" fmla="*/ 16 w 421107"/>
                <a:gd name="connsiteY566" fmla="*/ 420561 h 516882"/>
                <a:gd name="connsiteX567" fmla="*/ 26 w 421107"/>
                <a:gd name="connsiteY567" fmla="*/ 386082 h 516882"/>
                <a:gd name="connsiteX568" fmla="*/ 26 w 421107"/>
                <a:gd name="connsiteY568" fmla="*/ 383919 h 516882"/>
                <a:gd name="connsiteX569" fmla="*/ 26 w 421107"/>
                <a:gd name="connsiteY569" fmla="*/ 375228 h 516882"/>
                <a:gd name="connsiteX570" fmla="*/ 44 w 421107"/>
                <a:gd name="connsiteY570" fmla="*/ 293628 h 516882"/>
                <a:gd name="connsiteX571" fmla="*/ 59 w 421107"/>
                <a:gd name="connsiteY571" fmla="*/ 221062 h 516882"/>
                <a:gd name="connsiteX572" fmla="*/ 58 w 421107"/>
                <a:gd name="connsiteY572" fmla="*/ 216402 h 516882"/>
                <a:gd name="connsiteX573" fmla="*/ 58 w 421107"/>
                <a:gd name="connsiteY573" fmla="*/ 214076 h 516882"/>
                <a:gd name="connsiteX574" fmla="*/ 58 w 421107"/>
                <a:gd name="connsiteY574" fmla="*/ 202482 h 516882"/>
                <a:gd name="connsiteX575" fmla="*/ 58 w 421107"/>
                <a:gd name="connsiteY575" fmla="*/ 200172 h 516882"/>
                <a:gd name="connsiteX576" fmla="*/ 66 w 421107"/>
                <a:gd name="connsiteY576" fmla="*/ 139615 h 516882"/>
                <a:gd name="connsiteX577" fmla="*/ 66 w 421107"/>
                <a:gd name="connsiteY577" fmla="*/ 137440 h 516882"/>
                <a:gd name="connsiteX578" fmla="*/ 68 w 421107"/>
                <a:gd name="connsiteY578" fmla="*/ 128782 h 516882"/>
                <a:gd name="connsiteX579" fmla="*/ 72 w 421107"/>
                <a:gd name="connsiteY579" fmla="*/ 98605 h 516882"/>
                <a:gd name="connsiteX580" fmla="*/ 83 w 421107"/>
                <a:gd name="connsiteY580" fmla="*/ 59724 h 516882"/>
                <a:gd name="connsiteX581" fmla="*/ 87 w 421107"/>
                <a:gd name="connsiteY581" fmla="*/ 39141 h 516882"/>
                <a:gd name="connsiteX582" fmla="*/ 93 w 421107"/>
                <a:gd name="connsiteY582" fmla="*/ 25418 h 516882"/>
                <a:gd name="connsiteX583" fmla="*/ 95 w 421107"/>
                <a:gd name="connsiteY583" fmla="*/ 17582 h 516882"/>
                <a:gd name="connsiteX584" fmla="*/ 101 w 421107"/>
                <a:gd name="connsiteY584" fmla="*/ 9169 h 516882"/>
                <a:gd name="connsiteX585" fmla="*/ 96 w 421107"/>
                <a:gd name="connsiteY585" fmla="*/ 6673 h 516882"/>
                <a:gd name="connsiteX586" fmla="*/ 102 w 421107"/>
                <a:gd name="connsiteY586" fmla="*/ 4431 h 516882"/>
                <a:gd name="connsiteX587" fmla="*/ 103 w 421107"/>
                <a:gd name="connsiteY587" fmla="*/ 2485 h 516882"/>
                <a:gd name="connsiteX588" fmla="*/ 5421 w 421107"/>
                <a:gd name="connsiteY588" fmla="*/ 192 h 516882"/>
                <a:gd name="connsiteX589" fmla="*/ 7397 w 421107"/>
                <a:gd name="connsiteY589" fmla="*/ 196 h 516882"/>
                <a:gd name="connsiteX590" fmla="*/ 9484 w 421107"/>
                <a:gd name="connsiteY590" fmla="*/ 191 h 516882"/>
                <a:gd name="connsiteX591" fmla="*/ 16501 w 421107"/>
                <a:gd name="connsiteY591" fmla="*/ 189 h 516882"/>
                <a:gd name="connsiteX592" fmla="*/ 21546 w 421107"/>
                <a:gd name="connsiteY592" fmla="*/ 183 h 516882"/>
                <a:gd name="connsiteX593" fmla="*/ 35481 w 421107"/>
                <a:gd name="connsiteY593" fmla="*/ 175 h 516882"/>
                <a:gd name="connsiteX594" fmla="*/ 48943 w 421107"/>
                <a:gd name="connsiteY594" fmla="*/ 164 h 516882"/>
                <a:gd name="connsiteX595" fmla="*/ 85025 w 421107"/>
                <a:gd name="connsiteY595" fmla="*/ 144 h 516882"/>
                <a:gd name="connsiteX596" fmla="*/ 102082 w 421107"/>
                <a:gd name="connsiteY596" fmla="*/ 137 h 516882"/>
                <a:gd name="connsiteX597" fmla="*/ 160432 w 421107"/>
                <a:gd name="connsiteY597" fmla="*/ 117 h 516882"/>
                <a:gd name="connsiteX598" fmla="*/ 164097 w 421107"/>
                <a:gd name="connsiteY598" fmla="*/ 116 h 516882"/>
                <a:gd name="connsiteX599" fmla="*/ 167770 w 421107"/>
                <a:gd name="connsiteY599" fmla="*/ 116 h 516882"/>
                <a:gd name="connsiteX600" fmla="*/ 175141 w 421107"/>
                <a:gd name="connsiteY600" fmla="*/ 115 h 516882"/>
                <a:gd name="connsiteX601" fmla="*/ 176987 w 421107"/>
                <a:gd name="connsiteY601" fmla="*/ 115 h 516882"/>
                <a:gd name="connsiteX602" fmla="*/ 236277 w 421107"/>
                <a:gd name="connsiteY602" fmla="*/ 83 h 516882"/>
                <a:gd name="connsiteX603" fmla="*/ 298911 w 421107"/>
                <a:gd name="connsiteY603" fmla="*/ 53 h 516882"/>
                <a:gd name="connsiteX604" fmla="*/ 305780 w 421107"/>
                <a:gd name="connsiteY604" fmla="*/ 53 h 516882"/>
                <a:gd name="connsiteX605" fmla="*/ 307489 w 421107"/>
                <a:gd name="connsiteY605" fmla="*/ 53 h 516882"/>
                <a:gd name="connsiteX606" fmla="*/ 334766 w 421107"/>
                <a:gd name="connsiteY606" fmla="*/ 33 h 516882"/>
                <a:gd name="connsiteX607" fmla="*/ 362157 w 421107"/>
                <a:gd name="connsiteY607" fmla="*/ 26 h 516882"/>
                <a:gd name="connsiteX608" fmla="*/ 377009 w 421107"/>
                <a:gd name="connsiteY608" fmla="*/ 18 h 516882"/>
                <a:gd name="connsiteX609" fmla="*/ 390585 w 421107"/>
                <a:gd name="connsiteY609" fmla="*/ 18 h 516882"/>
                <a:gd name="connsiteX610" fmla="*/ 395517 w 421107"/>
                <a:gd name="connsiteY610" fmla="*/ 11 h 516882"/>
                <a:gd name="connsiteX611" fmla="*/ 402180 w 421107"/>
                <a:gd name="connsiteY611" fmla="*/ 17 h 516882"/>
                <a:gd name="connsiteX612" fmla="*/ 404150 w 421107"/>
                <a:gd name="connsiteY612" fmla="*/ 0 h 51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Lst>
              <a:rect l="l" t="t" r="r" b="b"/>
              <a:pathLst>
                <a:path w="421107" h="516882">
                  <a:moveTo>
                    <a:pt x="241615" y="356471"/>
                  </a:moveTo>
                  <a:cubicBezTo>
                    <a:pt x="238775" y="356471"/>
                    <a:pt x="238775" y="356471"/>
                    <a:pt x="238220" y="359494"/>
                  </a:cubicBezTo>
                  <a:cubicBezTo>
                    <a:pt x="238109" y="360237"/>
                    <a:pt x="238002" y="360959"/>
                    <a:pt x="237894" y="361680"/>
                  </a:cubicBezTo>
                  <a:cubicBezTo>
                    <a:pt x="237388" y="361680"/>
                    <a:pt x="236897" y="361680"/>
                    <a:pt x="236406" y="361680"/>
                  </a:cubicBezTo>
                  <a:cubicBezTo>
                    <a:pt x="235842" y="362596"/>
                    <a:pt x="235842" y="362596"/>
                    <a:pt x="235290" y="363494"/>
                  </a:cubicBezTo>
                  <a:cubicBezTo>
                    <a:pt x="234726" y="364457"/>
                    <a:pt x="234726" y="364457"/>
                    <a:pt x="234174" y="365401"/>
                  </a:cubicBezTo>
                  <a:cubicBezTo>
                    <a:pt x="233668" y="365654"/>
                    <a:pt x="233176" y="365899"/>
                    <a:pt x="232685" y="366145"/>
                  </a:cubicBezTo>
                  <a:cubicBezTo>
                    <a:pt x="232444" y="367139"/>
                    <a:pt x="232197" y="368131"/>
                    <a:pt x="231941" y="369121"/>
                  </a:cubicBezTo>
                  <a:cubicBezTo>
                    <a:pt x="231435" y="369121"/>
                    <a:pt x="230944" y="369121"/>
                    <a:pt x="230453" y="369121"/>
                  </a:cubicBezTo>
                  <a:cubicBezTo>
                    <a:pt x="230200" y="369754"/>
                    <a:pt x="229954" y="370368"/>
                    <a:pt x="229709" y="370982"/>
                  </a:cubicBezTo>
                  <a:cubicBezTo>
                    <a:pt x="229456" y="371614"/>
                    <a:pt x="229210" y="372228"/>
                    <a:pt x="228965" y="372842"/>
                  </a:cubicBezTo>
                  <a:cubicBezTo>
                    <a:pt x="228459" y="372842"/>
                    <a:pt x="227967" y="372842"/>
                    <a:pt x="227476" y="372842"/>
                  </a:cubicBezTo>
                  <a:cubicBezTo>
                    <a:pt x="227251" y="373840"/>
                    <a:pt x="227001" y="374832"/>
                    <a:pt x="226732" y="375819"/>
                  </a:cubicBezTo>
                  <a:cubicBezTo>
                    <a:pt x="225973" y="376072"/>
                    <a:pt x="225236" y="376317"/>
                    <a:pt x="224500" y="376563"/>
                  </a:cubicBezTo>
                  <a:cubicBezTo>
                    <a:pt x="224357" y="377085"/>
                    <a:pt x="224219" y="377591"/>
                    <a:pt x="224081" y="378098"/>
                  </a:cubicBezTo>
                  <a:cubicBezTo>
                    <a:pt x="223970" y="378588"/>
                    <a:pt x="223863" y="379064"/>
                    <a:pt x="223756" y="379539"/>
                  </a:cubicBezTo>
                  <a:cubicBezTo>
                    <a:pt x="223250" y="379539"/>
                    <a:pt x="222758" y="379539"/>
                    <a:pt x="222267" y="379539"/>
                  </a:cubicBezTo>
                  <a:cubicBezTo>
                    <a:pt x="221798" y="380790"/>
                    <a:pt x="221301" y="382031"/>
                    <a:pt x="220779" y="383260"/>
                  </a:cubicBezTo>
                  <a:cubicBezTo>
                    <a:pt x="220020" y="383260"/>
                    <a:pt x="219283" y="383260"/>
                    <a:pt x="218547" y="383260"/>
                  </a:cubicBezTo>
                  <a:cubicBezTo>
                    <a:pt x="217418" y="385517"/>
                    <a:pt x="215833" y="387411"/>
                    <a:pt x="214082" y="389213"/>
                  </a:cubicBezTo>
                  <a:cubicBezTo>
                    <a:pt x="213084" y="389698"/>
                    <a:pt x="212090" y="390191"/>
                    <a:pt x="211105" y="390701"/>
                  </a:cubicBezTo>
                  <a:cubicBezTo>
                    <a:pt x="211105" y="391713"/>
                    <a:pt x="211105" y="392696"/>
                    <a:pt x="211105" y="393678"/>
                  </a:cubicBezTo>
                  <a:cubicBezTo>
                    <a:pt x="210093" y="393678"/>
                    <a:pt x="209111" y="393678"/>
                    <a:pt x="208129" y="393678"/>
                  </a:cubicBezTo>
                  <a:cubicBezTo>
                    <a:pt x="208002" y="394168"/>
                    <a:pt x="207879" y="394644"/>
                    <a:pt x="207757" y="395120"/>
                  </a:cubicBezTo>
                  <a:cubicBezTo>
                    <a:pt x="207630" y="395642"/>
                    <a:pt x="207507" y="396148"/>
                    <a:pt x="207384" y="396655"/>
                  </a:cubicBezTo>
                  <a:cubicBezTo>
                    <a:pt x="206392" y="396903"/>
                    <a:pt x="205400" y="397151"/>
                    <a:pt x="204408" y="397399"/>
                  </a:cubicBezTo>
                  <a:cubicBezTo>
                    <a:pt x="204167" y="398393"/>
                    <a:pt x="203919" y="399385"/>
                    <a:pt x="203664" y="400375"/>
                  </a:cubicBezTo>
                  <a:cubicBezTo>
                    <a:pt x="202652" y="400375"/>
                    <a:pt x="201669" y="400375"/>
                    <a:pt x="200687" y="400375"/>
                  </a:cubicBezTo>
                  <a:cubicBezTo>
                    <a:pt x="200292" y="400865"/>
                    <a:pt x="199908" y="401341"/>
                    <a:pt x="199524" y="401817"/>
                  </a:cubicBezTo>
                  <a:cubicBezTo>
                    <a:pt x="199161" y="402339"/>
                    <a:pt x="198808" y="402845"/>
                    <a:pt x="198455" y="403352"/>
                  </a:cubicBezTo>
                  <a:cubicBezTo>
                    <a:pt x="197696" y="403605"/>
                    <a:pt x="196959" y="403850"/>
                    <a:pt x="196222" y="404096"/>
                  </a:cubicBezTo>
                  <a:cubicBezTo>
                    <a:pt x="195546" y="405634"/>
                    <a:pt x="195546" y="405634"/>
                    <a:pt x="194734" y="407073"/>
                  </a:cubicBezTo>
                  <a:cubicBezTo>
                    <a:pt x="193722" y="407073"/>
                    <a:pt x="192740" y="407073"/>
                    <a:pt x="191758" y="407073"/>
                  </a:cubicBezTo>
                  <a:cubicBezTo>
                    <a:pt x="191507" y="408945"/>
                    <a:pt x="191507" y="408945"/>
                    <a:pt x="191013" y="410793"/>
                  </a:cubicBezTo>
                  <a:cubicBezTo>
                    <a:pt x="190270" y="410809"/>
                    <a:pt x="189549" y="410824"/>
                    <a:pt x="188827" y="410840"/>
                  </a:cubicBezTo>
                  <a:cubicBezTo>
                    <a:pt x="188053" y="410824"/>
                    <a:pt x="187301" y="410809"/>
                    <a:pt x="186549" y="410793"/>
                  </a:cubicBezTo>
                  <a:cubicBezTo>
                    <a:pt x="186280" y="411283"/>
                    <a:pt x="186019" y="411759"/>
                    <a:pt x="185758" y="412235"/>
                  </a:cubicBezTo>
                  <a:cubicBezTo>
                    <a:pt x="185521" y="412757"/>
                    <a:pt x="185290" y="413263"/>
                    <a:pt x="185060" y="413770"/>
                  </a:cubicBezTo>
                  <a:cubicBezTo>
                    <a:pt x="183819" y="414012"/>
                    <a:pt x="182579" y="414260"/>
                    <a:pt x="181340" y="414514"/>
                  </a:cubicBezTo>
                  <a:cubicBezTo>
                    <a:pt x="181088" y="416017"/>
                    <a:pt x="181088" y="416017"/>
                    <a:pt x="180595" y="417491"/>
                  </a:cubicBezTo>
                  <a:cubicBezTo>
                    <a:pt x="179694" y="417680"/>
                    <a:pt x="178819" y="417864"/>
                    <a:pt x="177944" y="418049"/>
                  </a:cubicBezTo>
                  <a:cubicBezTo>
                    <a:pt x="177075" y="418112"/>
                    <a:pt x="176231" y="418173"/>
                    <a:pt x="175386" y="418235"/>
                  </a:cubicBezTo>
                  <a:cubicBezTo>
                    <a:pt x="175386" y="419247"/>
                    <a:pt x="175386" y="420229"/>
                    <a:pt x="175386" y="421211"/>
                  </a:cubicBezTo>
                  <a:cubicBezTo>
                    <a:pt x="173201" y="421025"/>
                    <a:pt x="173201" y="421025"/>
                    <a:pt x="170922" y="421211"/>
                  </a:cubicBezTo>
                  <a:cubicBezTo>
                    <a:pt x="170696" y="422209"/>
                    <a:pt x="170447" y="423201"/>
                    <a:pt x="170177" y="424188"/>
                  </a:cubicBezTo>
                  <a:cubicBezTo>
                    <a:pt x="169292" y="424330"/>
                    <a:pt x="168432" y="424468"/>
                    <a:pt x="167573" y="424606"/>
                  </a:cubicBezTo>
                  <a:cubicBezTo>
                    <a:pt x="166258" y="424771"/>
                    <a:pt x="166258" y="424771"/>
                    <a:pt x="164968" y="424932"/>
                  </a:cubicBezTo>
                  <a:cubicBezTo>
                    <a:pt x="164593" y="426059"/>
                    <a:pt x="164593" y="426059"/>
                    <a:pt x="164224" y="427164"/>
                  </a:cubicBezTo>
                  <a:cubicBezTo>
                    <a:pt x="162822" y="427651"/>
                    <a:pt x="162822" y="427651"/>
                    <a:pt x="161201" y="427862"/>
                  </a:cubicBezTo>
                  <a:cubicBezTo>
                    <a:pt x="159547" y="428115"/>
                    <a:pt x="159547" y="428115"/>
                    <a:pt x="158271" y="428653"/>
                  </a:cubicBezTo>
                  <a:cubicBezTo>
                    <a:pt x="158271" y="429665"/>
                    <a:pt x="158271" y="430647"/>
                    <a:pt x="158271" y="431629"/>
                  </a:cubicBezTo>
                  <a:cubicBezTo>
                    <a:pt x="157275" y="431582"/>
                    <a:pt x="156308" y="431536"/>
                    <a:pt x="155341" y="431490"/>
                  </a:cubicBezTo>
                  <a:cubicBezTo>
                    <a:pt x="153693" y="431411"/>
                    <a:pt x="153693" y="431411"/>
                    <a:pt x="152318" y="431629"/>
                  </a:cubicBezTo>
                  <a:cubicBezTo>
                    <a:pt x="151942" y="432757"/>
                    <a:pt x="151942" y="432757"/>
                    <a:pt x="151574" y="433862"/>
                  </a:cubicBezTo>
                  <a:cubicBezTo>
                    <a:pt x="150000" y="434350"/>
                    <a:pt x="150000" y="434350"/>
                    <a:pt x="148179" y="434559"/>
                  </a:cubicBezTo>
                  <a:cubicBezTo>
                    <a:pt x="146316" y="434812"/>
                    <a:pt x="146316" y="434812"/>
                    <a:pt x="144877" y="435350"/>
                  </a:cubicBezTo>
                  <a:cubicBezTo>
                    <a:pt x="144877" y="436362"/>
                    <a:pt x="144877" y="437344"/>
                    <a:pt x="144877" y="438326"/>
                  </a:cubicBezTo>
                  <a:cubicBezTo>
                    <a:pt x="143896" y="438279"/>
                    <a:pt x="142945" y="438233"/>
                    <a:pt x="141993" y="438187"/>
                  </a:cubicBezTo>
                  <a:cubicBezTo>
                    <a:pt x="140371" y="438108"/>
                    <a:pt x="140371" y="438108"/>
                    <a:pt x="138924" y="438326"/>
                  </a:cubicBezTo>
                  <a:cubicBezTo>
                    <a:pt x="138418" y="439085"/>
                    <a:pt x="137926" y="439822"/>
                    <a:pt x="137435" y="440559"/>
                  </a:cubicBezTo>
                  <a:cubicBezTo>
                    <a:pt x="136455" y="440701"/>
                    <a:pt x="135503" y="440839"/>
                    <a:pt x="134552" y="440977"/>
                  </a:cubicBezTo>
                  <a:cubicBezTo>
                    <a:pt x="130583" y="441343"/>
                    <a:pt x="128766" y="442596"/>
                    <a:pt x="125529" y="445024"/>
                  </a:cubicBezTo>
                  <a:cubicBezTo>
                    <a:pt x="196624" y="445024"/>
                    <a:pt x="265628" y="445024"/>
                    <a:pt x="334633" y="445024"/>
                  </a:cubicBezTo>
                  <a:cubicBezTo>
                    <a:pt x="334380" y="444265"/>
                    <a:pt x="334134" y="443528"/>
                    <a:pt x="333888" y="442791"/>
                  </a:cubicBezTo>
                  <a:cubicBezTo>
                    <a:pt x="332894" y="442550"/>
                    <a:pt x="331902" y="442303"/>
                    <a:pt x="330912" y="442047"/>
                  </a:cubicBezTo>
                  <a:cubicBezTo>
                    <a:pt x="330912" y="441288"/>
                    <a:pt x="330912" y="440551"/>
                    <a:pt x="330912" y="439815"/>
                  </a:cubicBezTo>
                  <a:cubicBezTo>
                    <a:pt x="330453" y="439453"/>
                    <a:pt x="330008" y="439102"/>
                    <a:pt x="329563" y="438751"/>
                  </a:cubicBezTo>
                  <a:cubicBezTo>
                    <a:pt x="327813" y="437495"/>
                    <a:pt x="326906" y="436285"/>
                    <a:pt x="325703" y="434513"/>
                  </a:cubicBezTo>
                  <a:cubicBezTo>
                    <a:pt x="324633" y="432926"/>
                    <a:pt x="324633" y="432926"/>
                    <a:pt x="323470" y="431629"/>
                  </a:cubicBezTo>
                  <a:cubicBezTo>
                    <a:pt x="322473" y="431405"/>
                    <a:pt x="321479" y="431161"/>
                    <a:pt x="320494" y="430885"/>
                  </a:cubicBezTo>
                  <a:cubicBezTo>
                    <a:pt x="320494" y="429873"/>
                    <a:pt x="320494" y="428891"/>
                    <a:pt x="320494" y="427908"/>
                  </a:cubicBezTo>
                  <a:cubicBezTo>
                    <a:pt x="319988" y="427766"/>
                    <a:pt x="319497" y="427628"/>
                    <a:pt x="319006" y="427490"/>
                  </a:cubicBezTo>
                  <a:cubicBezTo>
                    <a:pt x="318500" y="427379"/>
                    <a:pt x="318008" y="427272"/>
                    <a:pt x="317517" y="427164"/>
                  </a:cubicBezTo>
                  <a:cubicBezTo>
                    <a:pt x="317517" y="426405"/>
                    <a:pt x="317517" y="425669"/>
                    <a:pt x="317517" y="424932"/>
                  </a:cubicBezTo>
                  <a:cubicBezTo>
                    <a:pt x="316758" y="424679"/>
                    <a:pt x="316022" y="424433"/>
                    <a:pt x="315285" y="424188"/>
                  </a:cubicBezTo>
                  <a:cubicBezTo>
                    <a:pt x="314533" y="423060"/>
                    <a:pt x="314533" y="423060"/>
                    <a:pt x="313797" y="421955"/>
                  </a:cubicBezTo>
                  <a:cubicBezTo>
                    <a:pt x="311482" y="420412"/>
                    <a:pt x="309732" y="418784"/>
                    <a:pt x="307843" y="416746"/>
                  </a:cubicBezTo>
                  <a:cubicBezTo>
                    <a:pt x="307590" y="415987"/>
                    <a:pt x="307345" y="415251"/>
                    <a:pt x="307099" y="414514"/>
                  </a:cubicBezTo>
                  <a:cubicBezTo>
                    <a:pt x="306105" y="414273"/>
                    <a:pt x="305113" y="414025"/>
                    <a:pt x="304123" y="413770"/>
                  </a:cubicBezTo>
                  <a:cubicBezTo>
                    <a:pt x="304123" y="413011"/>
                    <a:pt x="304123" y="412274"/>
                    <a:pt x="304123" y="411537"/>
                  </a:cubicBezTo>
                  <a:cubicBezTo>
                    <a:pt x="303490" y="411411"/>
                    <a:pt x="302876" y="411288"/>
                    <a:pt x="302262" y="411165"/>
                  </a:cubicBezTo>
                  <a:cubicBezTo>
                    <a:pt x="301630" y="411039"/>
                    <a:pt x="301016" y="410916"/>
                    <a:pt x="300402" y="410793"/>
                  </a:cubicBezTo>
                  <a:cubicBezTo>
                    <a:pt x="300402" y="410034"/>
                    <a:pt x="300402" y="409298"/>
                    <a:pt x="300402" y="408561"/>
                  </a:cubicBezTo>
                  <a:cubicBezTo>
                    <a:pt x="299155" y="408081"/>
                    <a:pt x="297915" y="407584"/>
                    <a:pt x="296681" y="407073"/>
                  </a:cubicBezTo>
                  <a:cubicBezTo>
                    <a:pt x="296539" y="406551"/>
                    <a:pt x="296401" y="406044"/>
                    <a:pt x="296263" y="405538"/>
                  </a:cubicBezTo>
                  <a:cubicBezTo>
                    <a:pt x="296098" y="404810"/>
                    <a:pt x="296098" y="404810"/>
                    <a:pt x="295937" y="404096"/>
                  </a:cubicBezTo>
                  <a:cubicBezTo>
                    <a:pt x="295415" y="403954"/>
                    <a:pt x="294909" y="403816"/>
                    <a:pt x="294402" y="403677"/>
                  </a:cubicBezTo>
                  <a:cubicBezTo>
                    <a:pt x="293912" y="403567"/>
                    <a:pt x="293436" y="403459"/>
                    <a:pt x="292961" y="403352"/>
                  </a:cubicBezTo>
                  <a:cubicBezTo>
                    <a:pt x="292961" y="402593"/>
                    <a:pt x="292961" y="401856"/>
                    <a:pt x="292961" y="401119"/>
                  </a:cubicBezTo>
                  <a:cubicBezTo>
                    <a:pt x="292328" y="400993"/>
                    <a:pt x="291714" y="400870"/>
                    <a:pt x="291100" y="400747"/>
                  </a:cubicBezTo>
                  <a:cubicBezTo>
                    <a:pt x="290468" y="400621"/>
                    <a:pt x="289854" y="400498"/>
                    <a:pt x="289240" y="400375"/>
                  </a:cubicBezTo>
                  <a:cubicBezTo>
                    <a:pt x="289240" y="399616"/>
                    <a:pt x="289240" y="398880"/>
                    <a:pt x="289240" y="398143"/>
                  </a:cubicBezTo>
                  <a:cubicBezTo>
                    <a:pt x="288607" y="397890"/>
                    <a:pt x="287994" y="397644"/>
                    <a:pt x="287380" y="397399"/>
                  </a:cubicBezTo>
                  <a:cubicBezTo>
                    <a:pt x="286747" y="397146"/>
                    <a:pt x="286133" y="396900"/>
                    <a:pt x="285519" y="396655"/>
                  </a:cubicBezTo>
                  <a:cubicBezTo>
                    <a:pt x="285519" y="395896"/>
                    <a:pt x="285519" y="395159"/>
                    <a:pt x="285519" y="394422"/>
                  </a:cubicBezTo>
                  <a:cubicBezTo>
                    <a:pt x="284522" y="394197"/>
                    <a:pt x="283529" y="393947"/>
                    <a:pt x="282543" y="393678"/>
                  </a:cubicBezTo>
                  <a:cubicBezTo>
                    <a:pt x="282264" y="392190"/>
                    <a:pt x="282264" y="392190"/>
                    <a:pt x="281799" y="390701"/>
                  </a:cubicBezTo>
                  <a:cubicBezTo>
                    <a:pt x="281024" y="390512"/>
                    <a:pt x="280272" y="390328"/>
                    <a:pt x="279520" y="390143"/>
                  </a:cubicBezTo>
                  <a:cubicBezTo>
                    <a:pt x="278776" y="390080"/>
                    <a:pt x="278055" y="390019"/>
                    <a:pt x="277334" y="389957"/>
                  </a:cubicBezTo>
                  <a:cubicBezTo>
                    <a:pt x="277334" y="389198"/>
                    <a:pt x="277334" y="388462"/>
                    <a:pt x="277334" y="387725"/>
                  </a:cubicBezTo>
                  <a:cubicBezTo>
                    <a:pt x="275662" y="385775"/>
                    <a:pt x="274459" y="384239"/>
                    <a:pt x="271939" y="383539"/>
                  </a:cubicBezTo>
                  <a:cubicBezTo>
                    <a:pt x="271496" y="383444"/>
                    <a:pt x="271066" y="383352"/>
                    <a:pt x="270636" y="383260"/>
                  </a:cubicBezTo>
                  <a:cubicBezTo>
                    <a:pt x="270383" y="382501"/>
                    <a:pt x="270138" y="381764"/>
                    <a:pt x="269892" y="381028"/>
                  </a:cubicBezTo>
                  <a:cubicBezTo>
                    <a:pt x="268648" y="380542"/>
                    <a:pt x="267407" y="380046"/>
                    <a:pt x="266172" y="379539"/>
                  </a:cubicBezTo>
                  <a:cubicBezTo>
                    <a:pt x="266172" y="378780"/>
                    <a:pt x="266172" y="378044"/>
                    <a:pt x="266172" y="377307"/>
                  </a:cubicBezTo>
                  <a:cubicBezTo>
                    <a:pt x="265539" y="377180"/>
                    <a:pt x="264925" y="377058"/>
                    <a:pt x="264311" y="376935"/>
                  </a:cubicBezTo>
                  <a:cubicBezTo>
                    <a:pt x="263679" y="376808"/>
                    <a:pt x="263065" y="376686"/>
                    <a:pt x="262451" y="376563"/>
                  </a:cubicBezTo>
                  <a:cubicBezTo>
                    <a:pt x="262451" y="375804"/>
                    <a:pt x="262451" y="375067"/>
                    <a:pt x="262451" y="374330"/>
                  </a:cubicBezTo>
                  <a:cubicBezTo>
                    <a:pt x="261692" y="374077"/>
                    <a:pt x="260955" y="373832"/>
                    <a:pt x="260218" y="373586"/>
                  </a:cubicBezTo>
                  <a:cubicBezTo>
                    <a:pt x="259459" y="373333"/>
                    <a:pt x="258723" y="373088"/>
                    <a:pt x="257986" y="372842"/>
                  </a:cubicBezTo>
                  <a:cubicBezTo>
                    <a:pt x="257986" y="372083"/>
                    <a:pt x="257986" y="371346"/>
                    <a:pt x="257986" y="370610"/>
                  </a:cubicBezTo>
                  <a:cubicBezTo>
                    <a:pt x="256740" y="370392"/>
                    <a:pt x="255499" y="370143"/>
                    <a:pt x="254265" y="369866"/>
                  </a:cubicBezTo>
                  <a:cubicBezTo>
                    <a:pt x="254265" y="368853"/>
                    <a:pt x="254265" y="367871"/>
                    <a:pt x="254265" y="366889"/>
                  </a:cubicBezTo>
                  <a:cubicBezTo>
                    <a:pt x="252747" y="366636"/>
                    <a:pt x="251274" y="366390"/>
                    <a:pt x="249800" y="366145"/>
                  </a:cubicBezTo>
                  <a:cubicBezTo>
                    <a:pt x="249800" y="365133"/>
                    <a:pt x="249800" y="364151"/>
                    <a:pt x="249800" y="363168"/>
                  </a:cubicBezTo>
                  <a:cubicBezTo>
                    <a:pt x="249310" y="363026"/>
                    <a:pt x="248835" y="362888"/>
                    <a:pt x="248359" y="362750"/>
                  </a:cubicBezTo>
                  <a:cubicBezTo>
                    <a:pt x="247837" y="362639"/>
                    <a:pt x="247330" y="362532"/>
                    <a:pt x="246824" y="362424"/>
                  </a:cubicBezTo>
                  <a:cubicBezTo>
                    <a:pt x="246571" y="361665"/>
                    <a:pt x="246325" y="360928"/>
                    <a:pt x="246080" y="360192"/>
                  </a:cubicBezTo>
                  <a:cubicBezTo>
                    <a:pt x="245305" y="360018"/>
                    <a:pt x="244553" y="359849"/>
                    <a:pt x="243801" y="359680"/>
                  </a:cubicBezTo>
                  <a:cubicBezTo>
                    <a:pt x="243058" y="359601"/>
                    <a:pt x="242336" y="359524"/>
                    <a:pt x="241615" y="359448"/>
                  </a:cubicBezTo>
                  <a:cubicBezTo>
                    <a:pt x="241615" y="358436"/>
                    <a:pt x="241615" y="357453"/>
                    <a:pt x="241615" y="356471"/>
                  </a:cubicBezTo>
                  <a:close/>
                  <a:moveTo>
                    <a:pt x="60546" y="74063"/>
                  </a:moveTo>
                  <a:cubicBezTo>
                    <a:pt x="59796" y="76311"/>
                    <a:pt x="59711" y="78159"/>
                    <a:pt x="59703" y="80511"/>
                  </a:cubicBezTo>
                  <a:cubicBezTo>
                    <a:pt x="59705" y="81107"/>
                    <a:pt x="59706" y="81687"/>
                    <a:pt x="59708" y="82266"/>
                  </a:cubicBezTo>
                  <a:cubicBezTo>
                    <a:pt x="59705" y="84253"/>
                    <a:pt x="59702" y="86241"/>
                    <a:pt x="59704" y="88229"/>
                  </a:cubicBezTo>
                  <a:cubicBezTo>
                    <a:pt x="59706" y="89698"/>
                    <a:pt x="59707" y="91168"/>
                    <a:pt x="59706" y="92638"/>
                  </a:cubicBezTo>
                  <a:cubicBezTo>
                    <a:pt x="59702" y="96686"/>
                    <a:pt x="59701" y="100734"/>
                    <a:pt x="59703" y="104782"/>
                  </a:cubicBezTo>
                  <a:cubicBezTo>
                    <a:pt x="59705" y="109210"/>
                    <a:pt x="59705" y="113639"/>
                    <a:pt x="59703" y="118067"/>
                  </a:cubicBezTo>
                  <a:cubicBezTo>
                    <a:pt x="59699" y="126739"/>
                    <a:pt x="59698" y="135411"/>
                    <a:pt x="59700" y="144083"/>
                  </a:cubicBezTo>
                  <a:cubicBezTo>
                    <a:pt x="59702" y="151713"/>
                    <a:pt x="59703" y="159343"/>
                    <a:pt x="59702" y="166974"/>
                  </a:cubicBezTo>
                  <a:cubicBezTo>
                    <a:pt x="59702" y="167494"/>
                    <a:pt x="59702" y="167998"/>
                    <a:pt x="59702" y="168503"/>
                  </a:cubicBezTo>
                  <a:cubicBezTo>
                    <a:pt x="59702" y="170552"/>
                    <a:pt x="59702" y="172602"/>
                    <a:pt x="59701" y="174652"/>
                  </a:cubicBezTo>
                  <a:cubicBezTo>
                    <a:pt x="59699" y="193889"/>
                    <a:pt x="59701" y="213126"/>
                    <a:pt x="59705" y="232364"/>
                  </a:cubicBezTo>
                  <a:cubicBezTo>
                    <a:pt x="59708" y="249494"/>
                    <a:pt x="59708" y="266625"/>
                    <a:pt x="59705" y="283755"/>
                  </a:cubicBezTo>
                  <a:cubicBezTo>
                    <a:pt x="59701" y="303026"/>
                    <a:pt x="59699" y="322297"/>
                    <a:pt x="59701" y="341567"/>
                  </a:cubicBezTo>
                  <a:cubicBezTo>
                    <a:pt x="59701" y="343621"/>
                    <a:pt x="59702" y="345675"/>
                    <a:pt x="59702" y="347729"/>
                  </a:cubicBezTo>
                  <a:cubicBezTo>
                    <a:pt x="59702" y="348250"/>
                    <a:pt x="59702" y="348756"/>
                    <a:pt x="59702" y="349262"/>
                  </a:cubicBezTo>
                  <a:cubicBezTo>
                    <a:pt x="59703" y="356895"/>
                    <a:pt x="59702" y="364527"/>
                    <a:pt x="59701" y="372160"/>
                  </a:cubicBezTo>
                  <a:cubicBezTo>
                    <a:pt x="59699" y="380424"/>
                    <a:pt x="59698" y="388688"/>
                    <a:pt x="59701" y="396952"/>
                  </a:cubicBezTo>
                  <a:cubicBezTo>
                    <a:pt x="59703" y="401428"/>
                    <a:pt x="59706" y="405904"/>
                    <a:pt x="59704" y="410380"/>
                  </a:cubicBezTo>
                  <a:cubicBezTo>
                    <a:pt x="59702" y="414533"/>
                    <a:pt x="59701" y="418686"/>
                    <a:pt x="59704" y="422839"/>
                  </a:cubicBezTo>
                  <a:cubicBezTo>
                    <a:pt x="59705" y="424348"/>
                    <a:pt x="59706" y="425856"/>
                    <a:pt x="59707" y="427365"/>
                  </a:cubicBezTo>
                  <a:cubicBezTo>
                    <a:pt x="59705" y="429453"/>
                    <a:pt x="59702" y="431542"/>
                    <a:pt x="59705" y="433630"/>
                  </a:cubicBezTo>
                  <a:cubicBezTo>
                    <a:pt x="59706" y="434580"/>
                    <a:pt x="59706" y="434580"/>
                    <a:pt x="59708" y="435511"/>
                  </a:cubicBezTo>
                  <a:cubicBezTo>
                    <a:pt x="59698" y="438934"/>
                    <a:pt x="59868" y="442001"/>
                    <a:pt x="60546" y="445389"/>
                  </a:cubicBezTo>
                  <a:cubicBezTo>
                    <a:pt x="76738" y="445136"/>
                    <a:pt x="92455" y="444891"/>
                    <a:pt x="108171" y="444645"/>
                  </a:cubicBezTo>
                  <a:cubicBezTo>
                    <a:pt x="107665" y="443380"/>
                    <a:pt x="107174" y="442152"/>
                    <a:pt x="106682" y="440924"/>
                  </a:cubicBezTo>
                  <a:cubicBezTo>
                    <a:pt x="105923" y="440671"/>
                    <a:pt x="105187" y="440426"/>
                    <a:pt x="104450" y="440180"/>
                  </a:cubicBezTo>
                  <a:cubicBezTo>
                    <a:pt x="104276" y="439279"/>
                    <a:pt x="104107" y="438404"/>
                    <a:pt x="103938" y="437529"/>
                  </a:cubicBezTo>
                  <a:cubicBezTo>
                    <a:pt x="103859" y="436659"/>
                    <a:pt x="103783" y="435815"/>
                    <a:pt x="103706" y="434971"/>
                  </a:cubicBezTo>
                  <a:cubicBezTo>
                    <a:pt x="102947" y="434971"/>
                    <a:pt x="102210" y="434971"/>
                    <a:pt x="101474" y="434971"/>
                  </a:cubicBezTo>
                  <a:cubicBezTo>
                    <a:pt x="101474" y="433453"/>
                    <a:pt x="101474" y="431980"/>
                    <a:pt x="101474" y="430506"/>
                  </a:cubicBezTo>
                  <a:cubicBezTo>
                    <a:pt x="100714" y="430506"/>
                    <a:pt x="99978" y="430506"/>
                    <a:pt x="99241" y="430506"/>
                  </a:cubicBezTo>
                  <a:cubicBezTo>
                    <a:pt x="99099" y="429890"/>
                    <a:pt x="98961" y="429291"/>
                    <a:pt x="98823" y="428692"/>
                  </a:cubicBezTo>
                  <a:cubicBezTo>
                    <a:pt x="98658" y="427730"/>
                    <a:pt x="98658" y="427730"/>
                    <a:pt x="98497" y="426786"/>
                  </a:cubicBezTo>
                  <a:cubicBezTo>
                    <a:pt x="97991" y="426533"/>
                    <a:pt x="97500" y="426287"/>
                    <a:pt x="97009" y="426041"/>
                  </a:cubicBezTo>
                  <a:cubicBezTo>
                    <a:pt x="96540" y="424791"/>
                    <a:pt x="96043" y="423550"/>
                    <a:pt x="95520" y="422321"/>
                  </a:cubicBezTo>
                  <a:cubicBezTo>
                    <a:pt x="94761" y="422068"/>
                    <a:pt x="94025" y="421822"/>
                    <a:pt x="93288" y="421577"/>
                  </a:cubicBezTo>
                  <a:cubicBezTo>
                    <a:pt x="93046" y="420335"/>
                    <a:pt x="92798" y="419095"/>
                    <a:pt x="92544" y="417856"/>
                  </a:cubicBezTo>
                  <a:cubicBezTo>
                    <a:pt x="91785" y="417856"/>
                    <a:pt x="91048" y="417856"/>
                    <a:pt x="90311" y="417856"/>
                  </a:cubicBezTo>
                  <a:cubicBezTo>
                    <a:pt x="90451" y="416042"/>
                    <a:pt x="90451" y="416042"/>
                    <a:pt x="90311" y="414135"/>
                  </a:cubicBezTo>
                  <a:cubicBezTo>
                    <a:pt x="89552" y="413882"/>
                    <a:pt x="88816" y="413637"/>
                    <a:pt x="88079" y="413391"/>
                  </a:cubicBezTo>
                  <a:cubicBezTo>
                    <a:pt x="88079" y="411159"/>
                    <a:pt x="88079" y="411159"/>
                    <a:pt x="87009" y="410042"/>
                  </a:cubicBezTo>
                  <a:cubicBezTo>
                    <a:pt x="86422" y="409479"/>
                    <a:pt x="86422" y="409479"/>
                    <a:pt x="85847" y="408926"/>
                  </a:cubicBezTo>
                  <a:cubicBezTo>
                    <a:pt x="85471" y="407799"/>
                    <a:pt x="85471" y="407799"/>
                    <a:pt x="85102" y="406694"/>
                  </a:cubicBezTo>
                  <a:cubicBezTo>
                    <a:pt x="84343" y="406694"/>
                    <a:pt x="83607" y="406694"/>
                    <a:pt x="82870" y="406694"/>
                  </a:cubicBezTo>
                  <a:cubicBezTo>
                    <a:pt x="82870" y="405935"/>
                    <a:pt x="82870" y="405198"/>
                    <a:pt x="82870" y="404461"/>
                  </a:cubicBezTo>
                  <a:cubicBezTo>
                    <a:pt x="82364" y="404208"/>
                    <a:pt x="81873" y="403963"/>
                    <a:pt x="81382" y="403717"/>
                  </a:cubicBezTo>
                  <a:cubicBezTo>
                    <a:pt x="80876" y="403464"/>
                    <a:pt x="80385" y="403219"/>
                    <a:pt x="79893" y="402973"/>
                  </a:cubicBezTo>
                  <a:cubicBezTo>
                    <a:pt x="79893" y="402214"/>
                    <a:pt x="79893" y="401477"/>
                    <a:pt x="79893" y="400741"/>
                  </a:cubicBezTo>
                  <a:cubicBezTo>
                    <a:pt x="78889" y="400270"/>
                    <a:pt x="77897" y="399773"/>
                    <a:pt x="76917" y="399252"/>
                  </a:cubicBezTo>
                  <a:cubicBezTo>
                    <a:pt x="76917" y="398240"/>
                    <a:pt x="76917" y="397258"/>
                    <a:pt x="76917" y="396276"/>
                  </a:cubicBezTo>
                  <a:cubicBezTo>
                    <a:pt x="75407" y="396084"/>
                    <a:pt x="75407" y="396084"/>
                    <a:pt x="73940" y="395532"/>
                  </a:cubicBezTo>
                  <a:cubicBezTo>
                    <a:pt x="73692" y="392896"/>
                    <a:pt x="73692" y="392896"/>
                    <a:pt x="73940" y="390323"/>
                  </a:cubicBezTo>
                  <a:cubicBezTo>
                    <a:pt x="74654" y="390336"/>
                    <a:pt x="74654" y="390336"/>
                    <a:pt x="75353" y="390349"/>
                  </a:cubicBezTo>
                  <a:cubicBezTo>
                    <a:pt x="75980" y="390356"/>
                    <a:pt x="76588" y="390363"/>
                    <a:pt x="77196" y="390369"/>
                  </a:cubicBezTo>
                  <a:cubicBezTo>
                    <a:pt x="79187" y="390398"/>
                    <a:pt x="80336" y="390474"/>
                    <a:pt x="82126" y="389579"/>
                  </a:cubicBezTo>
                  <a:cubicBezTo>
                    <a:pt x="82254" y="388031"/>
                    <a:pt x="82254" y="388031"/>
                    <a:pt x="82870" y="386602"/>
                  </a:cubicBezTo>
                  <a:cubicBezTo>
                    <a:pt x="83867" y="386495"/>
                    <a:pt x="83867" y="386495"/>
                    <a:pt x="84844" y="386390"/>
                  </a:cubicBezTo>
                  <a:cubicBezTo>
                    <a:pt x="87189" y="386549"/>
                    <a:pt x="89452" y="386730"/>
                    <a:pt x="91800" y="386602"/>
                  </a:cubicBezTo>
                  <a:cubicBezTo>
                    <a:pt x="92306" y="385843"/>
                    <a:pt x="92797" y="385106"/>
                    <a:pt x="93288" y="384370"/>
                  </a:cubicBezTo>
                  <a:cubicBezTo>
                    <a:pt x="95237" y="383857"/>
                    <a:pt x="95237" y="383857"/>
                    <a:pt x="97427" y="383625"/>
                  </a:cubicBezTo>
                  <a:cubicBezTo>
                    <a:pt x="99663" y="383346"/>
                    <a:pt x="99663" y="383346"/>
                    <a:pt x="101474" y="382881"/>
                  </a:cubicBezTo>
                  <a:cubicBezTo>
                    <a:pt x="101727" y="382122"/>
                    <a:pt x="101972" y="381386"/>
                    <a:pt x="102218" y="380649"/>
                  </a:cubicBezTo>
                  <a:cubicBezTo>
                    <a:pt x="102787" y="380564"/>
                    <a:pt x="103339" y="380481"/>
                    <a:pt x="103892" y="380399"/>
                  </a:cubicBezTo>
                  <a:cubicBezTo>
                    <a:pt x="105872" y="380371"/>
                    <a:pt x="107717" y="380298"/>
                    <a:pt x="109659" y="379905"/>
                  </a:cubicBezTo>
                  <a:cubicBezTo>
                    <a:pt x="109901" y="378663"/>
                    <a:pt x="110149" y="377423"/>
                    <a:pt x="110403" y="376184"/>
                  </a:cubicBezTo>
                  <a:cubicBezTo>
                    <a:pt x="112121" y="375974"/>
                    <a:pt x="112121" y="375974"/>
                    <a:pt x="114124" y="376091"/>
                  </a:cubicBezTo>
                  <a:cubicBezTo>
                    <a:pt x="116170" y="376271"/>
                    <a:pt x="116170" y="376271"/>
                    <a:pt x="117845" y="376184"/>
                  </a:cubicBezTo>
                  <a:cubicBezTo>
                    <a:pt x="118098" y="375425"/>
                    <a:pt x="118343" y="374688"/>
                    <a:pt x="118589" y="373952"/>
                  </a:cubicBezTo>
                  <a:cubicBezTo>
                    <a:pt x="119103" y="373794"/>
                    <a:pt x="119601" y="373640"/>
                    <a:pt x="120100" y="373487"/>
                  </a:cubicBezTo>
                  <a:cubicBezTo>
                    <a:pt x="121876" y="373217"/>
                    <a:pt x="123568" y="372992"/>
                    <a:pt x="125286" y="372463"/>
                  </a:cubicBezTo>
                  <a:cubicBezTo>
                    <a:pt x="125539" y="371704"/>
                    <a:pt x="125785" y="370968"/>
                    <a:pt x="126030" y="370231"/>
                  </a:cubicBezTo>
                  <a:cubicBezTo>
                    <a:pt x="126489" y="370128"/>
                    <a:pt x="126934" y="370028"/>
                    <a:pt x="127379" y="369929"/>
                  </a:cubicBezTo>
                  <a:cubicBezTo>
                    <a:pt x="128961" y="369861"/>
                    <a:pt x="130436" y="369834"/>
                    <a:pt x="131983" y="369487"/>
                  </a:cubicBezTo>
                  <a:cubicBezTo>
                    <a:pt x="132236" y="368728"/>
                    <a:pt x="132482" y="367991"/>
                    <a:pt x="132727" y="367254"/>
                  </a:cubicBezTo>
                  <a:cubicBezTo>
                    <a:pt x="134220" y="367032"/>
                    <a:pt x="135708" y="366783"/>
                    <a:pt x="137192" y="366510"/>
                  </a:cubicBezTo>
                  <a:cubicBezTo>
                    <a:pt x="137445" y="366004"/>
                    <a:pt x="137691" y="365513"/>
                    <a:pt x="137936" y="365022"/>
                  </a:cubicBezTo>
                  <a:cubicBezTo>
                    <a:pt x="138189" y="364516"/>
                    <a:pt x="138435" y="364025"/>
                    <a:pt x="138681" y="363534"/>
                  </a:cubicBezTo>
                  <a:cubicBezTo>
                    <a:pt x="140174" y="363320"/>
                    <a:pt x="141663" y="363073"/>
                    <a:pt x="143145" y="362790"/>
                  </a:cubicBezTo>
                  <a:cubicBezTo>
                    <a:pt x="143474" y="361827"/>
                    <a:pt x="143474" y="361827"/>
                    <a:pt x="143797" y="360883"/>
                  </a:cubicBezTo>
                  <a:cubicBezTo>
                    <a:pt x="143828" y="360266"/>
                    <a:pt x="143859" y="359667"/>
                    <a:pt x="143890" y="359069"/>
                  </a:cubicBezTo>
                  <a:cubicBezTo>
                    <a:pt x="144396" y="359322"/>
                    <a:pt x="144887" y="359567"/>
                    <a:pt x="145378" y="359813"/>
                  </a:cubicBezTo>
                  <a:cubicBezTo>
                    <a:pt x="146913" y="359673"/>
                    <a:pt x="146913" y="359673"/>
                    <a:pt x="148354" y="359069"/>
                  </a:cubicBezTo>
                  <a:cubicBezTo>
                    <a:pt x="148599" y="357533"/>
                    <a:pt x="148599" y="357533"/>
                    <a:pt x="149099" y="356092"/>
                  </a:cubicBezTo>
                  <a:cubicBezTo>
                    <a:pt x="150586" y="356123"/>
                    <a:pt x="152075" y="356123"/>
                    <a:pt x="153563" y="356092"/>
                  </a:cubicBezTo>
                  <a:cubicBezTo>
                    <a:pt x="153690" y="355460"/>
                    <a:pt x="153813" y="354846"/>
                    <a:pt x="153935" y="354232"/>
                  </a:cubicBezTo>
                  <a:cubicBezTo>
                    <a:pt x="154062" y="353599"/>
                    <a:pt x="154185" y="352985"/>
                    <a:pt x="154307" y="352372"/>
                  </a:cubicBezTo>
                  <a:cubicBezTo>
                    <a:pt x="155082" y="352292"/>
                    <a:pt x="155834" y="352216"/>
                    <a:pt x="156586" y="352139"/>
                  </a:cubicBezTo>
                  <a:cubicBezTo>
                    <a:pt x="157330" y="352218"/>
                    <a:pt x="158051" y="352295"/>
                    <a:pt x="158772" y="352372"/>
                  </a:cubicBezTo>
                  <a:cubicBezTo>
                    <a:pt x="158772" y="351360"/>
                    <a:pt x="158772" y="350377"/>
                    <a:pt x="158772" y="349395"/>
                  </a:cubicBezTo>
                  <a:cubicBezTo>
                    <a:pt x="159784" y="349395"/>
                    <a:pt x="160767" y="349395"/>
                    <a:pt x="161749" y="349395"/>
                  </a:cubicBezTo>
                  <a:cubicBezTo>
                    <a:pt x="162232" y="348396"/>
                    <a:pt x="162729" y="347405"/>
                    <a:pt x="163237" y="346418"/>
                  </a:cubicBezTo>
                  <a:cubicBezTo>
                    <a:pt x="164480" y="346182"/>
                    <a:pt x="165720" y="345935"/>
                    <a:pt x="166958" y="345674"/>
                  </a:cubicBezTo>
                  <a:cubicBezTo>
                    <a:pt x="166958" y="344662"/>
                    <a:pt x="166958" y="343680"/>
                    <a:pt x="166958" y="342698"/>
                  </a:cubicBezTo>
                  <a:cubicBezTo>
                    <a:pt x="169190" y="342698"/>
                    <a:pt x="169190" y="342698"/>
                    <a:pt x="170307" y="341637"/>
                  </a:cubicBezTo>
                  <a:cubicBezTo>
                    <a:pt x="171761" y="339807"/>
                    <a:pt x="173176" y="337972"/>
                    <a:pt x="174824" y="336311"/>
                  </a:cubicBezTo>
                  <a:cubicBezTo>
                    <a:pt x="175185" y="335953"/>
                    <a:pt x="175536" y="335605"/>
                    <a:pt x="175888" y="335256"/>
                  </a:cubicBezTo>
                  <a:cubicBezTo>
                    <a:pt x="176872" y="334010"/>
                    <a:pt x="177865" y="332770"/>
                    <a:pt x="178864" y="331536"/>
                  </a:cubicBezTo>
                  <a:cubicBezTo>
                    <a:pt x="180119" y="330310"/>
                    <a:pt x="181361" y="329072"/>
                    <a:pt x="182585" y="327815"/>
                  </a:cubicBezTo>
                  <a:cubicBezTo>
                    <a:pt x="182838" y="327056"/>
                    <a:pt x="183083" y="326319"/>
                    <a:pt x="183329" y="325582"/>
                  </a:cubicBezTo>
                  <a:cubicBezTo>
                    <a:pt x="185257" y="324618"/>
                    <a:pt x="185257" y="324618"/>
                    <a:pt x="187794" y="319629"/>
                  </a:cubicBezTo>
                  <a:cubicBezTo>
                    <a:pt x="188257" y="318376"/>
                    <a:pt x="188743" y="317131"/>
                    <a:pt x="189282" y="315909"/>
                  </a:cubicBezTo>
                  <a:cubicBezTo>
                    <a:pt x="190041" y="315656"/>
                    <a:pt x="190778" y="315410"/>
                    <a:pt x="191515" y="315165"/>
                  </a:cubicBezTo>
                  <a:cubicBezTo>
                    <a:pt x="191562" y="314516"/>
                    <a:pt x="191608" y="313887"/>
                    <a:pt x="191654" y="313258"/>
                  </a:cubicBezTo>
                  <a:cubicBezTo>
                    <a:pt x="191607" y="312641"/>
                    <a:pt x="191561" y="312042"/>
                    <a:pt x="191515" y="311444"/>
                  </a:cubicBezTo>
                  <a:cubicBezTo>
                    <a:pt x="192021" y="311444"/>
                    <a:pt x="192512" y="311444"/>
                    <a:pt x="193003" y="311444"/>
                  </a:cubicBezTo>
                  <a:cubicBezTo>
                    <a:pt x="193382" y="310748"/>
                    <a:pt x="193751" y="310073"/>
                    <a:pt x="194119" y="309397"/>
                  </a:cubicBezTo>
                  <a:cubicBezTo>
                    <a:pt x="194683" y="308176"/>
                    <a:pt x="194683" y="308176"/>
                    <a:pt x="195235" y="306979"/>
                  </a:cubicBezTo>
                  <a:cubicBezTo>
                    <a:pt x="195741" y="305967"/>
                    <a:pt x="196232" y="304985"/>
                    <a:pt x="196724" y="304002"/>
                  </a:cubicBezTo>
                  <a:cubicBezTo>
                    <a:pt x="155230" y="304002"/>
                    <a:pt x="114957" y="304002"/>
                    <a:pt x="74684" y="304002"/>
                  </a:cubicBezTo>
                  <a:cubicBezTo>
                    <a:pt x="74431" y="282244"/>
                    <a:pt x="74186" y="261125"/>
                    <a:pt x="73940" y="240006"/>
                  </a:cubicBezTo>
                  <a:cubicBezTo>
                    <a:pt x="118723" y="240006"/>
                    <a:pt x="162188" y="240006"/>
                    <a:pt x="205653" y="240006"/>
                  </a:cubicBezTo>
                  <a:cubicBezTo>
                    <a:pt x="205653" y="238318"/>
                    <a:pt x="205654" y="236629"/>
                    <a:pt x="205658" y="234940"/>
                  </a:cubicBezTo>
                  <a:cubicBezTo>
                    <a:pt x="205672" y="230131"/>
                    <a:pt x="205682" y="225322"/>
                    <a:pt x="205690" y="220513"/>
                  </a:cubicBezTo>
                  <a:cubicBezTo>
                    <a:pt x="205693" y="217779"/>
                    <a:pt x="205697" y="215045"/>
                    <a:pt x="205704" y="212311"/>
                  </a:cubicBezTo>
                  <a:cubicBezTo>
                    <a:pt x="205713" y="209621"/>
                    <a:pt x="205720" y="206931"/>
                    <a:pt x="205723" y="204241"/>
                  </a:cubicBezTo>
                  <a:cubicBezTo>
                    <a:pt x="205723" y="203218"/>
                    <a:pt x="205724" y="202195"/>
                    <a:pt x="205726" y="201172"/>
                  </a:cubicBezTo>
                  <a:cubicBezTo>
                    <a:pt x="205730" y="200177"/>
                    <a:pt x="205734" y="199183"/>
                    <a:pt x="205738" y="198188"/>
                  </a:cubicBezTo>
                  <a:cubicBezTo>
                    <a:pt x="205738" y="197247"/>
                    <a:pt x="205738" y="196333"/>
                    <a:pt x="205738" y="195419"/>
                  </a:cubicBezTo>
                  <a:cubicBezTo>
                    <a:pt x="205739" y="194591"/>
                    <a:pt x="205741" y="193787"/>
                    <a:pt x="205743" y="192983"/>
                  </a:cubicBezTo>
                  <a:cubicBezTo>
                    <a:pt x="205712" y="192272"/>
                    <a:pt x="205683" y="191583"/>
                    <a:pt x="205653" y="190893"/>
                  </a:cubicBezTo>
                  <a:cubicBezTo>
                    <a:pt x="205592" y="189146"/>
                    <a:pt x="205592" y="189146"/>
                    <a:pt x="204909" y="187917"/>
                  </a:cubicBezTo>
                  <a:cubicBezTo>
                    <a:pt x="204179" y="187788"/>
                    <a:pt x="203471" y="187663"/>
                    <a:pt x="202762" y="187539"/>
                  </a:cubicBezTo>
                  <a:cubicBezTo>
                    <a:pt x="201772" y="187536"/>
                    <a:pt x="200811" y="187534"/>
                    <a:pt x="199850" y="187531"/>
                  </a:cubicBezTo>
                  <a:cubicBezTo>
                    <a:pt x="198164" y="187515"/>
                    <a:pt x="196479" y="187503"/>
                    <a:pt x="194793" y="187511"/>
                  </a:cubicBezTo>
                  <a:cubicBezTo>
                    <a:pt x="193585" y="187518"/>
                    <a:pt x="192377" y="187520"/>
                    <a:pt x="191168" y="187518"/>
                  </a:cubicBezTo>
                  <a:cubicBezTo>
                    <a:pt x="188658" y="187510"/>
                    <a:pt x="186148" y="187507"/>
                    <a:pt x="183638" y="187518"/>
                  </a:cubicBezTo>
                  <a:cubicBezTo>
                    <a:pt x="180362" y="187536"/>
                    <a:pt x="177087" y="187545"/>
                    <a:pt x="173811" y="187528"/>
                  </a:cubicBezTo>
                  <a:cubicBezTo>
                    <a:pt x="171261" y="187515"/>
                    <a:pt x="168711" y="187508"/>
                    <a:pt x="166162" y="187513"/>
                  </a:cubicBezTo>
                  <a:cubicBezTo>
                    <a:pt x="164946" y="187516"/>
                    <a:pt x="163731" y="187519"/>
                    <a:pt x="162516" y="187521"/>
                  </a:cubicBezTo>
                  <a:cubicBezTo>
                    <a:pt x="160760" y="187511"/>
                    <a:pt x="159005" y="187502"/>
                    <a:pt x="157248" y="187516"/>
                  </a:cubicBezTo>
                  <a:cubicBezTo>
                    <a:pt x="156704" y="187521"/>
                    <a:pt x="156175" y="187526"/>
                    <a:pt x="155646" y="187531"/>
                  </a:cubicBezTo>
                  <a:cubicBezTo>
                    <a:pt x="152734" y="187539"/>
                    <a:pt x="152734" y="187539"/>
                    <a:pt x="150587" y="187917"/>
                  </a:cubicBezTo>
                  <a:cubicBezTo>
                    <a:pt x="150384" y="188431"/>
                    <a:pt x="150188" y="188930"/>
                    <a:pt x="149992" y="189429"/>
                  </a:cubicBezTo>
                  <a:cubicBezTo>
                    <a:pt x="149941" y="189927"/>
                    <a:pt x="149892" y="190410"/>
                    <a:pt x="149843" y="190893"/>
                  </a:cubicBezTo>
                  <a:cubicBezTo>
                    <a:pt x="149337" y="190893"/>
                    <a:pt x="148846" y="190893"/>
                    <a:pt x="148354" y="190893"/>
                  </a:cubicBezTo>
                  <a:cubicBezTo>
                    <a:pt x="148131" y="192138"/>
                    <a:pt x="147881" y="193378"/>
                    <a:pt x="147610" y="194614"/>
                  </a:cubicBezTo>
                  <a:cubicBezTo>
                    <a:pt x="146851" y="194867"/>
                    <a:pt x="146115" y="195112"/>
                    <a:pt x="145378" y="195358"/>
                  </a:cubicBezTo>
                  <a:cubicBezTo>
                    <a:pt x="145125" y="195927"/>
                    <a:pt x="144879" y="196480"/>
                    <a:pt x="144634" y="197032"/>
                  </a:cubicBezTo>
                  <a:cubicBezTo>
                    <a:pt x="143850" y="199189"/>
                    <a:pt x="142919" y="200883"/>
                    <a:pt x="141657" y="202799"/>
                  </a:cubicBezTo>
                  <a:cubicBezTo>
                    <a:pt x="139865" y="204950"/>
                    <a:pt x="138122" y="206954"/>
                    <a:pt x="136681" y="209357"/>
                  </a:cubicBezTo>
                  <a:cubicBezTo>
                    <a:pt x="136349" y="209911"/>
                    <a:pt x="136026" y="210448"/>
                    <a:pt x="135704" y="210985"/>
                  </a:cubicBezTo>
                  <a:cubicBezTo>
                    <a:pt x="134216" y="211729"/>
                    <a:pt x="134216" y="211729"/>
                    <a:pt x="133472" y="213217"/>
                  </a:cubicBezTo>
                  <a:cubicBezTo>
                    <a:pt x="133219" y="213723"/>
                    <a:pt x="132973" y="214214"/>
                    <a:pt x="132727" y="214706"/>
                  </a:cubicBezTo>
                  <a:cubicBezTo>
                    <a:pt x="132221" y="214959"/>
                    <a:pt x="131730" y="215204"/>
                    <a:pt x="131239" y="215450"/>
                  </a:cubicBezTo>
                  <a:cubicBezTo>
                    <a:pt x="130998" y="216444"/>
                    <a:pt x="130751" y="217436"/>
                    <a:pt x="130495" y="218426"/>
                  </a:cubicBezTo>
                  <a:cubicBezTo>
                    <a:pt x="129989" y="218426"/>
                    <a:pt x="129498" y="218426"/>
                    <a:pt x="129007" y="218426"/>
                  </a:cubicBezTo>
                  <a:cubicBezTo>
                    <a:pt x="128754" y="219059"/>
                    <a:pt x="128508" y="219673"/>
                    <a:pt x="128263" y="220287"/>
                  </a:cubicBezTo>
                  <a:cubicBezTo>
                    <a:pt x="128010" y="220919"/>
                    <a:pt x="127764" y="221533"/>
                    <a:pt x="127518" y="222147"/>
                  </a:cubicBezTo>
                  <a:cubicBezTo>
                    <a:pt x="127012" y="222147"/>
                    <a:pt x="126521" y="222147"/>
                    <a:pt x="126030" y="222147"/>
                  </a:cubicBezTo>
                  <a:cubicBezTo>
                    <a:pt x="126084" y="224048"/>
                    <a:pt x="126084" y="224048"/>
                    <a:pt x="125286" y="225868"/>
                  </a:cubicBezTo>
                  <a:cubicBezTo>
                    <a:pt x="123033" y="226230"/>
                    <a:pt x="120854" y="226074"/>
                    <a:pt x="118589" y="225868"/>
                  </a:cubicBezTo>
                  <a:cubicBezTo>
                    <a:pt x="118589" y="225109"/>
                    <a:pt x="118589" y="224372"/>
                    <a:pt x="118589" y="223635"/>
                  </a:cubicBezTo>
                  <a:cubicBezTo>
                    <a:pt x="117861" y="223072"/>
                    <a:pt x="117861" y="223072"/>
                    <a:pt x="117147" y="222519"/>
                  </a:cubicBezTo>
                  <a:cubicBezTo>
                    <a:pt x="116372" y="221955"/>
                    <a:pt x="116372" y="221955"/>
                    <a:pt x="115612" y="221403"/>
                  </a:cubicBezTo>
                  <a:cubicBezTo>
                    <a:pt x="115359" y="220644"/>
                    <a:pt x="115114" y="219907"/>
                    <a:pt x="114868" y="219170"/>
                  </a:cubicBezTo>
                  <a:cubicBezTo>
                    <a:pt x="113628" y="219201"/>
                    <a:pt x="112387" y="219201"/>
                    <a:pt x="111147" y="219170"/>
                  </a:cubicBezTo>
                  <a:cubicBezTo>
                    <a:pt x="111005" y="218680"/>
                    <a:pt x="110867" y="218204"/>
                    <a:pt x="110729" y="217729"/>
                  </a:cubicBezTo>
                  <a:cubicBezTo>
                    <a:pt x="110564" y="216954"/>
                    <a:pt x="110564" y="216954"/>
                    <a:pt x="110403" y="216194"/>
                  </a:cubicBezTo>
                  <a:cubicBezTo>
                    <a:pt x="109897" y="216067"/>
                    <a:pt x="109406" y="215945"/>
                    <a:pt x="108915" y="215822"/>
                  </a:cubicBezTo>
                  <a:cubicBezTo>
                    <a:pt x="108409" y="215695"/>
                    <a:pt x="107918" y="215572"/>
                    <a:pt x="107427" y="215450"/>
                  </a:cubicBezTo>
                  <a:cubicBezTo>
                    <a:pt x="107208" y="214451"/>
                    <a:pt x="106959" y="213458"/>
                    <a:pt x="106682" y="212473"/>
                  </a:cubicBezTo>
                  <a:cubicBezTo>
                    <a:pt x="106050" y="212331"/>
                    <a:pt x="105436" y="212193"/>
                    <a:pt x="104822" y="212055"/>
                  </a:cubicBezTo>
                  <a:cubicBezTo>
                    <a:pt x="104190" y="211944"/>
                    <a:pt x="103576" y="211836"/>
                    <a:pt x="102962" y="211729"/>
                  </a:cubicBezTo>
                  <a:cubicBezTo>
                    <a:pt x="102709" y="210970"/>
                    <a:pt x="102463" y="210233"/>
                    <a:pt x="102218" y="209497"/>
                  </a:cubicBezTo>
                  <a:cubicBezTo>
                    <a:pt x="100972" y="209279"/>
                    <a:pt x="99731" y="209030"/>
                    <a:pt x="98497" y="208752"/>
                  </a:cubicBezTo>
                  <a:cubicBezTo>
                    <a:pt x="98278" y="207753"/>
                    <a:pt x="98030" y="206760"/>
                    <a:pt x="97753" y="205776"/>
                  </a:cubicBezTo>
                  <a:cubicBezTo>
                    <a:pt x="96994" y="205649"/>
                    <a:pt x="96257" y="205527"/>
                    <a:pt x="95520" y="205404"/>
                  </a:cubicBezTo>
                  <a:cubicBezTo>
                    <a:pt x="94761" y="205277"/>
                    <a:pt x="94025" y="205155"/>
                    <a:pt x="93288" y="205032"/>
                  </a:cubicBezTo>
                  <a:cubicBezTo>
                    <a:pt x="93146" y="204510"/>
                    <a:pt x="93008" y="204003"/>
                    <a:pt x="92869" y="203497"/>
                  </a:cubicBezTo>
                  <a:cubicBezTo>
                    <a:pt x="92759" y="203007"/>
                    <a:pt x="92651" y="202531"/>
                    <a:pt x="92544" y="202055"/>
                  </a:cubicBezTo>
                  <a:cubicBezTo>
                    <a:pt x="91895" y="201992"/>
                    <a:pt x="91266" y="201931"/>
                    <a:pt x="90637" y="201869"/>
                  </a:cubicBezTo>
                  <a:cubicBezTo>
                    <a:pt x="90020" y="201932"/>
                    <a:pt x="89422" y="201994"/>
                    <a:pt x="88823" y="202055"/>
                  </a:cubicBezTo>
                  <a:cubicBezTo>
                    <a:pt x="88823" y="199823"/>
                    <a:pt x="88823" y="199823"/>
                    <a:pt x="87335" y="198334"/>
                  </a:cubicBezTo>
                  <a:cubicBezTo>
                    <a:pt x="85443" y="198459"/>
                    <a:pt x="85443" y="198459"/>
                    <a:pt x="83614" y="198334"/>
                  </a:cubicBezTo>
                  <a:cubicBezTo>
                    <a:pt x="83366" y="197342"/>
                    <a:pt x="83118" y="196350"/>
                    <a:pt x="82870" y="195358"/>
                  </a:cubicBezTo>
                  <a:cubicBezTo>
                    <a:pt x="82222" y="195295"/>
                    <a:pt x="81592" y="195233"/>
                    <a:pt x="80963" y="195172"/>
                  </a:cubicBezTo>
                  <a:cubicBezTo>
                    <a:pt x="80346" y="195235"/>
                    <a:pt x="79748" y="195297"/>
                    <a:pt x="79149" y="195358"/>
                  </a:cubicBezTo>
                  <a:cubicBezTo>
                    <a:pt x="79149" y="194346"/>
                    <a:pt x="79149" y="193364"/>
                    <a:pt x="79149" y="192381"/>
                  </a:cubicBezTo>
                  <a:cubicBezTo>
                    <a:pt x="78643" y="192128"/>
                    <a:pt x="78152" y="191883"/>
                    <a:pt x="77661" y="191637"/>
                  </a:cubicBezTo>
                  <a:cubicBezTo>
                    <a:pt x="76143" y="191637"/>
                    <a:pt x="74670" y="191637"/>
                    <a:pt x="73196" y="191637"/>
                  </a:cubicBezTo>
                  <a:cubicBezTo>
                    <a:pt x="73449" y="188348"/>
                    <a:pt x="73695" y="185156"/>
                    <a:pt x="73940" y="181963"/>
                  </a:cubicBezTo>
                  <a:cubicBezTo>
                    <a:pt x="74952" y="181963"/>
                    <a:pt x="75935" y="181963"/>
                    <a:pt x="76917" y="181963"/>
                  </a:cubicBezTo>
                  <a:cubicBezTo>
                    <a:pt x="77316" y="181235"/>
                    <a:pt x="77316" y="181235"/>
                    <a:pt x="77708" y="180522"/>
                  </a:cubicBezTo>
                  <a:cubicBezTo>
                    <a:pt x="77945" y="180000"/>
                    <a:pt x="78175" y="179493"/>
                    <a:pt x="78405" y="178987"/>
                  </a:cubicBezTo>
                  <a:cubicBezTo>
                    <a:pt x="79164" y="178734"/>
                    <a:pt x="79901" y="178488"/>
                    <a:pt x="80638" y="178243"/>
                  </a:cubicBezTo>
                  <a:cubicBezTo>
                    <a:pt x="80906" y="177594"/>
                    <a:pt x="81167" y="176965"/>
                    <a:pt x="81428" y="176336"/>
                  </a:cubicBezTo>
                  <a:cubicBezTo>
                    <a:pt x="81781" y="175420"/>
                    <a:pt x="81781" y="175420"/>
                    <a:pt x="82126" y="174522"/>
                  </a:cubicBezTo>
                  <a:cubicBezTo>
                    <a:pt x="82632" y="174522"/>
                    <a:pt x="83123" y="174522"/>
                    <a:pt x="83614" y="174522"/>
                  </a:cubicBezTo>
                  <a:cubicBezTo>
                    <a:pt x="83866" y="173019"/>
                    <a:pt x="83866" y="173019"/>
                    <a:pt x="84358" y="171545"/>
                  </a:cubicBezTo>
                  <a:cubicBezTo>
                    <a:pt x="85370" y="171545"/>
                    <a:pt x="86353" y="171545"/>
                    <a:pt x="87335" y="171545"/>
                  </a:cubicBezTo>
                  <a:cubicBezTo>
                    <a:pt x="87588" y="171039"/>
                    <a:pt x="87833" y="170548"/>
                    <a:pt x="88079" y="170057"/>
                  </a:cubicBezTo>
                  <a:cubicBezTo>
                    <a:pt x="89242" y="169034"/>
                    <a:pt x="89242" y="169034"/>
                    <a:pt x="90311" y="167825"/>
                  </a:cubicBezTo>
                  <a:cubicBezTo>
                    <a:pt x="90311" y="166813"/>
                    <a:pt x="90311" y="165830"/>
                    <a:pt x="90311" y="164848"/>
                  </a:cubicBezTo>
                  <a:cubicBezTo>
                    <a:pt x="91070" y="164848"/>
                    <a:pt x="91807" y="164848"/>
                    <a:pt x="92544" y="164848"/>
                  </a:cubicBezTo>
                  <a:cubicBezTo>
                    <a:pt x="92670" y="164216"/>
                    <a:pt x="92793" y="163602"/>
                    <a:pt x="92916" y="162988"/>
                  </a:cubicBezTo>
                  <a:cubicBezTo>
                    <a:pt x="93042" y="162355"/>
                    <a:pt x="93165" y="161741"/>
                    <a:pt x="93288" y="161127"/>
                  </a:cubicBezTo>
                  <a:cubicBezTo>
                    <a:pt x="94047" y="161127"/>
                    <a:pt x="94784" y="161127"/>
                    <a:pt x="95520" y="161127"/>
                  </a:cubicBezTo>
                  <a:cubicBezTo>
                    <a:pt x="95663" y="160511"/>
                    <a:pt x="95801" y="159912"/>
                    <a:pt x="95939" y="159314"/>
                  </a:cubicBezTo>
                  <a:cubicBezTo>
                    <a:pt x="96050" y="158665"/>
                    <a:pt x="96157" y="158036"/>
                    <a:pt x="96265" y="157407"/>
                  </a:cubicBezTo>
                  <a:cubicBezTo>
                    <a:pt x="97016" y="157031"/>
                    <a:pt x="97016" y="157031"/>
                    <a:pt x="97753" y="156663"/>
                  </a:cubicBezTo>
                  <a:cubicBezTo>
                    <a:pt x="97994" y="155669"/>
                    <a:pt x="98241" y="154676"/>
                    <a:pt x="98497" y="153686"/>
                  </a:cubicBezTo>
                  <a:cubicBezTo>
                    <a:pt x="99003" y="153686"/>
                    <a:pt x="99494" y="153686"/>
                    <a:pt x="99985" y="153686"/>
                  </a:cubicBezTo>
                  <a:cubicBezTo>
                    <a:pt x="100349" y="152974"/>
                    <a:pt x="100702" y="152284"/>
                    <a:pt x="101055" y="151593"/>
                  </a:cubicBezTo>
                  <a:cubicBezTo>
                    <a:pt x="102078" y="149507"/>
                    <a:pt x="102754" y="148473"/>
                    <a:pt x="104450" y="146989"/>
                  </a:cubicBezTo>
                  <a:cubicBezTo>
                    <a:pt x="105659" y="145966"/>
                    <a:pt x="105659" y="145966"/>
                    <a:pt x="106682" y="144756"/>
                  </a:cubicBezTo>
                  <a:cubicBezTo>
                    <a:pt x="106919" y="143514"/>
                    <a:pt x="107166" y="142273"/>
                    <a:pt x="107427" y="141036"/>
                  </a:cubicBezTo>
                  <a:cubicBezTo>
                    <a:pt x="108554" y="140660"/>
                    <a:pt x="108554" y="140660"/>
                    <a:pt x="109659" y="140292"/>
                  </a:cubicBezTo>
                  <a:cubicBezTo>
                    <a:pt x="109659" y="139659"/>
                    <a:pt x="109659" y="139045"/>
                    <a:pt x="109659" y="138431"/>
                  </a:cubicBezTo>
                  <a:cubicBezTo>
                    <a:pt x="109659" y="137799"/>
                    <a:pt x="109659" y="137185"/>
                    <a:pt x="109659" y="136571"/>
                  </a:cubicBezTo>
                  <a:cubicBezTo>
                    <a:pt x="110786" y="136195"/>
                    <a:pt x="110786" y="136195"/>
                    <a:pt x="111891" y="135827"/>
                  </a:cubicBezTo>
                  <a:cubicBezTo>
                    <a:pt x="112018" y="135068"/>
                    <a:pt x="112141" y="134331"/>
                    <a:pt x="112264" y="133594"/>
                  </a:cubicBezTo>
                  <a:cubicBezTo>
                    <a:pt x="112390" y="132835"/>
                    <a:pt x="112513" y="132099"/>
                    <a:pt x="112636" y="131362"/>
                  </a:cubicBezTo>
                  <a:cubicBezTo>
                    <a:pt x="113763" y="130986"/>
                    <a:pt x="113763" y="130986"/>
                    <a:pt x="114868" y="130618"/>
                  </a:cubicBezTo>
                  <a:cubicBezTo>
                    <a:pt x="114939" y="129655"/>
                    <a:pt x="114939" y="129655"/>
                    <a:pt x="115008" y="128711"/>
                  </a:cubicBezTo>
                  <a:cubicBezTo>
                    <a:pt x="114960" y="128094"/>
                    <a:pt x="114914" y="127496"/>
                    <a:pt x="114868" y="126897"/>
                  </a:cubicBezTo>
                  <a:cubicBezTo>
                    <a:pt x="115627" y="126897"/>
                    <a:pt x="116364" y="126897"/>
                    <a:pt x="117100" y="126897"/>
                  </a:cubicBezTo>
                  <a:cubicBezTo>
                    <a:pt x="117476" y="125629"/>
                    <a:pt x="117476" y="125629"/>
                    <a:pt x="117845" y="124386"/>
                  </a:cubicBezTo>
                  <a:cubicBezTo>
                    <a:pt x="118098" y="123468"/>
                    <a:pt x="118343" y="122578"/>
                    <a:pt x="118589" y="121688"/>
                  </a:cubicBezTo>
                  <a:cubicBezTo>
                    <a:pt x="119348" y="121182"/>
                    <a:pt x="120084" y="120691"/>
                    <a:pt x="120821" y="120200"/>
                  </a:cubicBezTo>
                  <a:cubicBezTo>
                    <a:pt x="120742" y="119409"/>
                    <a:pt x="120665" y="118642"/>
                    <a:pt x="120589" y="117874"/>
                  </a:cubicBezTo>
                  <a:cubicBezTo>
                    <a:pt x="120415" y="117147"/>
                    <a:pt x="120246" y="116441"/>
                    <a:pt x="120077" y="115735"/>
                  </a:cubicBezTo>
                  <a:cubicBezTo>
                    <a:pt x="121565" y="115642"/>
                    <a:pt x="121565" y="115642"/>
                    <a:pt x="123054" y="114991"/>
                  </a:cubicBezTo>
                  <a:cubicBezTo>
                    <a:pt x="123117" y="114216"/>
                    <a:pt x="123178" y="113464"/>
                    <a:pt x="123240" y="112712"/>
                  </a:cubicBezTo>
                  <a:cubicBezTo>
                    <a:pt x="123176" y="111969"/>
                    <a:pt x="123115" y="111247"/>
                    <a:pt x="123054" y="110526"/>
                  </a:cubicBezTo>
                  <a:cubicBezTo>
                    <a:pt x="123813" y="110526"/>
                    <a:pt x="124549" y="110526"/>
                    <a:pt x="125286" y="110526"/>
                  </a:cubicBezTo>
                  <a:cubicBezTo>
                    <a:pt x="125662" y="109774"/>
                    <a:pt x="125662" y="109774"/>
                    <a:pt x="126030" y="109038"/>
                  </a:cubicBezTo>
                  <a:cubicBezTo>
                    <a:pt x="125906" y="106402"/>
                    <a:pt x="125906" y="106402"/>
                    <a:pt x="126030" y="103829"/>
                  </a:cubicBezTo>
                  <a:cubicBezTo>
                    <a:pt x="127158" y="103453"/>
                    <a:pt x="127158" y="103453"/>
                    <a:pt x="128263" y="103084"/>
                  </a:cubicBezTo>
                  <a:cubicBezTo>
                    <a:pt x="128389" y="102199"/>
                    <a:pt x="128512" y="101339"/>
                    <a:pt x="128635" y="100480"/>
                  </a:cubicBezTo>
                  <a:cubicBezTo>
                    <a:pt x="128761" y="99594"/>
                    <a:pt x="128884" y="98735"/>
                    <a:pt x="129007" y="97875"/>
                  </a:cubicBezTo>
                  <a:cubicBezTo>
                    <a:pt x="130134" y="97500"/>
                    <a:pt x="130134" y="97500"/>
                    <a:pt x="131239" y="97131"/>
                  </a:cubicBezTo>
                  <a:cubicBezTo>
                    <a:pt x="131353" y="95457"/>
                    <a:pt x="131353" y="95457"/>
                    <a:pt x="131193" y="93411"/>
                  </a:cubicBezTo>
                  <a:cubicBezTo>
                    <a:pt x="130961" y="91423"/>
                    <a:pt x="130961" y="91423"/>
                    <a:pt x="131239" y="89690"/>
                  </a:cubicBezTo>
                  <a:cubicBezTo>
                    <a:pt x="131742" y="89557"/>
                    <a:pt x="132230" y="89427"/>
                    <a:pt x="132719" y="89298"/>
                  </a:cubicBezTo>
                  <a:cubicBezTo>
                    <a:pt x="133228" y="89178"/>
                    <a:pt x="133722" y="89062"/>
                    <a:pt x="134216" y="88946"/>
                  </a:cubicBezTo>
                  <a:cubicBezTo>
                    <a:pt x="134362" y="88169"/>
                    <a:pt x="134362" y="88169"/>
                    <a:pt x="134506" y="87408"/>
                  </a:cubicBezTo>
                  <a:cubicBezTo>
                    <a:pt x="134471" y="86777"/>
                    <a:pt x="134436" y="86164"/>
                    <a:pt x="134402" y="85551"/>
                  </a:cubicBezTo>
                  <a:cubicBezTo>
                    <a:pt x="134374" y="84917"/>
                    <a:pt x="134347" y="84302"/>
                    <a:pt x="134320" y="83687"/>
                  </a:cubicBezTo>
                  <a:cubicBezTo>
                    <a:pt x="134285" y="83198"/>
                    <a:pt x="134250" y="82723"/>
                    <a:pt x="134216" y="82249"/>
                  </a:cubicBezTo>
                  <a:cubicBezTo>
                    <a:pt x="134975" y="82249"/>
                    <a:pt x="135711" y="82249"/>
                    <a:pt x="136448" y="82249"/>
                  </a:cubicBezTo>
                  <a:cubicBezTo>
                    <a:pt x="136701" y="79971"/>
                    <a:pt x="136947" y="77761"/>
                    <a:pt x="137192" y="75551"/>
                  </a:cubicBezTo>
                  <a:cubicBezTo>
                    <a:pt x="111638" y="75551"/>
                    <a:pt x="86836" y="75551"/>
                    <a:pt x="62034" y="75551"/>
                  </a:cubicBezTo>
                  <a:cubicBezTo>
                    <a:pt x="62034" y="75045"/>
                    <a:pt x="62034" y="74554"/>
                    <a:pt x="62034" y="74063"/>
                  </a:cubicBezTo>
                  <a:cubicBezTo>
                    <a:pt x="61528" y="74063"/>
                    <a:pt x="61037" y="74063"/>
                    <a:pt x="60546" y="74063"/>
                  </a:cubicBezTo>
                  <a:close/>
                  <a:moveTo>
                    <a:pt x="404150" y="0"/>
                  </a:moveTo>
                  <a:cubicBezTo>
                    <a:pt x="405931" y="16"/>
                    <a:pt x="405931" y="16"/>
                    <a:pt x="408730" y="294"/>
                  </a:cubicBezTo>
                  <a:cubicBezTo>
                    <a:pt x="410712" y="3267"/>
                    <a:pt x="410421" y="5862"/>
                    <a:pt x="410399" y="9314"/>
                  </a:cubicBezTo>
                  <a:cubicBezTo>
                    <a:pt x="410400" y="10008"/>
                    <a:pt x="410402" y="10703"/>
                    <a:pt x="410403" y="11419"/>
                  </a:cubicBezTo>
                  <a:cubicBezTo>
                    <a:pt x="410406" y="13719"/>
                    <a:pt x="410398" y="16019"/>
                    <a:pt x="410389" y="18319"/>
                  </a:cubicBezTo>
                  <a:cubicBezTo>
                    <a:pt x="410389" y="19914"/>
                    <a:pt x="410388" y="21509"/>
                    <a:pt x="410388" y="23103"/>
                  </a:cubicBezTo>
                  <a:cubicBezTo>
                    <a:pt x="410387" y="26447"/>
                    <a:pt x="410381" y="29791"/>
                    <a:pt x="410371" y="33134"/>
                  </a:cubicBezTo>
                  <a:cubicBezTo>
                    <a:pt x="410358" y="37428"/>
                    <a:pt x="410356" y="41721"/>
                    <a:pt x="410356" y="46014"/>
                  </a:cubicBezTo>
                  <a:cubicBezTo>
                    <a:pt x="410356" y="49308"/>
                    <a:pt x="410352" y="52601"/>
                    <a:pt x="410347" y="55894"/>
                  </a:cubicBezTo>
                  <a:cubicBezTo>
                    <a:pt x="410344" y="57478"/>
                    <a:pt x="410343" y="59061"/>
                    <a:pt x="410342" y="60645"/>
                  </a:cubicBezTo>
                  <a:cubicBezTo>
                    <a:pt x="410341" y="62854"/>
                    <a:pt x="410334" y="65063"/>
                    <a:pt x="410326" y="67272"/>
                  </a:cubicBezTo>
                  <a:cubicBezTo>
                    <a:pt x="410326" y="67932"/>
                    <a:pt x="410327" y="68591"/>
                    <a:pt x="410327" y="69270"/>
                  </a:cubicBezTo>
                  <a:cubicBezTo>
                    <a:pt x="410303" y="73793"/>
                    <a:pt x="410303" y="73793"/>
                    <a:pt x="409474" y="75452"/>
                  </a:cubicBezTo>
                  <a:cubicBezTo>
                    <a:pt x="407773" y="75642"/>
                    <a:pt x="407773" y="75642"/>
                    <a:pt x="405466" y="75647"/>
                  </a:cubicBezTo>
                  <a:cubicBezTo>
                    <a:pt x="404591" y="75652"/>
                    <a:pt x="403716" y="75658"/>
                    <a:pt x="402814" y="75664"/>
                  </a:cubicBezTo>
                  <a:cubicBezTo>
                    <a:pt x="401354" y="75661"/>
                    <a:pt x="401354" y="75661"/>
                    <a:pt x="399864" y="75659"/>
                  </a:cubicBezTo>
                  <a:cubicBezTo>
                    <a:pt x="398829" y="75663"/>
                    <a:pt x="397794" y="75667"/>
                    <a:pt x="396759" y="75672"/>
                  </a:cubicBezTo>
                  <a:cubicBezTo>
                    <a:pt x="393901" y="75684"/>
                    <a:pt x="391044" y="75687"/>
                    <a:pt x="388186" y="75688"/>
                  </a:cubicBezTo>
                  <a:cubicBezTo>
                    <a:pt x="385110" y="75690"/>
                    <a:pt x="382033" y="75702"/>
                    <a:pt x="378957" y="75712"/>
                  </a:cubicBezTo>
                  <a:cubicBezTo>
                    <a:pt x="373622" y="75728"/>
                    <a:pt x="368287" y="75740"/>
                    <a:pt x="362953" y="75747"/>
                  </a:cubicBezTo>
                  <a:cubicBezTo>
                    <a:pt x="355239" y="75758"/>
                    <a:pt x="347526" y="75777"/>
                    <a:pt x="339813" y="75798"/>
                  </a:cubicBezTo>
                  <a:cubicBezTo>
                    <a:pt x="327300" y="75832"/>
                    <a:pt x="314788" y="75859"/>
                    <a:pt x="302275" y="75882"/>
                  </a:cubicBezTo>
                  <a:cubicBezTo>
                    <a:pt x="290117" y="75905"/>
                    <a:pt x="277959" y="75930"/>
                    <a:pt x="265800" y="75960"/>
                  </a:cubicBezTo>
                  <a:cubicBezTo>
                    <a:pt x="265051" y="75962"/>
                    <a:pt x="264303" y="75964"/>
                    <a:pt x="263531" y="75965"/>
                  </a:cubicBezTo>
                  <a:cubicBezTo>
                    <a:pt x="259774" y="75975"/>
                    <a:pt x="256018" y="75984"/>
                    <a:pt x="252261" y="75993"/>
                  </a:cubicBezTo>
                  <a:cubicBezTo>
                    <a:pt x="221073" y="76070"/>
                    <a:pt x="189886" y="76137"/>
                    <a:pt x="158698" y="76196"/>
                  </a:cubicBezTo>
                  <a:cubicBezTo>
                    <a:pt x="158944" y="76933"/>
                    <a:pt x="159190" y="77669"/>
                    <a:pt x="159443" y="78429"/>
                  </a:cubicBezTo>
                  <a:cubicBezTo>
                    <a:pt x="161854" y="78783"/>
                    <a:pt x="161854" y="78783"/>
                    <a:pt x="164652" y="78801"/>
                  </a:cubicBezTo>
                  <a:cubicBezTo>
                    <a:pt x="167535" y="78870"/>
                    <a:pt x="167535" y="78870"/>
                    <a:pt x="169861" y="79173"/>
                  </a:cubicBezTo>
                  <a:cubicBezTo>
                    <a:pt x="170106" y="79909"/>
                    <a:pt x="170352" y="80646"/>
                    <a:pt x="170605" y="81405"/>
                  </a:cubicBezTo>
                  <a:cubicBezTo>
                    <a:pt x="172717" y="82069"/>
                    <a:pt x="174391" y="82145"/>
                    <a:pt x="176604" y="82010"/>
                  </a:cubicBezTo>
                  <a:cubicBezTo>
                    <a:pt x="178790" y="82149"/>
                    <a:pt x="178790" y="82149"/>
                    <a:pt x="180078" y="83611"/>
                  </a:cubicBezTo>
                  <a:cubicBezTo>
                    <a:pt x="182400" y="85694"/>
                    <a:pt x="184087" y="85570"/>
                    <a:pt x="187162" y="85684"/>
                  </a:cubicBezTo>
                  <a:cubicBezTo>
                    <a:pt x="188102" y="85726"/>
                    <a:pt x="189042" y="85768"/>
                    <a:pt x="190010" y="85812"/>
                  </a:cubicBezTo>
                  <a:cubicBezTo>
                    <a:pt x="190728" y="85831"/>
                    <a:pt x="191445" y="85850"/>
                    <a:pt x="192185" y="85870"/>
                  </a:cubicBezTo>
                  <a:cubicBezTo>
                    <a:pt x="191939" y="86607"/>
                    <a:pt x="191694" y="87343"/>
                    <a:pt x="191441" y="88102"/>
                  </a:cubicBezTo>
                  <a:cubicBezTo>
                    <a:pt x="191886" y="88317"/>
                    <a:pt x="192331" y="88532"/>
                    <a:pt x="192789" y="88753"/>
                  </a:cubicBezTo>
                  <a:cubicBezTo>
                    <a:pt x="194417" y="89591"/>
                    <a:pt x="194417" y="89591"/>
                    <a:pt x="196650" y="91079"/>
                  </a:cubicBezTo>
                  <a:cubicBezTo>
                    <a:pt x="196650" y="91816"/>
                    <a:pt x="196650" y="92552"/>
                    <a:pt x="196650" y="93311"/>
                  </a:cubicBezTo>
                  <a:cubicBezTo>
                    <a:pt x="196158" y="93557"/>
                    <a:pt x="195667" y="93802"/>
                    <a:pt x="195161" y="94055"/>
                  </a:cubicBezTo>
                  <a:cubicBezTo>
                    <a:pt x="194716" y="95772"/>
                    <a:pt x="194449" y="97491"/>
                    <a:pt x="194164" y="99241"/>
                  </a:cubicBezTo>
                  <a:cubicBezTo>
                    <a:pt x="194002" y="99740"/>
                    <a:pt x="193840" y="100239"/>
                    <a:pt x="193673" y="100753"/>
                  </a:cubicBezTo>
                  <a:cubicBezTo>
                    <a:pt x="192936" y="100998"/>
                    <a:pt x="192200" y="101244"/>
                    <a:pt x="191441" y="101497"/>
                  </a:cubicBezTo>
                  <a:cubicBezTo>
                    <a:pt x="191168" y="103425"/>
                    <a:pt x="191168" y="103425"/>
                    <a:pt x="191301" y="105636"/>
                  </a:cubicBezTo>
                  <a:cubicBezTo>
                    <a:pt x="191321" y="106389"/>
                    <a:pt x="191341" y="107142"/>
                    <a:pt x="191362" y="107918"/>
                  </a:cubicBezTo>
                  <a:cubicBezTo>
                    <a:pt x="191388" y="108500"/>
                    <a:pt x="191414" y="109083"/>
                    <a:pt x="191441" y="109682"/>
                  </a:cubicBezTo>
                  <a:cubicBezTo>
                    <a:pt x="190704" y="109437"/>
                    <a:pt x="189967" y="109191"/>
                    <a:pt x="189208" y="108938"/>
                  </a:cubicBezTo>
                  <a:cubicBezTo>
                    <a:pt x="188963" y="111640"/>
                    <a:pt x="188717" y="114341"/>
                    <a:pt x="188464" y="117124"/>
                  </a:cubicBezTo>
                  <a:cubicBezTo>
                    <a:pt x="187727" y="117124"/>
                    <a:pt x="186991" y="117124"/>
                    <a:pt x="186232" y="117124"/>
                  </a:cubicBezTo>
                  <a:cubicBezTo>
                    <a:pt x="185986" y="119088"/>
                    <a:pt x="185740" y="121053"/>
                    <a:pt x="185487" y="123077"/>
                  </a:cubicBezTo>
                  <a:cubicBezTo>
                    <a:pt x="248844" y="123323"/>
                    <a:pt x="312200" y="123568"/>
                    <a:pt x="377476" y="123821"/>
                  </a:cubicBezTo>
                  <a:cubicBezTo>
                    <a:pt x="377476" y="186329"/>
                    <a:pt x="377476" y="186329"/>
                    <a:pt x="375987" y="188561"/>
                  </a:cubicBezTo>
                  <a:cubicBezTo>
                    <a:pt x="374119" y="188836"/>
                    <a:pt x="374119" y="188836"/>
                    <a:pt x="371712" y="188830"/>
                  </a:cubicBezTo>
                  <a:cubicBezTo>
                    <a:pt x="370347" y="188834"/>
                    <a:pt x="370347" y="188834"/>
                    <a:pt x="368955" y="188839"/>
                  </a:cubicBezTo>
                  <a:cubicBezTo>
                    <a:pt x="367941" y="188831"/>
                    <a:pt x="366927" y="188823"/>
                    <a:pt x="365914" y="188815"/>
                  </a:cubicBezTo>
                  <a:cubicBezTo>
                    <a:pt x="364850" y="188814"/>
                    <a:pt x="363787" y="188814"/>
                    <a:pt x="362724" y="188816"/>
                  </a:cubicBezTo>
                  <a:cubicBezTo>
                    <a:pt x="359832" y="188816"/>
                    <a:pt x="356940" y="188803"/>
                    <a:pt x="354048" y="188788"/>
                  </a:cubicBezTo>
                  <a:cubicBezTo>
                    <a:pt x="351028" y="188774"/>
                    <a:pt x="348008" y="188772"/>
                    <a:pt x="344988" y="188770"/>
                  </a:cubicBezTo>
                  <a:cubicBezTo>
                    <a:pt x="339266" y="188763"/>
                    <a:pt x="333545" y="188744"/>
                    <a:pt x="327823" y="188722"/>
                  </a:cubicBezTo>
                  <a:cubicBezTo>
                    <a:pt x="320094" y="188693"/>
                    <a:pt x="312364" y="188680"/>
                    <a:pt x="304634" y="188667"/>
                  </a:cubicBezTo>
                  <a:cubicBezTo>
                    <a:pt x="292452" y="188646"/>
                    <a:pt x="280269" y="188602"/>
                    <a:pt x="268087" y="188561"/>
                  </a:cubicBezTo>
                  <a:cubicBezTo>
                    <a:pt x="268087" y="205260"/>
                    <a:pt x="268087" y="221958"/>
                    <a:pt x="268087" y="239163"/>
                  </a:cubicBezTo>
                  <a:cubicBezTo>
                    <a:pt x="331443" y="239531"/>
                    <a:pt x="331443" y="239531"/>
                    <a:pt x="396079" y="239907"/>
                  </a:cubicBezTo>
                  <a:cubicBezTo>
                    <a:pt x="396079" y="261271"/>
                    <a:pt x="396079" y="282636"/>
                    <a:pt x="396079" y="304647"/>
                  </a:cubicBezTo>
                  <a:cubicBezTo>
                    <a:pt x="335670" y="305016"/>
                    <a:pt x="335670" y="305016"/>
                    <a:pt x="274040" y="305391"/>
                  </a:cubicBezTo>
                  <a:cubicBezTo>
                    <a:pt x="275990" y="307760"/>
                    <a:pt x="275990" y="307760"/>
                    <a:pt x="278226" y="307996"/>
                  </a:cubicBezTo>
                  <a:cubicBezTo>
                    <a:pt x="278809" y="308119"/>
                    <a:pt x="279392" y="308241"/>
                    <a:pt x="279993" y="308368"/>
                  </a:cubicBezTo>
                  <a:cubicBezTo>
                    <a:pt x="280239" y="309105"/>
                    <a:pt x="280484" y="309841"/>
                    <a:pt x="280737" y="310600"/>
                  </a:cubicBezTo>
                  <a:cubicBezTo>
                    <a:pt x="281723" y="311109"/>
                    <a:pt x="282716" y="311605"/>
                    <a:pt x="283714" y="312089"/>
                  </a:cubicBezTo>
                  <a:cubicBezTo>
                    <a:pt x="284205" y="312825"/>
                    <a:pt x="284696" y="313562"/>
                    <a:pt x="285202" y="314321"/>
                  </a:cubicBezTo>
                  <a:cubicBezTo>
                    <a:pt x="285709" y="314429"/>
                    <a:pt x="286215" y="314536"/>
                    <a:pt x="286737" y="314647"/>
                  </a:cubicBezTo>
                  <a:cubicBezTo>
                    <a:pt x="287213" y="314785"/>
                    <a:pt x="287689" y="314923"/>
                    <a:pt x="288179" y="315065"/>
                  </a:cubicBezTo>
                  <a:cubicBezTo>
                    <a:pt x="288427" y="316057"/>
                    <a:pt x="288675" y="317050"/>
                    <a:pt x="288923" y="318042"/>
                  </a:cubicBezTo>
                  <a:cubicBezTo>
                    <a:pt x="289414" y="318165"/>
                    <a:pt x="289905" y="318287"/>
                    <a:pt x="290411" y="318414"/>
                  </a:cubicBezTo>
                  <a:cubicBezTo>
                    <a:pt x="290902" y="318537"/>
                    <a:pt x="291394" y="318659"/>
                    <a:pt x="291900" y="318786"/>
                  </a:cubicBezTo>
                  <a:cubicBezTo>
                    <a:pt x="291992" y="319292"/>
                    <a:pt x="292084" y="319799"/>
                    <a:pt x="292179" y="320321"/>
                  </a:cubicBezTo>
                  <a:cubicBezTo>
                    <a:pt x="292332" y="320796"/>
                    <a:pt x="292486" y="321272"/>
                    <a:pt x="292644" y="321762"/>
                  </a:cubicBezTo>
                  <a:cubicBezTo>
                    <a:pt x="293380" y="321762"/>
                    <a:pt x="294117" y="321762"/>
                    <a:pt x="294876" y="321762"/>
                  </a:cubicBezTo>
                  <a:cubicBezTo>
                    <a:pt x="295613" y="321762"/>
                    <a:pt x="296350" y="321762"/>
                    <a:pt x="297109" y="321762"/>
                  </a:cubicBezTo>
                  <a:cubicBezTo>
                    <a:pt x="297574" y="323204"/>
                    <a:pt x="297574" y="323204"/>
                    <a:pt x="297853" y="324739"/>
                  </a:cubicBezTo>
                  <a:cubicBezTo>
                    <a:pt x="298837" y="325016"/>
                    <a:pt x="299830" y="325265"/>
                    <a:pt x="300829" y="325483"/>
                  </a:cubicBezTo>
                  <a:cubicBezTo>
                    <a:pt x="301075" y="326220"/>
                    <a:pt x="301320" y="326957"/>
                    <a:pt x="301573" y="327716"/>
                  </a:cubicBezTo>
                  <a:cubicBezTo>
                    <a:pt x="302187" y="327961"/>
                    <a:pt x="302801" y="328207"/>
                    <a:pt x="303434" y="328460"/>
                  </a:cubicBezTo>
                  <a:cubicBezTo>
                    <a:pt x="304048" y="328705"/>
                    <a:pt x="304662" y="328951"/>
                    <a:pt x="305294" y="329204"/>
                  </a:cubicBezTo>
                  <a:cubicBezTo>
                    <a:pt x="305540" y="329941"/>
                    <a:pt x="305785" y="330677"/>
                    <a:pt x="306038" y="331436"/>
                  </a:cubicBezTo>
                  <a:cubicBezTo>
                    <a:pt x="306529" y="331559"/>
                    <a:pt x="307021" y="331682"/>
                    <a:pt x="307527" y="331808"/>
                  </a:cubicBezTo>
                  <a:cubicBezTo>
                    <a:pt x="308018" y="331931"/>
                    <a:pt x="308509" y="332054"/>
                    <a:pt x="309015" y="332180"/>
                  </a:cubicBezTo>
                  <a:cubicBezTo>
                    <a:pt x="309260" y="332917"/>
                    <a:pt x="309506" y="333654"/>
                    <a:pt x="309759" y="334413"/>
                  </a:cubicBezTo>
                  <a:cubicBezTo>
                    <a:pt x="310373" y="334658"/>
                    <a:pt x="310987" y="334904"/>
                    <a:pt x="311619" y="335157"/>
                  </a:cubicBezTo>
                  <a:cubicBezTo>
                    <a:pt x="312233" y="335403"/>
                    <a:pt x="312847" y="335648"/>
                    <a:pt x="313480" y="335901"/>
                  </a:cubicBezTo>
                  <a:cubicBezTo>
                    <a:pt x="313725" y="336638"/>
                    <a:pt x="313971" y="337375"/>
                    <a:pt x="314224" y="338134"/>
                  </a:cubicBezTo>
                  <a:cubicBezTo>
                    <a:pt x="314715" y="338256"/>
                    <a:pt x="315206" y="338379"/>
                    <a:pt x="315712" y="338506"/>
                  </a:cubicBezTo>
                  <a:cubicBezTo>
                    <a:pt x="316203" y="338628"/>
                    <a:pt x="316694" y="338751"/>
                    <a:pt x="317200" y="338878"/>
                  </a:cubicBezTo>
                  <a:cubicBezTo>
                    <a:pt x="317446" y="339614"/>
                    <a:pt x="317691" y="340351"/>
                    <a:pt x="317944" y="341110"/>
                  </a:cubicBezTo>
                  <a:cubicBezTo>
                    <a:pt x="318543" y="341340"/>
                    <a:pt x="319142" y="341571"/>
                    <a:pt x="319758" y="341808"/>
                  </a:cubicBezTo>
                  <a:cubicBezTo>
                    <a:pt x="322069" y="342766"/>
                    <a:pt x="322177" y="343361"/>
                    <a:pt x="323153" y="345575"/>
                  </a:cubicBezTo>
                  <a:cubicBezTo>
                    <a:pt x="325072" y="347858"/>
                    <a:pt x="325072" y="347858"/>
                    <a:pt x="327758" y="348924"/>
                  </a:cubicBezTo>
                  <a:cubicBezTo>
                    <a:pt x="328203" y="349046"/>
                    <a:pt x="328648" y="349169"/>
                    <a:pt x="329107" y="349296"/>
                  </a:cubicBezTo>
                  <a:cubicBezTo>
                    <a:pt x="329355" y="350288"/>
                    <a:pt x="329603" y="351280"/>
                    <a:pt x="329851" y="352272"/>
                  </a:cubicBezTo>
                  <a:cubicBezTo>
                    <a:pt x="331299" y="352712"/>
                    <a:pt x="331299" y="352712"/>
                    <a:pt x="332827" y="353016"/>
                  </a:cubicBezTo>
                  <a:cubicBezTo>
                    <a:pt x="333318" y="353753"/>
                    <a:pt x="333810" y="354490"/>
                    <a:pt x="334316" y="355249"/>
                  </a:cubicBezTo>
                  <a:cubicBezTo>
                    <a:pt x="334807" y="355356"/>
                    <a:pt x="335298" y="355464"/>
                    <a:pt x="335804" y="355574"/>
                  </a:cubicBezTo>
                  <a:cubicBezTo>
                    <a:pt x="336295" y="355712"/>
                    <a:pt x="336786" y="355851"/>
                    <a:pt x="337292" y="355993"/>
                  </a:cubicBezTo>
                  <a:cubicBezTo>
                    <a:pt x="337813" y="356973"/>
                    <a:pt x="338310" y="357965"/>
                    <a:pt x="338780" y="358969"/>
                  </a:cubicBezTo>
                  <a:cubicBezTo>
                    <a:pt x="339517" y="359215"/>
                    <a:pt x="340254" y="359461"/>
                    <a:pt x="341013" y="359714"/>
                  </a:cubicBezTo>
                  <a:cubicBezTo>
                    <a:pt x="341013" y="360696"/>
                    <a:pt x="341013" y="361678"/>
                    <a:pt x="341013" y="362690"/>
                  </a:cubicBezTo>
                  <a:cubicBezTo>
                    <a:pt x="342241" y="362690"/>
                    <a:pt x="343469" y="362690"/>
                    <a:pt x="344734" y="362690"/>
                  </a:cubicBezTo>
                  <a:cubicBezTo>
                    <a:pt x="344734" y="363672"/>
                    <a:pt x="344734" y="364655"/>
                    <a:pt x="344734" y="365667"/>
                  </a:cubicBezTo>
                  <a:cubicBezTo>
                    <a:pt x="345973" y="365921"/>
                    <a:pt x="347213" y="366169"/>
                    <a:pt x="348454" y="366411"/>
                  </a:cubicBezTo>
                  <a:cubicBezTo>
                    <a:pt x="348873" y="367853"/>
                    <a:pt x="348873" y="367853"/>
                    <a:pt x="349198" y="369387"/>
                  </a:cubicBezTo>
                  <a:cubicBezTo>
                    <a:pt x="350185" y="369895"/>
                    <a:pt x="351176" y="370393"/>
                    <a:pt x="352175" y="370876"/>
                  </a:cubicBezTo>
                  <a:cubicBezTo>
                    <a:pt x="352175" y="371612"/>
                    <a:pt x="352175" y="372349"/>
                    <a:pt x="352175" y="373108"/>
                  </a:cubicBezTo>
                  <a:cubicBezTo>
                    <a:pt x="353403" y="373108"/>
                    <a:pt x="354631" y="373108"/>
                    <a:pt x="355896" y="373108"/>
                  </a:cubicBezTo>
                  <a:cubicBezTo>
                    <a:pt x="355896" y="374090"/>
                    <a:pt x="355896" y="375073"/>
                    <a:pt x="355896" y="376085"/>
                  </a:cubicBezTo>
                  <a:cubicBezTo>
                    <a:pt x="357128" y="376369"/>
                    <a:pt x="358370" y="376616"/>
                    <a:pt x="359616" y="376829"/>
                  </a:cubicBezTo>
                  <a:cubicBezTo>
                    <a:pt x="359862" y="377566"/>
                    <a:pt x="360107" y="378302"/>
                    <a:pt x="360361" y="379061"/>
                  </a:cubicBezTo>
                  <a:cubicBezTo>
                    <a:pt x="360867" y="379568"/>
                    <a:pt x="361373" y="380074"/>
                    <a:pt x="361895" y="380596"/>
                  </a:cubicBezTo>
                  <a:cubicBezTo>
                    <a:pt x="363337" y="382038"/>
                    <a:pt x="363337" y="382038"/>
                    <a:pt x="363337" y="383526"/>
                  </a:cubicBezTo>
                  <a:cubicBezTo>
                    <a:pt x="363828" y="383634"/>
                    <a:pt x="364319" y="383741"/>
                    <a:pt x="364825" y="383852"/>
                  </a:cubicBezTo>
                  <a:cubicBezTo>
                    <a:pt x="365316" y="383990"/>
                    <a:pt x="365808" y="384128"/>
                    <a:pt x="366314" y="384270"/>
                  </a:cubicBezTo>
                  <a:cubicBezTo>
                    <a:pt x="366314" y="385007"/>
                    <a:pt x="366314" y="385744"/>
                    <a:pt x="366314" y="386503"/>
                  </a:cubicBezTo>
                  <a:cubicBezTo>
                    <a:pt x="367296" y="386503"/>
                    <a:pt x="368278" y="386503"/>
                    <a:pt x="369290" y="386503"/>
                  </a:cubicBezTo>
                  <a:cubicBezTo>
                    <a:pt x="369398" y="386963"/>
                    <a:pt x="369505" y="387424"/>
                    <a:pt x="369616" y="387898"/>
                  </a:cubicBezTo>
                  <a:cubicBezTo>
                    <a:pt x="369754" y="388420"/>
                    <a:pt x="369892" y="388942"/>
                    <a:pt x="370034" y="389479"/>
                  </a:cubicBezTo>
                  <a:cubicBezTo>
                    <a:pt x="371264" y="390002"/>
                    <a:pt x="372504" y="390499"/>
                    <a:pt x="373755" y="390968"/>
                  </a:cubicBezTo>
                  <a:cubicBezTo>
                    <a:pt x="374001" y="391704"/>
                    <a:pt x="374246" y="392441"/>
                    <a:pt x="374499" y="393200"/>
                  </a:cubicBezTo>
                  <a:cubicBezTo>
                    <a:pt x="375236" y="393446"/>
                    <a:pt x="375973" y="393691"/>
                    <a:pt x="376732" y="393944"/>
                  </a:cubicBezTo>
                  <a:cubicBezTo>
                    <a:pt x="377255" y="395423"/>
                    <a:pt x="377752" y="396912"/>
                    <a:pt x="378220" y="398409"/>
                  </a:cubicBezTo>
                  <a:cubicBezTo>
                    <a:pt x="378711" y="398655"/>
                    <a:pt x="379202" y="398900"/>
                    <a:pt x="379708" y="399153"/>
                  </a:cubicBezTo>
                  <a:cubicBezTo>
                    <a:pt x="379451" y="401639"/>
                    <a:pt x="378375" y="403266"/>
                    <a:pt x="376732" y="405106"/>
                  </a:cubicBezTo>
                  <a:cubicBezTo>
                    <a:pt x="376240" y="405106"/>
                    <a:pt x="375749" y="405106"/>
                    <a:pt x="375243" y="405106"/>
                  </a:cubicBezTo>
                  <a:cubicBezTo>
                    <a:pt x="375044" y="405766"/>
                    <a:pt x="374844" y="406426"/>
                    <a:pt x="374639" y="407106"/>
                  </a:cubicBezTo>
                  <a:cubicBezTo>
                    <a:pt x="373606" y="409986"/>
                    <a:pt x="372230" y="411203"/>
                    <a:pt x="370034" y="413292"/>
                  </a:cubicBezTo>
                  <a:cubicBezTo>
                    <a:pt x="369278" y="414525"/>
                    <a:pt x="368531" y="415763"/>
                    <a:pt x="367802" y="417012"/>
                  </a:cubicBezTo>
                  <a:cubicBezTo>
                    <a:pt x="367311" y="417258"/>
                    <a:pt x="366820" y="417504"/>
                    <a:pt x="366314" y="417757"/>
                  </a:cubicBezTo>
                  <a:cubicBezTo>
                    <a:pt x="366068" y="418493"/>
                    <a:pt x="365823" y="419230"/>
                    <a:pt x="365569" y="419989"/>
                  </a:cubicBezTo>
                  <a:cubicBezTo>
                    <a:pt x="365078" y="420235"/>
                    <a:pt x="364587" y="420480"/>
                    <a:pt x="364081" y="420733"/>
                  </a:cubicBezTo>
                  <a:cubicBezTo>
                    <a:pt x="363974" y="421240"/>
                    <a:pt x="363866" y="421746"/>
                    <a:pt x="363756" y="422268"/>
                  </a:cubicBezTo>
                  <a:cubicBezTo>
                    <a:pt x="363618" y="422744"/>
                    <a:pt x="363479" y="423220"/>
                    <a:pt x="363337" y="423710"/>
                  </a:cubicBezTo>
                  <a:cubicBezTo>
                    <a:pt x="362600" y="423710"/>
                    <a:pt x="361864" y="423710"/>
                    <a:pt x="361105" y="423710"/>
                  </a:cubicBezTo>
                  <a:cubicBezTo>
                    <a:pt x="360982" y="424324"/>
                    <a:pt x="360859" y="424938"/>
                    <a:pt x="360733" y="425570"/>
                  </a:cubicBezTo>
                  <a:cubicBezTo>
                    <a:pt x="360610" y="426184"/>
                    <a:pt x="360487" y="426798"/>
                    <a:pt x="360361" y="427430"/>
                  </a:cubicBezTo>
                  <a:cubicBezTo>
                    <a:pt x="359624" y="427430"/>
                    <a:pt x="358887" y="427430"/>
                    <a:pt x="358128" y="427430"/>
                  </a:cubicBezTo>
                  <a:cubicBezTo>
                    <a:pt x="358189" y="427968"/>
                    <a:pt x="358251" y="428505"/>
                    <a:pt x="358314" y="429058"/>
                  </a:cubicBezTo>
                  <a:cubicBezTo>
                    <a:pt x="358070" y="431800"/>
                    <a:pt x="357013" y="432901"/>
                    <a:pt x="355152" y="434872"/>
                  </a:cubicBezTo>
                  <a:cubicBezTo>
                    <a:pt x="354660" y="435117"/>
                    <a:pt x="354169" y="435363"/>
                    <a:pt x="353663" y="435616"/>
                  </a:cubicBezTo>
                  <a:cubicBezTo>
                    <a:pt x="353157" y="436652"/>
                    <a:pt x="353157" y="436652"/>
                    <a:pt x="352640" y="437709"/>
                  </a:cubicBezTo>
                  <a:cubicBezTo>
                    <a:pt x="351468" y="440008"/>
                    <a:pt x="350418" y="441410"/>
                    <a:pt x="348454" y="443057"/>
                  </a:cubicBezTo>
                  <a:cubicBezTo>
                    <a:pt x="347963" y="443057"/>
                    <a:pt x="347472" y="443057"/>
                    <a:pt x="346966" y="443057"/>
                  </a:cubicBezTo>
                  <a:cubicBezTo>
                    <a:pt x="346966" y="443549"/>
                    <a:pt x="346966" y="444040"/>
                    <a:pt x="346966" y="444546"/>
                  </a:cubicBezTo>
                  <a:cubicBezTo>
                    <a:pt x="347878" y="444544"/>
                    <a:pt x="348790" y="444542"/>
                    <a:pt x="349730" y="444541"/>
                  </a:cubicBezTo>
                  <a:cubicBezTo>
                    <a:pt x="358304" y="444526"/>
                    <a:pt x="366878" y="444514"/>
                    <a:pt x="375452" y="444507"/>
                  </a:cubicBezTo>
                  <a:cubicBezTo>
                    <a:pt x="379861" y="444503"/>
                    <a:pt x="384270" y="444498"/>
                    <a:pt x="388678" y="444490"/>
                  </a:cubicBezTo>
                  <a:cubicBezTo>
                    <a:pt x="392929" y="444481"/>
                    <a:pt x="397180" y="444477"/>
                    <a:pt x="401431" y="444475"/>
                  </a:cubicBezTo>
                  <a:cubicBezTo>
                    <a:pt x="403056" y="444474"/>
                    <a:pt x="404682" y="444471"/>
                    <a:pt x="406308" y="444467"/>
                  </a:cubicBezTo>
                  <a:cubicBezTo>
                    <a:pt x="408576" y="444462"/>
                    <a:pt x="410844" y="444461"/>
                    <a:pt x="413113" y="444461"/>
                  </a:cubicBezTo>
                  <a:cubicBezTo>
                    <a:pt x="413792" y="444458"/>
                    <a:pt x="414471" y="444456"/>
                    <a:pt x="415171" y="444453"/>
                  </a:cubicBezTo>
                  <a:cubicBezTo>
                    <a:pt x="419807" y="444461"/>
                    <a:pt x="419807" y="444461"/>
                    <a:pt x="420636" y="445290"/>
                  </a:cubicBezTo>
                  <a:cubicBezTo>
                    <a:pt x="420727" y="447483"/>
                    <a:pt x="420769" y="449658"/>
                    <a:pt x="420779" y="451852"/>
                  </a:cubicBezTo>
                  <a:cubicBezTo>
                    <a:pt x="420786" y="452540"/>
                    <a:pt x="420792" y="453229"/>
                    <a:pt x="420798" y="453938"/>
                  </a:cubicBezTo>
                  <a:cubicBezTo>
                    <a:pt x="420816" y="456226"/>
                    <a:pt x="420829" y="458513"/>
                    <a:pt x="420839" y="460800"/>
                  </a:cubicBezTo>
                  <a:cubicBezTo>
                    <a:pt x="420845" y="461968"/>
                    <a:pt x="420845" y="461968"/>
                    <a:pt x="420851" y="463159"/>
                  </a:cubicBezTo>
                  <a:cubicBezTo>
                    <a:pt x="420871" y="467275"/>
                    <a:pt x="420886" y="471392"/>
                    <a:pt x="420896" y="475509"/>
                  </a:cubicBezTo>
                  <a:cubicBezTo>
                    <a:pt x="420909" y="479775"/>
                    <a:pt x="420942" y="484042"/>
                    <a:pt x="420980" y="488309"/>
                  </a:cubicBezTo>
                  <a:cubicBezTo>
                    <a:pt x="421005" y="491577"/>
                    <a:pt x="421014" y="494845"/>
                    <a:pt x="421018" y="498114"/>
                  </a:cubicBezTo>
                  <a:cubicBezTo>
                    <a:pt x="421023" y="499688"/>
                    <a:pt x="421034" y="501261"/>
                    <a:pt x="421052" y="502835"/>
                  </a:cubicBezTo>
                  <a:cubicBezTo>
                    <a:pt x="421075" y="505031"/>
                    <a:pt x="421076" y="507225"/>
                    <a:pt x="421070" y="509421"/>
                  </a:cubicBezTo>
                  <a:cubicBezTo>
                    <a:pt x="421082" y="510078"/>
                    <a:pt x="421095" y="510735"/>
                    <a:pt x="421107" y="511413"/>
                  </a:cubicBezTo>
                  <a:cubicBezTo>
                    <a:pt x="421088" y="513215"/>
                    <a:pt x="421088" y="513215"/>
                    <a:pt x="420636" y="515983"/>
                  </a:cubicBezTo>
                  <a:cubicBezTo>
                    <a:pt x="417331" y="517208"/>
                    <a:pt x="413463" y="516830"/>
                    <a:pt x="409977" y="516821"/>
                  </a:cubicBezTo>
                  <a:cubicBezTo>
                    <a:pt x="409272" y="516822"/>
                    <a:pt x="408567" y="516823"/>
                    <a:pt x="407841" y="516824"/>
                  </a:cubicBezTo>
                  <a:cubicBezTo>
                    <a:pt x="405465" y="516827"/>
                    <a:pt x="403090" y="516824"/>
                    <a:pt x="400714" y="516822"/>
                  </a:cubicBezTo>
                  <a:cubicBezTo>
                    <a:pt x="398999" y="516823"/>
                    <a:pt x="397284" y="516824"/>
                    <a:pt x="395569" y="516825"/>
                  </a:cubicBezTo>
                  <a:cubicBezTo>
                    <a:pt x="390846" y="516828"/>
                    <a:pt x="386123" y="516827"/>
                    <a:pt x="381400" y="516825"/>
                  </a:cubicBezTo>
                  <a:cubicBezTo>
                    <a:pt x="376833" y="516823"/>
                    <a:pt x="372266" y="516825"/>
                    <a:pt x="367699" y="516827"/>
                  </a:cubicBezTo>
                  <a:cubicBezTo>
                    <a:pt x="357781" y="516831"/>
                    <a:pt x="347862" y="516830"/>
                    <a:pt x="337943" y="516828"/>
                  </a:cubicBezTo>
                  <a:cubicBezTo>
                    <a:pt x="329264" y="516826"/>
                    <a:pt x="320585" y="516826"/>
                    <a:pt x="311906" y="516827"/>
                  </a:cubicBezTo>
                  <a:cubicBezTo>
                    <a:pt x="311044" y="516827"/>
                    <a:pt x="311044" y="516827"/>
                    <a:pt x="310164" y="516827"/>
                  </a:cubicBezTo>
                  <a:cubicBezTo>
                    <a:pt x="307829" y="516827"/>
                    <a:pt x="305494" y="516828"/>
                    <a:pt x="303159" y="516828"/>
                  </a:cubicBezTo>
                  <a:cubicBezTo>
                    <a:pt x="281251" y="516830"/>
                    <a:pt x="259342" y="516828"/>
                    <a:pt x="237434" y="516824"/>
                  </a:cubicBezTo>
                  <a:cubicBezTo>
                    <a:pt x="217955" y="516820"/>
                    <a:pt x="198477" y="516821"/>
                    <a:pt x="178998" y="516824"/>
                  </a:cubicBezTo>
                  <a:cubicBezTo>
                    <a:pt x="157127" y="516828"/>
                    <a:pt x="135255" y="516830"/>
                    <a:pt x="113384" y="516828"/>
                  </a:cubicBezTo>
                  <a:cubicBezTo>
                    <a:pt x="111054" y="516827"/>
                    <a:pt x="108725" y="516827"/>
                    <a:pt x="106395" y="516827"/>
                  </a:cubicBezTo>
                  <a:cubicBezTo>
                    <a:pt x="105821" y="516827"/>
                    <a:pt x="105247" y="516827"/>
                    <a:pt x="104656" y="516827"/>
                  </a:cubicBezTo>
                  <a:cubicBezTo>
                    <a:pt x="95980" y="516826"/>
                    <a:pt x="87304" y="516827"/>
                    <a:pt x="78627" y="516829"/>
                  </a:cubicBezTo>
                  <a:cubicBezTo>
                    <a:pt x="68767" y="516831"/>
                    <a:pt x="58907" y="516830"/>
                    <a:pt x="49047" y="516826"/>
                  </a:cubicBezTo>
                  <a:cubicBezTo>
                    <a:pt x="44011" y="516824"/>
                    <a:pt x="38976" y="516824"/>
                    <a:pt x="33941" y="516826"/>
                  </a:cubicBezTo>
                  <a:cubicBezTo>
                    <a:pt x="29338" y="516828"/>
                    <a:pt x="24736" y="516827"/>
                    <a:pt x="20134" y="516823"/>
                  </a:cubicBezTo>
                  <a:cubicBezTo>
                    <a:pt x="18462" y="516822"/>
                    <a:pt x="16790" y="516823"/>
                    <a:pt x="15118" y="516824"/>
                  </a:cubicBezTo>
                  <a:cubicBezTo>
                    <a:pt x="12859" y="516827"/>
                    <a:pt x="10601" y="516824"/>
                    <a:pt x="8342" y="516821"/>
                  </a:cubicBezTo>
                  <a:cubicBezTo>
                    <a:pt x="7681" y="516823"/>
                    <a:pt x="7020" y="516824"/>
                    <a:pt x="6339" y="516826"/>
                  </a:cubicBezTo>
                  <a:cubicBezTo>
                    <a:pt x="1855" y="516812"/>
                    <a:pt x="1855" y="516812"/>
                    <a:pt x="196" y="515983"/>
                  </a:cubicBezTo>
                  <a:cubicBezTo>
                    <a:pt x="11" y="514536"/>
                    <a:pt x="11" y="514536"/>
                    <a:pt x="11" y="512590"/>
                  </a:cubicBezTo>
                  <a:cubicBezTo>
                    <a:pt x="7" y="511850"/>
                    <a:pt x="4" y="511111"/>
                    <a:pt x="0" y="510348"/>
                  </a:cubicBezTo>
                  <a:cubicBezTo>
                    <a:pt x="4" y="509525"/>
                    <a:pt x="7" y="508701"/>
                    <a:pt x="11" y="507852"/>
                  </a:cubicBezTo>
                  <a:cubicBezTo>
                    <a:pt x="9" y="506982"/>
                    <a:pt x="7" y="506111"/>
                    <a:pt x="5" y="505215"/>
                  </a:cubicBezTo>
                  <a:cubicBezTo>
                    <a:pt x="1" y="502778"/>
                    <a:pt x="4" y="500342"/>
                    <a:pt x="10" y="497905"/>
                  </a:cubicBezTo>
                  <a:cubicBezTo>
                    <a:pt x="14" y="495262"/>
                    <a:pt x="10" y="492620"/>
                    <a:pt x="7" y="489977"/>
                  </a:cubicBezTo>
                  <a:cubicBezTo>
                    <a:pt x="3" y="485338"/>
                    <a:pt x="4" y="480699"/>
                    <a:pt x="9" y="476060"/>
                  </a:cubicBezTo>
                  <a:cubicBezTo>
                    <a:pt x="16" y="469162"/>
                    <a:pt x="15" y="462265"/>
                    <a:pt x="12" y="455367"/>
                  </a:cubicBezTo>
                  <a:cubicBezTo>
                    <a:pt x="7" y="443765"/>
                    <a:pt x="10" y="432163"/>
                    <a:pt x="16" y="420561"/>
                  </a:cubicBezTo>
                  <a:cubicBezTo>
                    <a:pt x="23" y="409068"/>
                    <a:pt x="26" y="397575"/>
                    <a:pt x="26" y="386082"/>
                  </a:cubicBezTo>
                  <a:cubicBezTo>
                    <a:pt x="26" y="385368"/>
                    <a:pt x="26" y="384654"/>
                    <a:pt x="26" y="383919"/>
                  </a:cubicBezTo>
                  <a:cubicBezTo>
                    <a:pt x="26" y="381022"/>
                    <a:pt x="26" y="378125"/>
                    <a:pt x="26" y="375228"/>
                  </a:cubicBezTo>
                  <a:cubicBezTo>
                    <a:pt x="25" y="348028"/>
                    <a:pt x="33" y="320828"/>
                    <a:pt x="44" y="293628"/>
                  </a:cubicBezTo>
                  <a:cubicBezTo>
                    <a:pt x="54" y="269439"/>
                    <a:pt x="59" y="245250"/>
                    <a:pt x="59" y="221062"/>
                  </a:cubicBezTo>
                  <a:cubicBezTo>
                    <a:pt x="59" y="219508"/>
                    <a:pt x="58" y="217955"/>
                    <a:pt x="58" y="216402"/>
                  </a:cubicBezTo>
                  <a:cubicBezTo>
                    <a:pt x="58" y="215635"/>
                    <a:pt x="58" y="214867"/>
                    <a:pt x="58" y="214076"/>
                  </a:cubicBezTo>
                  <a:cubicBezTo>
                    <a:pt x="58" y="210211"/>
                    <a:pt x="58" y="206347"/>
                    <a:pt x="58" y="202482"/>
                  </a:cubicBezTo>
                  <a:cubicBezTo>
                    <a:pt x="58" y="201720"/>
                    <a:pt x="58" y="200957"/>
                    <a:pt x="58" y="200172"/>
                  </a:cubicBezTo>
                  <a:cubicBezTo>
                    <a:pt x="58" y="179986"/>
                    <a:pt x="61" y="159801"/>
                    <a:pt x="66" y="139615"/>
                  </a:cubicBezTo>
                  <a:cubicBezTo>
                    <a:pt x="66" y="138897"/>
                    <a:pt x="66" y="138180"/>
                    <a:pt x="66" y="137440"/>
                  </a:cubicBezTo>
                  <a:cubicBezTo>
                    <a:pt x="67" y="134554"/>
                    <a:pt x="68" y="131668"/>
                    <a:pt x="68" y="128782"/>
                  </a:cubicBezTo>
                  <a:cubicBezTo>
                    <a:pt x="71" y="118723"/>
                    <a:pt x="72" y="108664"/>
                    <a:pt x="72" y="98605"/>
                  </a:cubicBezTo>
                  <a:cubicBezTo>
                    <a:pt x="73" y="85644"/>
                    <a:pt x="76" y="72684"/>
                    <a:pt x="83" y="59724"/>
                  </a:cubicBezTo>
                  <a:cubicBezTo>
                    <a:pt x="87" y="52863"/>
                    <a:pt x="89" y="46002"/>
                    <a:pt x="87" y="39141"/>
                  </a:cubicBezTo>
                  <a:cubicBezTo>
                    <a:pt x="87" y="34566"/>
                    <a:pt x="89" y="29992"/>
                    <a:pt x="93" y="25418"/>
                  </a:cubicBezTo>
                  <a:cubicBezTo>
                    <a:pt x="96" y="22806"/>
                    <a:pt x="97" y="20194"/>
                    <a:pt x="95" y="17582"/>
                  </a:cubicBezTo>
                  <a:cubicBezTo>
                    <a:pt x="94" y="14778"/>
                    <a:pt x="97" y="11974"/>
                    <a:pt x="101" y="9169"/>
                  </a:cubicBezTo>
                  <a:cubicBezTo>
                    <a:pt x="99" y="8345"/>
                    <a:pt x="98" y="7522"/>
                    <a:pt x="96" y="6673"/>
                  </a:cubicBezTo>
                  <a:cubicBezTo>
                    <a:pt x="98" y="5933"/>
                    <a:pt x="100" y="5193"/>
                    <a:pt x="102" y="4431"/>
                  </a:cubicBezTo>
                  <a:cubicBezTo>
                    <a:pt x="103" y="3789"/>
                    <a:pt x="103" y="3147"/>
                    <a:pt x="103" y="2485"/>
                  </a:cubicBezTo>
                  <a:cubicBezTo>
                    <a:pt x="309" y="-712"/>
                    <a:pt x="2785" y="202"/>
                    <a:pt x="5421" y="192"/>
                  </a:cubicBezTo>
                  <a:cubicBezTo>
                    <a:pt x="6399" y="194"/>
                    <a:pt x="6399" y="194"/>
                    <a:pt x="7397" y="196"/>
                  </a:cubicBezTo>
                  <a:cubicBezTo>
                    <a:pt x="8085" y="194"/>
                    <a:pt x="8774" y="193"/>
                    <a:pt x="9484" y="191"/>
                  </a:cubicBezTo>
                  <a:cubicBezTo>
                    <a:pt x="11823" y="187"/>
                    <a:pt x="14162" y="188"/>
                    <a:pt x="16501" y="189"/>
                  </a:cubicBezTo>
                  <a:cubicBezTo>
                    <a:pt x="18183" y="187"/>
                    <a:pt x="19865" y="185"/>
                    <a:pt x="21546" y="183"/>
                  </a:cubicBezTo>
                  <a:cubicBezTo>
                    <a:pt x="26191" y="177"/>
                    <a:pt x="30836" y="175"/>
                    <a:pt x="35481" y="175"/>
                  </a:cubicBezTo>
                  <a:cubicBezTo>
                    <a:pt x="39968" y="173"/>
                    <a:pt x="44455" y="169"/>
                    <a:pt x="48943" y="164"/>
                  </a:cubicBezTo>
                  <a:cubicBezTo>
                    <a:pt x="60970" y="152"/>
                    <a:pt x="72997" y="148"/>
                    <a:pt x="85025" y="144"/>
                  </a:cubicBezTo>
                  <a:cubicBezTo>
                    <a:pt x="90710" y="143"/>
                    <a:pt x="96396" y="140"/>
                    <a:pt x="102082" y="137"/>
                  </a:cubicBezTo>
                  <a:cubicBezTo>
                    <a:pt x="121532" y="128"/>
                    <a:pt x="140982" y="120"/>
                    <a:pt x="160432" y="117"/>
                  </a:cubicBezTo>
                  <a:cubicBezTo>
                    <a:pt x="161653" y="117"/>
                    <a:pt x="162875" y="117"/>
                    <a:pt x="164097" y="116"/>
                  </a:cubicBezTo>
                  <a:cubicBezTo>
                    <a:pt x="165321" y="116"/>
                    <a:pt x="166546" y="116"/>
                    <a:pt x="167770" y="116"/>
                  </a:cubicBezTo>
                  <a:cubicBezTo>
                    <a:pt x="170227" y="116"/>
                    <a:pt x="172684" y="115"/>
                    <a:pt x="175141" y="115"/>
                  </a:cubicBezTo>
                  <a:cubicBezTo>
                    <a:pt x="176055" y="115"/>
                    <a:pt x="176055" y="115"/>
                    <a:pt x="176987" y="115"/>
                  </a:cubicBezTo>
                  <a:cubicBezTo>
                    <a:pt x="196750" y="112"/>
                    <a:pt x="216513" y="100"/>
                    <a:pt x="236277" y="83"/>
                  </a:cubicBezTo>
                  <a:cubicBezTo>
                    <a:pt x="257155" y="65"/>
                    <a:pt x="278033" y="54"/>
                    <a:pt x="298911" y="53"/>
                  </a:cubicBezTo>
                  <a:cubicBezTo>
                    <a:pt x="301201" y="53"/>
                    <a:pt x="303491" y="53"/>
                    <a:pt x="305780" y="53"/>
                  </a:cubicBezTo>
                  <a:cubicBezTo>
                    <a:pt x="306344" y="53"/>
                    <a:pt x="306908" y="53"/>
                    <a:pt x="307489" y="53"/>
                  </a:cubicBezTo>
                  <a:cubicBezTo>
                    <a:pt x="316581" y="52"/>
                    <a:pt x="325673" y="44"/>
                    <a:pt x="334766" y="33"/>
                  </a:cubicBezTo>
                  <a:cubicBezTo>
                    <a:pt x="343896" y="22"/>
                    <a:pt x="353026" y="20"/>
                    <a:pt x="362157" y="26"/>
                  </a:cubicBezTo>
                  <a:cubicBezTo>
                    <a:pt x="367108" y="29"/>
                    <a:pt x="372058" y="28"/>
                    <a:pt x="377009" y="18"/>
                  </a:cubicBezTo>
                  <a:cubicBezTo>
                    <a:pt x="381535" y="8"/>
                    <a:pt x="386060" y="9"/>
                    <a:pt x="390585" y="18"/>
                  </a:cubicBezTo>
                  <a:cubicBezTo>
                    <a:pt x="392229" y="20"/>
                    <a:pt x="393873" y="17"/>
                    <a:pt x="395517" y="11"/>
                  </a:cubicBezTo>
                  <a:cubicBezTo>
                    <a:pt x="397738" y="3"/>
                    <a:pt x="399959" y="8"/>
                    <a:pt x="402180" y="17"/>
                  </a:cubicBezTo>
                  <a:cubicBezTo>
                    <a:pt x="402830" y="11"/>
                    <a:pt x="403480" y="6"/>
                    <a:pt x="404150" y="0"/>
                  </a:cubicBezTo>
                  <a:close/>
                </a:path>
              </a:pathLst>
            </a:custGeom>
            <a:grpFill/>
            <a:ln w="744" cap="flat">
              <a:noFill/>
              <a:prstDash val="solid"/>
              <a:miter/>
            </a:ln>
          </p:spPr>
          <p:txBody>
            <a:bodyPr rtlCol="0" anchor="ctr"/>
            <a:lstStyle/>
            <a:p>
              <a:endParaRPr lang="zh-CN" altLang="en-US"/>
            </a:p>
          </p:txBody>
        </p:sp>
        <p:sp>
          <p:nvSpPr>
            <p:cNvPr id="140" name="任意多边形: 形状 139"/>
            <p:cNvSpPr/>
            <p:nvPr/>
          </p:nvSpPr>
          <p:spPr>
            <a:xfrm>
              <a:off x="1955398" y="609929"/>
              <a:ext cx="309398" cy="1011510"/>
            </a:xfrm>
            <a:custGeom>
              <a:avLst/>
              <a:gdLst>
                <a:gd name="connsiteX0" fmla="*/ 3375 w 309401"/>
                <a:gd name="connsiteY0" fmla="*/ 645 h 1011480"/>
                <a:gd name="connsiteX1" fmla="*/ 82254 w 309401"/>
                <a:gd name="connsiteY1" fmla="*/ 645 h 1011480"/>
                <a:gd name="connsiteX2" fmla="*/ 82998 w 309401"/>
                <a:gd name="connsiteY2" fmla="*/ 920403 h 1011480"/>
                <a:gd name="connsiteX3" fmla="*/ 85231 w 309401"/>
                <a:gd name="connsiteY3" fmla="*/ 919659 h 1011480"/>
                <a:gd name="connsiteX4" fmla="*/ 90993 w 309401"/>
                <a:gd name="connsiteY4" fmla="*/ 919570 h 1011480"/>
                <a:gd name="connsiteX5" fmla="*/ 92790 w 309401"/>
                <a:gd name="connsiteY5" fmla="*/ 919568 h 1011480"/>
                <a:gd name="connsiteX6" fmla="*/ 98769 w 309401"/>
                <a:gd name="connsiteY6" fmla="*/ 919575 h 1011480"/>
                <a:gd name="connsiteX7" fmla="*/ 103048 w 309401"/>
                <a:gd name="connsiteY7" fmla="*/ 919574 h 1011480"/>
                <a:gd name="connsiteX8" fmla="*/ 114685 w 309401"/>
                <a:gd name="connsiteY8" fmla="*/ 919584 h 1011480"/>
                <a:gd name="connsiteX9" fmla="*/ 126847 w 309401"/>
                <a:gd name="connsiteY9" fmla="*/ 919589 h 1011480"/>
                <a:gd name="connsiteX10" fmla="*/ 149894 w 309401"/>
                <a:gd name="connsiteY10" fmla="*/ 919605 h 1011480"/>
                <a:gd name="connsiteX11" fmla="*/ 176100 w 309401"/>
                <a:gd name="connsiteY11" fmla="*/ 919622 h 1011480"/>
                <a:gd name="connsiteX12" fmla="*/ 226263 w 309401"/>
                <a:gd name="connsiteY12" fmla="*/ 919656 h 1011480"/>
                <a:gd name="connsiteX13" fmla="*/ 232571 w 309401"/>
                <a:gd name="connsiteY13" fmla="*/ 919659 h 1011480"/>
                <a:gd name="connsiteX14" fmla="*/ 232570 w 309401"/>
                <a:gd name="connsiteY14" fmla="*/ 917246 h 1011480"/>
                <a:gd name="connsiteX15" fmla="*/ 232559 w 309401"/>
                <a:gd name="connsiteY15" fmla="*/ 835457 h 1011480"/>
                <a:gd name="connsiteX16" fmla="*/ 232559 w 309401"/>
                <a:gd name="connsiteY16" fmla="*/ 833792 h 1011480"/>
                <a:gd name="connsiteX17" fmla="*/ 232539 w 309401"/>
                <a:gd name="connsiteY17" fmla="*/ 657300 h 1011480"/>
                <a:gd name="connsiteX18" fmla="*/ 232539 w 309401"/>
                <a:gd name="connsiteY18" fmla="*/ 653381 h 1011480"/>
                <a:gd name="connsiteX19" fmla="*/ 232533 w 309401"/>
                <a:gd name="connsiteY19" fmla="*/ 571126 h 1011480"/>
                <a:gd name="connsiteX20" fmla="*/ 232530 w 309401"/>
                <a:gd name="connsiteY20" fmla="*/ 529809 h 1011480"/>
                <a:gd name="connsiteX21" fmla="*/ 232529 w 309401"/>
                <a:gd name="connsiteY21" fmla="*/ 523576 h 1011480"/>
                <a:gd name="connsiteX22" fmla="*/ 232524 w 309401"/>
                <a:gd name="connsiteY22" fmla="*/ 463080 h 1011480"/>
                <a:gd name="connsiteX23" fmla="*/ 232524 w 309401"/>
                <a:gd name="connsiteY23" fmla="*/ 460989 h 1011480"/>
                <a:gd name="connsiteX24" fmla="*/ 232520 w 309401"/>
                <a:gd name="connsiteY24" fmla="*/ 427566 h 1011480"/>
                <a:gd name="connsiteX25" fmla="*/ 232519 w 309401"/>
                <a:gd name="connsiteY25" fmla="*/ 425480 h 1011480"/>
                <a:gd name="connsiteX26" fmla="*/ 232514 w 309401"/>
                <a:gd name="connsiteY26" fmla="*/ 392178 h 1011480"/>
                <a:gd name="connsiteX27" fmla="*/ 232503 w 309401"/>
                <a:gd name="connsiteY27" fmla="*/ 296297 h 1011480"/>
                <a:gd name="connsiteX28" fmla="*/ 232503 w 309401"/>
                <a:gd name="connsiteY28" fmla="*/ 294307 h 1011480"/>
                <a:gd name="connsiteX29" fmla="*/ 232501 w 309401"/>
                <a:gd name="connsiteY29" fmla="*/ 251058 h 1011480"/>
                <a:gd name="connsiteX30" fmla="*/ 232500 w 309401"/>
                <a:gd name="connsiteY30" fmla="*/ 233658 h 1011480"/>
                <a:gd name="connsiteX31" fmla="*/ 232500 w 309401"/>
                <a:gd name="connsiteY31" fmla="*/ 231735 h 1011480"/>
                <a:gd name="connsiteX32" fmla="*/ 232492 w 309401"/>
                <a:gd name="connsiteY32" fmla="*/ 170307 h 1011480"/>
                <a:gd name="connsiteX33" fmla="*/ 232486 w 309401"/>
                <a:gd name="connsiteY33" fmla="*/ 108462 h 1011480"/>
                <a:gd name="connsiteX34" fmla="*/ 232486 w 309401"/>
                <a:gd name="connsiteY34" fmla="*/ 99928 h 1011480"/>
                <a:gd name="connsiteX35" fmla="*/ 232487 w 309401"/>
                <a:gd name="connsiteY35" fmla="*/ 98238 h 1011480"/>
                <a:gd name="connsiteX36" fmla="*/ 232481 w 309401"/>
                <a:gd name="connsiteY36" fmla="*/ 71679 h 1011480"/>
                <a:gd name="connsiteX37" fmla="*/ 232480 w 309401"/>
                <a:gd name="connsiteY37" fmla="*/ 45604 h 1011480"/>
                <a:gd name="connsiteX38" fmla="*/ 232478 w 309401"/>
                <a:gd name="connsiteY38" fmla="*/ 31639 h 1011480"/>
                <a:gd name="connsiteX39" fmla="*/ 232478 w 309401"/>
                <a:gd name="connsiteY39" fmla="*/ 18962 h 1011480"/>
                <a:gd name="connsiteX40" fmla="*/ 232476 w 309401"/>
                <a:gd name="connsiteY40" fmla="*/ 14378 h 1011480"/>
                <a:gd name="connsiteX41" fmla="*/ 232478 w 309401"/>
                <a:gd name="connsiteY41" fmla="*/ 8202 h 1011480"/>
                <a:gd name="connsiteX42" fmla="*/ 232473 w 309401"/>
                <a:gd name="connsiteY42" fmla="*/ 6380 h 1011480"/>
                <a:gd name="connsiteX43" fmla="*/ 233315 w 309401"/>
                <a:gd name="connsiteY43" fmla="*/ 645 h 1011480"/>
                <a:gd name="connsiteX44" fmla="*/ 236366 w 309401"/>
                <a:gd name="connsiteY44" fmla="*/ 461 h 1011480"/>
                <a:gd name="connsiteX45" fmla="*/ 238358 w 309401"/>
                <a:gd name="connsiteY45" fmla="*/ 452 h 1011480"/>
                <a:gd name="connsiteX46" fmla="*/ 240560 w 309401"/>
                <a:gd name="connsiteY46" fmla="*/ 465 h 1011480"/>
                <a:gd name="connsiteX47" fmla="*/ 242866 w 309401"/>
                <a:gd name="connsiteY47" fmla="*/ 460 h 1011480"/>
                <a:gd name="connsiteX48" fmla="*/ 250453 w 309401"/>
                <a:gd name="connsiteY48" fmla="*/ 474 h 1011480"/>
                <a:gd name="connsiteX49" fmla="*/ 255700 w 309401"/>
                <a:gd name="connsiteY49" fmla="*/ 475 h 1011480"/>
                <a:gd name="connsiteX50" fmla="*/ 266713 w 309401"/>
                <a:gd name="connsiteY50" fmla="*/ 492 h 1011480"/>
                <a:gd name="connsiteX51" fmla="*/ 280864 w 309401"/>
                <a:gd name="connsiteY51" fmla="*/ 507 h 1011480"/>
                <a:gd name="connsiteX52" fmla="*/ 291704 w 309401"/>
                <a:gd name="connsiteY52" fmla="*/ 517 h 1011480"/>
                <a:gd name="connsiteX53" fmla="*/ 296923 w 309401"/>
                <a:gd name="connsiteY53" fmla="*/ 521 h 1011480"/>
                <a:gd name="connsiteX54" fmla="*/ 304204 w 309401"/>
                <a:gd name="connsiteY54" fmla="*/ 537 h 1011480"/>
                <a:gd name="connsiteX55" fmla="*/ 306407 w 309401"/>
                <a:gd name="connsiteY55" fmla="*/ 536 h 1011480"/>
                <a:gd name="connsiteX56" fmla="*/ 308399 w 309401"/>
                <a:gd name="connsiteY56" fmla="*/ 546 h 1011480"/>
                <a:gd name="connsiteX57" fmla="*/ 310140 w 309401"/>
                <a:gd name="connsiteY57" fmla="*/ 550 h 1011480"/>
                <a:gd name="connsiteX58" fmla="*/ 312194 w 309401"/>
                <a:gd name="connsiteY58" fmla="*/ 1390 h 1011480"/>
                <a:gd name="connsiteX59" fmla="*/ 312289 w 309401"/>
                <a:gd name="connsiteY59" fmla="*/ 7698 h 1011480"/>
                <a:gd name="connsiteX60" fmla="*/ 312292 w 309401"/>
                <a:gd name="connsiteY60" fmla="*/ 9741 h 1011480"/>
                <a:gd name="connsiteX61" fmla="*/ 312292 w 309401"/>
                <a:gd name="connsiteY61" fmla="*/ 16622 h 1011480"/>
                <a:gd name="connsiteX62" fmla="*/ 312296 w 309401"/>
                <a:gd name="connsiteY62" fmla="*/ 21585 h 1011480"/>
                <a:gd name="connsiteX63" fmla="*/ 312299 w 309401"/>
                <a:gd name="connsiteY63" fmla="*/ 35354 h 1011480"/>
                <a:gd name="connsiteX64" fmla="*/ 312304 w 309401"/>
                <a:gd name="connsiteY64" fmla="*/ 48746 h 1011480"/>
                <a:gd name="connsiteX65" fmla="*/ 312312 w 309401"/>
                <a:gd name="connsiteY65" fmla="*/ 76493 h 1011480"/>
                <a:gd name="connsiteX66" fmla="*/ 312319 w 309401"/>
                <a:gd name="connsiteY66" fmla="*/ 104629 h 1011480"/>
                <a:gd name="connsiteX67" fmla="*/ 312319 w 309401"/>
                <a:gd name="connsiteY67" fmla="*/ 106421 h 1011480"/>
                <a:gd name="connsiteX68" fmla="*/ 312322 w 309401"/>
                <a:gd name="connsiteY68" fmla="*/ 113645 h 1011480"/>
                <a:gd name="connsiteX69" fmla="*/ 312343 w 309401"/>
                <a:gd name="connsiteY69" fmla="*/ 199271 h 1011480"/>
                <a:gd name="connsiteX70" fmla="*/ 312350 w 309401"/>
                <a:gd name="connsiteY70" fmla="*/ 241887 h 1011480"/>
                <a:gd name="connsiteX71" fmla="*/ 312370 w 309401"/>
                <a:gd name="connsiteY71" fmla="*/ 378502 h 1011480"/>
                <a:gd name="connsiteX72" fmla="*/ 312371 w 309401"/>
                <a:gd name="connsiteY72" fmla="*/ 385035 h 1011480"/>
                <a:gd name="connsiteX73" fmla="*/ 312371 w 309401"/>
                <a:gd name="connsiteY73" fmla="*/ 398135 h 1011480"/>
                <a:gd name="connsiteX74" fmla="*/ 312372 w 309401"/>
                <a:gd name="connsiteY74" fmla="*/ 413474 h 1011480"/>
                <a:gd name="connsiteX75" fmla="*/ 312373 w 309401"/>
                <a:gd name="connsiteY75" fmla="*/ 417864 h 1011480"/>
                <a:gd name="connsiteX76" fmla="*/ 312404 w 309401"/>
                <a:gd name="connsiteY76" fmla="*/ 558920 h 1011480"/>
                <a:gd name="connsiteX77" fmla="*/ 312431 w 309401"/>
                <a:gd name="connsiteY77" fmla="*/ 660250 h 1011480"/>
                <a:gd name="connsiteX78" fmla="*/ 312431 w 309401"/>
                <a:gd name="connsiteY78" fmla="*/ 662354 h 1011480"/>
                <a:gd name="connsiteX79" fmla="*/ 312434 w 309401"/>
                <a:gd name="connsiteY79" fmla="*/ 708056 h 1011480"/>
                <a:gd name="connsiteX80" fmla="*/ 312434 w 309401"/>
                <a:gd name="connsiteY80" fmla="*/ 724408 h 1011480"/>
                <a:gd name="connsiteX81" fmla="*/ 312435 w 309401"/>
                <a:gd name="connsiteY81" fmla="*/ 728476 h 1011480"/>
                <a:gd name="connsiteX82" fmla="*/ 312454 w 309401"/>
                <a:gd name="connsiteY82" fmla="*/ 793395 h 1011480"/>
                <a:gd name="connsiteX83" fmla="*/ 312462 w 309401"/>
                <a:gd name="connsiteY83" fmla="*/ 858749 h 1011480"/>
                <a:gd name="connsiteX84" fmla="*/ 312460 w 309401"/>
                <a:gd name="connsiteY84" fmla="*/ 867766 h 1011480"/>
                <a:gd name="connsiteX85" fmla="*/ 312459 w 309401"/>
                <a:gd name="connsiteY85" fmla="*/ 869551 h 1011480"/>
                <a:gd name="connsiteX86" fmla="*/ 312471 w 309401"/>
                <a:gd name="connsiteY86" fmla="*/ 897620 h 1011480"/>
                <a:gd name="connsiteX87" fmla="*/ 312472 w 309401"/>
                <a:gd name="connsiteY87" fmla="*/ 925173 h 1011480"/>
                <a:gd name="connsiteX88" fmla="*/ 312477 w 309401"/>
                <a:gd name="connsiteY88" fmla="*/ 939932 h 1011480"/>
                <a:gd name="connsiteX89" fmla="*/ 312473 w 309401"/>
                <a:gd name="connsiteY89" fmla="*/ 953326 h 1011480"/>
                <a:gd name="connsiteX90" fmla="*/ 312480 w 309401"/>
                <a:gd name="connsiteY90" fmla="*/ 958173 h 1011480"/>
                <a:gd name="connsiteX91" fmla="*/ 312472 w 309401"/>
                <a:gd name="connsiteY91" fmla="*/ 964696 h 1011480"/>
                <a:gd name="connsiteX92" fmla="*/ 312489 w 309401"/>
                <a:gd name="connsiteY92" fmla="*/ 966627 h 1011480"/>
                <a:gd name="connsiteX93" fmla="*/ 312194 w 309401"/>
                <a:gd name="connsiteY93" fmla="*/ 971005 h 1011480"/>
                <a:gd name="connsiteX94" fmla="*/ 309961 w 309401"/>
                <a:gd name="connsiteY94" fmla="*/ 971749 h 1011480"/>
                <a:gd name="connsiteX95" fmla="*/ 309217 w 309401"/>
                <a:gd name="connsiteY95" fmla="*/ 973981 h 1011480"/>
                <a:gd name="connsiteX96" fmla="*/ 306985 w 309401"/>
                <a:gd name="connsiteY96" fmla="*/ 974725 h 1011480"/>
                <a:gd name="connsiteX97" fmla="*/ 305496 w 309401"/>
                <a:gd name="connsiteY97" fmla="*/ 977702 h 1011480"/>
                <a:gd name="connsiteX98" fmla="*/ 304008 w 309401"/>
                <a:gd name="connsiteY98" fmla="*/ 978446 h 1011480"/>
                <a:gd name="connsiteX99" fmla="*/ 303264 w 309401"/>
                <a:gd name="connsiteY99" fmla="*/ 980679 h 1011480"/>
                <a:gd name="connsiteX100" fmla="*/ 301032 w 309401"/>
                <a:gd name="connsiteY100" fmla="*/ 982167 h 1011480"/>
                <a:gd name="connsiteX101" fmla="*/ 300287 w 309401"/>
                <a:gd name="connsiteY101" fmla="*/ 984399 h 1011480"/>
                <a:gd name="connsiteX102" fmla="*/ 296567 w 309401"/>
                <a:gd name="connsiteY102" fmla="*/ 988120 h 1011480"/>
                <a:gd name="connsiteX103" fmla="*/ 295078 w 309401"/>
                <a:gd name="connsiteY103" fmla="*/ 989980 h 1011480"/>
                <a:gd name="connsiteX104" fmla="*/ 289869 w 309401"/>
                <a:gd name="connsiteY104" fmla="*/ 995561 h 1011480"/>
                <a:gd name="connsiteX105" fmla="*/ 288381 w 309401"/>
                <a:gd name="connsiteY105" fmla="*/ 995561 h 1011480"/>
                <a:gd name="connsiteX106" fmla="*/ 286893 w 309401"/>
                <a:gd name="connsiteY106" fmla="*/ 999282 h 1011480"/>
                <a:gd name="connsiteX107" fmla="*/ 285405 w 309401"/>
                <a:gd name="connsiteY107" fmla="*/ 1001514 h 1011480"/>
                <a:gd name="connsiteX108" fmla="*/ 282428 w 309401"/>
                <a:gd name="connsiteY108" fmla="*/ 1001514 h 1011480"/>
                <a:gd name="connsiteX109" fmla="*/ 281684 w 309401"/>
                <a:gd name="connsiteY109" fmla="*/ 1005235 h 1011480"/>
                <a:gd name="connsiteX110" fmla="*/ 279452 w 309401"/>
                <a:gd name="connsiteY110" fmla="*/ 1005235 h 1011480"/>
                <a:gd name="connsiteX111" fmla="*/ 279452 w 309401"/>
                <a:gd name="connsiteY111" fmla="*/ 1008956 h 1011480"/>
                <a:gd name="connsiteX112" fmla="*/ 276475 w 309401"/>
                <a:gd name="connsiteY112" fmla="*/ 1008956 h 1011480"/>
                <a:gd name="connsiteX113" fmla="*/ 276475 w 309401"/>
                <a:gd name="connsiteY113" fmla="*/ 1011932 h 1011480"/>
                <a:gd name="connsiteX114" fmla="*/ 39094 w 309401"/>
                <a:gd name="connsiteY114" fmla="*/ 1011932 h 1011480"/>
                <a:gd name="connsiteX115" fmla="*/ 39094 w 309401"/>
                <a:gd name="connsiteY115" fmla="*/ 1008956 h 1011480"/>
                <a:gd name="connsiteX116" fmla="*/ 36118 w 309401"/>
                <a:gd name="connsiteY116" fmla="*/ 1008956 h 1011480"/>
                <a:gd name="connsiteX117" fmla="*/ 36350 w 309401"/>
                <a:gd name="connsiteY117" fmla="*/ 1007142 h 1011480"/>
                <a:gd name="connsiteX118" fmla="*/ 36118 w 309401"/>
                <a:gd name="connsiteY118" fmla="*/ 1005235 h 1011480"/>
                <a:gd name="connsiteX119" fmla="*/ 34420 w 309401"/>
                <a:gd name="connsiteY119" fmla="*/ 1004947 h 1011480"/>
                <a:gd name="connsiteX120" fmla="*/ 29560 w 309401"/>
                <a:gd name="connsiteY120" fmla="*/ 1001235 h 1011480"/>
                <a:gd name="connsiteX121" fmla="*/ 28196 w 309401"/>
                <a:gd name="connsiteY121" fmla="*/ 999451 h 1011480"/>
                <a:gd name="connsiteX122" fmla="*/ 27188 w 309401"/>
                <a:gd name="connsiteY122" fmla="*/ 995561 h 1011480"/>
                <a:gd name="connsiteX123" fmla="*/ 25467 w 309401"/>
                <a:gd name="connsiteY123" fmla="*/ 995247 h 1011480"/>
                <a:gd name="connsiteX124" fmla="*/ 22258 w 309401"/>
                <a:gd name="connsiteY124" fmla="*/ 993410 h 1011480"/>
                <a:gd name="connsiteX125" fmla="*/ 21235 w 309401"/>
                <a:gd name="connsiteY125" fmla="*/ 991655 h 1011480"/>
                <a:gd name="connsiteX126" fmla="*/ 15282 w 309401"/>
                <a:gd name="connsiteY126" fmla="*/ 984399 h 1011480"/>
                <a:gd name="connsiteX127" fmla="*/ 13793 w 309401"/>
                <a:gd name="connsiteY127" fmla="*/ 981423 h 1011480"/>
                <a:gd name="connsiteX128" fmla="*/ 12584 w 309401"/>
                <a:gd name="connsiteY128" fmla="*/ 980213 h 1011480"/>
                <a:gd name="connsiteX129" fmla="*/ 11561 w 309401"/>
                <a:gd name="connsiteY129" fmla="*/ 977702 h 1011480"/>
                <a:gd name="connsiteX130" fmla="*/ 9328 w 309401"/>
                <a:gd name="connsiteY130" fmla="*/ 977702 h 1011480"/>
                <a:gd name="connsiteX131" fmla="*/ 8584 w 309401"/>
                <a:gd name="connsiteY131" fmla="*/ 974725 h 1011480"/>
                <a:gd name="connsiteX132" fmla="*/ 6352 w 309401"/>
                <a:gd name="connsiteY132" fmla="*/ 974725 h 1011480"/>
                <a:gd name="connsiteX133" fmla="*/ 5608 w 309401"/>
                <a:gd name="connsiteY133" fmla="*/ 971749 h 1011480"/>
                <a:gd name="connsiteX134" fmla="*/ 3375 w 309401"/>
                <a:gd name="connsiteY134" fmla="*/ 971005 h 1011480"/>
                <a:gd name="connsiteX135" fmla="*/ 3098 w 309401"/>
                <a:gd name="connsiteY135" fmla="*/ 964690 h 1011480"/>
                <a:gd name="connsiteX136" fmla="*/ 3089 w 309401"/>
                <a:gd name="connsiteY136" fmla="*/ 962645 h 1011480"/>
                <a:gd name="connsiteX137" fmla="*/ 3101 w 309401"/>
                <a:gd name="connsiteY137" fmla="*/ 955759 h 1011480"/>
                <a:gd name="connsiteX138" fmla="*/ 3093 w 309401"/>
                <a:gd name="connsiteY138" fmla="*/ 950791 h 1011480"/>
                <a:gd name="connsiteX139" fmla="*/ 3102 w 309401"/>
                <a:gd name="connsiteY139" fmla="*/ 937010 h 1011480"/>
                <a:gd name="connsiteX140" fmla="*/ 3102 w 309401"/>
                <a:gd name="connsiteY140" fmla="*/ 923605 h 1011480"/>
                <a:gd name="connsiteX141" fmla="*/ 3109 w 309401"/>
                <a:gd name="connsiteY141" fmla="*/ 895834 h 1011480"/>
                <a:gd name="connsiteX142" fmla="*/ 3123 w 309401"/>
                <a:gd name="connsiteY142" fmla="*/ 867673 h 1011480"/>
                <a:gd name="connsiteX143" fmla="*/ 3123 w 309401"/>
                <a:gd name="connsiteY143" fmla="*/ 865879 h 1011480"/>
                <a:gd name="connsiteX144" fmla="*/ 3121 w 309401"/>
                <a:gd name="connsiteY144" fmla="*/ 856826 h 1011480"/>
                <a:gd name="connsiteX145" fmla="*/ 3139 w 309401"/>
                <a:gd name="connsiteY145" fmla="*/ 791219 h 1011480"/>
                <a:gd name="connsiteX146" fmla="*/ 3164 w 309401"/>
                <a:gd name="connsiteY146" fmla="*/ 726227 h 1011480"/>
                <a:gd name="connsiteX147" fmla="*/ 3164 w 309401"/>
                <a:gd name="connsiteY147" fmla="*/ 724190 h 1011480"/>
                <a:gd name="connsiteX148" fmla="*/ 3166 w 309401"/>
                <a:gd name="connsiteY148" fmla="*/ 705771 h 1011480"/>
                <a:gd name="connsiteX149" fmla="*/ 3172 w 309401"/>
                <a:gd name="connsiteY149" fmla="*/ 659978 h 1011480"/>
                <a:gd name="connsiteX150" fmla="*/ 3172 w 309401"/>
                <a:gd name="connsiteY150" fmla="*/ 657871 h 1011480"/>
                <a:gd name="connsiteX151" fmla="*/ 3207 w 309401"/>
                <a:gd name="connsiteY151" fmla="*/ 556366 h 1011480"/>
                <a:gd name="connsiteX152" fmla="*/ 3222 w 309401"/>
                <a:gd name="connsiteY152" fmla="*/ 521132 h 1011480"/>
                <a:gd name="connsiteX153" fmla="*/ 3223 w 309401"/>
                <a:gd name="connsiteY153" fmla="*/ 518925 h 1011480"/>
                <a:gd name="connsiteX154" fmla="*/ 3252 w 309401"/>
                <a:gd name="connsiteY154" fmla="*/ 417384 h 1011480"/>
                <a:gd name="connsiteX155" fmla="*/ 3254 w 309401"/>
                <a:gd name="connsiteY155" fmla="*/ 410794 h 1011480"/>
                <a:gd name="connsiteX156" fmla="*/ 3262 w 309401"/>
                <a:gd name="connsiteY156" fmla="*/ 367121 h 1011480"/>
                <a:gd name="connsiteX157" fmla="*/ 3280 w 309401"/>
                <a:gd name="connsiteY157" fmla="*/ 280218 h 1011480"/>
                <a:gd name="connsiteX158" fmla="*/ 3281 w 309401"/>
                <a:gd name="connsiteY158" fmla="*/ 276079 h 1011480"/>
                <a:gd name="connsiteX159" fmla="*/ 3340 w 309401"/>
                <a:gd name="connsiteY159" fmla="*/ 89710 h 1011480"/>
                <a:gd name="connsiteX160" fmla="*/ 3341 w 309401"/>
                <a:gd name="connsiteY160" fmla="*/ 87946 h 1011480"/>
                <a:gd name="connsiteX161" fmla="*/ 3351 w 309401"/>
                <a:gd name="connsiteY161" fmla="*/ 62217 h 1011480"/>
                <a:gd name="connsiteX162" fmla="*/ 3351 w 309401"/>
                <a:gd name="connsiteY162" fmla="*/ 60692 h 1011480"/>
                <a:gd name="connsiteX163" fmla="*/ 3375 w 309401"/>
                <a:gd name="connsiteY163" fmla="*/ 645 h 10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09401" h="1011480">
                  <a:moveTo>
                    <a:pt x="3375" y="645"/>
                  </a:moveTo>
                  <a:cubicBezTo>
                    <a:pt x="29405" y="645"/>
                    <a:pt x="55435" y="645"/>
                    <a:pt x="82254" y="645"/>
                  </a:cubicBezTo>
                  <a:cubicBezTo>
                    <a:pt x="82500" y="304165"/>
                    <a:pt x="82745" y="607686"/>
                    <a:pt x="82998" y="920403"/>
                  </a:cubicBezTo>
                  <a:cubicBezTo>
                    <a:pt x="83735" y="920158"/>
                    <a:pt x="84472" y="919912"/>
                    <a:pt x="85231" y="919659"/>
                  </a:cubicBezTo>
                  <a:cubicBezTo>
                    <a:pt x="87158" y="919589"/>
                    <a:pt x="89066" y="919562"/>
                    <a:pt x="90993" y="919570"/>
                  </a:cubicBezTo>
                  <a:cubicBezTo>
                    <a:pt x="91586" y="919569"/>
                    <a:pt x="92179" y="919568"/>
                    <a:pt x="92790" y="919568"/>
                  </a:cubicBezTo>
                  <a:cubicBezTo>
                    <a:pt x="94783" y="919566"/>
                    <a:pt x="96776" y="919570"/>
                    <a:pt x="98769" y="919575"/>
                  </a:cubicBezTo>
                  <a:cubicBezTo>
                    <a:pt x="100196" y="919575"/>
                    <a:pt x="101622" y="919575"/>
                    <a:pt x="103048" y="919574"/>
                  </a:cubicBezTo>
                  <a:cubicBezTo>
                    <a:pt x="106927" y="919574"/>
                    <a:pt x="110806" y="919578"/>
                    <a:pt x="114685" y="919584"/>
                  </a:cubicBezTo>
                  <a:cubicBezTo>
                    <a:pt x="118739" y="919588"/>
                    <a:pt x="122793" y="919589"/>
                    <a:pt x="126847" y="919589"/>
                  </a:cubicBezTo>
                  <a:cubicBezTo>
                    <a:pt x="134529" y="919592"/>
                    <a:pt x="142211" y="919598"/>
                    <a:pt x="149894" y="919605"/>
                  </a:cubicBezTo>
                  <a:cubicBezTo>
                    <a:pt x="158629" y="919614"/>
                    <a:pt x="167365" y="919618"/>
                    <a:pt x="176100" y="919622"/>
                  </a:cubicBezTo>
                  <a:cubicBezTo>
                    <a:pt x="192821" y="919629"/>
                    <a:pt x="209542" y="919640"/>
                    <a:pt x="226263" y="919656"/>
                  </a:cubicBezTo>
                  <a:cubicBezTo>
                    <a:pt x="228365" y="919657"/>
                    <a:pt x="230468" y="919659"/>
                    <a:pt x="232571" y="919659"/>
                  </a:cubicBezTo>
                  <a:cubicBezTo>
                    <a:pt x="232571" y="918863"/>
                    <a:pt x="232570" y="918066"/>
                    <a:pt x="232570" y="917246"/>
                  </a:cubicBezTo>
                  <a:cubicBezTo>
                    <a:pt x="232566" y="889983"/>
                    <a:pt x="232563" y="862720"/>
                    <a:pt x="232559" y="835457"/>
                  </a:cubicBezTo>
                  <a:cubicBezTo>
                    <a:pt x="232559" y="834907"/>
                    <a:pt x="232559" y="834358"/>
                    <a:pt x="232559" y="833792"/>
                  </a:cubicBezTo>
                  <a:cubicBezTo>
                    <a:pt x="232551" y="774962"/>
                    <a:pt x="232544" y="716131"/>
                    <a:pt x="232539" y="657300"/>
                  </a:cubicBezTo>
                  <a:cubicBezTo>
                    <a:pt x="232539" y="655994"/>
                    <a:pt x="232539" y="654687"/>
                    <a:pt x="232539" y="653381"/>
                  </a:cubicBezTo>
                  <a:cubicBezTo>
                    <a:pt x="232537" y="625963"/>
                    <a:pt x="232535" y="598544"/>
                    <a:pt x="232533" y="571126"/>
                  </a:cubicBezTo>
                  <a:cubicBezTo>
                    <a:pt x="232532" y="557354"/>
                    <a:pt x="232531" y="543581"/>
                    <a:pt x="232530" y="529809"/>
                  </a:cubicBezTo>
                  <a:cubicBezTo>
                    <a:pt x="232530" y="527731"/>
                    <a:pt x="232530" y="525654"/>
                    <a:pt x="232529" y="523576"/>
                  </a:cubicBezTo>
                  <a:cubicBezTo>
                    <a:pt x="232528" y="503411"/>
                    <a:pt x="232527" y="483245"/>
                    <a:pt x="232524" y="463080"/>
                  </a:cubicBezTo>
                  <a:cubicBezTo>
                    <a:pt x="232524" y="462045"/>
                    <a:pt x="232524" y="462045"/>
                    <a:pt x="232524" y="460989"/>
                  </a:cubicBezTo>
                  <a:cubicBezTo>
                    <a:pt x="232523" y="449848"/>
                    <a:pt x="232521" y="438707"/>
                    <a:pt x="232520" y="427566"/>
                  </a:cubicBezTo>
                  <a:cubicBezTo>
                    <a:pt x="232519" y="426877"/>
                    <a:pt x="232519" y="426189"/>
                    <a:pt x="232519" y="425480"/>
                  </a:cubicBezTo>
                  <a:cubicBezTo>
                    <a:pt x="232518" y="414379"/>
                    <a:pt x="232516" y="403279"/>
                    <a:pt x="232514" y="392178"/>
                  </a:cubicBezTo>
                  <a:cubicBezTo>
                    <a:pt x="232509" y="360218"/>
                    <a:pt x="232505" y="328258"/>
                    <a:pt x="232503" y="296297"/>
                  </a:cubicBezTo>
                  <a:cubicBezTo>
                    <a:pt x="232503" y="295312"/>
                    <a:pt x="232503" y="295312"/>
                    <a:pt x="232503" y="294307"/>
                  </a:cubicBezTo>
                  <a:cubicBezTo>
                    <a:pt x="232502" y="279891"/>
                    <a:pt x="232501" y="265474"/>
                    <a:pt x="232501" y="251058"/>
                  </a:cubicBezTo>
                  <a:cubicBezTo>
                    <a:pt x="232501" y="245258"/>
                    <a:pt x="232500" y="239458"/>
                    <a:pt x="232500" y="233658"/>
                  </a:cubicBezTo>
                  <a:cubicBezTo>
                    <a:pt x="232500" y="233023"/>
                    <a:pt x="232500" y="232389"/>
                    <a:pt x="232500" y="231735"/>
                  </a:cubicBezTo>
                  <a:cubicBezTo>
                    <a:pt x="232499" y="211259"/>
                    <a:pt x="232496" y="190783"/>
                    <a:pt x="232492" y="170307"/>
                  </a:cubicBezTo>
                  <a:cubicBezTo>
                    <a:pt x="232487" y="149692"/>
                    <a:pt x="232485" y="129077"/>
                    <a:pt x="232486" y="108462"/>
                  </a:cubicBezTo>
                  <a:cubicBezTo>
                    <a:pt x="232486" y="105617"/>
                    <a:pt x="232486" y="102773"/>
                    <a:pt x="232486" y="99928"/>
                  </a:cubicBezTo>
                  <a:cubicBezTo>
                    <a:pt x="232487" y="99370"/>
                    <a:pt x="232487" y="98813"/>
                    <a:pt x="232487" y="98238"/>
                  </a:cubicBezTo>
                  <a:cubicBezTo>
                    <a:pt x="232487" y="89385"/>
                    <a:pt x="232485" y="80532"/>
                    <a:pt x="232481" y="71679"/>
                  </a:cubicBezTo>
                  <a:cubicBezTo>
                    <a:pt x="232478" y="62988"/>
                    <a:pt x="232478" y="54296"/>
                    <a:pt x="232480" y="45604"/>
                  </a:cubicBezTo>
                  <a:cubicBezTo>
                    <a:pt x="232481" y="40949"/>
                    <a:pt x="232481" y="36294"/>
                    <a:pt x="232478" y="31639"/>
                  </a:cubicBezTo>
                  <a:cubicBezTo>
                    <a:pt x="232475" y="27413"/>
                    <a:pt x="232475" y="23188"/>
                    <a:pt x="232478" y="18962"/>
                  </a:cubicBezTo>
                  <a:cubicBezTo>
                    <a:pt x="232479" y="17434"/>
                    <a:pt x="232478" y="15906"/>
                    <a:pt x="232476" y="14378"/>
                  </a:cubicBezTo>
                  <a:cubicBezTo>
                    <a:pt x="232473" y="12319"/>
                    <a:pt x="232475" y="10260"/>
                    <a:pt x="232478" y="8202"/>
                  </a:cubicBezTo>
                  <a:cubicBezTo>
                    <a:pt x="232476" y="7601"/>
                    <a:pt x="232475" y="6999"/>
                    <a:pt x="232473" y="6380"/>
                  </a:cubicBezTo>
                  <a:cubicBezTo>
                    <a:pt x="232486" y="2304"/>
                    <a:pt x="232486" y="2304"/>
                    <a:pt x="233315" y="645"/>
                  </a:cubicBezTo>
                  <a:cubicBezTo>
                    <a:pt x="234625" y="460"/>
                    <a:pt x="234625" y="460"/>
                    <a:pt x="236366" y="461"/>
                  </a:cubicBezTo>
                  <a:cubicBezTo>
                    <a:pt x="237023" y="458"/>
                    <a:pt x="237680" y="455"/>
                    <a:pt x="238358" y="452"/>
                  </a:cubicBezTo>
                  <a:cubicBezTo>
                    <a:pt x="239448" y="458"/>
                    <a:pt x="239448" y="458"/>
                    <a:pt x="240560" y="465"/>
                  </a:cubicBezTo>
                  <a:cubicBezTo>
                    <a:pt x="241321" y="463"/>
                    <a:pt x="242082" y="462"/>
                    <a:pt x="242866" y="460"/>
                  </a:cubicBezTo>
                  <a:cubicBezTo>
                    <a:pt x="245395" y="458"/>
                    <a:pt x="247924" y="466"/>
                    <a:pt x="250453" y="474"/>
                  </a:cubicBezTo>
                  <a:cubicBezTo>
                    <a:pt x="252202" y="475"/>
                    <a:pt x="253951" y="475"/>
                    <a:pt x="255700" y="475"/>
                  </a:cubicBezTo>
                  <a:cubicBezTo>
                    <a:pt x="259371" y="476"/>
                    <a:pt x="263042" y="482"/>
                    <a:pt x="266713" y="492"/>
                  </a:cubicBezTo>
                  <a:cubicBezTo>
                    <a:pt x="271430" y="505"/>
                    <a:pt x="276147" y="508"/>
                    <a:pt x="280864" y="507"/>
                  </a:cubicBezTo>
                  <a:cubicBezTo>
                    <a:pt x="284478" y="507"/>
                    <a:pt x="288091" y="511"/>
                    <a:pt x="291704" y="517"/>
                  </a:cubicBezTo>
                  <a:cubicBezTo>
                    <a:pt x="293444" y="519"/>
                    <a:pt x="295184" y="521"/>
                    <a:pt x="296923" y="521"/>
                  </a:cubicBezTo>
                  <a:cubicBezTo>
                    <a:pt x="299350" y="523"/>
                    <a:pt x="301777" y="529"/>
                    <a:pt x="304204" y="537"/>
                  </a:cubicBezTo>
                  <a:cubicBezTo>
                    <a:pt x="304931" y="537"/>
                    <a:pt x="305658" y="537"/>
                    <a:pt x="306407" y="536"/>
                  </a:cubicBezTo>
                  <a:cubicBezTo>
                    <a:pt x="307064" y="539"/>
                    <a:pt x="307721" y="543"/>
                    <a:pt x="308399" y="546"/>
                  </a:cubicBezTo>
                  <a:cubicBezTo>
                    <a:pt x="308973" y="547"/>
                    <a:pt x="309548" y="548"/>
                    <a:pt x="310140" y="550"/>
                  </a:cubicBezTo>
                  <a:cubicBezTo>
                    <a:pt x="311450" y="645"/>
                    <a:pt x="311450" y="645"/>
                    <a:pt x="312194" y="1390"/>
                  </a:cubicBezTo>
                  <a:cubicBezTo>
                    <a:pt x="312269" y="3498"/>
                    <a:pt x="312294" y="5589"/>
                    <a:pt x="312289" y="7698"/>
                  </a:cubicBezTo>
                  <a:cubicBezTo>
                    <a:pt x="312290" y="8373"/>
                    <a:pt x="312291" y="9047"/>
                    <a:pt x="312292" y="9741"/>
                  </a:cubicBezTo>
                  <a:cubicBezTo>
                    <a:pt x="312296" y="12035"/>
                    <a:pt x="312294" y="14328"/>
                    <a:pt x="312292" y="16622"/>
                  </a:cubicBezTo>
                  <a:cubicBezTo>
                    <a:pt x="312293" y="18276"/>
                    <a:pt x="312294" y="19930"/>
                    <a:pt x="312296" y="21585"/>
                  </a:cubicBezTo>
                  <a:cubicBezTo>
                    <a:pt x="312300" y="26174"/>
                    <a:pt x="312300" y="30764"/>
                    <a:pt x="312299" y="35354"/>
                  </a:cubicBezTo>
                  <a:cubicBezTo>
                    <a:pt x="312298" y="39818"/>
                    <a:pt x="312301" y="44282"/>
                    <a:pt x="312304" y="48746"/>
                  </a:cubicBezTo>
                  <a:cubicBezTo>
                    <a:pt x="312310" y="57995"/>
                    <a:pt x="312312" y="67244"/>
                    <a:pt x="312312" y="76493"/>
                  </a:cubicBezTo>
                  <a:cubicBezTo>
                    <a:pt x="312313" y="85871"/>
                    <a:pt x="312315" y="95250"/>
                    <a:pt x="312319" y="104629"/>
                  </a:cubicBezTo>
                  <a:cubicBezTo>
                    <a:pt x="312319" y="105220"/>
                    <a:pt x="312319" y="105811"/>
                    <a:pt x="312319" y="106421"/>
                  </a:cubicBezTo>
                  <a:cubicBezTo>
                    <a:pt x="312320" y="108829"/>
                    <a:pt x="312321" y="111237"/>
                    <a:pt x="312322" y="113645"/>
                  </a:cubicBezTo>
                  <a:cubicBezTo>
                    <a:pt x="312335" y="142187"/>
                    <a:pt x="312339" y="170729"/>
                    <a:pt x="312343" y="199271"/>
                  </a:cubicBezTo>
                  <a:cubicBezTo>
                    <a:pt x="312345" y="213477"/>
                    <a:pt x="312347" y="227682"/>
                    <a:pt x="312350" y="241887"/>
                  </a:cubicBezTo>
                  <a:cubicBezTo>
                    <a:pt x="312360" y="287426"/>
                    <a:pt x="312368" y="332964"/>
                    <a:pt x="312370" y="378502"/>
                  </a:cubicBezTo>
                  <a:cubicBezTo>
                    <a:pt x="312371" y="380680"/>
                    <a:pt x="312371" y="382857"/>
                    <a:pt x="312371" y="385035"/>
                  </a:cubicBezTo>
                  <a:cubicBezTo>
                    <a:pt x="312371" y="389402"/>
                    <a:pt x="312371" y="393769"/>
                    <a:pt x="312371" y="398135"/>
                  </a:cubicBezTo>
                  <a:cubicBezTo>
                    <a:pt x="312372" y="403248"/>
                    <a:pt x="312372" y="408361"/>
                    <a:pt x="312372" y="413474"/>
                  </a:cubicBezTo>
                  <a:cubicBezTo>
                    <a:pt x="312372" y="414938"/>
                    <a:pt x="312373" y="416401"/>
                    <a:pt x="312373" y="417864"/>
                  </a:cubicBezTo>
                  <a:cubicBezTo>
                    <a:pt x="312375" y="464883"/>
                    <a:pt x="312386" y="511901"/>
                    <a:pt x="312404" y="558920"/>
                  </a:cubicBezTo>
                  <a:cubicBezTo>
                    <a:pt x="312416" y="592697"/>
                    <a:pt x="312428" y="626474"/>
                    <a:pt x="312431" y="660250"/>
                  </a:cubicBezTo>
                  <a:cubicBezTo>
                    <a:pt x="312431" y="660945"/>
                    <a:pt x="312431" y="661639"/>
                    <a:pt x="312431" y="662354"/>
                  </a:cubicBezTo>
                  <a:cubicBezTo>
                    <a:pt x="312433" y="677588"/>
                    <a:pt x="312434" y="692822"/>
                    <a:pt x="312434" y="708056"/>
                  </a:cubicBezTo>
                  <a:cubicBezTo>
                    <a:pt x="312434" y="713507"/>
                    <a:pt x="312434" y="718958"/>
                    <a:pt x="312434" y="724408"/>
                  </a:cubicBezTo>
                  <a:cubicBezTo>
                    <a:pt x="312434" y="725764"/>
                    <a:pt x="312435" y="727120"/>
                    <a:pt x="312435" y="728476"/>
                  </a:cubicBezTo>
                  <a:cubicBezTo>
                    <a:pt x="312435" y="750116"/>
                    <a:pt x="312443" y="771755"/>
                    <a:pt x="312454" y="793395"/>
                  </a:cubicBezTo>
                  <a:cubicBezTo>
                    <a:pt x="312464" y="815179"/>
                    <a:pt x="312468" y="836964"/>
                    <a:pt x="312462" y="858749"/>
                  </a:cubicBezTo>
                  <a:cubicBezTo>
                    <a:pt x="312461" y="861754"/>
                    <a:pt x="312461" y="864760"/>
                    <a:pt x="312460" y="867766"/>
                  </a:cubicBezTo>
                  <a:cubicBezTo>
                    <a:pt x="312460" y="868649"/>
                    <a:pt x="312460" y="868649"/>
                    <a:pt x="312459" y="869551"/>
                  </a:cubicBezTo>
                  <a:cubicBezTo>
                    <a:pt x="312457" y="878907"/>
                    <a:pt x="312463" y="888264"/>
                    <a:pt x="312471" y="897620"/>
                  </a:cubicBezTo>
                  <a:cubicBezTo>
                    <a:pt x="312480" y="906804"/>
                    <a:pt x="312480" y="915989"/>
                    <a:pt x="312472" y="925173"/>
                  </a:cubicBezTo>
                  <a:cubicBezTo>
                    <a:pt x="312468" y="930093"/>
                    <a:pt x="312467" y="935013"/>
                    <a:pt x="312477" y="939932"/>
                  </a:cubicBezTo>
                  <a:cubicBezTo>
                    <a:pt x="312485" y="944397"/>
                    <a:pt x="312483" y="948862"/>
                    <a:pt x="312473" y="953326"/>
                  </a:cubicBezTo>
                  <a:cubicBezTo>
                    <a:pt x="312471" y="954942"/>
                    <a:pt x="312473" y="956557"/>
                    <a:pt x="312480" y="958173"/>
                  </a:cubicBezTo>
                  <a:cubicBezTo>
                    <a:pt x="312487" y="960347"/>
                    <a:pt x="312481" y="962521"/>
                    <a:pt x="312472" y="964696"/>
                  </a:cubicBezTo>
                  <a:cubicBezTo>
                    <a:pt x="312477" y="965333"/>
                    <a:pt x="312483" y="965970"/>
                    <a:pt x="312489" y="966627"/>
                  </a:cubicBezTo>
                  <a:cubicBezTo>
                    <a:pt x="312472" y="968361"/>
                    <a:pt x="312472" y="968361"/>
                    <a:pt x="312194" y="971005"/>
                  </a:cubicBezTo>
                  <a:cubicBezTo>
                    <a:pt x="311457" y="971250"/>
                    <a:pt x="310720" y="971496"/>
                    <a:pt x="309961" y="971749"/>
                  </a:cubicBezTo>
                  <a:cubicBezTo>
                    <a:pt x="309716" y="972486"/>
                    <a:pt x="309470" y="973222"/>
                    <a:pt x="309217" y="973981"/>
                  </a:cubicBezTo>
                  <a:cubicBezTo>
                    <a:pt x="308480" y="974227"/>
                    <a:pt x="307744" y="974472"/>
                    <a:pt x="306985" y="974725"/>
                  </a:cubicBezTo>
                  <a:cubicBezTo>
                    <a:pt x="306464" y="975705"/>
                    <a:pt x="305967" y="976698"/>
                    <a:pt x="305496" y="977702"/>
                  </a:cubicBezTo>
                  <a:cubicBezTo>
                    <a:pt x="305005" y="977947"/>
                    <a:pt x="304514" y="978193"/>
                    <a:pt x="304008" y="978446"/>
                  </a:cubicBezTo>
                  <a:cubicBezTo>
                    <a:pt x="303763" y="979183"/>
                    <a:pt x="303517" y="979919"/>
                    <a:pt x="303264" y="980679"/>
                  </a:cubicBezTo>
                  <a:cubicBezTo>
                    <a:pt x="302527" y="981170"/>
                    <a:pt x="301791" y="981661"/>
                    <a:pt x="301032" y="982167"/>
                  </a:cubicBezTo>
                  <a:cubicBezTo>
                    <a:pt x="300786" y="982903"/>
                    <a:pt x="300540" y="983640"/>
                    <a:pt x="300287" y="984399"/>
                  </a:cubicBezTo>
                  <a:cubicBezTo>
                    <a:pt x="299064" y="985656"/>
                    <a:pt x="297821" y="986894"/>
                    <a:pt x="296567" y="988120"/>
                  </a:cubicBezTo>
                  <a:cubicBezTo>
                    <a:pt x="295830" y="989041"/>
                    <a:pt x="295830" y="989041"/>
                    <a:pt x="295078" y="989980"/>
                  </a:cubicBezTo>
                  <a:cubicBezTo>
                    <a:pt x="293462" y="992001"/>
                    <a:pt x="291773" y="993808"/>
                    <a:pt x="289869" y="995561"/>
                  </a:cubicBezTo>
                  <a:cubicBezTo>
                    <a:pt x="289378" y="995561"/>
                    <a:pt x="288887" y="995561"/>
                    <a:pt x="288381" y="995561"/>
                  </a:cubicBezTo>
                  <a:cubicBezTo>
                    <a:pt x="287851" y="996787"/>
                    <a:pt x="287359" y="998030"/>
                    <a:pt x="286893" y="999282"/>
                  </a:cubicBezTo>
                  <a:cubicBezTo>
                    <a:pt x="286402" y="1000019"/>
                    <a:pt x="285911" y="1000755"/>
                    <a:pt x="285405" y="1001514"/>
                  </a:cubicBezTo>
                  <a:cubicBezTo>
                    <a:pt x="284422" y="1001514"/>
                    <a:pt x="283440" y="1001514"/>
                    <a:pt x="282428" y="1001514"/>
                  </a:cubicBezTo>
                  <a:cubicBezTo>
                    <a:pt x="282150" y="1002748"/>
                    <a:pt x="281902" y="1003989"/>
                    <a:pt x="281684" y="1005235"/>
                  </a:cubicBezTo>
                  <a:cubicBezTo>
                    <a:pt x="280947" y="1005235"/>
                    <a:pt x="280211" y="1005235"/>
                    <a:pt x="279452" y="1005235"/>
                  </a:cubicBezTo>
                  <a:cubicBezTo>
                    <a:pt x="279452" y="1006463"/>
                    <a:pt x="279452" y="1007691"/>
                    <a:pt x="279452" y="1008956"/>
                  </a:cubicBezTo>
                  <a:cubicBezTo>
                    <a:pt x="278469" y="1008956"/>
                    <a:pt x="277487" y="1008956"/>
                    <a:pt x="276475" y="1008956"/>
                  </a:cubicBezTo>
                  <a:cubicBezTo>
                    <a:pt x="276475" y="1009938"/>
                    <a:pt x="276475" y="1010920"/>
                    <a:pt x="276475" y="1011932"/>
                  </a:cubicBezTo>
                  <a:cubicBezTo>
                    <a:pt x="198139" y="1011932"/>
                    <a:pt x="119804" y="1011932"/>
                    <a:pt x="39094" y="1011932"/>
                  </a:cubicBezTo>
                  <a:cubicBezTo>
                    <a:pt x="39094" y="1010950"/>
                    <a:pt x="39094" y="1009968"/>
                    <a:pt x="39094" y="1008956"/>
                  </a:cubicBezTo>
                  <a:cubicBezTo>
                    <a:pt x="38112" y="1008956"/>
                    <a:pt x="37130" y="1008956"/>
                    <a:pt x="36118" y="1008956"/>
                  </a:cubicBezTo>
                  <a:cubicBezTo>
                    <a:pt x="36194" y="1008357"/>
                    <a:pt x="36271" y="1007759"/>
                    <a:pt x="36350" y="1007142"/>
                  </a:cubicBezTo>
                  <a:cubicBezTo>
                    <a:pt x="36273" y="1006513"/>
                    <a:pt x="36197" y="1005883"/>
                    <a:pt x="36118" y="1005235"/>
                  </a:cubicBezTo>
                  <a:cubicBezTo>
                    <a:pt x="35557" y="1005140"/>
                    <a:pt x="34997" y="1005045"/>
                    <a:pt x="34420" y="1004947"/>
                  </a:cubicBezTo>
                  <a:cubicBezTo>
                    <a:pt x="31799" y="1004356"/>
                    <a:pt x="31141" y="1003365"/>
                    <a:pt x="29560" y="1001235"/>
                  </a:cubicBezTo>
                  <a:cubicBezTo>
                    <a:pt x="29110" y="1000646"/>
                    <a:pt x="28660" y="1000057"/>
                    <a:pt x="28196" y="999451"/>
                  </a:cubicBezTo>
                  <a:cubicBezTo>
                    <a:pt x="27188" y="997794"/>
                    <a:pt x="27188" y="997794"/>
                    <a:pt x="27188" y="995561"/>
                  </a:cubicBezTo>
                  <a:cubicBezTo>
                    <a:pt x="26336" y="995406"/>
                    <a:pt x="26336" y="995406"/>
                    <a:pt x="25467" y="995247"/>
                  </a:cubicBezTo>
                  <a:cubicBezTo>
                    <a:pt x="23467" y="994817"/>
                    <a:pt x="23467" y="994817"/>
                    <a:pt x="22258" y="993410"/>
                  </a:cubicBezTo>
                  <a:cubicBezTo>
                    <a:pt x="21751" y="992541"/>
                    <a:pt x="21751" y="992541"/>
                    <a:pt x="21235" y="991655"/>
                  </a:cubicBezTo>
                  <a:cubicBezTo>
                    <a:pt x="19508" y="988846"/>
                    <a:pt x="17653" y="986704"/>
                    <a:pt x="15282" y="984399"/>
                  </a:cubicBezTo>
                  <a:cubicBezTo>
                    <a:pt x="14763" y="983419"/>
                    <a:pt x="14262" y="982428"/>
                    <a:pt x="13793" y="981423"/>
                  </a:cubicBezTo>
                  <a:cubicBezTo>
                    <a:pt x="13394" y="981024"/>
                    <a:pt x="12995" y="980625"/>
                    <a:pt x="12584" y="980213"/>
                  </a:cubicBezTo>
                  <a:cubicBezTo>
                    <a:pt x="11561" y="979190"/>
                    <a:pt x="11561" y="979190"/>
                    <a:pt x="11561" y="977702"/>
                  </a:cubicBezTo>
                  <a:cubicBezTo>
                    <a:pt x="10824" y="977702"/>
                    <a:pt x="10087" y="977702"/>
                    <a:pt x="9328" y="977702"/>
                  </a:cubicBezTo>
                  <a:cubicBezTo>
                    <a:pt x="9080" y="976710"/>
                    <a:pt x="8832" y="975718"/>
                    <a:pt x="8584" y="974725"/>
                  </a:cubicBezTo>
                  <a:cubicBezTo>
                    <a:pt x="7848" y="974725"/>
                    <a:pt x="7111" y="974725"/>
                    <a:pt x="6352" y="974725"/>
                  </a:cubicBezTo>
                  <a:cubicBezTo>
                    <a:pt x="6096" y="973735"/>
                    <a:pt x="5849" y="972743"/>
                    <a:pt x="5608" y="971749"/>
                  </a:cubicBezTo>
                  <a:cubicBezTo>
                    <a:pt x="4871" y="971503"/>
                    <a:pt x="4134" y="971258"/>
                    <a:pt x="3375" y="971005"/>
                  </a:cubicBezTo>
                  <a:cubicBezTo>
                    <a:pt x="3149" y="968849"/>
                    <a:pt x="3079" y="966850"/>
                    <a:pt x="3098" y="964690"/>
                  </a:cubicBezTo>
                  <a:cubicBezTo>
                    <a:pt x="3094" y="963678"/>
                    <a:pt x="3094" y="963678"/>
                    <a:pt x="3089" y="962645"/>
                  </a:cubicBezTo>
                  <a:cubicBezTo>
                    <a:pt x="3083" y="960350"/>
                    <a:pt x="3092" y="958054"/>
                    <a:pt x="3101" y="955759"/>
                  </a:cubicBezTo>
                  <a:cubicBezTo>
                    <a:pt x="3099" y="954103"/>
                    <a:pt x="3096" y="952447"/>
                    <a:pt x="3093" y="950791"/>
                  </a:cubicBezTo>
                  <a:cubicBezTo>
                    <a:pt x="3086" y="946198"/>
                    <a:pt x="3093" y="941604"/>
                    <a:pt x="3102" y="937010"/>
                  </a:cubicBezTo>
                  <a:cubicBezTo>
                    <a:pt x="3109" y="932542"/>
                    <a:pt x="3106" y="928074"/>
                    <a:pt x="3102" y="923605"/>
                  </a:cubicBezTo>
                  <a:cubicBezTo>
                    <a:pt x="3096" y="914348"/>
                    <a:pt x="3100" y="905091"/>
                    <a:pt x="3109" y="895834"/>
                  </a:cubicBezTo>
                  <a:cubicBezTo>
                    <a:pt x="3119" y="886447"/>
                    <a:pt x="3124" y="877060"/>
                    <a:pt x="3123" y="867673"/>
                  </a:cubicBezTo>
                  <a:cubicBezTo>
                    <a:pt x="3123" y="867081"/>
                    <a:pt x="3123" y="866489"/>
                    <a:pt x="3123" y="865879"/>
                  </a:cubicBezTo>
                  <a:cubicBezTo>
                    <a:pt x="3122" y="862861"/>
                    <a:pt x="3122" y="859844"/>
                    <a:pt x="3121" y="856826"/>
                  </a:cubicBezTo>
                  <a:cubicBezTo>
                    <a:pt x="3118" y="834957"/>
                    <a:pt x="3126" y="813088"/>
                    <a:pt x="3139" y="791219"/>
                  </a:cubicBezTo>
                  <a:cubicBezTo>
                    <a:pt x="3153" y="769555"/>
                    <a:pt x="3161" y="747891"/>
                    <a:pt x="3164" y="726227"/>
                  </a:cubicBezTo>
                  <a:cubicBezTo>
                    <a:pt x="3164" y="725555"/>
                    <a:pt x="3164" y="724882"/>
                    <a:pt x="3164" y="724190"/>
                  </a:cubicBezTo>
                  <a:cubicBezTo>
                    <a:pt x="3164" y="718050"/>
                    <a:pt x="3165" y="711910"/>
                    <a:pt x="3166" y="705771"/>
                  </a:cubicBezTo>
                  <a:cubicBezTo>
                    <a:pt x="3167" y="690506"/>
                    <a:pt x="3169" y="675242"/>
                    <a:pt x="3172" y="659978"/>
                  </a:cubicBezTo>
                  <a:cubicBezTo>
                    <a:pt x="3172" y="659283"/>
                    <a:pt x="3172" y="658588"/>
                    <a:pt x="3172" y="657871"/>
                  </a:cubicBezTo>
                  <a:cubicBezTo>
                    <a:pt x="3178" y="624036"/>
                    <a:pt x="3192" y="590201"/>
                    <a:pt x="3207" y="556366"/>
                  </a:cubicBezTo>
                  <a:cubicBezTo>
                    <a:pt x="3212" y="544622"/>
                    <a:pt x="3217" y="532877"/>
                    <a:pt x="3222" y="521132"/>
                  </a:cubicBezTo>
                  <a:cubicBezTo>
                    <a:pt x="3222" y="520404"/>
                    <a:pt x="3223" y="519675"/>
                    <a:pt x="3223" y="518925"/>
                  </a:cubicBezTo>
                  <a:cubicBezTo>
                    <a:pt x="3237" y="485078"/>
                    <a:pt x="3245" y="451231"/>
                    <a:pt x="3252" y="417384"/>
                  </a:cubicBezTo>
                  <a:cubicBezTo>
                    <a:pt x="3253" y="415187"/>
                    <a:pt x="3253" y="412991"/>
                    <a:pt x="3254" y="410794"/>
                  </a:cubicBezTo>
                  <a:cubicBezTo>
                    <a:pt x="3257" y="396236"/>
                    <a:pt x="3259" y="381678"/>
                    <a:pt x="3262" y="367121"/>
                  </a:cubicBezTo>
                  <a:cubicBezTo>
                    <a:pt x="3268" y="338153"/>
                    <a:pt x="3274" y="309186"/>
                    <a:pt x="3280" y="280218"/>
                  </a:cubicBezTo>
                  <a:cubicBezTo>
                    <a:pt x="3281" y="278839"/>
                    <a:pt x="3281" y="277459"/>
                    <a:pt x="3281" y="276079"/>
                  </a:cubicBezTo>
                  <a:cubicBezTo>
                    <a:pt x="3295" y="213956"/>
                    <a:pt x="3316" y="151833"/>
                    <a:pt x="3340" y="89710"/>
                  </a:cubicBezTo>
                  <a:cubicBezTo>
                    <a:pt x="3340" y="89128"/>
                    <a:pt x="3340" y="88546"/>
                    <a:pt x="3341" y="87946"/>
                  </a:cubicBezTo>
                  <a:cubicBezTo>
                    <a:pt x="3344" y="79370"/>
                    <a:pt x="3347" y="70794"/>
                    <a:pt x="3351" y="62217"/>
                  </a:cubicBezTo>
                  <a:cubicBezTo>
                    <a:pt x="3351" y="61714"/>
                    <a:pt x="3351" y="61210"/>
                    <a:pt x="3351" y="60692"/>
                  </a:cubicBezTo>
                  <a:cubicBezTo>
                    <a:pt x="3359" y="40676"/>
                    <a:pt x="3367" y="20661"/>
                    <a:pt x="3375" y="645"/>
                  </a:cubicBezTo>
                  <a:close/>
                </a:path>
              </a:pathLst>
            </a:custGeom>
            <a:grpFill/>
            <a:ln w="744" cap="flat">
              <a:noFill/>
              <a:prstDash val="solid"/>
              <a:miter/>
            </a:ln>
          </p:spPr>
          <p:txBody>
            <a:bodyPr rtlCol="0" anchor="ctr"/>
            <a:lstStyle/>
            <a:p>
              <a:endParaRPr lang="zh-CN" altLang="en-US"/>
            </a:p>
          </p:txBody>
        </p:sp>
        <p:sp>
          <p:nvSpPr>
            <p:cNvPr id="141" name="任意多边形: 形状 140"/>
            <p:cNvSpPr/>
            <p:nvPr/>
          </p:nvSpPr>
          <p:spPr>
            <a:xfrm>
              <a:off x="9949335" y="600592"/>
              <a:ext cx="438092" cy="560167"/>
            </a:xfrm>
            <a:custGeom>
              <a:avLst/>
              <a:gdLst>
                <a:gd name="connsiteX0" fmla="*/ 159688 w 438098"/>
                <a:gd name="connsiteY0" fmla="*/ 350512 h 560149"/>
                <a:gd name="connsiteX1" fmla="*/ 158849 w 438098"/>
                <a:gd name="connsiteY1" fmla="*/ 352555 h 560149"/>
                <a:gd name="connsiteX2" fmla="*/ 158848 w 438098"/>
                <a:gd name="connsiteY2" fmla="*/ 354266 h 560149"/>
                <a:gd name="connsiteX3" fmla="*/ 158841 w 438098"/>
                <a:gd name="connsiteY3" fmla="*/ 356200 h 560149"/>
                <a:gd name="connsiteX4" fmla="*/ 158845 w 438098"/>
                <a:gd name="connsiteY4" fmla="*/ 358302 h 560149"/>
                <a:gd name="connsiteX5" fmla="*/ 158842 w 438098"/>
                <a:gd name="connsiteY5" fmla="*/ 362660 h 560149"/>
                <a:gd name="connsiteX6" fmla="*/ 158847 w 438098"/>
                <a:gd name="connsiteY6" fmla="*/ 369568 h 560149"/>
                <a:gd name="connsiteX7" fmla="*/ 158843 w 438098"/>
                <a:gd name="connsiteY7" fmla="*/ 374064 h 560149"/>
                <a:gd name="connsiteX8" fmla="*/ 158845 w 438098"/>
                <a:gd name="connsiteY8" fmla="*/ 376208 h 560149"/>
                <a:gd name="connsiteX9" fmla="*/ 158841 w 438098"/>
                <a:gd name="connsiteY9" fmla="*/ 378310 h 560149"/>
                <a:gd name="connsiteX10" fmla="*/ 158848 w 438098"/>
                <a:gd name="connsiteY10" fmla="*/ 380244 h 560149"/>
                <a:gd name="connsiteX11" fmla="*/ 159688 w 438098"/>
                <a:gd name="connsiteY11" fmla="*/ 383998 h 560149"/>
                <a:gd name="connsiteX12" fmla="*/ 164065 w 438098"/>
                <a:gd name="connsiteY12" fmla="*/ 384078 h 560149"/>
                <a:gd name="connsiteX13" fmla="*/ 165988 w 438098"/>
                <a:gd name="connsiteY13" fmla="*/ 384065 h 560149"/>
                <a:gd name="connsiteX14" fmla="*/ 172434 w 438098"/>
                <a:gd name="connsiteY14" fmla="*/ 384039 h 560149"/>
                <a:gd name="connsiteX15" fmla="*/ 177178 w 438098"/>
                <a:gd name="connsiteY15" fmla="*/ 384017 h 560149"/>
                <a:gd name="connsiteX16" fmla="*/ 190063 w 438098"/>
                <a:gd name="connsiteY16" fmla="*/ 383962 h 560149"/>
                <a:gd name="connsiteX17" fmla="*/ 203771 w 438098"/>
                <a:gd name="connsiteY17" fmla="*/ 383898 h 560149"/>
                <a:gd name="connsiteX18" fmla="*/ 226691 w 438098"/>
                <a:gd name="connsiteY18" fmla="*/ 383792 h 560149"/>
                <a:gd name="connsiteX19" fmla="*/ 253439 w 438098"/>
                <a:gd name="connsiteY19" fmla="*/ 383669 h 560149"/>
                <a:gd name="connsiteX20" fmla="*/ 276538 w 438098"/>
                <a:gd name="connsiteY20" fmla="*/ 383568 h 560149"/>
                <a:gd name="connsiteX21" fmla="*/ 290290 w 438098"/>
                <a:gd name="connsiteY21" fmla="*/ 383504 h 560149"/>
                <a:gd name="connsiteX22" fmla="*/ 303463 w 438098"/>
                <a:gd name="connsiteY22" fmla="*/ 383445 h 560149"/>
                <a:gd name="connsiteX23" fmla="*/ 308298 w 438098"/>
                <a:gd name="connsiteY23" fmla="*/ 383419 h 560149"/>
                <a:gd name="connsiteX24" fmla="*/ 315073 w 438098"/>
                <a:gd name="connsiteY24" fmla="*/ 383390 h 560149"/>
                <a:gd name="connsiteX25" fmla="*/ 317099 w 438098"/>
                <a:gd name="connsiteY25" fmla="*/ 383377 h 560149"/>
                <a:gd name="connsiteX26" fmla="*/ 324143 w 438098"/>
                <a:gd name="connsiteY26" fmla="*/ 382510 h 560149"/>
                <a:gd name="connsiteX27" fmla="*/ 324114 w 438098"/>
                <a:gd name="connsiteY27" fmla="*/ 377774 h 560149"/>
                <a:gd name="connsiteX28" fmla="*/ 324053 w 438098"/>
                <a:gd name="connsiteY28" fmla="*/ 375763 h 560149"/>
                <a:gd name="connsiteX29" fmla="*/ 323881 w 438098"/>
                <a:gd name="connsiteY29" fmla="*/ 369419 h 560149"/>
                <a:gd name="connsiteX30" fmla="*/ 323758 w 438098"/>
                <a:gd name="connsiteY30" fmla="*/ 364995 h 560149"/>
                <a:gd name="connsiteX31" fmla="*/ 323399 w 438098"/>
                <a:gd name="connsiteY31" fmla="*/ 352000 h 560149"/>
                <a:gd name="connsiteX32" fmla="*/ 262926 w 438098"/>
                <a:gd name="connsiteY32" fmla="*/ 351760 h 560149"/>
                <a:gd name="connsiteX33" fmla="*/ 233535 w 438098"/>
                <a:gd name="connsiteY33" fmla="*/ 351641 h 560149"/>
                <a:gd name="connsiteX34" fmla="*/ 207713 w 438098"/>
                <a:gd name="connsiteY34" fmla="*/ 351538 h 560149"/>
                <a:gd name="connsiteX35" fmla="*/ 194085 w 438098"/>
                <a:gd name="connsiteY35" fmla="*/ 351482 h 560149"/>
                <a:gd name="connsiteX36" fmla="*/ 181032 w 438098"/>
                <a:gd name="connsiteY36" fmla="*/ 351431 h 560149"/>
                <a:gd name="connsiteX37" fmla="*/ 176237 w 438098"/>
                <a:gd name="connsiteY37" fmla="*/ 351409 h 560149"/>
                <a:gd name="connsiteX38" fmla="*/ 169525 w 438098"/>
                <a:gd name="connsiteY38" fmla="*/ 351385 h 560149"/>
                <a:gd name="connsiteX39" fmla="*/ 167514 w 438098"/>
                <a:gd name="connsiteY39" fmla="*/ 351374 h 560149"/>
                <a:gd name="connsiteX40" fmla="*/ 161176 w 438098"/>
                <a:gd name="connsiteY40" fmla="*/ 351256 h 560149"/>
                <a:gd name="connsiteX41" fmla="*/ 159688 w 438098"/>
                <a:gd name="connsiteY41" fmla="*/ 350512 h 560149"/>
                <a:gd name="connsiteX42" fmla="*/ 318997 w 438098"/>
                <a:gd name="connsiteY42" fmla="*/ 252515 h 560149"/>
                <a:gd name="connsiteX43" fmla="*/ 317065 w 438098"/>
                <a:gd name="connsiteY43" fmla="*/ 252541 h 560149"/>
                <a:gd name="connsiteX44" fmla="*/ 310584 w 438098"/>
                <a:gd name="connsiteY44" fmla="*/ 252544 h 560149"/>
                <a:gd name="connsiteX45" fmla="*/ 305815 w 438098"/>
                <a:gd name="connsiteY45" fmla="*/ 252563 h 560149"/>
                <a:gd name="connsiteX46" fmla="*/ 292862 w 438098"/>
                <a:gd name="connsiteY46" fmla="*/ 252585 h 560149"/>
                <a:gd name="connsiteX47" fmla="*/ 279084 w 438098"/>
                <a:gd name="connsiteY47" fmla="*/ 252619 h 560149"/>
                <a:gd name="connsiteX48" fmla="*/ 253079 w 438098"/>
                <a:gd name="connsiteY48" fmla="*/ 252675 h 560149"/>
                <a:gd name="connsiteX49" fmla="*/ 223231 w 438098"/>
                <a:gd name="connsiteY49" fmla="*/ 252745 h 560149"/>
                <a:gd name="connsiteX50" fmla="*/ 158942 w 438098"/>
                <a:gd name="connsiteY50" fmla="*/ 252899 h 560149"/>
                <a:gd name="connsiteX51" fmla="*/ 158906 w 438098"/>
                <a:gd name="connsiteY51" fmla="*/ 265031 h 560149"/>
                <a:gd name="connsiteX52" fmla="*/ 158896 w 438098"/>
                <a:gd name="connsiteY52" fmla="*/ 269968 h 560149"/>
                <a:gd name="connsiteX53" fmla="*/ 158873 w 438098"/>
                <a:gd name="connsiteY53" fmla="*/ 277270 h 560149"/>
                <a:gd name="connsiteX54" fmla="*/ 158870 w 438098"/>
                <a:gd name="connsiteY54" fmla="*/ 279569 h 560149"/>
                <a:gd name="connsiteX55" fmla="*/ 158858 w 438098"/>
                <a:gd name="connsiteY55" fmla="*/ 281826 h 560149"/>
                <a:gd name="connsiteX56" fmla="*/ 158858 w 438098"/>
                <a:gd name="connsiteY56" fmla="*/ 283903 h 560149"/>
                <a:gd name="connsiteX57" fmla="*/ 158853 w 438098"/>
                <a:gd name="connsiteY57" fmla="*/ 285741 h 560149"/>
                <a:gd name="connsiteX58" fmla="*/ 159687 w 438098"/>
                <a:gd name="connsiteY58" fmla="*/ 287874 h 560149"/>
                <a:gd name="connsiteX59" fmla="*/ 164087 w 438098"/>
                <a:gd name="connsiteY59" fmla="*/ 287950 h 560149"/>
                <a:gd name="connsiteX60" fmla="*/ 166019 w 438098"/>
                <a:gd name="connsiteY60" fmla="*/ 287935 h 560149"/>
                <a:gd name="connsiteX61" fmla="*/ 172500 w 438098"/>
                <a:gd name="connsiteY61" fmla="*/ 287905 h 560149"/>
                <a:gd name="connsiteX62" fmla="*/ 177269 w 438098"/>
                <a:gd name="connsiteY62" fmla="*/ 287879 h 560149"/>
                <a:gd name="connsiteX63" fmla="*/ 190222 w 438098"/>
                <a:gd name="connsiteY63" fmla="*/ 287815 h 560149"/>
                <a:gd name="connsiteX64" fmla="*/ 204000 w 438098"/>
                <a:gd name="connsiteY64" fmla="*/ 287744 h 560149"/>
                <a:gd name="connsiteX65" fmla="*/ 230006 w 438098"/>
                <a:gd name="connsiteY65" fmla="*/ 287612 h 560149"/>
                <a:gd name="connsiteX66" fmla="*/ 259853 w 438098"/>
                <a:gd name="connsiteY66" fmla="*/ 287459 h 560149"/>
                <a:gd name="connsiteX67" fmla="*/ 324142 w 438098"/>
                <a:gd name="connsiteY67" fmla="*/ 287130 h 560149"/>
                <a:gd name="connsiteX68" fmla="*/ 324178 w 438098"/>
                <a:gd name="connsiteY68" fmla="*/ 276165 h 560149"/>
                <a:gd name="connsiteX69" fmla="*/ 324188 w 438098"/>
                <a:gd name="connsiteY69" fmla="*/ 271689 h 560149"/>
                <a:gd name="connsiteX70" fmla="*/ 324211 w 438098"/>
                <a:gd name="connsiteY70" fmla="*/ 265093 h 560149"/>
                <a:gd name="connsiteX71" fmla="*/ 324214 w 438098"/>
                <a:gd name="connsiteY71" fmla="*/ 263003 h 560149"/>
                <a:gd name="connsiteX72" fmla="*/ 324226 w 438098"/>
                <a:gd name="connsiteY72" fmla="*/ 260978 h 560149"/>
                <a:gd name="connsiteX73" fmla="*/ 324226 w 438098"/>
                <a:gd name="connsiteY73" fmla="*/ 259083 h 560149"/>
                <a:gd name="connsiteX74" fmla="*/ 323398 w 438098"/>
                <a:gd name="connsiteY74" fmla="*/ 252899 h 560149"/>
                <a:gd name="connsiteX75" fmla="*/ 318997 w 438098"/>
                <a:gd name="connsiteY75" fmla="*/ 252515 h 560149"/>
                <a:gd name="connsiteX76" fmla="*/ 164292 w 438098"/>
                <a:gd name="connsiteY76" fmla="*/ 0 h 560149"/>
                <a:gd name="connsiteX77" fmla="*/ 165641 w 438098"/>
                <a:gd name="connsiteY77" fmla="*/ 296 h 560149"/>
                <a:gd name="connsiteX78" fmla="*/ 166385 w 438098"/>
                <a:gd name="connsiteY78" fmla="*/ 2529 h 560149"/>
                <a:gd name="connsiteX79" fmla="*/ 172013 w 438098"/>
                <a:gd name="connsiteY79" fmla="*/ 3041 h 560149"/>
                <a:gd name="connsiteX80" fmla="*/ 173616 w 438098"/>
                <a:gd name="connsiteY80" fmla="*/ 3118 h 560149"/>
                <a:gd name="connsiteX81" fmla="*/ 177547 w 438098"/>
                <a:gd name="connsiteY81" fmla="*/ 3273 h 560149"/>
                <a:gd name="connsiteX82" fmla="*/ 177547 w 438098"/>
                <a:gd name="connsiteY82" fmla="*/ 6250 h 560149"/>
                <a:gd name="connsiteX83" fmla="*/ 180126 w 438098"/>
                <a:gd name="connsiteY83" fmla="*/ 6334 h 560149"/>
                <a:gd name="connsiteX84" fmla="*/ 183454 w 438098"/>
                <a:gd name="connsiteY84" fmla="*/ 6482 h 560149"/>
                <a:gd name="connsiteX85" fmla="*/ 185156 w 438098"/>
                <a:gd name="connsiteY85" fmla="*/ 6533 h 560149"/>
                <a:gd name="connsiteX86" fmla="*/ 189454 w 438098"/>
                <a:gd name="connsiteY86" fmla="*/ 6994 h 560149"/>
                <a:gd name="connsiteX87" fmla="*/ 190198 w 438098"/>
                <a:gd name="connsiteY87" fmla="*/ 9226 h 560149"/>
                <a:gd name="connsiteX88" fmla="*/ 197363 w 438098"/>
                <a:gd name="connsiteY88" fmla="*/ 9553 h 560149"/>
                <a:gd name="connsiteX89" fmla="*/ 201360 w 438098"/>
                <a:gd name="connsiteY89" fmla="*/ 9970 h 560149"/>
                <a:gd name="connsiteX90" fmla="*/ 201729 w 438098"/>
                <a:gd name="connsiteY90" fmla="*/ 11450 h 560149"/>
                <a:gd name="connsiteX91" fmla="*/ 202104 w 438098"/>
                <a:gd name="connsiteY91" fmla="*/ 12947 h 560149"/>
                <a:gd name="connsiteX92" fmla="*/ 207732 w 438098"/>
                <a:gd name="connsiteY92" fmla="*/ 13505 h 560149"/>
                <a:gd name="connsiteX93" fmla="*/ 209335 w 438098"/>
                <a:gd name="connsiteY93" fmla="*/ 13572 h 560149"/>
                <a:gd name="connsiteX94" fmla="*/ 213266 w 438098"/>
                <a:gd name="connsiteY94" fmla="*/ 13691 h 560149"/>
                <a:gd name="connsiteX95" fmla="*/ 213266 w 438098"/>
                <a:gd name="connsiteY95" fmla="*/ 16668 h 560149"/>
                <a:gd name="connsiteX96" fmla="*/ 214842 w 438098"/>
                <a:gd name="connsiteY96" fmla="*/ 16641 h 560149"/>
                <a:gd name="connsiteX97" fmla="*/ 216894 w 438098"/>
                <a:gd name="connsiteY97" fmla="*/ 16621 h 560149"/>
                <a:gd name="connsiteX98" fmla="*/ 218934 w 438098"/>
                <a:gd name="connsiteY98" fmla="*/ 16595 h 560149"/>
                <a:gd name="connsiteX99" fmla="*/ 222196 w 438098"/>
                <a:gd name="connsiteY99" fmla="*/ 17412 h 560149"/>
                <a:gd name="connsiteX100" fmla="*/ 222341 w 438098"/>
                <a:gd name="connsiteY100" fmla="*/ 20577 h 560149"/>
                <a:gd name="connsiteX101" fmla="*/ 222327 w 438098"/>
                <a:gd name="connsiteY101" fmla="*/ 22503 h 560149"/>
                <a:gd name="connsiteX102" fmla="*/ 222289 w 438098"/>
                <a:gd name="connsiteY102" fmla="*/ 24528 h 560149"/>
                <a:gd name="connsiteX103" fmla="*/ 222268 w 438098"/>
                <a:gd name="connsiteY103" fmla="*/ 26561 h 560149"/>
                <a:gd name="connsiteX104" fmla="*/ 222196 w 438098"/>
                <a:gd name="connsiteY104" fmla="*/ 31550 h 560149"/>
                <a:gd name="connsiteX105" fmla="*/ 219963 w 438098"/>
                <a:gd name="connsiteY105" fmla="*/ 30806 h 560149"/>
                <a:gd name="connsiteX106" fmla="*/ 219219 w 438098"/>
                <a:gd name="connsiteY106" fmla="*/ 41224 h 560149"/>
                <a:gd name="connsiteX107" fmla="*/ 216987 w 438098"/>
                <a:gd name="connsiteY107" fmla="*/ 41224 h 560149"/>
                <a:gd name="connsiteX108" fmla="*/ 216876 w 438098"/>
                <a:gd name="connsiteY108" fmla="*/ 43477 h 560149"/>
                <a:gd name="connsiteX109" fmla="*/ 216708 w 438098"/>
                <a:gd name="connsiteY109" fmla="*/ 46387 h 560149"/>
                <a:gd name="connsiteX110" fmla="*/ 216551 w 438098"/>
                <a:gd name="connsiteY110" fmla="*/ 49291 h 560149"/>
                <a:gd name="connsiteX111" fmla="*/ 216243 w 438098"/>
                <a:gd name="connsiteY111" fmla="*/ 51642 h 560149"/>
                <a:gd name="connsiteX112" fmla="*/ 214754 w 438098"/>
                <a:gd name="connsiteY112" fmla="*/ 52386 h 560149"/>
                <a:gd name="connsiteX113" fmla="*/ 214339 w 438098"/>
                <a:gd name="connsiteY113" fmla="*/ 59897 h 560149"/>
                <a:gd name="connsiteX114" fmla="*/ 214010 w 438098"/>
                <a:gd name="connsiteY114" fmla="*/ 62060 h 560149"/>
                <a:gd name="connsiteX115" fmla="*/ 211778 w 438098"/>
                <a:gd name="connsiteY115" fmla="*/ 62804 h 560149"/>
                <a:gd name="connsiteX116" fmla="*/ 211406 w 438098"/>
                <a:gd name="connsiteY116" fmla="*/ 66013 h 560149"/>
                <a:gd name="connsiteX117" fmla="*/ 208801 w 438098"/>
                <a:gd name="connsiteY117" fmla="*/ 72478 h 560149"/>
                <a:gd name="connsiteX118" fmla="*/ 210289 w 438098"/>
                <a:gd name="connsiteY118" fmla="*/ 71734 h 560149"/>
                <a:gd name="connsiteX119" fmla="*/ 214015 w 438098"/>
                <a:gd name="connsiteY119" fmla="*/ 71640 h 560149"/>
                <a:gd name="connsiteX120" fmla="*/ 216418 w 438098"/>
                <a:gd name="connsiteY120" fmla="*/ 71634 h 560149"/>
                <a:gd name="connsiteX121" fmla="*/ 219080 w 438098"/>
                <a:gd name="connsiteY121" fmla="*/ 71639 h 560149"/>
                <a:gd name="connsiteX122" fmla="*/ 221891 w 438098"/>
                <a:gd name="connsiteY122" fmla="*/ 71636 h 560149"/>
                <a:gd name="connsiteX123" fmla="*/ 229639 w 438098"/>
                <a:gd name="connsiteY123" fmla="*/ 71637 h 560149"/>
                <a:gd name="connsiteX124" fmla="*/ 237986 w 438098"/>
                <a:gd name="connsiteY124" fmla="*/ 71634 h 560149"/>
                <a:gd name="connsiteX125" fmla="*/ 254347 w 438098"/>
                <a:gd name="connsiteY125" fmla="*/ 71633 h 560149"/>
                <a:gd name="connsiteX126" fmla="*/ 267638 w 438098"/>
                <a:gd name="connsiteY126" fmla="*/ 71634 h 560149"/>
                <a:gd name="connsiteX127" fmla="*/ 269545 w 438098"/>
                <a:gd name="connsiteY127" fmla="*/ 71634 h 560149"/>
                <a:gd name="connsiteX128" fmla="*/ 273381 w 438098"/>
                <a:gd name="connsiteY128" fmla="*/ 71633 h 560149"/>
                <a:gd name="connsiteX129" fmla="*/ 309384 w 438098"/>
                <a:gd name="connsiteY129" fmla="*/ 71638 h 560149"/>
                <a:gd name="connsiteX130" fmla="*/ 340309 w 438098"/>
                <a:gd name="connsiteY130" fmla="*/ 71637 h 560149"/>
                <a:gd name="connsiteX131" fmla="*/ 376182 w 438098"/>
                <a:gd name="connsiteY131" fmla="*/ 71634 h 560149"/>
                <a:gd name="connsiteX132" fmla="*/ 380004 w 438098"/>
                <a:gd name="connsiteY132" fmla="*/ 71634 h 560149"/>
                <a:gd name="connsiteX133" fmla="*/ 381903 w 438098"/>
                <a:gd name="connsiteY133" fmla="*/ 71635 h 560149"/>
                <a:gd name="connsiteX134" fmla="*/ 395187 w 438098"/>
                <a:gd name="connsiteY134" fmla="*/ 71633 h 560149"/>
                <a:gd name="connsiteX135" fmla="*/ 411362 w 438098"/>
                <a:gd name="connsiteY135" fmla="*/ 71635 h 560149"/>
                <a:gd name="connsiteX136" fmla="*/ 419622 w 438098"/>
                <a:gd name="connsiteY136" fmla="*/ 71635 h 560149"/>
                <a:gd name="connsiteX137" fmla="*/ 428557 w 438098"/>
                <a:gd name="connsiteY137" fmla="*/ 71639 h 560149"/>
                <a:gd name="connsiteX138" fmla="*/ 431223 w 438098"/>
                <a:gd name="connsiteY138" fmla="*/ 71634 h 560149"/>
                <a:gd name="connsiteX139" fmla="*/ 433620 w 438098"/>
                <a:gd name="connsiteY139" fmla="*/ 71640 h 560149"/>
                <a:gd name="connsiteX140" fmla="*/ 435706 w 438098"/>
                <a:gd name="connsiteY140" fmla="*/ 71641 h 560149"/>
                <a:gd name="connsiteX141" fmla="*/ 437997 w 438098"/>
                <a:gd name="connsiteY141" fmla="*/ 72478 h 560149"/>
                <a:gd name="connsiteX142" fmla="*/ 438093 w 438098"/>
                <a:gd name="connsiteY142" fmla="*/ 79313 h 560149"/>
                <a:gd name="connsiteX143" fmla="*/ 438097 w 438098"/>
                <a:gd name="connsiteY143" fmla="*/ 81488 h 560149"/>
                <a:gd name="connsiteX144" fmla="*/ 438095 w 438098"/>
                <a:gd name="connsiteY144" fmla="*/ 88640 h 560149"/>
                <a:gd name="connsiteX145" fmla="*/ 438098 w 438098"/>
                <a:gd name="connsiteY145" fmla="*/ 93586 h 560149"/>
                <a:gd name="connsiteX146" fmla="*/ 438094 w 438098"/>
                <a:gd name="connsiteY146" fmla="*/ 103969 h 560149"/>
                <a:gd name="connsiteX147" fmla="*/ 438096 w 438098"/>
                <a:gd name="connsiteY147" fmla="*/ 117309 h 560149"/>
                <a:gd name="connsiteX148" fmla="*/ 438096 w 438098"/>
                <a:gd name="connsiteY148" fmla="*/ 127528 h 560149"/>
                <a:gd name="connsiteX149" fmla="*/ 438098 w 438098"/>
                <a:gd name="connsiteY149" fmla="*/ 132449 h 560149"/>
                <a:gd name="connsiteX150" fmla="*/ 438093 w 438098"/>
                <a:gd name="connsiteY150" fmla="*/ 139313 h 560149"/>
                <a:gd name="connsiteX151" fmla="*/ 438097 w 438098"/>
                <a:gd name="connsiteY151" fmla="*/ 141389 h 560149"/>
                <a:gd name="connsiteX152" fmla="*/ 437252 w 438098"/>
                <a:gd name="connsiteY152" fmla="*/ 146892 h 560149"/>
                <a:gd name="connsiteX153" fmla="*/ 433210 w 438098"/>
                <a:gd name="connsiteY153" fmla="*/ 146984 h 560149"/>
                <a:gd name="connsiteX154" fmla="*/ 430534 w 438098"/>
                <a:gd name="connsiteY154" fmla="*/ 146988 h 560149"/>
                <a:gd name="connsiteX155" fmla="*/ 427558 w 438098"/>
                <a:gd name="connsiteY155" fmla="*/ 146982 h 560149"/>
                <a:gd name="connsiteX156" fmla="*/ 424425 w 438098"/>
                <a:gd name="connsiteY156" fmla="*/ 146984 h 560149"/>
                <a:gd name="connsiteX157" fmla="*/ 415776 w 438098"/>
                <a:gd name="connsiteY157" fmla="*/ 146979 h 560149"/>
                <a:gd name="connsiteX158" fmla="*/ 406464 w 438098"/>
                <a:gd name="connsiteY158" fmla="*/ 146977 h 560149"/>
                <a:gd name="connsiteX159" fmla="*/ 390318 w 438098"/>
                <a:gd name="connsiteY159" fmla="*/ 146971 h 560149"/>
                <a:gd name="connsiteX160" fmla="*/ 366972 w 438098"/>
                <a:gd name="connsiteY160" fmla="*/ 146962 h 560149"/>
                <a:gd name="connsiteX161" fmla="*/ 329100 w 438098"/>
                <a:gd name="connsiteY161" fmla="*/ 146948 h 560149"/>
                <a:gd name="connsiteX162" fmla="*/ 292300 w 438098"/>
                <a:gd name="connsiteY162" fmla="*/ 146933 h 560149"/>
                <a:gd name="connsiteX163" fmla="*/ 290011 w 438098"/>
                <a:gd name="connsiteY163" fmla="*/ 146932 h 560149"/>
                <a:gd name="connsiteX164" fmla="*/ 278640 w 438098"/>
                <a:gd name="connsiteY164" fmla="*/ 146930 h 560149"/>
                <a:gd name="connsiteX165" fmla="*/ 184245 w 438098"/>
                <a:gd name="connsiteY165" fmla="*/ 146892 h 560149"/>
                <a:gd name="connsiteX166" fmla="*/ 183966 w 438098"/>
                <a:gd name="connsiteY166" fmla="*/ 149822 h 560149"/>
                <a:gd name="connsiteX167" fmla="*/ 183500 w 438098"/>
                <a:gd name="connsiteY167" fmla="*/ 152845 h 560149"/>
                <a:gd name="connsiteX168" fmla="*/ 182012 w 438098"/>
                <a:gd name="connsiteY168" fmla="*/ 153589 h 560149"/>
                <a:gd name="connsiteX169" fmla="*/ 181669 w 438098"/>
                <a:gd name="connsiteY169" fmla="*/ 158194 h 560149"/>
                <a:gd name="connsiteX170" fmla="*/ 181268 w 438098"/>
                <a:gd name="connsiteY170" fmla="*/ 159543 h 560149"/>
                <a:gd name="connsiteX171" fmla="*/ 179762 w 438098"/>
                <a:gd name="connsiteY171" fmla="*/ 159888 h 560149"/>
                <a:gd name="connsiteX172" fmla="*/ 178291 w 438098"/>
                <a:gd name="connsiteY172" fmla="*/ 160287 h 560149"/>
                <a:gd name="connsiteX173" fmla="*/ 178105 w 438098"/>
                <a:gd name="connsiteY173" fmla="*/ 163682 h 560149"/>
                <a:gd name="connsiteX174" fmla="*/ 178187 w 438098"/>
                <a:gd name="connsiteY174" fmla="*/ 165545 h 560149"/>
                <a:gd name="connsiteX175" fmla="*/ 178291 w 438098"/>
                <a:gd name="connsiteY175" fmla="*/ 166984 h 560149"/>
                <a:gd name="connsiteX176" fmla="*/ 176059 w 438098"/>
                <a:gd name="connsiteY176" fmla="*/ 166984 h 560149"/>
                <a:gd name="connsiteX177" fmla="*/ 175315 w 438098"/>
                <a:gd name="connsiteY177" fmla="*/ 173681 h 560149"/>
                <a:gd name="connsiteX178" fmla="*/ 173082 w 438098"/>
                <a:gd name="connsiteY178" fmla="*/ 173681 h 560149"/>
                <a:gd name="connsiteX179" fmla="*/ 173222 w 438098"/>
                <a:gd name="connsiteY179" fmla="*/ 176146 h 560149"/>
                <a:gd name="connsiteX180" fmla="*/ 170850 w 438098"/>
                <a:gd name="connsiteY180" fmla="*/ 181123 h 560149"/>
                <a:gd name="connsiteX181" fmla="*/ 170478 w 438098"/>
                <a:gd name="connsiteY181" fmla="*/ 183355 h 560149"/>
                <a:gd name="connsiteX182" fmla="*/ 167873 w 438098"/>
                <a:gd name="connsiteY182" fmla="*/ 187820 h 560149"/>
                <a:gd name="connsiteX183" fmla="*/ 169266 w 438098"/>
                <a:gd name="connsiteY183" fmla="*/ 187819 h 560149"/>
                <a:gd name="connsiteX184" fmla="*/ 250880 w 438098"/>
                <a:gd name="connsiteY184" fmla="*/ 187782 h 560149"/>
                <a:gd name="connsiteX185" fmla="*/ 260669 w 438098"/>
                <a:gd name="connsiteY185" fmla="*/ 187779 h 560149"/>
                <a:gd name="connsiteX186" fmla="*/ 262637 w 438098"/>
                <a:gd name="connsiteY186" fmla="*/ 187778 h 560149"/>
                <a:gd name="connsiteX187" fmla="*/ 294236 w 438098"/>
                <a:gd name="connsiteY187" fmla="*/ 187762 h 560149"/>
                <a:gd name="connsiteX188" fmla="*/ 326635 w 438098"/>
                <a:gd name="connsiteY188" fmla="*/ 187750 h 560149"/>
                <a:gd name="connsiteX189" fmla="*/ 346643 w 438098"/>
                <a:gd name="connsiteY189" fmla="*/ 187740 h 560149"/>
                <a:gd name="connsiteX190" fmla="*/ 360344 w 438098"/>
                <a:gd name="connsiteY190" fmla="*/ 187735 h 560149"/>
                <a:gd name="connsiteX191" fmla="*/ 368261 w 438098"/>
                <a:gd name="connsiteY191" fmla="*/ 187731 h 560149"/>
                <a:gd name="connsiteX192" fmla="*/ 376824 w 438098"/>
                <a:gd name="connsiteY192" fmla="*/ 187730 h 560149"/>
                <a:gd name="connsiteX193" fmla="*/ 379379 w 438098"/>
                <a:gd name="connsiteY193" fmla="*/ 187724 h 560149"/>
                <a:gd name="connsiteX194" fmla="*/ 381678 w 438098"/>
                <a:gd name="connsiteY194" fmla="*/ 187728 h 560149"/>
                <a:gd name="connsiteX195" fmla="*/ 383677 w 438098"/>
                <a:gd name="connsiteY195" fmla="*/ 187727 h 560149"/>
                <a:gd name="connsiteX196" fmla="*/ 385907 w 438098"/>
                <a:gd name="connsiteY196" fmla="*/ 188564 h 560149"/>
                <a:gd name="connsiteX197" fmla="*/ 386002 w 438098"/>
                <a:gd name="connsiteY197" fmla="*/ 193535 h 560149"/>
                <a:gd name="connsiteX198" fmla="*/ 386006 w 438098"/>
                <a:gd name="connsiteY198" fmla="*/ 195136 h 560149"/>
                <a:gd name="connsiteX199" fmla="*/ 386006 w 438098"/>
                <a:gd name="connsiteY199" fmla="*/ 200514 h 560149"/>
                <a:gd name="connsiteX200" fmla="*/ 386011 w 438098"/>
                <a:gd name="connsiteY200" fmla="*/ 204382 h 560149"/>
                <a:gd name="connsiteX201" fmla="*/ 386015 w 438098"/>
                <a:gd name="connsiteY201" fmla="*/ 215062 h 560149"/>
                <a:gd name="connsiteX202" fmla="*/ 386022 w 438098"/>
                <a:gd name="connsiteY202" fmla="*/ 226561 h 560149"/>
                <a:gd name="connsiteX203" fmla="*/ 386031 w 438098"/>
                <a:gd name="connsiteY203" fmla="*/ 249107 h 560149"/>
                <a:gd name="connsiteX204" fmla="*/ 386035 w 438098"/>
                <a:gd name="connsiteY204" fmla="*/ 267422 h 560149"/>
                <a:gd name="connsiteX205" fmla="*/ 386045 w 438098"/>
                <a:gd name="connsiteY205" fmla="*/ 319283 h 560149"/>
                <a:gd name="connsiteX206" fmla="*/ 386045 w 438098"/>
                <a:gd name="connsiteY206" fmla="*/ 322110 h 560149"/>
                <a:gd name="connsiteX207" fmla="*/ 386044 w 438098"/>
                <a:gd name="connsiteY207" fmla="*/ 324941 h 560149"/>
                <a:gd name="connsiteX208" fmla="*/ 386062 w 438098"/>
                <a:gd name="connsiteY208" fmla="*/ 370384 h 560149"/>
                <a:gd name="connsiteX209" fmla="*/ 386077 w 438098"/>
                <a:gd name="connsiteY209" fmla="*/ 416980 h 560149"/>
                <a:gd name="connsiteX210" fmla="*/ 386087 w 438098"/>
                <a:gd name="connsiteY210" fmla="*/ 443166 h 560149"/>
                <a:gd name="connsiteX211" fmla="*/ 386090 w 438098"/>
                <a:gd name="connsiteY211" fmla="*/ 465457 h 560149"/>
                <a:gd name="connsiteX212" fmla="*/ 386094 w 438098"/>
                <a:gd name="connsiteY212" fmla="*/ 476842 h 560149"/>
                <a:gd name="connsiteX213" fmla="*/ 386092 w 438098"/>
                <a:gd name="connsiteY213" fmla="*/ 487246 h 560149"/>
                <a:gd name="connsiteX214" fmla="*/ 386097 w 438098"/>
                <a:gd name="connsiteY214" fmla="*/ 491027 h 560149"/>
                <a:gd name="connsiteX215" fmla="*/ 386092 w 438098"/>
                <a:gd name="connsiteY215" fmla="*/ 496133 h 560149"/>
                <a:gd name="connsiteX216" fmla="*/ 386092 w 438098"/>
                <a:gd name="connsiteY216" fmla="*/ 499007 h 560149"/>
                <a:gd name="connsiteX217" fmla="*/ 385907 w 438098"/>
                <a:gd name="connsiteY217" fmla="*/ 501103 h 560149"/>
                <a:gd name="connsiteX218" fmla="*/ 384418 w 438098"/>
                <a:gd name="connsiteY218" fmla="*/ 501847 h 560149"/>
                <a:gd name="connsiteX219" fmla="*/ 383491 w 438098"/>
                <a:gd name="connsiteY219" fmla="*/ 508018 h 560149"/>
                <a:gd name="connsiteX220" fmla="*/ 383417 w 438098"/>
                <a:gd name="connsiteY220" fmla="*/ 509810 h 560149"/>
                <a:gd name="connsiteX221" fmla="*/ 383289 w 438098"/>
                <a:gd name="connsiteY221" fmla="*/ 513537 h 560149"/>
                <a:gd name="connsiteX222" fmla="*/ 382930 w 438098"/>
                <a:gd name="connsiteY222" fmla="*/ 518218 h 560149"/>
                <a:gd name="connsiteX223" fmla="*/ 381442 w 438098"/>
                <a:gd name="connsiteY223" fmla="*/ 518962 h 560149"/>
                <a:gd name="connsiteX224" fmla="*/ 381026 w 438098"/>
                <a:gd name="connsiteY224" fmla="*/ 525892 h 560149"/>
                <a:gd name="connsiteX225" fmla="*/ 380698 w 438098"/>
                <a:gd name="connsiteY225" fmla="*/ 527892 h 560149"/>
                <a:gd name="connsiteX226" fmla="*/ 378465 w 438098"/>
                <a:gd name="connsiteY226" fmla="*/ 528636 h 560149"/>
                <a:gd name="connsiteX227" fmla="*/ 377721 w 438098"/>
                <a:gd name="connsiteY227" fmla="*/ 532357 h 560149"/>
                <a:gd name="connsiteX228" fmla="*/ 375489 w 438098"/>
                <a:gd name="connsiteY228" fmla="*/ 533845 h 560149"/>
                <a:gd name="connsiteX229" fmla="*/ 374745 w 438098"/>
                <a:gd name="connsiteY229" fmla="*/ 537566 h 560149"/>
                <a:gd name="connsiteX230" fmla="*/ 373256 w 438098"/>
                <a:gd name="connsiteY230" fmla="*/ 537566 h 560149"/>
                <a:gd name="connsiteX231" fmla="*/ 372512 w 438098"/>
                <a:gd name="connsiteY231" fmla="*/ 539798 h 560149"/>
                <a:gd name="connsiteX232" fmla="*/ 369536 w 438098"/>
                <a:gd name="connsiteY232" fmla="*/ 539798 h 560149"/>
                <a:gd name="connsiteX233" fmla="*/ 369536 w 438098"/>
                <a:gd name="connsiteY233" fmla="*/ 542775 h 560149"/>
                <a:gd name="connsiteX234" fmla="*/ 366559 w 438098"/>
                <a:gd name="connsiteY234" fmla="*/ 542775 h 560149"/>
                <a:gd name="connsiteX235" fmla="*/ 366280 w 438098"/>
                <a:gd name="connsiteY235" fmla="*/ 544542 h 560149"/>
                <a:gd name="connsiteX236" fmla="*/ 365815 w 438098"/>
                <a:gd name="connsiteY236" fmla="*/ 546496 h 560149"/>
                <a:gd name="connsiteX237" fmla="*/ 361350 w 438098"/>
                <a:gd name="connsiteY237" fmla="*/ 547984 h 560149"/>
                <a:gd name="connsiteX238" fmla="*/ 359862 w 438098"/>
                <a:gd name="connsiteY238" fmla="*/ 550216 h 560149"/>
                <a:gd name="connsiteX239" fmla="*/ 357955 w 438098"/>
                <a:gd name="connsiteY239" fmla="*/ 550588 h 560149"/>
                <a:gd name="connsiteX240" fmla="*/ 356141 w 438098"/>
                <a:gd name="connsiteY240" fmla="*/ 550960 h 560149"/>
                <a:gd name="connsiteX241" fmla="*/ 355397 w 438098"/>
                <a:gd name="connsiteY241" fmla="*/ 553193 h 560149"/>
                <a:gd name="connsiteX242" fmla="*/ 351258 w 438098"/>
                <a:gd name="connsiteY242" fmla="*/ 553705 h 560149"/>
                <a:gd name="connsiteX243" fmla="*/ 348976 w 438098"/>
                <a:gd name="connsiteY243" fmla="*/ 553853 h 560149"/>
                <a:gd name="connsiteX244" fmla="*/ 347211 w 438098"/>
                <a:gd name="connsiteY244" fmla="*/ 553937 h 560149"/>
                <a:gd name="connsiteX245" fmla="*/ 347211 w 438098"/>
                <a:gd name="connsiteY245" fmla="*/ 556914 h 560149"/>
                <a:gd name="connsiteX246" fmla="*/ 344633 w 438098"/>
                <a:gd name="connsiteY246" fmla="*/ 556998 h 560149"/>
                <a:gd name="connsiteX247" fmla="*/ 341305 w 438098"/>
                <a:gd name="connsiteY247" fmla="*/ 557146 h 560149"/>
                <a:gd name="connsiteX248" fmla="*/ 339603 w 438098"/>
                <a:gd name="connsiteY248" fmla="*/ 557197 h 560149"/>
                <a:gd name="connsiteX249" fmla="*/ 335305 w 438098"/>
                <a:gd name="connsiteY249" fmla="*/ 557658 h 560149"/>
                <a:gd name="connsiteX250" fmla="*/ 334561 w 438098"/>
                <a:gd name="connsiteY250" fmla="*/ 559890 h 560149"/>
                <a:gd name="connsiteX251" fmla="*/ 328670 w 438098"/>
                <a:gd name="connsiteY251" fmla="*/ 560144 h 560149"/>
                <a:gd name="connsiteX252" fmla="*/ 326800 w 438098"/>
                <a:gd name="connsiteY252" fmla="*/ 560145 h 560149"/>
                <a:gd name="connsiteX253" fmla="*/ 320652 w 438098"/>
                <a:gd name="connsiteY253" fmla="*/ 560108 h 560149"/>
                <a:gd name="connsiteX254" fmla="*/ 316401 w 438098"/>
                <a:gd name="connsiteY254" fmla="*/ 560099 h 560149"/>
                <a:gd name="connsiteX255" fmla="*/ 305189 w 438098"/>
                <a:gd name="connsiteY255" fmla="*/ 560043 h 560149"/>
                <a:gd name="connsiteX256" fmla="*/ 293757 w 438098"/>
                <a:gd name="connsiteY256" fmla="*/ 559999 h 560149"/>
                <a:gd name="connsiteX257" fmla="*/ 271309 w 438098"/>
                <a:gd name="connsiteY257" fmla="*/ 559890 h 560149"/>
                <a:gd name="connsiteX258" fmla="*/ 271225 w 438098"/>
                <a:gd name="connsiteY258" fmla="*/ 557637 h 560149"/>
                <a:gd name="connsiteX259" fmla="*/ 271076 w 438098"/>
                <a:gd name="connsiteY259" fmla="*/ 554728 h 560149"/>
                <a:gd name="connsiteX260" fmla="*/ 270946 w 438098"/>
                <a:gd name="connsiteY260" fmla="*/ 551824 h 560149"/>
                <a:gd name="connsiteX261" fmla="*/ 270565 w 438098"/>
                <a:gd name="connsiteY261" fmla="*/ 549472 h 560149"/>
                <a:gd name="connsiteX262" fmla="*/ 268332 w 438098"/>
                <a:gd name="connsiteY262" fmla="*/ 548728 h 560149"/>
                <a:gd name="connsiteX263" fmla="*/ 268004 w 438098"/>
                <a:gd name="connsiteY263" fmla="*/ 545752 h 560149"/>
                <a:gd name="connsiteX264" fmla="*/ 267944 w 438098"/>
                <a:gd name="connsiteY264" fmla="*/ 543938 h 560149"/>
                <a:gd name="connsiteX265" fmla="*/ 267914 w 438098"/>
                <a:gd name="connsiteY265" fmla="*/ 542031 h 560149"/>
                <a:gd name="connsiteX266" fmla="*/ 267818 w 438098"/>
                <a:gd name="connsiteY266" fmla="*/ 538310 h 560149"/>
                <a:gd name="connsiteX267" fmla="*/ 267790 w 438098"/>
                <a:gd name="connsiteY267" fmla="*/ 536636 h 560149"/>
                <a:gd name="connsiteX268" fmla="*/ 267588 w 438098"/>
                <a:gd name="connsiteY268" fmla="*/ 535334 h 560149"/>
                <a:gd name="connsiteX269" fmla="*/ 266100 w 438098"/>
                <a:gd name="connsiteY269" fmla="*/ 534589 h 560149"/>
                <a:gd name="connsiteX270" fmla="*/ 265681 w 438098"/>
                <a:gd name="connsiteY270" fmla="*/ 530218 h 560149"/>
                <a:gd name="connsiteX271" fmla="*/ 264612 w 438098"/>
                <a:gd name="connsiteY271" fmla="*/ 523427 h 560149"/>
                <a:gd name="connsiteX272" fmla="*/ 263123 w 438098"/>
                <a:gd name="connsiteY272" fmla="*/ 522683 h 560149"/>
                <a:gd name="connsiteX273" fmla="*/ 262708 w 438098"/>
                <a:gd name="connsiteY273" fmla="*/ 515753 h 560149"/>
                <a:gd name="connsiteX274" fmla="*/ 262379 w 438098"/>
                <a:gd name="connsiteY274" fmla="*/ 513753 h 560149"/>
                <a:gd name="connsiteX275" fmla="*/ 260147 w 438098"/>
                <a:gd name="connsiteY275" fmla="*/ 513009 h 560149"/>
                <a:gd name="connsiteX276" fmla="*/ 259728 w 438098"/>
                <a:gd name="connsiteY276" fmla="*/ 508917 h 560149"/>
                <a:gd name="connsiteX277" fmla="*/ 259403 w 438098"/>
                <a:gd name="connsiteY277" fmla="*/ 504824 h 560149"/>
                <a:gd name="connsiteX278" fmla="*/ 257915 w 438098"/>
                <a:gd name="connsiteY278" fmla="*/ 504080 h 560149"/>
                <a:gd name="connsiteX279" fmla="*/ 257077 w 438098"/>
                <a:gd name="connsiteY279" fmla="*/ 499940 h 560149"/>
                <a:gd name="connsiteX280" fmla="*/ 256699 w 438098"/>
                <a:gd name="connsiteY280" fmla="*/ 497659 h 560149"/>
                <a:gd name="connsiteX281" fmla="*/ 256426 w 438098"/>
                <a:gd name="connsiteY281" fmla="*/ 495894 h 560149"/>
                <a:gd name="connsiteX282" fmla="*/ 254938 w 438098"/>
                <a:gd name="connsiteY282" fmla="*/ 495894 h 560149"/>
                <a:gd name="connsiteX283" fmla="*/ 254938 w 438098"/>
                <a:gd name="connsiteY283" fmla="*/ 488453 h 560149"/>
                <a:gd name="connsiteX284" fmla="*/ 257475 w 438098"/>
                <a:gd name="connsiteY284" fmla="*/ 488439 h 560149"/>
                <a:gd name="connsiteX285" fmla="*/ 281096 w 438098"/>
                <a:gd name="connsiteY285" fmla="*/ 488277 h 560149"/>
                <a:gd name="connsiteX286" fmla="*/ 293241 w 438098"/>
                <a:gd name="connsiteY286" fmla="*/ 488195 h 560149"/>
                <a:gd name="connsiteX287" fmla="*/ 304951 w 438098"/>
                <a:gd name="connsiteY287" fmla="*/ 488108 h 560149"/>
                <a:gd name="connsiteX288" fmla="*/ 309429 w 438098"/>
                <a:gd name="connsiteY288" fmla="*/ 488082 h 560149"/>
                <a:gd name="connsiteX289" fmla="*/ 315678 w 438098"/>
                <a:gd name="connsiteY289" fmla="*/ 488030 h 560149"/>
                <a:gd name="connsiteX290" fmla="*/ 317568 w 438098"/>
                <a:gd name="connsiteY290" fmla="*/ 488034 h 560149"/>
                <a:gd name="connsiteX291" fmla="*/ 321911 w 438098"/>
                <a:gd name="connsiteY291" fmla="*/ 487709 h 560149"/>
                <a:gd name="connsiteX292" fmla="*/ 322796 w 438098"/>
                <a:gd name="connsiteY292" fmla="*/ 481979 h 560149"/>
                <a:gd name="connsiteX293" fmla="*/ 322833 w 438098"/>
                <a:gd name="connsiteY293" fmla="*/ 479835 h 560149"/>
                <a:gd name="connsiteX294" fmla="*/ 322864 w 438098"/>
                <a:gd name="connsiteY294" fmla="*/ 477523 h 560149"/>
                <a:gd name="connsiteX295" fmla="*/ 322906 w 438098"/>
                <a:gd name="connsiteY295" fmla="*/ 475146 h 560149"/>
                <a:gd name="connsiteX296" fmla="*/ 323027 w 438098"/>
                <a:gd name="connsiteY296" fmla="*/ 467617 h 560149"/>
                <a:gd name="connsiteX297" fmla="*/ 323190 w 438098"/>
                <a:gd name="connsiteY297" fmla="*/ 457710 h 560149"/>
                <a:gd name="connsiteX298" fmla="*/ 323220 w 438098"/>
                <a:gd name="connsiteY298" fmla="*/ 455399 h 560149"/>
                <a:gd name="connsiteX299" fmla="*/ 323258 w 438098"/>
                <a:gd name="connsiteY299" fmla="*/ 453254 h 560149"/>
                <a:gd name="connsiteX300" fmla="*/ 323286 w 438098"/>
                <a:gd name="connsiteY300" fmla="*/ 451367 h 560149"/>
                <a:gd name="connsiteX301" fmla="*/ 324143 w 438098"/>
                <a:gd name="connsiteY301" fmla="*/ 447525 h 560149"/>
                <a:gd name="connsiteX302" fmla="*/ 159688 w 438098"/>
                <a:gd name="connsiteY302" fmla="*/ 447525 h 560149"/>
                <a:gd name="connsiteX303" fmla="*/ 158944 w 438098"/>
                <a:gd name="connsiteY303" fmla="*/ 559890 h 560149"/>
                <a:gd name="connsiteX304" fmla="*/ 129225 w 438098"/>
                <a:gd name="connsiteY304" fmla="*/ 559983 h 560149"/>
                <a:gd name="connsiteX305" fmla="*/ 119827 w 438098"/>
                <a:gd name="connsiteY305" fmla="*/ 560024 h 560149"/>
                <a:gd name="connsiteX306" fmla="*/ 114286 w 438098"/>
                <a:gd name="connsiteY306" fmla="*/ 560032 h 560149"/>
                <a:gd name="connsiteX307" fmla="*/ 110573 w 438098"/>
                <a:gd name="connsiteY307" fmla="*/ 560047 h 560149"/>
                <a:gd name="connsiteX308" fmla="*/ 104962 w 438098"/>
                <a:gd name="connsiteY308" fmla="*/ 560059 h 560149"/>
                <a:gd name="connsiteX309" fmla="*/ 103280 w 438098"/>
                <a:gd name="connsiteY309" fmla="*/ 560075 h 560149"/>
                <a:gd name="connsiteX310" fmla="*/ 99413 w 438098"/>
                <a:gd name="connsiteY310" fmla="*/ 559890 h 560149"/>
                <a:gd name="connsiteX311" fmla="*/ 98577 w 438098"/>
                <a:gd name="connsiteY311" fmla="*/ 554314 h 560149"/>
                <a:gd name="connsiteX312" fmla="*/ 98572 w 438098"/>
                <a:gd name="connsiteY312" fmla="*/ 551666 h 560149"/>
                <a:gd name="connsiteX313" fmla="*/ 98579 w 438098"/>
                <a:gd name="connsiteY313" fmla="*/ 548731 h 560149"/>
                <a:gd name="connsiteX314" fmla="*/ 98577 w 438098"/>
                <a:gd name="connsiteY314" fmla="*/ 545633 h 560149"/>
                <a:gd name="connsiteX315" fmla="*/ 98582 w 438098"/>
                <a:gd name="connsiteY315" fmla="*/ 537091 h 560149"/>
                <a:gd name="connsiteX316" fmla="*/ 98584 w 438098"/>
                <a:gd name="connsiteY316" fmla="*/ 527890 h 560149"/>
                <a:gd name="connsiteX317" fmla="*/ 98590 w 438098"/>
                <a:gd name="connsiteY317" fmla="*/ 511940 h 560149"/>
                <a:gd name="connsiteX318" fmla="*/ 98599 w 438098"/>
                <a:gd name="connsiteY318" fmla="*/ 488878 h 560149"/>
                <a:gd name="connsiteX319" fmla="*/ 98612 w 438098"/>
                <a:gd name="connsiteY319" fmla="*/ 451465 h 560149"/>
                <a:gd name="connsiteX320" fmla="*/ 98628 w 438098"/>
                <a:gd name="connsiteY320" fmla="*/ 415114 h 560149"/>
                <a:gd name="connsiteX321" fmla="*/ 98628 w 438098"/>
                <a:gd name="connsiteY321" fmla="*/ 412852 h 560149"/>
                <a:gd name="connsiteX322" fmla="*/ 98631 w 438098"/>
                <a:gd name="connsiteY322" fmla="*/ 401618 h 560149"/>
                <a:gd name="connsiteX323" fmla="*/ 98668 w 438098"/>
                <a:gd name="connsiteY323" fmla="*/ 308371 h 560149"/>
                <a:gd name="connsiteX324" fmla="*/ 96901 w 438098"/>
                <a:gd name="connsiteY324" fmla="*/ 312603 h 560149"/>
                <a:gd name="connsiteX325" fmla="*/ 96436 w 438098"/>
                <a:gd name="connsiteY325" fmla="*/ 314324 h 560149"/>
                <a:gd name="connsiteX326" fmla="*/ 93459 w 438098"/>
                <a:gd name="connsiteY326" fmla="*/ 314324 h 560149"/>
                <a:gd name="connsiteX327" fmla="*/ 93459 w 438098"/>
                <a:gd name="connsiteY327" fmla="*/ 317300 h 560149"/>
                <a:gd name="connsiteX328" fmla="*/ 91227 w 438098"/>
                <a:gd name="connsiteY328" fmla="*/ 318045 h 560149"/>
                <a:gd name="connsiteX329" fmla="*/ 90855 w 438098"/>
                <a:gd name="connsiteY329" fmla="*/ 319579 h 560149"/>
                <a:gd name="connsiteX330" fmla="*/ 90483 w 438098"/>
                <a:gd name="connsiteY330" fmla="*/ 321021 h 560149"/>
                <a:gd name="connsiteX331" fmla="*/ 88250 w 438098"/>
                <a:gd name="connsiteY331" fmla="*/ 321021 h 560149"/>
                <a:gd name="connsiteX332" fmla="*/ 88250 w 438098"/>
                <a:gd name="connsiteY332" fmla="*/ 324742 h 560149"/>
                <a:gd name="connsiteX333" fmla="*/ 86018 w 438098"/>
                <a:gd name="connsiteY333" fmla="*/ 324742 h 560149"/>
                <a:gd name="connsiteX334" fmla="*/ 85274 w 438098"/>
                <a:gd name="connsiteY334" fmla="*/ 327718 h 560149"/>
                <a:gd name="connsiteX335" fmla="*/ 83041 w 438098"/>
                <a:gd name="connsiteY335" fmla="*/ 328462 h 560149"/>
                <a:gd name="connsiteX336" fmla="*/ 82669 w 438098"/>
                <a:gd name="connsiteY336" fmla="*/ 329997 h 560149"/>
                <a:gd name="connsiteX337" fmla="*/ 82297 w 438098"/>
                <a:gd name="connsiteY337" fmla="*/ 331439 h 560149"/>
                <a:gd name="connsiteX338" fmla="*/ 80065 w 438098"/>
                <a:gd name="connsiteY338" fmla="*/ 331439 h 560149"/>
                <a:gd name="connsiteX339" fmla="*/ 79693 w 438098"/>
                <a:gd name="connsiteY339" fmla="*/ 332927 h 560149"/>
                <a:gd name="connsiteX340" fmla="*/ 79321 w 438098"/>
                <a:gd name="connsiteY340" fmla="*/ 334416 h 560149"/>
                <a:gd name="connsiteX341" fmla="*/ 77088 w 438098"/>
                <a:gd name="connsiteY341" fmla="*/ 334416 h 560149"/>
                <a:gd name="connsiteX342" fmla="*/ 76344 w 438098"/>
                <a:gd name="connsiteY342" fmla="*/ 337392 h 560149"/>
                <a:gd name="connsiteX343" fmla="*/ 74856 w 438098"/>
                <a:gd name="connsiteY343" fmla="*/ 338136 h 560149"/>
                <a:gd name="connsiteX344" fmla="*/ 74251 w 438098"/>
                <a:gd name="connsiteY344" fmla="*/ 339439 h 560149"/>
                <a:gd name="connsiteX345" fmla="*/ 69647 w 438098"/>
                <a:gd name="connsiteY345" fmla="*/ 344834 h 560149"/>
                <a:gd name="connsiteX346" fmla="*/ 68856 w 438098"/>
                <a:gd name="connsiteY346" fmla="*/ 346461 h 560149"/>
                <a:gd name="connsiteX347" fmla="*/ 65182 w 438098"/>
                <a:gd name="connsiteY347" fmla="*/ 349298 h 560149"/>
                <a:gd name="connsiteX348" fmla="*/ 63694 w 438098"/>
                <a:gd name="connsiteY348" fmla="*/ 351531 h 560149"/>
                <a:gd name="connsiteX349" fmla="*/ 61461 w 438098"/>
                <a:gd name="connsiteY349" fmla="*/ 352275 h 560149"/>
                <a:gd name="connsiteX350" fmla="*/ 60717 w 438098"/>
                <a:gd name="connsiteY350" fmla="*/ 354507 h 560149"/>
                <a:gd name="connsiteX351" fmla="*/ 58485 w 438098"/>
                <a:gd name="connsiteY351" fmla="*/ 355252 h 560149"/>
                <a:gd name="connsiteX352" fmla="*/ 56997 w 438098"/>
                <a:gd name="connsiteY352" fmla="*/ 358228 h 560149"/>
                <a:gd name="connsiteX353" fmla="*/ 54020 w 438098"/>
                <a:gd name="connsiteY353" fmla="*/ 360879 h 560149"/>
                <a:gd name="connsiteX354" fmla="*/ 49555 w 438098"/>
                <a:gd name="connsiteY354" fmla="*/ 365669 h 560149"/>
                <a:gd name="connsiteX355" fmla="*/ 47323 w 438098"/>
                <a:gd name="connsiteY355" fmla="*/ 365669 h 560149"/>
                <a:gd name="connsiteX356" fmla="*/ 45834 w 438098"/>
                <a:gd name="connsiteY356" fmla="*/ 368646 h 560149"/>
                <a:gd name="connsiteX357" fmla="*/ 43602 w 438098"/>
                <a:gd name="connsiteY357" fmla="*/ 370134 h 560149"/>
                <a:gd name="connsiteX358" fmla="*/ 43602 w 438098"/>
                <a:gd name="connsiteY358" fmla="*/ 372367 h 560149"/>
                <a:gd name="connsiteX359" fmla="*/ 36905 w 438098"/>
                <a:gd name="connsiteY359" fmla="*/ 372367 h 560149"/>
                <a:gd name="connsiteX360" fmla="*/ 35416 w 438098"/>
                <a:gd name="connsiteY360" fmla="*/ 368646 h 560149"/>
                <a:gd name="connsiteX361" fmla="*/ 33928 w 438098"/>
                <a:gd name="connsiteY361" fmla="*/ 367902 h 560149"/>
                <a:gd name="connsiteX362" fmla="*/ 32440 w 438098"/>
                <a:gd name="connsiteY362" fmla="*/ 363437 h 560149"/>
                <a:gd name="connsiteX363" fmla="*/ 30952 w 438098"/>
                <a:gd name="connsiteY363" fmla="*/ 362693 h 560149"/>
                <a:gd name="connsiteX364" fmla="*/ 30626 w 438098"/>
                <a:gd name="connsiteY364" fmla="*/ 360926 h 560149"/>
                <a:gd name="connsiteX365" fmla="*/ 27975 w 438098"/>
                <a:gd name="connsiteY365" fmla="*/ 356740 h 560149"/>
                <a:gd name="connsiteX366" fmla="*/ 27975 w 438098"/>
                <a:gd name="connsiteY366" fmla="*/ 354507 h 560149"/>
                <a:gd name="connsiteX367" fmla="*/ 25743 w 438098"/>
                <a:gd name="connsiteY367" fmla="*/ 354507 h 560149"/>
                <a:gd name="connsiteX368" fmla="*/ 24254 w 438098"/>
                <a:gd name="connsiteY368" fmla="*/ 350787 h 560149"/>
                <a:gd name="connsiteX369" fmla="*/ 22766 w 438098"/>
                <a:gd name="connsiteY369" fmla="*/ 350043 h 560149"/>
                <a:gd name="connsiteX370" fmla="*/ 21278 w 438098"/>
                <a:gd name="connsiteY370" fmla="*/ 346322 h 560149"/>
                <a:gd name="connsiteX371" fmla="*/ 19789 w 438098"/>
                <a:gd name="connsiteY371" fmla="*/ 345578 h 560149"/>
                <a:gd name="connsiteX372" fmla="*/ 19464 w 438098"/>
                <a:gd name="connsiteY372" fmla="*/ 343810 h 560149"/>
                <a:gd name="connsiteX373" fmla="*/ 16813 w 438098"/>
                <a:gd name="connsiteY373" fmla="*/ 339625 h 560149"/>
                <a:gd name="connsiteX374" fmla="*/ 16813 w 438098"/>
                <a:gd name="connsiteY374" fmla="*/ 338136 h 560149"/>
                <a:gd name="connsiteX375" fmla="*/ 14581 w 438098"/>
                <a:gd name="connsiteY375" fmla="*/ 338136 h 560149"/>
                <a:gd name="connsiteX376" fmla="*/ 14720 w 438098"/>
                <a:gd name="connsiteY376" fmla="*/ 336322 h 560149"/>
                <a:gd name="connsiteX377" fmla="*/ 14581 w 438098"/>
                <a:gd name="connsiteY377" fmla="*/ 334416 h 560149"/>
                <a:gd name="connsiteX378" fmla="*/ 12348 w 438098"/>
                <a:gd name="connsiteY378" fmla="*/ 333671 h 560149"/>
                <a:gd name="connsiteX379" fmla="*/ 11976 w 438098"/>
                <a:gd name="connsiteY379" fmla="*/ 332137 h 560149"/>
                <a:gd name="connsiteX380" fmla="*/ 11604 w 438098"/>
                <a:gd name="connsiteY380" fmla="*/ 330695 h 560149"/>
                <a:gd name="connsiteX381" fmla="*/ 9372 w 438098"/>
                <a:gd name="connsiteY381" fmla="*/ 330695 h 560149"/>
                <a:gd name="connsiteX382" fmla="*/ 7883 w 438098"/>
                <a:gd name="connsiteY382" fmla="*/ 327718 h 560149"/>
                <a:gd name="connsiteX383" fmla="*/ 6395 w 438098"/>
                <a:gd name="connsiteY383" fmla="*/ 326974 h 560149"/>
                <a:gd name="connsiteX384" fmla="*/ 5651 w 438098"/>
                <a:gd name="connsiteY384" fmla="*/ 324742 h 560149"/>
                <a:gd name="connsiteX385" fmla="*/ 4163 w 438098"/>
                <a:gd name="connsiteY385" fmla="*/ 323998 h 560149"/>
                <a:gd name="connsiteX386" fmla="*/ 3465 w 438098"/>
                <a:gd name="connsiteY386" fmla="*/ 322509 h 560149"/>
                <a:gd name="connsiteX387" fmla="*/ 442 w 438098"/>
                <a:gd name="connsiteY387" fmla="*/ 320277 h 560149"/>
                <a:gd name="connsiteX388" fmla="*/ 70 w 438098"/>
                <a:gd name="connsiteY388" fmla="*/ 315859 h 560149"/>
                <a:gd name="connsiteX389" fmla="*/ 0 w 438098"/>
                <a:gd name="connsiteY389" fmla="*/ 313420 h 560149"/>
                <a:gd name="connsiteX390" fmla="*/ 442 w 438098"/>
                <a:gd name="connsiteY390" fmla="*/ 311347 h 560149"/>
                <a:gd name="connsiteX391" fmla="*/ 4163 w 438098"/>
                <a:gd name="connsiteY391" fmla="*/ 309859 h 560149"/>
                <a:gd name="connsiteX392" fmla="*/ 4907 w 438098"/>
                <a:gd name="connsiteY392" fmla="*/ 307627 h 560149"/>
                <a:gd name="connsiteX393" fmla="*/ 6767 w 438098"/>
                <a:gd name="connsiteY393" fmla="*/ 307301 h 560149"/>
                <a:gd name="connsiteX394" fmla="*/ 8627 w 438098"/>
                <a:gd name="connsiteY394" fmla="*/ 306882 h 560149"/>
                <a:gd name="connsiteX395" fmla="*/ 9372 w 438098"/>
                <a:gd name="connsiteY395" fmla="*/ 303906 h 560149"/>
                <a:gd name="connsiteX396" fmla="*/ 11604 w 438098"/>
                <a:gd name="connsiteY396" fmla="*/ 303162 h 560149"/>
                <a:gd name="connsiteX397" fmla="*/ 12348 w 438098"/>
                <a:gd name="connsiteY397" fmla="*/ 300929 h 560149"/>
                <a:gd name="connsiteX398" fmla="*/ 15325 w 438098"/>
                <a:gd name="connsiteY398" fmla="*/ 299441 h 560149"/>
                <a:gd name="connsiteX399" fmla="*/ 16813 w 438098"/>
                <a:gd name="connsiteY399" fmla="*/ 297209 h 560149"/>
                <a:gd name="connsiteX400" fmla="*/ 19045 w 438098"/>
                <a:gd name="connsiteY400" fmla="*/ 296464 h 560149"/>
                <a:gd name="connsiteX401" fmla="*/ 19371 w 438098"/>
                <a:gd name="connsiteY401" fmla="*/ 294930 h 560149"/>
                <a:gd name="connsiteX402" fmla="*/ 19789 w 438098"/>
                <a:gd name="connsiteY402" fmla="*/ 293488 h 560149"/>
                <a:gd name="connsiteX403" fmla="*/ 22766 w 438098"/>
                <a:gd name="connsiteY403" fmla="*/ 293488 h 560149"/>
                <a:gd name="connsiteX404" fmla="*/ 22766 w 438098"/>
                <a:gd name="connsiteY404" fmla="*/ 291255 h 560149"/>
                <a:gd name="connsiteX405" fmla="*/ 24208 w 438098"/>
                <a:gd name="connsiteY405" fmla="*/ 290930 h 560149"/>
                <a:gd name="connsiteX406" fmla="*/ 25743 w 438098"/>
                <a:gd name="connsiteY406" fmla="*/ 290511 h 560149"/>
                <a:gd name="connsiteX407" fmla="*/ 26487 w 438098"/>
                <a:gd name="connsiteY407" fmla="*/ 287535 h 560149"/>
                <a:gd name="connsiteX408" fmla="*/ 27975 w 438098"/>
                <a:gd name="connsiteY408" fmla="*/ 286791 h 560149"/>
                <a:gd name="connsiteX409" fmla="*/ 28626 w 438098"/>
                <a:gd name="connsiteY409" fmla="*/ 285349 h 560149"/>
                <a:gd name="connsiteX410" fmla="*/ 32440 w 438098"/>
                <a:gd name="connsiteY410" fmla="*/ 282326 h 560149"/>
                <a:gd name="connsiteX411" fmla="*/ 33928 w 438098"/>
                <a:gd name="connsiteY411" fmla="*/ 279349 h 560149"/>
                <a:gd name="connsiteX412" fmla="*/ 35416 w 438098"/>
                <a:gd name="connsiteY412" fmla="*/ 279349 h 560149"/>
                <a:gd name="connsiteX413" fmla="*/ 35742 w 438098"/>
                <a:gd name="connsiteY413" fmla="*/ 277861 h 560149"/>
                <a:gd name="connsiteX414" fmla="*/ 36161 w 438098"/>
                <a:gd name="connsiteY414" fmla="*/ 276373 h 560149"/>
                <a:gd name="connsiteX415" fmla="*/ 38393 w 438098"/>
                <a:gd name="connsiteY415" fmla="*/ 276373 h 560149"/>
                <a:gd name="connsiteX416" fmla="*/ 38393 w 438098"/>
                <a:gd name="connsiteY416" fmla="*/ 273396 h 560149"/>
                <a:gd name="connsiteX417" fmla="*/ 41370 w 438098"/>
                <a:gd name="connsiteY417" fmla="*/ 273396 h 560149"/>
                <a:gd name="connsiteX418" fmla="*/ 42858 w 438098"/>
                <a:gd name="connsiteY418" fmla="*/ 269675 h 560149"/>
                <a:gd name="connsiteX419" fmla="*/ 44346 w 438098"/>
                <a:gd name="connsiteY419" fmla="*/ 269675 h 560149"/>
                <a:gd name="connsiteX420" fmla="*/ 44346 w 438098"/>
                <a:gd name="connsiteY420" fmla="*/ 266699 h 560149"/>
                <a:gd name="connsiteX421" fmla="*/ 46579 w 438098"/>
                <a:gd name="connsiteY421" fmla="*/ 265955 h 560149"/>
                <a:gd name="connsiteX422" fmla="*/ 46951 w 438098"/>
                <a:gd name="connsiteY422" fmla="*/ 264466 h 560149"/>
                <a:gd name="connsiteX423" fmla="*/ 47323 w 438098"/>
                <a:gd name="connsiteY423" fmla="*/ 262978 h 560149"/>
                <a:gd name="connsiteX424" fmla="*/ 49555 w 438098"/>
                <a:gd name="connsiteY424" fmla="*/ 262234 h 560149"/>
                <a:gd name="connsiteX425" fmla="*/ 50299 w 438098"/>
                <a:gd name="connsiteY425" fmla="*/ 260002 h 560149"/>
                <a:gd name="connsiteX426" fmla="*/ 51788 w 438098"/>
                <a:gd name="connsiteY426" fmla="*/ 259257 h 560149"/>
                <a:gd name="connsiteX427" fmla="*/ 52113 w 438098"/>
                <a:gd name="connsiteY427" fmla="*/ 257769 h 560149"/>
                <a:gd name="connsiteX428" fmla="*/ 52532 w 438098"/>
                <a:gd name="connsiteY428" fmla="*/ 256281 h 560149"/>
                <a:gd name="connsiteX429" fmla="*/ 54764 w 438098"/>
                <a:gd name="connsiteY429" fmla="*/ 255537 h 560149"/>
                <a:gd name="connsiteX430" fmla="*/ 55090 w 438098"/>
                <a:gd name="connsiteY430" fmla="*/ 253816 h 560149"/>
                <a:gd name="connsiteX431" fmla="*/ 58485 w 438098"/>
                <a:gd name="connsiteY431" fmla="*/ 248839 h 560149"/>
                <a:gd name="connsiteX432" fmla="*/ 59973 w 438098"/>
                <a:gd name="connsiteY432" fmla="*/ 248839 h 560149"/>
                <a:gd name="connsiteX433" fmla="*/ 60578 w 438098"/>
                <a:gd name="connsiteY433" fmla="*/ 246467 h 560149"/>
                <a:gd name="connsiteX434" fmla="*/ 65182 w 438098"/>
                <a:gd name="connsiteY434" fmla="*/ 239910 h 560149"/>
                <a:gd name="connsiteX435" fmla="*/ 66438 w 438098"/>
                <a:gd name="connsiteY435" fmla="*/ 237817 h 560149"/>
                <a:gd name="connsiteX436" fmla="*/ 67414 w 438098"/>
                <a:gd name="connsiteY436" fmla="*/ 236189 h 560149"/>
                <a:gd name="connsiteX437" fmla="*/ 68903 w 438098"/>
                <a:gd name="connsiteY437" fmla="*/ 236189 h 560149"/>
                <a:gd name="connsiteX438" fmla="*/ 69647 w 438098"/>
                <a:gd name="connsiteY438" fmla="*/ 232468 h 560149"/>
                <a:gd name="connsiteX439" fmla="*/ 71135 w 438098"/>
                <a:gd name="connsiteY439" fmla="*/ 231724 h 560149"/>
                <a:gd name="connsiteX440" fmla="*/ 71507 w 438098"/>
                <a:gd name="connsiteY440" fmla="*/ 229864 h 560149"/>
                <a:gd name="connsiteX441" fmla="*/ 71879 w 438098"/>
                <a:gd name="connsiteY441" fmla="*/ 228003 h 560149"/>
                <a:gd name="connsiteX442" fmla="*/ 73368 w 438098"/>
                <a:gd name="connsiteY442" fmla="*/ 227259 h 560149"/>
                <a:gd name="connsiteX443" fmla="*/ 74484 w 438098"/>
                <a:gd name="connsiteY443" fmla="*/ 224980 h 560149"/>
                <a:gd name="connsiteX444" fmla="*/ 75600 w 438098"/>
                <a:gd name="connsiteY444" fmla="*/ 222795 h 560149"/>
                <a:gd name="connsiteX445" fmla="*/ 77088 w 438098"/>
                <a:gd name="connsiteY445" fmla="*/ 222795 h 560149"/>
                <a:gd name="connsiteX446" fmla="*/ 77832 w 438098"/>
                <a:gd name="connsiteY446" fmla="*/ 220934 h 560149"/>
                <a:gd name="connsiteX447" fmla="*/ 78577 w 438098"/>
                <a:gd name="connsiteY447" fmla="*/ 219074 h 560149"/>
                <a:gd name="connsiteX448" fmla="*/ 80065 w 438098"/>
                <a:gd name="connsiteY448" fmla="*/ 219074 h 560149"/>
                <a:gd name="connsiteX449" fmla="*/ 80065 w 438098"/>
                <a:gd name="connsiteY449" fmla="*/ 214609 h 560149"/>
                <a:gd name="connsiteX450" fmla="*/ 81553 w 438098"/>
                <a:gd name="connsiteY450" fmla="*/ 214609 h 560149"/>
                <a:gd name="connsiteX451" fmla="*/ 83041 w 438098"/>
                <a:gd name="connsiteY451" fmla="*/ 210144 h 560149"/>
                <a:gd name="connsiteX452" fmla="*/ 84530 w 438098"/>
                <a:gd name="connsiteY452" fmla="*/ 209400 h 560149"/>
                <a:gd name="connsiteX453" fmla="*/ 87925 w 438098"/>
                <a:gd name="connsiteY453" fmla="*/ 202052 h 560149"/>
                <a:gd name="connsiteX454" fmla="*/ 88995 w 438098"/>
                <a:gd name="connsiteY454" fmla="*/ 199726 h 560149"/>
                <a:gd name="connsiteX455" fmla="*/ 90483 w 438098"/>
                <a:gd name="connsiteY455" fmla="*/ 199726 h 560149"/>
                <a:gd name="connsiteX456" fmla="*/ 90762 w 438098"/>
                <a:gd name="connsiteY456" fmla="*/ 197540 h 560149"/>
                <a:gd name="connsiteX457" fmla="*/ 91227 w 438098"/>
                <a:gd name="connsiteY457" fmla="*/ 195261 h 560149"/>
                <a:gd name="connsiteX458" fmla="*/ 92715 w 438098"/>
                <a:gd name="connsiteY458" fmla="*/ 194517 h 560149"/>
                <a:gd name="connsiteX459" fmla="*/ 93041 w 438098"/>
                <a:gd name="connsiteY459" fmla="*/ 192331 h 560149"/>
                <a:gd name="connsiteX460" fmla="*/ 93459 w 438098"/>
                <a:gd name="connsiteY460" fmla="*/ 190052 h 560149"/>
                <a:gd name="connsiteX461" fmla="*/ 95692 w 438098"/>
                <a:gd name="connsiteY461" fmla="*/ 188564 h 560149"/>
                <a:gd name="connsiteX462" fmla="*/ 96064 w 438098"/>
                <a:gd name="connsiteY462" fmla="*/ 186611 h 560149"/>
                <a:gd name="connsiteX463" fmla="*/ 96436 w 438098"/>
                <a:gd name="connsiteY463" fmla="*/ 184843 h 560149"/>
                <a:gd name="connsiteX464" fmla="*/ 98668 w 438098"/>
                <a:gd name="connsiteY464" fmla="*/ 184843 h 560149"/>
                <a:gd name="connsiteX465" fmla="*/ 98947 w 438098"/>
                <a:gd name="connsiteY465" fmla="*/ 181913 h 560149"/>
                <a:gd name="connsiteX466" fmla="*/ 99413 w 438098"/>
                <a:gd name="connsiteY466" fmla="*/ 178890 h 560149"/>
                <a:gd name="connsiteX467" fmla="*/ 100901 w 438098"/>
                <a:gd name="connsiteY467" fmla="*/ 178146 h 560149"/>
                <a:gd name="connsiteX468" fmla="*/ 101645 w 438098"/>
                <a:gd name="connsiteY468" fmla="*/ 173681 h 560149"/>
                <a:gd name="connsiteX469" fmla="*/ 103877 w 438098"/>
                <a:gd name="connsiteY469" fmla="*/ 173681 h 560149"/>
                <a:gd name="connsiteX470" fmla="*/ 104622 w 438098"/>
                <a:gd name="connsiteY470" fmla="*/ 167728 h 560149"/>
                <a:gd name="connsiteX471" fmla="*/ 106854 w 438098"/>
                <a:gd name="connsiteY471" fmla="*/ 167728 h 560149"/>
                <a:gd name="connsiteX472" fmla="*/ 107086 w 438098"/>
                <a:gd name="connsiteY472" fmla="*/ 165170 h 560149"/>
                <a:gd name="connsiteX473" fmla="*/ 107598 w 438098"/>
                <a:gd name="connsiteY473" fmla="*/ 162519 h 560149"/>
                <a:gd name="connsiteX474" fmla="*/ 109831 w 438098"/>
                <a:gd name="connsiteY474" fmla="*/ 161775 h 560149"/>
                <a:gd name="connsiteX475" fmla="*/ 109831 w 438098"/>
                <a:gd name="connsiteY475" fmla="*/ 158426 h 560149"/>
                <a:gd name="connsiteX476" fmla="*/ 109831 w 438098"/>
                <a:gd name="connsiteY476" fmla="*/ 155078 h 560149"/>
                <a:gd name="connsiteX477" fmla="*/ 112063 w 438098"/>
                <a:gd name="connsiteY477" fmla="*/ 154334 h 560149"/>
                <a:gd name="connsiteX478" fmla="*/ 112807 w 438098"/>
                <a:gd name="connsiteY478" fmla="*/ 149869 h 560149"/>
                <a:gd name="connsiteX479" fmla="*/ 115039 w 438098"/>
                <a:gd name="connsiteY479" fmla="*/ 149869 h 560149"/>
                <a:gd name="connsiteX480" fmla="*/ 114295 w 438098"/>
                <a:gd name="connsiteY480" fmla="*/ 146148 h 560149"/>
                <a:gd name="connsiteX481" fmla="*/ 113551 w 438098"/>
                <a:gd name="connsiteY481" fmla="*/ 146892 h 560149"/>
                <a:gd name="connsiteX482" fmla="*/ 109738 w 438098"/>
                <a:gd name="connsiteY482" fmla="*/ 146987 h 560149"/>
                <a:gd name="connsiteX483" fmla="*/ 107233 w 438098"/>
                <a:gd name="connsiteY483" fmla="*/ 146993 h 560149"/>
                <a:gd name="connsiteX484" fmla="*/ 104462 w 438098"/>
                <a:gd name="connsiteY484" fmla="*/ 146988 h 560149"/>
                <a:gd name="connsiteX485" fmla="*/ 101562 w 438098"/>
                <a:gd name="connsiteY485" fmla="*/ 146992 h 560149"/>
                <a:gd name="connsiteX486" fmla="*/ 93665 w 438098"/>
                <a:gd name="connsiteY486" fmla="*/ 146992 h 560149"/>
                <a:gd name="connsiteX487" fmla="*/ 85419 w 438098"/>
                <a:gd name="connsiteY487" fmla="*/ 146993 h 560149"/>
                <a:gd name="connsiteX488" fmla="*/ 71569 w 438098"/>
                <a:gd name="connsiteY488" fmla="*/ 146989 h 560149"/>
                <a:gd name="connsiteX489" fmla="*/ 55534 w 438098"/>
                <a:gd name="connsiteY489" fmla="*/ 146991 h 560149"/>
                <a:gd name="connsiteX490" fmla="*/ 41791 w 438098"/>
                <a:gd name="connsiteY490" fmla="*/ 146992 h 560149"/>
                <a:gd name="connsiteX491" fmla="*/ 33572 w 438098"/>
                <a:gd name="connsiteY491" fmla="*/ 146994 h 560149"/>
                <a:gd name="connsiteX492" fmla="*/ 24414 w 438098"/>
                <a:gd name="connsiteY492" fmla="*/ 146988 h 560149"/>
                <a:gd name="connsiteX493" fmla="*/ 21643 w 438098"/>
                <a:gd name="connsiteY493" fmla="*/ 146993 h 560149"/>
                <a:gd name="connsiteX494" fmla="*/ 19138 w 438098"/>
                <a:gd name="connsiteY494" fmla="*/ 146987 h 560149"/>
                <a:gd name="connsiteX495" fmla="*/ 16948 w 438098"/>
                <a:gd name="connsiteY495" fmla="*/ 146986 h 560149"/>
                <a:gd name="connsiteX496" fmla="*/ 14581 w 438098"/>
                <a:gd name="connsiteY496" fmla="*/ 146148 h 560149"/>
                <a:gd name="connsiteX497" fmla="*/ 14496 w 438098"/>
                <a:gd name="connsiteY497" fmla="*/ 139233 h 560149"/>
                <a:gd name="connsiteX498" fmla="*/ 14496 w 438098"/>
                <a:gd name="connsiteY498" fmla="*/ 137033 h 560149"/>
                <a:gd name="connsiteX499" fmla="*/ 14508 w 438098"/>
                <a:gd name="connsiteY499" fmla="*/ 129797 h 560149"/>
                <a:gd name="connsiteX500" fmla="*/ 14511 w 438098"/>
                <a:gd name="connsiteY500" fmla="*/ 124795 h 560149"/>
                <a:gd name="connsiteX501" fmla="*/ 14529 w 438098"/>
                <a:gd name="connsiteY501" fmla="*/ 111601 h 560149"/>
                <a:gd name="connsiteX502" fmla="*/ 14544 w 438098"/>
                <a:gd name="connsiteY502" fmla="*/ 98150 h 560149"/>
                <a:gd name="connsiteX503" fmla="*/ 14581 w 438098"/>
                <a:gd name="connsiteY503" fmla="*/ 71734 h 560149"/>
                <a:gd name="connsiteX504" fmla="*/ 63656 w 438098"/>
                <a:gd name="connsiteY504" fmla="*/ 71695 h 560149"/>
                <a:gd name="connsiteX505" fmla="*/ 86441 w 438098"/>
                <a:gd name="connsiteY505" fmla="*/ 71678 h 560149"/>
                <a:gd name="connsiteX506" fmla="*/ 106297 w 438098"/>
                <a:gd name="connsiteY506" fmla="*/ 71664 h 560149"/>
                <a:gd name="connsiteX507" fmla="*/ 116814 w 438098"/>
                <a:gd name="connsiteY507" fmla="*/ 71655 h 560149"/>
                <a:gd name="connsiteX508" fmla="*/ 126707 w 438098"/>
                <a:gd name="connsiteY508" fmla="*/ 71650 h 560149"/>
                <a:gd name="connsiteX509" fmla="*/ 130343 w 438098"/>
                <a:gd name="connsiteY509" fmla="*/ 71645 h 560149"/>
                <a:gd name="connsiteX510" fmla="*/ 135297 w 438098"/>
                <a:gd name="connsiteY510" fmla="*/ 71644 h 560149"/>
                <a:gd name="connsiteX511" fmla="*/ 138102 w 438098"/>
                <a:gd name="connsiteY511" fmla="*/ 71642 h 560149"/>
                <a:gd name="connsiteX512" fmla="*/ 142573 w 438098"/>
                <a:gd name="connsiteY512" fmla="*/ 72478 h 560149"/>
                <a:gd name="connsiteX513" fmla="*/ 142573 w 438098"/>
                <a:gd name="connsiteY513" fmla="*/ 65781 h 560149"/>
                <a:gd name="connsiteX514" fmla="*/ 145549 w 438098"/>
                <a:gd name="connsiteY514" fmla="*/ 65781 h 560149"/>
                <a:gd name="connsiteX515" fmla="*/ 145549 w 438098"/>
                <a:gd name="connsiteY515" fmla="*/ 56851 h 560149"/>
                <a:gd name="connsiteX516" fmla="*/ 147782 w 438098"/>
                <a:gd name="connsiteY516" fmla="*/ 56851 h 560149"/>
                <a:gd name="connsiteX517" fmla="*/ 147892 w 438098"/>
                <a:gd name="connsiteY517" fmla="*/ 54598 h 560149"/>
                <a:gd name="connsiteX518" fmla="*/ 148061 w 438098"/>
                <a:gd name="connsiteY518" fmla="*/ 51689 h 560149"/>
                <a:gd name="connsiteX519" fmla="*/ 148218 w 438098"/>
                <a:gd name="connsiteY519" fmla="*/ 48785 h 560149"/>
                <a:gd name="connsiteX520" fmla="*/ 148526 w 438098"/>
                <a:gd name="connsiteY520" fmla="*/ 46433 h 560149"/>
                <a:gd name="connsiteX521" fmla="*/ 150014 w 438098"/>
                <a:gd name="connsiteY521" fmla="*/ 45689 h 560149"/>
                <a:gd name="connsiteX522" fmla="*/ 150430 w 438098"/>
                <a:gd name="connsiteY522" fmla="*/ 38178 h 560149"/>
                <a:gd name="connsiteX523" fmla="*/ 150758 w 438098"/>
                <a:gd name="connsiteY523" fmla="*/ 36015 h 560149"/>
                <a:gd name="connsiteX524" fmla="*/ 152991 w 438098"/>
                <a:gd name="connsiteY524" fmla="*/ 35271 h 560149"/>
                <a:gd name="connsiteX525" fmla="*/ 153363 w 438098"/>
                <a:gd name="connsiteY525" fmla="*/ 30062 h 560149"/>
                <a:gd name="connsiteX526" fmla="*/ 153735 w 438098"/>
                <a:gd name="connsiteY526" fmla="*/ 24853 h 560149"/>
                <a:gd name="connsiteX527" fmla="*/ 155967 w 438098"/>
                <a:gd name="connsiteY527" fmla="*/ 24109 h 560149"/>
                <a:gd name="connsiteX528" fmla="*/ 156386 w 438098"/>
                <a:gd name="connsiteY528" fmla="*/ 18900 h 560149"/>
                <a:gd name="connsiteX529" fmla="*/ 156711 w 438098"/>
                <a:gd name="connsiteY529" fmla="*/ 13691 h 560149"/>
                <a:gd name="connsiteX530" fmla="*/ 158200 w 438098"/>
                <a:gd name="connsiteY530" fmla="*/ 12947 h 560149"/>
                <a:gd name="connsiteX531" fmla="*/ 158618 w 438098"/>
                <a:gd name="connsiteY531" fmla="*/ 7831 h 560149"/>
                <a:gd name="connsiteX532" fmla="*/ 159688 w 438098"/>
                <a:gd name="connsiteY532" fmla="*/ 296 h 560149"/>
                <a:gd name="connsiteX533" fmla="*/ 162664 w 438098"/>
                <a:gd name="connsiteY533" fmla="*/ 17 h 560149"/>
                <a:gd name="connsiteX534" fmla="*/ 164292 w 438098"/>
                <a:gd name="connsiteY534" fmla="*/ 0 h 56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438098" h="560149">
                  <a:moveTo>
                    <a:pt x="159688" y="350512"/>
                  </a:moveTo>
                  <a:cubicBezTo>
                    <a:pt x="158944" y="351256"/>
                    <a:pt x="158944" y="351256"/>
                    <a:pt x="158849" y="352555"/>
                  </a:cubicBezTo>
                  <a:cubicBezTo>
                    <a:pt x="158849" y="353137"/>
                    <a:pt x="158848" y="353702"/>
                    <a:pt x="158848" y="354266"/>
                  </a:cubicBezTo>
                  <a:cubicBezTo>
                    <a:pt x="158845" y="354924"/>
                    <a:pt x="158843" y="355562"/>
                    <a:pt x="158841" y="356200"/>
                  </a:cubicBezTo>
                  <a:cubicBezTo>
                    <a:pt x="158842" y="356915"/>
                    <a:pt x="158844" y="357608"/>
                    <a:pt x="158845" y="358302"/>
                  </a:cubicBezTo>
                  <a:cubicBezTo>
                    <a:pt x="158844" y="359755"/>
                    <a:pt x="158843" y="361207"/>
                    <a:pt x="158842" y="362660"/>
                  </a:cubicBezTo>
                  <a:cubicBezTo>
                    <a:pt x="158847" y="364962"/>
                    <a:pt x="158851" y="367265"/>
                    <a:pt x="158847" y="369568"/>
                  </a:cubicBezTo>
                  <a:cubicBezTo>
                    <a:pt x="158844" y="371067"/>
                    <a:pt x="158842" y="372566"/>
                    <a:pt x="158843" y="374064"/>
                  </a:cubicBezTo>
                  <a:cubicBezTo>
                    <a:pt x="158844" y="374793"/>
                    <a:pt x="158844" y="375501"/>
                    <a:pt x="158845" y="376208"/>
                  </a:cubicBezTo>
                  <a:cubicBezTo>
                    <a:pt x="158844" y="376923"/>
                    <a:pt x="158842" y="377617"/>
                    <a:pt x="158841" y="378310"/>
                  </a:cubicBezTo>
                  <a:cubicBezTo>
                    <a:pt x="158843" y="378968"/>
                    <a:pt x="158845" y="379606"/>
                    <a:pt x="158848" y="380244"/>
                  </a:cubicBezTo>
                  <a:cubicBezTo>
                    <a:pt x="158849" y="381831"/>
                    <a:pt x="158549" y="382859"/>
                    <a:pt x="159688" y="383998"/>
                  </a:cubicBezTo>
                  <a:cubicBezTo>
                    <a:pt x="161147" y="384044"/>
                    <a:pt x="162606" y="384080"/>
                    <a:pt x="164065" y="384078"/>
                  </a:cubicBezTo>
                  <a:cubicBezTo>
                    <a:pt x="164719" y="384074"/>
                    <a:pt x="165353" y="384069"/>
                    <a:pt x="165988" y="384065"/>
                  </a:cubicBezTo>
                  <a:cubicBezTo>
                    <a:pt x="168136" y="384059"/>
                    <a:pt x="170285" y="384051"/>
                    <a:pt x="172434" y="384039"/>
                  </a:cubicBezTo>
                  <a:cubicBezTo>
                    <a:pt x="174015" y="384031"/>
                    <a:pt x="175596" y="384023"/>
                    <a:pt x="177178" y="384017"/>
                  </a:cubicBezTo>
                  <a:cubicBezTo>
                    <a:pt x="181473" y="384002"/>
                    <a:pt x="185768" y="383984"/>
                    <a:pt x="190063" y="383962"/>
                  </a:cubicBezTo>
                  <a:cubicBezTo>
                    <a:pt x="194632" y="383939"/>
                    <a:pt x="199202" y="383918"/>
                    <a:pt x="203771" y="383898"/>
                  </a:cubicBezTo>
                  <a:cubicBezTo>
                    <a:pt x="211411" y="383866"/>
                    <a:pt x="219051" y="383830"/>
                    <a:pt x="226691" y="383792"/>
                  </a:cubicBezTo>
                  <a:cubicBezTo>
                    <a:pt x="235607" y="383748"/>
                    <a:pt x="244523" y="383706"/>
                    <a:pt x="253439" y="383669"/>
                  </a:cubicBezTo>
                  <a:cubicBezTo>
                    <a:pt x="261139" y="383638"/>
                    <a:pt x="268838" y="383604"/>
                    <a:pt x="276538" y="383568"/>
                  </a:cubicBezTo>
                  <a:cubicBezTo>
                    <a:pt x="281122" y="383546"/>
                    <a:pt x="285706" y="383523"/>
                    <a:pt x="290290" y="383504"/>
                  </a:cubicBezTo>
                  <a:cubicBezTo>
                    <a:pt x="294681" y="383487"/>
                    <a:pt x="299072" y="383468"/>
                    <a:pt x="303463" y="383445"/>
                  </a:cubicBezTo>
                  <a:cubicBezTo>
                    <a:pt x="305075" y="383436"/>
                    <a:pt x="306686" y="383427"/>
                    <a:pt x="308298" y="383419"/>
                  </a:cubicBezTo>
                  <a:cubicBezTo>
                    <a:pt x="310557" y="383411"/>
                    <a:pt x="312815" y="383403"/>
                    <a:pt x="315073" y="383390"/>
                  </a:cubicBezTo>
                  <a:cubicBezTo>
                    <a:pt x="315762" y="383385"/>
                    <a:pt x="316431" y="383381"/>
                    <a:pt x="317099" y="383377"/>
                  </a:cubicBezTo>
                  <a:cubicBezTo>
                    <a:pt x="319231" y="383373"/>
                    <a:pt x="322597" y="384056"/>
                    <a:pt x="324143" y="382510"/>
                  </a:cubicBezTo>
                  <a:cubicBezTo>
                    <a:pt x="324152" y="380931"/>
                    <a:pt x="324153" y="379352"/>
                    <a:pt x="324114" y="377774"/>
                  </a:cubicBezTo>
                  <a:cubicBezTo>
                    <a:pt x="324083" y="376759"/>
                    <a:pt x="324083" y="376759"/>
                    <a:pt x="324053" y="375763"/>
                  </a:cubicBezTo>
                  <a:cubicBezTo>
                    <a:pt x="323998" y="373648"/>
                    <a:pt x="323942" y="371534"/>
                    <a:pt x="323881" y="369419"/>
                  </a:cubicBezTo>
                  <a:cubicBezTo>
                    <a:pt x="323839" y="367944"/>
                    <a:pt x="323798" y="366469"/>
                    <a:pt x="323758" y="364995"/>
                  </a:cubicBezTo>
                  <a:cubicBezTo>
                    <a:pt x="323643" y="360663"/>
                    <a:pt x="323523" y="356332"/>
                    <a:pt x="323399" y="352000"/>
                  </a:cubicBezTo>
                  <a:cubicBezTo>
                    <a:pt x="303241" y="351924"/>
                    <a:pt x="283083" y="351845"/>
                    <a:pt x="262926" y="351760"/>
                  </a:cubicBezTo>
                  <a:cubicBezTo>
                    <a:pt x="253129" y="351719"/>
                    <a:pt x="243332" y="351678"/>
                    <a:pt x="233535" y="351641"/>
                  </a:cubicBezTo>
                  <a:cubicBezTo>
                    <a:pt x="224927" y="351609"/>
                    <a:pt x="216320" y="351576"/>
                    <a:pt x="207713" y="351538"/>
                  </a:cubicBezTo>
                  <a:cubicBezTo>
                    <a:pt x="203170" y="351518"/>
                    <a:pt x="198627" y="351498"/>
                    <a:pt x="194085" y="351482"/>
                  </a:cubicBezTo>
                  <a:cubicBezTo>
                    <a:pt x="189734" y="351467"/>
                    <a:pt x="185383" y="351451"/>
                    <a:pt x="181032" y="351431"/>
                  </a:cubicBezTo>
                  <a:cubicBezTo>
                    <a:pt x="179434" y="351424"/>
                    <a:pt x="177835" y="351416"/>
                    <a:pt x="176237" y="351409"/>
                  </a:cubicBezTo>
                  <a:cubicBezTo>
                    <a:pt x="174000" y="351403"/>
                    <a:pt x="171762" y="351396"/>
                    <a:pt x="169525" y="351385"/>
                  </a:cubicBezTo>
                  <a:cubicBezTo>
                    <a:pt x="168509" y="351379"/>
                    <a:pt x="168509" y="351379"/>
                    <a:pt x="167514" y="351374"/>
                  </a:cubicBezTo>
                  <a:cubicBezTo>
                    <a:pt x="165395" y="351371"/>
                    <a:pt x="163295" y="351337"/>
                    <a:pt x="161176" y="351256"/>
                  </a:cubicBezTo>
                  <a:cubicBezTo>
                    <a:pt x="160670" y="351003"/>
                    <a:pt x="160179" y="350758"/>
                    <a:pt x="159688" y="350512"/>
                  </a:cubicBezTo>
                  <a:close/>
                  <a:moveTo>
                    <a:pt x="318997" y="252515"/>
                  </a:moveTo>
                  <a:cubicBezTo>
                    <a:pt x="318340" y="252524"/>
                    <a:pt x="317702" y="252533"/>
                    <a:pt x="317065" y="252541"/>
                  </a:cubicBezTo>
                  <a:cubicBezTo>
                    <a:pt x="314904" y="252533"/>
                    <a:pt x="312745" y="252530"/>
                    <a:pt x="310584" y="252544"/>
                  </a:cubicBezTo>
                  <a:cubicBezTo>
                    <a:pt x="308994" y="252556"/>
                    <a:pt x="307405" y="252562"/>
                    <a:pt x="305815" y="252563"/>
                  </a:cubicBezTo>
                  <a:cubicBezTo>
                    <a:pt x="301497" y="252558"/>
                    <a:pt x="297180" y="252564"/>
                    <a:pt x="292862" y="252585"/>
                  </a:cubicBezTo>
                  <a:cubicBezTo>
                    <a:pt x="288270" y="252606"/>
                    <a:pt x="283677" y="252615"/>
                    <a:pt x="279084" y="252619"/>
                  </a:cubicBezTo>
                  <a:cubicBezTo>
                    <a:pt x="270415" y="252626"/>
                    <a:pt x="261747" y="252645"/>
                    <a:pt x="253079" y="252675"/>
                  </a:cubicBezTo>
                  <a:cubicBezTo>
                    <a:pt x="243129" y="252709"/>
                    <a:pt x="233180" y="252730"/>
                    <a:pt x="223231" y="252745"/>
                  </a:cubicBezTo>
                  <a:cubicBezTo>
                    <a:pt x="201801" y="252777"/>
                    <a:pt x="180372" y="252830"/>
                    <a:pt x="158942" y="252899"/>
                  </a:cubicBezTo>
                  <a:cubicBezTo>
                    <a:pt x="158927" y="256943"/>
                    <a:pt x="158914" y="260987"/>
                    <a:pt x="158906" y="265031"/>
                  </a:cubicBezTo>
                  <a:cubicBezTo>
                    <a:pt x="158903" y="266676"/>
                    <a:pt x="158900" y="268322"/>
                    <a:pt x="158896" y="269968"/>
                  </a:cubicBezTo>
                  <a:cubicBezTo>
                    <a:pt x="158887" y="272402"/>
                    <a:pt x="158877" y="274836"/>
                    <a:pt x="158873" y="277270"/>
                  </a:cubicBezTo>
                  <a:cubicBezTo>
                    <a:pt x="158872" y="278052"/>
                    <a:pt x="158871" y="278810"/>
                    <a:pt x="158870" y="279569"/>
                  </a:cubicBezTo>
                  <a:cubicBezTo>
                    <a:pt x="158866" y="280337"/>
                    <a:pt x="158862" y="281081"/>
                    <a:pt x="158858" y="281826"/>
                  </a:cubicBezTo>
                  <a:cubicBezTo>
                    <a:pt x="158858" y="282532"/>
                    <a:pt x="158858" y="283218"/>
                    <a:pt x="158858" y="283903"/>
                  </a:cubicBezTo>
                  <a:cubicBezTo>
                    <a:pt x="158856" y="284528"/>
                    <a:pt x="158855" y="285134"/>
                    <a:pt x="158853" y="285741"/>
                  </a:cubicBezTo>
                  <a:cubicBezTo>
                    <a:pt x="158942" y="287130"/>
                    <a:pt x="158942" y="287130"/>
                    <a:pt x="159687" y="287874"/>
                  </a:cubicBezTo>
                  <a:cubicBezTo>
                    <a:pt x="161153" y="287918"/>
                    <a:pt x="162620" y="287953"/>
                    <a:pt x="164087" y="287950"/>
                  </a:cubicBezTo>
                  <a:cubicBezTo>
                    <a:pt x="164744" y="287945"/>
                    <a:pt x="165382" y="287940"/>
                    <a:pt x="166019" y="287935"/>
                  </a:cubicBezTo>
                  <a:cubicBezTo>
                    <a:pt x="168180" y="287927"/>
                    <a:pt x="170340" y="287918"/>
                    <a:pt x="172500" y="287905"/>
                  </a:cubicBezTo>
                  <a:cubicBezTo>
                    <a:pt x="174090" y="287895"/>
                    <a:pt x="175679" y="287886"/>
                    <a:pt x="177269" y="287879"/>
                  </a:cubicBezTo>
                  <a:cubicBezTo>
                    <a:pt x="181587" y="287860"/>
                    <a:pt x="185904" y="287839"/>
                    <a:pt x="190222" y="287815"/>
                  </a:cubicBezTo>
                  <a:cubicBezTo>
                    <a:pt x="194815" y="287788"/>
                    <a:pt x="199408" y="287765"/>
                    <a:pt x="204000" y="287744"/>
                  </a:cubicBezTo>
                  <a:cubicBezTo>
                    <a:pt x="212669" y="287703"/>
                    <a:pt x="221337" y="287659"/>
                    <a:pt x="230006" y="287612"/>
                  </a:cubicBezTo>
                  <a:cubicBezTo>
                    <a:pt x="239955" y="287558"/>
                    <a:pt x="249904" y="287508"/>
                    <a:pt x="259853" y="287459"/>
                  </a:cubicBezTo>
                  <a:cubicBezTo>
                    <a:pt x="281283" y="287354"/>
                    <a:pt x="302712" y="287244"/>
                    <a:pt x="324142" y="287130"/>
                  </a:cubicBezTo>
                  <a:cubicBezTo>
                    <a:pt x="324157" y="283475"/>
                    <a:pt x="324170" y="279820"/>
                    <a:pt x="324178" y="276165"/>
                  </a:cubicBezTo>
                  <a:cubicBezTo>
                    <a:pt x="324181" y="274673"/>
                    <a:pt x="324184" y="273181"/>
                    <a:pt x="324188" y="271689"/>
                  </a:cubicBezTo>
                  <a:cubicBezTo>
                    <a:pt x="324198" y="269490"/>
                    <a:pt x="324207" y="267291"/>
                    <a:pt x="324211" y="265093"/>
                  </a:cubicBezTo>
                  <a:cubicBezTo>
                    <a:pt x="324213" y="264038"/>
                    <a:pt x="324213" y="264038"/>
                    <a:pt x="324214" y="263003"/>
                  </a:cubicBezTo>
                  <a:cubicBezTo>
                    <a:pt x="324218" y="262315"/>
                    <a:pt x="324222" y="261646"/>
                    <a:pt x="324226" y="260978"/>
                  </a:cubicBezTo>
                  <a:cubicBezTo>
                    <a:pt x="324226" y="260334"/>
                    <a:pt x="324226" y="259708"/>
                    <a:pt x="324226" y="259083"/>
                  </a:cubicBezTo>
                  <a:cubicBezTo>
                    <a:pt x="324233" y="256915"/>
                    <a:pt x="324222" y="254926"/>
                    <a:pt x="323398" y="252899"/>
                  </a:cubicBezTo>
                  <a:cubicBezTo>
                    <a:pt x="320738" y="252533"/>
                    <a:pt x="320738" y="252533"/>
                    <a:pt x="318997" y="252515"/>
                  </a:cubicBezTo>
                  <a:close/>
                  <a:moveTo>
                    <a:pt x="164292" y="0"/>
                  </a:moveTo>
                  <a:cubicBezTo>
                    <a:pt x="164737" y="98"/>
                    <a:pt x="165182" y="196"/>
                    <a:pt x="165641" y="296"/>
                  </a:cubicBezTo>
                  <a:cubicBezTo>
                    <a:pt x="165887" y="1033"/>
                    <a:pt x="166132" y="1770"/>
                    <a:pt x="166385" y="2529"/>
                  </a:cubicBezTo>
                  <a:cubicBezTo>
                    <a:pt x="168312" y="2821"/>
                    <a:pt x="170077" y="2979"/>
                    <a:pt x="172013" y="3041"/>
                  </a:cubicBezTo>
                  <a:cubicBezTo>
                    <a:pt x="172806" y="3079"/>
                    <a:pt x="172806" y="3079"/>
                    <a:pt x="173616" y="3118"/>
                  </a:cubicBezTo>
                  <a:cubicBezTo>
                    <a:pt x="174926" y="3179"/>
                    <a:pt x="176237" y="3227"/>
                    <a:pt x="177547" y="3273"/>
                  </a:cubicBezTo>
                  <a:cubicBezTo>
                    <a:pt x="177547" y="4255"/>
                    <a:pt x="177547" y="5238"/>
                    <a:pt x="177547" y="6250"/>
                  </a:cubicBezTo>
                  <a:cubicBezTo>
                    <a:pt x="178824" y="6291"/>
                    <a:pt x="178824" y="6291"/>
                    <a:pt x="180126" y="6334"/>
                  </a:cubicBezTo>
                  <a:cubicBezTo>
                    <a:pt x="181235" y="6383"/>
                    <a:pt x="182345" y="6432"/>
                    <a:pt x="183454" y="6482"/>
                  </a:cubicBezTo>
                  <a:cubicBezTo>
                    <a:pt x="184016" y="6499"/>
                    <a:pt x="184577" y="6516"/>
                    <a:pt x="185156" y="6533"/>
                  </a:cubicBezTo>
                  <a:cubicBezTo>
                    <a:pt x="186776" y="6613"/>
                    <a:pt x="186776" y="6613"/>
                    <a:pt x="189454" y="6994"/>
                  </a:cubicBezTo>
                  <a:cubicBezTo>
                    <a:pt x="189699" y="7730"/>
                    <a:pt x="189945" y="8467"/>
                    <a:pt x="190198" y="9226"/>
                  </a:cubicBezTo>
                  <a:cubicBezTo>
                    <a:pt x="192610" y="9494"/>
                    <a:pt x="194940" y="9551"/>
                    <a:pt x="197363" y="9553"/>
                  </a:cubicBezTo>
                  <a:cubicBezTo>
                    <a:pt x="198872" y="9595"/>
                    <a:pt x="198872" y="9595"/>
                    <a:pt x="201360" y="9970"/>
                  </a:cubicBezTo>
                  <a:cubicBezTo>
                    <a:pt x="201482" y="10459"/>
                    <a:pt x="201603" y="10947"/>
                    <a:pt x="201729" y="11450"/>
                  </a:cubicBezTo>
                  <a:cubicBezTo>
                    <a:pt x="201853" y="11944"/>
                    <a:pt x="201976" y="12438"/>
                    <a:pt x="202104" y="12947"/>
                  </a:cubicBezTo>
                  <a:cubicBezTo>
                    <a:pt x="204072" y="13302"/>
                    <a:pt x="205754" y="13465"/>
                    <a:pt x="207732" y="13505"/>
                  </a:cubicBezTo>
                  <a:cubicBezTo>
                    <a:pt x="208261" y="13527"/>
                    <a:pt x="208790" y="13549"/>
                    <a:pt x="209335" y="13572"/>
                  </a:cubicBezTo>
                  <a:cubicBezTo>
                    <a:pt x="210645" y="13625"/>
                    <a:pt x="211955" y="13659"/>
                    <a:pt x="213266" y="13691"/>
                  </a:cubicBezTo>
                  <a:cubicBezTo>
                    <a:pt x="213266" y="14673"/>
                    <a:pt x="213266" y="15656"/>
                    <a:pt x="213266" y="16668"/>
                  </a:cubicBezTo>
                  <a:cubicBezTo>
                    <a:pt x="213786" y="16659"/>
                    <a:pt x="214306" y="16650"/>
                    <a:pt x="214842" y="16641"/>
                  </a:cubicBezTo>
                  <a:cubicBezTo>
                    <a:pt x="215857" y="16631"/>
                    <a:pt x="215857" y="16631"/>
                    <a:pt x="216894" y="16621"/>
                  </a:cubicBezTo>
                  <a:cubicBezTo>
                    <a:pt x="217567" y="16612"/>
                    <a:pt x="218241" y="16604"/>
                    <a:pt x="218934" y="16595"/>
                  </a:cubicBezTo>
                  <a:cubicBezTo>
                    <a:pt x="220707" y="16668"/>
                    <a:pt x="220707" y="16668"/>
                    <a:pt x="222196" y="17412"/>
                  </a:cubicBezTo>
                  <a:cubicBezTo>
                    <a:pt x="222365" y="18794"/>
                    <a:pt x="222365" y="18794"/>
                    <a:pt x="222341" y="20577"/>
                  </a:cubicBezTo>
                  <a:cubicBezTo>
                    <a:pt x="222336" y="21213"/>
                    <a:pt x="222331" y="21848"/>
                    <a:pt x="222327" y="22503"/>
                  </a:cubicBezTo>
                  <a:cubicBezTo>
                    <a:pt x="222314" y="23171"/>
                    <a:pt x="222302" y="23839"/>
                    <a:pt x="222289" y="24528"/>
                  </a:cubicBezTo>
                  <a:cubicBezTo>
                    <a:pt x="222282" y="25199"/>
                    <a:pt x="222275" y="25870"/>
                    <a:pt x="222268" y="26561"/>
                  </a:cubicBezTo>
                  <a:cubicBezTo>
                    <a:pt x="222251" y="28224"/>
                    <a:pt x="222226" y="29887"/>
                    <a:pt x="222196" y="31550"/>
                  </a:cubicBezTo>
                  <a:cubicBezTo>
                    <a:pt x="221459" y="31305"/>
                    <a:pt x="220722" y="31059"/>
                    <a:pt x="219963" y="30806"/>
                  </a:cubicBezTo>
                  <a:cubicBezTo>
                    <a:pt x="219718" y="34244"/>
                    <a:pt x="219472" y="37682"/>
                    <a:pt x="219219" y="41224"/>
                  </a:cubicBezTo>
                  <a:cubicBezTo>
                    <a:pt x="218482" y="41224"/>
                    <a:pt x="217746" y="41224"/>
                    <a:pt x="216987" y="41224"/>
                  </a:cubicBezTo>
                  <a:cubicBezTo>
                    <a:pt x="216950" y="41968"/>
                    <a:pt x="216914" y="42711"/>
                    <a:pt x="216876" y="43477"/>
                  </a:cubicBezTo>
                  <a:cubicBezTo>
                    <a:pt x="216821" y="44437"/>
                    <a:pt x="216765" y="45397"/>
                    <a:pt x="216708" y="46387"/>
                  </a:cubicBezTo>
                  <a:cubicBezTo>
                    <a:pt x="216656" y="47345"/>
                    <a:pt x="216604" y="48303"/>
                    <a:pt x="216551" y="49291"/>
                  </a:cubicBezTo>
                  <a:cubicBezTo>
                    <a:pt x="216449" y="50067"/>
                    <a:pt x="216347" y="50843"/>
                    <a:pt x="216243" y="51642"/>
                  </a:cubicBezTo>
                  <a:cubicBezTo>
                    <a:pt x="215751" y="51888"/>
                    <a:pt x="215260" y="52133"/>
                    <a:pt x="214754" y="52386"/>
                  </a:cubicBezTo>
                  <a:cubicBezTo>
                    <a:pt x="214488" y="54891"/>
                    <a:pt x="214423" y="57381"/>
                    <a:pt x="214339" y="59897"/>
                  </a:cubicBezTo>
                  <a:cubicBezTo>
                    <a:pt x="214230" y="60611"/>
                    <a:pt x="214122" y="61325"/>
                    <a:pt x="214010" y="62060"/>
                  </a:cubicBezTo>
                  <a:cubicBezTo>
                    <a:pt x="212905" y="62429"/>
                    <a:pt x="212905" y="62429"/>
                    <a:pt x="211778" y="62804"/>
                  </a:cubicBezTo>
                  <a:cubicBezTo>
                    <a:pt x="211424" y="64283"/>
                    <a:pt x="211424" y="64283"/>
                    <a:pt x="211406" y="66013"/>
                  </a:cubicBezTo>
                  <a:cubicBezTo>
                    <a:pt x="211196" y="68811"/>
                    <a:pt x="210855" y="70424"/>
                    <a:pt x="208801" y="72478"/>
                  </a:cubicBezTo>
                  <a:cubicBezTo>
                    <a:pt x="209292" y="72233"/>
                    <a:pt x="209783" y="71987"/>
                    <a:pt x="210289" y="71734"/>
                  </a:cubicBezTo>
                  <a:cubicBezTo>
                    <a:pt x="211530" y="71663"/>
                    <a:pt x="212773" y="71641"/>
                    <a:pt x="214015" y="71640"/>
                  </a:cubicBezTo>
                  <a:cubicBezTo>
                    <a:pt x="215205" y="71637"/>
                    <a:pt x="215205" y="71637"/>
                    <a:pt x="216418" y="71634"/>
                  </a:cubicBezTo>
                  <a:cubicBezTo>
                    <a:pt x="217297" y="71636"/>
                    <a:pt x="218175" y="71638"/>
                    <a:pt x="219080" y="71639"/>
                  </a:cubicBezTo>
                  <a:cubicBezTo>
                    <a:pt x="220007" y="71638"/>
                    <a:pt x="220935" y="71637"/>
                    <a:pt x="221891" y="71636"/>
                  </a:cubicBezTo>
                  <a:cubicBezTo>
                    <a:pt x="224474" y="71633"/>
                    <a:pt x="227057" y="71634"/>
                    <a:pt x="229639" y="71637"/>
                  </a:cubicBezTo>
                  <a:cubicBezTo>
                    <a:pt x="232422" y="71638"/>
                    <a:pt x="235204" y="71636"/>
                    <a:pt x="237986" y="71634"/>
                  </a:cubicBezTo>
                  <a:cubicBezTo>
                    <a:pt x="243440" y="71630"/>
                    <a:pt x="248894" y="71631"/>
                    <a:pt x="254347" y="71633"/>
                  </a:cubicBezTo>
                  <a:cubicBezTo>
                    <a:pt x="258777" y="71635"/>
                    <a:pt x="263208" y="71635"/>
                    <a:pt x="267638" y="71634"/>
                  </a:cubicBezTo>
                  <a:cubicBezTo>
                    <a:pt x="268582" y="71634"/>
                    <a:pt x="268582" y="71634"/>
                    <a:pt x="269545" y="71634"/>
                  </a:cubicBezTo>
                  <a:cubicBezTo>
                    <a:pt x="270824" y="71634"/>
                    <a:pt x="272102" y="71634"/>
                    <a:pt x="273381" y="71633"/>
                  </a:cubicBezTo>
                  <a:cubicBezTo>
                    <a:pt x="285382" y="71631"/>
                    <a:pt x="297383" y="71634"/>
                    <a:pt x="309384" y="71638"/>
                  </a:cubicBezTo>
                  <a:cubicBezTo>
                    <a:pt x="319692" y="71641"/>
                    <a:pt x="330001" y="71640"/>
                    <a:pt x="340309" y="71637"/>
                  </a:cubicBezTo>
                  <a:cubicBezTo>
                    <a:pt x="352267" y="71633"/>
                    <a:pt x="364225" y="71631"/>
                    <a:pt x="376182" y="71634"/>
                  </a:cubicBezTo>
                  <a:cubicBezTo>
                    <a:pt x="377456" y="71634"/>
                    <a:pt x="378730" y="71634"/>
                    <a:pt x="380004" y="71634"/>
                  </a:cubicBezTo>
                  <a:cubicBezTo>
                    <a:pt x="380631" y="71635"/>
                    <a:pt x="381257" y="71635"/>
                    <a:pt x="381903" y="71635"/>
                  </a:cubicBezTo>
                  <a:cubicBezTo>
                    <a:pt x="386331" y="71635"/>
                    <a:pt x="390759" y="71634"/>
                    <a:pt x="395187" y="71633"/>
                  </a:cubicBezTo>
                  <a:cubicBezTo>
                    <a:pt x="400578" y="71630"/>
                    <a:pt x="405970" y="71631"/>
                    <a:pt x="411362" y="71635"/>
                  </a:cubicBezTo>
                  <a:cubicBezTo>
                    <a:pt x="414115" y="71637"/>
                    <a:pt x="416869" y="71638"/>
                    <a:pt x="419622" y="71635"/>
                  </a:cubicBezTo>
                  <a:cubicBezTo>
                    <a:pt x="422600" y="71633"/>
                    <a:pt x="425578" y="71636"/>
                    <a:pt x="428557" y="71639"/>
                  </a:cubicBezTo>
                  <a:cubicBezTo>
                    <a:pt x="429436" y="71638"/>
                    <a:pt x="430316" y="71636"/>
                    <a:pt x="431223" y="71634"/>
                  </a:cubicBezTo>
                  <a:cubicBezTo>
                    <a:pt x="432014" y="71636"/>
                    <a:pt x="432805" y="71638"/>
                    <a:pt x="433620" y="71640"/>
                  </a:cubicBezTo>
                  <a:cubicBezTo>
                    <a:pt x="434309" y="71640"/>
                    <a:pt x="434997" y="71641"/>
                    <a:pt x="435706" y="71641"/>
                  </a:cubicBezTo>
                  <a:cubicBezTo>
                    <a:pt x="437252" y="71734"/>
                    <a:pt x="437252" y="71734"/>
                    <a:pt x="437997" y="72478"/>
                  </a:cubicBezTo>
                  <a:cubicBezTo>
                    <a:pt x="438071" y="74762"/>
                    <a:pt x="438098" y="77029"/>
                    <a:pt x="438093" y="79313"/>
                  </a:cubicBezTo>
                  <a:cubicBezTo>
                    <a:pt x="438094" y="80031"/>
                    <a:pt x="438095" y="80748"/>
                    <a:pt x="438097" y="81488"/>
                  </a:cubicBezTo>
                  <a:cubicBezTo>
                    <a:pt x="438100" y="83872"/>
                    <a:pt x="438098" y="86256"/>
                    <a:pt x="438095" y="88640"/>
                  </a:cubicBezTo>
                  <a:cubicBezTo>
                    <a:pt x="438096" y="90289"/>
                    <a:pt x="438097" y="91938"/>
                    <a:pt x="438098" y="93586"/>
                  </a:cubicBezTo>
                  <a:cubicBezTo>
                    <a:pt x="438099" y="97047"/>
                    <a:pt x="438097" y="100508"/>
                    <a:pt x="438094" y="103969"/>
                  </a:cubicBezTo>
                  <a:cubicBezTo>
                    <a:pt x="438089" y="108416"/>
                    <a:pt x="438092" y="112862"/>
                    <a:pt x="438096" y="117309"/>
                  </a:cubicBezTo>
                  <a:cubicBezTo>
                    <a:pt x="438099" y="120716"/>
                    <a:pt x="438098" y="124122"/>
                    <a:pt x="438096" y="127528"/>
                  </a:cubicBezTo>
                  <a:cubicBezTo>
                    <a:pt x="438096" y="129168"/>
                    <a:pt x="438096" y="130809"/>
                    <a:pt x="438098" y="132449"/>
                  </a:cubicBezTo>
                  <a:cubicBezTo>
                    <a:pt x="438100" y="134737"/>
                    <a:pt x="438097" y="137025"/>
                    <a:pt x="438093" y="139313"/>
                  </a:cubicBezTo>
                  <a:cubicBezTo>
                    <a:pt x="438094" y="139998"/>
                    <a:pt x="438096" y="140683"/>
                    <a:pt x="438097" y="141389"/>
                  </a:cubicBezTo>
                  <a:cubicBezTo>
                    <a:pt x="438082" y="146063"/>
                    <a:pt x="438082" y="146063"/>
                    <a:pt x="437252" y="146892"/>
                  </a:cubicBezTo>
                  <a:cubicBezTo>
                    <a:pt x="435906" y="146965"/>
                    <a:pt x="434557" y="146984"/>
                    <a:pt x="433210" y="146984"/>
                  </a:cubicBezTo>
                  <a:cubicBezTo>
                    <a:pt x="431885" y="146986"/>
                    <a:pt x="431885" y="146986"/>
                    <a:pt x="430534" y="146988"/>
                  </a:cubicBezTo>
                  <a:cubicBezTo>
                    <a:pt x="429542" y="146986"/>
                    <a:pt x="428550" y="146984"/>
                    <a:pt x="427558" y="146982"/>
                  </a:cubicBezTo>
                  <a:cubicBezTo>
                    <a:pt x="426513" y="146982"/>
                    <a:pt x="425469" y="146983"/>
                    <a:pt x="424425" y="146984"/>
                  </a:cubicBezTo>
                  <a:cubicBezTo>
                    <a:pt x="421542" y="146985"/>
                    <a:pt x="418659" y="146982"/>
                    <a:pt x="415776" y="146979"/>
                  </a:cubicBezTo>
                  <a:cubicBezTo>
                    <a:pt x="412672" y="146975"/>
                    <a:pt x="409568" y="146976"/>
                    <a:pt x="406464" y="146977"/>
                  </a:cubicBezTo>
                  <a:cubicBezTo>
                    <a:pt x="401082" y="146977"/>
                    <a:pt x="395700" y="146975"/>
                    <a:pt x="390318" y="146971"/>
                  </a:cubicBezTo>
                  <a:cubicBezTo>
                    <a:pt x="382536" y="146965"/>
                    <a:pt x="374754" y="146963"/>
                    <a:pt x="366972" y="146962"/>
                  </a:cubicBezTo>
                  <a:cubicBezTo>
                    <a:pt x="354348" y="146960"/>
                    <a:pt x="341724" y="146955"/>
                    <a:pt x="329100" y="146948"/>
                  </a:cubicBezTo>
                  <a:cubicBezTo>
                    <a:pt x="316833" y="146941"/>
                    <a:pt x="304567" y="146936"/>
                    <a:pt x="292300" y="146933"/>
                  </a:cubicBezTo>
                  <a:cubicBezTo>
                    <a:pt x="291545" y="146933"/>
                    <a:pt x="290789" y="146933"/>
                    <a:pt x="290011" y="146932"/>
                  </a:cubicBezTo>
                  <a:cubicBezTo>
                    <a:pt x="286221" y="146931"/>
                    <a:pt x="282431" y="146931"/>
                    <a:pt x="278640" y="146930"/>
                  </a:cubicBezTo>
                  <a:cubicBezTo>
                    <a:pt x="247175" y="146922"/>
                    <a:pt x="215710" y="146909"/>
                    <a:pt x="184245" y="146892"/>
                  </a:cubicBezTo>
                  <a:cubicBezTo>
                    <a:pt x="184106" y="148343"/>
                    <a:pt x="184106" y="148343"/>
                    <a:pt x="183966" y="149822"/>
                  </a:cubicBezTo>
                  <a:cubicBezTo>
                    <a:pt x="183809" y="151470"/>
                    <a:pt x="183809" y="151470"/>
                    <a:pt x="183500" y="152845"/>
                  </a:cubicBezTo>
                  <a:cubicBezTo>
                    <a:pt x="183009" y="153091"/>
                    <a:pt x="182518" y="153336"/>
                    <a:pt x="182012" y="153589"/>
                  </a:cubicBezTo>
                  <a:cubicBezTo>
                    <a:pt x="181780" y="155128"/>
                    <a:pt x="181730" y="156640"/>
                    <a:pt x="181669" y="158194"/>
                  </a:cubicBezTo>
                  <a:cubicBezTo>
                    <a:pt x="181471" y="158861"/>
                    <a:pt x="181471" y="158861"/>
                    <a:pt x="181268" y="159543"/>
                  </a:cubicBezTo>
                  <a:cubicBezTo>
                    <a:pt x="180771" y="159657"/>
                    <a:pt x="180274" y="159771"/>
                    <a:pt x="179762" y="159888"/>
                  </a:cubicBezTo>
                  <a:cubicBezTo>
                    <a:pt x="179277" y="160020"/>
                    <a:pt x="178792" y="160151"/>
                    <a:pt x="178291" y="160287"/>
                  </a:cubicBezTo>
                  <a:cubicBezTo>
                    <a:pt x="177929" y="161869"/>
                    <a:pt x="177929" y="161869"/>
                    <a:pt x="178105" y="163682"/>
                  </a:cubicBezTo>
                  <a:cubicBezTo>
                    <a:pt x="178132" y="164297"/>
                    <a:pt x="178159" y="164912"/>
                    <a:pt x="178187" y="165545"/>
                  </a:cubicBezTo>
                  <a:cubicBezTo>
                    <a:pt x="178221" y="166020"/>
                    <a:pt x="178256" y="166495"/>
                    <a:pt x="178291" y="166984"/>
                  </a:cubicBezTo>
                  <a:cubicBezTo>
                    <a:pt x="177555" y="166984"/>
                    <a:pt x="176818" y="166984"/>
                    <a:pt x="176059" y="166984"/>
                  </a:cubicBezTo>
                  <a:cubicBezTo>
                    <a:pt x="175813" y="169194"/>
                    <a:pt x="175568" y="171404"/>
                    <a:pt x="175315" y="173681"/>
                  </a:cubicBezTo>
                  <a:cubicBezTo>
                    <a:pt x="174578" y="173681"/>
                    <a:pt x="173841" y="173681"/>
                    <a:pt x="173082" y="173681"/>
                  </a:cubicBezTo>
                  <a:cubicBezTo>
                    <a:pt x="173129" y="174495"/>
                    <a:pt x="173175" y="175308"/>
                    <a:pt x="173222" y="176146"/>
                  </a:cubicBezTo>
                  <a:cubicBezTo>
                    <a:pt x="173067" y="179200"/>
                    <a:pt x="172911" y="179227"/>
                    <a:pt x="170850" y="181123"/>
                  </a:cubicBezTo>
                  <a:cubicBezTo>
                    <a:pt x="170727" y="181859"/>
                    <a:pt x="170604" y="182596"/>
                    <a:pt x="170478" y="183355"/>
                  </a:cubicBezTo>
                  <a:cubicBezTo>
                    <a:pt x="170071" y="185797"/>
                    <a:pt x="169641" y="186240"/>
                    <a:pt x="167873" y="187820"/>
                  </a:cubicBezTo>
                  <a:cubicBezTo>
                    <a:pt x="168333" y="187820"/>
                    <a:pt x="168792" y="187819"/>
                    <a:pt x="169266" y="187819"/>
                  </a:cubicBezTo>
                  <a:cubicBezTo>
                    <a:pt x="196470" y="187802"/>
                    <a:pt x="223675" y="187790"/>
                    <a:pt x="250880" y="187782"/>
                  </a:cubicBezTo>
                  <a:cubicBezTo>
                    <a:pt x="254143" y="187781"/>
                    <a:pt x="257406" y="187780"/>
                    <a:pt x="260669" y="187779"/>
                  </a:cubicBezTo>
                  <a:cubicBezTo>
                    <a:pt x="261318" y="187779"/>
                    <a:pt x="261968" y="187779"/>
                    <a:pt x="262637" y="187778"/>
                  </a:cubicBezTo>
                  <a:cubicBezTo>
                    <a:pt x="273170" y="187775"/>
                    <a:pt x="283703" y="187769"/>
                    <a:pt x="294236" y="187762"/>
                  </a:cubicBezTo>
                  <a:cubicBezTo>
                    <a:pt x="305036" y="187756"/>
                    <a:pt x="315835" y="187751"/>
                    <a:pt x="326635" y="187750"/>
                  </a:cubicBezTo>
                  <a:cubicBezTo>
                    <a:pt x="333304" y="187749"/>
                    <a:pt x="339973" y="187746"/>
                    <a:pt x="346643" y="187740"/>
                  </a:cubicBezTo>
                  <a:cubicBezTo>
                    <a:pt x="351210" y="187736"/>
                    <a:pt x="355777" y="187734"/>
                    <a:pt x="360344" y="187735"/>
                  </a:cubicBezTo>
                  <a:cubicBezTo>
                    <a:pt x="362983" y="187736"/>
                    <a:pt x="365622" y="187735"/>
                    <a:pt x="368261" y="187731"/>
                  </a:cubicBezTo>
                  <a:cubicBezTo>
                    <a:pt x="371115" y="187727"/>
                    <a:pt x="373970" y="187728"/>
                    <a:pt x="376824" y="187730"/>
                  </a:cubicBezTo>
                  <a:cubicBezTo>
                    <a:pt x="378089" y="187727"/>
                    <a:pt x="378089" y="187727"/>
                    <a:pt x="379379" y="187724"/>
                  </a:cubicBezTo>
                  <a:cubicBezTo>
                    <a:pt x="380138" y="187725"/>
                    <a:pt x="380896" y="187727"/>
                    <a:pt x="381678" y="187728"/>
                  </a:cubicBezTo>
                  <a:cubicBezTo>
                    <a:pt x="382667" y="187728"/>
                    <a:pt x="382667" y="187728"/>
                    <a:pt x="383677" y="187727"/>
                  </a:cubicBezTo>
                  <a:cubicBezTo>
                    <a:pt x="385163" y="187820"/>
                    <a:pt x="385163" y="187820"/>
                    <a:pt x="385907" y="188564"/>
                  </a:cubicBezTo>
                  <a:cubicBezTo>
                    <a:pt x="385981" y="190220"/>
                    <a:pt x="386002" y="191877"/>
                    <a:pt x="386002" y="193535"/>
                  </a:cubicBezTo>
                  <a:cubicBezTo>
                    <a:pt x="386004" y="194063"/>
                    <a:pt x="386005" y="194591"/>
                    <a:pt x="386006" y="195136"/>
                  </a:cubicBezTo>
                  <a:cubicBezTo>
                    <a:pt x="386010" y="196928"/>
                    <a:pt x="386008" y="198721"/>
                    <a:pt x="386006" y="200514"/>
                  </a:cubicBezTo>
                  <a:cubicBezTo>
                    <a:pt x="386008" y="201803"/>
                    <a:pt x="386009" y="203092"/>
                    <a:pt x="386011" y="204382"/>
                  </a:cubicBezTo>
                  <a:cubicBezTo>
                    <a:pt x="386016" y="207942"/>
                    <a:pt x="386016" y="211502"/>
                    <a:pt x="386015" y="215062"/>
                  </a:cubicBezTo>
                  <a:cubicBezTo>
                    <a:pt x="386015" y="218895"/>
                    <a:pt x="386019" y="222728"/>
                    <a:pt x="386022" y="226561"/>
                  </a:cubicBezTo>
                  <a:cubicBezTo>
                    <a:pt x="386029" y="234076"/>
                    <a:pt x="386031" y="241592"/>
                    <a:pt x="386031" y="249107"/>
                  </a:cubicBezTo>
                  <a:cubicBezTo>
                    <a:pt x="386031" y="255212"/>
                    <a:pt x="386033" y="261317"/>
                    <a:pt x="386035" y="267422"/>
                  </a:cubicBezTo>
                  <a:cubicBezTo>
                    <a:pt x="386042" y="284709"/>
                    <a:pt x="386045" y="301996"/>
                    <a:pt x="386045" y="319283"/>
                  </a:cubicBezTo>
                  <a:cubicBezTo>
                    <a:pt x="386045" y="320683"/>
                    <a:pt x="386045" y="320683"/>
                    <a:pt x="386045" y="322110"/>
                  </a:cubicBezTo>
                  <a:cubicBezTo>
                    <a:pt x="386045" y="323511"/>
                    <a:pt x="386045" y="323511"/>
                    <a:pt x="386044" y="324941"/>
                  </a:cubicBezTo>
                  <a:cubicBezTo>
                    <a:pt x="386044" y="340089"/>
                    <a:pt x="386051" y="355236"/>
                    <a:pt x="386062" y="370384"/>
                  </a:cubicBezTo>
                  <a:cubicBezTo>
                    <a:pt x="386072" y="385916"/>
                    <a:pt x="386078" y="401448"/>
                    <a:pt x="386077" y="416980"/>
                  </a:cubicBezTo>
                  <a:cubicBezTo>
                    <a:pt x="386077" y="425709"/>
                    <a:pt x="386079" y="434437"/>
                    <a:pt x="386087" y="443166"/>
                  </a:cubicBezTo>
                  <a:cubicBezTo>
                    <a:pt x="386094" y="450596"/>
                    <a:pt x="386095" y="458027"/>
                    <a:pt x="386090" y="465457"/>
                  </a:cubicBezTo>
                  <a:cubicBezTo>
                    <a:pt x="386088" y="469252"/>
                    <a:pt x="386088" y="473047"/>
                    <a:pt x="386094" y="476842"/>
                  </a:cubicBezTo>
                  <a:cubicBezTo>
                    <a:pt x="386100" y="480310"/>
                    <a:pt x="386099" y="483778"/>
                    <a:pt x="386092" y="487246"/>
                  </a:cubicBezTo>
                  <a:cubicBezTo>
                    <a:pt x="386091" y="488506"/>
                    <a:pt x="386093" y="489767"/>
                    <a:pt x="386097" y="491027"/>
                  </a:cubicBezTo>
                  <a:cubicBezTo>
                    <a:pt x="386102" y="492729"/>
                    <a:pt x="386098" y="494431"/>
                    <a:pt x="386092" y="496133"/>
                  </a:cubicBezTo>
                  <a:cubicBezTo>
                    <a:pt x="386092" y="497556"/>
                    <a:pt x="386092" y="497556"/>
                    <a:pt x="386092" y="499007"/>
                  </a:cubicBezTo>
                  <a:cubicBezTo>
                    <a:pt x="386031" y="499699"/>
                    <a:pt x="385970" y="500391"/>
                    <a:pt x="385907" y="501103"/>
                  </a:cubicBezTo>
                  <a:cubicBezTo>
                    <a:pt x="385416" y="501349"/>
                    <a:pt x="384924" y="501594"/>
                    <a:pt x="384418" y="501847"/>
                  </a:cubicBezTo>
                  <a:cubicBezTo>
                    <a:pt x="383721" y="503900"/>
                    <a:pt x="383562" y="505862"/>
                    <a:pt x="383491" y="508018"/>
                  </a:cubicBezTo>
                  <a:cubicBezTo>
                    <a:pt x="383467" y="508610"/>
                    <a:pt x="383442" y="509201"/>
                    <a:pt x="383417" y="509810"/>
                  </a:cubicBezTo>
                  <a:cubicBezTo>
                    <a:pt x="383371" y="511052"/>
                    <a:pt x="383329" y="512295"/>
                    <a:pt x="383289" y="513537"/>
                  </a:cubicBezTo>
                  <a:cubicBezTo>
                    <a:pt x="383222" y="515100"/>
                    <a:pt x="383082" y="516661"/>
                    <a:pt x="382930" y="518218"/>
                  </a:cubicBezTo>
                  <a:cubicBezTo>
                    <a:pt x="382439" y="518464"/>
                    <a:pt x="381948" y="518709"/>
                    <a:pt x="381442" y="518962"/>
                  </a:cubicBezTo>
                  <a:cubicBezTo>
                    <a:pt x="381176" y="521273"/>
                    <a:pt x="381111" y="523568"/>
                    <a:pt x="381026" y="525892"/>
                  </a:cubicBezTo>
                  <a:cubicBezTo>
                    <a:pt x="380918" y="526552"/>
                    <a:pt x="380809" y="527212"/>
                    <a:pt x="380698" y="527892"/>
                  </a:cubicBezTo>
                  <a:cubicBezTo>
                    <a:pt x="379961" y="528138"/>
                    <a:pt x="379224" y="528383"/>
                    <a:pt x="378465" y="528636"/>
                  </a:cubicBezTo>
                  <a:cubicBezTo>
                    <a:pt x="378211" y="529875"/>
                    <a:pt x="377963" y="531116"/>
                    <a:pt x="377721" y="532357"/>
                  </a:cubicBezTo>
                  <a:cubicBezTo>
                    <a:pt x="376984" y="532848"/>
                    <a:pt x="376248" y="533339"/>
                    <a:pt x="375489" y="533845"/>
                  </a:cubicBezTo>
                  <a:cubicBezTo>
                    <a:pt x="375224" y="535082"/>
                    <a:pt x="374974" y="536322"/>
                    <a:pt x="374745" y="537566"/>
                  </a:cubicBezTo>
                  <a:cubicBezTo>
                    <a:pt x="374253" y="537566"/>
                    <a:pt x="373762" y="537566"/>
                    <a:pt x="373256" y="537566"/>
                  </a:cubicBezTo>
                  <a:cubicBezTo>
                    <a:pt x="373011" y="538303"/>
                    <a:pt x="372765" y="539039"/>
                    <a:pt x="372512" y="539798"/>
                  </a:cubicBezTo>
                  <a:cubicBezTo>
                    <a:pt x="371530" y="539798"/>
                    <a:pt x="370548" y="539798"/>
                    <a:pt x="369536" y="539798"/>
                  </a:cubicBezTo>
                  <a:cubicBezTo>
                    <a:pt x="369536" y="540781"/>
                    <a:pt x="369536" y="541763"/>
                    <a:pt x="369536" y="542775"/>
                  </a:cubicBezTo>
                  <a:cubicBezTo>
                    <a:pt x="368553" y="542775"/>
                    <a:pt x="367571" y="542775"/>
                    <a:pt x="366559" y="542775"/>
                  </a:cubicBezTo>
                  <a:cubicBezTo>
                    <a:pt x="366467" y="543358"/>
                    <a:pt x="366375" y="543941"/>
                    <a:pt x="366280" y="544542"/>
                  </a:cubicBezTo>
                  <a:cubicBezTo>
                    <a:pt x="366050" y="545509"/>
                    <a:pt x="366050" y="545509"/>
                    <a:pt x="365815" y="546496"/>
                  </a:cubicBezTo>
                  <a:cubicBezTo>
                    <a:pt x="363629" y="547333"/>
                    <a:pt x="363629" y="547333"/>
                    <a:pt x="361350" y="547984"/>
                  </a:cubicBezTo>
                  <a:cubicBezTo>
                    <a:pt x="360859" y="548721"/>
                    <a:pt x="360368" y="549457"/>
                    <a:pt x="359862" y="550216"/>
                  </a:cubicBezTo>
                  <a:cubicBezTo>
                    <a:pt x="359233" y="550339"/>
                    <a:pt x="358603" y="550462"/>
                    <a:pt x="357955" y="550588"/>
                  </a:cubicBezTo>
                  <a:cubicBezTo>
                    <a:pt x="357356" y="550711"/>
                    <a:pt x="356758" y="550834"/>
                    <a:pt x="356141" y="550960"/>
                  </a:cubicBezTo>
                  <a:cubicBezTo>
                    <a:pt x="355896" y="551697"/>
                    <a:pt x="355650" y="552434"/>
                    <a:pt x="355397" y="553193"/>
                  </a:cubicBezTo>
                  <a:cubicBezTo>
                    <a:pt x="353534" y="553574"/>
                    <a:pt x="353534" y="553574"/>
                    <a:pt x="351258" y="553705"/>
                  </a:cubicBezTo>
                  <a:cubicBezTo>
                    <a:pt x="350505" y="553753"/>
                    <a:pt x="349752" y="553802"/>
                    <a:pt x="348976" y="553853"/>
                  </a:cubicBezTo>
                  <a:cubicBezTo>
                    <a:pt x="348394" y="553881"/>
                    <a:pt x="347811" y="553908"/>
                    <a:pt x="347211" y="553937"/>
                  </a:cubicBezTo>
                  <a:cubicBezTo>
                    <a:pt x="347211" y="554919"/>
                    <a:pt x="347211" y="555902"/>
                    <a:pt x="347211" y="556914"/>
                  </a:cubicBezTo>
                  <a:cubicBezTo>
                    <a:pt x="346361" y="556941"/>
                    <a:pt x="345510" y="556969"/>
                    <a:pt x="344633" y="556998"/>
                  </a:cubicBezTo>
                  <a:cubicBezTo>
                    <a:pt x="343524" y="557047"/>
                    <a:pt x="342414" y="557096"/>
                    <a:pt x="341305" y="557146"/>
                  </a:cubicBezTo>
                  <a:cubicBezTo>
                    <a:pt x="340462" y="557171"/>
                    <a:pt x="340462" y="557171"/>
                    <a:pt x="339603" y="557197"/>
                  </a:cubicBezTo>
                  <a:cubicBezTo>
                    <a:pt x="337800" y="557261"/>
                    <a:pt x="337800" y="557261"/>
                    <a:pt x="335305" y="557658"/>
                  </a:cubicBezTo>
                  <a:cubicBezTo>
                    <a:pt x="335060" y="558394"/>
                    <a:pt x="334814" y="559131"/>
                    <a:pt x="334561" y="559890"/>
                  </a:cubicBezTo>
                  <a:cubicBezTo>
                    <a:pt x="332542" y="560108"/>
                    <a:pt x="330691" y="560171"/>
                    <a:pt x="328670" y="560144"/>
                  </a:cubicBezTo>
                  <a:cubicBezTo>
                    <a:pt x="327745" y="560144"/>
                    <a:pt x="327745" y="560144"/>
                    <a:pt x="326800" y="560145"/>
                  </a:cubicBezTo>
                  <a:cubicBezTo>
                    <a:pt x="324751" y="560143"/>
                    <a:pt x="322702" y="560126"/>
                    <a:pt x="320652" y="560108"/>
                  </a:cubicBezTo>
                  <a:cubicBezTo>
                    <a:pt x="319235" y="560104"/>
                    <a:pt x="317818" y="560101"/>
                    <a:pt x="316401" y="560099"/>
                  </a:cubicBezTo>
                  <a:cubicBezTo>
                    <a:pt x="312663" y="560090"/>
                    <a:pt x="308926" y="560068"/>
                    <a:pt x="305189" y="560043"/>
                  </a:cubicBezTo>
                  <a:cubicBezTo>
                    <a:pt x="301378" y="560021"/>
                    <a:pt x="297567" y="560010"/>
                    <a:pt x="293757" y="559999"/>
                  </a:cubicBezTo>
                  <a:cubicBezTo>
                    <a:pt x="286274" y="559975"/>
                    <a:pt x="278792" y="559937"/>
                    <a:pt x="271309" y="559890"/>
                  </a:cubicBezTo>
                  <a:cubicBezTo>
                    <a:pt x="271281" y="559147"/>
                    <a:pt x="271253" y="558403"/>
                    <a:pt x="271225" y="557637"/>
                  </a:cubicBezTo>
                  <a:cubicBezTo>
                    <a:pt x="271176" y="556677"/>
                    <a:pt x="271127" y="555717"/>
                    <a:pt x="271076" y="554728"/>
                  </a:cubicBezTo>
                  <a:cubicBezTo>
                    <a:pt x="271033" y="553769"/>
                    <a:pt x="270990" y="552811"/>
                    <a:pt x="270946" y="551824"/>
                  </a:cubicBezTo>
                  <a:cubicBezTo>
                    <a:pt x="270820" y="551048"/>
                    <a:pt x="270694" y="550272"/>
                    <a:pt x="270565" y="549472"/>
                  </a:cubicBezTo>
                  <a:cubicBezTo>
                    <a:pt x="269828" y="549227"/>
                    <a:pt x="269092" y="548981"/>
                    <a:pt x="268332" y="548728"/>
                  </a:cubicBezTo>
                  <a:cubicBezTo>
                    <a:pt x="268034" y="547426"/>
                    <a:pt x="268034" y="547426"/>
                    <a:pt x="268004" y="545752"/>
                  </a:cubicBezTo>
                  <a:cubicBezTo>
                    <a:pt x="267984" y="545153"/>
                    <a:pt x="267965" y="544554"/>
                    <a:pt x="267944" y="543938"/>
                  </a:cubicBezTo>
                  <a:cubicBezTo>
                    <a:pt x="267934" y="543308"/>
                    <a:pt x="267924" y="542679"/>
                    <a:pt x="267914" y="542031"/>
                  </a:cubicBezTo>
                  <a:cubicBezTo>
                    <a:pt x="267888" y="540790"/>
                    <a:pt x="267857" y="539550"/>
                    <a:pt x="267818" y="538310"/>
                  </a:cubicBezTo>
                  <a:cubicBezTo>
                    <a:pt x="267804" y="537481"/>
                    <a:pt x="267804" y="537481"/>
                    <a:pt x="267790" y="536636"/>
                  </a:cubicBezTo>
                  <a:cubicBezTo>
                    <a:pt x="267724" y="536206"/>
                    <a:pt x="267657" y="535776"/>
                    <a:pt x="267588" y="535334"/>
                  </a:cubicBezTo>
                  <a:cubicBezTo>
                    <a:pt x="267097" y="535088"/>
                    <a:pt x="266606" y="534842"/>
                    <a:pt x="266100" y="534589"/>
                  </a:cubicBezTo>
                  <a:cubicBezTo>
                    <a:pt x="265818" y="532642"/>
                    <a:pt x="265818" y="532642"/>
                    <a:pt x="265681" y="530218"/>
                  </a:cubicBezTo>
                  <a:cubicBezTo>
                    <a:pt x="265535" y="527742"/>
                    <a:pt x="265398" y="525785"/>
                    <a:pt x="264612" y="523427"/>
                  </a:cubicBezTo>
                  <a:cubicBezTo>
                    <a:pt x="264121" y="523182"/>
                    <a:pt x="263629" y="522936"/>
                    <a:pt x="263123" y="522683"/>
                  </a:cubicBezTo>
                  <a:cubicBezTo>
                    <a:pt x="262858" y="520372"/>
                    <a:pt x="262793" y="518077"/>
                    <a:pt x="262708" y="515753"/>
                  </a:cubicBezTo>
                  <a:cubicBezTo>
                    <a:pt x="262599" y="515093"/>
                    <a:pt x="262491" y="514433"/>
                    <a:pt x="262379" y="513753"/>
                  </a:cubicBezTo>
                  <a:cubicBezTo>
                    <a:pt x="261643" y="513508"/>
                    <a:pt x="260906" y="513262"/>
                    <a:pt x="260147" y="513009"/>
                  </a:cubicBezTo>
                  <a:cubicBezTo>
                    <a:pt x="259818" y="511172"/>
                    <a:pt x="259818" y="511172"/>
                    <a:pt x="259728" y="508917"/>
                  </a:cubicBezTo>
                  <a:cubicBezTo>
                    <a:pt x="259666" y="506726"/>
                    <a:pt x="259666" y="506726"/>
                    <a:pt x="259403" y="504824"/>
                  </a:cubicBezTo>
                  <a:cubicBezTo>
                    <a:pt x="258912" y="504578"/>
                    <a:pt x="258421" y="504333"/>
                    <a:pt x="257915" y="504080"/>
                  </a:cubicBezTo>
                  <a:cubicBezTo>
                    <a:pt x="257444" y="502216"/>
                    <a:pt x="257444" y="502216"/>
                    <a:pt x="257077" y="499940"/>
                  </a:cubicBezTo>
                  <a:cubicBezTo>
                    <a:pt x="256953" y="499187"/>
                    <a:pt x="256828" y="498434"/>
                    <a:pt x="256699" y="497659"/>
                  </a:cubicBezTo>
                  <a:cubicBezTo>
                    <a:pt x="256609" y="497076"/>
                    <a:pt x="256519" y="496494"/>
                    <a:pt x="256426" y="495894"/>
                  </a:cubicBezTo>
                  <a:cubicBezTo>
                    <a:pt x="255935" y="495894"/>
                    <a:pt x="255444" y="495894"/>
                    <a:pt x="254938" y="495894"/>
                  </a:cubicBezTo>
                  <a:cubicBezTo>
                    <a:pt x="254938" y="493438"/>
                    <a:pt x="254938" y="490983"/>
                    <a:pt x="254938" y="488453"/>
                  </a:cubicBezTo>
                  <a:cubicBezTo>
                    <a:pt x="255775" y="488448"/>
                    <a:pt x="256613" y="488444"/>
                    <a:pt x="257475" y="488439"/>
                  </a:cubicBezTo>
                  <a:cubicBezTo>
                    <a:pt x="265349" y="488397"/>
                    <a:pt x="273222" y="488343"/>
                    <a:pt x="281096" y="488277"/>
                  </a:cubicBezTo>
                  <a:cubicBezTo>
                    <a:pt x="285144" y="488244"/>
                    <a:pt x="289192" y="488215"/>
                    <a:pt x="293241" y="488195"/>
                  </a:cubicBezTo>
                  <a:cubicBezTo>
                    <a:pt x="297144" y="488176"/>
                    <a:pt x="301047" y="488146"/>
                    <a:pt x="304951" y="488108"/>
                  </a:cubicBezTo>
                  <a:cubicBezTo>
                    <a:pt x="306443" y="488096"/>
                    <a:pt x="307936" y="488087"/>
                    <a:pt x="309429" y="488082"/>
                  </a:cubicBezTo>
                  <a:cubicBezTo>
                    <a:pt x="311512" y="488075"/>
                    <a:pt x="313595" y="488054"/>
                    <a:pt x="315678" y="488030"/>
                  </a:cubicBezTo>
                  <a:cubicBezTo>
                    <a:pt x="316302" y="488031"/>
                    <a:pt x="316925" y="488032"/>
                    <a:pt x="317568" y="488034"/>
                  </a:cubicBezTo>
                  <a:cubicBezTo>
                    <a:pt x="319437" y="488030"/>
                    <a:pt x="319437" y="488030"/>
                    <a:pt x="321911" y="487709"/>
                  </a:cubicBezTo>
                  <a:cubicBezTo>
                    <a:pt x="322620" y="485581"/>
                    <a:pt x="322763" y="484191"/>
                    <a:pt x="322796" y="481979"/>
                  </a:cubicBezTo>
                  <a:cubicBezTo>
                    <a:pt x="322808" y="481271"/>
                    <a:pt x="322821" y="480564"/>
                    <a:pt x="322833" y="479835"/>
                  </a:cubicBezTo>
                  <a:cubicBezTo>
                    <a:pt x="322849" y="478690"/>
                    <a:pt x="322849" y="478690"/>
                    <a:pt x="322864" y="477523"/>
                  </a:cubicBezTo>
                  <a:cubicBezTo>
                    <a:pt x="322885" y="476347"/>
                    <a:pt x="322885" y="476347"/>
                    <a:pt x="322906" y="475146"/>
                  </a:cubicBezTo>
                  <a:cubicBezTo>
                    <a:pt x="322949" y="472636"/>
                    <a:pt x="322989" y="470127"/>
                    <a:pt x="323027" y="467617"/>
                  </a:cubicBezTo>
                  <a:cubicBezTo>
                    <a:pt x="323077" y="464315"/>
                    <a:pt x="323132" y="461012"/>
                    <a:pt x="323190" y="457710"/>
                  </a:cubicBezTo>
                  <a:cubicBezTo>
                    <a:pt x="323205" y="456566"/>
                    <a:pt x="323205" y="456566"/>
                    <a:pt x="323220" y="455399"/>
                  </a:cubicBezTo>
                  <a:cubicBezTo>
                    <a:pt x="323233" y="454691"/>
                    <a:pt x="323245" y="453983"/>
                    <a:pt x="323258" y="453254"/>
                  </a:cubicBezTo>
                  <a:cubicBezTo>
                    <a:pt x="323267" y="452631"/>
                    <a:pt x="323277" y="452009"/>
                    <a:pt x="323286" y="451367"/>
                  </a:cubicBezTo>
                  <a:cubicBezTo>
                    <a:pt x="323399" y="449757"/>
                    <a:pt x="323399" y="449757"/>
                    <a:pt x="324143" y="447525"/>
                  </a:cubicBezTo>
                  <a:cubicBezTo>
                    <a:pt x="269873" y="447525"/>
                    <a:pt x="215603" y="447525"/>
                    <a:pt x="159688" y="447525"/>
                  </a:cubicBezTo>
                  <a:cubicBezTo>
                    <a:pt x="159320" y="503146"/>
                    <a:pt x="159320" y="503146"/>
                    <a:pt x="158944" y="559890"/>
                  </a:cubicBezTo>
                  <a:cubicBezTo>
                    <a:pt x="149136" y="559921"/>
                    <a:pt x="139329" y="559952"/>
                    <a:pt x="129225" y="559983"/>
                  </a:cubicBezTo>
                  <a:cubicBezTo>
                    <a:pt x="126124" y="559997"/>
                    <a:pt x="123022" y="560010"/>
                    <a:pt x="119827" y="560024"/>
                  </a:cubicBezTo>
                  <a:cubicBezTo>
                    <a:pt x="116052" y="560031"/>
                    <a:pt x="116052" y="560031"/>
                    <a:pt x="114286" y="560032"/>
                  </a:cubicBezTo>
                  <a:cubicBezTo>
                    <a:pt x="113049" y="560035"/>
                    <a:pt x="111811" y="560040"/>
                    <a:pt x="110573" y="560047"/>
                  </a:cubicBezTo>
                  <a:cubicBezTo>
                    <a:pt x="108703" y="560058"/>
                    <a:pt x="106832" y="560060"/>
                    <a:pt x="104962" y="560059"/>
                  </a:cubicBezTo>
                  <a:cubicBezTo>
                    <a:pt x="104129" y="560067"/>
                    <a:pt x="104129" y="560067"/>
                    <a:pt x="103280" y="560075"/>
                  </a:cubicBezTo>
                  <a:cubicBezTo>
                    <a:pt x="101989" y="560070"/>
                    <a:pt x="100699" y="559988"/>
                    <a:pt x="99413" y="559890"/>
                  </a:cubicBezTo>
                  <a:cubicBezTo>
                    <a:pt x="98436" y="557937"/>
                    <a:pt x="98576" y="556502"/>
                    <a:pt x="98577" y="554314"/>
                  </a:cubicBezTo>
                  <a:cubicBezTo>
                    <a:pt x="98575" y="553440"/>
                    <a:pt x="98574" y="552566"/>
                    <a:pt x="98572" y="551666"/>
                  </a:cubicBezTo>
                  <a:cubicBezTo>
                    <a:pt x="98575" y="550697"/>
                    <a:pt x="98577" y="549729"/>
                    <a:pt x="98579" y="548731"/>
                  </a:cubicBezTo>
                  <a:cubicBezTo>
                    <a:pt x="98579" y="547698"/>
                    <a:pt x="98578" y="546666"/>
                    <a:pt x="98577" y="545633"/>
                  </a:cubicBezTo>
                  <a:cubicBezTo>
                    <a:pt x="98575" y="542786"/>
                    <a:pt x="98578" y="539938"/>
                    <a:pt x="98582" y="537091"/>
                  </a:cubicBezTo>
                  <a:cubicBezTo>
                    <a:pt x="98585" y="534024"/>
                    <a:pt x="98584" y="530957"/>
                    <a:pt x="98584" y="527890"/>
                  </a:cubicBezTo>
                  <a:cubicBezTo>
                    <a:pt x="98583" y="522573"/>
                    <a:pt x="98586" y="517257"/>
                    <a:pt x="98590" y="511940"/>
                  </a:cubicBezTo>
                  <a:cubicBezTo>
                    <a:pt x="98596" y="504252"/>
                    <a:pt x="98598" y="496565"/>
                    <a:pt x="98599" y="488878"/>
                  </a:cubicBezTo>
                  <a:cubicBezTo>
                    <a:pt x="98600" y="476407"/>
                    <a:pt x="98605" y="463936"/>
                    <a:pt x="98612" y="451465"/>
                  </a:cubicBezTo>
                  <a:cubicBezTo>
                    <a:pt x="98619" y="439348"/>
                    <a:pt x="98624" y="427231"/>
                    <a:pt x="98628" y="415114"/>
                  </a:cubicBezTo>
                  <a:cubicBezTo>
                    <a:pt x="98628" y="414367"/>
                    <a:pt x="98628" y="413621"/>
                    <a:pt x="98628" y="412852"/>
                  </a:cubicBezTo>
                  <a:cubicBezTo>
                    <a:pt x="98629" y="409107"/>
                    <a:pt x="98630" y="405363"/>
                    <a:pt x="98631" y="401618"/>
                  </a:cubicBezTo>
                  <a:cubicBezTo>
                    <a:pt x="98639" y="370536"/>
                    <a:pt x="98652" y="339453"/>
                    <a:pt x="98668" y="308371"/>
                  </a:cubicBezTo>
                  <a:cubicBezTo>
                    <a:pt x="97055" y="310440"/>
                    <a:pt x="97055" y="310440"/>
                    <a:pt x="96901" y="312603"/>
                  </a:cubicBezTo>
                  <a:cubicBezTo>
                    <a:pt x="96748" y="313171"/>
                    <a:pt x="96594" y="313739"/>
                    <a:pt x="96436" y="314324"/>
                  </a:cubicBezTo>
                  <a:cubicBezTo>
                    <a:pt x="95454" y="314324"/>
                    <a:pt x="94471" y="314324"/>
                    <a:pt x="93459" y="314324"/>
                  </a:cubicBezTo>
                  <a:cubicBezTo>
                    <a:pt x="93459" y="315306"/>
                    <a:pt x="93459" y="316288"/>
                    <a:pt x="93459" y="317300"/>
                  </a:cubicBezTo>
                  <a:cubicBezTo>
                    <a:pt x="92723" y="317546"/>
                    <a:pt x="91986" y="317791"/>
                    <a:pt x="91227" y="318045"/>
                  </a:cubicBezTo>
                  <a:cubicBezTo>
                    <a:pt x="91104" y="318551"/>
                    <a:pt x="90981" y="319057"/>
                    <a:pt x="90855" y="319579"/>
                  </a:cubicBezTo>
                  <a:cubicBezTo>
                    <a:pt x="90732" y="320055"/>
                    <a:pt x="90609" y="320531"/>
                    <a:pt x="90483" y="321021"/>
                  </a:cubicBezTo>
                  <a:cubicBezTo>
                    <a:pt x="89746" y="321021"/>
                    <a:pt x="89009" y="321021"/>
                    <a:pt x="88250" y="321021"/>
                  </a:cubicBezTo>
                  <a:cubicBezTo>
                    <a:pt x="88250" y="322249"/>
                    <a:pt x="88250" y="323477"/>
                    <a:pt x="88250" y="324742"/>
                  </a:cubicBezTo>
                  <a:cubicBezTo>
                    <a:pt x="87514" y="324742"/>
                    <a:pt x="86777" y="324742"/>
                    <a:pt x="86018" y="324742"/>
                  </a:cubicBezTo>
                  <a:cubicBezTo>
                    <a:pt x="85762" y="325732"/>
                    <a:pt x="85515" y="326724"/>
                    <a:pt x="85274" y="327718"/>
                  </a:cubicBezTo>
                  <a:cubicBezTo>
                    <a:pt x="84537" y="327964"/>
                    <a:pt x="83800" y="328209"/>
                    <a:pt x="83041" y="328462"/>
                  </a:cubicBezTo>
                  <a:cubicBezTo>
                    <a:pt x="82919" y="328969"/>
                    <a:pt x="82796" y="329475"/>
                    <a:pt x="82669" y="329997"/>
                  </a:cubicBezTo>
                  <a:cubicBezTo>
                    <a:pt x="82547" y="330473"/>
                    <a:pt x="82424" y="330949"/>
                    <a:pt x="82297" y="331439"/>
                  </a:cubicBezTo>
                  <a:cubicBezTo>
                    <a:pt x="81561" y="331439"/>
                    <a:pt x="80824" y="331439"/>
                    <a:pt x="80065" y="331439"/>
                  </a:cubicBezTo>
                  <a:cubicBezTo>
                    <a:pt x="79942" y="331930"/>
                    <a:pt x="79819" y="332421"/>
                    <a:pt x="79693" y="332927"/>
                  </a:cubicBezTo>
                  <a:cubicBezTo>
                    <a:pt x="79570" y="333418"/>
                    <a:pt x="79447" y="333910"/>
                    <a:pt x="79321" y="334416"/>
                  </a:cubicBezTo>
                  <a:cubicBezTo>
                    <a:pt x="78584" y="334416"/>
                    <a:pt x="77847" y="334416"/>
                    <a:pt x="77088" y="334416"/>
                  </a:cubicBezTo>
                  <a:cubicBezTo>
                    <a:pt x="76649" y="335864"/>
                    <a:pt x="76649" y="335864"/>
                    <a:pt x="76344" y="337392"/>
                  </a:cubicBezTo>
                  <a:cubicBezTo>
                    <a:pt x="75853" y="337638"/>
                    <a:pt x="75362" y="337883"/>
                    <a:pt x="74856" y="338136"/>
                  </a:cubicBezTo>
                  <a:cubicBezTo>
                    <a:pt x="74557" y="338781"/>
                    <a:pt x="74557" y="338781"/>
                    <a:pt x="74251" y="339439"/>
                  </a:cubicBezTo>
                  <a:cubicBezTo>
                    <a:pt x="73088" y="341643"/>
                    <a:pt x="71403" y="343077"/>
                    <a:pt x="69647" y="344834"/>
                  </a:cubicBezTo>
                  <a:cubicBezTo>
                    <a:pt x="69386" y="345371"/>
                    <a:pt x="69125" y="345908"/>
                    <a:pt x="68856" y="346461"/>
                  </a:cubicBezTo>
                  <a:cubicBezTo>
                    <a:pt x="67948" y="348217"/>
                    <a:pt x="66938" y="348475"/>
                    <a:pt x="65182" y="349298"/>
                  </a:cubicBezTo>
                  <a:cubicBezTo>
                    <a:pt x="64691" y="350035"/>
                    <a:pt x="64200" y="350772"/>
                    <a:pt x="63694" y="351531"/>
                  </a:cubicBezTo>
                  <a:cubicBezTo>
                    <a:pt x="62957" y="351776"/>
                    <a:pt x="62220" y="352022"/>
                    <a:pt x="61461" y="352275"/>
                  </a:cubicBezTo>
                  <a:cubicBezTo>
                    <a:pt x="61216" y="353012"/>
                    <a:pt x="60970" y="353748"/>
                    <a:pt x="60717" y="354507"/>
                  </a:cubicBezTo>
                  <a:cubicBezTo>
                    <a:pt x="59981" y="354753"/>
                    <a:pt x="59244" y="354999"/>
                    <a:pt x="58485" y="355252"/>
                  </a:cubicBezTo>
                  <a:cubicBezTo>
                    <a:pt x="57981" y="356240"/>
                    <a:pt x="57486" y="357233"/>
                    <a:pt x="56997" y="358228"/>
                  </a:cubicBezTo>
                  <a:cubicBezTo>
                    <a:pt x="55601" y="359580"/>
                    <a:pt x="55601" y="359580"/>
                    <a:pt x="54020" y="360879"/>
                  </a:cubicBezTo>
                  <a:cubicBezTo>
                    <a:pt x="52117" y="362450"/>
                    <a:pt x="50944" y="363586"/>
                    <a:pt x="49555" y="365669"/>
                  </a:cubicBezTo>
                  <a:cubicBezTo>
                    <a:pt x="48818" y="365669"/>
                    <a:pt x="48082" y="365669"/>
                    <a:pt x="47323" y="365669"/>
                  </a:cubicBezTo>
                  <a:cubicBezTo>
                    <a:pt x="46801" y="366648"/>
                    <a:pt x="46307" y="367642"/>
                    <a:pt x="45834" y="368646"/>
                  </a:cubicBezTo>
                  <a:cubicBezTo>
                    <a:pt x="45098" y="369137"/>
                    <a:pt x="44361" y="369628"/>
                    <a:pt x="43602" y="370134"/>
                  </a:cubicBezTo>
                  <a:cubicBezTo>
                    <a:pt x="43602" y="370871"/>
                    <a:pt x="43602" y="371608"/>
                    <a:pt x="43602" y="372367"/>
                  </a:cubicBezTo>
                  <a:cubicBezTo>
                    <a:pt x="41334" y="372577"/>
                    <a:pt x="39162" y="372715"/>
                    <a:pt x="36905" y="372367"/>
                  </a:cubicBezTo>
                  <a:cubicBezTo>
                    <a:pt x="35835" y="370553"/>
                    <a:pt x="35835" y="370553"/>
                    <a:pt x="35416" y="368646"/>
                  </a:cubicBezTo>
                  <a:cubicBezTo>
                    <a:pt x="34925" y="368400"/>
                    <a:pt x="34434" y="368155"/>
                    <a:pt x="33928" y="367902"/>
                  </a:cubicBezTo>
                  <a:cubicBezTo>
                    <a:pt x="33432" y="366414"/>
                    <a:pt x="32936" y="364925"/>
                    <a:pt x="32440" y="363437"/>
                  </a:cubicBezTo>
                  <a:cubicBezTo>
                    <a:pt x="31949" y="363192"/>
                    <a:pt x="31458" y="362946"/>
                    <a:pt x="30952" y="362693"/>
                  </a:cubicBezTo>
                  <a:cubicBezTo>
                    <a:pt x="30844" y="362110"/>
                    <a:pt x="30737" y="361526"/>
                    <a:pt x="30626" y="360926"/>
                  </a:cubicBezTo>
                  <a:cubicBezTo>
                    <a:pt x="30156" y="358732"/>
                    <a:pt x="29543" y="358239"/>
                    <a:pt x="27975" y="356740"/>
                  </a:cubicBezTo>
                  <a:cubicBezTo>
                    <a:pt x="27975" y="356003"/>
                    <a:pt x="27975" y="355266"/>
                    <a:pt x="27975" y="354507"/>
                  </a:cubicBezTo>
                  <a:cubicBezTo>
                    <a:pt x="27238" y="354507"/>
                    <a:pt x="26502" y="354507"/>
                    <a:pt x="25743" y="354507"/>
                  </a:cubicBezTo>
                  <a:cubicBezTo>
                    <a:pt x="25209" y="353283"/>
                    <a:pt x="24713" y="352041"/>
                    <a:pt x="24254" y="350787"/>
                  </a:cubicBezTo>
                  <a:cubicBezTo>
                    <a:pt x="23763" y="350541"/>
                    <a:pt x="23272" y="350296"/>
                    <a:pt x="22766" y="350043"/>
                  </a:cubicBezTo>
                  <a:cubicBezTo>
                    <a:pt x="22270" y="348802"/>
                    <a:pt x="21774" y="347562"/>
                    <a:pt x="21278" y="346322"/>
                  </a:cubicBezTo>
                  <a:cubicBezTo>
                    <a:pt x="20787" y="346076"/>
                    <a:pt x="20296" y="345831"/>
                    <a:pt x="19789" y="345578"/>
                  </a:cubicBezTo>
                  <a:cubicBezTo>
                    <a:pt x="19682" y="344994"/>
                    <a:pt x="19575" y="344411"/>
                    <a:pt x="19464" y="343810"/>
                  </a:cubicBezTo>
                  <a:cubicBezTo>
                    <a:pt x="18998" y="341634"/>
                    <a:pt x="18408" y="341081"/>
                    <a:pt x="16813" y="339625"/>
                  </a:cubicBezTo>
                  <a:cubicBezTo>
                    <a:pt x="16813" y="339133"/>
                    <a:pt x="16813" y="338642"/>
                    <a:pt x="16813" y="338136"/>
                  </a:cubicBezTo>
                  <a:cubicBezTo>
                    <a:pt x="16076" y="338136"/>
                    <a:pt x="15340" y="338136"/>
                    <a:pt x="14581" y="338136"/>
                  </a:cubicBezTo>
                  <a:cubicBezTo>
                    <a:pt x="14650" y="337238"/>
                    <a:pt x="14650" y="337238"/>
                    <a:pt x="14720" y="336322"/>
                  </a:cubicBezTo>
                  <a:cubicBezTo>
                    <a:pt x="14674" y="335693"/>
                    <a:pt x="14628" y="335064"/>
                    <a:pt x="14581" y="334416"/>
                  </a:cubicBezTo>
                  <a:cubicBezTo>
                    <a:pt x="13844" y="334170"/>
                    <a:pt x="13107" y="333924"/>
                    <a:pt x="12348" y="333671"/>
                  </a:cubicBezTo>
                  <a:cubicBezTo>
                    <a:pt x="12225" y="333165"/>
                    <a:pt x="12103" y="332659"/>
                    <a:pt x="11976" y="332137"/>
                  </a:cubicBezTo>
                  <a:cubicBezTo>
                    <a:pt x="11853" y="331661"/>
                    <a:pt x="11730" y="331185"/>
                    <a:pt x="11604" y="330695"/>
                  </a:cubicBezTo>
                  <a:cubicBezTo>
                    <a:pt x="10867" y="330695"/>
                    <a:pt x="10131" y="330695"/>
                    <a:pt x="9372" y="330695"/>
                  </a:cubicBezTo>
                  <a:cubicBezTo>
                    <a:pt x="8581" y="329253"/>
                    <a:pt x="8581" y="329253"/>
                    <a:pt x="7883" y="327718"/>
                  </a:cubicBezTo>
                  <a:cubicBezTo>
                    <a:pt x="7392" y="327473"/>
                    <a:pt x="6901" y="327227"/>
                    <a:pt x="6395" y="326974"/>
                  </a:cubicBezTo>
                  <a:cubicBezTo>
                    <a:pt x="6027" y="325869"/>
                    <a:pt x="6027" y="325869"/>
                    <a:pt x="5651" y="324742"/>
                  </a:cubicBezTo>
                  <a:cubicBezTo>
                    <a:pt x="5160" y="324496"/>
                    <a:pt x="4669" y="324251"/>
                    <a:pt x="4163" y="323998"/>
                  </a:cubicBezTo>
                  <a:cubicBezTo>
                    <a:pt x="3932" y="323506"/>
                    <a:pt x="3702" y="323015"/>
                    <a:pt x="3465" y="322509"/>
                  </a:cubicBezTo>
                  <a:cubicBezTo>
                    <a:pt x="2757" y="320764"/>
                    <a:pt x="2757" y="320764"/>
                    <a:pt x="442" y="320277"/>
                  </a:cubicBezTo>
                  <a:cubicBezTo>
                    <a:pt x="93" y="318303"/>
                    <a:pt x="93" y="318303"/>
                    <a:pt x="70" y="315859"/>
                  </a:cubicBezTo>
                  <a:cubicBezTo>
                    <a:pt x="47" y="315054"/>
                    <a:pt x="24" y="314249"/>
                    <a:pt x="0" y="313420"/>
                  </a:cubicBezTo>
                  <a:cubicBezTo>
                    <a:pt x="146" y="312736"/>
                    <a:pt x="292" y="312052"/>
                    <a:pt x="442" y="311347"/>
                  </a:cubicBezTo>
                  <a:cubicBezTo>
                    <a:pt x="2279" y="310461"/>
                    <a:pt x="2279" y="310461"/>
                    <a:pt x="4163" y="309859"/>
                  </a:cubicBezTo>
                  <a:cubicBezTo>
                    <a:pt x="4408" y="309122"/>
                    <a:pt x="4654" y="308386"/>
                    <a:pt x="4907" y="307627"/>
                  </a:cubicBezTo>
                  <a:cubicBezTo>
                    <a:pt x="5521" y="307519"/>
                    <a:pt x="6135" y="307412"/>
                    <a:pt x="6767" y="307301"/>
                  </a:cubicBezTo>
                  <a:cubicBezTo>
                    <a:pt x="7381" y="307163"/>
                    <a:pt x="7995" y="307025"/>
                    <a:pt x="8627" y="306882"/>
                  </a:cubicBezTo>
                  <a:cubicBezTo>
                    <a:pt x="9120" y="305409"/>
                    <a:pt x="9120" y="305409"/>
                    <a:pt x="9372" y="303906"/>
                  </a:cubicBezTo>
                  <a:cubicBezTo>
                    <a:pt x="10108" y="303660"/>
                    <a:pt x="10845" y="303415"/>
                    <a:pt x="11604" y="303162"/>
                  </a:cubicBezTo>
                  <a:cubicBezTo>
                    <a:pt x="11850" y="302425"/>
                    <a:pt x="12095" y="301688"/>
                    <a:pt x="12348" y="300929"/>
                  </a:cubicBezTo>
                  <a:cubicBezTo>
                    <a:pt x="13334" y="300420"/>
                    <a:pt x="14326" y="299925"/>
                    <a:pt x="15325" y="299441"/>
                  </a:cubicBezTo>
                  <a:cubicBezTo>
                    <a:pt x="15816" y="298704"/>
                    <a:pt x="16307" y="297968"/>
                    <a:pt x="16813" y="297209"/>
                  </a:cubicBezTo>
                  <a:cubicBezTo>
                    <a:pt x="17550" y="296963"/>
                    <a:pt x="18286" y="296717"/>
                    <a:pt x="19045" y="296464"/>
                  </a:cubicBezTo>
                  <a:cubicBezTo>
                    <a:pt x="19153" y="295958"/>
                    <a:pt x="19260" y="295451"/>
                    <a:pt x="19371" y="294930"/>
                  </a:cubicBezTo>
                  <a:cubicBezTo>
                    <a:pt x="19509" y="294454"/>
                    <a:pt x="19647" y="293978"/>
                    <a:pt x="19789" y="293488"/>
                  </a:cubicBezTo>
                  <a:cubicBezTo>
                    <a:pt x="20772" y="293488"/>
                    <a:pt x="21754" y="293488"/>
                    <a:pt x="22766" y="293488"/>
                  </a:cubicBezTo>
                  <a:cubicBezTo>
                    <a:pt x="22766" y="292751"/>
                    <a:pt x="22766" y="292014"/>
                    <a:pt x="22766" y="291255"/>
                  </a:cubicBezTo>
                  <a:cubicBezTo>
                    <a:pt x="23242" y="291148"/>
                    <a:pt x="23718" y="291041"/>
                    <a:pt x="24208" y="290930"/>
                  </a:cubicBezTo>
                  <a:cubicBezTo>
                    <a:pt x="24714" y="290792"/>
                    <a:pt x="25221" y="290654"/>
                    <a:pt x="25743" y="290511"/>
                  </a:cubicBezTo>
                  <a:cubicBezTo>
                    <a:pt x="26235" y="289038"/>
                    <a:pt x="26235" y="289038"/>
                    <a:pt x="26487" y="287535"/>
                  </a:cubicBezTo>
                  <a:cubicBezTo>
                    <a:pt x="26978" y="287289"/>
                    <a:pt x="27469" y="287044"/>
                    <a:pt x="27975" y="286791"/>
                  </a:cubicBezTo>
                  <a:cubicBezTo>
                    <a:pt x="28190" y="286315"/>
                    <a:pt x="28405" y="285839"/>
                    <a:pt x="28626" y="285349"/>
                  </a:cubicBezTo>
                  <a:cubicBezTo>
                    <a:pt x="29652" y="283467"/>
                    <a:pt x="30566" y="283263"/>
                    <a:pt x="32440" y="282326"/>
                  </a:cubicBezTo>
                  <a:cubicBezTo>
                    <a:pt x="32959" y="281345"/>
                    <a:pt x="33459" y="280354"/>
                    <a:pt x="33928" y="279349"/>
                  </a:cubicBezTo>
                  <a:cubicBezTo>
                    <a:pt x="34419" y="279349"/>
                    <a:pt x="34910" y="279349"/>
                    <a:pt x="35416" y="279349"/>
                  </a:cubicBezTo>
                  <a:cubicBezTo>
                    <a:pt x="35524" y="278858"/>
                    <a:pt x="35631" y="278367"/>
                    <a:pt x="35742" y="277861"/>
                  </a:cubicBezTo>
                  <a:cubicBezTo>
                    <a:pt x="35880" y="277370"/>
                    <a:pt x="36018" y="276879"/>
                    <a:pt x="36161" y="276373"/>
                  </a:cubicBezTo>
                  <a:cubicBezTo>
                    <a:pt x="36897" y="276373"/>
                    <a:pt x="37634" y="276373"/>
                    <a:pt x="38393" y="276373"/>
                  </a:cubicBezTo>
                  <a:cubicBezTo>
                    <a:pt x="38393" y="275390"/>
                    <a:pt x="38393" y="274408"/>
                    <a:pt x="38393" y="273396"/>
                  </a:cubicBezTo>
                  <a:cubicBezTo>
                    <a:pt x="39375" y="273396"/>
                    <a:pt x="40358" y="273396"/>
                    <a:pt x="41370" y="273396"/>
                  </a:cubicBezTo>
                  <a:cubicBezTo>
                    <a:pt x="42229" y="271557"/>
                    <a:pt x="42229" y="271557"/>
                    <a:pt x="42858" y="269675"/>
                  </a:cubicBezTo>
                  <a:cubicBezTo>
                    <a:pt x="43349" y="269675"/>
                    <a:pt x="43840" y="269675"/>
                    <a:pt x="44346" y="269675"/>
                  </a:cubicBezTo>
                  <a:cubicBezTo>
                    <a:pt x="44346" y="268693"/>
                    <a:pt x="44346" y="267711"/>
                    <a:pt x="44346" y="266699"/>
                  </a:cubicBezTo>
                  <a:cubicBezTo>
                    <a:pt x="45083" y="266453"/>
                    <a:pt x="45820" y="266208"/>
                    <a:pt x="46579" y="265955"/>
                  </a:cubicBezTo>
                  <a:cubicBezTo>
                    <a:pt x="46701" y="265464"/>
                    <a:pt x="46824" y="264972"/>
                    <a:pt x="46951" y="264466"/>
                  </a:cubicBezTo>
                  <a:cubicBezTo>
                    <a:pt x="47073" y="263975"/>
                    <a:pt x="47196" y="263484"/>
                    <a:pt x="47323" y="262978"/>
                  </a:cubicBezTo>
                  <a:cubicBezTo>
                    <a:pt x="48059" y="262733"/>
                    <a:pt x="48796" y="262487"/>
                    <a:pt x="49555" y="262234"/>
                  </a:cubicBezTo>
                  <a:cubicBezTo>
                    <a:pt x="49801" y="261497"/>
                    <a:pt x="50046" y="260761"/>
                    <a:pt x="50299" y="260002"/>
                  </a:cubicBezTo>
                  <a:cubicBezTo>
                    <a:pt x="50790" y="259756"/>
                    <a:pt x="51282" y="259510"/>
                    <a:pt x="51788" y="259257"/>
                  </a:cubicBezTo>
                  <a:cubicBezTo>
                    <a:pt x="51895" y="258766"/>
                    <a:pt x="52002" y="258275"/>
                    <a:pt x="52113" y="257769"/>
                  </a:cubicBezTo>
                  <a:cubicBezTo>
                    <a:pt x="52251" y="257278"/>
                    <a:pt x="52389" y="256787"/>
                    <a:pt x="52532" y="256281"/>
                  </a:cubicBezTo>
                  <a:cubicBezTo>
                    <a:pt x="53268" y="256035"/>
                    <a:pt x="54005" y="255790"/>
                    <a:pt x="54764" y="255537"/>
                  </a:cubicBezTo>
                  <a:cubicBezTo>
                    <a:pt x="54872" y="254969"/>
                    <a:pt x="54979" y="254401"/>
                    <a:pt x="55090" y="253816"/>
                  </a:cubicBezTo>
                  <a:cubicBezTo>
                    <a:pt x="55611" y="251326"/>
                    <a:pt x="56542" y="250429"/>
                    <a:pt x="58485" y="248839"/>
                  </a:cubicBezTo>
                  <a:cubicBezTo>
                    <a:pt x="58976" y="248839"/>
                    <a:pt x="59467" y="248839"/>
                    <a:pt x="59973" y="248839"/>
                  </a:cubicBezTo>
                  <a:cubicBezTo>
                    <a:pt x="60173" y="248057"/>
                    <a:pt x="60372" y="247274"/>
                    <a:pt x="60578" y="246467"/>
                  </a:cubicBezTo>
                  <a:cubicBezTo>
                    <a:pt x="61575" y="243267"/>
                    <a:pt x="62762" y="242152"/>
                    <a:pt x="65182" y="239910"/>
                  </a:cubicBezTo>
                  <a:cubicBezTo>
                    <a:pt x="65596" y="239219"/>
                    <a:pt x="66011" y="238528"/>
                    <a:pt x="66438" y="237817"/>
                  </a:cubicBezTo>
                  <a:cubicBezTo>
                    <a:pt x="66921" y="237011"/>
                    <a:pt x="66921" y="237011"/>
                    <a:pt x="67414" y="236189"/>
                  </a:cubicBezTo>
                  <a:cubicBezTo>
                    <a:pt x="67906" y="236189"/>
                    <a:pt x="68397" y="236189"/>
                    <a:pt x="68903" y="236189"/>
                  </a:cubicBezTo>
                  <a:cubicBezTo>
                    <a:pt x="69157" y="234950"/>
                    <a:pt x="69405" y="233710"/>
                    <a:pt x="69647" y="232468"/>
                  </a:cubicBezTo>
                  <a:cubicBezTo>
                    <a:pt x="70138" y="232223"/>
                    <a:pt x="70629" y="231977"/>
                    <a:pt x="71135" y="231724"/>
                  </a:cubicBezTo>
                  <a:cubicBezTo>
                    <a:pt x="71258" y="231110"/>
                    <a:pt x="71381" y="230496"/>
                    <a:pt x="71507" y="229864"/>
                  </a:cubicBezTo>
                  <a:cubicBezTo>
                    <a:pt x="71630" y="229250"/>
                    <a:pt x="71753" y="228636"/>
                    <a:pt x="71879" y="228003"/>
                  </a:cubicBezTo>
                  <a:cubicBezTo>
                    <a:pt x="72370" y="227758"/>
                    <a:pt x="72862" y="227512"/>
                    <a:pt x="73368" y="227259"/>
                  </a:cubicBezTo>
                  <a:cubicBezTo>
                    <a:pt x="73736" y="226507"/>
                    <a:pt x="74104" y="225755"/>
                    <a:pt x="74484" y="224980"/>
                  </a:cubicBezTo>
                  <a:cubicBezTo>
                    <a:pt x="75036" y="223898"/>
                    <a:pt x="75036" y="223898"/>
                    <a:pt x="75600" y="222795"/>
                  </a:cubicBezTo>
                  <a:cubicBezTo>
                    <a:pt x="76091" y="222795"/>
                    <a:pt x="76582" y="222795"/>
                    <a:pt x="77088" y="222795"/>
                  </a:cubicBezTo>
                  <a:cubicBezTo>
                    <a:pt x="77457" y="221874"/>
                    <a:pt x="77457" y="221874"/>
                    <a:pt x="77832" y="220934"/>
                  </a:cubicBezTo>
                  <a:cubicBezTo>
                    <a:pt x="78201" y="220013"/>
                    <a:pt x="78201" y="220013"/>
                    <a:pt x="78577" y="219074"/>
                  </a:cubicBezTo>
                  <a:cubicBezTo>
                    <a:pt x="79068" y="219074"/>
                    <a:pt x="79559" y="219074"/>
                    <a:pt x="80065" y="219074"/>
                  </a:cubicBezTo>
                  <a:cubicBezTo>
                    <a:pt x="80065" y="217600"/>
                    <a:pt x="80065" y="216127"/>
                    <a:pt x="80065" y="214609"/>
                  </a:cubicBezTo>
                  <a:cubicBezTo>
                    <a:pt x="80556" y="214609"/>
                    <a:pt x="81047" y="214609"/>
                    <a:pt x="81553" y="214609"/>
                  </a:cubicBezTo>
                  <a:cubicBezTo>
                    <a:pt x="82059" y="213124"/>
                    <a:pt x="82554" y="211635"/>
                    <a:pt x="83041" y="210144"/>
                  </a:cubicBezTo>
                  <a:cubicBezTo>
                    <a:pt x="83533" y="209899"/>
                    <a:pt x="84024" y="209653"/>
                    <a:pt x="84530" y="209400"/>
                  </a:cubicBezTo>
                  <a:cubicBezTo>
                    <a:pt x="85837" y="207012"/>
                    <a:pt x="86910" y="204573"/>
                    <a:pt x="87925" y="202052"/>
                  </a:cubicBezTo>
                  <a:cubicBezTo>
                    <a:pt x="88278" y="201284"/>
                    <a:pt x="88631" y="200517"/>
                    <a:pt x="88995" y="199726"/>
                  </a:cubicBezTo>
                  <a:cubicBezTo>
                    <a:pt x="89486" y="199726"/>
                    <a:pt x="89977" y="199726"/>
                    <a:pt x="90483" y="199726"/>
                  </a:cubicBezTo>
                  <a:cubicBezTo>
                    <a:pt x="90575" y="199005"/>
                    <a:pt x="90667" y="198283"/>
                    <a:pt x="90762" y="197540"/>
                  </a:cubicBezTo>
                  <a:cubicBezTo>
                    <a:pt x="90915" y="196788"/>
                    <a:pt x="91069" y="196036"/>
                    <a:pt x="91227" y="195261"/>
                  </a:cubicBezTo>
                  <a:cubicBezTo>
                    <a:pt x="91718" y="195016"/>
                    <a:pt x="92209" y="194770"/>
                    <a:pt x="92715" y="194517"/>
                  </a:cubicBezTo>
                  <a:cubicBezTo>
                    <a:pt x="92823" y="193796"/>
                    <a:pt x="92930" y="193074"/>
                    <a:pt x="93041" y="192331"/>
                  </a:cubicBezTo>
                  <a:cubicBezTo>
                    <a:pt x="93248" y="191203"/>
                    <a:pt x="93248" y="191203"/>
                    <a:pt x="93459" y="190052"/>
                  </a:cubicBezTo>
                  <a:cubicBezTo>
                    <a:pt x="94196" y="189561"/>
                    <a:pt x="94933" y="189070"/>
                    <a:pt x="95692" y="188564"/>
                  </a:cubicBezTo>
                  <a:cubicBezTo>
                    <a:pt x="95815" y="187919"/>
                    <a:pt x="95937" y="187275"/>
                    <a:pt x="96064" y="186611"/>
                  </a:cubicBezTo>
                  <a:cubicBezTo>
                    <a:pt x="96187" y="186027"/>
                    <a:pt x="96309" y="185444"/>
                    <a:pt x="96436" y="184843"/>
                  </a:cubicBezTo>
                  <a:cubicBezTo>
                    <a:pt x="97173" y="184843"/>
                    <a:pt x="97909" y="184843"/>
                    <a:pt x="98668" y="184843"/>
                  </a:cubicBezTo>
                  <a:cubicBezTo>
                    <a:pt x="98807" y="183393"/>
                    <a:pt x="98807" y="183393"/>
                    <a:pt x="98947" y="181913"/>
                  </a:cubicBezTo>
                  <a:cubicBezTo>
                    <a:pt x="99104" y="180265"/>
                    <a:pt x="99104" y="180265"/>
                    <a:pt x="99413" y="178890"/>
                  </a:cubicBezTo>
                  <a:cubicBezTo>
                    <a:pt x="99904" y="178645"/>
                    <a:pt x="100395" y="178399"/>
                    <a:pt x="100901" y="178146"/>
                  </a:cubicBezTo>
                  <a:cubicBezTo>
                    <a:pt x="101390" y="175892"/>
                    <a:pt x="101390" y="175892"/>
                    <a:pt x="101645" y="173681"/>
                  </a:cubicBezTo>
                  <a:cubicBezTo>
                    <a:pt x="102382" y="173681"/>
                    <a:pt x="103118" y="173681"/>
                    <a:pt x="103877" y="173681"/>
                  </a:cubicBezTo>
                  <a:cubicBezTo>
                    <a:pt x="104123" y="171717"/>
                    <a:pt x="104369" y="169752"/>
                    <a:pt x="104622" y="167728"/>
                  </a:cubicBezTo>
                  <a:cubicBezTo>
                    <a:pt x="105358" y="167728"/>
                    <a:pt x="106095" y="167728"/>
                    <a:pt x="106854" y="167728"/>
                  </a:cubicBezTo>
                  <a:cubicBezTo>
                    <a:pt x="106969" y="166462"/>
                    <a:pt x="106969" y="166462"/>
                    <a:pt x="107086" y="165170"/>
                  </a:cubicBezTo>
                  <a:cubicBezTo>
                    <a:pt x="107340" y="163858"/>
                    <a:pt x="107340" y="163858"/>
                    <a:pt x="107598" y="162519"/>
                  </a:cubicBezTo>
                  <a:cubicBezTo>
                    <a:pt x="108335" y="162274"/>
                    <a:pt x="109071" y="162028"/>
                    <a:pt x="109831" y="161775"/>
                  </a:cubicBezTo>
                  <a:cubicBezTo>
                    <a:pt x="110017" y="160210"/>
                    <a:pt x="110017" y="160210"/>
                    <a:pt x="109831" y="158426"/>
                  </a:cubicBezTo>
                  <a:cubicBezTo>
                    <a:pt x="109691" y="156589"/>
                    <a:pt x="109691" y="156589"/>
                    <a:pt x="109831" y="155078"/>
                  </a:cubicBezTo>
                  <a:cubicBezTo>
                    <a:pt x="110567" y="154832"/>
                    <a:pt x="111304" y="154587"/>
                    <a:pt x="112063" y="154334"/>
                  </a:cubicBezTo>
                  <a:cubicBezTo>
                    <a:pt x="112614" y="152084"/>
                    <a:pt x="112614" y="152084"/>
                    <a:pt x="112807" y="149869"/>
                  </a:cubicBezTo>
                  <a:cubicBezTo>
                    <a:pt x="113544" y="149869"/>
                    <a:pt x="114280" y="149869"/>
                    <a:pt x="115039" y="149869"/>
                  </a:cubicBezTo>
                  <a:cubicBezTo>
                    <a:pt x="114794" y="148641"/>
                    <a:pt x="114548" y="147413"/>
                    <a:pt x="114295" y="146148"/>
                  </a:cubicBezTo>
                  <a:cubicBezTo>
                    <a:pt x="114050" y="146394"/>
                    <a:pt x="113804" y="146639"/>
                    <a:pt x="113551" y="146892"/>
                  </a:cubicBezTo>
                  <a:cubicBezTo>
                    <a:pt x="112282" y="146965"/>
                    <a:pt x="111009" y="146986"/>
                    <a:pt x="109738" y="146987"/>
                  </a:cubicBezTo>
                  <a:cubicBezTo>
                    <a:pt x="108911" y="146989"/>
                    <a:pt x="108085" y="146991"/>
                    <a:pt x="107233" y="146993"/>
                  </a:cubicBezTo>
                  <a:cubicBezTo>
                    <a:pt x="106319" y="146992"/>
                    <a:pt x="105404" y="146990"/>
                    <a:pt x="104462" y="146988"/>
                  </a:cubicBezTo>
                  <a:cubicBezTo>
                    <a:pt x="103505" y="146990"/>
                    <a:pt x="102548" y="146991"/>
                    <a:pt x="101562" y="146992"/>
                  </a:cubicBezTo>
                  <a:cubicBezTo>
                    <a:pt x="98930" y="146996"/>
                    <a:pt x="96298" y="146994"/>
                    <a:pt x="93665" y="146992"/>
                  </a:cubicBezTo>
                  <a:cubicBezTo>
                    <a:pt x="90917" y="146990"/>
                    <a:pt x="88168" y="146992"/>
                    <a:pt x="85419" y="146993"/>
                  </a:cubicBezTo>
                  <a:cubicBezTo>
                    <a:pt x="80803" y="146995"/>
                    <a:pt x="76186" y="146993"/>
                    <a:pt x="71569" y="146989"/>
                  </a:cubicBezTo>
                  <a:cubicBezTo>
                    <a:pt x="66224" y="146985"/>
                    <a:pt x="60879" y="146986"/>
                    <a:pt x="55534" y="146991"/>
                  </a:cubicBezTo>
                  <a:cubicBezTo>
                    <a:pt x="50953" y="146994"/>
                    <a:pt x="46372" y="146994"/>
                    <a:pt x="41791" y="146992"/>
                  </a:cubicBezTo>
                  <a:cubicBezTo>
                    <a:pt x="39051" y="146991"/>
                    <a:pt x="36311" y="146991"/>
                    <a:pt x="33572" y="146994"/>
                  </a:cubicBezTo>
                  <a:cubicBezTo>
                    <a:pt x="30519" y="146996"/>
                    <a:pt x="27467" y="146993"/>
                    <a:pt x="24414" y="146988"/>
                  </a:cubicBezTo>
                  <a:cubicBezTo>
                    <a:pt x="23042" y="146991"/>
                    <a:pt x="23042" y="146991"/>
                    <a:pt x="21643" y="146993"/>
                  </a:cubicBezTo>
                  <a:cubicBezTo>
                    <a:pt x="20403" y="146990"/>
                    <a:pt x="20403" y="146990"/>
                    <a:pt x="19138" y="146987"/>
                  </a:cubicBezTo>
                  <a:cubicBezTo>
                    <a:pt x="18415" y="146986"/>
                    <a:pt x="17693" y="146986"/>
                    <a:pt x="16948" y="146986"/>
                  </a:cubicBezTo>
                  <a:cubicBezTo>
                    <a:pt x="15325" y="146892"/>
                    <a:pt x="15325" y="146892"/>
                    <a:pt x="14581" y="146148"/>
                  </a:cubicBezTo>
                  <a:cubicBezTo>
                    <a:pt x="14510" y="143837"/>
                    <a:pt x="14487" y="141543"/>
                    <a:pt x="14496" y="139233"/>
                  </a:cubicBezTo>
                  <a:cubicBezTo>
                    <a:pt x="14496" y="138507"/>
                    <a:pt x="14496" y="137781"/>
                    <a:pt x="14496" y="137033"/>
                  </a:cubicBezTo>
                  <a:cubicBezTo>
                    <a:pt x="14496" y="134621"/>
                    <a:pt x="14502" y="132209"/>
                    <a:pt x="14508" y="129797"/>
                  </a:cubicBezTo>
                  <a:cubicBezTo>
                    <a:pt x="14509" y="128130"/>
                    <a:pt x="14510" y="126463"/>
                    <a:pt x="14511" y="124795"/>
                  </a:cubicBezTo>
                  <a:cubicBezTo>
                    <a:pt x="14514" y="120397"/>
                    <a:pt x="14521" y="115999"/>
                    <a:pt x="14529" y="111601"/>
                  </a:cubicBezTo>
                  <a:cubicBezTo>
                    <a:pt x="14537" y="107117"/>
                    <a:pt x="14540" y="102633"/>
                    <a:pt x="14544" y="98150"/>
                  </a:cubicBezTo>
                  <a:cubicBezTo>
                    <a:pt x="14552" y="89344"/>
                    <a:pt x="14565" y="80539"/>
                    <a:pt x="14581" y="71734"/>
                  </a:cubicBezTo>
                  <a:cubicBezTo>
                    <a:pt x="30939" y="71717"/>
                    <a:pt x="47297" y="71703"/>
                    <a:pt x="63656" y="71695"/>
                  </a:cubicBezTo>
                  <a:cubicBezTo>
                    <a:pt x="71251" y="71692"/>
                    <a:pt x="78846" y="71686"/>
                    <a:pt x="86441" y="71678"/>
                  </a:cubicBezTo>
                  <a:cubicBezTo>
                    <a:pt x="93060" y="71670"/>
                    <a:pt x="99678" y="71666"/>
                    <a:pt x="106297" y="71664"/>
                  </a:cubicBezTo>
                  <a:cubicBezTo>
                    <a:pt x="109802" y="71663"/>
                    <a:pt x="113308" y="71661"/>
                    <a:pt x="116814" y="71655"/>
                  </a:cubicBezTo>
                  <a:cubicBezTo>
                    <a:pt x="120112" y="71650"/>
                    <a:pt x="123409" y="71649"/>
                    <a:pt x="126707" y="71650"/>
                  </a:cubicBezTo>
                  <a:cubicBezTo>
                    <a:pt x="127919" y="71650"/>
                    <a:pt x="129131" y="71648"/>
                    <a:pt x="130343" y="71645"/>
                  </a:cubicBezTo>
                  <a:cubicBezTo>
                    <a:pt x="131995" y="71642"/>
                    <a:pt x="133646" y="71642"/>
                    <a:pt x="135297" y="71644"/>
                  </a:cubicBezTo>
                  <a:cubicBezTo>
                    <a:pt x="136685" y="71643"/>
                    <a:pt x="136685" y="71643"/>
                    <a:pt x="138102" y="71642"/>
                  </a:cubicBezTo>
                  <a:cubicBezTo>
                    <a:pt x="140340" y="71734"/>
                    <a:pt x="140340" y="71734"/>
                    <a:pt x="142573" y="72478"/>
                  </a:cubicBezTo>
                  <a:cubicBezTo>
                    <a:pt x="142573" y="70268"/>
                    <a:pt x="142573" y="68058"/>
                    <a:pt x="142573" y="65781"/>
                  </a:cubicBezTo>
                  <a:cubicBezTo>
                    <a:pt x="143555" y="65781"/>
                    <a:pt x="144537" y="65781"/>
                    <a:pt x="145549" y="65781"/>
                  </a:cubicBezTo>
                  <a:cubicBezTo>
                    <a:pt x="145549" y="62834"/>
                    <a:pt x="145549" y="59887"/>
                    <a:pt x="145549" y="56851"/>
                  </a:cubicBezTo>
                  <a:cubicBezTo>
                    <a:pt x="146286" y="56851"/>
                    <a:pt x="147023" y="56851"/>
                    <a:pt x="147782" y="56851"/>
                  </a:cubicBezTo>
                  <a:cubicBezTo>
                    <a:pt x="147836" y="55736"/>
                    <a:pt x="147836" y="55736"/>
                    <a:pt x="147892" y="54598"/>
                  </a:cubicBezTo>
                  <a:cubicBezTo>
                    <a:pt x="147948" y="53638"/>
                    <a:pt x="148003" y="52678"/>
                    <a:pt x="148061" y="51689"/>
                  </a:cubicBezTo>
                  <a:cubicBezTo>
                    <a:pt x="148138" y="50251"/>
                    <a:pt x="148138" y="50251"/>
                    <a:pt x="148218" y="48785"/>
                  </a:cubicBezTo>
                  <a:cubicBezTo>
                    <a:pt x="148319" y="48009"/>
                    <a:pt x="148421" y="47233"/>
                    <a:pt x="148526" y="46433"/>
                  </a:cubicBezTo>
                  <a:cubicBezTo>
                    <a:pt x="149017" y="46188"/>
                    <a:pt x="149508" y="45942"/>
                    <a:pt x="150014" y="45689"/>
                  </a:cubicBezTo>
                  <a:cubicBezTo>
                    <a:pt x="150280" y="43185"/>
                    <a:pt x="150345" y="40695"/>
                    <a:pt x="150430" y="38178"/>
                  </a:cubicBezTo>
                  <a:cubicBezTo>
                    <a:pt x="150592" y="37107"/>
                    <a:pt x="150592" y="37107"/>
                    <a:pt x="150758" y="36015"/>
                  </a:cubicBezTo>
                  <a:cubicBezTo>
                    <a:pt x="151495" y="35770"/>
                    <a:pt x="152232" y="35524"/>
                    <a:pt x="152991" y="35271"/>
                  </a:cubicBezTo>
                  <a:cubicBezTo>
                    <a:pt x="153345" y="32860"/>
                    <a:pt x="153345" y="32860"/>
                    <a:pt x="153363" y="30062"/>
                  </a:cubicBezTo>
                  <a:cubicBezTo>
                    <a:pt x="153433" y="27179"/>
                    <a:pt x="153433" y="27179"/>
                    <a:pt x="153735" y="24853"/>
                  </a:cubicBezTo>
                  <a:cubicBezTo>
                    <a:pt x="154472" y="24608"/>
                    <a:pt x="155208" y="24362"/>
                    <a:pt x="155967" y="24109"/>
                  </a:cubicBezTo>
                  <a:cubicBezTo>
                    <a:pt x="156351" y="21699"/>
                    <a:pt x="156351" y="21699"/>
                    <a:pt x="156386" y="18900"/>
                  </a:cubicBezTo>
                  <a:cubicBezTo>
                    <a:pt x="156444" y="17161"/>
                    <a:pt x="156540" y="15422"/>
                    <a:pt x="156711" y="13691"/>
                  </a:cubicBezTo>
                  <a:cubicBezTo>
                    <a:pt x="157448" y="13323"/>
                    <a:pt x="157448" y="13323"/>
                    <a:pt x="158200" y="12947"/>
                  </a:cubicBezTo>
                  <a:cubicBezTo>
                    <a:pt x="158522" y="10584"/>
                    <a:pt x="158522" y="10584"/>
                    <a:pt x="158618" y="7831"/>
                  </a:cubicBezTo>
                  <a:cubicBezTo>
                    <a:pt x="158875" y="2737"/>
                    <a:pt x="158875" y="2737"/>
                    <a:pt x="159688" y="296"/>
                  </a:cubicBezTo>
                  <a:cubicBezTo>
                    <a:pt x="161037" y="0"/>
                    <a:pt x="161037" y="0"/>
                    <a:pt x="162664" y="17"/>
                  </a:cubicBezTo>
                  <a:cubicBezTo>
                    <a:pt x="163202" y="12"/>
                    <a:pt x="163739" y="6"/>
                    <a:pt x="164292" y="0"/>
                  </a:cubicBezTo>
                  <a:close/>
                </a:path>
              </a:pathLst>
            </a:custGeom>
            <a:grpFill/>
            <a:ln w="744" cap="flat">
              <a:noFill/>
              <a:prstDash val="solid"/>
              <a:miter/>
            </a:ln>
          </p:spPr>
          <p:txBody>
            <a:bodyPr rtlCol="0" anchor="ctr"/>
            <a:lstStyle/>
            <a:p>
              <a:endParaRPr lang="zh-CN" altLang="en-US"/>
            </a:p>
          </p:txBody>
        </p:sp>
        <p:sp>
          <p:nvSpPr>
            <p:cNvPr id="142" name="任意多边形: 形状 141"/>
            <p:cNvSpPr/>
            <p:nvPr/>
          </p:nvSpPr>
          <p:spPr>
            <a:xfrm>
              <a:off x="2357108" y="609637"/>
              <a:ext cx="287363" cy="1012185"/>
            </a:xfrm>
            <a:custGeom>
              <a:avLst/>
              <a:gdLst>
                <a:gd name="connsiteX0" fmla="*/ 40550 w 287367"/>
                <a:gd name="connsiteY0" fmla="*/ 936 h 1012154"/>
                <a:gd name="connsiteX1" fmla="*/ 44610 w 287367"/>
                <a:gd name="connsiteY1" fmla="*/ 476 h 1012154"/>
                <a:gd name="connsiteX2" fmla="*/ 47240 w 287367"/>
                <a:gd name="connsiteY2" fmla="*/ 452 h 1012154"/>
                <a:gd name="connsiteX3" fmla="*/ 50154 w 287367"/>
                <a:gd name="connsiteY3" fmla="*/ 483 h 1012154"/>
                <a:gd name="connsiteX4" fmla="*/ 53231 w 287367"/>
                <a:gd name="connsiteY4" fmla="*/ 472 h 1012154"/>
                <a:gd name="connsiteX5" fmla="*/ 61713 w 287367"/>
                <a:gd name="connsiteY5" fmla="*/ 493 h 1012154"/>
                <a:gd name="connsiteX6" fmla="*/ 70850 w 287367"/>
                <a:gd name="connsiteY6" fmla="*/ 496 h 1012154"/>
                <a:gd name="connsiteX7" fmla="*/ 88760 w 287367"/>
                <a:gd name="connsiteY7" fmla="*/ 527 h 1012154"/>
                <a:gd name="connsiteX8" fmla="*/ 109599 w 287367"/>
                <a:gd name="connsiteY8" fmla="*/ 556 h 1012154"/>
                <a:gd name="connsiteX9" fmla="*/ 146769 w 287367"/>
                <a:gd name="connsiteY9" fmla="*/ 614 h 1012154"/>
                <a:gd name="connsiteX10" fmla="*/ 182873 w 287367"/>
                <a:gd name="connsiteY10" fmla="*/ 675 h 1012154"/>
                <a:gd name="connsiteX11" fmla="*/ 185119 w 287367"/>
                <a:gd name="connsiteY11" fmla="*/ 677 h 1012154"/>
                <a:gd name="connsiteX12" fmla="*/ 194055 w 287367"/>
                <a:gd name="connsiteY12" fmla="*/ 683 h 1012154"/>
                <a:gd name="connsiteX13" fmla="*/ 232557 w 287367"/>
                <a:gd name="connsiteY13" fmla="*/ 729 h 1012154"/>
                <a:gd name="connsiteX14" fmla="*/ 238803 w 287367"/>
                <a:gd name="connsiteY14" fmla="*/ 738 h 1012154"/>
                <a:gd name="connsiteX15" fmla="*/ 260661 w 287367"/>
                <a:gd name="connsiteY15" fmla="*/ 779 h 1012154"/>
                <a:gd name="connsiteX16" fmla="*/ 269704 w 287367"/>
                <a:gd name="connsiteY16" fmla="*/ 797 h 1012154"/>
                <a:gd name="connsiteX17" fmla="*/ 277972 w 287367"/>
                <a:gd name="connsiteY17" fmla="*/ 817 h 1012154"/>
                <a:gd name="connsiteX18" fmla="*/ 282402 w 287367"/>
                <a:gd name="connsiteY18" fmla="*/ 822 h 1012154"/>
                <a:gd name="connsiteX19" fmla="*/ 285032 w 287367"/>
                <a:gd name="connsiteY19" fmla="*/ 834 h 1012154"/>
                <a:gd name="connsiteX20" fmla="*/ 287316 w 287367"/>
                <a:gd name="connsiteY20" fmla="*/ 839 h 1012154"/>
                <a:gd name="connsiteX21" fmla="*/ 290581 w 287367"/>
                <a:gd name="connsiteY21" fmla="*/ 1680 h 1012154"/>
                <a:gd name="connsiteX22" fmla="*/ 290770 w 287367"/>
                <a:gd name="connsiteY22" fmla="*/ 5178 h 1012154"/>
                <a:gd name="connsiteX23" fmla="*/ 290783 w 287367"/>
                <a:gd name="connsiteY23" fmla="*/ 7470 h 1012154"/>
                <a:gd name="connsiteX24" fmla="*/ 290774 w 287367"/>
                <a:gd name="connsiteY24" fmla="*/ 10006 h 1012154"/>
                <a:gd name="connsiteX25" fmla="*/ 290782 w 287367"/>
                <a:gd name="connsiteY25" fmla="*/ 12661 h 1012154"/>
                <a:gd name="connsiteX26" fmla="*/ 290781 w 287367"/>
                <a:gd name="connsiteY26" fmla="*/ 19888 h 1012154"/>
                <a:gd name="connsiteX27" fmla="*/ 290783 w 287367"/>
                <a:gd name="connsiteY27" fmla="*/ 27439 h 1012154"/>
                <a:gd name="connsiteX28" fmla="*/ 290775 w 287367"/>
                <a:gd name="connsiteY28" fmla="*/ 40124 h 1012154"/>
                <a:gd name="connsiteX29" fmla="*/ 290778 w 287367"/>
                <a:gd name="connsiteY29" fmla="*/ 54802 h 1012154"/>
                <a:gd name="connsiteX30" fmla="*/ 290782 w 287367"/>
                <a:gd name="connsiteY30" fmla="*/ 67387 h 1012154"/>
                <a:gd name="connsiteX31" fmla="*/ 290784 w 287367"/>
                <a:gd name="connsiteY31" fmla="*/ 74911 h 1012154"/>
                <a:gd name="connsiteX32" fmla="*/ 290774 w 287367"/>
                <a:gd name="connsiteY32" fmla="*/ 83298 h 1012154"/>
                <a:gd name="connsiteX33" fmla="*/ 290783 w 287367"/>
                <a:gd name="connsiteY33" fmla="*/ 85830 h 1012154"/>
                <a:gd name="connsiteX34" fmla="*/ 290770 w 287367"/>
                <a:gd name="connsiteY34" fmla="*/ 88129 h 1012154"/>
                <a:gd name="connsiteX35" fmla="*/ 290768 w 287367"/>
                <a:gd name="connsiteY35" fmla="*/ 90134 h 1012154"/>
                <a:gd name="connsiteX36" fmla="*/ 289093 w 287367"/>
                <a:gd name="connsiteY36" fmla="*/ 93209 h 1012154"/>
                <a:gd name="connsiteX37" fmla="*/ 285729 w 287367"/>
                <a:gd name="connsiteY37" fmla="*/ 93392 h 1012154"/>
                <a:gd name="connsiteX38" fmla="*/ 283571 w 287367"/>
                <a:gd name="connsiteY38" fmla="*/ 93401 h 1012154"/>
                <a:gd name="connsiteX39" fmla="*/ 281183 w 287367"/>
                <a:gd name="connsiteY39" fmla="*/ 93388 h 1012154"/>
                <a:gd name="connsiteX40" fmla="*/ 278659 w 287367"/>
                <a:gd name="connsiteY40" fmla="*/ 93392 h 1012154"/>
                <a:gd name="connsiteX41" fmla="*/ 270231 w 287367"/>
                <a:gd name="connsiteY41" fmla="*/ 93378 h 1012154"/>
                <a:gd name="connsiteX42" fmla="*/ 264211 w 287367"/>
                <a:gd name="connsiteY42" fmla="*/ 93379 h 1012154"/>
                <a:gd name="connsiteX43" fmla="*/ 251220 w 287367"/>
                <a:gd name="connsiteY43" fmla="*/ 93367 h 1012154"/>
                <a:gd name="connsiteX44" fmla="*/ 232434 w 287367"/>
                <a:gd name="connsiteY44" fmla="*/ 93349 h 1012154"/>
                <a:gd name="connsiteX45" fmla="*/ 201949 w 287367"/>
                <a:gd name="connsiteY45" fmla="*/ 93321 h 1012154"/>
                <a:gd name="connsiteX46" fmla="*/ 172342 w 287367"/>
                <a:gd name="connsiteY46" fmla="*/ 93291 h 1012154"/>
                <a:gd name="connsiteX47" fmla="*/ 170500 w 287367"/>
                <a:gd name="connsiteY47" fmla="*/ 93290 h 1012154"/>
                <a:gd name="connsiteX48" fmla="*/ 161352 w 287367"/>
                <a:gd name="connsiteY48" fmla="*/ 93284 h 1012154"/>
                <a:gd name="connsiteX49" fmla="*/ 86689 w 287367"/>
                <a:gd name="connsiteY49" fmla="*/ 93211 h 1012154"/>
                <a:gd name="connsiteX50" fmla="*/ 83710 w 287367"/>
                <a:gd name="connsiteY50" fmla="*/ 93209 h 1012154"/>
                <a:gd name="connsiteX51" fmla="*/ 83710 w 287367"/>
                <a:gd name="connsiteY51" fmla="*/ 459326 h 1012154"/>
                <a:gd name="connsiteX52" fmla="*/ 219316 w 287367"/>
                <a:gd name="connsiteY52" fmla="*/ 459259 h 1012154"/>
                <a:gd name="connsiteX53" fmla="*/ 238511 w 287367"/>
                <a:gd name="connsiteY53" fmla="*/ 459255 h 1012154"/>
                <a:gd name="connsiteX54" fmla="*/ 251386 w 287367"/>
                <a:gd name="connsiteY54" fmla="*/ 459248 h 1012154"/>
                <a:gd name="connsiteX55" fmla="*/ 266217 w 287367"/>
                <a:gd name="connsiteY55" fmla="*/ 459242 h 1012154"/>
                <a:gd name="connsiteX56" fmla="*/ 273811 w 287367"/>
                <a:gd name="connsiteY56" fmla="*/ 459238 h 1012154"/>
                <a:gd name="connsiteX57" fmla="*/ 281922 w 287367"/>
                <a:gd name="connsiteY57" fmla="*/ 459237 h 1012154"/>
                <a:gd name="connsiteX58" fmla="*/ 284345 w 287367"/>
                <a:gd name="connsiteY58" fmla="*/ 459230 h 1012154"/>
                <a:gd name="connsiteX59" fmla="*/ 286526 w 287367"/>
                <a:gd name="connsiteY59" fmla="*/ 459235 h 1012154"/>
                <a:gd name="connsiteX60" fmla="*/ 288423 w 287367"/>
                <a:gd name="connsiteY60" fmla="*/ 459234 h 1012154"/>
                <a:gd name="connsiteX61" fmla="*/ 290581 w 287367"/>
                <a:gd name="connsiteY61" fmla="*/ 460070 h 1012154"/>
                <a:gd name="connsiteX62" fmla="*/ 290581 w 287367"/>
                <a:gd name="connsiteY62" fmla="*/ 550856 h 1012154"/>
                <a:gd name="connsiteX63" fmla="*/ 82966 w 287367"/>
                <a:gd name="connsiteY63" fmla="*/ 550856 h 1012154"/>
                <a:gd name="connsiteX64" fmla="*/ 83710 w 287367"/>
                <a:gd name="connsiteY64" fmla="*/ 920693 h 1012154"/>
                <a:gd name="connsiteX65" fmla="*/ 85942 w 287367"/>
                <a:gd name="connsiteY65" fmla="*/ 919949 h 1012154"/>
                <a:gd name="connsiteX66" fmla="*/ 89344 w 287367"/>
                <a:gd name="connsiteY66" fmla="*/ 919854 h 1012154"/>
                <a:gd name="connsiteX67" fmla="*/ 91472 w 287367"/>
                <a:gd name="connsiteY67" fmla="*/ 919846 h 1012154"/>
                <a:gd name="connsiteX68" fmla="*/ 93813 w 287367"/>
                <a:gd name="connsiteY68" fmla="*/ 919850 h 1012154"/>
                <a:gd name="connsiteX69" fmla="*/ 96297 w 287367"/>
                <a:gd name="connsiteY69" fmla="*/ 919845 h 1012154"/>
                <a:gd name="connsiteX70" fmla="*/ 104580 w 287367"/>
                <a:gd name="connsiteY70" fmla="*/ 919841 h 1012154"/>
                <a:gd name="connsiteX71" fmla="*/ 110502 w 287367"/>
                <a:gd name="connsiteY71" fmla="*/ 919834 h 1012154"/>
                <a:gd name="connsiteX72" fmla="*/ 124942 w 287367"/>
                <a:gd name="connsiteY72" fmla="*/ 919825 h 1012154"/>
                <a:gd name="connsiteX73" fmla="*/ 136677 w 287367"/>
                <a:gd name="connsiteY73" fmla="*/ 919821 h 1012154"/>
                <a:gd name="connsiteX74" fmla="*/ 169936 w 287367"/>
                <a:gd name="connsiteY74" fmla="*/ 919811 h 1012154"/>
                <a:gd name="connsiteX75" fmla="*/ 171748 w 287367"/>
                <a:gd name="connsiteY75" fmla="*/ 919811 h 1012154"/>
                <a:gd name="connsiteX76" fmla="*/ 173562 w 287367"/>
                <a:gd name="connsiteY76" fmla="*/ 919811 h 1012154"/>
                <a:gd name="connsiteX77" fmla="*/ 202671 w 287367"/>
                <a:gd name="connsiteY77" fmla="*/ 919794 h 1012154"/>
                <a:gd name="connsiteX78" fmla="*/ 232547 w 287367"/>
                <a:gd name="connsiteY78" fmla="*/ 919779 h 1012154"/>
                <a:gd name="connsiteX79" fmla="*/ 249326 w 287367"/>
                <a:gd name="connsiteY79" fmla="*/ 919769 h 1012154"/>
                <a:gd name="connsiteX80" fmla="*/ 263611 w 287367"/>
                <a:gd name="connsiteY80" fmla="*/ 919766 h 1012154"/>
                <a:gd name="connsiteX81" fmla="*/ 270901 w 287367"/>
                <a:gd name="connsiteY81" fmla="*/ 919762 h 1012154"/>
                <a:gd name="connsiteX82" fmla="*/ 278800 w 287367"/>
                <a:gd name="connsiteY82" fmla="*/ 919765 h 1012154"/>
                <a:gd name="connsiteX83" fmla="*/ 281132 w 287367"/>
                <a:gd name="connsiteY83" fmla="*/ 919754 h 1012154"/>
                <a:gd name="connsiteX84" fmla="*/ 283271 w 287367"/>
                <a:gd name="connsiteY84" fmla="*/ 919764 h 1012154"/>
                <a:gd name="connsiteX85" fmla="*/ 285112 w 287367"/>
                <a:gd name="connsiteY85" fmla="*/ 919764 h 1012154"/>
                <a:gd name="connsiteX86" fmla="*/ 290581 w 287367"/>
                <a:gd name="connsiteY86" fmla="*/ 921438 h 1012154"/>
                <a:gd name="connsiteX87" fmla="*/ 291028 w 287367"/>
                <a:gd name="connsiteY87" fmla="*/ 925063 h 1012154"/>
                <a:gd name="connsiteX88" fmla="*/ 291044 w 287367"/>
                <a:gd name="connsiteY88" fmla="*/ 927384 h 1012154"/>
                <a:gd name="connsiteX89" fmla="*/ 291003 w 287367"/>
                <a:gd name="connsiteY89" fmla="*/ 929940 h 1012154"/>
                <a:gd name="connsiteX90" fmla="*/ 291005 w 287367"/>
                <a:gd name="connsiteY90" fmla="*/ 932624 h 1012154"/>
                <a:gd name="connsiteX91" fmla="*/ 290958 w 287367"/>
                <a:gd name="connsiteY91" fmla="*/ 939921 h 1012154"/>
                <a:gd name="connsiteX92" fmla="*/ 290928 w 287367"/>
                <a:gd name="connsiteY92" fmla="*/ 947542 h 1012154"/>
                <a:gd name="connsiteX93" fmla="*/ 290849 w 287367"/>
                <a:gd name="connsiteY93" fmla="*/ 961979 h 1012154"/>
                <a:gd name="connsiteX94" fmla="*/ 290768 w 287367"/>
                <a:gd name="connsiteY94" fmla="*/ 978413 h 1012154"/>
                <a:gd name="connsiteX95" fmla="*/ 290581 w 287367"/>
                <a:gd name="connsiteY95" fmla="*/ 1012223 h 1012154"/>
                <a:gd name="connsiteX96" fmla="*/ 195100 w 287367"/>
                <a:gd name="connsiteY96" fmla="*/ 1012375 h 1012154"/>
                <a:gd name="connsiteX97" fmla="*/ 183838 w 287367"/>
                <a:gd name="connsiteY97" fmla="*/ 1012386 h 1012154"/>
                <a:gd name="connsiteX98" fmla="*/ 181573 w 287367"/>
                <a:gd name="connsiteY98" fmla="*/ 1012389 h 1012154"/>
                <a:gd name="connsiteX99" fmla="*/ 145226 w 287367"/>
                <a:gd name="connsiteY99" fmla="*/ 1012452 h 1012154"/>
                <a:gd name="connsiteX100" fmla="*/ 107956 w 287367"/>
                <a:gd name="connsiteY100" fmla="*/ 1012503 h 1012154"/>
                <a:gd name="connsiteX101" fmla="*/ 84942 w 287367"/>
                <a:gd name="connsiteY101" fmla="*/ 1012544 h 1012154"/>
                <a:gd name="connsiteX102" fmla="*/ 69180 w 287367"/>
                <a:gd name="connsiteY102" fmla="*/ 1012561 h 1012154"/>
                <a:gd name="connsiteX103" fmla="*/ 60073 w 287367"/>
                <a:gd name="connsiteY103" fmla="*/ 1012578 h 1012154"/>
                <a:gd name="connsiteX104" fmla="*/ 51748 w 287367"/>
                <a:gd name="connsiteY104" fmla="*/ 1012583 h 1012154"/>
                <a:gd name="connsiteX105" fmla="*/ 47286 w 287367"/>
                <a:gd name="connsiteY105" fmla="*/ 1012607 h 1012154"/>
                <a:gd name="connsiteX106" fmla="*/ 44638 w 287367"/>
                <a:gd name="connsiteY106" fmla="*/ 1012589 h 1012154"/>
                <a:gd name="connsiteX107" fmla="*/ 42338 w 287367"/>
                <a:gd name="connsiteY107" fmla="*/ 1012592 h 1012154"/>
                <a:gd name="connsiteX108" fmla="*/ 40550 w 287367"/>
                <a:gd name="connsiteY108" fmla="*/ 1012223 h 1012154"/>
                <a:gd name="connsiteX109" fmla="*/ 39061 w 287367"/>
                <a:gd name="connsiteY109" fmla="*/ 1009246 h 1012154"/>
                <a:gd name="connsiteX110" fmla="*/ 36829 w 287367"/>
                <a:gd name="connsiteY110" fmla="*/ 1007014 h 1012154"/>
                <a:gd name="connsiteX111" fmla="*/ 33852 w 287367"/>
                <a:gd name="connsiteY111" fmla="*/ 1002549 h 1012154"/>
                <a:gd name="connsiteX112" fmla="*/ 31620 w 287367"/>
                <a:gd name="connsiteY112" fmla="*/ 1001805 h 1012154"/>
                <a:gd name="connsiteX113" fmla="*/ 30876 w 287367"/>
                <a:gd name="connsiteY113" fmla="*/ 999572 h 1012154"/>
                <a:gd name="connsiteX114" fmla="*/ 28644 w 287367"/>
                <a:gd name="connsiteY114" fmla="*/ 998828 h 1012154"/>
                <a:gd name="connsiteX115" fmla="*/ 27899 w 287367"/>
                <a:gd name="connsiteY115" fmla="*/ 995852 h 1012154"/>
                <a:gd name="connsiteX116" fmla="*/ 25667 w 287367"/>
                <a:gd name="connsiteY116" fmla="*/ 994363 h 1012154"/>
                <a:gd name="connsiteX117" fmla="*/ 25667 w 287367"/>
                <a:gd name="connsiteY117" fmla="*/ 992131 h 1012154"/>
                <a:gd name="connsiteX118" fmla="*/ 22690 w 287367"/>
                <a:gd name="connsiteY118" fmla="*/ 992131 h 1012154"/>
                <a:gd name="connsiteX119" fmla="*/ 21946 w 287367"/>
                <a:gd name="connsiteY119" fmla="*/ 989154 h 1012154"/>
                <a:gd name="connsiteX120" fmla="*/ 20458 w 287367"/>
                <a:gd name="connsiteY120" fmla="*/ 989154 h 1012154"/>
                <a:gd name="connsiteX121" fmla="*/ 19853 w 287367"/>
                <a:gd name="connsiteY121" fmla="*/ 987899 h 1012154"/>
                <a:gd name="connsiteX122" fmla="*/ 13714 w 287367"/>
                <a:gd name="connsiteY122" fmla="*/ 981015 h 1012154"/>
                <a:gd name="connsiteX123" fmla="*/ 10738 w 287367"/>
                <a:gd name="connsiteY123" fmla="*/ 977155 h 1012154"/>
                <a:gd name="connsiteX124" fmla="*/ 7063 w 287367"/>
                <a:gd name="connsiteY124" fmla="*/ 973527 h 1012154"/>
                <a:gd name="connsiteX125" fmla="*/ 7063 w 287367"/>
                <a:gd name="connsiteY125" fmla="*/ 971295 h 1012154"/>
                <a:gd name="connsiteX126" fmla="*/ 5598 w 287367"/>
                <a:gd name="connsiteY126" fmla="*/ 971161 h 1012154"/>
                <a:gd name="connsiteX127" fmla="*/ 4087 w 287367"/>
                <a:gd name="connsiteY127" fmla="*/ 970551 h 1012154"/>
                <a:gd name="connsiteX128" fmla="*/ 3714 w 287367"/>
                <a:gd name="connsiteY128" fmla="*/ 964510 h 1012154"/>
                <a:gd name="connsiteX129" fmla="*/ 3701 w 287367"/>
                <a:gd name="connsiteY129" fmla="*/ 962555 h 1012154"/>
                <a:gd name="connsiteX130" fmla="*/ 3712 w 287367"/>
                <a:gd name="connsiteY130" fmla="*/ 955971 h 1012154"/>
                <a:gd name="connsiteX131" fmla="*/ 3699 w 287367"/>
                <a:gd name="connsiteY131" fmla="*/ 951223 h 1012154"/>
                <a:gd name="connsiteX132" fmla="*/ 3704 w 287367"/>
                <a:gd name="connsiteY132" fmla="*/ 938047 h 1012154"/>
                <a:gd name="connsiteX133" fmla="*/ 3695 w 287367"/>
                <a:gd name="connsiteY133" fmla="*/ 923762 h 1012154"/>
                <a:gd name="connsiteX134" fmla="*/ 3692 w 287367"/>
                <a:gd name="connsiteY134" fmla="*/ 898682 h 1012154"/>
                <a:gd name="connsiteX135" fmla="*/ 3696 w 287367"/>
                <a:gd name="connsiteY135" fmla="*/ 871759 h 1012154"/>
                <a:gd name="connsiteX136" fmla="*/ 3695 w 287367"/>
                <a:gd name="connsiteY136" fmla="*/ 870045 h 1012154"/>
                <a:gd name="connsiteX137" fmla="*/ 3690 w 287367"/>
                <a:gd name="connsiteY137" fmla="*/ 863131 h 1012154"/>
                <a:gd name="connsiteX138" fmla="*/ 3681 w 287367"/>
                <a:gd name="connsiteY138" fmla="*/ 798666 h 1012154"/>
                <a:gd name="connsiteX139" fmla="*/ 3682 w 287367"/>
                <a:gd name="connsiteY139" fmla="*/ 796735 h 1012154"/>
                <a:gd name="connsiteX140" fmla="*/ 3683 w 287367"/>
                <a:gd name="connsiteY140" fmla="*/ 794800 h 1012154"/>
                <a:gd name="connsiteX141" fmla="*/ 3689 w 287367"/>
                <a:gd name="connsiteY141" fmla="*/ 736528 h 1012154"/>
                <a:gd name="connsiteX142" fmla="*/ 3688 w 287367"/>
                <a:gd name="connsiteY142" fmla="*/ 732630 h 1012154"/>
                <a:gd name="connsiteX143" fmla="*/ 3685 w 287367"/>
                <a:gd name="connsiteY143" fmla="*/ 716969 h 1012154"/>
                <a:gd name="connsiteX144" fmla="*/ 3680 w 287367"/>
                <a:gd name="connsiteY144" fmla="*/ 673185 h 1012154"/>
                <a:gd name="connsiteX145" fmla="*/ 3680 w 287367"/>
                <a:gd name="connsiteY145" fmla="*/ 671170 h 1012154"/>
                <a:gd name="connsiteX146" fmla="*/ 3688 w 287367"/>
                <a:gd name="connsiteY146" fmla="*/ 607601 h 1012154"/>
                <a:gd name="connsiteX147" fmla="*/ 3689 w 287367"/>
                <a:gd name="connsiteY147" fmla="*/ 605517 h 1012154"/>
                <a:gd name="connsiteX148" fmla="*/ 3700 w 287367"/>
                <a:gd name="connsiteY148" fmla="*/ 572016 h 1012154"/>
                <a:gd name="connsiteX149" fmla="*/ 3699 w 287367"/>
                <a:gd name="connsiteY149" fmla="*/ 439139 h 1012154"/>
                <a:gd name="connsiteX150" fmla="*/ 3688 w 287367"/>
                <a:gd name="connsiteY150" fmla="*/ 405658 h 1012154"/>
                <a:gd name="connsiteX151" fmla="*/ 3688 w 287367"/>
                <a:gd name="connsiteY151" fmla="*/ 403575 h 1012154"/>
                <a:gd name="connsiteX152" fmla="*/ 3680 w 287367"/>
                <a:gd name="connsiteY152" fmla="*/ 340076 h 1012154"/>
                <a:gd name="connsiteX153" fmla="*/ 3680 w 287367"/>
                <a:gd name="connsiteY153" fmla="*/ 338063 h 1012154"/>
                <a:gd name="connsiteX154" fmla="*/ 3685 w 287367"/>
                <a:gd name="connsiteY154" fmla="*/ 294327 h 1012154"/>
                <a:gd name="connsiteX155" fmla="*/ 3688 w 287367"/>
                <a:gd name="connsiteY155" fmla="*/ 278678 h 1012154"/>
                <a:gd name="connsiteX156" fmla="*/ 3689 w 287367"/>
                <a:gd name="connsiteY156" fmla="*/ 274785 h 1012154"/>
                <a:gd name="connsiteX157" fmla="*/ 3682 w 287367"/>
                <a:gd name="connsiteY157" fmla="*/ 216525 h 1012154"/>
                <a:gd name="connsiteX158" fmla="*/ 3681 w 287367"/>
                <a:gd name="connsiteY158" fmla="*/ 214594 h 1012154"/>
                <a:gd name="connsiteX159" fmla="*/ 3680 w 287367"/>
                <a:gd name="connsiteY159" fmla="*/ 212666 h 1012154"/>
                <a:gd name="connsiteX160" fmla="*/ 3691 w 287367"/>
                <a:gd name="connsiteY160" fmla="*/ 148390 h 1012154"/>
                <a:gd name="connsiteX161" fmla="*/ 3696 w 287367"/>
                <a:gd name="connsiteY161" fmla="*/ 141497 h 1012154"/>
                <a:gd name="connsiteX162" fmla="*/ 3697 w 287367"/>
                <a:gd name="connsiteY162" fmla="*/ 139788 h 1012154"/>
                <a:gd name="connsiteX163" fmla="*/ 3690 w 287367"/>
                <a:gd name="connsiteY163" fmla="*/ 112931 h 1012154"/>
                <a:gd name="connsiteX164" fmla="*/ 3699 w 287367"/>
                <a:gd name="connsiteY164" fmla="*/ 86564 h 1012154"/>
                <a:gd name="connsiteX165" fmla="*/ 3698 w 287367"/>
                <a:gd name="connsiteY165" fmla="*/ 72442 h 1012154"/>
                <a:gd name="connsiteX166" fmla="*/ 3708 w 287367"/>
                <a:gd name="connsiteY166" fmla="*/ 59622 h 1012154"/>
                <a:gd name="connsiteX167" fmla="*/ 3701 w 287367"/>
                <a:gd name="connsiteY167" fmla="*/ 54987 h 1012154"/>
                <a:gd name="connsiteX168" fmla="*/ 3714 w 287367"/>
                <a:gd name="connsiteY168" fmla="*/ 48742 h 1012154"/>
                <a:gd name="connsiteX169" fmla="*/ 3692 w 287367"/>
                <a:gd name="connsiteY169" fmla="*/ 46899 h 1012154"/>
                <a:gd name="connsiteX170" fmla="*/ 4087 w 287367"/>
                <a:gd name="connsiteY170" fmla="*/ 42608 h 1012154"/>
                <a:gd name="connsiteX171" fmla="*/ 7063 w 287367"/>
                <a:gd name="connsiteY171" fmla="*/ 41119 h 1012154"/>
                <a:gd name="connsiteX172" fmla="*/ 9249 w 287367"/>
                <a:gd name="connsiteY172" fmla="*/ 38282 h 1012154"/>
                <a:gd name="connsiteX173" fmla="*/ 15249 w 287367"/>
                <a:gd name="connsiteY173" fmla="*/ 31446 h 1012154"/>
                <a:gd name="connsiteX174" fmla="*/ 16737 w 287367"/>
                <a:gd name="connsiteY174" fmla="*/ 31446 h 1012154"/>
                <a:gd name="connsiteX175" fmla="*/ 17481 w 287367"/>
                <a:gd name="connsiteY175" fmla="*/ 29585 h 1012154"/>
                <a:gd name="connsiteX176" fmla="*/ 18226 w 287367"/>
                <a:gd name="connsiteY176" fmla="*/ 27725 h 1012154"/>
                <a:gd name="connsiteX177" fmla="*/ 19714 w 287367"/>
                <a:gd name="connsiteY177" fmla="*/ 27725 h 1012154"/>
                <a:gd name="connsiteX178" fmla="*/ 19714 w 287367"/>
                <a:gd name="connsiteY178" fmla="*/ 25492 h 1012154"/>
                <a:gd name="connsiteX179" fmla="*/ 21574 w 287367"/>
                <a:gd name="connsiteY179" fmla="*/ 25167 h 1012154"/>
                <a:gd name="connsiteX180" fmla="*/ 23435 w 287367"/>
                <a:gd name="connsiteY180" fmla="*/ 24748 h 1012154"/>
                <a:gd name="connsiteX181" fmla="*/ 23435 w 287367"/>
                <a:gd name="connsiteY181" fmla="*/ 21772 h 1012154"/>
                <a:gd name="connsiteX182" fmla="*/ 25667 w 287367"/>
                <a:gd name="connsiteY182" fmla="*/ 21772 h 1012154"/>
                <a:gd name="connsiteX183" fmla="*/ 25667 w 287367"/>
                <a:gd name="connsiteY183" fmla="*/ 18051 h 1012154"/>
                <a:gd name="connsiteX184" fmla="*/ 28644 w 287367"/>
                <a:gd name="connsiteY184" fmla="*/ 18051 h 1012154"/>
                <a:gd name="connsiteX185" fmla="*/ 28644 w 287367"/>
                <a:gd name="connsiteY185" fmla="*/ 15074 h 1012154"/>
                <a:gd name="connsiteX186" fmla="*/ 31620 w 287367"/>
                <a:gd name="connsiteY186" fmla="*/ 15074 h 1012154"/>
                <a:gd name="connsiteX187" fmla="*/ 32364 w 287367"/>
                <a:gd name="connsiteY187" fmla="*/ 12098 h 1012154"/>
                <a:gd name="connsiteX188" fmla="*/ 33852 w 287367"/>
                <a:gd name="connsiteY188" fmla="*/ 11354 h 1012154"/>
                <a:gd name="connsiteX189" fmla="*/ 34178 w 287367"/>
                <a:gd name="connsiteY189" fmla="*/ 9865 h 1012154"/>
                <a:gd name="connsiteX190" fmla="*/ 34597 w 287367"/>
                <a:gd name="connsiteY190" fmla="*/ 8377 h 1012154"/>
                <a:gd name="connsiteX191" fmla="*/ 36829 w 287367"/>
                <a:gd name="connsiteY191" fmla="*/ 7633 h 1012154"/>
                <a:gd name="connsiteX192" fmla="*/ 37573 w 287367"/>
                <a:gd name="connsiteY192" fmla="*/ 5401 h 1012154"/>
                <a:gd name="connsiteX193" fmla="*/ 39061 w 287367"/>
                <a:gd name="connsiteY193" fmla="*/ 4656 h 1012154"/>
                <a:gd name="connsiteX194" fmla="*/ 39645 w 287367"/>
                <a:gd name="connsiteY194" fmla="*/ 2778 h 1012154"/>
                <a:gd name="connsiteX195" fmla="*/ 40550 w 287367"/>
                <a:gd name="connsiteY195" fmla="*/ 936 h 101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287367" h="1012154">
                  <a:moveTo>
                    <a:pt x="40550" y="936"/>
                  </a:moveTo>
                  <a:cubicBezTo>
                    <a:pt x="42327" y="473"/>
                    <a:pt x="42327" y="473"/>
                    <a:pt x="44610" y="476"/>
                  </a:cubicBezTo>
                  <a:cubicBezTo>
                    <a:pt x="45912" y="464"/>
                    <a:pt x="45912" y="464"/>
                    <a:pt x="47240" y="452"/>
                  </a:cubicBezTo>
                  <a:cubicBezTo>
                    <a:pt x="48683" y="467"/>
                    <a:pt x="48683" y="467"/>
                    <a:pt x="50154" y="483"/>
                  </a:cubicBezTo>
                  <a:cubicBezTo>
                    <a:pt x="51180" y="481"/>
                    <a:pt x="52205" y="477"/>
                    <a:pt x="53231" y="472"/>
                  </a:cubicBezTo>
                  <a:cubicBezTo>
                    <a:pt x="56058" y="462"/>
                    <a:pt x="58886" y="476"/>
                    <a:pt x="61713" y="493"/>
                  </a:cubicBezTo>
                  <a:cubicBezTo>
                    <a:pt x="64759" y="507"/>
                    <a:pt x="67804" y="501"/>
                    <a:pt x="70850" y="496"/>
                  </a:cubicBezTo>
                  <a:cubicBezTo>
                    <a:pt x="76820" y="491"/>
                    <a:pt x="82790" y="506"/>
                    <a:pt x="88760" y="527"/>
                  </a:cubicBezTo>
                  <a:cubicBezTo>
                    <a:pt x="95707" y="551"/>
                    <a:pt x="102653" y="554"/>
                    <a:pt x="109599" y="556"/>
                  </a:cubicBezTo>
                  <a:cubicBezTo>
                    <a:pt x="121989" y="561"/>
                    <a:pt x="134379" y="582"/>
                    <a:pt x="146769" y="614"/>
                  </a:cubicBezTo>
                  <a:cubicBezTo>
                    <a:pt x="158804" y="645"/>
                    <a:pt x="170839" y="666"/>
                    <a:pt x="182873" y="675"/>
                  </a:cubicBezTo>
                  <a:cubicBezTo>
                    <a:pt x="183614" y="676"/>
                    <a:pt x="184356" y="676"/>
                    <a:pt x="185119" y="677"/>
                  </a:cubicBezTo>
                  <a:cubicBezTo>
                    <a:pt x="188098" y="679"/>
                    <a:pt x="191077" y="681"/>
                    <a:pt x="194055" y="683"/>
                  </a:cubicBezTo>
                  <a:cubicBezTo>
                    <a:pt x="206889" y="693"/>
                    <a:pt x="219723" y="711"/>
                    <a:pt x="232557" y="729"/>
                  </a:cubicBezTo>
                  <a:cubicBezTo>
                    <a:pt x="234639" y="732"/>
                    <a:pt x="236721" y="735"/>
                    <a:pt x="238803" y="738"/>
                  </a:cubicBezTo>
                  <a:cubicBezTo>
                    <a:pt x="246089" y="747"/>
                    <a:pt x="253375" y="760"/>
                    <a:pt x="260661" y="779"/>
                  </a:cubicBezTo>
                  <a:cubicBezTo>
                    <a:pt x="263676" y="787"/>
                    <a:pt x="266690" y="793"/>
                    <a:pt x="269704" y="797"/>
                  </a:cubicBezTo>
                  <a:cubicBezTo>
                    <a:pt x="272460" y="800"/>
                    <a:pt x="275216" y="807"/>
                    <a:pt x="277972" y="817"/>
                  </a:cubicBezTo>
                  <a:cubicBezTo>
                    <a:pt x="279449" y="821"/>
                    <a:pt x="280926" y="822"/>
                    <a:pt x="282402" y="822"/>
                  </a:cubicBezTo>
                  <a:cubicBezTo>
                    <a:pt x="283270" y="826"/>
                    <a:pt x="284138" y="830"/>
                    <a:pt x="285032" y="834"/>
                  </a:cubicBezTo>
                  <a:cubicBezTo>
                    <a:pt x="285786" y="836"/>
                    <a:pt x="286539" y="837"/>
                    <a:pt x="287316" y="839"/>
                  </a:cubicBezTo>
                  <a:cubicBezTo>
                    <a:pt x="289093" y="936"/>
                    <a:pt x="289093" y="936"/>
                    <a:pt x="290581" y="1680"/>
                  </a:cubicBezTo>
                  <a:cubicBezTo>
                    <a:pt x="290768" y="3173"/>
                    <a:pt x="290768" y="3173"/>
                    <a:pt x="290770" y="5178"/>
                  </a:cubicBezTo>
                  <a:cubicBezTo>
                    <a:pt x="290774" y="5934"/>
                    <a:pt x="290778" y="6691"/>
                    <a:pt x="290783" y="7470"/>
                  </a:cubicBezTo>
                  <a:cubicBezTo>
                    <a:pt x="290778" y="8725"/>
                    <a:pt x="290778" y="8725"/>
                    <a:pt x="290774" y="10006"/>
                  </a:cubicBezTo>
                  <a:cubicBezTo>
                    <a:pt x="290778" y="11320"/>
                    <a:pt x="290778" y="11320"/>
                    <a:pt x="290782" y="12661"/>
                  </a:cubicBezTo>
                  <a:cubicBezTo>
                    <a:pt x="290787" y="15070"/>
                    <a:pt x="290786" y="17479"/>
                    <a:pt x="290781" y="19888"/>
                  </a:cubicBezTo>
                  <a:cubicBezTo>
                    <a:pt x="290777" y="22405"/>
                    <a:pt x="290781" y="24922"/>
                    <a:pt x="290783" y="27439"/>
                  </a:cubicBezTo>
                  <a:cubicBezTo>
                    <a:pt x="290786" y="31667"/>
                    <a:pt x="290782" y="35896"/>
                    <a:pt x="290775" y="40124"/>
                  </a:cubicBezTo>
                  <a:cubicBezTo>
                    <a:pt x="290767" y="45017"/>
                    <a:pt x="290770" y="49909"/>
                    <a:pt x="290778" y="54802"/>
                  </a:cubicBezTo>
                  <a:cubicBezTo>
                    <a:pt x="290785" y="58997"/>
                    <a:pt x="290785" y="63192"/>
                    <a:pt x="290782" y="67387"/>
                  </a:cubicBezTo>
                  <a:cubicBezTo>
                    <a:pt x="290779" y="69895"/>
                    <a:pt x="290779" y="72403"/>
                    <a:pt x="290784" y="74911"/>
                  </a:cubicBezTo>
                  <a:cubicBezTo>
                    <a:pt x="290788" y="77707"/>
                    <a:pt x="290782" y="80502"/>
                    <a:pt x="290774" y="83298"/>
                  </a:cubicBezTo>
                  <a:cubicBezTo>
                    <a:pt x="290777" y="84134"/>
                    <a:pt x="290780" y="84969"/>
                    <a:pt x="290783" y="85830"/>
                  </a:cubicBezTo>
                  <a:cubicBezTo>
                    <a:pt x="290779" y="86588"/>
                    <a:pt x="290774" y="87347"/>
                    <a:pt x="290770" y="88129"/>
                  </a:cubicBezTo>
                  <a:cubicBezTo>
                    <a:pt x="290769" y="89121"/>
                    <a:pt x="290769" y="89121"/>
                    <a:pt x="290768" y="90134"/>
                  </a:cubicBezTo>
                  <a:cubicBezTo>
                    <a:pt x="290581" y="91721"/>
                    <a:pt x="290581" y="91721"/>
                    <a:pt x="289093" y="93209"/>
                  </a:cubicBezTo>
                  <a:cubicBezTo>
                    <a:pt x="287602" y="93394"/>
                    <a:pt x="287602" y="93394"/>
                    <a:pt x="285729" y="93392"/>
                  </a:cubicBezTo>
                  <a:cubicBezTo>
                    <a:pt x="284661" y="93397"/>
                    <a:pt x="284661" y="93397"/>
                    <a:pt x="283571" y="93401"/>
                  </a:cubicBezTo>
                  <a:cubicBezTo>
                    <a:pt x="282389" y="93395"/>
                    <a:pt x="282389" y="93395"/>
                    <a:pt x="281183" y="93388"/>
                  </a:cubicBezTo>
                  <a:cubicBezTo>
                    <a:pt x="280350" y="93389"/>
                    <a:pt x="279517" y="93391"/>
                    <a:pt x="278659" y="93392"/>
                  </a:cubicBezTo>
                  <a:cubicBezTo>
                    <a:pt x="275850" y="93394"/>
                    <a:pt x="273040" y="93386"/>
                    <a:pt x="270231" y="93378"/>
                  </a:cubicBezTo>
                  <a:cubicBezTo>
                    <a:pt x="268224" y="93378"/>
                    <a:pt x="266217" y="93378"/>
                    <a:pt x="264211" y="93379"/>
                  </a:cubicBezTo>
                  <a:cubicBezTo>
                    <a:pt x="259881" y="93380"/>
                    <a:pt x="255551" y="93375"/>
                    <a:pt x="251220" y="93367"/>
                  </a:cubicBezTo>
                  <a:cubicBezTo>
                    <a:pt x="244958" y="93354"/>
                    <a:pt x="238696" y="93351"/>
                    <a:pt x="232434" y="93349"/>
                  </a:cubicBezTo>
                  <a:cubicBezTo>
                    <a:pt x="222272" y="93345"/>
                    <a:pt x="212111" y="93336"/>
                    <a:pt x="201949" y="93321"/>
                  </a:cubicBezTo>
                  <a:cubicBezTo>
                    <a:pt x="192080" y="93308"/>
                    <a:pt x="182211" y="93297"/>
                    <a:pt x="172342" y="93291"/>
                  </a:cubicBezTo>
                  <a:cubicBezTo>
                    <a:pt x="171734" y="93291"/>
                    <a:pt x="171126" y="93290"/>
                    <a:pt x="170500" y="93290"/>
                  </a:cubicBezTo>
                  <a:cubicBezTo>
                    <a:pt x="167451" y="93288"/>
                    <a:pt x="164402" y="93286"/>
                    <a:pt x="161352" y="93284"/>
                  </a:cubicBezTo>
                  <a:cubicBezTo>
                    <a:pt x="136464" y="93269"/>
                    <a:pt x="111577" y="93243"/>
                    <a:pt x="86689" y="93211"/>
                  </a:cubicBezTo>
                  <a:cubicBezTo>
                    <a:pt x="85696" y="93210"/>
                    <a:pt x="84703" y="93209"/>
                    <a:pt x="83710" y="93209"/>
                  </a:cubicBezTo>
                  <a:cubicBezTo>
                    <a:pt x="83710" y="214028"/>
                    <a:pt x="83710" y="334846"/>
                    <a:pt x="83710" y="459326"/>
                  </a:cubicBezTo>
                  <a:cubicBezTo>
                    <a:pt x="151513" y="459297"/>
                    <a:pt x="151513" y="459297"/>
                    <a:pt x="219316" y="459259"/>
                  </a:cubicBezTo>
                  <a:cubicBezTo>
                    <a:pt x="232397" y="459256"/>
                    <a:pt x="232397" y="459256"/>
                    <a:pt x="238511" y="459255"/>
                  </a:cubicBezTo>
                  <a:cubicBezTo>
                    <a:pt x="242803" y="459255"/>
                    <a:pt x="247094" y="459252"/>
                    <a:pt x="251386" y="459248"/>
                  </a:cubicBezTo>
                  <a:cubicBezTo>
                    <a:pt x="256330" y="459243"/>
                    <a:pt x="261273" y="459241"/>
                    <a:pt x="266217" y="459242"/>
                  </a:cubicBezTo>
                  <a:cubicBezTo>
                    <a:pt x="268748" y="459242"/>
                    <a:pt x="271280" y="459242"/>
                    <a:pt x="273811" y="459238"/>
                  </a:cubicBezTo>
                  <a:cubicBezTo>
                    <a:pt x="276515" y="459234"/>
                    <a:pt x="279218" y="459235"/>
                    <a:pt x="281922" y="459237"/>
                  </a:cubicBezTo>
                  <a:cubicBezTo>
                    <a:pt x="282722" y="459235"/>
                    <a:pt x="283521" y="459232"/>
                    <a:pt x="284345" y="459230"/>
                  </a:cubicBezTo>
                  <a:cubicBezTo>
                    <a:pt x="285065" y="459232"/>
                    <a:pt x="285785" y="459233"/>
                    <a:pt x="286526" y="459235"/>
                  </a:cubicBezTo>
                  <a:cubicBezTo>
                    <a:pt x="287152" y="459234"/>
                    <a:pt x="287778" y="459234"/>
                    <a:pt x="288423" y="459234"/>
                  </a:cubicBezTo>
                  <a:cubicBezTo>
                    <a:pt x="289837" y="459326"/>
                    <a:pt x="289837" y="459326"/>
                    <a:pt x="290581" y="460070"/>
                  </a:cubicBezTo>
                  <a:cubicBezTo>
                    <a:pt x="290581" y="490030"/>
                    <a:pt x="290581" y="519989"/>
                    <a:pt x="290581" y="550856"/>
                  </a:cubicBezTo>
                  <a:cubicBezTo>
                    <a:pt x="222068" y="550856"/>
                    <a:pt x="153555" y="550856"/>
                    <a:pt x="82966" y="550856"/>
                  </a:cubicBezTo>
                  <a:cubicBezTo>
                    <a:pt x="83211" y="672902"/>
                    <a:pt x="83457" y="794949"/>
                    <a:pt x="83710" y="920693"/>
                  </a:cubicBezTo>
                  <a:cubicBezTo>
                    <a:pt x="84447" y="920448"/>
                    <a:pt x="85183" y="920202"/>
                    <a:pt x="85942" y="919949"/>
                  </a:cubicBezTo>
                  <a:cubicBezTo>
                    <a:pt x="87075" y="919881"/>
                    <a:pt x="88210" y="919855"/>
                    <a:pt x="89344" y="919854"/>
                  </a:cubicBezTo>
                  <a:cubicBezTo>
                    <a:pt x="90397" y="919850"/>
                    <a:pt x="90397" y="919850"/>
                    <a:pt x="91472" y="919846"/>
                  </a:cubicBezTo>
                  <a:cubicBezTo>
                    <a:pt x="92245" y="919847"/>
                    <a:pt x="93017" y="919849"/>
                    <a:pt x="93813" y="919850"/>
                  </a:cubicBezTo>
                  <a:cubicBezTo>
                    <a:pt x="95043" y="919847"/>
                    <a:pt x="95043" y="919847"/>
                    <a:pt x="96297" y="919845"/>
                  </a:cubicBezTo>
                  <a:cubicBezTo>
                    <a:pt x="99058" y="919840"/>
                    <a:pt x="101819" y="919841"/>
                    <a:pt x="104580" y="919841"/>
                  </a:cubicBezTo>
                  <a:cubicBezTo>
                    <a:pt x="106554" y="919839"/>
                    <a:pt x="108528" y="919836"/>
                    <a:pt x="110502" y="919834"/>
                  </a:cubicBezTo>
                  <a:cubicBezTo>
                    <a:pt x="115315" y="919827"/>
                    <a:pt x="120128" y="919825"/>
                    <a:pt x="124942" y="919825"/>
                  </a:cubicBezTo>
                  <a:cubicBezTo>
                    <a:pt x="128854" y="919825"/>
                    <a:pt x="132765" y="919823"/>
                    <a:pt x="136677" y="919821"/>
                  </a:cubicBezTo>
                  <a:cubicBezTo>
                    <a:pt x="147763" y="919814"/>
                    <a:pt x="158850" y="919811"/>
                    <a:pt x="169936" y="919811"/>
                  </a:cubicBezTo>
                  <a:cubicBezTo>
                    <a:pt x="170534" y="919811"/>
                    <a:pt x="171132" y="919811"/>
                    <a:pt x="171748" y="919811"/>
                  </a:cubicBezTo>
                  <a:cubicBezTo>
                    <a:pt x="172346" y="919811"/>
                    <a:pt x="172945" y="919811"/>
                    <a:pt x="173562" y="919811"/>
                  </a:cubicBezTo>
                  <a:cubicBezTo>
                    <a:pt x="183265" y="919812"/>
                    <a:pt x="192968" y="919805"/>
                    <a:pt x="202671" y="919794"/>
                  </a:cubicBezTo>
                  <a:cubicBezTo>
                    <a:pt x="212630" y="919784"/>
                    <a:pt x="222589" y="919778"/>
                    <a:pt x="232547" y="919779"/>
                  </a:cubicBezTo>
                  <a:cubicBezTo>
                    <a:pt x="238140" y="919779"/>
                    <a:pt x="243733" y="919777"/>
                    <a:pt x="249326" y="919769"/>
                  </a:cubicBezTo>
                  <a:cubicBezTo>
                    <a:pt x="254088" y="919762"/>
                    <a:pt x="258849" y="919761"/>
                    <a:pt x="263611" y="919766"/>
                  </a:cubicBezTo>
                  <a:cubicBezTo>
                    <a:pt x="266041" y="919768"/>
                    <a:pt x="268471" y="919768"/>
                    <a:pt x="270901" y="919762"/>
                  </a:cubicBezTo>
                  <a:cubicBezTo>
                    <a:pt x="273534" y="919756"/>
                    <a:pt x="276167" y="919760"/>
                    <a:pt x="278800" y="919765"/>
                  </a:cubicBezTo>
                  <a:cubicBezTo>
                    <a:pt x="279570" y="919761"/>
                    <a:pt x="280339" y="919758"/>
                    <a:pt x="281132" y="919754"/>
                  </a:cubicBezTo>
                  <a:cubicBezTo>
                    <a:pt x="281838" y="919757"/>
                    <a:pt x="282544" y="919761"/>
                    <a:pt x="283271" y="919764"/>
                  </a:cubicBezTo>
                  <a:cubicBezTo>
                    <a:pt x="283879" y="919764"/>
                    <a:pt x="284486" y="919764"/>
                    <a:pt x="285112" y="919764"/>
                  </a:cubicBezTo>
                  <a:cubicBezTo>
                    <a:pt x="287229" y="919989"/>
                    <a:pt x="288730" y="920371"/>
                    <a:pt x="290581" y="921438"/>
                  </a:cubicBezTo>
                  <a:cubicBezTo>
                    <a:pt x="291039" y="923038"/>
                    <a:pt x="291039" y="923038"/>
                    <a:pt x="291028" y="925063"/>
                  </a:cubicBezTo>
                  <a:cubicBezTo>
                    <a:pt x="291036" y="926212"/>
                    <a:pt x="291036" y="926212"/>
                    <a:pt x="291044" y="927384"/>
                  </a:cubicBezTo>
                  <a:cubicBezTo>
                    <a:pt x="291031" y="928228"/>
                    <a:pt x="291017" y="929071"/>
                    <a:pt x="291003" y="929940"/>
                  </a:cubicBezTo>
                  <a:cubicBezTo>
                    <a:pt x="291004" y="930826"/>
                    <a:pt x="291005" y="931712"/>
                    <a:pt x="291005" y="932624"/>
                  </a:cubicBezTo>
                  <a:cubicBezTo>
                    <a:pt x="291003" y="935057"/>
                    <a:pt x="290984" y="937488"/>
                    <a:pt x="290958" y="939921"/>
                  </a:cubicBezTo>
                  <a:cubicBezTo>
                    <a:pt x="290935" y="942461"/>
                    <a:pt x="290933" y="945002"/>
                    <a:pt x="290928" y="947542"/>
                  </a:cubicBezTo>
                  <a:cubicBezTo>
                    <a:pt x="290917" y="952354"/>
                    <a:pt x="290886" y="957167"/>
                    <a:pt x="290849" y="961979"/>
                  </a:cubicBezTo>
                  <a:cubicBezTo>
                    <a:pt x="290807" y="967457"/>
                    <a:pt x="290787" y="972935"/>
                    <a:pt x="290768" y="978413"/>
                  </a:cubicBezTo>
                  <a:cubicBezTo>
                    <a:pt x="290729" y="989683"/>
                    <a:pt x="290664" y="1000953"/>
                    <a:pt x="290581" y="1012223"/>
                  </a:cubicBezTo>
                  <a:cubicBezTo>
                    <a:pt x="258754" y="1012291"/>
                    <a:pt x="226927" y="1012343"/>
                    <a:pt x="195100" y="1012375"/>
                  </a:cubicBezTo>
                  <a:cubicBezTo>
                    <a:pt x="191346" y="1012378"/>
                    <a:pt x="187592" y="1012382"/>
                    <a:pt x="183838" y="1012386"/>
                  </a:cubicBezTo>
                  <a:cubicBezTo>
                    <a:pt x="182717" y="1012387"/>
                    <a:pt x="182717" y="1012387"/>
                    <a:pt x="181573" y="1012389"/>
                  </a:cubicBezTo>
                  <a:cubicBezTo>
                    <a:pt x="169458" y="1012402"/>
                    <a:pt x="157342" y="1012425"/>
                    <a:pt x="145226" y="1012452"/>
                  </a:cubicBezTo>
                  <a:cubicBezTo>
                    <a:pt x="132803" y="1012480"/>
                    <a:pt x="120380" y="1012497"/>
                    <a:pt x="107956" y="1012503"/>
                  </a:cubicBezTo>
                  <a:cubicBezTo>
                    <a:pt x="100285" y="1012507"/>
                    <a:pt x="92614" y="1012520"/>
                    <a:pt x="84942" y="1012544"/>
                  </a:cubicBezTo>
                  <a:cubicBezTo>
                    <a:pt x="79688" y="1012560"/>
                    <a:pt x="74434" y="1012564"/>
                    <a:pt x="69180" y="1012561"/>
                  </a:cubicBezTo>
                  <a:cubicBezTo>
                    <a:pt x="66144" y="1012559"/>
                    <a:pt x="63109" y="1012562"/>
                    <a:pt x="60073" y="1012578"/>
                  </a:cubicBezTo>
                  <a:cubicBezTo>
                    <a:pt x="57298" y="1012592"/>
                    <a:pt x="54523" y="1012593"/>
                    <a:pt x="51748" y="1012583"/>
                  </a:cubicBezTo>
                  <a:cubicBezTo>
                    <a:pt x="50261" y="1012581"/>
                    <a:pt x="48773" y="1012594"/>
                    <a:pt x="47286" y="1012607"/>
                  </a:cubicBezTo>
                  <a:cubicBezTo>
                    <a:pt x="45975" y="1012598"/>
                    <a:pt x="45975" y="1012598"/>
                    <a:pt x="44638" y="1012589"/>
                  </a:cubicBezTo>
                  <a:cubicBezTo>
                    <a:pt x="43879" y="1012590"/>
                    <a:pt x="43120" y="1012591"/>
                    <a:pt x="42338" y="1012592"/>
                  </a:cubicBezTo>
                  <a:cubicBezTo>
                    <a:pt x="41748" y="1012470"/>
                    <a:pt x="41158" y="1012348"/>
                    <a:pt x="40550" y="1012223"/>
                  </a:cubicBezTo>
                  <a:cubicBezTo>
                    <a:pt x="39617" y="1010784"/>
                    <a:pt x="39617" y="1010784"/>
                    <a:pt x="39061" y="1009246"/>
                  </a:cubicBezTo>
                  <a:cubicBezTo>
                    <a:pt x="38007" y="1008068"/>
                    <a:pt x="38007" y="1008068"/>
                    <a:pt x="36829" y="1007014"/>
                  </a:cubicBezTo>
                  <a:cubicBezTo>
                    <a:pt x="35118" y="1005435"/>
                    <a:pt x="34617" y="1004844"/>
                    <a:pt x="33852" y="1002549"/>
                  </a:cubicBezTo>
                  <a:cubicBezTo>
                    <a:pt x="33116" y="1002303"/>
                    <a:pt x="32379" y="1002058"/>
                    <a:pt x="31620" y="1001805"/>
                  </a:cubicBezTo>
                  <a:cubicBezTo>
                    <a:pt x="31252" y="1000700"/>
                    <a:pt x="31252" y="1000700"/>
                    <a:pt x="30876" y="999572"/>
                  </a:cubicBezTo>
                  <a:cubicBezTo>
                    <a:pt x="30139" y="999327"/>
                    <a:pt x="29403" y="999081"/>
                    <a:pt x="28644" y="998828"/>
                  </a:cubicBezTo>
                  <a:cubicBezTo>
                    <a:pt x="28388" y="997838"/>
                    <a:pt x="28140" y="996846"/>
                    <a:pt x="27899" y="995852"/>
                  </a:cubicBezTo>
                  <a:cubicBezTo>
                    <a:pt x="27163" y="995360"/>
                    <a:pt x="26426" y="994869"/>
                    <a:pt x="25667" y="994363"/>
                  </a:cubicBezTo>
                  <a:cubicBezTo>
                    <a:pt x="25667" y="993627"/>
                    <a:pt x="25667" y="992890"/>
                    <a:pt x="25667" y="992131"/>
                  </a:cubicBezTo>
                  <a:cubicBezTo>
                    <a:pt x="24685" y="992131"/>
                    <a:pt x="23702" y="992131"/>
                    <a:pt x="22690" y="992131"/>
                  </a:cubicBezTo>
                  <a:cubicBezTo>
                    <a:pt x="22225" y="990643"/>
                    <a:pt x="22225" y="990643"/>
                    <a:pt x="21946" y="989154"/>
                  </a:cubicBezTo>
                  <a:cubicBezTo>
                    <a:pt x="21455" y="989154"/>
                    <a:pt x="20964" y="989154"/>
                    <a:pt x="20458" y="989154"/>
                  </a:cubicBezTo>
                  <a:cubicBezTo>
                    <a:pt x="20258" y="988740"/>
                    <a:pt x="20059" y="988326"/>
                    <a:pt x="19853" y="987899"/>
                  </a:cubicBezTo>
                  <a:cubicBezTo>
                    <a:pt x="18406" y="985080"/>
                    <a:pt x="16003" y="983165"/>
                    <a:pt x="13714" y="981015"/>
                  </a:cubicBezTo>
                  <a:cubicBezTo>
                    <a:pt x="12272" y="979481"/>
                    <a:pt x="12272" y="979481"/>
                    <a:pt x="10738" y="977155"/>
                  </a:cubicBezTo>
                  <a:cubicBezTo>
                    <a:pt x="9404" y="974883"/>
                    <a:pt x="9404" y="974883"/>
                    <a:pt x="7063" y="973527"/>
                  </a:cubicBezTo>
                  <a:cubicBezTo>
                    <a:pt x="7063" y="972791"/>
                    <a:pt x="7063" y="972054"/>
                    <a:pt x="7063" y="971295"/>
                  </a:cubicBezTo>
                  <a:cubicBezTo>
                    <a:pt x="6580" y="971251"/>
                    <a:pt x="6097" y="971207"/>
                    <a:pt x="5598" y="971161"/>
                  </a:cubicBezTo>
                  <a:cubicBezTo>
                    <a:pt x="4850" y="970859"/>
                    <a:pt x="4850" y="970859"/>
                    <a:pt x="4087" y="970551"/>
                  </a:cubicBezTo>
                  <a:cubicBezTo>
                    <a:pt x="3777" y="968446"/>
                    <a:pt x="3689" y="966622"/>
                    <a:pt x="3714" y="964510"/>
                  </a:cubicBezTo>
                  <a:cubicBezTo>
                    <a:pt x="3710" y="963865"/>
                    <a:pt x="3705" y="963220"/>
                    <a:pt x="3701" y="962555"/>
                  </a:cubicBezTo>
                  <a:cubicBezTo>
                    <a:pt x="3691" y="960360"/>
                    <a:pt x="3702" y="958166"/>
                    <a:pt x="3712" y="955971"/>
                  </a:cubicBezTo>
                  <a:cubicBezTo>
                    <a:pt x="3709" y="954388"/>
                    <a:pt x="3705" y="952805"/>
                    <a:pt x="3699" y="951223"/>
                  </a:cubicBezTo>
                  <a:cubicBezTo>
                    <a:pt x="3687" y="946831"/>
                    <a:pt x="3695" y="942439"/>
                    <a:pt x="3704" y="938047"/>
                  </a:cubicBezTo>
                  <a:cubicBezTo>
                    <a:pt x="3712" y="933286"/>
                    <a:pt x="3702" y="928524"/>
                    <a:pt x="3695" y="923762"/>
                  </a:cubicBezTo>
                  <a:cubicBezTo>
                    <a:pt x="3684" y="915402"/>
                    <a:pt x="3684" y="907042"/>
                    <a:pt x="3692" y="898682"/>
                  </a:cubicBezTo>
                  <a:cubicBezTo>
                    <a:pt x="3700" y="889708"/>
                    <a:pt x="3702" y="880734"/>
                    <a:pt x="3696" y="871759"/>
                  </a:cubicBezTo>
                  <a:cubicBezTo>
                    <a:pt x="3695" y="871194"/>
                    <a:pt x="3695" y="870628"/>
                    <a:pt x="3695" y="870045"/>
                  </a:cubicBezTo>
                  <a:cubicBezTo>
                    <a:pt x="3693" y="867740"/>
                    <a:pt x="3691" y="865436"/>
                    <a:pt x="3690" y="863131"/>
                  </a:cubicBezTo>
                  <a:cubicBezTo>
                    <a:pt x="3674" y="841643"/>
                    <a:pt x="3673" y="820155"/>
                    <a:pt x="3681" y="798666"/>
                  </a:cubicBezTo>
                  <a:cubicBezTo>
                    <a:pt x="3682" y="797710"/>
                    <a:pt x="3682" y="797710"/>
                    <a:pt x="3682" y="796735"/>
                  </a:cubicBezTo>
                  <a:cubicBezTo>
                    <a:pt x="3682" y="796097"/>
                    <a:pt x="3682" y="795458"/>
                    <a:pt x="3683" y="794800"/>
                  </a:cubicBezTo>
                  <a:cubicBezTo>
                    <a:pt x="3690" y="775376"/>
                    <a:pt x="3692" y="755952"/>
                    <a:pt x="3689" y="736528"/>
                  </a:cubicBezTo>
                  <a:cubicBezTo>
                    <a:pt x="3688" y="735228"/>
                    <a:pt x="3688" y="733929"/>
                    <a:pt x="3688" y="732630"/>
                  </a:cubicBezTo>
                  <a:cubicBezTo>
                    <a:pt x="3687" y="727410"/>
                    <a:pt x="3686" y="722189"/>
                    <a:pt x="3685" y="716969"/>
                  </a:cubicBezTo>
                  <a:cubicBezTo>
                    <a:pt x="3682" y="702374"/>
                    <a:pt x="3681" y="687779"/>
                    <a:pt x="3680" y="673185"/>
                  </a:cubicBezTo>
                  <a:cubicBezTo>
                    <a:pt x="3680" y="672520"/>
                    <a:pt x="3680" y="671855"/>
                    <a:pt x="3680" y="671170"/>
                  </a:cubicBezTo>
                  <a:cubicBezTo>
                    <a:pt x="3678" y="649980"/>
                    <a:pt x="3682" y="628791"/>
                    <a:pt x="3688" y="607601"/>
                  </a:cubicBezTo>
                  <a:cubicBezTo>
                    <a:pt x="3688" y="606913"/>
                    <a:pt x="3689" y="606225"/>
                    <a:pt x="3689" y="605517"/>
                  </a:cubicBezTo>
                  <a:cubicBezTo>
                    <a:pt x="3692" y="594350"/>
                    <a:pt x="3696" y="583183"/>
                    <a:pt x="3700" y="572016"/>
                  </a:cubicBezTo>
                  <a:cubicBezTo>
                    <a:pt x="3714" y="527723"/>
                    <a:pt x="3713" y="483431"/>
                    <a:pt x="3699" y="439139"/>
                  </a:cubicBezTo>
                  <a:cubicBezTo>
                    <a:pt x="3695" y="427979"/>
                    <a:pt x="3692" y="416818"/>
                    <a:pt x="3688" y="405658"/>
                  </a:cubicBezTo>
                  <a:cubicBezTo>
                    <a:pt x="3688" y="404627"/>
                    <a:pt x="3688" y="404627"/>
                    <a:pt x="3688" y="403575"/>
                  </a:cubicBezTo>
                  <a:cubicBezTo>
                    <a:pt x="3681" y="382409"/>
                    <a:pt x="3678" y="361242"/>
                    <a:pt x="3680" y="340076"/>
                  </a:cubicBezTo>
                  <a:cubicBezTo>
                    <a:pt x="3680" y="339411"/>
                    <a:pt x="3680" y="338747"/>
                    <a:pt x="3680" y="338063"/>
                  </a:cubicBezTo>
                  <a:cubicBezTo>
                    <a:pt x="3681" y="323484"/>
                    <a:pt x="3683" y="308905"/>
                    <a:pt x="3685" y="294327"/>
                  </a:cubicBezTo>
                  <a:cubicBezTo>
                    <a:pt x="3686" y="289110"/>
                    <a:pt x="3687" y="283894"/>
                    <a:pt x="3688" y="278678"/>
                  </a:cubicBezTo>
                  <a:cubicBezTo>
                    <a:pt x="3688" y="277381"/>
                    <a:pt x="3689" y="276083"/>
                    <a:pt x="3689" y="274785"/>
                  </a:cubicBezTo>
                  <a:cubicBezTo>
                    <a:pt x="3692" y="255365"/>
                    <a:pt x="3689" y="235945"/>
                    <a:pt x="3682" y="216525"/>
                  </a:cubicBezTo>
                  <a:cubicBezTo>
                    <a:pt x="3682" y="215887"/>
                    <a:pt x="3681" y="215250"/>
                    <a:pt x="3681" y="214594"/>
                  </a:cubicBezTo>
                  <a:cubicBezTo>
                    <a:pt x="3681" y="213957"/>
                    <a:pt x="3681" y="213321"/>
                    <a:pt x="3680" y="212666"/>
                  </a:cubicBezTo>
                  <a:cubicBezTo>
                    <a:pt x="3672" y="191241"/>
                    <a:pt x="3675" y="169815"/>
                    <a:pt x="3691" y="148390"/>
                  </a:cubicBezTo>
                  <a:cubicBezTo>
                    <a:pt x="3693" y="146092"/>
                    <a:pt x="3694" y="143795"/>
                    <a:pt x="3696" y="141497"/>
                  </a:cubicBezTo>
                  <a:cubicBezTo>
                    <a:pt x="3696" y="140933"/>
                    <a:pt x="3697" y="140369"/>
                    <a:pt x="3697" y="139788"/>
                  </a:cubicBezTo>
                  <a:cubicBezTo>
                    <a:pt x="3703" y="130836"/>
                    <a:pt x="3699" y="121883"/>
                    <a:pt x="3690" y="112931"/>
                  </a:cubicBezTo>
                  <a:cubicBezTo>
                    <a:pt x="3683" y="104142"/>
                    <a:pt x="3686" y="95353"/>
                    <a:pt x="3699" y="86564"/>
                  </a:cubicBezTo>
                  <a:cubicBezTo>
                    <a:pt x="3707" y="81856"/>
                    <a:pt x="3709" y="77149"/>
                    <a:pt x="3698" y="72442"/>
                  </a:cubicBezTo>
                  <a:cubicBezTo>
                    <a:pt x="3689" y="68168"/>
                    <a:pt x="3693" y="63895"/>
                    <a:pt x="3708" y="59622"/>
                  </a:cubicBezTo>
                  <a:cubicBezTo>
                    <a:pt x="3711" y="58077"/>
                    <a:pt x="3709" y="56532"/>
                    <a:pt x="3701" y="54987"/>
                  </a:cubicBezTo>
                  <a:cubicBezTo>
                    <a:pt x="3692" y="52905"/>
                    <a:pt x="3700" y="50824"/>
                    <a:pt x="3714" y="48742"/>
                  </a:cubicBezTo>
                  <a:cubicBezTo>
                    <a:pt x="3707" y="48134"/>
                    <a:pt x="3700" y="47526"/>
                    <a:pt x="3692" y="46899"/>
                  </a:cubicBezTo>
                  <a:cubicBezTo>
                    <a:pt x="3714" y="45234"/>
                    <a:pt x="3714" y="45234"/>
                    <a:pt x="4087" y="42608"/>
                  </a:cubicBezTo>
                  <a:cubicBezTo>
                    <a:pt x="5527" y="41562"/>
                    <a:pt x="5527" y="41562"/>
                    <a:pt x="7063" y="41119"/>
                  </a:cubicBezTo>
                  <a:cubicBezTo>
                    <a:pt x="8236" y="39808"/>
                    <a:pt x="8236" y="39808"/>
                    <a:pt x="9249" y="38282"/>
                  </a:cubicBezTo>
                  <a:cubicBezTo>
                    <a:pt x="11083" y="35734"/>
                    <a:pt x="12901" y="33533"/>
                    <a:pt x="15249" y="31446"/>
                  </a:cubicBezTo>
                  <a:cubicBezTo>
                    <a:pt x="15740" y="31446"/>
                    <a:pt x="16231" y="31446"/>
                    <a:pt x="16737" y="31446"/>
                  </a:cubicBezTo>
                  <a:cubicBezTo>
                    <a:pt x="16983" y="30832"/>
                    <a:pt x="17228" y="30218"/>
                    <a:pt x="17481" y="29585"/>
                  </a:cubicBezTo>
                  <a:cubicBezTo>
                    <a:pt x="17727" y="28971"/>
                    <a:pt x="17973" y="28357"/>
                    <a:pt x="18226" y="27725"/>
                  </a:cubicBezTo>
                  <a:cubicBezTo>
                    <a:pt x="18717" y="27725"/>
                    <a:pt x="19208" y="27725"/>
                    <a:pt x="19714" y="27725"/>
                  </a:cubicBezTo>
                  <a:cubicBezTo>
                    <a:pt x="19714" y="26988"/>
                    <a:pt x="19714" y="26251"/>
                    <a:pt x="19714" y="25492"/>
                  </a:cubicBezTo>
                  <a:cubicBezTo>
                    <a:pt x="20328" y="25385"/>
                    <a:pt x="20942" y="25278"/>
                    <a:pt x="21574" y="25167"/>
                  </a:cubicBezTo>
                  <a:cubicBezTo>
                    <a:pt x="22188" y="25029"/>
                    <a:pt x="22802" y="24891"/>
                    <a:pt x="23435" y="24748"/>
                  </a:cubicBezTo>
                  <a:cubicBezTo>
                    <a:pt x="23435" y="23766"/>
                    <a:pt x="23435" y="22784"/>
                    <a:pt x="23435" y="21772"/>
                  </a:cubicBezTo>
                  <a:cubicBezTo>
                    <a:pt x="24171" y="21772"/>
                    <a:pt x="24908" y="21772"/>
                    <a:pt x="25667" y="21772"/>
                  </a:cubicBezTo>
                  <a:cubicBezTo>
                    <a:pt x="25667" y="20544"/>
                    <a:pt x="25667" y="19316"/>
                    <a:pt x="25667" y="18051"/>
                  </a:cubicBezTo>
                  <a:cubicBezTo>
                    <a:pt x="26649" y="18051"/>
                    <a:pt x="27631" y="18051"/>
                    <a:pt x="28644" y="18051"/>
                  </a:cubicBezTo>
                  <a:cubicBezTo>
                    <a:pt x="28644" y="17069"/>
                    <a:pt x="28644" y="16086"/>
                    <a:pt x="28644" y="15074"/>
                  </a:cubicBezTo>
                  <a:cubicBezTo>
                    <a:pt x="29626" y="15074"/>
                    <a:pt x="30608" y="15074"/>
                    <a:pt x="31620" y="15074"/>
                  </a:cubicBezTo>
                  <a:cubicBezTo>
                    <a:pt x="32120" y="13634"/>
                    <a:pt x="32120" y="13634"/>
                    <a:pt x="32364" y="12098"/>
                  </a:cubicBezTo>
                  <a:cubicBezTo>
                    <a:pt x="32855" y="11852"/>
                    <a:pt x="33346" y="11607"/>
                    <a:pt x="33852" y="11354"/>
                  </a:cubicBezTo>
                  <a:cubicBezTo>
                    <a:pt x="33960" y="10863"/>
                    <a:pt x="34067" y="10371"/>
                    <a:pt x="34178" y="9865"/>
                  </a:cubicBezTo>
                  <a:cubicBezTo>
                    <a:pt x="34385" y="9129"/>
                    <a:pt x="34385" y="9129"/>
                    <a:pt x="34597" y="8377"/>
                  </a:cubicBezTo>
                  <a:cubicBezTo>
                    <a:pt x="35333" y="8132"/>
                    <a:pt x="36070" y="7886"/>
                    <a:pt x="36829" y="7633"/>
                  </a:cubicBezTo>
                  <a:cubicBezTo>
                    <a:pt x="37075" y="6896"/>
                    <a:pt x="37320" y="6160"/>
                    <a:pt x="37573" y="5401"/>
                  </a:cubicBezTo>
                  <a:cubicBezTo>
                    <a:pt x="38064" y="5155"/>
                    <a:pt x="38555" y="4909"/>
                    <a:pt x="39061" y="4656"/>
                  </a:cubicBezTo>
                  <a:cubicBezTo>
                    <a:pt x="39350" y="3727"/>
                    <a:pt x="39350" y="3727"/>
                    <a:pt x="39645" y="2778"/>
                  </a:cubicBezTo>
                  <a:cubicBezTo>
                    <a:pt x="39943" y="2170"/>
                    <a:pt x="40242" y="1562"/>
                    <a:pt x="40550" y="936"/>
                  </a:cubicBezTo>
                  <a:close/>
                </a:path>
              </a:pathLst>
            </a:custGeom>
            <a:grpFill/>
            <a:ln w="744" cap="flat">
              <a:noFill/>
              <a:prstDash val="solid"/>
              <a:miter/>
            </a:ln>
          </p:spPr>
          <p:txBody>
            <a:bodyPr rtlCol="0" anchor="ctr"/>
            <a:lstStyle/>
            <a:p>
              <a:endParaRPr lang="zh-CN" altLang="en-US"/>
            </a:p>
          </p:txBody>
        </p:sp>
        <p:sp>
          <p:nvSpPr>
            <p:cNvPr id="143" name="任意多边形: 形状 142"/>
            <p:cNvSpPr/>
            <p:nvPr/>
          </p:nvSpPr>
          <p:spPr>
            <a:xfrm>
              <a:off x="5204216" y="603697"/>
              <a:ext cx="440741" cy="547330"/>
            </a:xfrm>
            <a:custGeom>
              <a:avLst/>
              <a:gdLst>
                <a:gd name="connsiteX0" fmla="*/ 200045 w 440747"/>
                <a:gd name="connsiteY0" fmla="*/ 413726 h 547312"/>
                <a:gd name="connsiteX1" fmla="*/ 199770 w 440747"/>
                <a:gd name="connsiteY1" fmla="*/ 435301 h 547312"/>
                <a:gd name="connsiteX2" fmla="*/ 199595 w 440747"/>
                <a:gd name="connsiteY2" fmla="*/ 449499 h 547312"/>
                <a:gd name="connsiteX3" fmla="*/ 199445 w 440747"/>
                <a:gd name="connsiteY3" fmla="*/ 461335 h 547312"/>
                <a:gd name="connsiteX4" fmla="*/ 199391 w 440747"/>
                <a:gd name="connsiteY4" fmla="*/ 465830 h 547312"/>
                <a:gd name="connsiteX5" fmla="*/ 199307 w 440747"/>
                <a:gd name="connsiteY5" fmla="*/ 472317 h 547312"/>
                <a:gd name="connsiteX6" fmla="*/ 199285 w 440747"/>
                <a:gd name="connsiteY6" fmla="*/ 474297 h 547312"/>
                <a:gd name="connsiteX7" fmla="*/ 200045 w 440747"/>
                <a:gd name="connsiteY7" fmla="*/ 482931 h 547312"/>
                <a:gd name="connsiteX8" fmla="*/ 201584 w 440747"/>
                <a:gd name="connsiteY8" fmla="*/ 483205 h 547312"/>
                <a:gd name="connsiteX9" fmla="*/ 203635 w 440747"/>
                <a:gd name="connsiteY9" fmla="*/ 483196 h 547312"/>
                <a:gd name="connsiteX10" fmla="*/ 205953 w 440747"/>
                <a:gd name="connsiteY10" fmla="*/ 483203 h 547312"/>
                <a:gd name="connsiteX11" fmla="*/ 208478 w 440747"/>
                <a:gd name="connsiteY11" fmla="*/ 483175 h 547312"/>
                <a:gd name="connsiteX12" fmla="*/ 213720 w 440747"/>
                <a:gd name="connsiteY12" fmla="*/ 483164 h 547312"/>
                <a:gd name="connsiteX13" fmla="*/ 222025 w 440747"/>
                <a:gd name="connsiteY13" fmla="*/ 483110 h 547312"/>
                <a:gd name="connsiteX14" fmla="*/ 227427 w 440747"/>
                <a:gd name="connsiteY14" fmla="*/ 483095 h 547312"/>
                <a:gd name="connsiteX15" fmla="*/ 230012 w 440747"/>
                <a:gd name="connsiteY15" fmla="*/ 483082 h 547312"/>
                <a:gd name="connsiteX16" fmla="*/ 232523 w 440747"/>
                <a:gd name="connsiteY16" fmla="*/ 483073 h 547312"/>
                <a:gd name="connsiteX17" fmla="*/ 234862 w 440747"/>
                <a:gd name="connsiteY17" fmla="*/ 483051 h 547312"/>
                <a:gd name="connsiteX18" fmla="*/ 241717 w 440747"/>
                <a:gd name="connsiteY18" fmla="*/ 482187 h 547312"/>
                <a:gd name="connsiteX19" fmla="*/ 242040 w 440747"/>
                <a:gd name="connsiteY19" fmla="*/ 477750 h 547312"/>
                <a:gd name="connsiteX20" fmla="*/ 241987 w 440747"/>
                <a:gd name="connsiteY20" fmla="*/ 475818 h 547312"/>
                <a:gd name="connsiteX21" fmla="*/ 241894 w 440747"/>
                <a:gd name="connsiteY21" fmla="*/ 469430 h 547312"/>
                <a:gd name="connsiteX22" fmla="*/ 241812 w 440747"/>
                <a:gd name="connsiteY22" fmla="*/ 464852 h 547312"/>
                <a:gd name="connsiteX23" fmla="*/ 241624 w 440747"/>
                <a:gd name="connsiteY23" fmla="*/ 452881 h 547312"/>
                <a:gd name="connsiteX24" fmla="*/ 241383 w 440747"/>
                <a:gd name="connsiteY24" fmla="*/ 438025 h 547312"/>
                <a:gd name="connsiteX25" fmla="*/ 240973 w 440747"/>
                <a:gd name="connsiteY25" fmla="*/ 413726 h 547312"/>
                <a:gd name="connsiteX26" fmla="*/ 200045 w 440747"/>
                <a:gd name="connsiteY26" fmla="*/ 413726 h 547312"/>
                <a:gd name="connsiteX27" fmla="*/ 294834 w 440747"/>
                <a:gd name="connsiteY27" fmla="*/ 413636 h 547312"/>
                <a:gd name="connsiteX28" fmla="*/ 292346 w 440747"/>
                <a:gd name="connsiteY28" fmla="*/ 418685 h 547312"/>
                <a:gd name="connsiteX29" fmla="*/ 292350 w 440747"/>
                <a:gd name="connsiteY29" fmla="*/ 420518 h 547312"/>
                <a:gd name="connsiteX30" fmla="*/ 292345 w 440747"/>
                <a:gd name="connsiteY30" fmla="*/ 426585 h 547312"/>
                <a:gd name="connsiteX31" fmla="*/ 292347 w 440747"/>
                <a:gd name="connsiteY31" fmla="*/ 430938 h 547312"/>
                <a:gd name="connsiteX32" fmla="*/ 292347 w 440747"/>
                <a:gd name="connsiteY32" fmla="*/ 439991 h 547312"/>
                <a:gd name="connsiteX33" fmla="*/ 292350 w 440747"/>
                <a:gd name="connsiteY33" fmla="*/ 451792 h 547312"/>
                <a:gd name="connsiteX34" fmla="*/ 292346 w 440747"/>
                <a:gd name="connsiteY34" fmla="*/ 460978 h 547312"/>
                <a:gd name="connsiteX35" fmla="*/ 292348 w 440747"/>
                <a:gd name="connsiteY35" fmla="*/ 465365 h 547312"/>
                <a:gd name="connsiteX36" fmla="*/ 292347 w 440747"/>
                <a:gd name="connsiteY36" fmla="*/ 471683 h 547312"/>
                <a:gd name="connsiteX37" fmla="*/ 292350 w 440747"/>
                <a:gd name="connsiteY37" fmla="*/ 473617 h 547312"/>
                <a:gd name="connsiteX38" fmla="*/ 293191 w 440747"/>
                <a:gd name="connsiteY38" fmla="*/ 482930 h 547312"/>
                <a:gd name="connsiteX39" fmla="*/ 294834 w 440747"/>
                <a:gd name="connsiteY39" fmla="*/ 483288 h 547312"/>
                <a:gd name="connsiteX40" fmla="*/ 297032 w 440747"/>
                <a:gd name="connsiteY40" fmla="*/ 483268 h 547312"/>
                <a:gd name="connsiteX41" fmla="*/ 299550 w 440747"/>
                <a:gd name="connsiteY41" fmla="*/ 483267 h 547312"/>
                <a:gd name="connsiteX42" fmla="*/ 302217 w 440747"/>
                <a:gd name="connsiteY42" fmla="*/ 483221 h 547312"/>
                <a:gd name="connsiteX43" fmla="*/ 307247 w 440747"/>
                <a:gd name="connsiteY43" fmla="*/ 483199 h 547312"/>
                <a:gd name="connsiteX44" fmla="*/ 313701 w 440747"/>
                <a:gd name="connsiteY44" fmla="*/ 483116 h 547312"/>
                <a:gd name="connsiteX45" fmla="*/ 334119 w 440747"/>
                <a:gd name="connsiteY45" fmla="*/ 482930 h 547312"/>
                <a:gd name="connsiteX46" fmla="*/ 334119 w 440747"/>
                <a:gd name="connsiteY46" fmla="*/ 413725 h 547312"/>
                <a:gd name="connsiteX47" fmla="*/ 313701 w 440747"/>
                <a:gd name="connsiteY47" fmla="*/ 413679 h 547312"/>
                <a:gd name="connsiteX48" fmla="*/ 304652 w 440747"/>
                <a:gd name="connsiteY48" fmla="*/ 413655 h 547312"/>
                <a:gd name="connsiteX49" fmla="*/ 302217 w 440747"/>
                <a:gd name="connsiteY49" fmla="*/ 413653 h 547312"/>
                <a:gd name="connsiteX50" fmla="*/ 299550 w 440747"/>
                <a:gd name="connsiteY50" fmla="*/ 413641 h 547312"/>
                <a:gd name="connsiteX51" fmla="*/ 297032 w 440747"/>
                <a:gd name="connsiteY51" fmla="*/ 413641 h 547312"/>
                <a:gd name="connsiteX52" fmla="*/ 294834 w 440747"/>
                <a:gd name="connsiteY52" fmla="*/ 413636 h 547312"/>
                <a:gd name="connsiteX53" fmla="*/ 146315 w 440747"/>
                <a:gd name="connsiteY53" fmla="*/ 413363 h 547312"/>
                <a:gd name="connsiteX54" fmla="*/ 144284 w 440747"/>
                <a:gd name="connsiteY54" fmla="*/ 413376 h 547312"/>
                <a:gd name="connsiteX55" fmla="*/ 141989 w 440747"/>
                <a:gd name="connsiteY55" fmla="*/ 413369 h 547312"/>
                <a:gd name="connsiteX56" fmla="*/ 139492 w 440747"/>
                <a:gd name="connsiteY56" fmla="*/ 413409 h 547312"/>
                <a:gd name="connsiteX57" fmla="*/ 134321 w 440747"/>
                <a:gd name="connsiteY57" fmla="*/ 413428 h 547312"/>
                <a:gd name="connsiteX58" fmla="*/ 126119 w 440747"/>
                <a:gd name="connsiteY58" fmla="*/ 413506 h 547312"/>
                <a:gd name="connsiteX59" fmla="*/ 120781 w 440747"/>
                <a:gd name="connsiteY59" fmla="*/ 413530 h 547312"/>
                <a:gd name="connsiteX60" fmla="*/ 118237 w 440747"/>
                <a:gd name="connsiteY60" fmla="*/ 413548 h 547312"/>
                <a:gd name="connsiteX61" fmla="*/ 115740 w 440747"/>
                <a:gd name="connsiteY61" fmla="*/ 413565 h 547312"/>
                <a:gd name="connsiteX62" fmla="*/ 113445 w 440747"/>
                <a:gd name="connsiteY62" fmla="*/ 413594 h 547312"/>
                <a:gd name="connsiteX63" fmla="*/ 109044 w 440747"/>
                <a:gd name="connsiteY63" fmla="*/ 418685 h 547312"/>
                <a:gd name="connsiteX64" fmla="*/ 109048 w 440747"/>
                <a:gd name="connsiteY64" fmla="*/ 420518 h 547312"/>
                <a:gd name="connsiteX65" fmla="*/ 109043 w 440747"/>
                <a:gd name="connsiteY65" fmla="*/ 426585 h 547312"/>
                <a:gd name="connsiteX66" fmla="*/ 109045 w 440747"/>
                <a:gd name="connsiteY66" fmla="*/ 430939 h 547312"/>
                <a:gd name="connsiteX67" fmla="*/ 109045 w 440747"/>
                <a:gd name="connsiteY67" fmla="*/ 439991 h 547312"/>
                <a:gd name="connsiteX68" fmla="*/ 109048 w 440747"/>
                <a:gd name="connsiteY68" fmla="*/ 451793 h 547312"/>
                <a:gd name="connsiteX69" fmla="*/ 109044 w 440747"/>
                <a:gd name="connsiteY69" fmla="*/ 460979 h 547312"/>
                <a:gd name="connsiteX70" fmla="*/ 109046 w 440747"/>
                <a:gd name="connsiteY70" fmla="*/ 465365 h 547312"/>
                <a:gd name="connsiteX71" fmla="*/ 109044 w 440747"/>
                <a:gd name="connsiteY71" fmla="*/ 471684 h 547312"/>
                <a:gd name="connsiteX72" fmla="*/ 109048 w 440747"/>
                <a:gd name="connsiteY72" fmla="*/ 473617 h 547312"/>
                <a:gd name="connsiteX73" fmla="*/ 109889 w 440747"/>
                <a:gd name="connsiteY73" fmla="*/ 482931 h 547312"/>
                <a:gd name="connsiteX74" fmla="*/ 111309 w 440747"/>
                <a:gd name="connsiteY74" fmla="*/ 483294 h 547312"/>
                <a:gd name="connsiteX75" fmla="*/ 113193 w 440747"/>
                <a:gd name="connsiteY75" fmla="*/ 483281 h 547312"/>
                <a:gd name="connsiteX76" fmla="*/ 115324 w 440747"/>
                <a:gd name="connsiteY76" fmla="*/ 483287 h 547312"/>
                <a:gd name="connsiteX77" fmla="*/ 117644 w 440747"/>
                <a:gd name="connsiteY77" fmla="*/ 483248 h 547312"/>
                <a:gd name="connsiteX78" fmla="*/ 122470 w 440747"/>
                <a:gd name="connsiteY78" fmla="*/ 483229 h 547312"/>
                <a:gd name="connsiteX79" fmla="*/ 130107 w 440747"/>
                <a:gd name="connsiteY79" fmla="*/ 483150 h 547312"/>
                <a:gd name="connsiteX80" fmla="*/ 135076 w 440747"/>
                <a:gd name="connsiteY80" fmla="*/ 483126 h 547312"/>
                <a:gd name="connsiteX81" fmla="*/ 137457 w 440747"/>
                <a:gd name="connsiteY81" fmla="*/ 483108 h 547312"/>
                <a:gd name="connsiteX82" fmla="*/ 139759 w 440747"/>
                <a:gd name="connsiteY82" fmla="*/ 483092 h 547312"/>
                <a:gd name="connsiteX83" fmla="*/ 141918 w 440747"/>
                <a:gd name="connsiteY83" fmla="*/ 483063 h 547312"/>
                <a:gd name="connsiteX84" fmla="*/ 149328 w 440747"/>
                <a:gd name="connsiteY84" fmla="*/ 482187 h 547312"/>
                <a:gd name="connsiteX85" fmla="*/ 148500 w 440747"/>
                <a:gd name="connsiteY85" fmla="*/ 475696 h 547312"/>
                <a:gd name="connsiteX86" fmla="*/ 148512 w 440747"/>
                <a:gd name="connsiteY86" fmla="*/ 473942 h 547312"/>
                <a:gd name="connsiteX87" fmla="*/ 148519 w 440747"/>
                <a:gd name="connsiteY87" fmla="*/ 470134 h 547312"/>
                <a:gd name="connsiteX88" fmla="*/ 148543 w 440747"/>
                <a:gd name="connsiteY88" fmla="*/ 463907 h 547312"/>
                <a:gd name="connsiteX89" fmla="*/ 148584 w 440747"/>
                <a:gd name="connsiteY89" fmla="*/ 448375 h 547312"/>
                <a:gd name="connsiteX90" fmla="*/ 148622 w 440747"/>
                <a:gd name="connsiteY90" fmla="*/ 434976 h 547312"/>
                <a:gd name="connsiteX91" fmla="*/ 148640 w 440747"/>
                <a:gd name="connsiteY91" fmla="*/ 428663 h 547312"/>
                <a:gd name="connsiteX92" fmla="*/ 148654 w 440747"/>
                <a:gd name="connsiteY92" fmla="*/ 424671 h 547312"/>
                <a:gd name="connsiteX93" fmla="*/ 148657 w 440747"/>
                <a:gd name="connsiteY93" fmla="*/ 422811 h 547312"/>
                <a:gd name="connsiteX94" fmla="*/ 147840 w 440747"/>
                <a:gd name="connsiteY94" fmla="*/ 413726 h 547312"/>
                <a:gd name="connsiteX95" fmla="*/ 146315 w 440747"/>
                <a:gd name="connsiteY95" fmla="*/ 413363 h 547312"/>
                <a:gd name="connsiteX96" fmla="*/ 112338 w 440747"/>
                <a:gd name="connsiteY96" fmla="*/ 3 h 547312"/>
                <a:gd name="connsiteX97" fmla="*/ 118414 w 440747"/>
                <a:gd name="connsiteY97" fmla="*/ 27 h 547312"/>
                <a:gd name="connsiteX98" fmla="*/ 122615 w 440747"/>
                <a:gd name="connsiteY98" fmla="*/ 34 h 547312"/>
                <a:gd name="connsiteX99" fmla="*/ 133695 w 440747"/>
                <a:gd name="connsiteY99" fmla="*/ 71 h 547312"/>
                <a:gd name="connsiteX100" fmla="*/ 146977 w 440747"/>
                <a:gd name="connsiteY100" fmla="*/ 104 h 547312"/>
                <a:gd name="connsiteX101" fmla="*/ 167175 w 440747"/>
                <a:gd name="connsiteY101" fmla="*/ 173 h 547312"/>
                <a:gd name="connsiteX102" fmla="*/ 167175 w 440747"/>
                <a:gd name="connsiteY102" fmla="*/ 32171 h 547312"/>
                <a:gd name="connsiteX103" fmla="*/ 169408 w 440747"/>
                <a:gd name="connsiteY103" fmla="*/ 30683 h 547312"/>
                <a:gd name="connsiteX104" fmla="*/ 173546 w 440747"/>
                <a:gd name="connsiteY104" fmla="*/ 30504 h 547312"/>
                <a:gd name="connsiteX105" fmla="*/ 176155 w 440747"/>
                <a:gd name="connsiteY105" fmla="*/ 30497 h 547312"/>
                <a:gd name="connsiteX106" fmla="*/ 179020 w 440747"/>
                <a:gd name="connsiteY106" fmla="*/ 30514 h 547312"/>
                <a:gd name="connsiteX107" fmla="*/ 182034 w 440747"/>
                <a:gd name="connsiteY107" fmla="*/ 30513 h 547312"/>
                <a:gd name="connsiteX108" fmla="*/ 190220 w 440747"/>
                <a:gd name="connsiteY108" fmla="*/ 30532 h 547312"/>
                <a:gd name="connsiteX109" fmla="*/ 198774 w 440747"/>
                <a:gd name="connsiteY109" fmla="*/ 30544 h 547312"/>
                <a:gd name="connsiteX110" fmla="*/ 214974 w 440747"/>
                <a:gd name="connsiteY110" fmla="*/ 30575 h 547312"/>
                <a:gd name="connsiteX111" fmla="*/ 233416 w 440747"/>
                <a:gd name="connsiteY111" fmla="*/ 30608 h 547312"/>
                <a:gd name="connsiteX112" fmla="*/ 271355 w 440747"/>
                <a:gd name="connsiteY112" fmla="*/ 30683 h 547312"/>
                <a:gd name="connsiteX113" fmla="*/ 271355 w 440747"/>
                <a:gd name="connsiteY113" fmla="*/ 32171 h 547312"/>
                <a:gd name="connsiteX114" fmla="*/ 273587 w 440747"/>
                <a:gd name="connsiteY114" fmla="*/ 32171 h 547312"/>
                <a:gd name="connsiteX115" fmla="*/ 273587 w 440747"/>
                <a:gd name="connsiteY115" fmla="*/ 173 h 547312"/>
                <a:gd name="connsiteX116" fmla="*/ 333863 w 440747"/>
                <a:gd name="connsiteY116" fmla="*/ 173 h 547312"/>
                <a:gd name="connsiteX117" fmla="*/ 333863 w 440747"/>
                <a:gd name="connsiteY117" fmla="*/ 32171 h 547312"/>
                <a:gd name="connsiteX118" fmla="*/ 336095 w 440747"/>
                <a:gd name="connsiteY118" fmla="*/ 30683 h 547312"/>
                <a:gd name="connsiteX119" fmla="*/ 339960 w 440747"/>
                <a:gd name="connsiteY119" fmla="*/ 30499 h 547312"/>
                <a:gd name="connsiteX120" fmla="*/ 342385 w 440747"/>
                <a:gd name="connsiteY120" fmla="*/ 30489 h 547312"/>
                <a:gd name="connsiteX121" fmla="*/ 345045 w 440747"/>
                <a:gd name="connsiteY121" fmla="*/ 30502 h 547312"/>
                <a:gd name="connsiteX122" fmla="*/ 347847 w 440747"/>
                <a:gd name="connsiteY122" fmla="*/ 30498 h 547312"/>
                <a:gd name="connsiteX123" fmla="*/ 355457 w 440747"/>
                <a:gd name="connsiteY123" fmla="*/ 30507 h 547312"/>
                <a:gd name="connsiteX124" fmla="*/ 363420 w 440747"/>
                <a:gd name="connsiteY124" fmla="*/ 30512 h 547312"/>
                <a:gd name="connsiteX125" fmla="*/ 376795 w 440747"/>
                <a:gd name="connsiteY125" fmla="*/ 30529 h 547312"/>
                <a:gd name="connsiteX126" fmla="*/ 392257 w 440747"/>
                <a:gd name="connsiteY126" fmla="*/ 30544 h 547312"/>
                <a:gd name="connsiteX127" fmla="*/ 407129 w 440747"/>
                <a:gd name="connsiteY127" fmla="*/ 30554 h 547312"/>
                <a:gd name="connsiteX128" fmla="*/ 413459 w 440747"/>
                <a:gd name="connsiteY128" fmla="*/ 30558 h 547312"/>
                <a:gd name="connsiteX129" fmla="*/ 422299 w 440747"/>
                <a:gd name="connsiteY129" fmla="*/ 30574 h 547312"/>
                <a:gd name="connsiteX130" fmla="*/ 424955 w 440747"/>
                <a:gd name="connsiteY130" fmla="*/ 30573 h 547312"/>
                <a:gd name="connsiteX131" fmla="*/ 427386 w 440747"/>
                <a:gd name="connsiteY131" fmla="*/ 30583 h 547312"/>
                <a:gd name="connsiteX132" fmla="*/ 429498 w 440747"/>
                <a:gd name="connsiteY132" fmla="*/ 30587 h 547312"/>
                <a:gd name="connsiteX133" fmla="*/ 434322 w 440747"/>
                <a:gd name="connsiteY133" fmla="*/ 31427 h 547312"/>
                <a:gd name="connsiteX134" fmla="*/ 435162 w 440747"/>
                <a:gd name="connsiteY134" fmla="*/ 38810 h 547312"/>
                <a:gd name="connsiteX135" fmla="*/ 435166 w 440747"/>
                <a:gd name="connsiteY135" fmla="*/ 40655 h 547312"/>
                <a:gd name="connsiteX136" fmla="*/ 435165 w 440747"/>
                <a:gd name="connsiteY136" fmla="*/ 46708 h 547312"/>
                <a:gd name="connsiteX137" fmla="*/ 435167 w 440747"/>
                <a:gd name="connsiteY137" fmla="*/ 50900 h 547312"/>
                <a:gd name="connsiteX138" fmla="*/ 435163 w 440747"/>
                <a:gd name="connsiteY138" fmla="*/ 59693 h 547312"/>
                <a:gd name="connsiteX139" fmla="*/ 435166 w 440747"/>
                <a:gd name="connsiteY139" fmla="*/ 70989 h 547312"/>
                <a:gd name="connsiteX140" fmla="*/ 435165 w 440747"/>
                <a:gd name="connsiteY140" fmla="*/ 79647 h 547312"/>
                <a:gd name="connsiteX141" fmla="*/ 435167 w 440747"/>
                <a:gd name="connsiteY141" fmla="*/ 83813 h 547312"/>
                <a:gd name="connsiteX142" fmla="*/ 435162 w 440747"/>
                <a:gd name="connsiteY142" fmla="*/ 89624 h 547312"/>
                <a:gd name="connsiteX143" fmla="*/ 435167 w 440747"/>
                <a:gd name="connsiteY143" fmla="*/ 91380 h 547312"/>
                <a:gd name="connsiteX144" fmla="*/ 434322 w 440747"/>
                <a:gd name="connsiteY144" fmla="*/ 96167 h 547312"/>
                <a:gd name="connsiteX145" fmla="*/ 430418 w 440747"/>
                <a:gd name="connsiteY145" fmla="*/ 96256 h 547312"/>
                <a:gd name="connsiteX146" fmla="*/ 427854 w 440747"/>
                <a:gd name="connsiteY146" fmla="*/ 96260 h 547312"/>
                <a:gd name="connsiteX147" fmla="*/ 425015 w 440747"/>
                <a:gd name="connsiteY147" fmla="*/ 96251 h 547312"/>
                <a:gd name="connsiteX148" fmla="*/ 422046 w 440747"/>
                <a:gd name="connsiteY148" fmla="*/ 96252 h 547312"/>
                <a:gd name="connsiteX149" fmla="*/ 413961 w 440747"/>
                <a:gd name="connsiteY149" fmla="*/ 96242 h 547312"/>
                <a:gd name="connsiteX150" fmla="*/ 405520 w 440747"/>
                <a:gd name="connsiteY150" fmla="*/ 96236 h 547312"/>
                <a:gd name="connsiteX151" fmla="*/ 389525 w 440747"/>
                <a:gd name="connsiteY151" fmla="*/ 96221 h 547312"/>
                <a:gd name="connsiteX152" fmla="*/ 371321 w 440747"/>
                <a:gd name="connsiteY152" fmla="*/ 96204 h 547312"/>
                <a:gd name="connsiteX153" fmla="*/ 333863 w 440747"/>
                <a:gd name="connsiteY153" fmla="*/ 96167 h 547312"/>
                <a:gd name="connsiteX154" fmla="*/ 333893 w 440747"/>
                <a:gd name="connsiteY154" fmla="*/ 97400 h 547312"/>
                <a:gd name="connsiteX155" fmla="*/ 334108 w 440747"/>
                <a:gd name="connsiteY155" fmla="*/ 110074 h 547312"/>
                <a:gd name="connsiteX156" fmla="*/ 334200 w 440747"/>
                <a:gd name="connsiteY156" fmla="*/ 114808 h 547312"/>
                <a:gd name="connsiteX157" fmla="*/ 334299 w 440747"/>
                <a:gd name="connsiteY157" fmla="*/ 121601 h 547312"/>
                <a:gd name="connsiteX158" fmla="*/ 334369 w 440747"/>
                <a:gd name="connsiteY158" fmla="*/ 123748 h 547312"/>
                <a:gd name="connsiteX159" fmla="*/ 333863 w 440747"/>
                <a:gd name="connsiteY159" fmla="*/ 128909 h 547312"/>
                <a:gd name="connsiteX160" fmla="*/ 324246 w 440747"/>
                <a:gd name="connsiteY160" fmla="*/ 130498 h 547312"/>
                <a:gd name="connsiteX161" fmla="*/ 322748 w 440747"/>
                <a:gd name="connsiteY161" fmla="*/ 130477 h 547312"/>
                <a:gd name="connsiteX162" fmla="*/ 317893 w 440747"/>
                <a:gd name="connsiteY162" fmla="*/ 130380 h 547312"/>
                <a:gd name="connsiteX163" fmla="*/ 314508 w 440747"/>
                <a:gd name="connsiteY163" fmla="*/ 130324 h 547312"/>
                <a:gd name="connsiteX164" fmla="*/ 305634 w 440747"/>
                <a:gd name="connsiteY164" fmla="*/ 130155 h 547312"/>
                <a:gd name="connsiteX165" fmla="*/ 296566 w 440747"/>
                <a:gd name="connsiteY165" fmla="*/ 129990 h 547312"/>
                <a:gd name="connsiteX166" fmla="*/ 278796 w 440747"/>
                <a:gd name="connsiteY166" fmla="*/ 129653 h 547312"/>
                <a:gd name="connsiteX167" fmla="*/ 280808 w 440747"/>
                <a:gd name="connsiteY167" fmla="*/ 129738 h 547312"/>
                <a:gd name="connsiteX168" fmla="*/ 283447 w 440747"/>
                <a:gd name="connsiteY168" fmla="*/ 129886 h 547312"/>
                <a:gd name="connsiteX169" fmla="*/ 286063 w 440747"/>
                <a:gd name="connsiteY169" fmla="*/ 130017 h 547312"/>
                <a:gd name="connsiteX170" fmla="*/ 291447 w 440747"/>
                <a:gd name="connsiteY170" fmla="*/ 132630 h 547312"/>
                <a:gd name="connsiteX171" fmla="*/ 294804 w 440747"/>
                <a:gd name="connsiteY171" fmla="*/ 132984 h 547312"/>
                <a:gd name="connsiteX172" fmla="*/ 296698 w 440747"/>
                <a:gd name="connsiteY172" fmla="*/ 133054 h 547312"/>
                <a:gd name="connsiteX173" fmla="*/ 298656 w 440747"/>
                <a:gd name="connsiteY173" fmla="*/ 133095 h 547312"/>
                <a:gd name="connsiteX174" fmla="*/ 302525 w 440747"/>
                <a:gd name="connsiteY174" fmla="*/ 133217 h 547312"/>
                <a:gd name="connsiteX175" fmla="*/ 304250 w 440747"/>
                <a:gd name="connsiteY175" fmla="*/ 133257 h 547312"/>
                <a:gd name="connsiteX176" fmla="*/ 306330 w 440747"/>
                <a:gd name="connsiteY176" fmla="*/ 134118 h 547312"/>
                <a:gd name="connsiteX177" fmla="*/ 306402 w 440747"/>
                <a:gd name="connsiteY177" fmla="*/ 137121 h 547312"/>
                <a:gd name="connsiteX178" fmla="*/ 306395 w 440747"/>
                <a:gd name="connsiteY178" fmla="*/ 138945 h 547312"/>
                <a:gd name="connsiteX179" fmla="*/ 306376 w 440747"/>
                <a:gd name="connsiteY179" fmla="*/ 140862 h 547312"/>
                <a:gd name="connsiteX180" fmla="*/ 306366 w 440747"/>
                <a:gd name="connsiteY180" fmla="*/ 142788 h 547312"/>
                <a:gd name="connsiteX181" fmla="*/ 306330 w 440747"/>
                <a:gd name="connsiteY181" fmla="*/ 147513 h 547312"/>
                <a:gd name="connsiteX182" fmla="*/ 304097 w 440747"/>
                <a:gd name="connsiteY182" fmla="*/ 147513 h 547312"/>
                <a:gd name="connsiteX183" fmla="*/ 303987 w 440747"/>
                <a:gd name="connsiteY183" fmla="*/ 150254 h 547312"/>
                <a:gd name="connsiteX184" fmla="*/ 303818 w 440747"/>
                <a:gd name="connsiteY184" fmla="*/ 153791 h 547312"/>
                <a:gd name="connsiteX185" fmla="*/ 303748 w 440747"/>
                <a:gd name="connsiteY185" fmla="*/ 155601 h 547312"/>
                <a:gd name="connsiteX186" fmla="*/ 303353 w 440747"/>
                <a:gd name="connsiteY186" fmla="*/ 160163 h 547312"/>
                <a:gd name="connsiteX187" fmla="*/ 301865 w 440747"/>
                <a:gd name="connsiteY187" fmla="*/ 160907 h 547312"/>
                <a:gd name="connsiteX188" fmla="*/ 301493 w 440747"/>
                <a:gd name="connsiteY188" fmla="*/ 164535 h 547312"/>
                <a:gd name="connsiteX189" fmla="*/ 299632 w 440747"/>
                <a:gd name="connsiteY189" fmla="*/ 170581 h 547312"/>
                <a:gd name="connsiteX190" fmla="*/ 301478 w 440747"/>
                <a:gd name="connsiteY190" fmla="*/ 170591 h 547312"/>
                <a:gd name="connsiteX191" fmla="*/ 345874 w 440747"/>
                <a:gd name="connsiteY191" fmla="*/ 170833 h 547312"/>
                <a:gd name="connsiteX192" fmla="*/ 367343 w 440747"/>
                <a:gd name="connsiteY192" fmla="*/ 170951 h 547312"/>
                <a:gd name="connsiteX193" fmla="*/ 386049 w 440747"/>
                <a:gd name="connsiteY193" fmla="*/ 171055 h 547312"/>
                <a:gd name="connsiteX194" fmla="*/ 395960 w 440747"/>
                <a:gd name="connsiteY194" fmla="*/ 171109 h 547312"/>
                <a:gd name="connsiteX195" fmla="*/ 405277 w 440747"/>
                <a:gd name="connsiteY195" fmla="*/ 171162 h 547312"/>
                <a:gd name="connsiteX196" fmla="*/ 408707 w 440747"/>
                <a:gd name="connsiteY196" fmla="*/ 171179 h 547312"/>
                <a:gd name="connsiteX197" fmla="*/ 413369 w 440747"/>
                <a:gd name="connsiteY197" fmla="*/ 171207 h 547312"/>
                <a:gd name="connsiteX198" fmla="*/ 416011 w 440747"/>
                <a:gd name="connsiteY198" fmla="*/ 171222 h 547312"/>
                <a:gd name="connsiteX199" fmla="*/ 418695 w 440747"/>
                <a:gd name="connsiteY199" fmla="*/ 172069 h 547312"/>
                <a:gd name="connsiteX200" fmla="*/ 418791 w 440747"/>
                <a:gd name="connsiteY200" fmla="*/ 177607 h 547312"/>
                <a:gd name="connsiteX201" fmla="*/ 418795 w 440747"/>
                <a:gd name="connsiteY201" fmla="*/ 179363 h 547312"/>
                <a:gd name="connsiteX202" fmla="*/ 418794 w 440747"/>
                <a:gd name="connsiteY202" fmla="*/ 185138 h 547312"/>
                <a:gd name="connsiteX203" fmla="*/ 418796 w 440747"/>
                <a:gd name="connsiteY203" fmla="*/ 189134 h 547312"/>
                <a:gd name="connsiteX204" fmla="*/ 418792 w 440747"/>
                <a:gd name="connsiteY204" fmla="*/ 197519 h 547312"/>
                <a:gd name="connsiteX205" fmla="*/ 418794 w 440747"/>
                <a:gd name="connsiteY205" fmla="*/ 208292 h 547312"/>
                <a:gd name="connsiteX206" fmla="*/ 418794 w 440747"/>
                <a:gd name="connsiteY206" fmla="*/ 216546 h 547312"/>
                <a:gd name="connsiteX207" fmla="*/ 418796 w 440747"/>
                <a:gd name="connsiteY207" fmla="*/ 220520 h 547312"/>
                <a:gd name="connsiteX208" fmla="*/ 418791 w 440747"/>
                <a:gd name="connsiteY208" fmla="*/ 226063 h 547312"/>
                <a:gd name="connsiteX209" fmla="*/ 418796 w 440747"/>
                <a:gd name="connsiteY209" fmla="*/ 227738 h 547312"/>
                <a:gd name="connsiteX210" fmla="*/ 417951 w 440747"/>
                <a:gd name="connsiteY210" fmla="*/ 232345 h 547312"/>
                <a:gd name="connsiteX211" fmla="*/ 414895 w 440747"/>
                <a:gd name="connsiteY211" fmla="*/ 232462 h 547312"/>
                <a:gd name="connsiteX212" fmla="*/ 412900 w 440747"/>
                <a:gd name="connsiteY212" fmla="*/ 232484 h 547312"/>
                <a:gd name="connsiteX213" fmla="*/ 410694 w 440747"/>
                <a:gd name="connsiteY213" fmla="*/ 232497 h 547312"/>
                <a:gd name="connsiteX214" fmla="*/ 408384 w 440747"/>
                <a:gd name="connsiteY214" fmla="*/ 232520 h 547312"/>
                <a:gd name="connsiteX215" fmla="*/ 400786 w 440747"/>
                <a:gd name="connsiteY215" fmla="*/ 232580 h 547312"/>
                <a:gd name="connsiteX216" fmla="*/ 395534 w 440747"/>
                <a:gd name="connsiteY216" fmla="*/ 232627 h 547312"/>
                <a:gd name="connsiteX217" fmla="*/ 381679 w 440747"/>
                <a:gd name="connsiteY217" fmla="*/ 232741 h 547312"/>
                <a:gd name="connsiteX218" fmla="*/ 367554 w 440747"/>
                <a:gd name="connsiteY218" fmla="*/ 232861 h 547312"/>
                <a:gd name="connsiteX219" fmla="*/ 339816 w 440747"/>
                <a:gd name="connsiteY219" fmla="*/ 233089 h 547312"/>
                <a:gd name="connsiteX220" fmla="*/ 342016 w 440747"/>
                <a:gd name="connsiteY220" fmla="*/ 234821 h 547312"/>
                <a:gd name="connsiteX221" fmla="*/ 345025 w 440747"/>
                <a:gd name="connsiteY221" fmla="*/ 240530 h 547312"/>
                <a:gd name="connsiteX222" fmla="*/ 347257 w 440747"/>
                <a:gd name="connsiteY222" fmla="*/ 241274 h 547312"/>
                <a:gd name="connsiteX223" fmla="*/ 350234 w 440747"/>
                <a:gd name="connsiteY223" fmla="*/ 246995 h 547312"/>
                <a:gd name="connsiteX224" fmla="*/ 353210 w 440747"/>
                <a:gd name="connsiteY224" fmla="*/ 250204 h 547312"/>
                <a:gd name="connsiteX225" fmla="*/ 353210 w 440747"/>
                <a:gd name="connsiteY225" fmla="*/ 253181 h 547312"/>
                <a:gd name="connsiteX226" fmla="*/ 355443 w 440747"/>
                <a:gd name="connsiteY226" fmla="*/ 253181 h 547312"/>
                <a:gd name="connsiteX227" fmla="*/ 356187 w 440747"/>
                <a:gd name="connsiteY227" fmla="*/ 256901 h 547312"/>
                <a:gd name="connsiteX228" fmla="*/ 358419 w 440747"/>
                <a:gd name="connsiteY228" fmla="*/ 259134 h 547312"/>
                <a:gd name="connsiteX229" fmla="*/ 359164 w 440747"/>
                <a:gd name="connsiteY229" fmla="*/ 261366 h 547312"/>
                <a:gd name="connsiteX230" fmla="*/ 360652 w 440747"/>
                <a:gd name="connsiteY230" fmla="*/ 262110 h 547312"/>
                <a:gd name="connsiteX231" fmla="*/ 362140 w 440747"/>
                <a:gd name="connsiteY231" fmla="*/ 267319 h 547312"/>
                <a:gd name="connsiteX232" fmla="*/ 363628 w 440747"/>
                <a:gd name="connsiteY232" fmla="*/ 268063 h 547312"/>
                <a:gd name="connsiteX233" fmla="*/ 363954 w 440747"/>
                <a:gd name="connsiteY233" fmla="*/ 269924 h 547312"/>
                <a:gd name="connsiteX234" fmla="*/ 364373 w 440747"/>
                <a:gd name="connsiteY234" fmla="*/ 271784 h 547312"/>
                <a:gd name="connsiteX235" fmla="*/ 366605 w 440747"/>
                <a:gd name="connsiteY235" fmla="*/ 272528 h 547312"/>
                <a:gd name="connsiteX236" fmla="*/ 367349 w 440747"/>
                <a:gd name="connsiteY236" fmla="*/ 276993 h 547312"/>
                <a:gd name="connsiteX237" fmla="*/ 368837 w 440747"/>
                <a:gd name="connsiteY237" fmla="*/ 277737 h 547312"/>
                <a:gd name="connsiteX238" fmla="*/ 370326 w 440747"/>
                <a:gd name="connsiteY238" fmla="*/ 282202 h 547312"/>
                <a:gd name="connsiteX239" fmla="*/ 371814 w 440747"/>
                <a:gd name="connsiteY239" fmla="*/ 282946 h 547312"/>
                <a:gd name="connsiteX240" fmla="*/ 372139 w 440747"/>
                <a:gd name="connsiteY240" fmla="*/ 285132 h 547312"/>
                <a:gd name="connsiteX241" fmla="*/ 372558 w 440747"/>
                <a:gd name="connsiteY241" fmla="*/ 287411 h 547312"/>
                <a:gd name="connsiteX242" fmla="*/ 374790 w 440747"/>
                <a:gd name="connsiteY242" fmla="*/ 288899 h 547312"/>
                <a:gd name="connsiteX243" fmla="*/ 375535 w 440747"/>
                <a:gd name="connsiteY243" fmla="*/ 294108 h 547312"/>
                <a:gd name="connsiteX244" fmla="*/ 377023 w 440747"/>
                <a:gd name="connsiteY244" fmla="*/ 294852 h 547312"/>
                <a:gd name="connsiteX245" fmla="*/ 378093 w 440747"/>
                <a:gd name="connsiteY245" fmla="*/ 299457 h 547312"/>
                <a:gd name="connsiteX246" fmla="*/ 378511 w 440747"/>
                <a:gd name="connsiteY246" fmla="*/ 300806 h 547312"/>
                <a:gd name="connsiteX247" fmla="*/ 379999 w 440747"/>
                <a:gd name="connsiteY247" fmla="*/ 301550 h 547312"/>
                <a:gd name="connsiteX248" fmla="*/ 380465 w 440747"/>
                <a:gd name="connsiteY248" fmla="*/ 304945 h 547312"/>
                <a:gd name="connsiteX249" fmla="*/ 380633 w 440747"/>
                <a:gd name="connsiteY249" fmla="*/ 306808 h 547312"/>
                <a:gd name="connsiteX250" fmla="*/ 380744 w 440747"/>
                <a:gd name="connsiteY250" fmla="*/ 308247 h 547312"/>
                <a:gd name="connsiteX251" fmla="*/ 382976 w 440747"/>
                <a:gd name="connsiteY251" fmla="*/ 308247 h 547312"/>
                <a:gd name="connsiteX252" fmla="*/ 382871 w 440747"/>
                <a:gd name="connsiteY252" fmla="*/ 309849 h 547312"/>
                <a:gd name="connsiteX253" fmla="*/ 382790 w 440747"/>
                <a:gd name="connsiteY253" fmla="*/ 311921 h 547312"/>
                <a:gd name="connsiteX254" fmla="*/ 382685 w 440747"/>
                <a:gd name="connsiteY254" fmla="*/ 313988 h 547312"/>
                <a:gd name="connsiteX255" fmla="*/ 382976 w 440747"/>
                <a:gd name="connsiteY255" fmla="*/ 315688 h 547312"/>
                <a:gd name="connsiteX256" fmla="*/ 385953 w 440747"/>
                <a:gd name="connsiteY256" fmla="*/ 316433 h 547312"/>
                <a:gd name="connsiteX257" fmla="*/ 385953 w 440747"/>
                <a:gd name="connsiteY257" fmla="*/ 320153 h 547312"/>
                <a:gd name="connsiteX258" fmla="*/ 383720 w 440747"/>
                <a:gd name="connsiteY258" fmla="*/ 320897 h 547312"/>
                <a:gd name="connsiteX259" fmla="*/ 383116 w 440747"/>
                <a:gd name="connsiteY259" fmla="*/ 322758 h 547312"/>
                <a:gd name="connsiteX260" fmla="*/ 382232 w 440747"/>
                <a:gd name="connsiteY260" fmla="*/ 324618 h 547312"/>
                <a:gd name="connsiteX261" fmla="*/ 377767 w 440747"/>
                <a:gd name="connsiteY261" fmla="*/ 325362 h 547312"/>
                <a:gd name="connsiteX262" fmla="*/ 377441 w 440747"/>
                <a:gd name="connsiteY262" fmla="*/ 326897 h 547312"/>
                <a:gd name="connsiteX263" fmla="*/ 377023 w 440747"/>
                <a:gd name="connsiteY263" fmla="*/ 328339 h 547312"/>
                <a:gd name="connsiteX264" fmla="*/ 371814 w 440747"/>
                <a:gd name="connsiteY264" fmla="*/ 328339 h 547312"/>
                <a:gd name="connsiteX265" fmla="*/ 371814 w 440747"/>
                <a:gd name="connsiteY265" fmla="*/ 331315 h 547312"/>
                <a:gd name="connsiteX266" fmla="*/ 367349 w 440747"/>
                <a:gd name="connsiteY266" fmla="*/ 332804 h 547312"/>
                <a:gd name="connsiteX267" fmla="*/ 366605 w 440747"/>
                <a:gd name="connsiteY267" fmla="*/ 335036 h 547312"/>
                <a:gd name="connsiteX268" fmla="*/ 364791 w 440747"/>
                <a:gd name="connsiteY268" fmla="*/ 335362 h 547312"/>
                <a:gd name="connsiteX269" fmla="*/ 362884 w 440747"/>
                <a:gd name="connsiteY269" fmla="*/ 335780 h 547312"/>
                <a:gd name="connsiteX270" fmla="*/ 362140 w 440747"/>
                <a:gd name="connsiteY270" fmla="*/ 337268 h 547312"/>
                <a:gd name="connsiteX271" fmla="*/ 361396 w 440747"/>
                <a:gd name="connsiteY271" fmla="*/ 338757 h 547312"/>
                <a:gd name="connsiteX272" fmla="*/ 357675 w 440747"/>
                <a:gd name="connsiteY272" fmla="*/ 339501 h 547312"/>
                <a:gd name="connsiteX273" fmla="*/ 356931 w 440747"/>
                <a:gd name="connsiteY273" fmla="*/ 341733 h 547312"/>
                <a:gd name="connsiteX274" fmla="*/ 354699 w 440747"/>
                <a:gd name="connsiteY274" fmla="*/ 341640 h 547312"/>
                <a:gd name="connsiteX275" fmla="*/ 352466 w 440747"/>
                <a:gd name="connsiteY275" fmla="*/ 341733 h 547312"/>
                <a:gd name="connsiteX276" fmla="*/ 352141 w 440747"/>
                <a:gd name="connsiteY276" fmla="*/ 343594 h 547312"/>
                <a:gd name="connsiteX277" fmla="*/ 351722 w 440747"/>
                <a:gd name="connsiteY277" fmla="*/ 345454 h 547312"/>
                <a:gd name="connsiteX278" fmla="*/ 346513 w 440747"/>
                <a:gd name="connsiteY278" fmla="*/ 345454 h 547312"/>
                <a:gd name="connsiteX279" fmla="*/ 346513 w 440747"/>
                <a:gd name="connsiteY279" fmla="*/ 348431 h 547312"/>
                <a:gd name="connsiteX280" fmla="*/ 342048 w 440747"/>
                <a:gd name="connsiteY280" fmla="*/ 349919 h 547312"/>
                <a:gd name="connsiteX281" fmla="*/ 340560 w 440747"/>
                <a:gd name="connsiteY281" fmla="*/ 351407 h 547312"/>
                <a:gd name="connsiteX282" fmla="*/ 342528 w 440747"/>
                <a:gd name="connsiteY282" fmla="*/ 351415 h 547312"/>
                <a:gd name="connsiteX283" fmla="*/ 360858 w 440747"/>
                <a:gd name="connsiteY283" fmla="*/ 351544 h 547312"/>
                <a:gd name="connsiteX284" fmla="*/ 370282 w 440747"/>
                <a:gd name="connsiteY284" fmla="*/ 351609 h 547312"/>
                <a:gd name="connsiteX285" fmla="*/ 379373 w 440747"/>
                <a:gd name="connsiteY285" fmla="*/ 351681 h 547312"/>
                <a:gd name="connsiteX286" fmla="*/ 382846 w 440747"/>
                <a:gd name="connsiteY286" fmla="*/ 351699 h 547312"/>
                <a:gd name="connsiteX287" fmla="*/ 387699 w 440747"/>
                <a:gd name="connsiteY287" fmla="*/ 351745 h 547312"/>
                <a:gd name="connsiteX288" fmla="*/ 390493 w 440747"/>
                <a:gd name="connsiteY288" fmla="*/ 351765 h 547312"/>
                <a:gd name="connsiteX289" fmla="*/ 393517 w 440747"/>
                <a:gd name="connsiteY289" fmla="*/ 353349 h 547312"/>
                <a:gd name="connsiteX290" fmla="*/ 394327 w 440747"/>
                <a:gd name="connsiteY290" fmla="*/ 360155 h 547312"/>
                <a:gd name="connsiteX291" fmla="*/ 394334 w 440747"/>
                <a:gd name="connsiteY291" fmla="*/ 361685 h 547312"/>
                <a:gd name="connsiteX292" fmla="*/ 394331 w 440747"/>
                <a:gd name="connsiteY292" fmla="*/ 366758 h 547312"/>
                <a:gd name="connsiteX293" fmla="*/ 394339 w 440747"/>
                <a:gd name="connsiteY293" fmla="*/ 370396 h 547312"/>
                <a:gd name="connsiteX294" fmla="*/ 394338 w 440747"/>
                <a:gd name="connsiteY294" fmla="*/ 380275 h 547312"/>
                <a:gd name="connsiteX295" fmla="*/ 394340 w 440747"/>
                <a:gd name="connsiteY295" fmla="*/ 390610 h 547312"/>
                <a:gd name="connsiteX296" fmla="*/ 394332 w 440747"/>
                <a:gd name="connsiteY296" fmla="*/ 407965 h 547312"/>
                <a:gd name="connsiteX297" fmla="*/ 394335 w 440747"/>
                <a:gd name="connsiteY297" fmla="*/ 428037 h 547312"/>
                <a:gd name="connsiteX298" fmla="*/ 394339 w 440747"/>
                <a:gd name="connsiteY298" fmla="*/ 445263 h 547312"/>
                <a:gd name="connsiteX299" fmla="*/ 394341 w 440747"/>
                <a:gd name="connsiteY299" fmla="*/ 455555 h 547312"/>
                <a:gd name="connsiteX300" fmla="*/ 394334 w 440747"/>
                <a:gd name="connsiteY300" fmla="*/ 465229 h 547312"/>
                <a:gd name="connsiteX301" fmla="*/ 394336 w 440747"/>
                <a:gd name="connsiteY301" fmla="*/ 468782 h 547312"/>
                <a:gd name="connsiteX302" fmla="*/ 394327 w 440747"/>
                <a:gd name="connsiteY302" fmla="*/ 473628 h 547312"/>
                <a:gd name="connsiteX303" fmla="*/ 394325 w 440747"/>
                <a:gd name="connsiteY303" fmla="*/ 476368 h 547312"/>
                <a:gd name="connsiteX304" fmla="*/ 392650 w 440747"/>
                <a:gd name="connsiteY304" fmla="*/ 481632 h 547312"/>
                <a:gd name="connsiteX305" fmla="*/ 394292 w 440747"/>
                <a:gd name="connsiteY305" fmla="*/ 481627 h 547312"/>
                <a:gd name="connsiteX306" fmla="*/ 409630 w 440747"/>
                <a:gd name="connsiteY306" fmla="*/ 481593 h 547312"/>
                <a:gd name="connsiteX307" fmla="*/ 417516 w 440747"/>
                <a:gd name="connsiteY307" fmla="*/ 481576 h 547312"/>
                <a:gd name="connsiteX308" fmla="*/ 426587 w 440747"/>
                <a:gd name="connsiteY308" fmla="*/ 481559 h 547312"/>
                <a:gd name="connsiteX309" fmla="*/ 429439 w 440747"/>
                <a:gd name="connsiteY309" fmla="*/ 481547 h 547312"/>
                <a:gd name="connsiteX310" fmla="*/ 432101 w 440747"/>
                <a:gd name="connsiteY310" fmla="*/ 481547 h 547312"/>
                <a:gd name="connsiteX311" fmla="*/ 434440 w 440747"/>
                <a:gd name="connsiteY311" fmla="*/ 481542 h 547312"/>
                <a:gd name="connsiteX312" fmla="*/ 436554 w 440747"/>
                <a:gd name="connsiteY312" fmla="*/ 481632 h 547312"/>
                <a:gd name="connsiteX313" fmla="*/ 438664 w 440747"/>
                <a:gd name="connsiteY313" fmla="*/ 481642 h 547312"/>
                <a:gd name="connsiteX314" fmla="*/ 440275 w 440747"/>
                <a:gd name="connsiteY314" fmla="*/ 482376 h 547312"/>
                <a:gd name="connsiteX315" fmla="*/ 440733 w 440747"/>
                <a:gd name="connsiteY315" fmla="*/ 488243 h 547312"/>
                <a:gd name="connsiteX316" fmla="*/ 440745 w 440747"/>
                <a:gd name="connsiteY316" fmla="*/ 490106 h 547312"/>
                <a:gd name="connsiteX317" fmla="*/ 440717 w 440747"/>
                <a:gd name="connsiteY317" fmla="*/ 496233 h 547312"/>
                <a:gd name="connsiteX318" fmla="*/ 440717 w 440747"/>
                <a:gd name="connsiteY318" fmla="*/ 500473 h 547312"/>
                <a:gd name="connsiteX319" fmla="*/ 440678 w 440747"/>
                <a:gd name="connsiteY319" fmla="*/ 509374 h 547312"/>
                <a:gd name="connsiteX320" fmla="*/ 440651 w 440747"/>
                <a:gd name="connsiteY320" fmla="*/ 520803 h 547312"/>
                <a:gd name="connsiteX321" fmla="*/ 440632 w 440747"/>
                <a:gd name="connsiteY321" fmla="*/ 529565 h 547312"/>
                <a:gd name="connsiteX322" fmla="*/ 440625 w 440747"/>
                <a:gd name="connsiteY322" fmla="*/ 533779 h 547312"/>
                <a:gd name="connsiteX323" fmla="*/ 440587 w 440747"/>
                <a:gd name="connsiteY323" fmla="*/ 539664 h 547312"/>
                <a:gd name="connsiteX324" fmla="*/ 440594 w 440747"/>
                <a:gd name="connsiteY324" fmla="*/ 541437 h 547312"/>
                <a:gd name="connsiteX325" fmla="*/ 440275 w 440747"/>
                <a:gd name="connsiteY325" fmla="*/ 545628 h 547312"/>
                <a:gd name="connsiteX326" fmla="*/ 434976 w 440747"/>
                <a:gd name="connsiteY326" fmla="*/ 547302 h 547312"/>
                <a:gd name="connsiteX327" fmla="*/ 433072 w 440747"/>
                <a:gd name="connsiteY327" fmla="*/ 547312 h 547312"/>
                <a:gd name="connsiteX328" fmla="*/ 430975 w 440747"/>
                <a:gd name="connsiteY328" fmla="*/ 547301 h 547312"/>
                <a:gd name="connsiteX329" fmla="*/ 428742 w 440747"/>
                <a:gd name="connsiteY329" fmla="*/ 547307 h 547312"/>
                <a:gd name="connsiteX330" fmla="*/ 421262 w 440747"/>
                <a:gd name="connsiteY330" fmla="*/ 547300 h 547312"/>
                <a:gd name="connsiteX331" fmla="*/ 415875 w 440747"/>
                <a:gd name="connsiteY331" fmla="*/ 547306 h 547312"/>
                <a:gd name="connsiteX332" fmla="*/ 404123 w 440747"/>
                <a:gd name="connsiteY332" fmla="*/ 547304 h 547312"/>
                <a:gd name="connsiteX333" fmla="*/ 386649 w 440747"/>
                <a:gd name="connsiteY333" fmla="*/ 547300 h 547312"/>
                <a:gd name="connsiteX334" fmla="*/ 357255 w 440747"/>
                <a:gd name="connsiteY334" fmla="*/ 547296 h 547312"/>
                <a:gd name="connsiteX335" fmla="*/ 328137 w 440747"/>
                <a:gd name="connsiteY335" fmla="*/ 547286 h 547312"/>
                <a:gd name="connsiteX336" fmla="*/ 326310 w 440747"/>
                <a:gd name="connsiteY336" fmla="*/ 547286 h 547312"/>
                <a:gd name="connsiteX337" fmla="*/ 318967 w 440747"/>
                <a:gd name="connsiteY337" fmla="*/ 547286 h 547312"/>
                <a:gd name="connsiteX338" fmla="*/ 250038 w 440747"/>
                <a:gd name="connsiteY338" fmla="*/ 547268 h 547312"/>
                <a:gd name="connsiteX339" fmla="*/ 188756 w 440747"/>
                <a:gd name="connsiteY339" fmla="*/ 547254 h 547312"/>
                <a:gd name="connsiteX340" fmla="*/ 184821 w 440747"/>
                <a:gd name="connsiteY340" fmla="*/ 547254 h 547312"/>
                <a:gd name="connsiteX341" fmla="*/ 182856 w 440747"/>
                <a:gd name="connsiteY341" fmla="*/ 547254 h 547312"/>
                <a:gd name="connsiteX342" fmla="*/ 173065 w 440747"/>
                <a:gd name="connsiteY342" fmla="*/ 547254 h 547312"/>
                <a:gd name="connsiteX343" fmla="*/ 171114 w 440747"/>
                <a:gd name="connsiteY343" fmla="*/ 547254 h 547312"/>
                <a:gd name="connsiteX344" fmla="*/ 119955 w 440747"/>
                <a:gd name="connsiteY344" fmla="*/ 547247 h 547312"/>
                <a:gd name="connsiteX345" fmla="*/ 118118 w 440747"/>
                <a:gd name="connsiteY345" fmla="*/ 547246 h 547312"/>
                <a:gd name="connsiteX346" fmla="*/ 110802 w 440747"/>
                <a:gd name="connsiteY346" fmla="*/ 547244 h 547312"/>
                <a:gd name="connsiteX347" fmla="*/ 85318 w 440747"/>
                <a:gd name="connsiteY347" fmla="*/ 547240 h 547312"/>
                <a:gd name="connsiteX348" fmla="*/ 52483 w 440747"/>
                <a:gd name="connsiteY348" fmla="*/ 547230 h 547312"/>
                <a:gd name="connsiteX349" fmla="*/ 35104 w 440747"/>
                <a:gd name="connsiteY349" fmla="*/ 547225 h 547312"/>
                <a:gd name="connsiteX350" fmla="*/ 22156 w 440747"/>
                <a:gd name="connsiteY350" fmla="*/ 547218 h 547312"/>
                <a:gd name="connsiteX351" fmla="*/ 16897 w 440747"/>
                <a:gd name="connsiteY351" fmla="*/ 547217 h 547312"/>
                <a:gd name="connsiteX352" fmla="*/ 9787 w 440747"/>
                <a:gd name="connsiteY352" fmla="*/ 547212 h 547312"/>
                <a:gd name="connsiteX353" fmla="*/ 7691 w 440747"/>
                <a:gd name="connsiteY353" fmla="*/ 547216 h 547312"/>
                <a:gd name="connsiteX354" fmla="*/ 5786 w 440747"/>
                <a:gd name="connsiteY354" fmla="*/ 547210 h 547312"/>
                <a:gd name="connsiteX355" fmla="*/ 4143 w 440747"/>
                <a:gd name="connsiteY355" fmla="*/ 547210 h 547312"/>
                <a:gd name="connsiteX356" fmla="*/ 488 w 440747"/>
                <a:gd name="connsiteY356" fmla="*/ 546372 h 547312"/>
                <a:gd name="connsiteX357" fmla="*/ 175 w 440747"/>
                <a:gd name="connsiteY357" fmla="*/ 540425 h 547312"/>
                <a:gd name="connsiteX358" fmla="*/ 156 w 440747"/>
                <a:gd name="connsiteY358" fmla="*/ 538536 h 547312"/>
                <a:gd name="connsiteX359" fmla="*/ 139 w 440747"/>
                <a:gd name="connsiteY359" fmla="*/ 532326 h 547312"/>
                <a:gd name="connsiteX360" fmla="*/ 122 w 440747"/>
                <a:gd name="connsiteY360" fmla="*/ 528030 h 547312"/>
                <a:gd name="connsiteX361" fmla="*/ 115 w 440747"/>
                <a:gd name="connsiteY361" fmla="*/ 519015 h 547312"/>
                <a:gd name="connsiteX362" fmla="*/ 66 w 440747"/>
                <a:gd name="connsiteY362" fmla="*/ 507431 h 547312"/>
                <a:gd name="connsiteX363" fmla="*/ 48 w 440747"/>
                <a:gd name="connsiteY363" fmla="*/ 498556 h 547312"/>
                <a:gd name="connsiteX364" fmla="*/ 26 w 440747"/>
                <a:gd name="connsiteY364" fmla="*/ 494284 h 547312"/>
                <a:gd name="connsiteX365" fmla="*/ 30 w 440747"/>
                <a:gd name="connsiteY365" fmla="*/ 488323 h 547312"/>
                <a:gd name="connsiteX366" fmla="*/ 0 w 440747"/>
                <a:gd name="connsiteY366" fmla="*/ 486521 h 547312"/>
                <a:gd name="connsiteX367" fmla="*/ 488 w 440747"/>
                <a:gd name="connsiteY367" fmla="*/ 482376 h 547312"/>
                <a:gd name="connsiteX368" fmla="*/ 4208 w 440747"/>
                <a:gd name="connsiteY368" fmla="*/ 481632 h 547312"/>
                <a:gd name="connsiteX369" fmla="*/ 6359 w 440747"/>
                <a:gd name="connsiteY369" fmla="*/ 481537 h 547312"/>
                <a:gd name="connsiteX370" fmla="*/ 8750 w 440747"/>
                <a:gd name="connsiteY370" fmla="*/ 481535 h 547312"/>
                <a:gd name="connsiteX371" fmla="*/ 11474 w 440747"/>
                <a:gd name="connsiteY371" fmla="*/ 481528 h 547312"/>
                <a:gd name="connsiteX372" fmla="*/ 14397 w 440747"/>
                <a:gd name="connsiteY372" fmla="*/ 481533 h 547312"/>
                <a:gd name="connsiteX373" fmla="*/ 17413 w 440747"/>
                <a:gd name="connsiteY373" fmla="*/ 481531 h 547312"/>
                <a:gd name="connsiteX374" fmla="*/ 23719 w 440747"/>
                <a:gd name="connsiteY374" fmla="*/ 481535 h 547312"/>
                <a:gd name="connsiteX375" fmla="*/ 31794 w 440747"/>
                <a:gd name="connsiteY375" fmla="*/ 481532 h 547312"/>
                <a:gd name="connsiteX376" fmla="*/ 38016 w 440747"/>
                <a:gd name="connsiteY376" fmla="*/ 481532 h 547312"/>
                <a:gd name="connsiteX377" fmla="*/ 42438 w 440747"/>
                <a:gd name="connsiteY377" fmla="*/ 481528 h 547312"/>
                <a:gd name="connsiteX378" fmla="*/ 45155 w 440747"/>
                <a:gd name="connsiteY378" fmla="*/ 481535 h 547312"/>
                <a:gd name="connsiteX379" fmla="*/ 47545 w 440747"/>
                <a:gd name="connsiteY379" fmla="*/ 481537 h 547312"/>
                <a:gd name="connsiteX380" fmla="*/ 52578 w 440747"/>
                <a:gd name="connsiteY380" fmla="*/ 482376 h 547312"/>
                <a:gd name="connsiteX381" fmla="*/ 52578 w 440747"/>
                <a:gd name="connsiteY381" fmla="*/ 352151 h 547312"/>
                <a:gd name="connsiteX382" fmla="*/ 334607 w 440747"/>
                <a:gd name="connsiteY382" fmla="*/ 351407 h 547312"/>
                <a:gd name="connsiteX383" fmla="*/ 333119 w 440747"/>
                <a:gd name="connsiteY383" fmla="*/ 344710 h 547312"/>
                <a:gd name="connsiteX384" fmla="*/ 330886 w 440747"/>
                <a:gd name="connsiteY384" fmla="*/ 343966 h 547312"/>
                <a:gd name="connsiteX385" fmla="*/ 330468 w 440747"/>
                <a:gd name="connsiteY385" fmla="*/ 339873 h 547312"/>
                <a:gd name="connsiteX386" fmla="*/ 330142 w 440747"/>
                <a:gd name="connsiteY386" fmla="*/ 335780 h 547312"/>
                <a:gd name="connsiteX387" fmla="*/ 328654 w 440747"/>
                <a:gd name="connsiteY387" fmla="*/ 335036 h 547312"/>
                <a:gd name="connsiteX388" fmla="*/ 327584 w 440747"/>
                <a:gd name="connsiteY388" fmla="*/ 330432 h 547312"/>
                <a:gd name="connsiteX389" fmla="*/ 327165 w 440747"/>
                <a:gd name="connsiteY389" fmla="*/ 329083 h 547312"/>
                <a:gd name="connsiteX390" fmla="*/ 325677 w 440747"/>
                <a:gd name="connsiteY390" fmla="*/ 328339 h 547312"/>
                <a:gd name="connsiteX391" fmla="*/ 325262 w 440747"/>
                <a:gd name="connsiteY391" fmla="*/ 323734 h 547312"/>
                <a:gd name="connsiteX392" fmla="*/ 324933 w 440747"/>
                <a:gd name="connsiteY392" fmla="*/ 322386 h 547312"/>
                <a:gd name="connsiteX393" fmla="*/ 322701 w 440747"/>
                <a:gd name="connsiteY393" fmla="*/ 321642 h 547312"/>
                <a:gd name="connsiteX394" fmla="*/ 322701 w 440747"/>
                <a:gd name="connsiteY394" fmla="*/ 316433 h 547312"/>
                <a:gd name="connsiteX395" fmla="*/ 320468 w 440747"/>
                <a:gd name="connsiteY395" fmla="*/ 315688 h 547312"/>
                <a:gd name="connsiteX396" fmla="*/ 318980 w 440747"/>
                <a:gd name="connsiteY396" fmla="*/ 310479 h 547312"/>
                <a:gd name="connsiteX397" fmla="*/ 317492 w 440747"/>
                <a:gd name="connsiteY397" fmla="*/ 309735 h 547312"/>
                <a:gd name="connsiteX398" fmla="*/ 317166 w 440747"/>
                <a:gd name="connsiteY398" fmla="*/ 307131 h 547312"/>
                <a:gd name="connsiteX399" fmla="*/ 316748 w 440747"/>
                <a:gd name="connsiteY399" fmla="*/ 304526 h 547312"/>
                <a:gd name="connsiteX400" fmla="*/ 314515 w 440747"/>
                <a:gd name="connsiteY400" fmla="*/ 303782 h 547312"/>
                <a:gd name="connsiteX401" fmla="*/ 314515 w 440747"/>
                <a:gd name="connsiteY401" fmla="*/ 299317 h 547312"/>
                <a:gd name="connsiteX402" fmla="*/ 312283 w 440747"/>
                <a:gd name="connsiteY402" fmla="*/ 298573 h 547312"/>
                <a:gd name="connsiteX403" fmla="*/ 310794 w 440747"/>
                <a:gd name="connsiteY403" fmla="*/ 294108 h 547312"/>
                <a:gd name="connsiteX404" fmla="*/ 309306 w 440747"/>
                <a:gd name="connsiteY404" fmla="*/ 293364 h 547312"/>
                <a:gd name="connsiteX405" fmla="*/ 308981 w 440747"/>
                <a:gd name="connsiteY405" fmla="*/ 291132 h 547312"/>
                <a:gd name="connsiteX406" fmla="*/ 308562 w 440747"/>
                <a:gd name="connsiteY406" fmla="*/ 288899 h 547312"/>
                <a:gd name="connsiteX407" fmla="*/ 306330 w 440747"/>
                <a:gd name="connsiteY407" fmla="*/ 288155 h 547312"/>
                <a:gd name="connsiteX408" fmla="*/ 306330 w 440747"/>
                <a:gd name="connsiteY408" fmla="*/ 283690 h 547312"/>
                <a:gd name="connsiteX409" fmla="*/ 304097 w 440747"/>
                <a:gd name="connsiteY409" fmla="*/ 283690 h 547312"/>
                <a:gd name="connsiteX410" fmla="*/ 302609 w 440747"/>
                <a:gd name="connsiteY410" fmla="*/ 279970 h 547312"/>
                <a:gd name="connsiteX411" fmla="*/ 301121 w 440747"/>
                <a:gd name="connsiteY411" fmla="*/ 279225 h 547312"/>
                <a:gd name="connsiteX412" fmla="*/ 299632 w 440747"/>
                <a:gd name="connsiteY412" fmla="*/ 274761 h 547312"/>
                <a:gd name="connsiteX413" fmla="*/ 298144 w 440747"/>
                <a:gd name="connsiteY413" fmla="*/ 274017 h 547312"/>
                <a:gd name="connsiteX414" fmla="*/ 297400 w 440747"/>
                <a:gd name="connsiteY414" fmla="*/ 270296 h 547312"/>
                <a:gd name="connsiteX415" fmla="*/ 295912 w 440747"/>
                <a:gd name="connsiteY415" fmla="*/ 269552 h 547312"/>
                <a:gd name="connsiteX416" fmla="*/ 295586 w 440747"/>
                <a:gd name="connsiteY416" fmla="*/ 268110 h 547312"/>
                <a:gd name="connsiteX417" fmla="*/ 292935 w 440747"/>
                <a:gd name="connsiteY417" fmla="*/ 265087 h 547312"/>
                <a:gd name="connsiteX418" fmla="*/ 292191 w 440747"/>
                <a:gd name="connsiteY418" fmla="*/ 262854 h 547312"/>
                <a:gd name="connsiteX419" fmla="*/ 289958 w 440747"/>
                <a:gd name="connsiteY419" fmla="*/ 261366 h 547312"/>
                <a:gd name="connsiteX420" fmla="*/ 289214 w 440747"/>
                <a:gd name="connsiteY420" fmla="*/ 257645 h 547312"/>
                <a:gd name="connsiteX421" fmla="*/ 287726 w 440747"/>
                <a:gd name="connsiteY421" fmla="*/ 257645 h 547312"/>
                <a:gd name="connsiteX422" fmla="*/ 288470 w 440747"/>
                <a:gd name="connsiteY422" fmla="*/ 253925 h 547312"/>
                <a:gd name="connsiteX423" fmla="*/ 292191 w 440747"/>
                <a:gd name="connsiteY423" fmla="*/ 252436 h 547312"/>
                <a:gd name="connsiteX424" fmla="*/ 292935 w 440747"/>
                <a:gd name="connsiteY424" fmla="*/ 250204 h 547312"/>
                <a:gd name="connsiteX425" fmla="*/ 297400 w 440747"/>
                <a:gd name="connsiteY425" fmla="*/ 248716 h 547312"/>
                <a:gd name="connsiteX426" fmla="*/ 298144 w 440747"/>
                <a:gd name="connsiteY426" fmla="*/ 246483 h 547312"/>
                <a:gd name="connsiteX427" fmla="*/ 303353 w 440747"/>
                <a:gd name="connsiteY427" fmla="*/ 245739 h 547312"/>
                <a:gd name="connsiteX428" fmla="*/ 303353 w 440747"/>
                <a:gd name="connsiteY428" fmla="*/ 242763 h 547312"/>
                <a:gd name="connsiteX429" fmla="*/ 308562 w 440747"/>
                <a:gd name="connsiteY429" fmla="*/ 241274 h 547312"/>
                <a:gd name="connsiteX430" fmla="*/ 309306 w 440747"/>
                <a:gd name="connsiteY430" fmla="*/ 239786 h 547312"/>
                <a:gd name="connsiteX431" fmla="*/ 311539 w 440747"/>
                <a:gd name="connsiteY431" fmla="*/ 239088 h 547312"/>
                <a:gd name="connsiteX432" fmla="*/ 313771 w 440747"/>
                <a:gd name="connsiteY432" fmla="*/ 238298 h 547312"/>
                <a:gd name="connsiteX433" fmla="*/ 314515 w 440747"/>
                <a:gd name="connsiteY433" fmla="*/ 236065 h 547312"/>
                <a:gd name="connsiteX434" fmla="*/ 317445 w 440747"/>
                <a:gd name="connsiteY434" fmla="*/ 235275 h 547312"/>
                <a:gd name="connsiteX435" fmla="*/ 321956 w 440747"/>
                <a:gd name="connsiteY435" fmla="*/ 233089 h 547312"/>
                <a:gd name="connsiteX436" fmla="*/ 304829 w 440747"/>
                <a:gd name="connsiteY436" fmla="*/ 232966 h 547312"/>
                <a:gd name="connsiteX437" fmla="*/ 298997 w 440747"/>
                <a:gd name="connsiteY437" fmla="*/ 232920 h 547312"/>
                <a:gd name="connsiteX438" fmla="*/ 290636 w 440747"/>
                <a:gd name="connsiteY438" fmla="*/ 232871 h 547312"/>
                <a:gd name="connsiteX439" fmla="*/ 287984 w 440747"/>
                <a:gd name="connsiteY439" fmla="*/ 232836 h 547312"/>
                <a:gd name="connsiteX440" fmla="*/ 285546 w 440747"/>
                <a:gd name="connsiteY440" fmla="*/ 232835 h 547312"/>
                <a:gd name="connsiteX441" fmla="*/ 283388 w 440747"/>
                <a:gd name="connsiteY441" fmla="*/ 232820 h 547312"/>
                <a:gd name="connsiteX442" fmla="*/ 281773 w 440747"/>
                <a:gd name="connsiteY442" fmla="*/ 233089 h 547312"/>
                <a:gd name="connsiteX443" fmla="*/ 281029 w 440747"/>
                <a:gd name="connsiteY443" fmla="*/ 235321 h 547312"/>
                <a:gd name="connsiteX444" fmla="*/ 279540 w 440747"/>
                <a:gd name="connsiteY444" fmla="*/ 235321 h 547312"/>
                <a:gd name="connsiteX445" fmla="*/ 279430 w 440747"/>
                <a:gd name="connsiteY445" fmla="*/ 236923 h 547312"/>
                <a:gd name="connsiteX446" fmla="*/ 279261 w 440747"/>
                <a:gd name="connsiteY446" fmla="*/ 238995 h 547312"/>
                <a:gd name="connsiteX447" fmla="*/ 279104 w 440747"/>
                <a:gd name="connsiteY447" fmla="*/ 241062 h 547312"/>
                <a:gd name="connsiteX448" fmla="*/ 278796 w 440747"/>
                <a:gd name="connsiteY448" fmla="*/ 242763 h 547312"/>
                <a:gd name="connsiteX449" fmla="*/ 277308 w 440747"/>
                <a:gd name="connsiteY449" fmla="*/ 243507 h 547312"/>
                <a:gd name="connsiteX450" fmla="*/ 276892 w 440747"/>
                <a:gd name="connsiteY450" fmla="*/ 248692 h 547312"/>
                <a:gd name="connsiteX451" fmla="*/ 276564 w 440747"/>
                <a:gd name="connsiteY451" fmla="*/ 250204 h 547312"/>
                <a:gd name="connsiteX452" fmla="*/ 274331 w 440747"/>
                <a:gd name="connsiteY452" fmla="*/ 250948 h 547312"/>
                <a:gd name="connsiteX453" fmla="*/ 273587 w 440747"/>
                <a:gd name="connsiteY453" fmla="*/ 256157 h 547312"/>
                <a:gd name="connsiteX454" fmla="*/ 271355 w 440747"/>
                <a:gd name="connsiteY454" fmla="*/ 256157 h 547312"/>
                <a:gd name="connsiteX455" fmla="*/ 270611 w 440747"/>
                <a:gd name="connsiteY455" fmla="*/ 262854 h 547312"/>
                <a:gd name="connsiteX456" fmla="*/ 268378 w 440747"/>
                <a:gd name="connsiteY456" fmla="*/ 262854 h 547312"/>
                <a:gd name="connsiteX457" fmla="*/ 268518 w 440747"/>
                <a:gd name="connsiteY457" fmla="*/ 265366 h 547312"/>
                <a:gd name="connsiteX458" fmla="*/ 268378 w 440747"/>
                <a:gd name="connsiteY458" fmla="*/ 268063 h 547312"/>
                <a:gd name="connsiteX459" fmla="*/ 266146 w 440747"/>
                <a:gd name="connsiteY459" fmla="*/ 269552 h 547312"/>
                <a:gd name="connsiteX460" fmla="*/ 265774 w 440747"/>
                <a:gd name="connsiteY460" fmla="*/ 272575 h 547312"/>
                <a:gd name="connsiteX461" fmla="*/ 265402 w 440747"/>
                <a:gd name="connsiteY461" fmla="*/ 275505 h 547312"/>
                <a:gd name="connsiteX462" fmla="*/ 263169 w 440747"/>
                <a:gd name="connsiteY462" fmla="*/ 276249 h 547312"/>
                <a:gd name="connsiteX463" fmla="*/ 262425 w 440747"/>
                <a:gd name="connsiteY463" fmla="*/ 280714 h 547312"/>
                <a:gd name="connsiteX464" fmla="*/ 260937 w 440747"/>
                <a:gd name="connsiteY464" fmla="*/ 281458 h 547312"/>
                <a:gd name="connsiteX465" fmla="*/ 259821 w 440747"/>
                <a:gd name="connsiteY465" fmla="*/ 284109 h 547312"/>
                <a:gd name="connsiteX466" fmla="*/ 258705 w 440747"/>
                <a:gd name="connsiteY466" fmla="*/ 286667 h 547312"/>
                <a:gd name="connsiteX467" fmla="*/ 257216 w 440747"/>
                <a:gd name="connsiteY467" fmla="*/ 286667 h 547312"/>
                <a:gd name="connsiteX468" fmla="*/ 257216 w 440747"/>
                <a:gd name="connsiteY468" fmla="*/ 291876 h 547312"/>
                <a:gd name="connsiteX469" fmla="*/ 255728 w 440747"/>
                <a:gd name="connsiteY469" fmla="*/ 291876 h 547312"/>
                <a:gd name="connsiteX470" fmla="*/ 255030 w 440747"/>
                <a:gd name="connsiteY470" fmla="*/ 294015 h 547312"/>
                <a:gd name="connsiteX471" fmla="*/ 252007 w 440747"/>
                <a:gd name="connsiteY471" fmla="*/ 297829 h 547312"/>
                <a:gd name="connsiteX472" fmla="*/ 252007 w 440747"/>
                <a:gd name="connsiteY472" fmla="*/ 301550 h 547312"/>
                <a:gd name="connsiteX473" fmla="*/ 249775 w 440747"/>
                <a:gd name="connsiteY473" fmla="*/ 301550 h 547312"/>
                <a:gd name="connsiteX474" fmla="*/ 248287 w 440747"/>
                <a:gd name="connsiteY474" fmla="*/ 306759 h 547312"/>
                <a:gd name="connsiteX475" fmla="*/ 246798 w 440747"/>
                <a:gd name="connsiteY475" fmla="*/ 307503 h 547312"/>
                <a:gd name="connsiteX476" fmla="*/ 246473 w 440747"/>
                <a:gd name="connsiteY476" fmla="*/ 308898 h 547312"/>
                <a:gd name="connsiteX477" fmla="*/ 243822 w 440747"/>
                <a:gd name="connsiteY477" fmla="*/ 312712 h 547312"/>
                <a:gd name="connsiteX478" fmla="*/ 243078 w 440747"/>
                <a:gd name="connsiteY478" fmla="*/ 315688 h 547312"/>
                <a:gd name="connsiteX479" fmla="*/ 241589 w 440747"/>
                <a:gd name="connsiteY479" fmla="*/ 315688 h 547312"/>
                <a:gd name="connsiteX480" fmla="*/ 240101 w 440747"/>
                <a:gd name="connsiteY480" fmla="*/ 320897 h 547312"/>
                <a:gd name="connsiteX481" fmla="*/ 231915 w 440747"/>
                <a:gd name="connsiteY481" fmla="*/ 321642 h 547312"/>
                <a:gd name="connsiteX482" fmla="*/ 230427 w 440747"/>
                <a:gd name="connsiteY482" fmla="*/ 317921 h 547312"/>
                <a:gd name="connsiteX483" fmla="*/ 227451 w 440747"/>
                <a:gd name="connsiteY483" fmla="*/ 317177 h 547312"/>
                <a:gd name="connsiteX484" fmla="*/ 227451 w 440747"/>
                <a:gd name="connsiteY484" fmla="*/ 314944 h 547312"/>
                <a:gd name="connsiteX485" fmla="*/ 223730 w 440747"/>
                <a:gd name="connsiteY485" fmla="*/ 314200 h 547312"/>
                <a:gd name="connsiteX486" fmla="*/ 222986 w 440747"/>
                <a:gd name="connsiteY486" fmla="*/ 311968 h 547312"/>
                <a:gd name="connsiteX487" fmla="*/ 221498 w 440747"/>
                <a:gd name="connsiteY487" fmla="*/ 311270 h 547312"/>
                <a:gd name="connsiteX488" fmla="*/ 220009 w 440747"/>
                <a:gd name="connsiteY488" fmla="*/ 310479 h 547312"/>
                <a:gd name="connsiteX489" fmla="*/ 219637 w 440747"/>
                <a:gd name="connsiteY489" fmla="*/ 308898 h 547312"/>
                <a:gd name="connsiteX490" fmla="*/ 219265 w 440747"/>
                <a:gd name="connsiteY490" fmla="*/ 307503 h 547312"/>
                <a:gd name="connsiteX491" fmla="*/ 216289 w 440747"/>
                <a:gd name="connsiteY491" fmla="*/ 307503 h 547312"/>
                <a:gd name="connsiteX492" fmla="*/ 215544 w 440747"/>
                <a:gd name="connsiteY492" fmla="*/ 305270 h 547312"/>
                <a:gd name="connsiteX493" fmla="*/ 213684 w 440747"/>
                <a:gd name="connsiteY493" fmla="*/ 304526 h 547312"/>
                <a:gd name="connsiteX494" fmla="*/ 211824 w 440747"/>
                <a:gd name="connsiteY494" fmla="*/ 303782 h 547312"/>
                <a:gd name="connsiteX495" fmla="*/ 211080 w 440747"/>
                <a:gd name="connsiteY495" fmla="*/ 301550 h 547312"/>
                <a:gd name="connsiteX496" fmla="*/ 209591 w 440747"/>
                <a:gd name="connsiteY496" fmla="*/ 301178 h 547312"/>
                <a:gd name="connsiteX497" fmla="*/ 208103 w 440747"/>
                <a:gd name="connsiteY497" fmla="*/ 300806 h 547312"/>
                <a:gd name="connsiteX498" fmla="*/ 207359 w 440747"/>
                <a:gd name="connsiteY498" fmla="*/ 298573 h 547312"/>
                <a:gd name="connsiteX499" fmla="*/ 205498 w 440747"/>
                <a:gd name="connsiteY499" fmla="*/ 297876 h 547312"/>
                <a:gd name="connsiteX500" fmla="*/ 203638 w 440747"/>
                <a:gd name="connsiteY500" fmla="*/ 297085 h 547312"/>
                <a:gd name="connsiteX501" fmla="*/ 203313 w 440747"/>
                <a:gd name="connsiteY501" fmla="*/ 295504 h 547312"/>
                <a:gd name="connsiteX502" fmla="*/ 202894 w 440747"/>
                <a:gd name="connsiteY502" fmla="*/ 294108 h 547312"/>
                <a:gd name="connsiteX503" fmla="*/ 200662 w 440747"/>
                <a:gd name="connsiteY503" fmla="*/ 294108 h 547312"/>
                <a:gd name="connsiteX504" fmla="*/ 198429 w 440747"/>
                <a:gd name="connsiteY504" fmla="*/ 294108 h 547312"/>
                <a:gd name="connsiteX505" fmla="*/ 197685 w 440747"/>
                <a:gd name="connsiteY505" fmla="*/ 291132 h 547312"/>
                <a:gd name="connsiteX506" fmla="*/ 194708 w 440747"/>
                <a:gd name="connsiteY506" fmla="*/ 290388 h 547312"/>
                <a:gd name="connsiteX507" fmla="*/ 193964 w 440747"/>
                <a:gd name="connsiteY507" fmla="*/ 288155 h 547312"/>
                <a:gd name="connsiteX508" fmla="*/ 191360 w 440747"/>
                <a:gd name="connsiteY508" fmla="*/ 287783 h 547312"/>
                <a:gd name="connsiteX509" fmla="*/ 188755 w 440747"/>
                <a:gd name="connsiteY509" fmla="*/ 286667 h 547312"/>
                <a:gd name="connsiteX510" fmla="*/ 188755 w 440747"/>
                <a:gd name="connsiteY510" fmla="*/ 276993 h 547312"/>
                <a:gd name="connsiteX511" fmla="*/ 191732 w 440747"/>
                <a:gd name="connsiteY511" fmla="*/ 276993 h 547312"/>
                <a:gd name="connsiteX512" fmla="*/ 191453 w 440747"/>
                <a:gd name="connsiteY512" fmla="*/ 274993 h 547312"/>
                <a:gd name="connsiteX513" fmla="*/ 193871 w 440747"/>
                <a:gd name="connsiteY513" fmla="*/ 270621 h 547312"/>
                <a:gd name="connsiteX514" fmla="*/ 196197 w 440747"/>
                <a:gd name="connsiteY514" fmla="*/ 268808 h 547312"/>
                <a:gd name="connsiteX515" fmla="*/ 197685 w 440747"/>
                <a:gd name="connsiteY515" fmla="*/ 265087 h 547312"/>
                <a:gd name="connsiteX516" fmla="*/ 202150 w 440747"/>
                <a:gd name="connsiteY516" fmla="*/ 259878 h 547312"/>
                <a:gd name="connsiteX517" fmla="*/ 202475 w 440747"/>
                <a:gd name="connsiteY517" fmla="*/ 257971 h 547312"/>
                <a:gd name="connsiteX518" fmla="*/ 202894 w 440747"/>
                <a:gd name="connsiteY518" fmla="*/ 256157 h 547312"/>
                <a:gd name="connsiteX519" fmla="*/ 205126 w 440747"/>
                <a:gd name="connsiteY519" fmla="*/ 256157 h 547312"/>
                <a:gd name="connsiteX520" fmla="*/ 204940 w 440747"/>
                <a:gd name="connsiteY520" fmla="*/ 254018 h 547312"/>
                <a:gd name="connsiteX521" fmla="*/ 205126 w 440747"/>
                <a:gd name="connsiteY521" fmla="*/ 251692 h 547312"/>
                <a:gd name="connsiteX522" fmla="*/ 208103 w 440747"/>
                <a:gd name="connsiteY522" fmla="*/ 250204 h 547312"/>
                <a:gd name="connsiteX523" fmla="*/ 208103 w 440747"/>
                <a:gd name="connsiteY523" fmla="*/ 245739 h 547312"/>
                <a:gd name="connsiteX524" fmla="*/ 210335 w 440747"/>
                <a:gd name="connsiteY524" fmla="*/ 245739 h 547312"/>
                <a:gd name="connsiteX525" fmla="*/ 210568 w 440747"/>
                <a:gd name="connsiteY525" fmla="*/ 243228 h 547312"/>
                <a:gd name="connsiteX526" fmla="*/ 211080 w 440747"/>
                <a:gd name="connsiteY526" fmla="*/ 240530 h 547312"/>
                <a:gd name="connsiteX527" fmla="*/ 213312 w 440747"/>
                <a:gd name="connsiteY527" fmla="*/ 239042 h 547312"/>
                <a:gd name="connsiteX528" fmla="*/ 213312 w 440747"/>
                <a:gd name="connsiteY528" fmla="*/ 236809 h 547312"/>
                <a:gd name="connsiteX529" fmla="*/ 213312 w 440747"/>
                <a:gd name="connsiteY529" fmla="*/ 234577 h 547312"/>
                <a:gd name="connsiteX530" fmla="*/ 215544 w 440747"/>
                <a:gd name="connsiteY530" fmla="*/ 233089 h 547312"/>
                <a:gd name="connsiteX531" fmla="*/ 216289 w 440747"/>
                <a:gd name="connsiteY531" fmla="*/ 228624 h 547312"/>
                <a:gd name="connsiteX532" fmla="*/ 218521 w 440747"/>
                <a:gd name="connsiteY532" fmla="*/ 228624 h 547312"/>
                <a:gd name="connsiteX533" fmla="*/ 219265 w 440747"/>
                <a:gd name="connsiteY533" fmla="*/ 222671 h 547312"/>
                <a:gd name="connsiteX534" fmla="*/ 221498 w 440747"/>
                <a:gd name="connsiteY534" fmla="*/ 222671 h 547312"/>
                <a:gd name="connsiteX535" fmla="*/ 221419 w 440747"/>
                <a:gd name="connsiteY535" fmla="*/ 221232 h 547312"/>
                <a:gd name="connsiteX536" fmla="*/ 221358 w 440747"/>
                <a:gd name="connsiteY536" fmla="*/ 219369 h 547312"/>
                <a:gd name="connsiteX537" fmla="*/ 221279 w 440747"/>
                <a:gd name="connsiteY537" fmla="*/ 217511 h 547312"/>
                <a:gd name="connsiteX538" fmla="*/ 221498 w 440747"/>
                <a:gd name="connsiteY538" fmla="*/ 215974 h 547312"/>
                <a:gd name="connsiteX539" fmla="*/ 223730 w 440747"/>
                <a:gd name="connsiteY539" fmla="*/ 215229 h 547312"/>
                <a:gd name="connsiteX540" fmla="*/ 224242 w 440747"/>
                <a:gd name="connsiteY540" fmla="*/ 212206 h 547312"/>
                <a:gd name="connsiteX541" fmla="*/ 224474 w 440747"/>
                <a:gd name="connsiteY541" fmla="*/ 209276 h 547312"/>
                <a:gd name="connsiteX542" fmla="*/ 226706 w 440747"/>
                <a:gd name="connsiteY542" fmla="*/ 209276 h 547312"/>
                <a:gd name="connsiteX543" fmla="*/ 226817 w 440747"/>
                <a:gd name="connsiteY543" fmla="*/ 207675 h 547312"/>
                <a:gd name="connsiteX544" fmla="*/ 226986 w 440747"/>
                <a:gd name="connsiteY544" fmla="*/ 205602 h 547312"/>
                <a:gd name="connsiteX545" fmla="*/ 227143 w 440747"/>
                <a:gd name="connsiteY545" fmla="*/ 203535 h 547312"/>
                <a:gd name="connsiteX546" fmla="*/ 227451 w 440747"/>
                <a:gd name="connsiteY546" fmla="*/ 201835 h 547312"/>
                <a:gd name="connsiteX547" fmla="*/ 228939 w 440747"/>
                <a:gd name="connsiteY547" fmla="*/ 201091 h 547312"/>
                <a:gd name="connsiteX548" fmla="*/ 229355 w 440747"/>
                <a:gd name="connsiteY548" fmla="*/ 195324 h 547312"/>
                <a:gd name="connsiteX549" fmla="*/ 229683 w 440747"/>
                <a:gd name="connsiteY549" fmla="*/ 193649 h 547312"/>
                <a:gd name="connsiteX550" fmla="*/ 231915 w 440747"/>
                <a:gd name="connsiteY550" fmla="*/ 192905 h 547312"/>
                <a:gd name="connsiteX551" fmla="*/ 232427 w 440747"/>
                <a:gd name="connsiteY551" fmla="*/ 189138 h 547312"/>
                <a:gd name="connsiteX552" fmla="*/ 232575 w 440747"/>
                <a:gd name="connsiteY552" fmla="*/ 187065 h 547312"/>
                <a:gd name="connsiteX553" fmla="*/ 232660 w 440747"/>
                <a:gd name="connsiteY553" fmla="*/ 185464 h 547312"/>
                <a:gd name="connsiteX554" fmla="*/ 234892 w 440747"/>
                <a:gd name="connsiteY554" fmla="*/ 185464 h 547312"/>
                <a:gd name="connsiteX555" fmla="*/ 234976 w 440747"/>
                <a:gd name="connsiteY555" fmla="*/ 183426 h 547312"/>
                <a:gd name="connsiteX556" fmla="*/ 235125 w 440747"/>
                <a:gd name="connsiteY556" fmla="*/ 180766 h 547312"/>
                <a:gd name="connsiteX557" fmla="*/ 235255 w 440747"/>
                <a:gd name="connsiteY557" fmla="*/ 178124 h 547312"/>
                <a:gd name="connsiteX558" fmla="*/ 237869 w 440747"/>
                <a:gd name="connsiteY558" fmla="*/ 173558 h 547312"/>
                <a:gd name="connsiteX559" fmla="*/ 238008 w 440747"/>
                <a:gd name="connsiteY559" fmla="*/ 169325 h 547312"/>
                <a:gd name="connsiteX560" fmla="*/ 237947 w 440747"/>
                <a:gd name="connsiteY560" fmla="*/ 167084 h 547312"/>
                <a:gd name="connsiteX561" fmla="*/ 237869 w 440747"/>
                <a:gd name="connsiteY561" fmla="*/ 165372 h 547312"/>
                <a:gd name="connsiteX562" fmla="*/ 240845 w 440747"/>
                <a:gd name="connsiteY562" fmla="*/ 165372 h 547312"/>
                <a:gd name="connsiteX563" fmla="*/ 240845 w 440747"/>
                <a:gd name="connsiteY563" fmla="*/ 154210 h 547312"/>
                <a:gd name="connsiteX564" fmla="*/ 242333 w 440747"/>
                <a:gd name="connsiteY564" fmla="*/ 154210 h 547312"/>
                <a:gd name="connsiteX565" fmla="*/ 243540 w 440747"/>
                <a:gd name="connsiteY565" fmla="*/ 144603 h 547312"/>
                <a:gd name="connsiteX566" fmla="*/ 243822 w 440747"/>
                <a:gd name="connsiteY566" fmla="*/ 142304 h 547312"/>
                <a:gd name="connsiteX567" fmla="*/ 245310 w 440747"/>
                <a:gd name="connsiteY567" fmla="*/ 141559 h 547312"/>
                <a:gd name="connsiteX568" fmla="*/ 245540 w 440747"/>
                <a:gd name="connsiteY568" fmla="*/ 138583 h 547312"/>
                <a:gd name="connsiteX569" fmla="*/ 245596 w 440747"/>
                <a:gd name="connsiteY569" fmla="*/ 136769 h 547312"/>
                <a:gd name="connsiteX570" fmla="*/ 245666 w 440747"/>
                <a:gd name="connsiteY570" fmla="*/ 132955 h 547312"/>
                <a:gd name="connsiteX571" fmla="*/ 245726 w 440747"/>
                <a:gd name="connsiteY571" fmla="*/ 131142 h 547312"/>
                <a:gd name="connsiteX572" fmla="*/ 245756 w 440747"/>
                <a:gd name="connsiteY572" fmla="*/ 129467 h 547312"/>
                <a:gd name="connsiteX573" fmla="*/ 246054 w 440747"/>
                <a:gd name="connsiteY573" fmla="*/ 128165 h 547312"/>
                <a:gd name="connsiteX574" fmla="*/ 248287 w 440747"/>
                <a:gd name="connsiteY574" fmla="*/ 127421 h 547312"/>
                <a:gd name="connsiteX575" fmla="*/ 248819 w 440747"/>
                <a:gd name="connsiteY575" fmla="*/ 125174 h 547312"/>
                <a:gd name="connsiteX576" fmla="*/ 249775 w 440747"/>
                <a:gd name="connsiteY576" fmla="*/ 122956 h 547312"/>
                <a:gd name="connsiteX577" fmla="*/ 255402 w 440747"/>
                <a:gd name="connsiteY577" fmla="*/ 122444 h 547312"/>
                <a:gd name="connsiteX578" fmla="*/ 256976 w 440747"/>
                <a:gd name="connsiteY578" fmla="*/ 122411 h 547312"/>
                <a:gd name="connsiteX579" fmla="*/ 260937 w 440747"/>
                <a:gd name="connsiteY579" fmla="*/ 122956 h 547312"/>
                <a:gd name="connsiteX580" fmla="*/ 261681 w 440747"/>
                <a:gd name="connsiteY580" fmla="*/ 126677 h 547312"/>
                <a:gd name="connsiteX581" fmla="*/ 273587 w 440747"/>
                <a:gd name="connsiteY581" fmla="*/ 126677 h 547312"/>
                <a:gd name="connsiteX582" fmla="*/ 273587 w 440747"/>
                <a:gd name="connsiteY582" fmla="*/ 95423 h 547312"/>
                <a:gd name="connsiteX583" fmla="*/ 271355 w 440747"/>
                <a:gd name="connsiteY583" fmla="*/ 96167 h 547312"/>
                <a:gd name="connsiteX584" fmla="*/ 267131 w 440747"/>
                <a:gd name="connsiteY584" fmla="*/ 96256 h 547312"/>
                <a:gd name="connsiteX585" fmla="*/ 264466 w 440747"/>
                <a:gd name="connsiteY585" fmla="*/ 96260 h 547312"/>
                <a:gd name="connsiteX586" fmla="*/ 261538 w 440747"/>
                <a:gd name="connsiteY586" fmla="*/ 96251 h 547312"/>
                <a:gd name="connsiteX587" fmla="*/ 258458 w 440747"/>
                <a:gd name="connsiteY587" fmla="*/ 96252 h 547312"/>
                <a:gd name="connsiteX588" fmla="*/ 250092 w 440747"/>
                <a:gd name="connsiteY588" fmla="*/ 96242 h 547312"/>
                <a:gd name="connsiteX589" fmla="*/ 241350 w 440747"/>
                <a:gd name="connsiteY589" fmla="*/ 96236 h 547312"/>
                <a:gd name="connsiteX590" fmla="*/ 224794 w 440747"/>
                <a:gd name="connsiteY590" fmla="*/ 96221 h 547312"/>
                <a:gd name="connsiteX591" fmla="*/ 205947 w 440747"/>
                <a:gd name="connsiteY591" fmla="*/ 96204 h 547312"/>
                <a:gd name="connsiteX592" fmla="*/ 167175 w 440747"/>
                <a:gd name="connsiteY592" fmla="*/ 96167 h 547312"/>
                <a:gd name="connsiteX593" fmla="*/ 167187 w 440747"/>
                <a:gd name="connsiteY593" fmla="*/ 98888 h 547312"/>
                <a:gd name="connsiteX594" fmla="*/ 167216 w 440747"/>
                <a:gd name="connsiteY594" fmla="*/ 108843 h 547312"/>
                <a:gd name="connsiteX595" fmla="*/ 167231 w 440747"/>
                <a:gd name="connsiteY595" fmla="*/ 113159 h 547312"/>
                <a:gd name="connsiteX596" fmla="*/ 167248 w 440747"/>
                <a:gd name="connsiteY596" fmla="*/ 119349 h 547312"/>
                <a:gd name="connsiteX597" fmla="*/ 167260 w 440747"/>
                <a:gd name="connsiteY597" fmla="*/ 121310 h 547312"/>
                <a:gd name="connsiteX598" fmla="*/ 167175 w 440747"/>
                <a:gd name="connsiteY598" fmla="*/ 125933 h 547312"/>
                <a:gd name="connsiteX599" fmla="*/ 160769 w 440747"/>
                <a:gd name="connsiteY599" fmla="*/ 126797 h 547312"/>
                <a:gd name="connsiteX600" fmla="*/ 158972 w 440747"/>
                <a:gd name="connsiteY600" fmla="*/ 126808 h 547312"/>
                <a:gd name="connsiteX601" fmla="*/ 153063 w 440747"/>
                <a:gd name="connsiteY601" fmla="*/ 126828 h 547312"/>
                <a:gd name="connsiteX602" fmla="*/ 148972 w 440747"/>
                <a:gd name="connsiteY602" fmla="*/ 126841 h 547312"/>
                <a:gd name="connsiteX603" fmla="*/ 140386 w 440747"/>
                <a:gd name="connsiteY603" fmla="*/ 126855 h 547312"/>
                <a:gd name="connsiteX604" fmla="*/ 129363 w 440747"/>
                <a:gd name="connsiteY604" fmla="*/ 126899 h 547312"/>
                <a:gd name="connsiteX605" fmla="*/ 120912 w 440747"/>
                <a:gd name="connsiteY605" fmla="*/ 126917 h 547312"/>
                <a:gd name="connsiteX606" fmla="*/ 116847 w 440747"/>
                <a:gd name="connsiteY606" fmla="*/ 126935 h 547312"/>
                <a:gd name="connsiteX607" fmla="*/ 111170 w 440747"/>
                <a:gd name="connsiteY607" fmla="*/ 126942 h 547312"/>
                <a:gd name="connsiteX608" fmla="*/ 109461 w 440747"/>
                <a:gd name="connsiteY608" fmla="*/ 126963 h 547312"/>
                <a:gd name="connsiteX609" fmla="*/ 105412 w 440747"/>
                <a:gd name="connsiteY609" fmla="*/ 126677 h 547312"/>
                <a:gd name="connsiteX610" fmla="*/ 103726 w 440747"/>
                <a:gd name="connsiteY610" fmla="*/ 118796 h 547312"/>
                <a:gd name="connsiteX611" fmla="*/ 103721 w 440747"/>
                <a:gd name="connsiteY611" fmla="*/ 117126 h 547312"/>
                <a:gd name="connsiteX612" fmla="*/ 103729 w 440747"/>
                <a:gd name="connsiteY612" fmla="*/ 113630 h 547312"/>
                <a:gd name="connsiteX613" fmla="*/ 103720 w 440747"/>
                <a:gd name="connsiteY613" fmla="*/ 108290 h 547312"/>
                <a:gd name="connsiteX614" fmla="*/ 103726 w 440747"/>
                <a:gd name="connsiteY614" fmla="*/ 104890 h 547312"/>
                <a:gd name="connsiteX615" fmla="*/ 103716 w 440747"/>
                <a:gd name="connsiteY615" fmla="*/ 103281 h 547312"/>
                <a:gd name="connsiteX616" fmla="*/ 105412 w 440747"/>
                <a:gd name="connsiteY616" fmla="*/ 96167 h 547312"/>
                <a:gd name="connsiteX617" fmla="*/ 103868 w 440747"/>
                <a:gd name="connsiteY617" fmla="*/ 96169 h 547312"/>
                <a:gd name="connsiteX618" fmla="*/ 66738 w 440747"/>
                <a:gd name="connsiteY618" fmla="*/ 96205 h 547312"/>
                <a:gd name="connsiteX619" fmla="*/ 48782 w 440747"/>
                <a:gd name="connsiteY619" fmla="*/ 96223 h 547312"/>
                <a:gd name="connsiteX620" fmla="*/ 33137 w 440747"/>
                <a:gd name="connsiteY620" fmla="*/ 96237 h 547312"/>
                <a:gd name="connsiteX621" fmla="*/ 24849 w 440747"/>
                <a:gd name="connsiteY621" fmla="*/ 96246 h 547312"/>
                <a:gd name="connsiteX622" fmla="*/ 15611 w 440747"/>
                <a:gd name="connsiteY622" fmla="*/ 96251 h 547312"/>
                <a:gd name="connsiteX623" fmla="*/ 12814 w 440747"/>
                <a:gd name="connsiteY623" fmla="*/ 96260 h 547312"/>
                <a:gd name="connsiteX624" fmla="*/ 10288 w 440747"/>
                <a:gd name="connsiteY624" fmla="*/ 96256 h 547312"/>
                <a:gd name="connsiteX625" fmla="*/ 8078 w 440747"/>
                <a:gd name="connsiteY625" fmla="*/ 96258 h 547312"/>
                <a:gd name="connsiteX626" fmla="*/ 5697 w 440747"/>
                <a:gd name="connsiteY626" fmla="*/ 95423 h 547312"/>
                <a:gd name="connsiteX627" fmla="*/ 5553 w 440747"/>
                <a:gd name="connsiteY627" fmla="*/ 89556 h 547312"/>
                <a:gd name="connsiteX628" fmla="*/ 5535 w 440747"/>
                <a:gd name="connsiteY628" fmla="*/ 87693 h 547312"/>
                <a:gd name="connsiteX629" fmla="*/ 5493 w 440747"/>
                <a:gd name="connsiteY629" fmla="*/ 81566 h 547312"/>
                <a:gd name="connsiteX630" fmla="*/ 5481 w 440747"/>
                <a:gd name="connsiteY630" fmla="*/ 79459 h 547312"/>
                <a:gd name="connsiteX631" fmla="*/ 5436 w 440747"/>
                <a:gd name="connsiteY631" fmla="*/ 68424 h 547312"/>
                <a:gd name="connsiteX632" fmla="*/ 5353 w 440747"/>
                <a:gd name="connsiteY632" fmla="*/ 56996 h 547312"/>
                <a:gd name="connsiteX633" fmla="*/ 5315 w 440747"/>
                <a:gd name="connsiteY633" fmla="*/ 48234 h 547312"/>
                <a:gd name="connsiteX634" fmla="*/ 5281 w 440747"/>
                <a:gd name="connsiteY634" fmla="*/ 44019 h 547312"/>
                <a:gd name="connsiteX635" fmla="*/ 5263 w 440747"/>
                <a:gd name="connsiteY635" fmla="*/ 38134 h 547312"/>
                <a:gd name="connsiteX636" fmla="*/ 5226 w 440747"/>
                <a:gd name="connsiteY636" fmla="*/ 36362 h 547312"/>
                <a:gd name="connsiteX637" fmla="*/ 5697 w 440747"/>
                <a:gd name="connsiteY637" fmla="*/ 32171 h 547312"/>
                <a:gd name="connsiteX638" fmla="*/ 13453 w 440747"/>
                <a:gd name="connsiteY638" fmla="*/ 30504 h 547312"/>
                <a:gd name="connsiteX639" fmla="*/ 15878 w 440747"/>
                <a:gd name="connsiteY639" fmla="*/ 30497 h 547312"/>
                <a:gd name="connsiteX640" fmla="*/ 18515 w 440747"/>
                <a:gd name="connsiteY640" fmla="*/ 30514 h 547312"/>
                <a:gd name="connsiteX641" fmla="*/ 21310 w 440747"/>
                <a:gd name="connsiteY641" fmla="*/ 30513 h 547312"/>
                <a:gd name="connsiteX642" fmla="*/ 28878 w 440747"/>
                <a:gd name="connsiteY642" fmla="*/ 30532 h 547312"/>
                <a:gd name="connsiteX643" fmla="*/ 36795 w 440747"/>
                <a:gd name="connsiteY643" fmla="*/ 30544 h 547312"/>
                <a:gd name="connsiteX644" fmla="*/ 51777 w 440747"/>
                <a:gd name="connsiteY644" fmla="*/ 30575 h 547312"/>
                <a:gd name="connsiteX645" fmla="*/ 68837 w 440747"/>
                <a:gd name="connsiteY645" fmla="*/ 30608 h 547312"/>
                <a:gd name="connsiteX646" fmla="*/ 103923 w 440747"/>
                <a:gd name="connsiteY646" fmla="*/ 30683 h 547312"/>
                <a:gd name="connsiteX647" fmla="*/ 103911 w 440747"/>
                <a:gd name="connsiteY647" fmla="*/ 28042 h 547312"/>
                <a:gd name="connsiteX648" fmla="*/ 103882 w 440747"/>
                <a:gd name="connsiteY648" fmla="*/ 18365 h 547312"/>
                <a:gd name="connsiteX649" fmla="*/ 103867 w 440747"/>
                <a:gd name="connsiteY649" fmla="*/ 14173 h 547312"/>
                <a:gd name="connsiteX650" fmla="*/ 103851 w 440747"/>
                <a:gd name="connsiteY650" fmla="*/ 8155 h 547312"/>
                <a:gd name="connsiteX651" fmla="*/ 103839 w 440747"/>
                <a:gd name="connsiteY651" fmla="*/ 6254 h 547312"/>
                <a:gd name="connsiteX652" fmla="*/ 104667 w 440747"/>
                <a:gd name="connsiteY652" fmla="*/ 173 h 547312"/>
                <a:gd name="connsiteX653" fmla="*/ 110490 w 440747"/>
                <a:gd name="connsiteY653" fmla="*/ 4 h 547312"/>
                <a:gd name="connsiteX654" fmla="*/ 112338 w 440747"/>
                <a:gd name="connsiteY654" fmla="*/ 3 h 54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Lst>
              <a:rect l="l" t="t" r="r" b="b"/>
              <a:pathLst>
                <a:path w="440747" h="547312">
                  <a:moveTo>
                    <a:pt x="200045" y="413726"/>
                  </a:moveTo>
                  <a:cubicBezTo>
                    <a:pt x="199952" y="420918"/>
                    <a:pt x="199857" y="428109"/>
                    <a:pt x="199770" y="435301"/>
                  </a:cubicBezTo>
                  <a:cubicBezTo>
                    <a:pt x="199713" y="440034"/>
                    <a:pt x="199657" y="444767"/>
                    <a:pt x="199595" y="449499"/>
                  </a:cubicBezTo>
                  <a:cubicBezTo>
                    <a:pt x="199543" y="453445"/>
                    <a:pt x="199491" y="457390"/>
                    <a:pt x="199445" y="461335"/>
                  </a:cubicBezTo>
                  <a:cubicBezTo>
                    <a:pt x="199427" y="462834"/>
                    <a:pt x="199409" y="464332"/>
                    <a:pt x="199391" y="465830"/>
                  </a:cubicBezTo>
                  <a:cubicBezTo>
                    <a:pt x="199361" y="467993"/>
                    <a:pt x="199331" y="470155"/>
                    <a:pt x="199307" y="472317"/>
                  </a:cubicBezTo>
                  <a:cubicBezTo>
                    <a:pt x="199299" y="472990"/>
                    <a:pt x="199292" y="473644"/>
                    <a:pt x="199285" y="474297"/>
                  </a:cubicBezTo>
                  <a:cubicBezTo>
                    <a:pt x="199238" y="477314"/>
                    <a:pt x="199080" y="480034"/>
                    <a:pt x="200045" y="482931"/>
                  </a:cubicBezTo>
                  <a:cubicBezTo>
                    <a:pt x="200568" y="483024"/>
                    <a:pt x="201076" y="483114"/>
                    <a:pt x="201584" y="483205"/>
                  </a:cubicBezTo>
                  <a:cubicBezTo>
                    <a:pt x="202620" y="483200"/>
                    <a:pt x="202620" y="483200"/>
                    <a:pt x="203635" y="483196"/>
                  </a:cubicBezTo>
                  <a:cubicBezTo>
                    <a:pt x="204423" y="483199"/>
                    <a:pt x="205188" y="483201"/>
                    <a:pt x="205953" y="483203"/>
                  </a:cubicBezTo>
                  <a:cubicBezTo>
                    <a:pt x="206812" y="483194"/>
                    <a:pt x="207645" y="483184"/>
                    <a:pt x="208478" y="483175"/>
                  </a:cubicBezTo>
                  <a:cubicBezTo>
                    <a:pt x="210225" y="483172"/>
                    <a:pt x="211973" y="483168"/>
                    <a:pt x="213720" y="483164"/>
                  </a:cubicBezTo>
                  <a:cubicBezTo>
                    <a:pt x="216489" y="483140"/>
                    <a:pt x="219256" y="483117"/>
                    <a:pt x="222025" y="483110"/>
                  </a:cubicBezTo>
                  <a:cubicBezTo>
                    <a:pt x="223825" y="483107"/>
                    <a:pt x="225626" y="483102"/>
                    <a:pt x="227427" y="483095"/>
                  </a:cubicBezTo>
                  <a:cubicBezTo>
                    <a:pt x="228306" y="483091"/>
                    <a:pt x="229159" y="483086"/>
                    <a:pt x="230012" y="483082"/>
                  </a:cubicBezTo>
                  <a:cubicBezTo>
                    <a:pt x="230865" y="483079"/>
                    <a:pt x="231694" y="483076"/>
                    <a:pt x="232523" y="483073"/>
                  </a:cubicBezTo>
                  <a:cubicBezTo>
                    <a:pt x="233704" y="483062"/>
                    <a:pt x="233704" y="483062"/>
                    <a:pt x="234862" y="483051"/>
                  </a:cubicBezTo>
                  <a:cubicBezTo>
                    <a:pt x="237258" y="483033"/>
                    <a:pt x="239464" y="483049"/>
                    <a:pt x="241717" y="482187"/>
                  </a:cubicBezTo>
                  <a:cubicBezTo>
                    <a:pt x="242047" y="479498"/>
                    <a:pt x="242047" y="479498"/>
                    <a:pt x="242040" y="477750"/>
                  </a:cubicBezTo>
                  <a:cubicBezTo>
                    <a:pt x="242022" y="477093"/>
                    <a:pt x="242005" y="476455"/>
                    <a:pt x="241987" y="475818"/>
                  </a:cubicBezTo>
                  <a:cubicBezTo>
                    <a:pt x="241965" y="473688"/>
                    <a:pt x="241939" y="471559"/>
                    <a:pt x="241894" y="469430"/>
                  </a:cubicBezTo>
                  <a:cubicBezTo>
                    <a:pt x="241862" y="467904"/>
                    <a:pt x="241834" y="466378"/>
                    <a:pt x="241812" y="464852"/>
                  </a:cubicBezTo>
                  <a:cubicBezTo>
                    <a:pt x="241761" y="460861"/>
                    <a:pt x="241700" y="456871"/>
                    <a:pt x="241624" y="452881"/>
                  </a:cubicBezTo>
                  <a:cubicBezTo>
                    <a:pt x="241530" y="447929"/>
                    <a:pt x="241455" y="442977"/>
                    <a:pt x="241383" y="438025"/>
                  </a:cubicBezTo>
                  <a:cubicBezTo>
                    <a:pt x="241278" y="430782"/>
                    <a:pt x="241278" y="430782"/>
                    <a:pt x="240973" y="413726"/>
                  </a:cubicBezTo>
                  <a:cubicBezTo>
                    <a:pt x="227058" y="413726"/>
                    <a:pt x="213552" y="413726"/>
                    <a:pt x="200045" y="413726"/>
                  </a:cubicBezTo>
                  <a:close/>
                  <a:moveTo>
                    <a:pt x="294834" y="413636"/>
                  </a:moveTo>
                  <a:cubicBezTo>
                    <a:pt x="292365" y="413770"/>
                    <a:pt x="292365" y="413770"/>
                    <a:pt x="292346" y="418685"/>
                  </a:cubicBezTo>
                  <a:cubicBezTo>
                    <a:pt x="292347" y="419308"/>
                    <a:pt x="292349" y="419913"/>
                    <a:pt x="292350" y="420518"/>
                  </a:cubicBezTo>
                  <a:cubicBezTo>
                    <a:pt x="292346" y="422540"/>
                    <a:pt x="292343" y="424562"/>
                    <a:pt x="292345" y="426585"/>
                  </a:cubicBezTo>
                  <a:cubicBezTo>
                    <a:pt x="292347" y="428036"/>
                    <a:pt x="292348" y="429487"/>
                    <a:pt x="292347" y="430938"/>
                  </a:cubicBezTo>
                  <a:cubicBezTo>
                    <a:pt x="292345" y="433956"/>
                    <a:pt x="292344" y="436973"/>
                    <a:pt x="292347" y="439991"/>
                  </a:cubicBezTo>
                  <a:cubicBezTo>
                    <a:pt x="292352" y="443925"/>
                    <a:pt x="292354" y="447858"/>
                    <a:pt x="292350" y="451792"/>
                  </a:cubicBezTo>
                  <a:cubicBezTo>
                    <a:pt x="292346" y="454854"/>
                    <a:pt x="292345" y="457916"/>
                    <a:pt x="292346" y="460978"/>
                  </a:cubicBezTo>
                  <a:cubicBezTo>
                    <a:pt x="292347" y="462440"/>
                    <a:pt x="292347" y="463903"/>
                    <a:pt x="292348" y="465365"/>
                  </a:cubicBezTo>
                  <a:cubicBezTo>
                    <a:pt x="292345" y="467471"/>
                    <a:pt x="292343" y="469577"/>
                    <a:pt x="292347" y="471683"/>
                  </a:cubicBezTo>
                  <a:cubicBezTo>
                    <a:pt x="292348" y="472341"/>
                    <a:pt x="292349" y="472979"/>
                    <a:pt x="292350" y="473617"/>
                  </a:cubicBezTo>
                  <a:cubicBezTo>
                    <a:pt x="292343" y="476771"/>
                    <a:pt x="292131" y="479917"/>
                    <a:pt x="293191" y="482930"/>
                  </a:cubicBezTo>
                  <a:cubicBezTo>
                    <a:pt x="293750" y="483052"/>
                    <a:pt x="294292" y="483170"/>
                    <a:pt x="294834" y="483288"/>
                  </a:cubicBezTo>
                  <a:cubicBezTo>
                    <a:pt x="295582" y="483282"/>
                    <a:pt x="296307" y="483275"/>
                    <a:pt x="297032" y="483268"/>
                  </a:cubicBezTo>
                  <a:cubicBezTo>
                    <a:pt x="297888" y="483268"/>
                    <a:pt x="298719" y="483268"/>
                    <a:pt x="299550" y="483267"/>
                  </a:cubicBezTo>
                  <a:cubicBezTo>
                    <a:pt x="300457" y="483252"/>
                    <a:pt x="301337" y="483236"/>
                    <a:pt x="302217" y="483221"/>
                  </a:cubicBezTo>
                  <a:cubicBezTo>
                    <a:pt x="303893" y="483215"/>
                    <a:pt x="305570" y="483207"/>
                    <a:pt x="307247" y="483199"/>
                  </a:cubicBezTo>
                  <a:cubicBezTo>
                    <a:pt x="309441" y="483171"/>
                    <a:pt x="311571" y="483144"/>
                    <a:pt x="313701" y="483116"/>
                  </a:cubicBezTo>
                  <a:cubicBezTo>
                    <a:pt x="324012" y="483023"/>
                    <a:pt x="324012" y="483023"/>
                    <a:pt x="334119" y="482930"/>
                  </a:cubicBezTo>
                  <a:cubicBezTo>
                    <a:pt x="334119" y="459401"/>
                    <a:pt x="334119" y="436563"/>
                    <a:pt x="334119" y="413725"/>
                  </a:cubicBezTo>
                  <a:cubicBezTo>
                    <a:pt x="327177" y="413710"/>
                    <a:pt x="320439" y="413694"/>
                    <a:pt x="313701" y="413679"/>
                  </a:cubicBezTo>
                  <a:cubicBezTo>
                    <a:pt x="310685" y="413669"/>
                    <a:pt x="307669" y="413659"/>
                    <a:pt x="304652" y="413655"/>
                  </a:cubicBezTo>
                  <a:cubicBezTo>
                    <a:pt x="303422" y="413654"/>
                    <a:pt x="303422" y="413654"/>
                    <a:pt x="302217" y="413653"/>
                  </a:cubicBezTo>
                  <a:cubicBezTo>
                    <a:pt x="300870" y="413647"/>
                    <a:pt x="300870" y="413647"/>
                    <a:pt x="299550" y="413641"/>
                  </a:cubicBezTo>
                  <a:cubicBezTo>
                    <a:pt x="298694" y="413641"/>
                    <a:pt x="297863" y="413641"/>
                    <a:pt x="297032" y="413641"/>
                  </a:cubicBezTo>
                  <a:cubicBezTo>
                    <a:pt x="296285" y="413639"/>
                    <a:pt x="295560" y="413638"/>
                    <a:pt x="294834" y="413636"/>
                  </a:cubicBezTo>
                  <a:close/>
                  <a:moveTo>
                    <a:pt x="146315" y="413363"/>
                  </a:moveTo>
                  <a:cubicBezTo>
                    <a:pt x="145624" y="413367"/>
                    <a:pt x="144954" y="413372"/>
                    <a:pt x="144284" y="413376"/>
                  </a:cubicBezTo>
                  <a:cubicBezTo>
                    <a:pt x="143503" y="413374"/>
                    <a:pt x="142746" y="413372"/>
                    <a:pt x="141989" y="413369"/>
                  </a:cubicBezTo>
                  <a:cubicBezTo>
                    <a:pt x="141140" y="413383"/>
                    <a:pt x="140316" y="413396"/>
                    <a:pt x="139492" y="413409"/>
                  </a:cubicBezTo>
                  <a:cubicBezTo>
                    <a:pt x="137768" y="413414"/>
                    <a:pt x="136044" y="413420"/>
                    <a:pt x="134321" y="413428"/>
                  </a:cubicBezTo>
                  <a:cubicBezTo>
                    <a:pt x="131586" y="413461"/>
                    <a:pt x="128853" y="413493"/>
                    <a:pt x="126119" y="413506"/>
                  </a:cubicBezTo>
                  <a:cubicBezTo>
                    <a:pt x="124340" y="413512"/>
                    <a:pt x="122560" y="413520"/>
                    <a:pt x="120781" y="413530"/>
                  </a:cubicBezTo>
                  <a:cubicBezTo>
                    <a:pt x="119916" y="413536"/>
                    <a:pt x="119077" y="413542"/>
                    <a:pt x="118237" y="413548"/>
                  </a:cubicBezTo>
                  <a:cubicBezTo>
                    <a:pt x="116976" y="413557"/>
                    <a:pt x="116976" y="413557"/>
                    <a:pt x="115740" y="413565"/>
                  </a:cubicBezTo>
                  <a:cubicBezTo>
                    <a:pt x="114581" y="413580"/>
                    <a:pt x="114581" y="413580"/>
                    <a:pt x="113445" y="413594"/>
                  </a:cubicBezTo>
                  <a:cubicBezTo>
                    <a:pt x="109063" y="413642"/>
                    <a:pt x="109063" y="413642"/>
                    <a:pt x="109044" y="418685"/>
                  </a:cubicBezTo>
                  <a:cubicBezTo>
                    <a:pt x="109045" y="419308"/>
                    <a:pt x="109047" y="419913"/>
                    <a:pt x="109048" y="420518"/>
                  </a:cubicBezTo>
                  <a:cubicBezTo>
                    <a:pt x="109044" y="422541"/>
                    <a:pt x="109041" y="424563"/>
                    <a:pt x="109043" y="426585"/>
                  </a:cubicBezTo>
                  <a:cubicBezTo>
                    <a:pt x="109045" y="428036"/>
                    <a:pt x="109046" y="429487"/>
                    <a:pt x="109045" y="430939"/>
                  </a:cubicBezTo>
                  <a:cubicBezTo>
                    <a:pt x="109043" y="433956"/>
                    <a:pt x="109042" y="436974"/>
                    <a:pt x="109045" y="439991"/>
                  </a:cubicBezTo>
                  <a:cubicBezTo>
                    <a:pt x="109050" y="443925"/>
                    <a:pt x="109052" y="447859"/>
                    <a:pt x="109048" y="451793"/>
                  </a:cubicBezTo>
                  <a:cubicBezTo>
                    <a:pt x="109044" y="454855"/>
                    <a:pt x="109043" y="457917"/>
                    <a:pt x="109044" y="460979"/>
                  </a:cubicBezTo>
                  <a:cubicBezTo>
                    <a:pt x="109045" y="462441"/>
                    <a:pt x="109045" y="463903"/>
                    <a:pt x="109046" y="465365"/>
                  </a:cubicBezTo>
                  <a:cubicBezTo>
                    <a:pt x="109043" y="467471"/>
                    <a:pt x="109041" y="469578"/>
                    <a:pt x="109044" y="471684"/>
                  </a:cubicBezTo>
                  <a:cubicBezTo>
                    <a:pt x="109046" y="472341"/>
                    <a:pt x="109047" y="472979"/>
                    <a:pt x="109048" y="473617"/>
                  </a:cubicBezTo>
                  <a:cubicBezTo>
                    <a:pt x="109041" y="476779"/>
                    <a:pt x="108856" y="479902"/>
                    <a:pt x="109889" y="482931"/>
                  </a:cubicBezTo>
                  <a:cubicBezTo>
                    <a:pt x="110606" y="483114"/>
                    <a:pt x="110606" y="483114"/>
                    <a:pt x="111309" y="483294"/>
                  </a:cubicBezTo>
                  <a:cubicBezTo>
                    <a:pt x="112261" y="483287"/>
                    <a:pt x="112261" y="483287"/>
                    <a:pt x="113193" y="483281"/>
                  </a:cubicBezTo>
                  <a:cubicBezTo>
                    <a:pt x="113918" y="483283"/>
                    <a:pt x="114621" y="483285"/>
                    <a:pt x="115324" y="483287"/>
                  </a:cubicBezTo>
                  <a:cubicBezTo>
                    <a:pt x="116113" y="483274"/>
                    <a:pt x="116878" y="483261"/>
                    <a:pt x="117644" y="483248"/>
                  </a:cubicBezTo>
                  <a:cubicBezTo>
                    <a:pt x="119253" y="483243"/>
                    <a:pt x="120861" y="483236"/>
                    <a:pt x="122470" y="483229"/>
                  </a:cubicBezTo>
                  <a:cubicBezTo>
                    <a:pt x="125015" y="483196"/>
                    <a:pt x="127561" y="483163"/>
                    <a:pt x="130107" y="483150"/>
                  </a:cubicBezTo>
                  <a:cubicBezTo>
                    <a:pt x="131763" y="483145"/>
                    <a:pt x="133420" y="483137"/>
                    <a:pt x="135076" y="483126"/>
                  </a:cubicBezTo>
                  <a:cubicBezTo>
                    <a:pt x="135885" y="483120"/>
                    <a:pt x="136671" y="483114"/>
                    <a:pt x="137457" y="483108"/>
                  </a:cubicBezTo>
                  <a:cubicBezTo>
                    <a:pt x="138240" y="483102"/>
                    <a:pt x="139000" y="483097"/>
                    <a:pt x="139759" y="483092"/>
                  </a:cubicBezTo>
                  <a:cubicBezTo>
                    <a:pt x="140493" y="483082"/>
                    <a:pt x="141206" y="483072"/>
                    <a:pt x="141918" y="483063"/>
                  </a:cubicBezTo>
                  <a:cubicBezTo>
                    <a:pt x="144485" y="483032"/>
                    <a:pt x="146822" y="482746"/>
                    <a:pt x="149328" y="482187"/>
                  </a:cubicBezTo>
                  <a:cubicBezTo>
                    <a:pt x="148574" y="479924"/>
                    <a:pt x="148500" y="478063"/>
                    <a:pt x="148500" y="475696"/>
                  </a:cubicBezTo>
                  <a:cubicBezTo>
                    <a:pt x="148506" y="474810"/>
                    <a:pt x="148506" y="474810"/>
                    <a:pt x="148512" y="473942"/>
                  </a:cubicBezTo>
                  <a:cubicBezTo>
                    <a:pt x="148514" y="472672"/>
                    <a:pt x="148516" y="471403"/>
                    <a:pt x="148519" y="470134"/>
                  </a:cubicBezTo>
                  <a:cubicBezTo>
                    <a:pt x="148528" y="468058"/>
                    <a:pt x="148538" y="465983"/>
                    <a:pt x="148543" y="463907"/>
                  </a:cubicBezTo>
                  <a:cubicBezTo>
                    <a:pt x="148551" y="458730"/>
                    <a:pt x="148567" y="453552"/>
                    <a:pt x="148584" y="448375"/>
                  </a:cubicBezTo>
                  <a:cubicBezTo>
                    <a:pt x="148599" y="443909"/>
                    <a:pt x="148614" y="439443"/>
                    <a:pt x="148622" y="434976"/>
                  </a:cubicBezTo>
                  <a:cubicBezTo>
                    <a:pt x="148626" y="432872"/>
                    <a:pt x="148631" y="430767"/>
                    <a:pt x="148640" y="428663"/>
                  </a:cubicBezTo>
                  <a:cubicBezTo>
                    <a:pt x="148646" y="427332"/>
                    <a:pt x="148651" y="426002"/>
                    <a:pt x="148654" y="424671"/>
                  </a:cubicBezTo>
                  <a:cubicBezTo>
                    <a:pt x="148655" y="424039"/>
                    <a:pt x="148656" y="423425"/>
                    <a:pt x="148657" y="422811"/>
                  </a:cubicBezTo>
                  <a:cubicBezTo>
                    <a:pt x="148676" y="419878"/>
                    <a:pt x="149221" y="416368"/>
                    <a:pt x="147840" y="413726"/>
                  </a:cubicBezTo>
                  <a:cubicBezTo>
                    <a:pt x="147321" y="413602"/>
                    <a:pt x="146818" y="413483"/>
                    <a:pt x="146315" y="413363"/>
                  </a:cubicBezTo>
                  <a:close/>
                  <a:moveTo>
                    <a:pt x="112338" y="3"/>
                  </a:moveTo>
                  <a:cubicBezTo>
                    <a:pt x="114363" y="4"/>
                    <a:pt x="116388" y="16"/>
                    <a:pt x="118414" y="27"/>
                  </a:cubicBezTo>
                  <a:cubicBezTo>
                    <a:pt x="119814" y="30"/>
                    <a:pt x="121214" y="32"/>
                    <a:pt x="122615" y="34"/>
                  </a:cubicBezTo>
                  <a:cubicBezTo>
                    <a:pt x="126308" y="40"/>
                    <a:pt x="130001" y="54"/>
                    <a:pt x="133695" y="71"/>
                  </a:cubicBezTo>
                  <a:cubicBezTo>
                    <a:pt x="138122" y="88"/>
                    <a:pt x="142549" y="95"/>
                    <a:pt x="146977" y="104"/>
                  </a:cubicBezTo>
                  <a:cubicBezTo>
                    <a:pt x="153710" y="118"/>
                    <a:pt x="160442" y="147"/>
                    <a:pt x="167175" y="173"/>
                  </a:cubicBezTo>
                  <a:cubicBezTo>
                    <a:pt x="167175" y="10732"/>
                    <a:pt x="167175" y="21292"/>
                    <a:pt x="167175" y="32171"/>
                  </a:cubicBezTo>
                  <a:cubicBezTo>
                    <a:pt x="167912" y="31680"/>
                    <a:pt x="168649" y="31189"/>
                    <a:pt x="169408" y="30683"/>
                  </a:cubicBezTo>
                  <a:cubicBezTo>
                    <a:pt x="171274" y="30499"/>
                    <a:pt x="171274" y="30499"/>
                    <a:pt x="173546" y="30504"/>
                  </a:cubicBezTo>
                  <a:cubicBezTo>
                    <a:pt x="174407" y="30502"/>
                    <a:pt x="175268" y="30499"/>
                    <a:pt x="176155" y="30497"/>
                  </a:cubicBezTo>
                  <a:cubicBezTo>
                    <a:pt x="177100" y="30503"/>
                    <a:pt x="178046" y="30508"/>
                    <a:pt x="179020" y="30514"/>
                  </a:cubicBezTo>
                  <a:cubicBezTo>
                    <a:pt x="180024" y="30514"/>
                    <a:pt x="181029" y="30514"/>
                    <a:pt x="182034" y="30513"/>
                  </a:cubicBezTo>
                  <a:cubicBezTo>
                    <a:pt x="184763" y="30513"/>
                    <a:pt x="187491" y="30521"/>
                    <a:pt x="190220" y="30532"/>
                  </a:cubicBezTo>
                  <a:cubicBezTo>
                    <a:pt x="193071" y="30541"/>
                    <a:pt x="195923" y="30542"/>
                    <a:pt x="198774" y="30544"/>
                  </a:cubicBezTo>
                  <a:cubicBezTo>
                    <a:pt x="204174" y="30548"/>
                    <a:pt x="209574" y="30560"/>
                    <a:pt x="214974" y="30575"/>
                  </a:cubicBezTo>
                  <a:cubicBezTo>
                    <a:pt x="221121" y="30592"/>
                    <a:pt x="227269" y="30600"/>
                    <a:pt x="233416" y="30608"/>
                  </a:cubicBezTo>
                  <a:cubicBezTo>
                    <a:pt x="246062" y="30623"/>
                    <a:pt x="258709" y="30649"/>
                    <a:pt x="271355" y="30683"/>
                  </a:cubicBezTo>
                  <a:cubicBezTo>
                    <a:pt x="271355" y="31174"/>
                    <a:pt x="271355" y="31665"/>
                    <a:pt x="271355" y="32171"/>
                  </a:cubicBezTo>
                  <a:cubicBezTo>
                    <a:pt x="272092" y="32171"/>
                    <a:pt x="272828" y="32171"/>
                    <a:pt x="273587" y="32171"/>
                  </a:cubicBezTo>
                  <a:cubicBezTo>
                    <a:pt x="273587" y="21611"/>
                    <a:pt x="273587" y="11052"/>
                    <a:pt x="273587" y="173"/>
                  </a:cubicBezTo>
                  <a:cubicBezTo>
                    <a:pt x="293478" y="173"/>
                    <a:pt x="313369" y="173"/>
                    <a:pt x="333863" y="173"/>
                  </a:cubicBezTo>
                  <a:cubicBezTo>
                    <a:pt x="333863" y="10732"/>
                    <a:pt x="333863" y="21292"/>
                    <a:pt x="333863" y="32171"/>
                  </a:cubicBezTo>
                  <a:cubicBezTo>
                    <a:pt x="334599" y="31680"/>
                    <a:pt x="335336" y="31189"/>
                    <a:pt x="336095" y="30683"/>
                  </a:cubicBezTo>
                  <a:cubicBezTo>
                    <a:pt x="337849" y="30497"/>
                    <a:pt x="337849" y="30497"/>
                    <a:pt x="339960" y="30499"/>
                  </a:cubicBezTo>
                  <a:cubicBezTo>
                    <a:pt x="340760" y="30495"/>
                    <a:pt x="341560" y="30492"/>
                    <a:pt x="342385" y="30489"/>
                  </a:cubicBezTo>
                  <a:cubicBezTo>
                    <a:pt x="343701" y="30495"/>
                    <a:pt x="343701" y="30495"/>
                    <a:pt x="345045" y="30502"/>
                  </a:cubicBezTo>
                  <a:cubicBezTo>
                    <a:pt x="346432" y="30500"/>
                    <a:pt x="346432" y="30500"/>
                    <a:pt x="347847" y="30498"/>
                  </a:cubicBezTo>
                  <a:cubicBezTo>
                    <a:pt x="350384" y="30495"/>
                    <a:pt x="352920" y="30500"/>
                    <a:pt x="355457" y="30507"/>
                  </a:cubicBezTo>
                  <a:cubicBezTo>
                    <a:pt x="358112" y="30514"/>
                    <a:pt x="360766" y="30512"/>
                    <a:pt x="363420" y="30512"/>
                  </a:cubicBezTo>
                  <a:cubicBezTo>
                    <a:pt x="367878" y="30513"/>
                    <a:pt x="372337" y="30519"/>
                    <a:pt x="376795" y="30529"/>
                  </a:cubicBezTo>
                  <a:cubicBezTo>
                    <a:pt x="381949" y="30541"/>
                    <a:pt x="387103" y="30545"/>
                    <a:pt x="392257" y="30544"/>
                  </a:cubicBezTo>
                  <a:cubicBezTo>
                    <a:pt x="397215" y="30544"/>
                    <a:pt x="402172" y="30548"/>
                    <a:pt x="407129" y="30554"/>
                  </a:cubicBezTo>
                  <a:cubicBezTo>
                    <a:pt x="409239" y="30557"/>
                    <a:pt x="411349" y="30558"/>
                    <a:pt x="413459" y="30558"/>
                  </a:cubicBezTo>
                  <a:cubicBezTo>
                    <a:pt x="416406" y="30559"/>
                    <a:pt x="419352" y="30567"/>
                    <a:pt x="422299" y="30574"/>
                  </a:cubicBezTo>
                  <a:cubicBezTo>
                    <a:pt x="423175" y="30574"/>
                    <a:pt x="424052" y="30574"/>
                    <a:pt x="424955" y="30573"/>
                  </a:cubicBezTo>
                  <a:cubicBezTo>
                    <a:pt x="426158" y="30578"/>
                    <a:pt x="426158" y="30578"/>
                    <a:pt x="427386" y="30583"/>
                  </a:cubicBezTo>
                  <a:cubicBezTo>
                    <a:pt x="428083" y="30584"/>
                    <a:pt x="428780" y="30586"/>
                    <a:pt x="429498" y="30587"/>
                  </a:cubicBezTo>
                  <a:cubicBezTo>
                    <a:pt x="431234" y="30677"/>
                    <a:pt x="432684" y="30843"/>
                    <a:pt x="434322" y="31427"/>
                  </a:cubicBezTo>
                  <a:cubicBezTo>
                    <a:pt x="435488" y="33760"/>
                    <a:pt x="435169" y="36249"/>
                    <a:pt x="435162" y="38810"/>
                  </a:cubicBezTo>
                  <a:cubicBezTo>
                    <a:pt x="435163" y="39419"/>
                    <a:pt x="435165" y="40028"/>
                    <a:pt x="435166" y="40655"/>
                  </a:cubicBezTo>
                  <a:cubicBezTo>
                    <a:pt x="435169" y="42672"/>
                    <a:pt x="435167" y="44690"/>
                    <a:pt x="435165" y="46708"/>
                  </a:cubicBezTo>
                  <a:cubicBezTo>
                    <a:pt x="435165" y="48105"/>
                    <a:pt x="435166" y="49503"/>
                    <a:pt x="435167" y="50900"/>
                  </a:cubicBezTo>
                  <a:cubicBezTo>
                    <a:pt x="435168" y="53831"/>
                    <a:pt x="435166" y="56762"/>
                    <a:pt x="435163" y="59693"/>
                  </a:cubicBezTo>
                  <a:cubicBezTo>
                    <a:pt x="435159" y="63458"/>
                    <a:pt x="435161" y="67223"/>
                    <a:pt x="435166" y="70989"/>
                  </a:cubicBezTo>
                  <a:cubicBezTo>
                    <a:pt x="435168" y="73875"/>
                    <a:pt x="435167" y="76761"/>
                    <a:pt x="435165" y="79647"/>
                  </a:cubicBezTo>
                  <a:cubicBezTo>
                    <a:pt x="435165" y="81036"/>
                    <a:pt x="435166" y="82425"/>
                    <a:pt x="435167" y="83813"/>
                  </a:cubicBezTo>
                  <a:cubicBezTo>
                    <a:pt x="435169" y="85750"/>
                    <a:pt x="435166" y="87687"/>
                    <a:pt x="435162" y="89624"/>
                  </a:cubicBezTo>
                  <a:cubicBezTo>
                    <a:pt x="435164" y="90203"/>
                    <a:pt x="435165" y="90783"/>
                    <a:pt x="435167" y="91380"/>
                  </a:cubicBezTo>
                  <a:cubicBezTo>
                    <a:pt x="435151" y="95338"/>
                    <a:pt x="435151" y="95338"/>
                    <a:pt x="434322" y="96167"/>
                  </a:cubicBezTo>
                  <a:cubicBezTo>
                    <a:pt x="433022" y="96239"/>
                    <a:pt x="431720" y="96258"/>
                    <a:pt x="430418" y="96256"/>
                  </a:cubicBezTo>
                  <a:cubicBezTo>
                    <a:pt x="429572" y="96257"/>
                    <a:pt x="428726" y="96258"/>
                    <a:pt x="427854" y="96260"/>
                  </a:cubicBezTo>
                  <a:cubicBezTo>
                    <a:pt x="426917" y="96257"/>
                    <a:pt x="425981" y="96254"/>
                    <a:pt x="425015" y="96251"/>
                  </a:cubicBezTo>
                  <a:cubicBezTo>
                    <a:pt x="424035" y="96252"/>
                    <a:pt x="423056" y="96252"/>
                    <a:pt x="422046" y="96252"/>
                  </a:cubicBezTo>
                  <a:cubicBezTo>
                    <a:pt x="419351" y="96252"/>
                    <a:pt x="416656" y="96248"/>
                    <a:pt x="413961" y="96242"/>
                  </a:cubicBezTo>
                  <a:cubicBezTo>
                    <a:pt x="411147" y="96238"/>
                    <a:pt x="408333" y="96237"/>
                    <a:pt x="405520" y="96236"/>
                  </a:cubicBezTo>
                  <a:cubicBezTo>
                    <a:pt x="400188" y="96234"/>
                    <a:pt x="394857" y="96228"/>
                    <a:pt x="389525" y="96221"/>
                  </a:cubicBezTo>
                  <a:cubicBezTo>
                    <a:pt x="383457" y="96212"/>
                    <a:pt x="377389" y="96208"/>
                    <a:pt x="371321" y="96204"/>
                  </a:cubicBezTo>
                  <a:cubicBezTo>
                    <a:pt x="358835" y="96197"/>
                    <a:pt x="346349" y="96183"/>
                    <a:pt x="333863" y="96167"/>
                  </a:cubicBezTo>
                  <a:cubicBezTo>
                    <a:pt x="333878" y="96777"/>
                    <a:pt x="333878" y="96777"/>
                    <a:pt x="333893" y="97400"/>
                  </a:cubicBezTo>
                  <a:cubicBezTo>
                    <a:pt x="333991" y="101624"/>
                    <a:pt x="334059" y="105849"/>
                    <a:pt x="334108" y="110074"/>
                  </a:cubicBezTo>
                  <a:cubicBezTo>
                    <a:pt x="334130" y="111652"/>
                    <a:pt x="334161" y="113230"/>
                    <a:pt x="334200" y="114808"/>
                  </a:cubicBezTo>
                  <a:cubicBezTo>
                    <a:pt x="334254" y="117073"/>
                    <a:pt x="334279" y="119336"/>
                    <a:pt x="334299" y="121601"/>
                  </a:cubicBezTo>
                  <a:cubicBezTo>
                    <a:pt x="334322" y="122310"/>
                    <a:pt x="334345" y="123018"/>
                    <a:pt x="334369" y="123748"/>
                  </a:cubicBezTo>
                  <a:cubicBezTo>
                    <a:pt x="334370" y="125572"/>
                    <a:pt x="334338" y="127149"/>
                    <a:pt x="333863" y="128909"/>
                  </a:cubicBezTo>
                  <a:cubicBezTo>
                    <a:pt x="330853" y="130764"/>
                    <a:pt x="327717" y="130563"/>
                    <a:pt x="324246" y="130498"/>
                  </a:cubicBezTo>
                  <a:cubicBezTo>
                    <a:pt x="323505" y="130487"/>
                    <a:pt x="323505" y="130487"/>
                    <a:pt x="322748" y="130477"/>
                  </a:cubicBezTo>
                  <a:cubicBezTo>
                    <a:pt x="321130" y="130452"/>
                    <a:pt x="319511" y="130416"/>
                    <a:pt x="317893" y="130380"/>
                  </a:cubicBezTo>
                  <a:cubicBezTo>
                    <a:pt x="316765" y="130360"/>
                    <a:pt x="315637" y="130342"/>
                    <a:pt x="314508" y="130324"/>
                  </a:cubicBezTo>
                  <a:cubicBezTo>
                    <a:pt x="311550" y="130274"/>
                    <a:pt x="308592" y="130215"/>
                    <a:pt x="305634" y="130155"/>
                  </a:cubicBezTo>
                  <a:cubicBezTo>
                    <a:pt x="302612" y="130094"/>
                    <a:pt x="299589" y="130043"/>
                    <a:pt x="296566" y="129990"/>
                  </a:cubicBezTo>
                  <a:cubicBezTo>
                    <a:pt x="290642" y="129887"/>
                    <a:pt x="284719" y="129773"/>
                    <a:pt x="278796" y="129653"/>
                  </a:cubicBezTo>
                  <a:cubicBezTo>
                    <a:pt x="279460" y="129681"/>
                    <a:pt x="280124" y="129709"/>
                    <a:pt x="280808" y="129738"/>
                  </a:cubicBezTo>
                  <a:cubicBezTo>
                    <a:pt x="282114" y="129811"/>
                    <a:pt x="282114" y="129811"/>
                    <a:pt x="283447" y="129886"/>
                  </a:cubicBezTo>
                  <a:cubicBezTo>
                    <a:pt x="284311" y="129929"/>
                    <a:pt x="285174" y="129972"/>
                    <a:pt x="286063" y="130017"/>
                  </a:cubicBezTo>
                  <a:cubicBezTo>
                    <a:pt x="288587" y="130416"/>
                    <a:pt x="289556" y="130994"/>
                    <a:pt x="291447" y="132630"/>
                  </a:cubicBezTo>
                  <a:cubicBezTo>
                    <a:pt x="293079" y="132987"/>
                    <a:pt x="293079" y="132987"/>
                    <a:pt x="294804" y="132984"/>
                  </a:cubicBezTo>
                  <a:cubicBezTo>
                    <a:pt x="295742" y="133019"/>
                    <a:pt x="295742" y="133019"/>
                    <a:pt x="296698" y="133054"/>
                  </a:cubicBezTo>
                  <a:cubicBezTo>
                    <a:pt x="297344" y="133068"/>
                    <a:pt x="297990" y="133081"/>
                    <a:pt x="298656" y="133095"/>
                  </a:cubicBezTo>
                  <a:cubicBezTo>
                    <a:pt x="299945" y="133133"/>
                    <a:pt x="301235" y="133173"/>
                    <a:pt x="302525" y="133217"/>
                  </a:cubicBezTo>
                  <a:cubicBezTo>
                    <a:pt x="303094" y="133230"/>
                    <a:pt x="303664" y="133243"/>
                    <a:pt x="304250" y="133257"/>
                  </a:cubicBezTo>
                  <a:cubicBezTo>
                    <a:pt x="305585" y="133374"/>
                    <a:pt x="305585" y="133374"/>
                    <a:pt x="306330" y="134118"/>
                  </a:cubicBezTo>
                  <a:cubicBezTo>
                    <a:pt x="306394" y="135117"/>
                    <a:pt x="306409" y="136120"/>
                    <a:pt x="306402" y="137121"/>
                  </a:cubicBezTo>
                  <a:cubicBezTo>
                    <a:pt x="306400" y="137723"/>
                    <a:pt x="306397" y="138325"/>
                    <a:pt x="306395" y="138945"/>
                  </a:cubicBezTo>
                  <a:cubicBezTo>
                    <a:pt x="306389" y="139577"/>
                    <a:pt x="306382" y="140210"/>
                    <a:pt x="306376" y="140862"/>
                  </a:cubicBezTo>
                  <a:cubicBezTo>
                    <a:pt x="306373" y="141497"/>
                    <a:pt x="306369" y="142133"/>
                    <a:pt x="306366" y="142788"/>
                  </a:cubicBezTo>
                  <a:cubicBezTo>
                    <a:pt x="306357" y="144363"/>
                    <a:pt x="306344" y="145938"/>
                    <a:pt x="306330" y="147513"/>
                  </a:cubicBezTo>
                  <a:cubicBezTo>
                    <a:pt x="305593" y="147513"/>
                    <a:pt x="304856" y="147513"/>
                    <a:pt x="304097" y="147513"/>
                  </a:cubicBezTo>
                  <a:cubicBezTo>
                    <a:pt x="304061" y="148417"/>
                    <a:pt x="304024" y="149322"/>
                    <a:pt x="303987" y="150254"/>
                  </a:cubicBezTo>
                  <a:cubicBezTo>
                    <a:pt x="303931" y="151433"/>
                    <a:pt x="303875" y="152612"/>
                    <a:pt x="303818" y="153791"/>
                  </a:cubicBezTo>
                  <a:cubicBezTo>
                    <a:pt x="303795" y="154388"/>
                    <a:pt x="303772" y="154986"/>
                    <a:pt x="303748" y="155601"/>
                  </a:cubicBezTo>
                  <a:cubicBezTo>
                    <a:pt x="303671" y="157125"/>
                    <a:pt x="303518" y="158645"/>
                    <a:pt x="303353" y="160163"/>
                  </a:cubicBezTo>
                  <a:cubicBezTo>
                    <a:pt x="302862" y="160409"/>
                    <a:pt x="302371" y="160654"/>
                    <a:pt x="301865" y="160907"/>
                  </a:cubicBezTo>
                  <a:cubicBezTo>
                    <a:pt x="301573" y="162587"/>
                    <a:pt x="301573" y="162587"/>
                    <a:pt x="301493" y="164535"/>
                  </a:cubicBezTo>
                  <a:cubicBezTo>
                    <a:pt x="301332" y="167292"/>
                    <a:pt x="301215" y="168206"/>
                    <a:pt x="299632" y="170581"/>
                  </a:cubicBezTo>
                  <a:cubicBezTo>
                    <a:pt x="300241" y="170584"/>
                    <a:pt x="300850" y="170587"/>
                    <a:pt x="301478" y="170591"/>
                  </a:cubicBezTo>
                  <a:cubicBezTo>
                    <a:pt x="316277" y="170667"/>
                    <a:pt x="331075" y="170748"/>
                    <a:pt x="345874" y="170833"/>
                  </a:cubicBezTo>
                  <a:cubicBezTo>
                    <a:pt x="353031" y="170875"/>
                    <a:pt x="360187" y="170914"/>
                    <a:pt x="367343" y="170951"/>
                  </a:cubicBezTo>
                  <a:cubicBezTo>
                    <a:pt x="373579" y="170983"/>
                    <a:pt x="379814" y="171017"/>
                    <a:pt x="386049" y="171055"/>
                  </a:cubicBezTo>
                  <a:cubicBezTo>
                    <a:pt x="389353" y="171075"/>
                    <a:pt x="392656" y="171093"/>
                    <a:pt x="395960" y="171109"/>
                  </a:cubicBezTo>
                  <a:cubicBezTo>
                    <a:pt x="399066" y="171123"/>
                    <a:pt x="402171" y="171141"/>
                    <a:pt x="405277" y="171162"/>
                  </a:cubicBezTo>
                  <a:cubicBezTo>
                    <a:pt x="406420" y="171169"/>
                    <a:pt x="407564" y="171174"/>
                    <a:pt x="408707" y="171179"/>
                  </a:cubicBezTo>
                  <a:cubicBezTo>
                    <a:pt x="410261" y="171185"/>
                    <a:pt x="411815" y="171196"/>
                    <a:pt x="413369" y="171207"/>
                  </a:cubicBezTo>
                  <a:cubicBezTo>
                    <a:pt x="414677" y="171215"/>
                    <a:pt x="414677" y="171215"/>
                    <a:pt x="416011" y="171222"/>
                  </a:cubicBezTo>
                  <a:cubicBezTo>
                    <a:pt x="417951" y="171325"/>
                    <a:pt x="417951" y="171325"/>
                    <a:pt x="418695" y="172069"/>
                  </a:cubicBezTo>
                  <a:cubicBezTo>
                    <a:pt x="418769" y="173922"/>
                    <a:pt x="418796" y="175754"/>
                    <a:pt x="418791" y="177607"/>
                  </a:cubicBezTo>
                  <a:cubicBezTo>
                    <a:pt x="418792" y="178186"/>
                    <a:pt x="418794" y="178766"/>
                    <a:pt x="418795" y="179363"/>
                  </a:cubicBezTo>
                  <a:cubicBezTo>
                    <a:pt x="418798" y="181288"/>
                    <a:pt x="418796" y="183213"/>
                    <a:pt x="418794" y="185138"/>
                  </a:cubicBezTo>
                  <a:cubicBezTo>
                    <a:pt x="418794" y="186470"/>
                    <a:pt x="418795" y="187802"/>
                    <a:pt x="418796" y="189134"/>
                  </a:cubicBezTo>
                  <a:cubicBezTo>
                    <a:pt x="418797" y="191929"/>
                    <a:pt x="418795" y="194724"/>
                    <a:pt x="418792" y="197519"/>
                  </a:cubicBezTo>
                  <a:cubicBezTo>
                    <a:pt x="418788" y="201110"/>
                    <a:pt x="418790" y="204701"/>
                    <a:pt x="418794" y="208292"/>
                  </a:cubicBezTo>
                  <a:cubicBezTo>
                    <a:pt x="418797" y="211044"/>
                    <a:pt x="418796" y="213795"/>
                    <a:pt x="418794" y="216546"/>
                  </a:cubicBezTo>
                  <a:cubicBezTo>
                    <a:pt x="418794" y="217871"/>
                    <a:pt x="418794" y="219195"/>
                    <a:pt x="418796" y="220520"/>
                  </a:cubicBezTo>
                  <a:cubicBezTo>
                    <a:pt x="418798" y="222367"/>
                    <a:pt x="418795" y="224215"/>
                    <a:pt x="418791" y="226063"/>
                  </a:cubicBezTo>
                  <a:cubicBezTo>
                    <a:pt x="418793" y="226616"/>
                    <a:pt x="418794" y="227169"/>
                    <a:pt x="418796" y="227738"/>
                  </a:cubicBezTo>
                  <a:cubicBezTo>
                    <a:pt x="418780" y="231515"/>
                    <a:pt x="418780" y="231515"/>
                    <a:pt x="417951" y="232345"/>
                  </a:cubicBezTo>
                  <a:cubicBezTo>
                    <a:pt x="416934" y="232425"/>
                    <a:pt x="415914" y="232454"/>
                    <a:pt x="414895" y="232462"/>
                  </a:cubicBezTo>
                  <a:cubicBezTo>
                    <a:pt x="414236" y="232470"/>
                    <a:pt x="413578" y="232477"/>
                    <a:pt x="412900" y="232484"/>
                  </a:cubicBezTo>
                  <a:cubicBezTo>
                    <a:pt x="412172" y="232489"/>
                    <a:pt x="411444" y="232493"/>
                    <a:pt x="410694" y="232497"/>
                  </a:cubicBezTo>
                  <a:cubicBezTo>
                    <a:pt x="409931" y="232505"/>
                    <a:pt x="409169" y="232512"/>
                    <a:pt x="408384" y="232520"/>
                  </a:cubicBezTo>
                  <a:cubicBezTo>
                    <a:pt x="405851" y="232543"/>
                    <a:pt x="403319" y="232562"/>
                    <a:pt x="400786" y="232580"/>
                  </a:cubicBezTo>
                  <a:cubicBezTo>
                    <a:pt x="399035" y="232595"/>
                    <a:pt x="397285" y="232611"/>
                    <a:pt x="395534" y="232627"/>
                  </a:cubicBezTo>
                  <a:cubicBezTo>
                    <a:pt x="390916" y="232668"/>
                    <a:pt x="386297" y="232705"/>
                    <a:pt x="381679" y="232741"/>
                  </a:cubicBezTo>
                  <a:cubicBezTo>
                    <a:pt x="376971" y="232778"/>
                    <a:pt x="372262" y="232819"/>
                    <a:pt x="367554" y="232861"/>
                  </a:cubicBezTo>
                  <a:cubicBezTo>
                    <a:pt x="358308" y="232941"/>
                    <a:pt x="349062" y="233016"/>
                    <a:pt x="339816" y="233089"/>
                  </a:cubicBezTo>
                  <a:cubicBezTo>
                    <a:pt x="340542" y="233660"/>
                    <a:pt x="341268" y="234232"/>
                    <a:pt x="342016" y="234821"/>
                  </a:cubicBezTo>
                  <a:cubicBezTo>
                    <a:pt x="344236" y="236569"/>
                    <a:pt x="344633" y="237709"/>
                    <a:pt x="345025" y="240530"/>
                  </a:cubicBezTo>
                  <a:cubicBezTo>
                    <a:pt x="345762" y="240776"/>
                    <a:pt x="346498" y="241021"/>
                    <a:pt x="347257" y="241274"/>
                  </a:cubicBezTo>
                  <a:cubicBezTo>
                    <a:pt x="348545" y="243128"/>
                    <a:pt x="349447" y="244879"/>
                    <a:pt x="350234" y="246995"/>
                  </a:cubicBezTo>
                  <a:cubicBezTo>
                    <a:pt x="350895" y="248953"/>
                    <a:pt x="350895" y="248953"/>
                    <a:pt x="353210" y="250204"/>
                  </a:cubicBezTo>
                  <a:cubicBezTo>
                    <a:pt x="353210" y="251186"/>
                    <a:pt x="353210" y="252169"/>
                    <a:pt x="353210" y="253181"/>
                  </a:cubicBezTo>
                  <a:cubicBezTo>
                    <a:pt x="353947" y="253181"/>
                    <a:pt x="354684" y="253181"/>
                    <a:pt x="355443" y="253181"/>
                  </a:cubicBezTo>
                  <a:cubicBezTo>
                    <a:pt x="355710" y="254417"/>
                    <a:pt x="355956" y="255658"/>
                    <a:pt x="356187" y="256901"/>
                  </a:cubicBezTo>
                  <a:cubicBezTo>
                    <a:pt x="357272" y="258111"/>
                    <a:pt x="357272" y="258111"/>
                    <a:pt x="358419" y="259134"/>
                  </a:cubicBezTo>
                  <a:cubicBezTo>
                    <a:pt x="358665" y="259870"/>
                    <a:pt x="358911" y="260607"/>
                    <a:pt x="359164" y="261366"/>
                  </a:cubicBezTo>
                  <a:cubicBezTo>
                    <a:pt x="359655" y="261612"/>
                    <a:pt x="360146" y="261857"/>
                    <a:pt x="360652" y="262110"/>
                  </a:cubicBezTo>
                  <a:cubicBezTo>
                    <a:pt x="361148" y="263847"/>
                    <a:pt x="361644" y="265583"/>
                    <a:pt x="362140" y="267319"/>
                  </a:cubicBezTo>
                  <a:cubicBezTo>
                    <a:pt x="362631" y="267565"/>
                    <a:pt x="363122" y="267810"/>
                    <a:pt x="363628" y="268063"/>
                  </a:cubicBezTo>
                  <a:cubicBezTo>
                    <a:pt x="363736" y="268677"/>
                    <a:pt x="363843" y="269291"/>
                    <a:pt x="363954" y="269924"/>
                  </a:cubicBezTo>
                  <a:cubicBezTo>
                    <a:pt x="364092" y="270538"/>
                    <a:pt x="364230" y="271152"/>
                    <a:pt x="364373" y="271784"/>
                  </a:cubicBezTo>
                  <a:cubicBezTo>
                    <a:pt x="365109" y="272030"/>
                    <a:pt x="365846" y="272275"/>
                    <a:pt x="366605" y="272528"/>
                  </a:cubicBezTo>
                  <a:cubicBezTo>
                    <a:pt x="366883" y="274011"/>
                    <a:pt x="367131" y="275500"/>
                    <a:pt x="367349" y="276993"/>
                  </a:cubicBezTo>
                  <a:cubicBezTo>
                    <a:pt x="367840" y="277239"/>
                    <a:pt x="368331" y="277484"/>
                    <a:pt x="368837" y="277737"/>
                  </a:cubicBezTo>
                  <a:cubicBezTo>
                    <a:pt x="369333" y="279225"/>
                    <a:pt x="369830" y="280714"/>
                    <a:pt x="370326" y="282202"/>
                  </a:cubicBezTo>
                  <a:cubicBezTo>
                    <a:pt x="370817" y="282448"/>
                    <a:pt x="371308" y="282693"/>
                    <a:pt x="371814" y="282946"/>
                  </a:cubicBezTo>
                  <a:cubicBezTo>
                    <a:pt x="371921" y="283668"/>
                    <a:pt x="372029" y="284389"/>
                    <a:pt x="372139" y="285132"/>
                  </a:cubicBezTo>
                  <a:cubicBezTo>
                    <a:pt x="372278" y="285884"/>
                    <a:pt x="372416" y="286636"/>
                    <a:pt x="372558" y="287411"/>
                  </a:cubicBezTo>
                  <a:cubicBezTo>
                    <a:pt x="373295" y="287902"/>
                    <a:pt x="374031" y="288393"/>
                    <a:pt x="374790" y="288899"/>
                  </a:cubicBezTo>
                  <a:cubicBezTo>
                    <a:pt x="375064" y="290632"/>
                    <a:pt x="375313" y="292368"/>
                    <a:pt x="375535" y="294108"/>
                  </a:cubicBezTo>
                  <a:cubicBezTo>
                    <a:pt x="376026" y="294354"/>
                    <a:pt x="376517" y="294599"/>
                    <a:pt x="377023" y="294852"/>
                  </a:cubicBezTo>
                  <a:cubicBezTo>
                    <a:pt x="377495" y="296372"/>
                    <a:pt x="377781" y="297897"/>
                    <a:pt x="378093" y="299457"/>
                  </a:cubicBezTo>
                  <a:cubicBezTo>
                    <a:pt x="378231" y="299902"/>
                    <a:pt x="378369" y="300347"/>
                    <a:pt x="378511" y="300806"/>
                  </a:cubicBezTo>
                  <a:cubicBezTo>
                    <a:pt x="379002" y="301051"/>
                    <a:pt x="379493" y="301297"/>
                    <a:pt x="379999" y="301550"/>
                  </a:cubicBezTo>
                  <a:cubicBezTo>
                    <a:pt x="380308" y="303087"/>
                    <a:pt x="380308" y="303087"/>
                    <a:pt x="380465" y="304945"/>
                  </a:cubicBezTo>
                  <a:cubicBezTo>
                    <a:pt x="380548" y="305867"/>
                    <a:pt x="380548" y="305867"/>
                    <a:pt x="380633" y="306808"/>
                  </a:cubicBezTo>
                  <a:cubicBezTo>
                    <a:pt x="380670" y="307283"/>
                    <a:pt x="380706" y="307758"/>
                    <a:pt x="380744" y="308247"/>
                  </a:cubicBezTo>
                  <a:cubicBezTo>
                    <a:pt x="381480" y="308247"/>
                    <a:pt x="382217" y="308247"/>
                    <a:pt x="382976" y="308247"/>
                  </a:cubicBezTo>
                  <a:cubicBezTo>
                    <a:pt x="382924" y="309040"/>
                    <a:pt x="382924" y="309040"/>
                    <a:pt x="382871" y="309849"/>
                  </a:cubicBezTo>
                  <a:cubicBezTo>
                    <a:pt x="382845" y="310533"/>
                    <a:pt x="382818" y="311217"/>
                    <a:pt x="382790" y="311921"/>
                  </a:cubicBezTo>
                  <a:cubicBezTo>
                    <a:pt x="382738" y="312944"/>
                    <a:pt x="382738" y="312944"/>
                    <a:pt x="382685" y="313988"/>
                  </a:cubicBezTo>
                  <a:cubicBezTo>
                    <a:pt x="382829" y="314830"/>
                    <a:pt x="382829" y="314830"/>
                    <a:pt x="382976" y="315688"/>
                  </a:cubicBezTo>
                  <a:cubicBezTo>
                    <a:pt x="384440" y="316216"/>
                    <a:pt x="384440" y="316216"/>
                    <a:pt x="385953" y="316433"/>
                  </a:cubicBezTo>
                  <a:cubicBezTo>
                    <a:pt x="386278" y="318293"/>
                    <a:pt x="386278" y="318293"/>
                    <a:pt x="385953" y="320153"/>
                  </a:cubicBezTo>
                  <a:cubicBezTo>
                    <a:pt x="385216" y="320399"/>
                    <a:pt x="384479" y="320644"/>
                    <a:pt x="383720" y="320897"/>
                  </a:cubicBezTo>
                  <a:cubicBezTo>
                    <a:pt x="383521" y="321511"/>
                    <a:pt x="383321" y="322125"/>
                    <a:pt x="383116" y="322758"/>
                  </a:cubicBezTo>
                  <a:cubicBezTo>
                    <a:pt x="382678" y="323679"/>
                    <a:pt x="382678" y="323679"/>
                    <a:pt x="382232" y="324618"/>
                  </a:cubicBezTo>
                  <a:cubicBezTo>
                    <a:pt x="380748" y="324891"/>
                    <a:pt x="379259" y="325140"/>
                    <a:pt x="377767" y="325362"/>
                  </a:cubicBezTo>
                  <a:cubicBezTo>
                    <a:pt x="377660" y="325869"/>
                    <a:pt x="377552" y="326375"/>
                    <a:pt x="377441" y="326897"/>
                  </a:cubicBezTo>
                  <a:cubicBezTo>
                    <a:pt x="377303" y="327373"/>
                    <a:pt x="377165" y="327849"/>
                    <a:pt x="377023" y="328339"/>
                  </a:cubicBezTo>
                  <a:cubicBezTo>
                    <a:pt x="374372" y="328525"/>
                    <a:pt x="374372" y="328525"/>
                    <a:pt x="371814" y="328339"/>
                  </a:cubicBezTo>
                  <a:cubicBezTo>
                    <a:pt x="371814" y="329321"/>
                    <a:pt x="371814" y="330303"/>
                    <a:pt x="371814" y="331315"/>
                  </a:cubicBezTo>
                  <a:cubicBezTo>
                    <a:pt x="370339" y="331849"/>
                    <a:pt x="368849" y="332344"/>
                    <a:pt x="367349" y="332804"/>
                  </a:cubicBezTo>
                  <a:cubicBezTo>
                    <a:pt x="367104" y="333540"/>
                    <a:pt x="366858" y="334277"/>
                    <a:pt x="366605" y="335036"/>
                  </a:cubicBezTo>
                  <a:cubicBezTo>
                    <a:pt x="366006" y="335143"/>
                    <a:pt x="365408" y="335251"/>
                    <a:pt x="364791" y="335362"/>
                  </a:cubicBezTo>
                  <a:cubicBezTo>
                    <a:pt x="364162" y="335500"/>
                    <a:pt x="363533" y="335638"/>
                    <a:pt x="362884" y="335780"/>
                  </a:cubicBezTo>
                  <a:cubicBezTo>
                    <a:pt x="362639" y="336271"/>
                    <a:pt x="362393" y="336762"/>
                    <a:pt x="362140" y="337268"/>
                  </a:cubicBezTo>
                  <a:cubicBezTo>
                    <a:pt x="361895" y="337760"/>
                    <a:pt x="361649" y="338251"/>
                    <a:pt x="361396" y="338757"/>
                  </a:cubicBezTo>
                  <a:cubicBezTo>
                    <a:pt x="360161" y="339028"/>
                    <a:pt x="358920" y="339277"/>
                    <a:pt x="357675" y="339501"/>
                  </a:cubicBezTo>
                  <a:cubicBezTo>
                    <a:pt x="357430" y="340238"/>
                    <a:pt x="357184" y="340974"/>
                    <a:pt x="356931" y="341733"/>
                  </a:cubicBezTo>
                  <a:cubicBezTo>
                    <a:pt x="356194" y="341703"/>
                    <a:pt x="355458" y="341672"/>
                    <a:pt x="354699" y="341640"/>
                  </a:cubicBezTo>
                  <a:cubicBezTo>
                    <a:pt x="353594" y="341686"/>
                    <a:pt x="353594" y="341686"/>
                    <a:pt x="352466" y="341733"/>
                  </a:cubicBezTo>
                  <a:cubicBezTo>
                    <a:pt x="352359" y="342347"/>
                    <a:pt x="352251" y="342961"/>
                    <a:pt x="352141" y="343594"/>
                  </a:cubicBezTo>
                  <a:cubicBezTo>
                    <a:pt x="352003" y="344208"/>
                    <a:pt x="351864" y="344821"/>
                    <a:pt x="351722" y="345454"/>
                  </a:cubicBezTo>
                  <a:cubicBezTo>
                    <a:pt x="349071" y="345687"/>
                    <a:pt x="349071" y="345687"/>
                    <a:pt x="346513" y="345454"/>
                  </a:cubicBezTo>
                  <a:cubicBezTo>
                    <a:pt x="346513" y="346436"/>
                    <a:pt x="346513" y="347419"/>
                    <a:pt x="346513" y="348431"/>
                  </a:cubicBezTo>
                  <a:cubicBezTo>
                    <a:pt x="344374" y="349268"/>
                    <a:pt x="344374" y="349268"/>
                    <a:pt x="342048" y="349919"/>
                  </a:cubicBezTo>
                  <a:cubicBezTo>
                    <a:pt x="341557" y="350410"/>
                    <a:pt x="341066" y="350901"/>
                    <a:pt x="340560" y="351407"/>
                  </a:cubicBezTo>
                  <a:cubicBezTo>
                    <a:pt x="341209" y="351410"/>
                    <a:pt x="341859" y="351413"/>
                    <a:pt x="342528" y="351415"/>
                  </a:cubicBezTo>
                  <a:cubicBezTo>
                    <a:pt x="348638" y="351443"/>
                    <a:pt x="354748" y="351486"/>
                    <a:pt x="360858" y="351544"/>
                  </a:cubicBezTo>
                  <a:cubicBezTo>
                    <a:pt x="363999" y="351573"/>
                    <a:pt x="367141" y="351597"/>
                    <a:pt x="370282" y="351609"/>
                  </a:cubicBezTo>
                  <a:cubicBezTo>
                    <a:pt x="373313" y="351620"/>
                    <a:pt x="376342" y="351646"/>
                    <a:pt x="379373" y="351681"/>
                  </a:cubicBezTo>
                  <a:cubicBezTo>
                    <a:pt x="380530" y="351692"/>
                    <a:pt x="381688" y="351698"/>
                    <a:pt x="382846" y="351699"/>
                  </a:cubicBezTo>
                  <a:cubicBezTo>
                    <a:pt x="384464" y="351700"/>
                    <a:pt x="386081" y="351721"/>
                    <a:pt x="387699" y="351745"/>
                  </a:cubicBezTo>
                  <a:cubicBezTo>
                    <a:pt x="388621" y="351752"/>
                    <a:pt x="389543" y="351758"/>
                    <a:pt x="390493" y="351765"/>
                  </a:cubicBezTo>
                  <a:cubicBezTo>
                    <a:pt x="392650" y="352151"/>
                    <a:pt x="392650" y="352151"/>
                    <a:pt x="393517" y="353349"/>
                  </a:cubicBezTo>
                  <a:cubicBezTo>
                    <a:pt x="394333" y="355686"/>
                    <a:pt x="394326" y="357678"/>
                    <a:pt x="394327" y="360155"/>
                  </a:cubicBezTo>
                  <a:cubicBezTo>
                    <a:pt x="394329" y="360660"/>
                    <a:pt x="394332" y="361165"/>
                    <a:pt x="394334" y="361685"/>
                  </a:cubicBezTo>
                  <a:cubicBezTo>
                    <a:pt x="394340" y="363376"/>
                    <a:pt x="394335" y="365067"/>
                    <a:pt x="394331" y="366758"/>
                  </a:cubicBezTo>
                  <a:cubicBezTo>
                    <a:pt x="394333" y="367971"/>
                    <a:pt x="394335" y="369183"/>
                    <a:pt x="394339" y="370396"/>
                  </a:cubicBezTo>
                  <a:cubicBezTo>
                    <a:pt x="394345" y="373689"/>
                    <a:pt x="394343" y="376982"/>
                    <a:pt x="394338" y="380275"/>
                  </a:cubicBezTo>
                  <a:cubicBezTo>
                    <a:pt x="394334" y="383720"/>
                    <a:pt x="394338" y="387165"/>
                    <a:pt x="394340" y="390610"/>
                  </a:cubicBezTo>
                  <a:cubicBezTo>
                    <a:pt x="394343" y="396395"/>
                    <a:pt x="394339" y="402180"/>
                    <a:pt x="394332" y="407965"/>
                  </a:cubicBezTo>
                  <a:cubicBezTo>
                    <a:pt x="394324" y="414656"/>
                    <a:pt x="394327" y="421346"/>
                    <a:pt x="394335" y="428037"/>
                  </a:cubicBezTo>
                  <a:cubicBezTo>
                    <a:pt x="394342" y="433779"/>
                    <a:pt x="394343" y="439521"/>
                    <a:pt x="394339" y="445263"/>
                  </a:cubicBezTo>
                  <a:cubicBezTo>
                    <a:pt x="394336" y="448694"/>
                    <a:pt x="394336" y="452124"/>
                    <a:pt x="394341" y="455555"/>
                  </a:cubicBezTo>
                  <a:cubicBezTo>
                    <a:pt x="394345" y="458780"/>
                    <a:pt x="394342" y="462005"/>
                    <a:pt x="394334" y="465229"/>
                  </a:cubicBezTo>
                  <a:cubicBezTo>
                    <a:pt x="394332" y="466414"/>
                    <a:pt x="394332" y="467598"/>
                    <a:pt x="394336" y="468782"/>
                  </a:cubicBezTo>
                  <a:cubicBezTo>
                    <a:pt x="394340" y="470398"/>
                    <a:pt x="394335" y="472012"/>
                    <a:pt x="394327" y="473628"/>
                  </a:cubicBezTo>
                  <a:cubicBezTo>
                    <a:pt x="394327" y="474532"/>
                    <a:pt x="394326" y="475436"/>
                    <a:pt x="394325" y="476368"/>
                  </a:cubicBezTo>
                  <a:cubicBezTo>
                    <a:pt x="394147" y="478552"/>
                    <a:pt x="393796" y="479793"/>
                    <a:pt x="392650" y="481632"/>
                  </a:cubicBezTo>
                  <a:cubicBezTo>
                    <a:pt x="393192" y="481630"/>
                    <a:pt x="393733" y="481628"/>
                    <a:pt x="394292" y="481627"/>
                  </a:cubicBezTo>
                  <a:cubicBezTo>
                    <a:pt x="399404" y="481612"/>
                    <a:pt x="404517" y="481600"/>
                    <a:pt x="409630" y="481593"/>
                  </a:cubicBezTo>
                  <a:cubicBezTo>
                    <a:pt x="412259" y="481589"/>
                    <a:pt x="414887" y="481584"/>
                    <a:pt x="417516" y="481576"/>
                  </a:cubicBezTo>
                  <a:cubicBezTo>
                    <a:pt x="420539" y="481566"/>
                    <a:pt x="423563" y="481562"/>
                    <a:pt x="426587" y="481559"/>
                  </a:cubicBezTo>
                  <a:cubicBezTo>
                    <a:pt x="427528" y="481555"/>
                    <a:pt x="428469" y="481551"/>
                    <a:pt x="429439" y="481547"/>
                  </a:cubicBezTo>
                  <a:cubicBezTo>
                    <a:pt x="430317" y="481547"/>
                    <a:pt x="431196" y="481547"/>
                    <a:pt x="432101" y="481547"/>
                  </a:cubicBezTo>
                  <a:cubicBezTo>
                    <a:pt x="432873" y="481546"/>
                    <a:pt x="433645" y="481544"/>
                    <a:pt x="434440" y="481542"/>
                  </a:cubicBezTo>
                  <a:cubicBezTo>
                    <a:pt x="435138" y="481572"/>
                    <a:pt x="435835" y="481601"/>
                    <a:pt x="436554" y="481632"/>
                  </a:cubicBezTo>
                  <a:cubicBezTo>
                    <a:pt x="437599" y="481637"/>
                    <a:pt x="437599" y="481637"/>
                    <a:pt x="438664" y="481642"/>
                  </a:cubicBezTo>
                  <a:cubicBezTo>
                    <a:pt x="439196" y="481884"/>
                    <a:pt x="439727" y="482126"/>
                    <a:pt x="440275" y="482376"/>
                  </a:cubicBezTo>
                  <a:cubicBezTo>
                    <a:pt x="440666" y="484471"/>
                    <a:pt x="440768" y="486136"/>
                    <a:pt x="440733" y="488243"/>
                  </a:cubicBezTo>
                  <a:cubicBezTo>
                    <a:pt x="440737" y="488858"/>
                    <a:pt x="440741" y="489472"/>
                    <a:pt x="440745" y="490106"/>
                  </a:cubicBezTo>
                  <a:cubicBezTo>
                    <a:pt x="440754" y="492148"/>
                    <a:pt x="440736" y="494190"/>
                    <a:pt x="440717" y="496233"/>
                  </a:cubicBezTo>
                  <a:cubicBezTo>
                    <a:pt x="440715" y="497646"/>
                    <a:pt x="440715" y="499060"/>
                    <a:pt x="440717" y="500473"/>
                  </a:cubicBezTo>
                  <a:cubicBezTo>
                    <a:pt x="440716" y="503440"/>
                    <a:pt x="440702" y="506407"/>
                    <a:pt x="440678" y="509374"/>
                  </a:cubicBezTo>
                  <a:cubicBezTo>
                    <a:pt x="440649" y="513184"/>
                    <a:pt x="440645" y="516993"/>
                    <a:pt x="440651" y="520803"/>
                  </a:cubicBezTo>
                  <a:cubicBezTo>
                    <a:pt x="440653" y="523724"/>
                    <a:pt x="440644" y="526644"/>
                    <a:pt x="440632" y="529565"/>
                  </a:cubicBezTo>
                  <a:cubicBezTo>
                    <a:pt x="440626" y="530969"/>
                    <a:pt x="440624" y="532374"/>
                    <a:pt x="440625" y="533779"/>
                  </a:cubicBezTo>
                  <a:cubicBezTo>
                    <a:pt x="440623" y="535741"/>
                    <a:pt x="440607" y="537702"/>
                    <a:pt x="440587" y="539664"/>
                  </a:cubicBezTo>
                  <a:cubicBezTo>
                    <a:pt x="440590" y="540249"/>
                    <a:pt x="440592" y="540834"/>
                    <a:pt x="440594" y="541437"/>
                  </a:cubicBezTo>
                  <a:cubicBezTo>
                    <a:pt x="440568" y="543053"/>
                    <a:pt x="440568" y="543053"/>
                    <a:pt x="440275" y="545628"/>
                  </a:cubicBezTo>
                  <a:cubicBezTo>
                    <a:pt x="437991" y="547150"/>
                    <a:pt x="437546" y="547302"/>
                    <a:pt x="434976" y="547302"/>
                  </a:cubicBezTo>
                  <a:cubicBezTo>
                    <a:pt x="434348" y="547305"/>
                    <a:pt x="433720" y="547309"/>
                    <a:pt x="433072" y="547312"/>
                  </a:cubicBezTo>
                  <a:cubicBezTo>
                    <a:pt x="432034" y="547307"/>
                    <a:pt x="432034" y="547307"/>
                    <a:pt x="430975" y="547301"/>
                  </a:cubicBezTo>
                  <a:cubicBezTo>
                    <a:pt x="430238" y="547303"/>
                    <a:pt x="429502" y="547305"/>
                    <a:pt x="428742" y="547307"/>
                  </a:cubicBezTo>
                  <a:cubicBezTo>
                    <a:pt x="426249" y="547312"/>
                    <a:pt x="423756" y="547306"/>
                    <a:pt x="421262" y="547300"/>
                  </a:cubicBezTo>
                  <a:cubicBezTo>
                    <a:pt x="419467" y="547301"/>
                    <a:pt x="417671" y="547303"/>
                    <a:pt x="415875" y="547306"/>
                  </a:cubicBezTo>
                  <a:cubicBezTo>
                    <a:pt x="411957" y="547309"/>
                    <a:pt x="408040" y="547308"/>
                    <a:pt x="404123" y="547304"/>
                  </a:cubicBezTo>
                  <a:cubicBezTo>
                    <a:pt x="398298" y="547296"/>
                    <a:pt x="392473" y="547297"/>
                    <a:pt x="386649" y="547300"/>
                  </a:cubicBezTo>
                  <a:cubicBezTo>
                    <a:pt x="376851" y="547305"/>
                    <a:pt x="367053" y="547303"/>
                    <a:pt x="357255" y="547296"/>
                  </a:cubicBezTo>
                  <a:cubicBezTo>
                    <a:pt x="347549" y="547290"/>
                    <a:pt x="337843" y="547286"/>
                    <a:pt x="328137" y="547286"/>
                  </a:cubicBezTo>
                  <a:cubicBezTo>
                    <a:pt x="327534" y="547286"/>
                    <a:pt x="326931" y="547286"/>
                    <a:pt x="326310" y="547286"/>
                  </a:cubicBezTo>
                  <a:cubicBezTo>
                    <a:pt x="323862" y="547286"/>
                    <a:pt x="321414" y="547286"/>
                    <a:pt x="318967" y="547286"/>
                  </a:cubicBezTo>
                  <a:cubicBezTo>
                    <a:pt x="295990" y="547287"/>
                    <a:pt x="273014" y="547280"/>
                    <a:pt x="250038" y="547268"/>
                  </a:cubicBezTo>
                  <a:cubicBezTo>
                    <a:pt x="229610" y="547258"/>
                    <a:pt x="209183" y="547253"/>
                    <a:pt x="188756" y="547254"/>
                  </a:cubicBezTo>
                  <a:cubicBezTo>
                    <a:pt x="187444" y="547254"/>
                    <a:pt x="186133" y="547254"/>
                    <a:pt x="184821" y="547254"/>
                  </a:cubicBezTo>
                  <a:cubicBezTo>
                    <a:pt x="183848" y="547254"/>
                    <a:pt x="183848" y="547254"/>
                    <a:pt x="182856" y="547254"/>
                  </a:cubicBezTo>
                  <a:cubicBezTo>
                    <a:pt x="179592" y="547254"/>
                    <a:pt x="176329" y="547254"/>
                    <a:pt x="173065" y="547254"/>
                  </a:cubicBezTo>
                  <a:cubicBezTo>
                    <a:pt x="172099" y="547254"/>
                    <a:pt x="172099" y="547254"/>
                    <a:pt x="171114" y="547254"/>
                  </a:cubicBezTo>
                  <a:cubicBezTo>
                    <a:pt x="154061" y="547255"/>
                    <a:pt x="137008" y="547251"/>
                    <a:pt x="119955" y="547247"/>
                  </a:cubicBezTo>
                  <a:cubicBezTo>
                    <a:pt x="119349" y="547246"/>
                    <a:pt x="118743" y="547246"/>
                    <a:pt x="118118" y="547246"/>
                  </a:cubicBezTo>
                  <a:cubicBezTo>
                    <a:pt x="115679" y="547245"/>
                    <a:pt x="113241" y="547245"/>
                    <a:pt x="110802" y="547244"/>
                  </a:cubicBezTo>
                  <a:cubicBezTo>
                    <a:pt x="102308" y="547242"/>
                    <a:pt x="93813" y="547241"/>
                    <a:pt x="85318" y="547240"/>
                  </a:cubicBezTo>
                  <a:cubicBezTo>
                    <a:pt x="74373" y="547240"/>
                    <a:pt x="63428" y="547237"/>
                    <a:pt x="52483" y="547230"/>
                  </a:cubicBezTo>
                  <a:cubicBezTo>
                    <a:pt x="46690" y="547226"/>
                    <a:pt x="40897" y="547224"/>
                    <a:pt x="35104" y="547225"/>
                  </a:cubicBezTo>
                  <a:cubicBezTo>
                    <a:pt x="30788" y="547226"/>
                    <a:pt x="26472" y="547222"/>
                    <a:pt x="22156" y="547218"/>
                  </a:cubicBezTo>
                  <a:cubicBezTo>
                    <a:pt x="20403" y="547216"/>
                    <a:pt x="18650" y="547216"/>
                    <a:pt x="16897" y="547217"/>
                  </a:cubicBezTo>
                  <a:cubicBezTo>
                    <a:pt x="14527" y="547219"/>
                    <a:pt x="12157" y="547216"/>
                    <a:pt x="9787" y="547212"/>
                  </a:cubicBezTo>
                  <a:cubicBezTo>
                    <a:pt x="9095" y="547213"/>
                    <a:pt x="8403" y="547215"/>
                    <a:pt x="7691" y="547216"/>
                  </a:cubicBezTo>
                  <a:cubicBezTo>
                    <a:pt x="7062" y="547214"/>
                    <a:pt x="6434" y="547212"/>
                    <a:pt x="5786" y="547210"/>
                  </a:cubicBezTo>
                  <a:cubicBezTo>
                    <a:pt x="4973" y="547210"/>
                    <a:pt x="4973" y="547210"/>
                    <a:pt x="4143" y="547210"/>
                  </a:cubicBezTo>
                  <a:cubicBezTo>
                    <a:pt x="2720" y="547116"/>
                    <a:pt x="2720" y="547116"/>
                    <a:pt x="488" y="546372"/>
                  </a:cubicBezTo>
                  <a:cubicBezTo>
                    <a:pt x="250" y="544336"/>
                    <a:pt x="168" y="542465"/>
                    <a:pt x="175" y="540425"/>
                  </a:cubicBezTo>
                  <a:cubicBezTo>
                    <a:pt x="169" y="539802"/>
                    <a:pt x="163" y="539178"/>
                    <a:pt x="156" y="538536"/>
                  </a:cubicBezTo>
                  <a:cubicBezTo>
                    <a:pt x="139" y="536466"/>
                    <a:pt x="138" y="534397"/>
                    <a:pt x="139" y="532326"/>
                  </a:cubicBezTo>
                  <a:cubicBezTo>
                    <a:pt x="134" y="530894"/>
                    <a:pt x="128" y="529462"/>
                    <a:pt x="122" y="528030"/>
                  </a:cubicBezTo>
                  <a:cubicBezTo>
                    <a:pt x="112" y="525025"/>
                    <a:pt x="111" y="522020"/>
                    <a:pt x="115" y="519015"/>
                  </a:cubicBezTo>
                  <a:cubicBezTo>
                    <a:pt x="119" y="515153"/>
                    <a:pt x="97" y="511292"/>
                    <a:pt x="66" y="507431"/>
                  </a:cubicBezTo>
                  <a:cubicBezTo>
                    <a:pt x="47" y="504472"/>
                    <a:pt x="45" y="501514"/>
                    <a:pt x="48" y="498556"/>
                  </a:cubicBezTo>
                  <a:cubicBezTo>
                    <a:pt x="47" y="497132"/>
                    <a:pt x="39" y="495708"/>
                    <a:pt x="26" y="494284"/>
                  </a:cubicBezTo>
                  <a:cubicBezTo>
                    <a:pt x="10" y="492296"/>
                    <a:pt x="17" y="490310"/>
                    <a:pt x="30" y="488323"/>
                  </a:cubicBezTo>
                  <a:cubicBezTo>
                    <a:pt x="20" y="487729"/>
                    <a:pt x="10" y="487134"/>
                    <a:pt x="0" y="486521"/>
                  </a:cubicBezTo>
                  <a:cubicBezTo>
                    <a:pt x="25" y="484890"/>
                    <a:pt x="25" y="484890"/>
                    <a:pt x="488" y="482376"/>
                  </a:cubicBezTo>
                  <a:cubicBezTo>
                    <a:pt x="2093" y="481638"/>
                    <a:pt x="2093" y="481638"/>
                    <a:pt x="4208" y="481632"/>
                  </a:cubicBezTo>
                  <a:cubicBezTo>
                    <a:pt x="4918" y="481601"/>
                    <a:pt x="5628" y="481569"/>
                    <a:pt x="6359" y="481537"/>
                  </a:cubicBezTo>
                  <a:cubicBezTo>
                    <a:pt x="7148" y="481537"/>
                    <a:pt x="7937" y="481536"/>
                    <a:pt x="8750" y="481535"/>
                  </a:cubicBezTo>
                  <a:cubicBezTo>
                    <a:pt x="9649" y="481533"/>
                    <a:pt x="10548" y="481531"/>
                    <a:pt x="11474" y="481528"/>
                  </a:cubicBezTo>
                  <a:cubicBezTo>
                    <a:pt x="12439" y="481530"/>
                    <a:pt x="13403" y="481531"/>
                    <a:pt x="14397" y="481533"/>
                  </a:cubicBezTo>
                  <a:cubicBezTo>
                    <a:pt x="15402" y="481532"/>
                    <a:pt x="16407" y="481532"/>
                    <a:pt x="17413" y="481531"/>
                  </a:cubicBezTo>
                  <a:cubicBezTo>
                    <a:pt x="19515" y="481530"/>
                    <a:pt x="21617" y="481531"/>
                    <a:pt x="23719" y="481535"/>
                  </a:cubicBezTo>
                  <a:cubicBezTo>
                    <a:pt x="26411" y="481539"/>
                    <a:pt x="29102" y="481537"/>
                    <a:pt x="31794" y="481532"/>
                  </a:cubicBezTo>
                  <a:cubicBezTo>
                    <a:pt x="33868" y="481529"/>
                    <a:pt x="35942" y="481530"/>
                    <a:pt x="38016" y="481532"/>
                  </a:cubicBezTo>
                  <a:cubicBezTo>
                    <a:pt x="39490" y="481533"/>
                    <a:pt x="40964" y="481531"/>
                    <a:pt x="42438" y="481528"/>
                  </a:cubicBezTo>
                  <a:cubicBezTo>
                    <a:pt x="43335" y="481531"/>
                    <a:pt x="44232" y="481533"/>
                    <a:pt x="45155" y="481535"/>
                  </a:cubicBezTo>
                  <a:cubicBezTo>
                    <a:pt x="45944" y="481536"/>
                    <a:pt x="46732" y="481537"/>
                    <a:pt x="47545" y="481537"/>
                  </a:cubicBezTo>
                  <a:cubicBezTo>
                    <a:pt x="49601" y="481632"/>
                    <a:pt x="49601" y="481632"/>
                    <a:pt x="52578" y="482376"/>
                  </a:cubicBezTo>
                  <a:cubicBezTo>
                    <a:pt x="52578" y="439402"/>
                    <a:pt x="52578" y="396428"/>
                    <a:pt x="52578" y="352151"/>
                  </a:cubicBezTo>
                  <a:cubicBezTo>
                    <a:pt x="192182" y="351783"/>
                    <a:pt x="192182" y="351783"/>
                    <a:pt x="334607" y="351407"/>
                  </a:cubicBezTo>
                  <a:cubicBezTo>
                    <a:pt x="334116" y="349197"/>
                    <a:pt x="333625" y="346987"/>
                    <a:pt x="333119" y="344710"/>
                  </a:cubicBezTo>
                  <a:cubicBezTo>
                    <a:pt x="332382" y="344464"/>
                    <a:pt x="331645" y="344219"/>
                    <a:pt x="330886" y="343966"/>
                  </a:cubicBezTo>
                  <a:cubicBezTo>
                    <a:pt x="330558" y="342129"/>
                    <a:pt x="330558" y="342129"/>
                    <a:pt x="330468" y="339873"/>
                  </a:cubicBezTo>
                  <a:cubicBezTo>
                    <a:pt x="330405" y="337682"/>
                    <a:pt x="330405" y="337682"/>
                    <a:pt x="330142" y="335780"/>
                  </a:cubicBezTo>
                  <a:cubicBezTo>
                    <a:pt x="329651" y="335535"/>
                    <a:pt x="329160" y="335289"/>
                    <a:pt x="328654" y="335036"/>
                  </a:cubicBezTo>
                  <a:cubicBezTo>
                    <a:pt x="328182" y="333516"/>
                    <a:pt x="327896" y="331992"/>
                    <a:pt x="327584" y="330432"/>
                  </a:cubicBezTo>
                  <a:cubicBezTo>
                    <a:pt x="327446" y="329987"/>
                    <a:pt x="327308" y="329541"/>
                    <a:pt x="327165" y="329083"/>
                  </a:cubicBezTo>
                  <a:cubicBezTo>
                    <a:pt x="326674" y="328837"/>
                    <a:pt x="326183" y="328592"/>
                    <a:pt x="325677" y="328339"/>
                  </a:cubicBezTo>
                  <a:cubicBezTo>
                    <a:pt x="325416" y="326802"/>
                    <a:pt x="325348" y="325290"/>
                    <a:pt x="325262" y="323734"/>
                  </a:cubicBezTo>
                  <a:cubicBezTo>
                    <a:pt x="325153" y="323289"/>
                    <a:pt x="325045" y="322844"/>
                    <a:pt x="324933" y="322386"/>
                  </a:cubicBezTo>
                  <a:cubicBezTo>
                    <a:pt x="324196" y="322140"/>
                    <a:pt x="323460" y="321895"/>
                    <a:pt x="322701" y="321642"/>
                  </a:cubicBezTo>
                  <a:cubicBezTo>
                    <a:pt x="322701" y="319905"/>
                    <a:pt x="322701" y="318169"/>
                    <a:pt x="322701" y="316433"/>
                  </a:cubicBezTo>
                  <a:cubicBezTo>
                    <a:pt x="321964" y="316187"/>
                    <a:pt x="321227" y="315941"/>
                    <a:pt x="320468" y="315688"/>
                  </a:cubicBezTo>
                  <a:cubicBezTo>
                    <a:pt x="319944" y="313960"/>
                    <a:pt x="319447" y="312224"/>
                    <a:pt x="318980" y="310479"/>
                  </a:cubicBezTo>
                  <a:cubicBezTo>
                    <a:pt x="318489" y="310234"/>
                    <a:pt x="317998" y="309988"/>
                    <a:pt x="317492" y="309735"/>
                  </a:cubicBezTo>
                  <a:cubicBezTo>
                    <a:pt x="317384" y="308876"/>
                    <a:pt x="317277" y="308016"/>
                    <a:pt x="317166" y="307131"/>
                  </a:cubicBezTo>
                  <a:cubicBezTo>
                    <a:pt x="317028" y="306271"/>
                    <a:pt x="316890" y="305412"/>
                    <a:pt x="316748" y="304526"/>
                  </a:cubicBezTo>
                  <a:cubicBezTo>
                    <a:pt x="316011" y="304281"/>
                    <a:pt x="315274" y="304035"/>
                    <a:pt x="314515" y="303782"/>
                  </a:cubicBezTo>
                  <a:cubicBezTo>
                    <a:pt x="314515" y="302294"/>
                    <a:pt x="314515" y="300806"/>
                    <a:pt x="314515" y="299317"/>
                  </a:cubicBezTo>
                  <a:cubicBezTo>
                    <a:pt x="313778" y="299072"/>
                    <a:pt x="313042" y="298826"/>
                    <a:pt x="312283" y="298573"/>
                  </a:cubicBezTo>
                  <a:cubicBezTo>
                    <a:pt x="311759" y="297094"/>
                    <a:pt x="311262" y="295606"/>
                    <a:pt x="310794" y="294108"/>
                  </a:cubicBezTo>
                  <a:cubicBezTo>
                    <a:pt x="310303" y="293863"/>
                    <a:pt x="309812" y="293617"/>
                    <a:pt x="309306" y="293364"/>
                  </a:cubicBezTo>
                  <a:cubicBezTo>
                    <a:pt x="309199" y="292627"/>
                    <a:pt x="309091" y="291891"/>
                    <a:pt x="308981" y="291132"/>
                  </a:cubicBezTo>
                  <a:cubicBezTo>
                    <a:pt x="308842" y="290395"/>
                    <a:pt x="308704" y="289658"/>
                    <a:pt x="308562" y="288899"/>
                  </a:cubicBezTo>
                  <a:cubicBezTo>
                    <a:pt x="307825" y="288654"/>
                    <a:pt x="307089" y="288408"/>
                    <a:pt x="306330" y="288155"/>
                  </a:cubicBezTo>
                  <a:cubicBezTo>
                    <a:pt x="306190" y="285876"/>
                    <a:pt x="306190" y="285876"/>
                    <a:pt x="306330" y="283690"/>
                  </a:cubicBezTo>
                  <a:cubicBezTo>
                    <a:pt x="305593" y="283690"/>
                    <a:pt x="304856" y="283690"/>
                    <a:pt x="304097" y="283690"/>
                  </a:cubicBezTo>
                  <a:cubicBezTo>
                    <a:pt x="303563" y="282466"/>
                    <a:pt x="303068" y="281224"/>
                    <a:pt x="302609" y="279970"/>
                  </a:cubicBezTo>
                  <a:cubicBezTo>
                    <a:pt x="302118" y="279724"/>
                    <a:pt x="301627" y="279479"/>
                    <a:pt x="301121" y="279225"/>
                  </a:cubicBezTo>
                  <a:cubicBezTo>
                    <a:pt x="300624" y="277737"/>
                    <a:pt x="300128" y="276249"/>
                    <a:pt x="299632" y="274761"/>
                  </a:cubicBezTo>
                  <a:cubicBezTo>
                    <a:pt x="299141" y="274515"/>
                    <a:pt x="298650" y="274270"/>
                    <a:pt x="298144" y="274017"/>
                  </a:cubicBezTo>
                  <a:cubicBezTo>
                    <a:pt x="297896" y="272776"/>
                    <a:pt x="297648" y="271536"/>
                    <a:pt x="297400" y="270296"/>
                  </a:cubicBezTo>
                  <a:cubicBezTo>
                    <a:pt x="296909" y="270050"/>
                    <a:pt x="296418" y="269805"/>
                    <a:pt x="295912" y="269552"/>
                  </a:cubicBezTo>
                  <a:cubicBezTo>
                    <a:pt x="295804" y="269076"/>
                    <a:pt x="295697" y="268600"/>
                    <a:pt x="295586" y="268110"/>
                  </a:cubicBezTo>
                  <a:cubicBezTo>
                    <a:pt x="295270" y="266291"/>
                    <a:pt x="295270" y="266291"/>
                    <a:pt x="292935" y="265087"/>
                  </a:cubicBezTo>
                  <a:cubicBezTo>
                    <a:pt x="292689" y="264350"/>
                    <a:pt x="292444" y="263613"/>
                    <a:pt x="292191" y="262854"/>
                  </a:cubicBezTo>
                  <a:cubicBezTo>
                    <a:pt x="291454" y="262363"/>
                    <a:pt x="290717" y="261872"/>
                    <a:pt x="289958" y="261366"/>
                  </a:cubicBezTo>
                  <a:cubicBezTo>
                    <a:pt x="289693" y="260129"/>
                    <a:pt x="289443" y="258889"/>
                    <a:pt x="289214" y="257645"/>
                  </a:cubicBezTo>
                  <a:cubicBezTo>
                    <a:pt x="288723" y="257645"/>
                    <a:pt x="288232" y="257645"/>
                    <a:pt x="287726" y="257645"/>
                  </a:cubicBezTo>
                  <a:cubicBezTo>
                    <a:pt x="287866" y="255878"/>
                    <a:pt x="287866" y="255878"/>
                    <a:pt x="288470" y="253925"/>
                  </a:cubicBezTo>
                  <a:cubicBezTo>
                    <a:pt x="290331" y="253088"/>
                    <a:pt x="290331" y="253088"/>
                    <a:pt x="292191" y="252436"/>
                  </a:cubicBezTo>
                  <a:cubicBezTo>
                    <a:pt x="292436" y="251700"/>
                    <a:pt x="292682" y="250963"/>
                    <a:pt x="292935" y="250204"/>
                  </a:cubicBezTo>
                  <a:cubicBezTo>
                    <a:pt x="294423" y="249708"/>
                    <a:pt x="295912" y="249212"/>
                    <a:pt x="297400" y="248716"/>
                  </a:cubicBezTo>
                  <a:cubicBezTo>
                    <a:pt x="297645" y="247979"/>
                    <a:pt x="297891" y="247242"/>
                    <a:pt x="298144" y="246483"/>
                  </a:cubicBezTo>
                  <a:cubicBezTo>
                    <a:pt x="300795" y="245972"/>
                    <a:pt x="300795" y="245972"/>
                    <a:pt x="303353" y="245739"/>
                  </a:cubicBezTo>
                  <a:cubicBezTo>
                    <a:pt x="303353" y="244757"/>
                    <a:pt x="303353" y="243775"/>
                    <a:pt x="303353" y="242763"/>
                  </a:cubicBezTo>
                  <a:cubicBezTo>
                    <a:pt x="305911" y="241925"/>
                    <a:pt x="305911" y="241925"/>
                    <a:pt x="308562" y="241274"/>
                  </a:cubicBezTo>
                  <a:cubicBezTo>
                    <a:pt x="308808" y="240783"/>
                    <a:pt x="309053" y="240292"/>
                    <a:pt x="309306" y="239786"/>
                  </a:cubicBezTo>
                  <a:cubicBezTo>
                    <a:pt x="310411" y="239441"/>
                    <a:pt x="310411" y="239441"/>
                    <a:pt x="311539" y="239088"/>
                  </a:cubicBezTo>
                  <a:cubicBezTo>
                    <a:pt x="312275" y="238828"/>
                    <a:pt x="313012" y="238567"/>
                    <a:pt x="313771" y="238298"/>
                  </a:cubicBezTo>
                  <a:cubicBezTo>
                    <a:pt x="314017" y="237561"/>
                    <a:pt x="314262" y="236824"/>
                    <a:pt x="314515" y="236065"/>
                  </a:cubicBezTo>
                  <a:cubicBezTo>
                    <a:pt x="315838" y="235574"/>
                    <a:pt x="315838" y="235574"/>
                    <a:pt x="317445" y="235275"/>
                  </a:cubicBezTo>
                  <a:cubicBezTo>
                    <a:pt x="319985" y="234798"/>
                    <a:pt x="319985" y="234798"/>
                    <a:pt x="321956" y="233089"/>
                  </a:cubicBezTo>
                  <a:cubicBezTo>
                    <a:pt x="316247" y="233032"/>
                    <a:pt x="310538" y="232993"/>
                    <a:pt x="304829" y="232966"/>
                  </a:cubicBezTo>
                  <a:cubicBezTo>
                    <a:pt x="302885" y="232955"/>
                    <a:pt x="300941" y="232940"/>
                    <a:pt x="298997" y="232920"/>
                  </a:cubicBezTo>
                  <a:cubicBezTo>
                    <a:pt x="296210" y="232893"/>
                    <a:pt x="293423" y="232881"/>
                    <a:pt x="290636" y="232871"/>
                  </a:cubicBezTo>
                  <a:cubicBezTo>
                    <a:pt x="289761" y="232859"/>
                    <a:pt x="288885" y="232848"/>
                    <a:pt x="287984" y="232836"/>
                  </a:cubicBezTo>
                  <a:cubicBezTo>
                    <a:pt x="287179" y="232836"/>
                    <a:pt x="286375" y="232836"/>
                    <a:pt x="285546" y="232835"/>
                  </a:cubicBezTo>
                  <a:cubicBezTo>
                    <a:pt x="284834" y="232830"/>
                    <a:pt x="284122" y="232825"/>
                    <a:pt x="283388" y="232820"/>
                  </a:cubicBezTo>
                  <a:cubicBezTo>
                    <a:pt x="282855" y="232909"/>
                    <a:pt x="282322" y="232998"/>
                    <a:pt x="281773" y="233089"/>
                  </a:cubicBezTo>
                  <a:cubicBezTo>
                    <a:pt x="281527" y="233825"/>
                    <a:pt x="281282" y="234562"/>
                    <a:pt x="281029" y="235321"/>
                  </a:cubicBezTo>
                  <a:cubicBezTo>
                    <a:pt x="280538" y="235321"/>
                    <a:pt x="280046" y="235321"/>
                    <a:pt x="279540" y="235321"/>
                  </a:cubicBezTo>
                  <a:cubicBezTo>
                    <a:pt x="279504" y="235850"/>
                    <a:pt x="279468" y="236378"/>
                    <a:pt x="279430" y="236923"/>
                  </a:cubicBezTo>
                  <a:cubicBezTo>
                    <a:pt x="279347" y="237949"/>
                    <a:pt x="279347" y="237949"/>
                    <a:pt x="279261" y="238995"/>
                  </a:cubicBezTo>
                  <a:cubicBezTo>
                    <a:pt x="279210" y="239677"/>
                    <a:pt x="279158" y="240359"/>
                    <a:pt x="279104" y="241062"/>
                  </a:cubicBezTo>
                  <a:cubicBezTo>
                    <a:pt x="279003" y="241623"/>
                    <a:pt x="278901" y="242184"/>
                    <a:pt x="278796" y="242763"/>
                  </a:cubicBezTo>
                  <a:cubicBezTo>
                    <a:pt x="278305" y="243008"/>
                    <a:pt x="277814" y="243254"/>
                    <a:pt x="277308" y="243507"/>
                  </a:cubicBezTo>
                  <a:cubicBezTo>
                    <a:pt x="277045" y="245237"/>
                    <a:pt x="276978" y="246945"/>
                    <a:pt x="276892" y="248692"/>
                  </a:cubicBezTo>
                  <a:cubicBezTo>
                    <a:pt x="276784" y="249191"/>
                    <a:pt x="276676" y="249690"/>
                    <a:pt x="276564" y="250204"/>
                  </a:cubicBezTo>
                  <a:cubicBezTo>
                    <a:pt x="275827" y="250450"/>
                    <a:pt x="275091" y="250695"/>
                    <a:pt x="274331" y="250948"/>
                  </a:cubicBezTo>
                  <a:cubicBezTo>
                    <a:pt x="273780" y="253571"/>
                    <a:pt x="273780" y="253571"/>
                    <a:pt x="273587" y="256157"/>
                  </a:cubicBezTo>
                  <a:cubicBezTo>
                    <a:pt x="272851" y="256157"/>
                    <a:pt x="272114" y="256157"/>
                    <a:pt x="271355" y="256157"/>
                  </a:cubicBezTo>
                  <a:cubicBezTo>
                    <a:pt x="271109" y="258367"/>
                    <a:pt x="270864" y="260577"/>
                    <a:pt x="270611" y="262854"/>
                  </a:cubicBezTo>
                  <a:cubicBezTo>
                    <a:pt x="269874" y="262854"/>
                    <a:pt x="269137" y="262854"/>
                    <a:pt x="268378" y="262854"/>
                  </a:cubicBezTo>
                  <a:cubicBezTo>
                    <a:pt x="268447" y="264098"/>
                    <a:pt x="268447" y="264098"/>
                    <a:pt x="268518" y="265366"/>
                  </a:cubicBezTo>
                  <a:cubicBezTo>
                    <a:pt x="268472" y="266256"/>
                    <a:pt x="268426" y="267146"/>
                    <a:pt x="268378" y="268063"/>
                  </a:cubicBezTo>
                  <a:cubicBezTo>
                    <a:pt x="267642" y="268555"/>
                    <a:pt x="266905" y="269046"/>
                    <a:pt x="266146" y="269552"/>
                  </a:cubicBezTo>
                  <a:cubicBezTo>
                    <a:pt x="265799" y="270992"/>
                    <a:pt x="265799" y="270992"/>
                    <a:pt x="265774" y="272575"/>
                  </a:cubicBezTo>
                  <a:cubicBezTo>
                    <a:pt x="265651" y="273542"/>
                    <a:pt x="265528" y="274509"/>
                    <a:pt x="265402" y="275505"/>
                  </a:cubicBezTo>
                  <a:cubicBezTo>
                    <a:pt x="264665" y="275750"/>
                    <a:pt x="263928" y="275996"/>
                    <a:pt x="263169" y="276249"/>
                  </a:cubicBezTo>
                  <a:cubicBezTo>
                    <a:pt x="262891" y="277732"/>
                    <a:pt x="262643" y="279221"/>
                    <a:pt x="262425" y="280714"/>
                  </a:cubicBezTo>
                  <a:cubicBezTo>
                    <a:pt x="261934" y="280959"/>
                    <a:pt x="261443" y="281205"/>
                    <a:pt x="260937" y="281458"/>
                  </a:cubicBezTo>
                  <a:cubicBezTo>
                    <a:pt x="260569" y="282333"/>
                    <a:pt x="260200" y="283208"/>
                    <a:pt x="259821" y="284109"/>
                  </a:cubicBezTo>
                  <a:cubicBezTo>
                    <a:pt x="259452" y="284953"/>
                    <a:pt x="259084" y="285797"/>
                    <a:pt x="258705" y="286667"/>
                  </a:cubicBezTo>
                  <a:cubicBezTo>
                    <a:pt x="258213" y="286667"/>
                    <a:pt x="257722" y="286667"/>
                    <a:pt x="257216" y="286667"/>
                  </a:cubicBezTo>
                  <a:cubicBezTo>
                    <a:pt x="257216" y="288386"/>
                    <a:pt x="257216" y="290105"/>
                    <a:pt x="257216" y="291876"/>
                  </a:cubicBezTo>
                  <a:cubicBezTo>
                    <a:pt x="256725" y="291876"/>
                    <a:pt x="256234" y="291876"/>
                    <a:pt x="255728" y="291876"/>
                  </a:cubicBezTo>
                  <a:cubicBezTo>
                    <a:pt x="255498" y="292582"/>
                    <a:pt x="255268" y="293288"/>
                    <a:pt x="255030" y="294015"/>
                  </a:cubicBezTo>
                  <a:cubicBezTo>
                    <a:pt x="254240" y="296341"/>
                    <a:pt x="254240" y="296341"/>
                    <a:pt x="252007" y="297829"/>
                  </a:cubicBezTo>
                  <a:cubicBezTo>
                    <a:pt x="251821" y="299752"/>
                    <a:pt x="251821" y="299752"/>
                    <a:pt x="252007" y="301550"/>
                  </a:cubicBezTo>
                  <a:cubicBezTo>
                    <a:pt x="251271" y="301550"/>
                    <a:pt x="250534" y="301550"/>
                    <a:pt x="249775" y="301550"/>
                  </a:cubicBezTo>
                  <a:cubicBezTo>
                    <a:pt x="249242" y="303275"/>
                    <a:pt x="248746" y="305012"/>
                    <a:pt x="248287" y="306759"/>
                  </a:cubicBezTo>
                  <a:cubicBezTo>
                    <a:pt x="247795" y="307004"/>
                    <a:pt x="247304" y="307250"/>
                    <a:pt x="246798" y="307503"/>
                  </a:cubicBezTo>
                  <a:cubicBezTo>
                    <a:pt x="246691" y="307963"/>
                    <a:pt x="246583" y="308424"/>
                    <a:pt x="246473" y="308898"/>
                  </a:cubicBezTo>
                  <a:cubicBezTo>
                    <a:pt x="245974" y="310781"/>
                    <a:pt x="245176" y="311358"/>
                    <a:pt x="243822" y="312712"/>
                  </a:cubicBezTo>
                  <a:cubicBezTo>
                    <a:pt x="243567" y="313702"/>
                    <a:pt x="243318" y="314694"/>
                    <a:pt x="243078" y="315688"/>
                  </a:cubicBezTo>
                  <a:cubicBezTo>
                    <a:pt x="242586" y="315688"/>
                    <a:pt x="242095" y="315688"/>
                    <a:pt x="241589" y="315688"/>
                  </a:cubicBezTo>
                  <a:cubicBezTo>
                    <a:pt x="241085" y="317422"/>
                    <a:pt x="240589" y="319159"/>
                    <a:pt x="240101" y="320897"/>
                  </a:cubicBezTo>
                  <a:cubicBezTo>
                    <a:pt x="237550" y="322173"/>
                    <a:pt x="234699" y="322135"/>
                    <a:pt x="231915" y="321642"/>
                  </a:cubicBezTo>
                  <a:cubicBezTo>
                    <a:pt x="230939" y="319828"/>
                    <a:pt x="230939" y="319828"/>
                    <a:pt x="230427" y="317921"/>
                  </a:cubicBezTo>
                  <a:cubicBezTo>
                    <a:pt x="228888" y="317443"/>
                    <a:pt x="228888" y="317443"/>
                    <a:pt x="227451" y="317177"/>
                  </a:cubicBezTo>
                  <a:cubicBezTo>
                    <a:pt x="227451" y="316440"/>
                    <a:pt x="227451" y="315703"/>
                    <a:pt x="227451" y="314944"/>
                  </a:cubicBezTo>
                  <a:cubicBezTo>
                    <a:pt x="226212" y="314690"/>
                    <a:pt x="224971" y="314442"/>
                    <a:pt x="223730" y="314200"/>
                  </a:cubicBezTo>
                  <a:cubicBezTo>
                    <a:pt x="223484" y="313463"/>
                    <a:pt x="223239" y="312727"/>
                    <a:pt x="222986" y="311968"/>
                  </a:cubicBezTo>
                  <a:cubicBezTo>
                    <a:pt x="222495" y="311737"/>
                    <a:pt x="222004" y="311507"/>
                    <a:pt x="221498" y="311270"/>
                  </a:cubicBezTo>
                  <a:cubicBezTo>
                    <a:pt x="221006" y="311009"/>
                    <a:pt x="220515" y="310748"/>
                    <a:pt x="220009" y="310479"/>
                  </a:cubicBezTo>
                  <a:cubicBezTo>
                    <a:pt x="219886" y="309958"/>
                    <a:pt x="219764" y="309436"/>
                    <a:pt x="219637" y="308898"/>
                  </a:cubicBezTo>
                  <a:cubicBezTo>
                    <a:pt x="219514" y="308438"/>
                    <a:pt x="219392" y="307977"/>
                    <a:pt x="219265" y="307503"/>
                  </a:cubicBezTo>
                  <a:cubicBezTo>
                    <a:pt x="218283" y="307503"/>
                    <a:pt x="217301" y="307503"/>
                    <a:pt x="216289" y="307503"/>
                  </a:cubicBezTo>
                  <a:cubicBezTo>
                    <a:pt x="216043" y="306766"/>
                    <a:pt x="215797" y="306029"/>
                    <a:pt x="215544" y="305270"/>
                  </a:cubicBezTo>
                  <a:cubicBezTo>
                    <a:pt x="214930" y="305025"/>
                    <a:pt x="214317" y="304779"/>
                    <a:pt x="213684" y="304526"/>
                  </a:cubicBezTo>
                  <a:cubicBezTo>
                    <a:pt x="213070" y="304281"/>
                    <a:pt x="212456" y="304035"/>
                    <a:pt x="211824" y="303782"/>
                  </a:cubicBezTo>
                  <a:cubicBezTo>
                    <a:pt x="211578" y="303045"/>
                    <a:pt x="211333" y="302309"/>
                    <a:pt x="211080" y="301550"/>
                  </a:cubicBezTo>
                  <a:cubicBezTo>
                    <a:pt x="210588" y="301427"/>
                    <a:pt x="210097" y="301304"/>
                    <a:pt x="209591" y="301178"/>
                  </a:cubicBezTo>
                  <a:cubicBezTo>
                    <a:pt x="209100" y="301055"/>
                    <a:pt x="208609" y="300932"/>
                    <a:pt x="208103" y="300806"/>
                  </a:cubicBezTo>
                  <a:cubicBezTo>
                    <a:pt x="207857" y="300069"/>
                    <a:pt x="207612" y="299332"/>
                    <a:pt x="207359" y="298573"/>
                  </a:cubicBezTo>
                  <a:cubicBezTo>
                    <a:pt x="206745" y="298343"/>
                    <a:pt x="206131" y="298113"/>
                    <a:pt x="205498" y="297876"/>
                  </a:cubicBezTo>
                  <a:cubicBezTo>
                    <a:pt x="204885" y="297615"/>
                    <a:pt x="204271" y="297354"/>
                    <a:pt x="203638" y="297085"/>
                  </a:cubicBezTo>
                  <a:cubicBezTo>
                    <a:pt x="203531" y="296563"/>
                    <a:pt x="203423" y="296041"/>
                    <a:pt x="203313" y="295504"/>
                  </a:cubicBezTo>
                  <a:cubicBezTo>
                    <a:pt x="203174" y="295043"/>
                    <a:pt x="203036" y="294583"/>
                    <a:pt x="202894" y="294108"/>
                  </a:cubicBezTo>
                  <a:cubicBezTo>
                    <a:pt x="202157" y="294108"/>
                    <a:pt x="201421" y="294108"/>
                    <a:pt x="200662" y="294108"/>
                  </a:cubicBezTo>
                  <a:cubicBezTo>
                    <a:pt x="199925" y="294108"/>
                    <a:pt x="199188" y="294108"/>
                    <a:pt x="198429" y="294108"/>
                  </a:cubicBezTo>
                  <a:cubicBezTo>
                    <a:pt x="197964" y="292667"/>
                    <a:pt x="197964" y="292667"/>
                    <a:pt x="197685" y="291132"/>
                  </a:cubicBezTo>
                  <a:cubicBezTo>
                    <a:pt x="196700" y="290855"/>
                    <a:pt x="195708" y="290606"/>
                    <a:pt x="194708" y="290388"/>
                  </a:cubicBezTo>
                  <a:cubicBezTo>
                    <a:pt x="194463" y="289651"/>
                    <a:pt x="194217" y="288914"/>
                    <a:pt x="193964" y="288155"/>
                  </a:cubicBezTo>
                  <a:cubicBezTo>
                    <a:pt x="193105" y="288032"/>
                    <a:pt x="192245" y="287910"/>
                    <a:pt x="191360" y="287783"/>
                  </a:cubicBezTo>
                  <a:cubicBezTo>
                    <a:pt x="190071" y="287231"/>
                    <a:pt x="190071" y="287231"/>
                    <a:pt x="188755" y="286667"/>
                  </a:cubicBezTo>
                  <a:cubicBezTo>
                    <a:pt x="187868" y="283581"/>
                    <a:pt x="187283" y="279938"/>
                    <a:pt x="188755" y="276993"/>
                  </a:cubicBezTo>
                  <a:cubicBezTo>
                    <a:pt x="189738" y="276993"/>
                    <a:pt x="190720" y="276993"/>
                    <a:pt x="191732" y="276993"/>
                  </a:cubicBezTo>
                  <a:cubicBezTo>
                    <a:pt x="191640" y="276333"/>
                    <a:pt x="191548" y="275673"/>
                    <a:pt x="191453" y="274993"/>
                  </a:cubicBezTo>
                  <a:cubicBezTo>
                    <a:pt x="191732" y="272528"/>
                    <a:pt x="191732" y="272528"/>
                    <a:pt x="193871" y="270621"/>
                  </a:cubicBezTo>
                  <a:cubicBezTo>
                    <a:pt x="195022" y="269724"/>
                    <a:pt x="195022" y="269724"/>
                    <a:pt x="196197" y="268808"/>
                  </a:cubicBezTo>
                  <a:cubicBezTo>
                    <a:pt x="197067" y="267004"/>
                    <a:pt x="197067" y="267004"/>
                    <a:pt x="197685" y="265087"/>
                  </a:cubicBezTo>
                  <a:cubicBezTo>
                    <a:pt x="200331" y="260787"/>
                    <a:pt x="200331" y="260787"/>
                    <a:pt x="202150" y="259878"/>
                  </a:cubicBezTo>
                  <a:cubicBezTo>
                    <a:pt x="202257" y="259249"/>
                    <a:pt x="202365" y="258619"/>
                    <a:pt x="202475" y="257971"/>
                  </a:cubicBezTo>
                  <a:cubicBezTo>
                    <a:pt x="202614" y="257372"/>
                    <a:pt x="202752" y="256774"/>
                    <a:pt x="202894" y="256157"/>
                  </a:cubicBezTo>
                  <a:cubicBezTo>
                    <a:pt x="203631" y="256157"/>
                    <a:pt x="204367" y="256157"/>
                    <a:pt x="205126" y="256157"/>
                  </a:cubicBezTo>
                  <a:cubicBezTo>
                    <a:pt x="205065" y="255451"/>
                    <a:pt x="205004" y="254745"/>
                    <a:pt x="204940" y="254018"/>
                  </a:cubicBezTo>
                  <a:cubicBezTo>
                    <a:pt x="205002" y="253250"/>
                    <a:pt x="205063" y="252483"/>
                    <a:pt x="205126" y="251692"/>
                  </a:cubicBezTo>
                  <a:cubicBezTo>
                    <a:pt x="206119" y="251196"/>
                    <a:pt x="207111" y="250700"/>
                    <a:pt x="208103" y="250204"/>
                  </a:cubicBezTo>
                  <a:cubicBezTo>
                    <a:pt x="208351" y="247909"/>
                    <a:pt x="208351" y="247909"/>
                    <a:pt x="208103" y="245739"/>
                  </a:cubicBezTo>
                  <a:cubicBezTo>
                    <a:pt x="208840" y="245739"/>
                    <a:pt x="209576" y="245739"/>
                    <a:pt x="210335" y="245739"/>
                  </a:cubicBezTo>
                  <a:cubicBezTo>
                    <a:pt x="210412" y="244910"/>
                    <a:pt x="210489" y="244082"/>
                    <a:pt x="210568" y="243228"/>
                  </a:cubicBezTo>
                  <a:cubicBezTo>
                    <a:pt x="210821" y="241892"/>
                    <a:pt x="210821" y="241892"/>
                    <a:pt x="211080" y="240530"/>
                  </a:cubicBezTo>
                  <a:cubicBezTo>
                    <a:pt x="211816" y="240039"/>
                    <a:pt x="212553" y="239548"/>
                    <a:pt x="213312" y="239042"/>
                  </a:cubicBezTo>
                  <a:cubicBezTo>
                    <a:pt x="213312" y="238305"/>
                    <a:pt x="213312" y="237568"/>
                    <a:pt x="213312" y="236809"/>
                  </a:cubicBezTo>
                  <a:cubicBezTo>
                    <a:pt x="213312" y="236073"/>
                    <a:pt x="213312" y="235336"/>
                    <a:pt x="213312" y="234577"/>
                  </a:cubicBezTo>
                  <a:cubicBezTo>
                    <a:pt x="214049" y="234086"/>
                    <a:pt x="214785" y="233595"/>
                    <a:pt x="215544" y="233089"/>
                  </a:cubicBezTo>
                  <a:cubicBezTo>
                    <a:pt x="216090" y="230808"/>
                    <a:pt x="216090" y="230808"/>
                    <a:pt x="216289" y="228624"/>
                  </a:cubicBezTo>
                  <a:cubicBezTo>
                    <a:pt x="217025" y="228624"/>
                    <a:pt x="217762" y="228624"/>
                    <a:pt x="218521" y="228624"/>
                  </a:cubicBezTo>
                  <a:cubicBezTo>
                    <a:pt x="218767" y="226659"/>
                    <a:pt x="219012" y="224695"/>
                    <a:pt x="219265" y="222671"/>
                  </a:cubicBezTo>
                  <a:cubicBezTo>
                    <a:pt x="220002" y="222671"/>
                    <a:pt x="220738" y="222671"/>
                    <a:pt x="221498" y="222671"/>
                  </a:cubicBezTo>
                  <a:cubicBezTo>
                    <a:pt x="221459" y="221959"/>
                    <a:pt x="221459" y="221959"/>
                    <a:pt x="221419" y="221232"/>
                  </a:cubicBezTo>
                  <a:cubicBezTo>
                    <a:pt x="221399" y="220617"/>
                    <a:pt x="221379" y="220002"/>
                    <a:pt x="221358" y="219369"/>
                  </a:cubicBezTo>
                  <a:cubicBezTo>
                    <a:pt x="221332" y="218756"/>
                    <a:pt x="221306" y="218143"/>
                    <a:pt x="221279" y="217511"/>
                  </a:cubicBezTo>
                  <a:cubicBezTo>
                    <a:pt x="221351" y="217004"/>
                    <a:pt x="221423" y="216496"/>
                    <a:pt x="221498" y="215974"/>
                  </a:cubicBezTo>
                  <a:cubicBezTo>
                    <a:pt x="222234" y="215728"/>
                    <a:pt x="222971" y="215482"/>
                    <a:pt x="223730" y="215229"/>
                  </a:cubicBezTo>
                  <a:cubicBezTo>
                    <a:pt x="224165" y="213826"/>
                    <a:pt x="224165" y="213826"/>
                    <a:pt x="224242" y="212206"/>
                  </a:cubicBezTo>
                  <a:cubicBezTo>
                    <a:pt x="224318" y="211239"/>
                    <a:pt x="224395" y="210272"/>
                    <a:pt x="224474" y="209276"/>
                  </a:cubicBezTo>
                  <a:cubicBezTo>
                    <a:pt x="225211" y="209276"/>
                    <a:pt x="225947" y="209276"/>
                    <a:pt x="226706" y="209276"/>
                  </a:cubicBezTo>
                  <a:cubicBezTo>
                    <a:pt x="226743" y="208748"/>
                    <a:pt x="226779" y="208219"/>
                    <a:pt x="226817" y="207675"/>
                  </a:cubicBezTo>
                  <a:cubicBezTo>
                    <a:pt x="226900" y="206649"/>
                    <a:pt x="226900" y="206649"/>
                    <a:pt x="226986" y="205602"/>
                  </a:cubicBezTo>
                  <a:cubicBezTo>
                    <a:pt x="227037" y="204920"/>
                    <a:pt x="227089" y="204238"/>
                    <a:pt x="227143" y="203535"/>
                  </a:cubicBezTo>
                  <a:cubicBezTo>
                    <a:pt x="227244" y="202974"/>
                    <a:pt x="227346" y="202413"/>
                    <a:pt x="227451" y="201835"/>
                  </a:cubicBezTo>
                  <a:cubicBezTo>
                    <a:pt x="227942" y="201589"/>
                    <a:pt x="228433" y="201344"/>
                    <a:pt x="228939" y="201091"/>
                  </a:cubicBezTo>
                  <a:cubicBezTo>
                    <a:pt x="229203" y="199167"/>
                    <a:pt x="229269" y="197263"/>
                    <a:pt x="229355" y="195324"/>
                  </a:cubicBezTo>
                  <a:cubicBezTo>
                    <a:pt x="229463" y="194771"/>
                    <a:pt x="229571" y="194219"/>
                    <a:pt x="229683" y="193649"/>
                  </a:cubicBezTo>
                  <a:cubicBezTo>
                    <a:pt x="230420" y="193404"/>
                    <a:pt x="231156" y="193158"/>
                    <a:pt x="231915" y="192905"/>
                  </a:cubicBezTo>
                  <a:cubicBezTo>
                    <a:pt x="232353" y="191158"/>
                    <a:pt x="232353" y="191158"/>
                    <a:pt x="232427" y="189138"/>
                  </a:cubicBezTo>
                  <a:cubicBezTo>
                    <a:pt x="232500" y="188112"/>
                    <a:pt x="232500" y="188112"/>
                    <a:pt x="232575" y="187065"/>
                  </a:cubicBezTo>
                  <a:cubicBezTo>
                    <a:pt x="232603" y="186537"/>
                    <a:pt x="232631" y="186008"/>
                    <a:pt x="232660" y="185464"/>
                  </a:cubicBezTo>
                  <a:cubicBezTo>
                    <a:pt x="233396" y="185464"/>
                    <a:pt x="234133" y="185464"/>
                    <a:pt x="234892" y="185464"/>
                  </a:cubicBezTo>
                  <a:cubicBezTo>
                    <a:pt x="234920" y="184791"/>
                    <a:pt x="234948" y="184119"/>
                    <a:pt x="234976" y="183426"/>
                  </a:cubicBezTo>
                  <a:cubicBezTo>
                    <a:pt x="235025" y="182548"/>
                    <a:pt x="235074" y="181671"/>
                    <a:pt x="235125" y="180766"/>
                  </a:cubicBezTo>
                  <a:cubicBezTo>
                    <a:pt x="235168" y="179894"/>
                    <a:pt x="235211" y="179022"/>
                    <a:pt x="235255" y="178124"/>
                  </a:cubicBezTo>
                  <a:cubicBezTo>
                    <a:pt x="235677" y="175537"/>
                    <a:pt x="236104" y="175284"/>
                    <a:pt x="237869" y="173558"/>
                  </a:cubicBezTo>
                  <a:cubicBezTo>
                    <a:pt x="238138" y="171517"/>
                    <a:pt x="238138" y="171517"/>
                    <a:pt x="238008" y="169325"/>
                  </a:cubicBezTo>
                  <a:cubicBezTo>
                    <a:pt x="237988" y="168586"/>
                    <a:pt x="237968" y="167846"/>
                    <a:pt x="237947" y="167084"/>
                  </a:cubicBezTo>
                  <a:cubicBezTo>
                    <a:pt x="237908" y="166237"/>
                    <a:pt x="237908" y="166237"/>
                    <a:pt x="237869" y="165372"/>
                  </a:cubicBezTo>
                  <a:cubicBezTo>
                    <a:pt x="238851" y="165372"/>
                    <a:pt x="239833" y="165372"/>
                    <a:pt x="240845" y="165372"/>
                  </a:cubicBezTo>
                  <a:cubicBezTo>
                    <a:pt x="240845" y="161689"/>
                    <a:pt x="240845" y="158005"/>
                    <a:pt x="240845" y="154210"/>
                  </a:cubicBezTo>
                  <a:cubicBezTo>
                    <a:pt x="241336" y="154210"/>
                    <a:pt x="241827" y="154210"/>
                    <a:pt x="242333" y="154210"/>
                  </a:cubicBezTo>
                  <a:cubicBezTo>
                    <a:pt x="243770" y="151336"/>
                    <a:pt x="243389" y="147772"/>
                    <a:pt x="243540" y="144603"/>
                  </a:cubicBezTo>
                  <a:cubicBezTo>
                    <a:pt x="243633" y="143844"/>
                    <a:pt x="243726" y="143085"/>
                    <a:pt x="243822" y="142304"/>
                  </a:cubicBezTo>
                  <a:cubicBezTo>
                    <a:pt x="244313" y="142058"/>
                    <a:pt x="244804" y="141813"/>
                    <a:pt x="245310" y="141559"/>
                  </a:cubicBezTo>
                  <a:cubicBezTo>
                    <a:pt x="245551" y="140201"/>
                    <a:pt x="245551" y="140201"/>
                    <a:pt x="245540" y="138583"/>
                  </a:cubicBezTo>
                  <a:cubicBezTo>
                    <a:pt x="245558" y="137984"/>
                    <a:pt x="245577" y="137386"/>
                    <a:pt x="245596" y="136769"/>
                  </a:cubicBezTo>
                  <a:cubicBezTo>
                    <a:pt x="245622" y="135498"/>
                    <a:pt x="245646" y="134227"/>
                    <a:pt x="245666" y="132955"/>
                  </a:cubicBezTo>
                  <a:cubicBezTo>
                    <a:pt x="245686" y="132357"/>
                    <a:pt x="245705" y="131758"/>
                    <a:pt x="245726" y="131142"/>
                  </a:cubicBezTo>
                  <a:cubicBezTo>
                    <a:pt x="245736" y="130589"/>
                    <a:pt x="245746" y="130036"/>
                    <a:pt x="245756" y="129467"/>
                  </a:cubicBezTo>
                  <a:cubicBezTo>
                    <a:pt x="245854" y="129037"/>
                    <a:pt x="245953" y="128608"/>
                    <a:pt x="246054" y="128165"/>
                  </a:cubicBezTo>
                  <a:cubicBezTo>
                    <a:pt x="246791" y="127919"/>
                    <a:pt x="247528" y="127674"/>
                    <a:pt x="248287" y="127421"/>
                  </a:cubicBezTo>
                  <a:cubicBezTo>
                    <a:pt x="248462" y="126679"/>
                    <a:pt x="248638" y="125938"/>
                    <a:pt x="248819" y="125174"/>
                  </a:cubicBezTo>
                  <a:cubicBezTo>
                    <a:pt x="249134" y="124442"/>
                    <a:pt x="249450" y="123710"/>
                    <a:pt x="249775" y="122956"/>
                  </a:cubicBezTo>
                  <a:cubicBezTo>
                    <a:pt x="251892" y="122487"/>
                    <a:pt x="253293" y="122360"/>
                    <a:pt x="255402" y="122444"/>
                  </a:cubicBezTo>
                  <a:cubicBezTo>
                    <a:pt x="255922" y="122433"/>
                    <a:pt x="256441" y="122422"/>
                    <a:pt x="256976" y="122411"/>
                  </a:cubicBezTo>
                  <a:cubicBezTo>
                    <a:pt x="258475" y="122436"/>
                    <a:pt x="258475" y="122436"/>
                    <a:pt x="260937" y="122956"/>
                  </a:cubicBezTo>
                  <a:cubicBezTo>
                    <a:pt x="261183" y="124184"/>
                    <a:pt x="261428" y="125412"/>
                    <a:pt x="261681" y="126677"/>
                  </a:cubicBezTo>
                  <a:cubicBezTo>
                    <a:pt x="265610" y="126677"/>
                    <a:pt x="269539" y="126677"/>
                    <a:pt x="273587" y="126677"/>
                  </a:cubicBezTo>
                  <a:cubicBezTo>
                    <a:pt x="273587" y="116363"/>
                    <a:pt x="273587" y="106049"/>
                    <a:pt x="273587" y="95423"/>
                  </a:cubicBezTo>
                  <a:cubicBezTo>
                    <a:pt x="272851" y="95668"/>
                    <a:pt x="272114" y="95914"/>
                    <a:pt x="271355" y="96167"/>
                  </a:cubicBezTo>
                  <a:cubicBezTo>
                    <a:pt x="269948" y="96235"/>
                    <a:pt x="268540" y="96258"/>
                    <a:pt x="267131" y="96256"/>
                  </a:cubicBezTo>
                  <a:cubicBezTo>
                    <a:pt x="265812" y="96258"/>
                    <a:pt x="265812" y="96258"/>
                    <a:pt x="264466" y="96260"/>
                  </a:cubicBezTo>
                  <a:cubicBezTo>
                    <a:pt x="263500" y="96257"/>
                    <a:pt x="262534" y="96254"/>
                    <a:pt x="261538" y="96251"/>
                  </a:cubicBezTo>
                  <a:cubicBezTo>
                    <a:pt x="260511" y="96251"/>
                    <a:pt x="259485" y="96251"/>
                    <a:pt x="258458" y="96252"/>
                  </a:cubicBezTo>
                  <a:cubicBezTo>
                    <a:pt x="255669" y="96252"/>
                    <a:pt x="252880" y="96248"/>
                    <a:pt x="250092" y="96242"/>
                  </a:cubicBezTo>
                  <a:cubicBezTo>
                    <a:pt x="247178" y="96238"/>
                    <a:pt x="244264" y="96237"/>
                    <a:pt x="241350" y="96236"/>
                  </a:cubicBezTo>
                  <a:cubicBezTo>
                    <a:pt x="235831" y="96234"/>
                    <a:pt x="230313" y="96228"/>
                    <a:pt x="224794" y="96221"/>
                  </a:cubicBezTo>
                  <a:cubicBezTo>
                    <a:pt x="218512" y="96212"/>
                    <a:pt x="212230" y="96208"/>
                    <a:pt x="205947" y="96204"/>
                  </a:cubicBezTo>
                  <a:cubicBezTo>
                    <a:pt x="193023" y="96197"/>
                    <a:pt x="180099" y="96184"/>
                    <a:pt x="167175" y="96167"/>
                  </a:cubicBezTo>
                  <a:cubicBezTo>
                    <a:pt x="167179" y="97065"/>
                    <a:pt x="167183" y="97963"/>
                    <a:pt x="167187" y="98888"/>
                  </a:cubicBezTo>
                  <a:cubicBezTo>
                    <a:pt x="167200" y="102206"/>
                    <a:pt x="167209" y="105525"/>
                    <a:pt x="167216" y="108843"/>
                  </a:cubicBezTo>
                  <a:cubicBezTo>
                    <a:pt x="167220" y="110282"/>
                    <a:pt x="167225" y="111721"/>
                    <a:pt x="167231" y="113159"/>
                  </a:cubicBezTo>
                  <a:cubicBezTo>
                    <a:pt x="167240" y="115222"/>
                    <a:pt x="167245" y="117285"/>
                    <a:pt x="167248" y="119349"/>
                  </a:cubicBezTo>
                  <a:cubicBezTo>
                    <a:pt x="167252" y="119996"/>
                    <a:pt x="167256" y="120643"/>
                    <a:pt x="167260" y="121310"/>
                  </a:cubicBezTo>
                  <a:cubicBezTo>
                    <a:pt x="167260" y="122851"/>
                    <a:pt x="167221" y="124392"/>
                    <a:pt x="167175" y="125933"/>
                  </a:cubicBezTo>
                  <a:cubicBezTo>
                    <a:pt x="165701" y="127407"/>
                    <a:pt x="162786" y="126794"/>
                    <a:pt x="160769" y="126797"/>
                  </a:cubicBezTo>
                  <a:cubicBezTo>
                    <a:pt x="160176" y="126800"/>
                    <a:pt x="159583" y="126804"/>
                    <a:pt x="158972" y="126808"/>
                  </a:cubicBezTo>
                  <a:cubicBezTo>
                    <a:pt x="157002" y="126819"/>
                    <a:pt x="155033" y="126824"/>
                    <a:pt x="153063" y="126828"/>
                  </a:cubicBezTo>
                  <a:cubicBezTo>
                    <a:pt x="151699" y="126832"/>
                    <a:pt x="150336" y="126836"/>
                    <a:pt x="148972" y="126841"/>
                  </a:cubicBezTo>
                  <a:cubicBezTo>
                    <a:pt x="146110" y="126849"/>
                    <a:pt x="143248" y="126853"/>
                    <a:pt x="140386" y="126855"/>
                  </a:cubicBezTo>
                  <a:cubicBezTo>
                    <a:pt x="136712" y="126860"/>
                    <a:pt x="133038" y="126877"/>
                    <a:pt x="129363" y="126899"/>
                  </a:cubicBezTo>
                  <a:cubicBezTo>
                    <a:pt x="126546" y="126912"/>
                    <a:pt x="123729" y="126916"/>
                    <a:pt x="120912" y="126917"/>
                  </a:cubicBezTo>
                  <a:cubicBezTo>
                    <a:pt x="119557" y="126920"/>
                    <a:pt x="118202" y="126926"/>
                    <a:pt x="116847" y="126935"/>
                  </a:cubicBezTo>
                  <a:cubicBezTo>
                    <a:pt x="114954" y="126948"/>
                    <a:pt x="113063" y="126947"/>
                    <a:pt x="111170" y="126942"/>
                  </a:cubicBezTo>
                  <a:cubicBezTo>
                    <a:pt x="110606" y="126949"/>
                    <a:pt x="110042" y="126956"/>
                    <a:pt x="109461" y="126963"/>
                  </a:cubicBezTo>
                  <a:cubicBezTo>
                    <a:pt x="107902" y="126950"/>
                    <a:pt x="107902" y="126950"/>
                    <a:pt x="105412" y="126677"/>
                  </a:cubicBezTo>
                  <a:cubicBezTo>
                    <a:pt x="103601" y="123961"/>
                    <a:pt x="103708" y="121935"/>
                    <a:pt x="103726" y="118796"/>
                  </a:cubicBezTo>
                  <a:cubicBezTo>
                    <a:pt x="103724" y="118245"/>
                    <a:pt x="103723" y="117694"/>
                    <a:pt x="103721" y="117126"/>
                  </a:cubicBezTo>
                  <a:cubicBezTo>
                    <a:pt x="103720" y="115960"/>
                    <a:pt x="103723" y="114795"/>
                    <a:pt x="103729" y="113630"/>
                  </a:cubicBezTo>
                  <a:cubicBezTo>
                    <a:pt x="103737" y="111850"/>
                    <a:pt x="103729" y="110070"/>
                    <a:pt x="103720" y="108290"/>
                  </a:cubicBezTo>
                  <a:cubicBezTo>
                    <a:pt x="103721" y="107157"/>
                    <a:pt x="103723" y="106023"/>
                    <a:pt x="103726" y="104890"/>
                  </a:cubicBezTo>
                  <a:cubicBezTo>
                    <a:pt x="103723" y="104359"/>
                    <a:pt x="103720" y="103828"/>
                    <a:pt x="103716" y="103281"/>
                  </a:cubicBezTo>
                  <a:cubicBezTo>
                    <a:pt x="103743" y="100470"/>
                    <a:pt x="104060" y="98611"/>
                    <a:pt x="105412" y="96167"/>
                  </a:cubicBezTo>
                  <a:cubicBezTo>
                    <a:pt x="104902" y="96168"/>
                    <a:pt x="104393" y="96168"/>
                    <a:pt x="103868" y="96169"/>
                  </a:cubicBezTo>
                  <a:cubicBezTo>
                    <a:pt x="91491" y="96185"/>
                    <a:pt x="79114" y="96198"/>
                    <a:pt x="66738" y="96205"/>
                  </a:cubicBezTo>
                  <a:cubicBezTo>
                    <a:pt x="60752" y="96209"/>
                    <a:pt x="54767" y="96215"/>
                    <a:pt x="48782" y="96223"/>
                  </a:cubicBezTo>
                  <a:cubicBezTo>
                    <a:pt x="43567" y="96230"/>
                    <a:pt x="38352" y="96235"/>
                    <a:pt x="33137" y="96237"/>
                  </a:cubicBezTo>
                  <a:cubicBezTo>
                    <a:pt x="30374" y="96238"/>
                    <a:pt x="27611" y="96240"/>
                    <a:pt x="24849" y="96246"/>
                  </a:cubicBezTo>
                  <a:cubicBezTo>
                    <a:pt x="21769" y="96252"/>
                    <a:pt x="18690" y="96252"/>
                    <a:pt x="15611" y="96251"/>
                  </a:cubicBezTo>
                  <a:cubicBezTo>
                    <a:pt x="14688" y="96254"/>
                    <a:pt x="13765" y="96257"/>
                    <a:pt x="12814" y="96260"/>
                  </a:cubicBezTo>
                  <a:cubicBezTo>
                    <a:pt x="11980" y="96258"/>
                    <a:pt x="11147" y="96257"/>
                    <a:pt x="10288" y="96256"/>
                  </a:cubicBezTo>
                  <a:cubicBezTo>
                    <a:pt x="9558" y="96257"/>
                    <a:pt x="8829" y="96258"/>
                    <a:pt x="8078" y="96258"/>
                  </a:cubicBezTo>
                  <a:cubicBezTo>
                    <a:pt x="6441" y="96167"/>
                    <a:pt x="6441" y="96167"/>
                    <a:pt x="5697" y="95423"/>
                  </a:cubicBezTo>
                  <a:cubicBezTo>
                    <a:pt x="5606" y="93461"/>
                    <a:pt x="5564" y="91518"/>
                    <a:pt x="5553" y="89556"/>
                  </a:cubicBezTo>
                  <a:cubicBezTo>
                    <a:pt x="5544" y="88634"/>
                    <a:pt x="5544" y="88634"/>
                    <a:pt x="5535" y="87693"/>
                  </a:cubicBezTo>
                  <a:cubicBezTo>
                    <a:pt x="5516" y="85651"/>
                    <a:pt x="5504" y="83608"/>
                    <a:pt x="5493" y="81566"/>
                  </a:cubicBezTo>
                  <a:cubicBezTo>
                    <a:pt x="5489" y="80871"/>
                    <a:pt x="5485" y="80175"/>
                    <a:pt x="5481" y="79459"/>
                  </a:cubicBezTo>
                  <a:cubicBezTo>
                    <a:pt x="5461" y="75781"/>
                    <a:pt x="5447" y="72103"/>
                    <a:pt x="5436" y="68424"/>
                  </a:cubicBezTo>
                  <a:cubicBezTo>
                    <a:pt x="5424" y="64614"/>
                    <a:pt x="5390" y="60805"/>
                    <a:pt x="5353" y="56996"/>
                  </a:cubicBezTo>
                  <a:cubicBezTo>
                    <a:pt x="5328" y="54075"/>
                    <a:pt x="5319" y="51155"/>
                    <a:pt x="5315" y="48234"/>
                  </a:cubicBezTo>
                  <a:cubicBezTo>
                    <a:pt x="5310" y="46829"/>
                    <a:pt x="5298" y="45424"/>
                    <a:pt x="5281" y="44019"/>
                  </a:cubicBezTo>
                  <a:cubicBezTo>
                    <a:pt x="5257" y="42057"/>
                    <a:pt x="5257" y="40097"/>
                    <a:pt x="5263" y="38134"/>
                  </a:cubicBezTo>
                  <a:cubicBezTo>
                    <a:pt x="5250" y="37549"/>
                    <a:pt x="5238" y="36964"/>
                    <a:pt x="5226" y="36362"/>
                  </a:cubicBezTo>
                  <a:cubicBezTo>
                    <a:pt x="5244" y="34746"/>
                    <a:pt x="5244" y="34746"/>
                    <a:pt x="5697" y="32171"/>
                  </a:cubicBezTo>
                  <a:cubicBezTo>
                    <a:pt x="8293" y="30753"/>
                    <a:pt x="10529" y="30498"/>
                    <a:pt x="13453" y="30504"/>
                  </a:cubicBezTo>
                  <a:cubicBezTo>
                    <a:pt x="14253" y="30502"/>
                    <a:pt x="15053" y="30499"/>
                    <a:pt x="15878" y="30497"/>
                  </a:cubicBezTo>
                  <a:cubicBezTo>
                    <a:pt x="17183" y="30505"/>
                    <a:pt x="17183" y="30505"/>
                    <a:pt x="18515" y="30514"/>
                  </a:cubicBezTo>
                  <a:cubicBezTo>
                    <a:pt x="19437" y="30513"/>
                    <a:pt x="20360" y="30513"/>
                    <a:pt x="21310" y="30513"/>
                  </a:cubicBezTo>
                  <a:cubicBezTo>
                    <a:pt x="23833" y="30514"/>
                    <a:pt x="26355" y="30521"/>
                    <a:pt x="28878" y="30532"/>
                  </a:cubicBezTo>
                  <a:cubicBezTo>
                    <a:pt x="31517" y="30541"/>
                    <a:pt x="34156" y="30542"/>
                    <a:pt x="36795" y="30544"/>
                  </a:cubicBezTo>
                  <a:cubicBezTo>
                    <a:pt x="41789" y="30548"/>
                    <a:pt x="46783" y="30560"/>
                    <a:pt x="51777" y="30575"/>
                  </a:cubicBezTo>
                  <a:cubicBezTo>
                    <a:pt x="57463" y="30592"/>
                    <a:pt x="63150" y="30600"/>
                    <a:pt x="68837" y="30608"/>
                  </a:cubicBezTo>
                  <a:cubicBezTo>
                    <a:pt x="80532" y="30623"/>
                    <a:pt x="92228" y="30649"/>
                    <a:pt x="103923" y="30683"/>
                  </a:cubicBezTo>
                  <a:cubicBezTo>
                    <a:pt x="103919" y="29811"/>
                    <a:pt x="103915" y="28940"/>
                    <a:pt x="103911" y="28042"/>
                  </a:cubicBezTo>
                  <a:cubicBezTo>
                    <a:pt x="103898" y="24816"/>
                    <a:pt x="103889" y="21591"/>
                    <a:pt x="103882" y="18365"/>
                  </a:cubicBezTo>
                  <a:cubicBezTo>
                    <a:pt x="103879" y="16968"/>
                    <a:pt x="103874" y="15570"/>
                    <a:pt x="103867" y="14173"/>
                  </a:cubicBezTo>
                  <a:cubicBezTo>
                    <a:pt x="103858" y="12167"/>
                    <a:pt x="103854" y="10161"/>
                    <a:pt x="103851" y="8155"/>
                  </a:cubicBezTo>
                  <a:cubicBezTo>
                    <a:pt x="103847" y="7528"/>
                    <a:pt x="103843" y="6901"/>
                    <a:pt x="103839" y="6254"/>
                  </a:cubicBezTo>
                  <a:cubicBezTo>
                    <a:pt x="103839" y="1831"/>
                    <a:pt x="103839" y="1831"/>
                    <a:pt x="104667" y="173"/>
                  </a:cubicBezTo>
                  <a:cubicBezTo>
                    <a:pt x="106634" y="30"/>
                    <a:pt x="108523" y="-14"/>
                    <a:pt x="110490" y="4"/>
                  </a:cubicBezTo>
                  <a:cubicBezTo>
                    <a:pt x="111405" y="4"/>
                    <a:pt x="111405" y="4"/>
                    <a:pt x="112338" y="3"/>
                  </a:cubicBezTo>
                  <a:close/>
                </a:path>
              </a:pathLst>
            </a:custGeom>
            <a:grpFill/>
            <a:ln w="744" cap="flat">
              <a:noFill/>
              <a:prstDash val="solid"/>
              <a:miter/>
            </a:ln>
          </p:spPr>
          <p:txBody>
            <a:bodyPr rtlCol="0" anchor="ctr"/>
            <a:lstStyle/>
            <a:p>
              <a:endParaRPr lang="zh-CN" altLang="en-US"/>
            </a:p>
          </p:txBody>
        </p:sp>
        <p:sp>
          <p:nvSpPr>
            <p:cNvPr id="144" name="任意多边形: 形状 143"/>
            <p:cNvSpPr/>
            <p:nvPr/>
          </p:nvSpPr>
          <p:spPr>
            <a:xfrm>
              <a:off x="6136707" y="602991"/>
              <a:ext cx="457150" cy="557327"/>
            </a:xfrm>
            <a:custGeom>
              <a:avLst/>
              <a:gdLst>
                <a:gd name="connsiteX0" fmla="*/ 283171 w 457155"/>
                <a:gd name="connsiteY0" fmla="*/ 877 h 557310"/>
                <a:gd name="connsiteX1" fmla="*/ 288720 w 457155"/>
                <a:gd name="connsiteY1" fmla="*/ 455 h 557310"/>
                <a:gd name="connsiteX2" fmla="*/ 290509 w 457155"/>
                <a:gd name="connsiteY2" fmla="*/ 454 h 557310"/>
                <a:gd name="connsiteX3" fmla="*/ 296266 w 457155"/>
                <a:gd name="connsiteY3" fmla="*/ 514 h 557310"/>
                <a:gd name="connsiteX4" fmla="*/ 299810 w 457155"/>
                <a:gd name="connsiteY4" fmla="*/ 525 h 557310"/>
                <a:gd name="connsiteX5" fmla="*/ 312983 w 457155"/>
                <a:gd name="connsiteY5" fmla="*/ 645 h 557310"/>
                <a:gd name="connsiteX6" fmla="*/ 342702 w 457155"/>
                <a:gd name="connsiteY6" fmla="*/ 877 h 557310"/>
                <a:gd name="connsiteX7" fmla="*/ 342702 w 457155"/>
                <a:gd name="connsiteY7" fmla="*/ 96871 h 557310"/>
                <a:gd name="connsiteX8" fmla="*/ 400745 w 457155"/>
                <a:gd name="connsiteY8" fmla="*/ 96871 h 557310"/>
                <a:gd name="connsiteX9" fmla="*/ 398513 w 457155"/>
                <a:gd name="connsiteY9" fmla="*/ 93895 h 557310"/>
                <a:gd name="connsiteX10" fmla="*/ 396281 w 457155"/>
                <a:gd name="connsiteY10" fmla="*/ 90918 h 557310"/>
                <a:gd name="connsiteX11" fmla="*/ 395118 w 457155"/>
                <a:gd name="connsiteY11" fmla="*/ 89756 h 557310"/>
                <a:gd name="connsiteX12" fmla="*/ 394048 w 457155"/>
                <a:gd name="connsiteY12" fmla="*/ 87198 h 557310"/>
                <a:gd name="connsiteX13" fmla="*/ 391816 w 457155"/>
                <a:gd name="connsiteY13" fmla="*/ 86454 h 557310"/>
                <a:gd name="connsiteX14" fmla="*/ 391072 w 457155"/>
                <a:gd name="connsiteY14" fmla="*/ 84221 h 557310"/>
                <a:gd name="connsiteX15" fmla="*/ 387351 w 457155"/>
                <a:gd name="connsiteY15" fmla="*/ 81245 h 557310"/>
                <a:gd name="connsiteX16" fmla="*/ 383630 w 457155"/>
                <a:gd name="connsiteY16" fmla="*/ 76036 h 557310"/>
                <a:gd name="connsiteX17" fmla="*/ 382142 w 457155"/>
                <a:gd name="connsiteY17" fmla="*/ 75291 h 557310"/>
                <a:gd name="connsiteX18" fmla="*/ 381398 w 457155"/>
                <a:gd name="connsiteY18" fmla="*/ 73059 h 557310"/>
                <a:gd name="connsiteX19" fmla="*/ 379165 w 457155"/>
                <a:gd name="connsiteY19" fmla="*/ 72315 h 557310"/>
                <a:gd name="connsiteX20" fmla="*/ 377677 w 457155"/>
                <a:gd name="connsiteY20" fmla="*/ 69338 h 557310"/>
                <a:gd name="connsiteX21" fmla="*/ 376468 w 457155"/>
                <a:gd name="connsiteY21" fmla="*/ 68129 h 557310"/>
                <a:gd name="connsiteX22" fmla="*/ 375445 w 457155"/>
                <a:gd name="connsiteY22" fmla="*/ 65618 h 557310"/>
                <a:gd name="connsiteX23" fmla="*/ 373212 w 457155"/>
                <a:gd name="connsiteY23" fmla="*/ 65618 h 557310"/>
                <a:gd name="connsiteX24" fmla="*/ 373212 w 457155"/>
                <a:gd name="connsiteY24" fmla="*/ 62641 h 557310"/>
                <a:gd name="connsiteX25" fmla="*/ 369492 w 457155"/>
                <a:gd name="connsiteY25" fmla="*/ 61897 h 557310"/>
                <a:gd name="connsiteX26" fmla="*/ 369492 w 457155"/>
                <a:gd name="connsiteY26" fmla="*/ 59664 h 557310"/>
                <a:gd name="connsiteX27" fmla="*/ 367678 w 457155"/>
                <a:gd name="connsiteY27" fmla="*/ 58967 h 557310"/>
                <a:gd name="connsiteX28" fmla="*/ 365771 w 457155"/>
                <a:gd name="connsiteY28" fmla="*/ 58176 h 557310"/>
                <a:gd name="connsiteX29" fmla="*/ 365027 w 457155"/>
                <a:gd name="connsiteY29" fmla="*/ 55200 h 557310"/>
                <a:gd name="connsiteX30" fmla="*/ 362794 w 457155"/>
                <a:gd name="connsiteY30" fmla="*/ 54455 h 557310"/>
                <a:gd name="connsiteX31" fmla="*/ 359074 w 457155"/>
                <a:gd name="connsiteY31" fmla="*/ 48502 h 557310"/>
                <a:gd name="connsiteX32" fmla="*/ 355353 w 457155"/>
                <a:gd name="connsiteY32" fmla="*/ 47758 h 557310"/>
                <a:gd name="connsiteX33" fmla="*/ 353865 w 457155"/>
                <a:gd name="connsiteY33" fmla="*/ 47014 h 557310"/>
                <a:gd name="connsiteX34" fmla="*/ 353632 w 457155"/>
                <a:gd name="connsiteY34" fmla="*/ 42921 h 557310"/>
                <a:gd name="connsiteX35" fmla="*/ 353594 w 457155"/>
                <a:gd name="connsiteY35" fmla="*/ 40666 h 557310"/>
                <a:gd name="connsiteX36" fmla="*/ 353865 w 457155"/>
                <a:gd name="connsiteY36" fmla="*/ 38829 h 557310"/>
                <a:gd name="connsiteX37" fmla="*/ 356097 w 457155"/>
                <a:gd name="connsiteY37" fmla="*/ 38084 h 557310"/>
                <a:gd name="connsiteX38" fmla="*/ 356469 w 457155"/>
                <a:gd name="connsiteY38" fmla="*/ 36550 h 557310"/>
                <a:gd name="connsiteX39" fmla="*/ 356841 w 457155"/>
                <a:gd name="connsiteY39" fmla="*/ 35108 h 557310"/>
                <a:gd name="connsiteX40" fmla="*/ 359074 w 457155"/>
                <a:gd name="connsiteY40" fmla="*/ 35108 h 557310"/>
                <a:gd name="connsiteX41" fmla="*/ 359446 w 457155"/>
                <a:gd name="connsiteY41" fmla="*/ 33620 h 557310"/>
                <a:gd name="connsiteX42" fmla="*/ 359818 w 457155"/>
                <a:gd name="connsiteY42" fmla="*/ 32131 h 557310"/>
                <a:gd name="connsiteX43" fmla="*/ 362050 w 457155"/>
                <a:gd name="connsiteY43" fmla="*/ 32131 h 557310"/>
                <a:gd name="connsiteX44" fmla="*/ 362794 w 457155"/>
                <a:gd name="connsiteY44" fmla="*/ 29155 h 557310"/>
                <a:gd name="connsiteX45" fmla="*/ 364283 w 457155"/>
                <a:gd name="connsiteY45" fmla="*/ 28411 h 557310"/>
                <a:gd name="connsiteX46" fmla="*/ 365027 w 457155"/>
                <a:gd name="connsiteY46" fmla="*/ 26922 h 557310"/>
                <a:gd name="connsiteX47" fmla="*/ 367259 w 457155"/>
                <a:gd name="connsiteY47" fmla="*/ 24690 h 557310"/>
                <a:gd name="connsiteX48" fmla="*/ 367864 w 457155"/>
                <a:gd name="connsiteY48" fmla="*/ 23388 h 557310"/>
                <a:gd name="connsiteX49" fmla="*/ 372468 w 457155"/>
                <a:gd name="connsiteY49" fmla="*/ 17993 h 557310"/>
                <a:gd name="connsiteX50" fmla="*/ 376189 w 457155"/>
                <a:gd name="connsiteY50" fmla="*/ 12039 h 557310"/>
                <a:gd name="connsiteX51" fmla="*/ 377910 w 457155"/>
                <a:gd name="connsiteY51" fmla="*/ 11109 h 557310"/>
                <a:gd name="connsiteX52" fmla="*/ 381119 w 457155"/>
                <a:gd name="connsiteY52" fmla="*/ 7063 h 557310"/>
                <a:gd name="connsiteX53" fmla="*/ 382886 w 457155"/>
                <a:gd name="connsiteY53" fmla="*/ 4598 h 557310"/>
                <a:gd name="connsiteX54" fmla="*/ 391072 w 457155"/>
                <a:gd name="connsiteY54" fmla="*/ 4598 h 557310"/>
                <a:gd name="connsiteX55" fmla="*/ 391072 w 457155"/>
                <a:gd name="connsiteY55" fmla="*/ 7575 h 557310"/>
                <a:gd name="connsiteX56" fmla="*/ 394792 w 457155"/>
                <a:gd name="connsiteY56" fmla="*/ 9063 h 557310"/>
                <a:gd name="connsiteX57" fmla="*/ 395536 w 457155"/>
                <a:gd name="connsiteY57" fmla="*/ 10551 h 557310"/>
                <a:gd name="connsiteX58" fmla="*/ 396978 w 457155"/>
                <a:gd name="connsiteY58" fmla="*/ 10830 h 557310"/>
                <a:gd name="connsiteX59" fmla="*/ 398513 w 457155"/>
                <a:gd name="connsiteY59" fmla="*/ 11295 h 557310"/>
                <a:gd name="connsiteX60" fmla="*/ 400001 w 457155"/>
                <a:gd name="connsiteY60" fmla="*/ 14272 h 557310"/>
                <a:gd name="connsiteX61" fmla="*/ 402234 w 457155"/>
                <a:gd name="connsiteY61" fmla="*/ 15016 h 557310"/>
                <a:gd name="connsiteX62" fmla="*/ 402978 w 457155"/>
                <a:gd name="connsiteY62" fmla="*/ 16551 h 557310"/>
                <a:gd name="connsiteX63" fmla="*/ 403722 w 457155"/>
                <a:gd name="connsiteY63" fmla="*/ 17993 h 557310"/>
                <a:gd name="connsiteX64" fmla="*/ 405954 w 457155"/>
                <a:gd name="connsiteY64" fmla="*/ 17993 h 557310"/>
                <a:gd name="connsiteX65" fmla="*/ 405954 w 457155"/>
                <a:gd name="connsiteY65" fmla="*/ 20969 h 557310"/>
                <a:gd name="connsiteX66" fmla="*/ 409675 w 457155"/>
                <a:gd name="connsiteY66" fmla="*/ 21713 h 557310"/>
                <a:gd name="connsiteX67" fmla="*/ 411163 w 457155"/>
                <a:gd name="connsiteY67" fmla="*/ 24690 h 557310"/>
                <a:gd name="connsiteX68" fmla="*/ 413396 w 457155"/>
                <a:gd name="connsiteY68" fmla="*/ 26178 h 557310"/>
                <a:gd name="connsiteX69" fmla="*/ 413396 w 457155"/>
                <a:gd name="connsiteY69" fmla="*/ 28411 h 557310"/>
                <a:gd name="connsiteX70" fmla="*/ 416372 w 457155"/>
                <a:gd name="connsiteY70" fmla="*/ 28411 h 557310"/>
                <a:gd name="connsiteX71" fmla="*/ 416372 w 457155"/>
                <a:gd name="connsiteY71" fmla="*/ 31387 h 557310"/>
                <a:gd name="connsiteX72" fmla="*/ 417954 w 457155"/>
                <a:gd name="connsiteY72" fmla="*/ 31573 h 557310"/>
                <a:gd name="connsiteX73" fmla="*/ 423497 w 457155"/>
                <a:gd name="connsiteY73" fmla="*/ 36593 h 557310"/>
                <a:gd name="connsiteX74" fmla="*/ 426325 w 457155"/>
                <a:gd name="connsiteY74" fmla="*/ 39852 h 557310"/>
                <a:gd name="connsiteX75" fmla="*/ 427534 w 457155"/>
                <a:gd name="connsiteY75" fmla="*/ 42549 h 557310"/>
                <a:gd name="connsiteX76" fmla="*/ 429767 w 457155"/>
                <a:gd name="connsiteY76" fmla="*/ 42549 h 557310"/>
                <a:gd name="connsiteX77" fmla="*/ 431255 w 457155"/>
                <a:gd name="connsiteY77" fmla="*/ 45526 h 557310"/>
                <a:gd name="connsiteX78" fmla="*/ 432743 w 457155"/>
                <a:gd name="connsiteY78" fmla="*/ 46270 h 557310"/>
                <a:gd name="connsiteX79" fmla="*/ 433488 w 457155"/>
                <a:gd name="connsiteY79" fmla="*/ 48502 h 557310"/>
                <a:gd name="connsiteX80" fmla="*/ 435720 w 457155"/>
                <a:gd name="connsiteY80" fmla="*/ 50735 h 557310"/>
                <a:gd name="connsiteX81" fmla="*/ 438697 w 457155"/>
                <a:gd name="connsiteY81" fmla="*/ 55200 h 557310"/>
                <a:gd name="connsiteX82" fmla="*/ 440929 w 457155"/>
                <a:gd name="connsiteY82" fmla="*/ 56688 h 557310"/>
                <a:gd name="connsiteX83" fmla="*/ 441673 w 457155"/>
                <a:gd name="connsiteY83" fmla="*/ 58920 h 557310"/>
                <a:gd name="connsiteX84" fmla="*/ 443906 w 457155"/>
                <a:gd name="connsiteY84" fmla="*/ 59664 h 557310"/>
                <a:gd name="connsiteX85" fmla="*/ 444650 w 457155"/>
                <a:gd name="connsiteY85" fmla="*/ 63385 h 557310"/>
                <a:gd name="connsiteX86" fmla="*/ 446882 w 457155"/>
                <a:gd name="connsiteY86" fmla="*/ 64129 h 557310"/>
                <a:gd name="connsiteX87" fmla="*/ 446882 w 457155"/>
                <a:gd name="connsiteY87" fmla="*/ 67850 h 557310"/>
                <a:gd name="connsiteX88" fmla="*/ 444650 w 457155"/>
                <a:gd name="connsiteY88" fmla="*/ 68594 h 557310"/>
                <a:gd name="connsiteX89" fmla="*/ 442417 w 457155"/>
                <a:gd name="connsiteY89" fmla="*/ 72315 h 557310"/>
                <a:gd name="connsiteX90" fmla="*/ 440929 w 457155"/>
                <a:gd name="connsiteY90" fmla="*/ 72315 h 557310"/>
                <a:gd name="connsiteX91" fmla="*/ 440185 w 457155"/>
                <a:gd name="connsiteY91" fmla="*/ 75291 h 557310"/>
                <a:gd name="connsiteX92" fmla="*/ 438697 w 457155"/>
                <a:gd name="connsiteY92" fmla="*/ 76036 h 557310"/>
                <a:gd name="connsiteX93" fmla="*/ 437952 w 457155"/>
                <a:gd name="connsiteY93" fmla="*/ 77570 h 557310"/>
                <a:gd name="connsiteX94" fmla="*/ 437208 w 457155"/>
                <a:gd name="connsiteY94" fmla="*/ 79012 h 557310"/>
                <a:gd name="connsiteX95" fmla="*/ 435720 w 457155"/>
                <a:gd name="connsiteY95" fmla="*/ 79012 h 557310"/>
                <a:gd name="connsiteX96" fmla="*/ 435394 w 457155"/>
                <a:gd name="connsiteY96" fmla="*/ 80361 h 557310"/>
                <a:gd name="connsiteX97" fmla="*/ 432743 w 457155"/>
                <a:gd name="connsiteY97" fmla="*/ 84221 h 557310"/>
                <a:gd name="connsiteX98" fmla="*/ 431581 w 457155"/>
                <a:gd name="connsiteY98" fmla="*/ 85430 h 557310"/>
                <a:gd name="connsiteX99" fmla="*/ 429023 w 457155"/>
                <a:gd name="connsiteY99" fmla="*/ 87198 h 557310"/>
                <a:gd name="connsiteX100" fmla="*/ 428279 w 457155"/>
                <a:gd name="connsiteY100" fmla="*/ 88686 h 557310"/>
                <a:gd name="connsiteX101" fmla="*/ 426046 w 457155"/>
                <a:gd name="connsiteY101" fmla="*/ 90918 h 557310"/>
                <a:gd name="connsiteX102" fmla="*/ 425302 w 457155"/>
                <a:gd name="connsiteY102" fmla="*/ 93151 h 557310"/>
                <a:gd name="connsiteX103" fmla="*/ 422325 w 457155"/>
                <a:gd name="connsiteY103" fmla="*/ 94639 h 557310"/>
                <a:gd name="connsiteX104" fmla="*/ 421581 w 457155"/>
                <a:gd name="connsiteY104" fmla="*/ 96871 h 557310"/>
                <a:gd name="connsiteX105" fmla="*/ 460277 w 457155"/>
                <a:gd name="connsiteY105" fmla="*/ 96871 h 557310"/>
                <a:gd name="connsiteX106" fmla="*/ 460313 w 457155"/>
                <a:gd name="connsiteY106" fmla="*/ 121964 h 557310"/>
                <a:gd name="connsiteX107" fmla="*/ 460333 w 457155"/>
                <a:gd name="connsiteY107" fmla="*/ 137305 h 557310"/>
                <a:gd name="connsiteX108" fmla="*/ 460347 w 457155"/>
                <a:gd name="connsiteY108" fmla="*/ 149667 h 557310"/>
                <a:gd name="connsiteX109" fmla="*/ 460355 w 457155"/>
                <a:gd name="connsiteY109" fmla="*/ 154394 h 557310"/>
                <a:gd name="connsiteX110" fmla="*/ 460361 w 457155"/>
                <a:gd name="connsiteY110" fmla="*/ 160991 h 557310"/>
                <a:gd name="connsiteX111" fmla="*/ 460369 w 457155"/>
                <a:gd name="connsiteY111" fmla="*/ 162986 h 557310"/>
                <a:gd name="connsiteX112" fmla="*/ 459533 w 457155"/>
                <a:gd name="connsiteY112" fmla="*/ 168309 h 557310"/>
                <a:gd name="connsiteX113" fmla="*/ 455102 w 457155"/>
                <a:gd name="connsiteY113" fmla="*/ 168403 h 557310"/>
                <a:gd name="connsiteX114" fmla="*/ 452184 w 457155"/>
                <a:gd name="connsiteY114" fmla="*/ 168410 h 557310"/>
                <a:gd name="connsiteX115" fmla="*/ 448952 w 457155"/>
                <a:gd name="connsiteY115" fmla="*/ 168405 h 557310"/>
                <a:gd name="connsiteX116" fmla="*/ 445572 w 457155"/>
                <a:gd name="connsiteY116" fmla="*/ 168409 h 557310"/>
                <a:gd name="connsiteX117" fmla="*/ 436365 w 457155"/>
                <a:gd name="connsiteY117" fmla="*/ 168409 h 557310"/>
                <a:gd name="connsiteX118" fmla="*/ 426750 w 457155"/>
                <a:gd name="connsiteY118" fmla="*/ 168410 h 557310"/>
                <a:gd name="connsiteX119" fmla="*/ 410597 w 457155"/>
                <a:gd name="connsiteY119" fmla="*/ 168406 h 557310"/>
                <a:gd name="connsiteX120" fmla="*/ 391901 w 457155"/>
                <a:gd name="connsiteY120" fmla="*/ 168407 h 557310"/>
                <a:gd name="connsiteX121" fmla="*/ 375875 w 457155"/>
                <a:gd name="connsiteY121" fmla="*/ 168409 h 557310"/>
                <a:gd name="connsiteX122" fmla="*/ 366293 w 457155"/>
                <a:gd name="connsiteY122" fmla="*/ 168410 h 557310"/>
                <a:gd name="connsiteX123" fmla="*/ 357283 w 457155"/>
                <a:gd name="connsiteY123" fmla="*/ 168407 h 557310"/>
                <a:gd name="connsiteX124" fmla="*/ 353969 w 457155"/>
                <a:gd name="connsiteY124" fmla="*/ 168408 h 557310"/>
                <a:gd name="connsiteX125" fmla="*/ 349459 w 457155"/>
                <a:gd name="connsiteY125" fmla="*/ 168403 h 557310"/>
                <a:gd name="connsiteX126" fmla="*/ 346906 w 457155"/>
                <a:gd name="connsiteY126" fmla="*/ 168403 h 557310"/>
                <a:gd name="connsiteX127" fmla="*/ 343447 w 457155"/>
                <a:gd name="connsiteY127" fmla="*/ 167565 h 557310"/>
                <a:gd name="connsiteX128" fmla="*/ 343324 w 457155"/>
                <a:gd name="connsiteY128" fmla="*/ 177062 h 557310"/>
                <a:gd name="connsiteX129" fmla="*/ 343278 w 457155"/>
                <a:gd name="connsiteY129" fmla="*/ 180295 h 557310"/>
                <a:gd name="connsiteX130" fmla="*/ 343229 w 457155"/>
                <a:gd name="connsiteY130" fmla="*/ 184933 h 557310"/>
                <a:gd name="connsiteX131" fmla="*/ 343193 w 457155"/>
                <a:gd name="connsiteY131" fmla="*/ 187755 h 557310"/>
                <a:gd name="connsiteX132" fmla="*/ 343447 w 457155"/>
                <a:gd name="connsiteY132" fmla="*/ 189889 h 557310"/>
                <a:gd name="connsiteX133" fmla="*/ 345679 w 457155"/>
                <a:gd name="connsiteY133" fmla="*/ 190633 h 557310"/>
                <a:gd name="connsiteX134" fmla="*/ 345981 w 457155"/>
                <a:gd name="connsiteY134" fmla="*/ 194235 h 557310"/>
                <a:gd name="connsiteX135" fmla="*/ 346031 w 457155"/>
                <a:gd name="connsiteY135" fmla="*/ 196445 h 557310"/>
                <a:gd name="connsiteX136" fmla="*/ 346051 w 457155"/>
                <a:gd name="connsiteY136" fmla="*/ 198772 h 557310"/>
                <a:gd name="connsiteX137" fmla="*/ 346121 w 457155"/>
                <a:gd name="connsiteY137" fmla="*/ 203304 h 557310"/>
                <a:gd name="connsiteX138" fmla="*/ 346137 w 457155"/>
                <a:gd name="connsiteY138" fmla="*/ 205344 h 557310"/>
                <a:gd name="connsiteX139" fmla="*/ 346423 w 457155"/>
                <a:gd name="connsiteY139" fmla="*/ 207004 h 557310"/>
                <a:gd name="connsiteX140" fmla="*/ 348656 w 457155"/>
                <a:gd name="connsiteY140" fmla="*/ 208493 h 557310"/>
                <a:gd name="connsiteX141" fmla="*/ 348795 w 457155"/>
                <a:gd name="connsiteY141" fmla="*/ 211652 h 557310"/>
                <a:gd name="connsiteX142" fmla="*/ 348743 w 457155"/>
                <a:gd name="connsiteY142" fmla="*/ 213540 h 557310"/>
                <a:gd name="connsiteX143" fmla="*/ 348568 w 457155"/>
                <a:gd name="connsiteY143" fmla="*/ 217482 h 557310"/>
                <a:gd name="connsiteX144" fmla="*/ 348516 w 457155"/>
                <a:gd name="connsiteY144" fmla="*/ 219373 h 557310"/>
                <a:gd name="connsiteX145" fmla="*/ 348438 w 457155"/>
                <a:gd name="connsiteY145" fmla="*/ 221104 h 557310"/>
                <a:gd name="connsiteX146" fmla="*/ 350888 w 457155"/>
                <a:gd name="connsiteY146" fmla="*/ 224864 h 557310"/>
                <a:gd name="connsiteX147" fmla="*/ 351280 w 457155"/>
                <a:gd name="connsiteY147" fmla="*/ 233061 h 557310"/>
                <a:gd name="connsiteX148" fmla="*/ 351632 w 457155"/>
                <a:gd name="connsiteY148" fmla="*/ 237514 h 557310"/>
                <a:gd name="connsiteX149" fmla="*/ 353865 w 457155"/>
                <a:gd name="connsiteY149" fmla="*/ 238258 h 557310"/>
                <a:gd name="connsiteX150" fmla="*/ 354257 w 457155"/>
                <a:gd name="connsiteY150" fmla="*/ 246383 h 557310"/>
                <a:gd name="connsiteX151" fmla="*/ 354609 w 457155"/>
                <a:gd name="connsiteY151" fmla="*/ 250909 h 557310"/>
                <a:gd name="connsiteX152" fmla="*/ 356841 w 457155"/>
                <a:gd name="connsiteY152" fmla="*/ 251653 h 557310"/>
                <a:gd name="connsiteX153" fmla="*/ 356981 w 457155"/>
                <a:gd name="connsiteY153" fmla="*/ 257652 h 557310"/>
                <a:gd name="connsiteX154" fmla="*/ 356950 w 457155"/>
                <a:gd name="connsiteY154" fmla="*/ 259363 h 557310"/>
                <a:gd name="connsiteX155" fmla="*/ 356841 w 457155"/>
                <a:gd name="connsiteY155" fmla="*/ 263559 h 557310"/>
                <a:gd name="connsiteX156" fmla="*/ 359074 w 457155"/>
                <a:gd name="connsiteY156" fmla="*/ 263559 h 557310"/>
                <a:gd name="connsiteX157" fmla="*/ 359818 w 457155"/>
                <a:gd name="connsiteY157" fmla="*/ 265791 h 557310"/>
                <a:gd name="connsiteX158" fmla="*/ 361632 w 457155"/>
                <a:gd name="connsiteY158" fmla="*/ 262815 h 557310"/>
                <a:gd name="connsiteX159" fmla="*/ 364283 w 457155"/>
                <a:gd name="connsiteY159" fmla="*/ 259838 h 557310"/>
                <a:gd name="connsiteX160" fmla="*/ 365771 w 457155"/>
                <a:gd name="connsiteY160" fmla="*/ 256118 h 557310"/>
                <a:gd name="connsiteX161" fmla="*/ 369492 w 457155"/>
                <a:gd name="connsiteY161" fmla="*/ 250909 h 557310"/>
                <a:gd name="connsiteX162" fmla="*/ 369817 w 457155"/>
                <a:gd name="connsiteY162" fmla="*/ 249048 h 557310"/>
                <a:gd name="connsiteX163" fmla="*/ 370236 w 457155"/>
                <a:gd name="connsiteY163" fmla="*/ 247188 h 557310"/>
                <a:gd name="connsiteX164" fmla="*/ 372468 w 457155"/>
                <a:gd name="connsiteY164" fmla="*/ 246444 h 557310"/>
                <a:gd name="connsiteX165" fmla="*/ 373212 w 457155"/>
                <a:gd name="connsiteY165" fmla="*/ 241979 h 557310"/>
                <a:gd name="connsiteX166" fmla="*/ 375445 w 457155"/>
                <a:gd name="connsiteY166" fmla="*/ 239746 h 557310"/>
                <a:gd name="connsiteX167" fmla="*/ 375817 w 457155"/>
                <a:gd name="connsiteY167" fmla="*/ 238119 h 557310"/>
                <a:gd name="connsiteX168" fmla="*/ 376189 w 457155"/>
                <a:gd name="connsiteY168" fmla="*/ 236770 h 557310"/>
                <a:gd name="connsiteX169" fmla="*/ 378421 w 457155"/>
                <a:gd name="connsiteY169" fmla="*/ 236770 h 557310"/>
                <a:gd name="connsiteX170" fmla="*/ 378421 w 457155"/>
                <a:gd name="connsiteY170" fmla="*/ 232305 h 557310"/>
                <a:gd name="connsiteX171" fmla="*/ 380654 w 457155"/>
                <a:gd name="connsiteY171" fmla="*/ 232305 h 557310"/>
                <a:gd name="connsiteX172" fmla="*/ 380886 w 457155"/>
                <a:gd name="connsiteY172" fmla="*/ 230166 h 557310"/>
                <a:gd name="connsiteX173" fmla="*/ 383630 w 457155"/>
                <a:gd name="connsiteY173" fmla="*/ 226352 h 557310"/>
                <a:gd name="connsiteX174" fmla="*/ 383630 w 457155"/>
                <a:gd name="connsiteY174" fmla="*/ 224492 h 557310"/>
                <a:gd name="connsiteX175" fmla="*/ 383630 w 457155"/>
                <a:gd name="connsiteY175" fmla="*/ 222631 h 557310"/>
                <a:gd name="connsiteX176" fmla="*/ 385863 w 457155"/>
                <a:gd name="connsiteY176" fmla="*/ 221143 h 557310"/>
                <a:gd name="connsiteX177" fmla="*/ 386607 w 457155"/>
                <a:gd name="connsiteY177" fmla="*/ 219236 h 557310"/>
                <a:gd name="connsiteX178" fmla="*/ 387351 w 457155"/>
                <a:gd name="connsiteY178" fmla="*/ 217422 h 557310"/>
                <a:gd name="connsiteX179" fmla="*/ 389583 w 457155"/>
                <a:gd name="connsiteY179" fmla="*/ 216678 h 557310"/>
                <a:gd name="connsiteX180" fmla="*/ 389583 w 457155"/>
                <a:gd name="connsiteY180" fmla="*/ 211469 h 557310"/>
                <a:gd name="connsiteX181" fmla="*/ 391072 w 457155"/>
                <a:gd name="connsiteY181" fmla="*/ 211469 h 557310"/>
                <a:gd name="connsiteX182" fmla="*/ 392560 w 457155"/>
                <a:gd name="connsiteY182" fmla="*/ 207004 h 557310"/>
                <a:gd name="connsiteX183" fmla="*/ 394048 w 457155"/>
                <a:gd name="connsiteY183" fmla="*/ 206260 h 557310"/>
                <a:gd name="connsiteX184" fmla="*/ 394792 w 457155"/>
                <a:gd name="connsiteY184" fmla="*/ 201051 h 557310"/>
                <a:gd name="connsiteX185" fmla="*/ 397025 w 457155"/>
                <a:gd name="connsiteY185" fmla="*/ 201051 h 557310"/>
                <a:gd name="connsiteX186" fmla="*/ 397769 w 457155"/>
                <a:gd name="connsiteY186" fmla="*/ 195098 h 557310"/>
                <a:gd name="connsiteX187" fmla="*/ 399257 w 457155"/>
                <a:gd name="connsiteY187" fmla="*/ 195098 h 557310"/>
                <a:gd name="connsiteX188" fmla="*/ 400001 w 457155"/>
                <a:gd name="connsiteY188" fmla="*/ 192168 h 557310"/>
                <a:gd name="connsiteX189" fmla="*/ 400745 w 457155"/>
                <a:gd name="connsiteY189" fmla="*/ 189145 h 557310"/>
                <a:gd name="connsiteX190" fmla="*/ 402234 w 457155"/>
                <a:gd name="connsiteY190" fmla="*/ 188401 h 557310"/>
                <a:gd name="connsiteX191" fmla="*/ 402417 w 457155"/>
                <a:gd name="connsiteY191" fmla="*/ 186878 h 557310"/>
                <a:gd name="connsiteX192" fmla="*/ 402978 w 457155"/>
                <a:gd name="connsiteY192" fmla="*/ 185424 h 557310"/>
                <a:gd name="connsiteX193" fmla="*/ 407489 w 457155"/>
                <a:gd name="connsiteY193" fmla="*/ 185238 h 557310"/>
                <a:gd name="connsiteX194" fmla="*/ 409980 w 457155"/>
                <a:gd name="connsiteY194" fmla="*/ 185320 h 557310"/>
                <a:gd name="connsiteX195" fmla="*/ 411908 w 457155"/>
                <a:gd name="connsiteY195" fmla="*/ 185424 h 557310"/>
                <a:gd name="connsiteX196" fmla="*/ 411908 w 457155"/>
                <a:gd name="connsiteY196" fmla="*/ 187657 h 557310"/>
                <a:gd name="connsiteX197" fmla="*/ 416372 w 457155"/>
                <a:gd name="connsiteY197" fmla="*/ 189145 h 557310"/>
                <a:gd name="connsiteX198" fmla="*/ 417117 w 457155"/>
                <a:gd name="connsiteY198" fmla="*/ 191377 h 557310"/>
                <a:gd name="connsiteX199" fmla="*/ 419349 w 457155"/>
                <a:gd name="connsiteY199" fmla="*/ 191703 h 557310"/>
                <a:gd name="connsiteX200" fmla="*/ 421581 w 457155"/>
                <a:gd name="connsiteY200" fmla="*/ 192121 h 557310"/>
                <a:gd name="connsiteX201" fmla="*/ 422325 w 457155"/>
                <a:gd name="connsiteY201" fmla="*/ 195098 h 557310"/>
                <a:gd name="connsiteX202" fmla="*/ 424558 w 457155"/>
                <a:gd name="connsiteY202" fmla="*/ 195470 h 557310"/>
                <a:gd name="connsiteX203" fmla="*/ 426790 w 457155"/>
                <a:gd name="connsiteY203" fmla="*/ 195842 h 557310"/>
                <a:gd name="connsiteX204" fmla="*/ 427534 w 457155"/>
                <a:gd name="connsiteY204" fmla="*/ 198819 h 557310"/>
                <a:gd name="connsiteX205" fmla="*/ 429348 w 457155"/>
                <a:gd name="connsiteY205" fmla="*/ 198819 h 557310"/>
                <a:gd name="connsiteX206" fmla="*/ 431255 w 457155"/>
                <a:gd name="connsiteY206" fmla="*/ 198819 h 557310"/>
                <a:gd name="connsiteX207" fmla="*/ 431906 w 457155"/>
                <a:gd name="connsiteY207" fmla="*/ 200261 h 557310"/>
                <a:gd name="connsiteX208" fmla="*/ 432743 w 457155"/>
                <a:gd name="connsiteY208" fmla="*/ 201795 h 557310"/>
                <a:gd name="connsiteX209" fmla="*/ 435394 w 457155"/>
                <a:gd name="connsiteY209" fmla="*/ 202167 h 557310"/>
                <a:gd name="connsiteX210" fmla="*/ 437952 w 457155"/>
                <a:gd name="connsiteY210" fmla="*/ 202539 h 557310"/>
                <a:gd name="connsiteX211" fmla="*/ 438697 w 457155"/>
                <a:gd name="connsiteY211" fmla="*/ 205516 h 557310"/>
                <a:gd name="connsiteX212" fmla="*/ 442417 w 457155"/>
                <a:gd name="connsiteY212" fmla="*/ 206260 h 557310"/>
                <a:gd name="connsiteX213" fmla="*/ 443161 w 457155"/>
                <a:gd name="connsiteY213" fmla="*/ 208493 h 557310"/>
                <a:gd name="connsiteX214" fmla="*/ 445766 w 457155"/>
                <a:gd name="connsiteY214" fmla="*/ 208818 h 557310"/>
                <a:gd name="connsiteX215" fmla="*/ 448370 w 457155"/>
                <a:gd name="connsiteY215" fmla="*/ 209237 h 557310"/>
                <a:gd name="connsiteX216" fmla="*/ 449115 w 457155"/>
                <a:gd name="connsiteY216" fmla="*/ 212213 h 557310"/>
                <a:gd name="connsiteX217" fmla="*/ 453579 w 457155"/>
                <a:gd name="connsiteY217" fmla="*/ 212957 h 557310"/>
                <a:gd name="connsiteX218" fmla="*/ 453579 w 457155"/>
                <a:gd name="connsiteY218" fmla="*/ 215934 h 557310"/>
                <a:gd name="connsiteX219" fmla="*/ 455440 w 457155"/>
                <a:gd name="connsiteY219" fmla="*/ 216120 h 557310"/>
                <a:gd name="connsiteX220" fmla="*/ 457300 w 457155"/>
                <a:gd name="connsiteY220" fmla="*/ 216678 h 557310"/>
                <a:gd name="connsiteX221" fmla="*/ 457300 w 457155"/>
                <a:gd name="connsiteY221" fmla="*/ 222631 h 557310"/>
                <a:gd name="connsiteX222" fmla="*/ 455812 w 457155"/>
                <a:gd name="connsiteY222" fmla="*/ 223375 h 557310"/>
                <a:gd name="connsiteX223" fmla="*/ 455486 w 457155"/>
                <a:gd name="connsiteY223" fmla="*/ 224817 h 557310"/>
                <a:gd name="connsiteX224" fmla="*/ 452835 w 457155"/>
                <a:gd name="connsiteY224" fmla="*/ 227840 h 557310"/>
                <a:gd name="connsiteX225" fmla="*/ 452463 w 457155"/>
                <a:gd name="connsiteY225" fmla="*/ 229701 h 557310"/>
                <a:gd name="connsiteX226" fmla="*/ 449859 w 457155"/>
                <a:gd name="connsiteY226" fmla="*/ 233049 h 557310"/>
                <a:gd name="connsiteX227" fmla="*/ 449068 w 457155"/>
                <a:gd name="connsiteY227" fmla="*/ 234630 h 557310"/>
                <a:gd name="connsiteX228" fmla="*/ 448370 w 457155"/>
                <a:gd name="connsiteY228" fmla="*/ 236026 h 557310"/>
                <a:gd name="connsiteX229" fmla="*/ 446882 w 457155"/>
                <a:gd name="connsiteY229" fmla="*/ 236026 h 557310"/>
                <a:gd name="connsiteX230" fmla="*/ 446138 w 457155"/>
                <a:gd name="connsiteY230" fmla="*/ 239746 h 557310"/>
                <a:gd name="connsiteX231" fmla="*/ 444650 w 457155"/>
                <a:gd name="connsiteY231" fmla="*/ 240491 h 557310"/>
                <a:gd name="connsiteX232" fmla="*/ 444324 w 457155"/>
                <a:gd name="connsiteY232" fmla="*/ 242258 h 557310"/>
                <a:gd name="connsiteX233" fmla="*/ 441673 w 457155"/>
                <a:gd name="connsiteY233" fmla="*/ 246444 h 557310"/>
                <a:gd name="connsiteX234" fmla="*/ 440883 w 457155"/>
                <a:gd name="connsiteY234" fmla="*/ 248072 h 557310"/>
                <a:gd name="connsiteX235" fmla="*/ 440185 w 457155"/>
                <a:gd name="connsiteY235" fmla="*/ 249420 h 557310"/>
                <a:gd name="connsiteX236" fmla="*/ 438697 w 457155"/>
                <a:gd name="connsiteY236" fmla="*/ 249420 h 557310"/>
                <a:gd name="connsiteX237" fmla="*/ 438371 w 457155"/>
                <a:gd name="connsiteY237" fmla="*/ 251281 h 557310"/>
                <a:gd name="connsiteX238" fmla="*/ 437952 w 457155"/>
                <a:gd name="connsiteY238" fmla="*/ 253141 h 557310"/>
                <a:gd name="connsiteX239" fmla="*/ 435720 w 457155"/>
                <a:gd name="connsiteY239" fmla="*/ 253141 h 557310"/>
                <a:gd name="connsiteX240" fmla="*/ 435860 w 457155"/>
                <a:gd name="connsiteY240" fmla="*/ 254955 h 557310"/>
                <a:gd name="connsiteX241" fmla="*/ 435720 w 457155"/>
                <a:gd name="connsiteY241" fmla="*/ 256862 h 557310"/>
                <a:gd name="connsiteX242" fmla="*/ 433488 w 457155"/>
                <a:gd name="connsiteY242" fmla="*/ 257606 h 557310"/>
                <a:gd name="connsiteX243" fmla="*/ 432743 w 457155"/>
                <a:gd name="connsiteY243" fmla="*/ 261327 h 557310"/>
                <a:gd name="connsiteX244" fmla="*/ 431255 w 457155"/>
                <a:gd name="connsiteY244" fmla="*/ 261327 h 557310"/>
                <a:gd name="connsiteX245" fmla="*/ 430697 w 457155"/>
                <a:gd name="connsiteY245" fmla="*/ 262815 h 557310"/>
                <a:gd name="connsiteX246" fmla="*/ 426299 w 457155"/>
                <a:gd name="connsiteY246" fmla="*/ 269611 h 557310"/>
                <a:gd name="connsiteX247" fmla="*/ 424558 w 457155"/>
                <a:gd name="connsiteY247" fmla="*/ 273233 h 557310"/>
                <a:gd name="connsiteX248" fmla="*/ 422325 w 457155"/>
                <a:gd name="connsiteY248" fmla="*/ 274721 h 557310"/>
                <a:gd name="connsiteX249" fmla="*/ 421953 w 457155"/>
                <a:gd name="connsiteY249" fmla="*/ 276302 h 557310"/>
                <a:gd name="connsiteX250" fmla="*/ 421581 w 457155"/>
                <a:gd name="connsiteY250" fmla="*/ 277698 h 557310"/>
                <a:gd name="connsiteX251" fmla="*/ 419349 w 457155"/>
                <a:gd name="connsiteY251" fmla="*/ 277698 h 557310"/>
                <a:gd name="connsiteX252" fmla="*/ 419349 w 457155"/>
                <a:gd name="connsiteY252" fmla="*/ 281418 h 557310"/>
                <a:gd name="connsiteX253" fmla="*/ 417117 w 457155"/>
                <a:gd name="connsiteY253" fmla="*/ 281418 h 557310"/>
                <a:gd name="connsiteX254" fmla="*/ 416372 w 457155"/>
                <a:gd name="connsiteY254" fmla="*/ 285139 h 557310"/>
                <a:gd name="connsiteX255" fmla="*/ 414884 w 457155"/>
                <a:gd name="connsiteY255" fmla="*/ 285883 h 557310"/>
                <a:gd name="connsiteX256" fmla="*/ 414279 w 457155"/>
                <a:gd name="connsiteY256" fmla="*/ 287930 h 557310"/>
                <a:gd name="connsiteX257" fmla="*/ 409675 w 457155"/>
                <a:gd name="connsiteY257" fmla="*/ 294069 h 557310"/>
                <a:gd name="connsiteX258" fmla="*/ 407443 w 457155"/>
                <a:gd name="connsiteY258" fmla="*/ 297789 h 557310"/>
                <a:gd name="connsiteX259" fmla="*/ 405954 w 457155"/>
                <a:gd name="connsiteY259" fmla="*/ 298534 h 557310"/>
                <a:gd name="connsiteX260" fmla="*/ 405582 w 457155"/>
                <a:gd name="connsiteY260" fmla="*/ 300022 h 557310"/>
                <a:gd name="connsiteX261" fmla="*/ 405210 w 457155"/>
                <a:gd name="connsiteY261" fmla="*/ 301510 h 557310"/>
                <a:gd name="connsiteX262" fmla="*/ 403722 w 457155"/>
                <a:gd name="connsiteY262" fmla="*/ 302254 h 557310"/>
                <a:gd name="connsiteX263" fmla="*/ 403024 w 457155"/>
                <a:gd name="connsiteY263" fmla="*/ 303789 h 557310"/>
                <a:gd name="connsiteX264" fmla="*/ 402234 w 457155"/>
                <a:gd name="connsiteY264" fmla="*/ 305231 h 557310"/>
                <a:gd name="connsiteX265" fmla="*/ 400001 w 457155"/>
                <a:gd name="connsiteY265" fmla="*/ 305231 h 557310"/>
                <a:gd name="connsiteX266" fmla="*/ 400001 w 457155"/>
                <a:gd name="connsiteY266" fmla="*/ 308207 h 557310"/>
                <a:gd name="connsiteX267" fmla="*/ 397769 w 457155"/>
                <a:gd name="connsiteY267" fmla="*/ 308207 h 557310"/>
                <a:gd name="connsiteX268" fmla="*/ 397908 w 457155"/>
                <a:gd name="connsiteY268" fmla="*/ 310021 h 557310"/>
                <a:gd name="connsiteX269" fmla="*/ 397769 w 457155"/>
                <a:gd name="connsiteY269" fmla="*/ 311928 h 557310"/>
                <a:gd name="connsiteX270" fmla="*/ 395536 w 457155"/>
                <a:gd name="connsiteY270" fmla="*/ 312672 h 557310"/>
                <a:gd name="connsiteX271" fmla="*/ 394792 w 457155"/>
                <a:gd name="connsiteY271" fmla="*/ 315649 h 557310"/>
                <a:gd name="connsiteX272" fmla="*/ 393304 w 457155"/>
                <a:gd name="connsiteY272" fmla="*/ 316393 h 557310"/>
                <a:gd name="connsiteX273" fmla="*/ 392560 w 457155"/>
                <a:gd name="connsiteY273" fmla="*/ 317881 h 557310"/>
                <a:gd name="connsiteX274" fmla="*/ 390327 w 457155"/>
                <a:gd name="connsiteY274" fmla="*/ 320114 h 557310"/>
                <a:gd name="connsiteX275" fmla="*/ 389723 w 457155"/>
                <a:gd name="connsiteY275" fmla="*/ 322160 h 557310"/>
                <a:gd name="connsiteX276" fmla="*/ 385118 w 457155"/>
                <a:gd name="connsiteY276" fmla="*/ 328299 h 557310"/>
                <a:gd name="connsiteX277" fmla="*/ 381165 w 457155"/>
                <a:gd name="connsiteY277" fmla="*/ 334703 h 557310"/>
                <a:gd name="connsiteX278" fmla="*/ 381398 w 457155"/>
                <a:gd name="connsiteY278" fmla="*/ 340205 h 557310"/>
                <a:gd name="connsiteX279" fmla="*/ 383630 w 457155"/>
                <a:gd name="connsiteY279" fmla="*/ 340205 h 557310"/>
                <a:gd name="connsiteX280" fmla="*/ 383994 w 457155"/>
                <a:gd name="connsiteY280" fmla="*/ 344784 h 557310"/>
                <a:gd name="connsiteX281" fmla="*/ 384374 w 457155"/>
                <a:gd name="connsiteY281" fmla="*/ 346159 h 557310"/>
                <a:gd name="connsiteX282" fmla="*/ 386607 w 457155"/>
                <a:gd name="connsiteY282" fmla="*/ 346903 h 557310"/>
                <a:gd name="connsiteX283" fmla="*/ 386607 w 457155"/>
                <a:gd name="connsiteY283" fmla="*/ 352856 h 557310"/>
                <a:gd name="connsiteX284" fmla="*/ 388839 w 457155"/>
                <a:gd name="connsiteY284" fmla="*/ 353600 h 557310"/>
                <a:gd name="connsiteX285" fmla="*/ 389583 w 457155"/>
                <a:gd name="connsiteY285" fmla="*/ 358065 h 557310"/>
                <a:gd name="connsiteX286" fmla="*/ 391816 w 457155"/>
                <a:gd name="connsiteY286" fmla="*/ 358809 h 557310"/>
                <a:gd name="connsiteX287" fmla="*/ 392560 w 457155"/>
                <a:gd name="connsiteY287" fmla="*/ 362530 h 557310"/>
                <a:gd name="connsiteX288" fmla="*/ 394792 w 457155"/>
                <a:gd name="connsiteY288" fmla="*/ 363274 h 557310"/>
                <a:gd name="connsiteX289" fmla="*/ 395536 w 457155"/>
                <a:gd name="connsiteY289" fmla="*/ 367739 h 557310"/>
                <a:gd name="connsiteX290" fmla="*/ 397769 w 457155"/>
                <a:gd name="connsiteY290" fmla="*/ 369227 h 557310"/>
                <a:gd name="connsiteX291" fmla="*/ 397769 w 457155"/>
                <a:gd name="connsiteY291" fmla="*/ 373692 h 557310"/>
                <a:gd name="connsiteX292" fmla="*/ 400001 w 457155"/>
                <a:gd name="connsiteY292" fmla="*/ 373692 h 557310"/>
                <a:gd name="connsiteX293" fmla="*/ 401490 w 457155"/>
                <a:gd name="connsiteY293" fmla="*/ 377412 h 557310"/>
                <a:gd name="connsiteX294" fmla="*/ 402978 w 457155"/>
                <a:gd name="connsiteY294" fmla="*/ 378157 h 557310"/>
                <a:gd name="connsiteX295" fmla="*/ 404466 w 457155"/>
                <a:gd name="connsiteY295" fmla="*/ 382621 h 557310"/>
                <a:gd name="connsiteX296" fmla="*/ 405954 w 457155"/>
                <a:gd name="connsiteY296" fmla="*/ 383366 h 557310"/>
                <a:gd name="connsiteX297" fmla="*/ 405954 w 457155"/>
                <a:gd name="connsiteY297" fmla="*/ 387086 h 557310"/>
                <a:gd name="connsiteX298" fmla="*/ 408187 w 457155"/>
                <a:gd name="connsiteY298" fmla="*/ 387086 h 557310"/>
                <a:gd name="connsiteX299" fmla="*/ 408001 w 457155"/>
                <a:gd name="connsiteY299" fmla="*/ 388854 h 557310"/>
                <a:gd name="connsiteX300" fmla="*/ 408187 w 457155"/>
                <a:gd name="connsiteY300" fmla="*/ 390807 h 557310"/>
                <a:gd name="connsiteX301" fmla="*/ 411163 w 457155"/>
                <a:gd name="connsiteY301" fmla="*/ 392295 h 557310"/>
                <a:gd name="connsiteX302" fmla="*/ 411163 w 457155"/>
                <a:gd name="connsiteY302" fmla="*/ 394528 h 557310"/>
                <a:gd name="connsiteX303" fmla="*/ 413396 w 457155"/>
                <a:gd name="connsiteY303" fmla="*/ 395272 h 557310"/>
                <a:gd name="connsiteX304" fmla="*/ 414140 w 457155"/>
                <a:gd name="connsiteY304" fmla="*/ 398248 h 557310"/>
                <a:gd name="connsiteX305" fmla="*/ 415628 w 457155"/>
                <a:gd name="connsiteY305" fmla="*/ 398248 h 557310"/>
                <a:gd name="connsiteX306" fmla="*/ 419302 w 457155"/>
                <a:gd name="connsiteY306" fmla="*/ 402806 h 557310"/>
                <a:gd name="connsiteX307" fmla="*/ 421512 w 457155"/>
                <a:gd name="connsiteY307" fmla="*/ 405667 h 557310"/>
                <a:gd name="connsiteX308" fmla="*/ 422660 w 457155"/>
                <a:gd name="connsiteY308" fmla="*/ 407164 h 557310"/>
                <a:gd name="connsiteX309" fmla="*/ 428232 w 457155"/>
                <a:gd name="connsiteY309" fmla="*/ 414340 h 557310"/>
                <a:gd name="connsiteX310" fmla="*/ 429242 w 457155"/>
                <a:gd name="connsiteY310" fmla="*/ 415646 h 557310"/>
                <a:gd name="connsiteX311" fmla="*/ 433677 w 457155"/>
                <a:gd name="connsiteY311" fmla="*/ 420730 h 557310"/>
                <a:gd name="connsiteX312" fmla="*/ 435720 w 457155"/>
                <a:gd name="connsiteY312" fmla="*/ 424293 h 557310"/>
                <a:gd name="connsiteX313" fmla="*/ 437952 w 457155"/>
                <a:gd name="connsiteY313" fmla="*/ 425037 h 557310"/>
                <a:gd name="connsiteX314" fmla="*/ 438697 w 457155"/>
                <a:gd name="connsiteY314" fmla="*/ 428014 h 557310"/>
                <a:gd name="connsiteX315" fmla="*/ 440929 w 457155"/>
                <a:gd name="connsiteY315" fmla="*/ 428758 h 557310"/>
                <a:gd name="connsiteX316" fmla="*/ 441673 w 457155"/>
                <a:gd name="connsiteY316" fmla="*/ 430991 h 557310"/>
                <a:gd name="connsiteX317" fmla="*/ 443906 w 457155"/>
                <a:gd name="connsiteY317" fmla="*/ 431735 h 557310"/>
                <a:gd name="connsiteX318" fmla="*/ 444650 w 457155"/>
                <a:gd name="connsiteY318" fmla="*/ 433967 h 557310"/>
                <a:gd name="connsiteX319" fmla="*/ 445952 w 457155"/>
                <a:gd name="connsiteY319" fmla="*/ 434618 h 557310"/>
                <a:gd name="connsiteX320" fmla="*/ 452091 w 457155"/>
                <a:gd name="connsiteY320" fmla="*/ 441409 h 557310"/>
                <a:gd name="connsiteX321" fmla="*/ 454324 w 457155"/>
                <a:gd name="connsiteY321" fmla="*/ 442153 h 557310"/>
                <a:gd name="connsiteX322" fmla="*/ 454649 w 457155"/>
                <a:gd name="connsiteY322" fmla="*/ 443687 h 557310"/>
                <a:gd name="connsiteX323" fmla="*/ 455068 w 457155"/>
                <a:gd name="connsiteY323" fmla="*/ 445129 h 557310"/>
                <a:gd name="connsiteX324" fmla="*/ 458044 w 457155"/>
                <a:gd name="connsiteY324" fmla="*/ 445129 h 557310"/>
                <a:gd name="connsiteX325" fmla="*/ 458788 w 457155"/>
                <a:gd name="connsiteY325" fmla="*/ 447362 h 557310"/>
                <a:gd name="connsiteX326" fmla="*/ 460695 w 457155"/>
                <a:gd name="connsiteY326" fmla="*/ 448478 h 557310"/>
                <a:gd name="connsiteX327" fmla="*/ 462509 w 457155"/>
                <a:gd name="connsiteY327" fmla="*/ 449594 h 557310"/>
                <a:gd name="connsiteX328" fmla="*/ 462509 w 457155"/>
                <a:gd name="connsiteY328" fmla="*/ 451827 h 557310"/>
                <a:gd name="connsiteX329" fmla="*/ 466230 w 457155"/>
                <a:gd name="connsiteY329" fmla="*/ 451827 h 557310"/>
                <a:gd name="connsiteX330" fmla="*/ 466230 w 457155"/>
                <a:gd name="connsiteY330" fmla="*/ 462244 h 557310"/>
                <a:gd name="connsiteX331" fmla="*/ 462509 w 457155"/>
                <a:gd name="connsiteY331" fmla="*/ 462244 h 557310"/>
                <a:gd name="connsiteX332" fmla="*/ 462509 w 457155"/>
                <a:gd name="connsiteY332" fmla="*/ 465221 h 557310"/>
                <a:gd name="connsiteX333" fmla="*/ 460277 w 457155"/>
                <a:gd name="connsiteY333" fmla="*/ 465965 h 557310"/>
                <a:gd name="connsiteX334" fmla="*/ 458347 w 457155"/>
                <a:gd name="connsiteY334" fmla="*/ 468401 h 557310"/>
                <a:gd name="connsiteX335" fmla="*/ 457280 w 457155"/>
                <a:gd name="connsiteY335" fmla="*/ 469889 h 557310"/>
                <a:gd name="connsiteX336" fmla="*/ 456184 w 457155"/>
                <a:gd name="connsiteY336" fmla="*/ 471453 h 557310"/>
                <a:gd name="connsiteX337" fmla="*/ 454021 w 457155"/>
                <a:gd name="connsiteY337" fmla="*/ 474494 h 557310"/>
                <a:gd name="connsiteX338" fmla="*/ 453061 w 457155"/>
                <a:gd name="connsiteY338" fmla="*/ 475861 h 557310"/>
                <a:gd name="connsiteX339" fmla="*/ 450901 w 457155"/>
                <a:gd name="connsiteY339" fmla="*/ 478269 h 557310"/>
                <a:gd name="connsiteX340" fmla="*/ 449115 w 457155"/>
                <a:gd name="connsiteY340" fmla="*/ 481592 h 557310"/>
                <a:gd name="connsiteX341" fmla="*/ 446882 w 457155"/>
                <a:gd name="connsiteY341" fmla="*/ 483080 h 557310"/>
                <a:gd name="connsiteX342" fmla="*/ 446510 w 457155"/>
                <a:gd name="connsiteY342" fmla="*/ 484662 h 557310"/>
                <a:gd name="connsiteX343" fmla="*/ 446138 w 457155"/>
                <a:gd name="connsiteY343" fmla="*/ 486057 h 557310"/>
                <a:gd name="connsiteX344" fmla="*/ 443906 w 457155"/>
                <a:gd name="connsiteY344" fmla="*/ 486057 h 557310"/>
                <a:gd name="connsiteX345" fmla="*/ 444045 w 457155"/>
                <a:gd name="connsiteY345" fmla="*/ 488243 h 557310"/>
                <a:gd name="connsiteX346" fmla="*/ 443906 w 457155"/>
                <a:gd name="connsiteY346" fmla="*/ 490522 h 557310"/>
                <a:gd name="connsiteX347" fmla="*/ 441673 w 457155"/>
                <a:gd name="connsiteY347" fmla="*/ 491266 h 557310"/>
                <a:gd name="connsiteX348" fmla="*/ 440929 w 457155"/>
                <a:gd name="connsiteY348" fmla="*/ 495731 h 557310"/>
                <a:gd name="connsiteX349" fmla="*/ 439441 w 457155"/>
                <a:gd name="connsiteY349" fmla="*/ 496475 h 557310"/>
                <a:gd name="connsiteX350" fmla="*/ 437952 w 457155"/>
                <a:gd name="connsiteY350" fmla="*/ 500940 h 557310"/>
                <a:gd name="connsiteX351" fmla="*/ 436464 w 457155"/>
                <a:gd name="connsiteY351" fmla="*/ 502428 h 557310"/>
                <a:gd name="connsiteX352" fmla="*/ 436048 w 457155"/>
                <a:gd name="connsiteY352" fmla="*/ 506986 h 557310"/>
                <a:gd name="connsiteX353" fmla="*/ 433488 w 457155"/>
                <a:gd name="connsiteY353" fmla="*/ 509869 h 557310"/>
                <a:gd name="connsiteX354" fmla="*/ 433302 w 457155"/>
                <a:gd name="connsiteY354" fmla="*/ 511823 h 557310"/>
                <a:gd name="connsiteX355" fmla="*/ 432743 w 457155"/>
                <a:gd name="connsiteY355" fmla="*/ 513590 h 557310"/>
                <a:gd name="connsiteX356" fmla="*/ 427534 w 457155"/>
                <a:gd name="connsiteY356" fmla="*/ 513590 h 557310"/>
                <a:gd name="connsiteX357" fmla="*/ 426790 w 457155"/>
                <a:gd name="connsiteY357" fmla="*/ 510614 h 557310"/>
                <a:gd name="connsiteX358" fmla="*/ 424558 w 457155"/>
                <a:gd name="connsiteY358" fmla="*/ 509869 h 557310"/>
                <a:gd name="connsiteX359" fmla="*/ 420093 w 457155"/>
                <a:gd name="connsiteY359" fmla="*/ 503172 h 557310"/>
                <a:gd name="connsiteX360" fmla="*/ 418558 w 457155"/>
                <a:gd name="connsiteY360" fmla="*/ 502800 h 557310"/>
                <a:gd name="connsiteX361" fmla="*/ 417117 w 457155"/>
                <a:gd name="connsiteY361" fmla="*/ 502428 h 557310"/>
                <a:gd name="connsiteX362" fmla="*/ 417117 w 457155"/>
                <a:gd name="connsiteY362" fmla="*/ 499452 h 557310"/>
                <a:gd name="connsiteX363" fmla="*/ 414140 w 457155"/>
                <a:gd name="connsiteY363" fmla="*/ 499452 h 557310"/>
                <a:gd name="connsiteX364" fmla="*/ 414140 w 457155"/>
                <a:gd name="connsiteY364" fmla="*/ 496475 h 557310"/>
                <a:gd name="connsiteX365" fmla="*/ 411163 w 457155"/>
                <a:gd name="connsiteY365" fmla="*/ 496475 h 557310"/>
                <a:gd name="connsiteX366" fmla="*/ 411163 w 457155"/>
                <a:gd name="connsiteY366" fmla="*/ 493498 h 557310"/>
                <a:gd name="connsiteX367" fmla="*/ 408187 w 457155"/>
                <a:gd name="connsiteY367" fmla="*/ 492754 h 557310"/>
                <a:gd name="connsiteX368" fmla="*/ 400606 w 457155"/>
                <a:gd name="connsiteY368" fmla="*/ 484011 h 557310"/>
                <a:gd name="connsiteX369" fmla="*/ 395536 w 457155"/>
                <a:gd name="connsiteY369" fmla="*/ 478616 h 557310"/>
                <a:gd name="connsiteX370" fmla="*/ 394048 w 457155"/>
                <a:gd name="connsiteY370" fmla="*/ 475639 h 557310"/>
                <a:gd name="connsiteX371" fmla="*/ 392560 w 457155"/>
                <a:gd name="connsiteY371" fmla="*/ 474895 h 557310"/>
                <a:gd name="connsiteX372" fmla="*/ 391816 w 457155"/>
                <a:gd name="connsiteY372" fmla="*/ 472662 h 557310"/>
                <a:gd name="connsiteX373" fmla="*/ 389583 w 457155"/>
                <a:gd name="connsiteY373" fmla="*/ 471174 h 557310"/>
                <a:gd name="connsiteX374" fmla="*/ 388839 w 457155"/>
                <a:gd name="connsiteY374" fmla="*/ 468942 h 557310"/>
                <a:gd name="connsiteX375" fmla="*/ 387676 w 457155"/>
                <a:gd name="connsiteY375" fmla="*/ 467779 h 557310"/>
                <a:gd name="connsiteX376" fmla="*/ 386607 w 457155"/>
                <a:gd name="connsiteY376" fmla="*/ 465221 h 557310"/>
                <a:gd name="connsiteX377" fmla="*/ 384374 w 457155"/>
                <a:gd name="connsiteY377" fmla="*/ 464477 h 557310"/>
                <a:gd name="connsiteX378" fmla="*/ 382142 w 457155"/>
                <a:gd name="connsiteY378" fmla="*/ 460756 h 557310"/>
                <a:gd name="connsiteX379" fmla="*/ 377212 w 457155"/>
                <a:gd name="connsiteY379" fmla="*/ 455175 h 557310"/>
                <a:gd name="connsiteX380" fmla="*/ 373212 w 457155"/>
                <a:gd name="connsiteY380" fmla="*/ 447501 h 557310"/>
                <a:gd name="connsiteX381" fmla="*/ 372468 w 457155"/>
                <a:gd name="connsiteY381" fmla="*/ 445873 h 557310"/>
                <a:gd name="connsiteX382" fmla="*/ 370236 w 457155"/>
                <a:gd name="connsiteY382" fmla="*/ 445129 h 557310"/>
                <a:gd name="connsiteX383" fmla="*/ 369492 w 457155"/>
                <a:gd name="connsiteY383" fmla="*/ 442153 h 557310"/>
                <a:gd name="connsiteX384" fmla="*/ 368003 w 457155"/>
                <a:gd name="connsiteY384" fmla="*/ 441409 h 557310"/>
                <a:gd name="connsiteX385" fmla="*/ 366515 w 457155"/>
                <a:gd name="connsiteY385" fmla="*/ 437688 h 557310"/>
                <a:gd name="connsiteX386" fmla="*/ 365027 w 457155"/>
                <a:gd name="connsiteY386" fmla="*/ 436944 h 557310"/>
                <a:gd name="connsiteX387" fmla="*/ 364701 w 457155"/>
                <a:gd name="connsiteY387" fmla="*/ 434711 h 557310"/>
                <a:gd name="connsiteX388" fmla="*/ 364283 w 457155"/>
                <a:gd name="connsiteY388" fmla="*/ 432479 h 557310"/>
                <a:gd name="connsiteX389" fmla="*/ 362050 w 457155"/>
                <a:gd name="connsiteY389" fmla="*/ 431735 h 557310"/>
                <a:gd name="connsiteX390" fmla="*/ 362050 w 457155"/>
                <a:gd name="connsiteY390" fmla="*/ 428014 h 557310"/>
                <a:gd name="connsiteX391" fmla="*/ 359818 w 457155"/>
                <a:gd name="connsiteY391" fmla="*/ 427270 h 557310"/>
                <a:gd name="connsiteX392" fmla="*/ 359446 w 457155"/>
                <a:gd name="connsiteY392" fmla="*/ 425363 h 557310"/>
                <a:gd name="connsiteX393" fmla="*/ 359074 w 457155"/>
                <a:gd name="connsiteY393" fmla="*/ 423549 h 557310"/>
                <a:gd name="connsiteX394" fmla="*/ 356841 w 457155"/>
                <a:gd name="connsiteY394" fmla="*/ 423549 h 557310"/>
                <a:gd name="connsiteX395" fmla="*/ 356097 w 457155"/>
                <a:gd name="connsiteY395" fmla="*/ 419084 h 557310"/>
                <a:gd name="connsiteX396" fmla="*/ 353865 w 457155"/>
                <a:gd name="connsiteY396" fmla="*/ 419084 h 557310"/>
                <a:gd name="connsiteX397" fmla="*/ 353632 w 457155"/>
                <a:gd name="connsiteY397" fmla="*/ 416619 h 557310"/>
                <a:gd name="connsiteX398" fmla="*/ 350888 w 457155"/>
                <a:gd name="connsiteY398" fmla="*/ 411643 h 557310"/>
                <a:gd name="connsiteX399" fmla="*/ 350144 w 457155"/>
                <a:gd name="connsiteY399" fmla="*/ 409410 h 557310"/>
                <a:gd name="connsiteX400" fmla="*/ 348656 w 457155"/>
                <a:gd name="connsiteY400" fmla="*/ 408666 h 557310"/>
                <a:gd name="connsiteX401" fmla="*/ 347167 w 457155"/>
                <a:gd name="connsiteY401" fmla="*/ 403457 h 557310"/>
                <a:gd name="connsiteX402" fmla="*/ 345679 w 457155"/>
                <a:gd name="connsiteY402" fmla="*/ 402713 h 557310"/>
                <a:gd name="connsiteX403" fmla="*/ 344935 w 457155"/>
                <a:gd name="connsiteY403" fmla="*/ 397504 h 557310"/>
                <a:gd name="connsiteX404" fmla="*/ 343447 w 457155"/>
                <a:gd name="connsiteY404" fmla="*/ 395272 h 557310"/>
                <a:gd name="connsiteX405" fmla="*/ 343439 w 457155"/>
                <a:gd name="connsiteY405" fmla="*/ 397013 h 557310"/>
                <a:gd name="connsiteX406" fmla="*/ 343233 w 457155"/>
                <a:gd name="connsiteY406" fmla="*/ 438894 h 557310"/>
                <a:gd name="connsiteX407" fmla="*/ 343133 w 457155"/>
                <a:gd name="connsiteY407" fmla="*/ 459147 h 557310"/>
                <a:gd name="connsiteX408" fmla="*/ 343043 w 457155"/>
                <a:gd name="connsiteY408" fmla="*/ 476793 h 557310"/>
                <a:gd name="connsiteX409" fmla="*/ 342998 w 457155"/>
                <a:gd name="connsiteY409" fmla="*/ 486142 h 557310"/>
                <a:gd name="connsiteX410" fmla="*/ 342950 w 457155"/>
                <a:gd name="connsiteY410" fmla="*/ 494932 h 557310"/>
                <a:gd name="connsiteX411" fmla="*/ 342937 w 457155"/>
                <a:gd name="connsiteY411" fmla="*/ 498167 h 557310"/>
                <a:gd name="connsiteX412" fmla="*/ 342910 w 457155"/>
                <a:gd name="connsiteY412" fmla="*/ 502566 h 557310"/>
                <a:gd name="connsiteX413" fmla="*/ 342897 w 457155"/>
                <a:gd name="connsiteY413" fmla="*/ 505058 h 557310"/>
                <a:gd name="connsiteX414" fmla="*/ 342702 w 457155"/>
                <a:gd name="connsiteY414" fmla="*/ 506893 h 557310"/>
                <a:gd name="connsiteX415" fmla="*/ 341214 w 457155"/>
                <a:gd name="connsiteY415" fmla="*/ 507637 h 557310"/>
                <a:gd name="connsiteX416" fmla="*/ 340610 w 457155"/>
                <a:gd name="connsiteY416" fmla="*/ 514892 h 557310"/>
                <a:gd name="connsiteX417" fmla="*/ 340470 w 457155"/>
                <a:gd name="connsiteY417" fmla="*/ 517311 h 557310"/>
                <a:gd name="connsiteX418" fmla="*/ 338985 w 457155"/>
                <a:gd name="connsiteY418" fmla="*/ 517991 h 557310"/>
                <a:gd name="connsiteX419" fmla="*/ 337493 w 457155"/>
                <a:gd name="connsiteY419" fmla="*/ 518799 h 557310"/>
                <a:gd name="connsiteX420" fmla="*/ 337307 w 457155"/>
                <a:gd name="connsiteY420" fmla="*/ 522241 h 557310"/>
                <a:gd name="connsiteX421" fmla="*/ 337389 w 457155"/>
                <a:gd name="connsiteY421" fmla="*/ 524084 h 557310"/>
                <a:gd name="connsiteX422" fmla="*/ 337493 w 457155"/>
                <a:gd name="connsiteY422" fmla="*/ 525496 h 557310"/>
                <a:gd name="connsiteX423" fmla="*/ 335261 w 457155"/>
                <a:gd name="connsiteY423" fmla="*/ 525496 h 557310"/>
                <a:gd name="connsiteX424" fmla="*/ 335029 w 457155"/>
                <a:gd name="connsiteY424" fmla="*/ 527636 h 557310"/>
                <a:gd name="connsiteX425" fmla="*/ 332284 w 457155"/>
                <a:gd name="connsiteY425" fmla="*/ 531450 h 557310"/>
                <a:gd name="connsiteX426" fmla="*/ 331540 w 457155"/>
                <a:gd name="connsiteY426" fmla="*/ 533682 h 557310"/>
                <a:gd name="connsiteX427" fmla="*/ 329308 w 457155"/>
                <a:gd name="connsiteY427" fmla="*/ 533682 h 557310"/>
                <a:gd name="connsiteX428" fmla="*/ 329308 w 457155"/>
                <a:gd name="connsiteY428" fmla="*/ 537403 h 557310"/>
                <a:gd name="connsiteX429" fmla="*/ 326331 w 457155"/>
                <a:gd name="connsiteY429" fmla="*/ 537403 h 557310"/>
                <a:gd name="connsiteX430" fmla="*/ 326331 w 457155"/>
                <a:gd name="connsiteY430" fmla="*/ 540379 h 557310"/>
                <a:gd name="connsiteX431" fmla="*/ 322611 w 457155"/>
                <a:gd name="connsiteY431" fmla="*/ 541123 h 557310"/>
                <a:gd name="connsiteX432" fmla="*/ 322611 w 457155"/>
                <a:gd name="connsiteY432" fmla="*/ 544100 h 557310"/>
                <a:gd name="connsiteX433" fmla="*/ 318890 w 457155"/>
                <a:gd name="connsiteY433" fmla="*/ 544844 h 557310"/>
                <a:gd name="connsiteX434" fmla="*/ 318611 w 457155"/>
                <a:gd name="connsiteY434" fmla="*/ 546379 h 557310"/>
                <a:gd name="connsiteX435" fmla="*/ 318146 w 457155"/>
                <a:gd name="connsiteY435" fmla="*/ 547821 h 557310"/>
                <a:gd name="connsiteX436" fmla="*/ 312937 w 457155"/>
                <a:gd name="connsiteY436" fmla="*/ 547821 h 557310"/>
                <a:gd name="connsiteX437" fmla="*/ 312658 w 457155"/>
                <a:gd name="connsiteY437" fmla="*/ 549312 h 557310"/>
                <a:gd name="connsiteX438" fmla="*/ 312193 w 457155"/>
                <a:gd name="connsiteY438" fmla="*/ 550797 h 557310"/>
                <a:gd name="connsiteX439" fmla="*/ 305844 w 457155"/>
                <a:gd name="connsiteY439" fmla="*/ 550539 h 557310"/>
                <a:gd name="connsiteX440" fmla="*/ 304007 w 457155"/>
                <a:gd name="connsiteY440" fmla="*/ 550797 h 557310"/>
                <a:gd name="connsiteX441" fmla="*/ 303728 w 457155"/>
                <a:gd name="connsiteY441" fmla="*/ 552631 h 557310"/>
                <a:gd name="connsiteX442" fmla="*/ 303263 w 457155"/>
                <a:gd name="connsiteY442" fmla="*/ 554518 h 557310"/>
                <a:gd name="connsiteX443" fmla="*/ 297682 w 457155"/>
                <a:gd name="connsiteY443" fmla="*/ 554983 h 557310"/>
                <a:gd name="connsiteX444" fmla="*/ 292101 w 457155"/>
                <a:gd name="connsiteY444" fmla="*/ 555262 h 557310"/>
                <a:gd name="connsiteX445" fmla="*/ 291357 w 457155"/>
                <a:gd name="connsiteY445" fmla="*/ 557494 h 557310"/>
                <a:gd name="connsiteX446" fmla="*/ 286491 w 457155"/>
                <a:gd name="connsiteY446" fmla="*/ 557748 h 557310"/>
                <a:gd name="connsiteX447" fmla="*/ 284951 w 457155"/>
                <a:gd name="connsiteY447" fmla="*/ 557749 h 557310"/>
                <a:gd name="connsiteX448" fmla="*/ 279889 w 457155"/>
                <a:gd name="connsiteY448" fmla="*/ 557712 h 557310"/>
                <a:gd name="connsiteX449" fmla="*/ 276389 w 457155"/>
                <a:gd name="connsiteY449" fmla="*/ 557703 h 557310"/>
                <a:gd name="connsiteX450" fmla="*/ 267159 w 457155"/>
                <a:gd name="connsiteY450" fmla="*/ 557648 h 557310"/>
                <a:gd name="connsiteX451" fmla="*/ 257747 w 457155"/>
                <a:gd name="connsiteY451" fmla="*/ 557603 h 557310"/>
                <a:gd name="connsiteX452" fmla="*/ 239267 w 457155"/>
                <a:gd name="connsiteY452" fmla="*/ 557494 h 557310"/>
                <a:gd name="connsiteX453" fmla="*/ 239234 w 457155"/>
                <a:gd name="connsiteY453" fmla="*/ 556220 h 557310"/>
                <a:gd name="connsiteX454" fmla="*/ 239034 w 457155"/>
                <a:gd name="connsiteY454" fmla="*/ 550518 h 557310"/>
                <a:gd name="connsiteX455" fmla="*/ 238983 w 457155"/>
                <a:gd name="connsiteY455" fmla="*/ 548512 h 557310"/>
                <a:gd name="connsiteX456" fmla="*/ 238904 w 457155"/>
                <a:gd name="connsiteY456" fmla="*/ 546594 h 557310"/>
                <a:gd name="connsiteX457" fmla="*/ 238845 w 457155"/>
                <a:gd name="connsiteY457" fmla="*/ 544823 h 557310"/>
                <a:gd name="connsiteX458" fmla="*/ 236290 w 457155"/>
                <a:gd name="connsiteY458" fmla="*/ 541868 h 557310"/>
                <a:gd name="connsiteX459" fmla="*/ 235779 w 457155"/>
                <a:gd name="connsiteY459" fmla="*/ 536193 h 557310"/>
                <a:gd name="connsiteX460" fmla="*/ 235702 w 457155"/>
                <a:gd name="connsiteY460" fmla="*/ 534601 h 557310"/>
                <a:gd name="connsiteX461" fmla="*/ 235546 w 457155"/>
                <a:gd name="connsiteY461" fmla="*/ 530705 h 557310"/>
                <a:gd name="connsiteX462" fmla="*/ 233314 w 457155"/>
                <a:gd name="connsiteY462" fmla="*/ 530705 h 557310"/>
                <a:gd name="connsiteX463" fmla="*/ 233203 w 457155"/>
                <a:gd name="connsiteY463" fmla="*/ 528615 h 557310"/>
                <a:gd name="connsiteX464" fmla="*/ 233035 w 457155"/>
                <a:gd name="connsiteY464" fmla="*/ 525915 h 557310"/>
                <a:gd name="connsiteX465" fmla="*/ 232878 w 457155"/>
                <a:gd name="connsiteY465" fmla="*/ 523220 h 557310"/>
                <a:gd name="connsiteX466" fmla="*/ 232570 w 457155"/>
                <a:gd name="connsiteY466" fmla="*/ 521032 h 557310"/>
                <a:gd name="connsiteX467" fmla="*/ 231081 w 457155"/>
                <a:gd name="connsiteY467" fmla="*/ 520287 h 557310"/>
                <a:gd name="connsiteX468" fmla="*/ 230666 w 457155"/>
                <a:gd name="connsiteY468" fmla="*/ 514520 h 557310"/>
                <a:gd name="connsiteX469" fmla="*/ 230337 w 457155"/>
                <a:gd name="connsiteY469" fmla="*/ 512846 h 557310"/>
                <a:gd name="connsiteX470" fmla="*/ 228105 w 457155"/>
                <a:gd name="connsiteY470" fmla="*/ 512102 h 557310"/>
                <a:gd name="connsiteX471" fmla="*/ 227593 w 457155"/>
                <a:gd name="connsiteY471" fmla="*/ 507591 h 557310"/>
                <a:gd name="connsiteX472" fmla="*/ 227445 w 457155"/>
                <a:gd name="connsiteY472" fmla="*/ 505099 h 557310"/>
                <a:gd name="connsiteX473" fmla="*/ 227361 w 457155"/>
                <a:gd name="connsiteY473" fmla="*/ 503172 h 557310"/>
                <a:gd name="connsiteX474" fmla="*/ 225128 w 457155"/>
                <a:gd name="connsiteY474" fmla="*/ 503172 h 557310"/>
                <a:gd name="connsiteX475" fmla="*/ 225018 w 457155"/>
                <a:gd name="connsiteY475" fmla="*/ 501733 h 557310"/>
                <a:gd name="connsiteX476" fmla="*/ 224849 w 457155"/>
                <a:gd name="connsiteY476" fmla="*/ 499870 h 557310"/>
                <a:gd name="connsiteX477" fmla="*/ 224692 w 457155"/>
                <a:gd name="connsiteY477" fmla="*/ 498013 h 557310"/>
                <a:gd name="connsiteX478" fmla="*/ 224384 w 457155"/>
                <a:gd name="connsiteY478" fmla="*/ 496475 h 557310"/>
                <a:gd name="connsiteX479" fmla="*/ 222896 w 457155"/>
                <a:gd name="connsiteY479" fmla="*/ 495731 h 557310"/>
                <a:gd name="connsiteX480" fmla="*/ 222803 w 457155"/>
                <a:gd name="connsiteY480" fmla="*/ 490847 h 557310"/>
                <a:gd name="connsiteX481" fmla="*/ 222843 w 457155"/>
                <a:gd name="connsiteY481" fmla="*/ 488147 h 557310"/>
                <a:gd name="connsiteX482" fmla="*/ 222896 w 457155"/>
                <a:gd name="connsiteY482" fmla="*/ 486057 h 557310"/>
                <a:gd name="connsiteX483" fmla="*/ 225089 w 457155"/>
                <a:gd name="connsiteY483" fmla="*/ 486082 h 557310"/>
                <a:gd name="connsiteX484" fmla="*/ 245522 w 457155"/>
                <a:gd name="connsiteY484" fmla="*/ 486250 h 557310"/>
                <a:gd name="connsiteX485" fmla="*/ 256028 w 457155"/>
                <a:gd name="connsiteY485" fmla="*/ 486338 h 557310"/>
                <a:gd name="connsiteX486" fmla="*/ 266160 w 457155"/>
                <a:gd name="connsiteY486" fmla="*/ 486410 h 557310"/>
                <a:gd name="connsiteX487" fmla="*/ 270032 w 457155"/>
                <a:gd name="connsiteY487" fmla="*/ 486450 h 557310"/>
                <a:gd name="connsiteX488" fmla="*/ 275442 w 457155"/>
                <a:gd name="connsiteY488" fmla="*/ 486479 h 557310"/>
                <a:gd name="connsiteX489" fmla="*/ 277070 w 457155"/>
                <a:gd name="connsiteY489" fmla="*/ 486520 h 557310"/>
                <a:gd name="connsiteX490" fmla="*/ 280939 w 457155"/>
                <a:gd name="connsiteY490" fmla="*/ 486057 h 557310"/>
                <a:gd name="connsiteX491" fmla="*/ 282606 w 457155"/>
                <a:gd name="connsiteY491" fmla="*/ 478542 h 557310"/>
                <a:gd name="connsiteX492" fmla="*/ 282612 w 457155"/>
                <a:gd name="connsiteY492" fmla="*/ 476278 h 557310"/>
                <a:gd name="connsiteX493" fmla="*/ 282596 w 457155"/>
                <a:gd name="connsiteY493" fmla="*/ 473820 h 557310"/>
                <a:gd name="connsiteX494" fmla="*/ 282597 w 457155"/>
                <a:gd name="connsiteY494" fmla="*/ 471212 h 557310"/>
                <a:gd name="connsiteX495" fmla="*/ 282572 w 457155"/>
                <a:gd name="connsiteY495" fmla="*/ 462680 h 557310"/>
                <a:gd name="connsiteX496" fmla="*/ 282566 w 457155"/>
                <a:gd name="connsiteY496" fmla="*/ 456756 h 557310"/>
                <a:gd name="connsiteX497" fmla="*/ 282534 w 457155"/>
                <a:gd name="connsiteY497" fmla="*/ 442755 h 557310"/>
                <a:gd name="connsiteX498" fmla="*/ 282502 w 457155"/>
                <a:gd name="connsiteY498" fmla="*/ 426838 h 557310"/>
                <a:gd name="connsiteX499" fmla="*/ 282431 w 457155"/>
                <a:gd name="connsiteY499" fmla="*/ 395431 h 557310"/>
                <a:gd name="connsiteX500" fmla="*/ 282427 w 457155"/>
                <a:gd name="connsiteY500" fmla="*/ 391551 h 557310"/>
                <a:gd name="connsiteX501" fmla="*/ 281032 w 457155"/>
                <a:gd name="connsiteY501" fmla="*/ 393039 h 557310"/>
                <a:gd name="connsiteX502" fmla="*/ 277962 w 457155"/>
                <a:gd name="connsiteY502" fmla="*/ 394528 h 557310"/>
                <a:gd name="connsiteX503" fmla="*/ 277637 w 457155"/>
                <a:gd name="connsiteY503" fmla="*/ 395969 h 557310"/>
                <a:gd name="connsiteX504" fmla="*/ 277218 w 457155"/>
                <a:gd name="connsiteY504" fmla="*/ 397504 h 557310"/>
                <a:gd name="connsiteX505" fmla="*/ 274986 w 457155"/>
                <a:gd name="connsiteY505" fmla="*/ 398248 h 557310"/>
                <a:gd name="connsiteX506" fmla="*/ 274242 w 457155"/>
                <a:gd name="connsiteY506" fmla="*/ 401225 h 557310"/>
                <a:gd name="connsiteX507" fmla="*/ 272753 w 457155"/>
                <a:gd name="connsiteY507" fmla="*/ 401225 h 557310"/>
                <a:gd name="connsiteX508" fmla="*/ 272009 w 457155"/>
                <a:gd name="connsiteY508" fmla="*/ 403085 h 557310"/>
                <a:gd name="connsiteX509" fmla="*/ 271265 w 457155"/>
                <a:gd name="connsiteY509" fmla="*/ 404946 h 557310"/>
                <a:gd name="connsiteX510" fmla="*/ 269777 w 457155"/>
                <a:gd name="connsiteY510" fmla="*/ 404946 h 557310"/>
                <a:gd name="connsiteX511" fmla="*/ 269033 w 457155"/>
                <a:gd name="connsiteY511" fmla="*/ 407922 h 557310"/>
                <a:gd name="connsiteX512" fmla="*/ 267544 w 457155"/>
                <a:gd name="connsiteY512" fmla="*/ 408666 h 557310"/>
                <a:gd name="connsiteX513" fmla="*/ 266800 w 457155"/>
                <a:gd name="connsiteY513" fmla="*/ 410899 h 557310"/>
                <a:gd name="connsiteX514" fmla="*/ 264568 w 457155"/>
                <a:gd name="connsiteY514" fmla="*/ 411643 h 557310"/>
                <a:gd name="connsiteX515" fmla="*/ 263079 w 457155"/>
                <a:gd name="connsiteY515" fmla="*/ 414619 h 557310"/>
                <a:gd name="connsiteX516" fmla="*/ 261591 w 457155"/>
                <a:gd name="connsiteY516" fmla="*/ 414619 h 557310"/>
                <a:gd name="connsiteX517" fmla="*/ 261266 w 457155"/>
                <a:gd name="connsiteY517" fmla="*/ 416061 h 557310"/>
                <a:gd name="connsiteX518" fmla="*/ 260847 w 457155"/>
                <a:gd name="connsiteY518" fmla="*/ 417596 h 557310"/>
                <a:gd name="connsiteX519" fmla="*/ 258615 w 457155"/>
                <a:gd name="connsiteY519" fmla="*/ 418340 h 557310"/>
                <a:gd name="connsiteX520" fmla="*/ 257126 w 457155"/>
                <a:gd name="connsiteY520" fmla="*/ 421317 h 557310"/>
                <a:gd name="connsiteX521" fmla="*/ 255638 w 457155"/>
                <a:gd name="connsiteY521" fmla="*/ 424293 h 557310"/>
                <a:gd name="connsiteX522" fmla="*/ 253406 w 457155"/>
                <a:gd name="connsiteY522" fmla="*/ 425037 h 557310"/>
                <a:gd name="connsiteX523" fmla="*/ 252661 w 457155"/>
                <a:gd name="connsiteY523" fmla="*/ 427270 h 557310"/>
                <a:gd name="connsiteX524" fmla="*/ 250429 w 457155"/>
                <a:gd name="connsiteY524" fmla="*/ 428014 h 557310"/>
                <a:gd name="connsiteX525" fmla="*/ 248941 w 457155"/>
                <a:gd name="connsiteY525" fmla="*/ 430991 h 557310"/>
                <a:gd name="connsiteX526" fmla="*/ 247452 w 457155"/>
                <a:gd name="connsiteY526" fmla="*/ 431735 h 557310"/>
                <a:gd name="connsiteX527" fmla="*/ 246708 w 457155"/>
                <a:gd name="connsiteY527" fmla="*/ 433967 h 557310"/>
                <a:gd name="connsiteX528" fmla="*/ 244476 w 457155"/>
                <a:gd name="connsiteY528" fmla="*/ 435455 h 557310"/>
                <a:gd name="connsiteX529" fmla="*/ 243732 w 457155"/>
                <a:gd name="connsiteY529" fmla="*/ 437688 h 557310"/>
                <a:gd name="connsiteX530" fmla="*/ 242243 w 457155"/>
                <a:gd name="connsiteY530" fmla="*/ 438432 h 557310"/>
                <a:gd name="connsiteX531" fmla="*/ 241639 w 457155"/>
                <a:gd name="connsiteY531" fmla="*/ 439734 h 557310"/>
                <a:gd name="connsiteX532" fmla="*/ 237034 w 457155"/>
                <a:gd name="connsiteY532" fmla="*/ 445129 h 557310"/>
                <a:gd name="connsiteX533" fmla="*/ 235779 w 457155"/>
                <a:gd name="connsiteY533" fmla="*/ 446850 h 557310"/>
                <a:gd name="connsiteX534" fmla="*/ 234802 w 457155"/>
                <a:gd name="connsiteY534" fmla="*/ 448106 h 557310"/>
                <a:gd name="connsiteX535" fmla="*/ 233314 w 457155"/>
                <a:gd name="connsiteY535" fmla="*/ 448106 h 557310"/>
                <a:gd name="connsiteX536" fmla="*/ 232570 w 457155"/>
                <a:gd name="connsiteY536" fmla="*/ 451082 h 557310"/>
                <a:gd name="connsiteX537" fmla="*/ 231081 w 457155"/>
                <a:gd name="connsiteY537" fmla="*/ 451827 h 557310"/>
                <a:gd name="connsiteX538" fmla="*/ 230430 w 457155"/>
                <a:gd name="connsiteY538" fmla="*/ 453268 h 557310"/>
                <a:gd name="connsiteX539" fmla="*/ 226617 w 457155"/>
                <a:gd name="connsiteY539" fmla="*/ 456291 h 557310"/>
                <a:gd name="connsiteX540" fmla="*/ 225128 w 457155"/>
                <a:gd name="connsiteY540" fmla="*/ 459268 h 557310"/>
                <a:gd name="connsiteX541" fmla="*/ 223640 w 457155"/>
                <a:gd name="connsiteY541" fmla="*/ 460012 h 557310"/>
                <a:gd name="connsiteX542" fmla="*/ 222896 w 457155"/>
                <a:gd name="connsiteY542" fmla="*/ 461547 h 557310"/>
                <a:gd name="connsiteX543" fmla="*/ 222152 w 457155"/>
                <a:gd name="connsiteY543" fmla="*/ 462989 h 557310"/>
                <a:gd name="connsiteX544" fmla="*/ 220663 w 457155"/>
                <a:gd name="connsiteY544" fmla="*/ 462989 h 557310"/>
                <a:gd name="connsiteX545" fmla="*/ 220338 w 457155"/>
                <a:gd name="connsiteY545" fmla="*/ 464477 h 557310"/>
                <a:gd name="connsiteX546" fmla="*/ 219919 w 457155"/>
                <a:gd name="connsiteY546" fmla="*/ 465965 h 557310"/>
                <a:gd name="connsiteX547" fmla="*/ 217687 w 457155"/>
                <a:gd name="connsiteY547" fmla="*/ 465965 h 557310"/>
                <a:gd name="connsiteX548" fmla="*/ 217315 w 457155"/>
                <a:gd name="connsiteY548" fmla="*/ 467453 h 557310"/>
                <a:gd name="connsiteX549" fmla="*/ 216943 w 457155"/>
                <a:gd name="connsiteY549" fmla="*/ 468942 h 557310"/>
                <a:gd name="connsiteX550" fmla="*/ 214710 w 457155"/>
                <a:gd name="connsiteY550" fmla="*/ 468942 h 557310"/>
                <a:gd name="connsiteX551" fmla="*/ 213966 w 457155"/>
                <a:gd name="connsiteY551" fmla="*/ 471918 h 557310"/>
                <a:gd name="connsiteX552" fmla="*/ 212478 w 457155"/>
                <a:gd name="connsiteY552" fmla="*/ 472662 h 557310"/>
                <a:gd name="connsiteX553" fmla="*/ 212199 w 457155"/>
                <a:gd name="connsiteY553" fmla="*/ 474197 h 557310"/>
                <a:gd name="connsiteX554" fmla="*/ 211734 w 457155"/>
                <a:gd name="connsiteY554" fmla="*/ 475639 h 557310"/>
                <a:gd name="connsiteX555" fmla="*/ 208757 w 457155"/>
                <a:gd name="connsiteY555" fmla="*/ 475639 h 557310"/>
                <a:gd name="connsiteX556" fmla="*/ 208013 w 457155"/>
                <a:gd name="connsiteY556" fmla="*/ 478616 h 557310"/>
                <a:gd name="connsiteX557" fmla="*/ 206525 w 457155"/>
                <a:gd name="connsiteY557" fmla="*/ 479360 h 557310"/>
                <a:gd name="connsiteX558" fmla="*/ 205781 w 457155"/>
                <a:gd name="connsiteY558" fmla="*/ 480848 h 557310"/>
                <a:gd name="connsiteX559" fmla="*/ 203548 w 457155"/>
                <a:gd name="connsiteY559" fmla="*/ 483080 h 557310"/>
                <a:gd name="connsiteX560" fmla="*/ 202804 w 457155"/>
                <a:gd name="connsiteY560" fmla="*/ 485313 h 557310"/>
                <a:gd name="connsiteX561" fmla="*/ 199083 w 457155"/>
                <a:gd name="connsiteY561" fmla="*/ 489034 h 557310"/>
                <a:gd name="connsiteX562" fmla="*/ 197921 w 457155"/>
                <a:gd name="connsiteY562" fmla="*/ 491033 h 557310"/>
                <a:gd name="connsiteX563" fmla="*/ 193874 w 457155"/>
                <a:gd name="connsiteY563" fmla="*/ 494243 h 557310"/>
                <a:gd name="connsiteX564" fmla="*/ 193874 w 457155"/>
                <a:gd name="connsiteY564" fmla="*/ 496475 h 557310"/>
                <a:gd name="connsiteX565" fmla="*/ 187177 w 457155"/>
                <a:gd name="connsiteY565" fmla="*/ 496475 h 557310"/>
                <a:gd name="connsiteX566" fmla="*/ 186433 w 457155"/>
                <a:gd name="connsiteY566" fmla="*/ 492754 h 557310"/>
                <a:gd name="connsiteX567" fmla="*/ 184200 w 457155"/>
                <a:gd name="connsiteY567" fmla="*/ 490522 h 557310"/>
                <a:gd name="connsiteX568" fmla="*/ 183456 w 457155"/>
                <a:gd name="connsiteY568" fmla="*/ 487545 h 557310"/>
                <a:gd name="connsiteX569" fmla="*/ 181968 w 457155"/>
                <a:gd name="connsiteY569" fmla="*/ 486801 h 557310"/>
                <a:gd name="connsiteX570" fmla="*/ 181643 w 457155"/>
                <a:gd name="connsiteY570" fmla="*/ 484569 h 557310"/>
                <a:gd name="connsiteX571" fmla="*/ 181224 w 457155"/>
                <a:gd name="connsiteY571" fmla="*/ 482336 h 557310"/>
                <a:gd name="connsiteX572" fmla="*/ 178992 w 457155"/>
                <a:gd name="connsiteY572" fmla="*/ 481592 h 557310"/>
                <a:gd name="connsiteX573" fmla="*/ 177503 w 457155"/>
                <a:gd name="connsiteY573" fmla="*/ 476383 h 557310"/>
                <a:gd name="connsiteX574" fmla="*/ 173783 w 457155"/>
                <a:gd name="connsiteY574" fmla="*/ 471174 h 557310"/>
                <a:gd name="connsiteX575" fmla="*/ 173038 w 457155"/>
                <a:gd name="connsiteY575" fmla="*/ 465965 h 557310"/>
                <a:gd name="connsiteX576" fmla="*/ 170806 w 457155"/>
                <a:gd name="connsiteY576" fmla="*/ 465965 h 557310"/>
                <a:gd name="connsiteX577" fmla="*/ 170992 w 457155"/>
                <a:gd name="connsiteY577" fmla="*/ 463826 h 557310"/>
                <a:gd name="connsiteX578" fmla="*/ 170806 w 457155"/>
                <a:gd name="connsiteY578" fmla="*/ 461500 h 557310"/>
                <a:gd name="connsiteX579" fmla="*/ 167829 w 457155"/>
                <a:gd name="connsiteY579" fmla="*/ 460012 h 557310"/>
                <a:gd name="connsiteX580" fmla="*/ 167085 w 457155"/>
                <a:gd name="connsiteY580" fmla="*/ 456291 h 557310"/>
                <a:gd name="connsiteX581" fmla="*/ 165597 w 457155"/>
                <a:gd name="connsiteY581" fmla="*/ 455547 h 557310"/>
                <a:gd name="connsiteX582" fmla="*/ 164109 w 457155"/>
                <a:gd name="connsiteY582" fmla="*/ 451082 h 557310"/>
                <a:gd name="connsiteX583" fmla="*/ 162620 w 457155"/>
                <a:gd name="connsiteY583" fmla="*/ 448850 h 557310"/>
                <a:gd name="connsiteX584" fmla="*/ 159644 w 457155"/>
                <a:gd name="connsiteY584" fmla="*/ 449594 h 557310"/>
                <a:gd name="connsiteX585" fmla="*/ 158900 w 457155"/>
                <a:gd name="connsiteY585" fmla="*/ 451827 h 557310"/>
                <a:gd name="connsiteX586" fmla="*/ 153133 w 457155"/>
                <a:gd name="connsiteY586" fmla="*/ 452196 h 557310"/>
                <a:gd name="connsiteX587" fmla="*/ 151458 w 457155"/>
                <a:gd name="connsiteY587" fmla="*/ 452571 h 557310"/>
                <a:gd name="connsiteX588" fmla="*/ 151109 w 457155"/>
                <a:gd name="connsiteY588" fmla="*/ 454059 h 557310"/>
                <a:gd name="connsiteX589" fmla="*/ 150714 w 457155"/>
                <a:gd name="connsiteY589" fmla="*/ 455547 h 557310"/>
                <a:gd name="connsiteX590" fmla="*/ 146621 w 457155"/>
                <a:gd name="connsiteY590" fmla="*/ 455966 h 557310"/>
                <a:gd name="connsiteX591" fmla="*/ 142529 w 457155"/>
                <a:gd name="connsiteY591" fmla="*/ 456291 h 557310"/>
                <a:gd name="connsiteX592" fmla="*/ 141784 w 457155"/>
                <a:gd name="connsiteY592" fmla="*/ 458524 h 557310"/>
                <a:gd name="connsiteX593" fmla="*/ 137645 w 457155"/>
                <a:gd name="connsiteY593" fmla="*/ 459035 h 557310"/>
                <a:gd name="connsiteX594" fmla="*/ 135363 w 457155"/>
                <a:gd name="connsiteY594" fmla="*/ 459184 h 557310"/>
                <a:gd name="connsiteX595" fmla="*/ 133599 w 457155"/>
                <a:gd name="connsiteY595" fmla="*/ 459268 h 557310"/>
                <a:gd name="connsiteX596" fmla="*/ 133599 w 457155"/>
                <a:gd name="connsiteY596" fmla="*/ 462244 h 557310"/>
                <a:gd name="connsiteX597" fmla="*/ 131835 w 457155"/>
                <a:gd name="connsiteY597" fmla="*/ 462329 h 557310"/>
                <a:gd name="connsiteX598" fmla="*/ 129553 w 457155"/>
                <a:gd name="connsiteY598" fmla="*/ 462477 h 557310"/>
                <a:gd name="connsiteX599" fmla="*/ 127277 w 457155"/>
                <a:gd name="connsiteY599" fmla="*/ 462608 h 557310"/>
                <a:gd name="connsiteX600" fmla="*/ 125413 w 457155"/>
                <a:gd name="connsiteY600" fmla="*/ 462989 h 557310"/>
                <a:gd name="connsiteX601" fmla="*/ 124669 w 457155"/>
                <a:gd name="connsiteY601" fmla="*/ 465221 h 557310"/>
                <a:gd name="connsiteX602" fmla="*/ 120158 w 457155"/>
                <a:gd name="connsiteY602" fmla="*/ 465733 h 557310"/>
                <a:gd name="connsiteX603" fmla="*/ 117667 w 457155"/>
                <a:gd name="connsiteY603" fmla="*/ 465881 h 557310"/>
                <a:gd name="connsiteX604" fmla="*/ 115740 w 457155"/>
                <a:gd name="connsiteY604" fmla="*/ 465965 h 557310"/>
                <a:gd name="connsiteX605" fmla="*/ 115740 w 457155"/>
                <a:gd name="connsiteY605" fmla="*/ 468942 h 557310"/>
                <a:gd name="connsiteX606" fmla="*/ 113975 w 457155"/>
                <a:gd name="connsiteY606" fmla="*/ 469000 h 557310"/>
                <a:gd name="connsiteX607" fmla="*/ 111693 w 457155"/>
                <a:gd name="connsiteY607" fmla="*/ 469128 h 557310"/>
                <a:gd name="connsiteX608" fmla="*/ 109417 w 457155"/>
                <a:gd name="connsiteY608" fmla="*/ 469232 h 557310"/>
                <a:gd name="connsiteX609" fmla="*/ 107554 w 457155"/>
                <a:gd name="connsiteY609" fmla="*/ 469686 h 557310"/>
                <a:gd name="connsiteX610" fmla="*/ 107182 w 457155"/>
                <a:gd name="connsiteY610" fmla="*/ 471197 h 557310"/>
                <a:gd name="connsiteX611" fmla="*/ 106810 w 457155"/>
                <a:gd name="connsiteY611" fmla="*/ 472662 h 557310"/>
                <a:gd name="connsiteX612" fmla="*/ 102671 w 457155"/>
                <a:gd name="connsiteY612" fmla="*/ 472848 h 557310"/>
                <a:gd name="connsiteX613" fmla="*/ 100389 w 457155"/>
                <a:gd name="connsiteY613" fmla="*/ 472767 h 557310"/>
                <a:gd name="connsiteX614" fmla="*/ 98624 w 457155"/>
                <a:gd name="connsiteY614" fmla="*/ 472662 h 557310"/>
                <a:gd name="connsiteX615" fmla="*/ 98624 w 457155"/>
                <a:gd name="connsiteY615" fmla="*/ 475639 h 557310"/>
                <a:gd name="connsiteX616" fmla="*/ 89695 w 457155"/>
                <a:gd name="connsiteY616" fmla="*/ 476383 h 557310"/>
                <a:gd name="connsiteX617" fmla="*/ 89695 w 457155"/>
                <a:gd name="connsiteY617" fmla="*/ 479360 h 557310"/>
                <a:gd name="connsiteX618" fmla="*/ 87930 w 457155"/>
                <a:gd name="connsiteY618" fmla="*/ 479444 h 557310"/>
                <a:gd name="connsiteX619" fmla="*/ 85648 w 457155"/>
                <a:gd name="connsiteY619" fmla="*/ 479592 h 557310"/>
                <a:gd name="connsiteX620" fmla="*/ 83372 w 457155"/>
                <a:gd name="connsiteY620" fmla="*/ 479723 h 557310"/>
                <a:gd name="connsiteX621" fmla="*/ 81509 w 457155"/>
                <a:gd name="connsiteY621" fmla="*/ 480104 h 557310"/>
                <a:gd name="connsiteX622" fmla="*/ 80765 w 457155"/>
                <a:gd name="connsiteY622" fmla="*/ 482336 h 557310"/>
                <a:gd name="connsiteX623" fmla="*/ 76254 w 457155"/>
                <a:gd name="connsiteY623" fmla="*/ 482848 h 557310"/>
                <a:gd name="connsiteX624" fmla="*/ 73762 w 457155"/>
                <a:gd name="connsiteY624" fmla="*/ 482996 h 557310"/>
                <a:gd name="connsiteX625" fmla="*/ 71835 w 457155"/>
                <a:gd name="connsiteY625" fmla="*/ 483080 h 557310"/>
                <a:gd name="connsiteX626" fmla="*/ 71835 w 457155"/>
                <a:gd name="connsiteY626" fmla="*/ 486057 h 557310"/>
                <a:gd name="connsiteX627" fmla="*/ 70260 w 457155"/>
                <a:gd name="connsiteY627" fmla="*/ 486115 h 557310"/>
                <a:gd name="connsiteX628" fmla="*/ 68208 w 457155"/>
                <a:gd name="connsiteY628" fmla="*/ 486243 h 557310"/>
                <a:gd name="connsiteX629" fmla="*/ 66167 w 457155"/>
                <a:gd name="connsiteY629" fmla="*/ 486348 h 557310"/>
                <a:gd name="connsiteX630" fmla="*/ 64394 w 457155"/>
                <a:gd name="connsiteY630" fmla="*/ 486801 h 557310"/>
                <a:gd name="connsiteX631" fmla="*/ 62906 w 457155"/>
                <a:gd name="connsiteY631" fmla="*/ 489778 h 557310"/>
                <a:gd name="connsiteX632" fmla="*/ 57766 w 457155"/>
                <a:gd name="connsiteY632" fmla="*/ 489592 h 557310"/>
                <a:gd name="connsiteX633" fmla="*/ 56208 w 457155"/>
                <a:gd name="connsiteY633" fmla="*/ 489778 h 557310"/>
                <a:gd name="connsiteX634" fmla="*/ 55540 w 457155"/>
                <a:gd name="connsiteY634" fmla="*/ 491231 h 557310"/>
                <a:gd name="connsiteX635" fmla="*/ 54720 w 457155"/>
                <a:gd name="connsiteY635" fmla="*/ 492754 h 557310"/>
                <a:gd name="connsiteX636" fmla="*/ 50162 w 457155"/>
                <a:gd name="connsiteY636" fmla="*/ 493312 h 557310"/>
                <a:gd name="connsiteX637" fmla="*/ 47691 w 457155"/>
                <a:gd name="connsiteY637" fmla="*/ 493440 h 557310"/>
                <a:gd name="connsiteX638" fmla="*/ 45790 w 457155"/>
                <a:gd name="connsiteY638" fmla="*/ 493498 h 557310"/>
                <a:gd name="connsiteX639" fmla="*/ 45790 w 457155"/>
                <a:gd name="connsiteY639" fmla="*/ 496475 h 557310"/>
                <a:gd name="connsiteX640" fmla="*/ 44026 w 457155"/>
                <a:gd name="connsiteY640" fmla="*/ 496559 h 557310"/>
                <a:gd name="connsiteX641" fmla="*/ 41744 w 457155"/>
                <a:gd name="connsiteY641" fmla="*/ 496707 h 557310"/>
                <a:gd name="connsiteX642" fmla="*/ 39468 w 457155"/>
                <a:gd name="connsiteY642" fmla="*/ 496838 h 557310"/>
                <a:gd name="connsiteX643" fmla="*/ 37605 w 457155"/>
                <a:gd name="connsiteY643" fmla="*/ 497219 h 557310"/>
                <a:gd name="connsiteX644" fmla="*/ 36861 w 457155"/>
                <a:gd name="connsiteY644" fmla="*/ 499452 h 557310"/>
                <a:gd name="connsiteX645" fmla="*/ 33559 w 457155"/>
                <a:gd name="connsiteY645" fmla="*/ 499917 h 557310"/>
                <a:gd name="connsiteX646" fmla="*/ 28675 w 457155"/>
                <a:gd name="connsiteY646" fmla="*/ 500940 h 557310"/>
                <a:gd name="connsiteX647" fmla="*/ 27931 w 457155"/>
                <a:gd name="connsiteY647" fmla="*/ 503172 h 557310"/>
                <a:gd name="connsiteX648" fmla="*/ 20490 w 457155"/>
                <a:gd name="connsiteY648" fmla="*/ 503172 h 557310"/>
                <a:gd name="connsiteX649" fmla="*/ 19745 w 457155"/>
                <a:gd name="connsiteY649" fmla="*/ 492010 h 557310"/>
                <a:gd name="connsiteX650" fmla="*/ 17513 w 457155"/>
                <a:gd name="connsiteY650" fmla="*/ 492010 h 557310"/>
                <a:gd name="connsiteX651" fmla="*/ 17513 w 457155"/>
                <a:gd name="connsiteY651" fmla="*/ 477871 h 557310"/>
                <a:gd name="connsiteX652" fmla="*/ 15281 w 457155"/>
                <a:gd name="connsiteY652" fmla="*/ 477871 h 557310"/>
                <a:gd name="connsiteX653" fmla="*/ 15170 w 457155"/>
                <a:gd name="connsiteY653" fmla="*/ 475183 h 557310"/>
                <a:gd name="connsiteX654" fmla="*/ 15002 w 457155"/>
                <a:gd name="connsiteY654" fmla="*/ 471686 h 557310"/>
                <a:gd name="connsiteX655" fmla="*/ 14932 w 457155"/>
                <a:gd name="connsiteY655" fmla="*/ 469914 h 557310"/>
                <a:gd name="connsiteX656" fmla="*/ 14845 w 457155"/>
                <a:gd name="connsiteY656" fmla="*/ 468206 h 557310"/>
                <a:gd name="connsiteX657" fmla="*/ 14774 w 457155"/>
                <a:gd name="connsiteY657" fmla="*/ 466636 h 557310"/>
                <a:gd name="connsiteX658" fmla="*/ 13048 w 457155"/>
                <a:gd name="connsiteY658" fmla="*/ 462989 h 557310"/>
                <a:gd name="connsiteX659" fmla="*/ 12304 w 457155"/>
                <a:gd name="connsiteY659" fmla="*/ 462989 h 557310"/>
                <a:gd name="connsiteX660" fmla="*/ 11560 w 457155"/>
                <a:gd name="connsiteY660" fmla="*/ 447362 h 557310"/>
                <a:gd name="connsiteX661" fmla="*/ 9327 w 457155"/>
                <a:gd name="connsiteY661" fmla="*/ 447362 h 557310"/>
                <a:gd name="connsiteX662" fmla="*/ 9188 w 457155"/>
                <a:gd name="connsiteY662" fmla="*/ 439223 h 557310"/>
                <a:gd name="connsiteX663" fmla="*/ 9131 w 457155"/>
                <a:gd name="connsiteY663" fmla="*/ 436875 h 557310"/>
                <a:gd name="connsiteX664" fmla="*/ 9109 w 457155"/>
                <a:gd name="connsiteY664" fmla="*/ 434644 h 557310"/>
                <a:gd name="connsiteX665" fmla="*/ 9074 w 457155"/>
                <a:gd name="connsiteY665" fmla="*/ 432578 h 557310"/>
                <a:gd name="connsiteX666" fmla="*/ 9327 w 457155"/>
                <a:gd name="connsiteY666" fmla="*/ 430991 h 557310"/>
                <a:gd name="connsiteX667" fmla="*/ 11560 w 457155"/>
                <a:gd name="connsiteY667" fmla="*/ 430246 h 557310"/>
                <a:gd name="connsiteX668" fmla="*/ 11560 w 457155"/>
                <a:gd name="connsiteY668" fmla="*/ 428014 h 557310"/>
                <a:gd name="connsiteX669" fmla="*/ 13650 w 457155"/>
                <a:gd name="connsiteY669" fmla="*/ 427930 h 557310"/>
                <a:gd name="connsiteX670" fmla="*/ 16350 w 457155"/>
                <a:gd name="connsiteY670" fmla="*/ 427781 h 557310"/>
                <a:gd name="connsiteX671" fmla="*/ 19045 w 457155"/>
                <a:gd name="connsiteY671" fmla="*/ 427651 h 557310"/>
                <a:gd name="connsiteX672" fmla="*/ 21234 w 457155"/>
                <a:gd name="connsiteY672" fmla="*/ 427270 h 557310"/>
                <a:gd name="connsiteX673" fmla="*/ 21978 w 457155"/>
                <a:gd name="connsiteY673" fmla="*/ 425037 h 557310"/>
                <a:gd name="connsiteX674" fmla="*/ 28443 w 457155"/>
                <a:gd name="connsiteY674" fmla="*/ 424247 h 557310"/>
                <a:gd name="connsiteX675" fmla="*/ 30684 w 457155"/>
                <a:gd name="connsiteY675" fmla="*/ 424267 h 557310"/>
                <a:gd name="connsiteX676" fmla="*/ 32396 w 457155"/>
                <a:gd name="connsiteY676" fmla="*/ 424293 h 557310"/>
                <a:gd name="connsiteX677" fmla="*/ 32396 w 457155"/>
                <a:gd name="connsiteY677" fmla="*/ 421317 h 557310"/>
                <a:gd name="connsiteX678" fmla="*/ 34486 w 457155"/>
                <a:gd name="connsiteY678" fmla="*/ 421259 h 557310"/>
                <a:gd name="connsiteX679" fmla="*/ 37186 w 457155"/>
                <a:gd name="connsiteY679" fmla="*/ 421131 h 557310"/>
                <a:gd name="connsiteX680" fmla="*/ 39881 w 457155"/>
                <a:gd name="connsiteY680" fmla="*/ 421026 h 557310"/>
                <a:gd name="connsiteX681" fmla="*/ 42070 w 457155"/>
                <a:gd name="connsiteY681" fmla="*/ 420573 h 557310"/>
                <a:gd name="connsiteX682" fmla="*/ 42814 w 457155"/>
                <a:gd name="connsiteY682" fmla="*/ 417596 h 557310"/>
                <a:gd name="connsiteX683" fmla="*/ 47279 w 457155"/>
                <a:gd name="connsiteY683" fmla="*/ 417177 h 557310"/>
                <a:gd name="connsiteX684" fmla="*/ 51743 w 457155"/>
                <a:gd name="connsiteY684" fmla="*/ 416852 h 557310"/>
                <a:gd name="connsiteX685" fmla="*/ 52488 w 457155"/>
                <a:gd name="connsiteY685" fmla="*/ 414619 h 557310"/>
                <a:gd name="connsiteX686" fmla="*/ 57964 w 457155"/>
                <a:gd name="connsiteY686" fmla="*/ 414250 h 557310"/>
                <a:gd name="connsiteX687" fmla="*/ 63650 w 457155"/>
                <a:gd name="connsiteY687" fmla="*/ 410899 h 557310"/>
                <a:gd name="connsiteX688" fmla="*/ 64097 w 457155"/>
                <a:gd name="connsiteY688" fmla="*/ 405484 h 557310"/>
                <a:gd name="connsiteX689" fmla="*/ 64107 w 457155"/>
                <a:gd name="connsiteY689" fmla="*/ 403828 h 557310"/>
                <a:gd name="connsiteX690" fmla="*/ 64072 w 457155"/>
                <a:gd name="connsiteY690" fmla="*/ 398333 h 557310"/>
                <a:gd name="connsiteX691" fmla="*/ 64074 w 457155"/>
                <a:gd name="connsiteY691" fmla="*/ 394395 h 557310"/>
                <a:gd name="connsiteX692" fmla="*/ 64027 w 457155"/>
                <a:gd name="connsiteY692" fmla="*/ 383700 h 557310"/>
                <a:gd name="connsiteX693" fmla="*/ 63997 w 457155"/>
                <a:gd name="connsiteY693" fmla="*/ 372524 h 557310"/>
                <a:gd name="connsiteX694" fmla="*/ 63918 w 457155"/>
                <a:gd name="connsiteY694" fmla="*/ 351359 h 557310"/>
                <a:gd name="connsiteX695" fmla="*/ 63837 w 457155"/>
                <a:gd name="connsiteY695" fmla="*/ 327264 h 557310"/>
                <a:gd name="connsiteX696" fmla="*/ 63650 w 457155"/>
                <a:gd name="connsiteY696" fmla="*/ 277698 h 557310"/>
                <a:gd name="connsiteX697" fmla="*/ 61965 w 457155"/>
                <a:gd name="connsiteY697" fmla="*/ 277708 h 557310"/>
                <a:gd name="connsiteX698" fmla="*/ 46263 w 457155"/>
                <a:gd name="connsiteY698" fmla="*/ 277775 h 557310"/>
                <a:gd name="connsiteX699" fmla="*/ 38189 w 457155"/>
                <a:gd name="connsiteY699" fmla="*/ 277810 h 557310"/>
                <a:gd name="connsiteX700" fmla="*/ 30402 w 457155"/>
                <a:gd name="connsiteY700" fmla="*/ 277839 h 557310"/>
                <a:gd name="connsiteX701" fmla="*/ 25977 w 457155"/>
                <a:gd name="connsiteY701" fmla="*/ 277866 h 557310"/>
                <a:gd name="connsiteX702" fmla="*/ 23269 w 457155"/>
                <a:gd name="connsiteY702" fmla="*/ 277867 h 557310"/>
                <a:gd name="connsiteX703" fmla="*/ 20875 w 457155"/>
                <a:gd name="connsiteY703" fmla="*/ 277877 h 557310"/>
                <a:gd name="connsiteX704" fmla="*/ 17513 w 457155"/>
                <a:gd name="connsiteY704" fmla="*/ 276209 h 557310"/>
                <a:gd name="connsiteX705" fmla="*/ 17344 w 457155"/>
                <a:gd name="connsiteY705" fmla="*/ 269619 h 557310"/>
                <a:gd name="connsiteX706" fmla="*/ 17343 w 457155"/>
                <a:gd name="connsiteY706" fmla="*/ 267551 h 557310"/>
                <a:gd name="connsiteX707" fmla="*/ 17368 w 457155"/>
                <a:gd name="connsiteY707" fmla="*/ 260763 h 557310"/>
                <a:gd name="connsiteX708" fmla="*/ 17374 w 457155"/>
                <a:gd name="connsiteY708" fmla="*/ 256064 h 557310"/>
                <a:gd name="connsiteX709" fmla="*/ 17411 w 457155"/>
                <a:gd name="connsiteY709" fmla="*/ 243681 h 557310"/>
                <a:gd name="connsiteX710" fmla="*/ 17444 w 457155"/>
                <a:gd name="connsiteY710" fmla="*/ 228833 h 557310"/>
                <a:gd name="connsiteX711" fmla="*/ 17513 w 457155"/>
                <a:gd name="connsiteY711" fmla="*/ 206260 h 557310"/>
                <a:gd name="connsiteX712" fmla="*/ 64394 w 457155"/>
                <a:gd name="connsiteY712" fmla="*/ 205516 h 557310"/>
                <a:gd name="connsiteX713" fmla="*/ 64394 w 457155"/>
                <a:gd name="connsiteY713" fmla="*/ 107289 h 557310"/>
                <a:gd name="connsiteX714" fmla="*/ 15281 w 457155"/>
                <a:gd name="connsiteY714" fmla="*/ 106545 h 557310"/>
                <a:gd name="connsiteX715" fmla="*/ 15281 w 457155"/>
                <a:gd name="connsiteY715" fmla="*/ 35108 h 557310"/>
                <a:gd name="connsiteX716" fmla="*/ 170806 w 457155"/>
                <a:gd name="connsiteY716" fmla="*/ 35108 h 557310"/>
                <a:gd name="connsiteX717" fmla="*/ 170806 w 457155"/>
                <a:gd name="connsiteY717" fmla="*/ 106545 h 557310"/>
                <a:gd name="connsiteX718" fmla="*/ 123925 w 457155"/>
                <a:gd name="connsiteY718" fmla="*/ 107289 h 557310"/>
                <a:gd name="connsiteX719" fmla="*/ 123925 w 457155"/>
                <a:gd name="connsiteY719" fmla="*/ 205516 h 557310"/>
                <a:gd name="connsiteX720" fmla="*/ 164853 w 457155"/>
                <a:gd name="connsiteY720" fmla="*/ 206260 h 557310"/>
                <a:gd name="connsiteX721" fmla="*/ 164926 w 457155"/>
                <a:gd name="connsiteY721" fmla="*/ 231052 h 557310"/>
                <a:gd name="connsiteX722" fmla="*/ 164965 w 457155"/>
                <a:gd name="connsiteY722" fmla="*/ 246212 h 557310"/>
                <a:gd name="connsiteX723" fmla="*/ 164994 w 457155"/>
                <a:gd name="connsiteY723" fmla="*/ 258428 h 557310"/>
                <a:gd name="connsiteX724" fmla="*/ 165010 w 457155"/>
                <a:gd name="connsiteY724" fmla="*/ 263098 h 557310"/>
                <a:gd name="connsiteX725" fmla="*/ 165022 w 457155"/>
                <a:gd name="connsiteY725" fmla="*/ 269619 h 557310"/>
                <a:gd name="connsiteX726" fmla="*/ 165038 w 457155"/>
                <a:gd name="connsiteY726" fmla="*/ 271585 h 557310"/>
                <a:gd name="connsiteX727" fmla="*/ 163365 w 457155"/>
                <a:gd name="connsiteY727" fmla="*/ 277698 h 557310"/>
                <a:gd name="connsiteX728" fmla="*/ 124669 w 457155"/>
                <a:gd name="connsiteY728" fmla="*/ 277698 h 557310"/>
                <a:gd name="connsiteX729" fmla="*/ 123925 w 457155"/>
                <a:gd name="connsiteY729" fmla="*/ 390063 h 557310"/>
                <a:gd name="connsiteX730" fmla="*/ 128390 w 457155"/>
                <a:gd name="connsiteY730" fmla="*/ 389319 h 557310"/>
                <a:gd name="connsiteX731" fmla="*/ 128390 w 457155"/>
                <a:gd name="connsiteY731" fmla="*/ 387086 h 557310"/>
                <a:gd name="connsiteX732" fmla="*/ 130128 w 457155"/>
                <a:gd name="connsiteY732" fmla="*/ 387028 h 557310"/>
                <a:gd name="connsiteX733" fmla="*/ 132390 w 457155"/>
                <a:gd name="connsiteY733" fmla="*/ 386900 h 557310"/>
                <a:gd name="connsiteX734" fmla="*/ 134640 w 457155"/>
                <a:gd name="connsiteY734" fmla="*/ 386796 h 557310"/>
                <a:gd name="connsiteX735" fmla="*/ 136575 w 457155"/>
                <a:gd name="connsiteY735" fmla="*/ 386342 h 557310"/>
                <a:gd name="connsiteX736" fmla="*/ 137323 w 457155"/>
                <a:gd name="connsiteY736" fmla="*/ 384845 h 557310"/>
                <a:gd name="connsiteX737" fmla="*/ 138064 w 457155"/>
                <a:gd name="connsiteY737" fmla="*/ 383366 h 557310"/>
                <a:gd name="connsiteX738" fmla="*/ 142203 w 457155"/>
                <a:gd name="connsiteY738" fmla="*/ 382947 h 557310"/>
                <a:gd name="connsiteX739" fmla="*/ 146249 w 457155"/>
                <a:gd name="connsiteY739" fmla="*/ 382621 h 557310"/>
                <a:gd name="connsiteX740" fmla="*/ 146993 w 457155"/>
                <a:gd name="connsiteY740" fmla="*/ 380389 h 557310"/>
                <a:gd name="connsiteX741" fmla="*/ 153342 w 457155"/>
                <a:gd name="connsiteY741" fmla="*/ 380020 h 557310"/>
                <a:gd name="connsiteX742" fmla="*/ 155179 w 457155"/>
                <a:gd name="connsiteY742" fmla="*/ 379645 h 557310"/>
                <a:gd name="connsiteX743" fmla="*/ 155551 w 457155"/>
                <a:gd name="connsiteY743" fmla="*/ 378157 h 557310"/>
                <a:gd name="connsiteX744" fmla="*/ 155923 w 457155"/>
                <a:gd name="connsiteY744" fmla="*/ 376668 h 557310"/>
                <a:gd name="connsiteX745" fmla="*/ 160016 w 457155"/>
                <a:gd name="connsiteY745" fmla="*/ 376250 h 557310"/>
                <a:gd name="connsiteX746" fmla="*/ 164109 w 457155"/>
                <a:gd name="connsiteY746" fmla="*/ 375924 h 557310"/>
                <a:gd name="connsiteX747" fmla="*/ 164853 w 457155"/>
                <a:gd name="connsiteY747" fmla="*/ 373692 h 557310"/>
                <a:gd name="connsiteX748" fmla="*/ 168248 w 457155"/>
                <a:gd name="connsiteY748" fmla="*/ 373552 h 557310"/>
                <a:gd name="connsiteX749" fmla="*/ 170111 w 457155"/>
                <a:gd name="connsiteY749" fmla="*/ 373613 h 557310"/>
                <a:gd name="connsiteX750" fmla="*/ 171550 w 457155"/>
                <a:gd name="connsiteY750" fmla="*/ 373692 h 557310"/>
                <a:gd name="connsiteX751" fmla="*/ 171550 w 457155"/>
                <a:gd name="connsiteY751" fmla="*/ 375924 h 557310"/>
                <a:gd name="connsiteX752" fmla="*/ 173038 w 457155"/>
                <a:gd name="connsiteY752" fmla="*/ 375924 h 557310"/>
                <a:gd name="connsiteX753" fmla="*/ 173783 w 457155"/>
                <a:gd name="connsiteY753" fmla="*/ 387226 h 557310"/>
                <a:gd name="connsiteX754" fmla="*/ 173736 w 457155"/>
                <a:gd name="connsiteY754" fmla="*/ 390792 h 557310"/>
                <a:gd name="connsiteX755" fmla="*/ 173710 w 457155"/>
                <a:gd name="connsiteY755" fmla="*/ 392371 h 557310"/>
                <a:gd name="connsiteX756" fmla="*/ 174527 w 457155"/>
                <a:gd name="connsiteY756" fmla="*/ 396016 h 557310"/>
                <a:gd name="connsiteX757" fmla="*/ 176015 w 457155"/>
                <a:gd name="connsiteY757" fmla="*/ 396760 h 557310"/>
                <a:gd name="connsiteX758" fmla="*/ 176480 w 457155"/>
                <a:gd name="connsiteY758" fmla="*/ 402760 h 557310"/>
                <a:gd name="connsiteX759" fmla="*/ 176567 w 457155"/>
                <a:gd name="connsiteY759" fmla="*/ 404470 h 557310"/>
                <a:gd name="connsiteX760" fmla="*/ 176759 w 457155"/>
                <a:gd name="connsiteY760" fmla="*/ 408666 h 557310"/>
                <a:gd name="connsiteX761" fmla="*/ 179689 w 457155"/>
                <a:gd name="connsiteY761" fmla="*/ 405643 h 557310"/>
                <a:gd name="connsiteX762" fmla="*/ 180480 w 457155"/>
                <a:gd name="connsiteY762" fmla="*/ 404202 h 557310"/>
                <a:gd name="connsiteX763" fmla="*/ 182015 w 457155"/>
                <a:gd name="connsiteY763" fmla="*/ 403829 h 557310"/>
                <a:gd name="connsiteX764" fmla="*/ 183456 w 457155"/>
                <a:gd name="connsiteY764" fmla="*/ 403457 h 557310"/>
                <a:gd name="connsiteX765" fmla="*/ 183828 w 457155"/>
                <a:gd name="connsiteY765" fmla="*/ 401923 h 557310"/>
                <a:gd name="connsiteX766" fmla="*/ 184200 w 457155"/>
                <a:gd name="connsiteY766" fmla="*/ 400481 h 557310"/>
                <a:gd name="connsiteX767" fmla="*/ 187177 w 457155"/>
                <a:gd name="connsiteY767" fmla="*/ 400481 h 557310"/>
                <a:gd name="connsiteX768" fmla="*/ 187177 w 457155"/>
                <a:gd name="connsiteY768" fmla="*/ 397504 h 557310"/>
                <a:gd name="connsiteX769" fmla="*/ 190154 w 457155"/>
                <a:gd name="connsiteY769" fmla="*/ 396760 h 557310"/>
                <a:gd name="connsiteX770" fmla="*/ 190898 w 457155"/>
                <a:gd name="connsiteY770" fmla="*/ 394528 h 557310"/>
                <a:gd name="connsiteX771" fmla="*/ 192805 w 457155"/>
                <a:gd name="connsiteY771" fmla="*/ 393784 h 557310"/>
                <a:gd name="connsiteX772" fmla="*/ 194618 w 457155"/>
                <a:gd name="connsiteY772" fmla="*/ 393039 h 557310"/>
                <a:gd name="connsiteX773" fmla="*/ 194618 w 457155"/>
                <a:gd name="connsiteY773" fmla="*/ 390807 h 557310"/>
                <a:gd name="connsiteX774" fmla="*/ 198339 w 457155"/>
                <a:gd name="connsiteY774" fmla="*/ 390063 h 557310"/>
                <a:gd name="connsiteX775" fmla="*/ 198339 w 457155"/>
                <a:gd name="connsiteY775" fmla="*/ 387830 h 557310"/>
                <a:gd name="connsiteX776" fmla="*/ 199781 w 457155"/>
                <a:gd name="connsiteY776" fmla="*/ 387505 h 557310"/>
                <a:gd name="connsiteX777" fmla="*/ 201316 w 457155"/>
                <a:gd name="connsiteY777" fmla="*/ 387086 h 557310"/>
                <a:gd name="connsiteX778" fmla="*/ 202060 w 457155"/>
                <a:gd name="connsiteY778" fmla="*/ 384110 h 557310"/>
                <a:gd name="connsiteX779" fmla="*/ 205036 w 457155"/>
                <a:gd name="connsiteY779" fmla="*/ 382621 h 557310"/>
                <a:gd name="connsiteX780" fmla="*/ 205781 w 457155"/>
                <a:gd name="connsiteY780" fmla="*/ 380389 h 557310"/>
                <a:gd name="connsiteX781" fmla="*/ 208757 w 457155"/>
                <a:gd name="connsiteY781" fmla="*/ 380389 h 557310"/>
                <a:gd name="connsiteX782" fmla="*/ 209501 w 457155"/>
                <a:gd name="connsiteY782" fmla="*/ 377412 h 557310"/>
                <a:gd name="connsiteX783" fmla="*/ 211734 w 457155"/>
                <a:gd name="connsiteY783" fmla="*/ 375924 h 557310"/>
                <a:gd name="connsiteX784" fmla="*/ 212478 w 457155"/>
                <a:gd name="connsiteY784" fmla="*/ 373692 h 557310"/>
                <a:gd name="connsiteX785" fmla="*/ 215454 w 457155"/>
                <a:gd name="connsiteY785" fmla="*/ 372203 h 557310"/>
                <a:gd name="connsiteX786" fmla="*/ 216199 w 457155"/>
                <a:gd name="connsiteY786" fmla="*/ 369971 h 557310"/>
                <a:gd name="connsiteX787" fmla="*/ 219919 w 457155"/>
                <a:gd name="connsiteY787" fmla="*/ 369971 h 557310"/>
                <a:gd name="connsiteX788" fmla="*/ 219919 w 457155"/>
                <a:gd name="connsiteY788" fmla="*/ 366994 h 557310"/>
                <a:gd name="connsiteX789" fmla="*/ 222896 w 457155"/>
                <a:gd name="connsiteY789" fmla="*/ 366994 h 557310"/>
                <a:gd name="connsiteX790" fmla="*/ 224384 w 457155"/>
                <a:gd name="connsiteY790" fmla="*/ 363274 h 557310"/>
                <a:gd name="connsiteX791" fmla="*/ 225872 w 457155"/>
                <a:gd name="connsiteY791" fmla="*/ 363274 h 557310"/>
                <a:gd name="connsiteX792" fmla="*/ 226523 w 457155"/>
                <a:gd name="connsiteY792" fmla="*/ 361599 h 557310"/>
                <a:gd name="connsiteX793" fmla="*/ 230337 w 457155"/>
                <a:gd name="connsiteY793" fmla="*/ 356577 h 557310"/>
                <a:gd name="connsiteX794" fmla="*/ 233314 w 457155"/>
                <a:gd name="connsiteY794" fmla="*/ 356577 h 557310"/>
                <a:gd name="connsiteX795" fmla="*/ 234058 w 457155"/>
                <a:gd name="connsiteY795" fmla="*/ 353600 h 557310"/>
                <a:gd name="connsiteX796" fmla="*/ 236290 w 457155"/>
                <a:gd name="connsiteY796" fmla="*/ 352112 h 557310"/>
                <a:gd name="connsiteX797" fmla="*/ 237034 w 457155"/>
                <a:gd name="connsiteY797" fmla="*/ 349879 h 557310"/>
                <a:gd name="connsiteX798" fmla="*/ 239267 w 457155"/>
                <a:gd name="connsiteY798" fmla="*/ 349135 h 557310"/>
                <a:gd name="connsiteX799" fmla="*/ 239918 w 457155"/>
                <a:gd name="connsiteY799" fmla="*/ 347833 h 557310"/>
                <a:gd name="connsiteX800" fmla="*/ 244476 w 457155"/>
                <a:gd name="connsiteY800" fmla="*/ 342438 h 557310"/>
                <a:gd name="connsiteX801" fmla="*/ 247452 w 457155"/>
                <a:gd name="connsiteY801" fmla="*/ 342438 h 557310"/>
                <a:gd name="connsiteX802" fmla="*/ 247452 w 457155"/>
                <a:gd name="connsiteY802" fmla="*/ 339461 h 557310"/>
                <a:gd name="connsiteX803" fmla="*/ 250429 w 457155"/>
                <a:gd name="connsiteY803" fmla="*/ 339461 h 557310"/>
                <a:gd name="connsiteX804" fmla="*/ 251917 w 457155"/>
                <a:gd name="connsiteY804" fmla="*/ 335741 h 557310"/>
                <a:gd name="connsiteX805" fmla="*/ 255638 w 457155"/>
                <a:gd name="connsiteY805" fmla="*/ 332020 h 557310"/>
                <a:gd name="connsiteX806" fmla="*/ 257870 w 457155"/>
                <a:gd name="connsiteY806" fmla="*/ 332020 h 557310"/>
                <a:gd name="connsiteX807" fmla="*/ 257870 w 457155"/>
                <a:gd name="connsiteY807" fmla="*/ 329043 h 557310"/>
                <a:gd name="connsiteX808" fmla="*/ 260847 w 457155"/>
                <a:gd name="connsiteY808" fmla="*/ 329043 h 557310"/>
                <a:gd name="connsiteX809" fmla="*/ 260847 w 457155"/>
                <a:gd name="connsiteY809" fmla="*/ 326067 h 557310"/>
                <a:gd name="connsiteX810" fmla="*/ 263824 w 457155"/>
                <a:gd name="connsiteY810" fmla="*/ 324578 h 557310"/>
                <a:gd name="connsiteX811" fmla="*/ 265312 w 457155"/>
                <a:gd name="connsiteY811" fmla="*/ 322346 h 557310"/>
                <a:gd name="connsiteX812" fmla="*/ 266800 w 457155"/>
                <a:gd name="connsiteY812" fmla="*/ 322346 h 557310"/>
                <a:gd name="connsiteX813" fmla="*/ 267033 w 457155"/>
                <a:gd name="connsiteY813" fmla="*/ 321090 h 557310"/>
                <a:gd name="connsiteX814" fmla="*/ 271265 w 457155"/>
                <a:gd name="connsiteY814" fmla="*/ 315649 h 557310"/>
                <a:gd name="connsiteX815" fmla="*/ 274242 w 457155"/>
                <a:gd name="connsiteY815" fmla="*/ 315649 h 557310"/>
                <a:gd name="connsiteX816" fmla="*/ 274986 w 457155"/>
                <a:gd name="connsiteY816" fmla="*/ 312672 h 557310"/>
                <a:gd name="connsiteX817" fmla="*/ 277218 w 457155"/>
                <a:gd name="connsiteY817" fmla="*/ 311184 h 557310"/>
                <a:gd name="connsiteX818" fmla="*/ 277962 w 457155"/>
                <a:gd name="connsiteY818" fmla="*/ 308952 h 557310"/>
                <a:gd name="connsiteX819" fmla="*/ 280195 w 457155"/>
                <a:gd name="connsiteY819" fmla="*/ 308952 h 557310"/>
                <a:gd name="connsiteX820" fmla="*/ 281683 w 457155"/>
                <a:gd name="connsiteY820" fmla="*/ 305231 h 557310"/>
                <a:gd name="connsiteX821" fmla="*/ 283171 w 457155"/>
                <a:gd name="connsiteY821" fmla="*/ 305231 h 557310"/>
                <a:gd name="connsiteX822" fmla="*/ 282427 w 457155"/>
                <a:gd name="connsiteY822" fmla="*/ 168309 h 557310"/>
                <a:gd name="connsiteX823" fmla="*/ 212943 w 457155"/>
                <a:gd name="connsiteY823" fmla="*/ 168376 h 557310"/>
                <a:gd name="connsiteX824" fmla="*/ 203105 w 457155"/>
                <a:gd name="connsiteY824" fmla="*/ 168380 h 557310"/>
                <a:gd name="connsiteX825" fmla="*/ 196509 w 457155"/>
                <a:gd name="connsiteY825" fmla="*/ 168388 h 557310"/>
                <a:gd name="connsiteX826" fmla="*/ 188110 w 457155"/>
                <a:gd name="connsiteY826" fmla="*/ 168393 h 557310"/>
                <a:gd name="connsiteX827" fmla="*/ 185018 w 457155"/>
                <a:gd name="connsiteY827" fmla="*/ 168398 h 557310"/>
                <a:gd name="connsiteX828" fmla="*/ 180860 w 457155"/>
                <a:gd name="connsiteY828" fmla="*/ 168398 h 557310"/>
                <a:gd name="connsiteX829" fmla="*/ 178501 w 457155"/>
                <a:gd name="connsiteY829" fmla="*/ 168401 h 557310"/>
                <a:gd name="connsiteX830" fmla="*/ 176015 w 457155"/>
                <a:gd name="connsiteY830" fmla="*/ 167565 h 557310"/>
                <a:gd name="connsiteX831" fmla="*/ 175930 w 457155"/>
                <a:gd name="connsiteY831" fmla="*/ 160991 h 557310"/>
                <a:gd name="connsiteX832" fmla="*/ 175930 w 457155"/>
                <a:gd name="connsiteY832" fmla="*/ 158867 h 557310"/>
                <a:gd name="connsiteX833" fmla="*/ 175942 w 457155"/>
                <a:gd name="connsiteY833" fmla="*/ 152028 h 557310"/>
                <a:gd name="connsiteX834" fmla="*/ 175945 w 457155"/>
                <a:gd name="connsiteY834" fmla="*/ 147819 h 557310"/>
                <a:gd name="connsiteX835" fmla="*/ 175968 w 457155"/>
                <a:gd name="connsiteY835" fmla="*/ 132172 h 557310"/>
                <a:gd name="connsiteX836" fmla="*/ 176015 w 457155"/>
                <a:gd name="connsiteY836" fmla="*/ 96871 h 557310"/>
                <a:gd name="connsiteX837" fmla="*/ 283171 w 457155"/>
                <a:gd name="connsiteY837" fmla="*/ 96127 h 557310"/>
                <a:gd name="connsiteX838" fmla="*/ 282614 w 457155"/>
                <a:gd name="connsiteY838" fmla="*/ 36218 h 557310"/>
                <a:gd name="connsiteX839" fmla="*/ 282541 w 457155"/>
                <a:gd name="connsiteY839" fmla="*/ 27713 h 557310"/>
                <a:gd name="connsiteX840" fmla="*/ 282472 w 457155"/>
                <a:gd name="connsiteY840" fmla="*/ 20536 h 557310"/>
                <a:gd name="connsiteX841" fmla="*/ 282411 w 457155"/>
                <a:gd name="connsiteY841" fmla="*/ 13423 h 557310"/>
                <a:gd name="connsiteX842" fmla="*/ 282382 w 457155"/>
                <a:gd name="connsiteY842" fmla="*/ 10865 h 557310"/>
                <a:gd name="connsiteX843" fmla="*/ 282366 w 457155"/>
                <a:gd name="connsiteY843" fmla="*/ 8520 h 557310"/>
                <a:gd name="connsiteX844" fmla="*/ 282347 w 457155"/>
                <a:gd name="connsiteY844" fmla="*/ 6485 h 557310"/>
                <a:gd name="connsiteX845" fmla="*/ 283171 w 457155"/>
                <a:gd name="connsiteY845" fmla="*/ 877 h 557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Lst>
              <a:rect l="l" t="t" r="r" b="b"/>
              <a:pathLst>
                <a:path w="457155" h="557310">
                  <a:moveTo>
                    <a:pt x="283171" y="877"/>
                  </a:moveTo>
                  <a:cubicBezTo>
                    <a:pt x="285169" y="497"/>
                    <a:pt x="286714" y="407"/>
                    <a:pt x="288720" y="455"/>
                  </a:cubicBezTo>
                  <a:cubicBezTo>
                    <a:pt x="289311" y="455"/>
                    <a:pt x="289901" y="454"/>
                    <a:pt x="290509" y="454"/>
                  </a:cubicBezTo>
                  <a:cubicBezTo>
                    <a:pt x="292429" y="456"/>
                    <a:pt x="294347" y="485"/>
                    <a:pt x="296266" y="514"/>
                  </a:cubicBezTo>
                  <a:cubicBezTo>
                    <a:pt x="297448" y="519"/>
                    <a:pt x="298629" y="523"/>
                    <a:pt x="299810" y="525"/>
                  </a:cubicBezTo>
                  <a:cubicBezTo>
                    <a:pt x="304201" y="545"/>
                    <a:pt x="308592" y="597"/>
                    <a:pt x="312983" y="645"/>
                  </a:cubicBezTo>
                  <a:cubicBezTo>
                    <a:pt x="327694" y="760"/>
                    <a:pt x="327694" y="760"/>
                    <a:pt x="342702" y="877"/>
                  </a:cubicBezTo>
                  <a:cubicBezTo>
                    <a:pt x="342702" y="32555"/>
                    <a:pt x="342702" y="64233"/>
                    <a:pt x="342702" y="96871"/>
                  </a:cubicBezTo>
                  <a:cubicBezTo>
                    <a:pt x="361857" y="96871"/>
                    <a:pt x="381011" y="96871"/>
                    <a:pt x="400745" y="96871"/>
                  </a:cubicBezTo>
                  <a:cubicBezTo>
                    <a:pt x="400264" y="94551"/>
                    <a:pt x="400264" y="94551"/>
                    <a:pt x="398513" y="93895"/>
                  </a:cubicBezTo>
                  <a:cubicBezTo>
                    <a:pt x="397025" y="93151"/>
                    <a:pt x="397025" y="93151"/>
                    <a:pt x="396281" y="90918"/>
                  </a:cubicBezTo>
                  <a:cubicBezTo>
                    <a:pt x="395897" y="90535"/>
                    <a:pt x="395513" y="90151"/>
                    <a:pt x="395118" y="89756"/>
                  </a:cubicBezTo>
                  <a:cubicBezTo>
                    <a:pt x="394048" y="88686"/>
                    <a:pt x="394048" y="88686"/>
                    <a:pt x="394048" y="87198"/>
                  </a:cubicBezTo>
                  <a:cubicBezTo>
                    <a:pt x="393311" y="86952"/>
                    <a:pt x="392575" y="86707"/>
                    <a:pt x="391816" y="86454"/>
                  </a:cubicBezTo>
                  <a:cubicBezTo>
                    <a:pt x="391570" y="85717"/>
                    <a:pt x="391325" y="84980"/>
                    <a:pt x="391072" y="84221"/>
                  </a:cubicBezTo>
                  <a:cubicBezTo>
                    <a:pt x="389854" y="83201"/>
                    <a:pt x="388611" y="82211"/>
                    <a:pt x="387351" y="81245"/>
                  </a:cubicBezTo>
                  <a:cubicBezTo>
                    <a:pt x="385382" y="79440"/>
                    <a:pt x="384483" y="78594"/>
                    <a:pt x="383630" y="76036"/>
                  </a:cubicBezTo>
                  <a:cubicBezTo>
                    <a:pt x="383139" y="75790"/>
                    <a:pt x="382648" y="75544"/>
                    <a:pt x="382142" y="75291"/>
                  </a:cubicBezTo>
                  <a:cubicBezTo>
                    <a:pt x="381896" y="74555"/>
                    <a:pt x="381651" y="73818"/>
                    <a:pt x="381398" y="73059"/>
                  </a:cubicBezTo>
                  <a:cubicBezTo>
                    <a:pt x="380661" y="72813"/>
                    <a:pt x="379924" y="72568"/>
                    <a:pt x="379165" y="72315"/>
                  </a:cubicBezTo>
                  <a:cubicBezTo>
                    <a:pt x="378643" y="71336"/>
                    <a:pt x="378149" y="70342"/>
                    <a:pt x="377677" y="69338"/>
                  </a:cubicBezTo>
                  <a:cubicBezTo>
                    <a:pt x="377278" y="68939"/>
                    <a:pt x="376879" y="68540"/>
                    <a:pt x="376468" y="68129"/>
                  </a:cubicBezTo>
                  <a:cubicBezTo>
                    <a:pt x="375445" y="67106"/>
                    <a:pt x="375445" y="67106"/>
                    <a:pt x="375445" y="65618"/>
                  </a:cubicBezTo>
                  <a:cubicBezTo>
                    <a:pt x="374708" y="65618"/>
                    <a:pt x="373971" y="65618"/>
                    <a:pt x="373212" y="65618"/>
                  </a:cubicBezTo>
                  <a:cubicBezTo>
                    <a:pt x="373212" y="64635"/>
                    <a:pt x="373212" y="63653"/>
                    <a:pt x="373212" y="62641"/>
                  </a:cubicBezTo>
                  <a:cubicBezTo>
                    <a:pt x="371978" y="62363"/>
                    <a:pt x="370737" y="62115"/>
                    <a:pt x="369492" y="61897"/>
                  </a:cubicBezTo>
                  <a:cubicBezTo>
                    <a:pt x="369492" y="61160"/>
                    <a:pt x="369492" y="60423"/>
                    <a:pt x="369492" y="59664"/>
                  </a:cubicBezTo>
                  <a:cubicBezTo>
                    <a:pt x="368594" y="59319"/>
                    <a:pt x="368594" y="59319"/>
                    <a:pt x="367678" y="58967"/>
                  </a:cubicBezTo>
                  <a:cubicBezTo>
                    <a:pt x="367048" y="58706"/>
                    <a:pt x="366419" y="58445"/>
                    <a:pt x="365771" y="58176"/>
                  </a:cubicBezTo>
                  <a:cubicBezTo>
                    <a:pt x="365306" y="56641"/>
                    <a:pt x="365306" y="56641"/>
                    <a:pt x="365027" y="55200"/>
                  </a:cubicBezTo>
                  <a:cubicBezTo>
                    <a:pt x="364290" y="54954"/>
                    <a:pt x="363553" y="54708"/>
                    <a:pt x="362794" y="54455"/>
                  </a:cubicBezTo>
                  <a:cubicBezTo>
                    <a:pt x="359074" y="50389"/>
                    <a:pt x="359074" y="50389"/>
                    <a:pt x="359074" y="48502"/>
                  </a:cubicBezTo>
                  <a:cubicBezTo>
                    <a:pt x="357843" y="48211"/>
                    <a:pt x="356600" y="47966"/>
                    <a:pt x="355353" y="47758"/>
                  </a:cubicBezTo>
                  <a:cubicBezTo>
                    <a:pt x="354862" y="47513"/>
                    <a:pt x="354371" y="47267"/>
                    <a:pt x="353865" y="47014"/>
                  </a:cubicBezTo>
                  <a:cubicBezTo>
                    <a:pt x="353641" y="45177"/>
                    <a:pt x="353641" y="45177"/>
                    <a:pt x="353632" y="42921"/>
                  </a:cubicBezTo>
                  <a:cubicBezTo>
                    <a:pt x="353620" y="42177"/>
                    <a:pt x="353607" y="41433"/>
                    <a:pt x="353594" y="40666"/>
                  </a:cubicBezTo>
                  <a:cubicBezTo>
                    <a:pt x="353683" y="40059"/>
                    <a:pt x="353773" y="39453"/>
                    <a:pt x="353865" y="38829"/>
                  </a:cubicBezTo>
                  <a:cubicBezTo>
                    <a:pt x="354970" y="38460"/>
                    <a:pt x="354970" y="38460"/>
                    <a:pt x="356097" y="38084"/>
                  </a:cubicBezTo>
                  <a:cubicBezTo>
                    <a:pt x="356220" y="37578"/>
                    <a:pt x="356343" y="37071"/>
                    <a:pt x="356469" y="36550"/>
                  </a:cubicBezTo>
                  <a:cubicBezTo>
                    <a:pt x="356592" y="36074"/>
                    <a:pt x="356715" y="35598"/>
                    <a:pt x="356841" y="35108"/>
                  </a:cubicBezTo>
                  <a:cubicBezTo>
                    <a:pt x="357578" y="35108"/>
                    <a:pt x="358315" y="35108"/>
                    <a:pt x="359074" y="35108"/>
                  </a:cubicBezTo>
                  <a:cubicBezTo>
                    <a:pt x="359196" y="34617"/>
                    <a:pt x="359319" y="34126"/>
                    <a:pt x="359446" y="33620"/>
                  </a:cubicBezTo>
                  <a:cubicBezTo>
                    <a:pt x="359568" y="33128"/>
                    <a:pt x="359691" y="32637"/>
                    <a:pt x="359818" y="32131"/>
                  </a:cubicBezTo>
                  <a:cubicBezTo>
                    <a:pt x="360554" y="32131"/>
                    <a:pt x="361291" y="32131"/>
                    <a:pt x="362050" y="32131"/>
                  </a:cubicBezTo>
                  <a:cubicBezTo>
                    <a:pt x="362490" y="30683"/>
                    <a:pt x="362490" y="30683"/>
                    <a:pt x="362794" y="29155"/>
                  </a:cubicBezTo>
                  <a:cubicBezTo>
                    <a:pt x="363285" y="28909"/>
                    <a:pt x="363777" y="28664"/>
                    <a:pt x="364283" y="28411"/>
                  </a:cubicBezTo>
                  <a:cubicBezTo>
                    <a:pt x="364528" y="27919"/>
                    <a:pt x="364774" y="27428"/>
                    <a:pt x="365027" y="26922"/>
                  </a:cubicBezTo>
                  <a:cubicBezTo>
                    <a:pt x="365771" y="25434"/>
                    <a:pt x="365771" y="25434"/>
                    <a:pt x="367259" y="24690"/>
                  </a:cubicBezTo>
                  <a:cubicBezTo>
                    <a:pt x="367459" y="24260"/>
                    <a:pt x="367658" y="23830"/>
                    <a:pt x="367864" y="23388"/>
                  </a:cubicBezTo>
                  <a:cubicBezTo>
                    <a:pt x="369034" y="21170"/>
                    <a:pt x="370678" y="19740"/>
                    <a:pt x="372468" y="17993"/>
                  </a:cubicBezTo>
                  <a:cubicBezTo>
                    <a:pt x="374219" y="15949"/>
                    <a:pt x="375336" y="14597"/>
                    <a:pt x="376189" y="12039"/>
                  </a:cubicBezTo>
                  <a:cubicBezTo>
                    <a:pt x="377041" y="11579"/>
                    <a:pt x="377041" y="11579"/>
                    <a:pt x="377910" y="11109"/>
                  </a:cubicBezTo>
                  <a:cubicBezTo>
                    <a:pt x="380067" y="9705"/>
                    <a:pt x="380203" y="9305"/>
                    <a:pt x="381119" y="7063"/>
                  </a:cubicBezTo>
                  <a:cubicBezTo>
                    <a:pt x="381811" y="5679"/>
                    <a:pt x="381811" y="5679"/>
                    <a:pt x="382886" y="4598"/>
                  </a:cubicBezTo>
                  <a:cubicBezTo>
                    <a:pt x="385660" y="4132"/>
                    <a:pt x="388284" y="4295"/>
                    <a:pt x="391072" y="4598"/>
                  </a:cubicBezTo>
                  <a:cubicBezTo>
                    <a:pt x="391072" y="5580"/>
                    <a:pt x="391072" y="6563"/>
                    <a:pt x="391072" y="7575"/>
                  </a:cubicBezTo>
                  <a:cubicBezTo>
                    <a:pt x="392875" y="8445"/>
                    <a:pt x="392875" y="8445"/>
                    <a:pt x="394792" y="9063"/>
                  </a:cubicBezTo>
                  <a:cubicBezTo>
                    <a:pt x="395038" y="9554"/>
                    <a:pt x="395283" y="10045"/>
                    <a:pt x="395536" y="10551"/>
                  </a:cubicBezTo>
                  <a:cubicBezTo>
                    <a:pt x="396250" y="10689"/>
                    <a:pt x="396250" y="10689"/>
                    <a:pt x="396978" y="10830"/>
                  </a:cubicBezTo>
                  <a:cubicBezTo>
                    <a:pt x="397485" y="10984"/>
                    <a:pt x="397991" y="11137"/>
                    <a:pt x="398513" y="11295"/>
                  </a:cubicBezTo>
                  <a:cubicBezTo>
                    <a:pt x="399033" y="12275"/>
                    <a:pt x="399530" y="13267"/>
                    <a:pt x="400001" y="14272"/>
                  </a:cubicBezTo>
                  <a:cubicBezTo>
                    <a:pt x="400738" y="14517"/>
                    <a:pt x="401475" y="14763"/>
                    <a:pt x="402234" y="15016"/>
                  </a:cubicBezTo>
                  <a:cubicBezTo>
                    <a:pt x="402479" y="15523"/>
                    <a:pt x="402725" y="16029"/>
                    <a:pt x="402978" y="16551"/>
                  </a:cubicBezTo>
                  <a:cubicBezTo>
                    <a:pt x="403223" y="17027"/>
                    <a:pt x="403469" y="17502"/>
                    <a:pt x="403722" y="17993"/>
                  </a:cubicBezTo>
                  <a:cubicBezTo>
                    <a:pt x="404459" y="17993"/>
                    <a:pt x="405195" y="17993"/>
                    <a:pt x="405954" y="17993"/>
                  </a:cubicBezTo>
                  <a:cubicBezTo>
                    <a:pt x="405954" y="18975"/>
                    <a:pt x="405954" y="19957"/>
                    <a:pt x="405954" y="20969"/>
                  </a:cubicBezTo>
                  <a:cubicBezTo>
                    <a:pt x="407192" y="21230"/>
                    <a:pt x="408433" y="21477"/>
                    <a:pt x="409675" y="21713"/>
                  </a:cubicBezTo>
                  <a:cubicBezTo>
                    <a:pt x="410512" y="23155"/>
                    <a:pt x="410512" y="23155"/>
                    <a:pt x="411163" y="24690"/>
                  </a:cubicBezTo>
                  <a:cubicBezTo>
                    <a:pt x="411900" y="25181"/>
                    <a:pt x="412637" y="25672"/>
                    <a:pt x="413396" y="26178"/>
                  </a:cubicBezTo>
                  <a:cubicBezTo>
                    <a:pt x="413396" y="26915"/>
                    <a:pt x="413396" y="27652"/>
                    <a:pt x="413396" y="28411"/>
                  </a:cubicBezTo>
                  <a:cubicBezTo>
                    <a:pt x="414378" y="28411"/>
                    <a:pt x="415360" y="28411"/>
                    <a:pt x="416372" y="28411"/>
                  </a:cubicBezTo>
                  <a:cubicBezTo>
                    <a:pt x="416372" y="29393"/>
                    <a:pt x="416372" y="30375"/>
                    <a:pt x="416372" y="31387"/>
                  </a:cubicBezTo>
                  <a:cubicBezTo>
                    <a:pt x="416894" y="31449"/>
                    <a:pt x="417416" y="31510"/>
                    <a:pt x="417954" y="31573"/>
                  </a:cubicBezTo>
                  <a:cubicBezTo>
                    <a:pt x="420960" y="32357"/>
                    <a:pt x="421778" y="34110"/>
                    <a:pt x="423497" y="36593"/>
                  </a:cubicBezTo>
                  <a:cubicBezTo>
                    <a:pt x="424584" y="38208"/>
                    <a:pt x="424584" y="38208"/>
                    <a:pt x="426325" y="39852"/>
                  </a:cubicBezTo>
                  <a:cubicBezTo>
                    <a:pt x="427534" y="41061"/>
                    <a:pt x="427534" y="41061"/>
                    <a:pt x="427534" y="42549"/>
                  </a:cubicBezTo>
                  <a:cubicBezTo>
                    <a:pt x="428271" y="42549"/>
                    <a:pt x="429008" y="42549"/>
                    <a:pt x="429767" y="42549"/>
                  </a:cubicBezTo>
                  <a:cubicBezTo>
                    <a:pt x="430558" y="43991"/>
                    <a:pt x="430558" y="43991"/>
                    <a:pt x="431255" y="45526"/>
                  </a:cubicBezTo>
                  <a:cubicBezTo>
                    <a:pt x="431746" y="45771"/>
                    <a:pt x="432237" y="46017"/>
                    <a:pt x="432743" y="46270"/>
                  </a:cubicBezTo>
                  <a:cubicBezTo>
                    <a:pt x="432989" y="47007"/>
                    <a:pt x="433235" y="47743"/>
                    <a:pt x="433488" y="48502"/>
                  </a:cubicBezTo>
                  <a:cubicBezTo>
                    <a:pt x="434511" y="49650"/>
                    <a:pt x="434511" y="49650"/>
                    <a:pt x="435720" y="50735"/>
                  </a:cubicBezTo>
                  <a:cubicBezTo>
                    <a:pt x="437431" y="52314"/>
                    <a:pt x="437932" y="52905"/>
                    <a:pt x="438697" y="55200"/>
                  </a:cubicBezTo>
                  <a:cubicBezTo>
                    <a:pt x="439433" y="55691"/>
                    <a:pt x="440170" y="56182"/>
                    <a:pt x="440929" y="56688"/>
                  </a:cubicBezTo>
                  <a:cubicBezTo>
                    <a:pt x="441175" y="57425"/>
                    <a:pt x="441420" y="58161"/>
                    <a:pt x="441673" y="58920"/>
                  </a:cubicBezTo>
                  <a:cubicBezTo>
                    <a:pt x="442410" y="59166"/>
                    <a:pt x="443147" y="59411"/>
                    <a:pt x="443906" y="59664"/>
                  </a:cubicBezTo>
                  <a:cubicBezTo>
                    <a:pt x="444154" y="60905"/>
                    <a:pt x="444402" y="62145"/>
                    <a:pt x="444650" y="63385"/>
                  </a:cubicBezTo>
                  <a:cubicBezTo>
                    <a:pt x="445386" y="63631"/>
                    <a:pt x="446123" y="63876"/>
                    <a:pt x="446882" y="64129"/>
                  </a:cubicBezTo>
                  <a:cubicBezTo>
                    <a:pt x="447161" y="65990"/>
                    <a:pt x="447161" y="65990"/>
                    <a:pt x="446882" y="67850"/>
                  </a:cubicBezTo>
                  <a:cubicBezTo>
                    <a:pt x="445777" y="68218"/>
                    <a:pt x="445777" y="68218"/>
                    <a:pt x="444650" y="68594"/>
                  </a:cubicBezTo>
                  <a:cubicBezTo>
                    <a:pt x="443897" y="69829"/>
                    <a:pt x="443152" y="71069"/>
                    <a:pt x="442417" y="72315"/>
                  </a:cubicBezTo>
                  <a:cubicBezTo>
                    <a:pt x="441926" y="72315"/>
                    <a:pt x="441435" y="72315"/>
                    <a:pt x="440929" y="72315"/>
                  </a:cubicBezTo>
                  <a:cubicBezTo>
                    <a:pt x="440673" y="73305"/>
                    <a:pt x="440426" y="74297"/>
                    <a:pt x="440185" y="75291"/>
                  </a:cubicBezTo>
                  <a:cubicBezTo>
                    <a:pt x="439694" y="75537"/>
                    <a:pt x="439203" y="75783"/>
                    <a:pt x="438697" y="76036"/>
                  </a:cubicBezTo>
                  <a:cubicBezTo>
                    <a:pt x="438451" y="76542"/>
                    <a:pt x="438205" y="77049"/>
                    <a:pt x="437952" y="77570"/>
                  </a:cubicBezTo>
                  <a:cubicBezTo>
                    <a:pt x="437707" y="78046"/>
                    <a:pt x="437461" y="78522"/>
                    <a:pt x="437208" y="79012"/>
                  </a:cubicBezTo>
                  <a:cubicBezTo>
                    <a:pt x="436717" y="79012"/>
                    <a:pt x="436226" y="79012"/>
                    <a:pt x="435720" y="79012"/>
                  </a:cubicBezTo>
                  <a:cubicBezTo>
                    <a:pt x="435613" y="79457"/>
                    <a:pt x="435505" y="79902"/>
                    <a:pt x="435394" y="80361"/>
                  </a:cubicBezTo>
                  <a:cubicBezTo>
                    <a:pt x="434896" y="82301"/>
                    <a:pt x="434225" y="82910"/>
                    <a:pt x="432743" y="84221"/>
                  </a:cubicBezTo>
                  <a:cubicBezTo>
                    <a:pt x="432360" y="84620"/>
                    <a:pt x="431976" y="85019"/>
                    <a:pt x="431581" y="85430"/>
                  </a:cubicBezTo>
                  <a:cubicBezTo>
                    <a:pt x="430511" y="86454"/>
                    <a:pt x="430511" y="86454"/>
                    <a:pt x="429023" y="87198"/>
                  </a:cubicBezTo>
                  <a:cubicBezTo>
                    <a:pt x="428777" y="87689"/>
                    <a:pt x="428532" y="88180"/>
                    <a:pt x="428279" y="88686"/>
                  </a:cubicBezTo>
                  <a:cubicBezTo>
                    <a:pt x="427534" y="90174"/>
                    <a:pt x="427534" y="90174"/>
                    <a:pt x="426046" y="90918"/>
                  </a:cubicBezTo>
                  <a:cubicBezTo>
                    <a:pt x="425801" y="91655"/>
                    <a:pt x="425555" y="92392"/>
                    <a:pt x="425302" y="93151"/>
                  </a:cubicBezTo>
                  <a:cubicBezTo>
                    <a:pt x="424310" y="93647"/>
                    <a:pt x="423318" y="94143"/>
                    <a:pt x="422325" y="94639"/>
                  </a:cubicBezTo>
                  <a:cubicBezTo>
                    <a:pt x="422080" y="95376"/>
                    <a:pt x="421834" y="96112"/>
                    <a:pt x="421581" y="96871"/>
                  </a:cubicBezTo>
                  <a:cubicBezTo>
                    <a:pt x="434351" y="96871"/>
                    <a:pt x="447120" y="96871"/>
                    <a:pt x="460277" y="96871"/>
                  </a:cubicBezTo>
                  <a:cubicBezTo>
                    <a:pt x="460307" y="114484"/>
                    <a:pt x="460307" y="114484"/>
                    <a:pt x="460313" y="121964"/>
                  </a:cubicBezTo>
                  <a:cubicBezTo>
                    <a:pt x="460317" y="127078"/>
                    <a:pt x="460323" y="132192"/>
                    <a:pt x="460333" y="137305"/>
                  </a:cubicBezTo>
                  <a:cubicBezTo>
                    <a:pt x="460341" y="141426"/>
                    <a:pt x="460345" y="145546"/>
                    <a:pt x="460347" y="149667"/>
                  </a:cubicBezTo>
                  <a:cubicBezTo>
                    <a:pt x="460349" y="151242"/>
                    <a:pt x="460351" y="152818"/>
                    <a:pt x="460355" y="154394"/>
                  </a:cubicBezTo>
                  <a:cubicBezTo>
                    <a:pt x="460361" y="156593"/>
                    <a:pt x="460362" y="158792"/>
                    <a:pt x="460361" y="160991"/>
                  </a:cubicBezTo>
                  <a:cubicBezTo>
                    <a:pt x="460364" y="161649"/>
                    <a:pt x="460366" y="162308"/>
                    <a:pt x="460369" y="162986"/>
                  </a:cubicBezTo>
                  <a:cubicBezTo>
                    <a:pt x="460362" y="167480"/>
                    <a:pt x="460362" y="167480"/>
                    <a:pt x="459533" y="168309"/>
                  </a:cubicBezTo>
                  <a:cubicBezTo>
                    <a:pt x="458057" y="168383"/>
                    <a:pt x="456580" y="168403"/>
                    <a:pt x="455102" y="168403"/>
                  </a:cubicBezTo>
                  <a:cubicBezTo>
                    <a:pt x="453658" y="168407"/>
                    <a:pt x="453658" y="168407"/>
                    <a:pt x="452184" y="168410"/>
                  </a:cubicBezTo>
                  <a:cubicBezTo>
                    <a:pt x="451107" y="168408"/>
                    <a:pt x="450029" y="168407"/>
                    <a:pt x="448952" y="168405"/>
                  </a:cubicBezTo>
                  <a:cubicBezTo>
                    <a:pt x="447825" y="168406"/>
                    <a:pt x="446699" y="168408"/>
                    <a:pt x="445572" y="168409"/>
                  </a:cubicBezTo>
                  <a:cubicBezTo>
                    <a:pt x="442503" y="168413"/>
                    <a:pt x="439434" y="168411"/>
                    <a:pt x="436365" y="168409"/>
                  </a:cubicBezTo>
                  <a:cubicBezTo>
                    <a:pt x="433160" y="168407"/>
                    <a:pt x="429955" y="168409"/>
                    <a:pt x="426750" y="168410"/>
                  </a:cubicBezTo>
                  <a:cubicBezTo>
                    <a:pt x="421366" y="168411"/>
                    <a:pt x="415981" y="168410"/>
                    <a:pt x="410597" y="168406"/>
                  </a:cubicBezTo>
                  <a:cubicBezTo>
                    <a:pt x="404365" y="168402"/>
                    <a:pt x="398133" y="168403"/>
                    <a:pt x="391901" y="168407"/>
                  </a:cubicBezTo>
                  <a:cubicBezTo>
                    <a:pt x="386559" y="168411"/>
                    <a:pt x="381217" y="168411"/>
                    <a:pt x="375875" y="168409"/>
                  </a:cubicBezTo>
                  <a:cubicBezTo>
                    <a:pt x="372681" y="168408"/>
                    <a:pt x="369487" y="168408"/>
                    <a:pt x="366293" y="168410"/>
                  </a:cubicBezTo>
                  <a:cubicBezTo>
                    <a:pt x="363289" y="168413"/>
                    <a:pt x="360286" y="168411"/>
                    <a:pt x="357283" y="168407"/>
                  </a:cubicBezTo>
                  <a:cubicBezTo>
                    <a:pt x="356178" y="168406"/>
                    <a:pt x="355074" y="168406"/>
                    <a:pt x="353969" y="168408"/>
                  </a:cubicBezTo>
                  <a:cubicBezTo>
                    <a:pt x="352466" y="168410"/>
                    <a:pt x="350963" y="168407"/>
                    <a:pt x="349459" y="168403"/>
                  </a:cubicBezTo>
                  <a:cubicBezTo>
                    <a:pt x="348617" y="168403"/>
                    <a:pt x="347774" y="168403"/>
                    <a:pt x="346906" y="168403"/>
                  </a:cubicBezTo>
                  <a:cubicBezTo>
                    <a:pt x="344935" y="168309"/>
                    <a:pt x="344935" y="168309"/>
                    <a:pt x="343447" y="167565"/>
                  </a:cubicBezTo>
                  <a:cubicBezTo>
                    <a:pt x="343392" y="170730"/>
                    <a:pt x="343351" y="173896"/>
                    <a:pt x="343324" y="177062"/>
                  </a:cubicBezTo>
                  <a:cubicBezTo>
                    <a:pt x="343313" y="178140"/>
                    <a:pt x="343297" y="179217"/>
                    <a:pt x="343278" y="180295"/>
                  </a:cubicBezTo>
                  <a:cubicBezTo>
                    <a:pt x="343251" y="181841"/>
                    <a:pt x="343238" y="183387"/>
                    <a:pt x="343229" y="184933"/>
                  </a:cubicBezTo>
                  <a:cubicBezTo>
                    <a:pt x="343217" y="185864"/>
                    <a:pt x="343205" y="186796"/>
                    <a:pt x="343193" y="187755"/>
                  </a:cubicBezTo>
                  <a:cubicBezTo>
                    <a:pt x="343277" y="188459"/>
                    <a:pt x="343360" y="189164"/>
                    <a:pt x="343447" y="189889"/>
                  </a:cubicBezTo>
                  <a:cubicBezTo>
                    <a:pt x="344183" y="190135"/>
                    <a:pt x="344920" y="190380"/>
                    <a:pt x="345679" y="190633"/>
                  </a:cubicBezTo>
                  <a:cubicBezTo>
                    <a:pt x="345965" y="192197"/>
                    <a:pt x="345965" y="192197"/>
                    <a:pt x="345981" y="194235"/>
                  </a:cubicBezTo>
                  <a:cubicBezTo>
                    <a:pt x="345998" y="194964"/>
                    <a:pt x="346014" y="195694"/>
                    <a:pt x="346031" y="196445"/>
                  </a:cubicBezTo>
                  <a:cubicBezTo>
                    <a:pt x="346041" y="197597"/>
                    <a:pt x="346041" y="197597"/>
                    <a:pt x="346051" y="198772"/>
                  </a:cubicBezTo>
                  <a:cubicBezTo>
                    <a:pt x="346064" y="200283"/>
                    <a:pt x="346087" y="201794"/>
                    <a:pt x="346121" y="203304"/>
                  </a:cubicBezTo>
                  <a:cubicBezTo>
                    <a:pt x="346126" y="203977"/>
                    <a:pt x="346131" y="204651"/>
                    <a:pt x="346137" y="205344"/>
                  </a:cubicBezTo>
                  <a:cubicBezTo>
                    <a:pt x="346231" y="205892"/>
                    <a:pt x="346326" y="206440"/>
                    <a:pt x="346423" y="207004"/>
                  </a:cubicBezTo>
                  <a:cubicBezTo>
                    <a:pt x="347160" y="207495"/>
                    <a:pt x="347897" y="207987"/>
                    <a:pt x="348656" y="208493"/>
                  </a:cubicBezTo>
                  <a:cubicBezTo>
                    <a:pt x="348874" y="209924"/>
                    <a:pt x="348874" y="209924"/>
                    <a:pt x="348795" y="211652"/>
                  </a:cubicBezTo>
                  <a:cubicBezTo>
                    <a:pt x="348769" y="212587"/>
                    <a:pt x="348769" y="212587"/>
                    <a:pt x="348743" y="213540"/>
                  </a:cubicBezTo>
                  <a:cubicBezTo>
                    <a:pt x="348685" y="214854"/>
                    <a:pt x="348627" y="216168"/>
                    <a:pt x="348568" y="217482"/>
                  </a:cubicBezTo>
                  <a:cubicBezTo>
                    <a:pt x="348551" y="218106"/>
                    <a:pt x="348534" y="218730"/>
                    <a:pt x="348516" y="219373"/>
                  </a:cubicBezTo>
                  <a:cubicBezTo>
                    <a:pt x="348490" y="219944"/>
                    <a:pt x="348464" y="220515"/>
                    <a:pt x="348438" y="221104"/>
                  </a:cubicBezTo>
                  <a:cubicBezTo>
                    <a:pt x="348715" y="223050"/>
                    <a:pt x="349510" y="223521"/>
                    <a:pt x="350888" y="224864"/>
                  </a:cubicBezTo>
                  <a:cubicBezTo>
                    <a:pt x="351169" y="227618"/>
                    <a:pt x="351249" y="230297"/>
                    <a:pt x="351280" y="233061"/>
                  </a:cubicBezTo>
                  <a:cubicBezTo>
                    <a:pt x="351324" y="234549"/>
                    <a:pt x="351470" y="236034"/>
                    <a:pt x="351632" y="237514"/>
                  </a:cubicBezTo>
                  <a:cubicBezTo>
                    <a:pt x="352369" y="237760"/>
                    <a:pt x="353106" y="238005"/>
                    <a:pt x="353865" y="238258"/>
                  </a:cubicBezTo>
                  <a:cubicBezTo>
                    <a:pt x="354158" y="240987"/>
                    <a:pt x="354226" y="243642"/>
                    <a:pt x="354257" y="246383"/>
                  </a:cubicBezTo>
                  <a:cubicBezTo>
                    <a:pt x="354301" y="247895"/>
                    <a:pt x="354447" y="249404"/>
                    <a:pt x="354609" y="250909"/>
                  </a:cubicBezTo>
                  <a:cubicBezTo>
                    <a:pt x="355345" y="251154"/>
                    <a:pt x="356082" y="251400"/>
                    <a:pt x="356841" y="251653"/>
                  </a:cubicBezTo>
                  <a:cubicBezTo>
                    <a:pt x="357009" y="253711"/>
                    <a:pt x="357049" y="255600"/>
                    <a:pt x="356981" y="257652"/>
                  </a:cubicBezTo>
                  <a:cubicBezTo>
                    <a:pt x="356971" y="258217"/>
                    <a:pt x="356961" y="258781"/>
                    <a:pt x="356950" y="259363"/>
                  </a:cubicBezTo>
                  <a:cubicBezTo>
                    <a:pt x="356924" y="260762"/>
                    <a:pt x="356884" y="262160"/>
                    <a:pt x="356841" y="263559"/>
                  </a:cubicBezTo>
                  <a:cubicBezTo>
                    <a:pt x="357578" y="263559"/>
                    <a:pt x="358315" y="263559"/>
                    <a:pt x="359074" y="263559"/>
                  </a:cubicBezTo>
                  <a:cubicBezTo>
                    <a:pt x="359319" y="264296"/>
                    <a:pt x="359565" y="265032"/>
                    <a:pt x="359818" y="265791"/>
                  </a:cubicBezTo>
                  <a:cubicBezTo>
                    <a:pt x="361411" y="264466"/>
                    <a:pt x="361411" y="264466"/>
                    <a:pt x="361632" y="262815"/>
                  </a:cubicBezTo>
                  <a:cubicBezTo>
                    <a:pt x="362050" y="261327"/>
                    <a:pt x="362050" y="261327"/>
                    <a:pt x="364283" y="259838"/>
                  </a:cubicBezTo>
                  <a:cubicBezTo>
                    <a:pt x="364825" y="258618"/>
                    <a:pt x="365314" y="257373"/>
                    <a:pt x="365771" y="256118"/>
                  </a:cubicBezTo>
                  <a:cubicBezTo>
                    <a:pt x="367780" y="251764"/>
                    <a:pt x="367780" y="251764"/>
                    <a:pt x="369492" y="250909"/>
                  </a:cubicBezTo>
                  <a:cubicBezTo>
                    <a:pt x="369599" y="250295"/>
                    <a:pt x="369706" y="249681"/>
                    <a:pt x="369817" y="249048"/>
                  </a:cubicBezTo>
                  <a:cubicBezTo>
                    <a:pt x="369955" y="248434"/>
                    <a:pt x="370093" y="247820"/>
                    <a:pt x="370236" y="247188"/>
                  </a:cubicBezTo>
                  <a:cubicBezTo>
                    <a:pt x="370972" y="246942"/>
                    <a:pt x="371709" y="246697"/>
                    <a:pt x="372468" y="246444"/>
                  </a:cubicBezTo>
                  <a:cubicBezTo>
                    <a:pt x="372727" y="244957"/>
                    <a:pt x="372974" y="243469"/>
                    <a:pt x="373212" y="241979"/>
                  </a:cubicBezTo>
                  <a:cubicBezTo>
                    <a:pt x="374328" y="240770"/>
                    <a:pt x="374328" y="240770"/>
                    <a:pt x="375445" y="239746"/>
                  </a:cubicBezTo>
                  <a:cubicBezTo>
                    <a:pt x="375567" y="239209"/>
                    <a:pt x="375690" y="238672"/>
                    <a:pt x="375817" y="238119"/>
                  </a:cubicBezTo>
                  <a:cubicBezTo>
                    <a:pt x="375939" y="237674"/>
                    <a:pt x="376062" y="237228"/>
                    <a:pt x="376189" y="236770"/>
                  </a:cubicBezTo>
                  <a:cubicBezTo>
                    <a:pt x="376925" y="236770"/>
                    <a:pt x="377662" y="236770"/>
                    <a:pt x="378421" y="236770"/>
                  </a:cubicBezTo>
                  <a:cubicBezTo>
                    <a:pt x="378421" y="235296"/>
                    <a:pt x="378421" y="233823"/>
                    <a:pt x="378421" y="232305"/>
                  </a:cubicBezTo>
                  <a:cubicBezTo>
                    <a:pt x="379158" y="232305"/>
                    <a:pt x="379895" y="232305"/>
                    <a:pt x="380654" y="232305"/>
                  </a:cubicBezTo>
                  <a:cubicBezTo>
                    <a:pt x="380730" y="231599"/>
                    <a:pt x="380807" y="230893"/>
                    <a:pt x="380886" y="230166"/>
                  </a:cubicBezTo>
                  <a:cubicBezTo>
                    <a:pt x="381398" y="227840"/>
                    <a:pt x="381398" y="227840"/>
                    <a:pt x="383630" y="226352"/>
                  </a:cubicBezTo>
                  <a:cubicBezTo>
                    <a:pt x="383630" y="225738"/>
                    <a:pt x="383630" y="225124"/>
                    <a:pt x="383630" y="224492"/>
                  </a:cubicBezTo>
                  <a:cubicBezTo>
                    <a:pt x="383630" y="223878"/>
                    <a:pt x="383630" y="223264"/>
                    <a:pt x="383630" y="222631"/>
                  </a:cubicBezTo>
                  <a:cubicBezTo>
                    <a:pt x="384367" y="222140"/>
                    <a:pt x="385104" y="221649"/>
                    <a:pt x="385863" y="221143"/>
                  </a:cubicBezTo>
                  <a:cubicBezTo>
                    <a:pt x="386108" y="220514"/>
                    <a:pt x="386354" y="219884"/>
                    <a:pt x="386607" y="219236"/>
                  </a:cubicBezTo>
                  <a:cubicBezTo>
                    <a:pt x="386852" y="218638"/>
                    <a:pt x="387098" y="218039"/>
                    <a:pt x="387351" y="217422"/>
                  </a:cubicBezTo>
                  <a:cubicBezTo>
                    <a:pt x="388088" y="217177"/>
                    <a:pt x="388824" y="216931"/>
                    <a:pt x="389583" y="216678"/>
                  </a:cubicBezTo>
                  <a:cubicBezTo>
                    <a:pt x="389769" y="214043"/>
                    <a:pt x="389769" y="214043"/>
                    <a:pt x="389583" y="211469"/>
                  </a:cubicBezTo>
                  <a:cubicBezTo>
                    <a:pt x="390074" y="211469"/>
                    <a:pt x="390566" y="211469"/>
                    <a:pt x="391072" y="211469"/>
                  </a:cubicBezTo>
                  <a:cubicBezTo>
                    <a:pt x="391577" y="209984"/>
                    <a:pt x="392073" y="208496"/>
                    <a:pt x="392560" y="207004"/>
                  </a:cubicBezTo>
                  <a:cubicBezTo>
                    <a:pt x="393051" y="206759"/>
                    <a:pt x="393542" y="206513"/>
                    <a:pt x="394048" y="206260"/>
                  </a:cubicBezTo>
                  <a:cubicBezTo>
                    <a:pt x="394351" y="204533"/>
                    <a:pt x="394602" y="202795"/>
                    <a:pt x="394792" y="201051"/>
                  </a:cubicBezTo>
                  <a:cubicBezTo>
                    <a:pt x="395529" y="201051"/>
                    <a:pt x="396266" y="201051"/>
                    <a:pt x="397025" y="201051"/>
                  </a:cubicBezTo>
                  <a:cubicBezTo>
                    <a:pt x="397270" y="199087"/>
                    <a:pt x="397516" y="197122"/>
                    <a:pt x="397769" y="195098"/>
                  </a:cubicBezTo>
                  <a:cubicBezTo>
                    <a:pt x="398260" y="195098"/>
                    <a:pt x="398751" y="195098"/>
                    <a:pt x="399257" y="195098"/>
                  </a:cubicBezTo>
                  <a:cubicBezTo>
                    <a:pt x="399720" y="193775"/>
                    <a:pt x="399720" y="193775"/>
                    <a:pt x="400001" y="192168"/>
                  </a:cubicBezTo>
                  <a:cubicBezTo>
                    <a:pt x="400327" y="190520"/>
                    <a:pt x="400327" y="190520"/>
                    <a:pt x="400745" y="189145"/>
                  </a:cubicBezTo>
                  <a:cubicBezTo>
                    <a:pt x="401237" y="188899"/>
                    <a:pt x="401728" y="188654"/>
                    <a:pt x="402234" y="188401"/>
                  </a:cubicBezTo>
                  <a:cubicBezTo>
                    <a:pt x="402294" y="187898"/>
                    <a:pt x="402355" y="187395"/>
                    <a:pt x="402417" y="186878"/>
                  </a:cubicBezTo>
                  <a:cubicBezTo>
                    <a:pt x="402695" y="186158"/>
                    <a:pt x="402695" y="186158"/>
                    <a:pt x="402978" y="185424"/>
                  </a:cubicBezTo>
                  <a:cubicBezTo>
                    <a:pt x="405004" y="185134"/>
                    <a:pt x="405004" y="185134"/>
                    <a:pt x="407489" y="185238"/>
                  </a:cubicBezTo>
                  <a:cubicBezTo>
                    <a:pt x="408311" y="185265"/>
                    <a:pt x="409133" y="185292"/>
                    <a:pt x="409980" y="185320"/>
                  </a:cubicBezTo>
                  <a:cubicBezTo>
                    <a:pt x="410616" y="185354"/>
                    <a:pt x="411252" y="185389"/>
                    <a:pt x="411908" y="185424"/>
                  </a:cubicBezTo>
                  <a:cubicBezTo>
                    <a:pt x="411908" y="186161"/>
                    <a:pt x="411908" y="186898"/>
                    <a:pt x="411908" y="187657"/>
                  </a:cubicBezTo>
                  <a:cubicBezTo>
                    <a:pt x="413393" y="188162"/>
                    <a:pt x="414881" y="188658"/>
                    <a:pt x="416372" y="189145"/>
                  </a:cubicBezTo>
                  <a:cubicBezTo>
                    <a:pt x="416618" y="189882"/>
                    <a:pt x="416864" y="190618"/>
                    <a:pt x="417117" y="191377"/>
                  </a:cubicBezTo>
                  <a:cubicBezTo>
                    <a:pt x="417853" y="191485"/>
                    <a:pt x="418590" y="191592"/>
                    <a:pt x="419349" y="191703"/>
                  </a:cubicBezTo>
                  <a:cubicBezTo>
                    <a:pt x="420086" y="191841"/>
                    <a:pt x="420822" y="191979"/>
                    <a:pt x="421581" y="192121"/>
                  </a:cubicBezTo>
                  <a:cubicBezTo>
                    <a:pt x="421829" y="193114"/>
                    <a:pt x="422077" y="194106"/>
                    <a:pt x="422325" y="195098"/>
                  </a:cubicBezTo>
                  <a:cubicBezTo>
                    <a:pt x="423062" y="195221"/>
                    <a:pt x="423799" y="195344"/>
                    <a:pt x="424558" y="195470"/>
                  </a:cubicBezTo>
                  <a:cubicBezTo>
                    <a:pt x="425295" y="195593"/>
                    <a:pt x="426031" y="195716"/>
                    <a:pt x="426790" y="195842"/>
                  </a:cubicBezTo>
                  <a:cubicBezTo>
                    <a:pt x="427059" y="196829"/>
                    <a:pt x="427309" y="197821"/>
                    <a:pt x="427534" y="198819"/>
                  </a:cubicBezTo>
                  <a:cubicBezTo>
                    <a:pt x="428133" y="198819"/>
                    <a:pt x="428732" y="198819"/>
                    <a:pt x="429348" y="198819"/>
                  </a:cubicBezTo>
                  <a:cubicBezTo>
                    <a:pt x="429978" y="198819"/>
                    <a:pt x="430607" y="198819"/>
                    <a:pt x="431255" y="198819"/>
                  </a:cubicBezTo>
                  <a:cubicBezTo>
                    <a:pt x="431470" y="199295"/>
                    <a:pt x="431685" y="199770"/>
                    <a:pt x="431906" y="200261"/>
                  </a:cubicBezTo>
                  <a:cubicBezTo>
                    <a:pt x="432183" y="200767"/>
                    <a:pt x="432459" y="201273"/>
                    <a:pt x="432743" y="201795"/>
                  </a:cubicBezTo>
                  <a:cubicBezTo>
                    <a:pt x="433618" y="201918"/>
                    <a:pt x="434493" y="202041"/>
                    <a:pt x="435394" y="202167"/>
                  </a:cubicBezTo>
                  <a:cubicBezTo>
                    <a:pt x="436239" y="202290"/>
                    <a:pt x="437083" y="202413"/>
                    <a:pt x="437952" y="202539"/>
                  </a:cubicBezTo>
                  <a:cubicBezTo>
                    <a:pt x="438418" y="204028"/>
                    <a:pt x="438418" y="204028"/>
                    <a:pt x="438697" y="205516"/>
                  </a:cubicBezTo>
                  <a:cubicBezTo>
                    <a:pt x="439931" y="205794"/>
                    <a:pt x="441171" y="206042"/>
                    <a:pt x="442417" y="206260"/>
                  </a:cubicBezTo>
                  <a:cubicBezTo>
                    <a:pt x="442663" y="206997"/>
                    <a:pt x="442908" y="207734"/>
                    <a:pt x="443161" y="208493"/>
                  </a:cubicBezTo>
                  <a:cubicBezTo>
                    <a:pt x="444021" y="208600"/>
                    <a:pt x="444880" y="208707"/>
                    <a:pt x="445766" y="208818"/>
                  </a:cubicBezTo>
                  <a:cubicBezTo>
                    <a:pt x="446625" y="208956"/>
                    <a:pt x="447485" y="209094"/>
                    <a:pt x="448370" y="209237"/>
                  </a:cubicBezTo>
                  <a:cubicBezTo>
                    <a:pt x="448647" y="210221"/>
                    <a:pt x="448896" y="211214"/>
                    <a:pt x="449115" y="212213"/>
                  </a:cubicBezTo>
                  <a:cubicBezTo>
                    <a:pt x="451359" y="212825"/>
                    <a:pt x="451359" y="212825"/>
                    <a:pt x="453579" y="212957"/>
                  </a:cubicBezTo>
                  <a:cubicBezTo>
                    <a:pt x="453579" y="213940"/>
                    <a:pt x="453579" y="214922"/>
                    <a:pt x="453579" y="215934"/>
                  </a:cubicBezTo>
                  <a:cubicBezTo>
                    <a:pt x="454193" y="215995"/>
                    <a:pt x="454807" y="216057"/>
                    <a:pt x="455440" y="216120"/>
                  </a:cubicBezTo>
                  <a:cubicBezTo>
                    <a:pt x="456054" y="216304"/>
                    <a:pt x="456668" y="216488"/>
                    <a:pt x="457300" y="216678"/>
                  </a:cubicBezTo>
                  <a:cubicBezTo>
                    <a:pt x="457750" y="218687"/>
                    <a:pt x="457713" y="220617"/>
                    <a:pt x="457300" y="222631"/>
                  </a:cubicBezTo>
                  <a:cubicBezTo>
                    <a:pt x="456563" y="223000"/>
                    <a:pt x="456563" y="223000"/>
                    <a:pt x="455812" y="223375"/>
                  </a:cubicBezTo>
                  <a:cubicBezTo>
                    <a:pt x="455704" y="223851"/>
                    <a:pt x="455597" y="224327"/>
                    <a:pt x="455486" y="224817"/>
                  </a:cubicBezTo>
                  <a:cubicBezTo>
                    <a:pt x="455068" y="226352"/>
                    <a:pt x="455068" y="226352"/>
                    <a:pt x="452835" y="227840"/>
                  </a:cubicBezTo>
                  <a:cubicBezTo>
                    <a:pt x="452712" y="228454"/>
                    <a:pt x="452590" y="229068"/>
                    <a:pt x="452463" y="229701"/>
                  </a:cubicBezTo>
                  <a:cubicBezTo>
                    <a:pt x="452091" y="231561"/>
                    <a:pt x="452091" y="231561"/>
                    <a:pt x="449859" y="233049"/>
                  </a:cubicBezTo>
                  <a:cubicBezTo>
                    <a:pt x="449598" y="233571"/>
                    <a:pt x="449337" y="234093"/>
                    <a:pt x="449068" y="234630"/>
                  </a:cubicBezTo>
                  <a:cubicBezTo>
                    <a:pt x="448838" y="235091"/>
                    <a:pt x="448608" y="235551"/>
                    <a:pt x="448370" y="236026"/>
                  </a:cubicBezTo>
                  <a:cubicBezTo>
                    <a:pt x="447879" y="236026"/>
                    <a:pt x="447388" y="236026"/>
                    <a:pt x="446882" y="236026"/>
                  </a:cubicBezTo>
                  <a:cubicBezTo>
                    <a:pt x="446628" y="237265"/>
                    <a:pt x="446380" y="238505"/>
                    <a:pt x="446138" y="239746"/>
                  </a:cubicBezTo>
                  <a:cubicBezTo>
                    <a:pt x="445401" y="240115"/>
                    <a:pt x="445401" y="240115"/>
                    <a:pt x="444650" y="240491"/>
                  </a:cubicBezTo>
                  <a:cubicBezTo>
                    <a:pt x="444542" y="241074"/>
                    <a:pt x="444435" y="241657"/>
                    <a:pt x="444324" y="242258"/>
                  </a:cubicBezTo>
                  <a:cubicBezTo>
                    <a:pt x="443850" y="244471"/>
                    <a:pt x="443291" y="244955"/>
                    <a:pt x="441673" y="246444"/>
                  </a:cubicBezTo>
                  <a:cubicBezTo>
                    <a:pt x="441412" y="246981"/>
                    <a:pt x="441151" y="247518"/>
                    <a:pt x="440883" y="248072"/>
                  </a:cubicBezTo>
                  <a:cubicBezTo>
                    <a:pt x="440652" y="248517"/>
                    <a:pt x="440422" y="248962"/>
                    <a:pt x="440185" y="249420"/>
                  </a:cubicBezTo>
                  <a:cubicBezTo>
                    <a:pt x="439694" y="249420"/>
                    <a:pt x="439203" y="249420"/>
                    <a:pt x="438697" y="249420"/>
                  </a:cubicBezTo>
                  <a:cubicBezTo>
                    <a:pt x="438589" y="250034"/>
                    <a:pt x="438482" y="250648"/>
                    <a:pt x="438371" y="251281"/>
                  </a:cubicBezTo>
                  <a:cubicBezTo>
                    <a:pt x="438233" y="251895"/>
                    <a:pt x="438095" y="252508"/>
                    <a:pt x="437952" y="253141"/>
                  </a:cubicBezTo>
                  <a:cubicBezTo>
                    <a:pt x="437216" y="253141"/>
                    <a:pt x="436479" y="253141"/>
                    <a:pt x="435720" y="253141"/>
                  </a:cubicBezTo>
                  <a:cubicBezTo>
                    <a:pt x="435789" y="254039"/>
                    <a:pt x="435789" y="254039"/>
                    <a:pt x="435860" y="254955"/>
                  </a:cubicBezTo>
                  <a:cubicBezTo>
                    <a:pt x="435790" y="255899"/>
                    <a:pt x="435790" y="255899"/>
                    <a:pt x="435720" y="256862"/>
                  </a:cubicBezTo>
                  <a:cubicBezTo>
                    <a:pt x="434983" y="257107"/>
                    <a:pt x="434247" y="257353"/>
                    <a:pt x="433488" y="257606"/>
                  </a:cubicBezTo>
                  <a:cubicBezTo>
                    <a:pt x="433216" y="258841"/>
                    <a:pt x="432967" y="260082"/>
                    <a:pt x="432743" y="261327"/>
                  </a:cubicBezTo>
                  <a:cubicBezTo>
                    <a:pt x="432252" y="261327"/>
                    <a:pt x="431761" y="261327"/>
                    <a:pt x="431255" y="261327"/>
                  </a:cubicBezTo>
                  <a:cubicBezTo>
                    <a:pt x="431071" y="261818"/>
                    <a:pt x="430887" y="262309"/>
                    <a:pt x="430697" y="262815"/>
                  </a:cubicBezTo>
                  <a:cubicBezTo>
                    <a:pt x="429598" y="265452"/>
                    <a:pt x="428069" y="267387"/>
                    <a:pt x="426299" y="269611"/>
                  </a:cubicBezTo>
                  <a:cubicBezTo>
                    <a:pt x="425164" y="271049"/>
                    <a:pt x="425164" y="271049"/>
                    <a:pt x="424558" y="273233"/>
                  </a:cubicBezTo>
                  <a:cubicBezTo>
                    <a:pt x="423821" y="273724"/>
                    <a:pt x="423085" y="274215"/>
                    <a:pt x="422325" y="274721"/>
                  </a:cubicBezTo>
                  <a:cubicBezTo>
                    <a:pt x="422203" y="275243"/>
                    <a:pt x="422080" y="275765"/>
                    <a:pt x="421953" y="276302"/>
                  </a:cubicBezTo>
                  <a:cubicBezTo>
                    <a:pt x="421831" y="276763"/>
                    <a:pt x="421708" y="277223"/>
                    <a:pt x="421581" y="277698"/>
                  </a:cubicBezTo>
                  <a:cubicBezTo>
                    <a:pt x="420845" y="277698"/>
                    <a:pt x="420108" y="277698"/>
                    <a:pt x="419349" y="277698"/>
                  </a:cubicBezTo>
                  <a:cubicBezTo>
                    <a:pt x="419349" y="278925"/>
                    <a:pt x="419349" y="280153"/>
                    <a:pt x="419349" y="281418"/>
                  </a:cubicBezTo>
                  <a:cubicBezTo>
                    <a:pt x="418612" y="281418"/>
                    <a:pt x="417876" y="281418"/>
                    <a:pt x="417117" y="281418"/>
                  </a:cubicBezTo>
                  <a:cubicBezTo>
                    <a:pt x="416832" y="282651"/>
                    <a:pt x="416585" y="283892"/>
                    <a:pt x="416372" y="285139"/>
                  </a:cubicBezTo>
                  <a:cubicBezTo>
                    <a:pt x="415636" y="285507"/>
                    <a:pt x="415636" y="285507"/>
                    <a:pt x="414884" y="285883"/>
                  </a:cubicBezTo>
                  <a:cubicBezTo>
                    <a:pt x="414685" y="286558"/>
                    <a:pt x="414485" y="287234"/>
                    <a:pt x="414279" y="287930"/>
                  </a:cubicBezTo>
                  <a:cubicBezTo>
                    <a:pt x="413242" y="290770"/>
                    <a:pt x="411846" y="292004"/>
                    <a:pt x="409675" y="294069"/>
                  </a:cubicBezTo>
                  <a:cubicBezTo>
                    <a:pt x="408919" y="295301"/>
                    <a:pt x="408171" y="296540"/>
                    <a:pt x="407443" y="297789"/>
                  </a:cubicBezTo>
                  <a:cubicBezTo>
                    <a:pt x="406706" y="298158"/>
                    <a:pt x="406706" y="298158"/>
                    <a:pt x="405954" y="298534"/>
                  </a:cubicBezTo>
                  <a:cubicBezTo>
                    <a:pt x="405832" y="299025"/>
                    <a:pt x="405709" y="299516"/>
                    <a:pt x="405582" y="300022"/>
                  </a:cubicBezTo>
                  <a:cubicBezTo>
                    <a:pt x="405460" y="300513"/>
                    <a:pt x="405337" y="301004"/>
                    <a:pt x="405210" y="301510"/>
                  </a:cubicBezTo>
                  <a:cubicBezTo>
                    <a:pt x="404474" y="301878"/>
                    <a:pt x="404474" y="301878"/>
                    <a:pt x="403722" y="302254"/>
                  </a:cubicBezTo>
                  <a:cubicBezTo>
                    <a:pt x="403492" y="302761"/>
                    <a:pt x="403262" y="303267"/>
                    <a:pt x="403024" y="303789"/>
                  </a:cubicBezTo>
                  <a:cubicBezTo>
                    <a:pt x="402763" y="304265"/>
                    <a:pt x="402503" y="304741"/>
                    <a:pt x="402234" y="305231"/>
                  </a:cubicBezTo>
                  <a:cubicBezTo>
                    <a:pt x="401497" y="305231"/>
                    <a:pt x="400760" y="305231"/>
                    <a:pt x="400001" y="305231"/>
                  </a:cubicBezTo>
                  <a:cubicBezTo>
                    <a:pt x="400001" y="306213"/>
                    <a:pt x="400001" y="307195"/>
                    <a:pt x="400001" y="308207"/>
                  </a:cubicBezTo>
                  <a:cubicBezTo>
                    <a:pt x="399265" y="308207"/>
                    <a:pt x="398528" y="308207"/>
                    <a:pt x="397769" y="308207"/>
                  </a:cubicBezTo>
                  <a:cubicBezTo>
                    <a:pt x="397838" y="309105"/>
                    <a:pt x="397838" y="309105"/>
                    <a:pt x="397908" y="310021"/>
                  </a:cubicBezTo>
                  <a:cubicBezTo>
                    <a:pt x="397839" y="310965"/>
                    <a:pt x="397839" y="310965"/>
                    <a:pt x="397769" y="311928"/>
                  </a:cubicBezTo>
                  <a:cubicBezTo>
                    <a:pt x="397032" y="312174"/>
                    <a:pt x="396295" y="312419"/>
                    <a:pt x="395536" y="312672"/>
                  </a:cubicBezTo>
                  <a:cubicBezTo>
                    <a:pt x="395260" y="313657"/>
                    <a:pt x="395011" y="314650"/>
                    <a:pt x="394792" y="315649"/>
                  </a:cubicBezTo>
                  <a:cubicBezTo>
                    <a:pt x="394056" y="316017"/>
                    <a:pt x="394056" y="316017"/>
                    <a:pt x="393304" y="316393"/>
                  </a:cubicBezTo>
                  <a:cubicBezTo>
                    <a:pt x="393058" y="316884"/>
                    <a:pt x="392813" y="317375"/>
                    <a:pt x="392560" y="317881"/>
                  </a:cubicBezTo>
                  <a:cubicBezTo>
                    <a:pt x="391816" y="319369"/>
                    <a:pt x="391816" y="319369"/>
                    <a:pt x="390327" y="320114"/>
                  </a:cubicBezTo>
                  <a:cubicBezTo>
                    <a:pt x="390128" y="320789"/>
                    <a:pt x="389928" y="321464"/>
                    <a:pt x="389723" y="322160"/>
                  </a:cubicBezTo>
                  <a:cubicBezTo>
                    <a:pt x="388676" y="325026"/>
                    <a:pt x="387338" y="326234"/>
                    <a:pt x="385118" y="328299"/>
                  </a:cubicBezTo>
                  <a:cubicBezTo>
                    <a:pt x="382255" y="331025"/>
                    <a:pt x="382255" y="331025"/>
                    <a:pt x="381165" y="334703"/>
                  </a:cubicBezTo>
                  <a:cubicBezTo>
                    <a:pt x="381165" y="336552"/>
                    <a:pt x="381234" y="338364"/>
                    <a:pt x="381398" y="340205"/>
                  </a:cubicBezTo>
                  <a:cubicBezTo>
                    <a:pt x="382134" y="340205"/>
                    <a:pt x="382871" y="340205"/>
                    <a:pt x="383630" y="340205"/>
                  </a:cubicBezTo>
                  <a:cubicBezTo>
                    <a:pt x="383751" y="341732"/>
                    <a:pt x="383872" y="343258"/>
                    <a:pt x="383994" y="344784"/>
                  </a:cubicBezTo>
                  <a:cubicBezTo>
                    <a:pt x="384119" y="345237"/>
                    <a:pt x="384245" y="345691"/>
                    <a:pt x="384374" y="346159"/>
                  </a:cubicBezTo>
                  <a:cubicBezTo>
                    <a:pt x="385111" y="346404"/>
                    <a:pt x="385848" y="346650"/>
                    <a:pt x="386607" y="346903"/>
                  </a:cubicBezTo>
                  <a:cubicBezTo>
                    <a:pt x="386607" y="348887"/>
                    <a:pt x="386607" y="350871"/>
                    <a:pt x="386607" y="352856"/>
                  </a:cubicBezTo>
                  <a:cubicBezTo>
                    <a:pt x="387343" y="353101"/>
                    <a:pt x="388080" y="353347"/>
                    <a:pt x="388839" y="353600"/>
                  </a:cubicBezTo>
                  <a:cubicBezTo>
                    <a:pt x="389087" y="355088"/>
                    <a:pt x="389335" y="356577"/>
                    <a:pt x="389583" y="358065"/>
                  </a:cubicBezTo>
                  <a:cubicBezTo>
                    <a:pt x="390320" y="358310"/>
                    <a:pt x="391057" y="358556"/>
                    <a:pt x="391816" y="358809"/>
                  </a:cubicBezTo>
                  <a:cubicBezTo>
                    <a:pt x="392064" y="360049"/>
                    <a:pt x="392312" y="361289"/>
                    <a:pt x="392560" y="362530"/>
                  </a:cubicBezTo>
                  <a:cubicBezTo>
                    <a:pt x="393297" y="362775"/>
                    <a:pt x="394033" y="363021"/>
                    <a:pt x="394792" y="363274"/>
                  </a:cubicBezTo>
                  <a:cubicBezTo>
                    <a:pt x="395045" y="364761"/>
                    <a:pt x="395293" y="366250"/>
                    <a:pt x="395536" y="367739"/>
                  </a:cubicBezTo>
                  <a:cubicBezTo>
                    <a:pt x="396273" y="368230"/>
                    <a:pt x="397010" y="368721"/>
                    <a:pt x="397769" y="369227"/>
                  </a:cubicBezTo>
                  <a:cubicBezTo>
                    <a:pt x="397908" y="371552"/>
                    <a:pt x="397908" y="371552"/>
                    <a:pt x="397769" y="373692"/>
                  </a:cubicBezTo>
                  <a:cubicBezTo>
                    <a:pt x="398506" y="373692"/>
                    <a:pt x="399242" y="373692"/>
                    <a:pt x="400001" y="373692"/>
                  </a:cubicBezTo>
                  <a:cubicBezTo>
                    <a:pt x="400535" y="374916"/>
                    <a:pt x="401031" y="376158"/>
                    <a:pt x="401490" y="377412"/>
                  </a:cubicBezTo>
                  <a:cubicBezTo>
                    <a:pt x="401981" y="377658"/>
                    <a:pt x="402472" y="377904"/>
                    <a:pt x="402978" y="378157"/>
                  </a:cubicBezTo>
                  <a:cubicBezTo>
                    <a:pt x="403474" y="379645"/>
                    <a:pt x="403970" y="381133"/>
                    <a:pt x="404466" y="382621"/>
                  </a:cubicBezTo>
                  <a:cubicBezTo>
                    <a:pt x="404957" y="382867"/>
                    <a:pt x="405448" y="383113"/>
                    <a:pt x="405954" y="383366"/>
                  </a:cubicBezTo>
                  <a:cubicBezTo>
                    <a:pt x="406047" y="385272"/>
                    <a:pt x="406047" y="385272"/>
                    <a:pt x="405954" y="387086"/>
                  </a:cubicBezTo>
                  <a:cubicBezTo>
                    <a:pt x="406691" y="387086"/>
                    <a:pt x="407428" y="387086"/>
                    <a:pt x="408187" y="387086"/>
                  </a:cubicBezTo>
                  <a:cubicBezTo>
                    <a:pt x="408125" y="387670"/>
                    <a:pt x="408064" y="388253"/>
                    <a:pt x="408001" y="388854"/>
                  </a:cubicBezTo>
                  <a:cubicBezTo>
                    <a:pt x="408062" y="389498"/>
                    <a:pt x="408124" y="390143"/>
                    <a:pt x="408187" y="390807"/>
                  </a:cubicBezTo>
                  <a:cubicBezTo>
                    <a:pt x="409650" y="391663"/>
                    <a:pt x="409650" y="391663"/>
                    <a:pt x="411163" y="392295"/>
                  </a:cubicBezTo>
                  <a:cubicBezTo>
                    <a:pt x="411163" y="393032"/>
                    <a:pt x="411163" y="393769"/>
                    <a:pt x="411163" y="394528"/>
                  </a:cubicBezTo>
                  <a:cubicBezTo>
                    <a:pt x="411900" y="394773"/>
                    <a:pt x="412637" y="395019"/>
                    <a:pt x="413396" y="395272"/>
                  </a:cubicBezTo>
                  <a:cubicBezTo>
                    <a:pt x="413665" y="396259"/>
                    <a:pt x="413915" y="397251"/>
                    <a:pt x="414140" y="398248"/>
                  </a:cubicBezTo>
                  <a:cubicBezTo>
                    <a:pt x="414631" y="398248"/>
                    <a:pt x="415122" y="398248"/>
                    <a:pt x="415628" y="398248"/>
                  </a:cubicBezTo>
                  <a:cubicBezTo>
                    <a:pt x="416914" y="399740"/>
                    <a:pt x="418114" y="401239"/>
                    <a:pt x="419302" y="402806"/>
                  </a:cubicBezTo>
                  <a:cubicBezTo>
                    <a:pt x="420039" y="403760"/>
                    <a:pt x="420775" y="404713"/>
                    <a:pt x="421512" y="405667"/>
                  </a:cubicBezTo>
                  <a:cubicBezTo>
                    <a:pt x="421891" y="406161"/>
                    <a:pt x="422269" y="406655"/>
                    <a:pt x="422660" y="407164"/>
                  </a:cubicBezTo>
                  <a:cubicBezTo>
                    <a:pt x="424504" y="409566"/>
                    <a:pt x="426367" y="411954"/>
                    <a:pt x="428232" y="414340"/>
                  </a:cubicBezTo>
                  <a:cubicBezTo>
                    <a:pt x="428565" y="414771"/>
                    <a:pt x="428899" y="415202"/>
                    <a:pt x="429242" y="415646"/>
                  </a:cubicBezTo>
                  <a:cubicBezTo>
                    <a:pt x="430644" y="417443"/>
                    <a:pt x="432048" y="419132"/>
                    <a:pt x="433677" y="420730"/>
                  </a:cubicBezTo>
                  <a:cubicBezTo>
                    <a:pt x="434976" y="422061"/>
                    <a:pt x="434976" y="422061"/>
                    <a:pt x="435720" y="424293"/>
                  </a:cubicBezTo>
                  <a:cubicBezTo>
                    <a:pt x="436457" y="424539"/>
                    <a:pt x="437193" y="424784"/>
                    <a:pt x="437952" y="425037"/>
                  </a:cubicBezTo>
                  <a:cubicBezTo>
                    <a:pt x="438200" y="426030"/>
                    <a:pt x="438449" y="427022"/>
                    <a:pt x="438697" y="428014"/>
                  </a:cubicBezTo>
                  <a:cubicBezTo>
                    <a:pt x="439433" y="428260"/>
                    <a:pt x="440170" y="428505"/>
                    <a:pt x="440929" y="428758"/>
                  </a:cubicBezTo>
                  <a:cubicBezTo>
                    <a:pt x="441175" y="429495"/>
                    <a:pt x="441420" y="430232"/>
                    <a:pt x="441673" y="430991"/>
                  </a:cubicBezTo>
                  <a:cubicBezTo>
                    <a:pt x="442410" y="431236"/>
                    <a:pt x="443147" y="431482"/>
                    <a:pt x="443906" y="431735"/>
                  </a:cubicBezTo>
                  <a:cubicBezTo>
                    <a:pt x="444151" y="432471"/>
                    <a:pt x="444397" y="433208"/>
                    <a:pt x="444650" y="433967"/>
                  </a:cubicBezTo>
                  <a:cubicBezTo>
                    <a:pt x="445079" y="434182"/>
                    <a:pt x="445509" y="434397"/>
                    <a:pt x="445952" y="434618"/>
                  </a:cubicBezTo>
                  <a:cubicBezTo>
                    <a:pt x="448974" y="436129"/>
                    <a:pt x="451025" y="438212"/>
                    <a:pt x="452091" y="441409"/>
                  </a:cubicBezTo>
                  <a:cubicBezTo>
                    <a:pt x="452828" y="441654"/>
                    <a:pt x="453565" y="441900"/>
                    <a:pt x="454324" y="442153"/>
                  </a:cubicBezTo>
                  <a:cubicBezTo>
                    <a:pt x="454431" y="442659"/>
                    <a:pt x="454538" y="443166"/>
                    <a:pt x="454649" y="443687"/>
                  </a:cubicBezTo>
                  <a:cubicBezTo>
                    <a:pt x="454787" y="444163"/>
                    <a:pt x="454925" y="444639"/>
                    <a:pt x="455068" y="445129"/>
                  </a:cubicBezTo>
                  <a:cubicBezTo>
                    <a:pt x="456050" y="445129"/>
                    <a:pt x="457032" y="445129"/>
                    <a:pt x="458044" y="445129"/>
                  </a:cubicBezTo>
                  <a:cubicBezTo>
                    <a:pt x="458290" y="445866"/>
                    <a:pt x="458535" y="446603"/>
                    <a:pt x="458788" y="447362"/>
                  </a:cubicBezTo>
                  <a:cubicBezTo>
                    <a:pt x="459418" y="447730"/>
                    <a:pt x="460047" y="448098"/>
                    <a:pt x="460695" y="448478"/>
                  </a:cubicBezTo>
                  <a:cubicBezTo>
                    <a:pt x="461294" y="448846"/>
                    <a:pt x="461892" y="449215"/>
                    <a:pt x="462509" y="449594"/>
                  </a:cubicBezTo>
                  <a:cubicBezTo>
                    <a:pt x="462509" y="450331"/>
                    <a:pt x="462509" y="451067"/>
                    <a:pt x="462509" y="451827"/>
                  </a:cubicBezTo>
                  <a:cubicBezTo>
                    <a:pt x="463737" y="451827"/>
                    <a:pt x="464965" y="451827"/>
                    <a:pt x="466230" y="451827"/>
                  </a:cubicBezTo>
                  <a:cubicBezTo>
                    <a:pt x="466230" y="455264"/>
                    <a:pt x="466230" y="458702"/>
                    <a:pt x="466230" y="462244"/>
                  </a:cubicBezTo>
                  <a:cubicBezTo>
                    <a:pt x="465002" y="462244"/>
                    <a:pt x="463774" y="462244"/>
                    <a:pt x="462509" y="462244"/>
                  </a:cubicBezTo>
                  <a:cubicBezTo>
                    <a:pt x="462509" y="463227"/>
                    <a:pt x="462509" y="464209"/>
                    <a:pt x="462509" y="465221"/>
                  </a:cubicBezTo>
                  <a:cubicBezTo>
                    <a:pt x="461772" y="465467"/>
                    <a:pt x="461036" y="465712"/>
                    <a:pt x="460277" y="465965"/>
                  </a:cubicBezTo>
                  <a:cubicBezTo>
                    <a:pt x="459260" y="467048"/>
                    <a:pt x="459260" y="467048"/>
                    <a:pt x="458347" y="468401"/>
                  </a:cubicBezTo>
                  <a:cubicBezTo>
                    <a:pt x="457995" y="468892"/>
                    <a:pt x="457642" y="469383"/>
                    <a:pt x="457280" y="469889"/>
                  </a:cubicBezTo>
                  <a:cubicBezTo>
                    <a:pt x="456918" y="470405"/>
                    <a:pt x="456556" y="470921"/>
                    <a:pt x="456184" y="471453"/>
                  </a:cubicBezTo>
                  <a:cubicBezTo>
                    <a:pt x="455465" y="472468"/>
                    <a:pt x="454744" y="473482"/>
                    <a:pt x="454021" y="474494"/>
                  </a:cubicBezTo>
                  <a:cubicBezTo>
                    <a:pt x="453704" y="474945"/>
                    <a:pt x="453387" y="475396"/>
                    <a:pt x="453061" y="475861"/>
                  </a:cubicBezTo>
                  <a:cubicBezTo>
                    <a:pt x="452091" y="477127"/>
                    <a:pt x="452091" y="477127"/>
                    <a:pt x="450901" y="478269"/>
                  </a:cubicBezTo>
                  <a:cubicBezTo>
                    <a:pt x="449667" y="479405"/>
                    <a:pt x="449667" y="479405"/>
                    <a:pt x="449115" y="481592"/>
                  </a:cubicBezTo>
                  <a:cubicBezTo>
                    <a:pt x="448378" y="482083"/>
                    <a:pt x="447641" y="482574"/>
                    <a:pt x="446882" y="483080"/>
                  </a:cubicBezTo>
                  <a:cubicBezTo>
                    <a:pt x="446759" y="483602"/>
                    <a:pt x="446637" y="484124"/>
                    <a:pt x="446510" y="484662"/>
                  </a:cubicBezTo>
                  <a:cubicBezTo>
                    <a:pt x="446387" y="485122"/>
                    <a:pt x="446265" y="485583"/>
                    <a:pt x="446138" y="486057"/>
                  </a:cubicBezTo>
                  <a:cubicBezTo>
                    <a:pt x="445401" y="486057"/>
                    <a:pt x="444665" y="486057"/>
                    <a:pt x="443906" y="486057"/>
                  </a:cubicBezTo>
                  <a:cubicBezTo>
                    <a:pt x="443975" y="487139"/>
                    <a:pt x="443975" y="487139"/>
                    <a:pt x="444045" y="488243"/>
                  </a:cubicBezTo>
                  <a:cubicBezTo>
                    <a:pt x="443999" y="488995"/>
                    <a:pt x="443953" y="489747"/>
                    <a:pt x="443906" y="490522"/>
                  </a:cubicBezTo>
                  <a:cubicBezTo>
                    <a:pt x="443169" y="490767"/>
                    <a:pt x="442432" y="491013"/>
                    <a:pt x="441673" y="491266"/>
                  </a:cubicBezTo>
                  <a:cubicBezTo>
                    <a:pt x="441395" y="492749"/>
                    <a:pt x="441147" y="494238"/>
                    <a:pt x="440929" y="495731"/>
                  </a:cubicBezTo>
                  <a:cubicBezTo>
                    <a:pt x="440438" y="495976"/>
                    <a:pt x="439947" y="496222"/>
                    <a:pt x="439441" y="496475"/>
                  </a:cubicBezTo>
                  <a:cubicBezTo>
                    <a:pt x="438935" y="497960"/>
                    <a:pt x="438439" y="499449"/>
                    <a:pt x="437952" y="500940"/>
                  </a:cubicBezTo>
                  <a:cubicBezTo>
                    <a:pt x="437461" y="501431"/>
                    <a:pt x="436970" y="501922"/>
                    <a:pt x="436464" y="502428"/>
                  </a:cubicBezTo>
                  <a:cubicBezTo>
                    <a:pt x="436214" y="503950"/>
                    <a:pt x="436136" y="505446"/>
                    <a:pt x="436048" y="506986"/>
                  </a:cubicBezTo>
                  <a:cubicBezTo>
                    <a:pt x="435720" y="508381"/>
                    <a:pt x="435720" y="508381"/>
                    <a:pt x="433488" y="509869"/>
                  </a:cubicBezTo>
                  <a:cubicBezTo>
                    <a:pt x="433426" y="510514"/>
                    <a:pt x="433365" y="511159"/>
                    <a:pt x="433302" y="511823"/>
                  </a:cubicBezTo>
                  <a:cubicBezTo>
                    <a:pt x="433117" y="512406"/>
                    <a:pt x="432933" y="512989"/>
                    <a:pt x="432743" y="513590"/>
                  </a:cubicBezTo>
                  <a:cubicBezTo>
                    <a:pt x="430139" y="514009"/>
                    <a:pt x="430139" y="514009"/>
                    <a:pt x="427534" y="513590"/>
                  </a:cubicBezTo>
                  <a:cubicBezTo>
                    <a:pt x="426976" y="512148"/>
                    <a:pt x="426976" y="512148"/>
                    <a:pt x="426790" y="510614"/>
                  </a:cubicBezTo>
                  <a:cubicBezTo>
                    <a:pt x="426054" y="510368"/>
                    <a:pt x="425317" y="510122"/>
                    <a:pt x="424558" y="509869"/>
                  </a:cubicBezTo>
                  <a:cubicBezTo>
                    <a:pt x="422068" y="507676"/>
                    <a:pt x="420883" y="506331"/>
                    <a:pt x="420093" y="503172"/>
                  </a:cubicBezTo>
                  <a:cubicBezTo>
                    <a:pt x="419587" y="503049"/>
                    <a:pt x="419080" y="502927"/>
                    <a:pt x="418558" y="502800"/>
                  </a:cubicBezTo>
                  <a:cubicBezTo>
                    <a:pt x="418083" y="502677"/>
                    <a:pt x="417607" y="502555"/>
                    <a:pt x="417117" y="502428"/>
                  </a:cubicBezTo>
                  <a:cubicBezTo>
                    <a:pt x="417117" y="501446"/>
                    <a:pt x="417117" y="500464"/>
                    <a:pt x="417117" y="499452"/>
                  </a:cubicBezTo>
                  <a:cubicBezTo>
                    <a:pt x="416134" y="499452"/>
                    <a:pt x="415152" y="499452"/>
                    <a:pt x="414140" y="499452"/>
                  </a:cubicBezTo>
                  <a:cubicBezTo>
                    <a:pt x="414140" y="498469"/>
                    <a:pt x="414140" y="497487"/>
                    <a:pt x="414140" y="496475"/>
                  </a:cubicBezTo>
                  <a:cubicBezTo>
                    <a:pt x="413158" y="496475"/>
                    <a:pt x="412175" y="496475"/>
                    <a:pt x="411163" y="496475"/>
                  </a:cubicBezTo>
                  <a:cubicBezTo>
                    <a:pt x="411163" y="495493"/>
                    <a:pt x="411163" y="494510"/>
                    <a:pt x="411163" y="493498"/>
                  </a:cubicBezTo>
                  <a:cubicBezTo>
                    <a:pt x="410173" y="493242"/>
                    <a:pt x="409181" y="492996"/>
                    <a:pt x="408187" y="492754"/>
                  </a:cubicBezTo>
                  <a:cubicBezTo>
                    <a:pt x="405275" y="490102"/>
                    <a:pt x="402942" y="487156"/>
                    <a:pt x="400606" y="484011"/>
                  </a:cubicBezTo>
                  <a:cubicBezTo>
                    <a:pt x="398473" y="480870"/>
                    <a:pt x="398473" y="480870"/>
                    <a:pt x="395536" y="478616"/>
                  </a:cubicBezTo>
                  <a:cubicBezTo>
                    <a:pt x="395040" y="477623"/>
                    <a:pt x="394544" y="476631"/>
                    <a:pt x="394048" y="475639"/>
                  </a:cubicBezTo>
                  <a:cubicBezTo>
                    <a:pt x="393557" y="475393"/>
                    <a:pt x="393066" y="475148"/>
                    <a:pt x="392560" y="474895"/>
                  </a:cubicBezTo>
                  <a:cubicBezTo>
                    <a:pt x="392314" y="474158"/>
                    <a:pt x="392069" y="473421"/>
                    <a:pt x="391816" y="472662"/>
                  </a:cubicBezTo>
                  <a:cubicBezTo>
                    <a:pt x="391079" y="472171"/>
                    <a:pt x="390342" y="471680"/>
                    <a:pt x="389583" y="471174"/>
                  </a:cubicBezTo>
                  <a:cubicBezTo>
                    <a:pt x="389338" y="470437"/>
                    <a:pt x="389092" y="469701"/>
                    <a:pt x="388839" y="468942"/>
                  </a:cubicBezTo>
                  <a:cubicBezTo>
                    <a:pt x="388455" y="468558"/>
                    <a:pt x="388072" y="468174"/>
                    <a:pt x="387676" y="467779"/>
                  </a:cubicBezTo>
                  <a:cubicBezTo>
                    <a:pt x="386607" y="466709"/>
                    <a:pt x="386607" y="466709"/>
                    <a:pt x="386607" y="465221"/>
                  </a:cubicBezTo>
                  <a:cubicBezTo>
                    <a:pt x="385870" y="464975"/>
                    <a:pt x="385133" y="464730"/>
                    <a:pt x="384374" y="464477"/>
                  </a:cubicBezTo>
                  <a:cubicBezTo>
                    <a:pt x="383605" y="463252"/>
                    <a:pt x="382865" y="462009"/>
                    <a:pt x="382142" y="460756"/>
                  </a:cubicBezTo>
                  <a:cubicBezTo>
                    <a:pt x="380625" y="458778"/>
                    <a:pt x="379047" y="456869"/>
                    <a:pt x="377212" y="455175"/>
                  </a:cubicBezTo>
                  <a:cubicBezTo>
                    <a:pt x="375218" y="453000"/>
                    <a:pt x="374190" y="450252"/>
                    <a:pt x="373212" y="447501"/>
                  </a:cubicBezTo>
                  <a:cubicBezTo>
                    <a:pt x="372844" y="446695"/>
                    <a:pt x="372844" y="446695"/>
                    <a:pt x="372468" y="445873"/>
                  </a:cubicBezTo>
                  <a:cubicBezTo>
                    <a:pt x="371731" y="445628"/>
                    <a:pt x="370995" y="445382"/>
                    <a:pt x="370236" y="445129"/>
                  </a:cubicBezTo>
                  <a:cubicBezTo>
                    <a:pt x="369959" y="444145"/>
                    <a:pt x="369710" y="443152"/>
                    <a:pt x="369492" y="442153"/>
                  </a:cubicBezTo>
                  <a:cubicBezTo>
                    <a:pt x="369000" y="441907"/>
                    <a:pt x="368509" y="441662"/>
                    <a:pt x="368003" y="441409"/>
                  </a:cubicBezTo>
                  <a:cubicBezTo>
                    <a:pt x="367507" y="440168"/>
                    <a:pt x="367011" y="438928"/>
                    <a:pt x="366515" y="437688"/>
                  </a:cubicBezTo>
                  <a:cubicBezTo>
                    <a:pt x="366024" y="437442"/>
                    <a:pt x="365533" y="437197"/>
                    <a:pt x="365027" y="436944"/>
                  </a:cubicBezTo>
                  <a:cubicBezTo>
                    <a:pt x="364919" y="436207"/>
                    <a:pt x="364812" y="435470"/>
                    <a:pt x="364701" y="434711"/>
                  </a:cubicBezTo>
                  <a:cubicBezTo>
                    <a:pt x="364563" y="433975"/>
                    <a:pt x="364425" y="433238"/>
                    <a:pt x="364283" y="432479"/>
                  </a:cubicBezTo>
                  <a:cubicBezTo>
                    <a:pt x="363546" y="432233"/>
                    <a:pt x="362809" y="431988"/>
                    <a:pt x="362050" y="431735"/>
                  </a:cubicBezTo>
                  <a:cubicBezTo>
                    <a:pt x="362050" y="430494"/>
                    <a:pt x="362050" y="429254"/>
                    <a:pt x="362050" y="428014"/>
                  </a:cubicBezTo>
                  <a:cubicBezTo>
                    <a:pt x="361313" y="427768"/>
                    <a:pt x="360577" y="427523"/>
                    <a:pt x="359818" y="427270"/>
                  </a:cubicBezTo>
                  <a:cubicBezTo>
                    <a:pt x="359695" y="426641"/>
                    <a:pt x="359572" y="426011"/>
                    <a:pt x="359446" y="425363"/>
                  </a:cubicBezTo>
                  <a:cubicBezTo>
                    <a:pt x="359323" y="424764"/>
                    <a:pt x="359200" y="424166"/>
                    <a:pt x="359074" y="423549"/>
                  </a:cubicBezTo>
                  <a:cubicBezTo>
                    <a:pt x="358337" y="423549"/>
                    <a:pt x="357600" y="423549"/>
                    <a:pt x="356841" y="423549"/>
                  </a:cubicBezTo>
                  <a:cubicBezTo>
                    <a:pt x="356596" y="422076"/>
                    <a:pt x="356350" y="420602"/>
                    <a:pt x="356097" y="419084"/>
                  </a:cubicBezTo>
                  <a:cubicBezTo>
                    <a:pt x="355360" y="419084"/>
                    <a:pt x="354624" y="419084"/>
                    <a:pt x="353865" y="419084"/>
                  </a:cubicBezTo>
                  <a:cubicBezTo>
                    <a:pt x="353788" y="418271"/>
                    <a:pt x="353711" y="417457"/>
                    <a:pt x="353632" y="416619"/>
                  </a:cubicBezTo>
                  <a:cubicBezTo>
                    <a:pt x="353117" y="413858"/>
                    <a:pt x="352918" y="413335"/>
                    <a:pt x="350888" y="411643"/>
                  </a:cubicBezTo>
                  <a:cubicBezTo>
                    <a:pt x="350642" y="410906"/>
                    <a:pt x="350397" y="410170"/>
                    <a:pt x="350144" y="409410"/>
                  </a:cubicBezTo>
                  <a:cubicBezTo>
                    <a:pt x="349653" y="409165"/>
                    <a:pt x="349162" y="408919"/>
                    <a:pt x="348656" y="408666"/>
                  </a:cubicBezTo>
                  <a:cubicBezTo>
                    <a:pt x="348159" y="406930"/>
                    <a:pt x="347663" y="405194"/>
                    <a:pt x="347167" y="403457"/>
                  </a:cubicBezTo>
                  <a:cubicBezTo>
                    <a:pt x="346676" y="403212"/>
                    <a:pt x="346185" y="402966"/>
                    <a:pt x="345679" y="402713"/>
                  </a:cubicBezTo>
                  <a:cubicBezTo>
                    <a:pt x="345422" y="400978"/>
                    <a:pt x="345175" y="399242"/>
                    <a:pt x="344935" y="397504"/>
                  </a:cubicBezTo>
                  <a:cubicBezTo>
                    <a:pt x="344444" y="396768"/>
                    <a:pt x="343953" y="396031"/>
                    <a:pt x="343447" y="395272"/>
                  </a:cubicBezTo>
                  <a:cubicBezTo>
                    <a:pt x="343443" y="396134"/>
                    <a:pt x="343443" y="396134"/>
                    <a:pt x="343439" y="397013"/>
                  </a:cubicBezTo>
                  <a:cubicBezTo>
                    <a:pt x="343379" y="410973"/>
                    <a:pt x="343310" y="424934"/>
                    <a:pt x="343233" y="438894"/>
                  </a:cubicBezTo>
                  <a:cubicBezTo>
                    <a:pt x="343195" y="445645"/>
                    <a:pt x="343161" y="452396"/>
                    <a:pt x="343133" y="459147"/>
                  </a:cubicBezTo>
                  <a:cubicBezTo>
                    <a:pt x="343108" y="465029"/>
                    <a:pt x="343079" y="470911"/>
                    <a:pt x="343043" y="476793"/>
                  </a:cubicBezTo>
                  <a:cubicBezTo>
                    <a:pt x="343024" y="479910"/>
                    <a:pt x="343008" y="483026"/>
                    <a:pt x="342998" y="486142"/>
                  </a:cubicBezTo>
                  <a:cubicBezTo>
                    <a:pt x="342988" y="489072"/>
                    <a:pt x="342972" y="492002"/>
                    <a:pt x="342950" y="494932"/>
                  </a:cubicBezTo>
                  <a:cubicBezTo>
                    <a:pt x="342943" y="496011"/>
                    <a:pt x="342939" y="497089"/>
                    <a:pt x="342937" y="498167"/>
                  </a:cubicBezTo>
                  <a:cubicBezTo>
                    <a:pt x="342935" y="499634"/>
                    <a:pt x="342923" y="501100"/>
                    <a:pt x="342910" y="502566"/>
                  </a:cubicBezTo>
                  <a:cubicBezTo>
                    <a:pt x="342906" y="503388"/>
                    <a:pt x="342901" y="504211"/>
                    <a:pt x="342897" y="505058"/>
                  </a:cubicBezTo>
                  <a:cubicBezTo>
                    <a:pt x="342833" y="505664"/>
                    <a:pt x="342769" y="506269"/>
                    <a:pt x="342702" y="506893"/>
                  </a:cubicBezTo>
                  <a:cubicBezTo>
                    <a:pt x="342211" y="507138"/>
                    <a:pt x="341720" y="507384"/>
                    <a:pt x="341214" y="507637"/>
                  </a:cubicBezTo>
                  <a:cubicBezTo>
                    <a:pt x="340613" y="510162"/>
                    <a:pt x="340480" y="512293"/>
                    <a:pt x="340610" y="514892"/>
                  </a:cubicBezTo>
                  <a:cubicBezTo>
                    <a:pt x="340564" y="515691"/>
                    <a:pt x="340517" y="516489"/>
                    <a:pt x="340470" y="517311"/>
                  </a:cubicBezTo>
                  <a:cubicBezTo>
                    <a:pt x="339980" y="517535"/>
                    <a:pt x="339490" y="517760"/>
                    <a:pt x="338985" y="517991"/>
                  </a:cubicBezTo>
                  <a:cubicBezTo>
                    <a:pt x="338493" y="518258"/>
                    <a:pt x="338000" y="518524"/>
                    <a:pt x="337493" y="518799"/>
                  </a:cubicBezTo>
                  <a:cubicBezTo>
                    <a:pt x="337133" y="520438"/>
                    <a:pt x="337133" y="520438"/>
                    <a:pt x="337307" y="522241"/>
                  </a:cubicBezTo>
                  <a:cubicBezTo>
                    <a:pt x="337334" y="522849"/>
                    <a:pt x="337361" y="523457"/>
                    <a:pt x="337389" y="524084"/>
                  </a:cubicBezTo>
                  <a:cubicBezTo>
                    <a:pt x="337423" y="524550"/>
                    <a:pt x="337458" y="525016"/>
                    <a:pt x="337493" y="525496"/>
                  </a:cubicBezTo>
                  <a:cubicBezTo>
                    <a:pt x="336757" y="525496"/>
                    <a:pt x="336020" y="525496"/>
                    <a:pt x="335261" y="525496"/>
                  </a:cubicBezTo>
                  <a:cubicBezTo>
                    <a:pt x="335184" y="526202"/>
                    <a:pt x="335108" y="526908"/>
                    <a:pt x="335029" y="527636"/>
                  </a:cubicBezTo>
                  <a:cubicBezTo>
                    <a:pt x="334517" y="529961"/>
                    <a:pt x="334517" y="529961"/>
                    <a:pt x="332284" y="531450"/>
                  </a:cubicBezTo>
                  <a:cubicBezTo>
                    <a:pt x="332039" y="532186"/>
                    <a:pt x="331793" y="532923"/>
                    <a:pt x="331540" y="533682"/>
                  </a:cubicBezTo>
                  <a:cubicBezTo>
                    <a:pt x="330804" y="533682"/>
                    <a:pt x="330067" y="533682"/>
                    <a:pt x="329308" y="533682"/>
                  </a:cubicBezTo>
                  <a:cubicBezTo>
                    <a:pt x="329308" y="534910"/>
                    <a:pt x="329308" y="536138"/>
                    <a:pt x="329308" y="537403"/>
                  </a:cubicBezTo>
                  <a:cubicBezTo>
                    <a:pt x="328326" y="537403"/>
                    <a:pt x="327343" y="537403"/>
                    <a:pt x="326331" y="537403"/>
                  </a:cubicBezTo>
                  <a:cubicBezTo>
                    <a:pt x="326331" y="538385"/>
                    <a:pt x="326331" y="539367"/>
                    <a:pt x="326331" y="540379"/>
                  </a:cubicBezTo>
                  <a:cubicBezTo>
                    <a:pt x="325091" y="540627"/>
                    <a:pt x="323851" y="540875"/>
                    <a:pt x="322611" y="541123"/>
                  </a:cubicBezTo>
                  <a:cubicBezTo>
                    <a:pt x="322611" y="542106"/>
                    <a:pt x="322611" y="543088"/>
                    <a:pt x="322611" y="544100"/>
                  </a:cubicBezTo>
                  <a:cubicBezTo>
                    <a:pt x="321372" y="544354"/>
                    <a:pt x="320131" y="544602"/>
                    <a:pt x="318890" y="544844"/>
                  </a:cubicBezTo>
                  <a:cubicBezTo>
                    <a:pt x="318798" y="545351"/>
                    <a:pt x="318706" y="545857"/>
                    <a:pt x="318611" y="546379"/>
                  </a:cubicBezTo>
                  <a:cubicBezTo>
                    <a:pt x="318381" y="547093"/>
                    <a:pt x="318381" y="547093"/>
                    <a:pt x="318146" y="547821"/>
                  </a:cubicBezTo>
                  <a:cubicBezTo>
                    <a:pt x="316409" y="547821"/>
                    <a:pt x="314673" y="547821"/>
                    <a:pt x="312937" y="547821"/>
                  </a:cubicBezTo>
                  <a:cubicBezTo>
                    <a:pt x="312845" y="548313"/>
                    <a:pt x="312753" y="548805"/>
                    <a:pt x="312658" y="549312"/>
                  </a:cubicBezTo>
                  <a:cubicBezTo>
                    <a:pt x="312428" y="550047"/>
                    <a:pt x="312428" y="550047"/>
                    <a:pt x="312193" y="550797"/>
                  </a:cubicBezTo>
                  <a:cubicBezTo>
                    <a:pt x="310026" y="550986"/>
                    <a:pt x="308007" y="550742"/>
                    <a:pt x="305844" y="550539"/>
                  </a:cubicBezTo>
                  <a:cubicBezTo>
                    <a:pt x="304935" y="550667"/>
                    <a:pt x="304935" y="550667"/>
                    <a:pt x="304007" y="550797"/>
                  </a:cubicBezTo>
                  <a:cubicBezTo>
                    <a:pt x="303915" y="551403"/>
                    <a:pt x="303823" y="552008"/>
                    <a:pt x="303728" y="552631"/>
                  </a:cubicBezTo>
                  <a:cubicBezTo>
                    <a:pt x="303575" y="553254"/>
                    <a:pt x="303421" y="553877"/>
                    <a:pt x="303263" y="554518"/>
                  </a:cubicBezTo>
                  <a:cubicBezTo>
                    <a:pt x="301273" y="554876"/>
                    <a:pt x="299675" y="555005"/>
                    <a:pt x="297682" y="554983"/>
                  </a:cubicBezTo>
                  <a:cubicBezTo>
                    <a:pt x="295782" y="554983"/>
                    <a:pt x="294000" y="555071"/>
                    <a:pt x="292101" y="555262"/>
                  </a:cubicBezTo>
                  <a:cubicBezTo>
                    <a:pt x="291855" y="555999"/>
                    <a:pt x="291610" y="556735"/>
                    <a:pt x="291357" y="557494"/>
                  </a:cubicBezTo>
                  <a:cubicBezTo>
                    <a:pt x="289290" y="557763"/>
                    <a:pt x="289290" y="557763"/>
                    <a:pt x="286491" y="557748"/>
                  </a:cubicBezTo>
                  <a:cubicBezTo>
                    <a:pt x="285728" y="557748"/>
                    <a:pt x="285728" y="557748"/>
                    <a:pt x="284951" y="557749"/>
                  </a:cubicBezTo>
                  <a:cubicBezTo>
                    <a:pt x="283263" y="557747"/>
                    <a:pt x="281577" y="557730"/>
                    <a:pt x="279889" y="557712"/>
                  </a:cubicBezTo>
                  <a:cubicBezTo>
                    <a:pt x="278723" y="557708"/>
                    <a:pt x="277556" y="557705"/>
                    <a:pt x="276389" y="557703"/>
                  </a:cubicBezTo>
                  <a:cubicBezTo>
                    <a:pt x="273312" y="557694"/>
                    <a:pt x="270236" y="557672"/>
                    <a:pt x="267159" y="557648"/>
                  </a:cubicBezTo>
                  <a:cubicBezTo>
                    <a:pt x="264022" y="557625"/>
                    <a:pt x="260884" y="557615"/>
                    <a:pt x="257747" y="557603"/>
                  </a:cubicBezTo>
                  <a:cubicBezTo>
                    <a:pt x="251587" y="557579"/>
                    <a:pt x="245427" y="557541"/>
                    <a:pt x="239267" y="557494"/>
                  </a:cubicBezTo>
                  <a:cubicBezTo>
                    <a:pt x="239251" y="556864"/>
                    <a:pt x="239251" y="556864"/>
                    <a:pt x="239234" y="556220"/>
                  </a:cubicBezTo>
                  <a:cubicBezTo>
                    <a:pt x="239179" y="554319"/>
                    <a:pt x="239107" y="552419"/>
                    <a:pt x="239034" y="550518"/>
                  </a:cubicBezTo>
                  <a:cubicBezTo>
                    <a:pt x="239018" y="549856"/>
                    <a:pt x="239001" y="549194"/>
                    <a:pt x="238983" y="548512"/>
                  </a:cubicBezTo>
                  <a:cubicBezTo>
                    <a:pt x="238944" y="547563"/>
                    <a:pt x="238944" y="547563"/>
                    <a:pt x="238904" y="546594"/>
                  </a:cubicBezTo>
                  <a:cubicBezTo>
                    <a:pt x="238884" y="546009"/>
                    <a:pt x="238865" y="545425"/>
                    <a:pt x="238845" y="544823"/>
                  </a:cubicBezTo>
                  <a:cubicBezTo>
                    <a:pt x="238635" y="543058"/>
                    <a:pt x="238635" y="543058"/>
                    <a:pt x="236290" y="541868"/>
                  </a:cubicBezTo>
                  <a:cubicBezTo>
                    <a:pt x="236005" y="539926"/>
                    <a:pt x="235842" y="538143"/>
                    <a:pt x="235779" y="536193"/>
                  </a:cubicBezTo>
                  <a:cubicBezTo>
                    <a:pt x="235753" y="535668"/>
                    <a:pt x="235728" y="535142"/>
                    <a:pt x="235702" y="534601"/>
                  </a:cubicBezTo>
                  <a:cubicBezTo>
                    <a:pt x="235640" y="533303"/>
                    <a:pt x="235592" y="532004"/>
                    <a:pt x="235546" y="530705"/>
                  </a:cubicBezTo>
                  <a:cubicBezTo>
                    <a:pt x="234809" y="530705"/>
                    <a:pt x="234073" y="530705"/>
                    <a:pt x="233314" y="530705"/>
                  </a:cubicBezTo>
                  <a:cubicBezTo>
                    <a:pt x="233277" y="530016"/>
                    <a:pt x="233241" y="529326"/>
                    <a:pt x="233203" y="528615"/>
                  </a:cubicBezTo>
                  <a:cubicBezTo>
                    <a:pt x="233120" y="527279"/>
                    <a:pt x="233120" y="527279"/>
                    <a:pt x="233035" y="525915"/>
                  </a:cubicBezTo>
                  <a:cubicBezTo>
                    <a:pt x="232983" y="525026"/>
                    <a:pt x="232931" y="524137"/>
                    <a:pt x="232878" y="523220"/>
                  </a:cubicBezTo>
                  <a:cubicBezTo>
                    <a:pt x="232776" y="522498"/>
                    <a:pt x="232674" y="521776"/>
                    <a:pt x="232570" y="521032"/>
                  </a:cubicBezTo>
                  <a:cubicBezTo>
                    <a:pt x="232078" y="520786"/>
                    <a:pt x="231587" y="520540"/>
                    <a:pt x="231081" y="520287"/>
                  </a:cubicBezTo>
                  <a:cubicBezTo>
                    <a:pt x="230818" y="518364"/>
                    <a:pt x="230751" y="516460"/>
                    <a:pt x="230666" y="514520"/>
                  </a:cubicBezTo>
                  <a:cubicBezTo>
                    <a:pt x="230557" y="513968"/>
                    <a:pt x="230449" y="513415"/>
                    <a:pt x="230337" y="512846"/>
                  </a:cubicBezTo>
                  <a:cubicBezTo>
                    <a:pt x="229601" y="512600"/>
                    <a:pt x="228864" y="512355"/>
                    <a:pt x="228105" y="512102"/>
                  </a:cubicBezTo>
                  <a:cubicBezTo>
                    <a:pt x="227724" y="510076"/>
                    <a:pt x="227724" y="510076"/>
                    <a:pt x="227593" y="507591"/>
                  </a:cubicBezTo>
                  <a:cubicBezTo>
                    <a:pt x="227544" y="506768"/>
                    <a:pt x="227495" y="505946"/>
                    <a:pt x="227445" y="505099"/>
                  </a:cubicBezTo>
                  <a:cubicBezTo>
                    <a:pt x="227417" y="504463"/>
                    <a:pt x="227389" y="503827"/>
                    <a:pt x="227361" y="503172"/>
                  </a:cubicBezTo>
                  <a:cubicBezTo>
                    <a:pt x="226624" y="503172"/>
                    <a:pt x="225887" y="503172"/>
                    <a:pt x="225128" y="503172"/>
                  </a:cubicBezTo>
                  <a:cubicBezTo>
                    <a:pt x="225092" y="502697"/>
                    <a:pt x="225055" y="502223"/>
                    <a:pt x="225018" y="501733"/>
                  </a:cubicBezTo>
                  <a:cubicBezTo>
                    <a:pt x="224934" y="500811"/>
                    <a:pt x="224934" y="500811"/>
                    <a:pt x="224849" y="499870"/>
                  </a:cubicBezTo>
                  <a:cubicBezTo>
                    <a:pt x="224797" y="499257"/>
                    <a:pt x="224746" y="498644"/>
                    <a:pt x="224692" y="498013"/>
                  </a:cubicBezTo>
                  <a:cubicBezTo>
                    <a:pt x="224591" y="497505"/>
                    <a:pt x="224489" y="496998"/>
                    <a:pt x="224384" y="496475"/>
                  </a:cubicBezTo>
                  <a:cubicBezTo>
                    <a:pt x="223893" y="496229"/>
                    <a:pt x="223402" y="495984"/>
                    <a:pt x="222896" y="495731"/>
                  </a:cubicBezTo>
                  <a:cubicBezTo>
                    <a:pt x="222750" y="493542"/>
                    <a:pt x="222750" y="493542"/>
                    <a:pt x="222803" y="490847"/>
                  </a:cubicBezTo>
                  <a:cubicBezTo>
                    <a:pt x="222816" y="489956"/>
                    <a:pt x="222830" y="489065"/>
                    <a:pt x="222843" y="488147"/>
                  </a:cubicBezTo>
                  <a:cubicBezTo>
                    <a:pt x="222861" y="487457"/>
                    <a:pt x="222878" y="486768"/>
                    <a:pt x="222896" y="486057"/>
                  </a:cubicBezTo>
                  <a:cubicBezTo>
                    <a:pt x="223620" y="486065"/>
                    <a:pt x="224344" y="486074"/>
                    <a:pt x="225089" y="486082"/>
                  </a:cubicBezTo>
                  <a:cubicBezTo>
                    <a:pt x="231900" y="486157"/>
                    <a:pt x="238711" y="486213"/>
                    <a:pt x="245522" y="486250"/>
                  </a:cubicBezTo>
                  <a:cubicBezTo>
                    <a:pt x="249024" y="486269"/>
                    <a:pt x="252526" y="486296"/>
                    <a:pt x="256028" y="486338"/>
                  </a:cubicBezTo>
                  <a:cubicBezTo>
                    <a:pt x="259405" y="486378"/>
                    <a:pt x="262782" y="486400"/>
                    <a:pt x="266160" y="486410"/>
                  </a:cubicBezTo>
                  <a:cubicBezTo>
                    <a:pt x="267451" y="486417"/>
                    <a:pt x="268742" y="486430"/>
                    <a:pt x="270032" y="486450"/>
                  </a:cubicBezTo>
                  <a:cubicBezTo>
                    <a:pt x="271836" y="486477"/>
                    <a:pt x="273638" y="486481"/>
                    <a:pt x="275442" y="486479"/>
                  </a:cubicBezTo>
                  <a:cubicBezTo>
                    <a:pt x="276248" y="486499"/>
                    <a:pt x="276248" y="486499"/>
                    <a:pt x="277070" y="486520"/>
                  </a:cubicBezTo>
                  <a:cubicBezTo>
                    <a:pt x="278717" y="486546"/>
                    <a:pt x="278717" y="486546"/>
                    <a:pt x="280939" y="486057"/>
                  </a:cubicBezTo>
                  <a:cubicBezTo>
                    <a:pt x="282290" y="483527"/>
                    <a:pt x="282612" y="481381"/>
                    <a:pt x="282606" y="478542"/>
                  </a:cubicBezTo>
                  <a:cubicBezTo>
                    <a:pt x="282608" y="477795"/>
                    <a:pt x="282610" y="477048"/>
                    <a:pt x="282612" y="476278"/>
                  </a:cubicBezTo>
                  <a:cubicBezTo>
                    <a:pt x="282607" y="475467"/>
                    <a:pt x="282602" y="474656"/>
                    <a:pt x="282596" y="473820"/>
                  </a:cubicBezTo>
                  <a:cubicBezTo>
                    <a:pt x="282596" y="472529"/>
                    <a:pt x="282596" y="472529"/>
                    <a:pt x="282597" y="471212"/>
                  </a:cubicBezTo>
                  <a:cubicBezTo>
                    <a:pt x="282596" y="468368"/>
                    <a:pt x="282584" y="465524"/>
                    <a:pt x="282572" y="462680"/>
                  </a:cubicBezTo>
                  <a:cubicBezTo>
                    <a:pt x="282570" y="460706"/>
                    <a:pt x="282567" y="458731"/>
                    <a:pt x="282566" y="456756"/>
                  </a:cubicBezTo>
                  <a:cubicBezTo>
                    <a:pt x="282561" y="452089"/>
                    <a:pt x="282549" y="447422"/>
                    <a:pt x="282534" y="442755"/>
                  </a:cubicBezTo>
                  <a:cubicBezTo>
                    <a:pt x="282518" y="437449"/>
                    <a:pt x="282509" y="432144"/>
                    <a:pt x="282502" y="426838"/>
                  </a:cubicBezTo>
                  <a:cubicBezTo>
                    <a:pt x="282487" y="416369"/>
                    <a:pt x="282463" y="405900"/>
                    <a:pt x="282431" y="395431"/>
                  </a:cubicBezTo>
                  <a:cubicBezTo>
                    <a:pt x="282428" y="394138"/>
                    <a:pt x="282427" y="392844"/>
                    <a:pt x="282427" y="391551"/>
                  </a:cubicBezTo>
                  <a:cubicBezTo>
                    <a:pt x="281967" y="392042"/>
                    <a:pt x="281506" y="392533"/>
                    <a:pt x="281032" y="393039"/>
                  </a:cubicBezTo>
                  <a:cubicBezTo>
                    <a:pt x="279450" y="394528"/>
                    <a:pt x="279450" y="394528"/>
                    <a:pt x="277962" y="394528"/>
                  </a:cubicBezTo>
                  <a:cubicBezTo>
                    <a:pt x="277855" y="395003"/>
                    <a:pt x="277747" y="395479"/>
                    <a:pt x="277637" y="395969"/>
                  </a:cubicBezTo>
                  <a:cubicBezTo>
                    <a:pt x="277499" y="396476"/>
                    <a:pt x="277360" y="396982"/>
                    <a:pt x="277218" y="397504"/>
                  </a:cubicBezTo>
                  <a:cubicBezTo>
                    <a:pt x="276481" y="397750"/>
                    <a:pt x="275745" y="397995"/>
                    <a:pt x="274986" y="398248"/>
                  </a:cubicBezTo>
                  <a:cubicBezTo>
                    <a:pt x="274717" y="399235"/>
                    <a:pt x="274467" y="400227"/>
                    <a:pt x="274242" y="401225"/>
                  </a:cubicBezTo>
                  <a:cubicBezTo>
                    <a:pt x="273750" y="401225"/>
                    <a:pt x="273259" y="401225"/>
                    <a:pt x="272753" y="401225"/>
                  </a:cubicBezTo>
                  <a:cubicBezTo>
                    <a:pt x="272508" y="401839"/>
                    <a:pt x="272262" y="402453"/>
                    <a:pt x="272009" y="403085"/>
                  </a:cubicBezTo>
                  <a:cubicBezTo>
                    <a:pt x="271764" y="403699"/>
                    <a:pt x="271518" y="404313"/>
                    <a:pt x="271265" y="404946"/>
                  </a:cubicBezTo>
                  <a:cubicBezTo>
                    <a:pt x="270774" y="404946"/>
                    <a:pt x="270283" y="404946"/>
                    <a:pt x="269777" y="404946"/>
                  </a:cubicBezTo>
                  <a:cubicBezTo>
                    <a:pt x="269521" y="405936"/>
                    <a:pt x="269273" y="406928"/>
                    <a:pt x="269033" y="407922"/>
                  </a:cubicBezTo>
                  <a:cubicBezTo>
                    <a:pt x="268541" y="408168"/>
                    <a:pt x="268050" y="408413"/>
                    <a:pt x="267544" y="408666"/>
                  </a:cubicBezTo>
                  <a:cubicBezTo>
                    <a:pt x="267299" y="409403"/>
                    <a:pt x="267053" y="410140"/>
                    <a:pt x="266800" y="410899"/>
                  </a:cubicBezTo>
                  <a:cubicBezTo>
                    <a:pt x="266063" y="411144"/>
                    <a:pt x="265327" y="411390"/>
                    <a:pt x="264568" y="411643"/>
                  </a:cubicBezTo>
                  <a:cubicBezTo>
                    <a:pt x="264060" y="412629"/>
                    <a:pt x="263563" y="413621"/>
                    <a:pt x="263079" y="414619"/>
                  </a:cubicBezTo>
                  <a:cubicBezTo>
                    <a:pt x="262588" y="414619"/>
                    <a:pt x="262097" y="414619"/>
                    <a:pt x="261591" y="414619"/>
                  </a:cubicBezTo>
                  <a:cubicBezTo>
                    <a:pt x="261484" y="415095"/>
                    <a:pt x="261376" y="415571"/>
                    <a:pt x="261266" y="416061"/>
                  </a:cubicBezTo>
                  <a:cubicBezTo>
                    <a:pt x="261127" y="416568"/>
                    <a:pt x="260989" y="417074"/>
                    <a:pt x="260847" y="417596"/>
                  </a:cubicBezTo>
                  <a:cubicBezTo>
                    <a:pt x="260110" y="417842"/>
                    <a:pt x="259374" y="418087"/>
                    <a:pt x="258615" y="418340"/>
                  </a:cubicBezTo>
                  <a:cubicBezTo>
                    <a:pt x="257777" y="419704"/>
                    <a:pt x="257777" y="419704"/>
                    <a:pt x="257126" y="421317"/>
                  </a:cubicBezTo>
                  <a:cubicBezTo>
                    <a:pt x="256429" y="422945"/>
                    <a:pt x="256429" y="422945"/>
                    <a:pt x="255638" y="424293"/>
                  </a:cubicBezTo>
                  <a:cubicBezTo>
                    <a:pt x="254901" y="424539"/>
                    <a:pt x="254165" y="424784"/>
                    <a:pt x="253406" y="425037"/>
                  </a:cubicBezTo>
                  <a:cubicBezTo>
                    <a:pt x="253160" y="425774"/>
                    <a:pt x="252914" y="426511"/>
                    <a:pt x="252661" y="427270"/>
                  </a:cubicBezTo>
                  <a:cubicBezTo>
                    <a:pt x="251925" y="427515"/>
                    <a:pt x="251188" y="427761"/>
                    <a:pt x="250429" y="428014"/>
                  </a:cubicBezTo>
                  <a:cubicBezTo>
                    <a:pt x="249909" y="428994"/>
                    <a:pt x="249412" y="429986"/>
                    <a:pt x="248941" y="430991"/>
                  </a:cubicBezTo>
                  <a:cubicBezTo>
                    <a:pt x="248450" y="431236"/>
                    <a:pt x="247958" y="431482"/>
                    <a:pt x="247452" y="431735"/>
                  </a:cubicBezTo>
                  <a:cubicBezTo>
                    <a:pt x="247207" y="432471"/>
                    <a:pt x="246961" y="433208"/>
                    <a:pt x="246708" y="433967"/>
                  </a:cubicBezTo>
                  <a:cubicBezTo>
                    <a:pt x="245972" y="434458"/>
                    <a:pt x="245235" y="434949"/>
                    <a:pt x="244476" y="435455"/>
                  </a:cubicBezTo>
                  <a:cubicBezTo>
                    <a:pt x="244230" y="436192"/>
                    <a:pt x="243985" y="436929"/>
                    <a:pt x="243732" y="437688"/>
                  </a:cubicBezTo>
                  <a:cubicBezTo>
                    <a:pt x="243241" y="437933"/>
                    <a:pt x="242749" y="438179"/>
                    <a:pt x="242243" y="438432"/>
                  </a:cubicBezTo>
                  <a:cubicBezTo>
                    <a:pt x="241944" y="439077"/>
                    <a:pt x="241944" y="439077"/>
                    <a:pt x="241639" y="439734"/>
                  </a:cubicBezTo>
                  <a:cubicBezTo>
                    <a:pt x="240470" y="441949"/>
                    <a:pt x="238821" y="443387"/>
                    <a:pt x="237034" y="445129"/>
                  </a:cubicBezTo>
                  <a:cubicBezTo>
                    <a:pt x="236620" y="445697"/>
                    <a:pt x="236206" y="446265"/>
                    <a:pt x="235779" y="446850"/>
                  </a:cubicBezTo>
                  <a:cubicBezTo>
                    <a:pt x="235456" y="447264"/>
                    <a:pt x="235134" y="447679"/>
                    <a:pt x="234802" y="448106"/>
                  </a:cubicBezTo>
                  <a:cubicBezTo>
                    <a:pt x="234311" y="448106"/>
                    <a:pt x="233820" y="448106"/>
                    <a:pt x="233314" y="448106"/>
                  </a:cubicBezTo>
                  <a:cubicBezTo>
                    <a:pt x="233058" y="449096"/>
                    <a:pt x="232811" y="450088"/>
                    <a:pt x="232570" y="451082"/>
                  </a:cubicBezTo>
                  <a:cubicBezTo>
                    <a:pt x="232078" y="451328"/>
                    <a:pt x="231587" y="451573"/>
                    <a:pt x="231081" y="451827"/>
                  </a:cubicBezTo>
                  <a:cubicBezTo>
                    <a:pt x="230759" y="452540"/>
                    <a:pt x="230759" y="452540"/>
                    <a:pt x="230430" y="453268"/>
                  </a:cubicBezTo>
                  <a:cubicBezTo>
                    <a:pt x="229404" y="455150"/>
                    <a:pt x="228490" y="455354"/>
                    <a:pt x="226617" y="456291"/>
                  </a:cubicBezTo>
                  <a:cubicBezTo>
                    <a:pt x="225773" y="457792"/>
                    <a:pt x="225773" y="457792"/>
                    <a:pt x="225128" y="459268"/>
                  </a:cubicBezTo>
                  <a:cubicBezTo>
                    <a:pt x="224637" y="459513"/>
                    <a:pt x="224146" y="459759"/>
                    <a:pt x="223640" y="460012"/>
                  </a:cubicBezTo>
                  <a:cubicBezTo>
                    <a:pt x="223272" y="460772"/>
                    <a:pt x="223272" y="460772"/>
                    <a:pt x="222896" y="461547"/>
                  </a:cubicBezTo>
                  <a:cubicBezTo>
                    <a:pt x="222650" y="462023"/>
                    <a:pt x="222405" y="462498"/>
                    <a:pt x="222152" y="462989"/>
                  </a:cubicBezTo>
                  <a:cubicBezTo>
                    <a:pt x="221661" y="462989"/>
                    <a:pt x="221169" y="462989"/>
                    <a:pt x="220663" y="462989"/>
                  </a:cubicBezTo>
                  <a:cubicBezTo>
                    <a:pt x="220556" y="463480"/>
                    <a:pt x="220449" y="463971"/>
                    <a:pt x="220338" y="464477"/>
                  </a:cubicBezTo>
                  <a:cubicBezTo>
                    <a:pt x="220200" y="464968"/>
                    <a:pt x="220062" y="465459"/>
                    <a:pt x="219919" y="465965"/>
                  </a:cubicBezTo>
                  <a:cubicBezTo>
                    <a:pt x="219183" y="465965"/>
                    <a:pt x="218446" y="465965"/>
                    <a:pt x="217687" y="465965"/>
                  </a:cubicBezTo>
                  <a:cubicBezTo>
                    <a:pt x="217564" y="466456"/>
                    <a:pt x="217441" y="466947"/>
                    <a:pt x="217315" y="467453"/>
                  </a:cubicBezTo>
                  <a:cubicBezTo>
                    <a:pt x="217192" y="467945"/>
                    <a:pt x="217069" y="468436"/>
                    <a:pt x="216943" y="468942"/>
                  </a:cubicBezTo>
                  <a:cubicBezTo>
                    <a:pt x="216206" y="468942"/>
                    <a:pt x="215469" y="468942"/>
                    <a:pt x="214710" y="468942"/>
                  </a:cubicBezTo>
                  <a:cubicBezTo>
                    <a:pt x="214271" y="470390"/>
                    <a:pt x="214271" y="470390"/>
                    <a:pt x="213966" y="471918"/>
                  </a:cubicBezTo>
                  <a:cubicBezTo>
                    <a:pt x="213475" y="472164"/>
                    <a:pt x="212984" y="472409"/>
                    <a:pt x="212478" y="472662"/>
                  </a:cubicBezTo>
                  <a:cubicBezTo>
                    <a:pt x="212386" y="473169"/>
                    <a:pt x="212294" y="473675"/>
                    <a:pt x="212199" y="474197"/>
                  </a:cubicBezTo>
                  <a:cubicBezTo>
                    <a:pt x="211969" y="474911"/>
                    <a:pt x="211969" y="474911"/>
                    <a:pt x="211734" y="475639"/>
                  </a:cubicBezTo>
                  <a:cubicBezTo>
                    <a:pt x="210751" y="475639"/>
                    <a:pt x="209769" y="475639"/>
                    <a:pt x="208757" y="475639"/>
                  </a:cubicBezTo>
                  <a:cubicBezTo>
                    <a:pt x="208257" y="477080"/>
                    <a:pt x="208257" y="477080"/>
                    <a:pt x="208013" y="478616"/>
                  </a:cubicBezTo>
                  <a:cubicBezTo>
                    <a:pt x="207522" y="478861"/>
                    <a:pt x="207031" y="479107"/>
                    <a:pt x="206525" y="479360"/>
                  </a:cubicBezTo>
                  <a:cubicBezTo>
                    <a:pt x="206279" y="479851"/>
                    <a:pt x="206034" y="480342"/>
                    <a:pt x="205781" y="480848"/>
                  </a:cubicBezTo>
                  <a:cubicBezTo>
                    <a:pt x="205036" y="482336"/>
                    <a:pt x="205036" y="482336"/>
                    <a:pt x="203548" y="483080"/>
                  </a:cubicBezTo>
                  <a:cubicBezTo>
                    <a:pt x="203303" y="483817"/>
                    <a:pt x="203057" y="484554"/>
                    <a:pt x="202804" y="485313"/>
                  </a:cubicBezTo>
                  <a:cubicBezTo>
                    <a:pt x="201564" y="486553"/>
                    <a:pt x="200324" y="487793"/>
                    <a:pt x="199083" y="489034"/>
                  </a:cubicBezTo>
                  <a:cubicBezTo>
                    <a:pt x="198700" y="489694"/>
                    <a:pt x="198316" y="490353"/>
                    <a:pt x="197921" y="491033"/>
                  </a:cubicBezTo>
                  <a:cubicBezTo>
                    <a:pt x="196723" y="492960"/>
                    <a:pt x="195855" y="493286"/>
                    <a:pt x="193874" y="494243"/>
                  </a:cubicBezTo>
                  <a:cubicBezTo>
                    <a:pt x="193874" y="494979"/>
                    <a:pt x="193874" y="495716"/>
                    <a:pt x="193874" y="496475"/>
                  </a:cubicBezTo>
                  <a:cubicBezTo>
                    <a:pt x="191609" y="496681"/>
                    <a:pt x="189432" y="496826"/>
                    <a:pt x="187177" y="496475"/>
                  </a:cubicBezTo>
                  <a:cubicBezTo>
                    <a:pt x="186526" y="494754"/>
                    <a:pt x="186526" y="494754"/>
                    <a:pt x="186433" y="492754"/>
                  </a:cubicBezTo>
                  <a:cubicBezTo>
                    <a:pt x="185704" y="491995"/>
                    <a:pt x="184960" y="491250"/>
                    <a:pt x="184200" y="490522"/>
                  </a:cubicBezTo>
                  <a:cubicBezTo>
                    <a:pt x="183939" y="489533"/>
                    <a:pt x="183689" y="488541"/>
                    <a:pt x="183456" y="487545"/>
                  </a:cubicBezTo>
                  <a:cubicBezTo>
                    <a:pt x="182965" y="487300"/>
                    <a:pt x="182474" y="487054"/>
                    <a:pt x="181968" y="486801"/>
                  </a:cubicBezTo>
                  <a:cubicBezTo>
                    <a:pt x="181807" y="485696"/>
                    <a:pt x="181807" y="485696"/>
                    <a:pt x="181643" y="484569"/>
                  </a:cubicBezTo>
                  <a:cubicBezTo>
                    <a:pt x="181504" y="483832"/>
                    <a:pt x="181366" y="483095"/>
                    <a:pt x="181224" y="482336"/>
                  </a:cubicBezTo>
                  <a:cubicBezTo>
                    <a:pt x="180487" y="482091"/>
                    <a:pt x="179751" y="481845"/>
                    <a:pt x="178992" y="481592"/>
                  </a:cubicBezTo>
                  <a:cubicBezTo>
                    <a:pt x="178451" y="479869"/>
                    <a:pt x="177961" y="478130"/>
                    <a:pt x="177503" y="476383"/>
                  </a:cubicBezTo>
                  <a:cubicBezTo>
                    <a:pt x="176276" y="473199"/>
                    <a:pt x="176276" y="473199"/>
                    <a:pt x="173783" y="471174"/>
                  </a:cubicBezTo>
                  <a:cubicBezTo>
                    <a:pt x="173479" y="469447"/>
                    <a:pt x="173229" y="467709"/>
                    <a:pt x="173038" y="465965"/>
                  </a:cubicBezTo>
                  <a:cubicBezTo>
                    <a:pt x="172302" y="465965"/>
                    <a:pt x="171565" y="465965"/>
                    <a:pt x="170806" y="465965"/>
                  </a:cubicBezTo>
                  <a:cubicBezTo>
                    <a:pt x="170867" y="465259"/>
                    <a:pt x="170929" y="464553"/>
                    <a:pt x="170992" y="463826"/>
                  </a:cubicBezTo>
                  <a:cubicBezTo>
                    <a:pt x="170931" y="463058"/>
                    <a:pt x="170869" y="462291"/>
                    <a:pt x="170806" y="461500"/>
                  </a:cubicBezTo>
                  <a:cubicBezTo>
                    <a:pt x="169367" y="460688"/>
                    <a:pt x="169367" y="460688"/>
                    <a:pt x="167829" y="460012"/>
                  </a:cubicBezTo>
                  <a:cubicBezTo>
                    <a:pt x="167364" y="458105"/>
                    <a:pt x="167364" y="458105"/>
                    <a:pt x="167085" y="456291"/>
                  </a:cubicBezTo>
                  <a:cubicBezTo>
                    <a:pt x="166594" y="456046"/>
                    <a:pt x="166103" y="455800"/>
                    <a:pt x="165597" y="455547"/>
                  </a:cubicBezTo>
                  <a:cubicBezTo>
                    <a:pt x="165082" y="454066"/>
                    <a:pt x="164587" y="452577"/>
                    <a:pt x="164109" y="451082"/>
                  </a:cubicBezTo>
                  <a:cubicBezTo>
                    <a:pt x="163372" y="449977"/>
                    <a:pt x="163372" y="449977"/>
                    <a:pt x="162620" y="448850"/>
                  </a:cubicBezTo>
                  <a:cubicBezTo>
                    <a:pt x="161056" y="448853"/>
                    <a:pt x="161056" y="448853"/>
                    <a:pt x="159644" y="449594"/>
                  </a:cubicBezTo>
                  <a:cubicBezTo>
                    <a:pt x="159398" y="450331"/>
                    <a:pt x="159153" y="451067"/>
                    <a:pt x="158900" y="451827"/>
                  </a:cubicBezTo>
                  <a:cubicBezTo>
                    <a:pt x="156966" y="452145"/>
                    <a:pt x="155091" y="452154"/>
                    <a:pt x="153133" y="452196"/>
                  </a:cubicBezTo>
                  <a:cubicBezTo>
                    <a:pt x="152580" y="452319"/>
                    <a:pt x="152028" y="452443"/>
                    <a:pt x="151458" y="452571"/>
                  </a:cubicBezTo>
                  <a:cubicBezTo>
                    <a:pt x="151343" y="453062"/>
                    <a:pt x="151228" y="453553"/>
                    <a:pt x="151109" y="454059"/>
                  </a:cubicBezTo>
                  <a:cubicBezTo>
                    <a:pt x="150914" y="454796"/>
                    <a:pt x="150914" y="454796"/>
                    <a:pt x="150714" y="455547"/>
                  </a:cubicBezTo>
                  <a:cubicBezTo>
                    <a:pt x="148877" y="455922"/>
                    <a:pt x="148877" y="455922"/>
                    <a:pt x="146621" y="455966"/>
                  </a:cubicBezTo>
                  <a:cubicBezTo>
                    <a:pt x="144428" y="455966"/>
                    <a:pt x="144428" y="455966"/>
                    <a:pt x="142529" y="456291"/>
                  </a:cubicBezTo>
                  <a:cubicBezTo>
                    <a:pt x="142283" y="457028"/>
                    <a:pt x="142037" y="457765"/>
                    <a:pt x="141784" y="458524"/>
                  </a:cubicBezTo>
                  <a:cubicBezTo>
                    <a:pt x="139921" y="458905"/>
                    <a:pt x="139921" y="458905"/>
                    <a:pt x="137645" y="459035"/>
                  </a:cubicBezTo>
                  <a:cubicBezTo>
                    <a:pt x="136892" y="459084"/>
                    <a:pt x="136139" y="459133"/>
                    <a:pt x="135363" y="459184"/>
                  </a:cubicBezTo>
                  <a:cubicBezTo>
                    <a:pt x="134781" y="459211"/>
                    <a:pt x="134199" y="459239"/>
                    <a:pt x="133599" y="459268"/>
                  </a:cubicBezTo>
                  <a:cubicBezTo>
                    <a:pt x="133599" y="460250"/>
                    <a:pt x="133599" y="461232"/>
                    <a:pt x="133599" y="462244"/>
                  </a:cubicBezTo>
                  <a:cubicBezTo>
                    <a:pt x="133017" y="462272"/>
                    <a:pt x="132434" y="462300"/>
                    <a:pt x="131835" y="462329"/>
                  </a:cubicBezTo>
                  <a:cubicBezTo>
                    <a:pt x="131081" y="462378"/>
                    <a:pt x="130328" y="462427"/>
                    <a:pt x="129553" y="462477"/>
                  </a:cubicBezTo>
                  <a:cubicBezTo>
                    <a:pt x="128802" y="462520"/>
                    <a:pt x="128050" y="462563"/>
                    <a:pt x="127277" y="462608"/>
                  </a:cubicBezTo>
                  <a:cubicBezTo>
                    <a:pt x="126662" y="462733"/>
                    <a:pt x="126047" y="462859"/>
                    <a:pt x="125413" y="462989"/>
                  </a:cubicBezTo>
                  <a:cubicBezTo>
                    <a:pt x="125168" y="463725"/>
                    <a:pt x="124922" y="464462"/>
                    <a:pt x="124669" y="465221"/>
                  </a:cubicBezTo>
                  <a:cubicBezTo>
                    <a:pt x="122643" y="465602"/>
                    <a:pt x="122643" y="465602"/>
                    <a:pt x="120158" y="465733"/>
                  </a:cubicBezTo>
                  <a:cubicBezTo>
                    <a:pt x="119336" y="465782"/>
                    <a:pt x="118514" y="465830"/>
                    <a:pt x="117667" y="465881"/>
                  </a:cubicBezTo>
                  <a:cubicBezTo>
                    <a:pt x="117031" y="465909"/>
                    <a:pt x="116395" y="465937"/>
                    <a:pt x="115740" y="465965"/>
                  </a:cubicBezTo>
                  <a:cubicBezTo>
                    <a:pt x="115740" y="466947"/>
                    <a:pt x="115740" y="467930"/>
                    <a:pt x="115740" y="468942"/>
                  </a:cubicBezTo>
                  <a:cubicBezTo>
                    <a:pt x="114866" y="468971"/>
                    <a:pt x="114866" y="468971"/>
                    <a:pt x="113975" y="469000"/>
                  </a:cubicBezTo>
                  <a:cubicBezTo>
                    <a:pt x="113222" y="469042"/>
                    <a:pt x="112469" y="469084"/>
                    <a:pt x="111693" y="469128"/>
                  </a:cubicBezTo>
                  <a:cubicBezTo>
                    <a:pt x="110942" y="469162"/>
                    <a:pt x="110191" y="469197"/>
                    <a:pt x="109417" y="469232"/>
                  </a:cubicBezTo>
                  <a:cubicBezTo>
                    <a:pt x="108802" y="469382"/>
                    <a:pt x="108188" y="469532"/>
                    <a:pt x="107554" y="469686"/>
                  </a:cubicBezTo>
                  <a:cubicBezTo>
                    <a:pt x="107431" y="470185"/>
                    <a:pt x="107308" y="470684"/>
                    <a:pt x="107182" y="471197"/>
                  </a:cubicBezTo>
                  <a:cubicBezTo>
                    <a:pt x="107059" y="471681"/>
                    <a:pt x="106936" y="472164"/>
                    <a:pt x="106810" y="472662"/>
                  </a:cubicBezTo>
                  <a:cubicBezTo>
                    <a:pt x="104947" y="472953"/>
                    <a:pt x="104947" y="472953"/>
                    <a:pt x="102671" y="472848"/>
                  </a:cubicBezTo>
                  <a:cubicBezTo>
                    <a:pt x="101918" y="472822"/>
                    <a:pt x="101165" y="472795"/>
                    <a:pt x="100389" y="472767"/>
                  </a:cubicBezTo>
                  <a:cubicBezTo>
                    <a:pt x="99515" y="472715"/>
                    <a:pt x="99515" y="472715"/>
                    <a:pt x="98624" y="472662"/>
                  </a:cubicBezTo>
                  <a:cubicBezTo>
                    <a:pt x="98624" y="473645"/>
                    <a:pt x="98624" y="474627"/>
                    <a:pt x="98624" y="475639"/>
                  </a:cubicBezTo>
                  <a:cubicBezTo>
                    <a:pt x="95678" y="475885"/>
                    <a:pt x="92731" y="476130"/>
                    <a:pt x="89695" y="476383"/>
                  </a:cubicBezTo>
                  <a:cubicBezTo>
                    <a:pt x="89695" y="477365"/>
                    <a:pt x="89695" y="478348"/>
                    <a:pt x="89695" y="479360"/>
                  </a:cubicBezTo>
                  <a:cubicBezTo>
                    <a:pt x="89112" y="479388"/>
                    <a:pt x="88530" y="479415"/>
                    <a:pt x="87930" y="479444"/>
                  </a:cubicBezTo>
                  <a:cubicBezTo>
                    <a:pt x="87177" y="479493"/>
                    <a:pt x="86424" y="479542"/>
                    <a:pt x="85648" y="479592"/>
                  </a:cubicBezTo>
                  <a:cubicBezTo>
                    <a:pt x="84897" y="479635"/>
                    <a:pt x="84146" y="479679"/>
                    <a:pt x="83372" y="479723"/>
                  </a:cubicBezTo>
                  <a:cubicBezTo>
                    <a:pt x="82757" y="479849"/>
                    <a:pt x="82143" y="479974"/>
                    <a:pt x="81509" y="480104"/>
                  </a:cubicBezTo>
                  <a:cubicBezTo>
                    <a:pt x="81264" y="480841"/>
                    <a:pt x="81018" y="481577"/>
                    <a:pt x="80765" y="482336"/>
                  </a:cubicBezTo>
                  <a:cubicBezTo>
                    <a:pt x="78739" y="482717"/>
                    <a:pt x="78739" y="482717"/>
                    <a:pt x="76254" y="482848"/>
                  </a:cubicBezTo>
                  <a:cubicBezTo>
                    <a:pt x="75432" y="482897"/>
                    <a:pt x="74609" y="482946"/>
                    <a:pt x="73762" y="482996"/>
                  </a:cubicBezTo>
                  <a:cubicBezTo>
                    <a:pt x="73126" y="483024"/>
                    <a:pt x="72491" y="483052"/>
                    <a:pt x="71835" y="483080"/>
                  </a:cubicBezTo>
                  <a:cubicBezTo>
                    <a:pt x="71835" y="484063"/>
                    <a:pt x="71835" y="485045"/>
                    <a:pt x="71835" y="486057"/>
                  </a:cubicBezTo>
                  <a:cubicBezTo>
                    <a:pt x="71315" y="486076"/>
                    <a:pt x="70795" y="486095"/>
                    <a:pt x="70260" y="486115"/>
                  </a:cubicBezTo>
                  <a:cubicBezTo>
                    <a:pt x="69583" y="486157"/>
                    <a:pt x="68905" y="486200"/>
                    <a:pt x="68208" y="486243"/>
                  </a:cubicBezTo>
                  <a:cubicBezTo>
                    <a:pt x="67534" y="486278"/>
                    <a:pt x="66861" y="486312"/>
                    <a:pt x="66167" y="486348"/>
                  </a:cubicBezTo>
                  <a:cubicBezTo>
                    <a:pt x="65582" y="486497"/>
                    <a:pt x="64997" y="486647"/>
                    <a:pt x="64394" y="486801"/>
                  </a:cubicBezTo>
                  <a:cubicBezTo>
                    <a:pt x="63892" y="487790"/>
                    <a:pt x="63395" y="488782"/>
                    <a:pt x="62906" y="489778"/>
                  </a:cubicBezTo>
                  <a:cubicBezTo>
                    <a:pt x="61126" y="489990"/>
                    <a:pt x="59545" y="489776"/>
                    <a:pt x="57766" y="489592"/>
                  </a:cubicBezTo>
                  <a:cubicBezTo>
                    <a:pt x="57252" y="489653"/>
                    <a:pt x="56738" y="489714"/>
                    <a:pt x="56208" y="489778"/>
                  </a:cubicBezTo>
                  <a:cubicBezTo>
                    <a:pt x="55988" y="490257"/>
                    <a:pt x="55767" y="490737"/>
                    <a:pt x="55540" y="491231"/>
                  </a:cubicBezTo>
                  <a:cubicBezTo>
                    <a:pt x="55269" y="491734"/>
                    <a:pt x="54999" y="492236"/>
                    <a:pt x="54720" y="492754"/>
                  </a:cubicBezTo>
                  <a:cubicBezTo>
                    <a:pt x="52621" y="493208"/>
                    <a:pt x="52621" y="493208"/>
                    <a:pt x="50162" y="493312"/>
                  </a:cubicBezTo>
                  <a:cubicBezTo>
                    <a:pt x="49347" y="493355"/>
                    <a:pt x="48531" y="493397"/>
                    <a:pt x="47691" y="493440"/>
                  </a:cubicBezTo>
                  <a:cubicBezTo>
                    <a:pt x="47064" y="493459"/>
                    <a:pt x="46437" y="493479"/>
                    <a:pt x="45790" y="493498"/>
                  </a:cubicBezTo>
                  <a:cubicBezTo>
                    <a:pt x="45790" y="494481"/>
                    <a:pt x="45790" y="495463"/>
                    <a:pt x="45790" y="496475"/>
                  </a:cubicBezTo>
                  <a:cubicBezTo>
                    <a:pt x="45208" y="496503"/>
                    <a:pt x="44626" y="496531"/>
                    <a:pt x="44026" y="496559"/>
                  </a:cubicBezTo>
                  <a:cubicBezTo>
                    <a:pt x="43273" y="496608"/>
                    <a:pt x="42520" y="496657"/>
                    <a:pt x="41744" y="496707"/>
                  </a:cubicBezTo>
                  <a:cubicBezTo>
                    <a:pt x="40993" y="496751"/>
                    <a:pt x="40242" y="496794"/>
                    <a:pt x="39468" y="496838"/>
                  </a:cubicBezTo>
                  <a:cubicBezTo>
                    <a:pt x="38853" y="496964"/>
                    <a:pt x="38238" y="497090"/>
                    <a:pt x="37605" y="497219"/>
                  </a:cubicBezTo>
                  <a:cubicBezTo>
                    <a:pt x="37359" y="497956"/>
                    <a:pt x="37114" y="498692"/>
                    <a:pt x="36861" y="499452"/>
                  </a:cubicBezTo>
                  <a:cubicBezTo>
                    <a:pt x="35375" y="499806"/>
                    <a:pt x="35375" y="499806"/>
                    <a:pt x="33559" y="499917"/>
                  </a:cubicBezTo>
                  <a:cubicBezTo>
                    <a:pt x="31021" y="500062"/>
                    <a:pt x="31021" y="500062"/>
                    <a:pt x="28675" y="500940"/>
                  </a:cubicBezTo>
                  <a:cubicBezTo>
                    <a:pt x="28430" y="501676"/>
                    <a:pt x="28184" y="502413"/>
                    <a:pt x="27931" y="503172"/>
                  </a:cubicBezTo>
                  <a:cubicBezTo>
                    <a:pt x="25433" y="503492"/>
                    <a:pt x="23014" y="503268"/>
                    <a:pt x="20490" y="503172"/>
                  </a:cubicBezTo>
                  <a:cubicBezTo>
                    <a:pt x="20244" y="499489"/>
                    <a:pt x="19998" y="495805"/>
                    <a:pt x="19745" y="492010"/>
                  </a:cubicBezTo>
                  <a:cubicBezTo>
                    <a:pt x="19009" y="492010"/>
                    <a:pt x="18272" y="492010"/>
                    <a:pt x="17513" y="492010"/>
                  </a:cubicBezTo>
                  <a:cubicBezTo>
                    <a:pt x="17513" y="487344"/>
                    <a:pt x="17513" y="482679"/>
                    <a:pt x="17513" y="477871"/>
                  </a:cubicBezTo>
                  <a:cubicBezTo>
                    <a:pt x="16776" y="477871"/>
                    <a:pt x="16040" y="477871"/>
                    <a:pt x="15281" y="477871"/>
                  </a:cubicBezTo>
                  <a:cubicBezTo>
                    <a:pt x="15244" y="476984"/>
                    <a:pt x="15208" y="476097"/>
                    <a:pt x="15170" y="475183"/>
                  </a:cubicBezTo>
                  <a:cubicBezTo>
                    <a:pt x="15114" y="474017"/>
                    <a:pt x="15058" y="472851"/>
                    <a:pt x="15002" y="471686"/>
                  </a:cubicBezTo>
                  <a:cubicBezTo>
                    <a:pt x="14978" y="471101"/>
                    <a:pt x="14955" y="470516"/>
                    <a:pt x="14932" y="469914"/>
                  </a:cubicBezTo>
                  <a:cubicBezTo>
                    <a:pt x="14903" y="469351"/>
                    <a:pt x="14874" y="468787"/>
                    <a:pt x="14845" y="468206"/>
                  </a:cubicBezTo>
                  <a:cubicBezTo>
                    <a:pt x="14809" y="467429"/>
                    <a:pt x="14809" y="467429"/>
                    <a:pt x="14774" y="466636"/>
                  </a:cubicBezTo>
                  <a:cubicBezTo>
                    <a:pt x="14595" y="464979"/>
                    <a:pt x="14595" y="464979"/>
                    <a:pt x="13048" y="462989"/>
                  </a:cubicBezTo>
                  <a:cubicBezTo>
                    <a:pt x="12803" y="462989"/>
                    <a:pt x="12557" y="462989"/>
                    <a:pt x="12304" y="462989"/>
                  </a:cubicBezTo>
                  <a:cubicBezTo>
                    <a:pt x="12058" y="457832"/>
                    <a:pt x="11813" y="452675"/>
                    <a:pt x="11560" y="447362"/>
                  </a:cubicBezTo>
                  <a:cubicBezTo>
                    <a:pt x="10823" y="447362"/>
                    <a:pt x="10086" y="447362"/>
                    <a:pt x="9327" y="447362"/>
                  </a:cubicBezTo>
                  <a:cubicBezTo>
                    <a:pt x="9263" y="444649"/>
                    <a:pt x="9223" y="441936"/>
                    <a:pt x="9188" y="439223"/>
                  </a:cubicBezTo>
                  <a:cubicBezTo>
                    <a:pt x="9169" y="438448"/>
                    <a:pt x="9151" y="437673"/>
                    <a:pt x="9131" y="436875"/>
                  </a:cubicBezTo>
                  <a:cubicBezTo>
                    <a:pt x="9124" y="436139"/>
                    <a:pt x="9117" y="435403"/>
                    <a:pt x="9109" y="434644"/>
                  </a:cubicBezTo>
                  <a:cubicBezTo>
                    <a:pt x="9098" y="433962"/>
                    <a:pt x="9086" y="433280"/>
                    <a:pt x="9074" y="432578"/>
                  </a:cubicBezTo>
                  <a:cubicBezTo>
                    <a:pt x="9199" y="431792"/>
                    <a:pt x="9199" y="431792"/>
                    <a:pt x="9327" y="430991"/>
                  </a:cubicBezTo>
                  <a:cubicBezTo>
                    <a:pt x="10064" y="430745"/>
                    <a:pt x="10801" y="430499"/>
                    <a:pt x="11560" y="430246"/>
                  </a:cubicBezTo>
                  <a:cubicBezTo>
                    <a:pt x="11560" y="429510"/>
                    <a:pt x="11560" y="428773"/>
                    <a:pt x="11560" y="428014"/>
                  </a:cubicBezTo>
                  <a:cubicBezTo>
                    <a:pt x="12250" y="427986"/>
                    <a:pt x="12939" y="427958"/>
                    <a:pt x="13650" y="427930"/>
                  </a:cubicBezTo>
                  <a:cubicBezTo>
                    <a:pt x="14541" y="427881"/>
                    <a:pt x="15432" y="427832"/>
                    <a:pt x="16350" y="427781"/>
                  </a:cubicBezTo>
                  <a:cubicBezTo>
                    <a:pt x="17239" y="427738"/>
                    <a:pt x="18129" y="427695"/>
                    <a:pt x="19045" y="427651"/>
                  </a:cubicBezTo>
                  <a:cubicBezTo>
                    <a:pt x="19767" y="427525"/>
                    <a:pt x="20489" y="427399"/>
                    <a:pt x="21234" y="427270"/>
                  </a:cubicBezTo>
                  <a:cubicBezTo>
                    <a:pt x="21479" y="426533"/>
                    <a:pt x="21725" y="425796"/>
                    <a:pt x="21978" y="425037"/>
                  </a:cubicBezTo>
                  <a:cubicBezTo>
                    <a:pt x="24321" y="424256"/>
                    <a:pt x="25987" y="424218"/>
                    <a:pt x="28443" y="424247"/>
                  </a:cubicBezTo>
                  <a:cubicBezTo>
                    <a:pt x="29182" y="424254"/>
                    <a:pt x="29922" y="424260"/>
                    <a:pt x="30684" y="424267"/>
                  </a:cubicBezTo>
                  <a:cubicBezTo>
                    <a:pt x="31531" y="424280"/>
                    <a:pt x="31531" y="424280"/>
                    <a:pt x="32396" y="424293"/>
                  </a:cubicBezTo>
                  <a:cubicBezTo>
                    <a:pt x="32396" y="423311"/>
                    <a:pt x="32396" y="422329"/>
                    <a:pt x="32396" y="421317"/>
                  </a:cubicBezTo>
                  <a:cubicBezTo>
                    <a:pt x="33086" y="421298"/>
                    <a:pt x="33775" y="421278"/>
                    <a:pt x="34486" y="421259"/>
                  </a:cubicBezTo>
                  <a:cubicBezTo>
                    <a:pt x="35377" y="421216"/>
                    <a:pt x="36268" y="421174"/>
                    <a:pt x="37186" y="421131"/>
                  </a:cubicBezTo>
                  <a:cubicBezTo>
                    <a:pt x="38075" y="421096"/>
                    <a:pt x="38965" y="421062"/>
                    <a:pt x="39881" y="421026"/>
                  </a:cubicBezTo>
                  <a:cubicBezTo>
                    <a:pt x="40603" y="420876"/>
                    <a:pt x="41325" y="420727"/>
                    <a:pt x="42070" y="420573"/>
                  </a:cubicBezTo>
                  <a:cubicBezTo>
                    <a:pt x="42333" y="419584"/>
                    <a:pt x="42581" y="418592"/>
                    <a:pt x="42814" y="417596"/>
                  </a:cubicBezTo>
                  <a:cubicBezTo>
                    <a:pt x="44814" y="417221"/>
                    <a:pt x="44814" y="417221"/>
                    <a:pt x="47279" y="417177"/>
                  </a:cubicBezTo>
                  <a:cubicBezTo>
                    <a:pt x="49673" y="417178"/>
                    <a:pt x="49673" y="417178"/>
                    <a:pt x="51743" y="416852"/>
                  </a:cubicBezTo>
                  <a:cubicBezTo>
                    <a:pt x="51989" y="416115"/>
                    <a:pt x="52235" y="415379"/>
                    <a:pt x="52488" y="414619"/>
                  </a:cubicBezTo>
                  <a:cubicBezTo>
                    <a:pt x="54324" y="414296"/>
                    <a:pt x="56101" y="414292"/>
                    <a:pt x="57964" y="414250"/>
                  </a:cubicBezTo>
                  <a:cubicBezTo>
                    <a:pt x="60624" y="413743"/>
                    <a:pt x="61757" y="412832"/>
                    <a:pt x="63650" y="410899"/>
                  </a:cubicBezTo>
                  <a:cubicBezTo>
                    <a:pt x="64200" y="408381"/>
                    <a:pt x="64200" y="408381"/>
                    <a:pt x="64097" y="405484"/>
                  </a:cubicBezTo>
                  <a:cubicBezTo>
                    <a:pt x="64100" y="404938"/>
                    <a:pt x="64103" y="404391"/>
                    <a:pt x="64107" y="403828"/>
                  </a:cubicBezTo>
                  <a:cubicBezTo>
                    <a:pt x="64113" y="401996"/>
                    <a:pt x="64092" y="400165"/>
                    <a:pt x="64072" y="398333"/>
                  </a:cubicBezTo>
                  <a:cubicBezTo>
                    <a:pt x="64071" y="397021"/>
                    <a:pt x="64072" y="395708"/>
                    <a:pt x="64074" y="394395"/>
                  </a:cubicBezTo>
                  <a:cubicBezTo>
                    <a:pt x="64075" y="390830"/>
                    <a:pt x="64053" y="387265"/>
                    <a:pt x="64027" y="383700"/>
                  </a:cubicBezTo>
                  <a:cubicBezTo>
                    <a:pt x="64004" y="379975"/>
                    <a:pt x="64002" y="376249"/>
                    <a:pt x="63997" y="372524"/>
                  </a:cubicBezTo>
                  <a:cubicBezTo>
                    <a:pt x="63986" y="365469"/>
                    <a:pt x="63955" y="358414"/>
                    <a:pt x="63918" y="351359"/>
                  </a:cubicBezTo>
                  <a:cubicBezTo>
                    <a:pt x="63876" y="343327"/>
                    <a:pt x="63856" y="335296"/>
                    <a:pt x="63837" y="327264"/>
                  </a:cubicBezTo>
                  <a:cubicBezTo>
                    <a:pt x="63798" y="310742"/>
                    <a:pt x="63733" y="294220"/>
                    <a:pt x="63650" y="277698"/>
                  </a:cubicBezTo>
                  <a:cubicBezTo>
                    <a:pt x="62816" y="277703"/>
                    <a:pt x="62816" y="277703"/>
                    <a:pt x="61965" y="277708"/>
                  </a:cubicBezTo>
                  <a:cubicBezTo>
                    <a:pt x="56731" y="277737"/>
                    <a:pt x="51497" y="277760"/>
                    <a:pt x="46263" y="277775"/>
                  </a:cubicBezTo>
                  <a:cubicBezTo>
                    <a:pt x="43571" y="277783"/>
                    <a:pt x="40880" y="277793"/>
                    <a:pt x="38189" y="277810"/>
                  </a:cubicBezTo>
                  <a:cubicBezTo>
                    <a:pt x="35594" y="277826"/>
                    <a:pt x="32998" y="277835"/>
                    <a:pt x="30402" y="277839"/>
                  </a:cubicBezTo>
                  <a:cubicBezTo>
                    <a:pt x="28927" y="277843"/>
                    <a:pt x="27452" y="277855"/>
                    <a:pt x="25977" y="277866"/>
                  </a:cubicBezTo>
                  <a:cubicBezTo>
                    <a:pt x="25083" y="277866"/>
                    <a:pt x="24190" y="277866"/>
                    <a:pt x="23269" y="277867"/>
                  </a:cubicBezTo>
                  <a:cubicBezTo>
                    <a:pt x="22479" y="277870"/>
                    <a:pt x="21689" y="277873"/>
                    <a:pt x="20875" y="277877"/>
                  </a:cubicBezTo>
                  <a:cubicBezTo>
                    <a:pt x="19001" y="277698"/>
                    <a:pt x="19001" y="277698"/>
                    <a:pt x="17513" y="276209"/>
                  </a:cubicBezTo>
                  <a:cubicBezTo>
                    <a:pt x="17373" y="273990"/>
                    <a:pt x="17326" y="271839"/>
                    <a:pt x="17344" y="269619"/>
                  </a:cubicBezTo>
                  <a:cubicBezTo>
                    <a:pt x="17344" y="268937"/>
                    <a:pt x="17344" y="268254"/>
                    <a:pt x="17343" y="267551"/>
                  </a:cubicBezTo>
                  <a:cubicBezTo>
                    <a:pt x="17344" y="265288"/>
                    <a:pt x="17356" y="263026"/>
                    <a:pt x="17368" y="260763"/>
                  </a:cubicBezTo>
                  <a:cubicBezTo>
                    <a:pt x="17370" y="259196"/>
                    <a:pt x="17373" y="257630"/>
                    <a:pt x="17374" y="256064"/>
                  </a:cubicBezTo>
                  <a:cubicBezTo>
                    <a:pt x="17380" y="251937"/>
                    <a:pt x="17394" y="247809"/>
                    <a:pt x="17411" y="243681"/>
                  </a:cubicBezTo>
                  <a:cubicBezTo>
                    <a:pt x="17429" y="238732"/>
                    <a:pt x="17436" y="233782"/>
                    <a:pt x="17444" y="228833"/>
                  </a:cubicBezTo>
                  <a:cubicBezTo>
                    <a:pt x="17459" y="221309"/>
                    <a:pt x="17487" y="213784"/>
                    <a:pt x="17513" y="206260"/>
                  </a:cubicBezTo>
                  <a:cubicBezTo>
                    <a:pt x="32984" y="206015"/>
                    <a:pt x="48454" y="205769"/>
                    <a:pt x="64394" y="205516"/>
                  </a:cubicBezTo>
                  <a:cubicBezTo>
                    <a:pt x="64394" y="173101"/>
                    <a:pt x="64394" y="140686"/>
                    <a:pt x="64394" y="107289"/>
                  </a:cubicBezTo>
                  <a:cubicBezTo>
                    <a:pt x="40083" y="106921"/>
                    <a:pt x="40083" y="106921"/>
                    <a:pt x="15281" y="106545"/>
                  </a:cubicBezTo>
                  <a:cubicBezTo>
                    <a:pt x="15281" y="82971"/>
                    <a:pt x="15281" y="59397"/>
                    <a:pt x="15281" y="35108"/>
                  </a:cubicBezTo>
                  <a:cubicBezTo>
                    <a:pt x="66604" y="35108"/>
                    <a:pt x="117927" y="35108"/>
                    <a:pt x="170806" y="35108"/>
                  </a:cubicBezTo>
                  <a:cubicBezTo>
                    <a:pt x="170806" y="58682"/>
                    <a:pt x="170806" y="82257"/>
                    <a:pt x="170806" y="106545"/>
                  </a:cubicBezTo>
                  <a:cubicBezTo>
                    <a:pt x="155335" y="106791"/>
                    <a:pt x="139865" y="107036"/>
                    <a:pt x="123925" y="107289"/>
                  </a:cubicBezTo>
                  <a:cubicBezTo>
                    <a:pt x="123925" y="139704"/>
                    <a:pt x="123925" y="172119"/>
                    <a:pt x="123925" y="205516"/>
                  </a:cubicBezTo>
                  <a:cubicBezTo>
                    <a:pt x="137431" y="205762"/>
                    <a:pt x="150937" y="206007"/>
                    <a:pt x="164853" y="206260"/>
                  </a:cubicBezTo>
                  <a:cubicBezTo>
                    <a:pt x="164913" y="223657"/>
                    <a:pt x="164913" y="223657"/>
                    <a:pt x="164926" y="231052"/>
                  </a:cubicBezTo>
                  <a:cubicBezTo>
                    <a:pt x="164934" y="236105"/>
                    <a:pt x="164945" y="241158"/>
                    <a:pt x="164965" y="246212"/>
                  </a:cubicBezTo>
                  <a:cubicBezTo>
                    <a:pt x="164981" y="250284"/>
                    <a:pt x="164990" y="254356"/>
                    <a:pt x="164994" y="258428"/>
                  </a:cubicBezTo>
                  <a:cubicBezTo>
                    <a:pt x="164997" y="259985"/>
                    <a:pt x="165002" y="261541"/>
                    <a:pt x="165010" y="263098"/>
                  </a:cubicBezTo>
                  <a:cubicBezTo>
                    <a:pt x="165021" y="265272"/>
                    <a:pt x="165022" y="267445"/>
                    <a:pt x="165022" y="269619"/>
                  </a:cubicBezTo>
                  <a:cubicBezTo>
                    <a:pt x="165027" y="270268"/>
                    <a:pt x="165032" y="270917"/>
                    <a:pt x="165038" y="271585"/>
                  </a:cubicBezTo>
                  <a:cubicBezTo>
                    <a:pt x="165023" y="276040"/>
                    <a:pt x="165023" y="276040"/>
                    <a:pt x="163365" y="277698"/>
                  </a:cubicBezTo>
                  <a:cubicBezTo>
                    <a:pt x="150595" y="277698"/>
                    <a:pt x="137826" y="277698"/>
                    <a:pt x="124669" y="277698"/>
                  </a:cubicBezTo>
                  <a:cubicBezTo>
                    <a:pt x="124301" y="333318"/>
                    <a:pt x="124301" y="333318"/>
                    <a:pt x="123925" y="390063"/>
                  </a:cubicBezTo>
                  <a:cubicBezTo>
                    <a:pt x="125398" y="389817"/>
                    <a:pt x="126872" y="389572"/>
                    <a:pt x="128390" y="389319"/>
                  </a:cubicBezTo>
                  <a:cubicBezTo>
                    <a:pt x="128390" y="388582"/>
                    <a:pt x="128390" y="387845"/>
                    <a:pt x="128390" y="387086"/>
                  </a:cubicBezTo>
                  <a:cubicBezTo>
                    <a:pt x="128964" y="387067"/>
                    <a:pt x="129537" y="387048"/>
                    <a:pt x="130128" y="387028"/>
                  </a:cubicBezTo>
                  <a:cubicBezTo>
                    <a:pt x="130874" y="386986"/>
                    <a:pt x="131621" y="386944"/>
                    <a:pt x="132390" y="386900"/>
                  </a:cubicBezTo>
                  <a:cubicBezTo>
                    <a:pt x="133132" y="386866"/>
                    <a:pt x="133875" y="386831"/>
                    <a:pt x="134640" y="386796"/>
                  </a:cubicBezTo>
                  <a:cubicBezTo>
                    <a:pt x="135278" y="386646"/>
                    <a:pt x="135917" y="386496"/>
                    <a:pt x="136575" y="386342"/>
                  </a:cubicBezTo>
                  <a:cubicBezTo>
                    <a:pt x="136822" y="385848"/>
                    <a:pt x="137069" y="385354"/>
                    <a:pt x="137323" y="384845"/>
                  </a:cubicBezTo>
                  <a:cubicBezTo>
                    <a:pt x="137689" y="384113"/>
                    <a:pt x="137689" y="384113"/>
                    <a:pt x="138064" y="383366"/>
                  </a:cubicBezTo>
                  <a:cubicBezTo>
                    <a:pt x="139974" y="382991"/>
                    <a:pt x="139974" y="382991"/>
                    <a:pt x="142203" y="382947"/>
                  </a:cubicBezTo>
                  <a:cubicBezTo>
                    <a:pt x="144375" y="382947"/>
                    <a:pt x="144375" y="382947"/>
                    <a:pt x="146249" y="382621"/>
                  </a:cubicBezTo>
                  <a:cubicBezTo>
                    <a:pt x="146495" y="381885"/>
                    <a:pt x="146740" y="381148"/>
                    <a:pt x="146993" y="380389"/>
                  </a:cubicBezTo>
                  <a:cubicBezTo>
                    <a:pt x="149120" y="380069"/>
                    <a:pt x="151193" y="380061"/>
                    <a:pt x="153342" y="380020"/>
                  </a:cubicBezTo>
                  <a:cubicBezTo>
                    <a:pt x="153948" y="379896"/>
                    <a:pt x="154554" y="379772"/>
                    <a:pt x="155179" y="379645"/>
                  </a:cubicBezTo>
                  <a:cubicBezTo>
                    <a:pt x="155302" y="379154"/>
                    <a:pt x="155425" y="378663"/>
                    <a:pt x="155551" y="378157"/>
                  </a:cubicBezTo>
                  <a:cubicBezTo>
                    <a:pt x="155674" y="377665"/>
                    <a:pt x="155797" y="377174"/>
                    <a:pt x="155923" y="376668"/>
                  </a:cubicBezTo>
                  <a:cubicBezTo>
                    <a:pt x="157760" y="376293"/>
                    <a:pt x="157760" y="376293"/>
                    <a:pt x="160016" y="376250"/>
                  </a:cubicBezTo>
                  <a:cubicBezTo>
                    <a:pt x="162209" y="376249"/>
                    <a:pt x="162209" y="376249"/>
                    <a:pt x="164109" y="375924"/>
                  </a:cubicBezTo>
                  <a:cubicBezTo>
                    <a:pt x="164354" y="375187"/>
                    <a:pt x="164600" y="374451"/>
                    <a:pt x="164853" y="373692"/>
                  </a:cubicBezTo>
                  <a:cubicBezTo>
                    <a:pt x="166391" y="373474"/>
                    <a:pt x="166391" y="373474"/>
                    <a:pt x="168248" y="373552"/>
                  </a:cubicBezTo>
                  <a:cubicBezTo>
                    <a:pt x="168863" y="373572"/>
                    <a:pt x="169478" y="373593"/>
                    <a:pt x="170111" y="373613"/>
                  </a:cubicBezTo>
                  <a:cubicBezTo>
                    <a:pt x="170823" y="373652"/>
                    <a:pt x="170823" y="373652"/>
                    <a:pt x="171550" y="373692"/>
                  </a:cubicBezTo>
                  <a:cubicBezTo>
                    <a:pt x="171550" y="374428"/>
                    <a:pt x="171550" y="375165"/>
                    <a:pt x="171550" y="375924"/>
                  </a:cubicBezTo>
                  <a:cubicBezTo>
                    <a:pt x="172041" y="375924"/>
                    <a:pt x="172532" y="375924"/>
                    <a:pt x="173038" y="375924"/>
                  </a:cubicBezTo>
                  <a:cubicBezTo>
                    <a:pt x="173824" y="379737"/>
                    <a:pt x="173845" y="383358"/>
                    <a:pt x="173783" y="387226"/>
                  </a:cubicBezTo>
                  <a:cubicBezTo>
                    <a:pt x="173764" y="388415"/>
                    <a:pt x="173748" y="389604"/>
                    <a:pt x="173736" y="390792"/>
                  </a:cubicBezTo>
                  <a:cubicBezTo>
                    <a:pt x="173727" y="391313"/>
                    <a:pt x="173719" y="391835"/>
                    <a:pt x="173710" y="392371"/>
                  </a:cubicBezTo>
                  <a:cubicBezTo>
                    <a:pt x="173728" y="393952"/>
                    <a:pt x="173728" y="393952"/>
                    <a:pt x="174527" y="396016"/>
                  </a:cubicBezTo>
                  <a:cubicBezTo>
                    <a:pt x="175018" y="396262"/>
                    <a:pt x="175509" y="396507"/>
                    <a:pt x="176015" y="396760"/>
                  </a:cubicBezTo>
                  <a:cubicBezTo>
                    <a:pt x="176247" y="398780"/>
                    <a:pt x="176397" y="400733"/>
                    <a:pt x="176480" y="402760"/>
                  </a:cubicBezTo>
                  <a:cubicBezTo>
                    <a:pt x="176509" y="403324"/>
                    <a:pt x="176538" y="403889"/>
                    <a:pt x="176567" y="404470"/>
                  </a:cubicBezTo>
                  <a:cubicBezTo>
                    <a:pt x="176638" y="405869"/>
                    <a:pt x="176699" y="407268"/>
                    <a:pt x="176759" y="408666"/>
                  </a:cubicBezTo>
                  <a:cubicBezTo>
                    <a:pt x="179040" y="407429"/>
                    <a:pt x="179040" y="407429"/>
                    <a:pt x="179689" y="405643"/>
                  </a:cubicBezTo>
                  <a:cubicBezTo>
                    <a:pt x="179950" y="405167"/>
                    <a:pt x="180211" y="404692"/>
                    <a:pt x="180480" y="404202"/>
                  </a:cubicBezTo>
                  <a:cubicBezTo>
                    <a:pt x="180986" y="404079"/>
                    <a:pt x="181493" y="403956"/>
                    <a:pt x="182015" y="403829"/>
                  </a:cubicBezTo>
                  <a:cubicBezTo>
                    <a:pt x="182490" y="403707"/>
                    <a:pt x="182966" y="403584"/>
                    <a:pt x="183456" y="403457"/>
                  </a:cubicBezTo>
                  <a:cubicBezTo>
                    <a:pt x="183641" y="402698"/>
                    <a:pt x="183641" y="402698"/>
                    <a:pt x="183828" y="401923"/>
                  </a:cubicBezTo>
                  <a:cubicBezTo>
                    <a:pt x="183951" y="401447"/>
                    <a:pt x="184074" y="400971"/>
                    <a:pt x="184200" y="400481"/>
                  </a:cubicBezTo>
                  <a:cubicBezTo>
                    <a:pt x="185183" y="400481"/>
                    <a:pt x="186165" y="400481"/>
                    <a:pt x="187177" y="400481"/>
                  </a:cubicBezTo>
                  <a:cubicBezTo>
                    <a:pt x="187177" y="399499"/>
                    <a:pt x="187177" y="398516"/>
                    <a:pt x="187177" y="397504"/>
                  </a:cubicBezTo>
                  <a:cubicBezTo>
                    <a:pt x="188619" y="397086"/>
                    <a:pt x="188619" y="397086"/>
                    <a:pt x="190154" y="396760"/>
                  </a:cubicBezTo>
                  <a:cubicBezTo>
                    <a:pt x="190399" y="396023"/>
                    <a:pt x="190645" y="395287"/>
                    <a:pt x="190898" y="394528"/>
                  </a:cubicBezTo>
                  <a:cubicBezTo>
                    <a:pt x="191527" y="394282"/>
                    <a:pt x="192156" y="394037"/>
                    <a:pt x="192805" y="393784"/>
                  </a:cubicBezTo>
                  <a:cubicBezTo>
                    <a:pt x="193403" y="393538"/>
                    <a:pt x="194002" y="393292"/>
                    <a:pt x="194618" y="393039"/>
                  </a:cubicBezTo>
                  <a:cubicBezTo>
                    <a:pt x="194618" y="392303"/>
                    <a:pt x="194618" y="391566"/>
                    <a:pt x="194618" y="390807"/>
                  </a:cubicBezTo>
                  <a:cubicBezTo>
                    <a:pt x="195859" y="390559"/>
                    <a:pt x="197099" y="390311"/>
                    <a:pt x="198339" y="390063"/>
                  </a:cubicBezTo>
                  <a:cubicBezTo>
                    <a:pt x="198339" y="389326"/>
                    <a:pt x="198339" y="388589"/>
                    <a:pt x="198339" y="387830"/>
                  </a:cubicBezTo>
                  <a:cubicBezTo>
                    <a:pt x="198815" y="387723"/>
                    <a:pt x="199291" y="387616"/>
                    <a:pt x="199781" y="387505"/>
                  </a:cubicBezTo>
                  <a:cubicBezTo>
                    <a:pt x="200287" y="387367"/>
                    <a:pt x="200794" y="387229"/>
                    <a:pt x="201316" y="387086"/>
                  </a:cubicBezTo>
                  <a:cubicBezTo>
                    <a:pt x="201571" y="386096"/>
                    <a:pt x="201819" y="385104"/>
                    <a:pt x="202060" y="384110"/>
                  </a:cubicBezTo>
                  <a:cubicBezTo>
                    <a:pt x="203040" y="383589"/>
                    <a:pt x="204032" y="383092"/>
                    <a:pt x="205036" y="382621"/>
                  </a:cubicBezTo>
                  <a:cubicBezTo>
                    <a:pt x="205282" y="381885"/>
                    <a:pt x="205528" y="381148"/>
                    <a:pt x="205781" y="380389"/>
                  </a:cubicBezTo>
                  <a:cubicBezTo>
                    <a:pt x="206763" y="380389"/>
                    <a:pt x="207745" y="380389"/>
                    <a:pt x="208757" y="380389"/>
                  </a:cubicBezTo>
                  <a:cubicBezTo>
                    <a:pt x="209204" y="378974"/>
                    <a:pt x="209204" y="378974"/>
                    <a:pt x="209501" y="377412"/>
                  </a:cubicBezTo>
                  <a:cubicBezTo>
                    <a:pt x="210238" y="376921"/>
                    <a:pt x="210975" y="376430"/>
                    <a:pt x="211734" y="375924"/>
                  </a:cubicBezTo>
                  <a:cubicBezTo>
                    <a:pt x="211979" y="375187"/>
                    <a:pt x="212225" y="374451"/>
                    <a:pt x="212478" y="373692"/>
                  </a:cubicBezTo>
                  <a:cubicBezTo>
                    <a:pt x="213470" y="373196"/>
                    <a:pt x="214462" y="372700"/>
                    <a:pt x="215454" y="372203"/>
                  </a:cubicBezTo>
                  <a:cubicBezTo>
                    <a:pt x="215700" y="371467"/>
                    <a:pt x="215946" y="370730"/>
                    <a:pt x="216199" y="369971"/>
                  </a:cubicBezTo>
                  <a:cubicBezTo>
                    <a:pt x="218105" y="369832"/>
                    <a:pt x="218105" y="369832"/>
                    <a:pt x="219919" y="369971"/>
                  </a:cubicBezTo>
                  <a:cubicBezTo>
                    <a:pt x="219919" y="368989"/>
                    <a:pt x="219919" y="368007"/>
                    <a:pt x="219919" y="366994"/>
                  </a:cubicBezTo>
                  <a:cubicBezTo>
                    <a:pt x="220902" y="366994"/>
                    <a:pt x="221884" y="366994"/>
                    <a:pt x="222896" y="366994"/>
                  </a:cubicBezTo>
                  <a:cubicBezTo>
                    <a:pt x="223755" y="365155"/>
                    <a:pt x="223755" y="365155"/>
                    <a:pt x="224384" y="363274"/>
                  </a:cubicBezTo>
                  <a:cubicBezTo>
                    <a:pt x="224875" y="363274"/>
                    <a:pt x="225366" y="363274"/>
                    <a:pt x="225872" y="363274"/>
                  </a:cubicBezTo>
                  <a:cubicBezTo>
                    <a:pt x="226087" y="362721"/>
                    <a:pt x="226302" y="362169"/>
                    <a:pt x="226523" y="361599"/>
                  </a:cubicBezTo>
                  <a:cubicBezTo>
                    <a:pt x="227466" y="359295"/>
                    <a:pt x="228393" y="358120"/>
                    <a:pt x="230337" y="356577"/>
                  </a:cubicBezTo>
                  <a:cubicBezTo>
                    <a:pt x="231319" y="356577"/>
                    <a:pt x="232302" y="356577"/>
                    <a:pt x="233314" y="356577"/>
                  </a:cubicBezTo>
                  <a:cubicBezTo>
                    <a:pt x="233761" y="355161"/>
                    <a:pt x="233761" y="355161"/>
                    <a:pt x="234058" y="353600"/>
                  </a:cubicBezTo>
                  <a:cubicBezTo>
                    <a:pt x="234795" y="353109"/>
                    <a:pt x="235531" y="352618"/>
                    <a:pt x="236290" y="352112"/>
                  </a:cubicBezTo>
                  <a:cubicBezTo>
                    <a:pt x="236536" y="351375"/>
                    <a:pt x="236781" y="350638"/>
                    <a:pt x="237034" y="349879"/>
                  </a:cubicBezTo>
                  <a:cubicBezTo>
                    <a:pt x="237771" y="349634"/>
                    <a:pt x="238508" y="349388"/>
                    <a:pt x="239267" y="349135"/>
                  </a:cubicBezTo>
                  <a:cubicBezTo>
                    <a:pt x="239482" y="348705"/>
                    <a:pt x="239697" y="348276"/>
                    <a:pt x="239918" y="347833"/>
                  </a:cubicBezTo>
                  <a:cubicBezTo>
                    <a:pt x="241066" y="345537"/>
                    <a:pt x="242535" y="344101"/>
                    <a:pt x="244476" y="342438"/>
                  </a:cubicBezTo>
                  <a:cubicBezTo>
                    <a:pt x="245458" y="342438"/>
                    <a:pt x="246440" y="342438"/>
                    <a:pt x="247452" y="342438"/>
                  </a:cubicBezTo>
                  <a:cubicBezTo>
                    <a:pt x="247452" y="341456"/>
                    <a:pt x="247452" y="340473"/>
                    <a:pt x="247452" y="339461"/>
                  </a:cubicBezTo>
                  <a:cubicBezTo>
                    <a:pt x="248435" y="339461"/>
                    <a:pt x="249417" y="339461"/>
                    <a:pt x="250429" y="339461"/>
                  </a:cubicBezTo>
                  <a:cubicBezTo>
                    <a:pt x="250955" y="338234"/>
                    <a:pt x="251445" y="336990"/>
                    <a:pt x="251917" y="335741"/>
                  </a:cubicBezTo>
                  <a:cubicBezTo>
                    <a:pt x="253731" y="333648"/>
                    <a:pt x="253731" y="333648"/>
                    <a:pt x="255638" y="332020"/>
                  </a:cubicBezTo>
                  <a:cubicBezTo>
                    <a:pt x="256375" y="332020"/>
                    <a:pt x="257111" y="332020"/>
                    <a:pt x="257870" y="332020"/>
                  </a:cubicBezTo>
                  <a:cubicBezTo>
                    <a:pt x="257870" y="331038"/>
                    <a:pt x="257870" y="330055"/>
                    <a:pt x="257870" y="329043"/>
                  </a:cubicBezTo>
                  <a:cubicBezTo>
                    <a:pt x="258853" y="329043"/>
                    <a:pt x="259835" y="329043"/>
                    <a:pt x="260847" y="329043"/>
                  </a:cubicBezTo>
                  <a:cubicBezTo>
                    <a:pt x="260847" y="328061"/>
                    <a:pt x="260847" y="327079"/>
                    <a:pt x="260847" y="326067"/>
                  </a:cubicBezTo>
                  <a:cubicBezTo>
                    <a:pt x="262242" y="325276"/>
                    <a:pt x="262242" y="325276"/>
                    <a:pt x="263824" y="324578"/>
                  </a:cubicBezTo>
                  <a:cubicBezTo>
                    <a:pt x="264315" y="323842"/>
                    <a:pt x="264806" y="323105"/>
                    <a:pt x="265312" y="322346"/>
                  </a:cubicBezTo>
                  <a:cubicBezTo>
                    <a:pt x="265803" y="322346"/>
                    <a:pt x="266294" y="322346"/>
                    <a:pt x="266800" y="322346"/>
                  </a:cubicBezTo>
                  <a:cubicBezTo>
                    <a:pt x="266877" y="321932"/>
                    <a:pt x="266954" y="321517"/>
                    <a:pt x="267033" y="321090"/>
                  </a:cubicBezTo>
                  <a:cubicBezTo>
                    <a:pt x="267791" y="318540"/>
                    <a:pt x="269255" y="317332"/>
                    <a:pt x="271265" y="315649"/>
                  </a:cubicBezTo>
                  <a:cubicBezTo>
                    <a:pt x="272247" y="315649"/>
                    <a:pt x="273229" y="315649"/>
                    <a:pt x="274242" y="315649"/>
                  </a:cubicBezTo>
                  <a:cubicBezTo>
                    <a:pt x="274688" y="314234"/>
                    <a:pt x="274688" y="314234"/>
                    <a:pt x="274986" y="312672"/>
                  </a:cubicBezTo>
                  <a:cubicBezTo>
                    <a:pt x="275722" y="312181"/>
                    <a:pt x="276459" y="311690"/>
                    <a:pt x="277218" y="311184"/>
                  </a:cubicBezTo>
                  <a:cubicBezTo>
                    <a:pt x="277464" y="310447"/>
                    <a:pt x="277709" y="309711"/>
                    <a:pt x="277962" y="308952"/>
                  </a:cubicBezTo>
                  <a:cubicBezTo>
                    <a:pt x="278699" y="308952"/>
                    <a:pt x="279436" y="308952"/>
                    <a:pt x="280195" y="308952"/>
                  </a:cubicBezTo>
                  <a:cubicBezTo>
                    <a:pt x="280717" y="307722"/>
                    <a:pt x="281214" y="306482"/>
                    <a:pt x="281683" y="305231"/>
                  </a:cubicBezTo>
                  <a:cubicBezTo>
                    <a:pt x="282174" y="305231"/>
                    <a:pt x="282665" y="305231"/>
                    <a:pt x="283171" y="305231"/>
                  </a:cubicBezTo>
                  <a:cubicBezTo>
                    <a:pt x="282803" y="237455"/>
                    <a:pt x="282803" y="237455"/>
                    <a:pt x="282427" y="168309"/>
                  </a:cubicBezTo>
                  <a:cubicBezTo>
                    <a:pt x="247685" y="168338"/>
                    <a:pt x="247685" y="168338"/>
                    <a:pt x="212943" y="168376"/>
                  </a:cubicBezTo>
                  <a:cubicBezTo>
                    <a:pt x="206239" y="168379"/>
                    <a:pt x="206239" y="168379"/>
                    <a:pt x="203105" y="168380"/>
                  </a:cubicBezTo>
                  <a:cubicBezTo>
                    <a:pt x="200906" y="168381"/>
                    <a:pt x="198707" y="168383"/>
                    <a:pt x="196509" y="168388"/>
                  </a:cubicBezTo>
                  <a:cubicBezTo>
                    <a:pt x="193709" y="168393"/>
                    <a:pt x="190909" y="168394"/>
                    <a:pt x="188110" y="168393"/>
                  </a:cubicBezTo>
                  <a:cubicBezTo>
                    <a:pt x="187079" y="168393"/>
                    <a:pt x="186048" y="168395"/>
                    <a:pt x="185018" y="168398"/>
                  </a:cubicBezTo>
                  <a:cubicBezTo>
                    <a:pt x="183632" y="168401"/>
                    <a:pt x="182246" y="168400"/>
                    <a:pt x="180860" y="168398"/>
                  </a:cubicBezTo>
                  <a:cubicBezTo>
                    <a:pt x="180082" y="168399"/>
                    <a:pt x="179303" y="168400"/>
                    <a:pt x="178501" y="168401"/>
                  </a:cubicBezTo>
                  <a:cubicBezTo>
                    <a:pt x="176759" y="168309"/>
                    <a:pt x="176759" y="168309"/>
                    <a:pt x="176015" y="167565"/>
                  </a:cubicBezTo>
                  <a:cubicBezTo>
                    <a:pt x="175944" y="165368"/>
                    <a:pt x="175922" y="163188"/>
                    <a:pt x="175930" y="160991"/>
                  </a:cubicBezTo>
                  <a:cubicBezTo>
                    <a:pt x="175930" y="160290"/>
                    <a:pt x="175930" y="159589"/>
                    <a:pt x="175930" y="158867"/>
                  </a:cubicBezTo>
                  <a:cubicBezTo>
                    <a:pt x="175931" y="156587"/>
                    <a:pt x="175936" y="154308"/>
                    <a:pt x="175942" y="152028"/>
                  </a:cubicBezTo>
                  <a:cubicBezTo>
                    <a:pt x="175943" y="150625"/>
                    <a:pt x="175944" y="149222"/>
                    <a:pt x="175945" y="147819"/>
                  </a:cubicBezTo>
                  <a:cubicBezTo>
                    <a:pt x="175948" y="142603"/>
                    <a:pt x="175959" y="137387"/>
                    <a:pt x="175968" y="132172"/>
                  </a:cubicBezTo>
                  <a:cubicBezTo>
                    <a:pt x="175984" y="120523"/>
                    <a:pt x="175999" y="108874"/>
                    <a:pt x="176015" y="96871"/>
                  </a:cubicBezTo>
                  <a:cubicBezTo>
                    <a:pt x="211377" y="96626"/>
                    <a:pt x="246738" y="96380"/>
                    <a:pt x="283171" y="96127"/>
                  </a:cubicBezTo>
                  <a:cubicBezTo>
                    <a:pt x="282897" y="66172"/>
                    <a:pt x="282897" y="66172"/>
                    <a:pt x="282614" y="36218"/>
                  </a:cubicBezTo>
                  <a:cubicBezTo>
                    <a:pt x="282564" y="30425"/>
                    <a:pt x="282564" y="30425"/>
                    <a:pt x="282541" y="27713"/>
                  </a:cubicBezTo>
                  <a:cubicBezTo>
                    <a:pt x="282520" y="25320"/>
                    <a:pt x="282496" y="22928"/>
                    <a:pt x="282472" y="20536"/>
                  </a:cubicBezTo>
                  <a:cubicBezTo>
                    <a:pt x="282448" y="18165"/>
                    <a:pt x="282430" y="15794"/>
                    <a:pt x="282411" y="13423"/>
                  </a:cubicBezTo>
                  <a:cubicBezTo>
                    <a:pt x="282401" y="12578"/>
                    <a:pt x="282392" y="11734"/>
                    <a:pt x="282382" y="10865"/>
                  </a:cubicBezTo>
                  <a:cubicBezTo>
                    <a:pt x="282376" y="10091"/>
                    <a:pt x="282371" y="9317"/>
                    <a:pt x="282366" y="8520"/>
                  </a:cubicBezTo>
                  <a:cubicBezTo>
                    <a:pt x="282357" y="7513"/>
                    <a:pt x="282357" y="7513"/>
                    <a:pt x="282347" y="6485"/>
                  </a:cubicBezTo>
                  <a:cubicBezTo>
                    <a:pt x="282431" y="4505"/>
                    <a:pt x="282577" y="2772"/>
                    <a:pt x="283171" y="877"/>
                  </a:cubicBezTo>
                  <a:close/>
                </a:path>
              </a:pathLst>
            </a:custGeom>
            <a:grpFill/>
            <a:ln w="744" cap="flat">
              <a:noFill/>
              <a:prstDash val="solid"/>
              <a:miter/>
            </a:ln>
          </p:spPr>
          <p:txBody>
            <a:bodyPr rtlCol="0" anchor="ctr"/>
            <a:lstStyle/>
            <a:p>
              <a:endParaRPr lang="zh-CN" altLang="en-US"/>
            </a:p>
          </p:txBody>
        </p:sp>
        <p:sp>
          <p:nvSpPr>
            <p:cNvPr id="145" name="任意多边形: 形状 144"/>
            <p:cNvSpPr/>
            <p:nvPr/>
          </p:nvSpPr>
          <p:spPr>
            <a:xfrm>
              <a:off x="-291089" y="273669"/>
              <a:ext cx="869544" cy="448079"/>
            </a:xfrm>
            <a:custGeom>
              <a:avLst/>
              <a:gdLst>
                <a:gd name="connsiteX0" fmla="*/ 512969 w 869556"/>
                <a:gd name="connsiteY0" fmla="*/ 92 h 448064"/>
                <a:gd name="connsiteX1" fmla="*/ 554554 w 869556"/>
                <a:gd name="connsiteY1" fmla="*/ 53 h 448064"/>
                <a:gd name="connsiteX2" fmla="*/ 573861 w 869556"/>
                <a:gd name="connsiteY2" fmla="*/ 35 h 448064"/>
                <a:gd name="connsiteX3" fmla="*/ 590683 w 869556"/>
                <a:gd name="connsiteY3" fmla="*/ 22 h 448064"/>
                <a:gd name="connsiteX4" fmla="*/ 599595 w 869556"/>
                <a:gd name="connsiteY4" fmla="*/ 13 h 448064"/>
                <a:gd name="connsiteX5" fmla="*/ 607974 w 869556"/>
                <a:gd name="connsiteY5" fmla="*/ 7 h 448064"/>
                <a:gd name="connsiteX6" fmla="*/ 611059 w 869556"/>
                <a:gd name="connsiteY6" fmla="*/ 3 h 448064"/>
                <a:gd name="connsiteX7" fmla="*/ 615252 w 869556"/>
                <a:gd name="connsiteY7" fmla="*/ 2 h 448064"/>
                <a:gd name="connsiteX8" fmla="*/ 617628 w 869556"/>
                <a:gd name="connsiteY8" fmla="*/ 0 h 448064"/>
                <a:gd name="connsiteX9" fmla="*/ 620125 w 869556"/>
                <a:gd name="connsiteY9" fmla="*/ 836 h 448064"/>
                <a:gd name="connsiteX10" fmla="*/ 626683 w 869556"/>
                <a:gd name="connsiteY10" fmla="*/ 940 h 448064"/>
                <a:gd name="connsiteX11" fmla="*/ 630735 w 869556"/>
                <a:gd name="connsiteY11" fmla="*/ 984 h 448064"/>
                <a:gd name="connsiteX12" fmla="*/ 637158 w 869556"/>
                <a:gd name="connsiteY12" fmla="*/ 1022 h 448064"/>
                <a:gd name="connsiteX13" fmla="*/ 643333 w 869556"/>
                <a:gd name="connsiteY13" fmla="*/ 1080 h 448064"/>
                <a:gd name="connsiteX14" fmla="*/ 645287 w 869556"/>
                <a:gd name="connsiteY14" fmla="*/ 1064 h 448064"/>
                <a:gd name="connsiteX15" fmla="*/ 649891 w 869556"/>
                <a:gd name="connsiteY15" fmla="*/ 1580 h 448064"/>
                <a:gd name="connsiteX16" fmla="*/ 650635 w 869556"/>
                <a:gd name="connsiteY16" fmla="*/ 5301 h 448064"/>
                <a:gd name="connsiteX17" fmla="*/ 655864 w 869556"/>
                <a:gd name="connsiteY17" fmla="*/ 5559 h 448064"/>
                <a:gd name="connsiteX18" fmla="*/ 657452 w 869556"/>
                <a:gd name="connsiteY18" fmla="*/ 5522 h 448064"/>
                <a:gd name="connsiteX19" fmla="*/ 662495 w 869556"/>
                <a:gd name="connsiteY19" fmla="*/ 5347 h 448064"/>
                <a:gd name="connsiteX20" fmla="*/ 667529 w 869556"/>
                <a:gd name="connsiteY20" fmla="*/ 5180 h 448064"/>
                <a:gd name="connsiteX21" fmla="*/ 670667 w 869556"/>
                <a:gd name="connsiteY21" fmla="*/ 5059 h 448064"/>
                <a:gd name="connsiteX22" fmla="*/ 674447 w 869556"/>
                <a:gd name="connsiteY22" fmla="*/ 5301 h 448064"/>
                <a:gd name="connsiteX23" fmla="*/ 675936 w 869556"/>
                <a:gd name="connsiteY23" fmla="*/ 8277 h 448064"/>
                <a:gd name="connsiteX24" fmla="*/ 681191 w 869556"/>
                <a:gd name="connsiteY24" fmla="*/ 8417 h 448064"/>
                <a:gd name="connsiteX25" fmla="*/ 693795 w 869556"/>
                <a:gd name="connsiteY25" fmla="*/ 9021 h 448064"/>
                <a:gd name="connsiteX26" fmla="*/ 694539 w 869556"/>
                <a:gd name="connsiteY26" fmla="*/ 11254 h 448064"/>
                <a:gd name="connsiteX27" fmla="*/ 698004 w 869556"/>
                <a:gd name="connsiteY27" fmla="*/ 11530 h 448064"/>
                <a:gd name="connsiteX28" fmla="*/ 700123 w 869556"/>
                <a:gd name="connsiteY28" fmla="*/ 11569 h 448064"/>
                <a:gd name="connsiteX29" fmla="*/ 704582 w 869556"/>
                <a:gd name="connsiteY29" fmla="*/ 11581 h 448064"/>
                <a:gd name="connsiteX30" fmla="*/ 706701 w 869556"/>
                <a:gd name="connsiteY30" fmla="*/ 11623 h 448064"/>
                <a:gd name="connsiteX31" fmla="*/ 708659 w 869556"/>
                <a:gd name="connsiteY31" fmla="*/ 11627 h 448064"/>
                <a:gd name="connsiteX32" fmla="*/ 710166 w 869556"/>
                <a:gd name="connsiteY32" fmla="*/ 11998 h 448064"/>
                <a:gd name="connsiteX33" fmla="*/ 710910 w 869556"/>
                <a:gd name="connsiteY33" fmla="*/ 14974 h 448064"/>
                <a:gd name="connsiteX34" fmla="*/ 717236 w 869556"/>
                <a:gd name="connsiteY34" fmla="*/ 15393 h 448064"/>
                <a:gd name="connsiteX35" fmla="*/ 723561 w 869556"/>
                <a:gd name="connsiteY35" fmla="*/ 15719 h 448064"/>
                <a:gd name="connsiteX36" fmla="*/ 724305 w 869556"/>
                <a:gd name="connsiteY36" fmla="*/ 17951 h 448064"/>
                <a:gd name="connsiteX37" fmla="*/ 732397 w 869556"/>
                <a:gd name="connsiteY37" fmla="*/ 18320 h 448064"/>
                <a:gd name="connsiteX38" fmla="*/ 734723 w 869556"/>
                <a:gd name="connsiteY38" fmla="*/ 18695 h 448064"/>
                <a:gd name="connsiteX39" fmla="*/ 735467 w 869556"/>
                <a:gd name="connsiteY39" fmla="*/ 21672 h 448064"/>
                <a:gd name="connsiteX40" fmla="*/ 739560 w 869556"/>
                <a:gd name="connsiteY40" fmla="*/ 22044 h 448064"/>
                <a:gd name="connsiteX41" fmla="*/ 743653 w 869556"/>
                <a:gd name="connsiteY41" fmla="*/ 22416 h 448064"/>
                <a:gd name="connsiteX42" fmla="*/ 744397 w 869556"/>
                <a:gd name="connsiteY42" fmla="*/ 25392 h 448064"/>
                <a:gd name="connsiteX43" fmla="*/ 748978 w 869556"/>
                <a:gd name="connsiteY43" fmla="*/ 25250 h 448064"/>
                <a:gd name="connsiteX44" fmla="*/ 750350 w 869556"/>
                <a:gd name="connsiteY44" fmla="*/ 25392 h 448064"/>
                <a:gd name="connsiteX45" fmla="*/ 751047 w 869556"/>
                <a:gd name="connsiteY45" fmla="*/ 27253 h 448064"/>
                <a:gd name="connsiteX46" fmla="*/ 751838 w 869556"/>
                <a:gd name="connsiteY46" fmla="*/ 29113 h 448064"/>
                <a:gd name="connsiteX47" fmla="*/ 758535 w 869556"/>
                <a:gd name="connsiteY47" fmla="*/ 29113 h 448064"/>
                <a:gd name="connsiteX48" fmla="*/ 758535 w 869556"/>
                <a:gd name="connsiteY48" fmla="*/ 32090 h 448064"/>
                <a:gd name="connsiteX49" fmla="*/ 765233 w 869556"/>
                <a:gd name="connsiteY49" fmla="*/ 32834 h 448064"/>
                <a:gd name="connsiteX50" fmla="*/ 765233 w 869556"/>
                <a:gd name="connsiteY50" fmla="*/ 35810 h 448064"/>
                <a:gd name="connsiteX51" fmla="*/ 771930 w 869556"/>
                <a:gd name="connsiteY51" fmla="*/ 35810 h 448064"/>
                <a:gd name="connsiteX52" fmla="*/ 771930 w 869556"/>
                <a:gd name="connsiteY52" fmla="*/ 38787 h 448064"/>
                <a:gd name="connsiteX53" fmla="*/ 773343 w 869556"/>
                <a:gd name="connsiteY53" fmla="*/ 38845 h 448064"/>
                <a:gd name="connsiteX54" fmla="*/ 775186 w 869556"/>
                <a:gd name="connsiteY54" fmla="*/ 38973 h 448064"/>
                <a:gd name="connsiteX55" fmla="*/ 777017 w 869556"/>
                <a:gd name="connsiteY55" fmla="*/ 39078 h 448064"/>
                <a:gd name="connsiteX56" fmla="*/ 778627 w 869556"/>
                <a:gd name="connsiteY56" fmla="*/ 39531 h 448064"/>
                <a:gd name="connsiteX57" fmla="*/ 780115 w 869556"/>
                <a:gd name="connsiteY57" fmla="*/ 42508 h 448064"/>
                <a:gd name="connsiteX58" fmla="*/ 782394 w 869556"/>
                <a:gd name="connsiteY58" fmla="*/ 42461 h 448064"/>
                <a:gd name="connsiteX59" fmla="*/ 784580 w 869556"/>
                <a:gd name="connsiteY59" fmla="*/ 42508 h 448064"/>
                <a:gd name="connsiteX60" fmla="*/ 784859 w 869556"/>
                <a:gd name="connsiteY60" fmla="*/ 44368 h 448064"/>
                <a:gd name="connsiteX61" fmla="*/ 785324 w 869556"/>
                <a:gd name="connsiteY61" fmla="*/ 46228 h 448064"/>
                <a:gd name="connsiteX62" fmla="*/ 791278 w 869556"/>
                <a:gd name="connsiteY62" fmla="*/ 46228 h 448064"/>
                <a:gd name="connsiteX63" fmla="*/ 791278 w 869556"/>
                <a:gd name="connsiteY63" fmla="*/ 49205 h 448064"/>
                <a:gd name="connsiteX64" fmla="*/ 797975 w 869556"/>
                <a:gd name="connsiteY64" fmla="*/ 49949 h 448064"/>
                <a:gd name="connsiteX65" fmla="*/ 797975 w 869556"/>
                <a:gd name="connsiteY65" fmla="*/ 52926 h 448064"/>
                <a:gd name="connsiteX66" fmla="*/ 803928 w 869556"/>
                <a:gd name="connsiteY66" fmla="*/ 52926 h 448064"/>
                <a:gd name="connsiteX67" fmla="*/ 803928 w 869556"/>
                <a:gd name="connsiteY67" fmla="*/ 56646 h 448064"/>
                <a:gd name="connsiteX68" fmla="*/ 806486 w 869556"/>
                <a:gd name="connsiteY68" fmla="*/ 56460 h 448064"/>
                <a:gd name="connsiteX69" fmla="*/ 809137 w 869556"/>
                <a:gd name="connsiteY69" fmla="*/ 56646 h 448064"/>
                <a:gd name="connsiteX70" fmla="*/ 809881 w 869556"/>
                <a:gd name="connsiteY70" fmla="*/ 59623 h 448064"/>
                <a:gd name="connsiteX71" fmla="*/ 812486 w 869556"/>
                <a:gd name="connsiteY71" fmla="*/ 59623 h 448064"/>
                <a:gd name="connsiteX72" fmla="*/ 815090 w 869556"/>
                <a:gd name="connsiteY72" fmla="*/ 59623 h 448064"/>
                <a:gd name="connsiteX73" fmla="*/ 815834 w 869556"/>
                <a:gd name="connsiteY73" fmla="*/ 62599 h 448064"/>
                <a:gd name="connsiteX74" fmla="*/ 820299 w 869556"/>
                <a:gd name="connsiteY74" fmla="*/ 63344 h 448064"/>
                <a:gd name="connsiteX75" fmla="*/ 821787 w 869556"/>
                <a:gd name="connsiteY75" fmla="*/ 66320 h 448064"/>
                <a:gd name="connsiteX76" fmla="*/ 826252 w 869556"/>
                <a:gd name="connsiteY76" fmla="*/ 67064 h 448064"/>
                <a:gd name="connsiteX77" fmla="*/ 826252 w 869556"/>
                <a:gd name="connsiteY77" fmla="*/ 70041 h 448064"/>
                <a:gd name="connsiteX78" fmla="*/ 828810 w 869556"/>
                <a:gd name="connsiteY78" fmla="*/ 69855 h 448064"/>
                <a:gd name="connsiteX79" fmla="*/ 831461 w 869556"/>
                <a:gd name="connsiteY79" fmla="*/ 70041 h 448064"/>
                <a:gd name="connsiteX80" fmla="*/ 832205 w 869556"/>
                <a:gd name="connsiteY80" fmla="*/ 73017 h 448064"/>
                <a:gd name="connsiteX81" fmla="*/ 836670 w 869556"/>
                <a:gd name="connsiteY81" fmla="*/ 73761 h 448064"/>
                <a:gd name="connsiteX82" fmla="*/ 837414 w 869556"/>
                <a:gd name="connsiteY82" fmla="*/ 75994 h 448064"/>
                <a:gd name="connsiteX83" fmla="*/ 840019 w 869556"/>
                <a:gd name="connsiteY83" fmla="*/ 76738 h 448064"/>
                <a:gd name="connsiteX84" fmla="*/ 842623 w 869556"/>
                <a:gd name="connsiteY84" fmla="*/ 77482 h 448064"/>
                <a:gd name="connsiteX85" fmla="*/ 843367 w 869556"/>
                <a:gd name="connsiteY85" fmla="*/ 79715 h 448064"/>
                <a:gd name="connsiteX86" fmla="*/ 847832 w 869556"/>
                <a:gd name="connsiteY86" fmla="*/ 80459 h 448064"/>
                <a:gd name="connsiteX87" fmla="*/ 847832 w 869556"/>
                <a:gd name="connsiteY87" fmla="*/ 83435 h 448064"/>
                <a:gd name="connsiteX88" fmla="*/ 853041 w 869556"/>
                <a:gd name="connsiteY88" fmla="*/ 84179 h 448064"/>
                <a:gd name="connsiteX89" fmla="*/ 853041 w 869556"/>
                <a:gd name="connsiteY89" fmla="*/ 87156 h 448064"/>
                <a:gd name="connsiteX90" fmla="*/ 855599 w 869556"/>
                <a:gd name="connsiteY90" fmla="*/ 86970 h 448064"/>
                <a:gd name="connsiteX91" fmla="*/ 858250 w 869556"/>
                <a:gd name="connsiteY91" fmla="*/ 87156 h 448064"/>
                <a:gd name="connsiteX92" fmla="*/ 858994 w 869556"/>
                <a:gd name="connsiteY92" fmla="*/ 90133 h 448064"/>
                <a:gd name="connsiteX93" fmla="*/ 863459 w 869556"/>
                <a:gd name="connsiteY93" fmla="*/ 90877 h 448064"/>
                <a:gd name="connsiteX94" fmla="*/ 863459 w 869556"/>
                <a:gd name="connsiteY94" fmla="*/ 93853 h 448064"/>
                <a:gd name="connsiteX95" fmla="*/ 865971 w 869556"/>
                <a:gd name="connsiteY95" fmla="*/ 93760 h 448064"/>
                <a:gd name="connsiteX96" fmla="*/ 870156 w 869556"/>
                <a:gd name="connsiteY96" fmla="*/ 95342 h 448064"/>
                <a:gd name="connsiteX97" fmla="*/ 870296 w 869556"/>
                <a:gd name="connsiteY97" fmla="*/ 99481 h 448064"/>
                <a:gd name="connsiteX98" fmla="*/ 870281 w 869556"/>
                <a:gd name="connsiteY98" fmla="*/ 101716 h 448064"/>
                <a:gd name="connsiteX99" fmla="*/ 869412 w 869556"/>
                <a:gd name="connsiteY99" fmla="*/ 104271 h 448064"/>
                <a:gd name="connsiteX100" fmla="*/ 864834 w 869556"/>
                <a:gd name="connsiteY100" fmla="*/ 104402 h 448064"/>
                <a:gd name="connsiteX101" fmla="*/ 862013 w 869556"/>
                <a:gd name="connsiteY101" fmla="*/ 104456 h 448064"/>
                <a:gd name="connsiteX102" fmla="*/ 856077 w 869556"/>
                <a:gd name="connsiteY102" fmla="*/ 104526 h 448064"/>
                <a:gd name="connsiteX103" fmla="*/ 853253 w 869556"/>
                <a:gd name="connsiteY103" fmla="*/ 104588 h 448064"/>
                <a:gd name="connsiteX104" fmla="*/ 850646 w 869556"/>
                <a:gd name="connsiteY104" fmla="*/ 104621 h 448064"/>
                <a:gd name="connsiteX105" fmla="*/ 848576 w 869556"/>
                <a:gd name="connsiteY105" fmla="*/ 105015 h 448064"/>
                <a:gd name="connsiteX106" fmla="*/ 847853 w 869556"/>
                <a:gd name="connsiteY106" fmla="*/ 106507 h 448064"/>
                <a:gd name="connsiteX107" fmla="*/ 847088 w 869556"/>
                <a:gd name="connsiteY107" fmla="*/ 107992 h 448064"/>
                <a:gd name="connsiteX108" fmla="*/ 842085 w 869556"/>
                <a:gd name="connsiteY108" fmla="*/ 108367 h 448064"/>
                <a:gd name="connsiteX109" fmla="*/ 840596 w 869556"/>
                <a:gd name="connsiteY109" fmla="*/ 108388 h 448064"/>
                <a:gd name="connsiteX110" fmla="*/ 835879 w 869556"/>
                <a:gd name="connsiteY110" fmla="*/ 108411 h 448064"/>
                <a:gd name="connsiteX111" fmla="*/ 831155 w 869556"/>
                <a:gd name="connsiteY111" fmla="*/ 108441 h 448064"/>
                <a:gd name="connsiteX112" fmla="*/ 826874 w 869556"/>
                <a:gd name="connsiteY112" fmla="*/ 108462 h 448064"/>
                <a:gd name="connsiteX113" fmla="*/ 824764 w 869556"/>
                <a:gd name="connsiteY113" fmla="*/ 108736 h 448064"/>
                <a:gd name="connsiteX114" fmla="*/ 824020 w 869556"/>
                <a:gd name="connsiteY114" fmla="*/ 110969 h 448064"/>
                <a:gd name="connsiteX115" fmla="*/ 819604 w 869556"/>
                <a:gd name="connsiteY115" fmla="*/ 111323 h 448064"/>
                <a:gd name="connsiteX116" fmla="*/ 816885 w 869556"/>
                <a:gd name="connsiteY116" fmla="*/ 111393 h 448064"/>
                <a:gd name="connsiteX117" fmla="*/ 814020 w 869556"/>
                <a:gd name="connsiteY117" fmla="*/ 111434 h 448064"/>
                <a:gd name="connsiteX118" fmla="*/ 808442 w 869556"/>
                <a:gd name="connsiteY118" fmla="*/ 111556 h 448064"/>
                <a:gd name="connsiteX119" fmla="*/ 805929 w 869556"/>
                <a:gd name="connsiteY119" fmla="*/ 111595 h 448064"/>
                <a:gd name="connsiteX120" fmla="*/ 802440 w 869556"/>
                <a:gd name="connsiteY120" fmla="*/ 112457 h 448064"/>
                <a:gd name="connsiteX121" fmla="*/ 802440 w 869556"/>
                <a:gd name="connsiteY121" fmla="*/ 114689 h 448064"/>
                <a:gd name="connsiteX122" fmla="*/ 800607 w 869556"/>
                <a:gd name="connsiteY122" fmla="*/ 114722 h 448064"/>
                <a:gd name="connsiteX123" fmla="*/ 792440 w 869556"/>
                <a:gd name="connsiteY123" fmla="*/ 114922 h 448064"/>
                <a:gd name="connsiteX124" fmla="*/ 789555 w 869556"/>
                <a:gd name="connsiteY124" fmla="*/ 114973 h 448064"/>
                <a:gd name="connsiteX125" fmla="*/ 786816 w 869556"/>
                <a:gd name="connsiteY125" fmla="*/ 115053 h 448064"/>
                <a:gd name="connsiteX126" fmla="*/ 784277 w 869556"/>
                <a:gd name="connsiteY126" fmla="*/ 115112 h 448064"/>
                <a:gd name="connsiteX127" fmla="*/ 782348 w 869556"/>
                <a:gd name="connsiteY127" fmla="*/ 115433 h 448064"/>
                <a:gd name="connsiteX128" fmla="*/ 781604 w 869556"/>
                <a:gd name="connsiteY128" fmla="*/ 117666 h 448064"/>
                <a:gd name="connsiteX129" fmla="*/ 777462 w 869556"/>
                <a:gd name="connsiteY129" fmla="*/ 118047 h 448064"/>
                <a:gd name="connsiteX130" fmla="*/ 774925 w 869556"/>
                <a:gd name="connsiteY130" fmla="*/ 118126 h 448064"/>
                <a:gd name="connsiteX131" fmla="*/ 772255 w 869556"/>
                <a:gd name="connsiteY131" fmla="*/ 118177 h 448064"/>
                <a:gd name="connsiteX132" fmla="*/ 769577 w 869556"/>
                <a:gd name="connsiteY132" fmla="*/ 118254 h 448064"/>
                <a:gd name="connsiteX133" fmla="*/ 763000 w 869556"/>
                <a:gd name="connsiteY133" fmla="*/ 118410 h 448064"/>
                <a:gd name="connsiteX134" fmla="*/ 763000 w 869556"/>
                <a:gd name="connsiteY134" fmla="*/ 121386 h 448064"/>
                <a:gd name="connsiteX135" fmla="*/ 761521 w 869556"/>
                <a:gd name="connsiteY135" fmla="*/ 121408 h 448064"/>
                <a:gd name="connsiteX136" fmla="*/ 754908 w 869556"/>
                <a:gd name="connsiteY136" fmla="*/ 121573 h 448064"/>
                <a:gd name="connsiteX137" fmla="*/ 752579 w 869556"/>
                <a:gd name="connsiteY137" fmla="*/ 121604 h 448064"/>
                <a:gd name="connsiteX138" fmla="*/ 750356 w 869556"/>
                <a:gd name="connsiteY138" fmla="*/ 121677 h 448064"/>
                <a:gd name="connsiteX139" fmla="*/ 748301 w 869556"/>
                <a:gd name="connsiteY139" fmla="*/ 121724 h 448064"/>
                <a:gd name="connsiteX140" fmla="*/ 746629 w 869556"/>
                <a:gd name="connsiteY140" fmla="*/ 122131 h 448064"/>
                <a:gd name="connsiteX141" fmla="*/ 745141 w 869556"/>
                <a:gd name="connsiteY141" fmla="*/ 125107 h 448064"/>
                <a:gd name="connsiteX142" fmla="*/ 741955 w 869556"/>
                <a:gd name="connsiteY142" fmla="*/ 125372 h 448064"/>
                <a:gd name="connsiteX143" fmla="*/ 740057 w 869556"/>
                <a:gd name="connsiteY143" fmla="*/ 125332 h 448064"/>
                <a:gd name="connsiteX144" fmla="*/ 738071 w 869556"/>
                <a:gd name="connsiteY144" fmla="*/ 125247 h 448064"/>
                <a:gd name="connsiteX145" fmla="*/ 734188 w 869556"/>
                <a:gd name="connsiteY145" fmla="*/ 125139 h 448064"/>
                <a:gd name="connsiteX146" fmla="*/ 732445 w 869556"/>
                <a:gd name="connsiteY146" fmla="*/ 125070 h 448064"/>
                <a:gd name="connsiteX147" fmla="*/ 729514 w 869556"/>
                <a:gd name="connsiteY147" fmla="*/ 125851 h 448064"/>
                <a:gd name="connsiteX148" fmla="*/ 728770 w 869556"/>
                <a:gd name="connsiteY148" fmla="*/ 128084 h 448064"/>
                <a:gd name="connsiteX149" fmla="*/ 725468 w 869556"/>
                <a:gd name="connsiteY149" fmla="*/ 128360 h 448064"/>
                <a:gd name="connsiteX150" fmla="*/ 723450 w 869556"/>
                <a:gd name="connsiteY150" fmla="*/ 128399 h 448064"/>
                <a:gd name="connsiteX151" fmla="*/ 719206 w 869556"/>
                <a:gd name="connsiteY151" fmla="*/ 128411 h 448064"/>
                <a:gd name="connsiteX152" fmla="*/ 717189 w 869556"/>
                <a:gd name="connsiteY152" fmla="*/ 128453 h 448064"/>
                <a:gd name="connsiteX153" fmla="*/ 715326 w 869556"/>
                <a:gd name="connsiteY153" fmla="*/ 128457 h 448064"/>
                <a:gd name="connsiteX154" fmla="*/ 713887 w 869556"/>
                <a:gd name="connsiteY154" fmla="*/ 128828 h 448064"/>
                <a:gd name="connsiteX155" fmla="*/ 713143 w 869556"/>
                <a:gd name="connsiteY155" fmla="*/ 131804 h 448064"/>
                <a:gd name="connsiteX156" fmla="*/ 710003 w 869556"/>
                <a:gd name="connsiteY156" fmla="*/ 132179 h 448064"/>
                <a:gd name="connsiteX157" fmla="*/ 708088 w 869556"/>
                <a:gd name="connsiteY157" fmla="*/ 132222 h 448064"/>
                <a:gd name="connsiteX158" fmla="*/ 706073 w 869556"/>
                <a:gd name="connsiteY158" fmla="*/ 132223 h 448064"/>
                <a:gd name="connsiteX159" fmla="*/ 702143 w 869556"/>
                <a:gd name="connsiteY159" fmla="*/ 132272 h 448064"/>
                <a:gd name="connsiteX160" fmla="*/ 700375 w 869556"/>
                <a:gd name="connsiteY160" fmla="*/ 132274 h 448064"/>
                <a:gd name="connsiteX161" fmla="*/ 699004 w 869556"/>
                <a:gd name="connsiteY161" fmla="*/ 132549 h 448064"/>
                <a:gd name="connsiteX162" fmla="*/ 698260 w 869556"/>
                <a:gd name="connsiteY162" fmla="*/ 134781 h 448064"/>
                <a:gd name="connsiteX163" fmla="*/ 691981 w 869556"/>
                <a:gd name="connsiteY163" fmla="*/ 135246 h 448064"/>
                <a:gd name="connsiteX164" fmla="*/ 684121 w 869556"/>
                <a:gd name="connsiteY164" fmla="*/ 136269 h 448064"/>
                <a:gd name="connsiteX165" fmla="*/ 683377 w 869556"/>
                <a:gd name="connsiteY165" fmla="*/ 138502 h 448064"/>
                <a:gd name="connsiteX166" fmla="*/ 680401 w 869556"/>
                <a:gd name="connsiteY166" fmla="*/ 138804 h 448064"/>
                <a:gd name="connsiteX167" fmla="*/ 678587 w 869556"/>
                <a:gd name="connsiteY167" fmla="*/ 138853 h 448064"/>
                <a:gd name="connsiteX168" fmla="*/ 674773 w 869556"/>
                <a:gd name="connsiteY168" fmla="*/ 138894 h 448064"/>
                <a:gd name="connsiteX169" fmla="*/ 672959 w 869556"/>
                <a:gd name="connsiteY169" fmla="*/ 138944 h 448064"/>
                <a:gd name="connsiteX170" fmla="*/ 671285 w 869556"/>
                <a:gd name="connsiteY170" fmla="*/ 138960 h 448064"/>
                <a:gd name="connsiteX171" fmla="*/ 669983 w 869556"/>
                <a:gd name="connsiteY171" fmla="*/ 139246 h 448064"/>
                <a:gd name="connsiteX172" fmla="*/ 669238 w 869556"/>
                <a:gd name="connsiteY172" fmla="*/ 141478 h 448064"/>
                <a:gd name="connsiteX173" fmla="*/ 664541 w 869556"/>
                <a:gd name="connsiteY173" fmla="*/ 141943 h 448064"/>
                <a:gd name="connsiteX174" fmla="*/ 656588 w 869556"/>
                <a:gd name="connsiteY174" fmla="*/ 142967 h 448064"/>
                <a:gd name="connsiteX175" fmla="*/ 655844 w 869556"/>
                <a:gd name="connsiteY175" fmla="*/ 145199 h 448064"/>
                <a:gd name="connsiteX176" fmla="*/ 648744 w 869556"/>
                <a:gd name="connsiteY176" fmla="*/ 145526 h 448064"/>
                <a:gd name="connsiteX177" fmla="*/ 644682 w 869556"/>
                <a:gd name="connsiteY177" fmla="*/ 145943 h 448064"/>
                <a:gd name="connsiteX178" fmla="*/ 643964 w 869556"/>
                <a:gd name="connsiteY178" fmla="*/ 147446 h 448064"/>
                <a:gd name="connsiteX179" fmla="*/ 643194 w 869556"/>
                <a:gd name="connsiteY179" fmla="*/ 148920 h 448064"/>
                <a:gd name="connsiteX180" fmla="*/ 637147 w 869556"/>
                <a:gd name="connsiteY180" fmla="*/ 149106 h 448064"/>
                <a:gd name="connsiteX181" fmla="*/ 635447 w 869556"/>
                <a:gd name="connsiteY181" fmla="*/ 149065 h 448064"/>
                <a:gd name="connsiteX182" fmla="*/ 631287 w 869556"/>
                <a:gd name="connsiteY182" fmla="*/ 148920 h 448064"/>
                <a:gd name="connsiteX183" fmla="*/ 631287 w 869556"/>
                <a:gd name="connsiteY183" fmla="*/ 151896 h 448064"/>
                <a:gd name="connsiteX184" fmla="*/ 629061 w 869556"/>
                <a:gd name="connsiteY184" fmla="*/ 152033 h 448064"/>
                <a:gd name="connsiteX185" fmla="*/ 626171 w 869556"/>
                <a:gd name="connsiteY185" fmla="*/ 152222 h 448064"/>
                <a:gd name="connsiteX186" fmla="*/ 623294 w 869556"/>
                <a:gd name="connsiteY186" fmla="*/ 152405 h 448064"/>
                <a:gd name="connsiteX187" fmla="*/ 619381 w 869556"/>
                <a:gd name="connsiteY187" fmla="*/ 153385 h 448064"/>
                <a:gd name="connsiteX188" fmla="*/ 619381 w 869556"/>
                <a:gd name="connsiteY188" fmla="*/ 155617 h 448064"/>
                <a:gd name="connsiteX189" fmla="*/ 616992 w 869556"/>
                <a:gd name="connsiteY189" fmla="*/ 155701 h 448064"/>
                <a:gd name="connsiteX190" fmla="*/ 613893 w 869556"/>
                <a:gd name="connsiteY190" fmla="*/ 155849 h 448064"/>
                <a:gd name="connsiteX191" fmla="*/ 612318 w 869556"/>
                <a:gd name="connsiteY191" fmla="*/ 155900 h 448064"/>
                <a:gd name="connsiteX192" fmla="*/ 608219 w 869556"/>
                <a:gd name="connsiteY192" fmla="*/ 156361 h 448064"/>
                <a:gd name="connsiteX193" fmla="*/ 606731 w 869556"/>
                <a:gd name="connsiteY193" fmla="*/ 158593 h 448064"/>
                <a:gd name="connsiteX194" fmla="*/ 601057 w 869556"/>
                <a:gd name="connsiteY194" fmla="*/ 159105 h 448064"/>
                <a:gd name="connsiteX195" fmla="*/ 599464 w 869556"/>
                <a:gd name="connsiteY195" fmla="*/ 159182 h 448064"/>
                <a:gd name="connsiteX196" fmla="*/ 595569 w 869556"/>
                <a:gd name="connsiteY196" fmla="*/ 159338 h 448064"/>
                <a:gd name="connsiteX197" fmla="*/ 595569 w 869556"/>
                <a:gd name="connsiteY197" fmla="*/ 162314 h 448064"/>
                <a:gd name="connsiteX198" fmla="*/ 593316 w 869556"/>
                <a:gd name="connsiteY198" fmla="*/ 162372 h 448064"/>
                <a:gd name="connsiteX199" fmla="*/ 590406 w 869556"/>
                <a:gd name="connsiteY199" fmla="*/ 162500 h 448064"/>
                <a:gd name="connsiteX200" fmla="*/ 587502 w 869556"/>
                <a:gd name="connsiteY200" fmla="*/ 162605 h 448064"/>
                <a:gd name="connsiteX201" fmla="*/ 585151 w 869556"/>
                <a:gd name="connsiteY201" fmla="*/ 163058 h 448064"/>
                <a:gd name="connsiteX202" fmla="*/ 584406 w 869556"/>
                <a:gd name="connsiteY202" fmla="*/ 166035 h 448064"/>
                <a:gd name="connsiteX203" fmla="*/ 579570 w 869556"/>
                <a:gd name="connsiteY203" fmla="*/ 166453 h 448064"/>
                <a:gd name="connsiteX204" fmla="*/ 574733 w 869556"/>
                <a:gd name="connsiteY204" fmla="*/ 166779 h 448064"/>
                <a:gd name="connsiteX205" fmla="*/ 573988 w 869556"/>
                <a:gd name="connsiteY205" fmla="*/ 169011 h 448064"/>
                <a:gd name="connsiteX206" fmla="*/ 568733 w 869556"/>
                <a:gd name="connsiteY206" fmla="*/ 169523 h 448064"/>
                <a:gd name="connsiteX207" fmla="*/ 565823 w 869556"/>
                <a:gd name="connsiteY207" fmla="*/ 169671 h 448064"/>
                <a:gd name="connsiteX208" fmla="*/ 563571 w 869556"/>
                <a:gd name="connsiteY208" fmla="*/ 169756 h 448064"/>
                <a:gd name="connsiteX209" fmla="*/ 563571 w 869556"/>
                <a:gd name="connsiteY209" fmla="*/ 172732 h 448064"/>
                <a:gd name="connsiteX210" fmla="*/ 561481 w 869556"/>
                <a:gd name="connsiteY210" fmla="*/ 172816 h 448064"/>
                <a:gd name="connsiteX211" fmla="*/ 558780 w 869556"/>
                <a:gd name="connsiteY211" fmla="*/ 172965 h 448064"/>
                <a:gd name="connsiteX212" fmla="*/ 556086 w 869556"/>
                <a:gd name="connsiteY212" fmla="*/ 173096 h 448064"/>
                <a:gd name="connsiteX213" fmla="*/ 553897 w 869556"/>
                <a:gd name="connsiteY213" fmla="*/ 173476 h 448064"/>
                <a:gd name="connsiteX214" fmla="*/ 553153 w 869556"/>
                <a:gd name="connsiteY214" fmla="*/ 175709 h 448064"/>
                <a:gd name="connsiteX215" fmla="*/ 548269 w 869556"/>
                <a:gd name="connsiteY215" fmla="*/ 176220 h 448064"/>
                <a:gd name="connsiteX216" fmla="*/ 545569 w 869556"/>
                <a:gd name="connsiteY216" fmla="*/ 176369 h 448064"/>
                <a:gd name="connsiteX217" fmla="*/ 543479 w 869556"/>
                <a:gd name="connsiteY217" fmla="*/ 176453 h 448064"/>
                <a:gd name="connsiteX218" fmla="*/ 543479 w 869556"/>
                <a:gd name="connsiteY218" fmla="*/ 179429 h 448064"/>
                <a:gd name="connsiteX219" fmla="*/ 541578 w 869556"/>
                <a:gd name="connsiteY219" fmla="*/ 179488 h 448064"/>
                <a:gd name="connsiteX220" fmla="*/ 539107 w 869556"/>
                <a:gd name="connsiteY220" fmla="*/ 179615 h 448064"/>
                <a:gd name="connsiteX221" fmla="*/ 536648 w 869556"/>
                <a:gd name="connsiteY221" fmla="*/ 179720 h 448064"/>
                <a:gd name="connsiteX222" fmla="*/ 534549 w 869556"/>
                <a:gd name="connsiteY222" fmla="*/ 180174 h 448064"/>
                <a:gd name="connsiteX223" fmla="*/ 533805 w 869556"/>
                <a:gd name="connsiteY223" fmla="*/ 181685 h 448064"/>
                <a:gd name="connsiteX224" fmla="*/ 533061 w 869556"/>
                <a:gd name="connsiteY224" fmla="*/ 183150 h 448064"/>
                <a:gd name="connsiteX225" fmla="*/ 528503 w 869556"/>
                <a:gd name="connsiteY225" fmla="*/ 183336 h 448064"/>
                <a:gd name="connsiteX226" fmla="*/ 526032 w 869556"/>
                <a:gd name="connsiteY226" fmla="*/ 183255 h 448064"/>
                <a:gd name="connsiteX227" fmla="*/ 524131 w 869556"/>
                <a:gd name="connsiteY227" fmla="*/ 183150 h 448064"/>
                <a:gd name="connsiteX228" fmla="*/ 524131 w 869556"/>
                <a:gd name="connsiteY228" fmla="*/ 186127 h 448064"/>
                <a:gd name="connsiteX229" fmla="*/ 522204 w 869556"/>
                <a:gd name="connsiteY229" fmla="*/ 186185 h 448064"/>
                <a:gd name="connsiteX230" fmla="*/ 519713 w 869556"/>
                <a:gd name="connsiteY230" fmla="*/ 186313 h 448064"/>
                <a:gd name="connsiteX231" fmla="*/ 517227 w 869556"/>
                <a:gd name="connsiteY231" fmla="*/ 186417 h 448064"/>
                <a:gd name="connsiteX232" fmla="*/ 515201 w 869556"/>
                <a:gd name="connsiteY232" fmla="*/ 186871 h 448064"/>
                <a:gd name="connsiteX233" fmla="*/ 514457 w 869556"/>
                <a:gd name="connsiteY233" fmla="*/ 189847 h 448064"/>
                <a:gd name="connsiteX234" fmla="*/ 510364 w 869556"/>
                <a:gd name="connsiteY234" fmla="*/ 190266 h 448064"/>
                <a:gd name="connsiteX235" fmla="*/ 506272 w 869556"/>
                <a:gd name="connsiteY235" fmla="*/ 190592 h 448064"/>
                <a:gd name="connsiteX236" fmla="*/ 505528 w 869556"/>
                <a:gd name="connsiteY236" fmla="*/ 192824 h 448064"/>
                <a:gd name="connsiteX237" fmla="*/ 501016 w 869556"/>
                <a:gd name="connsiteY237" fmla="*/ 193336 h 448064"/>
                <a:gd name="connsiteX238" fmla="*/ 498525 w 869556"/>
                <a:gd name="connsiteY238" fmla="*/ 193484 h 448064"/>
                <a:gd name="connsiteX239" fmla="*/ 496598 w 869556"/>
                <a:gd name="connsiteY239" fmla="*/ 193568 h 448064"/>
                <a:gd name="connsiteX240" fmla="*/ 496598 w 869556"/>
                <a:gd name="connsiteY240" fmla="*/ 196545 h 448064"/>
                <a:gd name="connsiteX241" fmla="*/ 494671 w 869556"/>
                <a:gd name="connsiteY241" fmla="*/ 196603 h 448064"/>
                <a:gd name="connsiteX242" fmla="*/ 492180 w 869556"/>
                <a:gd name="connsiteY242" fmla="*/ 196731 h 448064"/>
                <a:gd name="connsiteX243" fmla="*/ 489694 w 869556"/>
                <a:gd name="connsiteY243" fmla="*/ 196835 h 448064"/>
                <a:gd name="connsiteX244" fmla="*/ 487668 w 869556"/>
                <a:gd name="connsiteY244" fmla="*/ 197289 h 448064"/>
                <a:gd name="connsiteX245" fmla="*/ 486924 w 869556"/>
                <a:gd name="connsiteY245" fmla="*/ 200265 h 448064"/>
                <a:gd name="connsiteX246" fmla="*/ 483203 w 869556"/>
                <a:gd name="connsiteY246" fmla="*/ 200684 h 448064"/>
                <a:gd name="connsiteX247" fmla="*/ 479483 w 869556"/>
                <a:gd name="connsiteY247" fmla="*/ 201010 h 448064"/>
                <a:gd name="connsiteX248" fmla="*/ 478738 w 869556"/>
                <a:gd name="connsiteY248" fmla="*/ 203242 h 448064"/>
                <a:gd name="connsiteX249" fmla="*/ 474599 w 869556"/>
                <a:gd name="connsiteY249" fmla="*/ 203754 h 448064"/>
                <a:gd name="connsiteX250" fmla="*/ 472317 w 869556"/>
                <a:gd name="connsiteY250" fmla="*/ 203902 h 448064"/>
                <a:gd name="connsiteX251" fmla="*/ 470553 w 869556"/>
                <a:gd name="connsiteY251" fmla="*/ 203986 h 448064"/>
                <a:gd name="connsiteX252" fmla="*/ 470553 w 869556"/>
                <a:gd name="connsiteY252" fmla="*/ 206963 h 448064"/>
                <a:gd name="connsiteX253" fmla="*/ 468788 w 869556"/>
                <a:gd name="connsiteY253" fmla="*/ 207047 h 448064"/>
                <a:gd name="connsiteX254" fmla="*/ 466507 w 869556"/>
                <a:gd name="connsiteY254" fmla="*/ 207195 h 448064"/>
                <a:gd name="connsiteX255" fmla="*/ 464231 w 869556"/>
                <a:gd name="connsiteY255" fmla="*/ 207326 h 448064"/>
                <a:gd name="connsiteX256" fmla="*/ 462367 w 869556"/>
                <a:gd name="connsiteY256" fmla="*/ 207707 h 448064"/>
                <a:gd name="connsiteX257" fmla="*/ 461623 w 869556"/>
                <a:gd name="connsiteY257" fmla="*/ 209939 h 448064"/>
                <a:gd name="connsiteX258" fmla="*/ 455856 w 869556"/>
                <a:gd name="connsiteY258" fmla="*/ 210308 h 448064"/>
                <a:gd name="connsiteX259" fmla="*/ 454182 w 869556"/>
                <a:gd name="connsiteY259" fmla="*/ 210683 h 448064"/>
                <a:gd name="connsiteX260" fmla="*/ 453438 w 869556"/>
                <a:gd name="connsiteY260" fmla="*/ 213660 h 448064"/>
                <a:gd name="connsiteX261" fmla="*/ 449763 w 869556"/>
                <a:gd name="connsiteY261" fmla="*/ 214032 h 448064"/>
                <a:gd name="connsiteX262" fmla="*/ 445996 w 869556"/>
                <a:gd name="connsiteY262" fmla="*/ 214404 h 448064"/>
                <a:gd name="connsiteX263" fmla="*/ 445255 w 869556"/>
                <a:gd name="connsiteY263" fmla="*/ 215904 h 448064"/>
                <a:gd name="connsiteX264" fmla="*/ 444508 w 869556"/>
                <a:gd name="connsiteY264" fmla="*/ 217381 h 448064"/>
                <a:gd name="connsiteX265" fmla="*/ 440694 w 869556"/>
                <a:gd name="connsiteY265" fmla="*/ 217567 h 448064"/>
                <a:gd name="connsiteX266" fmla="*/ 438642 w 869556"/>
                <a:gd name="connsiteY266" fmla="*/ 217485 h 448064"/>
                <a:gd name="connsiteX267" fmla="*/ 437067 w 869556"/>
                <a:gd name="connsiteY267" fmla="*/ 217381 h 448064"/>
                <a:gd name="connsiteX268" fmla="*/ 437067 w 869556"/>
                <a:gd name="connsiteY268" fmla="*/ 220357 h 448064"/>
                <a:gd name="connsiteX269" fmla="*/ 435465 w 869556"/>
                <a:gd name="connsiteY269" fmla="*/ 220415 h 448064"/>
                <a:gd name="connsiteX270" fmla="*/ 433392 w 869556"/>
                <a:gd name="connsiteY270" fmla="*/ 220543 h 448064"/>
                <a:gd name="connsiteX271" fmla="*/ 431326 w 869556"/>
                <a:gd name="connsiteY271" fmla="*/ 220648 h 448064"/>
                <a:gd name="connsiteX272" fmla="*/ 429625 w 869556"/>
                <a:gd name="connsiteY272" fmla="*/ 221101 h 448064"/>
                <a:gd name="connsiteX273" fmla="*/ 428881 w 869556"/>
                <a:gd name="connsiteY273" fmla="*/ 224078 h 448064"/>
                <a:gd name="connsiteX274" fmla="*/ 425532 w 869556"/>
                <a:gd name="connsiteY274" fmla="*/ 224496 h 448064"/>
                <a:gd name="connsiteX275" fmla="*/ 422184 w 869556"/>
                <a:gd name="connsiteY275" fmla="*/ 224822 h 448064"/>
                <a:gd name="connsiteX276" fmla="*/ 421440 w 869556"/>
                <a:gd name="connsiteY276" fmla="*/ 227054 h 448064"/>
                <a:gd name="connsiteX277" fmla="*/ 417300 w 869556"/>
                <a:gd name="connsiteY277" fmla="*/ 227566 h 448064"/>
                <a:gd name="connsiteX278" fmla="*/ 415019 w 869556"/>
                <a:gd name="connsiteY278" fmla="*/ 227714 h 448064"/>
                <a:gd name="connsiteX279" fmla="*/ 413254 w 869556"/>
                <a:gd name="connsiteY279" fmla="*/ 227799 h 448064"/>
                <a:gd name="connsiteX280" fmla="*/ 413254 w 869556"/>
                <a:gd name="connsiteY280" fmla="*/ 230775 h 448064"/>
                <a:gd name="connsiteX281" fmla="*/ 411815 w 869556"/>
                <a:gd name="connsiteY281" fmla="*/ 230859 h 448064"/>
                <a:gd name="connsiteX282" fmla="*/ 409952 w 869556"/>
                <a:gd name="connsiteY282" fmla="*/ 231008 h 448064"/>
                <a:gd name="connsiteX283" fmla="*/ 408095 w 869556"/>
                <a:gd name="connsiteY283" fmla="*/ 231138 h 448064"/>
                <a:gd name="connsiteX284" fmla="*/ 406557 w 869556"/>
                <a:gd name="connsiteY284" fmla="*/ 231519 h 448064"/>
                <a:gd name="connsiteX285" fmla="*/ 405813 w 869556"/>
                <a:gd name="connsiteY285" fmla="*/ 233752 h 448064"/>
                <a:gd name="connsiteX286" fmla="*/ 401673 w 869556"/>
                <a:gd name="connsiteY286" fmla="*/ 234263 h 448064"/>
                <a:gd name="connsiteX287" fmla="*/ 399392 w 869556"/>
                <a:gd name="connsiteY287" fmla="*/ 234412 h 448064"/>
                <a:gd name="connsiteX288" fmla="*/ 397627 w 869556"/>
                <a:gd name="connsiteY288" fmla="*/ 234496 h 448064"/>
                <a:gd name="connsiteX289" fmla="*/ 397627 w 869556"/>
                <a:gd name="connsiteY289" fmla="*/ 237472 h 448064"/>
                <a:gd name="connsiteX290" fmla="*/ 396214 w 869556"/>
                <a:gd name="connsiteY290" fmla="*/ 237531 h 448064"/>
                <a:gd name="connsiteX291" fmla="*/ 394372 w 869556"/>
                <a:gd name="connsiteY291" fmla="*/ 237658 h 448064"/>
                <a:gd name="connsiteX292" fmla="*/ 392540 w 869556"/>
                <a:gd name="connsiteY292" fmla="*/ 237763 h 448064"/>
                <a:gd name="connsiteX293" fmla="*/ 390930 w 869556"/>
                <a:gd name="connsiteY293" fmla="*/ 238217 h 448064"/>
                <a:gd name="connsiteX294" fmla="*/ 390186 w 869556"/>
                <a:gd name="connsiteY294" fmla="*/ 239728 h 448064"/>
                <a:gd name="connsiteX295" fmla="*/ 389442 w 869556"/>
                <a:gd name="connsiteY295" fmla="*/ 241193 h 448064"/>
                <a:gd name="connsiteX296" fmla="*/ 386000 w 869556"/>
                <a:gd name="connsiteY296" fmla="*/ 241379 h 448064"/>
                <a:gd name="connsiteX297" fmla="*/ 384157 w 869556"/>
                <a:gd name="connsiteY297" fmla="*/ 241298 h 448064"/>
                <a:gd name="connsiteX298" fmla="*/ 382744 w 869556"/>
                <a:gd name="connsiteY298" fmla="*/ 241193 h 448064"/>
                <a:gd name="connsiteX299" fmla="*/ 382744 w 869556"/>
                <a:gd name="connsiteY299" fmla="*/ 244170 h 448064"/>
                <a:gd name="connsiteX300" fmla="*/ 381305 w 869556"/>
                <a:gd name="connsiteY300" fmla="*/ 244228 h 448064"/>
                <a:gd name="connsiteX301" fmla="*/ 379442 w 869556"/>
                <a:gd name="connsiteY301" fmla="*/ 244356 h 448064"/>
                <a:gd name="connsiteX302" fmla="*/ 377585 w 869556"/>
                <a:gd name="connsiteY302" fmla="*/ 244460 h 448064"/>
                <a:gd name="connsiteX303" fmla="*/ 376047 w 869556"/>
                <a:gd name="connsiteY303" fmla="*/ 244914 h 448064"/>
                <a:gd name="connsiteX304" fmla="*/ 375303 w 869556"/>
                <a:gd name="connsiteY304" fmla="*/ 247890 h 448064"/>
                <a:gd name="connsiteX305" fmla="*/ 372001 w 869556"/>
                <a:gd name="connsiteY305" fmla="*/ 248309 h 448064"/>
                <a:gd name="connsiteX306" fmla="*/ 368606 w 869556"/>
                <a:gd name="connsiteY306" fmla="*/ 248634 h 448064"/>
                <a:gd name="connsiteX307" fmla="*/ 367117 w 869556"/>
                <a:gd name="connsiteY307" fmla="*/ 250867 h 448064"/>
                <a:gd name="connsiteX308" fmla="*/ 361905 w 869556"/>
                <a:gd name="connsiteY308" fmla="*/ 251890 h 448064"/>
                <a:gd name="connsiteX309" fmla="*/ 360420 w 869556"/>
                <a:gd name="connsiteY309" fmla="*/ 252355 h 448064"/>
                <a:gd name="connsiteX310" fmla="*/ 359676 w 869556"/>
                <a:gd name="connsiteY310" fmla="*/ 254588 h 448064"/>
                <a:gd name="connsiteX311" fmla="*/ 356327 w 869556"/>
                <a:gd name="connsiteY311" fmla="*/ 254495 h 448064"/>
                <a:gd name="connsiteX312" fmla="*/ 352979 w 869556"/>
                <a:gd name="connsiteY312" fmla="*/ 254588 h 448064"/>
                <a:gd name="connsiteX313" fmla="*/ 352235 w 869556"/>
                <a:gd name="connsiteY313" fmla="*/ 258308 h 448064"/>
                <a:gd name="connsiteX314" fmla="*/ 347630 w 869556"/>
                <a:gd name="connsiteY314" fmla="*/ 258802 h 448064"/>
                <a:gd name="connsiteX315" fmla="*/ 346281 w 869556"/>
                <a:gd name="connsiteY315" fmla="*/ 259052 h 448064"/>
                <a:gd name="connsiteX316" fmla="*/ 345537 w 869556"/>
                <a:gd name="connsiteY316" fmla="*/ 261285 h 448064"/>
                <a:gd name="connsiteX317" fmla="*/ 340933 w 869556"/>
                <a:gd name="connsiteY317" fmla="*/ 261654 h 448064"/>
                <a:gd name="connsiteX318" fmla="*/ 339584 w 869556"/>
                <a:gd name="connsiteY318" fmla="*/ 262029 h 448064"/>
                <a:gd name="connsiteX319" fmla="*/ 339235 w 869556"/>
                <a:gd name="connsiteY319" fmla="*/ 263517 h 448064"/>
                <a:gd name="connsiteX320" fmla="*/ 338840 w 869556"/>
                <a:gd name="connsiteY320" fmla="*/ 265006 h 448064"/>
                <a:gd name="connsiteX321" fmla="*/ 335491 w 869556"/>
                <a:gd name="connsiteY321" fmla="*/ 265424 h 448064"/>
                <a:gd name="connsiteX322" fmla="*/ 332143 w 869556"/>
                <a:gd name="connsiteY322" fmla="*/ 265750 h 448064"/>
                <a:gd name="connsiteX323" fmla="*/ 331399 w 869556"/>
                <a:gd name="connsiteY323" fmla="*/ 267982 h 448064"/>
                <a:gd name="connsiteX324" fmla="*/ 327631 w 869556"/>
                <a:gd name="connsiteY324" fmla="*/ 268494 h 448064"/>
                <a:gd name="connsiteX325" fmla="*/ 325559 w 869556"/>
                <a:gd name="connsiteY325" fmla="*/ 268642 h 448064"/>
                <a:gd name="connsiteX326" fmla="*/ 323957 w 869556"/>
                <a:gd name="connsiteY326" fmla="*/ 268726 h 448064"/>
                <a:gd name="connsiteX327" fmla="*/ 323957 w 869556"/>
                <a:gd name="connsiteY327" fmla="*/ 271703 h 448064"/>
                <a:gd name="connsiteX328" fmla="*/ 322518 w 869556"/>
                <a:gd name="connsiteY328" fmla="*/ 271572 h 448064"/>
                <a:gd name="connsiteX329" fmla="*/ 317260 w 869556"/>
                <a:gd name="connsiteY329" fmla="*/ 271703 h 448064"/>
                <a:gd name="connsiteX330" fmla="*/ 316516 w 869556"/>
                <a:gd name="connsiteY330" fmla="*/ 275424 h 448064"/>
                <a:gd name="connsiteX331" fmla="*/ 311911 w 869556"/>
                <a:gd name="connsiteY331" fmla="*/ 275918 h 448064"/>
                <a:gd name="connsiteX332" fmla="*/ 310563 w 869556"/>
                <a:gd name="connsiteY332" fmla="*/ 276168 h 448064"/>
                <a:gd name="connsiteX333" fmla="*/ 309819 w 869556"/>
                <a:gd name="connsiteY333" fmla="*/ 278400 h 448064"/>
                <a:gd name="connsiteX334" fmla="*/ 305214 w 869556"/>
                <a:gd name="connsiteY334" fmla="*/ 278769 h 448064"/>
                <a:gd name="connsiteX335" fmla="*/ 303865 w 869556"/>
                <a:gd name="connsiteY335" fmla="*/ 279144 h 448064"/>
                <a:gd name="connsiteX336" fmla="*/ 303517 w 869556"/>
                <a:gd name="connsiteY336" fmla="*/ 280633 h 448064"/>
                <a:gd name="connsiteX337" fmla="*/ 303121 w 869556"/>
                <a:gd name="connsiteY337" fmla="*/ 282121 h 448064"/>
                <a:gd name="connsiteX338" fmla="*/ 299773 w 869556"/>
                <a:gd name="connsiteY338" fmla="*/ 282539 h 448064"/>
                <a:gd name="connsiteX339" fmla="*/ 296424 w 869556"/>
                <a:gd name="connsiteY339" fmla="*/ 282865 h 448064"/>
                <a:gd name="connsiteX340" fmla="*/ 295680 w 869556"/>
                <a:gd name="connsiteY340" fmla="*/ 285097 h 448064"/>
                <a:gd name="connsiteX341" fmla="*/ 293075 w 869556"/>
                <a:gd name="connsiteY341" fmla="*/ 285423 h 448064"/>
                <a:gd name="connsiteX342" fmla="*/ 290471 w 869556"/>
                <a:gd name="connsiteY342" fmla="*/ 285842 h 448064"/>
                <a:gd name="connsiteX343" fmla="*/ 290171 w 869556"/>
                <a:gd name="connsiteY343" fmla="*/ 287344 h 448064"/>
                <a:gd name="connsiteX344" fmla="*/ 289727 w 869556"/>
                <a:gd name="connsiteY344" fmla="*/ 288818 h 448064"/>
                <a:gd name="connsiteX345" fmla="*/ 285960 w 869556"/>
                <a:gd name="connsiteY345" fmla="*/ 289004 h 448064"/>
                <a:gd name="connsiteX346" fmla="*/ 283887 w 869556"/>
                <a:gd name="connsiteY346" fmla="*/ 288923 h 448064"/>
                <a:gd name="connsiteX347" fmla="*/ 282285 w 869556"/>
                <a:gd name="connsiteY347" fmla="*/ 288818 h 448064"/>
                <a:gd name="connsiteX348" fmla="*/ 282285 w 869556"/>
                <a:gd name="connsiteY348" fmla="*/ 291795 h 448064"/>
                <a:gd name="connsiteX349" fmla="*/ 279774 w 869556"/>
                <a:gd name="connsiteY349" fmla="*/ 291981 h 448064"/>
                <a:gd name="connsiteX350" fmla="*/ 277076 w 869556"/>
                <a:gd name="connsiteY350" fmla="*/ 292539 h 448064"/>
                <a:gd name="connsiteX351" fmla="*/ 276379 w 869556"/>
                <a:gd name="connsiteY351" fmla="*/ 294027 h 448064"/>
                <a:gd name="connsiteX352" fmla="*/ 275588 w 869556"/>
                <a:gd name="connsiteY352" fmla="*/ 295515 h 448064"/>
                <a:gd name="connsiteX353" fmla="*/ 272146 w 869556"/>
                <a:gd name="connsiteY353" fmla="*/ 296073 h 448064"/>
                <a:gd name="connsiteX354" fmla="*/ 270304 w 869556"/>
                <a:gd name="connsiteY354" fmla="*/ 296201 h 448064"/>
                <a:gd name="connsiteX355" fmla="*/ 268891 w 869556"/>
                <a:gd name="connsiteY355" fmla="*/ 296259 h 448064"/>
                <a:gd name="connsiteX356" fmla="*/ 268891 w 869556"/>
                <a:gd name="connsiteY356" fmla="*/ 299236 h 448064"/>
                <a:gd name="connsiteX357" fmla="*/ 266379 w 869556"/>
                <a:gd name="connsiteY357" fmla="*/ 299050 h 448064"/>
                <a:gd name="connsiteX358" fmla="*/ 263682 w 869556"/>
                <a:gd name="connsiteY358" fmla="*/ 299236 h 448064"/>
                <a:gd name="connsiteX359" fmla="*/ 262984 w 869556"/>
                <a:gd name="connsiteY359" fmla="*/ 300701 h 448064"/>
                <a:gd name="connsiteX360" fmla="*/ 262194 w 869556"/>
                <a:gd name="connsiteY360" fmla="*/ 302213 h 448064"/>
                <a:gd name="connsiteX361" fmla="*/ 258752 w 869556"/>
                <a:gd name="connsiteY361" fmla="*/ 302771 h 448064"/>
                <a:gd name="connsiteX362" fmla="*/ 256909 w 869556"/>
                <a:gd name="connsiteY362" fmla="*/ 302899 h 448064"/>
                <a:gd name="connsiteX363" fmla="*/ 255496 w 869556"/>
                <a:gd name="connsiteY363" fmla="*/ 302957 h 448064"/>
                <a:gd name="connsiteX364" fmla="*/ 255496 w 869556"/>
                <a:gd name="connsiteY364" fmla="*/ 305933 h 448064"/>
                <a:gd name="connsiteX365" fmla="*/ 252985 w 869556"/>
                <a:gd name="connsiteY365" fmla="*/ 306166 h 448064"/>
                <a:gd name="connsiteX366" fmla="*/ 250287 w 869556"/>
                <a:gd name="connsiteY366" fmla="*/ 306677 h 448064"/>
                <a:gd name="connsiteX367" fmla="*/ 248799 w 869556"/>
                <a:gd name="connsiteY367" fmla="*/ 308910 h 448064"/>
                <a:gd name="connsiteX368" fmla="*/ 245729 w 869556"/>
                <a:gd name="connsiteY368" fmla="*/ 309421 h 448064"/>
                <a:gd name="connsiteX369" fmla="*/ 242846 w 869556"/>
                <a:gd name="connsiteY369" fmla="*/ 309654 h 448064"/>
                <a:gd name="connsiteX370" fmla="*/ 242846 w 869556"/>
                <a:gd name="connsiteY370" fmla="*/ 312631 h 448064"/>
                <a:gd name="connsiteX371" fmla="*/ 236149 w 869556"/>
                <a:gd name="connsiteY371" fmla="*/ 313375 h 448064"/>
                <a:gd name="connsiteX372" fmla="*/ 236149 w 869556"/>
                <a:gd name="connsiteY372" fmla="*/ 316351 h 448064"/>
                <a:gd name="connsiteX373" fmla="*/ 233637 w 869556"/>
                <a:gd name="connsiteY373" fmla="*/ 316165 h 448064"/>
                <a:gd name="connsiteX374" fmla="*/ 230940 w 869556"/>
                <a:gd name="connsiteY374" fmla="*/ 316351 h 448064"/>
                <a:gd name="connsiteX375" fmla="*/ 229451 w 869556"/>
                <a:gd name="connsiteY375" fmla="*/ 319328 h 448064"/>
                <a:gd name="connsiteX376" fmla="*/ 224242 w 869556"/>
                <a:gd name="connsiteY376" fmla="*/ 320816 h 448064"/>
                <a:gd name="connsiteX377" fmla="*/ 223498 w 869556"/>
                <a:gd name="connsiteY377" fmla="*/ 323049 h 448064"/>
                <a:gd name="connsiteX378" fmla="*/ 218289 w 869556"/>
                <a:gd name="connsiteY378" fmla="*/ 323793 h 448064"/>
                <a:gd name="connsiteX379" fmla="*/ 216801 w 869556"/>
                <a:gd name="connsiteY379" fmla="*/ 326025 h 448064"/>
                <a:gd name="connsiteX380" fmla="*/ 214150 w 869556"/>
                <a:gd name="connsiteY380" fmla="*/ 326351 h 448064"/>
                <a:gd name="connsiteX381" fmla="*/ 211592 w 869556"/>
                <a:gd name="connsiteY381" fmla="*/ 326769 h 448064"/>
                <a:gd name="connsiteX382" fmla="*/ 211220 w 869556"/>
                <a:gd name="connsiteY382" fmla="*/ 328258 h 448064"/>
                <a:gd name="connsiteX383" fmla="*/ 210848 w 869556"/>
                <a:gd name="connsiteY383" fmla="*/ 329746 h 448064"/>
                <a:gd name="connsiteX384" fmla="*/ 205639 w 869556"/>
                <a:gd name="connsiteY384" fmla="*/ 330490 h 448064"/>
                <a:gd name="connsiteX385" fmla="*/ 204941 w 869556"/>
                <a:gd name="connsiteY385" fmla="*/ 332025 h 448064"/>
                <a:gd name="connsiteX386" fmla="*/ 204151 w 869556"/>
                <a:gd name="connsiteY386" fmla="*/ 333467 h 448064"/>
                <a:gd name="connsiteX387" fmla="*/ 198197 w 869556"/>
                <a:gd name="connsiteY387" fmla="*/ 333467 h 448064"/>
                <a:gd name="connsiteX388" fmla="*/ 198197 w 869556"/>
                <a:gd name="connsiteY388" fmla="*/ 336443 h 448064"/>
                <a:gd name="connsiteX389" fmla="*/ 195639 w 869556"/>
                <a:gd name="connsiteY389" fmla="*/ 336629 h 448064"/>
                <a:gd name="connsiteX390" fmla="*/ 192988 w 869556"/>
                <a:gd name="connsiteY390" fmla="*/ 337187 h 448064"/>
                <a:gd name="connsiteX391" fmla="*/ 192663 w 869556"/>
                <a:gd name="connsiteY391" fmla="*/ 338676 h 448064"/>
                <a:gd name="connsiteX392" fmla="*/ 192244 w 869556"/>
                <a:gd name="connsiteY392" fmla="*/ 340164 h 448064"/>
                <a:gd name="connsiteX393" fmla="*/ 187640 w 869556"/>
                <a:gd name="connsiteY393" fmla="*/ 340632 h 448064"/>
                <a:gd name="connsiteX394" fmla="*/ 186291 w 869556"/>
                <a:gd name="connsiteY394" fmla="*/ 340908 h 448064"/>
                <a:gd name="connsiteX395" fmla="*/ 185547 w 869556"/>
                <a:gd name="connsiteY395" fmla="*/ 343140 h 448064"/>
                <a:gd name="connsiteX396" fmla="*/ 183315 w 869556"/>
                <a:gd name="connsiteY396" fmla="*/ 343466 h 448064"/>
                <a:gd name="connsiteX397" fmla="*/ 181082 w 869556"/>
                <a:gd name="connsiteY397" fmla="*/ 343884 h 448064"/>
                <a:gd name="connsiteX398" fmla="*/ 180803 w 869556"/>
                <a:gd name="connsiteY398" fmla="*/ 345373 h 448064"/>
                <a:gd name="connsiteX399" fmla="*/ 180338 w 869556"/>
                <a:gd name="connsiteY399" fmla="*/ 346861 h 448064"/>
                <a:gd name="connsiteX400" fmla="*/ 175734 w 869556"/>
                <a:gd name="connsiteY400" fmla="*/ 347329 h 448064"/>
                <a:gd name="connsiteX401" fmla="*/ 174385 w 869556"/>
                <a:gd name="connsiteY401" fmla="*/ 347605 h 448064"/>
                <a:gd name="connsiteX402" fmla="*/ 173641 w 869556"/>
                <a:gd name="connsiteY402" fmla="*/ 349838 h 448064"/>
                <a:gd name="connsiteX403" fmla="*/ 169036 w 869556"/>
                <a:gd name="connsiteY403" fmla="*/ 350861 h 448064"/>
                <a:gd name="connsiteX404" fmla="*/ 167688 w 869556"/>
                <a:gd name="connsiteY404" fmla="*/ 351326 h 448064"/>
                <a:gd name="connsiteX405" fmla="*/ 166944 w 869556"/>
                <a:gd name="connsiteY405" fmla="*/ 353558 h 448064"/>
                <a:gd name="connsiteX406" fmla="*/ 164339 w 869556"/>
                <a:gd name="connsiteY406" fmla="*/ 353465 h 448064"/>
                <a:gd name="connsiteX407" fmla="*/ 161735 w 869556"/>
                <a:gd name="connsiteY407" fmla="*/ 353558 h 448064"/>
                <a:gd name="connsiteX408" fmla="*/ 160990 w 869556"/>
                <a:gd name="connsiteY408" fmla="*/ 357279 h 448064"/>
                <a:gd name="connsiteX409" fmla="*/ 155781 w 869556"/>
                <a:gd name="connsiteY409" fmla="*/ 358023 h 448064"/>
                <a:gd name="connsiteX410" fmla="*/ 155037 w 869556"/>
                <a:gd name="connsiteY410" fmla="*/ 360256 h 448064"/>
                <a:gd name="connsiteX411" fmla="*/ 150360 w 869556"/>
                <a:gd name="connsiteY411" fmla="*/ 361279 h 448064"/>
                <a:gd name="connsiteX412" fmla="*/ 149084 w 869556"/>
                <a:gd name="connsiteY412" fmla="*/ 361744 h 448064"/>
                <a:gd name="connsiteX413" fmla="*/ 149084 w 869556"/>
                <a:gd name="connsiteY413" fmla="*/ 363976 h 448064"/>
                <a:gd name="connsiteX414" fmla="*/ 143131 w 869556"/>
                <a:gd name="connsiteY414" fmla="*/ 364720 h 448064"/>
                <a:gd name="connsiteX415" fmla="*/ 143131 w 869556"/>
                <a:gd name="connsiteY415" fmla="*/ 366953 h 448064"/>
                <a:gd name="connsiteX416" fmla="*/ 137178 w 869556"/>
                <a:gd name="connsiteY416" fmla="*/ 367697 h 448064"/>
                <a:gd name="connsiteX417" fmla="*/ 137178 w 869556"/>
                <a:gd name="connsiteY417" fmla="*/ 370674 h 448064"/>
                <a:gd name="connsiteX418" fmla="*/ 134620 w 869556"/>
                <a:gd name="connsiteY418" fmla="*/ 370860 h 448064"/>
                <a:gd name="connsiteX419" fmla="*/ 131969 w 869556"/>
                <a:gd name="connsiteY419" fmla="*/ 371418 h 448064"/>
                <a:gd name="connsiteX420" fmla="*/ 131597 w 869556"/>
                <a:gd name="connsiteY420" fmla="*/ 372906 h 448064"/>
                <a:gd name="connsiteX421" fmla="*/ 131225 w 869556"/>
                <a:gd name="connsiteY421" fmla="*/ 374394 h 448064"/>
                <a:gd name="connsiteX422" fmla="*/ 126016 w 869556"/>
                <a:gd name="connsiteY422" fmla="*/ 375138 h 448064"/>
                <a:gd name="connsiteX423" fmla="*/ 125272 w 869556"/>
                <a:gd name="connsiteY423" fmla="*/ 377371 h 448064"/>
                <a:gd name="connsiteX424" fmla="*/ 123039 w 869556"/>
                <a:gd name="connsiteY424" fmla="*/ 377696 h 448064"/>
                <a:gd name="connsiteX425" fmla="*/ 120807 w 869556"/>
                <a:gd name="connsiteY425" fmla="*/ 378115 h 448064"/>
                <a:gd name="connsiteX426" fmla="*/ 120528 w 869556"/>
                <a:gd name="connsiteY426" fmla="*/ 379603 h 448064"/>
                <a:gd name="connsiteX427" fmla="*/ 120063 w 869556"/>
                <a:gd name="connsiteY427" fmla="*/ 381092 h 448064"/>
                <a:gd name="connsiteX428" fmla="*/ 115458 w 869556"/>
                <a:gd name="connsiteY428" fmla="*/ 381560 h 448064"/>
                <a:gd name="connsiteX429" fmla="*/ 114110 w 869556"/>
                <a:gd name="connsiteY429" fmla="*/ 381836 h 448064"/>
                <a:gd name="connsiteX430" fmla="*/ 113365 w 869556"/>
                <a:gd name="connsiteY430" fmla="*/ 384068 h 448064"/>
                <a:gd name="connsiteX431" fmla="*/ 110714 w 869556"/>
                <a:gd name="connsiteY431" fmla="*/ 384812 h 448064"/>
                <a:gd name="connsiteX432" fmla="*/ 108156 w 869556"/>
                <a:gd name="connsiteY432" fmla="*/ 385556 h 448064"/>
                <a:gd name="connsiteX433" fmla="*/ 108156 w 869556"/>
                <a:gd name="connsiteY433" fmla="*/ 387789 h 448064"/>
                <a:gd name="connsiteX434" fmla="*/ 105226 w 869556"/>
                <a:gd name="connsiteY434" fmla="*/ 387556 h 448064"/>
                <a:gd name="connsiteX435" fmla="*/ 102203 w 869556"/>
                <a:gd name="connsiteY435" fmla="*/ 387789 h 448064"/>
                <a:gd name="connsiteX436" fmla="*/ 101459 w 869556"/>
                <a:gd name="connsiteY436" fmla="*/ 391509 h 448064"/>
                <a:gd name="connsiteX437" fmla="*/ 96994 w 869556"/>
                <a:gd name="connsiteY437" fmla="*/ 391509 h 448064"/>
                <a:gd name="connsiteX438" fmla="*/ 95506 w 869556"/>
                <a:gd name="connsiteY438" fmla="*/ 394486 h 448064"/>
                <a:gd name="connsiteX439" fmla="*/ 93227 w 869556"/>
                <a:gd name="connsiteY439" fmla="*/ 394858 h 448064"/>
                <a:gd name="connsiteX440" fmla="*/ 91041 w 869556"/>
                <a:gd name="connsiteY440" fmla="*/ 395230 h 448064"/>
                <a:gd name="connsiteX441" fmla="*/ 90716 w 869556"/>
                <a:gd name="connsiteY441" fmla="*/ 396718 h 448064"/>
                <a:gd name="connsiteX442" fmla="*/ 90297 w 869556"/>
                <a:gd name="connsiteY442" fmla="*/ 398207 h 448064"/>
                <a:gd name="connsiteX443" fmla="*/ 85088 w 869556"/>
                <a:gd name="connsiteY443" fmla="*/ 398951 h 448064"/>
                <a:gd name="connsiteX444" fmla="*/ 84344 w 869556"/>
                <a:gd name="connsiteY444" fmla="*/ 401183 h 448064"/>
                <a:gd name="connsiteX445" fmla="*/ 82112 w 869556"/>
                <a:gd name="connsiteY445" fmla="*/ 401509 h 448064"/>
                <a:gd name="connsiteX446" fmla="*/ 79879 w 869556"/>
                <a:gd name="connsiteY446" fmla="*/ 401927 h 448064"/>
                <a:gd name="connsiteX447" fmla="*/ 79554 w 869556"/>
                <a:gd name="connsiteY447" fmla="*/ 403416 h 448064"/>
                <a:gd name="connsiteX448" fmla="*/ 79135 w 869556"/>
                <a:gd name="connsiteY448" fmla="*/ 404904 h 448064"/>
                <a:gd name="connsiteX449" fmla="*/ 73926 w 869556"/>
                <a:gd name="connsiteY449" fmla="*/ 405648 h 448064"/>
                <a:gd name="connsiteX450" fmla="*/ 73182 w 869556"/>
                <a:gd name="connsiteY450" fmla="*/ 407136 h 448064"/>
                <a:gd name="connsiteX451" fmla="*/ 72438 w 869556"/>
                <a:gd name="connsiteY451" fmla="*/ 408625 h 448064"/>
                <a:gd name="connsiteX452" fmla="*/ 67229 w 869556"/>
                <a:gd name="connsiteY452" fmla="*/ 409369 h 448064"/>
                <a:gd name="connsiteX453" fmla="*/ 66485 w 869556"/>
                <a:gd name="connsiteY453" fmla="*/ 411601 h 448064"/>
                <a:gd name="connsiteX454" fmla="*/ 61276 w 869556"/>
                <a:gd name="connsiteY454" fmla="*/ 412345 h 448064"/>
                <a:gd name="connsiteX455" fmla="*/ 61276 w 869556"/>
                <a:gd name="connsiteY455" fmla="*/ 415322 h 448064"/>
                <a:gd name="connsiteX456" fmla="*/ 58718 w 869556"/>
                <a:gd name="connsiteY456" fmla="*/ 415555 h 448064"/>
                <a:gd name="connsiteX457" fmla="*/ 56067 w 869556"/>
                <a:gd name="connsiteY457" fmla="*/ 416066 h 448064"/>
                <a:gd name="connsiteX458" fmla="*/ 55322 w 869556"/>
                <a:gd name="connsiteY458" fmla="*/ 418299 h 448064"/>
                <a:gd name="connsiteX459" fmla="*/ 50113 w 869556"/>
                <a:gd name="connsiteY459" fmla="*/ 419043 h 448064"/>
                <a:gd name="connsiteX460" fmla="*/ 50113 w 869556"/>
                <a:gd name="connsiteY460" fmla="*/ 422019 h 448064"/>
                <a:gd name="connsiteX461" fmla="*/ 47555 w 869556"/>
                <a:gd name="connsiteY461" fmla="*/ 422205 h 448064"/>
                <a:gd name="connsiteX462" fmla="*/ 44904 w 869556"/>
                <a:gd name="connsiteY462" fmla="*/ 422763 h 448064"/>
                <a:gd name="connsiteX463" fmla="*/ 44579 w 869556"/>
                <a:gd name="connsiteY463" fmla="*/ 424298 h 448064"/>
                <a:gd name="connsiteX464" fmla="*/ 44160 w 869556"/>
                <a:gd name="connsiteY464" fmla="*/ 425740 h 448064"/>
                <a:gd name="connsiteX465" fmla="*/ 38207 w 869556"/>
                <a:gd name="connsiteY465" fmla="*/ 425740 h 448064"/>
                <a:gd name="connsiteX466" fmla="*/ 38207 w 869556"/>
                <a:gd name="connsiteY466" fmla="*/ 428717 h 448064"/>
                <a:gd name="connsiteX467" fmla="*/ 36021 w 869556"/>
                <a:gd name="connsiteY467" fmla="*/ 428903 h 448064"/>
                <a:gd name="connsiteX468" fmla="*/ 33742 w 869556"/>
                <a:gd name="connsiteY468" fmla="*/ 429461 h 448064"/>
                <a:gd name="connsiteX469" fmla="*/ 33417 w 869556"/>
                <a:gd name="connsiteY469" fmla="*/ 430949 h 448064"/>
                <a:gd name="connsiteX470" fmla="*/ 32998 w 869556"/>
                <a:gd name="connsiteY470" fmla="*/ 432437 h 448064"/>
                <a:gd name="connsiteX471" fmla="*/ 27789 w 869556"/>
                <a:gd name="connsiteY471" fmla="*/ 433181 h 448064"/>
                <a:gd name="connsiteX472" fmla="*/ 27045 w 869556"/>
                <a:gd name="connsiteY472" fmla="*/ 435414 h 448064"/>
                <a:gd name="connsiteX473" fmla="*/ 24394 w 869556"/>
                <a:gd name="connsiteY473" fmla="*/ 436158 h 448064"/>
                <a:gd name="connsiteX474" fmla="*/ 21836 w 869556"/>
                <a:gd name="connsiteY474" fmla="*/ 436902 h 448064"/>
                <a:gd name="connsiteX475" fmla="*/ 21836 w 869556"/>
                <a:gd name="connsiteY475" fmla="*/ 439134 h 448064"/>
                <a:gd name="connsiteX476" fmla="*/ 19325 w 869556"/>
                <a:gd name="connsiteY476" fmla="*/ 439321 h 448064"/>
                <a:gd name="connsiteX477" fmla="*/ 16627 w 869556"/>
                <a:gd name="connsiteY477" fmla="*/ 439879 h 448064"/>
                <a:gd name="connsiteX478" fmla="*/ 15883 w 869556"/>
                <a:gd name="connsiteY478" fmla="*/ 441367 h 448064"/>
                <a:gd name="connsiteX479" fmla="*/ 15139 w 869556"/>
                <a:gd name="connsiteY479" fmla="*/ 442855 h 448064"/>
                <a:gd name="connsiteX480" fmla="*/ 9930 w 869556"/>
                <a:gd name="connsiteY480" fmla="*/ 443599 h 448064"/>
                <a:gd name="connsiteX481" fmla="*/ 9186 w 869556"/>
                <a:gd name="connsiteY481" fmla="*/ 445832 h 448064"/>
                <a:gd name="connsiteX482" fmla="*/ 3977 w 869556"/>
                <a:gd name="connsiteY482" fmla="*/ 447320 h 448064"/>
                <a:gd name="connsiteX483" fmla="*/ 1744 w 869556"/>
                <a:gd name="connsiteY483" fmla="*/ 448064 h 448064"/>
                <a:gd name="connsiteX484" fmla="*/ 814 w 869556"/>
                <a:gd name="connsiteY484" fmla="*/ 442809 h 448064"/>
                <a:gd name="connsiteX485" fmla="*/ 756 w 869556"/>
                <a:gd name="connsiteY485" fmla="*/ 440783 h 448064"/>
                <a:gd name="connsiteX486" fmla="*/ 1000 w 869556"/>
                <a:gd name="connsiteY486" fmla="*/ 439134 h 448064"/>
                <a:gd name="connsiteX487" fmla="*/ 3233 w 869556"/>
                <a:gd name="connsiteY487" fmla="*/ 438390 h 448064"/>
                <a:gd name="connsiteX488" fmla="*/ 3977 w 869556"/>
                <a:gd name="connsiteY488" fmla="*/ 433925 h 448064"/>
                <a:gd name="connsiteX489" fmla="*/ 6209 w 869556"/>
                <a:gd name="connsiteY489" fmla="*/ 431693 h 448064"/>
                <a:gd name="connsiteX490" fmla="*/ 6209 w 869556"/>
                <a:gd name="connsiteY490" fmla="*/ 428717 h 448064"/>
                <a:gd name="connsiteX491" fmla="*/ 8442 w 869556"/>
                <a:gd name="connsiteY491" fmla="*/ 427972 h 448064"/>
                <a:gd name="connsiteX492" fmla="*/ 9186 w 869556"/>
                <a:gd name="connsiteY492" fmla="*/ 423508 h 448064"/>
                <a:gd name="connsiteX493" fmla="*/ 11418 w 869556"/>
                <a:gd name="connsiteY493" fmla="*/ 422019 h 448064"/>
                <a:gd name="connsiteX494" fmla="*/ 12162 w 869556"/>
                <a:gd name="connsiteY494" fmla="*/ 417554 h 448064"/>
                <a:gd name="connsiteX495" fmla="*/ 13651 w 869556"/>
                <a:gd name="connsiteY495" fmla="*/ 416810 h 448064"/>
                <a:gd name="connsiteX496" fmla="*/ 14395 w 869556"/>
                <a:gd name="connsiteY496" fmla="*/ 414578 h 448064"/>
                <a:gd name="connsiteX497" fmla="*/ 16627 w 869556"/>
                <a:gd name="connsiteY497" fmla="*/ 411601 h 448064"/>
                <a:gd name="connsiteX498" fmla="*/ 16953 w 869556"/>
                <a:gd name="connsiteY498" fmla="*/ 409415 h 448064"/>
                <a:gd name="connsiteX499" fmla="*/ 17371 w 869556"/>
                <a:gd name="connsiteY499" fmla="*/ 407136 h 448064"/>
                <a:gd name="connsiteX500" fmla="*/ 19604 w 869556"/>
                <a:gd name="connsiteY500" fmla="*/ 405648 h 448064"/>
                <a:gd name="connsiteX501" fmla="*/ 19976 w 869556"/>
                <a:gd name="connsiteY501" fmla="*/ 403695 h 448064"/>
                <a:gd name="connsiteX502" fmla="*/ 20348 w 869556"/>
                <a:gd name="connsiteY502" fmla="*/ 401927 h 448064"/>
                <a:gd name="connsiteX503" fmla="*/ 22580 w 869556"/>
                <a:gd name="connsiteY503" fmla="*/ 401927 h 448064"/>
                <a:gd name="connsiteX504" fmla="*/ 22441 w 869556"/>
                <a:gd name="connsiteY504" fmla="*/ 399835 h 448064"/>
                <a:gd name="connsiteX505" fmla="*/ 24813 w 869556"/>
                <a:gd name="connsiteY505" fmla="*/ 395230 h 448064"/>
                <a:gd name="connsiteX506" fmla="*/ 25185 w 869556"/>
                <a:gd name="connsiteY506" fmla="*/ 393277 h 448064"/>
                <a:gd name="connsiteX507" fmla="*/ 25557 w 869556"/>
                <a:gd name="connsiteY507" fmla="*/ 391509 h 448064"/>
                <a:gd name="connsiteX508" fmla="*/ 27789 w 869556"/>
                <a:gd name="connsiteY508" fmla="*/ 390765 h 448064"/>
                <a:gd name="connsiteX509" fmla="*/ 29278 w 869556"/>
                <a:gd name="connsiteY509" fmla="*/ 385556 h 448064"/>
                <a:gd name="connsiteX510" fmla="*/ 30766 w 869556"/>
                <a:gd name="connsiteY510" fmla="*/ 385556 h 448064"/>
                <a:gd name="connsiteX511" fmla="*/ 31510 w 869556"/>
                <a:gd name="connsiteY511" fmla="*/ 383324 h 448064"/>
                <a:gd name="connsiteX512" fmla="*/ 32254 w 869556"/>
                <a:gd name="connsiteY512" fmla="*/ 381092 h 448064"/>
                <a:gd name="connsiteX513" fmla="*/ 33742 w 869556"/>
                <a:gd name="connsiteY513" fmla="*/ 381092 h 448064"/>
                <a:gd name="connsiteX514" fmla="*/ 33603 w 869556"/>
                <a:gd name="connsiteY514" fmla="*/ 378906 h 448064"/>
                <a:gd name="connsiteX515" fmla="*/ 33742 w 869556"/>
                <a:gd name="connsiteY515" fmla="*/ 376627 h 448064"/>
                <a:gd name="connsiteX516" fmla="*/ 35975 w 869556"/>
                <a:gd name="connsiteY516" fmla="*/ 375883 h 448064"/>
                <a:gd name="connsiteX517" fmla="*/ 36719 w 869556"/>
                <a:gd name="connsiteY517" fmla="*/ 371418 h 448064"/>
                <a:gd name="connsiteX518" fmla="*/ 38207 w 869556"/>
                <a:gd name="connsiteY518" fmla="*/ 370674 h 448064"/>
                <a:gd name="connsiteX519" fmla="*/ 38533 w 869556"/>
                <a:gd name="connsiteY519" fmla="*/ 368860 h 448064"/>
                <a:gd name="connsiteX520" fmla="*/ 41184 w 869556"/>
                <a:gd name="connsiteY520" fmla="*/ 365465 h 448064"/>
                <a:gd name="connsiteX521" fmla="*/ 41928 w 869556"/>
                <a:gd name="connsiteY521" fmla="*/ 363558 h 448064"/>
                <a:gd name="connsiteX522" fmla="*/ 42672 w 869556"/>
                <a:gd name="connsiteY522" fmla="*/ 361744 h 448064"/>
                <a:gd name="connsiteX523" fmla="*/ 44904 w 869556"/>
                <a:gd name="connsiteY523" fmla="*/ 361000 h 448064"/>
                <a:gd name="connsiteX524" fmla="*/ 44904 w 869556"/>
                <a:gd name="connsiteY524" fmla="*/ 356535 h 448064"/>
                <a:gd name="connsiteX525" fmla="*/ 46393 w 869556"/>
                <a:gd name="connsiteY525" fmla="*/ 356535 h 448064"/>
                <a:gd name="connsiteX526" fmla="*/ 47881 w 869556"/>
                <a:gd name="connsiteY526" fmla="*/ 352070 h 448064"/>
                <a:gd name="connsiteX527" fmla="*/ 49369 w 869556"/>
                <a:gd name="connsiteY527" fmla="*/ 351326 h 448064"/>
                <a:gd name="connsiteX528" fmla="*/ 50858 w 869556"/>
                <a:gd name="connsiteY528" fmla="*/ 347605 h 448064"/>
                <a:gd name="connsiteX529" fmla="*/ 52346 w 869556"/>
                <a:gd name="connsiteY529" fmla="*/ 346117 h 448064"/>
                <a:gd name="connsiteX530" fmla="*/ 53834 w 869556"/>
                <a:gd name="connsiteY530" fmla="*/ 342396 h 448064"/>
                <a:gd name="connsiteX531" fmla="*/ 58299 w 869556"/>
                <a:gd name="connsiteY531" fmla="*/ 335699 h 448064"/>
                <a:gd name="connsiteX532" fmla="*/ 59043 w 869556"/>
                <a:gd name="connsiteY532" fmla="*/ 333467 h 448064"/>
                <a:gd name="connsiteX533" fmla="*/ 60531 w 869556"/>
                <a:gd name="connsiteY533" fmla="*/ 332722 h 448064"/>
                <a:gd name="connsiteX534" fmla="*/ 60903 w 869556"/>
                <a:gd name="connsiteY534" fmla="*/ 330862 h 448064"/>
                <a:gd name="connsiteX535" fmla="*/ 61276 w 869556"/>
                <a:gd name="connsiteY535" fmla="*/ 329002 h 448064"/>
                <a:gd name="connsiteX536" fmla="*/ 62764 w 869556"/>
                <a:gd name="connsiteY536" fmla="*/ 328258 h 448064"/>
                <a:gd name="connsiteX537" fmla="*/ 63880 w 869556"/>
                <a:gd name="connsiteY537" fmla="*/ 325979 h 448064"/>
                <a:gd name="connsiteX538" fmla="*/ 64996 w 869556"/>
                <a:gd name="connsiteY538" fmla="*/ 323793 h 448064"/>
                <a:gd name="connsiteX539" fmla="*/ 66485 w 869556"/>
                <a:gd name="connsiteY539" fmla="*/ 323793 h 448064"/>
                <a:gd name="connsiteX540" fmla="*/ 67229 w 869556"/>
                <a:gd name="connsiteY540" fmla="*/ 320072 h 448064"/>
                <a:gd name="connsiteX541" fmla="*/ 68717 w 869556"/>
                <a:gd name="connsiteY541" fmla="*/ 319328 h 448064"/>
                <a:gd name="connsiteX542" fmla="*/ 69368 w 869556"/>
                <a:gd name="connsiteY542" fmla="*/ 317328 h 448064"/>
                <a:gd name="connsiteX543" fmla="*/ 73182 w 869556"/>
                <a:gd name="connsiteY543" fmla="*/ 310398 h 448064"/>
                <a:gd name="connsiteX544" fmla="*/ 74670 w 869556"/>
                <a:gd name="connsiteY544" fmla="*/ 310398 h 448064"/>
                <a:gd name="connsiteX545" fmla="*/ 75414 w 869556"/>
                <a:gd name="connsiteY545" fmla="*/ 306677 h 448064"/>
                <a:gd name="connsiteX546" fmla="*/ 76903 w 869556"/>
                <a:gd name="connsiteY546" fmla="*/ 305933 h 448064"/>
                <a:gd name="connsiteX547" fmla="*/ 77228 w 869556"/>
                <a:gd name="connsiteY547" fmla="*/ 304492 h 448064"/>
                <a:gd name="connsiteX548" fmla="*/ 79879 w 869556"/>
                <a:gd name="connsiteY548" fmla="*/ 301468 h 448064"/>
                <a:gd name="connsiteX549" fmla="*/ 80623 w 869556"/>
                <a:gd name="connsiteY549" fmla="*/ 298492 h 448064"/>
                <a:gd name="connsiteX550" fmla="*/ 83135 w 869556"/>
                <a:gd name="connsiteY550" fmla="*/ 294725 h 448064"/>
                <a:gd name="connsiteX551" fmla="*/ 84501 w 869556"/>
                <a:gd name="connsiteY551" fmla="*/ 292792 h 448064"/>
                <a:gd name="connsiteX552" fmla="*/ 88065 w 869556"/>
                <a:gd name="connsiteY552" fmla="*/ 288818 h 448064"/>
                <a:gd name="connsiteX553" fmla="*/ 88855 w 869556"/>
                <a:gd name="connsiteY553" fmla="*/ 287190 h 448064"/>
                <a:gd name="connsiteX554" fmla="*/ 89553 w 869556"/>
                <a:gd name="connsiteY554" fmla="*/ 285842 h 448064"/>
                <a:gd name="connsiteX555" fmla="*/ 91041 w 869556"/>
                <a:gd name="connsiteY555" fmla="*/ 285842 h 448064"/>
                <a:gd name="connsiteX556" fmla="*/ 91785 w 869556"/>
                <a:gd name="connsiteY556" fmla="*/ 282121 h 448064"/>
                <a:gd name="connsiteX557" fmla="*/ 93274 w 869556"/>
                <a:gd name="connsiteY557" fmla="*/ 281377 h 448064"/>
                <a:gd name="connsiteX558" fmla="*/ 93553 w 869556"/>
                <a:gd name="connsiteY558" fmla="*/ 279656 h 448064"/>
                <a:gd name="connsiteX559" fmla="*/ 96994 w 869556"/>
                <a:gd name="connsiteY559" fmla="*/ 274679 h 448064"/>
                <a:gd name="connsiteX560" fmla="*/ 98483 w 869556"/>
                <a:gd name="connsiteY560" fmla="*/ 274679 h 448064"/>
                <a:gd name="connsiteX561" fmla="*/ 99180 w 869556"/>
                <a:gd name="connsiteY561" fmla="*/ 272214 h 448064"/>
                <a:gd name="connsiteX562" fmla="*/ 102203 w 869556"/>
                <a:gd name="connsiteY562" fmla="*/ 267238 h 448064"/>
                <a:gd name="connsiteX563" fmla="*/ 104808 w 869556"/>
                <a:gd name="connsiteY563" fmla="*/ 263424 h 448064"/>
                <a:gd name="connsiteX564" fmla="*/ 105180 w 869556"/>
                <a:gd name="connsiteY564" fmla="*/ 262029 h 448064"/>
                <a:gd name="connsiteX565" fmla="*/ 107412 w 869556"/>
                <a:gd name="connsiteY565" fmla="*/ 261285 h 448064"/>
                <a:gd name="connsiteX566" fmla="*/ 108156 w 869556"/>
                <a:gd name="connsiteY566" fmla="*/ 258308 h 448064"/>
                <a:gd name="connsiteX567" fmla="*/ 109645 w 869556"/>
                <a:gd name="connsiteY567" fmla="*/ 257564 h 448064"/>
                <a:gd name="connsiteX568" fmla="*/ 109970 w 869556"/>
                <a:gd name="connsiteY568" fmla="*/ 256076 h 448064"/>
                <a:gd name="connsiteX569" fmla="*/ 110389 w 869556"/>
                <a:gd name="connsiteY569" fmla="*/ 254588 h 448064"/>
                <a:gd name="connsiteX570" fmla="*/ 112621 w 869556"/>
                <a:gd name="connsiteY570" fmla="*/ 253843 h 448064"/>
                <a:gd name="connsiteX571" fmla="*/ 113365 w 869556"/>
                <a:gd name="connsiteY571" fmla="*/ 251611 h 448064"/>
                <a:gd name="connsiteX572" fmla="*/ 114854 w 869556"/>
                <a:gd name="connsiteY572" fmla="*/ 250867 h 448064"/>
                <a:gd name="connsiteX573" fmla="*/ 115086 w 869556"/>
                <a:gd name="connsiteY573" fmla="*/ 249193 h 448064"/>
                <a:gd name="connsiteX574" fmla="*/ 119319 w 869556"/>
                <a:gd name="connsiteY574" fmla="*/ 243426 h 448064"/>
                <a:gd name="connsiteX575" fmla="*/ 120807 w 869556"/>
                <a:gd name="connsiteY575" fmla="*/ 243426 h 448064"/>
                <a:gd name="connsiteX576" fmla="*/ 121179 w 869556"/>
                <a:gd name="connsiteY576" fmla="*/ 241937 h 448064"/>
                <a:gd name="connsiteX577" fmla="*/ 121551 w 869556"/>
                <a:gd name="connsiteY577" fmla="*/ 240449 h 448064"/>
                <a:gd name="connsiteX578" fmla="*/ 123039 w 869556"/>
                <a:gd name="connsiteY578" fmla="*/ 240449 h 448064"/>
                <a:gd name="connsiteX579" fmla="*/ 123783 w 869556"/>
                <a:gd name="connsiteY579" fmla="*/ 238589 h 448064"/>
                <a:gd name="connsiteX580" fmla="*/ 124528 w 869556"/>
                <a:gd name="connsiteY580" fmla="*/ 236728 h 448064"/>
                <a:gd name="connsiteX581" fmla="*/ 126016 w 869556"/>
                <a:gd name="connsiteY581" fmla="*/ 236728 h 448064"/>
                <a:gd name="connsiteX582" fmla="*/ 126760 w 869556"/>
                <a:gd name="connsiteY582" fmla="*/ 233752 h 448064"/>
                <a:gd name="connsiteX583" fmla="*/ 128248 w 869556"/>
                <a:gd name="connsiteY583" fmla="*/ 233008 h 448064"/>
                <a:gd name="connsiteX584" fmla="*/ 128992 w 869556"/>
                <a:gd name="connsiteY584" fmla="*/ 231473 h 448064"/>
                <a:gd name="connsiteX585" fmla="*/ 129737 w 869556"/>
                <a:gd name="connsiteY585" fmla="*/ 230031 h 448064"/>
                <a:gd name="connsiteX586" fmla="*/ 131225 w 869556"/>
                <a:gd name="connsiteY586" fmla="*/ 230031 h 448064"/>
                <a:gd name="connsiteX587" fmla="*/ 131550 w 869556"/>
                <a:gd name="connsiteY587" fmla="*/ 228682 h 448064"/>
                <a:gd name="connsiteX588" fmla="*/ 134201 w 869556"/>
                <a:gd name="connsiteY588" fmla="*/ 224822 h 448064"/>
                <a:gd name="connsiteX589" fmla="*/ 137178 w 869556"/>
                <a:gd name="connsiteY589" fmla="*/ 220357 h 448064"/>
                <a:gd name="connsiteX590" fmla="*/ 139410 w 869556"/>
                <a:gd name="connsiteY590" fmla="*/ 218869 h 448064"/>
                <a:gd name="connsiteX591" fmla="*/ 140154 w 869556"/>
                <a:gd name="connsiteY591" fmla="*/ 216636 h 448064"/>
                <a:gd name="connsiteX592" fmla="*/ 143875 w 869556"/>
                <a:gd name="connsiteY592" fmla="*/ 212916 h 448064"/>
                <a:gd name="connsiteX593" fmla="*/ 148591 w 869556"/>
                <a:gd name="connsiteY593" fmla="*/ 206499 h 448064"/>
                <a:gd name="connsiteX594" fmla="*/ 151317 w 869556"/>
                <a:gd name="connsiteY594" fmla="*/ 203242 h 448064"/>
                <a:gd name="connsiteX595" fmla="*/ 154293 w 869556"/>
                <a:gd name="connsiteY595" fmla="*/ 203242 h 448064"/>
                <a:gd name="connsiteX596" fmla="*/ 154293 w 869556"/>
                <a:gd name="connsiteY596" fmla="*/ 200265 h 448064"/>
                <a:gd name="connsiteX597" fmla="*/ 156526 w 869556"/>
                <a:gd name="connsiteY597" fmla="*/ 200265 h 448064"/>
                <a:gd name="connsiteX598" fmla="*/ 156526 w 869556"/>
                <a:gd name="connsiteY598" fmla="*/ 196545 h 448064"/>
                <a:gd name="connsiteX599" fmla="*/ 159502 w 869556"/>
                <a:gd name="connsiteY599" fmla="*/ 196545 h 448064"/>
                <a:gd name="connsiteX600" fmla="*/ 159502 w 869556"/>
                <a:gd name="connsiteY600" fmla="*/ 193568 h 448064"/>
                <a:gd name="connsiteX601" fmla="*/ 162479 w 869556"/>
                <a:gd name="connsiteY601" fmla="*/ 193568 h 448064"/>
                <a:gd name="connsiteX602" fmla="*/ 163223 w 869556"/>
                <a:gd name="connsiteY602" fmla="*/ 190592 h 448064"/>
                <a:gd name="connsiteX603" fmla="*/ 165455 w 869556"/>
                <a:gd name="connsiteY603" fmla="*/ 189847 h 448064"/>
                <a:gd name="connsiteX604" fmla="*/ 166199 w 869556"/>
                <a:gd name="connsiteY604" fmla="*/ 186871 h 448064"/>
                <a:gd name="connsiteX605" fmla="*/ 167688 w 869556"/>
                <a:gd name="connsiteY605" fmla="*/ 186127 h 448064"/>
                <a:gd name="connsiteX606" fmla="*/ 168339 w 869556"/>
                <a:gd name="connsiteY606" fmla="*/ 184685 h 448064"/>
                <a:gd name="connsiteX607" fmla="*/ 170571 w 869556"/>
                <a:gd name="connsiteY607" fmla="*/ 182546 h 448064"/>
                <a:gd name="connsiteX608" fmla="*/ 173641 w 869556"/>
                <a:gd name="connsiteY608" fmla="*/ 179011 h 448064"/>
                <a:gd name="connsiteX609" fmla="*/ 176757 w 869556"/>
                <a:gd name="connsiteY609" fmla="*/ 175895 h 448064"/>
                <a:gd name="connsiteX610" fmla="*/ 178106 w 869556"/>
                <a:gd name="connsiteY610" fmla="*/ 175709 h 448064"/>
                <a:gd name="connsiteX611" fmla="*/ 178850 w 869556"/>
                <a:gd name="connsiteY611" fmla="*/ 173476 h 448064"/>
                <a:gd name="connsiteX612" fmla="*/ 180338 w 869556"/>
                <a:gd name="connsiteY612" fmla="*/ 173151 h 448064"/>
                <a:gd name="connsiteX613" fmla="*/ 181826 w 869556"/>
                <a:gd name="connsiteY613" fmla="*/ 172732 h 448064"/>
                <a:gd name="connsiteX614" fmla="*/ 182570 w 869556"/>
                <a:gd name="connsiteY614" fmla="*/ 169756 h 448064"/>
                <a:gd name="connsiteX615" fmla="*/ 184059 w 869556"/>
                <a:gd name="connsiteY615" fmla="*/ 169011 h 448064"/>
                <a:gd name="connsiteX616" fmla="*/ 184710 w 869556"/>
                <a:gd name="connsiteY616" fmla="*/ 167523 h 448064"/>
                <a:gd name="connsiteX617" fmla="*/ 185547 w 869556"/>
                <a:gd name="connsiteY617" fmla="*/ 166035 h 448064"/>
                <a:gd name="connsiteX618" fmla="*/ 187082 w 869556"/>
                <a:gd name="connsiteY618" fmla="*/ 165663 h 448064"/>
                <a:gd name="connsiteX619" fmla="*/ 188524 w 869556"/>
                <a:gd name="connsiteY619" fmla="*/ 165291 h 448064"/>
                <a:gd name="connsiteX620" fmla="*/ 188896 w 869556"/>
                <a:gd name="connsiteY620" fmla="*/ 163756 h 448064"/>
                <a:gd name="connsiteX621" fmla="*/ 189268 w 869556"/>
                <a:gd name="connsiteY621" fmla="*/ 162314 h 448064"/>
                <a:gd name="connsiteX622" fmla="*/ 192244 w 869556"/>
                <a:gd name="connsiteY622" fmla="*/ 162314 h 448064"/>
                <a:gd name="connsiteX623" fmla="*/ 192244 w 869556"/>
                <a:gd name="connsiteY623" fmla="*/ 159338 h 448064"/>
                <a:gd name="connsiteX624" fmla="*/ 195221 w 869556"/>
                <a:gd name="connsiteY624" fmla="*/ 159338 h 448064"/>
                <a:gd name="connsiteX625" fmla="*/ 196709 w 869556"/>
                <a:gd name="connsiteY625" fmla="*/ 155617 h 448064"/>
                <a:gd name="connsiteX626" fmla="*/ 198197 w 869556"/>
                <a:gd name="connsiteY626" fmla="*/ 154873 h 448064"/>
                <a:gd name="connsiteX627" fmla="*/ 198942 w 869556"/>
                <a:gd name="connsiteY627" fmla="*/ 152640 h 448064"/>
                <a:gd name="connsiteX628" fmla="*/ 200848 w 869556"/>
                <a:gd name="connsiteY628" fmla="*/ 152315 h 448064"/>
                <a:gd name="connsiteX629" fmla="*/ 202662 w 869556"/>
                <a:gd name="connsiteY629" fmla="*/ 151896 h 448064"/>
                <a:gd name="connsiteX630" fmla="*/ 202662 w 869556"/>
                <a:gd name="connsiteY630" fmla="*/ 148920 h 448064"/>
                <a:gd name="connsiteX631" fmla="*/ 204476 w 869556"/>
                <a:gd name="connsiteY631" fmla="*/ 149106 h 448064"/>
                <a:gd name="connsiteX632" fmla="*/ 206383 w 869556"/>
                <a:gd name="connsiteY632" fmla="*/ 148920 h 448064"/>
                <a:gd name="connsiteX633" fmla="*/ 207127 w 869556"/>
                <a:gd name="connsiteY633" fmla="*/ 145943 h 448064"/>
                <a:gd name="connsiteX634" fmla="*/ 209360 w 869556"/>
                <a:gd name="connsiteY634" fmla="*/ 144455 h 448064"/>
                <a:gd name="connsiteX635" fmla="*/ 210104 w 869556"/>
                <a:gd name="connsiteY635" fmla="*/ 142222 h 448064"/>
                <a:gd name="connsiteX636" fmla="*/ 213824 w 869556"/>
                <a:gd name="connsiteY636" fmla="*/ 140734 h 448064"/>
                <a:gd name="connsiteX637" fmla="*/ 214569 w 869556"/>
                <a:gd name="connsiteY637" fmla="*/ 138502 h 448064"/>
                <a:gd name="connsiteX638" fmla="*/ 217545 w 869556"/>
                <a:gd name="connsiteY638" fmla="*/ 138502 h 448064"/>
                <a:gd name="connsiteX639" fmla="*/ 217871 w 869556"/>
                <a:gd name="connsiteY639" fmla="*/ 137060 h 448064"/>
                <a:gd name="connsiteX640" fmla="*/ 218289 w 869556"/>
                <a:gd name="connsiteY640" fmla="*/ 135525 h 448064"/>
                <a:gd name="connsiteX641" fmla="*/ 220196 w 869556"/>
                <a:gd name="connsiteY641" fmla="*/ 135153 h 448064"/>
                <a:gd name="connsiteX642" fmla="*/ 222010 w 869556"/>
                <a:gd name="connsiteY642" fmla="*/ 134781 h 448064"/>
                <a:gd name="connsiteX643" fmla="*/ 222010 w 869556"/>
                <a:gd name="connsiteY643" fmla="*/ 131804 h 448064"/>
                <a:gd name="connsiteX644" fmla="*/ 224987 w 869556"/>
                <a:gd name="connsiteY644" fmla="*/ 131060 h 448064"/>
                <a:gd name="connsiteX645" fmla="*/ 225731 w 869556"/>
                <a:gd name="connsiteY645" fmla="*/ 128828 h 448064"/>
                <a:gd name="connsiteX646" fmla="*/ 229451 w 869556"/>
                <a:gd name="connsiteY646" fmla="*/ 127340 h 448064"/>
                <a:gd name="connsiteX647" fmla="*/ 230195 w 869556"/>
                <a:gd name="connsiteY647" fmla="*/ 125107 h 448064"/>
                <a:gd name="connsiteX648" fmla="*/ 233916 w 869556"/>
                <a:gd name="connsiteY648" fmla="*/ 123619 h 448064"/>
                <a:gd name="connsiteX649" fmla="*/ 234660 w 869556"/>
                <a:gd name="connsiteY649" fmla="*/ 121386 h 448064"/>
                <a:gd name="connsiteX650" fmla="*/ 238381 w 869556"/>
                <a:gd name="connsiteY650" fmla="*/ 120642 h 448064"/>
                <a:gd name="connsiteX651" fmla="*/ 239125 w 869556"/>
                <a:gd name="connsiteY651" fmla="*/ 118410 h 448064"/>
                <a:gd name="connsiteX652" fmla="*/ 242102 w 869556"/>
                <a:gd name="connsiteY652" fmla="*/ 116922 h 448064"/>
                <a:gd name="connsiteX653" fmla="*/ 242846 w 869556"/>
                <a:gd name="connsiteY653" fmla="*/ 114689 h 448064"/>
                <a:gd name="connsiteX654" fmla="*/ 245078 w 869556"/>
                <a:gd name="connsiteY654" fmla="*/ 114782 h 448064"/>
                <a:gd name="connsiteX655" fmla="*/ 247311 w 869556"/>
                <a:gd name="connsiteY655" fmla="*/ 114689 h 448064"/>
                <a:gd name="connsiteX656" fmla="*/ 247683 w 869556"/>
                <a:gd name="connsiteY656" fmla="*/ 112829 h 448064"/>
                <a:gd name="connsiteX657" fmla="*/ 248055 w 869556"/>
                <a:gd name="connsiteY657" fmla="*/ 110969 h 448064"/>
                <a:gd name="connsiteX658" fmla="*/ 252520 w 869556"/>
                <a:gd name="connsiteY658" fmla="*/ 110969 h 448064"/>
                <a:gd name="connsiteX659" fmla="*/ 252520 w 869556"/>
                <a:gd name="connsiteY659" fmla="*/ 107992 h 448064"/>
                <a:gd name="connsiteX660" fmla="*/ 255496 w 869556"/>
                <a:gd name="connsiteY660" fmla="*/ 107248 h 448064"/>
                <a:gd name="connsiteX661" fmla="*/ 255775 w 869556"/>
                <a:gd name="connsiteY661" fmla="*/ 105760 h 448064"/>
                <a:gd name="connsiteX662" fmla="*/ 256240 w 869556"/>
                <a:gd name="connsiteY662" fmla="*/ 104271 h 448064"/>
                <a:gd name="connsiteX663" fmla="*/ 260705 w 869556"/>
                <a:gd name="connsiteY663" fmla="*/ 103527 h 448064"/>
                <a:gd name="connsiteX664" fmla="*/ 261449 w 869556"/>
                <a:gd name="connsiteY664" fmla="*/ 101295 h 448064"/>
                <a:gd name="connsiteX665" fmla="*/ 263682 w 869556"/>
                <a:gd name="connsiteY665" fmla="*/ 100969 h 448064"/>
                <a:gd name="connsiteX666" fmla="*/ 265914 w 869556"/>
                <a:gd name="connsiteY666" fmla="*/ 100551 h 448064"/>
                <a:gd name="connsiteX667" fmla="*/ 266286 w 869556"/>
                <a:gd name="connsiteY667" fmla="*/ 99062 h 448064"/>
                <a:gd name="connsiteX668" fmla="*/ 266658 w 869556"/>
                <a:gd name="connsiteY668" fmla="*/ 97574 h 448064"/>
                <a:gd name="connsiteX669" fmla="*/ 271123 w 869556"/>
                <a:gd name="connsiteY669" fmla="*/ 96830 h 448064"/>
                <a:gd name="connsiteX670" fmla="*/ 271867 w 869556"/>
                <a:gd name="connsiteY670" fmla="*/ 94597 h 448064"/>
                <a:gd name="connsiteX671" fmla="*/ 276332 w 869556"/>
                <a:gd name="connsiteY671" fmla="*/ 93853 h 448064"/>
                <a:gd name="connsiteX672" fmla="*/ 276332 w 869556"/>
                <a:gd name="connsiteY672" fmla="*/ 90877 h 448064"/>
                <a:gd name="connsiteX673" fmla="*/ 282285 w 869556"/>
                <a:gd name="connsiteY673" fmla="*/ 90133 h 448064"/>
                <a:gd name="connsiteX674" fmla="*/ 282285 w 869556"/>
                <a:gd name="connsiteY674" fmla="*/ 87156 h 448064"/>
                <a:gd name="connsiteX675" fmla="*/ 284471 w 869556"/>
                <a:gd name="connsiteY675" fmla="*/ 86923 h 448064"/>
                <a:gd name="connsiteX676" fmla="*/ 286750 w 869556"/>
                <a:gd name="connsiteY676" fmla="*/ 86412 h 448064"/>
                <a:gd name="connsiteX677" fmla="*/ 287494 w 869556"/>
                <a:gd name="connsiteY677" fmla="*/ 84179 h 448064"/>
                <a:gd name="connsiteX678" fmla="*/ 292703 w 869556"/>
                <a:gd name="connsiteY678" fmla="*/ 82691 h 448064"/>
                <a:gd name="connsiteX679" fmla="*/ 293447 w 869556"/>
                <a:gd name="connsiteY679" fmla="*/ 80459 h 448064"/>
                <a:gd name="connsiteX680" fmla="*/ 296005 w 869556"/>
                <a:gd name="connsiteY680" fmla="*/ 80133 h 448064"/>
                <a:gd name="connsiteX681" fmla="*/ 298656 w 869556"/>
                <a:gd name="connsiteY681" fmla="*/ 79715 h 448064"/>
                <a:gd name="connsiteX682" fmla="*/ 300145 w 869556"/>
                <a:gd name="connsiteY682" fmla="*/ 76738 h 448064"/>
                <a:gd name="connsiteX683" fmla="*/ 304610 w 869556"/>
                <a:gd name="connsiteY683" fmla="*/ 76738 h 448064"/>
                <a:gd name="connsiteX684" fmla="*/ 304610 w 869556"/>
                <a:gd name="connsiteY684" fmla="*/ 73761 h 448064"/>
                <a:gd name="connsiteX685" fmla="*/ 307168 w 869556"/>
                <a:gd name="connsiteY685" fmla="*/ 73575 h 448064"/>
                <a:gd name="connsiteX686" fmla="*/ 309819 w 869556"/>
                <a:gd name="connsiteY686" fmla="*/ 73017 h 448064"/>
                <a:gd name="connsiteX687" fmla="*/ 310147 w 869556"/>
                <a:gd name="connsiteY687" fmla="*/ 71520 h 448064"/>
                <a:gd name="connsiteX688" fmla="*/ 310563 w 869556"/>
                <a:gd name="connsiteY688" fmla="*/ 70041 h 448064"/>
                <a:gd name="connsiteX689" fmla="*/ 313911 w 869556"/>
                <a:gd name="connsiteY689" fmla="*/ 69622 h 448064"/>
                <a:gd name="connsiteX690" fmla="*/ 317260 w 869556"/>
                <a:gd name="connsiteY690" fmla="*/ 69297 h 448064"/>
                <a:gd name="connsiteX691" fmla="*/ 318004 w 869556"/>
                <a:gd name="connsiteY691" fmla="*/ 67064 h 448064"/>
                <a:gd name="connsiteX692" fmla="*/ 321027 w 869556"/>
                <a:gd name="connsiteY692" fmla="*/ 66553 h 448064"/>
                <a:gd name="connsiteX693" fmla="*/ 323957 w 869556"/>
                <a:gd name="connsiteY693" fmla="*/ 66320 h 448064"/>
                <a:gd name="connsiteX694" fmla="*/ 323957 w 869556"/>
                <a:gd name="connsiteY694" fmla="*/ 63344 h 448064"/>
                <a:gd name="connsiteX695" fmla="*/ 326887 w 869556"/>
                <a:gd name="connsiteY695" fmla="*/ 63576 h 448064"/>
                <a:gd name="connsiteX696" fmla="*/ 329910 w 869556"/>
                <a:gd name="connsiteY696" fmla="*/ 63344 h 448064"/>
                <a:gd name="connsiteX697" fmla="*/ 330236 w 869556"/>
                <a:gd name="connsiteY697" fmla="*/ 61483 h 448064"/>
                <a:gd name="connsiteX698" fmla="*/ 330654 w 869556"/>
                <a:gd name="connsiteY698" fmla="*/ 59623 h 448064"/>
                <a:gd name="connsiteX699" fmla="*/ 337352 w 869556"/>
                <a:gd name="connsiteY699" fmla="*/ 59623 h 448064"/>
                <a:gd name="connsiteX700" fmla="*/ 337352 w 869556"/>
                <a:gd name="connsiteY700" fmla="*/ 56646 h 448064"/>
                <a:gd name="connsiteX701" fmla="*/ 341072 w 869556"/>
                <a:gd name="connsiteY701" fmla="*/ 55856 h 448064"/>
                <a:gd name="connsiteX702" fmla="*/ 344793 w 869556"/>
                <a:gd name="connsiteY702" fmla="*/ 55158 h 448064"/>
                <a:gd name="connsiteX703" fmla="*/ 344793 w 869556"/>
                <a:gd name="connsiteY703" fmla="*/ 52926 h 448064"/>
                <a:gd name="connsiteX704" fmla="*/ 346232 w 869556"/>
                <a:gd name="connsiteY704" fmla="*/ 53030 h 448064"/>
                <a:gd name="connsiteX705" fmla="*/ 348095 w 869556"/>
                <a:gd name="connsiteY705" fmla="*/ 53112 h 448064"/>
                <a:gd name="connsiteX706" fmla="*/ 349953 w 869556"/>
                <a:gd name="connsiteY706" fmla="*/ 53216 h 448064"/>
                <a:gd name="connsiteX707" fmla="*/ 351490 w 869556"/>
                <a:gd name="connsiteY707" fmla="*/ 52926 h 448064"/>
                <a:gd name="connsiteX708" fmla="*/ 352235 w 869556"/>
                <a:gd name="connsiteY708" fmla="*/ 49949 h 448064"/>
                <a:gd name="connsiteX709" fmla="*/ 355537 w 869556"/>
                <a:gd name="connsiteY709" fmla="*/ 49577 h 448064"/>
                <a:gd name="connsiteX710" fmla="*/ 358932 w 869556"/>
                <a:gd name="connsiteY710" fmla="*/ 49205 h 448064"/>
                <a:gd name="connsiteX711" fmla="*/ 360420 w 869556"/>
                <a:gd name="connsiteY711" fmla="*/ 46228 h 448064"/>
                <a:gd name="connsiteX712" fmla="*/ 365559 w 869556"/>
                <a:gd name="connsiteY712" fmla="*/ 45833 h 448064"/>
                <a:gd name="connsiteX713" fmla="*/ 367117 w 869556"/>
                <a:gd name="connsiteY713" fmla="*/ 45484 h 448064"/>
                <a:gd name="connsiteX714" fmla="*/ 367859 w 869556"/>
                <a:gd name="connsiteY714" fmla="*/ 43999 h 448064"/>
                <a:gd name="connsiteX715" fmla="*/ 368606 w 869556"/>
                <a:gd name="connsiteY715" fmla="*/ 42508 h 448064"/>
                <a:gd name="connsiteX716" fmla="*/ 372001 w 869556"/>
                <a:gd name="connsiteY716" fmla="*/ 42089 h 448064"/>
                <a:gd name="connsiteX717" fmla="*/ 375303 w 869556"/>
                <a:gd name="connsiteY717" fmla="*/ 41763 h 448064"/>
                <a:gd name="connsiteX718" fmla="*/ 376047 w 869556"/>
                <a:gd name="connsiteY718" fmla="*/ 39531 h 448064"/>
                <a:gd name="connsiteX719" fmla="*/ 380186 w 869556"/>
                <a:gd name="connsiteY719" fmla="*/ 39391 h 448064"/>
                <a:gd name="connsiteX720" fmla="*/ 382468 w 869556"/>
                <a:gd name="connsiteY720" fmla="*/ 39453 h 448064"/>
                <a:gd name="connsiteX721" fmla="*/ 384233 w 869556"/>
                <a:gd name="connsiteY721" fmla="*/ 39531 h 448064"/>
                <a:gd name="connsiteX722" fmla="*/ 384233 w 869556"/>
                <a:gd name="connsiteY722" fmla="*/ 35810 h 448064"/>
                <a:gd name="connsiteX723" fmla="*/ 393162 w 869556"/>
                <a:gd name="connsiteY723" fmla="*/ 35810 h 448064"/>
                <a:gd name="connsiteX724" fmla="*/ 393162 w 869556"/>
                <a:gd name="connsiteY724" fmla="*/ 32834 h 448064"/>
                <a:gd name="connsiteX725" fmla="*/ 394738 w 869556"/>
                <a:gd name="connsiteY725" fmla="*/ 32697 h 448064"/>
                <a:gd name="connsiteX726" fmla="*/ 396790 w 869556"/>
                <a:gd name="connsiteY726" fmla="*/ 32508 h 448064"/>
                <a:gd name="connsiteX727" fmla="*/ 398831 w 869556"/>
                <a:gd name="connsiteY727" fmla="*/ 32325 h 448064"/>
                <a:gd name="connsiteX728" fmla="*/ 402092 w 869556"/>
                <a:gd name="connsiteY728" fmla="*/ 31345 h 448064"/>
                <a:gd name="connsiteX729" fmla="*/ 402092 w 869556"/>
                <a:gd name="connsiteY729" fmla="*/ 29113 h 448064"/>
                <a:gd name="connsiteX730" fmla="*/ 411766 w 869556"/>
                <a:gd name="connsiteY730" fmla="*/ 29113 h 448064"/>
                <a:gd name="connsiteX731" fmla="*/ 411766 w 869556"/>
                <a:gd name="connsiteY731" fmla="*/ 26136 h 448064"/>
                <a:gd name="connsiteX732" fmla="*/ 414138 w 869556"/>
                <a:gd name="connsiteY732" fmla="*/ 25811 h 448064"/>
                <a:gd name="connsiteX733" fmla="*/ 416975 w 869556"/>
                <a:gd name="connsiteY733" fmla="*/ 25392 h 448064"/>
                <a:gd name="connsiteX734" fmla="*/ 419114 w 869556"/>
                <a:gd name="connsiteY734" fmla="*/ 25113 h 448064"/>
                <a:gd name="connsiteX735" fmla="*/ 420695 w 869556"/>
                <a:gd name="connsiteY735" fmla="*/ 24648 h 448064"/>
                <a:gd name="connsiteX736" fmla="*/ 421440 w 869556"/>
                <a:gd name="connsiteY736" fmla="*/ 22416 h 448064"/>
                <a:gd name="connsiteX737" fmla="*/ 428951 w 869556"/>
                <a:gd name="connsiteY737" fmla="*/ 22047 h 448064"/>
                <a:gd name="connsiteX738" fmla="*/ 431113 w 869556"/>
                <a:gd name="connsiteY738" fmla="*/ 21672 h 448064"/>
                <a:gd name="connsiteX739" fmla="*/ 431486 w 869556"/>
                <a:gd name="connsiteY739" fmla="*/ 20183 h 448064"/>
                <a:gd name="connsiteX740" fmla="*/ 431858 w 869556"/>
                <a:gd name="connsiteY740" fmla="*/ 18695 h 448064"/>
                <a:gd name="connsiteX741" fmla="*/ 436695 w 869556"/>
                <a:gd name="connsiteY741" fmla="*/ 18276 h 448064"/>
                <a:gd name="connsiteX742" fmla="*/ 441531 w 869556"/>
                <a:gd name="connsiteY742" fmla="*/ 17951 h 448064"/>
                <a:gd name="connsiteX743" fmla="*/ 442276 w 869556"/>
                <a:gd name="connsiteY743" fmla="*/ 15719 h 448064"/>
                <a:gd name="connsiteX744" fmla="*/ 450368 w 869556"/>
                <a:gd name="connsiteY744" fmla="*/ 15349 h 448064"/>
                <a:gd name="connsiteX745" fmla="*/ 452694 w 869556"/>
                <a:gd name="connsiteY745" fmla="*/ 14974 h 448064"/>
                <a:gd name="connsiteX746" fmla="*/ 453016 w 869556"/>
                <a:gd name="connsiteY746" fmla="*/ 13495 h 448064"/>
                <a:gd name="connsiteX747" fmla="*/ 453438 w 869556"/>
                <a:gd name="connsiteY747" fmla="*/ 11998 h 448064"/>
                <a:gd name="connsiteX748" fmla="*/ 459437 w 869556"/>
                <a:gd name="connsiteY748" fmla="*/ 11440 h 448064"/>
                <a:gd name="connsiteX749" fmla="*/ 461148 w 869556"/>
                <a:gd name="connsiteY749" fmla="*/ 11373 h 448064"/>
                <a:gd name="connsiteX750" fmla="*/ 465344 w 869556"/>
                <a:gd name="connsiteY750" fmla="*/ 11254 h 448064"/>
                <a:gd name="connsiteX751" fmla="*/ 465344 w 869556"/>
                <a:gd name="connsiteY751" fmla="*/ 9021 h 448064"/>
                <a:gd name="connsiteX752" fmla="*/ 467733 w 869556"/>
                <a:gd name="connsiteY752" fmla="*/ 8885 h 448064"/>
                <a:gd name="connsiteX753" fmla="*/ 470832 w 869556"/>
                <a:gd name="connsiteY753" fmla="*/ 8696 h 448064"/>
                <a:gd name="connsiteX754" fmla="*/ 472407 w 869556"/>
                <a:gd name="connsiteY754" fmla="*/ 8607 h 448064"/>
                <a:gd name="connsiteX755" fmla="*/ 477994 w 869556"/>
                <a:gd name="connsiteY755" fmla="*/ 7533 h 448064"/>
                <a:gd name="connsiteX756" fmla="*/ 478738 w 869556"/>
                <a:gd name="connsiteY756" fmla="*/ 5301 h 448064"/>
                <a:gd name="connsiteX757" fmla="*/ 482041 w 869556"/>
                <a:gd name="connsiteY757" fmla="*/ 5024 h 448064"/>
                <a:gd name="connsiteX758" fmla="*/ 484058 w 869556"/>
                <a:gd name="connsiteY758" fmla="*/ 4985 h 448064"/>
                <a:gd name="connsiteX759" fmla="*/ 488302 w 869556"/>
                <a:gd name="connsiteY759" fmla="*/ 4974 h 448064"/>
                <a:gd name="connsiteX760" fmla="*/ 490319 w 869556"/>
                <a:gd name="connsiteY760" fmla="*/ 4931 h 448064"/>
                <a:gd name="connsiteX761" fmla="*/ 492182 w 869556"/>
                <a:gd name="connsiteY761" fmla="*/ 4927 h 448064"/>
                <a:gd name="connsiteX762" fmla="*/ 493621 w 869556"/>
                <a:gd name="connsiteY762" fmla="*/ 4556 h 448064"/>
                <a:gd name="connsiteX763" fmla="*/ 493941 w 869556"/>
                <a:gd name="connsiteY763" fmla="*/ 3063 h 448064"/>
                <a:gd name="connsiteX764" fmla="*/ 494365 w 869556"/>
                <a:gd name="connsiteY764" fmla="*/ 1580 h 448064"/>
                <a:gd name="connsiteX765" fmla="*/ 498508 w 869556"/>
                <a:gd name="connsiteY765" fmla="*/ 1289 h 448064"/>
                <a:gd name="connsiteX766" fmla="*/ 501044 w 869556"/>
                <a:gd name="connsiteY766" fmla="*/ 1318 h 448064"/>
                <a:gd name="connsiteX767" fmla="*/ 503714 w 869556"/>
                <a:gd name="connsiteY767" fmla="*/ 1394 h 448064"/>
                <a:gd name="connsiteX768" fmla="*/ 506392 w 869556"/>
                <a:gd name="connsiteY768" fmla="*/ 1435 h 448064"/>
                <a:gd name="connsiteX769" fmla="*/ 512969 w 869556"/>
                <a:gd name="connsiteY769" fmla="*/ 1580 h 448064"/>
                <a:gd name="connsiteX770" fmla="*/ 512969 w 869556"/>
                <a:gd name="connsiteY770" fmla="*/ 92 h 448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Lst>
              <a:rect l="l" t="t" r="r" b="b"/>
              <a:pathLst>
                <a:path w="869556" h="448064">
                  <a:moveTo>
                    <a:pt x="512969" y="92"/>
                  </a:moveTo>
                  <a:cubicBezTo>
                    <a:pt x="526831" y="74"/>
                    <a:pt x="540692" y="61"/>
                    <a:pt x="554554" y="53"/>
                  </a:cubicBezTo>
                  <a:cubicBezTo>
                    <a:pt x="560989" y="49"/>
                    <a:pt x="567425" y="44"/>
                    <a:pt x="573861" y="35"/>
                  </a:cubicBezTo>
                  <a:cubicBezTo>
                    <a:pt x="579468" y="28"/>
                    <a:pt x="585075" y="23"/>
                    <a:pt x="590683" y="22"/>
                  </a:cubicBezTo>
                  <a:cubicBezTo>
                    <a:pt x="593654" y="21"/>
                    <a:pt x="596624" y="18"/>
                    <a:pt x="599595" y="13"/>
                  </a:cubicBezTo>
                  <a:cubicBezTo>
                    <a:pt x="602388" y="8"/>
                    <a:pt x="605181" y="6"/>
                    <a:pt x="607974" y="7"/>
                  </a:cubicBezTo>
                  <a:cubicBezTo>
                    <a:pt x="609003" y="7"/>
                    <a:pt x="610031" y="6"/>
                    <a:pt x="611059" y="3"/>
                  </a:cubicBezTo>
                  <a:cubicBezTo>
                    <a:pt x="612456" y="-1"/>
                    <a:pt x="613854" y="0"/>
                    <a:pt x="615252" y="2"/>
                  </a:cubicBezTo>
                  <a:cubicBezTo>
                    <a:pt x="616036" y="1"/>
                    <a:pt x="616820" y="1"/>
                    <a:pt x="617628" y="0"/>
                  </a:cubicBezTo>
                  <a:cubicBezTo>
                    <a:pt x="619381" y="92"/>
                    <a:pt x="619381" y="92"/>
                    <a:pt x="620125" y="836"/>
                  </a:cubicBezTo>
                  <a:cubicBezTo>
                    <a:pt x="622316" y="909"/>
                    <a:pt x="624492" y="938"/>
                    <a:pt x="626683" y="940"/>
                  </a:cubicBezTo>
                  <a:cubicBezTo>
                    <a:pt x="628034" y="954"/>
                    <a:pt x="629384" y="969"/>
                    <a:pt x="630735" y="984"/>
                  </a:cubicBezTo>
                  <a:cubicBezTo>
                    <a:pt x="632876" y="1006"/>
                    <a:pt x="635017" y="1022"/>
                    <a:pt x="637158" y="1022"/>
                  </a:cubicBezTo>
                  <a:cubicBezTo>
                    <a:pt x="639217" y="1025"/>
                    <a:pt x="641275" y="1050"/>
                    <a:pt x="643333" y="1080"/>
                  </a:cubicBezTo>
                  <a:cubicBezTo>
                    <a:pt x="643978" y="1075"/>
                    <a:pt x="644623" y="1069"/>
                    <a:pt x="645287" y="1064"/>
                  </a:cubicBezTo>
                  <a:cubicBezTo>
                    <a:pt x="647086" y="1101"/>
                    <a:pt x="647086" y="1101"/>
                    <a:pt x="649891" y="1580"/>
                  </a:cubicBezTo>
                  <a:cubicBezTo>
                    <a:pt x="650346" y="3455"/>
                    <a:pt x="650346" y="3455"/>
                    <a:pt x="650635" y="5301"/>
                  </a:cubicBezTo>
                  <a:cubicBezTo>
                    <a:pt x="652537" y="5618"/>
                    <a:pt x="653967" y="5665"/>
                    <a:pt x="655864" y="5559"/>
                  </a:cubicBezTo>
                  <a:cubicBezTo>
                    <a:pt x="656388" y="5547"/>
                    <a:pt x="656912" y="5535"/>
                    <a:pt x="657452" y="5522"/>
                  </a:cubicBezTo>
                  <a:cubicBezTo>
                    <a:pt x="659134" y="5481"/>
                    <a:pt x="660814" y="5416"/>
                    <a:pt x="662495" y="5347"/>
                  </a:cubicBezTo>
                  <a:cubicBezTo>
                    <a:pt x="664173" y="5282"/>
                    <a:pt x="665850" y="5222"/>
                    <a:pt x="667529" y="5180"/>
                  </a:cubicBezTo>
                  <a:cubicBezTo>
                    <a:pt x="668576" y="5154"/>
                    <a:pt x="669622" y="5114"/>
                    <a:pt x="670667" y="5059"/>
                  </a:cubicBezTo>
                  <a:cubicBezTo>
                    <a:pt x="672104" y="5022"/>
                    <a:pt x="672104" y="5022"/>
                    <a:pt x="674447" y="5301"/>
                  </a:cubicBezTo>
                  <a:cubicBezTo>
                    <a:pt x="675378" y="6782"/>
                    <a:pt x="675378" y="6782"/>
                    <a:pt x="675936" y="8277"/>
                  </a:cubicBezTo>
                  <a:cubicBezTo>
                    <a:pt x="678375" y="8613"/>
                    <a:pt x="678375" y="8613"/>
                    <a:pt x="681191" y="8417"/>
                  </a:cubicBezTo>
                  <a:cubicBezTo>
                    <a:pt x="685478" y="8299"/>
                    <a:pt x="689567" y="8219"/>
                    <a:pt x="693795" y="9021"/>
                  </a:cubicBezTo>
                  <a:cubicBezTo>
                    <a:pt x="694041" y="9758"/>
                    <a:pt x="694286" y="10495"/>
                    <a:pt x="694539" y="11254"/>
                  </a:cubicBezTo>
                  <a:cubicBezTo>
                    <a:pt x="696112" y="11586"/>
                    <a:pt x="696112" y="11586"/>
                    <a:pt x="698004" y="11530"/>
                  </a:cubicBezTo>
                  <a:cubicBezTo>
                    <a:pt x="698703" y="11543"/>
                    <a:pt x="699403" y="11556"/>
                    <a:pt x="700123" y="11569"/>
                  </a:cubicBezTo>
                  <a:cubicBezTo>
                    <a:pt x="701610" y="11576"/>
                    <a:pt x="703096" y="11580"/>
                    <a:pt x="704582" y="11581"/>
                  </a:cubicBezTo>
                  <a:cubicBezTo>
                    <a:pt x="705282" y="11595"/>
                    <a:pt x="705981" y="11609"/>
                    <a:pt x="706701" y="11623"/>
                  </a:cubicBezTo>
                  <a:cubicBezTo>
                    <a:pt x="707347" y="11624"/>
                    <a:pt x="707993" y="11626"/>
                    <a:pt x="708659" y="11627"/>
                  </a:cubicBezTo>
                  <a:cubicBezTo>
                    <a:pt x="709156" y="11749"/>
                    <a:pt x="709654" y="11872"/>
                    <a:pt x="710166" y="11998"/>
                  </a:cubicBezTo>
                  <a:cubicBezTo>
                    <a:pt x="710440" y="12983"/>
                    <a:pt x="710688" y="13976"/>
                    <a:pt x="710910" y="14974"/>
                  </a:cubicBezTo>
                  <a:cubicBezTo>
                    <a:pt x="713093" y="15265"/>
                    <a:pt x="715050" y="15391"/>
                    <a:pt x="717236" y="15393"/>
                  </a:cubicBezTo>
                  <a:cubicBezTo>
                    <a:pt x="719383" y="15405"/>
                    <a:pt x="721416" y="15508"/>
                    <a:pt x="723561" y="15719"/>
                  </a:cubicBezTo>
                  <a:cubicBezTo>
                    <a:pt x="723806" y="16455"/>
                    <a:pt x="724052" y="17192"/>
                    <a:pt x="724305" y="17951"/>
                  </a:cubicBezTo>
                  <a:cubicBezTo>
                    <a:pt x="727010" y="18272"/>
                    <a:pt x="729674" y="18279"/>
                    <a:pt x="732397" y="18320"/>
                  </a:cubicBezTo>
                  <a:cubicBezTo>
                    <a:pt x="733549" y="18506"/>
                    <a:pt x="733549" y="18506"/>
                    <a:pt x="734723" y="18695"/>
                  </a:cubicBezTo>
                  <a:cubicBezTo>
                    <a:pt x="735165" y="20186"/>
                    <a:pt x="735165" y="20186"/>
                    <a:pt x="735467" y="21672"/>
                  </a:cubicBezTo>
                  <a:cubicBezTo>
                    <a:pt x="737362" y="22087"/>
                    <a:pt x="737362" y="22087"/>
                    <a:pt x="739560" y="22044"/>
                  </a:cubicBezTo>
                  <a:cubicBezTo>
                    <a:pt x="741815" y="22067"/>
                    <a:pt x="741815" y="22067"/>
                    <a:pt x="743653" y="22416"/>
                  </a:cubicBezTo>
                  <a:cubicBezTo>
                    <a:pt x="744097" y="23930"/>
                    <a:pt x="744097" y="23930"/>
                    <a:pt x="744397" y="25392"/>
                  </a:cubicBezTo>
                  <a:cubicBezTo>
                    <a:pt x="745924" y="25368"/>
                    <a:pt x="747453" y="25339"/>
                    <a:pt x="748978" y="25250"/>
                  </a:cubicBezTo>
                  <a:cubicBezTo>
                    <a:pt x="749431" y="25297"/>
                    <a:pt x="749883" y="25344"/>
                    <a:pt x="750350" y="25392"/>
                  </a:cubicBezTo>
                  <a:cubicBezTo>
                    <a:pt x="750580" y="26006"/>
                    <a:pt x="750810" y="26620"/>
                    <a:pt x="751047" y="27253"/>
                  </a:cubicBezTo>
                  <a:cubicBezTo>
                    <a:pt x="751308" y="27867"/>
                    <a:pt x="751569" y="28481"/>
                    <a:pt x="751838" y="29113"/>
                  </a:cubicBezTo>
                  <a:cubicBezTo>
                    <a:pt x="754093" y="29469"/>
                    <a:pt x="756269" y="29323"/>
                    <a:pt x="758535" y="29113"/>
                  </a:cubicBezTo>
                  <a:cubicBezTo>
                    <a:pt x="758535" y="30095"/>
                    <a:pt x="758535" y="31078"/>
                    <a:pt x="758535" y="32090"/>
                  </a:cubicBezTo>
                  <a:cubicBezTo>
                    <a:pt x="760745" y="32335"/>
                    <a:pt x="762956" y="32581"/>
                    <a:pt x="765233" y="32834"/>
                  </a:cubicBezTo>
                  <a:cubicBezTo>
                    <a:pt x="765233" y="33816"/>
                    <a:pt x="765233" y="34798"/>
                    <a:pt x="765233" y="35810"/>
                  </a:cubicBezTo>
                  <a:cubicBezTo>
                    <a:pt x="767443" y="35810"/>
                    <a:pt x="769653" y="35810"/>
                    <a:pt x="771930" y="35810"/>
                  </a:cubicBezTo>
                  <a:cubicBezTo>
                    <a:pt x="771930" y="36793"/>
                    <a:pt x="771930" y="37775"/>
                    <a:pt x="771930" y="38787"/>
                  </a:cubicBezTo>
                  <a:cubicBezTo>
                    <a:pt x="772396" y="38806"/>
                    <a:pt x="772862" y="38825"/>
                    <a:pt x="773343" y="38845"/>
                  </a:cubicBezTo>
                  <a:cubicBezTo>
                    <a:pt x="773951" y="38887"/>
                    <a:pt x="774559" y="38929"/>
                    <a:pt x="775186" y="38973"/>
                  </a:cubicBezTo>
                  <a:cubicBezTo>
                    <a:pt x="775790" y="39007"/>
                    <a:pt x="776394" y="39042"/>
                    <a:pt x="777017" y="39078"/>
                  </a:cubicBezTo>
                  <a:cubicBezTo>
                    <a:pt x="777548" y="39227"/>
                    <a:pt x="778080" y="39377"/>
                    <a:pt x="778627" y="39531"/>
                  </a:cubicBezTo>
                  <a:cubicBezTo>
                    <a:pt x="779151" y="40509"/>
                    <a:pt x="779649" y="41501"/>
                    <a:pt x="780115" y="42508"/>
                  </a:cubicBezTo>
                  <a:cubicBezTo>
                    <a:pt x="780867" y="42492"/>
                    <a:pt x="781620" y="42477"/>
                    <a:pt x="782394" y="42461"/>
                  </a:cubicBezTo>
                  <a:cubicBezTo>
                    <a:pt x="783116" y="42476"/>
                    <a:pt x="783837" y="42492"/>
                    <a:pt x="784580" y="42508"/>
                  </a:cubicBezTo>
                  <a:cubicBezTo>
                    <a:pt x="784672" y="43121"/>
                    <a:pt x="784764" y="43735"/>
                    <a:pt x="784859" y="44368"/>
                  </a:cubicBezTo>
                  <a:cubicBezTo>
                    <a:pt x="785013" y="44982"/>
                    <a:pt x="785166" y="45596"/>
                    <a:pt x="785324" y="46228"/>
                  </a:cubicBezTo>
                  <a:cubicBezTo>
                    <a:pt x="787386" y="46604"/>
                    <a:pt x="789164" y="46396"/>
                    <a:pt x="791278" y="46228"/>
                  </a:cubicBezTo>
                  <a:cubicBezTo>
                    <a:pt x="791278" y="47211"/>
                    <a:pt x="791278" y="48193"/>
                    <a:pt x="791278" y="49205"/>
                  </a:cubicBezTo>
                  <a:cubicBezTo>
                    <a:pt x="793488" y="49450"/>
                    <a:pt x="795698" y="49696"/>
                    <a:pt x="797975" y="49949"/>
                  </a:cubicBezTo>
                  <a:cubicBezTo>
                    <a:pt x="797975" y="50931"/>
                    <a:pt x="797975" y="51914"/>
                    <a:pt x="797975" y="52926"/>
                  </a:cubicBezTo>
                  <a:cubicBezTo>
                    <a:pt x="799939" y="52926"/>
                    <a:pt x="801904" y="52926"/>
                    <a:pt x="803928" y="52926"/>
                  </a:cubicBezTo>
                  <a:cubicBezTo>
                    <a:pt x="803928" y="54153"/>
                    <a:pt x="803928" y="55381"/>
                    <a:pt x="803928" y="56646"/>
                  </a:cubicBezTo>
                  <a:cubicBezTo>
                    <a:pt x="804772" y="56585"/>
                    <a:pt x="805616" y="56523"/>
                    <a:pt x="806486" y="56460"/>
                  </a:cubicBezTo>
                  <a:cubicBezTo>
                    <a:pt x="807361" y="56522"/>
                    <a:pt x="808236" y="56583"/>
                    <a:pt x="809137" y="56646"/>
                  </a:cubicBezTo>
                  <a:cubicBezTo>
                    <a:pt x="809385" y="57638"/>
                    <a:pt x="809633" y="58631"/>
                    <a:pt x="809881" y="59623"/>
                  </a:cubicBezTo>
                  <a:cubicBezTo>
                    <a:pt x="810741" y="59623"/>
                    <a:pt x="811600" y="59623"/>
                    <a:pt x="812486" y="59623"/>
                  </a:cubicBezTo>
                  <a:cubicBezTo>
                    <a:pt x="813345" y="59623"/>
                    <a:pt x="814205" y="59623"/>
                    <a:pt x="815090" y="59623"/>
                  </a:cubicBezTo>
                  <a:cubicBezTo>
                    <a:pt x="815509" y="61065"/>
                    <a:pt x="815509" y="61065"/>
                    <a:pt x="815834" y="62599"/>
                  </a:cubicBezTo>
                  <a:cubicBezTo>
                    <a:pt x="817322" y="62853"/>
                    <a:pt x="818810" y="63100"/>
                    <a:pt x="820299" y="63344"/>
                  </a:cubicBezTo>
                  <a:cubicBezTo>
                    <a:pt x="820795" y="64336"/>
                    <a:pt x="821291" y="65328"/>
                    <a:pt x="821787" y="66320"/>
                  </a:cubicBezTo>
                  <a:cubicBezTo>
                    <a:pt x="824064" y="66927"/>
                    <a:pt x="824064" y="66927"/>
                    <a:pt x="826252" y="67064"/>
                  </a:cubicBezTo>
                  <a:cubicBezTo>
                    <a:pt x="826252" y="68046"/>
                    <a:pt x="826252" y="69029"/>
                    <a:pt x="826252" y="70041"/>
                  </a:cubicBezTo>
                  <a:cubicBezTo>
                    <a:pt x="827096" y="69979"/>
                    <a:pt x="827940" y="69918"/>
                    <a:pt x="828810" y="69855"/>
                  </a:cubicBezTo>
                  <a:cubicBezTo>
                    <a:pt x="829685" y="69916"/>
                    <a:pt x="830560" y="69978"/>
                    <a:pt x="831461" y="70041"/>
                  </a:cubicBezTo>
                  <a:cubicBezTo>
                    <a:pt x="831880" y="71483"/>
                    <a:pt x="831880" y="71483"/>
                    <a:pt x="832205" y="73017"/>
                  </a:cubicBezTo>
                  <a:cubicBezTo>
                    <a:pt x="833688" y="73295"/>
                    <a:pt x="835177" y="73544"/>
                    <a:pt x="836670" y="73761"/>
                  </a:cubicBezTo>
                  <a:cubicBezTo>
                    <a:pt x="836916" y="74498"/>
                    <a:pt x="837161" y="75235"/>
                    <a:pt x="837414" y="75994"/>
                  </a:cubicBezTo>
                  <a:cubicBezTo>
                    <a:pt x="838703" y="76362"/>
                    <a:pt x="838703" y="76362"/>
                    <a:pt x="840019" y="76738"/>
                  </a:cubicBezTo>
                  <a:cubicBezTo>
                    <a:pt x="841308" y="77106"/>
                    <a:pt x="841308" y="77106"/>
                    <a:pt x="842623" y="77482"/>
                  </a:cubicBezTo>
                  <a:cubicBezTo>
                    <a:pt x="842869" y="78219"/>
                    <a:pt x="843114" y="78956"/>
                    <a:pt x="843367" y="79715"/>
                  </a:cubicBezTo>
                  <a:cubicBezTo>
                    <a:pt x="845617" y="80265"/>
                    <a:pt x="845617" y="80265"/>
                    <a:pt x="847832" y="80459"/>
                  </a:cubicBezTo>
                  <a:cubicBezTo>
                    <a:pt x="847832" y="81441"/>
                    <a:pt x="847832" y="82423"/>
                    <a:pt x="847832" y="83435"/>
                  </a:cubicBezTo>
                  <a:cubicBezTo>
                    <a:pt x="850411" y="83804"/>
                    <a:pt x="850411" y="83804"/>
                    <a:pt x="853041" y="84179"/>
                  </a:cubicBezTo>
                  <a:cubicBezTo>
                    <a:pt x="853041" y="85162"/>
                    <a:pt x="853041" y="86144"/>
                    <a:pt x="853041" y="87156"/>
                  </a:cubicBezTo>
                  <a:cubicBezTo>
                    <a:pt x="853885" y="87095"/>
                    <a:pt x="854729" y="87033"/>
                    <a:pt x="855599" y="86970"/>
                  </a:cubicBezTo>
                  <a:cubicBezTo>
                    <a:pt x="856474" y="87031"/>
                    <a:pt x="857349" y="87093"/>
                    <a:pt x="858250" y="87156"/>
                  </a:cubicBezTo>
                  <a:cubicBezTo>
                    <a:pt x="858669" y="88598"/>
                    <a:pt x="858669" y="88598"/>
                    <a:pt x="858994" y="90133"/>
                  </a:cubicBezTo>
                  <a:cubicBezTo>
                    <a:pt x="861239" y="90744"/>
                    <a:pt x="861239" y="90744"/>
                    <a:pt x="863459" y="90877"/>
                  </a:cubicBezTo>
                  <a:cubicBezTo>
                    <a:pt x="863459" y="91859"/>
                    <a:pt x="863459" y="92841"/>
                    <a:pt x="863459" y="93853"/>
                  </a:cubicBezTo>
                  <a:cubicBezTo>
                    <a:pt x="864288" y="93823"/>
                    <a:pt x="865117" y="93792"/>
                    <a:pt x="865971" y="93760"/>
                  </a:cubicBezTo>
                  <a:cubicBezTo>
                    <a:pt x="868668" y="93853"/>
                    <a:pt x="868668" y="93853"/>
                    <a:pt x="870156" y="95342"/>
                  </a:cubicBezTo>
                  <a:cubicBezTo>
                    <a:pt x="870328" y="97251"/>
                    <a:pt x="870328" y="97251"/>
                    <a:pt x="870296" y="99481"/>
                  </a:cubicBezTo>
                  <a:cubicBezTo>
                    <a:pt x="870291" y="100218"/>
                    <a:pt x="870286" y="100956"/>
                    <a:pt x="870281" y="101716"/>
                  </a:cubicBezTo>
                  <a:cubicBezTo>
                    <a:pt x="870156" y="103527"/>
                    <a:pt x="870156" y="103527"/>
                    <a:pt x="869412" y="104271"/>
                  </a:cubicBezTo>
                  <a:cubicBezTo>
                    <a:pt x="867888" y="104353"/>
                    <a:pt x="866361" y="104387"/>
                    <a:pt x="864834" y="104402"/>
                  </a:cubicBezTo>
                  <a:cubicBezTo>
                    <a:pt x="863903" y="104420"/>
                    <a:pt x="862972" y="104438"/>
                    <a:pt x="862013" y="104456"/>
                  </a:cubicBezTo>
                  <a:cubicBezTo>
                    <a:pt x="860035" y="104488"/>
                    <a:pt x="858056" y="104511"/>
                    <a:pt x="856077" y="104526"/>
                  </a:cubicBezTo>
                  <a:cubicBezTo>
                    <a:pt x="855145" y="104546"/>
                    <a:pt x="854214" y="104567"/>
                    <a:pt x="853253" y="104588"/>
                  </a:cubicBezTo>
                  <a:cubicBezTo>
                    <a:pt x="851963" y="104604"/>
                    <a:pt x="851963" y="104604"/>
                    <a:pt x="850646" y="104621"/>
                  </a:cubicBezTo>
                  <a:cubicBezTo>
                    <a:pt x="849963" y="104751"/>
                    <a:pt x="849280" y="104881"/>
                    <a:pt x="848576" y="105015"/>
                  </a:cubicBezTo>
                  <a:cubicBezTo>
                    <a:pt x="848338" y="105508"/>
                    <a:pt x="848099" y="106000"/>
                    <a:pt x="847853" y="106507"/>
                  </a:cubicBezTo>
                  <a:cubicBezTo>
                    <a:pt x="847600" y="106997"/>
                    <a:pt x="847348" y="107487"/>
                    <a:pt x="847088" y="107992"/>
                  </a:cubicBezTo>
                  <a:cubicBezTo>
                    <a:pt x="844882" y="108363"/>
                    <a:pt x="844882" y="108363"/>
                    <a:pt x="842085" y="108367"/>
                  </a:cubicBezTo>
                  <a:cubicBezTo>
                    <a:pt x="841348" y="108377"/>
                    <a:pt x="841348" y="108377"/>
                    <a:pt x="840596" y="108388"/>
                  </a:cubicBezTo>
                  <a:cubicBezTo>
                    <a:pt x="839023" y="108410"/>
                    <a:pt x="837452" y="108412"/>
                    <a:pt x="835879" y="108411"/>
                  </a:cubicBezTo>
                  <a:cubicBezTo>
                    <a:pt x="834305" y="108413"/>
                    <a:pt x="832730" y="108420"/>
                    <a:pt x="831155" y="108441"/>
                  </a:cubicBezTo>
                  <a:cubicBezTo>
                    <a:pt x="829728" y="108459"/>
                    <a:pt x="828301" y="108461"/>
                    <a:pt x="826874" y="108462"/>
                  </a:cubicBezTo>
                  <a:cubicBezTo>
                    <a:pt x="825830" y="108597"/>
                    <a:pt x="825830" y="108597"/>
                    <a:pt x="824764" y="108736"/>
                  </a:cubicBezTo>
                  <a:cubicBezTo>
                    <a:pt x="824518" y="109473"/>
                    <a:pt x="824273" y="110209"/>
                    <a:pt x="824020" y="110969"/>
                  </a:cubicBezTo>
                  <a:cubicBezTo>
                    <a:pt x="822115" y="111278"/>
                    <a:pt x="822115" y="111278"/>
                    <a:pt x="819604" y="111323"/>
                  </a:cubicBezTo>
                  <a:cubicBezTo>
                    <a:pt x="818707" y="111346"/>
                    <a:pt x="817810" y="111369"/>
                    <a:pt x="816885" y="111393"/>
                  </a:cubicBezTo>
                  <a:cubicBezTo>
                    <a:pt x="815940" y="111406"/>
                    <a:pt x="814994" y="111420"/>
                    <a:pt x="814020" y="111434"/>
                  </a:cubicBezTo>
                  <a:cubicBezTo>
                    <a:pt x="812161" y="111471"/>
                    <a:pt x="810302" y="111512"/>
                    <a:pt x="808442" y="111556"/>
                  </a:cubicBezTo>
                  <a:cubicBezTo>
                    <a:pt x="807613" y="111569"/>
                    <a:pt x="806784" y="111582"/>
                    <a:pt x="805929" y="111595"/>
                  </a:cubicBezTo>
                  <a:cubicBezTo>
                    <a:pt x="803950" y="111579"/>
                    <a:pt x="803950" y="111579"/>
                    <a:pt x="802440" y="112457"/>
                  </a:cubicBezTo>
                  <a:cubicBezTo>
                    <a:pt x="802440" y="113193"/>
                    <a:pt x="802440" y="113930"/>
                    <a:pt x="802440" y="114689"/>
                  </a:cubicBezTo>
                  <a:cubicBezTo>
                    <a:pt x="801533" y="114705"/>
                    <a:pt x="801533" y="114705"/>
                    <a:pt x="800607" y="114722"/>
                  </a:cubicBezTo>
                  <a:cubicBezTo>
                    <a:pt x="797884" y="114777"/>
                    <a:pt x="795163" y="114849"/>
                    <a:pt x="792440" y="114922"/>
                  </a:cubicBezTo>
                  <a:cubicBezTo>
                    <a:pt x="791012" y="114947"/>
                    <a:pt x="791012" y="114947"/>
                    <a:pt x="789555" y="114973"/>
                  </a:cubicBezTo>
                  <a:cubicBezTo>
                    <a:pt x="788651" y="114999"/>
                    <a:pt x="787747" y="115025"/>
                    <a:pt x="786816" y="115053"/>
                  </a:cubicBezTo>
                  <a:cubicBezTo>
                    <a:pt x="785978" y="115072"/>
                    <a:pt x="785140" y="115092"/>
                    <a:pt x="784277" y="115112"/>
                  </a:cubicBezTo>
                  <a:cubicBezTo>
                    <a:pt x="783640" y="115218"/>
                    <a:pt x="783004" y="115324"/>
                    <a:pt x="782348" y="115433"/>
                  </a:cubicBezTo>
                  <a:cubicBezTo>
                    <a:pt x="782102" y="116170"/>
                    <a:pt x="781857" y="116907"/>
                    <a:pt x="781604" y="117666"/>
                  </a:cubicBezTo>
                  <a:cubicBezTo>
                    <a:pt x="779811" y="117988"/>
                    <a:pt x="779811" y="117988"/>
                    <a:pt x="777462" y="118047"/>
                  </a:cubicBezTo>
                  <a:cubicBezTo>
                    <a:pt x="776625" y="118073"/>
                    <a:pt x="775788" y="118099"/>
                    <a:pt x="774925" y="118126"/>
                  </a:cubicBezTo>
                  <a:cubicBezTo>
                    <a:pt x="774044" y="118143"/>
                    <a:pt x="773163" y="118160"/>
                    <a:pt x="772255" y="118177"/>
                  </a:cubicBezTo>
                  <a:cubicBezTo>
                    <a:pt x="771372" y="118203"/>
                    <a:pt x="770488" y="118228"/>
                    <a:pt x="769577" y="118254"/>
                  </a:cubicBezTo>
                  <a:cubicBezTo>
                    <a:pt x="767385" y="118316"/>
                    <a:pt x="765193" y="118367"/>
                    <a:pt x="763000" y="118410"/>
                  </a:cubicBezTo>
                  <a:cubicBezTo>
                    <a:pt x="763000" y="119392"/>
                    <a:pt x="763000" y="120374"/>
                    <a:pt x="763000" y="121386"/>
                  </a:cubicBezTo>
                  <a:cubicBezTo>
                    <a:pt x="762512" y="121393"/>
                    <a:pt x="762024" y="121400"/>
                    <a:pt x="761521" y="121408"/>
                  </a:cubicBezTo>
                  <a:cubicBezTo>
                    <a:pt x="759316" y="121447"/>
                    <a:pt x="757112" y="121510"/>
                    <a:pt x="754908" y="121573"/>
                  </a:cubicBezTo>
                  <a:cubicBezTo>
                    <a:pt x="753755" y="121588"/>
                    <a:pt x="753755" y="121588"/>
                    <a:pt x="752579" y="121604"/>
                  </a:cubicBezTo>
                  <a:cubicBezTo>
                    <a:pt x="751845" y="121628"/>
                    <a:pt x="751112" y="121652"/>
                    <a:pt x="750356" y="121677"/>
                  </a:cubicBezTo>
                  <a:cubicBezTo>
                    <a:pt x="749678" y="121693"/>
                    <a:pt x="748999" y="121708"/>
                    <a:pt x="748301" y="121724"/>
                  </a:cubicBezTo>
                  <a:cubicBezTo>
                    <a:pt x="747749" y="121858"/>
                    <a:pt x="747198" y="121992"/>
                    <a:pt x="746629" y="122131"/>
                  </a:cubicBezTo>
                  <a:cubicBezTo>
                    <a:pt x="746118" y="123115"/>
                    <a:pt x="745622" y="124108"/>
                    <a:pt x="745141" y="125107"/>
                  </a:cubicBezTo>
                  <a:cubicBezTo>
                    <a:pt x="743698" y="125433"/>
                    <a:pt x="743698" y="125433"/>
                    <a:pt x="741955" y="125372"/>
                  </a:cubicBezTo>
                  <a:cubicBezTo>
                    <a:pt x="741329" y="125359"/>
                    <a:pt x="740702" y="125346"/>
                    <a:pt x="740057" y="125332"/>
                  </a:cubicBezTo>
                  <a:cubicBezTo>
                    <a:pt x="739074" y="125290"/>
                    <a:pt x="739074" y="125290"/>
                    <a:pt x="738071" y="125247"/>
                  </a:cubicBezTo>
                  <a:cubicBezTo>
                    <a:pt x="736777" y="125208"/>
                    <a:pt x="735483" y="125172"/>
                    <a:pt x="734188" y="125139"/>
                  </a:cubicBezTo>
                  <a:cubicBezTo>
                    <a:pt x="733325" y="125105"/>
                    <a:pt x="733325" y="125105"/>
                    <a:pt x="732445" y="125070"/>
                  </a:cubicBezTo>
                  <a:cubicBezTo>
                    <a:pt x="730940" y="125007"/>
                    <a:pt x="730940" y="125007"/>
                    <a:pt x="729514" y="125851"/>
                  </a:cubicBezTo>
                  <a:cubicBezTo>
                    <a:pt x="729268" y="126588"/>
                    <a:pt x="729023" y="127325"/>
                    <a:pt x="728770" y="128084"/>
                  </a:cubicBezTo>
                  <a:cubicBezTo>
                    <a:pt x="727331" y="128358"/>
                    <a:pt x="727331" y="128358"/>
                    <a:pt x="725468" y="128360"/>
                  </a:cubicBezTo>
                  <a:cubicBezTo>
                    <a:pt x="724802" y="128373"/>
                    <a:pt x="724136" y="128386"/>
                    <a:pt x="723450" y="128399"/>
                  </a:cubicBezTo>
                  <a:cubicBezTo>
                    <a:pt x="722036" y="128406"/>
                    <a:pt x="720621" y="128410"/>
                    <a:pt x="719206" y="128411"/>
                  </a:cubicBezTo>
                  <a:cubicBezTo>
                    <a:pt x="718541" y="128425"/>
                    <a:pt x="717875" y="128439"/>
                    <a:pt x="717189" y="128453"/>
                  </a:cubicBezTo>
                  <a:cubicBezTo>
                    <a:pt x="716267" y="128455"/>
                    <a:pt x="716267" y="128455"/>
                    <a:pt x="715326" y="128457"/>
                  </a:cubicBezTo>
                  <a:cubicBezTo>
                    <a:pt x="714851" y="128579"/>
                    <a:pt x="714376" y="128702"/>
                    <a:pt x="713887" y="128828"/>
                  </a:cubicBezTo>
                  <a:cubicBezTo>
                    <a:pt x="713633" y="129818"/>
                    <a:pt x="713384" y="130811"/>
                    <a:pt x="713143" y="131804"/>
                  </a:cubicBezTo>
                  <a:cubicBezTo>
                    <a:pt x="711772" y="132175"/>
                    <a:pt x="711772" y="132175"/>
                    <a:pt x="710003" y="132179"/>
                  </a:cubicBezTo>
                  <a:cubicBezTo>
                    <a:pt x="709371" y="132193"/>
                    <a:pt x="708739" y="132207"/>
                    <a:pt x="708088" y="132222"/>
                  </a:cubicBezTo>
                  <a:cubicBezTo>
                    <a:pt x="707091" y="132222"/>
                    <a:pt x="707091" y="132222"/>
                    <a:pt x="706073" y="132223"/>
                  </a:cubicBezTo>
                  <a:cubicBezTo>
                    <a:pt x="704763" y="132230"/>
                    <a:pt x="703453" y="132246"/>
                    <a:pt x="702143" y="132272"/>
                  </a:cubicBezTo>
                  <a:cubicBezTo>
                    <a:pt x="701268" y="132273"/>
                    <a:pt x="701268" y="132273"/>
                    <a:pt x="700375" y="132274"/>
                  </a:cubicBezTo>
                  <a:cubicBezTo>
                    <a:pt x="699922" y="132365"/>
                    <a:pt x="699470" y="132455"/>
                    <a:pt x="699004" y="132549"/>
                  </a:cubicBezTo>
                  <a:cubicBezTo>
                    <a:pt x="698759" y="133285"/>
                    <a:pt x="698513" y="134022"/>
                    <a:pt x="698260" y="134781"/>
                  </a:cubicBezTo>
                  <a:cubicBezTo>
                    <a:pt x="696123" y="135053"/>
                    <a:pt x="694125" y="135197"/>
                    <a:pt x="691981" y="135246"/>
                  </a:cubicBezTo>
                  <a:cubicBezTo>
                    <a:pt x="687927" y="135192"/>
                    <a:pt x="687927" y="135192"/>
                    <a:pt x="684121" y="136269"/>
                  </a:cubicBezTo>
                  <a:cubicBezTo>
                    <a:pt x="683876" y="137006"/>
                    <a:pt x="683630" y="137743"/>
                    <a:pt x="683377" y="138502"/>
                  </a:cubicBezTo>
                  <a:cubicBezTo>
                    <a:pt x="682075" y="138788"/>
                    <a:pt x="682075" y="138788"/>
                    <a:pt x="680401" y="138804"/>
                  </a:cubicBezTo>
                  <a:cubicBezTo>
                    <a:pt x="679802" y="138820"/>
                    <a:pt x="679203" y="138837"/>
                    <a:pt x="678587" y="138853"/>
                  </a:cubicBezTo>
                  <a:cubicBezTo>
                    <a:pt x="677316" y="138867"/>
                    <a:pt x="676044" y="138881"/>
                    <a:pt x="674773" y="138894"/>
                  </a:cubicBezTo>
                  <a:cubicBezTo>
                    <a:pt x="674174" y="138910"/>
                    <a:pt x="673576" y="138927"/>
                    <a:pt x="672959" y="138944"/>
                  </a:cubicBezTo>
                  <a:cubicBezTo>
                    <a:pt x="672407" y="138949"/>
                    <a:pt x="671854" y="138954"/>
                    <a:pt x="671285" y="138960"/>
                  </a:cubicBezTo>
                  <a:cubicBezTo>
                    <a:pt x="670855" y="139054"/>
                    <a:pt x="670425" y="139149"/>
                    <a:pt x="669983" y="139246"/>
                  </a:cubicBezTo>
                  <a:cubicBezTo>
                    <a:pt x="669737" y="139983"/>
                    <a:pt x="669491" y="140719"/>
                    <a:pt x="669238" y="141478"/>
                  </a:cubicBezTo>
                  <a:cubicBezTo>
                    <a:pt x="667154" y="141833"/>
                    <a:pt x="667154" y="141833"/>
                    <a:pt x="664541" y="141943"/>
                  </a:cubicBezTo>
                  <a:cubicBezTo>
                    <a:pt x="660482" y="142010"/>
                    <a:pt x="660482" y="142010"/>
                    <a:pt x="656588" y="142967"/>
                  </a:cubicBezTo>
                  <a:cubicBezTo>
                    <a:pt x="656343" y="143703"/>
                    <a:pt x="656097" y="144440"/>
                    <a:pt x="655844" y="145199"/>
                  </a:cubicBezTo>
                  <a:cubicBezTo>
                    <a:pt x="653453" y="145467"/>
                    <a:pt x="651146" y="145524"/>
                    <a:pt x="648744" y="145526"/>
                  </a:cubicBezTo>
                  <a:cubicBezTo>
                    <a:pt x="647059" y="145544"/>
                    <a:pt x="647059" y="145544"/>
                    <a:pt x="644682" y="145943"/>
                  </a:cubicBezTo>
                  <a:cubicBezTo>
                    <a:pt x="644445" y="146439"/>
                    <a:pt x="644208" y="146935"/>
                    <a:pt x="643964" y="147446"/>
                  </a:cubicBezTo>
                  <a:cubicBezTo>
                    <a:pt x="643710" y="147932"/>
                    <a:pt x="643455" y="148419"/>
                    <a:pt x="643194" y="148920"/>
                  </a:cubicBezTo>
                  <a:cubicBezTo>
                    <a:pt x="641076" y="149144"/>
                    <a:pt x="639253" y="149200"/>
                    <a:pt x="637147" y="149106"/>
                  </a:cubicBezTo>
                  <a:cubicBezTo>
                    <a:pt x="636586" y="149092"/>
                    <a:pt x="636025" y="149079"/>
                    <a:pt x="635447" y="149065"/>
                  </a:cubicBezTo>
                  <a:cubicBezTo>
                    <a:pt x="634060" y="149030"/>
                    <a:pt x="632674" y="148977"/>
                    <a:pt x="631287" y="148920"/>
                  </a:cubicBezTo>
                  <a:cubicBezTo>
                    <a:pt x="631287" y="149902"/>
                    <a:pt x="631287" y="150884"/>
                    <a:pt x="631287" y="151896"/>
                  </a:cubicBezTo>
                  <a:cubicBezTo>
                    <a:pt x="630553" y="151941"/>
                    <a:pt x="629818" y="151986"/>
                    <a:pt x="629061" y="152033"/>
                  </a:cubicBezTo>
                  <a:cubicBezTo>
                    <a:pt x="628107" y="152095"/>
                    <a:pt x="627154" y="152158"/>
                    <a:pt x="626171" y="152222"/>
                  </a:cubicBezTo>
                  <a:cubicBezTo>
                    <a:pt x="624747" y="152312"/>
                    <a:pt x="624747" y="152312"/>
                    <a:pt x="623294" y="152405"/>
                  </a:cubicBezTo>
                  <a:cubicBezTo>
                    <a:pt x="620956" y="152486"/>
                    <a:pt x="620956" y="152486"/>
                    <a:pt x="619381" y="153385"/>
                  </a:cubicBezTo>
                  <a:cubicBezTo>
                    <a:pt x="619381" y="154121"/>
                    <a:pt x="619381" y="154858"/>
                    <a:pt x="619381" y="155617"/>
                  </a:cubicBezTo>
                  <a:cubicBezTo>
                    <a:pt x="618593" y="155645"/>
                    <a:pt x="617804" y="155673"/>
                    <a:pt x="616992" y="155701"/>
                  </a:cubicBezTo>
                  <a:cubicBezTo>
                    <a:pt x="615959" y="155750"/>
                    <a:pt x="614926" y="155800"/>
                    <a:pt x="613893" y="155849"/>
                  </a:cubicBezTo>
                  <a:cubicBezTo>
                    <a:pt x="613373" y="155866"/>
                    <a:pt x="612853" y="155883"/>
                    <a:pt x="612318" y="155900"/>
                  </a:cubicBezTo>
                  <a:cubicBezTo>
                    <a:pt x="610620" y="155967"/>
                    <a:pt x="610620" y="155967"/>
                    <a:pt x="608219" y="156361"/>
                  </a:cubicBezTo>
                  <a:cubicBezTo>
                    <a:pt x="607728" y="157098"/>
                    <a:pt x="607237" y="157834"/>
                    <a:pt x="606731" y="158593"/>
                  </a:cubicBezTo>
                  <a:cubicBezTo>
                    <a:pt x="604789" y="158879"/>
                    <a:pt x="603006" y="159042"/>
                    <a:pt x="601057" y="159105"/>
                  </a:cubicBezTo>
                  <a:cubicBezTo>
                    <a:pt x="600531" y="159131"/>
                    <a:pt x="600005" y="159156"/>
                    <a:pt x="599464" y="159182"/>
                  </a:cubicBezTo>
                  <a:cubicBezTo>
                    <a:pt x="598166" y="159244"/>
                    <a:pt x="596867" y="159292"/>
                    <a:pt x="595569" y="159338"/>
                  </a:cubicBezTo>
                  <a:cubicBezTo>
                    <a:pt x="595569" y="160320"/>
                    <a:pt x="595569" y="161302"/>
                    <a:pt x="595569" y="162314"/>
                  </a:cubicBezTo>
                  <a:cubicBezTo>
                    <a:pt x="594453" y="162343"/>
                    <a:pt x="594453" y="162343"/>
                    <a:pt x="593316" y="162372"/>
                  </a:cubicBezTo>
                  <a:cubicBezTo>
                    <a:pt x="592356" y="162415"/>
                    <a:pt x="591395" y="162457"/>
                    <a:pt x="590406" y="162500"/>
                  </a:cubicBezTo>
                  <a:cubicBezTo>
                    <a:pt x="589448" y="162535"/>
                    <a:pt x="588490" y="162569"/>
                    <a:pt x="587502" y="162605"/>
                  </a:cubicBezTo>
                  <a:cubicBezTo>
                    <a:pt x="586726" y="162755"/>
                    <a:pt x="585950" y="162904"/>
                    <a:pt x="585151" y="163058"/>
                  </a:cubicBezTo>
                  <a:cubicBezTo>
                    <a:pt x="584888" y="164047"/>
                    <a:pt x="584639" y="165039"/>
                    <a:pt x="584406" y="166035"/>
                  </a:cubicBezTo>
                  <a:cubicBezTo>
                    <a:pt x="582244" y="166410"/>
                    <a:pt x="582244" y="166410"/>
                    <a:pt x="579570" y="166453"/>
                  </a:cubicBezTo>
                  <a:cubicBezTo>
                    <a:pt x="576974" y="166453"/>
                    <a:pt x="576974" y="166453"/>
                    <a:pt x="574733" y="166779"/>
                  </a:cubicBezTo>
                  <a:cubicBezTo>
                    <a:pt x="574487" y="167516"/>
                    <a:pt x="574241" y="168252"/>
                    <a:pt x="573988" y="169011"/>
                  </a:cubicBezTo>
                  <a:cubicBezTo>
                    <a:pt x="571637" y="169392"/>
                    <a:pt x="571637" y="169392"/>
                    <a:pt x="568733" y="169523"/>
                  </a:cubicBezTo>
                  <a:cubicBezTo>
                    <a:pt x="567773" y="169572"/>
                    <a:pt x="566813" y="169621"/>
                    <a:pt x="565823" y="169671"/>
                  </a:cubicBezTo>
                  <a:cubicBezTo>
                    <a:pt x="564708" y="169713"/>
                    <a:pt x="564708" y="169713"/>
                    <a:pt x="563571" y="169756"/>
                  </a:cubicBezTo>
                  <a:cubicBezTo>
                    <a:pt x="563571" y="170738"/>
                    <a:pt x="563571" y="171720"/>
                    <a:pt x="563571" y="172732"/>
                  </a:cubicBezTo>
                  <a:cubicBezTo>
                    <a:pt x="562881" y="172760"/>
                    <a:pt x="562191" y="172788"/>
                    <a:pt x="561481" y="172816"/>
                  </a:cubicBezTo>
                  <a:cubicBezTo>
                    <a:pt x="560589" y="172865"/>
                    <a:pt x="559698" y="172914"/>
                    <a:pt x="558780" y="172965"/>
                  </a:cubicBezTo>
                  <a:cubicBezTo>
                    <a:pt x="557446" y="173029"/>
                    <a:pt x="557446" y="173029"/>
                    <a:pt x="556086" y="173096"/>
                  </a:cubicBezTo>
                  <a:cubicBezTo>
                    <a:pt x="555363" y="173221"/>
                    <a:pt x="554641" y="173347"/>
                    <a:pt x="553897" y="173476"/>
                  </a:cubicBezTo>
                  <a:cubicBezTo>
                    <a:pt x="553651" y="174213"/>
                    <a:pt x="553406" y="174950"/>
                    <a:pt x="553153" y="175709"/>
                  </a:cubicBezTo>
                  <a:cubicBezTo>
                    <a:pt x="550964" y="176090"/>
                    <a:pt x="550964" y="176090"/>
                    <a:pt x="548269" y="176220"/>
                  </a:cubicBezTo>
                  <a:cubicBezTo>
                    <a:pt x="547378" y="176269"/>
                    <a:pt x="546487" y="176318"/>
                    <a:pt x="545569" y="176369"/>
                  </a:cubicBezTo>
                  <a:cubicBezTo>
                    <a:pt x="544879" y="176396"/>
                    <a:pt x="544189" y="176424"/>
                    <a:pt x="543479" y="176453"/>
                  </a:cubicBezTo>
                  <a:cubicBezTo>
                    <a:pt x="543479" y="177435"/>
                    <a:pt x="543479" y="178417"/>
                    <a:pt x="543479" y="179429"/>
                  </a:cubicBezTo>
                  <a:cubicBezTo>
                    <a:pt x="542538" y="179458"/>
                    <a:pt x="542538" y="179458"/>
                    <a:pt x="541578" y="179488"/>
                  </a:cubicBezTo>
                  <a:cubicBezTo>
                    <a:pt x="540762" y="179530"/>
                    <a:pt x="539947" y="179572"/>
                    <a:pt x="539107" y="179615"/>
                  </a:cubicBezTo>
                  <a:cubicBezTo>
                    <a:pt x="538295" y="179650"/>
                    <a:pt x="537484" y="179685"/>
                    <a:pt x="536648" y="179720"/>
                  </a:cubicBezTo>
                  <a:cubicBezTo>
                    <a:pt x="535955" y="179870"/>
                    <a:pt x="535263" y="180019"/>
                    <a:pt x="534549" y="180174"/>
                  </a:cubicBezTo>
                  <a:cubicBezTo>
                    <a:pt x="534303" y="180672"/>
                    <a:pt x="534058" y="181171"/>
                    <a:pt x="533805" y="181685"/>
                  </a:cubicBezTo>
                  <a:cubicBezTo>
                    <a:pt x="533559" y="182169"/>
                    <a:pt x="533314" y="182652"/>
                    <a:pt x="533061" y="183150"/>
                  </a:cubicBezTo>
                  <a:cubicBezTo>
                    <a:pt x="530962" y="183441"/>
                    <a:pt x="530962" y="183441"/>
                    <a:pt x="528503" y="183336"/>
                  </a:cubicBezTo>
                  <a:cubicBezTo>
                    <a:pt x="527688" y="183309"/>
                    <a:pt x="526872" y="183282"/>
                    <a:pt x="526032" y="183255"/>
                  </a:cubicBezTo>
                  <a:cubicBezTo>
                    <a:pt x="525405" y="183220"/>
                    <a:pt x="524777" y="183186"/>
                    <a:pt x="524131" y="183150"/>
                  </a:cubicBezTo>
                  <a:cubicBezTo>
                    <a:pt x="524131" y="184132"/>
                    <a:pt x="524131" y="185115"/>
                    <a:pt x="524131" y="186127"/>
                  </a:cubicBezTo>
                  <a:cubicBezTo>
                    <a:pt x="523177" y="186155"/>
                    <a:pt x="523177" y="186155"/>
                    <a:pt x="522204" y="186185"/>
                  </a:cubicBezTo>
                  <a:cubicBezTo>
                    <a:pt x="521382" y="186227"/>
                    <a:pt x="520560" y="186269"/>
                    <a:pt x="519713" y="186313"/>
                  </a:cubicBezTo>
                  <a:cubicBezTo>
                    <a:pt x="518893" y="186347"/>
                    <a:pt x="518072" y="186382"/>
                    <a:pt x="517227" y="186417"/>
                  </a:cubicBezTo>
                  <a:cubicBezTo>
                    <a:pt x="516559" y="186567"/>
                    <a:pt x="515890" y="186717"/>
                    <a:pt x="515201" y="186871"/>
                  </a:cubicBezTo>
                  <a:cubicBezTo>
                    <a:pt x="514938" y="187859"/>
                    <a:pt x="514690" y="188852"/>
                    <a:pt x="514457" y="189847"/>
                  </a:cubicBezTo>
                  <a:cubicBezTo>
                    <a:pt x="512620" y="190222"/>
                    <a:pt x="512620" y="190222"/>
                    <a:pt x="510364" y="190266"/>
                  </a:cubicBezTo>
                  <a:cubicBezTo>
                    <a:pt x="508171" y="190266"/>
                    <a:pt x="508171" y="190266"/>
                    <a:pt x="506272" y="190592"/>
                  </a:cubicBezTo>
                  <a:cubicBezTo>
                    <a:pt x="506026" y="191328"/>
                    <a:pt x="505781" y="192065"/>
                    <a:pt x="505528" y="192824"/>
                  </a:cubicBezTo>
                  <a:cubicBezTo>
                    <a:pt x="503501" y="193205"/>
                    <a:pt x="503501" y="193205"/>
                    <a:pt x="501016" y="193336"/>
                  </a:cubicBezTo>
                  <a:cubicBezTo>
                    <a:pt x="500194" y="193384"/>
                    <a:pt x="499372" y="193433"/>
                    <a:pt x="498525" y="193484"/>
                  </a:cubicBezTo>
                  <a:cubicBezTo>
                    <a:pt x="497889" y="193512"/>
                    <a:pt x="497253" y="193539"/>
                    <a:pt x="496598" y="193568"/>
                  </a:cubicBezTo>
                  <a:cubicBezTo>
                    <a:pt x="496598" y="194550"/>
                    <a:pt x="496598" y="195533"/>
                    <a:pt x="496598" y="196545"/>
                  </a:cubicBezTo>
                  <a:cubicBezTo>
                    <a:pt x="495962" y="196564"/>
                    <a:pt x="495326" y="196583"/>
                    <a:pt x="494671" y="196603"/>
                  </a:cubicBezTo>
                  <a:cubicBezTo>
                    <a:pt x="493849" y="196645"/>
                    <a:pt x="493026" y="196687"/>
                    <a:pt x="492180" y="196731"/>
                  </a:cubicBezTo>
                  <a:cubicBezTo>
                    <a:pt x="491359" y="196765"/>
                    <a:pt x="490539" y="196800"/>
                    <a:pt x="489694" y="196835"/>
                  </a:cubicBezTo>
                  <a:cubicBezTo>
                    <a:pt x="489026" y="196985"/>
                    <a:pt x="488357" y="197135"/>
                    <a:pt x="487668" y="197289"/>
                  </a:cubicBezTo>
                  <a:cubicBezTo>
                    <a:pt x="487391" y="198273"/>
                    <a:pt x="487142" y="199266"/>
                    <a:pt x="486924" y="200265"/>
                  </a:cubicBezTo>
                  <a:cubicBezTo>
                    <a:pt x="485250" y="200640"/>
                    <a:pt x="485250" y="200640"/>
                    <a:pt x="483203" y="200684"/>
                  </a:cubicBezTo>
                  <a:cubicBezTo>
                    <a:pt x="481211" y="200685"/>
                    <a:pt x="481211" y="200685"/>
                    <a:pt x="479483" y="201010"/>
                  </a:cubicBezTo>
                  <a:cubicBezTo>
                    <a:pt x="479237" y="201746"/>
                    <a:pt x="478991" y="202483"/>
                    <a:pt x="478738" y="203242"/>
                  </a:cubicBezTo>
                  <a:cubicBezTo>
                    <a:pt x="476875" y="203623"/>
                    <a:pt x="476875" y="203623"/>
                    <a:pt x="474599" y="203754"/>
                  </a:cubicBezTo>
                  <a:cubicBezTo>
                    <a:pt x="473846" y="203802"/>
                    <a:pt x="473093" y="203851"/>
                    <a:pt x="472317" y="203902"/>
                  </a:cubicBezTo>
                  <a:cubicBezTo>
                    <a:pt x="471735" y="203930"/>
                    <a:pt x="471153" y="203957"/>
                    <a:pt x="470553" y="203986"/>
                  </a:cubicBezTo>
                  <a:cubicBezTo>
                    <a:pt x="470553" y="204968"/>
                    <a:pt x="470553" y="205951"/>
                    <a:pt x="470553" y="206963"/>
                  </a:cubicBezTo>
                  <a:cubicBezTo>
                    <a:pt x="469971" y="206990"/>
                    <a:pt x="469388" y="207018"/>
                    <a:pt x="468788" y="207047"/>
                  </a:cubicBezTo>
                  <a:cubicBezTo>
                    <a:pt x="468035" y="207096"/>
                    <a:pt x="467282" y="207145"/>
                    <a:pt x="466507" y="207195"/>
                  </a:cubicBezTo>
                  <a:cubicBezTo>
                    <a:pt x="465756" y="207238"/>
                    <a:pt x="465004" y="207282"/>
                    <a:pt x="464231" y="207326"/>
                  </a:cubicBezTo>
                  <a:cubicBezTo>
                    <a:pt x="463616" y="207452"/>
                    <a:pt x="463001" y="207577"/>
                    <a:pt x="462367" y="207707"/>
                  </a:cubicBezTo>
                  <a:cubicBezTo>
                    <a:pt x="462122" y="208443"/>
                    <a:pt x="461876" y="209180"/>
                    <a:pt x="461623" y="209939"/>
                  </a:cubicBezTo>
                  <a:cubicBezTo>
                    <a:pt x="459689" y="210258"/>
                    <a:pt x="457814" y="210267"/>
                    <a:pt x="455856" y="210308"/>
                  </a:cubicBezTo>
                  <a:cubicBezTo>
                    <a:pt x="455304" y="210432"/>
                    <a:pt x="454751" y="210556"/>
                    <a:pt x="454182" y="210683"/>
                  </a:cubicBezTo>
                  <a:cubicBezTo>
                    <a:pt x="453932" y="211675"/>
                    <a:pt x="453684" y="212667"/>
                    <a:pt x="453438" y="213660"/>
                  </a:cubicBezTo>
                  <a:cubicBezTo>
                    <a:pt x="451790" y="214009"/>
                    <a:pt x="451790" y="214009"/>
                    <a:pt x="449763" y="214032"/>
                  </a:cubicBezTo>
                  <a:cubicBezTo>
                    <a:pt x="447777" y="213993"/>
                    <a:pt x="447777" y="213993"/>
                    <a:pt x="445996" y="214404"/>
                  </a:cubicBezTo>
                  <a:cubicBezTo>
                    <a:pt x="445752" y="214899"/>
                    <a:pt x="445507" y="215394"/>
                    <a:pt x="445255" y="215904"/>
                  </a:cubicBezTo>
                  <a:cubicBezTo>
                    <a:pt x="445009" y="216391"/>
                    <a:pt x="444762" y="216879"/>
                    <a:pt x="444508" y="217381"/>
                  </a:cubicBezTo>
                  <a:cubicBezTo>
                    <a:pt x="442735" y="217671"/>
                    <a:pt x="442735" y="217671"/>
                    <a:pt x="440694" y="217567"/>
                  </a:cubicBezTo>
                  <a:cubicBezTo>
                    <a:pt x="440017" y="217540"/>
                    <a:pt x="439340" y="217513"/>
                    <a:pt x="438642" y="217485"/>
                  </a:cubicBezTo>
                  <a:cubicBezTo>
                    <a:pt x="438122" y="217451"/>
                    <a:pt x="437602" y="217416"/>
                    <a:pt x="437067" y="217381"/>
                  </a:cubicBezTo>
                  <a:cubicBezTo>
                    <a:pt x="437067" y="218363"/>
                    <a:pt x="437067" y="219345"/>
                    <a:pt x="437067" y="220357"/>
                  </a:cubicBezTo>
                  <a:cubicBezTo>
                    <a:pt x="436538" y="220376"/>
                    <a:pt x="436010" y="220396"/>
                    <a:pt x="435465" y="220415"/>
                  </a:cubicBezTo>
                  <a:cubicBezTo>
                    <a:pt x="434781" y="220458"/>
                    <a:pt x="434097" y="220500"/>
                    <a:pt x="433392" y="220543"/>
                  </a:cubicBezTo>
                  <a:cubicBezTo>
                    <a:pt x="432710" y="220578"/>
                    <a:pt x="432028" y="220612"/>
                    <a:pt x="431326" y="220648"/>
                  </a:cubicBezTo>
                  <a:cubicBezTo>
                    <a:pt x="430765" y="220797"/>
                    <a:pt x="430203" y="220947"/>
                    <a:pt x="429625" y="221101"/>
                  </a:cubicBezTo>
                  <a:cubicBezTo>
                    <a:pt x="429362" y="222090"/>
                    <a:pt x="429114" y="223082"/>
                    <a:pt x="428881" y="224078"/>
                  </a:cubicBezTo>
                  <a:cubicBezTo>
                    <a:pt x="427370" y="224453"/>
                    <a:pt x="427370" y="224453"/>
                    <a:pt x="425532" y="224496"/>
                  </a:cubicBezTo>
                  <a:cubicBezTo>
                    <a:pt x="423741" y="224498"/>
                    <a:pt x="423741" y="224498"/>
                    <a:pt x="422184" y="224822"/>
                  </a:cubicBezTo>
                  <a:cubicBezTo>
                    <a:pt x="421938" y="225559"/>
                    <a:pt x="421693" y="226295"/>
                    <a:pt x="421440" y="227054"/>
                  </a:cubicBezTo>
                  <a:cubicBezTo>
                    <a:pt x="419576" y="227435"/>
                    <a:pt x="419576" y="227435"/>
                    <a:pt x="417300" y="227566"/>
                  </a:cubicBezTo>
                  <a:cubicBezTo>
                    <a:pt x="416547" y="227615"/>
                    <a:pt x="415794" y="227664"/>
                    <a:pt x="415019" y="227714"/>
                  </a:cubicBezTo>
                  <a:cubicBezTo>
                    <a:pt x="414436" y="227742"/>
                    <a:pt x="413854" y="227770"/>
                    <a:pt x="413254" y="227799"/>
                  </a:cubicBezTo>
                  <a:cubicBezTo>
                    <a:pt x="413254" y="228781"/>
                    <a:pt x="413254" y="229763"/>
                    <a:pt x="413254" y="230775"/>
                  </a:cubicBezTo>
                  <a:cubicBezTo>
                    <a:pt x="412779" y="230803"/>
                    <a:pt x="412304" y="230831"/>
                    <a:pt x="411815" y="230859"/>
                  </a:cubicBezTo>
                  <a:cubicBezTo>
                    <a:pt x="411200" y="230908"/>
                    <a:pt x="410585" y="230957"/>
                    <a:pt x="409952" y="231008"/>
                  </a:cubicBezTo>
                  <a:cubicBezTo>
                    <a:pt x="409339" y="231051"/>
                    <a:pt x="408726" y="231094"/>
                    <a:pt x="408095" y="231138"/>
                  </a:cubicBezTo>
                  <a:cubicBezTo>
                    <a:pt x="407587" y="231264"/>
                    <a:pt x="407080" y="231390"/>
                    <a:pt x="406557" y="231519"/>
                  </a:cubicBezTo>
                  <a:cubicBezTo>
                    <a:pt x="406311" y="232256"/>
                    <a:pt x="406066" y="232993"/>
                    <a:pt x="405813" y="233752"/>
                  </a:cubicBezTo>
                  <a:cubicBezTo>
                    <a:pt x="403949" y="234132"/>
                    <a:pt x="403949" y="234132"/>
                    <a:pt x="401673" y="234263"/>
                  </a:cubicBezTo>
                  <a:cubicBezTo>
                    <a:pt x="400920" y="234312"/>
                    <a:pt x="400167" y="234361"/>
                    <a:pt x="399392" y="234412"/>
                  </a:cubicBezTo>
                  <a:cubicBezTo>
                    <a:pt x="398809" y="234439"/>
                    <a:pt x="398227" y="234467"/>
                    <a:pt x="397627" y="234496"/>
                  </a:cubicBezTo>
                  <a:cubicBezTo>
                    <a:pt x="397627" y="235478"/>
                    <a:pt x="397627" y="236460"/>
                    <a:pt x="397627" y="237472"/>
                  </a:cubicBezTo>
                  <a:cubicBezTo>
                    <a:pt x="397161" y="237492"/>
                    <a:pt x="396695" y="237511"/>
                    <a:pt x="396214" y="237531"/>
                  </a:cubicBezTo>
                  <a:cubicBezTo>
                    <a:pt x="395606" y="237573"/>
                    <a:pt x="394998" y="237615"/>
                    <a:pt x="394372" y="237658"/>
                  </a:cubicBezTo>
                  <a:cubicBezTo>
                    <a:pt x="393767" y="237693"/>
                    <a:pt x="393163" y="237727"/>
                    <a:pt x="392540" y="237763"/>
                  </a:cubicBezTo>
                  <a:cubicBezTo>
                    <a:pt x="392009" y="237913"/>
                    <a:pt x="391477" y="238062"/>
                    <a:pt x="390930" y="238217"/>
                  </a:cubicBezTo>
                  <a:cubicBezTo>
                    <a:pt x="390684" y="238715"/>
                    <a:pt x="390439" y="239214"/>
                    <a:pt x="390186" y="239728"/>
                  </a:cubicBezTo>
                  <a:cubicBezTo>
                    <a:pt x="389940" y="240212"/>
                    <a:pt x="389695" y="240695"/>
                    <a:pt x="389442" y="241193"/>
                  </a:cubicBezTo>
                  <a:cubicBezTo>
                    <a:pt x="387831" y="241484"/>
                    <a:pt x="387831" y="241484"/>
                    <a:pt x="386000" y="241379"/>
                  </a:cubicBezTo>
                  <a:cubicBezTo>
                    <a:pt x="385392" y="241352"/>
                    <a:pt x="384784" y="241325"/>
                    <a:pt x="384157" y="241298"/>
                  </a:cubicBezTo>
                  <a:cubicBezTo>
                    <a:pt x="383691" y="241263"/>
                    <a:pt x="383225" y="241229"/>
                    <a:pt x="382744" y="241193"/>
                  </a:cubicBezTo>
                  <a:cubicBezTo>
                    <a:pt x="382744" y="242175"/>
                    <a:pt x="382744" y="243158"/>
                    <a:pt x="382744" y="244170"/>
                  </a:cubicBezTo>
                  <a:cubicBezTo>
                    <a:pt x="382269" y="244189"/>
                    <a:pt x="381795" y="244208"/>
                    <a:pt x="381305" y="244228"/>
                  </a:cubicBezTo>
                  <a:cubicBezTo>
                    <a:pt x="380691" y="244270"/>
                    <a:pt x="380076" y="244312"/>
                    <a:pt x="379442" y="244356"/>
                  </a:cubicBezTo>
                  <a:cubicBezTo>
                    <a:pt x="378829" y="244390"/>
                    <a:pt x="378216" y="244425"/>
                    <a:pt x="377585" y="244460"/>
                  </a:cubicBezTo>
                  <a:cubicBezTo>
                    <a:pt x="377077" y="244610"/>
                    <a:pt x="376570" y="244760"/>
                    <a:pt x="376047" y="244914"/>
                  </a:cubicBezTo>
                  <a:cubicBezTo>
                    <a:pt x="375797" y="245905"/>
                    <a:pt x="375549" y="246898"/>
                    <a:pt x="375303" y="247890"/>
                  </a:cubicBezTo>
                  <a:cubicBezTo>
                    <a:pt x="373818" y="248265"/>
                    <a:pt x="373818" y="248265"/>
                    <a:pt x="372001" y="248309"/>
                  </a:cubicBezTo>
                  <a:cubicBezTo>
                    <a:pt x="370219" y="248314"/>
                    <a:pt x="370219" y="248314"/>
                    <a:pt x="368606" y="248634"/>
                  </a:cubicBezTo>
                  <a:cubicBezTo>
                    <a:pt x="368115" y="249371"/>
                    <a:pt x="367623" y="250108"/>
                    <a:pt x="367117" y="250867"/>
                  </a:cubicBezTo>
                  <a:cubicBezTo>
                    <a:pt x="365388" y="251375"/>
                    <a:pt x="363686" y="251617"/>
                    <a:pt x="361905" y="251890"/>
                  </a:cubicBezTo>
                  <a:cubicBezTo>
                    <a:pt x="361170" y="252120"/>
                    <a:pt x="361170" y="252120"/>
                    <a:pt x="360420" y="252355"/>
                  </a:cubicBezTo>
                  <a:cubicBezTo>
                    <a:pt x="360175" y="253092"/>
                    <a:pt x="359929" y="253829"/>
                    <a:pt x="359676" y="254588"/>
                  </a:cubicBezTo>
                  <a:cubicBezTo>
                    <a:pt x="358164" y="254675"/>
                    <a:pt x="358164" y="254675"/>
                    <a:pt x="356327" y="254495"/>
                  </a:cubicBezTo>
                  <a:cubicBezTo>
                    <a:pt x="354528" y="254378"/>
                    <a:pt x="354528" y="254378"/>
                    <a:pt x="352979" y="254588"/>
                  </a:cubicBezTo>
                  <a:cubicBezTo>
                    <a:pt x="352694" y="255820"/>
                    <a:pt x="352447" y="257062"/>
                    <a:pt x="352235" y="258308"/>
                  </a:cubicBezTo>
                  <a:cubicBezTo>
                    <a:pt x="350677" y="258702"/>
                    <a:pt x="349235" y="258774"/>
                    <a:pt x="347630" y="258802"/>
                  </a:cubicBezTo>
                  <a:cubicBezTo>
                    <a:pt x="347185" y="258885"/>
                    <a:pt x="346740" y="258967"/>
                    <a:pt x="346281" y="259052"/>
                  </a:cubicBezTo>
                  <a:cubicBezTo>
                    <a:pt x="346036" y="259789"/>
                    <a:pt x="345790" y="260526"/>
                    <a:pt x="345537" y="261285"/>
                  </a:cubicBezTo>
                  <a:cubicBezTo>
                    <a:pt x="343988" y="261602"/>
                    <a:pt x="342512" y="261612"/>
                    <a:pt x="340933" y="261654"/>
                  </a:cubicBezTo>
                  <a:cubicBezTo>
                    <a:pt x="340488" y="261778"/>
                    <a:pt x="340043" y="261902"/>
                    <a:pt x="339584" y="262029"/>
                  </a:cubicBezTo>
                  <a:cubicBezTo>
                    <a:pt x="339469" y="262520"/>
                    <a:pt x="339354" y="263011"/>
                    <a:pt x="339235" y="263517"/>
                  </a:cubicBezTo>
                  <a:cubicBezTo>
                    <a:pt x="339105" y="264008"/>
                    <a:pt x="338974" y="264500"/>
                    <a:pt x="338840" y="265006"/>
                  </a:cubicBezTo>
                  <a:cubicBezTo>
                    <a:pt x="337328" y="265381"/>
                    <a:pt x="337328" y="265381"/>
                    <a:pt x="335491" y="265424"/>
                  </a:cubicBezTo>
                  <a:cubicBezTo>
                    <a:pt x="333700" y="265425"/>
                    <a:pt x="333700" y="265425"/>
                    <a:pt x="332143" y="265750"/>
                  </a:cubicBezTo>
                  <a:cubicBezTo>
                    <a:pt x="331897" y="266486"/>
                    <a:pt x="331652" y="267223"/>
                    <a:pt x="331399" y="267982"/>
                  </a:cubicBezTo>
                  <a:cubicBezTo>
                    <a:pt x="329698" y="268363"/>
                    <a:pt x="329698" y="268363"/>
                    <a:pt x="327631" y="268494"/>
                  </a:cubicBezTo>
                  <a:cubicBezTo>
                    <a:pt x="326947" y="268543"/>
                    <a:pt x="326264" y="268592"/>
                    <a:pt x="325559" y="268642"/>
                  </a:cubicBezTo>
                  <a:cubicBezTo>
                    <a:pt x="325030" y="268670"/>
                    <a:pt x="324502" y="268698"/>
                    <a:pt x="323957" y="268726"/>
                  </a:cubicBezTo>
                  <a:cubicBezTo>
                    <a:pt x="323957" y="269709"/>
                    <a:pt x="323957" y="270691"/>
                    <a:pt x="323957" y="271703"/>
                  </a:cubicBezTo>
                  <a:cubicBezTo>
                    <a:pt x="323482" y="271660"/>
                    <a:pt x="323008" y="271617"/>
                    <a:pt x="322518" y="271572"/>
                  </a:cubicBezTo>
                  <a:cubicBezTo>
                    <a:pt x="320707" y="271473"/>
                    <a:pt x="319053" y="271414"/>
                    <a:pt x="317260" y="271703"/>
                  </a:cubicBezTo>
                  <a:cubicBezTo>
                    <a:pt x="316976" y="272935"/>
                    <a:pt x="316729" y="274177"/>
                    <a:pt x="316516" y="275424"/>
                  </a:cubicBezTo>
                  <a:cubicBezTo>
                    <a:pt x="314958" y="275817"/>
                    <a:pt x="313516" y="275889"/>
                    <a:pt x="311911" y="275918"/>
                  </a:cubicBezTo>
                  <a:cubicBezTo>
                    <a:pt x="311466" y="276000"/>
                    <a:pt x="311021" y="276083"/>
                    <a:pt x="310563" y="276168"/>
                  </a:cubicBezTo>
                  <a:cubicBezTo>
                    <a:pt x="310317" y="276904"/>
                    <a:pt x="310072" y="277641"/>
                    <a:pt x="309819" y="278400"/>
                  </a:cubicBezTo>
                  <a:cubicBezTo>
                    <a:pt x="308269" y="278717"/>
                    <a:pt x="306793" y="278727"/>
                    <a:pt x="305214" y="278769"/>
                  </a:cubicBezTo>
                  <a:cubicBezTo>
                    <a:pt x="304769" y="278893"/>
                    <a:pt x="304324" y="279017"/>
                    <a:pt x="303865" y="279144"/>
                  </a:cubicBezTo>
                  <a:cubicBezTo>
                    <a:pt x="303750" y="279635"/>
                    <a:pt x="303635" y="280127"/>
                    <a:pt x="303517" y="280633"/>
                  </a:cubicBezTo>
                  <a:cubicBezTo>
                    <a:pt x="303386" y="281124"/>
                    <a:pt x="303256" y="281615"/>
                    <a:pt x="303121" y="282121"/>
                  </a:cubicBezTo>
                  <a:cubicBezTo>
                    <a:pt x="301610" y="282496"/>
                    <a:pt x="301610" y="282496"/>
                    <a:pt x="299773" y="282539"/>
                  </a:cubicBezTo>
                  <a:cubicBezTo>
                    <a:pt x="297981" y="282541"/>
                    <a:pt x="297981" y="282541"/>
                    <a:pt x="296424" y="282865"/>
                  </a:cubicBezTo>
                  <a:cubicBezTo>
                    <a:pt x="296178" y="283602"/>
                    <a:pt x="295933" y="284338"/>
                    <a:pt x="295680" y="285097"/>
                  </a:cubicBezTo>
                  <a:cubicBezTo>
                    <a:pt x="294820" y="285205"/>
                    <a:pt x="293961" y="285312"/>
                    <a:pt x="293075" y="285423"/>
                  </a:cubicBezTo>
                  <a:cubicBezTo>
                    <a:pt x="292216" y="285561"/>
                    <a:pt x="291356" y="285699"/>
                    <a:pt x="290471" y="285842"/>
                  </a:cubicBezTo>
                  <a:cubicBezTo>
                    <a:pt x="290372" y="286337"/>
                    <a:pt x="290273" y="286833"/>
                    <a:pt x="290171" y="287344"/>
                  </a:cubicBezTo>
                  <a:cubicBezTo>
                    <a:pt x="290025" y="287831"/>
                    <a:pt x="289878" y="288317"/>
                    <a:pt x="289727" y="288818"/>
                  </a:cubicBezTo>
                  <a:cubicBezTo>
                    <a:pt x="288026" y="289109"/>
                    <a:pt x="288026" y="289109"/>
                    <a:pt x="285960" y="289004"/>
                  </a:cubicBezTo>
                  <a:cubicBezTo>
                    <a:pt x="285276" y="288977"/>
                    <a:pt x="284592" y="288950"/>
                    <a:pt x="283887" y="288923"/>
                  </a:cubicBezTo>
                  <a:cubicBezTo>
                    <a:pt x="283358" y="288888"/>
                    <a:pt x="282830" y="288854"/>
                    <a:pt x="282285" y="288818"/>
                  </a:cubicBezTo>
                  <a:cubicBezTo>
                    <a:pt x="282285" y="289800"/>
                    <a:pt x="282285" y="290783"/>
                    <a:pt x="282285" y="291795"/>
                  </a:cubicBezTo>
                  <a:cubicBezTo>
                    <a:pt x="281457" y="291856"/>
                    <a:pt x="280628" y="291917"/>
                    <a:pt x="279774" y="291981"/>
                  </a:cubicBezTo>
                  <a:cubicBezTo>
                    <a:pt x="278884" y="292165"/>
                    <a:pt x="277994" y="292349"/>
                    <a:pt x="277076" y="292539"/>
                  </a:cubicBezTo>
                  <a:cubicBezTo>
                    <a:pt x="276846" y="293030"/>
                    <a:pt x="276616" y="293521"/>
                    <a:pt x="276379" y="294027"/>
                  </a:cubicBezTo>
                  <a:cubicBezTo>
                    <a:pt x="276118" y="294518"/>
                    <a:pt x="275857" y="295009"/>
                    <a:pt x="275588" y="295515"/>
                  </a:cubicBezTo>
                  <a:cubicBezTo>
                    <a:pt x="273978" y="295969"/>
                    <a:pt x="273978" y="295969"/>
                    <a:pt x="272146" y="296073"/>
                  </a:cubicBezTo>
                  <a:cubicBezTo>
                    <a:pt x="271538" y="296116"/>
                    <a:pt x="270930" y="296158"/>
                    <a:pt x="270304" y="296201"/>
                  </a:cubicBezTo>
                  <a:cubicBezTo>
                    <a:pt x="269837" y="296221"/>
                    <a:pt x="269371" y="296240"/>
                    <a:pt x="268891" y="296259"/>
                  </a:cubicBezTo>
                  <a:cubicBezTo>
                    <a:pt x="268891" y="297242"/>
                    <a:pt x="268891" y="298224"/>
                    <a:pt x="268891" y="299236"/>
                  </a:cubicBezTo>
                  <a:cubicBezTo>
                    <a:pt x="268062" y="299175"/>
                    <a:pt x="267233" y="299113"/>
                    <a:pt x="266379" y="299050"/>
                  </a:cubicBezTo>
                  <a:cubicBezTo>
                    <a:pt x="265489" y="299111"/>
                    <a:pt x="264599" y="299173"/>
                    <a:pt x="263682" y="299236"/>
                  </a:cubicBezTo>
                  <a:cubicBezTo>
                    <a:pt x="263452" y="299720"/>
                    <a:pt x="263221" y="300203"/>
                    <a:pt x="262984" y="300701"/>
                  </a:cubicBezTo>
                  <a:cubicBezTo>
                    <a:pt x="262723" y="301200"/>
                    <a:pt x="262462" y="301699"/>
                    <a:pt x="262194" y="302213"/>
                  </a:cubicBezTo>
                  <a:cubicBezTo>
                    <a:pt x="260583" y="302666"/>
                    <a:pt x="260583" y="302666"/>
                    <a:pt x="258752" y="302771"/>
                  </a:cubicBezTo>
                  <a:cubicBezTo>
                    <a:pt x="258144" y="302813"/>
                    <a:pt x="257536" y="302855"/>
                    <a:pt x="256909" y="302899"/>
                  </a:cubicBezTo>
                  <a:cubicBezTo>
                    <a:pt x="256443" y="302918"/>
                    <a:pt x="255977" y="302937"/>
                    <a:pt x="255496" y="302957"/>
                  </a:cubicBezTo>
                  <a:cubicBezTo>
                    <a:pt x="255496" y="303939"/>
                    <a:pt x="255496" y="304921"/>
                    <a:pt x="255496" y="305933"/>
                  </a:cubicBezTo>
                  <a:cubicBezTo>
                    <a:pt x="254667" y="306010"/>
                    <a:pt x="253839" y="306087"/>
                    <a:pt x="252985" y="306166"/>
                  </a:cubicBezTo>
                  <a:cubicBezTo>
                    <a:pt x="251650" y="306419"/>
                    <a:pt x="251650" y="306419"/>
                    <a:pt x="250287" y="306677"/>
                  </a:cubicBezTo>
                  <a:cubicBezTo>
                    <a:pt x="249796" y="307414"/>
                    <a:pt x="249305" y="308151"/>
                    <a:pt x="248799" y="308910"/>
                  </a:cubicBezTo>
                  <a:cubicBezTo>
                    <a:pt x="247351" y="309291"/>
                    <a:pt x="247351" y="309291"/>
                    <a:pt x="245729" y="309421"/>
                  </a:cubicBezTo>
                  <a:cubicBezTo>
                    <a:pt x="244778" y="309498"/>
                    <a:pt x="243826" y="309575"/>
                    <a:pt x="242846" y="309654"/>
                  </a:cubicBezTo>
                  <a:cubicBezTo>
                    <a:pt x="242846" y="310636"/>
                    <a:pt x="242846" y="311619"/>
                    <a:pt x="242846" y="312631"/>
                  </a:cubicBezTo>
                  <a:cubicBezTo>
                    <a:pt x="240636" y="312876"/>
                    <a:pt x="238426" y="313122"/>
                    <a:pt x="236149" y="313375"/>
                  </a:cubicBezTo>
                  <a:cubicBezTo>
                    <a:pt x="236149" y="314357"/>
                    <a:pt x="236149" y="315339"/>
                    <a:pt x="236149" y="316351"/>
                  </a:cubicBezTo>
                  <a:cubicBezTo>
                    <a:pt x="235320" y="316290"/>
                    <a:pt x="234491" y="316229"/>
                    <a:pt x="233637" y="316165"/>
                  </a:cubicBezTo>
                  <a:cubicBezTo>
                    <a:pt x="232747" y="316227"/>
                    <a:pt x="231857" y="316288"/>
                    <a:pt x="230940" y="316351"/>
                  </a:cubicBezTo>
                  <a:cubicBezTo>
                    <a:pt x="230418" y="317330"/>
                    <a:pt x="229924" y="318324"/>
                    <a:pt x="229451" y="319328"/>
                  </a:cubicBezTo>
                  <a:cubicBezTo>
                    <a:pt x="227721" y="319844"/>
                    <a:pt x="225985" y="320341"/>
                    <a:pt x="224242" y="320816"/>
                  </a:cubicBezTo>
                  <a:cubicBezTo>
                    <a:pt x="223997" y="321553"/>
                    <a:pt x="223751" y="322290"/>
                    <a:pt x="223498" y="323049"/>
                  </a:cubicBezTo>
                  <a:cubicBezTo>
                    <a:pt x="221763" y="323301"/>
                    <a:pt x="220026" y="323549"/>
                    <a:pt x="218289" y="323793"/>
                  </a:cubicBezTo>
                  <a:cubicBezTo>
                    <a:pt x="217798" y="324529"/>
                    <a:pt x="217307" y="325266"/>
                    <a:pt x="216801" y="326025"/>
                  </a:cubicBezTo>
                  <a:cubicBezTo>
                    <a:pt x="215926" y="326133"/>
                    <a:pt x="215051" y="326240"/>
                    <a:pt x="214150" y="326351"/>
                  </a:cubicBezTo>
                  <a:cubicBezTo>
                    <a:pt x="213306" y="326489"/>
                    <a:pt x="212462" y="326627"/>
                    <a:pt x="211592" y="326769"/>
                  </a:cubicBezTo>
                  <a:cubicBezTo>
                    <a:pt x="211469" y="327260"/>
                    <a:pt x="211346" y="327752"/>
                    <a:pt x="211220" y="328258"/>
                  </a:cubicBezTo>
                  <a:cubicBezTo>
                    <a:pt x="211097" y="328749"/>
                    <a:pt x="210974" y="329240"/>
                    <a:pt x="210848" y="329746"/>
                  </a:cubicBezTo>
                  <a:cubicBezTo>
                    <a:pt x="209112" y="329998"/>
                    <a:pt x="207376" y="330246"/>
                    <a:pt x="205639" y="330490"/>
                  </a:cubicBezTo>
                  <a:cubicBezTo>
                    <a:pt x="205409" y="330996"/>
                    <a:pt x="205178" y="331503"/>
                    <a:pt x="204941" y="332025"/>
                  </a:cubicBezTo>
                  <a:cubicBezTo>
                    <a:pt x="204680" y="332501"/>
                    <a:pt x="204419" y="332976"/>
                    <a:pt x="204151" y="333467"/>
                  </a:cubicBezTo>
                  <a:cubicBezTo>
                    <a:pt x="202108" y="333750"/>
                    <a:pt x="200272" y="333600"/>
                    <a:pt x="198197" y="333467"/>
                  </a:cubicBezTo>
                  <a:cubicBezTo>
                    <a:pt x="198197" y="334449"/>
                    <a:pt x="198197" y="335431"/>
                    <a:pt x="198197" y="336443"/>
                  </a:cubicBezTo>
                  <a:cubicBezTo>
                    <a:pt x="197353" y="336504"/>
                    <a:pt x="196509" y="336566"/>
                    <a:pt x="195639" y="336629"/>
                  </a:cubicBezTo>
                  <a:cubicBezTo>
                    <a:pt x="194765" y="336813"/>
                    <a:pt x="193890" y="336997"/>
                    <a:pt x="192988" y="337187"/>
                  </a:cubicBezTo>
                  <a:cubicBezTo>
                    <a:pt x="192881" y="337678"/>
                    <a:pt x="192774" y="338169"/>
                    <a:pt x="192663" y="338676"/>
                  </a:cubicBezTo>
                  <a:cubicBezTo>
                    <a:pt x="192525" y="339167"/>
                    <a:pt x="192387" y="339658"/>
                    <a:pt x="192244" y="340164"/>
                  </a:cubicBezTo>
                  <a:cubicBezTo>
                    <a:pt x="190697" y="340492"/>
                    <a:pt x="189220" y="340584"/>
                    <a:pt x="187640" y="340632"/>
                  </a:cubicBezTo>
                  <a:cubicBezTo>
                    <a:pt x="187195" y="340723"/>
                    <a:pt x="186750" y="340814"/>
                    <a:pt x="186291" y="340908"/>
                  </a:cubicBezTo>
                  <a:cubicBezTo>
                    <a:pt x="186046" y="341645"/>
                    <a:pt x="185800" y="342381"/>
                    <a:pt x="185547" y="343140"/>
                  </a:cubicBezTo>
                  <a:cubicBezTo>
                    <a:pt x="184810" y="343248"/>
                    <a:pt x="184074" y="343355"/>
                    <a:pt x="183315" y="343466"/>
                  </a:cubicBezTo>
                  <a:cubicBezTo>
                    <a:pt x="182578" y="343604"/>
                    <a:pt x="181841" y="343742"/>
                    <a:pt x="181082" y="343884"/>
                  </a:cubicBezTo>
                  <a:cubicBezTo>
                    <a:pt x="180990" y="344376"/>
                    <a:pt x="180898" y="344867"/>
                    <a:pt x="180803" y="345373"/>
                  </a:cubicBezTo>
                  <a:cubicBezTo>
                    <a:pt x="180650" y="345864"/>
                    <a:pt x="180496" y="346355"/>
                    <a:pt x="180338" y="346861"/>
                  </a:cubicBezTo>
                  <a:cubicBezTo>
                    <a:pt x="178790" y="347189"/>
                    <a:pt x="177314" y="347281"/>
                    <a:pt x="175734" y="347329"/>
                  </a:cubicBezTo>
                  <a:cubicBezTo>
                    <a:pt x="175289" y="347420"/>
                    <a:pt x="174844" y="347511"/>
                    <a:pt x="174385" y="347605"/>
                  </a:cubicBezTo>
                  <a:cubicBezTo>
                    <a:pt x="174139" y="348342"/>
                    <a:pt x="173894" y="349079"/>
                    <a:pt x="173641" y="349838"/>
                  </a:cubicBezTo>
                  <a:cubicBezTo>
                    <a:pt x="172118" y="350363"/>
                    <a:pt x="170623" y="350589"/>
                    <a:pt x="169036" y="350861"/>
                  </a:cubicBezTo>
                  <a:cubicBezTo>
                    <a:pt x="168369" y="351091"/>
                    <a:pt x="168369" y="351091"/>
                    <a:pt x="167688" y="351326"/>
                  </a:cubicBezTo>
                  <a:cubicBezTo>
                    <a:pt x="167442" y="352063"/>
                    <a:pt x="167197" y="352799"/>
                    <a:pt x="166944" y="353558"/>
                  </a:cubicBezTo>
                  <a:cubicBezTo>
                    <a:pt x="166084" y="353528"/>
                    <a:pt x="165225" y="353497"/>
                    <a:pt x="164339" y="353465"/>
                  </a:cubicBezTo>
                  <a:cubicBezTo>
                    <a:pt x="163050" y="353511"/>
                    <a:pt x="163050" y="353511"/>
                    <a:pt x="161735" y="353558"/>
                  </a:cubicBezTo>
                  <a:cubicBezTo>
                    <a:pt x="161480" y="354797"/>
                    <a:pt x="161233" y="356038"/>
                    <a:pt x="160990" y="357279"/>
                  </a:cubicBezTo>
                  <a:cubicBezTo>
                    <a:pt x="159264" y="357587"/>
                    <a:pt x="157525" y="357836"/>
                    <a:pt x="155781" y="358023"/>
                  </a:cubicBezTo>
                  <a:cubicBezTo>
                    <a:pt x="155536" y="358760"/>
                    <a:pt x="155290" y="359497"/>
                    <a:pt x="155037" y="360256"/>
                  </a:cubicBezTo>
                  <a:cubicBezTo>
                    <a:pt x="153489" y="360779"/>
                    <a:pt x="151970" y="361007"/>
                    <a:pt x="150360" y="361279"/>
                  </a:cubicBezTo>
                  <a:cubicBezTo>
                    <a:pt x="149729" y="361509"/>
                    <a:pt x="149729" y="361509"/>
                    <a:pt x="149084" y="361744"/>
                  </a:cubicBezTo>
                  <a:cubicBezTo>
                    <a:pt x="149084" y="362481"/>
                    <a:pt x="149084" y="363217"/>
                    <a:pt x="149084" y="363976"/>
                  </a:cubicBezTo>
                  <a:cubicBezTo>
                    <a:pt x="147120" y="364222"/>
                    <a:pt x="145155" y="364467"/>
                    <a:pt x="143131" y="364720"/>
                  </a:cubicBezTo>
                  <a:cubicBezTo>
                    <a:pt x="143131" y="365457"/>
                    <a:pt x="143131" y="366194"/>
                    <a:pt x="143131" y="366953"/>
                  </a:cubicBezTo>
                  <a:cubicBezTo>
                    <a:pt x="141166" y="367198"/>
                    <a:pt x="139202" y="367444"/>
                    <a:pt x="137178" y="367697"/>
                  </a:cubicBezTo>
                  <a:cubicBezTo>
                    <a:pt x="137178" y="368679"/>
                    <a:pt x="137178" y="369662"/>
                    <a:pt x="137178" y="370674"/>
                  </a:cubicBezTo>
                  <a:cubicBezTo>
                    <a:pt x="136334" y="370735"/>
                    <a:pt x="135490" y="370796"/>
                    <a:pt x="134620" y="370860"/>
                  </a:cubicBezTo>
                  <a:cubicBezTo>
                    <a:pt x="133745" y="371044"/>
                    <a:pt x="132870" y="371228"/>
                    <a:pt x="131969" y="371418"/>
                  </a:cubicBezTo>
                  <a:cubicBezTo>
                    <a:pt x="131846" y="371909"/>
                    <a:pt x="131723" y="372400"/>
                    <a:pt x="131597" y="372906"/>
                  </a:cubicBezTo>
                  <a:cubicBezTo>
                    <a:pt x="131474" y="373397"/>
                    <a:pt x="131351" y="373888"/>
                    <a:pt x="131225" y="374394"/>
                  </a:cubicBezTo>
                  <a:cubicBezTo>
                    <a:pt x="129493" y="374673"/>
                    <a:pt x="127756" y="374921"/>
                    <a:pt x="126016" y="375138"/>
                  </a:cubicBezTo>
                  <a:cubicBezTo>
                    <a:pt x="125770" y="375875"/>
                    <a:pt x="125525" y="376612"/>
                    <a:pt x="125272" y="377371"/>
                  </a:cubicBezTo>
                  <a:cubicBezTo>
                    <a:pt x="124535" y="377478"/>
                    <a:pt x="123798" y="377586"/>
                    <a:pt x="123039" y="377696"/>
                  </a:cubicBezTo>
                  <a:cubicBezTo>
                    <a:pt x="122303" y="377835"/>
                    <a:pt x="121566" y="377973"/>
                    <a:pt x="120807" y="378115"/>
                  </a:cubicBezTo>
                  <a:cubicBezTo>
                    <a:pt x="120715" y="378606"/>
                    <a:pt x="120623" y="379097"/>
                    <a:pt x="120528" y="379603"/>
                  </a:cubicBezTo>
                  <a:cubicBezTo>
                    <a:pt x="120374" y="380094"/>
                    <a:pt x="120221" y="380586"/>
                    <a:pt x="120063" y="381092"/>
                  </a:cubicBezTo>
                  <a:cubicBezTo>
                    <a:pt x="118515" y="381419"/>
                    <a:pt x="117039" y="381512"/>
                    <a:pt x="115458" y="381560"/>
                  </a:cubicBezTo>
                  <a:cubicBezTo>
                    <a:pt x="114791" y="381696"/>
                    <a:pt x="114791" y="381696"/>
                    <a:pt x="114110" y="381836"/>
                  </a:cubicBezTo>
                  <a:cubicBezTo>
                    <a:pt x="113864" y="382572"/>
                    <a:pt x="113618" y="383309"/>
                    <a:pt x="113365" y="384068"/>
                  </a:cubicBezTo>
                  <a:cubicBezTo>
                    <a:pt x="112491" y="384314"/>
                    <a:pt x="111616" y="384559"/>
                    <a:pt x="110714" y="384812"/>
                  </a:cubicBezTo>
                  <a:cubicBezTo>
                    <a:pt x="109870" y="385058"/>
                    <a:pt x="109026" y="385303"/>
                    <a:pt x="108156" y="385556"/>
                  </a:cubicBezTo>
                  <a:cubicBezTo>
                    <a:pt x="108156" y="386293"/>
                    <a:pt x="108156" y="387030"/>
                    <a:pt x="108156" y="387789"/>
                  </a:cubicBezTo>
                  <a:cubicBezTo>
                    <a:pt x="107190" y="387712"/>
                    <a:pt x="106223" y="387635"/>
                    <a:pt x="105226" y="387556"/>
                  </a:cubicBezTo>
                  <a:cubicBezTo>
                    <a:pt x="103604" y="387490"/>
                    <a:pt x="103604" y="387490"/>
                    <a:pt x="102203" y="387789"/>
                  </a:cubicBezTo>
                  <a:cubicBezTo>
                    <a:pt x="101710" y="389637"/>
                    <a:pt x="101710" y="389637"/>
                    <a:pt x="101459" y="391509"/>
                  </a:cubicBezTo>
                  <a:cubicBezTo>
                    <a:pt x="99971" y="391541"/>
                    <a:pt x="98482" y="391540"/>
                    <a:pt x="96994" y="391509"/>
                  </a:cubicBezTo>
                  <a:cubicBezTo>
                    <a:pt x="96486" y="392495"/>
                    <a:pt x="95990" y="393488"/>
                    <a:pt x="95506" y="394486"/>
                  </a:cubicBezTo>
                  <a:cubicBezTo>
                    <a:pt x="94754" y="394609"/>
                    <a:pt x="94002" y="394732"/>
                    <a:pt x="93227" y="394858"/>
                  </a:cubicBezTo>
                  <a:cubicBezTo>
                    <a:pt x="92506" y="394981"/>
                    <a:pt x="91784" y="395104"/>
                    <a:pt x="91041" y="395230"/>
                  </a:cubicBezTo>
                  <a:cubicBezTo>
                    <a:pt x="90934" y="395721"/>
                    <a:pt x="90826" y="396212"/>
                    <a:pt x="90716" y="396718"/>
                  </a:cubicBezTo>
                  <a:cubicBezTo>
                    <a:pt x="90578" y="397210"/>
                    <a:pt x="90439" y="397701"/>
                    <a:pt x="90297" y="398207"/>
                  </a:cubicBezTo>
                  <a:cubicBezTo>
                    <a:pt x="88565" y="398485"/>
                    <a:pt x="86828" y="398733"/>
                    <a:pt x="85088" y="398951"/>
                  </a:cubicBezTo>
                  <a:cubicBezTo>
                    <a:pt x="84842" y="399688"/>
                    <a:pt x="84597" y="400424"/>
                    <a:pt x="84344" y="401183"/>
                  </a:cubicBezTo>
                  <a:cubicBezTo>
                    <a:pt x="83607" y="401291"/>
                    <a:pt x="82871" y="401398"/>
                    <a:pt x="82112" y="401509"/>
                  </a:cubicBezTo>
                  <a:cubicBezTo>
                    <a:pt x="81375" y="401647"/>
                    <a:pt x="80638" y="401785"/>
                    <a:pt x="79879" y="401927"/>
                  </a:cubicBezTo>
                  <a:cubicBezTo>
                    <a:pt x="79772" y="402419"/>
                    <a:pt x="79664" y="402910"/>
                    <a:pt x="79554" y="403416"/>
                  </a:cubicBezTo>
                  <a:cubicBezTo>
                    <a:pt x="79415" y="403907"/>
                    <a:pt x="79277" y="404398"/>
                    <a:pt x="79135" y="404904"/>
                  </a:cubicBezTo>
                  <a:cubicBezTo>
                    <a:pt x="77399" y="405156"/>
                    <a:pt x="75663" y="405404"/>
                    <a:pt x="73926" y="405648"/>
                  </a:cubicBezTo>
                  <a:cubicBezTo>
                    <a:pt x="73680" y="406139"/>
                    <a:pt x="73435" y="406630"/>
                    <a:pt x="73182" y="407136"/>
                  </a:cubicBezTo>
                  <a:cubicBezTo>
                    <a:pt x="72936" y="407628"/>
                    <a:pt x="72691" y="408119"/>
                    <a:pt x="72438" y="408625"/>
                  </a:cubicBezTo>
                  <a:cubicBezTo>
                    <a:pt x="70705" y="408898"/>
                    <a:pt x="68969" y="409147"/>
                    <a:pt x="67229" y="409369"/>
                  </a:cubicBezTo>
                  <a:cubicBezTo>
                    <a:pt x="66983" y="410106"/>
                    <a:pt x="66738" y="410842"/>
                    <a:pt x="66485" y="411601"/>
                  </a:cubicBezTo>
                  <a:cubicBezTo>
                    <a:pt x="63834" y="412113"/>
                    <a:pt x="63834" y="412113"/>
                    <a:pt x="61276" y="412345"/>
                  </a:cubicBezTo>
                  <a:cubicBezTo>
                    <a:pt x="61276" y="413328"/>
                    <a:pt x="61276" y="414310"/>
                    <a:pt x="61276" y="415322"/>
                  </a:cubicBezTo>
                  <a:cubicBezTo>
                    <a:pt x="60009" y="415437"/>
                    <a:pt x="60009" y="415437"/>
                    <a:pt x="58718" y="415555"/>
                  </a:cubicBezTo>
                  <a:cubicBezTo>
                    <a:pt x="57843" y="415723"/>
                    <a:pt x="56968" y="415892"/>
                    <a:pt x="56067" y="416066"/>
                  </a:cubicBezTo>
                  <a:cubicBezTo>
                    <a:pt x="55821" y="416803"/>
                    <a:pt x="55575" y="417540"/>
                    <a:pt x="55322" y="418299"/>
                  </a:cubicBezTo>
                  <a:cubicBezTo>
                    <a:pt x="52671" y="418810"/>
                    <a:pt x="52671" y="418810"/>
                    <a:pt x="50113" y="419043"/>
                  </a:cubicBezTo>
                  <a:cubicBezTo>
                    <a:pt x="50113" y="420025"/>
                    <a:pt x="50113" y="421007"/>
                    <a:pt x="50113" y="422019"/>
                  </a:cubicBezTo>
                  <a:cubicBezTo>
                    <a:pt x="48847" y="422111"/>
                    <a:pt x="48847" y="422111"/>
                    <a:pt x="47555" y="422205"/>
                  </a:cubicBezTo>
                  <a:cubicBezTo>
                    <a:pt x="46681" y="422389"/>
                    <a:pt x="45806" y="422574"/>
                    <a:pt x="44904" y="422763"/>
                  </a:cubicBezTo>
                  <a:cubicBezTo>
                    <a:pt x="44797" y="423270"/>
                    <a:pt x="44690" y="423776"/>
                    <a:pt x="44579" y="424298"/>
                  </a:cubicBezTo>
                  <a:cubicBezTo>
                    <a:pt x="44372" y="425012"/>
                    <a:pt x="44372" y="425012"/>
                    <a:pt x="44160" y="425740"/>
                  </a:cubicBezTo>
                  <a:cubicBezTo>
                    <a:pt x="42122" y="426033"/>
                    <a:pt x="40279" y="425871"/>
                    <a:pt x="38207" y="425740"/>
                  </a:cubicBezTo>
                  <a:cubicBezTo>
                    <a:pt x="38207" y="426722"/>
                    <a:pt x="38207" y="427704"/>
                    <a:pt x="38207" y="428717"/>
                  </a:cubicBezTo>
                  <a:cubicBezTo>
                    <a:pt x="37125" y="428809"/>
                    <a:pt x="37125" y="428809"/>
                    <a:pt x="36021" y="428903"/>
                  </a:cubicBezTo>
                  <a:cubicBezTo>
                    <a:pt x="35269" y="429087"/>
                    <a:pt x="34517" y="429271"/>
                    <a:pt x="33742" y="429461"/>
                  </a:cubicBezTo>
                  <a:cubicBezTo>
                    <a:pt x="33635" y="429952"/>
                    <a:pt x="33527" y="430443"/>
                    <a:pt x="33417" y="430949"/>
                  </a:cubicBezTo>
                  <a:cubicBezTo>
                    <a:pt x="33279" y="431440"/>
                    <a:pt x="33141" y="431931"/>
                    <a:pt x="32998" y="432437"/>
                  </a:cubicBezTo>
                  <a:cubicBezTo>
                    <a:pt x="31266" y="432716"/>
                    <a:pt x="29530" y="432964"/>
                    <a:pt x="27789" y="433181"/>
                  </a:cubicBezTo>
                  <a:cubicBezTo>
                    <a:pt x="27544" y="433918"/>
                    <a:pt x="27298" y="434655"/>
                    <a:pt x="27045" y="435414"/>
                  </a:cubicBezTo>
                  <a:cubicBezTo>
                    <a:pt x="26170" y="435659"/>
                    <a:pt x="25295" y="435905"/>
                    <a:pt x="24394" y="436158"/>
                  </a:cubicBezTo>
                  <a:cubicBezTo>
                    <a:pt x="23550" y="436403"/>
                    <a:pt x="22706" y="436649"/>
                    <a:pt x="21836" y="436902"/>
                  </a:cubicBezTo>
                  <a:cubicBezTo>
                    <a:pt x="21836" y="437639"/>
                    <a:pt x="21836" y="438375"/>
                    <a:pt x="21836" y="439134"/>
                  </a:cubicBezTo>
                  <a:cubicBezTo>
                    <a:pt x="20593" y="439227"/>
                    <a:pt x="20593" y="439227"/>
                    <a:pt x="19325" y="439321"/>
                  </a:cubicBezTo>
                  <a:cubicBezTo>
                    <a:pt x="18434" y="439505"/>
                    <a:pt x="17544" y="439689"/>
                    <a:pt x="16627" y="439879"/>
                  </a:cubicBezTo>
                  <a:cubicBezTo>
                    <a:pt x="16382" y="440370"/>
                    <a:pt x="16136" y="440861"/>
                    <a:pt x="15883" y="441367"/>
                  </a:cubicBezTo>
                  <a:cubicBezTo>
                    <a:pt x="15637" y="441858"/>
                    <a:pt x="15392" y="442349"/>
                    <a:pt x="15139" y="442855"/>
                  </a:cubicBezTo>
                  <a:cubicBezTo>
                    <a:pt x="13406" y="443129"/>
                    <a:pt x="11670" y="443378"/>
                    <a:pt x="9930" y="443599"/>
                  </a:cubicBezTo>
                  <a:cubicBezTo>
                    <a:pt x="9684" y="444336"/>
                    <a:pt x="9439" y="445073"/>
                    <a:pt x="9186" y="445832"/>
                  </a:cubicBezTo>
                  <a:cubicBezTo>
                    <a:pt x="6674" y="446669"/>
                    <a:pt x="6674" y="446669"/>
                    <a:pt x="3977" y="447320"/>
                  </a:cubicBezTo>
                  <a:cubicBezTo>
                    <a:pt x="3240" y="447566"/>
                    <a:pt x="2503" y="447811"/>
                    <a:pt x="1744" y="448064"/>
                  </a:cubicBezTo>
                  <a:cubicBezTo>
                    <a:pt x="821" y="446217"/>
                    <a:pt x="850" y="444869"/>
                    <a:pt x="814" y="442809"/>
                  </a:cubicBezTo>
                  <a:cubicBezTo>
                    <a:pt x="795" y="442140"/>
                    <a:pt x="776" y="441471"/>
                    <a:pt x="756" y="440783"/>
                  </a:cubicBezTo>
                  <a:cubicBezTo>
                    <a:pt x="837" y="440239"/>
                    <a:pt x="917" y="439695"/>
                    <a:pt x="1000" y="439134"/>
                  </a:cubicBezTo>
                  <a:cubicBezTo>
                    <a:pt x="1737" y="438889"/>
                    <a:pt x="2474" y="438643"/>
                    <a:pt x="3233" y="438390"/>
                  </a:cubicBezTo>
                  <a:cubicBezTo>
                    <a:pt x="3491" y="436904"/>
                    <a:pt x="3738" y="435415"/>
                    <a:pt x="3977" y="433925"/>
                  </a:cubicBezTo>
                  <a:cubicBezTo>
                    <a:pt x="4706" y="433167"/>
                    <a:pt x="5449" y="432420"/>
                    <a:pt x="6209" y="431693"/>
                  </a:cubicBezTo>
                  <a:cubicBezTo>
                    <a:pt x="6209" y="430711"/>
                    <a:pt x="6209" y="429729"/>
                    <a:pt x="6209" y="428717"/>
                  </a:cubicBezTo>
                  <a:cubicBezTo>
                    <a:pt x="6946" y="428471"/>
                    <a:pt x="7683" y="428225"/>
                    <a:pt x="8442" y="427972"/>
                  </a:cubicBezTo>
                  <a:cubicBezTo>
                    <a:pt x="8695" y="426485"/>
                    <a:pt x="8943" y="424997"/>
                    <a:pt x="9186" y="423508"/>
                  </a:cubicBezTo>
                  <a:cubicBezTo>
                    <a:pt x="9922" y="423016"/>
                    <a:pt x="10659" y="422525"/>
                    <a:pt x="11418" y="422019"/>
                  </a:cubicBezTo>
                  <a:cubicBezTo>
                    <a:pt x="11691" y="420535"/>
                    <a:pt x="11940" y="419047"/>
                    <a:pt x="12162" y="417554"/>
                  </a:cubicBezTo>
                  <a:cubicBezTo>
                    <a:pt x="12653" y="417309"/>
                    <a:pt x="13145" y="417063"/>
                    <a:pt x="13651" y="416810"/>
                  </a:cubicBezTo>
                  <a:cubicBezTo>
                    <a:pt x="13896" y="416074"/>
                    <a:pt x="14142" y="415337"/>
                    <a:pt x="14395" y="414578"/>
                  </a:cubicBezTo>
                  <a:cubicBezTo>
                    <a:pt x="15139" y="412345"/>
                    <a:pt x="15139" y="412345"/>
                    <a:pt x="16627" y="411601"/>
                  </a:cubicBezTo>
                  <a:cubicBezTo>
                    <a:pt x="16735" y="410880"/>
                    <a:pt x="16842" y="410159"/>
                    <a:pt x="16953" y="409415"/>
                  </a:cubicBezTo>
                  <a:cubicBezTo>
                    <a:pt x="17091" y="408663"/>
                    <a:pt x="17229" y="407911"/>
                    <a:pt x="17371" y="407136"/>
                  </a:cubicBezTo>
                  <a:cubicBezTo>
                    <a:pt x="18108" y="406645"/>
                    <a:pt x="18845" y="406154"/>
                    <a:pt x="19604" y="405648"/>
                  </a:cubicBezTo>
                  <a:cubicBezTo>
                    <a:pt x="19726" y="405004"/>
                    <a:pt x="19849" y="404359"/>
                    <a:pt x="19976" y="403695"/>
                  </a:cubicBezTo>
                  <a:cubicBezTo>
                    <a:pt x="20099" y="403112"/>
                    <a:pt x="20221" y="402528"/>
                    <a:pt x="20348" y="401927"/>
                  </a:cubicBezTo>
                  <a:cubicBezTo>
                    <a:pt x="21085" y="401927"/>
                    <a:pt x="21821" y="401927"/>
                    <a:pt x="22580" y="401927"/>
                  </a:cubicBezTo>
                  <a:cubicBezTo>
                    <a:pt x="22511" y="400891"/>
                    <a:pt x="22511" y="400891"/>
                    <a:pt x="22441" y="399835"/>
                  </a:cubicBezTo>
                  <a:cubicBezTo>
                    <a:pt x="22601" y="397112"/>
                    <a:pt x="22925" y="396967"/>
                    <a:pt x="24813" y="395230"/>
                  </a:cubicBezTo>
                  <a:cubicBezTo>
                    <a:pt x="24935" y="394586"/>
                    <a:pt x="25058" y="393941"/>
                    <a:pt x="25185" y="393277"/>
                  </a:cubicBezTo>
                  <a:cubicBezTo>
                    <a:pt x="25308" y="392694"/>
                    <a:pt x="25430" y="392110"/>
                    <a:pt x="25557" y="391509"/>
                  </a:cubicBezTo>
                  <a:cubicBezTo>
                    <a:pt x="26294" y="391264"/>
                    <a:pt x="27030" y="391018"/>
                    <a:pt x="27789" y="390765"/>
                  </a:cubicBezTo>
                  <a:cubicBezTo>
                    <a:pt x="28305" y="389035"/>
                    <a:pt x="28802" y="387299"/>
                    <a:pt x="29278" y="385556"/>
                  </a:cubicBezTo>
                  <a:cubicBezTo>
                    <a:pt x="29769" y="385556"/>
                    <a:pt x="30260" y="385556"/>
                    <a:pt x="30766" y="385556"/>
                  </a:cubicBezTo>
                  <a:cubicBezTo>
                    <a:pt x="31011" y="384820"/>
                    <a:pt x="31257" y="384083"/>
                    <a:pt x="31510" y="383324"/>
                  </a:cubicBezTo>
                  <a:cubicBezTo>
                    <a:pt x="31756" y="382587"/>
                    <a:pt x="32001" y="381851"/>
                    <a:pt x="32254" y="381092"/>
                  </a:cubicBezTo>
                  <a:cubicBezTo>
                    <a:pt x="32745" y="381092"/>
                    <a:pt x="33236" y="381092"/>
                    <a:pt x="33742" y="381092"/>
                  </a:cubicBezTo>
                  <a:cubicBezTo>
                    <a:pt x="33673" y="380009"/>
                    <a:pt x="33673" y="380009"/>
                    <a:pt x="33603" y="378906"/>
                  </a:cubicBezTo>
                  <a:cubicBezTo>
                    <a:pt x="33649" y="378154"/>
                    <a:pt x="33695" y="377402"/>
                    <a:pt x="33742" y="376627"/>
                  </a:cubicBezTo>
                  <a:cubicBezTo>
                    <a:pt x="34479" y="376381"/>
                    <a:pt x="35216" y="376136"/>
                    <a:pt x="35975" y="375883"/>
                  </a:cubicBezTo>
                  <a:cubicBezTo>
                    <a:pt x="36253" y="374400"/>
                    <a:pt x="36501" y="372911"/>
                    <a:pt x="36719" y="371418"/>
                  </a:cubicBezTo>
                  <a:cubicBezTo>
                    <a:pt x="37210" y="371172"/>
                    <a:pt x="37701" y="370927"/>
                    <a:pt x="38207" y="370674"/>
                  </a:cubicBezTo>
                  <a:cubicBezTo>
                    <a:pt x="38315" y="370075"/>
                    <a:pt x="38422" y="369476"/>
                    <a:pt x="38533" y="368860"/>
                  </a:cubicBezTo>
                  <a:cubicBezTo>
                    <a:pt x="38951" y="366953"/>
                    <a:pt x="38951" y="366953"/>
                    <a:pt x="41184" y="365465"/>
                  </a:cubicBezTo>
                  <a:cubicBezTo>
                    <a:pt x="41429" y="364835"/>
                    <a:pt x="41675" y="364206"/>
                    <a:pt x="41928" y="363558"/>
                  </a:cubicBezTo>
                  <a:cubicBezTo>
                    <a:pt x="42296" y="362660"/>
                    <a:pt x="42296" y="362660"/>
                    <a:pt x="42672" y="361744"/>
                  </a:cubicBezTo>
                  <a:cubicBezTo>
                    <a:pt x="43409" y="361498"/>
                    <a:pt x="44145" y="361253"/>
                    <a:pt x="44904" y="361000"/>
                  </a:cubicBezTo>
                  <a:cubicBezTo>
                    <a:pt x="45091" y="358736"/>
                    <a:pt x="45091" y="358736"/>
                    <a:pt x="44904" y="356535"/>
                  </a:cubicBezTo>
                  <a:cubicBezTo>
                    <a:pt x="45396" y="356535"/>
                    <a:pt x="45887" y="356535"/>
                    <a:pt x="46393" y="356535"/>
                  </a:cubicBezTo>
                  <a:cubicBezTo>
                    <a:pt x="46898" y="355050"/>
                    <a:pt x="47394" y="353561"/>
                    <a:pt x="47881" y="352070"/>
                  </a:cubicBezTo>
                  <a:cubicBezTo>
                    <a:pt x="48372" y="351824"/>
                    <a:pt x="48863" y="351579"/>
                    <a:pt x="49369" y="351326"/>
                  </a:cubicBezTo>
                  <a:cubicBezTo>
                    <a:pt x="49876" y="350090"/>
                    <a:pt x="50372" y="348850"/>
                    <a:pt x="50858" y="347605"/>
                  </a:cubicBezTo>
                  <a:cubicBezTo>
                    <a:pt x="51349" y="347114"/>
                    <a:pt x="51840" y="346623"/>
                    <a:pt x="52346" y="346117"/>
                  </a:cubicBezTo>
                  <a:cubicBezTo>
                    <a:pt x="52860" y="344884"/>
                    <a:pt x="53353" y="343642"/>
                    <a:pt x="53834" y="342396"/>
                  </a:cubicBezTo>
                  <a:cubicBezTo>
                    <a:pt x="55072" y="339705"/>
                    <a:pt x="56167" y="337734"/>
                    <a:pt x="58299" y="335699"/>
                  </a:cubicBezTo>
                  <a:cubicBezTo>
                    <a:pt x="58545" y="334962"/>
                    <a:pt x="58790" y="334226"/>
                    <a:pt x="59043" y="333467"/>
                  </a:cubicBezTo>
                  <a:cubicBezTo>
                    <a:pt x="59534" y="333221"/>
                    <a:pt x="60025" y="332975"/>
                    <a:pt x="60531" y="332722"/>
                  </a:cubicBezTo>
                  <a:cubicBezTo>
                    <a:pt x="60654" y="332108"/>
                    <a:pt x="60777" y="331495"/>
                    <a:pt x="60903" y="330862"/>
                  </a:cubicBezTo>
                  <a:cubicBezTo>
                    <a:pt x="61026" y="330248"/>
                    <a:pt x="61149" y="329634"/>
                    <a:pt x="61276" y="329002"/>
                  </a:cubicBezTo>
                  <a:cubicBezTo>
                    <a:pt x="61767" y="328756"/>
                    <a:pt x="62258" y="328511"/>
                    <a:pt x="62764" y="328258"/>
                  </a:cubicBezTo>
                  <a:cubicBezTo>
                    <a:pt x="63132" y="327505"/>
                    <a:pt x="63501" y="326753"/>
                    <a:pt x="63880" y="325979"/>
                  </a:cubicBezTo>
                  <a:cubicBezTo>
                    <a:pt x="64433" y="324897"/>
                    <a:pt x="64433" y="324897"/>
                    <a:pt x="64996" y="323793"/>
                  </a:cubicBezTo>
                  <a:cubicBezTo>
                    <a:pt x="65487" y="323793"/>
                    <a:pt x="65979" y="323793"/>
                    <a:pt x="66485" y="323793"/>
                  </a:cubicBezTo>
                  <a:cubicBezTo>
                    <a:pt x="66739" y="322554"/>
                    <a:pt x="66986" y="321313"/>
                    <a:pt x="67229" y="320072"/>
                  </a:cubicBezTo>
                  <a:cubicBezTo>
                    <a:pt x="67720" y="319826"/>
                    <a:pt x="68211" y="319581"/>
                    <a:pt x="68717" y="319328"/>
                  </a:cubicBezTo>
                  <a:cubicBezTo>
                    <a:pt x="68932" y="318668"/>
                    <a:pt x="69147" y="318008"/>
                    <a:pt x="69368" y="317328"/>
                  </a:cubicBezTo>
                  <a:cubicBezTo>
                    <a:pt x="70282" y="314638"/>
                    <a:pt x="71464" y="312653"/>
                    <a:pt x="73182" y="310398"/>
                  </a:cubicBezTo>
                  <a:cubicBezTo>
                    <a:pt x="73673" y="310398"/>
                    <a:pt x="74164" y="310398"/>
                    <a:pt x="74670" y="310398"/>
                  </a:cubicBezTo>
                  <a:cubicBezTo>
                    <a:pt x="74924" y="309159"/>
                    <a:pt x="75172" y="307919"/>
                    <a:pt x="75414" y="306677"/>
                  </a:cubicBezTo>
                  <a:cubicBezTo>
                    <a:pt x="75905" y="306432"/>
                    <a:pt x="76397" y="306186"/>
                    <a:pt x="76903" y="305933"/>
                  </a:cubicBezTo>
                  <a:cubicBezTo>
                    <a:pt x="77010" y="305458"/>
                    <a:pt x="77117" y="304982"/>
                    <a:pt x="77228" y="304492"/>
                  </a:cubicBezTo>
                  <a:cubicBezTo>
                    <a:pt x="77647" y="302957"/>
                    <a:pt x="77647" y="302957"/>
                    <a:pt x="79879" y="301468"/>
                  </a:cubicBezTo>
                  <a:cubicBezTo>
                    <a:pt x="80140" y="300480"/>
                    <a:pt x="80386" y="299487"/>
                    <a:pt x="80623" y="298492"/>
                  </a:cubicBezTo>
                  <a:cubicBezTo>
                    <a:pt x="81415" y="297207"/>
                    <a:pt x="82257" y="295952"/>
                    <a:pt x="83135" y="294725"/>
                  </a:cubicBezTo>
                  <a:cubicBezTo>
                    <a:pt x="83811" y="293768"/>
                    <a:pt x="83811" y="293768"/>
                    <a:pt x="84501" y="292792"/>
                  </a:cubicBezTo>
                  <a:cubicBezTo>
                    <a:pt x="85617" y="291332"/>
                    <a:pt x="86766" y="290106"/>
                    <a:pt x="88065" y="288818"/>
                  </a:cubicBezTo>
                  <a:cubicBezTo>
                    <a:pt x="88326" y="288281"/>
                    <a:pt x="88586" y="287744"/>
                    <a:pt x="88855" y="287190"/>
                  </a:cubicBezTo>
                  <a:cubicBezTo>
                    <a:pt x="89086" y="286745"/>
                    <a:pt x="89316" y="286300"/>
                    <a:pt x="89553" y="285842"/>
                  </a:cubicBezTo>
                  <a:cubicBezTo>
                    <a:pt x="90044" y="285842"/>
                    <a:pt x="90535" y="285842"/>
                    <a:pt x="91041" y="285842"/>
                  </a:cubicBezTo>
                  <a:cubicBezTo>
                    <a:pt x="91295" y="284603"/>
                    <a:pt x="91543" y="283362"/>
                    <a:pt x="91785" y="282121"/>
                  </a:cubicBezTo>
                  <a:cubicBezTo>
                    <a:pt x="92276" y="281875"/>
                    <a:pt x="92768" y="281630"/>
                    <a:pt x="93274" y="281377"/>
                  </a:cubicBezTo>
                  <a:cubicBezTo>
                    <a:pt x="93412" y="280525"/>
                    <a:pt x="93412" y="280525"/>
                    <a:pt x="93553" y="279656"/>
                  </a:cubicBezTo>
                  <a:cubicBezTo>
                    <a:pt x="94126" y="277191"/>
                    <a:pt x="95058" y="276263"/>
                    <a:pt x="96994" y="274679"/>
                  </a:cubicBezTo>
                  <a:cubicBezTo>
                    <a:pt x="97485" y="274679"/>
                    <a:pt x="97977" y="274679"/>
                    <a:pt x="98483" y="274679"/>
                  </a:cubicBezTo>
                  <a:cubicBezTo>
                    <a:pt x="98713" y="273866"/>
                    <a:pt x="98943" y="273053"/>
                    <a:pt x="99180" y="272214"/>
                  </a:cubicBezTo>
                  <a:cubicBezTo>
                    <a:pt x="99930" y="269613"/>
                    <a:pt x="100195" y="268845"/>
                    <a:pt x="102203" y="267238"/>
                  </a:cubicBezTo>
                  <a:cubicBezTo>
                    <a:pt x="104011" y="265647"/>
                    <a:pt x="104011" y="265647"/>
                    <a:pt x="104808" y="263424"/>
                  </a:cubicBezTo>
                  <a:cubicBezTo>
                    <a:pt x="104931" y="262964"/>
                    <a:pt x="105053" y="262503"/>
                    <a:pt x="105180" y="262029"/>
                  </a:cubicBezTo>
                  <a:cubicBezTo>
                    <a:pt x="105917" y="261783"/>
                    <a:pt x="106653" y="261538"/>
                    <a:pt x="107412" y="261285"/>
                  </a:cubicBezTo>
                  <a:cubicBezTo>
                    <a:pt x="107689" y="260300"/>
                    <a:pt x="107938" y="259307"/>
                    <a:pt x="108156" y="258308"/>
                  </a:cubicBezTo>
                  <a:cubicBezTo>
                    <a:pt x="108648" y="258063"/>
                    <a:pt x="109139" y="257817"/>
                    <a:pt x="109645" y="257564"/>
                  </a:cubicBezTo>
                  <a:cubicBezTo>
                    <a:pt x="109752" y="257073"/>
                    <a:pt x="109860" y="256582"/>
                    <a:pt x="109970" y="256076"/>
                  </a:cubicBezTo>
                  <a:cubicBezTo>
                    <a:pt x="110108" y="255585"/>
                    <a:pt x="110247" y="255094"/>
                    <a:pt x="110389" y="254588"/>
                  </a:cubicBezTo>
                  <a:cubicBezTo>
                    <a:pt x="111126" y="254342"/>
                    <a:pt x="111862" y="254096"/>
                    <a:pt x="112621" y="253843"/>
                  </a:cubicBezTo>
                  <a:cubicBezTo>
                    <a:pt x="112867" y="253107"/>
                    <a:pt x="113112" y="252370"/>
                    <a:pt x="113365" y="251611"/>
                  </a:cubicBezTo>
                  <a:cubicBezTo>
                    <a:pt x="113857" y="251366"/>
                    <a:pt x="114348" y="251120"/>
                    <a:pt x="114854" y="250867"/>
                  </a:cubicBezTo>
                  <a:cubicBezTo>
                    <a:pt x="114969" y="250038"/>
                    <a:pt x="114969" y="250038"/>
                    <a:pt x="115086" y="249193"/>
                  </a:cubicBezTo>
                  <a:cubicBezTo>
                    <a:pt x="115778" y="246426"/>
                    <a:pt x="117182" y="245250"/>
                    <a:pt x="119319" y="243426"/>
                  </a:cubicBezTo>
                  <a:cubicBezTo>
                    <a:pt x="119810" y="243426"/>
                    <a:pt x="120301" y="243426"/>
                    <a:pt x="120807" y="243426"/>
                  </a:cubicBezTo>
                  <a:cubicBezTo>
                    <a:pt x="120930" y="242934"/>
                    <a:pt x="121052" y="242443"/>
                    <a:pt x="121179" y="241937"/>
                  </a:cubicBezTo>
                  <a:cubicBezTo>
                    <a:pt x="121302" y="241446"/>
                    <a:pt x="121424" y="240955"/>
                    <a:pt x="121551" y="240449"/>
                  </a:cubicBezTo>
                  <a:cubicBezTo>
                    <a:pt x="122042" y="240449"/>
                    <a:pt x="122533" y="240449"/>
                    <a:pt x="123039" y="240449"/>
                  </a:cubicBezTo>
                  <a:cubicBezTo>
                    <a:pt x="123285" y="239835"/>
                    <a:pt x="123530" y="239221"/>
                    <a:pt x="123783" y="238589"/>
                  </a:cubicBezTo>
                  <a:cubicBezTo>
                    <a:pt x="124029" y="237975"/>
                    <a:pt x="124274" y="237361"/>
                    <a:pt x="124528" y="236728"/>
                  </a:cubicBezTo>
                  <a:cubicBezTo>
                    <a:pt x="125019" y="236728"/>
                    <a:pt x="125510" y="236728"/>
                    <a:pt x="126016" y="236728"/>
                  </a:cubicBezTo>
                  <a:cubicBezTo>
                    <a:pt x="126271" y="235738"/>
                    <a:pt x="126519" y="234746"/>
                    <a:pt x="126760" y="233752"/>
                  </a:cubicBezTo>
                  <a:cubicBezTo>
                    <a:pt x="127251" y="233506"/>
                    <a:pt x="127742" y="233261"/>
                    <a:pt x="128248" y="233008"/>
                  </a:cubicBezTo>
                  <a:cubicBezTo>
                    <a:pt x="128494" y="232501"/>
                    <a:pt x="128739" y="231995"/>
                    <a:pt x="128992" y="231473"/>
                  </a:cubicBezTo>
                  <a:cubicBezTo>
                    <a:pt x="129238" y="230997"/>
                    <a:pt x="129483" y="230521"/>
                    <a:pt x="129737" y="230031"/>
                  </a:cubicBezTo>
                  <a:cubicBezTo>
                    <a:pt x="130228" y="230031"/>
                    <a:pt x="130719" y="230031"/>
                    <a:pt x="131225" y="230031"/>
                  </a:cubicBezTo>
                  <a:cubicBezTo>
                    <a:pt x="131332" y="229586"/>
                    <a:pt x="131440" y="229141"/>
                    <a:pt x="131550" y="228682"/>
                  </a:cubicBezTo>
                  <a:cubicBezTo>
                    <a:pt x="132049" y="226742"/>
                    <a:pt x="132720" y="226133"/>
                    <a:pt x="134201" y="224822"/>
                  </a:cubicBezTo>
                  <a:cubicBezTo>
                    <a:pt x="135912" y="223243"/>
                    <a:pt x="136413" y="222652"/>
                    <a:pt x="137178" y="220357"/>
                  </a:cubicBezTo>
                  <a:cubicBezTo>
                    <a:pt x="137915" y="219866"/>
                    <a:pt x="138651" y="219375"/>
                    <a:pt x="139410" y="218869"/>
                  </a:cubicBezTo>
                  <a:cubicBezTo>
                    <a:pt x="139656" y="218132"/>
                    <a:pt x="139901" y="217395"/>
                    <a:pt x="140154" y="216636"/>
                  </a:cubicBezTo>
                  <a:cubicBezTo>
                    <a:pt x="141390" y="215392"/>
                    <a:pt x="142631" y="214152"/>
                    <a:pt x="143875" y="212916"/>
                  </a:cubicBezTo>
                  <a:cubicBezTo>
                    <a:pt x="145523" y="210834"/>
                    <a:pt x="147063" y="208669"/>
                    <a:pt x="148591" y="206499"/>
                  </a:cubicBezTo>
                  <a:cubicBezTo>
                    <a:pt x="149529" y="205227"/>
                    <a:pt x="149529" y="205227"/>
                    <a:pt x="151317" y="203242"/>
                  </a:cubicBezTo>
                  <a:cubicBezTo>
                    <a:pt x="152299" y="203242"/>
                    <a:pt x="153281" y="203242"/>
                    <a:pt x="154293" y="203242"/>
                  </a:cubicBezTo>
                  <a:cubicBezTo>
                    <a:pt x="154293" y="202260"/>
                    <a:pt x="154293" y="201277"/>
                    <a:pt x="154293" y="200265"/>
                  </a:cubicBezTo>
                  <a:cubicBezTo>
                    <a:pt x="155030" y="200265"/>
                    <a:pt x="155767" y="200265"/>
                    <a:pt x="156526" y="200265"/>
                  </a:cubicBezTo>
                  <a:cubicBezTo>
                    <a:pt x="156526" y="199038"/>
                    <a:pt x="156526" y="197810"/>
                    <a:pt x="156526" y="196545"/>
                  </a:cubicBezTo>
                  <a:cubicBezTo>
                    <a:pt x="157508" y="196545"/>
                    <a:pt x="158490" y="196545"/>
                    <a:pt x="159502" y="196545"/>
                  </a:cubicBezTo>
                  <a:cubicBezTo>
                    <a:pt x="159502" y="195562"/>
                    <a:pt x="159502" y="194580"/>
                    <a:pt x="159502" y="193568"/>
                  </a:cubicBezTo>
                  <a:cubicBezTo>
                    <a:pt x="160484" y="193568"/>
                    <a:pt x="161467" y="193568"/>
                    <a:pt x="162479" y="193568"/>
                  </a:cubicBezTo>
                  <a:cubicBezTo>
                    <a:pt x="162918" y="192120"/>
                    <a:pt x="162918" y="192120"/>
                    <a:pt x="163223" y="190592"/>
                  </a:cubicBezTo>
                  <a:cubicBezTo>
                    <a:pt x="163960" y="190346"/>
                    <a:pt x="164696" y="190100"/>
                    <a:pt x="165455" y="189847"/>
                  </a:cubicBezTo>
                  <a:cubicBezTo>
                    <a:pt x="165732" y="188863"/>
                    <a:pt x="165981" y="187870"/>
                    <a:pt x="166199" y="186871"/>
                  </a:cubicBezTo>
                  <a:cubicBezTo>
                    <a:pt x="166691" y="186625"/>
                    <a:pt x="167182" y="186380"/>
                    <a:pt x="167688" y="186127"/>
                  </a:cubicBezTo>
                  <a:cubicBezTo>
                    <a:pt x="167903" y="185651"/>
                    <a:pt x="168117" y="185175"/>
                    <a:pt x="168339" y="184685"/>
                  </a:cubicBezTo>
                  <a:cubicBezTo>
                    <a:pt x="169176" y="183150"/>
                    <a:pt x="169176" y="183150"/>
                    <a:pt x="170571" y="182546"/>
                  </a:cubicBezTo>
                  <a:cubicBezTo>
                    <a:pt x="172402" y="181522"/>
                    <a:pt x="172698" y="180838"/>
                    <a:pt x="173641" y="179011"/>
                  </a:cubicBezTo>
                  <a:cubicBezTo>
                    <a:pt x="175129" y="176453"/>
                    <a:pt x="175129" y="176453"/>
                    <a:pt x="176757" y="175895"/>
                  </a:cubicBezTo>
                  <a:cubicBezTo>
                    <a:pt x="177202" y="175833"/>
                    <a:pt x="177647" y="175772"/>
                    <a:pt x="178106" y="175709"/>
                  </a:cubicBezTo>
                  <a:cubicBezTo>
                    <a:pt x="178351" y="174972"/>
                    <a:pt x="178597" y="174235"/>
                    <a:pt x="178850" y="173476"/>
                  </a:cubicBezTo>
                  <a:cubicBezTo>
                    <a:pt x="179586" y="173315"/>
                    <a:pt x="179586" y="173315"/>
                    <a:pt x="180338" y="173151"/>
                  </a:cubicBezTo>
                  <a:cubicBezTo>
                    <a:pt x="180829" y="173013"/>
                    <a:pt x="181320" y="172874"/>
                    <a:pt x="181826" y="172732"/>
                  </a:cubicBezTo>
                  <a:cubicBezTo>
                    <a:pt x="182319" y="171258"/>
                    <a:pt x="182319" y="171258"/>
                    <a:pt x="182570" y="169756"/>
                  </a:cubicBezTo>
                  <a:cubicBezTo>
                    <a:pt x="183062" y="169510"/>
                    <a:pt x="183553" y="169264"/>
                    <a:pt x="184059" y="169011"/>
                  </a:cubicBezTo>
                  <a:cubicBezTo>
                    <a:pt x="184274" y="168520"/>
                    <a:pt x="184489" y="168029"/>
                    <a:pt x="184710" y="167523"/>
                  </a:cubicBezTo>
                  <a:cubicBezTo>
                    <a:pt x="185124" y="166786"/>
                    <a:pt x="185124" y="166786"/>
                    <a:pt x="185547" y="166035"/>
                  </a:cubicBezTo>
                  <a:cubicBezTo>
                    <a:pt x="186054" y="165912"/>
                    <a:pt x="186560" y="165789"/>
                    <a:pt x="187082" y="165663"/>
                  </a:cubicBezTo>
                  <a:cubicBezTo>
                    <a:pt x="187558" y="165540"/>
                    <a:pt x="188033" y="165417"/>
                    <a:pt x="188524" y="165291"/>
                  </a:cubicBezTo>
                  <a:cubicBezTo>
                    <a:pt x="188646" y="164784"/>
                    <a:pt x="188769" y="164278"/>
                    <a:pt x="188896" y="163756"/>
                  </a:cubicBezTo>
                  <a:cubicBezTo>
                    <a:pt x="189018" y="163280"/>
                    <a:pt x="189141" y="162804"/>
                    <a:pt x="189268" y="162314"/>
                  </a:cubicBezTo>
                  <a:cubicBezTo>
                    <a:pt x="190250" y="162314"/>
                    <a:pt x="191232" y="162314"/>
                    <a:pt x="192244" y="162314"/>
                  </a:cubicBezTo>
                  <a:cubicBezTo>
                    <a:pt x="192244" y="161332"/>
                    <a:pt x="192244" y="160350"/>
                    <a:pt x="192244" y="159338"/>
                  </a:cubicBezTo>
                  <a:cubicBezTo>
                    <a:pt x="193227" y="159338"/>
                    <a:pt x="194209" y="159338"/>
                    <a:pt x="195221" y="159338"/>
                  </a:cubicBezTo>
                  <a:cubicBezTo>
                    <a:pt x="196091" y="157534"/>
                    <a:pt x="196091" y="157534"/>
                    <a:pt x="196709" y="155617"/>
                  </a:cubicBezTo>
                  <a:cubicBezTo>
                    <a:pt x="197200" y="155371"/>
                    <a:pt x="197691" y="155126"/>
                    <a:pt x="198197" y="154873"/>
                  </a:cubicBezTo>
                  <a:cubicBezTo>
                    <a:pt x="198443" y="154136"/>
                    <a:pt x="198689" y="153399"/>
                    <a:pt x="198942" y="152640"/>
                  </a:cubicBezTo>
                  <a:cubicBezTo>
                    <a:pt x="199571" y="152533"/>
                    <a:pt x="200200" y="152425"/>
                    <a:pt x="200848" y="152315"/>
                  </a:cubicBezTo>
                  <a:cubicBezTo>
                    <a:pt x="201447" y="152177"/>
                    <a:pt x="202046" y="152039"/>
                    <a:pt x="202662" y="151896"/>
                  </a:cubicBezTo>
                  <a:cubicBezTo>
                    <a:pt x="202662" y="150914"/>
                    <a:pt x="202662" y="149932"/>
                    <a:pt x="202662" y="148920"/>
                  </a:cubicBezTo>
                  <a:cubicBezTo>
                    <a:pt x="203261" y="148981"/>
                    <a:pt x="203859" y="149042"/>
                    <a:pt x="204476" y="149106"/>
                  </a:cubicBezTo>
                  <a:cubicBezTo>
                    <a:pt x="205105" y="149044"/>
                    <a:pt x="205735" y="148983"/>
                    <a:pt x="206383" y="148920"/>
                  </a:cubicBezTo>
                  <a:cubicBezTo>
                    <a:pt x="206890" y="147512"/>
                    <a:pt x="206890" y="147512"/>
                    <a:pt x="207127" y="145943"/>
                  </a:cubicBezTo>
                  <a:cubicBezTo>
                    <a:pt x="208232" y="145206"/>
                    <a:pt x="208232" y="145206"/>
                    <a:pt x="209360" y="144455"/>
                  </a:cubicBezTo>
                  <a:cubicBezTo>
                    <a:pt x="209605" y="143718"/>
                    <a:pt x="209851" y="142981"/>
                    <a:pt x="210104" y="142222"/>
                  </a:cubicBezTo>
                  <a:cubicBezTo>
                    <a:pt x="211344" y="141726"/>
                    <a:pt x="212584" y="141230"/>
                    <a:pt x="213824" y="140734"/>
                  </a:cubicBezTo>
                  <a:cubicBezTo>
                    <a:pt x="214070" y="139997"/>
                    <a:pt x="214316" y="139261"/>
                    <a:pt x="214569" y="138502"/>
                  </a:cubicBezTo>
                  <a:cubicBezTo>
                    <a:pt x="215551" y="138502"/>
                    <a:pt x="216533" y="138502"/>
                    <a:pt x="217545" y="138502"/>
                  </a:cubicBezTo>
                  <a:cubicBezTo>
                    <a:pt x="217653" y="138026"/>
                    <a:pt x="217760" y="137550"/>
                    <a:pt x="217871" y="137060"/>
                  </a:cubicBezTo>
                  <a:cubicBezTo>
                    <a:pt x="218009" y="136553"/>
                    <a:pt x="218147" y="136047"/>
                    <a:pt x="218289" y="135525"/>
                  </a:cubicBezTo>
                  <a:cubicBezTo>
                    <a:pt x="218918" y="135402"/>
                    <a:pt x="219548" y="135280"/>
                    <a:pt x="220196" y="135153"/>
                  </a:cubicBezTo>
                  <a:cubicBezTo>
                    <a:pt x="220795" y="135030"/>
                    <a:pt x="221393" y="134908"/>
                    <a:pt x="222010" y="134781"/>
                  </a:cubicBezTo>
                  <a:cubicBezTo>
                    <a:pt x="222010" y="133799"/>
                    <a:pt x="222010" y="132816"/>
                    <a:pt x="222010" y="131804"/>
                  </a:cubicBezTo>
                  <a:cubicBezTo>
                    <a:pt x="223452" y="131386"/>
                    <a:pt x="223452" y="131386"/>
                    <a:pt x="224987" y="131060"/>
                  </a:cubicBezTo>
                  <a:cubicBezTo>
                    <a:pt x="225232" y="130324"/>
                    <a:pt x="225478" y="129587"/>
                    <a:pt x="225731" y="128828"/>
                  </a:cubicBezTo>
                  <a:cubicBezTo>
                    <a:pt x="226971" y="128332"/>
                    <a:pt x="228211" y="127836"/>
                    <a:pt x="229451" y="127340"/>
                  </a:cubicBezTo>
                  <a:cubicBezTo>
                    <a:pt x="229697" y="126603"/>
                    <a:pt x="229942" y="125866"/>
                    <a:pt x="230195" y="125107"/>
                  </a:cubicBezTo>
                  <a:cubicBezTo>
                    <a:pt x="231436" y="124611"/>
                    <a:pt x="232676" y="124115"/>
                    <a:pt x="233916" y="123619"/>
                  </a:cubicBezTo>
                  <a:cubicBezTo>
                    <a:pt x="234162" y="122882"/>
                    <a:pt x="234407" y="122145"/>
                    <a:pt x="234660" y="121386"/>
                  </a:cubicBezTo>
                  <a:cubicBezTo>
                    <a:pt x="235901" y="121138"/>
                    <a:pt x="237141" y="120890"/>
                    <a:pt x="238381" y="120642"/>
                  </a:cubicBezTo>
                  <a:cubicBezTo>
                    <a:pt x="238627" y="119906"/>
                    <a:pt x="238872" y="119169"/>
                    <a:pt x="239125" y="118410"/>
                  </a:cubicBezTo>
                  <a:cubicBezTo>
                    <a:pt x="240117" y="117914"/>
                    <a:pt x="241110" y="117418"/>
                    <a:pt x="242102" y="116922"/>
                  </a:cubicBezTo>
                  <a:cubicBezTo>
                    <a:pt x="242347" y="116185"/>
                    <a:pt x="242593" y="115448"/>
                    <a:pt x="242846" y="114689"/>
                  </a:cubicBezTo>
                  <a:cubicBezTo>
                    <a:pt x="243583" y="114720"/>
                    <a:pt x="244319" y="114751"/>
                    <a:pt x="245078" y="114782"/>
                  </a:cubicBezTo>
                  <a:cubicBezTo>
                    <a:pt x="245815" y="114752"/>
                    <a:pt x="246552" y="114721"/>
                    <a:pt x="247311" y="114689"/>
                  </a:cubicBezTo>
                  <a:cubicBezTo>
                    <a:pt x="247434" y="114075"/>
                    <a:pt x="247556" y="113461"/>
                    <a:pt x="247683" y="112829"/>
                  </a:cubicBezTo>
                  <a:cubicBezTo>
                    <a:pt x="247806" y="112215"/>
                    <a:pt x="247928" y="111601"/>
                    <a:pt x="248055" y="110969"/>
                  </a:cubicBezTo>
                  <a:cubicBezTo>
                    <a:pt x="250334" y="110736"/>
                    <a:pt x="250334" y="110736"/>
                    <a:pt x="252520" y="110969"/>
                  </a:cubicBezTo>
                  <a:cubicBezTo>
                    <a:pt x="252520" y="109986"/>
                    <a:pt x="252520" y="109004"/>
                    <a:pt x="252520" y="107992"/>
                  </a:cubicBezTo>
                  <a:cubicBezTo>
                    <a:pt x="253510" y="107736"/>
                    <a:pt x="254502" y="107489"/>
                    <a:pt x="255496" y="107248"/>
                  </a:cubicBezTo>
                  <a:cubicBezTo>
                    <a:pt x="255588" y="106757"/>
                    <a:pt x="255680" y="106266"/>
                    <a:pt x="255775" y="105760"/>
                  </a:cubicBezTo>
                  <a:cubicBezTo>
                    <a:pt x="256006" y="105023"/>
                    <a:pt x="256006" y="105023"/>
                    <a:pt x="256240" y="104271"/>
                  </a:cubicBezTo>
                  <a:cubicBezTo>
                    <a:pt x="257723" y="103993"/>
                    <a:pt x="259212" y="103745"/>
                    <a:pt x="260705" y="103527"/>
                  </a:cubicBezTo>
                  <a:cubicBezTo>
                    <a:pt x="260951" y="102790"/>
                    <a:pt x="261196" y="102054"/>
                    <a:pt x="261449" y="101295"/>
                  </a:cubicBezTo>
                  <a:cubicBezTo>
                    <a:pt x="262554" y="101134"/>
                    <a:pt x="262554" y="101134"/>
                    <a:pt x="263682" y="100969"/>
                  </a:cubicBezTo>
                  <a:cubicBezTo>
                    <a:pt x="264419" y="100831"/>
                    <a:pt x="265155" y="100693"/>
                    <a:pt x="265914" y="100551"/>
                  </a:cubicBezTo>
                  <a:cubicBezTo>
                    <a:pt x="266037" y="100059"/>
                    <a:pt x="266160" y="99568"/>
                    <a:pt x="266286" y="99062"/>
                  </a:cubicBezTo>
                  <a:cubicBezTo>
                    <a:pt x="266409" y="98571"/>
                    <a:pt x="266532" y="98080"/>
                    <a:pt x="266658" y="97574"/>
                  </a:cubicBezTo>
                  <a:cubicBezTo>
                    <a:pt x="268141" y="97296"/>
                    <a:pt x="269630" y="97048"/>
                    <a:pt x="271123" y="96830"/>
                  </a:cubicBezTo>
                  <a:cubicBezTo>
                    <a:pt x="271369" y="96093"/>
                    <a:pt x="271614" y="95356"/>
                    <a:pt x="271867" y="94597"/>
                  </a:cubicBezTo>
                  <a:cubicBezTo>
                    <a:pt x="274146" y="94086"/>
                    <a:pt x="274146" y="94086"/>
                    <a:pt x="276332" y="93853"/>
                  </a:cubicBezTo>
                  <a:cubicBezTo>
                    <a:pt x="276332" y="92871"/>
                    <a:pt x="276332" y="91889"/>
                    <a:pt x="276332" y="90877"/>
                  </a:cubicBezTo>
                  <a:cubicBezTo>
                    <a:pt x="278297" y="90631"/>
                    <a:pt x="280261" y="90386"/>
                    <a:pt x="282285" y="90133"/>
                  </a:cubicBezTo>
                  <a:cubicBezTo>
                    <a:pt x="282285" y="89150"/>
                    <a:pt x="282285" y="88168"/>
                    <a:pt x="282285" y="87156"/>
                  </a:cubicBezTo>
                  <a:cubicBezTo>
                    <a:pt x="283007" y="87079"/>
                    <a:pt x="283728" y="87003"/>
                    <a:pt x="284471" y="86923"/>
                  </a:cubicBezTo>
                  <a:cubicBezTo>
                    <a:pt x="285223" y="86755"/>
                    <a:pt x="285975" y="86586"/>
                    <a:pt x="286750" y="86412"/>
                  </a:cubicBezTo>
                  <a:cubicBezTo>
                    <a:pt x="286996" y="85675"/>
                    <a:pt x="287241" y="84938"/>
                    <a:pt x="287494" y="84179"/>
                  </a:cubicBezTo>
                  <a:cubicBezTo>
                    <a:pt x="289231" y="83683"/>
                    <a:pt x="290967" y="83187"/>
                    <a:pt x="292703" y="82691"/>
                  </a:cubicBezTo>
                  <a:cubicBezTo>
                    <a:pt x="292949" y="81954"/>
                    <a:pt x="293194" y="81218"/>
                    <a:pt x="293447" y="80459"/>
                  </a:cubicBezTo>
                  <a:cubicBezTo>
                    <a:pt x="294714" y="80298"/>
                    <a:pt x="294714" y="80298"/>
                    <a:pt x="296005" y="80133"/>
                  </a:cubicBezTo>
                  <a:cubicBezTo>
                    <a:pt x="296880" y="79995"/>
                    <a:pt x="297755" y="79857"/>
                    <a:pt x="298656" y="79715"/>
                  </a:cubicBezTo>
                  <a:cubicBezTo>
                    <a:pt x="299164" y="78728"/>
                    <a:pt x="299662" y="77737"/>
                    <a:pt x="300145" y="76738"/>
                  </a:cubicBezTo>
                  <a:cubicBezTo>
                    <a:pt x="302470" y="76552"/>
                    <a:pt x="302470" y="76552"/>
                    <a:pt x="304610" y="76738"/>
                  </a:cubicBezTo>
                  <a:cubicBezTo>
                    <a:pt x="304610" y="75756"/>
                    <a:pt x="304610" y="74774"/>
                    <a:pt x="304610" y="73761"/>
                  </a:cubicBezTo>
                  <a:cubicBezTo>
                    <a:pt x="305454" y="73700"/>
                    <a:pt x="306298" y="73639"/>
                    <a:pt x="307168" y="73575"/>
                  </a:cubicBezTo>
                  <a:cubicBezTo>
                    <a:pt x="308042" y="73391"/>
                    <a:pt x="308917" y="73207"/>
                    <a:pt x="309819" y="73017"/>
                  </a:cubicBezTo>
                  <a:cubicBezTo>
                    <a:pt x="309927" y="72523"/>
                    <a:pt x="310035" y="72029"/>
                    <a:pt x="310147" y="71520"/>
                  </a:cubicBezTo>
                  <a:cubicBezTo>
                    <a:pt x="310353" y="70788"/>
                    <a:pt x="310353" y="70788"/>
                    <a:pt x="310563" y="70041"/>
                  </a:cubicBezTo>
                  <a:cubicBezTo>
                    <a:pt x="312074" y="69666"/>
                    <a:pt x="312074" y="69666"/>
                    <a:pt x="313911" y="69622"/>
                  </a:cubicBezTo>
                  <a:cubicBezTo>
                    <a:pt x="315703" y="69621"/>
                    <a:pt x="315703" y="69621"/>
                    <a:pt x="317260" y="69297"/>
                  </a:cubicBezTo>
                  <a:cubicBezTo>
                    <a:pt x="317506" y="68560"/>
                    <a:pt x="317751" y="67823"/>
                    <a:pt x="318004" y="67064"/>
                  </a:cubicBezTo>
                  <a:cubicBezTo>
                    <a:pt x="319379" y="66683"/>
                    <a:pt x="319379" y="66683"/>
                    <a:pt x="321027" y="66553"/>
                  </a:cubicBezTo>
                  <a:cubicBezTo>
                    <a:pt x="321994" y="66476"/>
                    <a:pt x="322961" y="66399"/>
                    <a:pt x="323957" y="66320"/>
                  </a:cubicBezTo>
                  <a:cubicBezTo>
                    <a:pt x="323957" y="65338"/>
                    <a:pt x="323957" y="64356"/>
                    <a:pt x="323957" y="63344"/>
                  </a:cubicBezTo>
                  <a:cubicBezTo>
                    <a:pt x="324924" y="63420"/>
                    <a:pt x="325891" y="63497"/>
                    <a:pt x="326887" y="63576"/>
                  </a:cubicBezTo>
                  <a:cubicBezTo>
                    <a:pt x="328516" y="63643"/>
                    <a:pt x="328516" y="63643"/>
                    <a:pt x="329910" y="63344"/>
                  </a:cubicBezTo>
                  <a:cubicBezTo>
                    <a:pt x="330018" y="62730"/>
                    <a:pt x="330125" y="62116"/>
                    <a:pt x="330236" y="61483"/>
                  </a:cubicBezTo>
                  <a:cubicBezTo>
                    <a:pt x="330374" y="60869"/>
                    <a:pt x="330512" y="60255"/>
                    <a:pt x="330654" y="59623"/>
                  </a:cubicBezTo>
                  <a:cubicBezTo>
                    <a:pt x="332906" y="59256"/>
                    <a:pt x="335088" y="59417"/>
                    <a:pt x="337352" y="59623"/>
                  </a:cubicBezTo>
                  <a:cubicBezTo>
                    <a:pt x="337352" y="58641"/>
                    <a:pt x="337352" y="57658"/>
                    <a:pt x="337352" y="56646"/>
                  </a:cubicBezTo>
                  <a:cubicBezTo>
                    <a:pt x="338980" y="56108"/>
                    <a:pt x="338980" y="56108"/>
                    <a:pt x="341072" y="55856"/>
                  </a:cubicBezTo>
                  <a:cubicBezTo>
                    <a:pt x="343105" y="55654"/>
                    <a:pt x="343105" y="55654"/>
                    <a:pt x="344793" y="55158"/>
                  </a:cubicBezTo>
                  <a:cubicBezTo>
                    <a:pt x="344793" y="54421"/>
                    <a:pt x="344793" y="53685"/>
                    <a:pt x="344793" y="52926"/>
                  </a:cubicBezTo>
                  <a:cubicBezTo>
                    <a:pt x="345268" y="52960"/>
                    <a:pt x="345743" y="52995"/>
                    <a:pt x="346232" y="53030"/>
                  </a:cubicBezTo>
                  <a:cubicBezTo>
                    <a:pt x="346847" y="53057"/>
                    <a:pt x="347462" y="53084"/>
                    <a:pt x="348095" y="53112"/>
                  </a:cubicBezTo>
                  <a:cubicBezTo>
                    <a:pt x="348708" y="53146"/>
                    <a:pt x="349321" y="53181"/>
                    <a:pt x="349953" y="53216"/>
                  </a:cubicBezTo>
                  <a:cubicBezTo>
                    <a:pt x="350460" y="53120"/>
                    <a:pt x="350968" y="53024"/>
                    <a:pt x="351490" y="52926"/>
                  </a:cubicBezTo>
                  <a:cubicBezTo>
                    <a:pt x="351744" y="51935"/>
                    <a:pt x="351992" y="50943"/>
                    <a:pt x="352235" y="49949"/>
                  </a:cubicBezTo>
                  <a:cubicBezTo>
                    <a:pt x="353720" y="49600"/>
                    <a:pt x="353720" y="49600"/>
                    <a:pt x="355537" y="49577"/>
                  </a:cubicBezTo>
                  <a:cubicBezTo>
                    <a:pt x="357323" y="49615"/>
                    <a:pt x="357323" y="49615"/>
                    <a:pt x="358932" y="49205"/>
                  </a:cubicBezTo>
                  <a:cubicBezTo>
                    <a:pt x="359429" y="48213"/>
                    <a:pt x="359926" y="47221"/>
                    <a:pt x="360420" y="46228"/>
                  </a:cubicBezTo>
                  <a:cubicBezTo>
                    <a:pt x="362166" y="45837"/>
                    <a:pt x="363773" y="45856"/>
                    <a:pt x="365559" y="45833"/>
                  </a:cubicBezTo>
                  <a:cubicBezTo>
                    <a:pt x="366073" y="45718"/>
                    <a:pt x="366588" y="45603"/>
                    <a:pt x="367117" y="45484"/>
                  </a:cubicBezTo>
                  <a:cubicBezTo>
                    <a:pt x="367362" y="44994"/>
                    <a:pt x="367607" y="44504"/>
                    <a:pt x="367859" y="43999"/>
                  </a:cubicBezTo>
                  <a:cubicBezTo>
                    <a:pt x="368105" y="43507"/>
                    <a:pt x="368352" y="43015"/>
                    <a:pt x="368606" y="42508"/>
                  </a:cubicBezTo>
                  <a:cubicBezTo>
                    <a:pt x="370190" y="42133"/>
                    <a:pt x="370190" y="42133"/>
                    <a:pt x="372001" y="42089"/>
                  </a:cubicBezTo>
                  <a:cubicBezTo>
                    <a:pt x="373771" y="42088"/>
                    <a:pt x="373771" y="42088"/>
                    <a:pt x="375303" y="41763"/>
                  </a:cubicBezTo>
                  <a:cubicBezTo>
                    <a:pt x="375548" y="41027"/>
                    <a:pt x="375794" y="40290"/>
                    <a:pt x="376047" y="39531"/>
                  </a:cubicBezTo>
                  <a:cubicBezTo>
                    <a:pt x="377910" y="39313"/>
                    <a:pt x="377910" y="39313"/>
                    <a:pt x="380186" y="39391"/>
                  </a:cubicBezTo>
                  <a:cubicBezTo>
                    <a:pt x="380939" y="39412"/>
                    <a:pt x="381692" y="39432"/>
                    <a:pt x="382468" y="39453"/>
                  </a:cubicBezTo>
                  <a:cubicBezTo>
                    <a:pt x="383050" y="39478"/>
                    <a:pt x="383633" y="39504"/>
                    <a:pt x="384233" y="39531"/>
                  </a:cubicBezTo>
                  <a:cubicBezTo>
                    <a:pt x="384233" y="38303"/>
                    <a:pt x="384233" y="37075"/>
                    <a:pt x="384233" y="35810"/>
                  </a:cubicBezTo>
                  <a:cubicBezTo>
                    <a:pt x="387179" y="35810"/>
                    <a:pt x="390126" y="35810"/>
                    <a:pt x="393162" y="35810"/>
                  </a:cubicBezTo>
                  <a:cubicBezTo>
                    <a:pt x="393162" y="34828"/>
                    <a:pt x="393162" y="33846"/>
                    <a:pt x="393162" y="32834"/>
                  </a:cubicBezTo>
                  <a:cubicBezTo>
                    <a:pt x="393682" y="32789"/>
                    <a:pt x="394202" y="32744"/>
                    <a:pt x="394738" y="32697"/>
                  </a:cubicBezTo>
                  <a:cubicBezTo>
                    <a:pt x="395415" y="32635"/>
                    <a:pt x="396092" y="32572"/>
                    <a:pt x="396790" y="32508"/>
                  </a:cubicBezTo>
                  <a:cubicBezTo>
                    <a:pt x="397463" y="32448"/>
                    <a:pt x="398137" y="32387"/>
                    <a:pt x="398831" y="32325"/>
                  </a:cubicBezTo>
                  <a:cubicBezTo>
                    <a:pt x="400612" y="32186"/>
                    <a:pt x="400612" y="32186"/>
                    <a:pt x="402092" y="31345"/>
                  </a:cubicBezTo>
                  <a:cubicBezTo>
                    <a:pt x="402092" y="30609"/>
                    <a:pt x="402092" y="29872"/>
                    <a:pt x="402092" y="29113"/>
                  </a:cubicBezTo>
                  <a:cubicBezTo>
                    <a:pt x="405284" y="29113"/>
                    <a:pt x="408477" y="29113"/>
                    <a:pt x="411766" y="29113"/>
                  </a:cubicBezTo>
                  <a:cubicBezTo>
                    <a:pt x="411766" y="28131"/>
                    <a:pt x="411766" y="27149"/>
                    <a:pt x="411766" y="26136"/>
                  </a:cubicBezTo>
                  <a:cubicBezTo>
                    <a:pt x="412549" y="26029"/>
                    <a:pt x="413331" y="25922"/>
                    <a:pt x="414138" y="25811"/>
                  </a:cubicBezTo>
                  <a:cubicBezTo>
                    <a:pt x="415074" y="25673"/>
                    <a:pt x="416010" y="25535"/>
                    <a:pt x="416975" y="25392"/>
                  </a:cubicBezTo>
                  <a:cubicBezTo>
                    <a:pt x="418034" y="25254"/>
                    <a:pt x="418034" y="25254"/>
                    <a:pt x="419114" y="25113"/>
                  </a:cubicBezTo>
                  <a:cubicBezTo>
                    <a:pt x="419636" y="24960"/>
                    <a:pt x="420158" y="24806"/>
                    <a:pt x="420695" y="24648"/>
                  </a:cubicBezTo>
                  <a:cubicBezTo>
                    <a:pt x="420941" y="23912"/>
                    <a:pt x="421187" y="23175"/>
                    <a:pt x="421440" y="22416"/>
                  </a:cubicBezTo>
                  <a:cubicBezTo>
                    <a:pt x="423952" y="22095"/>
                    <a:pt x="426419" y="22088"/>
                    <a:pt x="428951" y="22047"/>
                  </a:cubicBezTo>
                  <a:cubicBezTo>
                    <a:pt x="429664" y="21923"/>
                    <a:pt x="430378" y="21799"/>
                    <a:pt x="431113" y="21672"/>
                  </a:cubicBezTo>
                  <a:cubicBezTo>
                    <a:pt x="431236" y="21181"/>
                    <a:pt x="431359" y="20689"/>
                    <a:pt x="431486" y="20183"/>
                  </a:cubicBezTo>
                  <a:cubicBezTo>
                    <a:pt x="431608" y="19692"/>
                    <a:pt x="431731" y="19201"/>
                    <a:pt x="431858" y="18695"/>
                  </a:cubicBezTo>
                  <a:cubicBezTo>
                    <a:pt x="434020" y="18320"/>
                    <a:pt x="434020" y="18320"/>
                    <a:pt x="436695" y="18276"/>
                  </a:cubicBezTo>
                  <a:cubicBezTo>
                    <a:pt x="439290" y="18277"/>
                    <a:pt x="439290" y="18277"/>
                    <a:pt x="441531" y="17951"/>
                  </a:cubicBezTo>
                  <a:cubicBezTo>
                    <a:pt x="441777" y="17214"/>
                    <a:pt x="442023" y="16478"/>
                    <a:pt x="442276" y="15719"/>
                  </a:cubicBezTo>
                  <a:cubicBezTo>
                    <a:pt x="444981" y="15397"/>
                    <a:pt x="447645" y="15391"/>
                    <a:pt x="450368" y="15349"/>
                  </a:cubicBezTo>
                  <a:cubicBezTo>
                    <a:pt x="451519" y="15164"/>
                    <a:pt x="451519" y="15164"/>
                    <a:pt x="452694" y="14974"/>
                  </a:cubicBezTo>
                  <a:cubicBezTo>
                    <a:pt x="452853" y="14242"/>
                    <a:pt x="452853" y="14242"/>
                    <a:pt x="453016" y="13495"/>
                  </a:cubicBezTo>
                  <a:cubicBezTo>
                    <a:pt x="453225" y="12754"/>
                    <a:pt x="453225" y="12754"/>
                    <a:pt x="453438" y="11998"/>
                  </a:cubicBezTo>
                  <a:cubicBezTo>
                    <a:pt x="455525" y="11644"/>
                    <a:pt x="457341" y="11479"/>
                    <a:pt x="459437" y="11440"/>
                  </a:cubicBezTo>
                  <a:cubicBezTo>
                    <a:pt x="460002" y="11418"/>
                    <a:pt x="460566" y="11396"/>
                    <a:pt x="461148" y="11373"/>
                  </a:cubicBezTo>
                  <a:cubicBezTo>
                    <a:pt x="462546" y="11320"/>
                    <a:pt x="463945" y="11285"/>
                    <a:pt x="465344" y="11254"/>
                  </a:cubicBezTo>
                  <a:cubicBezTo>
                    <a:pt x="465344" y="10517"/>
                    <a:pt x="465344" y="9780"/>
                    <a:pt x="465344" y="9021"/>
                  </a:cubicBezTo>
                  <a:cubicBezTo>
                    <a:pt x="466132" y="8976"/>
                    <a:pt x="466921" y="8931"/>
                    <a:pt x="467733" y="8885"/>
                  </a:cubicBezTo>
                  <a:cubicBezTo>
                    <a:pt x="468766" y="8822"/>
                    <a:pt x="469799" y="8759"/>
                    <a:pt x="470832" y="8696"/>
                  </a:cubicBezTo>
                  <a:cubicBezTo>
                    <a:pt x="471352" y="8666"/>
                    <a:pt x="471872" y="8637"/>
                    <a:pt x="472407" y="8607"/>
                  </a:cubicBezTo>
                  <a:cubicBezTo>
                    <a:pt x="475296" y="8469"/>
                    <a:pt x="475296" y="8469"/>
                    <a:pt x="477994" y="7533"/>
                  </a:cubicBezTo>
                  <a:cubicBezTo>
                    <a:pt x="478240" y="6796"/>
                    <a:pt x="478485" y="6060"/>
                    <a:pt x="478738" y="5301"/>
                  </a:cubicBezTo>
                  <a:cubicBezTo>
                    <a:pt x="480177" y="5026"/>
                    <a:pt x="480177" y="5026"/>
                    <a:pt x="482041" y="5024"/>
                  </a:cubicBezTo>
                  <a:cubicBezTo>
                    <a:pt x="483039" y="5005"/>
                    <a:pt x="483039" y="5005"/>
                    <a:pt x="484058" y="4985"/>
                  </a:cubicBezTo>
                  <a:cubicBezTo>
                    <a:pt x="485473" y="4978"/>
                    <a:pt x="486887" y="4975"/>
                    <a:pt x="488302" y="4974"/>
                  </a:cubicBezTo>
                  <a:cubicBezTo>
                    <a:pt x="488968" y="4960"/>
                    <a:pt x="489633" y="4946"/>
                    <a:pt x="490319" y="4931"/>
                  </a:cubicBezTo>
                  <a:cubicBezTo>
                    <a:pt x="491241" y="4929"/>
                    <a:pt x="491241" y="4929"/>
                    <a:pt x="492182" y="4927"/>
                  </a:cubicBezTo>
                  <a:cubicBezTo>
                    <a:pt x="492657" y="4805"/>
                    <a:pt x="493132" y="4682"/>
                    <a:pt x="493621" y="4556"/>
                  </a:cubicBezTo>
                  <a:cubicBezTo>
                    <a:pt x="493727" y="4064"/>
                    <a:pt x="493832" y="3571"/>
                    <a:pt x="493941" y="3063"/>
                  </a:cubicBezTo>
                  <a:cubicBezTo>
                    <a:pt x="494081" y="2573"/>
                    <a:pt x="494221" y="2084"/>
                    <a:pt x="494365" y="1580"/>
                  </a:cubicBezTo>
                  <a:cubicBezTo>
                    <a:pt x="496158" y="1242"/>
                    <a:pt x="496158" y="1242"/>
                    <a:pt x="498508" y="1289"/>
                  </a:cubicBezTo>
                  <a:cubicBezTo>
                    <a:pt x="499345" y="1299"/>
                    <a:pt x="500181" y="1308"/>
                    <a:pt x="501044" y="1318"/>
                  </a:cubicBezTo>
                  <a:cubicBezTo>
                    <a:pt x="501925" y="1343"/>
                    <a:pt x="502806" y="1368"/>
                    <a:pt x="503714" y="1394"/>
                  </a:cubicBezTo>
                  <a:cubicBezTo>
                    <a:pt x="505040" y="1414"/>
                    <a:pt x="505040" y="1414"/>
                    <a:pt x="506392" y="1435"/>
                  </a:cubicBezTo>
                  <a:cubicBezTo>
                    <a:pt x="508585" y="1470"/>
                    <a:pt x="510777" y="1519"/>
                    <a:pt x="512969" y="1580"/>
                  </a:cubicBezTo>
                  <a:cubicBezTo>
                    <a:pt x="512969" y="1089"/>
                    <a:pt x="512969" y="598"/>
                    <a:pt x="512969" y="92"/>
                  </a:cubicBezTo>
                  <a:close/>
                </a:path>
              </a:pathLst>
            </a:custGeom>
            <a:grpFill/>
            <a:ln w="744" cap="flat">
              <a:noFill/>
              <a:prstDash val="solid"/>
              <a:miter/>
            </a:ln>
          </p:spPr>
          <p:txBody>
            <a:bodyPr rtlCol="0" anchor="ctr"/>
            <a:lstStyle/>
            <a:p>
              <a:endParaRPr lang="zh-CN" altLang="en-US"/>
            </a:p>
          </p:txBody>
        </p:sp>
        <p:sp>
          <p:nvSpPr>
            <p:cNvPr id="146" name="任意多边形: 形状 145"/>
            <p:cNvSpPr/>
            <p:nvPr/>
          </p:nvSpPr>
          <p:spPr>
            <a:xfrm>
              <a:off x="10595432" y="624349"/>
              <a:ext cx="279565" cy="539901"/>
            </a:xfrm>
            <a:custGeom>
              <a:avLst/>
              <a:gdLst>
                <a:gd name="connsiteX0" fmla="*/ 174025 w 279567"/>
                <a:gd name="connsiteY0" fmla="*/ 173539 h 539886"/>
                <a:gd name="connsiteX1" fmla="*/ 171250 w 279567"/>
                <a:gd name="connsiteY1" fmla="*/ 173580 h 539886"/>
                <a:gd name="connsiteX2" fmla="*/ 162081 w 279567"/>
                <a:gd name="connsiteY2" fmla="*/ 173609 h 539886"/>
                <a:gd name="connsiteX3" fmla="*/ 153855 w 279567"/>
                <a:gd name="connsiteY3" fmla="*/ 173652 h 539886"/>
                <a:gd name="connsiteX4" fmla="*/ 138328 w 279567"/>
                <a:gd name="connsiteY4" fmla="*/ 173721 h 539886"/>
                <a:gd name="connsiteX5" fmla="*/ 120507 w 279567"/>
                <a:gd name="connsiteY5" fmla="*/ 173809 h 539886"/>
                <a:gd name="connsiteX6" fmla="*/ 82124 w 279567"/>
                <a:gd name="connsiteY6" fmla="*/ 174002 h 539886"/>
                <a:gd name="connsiteX7" fmla="*/ 81823 w 279567"/>
                <a:gd name="connsiteY7" fmla="*/ 188213 h 539886"/>
                <a:gd name="connsiteX8" fmla="*/ 81706 w 279567"/>
                <a:gd name="connsiteY8" fmla="*/ 194001 h 539886"/>
                <a:gd name="connsiteX9" fmla="*/ 81524 w 279567"/>
                <a:gd name="connsiteY9" fmla="*/ 202554 h 539886"/>
                <a:gd name="connsiteX10" fmla="*/ 81470 w 279567"/>
                <a:gd name="connsiteY10" fmla="*/ 205250 h 539886"/>
                <a:gd name="connsiteX11" fmla="*/ 81409 w 279567"/>
                <a:gd name="connsiteY11" fmla="*/ 207890 h 539886"/>
                <a:gd name="connsiteX12" fmla="*/ 81364 w 279567"/>
                <a:gd name="connsiteY12" fmla="*/ 210328 h 539886"/>
                <a:gd name="connsiteX13" fmla="*/ 82124 w 279567"/>
                <a:gd name="connsiteY13" fmla="*/ 215674 h 539886"/>
                <a:gd name="connsiteX14" fmla="*/ 83759 w 279567"/>
                <a:gd name="connsiteY14" fmla="*/ 215859 h 539886"/>
                <a:gd name="connsiteX15" fmla="*/ 85966 w 279567"/>
                <a:gd name="connsiteY15" fmla="*/ 215858 h 539886"/>
                <a:gd name="connsiteX16" fmla="*/ 88489 w 279567"/>
                <a:gd name="connsiteY16" fmla="*/ 215867 h 539886"/>
                <a:gd name="connsiteX17" fmla="*/ 91282 w 279567"/>
                <a:gd name="connsiteY17" fmla="*/ 215855 h 539886"/>
                <a:gd name="connsiteX18" fmla="*/ 100509 w 279567"/>
                <a:gd name="connsiteY18" fmla="*/ 215854 h 539886"/>
                <a:gd name="connsiteX19" fmla="*/ 108790 w 279567"/>
                <a:gd name="connsiteY19" fmla="*/ 215844 h 539886"/>
                <a:gd name="connsiteX20" fmla="*/ 122638 w 279567"/>
                <a:gd name="connsiteY20" fmla="*/ 215831 h 539886"/>
                <a:gd name="connsiteX21" fmla="*/ 138795 w 279567"/>
                <a:gd name="connsiteY21" fmla="*/ 215812 h 539886"/>
                <a:gd name="connsiteX22" fmla="*/ 154429 w 279567"/>
                <a:gd name="connsiteY22" fmla="*/ 215804 h 539886"/>
                <a:gd name="connsiteX23" fmla="*/ 161059 w 279567"/>
                <a:gd name="connsiteY23" fmla="*/ 215798 h 539886"/>
                <a:gd name="connsiteX24" fmla="*/ 169015 w 279567"/>
                <a:gd name="connsiteY24" fmla="*/ 215789 h 539886"/>
                <a:gd name="connsiteX25" fmla="*/ 171937 w 279567"/>
                <a:gd name="connsiteY25" fmla="*/ 215782 h 539886"/>
                <a:gd name="connsiteX26" fmla="*/ 174730 w 279567"/>
                <a:gd name="connsiteY26" fmla="*/ 215783 h 539886"/>
                <a:gd name="connsiteX27" fmla="*/ 177253 w 279567"/>
                <a:gd name="connsiteY27" fmla="*/ 215773 h 539886"/>
                <a:gd name="connsiteX28" fmla="*/ 181839 w 279567"/>
                <a:gd name="connsiteY28" fmla="*/ 214930 h 539886"/>
                <a:gd name="connsiteX29" fmla="*/ 181518 w 279567"/>
                <a:gd name="connsiteY29" fmla="*/ 213609 h 539886"/>
                <a:gd name="connsiteX30" fmla="*/ 181011 w 279567"/>
                <a:gd name="connsiteY30" fmla="*/ 210321 h 539886"/>
                <a:gd name="connsiteX31" fmla="*/ 181022 w 279567"/>
                <a:gd name="connsiteY31" fmla="*/ 208532 h 539886"/>
                <a:gd name="connsiteX32" fmla="*/ 181030 w 279567"/>
                <a:gd name="connsiteY32" fmla="*/ 206492 h 539886"/>
                <a:gd name="connsiteX33" fmla="*/ 181049 w 279567"/>
                <a:gd name="connsiteY33" fmla="*/ 204305 h 539886"/>
                <a:gd name="connsiteX34" fmla="*/ 181095 w 279567"/>
                <a:gd name="connsiteY34" fmla="*/ 194884 h 539886"/>
                <a:gd name="connsiteX35" fmla="*/ 181133 w 279567"/>
                <a:gd name="connsiteY35" fmla="*/ 187734 h 539886"/>
                <a:gd name="connsiteX36" fmla="*/ 181142 w 279567"/>
                <a:gd name="connsiteY36" fmla="*/ 185469 h 539886"/>
                <a:gd name="connsiteX37" fmla="*/ 181160 w 279567"/>
                <a:gd name="connsiteY37" fmla="*/ 183287 h 539886"/>
                <a:gd name="connsiteX38" fmla="*/ 181168 w 279567"/>
                <a:gd name="connsiteY38" fmla="*/ 181240 h 539886"/>
                <a:gd name="connsiteX39" fmla="*/ 180351 w 279567"/>
                <a:gd name="connsiteY39" fmla="*/ 174002 h 539886"/>
                <a:gd name="connsiteX40" fmla="*/ 178725 w 279567"/>
                <a:gd name="connsiteY40" fmla="*/ 173544 h 539886"/>
                <a:gd name="connsiteX41" fmla="*/ 176532 w 279567"/>
                <a:gd name="connsiteY41" fmla="*/ 173554 h 539886"/>
                <a:gd name="connsiteX42" fmla="*/ 174025 w 279567"/>
                <a:gd name="connsiteY42" fmla="*/ 173539 h 539886"/>
                <a:gd name="connsiteX43" fmla="*/ 174721 w 279567"/>
                <a:gd name="connsiteY43" fmla="*/ 67915 h 539886"/>
                <a:gd name="connsiteX44" fmla="*/ 171925 w 279567"/>
                <a:gd name="connsiteY44" fmla="*/ 67939 h 539886"/>
                <a:gd name="connsiteX45" fmla="*/ 162687 w 279567"/>
                <a:gd name="connsiteY45" fmla="*/ 67957 h 539886"/>
                <a:gd name="connsiteX46" fmla="*/ 154398 w 279567"/>
                <a:gd name="connsiteY46" fmla="*/ 67983 h 539886"/>
                <a:gd name="connsiteX47" fmla="*/ 138754 w 279567"/>
                <a:gd name="connsiteY47" fmla="*/ 68024 h 539886"/>
                <a:gd name="connsiteX48" fmla="*/ 120798 w 279567"/>
                <a:gd name="connsiteY48" fmla="*/ 68077 h 539886"/>
                <a:gd name="connsiteX49" fmla="*/ 82124 w 279567"/>
                <a:gd name="connsiteY49" fmla="*/ 68193 h 539886"/>
                <a:gd name="connsiteX50" fmla="*/ 82124 w 279567"/>
                <a:gd name="connsiteY50" fmla="*/ 109865 h 539886"/>
                <a:gd name="connsiteX51" fmla="*/ 119027 w 279567"/>
                <a:gd name="connsiteY51" fmla="*/ 109902 h 539886"/>
                <a:gd name="connsiteX52" fmla="*/ 136961 w 279567"/>
                <a:gd name="connsiteY52" fmla="*/ 109918 h 539886"/>
                <a:gd name="connsiteX53" fmla="*/ 152719 w 279567"/>
                <a:gd name="connsiteY53" fmla="*/ 109934 h 539886"/>
                <a:gd name="connsiteX54" fmla="*/ 161034 w 279567"/>
                <a:gd name="connsiteY54" fmla="*/ 109940 h 539886"/>
                <a:gd name="connsiteX55" fmla="*/ 168999 w 279567"/>
                <a:gd name="connsiteY55" fmla="*/ 109949 h 539886"/>
                <a:gd name="connsiteX56" fmla="*/ 171925 w 279567"/>
                <a:gd name="connsiteY56" fmla="*/ 109949 h 539886"/>
                <a:gd name="connsiteX57" fmla="*/ 174721 w 279567"/>
                <a:gd name="connsiteY57" fmla="*/ 109957 h 539886"/>
                <a:gd name="connsiteX58" fmla="*/ 177248 w 279567"/>
                <a:gd name="connsiteY58" fmla="*/ 109954 h 539886"/>
                <a:gd name="connsiteX59" fmla="*/ 179457 w 279567"/>
                <a:gd name="connsiteY59" fmla="*/ 109956 h 539886"/>
                <a:gd name="connsiteX60" fmla="*/ 181839 w 279567"/>
                <a:gd name="connsiteY60" fmla="*/ 109120 h 539886"/>
                <a:gd name="connsiteX61" fmla="*/ 181519 w 279567"/>
                <a:gd name="connsiteY61" fmla="*/ 107802 h 539886"/>
                <a:gd name="connsiteX62" fmla="*/ 181000 w 279567"/>
                <a:gd name="connsiteY62" fmla="*/ 104496 h 539886"/>
                <a:gd name="connsiteX63" fmla="*/ 180998 w 279567"/>
                <a:gd name="connsiteY63" fmla="*/ 102687 h 539886"/>
                <a:gd name="connsiteX64" fmla="*/ 180991 w 279567"/>
                <a:gd name="connsiteY64" fmla="*/ 100626 h 539886"/>
                <a:gd name="connsiteX65" fmla="*/ 180996 w 279567"/>
                <a:gd name="connsiteY65" fmla="*/ 98418 h 539886"/>
                <a:gd name="connsiteX66" fmla="*/ 180993 w 279567"/>
                <a:gd name="connsiteY66" fmla="*/ 93787 h 539886"/>
                <a:gd name="connsiteX67" fmla="*/ 180998 w 279567"/>
                <a:gd name="connsiteY67" fmla="*/ 86487 h 539886"/>
                <a:gd name="connsiteX68" fmla="*/ 180994 w 279567"/>
                <a:gd name="connsiteY68" fmla="*/ 81717 h 539886"/>
                <a:gd name="connsiteX69" fmla="*/ 180996 w 279567"/>
                <a:gd name="connsiteY69" fmla="*/ 79442 h 539886"/>
                <a:gd name="connsiteX70" fmla="*/ 180991 w 279567"/>
                <a:gd name="connsiteY70" fmla="*/ 77225 h 539886"/>
                <a:gd name="connsiteX71" fmla="*/ 180998 w 279567"/>
                <a:gd name="connsiteY71" fmla="*/ 75177 h 539886"/>
                <a:gd name="connsiteX72" fmla="*/ 181095 w 279567"/>
                <a:gd name="connsiteY72" fmla="*/ 71913 h 539886"/>
                <a:gd name="connsiteX73" fmla="*/ 181095 w 279567"/>
                <a:gd name="connsiteY73" fmla="*/ 68193 h 539886"/>
                <a:gd name="connsiteX74" fmla="*/ 179457 w 279567"/>
                <a:gd name="connsiteY74" fmla="*/ 67918 h 539886"/>
                <a:gd name="connsiteX75" fmla="*/ 177248 w 279567"/>
                <a:gd name="connsiteY75" fmla="*/ 67924 h 539886"/>
                <a:gd name="connsiteX76" fmla="*/ 174721 w 279567"/>
                <a:gd name="connsiteY76" fmla="*/ 67915 h 539886"/>
                <a:gd name="connsiteX77" fmla="*/ 28316 w 279567"/>
                <a:gd name="connsiteY77" fmla="*/ 0 h 539886"/>
                <a:gd name="connsiteX78" fmla="*/ 30879 w 279567"/>
                <a:gd name="connsiteY78" fmla="*/ 26 h 539886"/>
                <a:gd name="connsiteX79" fmla="*/ 33573 w 279567"/>
                <a:gd name="connsiteY79" fmla="*/ 19 h 539886"/>
                <a:gd name="connsiteX80" fmla="*/ 41022 w 279567"/>
                <a:gd name="connsiteY80" fmla="*/ 39 h 539886"/>
                <a:gd name="connsiteX81" fmla="*/ 49161 w 279567"/>
                <a:gd name="connsiteY81" fmla="*/ 45 h 539886"/>
                <a:gd name="connsiteX82" fmla="*/ 64980 w 279567"/>
                <a:gd name="connsiteY82" fmla="*/ 76 h 539886"/>
                <a:gd name="connsiteX83" fmla="*/ 83266 w 279567"/>
                <a:gd name="connsiteY83" fmla="*/ 103 h 539886"/>
                <a:gd name="connsiteX84" fmla="*/ 131576 w 279567"/>
                <a:gd name="connsiteY84" fmla="*/ 198 h 539886"/>
                <a:gd name="connsiteX85" fmla="*/ 240546 w 279567"/>
                <a:gd name="connsiteY85" fmla="*/ 384 h 539886"/>
                <a:gd name="connsiteX86" fmla="*/ 240546 w 279567"/>
                <a:gd name="connsiteY86" fmla="*/ 280181 h 539886"/>
                <a:gd name="connsiteX87" fmla="*/ 159434 w 279567"/>
                <a:gd name="connsiteY87" fmla="*/ 280925 h 539886"/>
                <a:gd name="connsiteX88" fmla="*/ 161667 w 279567"/>
                <a:gd name="connsiteY88" fmla="*/ 283158 h 539886"/>
                <a:gd name="connsiteX89" fmla="*/ 162085 w 279567"/>
                <a:gd name="connsiteY89" fmla="*/ 287343 h 539886"/>
                <a:gd name="connsiteX90" fmla="*/ 162411 w 279567"/>
                <a:gd name="connsiteY90" fmla="*/ 291343 h 539886"/>
                <a:gd name="connsiteX91" fmla="*/ 163899 w 279567"/>
                <a:gd name="connsiteY91" fmla="*/ 292087 h 539886"/>
                <a:gd name="connsiteX92" fmla="*/ 164315 w 279567"/>
                <a:gd name="connsiteY92" fmla="*/ 299017 h 539886"/>
                <a:gd name="connsiteX93" fmla="*/ 164643 w 279567"/>
                <a:gd name="connsiteY93" fmla="*/ 301017 h 539886"/>
                <a:gd name="connsiteX94" fmla="*/ 166876 w 279567"/>
                <a:gd name="connsiteY94" fmla="*/ 301761 h 539886"/>
                <a:gd name="connsiteX95" fmla="*/ 167318 w 279567"/>
                <a:gd name="connsiteY95" fmla="*/ 308691 h 539886"/>
                <a:gd name="connsiteX96" fmla="*/ 167620 w 279567"/>
                <a:gd name="connsiteY96" fmla="*/ 310691 h 539886"/>
                <a:gd name="connsiteX97" fmla="*/ 169852 w 279567"/>
                <a:gd name="connsiteY97" fmla="*/ 311435 h 539886"/>
                <a:gd name="connsiteX98" fmla="*/ 170271 w 279567"/>
                <a:gd name="connsiteY98" fmla="*/ 315900 h 539886"/>
                <a:gd name="connsiteX99" fmla="*/ 170597 w 279567"/>
                <a:gd name="connsiteY99" fmla="*/ 320365 h 539886"/>
                <a:gd name="connsiteX100" fmla="*/ 172085 w 279567"/>
                <a:gd name="connsiteY100" fmla="*/ 321109 h 539886"/>
                <a:gd name="connsiteX101" fmla="*/ 172501 w 279567"/>
                <a:gd name="connsiteY101" fmla="*/ 326876 h 539886"/>
                <a:gd name="connsiteX102" fmla="*/ 172829 w 279567"/>
                <a:gd name="connsiteY102" fmla="*/ 328550 h 539886"/>
                <a:gd name="connsiteX103" fmla="*/ 175061 w 279567"/>
                <a:gd name="connsiteY103" fmla="*/ 329294 h 539886"/>
                <a:gd name="connsiteX104" fmla="*/ 175480 w 279567"/>
                <a:gd name="connsiteY104" fmla="*/ 332643 h 539886"/>
                <a:gd name="connsiteX105" fmla="*/ 175806 w 279567"/>
                <a:gd name="connsiteY105" fmla="*/ 335992 h 539886"/>
                <a:gd name="connsiteX106" fmla="*/ 177294 w 279567"/>
                <a:gd name="connsiteY106" fmla="*/ 336736 h 539886"/>
                <a:gd name="connsiteX107" fmla="*/ 177294 w 279567"/>
                <a:gd name="connsiteY107" fmla="*/ 335247 h 539886"/>
                <a:gd name="connsiteX108" fmla="*/ 178736 w 279567"/>
                <a:gd name="connsiteY108" fmla="*/ 334922 h 539886"/>
                <a:gd name="connsiteX109" fmla="*/ 180270 w 279567"/>
                <a:gd name="connsiteY109" fmla="*/ 334503 h 539886"/>
                <a:gd name="connsiteX110" fmla="*/ 181015 w 279567"/>
                <a:gd name="connsiteY110" fmla="*/ 332271 h 539886"/>
                <a:gd name="connsiteX111" fmla="*/ 183247 w 279567"/>
                <a:gd name="connsiteY111" fmla="*/ 330783 h 539886"/>
                <a:gd name="connsiteX112" fmla="*/ 183991 w 279567"/>
                <a:gd name="connsiteY112" fmla="*/ 328550 h 539886"/>
                <a:gd name="connsiteX113" fmla="*/ 186224 w 279567"/>
                <a:gd name="connsiteY113" fmla="*/ 327806 h 539886"/>
                <a:gd name="connsiteX114" fmla="*/ 186921 w 279567"/>
                <a:gd name="connsiteY114" fmla="*/ 326318 h 539886"/>
                <a:gd name="connsiteX115" fmla="*/ 187712 w 279567"/>
                <a:gd name="connsiteY115" fmla="*/ 324829 h 539886"/>
                <a:gd name="connsiteX116" fmla="*/ 189247 w 279567"/>
                <a:gd name="connsiteY116" fmla="*/ 324457 h 539886"/>
                <a:gd name="connsiteX117" fmla="*/ 190688 w 279567"/>
                <a:gd name="connsiteY117" fmla="*/ 324085 h 539886"/>
                <a:gd name="connsiteX118" fmla="*/ 191060 w 279567"/>
                <a:gd name="connsiteY118" fmla="*/ 322551 h 539886"/>
                <a:gd name="connsiteX119" fmla="*/ 191433 w 279567"/>
                <a:gd name="connsiteY119" fmla="*/ 321109 h 539886"/>
                <a:gd name="connsiteX120" fmla="*/ 194409 w 279567"/>
                <a:gd name="connsiteY120" fmla="*/ 321109 h 539886"/>
                <a:gd name="connsiteX121" fmla="*/ 194409 w 279567"/>
                <a:gd name="connsiteY121" fmla="*/ 318132 h 539886"/>
                <a:gd name="connsiteX122" fmla="*/ 197386 w 279567"/>
                <a:gd name="connsiteY122" fmla="*/ 318132 h 539886"/>
                <a:gd name="connsiteX123" fmla="*/ 198130 w 279567"/>
                <a:gd name="connsiteY123" fmla="*/ 315156 h 539886"/>
                <a:gd name="connsiteX124" fmla="*/ 200362 w 279567"/>
                <a:gd name="connsiteY124" fmla="*/ 314412 h 539886"/>
                <a:gd name="connsiteX125" fmla="*/ 201106 w 279567"/>
                <a:gd name="connsiteY125" fmla="*/ 311435 h 539886"/>
                <a:gd name="connsiteX126" fmla="*/ 202595 w 279567"/>
                <a:gd name="connsiteY126" fmla="*/ 311435 h 539886"/>
                <a:gd name="connsiteX127" fmla="*/ 203246 w 279567"/>
                <a:gd name="connsiteY127" fmla="*/ 309621 h 539886"/>
                <a:gd name="connsiteX128" fmla="*/ 204083 w 279567"/>
                <a:gd name="connsiteY128" fmla="*/ 307714 h 539886"/>
                <a:gd name="connsiteX129" fmla="*/ 207059 w 279567"/>
                <a:gd name="connsiteY129" fmla="*/ 306970 h 539886"/>
                <a:gd name="connsiteX130" fmla="*/ 208548 w 279567"/>
                <a:gd name="connsiteY130" fmla="*/ 303249 h 539886"/>
                <a:gd name="connsiteX131" fmla="*/ 210036 w 279567"/>
                <a:gd name="connsiteY131" fmla="*/ 303249 h 539886"/>
                <a:gd name="connsiteX132" fmla="*/ 210036 w 279567"/>
                <a:gd name="connsiteY132" fmla="*/ 301017 h 539886"/>
                <a:gd name="connsiteX133" fmla="*/ 211478 w 279567"/>
                <a:gd name="connsiteY133" fmla="*/ 300691 h 539886"/>
                <a:gd name="connsiteX134" fmla="*/ 213013 w 279567"/>
                <a:gd name="connsiteY134" fmla="*/ 300273 h 539886"/>
                <a:gd name="connsiteX135" fmla="*/ 213757 w 279567"/>
                <a:gd name="connsiteY135" fmla="*/ 297296 h 539886"/>
                <a:gd name="connsiteX136" fmla="*/ 215989 w 279567"/>
                <a:gd name="connsiteY136" fmla="*/ 297296 h 539886"/>
                <a:gd name="connsiteX137" fmla="*/ 215989 w 279567"/>
                <a:gd name="connsiteY137" fmla="*/ 294320 h 539886"/>
                <a:gd name="connsiteX138" fmla="*/ 218222 w 279567"/>
                <a:gd name="connsiteY138" fmla="*/ 293576 h 539886"/>
                <a:gd name="connsiteX139" fmla="*/ 218594 w 279567"/>
                <a:gd name="connsiteY139" fmla="*/ 292087 h 539886"/>
                <a:gd name="connsiteX140" fmla="*/ 218966 w 279567"/>
                <a:gd name="connsiteY140" fmla="*/ 290599 h 539886"/>
                <a:gd name="connsiteX141" fmla="*/ 221198 w 279567"/>
                <a:gd name="connsiteY141" fmla="*/ 289855 h 539886"/>
                <a:gd name="connsiteX142" fmla="*/ 221942 w 279567"/>
                <a:gd name="connsiteY142" fmla="*/ 287622 h 539886"/>
                <a:gd name="connsiteX143" fmla="*/ 223431 w 279567"/>
                <a:gd name="connsiteY143" fmla="*/ 286878 h 539886"/>
                <a:gd name="connsiteX144" fmla="*/ 223663 w 279567"/>
                <a:gd name="connsiteY144" fmla="*/ 285483 h 539886"/>
                <a:gd name="connsiteX145" fmla="*/ 225896 w 279567"/>
                <a:gd name="connsiteY145" fmla="*/ 282646 h 539886"/>
                <a:gd name="connsiteX146" fmla="*/ 227895 w 279567"/>
                <a:gd name="connsiteY146" fmla="*/ 281669 h 539886"/>
                <a:gd name="connsiteX147" fmla="*/ 229384 w 279567"/>
                <a:gd name="connsiteY147" fmla="*/ 280925 h 539886"/>
                <a:gd name="connsiteX148" fmla="*/ 232872 w 279567"/>
                <a:gd name="connsiteY148" fmla="*/ 282600 h 539886"/>
                <a:gd name="connsiteX149" fmla="*/ 235337 w 279567"/>
                <a:gd name="connsiteY149" fmla="*/ 286878 h 539886"/>
                <a:gd name="connsiteX150" fmla="*/ 237569 w 279567"/>
                <a:gd name="connsiteY150" fmla="*/ 288367 h 539886"/>
                <a:gd name="connsiteX151" fmla="*/ 239802 w 279567"/>
                <a:gd name="connsiteY151" fmla="*/ 292087 h 539886"/>
                <a:gd name="connsiteX152" fmla="*/ 244732 w 279567"/>
                <a:gd name="connsiteY152" fmla="*/ 297668 h 539886"/>
                <a:gd name="connsiteX153" fmla="*/ 246778 w 279567"/>
                <a:gd name="connsiteY153" fmla="*/ 300924 h 539886"/>
                <a:gd name="connsiteX154" fmla="*/ 249941 w 279567"/>
                <a:gd name="connsiteY154" fmla="*/ 305203 h 539886"/>
                <a:gd name="connsiteX155" fmla="*/ 252452 w 279567"/>
                <a:gd name="connsiteY155" fmla="*/ 309947 h 539886"/>
                <a:gd name="connsiteX156" fmla="*/ 253940 w 279567"/>
                <a:gd name="connsiteY156" fmla="*/ 310691 h 539886"/>
                <a:gd name="connsiteX157" fmla="*/ 254266 w 279567"/>
                <a:gd name="connsiteY157" fmla="*/ 312179 h 539886"/>
                <a:gd name="connsiteX158" fmla="*/ 254684 w 279567"/>
                <a:gd name="connsiteY158" fmla="*/ 313667 h 539886"/>
                <a:gd name="connsiteX159" fmla="*/ 256917 w 279567"/>
                <a:gd name="connsiteY159" fmla="*/ 314412 h 539886"/>
                <a:gd name="connsiteX160" fmla="*/ 257661 w 279567"/>
                <a:gd name="connsiteY160" fmla="*/ 317388 h 539886"/>
                <a:gd name="connsiteX161" fmla="*/ 259149 w 279567"/>
                <a:gd name="connsiteY161" fmla="*/ 318132 h 539886"/>
                <a:gd name="connsiteX162" fmla="*/ 259475 w 279567"/>
                <a:gd name="connsiteY162" fmla="*/ 319993 h 539886"/>
                <a:gd name="connsiteX163" fmla="*/ 259893 w 279567"/>
                <a:gd name="connsiteY163" fmla="*/ 321853 h 539886"/>
                <a:gd name="connsiteX164" fmla="*/ 262126 w 279567"/>
                <a:gd name="connsiteY164" fmla="*/ 322597 h 539886"/>
                <a:gd name="connsiteX165" fmla="*/ 262126 w 279567"/>
                <a:gd name="connsiteY165" fmla="*/ 324829 h 539886"/>
                <a:gd name="connsiteX166" fmla="*/ 263614 w 279567"/>
                <a:gd name="connsiteY166" fmla="*/ 325574 h 539886"/>
                <a:gd name="connsiteX167" fmla="*/ 265102 w 279567"/>
                <a:gd name="connsiteY167" fmla="*/ 326318 h 539886"/>
                <a:gd name="connsiteX168" fmla="*/ 265102 w 279567"/>
                <a:gd name="connsiteY168" fmla="*/ 328550 h 539886"/>
                <a:gd name="connsiteX169" fmla="*/ 268079 w 279567"/>
                <a:gd name="connsiteY169" fmla="*/ 328550 h 539886"/>
                <a:gd name="connsiteX170" fmla="*/ 268265 w 279567"/>
                <a:gd name="connsiteY170" fmla="*/ 332922 h 539886"/>
                <a:gd name="connsiteX171" fmla="*/ 268370 w 279567"/>
                <a:gd name="connsiteY171" fmla="*/ 335381 h 539886"/>
                <a:gd name="connsiteX172" fmla="*/ 268079 w 279567"/>
                <a:gd name="connsiteY172" fmla="*/ 337480 h 539886"/>
                <a:gd name="connsiteX173" fmla="*/ 265102 w 279567"/>
                <a:gd name="connsiteY173" fmla="*/ 338968 h 539886"/>
                <a:gd name="connsiteX174" fmla="*/ 262870 w 279567"/>
                <a:gd name="connsiteY174" fmla="*/ 341945 h 539886"/>
                <a:gd name="connsiteX175" fmla="*/ 260638 w 279567"/>
                <a:gd name="connsiteY175" fmla="*/ 342689 h 539886"/>
                <a:gd name="connsiteX176" fmla="*/ 259893 w 279567"/>
                <a:gd name="connsiteY176" fmla="*/ 344921 h 539886"/>
                <a:gd name="connsiteX177" fmla="*/ 257661 w 279567"/>
                <a:gd name="connsiteY177" fmla="*/ 345665 h 539886"/>
                <a:gd name="connsiteX178" fmla="*/ 256917 w 279567"/>
                <a:gd name="connsiteY178" fmla="*/ 347898 h 539886"/>
                <a:gd name="connsiteX179" fmla="*/ 255429 w 279567"/>
                <a:gd name="connsiteY179" fmla="*/ 348223 h 539886"/>
                <a:gd name="connsiteX180" fmla="*/ 253940 w 279567"/>
                <a:gd name="connsiteY180" fmla="*/ 348642 h 539886"/>
                <a:gd name="connsiteX181" fmla="*/ 253196 w 279567"/>
                <a:gd name="connsiteY181" fmla="*/ 351619 h 539886"/>
                <a:gd name="connsiteX182" fmla="*/ 250220 w 279567"/>
                <a:gd name="connsiteY182" fmla="*/ 353107 h 539886"/>
                <a:gd name="connsiteX183" fmla="*/ 249475 w 279567"/>
                <a:gd name="connsiteY183" fmla="*/ 355339 h 539886"/>
                <a:gd name="connsiteX184" fmla="*/ 246499 w 279567"/>
                <a:gd name="connsiteY184" fmla="*/ 356083 h 539886"/>
                <a:gd name="connsiteX185" fmla="*/ 245755 w 279567"/>
                <a:gd name="connsiteY185" fmla="*/ 358316 h 539886"/>
                <a:gd name="connsiteX186" fmla="*/ 243522 w 279567"/>
                <a:gd name="connsiteY186" fmla="*/ 359060 h 539886"/>
                <a:gd name="connsiteX187" fmla="*/ 242825 w 279567"/>
                <a:gd name="connsiteY187" fmla="*/ 360548 h 539886"/>
                <a:gd name="connsiteX188" fmla="*/ 242034 w 279567"/>
                <a:gd name="connsiteY188" fmla="*/ 362037 h 539886"/>
                <a:gd name="connsiteX189" fmla="*/ 240453 w 279567"/>
                <a:gd name="connsiteY189" fmla="*/ 362409 h 539886"/>
                <a:gd name="connsiteX190" fmla="*/ 239058 w 279567"/>
                <a:gd name="connsiteY190" fmla="*/ 362781 h 539886"/>
                <a:gd name="connsiteX191" fmla="*/ 239058 w 279567"/>
                <a:gd name="connsiteY191" fmla="*/ 365757 h 539886"/>
                <a:gd name="connsiteX192" fmla="*/ 234593 w 279567"/>
                <a:gd name="connsiteY192" fmla="*/ 365757 h 539886"/>
                <a:gd name="connsiteX193" fmla="*/ 234593 w 279567"/>
                <a:gd name="connsiteY193" fmla="*/ 368734 h 539886"/>
                <a:gd name="connsiteX194" fmla="*/ 231616 w 279567"/>
                <a:gd name="connsiteY194" fmla="*/ 370222 h 539886"/>
                <a:gd name="connsiteX195" fmla="*/ 230872 w 279567"/>
                <a:gd name="connsiteY195" fmla="*/ 372454 h 539886"/>
                <a:gd name="connsiteX196" fmla="*/ 229012 w 279567"/>
                <a:gd name="connsiteY196" fmla="*/ 372408 h 539886"/>
                <a:gd name="connsiteX197" fmla="*/ 227151 w 279567"/>
                <a:gd name="connsiteY197" fmla="*/ 372454 h 539886"/>
                <a:gd name="connsiteX198" fmla="*/ 226407 w 279567"/>
                <a:gd name="connsiteY198" fmla="*/ 375431 h 539886"/>
                <a:gd name="connsiteX199" fmla="*/ 224175 w 279567"/>
                <a:gd name="connsiteY199" fmla="*/ 375431 h 539886"/>
                <a:gd name="connsiteX200" fmla="*/ 223942 w 279567"/>
                <a:gd name="connsiteY200" fmla="*/ 377245 h 539886"/>
                <a:gd name="connsiteX201" fmla="*/ 223431 w 279567"/>
                <a:gd name="connsiteY201" fmla="*/ 379152 h 539886"/>
                <a:gd name="connsiteX202" fmla="*/ 218966 w 279567"/>
                <a:gd name="connsiteY202" fmla="*/ 379896 h 539886"/>
                <a:gd name="connsiteX203" fmla="*/ 218222 w 279567"/>
                <a:gd name="connsiteY203" fmla="*/ 382872 h 539886"/>
                <a:gd name="connsiteX204" fmla="*/ 215989 w 279567"/>
                <a:gd name="connsiteY204" fmla="*/ 383617 h 539886"/>
                <a:gd name="connsiteX205" fmla="*/ 215245 w 279567"/>
                <a:gd name="connsiteY205" fmla="*/ 385849 h 539886"/>
                <a:gd name="connsiteX206" fmla="*/ 213338 w 279567"/>
                <a:gd name="connsiteY206" fmla="*/ 386175 h 539886"/>
                <a:gd name="connsiteX207" fmla="*/ 211524 w 279567"/>
                <a:gd name="connsiteY207" fmla="*/ 386593 h 539886"/>
                <a:gd name="connsiteX208" fmla="*/ 211524 w 279567"/>
                <a:gd name="connsiteY208" fmla="*/ 389570 h 539886"/>
                <a:gd name="connsiteX209" fmla="*/ 207804 w 279567"/>
                <a:gd name="connsiteY209" fmla="*/ 390314 h 539886"/>
                <a:gd name="connsiteX210" fmla="*/ 207059 w 279567"/>
                <a:gd name="connsiteY210" fmla="*/ 392546 h 539886"/>
                <a:gd name="connsiteX211" fmla="*/ 204083 w 279567"/>
                <a:gd name="connsiteY211" fmla="*/ 393290 h 539886"/>
                <a:gd name="connsiteX212" fmla="*/ 207804 w 279567"/>
                <a:gd name="connsiteY212" fmla="*/ 399244 h 539886"/>
                <a:gd name="connsiteX213" fmla="*/ 208548 w 279567"/>
                <a:gd name="connsiteY213" fmla="*/ 402964 h 539886"/>
                <a:gd name="connsiteX214" fmla="*/ 210036 w 279567"/>
                <a:gd name="connsiteY214" fmla="*/ 403708 h 539886"/>
                <a:gd name="connsiteX215" fmla="*/ 210362 w 279567"/>
                <a:gd name="connsiteY215" fmla="*/ 405569 h 539886"/>
                <a:gd name="connsiteX216" fmla="*/ 210780 w 279567"/>
                <a:gd name="connsiteY216" fmla="*/ 407429 h 539886"/>
                <a:gd name="connsiteX217" fmla="*/ 213013 w 279567"/>
                <a:gd name="connsiteY217" fmla="*/ 408173 h 539886"/>
                <a:gd name="connsiteX218" fmla="*/ 213013 w 279567"/>
                <a:gd name="connsiteY218" fmla="*/ 410406 h 539886"/>
                <a:gd name="connsiteX219" fmla="*/ 215989 w 279567"/>
                <a:gd name="connsiteY219" fmla="*/ 411894 h 539886"/>
                <a:gd name="connsiteX220" fmla="*/ 216733 w 279567"/>
                <a:gd name="connsiteY220" fmla="*/ 414126 h 539886"/>
                <a:gd name="connsiteX221" fmla="*/ 219343 w 279567"/>
                <a:gd name="connsiteY221" fmla="*/ 416695 h 539886"/>
                <a:gd name="connsiteX222" fmla="*/ 225384 w 279567"/>
                <a:gd name="connsiteY222" fmla="*/ 424265 h 539886"/>
                <a:gd name="connsiteX223" fmla="*/ 227924 w 279567"/>
                <a:gd name="connsiteY223" fmla="*/ 427643 h 539886"/>
                <a:gd name="connsiteX224" fmla="*/ 229045 w 279567"/>
                <a:gd name="connsiteY224" fmla="*/ 429142 h 539886"/>
                <a:gd name="connsiteX225" fmla="*/ 233988 w 279567"/>
                <a:gd name="connsiteY225" fmla="*/ 434265 h 539886"/>
                <a:gd name="connsiteX226" fmla="*/ 235337 w 279567"/>
                <a:gd name="connsiteY226" fmla="*/ 437195 h 539886"/>
                <a:gd name="connsiteX227" fmla="*/ 237569 w 279567"/>
                <a:gd name="connsiteY227" fmla="*/ 437195 h 539886"/>
                <a:gd name="connsiteX228" fmla="*/ 237848 w 279567"/>
                <a:gd name="connsiteY228" fmla="*/ 438590 h 539886"/>
                <a:gd name="connsiteX229" fmla="*/ 238313 w 279567"/>
                <a:gd name="connsiteY229" fmla="*/ 440171 h 539886"/>
                <a:gd name="connsiteX230" fmla="*/ 239988 w 279567"/>
                <a:gd name="connsiteY230" fmla="*/ 440822 h 539886"/>
                <a:gd name="connsiteX231" fmla="*/ 246499 w 279567"/>
                <a:gd name="connsiteY231" fmla="*/ 447613 h 539886"/>
                <a:gd name="connsiteX232" fmla="*/ 248731 w 279567"/>
                <a:gd name="connsiteY232" fmla="*/ 448357 h 539886"/>
                <a:gd name="connsiteX233" fmla="*/ 250964 w 279567"/>
                <a:gd name="connsiteY233" fmla="*/ 450589 h 539886"/>
                <a:gd name="connsiteX234" fmla="*/ 253196 w 279567"/>
                <a:gd name="connsiteY234" fmla="*/ 451333 h 539886"/>
                <a:gd name="connsiteX235" fmla="*/ 254684 w 279567"/>
                <a:gd name="connsiteY235" fmla="*/ 454310 h 539886"/>
                <a:gd name="connsiteX236" fmla="*/ 256917 w 279567"/>
                <a:gd name="connsiteY236" fmla="*/ 455054 h 539886"/>
                <a:gd name="connsiteX237" fmla="*/ 258405 w 279567"/>
                <a:gd name="connsiteY237" fmla="*/ 457286 h 539886"/>
                <a:gd name="connsiteX238" fmla="*/ 260312 w 279567"/>
                <a:gd name="connsiteY238" fmla="*/ 457659 h 539886"/>
                <a:gd name="connsiteX239" fmla="*/ 262126 w 279567"/>
                <a:gd name="connsiteY239" fmla="*/ 458031 h 539886"/>
                <a:gd name="connsiteX240" fmla="*/ 262870 w 279567"/>
                <a:gd name="connsiteY240" fmla="*/ 460263 h 539886"/>
                <a:gd name="connsiteX241" fmla="*/ 264730 w 279567"/>
                <a:gd name="connsiteY241" fmla="*/ 460961 h 539886"/>
                <a:gd name="connsiteX242" fmla="*/ 266591 w 279567"/>
                <a:gd name="connsiteY242" fmla="*/ 461751 h 539886"/>
                <a:gd name="connsiteX243" fmla="*/ 266870 w 279567"/>
                <a:gd name="connsiteY243" fmla="*/ 463333 h 539886"/>
                <a:gd name="connsiteX244" fmla="*/ 267335 w 279567"/>
                <a:gd name="connsiteY244" fmla="*/ 464728 h 539886"/>
                <a:gd name="connsiteX245" fmla="*/ 269939 w 279567"/>
                <a:gd name="connsiteY245" fmla="*/ 464728 h 539886"/>
                <a:gd name="connsiteX246" fmla="*/ 272544 w 279567"/>
                <a:gd name="connsiteY246" fmla="*/ 464728 h 539886"/>
                <a:gd name="connsiteX247" fmla="*/ 273288 w 279567"/>
                <a:gd name="connsiteY247" fmla="*/ 467704 h 539886"/>
                <a:gd name="connsiteX248" fmla="*/ 278497 w 279567"/>
                <a:gd name="connsiteY248" fmla="*/ 468449 h 539886"/>
                <a:gd name="connsiteX249" fmla="*/ 279567 w 279567"/>
                <a:gd name="connsiteY249" fmla="*/ 472774 h 539886"/>
                <a:gd name="connsiteX250" fmla="*/ 279241 w 279567"/>
                <a:gd name="connsiteY250" fmla="*/ 476634 h 539886"/>
                <a:gd name="connsiteX251" fmla="*/ 274776 w 279567"/>
                <a:gd name="connsiteY251" fmla="*/ 479611 h 539886"/>
                <a:gd name="connsiteX252" fmla="*/ 273288 w 279567"/>
                <a:gd name="connsiteY252" fmla="*/ 482587 h 539886"/>
                <a:gd name="connsiteX253" fmla="*/ 271800 w 279567"/>
                <a:gd name="connsiteY253" fmla="*/ 483331 h 539886"/>
                <a:gd name="connsiteX254" fmla="*/ 271056 w 279567"/>
                <a:gd name="connsiteY254" fmla="*/ 485564 h 539886"/>
                <a:gd name="connsiteX255" fmla="*/ 268823 w 279567"/>
                <a:gd name="connsiteY255" fmla="*/ 487052 h 539886"/>
                <a:gd name="connsiteX256" fmla="*/ 267660 w 279567"/>
                <a:gd name="connsiteY256" fmla="*/ 489378 h 539886"/>
                <a:gd name="connsiteX257" fmla="*/ 266591 w 279567"/>
                <a:gd name="connsiteY257" fmla="*/ 491517 h 539886"/>
                <a:gd name="connsiteX258" fmla="*/ 265102 w 279567"/>
                <a:gd name="connsiteY258" fmla="*/ 491517 h 539886"/>
                <a:gd name="connsiteX259" fmla="*/ 264823 w 279567"/>
                <a:gd name="connsiteY259" fmla="*/ 492726 h 539886"/>
                <a:gd name="connsiteX260" fmla="*/ 261382 w 279567"/>
                <a:gd name="connsiteY260" fmla="*/ 498958 h 539886"/>
                <a:gd name="connsiteX261" fmla="*/ 259893 w 279567"/>
                <a:gd name="connsiteY261" fmla="*/ 498958 h 539886"/>
                <a:gd name="connsiteX262" fmla="*/ 260033 w 279567"/>
                <a:gd name="connsiteY262" fmla="*/ 500772 h 539886"/>
                <a:gd name="connsiteX263" fmla="*/ 259893 w 279567"/>
                <a:gd name="connsiteY263" fmla="*/ 502679 h 539886"/>
                <a:gd name="connsiteX264" fmla="*/ 257661 w 279567"/>
                <a:gd name="connsiteY264" fmla="*/ 503423 h 539886"/>
                <a:gd name="connsiteX265" fmla="*/ 256173 w 279567"/>
                <a:gd name="connsiteY265" fmla="*/ 507888 h 539886"/>
                <a:gd name="connsiteX266" fmla="*/ 254684 w 279567"/>
                <a:gd name="connsiteY266" fmla="*/ 509376 h 539886"/>
                <a:gd name="connsiteX267" fmla="*/ 254359 w 279567"/>
                <a:gd name="connsiteY267" fmla="*/ 510958 h 539886"/>
                <a:gd name="connsiteX268" fmla="*/ 253940 w 279567"/>
                <a:gd name="connsiteY268" fmla="*/ 512353 h 539886"/>
                <a:gd name="connsiteX269" fmla="*/ 251708 w 279567"/>
                <a:gd name="connsiteY269" fmla="*/ 512353 h 539886"/>
                <a:gd name="connsiteX270" fmla="*/ 251847 w 279567"/>
                <a:gd name="connsiteY270" fmla="*/ 514539 h 539886"/>
                <a:gd name="connsiteX271" fmla="*/ 251708 w 279567"/>
                <a:gd name="connsiteY271" fmla="*/ 516818 h 539886"/>
                <a:gd name="connsiteX272" fmla="*/ 249475 w 279567"/>
                <a:gd name="connsiteY272" fmla="*/ 517562 h 539886"/>
                <a:gd name="connsiteX273" fmla="*/ 247987 w 279567"/>
                <a:gd name="connsiteY273" fmla="*/ 522771 h 539886"/>
                <a:gd name="connsiteX274" fmla="*/ 246499 w 279567"/>
                <a:gd name="connsiteY274" fmla="*/ 522771 h 539886"/>
                <a:gd name="connsiteX275" fmla="*/ 246220 w 279567"/>
                <a:gd name="connsiteY275" fmla="*/ 525329 h 539886"/>
                <a:gd name="connsiteX276" fmla="*/ 245755 w 279567"/>
                <a:gd name="connsiteY276" fmla="*/ 527980 h 539886"/>
                <a:gd name="connsiteX277" fmla="*/ 244266 w 279567"/>
                <a:gd name="connsiteY277" fmla="*/ 528724 h 539886"/>
                <a:gd name="connsiteX278" fmla="*/ 243848 w 279567"/>
                <a:gd name="connsiteY278" fmla="*/ 532073 h 539886"/>
                <a:gd name="connsiteX279" fmla="*/ 242778 w 279567"/>
                <a:gd name="connsiteY279" fmla="*/ 536165 h 539886"/>
                <a:gd name="connsiteX280" fmla="*/ 239011 w 279567"/>
                <a:gd name="connsiteY280" fmla="*/ 536212 h 539886"/>
                <a:gd name="connsiteX281" fmla="*/ 236938 w 279567"/>
                <a:gd name="connsiteY281" fmla="*/ 536192 h 539886"/>
                <a:gd name="connsiteX282" fmla="*/ 235337 w 279567"/>
                <a:gd name="connsiteY282" fmla="*/ 536165 h 539886"/>
                <a:gd name="connsiteX283" fmla="*/ 235337 w 279567"/>
                <a:gd name="connsiteY283" fmla="*/ 533933 h 539886"/>
                <a:gd name="connsiteX284" fmla="*/ 232779 w 279567"/>
                <a:gd name="connsiteY284" fmla="*/ 533747 h 539886"/>
                <a:gd name="connsiteX285" fmla="*/ 230128 w 279567"/>
                <a:gd name="connsiteY285" fmla="*/ 533189 h 539886"/>
                <a:gd name="connsiteX286" fmla="*/ 229384 w 279567"/>
                <a:gd name="connsiteY286" fmla="*/ 530212 h 539886"/>
                <a:gd name="connsiteX287" fmla="*/ 225663 w 279567"/>
                <a:gd name="connsiteY287" fmla="*/ 529468 h 539886"/>
                <a:gd name="connsiteX288" fmla="*/ 224175 w 279567"/>
                <a:gd name="connsiteY288" fmla="*/ 526492 h 539886"/>
                <a:gd name="connsiteX289" fmla="*/ 221942 w 279567"/>
                <a:gd name="connsiteY289" fmla="*/ 525747 h 539886"/>
                <a:gd name="connsiteX290" fmla="*/ 221198 w 279567"/>
                <a:gd name="connsiteY290" fmla="*/ 523515 h 539886"/>
                <a:gd name="connsiteX291" fmla="*/ 219384 w 279567"/>
                <a:gd name="connsiteY291" fmla="*/ 523189 h 539886"/>
                <a:gd name="connsiteX292" fmla="*/ 217477 w 279567"/>
                <a:gd name="connsiteY292" fmla="*/ 522771 h 539886"/>
                <a:gd name="connsiteX293" fmla="*/ 215989 w 279567"/>
                <a:gd name="connsiteY293" fmla="*/ 519794 h 539886"/>
                <a:gd name="connsiteX294" fmla="*/ 213757 w 279567"/>
                <a:gd name="connsiteY294" fmla="*/ 517562 h 539886"/>
                <a:gd name="connsiteX295" fmla="*/ 213013 w 279567"/>
                <a:gd name="connsiteY295" fmla="*/ 516074 h 539886"/>
                <a:gd name="connsiteX296" fmla="*/ 211478 w 279567"/>
                <a:gd name="connsiteY296" fmla="*/ 515702 h 539886"/>
                <a:gd name="connsiteX297" fmla="*/ 210036 w 279567"/>
                <a:gd name="connsiteY297" fmla="*/ 515329 h 539886"/>
                <a:gd name="connsiteX298" fmla="*/ 210036 w 279567"/>
                <a:gd name="connsiteY298" fmla="*/ 513841 h 539886"/>
                <a:gd name="connsiteX299" fmla="*/ 206315 w 279567"/>
                <a:gd name="connsiteY299" fmla="*/ 511609 h 539886"/>
                <a:gd name="connsiteX300" fmla="*/ 202595 w 279567"/>
                <a:gd name="connsiteY300" fmla="*/ 506400 h 539886"/>
                <a:gd name="connsiteX301" fmla="*/ 200362 w 279567"/>
                <a:gd name="connsiteY301" fmla="*/ 504911 h 539886"/>
                <a:gd name="connsiteX302" fmla="*/ 199618 w 279567"/>
                <a:gd name="connsiteY302" fmla="*/ 502679 h 539886"/>
                <a:gd name="connsiteX303" fmla="*/ 197386 w 279567"/>
                <a:gd name="connsiteY303" fmla="*/ 501935 h 539886"/>
                <a:gd name="connsiteX304" fmla="*/ 196641 w 279567"/>
                <a:gd name="connsiteY304" fmla="*/ 499703 h 539886"/>
                <a:gd name="connsiteX305" fmla="*/ 194409 w 279567"/>
                <a:gd name="connsiteY305" fmla="*/ 498958 h 539886"/>
                <a:gd name="connsiteX306" fmla="*/ 193665 w 279567"/>
                <a:gd name="connsiteY306" fmla="*/ 495982 h 539886"/>
                <a:gd name="connsiteX307" fmla="*/ 191433 w 279567"/>
                <a:gd name="connsiteY307" fmla="*/ 495238 h 539886"/>
                <a:gd name="connsiteX308" fmla="*/ 191433 w 279567"/>
                <a:gd name="connsiteY308" fmla="*/ 492261 h 539886"/>
                <a:gd name="connsiteX309" fmla="*/ 189200 w 279567"/>
                <a:gd name="connsiteY309" fmla="*/ 491517 h 539886"/>
                <a:gd name="connsiteX310" fmla="*/ 188456 w 279567"/>
                <a:gd name="connsiteY310" fmla="*/ 489285 h 539886"/>
                <a:gd name="connsiteX311" fmla="*/ 186224 w 279567"/>
                <a:gd name="connsiteY311" fmla="*/ 488540 h 539886"/>
                <a:gd name="connsiteX312" fmla="*/ 185851 w 279567"/>
                <a:gd name="connsiteY312" fmla="*/ 487006 h 539886"/>
                <a:gd name="connsiteX313" fmla="*/ 185479 w 279567"/>
                <a:gd name="connsiteY313" fmla="*/ 485564 h 539886"/>
                <a:gd name="connsiteX314" fmla="*/ 183247 w 279567"/>
                <a:gd name="connsiteY314" fmla="*/ 485564 h 539886"/>
                <a:gd name="connsiteX315" fmla="*/ 183386 w 279567"/>
                <a:gd name="connsiteY315" fmla="*/ 483750 h 539886"/>
                <a:gd name="connsiteX316" fmla="*/ 183247 w 279567"/>
                <a:gd name="connsiteY316" fmla="*/ 481843 h 539886"/>
                <a:gd name="connsiteX317" fmla="*/ 181015 w 279567"/>
                <a:gd name="connsiteY317" fmla="*/ 481099 h 539886"/>
                <a:gd name="connsiteX318" fmla="*/ 179526 w 279567"/>
                <a:gd name="connsiteY318" fmla="*/ 478122 h 539886"/>
                <a:gd name="connsiteX319" fmla="*/ 178038 w 279567"/>
                <a:gd name="connsiteY319" fmla="*/ 477378 h 539886"/>
                <a:gd name="connsiteX320" fmla="*/ 178038 w 279567"/>
                <a:gd name="connsiteY320" fmla="*/ 474402 h 539886"/>
                <a:gd name="connsiteX321" fmla="*/ 175806 w 279567"/>
                <a:gd name="connsiteY321" fmla="*/ 473658 h 539886"/>
                <a:gd name="connsiteX322" fmla="*/ 175061 w 279567"/>
                <a:gd name="connsiteY322" fmla="*/ 470681 h 539886"/>
                <a:gd name="connsiteX323" fmla="*/ 172829 w 279567"/>
                <a:gd name="connsiteY323" fmla="*/ 469937 h 539886"/>
                <a:gd name="connsiteX324" fmla="*/ 171341 w 279567"/>
                <a:gd name="connsiteY324" fmla="*/ 466216 h 539886"/>
                <a:gd name="connsiteX325" fmla="*/ 169852 w 279567"/>
                <a:gd name="connsiteY325" fmla="*/ 465472 h 539886"/>
                <a:gd name="connsiteX326" fmla="*/ 169527 w 279567"/>
                <a:gd name="connsiteY326" fmla="*/ 463705 h 539886"/>
                <a:gd name="connsiteX327" fmla="*/ 166876 w 279567"/>
                <a:gd name="connsiteY327" fmla="*/ 459519 h 539886"/>
                <a:gd name="connsiteX328" fmla="*/ 166132 w 279567"/>
                <a:gd name="connsiteY328" fmla="*/ 457286 h 539886"/>
                <a:gd name="connsiteX329" fmla="*/ 164969 w 279567"/>
                <a:gd name="connsiteY329" fmla="*/ 456263 h 539886"/>
                <a:gd name="connsiteX330" fmla="*/ 163760 w 279567"/>
                <a:gd name="connsiteY330" fmla="*/ 453054 h 539886"/>
                <a:gd name="connsiteX331" fmla="*/ 163899 w 279567"/>
                <a:gd name="connsiteY331" fmla="*/ 451333 h 539886"/>
                <a:gd name="connsiteX332" fmla="*/ 161667 w 279567"/>
                <a:gd name="connsiteY332" fmla="*/ 451333 h 539886"/>
                <a:gd name="connsiteX333" fmla="*/ 160923 w 279567"/>
                <a:gd name="connsiteY333" fmla="*/ 447613 h 539886"/>
                <a:gd name="connsiteX334" fmla="*/ 158690 w 279567"/>
                <a:gd name="connsiteY334" fmla="*/ 446124 h 539886"/>
                <a:gd name="connsiteX335" fmla="*/ 157946 w 279567"/>
                <a:gd name="connsiteY335" fmla="*/ 441660 h 539886"/>
                <a:gd name="connsiteX336" fmla="*/ 155714 w 279567"/>
                <a:gd name="connsiteY336" fmla="*/ 441660 h 539886"/>
                <a:gd name="connsiteX337" fmla="*/ 155714 w 279567"/>
                <a:gd name="connsiteY337" fmla="*/ 436451 h 539886"/>
                <a:gd name="connsiteX338" fmla="*/ 153481 w 279567"/>
                <a:gd name="connsiteY338" fmla="*/ 436451 h 539886"/>
                <a:gd name="connsiteX339" fmla="*/ 153249 w 279567"/>
                <a:gd name="connsiteY339" fmla="*/ 433893 h 539886"/>
                <a:gd name="connsiteX340" fmla="*/ 152737 w 279567"/>
                <a:gd name="connsiteY340" fmla="*/ 431242 h 539886"/>
                <a:gd name="connsiteX341" fmla="*/ 150505 w 279567"/>
                <a:gd name="connsiteY341" fmla="*/ 430497 h 539886"/>
                <a:gd name="connsiteX342" fmla="*/ 149761 w 279567"/>
                <a:gd name="connsiteY342" fmla="*/ 425288 h 539886"/>
                <a:gd name="connsiteX343" fmla="*/ 147528 w 279567"/>
                <a:gd name="connsiteY343" fmla="*/ 423056 h 539886"/>
                <a:gd name="connsiteX344" fmla="*/ 146784 w 279567"/>
                <a:gd name="connsiteY344" fmla="*/ 419335 h 539886"/>
                <a:gd name="connsiteX345" fmla="*/ 145296 w 279567"/>
                <a:gd name="connsiteY345" fmla="*/ 418591 h 539886"/>
                <a:gd name="connsiteX346" fmla="*/ 144970 w 279567"/>
                <a:gd name="connsiteY346" fmla="*/ 415987 h 539886"/>
                <a:gd name="connsiteX347" fmla="*/ 144552 w 279567"/>
                <a:gd name="connsiteY347" fmla="*/ 413382 h 539886"/>
                <a:gd name="connsiteX348" fmla="*/ 142319 w 279567"/>
                <a:gd name="connsiteY348" fmla="*/ 412638 h 539886"/>
                <a:gd name="connsiteX349" fmla="*/ 141877 w 279567"/>
                <a:gd name="connsiteY349" fmla="*/ 407452 h 539886"/>
                <a:gd name="connsiteX350" fmla="*/ 141575 w 279567"/>
                <a:gd name="connsiteY350" fmla="*/ 405941 h 539886"/>
                <a:gd name="connsiteX351" fmla="*/ 139343 w 279567"/>
                <a:gd name="connsiteY351" fmla="*/ 405197 h 539886"/>
                <a:gd name="connsiteX352" fmla="*/ 139343 w 279567"/>
                <a:gd name="connsiteY352" fmla="*/ 400732 h 539886"/>
                <a:gd name="connsiteX353" fmla="*/ 138273 w 279567"/>
                <a:gd name="connsiteY353" fmla="*/ 399709 h 539886"/>
                <a:gd name="connsiteX354" fmla="*/ 136738 w 279567"/>
                <a:gd name="connsiteY354" fmla="*/ 395430 h 539886"/>
                <a:gd name="connsiteX355" fmla="*/ 136366 w 279567"/>
                <a:gd name="connsiteY355" fmla="*/ 392546 h 539886"/>
                <a:gd name="connsiteX356" fmla="*/ 134134 w 279567"/>
                <a:gd name="connsiteY356" fmla="*/ 391802 h 539886"/>
                <a:gd name="connsiteX357" fmla="*/ 133692 w 279567"/>
                <a:gd name="connsiteY357" fmla="*/ 386616 h 539886"/>
                <a:gd name="connsiteX358" fmla="*/ 133390 w 279567"/>
                <a:gd name="connsiteY358" fmla="*/ 385105 h 539886"/>
                <a:gd name="connsiteX359" fmla="*/ 131157 w 279567"/>
                <a:gd name="connsiteY359" fmla="*/ 384361 h 539886"/>
                <a:gd name="connsiteX360" fmla="*/ 131018 w 279567"/>
                <a:gd name="connsiteY360" fmla="*/ 379849 h 539886"/>
                <a:gd name="connsiteX361" fmla="*/ 131079 w 279567"/>
                <a:gd name="connsiteY361" fmla="*/ 377358 h 539886"/>
                <a:gd name="connsiteX362" fmla="*/ 131157 w 279567"/>
                <a:gd name="connsiteY362" fmla="*/ 375431 h 539886"/>
                <a:gd name="connsiteX363" fmla="*/ 128925 w 279567"/>
                <a:gd name="connsiteY363" fmla="*/ 375431 h 539886"/>
                <a:gd name="connsiteX364" fmla="*/ 128840 w 279567"/>
                <a:gd name="connsiteY364" fmla="*/ 373992 h 539886"/>
                <a:gd name="connsiteX365" fmla="*/ 128692 w 279567"/>
                <a:gd name="connsiteY365" fmla="*/ 372129 h 539886"/>
                <a:gd name="connsiteX366" fmla="*/ 128561 w 279567"/>
                <a:gd name="connsiteY366" fmla="*/ 370271 h 539886"/>
                <a:gd name="connsiteX367" fmla="*/ 128181 w 279567"/>
                <a:gd name="connsiteY367" fmla="*/ 368734 h 539886"/>
                <a:gd name="connsiteX368" fmla="*/ 125948 w 279567"/>
                <a:gd name="connsiteY368" fmla="*/ 367990 h 539886"/>
                <a:gd name="connsiteX369" fmla="*/ 125506 w 279567"/>
                <a:gd name="connsiteY369" fmla="*/ 361060 h 539886"/>
                <a:gd name="connsiteX370" fmla="*/ 125204 w 279567"/>
                <a:gd name="connsiteY370" fmla="*/ 359060 h 539886"/>
                <a:gd name="connsiteX371" fmla="*/ 122972 w 279567"/>
                <a:gd name="connsiteY371" fmla="*/ 358316 h 539886"/>
                <a:gd name="connsiteX372" fmla="*/ 122553 w 279567"/>
                <a:gd name="connsiteY372" fmla="*/ 353851 h 539886"/>
                <a:gd name="connsiteX373" fmla="*/ 122227 w 279567"/>
                <a:gd name="connsiteY373" fmla="*/ 349386 h 539886"/>
                <a:gd name="connsiteX374" fmla="*/ 120739 w 279567"/>
                <a:gd name="connsiteY374" fmla="*/ 348642 h 539886"/>
                <a:gd name="connsiteX375" fmla="*/ 120274 w 279567"/>
                <a:gd name="connsiteY375" fmla="*/ 344131 h 539886"/>
                <a:gd name="connsiteX376" fmla="*/ 120105 w 279567"/>
                <a:gd name="connsiteY376" fmla="*/ 341640 h 539886"/>
                <a:gd name="connsiteX377" fmla="*/ 119995 w 279567"/>
                <a:gd name="connsiteY377" fmla="*/ 339712 h 539886"/>
                <a:gd name="connsiteX378" fmla="*/ 117763 w 279567"/>
                <a:gd name="connsiteY378" fmla="*/ 339712 h 539886"/>
                <a:gd name="connsiteX379" fmla="*/ 117678 w 279567"/>
                <a:gd name="connsiteY379" fmla="*/ 337460 h 539886"/>
                <a:gd name="connsiteX380" fmla="*/ 117530 w 279567"/>
                <a:gd name="connsiteY380" fmla="*/ 334550 h 539886"/>
                <a:gd name="connsiteX381" fmla="*/ 117399 w 279567"/>
                <a:gd name="connsiteY381" fmla="*/ 331646 h 539886"/>
                <a:gd name="connsiteX382" fmla="*/ 117018 w 279567"/>
                <a:gd name="connsiteY382" fmla="*/ 329294 h 539886"/>
                <a:gd name="connsiteX383" fmla="*/ 114786 w 279567"/>
                <a:gd name="connsiteY383" fmla="*/ 328550 h 539886"/>
                <a:gd name="connsiteX384" fmla="*/ 114646 w 279567"/>
                <a:gd name="connsiteY384" fmla="*/ 322923 h 539886"/>
                <a:gd name="connsiteX385" fmla="*/ 114677 w 279567"/>
                <a:gd name="connsiteY385" fmla="*/ 321320 h 539886"/>
                <a:gd name="connsiteX386" fmla="*/ 114786 w 279567"/>
                <a:gd name="connsiteY386" fmla="*/ 317388 h 539886"/>
                <a:gd name="connsiteX387" fmla="*/ 112554 w 279567"/>
                <a:gd name="connsiteY387" fmla="*/ 317388 h 539886"/>
                <a:gd name="connsiteX388" fmla="*/ 112469 w 279567"/>
                <a:gd name="connsiteY388" fmla="*/ 315135 h 539886"/>
                <a:gd name="connsiteX389" fmla="*/ 112321 w 279567"/>
                <a:gd name="connsiteY389" fmla="*/ 312226 h 539886"/>
                <a:gd name="connsiteX390" fmla="*/ 112190 w 279567"/>
                <a:gd name="connsiteY390" fmla="*/ 309322 h 539886"/>
                <a:gd name="connsiteX391" fmla="*/ 111809 w 279567"/>
                <a:gd name="connsiteY391" fmla="*/ 306970 h 539886"/>
                <a:gd name="connsiteX392" fmla="*/ 109577 w 279567"/>
                <a:gd name="connsiteY392" fmla="*/ 306226 h 539886"/>
                <a:gd name="connsiteX393" fmla="*/ 109196 w 279567"/>
                <a:gd name="connsiteY393" fmla="*/ 303223 h 539886"/>
                <a:gd name="connsiteX394" fmla="*/ 109116 w 279567"/>
                <a:gd name="connsiteY394" fmla="*/ 301399 h 539886"/>
                <a:gd name="connsiteX395" fmla="*/ 109065 w 279567"/>
                <a:gd name="connsiteY395" fmla="*/ 299482 h 539886"/>
                <a:gd name="connsiteX396" fmla="*/ 108988 w 279567"/>
                <a:gd name="connsiteY396" fmla="*/ 297556 h 539886"/>
                <a:gd name="connsiteX397" fmla="*/ 108833 w 279567"/>
                <a:gd name="connsiteY397" fmla="*/ 292831 h 539886"/>
                <a:gd name="connsiteX398" fmla="*/ 106600 w 279567"/>
                <a:gd name="connsiteY398" fmla="*/ 293576 h 539886"/>
                <a:gd name="connsiteX399" fmla="*/ 106600 w 279567"/>
                <a:gd name="connsiteY399" fmla="*/ 280181 h 539886"/>
                <a:gd name="connsiteX400" fmla="*/ 82044 w 279567"/>
                <a:gd name="connsiteY400" fmla="*/ 280925 h 539886"/>
                <a:gd name="connsiteX401" fmla="*/ 82044 w 279567"/>
                <a:gd name="connsiteY401" fmla="*/ 440915 h 539886"/>
                <a:gd name="connsiteX402" fmla="*/ 85765 w 279567"/>
                <a:gd name="connsiteY402" fmla="*/ 440171 h 539886"/>
                <a:gd name="connsiteX403" fmla="*/ 85765 w 279567"/>
                <a:gd name="connsiteY403" fmla="*/ 437195 h 539886"/>
                <a:gd name="connsiteX404" fmla="*/ 88180 w 279567"/>
                <a:gd name="connsiteY404" fmla="*/ 437110 h 539886"/>
                <a:gd name="connsiteX405" fmla="*/ 91299 w 279567"/>
                <a:gd name="connsiteY405" fmla="*/ 436962 h 539886"/>
                <a:gd name="connsiteX406" fmla="*/ 92893 w 279567"/>
                <a:gd name="connsiteY406" fmla="*/ 436911 h 539886"/>
                <a:gd name="connsiteX407" fmla="*/ 96927 w 279567"/>
                <a:gd name="connsiteY407" fmla="*/ 436451 h 539886"/>
                <a:gd name="connsiteX408" fmla="*/ 97671 w 279567"/>
                <a:gd name="connsiteY408" fmla="*/ 434218 h 539886"/>
                <a:gd name="connsiteX409" fmla="*/ 104771 w 279567"/>
                <a:gd name="connsiteY409" fmla="*/ 433891 h 539886"/>
                <a:gd name="connsiteX410" fmla="*/ 108833 w 279567"/>
                <a:gd name="connsiteY410" fmla="*/ 433474 h 539886"/>
                <a:gd name="connsiteX411" fmla="*/ 109577 w 279567"/>
                <a:gd name="connsiteY411" fmla="*/ 431986 h 539886"/>
                <a:gd name="connsiteX412" fmla="*/ 110321 w 279567"/>
                <a:gd name="connsiteY412" fmla="*/ 430497 h 539886"/>
                <a:gd name="connsiteX413" fmla="*/ 115949 w 279567"/>
                <a:gd name="connsiteY413" fmla="*/ 430079 h 539886"/>
                <a:gd name="connsiteX414" fmla="*/ 121483 w 279567"/>
                <a:gd name="connsiteY414" fmla="*/ 429753 h 539886"/>
                <a:gd name="connsiteX415" fmla="*/ 122227 w 279567"/>
                <a:gd name="connsiteY415" fmla="*/ 427521 h 539886"/>
                <a:gd name="connsiteX416" fmla="*/ 126971 w 279567"/>
                <a:gd name="connsiteY416" fmla="*/ 427056 h 539886"/>
                <a:gd name="connsiteX417" fmla="*/ 134134 w 279567"/>
                <a:gd name="connsiteY417" fmla="*/ 426033 h 539886"/>
                <a:gd name="connsiteX418" fmla="*/ 134878 w 279567"/>
                <a:gd name="connsiteY418" fmla="*/ 423800 h 539886"/>
                <a:gd name="connsiteX419" fmla="*/ 140831 w 279567"/>
                <a:gd name="connsiteY419" fmla="*/ 423614 h 539886"/>
                <a:gd name="connsiteX420" fmla="*/ 142523 w 279567"/>
                <a:gd name="connsiteY420" fmla="*/ 423626 h 539886"/>
                <a:gd name="connsiteX421" fmla="*/ 147528 w 279567"/>
                <a:gd name="connsiteY421" fmla="*/ 424544 h 539886"/>
                <a:gd name="connsiteX422" fmla="*/ 147657 w 279567"/>
                <a:gd name="connsiteY422" fmla="*/ 428760 h 539886"/>
                <a:gd name="connsiteX423" fmla="*/ 147688 w 279567"/>
                <a:gd name="connsiteY423" fmla="*/ 431492 h 539886"/>
                <a:gd name="connsiteX424" fmla="*/ 147711 w 279567"/>
                <a:gd name="connsiteY424" fmla="*/ 434468 h 539886"/>
                <a:gd name="connsiteX425" fmla="*/ 147747 w 279567"/>
                <a:gd name="connsiteY425" fmla="*/ 437502 h 539886"/>
                <a:gd name="connsiteX426" fmla="*/ 147883 w 279567"/>
                <a:gd name="connsiteY426" fmla="*/ 450416 h 539886"/>
                <a:gd name="connsiteX427" fmla="*/ 147972 w 279567"/>
                <a:gd name="connsiteY427" fmla="*/ 458307 h 539886"/>
                <a:gd name="connsiteX428" fmla="*/ 148009 w 279567"/>
                <a:gd name="connsiteY428" fmla="*/ 462782 h 539886"/>
                <a:gd name="connsiteX429" fmla="*/ 148047 w 279567"/>
                <a:gd name="connsiteY429" fmla="*/ 465528 h 539886"/>
                <a:gd name="connsiteX430" fmla="*/ 148070 w 279567"/>
                <a:gd name="connsiteY430" fmla="*/ 467950 h 539886"/>
                <a:gd name="connsiteX431" fmla="*/ 149761 w 279567"/>
                <a:gd name="connsiteY431" fmla="*/ 472169 h 539886"/>
                <a:gd name="connsiteX432" fmla="*/ 150505 w 279567"/>
                <a:gd name="connsiteY432" fmla="*/ 472169 h 539886"/>
                <a:gd name="connsiteX433" fmla="*/ 150691 w 279567"/>
                <a:gd name="connsiteY433" fmla="*/ 482169 h 539886"/>
                <a:gd name="connsiteX434" fmla="*/ 150766 w 279567"/>
                <a:gd name="connsiteY434" fmla="*/ 485054 h 539886"/>
                <a:gd name="connsiteX435" fmla="*/ 150795 w 279567"/>
                <a:gd name="connsiteY435" fmla="*/ 487793 h 539886"/>
                <a:gd name="connsiteX436" fmla="*/ 150843 w 279567"/>
                <a:gd name="connsiteY436" fmla="*/ 490332 h 539886"/>
                <a:gd name="connsiteX437" fmla="*/ 150505 w 279567"/>
                <a:gd name="connsiteY437" fmla="*/ 492261 h 539886"/>
                <a:gd name="connsiteX438" fmla="*/ 147528 w 279567"/>
                <a:gd name="connsiteY438" fmla="*/ 493005 h 539886"/>
                <a:gd name="connsiteX439" fmla="*/ 147528 w 279567"/>
                <a:gd name="connsiteY439" fmla="*/ 495238 h 539886"/>
                <a:gd name="connsiteX440" fmla="*/ 136366 w 279567"/>
                <a:gd name="connsiteY440" fmla="*/ 495982 h 539886"/>
                <a:gd name="connsiteX441" fmla="*/ 136366 w 279567"/>
                <a:gd name="connsiteY441" fmla="*/ 498958 h 539886"/>
                <a:gd name="connsiteX442" fmla="*/ 134517 w 279567"/>
                <a:gd name="connsiteY442" fmla="*/ 499017 h 539886"/>
                <a:gd name="connsiteX443" fmla="*/ 132087 w 279567"/>
                <a:gd name="connsiteY443" fmla="*/ 499144 h 539886"/>
                <a:gd name="connsiteX444" fmla="*/ 129680 w 279567"/>
                <a:gd name="connsiteY444" fmla="*/ 499249 h 539886"/>
                <a:gd name="connsiteX445" fmla="*/ 125925 w 279567"/>
                <a:gd name="connsiteY445" fmla="*/ 501214 h 539886"/>
                <a:gd name="connsiteX446" fmla="*/ 122379 w 279567"/>
                <a:gd name="connsiteY446" fmla="*/ 502970 h 539886"/>
                <a:gd name="connsiteX447" fmla="*/ 120181 w 279567"/>
                <a:gd name="connsiteY447" fmla="*/ 502865 h 539886"/>
                <a:gd name="connsiteX448" fmla="*/ 117960 w 279567"/>
                <a:gd name="connsiteY448" fmla="*/ 502784 h 539886"/>
                <a:gd name="connsiteX449" fmla="*/ 116274 w 279567"/>
                <a:gd name="connsiteY449" fmla="*/ 502679 h 539886"/>
                <a:gd name="connsiteX450" fmla="*/ 116274 w 279567"/>
                <a:gd name="connsiteY450" fmla="*/ 505656 h 539886"/>
                <a:gd name="connsiteX451" fmla="*/ 114184 w 279567"/>
                <a:gd name="connsiteY451" fmla="*/ 505714 h 539886"/>
                <a:gd name="connsiteX452" fmla="*/ 111484 w 279567"/>
                <a:gd name="connsiteY452" fmla="*/ 505842 h 539886"/>
                <a:gd name="connsiteX453" fmla="*/ 108789 w 279567"/>
                <a:gd name="connsiteY453" fmla="*/ 505946 h 539886"/>
                <a:gd name="connsiteX454" fmla="*/ 106600 w 279567"/>
                <a:gd name="connsiteY454" fmla="*/ 506400 h 539886"/>
                <a:gd name="connsiteX455" fmla="*/ 105856 w 279567"/>
                <a:gd name="connsiteY455" fmla="*/ 509376 h 539886"/>
                <a:gd name="connsiteX456" fmla="*/ 101019 w 279567"/>
                <a:gd name="connsiteY456" fmla="*/ 509795 h 539886"/>
                <a:gd name="connsiteX457" fmla="*/ 96182 w 279567"/>
                <a:gd name="connsiteY457" fmla="*/ 510120 h 539886"/>
                <a:gd name="connsiteX458" fmla="*/ 95438 w 279567"/>
                <a:gd name="connsiteY458" fmla="*/ 512353 h 539886"/>
                <a:gd name="connsiteX459" fmla="*/ 89163 w 279567"/>
                <a:gd name="connsiteY459" fmla="*/ 512722 h 539886"/>
                <a:gd name="connsiteX460" fmla="*/ 87253 w 279567"/>
                <a:gd name="connsiteY460" fmla="*/ 513097 h 539886"/>
                <a:gd name="connsiteX461" fmla="*/ 86532 w 279567"/>
                <a:gd name="connsiteY461" fmla="*/ 514585 h 539886"/>
                <a:gd name="connsiteX462" fmla="*/ 85765 w 279567"/>
                <a:gd name="connsiteY462" fmla="*/ 516074 h 539886"/>
                <a:gd name="connsiteX463" fmla="*/ 81253 w 279567"/>
                <a:gd name="connsiteY463" fmla="*/ 516492 h 539886"/>
                <a:gd name="connsiteX464" fmla="*/ 76835 w 279567"/>
                <a:gd name="connsiteY464" fmla="*/ 516818 h 539886"/>
                <a:gd name="connsiteX465" fmla="*/ 76091 w 279567"/>
                <a:gd name="connsiteY465" fmla="*/ 519050 h 539886"/>
                <a:gd name="connsiteX466" fmla="*/ 72417 w 279567"/>
                <a:gd name="connsiteY466" fmla="*/ 519515 h 539886"/>
                <a:gd name="connsiteX467" fmla="*/ 67161 w 279567"/>
                <a:gd name="connsiteY467" fmla="*/ 520538 h 539886"/>
                <a:gd name="connsiteX468" fmla="*/ 67161 w 279567"/>
                <a:gd name="connsiteY468" fmla="*/ 522771 h 539886"/>
                <a:gd name="connsiteX469" fmla="*/ 65423 w 279567"/>
                <a:gd name="connsiteY469" fmla="*/ 522829 h 539886"/>
                <a:gd name="connsiteX470" fmla="*/ 63161 w 279567"/>
                <a:gd name="connsiteY470" fmla="*/ 522957 h 539886"/>
                <a:gd name="connsiteX471" fmla="*/ 60911 w 279567"/>
                <a:gd name="connsiteY471" fmla="*/ 523062 h 539886"/>
                <a:gd name="connsiteX472" fmla="*/ 58975 w 279567"/>
                <a:gd name="connsiteY472" fmla="*/ 523515 h 539886"/>
                <a:gd name="connsiteX473" fmla="*/ 57487 w 279567"/>
                <a:gd name="connsiteY473" fmla="*/ 526492 h 539886"/>
                <a:gd name="connsiteX474" fmla="*/ 53720 w 279567"/>
                <a:gd name="connsiteY474" fmla="*/ 526910 h 539886"/>
                <a:gd name="connsiteX475" fmla="*/ 50046 w 279567"/>
                <a:gd name="connsiteY475" fmla="*/ 527236 h 539886"/>
                <a:gd name="connsiteX476" fmla="*/ 49302 w 279567"/>
                <a:gd name="connsiteY476" fmla="*/ 529468 h 539886"/>
                <a:gd name="connsiteX477" fmla="*/ 46325 w 279567"/>
                <a:gd name="connsiteY477" fmla="*/ 529375 h 539886"/>
                <a:gd name="connsiteX478" fmla="*/ 43349 w 279567"/>
                <a:gd name="connsiteY478" fmla="*/ 529468 h 539886"/>
                <a:gd name="connsiteX479" fmla="*/ 42604 w 279567"/>
                <a:gd name="connsiteY479" fmla="*/ 533189 h 539886"/>
                <a:gd name="connsiteX480" fmla="*/ 38000 w 279567"/>
                <a:gd name="connsiteY480" fmla="*/ 533683 h 539886"/>
                <a:gd name="connsiteX481" fmla="*/ 36651 w 279567"/>
                <a:gd name="connsiteY481" fmla="*/ 533933 h 539886"/>
                <a:gd name="connsiteX482" fmla="*/ 35907 w 279567"/>
                <a:gd name="connsiteY482" fmla="*/ 536165 h 539886"/>
                <a:gd name="connsiteX483" fmla="*/ 30698 w 279567"/>
                <a:gd name="connsiteY483" fmla="*/ 536910 h 539886"/>
                <a:gd name="connsiteX484" fmla="*/ 30698 w 279567"/>
                <a:gd name="connsiteY484" fmla="*/ 539886 h 539886"/>
                <a:gd name="connsiteX485" fmla="*/ 24001 w 279567"/>
                <a:gd name="connsiteY485" fmla="*/ 539886 h 539886"/>
                <a:gd name="connsiteX486" fmla="*/ 24001 w 279567"/>
                <a:gd name="connsiteY486" fmla="*/ 537654 h 539886"/>
                <a:gd name="connsiteX487" fmla="*/ 22513 w 279567"/>
                <a:gd name="connsiteY487" fmla="*/ 537654 h 539886"/>
                <a:gd name="connsiteX488" fmla="*/ 22187 w 279567"/>
                <a:gd name="connsiteY488" fmla="*/ 535282 h 539886"/>
                <a:gd name="connsiteX489" fmla="*/ 21024 w 279567"/>
                <a:gd name="connsiteY489" fmla="*/ 528724 h 539886"/>
                <a:gd name="connsiteX490" fmla="*/ 19536 w 279567"/>
                <a:gd name="connsiteY490" fmla="*/ 528724 h 539886"/>
                <a:gd name="connsiteX491" fmla="*/ 19173 w 279567"/>
                <a:gd name="connsiteY491" fmla="*/ 524146 h 539886"/>
                <a:gd name="connsiteX492" fmla="*/ 18792 w 279567"/>
                <a:gd name="connsiteY492" fmla="*/ 522771 h 539886"/>
                <a:gd name="connsiteX493" fmla="*/ 16559 w 279567"/>
                <a:gd name="connsiteY493" fmla="*/ 522027 h 539886"/>
                <a:gd name="connsiteX494" fmla="*/ 16118 w 279567"/>
                <a:gd name="connsiteY494" fmla="*/ 516841 h 539886"/>
                <a:gd name="connsiteX495" fmla="*/ 15815 w 279567"/>
                <a:gd name="connsiteY495" fmla="*/ 515329 h 539886"/>
                <a:gd name="connsiteX496" fmla="*/ 13583 w 279567"/>
                <a:gd name="connsiteY496" fmla="*/ 514585 h 539886"/>
                <a:gd name="connsiteX497" fmla="*/ 13583 w 279567"/>
                <a:gd name="connsiteY497" fmla="*/ 509376 h 539886"/>
                <a:gd name="connsiteX498" fmla="*/ 11350 w 279567"/>
                <a:gd name="connsiteY498" fmla="*/ 507888 h 539886"/>
                <a:gd name="connsiteX499" fmla="*/ 10978 w 279567"/>
                <a:gd name="connsiteY499" fmla="*/ 505237 h 539886"/>
                <a:gd name="connsiteX500" fmla="*/ 10606 w 279567"/>
                <a:gd name="connsiteY500" fmla="*/ 502679 h 539886"/>
                <a:gd name="connsiteX501" fmla="*/ 8374 w 279567"/>
                <a:gd name="connsiteY501" fmla="*/ 501935 h 539886"/>
                <a:gd name="connsiteX502" fmla="*/ 7630 w 279567"/>
                <a:gd name="connsiteY502" fmla="*/ 496726 h 539886"/>
                <a:gd name="connsiteX503" fmla="*/ 5397 w 279567"/>
                <a:gd name="connsiteY503" fmla="*/ 495982 h 539886"/>
                <a:gd name="connsiteX504" fmla="*/ 4653 w 279567"/>
                <a:gd name="connsiteY504" fmla="*/ 492261 h 539886"/>
                <a:gd name="connsiteX505" fmla="*/ 3165 w 279567"/>
                <a:gd name="connsiteY505" fmla="*/ 491517 h 539886"/>
                <a:gd name="connsiteX506" fmla="*/ 2839 w 279567"/>
                <a:gd name="connsiteY506" fmla="*/ 490029 h 539886"/>
                <a:gd name="connsiteX507" fmla="*/ 2421 w 279567"/>
                <a:gd name="connsiteY507" fmla="*/ 488540 h 539886"/>
                <a:gd name="connsiteX508" fmla="*/ 188 w 279567"/>
                <a:gd name="connsiteY508" fmla="*/ 487796 h 539886"/>
                <a:gd name="connsiteX509" fmla="*/ 49 w 279567"/>
                <a:gd name="connsiteY509" fmla="*/ 483285 h 539886"/>
                <a:gd name="connsiteX510" fmla="*/ 110 w 279567"/>
                <a:gd name="connsiteY510" fmla="*/ 480794 h 539886"/>
                <a:gd name="connsiteX511" fmla="*/ 188 w 279567"/>
                <a:gd name="connsiteY511" fmla="*/ 478867 h 539886"/>
                <a:gd name="connsiteX512" fmla="*/ 3165 w 279567"/>
                <a:gd name="connsiteY512" fmla="*/ 478867 h 539886"/>
                <a:gd name="connsiteX513" fmla="*/ 4653 w 279567"/>
                <a:gd name="connsiteY513" fmla="*/ 475146 h 539886"/>
                <a:gd name="connsiteX514" fmla="*/ 6141 w 279567"/>
                <a:gd name="connsiteY514" fmla="*/ 475146 h 539886"/>
                <a:gd name="connsiteX515" fmla="*/ 7630 w 279567"/>
                <a:gd name="connsiteY515" fmla="*/ 472169 h 539886"/>
                <a:gd name="connsiteX516" fmla="*/ 12260 w 279567"/>
                <a:gd name="connsiteY516" fmla="*/ 466614 h 539886"/>
                <a:gd name="connsiteX517" fmla="*/ 14327 w 279567"/>
                <a:gd name="connsiteY517" fmla="*/ 461007 h 539886"/>
                <a:gd name="connsiteX518" fmla="*/ 15815 w 279567"/>
                <a:gd name="connsiteY518" fmla="*/ 460263 h 539886"/>
                <a:gd name="connsiteX519" fmla="*/ 16280 w 279567"/>
                <a:gd name="connsiteY519" fmla="*/ 457240 h 539886"/>
                <a:gd name="connsiteX520" fmla="*/ 16559 w 279567"/>
                <a:gd name="connsiteY520" fmla="*/ 454310 h 539886"/>
                <a:gd name="connsiteX521" fmla="*/ 18792 w 279567"/>
                <a:gd name="connsiteY521" fmla="*/ 454310 h 539886"/>
                <a:gd name="connsiteX522" fmla="*/ 19536 w 279567"/>
                <a:gd name="connsiteY522" fmla="*/ 441660 h 539886"/>
                <a:gd name="connsiteX523" fmla="*/ 21024 w 279567"/>
                <a:gd name="connsiteY523" fmla="*/ 441660 h 539886"/>
                <a:gd name="connsiteX524" fmla="*/ 21028 w 279567"/>
                <a:gd name="connsiteY524" fmla="*/ 438853 h 539886"/>
                <a:gd name="connsiteX525" fmla="*/ 21206 w 279567"/>
                <a:gd name="connsiteY525" fmla="*/ 316427 h 539886"/>
                <a:gd name="connsiteX526" fmla="*/ 21208 w 279567"/>
                <a:gd name="connsiteY526" fmla="*/ 314556 h 539886"/>
                <a:gd name="connsiteX527" fmla="*/ 21271 w 279567"/>
                <a:gd name="connsiteY527" fmla="*/ 274302 h 539886"/>
                <a:gd name="connsiteX528" fmla="*/ 21301 w 279567"/>
                <a:gd name="connsiteY528" fmla="*/ 254562 h 539886"/>
                <a:gd name="connsiteX529" fmla="*/ 21304 w 279567"/>
                <a:gd name="connsiteY529" fmla="*/ 252577 h 539886"/>
                <a:gd name="connsiteX530" fmla="*/ 21397 w 279567"/>
                <a:gd name="connsiteY530" fmla="*/ 188865 h 539886"/>
                <a:gd name="connsiteX531" fmla="*/ 21495 w 279567"/>
                <a:gd name="connsiteY531" fmla="*/ 123412 h 539886"/>
                <a:gd name="connsiteX532" fmla="*/ 21510 w 279567"/>
                <a:gd name="connsiteY532" fmla="*/ 114174 h 539886"/>
                <a:gd name="connsiteX533" fmla="*/ 21513 w 279567"/>
                <a:gd name="connsiteY533" fmla="*/ 112338 h 539886"/>
                <a:gd name="connsiteX534" fmla="*/ 21554 w 279567"/>
                <a:gd name="connsiteY534" fmla="*/ 83030 h 539886"/>
                <a:gd name="connsiteX535" fmla="*/ 21599 w 279567"/>
                <a:gd name="connsiteY535" fmla="*/ 53590 h 539886"/>
                <a:gd name="connsiteX536" fmla="*/ 21624 w 279567"/>
                <a:gd name="connsiteY536" fmla="*/ 36083 h 539886"/>
                <a:gd name="connsiteX537" fmla="*/ 21646 w 279567"/>
                <a:gd name="connsiteY537" fmla="*/ 23036 h 539886"/>
                <a:gd name="connsiteX538" fmla="*/ 21652 w 279567"/>
                <a:gd name="connsiteY538" fmla="*/ 17738 h 539886"/>
                <a:gd name="connsiteX539" fmla="*/ 21665 w 279567"/>
                <a:gd name="connsiteY539" fmla="*/ 10572 h 539886"/>
                <a:gd name="connsiteX540" fmla="*/ 21663 w 279567"/>
                <a:gd name="connsiteY540" fmla="*/ 8465 h 539886"/>
                <a:gd name="connsiteX541" fmla="*/ 21671 w 279567"/>
                <a:gd name="connsiteY541" fmla="*/ 6541 h 539886"/>
                <a:gd name="connsiteX542" fmla="*/ 21674 w 279567"/>
                <a:gd name="connsiteY542" fmla="*/ 4885 h 539886"/>
                <a:gd name="connsiteX543" fmla="*/ 22513 w 279567"/>
                <a:gd name="connsiteY543" fmla="*/ 384 h 539886"/>
                <a:gd name="connsiteX544" fmla="*/ 26009 w 279567"/>
                <a:gd name="connsiteY544" fmla="*/ 18 h 539886"/>
                <a:gd name="connsiteX545" fmla="*/ 28316 w 279567"/>
                <a:gd name="connsiteY545" fmla="*/ 0 h 53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Lst>
              <a:rect l="l" t="t" r="r" b="b"/>
              <a:pathLst>
                <a:path w="279567" h="539886">
                  <a:moveTo>
                    <a:pt x="174025" y="173539"/>
                  </a:moveTo>
                  <a:cubicBezTo>
                    <a:pt x="172623" y="173559"/>
                    <a:pt x="172623" y="173559"/>
                    <a:pt x="171250" y="173580"/>
                  </a:cubicBezTo>
                  <a:cubicBezTo>
                    <a:pt x="168193" y="173578"/>
                    <a:pt x="165137" y="173579"/>
                    <a:pt x="162081" y="173609"/>
                  </a:cubicBezTo>
                  <a:cubicBezTo>
                    <a:pt x="159339" y="173636"/>
                    <a:pt x="156597" y="173647"/>
                    <a:pt x="153855" y="173652"/>
                  </a:cubicBezTo>
                  <a:cubicBezTo>
                    <a:pt x="148679" y="173660"/>
                    <a:pt x="143503" y="173684"/>
                    <a:pt x="138328" y="173721"/>
                  </a:cubicBezTo>
                  <a:cubicBezTo>
                    <a:pt x="132388" y="173764"/>
                    <a:pt x="126448" y="173790"/>
                    <a:pt x="120507" y="173809"/>
                  </a:cubicBezTo>
                  <a:cubicBezTo>
                    <a:pt x="107713" y="173849"/>
                    <a:pt x="94919" y="173915"/>
                    <a:pt x="82124" y="174002"/>
                  </a:cubicBezTo>
                  <a:cubicBezTo>
                    <a:pt x="82020" y="178739"/>
                    <a:pt x="81920" y="183476"/>
                    <a:pt x="81823" y="188213"/>
                  </a:cubicBezTo>
                  <a:cubicBezTo>
                    <a:pt x="81785" y="190142"/>
                    <a:pt x="81745" y="192072"/>
                    <a:pt x="81706" y="194001"/>
                  </a:cubicBezTo>
                  <a:cubicBezTo>
                    <a:pt x="81643" y="196852"/>
                    <a:pt x="81581" y="199703"/>
                    <a:pt x="81524" y="202554"/>
                  </a:cubicBezTo>
                  <a:cubicBezTo>
                    <a:pt x="81505" y="203470"/>
                    <a:pt x="81488" y="204360"/>
                    <a:pt x="81470" y="205250"/>
                  </a:cubicBezTo>
                  <a:cubicBezTo>
                    <a:pt x="81450" y="206148"/>
                    <a:pt x="81429" y="207019"/>
                    <a:pt x="81409" y="207890"/>
                  </a:cubicBezTo>
                  <a:cubicBezTo>
                    <a:pt x="81394" y="208719"/>
                    <a:pt x="81379" y="209523"/>
                    <a:pt x="81364" y="210328"/>
                  </a:cubicBezTo>
                  <a:cubicBezTo>
                    <a:pt x="81319" y="212465"/>
                    <a:pt x="81169" y="213764"/>
                    <a:pt x="82124" y="215674"/>
                  </a:cubicBezTo>
                  <a:cubicBezTo>
                    <a:pt x="82680" y="215737"/>
                    <a:pt x="83220" y="215798"/>
                    <a:pt x="83759" y="215859"/>
                  </a:cubicBezTo>
                  <a:cubicBezTo>
                    <a:pt x="84874" y="215858"/>
                    <a:pt x="84874" y="215858"/>
                    <a:pt x="85966" y="215858"/>
                  </a:cubicBezTo>
                  <a:cubicBezTo>
                    <a:pt x="86824" y="215861"/>
                    <a:pt x="87657" y="215864"/>
                    <a:pt x="88489" y="215867"/>
                  </a:cubicBezTo>
                  <a:cubicBezTo>
                    <a:pt x="89439" y="215863"/>
                    <a:pt x="90361" y="215859"/>
                    <a:pt x="91282" y="215855"/>
                  </a:cubicBezTo>
                  <a:cubicBezTo>
                    <a:pt x="94358" y="215859"/>
                    <a:pt x="97434" y="215862"/>
                    <a:pt x="100509" y="215854"/>
                  </a:cubicBezTo>
                  <a:cubicBezTo>
                    <a:pt x="103270" y="215846"/>
                    <a:pt x="106030" y="215844"/>
                    <a:pt x="108790" y="215844"/>
                  </a:cubicBezTo>
                  <a:cubicBezTo>
                    <a:pt x="113406" y="215845"/>
                    <a:pt x="118022" y="215841"/>
                    <a:pt x="122638" y="215831"/>
                  </a:cubicBezTo>
                  <a:cubicBezTo>
                    <a:pt x="128024" y="215819"/>
                    <a:pt x="133409" y="215811"/>
                    <a:pt x="138795" y="215812"/>
                  </a:cubicBezTo>
                  <a:cubicBezTo>
                    <a:pt x="144006" y="215812"/>
                    <a:pt x="149218" y="215810"/>
                    <a:pt x="154429" y="215804"/>
                  </a:cubicBezTo>
                  <a:cubicBezTo>
                    <a:pt x="156639" y="215802"/>
                    <a:pt x="158849" y="215799"/>
                    <a:pt x="161059" y="215798"/>
                  </a:cubicBezTo>
                  <a:cubicBezTo>
                    <a:pt x="163711" y="215798"/>
                    <a:pt x="166363" y="215796"/>
                    <a:pt x="169015" y="215789"/>
                  </a:cubicBezTo>
                  <a:cubicBezTo>
                    <a:pt x="170009" y="215787"/>
                    <a:pt x="170973" y="215784"/>
                    <a:pt x="171937" y="215782"/>
                  </a:cubicBezTo>
                  <a:cubicBezTo>
                    <a:pt x="172887" y="215782"/>
                    <a:pt x="173808" y="215783"/>
                    <a:pt x="174730" y="215783"/>
                  </a:cubicBezTo>
                  <a:cubicBezTo>
                    <a:pt x="175588" y="215780"/>
                    <a:pt x="176421" y="215776"/>
                    <a:pt x="177253" y="215773"/>
                  </a:cubicBezTo>
                  <a:cubicBezTo>
                    <a:pt x="178981" y="215770"/>
                    <a:pt x="180578" y="216191"/>
                    <a:pt x="181839" y="214930"/>
                  </a:cubicBezTo>
                  <a:cubicBezTo>
                    <a:pt x="181677" y="214263"/>
                    <a:pt x="181677" y="214263"/>
                    <a:pt x="181518" y="213609"/>
                  </a:cubicBezTo>
                  <a:cubicBezTo>
                    <a:pt x="181042" y="211974"/>
                    <a:pt x="181042" y="211974"/>
                    <a:pt x="181011" y="210321"/>
                  </a:cubicBezTo>
                  <a:cubicBezTo>
                    <a:pt x="181015" y="209713"/>
                    <a:pt x="181018" y="209122"/>
                    <a:pt x="181022" y="208532"/>
                  </a:cubicBezTo>
                  <a:cubicBezTo>
                    <a:pt x="181026" y="207502"/>
                    <a:pt x="181026" y="207502"/>
                    <a:pt x="181030" y="206492"/>
                  </a:cubicBezTo>
                  <a:cubicBezTo>
                    <a:pt x="181036" y="205749"/>
                    <a:pt x="181042" y="205027"/>
                    <a:pt x="181049" y="204305"/>
                  </a:cubicBezTo>
                  <a:cubicBezTo>
                    <a:pt x="181060" y="201165"/>
                    <a:pt x="181075" y="198025"/>
                    <a:pt x="181095" y="194884"/>
                  </a:cubicBezTo>
                  <a:cubicBezTo>
                    <a:pt x="181110" y="192501"/>
                    <a:pt x="181124" y="190118"/>
                    <a:pt x="181133" y="187734"/>
                  </a:cubicBezTo>
                  <a:cubicBezTo>
                    <a:pt x="181137" y="186590"/>
                    <a:pt x="181137" y="186590"/>
                    <a:pt x="181142" y="185469"/>
                  </a:cubicBezTo>
                  <a:cubicBezTo>
                    <a:pt x="181148" y="184727"/>
                    <a:pt x="181154" y="184007"/>
                    <a:pt x="181160" y="183287"/>
                  </a:cubicBezTo>
                  <a:cubicBezTo>
                    <a:pt x="181164" y="182253"/>
                    <a:pt x="181164" y="182253"/>
                    <a:pt x="181168" y="181240"/>
                  </a:cubicBezTo>
                  <a:cubicBezTo>
                    <a:pt x="181184" y="178720"/>
                    <a:pt x="181167" y="176401"/>
                    <a:pt x="180351" y="174002"/>
                  </a:cubicBezTo>
                  <a:cubicBezTo>
                    <a:pt x="179798" y="173846"/>
                    <a:pt x="179262" y="173695"/>
                    <a:pt x="178725" y="173544"/>
                  </a:cubicBezTo>
                  <a:cubicBezTo>
                    <a:pt x="177980" y="173548"/>
                    <a:pt x="177256" y="173551"/>
                    <a:pt x="176532" y="173554"/>
                  </a:cubicBezTo>
                  <a:cubicBezTo>
                    <a:pt x="175266" y="173547"/>
                    <a:pt x="175266" y="173547"/>
                    <a:pt x="174025" y="173539"/>
                  </a:cubicBezTo>
                  <a:close/>
                  <a:moveTo>
                    <a:pt x="174721" y="67915"/>
                  </a:moveTo>
                  <a:cubicBezTo>
                    <a:pt x="173309" y="67927"/>
                    <a:pt x="173309" y="67927"/>
                    <a:pt x="171925" y="67939"/>
                  </a:cubicBezTo>
                  <a:cubicBezTo>
                    <a:pt x="168846" y="67938"/>
                    <a:pt x="165766" y="67939"/>
                    <a:pt x="162687" y="67957"/>
                  </a:cubicBezTo>
                  <a:cubicBezTo>
                    <a:pt x="159924" y="67973"/>
                    <a:pt x="157161" y="67980"/>
                    <a:pt x="154398" y="67983"/>
                  </a:cubicBezTo>
                  <a:cubicBezTo>
                    <a:pt x="149183" y="67988"/>
                    <a:pt x="143969" y="68002"/>
                    <a:pt x="138754" y="68024"/>
                  </a:cubicBezTo>
                  <a:cubicBezTo>
                    <a:pt x="132768" y="68050"/>
                    <a:pt x="126783" y="68066"/>
                    <a:pt x="120798" y="68077"/>
                  </a:cubicBezTo>
                  <a:cubicBezTo>
                    <a:pt x="107907" y="68101"/>
                    <a:pt x="95015" y="68142"/>
                    <a:pt x="82124" y="68193"/>
                  </a:cubicBezTo>
                  <a:cubicBezTo>
                    <a:pt x="82124" y="82361"/>
                    <a:pt x="82124" y="96113"/>
                    <a:pt x="82124" y="109865"/>
                  </a:cubicBezTo>
                  <a:cubicBezTo>
                    <a:pt x="94425" y="109881"/>
                    <a:pt x="106726" y="109894"/>
                    <a:pt x="119027" y="109902"/>
                  </a:cubicBezTo>
                  <a:cubicBezTo>
                    <a:pt x="125005" y="109906"/>
                    <a:pt x="130983" y="109910"/>
                    <a:pt x="136961" y="109918"/>
                  </a:cubicBezTo>
                  <a:cubicBezTo>
                    <a:pt x="142214" y="109926"/>
                    <a:pt x="147466" y="109932"/>
                    <a:pt x="152719" y="109934"/>
                  </a:cubicBezTo>
                  <a:cubicBezTo>
                    <a:pt x="155490" y="109935"/>
                    <a:pt x="158262" y="109935"/>
                    <a:pt x="161034" y="109940"/>
                  </a:cubicBezTo>
                  <a:cubicBezTo>
                    <a:pt x="163689" y="109945"/>
                    <a:pt x="166344" y="109950"/>
                    <a:pt x="168999" y="109949"/>
                  </a:cubicBezTo>
                  <a:cubicBezTo>
                    <a:pt x="170477" y="109949"/>
                    <a:pt x="170477" y="109949"/>
                    <a:pt x="171925" y="109949"/>
                  </a:cubicBezTo>
                  <a:cubicBezTo>
                    <a:pt x="172876" y="109952"/>
                    <a:pt x="173799" y="109955"/>
                    <a:pt x="174721" y="109957"/>
                  </a:cubicBezTo>
                  <a:cubicBezTo>
                    <a:pt x="175580" y="109956"/>
                    <a:pt x="176414" y="109955"/>
                    <a:pt x="177248" y="109954"/>
                  </a:cubicBezTo>
                  <a:cubicBezTo>
                    <a:pt x="178364" y="109955"/>
                    <a:pt x="178364" y="109955"/>
                    <a:pt x="179457" y="109956"/>
                  </a:cubicBezTo>
                  <a:cubicBezTo>
                    <a:pt x="181095" y="109865"/>
                    <a:pt x="181095" y="109865"/>
                    <a:pt x="181839" y="109120"/>
                  </a:cubicBezTo>
                  <a:cubicBezTo>
                    <a:pt x="181730" y="108672"/>
                    <a:pt x="181625" y="108237"/>
                    <a:pt x="181519" y="107802"/>
                  </a:cubicBezTo>
                  <a:cubicBezTo>
                    <a:pt x="181043" y="106162"/>
                    <a:pt x="181043" y="106162"/>
                    <a:pt x="181000" y="104496"/>
                  </a:cubicBezTo>
                  <a:cubicBezTo>
                    <a:pt x="181000" y="103881"/>
                    <a:pt x="180999" y="103284"/>
                    <a:pt x="180998" y="102687"/>
                  </a:cubicBezTo>
                  <a:cubicBezTo>
                    <a:pt x="180996" y="101986"/>
                    <a:pt x="180994" y="101306"/>
                    <a:pt x="180991" y="100626"/>
                  </a:cubicBezTo>
                  <a:cubicBezTo>
                    <a:pt x="180994" y="99511"/>
                    <a:pt x="180994" y="99511"/>
                    <a:pt x="180996" y="98418"/>
                  </a:cubicBezTo>
                  <a:cubicBezTo>
                    <a:pt x="180994" y="96874"/>
                    <a:pt x="180993" y="95331"/>
                    <a:pt x="180993" y="93787"/>
                  </a:cubicBezTo>
                  <a:cubicBezTo>
                    <a:pt x="180998" y="91354"/>
                    <a:pt x="181002" y="88920"/>
                    <a:pt x="180998" y="86487"/>
                  </a:cubicBezTo>
                  <a:cubicBezTo>
                    <a:pt x="180995" y="84897"/>
                    <a:pt x="180993" y="83307"/>
                    <a:pt x="180994" y="81717"/>
                  </a:cubicBezTo>
                  <a:cubicBezTo>
                    <a:pt x="180994" y="80943"/>
                    <a:pt x="180995" y="80193"/>
                    <a:pt x="180996" y="79442"/>
                  </a:cubicBezTo>
                  <a:cubicBezTo>
                    <a:pt x="180994" y="78688"/>
                    <a:pt x="180993" y="77956"/>
                    <a:pt x="180991" y="77225"/>
                  </a:cubicBezTo>
                  <a:cubicBezTo>
                    <a:pt x="180995" y="76191"/>
                    <a:pt x="180995" y="76191"/>
                    <a:pt x="180998" y="75177"/>
                  </a:cubicBezTo>
                  <a:cubicBezTo>
                    <a:pt x="180999" y="74089"/>
                    <a:pt x="181024" y="73000"/>
                    <a:pt x="181095" y="71913"/>
                  </a:cubicBezTo>
                  <a:cubicBezTo>
                    <a:pt x="181839" y="70425"/>
                    <a:pt x="181839" y="70425"/>
                    <a:pt x="181095" y="68193"/>
                  </a:cubicBezTo>
                  <a:cubicBezTo>
                    <a:pt x="180538" y="68099"/>
                    <a:pt x="179998" y="68009"/>
                    <a:pt x="179457" y="67918"/>
                  </a:cubicBezTo>
                  <a:cubicBezTo>
                    <a:pt x="178342" y="67921"/>
                    <a:pt x="178342" y="67921"/>
                    <a:pt x="177248" y="67924"/>
                  </a:cubicBezTo>
                  <a:cubicBezTo>
                    <a:pt x="175972" y="67920"/>
                    <a:pt x="175972" y="67920"/>
                    <a:pt x="174721" y="67915"/>
                  </a:cubicBezTo>
                  <a:close/>
                  <a:moveTo>
                    <a:pt x="28316" y="0"/>
                  </a:moveTo>
                  <a:cubicBezTo>
                    <a:pt x="29162" y="9"/>
                    <a:pt x="30008" y="17"/>
                    <a:pt x="30879" y="26"/>
                  </a:cubicBezTo>
                  <a:cubicBezTo>
                    <a:pt x="31768" y="24"/>
                    <a:pt x="32657" y="21"/>
                    <a:pt x="33573" y="19"/>
                  </a:cubicBezTo>
                  <a:cubicBezTo>
                    <a:pt x="36056" y="14"/>
                    <a:pt x="38539" y="24"/>
                    <a:pt x="41022" y="39"/>
                  </a:cubicBezTo>
                  <a:cubicBezTo>
                    <a:pt x="43735" y="52"/>
                    <a:pt x="46448" y="47"/>
                    <a:pt x="49161" y="45"/>
                  </a:cubicBezTo>
                  <a:cubicBezTo>
                    <a:pt x="54434" y="44"/>
                    <a:pt x="59707" y="57"/>
                    <a:pt x="64980" y="76"/>
                  </a:cubicBezTo>
                  <a:cubicBezTo>
                    <a:pt x="71075" y="98"/>
                    <a:pt x="77171" y="100"/>
                    <a:pt x="83266" y="103"/>
                  </a:cubicBezTo>
                  <a:cubicBezTo>
                    <a:pt x="99369" y="118"/>
                    <a:pt x="115472" y="160"/>
                    <a:pt x="131576" y="198"/>
                  </a:cubicBezTo>
                  <a:cubicBezTo>
                    <a:pt x="167536" y="260"/>
                    <a:pt x="203496" y="321"/>
                    <a:pt x="240546" y="384"/>
                  </a:cubicBezTo>
                  <a:cubicBezTo>
                    <a:pt x="240546" y="92717"/>
                    <a:pt x="240546" y="185050"/>
                    <a:pt x="240546" y="280181"/>
                  </a:cubicBezTo>
                  <a:cubicBezTo>
                    <a:pt x="213779" y="280427"/>
                    <a:pt x="187012" y="280672"/>
                    <a:pt x="159434" y="280925"/>
                  </a:cubicBezTo>
                  <a:cubicBezTo>
                    <a:pt x="160171" y="281662"/>
                    <a:pt x="160908" y="282399"/>
                    <a:pt x="161667" y="283158"/>
                  </a:cubicBezTo>
                  <a:cubicBezTo>
                    <a:pt x="161995" y="285140"/>
                    <a:pt x="161995" y="285140"/>
                    <a:pt x="162085" y="287343"/>
                  </a:cubicBezTo>
                  <a:cubicBezTo>
                    <a:pt x="162147" y="289492"/>
                    <a:pt x="162147" y="289492"/>
                    <a:pt x="162411" y="291343"/>
                  </a:cubicBezTo>
                  <a:cubicBezTo>
                    <a:pt x="162902" y="291589"/>
                    <a:pt x="163393" y="291834"/>
                    <a:pt x="163899" y="292087"/>
                  </a:cubicBezTo>
                  <a:cubicBezTo>
                    <a:pt x="164165" y="294398"/>
                    <a:pt x="164230" y="296693"/>
                    <a:pt x="164315" y="299017"/>
                  </a:cubicBezTo>
                  <a:cubicBezTo>
                    <a:pt x="164423" y="299677"/>
                    <a:pt x="164532" y="300337"/>
                    <a:pt x="164643" y="301017"/>
                  </a:cubicBezTo>
                  <a:cubicBezTo>
                    <a:pt x="165380" y="301263"/>
                    <a:pt x="166117" y="301508"/>
                    <a:pt x="166876" y="301761"/>
                  </a:cubicBezTo>
                  <a:cubicBezTo>
                    <a:pt x="167226" y="304079"/>
                    <a:pt x="167251" y="306349"/>
                    <a:pt x="167318" y="308691"/>
                  </a:cubicBezTo>
                  <a:cubicBezTo>
                    <a:pt x="167417" y="309351"/>
                    <a:pt x="167517" y="310011"/>
                    <a:pt x="167620" y="310691"/>
                  </a:cubicBezTo>
                  <a:cubicBezTo>
                    <a:pt x="168357" y="310936"/>
                    <a:pt x="169093" y="311182"/>
                    <a:pt x="169852" y="311435"/>
                  </a:cubicBezTo>
                  <a:cubicBezTo>
                    <a:pt x="170181" y="313435"/>
                    <a:pt x="170181" y="313435"/>
                    <a:pt x="170271" y="315900"/>
                  </a:cubicBezTo>
                  <a:cubicBezTo>
                    <a:pt x="170333" y="318292"/>
                    <a:pt x="170333" y="318292"/>
                    <a:pt x="170597" y="320365"/>
                  </a:cubicBezTo>
                  <a:cubicBezTo>
                    <a:pt x="171088" y="320610"/>
                    <a:pt x="171579" y="320856"/>
                    <a:pt x="172085" y="321109"/>
                  </a:cubicBezTo>
                  <a:cubicBezTo>
                    <a:pt x="172349" y="323032"/>
                    <a:pt x="172415" y="324937"/>
                    <a:pt x="172501" y="326876"/>
                  </a:cubicBezTo>
                  <a:cubicBezTo>
                    <a:pt x="172609" y="327428"/>
                    <a:pt x="172717" y="327981"/>
                    <a:pt x="172829" y="328550"/>
                  </a:cubicBezTo>
                  <a:cubicBezTo>
                    <a:pt x="173566" y="328796"/>
                    <a:pt x="174302" y="329041"/>
                    <a:pt x="175061" y="329294"/>
                  </a:cubicBezTo>
                  <a:cubicBezTo>
                    <a:pt x="175390" y="330806"/>
                    <a:pt x="175390" y="330806"/>
                    <a:pt x="175480" y="332643"/>
                  </a:cubicBezTo>
                  <a:cubicBezTo>
                    <a:pt x="175543" y="334431"/>
                    <a:pt x="175543" y="334431"/>
                    <a:pt x="175806" y="335992"/>
                  </a:cubicBezTo>
                  <a:cubicBezTo>
                    <a:pt x="176297" y="336237"/>
                    <a:pt x="176788" y="336483"/>
                    <a:pt x="177294" y="336736"/>
                  </a:cubicBezTo>
                  <a:cubicBezTo>
                    <a:pt x="177294" y="336245"/>
                    <a:pt x="177294" y="335753"/>
                    <a:pt x="177294" y="335247"/>
                  </a:cubicBezTo>
                  <a:cubicBezTo>
                    <a:pt x="177770" y="335140"/>
                    <a:pt x="178245" y="335033"/>
                    <a:pt x="178736" y="334922"/>
                  </a:cubicBezTo>
                  <a:cubicBezTo>
                    <a:pt x="179242" y="334784"/>
                    <a:pt x="179749" y="334646"/>
                    <a:pt x="180270" y="334503"/>
                  </a:cubicBezTo>
                  <a:cubicBezTo>
                    <a:pt x="180516" y="333767"/>
                    <a:pt x="180762" y="333030"/>
                    <a:pt x="181015" y="332271"/>
                  </a:cubicBezTo>
                  <a:cubicBezTo>
                    <a:pt x="181751" y="331780"/>
                    <a:pt x="182488" y="331289"/>
                    <a:pt x="183247" y="330783"/>
                  </a:cubicBezTo>
                  <a:cubicBezTo>
                    <a:pt x="183493" y="330046"/>
                    <a:pt x="183738" y="329309"/>
                    <a:pt x="183991" y="328550"/>
                  </a:cubicBezTo>
                  <a:cubicBezTo>
                    <a:pt x="184728" y="328305"/>
                    <a:pt x="185464" y="328059"/>
                    <a:pt x="186224" y="327806"/>
                  </a:cubicBezTo>
                  <a:cubicBezTo>
                    <a:pt x="186454" y="327315"/>
                    <a:pt x="186684" y="326824"/>
                    <a:pt x="186921" y="326318"/>
                  </a:cubicBezTo>
                  <a:cubicBezTo>
                    <a:pt x="187182" y="325827"/>
                    <a:pt x="187443" y="325336"/>
                    <a:pt x="187712" y="324829"/>
                  </a:cubicBezTo>
                  <a:cubicBezTo>
                    <a:pt x="188218" y="324707"/>
                    <a:pt x="188725" y="324584"/>
                    <a:pt x="189247" y="324457"/>
                  </a:cubicBezTo>
                  <a:cubicBezTo>
                    <a:pt x="189722" y="324335"/>
                    <a:pt x="190198" y="324212"/>
                    <a:pt x="190688" y="324085"/>
                  </a:cubicBezTo>
                  <a:cubicBezTo>
                    <a:pt x="190811" y="323579"/>
                    <a:pt x="190934" y="323072"/>
                    <a:pt x="191060" y="322551"/>
                  </a:cubicBezTo>
                  <a:cubicBezTo>
                    <a:pt x="191183" y="322075"/>
                    <a:pt x="191306" y="321599"/>
                    <a:pt x="191433" y="321109"/>
                  </a:cubicBezTo>
                  <a:cubicBezTo>
                    <a:pt x="192415" y="321109"/>
                    <a:pt x="193397" y="321109"/>
                    <a:pt x="194409" y="321109"/>
                  </a:cubicBezTo>
                  <a:cubicBezTo>
                    <a:pt x="194409" y="320127"/>
                    <a:pt x="194409" y="319144"/>
                    <a:pt x="194409" y="318132"/>
                  </a:cubicBezTo>
                  <a:cubicBezTo>
                    <a:pt x="195391" y="318132"/>
                    <a:pt x="196374" y="318132"/>
                    <a:pt x="197386" y="318132"/>
                  </a:cubicBezTo>
                  <a:cubicBezTo>
                    <a:pt x="197825" y="316684"/>
                    <a:pt x="197825" y="316684"/>
                    <a:pt x="198130" y="315156"/>
                  </a:cubicBezTo>
                  <a:cubicBezTo>
                    <a:pt x="198866" y="314910"/>
                    <a:pt x="199603" y="314665"/>
                    <a:pt x="200362" y="314412"/>
                  </a:cubicBezTo>
                  <a:cubicBezTo>
                    <a:pt x="200631" y="313425"/>
                    <a:pt x="200881" y="312433"/>
                    <a:pt x="201106" y="311435"/>
                  </a:cubicBezTo>
                  <a:cubicBezTo>
                    <a:pt x="201597" y="311435"/>
                    <a:pt x="202089" y="311435"/>
                    <a:pt x="202595" y="311435"/>
                  </a:cubicBezTo>
                  <a:cubicBezTo>
                    <a:pt x="202809" y="310836"/>
                    <a:pt x="203024" y="310238"/>
                    <a:pt x="203246" y="309621"/>
                  </a:cubicBezTo>
                  <a:cubicBezTo>
                    <a:pt x="203522" y="308992"/>
                    <a:pt x="203798" y="308363"/>
                    <a:pt x="204083" y="307714"/>
                  </a:cubicBezTo>
                  <a:cubicBezTo>
                    <a:pt x="205075" y="307466"/>
                    <a:pt x="206067" y="307218"/>
                    <a:pt x="207059" y="306970"/>
                  </a:cubicBezTo>
                  <a:cubicBezTo>
                    <a:pt x="207596" y="305747"/>
                    <a:pt x="208096" y="304507"/>
                    <a:pt x="208548" y="303249"/>
                  </a:cubicBezTo>
                  <a:cubicBezTo>
                    <a:pt x="209039" y="303249"/>
                    <a:pt x="209530" y="303249"/>
                    <a:pt x="210036" y="303249"/>
                  </a:cubicBezTo>
                  <a:cubicBezTo>
                    <a:pt x="210036" y="302513"/>
                    <a:pt x="210036" y="301776"/>
                    <a:pt x="210036" y="301017"/>
                  </a:cubicBezTo>
                  <a:cubicBezTo>
                    <a:pt x="210512" y="300910"/>
                    <a:pt x="210988" y="300802"/>
                    <a:pt x="211478" y="300691"/>
                  </a:cubicBezTo>
                  <a:cubicBezTo>
                    <a:pt x="211984" y="300553"/>
                    <a:pt x="212491" y="300415"/>
                    <a:pt x="213013" y="300273"/>
                  </a:cubicBezTo>
                  <a:cubicBezTo>
                    <a:pt x="213282" y="299286"/>
                    <a:pt x="213531" y="298294"/>
                    <a:pt x="213757" y="297296"/>
                  </a:cubicBezTo>
                  <a:cubicBezTo>
                    <a:pt x="214493" y="297296"/>
                    <a:pt x="215230" y="297296"/>
                    <a:pt x="215989" y="297296"/>
                  </a:cubicBezTo>
                  <a:cubicBezTo>
                    <a:pt x="215989" y="296314"/>
                    <a:pt x="215989" y="295332"/>
                    <a:pt x="215989" y="294320"/>
                  </a:cubicBezTo>
                  <a:cubicBezTo>
                    <a:pt x="216726" y="294074"/>
                    <a:pt x="217463" y="293829"/>
                    <a:pt x="218222" y="293576"/>
                  </a:cubicBezTo>
                  <a:cubicBezTo>
                    <a:pt x="218344" y="293084"/>
                    <a:pt x="218467" y="292593"/>
                    <a:pt x="218594" y="292087"/>
                  </a:cubicBezTo>
                  <a:cubicBezTo>
                    <a:pt x="218716" y="291596"/>
                    <a:pt x="218839" y="291105"/>
                    <a:pt x="218966" y="290599"/>
                  </a:cubicBezTo>
                  <a:cubicBezTo>
                    <a:pt x="219702" y="290353"/>
                    <a:pt x="220439" y="290108"/>
                    <a:pt x="221198" y="289855"/>
                  </a:cubicBezTo>
                  <a:cubicBezTo>
                    <a:pt x="221444" y="289118"/>
                    <a:pt x="221689" y="288381"/>
                    <a:pt x="221942" y="287622"/>
                  </a:cubicBezTo>
                  <a:cubicBezTo>
                    <a:pt x="222433" y="287377"/>
                    <a:pt x="222925" y="287131"/>
                    <a:pt x="223431" y="286878"/>
                  </a:cubicBezTo>
                  <a:cubicBezTo>
                    <a:pt x="223507" y="286418"/>
                    <a:pt x="223584" y="285957"/>
                    <a:pt x="223663" y="285483"/>
                  </a:cubicBezTo>
                  <a:cubicBezTo>
                    <a:pt x="224175" y="283902"/>
                    <a:pt x="224175" y="283902"/>
                    <a:pt x="225896" y="282646"/>
                  </a:cubicBezTo>
                  <a:cubicBezTo>
                    <a:pt x="226555" y="282324"/>
                    <a:pt x="227215" y="282001"/>
                    <a:pt x="227895" y="281669"/>
                  </a:cubicBezTo>
                  <a:cubicBezTo>
                    <a:pt x="228387" y="281424"/>
                    <a:pt x="228878" y="281178"/>
                    <a:pt x="229384" y="280925"/>
                  </a:cubicBezTo>
                  <a:cubicBezTo>
                    <a:pt x="230872" y="280925"/>
                    <a:pt x="230872" y="280925"/>
                    <a:pt x="232872" y="282600"/>
                  </a:cubicBezTo>
                  <a:cubicBezTo>
                    <a:pt x="234593" y="284646"/>
                    <a:pt x="234593" y="284646"/>
                    <a:pt x="235337" y="286878"/>
                  </a:cubicBezTo>
                  <a:cubicBezTo>
                    <a:pt x="236073" y="287369"/>
                    <a:pt x="236810" y="287861"/>
                    <a:pt x="237569" y="288367"/>
                  </a:cubicBezTo>
                  <a:cubicBezTo>
                    <a:pt x="238323" y="289601"/>
                    <a:pt x="239066" y="290842"/>
                    <a:pt x="239802" y="292087"/>
                  </a:cubicBezTo>
                  <a:cubicBezTo>
                    <a:pt x="241321" y="294064"/>
                    <a:pt x="242897" y="295975"/>
                    <a:pt x="244732" y="297668"/>
                  </a:cubicBezTo>
                  <a:cubicBezTo>
                    <a:pt x="245755" y="298785"/>
                    <a:pt x="245755" y="298785"/>
                    <a:pt x="246778" y="300924"/>
                  </a:cubicBezTo>
                  <a:cubicBezTo>
                    <a:pt x="247891" y="303349"/>
                    <a:pt x="247891" y="303349"/>
                    <a:pt x="249941" y="305203"/>
                  </a:cubicBezTo>
                  <a:cubicBezTo>
                    <a:pt x="251703" y="306966"/>
                    <a:pt x="252034" y="307605"/>
                    <a:pt x="252452" y="309947"/>
                  </a:cubicBezTo>
                  <a:cubicBezTo>
                    <a:pt x="252943" y="310192"/>
                    <a:pt x="253434" y="310438"/>
                    <a:pt x="253940" y="310691"/>
                  </a:cubicBezTo>
                  <a:cubicBezTo>
                    <a:pt x="254048" y="311182"/>
                    <a:pt x="254155" y="311673"/>
                    <a:pt x="254266" y="312179"/>
                  </a:cubicBezTo>
                  <a:cubicBezTo>
                    <a:pt x="254404" y="312670"/>
                    <a:pt x="254542" y="313161"/>
                    <a:pt x="254684" y="313667"/>
                  </a:cubicBezTo>
                  <a:cubicBezTo>
                    <a:pt x="255421" y="313913"/>
                    <a:pt x="256158" y="314159"/>
                    <a:pt x="256917" y="314412"/>
                  </a:cubicBezTo>
                  <a:cubicBezTo>
                    <a:pt x="257194" y="315396"/>
                    <a:pt x="257442" y="316389"/>
                    <a:pt x="257661" y="317388"/>
                  </a:cubicBezTo>
                  <a:cubicBezTo>
                    <a:pt x="258152" y="317634"/>
                    <a:pt x="258643" y="317879"/>
                    <a:pt x="259149" y="318132"/>
                  </a:cubicBezTo>
                  <a:cubicBezTo>
                    <a:pt x="259257" y="318746"/>
                    <a:pt x="259364" y="319360"/>
                    <a:pt x="259475" y="319993"/>
                  </a:cubicBezTo>
                  <a:cubicBezTo>
                    <a:pt x="259613" y="320607"/>
                    <a:pt x="259751" y="321220"/>
                    <a:pt x="259893" y="321853"/>
                  </a:cubicBezTo>
                  <a:cubicBezTo>
                    <a:pt x="260630" y="322098"/>
                    <a:pt x="261367" y="322344"/>
                    <a:pt x="262126" y="322597"/>
                  </a:cubicBezTo>
                  <a:cubicBezTo>
                    <a:pt x="262126" y="323334"/>
                    <a:pt x="262126" y="324070"/>
                    <a:pt x="262126" y="324829"/>
                  </a:cubicBezTo>
                  <a:cubicBezTo>
                    <a:pt x="262617" y="325075"/>
                    <a:pt x="263108" y="325321"/>
                    <a:pt x="263614" y="325574"/>
                  </a:cubicBezTo>
                  <a:cubicBezTo>
                    <a:pt x="264105" y="325819"/>
                    <a:pt x="264596" y="326065"/>
                    <a:pt x="265102" y="326318"/>
                  </a:cubicBezTo>
                  <a:cubicBezTo>
                    <a:pt x="265102" y="327054"/>
                    <a:pt x="265102" y="327791"/>
                    <a:pt x="265102" y="328550"/>
                  </a:cubicBezTo>
                  <a:cubicBezTo>
                    <a:pt x="266085" y="328550"/>
                    <a:pt x="267067" y="328550"/>
                    <a:pt x="268079" y="328550"/>
                  </a:cubicBezTo>
                  <a:cubicBezTo>
                    <a:pt x="268159" y="330007"/>
                    <a:pt x="268217" y="331464"/>
                    <a:pt x="268265" y="332922"/>
                  </a:cubicBezTo>
                  <a:cubicBezTo>
                    <a:pt x="268300" y="333734"/>
                    <a:pt x="268334" y="334545"/>
                    <a:pt x="268370" y="335381"/>
                  </a:cubicBezTo>
                  <a:cubicBezTo>
                    <a:pt x="268274" y="336074"/>
                    <a:pt x="268178" y="336766"/>
                    <a:pt x="268079" y="337480"/>
                  </a:cubicBezTo>
                  <a:cubicBezTo>
                    <a:pt x="266652" y="338413"/>
                    <a:pt x="266652" y="338413"/>
                    <a:pt x="265102" y="338968"/>
                  </a:cubicBezTo>
                  <a:cubicBezTo>
                    <a:pt x="264353" y="339957"/>
                    <a:pt x="263609" y="340949"/>
                    <a:pt x="262870" y="341945"/>
                  </a:cubicBezTo>
                  <a:cubicBezTo>
                    <a:pt x="262133" y="342190"/>
                    <a:pt x="261397" y="342436"/>
                    <a:pt x="260638" y="342689"/>
                  </a:cubicBezTo>
                  <a:cubicBezTo>
                    <a:pt x="260392" y="343426"/>
                    <a:pt x="260146" y="344162"/>
                    <a:pt x="259893" y="344921"/>
                  </a:cubicBezTo>
                  <a:cubicBezTo>
                    <a:pt x="259157" y="345167"/>
                    <a:pt x="258420" y="345412"/>
                    <a:pt x="257661" y="345665"/>
                  </a:cubicBezTo>
                  <a:cubicBezTo>
                    <a:pt x="257415" y="346402"/>
                    <a:pt x="257170" y="347139"/>
                    <a:pt x="256917" y="347898"/>
                  </a:cubicBezTo>
                  <a:cubicBezTo>
                    <a:pt x="256426" y="348005"/>
                    <a:pt x="255935" y="348113"/>
                    <a:pt x="255429" y="348223"/>
                  </a:cubicBezTo>
                  <a:cubicBezTo>
                    <a:pt x="254937" y="348362"/>
                    <a:pt x="254446" y="348500"/>
                    <a:pt x="253940" y="348642"/>
                  </a:cubicBezTo>
                  <a:cubicBezTo>
                    <a:pt x="253685" y="349632"/>
                    <a:pt x="253437" y="350625"/>
                    <a:pt x="253196" y="351619"/>
                  </a:cubicBezTo>
                  <a:cubicBezTo>
                    <a:pt x="252217" y="352139"/>
                    <a:pt x="251224" y="352636"/>
                    <a:pt x="250220" y="353107"/>
                  </a:cubicBezTo>
                  <a:cubicBezTo>
                    <a:pt x="249974" y="353844"/>
                    <a:pt x="249728" y="354580"/>
                    <a:pt x="249475" y="355339"/>
                  </a:cubicBezTo>
                  <a:cubicBezTo>
                    <a:pt x="248483" y="355587"/>
                    <a:pt x="247491" y="355835"/>
                    <a:pt x="246499" y="356083"/>
                  </a:cubicBezTo>
                  <a:cubicBezTo>
                    <a:pt x="246253" y="356820"/>
                    <a:pt x="246008" y="357557"/>
                    <a:pt x="245755" y="358316"/>
                  </a:cubicBezTo>
                  <a:cubicBezTo>
                    <a:pt x="245018" y="358561"/>
                    <a:pt x="244281" y="358807"/>
                    <a:pt x="243522" y="359060"/>
                  </a:cubicBezTo>
                  <a:cubicBezTo>
                    <a:pt x="243292" y="359551"/>
                    <a:pt x="243062" y="360042"/>
                    <a:pt x="242825" y="360548"/>
                  </a:cubicBezTo>
                  <a:cubicBezTo>
                    <a:pt x="242564" y="361039"/>
                    <a:pt x="242303" y="361531"/>
                    <a:pt x="242034" y="362037"/>
                  </a:cubicBezTo>
                  <a:cubicBezTo>
                    <a:pt x="241512" y="362159"/>
                    <a:pt x="240990" y="362282"/>
                    <a:pt x="240453" y="362409"/>
                  </a:cubicBezTo>
                  <a:cubicBezTo>
                    <a:pt x="239992" y="362531"/>
                    <a:pt x="239532" y="362654"/>
                    <a:pt x="239058" y="362781"/>
                  </a:cubicBezTo>
                  <a:cubicBezTo>
                    <a:pt x="239058" y="363763"/>
                    <a:pt x="239058" y="364745"/>
                    <a:pt x="239058" y="365757"/>
                  </a:cubicBezTo>
                  <a:cubicBezTo>
                    <a:pt x="237584" y="365757"/>
                    <a:pt x="236111" y="365757"/>
                    <a:pt x="234593" y="365757"/>
                  </a:cubicBezTo>
                  <a:cubicBezTo>
                    <a:pt x="234593" y="366739"/>
                    <a:pt x="234593" y="367722"/>
                    <a:pt x="234593" y="368734"/>
                  </a:cubicBezTo>
                  <a:cubicBezTo>
                    <a:pt x="233151" y="369524"/>
                    <a:pt x="233151" y="369524"/>
                    <a:pt x="231616" y="370222"/>
                  </a:cubicBezTo>
                  <a:cubicBezTo>
                    <a:pt x="231371" y="370959"/>
                    <a:pt x="231125" y="371695"/>
                    <a:pt x="230872" y="372454"/>
                  </a:cubicBezTo>
                  <a:cubicBezTo>
                    <a:pt x="230258" y="372439"/>
                    <a:pt x="229644" y="372424"/>
                    <a:pt x="229012" y="372408"/>
                  </a:cubicBezTo>
                  <a:cubicBezTo>
                    <a:pt x="228091" y="372431"/>
                    <a:pt x="228091" y="372431"/>
                    <a:pt x="227151" y="372454"/>
                  </a:cubicBezTo>
                  <a:cubicBezTo>
                    <a:pt x="226659" y="373928"/>
                    <a:pt x="226659" y="373928"/>
                    <a:pt x="226407" y="375431"/>
                  </a:cubicBezTo>
                  <a:cubicBezTo>
                    <a:pt x="225670" y="375431"/>
                    <a:pt x="224934" y="375431"/>
                    <a:pt x="224175" y="375431"/>
                  </a:cubicBezTo>
                  <a:cubicBezTo>
                    <a:pt x="224098" y="376030"/>
                    <a:pt x="224021" y="376628"/>
                    <a:pt x="223942" y="377245"/>
                  </a:cubicBezTo>
                  <a:cubicBezTo>
                    <a:pt x="223773" y="377874"/>
                    <a:pt x="223605" y="378503"/>
                    <a:pt x="223431" y="379152"/>
                  </a:cubicBezTo>
                  <a:cubicBezTo>
                    <a:pt x="221948" y="379430"/>
                    <a:pt x="220459" y="379678"/>
                    <a:pt x="218966" y="379896"/>
                  </a:cubicBezTo>
                  <a:cubicBezTo>
                    <a:pt x="218413" y="381362"/>
                    <a:pt x="218413" y="381362"/>
                    <a:pt x="218222" y="382872"/>
                  </a:cubicBezTo>
                  <a:cubicBezTo>
                    <a:pt x="217485" y="383118"/>
                    <a:pt x="216748" y="383364"/>
                    <a:pt x="215989" y="383617"/>
                  </a:cubicBezTo>
                  <a:cubicBezTo>
                    <a:pt x="215744" y="384353"/>
                    <a:pt x="215498" y="385090"/>
                    <a:pt x="215245" y="385849"/>
                  </a:cubicBezTo>
                  <a:cubicBezTo>
                    <a:pt x="214616" y="385956"/>
                    <a:pt x="213986" y="386064"/>
                    <a:pt x="213338" y="386175"/>
                  </a:cubicBezTo>
                  <a:cubicBezTo>
                    <a:pt x="212740" y="386313"/>
                    <a:pt x="212141" y="386451"/>
                    <a:pt x="211524" y="386593"/>
                  </a:cubicBezTo>
                  <a:cubicBezTo>
                    <a:pt x="211524" y="387575"/>
                    <a:pt x="211524" y="388558"/>
                    <a:pt x="211524" y="389570"/>
                  </a:cubicBezTo>
                  <a:cubicBezTo>
                    <a:pt x="210292" y="389854"/>
                    <a:pt x="209050" y="390101"/>
                    <a:pt x="207804" y="390314"/>
                  </a:cubicBezTo>
                  <a:cubicBezTo>
                    <a:pt x="207558" y="391051"/>
                    <a:pt x="207312" y="391787"/>
                    <a:pt x="207059" y="392546"/>
                  </a:cubicBezTo>
                  <a:cubicBezTo>
                    <a:pt x="205525" y="393058"/>
                    <a:pt x="205525" y="393058"/>
                    <a:pt x="204083" y="393290"/>
                  </a:cubicBezTo>
                  <a:cubicBezTo>
                    <a:pt x="205218" y="396871"/>
                    <a:pt x="205218" y="396871"/>
                    <a:pt x="207804" y="399244"/>
                  </a:cubicBezTo>
                  <a:cubicBezTo>
                    <a:pt x="208052" y="400484"/>
                    <a:pt x="208300" y="401724"/>
                    <a:pt x="208548" y="402964"/>
                  </a:cubicBezTo>
                  <a:cubicBezTo>
                    <a:pt x="209039" y="403210"/>
                    <a:pt x="209530" y="403455"/>
                    <a:pt x="210036" y="403708"/>
                  </a:cubicBezTo>
                  <a:cubicBezTo>
                    <a:pt x="210143" y="404322"/>
                    <a:pt x="210251" y="404936"/>
                    <a:pt x="210362" y="405569"/>
                  </a:cubicBezTo>
                  <a:cubicBezTo>
                    <a:pt x="210500" y="406183"/>
                    <a:pt x="210638" y="406797"/>
                    <a:pt x="210780" y="407429"/>
                  </a:cubicBezTo>
                  <a:cubicBezTo>
                    <a:pt x="211517" y="407675"/>
                    <a:pt x="212254" y="407920"/>
                    <a:pt x="213013" y="408173"/>
                  </a:cubicBezTo>
                  <a:cubicBezTo>
                    <a:pt x="213013" y="408910"/>
                    <a:pt x="213013" y="409647"/>
                    <a:pt x="213013" y="410406"/>
                  </a:cubicBezTo>
                  <a:cubicBezTo>
                    <a:pt x="213998" y="410914"/>
                    <a:pt x="214991" y="411410"/>
                    <a:pt x="215989" y="411894"/>
                  </a:cubicBezTo>
                  <a:cubicBezTo>
                    <a:pt x="216235" y="412631"/>
                    <a:pt x="216480" y="413367"/>
                    <a:pt x="216733" y="414126"/>
                  </a:cubicBezTo>
                  <a:cubicBezTo>
                    <a:pt x="217596" y="414989"/>
                    <a:pt x="218462" y="415850"/>
                    <a:pt x="219343" y="416695"/>
                  </a:cubicBezTo>
                  <a:cubicBezTo>
                    <a:pt x="221588" y="419023"/>
                    <a:pt x="223450" y="421679"/>
                    <a:pt x="225384" y="424265"/>
                  </a:cubicBezTo>
                  <a:cubicBezTo>
                    <a:pt x="226229" y="425392"/>
                    <a:pt x="227076" y="426518"/>
                    <a:pt x="227924" y="427643"/>
                  </a:cubicBezTo>
                  <a:cubicBezTo>
                    <a:pt x="228294" y="428138"/>
                    <a:pt x="228664" y="428632"/>
                    <a:pt x="229045" y="429142"/>
                  </a:cubicBezTo>
                  <a:cubicBezTo>
                    <a:pt x="230547" y="431023"/>
                    <a:pt x="232239" y="432615"/>
                    <a:pt x="233988" y="434265"/>
                  </a:cubicBezTo>
                  <a:cubicBezTo>
                    <a:pt x="235337" y="435706"/>
                    <a:pt x="235337" y="435706"/>
                    <a:pt x="235337" y="437195"/>
                  </a:cubicBezTo>
                  <a:cubicBezTo>
                    <a:pt x="236073" y="437195"/>
                    <a:pt x="236810" y="437195"/>
                    <a:pt x="237569" y="437195"/>
                  </a:cubicBezTo>
                  <a:cubicBezTo>
                    <a:pt x="237661" y="437655"/>
                    <a:pt x="237753" y="438116"/>
                    <a:pt x="237848" y="438590"/>
                  </a:cubicBezTo>
                  <a:cubicBezTo>
                    <a:pt x="238002" y="439112"/>
                    <a:pt x="238155" y="439634"/>
                    <a:pt x="238313" y="440171"/>
                  </a:cubicBezTo>
                  <a:cubicBezTo>
                    <a:pt x="238866" y="440386"/>
                    <a:pt x="239418" y="440601"/>
                    <a:pt x="239988" y="440822"/>
                  </a:cubicBezTo>
                  <a:cubicBezTo>
                    <a:pt x="243137" y="442111"/>
                    <a:pt x="244974" y="444562"/>
                    <a:pt x="246499" y="447613"/>
                  </a:cubicBezTo>
                  <a:cubicBezTo>
                    <a:pt x="247236" y="447858"/>
                    <a:pt x="247972" y="448104"/>
                    <a:pt x="248731" y="448357"/>
                  </a:cubicBezTo>
                  <a:cubicBezTo>
                    <a:pt x="249475" y="449101"/>
                    <a:pt x="250220" y="449845"/>
                    <a:pt x="250964" y="450589"/>
                  </a:cubicBezTo>
                  <a:cubicBezTo>
                    <a:pt x="251700" y="450835"/>
                    <a:pt x="252437" y="451080"/>
                    <a:pt x="253196" y="451333"/>
                  </a:cubicBezTo>
                  <a:cubicBezTo>
                    <a:pt x="253692" y="452326"/>
                    <a:pt x="254188" y="453318"/>
                    <a:pt x="254684" y="454310"/>
                  </a:cubicBezTo>
                  <a:cubicBezTo>
                    <a:pt x="255421" y="454556"/>
                    <a:pt x="256158" y="454801"/>
                    <a:pt x="256917" y="455054"/>
                  </a:cubicBezTo>
                  <a:cubicBezTo>
                    <a:pt x="257408" y="455791"/>
                    <a:pt x="257899" y="456527"/>
                    <a:pt x="258405" y="457286"/>
                  </a:cubicBezTo>
                  <a:cubicBezTo>
                    <a:pt x="259034" y="457409"/>
                    <a:pt x="259664" y="457532"/>
                    <a:pt x="260312" y="457659"/>
                  </a:cubicBezTo>
                  <a:cubicBezTo>
                    <a:pt x="260911" y="457781"/>
                    <a:pt x="261509" y="457904"/>
                    <a:pt x="262126" y="458031"/>
                  </a:cubicBezTo>
                  <a:cubicBezTo>
                    <a:pt x="262371" y="458767"/>
                    <a:pt x="262617" y="459504"/>
                    <a:pt x="262870" y="460263"/>
                  </a:cubicBezTo>
                  <a:cubicBezTo>
                    <a:pt x="263484" y="460493"/>
                    <a:pt x="264098" y="460724"/>
                    <a:pt x="264730" y="460961"/>
                  </a:cubicBezTo>
                  <a:cubicBezTo>
                    <a:pt x="265344" y="461222"/>
                    <a:pt x="265958" y="461483"/>
                    <a:pt x="266591" y="461751"/>
                  </a:cubicBezTo>
                  <a:cubicBezTo>
                    <a:pt x="266683" y="462273"/>
                    <a:pt x="266775" y="462795"/>
                    <a:pt x="266870" y="463333"/>
                  </a:cubicBezTo>
                  <a:cubicBezTo>
                    <a:pt x="267023" y="463793"/>
                    <a:pt x="267177" y="464254"/>
                    <a:pt x="267335" y="464728"/>
                  </a:cubicBezTo>
                  <a:cubicBezTo>
                    <a:pt x="268194" y="464728"/>
                    <a:pt x="269054" y="464728"/>
                    <a:pt x="269939" y="464728"/>
                  </a:cubicBezTo>
                  <a:cubicBezTo>
                    <a:pt x="270799" y="464728"/>
                    <a:pt x="271658" y="464728"/>
                    <a:pt x="272544" y="464728"/>
                  </a:cubicBezTo>
                  <a:cubicBezTo>
                    <a:pt x="272799" y="465718"/>
                    <a:pt x="273047" y="466711"/>
                    <a:pt x="273288" y="467704"/>
                  </a:cubicBezTo>
                  <a:cubicBezTo>
                    <a:pt x="275879" y="468261"/>
                    <a:pt x="275879" y="468261"/>
                    <a:pt x="278497" y="468449"/>
                  </a:cubicBezTo>
                  <a:cubicBezTo>
                    <a:pt x="279727" y="469678"/>
                    <a:pt x="279485" y="471084"/>
                    <a:pt x="279567" y="472774"/>
                  </a:cubicBezTo>
                  <a:cubicBezTo>
                    <a:pt x="279558" y="474817"/>
                    <a:pt x="279558" y="474817"/>
                    <a:pt x="279241" y="476634"/>
                  </a:cubicBezTo>
                  <a:cubicBezTo>
                    <a:pt x="277102" y="478401"/>
                    <a:pt x="277102" y="478401"/>
                    <a:pt x="274776" y="479611"/>
                  </a:cubicBezTo>
                  <a:cubicBezTo>
                    <a:pt x="273845" y="481161"/>
                    <a:pt x="273845" y="481161"/>
                    <a:pt x="273288" y="482587"/>
                  </a:cubicBezTo>
                  <a:cubicBezTo>
                    <a:pt x="272797" y="482833"/>
                    <a:pt x="272306" y="483078"/>
                    <a:pt x="271800" y="483331"/>
                  </a:cubicBezTo>
                  <a:cubicBezTo>
                    <a:pt x="271554" y="484068"/>
                    <a:pt x="271309" y="484805"/>
                    <a:pt x="271056" y="485564"/>
                  </a:cubicBezTo>
                  <a:cubicBezTo>
                    <a:pt x="270319" y="486055"/>
                    <a:pt x="269582" y="486546"/>
                    <a:pt x="268823" y="487052"/>
                  </a:cubicBezTo>
                  <a:cubicBezTo>
                    <a:pt x="268439" y="487820"/>
                    <a:pt x="268056" y="488587"/>
                    <a:pt x="267660" y="489378"/>
                  </a:cubicBezTo>
                  <a:cubicBezTo>
                    <a:pt x="267307" y="490084"/>
                    <a:pt x="266954" y="490790"/>
                    <a:pt x="266591" y="491517"/>
                  </a:cubicBezTo>
                  <a:cubicBezTo>
                    <a:pt x="266100" y="491517"/>
                    <a:pt x="265608" y="491517"/>
                    <a:pt x="265102" y="491517"/>
                  </a:cubicBezTo>
                  <a:cubicBezTo>
                    <a:pt x="265010" y="491916"/>
                    <a:pt x="264918" y="492315"/>
                    <a:pt x="264823" y="492726"/>
                  </a:cubicBezTo>
                  <a:cubicBezTo>
                    <a:pt x="264174" y="495194"/>
                    <a:pt x="262902" y="496931"/>
                    <a:pt x="261382" y="498958"/>
                  </a:cubicBezTo>
                  <a:cubicBezTo>
                    <a:pt x="260891" y="498958"/>
                    <a:pt x="260399" y="498958"/>
                    <a:pt x="259893" y="498958"/>
                  </a:cubicBezTo>
                  <a:cubicBezTo>
                    <a:pt x="259940" y="499557"/>
                    <a:pt x="259986" y="500156"/>
                    <a:pt x="260033" y="500772"/>
                  </a:cubicBezTo>
                  <a:cubicBezTo>
                    <a:pt x="259987" y="501401"/>
                    <a:pt x="259941" y="502031"/>
                    <a:pt x="259893" y="502679"/>
                  </a:cubicBezTo>
                  <a:cubicBezTo>
                    <a:pt x="259157" y="502925"/>
                    <a:pt x="258420" y="503170"/>
                    <a:pt x="257661" y="503423"/>
                  </a:cubicBezTo>
                  <a:cubicBezTo>
                    <a:pt x="257127" y="504898"/>
                    <a:pt x="256632" y="506388"/>
                    <a:pt x="256173" y="507888"/>
                  </a:cubicBezTo>
                  <a:cubicBezTo>
                    <a:pt x="255682" y="508379"/>
                    <a:pt x="255190" y="508870"/>
                    <a:pt x="254684" y="509376"/>
                  </a:cubicBezTo>
                  <a:cubicBezTo>
                    <a:pt x="254577" y="509898"/>
                    <a:pt x="254470" y="510420"/>
                    <a:pt x="254359" y="510958"/>
                  </a:cubicBezTo>
                  <a:cubicBezTo>
                    <a:pt x="254221" y="511418"/>
                    <a:pt x="254083" y="511878"/>
                    <a:pt x="253940" y="512353"/>
                  </a:cubicBezTo>
                  <a:cubicBezTo>
                    <a:pt x="253204" y="512353"/>
                    <a:pt x="252467" y="512353"/>
                    <a:pt x="251708" y="512353"/>
                  </a:cubicBezTo>
                  <a:cubicBezTo>
                    <a:pt x="251777" y="513435"/>
                    <a:pt x="251777" y="513435"/>
                    <a:pt x="251847" y="514539"/>
                  </a:cubicBezTo>
                  <a:cubicBezTo>
                    <a:pt x="251801" y="515291"/>
                    <a:pt x="251755" y="516043"/>
                    <a:pt x="251708" y="516818"/>
                  </a:cubicBezTo>
                  <a:cubicBezTo>
                    <a:pt x="250971" y="517063"/>
                    <a:pt x="250234" y="517309"/>
                    <a:pt x="249475" y="517562"/>
                  </a:cubicBezTo>
                  <a:cubicBezTo>
                    <a:pt x="248959" y="519292"/>
                    <a:pt x="248462" y="521029"/>
                    <a:pt x="247987" y="522771"/>
                  </a:cubicBezTo>
                  <a:cubicBezTo>
                    <a:pt x="247496" y="522771"/>
                    <a:pt x="247005" y="522771"/>
                    <a:pt x="246499" y="522771"/>
                  </a:cubicBezTo>
                  <a:cubicBezTo>
                    <a:pt x="246407" y="523615"/>
                    <a:pt x="246315" y="524459"/>
                    <a:pt x="246220" y="525329"/>
                  </a:cubicBezTo>
                  <a:cubicBezTo>
                    <a:pt x="246066" y="526204"/>
                    <a:pt x="245913" y="527079"/>
                    <a:pt x="245755" y="527980"/>
                  </a:cubicBezTo>
                  <a:cubicBezTo>
                    <a:pt x="245264" y="528225"/>
                    <a:pt x="244772" y="528471"/>
                    <a:pt x="244266" y="528724"/>
                  </a:cubicBezTo>
                  <a:cubicBezTo>
                    <a:pt x="243947" y="530282"/>
                    <a:pt x="243947" y="530282"/>
                    <a:pt x="243848" y="532073"/>
                  </a:cubicBezTo>
                  <a:cubicBezTo>
                    <a:pt x="243594" y="535350"/>
                    <a:pt x="243594" y="535350"/>
                    <a:pt x="242778" y="536165"/>
                  </a:cubicBezTo>
                  <a:cubicBezTo>
                    <a:pt x="241524" y="536219"/>
                    <a:pt x="240267" y="536228"/>
                    <a:pt x="239011" y="536212"/>
                  </a:cubicBezTo>
                  <a:cubicBezTo>
                    <a:pt x="238327" y="536205"/>
                    <a:pt x="237643" y="536198"/>
                    <a:pt x="236938" y="536192"/>
                  </a:cubicBezTo>
                  <a:cubicBezTo>
                    <a:pt x="236410" y="536183"/>
                    <a:pt x="235881" y="536174"/>
                    <a:pt x="235337" y="536165"/>
                  </a:cubicBezTo>
                  <a:cubicBezTo>
                    <a:pt x="235337" y="535429"/>
                    <a:pt x="235337" y="534692"/>
                    <a:pt x="235337" y="533933"/>
                  </a:cubicBezTo>
                  <a:cubicBezTo>
                    <a:pt x="234071" y="533841"/>
                    <a:pt x="234071" y="533841"/>
                    <a:pt x="232779" y="533747"/>
                  </a:cubicBezTo>
                  <a:cubicBezTo>
                    <a:pt x="231904" y="533563"/>
                    <a:pt x="231029" y="533379"/>
                    <a:pt x="230128" y="533189"/>
                  </a:cubicBezTo>
                  <a:cubicBezTo>
                    <a:pt x="229663" y="531701"/>
                    <a:pt x="229663" y="531701"/>
                    <a:pt x="229384" y="530212"/>
                  </a:cubicBezTo>
                  <a:cubicBezTo>
                    <a:pt x="228145" y="529958"/>
                    <a:pt x="226904" y="529710"/>
                    <a:pt x="225663" y="529468"/>
                  </a:cubicBezTo>
                  <a:cubicBezTo>
                    <a:pt x="224826" y="527980"/>
                    <a:pt x="224826" y="527980"/>
                    <a:pt x="224175" y="526492"/>
                  </a:cubicBezTo>
                  <a:cubicBezTo>
                    <a:pt x="223438" y="526246"/>
                    <a:pt x="222701" y="526000"/>
                    <a:pt x="221942" y="525747"/>
                  </a:cubicBezTo>
                  <a:cubicBezTo>
                    <a:pt x="221697" y="525011"/>
                    <a:pt x="221451" y="524274"/>
                    <a:pt x="221198" y="523515"/>
                  </a:cubicBezTo>
                  <a:cubicBezTo>
                    <a:pt x="220600" y="523408"/>
                    <a:pt x="220001" y="523300"/>
                    <a:pt x="219384" y="523189"/>
                  </a:cubicBezTo>
                  <a:cubicBezTo>
                    <a:pt x="218755" y="523051"/>
                    <a:pt x="218126" y="522913"/>
                    <a:pt x="217477" y="522771"/>
                  </a:cubicBezTo>
                  <a:cubicBezTo>
                    <a:pt x="216640" y="521376"/>
                    <a:pt x="216640" y="521376"/>
                    <a:pt x="215989" y="519794"/>
                  </a:cubicBezTo>
                  <a:cubicBezTo>
                    <a:pt x="215260" y="519036"/>
                    <a:pt x="214517" y="518289"/>
                    <a:pt x="213757" y="517562"/>
                  </a:cubicBezTo>
                  <a:cubicBezTo>
                    <a:pt x="213511" y="517071"/>
                    <a:pt x="213266" y="516580"/>
                    <a:pt x="213013" y="516074"/>
                  </a:cubicBezTo>
                  <a:cubicBezTo>
                    <a:pt x="212506" y="515951"/>
                    <a:pt x="212000" y="515828"/>
                    <a:pt x="211478" y="515702"/>
                  </a:cubicBezTo>
                  <a:cubicBezTo>
                    <a:pt x="211002" y="515579"/>
                    <a:pt x="210526" y="515456"/>
                    <a:pt x="210036" y="515329"/>
                  </a:cubicBezTo>
                  <a:cubicBezTo>
                    <a:pt x="210036" y="514838"/>
                    <a:pt x="210036" y="514347"/>
                    <a:pt x="210036" y="513841"/>
                  </a:cubicBezTo>
                  <a:cubicBezTo>
                    <a:pt x="208802" y="513087"/>
                    <a:pt x="207561" y="512345"/>
                    <a:pt x="206315" y="511609"/>
                  </a:cubicBezTo>
                  <a:cubicBezTo>
                    <a:pt x="204321" y="509836"/>
                    <a:pt x="203446" y="508955"/>
                    <a:pt x="202595" y="506400"/>
                  </a:cubicBezTo>
                  <a:cubicBezTo>
                    <a:pt x="201858" y="505909"/>
                    <a:pt x="201121" y="505418"/>
                    <a:pt x="200362" y="504911"/>
                  </a:cubicBezTo>
                  <a:cubicBezTo>
                    <a:pt x="200117" y="504175"/>
                    <a:pt x="199871" y="503438"/>
                    <a:pt x="199618" y="502679"/>
                  </a:cubicBezTo>
                  <a:cubicBezTo>
                    <a:pt x="198881" y="502433"/>
                    <a:pt x="198145" y="502188"/>
                    <a:pt x="197386" y="501935"/>
                  </a:cubicBezTo>
                  <a:cubicBezTo>
                    <a:pt x="197140" y="501198"/>
                    <a:pt x="196894" y="500462"/>
                    <a:pt x="196641" y="499703"/>
                  </a:cubicBezTo>
                  <a:cubicBezTo>
                    <a:pt x="195905" y="499457"/>
                    <a:pt x="195168" y="499211"/>
                    <a:pt x="194409" y="498958"/>
                  </a:cubicBezTo>
                  <a:cubicBezTo>
                    <a:pt x="194161" y="497966"/>
                    <a:pt x="193913" y="496974"/>
                    <a:pt x="193665" y="495982"/>
                  </a:cubicBezTo>
                  <a:cubicBezTo>
                    <a:pt x="192928" y="495736"/>
                    <a:pt x="192192" y="495491"/>
                    <a:pt x="191433" y="495238"/>
                  </a:cubicBezTo>
                  <a:cubicBezTo>
                    <a:pt x="191433" y="494255"/>
                    <a:pt x="191433" y="493273"/>
                    <a:pt x="191433" y="492261"/>
                  </a:cubicBezTo>
                  <a:cubicBezTo>
                    <a:pt x="190696" y="492016"/>
                    <a:pt x="189959" y="491770"/>
                    <a:pt x="189200" y="491517"/>
                  </a:cubicBezTo>
                  <a:cubicBezTo>
                    <a:pt x="188955" y="490780"/>
                    <a:pt x="188709" y="490044"/>
                    <a:pt x="188456" y="489285"/>
                  </a:cubicBezTo>
                  <a:cubicBezTo>
                    <a:pt x="187719" y="489039"/>
                    <a:pt x="186983" y="488793"/>
                    <a:pt x="186224" y="488540"/>
                  </a:cubicBezTo>
                  <a:cubicBezTo>
                    <a:pt x="186039" y="487781"/>
                    <a:pt x="186039" y="487781"/>
                    <a:pt x="185851" y="487006"/>
                  </a:cubicBezTo>
                  <a:cubicBezTo>
                    <a:pt x="185729" y="486530"/>
                    <a:pt x="185606" y="486054"/>
                    <a:pt x="185479" y="485564"/>
                  </a:cubicBezTo>
                  <a:cubicBezTo>
                    <a:pt x="184743" y="485564"/>
                    <a:pt x="184006" y="485564"/>
                    <a:pt x="183247" y="485564"/>
                  </a:cubicBezTo>
                  <a:cubicBezTo>
                    <a:pt x="183293" y="484965"/>
                    <a:pt x="183339" y="484367"/>
                    <a:pt x="183386" y="483750"/>
                  </a:cubicBezTo>
                  <a:cubicBezTo>
                    <a:pt x="183340" y="483121"/>
                    <a:pt x="183294" y="482491"/>
                    <a:pt x="183247" y="481843"/>
                  </a:cubicBezTo>
                  <a:cubicBezTo>
                    <a:pt x="182510" y="481598"/>
                    <a:pt x="181774" y="481352"/>
                    <a:pt x="181015" y="481099"/>
                  </a:cubicBezTo>
                  <a:cubicBezTo>
                    <a:pt x="180494" y="480119"/>
                    <a:pt x="179997" y="479127"/>
                    <a:pt x="179526" y="478122"/>
                  </a:cubicBezTo>
                  <a:cubicBezTo>
                    <a:pt x="179035" y="477877"/>
                    <a:pt x="178544" y="477631"/>
                    <a:pt x="178038" y="477378"/>
                  </a:cubicBezTo>
                  <a:cubicBezTo>
                    <a:pt x="178038" y="476396"/>
                    <a:pt x="178038" y="475414"/>
                    <a:pt x="178038" y="474402"/>
                  </a:cubicBezTo>
                  <a:cubicBezTo>
                    <a:pt x="177301" y="474156"/>
                    <a:pt x="176565" y="473911"/>
                    <a:pt x="175806" y="473658"/>
                  </a:cubicBezTo>
                  <a:cubicBezTo>
                    <a:pt x="175558" y="472665"/>
                    <a:pt x="175309" y="471673"/>
                    <a:pt x="175061" y="470681"/>
                  </a:cubicBezTo>
                  <a:cubicBezTo>
                    <a:pt x="174325" y="470435"/>
                    <a:pt x="173588" y="470190"/>
                    <a:pt x="172829" y="469937"/>
                  </a:cubicBezTo>
                  <a:cubicBezTo>
                    <a:pt x="172307" y="468708"/>
                    <a:pt x="171810" y="467467"/>
                    <a:pt x="171341" y="466216"/>
                  </a:cubicBezTo>
                  <a:cubicBezTo>
                    <a:pt x="170850" y="465971"/>
                    <a:pt x="170358" y="465725"/>
                    <a:pt x="169852" y="465472"/>
                  </a:cubicBezTo>
                  <a:cubicBezTo>
                    <a:pt x="169745" y="464889"/>
                    <a:pt x="169638" y="464306"/>
                    <a:pt x="169527" y="463705"/>
                  </a:cubicBezTo>
                  <a:cubicBezTo>
                    <a:pt x="169057" y="461511"/>
                    <a:pt x="168482" y="460991"/>
                    <a:pt x="166876" y="459519"/>
                  </a:cubicBezTo>
                  <a:cubicBezTo>
                    <a:pt x="166630" y="458782"/>
                    <a:pt x="166385" y="458046"/>
                    <a:pt x="166132" y="457286"/>
                  </a:cubicBezTo>
                  <a:cubicBezTo>
                    <a:pt x="165556" y="456780"/>
                    <a:pt x="165556" y="456780"/>
                    <a:pt x="164969" y="456263"/>
                  </a:cubicBezTo>
                  <a:cubicBezTo>
                    <a:pt x="163899" y="455054"/>
                    <a:pt x="163899" y="455054"/>
                    <a:pt x="163760" y="453054"/>
                  </a:cubicBezTo>
                  <a:cubicBezTo>
                    <a:pt x="163806" y="452486"/>
                    <a:pt x="163852" y="451918"/>
                    <a:pt x="163899" y="451333"/>
                  </a:cubicBezTo>
                  <a:cubicBezTo>
                    <a:pt x="163163" y="451333"/>
                    <a:pt x="162426" y="451333"/>
                    <a:pt x="161667" y="451333"/>
                  </a:cubicBezTo>
                  <a:cubicBezTo>
                    <a:pt x="161406" y="450096"/>
                    <a:pt x="161159" y="448855"/>
                    <a:pt x="160923" y="447613"/>
                  </a:cubicBezTo>
                  <a:cubicBezTo>
                    <a:pt x="160186" y="447122"/>
                    <a:pt x="159449" y="446630"/>
                    <a:pt x="158690" y="446124"/>
                  </a:cubicBezTo>
                  <a:cubicBezTo>
                    <a:pt x="158179" y="443799"/>
                    <a:pt x="158179" y="443799"/>
                    <a:pt x="157946" y="441660"/>
                  </a:cubicBezTo>
                  <a:cubicBezTo>
                    <a:pt x="157209" y="441660"/>
                    <a:pt x="156473" y="441660"/>
                    <a:pt x="155714" y="441660"/>
                  </a:cubicBezTo>
                  <a:cubicBezTo>
                    <a:pt x="155714" y="439941"/>
                    <a:pt x="155714" y="438222"/>
                    <a:pt x="155714" y="436451"/>
                  </a:cubicBezTo>
                  <a:cubicBezTo>
                    <a:pt x="154977" y="436451"/>
                    <a:pt x="154240" y="436451"/>
                    <a:pt x="153481" y="436451"/>
                  </a:cubicBezTo>
                  <a:cubicBezTo>
                    <a:pt x="153405" y="435606"/>
                    <a:pt x="153328" y="434762"/>
                    <a:pt x="153249" y="433893"/>
                  </a:cubicBezTo>
                  <a:cubicBezTo>
                    <a:pt x="153080" y="433018"/>
                    <a:pt x="152911" y="432143"/>
                    <a:pt x="152737" y="431242"/>
                  </a:cubicBezTo>
                  <a:cubicBezTo>
                    <a:pt x="152000" y="430996"/>
                    <a:pt x="151264" y="430750"/>
                    <a:pt x="150505" y="430497"/>
                  </a:cubicBezTo>
                  <a:cubicBezTo>
                    <a:pt x="150248" y="428762"/>
                    <a:pt x="150000" y="427026"/>
                    <a:pt x="149761" y="425288"/>
                  </a:cubicBezTo>
                  <a:cubicBezTo>
                    <a:pt x="148675" y="424079"/>
                    <a:pt x="148675" y="424079"/>
                    <a:pt x="147528" y="423056"/>
                  </a:cubicBezTo>
                  <a:cubicBezTo>
                    <a:pt x="147263" y="421819"/>
                    <a:pt x="147013" y="420579"/>
                    <a:pt x="146784" y="419335"/>
                  </a:cubicBezTo>
                  <a:cubicBezTo>
                    <a:pt x="146293" y="419090"/>
                    <a:pt x="145802" y="418844"/>
                    <a:pt x="145296" y="418591"/>
                  </a:cubicBezTo>
                  <a:cubicBezTo>
                    <a:pt x="145188" y="417732"/>
                    <a:pt x="145081" y="416872"/>
                    <a:pt x="144970" y="415987"/>
                  </a:cubicBezTo>
                  <a:cubicBezTo>
                    <a:pt x="144832" y="415127"/>
                    <a:pt x="144694" y="414268"/>
                    <a:pt x="144552" y="413382"/>
                  </a:cubicBezTo>
                  <a:cubicBezTo>
                    <a:pt x="143815" y="413137"/>
                    <a:pt x="143078" y="412891"/>
                    <a:pt x="142319" y="412638"/>
                  </a:cubicBezTo>
                  <a:cubicBezTo>
                    <a:pt x="141971" y="410899"/>
                    <a:pt x="141945" y="409223"/>
                    <a:pt x="141877" y="407452"/>
                  </a:cubicBezTo>
                  <a:cubicBezTo>
                    <a:pt x="141728" y="406704"/>
                    <a:pt x="141728" y="406704"/>
                    <a:pt x="141575" y="405941"/>
                  </a:cubicBezTo>
                  <a:cubicBezTo>
                    <a:pt x="140838" y="405695"/>
                    <a:pt x="140102" y="405450"/>
                    <a:pt x="139343" y="405197"/>
                  </a:cubicBezTo>
                  <a:cubicBezTo>
                    <a:pt x="139343" y="403708"/>
                    <a:pt x="139343" y="402220"/>
                    <a:pt x="139343" y="400732"/>
                  </a:cubicBezTo>
                  <a:cubicBezTo>
                    <a:pt x="138813" y="400225"/>
                    <a:pt x="138813" y="400225"/>
                    <a:pt x="138273" y="399709"/>
                  </a:cubicBezTo>
                  <a:cubicBezTo>
                    <a:pt x="136828" y="398205"/>
                    <a:pt x="136908" y="397471"/>
                    <a:pt x="136738" y="395430"/>
                  </a:cubicBezTo>
                  <a:cubicBezTo>
                    <a:pt x="136615" y="394478"/>
                    <a:pt x="136493" y="393527"/>
                    <a:pt x="136366" y="392546"/>
                  </a:cubicBezTo>
                  <a:cubicBezTo>
                    <a:pt x="135629" y="392301"/>
                    <a:pt x="134893" y="392055"/>
                    <a:pt x="134134" y="391802"/>
                  </a:cubicBezTo>
                  <a:cubicBezTo>
                    <a:pt x="133786" y="390063"/>
                    <a:pt x="133759" y="388387"/>
                    <a:pt x="133692" y="386616"/>
                  </a:cubicBezTo>
                  <a:cubicBezTo>
                    <a:pt x="133542" y="385868"/>
                    <a:pt x="133542" y="385868"/>
                    <a:pt x="133390" y="385105"/>
                  </a:cubicBezTo>
                  <a:cubicBezTo>
                    <a:pt x="132653" y="384859"/>
                    <a:pt x="131916" y="384614"/>
                    <a:pt x="131157" y="384361"/>
                  </a:cubicBezTo>
                  <a:cubicBezTo>
                    <a:pt x="130939" y="382335"/>
                    <a:pt x="130939" y="382335"/>
                    <a:pt x="131018" y="379849"/>
                  </a:cubicBezTo>
                  <a:cubicBezTo>
                    <a:pt x="131048" y="378616"/>
                    <a:pt x="131048" y="378616"/>
                    <a:pt x="131079" y="377358"/>
                  </a:cubicBezTo>
                  <a:cubicBezTo>
                    <a:pt x="131105" y="376722"/>
                    <a:pt x="131130" y="376086"/>
                    <a:pt x="131157" y="375431"/>
                  </a:cubicBezTo>
                  <a:cubicBezTo>
                    <a:pt x="130420" y="375431"/>
                    <a:pt x="129684" y="375431"/>
                    <a:pt x="128925" y="375431"/>
                  </a:cubicBezTo>
                  <a:cubicBezTo>
                    <a:pt x="128897" y="374956"/>
                    <a:pt x="128869" y="374481"/>
                    <a:pt x="128840" y="373992"/>
                  </a:cubicBezTo>
                  <a:cubicBezTo>
                    <a:pt x="128791" y="373377"/>
                    <a:pt x="128743" y="372762"/>
                    <a:pt x="128692" y="372129"/>
                  </a:cubicBezTo>
                  <a:cubicBezTo>
                    <a:pt x="128627" y="371209"/>
                    <a:pt x="128627" y="371209"/>
                    <a:pt x="128561" y="370271"/>
                  </a:cubicBezTo>
                  <a:cubicBezTo>
                    <a:pt x="128436" y="369764"/>
                    <a:pt x="128310" y="369257"/>
                    <a:pt x="128181" y="368734"/>
                  </a:cubicBezTo>
                  <a:cubicBezTo>
                    <a:pt x="127444" y="368488"/>
                    <a:pt x="126707" y="368243"/>
                    <a:pt x="125948" y="367990"/>
                  </a:cubicBezTo>
                  <a:cubicBezTo>
                    <a:pt x="125598" y="365672"/>
                    <a:pt x="125573" y="363402"/>
                    <a:pt x="125506" y="361060"/>
                  </a:cubicBezTo>
                  <a:cubicBezTo>
                    <a:pt x="125407" y="360400"/>
                    <a:pt x="125307" y="359740"/>
                    <a:pt x="125204" y="359060"/>
                  </a:cubicBezTo>
                  <a:cubicBezTo>
                    <a:pt x="124467" y="358814"/>
                    <a:pt x="123731" y="358569"/>
                    <a:pt x="122972" y="358316"/>
                  </a:cubicBezTo>
                  <a:cubicBezTo>
                    <a:pt x="122643" y="356316"/>
                    <a:pt x="122643" y="356316"/>
                    <a:pt x="122553" y="353851"/>
                  </a:cubicBezTo>
                  <a:cubicBezTo>
                    <a:pt x="122491" y="351459"/>
                    <a:pt x="122491" y="351459"/>
                    <a:pt x="122227" y="349386"/>
                  </a:cubicBezTo>
                  <a:cubicBezTo>
                    <a:pt x="121736" y="349141"/>
                    <a:pt x="121245" y="348895"/>
                    <a:pt x="120739" y="348642"/>
                  </a:cubicBezTo>
                  <a:cubicBezTo>
                    <a:pt x="120431" y="346616"/>
                    <a:pt x="120431" y="346616"/>
                    <a:pt x="120274" y="344131"/>
                  </a:cubicBezTo>
                  <a:cubicBezTo>
                    <a:pt x="120191" y="342898"/>
                    <a:pt x="120191" y="342898"/>
                    <a:pt x="120105" y="341640"/>
                  </a:cubicBezTo>
                  <a:cubicBezTo>
                    <a:pt x="120069" y="341004"/>
                    <a:pt x="120033" y="340368"/>
                    <a:pt x="119995" y="339712"/>
                  </a:cubicBezTo>
                  <a:cubicBezTo>
                    <a:pt x="119258" y="339712"/>
                    <a:pt x="118522" y="339712"/>
                    <a:pt x="117763" y="339712"/>
                  </a:cubicBezTo>
                  <a:cubicBezTo>
                    <a:pt x="117721" y="338597"/>
                    <a:pt x="117721" y="338597"/>
                    <a:pt x="117678" y="337460"/>
                  </a:cubicBezTo>
                  <a:cubicBezTo>
                    <a:pt x="117629" y="336499"/>
                    <a:pt x="117580" y="335539"/>
                    <a:pt x="117530" y="334550"/>
                  </a:cubicBezTo>
                  <a:cubicBezTo>
                    <a:pt x="117465" y="333112"/>
                    <a:pt x="117465" y="333112"/>
                    <a:pt x="117399" y="331646"/>
                  </a:cubicBezTo>
                  <a:cubicBezTo>
                    <a:pt x="117274" y="330870"/>
                    <a:pt x="117148" y="330094"/>
                    <a:pt x="117018" y="329294"/>
                  </a:cubicBezTo>
                  <a:cubicBezTo>
                    <a:pt x="116282" y="329049"/>
                    <a:pt x="115545" y="328803"/>
                    <a:pt x="114786" y="328550"/>
                  </a:cubicBezTo>
                  <a:cubicBezTo>
                    <a:pt x="114618" y="326612"/>
                    <a:pt x="114578" y="324854"/>
                    <a:pt x="114646" y="322923"/>
                  </a:cubicBezTo>
                  <a:cubicBezTo>
                    <a:pt x="114657" y="322394"/>
                    <a:pt x="114667" y="321865"/>
                    <a:pt x="114677" y="321320"/>
                  </a:cubicBezTo>
                  <a:cubicBezTo>
                    <a:pt x="114703" y="320009"/>
                    <a:pt x="114743" y="318698"/>
                    <a:pt x="114786" y="317388"/>
                  </a:cubicBezTo>
                  <a:cubicBezTo>
                    <a:pt x="114049" y="317388"/>
                    <a:pt x="113313" y="317388"/>
                    <a:pt x="112554" y="317388"/>
                  </a:cubicBezTo>
                  <a:cubicBezTo>
                    <a:pt x="112512" y="316273"/>
                    <a:pt x="112512" y="316273"/>
                    <a:pt x="112469" y="315135"/>
                  </a:cubicBezTo>
                  <a:cubicBezTo>
                    <a:pt x="112420" y="314175"/>
                    <a:pt x="112371" y="313215"/>
                    <a:pt x="112321" y="312226"/>
                  </a:cubicBezTo>
                  <a:cubicBezTo>
                    <a:pt x="112256" y="310788"/>
                    <a:pt x="112256" y="310788"/>
                    <a:pt x="112190" y="309322"/>
                  </a:cubicBezTo>
                  <a:cubicBezTo>
                    <a:pt x="112065" y="308546"/>
                    <a:pt x="111939" y="307770"/>
                    <a:pt x="111809" y="306970"/>
                  </a:cubicBezTo>
                  <a:cubicBezTo>
                    <a:pt x="111073" y="306725"/>
                    <a:pt x="110336" y="306479"/>
                    <a:pt x="109577" y="306226"/>
                  </a:cubicBezTo>
                  <a:cubicBezTo>
                    <a:pt x="109255" y="304912"/>
                    <a:pt x="109255" y="304912"/>
                    <a:pt x="109196" y="303223"/>
                  </a:cubicBezTo>
                  <a:cubicBezTo>
                    <a:pt x="109170" y="302621"/>
                    <a:pt x="109143" y="302019"/>
                    <a:pt x="109116" y="301399"/>
                  </a:cubicBezTo>
                  <a:cubicBezTo>
                    <a:pt x="109100" y="300767"/>
                    <a:pt x="109083" y="300134"/>
                    <a:pt x="109065" y="299482"/>
                  </a:cubicBezTo>
                  <a:cubicBezTo>
                    <a:pt x="109040" y="298847"/>
                    <a:pt x="109015" y="298211"/>
                    <a:pt x="108988" y="297556"/>
                  </a:cubicBezTo>
                  <a:cubicBezTo>
                    <a:pt x="108927" y="295982"/>
                    <a:pt x="108879" y="294407"/>
                    <a:pt x="108833" y="292831"/>
                  </a:cubicBezTo>
                  <a:cubicBezTo>
                    <a:pt x="108096" y="293077"/>
                    <a:pt x="107359" y="293323"/>
                    <a:pt x="106600" y="293576"/>
                  </a:cubicBezTo>
                  <a:cubicBezTo>
                    <a:pt x="106600" y="289155"/>
                    <a:pt x="106600" y="284735"/>
                    <a:pt x="106600" y="280181"/>
                  </a:cubicBezTo>
                  <a:cubicBezTo>
                    <a:pt x="98497" y="280427"/>
                    <a:pt x="90393" y="280672"/>
                    <a:pt x="82044" y="280925"/>
                  </a:cubicBezTo>
                  <a:cubicBezTo>
                    <a:pt x="82044" y="333722"/>
                    <a:pt x="82044" y="386519"/>
                    <a:pt x="82044" y="440915"/>
                  </a:cubicBezTo>
                  <a:cubicBezTo>
                    <a:pt x="83272" y="440670"/>
                    <a:pt x="84499" y="440424"/>
                    <a:pt x="85765" y="440171"/>
                  </a:cubicBezTo>
                  <a:cubicBezTo>
                    <a:pt x="85765" y="439189"/>
                    <a:pt x="85765" y="438207"/>
                    <a:pt x="85765" y="437195"/>
                  </a:cubicBezTo>
                  <a:cubicBezTo>
                    <a:pt x="86562" y="437167"/>
                    <a:pt x="87359" y="437139"/>
                    <a:pt x="88180" y="437110"/>
                  </a:cubicBezTo>
                  <a:cubicBezTo>
                    <a:pt x="89220" y="437062"/>
                    <a:pt x="90259" y="437012"/>
                    <a:pt x="91299" y="436962"/>
                  </a:cubicBezTo>
                  <a:cubicBezTo>
                    <a:pt x="91825" y="436945"/>
                    <a:pt x="92351" y="436929"/>
                    <a:pt x="92893" y="436911"/>
                  </a:cubicBezTo>
                  <a:cubicBezTo>
                    <a:pt x="94585" y="436847"/>
                    <a:pt x="94585" y="436847"/>
                    <a:pt x="96927" y="436451"/>
                  </a:cubicBezTo>
                  <a:cubicBezTo>
                    <a:pt x="97172" y="435714"/>
                    <a:pt x="97418" y="434977"/>
                    <a:pt x="97671" y="434218"/>
                  </a:cubicBezTo>
                  <a:cubicBezTo>
                    <a:pt x="100062" y="433950"/>
                    <a:pt x="102369" y="433893"/>
                    <a:pt x="104771" y="433891"/>
                  </a:cubicBezTo>
                  <a:cubicBezTo>
                    <a:pt x="106456" y="433873"/>
                    <a:pt x="106456" y="433873"/>
                    <a:pt x="108833" y="433474"/>
                  </a:cubicBezTo>
                  <a:cubicBezTo>
                    <a:pt x="109078" y="432983"/>
                    <a:pt x="109324" y="432492"/>
                    <a:pt x="109577" y="431986"/>
                  </a:cubicBezTo>
                  <a:cubicBezTo>
                    <a:pt x="109823" y="431495"/>
                    <a:pt x="110068" y="431003"/>
                    <a:pt x="110321" y="430497"/>
                  </a:cubicBezTo>
                  <a:cubicBezTo>
                    <a:pt x="112280" y="430211"/>
                    <a:pt x="113989" y="430081"/>
                    <a:pt x="115949" y="430079"/>
                  </a:cubicBezTo>
                  <a:cubicBezTo>
                    <a:pt x="117838" y="430067"/>
                    <a:pt x="119597" y="429965"/>
                    <a:pt x="121483" y="429753"/>
                  </a:cubicBezTo>
                  <a:cubicBezTo>
                    <a:pt x="121729" y="429017"/>
                    <a:pt x="121974" y="428280"/>
                    <a:pt x="122227" y="427521"/>
                  </a:cubicBezTo>
                  <a:cubicBezTo>
                    <a:pt x="124338" y="427166"/>
                    <a:pt x="124338" y="427166"/>
                    <a:pt x="126971" y="427056"/>
                  </a:cubicBezTo>
                  <a:cubicBezTo>
                    <a:pt x="130616" y="426896"/>
                    <a:pt x="130616" y="426896"/>
                    <a:pt x="134134" y="426033"/>
                  </a:cubicBezTo>
                  <a:cubicBezTo>
                    <a:pt x="134379" y="425296"/>
                    <a:pt x="134625" y="424559"/>
                    <a:pt x="134878" y="423800"/>
                  </a:cubicBezTo>
                  <a:cubicBezTo>
                    <a:pt x="136924" y="423612"/>
                    <a:pt x="138790" y="423558"/>
                    <a:pt x="140831" y="423614"/>
                  </a:cubicBezTo>
                  <a:cubicBezTo>
                    <a:pt x="141668" y="423620"/>
                    <a:pt x="141668" y="423620"/>
                    <a:pt x="142523" y="423626"/>
                  </a:cubicBezTo>
                  <a:cubicBezTo>
                    <a:pt x="146670" y="423686"/>
                    <a:pt x="146670" y="423686"/>
                    <a:pt x="147528" y="424544"/>
                  </a:cubicBezTo>
                  <a:cubicBezTo>
                    <a:pt x="147612" y="425948"/>
                    <a:pt x="147645" y="427354"/>
                    <a:pt x="147657" y="428760"/>
                  </a:cubicBezTo>
                  <a:cubicBezTo>
                    <a:pt x="147672" y="430113"/>
                    <a:pt x="147672" y="430113"/>
                    <a:pt x="147688" y="431492"/>
                  </a:cubicBezTo>
                  <a:cubicBezTo>
                    <a:pt x="147696" y="432474"/>
                    <a:pt x="147703" y="433456"/>
                    <a:pt x="147711" y="434468"/>
                  </a:cubicBezTo>
                  <a:cubicBezTo>
                    <a:pt x="147723" y="435479"/>
                    <a:pt x="147735" y="436491"/>
                    <a:pt x="147747" y="437502"/>
                  </a:cubicBezTo>
                  <a:cubicBezTo>
                    <a:pt x="147800" y="441806"/>
                    <a:pt x="147845" y="446111"/>
                    <a:pt x="147883" y="450416"/>
                  </a:cubicBezTo>
                  <a:cubicBezTo>
                    <a:pt x="147907" y="453046"/>
                    <a:pt x="147937" y="455676"/>
                    <a:pt x="147972" y="458307"/>
                  </a:cubicBezTo>
                  <a:cubicBezTo>
                    <a:pt x="147990" y="459799"/>
                    <a:pt x="148000" y="461290"/>
                    <a:pt x="148009" y="462782"/>
                  </a:cubicBezTo>
                  <a:cubicBezTo>
                    <a:pt x="148022" y="463688"/>
                    <a:pt x="148034" y="464595"/>
                    <a:pt x="148047" y="465528"/>
                  </a:cubicBezTo>
                  <a:cubicBezTo>
                    <a:pt x="148055" y="466328"/>
                    <a:pt x="148062" y="467127"/>
                    <a:pt x="148070" y="467950"/>
                  </a:cubicBezTo>
                  <a:cubicBezTo>
                    <a:pt x="148133" y="470105"/>
                    <a:pt x="148133" y="470105"/>
                    <a:pt x="149761" y="472169"/>
                  </a:cubicBezTo>
                  <a:cubicBezTo>
                    <a:pt x="150006" y="472169"/>
                    <a:pt x="150252" y="472169"/>
                    <a:pt x="150505" y="472169"/>
                  </a:cubicBezTo>
                  <a:cubicBezTo>
                    <a:pt x="150591" y="475502"/>
                    <a:pt x="150644" y="478835"/>
                    <a:pt x="150691" y="482169"/>
                  </a:cubicBezTo>
                  <a:cubicBezTo>
                    <a:pt x="150716" y="483121"/>
                    <a:pt x="150741" y="484073"/>
                    <a:pt x="150766" y="485054"/>
                  </a:cubicBezTo>
                  <a:cubicBezTo>
                    <a:pt x="150776" y="485958"/>
                    <a:pt x="150786" y="486862"/>
                    <a:pt x="150795" y="487793"/>
                  </a:cubicBezTo>
                  <a:cubicBezTo>
                    <a:pt x="150811" y="488631"/>
                    <a:pt x="150827" y="489469"/>
                    <a:pt x="150843" y="490332"/>
                  </a:cubicBezTo>
                  <a:cubicBezTo>
                    <a:pt x="150731" y="490969"/>
                    <a:pt x="150620" y="491605"/>
                    <a:pt x="150505" y="492261"/>
                  </a:cubicBezTo>
                  <a:cubicBezTo>
                    <a:pt x="148998" y="492773"/>
                    <a:pt x="148998" y="492773"/>
                    <a:pt x="147528" y="493005"/>
                  </a:cubicBezTo>
                  <a:cubicBezTo>
                    <a:pt x="147528" y="493742"/>
                    <a:pt x="147528" y="494479"/>
                    <a:pt x="147528" y="495238"/>
                  </a:cubicBezTo>
                  <a:cubicBezTo>
                    <a:pt x="143845" y="495483"/>
                    <a:pt x="140161" y="495729"/>
                    <a:pt x="136366" y="495982"/>
                  </a:cubicBezTo>
                  <a:cubicBezTo>
                    <a:pt x="136366" y="496964"/>
                    <a:pt x="136366" y="497946"/>
                    <a:pt x="136366" y="498958"/>
                  </a:cubicBezTo>
                  <a:cubicBezTo>
                    <a:pt x="135756" y="498978"/>
                    <a:pt x="135146" y="498997"/>
                    <a:pt x="134517" y="499017"/>
                  </a:cubicBezTo>
                  <a:cubicBezTo>
                    <a:pt x="133715" y="499059"/>
                    <a:pt x="132914" y="499101"/>
                    <a:pt x="132087" y="499144"/>
                  </a:cubicBezTo>
                  <a:cubicBezTo>
                    <a:pt x="131293" y="499179"/>
                    <a:pt x="130499" y="499213"/>
                    <a:pt x="129680" y="499249"/>
                  </a:cubicBezTo>
                  <a:cubicBezTo>
                    <a:pt x="127357" y="499503"/>
                    <a:pt x="127357" y="499503"/>
                    <a:pt x="125925" y="501214"/>
                  </a:cubicBezTo>
                  <a:cubicBezTo>
                    <a:pt x="124460" y="502679"/>
                    <a:pt x="124460" y="502679"/>
                    <a:pt x="122379" y="502970"/>
                  </a:cubicBezTo>
                  <a:cubicBezTo>
                    <a:pt x="121291" y="502918"/>
                    <a:pt x="121291" y="502918"/>
                    <a:pt x="120181" y="502865"/>
                  </a:cubicBezTo>
                  <a:cubicBezTo>
                    <a:pt x="119448" y="502838"/>
                    <a:pt x="118715" y="502811"/>
                    <a:pt x="117960" y="502784"/>
                  </a:cubicBezTo>
                  <a:cubicBezTo>
                    <a:pt x="117126" y="502732"/>
                    <a:pt x="117126" y="502732"/>
                    <a:pt x="116274" y="502679"/>
                  </a:cubicBezTo>
                  <a:cubicBezTo>
                    <a:pt x="116274" y="503661"/>
                    <a:pt x="116274" y="504644"/>
                    <a:pt x="116274" y="505656"/>
                  </a:cubicBezTo>
                  <a:cubicBezTo>
                    <a:pt x="115585" y="505675"/>
                    <a:pt x="114895" y="505694"/>
                    <a:pt x="114184" y="505714"/>
                  </a:cubicBezTo>
                  <a:cubicBezTo>
                    <a:pt x="113293" y="505756"/>
                    <a:pt x="112402" y="505798"/>
                    <a:pt x="111484" y="505842"/>
                  </a:cubicBezTo>
                  <a:cubicBezTo>
                    <a:pt x="110595" y="505876"/>
                    <a:pt x="109705" y="505911"/>
                    <a:pt x="108789" y="505946"/>
                  </a:cubicBezTo>
                  <a:cubicBezTo>
                    <a:pt x="108067" y="506096"/>
                    <a:pt x="107345" y="506246"/>
                    <a:pt x="106600" y="506400"/>
                  </a:cubicBezTo>
                  <a:cubicBezTo>
                    <a:pt x="106352" y="507392"/>
                    <a:pt x="106104" y="508384"/>
                    <a:pt x="105856" y="509376"/>
                  </a:cubicBezTo>
                  <a:cubicBezTo>
                    <a:pt x="103694" y="509751"/>
                    <a:pt x="103694" y="509751"/>
                    <a:pt x="101019" y="509795"/>
                  </a:cubicBezTo>
                  <a:cubicBezTo>
                    <a:pt x="98424" y="509795"/>
                    <a:pt x="98424" y="509795"/>
                    <a:pt x="96182" y="510120"/>
                  </a:cubicBezTo>
                  <a:cubicBezTo>
                    <a:pt x="95937" y="510857"/>
                    <a:pt x="95691" y="511594"/>
                    <a:pt x="95438" y="512353"/>
                  </a:cubicBezTo>
                  <a:cubicBezTo>
                    <a:pt x="93336" y="512673"/>
                    <a:pt x="91287" y="512681"/>
                    <a:pt x="89163" y="512722"/>
                  </a:cubicBezTo>
                  <a:cubicBezTo>
                    <a:pt x="88217" y="512908"/>
                    <a:pt x="88217" y="512908"/>
                    <a:pt x="87253" y="513097"/>
                  </a:cubicBezTo>
                  <a:cubicBezTo>
                    <a:pt x="87015" y="513588"/>
                    <a:pt x="86777" y="514079"/>
                    <a:pt x="86532" y="514585"/>
                  </a:cubicBezTo>
                  <a:cubicBezTo>
                    <a:pt x="86279" y="515076"/>
                    <a:pt x="86025" y="515568"/>
                    <a:pt x="85765" y="516074"/>
                  </a:cubicBezTo>
                  <a:cubicBezTo>
                    <a:pt x="83692" y="516449"/>
                    <a:pt x="83692" y="516449"/>
                    <a:pt x="81253" y="516492"/>
                  </a:cubicBezTo>
                  <a:cubicBezTo>
                    <a:pt x="78880" y="516492"/>
                    <a:pt x="78880" y="516492"/>
                    <a:pt x="76835" y="516818"/>
                  </a:cubicBezTo>
                  <a:cubicBezTo>
                    <a:pt x="76589" y="517554"/>
                    <a:pt x="76344" y="518291"/>
                    <a:pt x="76091" y="519050"/>
                  </a:cubicBezTo>
                  <a:cubicBezTo>
                    <a:pt x="74443" y="519405"/>
                    <a:pt x="74443" y="519405"/>
                    <a:pt x="72417" y="519515"/>
                  </a:cubicBezTo>
                  <a:cubicBezTo>
                    <a:pt x="69685" y="519633"/>
                    <a:pt x="69685" y="519633"/>
                    <a:pt x="67161" y="520538"/>
                  </a:cubicBezTo>
                  <a:cubicBezTo>
                    <a:pt x="67161" y="521275"/>
                    <a:pt x="67161" y="522012"/>
                    <a:pt x="67161" y="522771"/>
                  </a:cubicBezTo>
                  <a:cubicBezTo>
                    <a:pt x="66587" y="522790"/>
                    <a:pt x="66014" y="522809"/>
                    <a:pt x="65423" y="522829"/>
                  </a:cubicBezTo>
                  <a:cubicBezTo>
                    <a:pt x="64676" y="522871"/>
                    <a:pt x="63930" y="522913"/>
                    <a:pt x="63161" y="522957"/>
                  </a:cubicBezTo>
                  <a:cubicBezTo>
                    <a:pt x="62419" y="522991"/>
                    <a:pt x="61676" y="523026"/>
                    <a:pt x="60911" y="523062"/>
                  </a:cubicBezTo>
                  <a:cubicBezTo>
                    <a:pt x="60273" y="523211"/>
                    <a:pt x="59634" y="523361"/>
                    <a:pt x="58975" y="523515"/>
                  </a:cubicBezTo>
                  <a:cubicBezTo>
                    <a:pt x="58468" y="524501"/>
                    <a:pt x="57971" y="525494"/>
                    <a:pt x="57487" y="526492"/>
                  </a:cubicBezTo>
                  <a:cubicBezTo>
                    <a:pt x="55740" y="526867"/>
                    <a:pt x="55740" y="526867"/>
                    <a:pt x="53720" y="526910"/>
                  </a:cubicBezTo>
                  <a:cubicBezTo>
                    <a:pt x="51749" y="526911"/>
                    <a:pt x="51749" y="526911"/>
                    <a:pt x="50046" y="527236"/>
                  </a:cubicBezTo>
                  <a:cubicBezTo>
                    <a:pt x="49800" y="527972"/>
                    <a:pt x="49555" y="528709"/>
                    <a:pt x="49302" y="529468"/>
                  </a:cubicBezTo>
                  <a:cubicBezTo>
                    <a:pt x="47953" y="529555"/>
                    <a:pt x="47953" y="529555"/>
                    <a:pt x="46325" y="529375"/>
                  </a:cubicBezTo>
                  <a:cubicBezTo>
                    <a:pt x="44725" y="529258"/>
                    <a:pt x="44725" y="529258"/>
                    <a:pt x="43349" y="529468"/>
                  </a:cubicBezTo>
                  <a:cubicBezTo>
                    <a:pt x="43094" y="530707"/>
                    <a:pt x="42847" y="531947"/>
                    <a:pt x="42604" y="533189"/>
                  </a:cubicBezTo>
                  <a:cubicBezTo>
                    <a:pt x="41046" y="533582"/>
                    <a:pt x="39605" y="533654"/>
                    <a:pt x="38000" y="533683"/>
                  </a:cubicBezTo>
                  <a:cubicBezTo>
                    <a:pt x="37332" y="533807"/>
                    <a:pt x="37332" y="533807"/>
                    <a:pt x="36651" y="533933"/>
                  </a:cubicBezTo>
                  <a:cubicBezTo>
                    <a:pt x="36406" y="534670"/>
                    <a:pt x="36160" y="535406"/>
                    <a:pt x="35907" y="536165"/>
                  </a:cubicBezTo>
                  <a:cubicBezTo>
                    <a:pt x="33256" y="536677"/>
                    <a:pt x="33256" y="536677"/>
                    <a:pt x="30698" y="536910"/>
                  </a:cubicBezTo>
                  <a:cubicBezTo>
                    <a:pt x="30698" y="537892"/>
                    <a:pt x="30698" y="538874"/>
                    <a:pt x="30698" y="539886"/>
                  </a:cubicBezTo>
                  <a:cubicBezTo>
                    <a:pt x="28488" y="539886"/>
                    <a:pt x="26278" y="539886"/>
                    <a:pt x="24001" y="539886"/>
                  </a:cubicBezTo>
                  <a:cubicBezTo>
                    <a:pt x="24001" y="539149"/>
                    <a:pt x="24001" y="538413"/>
                    <a:pt x="24001" y="537654"/>
                  </a:cubicBezTo>
                  <a:cubicBezTo>
                    <a:pt x="23510" y="537654"/>
                    <a:pt x="23019" y="537654"/>
                    <a:pt x="22513" y="537654"/>
                  </a:cubicBezTo>
                  <a:cubicBezTo>
                    <a:pt x="22405" y="536871"/>
                    <a:pt x="22298" y="536088"/>
                    <a:pt x="22187" y="535282"/>
                  </a:cubicBezTo>
                  <a:cubicBezTo>
                    <a:pt x="21737" y="531975"/>
                    <a:pt x="21737" y="531975"/>
                    <a:pt x="21024" y="528724"/>
                  </a:cubicBezTo>
                  <a:cubicBezTo>
                    <a:pt x="20533" y="528724"/>
                    <a:pt x="20042" y="528724"/>
                    <a:pt x="19536" y="528724"/>
                  </a:cubicBezTo>
                  <a:cubicBezTo>
                    <a:pt x="19415" y="527198"/>
                    <a:pt x="19294" y="525672"/>
                    <a:pt x="19173" y="524146"/>
                  </a:cubicBezTo>
                  <a:cubicBezTo>
                    <a:pt x="18984" y="523465"/>
                    <a:pt x="18984" y="523465"/>
                    <a:pt x="18792" y="522771"/>
                  </a:cubicBezTo>
                  <a:cubicBezTo>
                    <a:pt x="18055" y="522525"/>
                    <a:pt x="17318" y="522280"/>
                    <a:pt x="16559" y="522027"/>
                  </a:cubicBezTo>
                  <a:cubicBezTo>
                    <a:pt x="16212" y="520287"/>
                    <a:pt x="16185" y="518612"/>
                    <a:pt x="16118" y="516841"/>
                  </a:cubicBezTo>
                  <a:cubicBezTo>
                    <a:pt x="16018" y="516342"/>
                    <a:pt x="15918" y="515843"/>
                    <a:pt x="15815" y="515329"/>
                  </a:cubicBezTo>
                  <a:cubicBezTo>
                    <a:pt x="15079" y="515084"/>
                    <a:pt x="14342" y="514838"/>
                    <a:pt x="13583" y="514585"/>
                  </a:cubicBezTo>
                  <a:cubicBezTo>
                    <a:pt x="13583" y="512849"/>
                    <a:pt x="13583" y="511113"/>
                    <a:pt x="13583" y="509376"/>
                  </a:cubicBezTo>
                  <a:cubicBezTo>
                    <a:pt x="12846" y="508885"/>
                    <a:pt x="12109" y="508394"/>
                    <a:pt x="11350" y="507888"/>
                  </a:cubicBezTo>
                  <a:cubicBezTo>
                    <a:pt x="11228" y="507013"/>
                    <a:pt x="11105" y="506138"/>
                    <a:pt x="10978" y="505237"/>
                  </a:cubicBezTo>
                  <a:cubicBezTo>
                    <a:pt x="10794" y="503971"/>
                    <a:pt x="10794" y="503971"/>
                    <a:pt x="10606" y="502679"/>
                  </a:cubicBezTo>
                  <a:cubicBezTo>
                    <a:pt x="9870" y="502433"/>
                    <a:pt x="9133" y="502188"/>
                    <a:pt x="8374" y="501935"/>
                  </a:cubicBezTo>
                  <a:cubicBezTo>
                    <a:pt x="8126" y="500199"/>
                    <a:pt x="7878" y="498462"/>
                    <a:pt x="7630" y="496726"/>
                  </a:cubicBezTo>
                  <a:cubicBezTo>
                    <a:pt x="6893" y="496480"/>
                    <a:pt x="6156" y="496235"/>
                    <a:pt x="5397" y="495982"/>
                  </a:cubicBezTo>
                  <a:cubicBezTo>
                    <a:pt x="5120" y="494748"/>
                    <a:pt x="4871" y="493507"/>
                    <a:pt x="4653" y="492261"/>
                  </a:cubicBezTo>
                  <a:cubicBezTo>
                    <a:pt x="4162" y="492016"/>
                    <a:pt x="3671" y="491770"/>
                    <a:pt x="3165" y="491517"/>
                  </a:cubicBezTo>
                  <a:cubicBezTo>
                    <a:pt x="3057" y="491026"/>
                    <a:pt x="2950" y="490535"/>
                    <a:pt x="2839" y="490029"/>
                  </a:cubicBezTo>
                  <a:cubicBezTo>
                    <a:pt x="2701" y="489538"/>
                    <a:pt x="2563" y="489046"/>
                    <a:pt x="2421" y="488540"/>
                  </a:cubicBezTo>
                  <a:cubicBezTo>
                    <a:pt x="1684" y="488295"/>
                    <a:pt x="947" y="488049"/>
                    <a:pt x="188" y="487796"/>
                  </a:cubicBezTo>
                  <a:cubicBezTo>
                    <a:pt x="-30" y="485770"/>
                    <a:pt x="-30" y="485770"/>
                    <a:pt x="49" y="483285"/>
                  </a:cubicBezTo>
                  <a:cubicBezTo>
                    <a:pt x="69" y="482463"/>
                    <a:pt x="89" y="481641"/>
                    <a:pt x="110" y="480794"/>
                  </a:cubicBezTo>
                  <a:cubicBezTo>
                    <a:pt x="136" y="480158"/>
                    <a:pt x="162" y="479522"/>
                    <a:pt x="188" y="478867"/>
                  </a:cubicBezTo>
                  <a:cubicBezTo>
                    <a:pt x="1171" y="478867"/>
                    <a:pt x="2153" y="478867"/>
                    <a:pt x="3165" y="478867"/>
                  </a:cubicBezTo>
                  <a:cubicBezTo>
                    <a:pt x="4025" y="477028"/>
                    <a:pt x="4025" y="477028"/>
                    <a:pt x="4653" y="475146"/>
                  </a:cubicBezTo>
                  <a:cubicBezTo>
                    <a:pt x="5144" y="475146"/>
                    <a:pt x="5635" y="475146"/>
                    <a:pt x="6141" y="475146"/>
                  </a:cubicBezTo>
                  <a:cubicBezTo>
                    <a:pt x="6649" y="474160"/>
                    <a:pt x="7142" y="473166"/>
                    <a:pt x="7630" y="472169"/>
                  </a:cubicBezTo>
                  <a:cubicBezTo>
                    <a:pt x="9132" y="470280"/>
                    <a:pt x="10692" y="468449"/>
                    <a:pt x="12260" y="466614"/>
                  </a:cubicBezTo>
                  <a:cubicBezTo>
                    <a:pt x="13637" y="464651"/>
                    <a:pt x="13935" y="463330"/>
                    <a:pt x="14327" y="461007"/>
                  </a:cubicBezTo>
                  <a:cubicBezTo>
                    <a:pt x="14818" y="460762"/>
                    <a:pt x="15309" y="460516"/>
                    <a:pt x="15815" y="460263"/>
                  </a:cubicBezTo>
                  <a:cubicBezTo>
                    <a:pt x="16162" y="458853"/>
                    <a:pt x="16162" y="458853"/>
                    <a:pt x="16280" y="457240"/>
                  </a:cubicBezTo>
                  <a:cubicBezTo>
                    <a:pt x="16372" y="456273"/>
                    <a:pt x="16465" y="455306"/>
                    <a:pt x="16559" y="454310"/>
                  </a:cubicBezTo>
                  <a:cubicBezTo>
                    <a:pt x="17296" y="454310"/>
                    <a:pt x="18033" y="454310"/>
                    <a:pt x="18792" y="454310"/>
                  </a:cubicBezTo>
                  <a:cubicBezTo>
                    <a:pt x="19037" y="450135"/>
                    <a:pt x="19283" y="445961"/>
                    <a:pt x="19536" y="441660"/>
                  </a:cubicBezTo>
                  <a:cubicBezTo>
                    <a:pt x="20027" y="441660"/>
                    <a:pt x="20518" y="441660"/>
                    <a:pt x="21024" y="441660"/>
                  </a:cubicBezTo>
                  <a:cubicBezTo>
                    <a:pt x="21026" y="440733"/>
                    <a:pt x="21027" y="439807"/>
                    <a:pt x="21028" y="438853"/>
                  </a:cubicBezTo>
                  <a:cubicBezTo>
                    <a:pt x="21085" y="398044"/>
                    <a:pt x="21143" y="357236"/>
                    <a:pt x="21206" y="316427"/>
                  </a:cubicBezTo>
                  <a:cubicBezTo>
                    <a:pt x="21207" y="315810"/>
                    <a:pt x="21208" y="315192"/>
                    <a:pt x="21208" y="314556"/>
                  </a:cubicBezTo>
                  <a:cubicBezTo>
                    <a:pt x="21229" y="301138"/>
                    <a:pt x="21250" y="287720"/>
                    <a:pt x="21271" y="274302"/>
                  </a:cubicBezTo>
                  <a:cubicBezTo>
                    <a:pt x="21281" y="267722"/>
                    <a:pt x="21291" y="261142"/>
                    <a:pt x="21301" y="254562"/>
                  </a:cubicBezTo>
                  <a:cubicBezTo>
                    <a:pt x="21302" y="253907"/>
                    <a:pt x="21303" y="253252"/>
                    <a:pt x="21304" y="252577"/>
                  </a:cubicBezTo>
                  <a:cubicBezTo>
                    <a:pt x="21337" y="231340"/>
                    <a:pt x="21368" y="210102"/>
                    <a:pt x="21397" y="188865"/>
                  </a:cubicBezTo>
                  <a:cubicBezTo>
                    <a:pt x="21427" y="167047"/>
                    <a:pt x="21460" y="145229"/>
                    <a:pt x="21495" y="123412"/>
                  </a:cubicBezTo>
                  <a:cubicBezTo>
                    <a:pt x="21500" y="120332"/>
                    <a:pt x="21505" y="117253"/>
                    <a:pt x="21510" y="114174"/>
                  </a:cubicBezTo>
                  <a:cubicBezTo>
                    <a:pt x="21511" y="113568"/>
                    <a:pt x="21512" y="112962"/>
                    <a:pt x="21513" y="112338"/>
                  </a:cubicBezTo>
                  <a:cubicBezTo>
                    <a:pt x="21529" y="102568"/>
                    <a:pt x="21542" y="92799"/>
                    <a:pt x="21554" y="83030"/>
                  </a:cubicBezTo>
                  <a:cubicBezTo>
                    <a:pt x="21567" y="73216"/>
                    <a:pt x="21582" y="63403"/>
                    <a:pt x="21599" y="53590"/>
                  </a:cubicBezTo>
                  <a:cubicBezTo>
                    <a:pt x="21610" y="47755"/>
                    <a:pt x="21618" y="41919"/>
                    <a:pt x="21624" y="36083"/>
                  </a:cubicBezTo>
                  <a:cubicBezTo>
                    <a:pt x="21628" y="31734"/>
                    <a:pt x="21636" y="27385"/>
                    <a:pt x="21646" y="23036"/>
                  </a:cubicBezTo>
                  <a:cubicBezTo>
                    <a:pt x="21649" y="21270"/>
                    <a:pt x="21651" y="19504"/>
                    <a:pt x="21652" y="17738"/>
                  </a:cubicBezTo>
                  <a:cubicBezTo>
                    <a:pt x="21653" y="15350"/>
                    <a:pt x="21658" y="12961"/>
                    <a:pt x="21665" y="10572"/>
                  </a:cubicBezTo>
                  <a:cubicBezTo>
                    <a:pt x="21664" y="9877"/>
                    <a:pt x="21664" y="9181"/>
                    <a:pt x="21663" y="8465"/>
                  </a:cubicBezTo>
                  <a:cubicBezTo>
                    <a:pt x="21666" y="7830"/>
                    <a:pt x="21668" y="7195"/>
                    <a:pt x="21671" y="6541"/>
                  </a:cubicBezTo>
                  <a:cubicBezTo>
                    <a:pt x="21672" y="5994"/>
                    <a:pt x="21673" y="5448"/>
                    <a:pt x="21674" y="4885"/>
                  </a:cubicBezTo>
                  <a:cubicBezTo>
                    <a:pt x="21773" y="3280"/>
                    <a:pt x="21981" y="1903"/>
                    <a:pt x="22513" y="384"/>
                  </a:cubicBezTo>
                  <a:cubicBezTo>
                    <a:pt x="24003" y="15"/>
                    <a:pt x="24003" y="15"/>
                    <a:pt x="26009" y="18"/>
                  </a:cubicBezTo>
                  <a:cubicBezTo>
                    <a:pt x="26770" y="12"/>
                    <a:pt x="27532" y="6"/>
                    <a:pt x="28316" y="0"/>
                  </a:cubicBezTo>
                  <a:close/>
                </a:path>
              </a:pathLst>
            </a:custGeom>
            <a:grpFill/>
            <a:ln w="744" cap="flat">
              <a:noFill/>
              <a:prstDash val="solid"/>
              <a:miter/>
            </a:ln>
          </p:spPr>
          <p:txBody>
            <a:bodyPr rtlCol="0" anchor="ctr"/>
            <a:lstStyle/>
            <a:p>
              <a:endParaRPr lang="zh-CN" altLang="en-US"/>
            </a:p>
          </p:txBody>
        </p:sp>
        <p:sp>
          <p:nvSpPr>
            <p:cNvPr id="147" name="任意多边形: 形状 146"/>
            <p:cNvSpPr/>
            <p:nvPr/>
          </p:nvSpPr>
          <p:spPr>
            <a:xfrm>
              <a:off x="5658534" y="600447"/>
              <a:ext cx="457276" cy="559920"/>
            </a:xfrm>
            <a:custGeom>
              <a:avLst/>
              <a:gdLst>
                <a:gd name="connsiteX0" fmla="*/ 118294 w 457283"/>
                <a:gd name="connsiteY0" fmla="*/ 439 h 559903"/>
                <a:gd name="connsiteX1" fmla="*/ 119783 w 457283"/>
                <a:gd name="connsiteY1" fmla="*/ 2672 h 559903"/>
                <a:gd name="connsiteX2" fmla="*/ 127901 w 457283"/>
                <a:gd name="connsiteY2" fmla="*/ 3041 h 559903"/>
                <a:gd name="connsiteX3" fmla="*/ 130200 w 457283"/>
                <a:gd name="connsiteY3" fmla="*/ 3416 h 559903"/>
                <a:gd name="connsiteX4" fmla="*/ 130567 w 457283"/>
                <a:gd name="connsiteY4" fmla="*/ 4895 h 559903"/>
                <a:gd name="connsiteX5" fmla="*/ 130945 w 457283"/>
                <a:gd name="connsiteY5" fmla="*/ 6392 h 559903"/>
                <a:gd name="connsiteX6" fmla="*/ 136200 w 457283"/>
                <a:gd name="connsiteY6" fmla="*/ 6950 h 559903"/>
                <a:gd name="connsiteX7" fmla="*/ 139110 w 457283"/>
                <a:gd name="connsiteY7" fmla="*/ 7078 h 559903"/>
                <a:gd name="connsiteX8" fmla="*/ 141363 w 457283"/>
                <a:gd name="connsiteY8" fmla="*/ 7136 h 559903"/>
                <a:gd name="connsiteX9" fmla="*/ 141363 w 457283"/>
                <a:gd name="connsiteY9" fmla="*/ 10113 h 559903"/>
                <a:gd name="connsiteX10" fmla="*/ 152525 w 457283"/>
                <a:gd name="connsiteY10" fmla="*/ 10113 h 559903"/>
                <a:gd name="connsiteX11" fmla="*/ 152525 w 457283"/>
                <a:gd name="connsiteY11" fmla="*/ 13089 h 559903"/>
                <a:gd name="connsiteX12" fmla="*/ 154940 w 457283"/>
                <a:gd name="connsiteY12" fmla="*/ 13174 h 559903"/>
                <a:gd name="connsiteX13" fmla="*/ 158059 w 457283"/>
                <a:gd name="connsiteY13" fmla="*/ 13322 h 559903"/>
                <a:gd name="connsiteX14" fmla="*/ 159654 w 457283"/>
                <a:gd name="connsiteY14" fmla="*/ 13373 h 559903"/>
                <a:gd name="connsiteX15" fmla="*/ 163687 w 457283"/>
                <a:gd name="connsiteY15" fmla="*/ 13834 h 559903"/>
                <a:gd name="connsiteX16" fmla="*/ 164431 w 457283"/>
                <a:gd name="connsiteY16" fmla="*/ 16066 h 559903"/>
                <a:gd name="connsiteX17" fmla="*/ 170710 w 457283"/>
                <a:gd name="connsiteY17" fmla="*/ 16764 h 559903"/>
                <a:gd name="connsiteX18" fmla="*/ 177825 w 457283"/>
                <a:gd name="connsiteY18" fmla="*/ 18298 h 559903"/>
                <a:gd name="connsiteX19" fmla="*/ 178105 w 457283"/>
                <a:gd name="connsiteY19" fmla="*/ 23228 h 559903"/>
                <a:gd name="connsiteX20" fmla="*/ 177982 w 457283"/>
                <a:gd name="connsiteY20" fmla="*/ 25908 h 559903"/>
                <a:gd name="connsiteX21" fmla="*/ 177825 w 457283"/>
                <a:gd name="connsiteY21" fmla="*/ 27972 h 559903"/>
                <a:gd name="connsiteX22" fmla="*/ 176337 w 457283"/>
                <a:gd name="connsiteY22" fmla="*/ 27972 h 559903"/>
                <a:gd name="connsiteX23" fmla="*/ 176064 w 457283"/>
                <a:gd name="connsiteY23" fmla="*/ 29899 h 559903"/>
                <a:gd name="connsiteX24" fmla="*/ 175686 w 457283"/>
                <a:gd name="connsiteY24" fmla="*/ 32391 h 559903"/>
                <a:gd name="connsiteX25" fmla="*/ 175320 w 457283"/>
                <a:gd name="connsiteY25" fmla="*/ 34876 h 559903"/>
                <a:gd name="connsiteX26" fmla="*/ 174849 w 457283"/>
                <a:gd name="connsiteY26" fmla="*/ 36902 h 559903"/>
                <a:gd name="connsiteX27" fmla="*/ 173361 w 457283"/>
                <a:gd name="connsiteY27" fmla="*/ 37646 h 559903"/>
                <a:gd name="connsiteX28" fmla="*/ 172945 w 457283"/>
                <a:gd name="connsiteY28" fmla="*/ 43995 h 559903"/>
                <a:gd name="connsiteX29" fmla="*/ 172616 w 457283"/>
                <a:gd name="connsiteY29" fmla="*/ 45832 h 559903"/>
                <a:gd name="connsiteX30" fmla="*/ 170384 w 457283"/>
                <a:gd name="connsiteY30" fmla="*/ 46576 h 559903"/>
                <a:gd name="connsiteX31" fmla="*/ 169872 w 457283"/>
                <a:gd name="connsiteY31" fmla="*/ 50343 h 559903"/>
                <a:gd name="connsiteX32" fmla="*/ 169724 w 457283"/>
                <a:gd name="connsiteY32" fmla="*/ 52416 h 559903"/>
                <a:gd name="connsiteX33" fmla="*/ 169640 w 457283"/>
                <a:gd name="connsiteY33" fmla="*/ 54017 h 559903"/>
                <a:gd name="connsiteX34" fmla="*/ 167408 w 457283"/>
                <a:gd name="connsiteY34" fmla="*/ 54017 h 559903"/>
                <a:gd name="connsiteX35" fmla="*/ 166899 w 457283"/>
                <a:gd name="connsiteY35" fmla="*/ 58523 h 559903"/>
                <a:gd name="connsiteX36" fmla="*/ 165919 w 457283"/>
                <a:gd name="connsiteY36" fmla="*/ 61459 h 559903"/>
                <a:gd name="connsiteX37" fmla="*/ 445716 w 457283"/>
                <a:gd name="connsiteY37" fmla="*/ 61459 h 559903"/>
                <a:gd name="connsiteX38" fmla="*/ 445716 w 457283"/>
                <a:gd name="connsiteY38" fmla="*/ 126199 h 559903"/>
                <a:gd name="connsiteX39" fmla="*/ 139874 w 457283"/>
                <a:gd name="connsiteY39" fmla="*/ 126199 h 559903"/>
                <a:gd name="connsiteX40" fmla="*/ 139874 w 457283"/>
                <a:gd name="connsiteY40" fmla="*/ 131408 h 559903"/>
                <a:gd name="connsiteX41" fmla="*/ 137642 w 457283"/>
                <a:gd name="connsiteY41" fmla="*/ 132896 h 559903"/>
                <a:gd name="connsiteX42" fmla="*/ 137270 w 457283"/>
                <a:gd name="connsiteY42" fmla="*/ 135501 h 559903"/>
                <a:gd name="connsiteX43" fmla="*/ 136898 w 457283"/>
                <a:gd name="connsiteY43" fmla="*/ 138105 h 559903"/>
                <a:gd name="connsiteX44" fmla="*/ 134665 w 457283"/>
                <a:gd name="connsiteY44" fmla="*/ 139593 h 559903"/>
                <a:gd name="connsiteX45" fmla="*/ 133921 w 457283"/>
                <a:gd name="connsiteY45" fmla="*/ 144058 h 559903"/>
                <a:gd name="connsiteX46" fmla="*/ 131689 w 457283"/>
                <a:gd name="connsiteY46" fmla="*/ 144058 h 559903"/>
                <a:gd name="connsiteX47" fmla="*/ 130945 w 457283"/>
                <a:gd name="connsiteY47" fmla="*/ 147035 h 559903"/>
                <a:gd name="connsiteX48" fmla="*/ 132714 w 457283"/>
                <a:gd name="connsiteY48" fmla="*/ 147034 h 559903"/>
                <a:gd name="connsiteX49" fmla="*/ 236418 w 457283"/>
                <a:gd name="connsiteY49" fmla="*/ 146997 h 559903"/>
                <a:gd name="connsiteX50" fmla="*/ 248856 w 457283"/>
                <a:gd name="connsiteY50" fmla="*/ 146994 h 559903"/>
                <a:gd name="connsiteX51" fmla="*/ 251358 w 457283"/>
                <a:gd name="connsiteY51" fmla="*/ 146993 h 559903"/>
                <a:gd name="connsiteX52" fmla="*/ 291510 w 457283"/>
                <a:gd name="connsiteY52" fmla="*/ 146977 h 559903"/>
                <a:gd name="connsiteX53" fmla="*/ 332677 w 457283"/>
                <a:gd name="connsiteY53" fmla="*/ 146965 h 559903"/>
                <a:gd name="connsiteX54" fmla="*/ 358101 w 457283"/>
                <a:gd name="connsiteY54" fmla="*/ 146954 h 559903"/>
                <a:gd name="connsiteX55" fmla="*/ 375511 w 457283"/>
                <a:gd name="connsiteY55" fmla="*/ 146950 h 559903"/>
                <a:gd name="connsiteX56" fmla="*/ 385571 w 457283"/>
                <a:gd name="connsiteY56" fmla="*/ 146946 h 559903"/>
                <a:gd name="connsiteX57" fmla="*/ 394765 w 457283"/>
                <a:gd name="connsiteY57" fmla="*/ 146945 h 559903"/>
                <a:gd name="connsiteX58" fmla="*/ 398106 w 457283"/>
                <a:gd name="connsiteY58" fmla="*/ 146942 h 559903"/>
                <a:gd name="connsiteX59" fmla="*/ 402618 w 457283"/>
                <a:gd name="connsiteY59" fmla="*/ 146943 h 559903"/>
                <a:gd name="connsiteX60" fmla="*/ 405158 w 457283"/>
                <a:gd name="connsiteY60" fmla="*/ 146942 h 559903"/>
                <a:gd name="connsiteX61" fmla="*/ 407765 w 457283"/>
                <a:gd name="connsiteY61" fmla="*/ 147779 h 559903"/>
                <a:gd name="connsiteX62" fmla="*/ 407861 w 457283"/>
                <a:gd name="connsiteY62" fmla="*/ 153498 h 559903"/>
                <a:gd name="connsiteX63" fmla="*/ 407865 w 457283"/>
                <a:gd name="connsiteY63" fmla="*/ 155313 h 559903"/>
                <a:gd name="connsiteX64" fmla="*/ 407864 w 457283"/>
                <a:gd name="connsiteY64" fmla="*/ 161284 h 559903"/>
                <a:gd name="connsiteX65" fmla="*/ 407866 w 457283"/>
                <a:gd name="connsiteY65" fmla="*/ 165419 h 559903"/>
                <a:gd name="connsiteX66" fmla="*/ 407862 w 457283"/>
                <a:gd name="connsiteY66" fmla="*/ 174101 h 559903"/>
                <a:gd name="connsiteX67" fmla="*/ 407865 w 457283"/>
                <a:gd name="connsiteY67" fmla="*/ 185239 h 559903"/>
                <a:gd name="connsiteX68" fmla="*/ 407865 w 457283"/>
                <a:gd name="connsiteY68" fmla="*/ 193784 h 559903"/>
                <a:gd name="connsiteX69" fmla="*/ 407866 w 457283"/>
                <a:gd name="connsiteY69" fmla="*/ 197891 h 559903"/>
                <a:gd name="connsiteX70" fmla="*/ 407861 w 457283"/>
                <a:gd name="connsiteY70" fmla="*/ 203631 h 559903"/>
                <a:gd name="connsiteX71" fmla="*/ 407866 w 457283"/>
                <a:gd name="connsiteY71" fmla="*/ 205353 h 559903"/>
                <a:gd name="connsiteX72" fmla="*/ 407021 w 457283"/>
                <a:gd name="connsiteY72" fmla="*/ 211775 h 559903"/>
                <a:gd name="connsiteX73" fmla="*/ 402550 w 457283"/>
                <a:gd name="connsiteY73" fmla="*/ 212058 h 559903"/>
                <a:gd name="connsiteX74" fmla="*/ 399586 w 457283"/>
                <a:gd name="connsiteY74" fmla="*/ 212077 h 559903"/>
                <a:gd name="connsiteX75" fmla="*/ 396286 w 457283"/>
                <a:gd name="connsiteY75" fmla="*/ 212063 h 559903"/>
                <a:gd name="connsiteX76" fmla="*/ 392814 w 457283"/>
                <a:gd name="connsiteY76" fmla="*/ 212076 h 559903"/>
                <a:gd name="connsiteX77" fmla="*/ 383228 w 457283"/>
                <a:gd name="connsiteY77" fmla="*/ 212078 h 559903"/>
                <a:gd name="connsiteX78" fmla="*/ 372907 w 457283"/>
                <a:gd name="connsiteY78" fmla="*/ 212091 h 559903"/>
                <a:gd name="connsiteX79" fmla="*/ 352670 w 457283"/>
                <a:gd name="connsiteY79" fmla="*/ 212101 h 559903"/>
                <a:gd name="connsiteX80" fmla="*/ 336232 w 457283"/>
                <a:gd name="connsiteY80" fmla="*/ 212103 h 559903"/>
                <a:gd name="connsiteX81" fmla="*/ 333873 w 457283"/>
                <a:gd name="connsiteY81" fmla="*/ 212104 h 559903"/>
                <a:gd name="connsiteX82" fmla="*/ 329131 w 457283"/>
                <a:gd name="connsiteY82" fmla="*/ 212108 h 559903"/>
                <a:gd name="connsiteX83" fmla="*/ 284605 w 457283"/>
                <a:gd name="connsiteY83" fmla="*/ 212105 h 559903"/>
                <a:gd name="connsiteX84" fmla="*/ 243818 w 457283"/>
                <a:gd name="connsiteY84" fmla="*/ 212125 h 559903"/>
                <a:gd name="connsiteX85" fmla="*/ 201994 w 457283"/>
                <a:gd name="connsiteY85" fmla="*/ 212146 h 559903"/>
                <a:gd name="connsiteX86" fmla="*/ 178491 w 457283"/>
                <a:gd name="connsiteY86" fmla="*/ 212158 h 559903"/>
                <a:gd name="connsiteX87" fmla="*/ 158484 w 457283"/>
                <a:gd name="connsiteY87" fmla="*/ 212156 h 559903"/>
                <a:gd name="connsiteX88" fmla="*/ 148265 w 457283"/>
                <a:gd name="connsiteY88" fmla="*/ 212160 h 559903"/>
                <a:gd name="connsiteX89" fmla="*/ 138927 w 457283"/>
                <a:gd name="connsiteY89" fmla="*/ 212152 h 559903"/>
                <a:gd name="connsiteX90" fmla="*/ 135533 w 457283"/>
                <a:gd name="connsiteY90" fmla="*/ 212159 h 559903"/>
                <a:gd name="connsiteX91" fmla="*/ 130951 w 457283"/>
                <a:gd name="connsiteY91" fmla="*/ 212148 h 559903"/>
                <a:gd name="connsiteX92" fmla="*/ 128370 w 457283"/>
                <a:gd name="connsiteY92" fmla="*/ 212147 h 559903"/>
                <a:gd name="connsiteX93" fmla="*/ 126480 w 457283"/>
                <a:gd name="connsiteY93" fmla="*/ 211775 h 559903"/>
                <a:gd name="connsiteX94" fmla="*/ 125651 w 457283"/>
                <a:gd name="connsiteY94" fmla="*/ 203815 h 559903"/>
                <a:gd name="connsiteX95" fmla="*/ 125651 w 457283"/>
                <a:gd name="connsiteY95" fmla="*/ 202319 h 559903"/>
                <a:gd name="connsiteX96" fmla="*/ 125663 w 457283"/>
                <a:gd name="connsiteY96" fmla="*/ 197439 h 559903"/>
                <a:gd name="connsiteX97" fmla="*/ 125666 w 457283"/>
                <a:gd name="connsiteY97" fmla="*/ 194048 h 559903"/>
                <a:gd name="connsiteX98" fmla="*/ 125685 w 457283"/>
                <a:gd name="connsiteY98" fmla="*/ 185137 h 559903"/>
                <a:gd name="connsiteX99" fmla="*/ 125699 w 457283"/>
                <a:gd name="connsiteY99" fmla="*/ 176039 h 559903"/>
                <a:gd name="connsiteX100" fmla="*/ 125736 w 457283"/>
                <a:gd name="connsiteY100" fmla="*/ 158197 h 559903"/>
                <a:gd name="connsiteX101" fmla="*/ 123503 w 457283"/>
                <a:gd name="connsiteY101" fmla="*/ 163080 h 559903"/>
                <a:gd name="connsiteX102" fmla="*/ 121271 w 457283"/>
                <a:gd name="connsiteY102" fmla="*/ 167127 h 559903"/>
                <a:gd name="connsiteX103" fmla="*/ 120945 w 457283"/>
                <a:gd name="connsiteY103" fmla="*/ 169033 h 559903"/>
                <a:gd name="connsiteX104" fmla="*/ 120527 w 457283"/>
                <a:gd name="connsiteY104" fmla="*/ 170847 h 559903"/>
                <a:gd name="connsiteX105" fmla="*/ 118294 w 457283"/>
                <a:gd name="connsiteY105" fmla="*/ 171591 h 559903"/>
                <a:gd name="connsiteX106" fmla="*/ 117550 w 457283"/>
                <a:gd name="connsiteY106" fmla="*/ 176056 h 559903"/>
                <a:gd name="connsiteX107" fmla="*/ 115318 w 457283"/>
                <a:gd name="connsiteY107" fmla="*/ 178289 h 559903"/>
                <a:gd name="connsiteX108" fmla="*/ 114574 w 457283"/>
                <a:gd name="connsiteY108" fmla="*/ 180521 h 559903"/>
                <a:gd name="connsiteX109" fmla="*/ 113085 w 457283"/>
                <a:gd name="connsiteY109" fmla="*/ 181265 h 559903"/>
                <a:gd name="connsiteX110" fmla="*/ 112760 w 457283"/>
                <a:gd name="connsiteY110" fmla="*/ 183405 h 559903"/>
                <a:gd name="connsiteX111" fmla="*/ 110109 w 457283"/>
                <a:gd name="connsiteY111" fmla="*/ 187963 h 559903"/>
                <a:gd name="connsiteX112" fmla="*/ 109365 w 457283"/>
                <a:gd name="connsiteY112" fmla="*/ 190195 h 559903"/>
                <a:gd name="connsiteX113" fmla="*/ 107132 w 457283"/>
                <a:gd name="connsiteY113" fmla="*/ 191683 h 559903"/>
                <a:gd name="connsiteX114" fmla="*/ 105644 w 457283"/>
                <a:gd name="connsiteY114" fmla="*/ 195404 h 559903"/>
                <a:gd name="connsiteX115" fmla="*/ 101923 w 457283"/>
                <a:gd name="connsiteY115" fmla="*/ 201357 h 559903"/>
                <a:gd name="connsiteX116" fmla="*/ 101598 w 457283"/>
                <a:gd name="connsiteY116" fmla="*/ 202845 h 559903"/>
                <a:gd name="connsiteX117" fmla="*/ 101179 w 457283"/>
                <a:gd name="connsiteY117" fmla="*/ 204334 h 559903"/>
                <a:gd name="connsiteX118" fmla="*/ 98947 w 457283"/>
                <a:gd name="connsiteY118" fmla="*/ 205078 h 559903"/>
                <a:gd name="connsiteX119" fmla="*/ 98947 w 457283"/>
                <a:gd name="connsiteY119" fmla="*/ 206938 h 559903"/>
                <a:gd name="connsiteX120" fmla="*/ 98947 w 457283"/>
                <a:gd name="connsiteY120" fmla="*/ 208798 h 559903"/>
                <a:gd name="connsiteX121" fmla="*/ 96714 w 457283"/>
                <a:gd name="connsiteY121" fmla="*/ 209543 h 559903"/>
                <a:gd name="connsiteX122" fmla="*/ 95226 w 457283"/>
                <a:gd name="connsiteY122" fmla="*/ 213263 h 559903"/>
                <a:gd name="connsiteX123" fmla="*/ 92249 w 457283"/>
                <a:gd name="connsiteY123" fmla="*/ 217728 h 559903"/>
                <a:gd name="connsiteX124" fmla="*/ 90761 w 457283"/>
                <a:gd name="connsiteY124" fmla="*/ 217728 h 559903"/>
                <a:gd name="connsiteX125" fmla="*/ 90017 w 457283"/>
                <a:gd name="connsiteY125" fmla="*/ 219961 h 559903"/>
                <a:gd name="connsiteX126" fmla="*/ 89273 w 457283"/>
                <a:gd name="connsiteY126" fmla="*/ 222193 h 559903"/>
                <a:gd name="connsiteX127" fmla="*/ 87784 w 457283"/>
                <a:gd name="connsiteY127" fmla="*/ 222193 h 559903"/>
                <a:gd name="connsiteX128" fmla="*/ 87784 w 457283"/>
                <a:gd name="connsiteY128" fmla="*/ 225170 h 559903"/>
                <a:gd name="connsiteX129" fmla="*/ 85552 w 457283"/>
                <a:gd name="connsiteY129" fmla="*/ 225914 h 559903"/>
                <a:gd name="connsiteX130" fmla="*/ 84808 w 457283"/>
                <a:gd name="connsiteY130" fmla="*/ 229634 h 559903"/>
                <a:gd name="connsiteX131" fmla="*/ 83320 w 457283"/>
                <a:gd name="connsiteY131" fmla="*/ 230379 h 559903"/>
                <a:gd name="connsiteX132" fmla="*/ 82203 w 457283"/>
                <a:gd name="connsiteY132" fmla="*/ 232285 h 559903"/>
                <a:gd name="connsiteX133" fmla="*/ 81087 w 457283"/>
                <a:gd name="connsiteY133" fmla="*/ 234099 h 559903"/>
                <a:gd name="connsiteX134" fmla="*/ 79599 w 457283"/>
                <a:gd name="connsiteY134" fmla="*/ 234099 h 559903"/>
                <a:gd name="connsiteX135" fmla="*/ 79599 w 457283"/>
                <a:gd name="connsiteY135" fmla="*/ 236332 h 559903"/>
                <a:gd name="connsiteX136" fmla="*/ 81087 w 457283"/>
                <a:gd name="connsiteY136" fmla="*/ 235587 h 559903"/>
                <a:gd name="connsiteX137" fmla="*/ 85915 w 457283"/>
                <a:gd name="connsiteY137" fmla="*/ 235494 h 559903"/>
                <a:gd name="connsiteX138" fmla="*/ 87442 w 457283"/>
                <a:gd name="connsiteY138" fmla="*/ 235491 h 559903"/>
                <a:gd name="connsiteX139" fmla="*/ 92556 w 457283"/>
                <a:gd name="connsiteY139" fmla="*/ 235493 h 559903"/>
                <a:gd name="connsiteX140" fmla="*/ 96240 w 457283"/>
                <a:gd name="connsiteY140" fmla="*/ 235489 h 559903"/>
                <a:gd name="connsiteX141" fmla="*/ 106403 w 457283"/>
                <a:gd name="connsiteY141" fmla="*/ 235490 h 559903"/>
                <a:gd name="connsiteX142" fmla="*/ 117347 w 457283"/>
                <a:gd name="connsiteY142" fmla="*/ 235487 h 559903"/>
                <a:gd name="connsiteX143" fmla="*/ 138803 w 457283"/>
                <a:gd name="connsiteY143" fmla="*/ 235487 h 559903"/>
                <a:gd name="connsiteX144" fmla="*/ 156234 w 457283"/>
                <a:gd name="connsiteY144" fmla="*/ 235488 h 559903"/>
                <a:gd name="connsiteX145" fmla="*/ 158735 w 457283"/>
                <a:gd name="connsiteY145" fmla="*/ 235488 h 559903"/>
                <a:gd name="connsiteX146" fmla="*/ 163765 w 457283"/>
                <a:gd name="connsiteY146" fmla="*/ 235487 h 559903"/>
                <a:gd name="connsiteX147" fmla="*/ 210984 w 457283"/>
                <a:gd name="connsiteY147" fmla="*/ 235491 h 559903"/>
                <a:gd name="connsiteX148" fmla="*/ 251540 w 457283"/>
                <a:gd name="connsiteY148" fmla="*/ 235490 h 559903"/>
                <a:gd name="connsiteX149" fmla="*/ 298585 w 457283"/>
                <a:gd name="connsiteY149" fmla="*/ 235487 h 559903"/>
                <a:gd name="connsiteX150" fmla="*/ 303597 w 457283"/>
                <a:gd name="connsiteY150" fmla="*/ 235488 h 559903"/>
                <a:gd name="connsiteX151" fmla="*/ 306088 w 457283"/>
                <a:gd name="connsiteY151" fmla="*/ 235488 h 559903"/>
                <a:gd name="connsiteX152" fmla="*/ 323507 w 457283"/>
                <a:gd name="connsiteY152" fmla="*/ 235486 h 559903"/>
                <a:gd name="connsiteX153" fmla="*/ 344721 w 457283"/>
                <a:gd name="connsiteY153" fmla="*/ 235489 h 559903"/>
                <a:gd name="connsiteX154" fmla="*/ 355555 w 457283"/>
                <a:gd name="connsiteY154" fmla="*/ 235489 h 559903"/>
                <a:gd name="connsiteX155" fmla="*/ 365458 w 457283"/>
                <a:gd name="connsiteY155" fmla="*/ 235492 h 559903"/>
                <a:gd name="connsiteX156" fmla="*/ 369055 w 457283"/>
                <a:gd name="connsiteY156" fmla="*/ 235490 h 559903"/>
                <a:gd name="connsiteX157" fmla="*/ 373916 w 457283"/>
                <a:gd name="connsiteY157" fmla="*/ 235494 h 559903"/>
                <a:gd name="connsiteX158" fmla="*/ 376652 w 457283"/>
                <a:gd name="connsiteY158" fmla="*/ 235494 h 559903"/>
                <a:gd name="connsiteX159" fmla="*/ 380232 w 457283"/>
                <a:gd name="connsiteY159" fmla="*/ 236332 h 559903"/>
                <a:gd name="connsiteX160" fmla="*/ 380424 w 457283"/>
                <a:gd name="connsiteY160" fmla="*/ 240399 h 559903"/>
                <a:gd name="connsiteX161" fmla="*/ 380439 w 457283"/>
                <a:gd name="connsiteY161" fmla="*/ 243075 h 559903"/>
                <a:gd name="connsiteX162" fmla="*/ 380434 w 457283"/>
                <a:gd name="connsiteY162" fmla="*/ 246036 h 559903"/>
                <a:gd name="connsiteX163" fmla="*/ 380445 w 457283"/>
                <a:gd name="connsiteY163" fmla="*/ 249134 h 559903"/>
                <a:gd name="connsiteX164" fmla="*/ 380459 w 457283"/>
                <a:gd name="connsiteY164" fmla="*/ 255819 h 559903"/>
                <a:gd name="connsiteX165" fmla="*/ 380489 w 457283"/>
                <a:gd name="connsiteY165" fmla="*/ 266379 h 559903"/>
                <a:gd name="connsiteX166" fmla="*/ 380564 w 457283"/>
                <a:gd name="connsiteY166" fmla="*/ 292609 h 559903"/>
                <a:gd name="connsiteX167" fmla="*/ 380626 w 457283"/>
                <a:gd name="connsiteY167" fmla="*/ 312988 h 559903"/>
                <a:gd name="connsiteX168" fmla="*/ 380647 w 457283"/>
                <a:gd name="connsiteY168" fmla="*/ 323496 h 559903"/>
                <a:gd name="connsiteX169" fmla="*/ 380671 w 457283"/>
                <a:gd name="connsiteY169" fmla="*/ 330021 h 559903"/>
                <a:gd name="connsiteX170" fmla="*/ 380667 w 457283"/>
                <a:gd name="connsiteY170" fmla="*/ 334513 h 559903"/>
                <a:gd name="connsiteX171" fmla="*/ 380689 w 457283"/>
                <a:gd name="connsiteY171" fmla="*/ 337188 h 559903"/>
                <a:gd name="connsiteX172" fmla="*/ 380694 w 457283"/>
                <a:gd name="connsiteY172" fmla="*/ 339527 h 559903"/>
                <a:gd name="connsiteX173" fmla="*/ 380976 w 457283"/>
                <a:gd name="connsiteY173" fmla="*/ 341255 h 559903"/>
                <a:gd name="connsiteX174" fmla="*/ 383208 w 457283"/>
                <a:gd name="connsiteY174" fmla="*/ 342000 h 559903"/>
                <a:gd name="connsiteX175" fmla="*/ 383530 w 457283"/>
                <a:gd name="connsiteY175" fmla="*/ 345568 h 559903"/>
                <a:gd name="connsiteX176" fmla="*/ 383575 w 457283"/>
                <a:gd name="connsiteY176" fmla="*/ 347870 h 559903"/>
                <a:gd name="connsiteX177" fmla="*/ 383589 w 457283"/>
                <a:gd name="connsiteY177" fmla="*/ 350374 h 559903"/>
                <a:gd name="connsiteX178" fmla="*/ 383630 w 457283"/>
                <a:gd name="connsiteY178" fmla="*/ 352924 h 559903"/>
                <a:gd name="connsiteX179" fmla="*/ 383720 w 457283"/>
                <a:gd name="connsiteY179" fmla="*/ 361022 h 559903"/>
                <a:gd name="connsiteX180" fmla="*/ 383797 w 457283"/>
                <a:gd name="connsiteY180" fmla="*/ 366497 h 559903"/>
                <a:gd name="connsiteX181" fmla="*/ 383952 w 457283"/>
                <a:gd name="connsiteY181" fmla="*/ 379951 h 559903"/>
                <a:gd name="connsiteX182" fmla="*/ 385441 w 457283"/>
                <a:gd name="connsiteY182" fmla="*/ 379951 h 559903"/>
                <a:gd name="connsiteX183" fmla="*/ 386185 w 457283"/>
                <a:gd name="connsiteY183" fmla="*/ 405252 h 559903"/>
                <a:gd name="connsiteX184" fmla="*/ 388417 w 457283"/>
                <a:gd name="connsiteY184" fmla="*/ 405252 h 559903"/>
                <a:gd name="connsiteX185" fmla="*/ 388450 w 457283"/>
                <a:gd name="connsiteY185" fmla="*/ 407016 h 559903"/>
                <a:gd name="connsiteX186" fmla="*/ 388650 w 457283"/>
                <a:gd name="connsiteY186" fmla="*/ 414879 h 559903"/>
                <a:gd name="connsiteX187" fmla="*/ 388701 w 457283"/>
                <a:gd name="connsiteY187" fmla="*/ 417656 h 559903"/>
                <a:gd name="connsiteX188" fmla="*/ 388781 w 457283"/>
                <a:gd name="connsiteY188" fmla="*/ 420294 h 559903"/>
                <a:gd name="connsiteX189" fmla="*/ 388840 w 457283"/>
                <a:gd name="connsiteY189" fmla="*/ 422739 h 559903"/>
                <a:gd name="connsiteX190" fmla="*/ 389161 w 457283"/>
                <a:gd name="connsiteY190" fmla="*/ 424599 h 559903"/>
                <a:gd name="connsiteX191" fmla="*/ 391394 w 457283"/>
                <a:gd name="connsiteY191" fmla="*/ 425343 h 559903"/>
                <a:gd name="connsiteX192" fmla="*/ 391612 w 457283"/>
                <a:gd name="connsiteY192" fmla="*/ 428509 h 559903"/>
                <a:gd name="connsiteX193" fmla="*/ 391590 w 457283"/>
                <a:gd name="connsiteY193" fmla="*/ 430435 h 559903"/>
                <a:gd name="connsiteX194" fmla="*/ 391533 w 457283"/>
                <a:gd name="connsiteY194" fmla="*/ 432459 h 559903"/>
                <a:gd name="connsiteX195" fmla="*/ 391503 w 457283"/>
                <a:gd name="connsiteY195" fmla="*/ 434492 h 559903"/>
                <a:gd name="connsiteX196" fmla="*/ 391394 w 457283"/>
                <a:gd name="connsiteY196" fmla="*/ 439482 h 559903"/>
                <a:gd name="connsiteX197" fmla="*/ 393626 w 457283"/>
                <a:gd name="connsiteY197" fmla="*/ 439482 h 559903"/>
                <a:gd name="connsiteX198" fmla="*/ 393737 w 457283"/>
                <a:gd name="connsiteY198" fmla="*/ 441709 h 559903"/>
                <a:gd name="connsiteX199" fmla="*/ 393905 w 457283"/>
                <a:gd name="connsiteY199" fmla="*/ 444598 h 559903"/>
                <a:gd name="connsiteX200" fmla="*/ 394062 w 457283"/>
                <a:gd name="connsiteY200" fmla="*/ 447476 h 559903"/>
                <a:gd name="connsiteX201" fmla="*/ 395859 w 457283"/>
                <a:gd name="connsiteY201" fmla="*/ 451388 h 559903"/>
                <a:gd name="connsiteX202" fmla="*/ 396603 w 457283"/>
                <a:gd name="connsiteY202" fmla="*/ 451388 h 559903"/>
                <a:gd name="connsiteX203" fmla="*/ 396687 w 457283"/>
                <a:gd name="connsiteY203" fmla="*/ 453289 h 559903"/>
                <a:gd name="connsiteX204" fmla="*/ 396835 w 457283"/>
                <a:gd name="connsiteY204" fmla="*/ 455760 h 559903"/>
                <a:gd name="connsiteX205" fmla="*/ 396966 w 457283"/>
                <a:gd name="connsiteY205" fmla="*/ 458219 h 559903"/>
                <a:gd name="connsiteX206" fmla="*/ 397347 w 457283"/>
                <a:gd name="connsiteY206" fmla="*/ 460318 h 559903"/>
                <a:gd name="connsiteX207" fmla="*/ 399579 w 457283"/>
                <a:gd name="connsiteY207" fmla="*/ 461806 h 559903"/>
                <a:gd name="connsiteX208" fmla="*/ 399579 w 457283"/>
                <a:gd name="connsiteY208" fmla="*/ 467759 h 559903"/>
                <a:gd name="connsiteX209" fmla="*/ 401812 w 457283"/>
                <a:gd name="connsiteY209" fmla="*/ 467759 h 559903"/>
                <a:gd name="connsiteX210" fmla="*/ 402044 w 457283"/>
                <a:gd name="connsiteY210" fmla="*/ 469852 h 559903"/>
                <a:gd name="connsiteX211" fmla="*/ 404788 w 457283"/>
                <a:gd name="connsiteY211" fmla="*/ 474457 h 559903"/>
                <a:gd name="connsiteX212" fmla="*/ 406277 w 457283"/>
                <a:gd name="connsiteY212" fmla="*/ 477433 h 559903"/>
                <a:gd name="connsiteX213" fmla="*/ 407765 w 457283"/>
                <a:gd name="connsiteY213" fmla="*/ 478177 h 559903"/>
                <a:gd name="connsiteX214" fmla="*/ 408317 w 457283"/>
                <a:gd name="connsiteY214" fmla="*/ 479677 h 559903"/>
                <a:gd name="connsiteX215" fmla="*/ 409253 w 457283"/>
                <a:gd name="connsiteY215" fmla="*/ 481154 h 559903"/>
                <a:gd name="connsiteX216" fmla="*/ 413811 w 457283"/>
                <a:gd name="connsiteY216" fmla="*/ 481712 h 559903"/>
                <a:gd name="connsiteX217" fmla="*/ 416282 w 457283"/>
                <a:gd name="connsiteY217" fmla="*/ 481840 h 559903"/>
                <a:gd name="connsiteX218" fmla="*/ 418183 w 457283"/>
                <a:gd name="connsiteY218" fmla="*/ 481898 h 559903"/>
                <a:gd name="connsiteX219" fmla="*/ 418104 w 457283"/>
                <a:gd name="connsiteY219" fmla="*/ 479997 h 559903"/>
                <a:gd name="connsiteX220" fmla="*/ 418043 w 457283"/>
                <a:gd name="connsiteY220" fmla="*/ 477526 h 559903"/>
                <a:gd name="connsiteX221" fmla="*/ 417965 w 457283"/>
                <a:gd name="connsiteY221" fmla="*/ 475067 h 559903"/>
                <a:gd name="connsiteX222" fmla="*/ 418183 w 457283"/>
                <a:gd name="connsiteY222" fmla="*/ 472968 h 559903"/>
                <a:gd name="connsiteX223" fmla="*/ 420415 w 457283"/>
                <a:gd name="connsiteY223" fmla="*/ 471480 h 559903"/>
                <a:gd name="connsiteX224" fmla="*/ 420737 w 457283"/>
                <a:gd name="connsiteY224" fmla="*/ 468374 h 559903"/>
                <a:gd name="connsiteX225" fmla="*/ 420782 w 457283"/>
                <a:gd name="connsiteY225" fmla="*/ 466433 h 559903"/>
                <a:gd name="connsiteX226" fmla="*/ 420796 w 457283"/>
                <a:gd name="connsiteY226" fmla="*/ 464335 h 559903"/>
                <a:gd name="connsiteX227" fmla="*/ 420837 w 457283"/>
                <a:gd name="connsiteY227" fmla="*/ 462189 h 559903"/>
                <a:gd name="connsiteX228" fmla="*/ 420927 w 457283"/>
                <a:gd name="connsiteY228" fmla="*/ 455388 h 559903"/>
                <a:gd name="connsiteX229" fmla="*/ 421004 w 457283"/>
                <a:gd name="connsiteY229" fmla="*/ 450784 h 559903"/>
                <a:gd name="connsiteX230" fmla="*/ 421159 w 457283"/>
                <a:gd name="connsiteY230" fmla="*/ 439482 h 559903"/>
                <a:gd name="connsiteX231" fmla="*/ 423392 w 457283"/>
                <a:gd name="connsiteY231" fmla="*/ 439482 h 559903"/>
                <a:gd name="connsiteX232" fmla="*/ 424136 w 457283"/>
                <a:gd name="connsiteY232" fmla="*/ 406740 h 559903"/>
                <a:gd name="connsiteX233" fmla="*/ 429345 w 457283"/>
                <a:gd name="connsiteY233" fmla="*/ 406740 h 559903"/>
                <a:gd name="connsiteX234" fmla="*/ 429205 w 457283"/>
                <a:gd name="connsiteY234" fmla="*/ 408554 h 559903"/>
                <a:gd name="connsiteX235" fmla="*/ 429345 w 457283"/>
                <a:gd name="connsiteY235" fmla="*/ 410461 h 559903"/>
                <a:gd name="connsiteX236" fmla="*/ 431577 w 457283"/>
                <a:gd name="connsiteY236" fmla="*/ 411205 h 559903"/>
                <a:gd name="connsiteX237" fmla="*/ 432322 w 457283"/>
                <a:gd name="connsiteY237" fmla="*/ 413437 h 559903"/>
                <a:gd name="connsiteX238" fmla="*/ 434554 w 457283"/>
                <a:gd name="connsiteY238" fmla="*/ 414181 h 559903"/>
                <a:gd name="connsiteX239" fmla="*/ 436042 w 457283"/>
                <a:gd name="connsiteY239" fmla="*/ 417902 h 559903"/>
                <a:gd name="connsiteX240" fmla="*/ 437531 w 457283"/>
                <a:gd name="connsiteY240" fmla="*/ 420878 h 559903"/>
                <a:gd name="connsiteX241" fmla="*/ 439763 w 457283"/>
                <a:gd name="connsiteY241" fmla="*/ 421623 h 559903"/>
                <a:gd name="connsiteX242" fmla="*/ 440507 w 457283"/>
                <a:gd name="connsiteY242" fmla="*/ 423855 h 559903"/>
                <a:gd name="connsiteX243" fmla="*/ 441670 w 457283"/>
                <a:gd name="connsiteY243" fmla="*/ 425018 h 559903"/>
                <a:gd name="connsiteX244" fmla="*/ 442740 w 457283"/>
                <a:gd name="connsiteY244" fmla="*/ 427576 h 559903"/>
                <a:gd name="connsiteX245" fmla="*/ 444972 w 457283"/>
                <a:gd name="connsiteY245" fmla="*/ 428320 h 559903"/>
                <a:gd name="connsiteX246" fmla="*/ 446832 w 457283"/>
                <a:gd name="connsiteY246" fmla="*/ 430878 h 559903"/>
                <a:gd name="connsiteX247" fmla="*/ 450925 w 457283"/>
                <a:gd name="connsiteY247" fmla="*/ 435017 h 559903"/>
                <a:gd name="connsiteX248" fmla="*/ 451669 w 457283"/>
                <a:gd name="connsiteY248" fmla="*/ 437250 h 559903"/>
                <a:gd name="connsiteX249" fmla="*/ 453902 w 457283"/>
                <a:gd name="connsiteY249" fmla="*/ 437994 h 559903"/>
                <a:gd name="connsiteX250" fmla="*/ 454646 w 457283"/>
                <a:gd name="connsiteY250" fmla="*/ 440226 h 559903"/>
                <a:gd name="connsiteX251" fmla="*/ 456878 w 457283"/>
                <a:gd name="connsiteY251" fmla="*/ 441714 h 559903"/>
                <a:gd name="connsiteX252" fmla="*/ 457622 w 457283"/>
                <a:gd name="connsiteY252" fmla="*/ 443947 h 559903"/>
                <a:gd name="connsiteX253" fmla="*/ 459111 w 457283"/>
                <a:gd name="connsiteY253" fmla="*/ 444319 h 559903"/>
                <a:gd name="connsiteX254" fmla="*/ 460599 w 457283"/>
                <a:gd name="connsiteY254" fmla="*/ 444691 h 559903"/>
                <a:gd name="connsiteX255" fmla="*/ 461343 w 457283"/>
                <a:gd name="connsiteY255" fmla="*/ 446923 h 559903"/>
                <a:gd name="connsiteX256" fmla="*/ 463224 w 457283"/>
                <a:gd name="connsiteY256" fmla="*/ 447574 h 559903"/>
                <a:gd name="connsiteX257" fmla="*/ 465064 w 457283"/>
                <a:gd name="connsiteY257" fmla="*/ 448412 h 559903"/>
                <a:gd name="connsiteX258" fmla="*/ 465486 w 457283"/>
                <a:gd name="connsiteY258" fmla="*/ 452133 h 559903"/>
                <a:gd name="connsiteX259" fmla="*/ 465485 w 457283"/>
                <a:gd name="connsiteY259" fmla="*/ 454480 h 559903"/>
                <a:gd name="connsiteX260" fmla="*/ 465427 w 457283"/>
                <a:gd name="connsiteY260" fmla="*/ 457022 h 559903"/>
                <a:gd name="connsiteX261" fmla="*/ 465411 w 457283"/>
                <a:gd name="connsiteY261" fmla="*/ 459618 h 559903"/>
                <a:gd name="connsiteX262" fmla="*/ 465296 w 457283"/>
                <a:gd name="connsiteY262" fmla="*/ 467852 h 559903"/>
                <a:gd name="connsiteX263" fmla="*/ 465245 w 457283"/>
                <a:gd name="connsiteY263" fmla="*/ 473425 h 559903"/>
                <a:gd name="connsiteX264" fmla="*/ 465064 w 457283"/>
                <a:gd name="connsiteY264" fmla="*/ 487107 h 559903"/>
                <a:gd name="connsiteX265" fmla="*/ 462831 w 457283"/>
                <a:gd name="connsiteY265" fmla="*/ 486363 h 559903"/>
                <a:gd name="connsiteX266" fmla="*/ 462087 w 457283"/>
                <a:gd name="connsiteY266" fmla="*/ 504966 h 559903"/>
                <a:gd name="connsiteX267" fmla="*/ 460599 w 457283"/>
                <a:gd name="connsiteY267" fmla="*/ 504966 h 559903"/>
                <a:gd name="connsiteX268" fmla="*/ 460326 w 457283"/>
                <a:gd name="connsiteY268" fmla="*/ 507545 h 559903"/>
                <a:gd name="connsiteX269" fmla="*/ 459948 w 457283"/>
                <a:gd name="connsiteY269" fmla="*/ 510873 h 559903"/>
                <a:gd name="connsiteX270" fmla="*/ 459770 w 457283"/>
                <a:gd name="connsiteY270" fmla="*/ 512575 h 559903"/>
                <a:gd name="connsiteX271" fmla="*/ 459111 w 457283"/>
                <a:gd name="connsiteY271" fmla="*/ 516873 h 559903"/>
                <a:gd name="connsiteX272" fmla="*/ 457622 w 457283"/>
                <a:gd name="connsiteY272" fmla="*/ 517617 h 559903"/>
                <a:gd name="connsiteX273" fmla="*/ 457157 w 457283"/>
                <a:gd name="connsiteY273" fmla="*/ 522128 h 559903"/>
                <a:gd name="connsiteX274" fmla="*/ 456989 w 457283"/>
                <a:gd name="connsiteY274" fmla="*/ 524619 h 559903"/>
                <a:gd name="connsiteX275" fmla="*/ 456878 w 457283"/>
                <a:gd name="connsiteY275" fmla="*/ 526546 h 559903"/>
                <a:gd name="connsiteX276" fmla="*/ 454646 w 457283"/>
                <a:gd name="connsiteY276" fmla="*/ 526546 h 559903"/>
                <a:gd name="connsiteX277" fmla="*/ 453902 w 457283"/>
                <a:gd name="connsiteY277" fmla="*/ 533244 h 559903"/>
                <a:gd name="connsiteX278" fmla="*/ 451669 w 457283"/>
                <a:gd name="connsiteY278" fmla="*/ 533244 h 559903"/>
                <a:gd name="connsiteX279" fmla="*/ 450925 w 457283"/>
                <a:gd name="connsiteY279" fmla="*/ 539197 h 559903"/>
                <a:gd name="connsiteX280" fmla="*/ 448693 w 457283"/>
                <a:gd name="connsiteY280" fmla="*/ 539197 h 559903"/>
                <a:gd name="connsiteX281" fmla="*/ 447949 w 457283"/>
                <a:gd name="connsiteY281" fmla="*/ 542918 h 559903"/>
                <a:gd name="connsiteX282" fmla="*/ 446460 w 457283"/>
                <a:gd name="connsiteY282" fmla="*/ 543662 h 559903"/>
                <a:gd name="connsiteX283" fmla="*/ 446135 w 457283"/>
                <a:gd name="connsiteY283" fmla="*/ 545150 h 559903"/>
                <a:gd name="connsiteX284" fmla="*/ 445716 w 457283"/>
                <a:gd name="connsiteY284" fmla="*/ 546638 h 559903"/>
                <a:gd name="connsiteX285" fmla="*/ 443484 w 457283"/>
                <a:gd name="connsiteY285" fmla="*/ 547382 h 559903"/>
                <a:gd name="connsiteX286" fmla="*/ 442740 w 457283"/>
                <a:gd name="connsiteY286" fmla="*/ 549615 h 559903"/>
                <a:gd name="connsiteX287" fmla="*/ 440507 w 457283"/>
                <a:gd name="connsiteY287" fmla="*/ 550359 h 559903"/>
                <a:gd name="connsiteX288" fmla="*/ 440275 w 457283"/>
                <a:gd name="connsiteY288" fmla="*/ 551847 h 559903"/>
                <a:gd name="connsiteX289" fmla="*/ 439763 w 457283"/>
                <a:gd name="connsiteY289" fmla="*/ 553336 h 559903"/>
                <a:gd name="connsiteX290" fmla="*/ 435298 w 457283"/>
                <a:gd name="connsiteY290" fmla="*/ 554080 h 559903"/>
                <a:gd name="connsiteX291" fmla="*/ 435298 w 457283"/>
                <a:gd name="connsiteY291" fmla="*/ 557056 h 559903"/>
                <a:gd name="connsiteX292" fmla="*/ 433859 w 457283"/>
                <a:gd name="connsiteY292" fmla="*/ 557141 h 559903"/>
                <a:gd name="connsiteX293" fmla="*/ 431996 w 457283"/>
                <a:gd name="connsiteY293" fmla="*/ 557289 h 559903"/>
                <a:gd name="connsiteX294" fmla="*/ 430139 w 457283"/>
                <a:gd name="connsiteY294" fmla="*/ 557420 h 559903"/>
                <a:gd name="connsiteX295" fmla="*/ 428601 w 457283"/>
                <a:gd name="connsiteY295" fmla="*/ 557800 h 559903"/>
                <a:gd name="connsiteX296" fmla="*/ 427857 w 457283"/>
                <a:gd name="connsiteY296" fmla="*/ 560033 h 559903"/>
                <a:gd name="connsiteX297" fmla="*/ 424710 w 457283"/>
                <a:gd name="connsiteY297" fmla="*/ 560322 h 559903"/>
                <a:gd name="connsiteX298" fmla="*/ 422686 w 457283"/>
                <a:gd name="connsiteY298" fmla="*/ 560343 h 559903"/>
                <a:gd name="connsiteX299" fmla="*/ 420485 w 457283"/>
                <a:gd name="connsiteY299" fmla="*/ 560329 h 559903"/>
                <a:gd name="connsiteX300" fmla="*/ 418241 w 457283"/>
                <a:gd name="connsiteY300" fmla="*/ 560336 h 559903"/>
                <a:gd name="connsiteX301" fmla="*/ 413535 w 457283"/>
                <a:gd name="connsiteY301" fmla="*/ 560324 h 559903"/>
                <a:gd name="connsiteX302" fmla="*/ 406303 w 457283"/>
                <a:gd name="connsiteY302" fmla="*/ 560338 h 559903"/>
                <a:gd name="connsiteX303" fmla="*/ 401742 w 457283"/>
                <a:gd name="connsiteY303" fmla="*/ 560329 h 559903"/>
                <a:gd name="connsiteX304" fmla="*/ 399541 w 457283"/>
                <a:gd name="connsiteY304" fmla="*/ 560343 h 559903"/>
                <a:gd name="connsiteX305" fmla="*/ 397517 w 457283"/>
                <a:gd name="connsiteY305" fmla="*/ 560322 h 559903"/>
                <a:gd name="connsiteX306" fmla="*/ 395726 w 457283"/>
                <a:gd name="connsiteY306" fmla="*/ 560316 h 559903"/>
                <a:gd name="connsiteX307" fmla="*/ 394370 w 457283"/>
                <a:gd name="connsiteY307" fmla="*/ 560033 h 559903"/>
                <a:gd name="connsiteX308" fmla="*/ 393626 w 457283"/>
                <a:gd name="connsiteY308" fmla="*/ 557800 h 559903"/>
                <a:gd name="connsiteX309" fmla="*/ 389859 w 457283"/>
                <a:gd name="connsiteY309" fmla="*/ 557289 h 559903"/>
                <a:gd name="connsiteX310" fmla="*/ 387787 w 457283"/>
                <a:gd name="connsiteY310" fmla="*/ 557141 h 559903"/>
                <a:gd name="connsiteX311" fmla="*/ 386185 w 457283"/>
                <a:gd name="connsiteY311" fmla="*/ 557056 h 559903"/>
                <a:gd name="connsiteX312" fmla="*/ 386185 w 457283"/>
                <a:gd name="connsiteY312" fmla="*/ 554080 h 559903"/>
                <a:gd name="connsiteX313" fmla="*/ 380232 w 457283"/>
                <a:gd name="connsiteY313" fmla="*/ 553336 h 559903"/>
                <a:gd name="connsiteX314" fmla="*/ 380232 w 457283"/>
                <a:gd name="connsiteY314" fmla="*/ 550359 h 559903"/>
                <a:gd name="connsiteX315" fmla="*/ 378464 w 457283"/>
                <a:gd name="connsiteY315" fmla="*/ 550545 h 559903"/>
                <a:gd name="connsiteX316" fmla="*/ 376511 w 457283"/>
                <a:gd name="connsiteY316" fmla="*/ 550359 h 559903"/>
                <a:gd name="connsiteX317" fmla="*/ 375023 w 457283"/>
                <a:gd name="connsiteY317" fmla="*/ 547382 h 559903"/>
                <a:gd name="connsiteX318" fmla="*/ 373488 w 457283"/>
                <a:gd name="connsiteY318" fmla="*/ 547010 h 559903"/>
                <a:gd name="connsiteX319" fmla="*/ 372046 w 457283"/>
                <a:gd name="connsiteY319" fmla="*/ 546638 h 559903"/>
                <a:gd name="connsiteX320" fmla="*/ 371302 w 457283"/>
                <a:gd name="connsiteY320" fmla="*/ 543662 h 559903"/>
                <a:gd name="connsiteX321" fmla="*/ 368325 w 457283"/>
                <a:gd name="connsiteY321" fmla="*/ 542173 h 559903"/>
                <a:gd name="connsiteX322" fmla="*/ 366093 w 457283"/>
                <a:gd name="connsiteY322" fmla="*/ 539941 h 559903"/>
                <a:gd name="connsiteX323" fmla="*/ 364605 w 457283"/>
                <a:gd name="connsiteY323" fmla="*/ 539197 h 559903"/>
                <a:gd name="connsiteX324" fmla="*/ 360791 w 457283"/>
                <a:gd name="connsiteY324" fmla="*/ 531802 h 559903"/>
                <a:gd name="connsiteX325" fmla="*/ 360140 w 457283"/>
                <a:gd name="connsiteY325" fmla="*/ 530267 h 559903"/>
                <a:gd name="connsiteX326" fmla="*/ 358652 w 457283"/>
                <a:gd name="connsiteY326" fmla="*/ 530267 h 559903"/>
                <a:gd name="connsiteX327" fmla="*/ 357908 w 457283"/>
                <a:gd name="connsiteY327" fmla="*/ 525802 h 559903"/>
                <a:gd name="connsiteX328" fmla="*/ 355675 w 457283"/>
                <a:gd name="connsiteY328" fmla="*/ 525802 h 559903"/>
                <a:gd name="connsiteX329" fmla="*/ 355861 w 457283"/>
                <a:gd name="connsiteY329" fmla="*/ 524035 h 559903"/>
                <a:gd name="connsiteX330" fmla="*/ 355675 w 457283"/>
                <a:gd name="connsiteY330" fmla="*/ 522082 h 559903"/>
                <a:gd name="connsiteX331" fmla="*/ 352699 w 457283"/>
                <a:gd name="connsiteY331" fmla="*/ 520593 h 559903"/>
                <a:gd name="connsiteX332" fmla="*/ 351954 w 457283"/>
                <a:gd name="connsiteY332" fmla="*/ 516873 h 559903"/>
                <a:gd name="connsiteX333" fmla="*/ 350466 w 457283"/>
                <a:gd name="connsiteY333" fmla="*/ 516128 h 559903"/>
                <a:gd name="connsiteX334" fmla="*/ 348978 w 457283"/>
                <a:gd name="connsiteY334" fmla="*/ 511664 h 559903"/>
                <a:gd name="connsiteX335" fmla="*/ 347490 w 457283"/>
                <a:gd name="connsiteY335" fmla="*/ 510919 h 559903"/>
                <a:gd name="connsiteX336" fmla="*/ 346745 w 457283"/>
                <a:gd name="connsiteY336" fmla="*/ 504966 h 559903"/>
                <a:gd name="connsiteX337" fmla="*/ 344513 w 457283"/>
                <a:gd name="connsiteY337" fmla="*/ 504966 h 559903"/>
                <a:gd name="connsiteX338" fmla="*/ 344513 w 457283"/>
                <a:gd name="connsiteY338" fmla="*/ 497525 h 559903"/>
                <a:gd name="connsiteX339" fmla="*/ 342281 w 457283"/>
                <a:gd name="connsiteY339" fmla="*/ 497525 h 559903"/>
                <a:gd name="connsiteX340" fmla="*/ 342007 w 457283"/>
                <a:gd name="connsiteY340" fmla="*/ 495761 h 559903"/>
                <a:gd name="connsiteX341" fmla="*/ 341629 w 457283"/>
                <a:gd name="connsiteY341" fmla="*/ 493479 h 559903"/>
                <a:gd name="connsiteX342" fmla="*/ 341263 w 457283"/>
                <a:gd name="connsiteY342" fmla="*/ 491203 h 559903"/>
                <a:gd name="connsiteX343" fmla="*/ 340792 w 457283"/>
                <a:gd name="connsiteY343" fmla="*/ 489339 h 559903"/>
                <a:gd name="connsiteX344" fmla="*/ 339304 w 457283"/>
                <a:gd name="connsiteY344" fmla="*/ 488595 h 559903"/>
                <a:gd name="connsiteX345" fmla="*/ 338888 w 457283"/>
                <a:gd name="connsiteY345" fmla="*/ 482828 h 559903"/>
                <a:gd name="connsiteX346" fmla="*/ 338560 w 457283"/>
                <a:gd name="connsiteY346" fmla="*/ 481154 h 559903"/>
                <a:gd name="connsiteX347" fmla="*/ 336327 w 457283"/>
                <a:gd name="connsiteY347" fmla="*/ 480410 h 559903"/>
                <a:gd name="connsiteX348" fmla="*/ 335909 w 457283"/>
                <a:gd name="connsiteY348" fmla="*/ 475573 h 559903"/>
                <a:gd name="connsiteX349" fmla="*/ 335583 w 457283"/>
                <a:gd name="connsiteY349" fmla="*/ 470736 h 559903"/>
                <a:gd name="connsiteX350" fmla="*/ 334095 w 457283"/>
                <a:gd name="connsiteY350" fmla="*/ 469992 h 559903"/>
                <a:gd name="connsiteX351" fmla="*/ 333676 w 457283"/>
                <a:gd name="connsiteY351" fmla="*/ 465620 h 559903"/>
                <a:gd name="connsiteX352" fmla="*/ 332607 w 457283"/>
                <a:gd name="connsiteY352" fmla="*/ 458830 h 559903"/>
                <a:gd name="connsiteX353" fmla="*/ 331118 w 457283"/>
                <a:gd name="connsiteY353" fmla="*/ 458086 h 559903"/>
                <a:gd name="connsiteX354" fmla="*/ 330810 w 457283"/>
                <a:gd name="connsiteY354" fmla="*/ 455083 h 559903"/>
                <a:gd name="connsiteX355" fmla="*/ 330723 w 457283"/>
                <a:gd name="connsiteY355" fmla="*/ 453259 h 559903"/>
                <a:gd name="connsiteX356" fmla="*/ 330653 w 457283"/>
                <a:gd name="connsiteY356" fmla="*/ 451342 h 559903"/>
                <a:gd name="connsiteX357" fmla="*/ 330566 w 457283"/>
                <a:gd name="connsiteY357" fmla="*/ 449416 h 559903"/>
                <a:gd name="connsiteX358" fmla="*/ 330374 w 457283"/>
                <a:gd name="connsiteY358" fmla="*/ 444691 h 559903"/>
                <a:gd name="connsiteX359" fmla="*/ 328142 w 457283"/>
                <a:gd name="connsiteY359" fmla="*/ 444691 h 559903"/>
                <a:gd name="connsiteX360" fmla="*/ 328097 w 457283"/>
                <a:gd name="connsiteY360" fmla="*/ 443268 h 559903"/>
                <a:gd name="connsiteX361" fmla="*/ 327863 w 457283"/>
                <a:gd name="connsiteY361" fmla="*/ 436924 h 559903"/>
                <a:gd name="connsiteX362" fmla="*/ 327793 w 457283"/>
                <a:gd name="connsiteY362" fmla="*/ 434684 h 559903"/>
                <a:gd name="connsiteX363" fmla="*/ 327706 w 457283"/>
                <a:gd name="connsiteY363" fmla="*/ 432555 h 559903"/>
                <a:gd name="connsiteX364" fmla="*/ 327635 w 457283"/>
                <a:gd name="connsiteY364" fmla="*/ 430583 h 559903"/>
                <a:gd name="connsiteX365" fmla="*/ 327398 w 457283"/>
                <a:gd name="connsiteY365" fmla="*/ 429064 h 559903"/>
                <a:gd name="connsiteX366" fmla="*/ 325909 w 457283"/>
                <a:gd name="connsiteY366" fmla="*/ 428320 h 559903"/>
                <a:gd name="connsiteX367" fmla="*/ 325601 w 457283"/>
                <a:gd name="connsiteY367" fmla="*/ 423852 h 559903"/>
                <a:gd name="connsiteX368" fmla="*/ 325514 w 457283"/>
                <a:gd name="connsiteY368" fmla="*/ 421112 h 559903"/>
                <a:gd name="connsiteX369" fmla="*/ 325444 w 457283"/>
                <a:gd name="connsiteY369" fmla="*/ 418227 h 559903"/>
                <a:gd name="connsiteX370" fmla="*/ 325357 w 457283"/>
                <a:gd name="connsiteY370" fmla="*/ 415334 h 559903"/>
                <a:gd name="connsiteX371" fmla="*/ 325165 w 457283"/>
                <a:gd name="connsiteY371" fmla="*/ 408228 h 559903"/>
                <a:gd name="connsiteX372" fmla="*/ 322933 w 457283"/>
                <a:gd name="connsiteY372" fmla="*/ 408228 h 559903"/>
                <a:gd name="connsiteX373" fmla="*/ 322888 w 457283"/>
                <a:gd name="connsiteY373" fmla="*/ 405997 h 559903"/>
                <a:gd name="connsiteX374" fmla="*/ 322697 w 457283"/>
                <a:gd name="connsiteY374" fmla="*/ 397818 h 559903"/>
                <a:gd name="connsiteX375" fmla="*/ 322619 w 457283"/>
                <a:gd name="connsiteY375" fmla="*/ 394275 h 559903"/>
                <a:gd name="connsiteX376" fmla="*/ 322497 w 457283"/>
                <a:gd name="connsiteY376" fmla="*/ 389189 h 559903"/>
                <a:gd name="connsiteX377" fmla="*/ 322471 w 457283"/>
                <a:gd name="connsiteY377" fmla="*/ 387584 h 559903"/>
                <a:gd name="connsiteX378" fmla="*/ 320700 w 457283"/>
                <a:gd name="connsiteY378" fmla="*/ 382183 h 559903"/>
                <a:gd name="connsiteX379" fmla="*/ 319956 w 457283"/>
                <a:gd name="connsiteY379" fmla="*/ 382183 h 559903"/>
                <a:gd name="connsiteX380" fmla="*/ 319938 w 457283"/>
                <a:gd name="connsiteY380" fmla="*/ 380832 h 559903"/>
                <a:gd name="connsiteX381" fmla="*/ 319720 w 457283"/>
                <a:gd name="connsiteY381" fmla="*/ 366963 h 559903"/>
                <a:gd name="connsiteX382" fmla="*/ 319642 w 457283"/>
                <a:gd name="connsiteY382" fmla="*/ 361781 h 559903"/>
                <a:gd name="connsiteX383" fmla="*/ 319520 w 457283"/>
                <a:gd name="connsiteY383" fmla="*/ 354351 h 559903"/>
                <a:gd name="connsiteX384" fmla="*/ 319494 w 457283"/>
                <a:gd name="connsiteY384" fmla="*/ 351995 h 559903"/>
                <a:gd name="connsiteX385" fmla="*/ 319449 w 457283"/>
                <a:gd name="connsiteY385" fmla="*/ 349828 h 559903"/>
                <a:gd name="connsiteX386" fmla="*/ 319419 w 457283"/>
                <a:gd name="connsiteY386" fmla="*/ 347910 h 559903"/>
                <a:gd name="connsiteX387" fmla="*/ 319212 w 457283"/>
                <a:gd name="connsiteY387" fmla="*/ 346464 h 559903"/>
                <a:gd name="connsiteX388" fmla="*/ 317724 w 457283"/>
                <a:gd name="connsiteY388" fmla="*/ 345720 h 559903"/>
                <a:gd name="connsiteX389" fmla="*/ 317416 w 457283"/>
                <a:gd name="connsiteY389" fmla="*/ 340878 h 559903"/>
                <a:gd name="connsiteX390" fmla="*/ 317372 w 457283"/>
                <a:gd name="connsiteY390" fmla="*/ 339367 h 559903"/>
                <a:gd name="connsiteX391" fmla="*/ 317259 w 457283"/>
                <a:gd name="connsiteY391" fmla="*/ 334465 h 559903"/>
                <a:gd name="connsiteX392" fmla="*/ 317173 w 457283"/>
                <a:gd name="connsiteY392" fmla="*/ 331114 h 559903"/>
                <a:gd name="connsiteX393" fmla="*/ 316980 w 457283"/>
                <a:gd name="connsiteY393" fmla="*/ 304048 h 559903"/>
                <a:gd name="connsiteX394" fmla="*/ 315492 w 457283"/>
                <a:gd name="connsiteY394" fmla="*/ 304048 h 559903"/>
                <a:gd name="connsiteX395" fmla="*/ 74390 w 457283"/>
                <a:gd name="connsiteY395" fmla="*/ 304048 h 559903"/>
                <a:gd name="connsiteX396" fmla="*/ 73646 w 457283"/>
                <a:gd name="connsiteY396" fmla="*/ 243773 h 559903"/>
                <a:gd name="connsiteX397" fmla="*/ 72902 w 457283"/>
                <a:gd name="connsiteY397" fmla="*/ 245261 h 559903"/>
                <a:gd name="connsiteX398" fmla="*/ 71413 w 457283"/>
                <a:gd name="connsiteY398" fmla="*/ 245261 h 559903"/>
                <a:gd name="connsiteX399" fmla="*/ 71088 w 457283"/>
                <a:gd name="connsiteY399" fmla="*/ 247122 h 559903"/>
                <a:gd name="connsiteX400" fmla="*/ 70669 w 457283"/>
                <a:gd name="connsiteY400" fmla="*/ 248982 h 559903"/>
                <a:gd name="connsiteX401" fmla="*/ 68437 w 457283"/>
                <a:gd name="connsiteY401" fmla="*/ 248982 h 559903"/>
                <a:gd name="connsiteX402" fmla="*/ 67693 w 457283"/>
                <a:gd name="connsiteY402" fmla="*/ 251959 h 559903"/>
                <a:gd name="connsiteX403" fmla="*/ 65460 w 457283"/>
                <a:gd name="connsiteY403" fmla="*/ 252703 h 559903"/>
                <a:gd name="connsiteX404" fmla="*/ 65460 w 457283"/>
                <a:gd name="connsiteY404" fmla="*/ 255679 h 559903"/>
                <a:gd name="connsiteX405" fmla="*/ 62484 w 457283"/>
                <a:gd name="connsiteY405" fmla="*/ 257168 h 559903"/>
                <a:gd name="connsiteX406" fmla="*/ 61740 w 457283"/>
                <a:gd name="connsiteY406" fmla="*/ 259400 h 559903"/>
                <a:gd name="connsiteX407" fmla="*/ 58763 w 457283"/>
                <a:gd name="connsiteY407" fmla="*/ 259400 h 559903"/>
                <a:gd name="connsiteX408" fmla="*/ 57275 w 457283"/>
                <a:gd name="connsiteY408" fmla="*/ 256423 h 559903"/>
                <a:gd name="connsiteX409" fmla="*/ 55786 w 457283"/>
                <a:gd name="connsiteY409" fmla="*/ 255679 h 559903"/>
                <a:gd name="connsiteX410" fmla="*/ 55042 w 457283"/>
                <a:gd name="connsiteY410" fmla="*/ 253447 h 559903"/>
                <a:gd name="connsiteX411" fmla="*/ 52810 w 457283"/>
                <a:gd name="connsiteY411" fmla="*/ 252703 h 559903"/>
                <a:gd name="connsiteX412" fmla="*/ 52066 w 457283"/>
                <a:gd name="connsiteY412" fmla="*/ 250470 h 559903"/>
                <a:gd name="connsiteX413" fmla="*/ 50624 w 457283"/>
                <a:gd name="connsiteY413" fmla="*/ 250145 h 559903"/>
                <a:gd name="connsiteX414" fmla="*/ 49089 w 457283"/>
                <a:gd name="connsiteY414" fmla="*/ 249726 h 559903"/>
                <a:gd name="connsiteX415" fmla="*/ 47601 w 457283"/>
                <a:gd name="connsiteY415" fmla="*/ 246750 h 559903"/>
                <a:gd name="connsiteX416" fmla="*/ 44624 w 457283"/>
                <a:gd name="connsiteY416" fmla="*/ 245261 h 559903"/>
                <a:gd name="connsiteX417" fmla="*/ 43880 w 457283"/>
                <a:gd name="connsiteY417" fmla="*/ 243029 h 559903"/>
                <a:gd name="connsiteX418" fmla="*/ 42392 w 457283"/>
                <a:gd name="connsiteY418" fmla="*/ 242657 h 559903"/>
                <a:gd name="connsiteX419" fmla="*/ 40904 w 457283"/>
                <a:gd name="connsiteY419" fmla="*/ 242285 h 559903"/>
                <a:gd name="connsiteX420" fmla="*/ 40159 w 457283"/>
                <a:gd name="connsiteY420" fmla="*/ 240052 h 559903"/>
                <a:gd name="connsiteX421" fmla="*/ 38299 w 457283"/>
                <a:gd name="connsiteY421" fmla="*/ 239308 h 559903"/>
                <a:gd name="connsiteX422" fmla="*/ 36439 w 457283"/>
                <a:gd name="connsiteY422" fmla="*/ 238564 h 559903"/>
                <a:gd name="connsiteX423" fmla="*/ 35695 w 457283"/>
                <a:gd name="connsiteY423" fmla="*/ 236332 h 559903"/>
                <a:gd name="connsiteX424" fmla="*/ 34160 w 457283"/>
                <a:gd name="connsiteY424" fmla="*/ 236006 h 559903"/>
                <a:gd name="connsiteX425" fmla="*/ 32718 w 457283"/>
                <a:gd name="connsiteY425" fmla="*/ 235587 h 559903"/>
                <a:gd name="connsiteX426" fmla="*/ 32718 w 457283"/>
                <a:gd name="connsiteY426" fmla="*/ 232611 h 559903"/>
                <a:gd name="connsiteX427" fmla="*/ 28253 w 457283"/>
                <a:gd name="connsiteY427" fmla="*/ 231867 h 559903"/>
                <a:gd name="connsiteX428" fmla="*/ 28253 w 457283"/>
                <a:gd name="connsiteY428" fmla="*/ 228890 h 559903"/>
                <a:gd name="connsiteX429" fmla="*/ 24533 w 457283"/>
                <a:gd name="connsiteY429" fmla="*/ 228890 h 559903"/>
                <a:gd name="connsiteX430" fmla="*/ 24533 w 457283"/>
                <a:gd name="connsiteY430" fmla="*/ 225914 h 559903"/>
                <a:gd name="connsiteX431" fmla="*/ 20068 w 457283"/>
                <a:gd name="connsiteY431" fmla="*/ 225170 h 559903"/>
                <a:gd name="connsiteX432" fmla="*/ 20068 w 457283"/>
                <a:gd name="connsiteY432" fmla="*/ 222193 h 559903"/>
                <a:gd name="connsiteX433" fmla="*/ 17928 w 457283"/>
                <a:gd name="connsiteY433" fmla="*/ 222379 h 559903"/>
                <a:gd name="connsiteX434" fmla="*/ 15603 w 457283"/>
                <a:gd name="connsiteY434" fmla="*/ 222193 h 559903"/>
                <a:gd name="connsiteX435" fmla="*/ 14115 w 457283"/>
                <a:gd name="connsiteY435" fmla="*/ 219216 h 559903"/>
                <a:gd name="connsiteX436" fmla="*/ 10394 w 457283"/>
                <a:gd name="connsiteY436" fmla="*/ 218472 h 559903"/>
                <a:gd name="connsiteX437" fmla="*/ 10394 w 457283"/>
                <a:gd name="connsiteY437" fmla="*/ 216984 h 559903"/>
                <a:gd name="connsiteX438" fmla="*/ 8906 w 457283"/>
                <a:gd name="connsiteY438" fmla="*/ 216984 h 559903"/>
                <a:gd name="connsiteX439" fmla="*/ 8487 w 457283"/>
                <a:gd name="connsiteY439" fmla="*/ 213728 h 559903"/>
                <a:gd name="connsiteX440" fmla="*/ 8252 w 457283"/>
                <a:gd name="connsiteY440" fmla="*/ 211897 h 559903"/>
                <a:gd name="connsiteX441" fmla="*/ 8906 w 457283"/>
                <a:gd name="connsiteY441" fmla="*/ 208798 h 559903"/>
                <a:gd name="connsiteX442" fmla="*/ 11138 w 457283"/>
                <a:gd name="connsiteY442" fmla="*/ 208054 h 559903"/>
                <a:gd name="connsiteX443" fmla="*/ 11882 w 457283"/>
                <a:gd name="connsiteY443" fmla="*/ 205822 h 559903"/>
                <a:gd name="connsiteX444" fmla="*/ 14115 w 457283"/>
                <a:gd name="connsiteY444" fmla="*/ 204334 h 559903"/>
                <a:gd name="connsiteX445" fmla="*/ 14859 w 457283"/>
                <a:gd name="connsiteY445" fmla="*/ 202101 h 559903"/>
                <a:gd name="connsiteX446" fmla="*/ 16673 w 457283"/>
                <a:gd name="connsiteY446" fmla="*/ 201822 h 559903"/>
                <a:gd name="connsiteX447" fmla="*/ 18579 w 457283"/>
                <a:gd name="connsiteY447" fmla="*/ 201357 h 559903"/>
                <a:gd name="connsiteX448" fmla="*/ 20068 w 457283"/>
                <a:gd name="connsiteY448" fmla="*/ 197636 h 559903"/>
                <a:gd name="connsiteX449" fmla="*/ 22672 w 457283"/>
                <a:gd name="connsiteY449" fmla="*/ 194055 h 559903"/>
                <a:gd name="connsiteX450" fmla="*/ 24044 w 457283"/>
                <a:gd name="connsiteY450" fmla="*/ 192273 h 559903"/>
                <a:gd name="connsiteX451" fmla="*/ 25277 w 457283"/>
                <a:gd name="connsiteY451" fmla="*/ 190939 h 559903"/>
                <a:gd name="connsiteX452" fmla="*/ 26765 w 457283"/>
                <a:gd name="connsiteY452" fmla="*/ 190939 h 559903"/>
                <a:gd name="connsiteX453" fmla="*/ 27509 w 457283"/>
                <a:gd name="connsiteY453" fmla="*/ 189079 h 559903"/>
                <a:gd name="connsiteX454" fmla="*/ 28253 w 457283"/>
                <a:gd name="connsiteY454" fmla="*/ 187218 h 559903"/>
                <a:gd name="connsiteX455" fmla="*/ 29741 w 457283"/>
                <a:gd name="connsiteY455" fmla="*/ 187218 h 559903"/>
                <a:gd name="connsiteX456" fmla="*/ 30486 w 457283"/>
                <a:gd name="connsiteY456" fmla="*/ 184242 h 559903"/>
                <a:gd name="connsiteX457" fmla="*/ 31974 w 457283"/>
                <a:gd name="connsiteY457" fmla="*/ 183498 h 559903"/>
                <a:gd name="connsiteX458" fmla="*/ 32718 w 457283"/>
                <a:gd name="connsiteY458" fmla="*/ 181963 h 559903"/>
                <a:gd name="connsiteX459" fmla="*/ 33462 w 457283"/>
                <a:gd name="connsiteY459" fmla="*/ 180521 h 559903"/>
                <a:gd name="connsiteX460" fmla="*/ 34950 w 457283"/>
                <a:gd name="connsiteY460" fmla="*/ 180521 h 559903"/>
                <a:gd name="connsiteX461" fmla="*/ 35276 w 457283"/>
                <a:gd name="connsiteY461" fmla="*/ 179172 h 559903"/>
                <a:gd name="connsiteX462" fmla="*/ 37927 w 457283"/>
                <a:gd name="connsiteY462" fmla="*/ 175312 h 559903"/>
                <a:gd name="connsiteX463" fmla="*/ 38950 w 457283"/>
                <a:gd name="connsiteY463" fmla="*/ 173591 h 559903"/>
                <a:gd name="connsiteX464" fmla="*/ 42113 w 457283"/>
                <a:gd name="connsiteY464" fmla="*/ 169266 h 559903"/>
                <a:gd name="connsiteX465" fmla="*/ 44624 w 457283"/>
                <a:gd name="connsiteY465" fmla="*/ 164894 h 559903"/>
                <a:gd name="connsiteX466" fmla="*/ 46113 w 457283"/>
                <a:gd name="connsiteY466" fmla="*/ 164150 h 559903"/>
                <a:gd name="connsiteX467" fmla="*/ 46438 w 457283"/>
                <a:gd name="connsiteY467" fmla="*/ 162708 h 559903"/>
                <a:gd name="connsiteX468" fmla="*/ 49089 w 457283"/>
                <a:gd name="connsiteY468" fmla="*/ 159685 h 559903"/>
                <a:gd name="connsiteX469" fmla="*/ 50577 w 457283"/>
                <a:gd name="connsiteY469" fmla="*/ 155964 h 559903"/>
                <a:gd name="connsiteX470" fmla="*/ 53182 w 457283"/>
                <a:gd name="connsiteY470" fmla="*/ 151686 h 559903"/>
                <a:gd name="connsiteX471" fmla="*/ 54554 w 457283"/>
                <a:gd name="connsiteY471" fmla="*/ 149511 h 559903"/>
                <a:gd name="connsiteX472" fmla="*/ 57275 w 457283"/>
                <a:gd name="connsiteY472" fmla="*/ 147035 h 559903"/>
                <a:gd name="connsiteX473" fmla="*/ 57647 w 457283"/>
                <a:gd name="connsiteY473" fmla="*/ 145174 h 559903"/>
                <a:gd name="connsiteX474" fmla="*/ 58019 w 457283"/>
                <a:gd name="connsiteY474" fmla="*/ 143314 h 559903"/>
                <a:gd name="connsiteX475" fmla="*/ 59507 w 457283"/>
                <a:gd name="connsiteY475" fmla="*/ 142570 h 559903"/>
                <a:gd name="connsiteX476" fmla="*/ 60251 w 457283"/>
                <a:gd name="connsiteY476" fmla="*/ 140338 h 559903"/>
                <a:gd name="connsiteX477" fmla="*/ 62484 w 457283"/>
                <a:gd name="connsiteY477" fmla="*/ 137361 h 559903"/>
                <a:gd name="connsiteX478" fmla="*/ 62809 w 457283"/>
                <a:gd name="connsiteY478" fmla="*/ 135454 h 559903"/>
                <a:gd name="connsiteX479" fmla="*/ 63228 w 457283"/>
                <a:gd name="connsiteY479" fmla="*/ 133640 h 559903"/>
                <a:gd name="connsiteX480" fmla="*/ 65460 w 457283"/>
                <a:gd name="connsiteY480" fmla="*/ 133640 h 559903"/>
                <a:gd name="connsiteX481" fmla="*/ 65693 w 457283"/>
                <a:gd name="connsiteY481" fmla="*/ 131175 h 559903"/>
                <a:gd name="connsiteX482" fmla="*/ 68437 w 457283"/>
                <a:gd name="connsiteY482" fmla="*/ 126199 h 559903"/>
                <a:gd name="connsiteX483" fmla="*/ 69181 w 457283"/>
                <a:gd name="connsiteY483" fmla="*/ 123222 h 559903"/>
                <a:gd name="connsiteX484" fmla="*/ 70669 w 457283"/>
                <a:gd name="connsiteY484" fmla="*/ 122478 h 559903"/>
                <a:gd name="connsiteX485" fmla="*/ 71413 w 457283"/>
                <a:gd name="connsiteY485" fmla="*/ 120199 h 559903"/>
                <a:gd name="connsiteX486" fmla="*/ 72158 w 457283"/>
                <a:gd name="connsiteY486" fmla="*/ 118013 h 559903"/>
                <a:gd name="connsiteX487" fmla="*/ 73646 w 457283"/>
                <a:gd name="connsiteY487" fmla="*/ 118013 h 559903"/>
                <a:gd name="connsiteX488" fmla="*/ 73925 w 457283"/>
                <a:gd name="connsiteY488" fmla="*/ 115827 h 559903"/>
                <a:gd name="connsiteX489" fmla="*/ 74390 w 457283"/>
                <a:gd name="connsiteY489" fmla="*/ 113548 h 559903"/>
                <a:gd name="connsiteX490" fmla="*/ 75878 w 457283"/>
                <a:gd name="connsiteY490" fmla="*/ 112804 h 559903"/>
                <a:gd name="connsiteX491" fmla="*/ 76157 w 457283"/>
                <a:gd name="connsiteY491" fmla="*/ 110200 h 559903"/>
                <a:gd name="connsiteX492" fmla="*/ 76622 w 457283"/>
                <a:gd name="connsiteY492" fmla="*/ 107595 h 559903"/>
                <a:gd name="connsiteX493" fmla="*/ 78157 w 457283"/>
                <a:gd name="connsiteY493" fmla="*/ 107270 h 559903"/>
                <a:gd name="connsiteX494" fmla="*/ 79599 w 457283"/>
                <a:gd name="connsiteY494" fmla="*/ 106851 h 559903"/>
                <a:gd name="connsiteX495" fmla="*/ 79599 w 457283"/>
                <a:gd name="connsiteY495" fmla="*/ 100898 h 559903"/>
                <a:gd name="connsiteX496" fmla="*/ 81831 w 457283"/>
                <a:gd name="connsiteY496" fmla="*/ 100898 h 559903"/>
                <a:gd name="connsiteX497" fmla="*/ 82110 w 457283"/>
                <a:gd name="connsiteY497" fmla="*/ 98340 h 559903"/>
                <a:gd name="connsiteX498" fmla="*/ 82575 w 457283"/>
                <a:gd name="connsiteY498" fmla="*/ 95689 h 559903"/>
                <a:gd name="connsiteX499" fmla="*/ 84064 w 457283"/>
                <a:gd name="connsiteY499" fmla="*/ 94945 h 559903"/>
                <a:gd name="connsiteX500" fmla="*/ 84761 w 457283"/>
                <a:gd name="connsiteY500" fmla="*/ 92340 h 559903"/>
                <a:gd name="connsiteX501" fmla="*/ 85552 w 457283"/>
                <a:gd name="connsiteY501" fmla="*/ 89736 h 559903"/>
                <a:gd name="connsiteX502" fmla="*/ 87784 w 457283"/>
                <a:gd name="connsiteY502" fmla="*/ 88992 h 559903"/>
                <a:gd name="connsiteX503" fmla="*/ 87924 w 457283"/>
                <a:gd name="connsiteY503" fmla="*/ 85597 h 559903"/>
                <a:gd name="connsiteX504" fmla="*/ 87863 w 457283"/>
                <a:gd name="connsiteY504" fmla="*/ 83733 h 559903"/>
                <a:gd name="connsiteX505" fmla="*/ 87784 w 457283"/>
                <a:gd name="connsiteY505" fmla="*/ 82295 h 559903"/>
                <a:gd name="connsiteX506" fmla="*/ 90017 w 457283"/>
                <a:gd name="connsiteY506" fmla="*/ 82295 h 559903"/>
                <a:gd name="connsiteX507" fmla="*/ 90761 w 457283"/>
                <a:gd name="connsiteY507" fmla="*/ 75597 h 559903"/>
                <a:gd name="connsiteX508" fmla="*/ 92993 w 457283"/>
                <a:gd name="connsiteY508" fmla="*/ 75597 h 559903"/>
                <a:gd name="connsiteX509" fmla="*/ 92915 w 457283"/>
                <a:gd name="connsiteY509" fmla="*/ 74158 h 559903"/>
                <a:gd name="connsiteX510" fmla="*/ 92854 w 457283"/>
                <a:gd name="connsiteY510" fmla="*/ 72295 h 559903"/>
                <a:gd name="connsiteX511" fmla="*/ 92775 w 457283"/>
                <a:gd name="connsiteY511" fmla="*/ 70438 h 559903"/>
                <a:gd name="connsiteX512" fmla="*/ 92993 w 457283"/>
                <a:gd name="connsiteY512" fmla="*/ 68900 h 559903"/>
                <a:gd name="connsiteX513" fmla="*/ 95226 w 457283"/>
                <a:gd name="connsiteY513" fmla="*/ 68156 h 559903"/>
                <a:gd name="connsiteX514" fmla="*/ 95737 w 457283"/>
                <a:gd name="connsiteY514" fmla="*/ 65133 h 559903"/>
                <a:gd name="connsiteX515" fmla="*/ 95970 w 457283"/>
                <a:gd name="connsiteY515" fmla="*/ 62203 h 559903"/>
                <a:gd name="connsiteX516" fmla="*/ 98202 w 457283"/>
                <a:gd name="connsiteY516" fmla="*/ 62203 h 559903"/>
                <a:gd name="connsiteX517" fmla="*/ 98313 w 457283"/>
                <a:gd name="connsiteY517" fmla="*/ 60601 h 559903"/>
                <a:gd name="connsiteX518" fmla="*/ 98481 w 457283"/>
                <a:gd name="connsiteY518" fmla="*/ 58529 h 559903"/>
                <a:gd name="connsiteX519" fmla="*/ 98638 w 457283"/>
                <a:gd name="connsiteY519" fmla="*/ 56462 h 559903"/>
                <a:gd name="connsiteX520" fmla="*/ 98947 w 457283"/>
                <a:gd name="connsiteY520" fmla="*/ 54761 h 559903"/>
                <a:gd name="connsiteX521" fmla="*/ 100435 w 457283"/>
                <a:gd name="connsiteY521" fmla="*/ 54017 h 559903"/>
                <a:gd name="connsiteX522" fmla="*/ 100851 w 457283"/>
                <a:gd name="connsiteY522" fmla="*/ 47669 h 559903"/>
                <a:gd name="connsiteX523" fmla="*/ 101179 w 457283"/>
                <a:gd name="connsiteY523" fmla="*/ 45832 h 559903"/>
                <a:gd name="connsiteX524" fmla="*/ 103411 w 457283"/>
                <a:gd name="connsiteY524" fmla="*/ 45088 h 559903"/>
                <a:gd name="connsiteX525" fmla="*/ 103923 w 457283"/>
                <a:gd name="connsiteY525" fmla="*/ 41692 h 559903"/>
                <a:gd name="connsiteX526" fmla="*/ 104071 w 457283"/>
                <a:gd name="connsiteY526" fmla="*/ 39829 h 559903"/>
                <a:gd name="connsiteX527" fmla="*/ 104156 w 457283"/>
                <a:gd name="connsiteY527" fmla="*/ 38390 h 559903"/>
                <a:gd name="connsiteX528" fmla="*/ 106388 w 457283"/>
                <a:gd name="connsiteY528" fmla="*/ 38390 h 559903"/>
                <a:gd name="connsiteX529" fmla="*/ 107132 w 457283"/>
                <a:gd name="connsiteY529" fmla="*/ 28716 h 559903"/>
                <a:gd name="connsiteX530" fmla="*/ 109365 w 457283"/>
                <a:gd name="connsiteY530" fmla="*/ 28716 h 559903"/>
                <a:gd name="connsiteX531" fmla="*/ 109365 w 457283"/>
                <a:gd name="connsiteY531" fmla="*/ 19787 h 559903"/>
                <a:gd name="connsiteX532" fmla="*/ 111597 w 457283"/>
                <a:gd name="connsiteY532" fmla="*/ 19787 h 559903"/>
                <a:gd name="connsiteX533" fmla="*/ 112341 w 457283"/>
                <a:gd name="connsiteY533" fmla="*/ 10113 h 559903"/>
                <a:gd name="connsiteX534" fmla="*/ 114574 w 457283"/>
                <a:gd name="connsiteY534" fmla="*/ 10113 h 559903"/>
                <a:gd name="connsiteX535" fmla="*/ 114710 w 457283"/>
                <a:gd name="connsiteY535" fmla="*/ 8186 h 559903"/>
                <a:gd name="connsiteX536" fmla="*/ 114899 w 457283"/>
                <a:gd name="connsiteY536" fmla="*/ 5695 h 559903"/>
                <a:gd name="connsiteX537" fmla="*/ 115082 w 457283"/>
                <a:gd name="connsiteY537" fmla="*/ 3209 h 559903"/>
                <a:gd name="connsiteX538" fmla="*/ 118294 w 457283"/>
                <a:gd name="connsiteY538" fmla="*/ 439 h 55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457283" h="559903">
                  <a:moveTo>
                    <a:pt x="118294" y="439"/>
                  </a:moveTo>
                  <a:cubicBezTo>
                    <a:pt x="119031" y="1544"/>
                    <a:pt x="119031" y="1544"/>
                    <a:pt x="119783" y="2672"/>
                  </a:cubicBezTo>
                  <a:cubicBezTo>
                    <a:pt x="122498" y="2984"/>
                    <a:pt x="125169" y="2999"/>
                    <a:pt x="127901" y="3041"/>
                  </a:cubicBezTo>
                  <a:cubicBezTo>
                    <a:pt x="129039" y="3226"/>
                    <a:pt x="129039" y="3226"/>
                    <a:pt x="130200" y="3416"/>
                  </a:cubicBezTo>
                  <a:cubicBezTo>
                    <a:pt x="130321" y="3904"/>
                    <a:pt x="130442" y="4392"/>
                    <a:pt x="130567" y="4895"/>
                  </a:cubicBezTo>
                  <a:cubicBezTo>
                    <a:pt x="130691" y="5389"/>
                    <a:pt x="130816" y="5883"/>
                    <a:pt x="130945" y="6392"/>
                  </a:cubicBezTo>
                  <a:cubicBezTo>
                    <a:pt x="133373" y="6923"/>
                    <a:pt x="133373" y="6923"/>
                    <a:pt x="136200" y="6950"/>
                  </a:cubicBezTo>
                  <a:cubicBezTo>
                    <a:pt x="137640" y="7014"/>
                    <a:pt x="137640" y="7014"/>
                    <a:pt x="139110" y="7078"/>
                  </a:cubicBezTo>
                  <a:cubicBezTo>
                    <a:pt x="139853" y="7097"/>
                    <a:pt x="140597" y="7117"/>
                    <a:pt x="141363" y="7136"/>
                  </a:cubicBezTo>
                  <a:cubicBezTo>
                    <a:pt x="141363" y="8119"/>
                    <a:pt x="141363" y="9101"/>
                    <a:pt x="141363" y="10113"/>
                  </a:cubicBezTo>
                  <a:cubicBezTo>
                    <a:pt x="145046" y="10113"/>
                    <a:pt x="148730" y="10113"/>
                    <a:pt x="152525" y="10113"/>
                  </a:cubicBezTo>
                  <a:cubicBezTo>
                    <a:pt x="152525" y="11095"/>
                    <a:pt x="152525" y="12077"/>
                    <a:pt x="152525" y="13089"/>
                  </a:cubicBezTo>
                  <a:cubicBezTo>
                    <a:pt x="153322" y="13117"/>
                    <a:pt x="154119" y="13145"/>
                    <a:pt x="154940" y="13174"/>
                  </a:cubicBezTo>
                  <a:cubicBezTo>
                    <a:pt x="155980" y="13223"/>
                    <a:pt x="157020" y="13272"/>
                    <a:pt x="158059" y="13322"/>
                  </a:cubicBezTo>
                  <a:cubicBezTo>
                    <a:pt x="158585" y="13339"/>
                    <a:pt x="159112" y="13356"/>
                    <a:pt x="159654" y="13373"/>
                  </a:cubicBezTo>
                  <a:cubicBezTo>
                    <a:pt x="161172" y="13453"/>
                    <a:pt x="161172" y="13453"/>
                    <a:pt x="163687" y="13834"/>
                  </a:cubicBezTo>
                  <a:cubicBezTo>
                    <a:pt x="163932" y="14570"/>
                    <a:pt x="164178" y="15307"/>
                    <a:pt x="164431" y="16066"/>
                  </a:cubicBezTo>
                  <a:cubicBezTo>
                    <a:pt x="166599" y="16767"/>
                    <a:pt x="168427" y="16805"/>
                    <a:pt x="170710" y="16764"/>
                  </a:cubicBezTo>
                  <a:cubicBezTo>
                    <a:pt x="173527" y="16813"/>
                    <a:pt x="175307" y="17030"/>
                    <a:pt x="177825" y="18298"/>
                  </a:cubicBezTo>
                  <a:cubicBezTo>
                    <a:pt x="178261" y="20560"/>
                    <a:pt x="178261" y="20560"/>
                    <a:pt x="178105" y="23228"/>
                  </a:cubicBezTo>
                  <a:cubicBezTo>
                    <a:pt x="178044" y="24555"/>
                    <a:pt x="178044" y="24555"/>
                    <a:pt x="177982" y="25908"/>
                  </a:cubicBezTo>
                  <a:cubicBezTo>
                    <a:pt x="177905" y="26930"/>
                    <a:pt x="177905" y="26930"/>
                    <a:pt x="177825" y="27972"/>
                  </a:cubicBezTo>
                  <a:cubicBezTo>
                    <a:pt x="177334" y="27972"/>
                    <a:pt x="176843" y="27972"/>
                    <a:pt x="176337" y="27972"/>
                  </a:cubicBezTo>
                  <a:cubicBezTo>
                    <a:pt x="176247" y="28608"/>
                    <a:pt x="176157" y="29244"/>
                    <a:pt x="176064" y="29899"/>
                  </a:cubicBezTo>
                  <a:cubicBezTo>
                    <a:pt x="175939" y="30722"/>
                    <a:pt x="175815" y="31544"/>
                    <a:pt x="175686" y="32391"/>
                  </a:cubicBezTo>
                  <a:cubicBezTo>
                    <a:pt x="175505" y="33621"/>
                    <a:pt x="175505" y="33621"/>
                    <a:pt x="175320" y="34876"/>
                  </a:cubicBezTo>
                  <a:cubicBezTo>
                    <a:pt x="175164" y="35545"/>
                    <a:pt x="175009" y="36213"/>
                    <a:pt x="174849" y="36902"/>
                  </a:cubicBezTo>
                  <a:cubicBezTo>
                    <a:pt x="174112" y="37270"/>
                    <a:pt x="174112" y="37270"/>
                    <a:pt x="173361" y="37646"/>
                  </a:cubicBezTo>
                  <a:cubicBezTo>
                    <a:pt x="173096" y="39763"/>
                    <a:pt x="173030" y="41863"/>
                    <a:pt x="172945" y="43995"/>
                  </a:cubicBezTo>
                  <a:cubicBezTo>
                    <a:pt x="172837" y="44601"/>
                    <a:pt x="172728" y="45207"/>
                    <a:pt x="172616" y="45832"/>
                  </a:cubicBezTo>
                  <a:cubicBezTo>
                    <a:pt x="171880" y="46077"/>
                    <a:pt x="171143" y="46323"/>
                    <a:pt x="170384" y="46576"/>
                  </a:cubicBezTo>
                  <a:cubicBezTo>
                    <a:pt x="169946" y="48323"/>
                    <a:pt x="169946" y="48323"/>
                    <a:pt x="169872" y="50343"/>
                  </a:cubicBezTo>
                  <a:cubicBezTo>
                    <a:pt x="169799" y="51369"/>
                    <a:pt x="169799" y="51369"/>
                    <a:pt x="169724" y="52416"/>
                  </a:cubicBezTo>
                  <a:cubicBezTo>
                    <a:pt x="169696" y="52944"/>
                    <a:pt x="169669" y="53473"/>
                    <a:pt x="169640" y="54017"/>
                  </a:cubicBezTo>
                  <a:cubicBezTo>
                    <a:pt x="168903" y="54017"/>
                    <a:pt x="168167" y="54017"/>
                    <a:pt x="167408" y="54017"/>
                  </a:cubicBezTo>
                  <a:cubicBezTo>
                    <a:pt x="167238" y="55519"/>
                    <a:pt x="167068" y="57021"/>
                    <a:pt x="166899" y="58523"/>
                  </a:cubicBezTo>
                  <a:cubicBezTo>
                    <a:pt x="166663" y="59970"/>
                    <a:pt x="166663" y="59970"/>
                    <a:pt x="165919" y="61459"/>
                  </a:cubicBezTo>
                  <a:cubicBezTo>
                    <a:pt x="258252" y="61459"/>
                    <a:pt x="350585" y="61459"/>
                    <a:pt x="445716" y="61459"/>
                  </a:cubicBezTo>
                  <a:cubicBezTo>
                    <a:pt x="445716" y="82823"/>
                    <a:pt x="445716" y="104187"/>
                    <a:pt x="445716" y="126199"/>
                  </a:cubicBezTo>
                  <a:cubicBezTo>
                    <a:pt x="344788" y="126199"/>
                    <a:pt x="243861" y="126199"/>
                    <a:pt x="139874" y="126199"/>
                  </a:cubicBezTo>
                  <a:cubicBezTo>
                    <a:pt x="139874" y="127918"/>
                    <a:pt x="139874" y="129637"/>
                    <a:pt x="139874" y="131408"/>
                  </a:cubicBezTo>
                  <a:cubicBezTo>
                    <a:pt x="139138" y="131899"/>
                    <a:pt x="138401" y="132390"/>
                    <a:pt x="137642" y="132896"/>
                  </a:cubicBezTo>
                  <a:cubicBezTo>
                    <a:pt x="137519" y="133756"/>
                    <a:pt x="137396" y="134615"/>
                    <a:pt x="137270" y="135501"/>
                  </a:cubicBezTo>
                  <a:cubicBezTo>
                    <a:pt x="137147" y="136360"/>
                    <a:pt x="137024" y="137220"/>
                    <a:pt x="136898" y="138105"/>
                  </a:cubicBezTo>
                  <a:cubicBezTo>
                    <a:pt x="136161" y="138596"/>
                    <a:pt x="135424" y="139087"/>
                    <a:pt x="134665" y="139593"/>
                  </a:cubicBezTo>
                  <a:cubicBezTo>
                    <a:pt x="134120" y="141875"/>
                    <a:pt x="134120" y="141875"/>
                    <a:pt x="133921" y="144058"/>
                  </a:cubicBezTo>
                  <a:cubicBezTo>
                    <a:pt x="133184" y="144058"/>
                    <a:pt x="132448" y="144058"/>
                    <a:pt x="131689" y="144058"/>
                  </a:cubicBezTo>
                  <a:cubicBezTo>
                    <a:pt x="131136" y="145525"/>
                    <a:pt x="131136" y="145525"/>
                    <a:pt x="130945" y="147035"/>
                  </a:cubicBezTo>
                  <a:cubicBezTo>
                    <a:pt x="131529" y="147034"/>
                    <a:pt x="132112" y="147034"/>
                    <a:pt x="132714" y="147034"/>
                  </a:cubicBezTo>
                  <a:cubicBezTo>
                    <a:pt x="167282" y="147017"/>
                    <a:pt x="201850" y="147005"/>
                    <a:pt x="236418" y="146997"/>
                  </a:cubicBezTo>
                  <a:cubicBezTo>
                    <a:pt x="240564" y="146996"/>
                    <a:pt x="244710" y="146995"/>
                    <a:pt x="248856" y="146994"/>
                  </a:cubicBezTo>
                  <a:cubicBezTo>
                    <a:pt x="250094" y="146994"/>
                    <a:pt x="250094" y="146994"/>
                    <a:pt x="251358" y="146993"/>
                  </a:cubicBezTo>
                  <a:cubicBezTo>
                    <a:pt x="264742" y="146990"/>
                    <a:pt x="278126" y="146984"/>
                    <a:pt x="291510" y="146977"/>
                  </a:cubicBezTo>
                  <a:cubicBezTo>
                    <a:pt x="305232" y="146970"/>
                    <a:pt x="318955" y="146966"/>
                    <a:pt x="332677" y="146965"/>
                  </a:cubicBezTo>
                  <a:cubicBezTo>
                    <a:pt x="341152" y="146964"/>
                    <a:pt x="349627" y="146960"/>
                    <a:pt x="358101" y="146954"/>
                  </a:cubicBezTo>
                  <a:cubicBezTo>
                    <a:pt x="363904" y="146951"/>
                    <a:pt x="369707" y="146949"/>
                    <a:pt x="375511" y="146950"/>
                  </a:cubicBezTo>
                  <a:cubicBezTo>
                    <a:pt x="378864" y="146951"/>
                    <a:pt x="382217" y="146950"/>
                    <a:pt x="385571" y="146946"/>
                  </a:cubicBezTo>
                  <a:cubicBezTo>
                    <a:pt x="388635" y="146942"/>
                    <a:pt x="391700" y="146942"/>
                    <a:pt x="394765" y="146945"/>
                  </a:cubicBezTo>
                  <a:cubicBezTo>
                    <a:pt x="395878" y="146945"/>
                    <a:pt x="396992" y="146944"/>
                    <a:pt x="398106" y="146942"/>
                  </a:cubicBezTo>
                  <a:cubicBezTo>
                    <a:pt x="399610" y="146939"/>
                    <a:pt x="401114" y="146941"/>
                    <a:pt x="402618" y="146943"/>
                  </a:cubicBezTo>
                  <a:cubicBezTo>
                    <a:pt x="403456" y="146943"/>
                    <a:pt x="404294" y="146943"/>
                    <a:pt x="405158" y="146942"/>
                  </a:cubicBezTo>
                  <a:cubicBezTo>
                    <a:pt x="407021" y="147035"/>
                    <a:pt x="407021" y="147035"/>
                    <a:pt x="407765" y="147779"/>
                  </a:cubicBezTo>
                  <a:cubicBezTo>
                    <a:pt x="407840" y="149692"/>
                    <a:pt x="407866" y="151585"/>
                    <a:pt x="407861" y="153498"/>
                  </a:cubicBezTo>
                  <a:cubicBezTo>
                    <a:pt x="407863" y="154097"/>
                    <a:pt x="407864" y="154696"/>
                    <a:pt x="407865" y="155313"/>
                  </a:cubicBezTo>
                  <a:cubicBezTo>
                    <a:pt x="407868" y="157303"/>
                    <a:pt x="407866" y="159293"/>
                    <a:pt x="407864" y="161284"/>
                  </a:cubicBezTo>
                  <a:cubicBezTo>
                    <a:pt x="407864" y="162662"/>
                    <a:pt x="407865" y="164041"/>
                    <a:pt x="407866" y="165419"/>
                  </a:cubicBezTo>
                  <a:cubicBezTo>
                    <a:pt x="407867" y="168313"/>
                    <a:pt x="407865" y="171207"/>
                    <a:pt x="407862" y="174101"/>
                  </a:cubicBezTo>
                  <a:cubicBezTo>
                    <a:pt x="407858" y="177813"/>
                    <a:pt x="407860" y="181526"/>
                    <a:pt x="407865" y="185239"/>
                  </a:cubicBezTo>
                  <a:cubicBezTo>
                    <a:pt x="407867" y="188087"/>
                    <a:pt x="407866" y="190936"/>
                    <a:pt x="407865" y="193784"/>
                  </a:cubicBezTo>
                  <a:cubicBezTo>
                    <a:pt x="407864" y="195153"/>
                    <a:pt x="407865" y="196522"/>
                    <a:pt x="407866" y="197891"/>
                  </a:cubicBezTo>
                  <a:cubicBezTo>
                    <a:pt x="407868" y="199804"/>
                    <a:pt x="407865" y="201718"/>
                    <a:pt x="407861" y="203631"/>
                  </a:cubicBezTo>
                  <a:cubicBezTo>
                    <a:pt x="407863" y="204200"/>
                    <a:pt x="407864" y="204768"/>
                    <a:pt x="407866" y="205353"/>
                  </a:cubicBezTo>
                  <a:cubicBezTo>
                    <a:pt x="407856" y="207696"/>
                    <a:pt x="407767" y="209535"/>
                    <a:pt x="407021" y="211775"/>
                  </a:cubicBezTo>
                  <a:cubicBezTo>
                    <a:pt x="405130" y="212056"/>
                    <a:pt x="405130" y="212056"/>
                    <a:pt x="402550" y="212058"/>
                  </a:cubicBezTo>
                  <a:cubicBezTo>
                    <a:pt x="401572" y="212064"/>
                    <a:pt x="400593" y="212071"/>
                    <a:pt x="399586" y="212077"/>
                  </a:cubicBezTo>
                  <a:cubicBezTo>
                    <a:pt x="398486" y="212073"/>
                    <a:pt x="397386" y="212068"/>
                    <a:pt x="396286" y="212063"/>
                  </a:cubicBezTo>
                  <a:cubicBezTo>
                    <a:pt x="395129" y="212067"/>
                    <a:pt x="393971" y="212071"/>
                    <a:pt x="392814" y="212076"/>
                  </a:cubicBezTo>
                  <a:cubicBezTo>
                    <a:pt x="389618" y="212086"/>
                    <a:pt x="386423" y="212083"/>
                    <a:pt x="383228" y="212078"/>
                  </a:cubicBezTo>
                  <a:cubicBezTo>
                    <a:pt x="379787" y="212074"/>
                    <a:pt x="376347" y="212084"/>
                    <a:pt x="372907" y="212091"/>
                  </a:cubicBezTo>
                  <a:cubicBezTo>
                    <a:pt x="366161" y="212104"/>
                    <a:pt x="359416" y="212105"/>
                    <a:pt x="352670" y="212101"/>
                  </a:cubicBezTo>
                  <a:cubicBezTo>
                    <a:pt x="347191" y="212098"/>
                    <a:pt x="341711" y="212099"/>
                    <a:pt x="336232" y="212103"/>
                  </a:cubicBezTo>
                  <a:cubicBezTo>
                    <a:pt x="335453" y="212103"/>
                    <a:pt x="334675" y="212104"/>
                    <a:pt x="333873" y="212104"/>
                  </a:cubicBezTo>
                  <a:cubicBezTo>
                    <a:pt x="332293" y="212106"/>
                    <a:pt x="330712" y="212107"/>
                    <a:pt x="329131" y="212108"/>
                  </a:cubicBezTo>
                  <a:cubicBezTo>
                    <a:pt x="314289" y="212118"/>
                    <a:pt x="299447" y="212114"/>
                    <a:pt x="284605" y="212105"/>
                  </a:cubicBezTo>
                  <a:cubicBezTo>
                    <a:pt x="271009" y="212098"/>
                    <a:pt x="257413" y="212108"/>
                    <a:pt x="243818" y="212125"/>
                  </a:cubicBezTo>
                  <a:cubicBezTo>
                    <a:pt x="229877" y="212144"/>
                    <a:pt x="215935" y="212151"/>
                    <a:pt x="201994" y="212146"/>
                  </a:cubicBezTo>
                  <a:cubicBezTo>
                    <a:pt x="194160" y="212143"/>
                    <a:pt x="186325" y="212145"/>
                    <a:pt x="178491" y="212158"/>
                  </a:cubicBezTo>
                  <a:cubicBezTo>
                    <a:pt x="171822" y="212169"/>
                    <a:pt x="165153" y="212169"/>
                    <a:pt x="158484" y="212156"/>
                  </a:cubicBezTo>
                  <a:cubicBezTo>
                    <a:pt x="155078" y="212150"/>
                    <a:pt x="151672" y="212149"/>
                    <a:pt x="148265" y="212160"/>
                  </a:cubicBezTo>
                  <a:cubicBezTo>
                    <a:pt x="145152" y="212170"/>
                    <a:pt x="142040" y="212167"/>
                    <a:pt x="138927" y="212152"/>
                  </a:cubicBezTo>
                  <a:cubicBezTo>
                    <a:pt x="137796" y="212149"/>
                    <a:pt x="136664" y="212152"/>
                    <a:pt x="135533" y="212159"/>
                  </a:cubicBezTo>
                  <a:cubicBezTo>
                    <a:pt x="134006" y="212169"/>
                    <a:pt x="132478" y="212159"/>
                    <a:pt x="130951" y="212148"/>
                  </a:cubicBezTo>
                  <a:cubicBezTo>
                    <a:pt x="129673" y="212147"/>
                    <a:pt x="129673" y="212147"/>
                    <a:pt x="128370" y="212147"/>
                  </a:cubicBezTo>
                  <a:cubicBezTo>
                    <a:pt x="127746" y="212024"/>
                    <a:pt x="127123" y="211902"/>
                    <a:pt x="126480" y="211775"/>
                  </a:cubicBezTo>
                  <a:cubicBezTo>
                    <a:pt x="125321" y="209319"/>
                    <a:pt x="125646" y="206495"/>
                    <a:pt x="125651" y="203815"/>
                  </a:cubicBezTo>
                  <a:cubicBezTo>
                    <a:pt x="125651" y="203321"/>
                    <a:pt x="125651" y="202827"/>
                    <a:pt x="125651" y="202319"/>
                  </a:cubicBezTo>
                  <a:cubicBezTo>
                    <a:pt x="125651" y="200692"/>
                    <a:pt x="125657" y="199065"/>
                    <a:pt x="125663" y="197439"/>
                  </a:cubicBezTo>
                  <a:cubicBezTo>
                    <a:pt x="125664" y="196308"/>
                    <a:pt x="125665" y="195178"/>
                    <a:pt x="125666" y="194048"/>
                  </a:cubicBezTo>
                  <a:cubicBezTo>
                    <a:pt x="125669" y="191078"/>
                    <a:pt x="125676" y="188107"/>
                    <a:pt x="125685" y="185137"/>
                  </a:cubicBezTo>
                  <a:cubicBezTo>
                    <a:pt x="125692" y="182104"/>
                    <a:pt x="125696" y="179072"/>
                    <a:pt x="125699" y="176039"/>
                  </a:cubicBezTo>
                  <a:cubicBezTo>
                    <a:pt x="125707" y="170091"/>
                    <a:pt x="125720" y="164144"/>
                    <a:pt x="125736" y="158197"/>
                  </a:cubicBezTo>
                  <a:cubicBezTo>
                    <a:pt x="124114" y="160381"/>
                    <a:pt x="124114" y="160381"/>
                    <a:pt x="123503" y="163080"/>
                  </a:cubicBezTo>
                  <a:cubicBezTo>
                    <a:pt x="122759" y="165638"/>
                    <a:pt x="122759" y="165638"/>
                    <a:pt x="121271" y="167127"/>
                  </a:cubicBezTo>
                  <a:cubicBezTo>
                    <a:pt x="121163" y="167756"/>
                    <a:pt x="121056" y="168385"/>
                    <a:pt x="120945" y="169033"/>
                  </a:cubicBezTo>
                  <a:cubicBezTo>
                    <a:pt x="120807" y="169632"/>
                    <a:pt x="120669" y="170231"/>
                    <a:pt x="120527" y="170847"/>
                  </a:cubicBezTo>
                  <a:cubicBezTo>
                    <a:pt x="119790" y="171093"/>
                    <a:pt x="119053" y="171338"/>
                    <a:pt x="118294" y="171591"/>
                  </a:cubicBezTo>
                  <a:cubicBezTo>
                    <a:pt x="118036" y="173078"/>
                    <a:pt x="117788" y="174566"/>
                    <a:pt x="117550" y="176056"/>
                  </a:cubicBezTo>
                  <a:cubicBezTo>
                    <a:pt x="116434" y="177312"/>
                    <a:pt x="116434" y="177312"/>
                    <a:pt x="115318" y="178289"/>
                  </a:cubicBezTo>
                  <a:cubicBezTo>
                    <a:pt x="115072" y="179025"/>
                    <a:pt x="114827" y="179762"/>
                    <a:pt x="114574" y="180521"/>
                  </a:cubicBezTo>
                  <a:cubicBezTo>
                    <a:pt x="114082" y="180767"/>
                    <a:pt x="113591" y="181012"/>
                    <a:pt x="113085" y="181265"/>
                  </a:cubicBezTo>
                  <a:cubicBezTo>
                    <a:pt x="112924" y="182324"/>
                    <a:pt x="112924" y="182324"/>
                    <a:pt x="112760" y="183405"/>
                  </a:cubicBezTo>
                  <a:cubicBezTo>
                    <a:pt x="112311" y="185898"/>
                    <a:pt x="111932" y="186367"/>
                    <a:pt x="110109" y="187963"/>
                  </a:cubicBezTo>
                  <a:cubicBezTo>
                    <a:pt x="109863" y="188699"/>
                    <a:pt x="109618" y="189436"/>
                    <a:pt x="109365" y="190195"/>
                  </a:cubicBezTo>
                  <a:cubicBezTo>
                    <a:pt x="108628" y="190686"/>
                    <a:pt x="107891" y="191177"/>
                    <a:pt x="107132" y="191683"/>
                  </a:cubicBezTo>
                  <a:cubicBezTo>
                    <a:pt x="106334" y="193367"/>
                    <a:pt x="106334" y="193367"/>
                    <a:pt x="105644" y="195404"/>
                  </a:cubicBezTo>
                  <a:cubicBezTo>
                    <a:pt x="103667" y="200485"/>
                    <a:pt x="103667" y="200485"/>
                    <a:pt x="101923" y="201357"/>
                  </a:cubicBezTo>
                  <a:cubicBezTo>
                    <a:pt x="101816" y="201848"/>
                    <a:pt x="101708" y="202339"/>
                    <a:pt x="101598" y="202845"/>
                  </a:cubicBezTo>
                  <a:cubicBezTo>
                    <a:pt x="101459" y="203336"/>
                    <a:pt x="101321" y="203828"/>
                    <a:pt x="101179" y="204334"/>
                  </a:cubicBezTo>
                  <a:cubicBezTo>
                    <a:pt x="100442" y="204579"/>
                    <a:pt x="99706" y="204825"/>
                    <a:pt x="98947" y="205078"/>
                  </a:cubicBezTo>
                  <a:cubicBezTo>
                    <a:pt x="98947" y="205692"/>
                    <a:pt x="98947" y="206306"/>
                    <a:pt x="98947" y="206938"/>
                  </a:cubicBezTo>
                  <a:cubicBezTo>
                    <a:pt x="98947" y="207552"/>
                    <a:pt x="98947" y="208166"/>
                    <a:pt x="98947" y="208798"/>
                  </a:cubicBezTo>
                  <a:cubicBezTo>
                    <a:pt x="98210" y="209044"/>
                    <a:pt x="97473" y="209290"/>
                    <a:pt x="96714" y="209543"/>
                  </a:cubicBezTo>
                  <a:cubicBezTo>
                    <a:pt x="96188" y="210770"/>
                    <a:pt x="95698" y="212014"/>
                    <a:pt x="95226" y="213263"/>
                  </a:cubicBezTo>
                  <a:cubicBezTo>
                    <a:pt x="93738" y="215728"/>
                    <a:pt x="93738" y="215728"/>
                    <a:pt x="92249" y="217728"/>
                  </a:cubicBezTo>
                  <a:cubicBezTo>
                    <a:pt x="91758" y="217728"/>
                    <a:pt x="91267" y="217728"/>
                    <a:pt x="90761" y="217728"/>
                  </a:cubicBezTo>
                  <a:cubicBezTo>
                    <a:pt x="90515" y="218465"/>
                    <a:pt x="90270" y="219202"/>
                    <a:pt x="90017" y="219961"/>
                  </a:cubicBezTo>
                  <a:cubicBezTo>
                    <a:pt x="89771" y="220697"/>
                    <a:pt x="89526" y="221434"/>
                    <a:pt x="89273" y="222193"/>
                  </a:cubicBezTo>
                  <a:cubicBezTo>
                    <a:pt x="88782" y="222193"/>
                    <a:pt x="88290" y="222193"/>
                    <a:pt x="87784" y="222193"/>
                  </a:cubicBezTo>
                  <a:cubicBezTo>
                    <a:pt x="87784" y="223175"/>
                    <a:pt x="87784" y="224158"/>
                    <a:pt x="87784" y="225170"/>
                  </a:cubicBezTo>
                  <a:cubicBezTo>
                    <a:pt x="87048" y="225415"/>
                    <a:pt x="86311" y="225661"/>
                    <a:pt x="85552" y="225914"/>
                  </a:cubicBezTo>
                  <a:cubicBezTo>
                    <a:pt x="85274" y="227148"/>
                    <a:pt x="85026" y="228389"/>
                    <a:pt x="84808" y="229634"/>
                  </a:cubicBezTo>
                  <a:cubicBezTo>
                    <a:pt x="84317" y="229880"/>
                    <a:pt x="83826" y="230126"/>
                    <a:pt x="83320" y="230379"/>
                  </a:cubicBezTo>
                  <a:cubicBezTo>
                    <a:pt x="82951" y="231008"/>
                    <a:pt x="82583" y="231637"/>
                    <a:pt x="82203" y="232285"/>
                  </a:cubicBezTo>
                  <a:cubicBezTo>
                    <a:pt x="81835" y="232884"/>
                    <a:pt x="81467" y="233483"/>
                    <a:pt x="81087" y="234099"/>
                  </a:cubicBezTo>
                  <a:cubicBezTo>
                    <a:pt x="80596" y="234099"/>
                    <a:pt x="80105" y="234099"/>
                    <a:pt x="79599" y="234099"/>
                  </a:cubicBezTo>
                  <a:cubicBezTo>
                    <a:pt x="79599" y="234836"/>
                    <a:pt x="79599" y="235573"/>
                    <a:pt x="79599" y="236332"/>
                  </a:cubicBezTo>
                  <a:cubicBezTo>
                    <a:pt x="80090" y="236086"/>
                    <a:pt x="80581" y="235841"/>
                    <a:pt x="81087" y="235587"/>
                  </a:cubicBezTo>
                  <a:cubicBezTo>
                    <a:pt x="82695" y="235516"/>
                    <a:pt x="84305" y="235494"/>
                    <a:pt x="85915" y="235494"/>
                  </a:cubicBezTo>
                  <a:cubicBezTo>
                    <a:pt x="86419" y="235493"/>
                    <a:pt x="86922" y="235492"/>
                    <a:pt x="87442" y="235491"/>
                  </a:cubicBezTo>
                  <a:cubicBezTo>
                    <a:pt x="89146" y="235488"/>
                    <a:pt x="90851" y="235490"/>
                    <a:pt x="92556" y="235493"/>
                  </a:cubicBezTo>
                  <a:cubicBezTo>
                    <a:pt x="93784" y="235492"/>
                    <a:pt x="95012" y="235491"/>
                    <a:pt x="96240" y="235489"/>
                  </a:cubicBezTo>
                  <a:cubicBezTo>
                    <a:pt x="99628" y="235486"/>
                    <a:pt x="103015" y="235488"/>
                    <a:pt x="106403" y="235490"/>
                  </a:cubicBezTo>
                  <a:cubicBezTo>
                    <a:pt x="110051" y="235492"/>
                    <a:pt x="113699" y="235489"/>
                    <a:pt x="117347" y="235487"/>
                  </a:cubicBezTo>
                  <a:cubicBezTo>
                    <a:pt x="124499" y="235484"/>
                    <a:pt x="131651" y="235485"/>
                    <a:pt x="138803" y="235487"/>
                  </a:cubicBezTo>
                  <a:cubicBezTo>
                    <a:pt x="144614" y="235489"/>
                    <a:pt x="150424" y="235489"/>
                    <a:pt x="156234" y="235488"/>
                  </a:cubicBezTo>
                  <a:cubicBezTo>
                    <a:pt x="157059" y="235488"/>
                    <a:pt x="157885" y="235488"/>
                    <a:pt x="158735" y="235488"/>
                  </a:cubicBezTo>
                  <a:cubicBezTo>
                    <a:pt x="160412" y="235487"/>
                    <a:pt x="162089" y="235487"/>
                    <a:pt x="163765" y="235487"/>
                  </a:cubicBezTo>
                  <a:cubicBezTo>
                    <a:pt x="179505" y="235485"/>
                    <a:pt x="195244" y="235487"/>
                    <a:pt x="210984" y="235491"/>
                  </a:cubicBezTo>
                  <a:cubicBezTo>
                    <a:pt x="224503" y="235495"/>
                    <a:pt x="238022" y="235494"/>
                    <a:pt x="251540" y="235490"/>
                  </a:cubicBezTo>
                  <a:cubicBezTo>
                    <a:pt x="267222" y="235487"/>
                    <a:pt x="282903" y="235485"/>
                    <a:pt x="298585" y="235487"/>
                  </a:cubicBezTo>
                  <a:cubicBezTo>
                    <a:pt x="300255" y="235487"/>
                    <a:pt x="301926" y="235488"/>
                    <a:pt x="303597" y="235488"/>
                  </a:cubicBezTo>
                  <a:cubicBezTo>
                    <a:pt x="304419" y="235488"/>
                    <a:pt x="305241" y="235488"/>
                    <a:pt x="306088" y="235488"/>
                  </a:cubicBezTo>
                  <a:cubicBezTo>
                    <a:pt x="311894" y="235489"/>
                    <a:pt x="317701" y="235488"/>
                    <a:pt x="323507" y="235486"/>
                  </a:cubicBezTo>
                  <a:cubicBezTo>
                    <a:pt x="330578" y="235484"/>
                    <a:pt x="337650" y="235485"/>
                    <a:pt x="344721" y="235489"/>
                  </a:cubicBezTo>
                  <a:cubicBezTo>
                    <a:pt x="348332" y="235490"/>
                    <a:pt x="351944" y="235491"/>
                    <a:pt x="355555" y="235489"/>
                  </a:cubicBezTo>
                  <a:cubicBezTo>
                    <a:pt x="358856" y="235487"/>
                    <a:pt x="362157" y="235488"/>
                    <a:pt x="365458" y="235492"/>
                  </a:cubicBezTo>
                  <a:cubicBezTo>
                    <a:pt x="366657" y="235493"/>
                    <a:pt x="367856" y="235492"/>
                    <a:pt x="369055" y="235490"/>
                  </a:cubicBezTo>
                  <a:cubicBezTo>
                    <a:pt x="370675" y="235488"/>
                    <a:pt x="372295" y="235490"/>
                    <a:pt x="373916" y="235494"/>
                  </a:cubicBezTo>
                  <a:cubicBezTo>
                    <a:pt x="374819" y="235494"/>
                    <a:pt x="375722" y="235494"/>
                    <a:pt x="376652" y="235494"/>
                  </a:cubicBezTo>
                  <a:cubicBezTo>
                    <a:pt x="378743" y="235587"/>
                    <a:pt x="378743" y="235587"/>
                    <a:pt x="380232" y="236332"/>
                  </a:cubicBezTo>
                  <a:cubicBezTo>
                    <a:pt x="380420" y="238060"/>
                    <a:pt x="380420" y="238060"/>
                    <a:pt x="380424" y="240399"/>
                  </a:cubicBezTo>
                  <a:cubicBezTo>
                    <a:pt x="380429" y="241282"/>
                    <a:pt x="380434" y="242165"/>
                    <a:pt x="380439" y="243075"/>
                  </a:cubicBezTo>
                  <a:cubicBezTo>
                    <a:pt x="380437" y="244052"/>
                    <a:pt x="380436" y="245029"/>
                    <a:pt x="380434" y="246036"/>
                  </a:cubicBezTo>
                  <a:cubicBezTo>
                    <a:pt x="380437" y="247069"/>
                    <a:pt x="380441" y="248101"/>
                    <a:pt x="380445" y="249134"/>
                  </a:cubicBezTo>
                  <a:cubicBezTo>
                    <a:pt x="380454" y="251362"/>
                    <a:pt x="380458" y="253591"/>
                    <a:pt x="380459" y="255819"/>
                  </a:cubicBezTo>
                  <a:cubicBezTo>
                    <a:pt x="380460" y="259339"/>
                    <a:pt x="380474" y="262859"/>
                    <a:pt x="380489" y="266379"/>
                  </a:cubicBezTo>
                  <a:cubicBezTo>
                    <a:pt x="380526" y="275122"/>
                    <a:pt x="380549" y="283866"/>
                    <a:pt x="380564" y="292609"/>
                  </a:cubicBezTo>
                  <a:cubicBezTo>
                    <a:pt x="380577" y="299402"/>
                    <a:pt x="380594" y="306195"/>
                    <a:pt x="380626" y="312988"/>
                  </a:cubicBezTo>
                  <a:cubicBezTo>
                    <a:pt x="380642" y="316491"/>
                    <a:pt x="380648" y="319993"/>
                    <a:pt x="380647" y="323496"/>
                  </a:cubicBezTo>
                  <a:cubicBezTo>
                    <a:pt x="380648" y="325671"/>
                    <a:pt x="380658" y="327846"/>
                    <a:pt x="380671" y="330021"/>
                  </a:cubicBezTo>
                  <a:cubicBezTo>
                    <a:pt x="380678" y="331518"/>
                    <a:pt x="380673" y="333015"/>
                    <a:pt x="380667" y="334513"/>
                  </a:cubicBezTo>
                  <a:cubicBezTo>
                    <a:pt x="380675" y="335395"/>
                    <a:pt x="380682" y="336278"/>
                    <a:pt x="380689" y="337188"/>
                  </a:cubicBezTo>
                  <a:cubicBezTo>
                    <a:pt x="380691" y="337960"/>
                    <a:pt x="380692" y="338732"/>
                    <a:pt x="380694" y="339527"/>
                  </a:cubicBezTo>
                  <a:cubicBezTo>
                    <a:pt x="380787" y="340098"/>
                    <a:pt x="380880" y="340668"/>
                    <a:pt x="380976" y="341255"/>
                  </a:cubicBezTo>
                  <a:cubicBezTo>
                    <a:pt x="381713" y="341501"/>
                    <a:pt x="382449" y="341747"/>
                    <a:pt x="383208" y="342000"/>
                  </a:cubicBezTo>
                  <a:cubicBezTo>
                    <a:pt x="383505" y="343530"/>
                    <a:pt x="383505" y="343530"/>
                    <a:pt x="383530" y="345568"/>
                  </a:cubicBezTo>
                  <a:cubicBezTo>
                    <a:pt x="383545" y="346328"/>
                    <a:pt x="383559" y="347087"/>
                    <a:pt x="383575" y="347870"/>
                  </a:cubicBezTo>
                  <a:cubicBezTo>
                    <a:pt x="383582" y="349110"/>
                    <a:pt x="383582" y="349110"/>
                    <a:pt x="383589" y="350374"/>
                  </a:cubicBezTo>
                  <a:cubicBezTo>
                    <a:pt x="383609" y="351636"/>
                    <a:pt x="383609" y="351636"/>
                    <a:pt x="383630" y="352924"/>
                  </a:cubicBezTo>
                  <a:cubicBezTo>
                    <a:pt x="383670" y="355623"/>
                    <a:pt x="383695" y="358322"/>
                    <a:pt x="383720" y="361022"/>
                  </a:cubicBezTo>
                  <a:cubicBezTo>
                    <a:pt x="383745" y="362847"/>
                    <a:pt x="383770" y="364672"/>
                    <a:pt x="383797" y="366497"/>
                  </a:cubicBezTo>
                  <a:cubicBezTo>
                    <a:pt x="383860" y="370981"/>
                    <a:pt x="383911" y="375466"/>
                    <a:pt x="383952" y="379951"/>
                  </a:cubicBezTo>
                  <a:cubicBezTo>
                    <a:pt x="384444" y="379951"/>
                    <a:pt x="384935" y="379951"/>
                    <a:pt x="385441" y="379951"/>
                  </a:cubicBezTo>
                  <a:cubicBezTo>
                    <a:pt x="385686" y="388300"/>
                    <a:pt x="385932" y="396649"/>
                    <a:pt x="386185" y="405252"/>
                  </a:cubicBezTo>
                  <a:cubicBezTo>
                    <a:pt x="386922" y="405252"/>
                    <a:pt x="387658" y="405252"/>
                    <a:pt x="388417" y="405252"/>
                  </a:cubicBezTo>
                  <a:cubicBezTo>
                    <a:pt x="388434" y="406125"/>
                    <a:pt x="388434" y="406125"/>
                    <a:pt x="388450" y="407016"/>
                  </a:cubicBezTo>
                  <a:cubicBezTo>
                    <a:pt x="388505" y="409637"/>
                    <a:pt x="388577" y="412258"/>
                    <a:pt x="388650" y="414879"/>
                  </a:cubicBezTo>
                  <a:cubicBezTo>
                    <a:pt x="388667" y="415795"/>
                    <a:pt x="388683" y="416712"/>
                    <a:pt x="388701" y="417656"/>
                  </a:cubicBezTo>
                  <a:cubicBezTo>
                    <a:pt x="388740" y="418962"/>
                    <a:pt x="388740" y="418962"/>
                    <a:pt x="388781" y="420294"/>
                  </a:cubicBezTo>
                  <a:cubicBezTo>
                    <a:pt x="388800" y="421101"/>
                    <a:pt x="388820" y="421908"/>
                    <a:pt x="388840" y="422739"/>
                  </a:cubicBezTo>
                  <a:cubicBezTo>
                    <a:pt x="388946" y="423353"/>
                    <a:pt x="389052" y="423967"/>
                    <a:pt x="389161" y="424599"/>
                  </a:cubicBezTo>
                  <a:cubicBezTo>
                    <a:pt x="389898" y="424845"/>
                    <a:pt x="390635" y="425090"/>
                    <a:pt x="391394" y="425343"/>
                  </a:cubicBezTo>
                  <a:cubicBezTo>
                    <a:pt x="391647" y="426726"/>
                    <a:pt x="391647" y="426726"/>
                    <a:pt x="391612" y="428509"/>
                  </a:cubicBezTo>
                  <a:cubicBezTo>
                    <a:pt x="391601" y="429462"/>
                    <a:pt x="391601" y="429462"/>
                    <a:pt x="391590" y="430435"/>
                  </a:cubicBezTo>
                  <a:cubicBezTo>
                    <a:pt x="391571" y="431103"/>
                    <a:pt x="391553" y="431771"/>
                    <a:pt x="391533" y="432459"/>
                  </a:cubicBezTo>
                  <a:cubicBezTo>
                    <a:pt x="391518" y="433466"/>
                    <a:pt x="391518" y="433466"/>
                    <a:pt x="391503" y="434492"/>
                  </a:cubicBezTo>
                  <a:cubicBezTo>
                    <a:pt x="391476" y="436156"/>
                    <a:pt x="391440" y="437819"/>
                    <a:pt x="391394" y="439482"/>
                  </a:cubicBezTo>
                  <a:cubicBezTo>
                    <a:pt x="392131" y="439482"/>
                    <a:pt x="392867" y="439482"/>
                    <a:pt x="393626" y="439482"/>
                  </a:cubicBezTo>
                  <a:cubicBezTo>
                    <a:pt x="393663" y="440217"/>
                    <a:pt x="393699" y="440952"/>
                    <a:pt x="393737" y="441709"/>
                  </a:cubicBezTo>
                  <a:cubicBezTo>
                    <a:pt x="393792" y="442662"/>
                    <a:pt x="393848" y="443616"/>
                    <a:pt x="393905" y="444598"/>
                  </a:cubicBezTo>
                  <a:cubicBezTo>
                    <a:pt x="393983" y="446022"/>
                    <a:pt x="393983" y="446022"/>
                    <a:pt x="394062" y="447476"/>
                  </a:cubicBezTo>
                  <a:cubicBezTo>
                    <a:pt x="394127" y="449960"/>
                    <a:pt x="394127" y="449960"/>
                    <a:pt x="395859" y="451388"/>
                  </a:cubicBezTo>
                  <a:cubicBezTo>
                    <a:pt x="396104" y="451388"/>
                    <a:pt x="396350" y="451388"/>
                    <a:pt x="396603" y="451388"/>
                  </a:cubicBezTo>
                  <a:cubicBezTo>
                    <a:pt x="396631" y="452016"/>
                    <a:pt x="396658" y="452643"/>
                    <a:pt x="396687" y="453289"/>
                  </a:cubicBezTo>
                  <a:cubicBezTo>
                    <a:pt x="396736" y="454105"/>
                    <a:pt x="396785" y="454920"/>
                    <a:pt x="396835" y="455760"/>
                  </a:cubicBezTo>
                  <a:cubicBezTo>
                    <a:pt x="396879" y="456572"/>
                    <a:pt x="396922" y="457383"/>
                    <a:pt x="396966" y="458219"/>
                  </a:cubicBezTo>
                  <a:cubicBezTo>
                    <a:pt x="397092" y="458912"/>
                    <a:pt x="397218" y="459604"/>
                    <a:pt x="397347" y="460318"/>
                  </a:cubicBezTo>
                  <a:cubicBezTo>
                    <a:pt x="398084" y="460809"/>
                    <a:pt x="398820" y="461300"/>
                    <a:pt x="399579" y="461806"/>
                  </a:cubicBezTo>
                  <a:cubicBezTo>
                    <a:pt x="399883" y="463824"/>
                    <a:pt x="399679" y="465708"/>
                    <a:pt x="399579" y="467759"/>
                  </a:cubicBezTo>
                  <a:cubicBezTo>
                    <a:pt x="400316" y="467759"/>
                    <a:pt x="401053" y="467759"/>
                    <a:pt x="401812" y="467759"/>
                  </a:cubicBezTo>
                  <a:cubicBezTo>
                    <a:pt x="401927" y="468795"/>
                    <a:pt x="401927" y="468795"/>
                    <a:pt x="402044" y="469852"/>
                  </a:cubicBezTo>
                  <a:cubicBezTo>
                    <a:pt x="402586" y="472361"/>
                    <a:pt x="402950" y="472839"/>
                    <a:pt x="404788" y="474457"/>
                  </a:cubicBezTo>
                  <a:cubicBezTo>
                    <a:pt x="405284" y="475449"/>
                    <a:pt x="405781" y="476441"/>
                    <a:pt x="406277" y="477433"/>
                  </a:cubicBezTo>
                  <a:cubicBezTo>
                    <a:pt x="406768" y="477679"/>
                    <a:pt x="407259" y="477924"/>
                    <a:pt x="407765" y="478177"/>
                  </a:cubicBezTo>
                  <a:cubicBezTo>
                    <a:pt x="407947" y="478672"/>
                    <a:pt x="408129" y="479167"/>
                    <a:pt x="408317" y="479677"/>
                  </a:cubicBezTo>
                  <a:cubicBezTo>
                    <a:pt x="408626" y="480165"/>
                    <a:pt x="408935" y="480652"/>
                    <a:pt x="409253" y="481154"/>
                  </a:cubicBezTo>
                  <a:cubicBezTo>
                    <a:pt x="411395" y="481679"/>
                    <a:pt x="411395" y="481679"/>
                    <a:pt x="413811" y="481712"/>
                  </a:cubicBezTo>
                  <a:cubicBezTo>
                    <a:pt x="414626" y="481754"/>
                    <a:pt x="415442" y="481796"/>
                    <a:pt x="416282" y="481840"/>
                  </a:cubicBezTo>
                  <a:cubicBezTo>
                    <a:pt x="417223" y="481869"/>
                    <a:pt x="417223" y="481869"/>
                    <a:pt x="418183" y="481898"/>
                  </a:cubicBezTo>
                  <a:cubicBezTo>
                    <a:pt x="418157" y="481271"/>
                    <a:pt x="418131" y="480643"/>
                    <a:pt x="418104" y="479997"/>
                  </a:cubicBezTo>
                  <a:cubicBezTo>
                    <a:pt x="418074" y="478774"/>
                    <a:pt x="418074" y="478774"/>
                    <a:pt x="418043" y="477526"/>
                  </a:cubicBezTo>
                  <a:cubicBezTo>
                    <a:pt x="418017" y="476715"/>
                    <a:pt x="417992" y="475903"/>
                    <a:pt x="417965" y="475067"/>
                  </a:cubicBezTo>
                  <a:cubicBezTo>
                    <a:pt x="418037" y="474374"/>
                    <a:pt x="418109" y="473682"/>
                    <a:pt x="418183" y="472968"/>
                  </a:cubicBezTo>
                  <a:cubicBezTo>
                    <a:pt x="418920" y="472477"/>
                    <a:pt x="419656" y="471986"/>
                    <a:pt x="420415" y="471480"/>
                  </a:cubicBezTo>
                  <a:cubicBezTo>
                    <a:pt x="420768" y="470045"/>
                    <a:pt x="420768" y="470045"/>
                    <a:pt x="420737" y="468374"/>
                  </a:cubicBezTo>
                  <a:cubicBezTo>
                    <a:pt x="420752" y="467733"/>
                    <a:pt x="420767" y="467093"/>
                    <a:pt x="420782" y="466433"/>
                  </a:cubicBezTo>
                  <a:cubicBezTo>
                    <a:pt x="420786" y="465741"/>
                    <a:pt x="420791" y="465048"/>
                    <a:pt x="420796" y="464335"/>
                  </a:cubicBezTo>
                  <a:cubicBezTo>
                    <a:pt x="420809" y="463627"/>
                    <a:pt x="420823" y="462919"/>
                    <a:pt x="420837" y="462189"/>
                  </a:cubicBezTo>
                  <a:cubicBezTo>
                    <a:pt x="420877" y="459922"/>
                    <a:pt x="420902" y="457655"/>
                    <a:pt x="420927" y="455388"/>
                  </a:cubicBezTo>
                  <a:cubicBezTo>
                    <a:pt x="420952" y="453853"/>
                    <a:pt x="420977" y="452318"/>
                    <a:pt x="421004" y="450784"/>
                  </a:cubicBezTo>
                  <a:cubicBezTo>
                    <a:pt x="421067" y="447017"/>
                    <a:pt x="421117" y="443249"/>
                    <a:pt x="421159" y="439482"/>
                  </a:cubicBezTo>
                  <a:cubicBezTo>
                    <a:pt x="421896" y="439482"/>
                    <a:pt x="422633" y="439482"/>
                    <a:pt x="423392" y="439482"/>
                  </a:cubicBezTo>
                  <a:cubicBezTo>
                    <a:pt x="423637" y="428677"/>
                    <a:pt x="423883" y="417872"/>
                    <a:pt x="424136" y="406740"/>
                  </a:cubicBezTo>
                  <a:cubicBezTo>
                    <a:pt x="425855" y="406740"/>
                    <a:pt x="427574" y="406740"/>
                    <a:pt x="429345" y="406740"/>
                  </a:cubicBezTo>
                  <a:cubicBezTo>
                    <a:pt x="429299" y="407338"/>
                    <a:pt x="429253" y="407937"/>
                    <a:pt x="429205" y="408554"/>
                  </a:cubicBezTo>
                  <a:cubicBezTo>
                    <a:pt x="429252" y="409183"/>
                    <a:pt x="429298" y="409812"/>
                    <a:pt x="429345" y="410461"/>
                  </a:cubicBezTo>
                  <a:cubicBezTo>
                    <a:pt x="430082" y="410706"/>
                    <a:pt x="430818" y="410952"/>
                    <a:pt x="431577" y="411205"/>
                  </a:cubicBezTo>
                  <a:cubicBezTo>
                    <a:pt x="431823" y="411941"/>
                    <a:pt x="432069" y="412678"/>
                    <a:pt x="432322" y="413437"/>
                  </a:cubicBezTo>
                  <a:cubicBezTo>
                    <a:pt x="433058" y="413683"/>
                    <a:pt x="433795" y="413928"/>
                    <a:pt x="434554" y="414181"/>
                  </a:cubicBezTo>
                  <a:cubicBezTo>
                    <a:pt x="435345" y="415902"/>
                    <a:pt x="435345" y="415902"/>
                    <a:pt x="436042" y="417902"/>
                  </a:cubicBezTo>
                  <a:cubicBezTo>
                    <a:pt x="436681" y="419552"/>
                    <a:pt x="436681" y="419552"/>
                    <a:pt x="437531" y="420878"/>
                  </a:cubicBezTo>
                  <a:cubicBezTo>
                    <a:pt x="438267" y="421124"/>
                    <a:pt x="439004" y="421370"/>
                    <a:pt x="439763" y="421623"/>
                  </a:cubicBezTo>
                  <a:cubicBezTo>
                    <a:pt x="440009" y="422359"/>
                    <a:pt x="440254" y="423096"/>
                    <a:pt x="440507" y="423855"/>
                  </a:cubicBezTo>
                  <a:cubicBezTo>
                    <a:pt x="440891" y="424239"/>
                    <a:pt x="441275" y="424622"/>
                    <a:pt x="441670" y="425018"/>
                  </a:cubicBezTo>
                  <a:cubicBezTo>
                    <a:pt x="442740" y="426087"/>
                    <a:pt x="442740" y="426087"/>
                    <a:pt x="442740" y="427576"/>
                  </a:cubicBezTo>
                  <a:cubicBezTo>
                    <a:pt x="443476" y="427821"/>
                    <a:pt x="444213" y="428067"/>
                    <a:pt x="444972" y="428320"/>
                  </a:cubicBezTo>
                  <a:cubicBezTo>
                    <a:pt x="445925" y="429480"/>
                    <a:pt x="445925" y="429480"/>
                    <a:pt x="446832" y="430878"/>
                  </a:cubicBezTo>
                  <a:cubicBezTo>
                    <a:pt x="448142" y="432888"/>
                    <a:pt x="448841" y="433628"/>
                    <a:pt x="450925" y="435017"/>
                  </a:cubicBezTo>
                  <a:cubicBezTo>
                    <a:pt x="451171" y="435754"/>
                    <a:pt x="451416" y="436491"/>
                    <a:pt x="451669" y="437250"/>
                  </a:cubicBezTo>
                  <a:cubicBezTo>
                    <a:pt x="452406" y="437495"/>
                    <a:pt x="453143" y="437741"/>
                    <a:pt x="453902" y="437994"/>
                  </a:cubicBezTo>
                  <a:cubicBezTo>
                    <a:pt x="454147" y="438730"/>
                    <a:pt x="454393" y="439467"/>
                    <a:pt x="454646" y="440226"/>
                  </a:cubicBezTo>
                  <a:cubicBezTo>
                    <a:pt x="455382" y="440717"/>
                    <a:pt x="456119" y="441208"/>
                    <a:pt x="456878" y="441714"/>
                  </a:cubicBezTo>
                  <a:cubicBezTo>
                    <a:pt x="457124" y="442451"/>
                    <a:pt x="457369" y="443188"/>
                    <a:pt x="457622" y="443947"/>
                  </a:cubicBezTo>
                  <a:cubicBezTo>
                    <a:pt x="458113" y="444070"/>
                    <a:pt x="458605" y="444192"/>
                    <a:pt x="459111" y="444319"/>
                  </a:cubicBezTo>
                  <a:cubicBezTo>
                    <a:pt x="459602" y="444442"/>
                    <a:pt x="460093" y="444564"/>
                    <a:pt x="460599" y="444691"/>
                  </a:cubicBezTo>
                  <a:cubicBezTo>
                    <a:pt x="460844" y="445428"/>
                    <a:pt x="461090" y="446164"/>
                    <a:pt x="461343" y="446923"/>
                  </a:cubicBezTo>
                  <a:cubicBezTo>
                    <a:pt x="461964" y="447138"/>
                    <a:pt x="462584" y="447353"/>
                    <a:pt x="463224" y="447574"/>
                  </a:cubicBezTo>
                  <a:cubicBezTo>
                    <a:pt x="463831" y="447851"/>
                    <a:pt x="464438" y="448127"/>
                    <a:pt x="465064" y="448412"/>
                  </a:cubicBezTo>
                  <a:cubicBezTo>
                    <a:pt x="465511" y="450060"/>
                    <a:pt x="465511" y="450060"/>
                    <a:pt x="465486" y="452133"/>
                  </a:cubicBezTo>
                  <a:cubicBezTo>
                    <a:pt x="465486" y="452907"/>
                    <a:pt x="465486" y="453682"/>
                    <a:pt x="465485" y="454480"/>
                  </a:cubicBezTo>
                  <a:cubicBezTo>
                    <a:pt x="465457" y="455738"/>
                    <a:pt x="465457" y="455738"/>
                    <a:pt x="465427" y="457022"/>
                  </a:cubicBezTo>
                  <a:cubicBezTo>
                    <a:pt x="465422" y="457878"/>
                    <a:pt x="465417" y="458735"/>
                    <a:pt x="465411" y="459618"/>
                  </a:cubicBezTo>
                  <a:cubicBezTo>
                    <a:pt x="465390" y="462363"/>
                    <a:pt x="465344" y="465107"/>
                    <a:pt x="465296" y="467852"/>
                  </a:cubicBezTo>
                  <a:cubicBezTo>
                    <a:pt x="465278" y="469710"/>
                    <a:pt x="465261" y="471567"/>
                    <a:pt x="465245" y="473425"/>
                  </a:cubicBezTo>
                  <a:cubicBezTo>
                    <a:pt x="465204" y="477986"/>
                    <a:pt x="465142" y="482546"/>
                    <a:pt x="465064" y="487107"/>
                  </a:cubicBezTo>
                  <a:cubicBezTo>
                    <a:pt x="464327" y="486861"/>
                    <a:pt x="463590" y="486616"/>
                    <a:pt x="462831" y="486363"/>
                  </a:cubicBezTo>
                  <a:cubicBezTo>
                    <a:pt x="462586" y="492502"/>
                    <a:pt x="462340" y="498641"/>
                    <a:pt x="462087" y="504966"/>
                  </a:cubicBezTo>
                  <a:cubicBezTo>
                    <a:pt x="461596" y="504966"/>
                    <a:pt x="461105" y="504966"/>
                    <a:pt x="460599" y="504966"/>
                  </a:cubicBezTo>
                  <a:cubicBezTo>
                    <a:pt x="460509" y="505817"/>
                    <a:pt x="460419" y="506668"/>
                    <a:pt x="460326" y="507545"/>
                  </a:cubicBezTo>
                  <a:cubicBezTo>
                    <a:pt x="460200" y="508654"/>
                    <a:pt x="460074" y="509764"/>
                    <a:pt x="459948" y="510873"/>
                  </a:cubicBezTo>
                  <a:cubicBezTo>
                    <a:pt x="459860" y="511715"/>
                    <a:pt x="459860" y="511715"/>
                    <a:pt x="459770" y="512575"/>
                  </a:cubicBezTo>
                  <a:cubicBezTo>
                    <a:pt x="459603" y="514015"/>
                    <a:pt x="459362" y="515445"/>
                    <a:pt x="459111" y="516873"/>
                  </a:cubicBezTo>
                  <a:cubicBezTo>
                    <a:pt x="458620" y="517118"/>
                    <a:pt x="458128" y="517364"/>
                    <a:pt x="457622" y="517617"/>
                  </a:cubicBezTo>
                  <a:cubicBezTo>
                    <a:pt x="457273" y="519712"/>
                    <a:pt x="457273" y="519712"/>
                    <a:pt x="457157" y="522128"/>
                  </a:cubicBezTo>
                  <a:cubicBezTo>
                    <a:pt x="457102" y="522950"/>
                    <a:pt x="457046" y="523772"/>
                    <a:pt x="456989" y="524619"/>
                  </a:cubicBezTo>
                  <a:cubicBezTo>
                    <a:pt x="456952" y="525255"/>
                    <a:pt x="456916" y="525891"/>
                    <a:pt x="456878" y="526546"/>
                  </a:cubicBezTo>
                  <a:cubicBezTo>
                    <a:pt x="456142" y="526546"/>
                    <a:pt x="455405" y="526546"/>
                    <a:pt x="454646" y="526546"/>
                  </a:cubicBezTo>
                  <a:cubicBezTo>
                    <a:pt x="454400" y="528757"/>
                    <a:pt x="454155" y="530967"/>
                    <a:pt x="453902" y="533244"/>
                  </a:cubicBezTo>
                  <a:cubicBezTo>
                    <a:pt x="453165" y="533244"/>
                    <a:pt x="452428" y="533244"/>
                    <a:pt x="451669" y="533244"/>
                  </a:cubicBezTo>
                  <a:cubicBezTo>
                    <a:pt x="451424" y="535208"/>
                    <a:pt x="451178" y="537173"/>
                    <a:pt x="450925" y="539197"/>
                  </a:cubicBezTo>
                  <a:cubicBezTo>
                    <a:pt x="450188" y="539197"/>
                    <a:pt x="449452" y="539197"/>
                    <a:pt x="448693" y="539197"/>
                  </a:cubicBezTo>
                  <a:cubicBezTo>
                    <a:pt x="448408" y="540429"/>
                    <a:pt x="448161" y="541671"/>
                    <a:pt x="447949" y="542918"/>
                  </a:cubicBezTo>
                  <a:cubicBezTo>
                    <a:pt x="447457" y="543163"/>
                    <a:pt x="446966" y="543409"/>
                    <a:pt x="446460" y="543662"/>
                  </a:cubicBezTo>
                  <a:cubicBezTo>
                    <a:pt x="446353" y="544153"/>
                    <a:pt x="446245" y="544644"/>
                    <a:pt x="446135" y="545150"/>
                  </a:cubicBezTo>
                  <a:cubicBezTo>
                    <a:pt x="445997" y="545641"/>
                    <a:pt x="445858" y="546132"/>
                    <a:pt x="445716" y="546638"/>
                  </a:cubicBezTo>
                  <a:cubicBezTo>
                    <a:pt x="444979" y="546884"/>
                    <a:pt x="444243" y="547129"/>
                    <a:pt x="443484" y="547382"/>
                  </a:cubicBezTo>
                  <a:cubicBezTo>
                    <a:pt x="443238" y="548119"/>
                    <a:pt x="442993" y="548856"/>
                    <a:pt x="442740" y="549615"/>
                  </a:cubicBezTo>
                  <a:cubicBezTo>
                    <a:pt x="442003" y="549860"/>
                    <a:pt x="441266" y="550106"/>
                    <a:pt x="440507" y="550359"/>
                  </a:cubicBezTo>
                  <a:cubicBezTo>
                    <a:pt x="440392" y="551096"/>
                    <a:pt x="440392" y="551096"/>
                    <a:pt x="440275" y="551847"/>
                  </a:cubicBezTo>
                  <a:cubicBezTo>
                    <a:pt x="440106" y="552338"/>
                    <a:pt x="439937" y="552830"/>
                    <a:pt x="439763" y="553336"/>
                  </a:cubicBezTo>
                  <a:cubicBezTo>
                    <a:pt x="437484" y="553894"/>
                    <a:pt x="437484" y="553894"/>
                    <a:pt x="435298" y="554080"/>
                  </a:cubicBezTo>
                  <a:cubicBezTo>
                    <a:pt x="435298" y="555062"/>
                    <a:pt x="435298" y="556044"/>
                    <a:pt x="435298" y="557056"/>
                  </a:cubicBezTo>
                  <a:cubicBezTo>
                    <a:pt x="434823" y="557084"/>
                    <a:pt x="434348" y="557112"/>
                    <a:pt x="433859" y="557141"/>
                  </a:cubicBezTo>
                  <a:cubicBezTo>
                    <a:pt x="433244" y="557189"/>
                    <a:pt x="432630" y="557238"/>
                    <a:pt x="431996" y="557289"/>
                  </a:cubicBezTo>
                  <a:cubicBezTo>
                    <a:pt x="431383" y="557332"/>
                    <a:pt x="430770" y="557375"/>
                    <a:pt x="430139" y="557420"/>
                  </a:cubicBezTo>
                  <a:cubicBezTo>
                    <a:pt x="429631" y="557545"/>
                    <a:pt x="429124" y="557671"/>
                    <a:pt x="428601" y="557800"/>
                  </a:cubicBezTo>
                  <a:cubicBezTo>
                    <a:pt x="428355" y="558537"/>
                    <a:pt x="428110" y="559274"/>
                    <a:pt x="427857" y="560033"/>
                  </a:cubicBezTo>
                  <a:cubicBezTo>
                    <a:pt x="426501" y="560316"/>
                    <a:pt x="426501" y="560316"/>
                    <a:pt x="424710" y="560322"/>
                  </a:cubicBezTo>
                  <a:cubicBezTo>
                    <a:pt x="424042" y="560329"/>
                    <a:pt x="423374" y="560336"/>
                    <a:pt x="422686" y="560343"/>
                  </a:cubicBezTo>
                  <a:cubicBezTo>
                    <a:pt x="421960" y="560338"/>
                    <a:pt x="421233" y="560334"/>
                    <a:pt x="420485" y="560329"/>
                  </a:cubicBezTo>
                  <a:cubicBezTo>
                    <a:pt x="419745" y="560331"/>
                    <a:pt x="419004" y="560334"/>
                    <a:pt x="418241" y="560336"/>
                  </a:cubicBezTo>
                  <a:cubicBezTo>
                    <a:pt x="416672" y="560337"/>
                    <a:pt x="415103" y="560333"/>
                    <a:pt x="413535" y="560324"/>
                  </a:cubicBezTo>
                  <a:cubicBezTo>
                    <a:pt x="411124" y="560312"/>
                    <a:pt x="408714" y="560324"/>
                    <a:pt x="406303" y="560338"/>
                  </a:cubicBezTo>
                  <a:cubicBezTo>
                    <a:pt x="404783" y="560337"/>
                    <a:pt x="403262" y="560334"/>
                    <a:pt x="401742" y="560329"/>
                  </a:cubicBezTo>
                  <a:cubicBezTo>
                    <a:pt x="401016" y="560334"/>
                    <a:pt x="400289" y="560338"/>
                    <a:pt x="399541" y="560343"/>
                  </a:cubicBezTo>
                  <a:cubicBezTo>
                    <a:pt x="398873" y="560336"/>
                    <a:pt x="398205" y="560329"/>
                    <a:pt x="397517" y="560322"/>
                  </a:cubicBezTo>
                  <a:cubicBezTo>
                    <a:pt x="396631" y="560319"/>
                    <a:pt x="396631" y="560319"/>
                    <a:pt x="395726" y="560316"/>
                  </a:cubicBezTo>
                  <a:cubicBezTo>
                    <a:pt x="395055" y="560176"/>
                    <a:pt x="395055" y="560176"/>
                    <a:pt x="394370" y="560033"/>
                  </a:cubicBezTo>
                  <a:cubicBezTo>
                    <a:pt x="394125" y="559296"/>
                    <a:pt x="393879" y="558559"/>
                    <a:pt x="393626" y="557800"/>
                  </a:cubicBezTo>
                  <a:cubicBezTo>
                    <a:pt x="391879" y="557362"/>
                    <a:pt x="391879" y="557362"/>
                    <a:pt x="389859" y="557289"/>
                  </a:cubicBezTo>
                  <a:cubicBezTo>
                    <a:pt x="389175" y="557240"/>
                    <a:pt x="388491" y="557191"/>
                    <a:pt x="387787" y="557141"/>
                  </a:cubicBezTo>
                  <a:cubicBezTo>
                    <a:pt x="386994" y="557099"/>
                    <a:pt x="386994" y="557099"/>
                    <a:pt x="386185" y="557056"/>
                  </a:cubicBezTo>
                  <a:cubicBezTo>
                    <a:pt x="386185" y="556074"/>
                    <a:pt x="386185" y="555092"/>
                    <a:pt x="386185" y="554080"/>
                  </a:cubicBezTo>
                  <a:cubicBezTo>
                    <a:pt x="384220" y="553834"/>
                    <a:pt x="382256" y="553589"/>
                    <a:pt x="380232" y="553336"/>
                  </a:cubicBezTo>
                  <a:cubicBezTo>
                    <a:pt x="380232" y="552353"/>
                    <a:pt x="380232" y="551371"/>
                    <a:pt x="380232" y="550359"/>
                  </a:cubicBezTo>
                  <a:cubicBezTo>
                    <a:pt x="379357" y="550451"/>
                    <a:pt x="379357" y="550451"/>
                    <a:pt x="378464" y="550545"/>
                  </a:cubicBezTo>
                  <a:cubicBezTo>
                    <a:pt x="377497" y="550453"/>
                    <a:pt x="377497" y="550453"/>
                    <a:pt x="376511" y="550359"/>
                  </a:cubicBezTo>
                  <a:cubicBezTo>
                    <a:pt x="375720" y="548917"/>
                    <a:pt x="375720" y="548917"/>
                    <a:pt x="375023" y="547382"/>
                  </a:cubicBezTo>
                  <a:cubicBezTo>
                    <a:pt x="374516" y="547260"/>
                    <a:pt x="374010" y="547137"/>
                    <a:pt x="373488" y="547010"/>
                  </a:cubicBezTo>
                  <a:cubicBezTo>
                    <a:pt x="373012" y="546888"/>
                    <a:pt x="372536" y="546765"/>
                    <a:pt x="372046" y="546638"/>
                  </a:cubicBezTo>
                  <a:cubicBezTo>
                    <a:pt x="371791" y="545648"/>
                    <a:pt x="371543" y="544656"/>
                    <a:pt x="371302" y="543662"/>
                  </a:cubicBezTo>
                  <a:cubicBezTo>
                    <a:pt x="369901" y="542837"/>
                    <a:pt x="369901" y="542837"/>
                    <a:pt x="368325" y="542173"/>
                  </a:cubicBezTo>
                  <a:cubicBezTo>
                    <a:pt x="367567" y="541444"/>
                    <a:pt x="366820" y="540701"/>
                    <a:pt x="366093" y="539941"/>
                  </a:cubicBezTo>
                  <a:cubicBezTo>
                    <a:pt x="365602" y="539695"/>
                    <a:pt x="365111" y="539450"/>
                    <a:pt x="364605" y="539197"/>
                  </a:cubicBezTo>
                  <a:cubicBezTo>
                    <a:pt x="363099" y="536749"/>
                    <a:pt x="361818" y="534484"/>
                    <a:pt x="360791" y="531802"/>
                  </a:cubicBezTo>
                  <a:cubicBezTo>
                    <a:pt x="360576" y="531295"/>
                    <a:pt x="360361" y="530789"/>
                    <a:pt x="360140" y="530267"/>
                  </a:cubicBezTo>
                  <a:cubicBezTo>
                    <a:pt x="359649" y="530267"/>
                    <a:pt x="359158" y="530267"/>
                    <a:pt x="358652" y="530267"/>
                  </a:cubicBezTo>
                  <a:cubicBezTo>
                    <a:pt x="358406" y="528794"/>
                    <a:pt x="358161" y="527320"/>
                    <a:pt x="357908" y="525802"/>
                  </a:cubicBezTo>
                  <a:cubicBezTo>
                    <a:pt x="357171" y="525802"/>
                    <a:pt x="356434" y="525802"/>
                    <a:pt x="355675" y="525802"/>
                  </a:cubicBezTo>
                  <a:cubicBezTo>
                    <a:pt x="355736" y="525219"/>
                    <a:pt x="355798" y="524636"/>
                    <a:pt x="355861" y="524035"/>
                  </a:cubicBezTo>
                  <a:cubicBezTo>
                    <a:pt x="355800" y="523390"/>
                    <a:pt x="355738" y="522746"/>
                    <a:pt x="355675" y="522082"/>
                  </a:cubicBezTo>
                  <a:cubicBezTo>
                    <a:pt x="354689" y="521573"/>
                    <a:pt x="353697" y="521077"/>
                    <a:pt x="352699" y="520593"/>
                  </a:cubicBezTo>
                  <a:cubicBezTo>
                    <a:pt x="352233" y="518686"/>
                    <a:pt x="352233" y="518686"/>
                    <a:pt x="351954" y="516873"/>
                  </a:cubicBezTo>
                  <a:cubicBezTo>
                    <a:pt x="351463" y="516627"/>
                    <a:pt x="350972" y="516382"/>
                    <a:pt x="350466" y="516128"/>
                  </a:cubicBezTo>
                  <a:cubicBezTo>
                    <a:pt x="349970" y="514640"/>
                    <a:pt x="349474" y="513152"/>
                    <a:pt x="348978" y="511664"/>
                  </a:cubicBezTo>
                  <a:cubicBezTo>
                    <a:pt x="348487" y="511418"/>
                    <a:pt x="347996" y="511173"/>
                    <a:pt x="347490" y="510919"/>
                  </a:cubicBezTo>
                  <a:cubicBezTo>
                    <a:pt x="347048" y="508949"/>
                    <a:pt x="346937" y="506982"/>
                    <a:pt x="346745" y="504966"/>
                  </a:cubicBezTo>
                  <a:cubicBezTo>
                    <a:pt x="346009" y="504966"/>
                    <a:pt x="345272" y="504966"/>
                    <a:pt x="344513" y="504966"/>
                  </a:cubicBezTo>
                  <a:cubicBezTo>
                    <a:pt x="344513" y="502511"/>
                    <a:pt x="344513" y="500055"/>
                    <a:pt x="344513" y="497525"/>
                  </a:cubicBezTo>
                  <a:cubicBezTo>
                    <a:pt x="343776" y="497525"/>
                    <a:pt x="343040" y="497525"/>
                    <a:pt x="342281" y="497525"/>
                  </a:cubicBezTo>
                  <a:cubicBezTo>
                    <a:pt x="342190" y="496943"/>
                    <a:pt x="342100" y="496360"/>
                    <a:pt x="342007" y="495761"/>
                  </a:cubicBezTo>
                  <a:cubicBezTo>
                    <a:pt x="341883" y="495008"/>
                    <a:pt x="341758" y="494255"/>
                    <a:pt x="341629" y="493479"/>
                  </a:cubicBezTo>
                  <a:cubicBezTo>
                    <a:pt x="341509" y="492728"/>
                    <a:pt x="341388" y="491977"/>
                    <a:pt x="341263" y="491203"/>
                  </a:cubicBezTo>
                  <a:cubicBezTo>
                    <a:pt x="341108" y="490588"/>
                    <a:pt x="340952" y="489973"/>
                    <a:pt x="340792" y="489339"/>
                  </a:cubicBezTo>
                  <a:cubicBezTo>
                    <a:pt x="340301" y="489094"/>
                    <a:pt x="339810" y="488848"/>
                    <a:pt x="339304" y="488595"/>
                  </a:cubicBezTo>
                  <a:cubicBezTo>
                    <a:pt x="339040" y="486672"/>
                    <a:pt x="338974" y="484767"/>
                    <a:pt x="338888" y="482828"/>
                  </a:cubicBezTo>
                  <a:cubicBezTo>
                    <a:pt x="338780" y="482276"/>
                    <a:pt x="338672" y="481723"/>
                    <a:pt x="338560" y="481154"/>
                  </a:cubicBezTo>
                  <a:cubicBezTo>
                    <a:pt x="337823" y="480908"/>
                    <a:pt x="337086" y="480663"/>
                    <a:pt x="336327" y="480410"/>
                  </a:cubicBezTo>
                  <a:cubicBezTo>
                    <a:pt x="335999" y="478247"/>
                    <a:pt x="335999" y="478247"/>
                    <a:pt x="335909" y="475573"/>
                  </a:cubicBezTo>
                  <a:cubicBezTo>
                    <a:pt x="335851" y="473958"/>
                    <a:pt x="335754" y="472343"/>
                    <a:pt x="335583" y="470736"/>
                  </a:cubicBezTo>
                  <a:cubicBezTo>
                    <a:pt x="335092" y="470490"/>
                    <a:pt x="334601" y="470245"/>
                    <a:pt x="334095" y="469992"/>
                  </a:cubicBezTo>
                  <a:cubicBezTo>
                    <a:pt x="333813" y="468044"/>
                    <a:pt x="333813" y="468044"/>
                    <a:pt x="333676" y="465620"/>
                  </a:cubicBezTo>
                  <a:cubicBezTo>
                    <a:pt x="333530" y="463145"/>
                    <a:pt x="333393" y="461188"/>
                    <a:pt x="332607" y="458830"/>
                  </a:cubicBezTo>
                  <a:cubicBezTo>
                    <a:pt x="332116" y="458584"/>
                    <a:pt x="331624" y="458339"/>
                    <a:pt x="331118" y="458086"/>
                  </a:cubicBezTo>
                  <a:cubicBezTo>
                    <a:pt x="330881" y="456771"/>
                    <a:pt x="330881" y="456771"/>
                    <a:pt x="330810" y="455083"/>
                  </a:cubicBezTo>
                  <a:cubicBezTo>
                    <a:pt x="330782" y="454481"/>
                    <a:pt x="330753" y="453879"/>
                    <a:pt x="330723" y="453259"/>
                  </a:cubicBezTo>
                  <a:cubicBezTo>
                    <a:pt x="330700" y="452626"/>
                    <a:pt x="330677" y="451994"/>
                    <a:pt x="330653" y="451342"/>
                  </a:cubicBezTo>
                  <a:cubicBezTo>
                    <a:pt x="330625" y="450706"/>
                    <a:pt x="330596" y="450071"/>
                    <a:pt x="330566" y="449416"/>
                  </a:cubicBezTo>
                  <a:cubicBezTo>
                    <a:pt x="330496" y="447841"/>
                    <a:pt x="330434" y="446266"/>
                    <a:pt x="330374" y="444691"/>
                  </a:cubicBezTo>
                  <a:cubicBezTo>
                    <a:pt x="329638" y="444691"/>
                    <a:pt x="328901" y="444691"/>
                    <a:pt x="328142" y="444691"/>
                  </a:cubicBezTo>
                  <a:cubicBezTo>
                    <a:pt x="328127" y="444221"/>
                    <a:pt x="328112" y="443752"/>
                    <a:pt x="328097" y="443268"/>
                  </a:cubicBezTo>
                  <a:cubicBezTo>
                    <a:pt x="328027" y="441153"/>
                    <a:pt x="327945" y="439039"/>
                    <a:pt x="327863" y="436924"/>
                  </a:cubicBezTo>
                  <a:cubicBezTo>
                    <a:pt x="327840" y="436185"/>
                    <a:pt x="327817" y="435446"/>
                    <a:pt x="327793" y="434684"/>
                  </a:cubicBezTo>
                  <a:cubicBezTo>
                    <a:pt x="327764" y="433982"/>
                    <a:pt x="327736" y="433279"/>
                    <a:pt x="327706" y="432555"/>
                  </a:cubicBezTo>
                  <a:cubicBezTo>
                    <a:pt x="327671" y="431579"/>
                    <a:pt x="327671" y="431579"/>
                    <a:pt x="327635" y="430583"/>
                  </a:cubicBezTo>
                  <a:cubicBezTo>
                    <a:pt x="327518" y="429831"/>
                    <a:pt x="327518" y="429831"/>
                    <a:pt x="327398" y="429064"/>
                  </a:cubicBezTo>
                  <a:cubicBezTo>
                    <a:pt x="326907" y="428818"/>
                    <a:pt x="326415" y="428573"/>
                    <a:pt x="325909" y="428320"/>
                  </a:cubicBezTo>
                  <a:cubicBezTo>
                    <a:pt x="325672" y="426391"/>
                    <a:pt x="325672" y="426391"/>
                    <a:pt x="325601" y="423852"/>
                  </a:cubicBezTo>
                  <a:cubicBezTo>
                    <a:pt x="325573" y="422948"/>
                    <a:pt x="325544" y="422044"/>
                    <a:pt x="325514" y="421112"/>
                  </a:cubicBezTo>
                  <a:cubicBezTo>
                    <a:pt x="325480" y="419684"/>
                    <a:pt x="325480" y="419684"/>
                    <a:pt x="325444" y="418227"/>
                  </a:cubicBezTo>
                  <a:cubicBezTo>
                    <a:pt x="325416" y="417273"/>
                    <a:pt x="325387" y="416318"/>
                    <a:pt x="325357" y="415334"/>
                  </a:cubicBezTo>
                  <a:cubicBezTo>
                    <a:pt x="325287" y="412965"/>
                    <a:pt x="325223" y="410597"/>
                    <a:pt x="325165" y="408228"/>
                  </a:cubicBezTo>
                  <a:cubicBezTo>
                    <a:pt x="324429" y="408228"/>
                    <a:pt x="323692" y="408228"/>
                    <a:pt x="322933" y="408228"/>
                  </a:cubicBezTo>
                  <a:cubicBezTo>
                    <a:pt x="322918" y="407492"/>
                    <a:pt x="322903" y="406756"/>
                    <a:pt x="322888" y="405997"/>
                  </a:cubicBezTo>
                  <a:cubicBezTo>
                    <a:pt x="322832" y="403271"/>
                    <a:pt x="322766" y="400544"/>
                    <a:pt x="322697" y="397818"/>
                  </a:cubicBezTo>
                  <a:cubicBezTo>
                    <a:pt x="322668" y="396637"/>
                    <a:pt x="322642" y="395456"/>
                    <a:pt x="322619" y="394275"/>
                  </a:cubicBezTo>
                  <a:cubicBezTo>
                    <a:pt x="322585" y="392580"/>
                    <a:pt x="322542" y="390884"/>
                    <a:pt x="322497" y="389189"/>
                  </a:cubicBezTo>
                  <a:cubicBezTo>
                    <a:pt x="322484" y="388394"/>
                    <a:pt x="322484" y="388394"/>
                    <a:pt x="322471" y="387584"/>
                  </a:cubicBezTo>
                  <a:cubicBezTo>
                    <a:pt x="322461" y="384549"/>
                    <a:pt x="322461" y="384549"/>
                    <a:pt x="320700" y="382183"/>
                  </a:cubicBezTo>
                  <a:cubicBezTo>
                    <a:pt x="320455" y="382183"/>
                    <a:pt x="320209" y="382183"/>
                    <a:pt x="319956" y="382183"/>
                  </a:cubicBezTo>
                  <a:cubicBezTo>
                    <a:pt x="319950" y="381737"/>
                    <a:pt x="319944" y="381292"/>
                    <a:pt x="319938" y="380832"/>
                  </a:cubicBezTo>
                  <a:cubicBezTo>
                    <a:pt x="319874" y="376209"/>
                    <a:pt x="319800" y="371586"/>
                    <a:pt x="319720" y="366963"/>
                  </a:cubicBezTo>
                  <a:cubicBezTo>
                    <a:pt x="319692" y="365236"/>
                    <a:pt x="319666" y="363509"/>
                    <a:pt x="319642" y="361781"/>
                  </a:cubicBezTo>
                  <a:cubicBezTo>
                    <a:pt x="319609" y="359304"/>
                    <a:pt x="319565" y="356827"/>
                    <a:pt x="319520" y="354351"/>
                  </a:cubicBezTo>
                  <a:cubicBezTo>
                    <a:pt x="319507" y="353184"/>
                    <a:pt x="319507" y="353184"/>
                    <a:pt x="319494" y="351995"/>
                  </a:cubicBezTo>
                  <a:cubicBezTo>
                    <a:pt x="319472" y="350922"/>
                    <a:pt x="319472" y="350922"/>
                    <a:pt x="319449" y="349828"/>
                  </a:cubicBezTo>
                  <a:cubicBezTo>
                    <a:pt x="319435" y="348878"/>
                    <a:pt x="319435" y="348878"/>
                    <a:pt x="319419" y="347910"/>
                  </a:cubicBezTo>
                  <a:cubicBezTo>
                    <a:pt x="319351" y="347433"/>
                    <a:pt x="319283" y="346956"/>
                    <a:pt x="319212" y="346464"/>
                  </a:cubicBezTo>
                  <a:cubicBezTo>
                    <a:pt x="318721" y="346219"/>
                    <a:pt x="318230" y="345973"/>
                    <a:pt x="317724" y="345720"/>
                  </a:cubicBezTo>
                  <a:cubicBezTo>
                    <a:pt x="317487" y="343653"/>
                    <a:pt x="317487" y="343653"/>
                    <a:pt x="317416" y="340878"/>
                  </a:cubicBezTo>
                  <a:cubicBezTo>
                    <a:pt x="317401" y="340379"/>
                    <a:pt x="317387" y="339881"/>
                    <a:pt x="317372" y="339367"/>
                  </a:cubicBezTo>
                  <a:cubicBezTo>
                    <a:pt x="317327" y="337733"/>
                    <a:pt x="317293" y="336099"/>
                    <a:pt x="317259" y="334465"/>
                  </a:cubicBezTo>
                  <a:cubicBezTo>
                    <a:pt x="317231" y="333348"/>
                    <a:pt x="317202" y="332231"/>
                    <a:pt x="317173" y="331114"/>
                  </a:cubicBezTo>
                  <a:cubicBezTo>
                    <a:pt x="316952" y="322092"/>
                    <a:pt x="316898" y="313072"/>
                    <a:pt x="316980" y="304048"/>
                  </a:cubicBezTo>
                  <a:cubicBezTo>
                    <a:pt x="316489" y="304048"/>
                    <a:pt x="315998" y="304048"/>
                    <a:pt x="315492" y="304048"/>
                  </a:cubicBezTo>
                  <a:cubicBezTo>
                    <a:pt x="247998" y="304048"/>
                    <a:pt x="180505" y="304048"/>
                    <a:pt x="74390" y="304048"/>
                  </a:cubicBezTo>
                  <a:cubicBezTo>
                    <a:pt x="74144" y="284158"/>
                    <a:pt x="73899" y="264267"/>
                    <a:pt x="73646" y="243773"/>
                  </a:cubicBezTo>
                  <a:cubicBezTo>
                    <a:pt x="73400" y="244264"/>
                    <a:pt x="73155" y="244755"/>
                    <a:pt x="72902" y="245261"/>
                  </a:cubicBezTo>
                  <a:cubicBezTo>
                    <a:pt x="72411" y="245261"/>
                    <a:pt x="71919" y="245261"/>
                    <a:pt x="71413" y="245261"/>
                  </a:cubicBezTo>
                  <a:cubicBezTo>
                    <a:pt x="71306" y="245875"/>
                    <a:pt x="71198" y="246489"/>
                    <a:pt x="71088" y="247122"/>
                  </a:cubicBezTo>
                  <a:cubicBezTo>
                    <a:pt x="70881" y="248043"/>
                    <a:pt x="70881" y="248043"/>
                    <a:pt x="70669" y="248982"/>
                  </a:cubicBezTo>
                  <a:cubicBezTo>
                    <a:pt x="69933" y="248982"/>
                    <a:pt x="69196" y="248982"/>
                    <a:pt x="68437" y="248982"/>
                  </a:cubicBezTo>
                  <a:cubicBezTo>
                    <a:pt x="68181" y="249972"/>
                    <a:pt x="67934" y="250965"/>
                    <a:pt x="67693" y="251959"/>
                  </a:cubicBezTo>
                  <a:cubicBezTo>
                    <a:pt x="66956" y="252204"/>
                    <a:pt x="66219" y="252450"/>
                    <a:pt x="65460" y="252703"/>
                  </a:cubicBezTo>
                  <a:cubicBezTo>
                    <a:pt x="65460" y="253685"/>
                    <a:pt x="65460" y="254667"/>
                    <a:pt x="65460" y="255679"/>
                  </a:cubicBezTo>
                  <a:cubicBezTo>
                    <a:pt x="64018" y="256470"/>
                    <a:pt x="64018" y="256470"/>
                    <a:pt x="62484" y="257168"/>
                  </a:cubicBezTo>
                  <a:cubicBezTo>
                    <a:pt x="62238" y="257904"/>
                    <a:pt x="61993" y="258641"/>
                    <a:pt x="61740" y="259400"/>
                  </a:cubicBezTo>
                  <a:cubicBezTo>
                    <a:pt x="60757" y="259400"/>
                    <a:pt x="59775" y="259400"/>
                    <a:pt x="58763" y="259400"/>
                  </a:cubicBezTo>
                  <a:cubicBezTo>
                    <a:pt x="57926" y="257958"/>
                    <a:pt x="57926" y="257958"/>
                    <a:pt x="57275" y="256423"/>
                  </a:cubicBezTo>
                  <a:cubicBezTo>
                    <a:pt x="56784" y="256178"/>
                    <a:pt x="56292" y="255932"/>
                    <a:pt x="55786" y="255679"/>
                  </a:cubicBezTo>
                  <a:cubicBezTo>
                    <a:pt x="55418" y="254574"/>
                    <a:pt x="55418" y="254574"/>
                    <a:pt x="55042" y="253447"/>
                  </a:cubicBezTo>
                  <a:cubicBezTo>
                    <a:pt x="54306" y="253201"/>
                    <a:pt x="53569" y="252956"/>
                    <a:pt x="52810" y="252703"/>
                  </a:cubicBezTo>
                  <a:cubicBezTo>
                    <a:pt x="52441" y="251598"/>
                    <a:pt x="52441" y="251598"/>
                    <a:pt x="52066" y="250470"/>
                  </a:cubicBezTo>
                  <a:cubicBezTo>
                    <a:pt x="51590" y="250363"/>
                    <a:pt x="51114" y="250255"/>
                    <a:pt x="50624" y="250145"/>
                  </a:cubicBezTo>
                  <a:cubicBezTo>
                    <a:pt x="50117" y="250007"/>
                    <a:pt x="49611" y="249868"/>
                    <a:pt x="49089" y="249726"/>
                  </a:cubicBezTo>
                  <a:cubicBezTo>
                    <a:pt x="48580" y="248740"/>
                    <a:pt x="48085" y="247748"/>
                    <a:pt x="47601" y="246750"/>
                  </a:cubicBezTo>
                  <a:cubicBezTo>
                    <a:pt x="46615" y="246242"/>
                    <a:pt x="45623" y="245744"/>
                    <a:pt x="44624" y="245261"/>
                  </a:cubicBezTo>
                  <a:cubicBezTo>
                    <a:pt x="44256" y="244156"/>
                    <a:pt x="44256" y="244156"/>
                    <a:pt x="43880" y="243029"/>
                  </a:cubicBezTo>
                  <a:cubicBezTo>
                    <a:pt x="43389" y="242906"/>
                    <a:pt x="42898" y="242783"/>
                    <a:pt x="42392" y="242657"/>
                  </a:cubicBezTo>
                  <a:cubicBezTo>
                    <a:pt x="41901" y="242534"/>
                    <a:pt x="41410" y="242411"/>
                    <a:pt x="40904" y="242285"/>
                  </a:cubicBezTo>
                  <a:cubicBezTo>
                    <a:pt x="40535" y="241180"/>
                    <a:pt x="40535" y="241180"/>
                    <a:pt x="40159" y="240052"/>
                  </a:cubicBezTo>
                  <a:cubicBezTo>
                    <a:pt x="39546" y="239807"/>
                    <a:pt x="38932" y="239561"/>
                    <a:pt x="38299" y="239308"/>
                  </a:cubicBezTo>
                  <a:cubicBezTo>
                    <a:pt x="37685" y="239063"/>
                    <a:pt x="37071" y="238817"/>
                    <a:pt x="36439" y="238564"/>
                  </a:cubicBezTo>
                  <a:cubicBezTo>
                    <a:pt x="36070" y="237459"/>
                    <a:pt x="36070" y="237459"/>
                    <a:pt x="35695" y="236332"/>
                  </a:cubicBezTo>
                  <a:cubicBezTo>
                    <a:pt x="35188" y="236224"/>
                    <a:pt x="34682" y="236117"/>
                    <a:pt x="34160" y="236006"/>
                  </a:cubicBezTo>
                  <a:cubicBezTo>
                    <a:pt x="33684" y="235868"/>
                    <a:pt x="33208" y="235730"/>
                    <a:pt x="32718" y="235587"/>
                  </a:cubicBezTo>
                  <a:cubicBezTo>
                    <a:pt x="32718" y="234605"/>
                    <a:pt x="32718" y="233623"/>
                    <a:pt x="32718" y="232611"/>
                  </a:cubicBezTo>
                  <a:cubicBezTo>
                    <a:pt x="31245" y="232365"/>
                    <a:pt x="29771" y="232120"/>
                    <a:pt x="28253" y="231867"/>
                  </a:cubicBezTo>
                  <a:cubicBezTo>
                    <a:pt x="28253" y="230885"/>
                    <a:pt x="28253" y="229902"/>
                    <a:pt x="28253" y="228890"/>
                  </a:cubicBezTo>
                  <a:cubicBezTo>
                    <a:pt x="27025" y="228890"/>
                    <a:pt x="25798" y="228890"/>
                    <a:pt x="24533" y="228890"/>
                  </a:cubicBezTo>
                  <a:cubicBezTo>
                    <a:pt x="24533" y="227908"/>
                    <a:pt x="24533" y="226926"/>
                    <a:pt x="24533" y="225914"/>
                  </a:cubicBezTo>
                  <a:cubicBezTo>
                    <a:pt x="23059" y="225668"/>
                    <a:pt x="21586" y="225423"/>
                    <a:pt x="20068" y="225170"/>
                  </a:cubicBezTo>
                  <a:cubicBezTo>
                    <a:pt x="20068" y="224187"/>
                    <a:pt x="20068" y="223205"/>
                    <a:pt x="20068" y="222193"/>
                  </a:cubicBezTo>
                  <a:cubicBezTo>
                    <a:pt x="19362" y="222254"/>
                    <a:pt x="18656" y="222316"/>
                    <a:pt x="17928" y="222379"/>
                  </a:cubicBezTo>
                  <a:cubicBezTo>
                    <a:pt x="17161" y="222318"/>
                    <a:pt x="16393" y="222256"/>
                    <a:pt x="15603" y="222193"/>
                  </a:cubicBezTo>
                  <a:cubicBezTo>
                    <a:pt x="14812" y="220751"/>
                    <a:pt x="14812" y="220751"/>
                    <a:pt x="14115" y="219216"/>
                  </a:cubicBezTo>
                  <a:cubicBezTo>
                    <a:pt x="12202" y="218734"/>
                    <a:pt x="12202" y="218734"/>
                    <a:pt x="10394" y="218472"/>
                  </a:cubicBezTo>
                  <a:cubicBezTo>
                    <a:pt x="10394" y="217981"/>
                    <a:pt x="10394" y="217490"/>
                    <a:pt x="10394" y="216984"/>
                  </a:cubicBezTo>
                  <a:cubicBezTo>
                    <a:pt x="9903" y="216984"/>
                    <a:pt x="9412" y="216984"/>
                    <a:pt x="8906" y="216984"/>
                  </a:cubicBezTo>
                  <a:cubicBezTo>
                    <a:pt x="8761" y="215899"/>
                    <a:pt x="8622" y="214814"/>
                    <a:pt x="8487" y="213728"/>
                  </a:cubicBezTo>
                  <a:cubicBezTo>
                    <a:pt x="8409" y="213124"/>
                    <a:pt x="8332" y="212520"/>
                    <a:pt x="8252" y="211897"/>
                  </a:cubicBezTo>
                  <a:cubicBezTo>
                    <a:pt x="8161" y="210287"/>
                    <a:pt x="8161" y="210287"/>
                    <a:pt x="8906" y="208798"/>
                  </a:cubicBezTo>
                  <a:cubicBezTo>
                    <a:pt x="9642" y="208553"/>
                    <a:pt x="10379" y="208307"/>
                    <a:pt x="11138" y="208054"/>
                  </a:cubicBezTo>
                  <a:cubicBezTo>
                    <a:pt x="11384" y="207318"/>
                    <a:pt x="11629" y="206581"/>
                    <a:pt x="11882" y="205822"/>
                  </a:cubicBezTo>
                  <a:cubicBezTo>
                    <a:pt x="12619" y="205331"/>
                    <a:pt x="13356" y="204840"/>
                    <a:pt x="14115" y="204334"/>
                  </a:cubicBezTo>
                  <a:cubicBezTo>
                    <a:pt x="14360" y="203597"/>
                    <a:pt x="14606" y="202860"/>
                    <a:pt x="14859" y="202101"/>
                  </a:cubicBezTo>
                  <a:cubicBezTo>
                    <a:pt x="15457" y="202009"/>
                    <a:pt x="16056" y="201917"/>
                    <a:pt x="16673" y="201822"/>
                  </a:cubicBezTo>
                  <a:cubicBezTo>
                    <a:pt x="17302" y="201669"/>
                    <a:pt x="17931" y="201515"/>
                    <a:pt x="18579" y="201357"/>
                  </a:cubicBezTo>
                  <a:cubicBezTo>
                    <a:pt x="19097" y="200126"/>
                    <a:pt x="19590" y="198884"/>
                    <a:pt x="20068" y="197636"/>
                  </a:cubicBezTo>
                  <a:cubicBezTo>
                    <a:pt x="20893" y="196412"/>
                    <a:pt x="21762" y="195217"/>
                    <a:pt x="22672" y="194055"/>
                  </a:cubicBezTo>
                  <a:cubicBezTo>
                    <a:pt x="23125" y="193467"/>
                    <a:pt x="23578" y="192879"/>
                    <a:pt x="24044" y="192273"/>
                  </a:cubicBezTo>
                  <a:cubicBezTo>
                    <a:pt x="24451" y="191833"/>
                    <a:pt x="24858" y="191393"/>
                    <a:pt x="25277" y="190939"/>
                  </a:cubicBezTo>
                  <a:cubicBezTo>
                    <a:pt x="25768" y="190939"/>
                    <a:pt x="26259" y="190939"/>
                    <a:pt x="26765" y="190939"/>
                  </a:cubicBezTo>
                  <a:cubicBezTo>
                    <a:pt x="27010" y="190325"/>
                    <a:pt x="27256" y="189711"/>
                    <a:pt x="27509" y="189079"/>
                  </a:cubicBezTo>
                  <a:cubicBezTo>
                    <a:pt x="27755" y="188465"/>
                    <a:pt x="28000" y="187851"/>
                    <a:pt x="28253" y="187218"/>
                  </a:cubicBezTo>
                  <a:cubicBezTo>
                    <a:pt x="28744" y="187218"/>
                    <a:pt x="29235" y="187218"/>
                    <a:pt x="29741" y="187218"/>
                  </a:cubicBezTo>
                  <a:cubicBezTo>
                    <a:pt x="29997" y="186228"/>
                    <a:pt x="30245" y="185236"/>
                    <a:pt x="30486" y="184242"/>
                  </a:cubicBezTo>
                  <a:cubicBezTo>
                    <a:pt x="30977" y="183996"/>
                    <a:pt x="31468" y="183751"/>
                    <a:pt x="31974" y="183498"/>
                  </a:cubicBezTo>
                  <a:cubicBezTo>
                    <a:pt x="32219" y="182991"/>
                    <a:pt x="32465" y="182485"/>
                    <a:pt x="32718" y="181963"/>
                  </a:cubicBezTo>
                  <a:cubicBezTo>
                    <a:pt x="32964" y="181487"/>
                    <a:pt x="33209" y="181011"/>
                    <a:pt x="33462" y="180521"/>
                  </a:cubicBezTo>
                  <a:cubicBezTo>
                    <a:pt x="33953" y="180521"/>
                    <a:pt x="34444" y="180521"/>
                    <a:pt x="34950" y="180521"/>
                  </a:cubicBezTo>
                  <a:cubicBezTo>
                    <a:pt x="35058" y="180076"/>
                    <a:pt x="35165" y="179631"/>
                    <a:pt x="35276" y="179172"/>
                  </a:cubicBezTo>
                  <a:cubicBezTo>
                    <a:pt x="35777" y="177225"/>
                    <a:pt x="36496" y="176688"/>
                    <a:pt x="37927" y="175312"/>
                  </a:cubicBezTo>
                  <a:cubicBezTo>
                    <a:pt x="38265" y="174744"/>
                    <a:pt x="38602" y="174176"/>
                    <a:pt x="38950" y="173591"/>
                  </a:cubicBezTo>
                  <a:cubicBezTo>
                    <a:pt x="39932" y="171968"/>
                    <a:pt x="40885" y="170688"/>
                    <a:pt x="42113" y="169266"/>
                  </a:cubicBezTo>
                  <a:cubicBezTo>
                    <a:pt x="43984" y="167263"/>
                    <a:pt x="43984" y="167263"/>
                    <a:pt x="44624" y="164894"/>
                  </a:cubicBezTo>
                  <a:cubicBezTo>
                    <a:pt x="45115" y="164649"/>
                    <a:pt x="45607" y="164403"/>
                    <a:pt x="46113" y="164150"/>
                  </a:cubicBezTo>
                  <a:cubicBezTo>
                    <a:pt x="46220" y="163674"/>
                    <a:pt x="46327" y="163198"/>
                    <a:pt x="46438" y="162708"/>
                  </a:cubicBezTo>
                  <a:cubicBezTo>
                    <a:pt x="46857" y="161173"/>
                    <a:pt x="46857" y="161173"/>
                    <a:pt x="49089" y="159685"/>
                  </a:cubicBezTo>
                  <a:cubicBezTo>
                    <a:pt x="49614" y="158457"/>
                    <a:pt x="50106" y="157214"/>
                    <a:pt x="50577" y="155964"/>
                  </a:cubicBezTo>
                  <a:cubicBezTo>
                    <a:pt x="51414" y="154520"/>
                    <a:pt x="52284" y="153093"/>
                    <a:pt x="53182" y="151686"/>
                  </a:cubicBezTo>
                  <a:cubicBezTo>
                    <a:pt x="53635" y="150968"/>
                    <a:pt x="54087" y="150251"/>
                    <a:pt x="54554" y="149511"/>
                  </a:cubicBezTo>
                  <a:cubicBezTo>
                    <a:pt x="55786" y="147779"/>
                    <a:pt x="55786" y="147779"/>
                    <a:pt x="57275" y="147035"/>
                  </a:cubicBezTo>
                  <a:cubicBezTo>
                    <a:pt x="57397" y="146421"/>
                    <a:pt x="57520" y="145807"/>
                    <a:pt x="57647" y="145174"/>
                  </a:cubicBezTo>
                  <a:cubicBezTo>
                    <a:pt x="57770" y="144561"/>
                    <a:pt x="57892" y="143947"/>
                    <a:pt x="58019" y="143314"/>
                  </a:cubicBezTo>
                  <a:cubicBezTo>
                    <a:pt x="58510" y="143069"/>
                    <a:pt x="59001" y="142823"/>
                    <a:pt x="59507" y="142570"/>
                  </a:cubicBezTo>
                  <a:cubicBezTo>
                    <a:pt x="59753" y="141833"/>
                    <a:pt x="59998" y="141097"/>
                    <a:pt x="60251" y="140338"/>
                  </a:cubicBezTo>
                  <a:cubicBezTo>
                    <a:pt x="60995" y="138105"/>
                    <a:pt x="60995" y="138105"/>
                    <a:pt x="62484" y="137361"/>
                  </a:cubicBezTo>
                  <a:cubicBezTo>
                    <a:pt x="62591" y="136732"/>
                    <a:pt x="62699" y="136102"/>
                    <a:pt x="62809" y="135454"/>
                  </a:cubicBezTo>
                  <a:cubicBezTo>
                    <a:pt x="63016" y="134556"/>
                    <a:pt x="63016" y="134556"/>
                    <a:pt x="63228" y="133640"/>
                  </a:cubicBezTo>
                  <a:cubicBezTo>
                    <a:pt x="63965" y="133640"/>
                    <a:pt x="64701" y="133640"/>
                    <a:pt x="65460" y="133640"/>
                  </a:cubicBezTo>
                  <a:cubicBezTo>
                    <a:pt x="65537" y="132827"/>
                    <a:pt x="65614" y="132013"/>
                    <a:pt x="65693" y="131175"/>
                  </a:cubicBezTo>
                  <a:cubicBezTo>
                    <a:pt x="66216" y="128368"/>
                    <a:pt x="66432" y="127953"/>
                    <a:pt x="68437" y="126199"/>
                  </a:cubicBezTo>
                  <a:cubicBezTo>
                    <a:pt x="68699" y="125210"/>
                    <a:pt x="68949" y="124218"/>
                    <a:pt x="69181" y="123222"/>
                  </a:cubicBezTo>
                  <a:cubicBezTo>
                    <a:pt x="69672" y="122977"/>
                    <a:pt x="70163" y="122731"/>
                    <a:pt x="70669" y="122478"/>
                  </a:cubicBezTo>
                  <a:cubicBezTo>
                    <a:pt x="70915" y="121726"/>
                    <a:pt x="71160" y="120974"/>
                    <a:pt x="71413" y="120199"/>
                  </a:cubicBezTo>
                  <a:cubicBezTo>
                    <a:pt x="71659" y="119478"/>
                    <a:pt x="71904" y="118757"/>
                    <a:pt x="72158" y="118013"/>
                  </a:cubicBezTo>
                  <a:cubicBezTo>
                    <a:pt x="72649" y="118013"/>
                    <a:pt x="73140" y="118013"/>
                    <a:pt x="73646" y="118013"/>
                  </a:cubicBezTo>
                  <a:cubicBezTo>
                    <a:pt x="73738" y="117292"/>
                    <a:pt x="73830" y="116571"/>
                    <a:pt x="73925" y="115827"/>
                  </a:cubicBezTo>
                  <a:cubicBezTo>
                    <a:pt x="74078" y="115075"/>
                    <a:pt x="74232" y="114323"/>
                    <a:pt x="74390" y="113548"/>
                  </a:cubicBezTo>
                  <a:cubicBezTo>
                    <a:pt x="74881" y="113303"/>
                    <a:pt x="75372" y="113057"/>
                    <a:pt x="75878" y="112804"/>
                  </a:cubicBezTo>
                  <a:cubicBezTo>
                    <a:pt x="76016" y="111515"/>
                    <a:pt x="76016" y="111515"/>
                    <a:pt x="76157" y="110200"/>
                  </a:cubicBezTo>
                  <a:cubicBezTo>
                    <a:pt x="76311" y="109340"/>
                    <a:pt x="76464" y="108481"/>
                    <a:pt x="76622" y="107595"/>
                  </a:cubicBezTo>
                  <a:cubicBezTo>
                    <a:pt x="77129" y="107488"/>
                    <a:pt x="77635" y="107380"/>
                    <a:pt x="78157" y="107270"/>
                  </a:cubicBezTo>
                  <a:cubicBezTo>
                    <a:pt x="78633" y="107132"/>
                    <a:pt x="79109" y="106994"/>
                    <a:pt x="79599" y="106851"/>
                  </a:cubicBezTo>
                  <a:cubicBezTo>
                    <a:pt x="79892" y="104813"/>
                    <a:pt x="79730" y="102970"/>
                    <a:pt x="79599" y="100898"/>
                  </a:cubicBezTo>
                  <a:cubicBezTo>
                    <a:pt x="80336" y="100898"/>
                    <a:pt x="81072" y="100898"/>
                    <a:pt x="81831" y="100898"/>
                  </a:cubicBezTo>
                  <a:cubicBezTo>
                    <a:pt x="81923" y="100054"/>
                    <a:pt x="82016" y="99210"/>
                    <a:pt x="82110" y="98340"/>
                  </a:cubicBezTo>
                  <a:cubicBezTo>
                    <a:pt x="82264" y="97465"/>
                    <a:pt x="82417" y="96590"/>
                    <a:pt x="82575" y="95689"/>
                  </a:cubicBezTo>
                  <a:cubicBezTo>
                    <a:pt x="83067" y="95444"/>
                    <a:pt x="83558" y="95198"/>
                    <a:pt x="84064" y="94945"/>
                  </a:cubicBezTo>
                  <a:cubicBezTo>
                    <a:pt x="84409" y="93656"/>
                    <a:pt x="84409" y="93656"/>
                    <a:pt x="84761" y="92340"/>
                  </a:cubicBezTo>
                  <a:cubicBezTo>
                    <a:pt x="85022" y="91481"/>
                    <a:pt x="85283" y="90621"/>
                    <a:pt x="85552" y="89736"/>
                  </a:cubicBezTo>
                  <a:cubicBezTo>
                    <a:pt x="86289" y="89490"/>
                    <a:pt x="87025" y="89245"/>
                    <a:pt x="87784" y="88992"/>
                  </a:cubicBezTo>
                  <a:cubicBezTo>
                    <a:pt x="88057" y="87406"/>
                    <a:pt x="88057" y="87406"/>
                    <a:pt x="87924" y="85597"/>
                  </a:cubicBezTo>
                  <a:cubicBezTo>
                    <a:pt x="87904" y="84982"/>
                    <a:pt x="87884" y="84367"/>
                    <a:pt x="87863" y="83733"/>
                  </a:cubicBezTo>
                  <a:cubicBezTo>
                    <a:pt x="87837" y="83259"/>
                    <a:pt x="87811" y="82784"/>
                    <a:pt x="87784" y="82295"/>
                  </a:cubicBezTo>
                  <a:cubicBezTo>
                    <a:pt x="88521" y="82295"/>
                    <a:pt x="89258" y="82295"/>
                    <a:pt x="90017" y="82295"/>
                  </a:cubicBezTo>
                  <a:cubicBezTo>
                    <a:pt x="90262" y="80084"/>
                    <a:pt x="90508" y="77874"/>
                    <a:pt x="90761" y="75597"/>
                  </a:cubicBezTo>
                  <a:cubicBezTo>
                    <a:pt x="91498" y="75597"/>
                    <a:pt x="92234" y="75597"/>
                    <a:pt x="92993" y="75597"/>
                  </a:cubicBezTo>
                  <a:cubicBezTo>
                    <a:pt x="92968" y="75122"/>
                    <a:pt x="92942" y="74648"/>
                    <a:pt x="92915" y="74158"/>
                  </a:cubicBezTo>
                  <a:cubicBezTo>
                    <a:pt x="92895" y="73544"/>
                    <a:pt x="92875" y="72929"/>
                    <a:pt x="92854" y="72295"/>
                  </a:cubicBezTo>
                  <a:cubicBezTo>
                    <a:pt x="92815" y="71376"/>
                    <a:pt x="92815" y="71376"/>
                    <a:pt x="92775" y="70438"/>
                  </a:cubicBezTo>
                  <a:cubicBezTo>
                    <a:pt x="92847" y="69930"/>
                    <a:pt x="92919" y="69423"/>
                    <a:pt x="92993" y="68900"/>
                  </a:cubicBezTo>
                  <a:cubicBezTo>
                    <a:pt x="93730" y="68654"/>
                    <a:pt x="94467" y="68409"/>
                    <a:pt x="95226" y="68156"/>
                  </a:cubicBezTo>
                  <a:cubicBezTo>
                    <a:pt x="95661" y="66752"/>
                    <a:pt x="95661" y="66752"/>
                    <a:pt x="95737" y="65133"/>
                  </a:cubicBezTo>
                  <a:cubicBezTo>
                    <a:pt x="95814" y="64166"/>
                    <a:pt x="95891" y="63199"/>
                    <a:pt x="95970" y="62203"/>
                  </a:cubicBezTo>
                  <a:cubicBezTo>
                    <a:pt x="96707" y="62203"/>
                    <a:pt x="97443" y="62203"/>
                    <a:pt x="98202" y="62203"/>
                  </a:cubicBezTo>
                  <a:cubicBezTo>
                    <a:pt x="98257" y="61410"/>
                    <a:pt x="98257" y="61410"/>
                    <a:pt x="98313" y="60601"/>
                  </a:cubicBezTo>
                  <a:cubicBezTo>
                    <a:pt x="98369" y="59917"/>
                    <a:pt x="98424" y="59233"/>
                    <a:pt x="98481" y="58529"/>
                  </a:cubicBezTo>
                  <a:cubicBezTo>
                    <a:pt x="98533" y="57847"/>
                    <a:pt x="98585" y="57165"/>
                    <a:pt x="98638" y="56462"/>
                  </a:cubicBezTo>
                  <a:cubicBezTo>
                    <a:pt x="98740" y="55901"/>
                    <a:pt x="98842" y="55340"/>
                    <a:pt x="98947" y="54761"/>
                  </a:cubicBezTo>
                  <a:cubicBezTo>
                    <a:pt x="99438" y="54516"/>
                    <a:pt x="99929" y="54270"/>
                    <a:pt x="100435" y="54017"/>
                  </a:cubicBezTo>
                  <a:cubicBezTo>
                    <a:pt x="100700" y="51900"/>
                    <a:pt x="100765" y="49800"/>
                    <a:pt x="100851" y="47669"/>
                  </a:cubicBezTo>
                  <a:cubicBezTo>
                    <a:pt x="100959" y="47063"/>
                    <a:pt x="101067" y="46456"/>
                    <a:pt x="101179" y="45832"/>
                  </a:cubicBezTo>
                  <a:cubicBezTo>
                    <a:pt x="101916" y="45586"/>
                    <a:pt x="102652" y="45341"/>
                    <a:pt x="103411" y="45088"/>
                  </a:cubicBezTo>
                  <a:cubicBezTo>
                    <a:pt x="103848" y="43512"/>
                    <a:pt x="103848" y="43512"/>
                    <a:pt x="103923" y="41692"/>
                  </a:cubicBezTo>
                  <a:cubicBezTo>
                    <a:pt x="103996" y="40770"/>
                    <a:pt x="103996" y="40770"/>
                    <a:pt x="104071" y="39829"/>
                  </a:cubicBezTo>
                  <a:cubicBezTo>
                    <a:pt x="104099" y="39354"/>
                    <a:pt x="104127" y="38879"/>
                    <a:pt x="104156" y="38390"/>
                  </a:cubicBezTo>
                  <a:cubicBezTo>
                    <a:pt x="104892" y="38390"/>
                    <a:pt x="105629" y="38390"/>
                    <a:pt x="106388" y="38390"/>
                  </a:cubicBezTo>
                  <a:cubicBezTo>
                    <a:pt x="106634" y="35198"/>
                    <a:pt x="106879" y="32006"/>
                    <a:pt x="107132" y="28716"/>
                  </a:cubicBezTo>
                  <a:cubicBezTo>
                    <a:pt x="107869" y="28716"/>
                    <a:pt x="108606" y="28716"/>
                    <a:pt x="109365" y="28716"/>
                  </a:cubicBezTo>
                  <a:cubicBezTo>
                    <a:pt x="109365" y="25770"/>
                    <a:pt x="109365" y="22823"/>
                    <a:pt x="109365" y="19787"/>
                  </a:cubicBezTo>
                  <a:cubicBezTo>
                    <a:pt x="110101" y="19787"/>
                    <a:pt x="110838" y="19787"/>
                    <a:pt x="111597" y="19787"/>
                  </a:cubicBezTo>
                  <a:cubicBezTo>
                    <a:pt x="111843" y="16594"/>
                    <a:pt x="112088" y="13402"/>
                    <a:pt x="112341" y="10113"/>
                  </a:cubicBezTo>
                  <a:cubicBezTo>
                    <a:pt x="113078" y="10113"/>
                    <a:pt x="113814" y="10113"/>
                    <a:pt x="114574" y="10113"/>
                  </a:cubicBezTo>
                  <a:cubicBezTo>
                    <a:pt x="114619" y="9477"/>
                    <a:pt x="114664" y="8841"/>
                    <a:pt x="114710" y="8186"/>
                  </a:cubicBezTo>
                  <a:cubicBezTo>
                    <a:pt x="114772" y="7364"/>
                    <a:pt x="114835" y="6542"/>
                    <a:pt x="114899" y="5695"/>
                  </a:cubicBezTo>
                  <a:cubicBezTo>
                    <a:pt x="114990" y="4464"/>
                    <a:pt x="114990" y="4464"/>
                    <a:pt x="115082" y="3209"/>
                  </a:cubicBezTo>
                  <a:cubicBezTo>
                    <a:pt x="115411" y="381"/>
                    <a:pt x="115405" y="439"/>
                    <a:pt x="118294" y="439"/>
                  </a:cubicBezTo>
                  <a:close/>
                </a:path>
              </a:pathLst>
            </a:custGeom>
            <a:grpFill/>
            <a:ln w="744" cap="flat">
              <a:noFill/>
              <a:prstDash val="solid"/>
              <a:miter/>
            </a:ln>
          </p:spPr>
          <p:txBody>
            <a:bodyPr rtlCol="0" anchor="ctr"/>
            <a:lstStyle/>
            <a:p>
              <a:endParaRPr lang="zh-CN" altLang="en-US"/>
            </a:p>
          </p:txBody>
        </p:sp>
        <p:sp>
          <p:nvSpPr>
            <p:cNvPr id="148" name="任意多边形: 形状 147"/>
            <p:cNvSpPr/>
            <p:nvPr/>
          </p:nvSpPr>
          <p:spPr>
            <a:xfrm>
              <a:off x="1698764" y="610020"/>
              <a:ext cx="185669" cy="1011707"/>
            </a:xfrm>
            <a:custGeom>
              <a:avLst/>
              <a:gdLst>
                <a:gd name="connsiteX0" fmla="*/ 7596 w 185672"/>
                <a:gd name="connsiteY0" fmla="*/ 459 h 1011677"/>
                <a:gd name="connsiteX1" fmla="*/ 9607 w 185672"/>
                <a:gd name="connsiteY1" fmla="*/ 453 h 1011677"/>
                <a:gd name="connsiteX2" fmla="*/ 11819 w 185672"/>
                <a:gd name="connsiteY2" fmla="*/ 458 h 1011677"/>
                <a:gd name="connsiteX3" fmla="*/ 14144 w 185672"/>
                <a:gd name="connsiteY3" fmla="*/ 454 h 1011677"/>
                <a:gd name="connsiteX4" fmla="*/ 21780 w 185672"/>
                <a:gd name="connsiteY4" fmla="*/ 455 h 1011677"/>
                <a:gd name="connsiteX5" fmla="*/ 27069 w 185672"/>
                <a:gd name="connsiteY5" fmla="*/ 453 h 1011677"/>
                <a:gd name="connsiteX6" fmla="*/ 38164 w 185672"/>
                <a:gd name="connsiteY6" fmla="*/ 457 h 1011677"/>
                <a:gd name="connsiteX7" fmla="*/ 52413 w 185672"/>
                <a:gd name="connsiteY7" fmla="*/ 454 h 1011677"/>
                <a:gd name="connsiteX8" fmla="*/ 63337 w 185672"/>
                <a:gd name="connsiteY8" fmla="*/ 454 h 1011677"/>
                <a:gd name="connsiteX9" fmla="*/ 68592 w 185672"/>
                <a:gd name="connsiteY9" fmla="*/ 452 h 1011677"/>
                <a:gd name="connsiteX10" fmla="*/ 75925 w 185672"/>
                <a:gd name="connsiteY10" fmla="*/ 458 h 1011677"/>
                <a:gd name="connsiteX11" fmla="*/ 78137 w 185672"/>
                <a:gd name="connsiteY11" fmla="*/ 453 h 1011677"/>
                <a:gd name="connsiteX12" fmla="*/ 80148 w 185672"/>
                <a:gd name="connsiteY12" fmla="*/ 459 h 1011677"/>
                <a:gd name="connsiteX13" fmla="*/ 81901 w 185672"/>
                <a:gd name="connsiteY13" fmla="*/ 460 h 1011677"/>
                <a:gd name="connsiteX14" fmla="*/ 84800 w 185672"/>
                <a:gd name="connsiteY14" fmla="*/ 1298 h 1011677"/>
                <a:gd name="connsiteX15" fmla="*/ 84985 w 185672"/>
                <a:gd name="connsiteY15" fmla="*/ 7278 h 1011677"/>
                <a:gd name="connsiteX16" fmla="*/ 84990 w 185672"/>
                <a:gd name="connsiteY16" fmla="*/ 9214 h 1011677"/>
                <a:gd name="connsiteX17" fmla="*/ 84983 w 185672"/>
                <a:gd name="connsiteY17" fmla="*/ 15731 h 1011677"/>
                <a:gd name="connsiteX18" fmla="*/ 84988 w 185672"/>
                <a:gd name="connsiteY18" fmla="*/ 20431 h 1011677"/>
                <a:gd name="connsiteX19" fmla="*/ 84982 w 185672"/>
                <a:gd name="connsiteY19" fmla="*/ 33473 h 1011677"/>
                <a:gd name="connsiteX20" fmla="*/ 84983 w 185672"/>
                <a:gd name="connsiteY20" fmla="*/ 47614 h 1011677"/>
                <a:gd name="connsiteX21" fmla="*/ 84977 w 185672"/>
                <a:gd name="connsiteY21" fmla="*/ 72438 h 1011677"/>
                <a:gd name="connsiteX22" fmla="*/ 84968 w 185672"/>
                <a:gd name="connsiteY22" fmla="*/ 99087 h 1011677"/>
                <a:gd name="connsiteX23" fmla="*/ 84968 w 185672"/>
                <a:gd name="connsiteY23" fmla="*/ 100785 h 1011677"/>
                <a:gd name="connsiteX24" fmla="*/ 84969 w 185672"/>
                <a:gd name="connsiteY24" fmla="*/ 109352 h 1011677"/>
                <a:gd name="connsiteX25" fmla="*/ 84957 w 185672"/>
                <a:gd name="connsiteY25" fmla="*/ 171436 h 1011677"/>
                <a:gd name="connsiteX26" fmla="*/ 84941 w 185672"/>
                <a:gd name="connsiteY26" fmla="*/ 232940 h 1011677"/>
                <a:gd name="connsiteX27" fmla="*/ 84941 w 185672"/>
                <a:gd name="connsiteY27" fmla="*/ 234867 h 1011677"/>
                <a:gd name="connsiteX28" fmla="*/ 84940 w 185672"/>
                <a:gd name="connsiteY28" fmla="*/ 252298 h 1011677"/>
                <a:gd name="connsiteX29" fmla="*/ 84936 w 185672"/>
                <a:gd name="connsiteY29" fmla="*/ 295632 h 1011677"/>
                <a:gd name="connsiteX30" fmla="*/ 84935 w 185672"/>
                <a:gd name="connsiteY30" fmla="*/ 297626 h 1011677"/>
                <a:gd name="connsiteX31" fmla="*/ 84912 w 185672"/>
                <a:gd name="connsiteY31" fmla="*/ 393681 h 1011677"/>
                <a:gd name="connsiteX32" fmla="*/ 84902 w 185672"/>
                <a:gd name="connsiteY32" fmla="*/ 427024 h 1011677"/>
                <a:gd name="connsiteX33" fmla="*/ 84901 w 185672"/>
                <a:gd name="connsiteY33" fmla="*/ 429113 h 1011677"/>
                <a:gd name="connsiteX34" fmla="*/ 84882 w 185672"/>
                <a:gd name="connsiteY34" fmla="*/ 525202 h 1011677"/>
                <a:gd name="connsiteX35" fmla="*/ 84881 w 185672"/>
                <a:gd name="connsiteY35" fmla="*/ 531438 h 1011677"/>
                <a:gd name="connsiteX36" fmla="*/ 84875 w 185672"/>
                <a:gd name="connsiteY36" fmla="*/ 572767 h 1011677"/>
                <a:gd name="connsiteX37" fmla="*/ 84863 w 185672"/>
                <a:gd name="connsiteY37" fmla="*/ 655004 h 1011677"/>
                <a:gd name="connsiteX38" fmla="*/ 84863 w 185672"/>
                <a:gd name="connsiteY38" fmla="*/ 658921 h 1011677"/>
                <a:gd name="connsiteX39" fmla="*/ 84823 w 185672"/>
                <a:gd name="connsiteY39" fmla="*/ 835285 h 1011677"/>
                <a:gd name="connsiteX40" fmla="*/ 84823 w 185672"/>
                <a:gd name="connsiteY40" fmla="*/ 836953 h 1011677"/>
                <a:gd name="connsiteX41" fmla="*/ 84800 w 185672"/>
                <a:gd name="connsiteY41" fmla="*/ 919567 h 1011677"/>
                <a:gd name="connsiteX42" fmla="*/ 86388 w 185672"/>
                <a:gd name="connsiteY42" fmla="*/ 919565 h 1011677"/>
                <a:gd name="connsiteX43" fmla="*/ 124600 w 185672"/>
                <a:gd name="connsiteY43" fmla="*/ 919529 h 1011677"/>
                <a:gd name="connsiteX44" fmla="*/ 143078 w 185672"/>
                <a:gd name="connsiteY44" fmla="*/ 919511 h 1011677"/>
                <a:gd name="connsiteX45" fmla="*/ 159180 w 185672"/>
                <a:gd name="connsiteY45" fmla="*/ 919497 h 1011677"/>
                <a:gd name="connsiteX46" fmla="*/ 167710 w 185672"/>
                <a:gd name="connsiteY46" fmla="*/ 919489 h 1011677"/>
                <a:gd name="connsiteX47" fmla="*/ 175731 w 185672"/>
                <a:gd name="connsiteY47" fmla="*/ 919483 h 1011677"/>
                <a:gd name="connsiteX48" fmla="*/ 180092 w 185672"/>
                <a:gd name="connsiteY48" fmla="*/ 919475 h 1011677"/>
                <a:gd name="connsiteX49" fmla="*/ 182698 w 185672"/>
                <a:gd name="connsiteY49" fmla="*/ 919478 h 1011677"/>
                <a:gd name="connsiteX50" fmla="*/ 184972 w 185672"/>
                <a:gd name="connsiteY50" fmla="*/ 919476 h 1011677"/>
                <a:gd name="connsiteX51" fmla="*/ 188235 w 185672"/>
                <a:gd name="connsiteY51" fmla="*/ 920312 h 1011677"/>
                <a:gd name="connsiteX52" fmla="*/ 188414 w 185672"/>
                <a:gd name="connsiteY52" fmla="*/ 923876 h 1011677"/>
                <a:gd name="connsiteX53" fmla="*/ 188421 w 185672"/>
                <a:gd name="connsiteY53" fmla="*/ 926213 h 1011677"/>
                <a:gd name="connsiteX54" fmla="*/ 188404 w 185672"/>
                <a:gd name="connsiteY54" fmla="*/ 928798 h 1011677"/>
                <a:gd name="connsiteX55" fmla="*/ 188405 w 185672"/>
                <a:gd name="connsiteY55" fmla="*/ 931504 h 1011677"/>
                <a:gd name="connsiteX56" fmla="*/ 188386 w 185672"/>
                <a:gd name="connsiteY56" fmla="*/ 938869 h 1011677"/>
                <a:gd name="connsiteX57" fmla="*/ 188374 w 185672"/>
                <a:gd name="connsiteY57" fmla="*/ 946559 h 1011677"/>
                <a:gd name="connsiteX58" fmla="*/ 188343 w 185672"/>
                <a:gd name="connsiteY58" fmla="*/ 961131 h 1011677"/>
                <a:gd name="connsiteX59" fmla="*/ 188310 w 185672"/>
                <a:gd name="connsiteY59" fmla="*/ 977716 h 1011677"/>
                <a:gd name="connsiteX60" fmla="*/ 188235 w 185672"/>
                <a:gd name="connsiteY60" fmla="*/ 1011841 h 1011677"/>
                <a:gd name="connsiteX61" fmla="*/ 130642 w 185672"/>
                <a:gd name="connsiteY61" fmla="*/ 1011957 h 1011677"/>
                <a:gd name="connsiteX62" fmla="*/ 103902 w 185672"/>
                <a:gd name="connsiteY62" fmla="*/ 1012009 h 1011677"/>
                <a:gd name="connsiteX63" fmla="*/ 80605 w 185672"/>
                <a:gd name="connsiteY63" fmla="*/ 1012051 h 1011677"/>
                <a:gd name="connsiteX64" fmla="*/ 68261 w 185672"/>
                <a:gd name="connsiteY64" fmla="*/ 1012077 h 1011677"/>
                <a:gd name="connsiteX65" fmla="*/ 56657 w 185672"/>
                <a:gd name="connsiteY65" fmla="*/ 1012093 h 1011677"/>
                <a:gd name="connsiteX66" fmla="*/ 52385 w 185672"/>
                <a:gd name="connsiteY66" fmla="*/ 1012107 h 1011677"/>
                <a:gd name="connsiteX67" fmla="*/ 46579 w 185672"/>
                <a:gd name="connsiteY67" fmla="*/ 1012109 h 1011677"/>
                <a:gd name="connsiteX68" fmla="*/ 44848 w 185672"/>
                <a:gd name="connsiteY68" fmla="*/ 1012129 h 1011677"/>
                <a:gd name="connsiteX69" fmla="*/ 40896 w 185672"/>
                <a:gd name="connsiteY69" fmla="*/ 1011841 h 1011677"/>
                <a:gd name="connsiteX70" fmla="*/ 40151 w 185672"/>
                <a:gd name="connsiteY70" fmla="*/ 1009608 h 1011677"/>
                <a:gd name="connsiteX71" fmla="*/ 37919 w 185672"/>
                <a:gd name="connsiteY71" fmla="*/ 1008864 h 1011677"/>
                <a:gd name="connsiteX72" fmla="*/ 37175 w 185672"/>
                <a:gd name="connsiteY72" fmla="*/ 1006632 h 1011677"/>
                <a:gd name="connsiteX73" fmla="*/ 34942 w 185672"/>
                <a:gd name="connsiteY73" fmla="*/ 1005144 h 1011677"/>
                <a:gd name="connsiteX74" fmla="*/ 34198 w 185672"/>
                <a:gd name="connsiteY74" fmla="*/ 1002911 h 1011677"/>
                <a:gd name="connsiteX75" fmla="*/ 32338 w 185672"/>
                <a:gd name="connsiteY75" fmla="*/ 1001795 h 1011677"/>
                <a:gd name="connsiteX76" fmla="*/ 29733 w 185672"/>
                <a:gd name="connsiteY76" fmla="*/ 998446 h 1011677"/>
                <a:gd name="connsiteX77" fmla="*/ 28757 w 185672"/>
                <a:gd name="connsiteY77" fmla="*/ 997470 h 1011677"/>
                <a:gd name="connsiteX78" fmla="*/ 26013 w 185672"/>
                <a:gd name="connsiteY78" fmla="*/ 993888 h 1011677"/>
                <a:gd name="connsiteX79" fmla="*/ 22292 w 185672"/>
                <a:gd name="connsiteY79" fmla="*/ 991005 h 1011677"/>
                <a:gd name="connsiteX80" fmla="*/ 22292 w 185672"/>
                <a:gd name="connsiteY80" fmla="*/ 988028 h 1011677"/>
                <a:gd name="connsiteX81" fmla="*/ 19316 w 185672"/>
                <a:gd name="connsiteY81" fmla="*/ 986540 h 1011677"/>
                <a:gd name="connsiteX82" fmla="*/ 19316 w 185672"/>
                <a:gd name="connsiteY82" fmla="*/ 984308 h 1011677"/>
                <a:gd name="connsiteX83" fmla="*/ 17827 w 185672"/>
                <a:gd name="connsiteY83" fmla="*/ 983936 h 1011677"/>
                <a:gd name="connsiteX84" fmla="*/ 16339 w 185672"/>
                <a:gd name="connsiteY84" fmla="*/ 983563 h 1011677"/>
                <a:gd name="connsiteX85" fmla="*/ 16339 w 185672"/>
                <a:gd name="connsiteY85" fmla="*/ 981331 h 1011677"/>
                <a:gd name="connsiteX86" fmla="*/ 14851 w 185672"/>
                <a:gd name="connsiteY86" fmla="*/ 981006 h 1011677"/>
                <a:gd name="connsiteX87" fmla="*/ 13362 w 185672"/>
                <a:gd name="connsiteY87" fmla="*/ 980587 h 1011677"/>
                <a:gd name="connsiteX88" fmla="*/ 13362 w 185672"/>
                <a:gd name="connsiteY88" fmla="*/ 977610 h 1011677"/>
                <a:gd name="connsiteX89" fmla="*/ 11130 w 185672"/>
                <a:gd name="connsiteY89" fmla="*/ 977610 h 1011677"/>
                <a:gd name="connsiteX90" fmla="*/ 11130 w 185672"/>
                <a:gd name="connsiteY90" fmla="*/ 974634 h 1011677"/>
                <a:gd name="connsiteX91" fmla="*/ 9456 w 185672"/>
                <a:gd name="connsiteY91" fmla="*/ 974308 h 1011677"/>
                <a:gd name="connsiteX92" fmla="*/ 5688 w 185672"/>
                <a:gd name="connsiteY92" fmla="*/ 972076 h 1011677"/>
                <a:gd name="connsiteX93" fmla="*/ 4433 w 185672"/>
                <a:gd name="connsiteY93" fmla="*/ 968681 h 1011677"/>
                <a:gd name="connsiteX94" fmla="*/ 2944 w 185672"/>
                <a:gd name="connsiteY94" fmla="*/ 968681 h 1011677"/>
                <a:gd name="connsiteX95" fmla="*/ 2921 w 185672"/>
                <a:gd name="connsiteY95" fmla="*/ 879890 h 1011677"/>
                <a:gd name="connsiteX96" fmla="*/ 2920 w 185672"/>
                <a:gd name="connsiteY96" fmla="*/ 878135 h 1011677"/>
                <a:gd name="connsiteX97" fmla="*/ 2881 w 185672"/>
                <a:gd name="connsiteY97" fmla="*/ 692030 h 1011677"/>
                <a:gd name="connsiteX98" fmla="*/ 2881 w 185672"/>
                <a:gd name="connsiteY98" fmla="*/ 687898 h 1011677"/>
                <a:gd name="connsiteX99" fmla="*/ 2869 w 185672"/>
                <a:gd name="connsiteY99" fmla="*/ 601167 h 1011677"/>
                <a:gd name="connsiteX100" fmla="*/ 2863 w 185672"/>
                <a:gd name="connsiteY100" fmla="*/ 557601 h 1011677"/>
                <a:gd name="connsiteX101" fmla="*/ 2862 w 185672"/>
                <a:gd name="connsiteY101" fmla="*/ 551029 h 1011677"/>
                <a:gd name="connsiteX102" fmla="*/ 2842 w 185672"/>
                <a:gd name="connsiteY102" fmla="*/ 449791 h 1011677"/>
                <a:gd name="connsiteX103" fmla="*/ 2842 w 185672"/>
                <a:gd name="connsiteY103" fmla="*/ 447591 h 1011677"/>
                <a:gd name="connsiteX104" fmla="*/ 2831 w 185672"/>
                <a:gd name="connsiteY104" fmla="*/ 412475 h 1011677"/>
                <a:gd name="connsiteX105" fmla="*/ 2809 w 185672"/>
                <a:gd name="connsiteY105" fmla="*/ 311371 h 1011677"/>
                <a:gd name="connsiteX106" fmla="*/ 2809 w 185672"/>
                <a:gd name="connsiteY106" fmla="*/ 309272 h 1011677"/>
                <a:gd name="connsiteX107" fmla="*/ 2805 w 185672"/>
                <a:gd name="connsiteY107" fmla="*/ 263671 h 1011677"/>
                <a:gd name="connsiteX108" fmla="*/ 2803 w 185672"/>
                <a:gd name="connsiteY108" fmla="*/ 245325 h 1011677"/>
                <a:gd name="connsiteX109" fmla="*/ 2803 w 185672"/>
                <a:gd name="connsiteY109" fmla="*/ 243297 h 1011677"/>
                <a:gd name="connsiteX110" fmla="*/ 2786 w 185672"/>
                <a:gd name="connsiteY110" fmla="*/ 178522 h 1011677"/>
                <a:gd name="connsiteX111" fmla="*/ 2775 w 185672"/>
                <a:gd name="connsiteY111" fmla="*/ 113310 h 1011677"/>
                <a:gd name="connsiteX112" fmla="*/ 2776 w 185672"/>
                <a:gd name="connsiteY112" fmla="*/ 104313 h 1011677"/>
                <a:gd name="connsiteX113" fmla="*/ 2776 w 185672"/>
                <a:gd name="connsiteY113" fmla="*/ 102531 h 1011677"/>
                <a:gd name="connsiteX114" fmla="*/ 2766 w 185672"/>
                <a:gd name="connsiteY114" fmla="*/ 74524 h 1011677"/>
                <a:gd name="connsiteX115" fmla="*/ 2763 w 185672"/>
                <a:gd name="connsiteY115" fmla="*/ 47030 h 1011677"/>
                <a:gd name="connsiteX116" fmla="*/ 2759 w 185672"/>
                <a:gd name="connsiteY116" fmla="*/ 32304 h 1011677"/>
                <a:gd name="connsiteX117" fmla="*/ 2760 w 185672"/>
                <a:gd name="connsiteY117" fmla="*/ 18938 h 1011677"/>
                <a:gd name="connsiteX118" fmla="*/ 2755 w 185672"/>
                <a:gd name="connsiteY118" fmla="*/ 14102 h 1011677"/>
                <a:gd name="connsiteX119" fmla="*/ 2760 w 185672"/>
                <a:gd name="connsiteY119" fmla="*/ 7593 h 1011677"/>
                <a:gd name="connsiteX120" fmla="*/ 2748 w 185672"/>
                <a:gd name="connsiteY120" fmla="*/ 5666 h 1011677"/>
                <a:gd name="connsiteX121" fmla="*/ 2944 w 185672"/>
                <a:gd name="connsiteY121" fmla="*/ 1298 h 1011677"/>
                <a:gd name="connsiteX122" fmla="*/ 7596 w 185672"/>
                <a:gd name="connsiteY122" fmla="*/ 459 h 101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85672" h="1011677">
                  <a:moveTo>
                    <a:pt x="7596" y="459"/>
                  </a:moveTo>
                  <a:cubicBezTo>
                    <a:pt x="8592" y="456"/>
                    <a:pt x="8592" y="456"/>
                    <a:pt x="9607" y="453"/>
                  </a:cubicBezTo>
                  <a:cubicBezTo>
                    <a:pt x="10702" y="455"/>
                    <a:pt x="10702" y="455"/>
                    <a:pt x="11819" y="458"/>
                  </a:cubicBezTo>
                  <a:cubicBezTo>
                    <a:pt x="12586" y="456"/>
                    <a:pt x="13353" y="455"/>
                    <a:pt x="14144" y="454"/>
                  </a:cubicBezTo>
                  <a:cubicBezTo>
                    <a:pt x="16689" y="450"/>
                    <a:pt x="19235" y="453"/>
                    <a:pt x="21780" y="455"/>
                  </a:cubicBezTo>
                  <a:cubicBezTo>
                    <a:pt x="23543" y="455"/>
                    <a:pt x="25306" y="454"/>
                    <a:pt x="27069" y="453"/>
                  </a:cubicBezTo>
                  <a:cubicBezTo>
                    <a:pt x="30767" y="452"/>
                    <a:pt x="34466" y="453"/>
                    <a:pt x="38164" y="457"/>
                  </a:cubicBezTo>
                  <a:cubicBezTo>
                    <a:pt x="42914" y="461"/>
                    <a:pt x="47663" y="459"/>
                    <a:pt x="52413" y="454"/>
                  </a:cubicBezTo>
                  <a:cubicBezTo>
                    <a:pt x="56054" y="452"/>
                    <a:pt x="59695" y="452"/>
                    <a:pt x="63337" y="454"/>
                  </a:cubicBezTo>
                  <a:cubicBezTo>
                    <a:pt x="65088" y="455"/>
                    <a:pt x="66840" y="454"/>
                    <a:pt x="68592" y="452"/>
                  </a:cubicBezTo>
                  <a:cubicBezTo>
                    <a:pt x="71036" y="451"/>
                    <a:pt x="73481" y="453"/>
                    <a:pt x="75925" y="458"/>
                  </a:cubicBezTo>
                  <a:cubicBezTo>
                    <a:pt x="76655" y="456"/>
                    <a:pt x="77385" y="455"/>
                    <a:pt x="78137" y="453"/>
                  </a:cubicBezTo>
                  <a:cubicBezTo>
                    <a:pt x="78801" y="455"/>
                    <a:pt x="79464" y="457"/>
                    <a:pt x="80148" y="459"/>
                  </a:cubicBezTo>
                  <a:cubicBezTo>
                    <a:pt x="80726" y="460"/>
                    <a:pt x="81305" y="460"/>
                    <a:pt x="81901" y="460"/>
                  </a:cubicBezTo>
                  <a:cubicBezTo>
                    <a:pt x="83312" y="554"/>
                    <a:pt x="83312" y="554"/>
                    <a:pt x="84800" y="1298"/>
                  </a:cubicBezTo>
                  <a:cubicBezTo>
                    <a:pt x="84949" y="3316"/>
                    <a:pt x="84997" y="5259"/>
                    <a:pt x="84985" y="7278"/>
                  </a:cubicBezTo>
                  <a:cubicBezTo>
                    <a:pt x="84987" y="7917"/>
                    <a:pt x="84989" y="8556"/>
                    <a:pt x="84990" y="9214"/>
                  </a:cubicBezTo>
                  <a:cubicBezTo>
                    <a:pt x="84995" y="11386"/>
                    <a:pt x="84989" y="13558"/>
                    <a:pt x="84983" y="15731"/>
                  </a:cubicBezTo>
                  <a:cubicBezTo>
                    <a:pt x="84984" y="17297"/>
                    <a:pt x="84986" y="18864"/>
                    <a:pt x="84988" y="20431"/>
                  </a:cubicBezTo>
                  <a:cubicBezTo>
                    <a:pt x="84993" y="24778"/>
                    <a:pt x="84988" y="29125"/>
                    <a:pt x="84982" y="33473"/>
                  </a:cubicBezTo>
                  <a:cubicBezTo>
                    <a:pt x="84977" y="38186"/>
                    <a:pt x="84980" y="42900"/>
                    <a:pt x="84983" y="47614"/>
                  </a:cubicBezTo>
                  <a:cubicBezTo>
                    <a:pt x="84986" y="55888"/>
                    <a:pt x="84983" y="64163"/>
                    <a:pt x="84977" y="72438"/>
                  </a:cubicBezTo>
                  <a:cubicBezTo>
                    <a:pt x="84971" y="81321"/>
                    <a:pt x="84968" y="90204"/>
                    <a:pt x="84968" y="99087"/>
                  </a:cubicBezTo>
                  <a:cubicBezTo>
                    <a:pt x="84968" y="99648"/>
                    <a:pt x="84968" y="100208"/>
                    <a:pt x="84968" y="100785"/>
                  </a:cubicBezTo>
                  <a:cubicBezTo>
                    <a:pt x="84969" y="103640"/>
                    <a:pt x="84969" y="106496"/>
                    <a:pt x="84969" y="109352"/>
                  </a:cubicBezTo>
                  <a:cubicBezTo>
                    <a:pt x="84971" y="130047"/>
                    <a:pt x="84966" y="150742"/>
                    <a:pt x="84957" y="171436"/>
                  </a:cubicBezTo>
                  <a:cubicBezTo>
                    <a:pt x="84948" y="191938"/>
                    <a:pt x="84943" y="212439"/>
                    <a:pt x="84941" y="232940"/>
                  </a:cubicBezTo>
                  <a:cubicBezTo>
                    <a:pt x="84941" y="233576"/>
                    <a:pt x="84941" y="234212"/>
                    <a:pt x="84941" y="234867"/>
                  </a:cubicBezTo>
                  <a:cubicBezTo>
                    <a:pt x="84940" y="240678"/>
                    <a:pt x="84940" y="246488"/>
                    <a:pt x="84940" y="252298"/>
                  </a:cubicBezTo>
                  <a:cubicBezTo>
                    <a:pt x="84939" y="266743"/>
                    <a:pt x="84937" y="281187"/>
                    <a:pt x="84936" y="295632"/>
                  </a:cubicBezTo>
                  <a:cubicBezTo>
                    <a:pt x="84935" y="296619"/>
                    <a:pt x="84935" y="296619"/>
                    <a:pt x="84935" y="297626"/>
                  </a:cubicBezTo>
                  <a:cubicBezTo>
                    <a:pt x="84931" y="329644"/>
                    <a:pt x="84922" y="361663"/>
                    <a:pt x="84912" y="393681"/>
                  </a:cubicBezTo>
                  <a:cubicBezTo>
                    <a:pt x="84909" y="404795"/>
                    <a:pt x="84905" y="415910"/>
                    <a:pt x="84902" y="427024"/>
                  </a:cubicBezTo>
                  <a:cubicBezTo>
                    <a:pt x="84902" y="427713"/>
                    <a:pt x="84902" y="428403"/>
                    <a:pt x="84901" y="429113"/>
                  </a:cubicBezTo>
                  <a:cubicBezTo>
                    <a:pt x="84892" y="461142"/>
                    <a:pt x="84886" y="493172"/>
                    <a:pt x="84882" y="525202"/>
                  </a:cubicBezTo>
                  <a:cubicBezTo>
                    <a:pt x="84882" y="527281"/>
                    <a:pt x="84881" y="529360"/>
                    <a:pt x="84881" y="531438"/>
                  </a:cubicBezTo>
                  <a:cubicBezTo>
                    <a:pt x="84879" y="545215"/>
                    <a:pt x="84877" y="558991"/>
                    <a:pt x="84875" y="572767"/>
                  </a:cubicBezTo>
                  <a:cubicBezTo>
                    <a:pt x="84872" y="600179"/>
                    <a:pt x="84868" y="627592"/>
                    <a:pt x="84863" y="655004"/>
                  </a:cubicBezTo>
                  <a:cubicBezTo>
                    <a:pt x="84863" y="656310"/>
                    <a:pt x="84863" y="657615"/>
                    <a:pt x="84863" y="658921"/>
                  </a:cubicBezTo>
                  <a:cubicBezTo>
                    <a:pt x="84853" y="717709"/>
                    <a:pt x="84839" y="776497"/>
                    <a:pt x="84823" y="835285"/>
                  </a:cubicBezTo>
                  <a:cubicBezTo>
                    <a:pt x="84823" y="835836"/>
                    <a:pt x="84823" y="836386"/>
                    <a:pt x="84823" y="836953"/>
                  </a:cubicBezTo>
                  <a:cubicBezTo>
                    <a:pt x="84816" y="864491"/>
                    <a:pt x="84808" y="892029"/>
                    <a:pt x="84800" y="919567"/>
                  </a:cubicBezTo>
                  <a:cubicBezTo>
                    <a:pt x="85586" y="919566"/>
                    <a:pt x="85586" y="919566"/>
                    <a:pt x="86388" y="919565"/>
                  </a:cubicBezTo>
                  <a:cubicBezTo>
                    <a:pt x="99125" y="919549"/>
                    <a:pt x="111862" y="919537"/>
                    <a:pt x="124600" y="919529"/>
                  </a:cubicBezTo>
                  <a:cubicBezTo>
                    <a:pt x="130759" y="919525"/>
                    <a:pt x="136919" y="919520"/>
                    <a:pt x="143078" y="919511"/>
                  </a:cubicBezTo>
                  <a:cubicBezTo>
                    <a:pt x="148446" y="919504"/>
                    <a:pt x="153813" y="919499"/>
                    <a:pt x="159180" y="919497"/>
                  </a:cubicBezTo>
                  <a:cubicBezTo>
                    <a:pt x="162023" y="919496"/>
                    <a:pt x="164866" y="919494"/>
                    <a:pt x="167710" y="919489"/>
                  </a:cubicBezTo>
                  <a:cubicBezTo>
                    <a:pt x="170384" y="919484"/>
                    <a:pt x="173057" y="919482"/>
                    <a:pt x="175731" y="919483"/>
                  </a:cubicBezTo>
                  <a:cubicBezTo>
                    <a:pt x="177185" y="919483"/>
                    <a:pt x="178639" y="919479"/>
                    <a:pt x="180092" y="919475"/>
                  </a:cubicBezTo>
                  <a:cubicBezTo>
                    <a:pt x="180952" y="919476"/>
                    <a:pt x="181812" y="919477"/>
                    <a:pt x="182698" y="919478"/>
                  </a:cubicBezTo>
                  <a:cubicBezTo>
                    <a:pt x="183448" y="919477"/>
                    <a:pt x="184199" y="919477"/>
                    <a:pt x="184972" y="919476"/>
                  </a:cubicBezTo>
                  <a:cubicBezTo>
                    <a:pt x="186747" y="919567"/>
                    <a:pt x="186747" y="919567"/>
                    <a:pt x="188235" y="920312"/>
                  </a:cubicBezTo>
                  <a:cubicBezTo>
                    <a:pt x="188419" y="921833"/>
                    <a:pt x="188419" y="921833"/>
                    <a:pt x="188414" y="923876"/>
                  </a:cubicBezTo>
                  <a:cubicBezTo>
                    <a:pt x="188417" y="925033"/>
                    <a:pt x="188417" y="925033"/>
                    <a:pt x="188421" y="926213"/>
                  </a:cubicBezTo>
                  <a:cubicBezTo>
                    <a:pt x="188413" y="927493"/>
                    <a:pt x="188413" y="927493"/>
                    <a:pt x="188404" y="928798"/>
                  </a:cubicBezTo>
                  <a:cubicBezTo>
                    <a:pt x="188405" y="929691"/>
                    <a:pt x="188405" y="930584"/>
                    <a:pt x="188405" y="931504"/>
                  </a:cubicBezTo>
                  <a:cubicBezTo>
                    <a:pt x="188404" y="933959"/>
                    <a:pt x="188397" y="936414"/>
                    <a:pt x="188386" y="938869"/>
                  </a:cubicBezTo>
                  <a:cubicBezTo>
                    <a:pt x="188377" y="941433"/>
                    <a:pt x="188376" y="943996"/>
                    <a:pt x="188374" y="946559"/>
                  </a:cubicBezTo>
                  <a:cubicBezTo>
                    <a:pt x="188370" y="951417"/>
                    <a:pt x="188358" y="956274"/>
                    <a:pt x="188343" y="961131"/>
                  </a:cubicBezTo>
                  <a:cubicBezTo>
                    <a:pt x="188326" y="966659"/>
                    <a:pt x="188318" y="972187"/>
                    <a:pt x="188310" y="977716"/>
                  </a:cubicBezTo>
                  <a:cubicBezTo>
                    <a:pt x="188295" y="989091"/>
                    <a:pt x="188269" y="1000466"/>
                    <a:pt x="188235" y="1011841"/>
                  </a:cubicBezTo>
                  <a:cubicBezTo>
                    <a:pt x="169038" y="1011893"/>
                    <a:pt x="149840" y="1011932"/>
                    <a:pt x="130642" y="1011957"/>
                  </a:cubicBezTo>
                  <a:cubicBezTo>
                    <a:pt x="121729" y="1011968"/>
                    <a:pt x="112815" y="1011984"/>
                    <a:pt x="103902" y="1012009"/>
                  </a:cubicBezTo>
                  <a:cubicBezTo>
                    <a:pt x="96136" y="1012032"/>
                    <a:pt x="88371" y="1012046"/>
                    <a:pt x="80605" y="1012051"/>
                  </a:cubicBezTo>
                  <a:cubicBezTo>
                    <a:pt x="76490" y="1012054"/>
                    <a:pt x="72376" y="1012061"/>
                    <a:pt x="68261" y="1012077"/>
                  </a:cubicBezTo>
                  <a:cubicBezTo>
                    <a:pt x="64393" y="1012092"/>
                    <a:pt x="60525" y="1012097"/>
                    <a:pt x="56657" y="1012093"/>
                  </a:cubicBezTo>
                  <a:cubicBezTo>
                    <a:pt x="55233" y="1012094"/>
                    <a:pt x="53809" y="1012098"/>
                    <a:pt x="52385" y="1012107"/>
                  </a:cubicBezTo>
                  <a:cubicBezTo>
                    <a:pt x="50449" y="1012118"/>
                    <a:pt x="48514" y="1012115"/>
                    <a:pt x="46579" y="1012109"/>
                  </a:cubicBezTo>
                  <a:cubicBezTo>
                    <a:pt x="46008" y="1012116"/>
                    <a:pt x="45436" y="1012122"/>
                    <a:pt x="44848" y="1012129"/>
                  </a:cubicBezTo>
                  <a:cubicBezTo>
                    <a:pt x="43288" y="1012116"/>
                    <a:pt x="43288" y="1012116"/>
                    <a:pt x="40896" y="1011841"/>
                  </a:cubicBezTo>
                  <a:cubicBezTo>
                    <a:pt x="40527" y="1010736"/>
                    <a:pt x="40527" y="1010736"/>
                    <a:pt x="40151" y="1009608"/>
                  </a:cubicBezTo>
                  <a:cubicBezTo>
                    <a:pt x="39415" y="1009363"/>
                    <a:pt x="38678" y="1009117"/>
                    <a:pt x="37919" y="1008864"/>
                  </a:cubicBezTo>
                  <a:cubicBezTo>
                    <a:pt x="37551" y="1007759"/>
                    <a:pt x="37551" y="1007759"/>
                    <a:pt x="37175" y="1006632"/>
                  </a:cubicBezTo>
                  <a:cubicBezTo>
                    <a:pt x="36438" y="1006141"/>
                    <a:pt x="35701" y="1005650"/>
                    <a:pt x="34942" y="1005144"/>
                  </a:cubicBezTo>
                  <a:cubicBezTo>
                    <a:pt x="34574" y="1004039"/>
                    <a:pt x="34574" y="1004039"/>
                    <a:pt x="34198" y="1002911"/>
                  </a:cubicBezTo>
                  <a:cubicBezTo>
                    <a:pt x="33584" y="1002543"/>
                    <a:pt x="32970" y="1002174"/>
                    <a:pt x="32338" y="1001795"/>
                  </a:cubicBezTo>
                  <a:cubicBezTo>
                    <a:pt x="30478" y="1000679"/>
                    <a:pt x="30478" y="1000679"/>
                    <a:pt x="29733" y="998446"/>
                  </a:cubicBezTo>
                  <a:cubicBezTo>
                    <a:pt x="29411" y="998124"/>
                    <a:pt x="29089" y="997802"/>
                    <a:pt x="28757" y="997470"/>
                  </a:cubicBezTo>
                  <a:cubicBezTo>
                    <a:pt x="27501" y="996214"/>
                    <a:pt x="27501" y="996214"/>
                    <a:pt x="26013" y="993888"/>
                  </a:cubicBezTo>
                  <a:cubicBezTo>
                    <a:pt x="24713" y="991564"/>
                    <a:pt x="24713" y="991564"/>
                    <a:pt x="22292" y="991005"/>
                  </a:cubicBezTo>
                  <a:cubicBezTo>
                    <a:pt x="22292" y="990023"/>
                    <a:pt x="22292" y="989040"/>
                    <a:pt x="22292" y="988028"/>
                  </a:cubicBezTo>
                  <a:cubicBezTo>
                    <a:pt x="21312" y="987508"/>
                    <a:pt x="20320" y="987011"/>
                    <a:pt x="19316" y="986540"/>
                  </a:cubicBezTo>
                  <a:cubicBezTo>
                    <a:pt x="19316" y="985803"/>
                    <a:pt x="19316" y="985067"/>
                    <a:pt x="19316" y="984308"/>
                  </a:cubicBezTo>
                  <a:cubicBezTo>
                    <a:pt x="18824" y="984185"/>
                    <a:pt x="18333" y="984062"/>
                    <a:pt x="17827" y="983936"/>
                  </a:cubicBezTo>
                  <a:cubicBezTo>
                    <a:pt x="17336" y="983813"/>
                    <a:pt x="16845" y="983690"/>
                    <a:pt x="16339" y="983563"/>
                  </a:cubicBezTo>
                  <a:cubicBezTo>
                    <a:pt x="16339" y="982827"/>
                    <a:pt x="16339" y="982090"/>
                    <a:pt x="16339" y="981331"/>
                  </a:cubicBezTo>
                  <a:cubicBezTo>
                    <a:pt x="15848" y="981224"/>
                    <a:pt x="15357" y="981116"/>
                    <a:pt x="14851" y="981006"/>
                  </a:cubicBezTo>
                  <a:cubicBezTo>
                    <a:pt x="14360" y="980867"/>
                    <a:pt x="13868" y="980729"/>
                    <a:pt x="13362" y="980587"/>
                  </a:cubicBezTo>
                  <a:cubicBezTo>
                    <a:pt x="13362" y="979605"/>
                    <a:pt x="13362" y="978622"/>
                    <a:pt x="13362" y="977610"/>
                  </a:cubicBezTo>
                  <a:cubicBezTo>
                    <a:pt x="12626" y="977610"/>
                    <a:pt x="11889" y="977610"/>
                    <a:pt x="11130" y="977610"/>
                  </a:cubicBezTo>
                  <a:cubicBezTo>
                    <a:pt x="11130" y="976628"/>
                    <a:pt x="11130" y="975646"/>
                    <a:pt x="11130" y="974634"/>
                  </a:cubicBezTo>
                  <a:cubicBezTo>
                    <a:pt x="10577" y="974526"/>
                    <a:pt x="10025" y="974419"/>
                    <a:pt x="9456" y="974308"/>
                  </a:cubicBezTo>
                  <a:cubicBezTo>
                    <a:pt x="7409" y="973890"/>
                    <a:pt x="7409" y="973890"/>
                    <a:pt x="5688" y="972076"/>
                  </a:cubicBezTo>
                  <a:cubicBezTo>
                    <a:pt x="4433" y="970169"/>
                    <a:pt x="4433" y="970169"/>
                    <a:pt x="4433" y="968681"/>
                  </a:cubicBezTo>
                  <a:cubicBezTo>
                    <a:pt x="3942" y="968681"/>
                    <a:pt x="3450" y="968681"/>
                    <a:pt x="2944" y="968681"/>
                  </a:cubicBezTo>
                  <a:cubicBezTo>
                    <a:pt x="2936" y="939084"/>
                    <a:pt x="2928" y="909487"/>
                    <a:pt x="2921" y="879890"/>
                  </a:cubicBezTo>
                  <a:cubicBezTo>
                    <a:pt x="2921" y="879311"/>
                    <a:pt x="2920" y="878732"/>
                    <a:pt x="2920" y="878135"/>
                  </a:cubicBezTo>
                  <a:cubicBezTo>
                    <a:pt x="2904" y="816100"/>
                    <a:pt x="2891" y="754065"/>
                    <a:pt x="2881" y="692030"/>
                  </a:cubicBezTo>
                  <a:cubicBezTo>
                    <a:pt x="2881" y="690653"/>
                    <a:pt x="2881" y="689276"/>
                    <a:pt x="2881" y="687898"/>
                  </a:cubicBezTo>
                  <a:cubicBezTo>
                    <a:pt x="2876" y="658988"/>
                    <a:pt x="2872" y="630077"/>
                    <a:pt x="2869" y="601167"/>
                  </a:cubicBezTo>
                  <a:cubicBezTo>
                    <a:pt x="2867" y="586645"/>
                    <a:pt x="2865" y="572123"/>
                    <a:pt x="2863" y="557601"/>
                  </a:cubicBezTo>
                  <a:cubicBezTo>
                    <a:pt x="2863" y="555411"/>
                    <a:pt x="2862" y="553220"/>
                    <a:pt x="2862" y="551029"/>
                  </a:cubicBezTo>
                  <a:cubicBezTo>
                    <a:pt x="2858" y="517283"/>
                    <a:pt x="2852" y="483537"/>
                    <a:pt x="2842" y="449791"/>
                  </a:cubicBezTo>
                  <a:cubicBezTo>
                    <a:pt x="2842" y="449065"/>
                    <a:pt x="2842" y="448339"/>
                    <a:pt x="2842" y="447591"/>
                  </a:cubicBezTo>
                  <a:cubicBezTo>
                    <a:pt x="2838" y="435886"/>
                    <a:pt x="2835" y="424180"/>
                    <a:pt x="2831" y="412475"/>
                  </a:cubicBezTo>
                  <a:cubicBezTo>
                    <a:pt x="2822" y="378773"/>
                    <a:pt x="2813" y="345072"/>
                    <a:pt x="2809" y="311371"/>
                  </a:cubicBezTo>
                  <a:cubicBezTo>
                    <a:pt x="2809" y="310678"/>
                    <a:pt x="2809" y="309986"/>
                    <a:pt x="2809" y="309272"/>
                  </a:cubicBezTo>
                  <a:cubicBezTo>
                    <a:pt x="2807" y="294072"/>
                    <a:pt x="2805" y="278872"/>
                    <a:pt x="2805" y="263671"/>
                  </a:cubicBezTo>
                  <a:cubicBezTo>
                    <a:pt x="2804" y="257556"/>
                    <a:pt x="2804" y="251441"/>
                    <a:pt x="2803" y="245325"/>
                  </a:cubicBezTo>
                  <a:cubicBezTo>
                    <a:pt x="2803" y="244656"/>
                    <a:pt x="2803" y="243986"/>
                    <a:pt x="2803" y="243297"/>
                  </a:cubicBezTo>
                  <a:cubicBezTo>
                    <a:pt x="2801" y="221705"/>
                    <a:pt x="2795" y="200113"/>
                    <a:pt x="2786" y="178522"/>
                  </a:cubicBezTo>
                  <a:cubicBezTo>
                    <a:pt x="2777" y="156785"/>
                    <a:pt x="2773" y="135048"/>
                    <a:pt x="2775" y="113310"/>
                  </a:cubicBezTo>
                  <a:cubicBezTo>
                    <a:pt x="2776" y="110311"/>
                    <a:pt x="2776" y="107312"/>
                    <a:pt x="2776" y="104313"/>
                  </a:cubicBezTo>
                  <a:cubicBezTo>
                    <a:pt x="2776" y="103725"/>
                    <a:pt x="2776" y="103137"/>
                    <a:pt x="2776" y="102531"/>
                  </a:cubicBezTo>
                  <a:cubicBezTo>
                    <a:pt x="2777" y="93196"/>
                    <a:pt x="2772" y="83860"/>
                    <a:pt x="2766" y="74524"/>
                  </a:cubicBezTo>
                  <a:cubicBezTo>
                    <a:pt x="2760" y="65359"/>
                    <a:pt x="2758" y="56195"/>
                    <a:pt x="2763" y="47030"/>
                  </a:cubicBezTo>
                  <a:cubicBezTo>
                    <a:pt x="2765" y="42121"/>
                    <a:pt x="2765" y="37212"/>
                    <a:pt x="2759" y="32304"/>
                  </a:cubicBezTo>
                  <a:cubicBezTo>
                    <a:pt x="2753" y="27848"/>
                    <a:pt x="2753" y="23393"/>
                    <a:pt x="2760" y="18938"/>
                  </a:cubicBezTo>
                  <a:cubicBezTo>
                    <a:pt x="2761" y="17326"/>
                    <a:pt x="2759" y="15714"/>
                    <a:pt x="2755" y="14102"/>
                  </a:cubicBezTo>
                  <a:cubicBezTo>
                    <a:pt x="2750" y="11933"/>
                    <a:pt x="2753" y="9763"/>
                    <a:pt x="2760" y="7593"/>
                  </a:cubicBezTo>
                  <a:cubicBezTo>
                    <a:pt x="2756" y="6957"/>
                    <a:pt x="2752" y="6322"/>
                    <a:pt x="2748" y="5666"/>
                  </a:cubicBezTo>
                  <a:cubicBezTo>
                    <a:pt x="2757" y="4209"/>
                    <a:pt x="2842" y="2752"/>
                    <a:pt x="2944" y="1298"/>
                  </a:cubicBezTo>
                  <a:cubicBezTo>
                    <a:pt x="4675" y="433"/>
                    <a:pt x="5670" y="460"/>
                    <a:pt x="7596" y="459"/>
                  </a:cubicBezTo>
                  <a:close/>
                </a:path>
              </a:pathLst>
            </a:custGeom>
            <a:grpFill/>
            <a:ln w="744" cap="flat">
              <a:noFill/>
              <a:prstDash val="solid"/>
              <a:miter/>
            </a:ln>
          </p:spPr>
          <p:txBody>
            <a:bodyPr rtlCol="0" anchor="ctr"/>
            <a:lstStyle/>
            <a:p>
              <a:endParaRPr lang="zh-CN" altLang="en-US"/>
            </a:p>
          </p:txBody>
        </p:sp>
        <p:sp>
          <p:nvSpPr>
            <p:cNvPr id="149" name="任意多边形: 形状 148"/>
            <p:cNvSpPr/>
            <p:nvPr/>
          </p:nvSpPr>
          <p:spPr>
            <a:xfrm>
              <a:off x="3819734" y="610123"/>
              <a:ext cx="185750" cy="1011703"/>
            </a:xfrm>
            <a:custGeom>
              <a:avLst/>
              <a:gdLst>
                <a:gd name="connsiteX0" fmla="*/ 5592 w 185753"/>
                <a:gd name="connsiteY0" fmla="*/ 452 h 1011671"/>
                <a:gd name="connsiteX1" fmla="*/ 84471 w 185753"/>
                <a:gd name="connsiteY1" fmla="*/ 1196 h 1011671"/>
                <a:gd name="connsiteX2" fmla="*/ 84568 w 185753"/>
                <a:gd name="connsiteY2" fmla="*/ 7181 h 1011671"/>
                <a:gd name="connsiteX3" fmla="*/ 84573 w 185753"/>
                <a:gd name="connsiteY3" fmla="*/ 9118 h 1011671"/>
                <a:gd name="connsiteX4" fmla="*/ 84574 w 185753"/>
                <a:gd name="connsiteY4" fmla="*/ 15640 h 1011671"/>
                <a:gd name="connsiteX5" fmla="*/ 84581 w 185753"/>
                <a:gd name="connsiteY5" fmla="*/ 20345 h 1011671"/>
                <a:gd name="connsiteX6" fmla="*/ 84588 w 185753"/>
                <a:gd name="connsiteY6" fmla="*/ 33397 h 1011671"/>
                <a:gd name="connsiteX7" fmla="*/ 84600 w 185753"/>
                <a:gd name="connsiteY7" fmla="*/ 47549 h 1011671"/>
                <a:gd name="connsiteX8" fmla="*/ 84617 w 185753"/>
                <a:gd name="connsiteY8" fmla="*/ 72394 h 1011671"/>
                <a:gd name="connsiteX9" fmla="*/ 84634 w 185753"/>
                <a:gd name="connsiteY9" fmla="*/ 99065 h 1011671"/>
                <a:gd name="connsiteX10" fmla="*/ 84636 w 185753"/>
                <a:gd name="connsiteY10" fmla="*/ 100763 h 1011671"/>
                <a:gd name="connsiteX11" fmla="*/ 84643 w 185753"/>
                <a:gd name="connsiteY11" fmla="*/ 109338 h 1011671"/>
                <a:gd name="connsiteX12" fmla="*/ 84687 w 185753"/>
                <a:gd name="connsiteY12" fmla="*/ 171472 h 1011671"/>
                <a:gd name="connsiteX13" fmla="*/ 84729 w 185753"/>
                <a:gd name="connsiteY13" fmla="*/ 233025 h 1011671"/>
                <a:gd name="connsiteX14" fmla="*/ 84731 w 185753"/>
                <a:gd name="connsiteY14" fmla="*/ 234955 h 1011671"/>
                <a:gd name="connsiteX15" fmla="*/ 84744 w 185753"/>
                <a:gd name="connsiteY15" fmla="*/ 252399 h 1011671"/>
                <a:gd name="connsiteX16" fmla="*/ 84777 w 185753"/>
                <a:gd name="connsiteY16" fmla="*/ 295769 h 1011671"/>
                <a:gd name="connsiteX17" fmla="*/ 84779 w 185753"/>
                <a:gd name="connsiteY17" fmla="*/ 297764 h 1011671"/>
                <a:gd name="connsiteX18" fmla="*/ 84845 w 185753"/>
                <a:gd name="connsiteY18" fmla="*/ 393897 h 1011671"/>
                <a:gd name="connsiteX19" fmla="*/ 84867 w 185753"/>
                <a:gd name="connsiteY19" fmla="*/ 427267 h 1011671"/>
                <a:gd name="connsiteX20" fmla="*/ 84868 w 185753"/>
                <a:gd name="connsiteY20" fmla="*/ 429357 h 1011671"/>
                <a:gd name="connsiteX21" fmla="*/ 84936 w 185753"/>
                <a:gd name="connsiteY21" fmla="*/ 525525 h 1011671"/>
                <a:gd name="connsiteX22" fmla="*/ 84941 w 185753"/>
                <a:gd name="connsiteY22" fmla="*/ 531766 h 1011671"/>
                <a:gd name="connsiteX23" fmla="*/ 84972 w 185753"/>
                <a:gd name="connsiteY23" fmla="*/ 573128 h 1011671"/>
                <a:gd name="connsiteX24" fmla="*/ 85032 w 185753"/>
                <a:gd name="connsiteY24" fmla="*/ 655432 h 1011671"/>
                <a:gd name="connsiteX25" fmla="*/ 85035 w 185753"/>
                <a:gd name="connsiteY25" fmla="*/ 659352 h 1011671"/>
                <a:gd name="connsiteX26" fmla="*/ 85159 w 185753"/>
                <a:gd name="connsiteY26" fmla="*/ 835859 h 1011671"/>
                <a:gd name="connsiteX27" fmla="*/ 85160 w 185753"/>
                <a:gd name="connsiteY27" fmla="*/ 837529 h 1011671"/>
                <a:gd name="connsiteX28" fmla="*/ 85215 w 185753"/>
                <a:gd name="connsiteY28" fmla="*/ 920210 h 1011671"/>
                <a:gd name="connsiteX29" fmla="*/ 87447 w 185753"/>
                <a:gd name="connsiteY29" fmla="*/ 919466 h 1011671"/>
                <a:gd name="connsiteX30" fmla="*/ 91476 w 185753"/>
                <a:gd name="connsiteY30" fmla="*/ 919366 h 1011671"/>
                <a:gd name="connsiteX31" fmla="*/ 94012 w 185753"/>
                <a:gd name="connsiteY31" fmla="*/ 919356 h 1011671"/>
                <a:gd name="connsiteX32" fmla="*/ 96795 w 185753"/>
                <a:gd name="connsiteY32" fmla="*/ 919357 h 1011671"/>
                <a:gd name="connsiteX33" fmla="*/ 99725 w 185753"/>
                <a:gd name="connsiteY33" fmla="*/ 919350 h 1011671"/>
                <a:gd name="connsiteX34" fmla="*/ 107687 w 185753"/>
                <a:gd name="connsiteY34" fmla="*/ 919341 h 1011671"/>
                <a:gd name="connsiteX35" fmla="*/ 114333 w 185753"/>
                <a:gd name="connsiteY35" fmla="*/ 919335 h 1011671"/>
                <a:gd name="connsiteX36" fmla="*/ 130014 w 185753"/>
                <a:gd name="connsiteY36" fmla="*/ 919328 h 1011671"/>
                <a:gd name="connsiteX37" fmla="*/ 146189 w 185753"/>
                <a:gd name="connsiteY37" fmla="*/ 919308 h 1011671"/>
                <a:gd name="connsiteX38" fmla="*/ 160076 w 185753"/>
                <a:gd name="connsiteY38" fmla="*/ 919295 h 1011671"/>
                <a:gd name="connsiteX39" fmla="*/ 168370 w 185753"/>
                <a:gd name="connsiteY39" fmla="*/ 919285 h 1011671"/>
                <a:gd name="connsiteX40" fmla="*/ 177622 w 185753"/>
                <a:gd name="connsiteY40" fmla="*/ 919285 h 1011671"/>
                <a:gd name="connsiteX41" fmla="*/ 180396 w 185753"/>
                <a:gd name="connsiteY41" fmla="*/ 919272 h 1011671"/>
                <a:gd name="connsiteX42" fmla="*/ 182944 w 185753"/>
                <a:gd name="connsiteY42" fmla="*/ 919282 h 1011671"/>
                <a:gd name="connsiteX43" fmla="*/ 185153 w 185753"/>
                <a:gd name="connsiteY43" fmla="*/ 919280 h 1011671"/>
                <a:gd name="connsiteX44" fmla="*/ 190883 w 185753"/>
                <a:gd name="connsiteY44" fmla="*/ 920954 h 1011671"/>
                <a:gd name="connsiteX45" fmla="*/ 191330 w 185753"/>
                <a:gd name="connsiteY45" fmla="*/ 924579 h 1011671"/>
                <a:gd name="connsiteX46" fmla="*/ 191346 w 185753"/>
                <a:gd name="connsiteY46" fmla="*/ 926900 h 1011671"/>
                <a:gd name="connsiteX47" fmla="*/ 191305 w 185753"/>
                <a:gd name="connsiteY47" fmla="*/ 929457 h 1011671"/>
                <a:gd name="connsiteX48" fmla="*/ 191307 w 185753"/>
                <a:gd name="connsiteY48" fmla="*/ 932141 h 1011671"/>
                <a:gd name="connsiteX49" fmla="*/ 191260 w 185753"/>
                <a:gd name="connsiteY49" fmla="*/ 939437 h 1011671"/>
                <a:gd name="connsiteX50" fmla="*/ 191230 w 185753"/>
                <a:gd name="connsiteY50" fmla="*/ 947058 h 1011671"/>
                <a:gd name="connsiteX51" fmla="*/ 191151 w 185753"/>
                <a:gd name="connsiteY51" fmla="*/ 961495 h 1011671"/>
                <a:gd name="connsiteX52" fmla="*/ 191070 w 185753"/>
                <a:gd name="connsiteY52" fmla="*/ 977929 h 1011671"/>
                <a:gd name="connsiteX53" fmla="*/ 190883 w 185753"/>
                <a:gd name="connsiteY53" fmla="*/ 1011739 h 1011671"/>
                <a:gd name="connsiteX54" fmla="*/ 132455 w 185753"/>
                <a:gd name="connsiteY54" fmla="*/ 1011893 h 1011671"/>
                <a:gd name="connsiteX55" fmla="*/ 105327 w 185753"/>
                <a:gd name="connsiteY55" fmla="*/ 1011964 h 1011671"/>
                <a:gd name="connsiteX56" fmla="*/ 81691 w 185753"/>
                <a:gd name="connsiteY56" fmla="*/ 1012019 h 1011671"/>
                <a:gd name="connsiteX57" fmla="*/ 69168 w 185753"/>
                <a:gd name="connsiteY57" fmla="*/ 1012054 h 1011671"/>
                <a:gd name="connsiteX58" fmla="*/ 57394 w 185753"/>
                <a:gd name="connsiteY58" fmla="*/ 1012076 h 1011671"/>
                <a:gd name="connsiteX59" fmla="*/ 53061 w 185753"/>
                <a:gd name="connsiteY59" fmla="*/ 1012094 h 1011671"/>
                <a:gd name="connsiteX60" fmla="*/ 47168 w 185753"/>
                <a:gd name="connsiteY60" fmla="*/ 1012097 h 1011671"/>
                <a:gd name="connsiteX61" fmla="*/ 45418 w 185753"/>
                <a:gd name="connsiteY61" fmla="*/ 1012123 h 1011671"/>
                <a:gd name="connsiteX62" fmla="*/ 41311 w 185753"/>
                <a:gd name="connsiteY62" fmla="*/ 1011739 h 1011671"/>
                <a:gd name="connsiteX63" fmla="*/ 39822 w 185753"/>
                <a:gd name="connsiteY63" fmla="*/ 1008762 h 1011671"/>
                <a:gd name="connsiteX64" fmla="*/ 38334 w 185753"/>
                <a:gd name="connsiteY64" fmla="*/ 1008018 h 1011671"/>
                <a:gd name="connsiteX65" fmla="*/ 37590 w 185753"/>
                <a:gd name="connsiteY65" fmla="*/ 1005786 h 1011671"/>
                <a:gd name="connsiteX66" fmla="*/ 36102 w 185753"/>
                <a:gd name="connsiteY66" fmla="*/ 1005414 h 1011671"/>
                <a:gd name="connsiteX67" fmla="*/ 34613 w 185753"/>
                <a:gd name="connsiteY67" fmla="*/ 1005042 h 1011671"/>
                <a:gd name="connsiteX68" fmla="*/ 33869 w 185753"/>
                <a:gd name="connsiteY68" fmla="*/ 1002809 h 1011671"/>
                <a:gd name="connsiteX69" fmla="*/ 32381 w 185753"/>
                <a:gd name="connsiteY69" fmla="*/ 1002065 h 1011671"/>
                <a:gd name="connsiteX70" fmla="*/ 31776 w 185753"/>
                <a:gd name="connsiteY70" fmla="*/ 1000763 h 1011671"/>
                <a:gd name="connsiteX71" fmla="*/ 29265 w 185753"/>
                <a:gd name="connsiteY71" fmla="*/ 997461 h 1011671"/>
                <a:gd name="connsiteX72" fmla="*/ 23190 w 185753"/>
                <a:gd name="connsiteY72" fmla="*/ 990150 h 1011671"/>
                <a:gd name="connsiteX73" fmla="*/ 19731 w 185753"/>
                <a:gd name="connsiteY73" fmla="*/ 987182 h 1011671"/>
                <a:gd name="connsiteX74" fmla="*/ 18987 w 185753"/>
                <a:gd name="connsiteY74" fmla="*/ 984950 h 1011671"/>
                <a:gd name="connsiteX75" fmla="*/ 16754 w 185753"/>
                <a:gd name="connsiteY75" fmla="*/ 983462 h 1011671"/>
                <a:gd name="connsiteX76" fmla="*/ 16010 w 185753"/>
                <a:gd name="connsiteY76" fmla="*/ 981229 h 1011671"/>
                <a:gd name="connsiteX77" fmla="*/ 14847 w 185753"/>
                <a:gd name="connsiteY77" fmla="*/ 980066 h 1011671"/>
                <a:gd name="connsiteX78" fmla="*/ 13778 w 185753"/>
                <a:gd name="connsiteY78" fmla="*/ 977509 h 1011671"/>
                <a:gd name="connsiteX79" fmla="*/ 10801 w 185753"/>
                <a:gd name="connsiteY79" fmla="*/ 977509 h 1011671"/>
                <a:gd name="connsiteX80" fmla="*/ 10801 w 185753"/>
                <a:gd name="connsiteY80" fmla="*/ 974532 h 1011671"/>
                <a:gd name="connsiteX81" fmla="*/ 9313 w 185753"/>
                <a:gd name="connsiteY81" fmla="*/ 974160 h 1011671"/>
                <a:gd name="connsiteX82" fmla="*/ 7824 w 185753"/>
                <a:gd name="connsiteY82" fmla="*/ 973788 h 1011671"/>
                <a:gd name="connsiteX83" fmla="*/ 7824 w 185753"/>
                <a:gd name="connsiteY83" fmla="*/ 970811 h 1011671"/>
                <a:gd name="connsiteX84" fmla="*/ 5592 w 185753"/>
                <a:gd name="connsiteY84" fmla="*/ 970811 h 1011671"/>
                <a:gd name="connsiteX85" fmla="*/ 5592 w 185753"/>
                <a:gd name="connsiteY85" fmla="*/ 452 h 101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85753" h="1011671">
                  <a:moveTo>
                    <a:pt x="5592" y="452"/>
                  </a:moveTo>
                  <a:cubicBezTo>
                    <a:pt x="83727" y="452"/>
                    <a:pt x="83727" y="452"/>
                    <a:pt x="84471" y="1196"/>
                  </a:cubicBezTo>
                  <a:cubicBezTo>
                    <a:pt x="84546" y="3197"/>
                    <a:pt x="84573" y="5180"/>
                    <a:pt x="84568" y="7181"/>
                  </a:cubicBezTo>
                  <a:cubicBezTo>
                    <a:pt x="84570" y="8140"/>
                    <a:pt x="84570" y="8140"/>
                    <a:pt x="84573" y="9118"/>
                  </a:cubicBezTo>
                  <a:cubicBezTo>
                    <a:pt x="84577" y="11292"/>
                    <a:pt x="84575" y="13466"/>
                    <a:pt x="84574" y="15640"/>
                  </a:cubicBezTo>
                  <a:cubicBezTo>
                    <a:pt x="84576" y="17208"/>
                    <a:pt x="84578" y="18777"/>
                    <a:pt x="84581" y="20345"/>
                  </a:cubicBezTo>
                  <a:cubicBezTo>
                    <a:pt x="84586" y="24695"/>
                    <a:pt x="84587" y="29046"/>
                    <a:pt x="84588" y="33397"/>
                  </a:cubicBezTo>
                  <a:cubicBezTo>
                    <a:pt x="84589" y="38114"/>
                    <a:pt x="84595" y="42832"/>
                    <a:pt x="84600" y="47549"/>
                  </a:cubicBezTo>
                  <a:cubicBezTo>
                    <a:pt x="84608" y="55831"/>
                    <a:pt x="84614" y="64112"/>
                    <a:pt x="84617" y="72394"/>
                  </a:cubicBezTo>
                  <a:cubicBezTo>
                    <a:pt x="84621" y="81284"/>
                    <a:pt x="84627" y="90174"/>
                    <a:pt x="84634" y="99065"/>
                  </a:cubicBezTo>
                  <a:cubicBezTo>
                    <a:pt x="84635" y="99625"/>
                    <a:pt x="84635" y="100186"/>
                    <a:pt x="84636" y="100763"/>
                  </a:cubicBezTo>
                  <a:cubicBezTo>
                    <a:pt x="84638" y="103621"/>
                    <a:pt x="84641" y="106480"/>
                    <a:pt x="84643" y="109338"/>
                  </a:cubicBezTo>
                  <a:cubicBezTo>
                    <a:pt x="84661" y="130049"/>
                    <a:pt x="84675" y="150761"/>
                    <a:pt x="84687" y="171472"/>
                  </a:cubicBezTo>
                  <a:cubicBezTo>
                    <a:pt x="84700" y="191990"/>
                    <a:pt x="84713" y="212508"/>
                    <a:pt x="84729" y="233025"/>
                  </a:cubicBezTo>
                  <a:cubicBezTo>
                    <a:pt x="84730" y="233662"/>
                    <a:pt x="84730" y="234299"/>
                    <a:pt x="84731" y="234955"/>
                  </a:cubicBezTo>
                  <a:cubicBezTo>
                    <a:pt x="84735" y="240770"/>
                    <a:pt x="84740" y="246584"/>
                    <a:pt x="84744" y="252399"/>
                  </a:cubicBezTo>
                  <a:cubicBezTo>
                    <a:pt x="84755" y="266856"/>
                    <a:pt x="84766" y="281312"/>
                    <a:pt x="84777" y="295769"/>
                  </a:cubicBezTo>
                  <a:cubicBezTo>
                    <a:pt x="84778" y="296427"/>
                    <a:pt x="84778" y="297085"/>
                    <a:pt x="84779" y="297764"/>
                  </a:cubicBezTo>
                  <a:cubicBezTo>
                    <a:pt x="84803" y="329808"/>
                    <a:pt x="84824" y="361853"/>
                    <a:pt x="84845" y="393897"/>
                  </a:cubicBezTo>
                  <a:cubicBezTo>
                    <a:pt x="84852" y="405021"/>
                    <a:pt x="84860" y="416144"/>
                    <a:pt x="84867" y="427267"/>
                  </a:cubicBezTo>
                  <a:cubicBezTo>
                    <a:pt x="84868" y="428302"/>
                    <a:pt x="84868" y="428302"/>
                    <a:pt x="84868" y="429357"/>
                  </a:cubicBezTo>
                  <a:cubicBezTo>
                    <a:pt x="84890" y="461413"/>
                    <a:pt x="84913" y="493469"/>
                    <a:pt x="84936" y="525525"/>
                  </a:cubicBezTo>
                  <a:cubicBezTo>
                    <a:pt x="84938" y="527605"/>
                    <a:pt x="84940" y="529686"/>
                    <a:pt x="84941" y="531766"/>
                  </a:cubicBezTo>
                  <a:cubicBezTo>
                    <a:pt x="84951" y="545553"/>
                    <a:pt x="84961" y="559341"/>
                    <a:pt x="84972" y="573128"/>
                  </a:cubicBezTo>
                  <a:cubicBezTo>
                    <a:pt x="84992" y="600563"/>
                    <a:pt x="85012" y="627997"/>
                    <a:pt x="85032" y="655432"/>
                  </a:cubicBezTo>
                  <a:cubicBezTo>
                    <a:pt x="85033" y="656739"/>
                    <a:pt x="85034" y="658045"/>
                    <a:pt x="85035" y="659352"/>
                  </a:cubicBezTo>
                  <a:cubicBezTo>
                    <a:pt x="85078" y="718187"/>
                    <a:pt x="85119" y="777023"/>
                    <a:pt x="85159" y="835859"/>
                  </a:cubicBezTo>
                  <a:cubicBezTo>
                    <a:pt x="85159" y="836410"/>
                    <a:pt x="85159" y="836961"/>
                    <a:pt x="85160" y="837529"/>
                  </a:cubicBezTo>
                  <a:cubicBezTo>
                    <a:pt x="85178" y="865089"/>
                    <a:pt x="85197" y="892649"/>
                    <a:pt x="85215" y="920210"/>
                  </a:cubicBezTo>
                  <a:cubicBezTo>
                    <a:pt x="85952" y="919964"/>
                    <a:pt x="86688" y="919719"/>
                    <a:pt x="87447" y="919466"/>
                  </a:cubicBezTo>
                  <a:cubicBezTo>
                    <a:pt x="88789" y="919395"/>
                    <a:pt x="90133" y="919368"/>
                    <a:pt x="91476" y="919366"/>
                  </a:cubicBezTo>
                  <a:cubicBezTo>
                    <a:pt x="92313" y="919363"/>
                    <a:pt x="93150" y="919360"/>
                    <a:pt x="94012" y="919356"/>
                  </a:cubicBezTo>
                  <a:cubicBezTo>
                    <a:pt x="94930" y="919357"/>
                    <a:pt x="95849" y="919357"/>
                    <a:pt x="96795" y="919357"/>
                  </a:cubicBezTo>
                  <a:cubicBezTo>
                    <a:pt x="97762" y="919355"/>
                    <a:pt x="98729" y="919352"/>
                    <a:pt x="99725" y="919350"/>
                  </a:cubicBezTo>
                  <a:cubicBezTo>
                    <a:pt x="102379" y="919343"/>
                    <a:pt x="105033" y="919342"/>
                    <a:pt x="107687" y="919341"/>
                  </a:cubicBezTo>
                  <a:cubicBezTo>
                    <a:pt x="109902" y="919340"/>
                    <a:pt x="112117" y="919338"/>
                    <a:pt x="114333" y="919335"/>
                  </a:cubicBezTo>
                  <a:cubicBezTo>
                    <a:pt x="119560" y="919329"/>
                    <a:pt x="124787" y="919327"/>
                    <a:pt x="130014" y="919328"/>
                  </a:cubicBezTo>
                  <a:cubicBezTo>
                    <a:pt x="135406" y="919328"/>
                    <a:pt x="140797" y="919320"/>
                    <a:pt x="146189" y="919308"/>
                  </a:cubicBezTo>
                  <a:cubicBezTo>
                    <a:pt x="150818" y="919299"/>
                    <a:pt x="155447" y="919295"/>
                    <a:pt x="160076" y="919295"/>
                  </a:cubicBezTo>
                  <a:cubicBezTo>
                    <a:pt x="162841" y="919295"/>
                    <a:pt x="165606" y="919293"/>
                    <a:pt x="168370" y="919285"/>
                  </a:cubicBezTo>
                  <a:cubicBezTo>
                    <a:pt x="171454" y="919277"/>
                    <a:pt x="174538" y="919280"/>
                    <a:pt x="177622" y="919285"/>
                  </a:cubicBezTo>
                  <a:cubicBezTo>
                    <a:pt x="178995" y="919279"/>
                    <a:pt x="178995" y="919279"/>
                    <a:pt x="180396" y="919272"/>
                  </a:cubicBezTo>
                  <a:cubicBezTo>
                    <a:pt x="181237" y="919275"/>
                    <a:pt x="182078" y="919278"/>
                    <a:pt x="182944" y="919282"/>
                  </a:cubicBezTo>
                  <a:cubicBezTo>
                    <a:pt x="183673" y="919281"/>
                    <a:pt x="184402" y="919281"/>
                    <a:pt x="185153" y="919280"/>
                  </a:cubicBezTo>
                  <a:cubicBezTo>
                    <a:pt x="187392" y="919487"/>
                    <a:pt x="188940" y="919807"/>
                    <a:pt x="190883" y="920954"/>
                  </a:cubicBezTo>
                  <a:cubicBezTo>
                    <a:pt x="191341" y="922555"/>
                    <a:pt x="191341" y="922555"/>
                    <a:pt x="191330" y="924579"/>
                  </a:cubicBezTo>
                  <a:cubicBezTo>
                    <a:pt x="191336" y="925345"/>
                    <a:pt x="191341" y="926111"/>
                    <a:pt x="191346" y="926900"/>
                  </a:cubicBezTo>
                  <a:cubicBezTo>
                    <a:pt x="191333" y="927744"/>
                    <a:pt x="191319" y="928587"/>
                    <a:pt x="191305" y="929457"/>
                  </a:cubicBezTo>
                  <a:cubicBezTo>
                    <a:pt x="191306" y="930785"/>
                    <a:pt x="191306" y="930785"/>
                    <a:pt x="191307" y="932141"/>
                  </a:cubicBezTo>
                  <a:cubicBezTo>
                    <a:pt x="191305" y="934573"/>
                    <a:pt x="191286" y="937005"/>
                    <a:pt x="191260" y="939437"/>
                  </a:cubicBezTo>
                  <a:cubicBezTo>
                    <a:pt x="191237" y="941977"/>
                    <a:pt x="191235" y="944518"/>
                    <a:pt x="191230" y="947058"/>
                  </a:cubicBezTo>
                  <a:cubicBezTo>
                    <a:pt x="191219" y="951871"/>
                    <a:pt x="191188" y="956683"/>
                    <a:pt x="191151" y="961495"/>
                  </a:cubicBezTo>
                  <a:cubicBezTo>
                    <a:pt x="191109" y="966973"/>
                    <a:pt x="191089" y="972451"/>
                    <a:pt x="191070" y="977929"/>
                  </a:cubicBezTo>
                  <a:cubicBezTo>
                    <a:pt x="191031" y="989199"/>
                    <a:pt x="190966" y="1000469"/>
                    <a:pt x="190883" y="1011739"/>
                  </a:cubicBezTo>
                  <a:cubicBezTo>
                    <a:pt x="171407" y="1011808"/>
                    <a:pt x="151931" y="1011861"/>
                    <a:pt x="132455" y="1011893"/>
                  </a:cubicBezTo>
                  <a:cubicBezTo>
                    <a:pt x="123412" y="1011909"/>
                    <a:pt x="114370" y="1011930"/>
                    <a:pt x="105327" y="1011964"/>
                  </a:cubicBezTo>
                  <a:cubicBezTo>
                    <a:pt x="97448" y="1011993"/>
                    <a:pt x="89570" y="1012012"/>
                    <a:pt x="81691" y="1012019"/>
                  </a:cubicBezTo>
                  <a:cubicBezTo>
                    <a:pt x="77516" y="1012023"/>
                    <a:pt x="73342" y="1012032"/>
                    <a:pt x="69168" y="1012054"/>
                  </a:cubicBezTo>
                  <a:cubicBezTo>
                    <a:pt x="65243" y="1012074"/>
                    <a:pt x="61319" y="1012080"/>
                    <a:pt x="57394" y="1012076"/>
                  </a:cubicBezTo>
                  <a:cubicBezTo>
                    <a:pt x="55950" y="1012076"/>
                    <a:pt x="54505" y="1012082"/>
                    <a:pt x="53061" y="1012094"/>
                  </a:cubicBezTo>
                  <a:cubicBezTo>
                    <a:pt x="51097" y="1012108"/>
                    <a:pt x="49133" y="1012105"/>
                    <a:pt x="47168" y="1012097"/>
                  </a:cubicBezTo>
                  <a:cubicBezTo>
                    <a:pt x="46302" y="1012110"/>
                    <a:pt x="46302" y="1012110"/>
                    <a:pt x="45418" y="1012123"/>
                  </a:cubicBezTo>
                  <a:cubicBezTo>
                    <a:pt x="43830" y="1012105"/>
                    <a:pt x="43830" y="1012105"/>
                    <a:pt x="41311" y="1011739"/>
                  </a:cubicBezTo>
                  <a:cubicBezTo>
                    <a:pt x="40294" y="1010275"/>
                    <a:pt x="40294" y="1010275"/>
                    <a:pt x="39822" y="1008762"/>
                  </a:cubicBezTo>
                  <a:cubicBezTo>
                    <a:pt x="39331" y="1008517"/>
                    <a:pt x="38840" y="1008271"/>
                    <a:pt x="38334" y="1008018"/>
                  </a:cubicBezTo>
                  <a:cubicBezTo>
                    <a:pt x="37966" y="1006913"/>
                    <a:pt x="37966" y="1006913"/>
                    <a:pt x="37590" y="1005786"/>
                  </a:cubicBezTo>
                  <a:cubicBezTo>
                    <a:pt x="36853" y="1005602"/>
                    <a:pt x="36853" y="1005602"/>
                    <a:pt x="36102" y="1005414"/>
                  </a:cubicBezTo>
                  <a:cubicBezTo>
                    <a:pt x="35365" y="1005230"/>
                    <a:pt x="35365" y="1005230"/>
                    <a:pt x="34613" y="1005042"/>
                  </a:cubicBezTo>
                  <a:cubicBezTo>
                    <a:pt x="34245" y="1003937"/>
                    <a:pt x="34245" y="1003937"/>
                    <a:pt x="33869" y="1002809"/>
                  </a:cubicBezTo>
                  <a:cubicBezTo>
                    <a:pt x="33378" y="1002564"/>
                    <a:pt x="32887" y="1002318"/>
                    <a:pt x="32381" y="1002065"/>
                  </a:cubicBezTo>
                  <a:cubicBezTo>
                    <a:pt x="32182" y="1001635"/>
                    <a:pt x="31982" y="1001206"/>
                    <a:pt x="31776" y="1000763"/>
                  </a:cubicBezTo>
                  <a:cubicBezTo>
                    <a:pt x="30937" y="998972"/>
                    <a:pt x="30937" y="998972"/>
                    <a:pt x="29265" y="997461"/>
                  </a:cubicBezTo>
                  <a:cubicBezTo>
                    <a:pt x="26982" y="995177"/>
                    <a:pt x="25112" y="992738"/>
                    <a:pt x="23190" y="990150"/>
                  </a:cubicBezTo>
                  <a:cubicBezTo>
                    <a:pt x="21944" y="988504"/>
                    <a:pt x="21944" y="988504"/>
                    <a:pt x="19731" y="987182"/>
                  </a:cubicBezTo>
                  <a:cubicBezTo>
                    <a:pt x="19485" y="986446"/>
                    <a:pt x="19240" y="985709"/>
                    <a:pt x="18987" y="984950"/>
                  </a:cubicBezTo>
                  <a:cubicBezTo>
                    <a:pt x="18250" y="984459"/>
                    <a:pt x="17513" y="983968"/>
                    <a:pt x="16754" y="983462"/>
                  </a:cubicBezTo>
                  <a:cubicBezTo>
                    <a:pt x="16386" y="982357"/>
                    <a:pt x="16386" y="982357"/>
                    <a:pt x="16010" y="981229"/>
                  </a:cubicBezTo>
                  <a:cubicBezTo>
                    <a:pt x="15626" y="980846"/>
                    <a:pt x="15243" y="980462"/>
                    <a:pt x="14847" y="980066"/>
                  </a:cubicBezTo>
                  <a:cubicBezTo>
                    <a:pt x="13778" y="978997"/>
                    <a:pt x="13778" y="978997"/>
                    <a:pt x="13778" y="977509"/>
                  </a:cubicBezTo>
                  <a:cubicBezTo>
                    <a:pt x="12795" y="977509"/>
                    <a:pt x="11813" y="977509"/>
                    <a:pt x="10801" y="977509"/>
                  </a:cubicBezTo>
                  <a:cubicBezTo>
                    <a:pt x="10801" y="976526"/>
                    <a:pt x="10801" y="975544"/>
                    <a:pt x="10801" y="974532"/>
                  </a:cubicBezTo>
                  <a:cubicBezTo>
                    <a:pt x="10310" y="974409"/>
                    <a:pt x="9819" y="974286"/>
                    <a:pt x="9313" y="974160"/>
                  </a:cubicBezTo>
                  <a:cubicBezTo>
                    <a:pt x="8822" y="974037"/>
                    <a:pt x="8330" y="973914"/>
                    <a:pt x="7824" y="973788"/>
                  </a:cubicBezTo>
                  <a:cubicBezTo>
                    <a:pt x="7824" y="972806"/>
                    <a:pt x="7824" y="971823"/>
                    <a:pt x="7824" y="970811"/>
                  </a:cubicBezTo>
                  <a:cubicBezTo>
                    <a:pt x="7088" y="970811"/>
                    <a:pt x="6351" y="970811"/>
                    <a:pt x="5592" y="970811"/>
                  </a:cubicBezTo>
                  <a:cubicBezTo>
                    <a:pt x="5592" y="650593"/>
                    <a:pt x="5592" y="330374"/>
                    <a:pt x="5592" y="452"/>
                  </a:cubicBezTo>
                  <a:close/>
                </a:path>
              </a:pathLst>
            </a:custGeom>
            <a:grpFill/>
            <a:ln w="744" cap="flat">
              <a:noFill/>
              <a:prstDash val="solid"/>
              <a:miter/>
            </a:ln>
          </p:spPr>
          <p:txBody>
            <a:bodyPr rtlCol="0" anchor="ctr"/>
            <a:lstStyle/>
            <a:p>
              <a:endParaRPr lang="zh-CN" altLang="en-US"/>
            </a:p>
          </p:txBody>
        </p:sp>
        <p:sp>
          <p:nvSpPr>
            <p:cNvPr id="150" name="任意多边形: 形状 149"/>
            <p:cNvSpPr/>
            <p:nvPr/>
          </p:nvSpPr>
          <p:spPr>
            <a:xfrm>
              <a:off x="3562165" y="610123"/>
              <a:ext cx="186319" cy="1011798"/>
            </a:xfrm>
            <a:custGeom>
              <a:avLst/>
              <a:gdLst>
                <a:gd name="connsiteX0" fmla="*/ 6094 w 186323"/>
                <a:gd name="connsiteY0" fmla="*/ 452 h 1011767"/>
                <a:gd name="connsiteX1" fmla="*/ 84973 w 186323"/>
                <a:gd name="connsiteY1" fmla="*/ 452 h 1011767"/>
                <a:gd name="connsiteX2" fmla="*/ 84973 w 186323"/>
                <a:gd name="connsiteY2" fmla="*/ 920954 h 1011767"/>
                <a:gd name="connsiteX3" fmla="*/ 87205 w 186323"/>
                <a:gd name="connsiteY3" fmla="*/ 920954 h 1011767"/>
                <a:gd name="connsiteX4" fmla="*/ 87205 w 186323"/>
                <a:gd name="connsiteY4" fmla="*/ 919466 h 1011767"/>
                <a:gd name="connsiteX5" fmla="*/ 127296 w 186323"/>
                <a:gd name="connsiteY5" fmla="*/ 919427 h 1011767"/>
                <a:gd name="connsiteX6" fmla="*/ 145910 w 186323"/>
                <a:gd name="connsiteY6" fmla="*/ 919409 h 1011767"/>
                <a:gd name="connsiteX7" fmla="*/ 162129 w 186323"/>
                <a:gd name="connsiteY7" fmla="*/ 919396 h 1011767"/>
                <a:gd name="connsiteX8" fmla="*/ 170721 w 186323"/>
                <a:gd name="connsiteY8" fmla="*/ 919387 h 1011767"/>
                <a:gd name="connsiteX9" fmla="*/ 178802 w 186323"/>
                <a:gd name="connsiteY9" fmla="*/ 919381 h 1011767"/>
                <a:gd name="connsiteX10" fmla="*/ 183194 w 186323"/>
                <a:gd name="connsiteY10" fmla="*/ 919373 h 1011767"/>
                <a:gd name="connsiteX11" fmla="*/ 185819 w 186323"/>
                <a:gd name="connsiteY11" fmla="*/ 919376 h 1011767"/>
                <a:gd name="connsiteX12" fmla="*/ 188110 w 186323"/>
                <a:gd name="connsiteY12" fmla="*/ 919374 h 1011767"/>
                <a:gd name="connsiteX13" fmla="*/ 191385 w 186323"/>
                <a:gd name="connsiteY13" fmla="*/ 920210 h 1011767"/>
                <a:gd name="connsiteX14" fmla="*/ 191564 w 186323"/>
                <a:gd name="connsiteY14" fmla="*/ 923774 h 1011767"/>
                <a:gd name="connsiteX15" fmla="*/ 191570 w 186323"/>
                <a:gd name="connsiteY15" fmla="*/ 926111 h 1011767"/>
                <a:gd name="connsiteX16" fmla="*/ 191554 w 186323"/>
                <a:gd name="connsiteY16" fmla="*/ 928696 h 1011767"/>
                <a:gd name="connsiteX17" fmla="*/ 191554 w 186323"/>
                <a:gd name="connsiteY17" fmla="*/ 931402 h 1011767"/>
                <a:gd name="connsiteX18" fmla="*/ 191536 w 186323"/>
                <a:gd name="connsiteY18" fmla="*/ 938768 h 1011767"/>
                <a:gd name="connsiteX19" fmla="*/ 191524 w 186323"/>
                <a:gd name="connsiteY19" fmla="*/ 946458 h 1011767"/>
                <a:gd name="connsiteX20" fmla="*/ 191492 w 186323"/>
                <a:gd name="connsiteY20" fmla="*/ 961029 h 1011767"/>
                <a:gd name="connsiteX21" fmla="*/ 191460 w 186323"/>
                <a:gd name="connsiteY21" fmla="*/ 977614 h 1011767"/>
                <a:gd name="connsiteX22" fmla="*/ 191385 w 186323"/>
                <a:gd name="connsiteY22" fmla="*/ 1011739 h 1011767"/>
                <a:gd name="connsiteX23" fmla="*/ 132957 w 186323"/>
                <a:gd name="connsiteY23" fmla="*/ 1011932 h 1011767"/>
                <a:gd name="connsiteX24" fmla="*/ 105829 w 186323"/>
                <a:gd name="connsiteY24" fmla="*/ 1012020 h 1011767"/>
                <a:gd name="connsiteX25" fmla="*/ 82193 w 186323"/>
                <a:gd name="connsiteY25" fmla="*/ 1012089 h 1011767"/>
                <a:gd name="connsiteX26" fmla="*/ 69670 w 186323"/>
                <a:gd name="connsiteY26" fmla="*/ 1012132 h 1011767"/>
                <a:gd name="connsiteX27" fmla="*/ 57896 w 186323"/>
                <a:gd name="connsiteY27" fmla="*/ 1012160 h 1011767"/>
                <a:gd name="connsiteX28" fmla="*/ 53563 w 186323"/>
                <a:gd name="connsiteY28" fmla="*/ 1012183 h 1011767"/>
                <a:gd name="connsiteX29" fmla="*/ 47670 w 186323"/>
                <a:gd name="connsiteY29" fmla="*/ 1012186 h 1011767"/>
                <a:gd name="connsiteX30" fmla="*/ 45919 w 186323"/>
                <a:gd name="connsiteY30" fmla="*/ 1012219 h 1011767"/>
                <a:gd name="connsiteX31" fmla="*/ 41813 w 186323"/>
                <a:gd name="connsiteY31" fmla="*/ 1011739 h 1011767"/>
                <a:gd name="connsiteX32" fmla="*/ 40324 w 186323"/>
                <a:gd name="connsiteY32" fmla="*/ 1008018 h 1011767"/>
                <a:gd name="connsiteX33" fmla="*/ 37999 w 186323"/>
                <a:gd name="connsiteY33" fmla="*/ 1005274 h 1011767"/>
                <a:gd name="connsiteX34" fmla="*/ 35859 w 186323"/>
                <a:gd name="connsiteY34" fmla="*/ 1001321 h 1011767"/>
                <a:gd name="connsiteX35" fmla="*/ 33627 w 186323"/>
                <a:gd name="connsiteY35" fmla="*/ 1000577 h 1011767"/>
                <a:gd name="connsiteX36" fmla="*/ 32883 w 186323"/>
                <a:gd name="connsiteY36" fmla="*/ 998344 h 1011767"/>
                <a:gd name="connsiteX37" fmla="*/ 30650 w 186323"/>
                <a:gd name="connsiteY37" fmla="*/ 997600 h 1011767"/>
                <a:gd name="connsiteX38" fmla="*/ 29906 w 186323"/>
                <a:gd name="connsiteY38" fmla="*/ 995368 h 1011767"/>
                <a:gd name="connsiteX39" fmla="*/ 27674 w 186323"/>
                <a:gd name="connsiteY39" fmla="*/ 994624 h 1011767"/>
                <a:gd name="connsiteX40" fmla="*/ 27674 w 186323"/>
                <a:gd name="connsiteY40" fmla="*/ 991647 h 1011767"/>
                <a:gd name="connsiteX41" fmla="*/ 24697 w 186323"/>
                <a:gd name="connsiteY41" fmla="*/ 991647 h 1011767"/>
                <a:gd name="connsiteX42" fmla="*/ 24697 w 186323"/>
                <a:gd name="connsiteY42" fmla="*/ 987926 h 1011767"/>
                <a:gd name="connsiteX43" fmla="*/ 21721 w 186323"/>
                <a:gd name="connsiteY43" fmla="*/ 987926 h 1011767"/>
                <a:gd name="connsiteX44" fmla="*/ 18744 w 186323"/>
                <a:gd name="connsiteY44" fmla="*/ 981973 h 1011767"/>
                <a:gd name="connsiteX45" fmla="*/ 16512 w 186323"/>
                <a:gd name="connsiteY45" fmla="*/ 981229 h 1011767"/>
                <a:gd name="connsiteX46" fmla="*/ 16233 w 186323"/>
                <a:gd name="connsiteY46" fmla="*/ 979741 h 1011767"/>
                <a:gd name="connsiteX47" fmla="*/ 15768 w 186323"/>
                <a:gd name="connsiteY47" fmla="*/ 978253 h 1011767"/>
                <a:gd name="connsiteX48" fmla="*/ 13907 w 186323"/>
                <a:gd name="connsiteY48" fmla="*/ 977927 h 1011767"/>
                <a:gd name="connsiteX49" fmla="*/ 12047 w 186323"/>
                <a:gd name="connsiteY49" fmla="*/ 977509 h 1011767"/>
                <a:gd name="connsiteX50" fmla="*/ 11303 w 186323"/>
                <a:gd name="connsiteY50" fmla="*/ 973788 h 1011767"/>
                <a:gd name="connsiteX51" fmla="*/ 9070 w 186323"/>
                <a:gd name="connsiteY51" fmla="*/ 973044 h 1011767"/>
                <a:gd name="connsiteX52" fmla="*/ 5644 w 186323"/>
                <a:gd name="connsiteY52" fmla="*/ 968384 h 1011767"/>
                <a:gd name="connsiteX53" fmla="*/ 5256 w 186323"/>
                <a:gd name="connsiteY53" fmla="*/ 945172 h 1011767"/>
                <a:gd name="connsiteX54" fmla="*/ 5253 w 186323"/>
                <a:gd name="connsiteY54" fmla="*/ 940271 h 1011767"/>
                <a:gd name="connsiteX55" fmla="*/ 5254 w 186323"/>
                <a:gd name="connsiteY55" fmla="*/ 926786 h 1011767"/>
                <a:gd name="connsiteX56" fmla="*/ 5252 w 186323"/>
                <a:gd name="connsiteY56" fmla="*/ 913635 h 1011767"/>
                <a:gd name="connsiteX57" fmla="*/ 5251 w 186323"/>
                <a:gd name="connsiteY57" fmla="*/ 886415 h 1011767"/>
                <a:gd name="connsiteX58" fmla="*/ 5252 w 186323"/>
                <a:gd name="connsiteY58" fmla="*/ 858837 h 1011767"/>
                <a:gd name="connsiteX59" fmla="*/ 5252 w 186323"/>
                <a:gd name="connsiteY59" fmla="*/ 857077 h 1011767"/>
                <a:gd name="connsiteX60" fmla="*/ 5250 w 186323"/>
                <a:gd name="connsiteY60" fmla="*/ 849978 h 1011767"/>
                <a:gd name="connsiteX61" fmla="*/ 5248 w 186323"/>
                <a:gd name="connsiteY61" fmla="*/ 783884 h 1011767"/>
                <a:gd name="connsiteX62" fmla="*/ 5248 w 186323"/>
                <a:gd name="connsiteY62" fmla="*/ 781906 h 1011767"/>
                <a:gd name="connsiteX63" fmla="*/ 5249 w 186323"/>
                <a:gd name="connsiteY63" fmla="*/ 779925 h 1011767"/>
                <a:gd name="connsiteX64" fmla="*/ 5250 w 186323"/>
                <a:gd name="connsiteY64" fmla="*/ 720189 h 1011767"/>
                <a:gd name="connsiteX65" fmla="*/ 5250 w 186323"/>
                <a:gd name="connsiteY65" fmla="*/ 716189 h 1011767"/>
                <a:gd name="connsiteX66" fmla="*/ 5249 w 186323"/>
                <a:gd name="connsiteY66" fmla="*/ 700117 h 1011767"/>
                <a:gd name="connsiteX67" fmla="*/ 5248 w 186323"/>
                <a:gd name="connsiteY67" fmla="*/ 655189 h 1011767"/>
                <a:gd name="connsiteX68" fmla="*/ 5248 w 186323"/>
                <a:gd name="connsiteY68" fmla="*/ 653123 h 1011767"/>
                <a:gd name="connsiteX69" fmla="*/ 5250 w 186323"/>
                <a:gd name="connsiteY69" fmla="*/ 587927 h 1011767"/>
                <a:gd name="connsiteX70" fmla="*/ 5250 w 186323"/>
                <a:gd name="connsiteY70" fmla="*/ 585791 h 1011767"/>
                <a:gd name="connsiteX71" fmla="*/ 5253 w 186323"/>
                <a:gd name="connsiteY71" fmla="*/ 551449 h 1011767"/>
                <a:gd name="connsiteX72" fmla="*/ 5253 w 186323"/>
                <a:gd name="connsiteY72" fmla="*/ 415234 h 1011767"/>
                <a:gd name="connsiteX73" fmla="*/ 5250 w 186323"/>
                <a:gd name="connsiteY73" fmla="*/ 380905 h 1011767"/>
                <a:gd name="connsiteX74" fmla="*/ 5250 w 186323"/>
                <a:gd name="connsiteY74" fmla="*/ 378770 h 1011767"/>
                <a:gd name="connsiteX75" fmla="*/ 5248 w 186323"/>
                <a:gd name="connsiteY75" fmla="*/ 313638 h 1011767"/>
                <a:gd name="connsiteX76" fmla="*/ 5248 w 186323"/>
                <a:gd name="connsiteY76" fmla="*/ 311573 h 1011767"/>
                <a:gd name="connsiteX77" fmla="*/ 5249 w 186323"/>
                <a:gd name="connsiteY77" fmla="*/ 266698 h 1011767"/>
                <a:gd name="connsiteX78" fmla="*/ 5250 w 186323"/>
                <a:gd name="connsiteY78" fmla="*/ 250641 h 1011767"/>
                <a:gd name="connsiteX79" fmla="*/ 5250 w 186323"/>
                <a:gd name="connsiteY79" fmla="*/ 246647 h 1011767"/>
                <a:gd name="connsiteX80" fmla="*/ 5251 w 186323"/>
                <a:gd name="connsiteY80" fmla="*/ 226760 h 1011767"/>
                <a:gd name="connsiteX81" fmla="*/ 5251 w 186323"/>
                <a:gd name="connsiteY81" fmla="*/ 224776 h 1011767"/>
                <a:gd name="connsiteX82" fmla="*/ 5248 w 186323"/>
                <a:gd name="connsiteY82" fmla="*/ 186922 h 1011767"/>
                <a:gd name="connsiteX83" fmla="*/ 5248 w 186323"/>
                <a:gd name="connsiteY83" fmla="*/ 184944 h 1011767"/>
                <a:gd name="connsiteX84" fmla="*/ 5248 w 186323"/>
                <a:gd name="connsiteY84" fmla="*/ 182970 h 1011767"/>
                <a:gd name="connsiteX85" fmla="*/ 5251 w 186323"/>
                <a:gd name="connsiteY85" fmla="*/ 117072 h 1011767"/>
                <a:gd name="connsiteX86" fmla="*/ 5252 w 186323"/>
                <a:gd name="connsiteY86" fmla="*/ 109998 h 1011767"/>
                <a:gd name="connsiteX87" fmla="*/ 5252 w 186323"/>
                <a:gd name="connsiteY87" fmla="*/ 108245 h 1011767"/>
                <a:gd name="connsiteX88" fmla="*/ 5251 w 186323"/>
                <a:gd name="connsiteY88" fmla="*/ 80736 h 1011767"/>
                <a:gd name="connsiteX89" fmla="*/ 5253 w 186323"/>
                <a:gd name="connsiteY89" fmla="*/ 53700 h 1011767"/>
                <a:gd name="connsiteX90" fmla="*/ 5253 w 186323"/>
                <a:gd name="connsiteY90" fmla="*/ 39233 h 1011767"/>
                <a:gd name="connsiteX91" fmla="*/ 5255 w 186323"/>
                <a:gd name="connsiteY91" fmla="*/ 26080 h 1011767"/>
                <a:gd name="connsiteX92" fmla="*/ 5253 w 186323"/>
                <a:gd name="connsiteY92" fmla="*/ 21343 h 1011767"/>
                <a:gd name="connsiteX93" fmla="*/ 5256 w 186323"/>
                <a:gd name="connsiteY93" fmla="*/ 14920 h 1011767"/>
                <a:gd name="connsiteX94" fmla="*/ 5251 w 186323"/>
                <a:gd name="connsiteY94" fmla="*/ 13075 h 1011767"/>
                <a:gd name="connsiteX95" fmla="*/ 6094 w 186323"/>
                <a:gd name="connsiteY95" fmla="*/ 452 h 101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86323" h="1011767">
                  <a:moveTo>
                    <a:pt x="6094" y="452"/>
                  </a:moveTo>
                  <a:cubicBezTo>
                    <a:pt x="32124" y="452"/>
                    <a:pt x="58154" y="452"/>
                    <a:pt x="84973" y="452"/>
                  </a:cubicBezTo>
                  <a:cubicBezTo>
                    <a:pt x="84973" y="304218"/>
                    <a:pt x="84973" y="607983"/>
                    <a:pt x="84973" y="920954"/>
                  </a:cubicBezTo>
                  <a:cubicBezTo>
                    <a:pt x="85709" y="920954"/>
                    <a:pt x="86446" y="920954"/>
                    <a:pt x="87205" y="920954"/>
                  </a:cubicBezTo>
                  <a:cubicBezTo>
                    <a:pt x="87205" y="920463"/>
                    <a:pt x="87205" y="919972"/>
                    <a:pt x="87205" y="919466"/>
                  </a:cubicBezTo>
                  <a:cubicBezTo>
                    <a:pt x="100569" y="919448"/>
                    <a:pt x="113932" y="919435"/>
                    <a:pt x="127296" y="919427"/>
                  </a:cubicBezTo>
                  <a:cubicBezTo>
                    <a:pt x="133501" y="919423"/>
                    <a:pt x="139705" y="919418"/>
                    <a:pt x="145910" y="919409"/>
                  </a:cubicBezTo>
                  <a:cubicBezTo>
                    <a:pt x="151316" y="919402"/>
                    <a:pt x="156723" y="919397"/>
                    <a:pt x="162129" y="919396"/>
                  </a:cubicBezTo>
                  <a:cubicBezTo>
                    <a:pt x="164993" y="919395"/>
                    <a:pt x="167857" y="919392"/>
                    <a:pt x="170721" y="919387"/>
                  </a:cubicBezTo>
                  <a:cubicBezTo>
                    <a:pt x="173415" y="919382"/>
                    <a:pt x="176108" y="919380"/>
                    <a:pt x="178802" y="919381"/>
                  </a:cubicBezTo>
                  <a:cubicBezTo>
                    <a:pt x="180266" y="919381"/>
                    <a:pt x="181730" y="919377"/>
                    <a:pt x="183194" y="919373"/>
                  </a:cubicBezTo>
                  <a:cubicBezTo>
                    <a:pt x="184061" y="919374"/>
                    <a:pt x="184927" y="919375"/>
                    <a:pt x="185819" y="919376"/>
                  </a:cubicBezTo>
                  <a:cubicBezTo>
                    <a:pt x="186575" y="919375"/>
                    <a:pt x="187331" y="919375"/>
                    <a:pt x="188110" y="919374"/>
                  </a:cubicBezTo>
                  <a:cubicBezTo>
                    <a:pt x="189897" y="919466"/>
                    <a:pt x="189897" y="919466"/>
                    <a:pt x="191385" y="920210"/>
                  </a:cubicBezTo>
                  <a:cubicBezTo>
                    <a:pt x="191568" y="921731"/>
                    <a:pt x="191568" y="921731"/>
                    <a:pt x="191564" y="923774"/>
                  </a:cubicBezTo>
                  <a:cubicBezTo>
                    <a:pt x="191567" y="924931"/>
                    <a:pt x="191567" y="924931"/>
                    <a:pt x="191570" y="926111"/>
                  </a:cubicBezTo>
                  <a:cubicBezTo>
                    <a:pt x="191562" y="927391"/>
                    <a:pt x="191562" y="927391"/>
                    <a:pt x="191554" y="928696"/>
                  </a:cubicBezTo>
                  <a:cubicBezTo>
                    <a:pt x="191554" y="929589"/>
                    <a:pt x="191554" y="930482"/>
                    <a:pt x="191554" y="931402"/>
                  </a:cubicBezTo>
                  <a:cubicBezTo>
                    <a:pt x="191554" y="933857"/>
                    <a:pt x="191546" y="936312"/>
                    <a:pt x="191536" y="938768"/>
                  </a:cubicBezTo>
                  <a:cubicBezTo>
                    <a:pt x="191527" y="941331"/>
                    <a:pt x="191526" y="943894"/>
                    <a:pt x="191524" y="946458"/>
                  </a:cubicBezTo>
                  <a:cubicBezTo>
                    <a:pt x="191519" y="951315"/>
                    <a:pt x="191507" y="956172"/>
                    <a:pt x="191492" y="961029"/>
                  </a:cubicBezTo>
                  <a:cubicBezTo>
                    <a:pt x="191475" y="966557"/>
                    <a:pt x="191467" y="972086"/>
                    <a:pt x="191460" y="977614"/>
                  </a:cubicBezTo>
                  <a:cubicBezTo>
                    <a:pt x="191444" y="988989"/>
                    <a:pt x="191418" y="1000364"/>
                    <a:pt x="191385" y="1011739"/>
                  </a:cubicBezTo>
                  <a:cubicBezTo>
                    <a:pt x="171909" y="1011826"/>
                    <a:pt x="152433" y="1011891"/>
                    <a:pt x="132957" y="1011932"/>
                  </a:cubicBezTo>
                  <a:cubicBezTo>
                    <a:pt x="123914" y="1011951"/>
                    <a:pt x="114872" y="1011977"/>
                    <a:pt x="105829" y="1012020"/>
                  </a:cubicBezTo>
                  <a:cubicBezTo>
                    <a:pt x="97950" y="1012057"/>
                    <a:pt x="90071" y="1012081"/>
                    <a:pt x="82193" y="1012089"/>
                  </a:cubicBezTo>
                  <a:cubicBezTo>
                    <a:pt x="78018" y="1012094"/>
                    <a:pt x="73844" y="1012105"/>
                    <a:pt x="69670" y="1012132"/>
                  </a:cubicBezTo>
                  <a:cubicBezTo>
                    <a:pt x="65745" y="1012158"/>
                    <a:pt x="61821" y="1012165"/>
                    <a:pt x="57896" y="1012160"/>
                  </a:cubicBezTo>
                  <a:cubicBezTo>
                    <a:pt x="56451" y="1012161"/>
                    <a:pt x="55007" y="1012168"/>
                    <a:pt x="53563" y="1012183"/>
                  </a:cubicBezTo>
                  <a:cubicBezTo>
                    <a:pt x="51598" y="1012201"/>
                    <a:pt x="49635" y="1012197"/>
                    <a:pt x="47670" y="1012186"/>
                  </a:cubicBezTo>
                  <a:cubicBezTo>
                    <a:pt x="47092" y="1012197"/>
                    <a:pt x="46515" y="1012208"/>
                    <a:pt x="45919" y="1012219"/>
                  </a:cubicBezTo>
                  <a:cubicBezTo>
                    <a:pt x="44332" y="1012197"/>
                    <a:pt x="44332" y="1012197"/>
                    <a:pt x="41813" y="1011739"/>
                  </a:cubicBezTo>
                  <a:cubicBezTo>
                    <a:pt x="40773" y="1009941"/>
                    <a:pt x="40773" y="1009941"/>
                    <a:pt x="40324" y="1008018"/>
                  </a:cubicBezTo>
                  <a:cubicBezTo>
                    <a:pt x="39230" y="1006559"/>
                    <a:pt x="39230" y="1006559"/>
                    <a:pt x="37999" y="1005274"/>
                  </a:cubicBezTo>
                  <a:cubicBezTo>
                    <a:pt x="35859" y="1002966"/>
                    <a:pt x="35859" y="1002966"/>
                    <a:pt x="35859" y="1001321"/>
                  </a:cubicBezTo>
                  <a:cubicBezTo>
                    <a:pt x="35123" y="1001075"/>
                    <a:pt x="34386" y="1000830"/>
                    <a:pt x="33627" y="1000577"/>
                  </a:cubicBezTo>
                  <a:cubicBezTo>
                    <a:pt x="33259" y="999472"/>
                    <a:pt x="33259" y="999472"/>
                    <a:pt x="32883" y="998344"/>
                  </a:cubicBezTo>
                  <a:cubicBezTo>
                    <a:pt x="32146" y="998099"/>
                    <a:pt x="31410" y="997853"/>
                    <a:pt x="30650" y="997600"/>
                  </a:cubicBezTo>
                  <a:cubicBezTo>
                    <a:pt x="30282" y="996495"/>
                    <a:pt x="30282" y="996495"/>
                    <a:pt x="29906" y="995368"/>
                  </a:cubicBezTo>
                  <a:cubicBezTo>
                    <a:pt x="29170" y="995122"/>
                    <a:pt x="28433" y="994877"/>
                    <a:pt x="27674" y="994624"/>
                  </a:cubicBezTo>
                  <a:cubicBezTo>
                    <a:pt x="27674" y="993642"/>
                    <a:pt x="27674" y="992659"/>
                    <a:pt x="27674" y="991647"/>
                  </a:cubicBezTo>
                  <a:cubicBezTo>
                    <a:pt x="26692" y="991647"/>
                    <a:pt x="25709" y="991647"/>
                    <a:pt x="24697" y="991647"/>
                  </a:cubicBezTo>
                  <a:cubicBezTo>
                    <a:pt x="24697" y="990419"/>
                    <a:pt x="24697" y="989191"/>
                    <a:pt x="24697" y="987926"/>
                  </a:cubicBezTo>
                  <a:cubicBezTo>
                    <a:pt x="23715" y="987926"/>
                    <a:pt x="22733" y="987926"/>
                    <a:pt x="21721" y="987926"/>
                  </a:cubicBezTo>
                  <a:cubicBezTo>
                    <a:pt x="18744" y="984867"/>
                    <a:pt x="18744" y="984867"/>
                    <a:pt x="18744" y="981973"/>
                  </a:cubicBezTo>
                  <a:cubicBezTo>
                    <a:pt x="18008" y="981728"/>
                    <a:pt x="17271" y="981482"/>
                    <a:pt x="16512" y="981229"/>
                  </a:cubicBezTo>
                  <a:cubicBezTo>
                    <a:pt x="16420" y="980738"/>
                    <a:pt x="16328" y="980247"/>
                    <a:pt x="16233" y="979741"/>
                  </a:cubicBezTo>
                  <a:cubicBezTo>
                    <a:pt x="16079" y="979250"/>
                    <a:pt x="15926" y="978759"/>
                    <a:pt x="15768" y="978253"/>
                  </a:cubicBezTo>
                  <a:cubicBezTo>
                    <a:pt x="15154" y="978145"/>
                    <a:pt x="14540" y="978038"/>
                    <a:pt x="13907" y="977927"/>
                  </a:cubicBezTo>
                  <a:cubicBezTo>
                    <a:pt x="13293" y="977789"/>
                    <a:pt x="12680" y="977651"/>
                    <a:pt x="12047" y="977509"/>
                  </a:cubicBezTo>
                  <a:cubicBezTo>
                    <a:pt x="11582" y="975648"/>
                    <a:pt x="11582" y="975648"/>
                    <a:pt x="11303" y="973788"/>
                  </a:cubicBezTo>
                  <a:cubicBezTo>
                    <a:pt x="10566" y="973542"/>
                    <a:pt x="9829" y="973297"/>
                    <a:pt x="9070" y="973044"/>
                  </a:cubicBezTo>
                  <a:cubicBezTo>
                    <a:pt x="7288" y="971582"/>
                    <a:pt x="6246" y="970635"/>
                    <a:pt x="5644" y="968384"/>
                  </a:cubicBezTo>
                  <a:cubicBezTo>
                    <a:pt x="5243" y="960649"/>
                    <a:pt x="5247" y="952916"/>
                    <a:pt x="5256" y="945172"/>
                  </a:cubicBezTo>
                  <a:cubicBezTo>
                    <a:pt x="5255" y="943538"/>
                    <a:pt x="5254" y="941905"/>
                    <a:pt x="5253" y="940271"/>
                  </a:cubicBezTo>
                  <a:cubicBezTo>
                    <a:pt x="5250" y="935776"/>
                    <a:pt x="5252" y="931281"/>
                    <a:pt x="5254" y="926786"/>
                  </a:cubicBezTo>
                  <a:cubicBezTo>
                    <a:pt x="5256" y="922402"/>
                    <a:pt x="5254" y="918019"/>
                    <a:pt x="5252" y="913635"/>
                  </a:cubicBezTo>
                  <a:cubicBezTo>
                    <a:pt x="5249" y="904562"/>
                    <a:pt x="5249" y="895489"/>
                    <a:pt x="5251" y="886415"/>
                  </a:cubicBezTo>
                  <a:cubicBezTo>
                    <a:pt x="5253" y="877223"/>
                    <a:pt x="5253" y="868030"/>
                    <a:pt x="5252" y="858837"/>
                  </a:cubicBezTo>
                  <a:cubicBezTo>
                    <a:pt x="5252" y="858256"/>
                    <a:pt x="5252" y="857675"/>
                    <a:pt x="5252" y="857077"/>
                  </a:cubicBezTo>
                  <a:cubicBezTo>
                    <a:pt x="5251" y="854711"/>
                    <a:pt x="5251" y="852344"/>
                    <a:pt x="5250" y="849978"/>
                  </a:cubicBezTo>
                  <a:cubicBezTo>
                    <a:pt x="5246" y="827947"/>
                    <a:pt x="5246" y="805915"/>
                    <a:pt x="5248" y="783884"/>
                  </a:cubicBezTo>
                  <a:cubicBezTo>
                    <a:pt x="5248" y="783231"/>
                    <a:pt x="5248" y="782578"/>
                    <a:pt x="5248" y="781906"/>
                  </a:cubicBezTo>
                  <a:cubicBezTo>
                    <a:pt x="5249" y="781252"/>
                    <a:pt x="5249" y="780599"/>
                    <a:pt x="5249" y="779925"/>
                  </a:cubicBezTo>
                  <a:cubicBezTo>
                    <a:pt x="5251" y="760013"/>
                    <a:pt x="5251" y="740101"/>
                    <a:pt x="5250" y="720189"/>
                  </a:cubicBezTo>
                  <a:cubicBezTo>
                    <a:pt x="5250" y="718856"/>
                    <a:pt x="5250" y="717523"/>
                    <a:pt x="5250" y="716189"/>
                  </a:cubicBezTo>
                  <a:cubicBezTo>
                    <a:pt x="5250" y="710832"/>
                    <a:pt x="5249" y="705475"/>
                    <a:pt x="5249" y="700117"/>
                  </a:cubicBezTo>
                  <a:cubicBezTo>
                    <a:pt x="5249" y="685141"/>
                    <a:pt x="5248" y="670165"/>
                    <a:pt x="5248" y="655189"/>
                  </a:cubicBezTo>
                  <a:cubicBezTo>
                    <a:pt x="5248" y="654507"/>
                    <a:pt x="5248" y="653825"/>
                    <a:pt x="5248" y="653123"/>
                  </a:cubicBezTo>
                  <a:cubicBezTo>
                    <a:pt x="5248" y="631391"/>
                    <a:pt x="5248" y="609659"/>
                    <a:pt x="5250" y="587927"/>
                  </a:cubicBezTo>
                  <a:cubicBezTo>
                    <a:pt x="5250" y="587222"/>
                    <a:pt x="5250" y="586517"/>
                    <a:pt x="5250" y="585791"/>
                  </a:cubicBezTo>
                  <a:cubicBezTo>
                    <a:pt x="5251" y="574344"/>
                    <a:pt x="5252" y="562896"/>
                    <a:pt x="5253" y="551449"/>
                  </a:cubicBezTo>
                  <a:cubicBezTo>
                    <a:pt x="5256" y="506044"/>
                    <a:pt x="5256" y="460639"/>
                    <a:pt x="5253" y="415234"/>
                  </a:cubicBezTo>
                  <a:cubicBezTo>
                    <a:pt x="5252" y="403791"/>
                    <a:pt x="5251" y="392348"/>
                    <a:pt x="5250" y="380905"/>
                  </a:cubicBezTo>
                  <a:cubicBezTo>
                    <a:pt x="5250" y="380200"/>
                    <a:pt x="5250" y="379496"/>
                    <a:pt x="5250" y="378770"/>
                  </a:cubicBezTo>
                  <a:cubicBezTo>
                    <a:pt x="5248" y="357059"/>
                    <a:pt x="5248" y="335349"/>
                    <a:pt x="5248" y="313638"/>
                  </a:cubicBezTo>
                  <a:cubicBezTo>
                    <a:pt x="5248" y="312957"/>
                    <a:pt x="5248" y="312275"/>
                    <a:pt x="5248" y="311573"/>
                  </a:cubicBezTo>
                  <a:cubicBezTo>
                    <a:pt x="5248" y="296615"/>
                    <a:pt x="5249" y="281656"/>
                    <a:pt x="5249" y="266698"/>
                  </a:cubicBezTo>
                  <a:cubicBezTo>
                    <a:pt x="5250" y="261345"/>
                    <a:pt x="5250" y="255993"/>
                    <a:pt x="5250" y="250641"/>
                  </a:cubicBezTo>
                  <a:cubicBezTo>
                    <a:pt x="5250" y="249310"/>
                    <a:pt x="5250" y="247978"/>
                    <a:pt x="5250" y="246647"/>
                  </a:cubicBezTo>
                  <a:cubicBezTo>
                    <a:pt x="5251" y="240018"/>
                    <a:pt x="5251" y="233389"/>
                    <a:pt x="5251" y="226760"/>
                  </a:cubicBezTo>
                  <a:cubicBezTo>
                    <a:pt x="5251" y="226105"/>
                    <a:pt x="5251" y="225450"/>
                    <a:pt x="5251" y="224776"/>
                  </a:cubicBezTo>
                  <a:cubicBezTo>
                    <a:pt x="5251" y="212158"/>
                    <a:pt x="5250" y="199540"/>
                    <a:pt x="5248" y="186922"/>
                  </a:cubicBezTo>
                  <a:cubicBezTo>
                    <a:pt x="5248" y="186270"/>
                    <a:pt x="5248" y="185617"/>
                    <a:pt x="5248" y="184944"/>
                  </a:cubicBezTo>
                  <a:cubicBezTo>
                    <a:pt x="5248" y="184293"/>
                    <a:pt x="5248" y="183641"/>
                    <a:pt x="5248" y="182970"/>
                  </a:cubicBezTo>
                  <a:cubicBezTo>
                    <a:pt x="5246" y="161004"/>
                    <a:pt x="5247" y="139038"/>
                    <a:pt x="5251" y="117072"/>
                  </a:cubicBezTo>
                  <a:cubicBezTo>
                    <a:pt x="5251" y="114714"/>
                    <a:pt x="5252" y="112356"/>
                    <a:pt x="5252" y="109998"/>
                  </a:cubicBezTo>
                  <a:cubicBezTo>
                    <a:pt x="5252" y="109420"/>
                    <a:pt x="5252" y="108841"/>
                    <a:pt x="5252" y="108245"/>
                  </a:cubicBezTo>
                  <a:cubicBezTo>
                    <a:pt x="5254" y="99075"/>
                    <a:pt x="5253" y="89906"/>
                    <a:pt x="5251" y="80736"/>
                  </a:cubicBezTo>
                  <a:cubicBezTo>
                    <a:pt x="5249" y="71724"/>
                    <a:pt x="5249" y="62712"/>
                    <a:pt x="5253" y="53700"/>
                  </a:cubicBezTo>
                  <a:cubicBezTo>
                    <a:pt x="5255" y="48878"/>
                    <a:pt x="5255" y="44055"/>
                    <a:pt x="5253" y="39233"/>
                  </a:cubicBezTo>
                  <a:cubicBezTo>
                    <a:pt x="5250" y="34848"/>
                    <a:pt x="5251" y="30464"/>
                    <a:pt x="5255" y="26080"/>
                  </a:cubicBezTo>
                  <a:cubicBezTo>
                    <a:pt x="5256" y="24501"/>
                    <a:pt x="5255" y="22922"/>
                    <a:pt x="5253" y="21343"/>
                  </a:cubicBezTo>
                  <a:cubicBezTo>
                    <a:pt x="5251" y="19202"/>
                    <a:pt x="5253" y="17061"/>
                    <a:pt x="5256" y="14920"/>
                  </a:cubicBezTo>
                  <a:cubicBezTo>
                    <a:pt x="5255" y="14311"/>
                    <a:pt x="5253" y="13702"/>
                    <a:pt x="5251" y="13075"/>
                  </a:cubicBezTo>
                  <a:cubicBezTo>
                    <a:pt x="5265" y="8780"/>
                    <a:pt x="5661" y="4776"/>
                    <a:pt x="6094" y="452"/>
                  </a:cubicBezTo>
                  <a:close/>
                </a:path>
              </a:pathLst>
            </a:custGeom>
            <a:grpFill/>
            <a:ln w="744" cap="flat">
              <a:noFill/>
              <a:prstDash val="solid"/>
              <a:miter/>
            </a:ln>
          </p:spPr>
          <p:txBody>
            <a:bodyPr rtlCol="0" anchor="ctr"/>
            <a:lstStyle/>
            <a:p>
              <a:endParaRPr lang="zh-CN" altLang="en-US"/>
            </a:p>
          </p:txBody>
        </p:sp>
        <p:sp>
          <p:nvSpPr>
            <p:cNvPr id="151" name="任意多边形: 形状 150"/>
            <p:cNvSpPr/>
            <p:nvPr/>
          </p:nvSpPr>
          <p:spPr>
            <a:xfrm>
              <a:off x="9175245" y="634317"/>
              <a:ext cx="270286" cy="534367"/>
            </a:xfrm>
            <a:custGeom>
              <a:avLst/>
              <a:gdLst>
                <a:gd name="connsiteX0" fmla="*/ 159174 w 270289"/>
                <a:gd name="connsiteY0" fmla="*/ 71547 h 534349"/>
                <a:gd name="connsiteX1" fmla="*/ 156695 w 270289"/>
                <a:gd name="connsiteY1" fmla="*/ 71552 h 534349"/>
                <a:gd name="connsiteX2" fmla="*/ 152392 w 270289"/>
                <a:gd name="connsiteY2" fmla="*/ 71558 h 534349"/>
                <a:gd name="connsiteX3" fmla="*/ 149310 w 270289"/>
                <a:gd name="connsiteY3" fmla="*/ 71566 h 534349"/>
                <a:gd name="connsiteX4" fmla="*/ 141247 w 270289"/>
                <a:gd name="connsiteY4" fmla="*/ 71580 h 534349"/>
                <a:gd name="connsiteX5" fmla="*/ 132886 w 270289"/>
                <a:gd name="connsiteY5" fmla="*/ 71598 h 534349"/>
                <a:gd name="connsiteX6" fmla="*/ 114878 w 270289"/>
                <a:gd name="connsiteY6" fmla="*/ 71636 h 534349"/>
                <a:gd name="connsiteX7" fmla="*/ 114563 w 270289"/>
                <a:gd name="connsiteY7" fmla="*/ 122074 h 534349"/>
                <a:gd name="connsiteX8" fmla="*/ 114412 w 270289"/>
                <a:gd name="connsiteY8" fmla="*/ 146590 h 534349"/>
                <a:gd name="connsiteX9" fmla="*/ 114278 w 270289"/>
                <a:gd name="connsiteY9" fmla="*/ 168126 h 534349"/>
                <a:gd name="connsiteX10" fmla="*/ 114209 w 270289"/>
                <a:gd name="connsiteY10" fmla="*/ 179496 h 534349"/>
                <a:gd name="connsiteX11" fmla="*/ 114140 w 270289"/>
                <a:gd name="connsiteY11" fmla="*/ 190380 h 534349"/>
                <a:gd name="connsiteX12" fmla="*/ 114118 w 270289"/>
                <a:gd name="connsiteY12" fmla="*/ 194384 h 534349"/>
                <a:gd name="connsiteX13" fmla="*/ 114080 w 270289"/>
                <a:gd name="connsiteY13" fmla="*/ 199978 h 534349"/>
                <a:gd name="connsiteX14" fmla="*/ 114073 w 270289"/>
                <a:gd name="connsiteY14" fmla="*/ 201660 h 534349"/>
                <a:gd name="connsiteX15" fmla="*/ 114878 w 270289"/>
                <a:gd name="connsiteY15" fmla="*/ 209302 h 534349"/>
                <a:gd name="connsiteX16" fmla="*/ 116743 w 270289"/>
                <a:gd name="connsiteY16" fmla="*/ 209581 h 534349"/>
                <a:gd name="connsiteX17" fmla="*/ 119255 w 270289"/>
                <a:gd name="connsiteY17" fmla="*/ 209580 h 534349"/>
                <a:gd name="connsiteX18" fmla="*/ 123616 w 270289"/>
                <a:gd name="connsiteY18" fmla="*/ 209584 h 534349"/>
                <a:gd name="connsiteX19" fmla="*/ 126743 w 270289"/>
                <a:gd name="connsiteY19" fmla="*/ 209572 h 534349"/>
                <a:gd name="connsiteX20" fmla="*/ 133238 w 270289"/>
                <a:gd name="connsiteY20" fmla="*/ 209563 h 534349"/>
                <a:gd name="connsiteX21" fmla="*/ 141714 w 270289"/>
                <a:gd name="connsiteY21" fmla="*/ 209537 h 534349"/>
                <a:gd name="connsiteX22" fmla="*/ 148313 w 270289"/>
                <a:gd name="connsiteY22" fmla="*/ 209536 h 534349"/>
                <a:gd name="connsiteX23" fmla="*/ 151458 w 270289"/>
                <a:gd name="connsiteY23" fmla="*/ 209526 h 534349"/>
                <a:gd name="connsiteX24" fmla="*/ 154546 w 270289"/>
                <a:gd name="connsiteY24" fmla="*/ 209528 h 534349"/>
                <a:gd name="connsiteX25" fmla="*/ 157383 w 270289"/>
                <a:gd name="connsiteY25" fmla="*/ 209507 h 534349"/>
                <a:gd name="connsiteX26" fmla="*/ 161759 w 270289"/>
                <a:gd name="connsiteY26" fmla="*/ 209302 h 534349"/>
                <a:gd name="connsiteX27" fmla="*/ 162583 w 270289"/>
                <a:gd name="connsiteY27" fmla="*/ 204081 h 534349"/>
                <a:gd name="connsiteX28" fmla="*/ 162570 w 270289"/>
                <a:gd name="connsiteY28" fmla="*/ 202499 h 534349"/>
                <a:gd name="connsiteX29" fmla="*/ 162545 w 270289"/>
                <a:gd name="connsiteY29" fmla="*/ 197168 h 534349"/>
                <a:gd name="connsiteX30" fmla="*/ 162522 w 270289"/>
                <a:gd name="connsiteY30" fmla="*/ 193249 h 534349"/>
                <a:gd name="connsiteX31" fmla="*/ 162467 w 270289"/>
                <a:gd name="connsiteY31" fmla="*/ 182598 h 534349"/>
                <a:gd name="connsiteX32" fmla="*/ 162403 w 270289"/>
                <a:gd name="connsiteY32" fmla="*/ 171268 h 534349"/>
                <a:gd name="connsiteX33" fmla="*/ 162297 w 270289"/>
                <a:gd name="connsiteY33" fmla="*/ 152323 h 534349"/>
                <a:gd name="connsiteX34" fmla="*/ 162174 w 270289"/>
                <a:gd name="connsiteY34" fmla="*/ 130218 h 534349"/>
                <a:gd name="connsiteX35" fmla="*/ 162073 w 270289"/>
                <a:gd name="connsiteY35" fmla="*/ 111123 h 534349"/>
                <a:gd name="connsiteX36" fmla="*/ 162009 w 270289"/>
                <a:gd name="connsiteY36" fmla="*/ 99755 h 534349"/>
                <a:gd name="connsiteX37" fmla="*/ 161950 w 270289"/>
                <a:gd name="connsiteY37" fmla="*/ 88870 h 534349"/>
                <a:gd name="connsiteX38" fmla="*/ 161924 w 270289"/>
                <a:gd name="connsiteY38" fmla="*/ 84874 h 534349"/>
                <a:gd name="connsiteX39" fmla="*/ 161895 w 270289"/>
                <a:gd name="connsiteY39" fmla="*/ 79276 h 534349"/>
                <a:gd name="connsiteX40" fmla="*/ 161882 w 270289"/>
                <a:gd name="connsiteY40" fmla="*/ 77602 h 534349"/>
                <a:gd name="connsiteX41" fmla="*/ 161759 w 270289"/>
                <a:gd name="connsiteY41" fmla="*/ 72381 h 534349"/>
                <a:gd name="connsiteX42" fmla="*/ 159174 w 270289"/>
                <a:gd name="connsiteY42" fmla="*/ 71547 h 534349"/>
                <a:gd name="connsiteX43" fmla="*/ 216247 w 270289"/>
                <a:gd name="connsiteY43" fmla="*/ 1 h 534349"/>
                <a:gd name="connsiteX44" fmla="*/ 232950 w 270289"/>
                <a:gd name="connsiteY44" fmla="*/ 4 h 534349"/>
                <a:gd name="connsiteX45" fmla="*/ 241478 w 270289"/>
                <a:gd name="connsiteY45" fmla="*/ 4 h 534349"/>
                <a:gd name="connsiteX46" fmla="*/ 250708 w 270289"/>
                <a:gd name="connsiteY46" fmla="*/ 8 h 534349"/>
                <a:gd name="connsiteX47" fmla="*/ 253451 w 270289"/>
                <a:gd name="connsiteY47" fmla="*/ 3 h 534349"/>
                <a:gd name="connsiteX48" fmla="*/ 255937 w 270289"/>
                <a:gd name="connsiteY48" fmla="*/ 9 h 534349"/>
                <a:gd name="connsiteX49" fmla="*/ 258091 w 270289"/>
                <a:gd name="connsiteY49" fmla="*/ 9 h 534349"/>
                <a:gd name="connsiteX50" fmla="*/ 262103 w 270289"/>
                <a:gd name="connsiteY50" fmla="*/ 847 h 534349"/>
                <a:gd name="connsiteX51" fmla="*/ 262392 w 270289"/>
                <a:gd name="connsiteY51" fmla="*/ 7329 h 534349"/>
                <a:gd name="connsiteX52" fmla="*/ 262404 w 270289"/>
                <a:gd name="connsiteY52" fmla="*/ 9389 h 534349"/>
                <a:gd name="connsiteX53" fmla="*/ 262400 w 270289"/>
                <a:gd name="connsiteY53" fmla="*/ 16168 h 534349"/>
                <a:gd name="connsiteX54" fmla="*/ 262406 w 270289"/>
                <a:gd name="connsiteY54" fmla="*/ 20859 h 534349"/>
                <a:gd name="connsiteX55" fmla="*/ 262394 w 270289"/>
                <a:gd name="connsiteY55" fmla="*/ 30707 h 534349"/>
                <a:gd name="connsiteX56" fmla="*/ 262402 w 270289"/>
                <a:gd name="connsiteY56" fmla="*/ 43351 h 534349"/>
                <a:gd name="connsiteX57" fmla="*/ 262402 w 270289"/>
                <a:gd name="connsiteY57" fmla="*/ 53044 h 534349"/>
                <a:gd name="connsiteX58" fmla="*/ 262407 w 270289"/>
                <a:gd name="connsiteY58" fmla="*/ 57707 h 534349"/>
                <a:gd name="connsiteX59" fmla="*/ 262392 w 270289"/>
                <a:gd name="connsiteY59" fmla="*/ 64218 h 534349"/>
                <a:gd name="connsiteX60" fmla="*/ 262406 w 270289"/>
                <a:gd name="connsiteY60" fmla="*/ 66180 h 534349"/>
                <a:gd name="connsiteX61" fmla="*/ 262103 w 270289"/>
                <a:gd name="connsiteY61" fmla="*/ 70796 h 534349"/>
                <a:gd name="connsiteX62" fmla="*/ 256306 w 270289"/>
                <a:gd name="connsiteY62" fmla="*/ 72465 h 534349"/>
                <a:gd name="connsiteX63" fmla="*/ 254116 w 270289"/>
                <a:gd name="connsiteY63" fmla="*/ 72472 h 534349"/>
                <a:gd name="connsiteX64" fmla="*/ 251755 w 270289"/>
                <a:gd name="connsiteY64" fmla="*/ 72456 h 534349"/>
                <a:gd name="connsiteX65" fmla="*/ 249328 w 270289"/>
                <a:gd name="connsiteY65" fmla="*/ 72455 h 534349"/>
                <a:gd name="connsiteX66" fmla="*/ 244246 w 270289"/>
                <a:gd name="connsiteY66" fmla="*/ 72437 h 534349"/>
                <a:gd name="connsiteX67" fmla="*/ 236456 w 270289"/>
                <a:gd name="connsiteY67" fmla="*/ 72422 h 534349"/>
                <a:gd name="connsiteX68" fmla="*/ 231524 w 270289"/>
                <a:gd name="connsiteY68" fmla="*/ 72409 h 534349"/>
                <a:gd name="connsiteX69" fmla="*/ 229163 w 270289"/>
                <a:gd name="connsiteY69" fmla="*/ 72407 h 534349"/>
                <a:gd name="connsiteX70" fmla="*/ 226973 w 270289"/>
                <a:gd name="connsiteY70" fmla="*/ 72392 h 534349"/>
                <a:gd name="connsiteX71" fmla="*/ 225046 w 270289"/>
                <a:gd name="connsiteY71" fmla="*/ 72384 h 534349"/>
                <a:gd name="connsiteX72" fmla="*/ 221175 w 270289"/>
                <a:gd name="connsiteY72" fmla="*/ 71540 h 534349"/>
                <a:gd name="connsiteX73" fmla="*/ 221175 w 270289"/>
                <a:gd name="connsiteY73" fmla="*/ 209206 h 534349"/>
                <a:gd name="connsiteX74" fmla="*/ 270289 w 270289"/>
                <a:gd name="connsiteY74" fmla="*/ 209206 h 534349"/>
                <a:gd name="connsiteX75" fmla="*/ 270289 w 270289"/>
                <a:gd name="connsiteY75" fmla="*/ 283620 h 534349"/>
                <a:gd name="connsiteX76" fmla="*/ 221920 w 270289"/>
                <a:gd name="connsiteY76" fmla="*/ 283620 h 534349"/>
                <a:gd name="connsiteX77" fmla="*/ 221863 w 270289"/>
                <a:gd name="connsiteY77" fmla="*/ 306150 h 534349"/>
                <a:gd name="connsiteX78" fmla="*/ 221673 w 270289"/>
                <a:gd name="connsiteY78" fmla="*/ 377433 h 534349"/>
                <a:gd name="connsiteX79" fmla="*/ 221643 w 270289"/>
                <a:gd name="connsiteY79" fmla="*/ 388496 h 534349"/>
                <a:gd name="connsiteX80" fmla="*/ 221636 w 270289"/>
                <a:gd name="connsiteY80" fmla="*/ 390721 h 534349"/>
                <a:gd name="connsiteX81" fmla="*/ 221544 w 270289"/>
                <a:gd name="connsiteY81" fmla="*/ 426434 h 534349"/>
                <a:gd name="connsiteX82" fmla="*/ 221446 w 270289"/>
                <a:gd name="connsiteY82" fmla="*/ 463051 h 534349"/>
                <a:gd name="connsiteX83" fmla="*/ 221387 w 270289"/>
                <a:gd name="connsiteY83" fmla="*/ 485664 h 534349"/>
                <a:gd name="connsiteX84" fmla="*/ 221345 w 270289"/>
                <a:gd name="connsiteY84" fmla="*/ 501149 h 534349"/>
                <a:gd name="connsiteX85" fmla="*/ 221322 w 270289"/>
                <a:gd name="connsiteY85" fmla="*/ 510097 h 534349"/>
                <a:gd name="connsiteX86" fmla="*/ 221298 w 270289"/>
                <a:gd name="connsiteY86" fmla="*/ 518275 h 534349"/>
                <a:gd name="connsiteX87" fmla="*/ 221291 w 270289"/>
                <a:gd name="connsiteY87" fmla="*/ 522663 h 534349"/>
                <a:gd name="connsiteX88" fmla="*/ 221279 w 270289"/>
                <a:gd name="connsiteY88" fmla="*/ 525260 h 534349"/>
                <a:gd name="connsiteX89" fmla="*/ 221273 w 270289"/>
                <a:gd name="connsiteY89" fmla="*/ 527519 h 534349"/>
                <a:gd name="connsiteX90" fmla="*/ 220431 w 270289"/>
                <a:gd name="connsiteY90" fmla="*/ 529931 h 534349"/>
                <a:gd name="connsiteX91" fmla="*/ 215111 w 270289"/>
                <a:gd name="connsiteY91" fmla="*/ 530039 h 534349"/>
                <a:gd name="connsiteX92" fmla="*/ 213424 w 270289"/>
                <a:gd name="connsiteY92" fmla="*/ 530046 h 534349"/>
                <a:gd name="connsiteX93" fmla="*/ 207877 w 270289"/>
                <a:gd name="connsiteY93" fmla="*/ 530056 h 534349"/>
                <a:gd name="connsiteX94" fmla="*/ 204037 w 270289"/>
                <a:gd name="connsiteY94" fmla="*/ 530063 h 534349"/>
                <a:gd name="connsiteX95" fmla="*/ 195976 w 270289"/>
                <a:gd name="connsiteY95" fmla="*/ 530068 h 534349"/>
                <a:gd name="connsiteX96" fmla="*/ 185629 w 270289"/>
                <a:gd name="connsiteY96" fmla="*/ 530091 h 534349"/>
                <a:gd name="connsiteX97" fmla="*/ 177694 w 270289"/>
                <a:gd name="connsiteY97" fmla="*/ 530101 h 534349"/>
                <a:gd name="connsiteX98" fmla="*/ 173879 w 270289"/>
                <a:gd name="connsiteY98" fmla="*/ 530111 h 534349"/>
                <a:gd name="connsiteX99" fmla="*/ 168549 w 270289"/>
                <a:gd name="connsiteY99" fmla="*/ 530111 h 534349"/>
                <a:gd name="connsiteX100" fmla="*/ 166946 w 270289"/>
                <a:gd name="connsiteY100" fmla="*/ 530124 h 534349"/>
                <a:gd name="connsiteX101" fmla="*/ 161644 w 270289"/>
                <a:gd name="connsiteY101" fmla="*/ 528442 h 534349"/>
                <a:gd name="connsiteX102" fmla="*/ 161461 w 270289"/>
                <a:gd name="connsiteY102" fmla="*/ 524436 h 534349"/>
                <a:gd name="connsiteX103" fmla="*/ 161452 w 270289"/>
                <a:gd name="connsiteY103" fmla="*/ 521842 h 534349"/>
                <a:gd name="connsiteX104" fmla="*/ 161465 w 270289"/>
                <a:gd name="connsiteY104" fmla="*/ 518969 h 534349"/>
                <a:gd name="connsiteX105" fmla="*/ 161461 w 270289"/>
                <a:gd name="connsiteY105" fmla="*/ 515935 h 534349"/>
                <a:gd name="connsiteX106" fmla="*/ 161471 w 270289"/>
                <a:gd name="connsiteY106" fmla="*/ 507571 h 534349"/>
                <a:gd name="connsiteX107" fmla="*/ 161475 w 270289"/>
                <a:gd name="connsiteY107" fmla="*/ 498563 h 534349"/>
                <a:gd name="connsiteX108" fmla="*/ 161487 w 270289"/>
                <a:gd name="connsiteY108" fmla="*/ 482945 h 534349"/>
                <a:gd name="connsiteX109" fmla="*/ 161505 w 270289"/>
                <a:gd name="connsiteY109" fmla="*/ 460364 h 534349"/>
                <a:gd name="connsiteX110" fmla="*/ 161532 w 270289"/>
                <a:gd name="connsiteY110" fmla="*/ 423731 h 534349"/>
                <a:gd name="connsiteX111" fmla="*/ 161562 w 270289"/>
                <a:gd name="connsiteY111" fmla="*/ 388138 h 534349"/>
                <a:gd name="connsiteX112" fmla="*/ 161564 w 270289"/>
                <a:gd name="connsiteY112" fmla="*/ 385923 h 534349"/>
                <a:gd name="connsiteX113" fmla="*/ 161569 w 270289"/>
                <a:gd name="connsiteY113" fmla="*/ 374923 h 534349"/>
                <a:gd name="connsiteX114" fmla="*/ 161644 w 270289"/>
                <a:gd name="connsiteY114" fmla="*/ 283620 h 534349"/>
                <a:gd name="connsiteX115" fmla="*/ 159846 w 270289"/>
                <a:gd name="connsiteY115" fmla="*/ 283620 h 534349"/>
                <a:gd name="connsiteX116" fmla="*/ 112531 w 270289"/>
                <a:gd name="connsiteY116" fmla="*/ 283620 h 534349"/>
                <a:gd name="connsiteX117" fmla="*/ 112513 w 270289"/>
                <a:gd name="connsiteY117" fmla="*/ 285141 h 534349"/>
                <a:gd name="connsiteX118" fmla="*/ 112295 w 270289"/>
                <a:gd name="connsiteY118" fmla="*/ 300747 h 534349"/>
                <a:gd name="connsiteX119" fmla="*/ 112217 w 270289"/>
                <a:gd name="connsiteY119" fmla="*/ 306579 h 534349"/>
                <a:gd name="connsiteX120" fmla="*/ 112095 w 270289"/>
                <a:gd name="connsiteY120" fmla="*/ 314941 h 534349"/>
                <a:gd name="connsiteX121" fmla="*/ 112069 w 270289"/>
                <a:gd name="connsiteY121" fmla="*/ 317593 h 534349"/>
                <a:gd name="connsiteX122" fmla="*/ 112024 w 270289"/>
                <a:gd name="connsiteY122" fmla="*/ 320030 h 534349"/>
                <a:gd name="connsiteX123" fmla="*/ 111994 w 270289"/>
                <a:gd name="connsiteY123" fmla="*/ 322189 h 534349"/>
                <a:gd name="connsiteX124" fmla="*/ 111787 w 270289"/>
                <a:gd name="connsiteY124" fmla="*/ 323804 h 534349"/>
                <a:gd name="connsiteX125" fmla="*/ 110298 w 270289"/>
                <a:gd name="connsiteY125" fmla="*/ 324548 h 534349"/>
                <a:gd name="connsiteX126" fmla="*/ 109990 w 270289"/>
                <a:gd name="connsiteY126" fmla="*/ 330806 h 534349"/>
                <a:gd name="connsiteX127" fmla="*/ 109947 w 270289"/>
                <a:gd name="connsiteY127" fmla="*/ 332705 h 534349"/>
                <a:gd name="connsiteX128" fmla="*/ 109833 w 270289"/>
                <a:gd name="connsiteY128" fmla="*/ 338733 h 534349"/>
                <a:gd name="connsiteX129" fmla="*/ 109746 w 270289"/>
                <a:gd name="connsiteY129" fmla="*/ 342810 h 534349"/>
                <a:gd name="connsiteX130" fmla="*/ 109554 w 270289"/>
                <a:gd name="connsiteY130" fmla="*/ 352825 h 534349"/>
                <a:gd name="connsiteX131" fmla="*/ 107322 w 270289"/>
                <a:gd name="connsiteY131" fmla="*/ 352825 h 534349"/>
                <a:gd name="connsiteX132" fmla="*/ 106578 w 270289"/>
                <a:gd name="connsiteY132" fmla="*/ 373661 h 534349"/>
                <a:gd name="connsiteX133" fmla="*/ 105089 w 270289"/>
                <a:gd name="connsiteY133" fmla="*/ 373661 h 534349"/>
                <a:gd name="connsiteX134" fmla="*/ 104162 w 270289"/>
                <a:gd name="connsiteY134" fmla="*/ 379015 h 534349"/>
                <a:gd name="connsiteX135" fmla="*/ 104088 w 270289"/>
                <a:gd name="connsiteY135" fmla="*/ 380815 h 534349"/>
                <a:gd name="connsiteX136" fmla="*/ 103960 w 270289"/>
                <a:gd name="connsiteY136" fmla="*/ 384570 h 534349"/>
                <a:gd name="connsiteX137" fmla="*/ 103601 w 270289"/>
                <a:gd name="connsiteY137" fmla="*/ 389288 h 534349"/>
                <a:gd name="connsiteX138" fmla="*/ 102113 w 270289"/>
                <a:gd name="connsiteY138" fmla="*/ 390032 h 534349"/>
                <a:gd name="connsiteX139" fmla="*/ 101805 w 270289"/>
                <a:gd name="connsiteY139" fmla="*/ 393198 h 534349"/>
                <a:gd name="connsiteX140" fmla="*/ 101718 w 270289"/>
                <a:gd name="connsiteY140" fmla="*/ 395123 h 534349"/>
                <a:gd name="connsiteX141" fmla="*/ 101648 w 270289"/>
                <a:gd name="connsiteY141" fmla="*/ 397148 h 534349"/>
                <a:gd name="connsiteX142" fmla="*/ 101561 w 270289"/>
                <a:gd name="connsiteY142" fmla="*/ 399181 h 534349"/>
                <a:gd name="connsiteX143" fmla="*/ 101369 w 270289"/>
                <a:gd name="connsiteY143" fmla="*/ 404171 h 534349"/>
                <a:gd name="connsiteX144" fmla="*/ 99881 w 270289"/>
                <a:gd name="connsiteY144" fmla="*/ 404171 h 534349"/>
                <a:gd name="connsiteX145" fmla="*/ 98718 w 270289"/>
                <a:gd name="connsiteY145" fmla="*/ 411333 h 534349"/>
                <a:gd name="connsiteX146" fmla="*/ 98620 w 270289"/>
                <a:gd name="connsiteY146" fmla="*/ 412926 h 534349"/>
                <a:gd name="connsiteX147" fmla="*/ 98392 w 270289"/>
                <a:gd name="connsiteY147" fmla="*/ 416821 h 534349"/>
                <a:gd name="connsiteX148" fmla="*/ 96904 w 270289"/>
                <a:gd name="connsiteY148" fmla="*/ 416821 h 534349"/>
                <a:gd name="connsiteX149" fmla="*/ 96631 w 270289"/>
                <a:gd name="connsiteY149" fmla="*/ 419237 h 534349"/>
                <a:gd name="connsiteX150" fmla="*/ 96253 w 270289"/>
                <a:gd name="connsiteY150" fmla="*/ 422356 h 534349"/>
                <a:gd name="connsiteX151" fmla="*/ 96076 w 270289"/>
                <a:gd name="connsiteY151" fmla="*/ 423950 h 534349"/>
                <a:gd name="connsiteX152" fmla="*/ 95416 w 270289"/>
                <a:gd name="connsiteY152" fmla="*/ 427983 h 534349"/>
                <a:gd name="connsiteX153" fmla="*/ 93927 w 270289"/>
                <a:gd name="connsiteY153" fmla="*/ 428727 h 534349"/>
                <a:gd name="connsiteX154" fmla="*/ 93512 w 270289"/>
                <a:gd name="connsiteY154" fmla="*/ 436239 h 534349"/>
                <a:gd name="connsiteX155" fmla="*/ 93183 w 270289"/>
                <a:gd name="connsiteY155" fmla="*/ 438401 h 534349"/>
                <a:gd name="connsiteX156" fmla="*/ 90951 w 270289"/>
                <a:gd name="connsiteY156" fmla="*/ 439145 h 534349"/>
                <a:gd name="connsiteX157" fmla="*/ 90439 w 270289"/>
                <a:gd name="connsiteY157" fmla="*/ 442913 h 534349"/>
                <a:gd name="connsiteX158" fmla="*/ 90291 w 270289"/>
                <a:gd name="connsiteY158" fmla="*/ 444985 h 534349"/>
                <a:gd name="connsiteX159" fmla="*/ 90207 w 270289"/>
                <a:gd name="connsiteY159" fmla="*/ 446587 h 534349"/>
                <a:gd name="connsiteX160" fmla="*/ 87974 w 270289"/>
                <a:gd name="connsiteY160" fmla="*/ 446587 h 534349"/>
                <a:gd name="connsiteX161" fmla="*/ 87864 w 270289"/>
                <a:gd name="connsiteY161" fmla="*/ 448351 h 534349"/>
                <a:gd name="connsiteX162" fmla="*/ 87695 w 270289"/>
                <a:gd name="connsiteY162" fmla="*/ 450633 h 534349"/>
                <a:gd name="connsiteX163" fmla="*/ 87538 w 270289"/>
                <a:gd name="connsiteY163" fmla="*/ 452909 h 534349"/>
                <a:gd name="connsiteX164" fmla="*/ 87230 w 270289"/>
                <a:gd name="connsiteY164" fmla="*/ 454772 h 534349"/>
                <a:gd name="connsiteX165" fmla="*/ 85742 w 270289"/>
                <a:gd name="connsiteY165" fmla="*/ 455516 h 534349"/>
                <a:gd name="connsiteX166" fmla="*/ 85326 w 270289"/>
                <a:gd name="connsiteY166" fmla="*/ 461865 h 534349"/>
                <a:gd name="connsiteX167" fmla="*/ 84998 w 270289"/>
                <a:gd name="connsiteY167" fmla="*/ 463702 h 534349"/>
                <a:gd name="connsiteX168" fmla="*/ 82765 w 270289"/>
                <a:gd name="connsiteY168" fmla="*/ 464446 h 534349"/>
                <a:gd name="connsiteX169" fmla="*/ 82393 w 270289"/>
                <a:gd name="connsiteY169" fmla="*/ 467795 h 534349"/>
                <a:gd name="connsiteX170" fmla="*/ 82021 w 270289"/>
                <a:gd name="connsiteY170" fmla="*/ 471143 h 534349"/>
                <a:gd name="connsiteX171" fmla="*/ 79789 w 270289"/>
                <a:gd name="connsiteY171" fmla="*/ 471888 h 534349"/>
                <a:gd name="connsiteX172" fmla="*/ 79277 w 270289"/>
                <a:gd name="connsiteY172" fmla="*/ 474911 h 534349"/>
                <a:gd name="connsiteX173" fmla="*/ 79045 w 270289"/>
                <a:gd name="connsiteY173" fmla="*/ 477841 h 534349"/>
                <a:gd name="connsiteX174" fmla="*/ 76812 w 270289"/>
                <a:gd name="connsiteY174" fmla="*/ 477841 h 534349"/>
                <a:gd name="connsiteX175" fmla="*/ 76952 w 270289"/>
                <a:gd name="connsiteY175" fmla="*/ 480771 h 534349"/>
                <a:gd name="connsiteX176" fmla="*/ 76812 w 270289"/>
                <a:gd name="connsiteY176" fmla="*/ 483794 h 534349"/>
                <a:gd name="connsiteX177" fmla="*/ 74580 w 270289"/>
                <a:gd name="connsiteY177" fmla="*/ 484538 h 534349"/>
                <a:gd name="connsiteX178" fmla="*/ 73836 w 270289"/>
                <a:gd name="connsiteY178" fmla="*/ 489003 h 534349"/>
                <a:gd name="connsiteX179" fmla="*/ 71603 w 270289"/>
                <a:gd name="connsiteY179" fmla="*/ 489003 h 534349"/>
                <a:gd name="connsiteX180" fmla="*/ 71324 w 270289"/>
                <a:gd name="connsiteY180" fmla="*/ 491933 h 534349"/>
                <a:gd name="connsiteX181" fmla="*/ 70859 w 270289"/>
                <a:gd name="connsiteY181" fmla="*/ 494956 h 534349"/>
                <a:gd name="connsiteX182" fmla="*/ 69371 w 270289"/>
                <a:gd name="connsiteY182" fmla="*/ 495700 h 534349"/>
                <a:gd name="connsiteX183" fmla="*/ 68627 w 270289"/>
                <a:gd name="connsiteY183" fmla="*/ 498305 h 534349"/>
                <a:gd name="connsiteX184" fmla="*/ 67882 w 270289"/>
                <a:gd name="connsiteY184" fmla="*/ 500909 h 534349"/>
                <a:gd name="connsiteX185" fmla="*/ 66394 w 270289"/>
                <a:gd name="connsiteY185" fmla="*/ 501653 h 534349"/>
                <a:gd name="connsiteX186" fmla="*/ 66069 w 270289"/>
                <a:gd name="connsiteY186" fmla="*/ 503467 h 534349"/>
                <a:gd name="connsiteX187" fmla="*/ 63418 w 270289"/>
                <a:gd name="connsiteY187" fmla="*/ 506862 h 534349"/>
                <a:gd name="connsiteX188" fmla="*/ 61929 w 270289"/>
                <a:gd name="connsiteY188" fmla="*/ 510583 h 534349"/>
                <a:gd name="connsiteX189" fmla="*/ 60441 w 270289"/>
                <a:gd name="connsiteY189" fmla="*/ 510583 h 534349"/>
                <a:gd name="connsiteX190" fmla="*/ 60162 w 270289"/>
                <a:gd name="connsiteY190" fmla="*/ 512769 h 534349"/>
                <a:gd name="connsiteX191" fmla="*/ 59697 w 270289"/>
                <a:gd name="connsiteY191" fmla="*/ 515048 h 534349"/>
                <a:gd name="connsiteX192" fmla="*/ 58209 w 270289"/>
                <a:gd name="connsiteY192" fmla="*/ 515792 h 534349"/>
                <a:gd name="connsiteX193" fmla="*/ 57464 w 270289"/>
                <a:gd name="connsiteY193" fmla="*/ 517652 h 534349"/>
                <a:gd name="connsiteX194" fmla="*/ 55232 w 270289"/>
                <a:gd name="connsiteY194" fmla="*/ 520257 h 534349"/>
                <a:gd name="connsiteX195" fmla="*/ 53744 w 270289"/>
                <a:gd name="connsiteY195" fmla="*/ 523233 h 534349"/>
                <a:gd name="connsiteX196" fmla="*/ 52256 w 270289"/>
                <a:gd name="connsiteY196" fmla="*/ 525466 h 534349"/>
                <a:gd name="connsiteX197" fmla="*/ 52256 w 270289"/>
                <a:gd name="connsiteY197" fmla="*/ 526954 h 534349"/>
                <a:gd name="connsiteX198" fmla="*/ 51279 w 270289"/>
                <a:gd name="connsiteY198" fmla="*/ 527884 h 534349"/>
                <a:gd name="connsiteX199" fmla="*/ 49093 w 270289"/>
                <a:gd name="connsiteY199" fmla="*/ 531558 h 534349"/>
                <a:gd name="connsiteX200" fmla="*/ 45326 w 270289"/>
                <a:gd name="connsiteY200" fmla="*/ 534349 h 534349"/>
                <a:gd name="connsiteX201" fmla="*/ 40349 w 270289"/>
                <a:gd name="connsiteY201" fmla="*/ 530721 h 534349"/>
                <a:gd name="connsiteX202" fmla="*/ 39265 w 270289"/>
                <a:gd name="connsiteY202" fmla="*/ 528884 h 534349"/>
                <a:gd name="connsiteX203" fmla="*/ 35373 w 270289"/>
                <a:gd name="connsiteY203" fmla="*/ 523280 h 534349"/>
                <a:gd name="connsiteX204" fmla="*/ 34108 w 270289"/>
                <a:gd name="connsiteY204" fmla="*/ 521632 h 534349"/>
                <a:gd name="connsiteX205" fmla="*/ 30675 w 270289"/>
                <a:gd name="connsiteY205" fmla="*/ 518768 h 534349"/>
                <a:gd name="connsiteX206" fmla="*/ 29931 w 270289"/>
                <a:gd name="connsiteY206" fmla="*/ 516536 h 534349"/>
                <a:gd name="connsiteX207" fmla="*/ 27699 w 270289"/>
                <a:gd name="connsiteY207" fmla="*/ 515792 h 534349"/>
                <a:gd name="connsiteX208" fmla="*/ 26955 w 270289"/>
                <a:gd name="connsiteY208" fmla="*/ 513559 h 534349"/>
                <a:gd name="connsiteX209" fmla="*/ 25466 w 270289"/>
                <a:gd name="connsiteY209" fmla="*/ 513187 h 534349"/>
                <a:gd name="connsiteX210" fmla="*/ 23978 w 270289"/>
                <a:gd name="connsiteY210" fmla="*/ 512815 h 534349"/>
                <a:gd name="connsiteX211" fmla="*/ 23234 w 270289"/>
                <a:gd name="connsiteY211" fmla="*/ 510583 h 534349"/>
                <a:gd name="connsiteX212" fmla="*/ 21792 w 270289"/>
                <a:gd name="connsiteY212" fmla="*/ 509885 h 534349"/>
                <a:gd name="connsiteX213" fmla="*/ 18769 w 270289"/>
                <a:gd name="connsiteY213" fmla="*/ 506118 h 534349"/>
                <a:gd name="connsiteX214" fmla="*/ 16537 w 270289"/>
                <a:gd name="connsiteY214" fmla="*/ 505374 h 534349"/>
                <a:gd name="connsiteX215" fmla="*/ 15793 w 270289"/>
                <a:gd name="connsiteY215" fmla="*/ 503141 h 534349"/>
                <a:gd name="connsiteX216" fmla="*/ 14304 w 270289"/>
                <a:gd name="connsiteY216" fmla="*/ 502816 h 534349"/>
                <a:gd name="connsiteX217" fmla="*/ 12816 w 270289"/>
                <a:gd name="connsiteY217" fmla="*/ 502397 h 534349"/>
                <a:gd name="connsiteX218" fmla="*/ 12490 w 270289"/>
                <a:gd name="connsiteY218" fmla="*/ 500909 h 534349"/>
                <a:gd name="connsiteX219" fmla="*/ 12072 w 270289"/>
                <a:gd name="connsiteY219" fmla="*/ 499421 h 534349"/>
                <a:gd name="connsiteX220" fmla="*/ 8351 w 270289"/>
                <a:gd name="connsiteY220" fmla="*/ 498677 h 534349"/>
                <a:gd name="connsiteX221" fmla="*/ 7607 w 270289"/>
                <a:gd name="connsiteY221" fmla="*/ 496444 h 534349"/>
                <a:gd name="connsiteX222" fmla="*/ 5793 w 270289"/>
                <a:gd name="connsiteY222" fmla="*/ 496119 h 534349"/>
                <a:gd name="connsiteX223" fmla="*/ 3886 w 270289"/>
                <a:gd name="connsiteY223" fmla="*/ 495700 h 534349"/>
                <a:gd name="connsiteX224" fmla="*/ 2398 w 270289"/>
                <a:gd name="connsiteY224" fmla="*/ 492724 h 534349"/>
                <a:gd name="connsiteX225" fmla="*/ 166 w 270289"/>
                <a:gd name="connsiteY225" fmla="*/ 491979 h 534349"/>
                <a:gd name="connsiteX226" fmla="*/ 166 w 270289"/>
                <a:gd name="connsiteY226" fmla="*/ 486026 h 534349"/>
                <a:gd name="connsiteX227" fmla="*/ 2398 w 270289"/>
                <a:gd name="connsiteY227" fmla="*/ 486026 h 534349"/>
                <a:gd name="connsiteX228" fmla="*/ 3392 w 270289"/>
                <a:gd name="connsiteY228" fmla="*/ 482259 h 534349"/>
                <a:gd name="connsiteX229" fmla="*/ 5747 w 270289"/>
                <a:gd name="connsiteY229" fmla="*/ 478492 h 534349"/>
                <a:gd name="connsiteX230" fmla="*/ 9095 w 270289"/>
                <a:gd name="connsiteY230" fmla="*/ 472632 h 534349"/>
                <a:gd name="connsiteX231" fmla="*/ 10584 w 270289"/>
                <a:gd name="connsiteY231" fmla="*/ 471888 h 534349"/>
                <a:gd name="connsiteX232" fmla="*/ 10909 w 270289"/>
                <a:gd name="connsiteY232" fmla="*/ 470353 h 534349"/>
                <a:gd name="connsiteX233" fmla="*/ 11328 w 270289"/>
                <a:gd name="connsiteY233" fmla="*/ 468911 h 534349"/>
                <a:gd name="connsiteX234" fmla="*/ 13560 w 270289"/>
                <a:gd name="connsiteY234" fmla="*/ 468911 h 534349"/>
                <a:gd name="connsiteX235" fmla="*/ 13421 w 270289"/>
                <a:gd name="connsiteY235" fmla="*/ 466818 h 534349"/>
                <a:gd name="connsiteX236" fmla="*/ 15793 w 270289"/>
                <a:gd name="connsiteY236" fmla="*/ 462214 h 534349"/>
                <a:gd name="connsiteX237" fmla="*/ 16165 w 270289"/>
                <a:gd name="connsiteY237" fmla="*/ 460260 h 534349"/>
                <a:gd name="connsiteX238" fmla="*/ 16537 w 270289"/>
                <a:gd name="connsiteY238" fmla="*/ 458493 h 534349"/>
                <a:gd name="connsiteX239" fmla="*/ 18769 w 270289"/>
                <a:gd name="connsiteY239" fmla="*/ 457749 h 534349"/>
                <a:gd name="connsiteX240" fmla="*/ 19513 w 270289"/>
                <a:gd name="connsiteY240" fmla="*/ 452540 h 534349"/>
                <a:gd name="connsiteX241" fmla="*/ 21746 w 270289"/>
                <a:gd name="connsiteY241" fmla="*/ 451052 h 534349"/>
                <a:gd name="connsiteX242" fmla="*/ 21746 w 270289"/>
                <a:gd name="connsiteY242" fmla="*/ 448773 h 534349"/>
                <a:gd name="connsiteX243" fmla="*/ 21746 w 270289"/>
                <a:gd name="connsiteY243" fmla="*/ 446587 h 534349"/>
                <a:gd name="connsiteX244" fmla="*/ 23978 w 270289"/>
                <a:gd name="connsiteY244" fmla="*/ 445843 h 534349"/>
                <a:gd name="connsiteX245" fmla="*/ 24350 w 270289"/>
                <a:gd name="connsiteY245" fmla="*/ 442494 h 534349"/>
                <a:gd name="connsiteX246" fmla="*/ 24722 w 270289"/>
                <a:gd name="connsiteY246" fmla="*/ 439145 h 534349"/>
                <a:gd name="connsiteX247" fmla="*/ 26955 w 270289"/>
                <a:gd name="connsiteY247" fmla="*/ 438401 h 534349"/>
                <a:gd name="connsiteX248" fmla="*/ 27466 w 270289"/>
                <a:gd name="connsiteY248" fmla="*/ 435378 h 534349"/>
                <a:gd name="connsiteX249" fmla="*/ 27699 w 270289"/>
                <a:gd name="connsiteY249" fmla="*/ 432448 h 534349"/>
                <a:gd name="connsiteX250" fmla="*/ 29931 w 270289"/>
                <a:gd name="connsiteY250" fmla="*/ 432448 h 534349"/>
                <a:gd name="connsiteX251" fmla="*/ 29931 w 270289"/>
                <a:gd name="connsiteY251" fmla="*/ 425007 h 534349"/>
                <a:gd name="connsiteX252" fmla="*/ 32908 w 270289"/>
                <a:gd name="connsiteY252" fmla="*/ 425007 h 534349"/>
                <a:gd name="connsiteX253" fmla="*/ 32908 w 270289"/>
                <a:gd name="connsiteY253" fmla="*/ 416821 h 534349"/>
                <a:gd name="connsiteX254" fmla="*/ 35140 w 270289"/>
                <a:gd name="connsiteY254" fmla="*/ 416821 h 534349"/>
                <a:gd name="connsiteX255" fmla="*/ 35884 w 270289"/>
                <a:gd name="connsiteY255" fmla="*/ 407892 h 534349"/>
                <a:gd name="connsiteX256" fmla="*/ 38117 w 270289"/>
                <a:gd name="connsiteY256" fmla="*/ 407892 h 534349"/>
                <a:gd name="connsiteX257" fmla="*/ 38038 w 270289"/>
                <a:gd name="connsiteY257" fmla="*/ 405802 h 534349"/>
                <a:gd name="connsiteX258" fmla="*/ 37977 w 270289"/>
                <a:gd name="connsiteY258" fmla="*/ 403101 h 534349"/>
                <a:gd name="connsiteX259" fmla="*/ 37899 w 270289"/>
                <a:gd name="connsiteY259" fmla="*/ 400406 h 534349"/>
                <a:gd name="connsiteX260" fmla="*/ 38117 w 270289"/>
                <a:gd name="connsiteY260" fmla="*/ 398218 h 534349"/>
                <a:gd name="connsiteX261" fmla="*/ 40349 w 270289"/>
                <a:gd name="connsiteY261" fmla="*/ 397474 h 534349"/>
                <a:gd name="connsiteX262" fmla="*/ 40721 w 270289"/>
                <a:gd name="connsiteY262" fmla="*/ 391986 h 534349"/>
                <a:gd name="connsiteX263" fmla="*/ 42207 w 270289"/>
                <a:gd name="connsiteY263" fmla="*/ 385218 h 534349"/>
                <a:gd name="connsiteX264" fmla="*/ 43744 w 270289"/>
                <a:gd name="connsiteY264" fmla="*/ 378033 h 534349"/>
                <a:gd name="connsiteX265" fmla="*/ 44070 w 270289"/>
                <a:gd name="connsiteY265" fmla="*/ 372173 h 534349"/>
                <a:gd name="connsiteX266" fmla="*/ 45558 w 270289"/>
                <a:gd name="connsiteY266" fmla="*/ 371429 h 534349"/>
                <a:gd name="connsiteX267" fmla="*/ 45788 w 270289"/>
                <a:gd name="connsiteY267" fmla="*/ 368289 h 534349"/>
                <a:gd name="connsiteX268" fmla="*/ 45845 w 270289"/>
                <a:gd name="connsiteY268" fmla="*/ 366374 h 534349"/>
                <a:gd name="connsiteX269" fmla="*/ 45914 w 270289"/>
                <a:gd name="connsiteY269" fmla="*/ 362345 h 534349"/>
                <a:gd name="connsiteX270" fmla="*/ 45974 w 270289"/>
                <a:gd name="connsiteY270" fmla="*/ 360429 h 534349"/>
                <a:gd name="connsiteX271" fmla="*/ 46004 w 270289"/>
                <a:gd name="connsiteY271" fmla="*/ 358661 h 534349"/>
                <a:gd name="connsiteX272" fmla="*/ 46302 w 270289"/>
                <a:gd name="connsiteY272" fmla="*/ 357290 h 534349"/>
                <a:gd name="connsiteX273" fmla="*/ 48535 w 270289"/>
                <a:gd name="connsiteY273" fmla="*/ 356546 h 534349"/>
                <a:gd name="connsiteX274" fmla="*/ 48916 w 270289"/>
                <a:gd name="connsiteY274" fmla="*/ 352241 h 534349"/>
                <a:gd name="connsiteX275" fmla="*/ 48996 w 270289"/>
                <a:gd name="connsiteY275" fmla="*/ 349603 h 534349"/>
                <a:gd name="connsiteX276" fmla="*/ 49046 w 270289"/>
                <a:gd name="connsiteY276" fmla="*/ 346825 h 534349"/>
                <a:gd name="connsiteX277" fmla="*/ 49123 w 270289"/>
                <a:gd name="connsiteY277" fmla="*/ 344039 h 534349"/>
                <a:gd name="connsiteX278" fmla="*/ 49279 w 270289"/>
                <a:gd name="connsiteY278" fmla="*/ 337198 h 534349"/>
                <a:gd name="connsiteX279" fmla="*/ 51511 w 270289"/>
                <a:gd name="connsiteY279" fmla="*/ 337198 h 534349"/>
                <a:gd name="connsiteX280" fmla="*/ 51556 w 270289"/>
                <a:gd name="connsiteY280" fmla="*/ 334683 h 534349"/>
                <a:gd name="connsiteX281" fmla="*/ 51748 w 270289"/>
                <a:gd name="connsiteY281" fmla="*/ 325476 h 534349"/>
                <a:gd name="connsiteX282" fmla="*/ 51825 w 270289"/>
                <a:gd name="connsiteY282" fmla="*/ 321485 h 534349"/>
                <a:gd name="connsiteX283" fmla="*/ 51947 w 270289"/>
                <a:gd name="connsiteY283" fmla="*/ 315761 h 534349"/>
                <a:gd name="connsiteX284" fmla="*/ 51973 w 270289"/>
                <a:gd name="connsiteY284" fmla="*/ 313947 h 534349"/>
                <a:gd name="connsiteX285" fmla="*/ 52256 w 270289"/>
                <a:gd name="connsiteY285" fmla="*/ 309665 h 534349"/>
                <a:gd name="connsiteX286" fmla="*/ 53744 w 270289"/>
                <a:gd name="connsiteY286" fmla="*/ 308921 h 534349"/>
                <a:gd name="connsiteX287" fmla="*/ 54052 w 270289"/>
                <a:gd name="connsiteY287" fmla="*/ 303151 h 534349"/>
                <a:gd name="connsiteX288" fmla="*/ 54096 w 270289"/>
                <a:gd name="connsiteY288" fmla="*/ 301402 h 534349"/>
                <a:gd name="connsiteX289" fmla="*/ 54209 w 270289"/>
                <a:gd name="connsiteY289" fmla="*/ 295852 h 534349"/>
                <a:gd name="connsiteX290" fmla="*/ 54296 w 270289"/>
                <a:gd name="connsiteY290" fmla="*/ 292098 h 534349"/>
                <a:gd name="connsiteX291" fmla="*/ 54488 w 270289"/>
                <a:gd name="connsiteY291" fmla="*/ 282876 h 534349"/>
                <a:gd name="connsiteX292" fmla="*/ 53000 w 270289"/>
                <a:gd name="connsiteY292" fmla="*/ 283620 h 534349"/>
                <a:gd name="connsiteX293" fmla="*/ 49005 w 270289"/>
                <a:gd name="connsiteY293" fmla="*/ 283705 h 534349"/>
                <a:gd name="connsiteX294" fmla="*/ 46442 w 270289"/>
                <a:gd name="connsiteY294" fmla="*/ 283704 h 534349"/>
                <a:gd name="connsiteX295" fmla="*/ 43739 w 270289"/>
                <a:gd name="connsiteY295" fmla="*/ 283693 h 534349"/>
                <a:gd name="connsiteX296" fmla="*/ 41261 w 270289"/>
                <a:gd name="connsiteY296" fmla="*/ 283690 h 534349"/>
                <a:gd name="connsiteX297" fmla="*/ 32071 w 270289"/>
                <a:gd name="connsiteY297" fmla="*/ 283667 h 534349"/>
                <a:gd name="connsiteX298" fmla="*/ 11328 w 270289"/>
                <a:gd name="connsiteY298" fmla="*/ 283620 h 534349"/>
                <a:gd name="connsiteX299" fmla="*/ 11328 w 270289"/>
                <a:gd name="connsiteY299" fmla="*/ 209206 h 534349"/>
                <a:gd name="connsiteX300" fmla="*/ 54488 w 270289"/>
                <a:gd name="connsiteY300" fmla="*/ 208462 h 534349"/>
                <a:gd name="connsiteX301" fmla="*/ 54488 w 270289"/>
                <a:gd name="connsiteY301" fmla="*/ 72284 h 534349"/>
                <a:gd name="connsiteX302" fmla="*/ 25466 w 270289"/>
                <a:gd name="connsiteY302" fmla="*/ 72284 h 534349"/>
                <a:gd name="connsiteX303" fmla="*/ 24621 w 270289"/>
                <a:gd name="connsiteY303" fmla="*/ 66969 h 534349"/>
                <a:gd name="connsiteX304" fmla="*/ 24626 w 270289"/>
                <a:gd name="connsiteY304" fmla="*/ 64978 h 534349"/>
                <a:gd name="connsiteX305" fmla="*/ 24622 w 270289"/>
                <a:gd name="connsiteY305" fmla="*/ 62892 h 534349"/>
                <a:gd name="connsiteX306" fmla="*/ 24623 w 270289"/>
                <a:gd name="connsiteY306" fmla="*/ 56029 h 534349"/>
                <a:gd name="connsiteX307" fmla="*/ 24621 w 270289"/>
                <a:gd name="connsiteY307" fmla="*/ 51283 h 534349"/>
                <a:gd name="connsiteX308" fmla="*/ 24625 w 270289"/>
                <a:gd name="connsiteY308" fmla="*/ 41321 h 534349"/>
                <a:gd name="connsiteX309" fmla="*/ 24623 w 270289"/>
                <a:gd name="connsiteY309" fmla="*/ 28521 h 534349"/>
                <a:gd name="connsiteX310" fmla="*/ 24623 w 270289"/>
                <a:gd name="connsiteY310" fmla="*/ 18716 h 534349"/>
                <a:gd name="connsiteX311" fmla="*/ 24621 w 270289"/>
                <a:gd name="connsiteY311" fmla="*/ 13995 h 534349"/>
                <a:gd name="connsiteX312" fmla="*/ 24626 w 270289"/>
                <a:gd name="connsiteY312" fmla="*/ 7409 h 534349"/>
                <a:gd name="connsiteX313" fmla="*/ 24621 w 270289"/>
                <a:gd name="connsiteY313" fmla="*/ 5417 h 534349"/>
                <a:gd name="connsiteX314" fmla="*/ 29213 w 270289"/>
                <a:gd name="connsiteY314" fmla="*/ 9 h 534349"/>
                <a:gd name="connsiteX315" fmla="*/ 31687 w 270289"/>
                <a:gd name="connsiteY315" fmla="*/ 3 h 534349"/>
                <a:gd name="connsiteX316" fmla="*/ 34440 w 270289"/>
                <a:gd name="connsiteY316" fmla="*/ 8 h 534349"/>
                <a:gd name="connsiteX317" fmla="*/ 37338 w 270289"/>
                <a:gd name="connsiteY317" fmla="*/ 4 h 534349"/>
                <a:gd name="connsiteX318" fmla="*/ 45337 w 270289"/>
                <a:gd name="connsiteY318" fmla="*/ 5 h 534349"/>
                <a:gd name="connsiteX319" fmla="*/ 53951 w 270289"/>
                <a:gd name="connsiteY319" fmla="*/ 2 h 534349"/>
                <a:gd name="connsiteX320" fmla="*/ 70840 w 270289"/>
                <a:gd name="connsiteY320" fmla="*/ 2 h 534349"/>
                <a:gd name="connsiteX321" fmla="*/ 84563 w 270289"/>
                <a:gd name="connsiteY321" fmla="*/ 3 h 534349"/>
                <a:gd name="connsiteX322" fmla="*/ 86532 w 270289"/>
                <a:gd name="connsiteY322" fmla="*/ 3 h 534349"/>
                <a:gd name="connsiteX323" fmla="*/ 90491 w 270289"/>
                <a:gd name="connsiteY323" fmla="*/ 2 h 534349"/>
                <a:gd name="connsiteX324" fmla="*/ 127670 w 270289"/>
                <a:gd name="connsiteY324" fmla="*/ 6 h 534349"/>
                <a:gd name="connsiteX325" fmla="*/ 159595 w 270289"/>
                <a:gd name="connsiteY325" fmla="*/ 5 h 534349"/>
                <a:gd name="connsiteX326" fmla="*/ 196628 w 270289"/>
                <a:gd name="connsiteY326" fmla="*/ 2 h 534349"/>
                <a:gd name="connsiteX327" fmla="*/ 200575 w 270289"/>
                <a:gd name="connsiteY327" fmla="*/ 3 h 534349"/>
                <a:gd name="connsiteX328" fmla="*/ 202537 w 270289"/>
                <a:gd name="connsiteY328" fmla="*/ 3 h 534349"/>
                <a:gd name="connsiteX329" fmla="*/ 216247 w 270289"/>
                <a:gd name="connsiteY329" fmla="*/ 1 h 53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Lst>
              <a:rect l="l" t="t" r="r" b="b"/>
              <a:pathLst>
                <a:path w="270289" h="534349">
                  <a:moveTo>
                    <a:pt x="159174" y="71547"/>
                  </a:moveTo>
                  <a:cubicBezTo>
                    <a:pt x="158331" y="71549"/>
                    <a:pt x="157513" y="71550"/>
                    <a:pt x="156695" y="71552"/>
                  </a:cubicBezTo>
                  <a:cubicBezTo>
                    <a:pt x="155261" y="71552"/>
                    <a:pt x="153827" y="71552"/>
                    <a:pt x="152392" y="71558"/>
                  </a:cubicBezTo>
                  <a:cubicBezTo>
                    <a:pt x="151365" y="71562"/>
                    <a:pt x="150337" y="71565"/>
                    <a:pt x="149310" y="71566"/>
                  </a:cubicBezTo>
                  <a:cubicBezTo>
                    <a:pt x="146622" y="71568"/>
                    <a:pt x="143935" y="71572"/>
                    <a:pt x="141247" y="71580"/>
                  </a:cubicBezTo>
                  <a:cubicBezTo>
                    <a:pt x="138460" y="71589"/>
                    <a:pt x="135673" y="71594"/>
                    <a:pt x="132886" y="71598"/>
                  </a:cubicBezTo>
                  <a:cubicBezTo>
                    <a:pt x="126884" y="71606"/>
                    <a:pt x="120881" y="71619"/>
                    <a:pt x="114878" y="71636"/>
                  </a:cubicBezTo>
                  <a:cubicBezTo>
                    <a:pt x="114769" y="88449"/>
                    <a:pt x="114663" y="105261"/>
                    <a:pt x="114563" y="122074"/>
                  </a:cubicBezTo>
                  <a:cubicBezTo>
                    <a:pt x="114514" y="130246"/>
                    <a:pt x="114465" y="138418"/>
                    <a:pt x="114412" y="146590"/>
                  </a:cubicBezTo>
                  <a:cubicBezTo>
                    <a:pt x="114365" y="153768"/>
                    <a:pt x="114319" y="160947"/>
                    <a:pt x="114278" y="168126"/>
                  </a:cubicBezTo>
                  <a:cubicBezTo>
                    <a:pt x="114256" y="171916"/>
                    <a:pt x="114235" y="175706"/>
                    <a:pt x="114209" y="179496"/>
                  </a:cubicBezTo>
                  <a:cubicBezTo>
                    <a:pt x="114184" y="183124"/>
                    <a:pt x="114159" y="186752"/>
                    <a:pt x="114140" y="190380"/>
                  </a:cubicBezTo>
                  <a:cubicBezTo>
                    <a:pt x="114133" y="191715"/>
                    <a:pt x="114126" y="193050"/>
                    <a:pt x="114118" y="194384"/>
                  </a:cubicBezTo>
                  <a:cubicBezTo>
                    <a:pt x="114104" y="196249"/>
                    <a:pt x="114089" y="198114"/>
                    <a:pt x="114080" y="199978"/>
                  </a:cubicBezTo>
                  <a:cubicBezTo>
                    <a:pt x="114078" y="200550"/>
                    <a:pt x="114075" y="201105"/>
                    <a:pt x="114073" y="201660"/>
                  </a:cubicBezTo>
                  <a:cubicBezTo>
                    <a:pt x="114047" y="204371"/>
                    <a:pt x="114009" y="206694"/>
                    <a:pt x="114878" y="209302"/>
                  </a:cubicBezTo>
                  <a:cubicBezTo>
                    <a:pt x="115820" y="209443"/>
                    <a:pt x="115820" y="209443"/>
                    <a:pt x="116743" y="209581"/>
                  </a:cubicBezTo>
                  <a:cubicBezTo>
                    <a:pt x="118011" y="209580"/>
                    <a:pt x="118011" y="209580"/>
                    <a:pt x="119255" y="209580"/>
                  </a:cubicBezTo>
                  <a:cubicBezTo>
                    <a:pt x="120709" y="209587"/>
                    <a:pt x="122163" y="209593"/>
                    <a:pt x="123616" y="209584"/>
                  </a:cubicBezTo>
                  <a:cubicBezTo>
                    <a:pt x="124658" y="209577"/>
                    <a:pt x="125700" y="209573"/>
                    <a:pt x="126743" y="209572"/>
                  </a:cubicBezTo>
                  <a:cubicBezTo>
                    <a:pt x="128908" y="209575"/>
                    <a:pt x="131073" y="209574"/>
                    <a:pt x="133238" y="209563"/>
                  </a:cubicBezTo>
                  <a:cubicBezTo>
                    <a:pt x="136064" y="209546"/>
                    <a:pt x="138889" y="209533"/>
                    <a:pt x="141714" y="209537"/>
                  </a:cubicBezTo>
                  <a:cubicBezTo>
                    <a:pt x="143914" y="209541"/>
                    <a:pt x="146113" y="209542"/>
                    <a:pt x="148313" y="209536"/>
                  </a:cubicBezTo>
                  <a:cubicBezTo>
                    <a:pt x="149361" y="209532"/>
                    <a:pt x="150409" y="209529"/>
                    <a:pt x="151458" y="209526"/>
                  </a:cubicBezTo>
                  <a:cubicBezTo>
                    <a:pt x="152487" y="209527"/>
                    <a:pt x="153517" y="209528"/>
                    <a:pt x="154546" y="209528"/>
                  </a:cubicBezTo>
                  <a:cubicBezTo>
                    <a:pt x="155511" y="209521"/>
                    <a:pt x="156447" y="209514"/>
                    <a:pt x="157383" y="209507"/>
                  </a:cubicBezTo>
                  <a:cubicBezTo>
                    <a:pt x="159895" y="209496"/>
                    <a:pt x="159895" y="209496"/>
                    <a:pt x="161759" y="209302"/>
                  </a:cubicBezTo>
                  <a:cubicBezTo>
                    <a:pt x="162588" y="207644"/>
                    <a:pt x="162588" y="207644"/>
                    <a:pt x="162583" y="204081"/>
                  </a:cubicBezTo>
                  <a:cubicBezTo>
                    <a:pt x="162579" y="203543"/>
                    <a:pt x="162574" y="203021"/>
                    <a:pt x="162570" y="202499"/>
                  </a:cubicBezTo>
                  <a:cubicBezTo>
                    <a:pt x="162564" y="200722"/>
                    <a:pt x="162556" y="198945"/>
                    <a:pt x="162545" y="197168"/>
                  </a:cubicBezTo>
                  <a:cubicBezTo>
                    <a:pt x="162536" y="195861"/>
                    <a:pt x="162528" y="194555"/>
                    <a:pt x="162522" y="193249"/>
                  </a:cubicBezTo>
                  <a:cubicBezTo>
                    <a:pt x="162507" y="189699"/>
                    <a:pt x="162489" y="186148"/>
                    <a:pt x="162467" y="182598"/>
                  </a:cubicBezTo>
                  <a:cubicBezTo>
                    <a:pt x="162444" y="178821"/>
                    <a:pt x="162423" y="175045"/>
                    <a:pt x="162403" y="171268"/>
                  </a:cubicBezTo>
                  <a:cubicBezTo>
                    <a:pt x="162371" y="164953"/>
                    <a:pt x="162335" y="158638"/>
                    <a:pt x="162297" y="152323"/>
                  </a:cubicBezTo>
                  <a:cubicBezTo>
                    <a:pt x="162253" y="144955"/>
                    <a:pt x="162211" y="137587"/>
                    <a:pt x="162174" y="130218"/>
                  </a:cubicBezTo>
                  <a:cubicBezTo>
                    <a:pt x="162143" y="123853"/>
                    <a:pt x="162109" y="117488"/>
                    <a:pt x="162073" y="111123"/>
                  </a:cubicBezTo>
                  <a:cubicBezTo>
                    <a:pt x="162051" y="107333"/>
                    <a:pt x="162028" y="103544"/>
                    <a:pt x="162009" y="99755"/>
                  </a:cubicBezTo>
                  <a:cubicBezTo>
                    <a:pt x="161992" y="96127"/>
                    <a:pt x="161973" y="92498"/>
                    <a:pt x="161950" y="88870"/>
                  </a:cubicBezTo>
                  <a:cubicBezTo>
                    <a:pt x="161941" y="87538"/>
                    <a:pt x="161932" y="86206"/>
                    <a:pt x="161924" y="84874"/>
                  </a:cubicBezTo>
                  <a:cubicBezTo>
                    <a:pt x="161916" y="83008"/>
                    <a:pt x="161908" y="81142"/>
                    <a:pt x="161895" y="79276"/>
                  </a:cubicBezTo>
                  <a:cubicBezTo>
                    <a:pt x="161890" y="78707"/>
                    <a:pt x="161886" y="78154"/>
                    <a:pt x="161882" y="77602"/>
                  </a:cubicBezTo>
                  <a:cubicBezTo>
                    <a:pt x="161878" y="75854"/>
                    <a:pt x="161843" y="74128"/>
                    <a:pt x="161759" y="72381"/>
                  </a:cubicBezTo>
                  <a:cubicBezTo>
                    <a:pt x="161015" y="71636"/>
                    <a:pt x="161015" y="71636"/>
                    <a:pt x="159174" y="71547"/>
                  </a:cubicBezTo>
                  <a:close/>
                  <a:moveTo>
                    <a:pt x="216247" y="1"/>
                  </a:moveTo>
                  <a:cubicBezTo>
                    <a:pt x="221814" y="-1"/>
                    <a:pt x="227382" y="0"/>
                    <a:pt x="232950" y="4"/>
                  </a:cubicBezTo>
                  <a:cubicBezTo>
                    <a:pt x="235792" y="5"/>
                    <a:pt x="238635" y="6"/>
                    <a:pt x="241478" y="4"/>
                  </a:cubicBezTo>
                  <a:cubicBezTo>
                    <a:pt x="244554" y="1"/>
                    <a:pt x="247631" y="4"/>
                    <a:pt x="250708" y="8"/>
                  </a:cubicBezTo>
                  <a:cubicBezTo>
                    <a:pt x="252066" y="6"/>
                    <a:pt x="252066" y="6"/>
                    <a:pt x="253451" y="3"/>
                  </a:cubicBezTo>
                  <a:cubicBezTo>
                    <a:pt x="254682" y="6"/>
                    <a:pt x="254682" y="6"/>
                    <a:pt x="255937" y="9"/>
                  </a:cubicBezTo>
                  <a:cubicBezTo>
                    <a:pt x="257004" y="9"/>
                    <a:pt x="257004" y="9"/>
                    <a:pt x="258091" y="9"/>
                  </a:cubicBezTo>
                  <a:cubicBezTo>
                    <a:pt x="259871" y="102"/>
                    <a:pt x="259871" y="102"/>
                    <a:pt x="262103" y="847"/>
                  </a:cubicBezTo>
                  <a:cubicBezTo>
                    <a:pt x="262332" y="3057"/>
                    <a:pt x="262407" y="5115"/>
                    <a:pt x="262392" y="7329"/>
                  </a:cubicBezTo>
                  <a:cubicBezTo>
                    <a:pt x="262398" y="8349"/>
                    <a:pt x="262398" y="8349"/>
                    <a:pt x="262404" y="9389"/>
                  </a:cubicBezTo>
                  <a:cubicBezTo>
                    <a:pt x="262414" y="11649"/>
                    <a:pt x="262407" y="13908"/>
                    <a:pt x="262400" y="16168"/>
                  </a:cubicBezTo>
                  <a:cubicBezTo>
                    <a:pt x="262401" y="17732"/>
                    <a:pt x="262403" y="19296"/>
                    <a:pt x="262406" y="20859"/>
                  </a:cubicBezTo>
                  <a:cubicBezTo>
                    <a:pt x="262409" y="24142"/>
                    <a:pt x="262405" y="27424"/>
                    <a:pt x="262394" y="30707"/>
                  </a:cubicBezTo>
                  <a:cubicBezTo>
                    <a:pt x="262382" y="34922"/>
                    <a:pt x="262389" y="39136"/>
                    <a:pt x="262402" y="43351"/>
                  </a:cubicBezTo>
                  <a:cubicBezTo>
                    <a:pt x="262410" y="46582"/>
                    <a:pt x="262408" y="49813"/>
                    <a:pt x="262402" y="53044"/>
                  </a:cubicBezTo>
                  <a:cubicBezTo>
                    <a:pt x="262400" y="54598"/>
                    <a:pt x="262402" y="56153"/>
                    <a:pt x="262407" y="57707"/>
                  </a:cubicBezTo>
                  <a:cubicBezTo>
                    <a:pt x="262413" y="59877"/>
                    <a:pt x="262404" y="62047"/>
                    <a:pt x="262392" y="64218"/>
                  </a:cubicBezTo>
                  <a:cubicBezTo>
                    <a:pt x="262397" y="64865"/>
                    <a:pt x="262401" y="65513"/>
                    <a:pt x="262406" y="66180"/>
                  </a:cubicBezTo>
                  <a:cubicBezTo>
                    <a:pt x="262387" y="67966"/>
                    <a:pt x="262387" y="67966"/>
                    <a:pt x="262103" y="70796"/>
                  </a:cubicBezTo>
                  <a:cubicBezTo>
                    <a:pt x="259702" y="72397"/>
                    <a:pt x="259070" y="72469"/>
                    <a:pt x="256306" y="72465"/>
                  </a:cubicBezTo>
                  <a:cubicBezTo>
                    <a:pt x="255583" y="72467"/>
                    <a:pt x="254860" y="72469"/>
                    <a:pt x="254116" y="72472"/>
                  </a:cubicBezTo>
                  <a:cubicBezTo>
                    <a:pt x="253337" y="72466"/>
                    <a:pt x="252558" y="72461"/>
                    <a:pt x="251755" y="72456"/>
                  </a:cubicBezTo>
                  <a:cubicBezTo>
                    <a:pt x="250954" y="72455"/>
                    <a:pt x="250153" y="72455"/>
                    <a:pt x="249328" y="72455"/>
                  </a:cubicBezTo>
                  <a:cubicBezTo>
                    <a:pt x="247634" y="72452"/>
                    <a:pt x="245940" y="72446"/>
                    <a:pt x="244246" y="72437"/>
                  </a:cubicBezTo>
                  <a:cubicBezTo>
                    <a:pt x="241650" y="72424"/>
                    <a:pt x="239053" y="72422"/>
                    <a:pt x="236456" y="72422"/>
                  </a:cubicBezTo>
                  <a:cubicBezTo>
                    <a:pt x="234812" y="72419"/>
                    <a:pt x="233168" y="72414"/>
                    <a:pt x="231524" y="72409"/>
                  </a:cubicBezTo>
                  <a:cubicBezTo>
                    <a:pt x="230745" y="72408"/>
                    <a:pt x="229966" y="72407"/>
                    <a:pt x="229163" y="72407"/>
                  </a:cubicBezTo>
                  <a:cubicBezTo>
                    <a:pt x="228440" y="72402"/>
                    <a:pt x="227718" y="72397"/>
                    <a:pt x="226973" y="72392"/>
                  </a:cubicBezTo>
                  <a:cubicBezTo>
                    <a:pt x="226337" y="72389"/>
                    <a:pt x="225701" y="72387"/>
                    <a:pt x="225046" y="72384"/>
                  </a:cubicBezTo>
                  <a:cubicBezTo>
                    <a:pt x="223408" y="72284"/>
                    <a:pt x="223408" y="72284"/>
                    <a:pt x="221175" y="71540"/>
                  </a:cubicBezTo>
                  <a:cubicBezTo>
                    <a:pt x="221175" y="116970"/>
                    <a:pt x="221175" y="162400"/>
                    <a:pt x="221175" y="209206"/>
                  </a:cubicBezTo>
                  <a:cubicBezTo>
                    <a:pt x="237383" y="209206"/>
                    <a:pt x="253590" y="209206"/>
                    <a:pt x="270289" y="209206"/>
                  </a:cubicBezTo>
                  <a:cubicBezTo>
                    <a:pt x="270289" y="233763"/>
                    <a:pt x="270289" y="258319"/>
                    <a:pt x="270289" y="283620"/>
                  </a:cubicBezTo>
                  <a:cubicBezTo>
                    <a:pt x="254327" y="283620"/>
                    <a:pt x="238365" y="283620"/>
                    <a:pt x="221920" y="283620"/>
                  </a:cubicBezTo>
                  <a:cubicBezTo>
                    <a:pt x="221901" y="291055"/>
                    <a:pt x="221882" y="298490"/>
                    <a:pt x="221863" y="306150"/>
                  </a:cubicBezTo>
                  <a:cubicBezTo>
                    <a:pt x="221803" y="329911"/>
                    <a:pt x="221739" y="353672"/>
                    <a:pt x="221673" y="377433"/>
                  </a:cubicBezTo>
                  <a:cubicBezTo>
                    <a:pt x="221663" y="381121"/>
                    <a:pt x="221653" y="384809"/>
                    <a:pt x="221643" y="388496"/>
                  </a:cubicBezTo>
                  <a:cubicBezTo>
                    <a:pt x="221640" y="389231"/>
                    <a:pt x="221638" y="389965"/>
                    <a:pt x="221636" y="390721"/>
                  </a:cubicBezTo>
                  <a:cubicBezTo>
                    <a:pt x="221604" y="402626"/>
                    <a:pt x="221573" y="414530"/>
                    <a:pt x="221544" y="426434"/>
                  </a:cubicBezTo>
                  <a:cubicBezTo>
                    <a:pt x="221514" y="438640"/>
                    <a:pt x="221481" y="450845"/>
                    <a:pt x="221446" y="463051"/>
                  </a:cubicBezTo>
                  <a:cubicBezTo>
                    <a:pt x="221424" y="470589"/>
                    <a:pt x="221404" y="478126"/>
                    <a:pt x="221387" y="485664"/>
                  </a:cubicBezTo>
                  <a:cubicBezTo>
                    <a:pt x="221376" y="490826"/>
                    <a:pt x="221361" y="495987"/>
                    <a:pt x="221345" y="501149"/>
                  </a:cubicBezTo>
                  <a:cubicBezTo>
                    <a:pt x="221335" y="504132"/>
                    <a:pt x="221327" y="507114"/>
                    <a:pt x="221322" y="510097"/>
                  </a:cubicBezTo>
                  <a:cubicBezTo>
                    <a:pt x="221317" y="512823"/>
                    <a:pt x="221309" y="515549"/>
                    <a:pt x="221298" y="518275"/>
                  </a:cubicBezTo>
                  <a:cubicBezTo>
                    <a:pt x="221293" y="519738"/>
                    <a:pt x="221292" y="521200"/>
                    <a:pt x="221291" y="522663"/>
                  </a:cubicBezTo>
                  <a:cubicBezTo>
                    <a:pt x="221287" y="523520"/>
                    <a:pt x="221283" y="524377"/>
                    <a:pt x="221279" y="525260"/>
                  </a:cubicBezTo>
                  <a:cubicBezTo>
                    <a:pt x="221276" y="526378"/>
                    <a:pt x="221276" y="526378"/>
                    <a:pt x="221273" y="527519"/>
                  </a:cubicBezTo>
                  <a:cubicBezTo>
                    <a:pt x="221175" y="529186"/>
                    <a:pt x="221175" y="529186"/>
                    <a:pt x="220431" y="529931"/>
                  </a:cubicBezTo>
                  <a:cubicBezTo>
                    <a:pt x="218651" y="530009"/>
                    <a:pt x="216892" y="530040"/>
                    <a:pt x="215111" y="530039"/>
                  </a:cubicBezTo>
                  <a:cubicBezTo>
                    <a:pt x="214276" y="530042"/>
                    <a:pt x="214276" y="530042"/>
                    <a:pt x="213424" y="530046"/>
                  </a:cubicBezTo>
                  <a:cubicBezTo>
                    <a:pt x="211575" y="530053"/>
                    <a:pt x="209726" y="530055"/>
                    <a:pt x="207877" y="530056"/>
                  </a:cubicBezTo>
                  <a:cubicBezTo>
                    <a:pt x="206597" y="530058"/>
                    <a:pt x="205317" y="530060"/>
                    <a:pt x="204037" y="530063"/>
                  </a:cubicBezTo>
                  <a:cubicBezTo>
                    <a:pt x="201350" y="530068"/>
                    <a:pt x="198663" y="530069"/>
                    <a:pt x="195976" y="530068"/>
                  </a:cubicBezTo>
                  <a:cubicBezTo>
                    <a:pt x="192527" y="530068"/>
                    <a:pt x="189078" y="530079"/>
                    <a:pt x="185629" y="530091"/>
                  </a:cubicBezTo>
                  <a:cubicBezTo>
                    <a:pt x="182984" y="530100"/>
                    <a:pt x="180339" y="530101"/>
                    <a:pt x="177694" y="530101"/>
                  </a:cubicBezTo>
                  <a:cubicBezTo>
                    <a:pt x="176422" y="530102"/>
                    <a:pt x="175151" y="530105"/>
                    <a:pt x="173879" y="530111"/>
                  </a:cubicBezTo>
                  <a:cubicBezTo>
                    <a:pt x="172102" y="530118"/>
                    <a:pt x="170326" y="530116"/>
                    <a:pt x="168549" y="530111"/>
                  </a:cubicBezTo>
                  <a:cubicBezTo>
                    <a:pt x="168020" y="530116"/>
                    <a:pt x="167491" y="530120"/>
                    <a:pt x="166946" y="530124"/>
                  </a:cubicBezTo>
                  <a:cubicBezTo>
                    <a:pt x="163302" y="530100"/>
                    <a:pt x="163302" y="530100"/>
                    <a:pt x="161644" y="528442"/>
                  </a:cubicBezTo>
                  <a:cubicBezTo>
                    <a:pt x="161459" y="526688"/>
                    <a:pt x="161459" y="526688"/>
                    <a:pt x="161461" y="524436"/>
                  </a:cubicBezTo>
                  <a:cubicBezTo>
                    <a:pt x="161458" y="523580"/>
                    <a:pt x="161455" y="522724"/>
                    <a:pt x="161452" y="521842"/>
                  </a:cubicBezTo>
                  <a:cubicBezTo>
                    <a:pt x="161456" y="520894"/>
                    <a:pt x="161461" y="519946"/>
                    <a:pt x="161465" y="518969"/>
                  </a:cubicBezTo>
                  <a:cubicBezTo>
                    <a:pt x="161465" y="517958"/>
                    <a:pt x="161463" y="516947"/>
                    <a:pt x="161461" y="515935"/>
                  </a:cubicBezTo>
                  <a:cubicBezTo>
                    <a:pt x="161458" y="513147"/>
                    <a:pt x="161464" y="510360"/>
                    <a:pt x="161471" y="507571"/>
                  </a:cubicBezTo>
                  <a:cubicBezTo>
                    <a:pt x="161478" y="504569"/>
                    <a:pt x="161476" y="501566"/>
                    <a:pt x="161475" y="498563"/>
                  </a:cubicBezTo>
                  <a:cubicBezTo>
                    <a:pt x="161474" y="493357"/>
                    <a:pt x="161478" y="488151"/>
                    <a:pt x="161487" y="482945"/>
                  </a:cubicBezTo>
                  <a:cubicBezTo>
                    <a:pt x="161499" y="475418"/>
                    <a:pt x="161503" y="467891"/>
                    <a:pt x="161505" y="460364"/>
                  </a:cubicBezTo>
                  <a:cubicBezTo>
                    <a:pt x="161508" y="448153"/>
                    <a:pt x="161518" y="435942"/>
                    <a:pt x="161532" y="423731"/>
                  </a:cubicBezTo>
                  <a:cubicBezTo>
                    <a:pt x="161546" y="411866"/>
                    <a:pt x="161556" y="400002"/>
                    <a:pt x="161562" y="388138"/>
                  </a:cubicBezTo>
                  <a:cubicBezTo>
                    <a:pt x="161563" y="387407"/>
                    <a:pt x="161563" y="386676"/>
                    <a:pt x="161564" y="385923"/>
                  </a:cubicBezTo>
                  <a:cubicBezTo>
                    <a:pt x="161566" y="382256"/>
                    <a:pt x="161567" y="378590"/>
                    <a:pt x="161569" y="374923"/>
                  </a:cubicBezTo>
                  <a:cubicBezTo>
                    <a:pt x="161585" y="344489"/>
                    <a:pt x="161611" y="314054"/>
                    <a:pt x="161644" y="283620"/>
                  </a:cubicBezTo>
                  <a:cubicBezTo>
                    <a:pt x="161051" y="283620"/>
                    <a:pt x="160457" y="283620"/>
                    <a:pt x="159846" y="283620"/>
                  </a:cubicBezTo>
                  <a:cubicBezTo>
                    <a:pt x="144074" y="283620"/>
                    <a:pt x="128303" y="283620"/>
                    <a:pt x="112531" y="283620"/>
                  </a:cubicBezTo>
                  <a:cubicBezTo>
                    <a:pt x="112525" y="284122"/>
                    <a:pt x="112519" y="284624"/>
                    <a:pt x="112513" y="285141"/>
                  </a:cubicBezTo>
                  <a:cubicBezTo>
                    <a:pt x="112449" y="290343"/>
                    <a:pt x="112375" y="295545"/>
                    <a:pt x="112295" y="300747"/>
                  </a:cubicBezTo>
                  <a:cubicBezTo>
                    <a:pt x="112266" y="302691"/>
                    <a:pt x="112240" y="304635"/>
                    <a:pt x="112217" y="306579"/>
                  </a:cubicBezTo>
                  <a:cubicBezTo>
                    <a:pt x="112183" y="309367"/>
                    <a:pt x="112140" y="312154"/>
                    <a:pt x="112095" y="314941"/>
                  </a:cubicBezTo>
                  <a:cubicBezTo>
                    <a:pt x="112086" y="315816"/>
                    <a:pt x="112078" y="316691"/>
                    <a:pt x="112069" y="317593"/>
                  </a:cubicBezTo>
                  <a:cubicBezTo>
                    <a:pt x="112054" y="318397"/>
                    <a:pt x="112039" y="319202"/>
                    <a:pt x="112024" y="320030"/>
                  </a:cubicBezTo>
                  <a:cubicBezTo>
                    <a:pt x="112014" y="320743"/>
                    <a:pt x="112004" y="321455"/>
                    <a:pt x="111994" y="322189"/>
                  </a:cubicBezTo>
                  <a:cubicBezTo>
                    <a:pt x="111926" y="322722"/>
                    <a:pt x="111857" y="323255"/>
                    <a:pt x="111787" y="323804"/>
                  </a:cubicBezTo>
                  <a:cubicBezTo>
                    <a:pt x="111296" y="324049"/>
                    <a:pt x="110804" y="324295"/>
                    <a:pt x="110298" y="324548"/>
                  </a:cubicBezTo>
                  <a:cubicBezTo>
                    <a:pt x="110112" y="326655"/>
                    <a:pt x="110020" y="328695"/>
                    <a:pt x="109990" y="330806"/>
                  </a:cubicBezTo>
                  <a:cubicBezTo>
                    <a:pt x="109976" y="331433"/>
                    <a:pt x="109962" y="332059"/>
                    <a:pt x="109947" y="332705"/>
                  </a:cubicBezTo>
                  <a:cubicBezTo>
                    <a:pt x="109902" y="334714"/>
                    <a:pt x="109868" y="336723"/>
                    <a:pt x="109833" y="338733"/>
                  </a:cubicBezTo>
                  <a:cubicBezTo>
                    <a:pt x="109805" y="340092"/>
                    <a:pt x="109776" y="341451"/>
                    <a:pt x="109746" y="342810"/>
                  </a:cubicBezTo>
                  <a:cubicBezTo>
                    <a:pt x="109675" y="346148"/>
                    <a:pt x="109612" y="349486"/>
                    <a:pt x="109554" y="352825"/>
                  </a:cubicBezTo>
                  <a:cubicBezTo>
                    <a:pt x="108818" y="352825"/>
                    <a:pt x="108081" y="352825"/>
                    <a:pt x="107322" y="352825"/>
                  </a:cubicBezTo>
                  <a:cubicBezTo>
                    <a:pt x="107076" y="359701"/>
                    <a:pt x="106831" y="366577"/>
                    <a:pt x="106578" y="373661"/>
                  </a:cubicBezTo>
                  <a:cubicBezTo>
                    <a:pt x="106087" y="373661"/>
                    <a:pt x="105596" y="373661"/>
                    <a:pt x="105089" y="373661"/>
                  </a:cubicBezTo>
                  <a:cubicBezTo>
                    <a:pt x="104424" y="375657"/>
                    <a:pt x="104230" y="376955"/>
                    <a:pt x="104162" y="379015"/>
                  </a:cubicBezTo>
                  <a:cubicBezTo>
                    <a:pt x="104126" y="379906"/>
                    <a:pt x="104126" y="379906"/>
                    <a:pt x="104088" y="380815"/>
                  </a:cubicBezTo>
                  <a:cubicBezTo>
                    <a:pt x="104042" y="382066"/>
                    <a:pt x="104000" y="383318"/>
                    <a:pt x="103960" y="384570"/>
                  </a:cubicBezTo>
                  <a:cubicBezTo>
                    <a:pt x="103893" y="386146"/>
                    <a:pt x="103753" y="387718"/>
                    <a:pt x="103601" y="389288"/>
                  </a:cubicBezTo>
                  <a:cubicBezTo>
                    <a:pt x="103110" y="389534"/>
                    <a:pt x="102619" y="389779"/>
                    <a:pt x="102113" y="390032"/>
                  </a:cubicBezTo>
                  <a:cubicBezTo>
                    <a:pt x="101835" y="391474"/>
                    <a:pt x="101835" y="391474"/>
                    <a:pt x="101805" y="393198"/>
                  </a:cubicBezTo>
                  <a:cubicBezTo>
                    <a:pt x="101762" y="394151"/>
                    <a:pt x="101762" y="394151"/>
                    <a:pt x="101718" y="395123"/>
                  </a:cubicBezTo>
                  <a:cubicBezTo>
                    <a:pt x="101695" y="395792"/>
                    <a:pt x="101672" y="396460"/>
                    <a:pt x="101648" y="397148"/>
                  </a:cubicBezTo>
                  <a:cubicBezTo>
                    <a:pt x="101619" y="397819"/>
                    <a:pt x="101590" y="398490"/>
                    <a:pt x="101561" y="399181"/>
                  </a:cubicBezTo>
                  <a:cubicBezTo>
                    <a:pt x="101490" y="400844"/>
                    <a:pt x="101427" y="402507"/>
                    <a:pt x="101369" y="404171"/>
                  </a:cubicBezTo>
                  <a:cubicBezTo>
                    <a:pt x="100878" y="404171"/>
                    <a:pt x="100387" y="404171"/>
                    <a:pt x="99881" y="404171"/>
                  </a:cubicBezTo>
                  <a:cubicBezTo>
                    <a:pt x="98749" y="406435"/>
                    <a:pt x="98858" y="408844"/>
                    <a:pt x="98718" y="411333"/>
                  </a:cubicBezTo>
                  <a:cubicBezTo>
                    <a:pt x="98670" y="412122"/>
                    <a:pt x="98670" y="412122"/>
                    <a:pt x="98620" y="412926"/>
                  </a:cubicBezTo>
                  <a:cubicBezTo>
                    <a:pt x="98541" y="414224"/>
                    <a:pt x="98466" y="415523"/>
                    <a:pt x="98392" y="416821"/>
                  </a:cubicBezTo>
                  <a:cubicBezTo>
                    <a:pt x="97901" y="416821"/>
                    <a:pt x="97410" y="416821"/>
                    <a:pt x="96904" y="416821"/>
                  </a:cubicBezTo>
                  <a:cubicBezTo>
                    <a:pt x="96814" y="417618"/>
                    <a:pt x="96724" y="418415"/>
                    <a:pt x="96631" y="419237"/>
                  </a:cubicBezTo>
                  <a:cubicBezTo>
                    <a:pt x="96505" y="420276"/>
                    <a:pt x="96379" y="421316"/>
                    <a:pt x="96253" y="422356"/>
                  </a:cubicBezTo>
                  <a:cubicBezTo>
                    <a:pt x="96194" y="422882"/>
                    <a:pt x="96136" y="423408"/>
                    <a:pt x="96076" y="423950"/>
                  </a:cubicBezTo>
                  <a:cubicBezTo>
                    <a:pt x="95907" y="425302"/>
                    <a:pt x="95666" y="426644"/>
                    <a:pt x="95416" y="427983"/>
                  </a:cubicBezTo>
                  <a:cubicBezTo>
                    <a:pt x="94925" y="428229"/>
                    <a:pt x="94433" y="428474"/>
                    <a:pt x="93927" y="428727"/>
                  </a:cubicBezTo>
                  <a:cubicBezTo>
                    <a:pt x="93661" y="431232"/>
                    <a:pt x="93597" y="433722"/>
                    <a:pt x="93512" y="436239"/>
                  </a:cubicBezTo>
                  <a:cubicBezTo>
                    <a:pt x="93403" y="436952"/>
                    <a:pt x="93295" y="437666"/>
                    <a:pt x="93183" y="438401"/>
                  </a:cubicBezTo>
                  <a:cubicBezTo>
                    <a:pt x="92447" y="438647"/>
                    <a:pt x="91710" y="438892"/>
                    <a:pt x="90951" y="439145"/>
                  </a:cubicBezTo>
                  <a:cubicBezTo>
                    <a:pt x="90513" y="440893"/>
                    <a:pt x="90513" y="440893"/>
                    <a:pt x="90439" y="442913"/>
                  </a:cubicBezTo>
                  <a:cubicBezTo>
                    <a:pt x="90390" y="443597"/>
                    <a:pt x="90341" y="444280"/>
                    <a:pt x="90291" y="444985"/>
                  </a:cubicBezTo>
                  <a:cubicBezTo>
                    <a:pt x="90263" y="445514"/>
                    <a:pt x="90235" y="446042"/>
                    <a:pt x="90207" y="446587"/>
                  </a:cubicBezTo>
                  <a:cubicBezTo>
                    <a:pt x="89470" y="446587"/>
                    <a:pt x="88733" y="446587"/>
                    <a:pt x="87974" y="446587"/>
                  </a:cubicBezTo>
                  <a:cubicBezTo>
                    <a:pt x="87920" y="447460"/>
                    <a:pt x="87920" y="447460"/>
                    <a:pt x="87864" y="448351"/>
                  </a:cubicBezTo>
                  <a:cubicBezTo>
                    <a:pt x="87808" y="449104"/>
                    <a:pt x="87753" y="449857"/>
                    <a:pt x="87695" y="450633"/>
                  </a:cubicBezTo>
                  <a:cubicBezTo>
                    <a:pt x="87643" y="451384"/>
                    <a:pt x="87592" y="452135"/>
                    <a:pt x="87538" y="452909"/>
                  </a:cubicBezTo>
                  <a:cubicBezTo>
                    <a:pt x="87437" y="453524"/>
                    <a:pt x="87335" y="454139"/>
                    <a:pt x="87230" y="454772"/>
                  </a:cubicBezTo>
                  <a:cubicBezTo>
                    <a:pt x="86739" y="455018"/>
                    <a:pt x="86248" y="455263"/>
                    <a:pt x="85742" y="455516"/>
                  </a:cubicBezTo>
                  <a:cubicBezTo>
                    <a:pt x="85477" y="457634"/>
                    <a:pt x="85411" y="459733"/>
                    <a:pt x="85326" y="461865"/>
                  </a:cubicBezTo>
                  <a:cubicBezTo>
                    <a:pt x="85164" y="462774"/>
                    <a:pt x="85164" y="462774"/>
                    <a:pt x="84998" y="463702"/>
                  </a:cubicBezTo>
                  <a:cubicBezTo>
                    <a:pt x="84261" y="463948"/>
                    <a:pt x="83524" y="464193"/>
                    <a:pt x="82765" y="464446"/>
                  </a:cubicBezTo>
                  <a:cubicBezTo>
                    <a:pt x="82413" y="466001"/>
                    <a:pt x="82413" y="466001"/>
                    <a:pt x="82393" y="467795"/>
                  </a:cubicBezTo>
                  <a:cubicBezTo>
                    <a:pt x="82323" y="469632"/>
                    <a:pt x="82323" y="469632"/>
                    <a:pt x="82021" y="471143"/>
                  </a:cubicBezTo>
                  <a:cubicBezTo>
                    <a:pt x="81284" y="471389"/>
                    <a:pt x="80548" y="471635"/>
                    <a:pt x="79789" y="471888"/>
                  </a:cubicBezTo>
                  <a:cubicBezTo>
                    <a:pt x="79353" y="473291"/>
                    <a:pt x="79353" y="473291"/>
                    <a:pt x="79277" y="474911"/>
                  </a:cubicBezTo>
                  <a:cubicBezTo>
                    <a:pt x="79200" y="475878"/>
                    <a:pt x="79124" y="476844"/>
                    <a:pt x="79045" y="477841"/>
                  </a:cubicBezTo>
                  <a:cubicBezTo>
                    <a:pt x="78308" y="477841"/>
                    <a:pt x="77571" y="477841"/>
                    <a:pt x="76812" y="477841"/>
                  </a:cubicBezTo>
                  <a:cubicBezTo>
                    <a:pt x="76858" y="478808"/>
                    <a:pt x="76904" y="479775"/>
                    <a:pt x="76952" y="480771"/>
                  </a:cubicBezTo>
                  <a:cubicBezTo>
                    <a:pt x="77030" y="482419"/>
                    <a:pt x="77030" y="482419"/>
                    <a:pt x="76812" y="483794"/>
                  </a:cubicBezTo>
                  <a:cubicBezTo>
                    <a:pt x="76075" y="484039"/>
                    <a:pt x="75339" y="484285"/>
                    <a:pt x="74580" y="484538"/>
                  </a:cubicBezTo>
                  <a:cubicBezTo>
                    <a:pt x="74029" y="486787"/>
                    <a:pt x="74029" y="486787"/>
                    <a:pt x="73836" y="489003"/>
                  </a:cubicBezTo>
                  <a:cubicBezTo>
                    <a:pt x="73099" y="489003"/>
                    <a:pt x="72362" y="489003"/>
                    <a:pt x="71603" y="489003"/>
                  </a:cubicBezTo>
                  <a:cubicBezTo>
                    <a:pt x="71511" y="489970"/>
                    <a:pt x="71419" y="490937"/>
                    <a:pt x="71324" y="491933"/>
                  </a:cubicBezTo>
                  <a:cubicBezTo>
                    <a:pt x="71167" y="493581"/>
                    <a:pt x="71167" y="493581"/>
                    <a:pt x="70859" y="494956"/>
                  </a:cubicBezTo>
                  <a:cubicBezTo>
                    <a:pt x="70368" y="495202"/>
                    <a:pt x="69877" y="495447"/>
                    <a:pt x="69371" y="495700"/>
                  </a:cubicBezTo>
                  <a:cubicBezTo>
                    <a:pt x="69002" y="496989"/>
                    <a:pt x="69002" y="496989"/>
                    <a:pt x="68627" y="498305"/>
                  </a:cubicBezTo>
                  <a:cubicBezTo>
                    <a:pt x="68258" y="499594"/>
                    <a:pt x="68258" y="499594"/>
                    <a:pt x="67882" y="500909"/>
                  </a:cubicBezTo>
                  <a:cubicBezTo>
                    <a:pt x="67391" y="501155"/>
                    <a:pt x="66900" y="501400"/>
                    <a:pt x="66394" y="501653"/>
                  </a:cubicBezTo>
                  <a:cubicBezTo>
                    <a:pt x="66287" y="502252"/>
                    <a:pt x="66179" y="502850"/>
                    <a:pt x="66069" y="503467"/>
                  </a:cubicBezTo>
                  <a:cubicBezTo>
                    <a:pt x="65650" y="505374"/>
                    <a:pt x="65650" y="505374"/>
                    <a:pt x="63418" y="506862"/>
                  </a:cubicBezTo>
                  <a:cubicBezTo>
                    <a:pt x="62916" y="508100"/>
                    <a:pt x="62420" y="509340"/>
                    <a:pt x="61929" y="510583"/>
                  </a:cubicBezTo>
                  <a:cubicBezTo>
                    <a:pt x="61438" y="510583"/>
                    <a:pt x="60947" y="510583"/>
                    <a:pt x="60441" y="510583"/>
                  </a:cubicBezTo>
                  <a:cubicBezTo>
                    <a:pt x="60349" y="511304"/>
                    <a:pt x="60257" y="512026"/>
                    <a:pt x="60162" y="512769"/>
                  </a:cubicBezTo>
                  <a:cubicBezTo>
                    <a:pt x="60009" y="513521"/>
                    <a:pt x="59855" y="514273"/>
                    <a:pt x="59697" y="515048"/>
                  </a:cubicBezTo>
                  <a:cubicBezTo>
                    <a:pt x="59206" y="515293"/>
                    <a:pt x="58715" y="515539"/>
                    <a:pt x="58209" y="515792"/>
                  </a:cubicBezTo>
                  <a:cubicBezTo>
                    <a:pt x="57963" y="516406"/>
                    <a:pt x="57717" y="517020"/>
                    <a:pt x="57464" y="517652"/>
                  </a:cubicBezTo>
                  <a:cubicBezTo>
                    <a:pt x="56720" y="519513"/>
                    <a:pt x="56720" y="519513"/>
                    <a:pt x="55232" y="520257"/>
                  </a:cubicBezTo>
                  <a:cubicBezTo>
                    <a:pt x="54710" y="521235"/>
                    <a:pt x="54216" y="522230"/>
                    <a:pt x="53744" y="523233"/>
                  </a:cubicBezTo>
                  <a:cubicBezTo>
                    <a:pt x="53253" y="523970"/>
                    <a:pt x="52762" y="524707"/>
                    <a:pt x="52256" y="525466"/>
                  </a:cubicBezTo>
                  <a:cubicBezTo>
                    <a:pt x="52256" y="525957"/>
                    <a:pt x="52256" y="526448"/>
                    <a:pt x="52256" y="526954"/>
                  </a:cubicBezTo>
                  <a:cubicBezTo>
                    <a:pt x="51772" y="527414"/>
                    <a:pt x="51772" y="527414"/>
                    <a:pt x="51279" y="527884"/>
                  </a:cubicBezTo>
                  <a:cubicBezTo>
                    <a:pt x="49838" y="529211"/>
                    <a:pt x="49838" y="529211"/>
                    <a:pt x="49093" y="531558"/>
                  </a:cubicBezTo>
                  <a:cubicBezTo>
                    <a:pt x="47791" y="533651"/>
                    <a:pt x="47791" y="533651"/>
                    <a:pt x="45326" y="534349"/>
                  </a:cubicBezTo>
                  <a:cubicBezTo>
                    <a:pt x="42241" y="533565"/>
                    <a:pt x="42004" y="533249"/>
                    <a:pt x="40349" y="530721"/>
                  </a:cubicBezTo>
                  <a:cubicBezTo>
                    <a:pt x="39991" y="530115"/>
                    <a:pt x="39634" y="529509"/>
                    <a:pt x="39265" y="528884"/>
                  </a:cubicBezTo>
                  <a:cubicBezTo>
                    <a:pt x="38084" y="526900"/>
                    <a:pt x="36786" y="525105"/>
                    <a:pt x="35373" y="523280"/>
                  </a:cubicBezTo>
                  <a:cubicBezTo>
                    <a:pt x="34956" y="522736"/>
                    <a:pt x="34538" y="522192"/>
                    <a:pt x="34108" y="521632"/>
                  </a:cubicBezTo>
                  <a:cubicBezTo>
                    <a:pt x="32867" y="520089"/>
                    <a:pt x="32867" y="520089"/>
                    <a:pt x="30675" y="518768"/>
                  </a:cubicBezTo>
                  <a:cubicBezTo>
                    <a:pt x="30307" y="517663"/>
                    <a:pt x="30307" y="517663"/>
                    <a:pt x="29931" y="516536"/>
                  </a:cubicBezTo>
                  <a:cubicBezTo>
                    <a:pt x="29195" y="516290"/>
                    <a:pt x="28458" y="516045"/>
                    <a:pt x="27699" y="515792"/>
                  </a:cubicBezTo>
                  <a:cubicBezTo>
                    <a:pt x="27331" y="514687"/>
                    <a:pt x="27331" y="514687"/>
                    <a:pt x="26955" y="513559"/>
                  </a:cubicBezTo>
                  <a:cubicBezTo>
                    <a:pt x="26464" y="513437"/>
                    <a:pt x="25972" y="513314"/>
                    <a:pt x="25466" y="513187"/>
                  </a:cubicBezTo>
                  <a:cubicBezTo>
                    <a:pt x="24975" y="513065"/>
                    <a:pt x="24484" y="512942"/>
                    <a:pt x="23978" y="512815"/>
                  </a:cubicBezTo>
                  <a:cubicBezTo>
                    <a:pt x="23733" y="512079"/>
                    <a:pt x="23487" y="511342"/>
                    <a:pt x="23234" y="510583"/>
                  </a:cubicBezTo>
                  <a:cubicBezTo>
                    <a:pt x="22758" y="510353"/>
                    <a:pt x="22282" y="510122"/>
                    <a:pt x="21792" y="509885"/>
                  </a:cubicBezTo>
                  <a:cubicBezTo>
                    <a:pt x="19896" y="508908"/>
                    <a:pt x="19675" y="507990"/>
                    <a:pt x="18769" y="506118"/>
                  </a:cubicBezTo>
                  <a:cubicBezTo>
                    <a:pt x="18032" y="505872"/>
                    <a:pt x="17296" y="505627"/>
                    <a:pt x="16537" y="505374"/>
                  </a:cubicBezTo>
                  <a:cubicBezTo>
                    <a:pt x="16291" y="504637"/>
                    <a:pt x="16046" y="503900"/>
                    <a:pt x="15793" y="503141"/>
                  </a:cubicBezTo>
                  <a:cubicBezTo>
                    <a:pt x="15301" y="503034"/>
                    <a:pt x="14810" y="502927"/>
                    <a:pt x="14304" y="502816"/>
                  </a:cubicBezTo>
                  <a:cubicBezTo>
                    <a:pt x="13813" y="502678"/>
                    <a:pt x="13322" y="502540"/>
                    <a:pt x="12816" y="502397"/>
                  </a:cubicBezTo>
                  <a:cubicBezTo>
                    <a:pt x="12709" y="501906"/>
                    <a:pt x="12601" y="501415"/>
                    <a:pt x="12490" y="500909"/>
                  </a:cubicBezTo>
                  <a:cubicBezTo>
                    <a:pt x="12352" y="500418"/>
                    <a:pt x="12214" y="499927"/>
                    <a:pt x="12072" y="499421"/>
                  </a:cubicBezTo>
                  <a:cubicBezTo>
                    <a:pt x="10838" y="499143"/>
                    <a:pt x="9597" y="498895"/>
                    <a:pt x="8351" y="498677"/>
                  </a:cubicBezTo>
                  <a:cubicBezTo>
                    <a:pt x="7983" y="497572"/>
                    <a:pt x="7983" y="497572"/>
                    <a:pt x="7607" y="496444"/>
                  </a:cubicBezTo>
                  <a:cubicBezTo>
                    <a:pt x="7008" y="496337"/>
                    <a:pt x="6410" y="496229"/>
                    <a:pt x="5793" y="496119"/>
                  </a:cubicBezTo>
                  <a:cubicBezTo>
                    <a:pt x="5164" y="495981"/>
                    <a:pt x="4535" y="495842"/>
                    <a:pt x="3886" y="495700"/>
                  </a:cubicBezTo>
                  <a:cubicBezTo>
                    <a:pt x="3049" y="494212"/>
                    <a:pt x="3049" y="494212"/>
                    <a:pt x="2398" y="492724"/>
                  </a:cubicBezTo>
                  <a:cubicBezTo>
                    <a:pt x="1661" y="492478"/>
                    <a:pt x="925" y="492232"/>
                    <a:pt x="166" y="491979"/>
                  </a:cubicBezTo>
                  <a:cubicBezTo>
                    <a:pt x="-153" y="489972"/>
                    <a:pt x="69" y="488067"/>
                    <a:pt x="166" y="486026"/>
                  </a:cubicBezTo>
                  <a:cubicBezTo>
                    <a:pt x="902" y="486026"/>
                    <a:pt x="1639" y="486026"/>
                    <a:pt x="2398" y="486026"/>
                  </a:cubicBezTo>
                  <a:cubicBezTo>
                    <a:pt x="2748" y="484776"/>
                    <a:pt x="3092" y="483523"/>
                    <a:pt x="3392" y="482259"/>
                  </a:cubicBezTo>
                  <a:cubicBezTo>
                    <a:pt x="3941" y="480658"/>
                    <a:pt x="4626" y="479750"/>
                    <a:pt x="5747" y="478492"/>
                  </a:cubicBezTo>
                  <a:cubicBezTo>
                    <a:pt x="7481" y="476498"/>
                    <a:pt x="8194" y="475058"/>
                    <a:pt x="9095" y="472632"/>
                  </a:cubicBezTo>
                  <a:cubicBezTo>
                    <a:pt x="9586" y="472386"/>
                    <a:pt x="10078" y="472141"/>
                    <a:pt x="10584" y="471888"/>
                  </a:cubicBezTo>
                  <a:cubicBezTo>
                    <a:pt x="10691" y="471381"/>
                    <a:pt x="10798" y="470875"/>
                    <a:pt x="10909" y="470353"/>
                  </a:cubicBezTo>
                  <a:cubicBezTo>
                    <a:pt x="11116" y="469639"/>
                    <a:pt x="11116" y="469639"/>
                    <a:pt x="11328" y="468911"/>
                  </a:cubicBezTo>
                  <a:cubicBezTo>
                    <a:pt x="12064" y="468911"/>
                    <a:pt x="12801" y="468911"/>
                    <a:pt x="13560" y="468911"/>
                  </a:cubicBezTo>
                  <a:cubicBezTo>
                    <a:pt x="13491" y="467875"/>
                    <a:pt x="13491" y="467875"/>
                    <a:pt x="13421" y="466818"/>
                  </a:cubicBezTo>
                  <a:cubicBezTo>
                    <a:pt x="13581" y="464096"/>
                    <a:pt x="13905" y="463950"/>
                    <a:pt x="15793" y="462214"/>
                  </a:cubicBezTo>
                  <a:cubicBezTo>
                    <a:pt x="15915" y="461569"/>
                    <a:pt x="16038" y="460925"/>
                    <a:pt x="16165" y="460260"/>
                  </a:cubicBezTo>
                  <a:cubicBezTo>
                    <a:pt x="16287" y="459677"/>
                    <a:pt x="16410" y="459094"/>
                    <a:pt x="16537" y="458493"/>
                  </a:cubicBezTo>
                  <a:cubicBezTo>
                    <a:pt x="17273" y="458247"/>
                    <a:pt x="18010" y="458002"/>
                    <a:pt x="18769" y="457749"/>
                  </a:cubicBezTo>
                  <a:cubicBezTo>
                    <a:pt x="19022" y="456013"/>
                    <a:pt x="19270" y="454277"/>
                    <a:pt x="19513" y="452540"/>
                  </a:cubicBezTo>
                  <a:cubicBezTo>
                    <a:pt x="20250" y="452049"/>
                    <a:pt x="20987" y="451558"/>
                    <a:pt x="21746" y="451052"/>
                  </a:cubicBezTo>
                  <a:cubicBezTo>
                    <a:pt x="21746" y="450300"/>
                    <a:pt x="21746" y="449548"/>
                    <a:pt x="21746" y="448773"/>
                  </a:cubicBezTo>
                  <a:cubicBezTo>
                    <a:pt x="21746" y="448051"/>
                    <a:pt x="21746" y="447330"/>
                    <a:pt x="21746" y="446587"/>
                  </a:cubicBezTo>
                  <a:cubicBezTo>
                    <a:pt x="22482" y="446341"/>
                    <a:pt x="23219" y="446096"/>
                    <a:pt x="23978" y="445843"/>
                  </a:cubicBezTo>
                  <a:cubicBezTo>
                    <a:pt x="24331" y="444287"/>
                    <a:pt x="24331" y="444287"/>
                    <a:pt x="24350" y="442494"/>
                  </a:cubicBezTo>
                  <a:cubicBezTo>
                    <a:pt x="24420" y="440657"/>
                    <a:pt x="24420" y="440657"/>
                    <a:pt x="24722" y="439145"/>
                  </a:cubicBezTo>
                  <a:cubicBezTo>
                    <a:pt x="25459" y="438900"/>
                    <a:pt x="26196" y="438654"/>
                    <a:pt x="26955" y="438401"/>
                  </a:cubicBezTo>
                  <a:cubicBezTo>
                    <a:pt x="27390" y="436998"/>
                    <a:pt x="27390" y="436998"/>
                    <a:pt x="27466" y="435378"/>
                  </a:cubicBezTo>
                  <a:cubicBezTo>
                    <a:pt x="27543" y="434411"/>
                    <a:pt x="27620" y="433444"/>
                    <a:pt x="27699" y="432448"/>
                  </a:cubicBezTo>
                  <a:cubicBezTo>
                    <a:pt x="28436" y="432448"/>
                    <a:pt x="29172" y="432448"/>
                    <a:pt x="29931" y="432448"/>
                  </a:cubicBezTo>
                  <a:cubicBezTo>
                    <a:pt x="29931" y="429992"/>
                    <a:pt x="29931" y="427537"/>
                    <a:pt x="29931" y="425007"/>
                  </a:cubicBezTo>
                  <a:cubicBezTo>
                    <a:pt x="30914" y="425007"/>
                    <a:pt x="31896" y="425007"/>
                    <a:pt x="32908" y="425007"/>
                  </a:cubicBezTo>
                  <a:cubicBezTo>
                    <a:pt x="32908" y="422306"/>
                    <a:pt x="32908" y="419604"/>
                    <a:pt x="32908" y="416821"/>
                  </a:cubicBezTo>
                  <a:cubicBezTo>
                    <a:pt x="33645" y="416821"/>
                    <a:pt x="34381" y="416821"/>
                    <a:pt x="35140" y="416821"/>
                  </a:cubicBezTo>
                  <a:cubicBezTo>
                    <a:pt x="35386" y="413874"/>
                    <a:pt x="35631" y="410928"/>
                    <a:pt x="35884" y="407892"/>
                  </a:cubicBezTo>
                  <a:cubicBezTo>
                    <a:pt x="36621" y="407892"/>
                    <a:pt x="37358" y="407892"/>
                    <a:pt x="38117" y="407892"/>
                  </a:cubicBezTo>
                  <a:cubicBezTo>
                    <a:pt x="38091" y="407202"/>
                    <a:pt x="38065" y="406512"/>
                    <a:pt x="38038" y="405802"/>
                  </a:cubicBezTo>
                  <a:cubicBezTo>
                    <a:pt x="38018" y="404910"/>
                    <a:pt x="37998" y="404019"/>
                    <a:pt x="37977" y="403101"/>
                  </a:cubicBezTo>
                  <a:cubicBezTo>
                    <a:pt x="37951" y="402212"/>
                    <a:pt x="37926" y="401323"/>
                    <a:pt x="37899" y="400406"/>
                  </a:cubicBezTo>
                  <a:cubicBezTo>
                    <a:pt x="37971" y="399684"/>
                    <a:pt x="38043" y="398962"/>
                    <a:pt x="38117" y="398218"/>
                  </a:cubicBezTo>
                  <a:cubicBezTo>
                    <a:pt x="38854" y="397972"/>
                    <a:pt x="39590" y="397727"/>
                    <a:pt x="40349" y="397474"/>
                  </a:cubicBezTo>
                  <a:cubicBezTo>
                    <a:pt x="40582" y="395600"/>
                    <a:pt x="40697" y="393864"/>
                    <a:pt x="40721" y="391986"/>
                  </a:cubicBezTo>
                  <a:cubicBezTo>
                    <a:pt x="40792" y="386607"/>
                    <a:pt x="40792" y="386607"/>
                    <a:pt x="42207" y="385218"/>
                  </a:cubicBezTo>
                  <a:cubicBezTo>
                    <a:pt x="44113" y="383278"/>
                    <a:pt x="43697" y="380617"/>
                    <a:pt x="43744" y="378033"/>
                  </a:cubicBezTo>
                  <a:cubicBezTo>
                    <a:pt x="43791" y="376060"/>
                    <a:pt x="43896" y="374142"/>
                    <a:pt x="44070" y="372173"/>
                  </a:cubicBezTo>
                  <a:cubicBezTo>
                    <a:pt x="44561" y="371927"/>
                    <a:pt x="45052" y="371682"/>
                    <a:pt x="45558" y="371429"/>
                  </a:cubicBezTo>
                  <a:cubicBezTo>
                    <a:pt x="45799" y="369997"/>
                    <a:pt x="45799" y="369997"/>
                    <a:pt x="45788" y="368289"/>
                  </a:cubicBezTo>
                  <a:cubicBezTo>
                    <a:pt x="45807" y="367657"/>
                    <a:pt x="45825" y="367025"/>
                    <a:pt x="45845" y="366374"/>
                  </a:cubicBezTo>
                  <a:cubicBezTo>
                    <a:pt x="45871" y="365031"/>
                    <a:pt x="45894" y="363688"/>
                    <a:pt x="45914" y="362345"/>
                  </a:cubicBezTo>
                  <a:cubicBezTo>
                    <a:pt x="45934" y="361713"/>
                    <a:pt x="45954" y="361081"/>
                    <a:pt x="45974" y="360429"/>
                  </a:cubicBezTo>
                  <a:cubicBezTo>
                    <a:pt x="45984" y="359846"/>
                    <a:pt x="45994" y="359262"/>
                    <a:pt x="46004" y="358661"/>
                  </a:cubicBezTo>
                  <a:cubicBezTo>
                    <a:pt x="46103" y="358208"/>
                    <a:pt x="46201" y="357756"/>
                    <a:pt x="46302" y="357290"/>
                  </a:cubicBezTo>
                  <a:cubicBezTo>
                    <a:pt x="47039" y="357044"/>
                    <a:pt x="47776" y="356799"/>
                    <a:pt x="48535" y="356546"/>
                  </a:cubicBezTo>
                  <a:cubicBezTo>
                    <a:pt x="48918" y="354598"/>
                    <a:pt x="48918" y="354598"/>
                    <a:pt x="48916" y="352241"/>
                  </a:cubicBezTo>
                  <a:cubicBezTo>
                    <a:pt x="48955" y="350935"/>
                    <a:pt x="48955" y="350935"/>
                    <a:pt x="48996" y="349603"/>
                  </a:cubicBezTo>
                  <a:cubicBezTo>
                    <a:pt x="49012" y="348686"/>
                    <a:pt x="49029" y="347770"/>
                    <a:pt x="49046" y="346825"/>
                  </a:cubicBezTo>
                  <a:cubicBezTo>
                    <a:pt x="49072" y="345906"/>
                    <a:pt x="49097" y="344987"/>
                    <a:pt x="49123" y="344039"/>
                  </a:cubicBezTo>
                  <a:cubicBezTo>
                    <a:pt x="49185" y="341759"/>
                    <a:pt x="49236" y="339479"/>
                    <a:pt x="49279" y="337198"/>
                  </a:cubicBezTo>
                  <a:cubicBezTo>
                    <a:pt x="50016" y="337198"/>
                    <a:pt x="50752" y="337198"/>
                    <a:pt x="51511" y="337198"/>
                  </a:cubicBezTo>
                  <a:cubicBezTo>
                    <a:pt x="51526" y="336368"/>
                    <a:pt x="51541" y="335538"/>
                    <a:pt x="51556" y="334683"/>
                  </a:cubicBezTo>
                  <a:cubicBezTo>
                    <a:pt x="51613" y="331613"/>
                    <a:pt x="51679" y="328544"/>
                    <a:pt x="51748" y="325476"/>
                  </a:cubicBezTo>
                  <a:cubicBezTo>
                    <a:pt x="51776" y="324145"/>
                    <a:pt x="51802" y="322815"/>
                    <a:pt x="51825" y="321485"/>
                  </a:cubicBezTo>
                  <a:cubicBezTo>
                    <a:pt x="51859" y="319576"/>
                    <a:pt x="51902" y="317668"/>
                    <a:pt x="51947" y="315761"/>
                  </a:cubicBezTo>
                  <a:cubicBezTo>
                    <a:pt x="51956" y="315162"/>
                    <a:pt x="51965" y="314564"/>
                    <a:pt x="51973" y="313947"/>
                  </a:cubicBezTo>
                  <a:cubicBezTo>
                    <a:pt x="52012" y="312517"/>
                    <a:pt x="52126" y="311090"/>
                    <a:pt x="52256" y="309665"/>
                  </a:cubicBezTo>
                  <a:cubicBezTo>
                    <a:pt x="52747" y="309419"/>
                    <a:pt x="53238" y="309174"/>
                    <a:pt x="53744" y="308921"/>
                  </a:cubicBezTo>
                  <a:cubicBezTo>
                    <a:pt x="53930" y="306974"/>
                    <a:pt x="54022" y="305102"/>
                    <a:pt x="54052" y="303151"/>
                  </a:cubicBezTo>
                  <a:cubicBezTo>
                    <a:pt x="54066" y="302574"/>
                    <a:pt x="54081" y="301997"/>
                    <a:pt x="54096" y="301402"/>
                  </a:cubicBezTo>
                  <a:cubicBezTo>
                    <a:pt x="54140" y="299552"/>
                    <a:pt x="54175" y="297702"/>
                    <a:pt x="54209" y="295852"/>
                  </a:cubicBezTo>
                  <a:cubicBezTo>
                    <a:pt x="54237" y="294600"/>
                    <a:pt x="54266" y="293349"/>
                    <a:pt x="54296" y="292098"/>
                  </a:cubicBezTo>
                  <a:cubicBezTo>
                    <a:pt x="54368" y="289024"/>
                    <a:pt x="54430" y="285950"/>
                    <a:pt x="54488" y="282876"/>
                  </a:cubicBezTo>
                  <a:cubicBezTo>
                    <a:pt x="53997" y="283121"/>
                    <a:pt x="53506" y="283367"/>
                    <a:pt x="53000" y="283620"/>
                  </a:cubicBezTo>
                  <a:cubicBezTo>
                    <a:pt x="51670" y="283688"/>
                    <a:pt x="50337" y="283707"/>
                    <a:pt x="49005" y="283705"/>
                  </a:cubicBezTo>
                  <a:cubicBezTo>
                    <a:pt x="48159" y="283704"/>
                    <a:pt x="47314" y="283704"/>
                    <a:pt x="46442" y="283704"/>
                  </a:cubicBezTo>
                  <a:cubicBezTo>
                    <a:pt x="45550" y="283700"/>
                    <a:pt x="44658" y="283697"/>
                    <a:pt x="43739" y="283693"/>
                  </a:cubicBezTo>
                  <a:cubicBezTo>
                    <a:pt x="42921" y="283692"/>
                    <a:pt x="42103" y="283691"/>
                    <a:pt x="41261" y="283690"/>
                  </a:cubicBezTo>
                  <a:cubicBezTo>
                    <a:pt x="38197" y="283687"/>
                    <a:pt x="35134" y="283676"/>
                    <a:pt x="32071" y="283667"/>
                  </a:cubicBezTo>
                  <a:cubicBezTo>
                    <a:pt x="21803" y="283644"/>
                    <a:pt x="21803" y="283644"/>
                    <a:pt x="11328" y="283620"/>
                  </a:cubicBezTo>
                  <a:cubicBezTo>
                    <a:pt x="11328" y="259063"/>
                    <a:pt x="11328" y="234507"/>
                    <a:pt x="11328" y="209206"/>
                  </a:cubicBezTo>
                  <a:cubicBezTo>
                    <a:pt x="32692" y="208838"/>
                    <a:pt x="32692" y="208838"/>
                    <a:pt x="54488" y="208462"/>
                  </a:cubicBezTo>
                  <a:cubicBezTo>
                    <a:pt x="54488" y="163523"/>
                    <a:pt x="54488" y="118585"/>
                    <a:pt x="54488" y="72284"/>
                  </a:cubicBezTo>
                  <a:cubicBezTo>
                    <a:pt x="44911" y="72284"/>
                    <a:pt x="35334" y="72284"/>
                    <a:pt x="25466" y="72284"/>
                  </a:cubicBezTo>
                  <a:cubicBezTo>
                    <a:pt x="24063" y="70880"/>
                    <a:pt x="24628" y="68837"/>
                    <a:pt x="24621" y="66969"/>
                  </a:cubicBezTo>
                  <a:cubicBezTo>
                    <a:pt x="24623" y="66312"/>
                    <a:pt x="24624" y="65655"/>
                    <a:pt x="24626" y="64978"/>
                  </a:cubicBezTo>
                  <a:cubicBezTo>
                    <a:pt x="24625" y="64289"/>
                    <a:pt x="24623" y="63601"/>
                    <a:pt x="24622" y="62892"/>
                  </a:cubicBezTo>
                  <a:cubicBezTo>
                    <a:pt x="24619" y="60604"/>
                    <a:pt x="24621" y="58317"/>
                    <a:pt x="24623" y="56029"/>
                  </a:cubicBezTo>
                  <a:cubicBezTo>
                    <a:pt x="24623" y="54447"/>
                    <a:pt x="24622" y="52865"/>
                    <a:pt x="24621" y="51283"/>
                  </a:cubicBezTo>
                  <a:cubicBezTo>
                    <a:pt x="24620" y="47962"/>
                    <a:pt x="24622" y="44642"/>
                    <a:pt x="24625" y="41321"/>
                  </a:cubicBezTo>
                  <a:cubicBezTo>
                    <a:pt x="24630" y="37054"/>
                    <a:pt x="24627" y="32788"/>
                    <a:pt x="24623" y="28521"/>
                  </a:cubicBezTo>
                  <a:cubicBezTo>
                    <a:pt x="24620" y="25253"/>
                    <a:pt x="24621" y="21984"/>
                    <a:pt x="24623" y="18716"/>
                  </a:cubicBezTo>
                  <a:cubicBezTo>
                    <a:pt x="24623" y="17142"/>
                    <a:pt x="24623" y="15568"/>
                    <a:pt x="24621" y="13995"/>
                  </a:cubicBezTo>
                  <a:cubicBezTo>
                    <a:pt x="24619" y="11799"/>
                    <a:pt x="24622" y="9604"/>
                    <a:pt x="24626" y="7409"/>
                  </a:cubicBezTo>
                  <a:cubicBezTo>
                    <a:pt x="24625" y="6752"/>
                    <a:pt x="24623" y="6094"/>
                    <a:pt x="24621" y="5417"/>
                  </a:cubicBezTo>
                  <a:cubicBezTo>
                    <a:pt x="24641" y="10"/>
                    <a:pt x="24641" y="10"/>
                    <a:pt x="29213" y="9"/>
                  </a:cubicBezTo>
                  <a:cubicBezTo>
                    <a:pt x="30029" y="7"/>
                    <a:pt x="30846" y="5"/>
                    <a:pt x="31687" y="3"/>
                  </a:cubicBezTo>
                  <a:cubicBezTo>
                    <a:pt x="32596" y="5"/>
                    <a:pt x="33504" y="6"/>
                    <a:pt x="34440" y="8"/>
                  </a:cubicBezTo>
                  <a:cubicBezTo>
                    <a:pt x="35396" y="7"/>
                    <a:pt x="36352" y="6"/>
                    <a:pt x="37338" y="4"/>
                  </a:cubicBezTo>
                  <a:cubicBezTo>
                    <a:pt x="40004" y="1"/>
                    <a:pt x="42671" y="3"/>
                    <a:pt x="45337" y="5"/>
                  </a:cubicBezTo>
                  <a:cubicBezTo>
                    <a:pt x="48208" y="7"/>
                    <a:pt x="51080" y="4"/>
                    <a:pt x="53951" y="2"/>
                  </a:cubicBezTo>
                  <a:cubicBezTo>
                    <a:pt x="59580" y="-1"/>
                    <a:pt x="65210" y="0"/>
                    <a:pt x="70840" y="2"/>
                  </a:cubicBezTo>
                  <a:cubicBezTo>
                    <a:pt x="75414" y="3"/>
                    <a:pt x="79988" y="4"/>
                    <a:pt x="84563" y="3"/>
                  </a:cubicBezTo>
                  <a:cubicBezTo>
                    <a:pt x="85537" y="3"/>
                    <a:pt x="85537" y="3"/>
                    <a:pt x="86532" y="3"/>
                  </a:cubicBezTo>
                  <a:cubicBezTo>
                    <a:pt x="87852" y="2"/>
                    <a:pt x="89172" y="2"/>
                    <a:pt x="90491" y="2"/>
                  </a:cubicBezTo>
                  <a:cubicBezTo>
                    <a:pt x="102884" y="0"/>
                    <a:pt x="115277" y="2"/>
                    <a:pt x="127670" y="6"/>
                  </a:cubicBezTo>
                  <a:cubicBezTo>
                    <a:pt x="138311" y="9"/>
                    <a:pt x="148953" y="9"/>
                    <a:pt x="159595" y="5"/>
                  </a:cubicBezTo>
                  <a:cubicBezTo>
                    <a:pt x="171939" y="1"/>
                    <a:pt x="184284" y="0"/>
                    <a:pt x="196628" y="2"/>
                  </a:cubicBezTo>
                  <a:cubicBezTo>
                    <a:pt x="197944" y="2"/>
                    <a:pt x="199260" y="3"/>
                    <a:pt x="200575" y="3"/>
                  </a:cubicBezTo>
                  <a:cubicBezTo>
                    <a:pt x="201223" y="3"/>
                    <a:pt x="201870" y="3"/>
                    <a:pt x="202537" y="3"/>
                  </a:cubicBezTo>
                  <a:cubicBezTo>
                    <a:pt x="207107" y="4"/>
                    <a:pt x="211677" y="3"/>
                    <a:pt x="216247" y="1"/>
                  </a:cubicBezTo>
                  <a:close/>
                </a:path>
              </a:pathLst>
            </a:custGeom>
            <a:grpFill/>
            <a:ln w="744" cap="flat">
              <a:noFill/>
              <a:prstDash val="solid"/>
              <a:miter/>
            </a:ln>
          </p:spPr>
          <p:txBody>
            <a:bodyPr rtlCol="0" anchor="ctr"/>
            <a:lstStyle/>
            <a:p>
              <a:endParaRPr lang="zh-CN" altLang="en-US"/>
            </a:p>
          </p:txBody>
        </p:sp>
        <p:sp>
          <p:nvSpPr>
            <p:cNvPr id="152" name="任意多边形: 形状 151"/>
            <p:cNvSpPr/>
            <p:nvPr/>
          </p:nvSpPr>
          <p:spPr>
            <a:xfrm>
              <a:off x="7401288" y="767611"/>
              <a:ext cx="320856" cy="396924"/>
            </a:xfrm>
            <a:custGeom>
              <a:avLst/>
              <a:gdLst>
                <a:gd name="connsiteX0" fmla="*/ 65327 w 320859"/>
                <a:gd name="connsiteY0" fmla="*/ 67914 h 396913"/>
                <a:gd name="connsiteX1" fmla="*/ 63163 w 320859"/>
                <a:gd name="connsiteY1" fmla="*/ 72513 h 396913"/>
                <a:gd name="connsiteX2" fmla="*/ 63167 w 320859"/>
                <a:gd name="connsiteY2" fmla="*/ 74147 h 396913"/>
                <a:gd name="connsiteX3" fmla="*/ 63162 w 320859"/>
                <a:gd name="connsiteY3" fmla="*/ 79551 h 396913"/>
                <a:gd name="connsiteX4" fmla="*/ 63164 w 320859"/>
                <a:gd name="connsiteY4" fmla="*/ 83425 h 396913"/>
                <a:gd name="connsiteX5" fmla="*/ 63164 w 320859"/>
                <a:gd name="connsiteY5" fmla="*/ 91472 h 396913"/>
                <a:gd name="connsiteX6" fmla="*/ 63167 w 320859"/>
                <a:gd name="connsiteY6" fmla="*/ 101975 h 396913"/>
                <a:gd name="connsiteX7" fmla="*/ 63163 w 320859"/>
                <a:gd name="connsiteY7" fmla="*/ 110150 h 396913"/>
                <a:gd name="connsiteX8" fmla="*/ 63165 w 320859"/>
                <a:gd name="connsiteY8" fmla="*/ 114045 h 396913"/>
                <a:gd name="connsiteX9" fmla="*/ 63164 w 320859"/>
                <a:gd name="connsiteY9" fmla="*/ 119676 h 396913"/>
                <a:gd name="connsiteX10" fmla="*/ 63167 w 320859"/>
                <a:gd name="connsiteY10" fmla="*/ 121388 h 396913"/>
                <a:gd name="connsiteX11" fmla="*/ 63264 w 320859"/>
                <a:gd name="connsiteY11" fmla="*/ 126789 h 396913"/>
                <a:gd name="connsiteX12" fmla="*/ 65309 w 320859"/>
                <a:gd name="connsiteY12" fmla="*/ 127626 h 396913"/>
                <a:gd name="connsiteX13" fmla="*/ 67043 w 320859"/>
                <a:gd name="connsiteY13" fmla="*/ 127626 h 396913"/>
                <a:gd name="connsiteX14" fmla="*/ 69037 w 320859"/>
                <a:gd name="connsiteY14" fmla="*/ 127632 h 396913"/>
                <a:gd name="connsiteX15" fmla="*/ 71253 w 320859"/>
                <a:gd name="connsiteY15" fmla="*/ 127627 h 396913"/>
                <a:gd name="connsiteX16" fmla="*/ 78681 w 320859"/>
                <a:gd name="connsiteY16" fmla="*/ 127631 h 396913"/>
                <a:gd name="connsiteX17" fmla="*/ 84149 w 320859"/>
                <a:gd name="connsiteY17" fmla="*/ 127631 h 396913"/>
                <a:gd name="connsiteX18" fmla="*/ 99000 w 320859"/>
                <a:gd name="connsiteY18" fmla="*/ 127634 h 396913"/>
                <a:gd name="connsiteX19" fmla="*/ 110048 w 320859"/>
                <a:gd name="connsiteY19" fmla="*/ 127632 h 396913"/>
                <a:gd name="connsiteX20" fmla="*/ 111628 w 320859"/>
                <a:gd name="connsiteY20" fmla="*/ 127632 h 396913"/>
                <a:gd name="connsiteX21" fmla="*/ 114807 w 320859"/>
                <a:gd name="connsiteY21" fmla="*/ 127633 h 396913"/>
                <a:gd name="connsiteX22" fmla="*/ 144655 w 320859"/>
                <a:gd name="connsiteY22" fmla="*/ 127630 h 396913"/>
                <a:gd name="connsiteX23" fmla="*/ 170374 w 320859"/>
                <a:gd name="connsiteY23" fmla="*/ 127629 h 396913"/>
                <a:gd name="connsiteX24" fmla="*/ 200320 w 320859"/>
                <a:gd name="connsiteY24" fmla="*/ 127633 h 396913"/>
                <a:gd name="connsiteX25" fmla="*/ 203513 w 320859"/>
                <a:gd name="connsiteY25" fmla="*/ 127633 h 396913"/>
                <a:gd name="connsiteX26" fmla="*/ 205101 w 320859"/>
                <a:gd name="connsiteY26" fmla="*/ 127632 h 396913"/>
                <a:gd name="connsiteX27" fmla="*/ 216153 w 320859"/>
                <a:gd name="connsiteY27" fmla="*/ 127633 h 396913"/>
                <a:gd name="connsiteX28" fmla="*/ 229759 w 320859"/>
                <a:gd name="connsiteY28" fmla="*/ 127633 h 396913"/>
                <a:gd name="connsiteX29" fmla="*/ 235343 w 320859"/>
                <a:gd name="connsiteY29" fmla="*/ 127629 h 396913"/>
                <a:gd name="connsiteX30" fmla="*/ 243146 w 320859"/>
                <a:gd name="connsiteY30" fmla="*/ 127631 h 396913"/>
                <a:gd name="connsiteX31" fmla="*/ 245491 w 320859"/>
                <a:gd name="connsiteY31" fmla="*/ 127627 h 396913"/>
                <a:gd name="connsiteX32" fmla="*/ 247692 w 320859"/>
                <a:gd name="connsiteY32" fmla="*/ 127632 h 396913"/>
                <a:gd name="connsiteX33" fmla="*/ 249704 w 320859"/>
                <a:gd name="connsiteY33" fmla="*/ 127626 h 396913"/>
                <a:gd name="connsiteX34" fmla="*/ 255996 w 320859"/>
                <a:gd name="connsiteY34" fmla="*/ 126789 h 396913"/>
                <a:gd name="connsiteX35" fmla="*/ 256319 w 320859"/>
                <a:gd name="connsiteY35" fmla="*/ 123013 h 396913"/>
                <a:gd name="connsiteX36" fmla="*/ 256266 w 320859"/>
                <a:gd name="connsiteY36" fmla="*/ 121376 h 396913"/>
                <a:gd name="connsiteX37" fmla="*/ 256173 w 320859"/>
                <a:gd name="connsiteY37" fmla="*/ 115961 h 396913"/>
                <a:gd name="connsiteX38" fmla="*/ 256091 w 320859"/>
                <a:gd name="connsiteY38" fmla="*/ 112081 h 396913"/>
                <a:gd name="connsiteX39" fmla="*/ 255903 w 320859"/>
                <a:gd name="connsiteY39" fmla="*/ 101934 h 396913"/>
                <a:gd name="connsiteX40" fmla="*/ 255697 w 320859"/>
                <a:gd name="connsiteY40" fmla="*/ 91411 h 396913"/>
                <a:gd name="connsiteX41" fmla="*/ 255252 w 320859"/>
                <a:gd name="connsiteY41" fmla="*/ 68746 h 396913"/>
                <a:gd name="connsiteX42" fmla="*/ 183909 w 320859"/>
                <a:gd name="connsiteY42" fmla="*/ 68430 h 396913"/>
                <a:gd name="connsiteX43" fmla="*/ 175315 w 320859"/>
                <a:gd name="connsiteY43" fmla="*/ 68394 h 396913"/>
                <a:gd name="connsiteX44" fmla="*/ 173585 w 320859"/>
                <a:gd name="connsiteY44" fmla="*/ 68387 h 396913"/>
                <a:gd name="connsiteX45" fmla="*/ 145772 w 320859"/>
                <a:gd name="connsiteY45" fmla="*/ 68263 h 396913"/>
                <a:gd name="connsiteX46" fmla="*/ 117149 w 320859"/>
                <a:gd name="connsiteY46" fmla="*/ 68138 h 396913"/>
                <a:gd name="connsiteX47" fmla="*/ 99504 w 320859"/>
                <a:gd name="connsiteY47" fmla="*/ 68061 h 396913"/>
                <a:gd name="connsiteX48" fmla="*/ 87301 w 320859"/>
                <a:gd name="connsiteY48" fmla="*/ 68007 h 396913"/>
                <a:gd name="connsiteX49" fmla="*/ 81648 w 320859"/>
                <a:gd name="connsiteY49" fmla="*/ 67985 h 396913"/>
                <a:gd name="connsiteX50" fmla="*/ 73726 w 320859"/>
                <a:gd name="connsiteY50" fmla="*/ 67948 h 396913"/>
                <a:gd name="connsiteX51" fmla="*/ 71358 w 320859"/>
                <a:gd name="connsiteY51" fmla="*/ 67940 h 396913"/>
                <a:gd name="connsiteX52" fmla="*/ 69109 w 320859"/>
                <a:gd name="connsiteY52" fmla="*/ 67925 h 396913"/>
                <a:gd name="connsiteX53" fmla="*/ 67086 w 320859"/>
                <a:gd name="connsiteY53" fmla="*/ 67922 h 396913"/>
                <a:gd name="connsiteX54" fmla="*/ 65327 w 320859"/>
                <a:gd name="connsiteY54" fmla="*/ 67914 h 396913"/>
                <a:gd name="connsiteX55" fmla="*/ 12935 w 320859"/>
                <a:gd name="connsiteY55" fmla="*/ 2 h 396913"/>
                <a:gd name="connsiteX56" fmla="*/ 18207 w 320859"/>
                <a:gd name="connsiteY56" fmla="*/ 10 h 396913"/>
                <a:gd name="connsiteX57" fmla="*/ 22031 w 320859"/>
                <a:gd name="connsiteY57" fmla="*/ 4 h 396913"/>
                <a:gd name="connsiteX58" fmla="*/ 32529 w 320859"/>
                <a:gd name="connsiteY58" fmla="*/ 10 h 396913"/>
                <a:gd name="connsiteX59" fmla="*/ 43854 w 320859"/>
                <a:gd name="connsiteY59" fmla="*/ 8 h 396913"/>
                <a:gd name="connsiteX60" fmla="*/ 66036 w 320859"/>
                <a:gd name="connsiteY60" fmla="*/ 16 h 396913"/>
                <a:gd name="connsiteX61" fmla="*/ 91862 w 320859"/>
                <a:gd name="connsiteY61" fmla="*/ 23 h 396913"/>
                <a:gd name="connsiteX62" fmla="*/ 137940 w 320859"/>
                <a:gd name="connsiteY62" fmla="*/ 40 h 396913"/>
                <a:gd name="connsiteX63" fmla="*/ 182662 w 320859"/>
                <a:gd name="connsiteY63" fmla="*/ 56 h 396913"/>
                <a:gd name="connsiteX64" fmla="*/ 185444 w 320859"/>
                <a:gd name="connsiteY64" fmla="*/ 56 h 396913"/>
                <a:gd name="connsiteX65" fmla="*/ 188222 w 320859"/>
                <a:gd name="connsiteY65" fmla="*/ 55 h 396913"/>
                <a:gd name="connsiteX66" fmla="*/ 239120 w 320859"/>
                <a:gd name="connsiteY66" fmla="*/ 66 h 396913"/>
                <a:gd name="connsiteX67" fmla="*/ 257127 w 320859"/>
                <a:gd name="connsiteY67" fmla="*/ 69 h 396913"/>
                <a:gd name="connsiteX68" fmla="*/ 279068 w 320859"/>
                <a:gd name="connsiteY68" fmla="*/ 80 h 396913"/>
                <a:gd name="connsiteX69" fmla="*/ 290265 w 320859"/>
                <a:gd name="connsiteY69" fmla="*/ 85 h 396913"/>
                <a:gd name="connsiteX70" fmla="*/ 300512 w 320859"/>
                <a:gd name="connsiteY70" fmla="*/ 92 h 396913"/>
                <a:gd name="connsiteX71" fmla="*/ 304221 w 320859"/>
                <a:gd name="connsiteY71" fmla="*/ 92 h 396913"/>
                <a:gd name="connsiteX72" fmla="*/ 309261 w 320859"/>
                <a:gd name="connsiteY72" fmla="*/ 98 h 396913"/>
                <a:gd name="connsiteX73" fmla="*/ 312089 w 320859"/>
                <a:gd name="connsiteY73" fmla="*/ 99 h 396913"/>
                <a:gd name="connsiteX74" fmla="*/ 320664 w 320859"/>
                <a:gd name="connsiteY74" fmla="*/ 1682 h 396913"/>
                <a:gd name="connsiteX75" fmla="*/ 320759 w 320859"/>
                <a:gd name="connsiteY75" fmla="*/ 4735 h 396913"/>
                <a:gd name="connsiteX76" fmla="*/ 320767 w 320859"/>
                <a:gd name="connsiteY76" fmla="*/ 6741 h 396913"/>
                <a:gd name="connsiteX77" fmla="*/ 320763 w 320859"/>
                <a:gd name="connsiteY77" fmla="*/ 8970 h 396913"/>
                <a:gd name="connsiteX78" fmla="*/ 320768 w 320859"/>
                <a:gd name="connsiteY78" fmla="*/ 11319 h 396913"/>
                <a:gd name="connsiteX79" fmla="*/ 320772 w 320859"/>
                <a:gd name="connsiteY79" fmla="*/ 19173 h 396913"/>
                <a:gd name="connsiteX80" fmla="*/ 320779 w 320859"/>
                <a:gd name="connsiteY80" fmla="*/ 24779 h 396913"/>
                <a:gd name="connsiteX81" fmla="*/ 320788 w 320859"/>
                <a:gd name="connsiteY81" fmla="*/ 38461 h 396913"/>
                <a:gd name="connsiteX82" fmla="*/ 320792 w 320859"/>
                <a:gd name="connsiteY82" fmla="*/ 49576 h 396913"/>
                <a:gd name="connsiteX83" fmla="*/ 320802 w 320859"/>
                <a:gd name="connsiteY83" fmla="*/ 81054 h 396913"/>
                <a:gd name="connsiteX84" fmla="*/ 320801 w 320859"/>
                <a:gd name="connsiteY84" fmla="*/ 82770 h 396913"/>
                <a:gd name="connsiteX85" fmla="*/ 320801 w 320859"/>
                <a:gd name="connsiteY85" fmla="*/ 84487 h 396913"/>
                <a:gd name="connsiteX86" fmla="*/ 320819 w 320859"/>
                <a:gd name="connsiteY86" fmla="*/ 112066 h 396913"/>
                <a:gd name="connsiteX87" fmla="*/ 320834 w 320859"/>
                <a:gd name="connsiteY87" fmla="*/ 140347 h 396913"/>
                <a:gd name="connsiteX88" fmla="*/ 320844 w 320859"/>
                <a:gd name="connsiteY88" fmla="*/ 156240 h 396913"/>
                <a:gd name="connsiteX89" fmla="*/ 320846 w 320859"/>
                <a:gd name="connsiteY89" fmla="*/ 171177 h 396913"/>
                <a:gd name="connsiteX90" fmla="*/ 320851 w 320859"/>
                <a:gd name="connsiteY90" fmla="*/ 176677 h 396913"/>
                <a:gd name="connsiteX91" fmla="*/ 320848 w 320859"/>
                <a:gd name="connsiteY91" fmla="*/ 184149 h 396913"/>
                <a:gd name="connsiteX92" fmla="*/ 320859 w 320859"/>
                <a:gd name="connsiteY92" fmla="*/ 186379 h 396913"/>
                <a:gd name="connsiteX93" fmla="*/ 320849 w 320859"/>
                <a:gd name="connsiteY93" fmla="*/ 188385 h 396913"/>
                <a:gd name="connsiteX94" fmla="*/ 320849 w 320859"/>
                <a:gd name="connsiteY94" fmla="*/ 190129 h 396913"/>
                <a:gd name="connsiteX95" fmla="*/ 320664 w 320859"/>
                <a:gd name="connsiteY95" fmla="*/ 191438 h 396913"/>
                <a:gd name="connsiteX96" fmla="*/ 314265 w 320859"/>
                <a:gd name="connsiteY96" fmla="*/ 192276 h 396913"/>
                <a:gd name="connsiteX97" fmla="*/ 312719 w 320859"/>
                <a:gd name="connsiteY97" fmla="*/ 192280 h 396913"/>
                <a:gd name="connsiteX98" fmla="*/ 307566 w 320859"/>
                <a:gd name="connsiteY98" fmla="*/ 192278 h 396913"/>
                <a:gd name="connsiteX99" fmla="*/ 303881 w 320859"/>
                <a:gd name="connsiteY99" fmla="*/ 192282 h 396913"/>
                <a:gd name="connsiteX100" fmla="*/ 293854 w 320859"/>
                <a:gd name="connsiteY100" fmla="*/ 192282 h 396913"/>
                <a:gd name="connsiteX101" fmla="*/ 283375 w 320859"/>
                <a:gd name="connsiteY101" fmla="*/ 192283 h 396913"/>
                <a:gd name="connsiteX102" fmla="*/ 265773 w 320859"/>
                <a:gd name="connsiteY102" fmla="*/ 192279 h 396913"/>
                <a:gd name="connsiteX103" fmla="*/ 245408 w 320859"/>
                <a:gd name="connsiteY103" fmla="*/ 192280 h 396913"/>
                <a:gd name="connsiteX104" fmla="*/ 227943 w 320859"/>
                <a:gd name="connsiteY104" fmla="*/ 192282 h 396913"/>
                <a:gd name="connsiteX105" fmla="*/ 217503 w 320859"/>
                <a:gd name="connsiteY105" fmla="*/ 192283 h 396913"/>
                <a:gd name="connsiteX106" fmla="*/ 207687 w 320859"/>
                <a:gd name="connsiteY106" fmla="*/ 192280 h 396913"/>
                <a:gd name="connsiteX107" fmla="*/ 204079 w 320859"/>
                <a:gd name="connsiteY107" fmla="*/ 192281 h 396913"/>
                <a:gd name="connsiteX108" fmla="*/ 199164 w 320859"/>
                <a:gd name="connsiteY108" fmla="*/ 192276 h 396913"/>
                <a:gd name="connsiteX109" fmla="*/ 196383 w 320859"/>
                <a:gd name="connsiteY109" fmla="*/ 192275 h 396913"/>
                <a:gd name="connsiteX110" fmla="*/ 191927 w 320859"/>
                <a:gd name="connsiteY110" fmla="*/ 191438 h 396913"/>
                <a:gd name="connsiteX111" fmla="*/ 191927 w 320859"/>
                <a:gd name="connsiteY111" fmla="*/ 353660 h 396913"/>
                <a:gd name="connsiteX112" fmla="*/ 189695 w 320859"/>
                <a:gd name="connsiteY112" fmla="*/ 353660 h 396913"/>
                <a:gd name="connsiteX113" fmla="*/ 189584 w 320859"/>
                <a:gd name="connsiteY113" fmla="*/ 355425 h 396913"/>
                <a:gd name="connsiteX114" fmla="*/ 189416 w 320859"/>
                <a:gd name="connsiteY114" fmla="*/ 357707 h 396913"/>
                <a:gd name="connsiteX115" fmla="*/ 189259 w 320859"/>
                <a:gd name="connsiteY115" fmla="*/ 359983 h 396913"/>
                <a:gd name="connsiteX116" fmla="*/ 188951 w 320859"/>
                <a:gd name="connsiteY116" fmla="*/ 361846 h 396913"/>
                <a:gd name="connsiteX117" fmla="*/ 187462 w 320859"/>
                <a:gd name="connsiteY117" fmla="*/ 362590 h 396913"/>
                <a:gd name="connsiteX118" fmla="*/ 187137 w 320859"/>
                <a:gd name="connsiteY118" fmla="*/ 365148 h 396913"/>
                <a:gd name="connsiteX119" fmla="*/ 186718 w 320859"/>
                <a:gd name="connsiteY119" fmla="*/ 367799 h 396913"/>
                <a:gd name="connsiteX120" fmla="*/ 184486 w 320859"/>
                <a:gd name="connsiteY120" fmla="*/ 369287 h 396913"/>
                <a:gd name="connsiteX121" fmla="*/ 184114 w 320859"/>
                <a:gd name="connsiteY121" fmla="*/ 371194 h 396913"/>
                <a:gd name="connsiteX122" fmla="*/ 183742 w 320859"/>
                <a:gd name="connsiteY122" fmla="*/ 373008 h 396913"/>
                <a:gd name="connsiteX123" fmla="*/ 181509 w 320859"/>
                <a:gd name="connsiteY123" fmla="*/ 373752 h 396913"/>
                <a:gd name="connsiteX124" fmla="*/ 180765 w 320859"/>
                <a:gd name="connsiteY124" fmla="*/ 375985 h 396913"/>
                <a:gd name="connsiteX125" fmla="*/ 178533 w 320859"/>
                <a:gd name="connsiteY125" fmla="*/ 376729 h 396913"/>
                <a:gd name="connsiteX126" fmla="*/ 177789 w 320859"/>
                <a:gd name="connsiteY126" fmla="*/ 378263 h 396913"/>
                <a:gd name="connsiteX127" fmla="*/ 177044 w 320859"/>
                <a:gd name="connsiteY127" fmla="*/ 379705 h 396913"/>
                <a:gd name="connsiteX128" fmla="*/ 174812 w 320859"/>
                <a:gd name="connsiteY128" fmla="*/ 379705 h 396913"/>
                <a:gd name="connsiteX129" fmla="*/ 174533 w 320859"/>
                <a:gd name="connsiteY129" fmla="*/ 381566 h 396913"/>
                <a:gd name="connsiteX130" fmla="*/ 174068 w 320859"/>
                <a:gd name="connsiteY130" fmla="*/ 383426 h 396913"/>
                <a:gd name="connsiteX131" fmla="*/ 170347 w 320859"/>
                <a:gd name="connsiteY131" fmla="*/ 383426 h 396913"/>
                <a:gd name="connsiteX132" fmla="*/ 169722 w 320859"/>
                <a:gd name="connsiteY132" fmla="*/ 384876 h 396913"/>
                <a:gd name="connsiteX133" fmla="*/ 168859 w 320859"/>
                <a:gd name="connsiteY133" fmla="*/ 386402 h 396913"/>
                <a:gd name="connsiteX134" fmla="*/ 165045 w 320859"/>
                <a:gd name="connsiteY134" fmla="*/ 386961 h 396913"/>
                <a:gd name="connsiteX135" fmla="*/ 162993 w 320859"/>
                <a:gd name="connsiteY135" fmla="*/ 387088 h 396913"/>
                <a:gd name="connsiteX136" fmla="*/ 161417 w 320859"/>
                <a:gd name="connsiteY136" fmla="*/ 387147 h 396913"/>
                <a:gd name="connsiteX137" fmla="*/ 161417 w 320859"/>
                <a:gd name="connsiteY137" fmla="*/ 390123 h 396913"/>
                <a:gd name="connsiteX138" fmla="*/ 159490 w 320859"/>
                <a:gd name="connsiteY138" fmla="*/ 390207 h 396913"/>
                <a:gd name="connsiteX139" fmla="*/ 156999 w 320859"/>
                <a:gd name="connsiteY139" fmla="*/ 390356 h 396913"/>
                <a:gd name="connsiteX140" fmla="*/ 154514 w 320859"/>
                <a:gd name="connsiteY140" fmla="*/ 390487 h 396913"/>
                <a:gd name="connsiteX141" fmla="*/ 152488 w 320859"/>
                <a:gd name="connsiteY141" fmla="*/ 390867 h 396913"/>
                <a:gd name="connsiteX142" fmla="*/ 151744 w 320859"/>
                <a:gd name="connsiteY142" fmla="*/ 393100 h 396913"/>
                <a:gd name="connsiteX143" fmla="*/ 148630 w 320859"/>
                <a:gd name="connsiteY143" fmla="*/ 393454 h 396913"/>
                <a:gd name="connsiteX144" fmla="*/ 146725 w 320859"/>
                <a:gd name="connsiteY144" fmla="*/ 393524 h 396913"/>
                <a:gd name="connsiteX145" fmla="*/ 144721 w 320859"/>
                <a:gd name="connsiteY145" fmla="*/ 393565 h 396913"/>
                <a:gd name="connsiteX146" fmla="*/ 140817 w 320859"/>
                <a:gd name="connsiteY146" fmla="*/ 393687 h 396913"/>
                <a:gd name="connsiteX147" fmla="*/ 139060 w 320859"/>
                <a:gd name="connsiteY147" fmla="*/ 393727 h 396913"/>
                <a:gd name="connsiteX148" fmla="*/ 136117 w 320859"/>
                <a:gd name="connsiteY148" fmla="*/ 394588 h 396913"/>
                <a:gd name="connsiteX149" fmla="*/ 136117 w 320859"/>
                <a:gd name="connsiteY149" fmla="*/ 396820 h 396913"/>
                <a:gd name="connsiteX150" fmla="*/ 112287 w 320859"/>
                <a:gd name="connsiteY150" fmla="*/ 396859 h 396913"/>
                <a:gd name="connsiteX151" fmla="*/ 101224 w 320859"/>
                <a:gd name="connsiteY151" fmla="*/ 396877 h 396913"/>
                <a:gd name="connsiteX152" fmla="*/ 90556 w 320859"/>
                <a:gd name="connsiteY152" fmla="*/ 396891 h 396913"/>
                <a:gd name="connsiteX153" fmla="*/ 86476 w 320859"/>
                <a:gd name="connsiteY153" fmla="*/ 396899 h 396913"/>
                <a:gd name="connsiteX154" fmla="*/ 80783 w 320859"/>
                <a:gd name="connsiteY154" fmla="*/ 396905 h 396913"/>
                <a:gd name="connsiteX155" fmla="*/ 79062 w 320859"/>
                <a:gd name="connsiteY155" fmla="*/ 396913 h 396913"/>
                <a:gd name="connsiteX156" fmla="*/ 74353 w 320859"/>
                <a:gd name="connsiteY156" fmla="*/ 396076 h 396913"/>
                <a:gd name="connsiteX157" fmla="*/ 74196 w 320859"/>
                <a:gd name="connsiteY157" fmla="*/ 392989 h 396913"/>
                <a:gd name="connsiteX158" fmla="*/ 74132 w 320859"/>
                <a:gd name="connsiteY158" fmla="*/ 391094 h 396913"/>
                <a:gd name="connsiteX159" fmla="*/ 74033 w 320859"/>
                <a:gd name="connsiteY159" fmla="*/ 387123 h 396913"/>
                <a:gd name="connsiteX160" fmla="*/ 73964 w 320859"/>
                <a:gd name="connsiteY160" fmla="*/ 385222 h 396913"/>
                <a:gd name="connsiteX161" fmla="*/ 73919 w 320859"/>
                <a:gd name="connsiteY161" fmla="*/ 383477 h 396913"/>
                <a:gd name="connsiteX162" fmla="*/ 71376 w 320859"/>
                <a:gd name="connsiteY162" fmla="*/ 379705 h 396913"/>
                <a:gd name="connsiteX163" fmla="*/ 71342 w 320859"/>
                <a:gd name="connsiteY163" fmla="*/ 375293 h 396913"/>
                <a:gd name="connsiteX164" fmla="*/ 70632 w 320859"/>
                <a:gd name="connsiteY164" fmla="*/ 369287 h 396913"/>
                <a:gd name="connsiteX165" fmla="*/ 69144 w 320859"/>
                <a:gd name="connsiteY165" fmla="*/ 368543 h 396913"/>
                <a:gd name="connsiteX166" fmla="*/ 68728 w 320859"/>
                <a:gd name="connsiteY166" fmla="*/ 361613 h 396913"/>
                <a:gd name="connsiteX167" fmla="*/ 68400 w 320859"/>
                <a:gd name="connsiteY167" fmla="*/ 359613 h 396913"/>
                <a:gd name="connsiteX168" fmla="*/ 66167 w 320859"/>
                <a:gd name="connsiteY168" fmla="*/ 358869 h 396913"/>
                <a:gd name="connsiteX169" fmla="*/ 65656 w 320859"/>
                <a:gd name="connsiteY169" fmla="*/ 353986 h 396913"/>
                <a:gd name="connsiteX170" fmla="*/ 65508 w 320859"/>
                <a:gd name="connsiteY170" fmla="*/ 351285 h 396913"/>
                <a:gd name="connsiteX171" fmla="*/ 65423 w 320859"/>
                <a:gd name="connsiteY171" fmla="*/ 349195 h 396913"/>
                <a:gd name="connsiteX172" fmla="*/ 63935 w 320859"/>
                <a:gd name="connsiteY172" fmla="*/ 349195 h 396913"/>
                <a:gd name="connsiteX173" fmla="*/ 63851 w 320859"/>
                <a:gd name="connsiteY173" fmla="*/ 347809 h 396913"/>
                <a:gd name="connsiteX174" fmla="*/ 63703 w 320859"/>
                <a:gd name="connsiteY174" fmla="*/ 345986 h 396913"/>
                <a:gd name="connsiteX175" fmla="*/ 63572 w 320859"/>
                <a:gd name="connsiteY175" fmla="*/ 344181 h 396913"/>
                <a:gd name="connsiteX176" fmla="*/ 62075 w 320859"/>
                <a:gd name="connsiteY176" fmla="*/ 341428 h 396913"/>
                <a:gd name="connsiteX177" fmla="*/ 60447 w 320859"/>
                <a:gd name="connsiteY177" fmla="*/ 336033 h 396913"/>
                <a:gd name="connsiteX178" fmla="*/ 60299 w 320859"/>
                <a:gd name="connsiteY178" fmla="*/ 333792 h 396913"/>
                <a:gd name="connsiteX179" fmla="*/ 60214 w 320859"/>
                <a:gd name="connsiteY179" fmla="*/ 332080 h 396913"/>
                <a:gd name="connsiteX180" fmla="*/ 57982 w 320859"/>
                <a:gd name="connsiteY180" fmla="*/ 332080 h 396913"/>
                <a:gd name="connsiteX181" fmla="*/ 57935 w 320859"/>
                <a:gd name="connsiteY181" fmla="*/ 327290 h 396913"/>
                <a:gd name="connsiteX182" fmla="*/ 57909 w 320859"/>
                <a:gd name="connsiteY182" fmla="*/ 324595 h 396913"/>
                <a:gd name="connsiteX183" fmla="*/ 58726 w 320859"/>
                <a:gd name="connsiteY183" fmla="*/ 321662 h 396913"/>
                <a:gd name="connsiteX184" fmla="*/ 62705 w 320859"/>
                <a:gd name="connsiteY184" fmla="*/ 321590 h 396913"/>
                <a:gd name="connsiteX185" fmla="*/ 65140 w 320859"/>
                <a:gd name="connsiteY185" fmla="*/ 321597 h 396913"/>
                <a:gd name="connsiteX186" fmla="*/ 67702 w 320859"/>
                <a:gd name="connsiteY186" fmla="*/ 321616 h 396913"/>
                <a:gd name="connsiteX187" fmla="*/ 70273 w 320859"/>
                <a:gd name="connsiteY187" fmla="*/ 321626 h 396913"/>
                <a:gd name="connsiteX188" fmla="*/ 76585 w 320859"/>
                <a:gd name="connsiteY188" fmla="*/ 321662 h 396913"/>
                <a:gd name="connsiteX189" fmla="*/ 76585 w 320859"/>
                <a:gd name="connsiteY189" fmla="*/ 324639 h 396913"/>
                <a:gd name="connsiteX190" fmla="*/ 94011 w 320859"/>
                <a:gd name="connsiteY190" fmla="*/ 324793 h 396913"/>
                <a:gd name="connsiteX191" fmla="*/ 102102 w 320859"/>
                <a:gd name="connsiteY191" fmla="*/ 324863 h 396913"/>
                <a:gd name="connsiteX192" fmla="*/ 109904 w 320859"/>
                <a:gd name="connsiteY192" fmla="*/ 324921 h 396913"/>
                <a:gd name="connsiteX193" fmla="*/ 114342 w 320859"/>
                <a:gd name="connsiteY193" fmla="*/ 324976 h 396913"/>
                <a:gd name="connsiteX194" fmla="*/ 117051 w 320859"/>
                <a:gd name="connsiteY194" fmla="*/ 324977 h 396913"/>
                <a:gd name="connsiteX195" fmla="*/ 119449 w 320859"/>
                <a:gd name="connsiteY195" fmla="*/ 324997 h 396913"/>
                <a:gd name="connsiteX196" fmla="*/ 121234 w 320859"/>
                <a:gd name="connsiteY196" fmla="*/ 324639 h 396913"/>
                <a:gd name="connsiteX197" fmla="*/ 121978 w 320859"/>
                <a:gd name="connsiteY197" fmla="*/ 321662 h 396913"/>
                <a:gd name="connsiteX198" fmla="*/ 128675 w 320859"/>
                <a:gd name="connsiteY198" fmla="*/ 320918 h 396913"/>
                <a:gd name="connsiteX199" fmla="*/ 129419 w 320859"/>
                <a:gd name="connsiteY199" fmla="*/ 191438 h 396913"/>
                <a:gd name="connsiteX200" fmla="*/ 126443 w 320859"/>
                <a:gd name="connsiteY200" fmla="*/ 192182 h 396913"/>
                <a:gd name="connsiteX201" fmla="*/ 121410 w 320859"/>
                <a:gd name="connsiteY201" fmla="*/ 192276 h 396913"/>
                <a:gd name="connsiteX202" fmla="*/ 119879 w 320859"/>
                <a:gd name="connsiteY202" fmla="*/ 192280 h 396913"/>
                <a:gd name="connsiteX203" fmla="*/ 114801 w 320859"/>
                <a:gd name="connsiteY203" fmla="*/ 192278 h 396913"/>
                <a:gd name="connsiteX204" fmla="*/ 111160 w 320859"/>
                <a:gd name="connsiteY204" fmla="*/ 192282 h 396913"/>
                <a:gd name="connsiteX205" fmla="*/ 101271 w 320859"/>
                <a:gd name="connsiteY205" fmla="*/ 192282 h 396913"/>
                <a:gd name="connsiteX206" fmla="*/ 90929 w 320859"/>
                <a:gd name="connsiteY206" fmla="*/ 192283 h 396913"/>
                <a:gd name="connsiteX207" fmla="*/ 73564 w 320859"/>
                <a:gd name="connsiteY207" fmla="*/ 192279 h 396913"/>
                <a:gd name="connsiteX208" fmla="*/ 53475 w 320859"/>
                <a:gd name="connsiteY208" fmla="*/ 192280 h 396913"/>
                <a:gd name="connsiteX209" fmla="*/ 36237 w 320859"/>
                <a:gd name="connsiteY209" fmla="*/ 192282 h 396913"/>
                <a:gd name="connsiteX210" fmla="*/ 25937 w 320859"/>
                <a:gd name="connsiteY210" fmla="*/ 192283 h 396913"/>
                <a:gd name="connsiteX211" fmla="*/ 16257 w 320859"/>
                <a:gd name="connsiteY211" fmla="*/ 192280 h 396913"/>
                <a:gd name="connsiteX212" fmla="*/ 12700 w 320859"/>
                <a:gd name="connsiteY212" fmla="*/ 192281 h 396913"/>
                <a:gd name="connsiteX213" fmla="*/ 7854 w 320859"/>
                <a:gd name="connsiteY213" fmla="*/ 192276 h 396913"/>
                <a:gd name="connsiteX214" fmla="*/ 5111 w 320859"/>
                <a:gd name="connsiteY214" fmla="*/ 192275 h 396913"/>
                <a:gd name="connsiteX215" fmla="*/ 683 w 320859"/>
                <a:gd name="connsiteY215" fmla="*/ 191438 h 396913"/>
                <a:gd name="connsiteX216" fmla="*/ 394 w 320859"/>
                <a:gd name="connsiteY216" fmla="*/ 188387 h 396913"/>
                <a:gd name="connsiteX217" fmla="*/ 371 w 320859"/>
                <a:gd name="connsiteY217" fmla="*/ 186382 h 396913"/>
                <a:gd name="connsiteX218" fmla="*/ 380 w 320859"/>
                <a:gd name="connsiteY218" fmla="*/ 184154 h 396913"/>
                <a:gd name="connsiteX219" fmla="*/ 363 w 320859"/>
                <a:gd name="connsiteY219" fmla="*/ 181807 h 396913"/>
                <a:gd name="connsiteX220" fmla="*/ 347 w 320859"/>
                <a:gd name="connsiteY220" fmla="*/ 173958 h 396913"/>
                <a:gd name="connsiteX221" fmla="*/ 321 w 320859"/>
                <a:gd name="connsiteY221" fmla="*/ 168356 h 396913"/>
                <a:gd name="connsiteX222" fmla="*/ 285 w 320859"/>
                <a:gd name="connsiteY222" fmla="*/ 153094 h 396913"/>
                <a:gd name="connsiteX223" fmla="*/ 268 w 320859"/>
                <a:gd name="connsiteY223" fmla="*/ 143572 h 396913"/>
                <a:gd name="connsiteX224" fmla="*/ 230 w 320859"/>
                <a:gd name="connsiteY224" fmla="*/ 117230 h 396913"/>
                <a:gd name="connsiteX225" fmla="*/ 230 w 320859"/>
                <a:gd name="connsiteY225" fmla="*/ 115526 h 396913"/>
                <a:gd name="connsiteX226" fmla="*/ 229 w 320859"/>
                <a:gd name="connsiteY226" fmla="*/ 112106 h 396913"/>
                <a:gd name="connsiteX227" fmla="*/ 229 w 320859"/>
                <a:gd name="connsiteY227" fmla="*/ 110391 h 396913"/>
                <a:gd name="connsiteX228" fmla="*/ 228 w 320859"/>
                <a:gd name="connsiteY228" fmla="*/ 108674 h 396913"/>
                <a:gd name="connsiteX229" fmla="*/ 160 w 320859"/>
                <a:gd name="connsiteY229" fmla="*/ 81111 h 396913"/>
                <a:gd name="connsiteX230" fmla="*/ 102 w 320859"/>
                <a:gd name="connsiteY230" fmla="*/ 52842 h 396913"/>
                <a:gd name="connsiteX231" fmla="*/ 64 w 320859"/>
                <a:gd name="connsiteY231" fmla="*/ 36958 h 396913"/>
                <a:gd name="connsiteX232" fmla="*/ 53 w 320859"/>
                <a:gd name="connsiteY232" fmla="*/ 22027 h 396913"/>
                <a:gd name="connsiteX233" fmla="*/ 32 w 320859"/>
                <a:gd name="connsiteY233" fmla="*/ 16532 h 396913"/>
                <a:gd name="connsiteX234" fmla="*/ 42 w 320859"/>
                <a:gd name="connsiteY234" fmla="*/ 9060 h 396913"/>
                <a:gd name="connsiteX235" fmla="*/ 0 w 320859"/>
                <a:gd name="connsiteY235" fmla="*/ 6837 h 396913"/>
                <a:gd name="connsiteX236" fmla="*/ 36 w 320859"/>
                <a:gd name="connsiteY236" fmla="*/ 4826 h 396913"/>
                <a:gd name="connsiteX237" fmla="*/ 34 w 320859"/>
                <a:gd name="connsiteY237" fmla="*/ 3083 h 396913"/>
                <a:gd name="connsiteX238" fmla="*/ 2987 w 320859"/>
                <a:gd name="connsiteY238" fmla="*/ 753 h 396913"/>
                <a:gd name="connsiteX239" fmla="*/ 11341 w 320859"/>
                <a:gd name="connsiteY239" fmla="*/ 8 h 396913"/>
                <a:gd name="connsiteX240" fmla="*/ 12935 w 320859"/>
                <a:gd name="connsiteY240" fmla="*/ 2 h 39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320859" h="396913">
                  <a:moveTo>
                    <a:pt x="65327" y="67914"/>
                  </a:moveTo>
                  <a:cubicBezTo>
                    <a:pt x="63182" y="68056"/>
                    <a:pt x="63182" y="68056"/>
                    <a:pt x="63163" y="72513"/>
                  </a:cubicBezTo>
                  <a:cubicBezTo>
                    <a:pt x="63164" y="73069"/>
                    <a:pt x="63166" y="73608"/>
                    <a:pt x="63167" y="74147"/>
                  </a:cubicBezTo>
                  <a:cubicBezTo>
                    <a:pt x="63163" y="75948"/>
                    <a:pt x="63160" y="77749"/>
                    <a:pt x="63162" y="79551"/>
                  </a:cubicBezTo>
                  <a:cubicBezTo>
                    <a:pt x="63164" y="80842"/>
                    <a:pt x="63165" y="82133"/>
                    <a:pt x="63164" y="83425"/>
                  </a:cubicBezTo>
                  <a:cubicBezTo>
                    <a:pt x="63162" y="86107"/>
                    <a:pt x="63161" y="88789"/>
                    <a:pt x="63164" y="91472"/>
                  </a:cubicBezTo>
                  <a:cubicBezTo>
                    <a:pt x="63169" y="94973"/>
                    <a:pt x="63171" y="98474"/>
                    <a:pt x="63167" y="101975"/>
                  </a:cubicBezTo>
                  <a:cubicBezTo>
                    <a:pt x="63163" y="104700"/>
                    <a:pt x="63162" y="107425"/>
                    <a:pt x="63163" y="110150"/>
                  </a:cubicBezTo>
                  <a:cubicBezTo>
                    <a:pt x="63164" y="111448"/>
                    <a:pt x="63164" y="112747"/>
                    <a:pt x="63165" y="114045"/>
                  </a:cubicBezTo>
                  <a:cubicBezTo>
                    <a:pt x="63162" y="115922"/>
                    <a:pt x="63160" y="117799"/>
                    <a:pt x="63164" y="119676"/>
                  </a:cubicBezTo>
                  <a:cubicBezTo>
                    <a:pt x="63165" y="120258"/>
                    <a:pt x="63166" y="120823"/>
                    <a:pt x="63167" y="121388"/>
                  </a:cubicBezTo>
                  <a:cubicBezTo>
                    <a:pt x="63162" y="123195"/>
                    <a:pt x="63189" y="124981"/>
                    <a:pt x="63264" y="126789"/>
                  </a:cubicBezTo>
                  <a:cubicBezTo>
                    <a:pt x="64008" y="127533"/>
                    <a:pt x="64008" y="127533"/>
                    <a:pt x="65309" y="127626"/>
                  </a:cubicBezTo>
                  <a:cubicBezTo>
                    <a:pt x="66185" y="127626"/>
                    <a:pt x="66185" y="127626"/>
                    <a:pt x="67043" y="127626"/>
                  </a:cubicBezTo>
                  <a:cubicBezTo>
                    <a:pt x="67721" y="127628"/>
                    <a:pt x="68379" y="127630"/>
                    <a:pt x="69037" y="127632"/>
                  </a:cubicBezTo>
                  <a:cubicBezTo>
                    <a:pt x="69791" y="127631"/>
                    <a:pt x="70522" y="127629"/>
                    <a:pt x="71253" y="127627"/>
                  </a:cubicBezTo>
                  <a:cubicBezTo>
                    <a:pt x="73729" y="127631"/>
                    <a:pt x="76205" y="127634"/>
                    <a:pt x="78681" y="127631"/>
                  </a:cubicBezTo>
                  <a:cubicBezTo>
                    <a:pt x="80504" y="127630"/>
                    <a:pt x="82326" y="127630"/>
                    <a:pt x="84149" y="127631"/>
                  </a:cubicBezTo>
                  <a:cubicBezTo>
                    <a:pt x="89099" y="127635"/>
                    <a:pt x="94049" y="127636"/>
                    <a:pt x="99000" y="127634"/>
                  </a:cubicBezTo>
                  <a:cubicBezTo>
                    <a:pt x="102682" y="127632"/>
                    <a:pt x="106365" y="127631"/>
                    <a:pt x="110048" y="127632"/>
                  </a:cubicBezTo>
                  <a:cubicBezTo>
                    <a:pt x="110585" y="127632"/>
                    <a:pt x="111107" y="127632"/>
                    <a:pt x="111628" y="127632"/>
                  </a:cubicBezTo>
                  <a:cubicBezTo>
                    <a:pt x="112688" y="127633"/>
                    <a:pt x="113748" y="127633"/>
                    <a:pt x="114807" y="127633"/>
                  </a:cubicBezTo>
                  <a:cubicBezTo>
                    <a:pt x="124757" y="127635"/>
                    <a:pt x="134706" y="127634"/>
                    <a:pt x="144655" y="127630"/>
                  </a:cubicBezTo>
                  <a:cubicBezTo>
                    <a:pt x="153228" y="127626"/>
                    <a:pt x="161801" y="127626"/>
                    <a:pt x="170374" y="127629"/>
                  </a:cubicBezTo>
                  <a:cubicBezTo>
                    <a:pt x="180356" y="127633"/>
                    <a:pt x="190338" y="127636"/>
                    <a:pt x="200320" y="127633"/>
                  </a:cubicBezTo>
                  <a:cubicBezTo>
                    <a:pt x="201384" y="127633"/>
                    <a:pt x="202449" y="127633"/>
                    <a:pt x="203513" y="127633"/>
                  </a:cubicBezTo>
                  <a:cubicBezTo>
                    <a:pt x="204315" y="127633"/>
                    <a:pt x="204315" y="127633"/>
                    <a:pt x="205101" y="127632"/>
                  </a:cubicBezTo>
                  <a:cubicBezTo>
                    <a:pt x="208785" y="127632"/>
                    <a:pt x="212469" y="127632"/>
                    <a:pt x="216153" y="127633"/>
                  </a:cubicBezTo>
                  <a:cubicBezTo>
                    <a:pt x="220688" y="127636"/>
                    <a:pt x="225223" y="127636"/>
                    <a:pt x="229759" y="127633"/>
                  </a:cubicBezTo>
                  <a:cubicBezTo>
                    <a:pt x="231620" y="127631"/>
                    <a:pt x="233481" y="127630"/>
                    <a:pt x="235343" y="127629"/>
                  </a:cubicBezTo>
                  <a:cubicBezTo>
                    <a:pt x="237944" y="127631"/>
                    <a:pt x="240545" y="127634"/>
                    <a:pt x="243146" y="127631"/>
                  </a:cubicBezTo>
                  <a:cubicBezTo>
                    <a:pt x="243943" y="127630"/>
                    <a:pt x="244717" y="127628"/>
                    <a:pt x="245491" y="127627"/>
                  </a:cubicBezTo>
                  <a:cubicBezTo>
                    <a:pt x="246239" y="127629"/>
                    <a:pt x="246966" y="127631"/>
                    <a:pt x="247692" y="127632"/>
                  </a:cubicBezTo>
                  <a:cubicBezTo>
                    <a:pt x="248376" y="127630"/>
                    <a:pt x="249040" y="127628"/>
                    <a:pt x="249704" y="127626"/>
                  </a:cubicBezTo>
                  <a:cubicBezTo>
                    <a:pt x="251908" y="127626"/>
                    <a:pt x="253925" y="127599"/>
                    <a:pt x="255996" y="126789"/>
                  </a:cubicBezTo>
                  <a:cubicBezTo>
                    <a:pt x="256326" y="124496"/>
                    <a:pt x="256326" y="124496"/>
                    <a:pt x="256319" y="123013"/>
                  </a:cubicBezTo>
                  <a:cubicBezTo>
                    <a:pt x="256292" y="122186"/>
                    <a:pt x="256292" y="122186"/>
                    <a:pt x="256266" y="121376"/>
                  </a:cubicBezTo>
                  <a:cubicBezTo>
                    <a:pt x="256244" y="119570"/>
                    <a:pt x="256218" y="117766"/>
                    <a:pt x="256173" y="115961"/>
                  </a:cubicBezTo>
                  <a:cubicBezTo>
                    <a:pt x="256140" y="114667"/>
                    <a:pt x="256113" y="113374"/>
                    <a:pt x="256091" y="112081"/>
                  </a:cubicBezTo>
                  <a:cubicBezTo>
                    <a:pt x="256040" y="108698"/>
                    <a:pt x="255979" y="105316"/>
                    <a:pt x="255903" y="101934"/>
                  </a:cubicBezTo>
                  <a:cubicBezTo>
                    <a:pt x="255824" y="98426"/>
                    <a:pt x="255758" y="94919"/>
                    <a:pt x="255697" y="91411"/>
                  </a:cubicBezTo>
                  <a:cubicBezTo>
                    <a:pt x="255568" y="83855"/>
                    <a:pt x="255418" y="76300"/>
                    <a:pt x="255252" y="68746"/>
                  </a:cubicBezTo>
                  <a:cubicBezTo>
                    <a:pt x="231471" y="68636"/>
                    <a:pt x="207690" y="68531"/>
                    <a:pt x="183909" y="68430"/>
                  </a:cubicBezTo>
                  <a:cubicBezTo>
                    <a:pt x="181044" y="68418"/>
                    <a:pt x="178180" y="68406"/>
                    <a:pt x="175315" y="68394"/>
                  </a:cubicBezTo>
                  <a:cubicBezTo>
                    <a:pt x="174727" y="68392"/>
                    <a:pt x="174156" y="68389"/>
                    <a:pt x="173585" y="68387"/>
                  </a:cubicBezTo>
                  <a:cubicBezTo>
                    <a:pt x="164314" y="68348"/>
                    <a:pt x="155043" y="68306"/>
                    <a:pt x="145772" y="68263"/>
                  </a:cubicBezTo>
                  <a:cubicBezTo>
                    <a:pt x="136231" y="68219"/>
                    <a:pt x="126690" y="68177"/>
                    <a:pt x="117149" y="68138"/>
                  </a:cubicBezTo>
                  <a:cubicBezTo>
                    <a:pt x="111267" y="68114"/>
                    <a:pt x="105386" y="68090"/>
                    <a:pt x="99504" y="68061"/>
                  </a:cubicBezTo>
                  <a:cubicBezTo>
                    <a:pt x="95436" y="68041"/>
                    <a:pt x="91369" y="68023"/>
                    <a:pt x="87301" y="68007"/>
                  </a:cubicBezTo>
                  <a:cubicBezTo>
                    <a:pt x="85417" y="68000"/>
                    <a:pt x="83532" y="67993"/>
                    <a:pt x="81648" y="67985"/>
                  </a:cubicBezTo>
                  <a:cubicBezTo>
                    <a:pt x="79007" y="67971"/>
                    <a:pt x="76367" y="67957"/>
                    <a:pt x="73726" y="67948"/>
                  </a:cubicBezTo>
                  <a:cubicBezTo>
                    <a:pt x="72921" y="67945"/>
                    <a:pt x="72139" y="67943"/>
                    <a:pt x="71358" y="67940"/>
                  </a:cubicBezTo>
                  <a:cubicBezTo>
                    <a:pt x="70593" y="67935"/>
                    <a:pt x="69851" y="67930"/>
                    <a:pt x="69109" y="67925"/>
                  </a:cubicBezTo>
                  <a:cubicBezTo>
                    <a:pt x="68422" y="67924"/>
                    <a:pt x="67754" y="67923"/>
                    <a:pt x="67086" y="67922"/>
                  </a:cubicBezTo>
                  <a:cubicBezTo>
                    <a:pt x="66488" y="67919"/>
                    <a:pt x="65907" y="67916"/>
                    <a:pt x="65327" y="67914"/>
                  </a:cubicBezTo>
                  <a:close/>
                  <a:moveTo>
                    <a:pt x="12935" y="2"/>
                  </a:moveTo>
                  <a:cubicBezTo>
                    <a:pt x="14692" y="-2"/>
                    <a:pt x="16450" y="4"/>
                    <a:pt x="18207" y="10"/>
                  </a:cubicBezTo>
                  <a:cubicBezTo>
                    <a:pt x="19482" y="8"/>
                    <a:pt x="20757" y="7"/>
                    <a:pt x="22031" y="4"/>
                  </a:cubicBezTo>
                  <a:cubicBezTo>
                    <a:pt x="25530" y="-1"/>
                    <a:pt x="29030" y="4"/>
                    <a:pt x="32529" y="10"/>
                  </a:cubicBezTo>
                  <a:cubicBezTo>
                    <a:pt x="36304" y="15"/>
                    <a:pt x="40079" y="11"/>
                    <a:pt x="43854" y="8"/>
                  </a:cubicBezTo>
                  <a:cubicBezTo>
                    <a:pt x="51248" y="5"/>
                    <a:pt x="58642" y="9"/>
                    <a:pt x="66036" y="16"/>
                  </a:cubicBezTo>
                  <a:cubicBezTo>
                    <a:pt x="74645" y="24"/>
                    <a:pt x="83253" y="23"/>
                    <a:pt x="91862" y="23"/>
                  </a:cubicBezTo>
                  <a:cubicBezTo>
                    <a:pt x="107222" y="23"/>
                    <a:pt x="122581" y="30"/>
                    <a:pt x="137940" y="40"/>
                  </a:cubicBezTo>
                  <a:cubicBezTo>
                    <a:pt x="152848" y="51"/>
                    <a:pt x="167755" y="56"/>
                    <a:pt x="182662" y="56"/>
                  </a:cubicBezTo>
                  <a:cubicBezTo>
                    <a:pt x="183580" y="56"/>
                    <a:pt x="184498" y="56"/>
                    <a:pt x="185444" y="56"/>
                  </a:cubicBezTo>
                  <a:cubicBezTo>
                    <a:pt x="186819" y="56"/>
                    <a:pt x="186819" y="56"/>
                    <a:pt x="188222" y="55"/>
                  </a:cubicBezTo>
                  <a:cubicBezTo>
                    <a:pt x="205188" y="55"/>
                    <a:pt x="222154" y="59"/>
                    <a:pt x="239120" y="66"/>
                  </a:cubicBezTo>
                  <a:cubicBezTo>
                    <a:pt x="245123" y="68"/>
                    <a:pt x="251125" y="69"/>
                    <a:pt x="257127" y="69"/>
                  </a:cubicBezTo>
                  <a:cubicBezTo>
                    <a:pt x="264441" y="70"/>
                    <a:pt x="271754" y="73"/>
                    <a:pt x="279068" y="80"/>
                  </a:cubicBezTo>
                  <a:cubicBezTo>
                    <a:pt x="282800" y="83"/>
                    <a:pt x="286532" y="86"/>
                    <a:pt x="290265" y="85"/>
                  </a:cubicBezTo>
                  <a:cubicBezTo>
                    <a:pt x="293681" y="84"/>
                    <a:pt x="297096" y="87"/>
                    <a:pt x="300512" y="92"/>
                  </a:cubicBezTo>
                  <a:cubicBezTo>
                    <a:pt x="301749" y="93"/>
                    <a:pt x="302985" y="93"/>
                    <a:pt x="304221" y="92"/>
                  </a:cubicBezTo>
                  <a:cubicBezTo>
                    <a:pt x="305901" y="91"/>
                    <a:pt x="307581" y="94"/>
                    <a:pt x="309261" y="98"/>
                  </a:cubicBezTo>
                  <a:cubicBezTo>
                    <a:pt x="310194" y="98"/>
                    <a:pt x="311128" y="99"/>
                    <a:pt x="312089" y="99"/>
                  </a:cubicBezTo>
                  <a:cubicBezTo>
                    <a:pt x="319342" y="360"/>
                    <a:pt x="319342" y="360"/>
                    <a:pt x="320664" y="1682"/>
                  </a:cubicBezTo>
                  <a:cubicBezTo>
                    <a:pt x="320737" y="2697"/>
                    <a:pt x="320758" y="3717"/>
                    <a:pt x="320759" y="4735"/>
                  </a:cubicBezTo>
                  <a:cubicBezTo>
                    <a:pt x="320762" y="5397"/>
                    <a:pt x="320764" y="6059"/>
                    <a:pt x="320767" y="6741"/>
                  </a:cubicBezTo>
                  <a:cubicBezTo>
                    <a:pt x="320765" y="7477"/>
                    <a:pt x="320764" y="8212"/>
                    <a:pt x="320763" y="8970"/>
                  </a:cubicBezTo>
                  <a:cubicBezTo>
                    <a:pt x="320765" y="9745"/>
                    <a:pt x="320766" y="10520"/>
                    <a:pt x="320768" y="11319"/>
                  </a:cubicBezTo>
                  <a:cubicBezTo>
                    <a:pt x="320773" y="13937"/>
                    <a:pt x="320772" y="16555"/>
                    <a:pt x="320772" y="19173"/>
                  </a:cubicBezTo>
                  <a:cubicBezTo>
                    <a:pt x="320774" y="21042"/>
                    <a:pt x="320776" y="22910"/>
                    <a:pt x="320779" y="24779"/>
                  </a:cubicBezTo>
                  <a:cubicBezTo>
                    <a:pt x="320785" y="29340"/>
                    <a:pt x="320787" y="33900"/>
                    <a:pt x="320788" y="38461"/>
                  </a:cubicBezTo>
                  <a:cubicBezTo>
                    <a:pt x="320788" y="42166"/>
                    <a:pt x="320790" y="45871"/>
                    <a:pt x="320792" y="49576"/>
                  </a:cubicBezTo>
                  <a:cubicBezTo>
                    <a:pt x="320799" y="60069"/>
                    <a:pt x="320802" y="70561"/>
                    <a:pt x="320802" y="81054"/>
                  </a:cubicBezTo>
                  <a:cubicBezTo>
                    <a:pt x="320802" y="81903"/>
                    <a:pt x="320802" y="81903"/>
                    <a:pt x="320801" y="82770"/>
                  </a:cubicBezTo>
                  <a:cubicBezTo>
                    <a:pt x="320801" y="83336"/>
                    <a:pt x="320801" y="83903"/>
                    <a:pt x="320801" y="84487"/>
                  </a:cubicBezTo>
                  <a:cubicBezTo>
                    <a:pt x="320801" y="93680"/>
                    <a:pt x="320808" y="102873"/>
                    <a:pt x="320819" y="112066"/>
                  </a:cubicBezTo>
                  <a:cubicBezTo>
                    <a:pt x="320829" y="121493"/>
                    <a:pt x="320835" y="130920"/>
                    <a:pt x="320834" y="140347"/>
                  </a:cubicBezTo>
                  <a:cubicBezTo>
                    <a:pt x="320834" y="145645"/>
                    <a:pt x="320836" y="150942"/>
                    <a:pt x="320844" y="156240"/>
                  </a:cubicBezTo>
                  <a:cubicBezTo>
                    <a:pt x="320851" y="161219"/>
                    <a:pt x="320851" y="166198"/>
                    <a:pt x="320846" y="171177"/>
                  </a:cubicBezTo>
                  <a:cubicBezTo>
                    <a:pt x="320845" y="173010"/>
                    <a:pt x="320847" y="174843"/>
                    <a:pt x="320851" y="176677"/>
                  </a:cubicBezTo>
                  <a:cubicBezTo>
                    <a:pt x="320857" y="179168"/>
                    <a:pt x="320853" y="181658"/>
                    <a:pt x="320848" y="184149"/>
                  </a:cubicBezTo>
                  <a:cubicBezTo>
                    <a:pt x="320851" y="184885"/>
                    <a:pt x="320855" y="185621"/>
                    <a:pt x="320859" y="186379"/>
                  </a:cubicBezTo>
                  <a:cubicBezTo>
                    <a:pt x="320856" y="187041"/>
                    <a:pt x="320852" y="187703"/>
                    <a:pt x="320849" y="188385"/>
                  </a:cubicBezTo>
                  <a:cubicBezTo>
                    <a:pt x="320849" y="189248"/>
                    <a:pt x="320849" y="189248"/>
                    <a:pt x="320849" y="190129"/>
                  </a:cubicBezTo>
                  <a:cubicBezTo>
                    <a:pt x="320788" y="190561"/>
                    <a:pt x="320727" y="190993"/>
                    <a:pt x="320664" y="191438"/>
                  </a:cubicBezTo>
                  <a:cubicBezTo>
                    <a:pt x="318516" y="192511"/>
                    <a:pt x="316666" y="192276"/>
                    <a:pt x="314265" y="192276"/>
                  </a:cubicBezTo>
                  <a:cubicBezTo>
                    <a:pt x="313755" y="192277"/>
                    <a:pt x="313245" y="192279"/>
                    <a:pt x="312719" y="192280"/>
                  </a:cubicBezTo>
                  <a:cubicBezTo>
                    <a:pt x="311001" y="192283"/>
                    <a:pt x="309284" y="192280"/>
                    <a:pt x="307566" y="192278"/>
                  </a:cubicBezTo>
                  <a:cubicBezTo>
                    <a:pt x="306337" y="192279"/>
                    <a:pt x="305109" y="192280"/>
                    <a:pt x="303881" y="192282"/>
                  </a:cubicBezTo>
                  <a:cubicBezTo>
                    <a:pt x="300539" y="192285"/>
                    <a:pt x="297196" y="192284"/>
                    <a:pt x="293854" y="192282"/>
                  </a:cubicBezTo>
                  <a:cubicBezTo>
                    <a:pt x="290361" y="192280"/>
                    <a:pt x="286868" y="192282"/>
                    <a:pt x="283375" y="192283"/>
                  </a:cubicBezTo>
                  <a:cubicBezTo>
                    <a:pt x="277508" y="192284"/>
                    <a:pt x="271641" y="192282"/>
                    <a:pt x="265773" y="192279"/>
                  </a:cubicBezTo>
                  <a:cubicBezTo>
                    <a:pt x="258985" y="192275"/>
                    <a:pt x="252196" y="192276"/>
                    <a:pt x="245408" y="192280"/>
                  </a:cubicBezTo>
                  <a:cubicBezTo>
                    <a:pt x="239586" y="192284"/>
                    <a:pt x="233764" y="192284"/>
                    <a:pt x="227943" y="192282"/>
                  </a:cubicBezTo>
                  <a:cubicBezTo>
                    <a:pt x="224463" y="192281"/>
                    <a:pt x="220983" y="192281"/>
                    <a:pt x="217503" y="192283"/>
                  </a:cubicBezTo>
                  <a:cubicBezTo>
                    <a:pt x="214231" y="192285"/>
                    <a:pt x="210959" y="192284"/>
                    <a:pt x="207687" y="192280"/>
                  </a:cubicBezTo>
                  <a:cubicBezTo>
                    <a:pt x="206484" y="192279"/>
                    <a:pt x="205282" y="192279"/>
                    <a:pt x="204079" y="192281"/>
                  </a:cubicBezTo>
                  <a:cubicBezTo>
                    <a:pt x="202441" y="192283"/>
                    <a:pt x="200802" y="192280"/>
                    <a:pt x="199164" y="192276"/>
                  </a:cubicBezTo>
                  <a:cubicBezTo>
                    <a:pt x="198246" y="192276"/>
                    <a:pt x="197328" y="192276"/>
                    <a:pt x="196383" y="192275"/>
                  </a:cubicBezTo>
                  <a:cubicBezTo>
                    <a:pt x="194160" y="192182"/>
                    <a:pt x="194160" y="192182"/>
                    <a:pt x="191927" y="191438"/>
                  </a:cubicBezTo>
                  <a:cubicBezTo>
                    <a:pt x="191927" y="244971"/>
                    <a:pt x="191927" y="298505"/>
                    <a:pt x="191927" y="353660"/>
                  </a:cubicBezTo>
                  <a:cubicBezTo>
                    <a:pt x="191191" y="353660"/>
                    <a:pt x="190454" y="353660"/>
                    <a:pt x="189695" y="353660"/>
                  </a:cubicBezTo>
                  <a:cubicBezTo>
                    <a:pt x="189640" y="354534"/>
                    <a:pt x="189640" y="354534"/>
                    <a:pt x="189584" y="355425"/>
                  </a:cubicBezTo>
                  <a:cubicBezTo>
                    <a:pt x="189529" y="356178"/>
                    <a:pt x="189473" y="356931"/>
                    <a:pt x="189416" y="357707"/>
                  </a:cubicBezTo>
                  <a:cubicBezTo>
                    <a:pt x="189364" y="358458"/>
                    <a:pt x="189312" y="359209"/>
                    <a:pt x="189259" y="359983"/>
                  </a:cubicBezTo>
                  <a:cubicBezTo>
                    <a:pt x="189157" y="360597"/>
                    <a:pt x="189055" y="361212"/>
                    <a:pt x="188951" y="361846"/>
                  </a:cubicBezTo>
                  <a:cubicBezTo>
                    <a:pt x="188460" y="362091"/>
                    <a:pt x="187968" y="362337"/>
                    <a:pt x="187462" y="362590"/>
                  </a:cubicBezTo>
                  <a:cubicBezTo>
                    <a:pt x="187301" y="363856"/>
                    <a:pt x="187301" y="363856"/>
                    <a:pt x="187137" y="365148"/>
                  </a:cubicBezTo>
                  <a:cubicBezTo>
                    <a:pt x="186999" y="366023"/>
                    <a:pt x="186861" y="366898"/>
                    <a:pt x="186718" y="367799"/>
                  </a:cubicBezTo>
                  <a:cubicBezTo>
                    <a:pt x="185982" y="368290"/>
                    <a:pt x="185245" y="368781"/>
                    <a:pt x="184486" y="369287"/>
                  </a:cubicBezTo>
                  <a:cubicBezTo>
                    <a:pt x="184363" y="369916"/>
                    <a:pt x="184240" y="370546"/>
                    <a:pt x="184114" y="371194"/>
                  </a:cubicBezTo>
                  <a:cubicBezTo>
                    <a:pt x="183991" y="371793"/>
                    <a:pt x="183868" y="372391"/>
                    <a:pt x="183742" y="373008"/>
                  </a:cubicBezTo>
                  <a:cubicBezTo>
                    <a:pt x="183005" y="373253"/>
                    <a:pt x="182268" y="373499"/>
                    <a:pt x="181509" y="373752"/>
                  </a:cubicBezTo>
                  <a:cubicBezTo>
                    <a:pt x="181264" y="374489"/>
                    <a:pt x="181018" y="375225"/>
                    <a:pt x="180765" y="375985"/>
                  </a:cubicBezTo>
                  <a:cubicBezTo>
                    <a:pt x="180028" y="376230"/>
                    <a:pt x="179292" y="376476"/>
                    <a:pt x="178533" y="376729"/>
                  </a:cubicBezTo>
                  <a:cubicBezTo>
                    <a:pt x="178287" y="377235"/>
                    <a:pt x="178042" y="377742"/>
                    <a:pt x="177789" y="378263"/>
                  </a:cubicBezTo>
                  <a:cubicBezTo>
                    <a:pt x="177543" y="378739"/>
                    <a:pt x="177297" y="379215"/>
                    <a:pt x="177044" y="379705"/>
                  </a:cubicBezTo>
                  <a:cubicBezTo>
                    <a:pt x="176308" y="379705"/>
                    <a:pt x="175571" y="379705"/>
                    <a:pt x="174812" y="379705"/>
                  </a:cubicBezTo>
                  <a:cubicBezTo>
                    <a:pt x="174674" y="380626"/>
                    <a:pt x="174674" y="380626"/>
                    <a:pt x="174533" y="381566"/>
                  </a:cubicBezTo>
                  <a:cubicBezTo>
                    <a:pt x="174379" y="382179"/>
                    <a:pt x="174226" y="382793"/>
                    <a:pt x="174068" y="383426"/>
                  </a:cubicBezTo>
                  <a:cubicBezTo>
                    <a:pt x="172828" y="383458"/>
                    <a:pt x="171587" y="383456"/>
                    <a:pt x="170347" y="383426"/>
                  </a:cubicBezTo>
                  <a:cubicBezTo>
                    <a:pt x="170141" y="383905"/>
                    <a:pt x="169935" y="384383"/>
                    <a:pt x="169722" y="384876"/>
                  </a:cubicBezTo>
                  <a:cubicBezTo>
                    <a:pt x="169437" y="385380"/>
                    <a:pt x="169152" y="385884"/>
                    <a:pt x="168859" y="386402"/>
                  </a:cubicBezTo>
                  <a:cubicBezTo>
                    <a:pt x="167086" y="386856"/>
                    <a:pt x="167086" y="386856"/>
                    <a:pt x="165045" y="386961"/>
                  </a:cubicBezTo>
                  <a:cubicBezTo>
                    <a:pt x="164368" y="387003"/>
                    <a:pt x="163691" y="387045"/>
                    <a:pt x="162993" y="387088"/>
                  </a:cubicBezTo>
                  <a:cubicBezTo>
                    <a:pt x="162473" y="387108"/>
                    <a:pt x="161953" y="387127"/>
                    <a:pt x="161417" y="387147"/>
                  </a:cubicBezTo>
                  <a:cubicBezTo>
                    <a:pt x="161417" y="388129"/>
                    <a:pt x="161417" y="389111"/>
                    <a:pt x="161417" y="390123"/>
                  </a:cubicBezTo>
                  <a:cubicBezTo>
                    <a:pt x="160782" y="390151"/>
                    <a:pt x="160146" y="390179"/>
                    <a:pt x="159490" y="390207"/>
                  </a:cubicBezTo>
                  <a:cubicBezTo>
                    <a:pt x="158668" y="390256"/>
                    <a:pt x="157846" y="390305"/>
                    <a:pt x="156999" y="390356"/>
                  </a:cubicBezTo>
                  <a:cubicBezTo>
                    <a:pt x="156179" y="390399"/>
                    <a:pt x="155359" y="390442"/>
                    <a:pt x="154514" y="390487"/>
                  </a:cubicBezTo>
                  <a:cubicBezTo>
                    <a:pt x="153845" y="390612"/>
                    <a:pt x="153177" y="390738"/>
                    <a:pt x="152488" y="390867"/>
                  </a:cubicBezTo>
                  <a:cubicBezTo>
                    <a:pt x="152242" y="391604"/>
                    <a:pt x="151997" y="392341"/>
                    <a:pt x="151744" y="393100"/>
                  </a:cubicBezTo>
                  <a:cubicBezTo>
                    <a:pt x="150385" y="393410"/>
                    <a:pt x="150385" y="393410"/>
                    <a:pt x="148630" y="393454"/>
                  </a:cubicBezTo>
                  <a:cubicBezTo>
                    <a:pt x="148002" y="393477"/>
                    <a:pt x="147373" y="393500"/>
                    <a:pt x="146725" y="393524"/>
                  </a:cubicBezTo>
                  <a:cubicBezTo>
                    <a:pt x="145733" y="393544"/>
                    <a:pt x="145733" y="393544"/>
                    <a:pt x="144721" y="393565"/>
                  </a:cubicBezTo>
                  <a:cubicBezTo>
                    <a:pt x="143419" y="393603"/>
                    <a:pt x="142118" y="393643"/>
                    <a:pt x="140817" y="393687"/>
                  </a:cubicBezTo>
                  <a:cubicBezTo>
                    <a:pt x="139947" y="393706"/>
                    <a:pt x="139947" y="393706"/>
                    <a:pt x="139060" y="393727"/>
                  </a:cubicBezTo>
                  <a:cubicBezTo>
                    <a:pt x="137546" y="393757"/>
                    <a:pt x="137546" y="393757"/>
                    <a:pt x="136117" y="394588"/>
                  </a:cubicBezTo>
                  <a:cubicBezTo>
                    <a:pt x="136117" y="395325"/>
                    <a:pt x="136117" y="396061"/>
                    <a:pt x="136117" y="396820"/>
                  </a:cubicBezTo>
                  <a:cubicBezTo>
                    <a:pt x="128174" y="396838"/>
                    <a:pt x="120231" y="396851"/>
                    <a:pt x="112287" y="396859"/>
                  </a:cubicBezTo>
                  <a:cubicBezTo>
                    <a:pt x="108599" y="396863"/>
                    <a:pt x="104912" y="396868"/>
                    <a:pt x="101224" y="396877"/>
                  </a:cubicBezTo>
                  <a:cubicBezTo>
                    <a:pt x="97668" y="396885"/>
                    <a:pt x="94112" y="396889"/>
                    <a:pt x="90556" y="396891"/>
                  </a:cubicBezTo>
                  <a:cubicBezTo>
                    <a:pt x="89196" y="396892"/>
                    <a:pt x="87836" y="396895"/>
                    <a:pt x="86476" y="396899"/>
                  </a:cubicBezTo>
                  <a:cubicBezTo>
                    <a:pt x="84579" y="396904"/>
                    <a:pt x="82681" y="396905"/>
                    <a:pt x="80783" y="396905"/>
                  </a:cubicBezTo>
                  <a:cubicBezTo>
                    <a:pt x="80215" y="396908"/>
                    <a:pt x="79647" y="396910"/>
                    <a:pt x="79062" y="396913"/>
                  </a:cubicBezTo>
                  <a:cubicBezTo>
                    <a:pt x="75182" y="396905"/>
                    <a:pt x="75182" y="396905"/>
                    <a:pt x="74353" y="396076"/>
                  </a:cubicBezTo>
                  <a:cubicBezTo>
                    <a:pt x="74264" y="395050"/>
                    <a:pt x="74220" y="394019"/>
                    <a:pt x="74196" y="392989"/>
                  </a:cubicBezTo>
                  <a:cubicBezTo>
                    <a:pt x="74175" y="392364"/>
                    <a:pt x="74154" y="391738"/>
                    <a:pt x="74132" y="391094"/>
                  </a:cubicBezTo>
                  <a:cubicBezTo>
                    <a:pt x="74094" y="389771"/>
                    <a:pt x="74061" y="388447"/>
                    <a:pt x="74033" y="387123"/>
                  </a:cubicBezTo>
                  <a:cubicBezTo>
                    <a:pt x="74010" y="386496"/>
                    <a:pt x="73987" y="385869"/>
                    <a:pt x="73964" y="385222"/>
                  </a:cubicBezTo>
                  <a:cubicBezTo>
                    <a:pt x="73941" y="384358"/>
                    <a:pt x="73941" y="384358"/>
                    <a:pt x="73919" y="383477"/>
                  </a:cubicBezTo>
                  <a:cubicBezTo>
                    <a:pt x="73536" y="381574"/>
                    <a:pt x="72729" y="381044"/>
                    <a:pt x="71376" y="379705"/>
                  </a:cubicBezTo>
                  <a:cubicBezTo>
                    <a:pt x="71328" y="378235"/>
                    <a:pt x="71287" y="376763"/>
                    <a:pt x="71342" y="375293"/>
                  </a:cubicBezTo>
                  <a:cubicBezTo>
                    <a:pt x="71389" y="373209"/>
                    <a:pt x="71125" y="371309"/>
                    <a:pt x="70632" y="369287"/>
                  </a:cubicBezTo>
                  <a:cubicBezTo>
                    <a:pt x="70141" y="369042"/>
                    <a:pt x="69650" y="368796"/>
                    <a:pt x="69144" y="368543"/>
                  </a:cubicBezTo>
                  <a:cubicBezTo>
                    <a:pt x="68879" y="366232"/>
                    <a:pt x="68813" y="363937"/>
                    <a:pt x="68728" y="361613"/>
                  </a:cubicBezTo>
                  <a:cubicBezTo>
                    <a:pt x="68620" y="360953"/>
                    <a:pt x="68512" y="360293"/>
                    <a:pt x="68400" y="359613"/>
                  </a:cubicBezTo>
                  <a:cubicBezTo>
                    <a:pt x="67663" y="359368"/>
                    <a:pt x="66927" y="359122"/>
                    <a:pt x="66167" y="358869"/>
                  </a:cubicBezTo>
                  <a:cubicBezTo>
                    <a:pt x="65787" y="356680"/>
                    <a:pt x="65787" y="356680"/>
                    <a:pt x="65656" y="353986"/>
                  </a:cubicBezTo>
                  <a:cubicBezTo>
                    <a:pt x="65607" y="353095"/>
                    <a:pt x="65558" y="352204"/>
                    <a:pt x="65508" y="351285"/>
                  </a:cubicBezTo>
                  <a:cubicBezTo>
                    <a:pt x="65480" y="350596"/>
                    <a:pt x="65452" y="349906"/>
                    <a:pt x="65423" y="349195"/>
                  </a:cubicBezTo>
                  <a:cubicBezTo>
                    <a:pt x="64932" y="349195"/>
                    <a:pt x="64441" y="349195"/>
                    <a:pt x="63935" y="349195"/>
                  </a:cubicBezTo>
                  <a:cubicBezTo>
                    <a:pt x="63893" y="348509"/>
                    <a:pt x="63893" y="348509"/>
                    <a:pt x="63851" y="347809"/>
                  </a:cubicBezTo>
                  <a:cubicBezTo>
                    <a:pt x="63802" y="347207"/>
                    <a:pt x="63753" y="346606"/>
                    <a:pt x="63703" y="345986"/>
                  </a:cubicBezTo>
                  <a:cubicBezTo>
                    <a:pt x="63659" y="345391"/>
                    <a:pt x="63616" y="344795"/>
                    <a:pt x="63572" y="344181"/>
                  </a:cubicBezTo>
                  <a:cubicBezTo>
                    <a:pt x="63342" y="342446"/>
                    <a:pt x="63342" y="342446"/>
                    <a:pt x="62075" y="341428"/>
                  </a:cubicBezTo>
                  <a:cubicBezTo>
                    <a:pt x="60459" y="339746"/>
                    <a:pt x="60582" y="338322"/>
                    <a:pt x="60447" y="336033"/>
                  </a:cubicBezTo>
                  <a:cubicBezTo>
                    <a:pt x="60398" y="335294"/>
                    <a:pt x="60349" y="334554"/>
                    <a:pt x="60299" y="333792"/>
                  </a:cubicBezTo>
                  <a:cubicBezTo>
                    <a:pt x="60271" y="333227"/>
                    <a:pt x="60243" y="332662"/>
                    <a:pt x="60214" y="332080"/>
                  </a:cubicBezTo>
                  <a:cubicBezTo>
                    <a:pt x="59478" y="332080"/>
                    <a:pt x="58741" y="332080"/>
                    <a:pt x="57982" y="332080"/>
                  </a:cubicBezTo>
                  <a:cubicBezTo>
                    <a:pt x="57962" y="330483"/>
                    <a:pt x="57947" y="328887"/>
                    <a:pt x="57935" y="327290"/>
                  </a:cubicBezTo>
                  <a:cubicBezTo>
                    <a:pt x="57927" y="326401"/>
                    <a:pt x="57918" y="325511"/>
                    <a:pt x="57909" y="324595"/>
                  </a:cubicBezTo>
                  <a:cubicBezTo>
                    <a:pt x="57982" y="322406"/>
                    <a:pt x="57982" y="322406"/>
                    <a:pt x="58726" y="321662"/>
                  </a:cubicBezTo>
                  <a:cubicBezTo>
                    <a:pt x="60051" y="321597"/>
                    <a:pt x="61379" y="321583"/>
                    <a:pt x="62705" y="321590"/>
                  </a:cubicBezTo>
                  <a:cubicBezTo>
                    <a:pt x="63509" y="321592"/>
                    <a:pt x="64312" y="321594"/>
                    <a:pt x="65140" y="321597"/>
                  </a:cubicBezTo>
                  <a:cubicBezTo>
                    <a:pt x="65986" y="321603"/>
                    <a:pt x="66831" y="321609"/>
                    <a:pt x="67702" y="321616"/>
                  </a:cubicBezTo>
                  <a:cubicBezTo>
                    <a:pt x="68975" y="321621"/>
                    <a:pt x="68975" y="321621"/>
                    <a:pt x="70273" y="321626"/>
                  </a:cubicBezTo>
                  <a:cubicBezTo>
                    <a:pt x="72377" y="321635"/>
                    <a:pt x="74481" y="321647"/>
                    <a:pt x="76585" y="321662"/>
                  </a:cubicBezTo>
                  <a:cubicBezTo>
                    <a:pt x="76585" y="322644"/>
                    <a:pt x="76585" y="323627"/>
                    <a:pt x="76585" y="324639"/>
                  </a:cubicBezTo>
                  <a:cubicBezTo>
                    <a:pt x="82394" y="324708"/>
                    <a:pt x="88202" y="324761"/>
                    <a:pt x="94011" y="324793"/>
                  </a:cubicBezTo>
                  <a:cubicBezTo>
                    <a:pt x="96708" y="324809"/>
                    <a:pt x="99405" y="324830"/>
                    <a:pt x="102102" y="324863"/>
                  </a:cubicBezTo>
                  <a:cubicBezTo>
                    <a:pt x="104703" y="324896"/>
                    <a:pt x="107303" y="324913"/>
                    <a:pt x="109904" y="324921"/>
                  </a:cubicBezTo>
                  <a:cubicBezTo>
                    <a:pt x="111383" y="324929"/>
                    <a:pt x="112863" y="324953"/>
                    <a:pt x="114342" y="324976"/>
                  </a:cubicBezTo>
                  <a:cubicBezTo>
                    <a:pt x="115236" y="324976"/>
                    <a:pt x="116130" y="324976"/>
                    <a:pt x="117051" y="324977"/>
                  </a:cubicBezTo>
                  <a:cubicBezTo>
                    <a:pt x="118238" y="324987"/>
                    <a:pt x="118238" y="324987"/>
                    <a:pt x="119449" y="324997"/>
                  </a:cubicBezTo>
                  <a:cubicBezTo>
                    <a:pt x="120038" y="324879"/>
                    <a:pt x="120627" y="324761"/>
                    <a:pt x="121234" y="324639"/>
                  </a:cubicBezTo>
                  <a:cubicBezTo>
                    <a:pt x="121479" y="323657"/>
                    <a:pt x="121725" y="322674"/>
                    <a:pt x="121978" y="321662"/>
                  </a:cubicBezTo>
                  <a:cubicBezTo>
                    <a:pt x="124188" y="321417"/>
                    <a:pt x="126398" y="321171"/>
                    <a:pt x="128675" y="320918"/>
                  </a:cubicBezTo>
                  <a:cubicBezTo>
                    <a:pt x="129044" y="256825"/>
                    <a:pt x="129044" y="256825"/>
                    <a:pt x="129419" y="191438"/>
                  </a:cubicBezTo>
                  <a:cubicBezTo>
                    <a:pt x="128437" y="191683"/>
                    <a:pt x="127455" y="191929"/>
                    <a:pt x="126443" y="192182"/>
                  </a:cubicBezTo>
                  <a:cubicBezTo>
                    <a:pt x="124766" y="192250"/>
                    <a:pt x="123088" y="192276"/>
                    <a:pt x="121410" y="192276"/>
                  </a:cubicBezTo>
                  <a:cubicBezTo>
                    <a:pt x="120905" y="192277"/>
                    <a:pt x="120400" y="192279"/>
                    <a:pt x="119879" y="192280"/>
                  </a:cubicBezTo>
                  <a:cubicBezTo>
                    <a:pt x="118186" y="192283"/>
                    <a:pt x="116494" y="192280"/>
                    <a:pt x="114801" y="192278"/>
                  </a:cubicBezTo>
                  <a:cubicBezTo>
                    <a:pt x="113587" y="192279"/>
                    <a:pt x="112373" y="192280"/>
                    <a:pt x="111160" y="192282"/>
                  </a:cubicBezTo>
                  <a:cubicBezTo>
                    <a:pt x="107863" y="192285"/>
                    <a:pt x="104567" y="192284"/>
                    <a:pt x="101271" y="192282"/>
                  </a:cubicBezTo>
                  <a:cubicBezTo>
                    <a:pt x="97824" y="192280"/>
                    <a:pt x="94377" y="192282"/>
                    <a:pt x="90929" y="192283"/>
                  </a:cubicBezTo>
                  <a:cubicBezTo>
                    <a:pt x="85141" y="192284"/>
                    <a:pt x="79353" y="192282"/>
                    <a:pt x="73564" y="192279"/>
                  </a:cubicBezTo>
                  <a:cubicBezTo>
                    <a:pt x="66868" y="192275"/>
                    <a:pt x="60172" y="192276"/>
                    <a:pt x="53475" y="192280"/>
                  </a:cubicBezTo>
                  <a:cubicBezTo>
                    <a:pt x="47729" y="192284"/>
                    <a:pt x="41983" y="192284"/>
                    <a:pt x="36237" y="192282"/>
                  </a:cubicBezTo>
                  <a:cubicBezTo>
                    <a:pt x="32804" y="192281"/>
                    <a:pt x="29371" y="192281"/>
                    <a:pt x="25937" y="192283"/>
                  </a:cubicBezTo>
                  <a:cubicBezTo>
                    <a:pt x="22711" y="192285"/>
                    <a:pt x="19484" y="192284"/>
                    <a:pt x="16257" y="192280"/>
                  </a:cubicBezTo>
                  <a:cubicBezTo>
                    <a:pt x="15071" y="192279"/>
                    <a:pt x="13885" y="192279"/>
                    <a:pt x="12700" y="192281"/>
                  </a:cubicBezTo>
                  <a:cubicBezTo>
                    <a:pt x="11084" y="192283"/>
                    <a:pt x="9469" y="192280"/>
                    <a:pt x="7854" y="192276"/>
                  </a:cubicBezTo>
                  <a:cubicBezTo>
                    <a:pt x="6949" y="192276"/>
                    <a:pt x="6044" y="192276"/>
                    <a:pt x="5111" y="192275"/>
                  </a:cubicBezTo>
                  <a:cubicBezTo>
                    <a:pt x="2916" y="192182"/>
                    <a:pt x="2916" y="192182"/>
                    <a:pt x="683" y="191438"/>
                  </a:cubicBezTo>
                  <a:cubicBezTo>
                    <a:pt x="400" y="190130"/>
                    <a:pt x="400" y="190130"/>
                    <a:pt x="394" y="188387"/>
                  </a:cubicBezTo>
                  <a:cubicBezTo>
                    <a:pt x="386" y="187725"/>
                    <a:pt x="379" y="187064"/>
                    <a:pt x="371" y="186382"/>
                  </a:cubicBezTo>
                  <a:cubicBezTo>
                    <a:pt x="374" y="185647"/>
                    <a:pt x="377" y="184912"/>
                    <a:pt x="380" y="184154"/>
                  </a:cubicBezTo>
                  <a:cubicBezTo>
                    <a:pt x="374" y="183380"/>
                    <a:pt x="368" y="182605"/>
                    <a:pt x="363" y="181807"/>
                  </a:cubicBezTo>
                  <a:cubicBezTo>
                    <a:pt x="347" y="179191"/>
                    <a:pt x="347" y="176574"/>
                    <a:pt x="347" y="173958"/>
                  </a:cubicBezTo>
                  <a:cubicBezTo>
                    <a:pt x="339" y="172091"/>
                    <a:pt x="330" y="170223"/>
                    <a:pt x="321" y="168356"/>
                  </a:cubicBezTo>
                  <a:cubicBezTo>
                    <a:pt x="298" y="163269"/>
                    <a:pt x="289" y="158181"/>
                    <a:pt x="285" y="153094"/>
                  </a:cubicBezTo>
                  <a:cubicBezTo>
                    <a:pt x="282" y="149920"/>
                    <a:pt x="276" y="146746"/>
                    <a:pt x="268" y="143572"/>
                  </a:cubicBezTo>
                  <a:cubicBezTo>
                    <a:pt x="248" y="134791"/>
                    <a:pt x="232" y="126011"/>
                    <a:pt x="230" y="117230"/>
                  </a:cubicBezTo>
                  <a:cubicBezTo>
                    <a:pt x="230" y="116668"/>
                    <a:pt x="230" y="116106"/>
                    <a:pt x="230" y="115526"/>
                  </a:cubicBezTo>
                  <a:cubicBezTo>
                    <a:pt x="229" y="114386"/>
                    <a:pt x="229" y="113246"/>
                    <a:pt x="229" y="112106"/>
                  </a:cubicBezTo>
                  <a:cubicBezTo>
                    <a:pt x="229" y="111540"/>
                    <a:pt x="229" y="110974"/>
                    <a:pt x="229" y="110391"/>
                  </a:cubicBezTo>
                  <a:cubicBezTo>
                    <a:pt x="228" y="109824"/>
                    <a:pt x="228" y="109257"/>
                    <a:pt x="228" y="108674"/>
                  </a:cubicBezTo>
                  <a:cubicBezTo>
                    <a:pt x="226" y="99486"/>
                    <a:pt x="199" y="90299"/>
                    <a:pt x="160" y="81111"/>
                  </a:cubicBezTo>
                  <a:cubicBezTo>
                    <a:pt x="121" y="71688"/>
                    <a:pt x="102" y="62265"/>
                    <a:pt x="102" y="52842"/>
                  </a:cubicBezTo>
                  <a:cubicBezTo>
                    <a:pt x="102" y="47547"/>
                    <a:pt x="94" y="42253"/>
                    <a:pt x="64" y="36958"/>
                  </a:cubicBezTo>
                  <a:cubicBezTo>
                    <a:pt x="37" y="31981"/>
                    <a:pt x="36" y="27004"/>
                    <a:pt x="53" y="22027"/>
                  </a:cubicBezTo>
                  <a:cubicBezTo>
                    <a:pt x="55" y="20195"/>
                    <a:pt x="48" y="18363"/>
                    <a:pt x="32" y="16532"/>
                  </a:cubicBezTo>
                  <a:cubicBezTo>
                    <a:pt x="11" y="14040"/>
                    <a:pt x="22" y="11551"/>
                    <a:pt x="42" y="9060"/>
                  </a:cubicBezTo>
                  <a:cubicBezTo>
                    <a:pt x="28" y="8326"/>
                    <a:pt x="14" y="7593"/>
                    <a:pt x="0" y="6837"/>
                  </a:cubicBezTo>
                  <a:cubicBezTo>
                    <a:pt x="12" y="6173"/>
                    <a:pt x="24" y="5510"/>
                    <a:pt x="36" y="4826"/>
                  </a:cubicBezTo>
                  <a:cubicBezTo>
                    <a:pt x="35" y="4251"/>
                    <a:pt x="34" y="3675"/>
                    <a:pt x="34" y="3083"/>
                  </a:cubicBezTo>
                  <a:cubicBezTo>
                    <a:pt x="683" y="1682"/>
                    <a:pt x="683" y="1682"/>
                    <a:pt x="2987" y="753"/>
                  </a:cubicBezTo>
                  <a:cubicBezTo>
                    <a:pt x="5854" y="201"/>
                    <a:pt x="8425" y="8"/>
                    <a:pt x="11341" y="8"/>
                  </a:cubicBezTo>
                  <a:cubicBezTo>
                    <a:pt x="12130" y="5"/>
                    <a:pt x="12130" y="5"/>
                    <a:pt x="12935" y="2"/>
                  </a:cubicBezTo>
                  <a:close/>
                </a:path>
              </a:pathLst>
            </a:custGeom>
            <a:grpFill/>
            <a:ln w="744" cap="flat">
              <a:noFill/>
              <a:prstDash val="solid"/>
              <a:miter/>
            </a:ln>
          </p:spPr>
          <p:txBody>
            <a:bodyPr rtlCol="0" anchor="ctr"/>
            <a:lstStyle/>
            <a:p>
              <a:endParaRPr lang="zh-CN" altLang="en-US"/>
            </a:p>
          </p:txBody>
        </p:sp>
        <p:sp>
          <p:nvSpPr>
            <p:cNvPr id="153" name="任意多边形: 形状 152"/>
            <p:cNvSpPr/>
            <p:nvPr/>
          </p:nvSpPr>
          <p:spPr>
            <a:xfrm>
              <a:off x="8522545" y="800965"/>
              <a:ext cx="429568" cy="359353"/>
            </a:xfrm>
            <a:custGeom>
              <a:avLst/>
              <a:gdLst>
                <a:gd name="connsiteX0" fmla="*/ 318267 w 429573"/>
                <a:gd name="connsiteY0" fmla="*/ 1116 h 359341"/>
                <a:gd name="connsiteX1" fmla="*/ 323894 w 429573"/>
                <a:gd name="connsiteY1" fmla="*/ 744 h 359341"/>
                <a:gd name="connsiteX2" fmla="*/ 325468 w 429573"/>
                <a:gd name="connsiteY2" fmla="*/ 709 h 359341"/>
                <a:gd name="connsiteX3" fmla="*/ 329429 w 429573"/>
                <a:gd name="connsiteY3" fmla="*/ 1116 h 359341"/>
                <a:gd name="connsiteX4" fmla="*/ 330173 w 429573"/>
                <a:gd name="connsiteY4" fmla="*/ 4093 h 359341"/>
                <a:gd name="connsiteX5" fmla="*/ 333150 w 429573"/>
                <a:gd name="connsiteY5" fmla="*/ 4837 h 359341"/>
                <a:gd name="connsiteX6" fmla="*/ 333894 w 429573"/>
                <a:gd name="connsiteY6" fmla="*/ 7069 h 359341"/>
                <a:gd name="connsiteX7" fmla="*/ 335336 w 429573"/>
                <a:gd name="connsiteY7" fmla="*/ 7767 h 359341"/>
                <a:gd name="connsiteX8" fmla="*/ 338359 w 429573"/>
                <a:gd name="connsiteY8" fmla="*/ 11534 h 359341"/>
                <a:gd name="connsiteX9" fmla="*/ 340591 w 429573"/>
                <a:gd name="connsiteY9" fmla="*/ 12278 h 359341"/>
                <a:gd name="connsiteX10" fmla="*/ 341335 w 429573"/>
                <a:gd name="connsiteY10" fmla="*/ 14510 h 359341"/>
                <a:gd name="connsiteX11" fmla="*/ 342823 w 429573"/>
                <a:gd name="connsiteY11" fmla="*/ 14883 h 359341"/>
                <a:gd name="connsiteX12" fmla="*/ 344312 w 429573"/>
                <a:gd name="connsiteY12" fmla="*/ 15255 h 359341"/>
                <a:gd name="connsiteX13" fmla="*/ 345056 w 429573"/>
                <a:gd name="connsiteY13" fmla="*/ 17487 h 359341"/>
                <a:gd name="connsiteX14" fmla="*/ 348032 w 429573"/>
                <a:gd name="connsiteY14" fmla="*/ 20092 h 359341"/>
                <a:gd name="connsiteX15" fmla="*/ 351753 w 429573"/>
                <a:gd name="connsiteY15" fmla="*/ 24928 h 359341"/>
                <a:gd name="connsiteX16" fmla="*/ 353986 w 429573"/>
                <a:gd name="connsiteY16" fmla="*/ 25673 h 359341"/>
                <a:gd name="connsiteX17" fmla="*/ 354730 w 429573"/>
                <a:gd name="connsiteY17" fmla="*/ 27905 h 359341"/>
                <a:gd name="connsiteX18" fmla="*/ 356265 w 429573"/>
                <a:gd name="connsiteY18" fmla="*/ 28231 h 359341"/>
                <a:gd name="connsiteX19" fmla="*/ 357706 w 429573"/>
                <a:gd name="connsiteY19" fmla="*/ 28649 h 359341"/>
                <a:gd name="connsiteX20" fmla="*/ 357706 w 429573"/>
                <a:gd name="connsiteY20" fmla="*/ 31626 h 359341"/>
                <a:gd name="connsiteX21" fmla="*/ 362171 w 429573"/>
                <a:gd name="connsiteY21" fmla="*/ 33114 h 359341"/>
                <a:gd name="connsiteX22" fmla="*/ 363659 w 429573"/>
                <a:gd name="connsiteY22" fmla="*/ 36091 h 359341"/>
                <a:gd name="connsiteX23" fmla="*/ 365148 w 429573"/>
                <a:gd name="connsiteY23" fmla="*/ 36835 h 359341"/>
                <a:gd name="connsiteX24" fmla="*/ 365148 w 429573"/>
                <a:gd name="connsiteY24" fmla="*/ 41300 h 359341"/>
                <a:gd name="connsiteX25" fmla="*/ 362915 w 429573"/>
                <a:gd name="connsiteY25" fmla="*/ 42788 h 359341"/>
                <a:gd name="connsiteX26" fmla="*/ 362171 w 429573"/>
                <a:gd name="connsiteY26" fmla="*/ 45020 h 359341"/>
                <a:gd name="connsiteX27" fmla="*/ 359939 w 429573"/>
                <a:gd name="connsiteY27" fmla="*/ 45718 h 359341"/>
                <a:gd name="connsiteX28" fmla="*/ 357706 w 429573"/>
                <a:gd name="connsiteY28" fmla="*/ 46509 h 359341"/>
                <a:gd name="connsiteX29" fmla="*/ 356962 w 429573"/>
                <a:gd name="connsiteY29" fmla="*/ 49485 h 359341"/>
                <a:gd name="connsiteX30" fmla="*/ 354730 w 429573"/>
                <a:gd name="connsiteY30" fmla="*/ 52462 h 359341"/>
                <a:gd name="connsiteX31" fmla="*/ 351753 w 429573"/>
                <a:gd name="connsiteY31" fmla="*/ 52462 h 359341"/>
                <a:gd name="connsiteX32" fmla="*/ 351753 w 429573"/>
                <a:gd name="connsiteY32" fmla="*/ 55438 h 359341"/>
                <a:gd name="connsiteX33" fmla="*/ 348777 w 429573"/>
                <a:gd name="connsiteY33" fmla="*/ 56926 h 359341"/>
                <a:gd name="connsiteX34" fmla="*/ 348032 w 429573"/>
                <a:gd name="connsiteY34" fmla="*/ 59159 h 359341"/>
                <a:gd name="connsiteX35" fmla="*/ 345800 w 429573"/>
                <a:gd name="connsiteY35" fmla="*/ 59159 h 359341"/>
                <a:gd name="connsiteX36" fmla="*/ 345102 w 429573"/>
                <a:gd name="connsiteY36" fmla="*/ 60973 h 359341"/>
                <a:gd name="connsiteX37" fmla="*/ 344312 w 429573"/>
                <a:gd name="connsiteY37" fmla="*/ 62880 h 359341"/>
                <a:gd name="connsiteX38" fmla="*/ 341335 w 429573"/>
                <a:gd name="connsiteY38" fmla="*/ 63624 h 359341"/>
                <a:gd name="connsiteX39" fmla="*/ 340963 w 429573"/>
                <a:gd name="connsiteY39" fmla="*/ 65159 h 359341"/>
                <a:gd name="connsiteX40" fmla="*/ 340591 w 429573"/>
                <a:gd name="connsiteY40" fmla="*/ 66600 h 359341"/>
                <a:gd name="connsiteX41" fmla="*/ 337614 w 429573"/>
                <a:gd name="connsiteY41" fmla="*/ 66600 h 359341"/>
                <a:gd name="connsiteX42" fmla="*/ 337614 w 429573"/>
                <a:gd name="connsiteY42" fmla="*/ 69577 h 359341"/>
                <a:gd name="connsiteX43" fmla="*/ 335382 w 429573"/>
                <a:gd name="connsiteY43" fmla="*/ 70321 h 359341"/>
                <a:gd name="connsiteX44" fmla="*/ 334638 w 429573"/>
                <a:gd name="connsiteY44" fmla="*/ 72553 h 359341"/>
                <a:gd name="connsiteX45" fmla="*/ 331661 w 429573"/>
                <a:gd name="connsiteY45" fmla="*/ 74042 h 359341"/>
                <a:gd name="connsiteX46" fmla="*/ 330917 w 429573"/>
                <a:gd name="connsiteY46" fmla="*/ 76274 h 359341"/>
                <a:gd name="connsiteX47" fmla="*/ 327197 w 429573"/>
                <a:gd name="connsiteY47" fmla="*/ 77762 h 359341"/>
                <a:gd name="connsiteX48" fmla="*/ 323476 w 429573"/>
                <a:gd name="connsiteY48" fmla="*/ 82971 h 359341"/>
                <a:gd name="connsiteX49" fmla="*/ 319755 w 429573"/>
                <a:gd name="connsiteY49" fmla="*/ 84460 h 359341"/>
                <a:gd name="connsiteX50" fmla="*/ 319011 w 429573"/>
                <a:gd name="connsiteY50" fmla="*/ 86692 h 359341"/>
                <a:gd name="connsiteX51" fmla="*/ 316034 w 429573"/>
                <a:gd name="connsiteY51" fmla="*/ 87436 h 359341"/>
                <a:gd name="connsiteX52" fmla="*/ 315290 w 429573"/>
                <a:gd name="connsiteY52" fmla="*/ 89669 h 359341"/>
                <a:gd name="connsiteX53" fmla="*/ 312314 w 429573"/>
                <a:gd name="connsiteY53" fmla="*/ 91157 h 359341"/>
                <a:gd name="connsiteX54" fmla="*/ 311570 w 429573"/>
                <a:gd name="connsiteY54" fmla="*/ 93389 h 359341"/>
                <a:gd name="connsiteX55" fmla="*/ 309756 w 429573"/>
                <a:gd name="connsiteY55" fmla="*/ 93715 h 359341"/>
                <a:gd name="connsiteX56" fmla="*/ 307849 w 429573"/>
                <a:gd name="connsiteY56" fmla="*/ 94134 h 359341"/>
                <a:gd name="connsiteX57" fmla="*/ 306361 w 429573"/>
                <a:gd name="connsiteY57" fmla="*/ 97110 h 359341"/>
                <a:gd name="connsiteX58" fmla="*/ 303384 w 429573"/>
                <a:gd name="connsiteY58" fmla="*/ 97854 h 359341"/>
                <a:gd name="connsiteX59" fmla="*/ 302640 w 429573"/>
                <a:gd name="connsiteY59" fmla="*/ 100087 h 359341"/>
                <a:gd name="connsiteX60" fmla="*/ 301198 w 429573"/>
                <a:gd name="connsiteY60" fmla="*/ 100412 h 359341"/>
                <a:gd name="connsiteX61" fmla="*/ 299663 w 429573"/>
                <a:gd name="connsiteY61" fmla="*/ 100831 h 359341"/>
                <a:gd name="connsiteX62" fmla="*/ 298966 w 429573"/>
                <a:gd name="connsiteY62" fmla="*/ 102319 h 359341"/>
                <a:gd name="connsiteX63" fmla="*/ 298175 w 429573"/>
                <a:gd name="connsiteY63" fmla="*/ 103807 h 359341"/>
                <a:gd name="connsiteX64" fmla="*/ 294454 w 429573"/>
                <a:gd name="connsiteY64" fmla="*/ 104551 h 359341"/>
                <a:gd name="connsiteX65" fmla="*/ 293710 w 429573"/>
                <a:gd name="connsiteY65" fmla="*/ 106784 h 359341"/>
                <a:gd name="connsiteX66" fmla="*/ 289245 w 429573"/>
                <a:gd name="connsiteY66" fmla="*/ 107528 h 359341"/>
                <a:gd name="connsiteX67" fmla="*/ 289245 w 429573"/>
                <a:gd name="connsiteY67" fmla="*/ 110505 h 359341"/>
                <a:gd name="connsiteX68" fmla="*/ 285525 w 429573"/>
                <a:gd name="connsiteY68" fmla="*/ 111249 h 359341"/>
                <a:gd name="connsiteX69" fmla="*/ 285199 w 429573"/>
                <a:gd name="connsiteY69" fmla="*/ 112737 h 359341"/>
                <a:gd name="connsiteX70" fmla="*/ 284780 w 429573"/>
                <a:gd name="connsiteY70" fmla="*/ 114225 h 359341"/>
                <a:gd name="connsiteX71" fmla="*/ 280316 w 429573"/>
                <a:gd name="connsiteY71" fmla="*/ 114969 h 359341"/>
                <a:gd name="connsiteX72" fmla="*/ 279572 w 429573"/>
                <a:gd name="connsiteY72" fmla="*/ 117202 h 359341"/>
                <a:gd name="connsiteX73" fmla="*/ 277293 w 429573"/>
                <a:gd name="connsiteY73" fmla="*/ 117946 h 359341"/>
                <a:gd name="connsiteX74" fmla="*/ 275107 w 429573"/>
                <a:gd name="connsiteY74" fmla="*/ 118690 h 359341"/>
                <a:gd name="connsiteX75" fmla="*/ 275107 w 429573"/>
                <a:gd name="connsiteY75" fmla="*/ 120923 h 359341"/>
                <a:gd name="connsiteX76" fmla="*/ 272549 w 429573"/>
                <a:gd name="connsiteY76" fmla="*/ 121109 h 359341"/>
                <a:gd name="connsiteX77" fmla="*/ 269898 w 429573"/>
                <a:gd name="connsiteY77" fmla="*/ 121667 h 359341"/>
                <a:gd name="connsiteX78" fmla="*/ 269154 w 429573"/>
                <a:gd name="connsiteY78" fmla="*/ 124643 h 359341"/>
                <a:gd name="connsiteX79" fmla="*/ 264689 w 429573"/>
                <a:gd name="connsiteY79" fmla="*/ 124643 h 359341"/>
                <a:gd name="connsiteX80" fmla="*/ 264689 w 429573"/>
                <a:gd name="connsiteY80" fmla="*/ 127620 h 359341"/>
                <a:gd name="connsiteX81" fmla="*/ 259480 w 429573"/>
                <a:gd name="connsiteY81" fmla="*/ 129108 h 359341"/>
                <a:gd name="connsiteX82" fmla="*/ 258736 w 429573"/>
                <a:gd name="connsiteY82" fmla="*/ 130596 h 359341"/>
                <a:gd name="connsiteX83" fmla="*/ 256503 w 429573"/>
                <a:gd name="connsiteY83" fmla="*/ 131341 h 359341"/>
                <a:gd name="connsiteX84" fmla="*/ 256364 w 429573"/>
                <a:gd name="connsiteY84" fmla="*/ 134736 h 359341"/>
                <a:gd name="connsiteX85" fmla="*/ 256425 w 429573"/>
                <a:gd name="connsiteY85" fmla="*/ 136599 h 359341"/>
                <a:gd name="connsiteX86" fmla="*/ 256503 w 429573"/>
                <a:gd name="connsiteY86" fmla="*/ 138038 h 359341"/>
                <a:gd name="connsiteX87" fmla="*/ 259383 w 429573"/>
                <a:gd name="connsiteY87" fmla="*/ 138036 h 359341"/>
                <a:gd name="connsiteX88" fmla="*/ 326996 w 429573"/>
                <a:gd name="connsiteY88" fmla="*/ 138000 h 359341"/>
                <a:gd name="connsiteX89" fmla="*/ 335309 w 429573"/>
                <a:gd name="connsiteY89" fmla="*/ 137997 h 359341"/>
                <a:gd name="connsiteX90" fmla="*/ 336981 w 429573"/>
                <a:gd name="connsiteY90" fmla="*/ 137996 h 359341"/>
                <a:gd name="connsiteX91" fmla="*/ 363816 w 429573"/>
                <a:gd name="connsiteY91" fmla="*/ 137980 h 359341"/>
                <a:gd name="connsiteX92" fmla="*/ 391331 w 429573"/>
                <a:gd name="connsiteY92" fmla="*/ 137968 h 359341"/>
                <a:gd name="connsiteX93" fmla="*/ 408323 w 429573"/>
                <a:gd name="connsiteY93" fmla="*/ 137958 h 359341"/>
                <a:gd name="connsiteX94" fmla="*/ 421330 w 429573"/>
                <a:gd name="connsiteY94" fmla="*/ 137954 h 359341"/>
                <a:gd name="connsiteX95" fmla="*/ 426682 w 429573"/>
                <a:gd name="connsiteY95" fmla="*/ 137949 h 359341"/>
                <a:gd name="connsiteX96" fmla="*/ 433954 w 429573"/>
                <a:gd name="connsiteY96" fmla="*/ 137948 h 359341"/>
                <a:gd name="connsiteX97" fmla="*/ 436124 w 429573"/>
                <a:gd name="connsiteY97" fmla="*/ 137942 h 359341"/>
                <a:gd name="connsiteX98" fmla="*/ 441794 w 429573"/>
                <a:gd name="connsiteY98" fmla="*/ 138782 h 359341"/>
                <a:gd name="connsiteX99" fmla="*/ 441890 w 429573"/>
                <a:gd name="connsiteY99" fmla="*/ 145003 h 359341"/>
                <a:gd name="connsiteX100" fmla="*/ 441894 w 429573"/>
                <a:gd name="connsiteY100" fmla="*/ 146979 h 359341"/>
                <a:gd name="connsiteX101" fmla="*/ 441893 w 429573"/>
                <a:gd name="connsiteY101" fmla="*/ 153479 h 359341"/>
                <a:gd name="connsiteX102" fmla="*/ 441895 w 429573"/>
                <a:gd name="connsiteY102" fmla="*/ 157975 h 359341"/>
                <a:gd name="connsiteX103" fmla="*/ 441891 w 429573"/>
                <a:gd name="connsiteY103" fmla="*/ 167411 h 359341"/>
                <a:gd name="connsiteX104" fmla="*/ 441894 w 429573"/>
                <a:gd name="connsiteY104" fmla="*/ 179536 h 359341"/>
                <a:gd name="connsiteX105" fmla="*/ 441894 w 429573"/>
                <a:gd name="connsiteY105" fmla="*/ 188824 h 359341"/>
                <a:gd name="connsiteX106" fmla="*/ 441896 w 429573"/>
                <a:gd name="connsiteY106" fmla="*/ 193296 h 359341"/>
                <a:gd name="connsiteX107" fmla="*/ 441890 w 429573"/>
                <a:gd name="connsiteY107" fmla="*/ 199534 h 359341"/>
                <a:gd name="connsiteX108" fmla="*/ 441895 w 429573"/>
                <a:gd name="connsiteY108" fmla="*/ 201420 h 359341"/>
                <a:gd name="connsiteX109" fmla="*/ 441050 w 429573"/>
                <a:gd name="connsiteY109" fmla="*/ 206499 h 359341"/>
                <a:gd name="connsiteX110" fmla="*/ 433954 w 429573"/>
                <a:gd name="connsiteY110" fmla="*/ 206588 h 359341"/>
                <a:gd name="connsiteX111" fmla="*/ 431669 w 429573"/>
                <a:gd name="connsiteY111" fmla="*/ 206590 h 359341"/>
                <a:gd name="connsiteX112" fmla="*/ 424025 w 429573"/>
                <a:gd name="connsiteY112" fmla="*/ 206583 h 359341"/>
                <a:gd name="connsiteX113" fmla="*/ 418570 w 429573"/>
                <a:gd name="connsiteY113" fmla="*/ 206584 h 359341"/>
                <a:gd name="connsiteX114" fmla="*/ 406794 w 429573"/>
                <a:gd name="connsiteY114" fmla="*/ 206577 h 359341"/>
                <a:gd name="connsiteX115" fmla="*/ 389768 w 429573"/>
                <a:gd name="connsiteY115" fmla="*/ 206569 h 359341"/>
                <a:gd name="connsiteX116" fmla="*/ 362147 w 429573"/>
                <a:gd name="connsiteY116" fmla="*/ 206555 h 359341"/>
                <a:gd name="connsiteX117" fmla="*/ 335309 w 429573"/>
                <a:gd name="connsiteY117" fmla="*/ 206540 h 359341"/>
                <a:gd name="connsiteX118" fmla="*/ 333639 w 429573"/>
                <a:gd name="connsiteY118" fmla="*/ 206539 h 359341"/>
                <a:gd name="connsiteX119" fmla="*/ 325346 w 429573"/>
                <a:gd name="connsiteY119" fmla="*/ 206536 h 359341"/>
                <a:gd name="connsiteX120" fmla="*/ 256503 w 429573"/>
                <a:gd name="connsiteY120" fmla="*/ 206499 h 359341"/>
                <a:gd name="connsiteX121" fmla="*/ 256496 w 429573"/>
                <a:gd name="connsiteY121" fmla="*/ 208135 h 359341"/>
                <a:gd name="connsiteX122" fmla="*/ 256289 w 429573"/>
                <a:gd name="connsiteY122" fmla="*/ 247501 h 359341"/>
                <a:gd name="connsiteX123" fmla="*/ 256189 w 429573"/>
                <a:gd name="connsiteY123" fmla="*/ 266538 h 359341"/>
                <a:gd name="connsiteX124" fmla="*/ 256099 w 429573"/>
                <a:gd name="connsiteY124" fmla="*/ 283125 h 359341"/>
                <a:gd name="connsiteX125" fmla="*/ 256054 w 429573"/>
                <a:gd name="connsiteY125" fmla="*/ 291912 h 359341"/>
                <a:gd name="connsiteX126" fmla="*/ 256007 w 429573"/>
                <a:gd name="connsiteY126" fmla="*/ 300174 h 359341"/>
                <a:gd name="connsiteX127" fmla="*/ 255991 w 429573"/>
                <a:gd name="connsiteY127" fmla="*/ 304671 h 359341"/>
                <a:gd name="connsiteX128" fmla="*/ 255966 w 429573"/>
                <a:gd name="connsiteY128" fmla="*/ 307350 h 359341"/>
                <a:gd name="connsiteX129" fmla="*/ 255954 w 429573"/>
                <a:gd name="connsiteY129" fmla="*/ 309692 h 359341"/>
                <a:gd name="connsiteX130" fmla="*/ 255759 w 429573"/>
                <a:gd name="connsiteY130" fmla="*/ 311423 h 359341"/>
                <a:gd name="connsiteX131" fmla="*/ 254271 w 429573"/>
                <a:gd name="connsiteY131" fmla="*/ 312167 h 359341"/>
                <a:gd name="connsiteX132" fmla="*/ 253855 w 429573"/>
                <a:gd name="connsiteY132" fmla="*/ 319097 h 359341"/>
                <a:gd name="connsiteX133" fmla="*/ 253527 w 429573"/>
                <a:gd name="connsiteY133" fmla="*/ 321096 h 359341"/>
                <a:gd name="connsiteX134" fmla="*/ 251294 w 429573"/>
                <a:gd name="connsiteY134" fmla="*/ 321841 h 359341"/>
                <a:gd name="connsiteX135" fmla="*/ 250783 w 429573"/>
                <a:gd name="connsiteY135" fmla="*/ 324864 h 359341"/>
                <a:gd name="connsiteX136" fmla="*/ 250550 w 429573"/>
                <a:gd name="connsiteY136" fmla="*/ 327794 h 359341"/>
                <a:gd name="connsiteX137" fmla="*/ 248318 w 429573"/>
                <a:gd name="connsiteY137" fmla="*/ 327794 h 359341"/>
                <a:gd name="connsiteX138" fmla="*/ 246829 w 429573"/>
                <a:gd name="connsiteY138" fmla="*/ 332258 h 359341"/>
                <a:gd name="connsiteX139" fmla="*/ 245341 w 429573"/>
                <a:gd name="connsiteY139" fmla="*/ 333003 h 359341"/>
                <a:gd name="connsiteX140" fmla="*/ 245015 w 429573"/>
                <a:gd name="connsiteY140" fmla="*/ 334491 h 359341"/>
                <a:gd name="connsiteX141" fmla="*/ 244597 w 429573"/>
                <a:gd name="connsiteY141" fmla="*/ 335979 h 359341"/>
                <a:gd name="connsiteX142" fmla="*/ 242364 w 429573"/>
                <a:gd name="connsiteY142" fmla="*/ 336723 h 359341"/>
                <a:gd name="connsiteX143" fmla="*/ 241620 w 429573"/>
                <a:gd name="connsiteY143" fmla="*/ 338956 h 359341"/>
                <a:gd name="connsiteX144" fmla="*/ 237900 w 429573"/>
                <a:gd name="connsiteY144" fmla="*/ 340444 h 359341"/>
                <a:gd name="connsiteX145" fmla="*/ 237155 w 429573"/>
                <a:gd name="connsiteY145" fmla="*/ 342676 h 359341"/>
                <a:gd name="connsiteX146" fmla="*/ 234877 w 429573"/>
                <a:gd name="connsiteY146" fmla="*/ 343421 h 359341"/>
                <a:gd name="connsiteX147" fmla="*/ 232691 w 429573"/>
                <a:gd name="connsiteY147" fmla="*/ 344165 h 359341"/>
                <a:gd name="connsiteX148" fmla="*/ 232691 w 429573"/>
                <a:gd name="connsiteY148" fmla="*/ 346397 h 359341"/>
                <a:gd name="connsiteX149" fmla="*/ 225249 w 429573"/>
                <a:gd name="connsiteY149" fmla="*/ 347141 h 359341"/>
                <a:gd name="connsiteX150" fmla="*/ 225249 w 429573"/>
                <a:gd name="connsiteY150" fmla="*/ 350118 h 359341"/>
                <a:gd name="connsiteX151" fmla="*/ 223485 w 429573"/>
                <a:gd name="connsiteY151" fmla="*/ 350202 h 359341"/>
                <a:gd name="connsiteX152" fmla="*/ 221203 w 429573"/>
                <a:gd name="connsiteY152" fmla="*/ 350350 h 359341"/>
                <a:gd name="connsiteX153" fmla="*/ 218927 w 429573"/>
                <a:gd name="connsiteY153" fmla="*/ 350481 h 359341"/>
                <a:gd name="connsiteX154" fmla="*/ 217064 w 429573"/>
                <a:gd name="connsiteY154" fmla="*/ 350862 h 359341"/>
                <a:gd name="connsiteX155" fmla="*/ 216320 w 429573"/>
                <a:gd name="connsiteY155" fmla="*/ 353094 h 359341"/>
                <a:gd name="connsiteX156" fmla="*/ 208300 w 429573"/>
                <a:gd name="connsiteY156" fmla="*/ 353464 h 359341"/>
                <a:gd name="connsiteX157" fmla="*/ 205902 w 429573"/>
                <a:gd name="connsiteY157" fmla="*/ 353839 h 359341"/>
                <a:gd name="connsiteX158" fmla="*/ 205402 w 429573"/>
                <a:gd name="connsiteY158" fmla="*/ 355327 h 359341"/>
                <a:gd name="connsiteX159" fmla="*/ 204413 w 429573"/>
                <a:gd name="connsiteY159" fmla="*/ 356815 h 359341"/>
                <a:gd name="connsiteX160" fmla="*/ 198108 w 429573"/>
                <a:gd name="connsiteY160" fmla="*/ 357190 h 359341"/>
                <a:gd name="connsiteX161" fmla="*/ 196218 w 429573"/>
                <a:gd name="connsiteY161" fmla="*/ 357211 h 359341"/>
                <a:gd name="connsiteX162" fmla="*/ 190228 w 429573"/>
                <a:gd name="connsiteY162" fmla="*/ 357234 h 359341"/>
                <a:gd name="connsiteX163" fmla="*/ 184230 w 429573"/>
                <a:gd name="connsiteY163" fmla="*/ 357264 h 359341"/>
                <a:gd name="connsiteX164" fmla="*/ 180493 w 429573"/>
                <a:gd name="connsiteY164" fmla="*/ 357269 h 359341"/>
                <a:gd name="connsiteX165" fmla="*/ 176136 w 429573"/>
                <a:gd name="connsiteY165" fmla="*/ 357559 h 359341"/>
                <a:gd name="connsiteX166" fmla="*/ 175392 w 429573"/>
                <a:gd name="connsiteY166" fmla="*/ 359792 h 359341"/>
                <a:gd name="connsiteX167" fmla="*/ 171209 w 429573"/>
                <a:gd name="connsiteY167" fmla="*/ 360045 h 359341"/>
                <a:gd name="connsiteX168" fmla="*/ 168500 w 429573"/>
                <a:gd name="connsiteY168" fmla="*/ 360045 h 359341"/>
                <a:gd name="connsiteX169" fmla="*/ 165552 w 429573"/>
                <a:gd name="connsiteY169" fmla="*/ 360010 h 359341"/>
                <a:gd name="connsiteX170" fmla="*/ 162552 w 429573"/>
                <a:gd name="connsiteY170" fmla="*/ 360000 h 359341"/>
                <a:gd name="connsiteX171" fmla="*/ 154643 w 429573"/>
                <a:gd name="connsiteY171" fmla="*/ 359945 h 359341"/>
                <a:gd name="connsiteX172" fmla="*/ 146578 w 429573"/>
                <a:gd name="connsiteY172" fmla="*/ 359901 h 359341"/>
                <a:gd name="connsiteX173" fmla="*/ 130743 w 429573"/>
                <a:gd name="connsiteY173" fmla="*/ 359792 h 359341"/>
                <a:gd name="connsiteX174" fmla="*/ 130470 w 429573"/>
                <a:gd name="connsiteY174" fmla="*/ 358027 h 359341"/>
                <a:gd name="connsiteX175" fmla="*/ 130092 w 429573"/>
                <a:gd name="connsiteY175" fmla="*/ 355745 h 359341"/>
                <a:gd name="connsiteX176" fmla="*/ 129726 w 429573"/>
                <a:gd name="connsiteY176" fmla="*/ 353469 h 359341"/>
                <a:gd name="connsiteX177" fmla="*/ 129255 w 429573"/>
                <a:gd name="connsiteY177" fmla="*/ 351606 h 359341"/>
                <a:gd name="connsiteX178" fmla="*/ 127767 w 429573"/>
                <a:gd name="connsiteY178" fmla="*/ 350862 h 359341"/>
                <a:gd name="connsiteX179" fmla="*/ 127351 w 429573"/>
                <a:gd name="connsiteY179" fmla="*/ 343932 h 359341"/>
                <a:gd name="connsiteX180" fmla="*/ 127023 w 429573"/>
                <a:gd name="connsiteY180" fmla="*/ 341932 h 359341"/>
                <a:gd name="connsiteX181" fmla="*/ 124790 w 429573"/>
                <a:gd name="connsiteY181" fmla="*/ 341188 h 359341"/>
                <a:gd name="connsiteX182" fmla="*/ 124348 w 429573"/>
                <a:gd name="connsiteY182" fmla="*/ 334258 h 359341"/>
                <a:gd name="connsiteX183" fmla="*/ 124046 w 429573"/>
                <a:gd name="connsiteY183" fmla="*/ 332258 h 359341"/>
                <a:gd name="connsiteX184" fmla="*/ 121814 w 429573"/>
                <a:gd name="connsiteY184" fmla="*/ 331514 h 359341"/>
                <a:gd name="connsiteX185" fmla="*/ 121814 w 429573"/>
                <a:gd name="connsiteY185" fmla="*/ 326305 h 359341"/>
                <a:gd name="connsiteX186" fmla="*/ 119581 w 429573"/>
                <a:gd name="connsiteY186" fmla="*/ 323329 h 359341"/>
                <a:gd name="connsiteX187" fmla="*/ 119116 w 429573"/>
                <a:gd name="connsiteY187" fmla="*/ 319562 h 359341"/>
                <a:gd name="connsiteX188" fmla="*/ 118948 w 429573"/>
                <a:gd name="connsiteY188" fmla="*/ 317489 h 359341"/>
                <a:gd name="connsiteX189" fmla="*/ 118837 w 429573"/>
                <a:gd name="connsiteY189" fmla="*/ 315887 h 359341"/>
                <a:gd name="connsiteX190" fmla="*/ 116605 w 429573"/>
                <a:gd name="connsiteY190" fmla="*/ 315887 h 359341"/>
                <a:gd name="connsiteX191" fmla="*/ 116520 w 429573"/>
                <a:gd name="connsiteY191" fmla="*/ 314501 h 359341"/>
                <a:gd name="connsiteX192" fmla="*/ 116372 w 429573"/>
                <a:gd name="connsiteY192" fmla="*/ 312678 h 359341"/>
                <a:gd name="connsiteX193" fmla="*/ 116241 w 429573"/>
                <a:gd name="connsiteY193" fmla="*/ 310873 h 359341"/>
                <a:gd name="connsiteX194" fmla="*/ 113628 w 429573"/>
                <a:gd name="connsiteY194" fmla="*/ 306958 h 359341"/>
                <a:gd name="connsiteX195" fmla="*/ 113628 w 429573"/>
                <a:gd name="connsiteY195" fmla="*/ 301749 h 359341"/>
                <a:gd name="connsiteX196" fmla="*/ 111396 w 429573"/>
                <a:gd name="connsiteY196" fmla="*/ 301749 h 359341"/>
                <a:gd name="connsiteX197" fmla="*/ 110605 w 429573"/>
                <a:gd name="connsiteY197" fmla="*/ 298772 h 359341"/>
                <a:gd name="connsiteX198" fmla="*/ 109907 w 429573"/>
                <a:gd name="connsiteY198" fmla="*/ 295796 h 359341"/>
                <a:gd name="connsiteX199" fmla="*/ 108419 w 429573"/>
                <a:gd name="connsiteY199" fmla="*/ 295796 h 359341"/>
                <a:gd name="connsiteX200" fmla="*/ 108187 w 429573"/>
                <a:gd name="connsiteY200" fmla="*/ 293284 h 359341"/>
                <a:gd name="connsiteX201" fmla="*/ 107675 w 429573"/>
                <a:gd name="connsiteY201" fmla="*/ 290587 h 359341"/>
                <a:gd name="connsiteX202" fmla="*/ 105443 w 429573"/>
                <a:gd name="connsiteY202" fmla="*/ 289098 h 359341"/>
                <a:gd name="connsiteX203" fmla="*/ 106187 w 429573"/>
                <a:gd name="connsiteY203" fmla="*/ 285378 h 359341"/>
                <a:gd name="connsiteX204" fmla="*/ 113491 w 429573"/>
                <a:gd name="connsiteY204" fmla="*/ 284544 h 359341"/>
                <a:gd name="connsiteX205" fmla="*/ 115612 w 429573"/>
                <a:gd name="connsiteY205" fmla="*/ 284541 h 359341"/>
                <a:gd name="connsiteX206" fmla="*/ 117912 w 429573"/>
                <a:gd name="connsiteY206" fmla="*/ 284549 h 359341"/>
                <a:gd name="connsiteX207" fmla="*/ 120355 w 429573"/>
                <a:gd name="connsiteY207" fmla="*/ 284549 h 359341"/>
                <a:gd name="connsiteX208" fmla="*/ 128339 w 429573"/>
                <a:gd name="connsiteY208" fmla="*/ 284561 h 359341"/>
                <a:gd name="connsiteX209" fmla="*/ 133879 w 429573"/>
                <a:gd name="connsiteY209" fmla="*/ 284564 h 359341"/>
                <a:gd name="connsiteX210" fmla="*/ 148453 w 429573"/>
                <a:gd name="connsiteY210" fmla="*/ 284582 h 359341"/>
                <a:gd name="connsiteX211" fmla="*/ 165943 w 429573"/>
                <a:gd name="connsiteY211" fmla="*/ 284599 h 359341"/>
                <a:gd name="connsiteX212" fmla="*/ 192507 w 429573"/>
                <a:gd name="connsiteY212" fmla="*/ 284633 h 359341"/>
                <a:gd name="connsiteX213" fmla="*/ 193251 w 429573"/>
                <a:gd name="connsiteY213" fmla="*/ 207243 h 359341"/>
                <a:gd name="connsiteX214" fmla="*/ 13169 w 429573"/>
                <a:gd name="connsiteY214" fmla="*/ 206499 h 359341"/>
                <a:gd name="connsiteX215" fmla="*/ 12329 w 429573"/>
                <a:gd name="connsiteY215" fmla="*/ 194532 h 359341"/>
                <a:gd name="connsiteX216" fmla="*/ 12325 w 429573"/>
                <a:gd name="connsiteY216" fmla="*/ 192810 h 359341"/>
                <a:gd name="connsiteX217" fmla="*/ 12326 w 429573"/>
                <a:gd name="connsiteY217" fmla="*/ 187235 h 359341"/>
                <a:gd name="connsiteX218" fmla="*/ 12324 w 429573"/>
                <a:gd name="connsiteY218" fmla="*/ 183334 h 359341"/>
                <a:gd name="connsiteX219" fmla="*/ 12328 w 429573"/>
                <a:gd name="connsiteY219" fmla="*/ 175184 h 359341"/>
                <a:gd name="connsiteX220" fmla="*/ 12325 w 429573"/>
                <a:gd name="connsiteY220" fmla="*/ 164750 h 359341"/>
                <a:gd name="connsiteX221" fmla="*/ 12325 w 429573"/>
                <a:gd name="connsiteY221" fmla="*/ 156705 h 359341"/>
                <a:gd name="connsiteX222" fmla="*/ 12324 w 429573"/>
                <a:gd name="connsiteY222" fmla="*/ 152857 h 359341"/>
                <a:gd name="connsiteX223" fmla="*/ 12329 w 429573"/>
                <a:gd name="connsiteY223" fmla="*/ 147483 h 359341"/>
                <a:gd name="connsiteX224" fmla="*/ 12324 w 429573"/>
                <a:gd name="connsiteY224" fmla="*/ 145886 h 359341"/>
                <a:gd name="connsiteX225" fmla="*/ 12425 w 429573"/>
                <a:gd name="connsiteY225" fmla="*/ 141759 h 359341"/>
                <a:gd name="connsiteX226" fmla="*/ 12370 w 429573"/>
                <a:gd name="connsiteY226" fmla="*/ 139763 h 359341"/>
                <a:gd name="connsiteX227" fmla="*/ 13169 w 429573"/>
                <a:gd name="connsiteY227" fmla="*/ 138038 h 359341"/>
                <a:gd name="connsiteX228" fmla="*/ 20095 w 429573"/>
                <a:gd name="connsiteY228" fmla="*/ 137562 h 359341"/>
                <a:gd name="connsiteX229" fmla="*/ 22326 w 429573"/>
                <a:gd name="connsiteY229" fmla="*/ 137543 h 359341"/>
                <a:gd name="connsiteX230" fmla="*/ 29785 w 429573"/>
                <a:gd name="connsiteY230" fmla="*/ 137547 h 359341"/>
                <a:gd name="connsiteX231" fmla="*/ 35107 w 429573"/>
                <a:gd name="connsiteY231" fmla="*/ 137523 h 359341"/>
                <a:gd name="connsiteX232" fmla="*/ 48100 w 429573"/>
                <a:gd name="connsiteY232" fmla="*/ 137509 h 359341"/>
                <a:gd name="connsiteX233" fmla="*/ 63212 w 429573"/>
                <a:gd name="connsiteY233" fmla="*/ 137483 h 359341"/>
                <a:gd name="connsiteX234" fmla="*/ 90165 w 429573"/>
                <a:gd name="connsiteY234" fmla="*/ 137439 h 359341"/>
                <a:gd name="connsiteX235" fmla="*/ 116353 w 429573"/>
                <a:gd name="connsiteY235" fmla="*/ 137407 h 359341"/>
                <a:gd name="connsiteX236" fmla="*/ 117982 w 429573"/>
                <a:gd name="connsiteY236" fmla="*/ 137403 h 359341"/>
                <a:gd name="connsiteX237" fmla="*/ 126074 w 429573"/>
                <a:gd name="connsiteY237" fmla="*/ 137384 h 359341"/>
                <a:gd name="connsiteX238" fmla="*/ 193251 w 429573"/>
                <a:gd name="connsiteY238" fmla="*/ 137294 h 359341"/>
                <a:gd name="connsiteX239" fmla="*/ 193251 w 429573"/>
                <a:gd name="connsiteY239" fmla="*/ 100831 h 359341"/>
                <a:gd name="connsiteX240" fmla="*/ 196228 w 429573"/>
                <a:gd name="connsiteY240" fmla="*/ 100831 h 359341"/>
                <a:gd name="connsiteX241" fmla="*/ 196228 w 429573"/>
                <a:gd name="connsiteY241" fmla="*/ 97110 h 359341"/>
                <a:gd name="connsiteX242" fmla="*/ 197667 w 429573"/>
                <a:gd name="connsiteY242" fmla="*/ 97026 h 359341"/>
                <a:gd name="connsiteX243" fmla="*/ 199530 w 429573"/>
                <a:gd name="connsiteY243" fmla="*/ 96878 h 359341"/>
                <a:gd name="connsiteX244" fmla="*/ 201387 w 429573"/>
                <a:gd name="connsiteY244" fmla="*/ 96747 h 359341"/>
                <a:gd name="connsiteX245" fmla="*/ 202925 w 429573"/>
                <a:gd name="connsiteY245" fmla="*/ 96366 h 359341"/>
                <a:gd name="connsiteX246" fmla="*/ 203669 w 429573"/>
                <a:gd name="connsiteY246" fmla="*/ 94134 h 359341"/>
                <a:gd name="connsiteX247" fmla="*/ 206320 w 429573"/>
                <a:gd name="connsiteY247" fmla="*/ 93389 h 359341"/>
                <a:gd name="connsiteX248" fmla="*/ 208878 w 429573"/>
                <a:gd name="connsiteY248" fmla="*/ 92645 h 359341"/>
                <a:gd name="connsiteX249" fmla="*/ 208878 w 429573"/>
                <a:gd name="connsiteY249" fmla="*/ 90413 h 359341"/>
                <a:gd name="connsiteX250" fmla="*/ 211808 w 429573"/>
                <a:gd name="connsiteY250" fmla="*/ 90227 h 359341"/>
                <a:gd name="connsiteX251" fmla="*/ 214831 w 429573"/>
                <a:gd name="connsiteY251" fmla="*/ 89669 h 359341"/>
                <a:gd name="connsiteX252" fmla="*/ 215575 w 429573"/>
                <a:gd name="connsiteY252" fmla="*/ 86692 h 359341"/>
                <a:gd name="connsiteX253" fmla="*/ 220040 w 429573"/>
                <a:gd name="connsiteY253" fmla="*/ 85948 h 359341"/>
                <a:gd name="connsiteX254" fmla="*/ 220784 w 429573"/>
                <a:gd name="connsiteY254" fmla="*/ 83716 h 359341"/>
                <a:gd name="connsiteX255" fmla="*/ 225249 w 429573"/>
                <a:gd name="connsiteY255" fmla="*/ 82227 h 359341"/>
                <a:gd name="connsiteX256" fmla="*/ 225993 w 429573"/>
                <a:gd name="connsiteY256" fmla="*/ 79995 h 359341"/>
                <a:gd name="connsiteX257" fmla="*/ 230458 w 429573"/>
                <a:gd name="connsiteY257" fmla="*/ 79251 h 359341"/>
                <a:gd name="connsiteX258" fmla="*/ 231202 w 429573"/>
                <a:gd name="connsiteY258" fmla="*/ 77018 h 359341"/>
                <a:gd name="connsiteX259" fmla="*/ 234923 w 429573"/>
                <a:gd name="connsiteY259" fmla="*/ 75530 h 359341"/>
                <a:gd name="connsiteX260" fmla="*/ 235667 w 429573"/>
                <a:gd name="connsiteY260" fmla="*/ 73298 h 359341"/>
                <a:gd name="connsiteX261" fmla="*/ 240132 w 429573"/>
                <a:gd name="connsiteY261" fmla="*/ 72553 h 359341"/>
                <a:gd name="connsiteX262" fmla="*/ 242364 w 429573"/>
                <a:gd name="connsiteY262" fmla="*/ 70321 h 359341"/>
                <a:gd name="connsiteX263" fmla="*/ 240112 w 429573"/>
                <a:gd name="connsiteY263" fmla="*/ 70311 h 359341"/>
                <a:gd name="connsiteX264" fmla="*/ 185935 w 429573"/>
                <a:gd name="connsiteY264" fmla="*/ 70069 h 359341"/>
                <a:gd name="connsiteX265" fmla="*/ 159736 w 429573"/>
                <a:gd name="connsiteY265" fmla="*/ 69951 h 359341"/>
                <a:gd name="connsiteX266" fmla="*/ 136910 w 429573"/>
                <a:gd name="connsiteY266" fmla="*/ 69847 h 359341"/>
                <a:gd name="connsiteX267" fmla="*/ 124815 w 429573"/>
                <a:gd name="connsiteY267" fmla="*/ 69793 h 359341"/>
                <a:gd name="connsiteX268" fmla="*/ 113446 w 429573"/>
                <a:gd name="connsiteY268" fmla="*/ 69740 h 359341"/>
                <a:gd name="connsiteX269" fmla="*/ 109260 w 429573"/>
                <a:gd name="connsiteY269" fmla="*/ 69723 h 359341"/>
                <a:gd name="connsiteX270" fmla="*/ 103571 w 429573"/>
                <a:gd name="connsiteY270" fmla="*/ 69695 h 359341"/>
                <a:gd name="connsiteX271" fmla="*/ 101876 w 429573"/>
                <a:gd name="connsiteY271" fmla="*/ 69692 h 359341"/>
                <a:gd name="connsiteX272" fmla="*/ 97257 w 429573"/>
                <a:gd name="connsiteY272" fmla="*/ 68833 h 359341"/>
                <a:gd name="connsiteX273" fmla="*/ 97161 w 429573"/>
                <a:gd name="connsiteY273" fmla="*/ 63034 h 359341"/>
                <a:gd name="connsiteX274" fmla="*/ 97157 w 429573"/>
                <a:gd name="connsiteY274" fmla="*/ 61193 h 359341"/>
                <a:gd name="connsiteX275" fmla="*/ 97158 w 429573"/>
                <a:gd name="connsiteY275" fmla="*/ 55139 h 359341"/>
                <a:gd name="connsiteX276" fmla="*/ 97156 w 429573"/>
                <a:gd name="connsiteY276" fmla="*/ 50948 h 359341"/>
                <a:gd name="connsiteX277" fmla="*/ 97160 w 429573"/>
                <a:gd name="connsiteY277" fmla="*/ 42152 h 359341"/>
                <a:gd name="connsiteX278" fmla="*/ 97157 w 429573"/>
                <a:gd name="connsiteY278" fmla="*/ 30859 h 359341"/>
                <a:gd name="connsiteX279" fmla="*/ 97157 w 429573"/>
                <a:gd name="connsiteY279" fmla="*/ 22201 h 359341"/>
                <a:gd name="connsiteX280" fmla="*/ 97156 w 429573"/>
                <a:gd name="connsiteY280" fmla="*/ 18036 h 359341"/>
                <a:gd name="connsiteX281" fmla="*/ 97161 w 429573"/>
                <a:gd name="connsiteY281" fmla="*/ 12220 h 359341"/>
                <a:gd name="connsiteX282" fmla="*/ 97156 w 429573"/>
                <a:gd name="connsiteY282" fmla="*/ 10469 h 359341"/>
                <a:gd name="connsiteX283" fmla="*/ 98001 w 429573"/>
                <a:gd name="connsiteY283" fmla="*/ 4837 h 359341"/>
                <a:gd name="connsiteX284" fmla="*/ 101505 w 429573"/>
                <a:gd name="connsiteY284" fmla="*/ 4650 h 359341"/>
                <a:gd name="connsiteX285" fmla="*/ 103816 w 429573"/>
                <a:gd name="connsiteY285" fmla="*/ 4639 h 359341"/>
                <a:gd name="connsiteX286" fmla="*/ 106386 w 429573"/>
                <a:gd name="connsiteY286" fmla="*/ 4649 h 359341"/>
                <a:gd name="connsiteX287" fmla="*/ 109092 w 429573"/>
                <a:gd name="connsiteY287" fmla="*/ 4643 h 359341"/>
                <a:gd name="connsiteX288" fmla="*/ 116562 w 429573"/>
                <a:gd name="connsiteY288" fmla="*/ 4645 h 359341"/>
                <a:gd name="connsiteX289" fmla="*/ 124604 w 429573"/>
                <a:gd name="connsiteY289" fmla="*/ 4638 h 359341"/>
                <a:gd name="connsiteX290" fmla="*/ 138551 w 429573"/>
                <a:gd name="connsiteY290" fmla="*/ 4632 h 359341"/>
                <a:gd name="connsiteX291" fmla="*/ 158721 w 429573"/>
                <a:gd name="connsiteY291" fmla="*/ 4614 h 359341"/>
                <a:gd name="connsiteX292" fmla="*/ 191447 w 429573"/>
                <a:gd name="connsiteY292" fmla="*/ 4570 h 359341"/>
                <a:gd name="connsiteX293" fmla="*/ 193428 w 429573"/>
                <a:gd name="connsiteY293" fmla="*/ 4568 h 359341"/>
                <a:gd name="connsiteX294" fmla="*/ 221256 w 429573"/>
                <a:gd name="connsiteY294" fmla="*/ 4554 h 359341"/>
                <a:gd name="connsiteX295" fmla="*/ 223235 w 429573"/>
                <a:gd name="connsiteY295" fmla="*/ 4553 h 359341"/>
                <a:gd name="connsiteX296" fmla="*/ 225212 w 429573"/>
                <a:gd name="connsiteY296" fmla="*/ 4553 h 359341"/>
                <a:gd name="connsiteX297" fmla="*/ 257810 w 429573"/>
                <a:gd name="connsiteY297" fmla="*/ 4512 h 359341"/>
                <a:gd name="connsiteX298" fmla="*/ 277937 w 429573"/>
                <a:gd name="connsiteY298" fmla="*/ 4502 h 359341"/>
                <a:gd name="connsiteX299" fmla="*/ 291721 w 429573"/>
                <a:gd name="connsiteY299" fmla="*/ 4486 h 359341"/>
                <a:gd name="connsiteX300" fmla="*/ 299683 w 429573"/>
                <a:gd name="connsiteY300" fmla="*/ 4485 h 359341"/>
                <a:gd name="connsiteX301" fmla="*/ 308299 w 429573"/>
                <a:gd name="connsiteY301" fmla="*/ 4469 h 359341"/>
                <a:gd name="connsiteX302" fmla="*/ 310864 w 429573"/>
                <a:gd name="connsiteY302" fmla="*/ 4489 h 359341"/>
                <a:gd name="connsiteX303" fmla="*/ 313181 w 429573"/>
                <a:gd name="connsiteY303" fmla="*/ 4466 h 359341"/>
                <a:gd name="connsiteX304" fmla="*/ 315192 w 429573"/>
                <a:gd name="connsiteY304" fmla="*/ 4465 h 359341"/>
                <a:gd name="connsiteX305" fmla="*/ 316779 w 429573"/>
                <a:gd name="connsiteY305" fmla="*/ 4093 h 359341"/>
                <a:gd name="connsiteX306" fmla="*/ 318267 w 429573"/>
                <a:gd name="connsiteY306" fmla="*/ 1116 h 35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429573" h="359341">
                  <a:moveTo>
                    <a:pt x="318267" y="1116"/>
                  </a:moveTo>
                  <a:cubicBezTo>
                    <a:pt x="320266" y="807"/>
                    <a:pt x="321900" y="699"/>
                    <a:pt x="323894" y="744"/>
                  </a:cubicBezTo>
                  <a:cubicBezTo>
                    <a:pt x="324674" y="727"/>
                    <a:pt x="324674" y="727"/>
                    <a:pt x="325468" y="709"/>
                  </a:cubicBezTo>
                  <a:cubicBezTo>
                    <a:pt x="326967" y="721"/>
                    <a:pt x="326967" y="721"/>
                    <a:pt x="329429" y="1116"/>
                  </a:cubicBezTo>
                  <a:cubicBezTo>
                    <a:pt x="330054" y="2601"/>
                    <a:pt x="330054" y="2601"/>
                    <a:pt x="330173" y="4093"/>
                  </a:cubicBezTo>
                  <a:cubicBezTo>
                    <a:pt x="331158" y="4369"/>
                    <a:pt x="332151" y="4618"/>
                    <a:pt x="333150" y="4837"/>
                  </a:cubicBezTo>
                  <a:cubicBezTo>
                    <a:pt x="333395" y="5573"/>
                    <a:pt x="333641" y="6310"/>
                    <a:pt x="333894" y="7069"/>
                  </a:cubicBezTo>
                  <a:cubicBezTo>
                    <a:pt x="334370" y="7299"/>
                    <a:pt x="334845" y="7530"/>
                    <a:pt x="335336" y="7767"/>
                  </a:cubicBezTo>
                  <a:cubicBezTo>
                    <a:pt x="337232" y="8744"/>
                    <a:pt x="337453" y="9661"/>
                    <a:pt x="338359" y="11534"/>
                  </a:cubicBezTo>
                  <a:cubicBezTo>
                    <a:pt x="339095" y="11779"/>
                    <a:pt x="339832" y="12025"/>
                    <a:pt x="340591" y="12278"/>
                  </a:cubicBezTo>
                  <a:cubicBezTo>
                    <a:pt x="340837" y="13015"/>
                    <a:pt x="341082" y="13751"/>
                    <a:pt x="341335" y="14510"/>
                  </a:cubicBezTo>
                  <a:cubicBezTo>
                    <a:pt x="341826" y="14633"/>
                    <a:pt x="342317" y="14756"/>
                    <a:pt x="342823" y="14883"/>
                  </a:cubicBezTo>
                  <a:cubicBezTo>
                    <a:pt x="343315" y="15005"/>
                    <a:pt x="343806" y="15128"/>
                    <a:pt x="344312" y="15255"/>
                  </a:cubicBezTo>
                  <a:cubicBezTo>
                    <a:pt x="344557" y="15991"/>
                    <a:pt x="344803" y="16728"/>
                    <a:pt x="345056" y="17487"/>
                  </a:cubicBezTo>
                  <a:cubicBezTo>
                    <a:pt x="346418" y="18811"/>
                    <a:pt x="346418" y="18811"/>
                    <a:pt x="348032" y="20092"/>
                  </a:cubicBezTo>
                  <a:cubicBezTo>
                    <a:pt x="350926" y="22448"/>
                    <a:pt x="350926" y="22448"/>
                    <a:pt x="351753" y="24928"/>
                  </a:cubicBezTo>
                  <a:cubicBezTo>
                    <a:pt x="352490" y="25174"/>
                    <a:pt x="353227" y="25420"/>
                    <a:pt x="353986" y="25673"/>
                  </a:cubicBezTo>
                  <a:cubicBezTo>
                    <a:pt x="354231" y="26409"/>
                    <a:pt x="354477" y="27146"/>
                    <a:pt x="354730" y="27905"/>
                  </a:cubicBezTo>
                  <a:cubicBezTo>
                    <a:pt x="355236" y="28012"/>
                    <a:pt x="355743" y="28120"/>
                    <a:pt x="356265" y="28231"/>
                  </a:cubicBezTo>
                  <a:cubicBezTo>
                    <a:pt x="356740" y="28369"/>
                    <a:pt x="357216" y="28507"/>
                    <a:pt x="357706" y="28649"/>
                  </a:cubicBezTo>
                  <a:cubicBezTo>
                    <a:pt x="357706" y="29631"/>
                    <a:pt x="357706" y="30614"/>
                    <a:pt x="357706" y="31626"/>
                  </a:cubicBezTo>
                  <a:cubicBezTo>
                    <a:pt x="359188" y="32141"/>
                    <a:pt x="360677" y="32636"/>
                    <a:pt x="362171" y="33114"/>
                  </a:cubicBezTo>
                  <a:cubicBezTo>
                    <a:pt x="363101" y="34649"/>
                    <a:pt x="363101" y="34649"/>
                    <a:pt x="363659" y="36091"/>
                  </a:cubicBezTo>
                  <a:cubicBezTo>
                    <a:pt x="364151" y="36336"/>
                    <a:pt x="364642" y="36582"/>
                    <a:pt x="365148" y="36835"/>
                  </a:cubicBezTo>
                  <a:cubicBezTo>
                    <a:pt x="365380" y="39021"/>
                    <a:pt x="365380" y="39021"/>
                    <a:pt x="365148" y="41300"/>
                  </a:cubicBezTo>
                  <a:cubicBezTo>
                    <a:pt x="364411" y="41791"/>
                    <a:pt x="363674" y="42282"/>
                    <a:pt x="362915" y="42788"/>
                  </a:cubicBezTo>
                  <a:cubicBezTo>
                    <a:pt x="362670" y="43525"/>
                    <a:pt x="362424" y="44261"/>
                    <a:pt x="362171" y="45020"/>
                  </a:cubicBezTo>
                  <a:cubicBezTo>
                    <a:pt x="361066" y="45366"/>
                    <a:pt x="361066" y="45366"/>
                    <a:pt x="359939" y="45718"/>
                  </a:cubicBezTo>
                  <a:cubicBezTo>
                    <a:pt x="358834" y="46109"/>
                    <a:pt x="358834" y="46109"/>
                    <a:pt x="357706" y="46509"/>
                  </a:cubicBezTo>
                  <a:cubicBezTo>
                    <a:pt x="357139" y="47909"/>
                    <a:pt x="357139" y="47909"/>
                    <a:pt x="356962" y="49485"/>
                  </a:cubicBezTo>
                  <a:cubicBezTo>
                    <a:pt x="355985" y="51159"/>
                    <a:pt x="355985" y="51159"/>
                    <a:pt x="354730" y="52462"/>
                  </a:cubicBezTo>
                  <a:cubicBezTo>
                    <a:pt x="353747" y="52462"/>
                    <a:pt x="352765" y="52462"/>
                    <a:pt x="351753" y="52462"/>
                  </a:cubicBezTo>
                  <a:cubicBezTo>
                    <a:pt x="351753" y="53444"/>
                    <a:pt x="351753" y="54426"/>
                    <a:pt x="351753" y="55438"/>
                  </a:cubicBezTo>
                  <a:cubicBezTo>
                    <a:pt x="350311" y="56229"/>
                    <a:pt x="350311" y="56229"/>
                    <a:pt x="348777" y="56926"/>
                  </a:cubicBezTo>
                  <a:cubicBezTo>
                    <a:pt x="348531" y="57663"/>
                    <a:pt x="348285" y="58400"/>
                    <a:pt x="348032" y="59159"/>
                  </a:cubicBezTo>
                  <a:cubicBezTo>
                    <a:pt x="347296" y="59159"/>
                    <a:pt x="346559" y="59159"/>
                    <a:pt x="345800" y="59159"/>
                  </a:cubicBezTo>
                  <a:cubicBezTo>
                    <a:pt x="345455" y="60057"/>
                    <a:pt x="345455" y="60057"/>
                    <a:pt x="345102" y="60973"/>
                  </a:cubicBezTo>
                  <a:cubicBezTo>
                    <a:pt x="344841" y="61602"/>
                    <a:pt x="344581" y="62231"/>
                    <a:pt x="344312" y="62880"/>
                  </a:cubicBezTo>
                  <a:cubicBezTo>
                    <a:pt x="343325" y="63149"/>
                    <a:pt x="342333" y="63398"/>
                    <a:pt x="341335" y="63624"/>
                  </a:cubicBezTo>
                  <a:cubicBezTo>
                    <a:pt x="341212" y="64130"/>
                    <a:pt x="341090" y="64637"/>
                    <a:pt x="340963" y="65159"/>
                  </a:cubicBezTo>
                  <a:cubicBezTo>
                    <a:pt x="340840" y="65634"/>
                    <a:pt x="340718" y="66110"/>
                    <a:pt x="340591" y="66600"/>
                  </a:cubicBezTo>
                  <a:cubicBezTo>
                    <a:pt x="339609" y="66600"/>
                    <a:pt x="338627" y="66600"/>
                    <a:pt x="337614" y="66600"/>
                  </a:cubicBezTo>
                  <a:cubicBezTo>
                    <a:pt x="337614" y="67583"/>
                    <a:pt x="337614" y="68565"/>
                    <a:pt x="337614" y="69577"/>
                  </a:cubicBezTo>
                  <a:cubicBezTo>
                    <a:pt x="336509" y="69945"/>
                    <a:pt x="336509" y="69945"/>
                    <a:pt x="335382" y="70321"/>
                  </a:cubicBezTo>
                  <a:cubicBezTo>
                    <a:pt x="335136" y="71058"/>
                    <a:pt x="334891" y="71794"/>
                    <a:pt x="334638" y="72553"/>
                  </a:cubicBezTo>
                  <a:cubicBezTo>
                    <a:pt x="333646" y="73050"/>
                    <a:pt x="332654" y="73546"/>
                    <a:pt x="331661" y="74042"/>
                  </a:cubicBezTo>
                  <a:cubicBezTo>
                    <a:pt x="331416" y="74778"/>
                    <a:pt x="331170" y="75515"/>
                    <a:pt x="330917" y="76274"/>
                  </a:cubicBezTo>
                  <a:cubicBezTo>
                    <a:pt x="329679" y="76776"/>
                    <a:pt x="328439" y="77271"/>
                    <a:pt x="327197" y="77762"/>
                  </a:cubicBezTo>
                  <a:cubicBezTo>
                    <a:pt x="325176" y="79503"/>
                    <a:pt x="324327" y="80419"/>
                    <a:pt x="323476" y="82971"/>
                  </a:cubicBezTo>
                  <a:cubicBezTo>
                    <a:pt x="322236" y="83468"/>
                    <a:pt x="320995" y="83964"/>
                    <a:pt x="319755" y="84460"/>
                  </a:cubicBezTo>
                  <a:cubicBezTo>
                    <a:pt x="319510" y="85196"/>
                    <a:pt x="319264" y="85933"/>
                    <a:pt x="319011" y="86692"/>
                  </a:cubicBezTo>
                  <a:cubicBezTo>
                    <a:pt x="318019" y="86940"/>
                    <a:pt x="317027" y="87188"/>
                    <a:pt x="316034" y="87436"/>
                  </a:cubicBezTo>
                  <a:cubicBezTo>
                    <a:pt x="315789" y="88173"/>
                    <a:pt x="315543" y="88910"/>
                    <a:pt x="315290" y="89669"/>
                  </a:cubicBezTo>
                  <a:cubicBezTo>
                    <a:pt x="314298" y="90165"/>
                    <a:pt x="313306" y="90661"/>
                    <a:pt x="312314" y="91157"/>
                  </a:cubicBezTo>
                  <a:cubicBezTo>
                    <a:pt x="312068" y="91894"/>
                    <a:pt x="311823" y="92630"/>
                    <a:pt x="311570" y="93389"/>
                  </a:cubicBezTo>
                  <a:cubicBezTo>
                    <a:pt x="310672" y="93551"/>
                    <a:pt x="310672" y="93551"/>
                    <a:pt x="309756" y="93715"/>
                  </a:cubicBezTo>
                  <a:cubicBezTo>
                    <a:pt x="309126" y="93853"/>
                    <a:pt x="308497" y="93991"/>
                    <a:pt x="307849" y="94134"/>
                  </a:cubicBezTo>
                  <a:cubicBezTo>
                    <a:pt x="307328" y="95113"/>
                    <a:pt x="306831" y="96106"/>
                    <a:pt x="306361" y="97110"/>
                  </a:cubicBezTo>
                  <a:cubicBezTo>
                    <a:pt x="305374" y="97379"/>
                    <a:pt x="304382" y="97629"/>
                    <a:pt x="303384" y="97854"/>
                  </a:cubicBezTo>
                  <a:cubicBezTo>
                    <a:pt x="303138" y="98591"/>
                    <a:pt x="302893" y="99328"/>
                    <a:pt x="302640" y="100087"/>
                  </a:cubicBezTo>
                  <a:cubicBezTo>
                    <a:pt x="302164" y="100194"/>
                    <a:pt x="301688" y="100302"/>
                    <a:pt x="301198" y="100412"/>
                  </a:cubicBezTo>
                  <a:cubicBezTo>
                    <a:pt x="300692" y="100550"/>
                    <a:pt x="300185" y="100688"/>
                    <a:pt x="299663" y="100831"/>
                  </a:cubicBezTo>
                  <a:cubicBezTo>
                    <a:pt x="299433" y="101322"/>
                    <a:pt x="299203" y="101813"/>
                    <a:pt x="298966" y="102319"/>
                  </a:cubicBezTo>
                  <a:cubicBezTo>
                    <a:pt x="298705" y="102810"/>
                    <a:pt x="298444" y="103301"/>
                    <a:pt x="298175" y="103807"/>
                  </a:cubicBezTo>
                  <a:cubicBezTo>
                    <a:pt x="296940" y="104079"/>
                    <a:pt x="295699" y="104328"/>
                    <a:pt x="294454" y="104551"/>
                  </a:cubicBezTo>
                  <a:cubicBezTo>
                    <a:pt x="294209" y="105288"/>
                    <a:pt x="293963" y="106025"/>
                    <a:pt x="293710" y="106784"/>
                  </a:cubicBezTo>
                  <a:cubicBezTo>
                    <a:pt x="291431" y="107296"/>
                    <a:pt x="291431" y="107296"/>
                    <a:pt x="289245" y="107528"/>
                  </a:cubicBezTo>
                  <a:cubicBezTo>
                    <a:pt x="289245" y="108510"/>
                    <a:pt x="289245" y="109493"/>
                    <a:pt x="289245" y="110505"/>
                  </a:cubicBezTo>
                  <a:cubicBezTo>
                    <a:pt x="288006" y="110759"/>
                    <a:pt x="286766" y="111007"/>
                    <a:pt x="285525" y="111249"/>
                  </a:cubicBezTo>
                  <a:cubicBezTo>
                    <a:pt x="285417" y="111740"/>
                    <a:pt x="285310" y="112231"/>
                    <a:pt x="285199" y="112737"/>
                  </a:cubicBezTo>
                  <a:cubicBezTo>
                    <a:pt x="285061" y="113228"/>
                    <a:pt x="284923" y="113719"/>
                    <a:pt x="284780" y="114225"/>
                  </a:cubicBezTo>
                  <a:cubicBezTo>
                    <a:pt x="283298" y="114503"/>
                    <a:pt x="281809" y="114752"/>
                    <a:pt x="280316" y="114969"/>
                  </a:cubicBezTo>
                  <a:cubicBezTo>
                    <a:pt x="280070" y="115706"/>
                    <a:pt x="279825" y="116443"/>
                    <a:pt x="279572" y="117202"/>
                  </a:cubicBezTo>
                  <a:cubicBezTo>
                    <a:pt x="278819" y="117447"/>
                    <a:pt x="278067" y="117693"/>
                    <a:pt x="277293" y="117946"/>
                  </a:cubicBezTo>
                  <a:cubicBezTo>
                    <a:pt x="276571" y="118192"/>
                    <a:pt x="275850" y="118437"/>
                    <a:pt x="275107" y="118690"/>
                  </a:cubicBezTo>
                  <a:cubicBezTo>
                    <a:pt x="275107" y="119427"/>
                    <a:pt x="275107" y="120164"/>
                    <a:pt x="275107" y="120923"/>
                  </a:cubicBezTo>
                  <a:cubicBezTo>
                    <a:pt x="274263" y="120984"/>
                    <a:pt x="273418" y="121045"/>
                    <a:pt x="272549" y="121109"/>
                  </a:cubicBezTo>
                  <a:cubicBezTo>
                    <a:pt x="271674" y="121293"/>
                    <a:pt x="270799" y="121477"/>
                    <a:pt x="269898" y="121667"/>
                  </a:cubicBezTo>
                  <a:cubicBezTo>
                    <a:pt x="269629" y="122653"/>
                    <a:pt x="269379" y="123646"/>
                    <a:pt x="269154" y="124643"/>
                  </a:cubicBezTo>
                  <a:cubicBezTo>
                    <a:pt x="266875" y="124829"/>
                    <a:pt x="266875" y="124829"/>
                    <a:pt x="264689" y="124643"/>
                  </a:cubicBezTo>
                  <a:cubicBezTo>
                    <a:pt x="264689" y="125626"/>
                    <a:pt x="264689" y="126608"/>
                    <a:pt x="264689" y="127620"/>
                  </a:cubicBezTo>
                  <a:cubicBezTo>
                    <a:pt x="262131" y="128457"/>
                    <a:pt x="262131" y="128457"/>
                    <a:pt x="259480" y="129108"/>
                  </a:cubicBezTo>
                  <a:cubicBezTo>
                    <a:pt x="259234" y="129599"/>
                    <a:pt x="258989" y="130090"/>
                    <a:pt x="258736" y="130596"/>
                  </a:cubicBezTo>
                  <a:cubicBezTo>
                    <a:pt x="257999" y="130842"/>
                    <a:pt x="257262" y="131088"/>
                    <a:pt x="256503" y="131341"/>
                  </a:cubicBezTo>
                  <a:cubicBezTo>
                    <a:pt x="256231" y="132926"/>
                    <a:pt x="256231" y="132926"/>
                    <a:pt x="256364" y="134736"/>
                  </a:cubicBezTo>
                  <a:cubicBezTo>
                    <a:pt x="256384" y="135351"/>
                    <a:pt x="256404" y="135965"/>
                    <a:pt x="256425" y="136599"/>
                  </a:cubicBezTo>
                  <a:cubicBezTo>
                    <a:pt x="256451" y="137074"/>
                    <a:pt x="256476" y="137549"/>
                    <a:pt x="256503" y="138038"/>
                  </a:cubicBezTo>
                  <a:cubicBezTo>
                    <a:pt x="257454" y="138037"/>
                    <a:pt x="258404" y="138036"/>
                    <a:pt x="259383" y="138036"/>
                  </a:cubicBezTo>
                  <a:cubicBezTo>
                    <a:pt x="281921" y="138020"/>
                    <a:pt x="304458" y="138007"/>
                    <a:pt x="326996" y="138000"/>
                  </a:cubicBezTo>
                  <a:cubicBezTo>
                    <a:pt x="329767" y="137999"/>
                    <a:pt x="332538" y="137998"/>
                    <a:pt x="335309" y="137997"/>
                  </a:cubicBezTo>
                  <a:cubicBezTo>
                    <a:pt x="335861" y="137997"/>
                    <a:pt x="336413" y="137997"/>
                    <a:pt x="336981" y="137996"/>
                  </a:cubicBezTo>
                  <a:cubicBezTo>
                    <a:pt x="345926" y="137993"/>
                    <a:pt x="354871" y="137987"/>
                    <a:pt x="363816" y="137980"/>
                  </a:cubicBezTo>
                  <a:cubicBezTo>
                    <a:pt x="372988" y="137973"/>
                    <a:pt x="382159" y="137969"/>
                    <a:pt x="391331" y="137968"/>
                  </a:cubicBezTo>
                  <a:cubicBezTo>
                    <a:pt x="396995" y="137967"/>
                    <a:pt x="402659" y="137964"/>
                    <a:pt x="408323" y="137958"/>
                  </a:cubicBezTo>
                  <a:cubicBezTo>
                    <a:pt x="412658" y="137953"/>
                    <a:pt x="416994" y="137953"/>
                    <a:pt x="421330" y="137954"/>
                  </a:cubicBezTo>
                  <a:cubicBezTo>
                    <a:pt x="423114" y="137953"/>
                    <a:pt x="424898" y="137952"/>
                    <a:pt x="426682" y="137949"/>
                  </a:cubicBezTo>
                  <a:cubicBezTo>
                    <a:pt x="429106" y="137945"/>
                    <a:pt x="431530" y="137946"/>
                    <a:pt x="433954" y="137948"/>
                  </a:cubicBezTo>
                  <a:cubicBezTo>
                    <a:pt x="435028" y="137945"/>
                    <a:pt x="435028" y="137945"/>
                    <a:pt x="436124" y="137942"/>
                  </a:cubicBezTo>
                  <a:cubicBezTo>
                    <a:pt x="440965" y="137953"/>
                    <a:pt x="440965" y="137953"/>
                    <a:pt x="441794" y="138782"/>
                  </a:cubicBezTo>
                  <a:cubicBezTo>
                    <a:pt x="441869" y="140861"/>
                    <a:pt x="441895" y="142923"/>
                    <a:pt x="441890" y="145003"/>
                  </a:cubicBezTo>
                  <a:cubicBezTo>
                    <a:pt x="441892" y="145655"/>
                    <a:pt x="441893" y="146307"/>
                    <a:pt x="441894" y="146979"/>
                  </a:cubicBezTo>
                  <a:cubicBezTo>
                    <a:pt x="441898" y="149145"/>
                    <a:pt x="441896" y="151312"/>
                    <a:pt x="441893" y="153479"/>
                  </a:cubicBezTo>
                  <a:cubicBezTo>
                    <a:pt x="441893" y="154977"/>
                    <a:pt x="441894" y="156476"/>
                    <a:pt x="441895" y="157975"/>
                  </a:cubicBezTo>
                  <a:cubicBezTo>
                    <a:pt x="441896" y="161120"/>
                    <a:pt x="441895" y="164266"/>
                    <a:pt x="441891" y="167411"/>
                  </a:cubicBezTo>
                  <a:cubicBezTo>
                    <a:pt x="441887" y="171453"/>
                    <a:pt x="441889" y="175494"/>
                    <a:pt x="441894" y="179536"/>
                  </a:cubicBezTo>
                  <a:cubicBezTo>
                    <a:pt x="441897" y="182632"/>
                    <a:pt x="441896" y="185728"/>
                    <a:pt x="441894" y="188824"/>
                  </a:cubicBezTo>
                  <a:cubicBezTo>
                    <a:pt x="441893" y="190314"/>
                    <a:pt x="441894" y="191805"/>
                    <a:pt x="441896" y="193296"/>
                  </a:cubicBezTo>
                  <a:cubicBezTo>
                    <a:pt x="441897" y="195375"/>
                    <a:pt x="441895" y="197455"/>
                    <a:pt x="441890" y="199534"/>
                  </a:cubicBezTo>
                  <a:cubicBezTo>
                    <a:pt x="441892" y="200156"/>
                    <a:pt x="441893" y="200779"/>
                    <a:pt x="441895" y="201420"/>
                  </a:cubicBezTo>
                  <a:cubicBezTo>
                    <a:pt x="441879" y="205670"/>
                    <a:pt x="441879" y="205670"/>
                    <a:pt x="441050" y="206499"/>
                  </a:cubicBezTo>
                  <a:cubicBezTo>
                    <a:pt x="438680" y="206572"/>
                    <a:pt x="436325" y="206595"/>
                    <a:pt x="433954" y="206588"/>
                  </a:cubicBezTo>
                  <a:cubicBezTo>
                    <a:pt x="433200" y="206589"/>
                    <a:pt x="432446" y="206589"/>
                    <a:pt x="431669" y="206590"/>
                  </a:cubicBezTo>
                  <a:cubicBezTo>
                    <a:pt x="429121" y="206591"/>
                    <a:pt x="426573" y="206587"/>
                    <a:pt x="424025" y="206583"/>
                  </a:cubicBezTo>
                  <a:cubicBezTo>
                    <a:pt x="422206" y="206583"/>
                    <a:pt x="420388" y="206583"/>
                    <a:pt x="418570" y="206584"/>
                  </a:cubicBezTo>
                  <a:cubicBezTo>
                    <a:pt x="414645" y="206584"/>
                    <a:pt x="410719" y="206582"/>
                    <a:pt x="406794" y="206577"/>
                  </a:cubicBezTo>
                  <a:cubicBezTo>
                    <a:pt x="401119" y="206571"/>
                    <a:pt x="395443" y="206569"/>
                    <a:pt x="389768" y="206569"/>
                  </a:cubicBezTo>
                  <a:cubicBezTo>
                    <a:pt x="380561" y="206567"/>
                    <a:pt x="371354" y="206562"/>
                    <a:pt x="362147" y="206555"/>
                  </a:cubicBezTo>
                  <a:cubicBezTo>
                    <a:pt x="353201" y="206548"/>
                    <a:pt x="344255" y="206543"/>
                    <a:pt x="335309" y="206540"/>
                  </a:cubicBezTo>
                  <a:cubicBezTo>
                    <a:pt x="334483" y="206539"/>
                    <a:pt x="334483" y="206539"/>
                    <a:pt x="333639" y="206539"/>
                  </a:cubicBezTo>
                  <a:cubicBezTo>
                    <a:pt x="330875" y="206538"/>
                    <a:pt x="328111" y="206537"/>
                    <a:pt x="325346" y="206536"/>
                  </a:cubicBezTo>
                  <a:cubicBezTo>
                    <a:pt x="302399" y="206528"/>
                    <a:pt x="279451" y="206515"/>
                    <a:pt x="256503" y="206499"/>
                  </a:cubicBezTo>
                  <a:cubicBezTo>
                    <a:pt x="256501" y="207039"/>
                    <a:pt x="256498" y="207579"/>
                    <a:pt x="256496" y="208135"/>
                  </a:cubicBezTo>
                  <a:cubicBezTo>
                    <a:pt x="256435" y="221257"/>
                    <a:pt x="256367" y="234379"/>
                    <a:pt x="256289" y="247501"/>
                  </a:cubicBezTo>
                  <a:cubicBezTo>
                    <a:pt x="256252" y="253847"/>
                    <a:pt x="256217" y="260192"/>
                    <a:pt x="256189" y="266538"/>
                  </a:cubicBezTo>
                  <a:cubicBezTo>
                    <a:pt x="256165" y="272067"/>
                    <a:pt x="256135" y="277596"/>
                    <a:pt x="256099" y="283125"/>
                  </a:cubicBezTo>
                  <a:cubicBezTo>
                    <a:pt x="256080" y="286054"/>
                    <a:pt x="256064" y="288983"/>
                    <a:pt x="256054" y="291912"/>
                  </a:cubicBezTo>
                  <a:cubicBezTo>
                    <a:pt x="256045" y="294666"/>
                    <a:pt x="256028" y="297420"/>
                    <a:pt x="256007" y="300174"/>
                  </a:cubicBezTo>
                  <a:cubicBezTo>
                    <a:pt x="255996" y="301673"/>
                    <a:pt x="255994" y="303172"/>
                    <a:pt x="255991" y="304671"/>
                  </a:cubicBezTo>
                  <a:cubicBezTo>
                    <a:pt x="255983" y="305555"/>
                    <a:pt x="255975" y="306439"/>
                    <a:pt x="255966" y="307350"/>
                  </a:cubicBezTo>
                  <a:cubicBezTo>
                    <a:pt x="255962" y="308123"/>
                    <a:pt x="255958" y="308896"/>
                    <a:pt x="255954" y="309692"/>
                  </a:cubicBezTo>
                  <a:cubicBezTo>
                    <a:pt x="255889" y="310263"/>
                    <a:pt x="255825" y="310834"/>
                    <a:pt x="255759" y="311423"/>
                  </a:cubicBezTo>
                  <a:cubicBezTo>
                    <a:pt x="255268" y="311668"/>
                    <a:pt x="254777" y="311914"/>
                    <a:pt x="254271" y="312167"/>
                  </a:cubicBezTo>
                  <a:cubicBezTo>
                    <a:pt x="254005" y="314478"/>
                    <a:pt x="253940" y="316772"/>
                    <a:pt x="253855" y="319097"/>
                  </a:cubicBezTo>
                  <a:cubicBezTo>
                    <a:pt x="253747" y="319756"/>
                    <a:pt x="253638" y="320416"/>
                    <a:pt x="253527" y="321096"/>
                  </a:cubicBezTo>
                  <a:cubicBezTo>
                    <a:pt x="252790" y="321342"/>
                    <a:pt x="252053" y="321588"/>
                    <a:pt x="251294" y="321841"/>
                  </a:cubicBezTo>
                  <a:cubicBezTo>
                    <a:pt x="250859" y="323244"/>
                    <a:pt x="250859" y="323244"/>
                    <a:pt x="250783" y="324864"/>
                  </a:cubicBezTo>
                  <a:cubicBezTo>
                    <a:pt x="250706" y="325831"/>
                    <a:pt x="250629" y="326797"/>
                    <a:pt x="250550" y="327794"/>
                  </a:cubicBezTo>
                  <a:cubicBezTo>
                    <a:pt x="249813" y="327794"/>
                    <a:pt x="249077" y="327794"/>
                    <a:pt x="248318" y="327794"/>
                  </a:cubicBezTo>
                  <a:cubicBezTo>
                    <a:pt x="247784" y="329269"/>
                    <a:pt x="247289" y="330758"/>
                    <a:pt x="246829" y="332258"/>
                  </a:cubicBezTo>
                  <a:cubicBezTo>
                    <a:pt x="246338" y="332504"/>
                    <a:pt x="245847" y="332750"/>
                    <a:pt x="245341" y="333003"/>
                  </a:cubicBezTo>
                  <a:cubicBezTo>
                    <a:pt x="245234" y="333494"/>
                    <a:pt x="245126" y="333985"/>
                    <a:pt x="245015" y="334491"/>
                  </a:cubicBezTo>
                  <a:cubicBezTo>
                    <a:pt x="244877" y="334982"/>
                    <a:pt x="244739" y="335473"/>
                    <a:pt x="244597" y="335979"/>
                  </a:cubicBezTo>
                  <a:cubicBezTo>
                    <a:pt x="243860" y="336225"/>
                    <a:pt x="243123" y="336470"/>
                    <a:pt x="242364" y="336723"/>
                  </a:cubicBezTo>
                  <a:cubicBezTo>
                    <a:pt x="242119" y="337460"/>
                    <a:pt x="241873" y="338197"/>
                    <a:pt x="241620" y="338956"/>
                  </a:cubicBezTo>
                  <a:cubicBezTo>
                    <a:pt x="240380" y="339452"/>
                    <a:pt x="239140" y="339948"/>
                    <a:pt x="237900" y="340444"/>
                  </a:cubicBezTo>
                  <a:cubicBezTo>
                    <a:pt x="237654" y="341181"/>
                    <a:pt x="237408" y="341917"/>
                    <a:pt x="237155" y="342676"/>
                  </a:cubicBezTo>
                  <a:cubicBezTo>
                    <a:pt x="236403" y="342922"/>
                    <a:pt x="235651" y="343168"/>
                    <a:pt x="234877" y="343421"/>
                  </a:cubicBezTo>
                  <a:cubicBezTo>
                    <a:pt x="234155" y="343666"/>
                    <a:pt x="233434" y="343912"/>
                    <a:pt x="232691" y="344165"/>
                  </a:cubicBezTo>
                  <a:cubicBezTo>
                    <a:pt x="232691" y="344901"/>
                    <a:pt x="232691" y="345638"/>
                    <a:pt x="232691" y="346397"/>
                  </a:cubicBezTo>
                  <a:cubicBezTo>
                    <a:pt x="230235" y="346643"/>
                    <a:pt x="227779" y="346888"/>
                    <a:pt x="225249" y="347141"/>
                  </a:cubicBezTo>
                  <a:cubicBezTo>
                    <a:pt x="225249" y="348124"/>
                    <a:pt x="225249" y="349106"/>
                    <a:pt x="225249" y="350118"/>
                  </a:cubicBezTo>
                  <a:cubicBezTo>
                    <a:pt x="224667" y="350146"/>
                    <a:pt x="224085" y="350173"/>
                    <a:pt x="223485" y="350202"/>
                  </a:cubicBezTo>
                  <a:cubicBezTo>
                    <a:pt x="222732" y="350251"/>
                    <a:pt x="221979" y="350300"/>
                    <a:pt x="221203" y="350350"/>
                  </a:cubicBezTo>
                  <a:cubicBezTo>
                    <a:pt x="220452" y="350394"/>
                    <a:pt x="219701" y="350437"/>
                    <a:pt x="218927" y="350481"/>
                  </a:cubicBezTo>
                  <a:cubicBezTo>
                    <a:pt x="218312" y="350607"/>
                    <a:pt x="217697" y="350733"/>
                    <a:pt x="217064" y="350862"/>
                  </a:cubicBezTo>
                  <a:cubicBezTo>
                    <a:pt x="216818" y="351599"/>
                    <a:pt x="216573" y="352335"/>
                    <a:pt x="216320" y="353094"/>
                  </a:cubicBezTo>
                  <a:cubicBezTo>
                    <a:pt x="213638" y="353416"/>
                    <a:pt x="210999" y="353422"/>
                    <a:pt x="208300" y="353464"/>
                  </a:cubicBezTo>
                  <a:cubicBezTo>
                    <a:pt x="207508" y="353587"/>
                    <a:pt x="206717" y="353711"/>
                    <a:pt x="205902" y="353839"/>
                  </a:cubicBezTo>
                  <a:cubicBezTo>
                    <a:pt x="205737" y="354330"/>
                    <a:pt x="205572" y="354821"/>
                    <a:pt x="205402" y="355327"/>
                  </a:cubicBezTo>
                  <a:cubicBezTo>
                    <a:pt x="205075" y="355818"/>
                    <a:pt x="204749" y="356309"/>
                    <a:pt x="204413" y="356815"/>
                  </a:cubicBezTo>
                  <a:cubicBezTo>
                    <a:pt x="202224" y="357110"/>
                    <a:pt x="200300" y="357212"/>
                    <a:pt x="198108" y="357190"/>
                  </a:cubicBezTo>
                  <a:cubicBezTo>
                    <a:pt x="197173" y="357201"/>
                    <a:pt x="197173" y="357201"/>
                    <a:pt x="196218" y="357211"/>
                  </a:cubicBezTo>
                  <a:cubicBezTo>
                    <a:pt x="194221" y="357233"/>
                    <a:pt x="192225" y="357235"/>
                    <a:pt x="190228" y="357234"/>
                  </a:cubicBezTo>
                  <a:cubicBezTo>
                    <a:pt x="188229" y="357236"/>
                    <a:pt x="186229" y="357243"/>
                    <a:pt x="184230" y="357264"/>
                  </a:cubicBezTo>
                  <a:cubicBezTo>
                    <a:pt x="182985" y="357277"/>
                    <a:pt x="181739" y="357279"/>
                    <a:pt x="180493" y="357269"/>
                  </a:cubicBezTo>
                  <a:cubicBezTo>
                    <a:pt x="178629" y="357260"/>
                    <a:pt x="178629" y="357260"/>
                    <a:pt x="176136" y="357559"/>
                  </a:cubicBezTo>
                  <a:cubicBezTo>
                    <a:pt x="175890" y="358296"/>
                    <a:pt x="175645" y="359033"/>
                    <a:pt x="175392" y="359792"/>
                  </a:cubicBezTo>
                  <a:cubicBezTo>
                    <a:pt x="173607" y="360060"/>
                    <a:pt x="173607" y="360060"/>
                    <a:pt x="171209" y="360045"/>
                  </a:cubicBezTo>
                  <a:cubicBezTo>
                    <a:pt x="170315" y="360045"/>
                    <a:pt x="169421" y="360045"/>
                    <a:pt x="168500" y="360045"/>
                  </a:cubicBezTo>
                  <a:cubicBezTo>
                    <a:pt x="167527" y="360033"/>
                    <a:pt x="166555" y="360022"/>
                    <a:pt x="165552" y="360010"/>
                  </a:cubicBezTo>
                  <a:cubicBezTo>
                    <a:pt x="164552" y="360006"/>
                    <a:pt x="163552" y="360002"/>
                    <a:pt x="162552" y="360000"/>
                  </a:cubicBezTo>
                  <a:cubicBezTo>
                    <a:pt x="159916" y="359992"/>
                    <a:pt x="157280" y="359970"/>
                    <a:pt x="154643" y="359945"/>
                  </a:cubicBezTo>
                  <a:cubicBezTo>
                    <a:pt x="151955" y="359922"/>
                    <a:pt x="149267" y="359912"/>
                    <a:pt x="146578" y="359901"/>
                  </a:cubicBezTo>
                  <a:cubicBezTo>
                    <a:pt x="141300" y="359877"/>
                    <a:pt x="136022" y="359839"/>
                    <a:pt x="130743" y="359792"/>
                  </a:cubicBezTo>
                  <a:cubicBezTo>
                    <a:pt x="130653" y="359209"/>
                    <a:pt x="130563" y="358627"/>
                    <a:pt x="130470" y="358027"/>
                  </a:cubicBezTo>
                  <a:cubicBezTo>
                    <a:pt x="130345" y="357274"/>
                    <a:pt x="130221" y="356521"/>
                    <a:pt x="130092" y="355745"/>
                  </a:cubicBezTo>
                  <a:cubicBezTo>
                    <a:pt x="129971" y="354994"/>
                    <a:pt x="129851" y="354243"/>
                    <a:pt x="129726" y="353469"/>
                  </a:cubicBezTo>
                  <a:cubicBezTo>
                    <a:pt x="129493" y="352547"/>
                    <a:pt x="129493" y="352547"/>
                    <a:pt x="129255" y="351606"/>
                  </a:cubicBezTo>
                  <a:cubicBezTo>
                    <a:pt x="128764" y="351361"/>
                    <a:pt x="128273" y="351115"/>
                    <a:pt x="127767" y="350862"/>
                  </a:cubicBezTo>
                  <a:cubicBezTo>
                    <a:pt x="127501" y="348551"/>
                    <a:pt x="127436" y="346256"/>
                    <a:pt x="127351" y="343932"/>
                  </a:cubicBezTo>
                  <a:cubicBezTo>
                    <a:pt x="127243" y="343272"/>
                    <a:pt x="127134" y="342612"/>
                    <a:pt x="127023" y="341932"/>
                  </a:cubicBezTo>
                  <a:cubicBezTo>
                    <a:pt x="126286" y="341687"/>
                    <a:pt x="125549" y="341441"/>
                    <a:pt x="124790" y="341188"/>
                  </a:cubicBezTo>
                  <a:cubicBezTo>
                    <a:pt x="124440" y="338870"/>
                    <a:pt x="124415" y="336600"/>
                    <a:pt x="124348" y="334258"/>
                  </a:cubicBezTo>
                  <a:cubicBezTo>
                    <a:pt x="124249" y="333598"/>
                    <a:pt x="124149" y="332938"/>
                    <a:pt x="124046" y="332258"/>
                  </a:cubicBezTo>
                  <a:cubicBezTo>
                    <a:pt x="123309" y="332013"/>
                    <a:pt x="122573" y="331767"/>
                    <a:pt x="121814" y="331514"/>
                  </a:cubicBezTo>
                  <a:cubicBezTo>
                    <a:pt x="121721" y="329003"/>
                    <a:pt x="121721" y="329003"/>
                    <a:pt x="121814" y="326305"/>
                  </a:cubicBezTo>
                  <a:cubicBezTo>
                    <a:pt x="121333" y="323985"/>
                    <a:pt x="121333" y="323985"/>
                    <a:pt x="119581" y="323329"/>
                  </a:cubicBezTo>
                  <a:cubicBezTo>
                    <a:pt x="119273" y="321628"/>
                    <a:pt x="119273" y="321628"/>
                    <a:pt x="119116" y="319562"/>
                  </a:cubicBezTo>
                  <a:cubicBezTo>
                    <a:pt x="119033" y="318536"/>
                    <a:pt x="119033" y="318536"/>
                    <a:pt x="118948" y="317489"/>
                  </a:cubicBezTo>
                  <a:cubicBezTo>
                    <a:pt x="118911" y="316961"/>
                    <a:pt x="118875" y="316432"/>
                    <a:pt x="118837" y="315887"/>
                  </a:cubicBezTo>
                  <a:cubicBezTo>
                    <a:pt x="118100" y="315887"/>
                    <a:pt x="117364" y="315887"/>
                    <a:pt x="116605" y="315887"/>
                  </a:cubicBezTo>
                  <a:cubicBezTo>
                    <a:pt x="116563" y="315201"/>
                    <a:pt x="116563" y="315201"/>
                    <a:pt x="116520" y="314501"/>
                  </a:cubicBezTo>
                  <a:cubicBezTo>
                    <a:pt x="116471" y="313899"/>
                    <a:pt x="116423" y="313298"/>
                    <a:pt x="116372" y="312678"/>
                  </a:cubicBezTo>
                  <a:cubicBezTo>
                    <a:pt x="116307" y="311785"/>
                    <a:pt x="116307" y="311785"/>
                    <a:pt x="116241" y="310873"/>
                  </a:cubicBezTo>
                  <a:cubicBezTo>
                    <a:pt x="115792" y="308886"/>
                    <a:pt x="115051" y="308350"/>
                    <a:pt x="113628" y="306958"/>
                  </a:cubicBezTo>
                  <a:cubicBezTo>
                    <a:pt x="113489" y="304214"/>
                    <a:pt x="113489" y="304214"/>
                    <a:pt x="113628" y="301749"/>
                  </a:cubicBezTo>
                  <a:cubicBezTo>
                    <a:pt x="112891" y="301749"/>
                    <a:pt x="112155" y="301749"/>
                    <a:pt x="111396" y="301749"/>
                  </a:cubicBezTo>
                  <a:cubicBezTo>
                    <a:pt x="110904" y="300446"/>
                    <a:pt x="110904" y="300446"/>
                    <a:pt x="110605" y="298772"/>
                  </a:cubicBezTo>
                  <a:cubicBezTo>
                    <a:pt x="110341" y="297146"/>
                    <a:pt x="110341" y="297146"/>
                    <a:pt x="109907" y="295796"/>
                  </a:cubicBezTo>
                  <a:cubicBezTo>
                    <a:pt x="109416" y="295796"/>
                    <a:pt x="108925" y="295796"/>
                    <a:pt x="108419" y="295796"/>
                  </a:cubicBezTo>
                  <a:cubicBezTo>
                    <a:pt x="108342" y="294967"/>
                    <a:pt x="108266" y="294138"/>
                    <a:pt x="108187" y="293284"/>
                  </a:cubicBezTo>
                  <a:cubicBezTo>
                    <a:pt x="107933" y="291949"/>
                    <a:pt x="107933" y="291949"/>
                    <a:pt x="107675" y="290587"/>
                  </a:cubicBezTo>
                  <a:cubicBezTo>
                    <a:pt x="106938" y="290095"/>
                    <a:pt x="106202" y="289604"/>
                    <a:pt x="105443" y="289098"/>
                  </a:cubicBezTo>
                  <a:cubicBezTo>
                    <a:pt x="105443" y="287191"/>
                    <a:pt x="105443" y="287191"/>
                    <a:pt x="106187" y="285378"/>
                  </a:cubicBezTo>
                  <a:cubicBezTo>
                    <a:pt x="108630" y="284681"/>
                    <a:pt x="110961" y="284541"/>
                    <a:pt x="113491" y="284544"/>
                  </a:cubicBezTo>
                  <a:cubicBezTo>
                    <a:pt x="114191" y="284543"/>
                    <a:pt x="114891" y="284542"/>
                    <a:pt x="115612" y="284541"/>
                  </a:cubicBezTo>
                  <a:cubicBezTo>
                    <a:pt x="116371" y="284544"/>
                    <a:pt x="117130" y="284546"/>
                    <a:pt x="117912" y="284549"/>
                  </a:cubicBezTo>
                  <a:cubicBezTo>
                    <a:pt x="119121" y="284549"/>
                    <a:pt x="119121" y="284549"/>
                    <a:pt x="120355" y="284549"/>
                  </a:cubicBezTo>
                  <a:cubicBezTo>
                    <a:pt x="123017" y="284549"/>
                    <a:pt x="125678" y="284555"/>
                    <a:pt x="128339" y="284561"/>
                  </a:cubicBezTo>
                  <a:cubicBezTo>
                    <a:pt x="130186" y="284562"/>
                    <a:pt x="132033" y="284563"/>
                    <a:pt x="133879" y="284564"/>
                  </a:cubicBezTo>
                  <a:cubicBezTo>
                    <a:pt x="138737" y="284567"/>
                    <a:pt x="143595" y="284574"/>
                    <a:pt x="148453" y="284582"/>
                  </a:cubicBezTo>
                  <a:cubicBezTo>
                    <a:pt x="154283" y="284592"/>
                    <a:pt x="160113" y="284595"/>
                    <a:pt x="165943" y="284599"/>
                  </a:cubicBezTo>
                  <a:cubicBezTo>
                    <a:pt x="174798" y="284606"/>
                    <a:pt x="183652" y="284621"/>
                    <a:pt x="192507" y="284633"/>
                  </a:cubicBezTo>
                  <a:cubicBezTo>
                    <a:pt x="192875" y="246325"/>
                    <a:pt x="192875" y="246325"/>
                    <a:pt x="193251" y="207243"/>
                  </a:cubicBezTo>
                  <a:cubicBezTo>
                    <a:pt x="104111" y="206875"/>
                    <a:pt x="104111" y="206875"/>
                    <a:pt x="13169" y="206499"/>
                  </a:cubicBezTo>
                  <a:cubicBezTo>
                    <a:pt x="12658" y="202411"/>
                    <a:pt x="12317" y="198612"/>
                    <a:pt x="12329" y="194532"/>
                  </a:cubicBezTo>
                  <a:cubicBezTo>
                    <a:pt x="12327" y="193964"/>
                    <a:pt x="12326" y="193396"/>
                    <a:pt x="12325" y="192810"/>
                  </a:cubicBezTo>
                  <a:cubicBezTo>
                    <a:pt x="12322" y="190952"/>
                    <a:pt x="12324" y="189094"/>
                    <a:pt x="12326" y="187235"/>
                  </a:cubicBezTo>
                  <a:cubicBezTo>
                    <a:pt x="12326" y="185935"/>
                    <a:pt x="12325" y="184634"/>
                    <a:pt x="12324" y="183334"/>
                  </a:cubicBezTo>
                  <a:cubicBezTo>
                    <a:pt x="12323" y="180617"/>
                    <a:pt x="12324" y="177901"/>
                    <a:pt x="12328" y="175184"/>
                  </a:cubicBezTo>
                  <a:cubicBezTo>
                    <a:pt x="12332" y="171706"/>
                    <a:pt x="12330" y="168228"/>
                    <a:pt x="12325" y="164750"/>
                  </a:cubicBezTo>
                  <a:cubicBezTo>
                    <a:pt x="12323" y="162068"/>
                    <a:pt x="12323" y="159387"/>
                    <a:pt x="12325" y="156705"/>
                  </a:cubicBezTo>
                  <a:cubicBezTo>
                    <a:pt x="12326" y="155422"/>
                    <a:pt x="12325" y="154140"/>
                    <a:pt x="12324" y="152857"/>
                  </a:cubicBezTo>
                  <a:cubicBezTo>
                    <a:pt x="12322" y="151066"/>
                    <a:pt x="12325" y="149274"/>
                    <a:pt x="12329" y="147483"/>
                  </a:cubicBezTo>
                  <a:cubicBezTo>
                    <a:pt x="12327" y="146956"/>
                    <a:pt x="12326" y="146429"/>
                    <a:pt x="12324" y="145886"/>
                  </a:cubicBezTo>
                  <a:cubicBezTo>
                    <a:pt x="12330" y="144510"/>
                    <a:pt x="12376" y="143134"/>
                    <a:pt x="12425" y="141759"/>
                  </a:cubicBezTo>
                  <a:cubicBezTo>
                    <a:pt x="12407" y="141100"/>
                    <a:pt x="12389" y="140441"/>
                    <a:pt x="12370" y="139763"/>
                  </a:cubicBezTo>
                  <a:cubicBezTo>
                    <a:pt x="12766" y="138909"/>
                    <a:pt x="12766" y="138909"/>
                    <a:pt x="13169" y="138038"/>
                  </a:cubicBezTo>
                  <a:cubicBezTo>
                    <a:pt x="15599" y="137645"/>
                    <a:pt x="17654" y="137534"/>
                    <a:pt x="20095" y="137562"/>
                  </a:cubicBezTo>
                  <a:cubicBezTo>
                    <a:pt x="20831" y="137556"/>
                    <a:pt x="21567" y="137550"/>
                    <a:pt x="22326" y="137543"/>
                  </a:cubicBezTo>
                  <a:cubicBezTo>
                    <a:pt x="24812" y="137527"/>
                    <a:pt x="27298" y="137537"/>
                    <a:pt x="29785" y="137547"/>
                  </a:cubicBezTo>
                  <a:cubicBezTo>
                    <a:pt x="31559" y="137541"/>
                    <a:pt x="33333" y="137533"/>
                    <a:pt x="35107" y="137523"/>
                  </a:cubicBezTo>
                  <a:cubicBezTo>
                    <a:pt x="39438" y="137505"/>
                    <a:pt x="43769" y="137503"/>
                    <a:pt x="48100" y="137509"/>
                  </a:cubicBezTo>
                  <a:cubicBezTo>
                    <a:pt x="53137" y="137514"/>
                    <a:pt x="58175" y="137499"/>
                    <a:pt x="63212" y="137483"/>
                  </a:cubicBezTo>
                  <a:cubicBezTo>
                    <a:pt x="72196" y="137454"/>
                    <a:pt x="81180" y="137441"/>
                    <a:pt x="90165" y="137439"/>
                  </a:cubicBezTo>
                  <a:cubicBezTo>
                    <a:pt x="98894" y="137437"/>
                    <a:pt x="107623" y="137427"/>
                    <a:pt x="116353" y="137407"/>
                  </a:cubicBezTo>
                  <a:cubicBezTo>
                    <a:pt x="117159" y="137405"/>
                    <a:pt x="117159" y="137405"/>
                    <a:pt x="117982" y="137403"/>
                  </a:cubicBezTo>
                  <a:cubicBezTo>
                    <a:pt x="120680" y="137397"/>
                    <a:pt x="123377" y="137391"/>
                    <a:pt x="126074" y="137384"/>
                  </a:cubicBezTo>
                  <a:cubicBezTo>
                    <a:pt x="148467" y="137330"/>
                    <a:pt x="170859" y="137306"/>
                    <a:pt x="193251" y="137294"/>
                  </a:cubicBezTo>
                  <a:cubicBezTo>
                    <a:pt x="193251" y="125261"/>
                    <a:pt x="193251" y="113228"/>
                    <a:pt x="193251" y="100831"/>
                  </a:cubicBezTo>
                  <a:cubicBezTo>
                    <a:pt x="194233" y="100831"/>
                    <a:pt x="195216" y="100831"/>
                    <a:pt x="196228" y="100831"/>
                  </a:cubicBezTo>
                  <a:cubicBezTo>
                    <a:pt x="196228" y="99603"/>
                    <a:pt x="196228" y="98375"/>
                    <a:pt x="196228" y="97110"/>
                  </a:cubicBezTo>
                  <a:cubicBezTo>
                    <a:pt x="196703" y="97082"/>
                    <a:pt x="197177" y="97054"/>
                    <a:pt x="197667" y="97026"/>
                  </a:cubicBezTo>
                  <a:cubicBezTo>
                    <a:pt x="198281" y="96977"/>
                    <a:pt x="198896" y="96928"/>
                    <a:pt x="199530" y="96878"/>
                  </a:cubicBezTo>
                  <a:cubicBezTo>
                    <a:pt x="200143" y="96834"/>
                    <a:pt x="200756" y="96791"/>
                    <a:pt x="201387" y="96747"/>
                  </a:cubicBezTo>
                  <a:cubicBezTo>
                    <a:pt x="201895" y="96621"/>
                    <a:pt x="202402" y="96495"/>
                    <a:pt x="202925" y="96366"/>
                  </a:cubicBezTo>
                  <a:cubicBezTo>
                    <a:pt x="203171" y="95629"/>
                    <a:pt x="203416" y="94893"/>
                    <a:pt x="203669" y="94134"/>
                  </a:cubicBezTo>
                  <a:cubicBezTo>
                    <a:pt x="204544" y="93888"/>
                    <a:pt x="205419" y="93642"/>
                    <a:pt x="206320" y="93389"/>
                  </a:cubicBezTo>
                  <a:cubicBezTo>
                    <a:pt x="207164" y="93144"/>
                    <a:pt x="208008" y="92898"/>
                    <a:pt x="208878" y="92645"/>
                  </a:cubicBezTo>
                  <a:cubicBezTo>
                    <a:pt x="208878" y="91909"/>
                    <a:pt x="208878" y="91172"/>
                    <a:pt x="208878" y="90413"/>
                  </a:cubicBezTo>
                  <a:cubicBezTo>
                    <a:pt x="209845" y="90351"/>
                    <a:pt x="210812" y="90290"/>
                    <a:pt x="211808" y="90227"/>
                  </a:cubicBezTo>
                  <a:cubicBezTo>
                    <a:pt x="213436" y="90073"/>
                    <a:pt x="213436" y="90073"/>
                    <a:pt x="214831" y="89669"/>
                  </a:cubicBezTo>
                  <a:cubicBezTo>
                    <a:pt x="215324" y="88195"/>
                    <a:pt x="215324" y="88195"/>
                    <a:pt x="215575" y="86692"/>
                  </a:cubicBezTo>
                  <a:cubicBezTo>
                    <a:pt x="217058" y="86414"/>
                    <a:pt x="218547" y="86166"/>
                    <a:pt x="220040" y="85948"/>
                  </a:cubicBezTo>
                  <a:cubicBezTo>
                    <a:pt x="220286" y="85211"/>
                    <a:pt x="220531" y="84475"/>
                    <a:pt x="220784" y="83716"/>
                  </a:cubicBezTo>
                  <a:cubicBezTo>
                    <a:pt x="222273" y="83219"/>
                    <a:pt x="223761" y="82723"/>
                    <a:pt x="225249" y="82227"/>
                  </a:cubicBezTo>
                  <a:cubicBezTo>
                    <a:pt x="225495" y="81491"/>
                    <a:pt x="225740" y="80754"/>
                    <a:pt x="225993" y="79995"/>
                  </a:cubicBezTo>
                  <a:cubicBezTo>
                    <a:pt x="227482" y="79747"/>
                    <a:pt x="228970" y="79499"/>
                    <a:pt x="230458" y="79251"/>
                  </a:cubicBezTo>
                  <a:cubicBezTo>
                    <a:pt x="230704" y="78514"/>
                    <a:pt x="230949" y="77777"/>
                    <a:pt x="231202" y="77018"/>
                  </a:cubicBezTo>
                  <a:cubicBezTo>
                    <a:pt x="232443" y="76522"/>
                    <a:pt x="233683" y="76026"/>
                    <a:pt x="234923" y="75530"/>
                  </a:cubicBezTo>
                  <a:cubicBezTo>
                    <a:pt x="235169" y="74793"/>
                    <a:pt x="235414" y="74057"/>
                    <a:pt x="235667" y="73298"/>
                  </a:cubicBezTo>
                  <a:cubicBezTo>
                    <a:pt x="237154" y="73039"/>
                    <a:pt x="238642" y="72792"/>
                    <a:pt x="240132" y="72553"/>
                  </a:cubicBezTo>
                  <a:cubicBezTo>
                    <a:pt x="241386" y="71462"/>
                    <a:pt x="241386" y="71462"/>
                    <a:pt x="242364" y="70321"/>
                  </a:cubicBezTo>
                  <a:cubicBezTo>
                    <a:pt x="241249" y="70316"/>
                    <a:pt x="241249" y="70316"/>
                    <a:pt x="240112" y="70311"/>
                  </a:cubicBezTo>
                  <a:cubicBezTo>
                    <a:pt x="222053" y="70235"/>
                    <a:pt x="203994" y="70154"/>
                    <a:pt x="185935" y="70069"/>
                  </a:cubicBezTo>
                  <a:cubicBezTo>
                    <a:pt x="177202" y="70027"/>
                    <a:pt x="168469" y="69988"/>
                    <a:pt x="159736" y="69951"/>
                  </a:cubicBezTo>
                  <a:cubicBezTo>
                    <a:pt x="152127" y="69919"/>
                    <a:pt x="144518" y="69885"/>
                    <a:pt x="136910" y="69847"/>
                  </a:cubicBezTo>
                  <a:cubicBezTo>
                    <a:pt x="132878" y="69827"/>
                    <a:pt x="128847" y="69809"/>
                    <a:pt x="124815" y="69793"/>
                  </a:cubicBezTo>
                  <a:cubicBezTo>
                    <a:pt x="121025" y="69779"/>
                    <a:pt x="117236" y="69761"/>
                    <a:pt x="113446" y="69740"/>
                  </a:cubicBezTo>
                  <a:cubicBezTo>
                    <a:pt x="112051" y="69733"/>
                    <a:pt x="110655" y="69728"/>
                    <a:pt x="109260" y="69723"/>
                  </a:cubicBezTo>
                  <a:cubicBezTo>
                    <a:pt x="107364" y="69717"/>
                    <a:pt x="105468" y="69706"/>
                    <a:pt x="103571" y="69695"/>
                  </a:cubicBezTo>
                  <a:cubicBezTo>
                    <a:pt x="103012" y="69694"/>
                    <a:pt x="102452" y="69693"/>
                    <a:pt x="101876" y="69692"/>
                  </a:cubicBezTo>
                  <a:cubicBezTo>
                    <a:pt x="98086" y="69662"/>
                    <a:pt x="98086" y="69662"/>
                    <a:pt x="97257" y="68833"/>
                  </a:cubicBezTo>
                  <a:cubicBezTo>
                    <a:pt x="97182" y="66893"/>
                    <a:pt x="97156" y="64974"/>
                    <a:pt x="97161" y="63034"/>
                  </a:cubicBezTo>
                  <a:cubicBezTo>
                    <a:pt x="97159" y="62123"/>
                    <a:pt x="97159" y="62123"/>
                    <a:pt x="97157" y="61193"/>
                  </a:cubicBezTo>
                  <a:cubicBezTo>
                    <a:pt x="97154" y="59175"/>
                    <a:pt x="97156" y="57157"/>
                    <a:pt x="97158" y="55139"/>
                  </a:cubicBezTo>
                  <a:cubicBezTo>
                    <a:pt x="97158" y="53742"/>
                    <a:pt x="97157" y="52345"/>
                    <a:pt x="97156" y="50948"/>
                  </a:cubicBezTo>
                  <a:cubicBezTo>
                    <a:pt x="97155" y="48016"/>
                    <a:pt x="97157" y="45084"/>
                    <a:pt x="97160" y="42152"/>
                  </a:cubicBezTo>
                  <a:cubicBezTo>
                    <a:pt x="97164" y="38388"/>
                    <a:pt x="97162" y="34623"/>
                    <a:pt x="97157" y="30859"/>
                  </a:cubicBezTo>
                  <a:cubicBezTo>
                    <a:pt x="97155" y="27973"/>
                    <a:pt x="97156" y="25087"/>
                    <a:pt x="97157" y="22201"/>
                  </a:cubicBezTo>
                  <a:cubicBezTo>
                    <a:pt x="97158" y="20812"/>
                    <a:pt x="97157" y="19424"/>
                    <a:pt x="97156" y="18036"/>
                  </a:cubicBezTo>
                  <a:cubicBezTo>
                    <a:pt x="97154" y="16097"/>
                    <a:pt x="97157" y="14159"/>
                    <a:pt x="97161" y="12220"/>
                  </a:cubicBezTo>
                  <a:cubicBezTo>
                    <a:pt x="97159" y="11642"/>
                    <a:pt x="97158" y="11064"/>
                    <a:pt x="97156" y="10469"/>
                  </a:cubicBezTo>
                  <a:cubicBezTo>
                    <a:pt x="97172" y="6495"/>
                    <a:pt x="97172" y="6495"/>
                    <a:pt x="98001" y="4837"/>
                  </a:cubicBezTo>
                  <a:cubicBezTo>
                    <a:pt x="99495" y="4650"/>
                    <a:pt x="99495" y="4650"/>
                    <a:pt x="101505" y="4650"/>
                  </a:cubicBezTo>
                  <a:cubicBezTo>
                    <a:pt x="102268" y="4646"/>
                    <a:pt x="103031" y="4643"/>
                    <a:pt x="103816" y="4639"/>
                  </a:cubicBezTo>
                  <a:cubicBezTo>
                    <a:pt x="105088" y="4644"/>
                    <a:pt x="105088" y="4644"/>
                    <a:pt x="106386" y="4649"/>
                  </a:cubicBezTo>
                  <a:cubicBezTo>
                    <a:pt x="107279" y="4647"/>
                    <a:pt x="108172" y="4645"/>
                    <a:pt x="109092" y="4643"/>
                  </a:cubicBezTo>
                  <a:cubicBezTo>
                    <a:pt x="111582" y="4638"/>
                    <a:pt x="114072" y="4640"/>
                    <a:pt x="116562" y="4645"/>
                  </a:cubicBezTo>
                  <a:cubicBezTo>
                    <a:pt x="119243" y="4648"/>
                    <a:pt x="121924" y="4643"/>
                    <a:pt x="124604" y="4638"/>
                  </a:cubicBezTo>
                  <a:cubicBezTo>
                    <a:pt x="129253" y="4632"/>
                    <a:pt x="133902" y="4631"/>
                    <a:pt x="138551" y="4632"/>
                  </a:cubicBezTo>
                  <a:cubicBezTo>
                    <a:pt x="145274" y="4635"/>
                    <a:pt x="151997" y="4626"/>
                    <a:pt x="158721" y="4614"/>
                  </a:cubicBezTo>
                  <a:cubicBezTo>
                    <a:pt x="169629" y="4595"/>
                    <a:pt x="180538" y="4580"/>
                    <a:pt x="191447" y="4570"/>
                  </a:cubicBezTo>
                  <a:cubicBezTo>
                    <a:pt x="192428" y="4569"/>
                    <a:pt x="192428" y="4569"/>
                    <a:pt x="193428" y="4568"/>
                  </a:cubicBezTo>
                  <a:cubicBezTo>
                    <a:pt x="202704" y="4560"/>
                    <a:pt x="211980" y="4556"/>
                    <a:pt x="221256" y="4554"/>
                  </a:cubicBezTo>
                  <a:cubicBezTo>
                    <a:pt x="221909" y="4554"/>
                    <a:pt x="222562" y="4553"/>
                    <a:pt x="223235" y="4553"/>
                  </a:cubicBezTo>
                  <a:cubicBezTo>
                    <a:pt x="224214" y="4553"/>
                    <a:pt x="224214" y="4553"/>
                    <a:pt x="225212" y="4553"/>
                  </a:cubicBezTo>
                  <a:cubicBezTo>
                    <a:pt x="236079" y="4550"/>
                    <a:pt x="246944" y="4536"/>
                    <a:pt x="257810" y="4512"/>
                  </a:cubicBezTo>
                  <a:cubicBezTo>
                    <a:pt x="264519" y="4498"/>
                    <a:pt x="271228" y="4494"/>
                    <a:pt x="277937" y="4502"/>
                  </a:cubicBezTo>
                  <a:cubicBezTo>
                    <a:pt x="282532" y="4506"/>
                    <a:pt x="287126" y="4500"/>
                    <a:pt x="291721" y="4486"/>
                  </a:cubicBezTo>
                  <a:cubicBezTo>
                    <a:pt x="294375" y="4478"/>
                    <a:pt x="297029" y="4475"/>
                    <a:pt x="299683" y="4485"/>
                  </a:cubicBezTo>
                  <a:cubicBezTo>
                    <a:pt x="302555" y="4495"/>
                    <a:pt x="305427" y="4483"/>
                    <a:pt x="308299" y="4469"/>
                  </a:cubicBezTo>
                  <a:cubicBezTo>
                    <a:pt x="309145" y="4475"/>
                    <a:pt x="309992" y="4482"/>
                    <a:pt x="310864" y="4489"/>
                  </a:cubicBezTo>
                  <a:cubicBezTo>
                    <a:pt x="311628" y="4482"/>
                    <a:pt x="312393" y="4474"/>
                    <a:pt x="313181" y="4466"/>
                  </a:cubicBezTo>
                  <a:cubicBezTo>
                    <a:pt x="313844" y="4466"/>
                    <a:pt x="314508" y="4466"/>
                    <a:pt x="315192" y="4465"/>
                  </a:cubicBezTo>
                  <a:cubicBezTo>
                    <a:pt x="315715" y="4342"/>
                    <a:pt x="316239" y="4219"/>
                    <a:pt x="316779" y="4093"/>
                  </a:cubicBezTo>
                  <a:cubicBezTo>
                    <a:pt x="317309" y="3118"/>
                    <a:pt x="317807" y="2125"/>
                    <a:pt x="318267" y="1116"/>
                  </a:cubicBezTo>
                  <a:close/>
                </a:path>
              </a:pathLst>
            </a:custGeom>
            <a:grpFill/>
            <a:ln w="744" cap="flat">
              <a:noFill/>
              <a:prstDash val="solid"/>
              <a:miter/>
            </a:ln>
          </p:spPr>
          <p:txBody>
            <a:bodyPr rtlCol="0" anchor="ctr"/>
            <a:lstStyle/>
            <a:p>
              <a:endParaRPr lang="zh-CN" altLang="en-US"/>
            </a:p>
          </p:txBody>
        </p:sp>
        <p:sp>
          <p:nvSpPr>
            <p:cNvPr id="154" name="任意多边形: 形状 153"/>
            <p:cNvSpPr/>
            <p:nvPr/>
          </p:nvSpPr>
          <p:spPr>
            <a:xfrm>
              <a:off x="8992083" y="631439"/>
              <a:ext cx="188267" cy="502494"/>
            </a:xfrm>
            <a:custGeom>
              <a:avLst/>
              <a:gdLst>
                <a:gd name="connsiteX0" fmla="*/ 126694 w 188268"/>
                <a:gd name="connsiteY0" fmla="*/ 252150 h 502480"/>
                <a:gd name="connsiteX1" fmla="*/ 124823 w 188268"/>
                <a:gd name="connsiteY1" fmla="*/ 252168 h 502480"/>
                <a:gd name="connsiteX2" fmla="*/ 122709 w 188268"/>
                <a:gd name="connsiteY2" fmla="*/ 252162 h 502480"/>
                <a:gd name="connsiteX3" fmla="*/ 120409 w 188268"/>
                <a:gd name="connsiteY3" fmla="*/ 252213 h 502480"/>
                <a:gd name="connsiteX4" fmla="*/ 113148 w 188268"/>
                <a:gd name="connsiteY4" fmla="*/ 252281 h 502480"/>
                <a:gd name="connsiteX5" fmla="*/ 108090 w 188268"/>
                <a:gd name="connsiteY5" fmla="*/ 252342 h 502480"/>
                <a:gd name="connsiteX6" fmla="*/ 98529 w 188268"/>
                <a:gd name="connsiteY6" fmla="*/ 252423 h 502480"/>
                <a:gd name="connsiteX7" fmla="*/ 96415 w 188268"/>
                <a:gd name="connsiteY7" fmla="*/ 252459 h 502480"/>
                <a:gd name="connsiteX8" fmla="*/ 92291 w 188268"/>
                <a:gd name="connsiteY8" fmla="*/ 257012 h 502480"/>
                <a:gd name="connsiteX9" fmla="*/ 92298 w 188268"/>
                <a:gd name="connsiteY9" fmla="*/ 258614 h 502480"/>
                <a:gd name="connsiteX10" fmla="*/ 92299 w 188268"/>
                <a:gd name="connsiteY10" fmla="*/ 263989 h 502480"/>
                <a:gd name="connsiteX11" fmla="*/ 92303 w 188268"/>
                <a:gd name="connsiteY11" fmla="*/ 267945 h 502480"/>
                <a:gd name="connsiteX12" fmla="*/ 92309 w 188268"/>
                <a:gd name="connsiteY12" fmla="*/ 278691 h 502480"/>
                <a:gd name="connsiteX13" fmla="*/ 92317 w 188268"/>
                <a:gd name="connsiteY13" fmla="*/ 290132 h 502480"/>
                <a:gd name="connsiteX14" fmla="*/ 92331 w 188268"/>
                <a:gd name="connsiteY14" fmla="*/ 311738 h 502480"/>
                <a:gd name="connsiteX15" fmla="*/ 92349 w 188268"/>
                <a:gd name="connsiteY15" fmla="*/ 336505 h 502480"/>
                <a:gd name="connsiteX16" fmla="*/ 92382 w 188268"/>
                <a:gd name="connsiteY16" fmla="*/ 384717 h 502480"/>
                <a:gd name="connsiteX17" fmla="*/ 92387 w 188268"/>
                <a:gd name="connsiteY17" fmla="*/ 390268 h 502480"/>
                <a:gd name="connsiteX18" fmla="*/ 92387 w 188268"/>
                <a:gd name="connsiteY18" fmla="*/ 393245 h 502480"/>
                <a:gd name="connsiteX19" fmla="*/ 105313 w 188268"/>
                <a:gd name="connsiteY19" fmla="*/ 393281 h 502480"/>
                <a:gd name="connsiteX20" fmla="*/ 110572 w 188268"/>
                <a:gd name="connsiteY20" fmla="*/ 393291 h 502480"/>
                <a:gd name="connsiteX21" fmla="*/ 118352 w 188268"/>
                <a:gd name="connsiteY21" fmla="*/ 393314 h 502480"/>
                <a:gd name="connsiteX22" fmla="*/ 120801 w 188268"/>
                <a:gd name="connsiteY22" fmla="*/ 393317 h 502480"/>
                <a:gd name="connsiteX23" fmla="*/ 123207 w 188268"/>
                <a:gd name="connsiteY23" fmla="*/ 393329 h 502480"/>
                <a:gd name="connsiteX24" fmla="*/ 125419 w 188268"/>
                <a:gd name="connsiteY24" fmla="*/ 393329 h 502480"/>
                <a:gd name="connsiteX25" fmla="*/ 127377 w 188268"/>
                <a:gd name="connsiteY25" fmla="*/ 393334 h 502480"/>
                <a:gd name="connsiteX26" fmla="*/ 129594 w 188268"/>
                <a:gd name="connsiteY26" fmla="*/ 392501 h 502480"/>
                <a:gd name="connsiteX27" fmla="*/ 128761 w 188268"/>
                <a:gd name="connsiteY27" fmla="*/ 387088 h 502480"/>
                <a:gd name="connsiteX28" fmla="*/ 128766 w 188268"/>
                <a:gd name="connsiteY28" fmla="*/ 384134 h 502480"/>
                <a:gd name="connsiteX29" fmla="*/ 128772 w 188268"/>
                <a:gd name="connsiteY29" fmla="*/ 378913 h 502480"/>
                <a:gd name="connsiteX30" fmla="*/ 128780 w 188268"/>
                <a:gd name="connsiteY30" fmla="*/ 375083 h 502480"/>
                <a:gd name="connsiteX31" fmla="*/ 128789 w 188268"/>
                <a:gd name="connsiteY31" fmla="*/ 366833 h 502480"/>
                <a:gd name="connsiteX32" fmla="*/ 128811 w 188268"/>
                <a:gd name="connsiteY32" fmla="*/ 353560 h 502480"/>
                <a:gd name="connsiteX33" fmla="*/ 128850 w 188268"/>
                <a:gd name="connsiteY33" fmla="*/ 322970 h 502480"/>
                <a:gd name="connsiteX34" fmla="*/ 128888 w 188268"/>
                <a:gd name="connsiteY34" fmla="*/ 294641 h 502480"/>
                <a:gd name="connsiteX35" fmla="*/ 128906 w 188268"/>
                <a:gd name="connsiteY35" fmla="*/ 281294 h 502480"/>
                <a:gd name="connsiteX36" fmla="*/ 128920 w 188268"/>
                <a:gd name="connsiteY36" fmla="*/ 272850 h 502480"/>
                <a:gd name="connsiteX37" fmla="*/ 128923 w 188268"/>
                <a:gd name="connsiteY37" fmla="*/ 268926 h 502480"/>
                <a:gd name="connsiteX38" fmla="*/ 128935 w 188268"/>
                <a:gd name="connsiteY38" fmla="*/ 263459 h 502480"/>
                <a:gd name="connsiteX39" fmla="*/ 128935 w 188268"/>
                <a:gd name="connsiteY39" fmla="*/ 261807 h 502480"/>
                <a:gd name="connsiteX40" fmla="*/ 128106 w 188268"/>
                <a:gd name="connsiteY40" fmla="*/ 252602 h 502480"/>
                <a:gd name="connsiteX41" fmla="*/ 126694 w 188268"/>
                <a:gd name="connsiteY41" fmla="*/ 252150 h 502480"/>
                <a:gd name="connsiteX42" fmla="*/ 11162 w 188268"/>
                <a:gd name="connsiteY42" fmla="*/ 0 h 502480"/>
                <a:gd name="connsiteX43" fmla="*/ 188268 w 188268"/>
                <a:gd name="connsiteY43" fmla="*/ 0 h 502480"/>
                <a:gd name="connsiteX44" fmla="*/ 188268 w 188268"/>
                <a:gd name="connsiteY44" fmla="*/ 71437 h 502480"/>
                <a:gd name="connsiteX45" fmla="*/ 117574 w 188268"/>
                <a:gd name="connsiteY45" fmla="*/ 71437 h 502480"/>
                <a:gd name="connsiteX46" fmla="*/ 117574 w 188268"/>
                <a:gd name="connsiteY46" fmla="*/ 87064 h 502480"/>
                <a:gd name="connsiteX47" fmla="*/ 115342 w 188268"/>
                <a:gd name="connsiteY47" fmla="*/ 87809 h 502480"/>
                <a:gd name="connsiteX48" fmla="*/ 114961 w 188268"/>
                <a:gd name="connsiteY48" fmla="*/ 91137 h 502480"/>
                <a:gd name="connsiteX49" fmla="*/ 114881 w 188268"/>
                <a:gd name="connsiteY49" fmla="*/ 93164 h 502480"/>
                <a:gd name="connsiteX50" fmla="*/ 114830 w 188268"/>
                <a:gd name="connsiteY50" fmla="*/ 95296 h 502480"/>
                <a:gd name="connsiteX51" fmla="*/ 114753 w 188268"/>
                <a:gd name="connsiteY51" fmla="*/ 97437 h 502480"/>
                <a:gd name="connsiteX52" fmla="*/ 114598 w 188268"/>
                <a:gd name="connsiteY52" fmla="*/ 102691 h 502480"/>
                <a:gd name="connsiteX53" fmla="*/ 112365 w 188268"/>
                <a:gd name="connsiteY53" fmla="*/ 102691 h 502480"/>
                <a:gd name="connsiteX54" fmla="*/ 112255 w 188268"/>
                <a:gd name="connsiteY54" fmla="*/ 105595 h 502480"/>
                <a:gd name="connsiteX55" fmla="*/ 112086 w 188268"/>
                <a:gd name="connsiteY55" fmla="*/ 109342 h 502480"/>
                <a:gd name="connsiteX56" fmla="*/ 112016 w 188268"/>
                <a:gd name="connsiteY56" fmla="*/ 111259 h 502480"/>
                <a:gd name="connsiteX57" fmla="*/ 111929 w 188268"/>
                <a:gd name="connsiteY57" fmla="*/ 113083 h 502480"/>
                <a:gd name="connsiteX58" fmla="*/ 111858 w 188268"/>
                <a:gd name="connsiteY58" fmla="*/ 114772 h 502480"/>
                <a:gd name="connsiteX59" fmla="*/ 111621 w 188268"/>
                <a:gd name="connsiteY59" fmla="*/ 116086 h 502480"/>
                <a:gd name="connsiteX60" fmla="*/ 110133 w 188268"/>
                <a:gd name="connsiteY60" fmla="*/ 116830 h 502480"/>
                <a:gd name="connsiteX61" fmla="*/ 109668 w 188268"/>
                <a:gd name="connsiteY61" fmla="*/ 123202 h 502480"/>
                <a:gd name="connsiteX62" fmla="*/ 109581 w 188268"/>
                <a:gd name="connsiteY62" fmla="*/ 125020 h 502480"/>
                <a:gd name="connsiteX63" fmla="*/ 109389 w 188268"/>
                <a:gd name="connsiteY63" fmla="*/ 129480 h 502480"/>
                <a:gd name="connsiteX64" fmla="*/ 107156 w 188268"/>
                <a:gd name="connsiteY64" fmla="*/ 128736 h 502480"/>
                <a:gd name="connsiteX65" fmla="*/ 107072 w 188268"/>
                <a:gd name="connsiteY65" fmla="*/ 131451 h 502480"/>
                <a:gd name="connsiteX66" fmla="*/ 106924 w 188268"/>
                <a:gd name="connsiteY66" fmla="*/ 134968 h 502480"/>
                <a:gd name="connsiteX67" fmla="*/ 106873 w 188268"/>
                <a:gd name="connsiteY67" fmla="*/ 136759 h 502480"/>
                <a:gd name="connsiteX68" fmla="*/ 106412 w 188268"/>
                <a:gd name="connsiteY68" fmla="*/ 141387 h 502480"/>
                <a:gd name="connsiteX69" fmla="*/ 104180 w 188268"/>
                <a:gd name="connsiteY69" fmla="*/ 142875 h 502480"/>
                <a:gd name="connsiteX70" fmla="*/ 103761 w 188268"/>
                <a:gd name="connsiteY70" fmla="*/ 148503 h 502480"/>
                <a:gd name="connsiteX71" fmla="*/ 103436 w 188268"/>
                <a:gd name="connsiteY71" fmla="*/ 154037 h 502480"/>
                <a:gd name="connsiteX72" fmla="*/ 101947 w 188268"/>
                <a:gd name="connsiteY72" fmla="*/ 154781 h 502480"/>
                <a:gd name="connsiteX73" fmla="*/ 101532 w 188268"/>
                <a:gd name="connsiteY73" fmla="*/ 162874 h 502480"/>
                <a:gd name="connsiteX74" fmla="*/ 101203 w 188268"/>
                <a:gd name="connsiteY74" fmla="*/ 165199 h 502480"/>
                <a:gd name="connsiteX75" fmla="*/ 98971 w 188268"/>
                <a:gd name="connsiteY75" fmla="*/ 165943 h 502480"/>
                <a:gd name="connsiteX76" fmla="*/ 98459 w 188268"/>
                <a:gd name="connsiteY76" fmla="*/ 170827 h 502480"/>
                <a:gd name="connsiteX77" fmla="*/ 98311 w 188268"/>
                <a:gd name="connsiteY77" fmla="*/ 173527 h 502480"/>
                <a:gd name="connsiteX78" fmla="*/ 98227 w 188268"/>
                <a:gd name="connsiteY78" fmla="*/ 175617 h 502480"/>
                <a:gd name="connsiteX79" fmla="*/ 96738 w 188268"/>
                <a:gd name="connsiteY79" fmla="*/ 175617 h 502480"/>
                <a:gd name="connsiteX80" fmla="*/ 95901 w 188268"/>
                <a:gd name="connsiteY80" fmla="*/ 178594 h 502480"/>
                <a:gd name="connsiteX81" fmla="*/ 95523 w 188268"/>
                <a:gd name="connsiteY81" fmla="*/ 180268 h 502480"/>
                <a:gd name="connsiteX82" fmla="*/ 95250 w 188268"/>
                <a:gd name="connsiteY82" fmla="*/ 181570 h 502480"/>
                <a:gd name="connsiteX83" fmla="*/ 97482 w 188268"/>
                <a:gd name="connsiteY83" fmla="*/ 180826 h 502480"/>
                <a:gd name="connsiteX84" fmla="*/ 100933 w 188268"/>
                <a:gd name="connsiteY84" fmla="*/ 180727 h 502480"/>
                <a:gd name="connsiteX85" fmla="*/ 103080 w 188268"/>
                <a:gd name="connsiteY85" fmla="*/ 180717 h 502480"/>
                <a:gd name="connsiteX86" fmla="*/ 105431 w 188268"/>
                <a:gd name="connsiteY86" fmla="*/ 180718 h 502480"/>
                <a:gd name="connsiteX87" fmla="*/ 107910 w 188268"/>
                <a:gd name="connsiteY87" fmla="*/ 180710 h 502480"/>
                <a:gd name="connsiteX88" fmla="*/ 116042 w 188268"/>
                <a:gd name="connsiteY88" fmla="*/ 180701 h 502480"/>
                <a:gd name="connsiteX89" fmla="*/ 121678 w 188268"/>
                <a:gd name="connsiteY89" fmla="*/ 180694 h 502480"/>
                <a:gd name="connsiteX90" fmla="*/ 133495 w 188268"/>
                <a:gd name="connsiteY90" fmla="*/ 180688 h 502480"/>
                <a:gd name="connsiteX91" fmla="*/ 147167 w 188268"/>
                <a:gd name="connsiteY91" fmla="*/ 180669 h 502480"/>
                <a:gd name="connsiteX92" fmla="*/ 160311 w 188268"/>
                <a:gd name="connsiteY92" fmla="*/ 180656 h 502480"/>
                <a:gd name="connsiteX93" fmla="*/ 165908 w 188268"/>
                <a:gd name="connsiteY93" fmla="*/ 180646 h 502480"/>
                <a:gd name="connsiteX94" fmla="*/ 173718 w 188268"/>
                <a:gd name="connsiteY94" fmla="*/ 180645 h 502480"/>
                <a:gd name="connsiteX95" fmla="*/ 176074 w 188268"/>
                <a:gd name="connsiteY95" fmla="*/ 180633 h 502480"/>
                <a:gd name="connsiteX96" fmla="*/ 178214 w 188268"/>
                <a:gd name="connsiteY96" fmla="*/ 180642 h 502480"/>
                <a:gd name="connsiteX97" fmla="*/ 180080 w 188268"/>
                <a:gd name="connsiteY97" fmla="*/ 180641 h 502480"/>
                <a:gd name="connsiteX98" fmla="*/ 183059 w 188268"/>
                <a:gd name="connsiteY98" fmla="*/ 182314 h 502480"/>
                <a:gd name="connsiteX99" fmla="*/ 183246 w 188268"/>
                <a:gd name="connsiteY99" fmla="*/ 186842 h 502480"/>
                <a:gd name="connsiteX100" fmla="*/ 183258 w 188268"/>
                <a:gd name="connsiteY100" fmla="*/ 189787 h 502480"/>
                <a:gd name="connsiteX101" fmla="*/ 183248 w 188268"/>
                <a:gd name="connsiteY101" fmla="*/ 193054 h 502480"/>
                <a:gd name="connsiteX102" fmla="*/ 183255 w 188268"/>
                <a:gd name="connsiteY102" fmla="*/ 196500 h 502480"/>
                <a:gd name="connsiteX103" fmla="*/ 183253 w 188268"/>
                <a:gd name="connsiteY103" fmla="*/ 206005 h 502480"/>
                <a:gd name="connsiteX104" fmla="*/ 183259 w 188268"/>
                <a:gd name="connsiteY104" fmla="*/ 216242 h 502480"/>
                <a:gd name="connsiteX105" fmla="*/ 183260 w 188268"/>
                <a:gd name="connsiteY105" fmla="*/ 236310 h 502480"/>
                <a:gd name="connsiteX106" fmla="*/ 183258 w 188268"/>
                <a:gd name="connsiteY106" fmla="*/ 252611 h 502480"/>
                <a:gd name="connsiteX107" fmla="*/ 183258 w 188268"/>
                <a:gd name="connsiteY107" fmla="*/ 254950 h 502480"/>
                <a:gd name="connsiteX108" fmla="*/ 183260 w 188268"/>
                <a:gd name="connsiteY108" fmla="*/ 259655 h 502480"/>
                <a:gd name="connsiteX109" fmla="*/ 183251 w 188268"/>
                <a:gd name="connsiteY109" fmla="*/ 303811 h 502480"/>
                <a:gd name="connsiteX110" fmla="*/ 183253 w 188268"/>
                <a:gd name="connsiteY110" fmla="*/ 341742 h 502480"/>
                <a:gd name="connsiteX111" fmla="*/ 183259 w 188268"/>
                <a:gd name="connsiteY111" fmla="*/ 385739 h 502480"/>
                <a:gd name="connsiteX112" fmla="*/ 183258 w 188268"/>
                <a:gd name="connsiteY112" fmla="*/ 390426 h 502480"/>
                <a:gd name="connsiteX113" fmla="*/ 183257 w 188268"/>
                <a:gd name="connsiteY113" fmla="*/ 392755 h 502480"/>
                <a:gd name="connsiteX114" fmla="*/ 183261 w 188268"/>
                <a:gd name="connsiteY114" fmla="*/ 409048 h 502480"/>
                <a:gd name="connsiteX115" fmla="*/ 183257 w 188268"/>
                <a:gd name="connsiteY115" fmla="*/ 428888 h 502480"/>
                <a:gd name="connsiteX116" fmla="*/ 183256 w 188268"/>
                <a:gd name="connsiteY116" fmla="*/ 439020 h 502480"/>
                <a:gd name="connsiteX117" fmla="*/ 183250 w 188268"/>
                <a:gd name="connsiteY117" fmla="*/ 448280 h 502480"/>
                <a:gd name="connsiteX118" fmla="*/ 183253 w 188268"/>
                <a:gd name="connsiteY118" fmla="*/ 451645 h 502480"/>
                <a:gd name="connsiteX119" fmla="*/ 183246 w 188268"/>
                <a:gd name="connsiteY119" fmla="*/ 456189 h 502480"/>
                <a:gd name="connsiteX120" fmla="*/ 183245 w 188268"/>
                <a:gd name="connsiteY120" fmla="*/ 458748 h 502480"/>
                <a:gd name="connsiteX121" fmla="*/ 183059 w 188268"/>
                <a:gd name="connsiteY121" fmla="*/ 460623 h 502480"/>
                <a:gd name="connsiteX122" fmla="*/ 178030 w 188268"/>
                <a:gd name="connsiteY122" fmla="*/ 461457 h 502480"/>
                <a:gd name="connsiteX123" fmla="*/ 175765 w 188268"/>
                <a:gd name="connsiteY123" fmla="*/ 461460 h 502480"/>
                <a:gd name="connsiteX124" fmla="*/ 173272 w 188268"/>
                <a:gd name="connsiteY124" fmla="*/ 461452 h 502480"/>
                <a:gd name="connsiteX125" fmla="*/ 170655 w 188268"/>
                <a:gd name="connsiteY125" fmla="*/ 461452 h 502480"/>
                <a:gd name="connsiteX126" fmla="*/ 162054 w 188268"/>
                <a:gd name="connsiteY126" fmla="*/ 461440 h 502480"/>
                <a:gd name="connsiteX127" fmla="*/ 156104 w 188268"/>
                <a:gd name="connsiteY127" fmla="*/ 461437 h 502480"/>
                <a:gd name="connsiteX128" fmla="*/ 142023 w 188268"/>
                <a:gd name="connsiteY128" fmla="*/ 461421 h 502480"/>
                <a:gd name="connsiteX129" fmla="*/ 125994 w 188268"/>
                <a:gd name="connsiteY129" fmla="*/ 461405 h 502480"/>
                <a:gd name="connsiteX130" fmla="*/ 93018 w 188268"/>
                <a:gd name="connsiteY130" fmla="*/ 461367 h 502480"/>
                <a:gd name="connsiteX131" fmla="*/ 93028 w 188268"/>
                <a:gd name="connsiteY131" fmla="*/ 462854 h 502480"/>
                <a:gd name="connsiteX132" fmla="*/ 93099 w 188268"/>
                <a:gd name="connsiteY132" fmla="*/ 478136 h 502480"/>
                <a:gd name="connsiteX133" fmla="*/ 93130 w 188268"/>
                <a:gd name="connsiteY133" fmla="*/ 483844 h 502480"/>
                <a:gd name="connsiteX134" fmla="*/ 93163 w 188268"/>
                <a:gd name="connsiteY134" fmla="*/ 492034 h 502480"/>
                <a:gd name="connsiteX135" fmla="*/ 93186 w 188268"/>
                <a:gd name="connsiteY135" fmla="*/ 494625 h 502480"/>
                <a:gd name="connsiteX136" fmla="*/ 93187 w 188268"/>
                <a:gd name="connsiteY136" fmla="*/ 497017 h 502480"/>
                <a:gd name="connsiteX137" fmla="*/ 93197 w 188268"/>
                <a:gd name="connsiteY137" fmla="*/ 499130 h 502480"/>
                <a:gd name="connsiteX138" fmla="*/ 91529 w 188268"/>
                <a:gd name="connsiteY138" fmla="*/ 502295 h 502480"/>
                <a:gd name="connsiteX139" fmla="*/ 86602 w 188268"/>
                <a:gd name="connsiteY139" fmla="*/ 502476 h 502480"/>
                <a:gd name="connsiteX140" fmla="*/ 85069 w 188268"/>
                <a:gd name="connsiteY140" fmla="*/ 502480 h 502480"/>
                <a:gd name="connsiteX141" fmla="*/ 80042 w 188268"/>
                <a:gd name="connsiteY141" fmla="*/ 502466 h 502480"/>
                <a:gd name="connsiteX142" fmla="*/ 76555 w 188268"/>
                <a:gd name="connsiteY142" fmla="*/ 502465 h 502480"/>
                <a:gd name="connsiteX143" fmla="*/ 69244 w 188268"/>
                <a:gd name="connsiteY143" fmla="*/ 502448 h 502480"/>
                <a:gd name="connsiteX144" fmla="*/ 59860 w 188268"/>
                <a:gd name="connsiteY144" fmla="*/ 502433 h 502480"/>
                <a:gd name="connsiteX145" fmla="*/ 52659 w 188268"/>
                <a:gd name="connsiteY145" fmla="*/ 502423 h 502480"/>
                <a:gd name="connsiteX146" fmla="*/ 49198 w 188268"/>
                <a:gd name="connsiteY146" fmla="*/ 502419 h 502480"/>
                <a:gd name="connsiteX147" fmla="*/ 44366 w 188268"/>
                <a:gd name="connsiteY147" fmla="*/ 502403 h 502480"/>
                <a:gd name="connsiteX148" fmla="*/ 41586 w 188268"/>
                <a:gd name="connsiteY148" fmla="*/ 502394 h 502480"/>
                <a:gd name="connsiteX149" fmla="*/ 37951 w 188268"/>
                <a:gd name="connsiteY149" fmla="*/ 501551 h 502480"/>
                <a:gd name="connsiteX150" fmla="*/ 37762 w 188268"/>
                <a:gd name="connsiteY150" fmla="*/ 495017 h 502480"/>
                <a:gd name="connsiteX151" fmla="*/ 37755 w 188268"/>
                <a:gd name="connsiteY151" fmla="*/ 492914 h 502480"/>
                <a:gd name="connsiteX152" fmla="*/ 37759 w 188268"/>
                <a:gd name="connsiteY152" fmla="*/ 485882 h 502480"/>
                <a:gd name="connsiteX153" fmla="*/ 37751 w 188268"/>
                <a:gd name="connsiteY153" fmla="*/ 480863 h 502480"/>
                <a:gd name="connsiteX154" fmla="*/ 37751 w 188268"/>
                <a:gd name="connsiteY154" fmla="*/ 467187 h 502480"/>
                <a:gd name="connsiteX155" fmla="*/ 37749 w 188268"/>
                <a:gd name="connsiteY155" fmla="*/ 452900 h 502480"/>
                <a:gd name="connsiteX156" fmla="*/ 37759 w 188268"/>
                <a:gd name="connsiteY156" fmla="*/ 427353 h 502480"/>
                <a:gd name="connsiteX157" fmla="*/ 37757 w 188268"/>
                <a:gd name="connsiteY157" fmla="*/ 404189 h 502480"/>
                <a:gd name="connsiteX158" fmla="*/ 37751 w 188268"/>
                <a:gd name="connsiteY158" fmla="*/ 377308 h 502480"/>
                <a:gd name="connsiteX159" fmla="*/ 37748 w 188268"/>
                <a:gd name="connsiteY159" fmla="*/ 363072 h 502480"/>
                <a:gd name="connsiteX160" fmla="*/ 37756 w 188268"/>
                <a:gd name="connsiteY160" fmla="*/ 349681 h 502480"/>
                <a:gd name="connsiteX161" fmla="*/ 37754 w 188268"/>
                <a:gd name="connsiteY161" fmla="*/ 344761 h 502480"/>
                <a:gd name="connsiteX162" fmla="*/ 37762 w 188268"/>
                <a:gd name="connsiteY162" fmla="*/ 338054 h 502480"/>
                <a:gd name="connsiteX163" fmla="*/ 37752 w 188268"/>
                <a:gd name="connsiteY163" fmla="*/ 336079 h 502480"/>
                <a:gd name="connsiteX164" fmla="*/ 39439 w 188268"/>
                <a:gd name="connsiteY164" fmla="*/ 327422 h 502480"/>
                <a:gd name="connsiteX165" fmla="*/ 37951 w 188268"/>
                <a:gd name="connsiteY165" fmla="*/ 327422 h 502480"/>
                <a:gd name="connsiteX166" fmla="*/ 37207 w 188268"/>
                <a:gd name="connsiteY166" fmla="*/ 331143 h 502480"/>
                <a:gd name="connsiteX167" fmla="*/ 33486 w 188268"/>
                <a:gd name="connsiteY167" fmla="*/ 337096 h 502480"/>
                <a:gd name="connsiteX168" fmla="*/ 32742 w 188268"/>
                <a:gd name="connsiteY168" fmla="*/ 338956 h 502480"/>
                <a:gd name="connsiteX169" fmla="*/ 30510 w 188268"/>
                <a:gd name="connsiteY169" fmla="*/ 341561 h 502480"/>
                <a:gd name="connsiteX170" fmla="*/ 30184 w 188268"/>
                <a:gd name="connsiteY170" fmla="*/ 343095 h 502480"/>
                <a:gd name="connsiteX171" fmla="*/ 29766 w 188268"/>
                <a:gd name="connsiteY171" fmla="*/ 344537 h 502480"/>
                <a:gd name="connsiteX172" fmla="*/ 27533 w 188268"/>
                <a:gd name="connsiteY172" fmla="*/ 344537 h 502480"/>
                <a:gd name="connsiteX173" fmla="*/ 27397 w 188268"/>
                <a:gd name="connsiteY173" fmla="*/ 345976 h 502480"/>
                <a:gd name="connsiteX174" fmla="*/ 27208 w 188268"/>
                <a:gd name="connsiteY174" fmla="*/ 347839 h 502480"/>
                <a:gd name="connsiteX175" fmla="*/ 27025 w 188268"/>
                <a:gd name="connsiteY175" fmla="*/ 349697 h 502480"/>
                <a:gd name="connsiteX176" fmla="*/ 26045 w 188268"/>
                <a:gd name="connsiteY176" fmla="*/ 351978 h 502480"/>
                <a:gd name="connsiteX177" fmla="*/ 23068 w 188268"/>
                <a:gd name="connsiteY177" fmla="*/ 352071 h 502480"/>
                <a:gd name="connsiteX178" fmla="*/ 21441 w 188268"/>
                <a:gd name="connsiteY178" fmla="*/ 352077 h 502480"/>
                <a:gd name="connsiteX179" fmla="*/ 19348 w 188268"/>
                <a:gd name="connsiteY179" fmla="*/ 351234 h 502480"/>
                <a:gd name="connsiteX180" fmla="*/ 19112 w 188268"/>
                <a:gd name="connsiteY180" fmla="*/ 347092 h 502480"/>
                <a:gd name="connsiteX181" fmla="*/ 19018 w 188268"/>
                <a:gd name="connsiteY181" fmla="*/ 344556 h 502480"/>
                <a:gd name="connsiteX182" fmla="*/ 18929 w 188268"/>
                <a:gd name="connsiteY182" fmla="*/ 341886 h 502480"/>
                <a:gd name="connsiteX183" fmla="*/ 18832 w 188268"/>
                <a:gd name="connsiteY183" fmla="*/ 339207 h 502480"/>
                <a:gd name="connsiteX184" fmla="*/ 18604 w 188268"/>
                <a:gd name="connsiteY184" fmla="*/ 332631 h 502480"/>
                <a:gd name="connsiteX185" fmla="*/ 16371 w 188268"/>
                <a:gd name="connsiteY185" fmla="*/ 332631 h 502480"/>
                <a:gd name="connsiteX186" fmla="*/ 16287 w 188268"/>
                <a:gd name="connsiteY186" fmla="*/ 329890 h 502480"/>
                <a:gd name="connsiteX187" fmla="*/ 16139 w 188268"/>
                <a:gd name="connsiteY187" fmla="*/ 326352 h 502480"/>
                <a:gd name="connsiteX188" fmla="*/ 16088 w 188268"/>
                <a:gd name="connsiteY188" fmla="*/ 324543 h 502480"/>
                <a:gd name="connsiteX189" fmla="*/ 15627 w 188268"/>
                <a:gd name="connsiteY189" fmla="*/ 319980 h 502480"/>
                <a:gd name="connsiteX190" fmla="*/ 13395 w 188268"/>
                <a:gd name="connsiteY190" fmla="*/ 319236 h 502480"/>
                <a:gd name="connsiteX191" fmla="*/ 13177 w 188268"/>
                <a:gd name="connsiteY191" fmla="*/ 316234 h 502480"/>
                <a:gd name="connsiteX192" fmla="*/ 13198 w 188268"/>
                <a:gd name="connsiteY192" fmla="*/ 314410 h 502480"/>
                <a:gd name="connsiteX193" fmla="*/ 13255 w 188268"/>
                <a:gd name="connsiteY193" fmla="*/ 312493 h 502480"/>
                <a:gd name="connsiteX194" fmla="*/ 13286 w 188268"/>
                <a:gd name="connsiteY194" fmla="*/ 310567 h 502480"/>
                <a:gd name="connsiteX195" fmla="*/ 13395 w 188268"/>
                <a:gd name="connsiteY195" fmla="*/ 305842 h 502480"/>
                <a:gd name="connsiteX196" fmla="*/ 11162 w 188268"/>
                <a:gd name="connsiteY196" fmla="*/ 305842 h 502480"/>
                <a:gd name="connsiteX197" fmla="*/ 11025 w 188268"/>
                <a:gd name="connsiteY197" fmla="*/ 303967 h 502480"/>
                <a:gd name="connsiteX198" fmla="*/ 10837 w 188268"/>
                <a:gd name="connsiteY198" fmla="*/ 301516 h 502480"/>
                <a:gd name="connsiteX199" fmla="*/ 10653 w 188268"/>
                <a:gd name="connsiteY199" fmla="*/ 299083 h 502480"/>
                <a:gd name="connsiteX200" fmla="*/ 9674 w 188268"/>
                <a:gd name="connsiteY200" fmla="*/ 294680 h 502480"/>
                <a:gd name="connsiteX201" fmla="*/ 8186 w 188268"/>
                <a:gd name="connsiteY201" fmla="*/ 293936 h 502480"/>
                <a:gd name="connsiteX202" fmla="*/ 7720 w 188268"/>
                <a:gd name="connsiteY202" fmla="*/ 288680 h 502480"/>
                <a:gd name="connsiteX203" fmla="*/ 7552 w 188268"/>
                <a:gd name="connsiteY203" fmla="*/ 285770 h 502480"/>
                <a:gd name="connsiteX204" fmla="*/ 7441 w 188268"/>
                <a:gd name="connsiteY204" fmla="*/ 283518 h 502480"/>
                <a:gd name="connsiteX205" fmla="*/ 5209 w 188268"/>
                <a:gd name="connsiteY205" fmla="*/ 284262 h 502480"/>
                <a:gd name="connsiteX206" fmla="*/ 5099 w 188268"/>
                <a:gd name="connsiteY206" fmla="*/ 282334 h 502480"/>
                <a:gd name="connsiteX207" fmla="*/ 4930 w 188268"/>
                <a:gd name="connsiteY207" fmla="*/ 279843 h 502480"/>
                <a:gd name="connsiteX208" fmla="*/ 4773 w 188268"/>
                <a:gd name="connsiteY208" fmla="*/ 277358 h 502480"/>
                <a:gd name="connsiteX209" fmla="*/ 4465 w 188268"/>
                <a:gd name="connsiteY209" fmla="*/ 275332 h 502480"/>
                <a:gd name="connsiteX210" fmla="*/ 2977 w 188268"/>
                <a:gd name="connsiteY210" fmla="*/ 274588 h 502480"/>
                <a:gd name="connsiteX211" fmla="*/ 1907 w 188268"/>
                <a:gd name="connsiteY211" fmla="*/ 269402 h 502480"/>
                <a:gd name="connsiteX212" fmla="*/ 1488 w 188268"/>
                <a:gd name="connsiteY212" fmla="*/ 267891 h 502480"/>
                <a:gd name="connsiteX213" fmla="*/ 0 w 188268"/>
                <a:gd name="connsiteY213" fmla="*/ 267146 h 502480"/>
                <a:gd name="connsiteX214" fmla="*/ 0 w 188268"/>
                <a:gd name="connsiteY214" fmla="*/ 265658 h 502480"/>
                <a:gd name="connsiteX215" fmla="*/ 1488 w 188268"/>
                <a:gd name="connsiteY215" fmla="*/ 264914 h 502480"/>
                <a:gd name="connsiteX216" fmla="*/ 3139 w 188268"/>
                <a:gd name="connsiteY216" fmla="*/ 260237 h 502480"/>
                <a:gd name="connsiteX217" fmla="*/ 3721 w 188268"/>
                <a:gd name="connsiteY217" fmla="*/ 258961 h 502480"/>
                <a:gd name="connsiteX218" fmla="*/ 5209 w 188268"/>
                <a:gd name="connsiteY218" fmla="*/ 258961 h 502480"/>
                <a:gd name="connsiteX219" fmla="*/ 5488 w 188268"/>
                <a:gd name="connsiteY219" fmla="*/ 256403 h 502480"/>
                <a:gd name="connsiteX220" fmla="*/ 5953 w 188268"/>
                <a:gd name="connsiteY220" fmla="*/ 253752 h 502480"/>
                <a:gd name="connsiteX221" fmla="*/ 7441 w 188268"/>
                <a:gd name="connsiteY221" fmla="*/ 253008 h 502480"/>
                <a:gd name="connsiteX222" fmla="*/ 7813 w 188268"/>
                <a:gd name="connsiteY222" fmla="*/ 251147 h 502480"/>
                <a:gd name="connsiteX223" fmla="*/ 8186 w 188268"/>
                <a:gd name="connsiteY223" fmla="*/ 249287 h 502480"/>
                <a:gd name="connsiteX224" fmla="*/ 9674 w 188268"/>
                <a:gd name="connsiteY224" fmla="*/ 248543 h 502480"/>
                <a:gd name="connsiteX225" fmla="*/ 10371 w 188268"/>
                <a:gd name="connsiteY225" fmla="*/ 245892 h 502480"/>
                <a:gd name="connsiteX226" fmla="*/ 11162 w 188268"/>
                <a:gd name="connsiteY226" fmla="*/ 243334 h 502480"/>
                <a:gd name="connsiteX227" fmla="*/ 13395 w 188268"/>
                <a:gd name="connsiteY227" fmla="*/ 243334 h 502480"/>
                <a:gd name="connsiteX228" fmla="*/ 13255 w 188268"/>
                <a:gd name="connsiteY228" fmla="*/ 240404 h 502480"/>
                <a:gd name="connsiteX229" fmla="*/ 13395 w 188268"/>
                <a:gd name="connsiteY229" fmla="*/ 237381 h 502480"/>
                <a:gd name="connsiteX230" fmla="*/ 15627 w 188268"/>
                <a:gd name="connsiteY230" fmla="*/ 236637 h 502480"/>
                <a:gd name="connsiteX231" fmla="*/ 16371 w 188268"/>
                <a:gd name="connsiteY231" fmla="*/ 232172 h 502480"/>
                <a:gd name="connsiteX232" fmla="*/ 17859 w 188268"/>
                <a:gd name="connsiteY232" fmla="*/ 231428 h 502480"/>
                <a:gd name="connsiteX233" fmla="*/ 19510 w 188268"/>
                <a:gd name="connsiteY233" fmla="*/ 226751 h 502480"/>
                <a:gd name="connsiteX234" fmla="*/ 20092 w 188268"/>
                <a:gd name="connsiteY234" fmla="*/ 225475 h 502480"/>
                <a:gd name="connsiteX235" fmla="*/ 21580 w 188268"/>
                <a:gd name="connsiteY235" fmla="*/ 225475 h 502480"/>
                <a:gd name="connsiteX236" fmla="*/ 21502 w 188268"/>
                <a:gd name="connsiteY236" fmla="*/ 224036 h 502480"/>
                <a:gd name="connsiteX237" fmla="*/ 21441 w 188268"/>
                <a:gd name="connsiteY237" fmla="*/ 222172 h 502480"/>
                <a:gd name="connsiteX238" fmla="*/ 21362 w 188268"/>
                <a:gd name="connsiteY238" fmla="*/ 220315 h 502480"/>
                <a:gd name="connsiteX239" fmla="*/ 21580 w 188268"/>
                <a:gd name="connsiteY239" fmla="*/ 218777 h 502480"/>
                <a:gd name="connsiteX240" fmla="*/ 23813 w 188268"/>
                <a:gd name="connsiteY240" fmla="*/ 218033 h 502480"/>
                <a:gd name="connsiteX241" fmla="*/ 24324 w 188268"/>
                <a:gd name="connsiteY241" fmla="*/ 214638 h 502480"/>
                <a:gd name="connsiteX242" fmla="*/ 24472 w 188268"/>
                <a:gd name="connsiteY242" fmla="*/ 212775 h 502480"/>
                <a:gd name="connsiteX243" fmla="*/ 24557 w 188268"/>
                <a:gd name="connsiteY243" fmla="*/ 211336 h 502480"/>
                <a:gd name="connsiteX244" fmla="*/ 26789 w 188268"/>
                <a:gd name="connsiteY244" fmla="*/ 211336 h 502480"/>
                <a:gd name="connsiteX245" fmla="*/ 26900 w 188268"/>
                <a:gd name="connsiteY245" fmla="*/ 209897 h 502480"/>
                <a:gd name="connsiteX246" fmla="*/ 27068 w 188268"/>
                <a:gd name="connsiteY246" fmla="*/ 208034 h 502480"/>
                <a:gd name="connsiteX247" fmla="*/ 27225 w 188268"/>
                <a:gd name="connsiteY247" fmla="*/ 206176 h 502480"/>
                <a:gd name="connsiteX248" fmla="*/ 27533 w 188268"/>
                <a:gd name="connsiteY248" fmla="*/ 204639 h 502480"/>
                <a:gd name="connsiteX249" fmla="*/ 29021 w 188268"/>
                <a:gd name="connsiteY249" fmla="*/ 203895 h 502480"/>
                <a:gd name="connsiteX250" fmla="*/ 29437 w 188268"/>
                <a:gd name="connsiteY250" fmla="*/ 197546 h 502480"/>
                <a:gd name="connsiteX251" fmla="*/ 29766 w 188268"/>
                <a:gd name="connsiteY251" fmla="*/ 195709 h 502480"/>
                <a:gd name="connsiteX252" fmla="*/ 31998 w 188268"/>
                <a:gd name="connsiteY252" fmla="*/ 194965 h 502480"/>
                <a:gd name="connsiteX253" fmla="*/ 32510 w 188268"/>
                <a:gd name="connsiteY253" fmla="*/ 191570 h 502480"/>
                <a:gd name="connsiteX254" fmla="*/ 32658 w 188268"/>
                <a:gd name="connsiteY254" fmla="*/ 189706 h 502480"/>
                <a:gd name="connsiteX255" fmla="*/ 32742 w 188268"/>
                <a:gd name="connsiteY255" fmla="*/ 188268 h 502480"/>
                <a:gd name="connsiteX256" fmla="*/ 34975 w 188268"/>
                <a:gd name="connsiteY256" fmla="*/ 188268 h 502480"/>
                <a:gd name="connsiteX257" fmla="*/ 35085 w 188268"/>
                <a:gd name="connsiteY257" fmla="*/ 186340 h 502480"/>
                <a:gd name="connsiteX258" fmla="*/ 35254 w 188268"/>
                <a:gd name="connsiteY258" fmla="*/ 183849 h 502480"/>
                <a:gd name="connsiteX259" fmla="*/ 35411 w 188268"/>
                <a:gd name="connsiteY259" fmla="*/ 181364 h 502480"/>
                <a:gd name="connsiteX260" fmla="*/ 35719 w 188268"/>
                <a:gd name="connsiteY260" fmla="*/ 179338 h 502480"/>
                <a:gd name="connsiteX261" fmla="*/ 37207 w 188268"/>
                <a:gd name="connsiteY261" fmla="*/ 178594 h 502480"/>
                <a:gd name="connsiteX262" fmla="*/ 37672 w 188268"/>
                <a:gd name="connsiteY262" fmla="*/ 174082 h 502480"/>
                <a:gd name="connsiteX263" fmla="*/ 37841 w 188268"/>
                <a:gd name="connsiteY263" fmla="*/ 171591 h 502480"/>
                <a:gd name="connsiteX264" fmla="*/ 37951 w 188268"/>
                <a:gd name="connsiteY264" fmla="*/ 169664 h 502480"/>
                <a:gd name="connsiteX265" fmla="*/ 40184 w 188268"/>
                <a:gd name="connsiteY265" fmla="*/ 169664 h 502480"/>
                <a:gd name="connsiteX266" fmla="*/ 40928 w 188268"/>
                <a:gd name="connsiteY266" fmla="*/ 159990 h 502480"/>
                <a:gd name="connsiteX267" fmla="*/ 43160 w 188268"/>
                <a:gd name="connsiteY267" fmla="*/ 159990 h 502480"/>
                <a:gd name="connsiteX268" fmla="*/ 43904 w 188268"/>
                <a:gd name="connsiteY268" fmla="*/ 148828 h 502480"/>
                <a:gd name="connsiteX269" fmla="*/ 46137 w 188268"/>
                <a:gd name="connsiteY269" fmla="*/ 148828 h 502480"/>
                <a:gd name="connsiteX270" fmla="*/ 46058 w 188268"/>
                <a:gd name="connsiteY270" fmla="*/ 146413 h 502480"/>
                <a:gd name="connsiteX271" fmla="*/ 45997 w 188268"/>
                <a:gd name="connsiteY271" fmla="*/ 143294 h 502480"/>
                <a:gd name="connsiteX272" fmla="*/ 45941 w 188268"/>
                <a:gd name="connsiteY272" fmla="*/ 141699 h 502480"/>
                <a:gd name="connsiteX273" fmla="*/ 46137 w 188268"/>
                <a:gd name="connsiteY273" fmla="*/ 137666 h 502480"/>
                <a:gd name="connsiteX274" fmla="*/ 48369 w 188268"/>
                <a:gd name="connsiteY274" fmla="*/ 136922 h 502480"/>
                <a:gd name="connsiteX275" fmla="*/ 48881 w 188268"/>
                <a:gd name="connsiteY275" fmla="*/ 131294 h 502480"/>
                <a:gd name="connsiteX276" fmla="*/ 48958 w 188268"/>
                <a:gd name="connsiteY276" fmla="*/ 129691 h 502480"/>
                <a:gd name="connsiteX277" fmla="*/ 49113 w 188268"/>
                <a:gd name="connsiteY277" fmla="*/ 125760 h 502480"/>
                <a:gd name="connsiteX278" fmla="*/ 50602 w 188268"/>
                <a:gd name="connsiteY278" fmla="*/ 125760 h 502480"/>
                <a:gd name="connsiteX279" fmla="*/ 51731 w 188268"/>
                <a:gd name="connsiteY279" fmla="*/ 116289 h 502480"/>
                <a:gd name="connsiteX280" fmla="*/ 52090 w 188268"/>
                <a:gd name="connsiteY280" fmla="*/ 112365 h 502480"/>
                <a:gd name="connsiteX281" fmla="*/ 53578 w 188268"/>
                <a:gd name="connsiteY281" fmla="*/ 111621 h 502480"/>
                <a:gd name="connsiteX282" fmla="*/ 53808 w 188268"/>
                <a:gd name="connsiteY282" fmla="*/ 108645 h 502480"/>
                <a:gd name="connsiteX283" fmla="*/ 53864 w 188268"/>
                <a:gd name="connsiteY283" fmla="*/ 106831 h 502480"/>
                <a:gd name="connsiteX284" fmla="*/ 53934 w 188268"/>
                <a:gd name="connsiteY284" fmla="*/ 103017 h 502480"/>
                <a:gd name="connsiteX285" fmla="*/ 53994 w 188268"/>
                <a:gd name="connsiteY285" fmla="*/ 101203 h 502480"/>
                <a:gd name="connsiteX286" fmla="*/ 54024 w 188268"/>
                <a:gd name="connsiteY286" fmla="*/ 99529 h 502480"/>
                <a:gd name="connsiteX287" fmla="*/ 54322 w 188268"/>
                <a:gd name="connsiteY287" fmla="*/ 98227 h 502480"/>
                <a:gd name="connsiteX288" fmla="*/ 56555 w 188268"/>
                <a:gd name="connsiteY288" fmla="*/ 97482 h 502480"/>
                <a:gd name="connsiteX289" fmla="*/ 56857 w 188268"/>
                <a:gd name="connsiteY289" fmla="*/ 94343 h 502480"/>
                <a:gd name="connsiteX290" fmla="*/ 56906 w 188268"/>
                <a:gd name="connsiteY290" fmla="*/ 92427 h 502480"/>
                <a:gd name="connsiteX291" fmla="*/ 56927 w 188268"/>
                <a:gd name="connsiteY291" fmla="*/ 90413 h 502480"/>
                <a:gd name="connsiteX292" fmla="*/ 56997 w 188268"/>
                <a:gd name="connsiteY292" fmla="*/ 86483 h 502480"/>
                <a:gd name="connsiteX293" fmla="*/ 57013 w 188268"/>
                <a:gd name="connsiteY293" fmla="*/ 84714 h 502480"/>
                <a:gd name="connsiteX294" fmla="*/ 57299 w 188268"/>
                <a:gd name="connsiteY294" fmla="*/ 83344 h 502480"/>
                <a:gd name="connsiteX295" fmla="*/ 59531 w 188268"/>
                <a:gd name="connsiteY295" fmla="*/ 82600 h 502480"/>
                <a:gd name="connsiteX296" fmla="*/ 59531 w 188268"/>
                <a:gd name="connsiteY296" fmla="*/ 71437 h 502480"/>
                <a:gd name="connsiteX297" fmla="*/ 11162 w 188268"/>
                <a:gd name="connsiteY297" fmla="*/ 71437 h 502480"/>
                <a:gd name="connsiteX298" fmla="*/ 11162 w 188268"/>
                <a:gd name="connsiteY298" fmla="*/ 0 h 5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188268" h="502480">
                  <a:moveTo>
                    <a:pt x="126694" y="252150"/>
                  </a:moveTo>
                  <a:cubicBezTo>
                    <a:pt x="126058" y="252156"/>
                    <a:pt x="125440" y="252162"/>
                    <a:pt x="124823" y="252168"/>
                  </a:cubicBezTo>
                  <a:cubicBezTo>
                    <a:pt x="123755" y="252165"/>
                    <a:pt x="123755" y="252165"/>
                    <a:pt x="122709" y="252162"/>
                  </a:cubicBezTo>
                  <a:cubicBezTo>
                    <a:pt x="121927" y="252179"/>
                    <a:pt x="121168" y="252196"/>
                    <a:pt x="120409" y="252213"/>
                  </a:cubicBezTo>
                  <a:cubicBezTo>
                    <a:pt x="117988" y="252224"/>
                    <a:pt x="115569" y="252240"/>
                    <a:pt x="113148" y="252281"/>
                  </a:cubicBezTo>
                  <a:cubicBezTo>
                    <a:pt x="111462" y="252309"/>
                    <a:pt x="109776" y="252329"/>
                    <a:pt x="108090" y="252342"/>
                  </a:cubicBezTo>
                  <a:cubicBezTo>
                    <a:pt x="104903" y="252359"/>
                    <a:pt x="101716" y="252390"/>
                    <a:pt x="98529" y="252423"/>
                  </a:cubicBezTo>
                  <a:cubicBezTo>
                    <a:pt x="97461" y="252441"/>
                    <a:pt x="97461" y="252441"/>
                    <a:pt x="96415" y="252459"/>
                  </a:cubicBezTo>
                  <a:cubicBezTo>
                    <a:pt x="92410" y="252521"/>
                    <a:pt x="92304" y="252980"/>
                    <a:pt x="92291" y="257012"/>
                  </a:cubicBezTo>
                  <a:cubicBezTo>
                    <a:pt x="92294" y="257557"/>
                    <a:pt x="92296" y="258085"/>
                    <a:pt x="92298" y="258614"/>
                  </a:cubicBezTo>
                  <a:cubicBezTo>
                    <a:pt x="92296" y="260406"/>
                    <a:pt x="92295" y="262198"/>
                    <a:pt x="92299" y="263989"/>
                  </a:cubicBezTo>
                  <a:cubicBezTo>
                    <a:pt x="92302" y="265308"/>
                    <a:pt x="92303" y="266626"/>
                    <a:pt x="92303" y="267945"/>
                  </a:cubicBezTo>
                  <a:cubicBezTo>
                    <a:pt x="92302" y="271527"/>
                    <a:pt x="92304" y="275109"/>
                    <a:pt x="92309" y="278691"/>
                  </a:cubicBezTo>
                  <a:cubicBezTo>
                    <a:pt x="92314" y="282505"/>
                    <a:pt x="92316" y="286318"/>
                    <a:pt x="92317" y="290132"/>
                  </a:cubicBezTo>
                  <a:cubicBezTo>
                    <a:pt x="92319" y="297334"/>
                    <a:pt x="92324" y="304536"/>
                    <a:pt x="92331" y="311738"/>
                  </a:cubicBezTo>
                  <a:cubicBezTo>
                    <a:pt x="92340" y="319994"/>
                    <a:pt x="92345" y="328250"/>
                    <a:pt x="92349" y="336505"/>
                  </a:cubicBezTo>
                  <a:cubicBezTo>
                    <a:pt x="92356" y="352576"/>
                    <a:pt x="92367" y="368647"/>
                    <a:pt x="92382" y="384717"/>
                  </a:cubicBezTo>
                  <a:cubicBezTo>
                    <a:pt x="92384" y="386568"/>
                    <a:pt x="92386" y="388418"/>
                    <a:pt x="92387" y="390268"/>
                  </a:cubicBezTo>
                  <a:cubicBezTo>
                    <a:pt x="92387" y="391280"/>
                    <a:pt x="92387" y="392263"/>
                    <a:pt x="92387" y="393245"/>
                  </a:cubicBezTo>
                  <a:cubicBezTo>
                    <a:pt x="96696" y="393260"/>
                    <a:pt x="101004" y="393273"/>
                    <a:pt x="105313" y="393281"/>
                  </a:cubicBezTo>
                  <a:cubicBezTo>
                    <a:pt x="107066" y="393284"/>
                    <a:pt x="108819" y="393288"/>
                    <a:pt x="110572" y="393291"/>
                  </a:cubicBezTo>
                  <a:cubicBezTo>
                    <a:pt x="113166" y="393301"/>
                    <a:pt x="115759" y="393310"/>
                    <a:pt x="118352" y="393314"/>
                  </a:cubicBezTo>
                  <a:cubicBezTo>
                    <a:pt x="119589" y="393316"/>
                    <a:pt x="119589" y="393316"/>
                    <a:pt x="120801" y="393317"/>
                  </a:cubicBezTo>
                  <a:cubicBezTo>
                    <a:pt x="121619" y="393321"/>
                    <a:pt x="122413" y="393325"/>
                    <a:pt x="123207" y="393329"/>
                  </a:cubicBezTo>
                  <a:cubicBezTo>
                    <a:pt x="123959" y="393329"/>
                    <a:pt x="124689" y="393329"/>
                    <a:pt x="125419" y="393329"/>
                  </a:cubicBezTo>
                  <a:cubicBezTo>
                    <a:pt x="126084" y="393331"/>
                    <a:pt x="126730" y="393333"/>
                    <a:pt x="127377" y="393334"/>
                  </a:cubicBezTo>
                  <a:cubicBezTo>
                    <a:pt x="128850" y="393245"/>
                    <a:pt x="128850" y="393245"/>
                    <a:pt x="129594" y="392501"/>
                  </a:cubicBezTo>
                  <a:cubicBezTo>
                    <a:pt x="129089" y="390611"/>
                    <a:pt x="128834" y="389069"/>
                    <a:pt x="128761" y="387088"/>
                  </a:cubicBezTo>
                  <a:cubicBezTo>
                    <a:pt x="128763" y="386084"/>
                    <a:pt x="128764" y="385109"/>
                    <a:pt x="128766" y="384134"/>
                  </a:cubicBezTo>
                  <a:cubicBezTo>
                    <a:pt x="128766" y="382394"/>
                    <a:pt x="128766" y="380653"/>
                    <a:pt x="128772" y="378913"/>
                  </a:cubicBezTo>
                  <a:cubicBezTo>
                    <a:pt x="128776" y="377636"/>
                    <a:pt x="128778" y="376359"/>
                    <a:pt x="128780" y="375083"/>
                  </a:cubicBezTo>
                  <a:cubicBezTo>
                    <a:pt x="128781" y="372333"/>
                    <a:pt x="128784" y="369583"/>
                    <a:pt x="128789" y="366833"/>
                  </a:cubicBezTo>
                  <a:cubicBezTo>
                    <a:pt x="128800" y="362409"/>
                    <a:pt x="128807" y="357984"/>
                    <a:pt x="128811" y="353560"/>
                  </a:cubicBezTo>
                  <a:cubicBezTo>
                    <a:pt x="128819" y="343363"/>
                    <a:pt x="128834" y="333167"/>
                    <a:pt x="128850" y="322970"/>
                  </a:cubicBezTo>
                  <a:cubicBezTo>
                    <a:pt x="128866" y="313527"/>
                    <a:pt x="128880" y="304084"/>
                    <a:pt x="128888" y="294641"/>
                  </a:cubicBezTo>
                  <a:cubicBezTo>
                    <a:pt x="128892" y="290192"/>
                    <a:pt x="128896" y="285743"/>
                    <a:pt x="128906" y="281294"/>
                  </a:cubicBezTo>
                  <a:cubicBezTo>
                    <a:pt x="128913" y="278479"/>
                    <a:pt x="128917" y="275664"/>
                    <a:pt x="128920" y="272850"/>
                  </a:cubicBezTo>
                  <a:cubicBezTo>
                    <a:pt x="128921" y="271542"/>
                    <a:pt x="128922" y="270234"/>
                    <a:pt x="128923" y="268926"/>
                  </a:cubicBezTo>
                  <a:cubicBezTo>
                    <a:pt x="128929" y="267103"/>
                    <a:pt x="128935" y="265281"/>
                    <a:pt x="128935" y="263459"/>
                  </a:cubicBezTo>
                  <a:cubicBezTo>
                    <a:pt x="128935" y="262897"/>
                    <a:pt x="128935" y="262352"/>
                    <a:pt x="128935" y="261807"/>
                  </a:cubicBezTo>
                  <a:cubicBezTo>
                    <a:pt x="128940" y="258654"/>
                    <a:pt x="129002" y="255646"/>
                    <a:pt x="128106" y="252602"/>
                  </a:cubicBezTo>
                  <a:cubicBezTo>
                    <a:pt x="127626" y="252448"/>
                    <a:pt x="127160" y="252299"/>
                    <a:pt x="126694" y="252150"/>
                  </a:cubicBezTo>
                  <a:close/>
                  <a:moveTo>
                    <a:pt x="11162" y="0"/>
                  </a:moveTo>
                  <a:cubicBezTo>
                    <a:pt x="69607" y="0"/>
                    <a:pt x="128052" y="0"/>
                    <a:pt x="188268" y="0"/>
                  </a:cubicBezTo>
                  <a:cubicBezTo>
                    <a:pt x="188268" y="23574"/>
                    <a:pt x="188268" y="47149"/>
                    <a:pt x="188268" y="71437"/>
                  </a:cubicBezTo>
                  <a:cubicBezTo>
                    <a:pt x="164939" y="71437"/>
                    <a:pt x="141610" y="71437"/>
                    <a:pt x="117574" y="71437"/>
                  </a:cubicBezTo>
                  <a:cubicBezTo>
                    <a:pt x="117574" y="76594"/>
                    <a:pt x="117574" y="81751"/>
                    <a:pt x="117574" y="87064"/>
                  </a:cubicBezTo>
                  <a:cubicBezTo>
                    <a:pt x="116838" y="87310"/>
                    <a:pt x="116101" y="87556"/>
                    <a:pt x="115342" y="87809"/>
                  </a:cubicBezTo>
                  <a:cubicBezTo>
                    <a:pt x="114960" y="89317"/>
                    <a:pt x="114960" y="89317"/>
                    <a:pt x="114961" y="91137"/>
                  </a:cubicBezTo>
                  <a:cubicBezTo>
                    <a:pt x="114935" y="91806"/>
                    <a:pt x="114908" y="92475"/>
                    <a:pt x="114881" y="93164"/>
                  </a:cubicBezTo>
                  <a:cubicBezTo>
                    <a:pt x="114856" y="94220"/>
                    <a:pt x="114856" y="94220"/>
                    <a:pt x="114830" y="95296"/>
                  </a:cubicBezTo>
                  <a:cubicBezTo>
                    <a:pt x="114805" y="96003"/>
                    <a:pt x="114779" y="96709"/>
                    <a:pt x="114753" y="97437"/>
                  </a:cubicBezTo>
                  <a:cubicBezTo>
                    <a:pt x="114692" y="99189"/>
                    <a:pt x="114640" y="100940"/>
                    <a:pt x="114598" y="102691"/>
                  </a:cubicBezTo>
                  <a:cubicBezTo>
                    <a:pt x="113861" y="102691"/>
                    <a:pt x="113124" y="102691"/>
                    <a:pt x="112365" y="102691"/>
                  </a:cubicBezTo>
                  <a:cubicBezTo>
                    <a:pt x="112311" y="104129"/>
                    <a:pt x="112311" y="104129"/>
                    <a:pt x="112255" y="105595"/>
                  </a:cubicBezTo>
                  <a:cubicBezTo>
                    <a:pt x="112199" y="106844"/>
                    <a:pt x="112143" y="108093"/>
                    <a:pt x="112086" y="109342"/>
                  </a:cubicBezTo>
                  <a:cubicBezTo>
                    <a:pt x="112063" y="109975"/>
                    <a:pt x="112040" y="110607"/>
                    <a:pt x="112016" y="111259"/>
                  </a:cubicBezTo>
                  <a:cubicBezTo>
                    <a:pt x="111988" y="111861"/>
                    <a:pt x="111959" y="112463"/>
                    <a:pt x="111929" y="113083"/>
                  </a:cubicBezTo>
                  <a:cubicBezTo>
                    <a:pt x="111906" y="113640"/>
                    <a:pt x="111882" y="114198"/>
                    <a:pt x="111858" y="114772"/>
                  </a:cubicBezTo>
                  <a:cubicBezTo>
                    <a:pt x="111780" y="115206"/>
                    <a:pt x="111702" y="115639"/>
                    <a:pt x="111621" y="116086"/>
                  </a:cubicBezTo>
                  <a:cubicBezTo>
                    <a:pt x="111130" y="116331"/>
                    <a:pt x="110639" y="116577"/>
                    <a:pt x="110133" y="116830"/>
                  </a:cubicBezTo>
                  <a:cubicBezTo>
                    <a:pt x="109900" y="118973"/>
                    <a:pt x="109751" y="121053"/>
                    <a:pt x="109668" y="123202"/>
                  </a:cubicBezTo>
                  <a:cubicBezTo>
                    <a:pt x="109625" y="124102"/>
                    <a:pt x="109625" y="124102"/>
                    <a:pt x="109581" y="125020"/>
                  </a:cubicBezTo>
                  <a:cubicBezTo>
                    <a:pt x="109510" y="126507"/>
                    <a:pt x="109449" y="127993"/>
                    <a:pt x="109389" y="129480"/>
                  </a:cubicBezTo>
                  <a:cubicBezTo>
                    <a:pt x="108652" y="129235"/>
                    <a:pt x="107915" y="128989"/>
                    <a:pt x="107156" y="128736"/>
                  </a:cubicBezTo>
                  <a:cubicBezTo>
                    <a:pt x="107128" y="129632"/>
                    <a:pt x="107101" y="130528"/>
                    <a:pt x="107072" y="131451"/>
                  </a:cubicBezTo>
                  <a:cubicBezTo>
                    <a:pt x="107023" y="132624"/>
                    <a:pt x="106974" y="133796"/>
                    <a:pt x="106924" y="134968"/>
                  </a:cubicBezTo>
                  <a:cubicBezTo>
                    <a:pt x="106899" y="135855"/>
                    <a:pt x="106899" y="135855"/>
                    <a:pt x="106873" y="136759"/>
                  </a:cubicBezTo>
                  <a:cubicBezTo>
                    <a:pt x="106801" y="138308"/>
                    <a:pt x="106613" y="139850"/>
                    <a:pt x="106412" y="141387"/>
                  </a:cubicBezTo>
                  <a:cubicBezTo>
                    <a:pt x="105675" y="141878"/>
                    <a:pt x="104939" y="142369"/>
                    <a:pt x="104180" y="142875"/>
                  </a:cubicBezTo>
                  <a:cubicBezTo>
                    <a:pt x="103933" y="144797"/>
                    <a:pt x="103799" y="146577"/>
                    <a:pt x="103761" y="148503"/>
                  </a:cubicBezTo>
                  <a:cubicBezTo>
                    <a:pt x="103715" y="150367"/>
                    <a:pt x="103609" y="152176"/>
                    <a:pt x="103436" y="154037"/>
                  </a:cubicBezTo>
                  <a:cubicBezTo>
                    <a:pt x="102944" y="154283"/>
                    <a:pt x="102453" y="154528"/>
                    <a:pt x="101947" y="154781"/>
                  </a:cubicBezTo>
                  <a:cubicBezTo>
                    <a:pt x="101681" y="157479"/>
                    <a:pt x="101616" y="160164"/>
                    <a:pt x="101532" y="162874"/>
                  </a:cubicBezTo>
                  <a:cubicBezTo>
                    <a:pt x="101369" y="164025"/>
                    <a:pt x="101369" y="164025"/>
                    <a:pt x="101203" y="165199"/>
                  </a:cubicBezTo>
                  <a:cubicBezTo>
                    <a:pt x="100466" y="165445"/>
                    <a:pt x="99730" y="165690"/>
                    <a:pt x="98971" y="165943"/>
                  </a:cubicBezTo>
                  <a:cubicBezTo>
                    <a:pt x="98531" y="168205"/>
                    <a:pt x="98531" y="168205"/>
                    <a:pt x="98459" y="170827"/>
                  </a:cubicBezTo>
                  <a:cubicBezTo>
                    <a:pt x="98386" y="172163"/>
                    <a:pt x="98386" y="172163"/>
                    <a:pt x="98311" y="173527"/>
                  </a:cubicBezTo>
                  <a:cubicBezTo>
                    <a:pt x="98269" y="174562"/>
                    <a:pt x="98269" y="174562"/>
                    <a:pt x="98227" y="175617"/>
                  </a:cubicBezTo>
                  <a:cubicBezTo>
                    <a:pt x="97735" y="175617"/>
                    <a:pt x="97244" y="175617"/>
                    <a:pt x="96738" y="175617"/>
                  </a:cubicBezTo>
                  <a:cubicBezTo>
                    <a:pt x="96220" y="176963"/>
                    <a:pt x="96220" y="176963"/>
                    <a:pt x="95901" y="178594"/>
                  </a:cubicBezTo>
                  <a:cubicBezTo>
                    <a:pt x="95714" y="179423"/>
                    <a:pt x="95714" y="179423"/>
                    <a:pt x="95523" y="180268"/>
                  </a:cubicBezTo>
                  <a:cubicBezTo>
                    <a:pt x="95433" y="180698"/>
                    <a:pt x="95343" y="181128"/>
                    <a:pt x="95250" y="181570"/>
                  </a:cubicBezTo>
                  <a:cubicBezTo>
                    <a:pt x="95987" y="181325"/>
                    <a:pt x="96723" y="181079"/>
                    <a:pt x="97482" y="180826"/>
                  </a:cubicBezTo>
                  <a:cubicBezTo>
                    <a:pt x="98631" y="180757"/>
                    <a:pt x="99782" y="180729"/>
                    <a:pt x="100933" y="180727"/>
                  </a:cubicBezTo>
                  <a:cubicBezTo>
                    <a:pt x="101642" y="180723"/>
                    <a:pt x="102350" y="180720"/>
                    <a:pt x="103080" y="180717"/>
                  </a:cubicBezTo>
                  <a:cubicBezTo>
                    <a:pt x="104244" y="180718"/>
                    <a:pt x="104244" y="180718"/>
                    <a:pt x="105431" y="180718"/>
                  </a:cubicBezTo>
                  <a:cubicBezTo>
                    <a:pt x="106249" y="180716"/>
                    <a:pt x="107067" y="180713"/>
                    <a:pt x="107910" y="180710"/>
                  </a:cubicBezTo>
                  <a:cubicBezTo>
                    <a:pt x="110621" y="180703"/>
                    <a:pt x="113332" y="180702"/>
                    <a:pt x="116042" y="180701"/>
                  </a:cubicBezTo>
                  <a:cubicBezTo>
                    <a:pt x="117921" y="180699"/>
                    <a:pt x="119799" y="180696"/>
                    <a:pt x="121678" y="180694"/>
                  </a:cubicBezTo>
                  <a:cubicBezTo>
                    <a:pt x="125617" y="180689"/>
                    <a:pt x="129556" y="180688"/>
                    <a:pt x="133495" y="180688"/>
                  </a:cubicBezTo>
                  <a:cubicBezTo>
                    <a:pt x="138052" y="180689"/>
                    <a:pt x="142610" y="180681"/>
                    <a:pt x="147167" y="180669"/>
                  </a:cubicBezTo>
                  <a:cubicBezTo>
                    <a:pt x="151548" y="180658"/>
                    <a:pt x="155929" y="180656"/>
                    <a:pt x="160311" y="180656"/>
                  </a:cubicBezTo>
                  <a:cubicBezTo>
                    <a:pt x="162177" y="180655"/>
                    <a:pt x="164043" y="180652"/>
                    <a:pt x="165908" y="180646"/>
                  </a:cubicBezTo>
                  <a:cubicBezTo>
                    <a:pt x="168512" y="180639"/>
                    <a:pt x="171115" y="180641"/>
                    <a:pt x="173718" y="180645"/>
                  </a:cubicBezTo>
                  <a:cubicBezTo>
                    <a:pt x="174495" y="180641"/>
                    <a:pt x="175273" y="180637"/>
                    <a:pt x="176074" y="180633"/>
                  </a:cubicBezTo>
                  <a:cubicBezTo>
                    <a:pt x="177133" y="180637"/>
                    <a:pt x="177133" y="180637"/>
                    <a:pt x="178214" y="180642"/>
                  </a:cubicBezTo>
                  <a:cubicBezTo>
                    <a:pt x="178830" y="180642"/>
                    <a:pt x="179446" y="180641"/>
                    <a:pt x="180080" y="180641"/>
                  </a:cubicBezTo>
                  <a:cubicBezTo>
                    <a:pt x="181570" y="180826"/>
                    <a:pt x="181570" y="180826"/>
                    <a:pt x="183059" y="182314"/>
                  </a:cubicBezTo>
                  <a:cubicBezTo>
                    <a:pt x="183245" y="184283"/>
                    <a:pt x="183245" y="184283"/>
                    <a:pt x="183246" y="186842"/>
                  </a:cubicBezTo>
                  <a:cubicBezTo>
                    <a:pt x="183250" y="187814"/>
                    <a:pt x="183254" y="188786"/>
                    <a:pt x="183258" y="189787"/>
                  </a:cubicBezTo>
                  <a:cubicBezTo>
                    <a:pt x="183254" y="190876"/>
                    <a:pt x="183251" y="191965"/>
                    <a:pt x="183248" y="193054"/>
                  </a:cubicBezTo>
                  <a:cubicBezTo>
                    <a:pt x="183249" y="194203"/>
                    <a:pt x="183252" y="195352"/>
                    <a:pt x="183255" y="196500"/>
                  </a:cubicBezTo>
                  <a:cubicBezTo>
                    <a:pt x="183261" y="199669"/>
                    <a:pt x="183258" y="202837"/>
                    <a:pt x="183253" y="206005"/>
                  </a:cubicBezTo>
                  <a:cubicBezTo>
                    <a:pt x="183250" y="209418"/>
                    <a:pt x="183255" y="212830"/>
                    <a:pt x="183259" y="216242"/>
                  </a:cubicBezTo>
                  <a:cubicBezTo>
                    <a:pt x="183266" y="222931"/>
                    <a:pt x="183264" y="229621"/>
                    <a:pt x="183260" y="236310"/>
                  </a:cubicBezTo>
                  <a:cubicBezTo>
                    <a:pt x="183257" y="241744"/>
                    <a:pt x="183256" y="247177"/>
                    <a:pt x="183258" y="252611"/>
                  </a:cubicBezTo>
                  <a:cubicBezTo>
                    <a:pt x="183258" y="253383"/>
                    <a:pt x="183258" y="254155"/>
                    <a:pt x="183258" y="254950"/>
                  </a:cubicBezTo>
                  <a:cubicBezTo>
                    <a:pt x="183259" y="256518"/>
                    <a:pt x="183259" y="258087"/>
                    <a:pt x="183260" y="259655"/>
                  </a:cubicBezTo>
                  <a:cubicBezTo>
                    <a:pt x="183264" y="274373"/>
                    <a:pt x="183259" y="289092"/>
                    <a:pt x="183251" y="303811"/>
                  </a:cubicBezTo>
                  <a:cubicBezTo>
                    <a:pt x="183245" y="316455"/>
                    <a:pt x="183246" y="329099"/>
                    <a:pt x="183253" y="341742"/>
                  </a:cubicBezTo>
                  <a:cubicBezTo>
                    <a:pt x="183261" y="356408"/>
                    <a:pt x="183264" y="371074"/>
                    <a:pt x="183259" y="385739"/>
                  </a:cubicBezTo>
                  <a:cubicBezTo>
                    <a:pt x="183259" y="387302"/>
                    <a:pt x="183258" y="388864"/>
                    <a:pt x="183258" y="390426"/>
                  </a:cubicBezTo>
                  <a:cubicBezTo>
                    <a:pt x="183257" y="391579"/>
                    <a:pt x="183257" y="391579"/>
                    <a:pt x="183257" y="392755"/>
                  </a:cubicBezTo>
                  <a:cubicBezTo>
                    <a:pt x="183256" y="398186"/>
                    <a:pt x="183258" y="403617"/>
                    <a:pt x="183261" y="409048"/>
                  </a:cubicBezTo>
                  <a:cubicBezTo>
                    <a:pt x="183266" y="415661"/>
                    <a:pt x="183265" y="422274"/>
                    <a:pt x="183257" y="428888"/>
                  </a:cubicBezTo>
                  <a:cubicBezTo>
                    <a:pt x="183253" y="432265"/>
                    <a:pt x="183251" y="435643"/>
                    <a:pt x="183256" y="439020"/>
                  </a:cubicBezTo>
                  <a:cubicBezTo>
                    <a:pt x="183260" y="442107"/>
                    <a:pt x="183258" y="445193"/>
                    <a:pt x="183250" y="448280"/>
                  </a:cubicBezTo>
                  <a:cubicBezTo>
                    <a:pt x="183248" y="449402"/>
                    <a:pt x="183249" y="450524"/>
                    <a:pt x="183253" y="451645"/>
                  </a:cubicBezTo>
                  <a:cubicBezTo>
                    <a:pt x="183257" y="453160"/>
                    <a:pt x="183252" y="454674"/>
                    <a:pt x="183246" y="456189"/>
                  </a:cubicBezTo>
                  <a:cubicBezTo>
                    <a:pt x="183246" y="457033"/>
                    <a:pt x="183245" y="457878"/>
                    <a:pt x="183245" y="458748"/>
                  </a:cubicBezTo>
                  <a:cubicBezTo>
                    <a:pt x="183184" y="459367"/>
                    <a:pt x="183122" y="459985"/>
                    <a:pt x="183059" y="460623"/>
                  </a:cubicBezTo>
                  <a:cubicBezTo>
                    <a:pt x="181237" y="461534"/>
                    <a:pt x="180066" y="461459"/>
                    <a:pt x="178030" y="461457"/>
                  </a:cubicBezTo>
                  <a:cubicBezTo>
                    <a:pt x="177282" y="461458"/>
                    <a:pt x="176535" y="461459"/>
                    <a:pt x="175765" y="461460"/>
                  </a:cubicBezTo>
                  <a:cubicBezTo>
                    <a:pt x="174943" y="461457"/>
                    <a:pt x="174120" y="461454"/>
                    <a:pt x="173272" y="461452"/>
                  </a:cubicBezTo>
                  <a:cubicBezTo>
                    <a:pt x="172409" y="461452"/>
                    <a:pt x="171545" y="461452"/>
                    <a:pt x="170655" y="461452"/>
                  </a:cubicBezTo>
                  <a:cubicBezTo>
                    <a:pt x="167788" y="461451"/>
                    <a:pt x="164921" y="461446"/>
                    <a:pt x="162054" y="461440"/>
                  </a:cubicBezTo>
                  <a:cubicBezTo>
                    <a:pt x="160071" y="461438"/>
                    <a:pt x="158088" y="461437"/>
                    <a:pt x="156104" y="461437"/>
                  </a:cubicBezTo>
                  <a:cubicBezTo>
                    <a:pt x="151411" y="461434"/>
                    <a:pt x="146717" y="461428"/>
                    <a:pt x="142023" y="461421"/>
                  </a:cubicBezTo>
                  <a:cubicBezTo>
                    <a:pt x="136680" y="461412"/>
                    <a:pt x="131337" y="461408"/>
                    <a:pt x="125994" y="461405"/>
                  </a:cubicBezTo>
                  <a:cubicBezTo>
                    <a:pt x="115002" y="461397"/>
                    <a:pt x="104010" y="461384"/>
                    <a:pt x="93018" y="461367"/>
                  </a:cubicBezTo>
                  <a:cubicBezTo>
                    <a:pt x="93021" y="461858"/>
                    <a:pt x="93024" y="462349"/>
                    <a:pt x="93028" y="462854"/>
                  </a:cubicBezTo>
                  <a:cubicBezTo>
                    <a:pt x="93060" y="467948"/>
                    <a:pt x="93083" y="473042"/>
                    <a:pt x="93099" y="478136"/>
                  </a:cubicBezTo>
                  <a:cubicBezTo>
                    <a:pt x="93107" y="480038"/>
                    <a:pt x="93117" y="481941"/>
                    <a:pt x="93130" y="483844"/>
                  </a:cubicBezTo>
                  <a:cubicBezTo>
                    <a:pt x="93148" y="486574"/>
                    <a:pt x="93156" y="489304"/>
                    <a:pt x="93163" y="492034"/>
                  </a:cubicBezTo>
                  <a:cubicBezTo>
                    <a:pt x="93174" y="493316"/>
                    <a:pt x="93174" y="493316"/>
                    <a:pt x="93186" y="494625"/>
                  </a:cubicBezTo>
                  <a:cubicBezTo>
                    <a:pt x="93186" y="495414"/>
                    <a:pt x="93186" y="496204"/>
                    <a:pt x="93187" y="497017"/>
                  </a:cubicBezTo>
                  <a:cubicBezTo>
                    <a:pt x="93190" y="497715"/>
                    <a:pt x="93193" y="498412"/>
                    <a:pt x="93197" y="499130"/>
                  </a:cubicBezTo>
                  <a:cubicBezTo>
                    <a:pt x="93018" y="500807"/>
                    <a:pt x="93018" y="500807"/>
                    <a:pt x="91529" y="502295"/>
                  </a:cubicBezTo>
                  <a:cubicBezTo>
                    <a:pt x="89383" y="502479"/>
                    <a:pt x="89383" y="502479"/>
                    <a:pt x="86602" y="502476"/>
                  </a:cubicBezTo>
                  <a:cubicBezTo>
                    <a:pt x="86096" y="502477"/>
                    <a:pt x="85590" y="502478"/>
                    <a:pt x="85069" y="502480"/>
                  </a:cubicBezTo>
                  <a:cubicBezTo>
                    <a:pt x="83393" y="502483"/>
                    <a:pt x="81718" y="502475"/>
                    <a:pt x="80042" y="502466"/>
                  </a:cubicBezTo>
                  <a:cubicBezTo>
                    <a:pt x="78879" y="502465"/>
                    <a:pt x="77717" y="502465"/>
                    <a:pt x="76555" y="502465"/>
                  </a:cubicBezTo>
                  <a:cubicBezTo>
                    <a:pt x="74118" y="502464"/>
                    <a:pt x="71681" y="502458"/>
                    <a:pt x="69244" y="502448"/>
                  </a:cubicBezTo>
                  <a:cubicBezTo>
                    <a:pt x="66116" y="502435"/>
                    <a:pt x="62988" y="502433"/>
                    <a:pt x="59860" y="502433"/>
                  </a:cubicBezTo>
                  <a:cubicBezTo>
                    <a:pt x="57459" y="502433"/>
                    <a:pt x="55059" y="502429"/>
                    <a:pt x="52659" y="502423"/>
                  </a:cubicBezTo>
                  <a:cubicBezTo>
                    <a:pt x="51505" y="502421"/>
                    <a:pt x="50352" y="502420"/>
                    <a:pt x="49198" y="502419"/>
                  </a:cubicBezTo>
                  <a:cubicBezTo>
                    <a:pt x="47588" y="502417"/>
                    <a:pt x="45977" y="502411"/>
                    <a:pt x="44366" y="502403"/>
                  </a:cubicBezTo>
                  <a:cubicBezTo>
                    <a:pt x="42990" y="502399"/>
                    <a:pt x="42990" y="502399"/>
                    <a:pt x="41586" y="502394"/>
                  </a:cubicBezTo>
                  <a:cubicBezTo>
                    <a:pt x="39439" y="502295"/>
                    <a:pt x="39439" y="502295"/>
                    <a:pt x="37951" y="501551"/>
                  </a:cubicBezTo>
                  <a:cubicBezTo>
                    <a:pt x="37801" y="499350"/>
                    <a:pt x="37751" y="497219"/>
                    <a:pt x="37762" y="495017"/>
                  </a:cubicBezTo>
                  <a:cubicBezTo>
                    <a:pt x="37760" y="494323"/>
                    <a:pt x="37758" y="493629"/>
                    <a:pt x="37755" y="492914"/>
                  </a:cubicBezTo>
                  <a:cubicBezTo>
                    <a:pt x="37749" y="490570"/>
                    <a:pt x="37754" y="488226"/>
                    <a:pt x="37759" y="485882"/>
                  </a:cubicBezTo>
                  <a:cubicBezTo>
                    <a:pt x="37757" y="484209"/>
                    <a:pt x="37754" y="482536"/>
                    <a:pt x="37751" y="480863"/>
                  </a:cubicBezTo>
                  <a:cubicBezTo>
                    <a:pt x="37744" y="476305"/>
                    <a:pt x="37747" y="471746"/>
                    <a:pt x="37751" y="467187"/>
                  </a:cubicBezTo>
                  <a:cubicBezTo>
                    <a:pt x="37755" y="462425"/>
                    <a:pt x="37752" y="457663"/>
                    <a:pt x="37749" y="452900"/>
                  </a:cubicBezTo>
                  <a:cubicBezTo>
                    <a:pt x="37746" y="444384"/>
                    <a:pt x="37751" y="435869"/>
                    <a:pt x="37759" y="427353"/>
                  </a:cubicBezTo>
                  <a:cubicBezTo>
                    <a:pt x="37765" y="419631"/>
                    <a:pt x="37764" y="411910"/>
                    <a:pt x="37757" y="404189"/>
                  </a:cubicBezTo>
                  <a:cubicBezTo>
                    <a:pt x="37749" y="395228"/>
                    <a:pt x="37746" y="386268"/>
                    <a:pt x="37751" y="377308"/>
                  </a:cubicBezTo>
                  <a:cubicBezTo>
                    <a:pt x="37753" y="372563"/>
                    <a:pt x="37753" y="367817"/>
                    <a:pt x="37748" y="363072"/>
                  </a:cubicBezTo>
                  <a:cubicBezTo>
                    <a:pt x="37744" y="358609"/>
                    <a:pt x="37747" y="354145"/>
                    <a:pt x="37756" y="349681"/>
                  </a:cubicBezTo>
                  <a:cubicBezTo>
                    <a:pt x="37758" y="348041"/>
                    <a:pt x="37757" y="346401"/>
                    <a:pt x="37754" y="344761"/>
                  </a:cubicBezTo>
                  <a:cubicBezTo>
                    <a:pt x="37750" y="342526"/>
                    <a:pt x="37755" y="340290"/>
                    <a:pt x="37762" y="338054"/>
                  </a:cubicBezTo>
                  <a:cubicBezTo>
                    <a:pt x="37759" y="337403"/>
                    <a:pt x="37756" y="336751"/>
                    <a:pt x="37752" y="336079"/>
                  </a:cubicBezTo>
                  <a:cubicBezTo>
                    <a:pt x="37773" y="332857"/>
                    <a:pt x="37935" y="330357"/>
                    <a:pt x="39439" y="327422"/>
                  </a:cubicBezTo>
                  <a:cubicBezTo>
                    <a:pt x="38948" y="327422"/>
                    <a:pt x="38457" y="327422"/>
                    <a:pt x="37951" y="327422"/>
                  </a:cubicBezTo>
                  <a:cubicBezTo>
                    <a:pt x="37689" y="328659"/>
                    <a:pt x="37445" y="329900"/>
                    <a:pt x="37207" y="331143"/>
                  </a:cubicBezTo>
                  <a:cubicBezTo>
                    <a:pt x="35449" y="336115"/>
                    <a:pt x="35449" y="336115"/>
                    <a:pt x="33486" y="337096"/>
                  </a:cubicBezTo>
                  <a:cubicBezTo>
                    <a:pt x="33118" y="338017"/>
                    <a:pt x="33118" y="338017"/>
                    <a:pt x="32742" y="338956"/>
                  </a:cubicBezTo>
                  <a:cubicBezTo>
                    <a:pt x="31998" y="340816"/>
                    <a:pt x="31998" y="340816"/>
                    <a:pt x="30510" y="341561"/>
                  </a:cubicBezTo>
                  <a:cubicBezTo>
                    <a:pt x="30402" y="342067"/>
                    <a:pt x="30295" y="342573"/>
                    <a:pt x="30184" y="343095"/>
                  </a:cubicBezTo>
                  <a:cubicBezTo>
                    <a:pt x="30046" y="343571"/>
                    <a:pt x="29908" y="344047"/>
                    <a:pt x="29766" y="344537"/>
                  </a:cubicBezTo>
                  <a:cubicBezTo>
                    <a:pt x="29029" y="344537"/>
                    <a:pt x="28292" y="344537"/>
                    <a:pt x="27533" y="344537"/>
                  </a:cubicBezTo>
                  <a:cubicBezTo>
                    <a:pt x="27488" y="345012"/>
                    <a:pt x="27443" y="345487"/>
                    <a:pt x="27397" y="345976"/>
                  </a:cubicBezTo>
                  <a:cubicBezTo>
                    <a:pt x="27334" y="346591"/>
                    <a:pt x="27272" y="347206"/>
                    <a:pt x="27208" y="347839"/>
                  </a:cubicBezTo>
                  <a:cubicBezTo>
                    <a:pt x="27147" y="348452"/>
                    <a:pt x="27087" y="349065"/>
                    <a:pt x="27025" y="349697"/>
                  </a:cubicBezTo>
                  <a:cubicBezTo>
                    <a:pt x="26789" y="351234"/>
                    <a:pt x="26789" y="351234"/>
                    <a:pt x="26045" y="351978"/>
                  </a:cubicBezTo>
                  <a:cubicBezTo>
                    <a:pt x="24696" y="352077"/>
                    <a:pt x="24696" y="352077"/>
                    <a:pt x="23068" y="352071"/>
                  </a:cubicBezTo>
                  <a:cubicBezTo>
                    <a:pt x="22531" y="352073"/>
                    <a:pt x="21994" y="352075"/>
                    <a:pt x="21441" y="352077"/>
                  </a:cubicBezTo>
                  <a:cubicBezTo>
                    <a:pt x="20092" y="351978"/>
                    <a:pt x="20092" y="351978"/>
                    <a:pt x="19348" y="351234"/>
                  </a:cubicBezTo>
                  <a:cubicBezTo>
                    <a:pt x="19230" y="349856"/>
                    <a:pt x="19161" y="348474"/>
                    <a:pt x="19112" y="347092"/>
                  </a:cubicBezTo>
                  <a:cubicBezTo>
                    <a:pt x="19081" y="346255"/>
                    <a:pt x="19050" y="345418"/>
                    <a:pt x="19018" y="344556"/>
                  </a:cubicBezTo>
                  <a:cubicBezTo>
                    <a:pt x="18988" y="343675"/>
                    <a:pt x="18959" y="342794"/>
                    <a:pt x="18929" y="341886"/>
                  </a:cubicBezTo>
                  <a:cubicBezTo>
                    <a:pt x="18897" y="341002"/>
                    <a:pt x="18865" y="340118"/>
                    <a:pt x="18832" y="339207"/>
                  </a:cubicBezTo>
                  <a:cubicBezTo>
                    <a:pt x="18752" y="337015"/>
                    <a:pt x="18677" y="334823"/>
                    <a:pt x="18604" y="332631"/>
                  </a:cubicBezTo>
                  <a:cubicBezTo>
                    <a:pt x="17867" y="332631"/>
                    <a:pt x="17130" y="332631"/>
                    <a:pt x="16371" y="332631"/>
                  </a:cubicBezTo>
                  <a:cubicBezTo>
                    <a:pt x="16343" y="331726"/>
                    <a:pt x="16315" y="330822"/>
                    <a:pt x="16287" y="329890"/>
                  </a:cubicBezTo>
                  <a:cubicBezTo>
                    <a:pt x="16238" y="328711"/>
                    <a:pt x="16189" y="327531"/>
                    <a:pt x="16139" y="326352"/>
                  </a:cubicBezTo>
                  <a:cubicBezTo>
                    <a:pt x="16122" y="325755"/>
                    <a:pt x="16105" y="325158"/>
                    <a:pt x="16088" y="324543"/>
                  </a:cubicBezTo>
                  <a:cubicBezTo>
                    <a:pt x="16024" y="322628"/>
                    <a:pt x="16024" y="322628"/>
                    <a:pt x="15627" y="319980"/>
                  </a:cubicBezTo>
                  <a:cubicBezTo>
                    <a:pt x="14890" y="319735"/>
                    <a:pt x="14154" y="319489"/>
                    <a:pt x="13395" y="319236"/>
                  </a:cubicBezTo>
                  <a:cubicBezTo>
                    <a:pt x="13141" y="317922"/>
                    <a:pt x="13141" y="317922"/>
                    <a:pt x="13177" y="316234"/>
                  </a:cubicBezTo>
                  <a:cubicBezTo>
                    <a:pt x="13184" y="315632"/>
                    <a:pt x="13191" y="315030"/>
                    <a:pt x="13198" y="314410"/>
                  </a:cubicBezTo>
                  <a:cubicBezTo>
                    <a:pt x="13217" y="313777"/>
                    <a:pt x="13236" y="313144"/>
                    <a:pt x="13255" y="312493"/>
                  </a:cubicBezTo>
                  <a:cubicBezTo>
                    <a:pt x="13265" y="311857"/>
                    <a:pt x="13275" y="311222"/>
                    <a:pt x="13286" y="310567"/>
                  </a:cubicBezTo>
                  <a:cubicBezTo>
                    <a:pt x="13312" y="308992"/>
                    <a:pt x="13352" y="307417"/>
                    <a:pt x="13395" y="305842"/>
                  </a:cubicBezTo>
                  <a:cubicBezTo>
                    <a:pt x="12658" y="305842"/>
                    <a:pt x="11921" y="305842"/>
                    <a:pt x="11162" y="305842"/>
                  </a:cubicBezTo>
                  <a:cubicBezTo>
                    <a:pt x="11117" y="305223"/>
                    <a:pt x="11072" y="304604"/>
                    <a:pt x="11025" y="303967"/>
                  </a:cubicBezTo>
                  <a:cubicBezTo>
                    <a:pt x="10963" y="303158"/>
                    <a:pt x="10901" y="302350"/>
                    <a:pt x="10837" y="301516"/>
                  </a:cubicBezTo>
                  <a:cubicBezTo>
                    <a:pt x="10776" y="300714"/>
                    <a:pt x="10716" y="299911"/>
                    <a:pt x="10653" y="299083"/>
                  </a:cubicBezTo>
                  <a:cubicBezTo>
                    <a:pt x="10491" y="296867"/>
                    <a:pt x="10491" y="296867"/>
                    <a:pt x="9674" y="294680"/>
                  </a:cubicBezTo>
                  <a:cubicBezTo>
                    <a:pt x="9183" y="294434"/>
                    <a:pt x="8692" y="294189"/>
                    <a:pt x="8186" y="293936"/>
                  </a:cubicBezTo>
                  <a:cubicBezTo>
                    <a:pt x="7877" y="291584"/>
                    <a:pt x="7877" y="291584"/>
                    <a:pt x="7720" y="288680"/>
                  </a:cubicBezTo>
                  <a:cubicBezTo>
                    <a:pt x="7665" y="287720"/>
                    <a:pt x="7609" y="286760"/>
                    <a:pt x="7552" y="285770"/>
                  </a:cubicBezTo>
                  <a:cubicBezTo>
                    <a:pt x="7515" y="285027"/>
                    <a:pt x="7479" y="284283"/>
                    <a:pt x="7441" y="283518"/>
                  </a:cubicBezTo>
                  <a:cubicBezTo>
                    <a:pt x="6705" y="283763"/>
                    <a:pt x="5968" y="284009"/>
                    <a:pt x="5209" y="284262"/>
                  </a:cubicBezTo>
                  <a:cubicBezTo>
                    <a:pt x="5173" y="283626"/>
                    <a:pt x="5136" y="282990"/>
                    <a:pt x="5099" y="282334"/>
                  </a:cubicBezTo>
                  <a:cubicBezTo>
                    <a:pt x="5043" y="281512"/>
                    <a:pt x="4987" y="280690"/>
                    <a:pt x="4930" y="279843"/>
                  </a:cubicBezTo>
                  <a:cubicBezTo>
                    <a:pt x="4878" y="279023"/>
                    <a:pt x="4826" y="278203"/>
                    <a:pt x="4773" y="277358"/>
                  </a:cubicBezTo>
                  <a:cubicBezTo>
                    <a:pt x="4671" y="276689"/>
                    <a:pt x="4570" y="276021"/>
                    <a:pt x="4465" y="275332"/>
                  </a:cubicBezTo>
                  <a:cubicBezTo>
                    <a:pt x="3974" y="275086"/>
                    <a:pt x="3483" y="274841"/>
                    <a:pt x="2977" y="274588"/>
                  </a:cubicBezTo>
                  <a:cubicBezTo>
                    <a:pt x="2502" y="272873"/>
                    <a:pt x="2217" y="271154"/>
                    <a:pt x="1907" y="269402"/>
                  </a:cubicBezTo>
                  <a:cubicBezTo>
                    <a:pt x="1769" y="268903"/>
                    <a:pt x="1631" y="268405"/>
                    <a:pt x="1488" y="267891"/>
                  </a:cubicBezTo>
                  <a:cubicBezTo>
                    <a:pt x="997" y="267645"/>
                    <a:pt x="506" y="267399"/>
                    <a:pt x="0" y="267146"/>
                  </a:cubicBezTo>
                  <a:cubicBezTo>
                    <a:pt x="0" y="266655"/>
                    <a:pt x="0" y="266164"/>
                    <a:pt x="0" y="265658"/>
                  </a:cubicBezTo>
                  <a:cubicBezTo>
                    <a:pt x="491" y="265413"/>
                    <a:pt x="982" y="265167"/>
                    <a:pt x="1488" y="264914"/>
                  </a:cubicBezTo>
                  <a:cubicBezTo>
                    <a:pt x="2137" y="263380"/>
                    <a:pt x="2627" y="261821"/>
                    <a:pt x="3139" y="260237"/>
                  </a:cubicBezTo>
                  <a:cubicBezTo>
                    <a:pt x="3331" y="259816"/>
                    <a:pt x="3523" y="259395"/>
                    <a:pt x="3721" y="258961"/>
                  </a:cubicBezTo>
                  <a:cubicBezTo>
                    <a:pt x="4212" y="258961"/>
                    <a:pt x="4703" y="258961"/>
                    <a:pt x="5209" y="258961"/>
                  </a:cubicBezTo>
                  <a:cubicBezTo>
                    <a:pt x="5301" y="258117"/>
                    <a:pt x="5393" y="257273"/>
                    <a:pt x="5488" y="256403"/>
                  </a:cubicBezTo>
                  <a:cubicBezTo>
                    <a:pt x="5642" y="255528"/>
                    <a:pt x="5795" y="254653"/>
                    <a:pt x="5953" y="253752"/>
                  </a:cubicBezTo>
                  <a:cubicBezTo>
                    <a:pt x="6444" y="253506"/>
                    <a:pt x="6935" y="253261"/>
                    <a:pt x="7441" y="253008"/>
                  </a:cubicBezTo>
                  <a:cubicBezTo>
                    <a:pt x="7626" y="252087"/>
                    <a:pt x="7626" y="252087"/>
                    <a:pt x="7813" y="251147"/>
                  </a:cubicBezTo>
                  <a:cubicBezTo>
                    <a:pt x="7998" y="250227"/>
                    <a:pt x="7998" y="250227"/>
                    <a:pt x="8186" y="249287"/>
                  </a:cubicBezTo>
                  <a:cubicBezTo>
                    <a:pt x="8677" y="249042"/>
                    <a:pt x="9168" y="248796"/>
                    <a:pt x="9674" y="248543"/>
                  </a:cubicBezTo>
                  <a:cubicBezTo>
                    <a:pt x="9904" y="247668"/>
                    <a:pt x="10134" y="246793"/>
                    <a:pt x="10371" y="245892"/>
                  </a:cubicBezTo>
                  <a:cubicBezTo>
                    <a:pt x="10632" y="245048"/>
                    <a:pt x="10893" y="244204"/>
                    <a:pt x="11162" y="243334"/>
                  </a:cubicBezTo>
                  <a:cubicBezTo>
                    <a:pt x="11899" y="243334"/>
                    <a:pt x="12636" y="243334"/>
                    <a:pt x="13395" y="243334"/>
                  </a:cubicBezTo>
                  <a:cubicBezTo>
                    <a:pt x="13348" y="242367"/>
                    <a:pt x="13302" y="241400"/>
                    <a:pt x="13255" y="240404"/>
                  </a:cubicBezTo>
                  <a:cubicBezTo>
                    <a:pt x="13177" y="238756"/>
                    <a:pt x="13177" y="238756"/>
                    <a:pt x="13395" y="237381"/>
                  </a:cubicBezTo>
                  <a:cubicBezTo>
                    <a:pt x="14131" y="237135"/>
                    <a:pt x="14868" y="236890"/>
                    <a:pt x="15627" y="236637"/>
                  </a:cubicBezTo>
                  <a:cubicBezTo>
                    <a:pt x="15905" y="235154"/>
                    <a:pt x="16153" y="233665"/>
                    <a:pt x="16371" y="232172"/>
                  </a:cubicBezTo>
                  <a:cubicBezTo>
                    <a:pt x="16862" y="231926"/>
                    <a:pt x="17353" y="231681"/>
                    <a:pt x="17859" y="231428"/>
                  </a:cubicBezTo>
                  <a:cubicBezTo>
                    <a:pt x="18508" y="229894"/>
                    <a:pt x="18998" y="228335"/>
                    <a:pt x="19510" y="226751"/>
                  </a:cubicBezTo>
                  <a:cubicBezTo>
                    <a:pt x="19702" y="226330"/>
                    <a:pt x="19894" y="225908"/>
                    <a:pt x="20092" y="225475"/>
                  </a:cubicBezTo>
                  <a:cubicBezTo>
                    <a:pt x="20583" y="225475"/>
                    <a:pt x="21074" y="225475"/>
                    <a:pt x="21580" y="225475"/>
                  </a:cubicBezTo>
                  <a:cubicBezTo>
                    <a:pt x="21554" y="225000"/>
                    <a:pt x="21528" y="224525"/>
                    <a:pt x="21502" y="224036"/>
                  </a:cubicBezTo>
                  <a:cubicBezTo>
                    <a:pt x="21481" y="223421"/>
                    <a:pt x="21461" y="222806"/>
                    <a:pt x="21441" y="222172"/>
                  </a:cubicBezTo>
                  <a:cubicBezTo>
                    <a:pt x="21415" y="221560"/>
                    <a:pt x="21389" y="220947"/>
                    <a:pt x="21362" y="220315"/>
                  </a:cubicBezTo>
                  <a:cubicBezTo>
                    <a:pt x="21434" y="219808"/>
                    <a:pt x="21506" y="219300"/>
                    <a:pt x="21580" y="218777"/>
                  </a:cubicBezTo>
                  <a:cubicBezTo>
                    <a:pt x="22317" y="218532"/>
                    <a:pt x="23053" y="218286"/>
                    <a:pt x="23813" y="218033"/>
                  </a:cubicBezTo>
                  <a:cubicBezTo>
                    <a:pt x="24249" y="216458"/>
                    <a:pt x="24249" y="216458"/>
                    <a:pt x="24324" y="214638"/>
                  </a:cubicBezTo>
                  <a:cubicBezTo>
                    <a:pt x="24373" y="214023"/>
                    <a:pt x="24422" y="213408"/>
                    <a:pt x="24472" y="212775"/>
                  </a:cubicBezTo>
                  <a:cubicBezTo>
                    <a:pt x="24500" y="212300"/>
                    <a:pt x="24528" y="211825"/>
                    <a:pt x="24557" y="211336"/>
                  </a:cubicBezTo>
                  <a:cubicBezTo>
                    <a:pt x="25293" y="211336"/>
                    <a:pt x="26030" y="211336"/>
                    <a:pt x="26789" y="211336"/>
                  </a:cubicBezTo>
                  <a:cubicBezTo>
                    <a:pt x="26826" y="210861"/>
                    <a:pt x="26862" y="210386"/>
                    <a:pt x="26900" y="209897"/>
                  </a:cubicBezTo>
                  <a:cubicBezTo>
                    <a:pt x="26955" y="209282"/>
                    <a:pt x="27011" y="208667"/>
                    <a:pt x="27068" y="208034"/>
                  </a:cubicBezTo>
                  <a:cubicBezTo>
                    <a:pt x="27146" y="207114"/>
                    <a:pt x="27146" y="207114"/>
                    <a:pt x="27225" y="206176"/>
                  </a:cubicBezTo>
                  <a:cubicBezTo>
                    <a:pt x="27327" y="205669"/>
                    <a:pt x="27428" y="205161"/>
                    <a:pt x="27533" y="204639"/>
                  </a:cubicBezTo>
                  <a:cubicBezTo>
                    <a:pt x="28024" y="204393"/>
                    <a:pt x="28515" y="204148"/>
                    <a:pt x="29021" y="203895"/>
                  </a:cubicBezTo>
                  <a:cubicBezTo>
                    <a:pt x="29286" y="201777"/>
                    <a:pt x="29352" y="199678"/>
                    <a:pt x="29437" y="197546"/>
                  </a:cubicBezTo>
                  <a:cubicBezTo>
                    <a:pt x="29546" y="196940"/>
                    <a:pt x="29654" y="196334"/>
                    <a:pt x="29766" y="195709"/>
                  </a:cubicBezTo>
                  <a:cubicBezTo>
                    <a:pt x="30502" y="195463"/>
                    <a:pt x="31239" y="195218"/>
                    <a:pt x="31998" y="194965"/>
                  </a:cubicBezTo>
                  <a:cubicBezTo>
                    <a:pt x="32435" y="193389"/>
                    <a:pt x="32435" y="193389"/>
                    <a:pt x="32510" y="191570"/>
                  </a:cubicBezTo>
                  <a:cubicBezTo>
                    <a:pt x="32559" y="190955"/>
                    <a:pt x="32607" y="190340"/>
                    <a:pt x="32658" y="189706"/>
                  </a:cubicBezTo>
                  <a:cubicBezTo>
                    <a:pt x="32686" y="189232"/>
                    <a:pt x="32714" y="188757"/>
                    <a:pt x="32742" y="188268"/>
                  </a:cubicBezTo>
                  <a:cubicBezTo>
                    <a:pt x="33479" y="188268"/>
                    <a:pt x="34216" y="188268"/>
                    <a:pt x="34975" y="188268"/>
                  </a:cubicBezTo>
                  <a:cubicBezTo>
                    <a:pt x="35011" y="187632"/>
                    <a:pt x="35048" y="186996"/>
                    <a:pt x="35085" y="186340"/>
                  </a:cubicBezTo>
                  <a:cubicBezTo>
                    <a:pt x="35141" y="185518"/>
                    <a:pt x="35196" y="184696"/>
                    <a:pt x="35254" y="183849"/>
                  </a:cubicBezTo>
                  <a:cubicBezTo>
                    <a:pt x="35305" y="183029"/>
                    <a:pt x="35357" y="182209"/>
                    <a:pt x="35411" y="181364"/>
                  </a:cubicBezTo>
                  <a:cubicBezTo>
                    <a:pt x="35512" y="180695"/>
                    <a:pt x="35614" y="180027"/>
                    <a:pt x="35719" y="179338"/>
                  </a:cubicBezTo>
                  <a:cubicBezTo>
                    <a:pt x="36210" y="179092"/>
                    <a:pt x="36701" y="178847"/>
                    <a:pt x="37207" y="178594"/>
                  </a:cubicBezTo>
                  <a:cubicBezTo>
                    <a:pt x="37556" y="176498"/>
                    <a:pt x="37556" y="176498"/>
                    <a:pt x="37672" y="174082"/>
                  </a:cubicBezTo>
                  <a:cubicBezTo>
                    <a:pt x="37728" y="173260"/>
                    <a:pt x="37783" y="172438"/>
                    <a:pt x="37841" y="171591"/>
                  </a:cubicBezTo>
                  <a:cubicBezTo>
                    <a:pt x="37877" y="170955"/>
                    <a:pt x="37914" y="170319"/>
                    <a:pt x="37951" y="169664"/>
                  </a:cubicBezTo>
                  <a:cubicBezTo>
                    <a:pt x="38688" y="169664"/>
                    <a:pt x="39425" y="169664"/>
                    <a:pt x="40184" y="169664"/>
                  </a:cubicBezTo>
                  <a:cubicBezTo>
                    <a:pt x="40552" y="164875"/>
                    <a:pt x="40552" y="164875"/>
                    <a:pt x="40928" y="159990"/>
                  </a:cubicBezTo>
                  <a:cubicBezTo>
                    <a:pt x="41664" y="159990"/>
                    <a:pt x="42401" y="159990"/>
                    <a:pt x="43160" y="159990"/>
                  </a:cubicBezTo>
                  <a:cubicBezTo>
                    <a:pt x="43406" y="156307"/>
                    <a:pt x="43651" y="152623"/>
                    <a:pt x="43904" y="148828"/>
                  </a:cubicBezTo>
                  <a:cubicBezTo>
                    <a:pt x="44641" y="148828"/>
                    <a:pt x="45378" y="148828"/>
                    <a:pt x="46137" y="148828"/>
                  </a:cubicBezTo>
                  <a:cubicBezTo>
                    <a:pt x="46111" y="148031"/>
                    <a:pt x="46085" y="147234"/>
                    <a:pt x="46058" y="146413"/>
                  </a:cubicBezTo>
                  <a:cubicBezTo>
                    <a:pt x="46037" y="145373"/>
                    <a:pt x="46017" y="144333"/>
                    <a:pt x="45997" y="143294"/>
                  </a:cubicBezTo>
                  <a:cubicBezTo>
                    <a:pt x="45978" y="142767"/>
                    <a:pt x="45960" y="142241"/>
                    <a:pt x="45941" y="141699"/>
                  </a:cubicBezTo>
                  <a:cubicBezTo>
                    <a:pt x="45919" y="140180"/>
                    <a:pt x="45919" y="140180"/>
                    <a:pt x="46137" y="137666"/>
                  </a:cubicBezTo>
                  <a:cubicBezTo>
                    <a:pt x="46873" y="137420"/>
                    <a:pt x="47610" y="137175"/>
                    <a:pt x="48369" y="136922"/>
                  </a:cubicBezTo>
                  <a:cubicBezTo>
                    <a:pt x="48661" y="134995"/>
                    <a:pt x="48819" y="133230"/>
                    <a:pt x="48881" y="131294"/>
                  </a:cubicBezTo>
                  <a:cubicBezTo>
                    <a:pt x="48906" y="130765"/>
                    <a:pt x="48932" y="130236"/>
                    <a:pt x="48958" y="129691"/>
                  </a:cubicBezTo>
                  <a:cubicBezTo>
                    <a:pt x="49019" y="128381"/>
                    <a:pt x="49068" y="127070"/>
                    <a:pt x="49113" y="125760"/>
                  </a:cubicBezTo>
                  <a:cubicBezTo>
                    <a:pt x="49604" y="125760"/>
                    <a:pt x="50096" y="125760"/>
                    <a:pt x="50602" y="125760"/>
                  </a:cubicBezTo>
                  <a:cubicBezTo>
                    <a:pt x="51636" y="122658"/>
                    <a:pt x="51607" y="119532"/>
                    <a:pt x="51731" y="116289"/>
                  </a:cubicBezTo>
                  <a:cubicBezTo>
                    <a:pt x="51799" y="114978"/>
                    <a:pt x="51939" y="113670"/>
                    <a:pt x="52090" y="112365"/>
                  </a:cubicBezTo>
                  <a:cubicBezTo>
                    <a:pt x="52581" y="112120"/>
                    <a:pt x="53072" y="111874"/>
                    <a:pt x="53578" y="111621"/>
                  </a:cubicBezTo>
                  <a:cubicBezTo>
                    <a:pt x="53819" y="110263"/>
                    <a:pt x="53819" y="110263"/>
                    <a:pt x="53808" y="108645"/>
                  </a:cubicBezTo>
                  <a:cubicBezTo>
                    <a:pt x="53826" y="108046"/>
                    <a:pt x="53845" y="107447"/>
                    <a:pt x="53864" y="106831"/>
                  </a:cubicBezTo>
                  <a:cubicBezTo>
                    <a:pt x="53891" y="105559"/>
                    <a:pt x="53914" y="104288"/>
                    <a:pt x="53934" y="103017"/>
                  </a:cubicBezTo>
                  <a:cubicBezTo>
                    <a:pt x="53954" y="102418"/>
                    <a:pt x="53974" y="101820"/>
                    <a:pt x="53994" y="101203"/>
                  </a:cubicBezTo>
                  <a:cubicBezTo>
                    <a:pt x="54004" y="100651"/>
                    <a:pt x="54014" y="100098"/>
                    <a:pt x="54024" y="99529"/>
                  </a:cubicBezTo>
                  <a:cubicBezTo>
                    <a:pt x="54123" y="99099"/>
                    <a:pt x="54221" y="98669"/>
                    <a:pt x="54322" y="98227"/>
                  </a:cubicBezTo>
                  <a:cubicBezTo>
                    <a:pt x="55059" y="97981"/>
                    <a:pt x="55796" y="97735"/>
                    <a:pt x="56555" y="97482"/>
                  </a:cubicBezTo>
                  <a:cubicBezTo>
                    <a:pt x="56899" y="96057"/>
                    <a:pt x="56899" y="96057"/>
                    <a:pt x="56857" y="94343"/>
                  </a:cubicBezTo>
                  <a:cubicBezTo>
                    <a:pt x="56881" y="93395"/>
                    <a:pt x="56881" y="93395"/>
                    <a:pt x="56906" y="92427"/>
                  </a:cubicBezTo>
                  <a:cubicBezTo>
                    <a:pt x="56913" y="91763"/>
                    <a:pt x="56920" y="91098"/>
                    <a:pt x="56927" y="90413"/>
                  </a:cubicBezTo>
                  <a:cubicBezTo>
                    <a:pt x="56940" y="89103"/>
                    <a:pt x="56963" y="87793"/>
                    <a:pt x="56997" y="86483"/>
                  </a:cubicBezTo>
                  <a:cubicBezTo>
                    <a:pt x="57002" y="85899"/>
                    <a:pt x="57007" y="85316"/>
                    <a:pt x="57013" y="84714"/>
                  </a:cubicBezTo>
                  <a:cubicBezTo>
                    <a:pt x="57107" y="84262"/>
                    <a:pt x="57201" y="83810"/>
                    <a:pt x="57299" y="83344"/>
                  </a:cubicBezTo>
                  <a:cubicBezTo>
                    <a:pt x="58036" y="83098"/>
                    <a:pt x="58772" y="82853"/>
                    <a:pt x="59531" y="82600"/>
                  </a:cubicBezTo>
                  <a:cubicBezTo>
                    <a:pt x="59531" y="78916"/>
                    <a:pt x="59531" y="75233"/>
                    <a:pt x="59531" y="71437"/>
                  </a:cubicBezTo>
                  <a:cubicBezTo>
                    <a:pt x="43569" y="71437"/>
                    <a:pt x="27608" y="71437"/>
                    <a:pt x="11162" y="71437"/>
                  </a:cubicBezTo>
                  <a:cubicBezTo>
                    <a:pt x="11162" y="47863"/>
                    <a:pt x="11162" y="24289"/>
                    <a:pt x="11162" y="0"/>
                  </a:cubicBezTo>
                  <a:close/>
                </a:path>
              </a:pathLst>
            </a:custGeom>
            <a:grpFill/>
            <a:ln w="744" cap="flat">
              <a:noFill/>
              <a:prstDash val="solid"/>
              <a:miter/>
            </a:ln>
          </p:spPr>
          <p:txBody>
            <a:bodyPr rtlCol="0" anchor="ctr"/>
            <a:lstStyle/>
            <a:p>
              <a:endParaRPr lang="zh-CN" altLang="en-US"/>
            </a:p>
          </p:txBody>
        </p:sp>
        <p:sp>
          <p:nvSpPr>
            <p:cNvPr id="155" name="任意多边形: 形状 154"/>
            <p:cNvSpPr/>
            <p:nvPr/>
          </p:nvSpPr>
          <p:spPr>
            <a:xfrm>
              <a:off x="9463229" y="832424"/>
              <a:ext cx="445842" cy="328042"/>
            </a:xfrm>
            <a:custGeom>
              <a:avLst/>
              <a:gdLst>
                <a:gd name="connsiteX0" fmla="*/ 169656 w 445847"/>
                <a:gd name="connsiteY0" fmla="*/ 955 h 328032"/>
                <a:gd name="connsiteX1" fmla="*/ 175398 w 445847"/>
                <a:gd name="connsiteY1" fmla="*/ 762 h 328032"/>
                <a:gd name="connsiteX2" fmla="*/ 177220 w 445847"/>
                <a:gd name="connsiteY2" fmla="*/ 755 h 328032"/>
                <a:gd name="connsiteX3" fmla="*/ 183213 w 445847"/>
                <a:gd name="connsiteY3" fmla="*/ 757 h 328032"/>
                <a:gd name="connsiteX4" fmla="*/ 187359 w 445847"/>
                <a:gd name="connsiteY4" fmla="*/ 753 h 328032"/>
                <a:gd name="connsiteX5" fmla="*/ 196059 w 445847"/>
                <a:gd name="connsiteY5" fmla="*/ 761 h 328032"/>
                <a:gd name="connsiteX6" fmla="*/ 207238 w 445847"/>
                <a:gd name="connsiteY6" fmla="*/ 756 h 328032"/>
                <a:gd name="connsiteX7" fmla="*/ 215802 w 445847"/>
                <a:gd name="connsiteY7" fmla="*/ 756 h 328032"/>
                <a:gd name="connsiteX8" fmla="*/ 219925 w 445847"/>
                <a:gd name="connsiteY8" fmla="*/ 752 h 328032"/>
                <a:gd name="connsiteX9" fmla="*/ 225677 w 445847"/>
                <a:gd name="connsiteY9" fmla="*/ 762 h 328032"/>
                <a:gd name="connsiteX10" fmla="*/ 227415 w 445847"/>
                <a:gd name="connsiteY10" fmla="*/ 753 h 328032"/>
                <a:gd name="connsiteX11" fmla="*/ 231419 w 445847"/>
                <a:gd name="connsiteY11" fmla="*/ 955 h 328032"/>
                <a:gd name="connsiteX12" fmla="*/ 232248 w 445847"/>
                <a:gd name="connsiteY12" fmla="*/ 7462 h 328032"/>
                <a:gd name="connsiteX13" fmla="*/ 232248 w 445847"/>
                <a:gd name="connsiteY13" fmla="*/ 9024 h 328032"/>
                <a:gd name="connsiteX14" fmla="*/ 232236 w 445847"/>
                <a:gd name="connsiteY14" fmla="*/ 14146 h 328032"/>
                <a:gd name="connsiteX15" fmla="*/ 232233 w 445847"/>
                <a:gd name="connsiteY15" fmla="*/ 17693 h 328032"/>
                <a:gd name="connsiteX16" fmla="*/ 232214 w 445847"/>
                <a:gd name="connsiteY16" fmla="*/ 27037 h 328032"/>
                <a:gd name="connsiteX17" fmla="*/ 232200 w 445847"/>
                <a:gd name="connsiteY17" fmla="*/ 36569 h 328032"/>
                <a:gd name="connsiteX18" fmla="*/ 232163 w 445847"/>
                <a:gd name="connsiteY18" fmla="*/ 55277 h 328032"/>
                <a:gd name="connsiteX19" fmla="*/ 234114 w 445847"/>
                <a:gd name="connsiteY19" fmla="*/ 55275 h 328032"/>
                <a:gd name="connsiteX20" fmla="*/ 281025 w 445847"/>
                <a:gd name="connsiteY20" fmla="*/ 55239 h 328032"/>
                <a:gd name="connsiteX21" fmla="*/ 303710 w 445847"/>
                <a:gd name="connsiteY21" fmla="*/ 55221 h 328032"/>
                <a:gd name="connsiteX22" fmla="*/ 323476 w 445847"/>
                <a:gd name="connsiteY22" fmla="*/ 55207 h 328032"/>
                <a:gd name="connsiteX23" fmla="*/ 333948 w 445847"/>
                <a:gd name="connsiteY23" fmla="*/ 55199 h 328032"/>
                <a:gd name="connsiteX24" fmla="*/ 343793 w 445847"/>
                <a:gd name="connsiteY24" fmla="*/ 55193 h 328032"/>
                <a:gd name="connsiteX25" fmla="*/ 347417 w 445847"/>
                <a:gd name="connsiteY25" fmla="*/ 55189 h 328032"/>
                <a:gd name="connsiteX26" fmla="*/ 352343 w 445847"/>
                <a:gd name="connsiteY26" fmla="*/ 55188 h 328032"/>
                <a:gd name="connsiteX27" fmla="*/ 355135 w 445847"/>
                <a:gd name="connsiteY27" fmla="*/ 55186 h 328032"/>
                <a:gd name="connsiteX28" fmla="*/ 357923 w 445847"/>
                <a:gd name="connsiteY28" fmla="*/ 56021 h 328032"/>
                <a:gd name="connsiteX29" fmla="*/ 358031 w 445847"/>
                <a:gd name="connsiteY29" fmla="*/ 62660 h 328032"/>
                <a:gd name="connsiteX30" fmla="*/ 358039 w 445847"/>
                <a:gd name="connsiteY30" fmla="*/ 64797 h 328032"/>
                <a:gd name="connsiteX31" fmla="*/ 358052 w 445847"/>
                <a:gd name="connsiteY31" fmla="*/ 71942 h 328032"/>
                <a:gd name="connsiteX32" fmla="*/ 358067 w 445847"/>
                <a:gd name="connsiteY32" fmla="*/ 77041 h 328032"/>
                <a:gd name="connsiteX33" fmla="*/ 358094 w 445847"/>
                <a:gd name="connsiteY33" fmla="*/ 88050 h 328032"/>
                <a:gd name="connsiteX34" fmla="*/ 358142 w 445847"/>
                <a:gd name="connsiteY34" fmla="*/ 105436 h 328032"/>
                <a:gd name="connsiteX35" fmla="*/ 358215 w 445847"/>
                <a:gd name="connsiteY35" fmla="*/ 129797 h 328032"/>
                <a:gd name="connsiteX36" fmla="*/ 358220 w 445847"/>
                <a:gd name="connsiteY36" fmla="*/ 131359 h 328032"/>
                <a:gd name="connsiteX37" fmla="*/ 358274 w 445847"/>
                <a:gd name="connsiteY37" fmla="*/ 153324 h 328032"/>
                <a:gd name="connsiteX38" fmla="*/ 358278 w 445847"/>
                <a:gd name="connsiteY38" fmla="*/ 154887 h 328032"/>
                <a:gd name="connsiteX39" fmla="*/ 358282 w 445847"/>
                <a:gd name="connsiteY39" fmla="*/ 156448 h 328032"/>
                <a:gd name="connsiteX40" fmla="*/ 358357 w 445847"/>
                <a:gd name="connsiteY40" fmla="*/ 182176 h 328032"/>
                <a:gd name="connsiteX41" fmla="*/ 358399 w 445847"/>
                <a:gd name="connsiteY41" fmla="*/ 199480 h 328032"/>
                <a:gd name="connsiteX42" fmla="*/ 358433 w 445847"/>
                <a:gd name="connsiteY42" fmla="*/ 210222 h 328032"/>
                <a:gd name="connsiteX43" fmla="*/ 358442 w 445847"/>
                <a:gd name="connsiteY43" fmla="*/ 215225 h 328032"/>
                <a:gd name="connsiteX44" fmla="*/ 358465 w 445847"/>
                <a:gd name="connsiteY44" fmla="*/ 222023 h 328032"/>
                <a:gd name="connsiteX45" fmla="*/ 358459 w 445847"/>
                <a:gd name="connsiteY45" fmla="*/ 224051 h 328032"/>
                <a:gd name="connsiteX46" fmla="*/ 358667 w 445847"/>
                <a:gd name="connsiteY46" fmla="*/ 228662 h 328032"/>
                <a:gd name="connsiteX47" fmla="*/ 360156 w 445847"/>
                <a:gd name="connsiteY47" fmla="*/ 229406 h 328032"/>
                <a:gd name="connsiteX48" fmla="*/ 360301 w 445847"/>
                <a:gd name="connsiteY48" fmla="*/ 233386 h 328032"/>
                <a:gd name="connsiteX49" fmla="*/ 360286 w 445847"/>
                <a:gd name="connsiteY49" fmla="*/ 235820 h 328032"/>
                <a:gd name="connsiteX50" fmla="*/ 360249 w 445847"/>
                <a:gd name="connsiteY50" fmla="*/ 238382 h 328032"/>
                <a:gd name="connsiteX51" fmla="*/ 360228 w 445847"/>
                <a:gd name="connsiteY51" fmla="*/ 240953 h 328032"/>
                <a:gd name="connsiteX52" fmla="*/ 360156 w 445847"/>
                <a:gd name="connsiteY52" fmla="*/ 247266 h 328032"/>
                <a:gd name="connsiteX53" fmla="*/ 361731 w 445847"/>
                <a:gd name="connsiteY53" fmla="*/ 246998 h 328032"/>
                <a:gd name="connsiteX54" fmla="*/ 363783 w 445847"/>
                <a:gd name="connsiteY54" fmla="*/ 246707 h 328032"/>
                <a:gd name="connsiteX55" fmla="*/ 365824 w 445847"/>
                <a:gd name="connsiteY55" fmla="*/ 246393 h 328032"/>
                <a:gd name="connsiteX56" fmla="*/ 367597 w 445847"/>
                <a:gd name="connsiteY56" fmla="*/ 246521 h 328032"/>
                <a:gd name="connsiteX57" fmla="*/ 368267 w 445847"/>
                <a:gd name="connsiteY57" fmla="*/ 247973 h 328032"/>
                <a:gd name="connsiteX58" fmla="*/ 369085 w 445847"/>
                <a:gd name="connsiteY58" fmla="*/ 249498 h 328032"/>
                <a:gd name="connsiteX59" fmla="*/ 374088 w 445847"/>
                <a:gd name="connsiteY59" fmla="*/ 249893 h 328032"/>
                <a:gd name="connsiteX60" fmla="*/ 375578 w 445847"/>
                <a:gd name="connsiteY60" fmla="*/ 249902 h 328032"/>
                <a:gd name="connsiteX61" fmla="*/ 378695 w 445847"/>
                <a:gd name="connsiteY61" fmla="*/ 249886 h 328032"/>
                <a:gd name="connsiteX62" fmla="*/ 383481 w 445847"/>
                <a:gd name="connsiteY62" fmla="*/ 249905 h 328032"/>
                <a:gd name="connsiteX63" fmla="*/ 386506 w 445847"/>
                <a:gd name="connsiteY63" fmla="*/ 249893 h 328032"/>
                <a:gd name="connsiteX64" fmla="*/ 389299 w 445847"/>
                <a:gd name="connsiteY64" fmla="*/ 249883 h 328032"/>
                <a:gd name="connsiteX65" fmla="*/ 391409 w 445847"/>
                <a:gd name="connsiteY65" fmla="*/ 249498 h 328032"/>
                <a:gd name="connsiteX66" fmla="*/ 392154 w 445847"/>
                <a:gd name="connsiteY66" fmla="*/ 246521 h 328032"/>
                <a:gd name="connsiteX67" fmla="*/ 395874 w 445847"/>
                <a:gd name="connsiteY67" fmla="*/ 246521 h 328032"/>
                <a:gd name="connsiteX68" fmla="*/ 398567 w 445847"/>
                <a:gd name="connsiteY68" fmla="*/ 239051 h 328032"/>
                <a:gd name="connsiteX69" fmla="*/ 398618 w 445847"/>
                <a:gd name="connsiteY69" fmla="*/ 237406 h 328032"/>
                <a:gd name="connsiteX70" fmla="*/ 398695 w 445847"/>
                <a:gd name="connsiteY70" fmla="*/ 235726 h 328032"/>
                <a:gd name="connsiteX71" fmla="*/ 398851 w 445847"/>
                <a:gd name="connsiteY71" fmla="*/ 231639 h 328032"/>
                <a:gd name="connsiteX72" fmla="*/ 401083 w 445847"/>
                <a:gd name="connsiteY72" fmla="*/ 231639 h 328032"/>
                <a:gd name="connsiteX73" fmla="*/ 401078 w 445847"/>
                <a:gd name="connsiteY73" fmla="*/ 229163 h 328032"/>
                <a:gd name="connsiteX74" fmla="*/ 401045 w 445847"/>
                <a:gd name="connsiteY74" fmla="*/ 206101 h 328032"/>
                <a:gd name="connsiteX75" fmla="*/ 401027 w 445847"/>
                <a:gd name="connsiteY75" fmla="*/ 194244 h 328032"/>
                <a:gd name="connsiteX76" fmla="*/ 401013 w 445847"/>
                <a:gd name="connsiteY76" fmla="*/ 182809 h 328032"/>
                <a:gd name="connsiteX77" fmla="*/ 401005 w 445847"/>
                <a:gd name="connsiteY77" fmla="*/ 178439 h 328032"/>
                <a:gd name="connsiteX78" fmla="*/ 400999 w 445847"/>
                <a:gd name="connsiteY78" fmla="*/ 172334 h 328032"/>
                <a:gd name="connsiteX79" fmla="*/ 400991 w 445847"/>
                <a:gd name="connsiteY79" fmla="*/ 170495 h 328032"/>
                <a:gd name="connsiteX80" fmla="*/ 401827 w 445847"/>
                <a:gd name="connsiteY80" fmla="*/ 164666 h 328032"/>
                <a:gd name="connsiteX81" fmla="*/ 405548 w 445847"/>
                <a:gd name="connsiteY81" fmla="*/ 164387 h 328032"/>
                <a:gd name="connsiteX82" fmla="*/ 407595 w 445847"/>
                <a:gd name="connsiteY82" fmla="*/ 164323 h 328032"/>
                <a:gd name="connsiteX83" fmla="*/ 409269 w 445847"/>
                <a:gd name="connsiteY83" fmla="*/ 164666 h 328032"/>
                <a:gd name="connsiteX84" fmla="*/ 410013 w 445847"/>
                <a:gd name="connsiteY84" fmla="*/ 167643 h 328032"/>
                <a:gd name="connsiteX85" fmla="*/ 413734 w 445847"/>
                <a:gd name="connsiteY85" fmla="*/ 168387 h 328032"/>
                <a:gd name="connsiteX86" fmla="*/ 415222 w 445847"/>
                <a:gd name="connsiteY86" fmla="*/ 171363 h 328032"/>
                <a:gd name="connsiteX87" fmla="*/ 418199 w 445847"/>
                <a:gd name="connsiteY87" fmla="*/ 171363 h 328032"/>
                <a:gd name="connsiteX88" fmla="*/ 418896 w 445847"/>
                <a:gd name="connsiteY88" fmla="*/ 172805 h 328032"/>
                <a:gd name="connsiteX89" fmla="*/ 419687 w 445847"/>
                <a:gd name="connsiteY89" fmla="*/ 174340 h 328032"/>
                <a:gd name="connsiteX90" fmla="*/ 423408 w 445847"/>
                <a:gd name="connsiteY90" fmla="*/ 175084 h 328032"/>
                <a:gd name="connsiteX91" fmla="*/ 424152 w 445847"/>
                <a:gd name="connsiteY91" fmla="*/ 177316 h 328032"/>
                <a:gd name="connsiteX92" fmla="*/ 427128 w 445847"/>
                <a:gd name="connsiteY92" fmla="*/ 178060 h 328032"/>
                <a:gd name="connsiteX93" fmla="*/ 430105 w 445847"/>
                <a:gd name="connsiteY93" fmla="*/ 178805 h 328032"/>
                <a:gd name="connsiteX94" fmla="*/ 430849 w 445847"/>
                <a:gd name="connsiteY94" fmla="*/ 181037 h 328032"/>
                <a:gd name="connsiteX95" fmla="*/ 433453 w 445847"/>
                <a:gd name="connsiteY95" fmla="*/ 181363 h 328032"/>
                <a:gd name="connsiteX96" fmla="*/ 436058 w 445847"/>
                <a:gd name="connsiteY96" fmla="*/ 181781 h 328032"/>
                <a:gd name="connsiteX97" fmla="*/ 436383 w 445847"/>
                <a:gd name="connsiteY97" fmla="*/ 183269 h 328032"/>
                <a:gd name="connsiteX98" fmla="*/ 436802 w 445847"/>
                <a:gd name="connsiteY98" fmla="*/ 184758 h 328032"/>
                <a:gd name="connsiteX99" fmla="*/ 441406 w 445847"/>
                <a:gd name="connsiteY99" fmla="*/ 185226 h 328032"/>
                <a:gd name="connsiteX100" fmla="*/ 442755 w 445847"/>
                <a:gd name="connsiteY100" fmla="*/ 185502 h 328032"/>
                <a:gd name="connsiteX101" fmla="*/ 443499 w 445847"/>
                <a:gd name="connsiteY101" fmla="*/ 187734 h 328032"/>
                <a:gd name="connsiteX102" fmla="*/ 447267 w 445847"/>
                <a:gd name="connsiteY102" fmla="*/ 188246 h 328032"/>
                <a:gd name="connsiteX103" fmla="*/ 449339 w 445847"/>
                <a:gd name="connsiteY103" fmla="*/ 188394 h 328032"/>
                <a:gd name="connsiteX104" fmla="*/ 450941 w 445847"/>
                <a:gd name="connsiteY104" fmla="*/ 188478 h 328032"/>
                <a:gd name="connsiteX105" fmla="*/ 450941 w 445847"/>
                <a:gd name="connsiteY105" fmla="*/ 191455 h 328032"/>
                <a:gd name="connsiteX106" fmla="*/ 452542 w 445847"/>
                <a:gd name="connsiteY106" fmla="*/ 191513 h 328032"/>
                <a:gd name="connsiteX107" fmla="*/ 454615 w 445847"/>
                <a:gd name="connsiteY107" fmla="*/ 191641 h 328032"/>
                <a:gd name="connsiteX108" fmla="*/ 456682 w 445847"/>
                <a:gd name="connsiteY108" fmla="*/ 191746 h 328032"/>
                <a:gd name="connsiteX109" fmla="*/ 458382 w 445847"/>
                <a:gd name="connsiteY109" fmla="*/ 192199 h 328032"/>
                <a:gd name="connsiteX110" fmla="*/ 459225 w 445847"/>
                <a:gd name="connsiteY110" fmla="*/ 200178 h 328032"/>
                <a:gd name="connsiteX111" fmla="*/ 459228 w 445847"/>
                <a:gd name="connsiteY111" fmla="*/ 201653 h 328032"/>
                <a:gd name="connsiteX112" fmla="*/ 459219 w 445847"/>
                <a:gd name="connsiteY112" fmla="*/ 206384 h 328032"/>
                <a:gd name="connsiteX113" fmla="*/ 459217 w 445847"/>
                <a:gd name="connsiteY113" fmla="*/ 208001 h 328032"/>
                <a:gd name="connsiteX114" fmla="*/ 458382 w 445847"/>
                <a:gd name="connsiteY114" fmla="*/ 233127 h 328032"/>
                <a:gd name="connsiteX115" fmla="*/ 456894 w 445847"/>
                <a:gd name="connsiteY115" fmla="*/ 233127 h 328032"/>
                <a:gd name="connsiteX116" fmla="*/ 456150 w 445847"/>
                <a:gd name="connsiteY116" fmla="*/ 254707 h 328032"/>
                <a:gd name="connsiteX117" fmla="*/ 453917 w 445847"/>
                <a:gd name="connsiteY117" fmla="*/ 254707 h 328032"/>
                <a:gd name="connsiteX118" fmla="*/ 453884 w 445847"/>
                <a:gd name="connsiteY118" fmla="*/ 255981 h 328032"/>
                <a:gd name="connsiteX119" fmla="*/ 453685 w 445847"/>
                <a:gd name="connsiteY119" fmla="*/ 261683 h 328032"/>
                <a:gd name="connsiteX120" fmla="*/ 453634 w 445847"/>
                <a:gd name="connsiteY120" fmla="*/ 263689 h 328032"/>
                <a:gd name="connsiteX121" fmla="*/ 453554 w 445847"/>
                <a:gd name="connsiteY121" fmla="*/ 265607 h 328032"/>
                <a:gd name="connsiteX122" fmla="*/ 453495 w 445847"/>
                <a:gd name="connsiteY122" fmla="*/ 267379 h 328032"/>
                <a:gd name="connsiteX123" fmla="*/ 450941 w 445847"/>
                <a:gd name="connsiteY123" fmla="*/ 270334 h 328032"/>
                <a:gd name="connsiteX124" fmla="*/ 450522 w 445847"/>
                <a:gd name="connsiteY124" fmla="*/ 274845 h 328032"/>
                <a:gd name="connsiteX125" fmla="*/ 450197 w 445847"/>
                <a:gd name="connsiteY125" fmla="*/ 279264 h 328032"/>
                <a:gd name="connsiteX126" fmla="*/ 448708 w 445847"/>
                <a:gd name="connsiteY126" fmla="*/ 280008 h 328032"/>
                <a:gd name="connsiteX127" fmla="*/ 448293 w 445847"/>
                <a:gd name="connsiteY127" fmla="*/ 285775 h 328032"/>
                <a:gd name="connsiteX128" fmla="*/ 447964 w 445847"/>
                <a:gd name="connsiteY128" fmla="*/ 287449 h 328032"/>
                <a:gd name="connsiteX129" fmla="*/ 445732 w 445847"/>
                <a:gd name="connsiteY129" fmla="*/ 288193 h 328032"/>
                <a:gd name="connsiteX130" fmla="*/ 445220 w 445847"/>
                <a:gd name="connsiteY130" fmla="*/ 291216 h 328032"/>
                <a:gd name="connsiteX131" fmla="*/ 444988 w 445847"/>
                <a:gd name="connsiteY131" fmla="*/ 294146 h 328032"/>
                <a:gd name="connsiteX132" fmla="*/ 442755 w 445847"/>
                <a:gd name="connsiteY132" fmla="*/ 294146 h 328032"/>
                <a:gd name="connsiteX133" fmla="*/ 442476 w 445847"/>
                <a:gd name="connsiteY133" fmla="*/ 296704 h 328032"/>
                <a:gd name="connsiteX134" fmla="*/ 442011 w 445847"/>
                <a:gd name="connsiteY134" fmla="*/ 299355 h 328032"/>
                <a:gd name="connsiteX135" fmla="*/ 440523 w 445847"/>
                <a:gd name="connsiteY135" fmla="*/ 300100 h 328032"/>
                <a:gd name="connsiteX136" fmla="*/ 439779 w 445847"/>
                <a:gd name="connsiteY136" fmla="*/ 301960 h 328032"/>
                <a:gd name="connsiteX137" fmla="*/ 437546 w 445847"/>
                <a:gd name="connsiteY137" fmla="*/ 304564 h 328032"/>
                <a:gd name="connsiteX138" fmla="*/ 436849 w 445847"/>
                <a:gd name="connsiteY138" fmla="*/ 306006 h 328032"/>
                <a:gd name="connsiteX139" fmla="*/ 433825 w 445847"/>
                <a:gd name="connsiteY139" fmla="*/ 309029 h 328032"/>
                <a:gd name="connsiteX140" fmla="*/ 433081 w 445847"/>
                <a:gd name="connsiteY140" fmla="*/ 311262 h 328032"/>
                <a:gd name="connsiteX141" fmla="*/ 431174 w 445847"/>
                <a:gd name="connsiteY141" fmla="*/ 312006 h 328032"/>
                <a:gd name="connsiteX142" fmla="*/ 429361 w 445847"/>
                <a:gd name="connsiteY142" fmla="*/ 312750 h 328032"/>
                <a:gd name="connsiteX143" fmla="*/ 429361 w 445847"/>
                <a:gd name="connsiteY143" fmla="*/ 314982 h 328032"/>
                <a:gd name="connsiteX144" fmla="*/ 423408 w 445847"/>
                <a:gd name="connsiteY144" fmla="*/ 315726 h 328032"/>
                <a:gd name="connsiteX145" fmla="*/ 423408 w 445847"/>
                <a:gd name="connsiteY145" fmla="*/ 318703 h 328032"/>
                <a:gd name="connsiteX146" fmla="*/ 421643 w 445847"/>
                <a:gd name="connsiteY146" fmla="*/ 318787 h 328032"/>
                <a:gd name="connsiteX147" fmla="*/ 419361 w 445847"/>
                <a:gd name="connsiteY147" fmla="*/ 318936 h 328032"/>
                <a:gd name="connsiteX148" fmla="*/ 417085 w 445847"/>
                <a:gd name="connsiteY148" fmla="*/ 319066 h 328032"/>
                <a:gd name="connsiteX149" fmla="*/ 415222 w 445847"/>
                <a:gd name="connsiteY149" fmla="*/ 319447 h 328032"/>
                <a:gd name="connsiteX150" fmla="*/ 414478 w 445847"/>
                <a:gd name="connsiteY150" fmla="*/ 321680 h 328032"/>
                <a:gd name="connsiteX151" fmla="*/ 411455 w 445847"/>
                <a:gd name="connsiteY151" fmla="*/ 321963 h 328032"/>
                <a:gd name="connsiteX152" fmla="*/ 409482 w 445847"/>
                <a:gd name="connsiteY152" fmla="*/ 321982 h 328032"/>
                <a:gd name="connsiteX153" fmla="*/ 407301 w 445847"/>
                <a:gd name="connsiteY153" fmla="*/ 321968 h 328032"/>
                <a:gd name="connsiteX154" fmla="*/ 405017 w 445847"/>
                <a:gd name="connsiteY154" fmla="*/ 321980 h 328032"/>
                <a:gd name="connsiteX155" fmla="*/ 397502 w 445847"/>
                <a:gd name="connsiteY155" fmla="*/ 321976 h 328032"/>
                <a:gd name="connsiteX156" fmla="*/ 392305 w 445847"/>
                <a:gd name="connsiteY156" fmla="*/ 321983 h 328032"/>
                <a:gd name="connsiteX157" fmla="*/ 381398 w 445847"/>
                <a:gd name="connsiteY157" fmla="*/ 321971 h 328032"/>
                <a:gd name="connsiteX158" fmla="*/ 367381 w 445847"/>
                <a:gd name="connsiteY158" fmla="*/ 321979 h 328032"/>
                <a:gd name="connsiteX159" fmla="*/ 356645 w 445847"/>
                <a:gd name="connsiteY159" fmla="*/ 321978 h 328032"/>
                <a:gd name="connsiteX160" fmla="*/ 351476 w 445847"/>
                <a:gd name="connsiteY160" fmla="*/ 321984 h 328032"/>
                <a:gd name="connsiteX161" fmla="*/ 344264 w 445847"/>
                <a:gd name="connsiteY161" fmla="*/ 321968 h 328032"/>
                <a:gd name="connsiteX162" fmla="*/ 342083 w 445847"/>
                <a:gd name="connsiteY162" fmla="*/ 321982 h 328032"/>
                <a:gd name="connsiteX163" fmla="*/ 340110 w 445847"/>
                <a:gd name="connsiteY163" fmla="*/ 321963 h 328032"/>
                <a:gd name="connsiteX164" fmla="*/ 338385 w 445847"/>
                <a:gd name="connsiteY164" fmla="*/ 321961 h 328032"/>
                <a:gd name="connsiteX165" fmla="*/ 337087 w 445847"/>
                <a:gd name="connsiteY165" fmla="*/ 321680 h 328032"/>
                <a:gd name="connsiteX166" fmla="*/ 336343 w 445847"/>
                <a:gd name="connsiteY166" fmla="*/ 319447 h 328032"/>
                <a:gd name="connsiteX167" fmla="*/ 328251 w 445847"/>
                <a:gd name="connsiteY167" fmla="*/ 319078 h 328032"/>
                <a:gd name="connsiteX168" fmla="*/ 325925 w 445847"/>
                <a:gd name="connsiteY168" fmla="*/ 318703 h 328032"/>
                <a:gd name="connsiteX169" fmla="*/ 325181 w 445847"/>
                <a:gd name="connsiteY169" fmla="*/ 315726 h 328032"/>
                <a:gd name="connsiteX170" fmla="*/ 322576 w 445847"/>
                <a:gd name="connsiteY170" fmla="*/ 315354 h 328032"/>
                <a:gd name="connsiteX171" fmla="*/ 319972 w 445847"/>
                <a:gd name="connsiteY171" fmla="*/ 314982 h 328032"/>
                <a:gd name="connsiteX172" fmla="*/ 319228 w 445847"/>
                <a:gd name="connsiteY172" fmla="*/ 312006 h 328032"/>
                <a:gd name="connsiteX173" fmla="*/ 317367 w 445847"/>
                <a:gd name="connsiteY173" fmla="*/ 311634 h 328032"/>
                <a:gd name="connsiteX174" fmla="*/ 315507 w 445847"/>
                <a:gd name="connsiteY174" fmla="*/ 311262 h 328032"/>
                <a:gd name="connsiteX175" fmla="*/ 314763 w 445847"/>
                <a:gd name="connsiteY175" fmla="*/ 308285 h 328032"/>
                <a:gd name="connsiteX176" fmla="*/ 313400 w 445847"/>
                <a:gd name="connsiteY176" fmla="*/ 307657 h 328032"/>
                <a:gd name="connsiteX177" fmla="*/ 309461 w 445847"/>
                <a:gd name="connsiteY177" fmla="*/ 303402 h 328032"/>
                <a:gd name="connsiteX178" fmla="*/ 305833 w 445847"/>
                <a:gd name="connsiteY178" fmla="*/ 299355 h 328032"/>
                <a:gd name="connsiteX179" fmla="*/ 305508 w 445847"/>
                <a:gd name="connsiteY179" fmla="*/ 297123 h 328032"/>
                <a:gd name="connsiteX180" fmla="*/ 305089 w 445847"/>
                <a:gd name="connsiteY180" fmla="*/ 294891 h 328032"/>
                <a:gd name="connsiteX181" fmla="*/ 302857 w 445847"/>
                <a:gd name="connsiteY181" fmla="*/ 294146 h 328032"/>
                <a:gd name="connsiteX182" fmla="*/ 302717 w 445847"/>
                <a:gd name="connsiteY182" fmla="*/ 290379 h 328032"/>
                <a:gd name="connsiteX183" fmla="*/ 302778 w 445847"/>
                <a:gd name="connsiteY183" fmla="*/ 288307 h 328032"/>
                <a:gd name="connsiteX184" fmla="*/ 302857 w 445847"/>
                <a:gd name="connsiteY184" fmla="*/ 286705 h 328032"/>
                <a:gd name="connsiteX185" fmla="*/ 300624 w 445847"/>
                <a:gd name="connsiteY185" fmla="*/ 286705 h 328032"/>
                <a:gd name="connsiteX186" fmla="*/ 300540 w 445847"/>
                <a:gd name="connsiteY186" fmla="*/ 284641 h 328032"/>
                <a:gd name="connsiteX187" fmla="*/ 300392 w 445847"/>
                <a:gd name="connsiteY187" fmla="*/ 281961 h 328032"/>
                <a:gd name="connsiteX188" fmla="*/ 300261 w 445847"/>
                <a:gd name="connsiteY188" fmla="*/ 279293 h 328032"/>
                <a:gd name="connsiteX189" fmla="*/ 299880 w 445847"/>
                <a:gd name="connsiteY189" fmla="*/ 277031 h 328032"/>
                <a:gd name="connsiteX190" fmla="*/ 297648 w 445847"/>
                <a:gd name="connsiteY190" fmla="*/ 275543 h 328032"/>
                <a:gd name="connsiteX191" fmla="*/ 297267 w 445847"/>
                <a:gd name="connsiteY191" fmla="*/ 270677 h 328032"/>
                <a:gd name="connsiteX192" fmla="*/ 297187 w 445847"/>
                <a:gd name="connsiteY192" fmla="*/ 267741 h 328032"/>
                <a:gd name="connsiteX193" fmla="*/ 297136 w 445847"/>
                <a:gd name="connsiteY193" fmla="*/ 264660 h 328032"/>
                <a:gd name="connsiteX194" fmla="*/ 297059 w 445847"/>
                <a:gd name="connsiteY194" fmla="*/ 261561 h 328032"/>
                <a:gd name="connsiteX195" fmla="*/ 296904 w 445847"/>
                <a:gd name="connsiteY195" fmla="*/ 253963 h 328032"/>
                <a:gd name="connsiteX196" fmla="*/ 294671 w 445847"/>
                <a:gd name="connsiteY196" fmla="*/ 254707 h 328032"/>
                <a:gd name="connsiteX197" fmla="*/ 293927 w 445847"/>
                <a:gd name="connsiteY197" fmla="*/ 126715 h 328032"/>
                <a:gd name="connsiteX198" fmla="*/ 292439 w 445847"/>
                <a:gd name="connsiteY198" fmla="*/ 127459 h 328032"/>
                <a:gd name="connsiteX199" fmla="*/ 286977 w 445847"/>
                <a:gd name="connsiteY199" fmla="*/ 127567 h 328032"/>
                <a:gd name="connsiteX200" fmla="*/ 285272 w 445847"/>
                <a:gd name="connsiteY200" fmla="*/ 127575 h 328032"/>
                <a:gd name="connsiteX201" fmla="*/ 279675 w 445847"/>
                <a:gd name="connsiteY201" fmla="*/ 127584 h 328032"/>
                <a:gd name="connsiteX202" fmla="*/ 275793 w 445847"/>
                <a:gd name="connsiteY202" fmla="*/ 127591 h 328032"/>
                <a:gd name="connsiteX203" fmla="*/ 267650 w 445847"/>
                <a:gd name="connsiteY203" fmla="*/ 127597 h 328032"/>
                <a:gd name="connsiteX204" fmla="*/ 257206 w 445847"/>
                <a:gd name="connsiteY204" fmla="*/ 127620 h 328032"/>
                <a:gd name="connsiteX205" fmla="*/ 249187 w 445847"/>
                <a:gd name="connsiteY205" fmla="*/ 127629 h 328032"/>
                <a:gd name="connsiteX206" fmla="*/ 245336 w 445847"/>
                <a:gd name="connsiteY206" fmla="*/ 127639 h 328032"/>
                <a:gd name="connsiteX207" fmla="*/ 239954 w 445847"/>
                <a:gd name="connsiteY207" fmla="*/ 127640 h 328032"/>
                <a:gd name="connsiteX208" fmla="*/ 238340 w 445847"/>
                <a:gd name="connsiteY208" fmla="*/ 127652 h 328032"/>
                <a:gd name="connsiteX209" fmla="*/ 232163 w 445847"/>
                <a:gd name="connsiteY209" fmla="*/ 125971 h 328032"/>
                <a:gd name="connsiteX210" fmla="*/ 232242 w 445847"/>
                <a:gd name="connsiteY210" fmla="*/ 128061 h 328032"/>
                <a:gd name="connsiteX211" fmla="*/ 232303 w 445847"/>
                <a:gd name="connsiteY211" fmla="*/ 130761 h 328032"/>
                <a:gd name="connsiteX212" fmla="*/ 232381 w 445847"/>
                <a:gd name="connsiteY212" fmla="*/ 133456 h 328032"/>
                <a:gd name="connsiteX213" fmla="*/ 232163 w 445847"/>
                <a:gd name="connsiteY213" fmla="*/ 135644 h 328032"/>
                <a:gd name="connsiteX214" fmla="*/ 229931 w 445847"/>
                <a:gd name="connsiteY214" fmla="*/ 136389 h 328032"/>
                <a:gd name="connsiteX215" fmla="*/ 229550 w 445847"/>
                <a:gd name="connsiteY215" fmla="*/ 140205 h 328032"/>
                <a:gd name="connsiteX216" fmla="*/ 229470 w 445847"/>
                <a:gd name="connsiteY216" fmla="*/ 142538 h 328032"/>
                <a:gd name="connsiteX217" fmla="*/ 229419 w 445847"/>
                <a:gd name="connsiteY217" fmla="*/ 144993 h 328032"/>
                <a:gd name="connsiteX218" fmla="*/ 229342 w 445847"/>
                <a:gd name="connsiteY218" fmla="*/ 147456 h 328032"/>
                <a:gd name="connsiteX219" fmla="*/ 229187 w 445847"/>
                <a:gd name="connsiteY219" fmla="*/ 153504 h 328032"/>
                <a:gd name="connsiteX220" fmla="*/ 226954 w 445847"/>
                <a:gd name="connsiteY220" fmla="*/ 153504 h 328032"/>
                <a:gd name="connsiteX221" fmla="*/ 226844 w 445847"/>
                <a:gd name="connsiteY221" fmla="*/ 156245 h 328032"/>
                <a:gd name="connsiteX222" fmla="*/ 226675 w 445847"/>
                <a:gd name="connsiteY222" fmla="*/ 159783 h 328032"/>
                <a:gd name="connsiteX223" fmla="*/ 226606 w 445847"/>
                <a:gd name="connsiteY223" fmla="*/ 161592 h 328032"/>
                <a:gd name="connsiteX224" fmla="*/ 226210 w 445847"/>
                <a:gd name="connsiteY224" fmla="*/ 166154 h 328032"/>
                <a:gd name="connsiteX225" fmla="*/ 224722 w 445847"/>
                <a:gd name="connsiteY225" fmla="*/ 166898 h 328032"/>
                <a:gd name="connsiteX226" fmla="*/ 224257 w 445847"/>
                <a:gd name="connsiteY226" fmla="*/ 172154 h 328032"/>
                <a:gd name="connsiteX227" fmla="*/ 224088 w 445847"/>
                <a:gd name="connsiteY227" fmla="*/ 175064 h 328032"/>
                <a:gd name="connsiteX228" fmla="*/ 223978 w 445847"/>
                <a:gd name="connsiteY228" fmla="*/ 177316 h 328032"/>
                <a:gd name="connsiteX229" fmla="*/ 221001 w 445847"/>
                <a:gd name="connsiteY229" fmla="*/ 177316 h 328032"/>
                <a:gd name="connsiteX230" fmla="*/ 221001 w 445847"/>
                <a:gd name="connsiteY230" fmla="*/ 185502 h 328032"/>
                <a:gd name="connsiteX231" fmla="*/ 218769 w 445847"/>
                <a:gd name="connsiteY231" fmla="*/ 185502 h 328032"/>
                <a:gd name="connsiteX232" fmla="*/ 218685 w 445847"/>
                <a:gd name="connsiteY232" fmla="*/ 187214 h 328032"/>
                <a:gd name="connsiteX233" fmla="*/ 218536 w 445847"/>
                <a:gd name="connsiteY233" fmla="*/ 189455 h 328032"/>
                <a:gd name="connsiteX234" fmla="*/ 218405 w 445847"/>
                <a:gd name="connsiteY234" fmla="*/ 191679 h 328032"/>
                <a:gd name="connsiteX235" fmla="*/ 215792 w 445847"/>
                <a:gd name="connsiteY235" fmla="*/ 195920 h 328032"/>
                <a:gd name="connsiteX236" fmla="*/ 215792 w 445847"/>
                <a:gd name="connsiteY236" fmla="*/ 198245 h 328032"/>
                <a:gd name="connsiteX237" fmla="*/ 215792 w 445847"/>
                <a:gd name="connsiteY237" fmla="*/ 200385 h 328032"/>
                <a:gd name="connsiteX238" fmla="*/ 213560 w 445847"/>
                <a:gd name="connsiteY238" fmla="*/ 201129 h 328032"/>
                <a:gd name="connsiteX239" fmla="*/ 212816 w 445847"/>
                <a:gd name="connsiteY239" fmla="*/ 206338 h 328032"/>
                <a:gd name="connsiteX240" fmla="*/ 211327 w 445847"/>
                <a:gd name="connsiteY240" fmla="*/ 206338 h 328032"/>
                <a:gd name="connsiteX241" fmla="*/ 210330 w 445847"/>
                <a:gd name="connsiteY241" fmla="*/ 210989 h 328032"/>
                <a:gd name="connsiteX242" fmla="*/ 209839 w 445847"/>
                <a:gd name="connsiteY242" fmla="*/ 212291 h 328032"/>
                <a:gd name="connsiteX243" fmla="*/ 207607 w 445847"/>
                <a:gd name="connsiteY243" fmla="*/ 212291 h 328032"/>
                <a:gd name="connsiteX244" fmla="*/ 207328 w 445847"/>
                <a:gd name="connsiteY244" fmla="*/ 214849 h 328032"/>
                <a:gd name="connsiteX245" fmla="*/ 206863 w 445847"/>
                <a:gd name="connsiteY245" fmla="*/ 217500 h 328032"/>
                <a:gd name="connsiteX246" fmla="*/ 205374 w 445847"/>
                <a:gd name="connsiteY246" fmla="*/ 218244 h 328032"/>
                <a:gd name="connsiteX247" fmla="*/ 204630 w 445847"/>
                <a:gd name="connsiteY247" fmla="*/ 220104 h 328032"/>
                <a:gd name="connsiteX248" fmla="*/ 202398 w 445847"/>
                <a:gd name="connsiteY248" fmla="*/ 222709 h 328032"/>
                <a:gd name="connsiteX249" fmla="*/ 202026 w 445847"/>
                <a:gd name="connsiteY249" fmla="*/ 224569 h 328032"/>
                <a:gd name="connsiteX250" fmla="*/ 201654 w 445847"/>
                <a:gd name="connsiteY250" fmla="*/ 226430 h 328032"/>
                <a:gd name="connsiteX251" fmla="*/ 200165 w 445847"/>
                <a:gd name="connsiteY251" fmla="*/ 227174 h 328032"/>
                <a:gd name="connsiteX252" fmla="*/ 199468 w 445847"/>
                <a:gd name="connsiteY252" fmla="*/ 229313 h 328032"/>
                <a:gd name="connsiteX253" fmla="*/ 196445 w 445847"/>
                <a:gd name="connsiteY253" fmla="*/ 233871 h 328032"/>
                <a:gd name="connsiteX254" fmla="*/ 193840 w 445847"/>
                <a:gd name="connsiteY254" fmla="*/ 237685 h 328032"/>
                <a:gd name="connsiteX255" fmla="*/ 193468 w 445847"/>
                <a:gd name="connsiteY255" fmla="*/ 239080 h 328032"/>
                <a:gd name="connsiteX256" fmla="*/ 191236 w 445847"/>
                <a:gd name="connsiteY256" fmla="*/ 239824 h 328032"/>
                <a:gd name="connsiteX257" fmla="*/ 189747 w 445847"/>
                <a:gd name="connsiteY257" fmla="*/ 242801 h 328032"/>
                <a:gd name="connsiteX258" fmla="*/ 188259 w 445847"/>
                <a:gd name="connsiteY258" fmla="*/ 242801 h 328032"/>
                <a:gd name="connsiteX259" fmla="*/ 187515 w 445847"/>
                <a:gd name="connsiteY259" fmla="*/ 244661 h 328032"/>
                <a:gd name="connsiteX260" fmla="*/ 186771 w 445847"/>
                <a:gd name="connsiteY260" fmla="*/ 246521 h 328032"/>
                <a:gd name="connsiteX261" fmla="*/ 185282 w 445847"/>
                <a:gd name="connsiteY261" fmla="*/ 246521 h 328032"/>
                <a:gd name="connsiteX262" fmla="*/ 184538 w 445847"/>
                <a:gd name="connsiteY262" fmla="*/ 249498 h 328032"/>
                <a:gd name="connsiteX263" fmla="*/ 183050 w 445847"/>
                <a:gd name="connsiteY263" fmla="*/ 250242 h 328032"/>
                <a:gd name="connsiteX264" fmla="*/ 182306 w 445847"/>
                <a:gd name="connsiteY264" fmla="*/ 251730 h 328032"/>
                <a:gd name="connsiteX265" fmla="*/ 180074 w 445847"/>
                <a:gd name="connsiteY265" fmla="*/ 253963 h 328032"/>
                <a:gd name="connsiteX266" fmla="*/ 179469 w 445847"/>
                <a:gd name="connsiteY266" fmla="*/ 255265 h 328032"/>
                <a:gd name="connsiteX267" fmla="*/ 172865 w 445847"/>
                <a:gd name="connsiteY267" fmla="*/ 262567 h 328032"/>
                <a:gd name="connsiteX268" fmla="*/ 170353 w 445847"/>
                <a:gd name="connsiteY268" fmla="*/ 266055 h 328032"/>
                <a:gd name="connsiteX269" fmla="*/ 169656 w 445847"/>
                <a:gd name="connsiteY269" fmla="*/ 267357 h 328032"/>
                <a:gd name="connsiteX270" fmla="*/ 166679 w 445847"/>
                <a:gd name="connsiteY270" fmla="*/ 268101 h 328032"/>
                <a:gd name="connsiteX271" fmla="*/ 165935 w 445847"/>
                <a:gd name="connsiteY271" fmla="*/ 270334 h 328032"/>
                <a:gd name="connsiteX272" fmla="*/ 162958 w 445847"/>
                <a:gd name="connsiteY272" fmla="*/ 271822 h 328032"/>
                <a:gd name="connsiteX273" fmla="*/ 162214 w 445847"/>
                <a:gd name="connsiteY273" fmla="*/ 274055 h 328032"/>
                <a:gd name="connsiteX274" fmla="*/ 158493 w 445847"/>
                <a:gd name="connsiteY274" fmla="*/ 274799 h 328032"/>
                <a:gd name="connsiteX275" fmla="*/ 157749 w 445847"/>
                <a:gd name="connsiteY275" fmla="*/ 277031 h 328032"/>
                <a:gd name="connsiteX276" fmla="*/ 155517 w 445847"/>
                <a:gd name="connsiteY276" fmla="*/ 277775 h 328032"/>
                <a:gd name="connsiteX277" fmla="*/ 154866 w 445847"/>
                <a:gd name="connsiteY277" fmla="*/ 279264 h 328032"/>
                <a:gd name="connsiteX278" fmla="*/ 154029 w 445847"/>
                <a:gd name="connsiteY278" fmla="*/ 280752 h 328032"/>
                <a:gd name="connsiteX279" fmla="*/ 150308 w 445847"/>
                <a:gd name="connsiteY279" fmla="*/ 281496 h 328032"/>
                <a:gd name="connsiteX280" fmla="*/ 149564 w 445847"/>
                <a:gd name="connsiteY280" fmla="*/ 283728 h 328032"/>
                <a:gd name="connsiteX281" fmla="*/ 146587 w 445847"/>
                <a:gd name="connsiteY281" fmla="*/ 285217 h 328032"/>
                <a:gd name="connsiteX282" fmla="*/ 145843 w 445847"/>
                <a:gd name="connsiteY282" fmla="*/ 287449 h 328032"/>
                <a:gd name="connsiteX283" fmla="*/ 143611 w 445847"/>
                <a:gd name="connsiteY283" fmla="*/ 287356 h 328032"/>
                <a:gd name="connsiteX284" fmla="*/ 141378 w 445847"/>
                <a:gd name="connsiteY284" fmla="*/ 287449 h 328032"/>
                <a:gd name="connsiteX285" fmla="*/ 140634 w 445847"/>
                <a:gd name="connsiteY285" fmla="*/ 291170 h 328032"/>
                <a:gd name="connsiteX286" fmla="*/ 136169 w 445847"/>
                <a:gd name="connsiteY286" fmla="*/ 291914 h 328032"/>
                <a:gd name="connsiteX287" fmla="*/ 135425 w 445847"/>
                <a:gd name="connsiteY287" fmla="*/ 294146 h 328032"/>
                <a:gd name="connsiteX288" fmla="*/ 130960 w 445847"/>
                <a:gd name="connsiteY288" fmla="*/ 295635 h 328032"/>
                <a:gd name="connsiteX289" fmla="*/ 130216 w 445847"/>
                <a:gd name="connsiteY289" fmla="*/ 297867 h 328032"/>
                <a:gd name="connsiteX290" fmla="*/ 127984 w 445847"/>
                <a:gd name="connsiteY290" fmla="*/ 298193 h 328032"/>
                <a:gd name="connsiteX291" fmla="*/ 125751 w 445847"/>
                <a:gd name="connsiteY291" fmla="*/ 298611 h 328032"/>
                <a:gd name="connsiteX292" fmla="*/ 125472 w 445847"/>
                <a:gd name="connsiteY292" fmla="*/ 300146 h 328032"/>
                <a:gd name="connsiteX293" fmla="*/ 125007 w 445847"/>
                <a:gd name="connsiteY293" fmla="*/ 301588 h 328032"/>
                <a:gd name="connsiteX294" fmla="*/ 119054 w 445847"/>
                <a:gd name="connsiteY294" fmla="*/ 301588 h 328032"/>
                <a:gd name="connsiteX295" fmla="*/ 119054 w 445847"/>
                <a:gd name="connsiteY295" fmla="*/ 304564 h 328032"/>
                <a:gd name="connsiteX296" fmla="*/ 116496 w 445847"/>
                <a:gd name="connsiteY296" fmla="*/ 304750 h 328032"/>
                <a:gd name="connsiteX297" fmla="*/ 113845 w 445847"/>
                <a:gd name="connsiteY297" fmla="*/ 305309 h 328032"/>
                <a:gd name="connsiteX298" fmla="*/ 113519 w 445847"/>
                <a:gd name="connsiteY298" fmla="*/ 306797 h 328032"/>
                <a:gd name="connsiteX299" fmla="*/ 113101 w 445847"/>
                <a:gd name="connsiteY299" fmla="*/ 308285 h 328032"/>
                <a:gd name="connsiteX300" fmla="*/ 108496 w 445847"/>
                <a:gd name="connsiteY300" fmla="*/ 308753 h 328032"/>
                <a:gd name="connsiteX301" fmla="*/ 107148 w 445847"/>
                <a:gd name="connsiteY301" fmla="*/ 309029 h 328032"/>
                <a:gd name="connsiteX302" fmla="*/ 106404 w 445847"/>
                <a:gd name="connsiteY302" fmla="*/ 311262 h 328032"/>
                <a:gd name="connsiteX303" fmla="*/ 101799 w 445847"/>
                <a:gd name="connsiteY303" fmla="*/ 311631 h 328032"/>
                <a:gd name="connsiteX304" fmla="*/ 100450 w 445847"/>
                <a:gd name="connsiteY304" fmla="*/ 312006 h 328032"/>
                <a:gd name="connsiteX305" fmla="*/ 100102 w 445847"/>
                <a:gd name="connsiteY305" fmla="*/ 313497 h 328032"/>
                <a:gd name="connsiteX306" fmla="*/ 99706 w 445847"/>
                <a:gd name="connsiteY306" fmla="*/ 314982 h 328032"/>
                <a:gd name="connsiteX307" fmla="*/ 94521 w 445847"/>
                <a:gd name="connsiteY307" fmla="*/ 315378 h 328032"/>
                <a:gd name="connsiteX308" fmla="*/ 93009 w 445847"/>
                <a:gd name="connsiteY308" fmla="*/ 315726 h 328032"/>
                <a:gd name="connsiteX309" fmla="*/ 92686 w 445847"/>
                <a:gd name="connsiteY309" fmla="*/ 317226 h 328032"/>
                <a:gd name="connsiteX310" fmla="*/ 92265 w 445847"/>
                <a:gd name="connsiteY310" fmla="*/ 318703 h 328032"/>
                <a:gd name="connsiteX311" fmla="*/ 88126 w 445847"/>
                <a:gd name="connsiteY311" fmla="*/ 318889 h 328032"/>
                <a:gd name="connsiteX312" fmla="*/ 85844 w 445847"/>
                <a:gd name="connsiteY312" fmla="*/ 318808 h 328032"/>
                <a:gd name="connsiteX313" fmla="*/ 84079 w 445847"/>
                <a:gd name="connsiteY313" fmla="*/ 318703 h 328032"/>
                <a:gd name="connsiteX314" fmla="*/ 84079 w 445847"/>
                <a:gd name="connsiteY314" fmla="*/ 321680 h 328032"/>
                <a:gd name="connsiteX315" fmla="*/ 75894 w 445847"/>
                <a:gd name="connsiteY315" fmla="*/ 322424 h 328032"/>
                <a:gd name="connsiteX316" fmla="*/ 75894 w 445847"/>
                <a:gd name="connsiteY316" fmla="*/ 325400 h 328032"/>
                <a:gd name="connsiteX317" fmla="*/ 73967 w 445847"/>
                <a:gd name="connsiteY317" fmla="*/ 325296 h 328032"/>
                <a:gd name="connsiteX318" fmla="*/ 71475 w 445847"/>
                <a:gd name="connsiteY318" fmla="*/ 325214 h 328032"/>
                <a:gd name="connsiteX319" fmla="*/ 68990 w 445847"/>
                <a:gd name="connsiteY319" fmla="*/ 325110 h 328032"/>
                <a:gd name="connsiteX320" fmla="*/ 66964 w 445847"/>
                <a:gd name="connsiteY320" fmla="*/ 325400 h 328032"/>
                <a:gd name="connsiteX321" fmla="*/ 66682 w 445847"/>
                <a:gd name="connsiteY321" fmla="*/ 326877 h 328032"/>
                <a:gd name="connsiteX322" fmla="*/ 66220 w 445847"/>
                <a:gd name="connsiteY322" fmla="*/ 328377 h 328032"/>
                <a:gd name="connsiteX323" fmla="*/ 60267 w 445847"/>
                <a:gd name="connsiteY323" fmla="*/ 328749 h 328032"/>
                <a:gd name="connsiteX324" fmla="*/ 58575 w 445847"/>
                <a:gd name="connsiteY324" fmla="*/ 328784 h 328032"/>
                <a:gd name="connsiteX325" fmla="*/ 54314 w 445847"/>
                <a:gd name="connsiteY325" fmla="*/ 328377 h 328032"/>
                <a:gd name="connsiteX326" fmla="*/ 53570 w 445847"/>
                <a:gd name="connsiteY326" fmla="*/ 325400 h 328032"/>
                <a:gd name="connsiteX327" fmla="*/ 52081 w 445847"/>
                <a:gd name="connsiteY327" fmla="*/ 324656 h 328032"/>
                <a:gd name="connsiteX328" fmla="*/ 50593 w 445847"/>
                <a:gd name="connsiteY328" fmla="*/ 320935 h 328032"/>
                <a:gd name="connsiteX329" fmla="*/ 49105 w 445847"/>
                <a:gd name="connsiteY329" fmla="*/ 320191 h 328032"/>
                <a:gd name="connsiteX330" fmla="*/ 48361 w 445847"/>
                <a:gd name="connsiteY330" fmla="*/ 317912 h 328032"/>
                <a:gd name="connsiteX331" fmla="*/ 47616 w 445847"/>
                <a:gd name="connsiteY331" fmla="*/ 315726 h 328032"/>
                <a:gd name="connsiteX332" fmla="*/ 46128 w 445847"/>
                <a:gd name="connsiteY332" fmla="*/ 315726 h 328032"/>
                <a:gd name="connsiteX333" fmla="*/ 45849 w 445847"/>
                <a:gd name="connsiteY333" fmla="*/ 313541 h 328032"/>
                <a:gd name="connsiteX334" fmla="*/ 45384 w 445847"/>
                <a:gd name="connsiteY334" fmla="*/ 311262 h 328032"/>
                <a:gd name="connsiteX335" fmla="*/ 43896 w 445847"/>
                <a:gd name="connsiteY335" fmla="*/ 310517 h 328032"/>
                <a:gd name="connsiteX336" fmla="*/ 42407 w 445847"/>
                <a:gd name="connsiteY336" fmla="*/ 307541 h 328032"/>
                <a:gd name="connsiteX337" fmla="*/ 40919 w 445847"/>
                <a:gd name="connsiteY337" fmla="*/ 306797 h 328032"/>
                <a:gd name="connsiteX338" fmla="*/ 40175 w 445847"/>
                <a:gd name="connsiteY338" fmla="*/ 302332 h 328032"/>
                <a:gd name="connsiteX339" fmla="*/ 37943 w 445847"/>
                <a:gd name="connsiteY339" fmla="*/ 302332 h 328032"/>
                <a:gd name="connsiteX340" fmla="*/ 37943 w 445847"/>
                <a:gd name="connsiteY340" fmla="*/ 297867 h 328032"/>
                <a:gd name="connsiteX341" fmla="*/ 34966 w 445847"/>
                <a:gd name="connsiteY341" fmla="*/ 297867 h 328032"/>
                <a:gd name="connsiteX342" fmla="*/ 34222 w 445847"/>
                <a:gd name="connsiteY342" fmla="*/ 294891 h 328032"/>
                <a:gd name="connsiteX343" fmla="*/ 32734 w 445847"/>
                <a:gd name="connsiteY343" fmla="*/ 294146 h 328032"/>
                <a:gd name="connsiteX344" fmla="*/ 32408 w 445847"/>
                <a:gd name="connsiteY344" fmla="*/ 292751 h 328032"/>
                <a:gd name="connsiteX345" fmla="*/ 29757 w 445847"/>
                <a:gd name="connsiteY345" fmla="*/ 288937 h 328032"/>
                <a:gd name="connsiteX346" fmla="*/ 29757 w 445847"/>
                <a:gd name="connsiteY346" fmla="*/ 287449 h 328032"/>
                <a:gd name="connsiteX347" fmla="*/ 27525 w 445847"/>
                <a:gd name="connsiteY347" fmla="*/ 286705 h 328032"/>
                <a:gd name="connsiteX348" fmla="*/ 26781 w 445847"/>
                <a:gd name="connsiteY348" fmla="*/ 284473 h 328032"/>
                <a:gd name="connsiteX349" fmla="*/ 24548 w 445847"/>
                <a:gd name="connsiteY349" fmla="*/ 282984 h 328032"/>
                <a:gd name="connsiteX350" fmla="*/ 23804 w 445847"/>
                <a:gd name="connsiteY350" fmla="*/ 280752 h 328032"/>
                <a:gd name="connsiteX351" fmla="*/ 22641 w 445847"/>
                <a:gd name="connsiteY351" fmla="*/ 279589 h 328032"/>
                <a:gd name="connsiteX352" fmla="*/ 21572 w 445847"/>
                <a:gd name="connsiteY352" fmla="*/ 277031 h 328032"/>
                <a:gd name="connsiteX353" fmla="*/ 19339 w 445847"/>
                <a:gd name="connsiteY353" fmla="*/ 276287 h 328032"/>
                <a:gd name="connsiteX354" fmla="*/ 18595 w 445847"/>
                <a:gd name="connsiteY354" fmla="*/ 274055 h 328032"/>
                <a:gd name="connsiteX355" fmla="*/ 16363 w 445847"/>
                <a:gd name="connsiteY355" fmla="*/ 273310 h 328032"/>
                <a:gd name="connsiteX356" fmla="*/ 14874 w 445847"/>
                <a:gd name="connsiteY356" fmla="*/ 268101 h 328032"/>
                <a:gd name="connsiteX357" fmla="*/ 13386 w 445847"/>
                <a:gd name="connsiteY357" fmla="*/ 267357 h 328032"/>
                <a:gd name="connsiteX358" fmla="*/ 16363 w 445847"/>
                <a:gd name="connsiteY358" fmla="*/ 263637 h 328032"/>
                <a:gd name="connsiteX359" fmla="*/ 20548 w 445847"/>
                <a:gd name="connsiteY359" fmla="*/ 263590 h 328032"/>
                <a:gd name="connsiteX360" fmla="*/ 22810 w 445847"/>
                <a:gd name="connsiteY360" fmla="*/ 263610 h 328032"/>
                <a:gd name="connsiteX361" fmla="*/ 24548 w 445847"/>
                <a:gd name="connsiteY361" fmla="*/ 263637 h 328032"/>
                <a:gd name="connsiteX362" fmla="*/ 24548 w 445847"/>
                <a:gd name="connsiteY362" fmla="*/ 260660 h 328032"/>
                <a:gd name="connsiteX363" fmla="*/ 34222 w 445847"/>
                <a:gd name="connsiteY363" fmla="*/ 259916 h 328032"/>
                <a:gd name="connsiteX364" fmla="*/ 34222 w 445847"/>
                <a:gd name="connsiteY364" fmla="*/ 256939 h 328032"/>
                <a:gd name="connsiteX365" fmla="*/ 35824 w 445847"/>
                <a:gd name="connsiteY365" fmla="*/ 256855 h 328032"/>
                <a:gd name="connsiteX366" fmla="*/ 37896 w 445847"/>
                <a:gd name="connsiteY366" fmla="*/ 256707 h 328032"/>
                <a:gd name="connsiteX367" fmla="*/ 39963 w 445847"/>
                <a:gd name="connsiteY367" fmla="*/ 256576 h 328032"/>
                <a:gd name="connsiteX368" fmla="*/ 41663 w 445847"/>
                <a:gd name="connsiteY368" fmla="*/ 256195 h 328032"/>
                <a:gd name="connsiteX369" fmla="*/ 42407 w 445847"/>
                <a:gd name="connsiteY369" fmla="*/ 253963 h 328032"/>
                <a:gd name="connsiteX370" fmla="*/ 45710 w 445847"/>
                <a:gd name="connsiteY370" fmla="*/ 253451 h 328032"/>
                <a:gd name="connsiteX371" fmla="*/ 47521 w 445847"/>
                <a:gd name="connsiteY371" fmla="*/ 253303 h 328032"/>
                <a:gd name="connsiteX372" fmla="*/ 50593 w 445847"/>
                <a:gd name="connsiteY372" fmla="*/ 253219 h 328032"/>
                <a:gd name="connsiteX373" fmla="*/ 50593 w 445847"/>
                <a:gd name="connsiteY373" fmla="*/ 250242 h 328032"/>
                <a:gd name="connsiteX374" fmla="*/ 52032 w 445847"/>
                <a:gd name="connsiteY374" fmla="*/ 250184 h 328032"/>
                <a:gd name="connsiteX375" fmla="*/ 53895 w 445847"/>
                <a:gd name="connsiteY375" fmla="*/ 250056 h 328032"/>
                <a:gd name="connsiteX376" fmla="*/ 55753 w 445847"/>
                <a:gd name="connsiteY376" fmla="*/ 249951 h 328032"/>
                <a:gd name="connsiteX377" fmla="*/ 57290 w 445847"/>
                <a:gd name="connsiteY377" fmla="*/ 249498 h 328032"/>
                <a:gd name="connsiteX378" fmla="*/ 57639 w 445847"/>
                <a:gd name="connsiteY378" fmla="*/ 247986 h 328032"/>
                <a:gd name="connsiteX379" fmla="*/ 58034 w 445847"/>
                <a:gd name="connsiteY379" fmla="*/ 246521 h 328032"/>
                <a:gd name="connsiteX380" fmla="*/ 61802 w 445847"/>
                <a:gd name="connsiteY380" fmla="*/ 246335 h 328032"/>
                <a:gd name="connsiteX381" fmla="*/ 63874 w 445847"/>
                <a:gd name="connsiteY381" fmla="*/ 246417 h 328032"/>
                <a:gd name="connsiteX382" fmla="*/ 65476 w 445847"/>
                <a:gd name="connsiteY382" fmla="*/ 246521 h 328032"/>
                <a:gd name="connsiteX383" fmla="*/ 65476 w 445847"/>
                <a:gd name="connsiteY383" fmla="*/ 243545 h 328032"/>
                <a:gd name="connsiteX384" fmla="*/ 68406 w 445847"/>
                <a:gd name="connsiteY384" fmla="*/ 243359 h 328032"/>
                <a:gd name="connsiteX385" fmla="*/ 71429 w 445847"/>
                <a:gd name="connsiteY385" fmla="*/ 242801 h 328032"/>
                <a:gd name="connsiteX386" fmla="*/ 71801 w 445847"/>
                <a:gd name="connsiteY386" fmla="*/ 241312 h 328032"/>
                <a:gd name="connsiteX387" fmla="*/ 72173 w 445847"/>
                <a:gd name="connsiteY387" fmla="*/ 239824 h 328032"/>
                <a:gd name="connsiteX388" fmla="*/ 76777 w 445847"/>
                <a:gd name="connsiteY388" fmla="*/ 239356 h 328032"/>
                <a:gd name="connsiteX389" fmla="*/ 78126 w 445847"/>
                <a:gd name="connsiteY389" fmla="*/ 239080 h 328032"/>
                <a:gd name="connsiteX390" fmla="*/ 78870 w 445847"/>
                <a:gd name="connsiteY390" fmla="*/ 236848 h 328032"/>
                <a:gd name="connsiteX391" fmla="*/ 81893 w 445847"/>
                <a:gd name="connsiteY391" fmla="*/ 236336 h 328032"/>
                <a:gd name="connsiteX392" fmla="*/ 84824 w 445847"/>
                <a:gd name="connsiteY392" fmla="*/ 236103 h 328032"/>
                <a:gd name="connsiteX393" fmla="*/ 84824 w 445847"/>
                <a:gd name="connsiteY393" fmla="*/ 233127 h 328032"/>
                <a:gd name="connsiteX394" fmla="*/ 87009 w 445847"/>
                <a:gd name="connsiteY394" fmla="*/ 232894 h 328032"/>
                <a:gd name="connsiteX395" fmla="*/ 89288 w 445847"/>
                <a:gd name="connsiteY395" fmla="*/ 232383 h 328032"/>
                <a:gd name="connsiteX396" fmla="*/ 90032 w 445847"/>
                <a:gd name="connsiteY396" fmla="*/ 230150 h 328032"/>
                <a:gd name="connsiteX397" fmla="*/ 95241 w 445847"/>
                <a:gd name="connsiteY397" fmla="*/ 228662 h 328032"/>
                <a:gd name="connsiteX398" fmla="*/ 95986 w 445847"/>
                <a:gd name="connsiteY398" fmla="*/ 226430 h 328032"/>
                <a:gd name="connsiteX399" fmla="*/ 100450 w 445847"/>
                <a:gd name="connsiteY399" fmla="*/ 225685 h 328032"/>
                <a:gd name="connsiteX400" fmla="*/ 100450 w 445847"/>
                <a:gd name="connsiteY400" fmla="*/ 222709 h 328032"/>
                <a:gd name="connsiteX401" fmla="*/ 104171 w 445847"/>
                <a:gd name="connsiteY401" fmla="*/ 221965 h 328032"/>
                <a:gd name="connsiteX402" fmla="*/ 104915 w 445847"/>
                <a:gd name="connsiteY402" fmla="*/ 219732 h 328032"/>
                <a:gd name="connsiteX403" fmla="*/ 107148 w 445847"/>
                <a:gd name="connsiteY403" fmla="*/ 219825 h 328032"/>
                <a:gd name="connsiteX404" fmla="*/ 109380 w 445847"/>
                <a:gd name="connsiteY404" fmla="*/ 219732 h 328032"/>
                <a:gd name="connsiteX405" fmla="*/ 110124 w 445847"/>
                <a:gd name="connsiteY405" fmla="*/ 216012 h 328032"/>
                <a:gd name="connsiteX406" fmla="*/ 113845 w 445847"/>
                <a:gd name="connsiteY406" fmla="*/ 215267 h 328032"/>
                <a:gd name="connsiteX407" fmla="*/ 114589 w 445847"/>
                <a:gd name="connsiteY407" fmla="*/ 212291 h 328032"/>
                <a:gd name="connsiteX408" fmla="*/ 116822 w 445847"/>
                <a:gd name="connsiteY408" fmla="*/ 212291 h 328032"/>
                <a:gd name="connsiteX409" fmla="*/ 118310 w 445847"/>
                <a:gd name="connsiteY409" fmla="*/ 209314 h 328032"/>
                <a:gd name="connsiteX410" fmla="*/ 120542 w 445847"/>
                <a:gd name="connsiteY410" fmla="*/ 208570 h 328032"/>
                <a:gd name="connsiteX411" fmla="*/ 121240 w 445847"/>
                <a:gd name="connsiteY411" fmla="*/ 207082 h 328032"/>
                <a:gd name="connsiteX412" fmla="*/ 122031 w 445847"/>
                <a:gd name="connsiteY412" fmla="*/ 205594 h 328032"/>
                <a:gd name="connsiteX413" fmla="*/ 125007 w 445847"/>
                <a:gd name="connsiteY413" fmla="*/ 204850 h 328032"/>
                <a:gd name="connsiteX414" fmla="*/ 125751 w 445847"/>
                <a:gd name="connsiteY414" fmla="*/ 202617 h 328032"/>
                <a:gd name="connsiteX415" fmla="*/ 127937 w 445847"/>
                <a:gd name="connsiteY415" fmla="*/ 200803 h 328032"/>
                <a:gd name="connsiteX416" fmla="*/ 131704 w 445847"/>
                <a:gd name="connsiteY416" fmla="*/ 195920 h 328032"/>
                <a:gd name="connsiteX417" fmla="*/ 135425 w 445847"/>
                <a:gd name="connsiteY417" fmla="*/ 192199 h 328032"/>
                <a:gd name="connsiteX418" fmla="*/ 136681 w 445847"/>
                <a:gd name="connsiteY418" fmla="*/ 190478 h 328032"/>
                <a:gd name="connsiteX419" fmla="*/ 137657 w 445847"/>
                <a:gd name="connsiteY419" fmla="*/ 189223 h 328032"/>
                <a:gd name="connsiteX420" fmla="*/ 139146 w 445847"/>
                <a:gd name="connsiteY420" fmla="*/ 189223 h 328032"/>
                <a:gd name="connsiteX421" fmla="*/ 141332 w 445847"/>
                <a:gd name="connsiteY421" fmla="*/ 184200 h 328032"/>
                <a:gd name="connsiteX422" fmla="*/ 142122 w 445847"/>
                <a:gd name="connsiteY422" fmla="*/ 182525 h 328032"/>
                <a:gd name="connsiteX423" fmla="*/ 144355 w 445847"/>
                <a:gd name="connsiteY423" fmla="*/ 182525 h 328032"/>
                <a:gd name="connsiteX424" fmla="*/ 145099 w 445847"/>
                <a:gd name="connsiteY424" fmla="*/ 178805 h 328032"/>
                <a:gd name="connsiteX425" fmla="*/ 146587 w 445847"/>
                <a:gd name="connsiteY425" fmla="*/ 178060 h 328032"/>
                <a:gd name="connsiteX426" fmla="*/ 146959 w 445847"/>
                <a:gd name="connsiteY426" fmla="*/ 176200 h 328032"/>
                <a:gd name="connsiteX427" fmla="*/ 147331 w 445847"/>
                <a:gd name="connsiteY427" fmla="*/ 174340 h 328032"/>
                <a:gd name="connsiteX428" fmla="*/ 148820 w 445847"/>
                <a:gd name="connsiteY428" fmla="*/ 173596 h 328032"/>
                <a:gd name="connsiteX429" fmla="*/ 149517 w 445847"/>
                <a:gd name="connsiteY429" fmla="*/ 171317 h 328032"/>
                <a:gd name="connsiteX430" fmla="*/ 150308 w 445847"/>
                <a:gd name="connsiteY430" fmla="*/ 169131 h 328032"/>
                <a:gd name="connsiteX431" fmla="*/ 152540 w 445847"/>
                <a:gd name="connsiteY431" fmla="*/ 169131 h 328032"/>
                <a:gd name="connsiteX432" fmla="*/ 152540 w 445847"/>
                <a:gd name="connsiteY432" fmla="*/ 164666 h 328032"/>
                <a:gd name="connsiteX433" fmla="*/ 154773 w 445847"/>
                <a:gd name="connsiteY433" fmla="*/ 164666 h 328032"/>
                <a:gd name="connsiteX434" fmla="*/ 155005 w 445847"/>
                <a:gd name="connsiteY434" fmla="*/ 161829 h 328032"/>
                <a:gd name="connsiteX435" fmla="*/ 157749 w 445847"/>
                <a:gd name="connsiteY435" fmla="*/ 156480 h 328032"/>
                <a:gd name="connsiteX436" fmla="*/ 158493 w 445847"/>
                <a:gd name="connsiteY436" fmla="*/ 151271 h 328032"/>
                <a:gd name="connsiteX437" fmla="*/ 160726 w 445847"/>
                <a:gd name="connsiteY437" fmla="*/ 151271 h 328032"/>
                <a:gd name="connsiteX438" fmla="*/ 160647 w 445847"/>
                <a:gd name="connsiteY438" fmla="*/ 149670 h 328032"/>
                <a:gd name="connsiteX439" fmla="*/ 160586 w 445847"/>
                <a:gd name="connsiteY439" fmla="*/ 147597 h 328032"/>
                <a:gd name="connsiteX440" fmla="*/ 160508 w 445847"/>
                <a:gd name="connsiteY440" fmla="*/ 145530 h 328032"/>
                <a:gd name="connsiteX441" fmla="*/ 160726 w 445847"/>
                <a:gd name="connsiteY441" fmla="*/ 143830 h 328032"/>
                <a:gd name="connsiteX442" fmla="*/ 162958 w 445847"/>
                <a:gd name="connsiteY442" fmla="*/ 143086 h 328032"/>
                <a:gd name="connsiteX443" fmla="*/ 163470 w 445847"/>
                <a:gd name="connsiteY443" fmla="*/ 138202 h 328032"/>
                <a:gd name="connsiteX444" fmla="*/ 163618 w 445847"/>
                <a:gd name="connsiteY444" fmla="*/ 135502 h 328032"/>
                <a:gd name="connsiteX445" fmla="*/ 163702 w 445847"/>
                <a:gd name="connsiteY445" fmla="*/ 133412 h 328032"/>
                <a:gd name="connsiteX446" fmla="*/ 165191 w 445847"/>
                <a:gd name="connsiteY446" fmla="*/ 133412 h 328032"/>
                <a:gd name="connsiteX447" fmla="*/ 165935 w 445847"/>
                <a:gd name="connsiteY447" fmla="*/ 126715 h 328032"/>
                <a:gd name="connsiteX448" fmla="*/ 163702 w 445847"/>
                <a:gd name="connsiteY448" fmla="*/ 127459 h 328032"/>
                <a:gd name="connsiteX449" fmla="*/ 159381 w 445847"/>
                <a:gd name="connsiteY449" fmla="*/ 127553 h 328032"/>
                <a:gd name="connsiteX450" fmla="*/ 156649 w 445847"/>
                <a:gd name="connsiteY450" fmla="*/ 127560 h 328032"/>
                <a:gd name="connsiteX451" fmla="*/ 153648 w 445847"/>
                <a:gd name="connsiteY451" fmla="*/ 127555 h 328032"/>
                <a:gd name="connsiteX452" fmla="*/ 150491 w 445847"/>
                <a:gd name="connsiteY452" fmla="*/ 127559 h 328032"/>
                <a:gd name="connsiteX453" fmla="*/ 141912 w 445847"/>
                <a:gd name="connsiteY453" fmla="*/ 127559 h 328032"/>
                <a:gd name="connsiteX454" fmla="*/ 132941 w 445847"/>
                <a:gd name="connsiteY454" fmla="*/ 127560 h 328032"/>
                <a:gd name="connsiteX455" fmla="*/ 117875 w 445847"/>
                <a:gd name="connsiteY455" fmla="*/ 127556 h 328032"/>
                <a:gd name="connsiteX456" fmla="*/ 100447 w 445847"/>
                <a:gd name="connsiteY456" fmla="*/ 127557 h 328032"/>
                <a:gd name="connsiteX457" fmla="*/ 85494 w 445847"/>
                <a:gd name="connsiteY457" fmla="*/ 127559 h 328032"/>
                <a:gd name="connsiteX458" fmla="*/ 76559 w 445847"/>
                <a:gd name="connsiteY458" fmla="*/ 127560 h 328032"/>
                <a:gd name="connsiteX459" fmla="*/ 68159 w 445847"/>
                <a:gd name="connsiteY459" fmla="*/ 127557 h 328032"/>
                <a:gd name="connsiteX460" fmla="*/ 65073 w 445847"/>
                <a:gd name="connsiteY460" fmla="*/ 127558 h 328032"/>
                <a:gd name="connsiteX461" fmla="*/ 60868 w 445847"/>
                <a:gd name="connsiteY461" fmla="*/ 127553 h 328032"/>
                <a:gd name="connsiteX462" fmla="*/ 58488 w 445847"/>
                <a:gd name="connsiteY462" fmla="*/ 127553 h 328032"/>
                <a:gd name="connsiteX463" fmla="*/ 54314 w 445847"/>
                <a:gd name="connsiteY463" fmla="*/ 126715 h 328032"/>
                <a:gd name="connsiteX464" fmla="*/ 54060 w 445847"/>
                <a:gd name="connsiteY464" fmla="*/ 120073 h 328032"/>
                <a:gd name="connsiteX465" fmla="*/ 54059 w 445847"/>
                <a:gd name="connsiteY465" fmla="*/ 117927 h 328032"/>
                <a:gd name="connsiteX466" fmla="*/ 54096 w 445847"/>
                <a:gd name="connsiteY466" fmla="*/ 111015 h 328032"/>
                <a:gd name="connsiteX467" fmla="*/ 54103 w 445847"/>
                <a:gd name="connsiteY467" fmla="*/ 106762 h 328032"/>
                <a:gd name="connsiteX468" fmla="*/ 54174 w 445847"/>
                <a:gd name="connsiteY468" fmla="*/ 90950 h 328032"/>
                <a:gd name="connsiteX469" fmla="*/ 54314 w 445847"/>
                <a:gd name="connsiteY469" fmla="*/ 55277 h 328032"/>
                <a:gd name="connsiteX470" fmla="*/ 169656 w 445847"/>
                <a:gd name="connsiteY470" fmla="*/ 55277 h 328032"/>
                <a:gd name="connsiteX471" fmla="*/ 168911 w 445847"/>
                <a:gd name="connsiteY471" fmla="*/ 53045 h 328032"/>
                <a:gd name="connsiteX472" fmla="*/ 168815 w 445847"/>
                <a:gd name="connsiteY472" fmla="*/ 48170 h 328032"/>
                <a:gd name="connsiteX473" fmla="*/ 168811 w 445847"/>
                <a:gd name="connsiteY473" fmla="*/ 46681 h 328032"/>
                <a:gd name="connsiteX474" fmla="*/ 168813 w 445847"/>
                <a:gd name="connsiteY474" fmla="*/ 41810 h 328032"/>
                <a:gd name="connsiteX475" fmla="*/ 168810 w 445847"/>
                <a:gd name="connsiteY475" fmla="*/ 38427 h 328032"/>
                <a:gd name="connsiteX476" fmla="*/ 168814 w 445847"/>
                <a:gd name="connsiteY476" fmla="*/ 31339 h 328032"/>
                <a:gd name="connsiteX477" fmla="*/ 168812 w 445847"/>
                <a:gd name="connsiteY477" fmla="*/ 22243 h 328032"/>
                <a:gd name="connsiteX478" fmla="*/ 168812 w 445847"/>
                <a:gd name="connsiteY478" fmla="*/ 15258 h 328032"/>
                <a:gd name="connsiteX479" fmla="*/ 168810 w 445847"/>
                <a:gd name="connsiteY479" fmla="*/ 11904 h 328032"/>
                <a:gd name="connsiteX480" fmla="*/ 168815 w 445847"/>
                <a:gd name="connsiteY480" fmla="*/ 7222 h 328032"/>
                <a:gd name="connsiteX481" fmla="*/ 168817 w 445847"/>
                <a:gd name="connsiteY481" fmla="*/ 4528 h 328032"/>
                <a:gd name="connsiteX482" fmla="*/ 169656 w 445847"/>
                <a:gd name="connsiteY482" fmla="*/ 955 h 32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Lst>
              <a:rect l="l" t="t" r="r" b="b"/>
              <a:pathLst>
                <a:path w="445847" h="328032">
                  <a:moveTo>
                    <a:pt x="169656" y="955"/>
                  </a:moveTo>
                  <a:cubicBezTo>
                    <a:pt x="171595" y="804"/>
                    <a:pt x="173457" y="752"/>
                    <a:pt x="175398" y="762"/>
                  </a:cubicBezTo>
                  <a:cubicBezTo>
                    <a:pt x="176300" y="759"/>
                    <a:pt x="176300" y="759"/>
                    <a:pt x="177220" y="755"/>
                  </a:cubicBezTo>
                  <a:cubicBezTo>
                    <a:pt x="179218" y="748"/>
                    <a:pt x="181215" y="752"/>
                    <a:pt x="183213" y="757"/>
                  </a:cubicBezTo>
                  <a:cubicBezTo>
                    <a:pt x="184595" y="756"/>
                    <a:pt x="185977" y="755"/>
                    <a:pt x="187359" y="753"/>
                  </a:cubicBezTo>
                  <a:cubicBezTo>
                    <a:pt x="190259" y="751"/>
                    <a:pt x="193159" y="754"/>
                    <a:pt x="196059" y="761"/>
                  </a:cubicBezTo>
                  <a:cubicBezTo>
                    <a:pt x="199785" y="769"/>
                    <a:pt x="203511" y="765"/>
                    <a:pt x="207238" y="756"/>
                  </a:cubicBezTo>
                  <a:cubicBezTo>
                    <a:pt x="210092" y="750"/>
                    <a:pt x="212947" y="752"/>
                    <a:pt x="215802" y="756"/>
                  </a:cubicBezTo>
                  <a:cubicBezTo>
                    <a:pt x="217176" y="757"/>
                    <a:pt x="218551" y="756"/>
                    <a:pt x="219925" y="752"/>
                  </a:cubicBezTo>
                  <a:cubicBezTo>
                    <a:pt x="221842" y="748"/>
                    <a:pt x="223759" y="754"/>
                    <a:pt x="225677" y="762"/>
                  </a:cubicBezTo>
                  <a:cubicBezTo>
                    <a:pt x="226537" y="758"/>
                    <a:pt x="226537" y="758"/>
                    <a:pt x="227415" y="753"/>
                  </a:cubicBezTo>
                  <a:cubicBezTo>
                    <a:pt x="228752" y="764"/>
                    <a:pt x="230087" y="851"/>
                    <a:pt x="231419" y="955"/>
                  </a:cubicBezTo>
                  <a:cubicBezTo>
                    <a:pt x="232506" y="3129"/>
                    <a:pt x="232252" y="5035"/>
                    <a:pt x="232248" y="7462"/>
                  </a:cubicBezTo>
                  <a:cubicBezTo>
                    <a:pt x="232248" y="7978"/>
                    <a:pt x="232248" y="8493"/>
                    <a:pt x="232248" y="9024"/>
                  </a:cubicBezTo>
                  <a:cubicBezTo>
                    <a:pt x="232248" y="10732"/>
                    <a:pt x="232242" y="12439"/>
                    <a:pt x="232236" y="14146"/>
                  </a:cubicBezTo>
                  <a:cubicBezTo>
                    <a:pt x="232235" y="15329"/>
                    <a:pt x="232234" y="16511"/>
                    <a:pt x="232233" y="17693"/>
                  </a:cubicBezTo>
                  <a:cubicBezTo>
                    <a:pt x="232230" y="20808"/>
                    <a:pt x="232223" y="23923"/>
                    <a:pt x="232214" y="27037"/>
                  </a:cubicBezTo>
                  <a:cubicBezTo>
                    <a:pt x="232207" y="30215"/>
                    <a:pt x="232203" y="33392"/>
                    <a:pt x="232200" y="36569"/>
                  </a:cubicBezTo>
                  <a:cubicBezTo>
                    <a:pt x="232192" y="42805"/>
                    <a:pt x="232179" y="49041"/>
                    <a:pt x="232163" y="55277"/>
                  </a:cubicBezTo>
                  <a:cubicBezTo>
                    <a:pt x="232807" y="55277"/>
                    <a:pt x="233451" y="55276"/>
                    <a:pt x="234114" y="55275"/>
                  </a:cubicBezTo>
                  <a:cubicBezTo>
                    <a:pt x="249751" y="55259"/>
                    <a:pt x="265388" y="55246"/>
                    <a:pt x="281025" y="55239"/>
                  </a:cubicBezTo>
                  <a:cubicBezTo>
                    <a:pt x="288587" y="55235"/>
                    <a:pt x="296149" y="55230"/>
                    <a:pt x="303710" y="55221"/>
                  </a:cubicBezTo>
                  <a:cubicBezTo>
                    <a:pt x="310299" y="55214"/>
                    <a:pt x="316887" y="55209"/>
                    <a:pt x="323476" y="55207"/>
                  </a:cubicBezTo>
                  <a:cubicBezTo>
                    <a:pt x="326966" y="55206"/>
                    <a:pt x="330457" y="55204"/>
                    <a:pt x="333948" y="55199"/>
                  </a:cubicBezTo>
                  <a:cubicBezTo>
                    <a:pt x="337230" y="55194"/>
                    <a:pt x="340511" y="55192"/>
                    <a:pt x="343793" y="55193"/>
                  </a:cubicBezTo>
                  <a:cubicBezTo>
                    <a:pt x="345001" y="55193"/>
                    <a:pt x="346209" y="55191"/>
                    <a:pt x="347417" y="55189"/>
                  </a:cubicBezTo>
                  <a:cubicBezTo>
                    <a:pt x="349059" y="55185"/>
                    <a:pt x="350701" y="55186"/>
                    <a:pt x="352343" y="55188"/>
                  </a:cubicBezTo>
                  <a:cubicBezTo>
                    <a:pt x="353265" y="55187"/>
                    <a:pt x="354186" y="55186"/>
                    <a:pt x="355135" y="55186"/>
                  </a:cubicBezTo>
                  <a:cubicBezTo>
                    <a:pt x="357179" y="55277"/>
                    <a:pt x="357179" y="55277"/>
                    <a:pt x="357923" y="56021"/>
                  </a:cubicBezTo>
                  <a:cubicBezTo>
                    <a:pt x="358002" y="58240"/>
                    <a:pt x="358032" y="60441"/>
                    <a:pt x="358031" y="62660"/>
                  </a:cubicBezTo>
                  <a:cubicBezTo>
                    <a:pt x="358033" y="63365"/>
                    <a:pt x="358036" y="64070"/>
                    <a:pt x="358039" y="64797"/>
                  </a:cubicBezTo>
                  <a:cubicBezTo>
                    <a:pt x="358047" y="67178"/>
                    <a:pt x="358050" y="69560"/>
                    <a:pt x="358052" y="71942"/>
                  </a:cubicBezTo>
                  <a:cubicBezTo>
                    <a:pt x="358057" y="73642"/>
                    <a:pt x="358062" y="75342"/>
                    <a:pt x="358067" y="77041"/>
                  </a:cubicBezTo>
                  <a:cubicBezTo>
                    <a:pt x="358078" y="80711"/>
                    <a:pt x="358087" y="84380"/>
                    <a:pt x="358094" y="88050"/>
                  </a:cubicBezTo>
                  <a:cubicBezTo>
                    <a:pt x="358106" y="93845"/>
                    <a:pt x="358123" y="99641"/>
                    <a:pt x="358142" y="105436"/>
                  </a:cubicBezTo>
                  <a:cubicBezTo>
                    <a:pt x="358169" y="113557"/>
                    <a:pt x="358193" y="121677"/>
                    <a:pt x="358215" y="129797"/>
                  </a:cubicBezTo>
                  <a:cubicBezTo>
                    <a:pt x="358217" y="130312"/>
                    <a:pt x="358218" y="130828"/>
                    <a:pt x="358220" y="131359"/>
                  </a:cubicBezTo>
                  <a:cubicBezTo>
                    <a:pt x="358240" y="138681"/>
                    <a:pt x="358257" y="146003"/>
                    <a:pt x="358274" y="153324"/>
                  </a:cubicBezTo>
                  <a:cubicBezTo>
                    <a:pt x="358276" y="153840"/>
                    <a:pt x="358277" y="154355"/>
                    <a:pt x="358278" y="154887"/>
                  </a:cubicBezTo>
                  <a:cubicBezTo>
                    <a:pt x="358280" y="155659"/>
                    <a:pt x="358280" y="155659"/>
                    <a:pt x="358282" y="156448"/>
                  </a:cubicBezTo>
                  <a:cubicBezTo>
                    <a:pt x="358301" y="165024"/>
                    <a:pt x="358327" y="173600"/>
                    <a:pt x="358357" y="182176"/>
                  </a:cubicBezTo>
                  <a:cubicBezTo>
                    <a:pt x="358377" y="187944"/>
                    <a:pt x="358391" y="193712"/>
                    <a:pt x="358399" y="199480"/>
                  </a:cubicBezTo>
                  <a:cubicBezTo>
                    <a:pt x="358406" y="203061"/>
                    <a:pt x="358419" y="206642"/>
                    <a:pt x="358433" y="210222"/>
                  </a:cubicBezTo>
                  <a:cubicBezTo>
                    <a:pt x="358439" y="211890"/>
                    <a:pt x="358442" y="213558"/>
                    <a:pt x="358442" y="215225"/>
                  </a:cubicBezTo>
                  <a:cubicBezTo>
                    <a:pt x="358443" y="217491"/>
                    <a:pt x="358453" y="219757"/>
                    <a:pt x="358465" y="222023"/>
                  </a:cubicBezTo>
                  <a:cubicBezTo>
                    <a:pt x="358463" y="222693"/>
                    <a:pt x="358461" y="223362"/>
                    <a:pt x="358459" y="224051"/>
                  </a:cubicBezTo>
                  <a:cubicBezTo>
                    <a:pt x="358472" y="225589"/>
                    <a:pt x="358561" y="227127"/>
                    <a:pt x="358667" y="228662"/>
                  </a:cubicBezTo>
                  <a:cubicBezTo>
                    <a:pt x="359158" y="228908"/>
                    <a:pt x="359650" y="229153"/>
                    <a:pt x="360156" y="229406"/>
                  </a:cubicBezTo>
                  <a:cubicBezTo>
                    <a:pt x="360325" y="231130"/>
                    <a:pt x="360325" y="231130"/>
                    <a:pt x="360301" y="233386"/>
                  </a:cubicBezTo>
                  <a:cubicBezTo>
                    <a:pt x="360296" y="234189"/>
                    <a:pt x="360291" y="234992"/>
                    <a:pt x="360286" y="235820"/>
                  </a:cubicBezTo>
                  <a:cubicBezTo>
                    <a:pt x="360274" y="236666"/>
                    <a:pt x="360261" y="237511"/>
                    <a:pt x="360249" y="238382"/>
                  </a:cubicBezTo>
                  <a:cubicBezTo>
                    <a:pt x="360242" y="239231"/>
                    <a:pt x="360235" y="240079"/>
                    <a:pt x="360228" y="240953"/>
                  </a:cubicBezTo>
                  <a:cubicBezTo>
                    <a:pt x="360211" y="243058"/>
                    <a:pt x="360186" y="245161"/>
                    <a:pt x="360156" y="247266"/>
                  </a:cubicBezTo>
                  <a:cubicBezTo>
                    <a:pt x="360675" y="247177"/>
                    <a:pt x="361195" y="247089"/>
                    <a:pt x="361731" y="246998"/>
                  </a:cubicBezTo>
                  <a:cubicBezTo>
                    <a:pt x="362408" y="246902"/>
                    <a:pt x="363085" y="246806"/>
                    <a:pt x="363783" y="246707"/>
                  </a:cubicBezTo>
                  <a:cubicBezTo>
                    <a:pt x="364793" y="246552"/>
                    <a:pt x="364793" y="246552"/>
                    <a:pt x="365824" y="246393"/>
                  </a:cubicBezTo>
                  <a:cubicBezTo>
                    <a:pt x="366409" y="246436"/>
                    <a:pt x="366994" y="246478"/>
                    <a:pt x="367597" y="246521"/>
                  </a:cubicBezTo>
                  <a:cubicBezTo>
                    <a:pt x="367818" y="247001"/>
                    <a:pt x="368039" y="247480"/>
                    <a:pt x="368267" y="247973"/>
                  </a:cubicBezTo>
                  <a:cubicBezTo>
                    <a:pt x="368537" y="248476"/>
                    <a:pt x="368807" y="248980"/>
                    <a:pt x="369085" y="249498"/>
                  </a:cubicBezTo>
                  <a:cubicBezTo>
                    <a:pt x="371377" y="249962"/>
                    <a:pt x="371377" y="249962"/>
                    <a:pt x="374088" y="249893"/>
                  </a:cubicBezTo>
                  <a:cubicBezTo>
                    <a:pt x="374825" y="249898"/>
                    <a:pt x="374825" y="249898"/>
                    <a:pt x="375578" y="249902"/>
                  </a:cubicBezTo>
                  <a:cubicBezTo>
                    <a:pt x="376617" y="249904"/>
                    <a:pt x="377656" y="249898"/>
                    <a:pt x="378695" y="249886"/>
                  </a:cubicBezTo>
                  <a:cubicBezTo>
                    <a:pt x="380291" y="249870"/>
                    <a:pt x="381885" y="249886"/>
                    <a:pt x="383481" y="249905"/>
                  </a:cubicBezTo>
                  <a:cubicBezTo>
                    <a:pt x="384489" y="249903"/>
                    <a:pt x="385498" y="249899"/>
                    <a:pt x="386506" y="249893"/>
                  </a:cubicBezTo>
                  <a:cubicBezTo>
                    <a:pt x="387428" y="249890"/>
                    <a:pt x="388349" y="249887"/>
                    <a:pt x="389299" y="249883"/>
                  </a:cubicBezTo>
                  <a:cubicBezTo>
                    <a:pt x="389996" y="249756"/>
                    <a:pt x="390692" y="249629"/>
                    <a:pt x="391409" y="249498"/>
                  </a:cubicBezTo>
                  <a:cubicBezTo>
                    <a:pt x="392032" y="248022"/>
                    <a:pt x="392032" y="248022"/>
                    <a:pt x="392154" y="246521"/>
                  </a:cubicBezTo>
                  <a:cubicBezTo>
                    <a:pt x="393394" y="246521"/>
                    <a:pt x="394634" y="246521"/>
                    <a:pt x="395874" y="246521"/>
                  </a:cubicBezTo>
                  <a:cubicBezTo>
                    <a:pt x="398239" y="244356"/>
                    <a:pt x="398412" y="242164"/>
                    <a:pt x="398567" y="239051"/>
                  </a:cubicBezTo>
                  <a:cubicBezTo>
                    <a:pt x="398584" y="238508"/>
                    <a:pt x="398601" y="237965"/>
                    <a:pt x="398618" y="237406"/>
                  </a:cubicBezTo>
                  <a:cubicBezTo>
                    <a:pt x="398644" y="236851"/>
                    <a:pt x="398669" y="236297"/>
                    <a:pt x="398695" y="235726"/>
                  </a:cubicBezTo>
                  <a:cubicBezTo>
                    <a:pt x="398756" y="234364"/>
                    <a:pt x="398805" y="233001"/>
                    <a:pt x="398851" y="231639"/>
                  </a:cubicBezTo>
                  <a:cubicBezTo>
                    <a:pt x="399588" y="231639"/>
                    <a:pt x="400324" y="231639"/>
                    <a:pt x="401083" y="231639"/>
                  </a:cubicBezTo>
                  <a:cubicBezTo>
                    <a:pt x="401082" y="230822"/>
                    <a:pt x="401080" y="230004"/>
                    <a:pt x="401078" y="229163"/>
                  </a:cubicBezTo>
                  <a:cubicBezTo>
                    <a:pt x="401063" y="221476"/>
                    <a:pt x="401052" y="213788"/>
                    <a:pt x="401045" y="206101"/>
                  </a:cubicBezTo>
                  <a:cubicBezTo>
                    <a:pt x="401041" y="202149"/>
                    <a:pt x="401036" y="198197"/>
                    <a:pt x="401027" y="194244"/>
                  </a:cubicBezTo>
                  <a:cubicBezTo>
                    <a:pt x="401019" y="190433"/>
                    <a:pt x="401015" y="186621"/>
                    <a:pt x="401013" y="182809"/>
                  </a:cubicBezTo>
                  <a:cubicBezTo>
                    <a:pt x="401011" y="181353"/>
                    <a:pt x="401009" y="179896"/>
                    <a:pt x="401005" y="178439"/>
                  </a:cubicBezTo>
                  <a:cubicBezTo>
                    <a:pt x="400999" y="176404"/>
                    <a:pt x="400998" y="174369"/>
                    <a:pt x="400999" y="172334"/>
                  </a:cubicBezTo>
                  <a:cubicBezTo>
                    <a:pt x="400996" y="171727"/>
                    <a:pt x="400993" y="171120"/>
                    <a:pt x="400991" y="170495"/>
                  </a:cubicBezTo>
                  <a:cubicBezTo>
                    <a:pt x="400998" y="166324"/>
                    <a:pt x="400998" y="166324"/>
                    <a:pt x="401827" y="164666"/>
                  </a:cubicBezTo>
                  <a:cubicBezTo>
                    <a:pt x="403502" y="164416"/>
                    <a:pt x="403502" y="164416"/>
                    <a:pt x="405548" y="164387"/>
                  </a:cubicBezTo>
                  <a:cubicBezTo>
                    <a:pt x="406223" y="164366"/>
                    <a:pt x="406899" y="164345"/>
                    <a:pt x="407595" y="164323"/>
                  </a:cubicBezTo>
                  <a:cubicBezTo>
                    <a:pt x="408147" y="164436"/>
                    <a:pt x="408700" y="164549"/>
                    <a:pt x="409269" y="164666"/>
                  </a:cubicBezTo>
                  <a:cubicBezTo>
                    <a:pt x="409760" y="166148"/>
                    <a:pt x="409760" y="166148"/>
                    <a:pt x="410013" y="167643"/>
                  </a:cubicBezTo>
                  <a:cubicBezTo>
                    <a:pt x="411252" y="167897"/>
                    <a:pt x="412492" y="168144"/>
                    <a:pt x="413734" y="168387"/>
                  </a:cubicBezTo>
                  <a:cubicBezTo>
                    <a:pt x="414242" y="169373"/>
                    <a:pt x="414739" y="170365"/>
                    <a:pt x="415222" y="171363"/>
                  </a:cubicBezTo>
                  <a:cubicBezTo>
                    <a:pt x="416204" y="171363"/>
                    <a:pt x="417186" y="171363"/>
                    <a:pt x="418199" y="171363"/>
                  </a:cubicBezTo>
                  <a:cubicBezTo>
                    <a:pt x="418429" y="171839"/>
                    <a:pt x="418659" y="172315"/>
                    <a:pt x="418896" y="172805"/>
                  </a:cubicBezTo>
                  <a:cubicBezTo>
                    <a:pt x="419157" y="173311"/>
                    <a:pt x="419418" y="173818"/>
                    <a:pt x="419687" y="174340"/>
                  </a:cubicBezTo>
                  <a:cubicBezTo>
                    <a:pt x="420922" y="174611"/>
                    <a:pt x="422163" y="174860"/>
                    <a:pt x="423408" y="175084"/>
                  </a:cubicBezTo>
                  <a:cubicBezTo>
                    <a:pt x="423653" y="175821"/>
                    <a:pt x="423899" y="176557"/>
                    <a:pt x="424152" y="177316"/>
                  </a:cubicBezTo>
                  <a:cubicBezTo>
                    <a:pt x="425526" y="177831"/>
                    <a:pt x="425526" y="177831"/>
                    <a:pt x="427128" y="178060"/>
                  </a:cubicBezTo>
                  <a:cubicBezTo>
                    <a:pt x="428756" y="178340"/>
                    <a:pt x="428756" y="178340"/>
                    <a:pt x="430105" y="178805"/>
                  </a:cubicBezTo>
                  <a:cubicBezTo>
                    <a:pt x="430350" y="179541"/>
                    <a:pt x="430596" y="180278"/>
                    <a:pt x="430849" y="181037"/>
                  </a:cubicBezTo>
                  <a:cubicBezTo>
                    <a:pt x="431708" y="181144"/>
                    <a:pt x="432568" y="181252"/>
                    <a:pt x="433453" y="181363"/>
                  </a:cubicBezTo>
                  <a:cubicBezTo>
                    <a:pt x="434313" y="181501"/>
                    <a:pt x="435172" y="181639"/>
                    <a:pt x="436058" y="181781"/>
                  </a:cubicBezTo>
                  <a:cubicBezTo>
                    <a:pt x="436165" y="182272"/>
                    <a:pt x="436273" y="182763"/>
                    <a:pt x="436383" y="183269"/>
                  </a:cubicBezTo>
                  <a:cubicBezTo>
                    <a:pt x="436522" y="183761"/>
                    <a:pt x="436660" y="184252"/>
                    <a:pt x="436802" y="184758"/>
                  </a:cubicBezTo>
                  <a:cubicBezTo>
                    <a:pt x="438350" y="185086"/>
                    <a:pt x="439826" y="185178"/>
                    <a:pt x="441406" y="185226"/>
                  </a:cubicBezTo>
                  <a:cubicBezTo>
                    <a:pt x="441851" y="185317"/>
                    <a:pt x="442297" y="185408"/>
                    <a:pt x="442755" y="185502"/>
                  </a:cubicBezTo>
                  <a:cubicBezTo>
                    <a:pt x="443001" y="186239"/>
                    <a:pt x="443246" y="186975"/>
                    <a:pt x="443499" y="187734"/>
                  </a:cubicBezTo>
                  <a:cubicBezTo>
                    <a:pt x="445247" y="188172"/>
                    <a:pt x="445247" y="188172"/>
                    <a:pt x="447267" y="188246"/>
                  </a:cubicBezTo>
                  <a:cubicBezTo>
                    <a:pt x="448292" y="188319"/>
                    <a:pt x="448292" y="188319"/>
                    <a:pt x="449339" y="188394"/>
                  </a:cubicBezTo>
                  <a:cubicBezTo>
                    <a:pt x="449868" y="188422"/>
                    <a:pt x="450396" y="188450"/>
                    <a:pt x="450941" y="188478"/>
                  </a:cubicBezTo>
                  <a:cubicBezTo>
                    <a:pt x="450941" y="189461"/>
                    <a:pt x="450941" y="190443"/>
                    <a:pt x="450941" y="191455"/>
                  </a:cubicBezTo>
                  <a:cubicBezTo>
                    <a:pt x="451469" y="191474"/>
                    <a:pt x="451998" y="191493"/>
                    <a:pt x="452542" y="191513"/>
                  </a:cubicBezTo>
                  <a:cubicBezTo>
                    <a:pt x="453226" y="191555"/>
                    <a:pt x="453910" y="191598"/>
                    <a:pt x="454615" y="191641"/>
                  </a:cubicBezTo>
                  <a:cubicBezTo>
                    <a:pt x="455297" y="191676"/>
                    <a:pt x="455979" y="191710"/>
                    <a:pt x="456682" y="191746"/>
                  </a:cubicBezTo>
                  <a:cubicBezTo>
                    <a:pt x="457243" y="191895"/>
                    <a:pt x="457804" y="192045"/>
                    <a:pt x="458382" y="192199"/>
                  </a:cubicBezTo>
                  <a:cubicBezTo>
                    <a:pt x="459390" y="194768"/>
                    <a:pt x="459223" y="197454"/>
                    <a:pt x="459225" y="200178"/>
                  </a:cubicBezTo>
                  <a:cubicBezTo>
                    <a:pt x="459226" y="200665"/>
                    <a:pt x="459227" y="201152"/>
                    <a:pt x="459228" y="201653"/>
                  </a:cubicBezTo>
                  <a:cubicBezTo>
                    <a:pt x="459229" y="203230"/>
                    <a:pt x="459225" y="204807"/>
                    <a:pt x="459219" y="206384"/>
                  </a:cubicBezTo>
                  <a:cubicBezTo>
                    <a:pt x="459219" y="206918"/>
                    <a:pt x="459218" y="207451"/>
                    <a:pt x="459217" y="208001"/>
                  </a:cubicBezTo>
                  <a:cubicBezTo>
                    <a:pt x="459205" y="216394"/>
                    <a:pt x="458986" y="224754"/>
                    <a:pt x="458382" y="233127"/>
                  </a:cubicBezTo>
                  <a:cubicBezTo>
                    <a:pt x="457891" y="233127"/>
                    <a:pt x="457400" y="233127"/>
                    <a:pt x="456894" y="233127"/>
                  </a:cubicBezTo>
                  <a:cubicBezTo>
                    <a:pt x="456648" y="240248"/>
                    <a:pt x="456403" y="247370"/>
                    <a:pt x="456150" y="254707"/>
                  </a:cubicBezTo>
                  <a:cubicBezTo>
                    <a:pt x="455413" y="254707"/>
                    <a:pt x="454676" y="254707"/>
                    <a:pt x="453917" y="254707"/>
                  </a:cubicBezTo>
                  <a:cubicBezTo>
                    <a:pt x="453906" y="255127"/>
                    <a:pt x="453896" y="255548"/>
                    <a:pt x="453884" y="255981"/>
                  </a:cubicBezTo>
                  <a:cubicBezTo>
                    <a:pt x="453829" y="257882"/>
                    <a:pt x="453757" y="259783"/>
                    <a:pt x="453685" y="261683"/>
                  </a:cubicBezTo>
                  <a:cubicBezTo>
                    <a:pt x="453668" y="262345"/>
                    <a:pt x="453651" y="263007"/>
                    <a:pt x="453634" y="263689"/>
                  </a:cubicBezTo>
                  <a:cubicBezTo>
                    <a:pt x="453607" y="264322"/>
                    <a:pt x="453581" y="264955"/>
                    <a:pt x="453554" y="265607"/>
                  </a:cubicBezTo>
                  <a:cubicBezTo>
                    <a:pt x="453534" y="266192"/>
                    <a:pt x="453515" y="266777"/>
                    <a:pt x="453495" y="267379"/>
                  </a:cubicBezTo>
                  <a:cubicBezTo>
                    <a:pt x="453173" y="268846"/>
                    <a:pt x="453173" y="268846"/>
                    <a:pt x="450941" y="270334"/>
                  </a:cubicBezTo>
                  <a:cubicBezTo>
                    <a:pt x="450561" y="272459"/>
                    <a:pt x="450561" y="272459"/>
                    <a:pt x="450522" y="274845"/>
                  </a:cubicBezTo>
                  <a:cubicBezTo>
                    <a:pt x="450426" y="277290"/>
                    <a:pt x="450426" y="277290"/>
                    <a:pt x="450197" y="279264"/>
                  </a:cubicBezTo>
                  <a:cubicBezTo>
                    <a:pt x="449460" y="279632"/>
                    <a:pt x="449460" y="279632"/>
                    <a:pt x="448708" y="280008"/>
                  </a:cubicBezTo>
                  <a:cubicBezTo>
                    <a:pt x="448444" y="281931"/>
                    <a:pt x="448378" y="283836"/>
                    <a:pt x="448293" y="285775"/>
                  </a:cubicBezTo>
                  <a:cubicBezTo>
                    <a:pt x="448184" y="286327"/>
                    <a:pt x="448076" y="286880"/>
                    <a:pt x="447964" y="287449"/>
                  </a:cubicBezTo>
                  <a:cubicBezTo>
                    <a:pt x="447227" y="287695"/>
                    <a:pt x="446491" y="287940"/>
                    <a:pt x="445732" y="288193"/>
                  </a:cubicBezTo>
                  <a:cubicBezTo>
                    <a:pt x="445296" y="289597"/>
                    <a:pt x="445296" y="289597"/>
                    <a:pt x="445220" y="291216"/>
                  </a:cubicBezTo>
                  <a:cubicBezTo>
                    <a:pt x="445143" y="292183"/>
                    <a:pt x="445067" y="293150"/>
                    <a:pt x="444988" y="294146"/>
                  </a:cubicBezTo>
                  <a:cubicBezTo>
                    <a:pt x="444251" y="294146"/>
                    <a:pt x="443514" y="294146"/>
                    <a:pt x="442755" y="294146"/>
                  </a:cubicBezTo>
                  <a:cubicBezTo>
                    <a:pt x="442617" y="295413"/>
                    <a:pt x="442617" y="295413"/>
                    <a:pt x="442476" y="296704"/>
                  </a:cubicBezTo>
                  <a:cubicBezTo>
                    <a:pt x="442323" y="297579"/>
                    <a:pt x="442169" y="298454"/>
                    <a:pt x="442011" y="299355"/>
                  </a:cubicBezTo>
                  <a:cubicBezTo>
                    <a:pt x="441274" y="299724"/>
                    <a:pt x="441274" y="299724"/>
                    <a:pt x="440523" y="300100"/>
                  </a:cubicBezTo>
                  <a:cubicBezTo>
                    <a:pt x="440277" y="300713"/>
                    <a:pt x="440032" y="301327"/>
                    <a:pt x="439779" y="301960"/>
                  </a:cubicBezTo>
                  <a:cubicBezTo>
                    <a:pt x="439034" y="303820"/>
                    <a:pt x="439034" y="303820"/>
                    <a:pt x="437546" y="304564"/>
                  </a:cubicBezTo>
                  <a:cubicBezTo>
                    <a:pt x="437316" y="305040"/>
                    <a:pt x="437086" y="305516"/>
                    <a:pt x="436849" y="306006"/>
                  </a:cubicBezTo>
                  <a:cubicBezTo>
                    <a:pt x="436058" y="307541"/>
                    <a:pt x="436058" y="307541"/>
                    <a:pt x="433825" y="309029"/>
                  </a:cubicBezTo>
                  <a:cubicBezTo>
                    <a:pt x="433580" y="309766"/>
                    <a:pt x="433334" y="310503"/>
                    <a:pt x="433081" y="311262"/>
                  </a:cubicBezTo>
                  <a:cubicBezTo>
                    <a:pt x="432452" y="311507"/>
                    <a:pt x="431823" y="311753"/>
                    <a:pt x="431174" y="312006"/>
                  </a:cubicBezTo>
                  <a:cubicBezTo>
                    <a:pt x="430576" y="312251"/>
                    <a:pt x="429977" y="312497"/>
                    <a:pt x="429361" y="312750"/>
                  </a:cubicBezTo>
                  <a:cubicBezTo>
                    <a:pt x="429361" y="313487"/>
                    <a:pt x="429361" y="314223"/>
                    <a:pt x="429361" y="314982"/>
                  </a:cubicBezTo>
                  <a:cubicBezTo>
                    <a:pt x="427396" y="315228"/>
                    <a:pt x="425432" y="315473"/>
                    <a:pt x="423408" y="315726"/>
                  </a:cubicBezTo>
                  <a:cubicBezTo>
                    <a:pt x="423408" y="316709"/>
                    <a:pt x="423408" y="317691"/>
                    <a:pt x="423408" y="318703"/>
                  </a:cubicBezTo>
                  <a:cubicBezTo>
                    <a:pt x="422825" y="318731"/>
                    <a:pt x="422243" y="318759"/>
                    <a:pt x="421643" y="318787"/>
                  </a:cubicBezTo>
                  <a:cubicBezTo>
                    <a:pt x="420890" y="318836"/>
                    <a:pt x="420137" y="318885"/>
                    <a:pt x="419361" y="318936"/>
                  </a:cubicBezTo>
                  <a:cubicBezTo>
                    <a:pt x="418610" y="318979"/>
                    <a:pt x="417859" y="319022"/>
                    <a:pt x="417085" y="319066"/>
                  </a:cubicBezTo>
                  <a:cubicBezTo>
                    <a:pt x="416470" y="319192"/>
                    <a:pt x="415855" y="319318"/>
                    <a:pt x="415222" y="319447"/>
                  </a:cubicBezTo>
                  <a:cubicBezTo>
                    <a:pt x="414976" y="320184"/>
                    <a:pt x="414731" y="320921"/>
                    <a:pt x="414478" y="321680"/>
                  </a:cubicBezTo>
                  <a:cubicBezTo>
                    <a:pt x="413180" y="321961"/>
                    <a:pt x="413180" y="321961"/>
                    <a:pt x="411455" y="321963"/>
                  </a:cubicBezTo>
                  <a:cubicBezTo>
                    <a:pt x="410804" y="321969"/>
                    <a:pt x="410153" y="321976"/>
                    <a:pt x="409482" y="321982"/>
                  </a:cubicBezTo>
                  <a:cubicBezTo>
                    <a:pt x="408402" y="321975"/>
                    <a:pt x="408402" y="321975"/>
                    <a:pt x="407301" y="321968"/>
                  </a:cubicBezTo>
                  <a:cubicBezTo>
                    <a:pt x="406170" y="321974"/>
                    <a:pt x="406170" y="321974"/>
                    <a:pt x="405017" y="321980"/>
                  </a:cubicBezTo>
                  <a:cubicBezTo>
                    <a:pt x="402512" y="321990"/>
                    <a:pt x="400007" y="321984"/>
                    <a:pt x="397502" y="321976"/>
                  </a:cubicBezTo>
                  <a:cubicBezTo>
                    <a:pt x="395770" y="321978"/>
                    <a:pt x="394038" y="321980"/>
                    <a:pt x="392305" y="321983"/>
                  </a:cubicBezTo>
                  <a:cubicBezTo>
                    <a:pt x="388669" y="321986"/>
                    <a:pt x="385034" y="321981"/>
                    <a:pt x="381398" y="321971"/>
                  </a:cubicBezTo>
                  <a:cubicBezTo>
                    <a:pt x="376725" y="321958"/>
                    <a:pt x="372053" y="321965"/>
                    <a:pt x="367381" y="321979"/>
                  </a:cubicBezTo>
                  <a:cubicBezTo>
                    <a:pt x="363803" y="321987"/>
                    <a:pt x="360224" y="321984"/>
                    <a:pt x="356645" y="321978"/>
                  </a:cubicBezTo>
                  <a:cubicBezTo>
                    <a:pt x="354922" y="321977"/>
                    <a:pt x="353199" y="321979"/>
                    <a:pt x="351476" y="321984"/>
                  </a:cubicBezTo>
                  <a:cubicBezTo>
                    <a:pt x="349072" y="321990"/>
                    <a:pt x="346668" y="321981"/>
                    <a:pt x="344264" y="321968"/>
                  </a:cubicBezTo>
                  <a:cubicBezTo>
                    <a:pt x="343544" y="321973"/>
                    <a:pt x="342824" y="321977"/>
                    <a:pt x="342083" y="321982"/>
                  </a:cubicBezTo>
                  <a:cubicBezTo>
                    <a:pt x="341432" y="321976"/>
                    <a:pt x="340781" y="321970"/>
                    <a:pt x="340110" y="321963"/>
                  </a:cubicBezTo>
                  <a:cubicBezTo>
                    <a:pt x="339541" y="321962"/>
                    <a:pt x="338972" y="321961"/>
                    <a:pt x="338385" y="321961"/>
                  </a:cubicBezTo>
                  <a:cubicBezTo>
                    <a:pt x="337957" y="321868"/>
                    <a:pt x="337529" y="321775"/>
                    <a:pt x="337087" y="321680"/>
                  </a:cubicBezTo>
                  <a:cubicBezTo>
                    <a:pt x="336842" y="320943"/>
                    <a:pt x="336596" y="320206"/>
                    <a:pt x="336343" y="319447"/>
                  </a:cubicBezTo>
                  <a:cubicBezTo>
                    <a:pt x="333637" y="319126"/>
                    <a:pt x="330974" y="319119"/>
                    <a:pt x="328251" y="319078"/>
                  </a:cubicBezTo>
                  <a:cubicBezTo>
                    <a:pt x="327483" y="318954"/>
                    <a:pt x="326716" y="318831"/>
                    <a:pt x="325925" y="318703"/>
                  </a:cubicBezTo>
                  <a:cubicBezTo>
                    <a:pt x="325390" y="317212"/>
                    <a:pt x="325390" y="317212"/>
                    <a:pt x="325181" y="315726"/>
                  </a:cubicBezTo>
                  <a:cubicBezTo>
                    <a:pt x="324321" y="315604"/>
                    <a:pt x="323462" y="315481"/>
                    <a:pt x="322576" y="315354"/>
                  </a:cubicBezTo>
                  <a:cubicBezTo>
                    <a:pt x="321717" y="315232"/>
                    <a:pt x="320857" y="315109"/>
                    <a:pt x="319972" y="314982"/>
                  </a:cubicBezTo>
                  <a:cubicBezTo>
                    <a:pt x="319507" y="313494"/>
                    <a:pt x="319507" y="313494"/>
                    <a:pt x="319228" y="312006"/>
                  </a:cubicBezTo>
                  <a:cubicBezTo>
                    <a:pt x="318614" y="311883"/>
                    <a:pt x="318000" y="311760"/>
                    <a:pt x="317367" y="311634"/>
                  </a:cubicBezTo>
                  <a:cubicBezTo>
                    <a:pt x="316754" y="311511"/>
                    <a:pt x="316140" y="311388"/>
                    <a:pt x="315507" y="311262"/>
                  </a:cubicBezTo>
                  <a:cubicBezTo>
                    <a:pt x="315089" y="309820"/>
                    <a:pt x="315089" y="309820"/>
                    <a:pt x="314763" y="308285"/>
                  </a:cubicBezTo>
                  <a:cubicBezTo>
                    <a:pt x="314313" y="308078"/>
                    <a:pt x="313863" y="307871"/>
                    <a:pt x="313400" y="307657"/>
                  </a:cubicBezTo>
                  <a:cubicBezTo>
                    <a:pt x="311357" y="306568"/>
                    <a:pt x="310663" y="305362"/>
                    <a:pt x="309461" y="303402"/>
                  </a:cubicBezTo>
                  <a:cubicBezTo>
                    <a:pt x="308055" y="300940"/>
                    <a:pt x="308055" y="300940"/>
                    <a:pt x="305833" y="299355"/>
                  </a:cubicBezTo>
                  <a:cubicBezTo>
                    <a:pt x="305726" y="298619"/>
                    <a:pt x="305618" y="297882"/>
                    <a:pt x="305508" y="297123"/>
                  </a:cubicBezTo>
                  <a:cubicBezTo>
                    <a:pt x="305370" y="296386"/>
                    <a:pt x="305231" y="295650"/>
                    <a:pt x="305089" y="294891"/>
                  </a:cubicBezTo>
                  <a:cubicBezTo>
                    <a:pt x="304352" y="294645"/>
                    <a:pt x="303616" y="294399"/>
                    <a:pt x="302857" y="294146"/>
                  </a:cubicBezTo>
                  <a:cubicBezTo>
                    <a:pt x="302639" y="292446"/>
                    <a:pt x="302639" y="292446"/>
                    <a:pt x="302717" y="290379"/>
                  </a:cubicBezTo>
                  <a:cubicBezTo>
                    <a:pt x="302737" y="289695"/>
                    <a:pt x="302757" y="289011"/>
                    <a:pt x="302778" y="288307"/>
                  </a:cubicBezTo>
                  <a:cubicBezTo>
                    <a:pt x="302817" y="287514"/>
                    <a:pt x="302817" y="287514"/>
                    <a:pt x="302857" y="286705"/>
                  </a:cubicBezTo>
                  <a:cubicBezTo>
                    <a:pt x="302120" y="286705"/>
                    <a:pt x="301383" y="286705"/>
                    <a:pt x="300624" y="286705"/>
                  </a:cubicBezTo>
                  <a:cubicBezTo>
                    <a:pt x="300596" y="286024"/>
                    <a:pt x="300569" y="285343"/>
                    <a:pt x="300540" y="284641"/>
                  </a:cubicBezTo>
                  <a:cubicBezTo>
                    <a:pt x="300491" y="283757"/>
                    <a:pt x="300442" y="282872"/>
                    <a:pt x="300392" y="281961"/>
                  </a:cubicBezTo>
                  <a:cubicBezTo>
                    <a:pt x="300349" y="281081"/>
                    <a:pt x="300305" y="280200"/>
                    <a:pt x="300261" y="279293"/>
                  </a:cubicBezTo>
                  <a:cubicBezTo>
                    <a:pt x="300135" y="278546"/>
                    <a:pt x="300010" y="277800"/>
                    <a:pt x="299880" y="277031"/>
                  </a:cubicBezTo>
                  <a:cubicBezTo>
                    <a:pt x="299143" y="276540"/>
                    <a:pt x="298407" y="276049"/>
                    <a:pt x="297648" y="275543"/>
                  </a:cubicBezTo>
                  <a:cubicBezTo>
                    <a:pt x="297326" y="273393"/>
                    <a:pt x="297326" y="273393"/>
                    <a:pt x="297267" y="270677"/>
                  </a:cubicBezTo>
                  <a:cubicBezTo>
                    <a:pt x="297227" y="269224"/>
                    <a:pt x="297227" y="269224"/>
                    <a:pt x="297187" y="267741"/>
                  </a:cubicBezTo>
                  <a:cubicBezTo>
                    <a:pt x="297170" y="266714"/>
                    <a:pt x="297153" y="265687"/>
                    <a:pt x="297136" y="264660"/>
                  </a:cubicBezTo>
                  <a:cubicBezTo>
                    <a:pt x="297111" y="263627"/>
                    <a:pt x="297086" y="262594"/>
                    <a:pt x="297059" y="261561"/>
                  </a:cubicBezTo>
                  <a:cubicBezTo>
                    <a:pt x="296998" y="259028"/>
                    <a:pt x="296946" y="256496"/>
                    <a:pt x="296904" y="253963"/>
                  </a:cubicBezTo>
                  <a:cubicBezTo>
                    <a:pt x="296167" y="254208"/>
                    <a:pt x="295430" y="254454"/>
                    <a:pt x="294671" y="254707"/>
                  </a:cubicBezTo>
                  <a:cubicBezTo>
                    <a:pt x="294303" y="191351"/>
                    <a:pt x="294303" y="191351"/>
                    <a:pt x="293927" y="126715"/>
                  </a:cubicBezTo>
                  <a:cubicBezTo>
                    <a:pt x="293436" y="126960"/>
                    <a:pt x="292945" y="127206"/>
                    <a:pt x="292439" y="127459"/>
                  </a:cubicBezTo>
                  <a:cubicBezTo>
                    <a:pt x="290611" y="127536"/>
                    <a:pt x="288805" y="127568"/>
                    <a:pt x="286977" y="127567"/>
                  </a:cubicBezTo>
                  <a:cubicBezTo>
                    <a:pt x="286133" y="127571"/>
                    <a:pt x="286133" y="127571"/>
                    <a:pt x="285272" y="127575"/>
                  </a:cubicBezTo>
                  <a:cubicBezTo>
                    <a:pt x="283406" y="127582"/>
                    <a:pt x="281541" y="127583"/>
                    <a:pt x="279675" y="127584"/>
                  </a:cubicBezTo>
                  <a:cubicBezTo>
                    <a:pt x="278381" y="127586"/>
                    <a:pt x="277087" y="127589"/>
                    <a:pt x="275793" y="127591"/>
                  </a:cubicBezTo>
                  <a:cubicBezTo>
                    <a:pt x="273079" y="127596"/>
                    <a:pt x="270365" y="127597"/>
                    <a:pt x="267650" y="127597"/>
                  </a:cubicBezTo>
                  <a:cubicBezTo>
                    <a:pt x="264169" y="127597"/>
                    <a:pt x="260687" y="127607"/>
                    <a:pt x="257206" y="127620"/>
                  </a:cubicBezTo>
                  <a:cubicBezTo>
                    <a:pt x="254533" y="127628"/>
                    <a:pt x="251860" y="127629"/>
                    <a:pt x="249187" y="127629"/>
                  </a:cubicBezTo>
                  <a:cubicBezTo>
                    <a:pt x="247903" y="127630"/>
                    <a:pt x="246619" y="127633"/>
                    <a:pt x="245336" y="127639"/>
                  </a:cubicBezTo>
                  <a:cubicBezTo>
                    <a:pt x="243542" y="127646"/>
                    <a:pt x="241748" y="127644"/>
                    <a:pt x="239954" y="127640"/>
                  </a:cubicBezTo>
                  <a:cubicBezTo>
                    <a:pt x="239155" y="127646"/>
                    <a:pt x="239155" y="127646"/>
                    <a:pt x="238340" y="127652"/>
                  </a:cubicBezTo>
                  <a:cubicBezTo>
                    <a:pt x="235614" y="127635"/>
                    <a:pt x="234499" y="127528"/>
                    <a:pt x="232163" y="125971"/>
                  </a:cubicBezTo>
                  <a:cubicBezTo>
                    <a:pt x="232189" y="126660"/>
                    <a:pt x="232215" y="127350"/>
                    <a:pt x="232242" y="128061"/>
                  </a:cubicBezTo>
                  <a:cubicBezTo>
                    <a:pt x="232262" y="128952"/>
                    <a:pt x="232282" y="129843"/>
                    <a:pt x="232303" y="130761"/>
                  </a:cubicBezTo>
                  <a:cubicBezTo>
                    <a:pt x="232342" y="132095"/>
                    <a:pt x="232342" y="132095"/>
                    <a:pt x="232381" y="133456"/>
                  </a:cubicBezTo>
                  <a:cubicBezTo>
                    <a:pt x="232309" y="134178"/>
                    <a:pt x="232237" y="134900"/>
                    <a:pt x="232163" y="135644"/>
                  </a:cubicBezTo>
                  <a:cubicBezTo>
                    <a:pt x="231427" y="135890"/>
                    <a:pt x="230690" y="136136"/>
                    <a:pt x="229931" y="136389"/>
                  </a:cubicBezTo>
                  <a:cubicBezTo>
                    <a:pt x="229548" y="138117"/>
                    <a:pt x="229548" y="138117"/>
                    <a:pt x="229550" y="140205"/>
                  </a:cubicBezTo>
                  <a:cubicBezTo>
                    <a:pt x="229511" y="141360"/>
                    <a:pt x="229511" y="141360"/>
                    <a:pt x="229470" y="142538"/>
                  </a:cubicBezTo>
                  <a:cubicBezTo>
                    <a:pt x="229453" y="143348"/>
                    <a:pt x="229437" y="144158"/>
                    <a:pt x="229419" y="144993"/>
                  </a:cubicBezTo>
                  <a:cubicBezTo>
                    <a:pt x="229394" y="145806"/>
                    <a:pt x="229368" y="146619"/>
                    <a:pt x="229342" y="147456"/>
                  </a:cubicBezTo>
                  <a:cubicBezTo>
                    <a:pt x="229281" y="149472"/>
                    <a:pt x="229229" y="151488"/>
                    <a:pt x="229187" y="153504"/>
                  </a:cubicBezTo>
                  <a:cubicBezTo>
                    <a:pt x="228450" y="153504"/>
                    <a:pt x="227713" y="153504"/>
                    <a:pt x="226954" y="153504"/>
                  </a:cubicBezTo>
                  <a:cubicBezTo>
                    <a:pt x="226918" y="154408"/>
                    <a:pt x="226881" y="155313"/>
                    <a:pt x="226844" y="156245"/>
                  </a:cubicBezTo>
                  <a:cubicBezTo>
                    <a:pt x="226788" y="157424"/>
                    <a:pt x="226732" y="158603"/>
                    <a:pt x="226675" y="159783"/>
                  </a:cubicBezTo>
                  <a:cubicBezTo>
                    <a:pt x="226652" y="160380"/>
                    <a:pt x="226629" y="160977"/>
                    <a:pt x="226606" y="161592"/>
                  </a:cubicBezTo>
                  <a:cubicBezTo>
                    <a:pt x="226528" y="163116"/>
                    <a:pt x="226375" y="164637"/>
                    <a:pt x="226210" y="166154"/>
                  </a:cubicBezTo>
                  <a:cubicBezTo>
                    <a:pt x="225719" y="166400"/>
                    <a:pt x="225228" y="166645"/>
                    <a:pt x="224722" y="166898"/>
                  </a:cubicBezTo>
                  <a:cubicBezTo>
                    <a:pt x="224372" y="169336"/>
                    <a:pt x="224372" y="169336"/>
                    <a:pt x="224257" y="172154"/>
                  </a:cubicBezTo>
                  <a:cubicBezTo>
                    <a:pt x="224201" y="173114"/>
                    <a:pt x="224146" y="174074"/>
                    <a:pt x="224088" y="175064"/>
                  </a:cubicBezTo>
                  <a:cubicBezTo>
                    <a:pt x="224052" y="175807"/>
                    <a:pt x="224015" y="176550"/>
                    <a:pt x="223978" y="177316"/>
                  </a:cubicBezTo>
                  <a:cubicBezTo>
                    <a:pt x="222996" y="177316"/>
                    <a:pt x="222013" y="177316"/>
                    <a:pt x="221001" y="177316"/>
                  </a:cubicBezTo>
                  <a:cubicBezTo>
                    <a:pt x="221001" y="180018"/>
                    <a:pt x="221001" y="182719"/>
                    <a:pt x="221001" y="185502"/>
                  </a:cubicBezTo>
                  <a:cubicBezTo>
                    <a:pt x="220265" y="185502"/>
                    <a:pt x="219528" y="185502"/>
                    <a:pt x="218769" y="185502"/>
                  </a:cubicBezTo>
                  <a:cubicBezTo>
                    <a:pt x="218741" y="186067"/>
                    <a:pt x="218713" y="186632"/>
                    <a:pt x="218685" y="187214"/>
                  </a:cubicBezTo>
                  <a:cubicBezTo>
                    <a:pt x="218611" y="188323"/>
                    <a:pt x="218611" y="188323"/>
                    <a:pt x="218536" y="189455"/>
                  </a:cubicBezTo>
                  <a:cubicBezTo>
                    <a:pt x="218493" y="190189"/>
                    <a:pt x="218450" y="190923"/>
                    <a:pt x="218405" y="191679"/>
                  </a:cubicBezTo>
                  <a:cubicBezTo>
                    <a:pt x="217978" y="193932"/>
                    <a:pt x="217424" y="194419"/>
                    <a:pt x="215792" y="195920"/>
                  </a:cubicBezTo>
                  <a:cubicBezTo>
                    <a:pt x="215792" y="196687"/>
                    <a:pt x="215792" y="197455"/>
                    <a:pt x="215792" y="198245"/>
                  </a:cubicBezTo>
                  <a:cubicBezTo>
                    <a:pt x="215792" y="198951"/>
                    <a:pt x="215792" y="199657"/>
                    <a:pt x="215792" y="200385"/>
                  </a:cubicBezTo>
                  <a:cubicBezTo>
                    <a:pt x="215056" y="200630"/>
                    <a:pt x="214319" y="200876"/>
                    <a:pt x="213560" y="201129"/>
                  </a:cubicBezTo>
                  <a:cubicBezTo>
                    <a:pt x="213008" y="203752"/>
                    <a:pt x="213008" y="203752"/>
                    <a:pt x="212816" y="206338"/>
                  </a:cubicBezTo>
                  <a:cubicBezTo>
                    <a:pt x="212325" y="206338"/>
                    <a:pt x="211833" y="206338"/>
                    <a:pt x="211327" y="206338"/>
                  </a:cubicBezTo>
                  <a:cubicBezTo>
                    <a:pt x="210865" y="207872"/>
                    <a:pt x="210612" y="209412"/>
                    <a:pt x="210330" y="210989"/>
                  </a:cubicBezTo>
                  <a:cubicBezTo>
                    <a:pt x="210168" y="211418"/>
                    <a:pt x="210006" y="211848"/>
                    <a:pt x="209839" y="212291"/>
                  </a:cubicBezTo>
                  <a:cubicBezTo>
                    <a:pt x="209102" y="212291"/>
                    <a:pt x="208366" y="212291"/>
                    <a:pt x="207607" y="212291"/>
                  </a:cubicBezTo>
                  <a:cubicBezTo>
                    <a:pt x="207515" y="213135"/>
                    <a:pt x="207423" y="213979"/>
                    <a:pt x="207328" y="214849"/>
                  </a:cubicBezTo>
                  <a:cubicBezTo>
                    <a:pt x="207097" y="216161"/>
                    <a:pt x="207097" y="216161"/>
                    <a:pt x="206863" y="217500"/>
                  </a:cubicBezTo>
                  <a:cubicBezTo>
                    <a:pt x="206371" y="217745"/>
                    <a:pt x="205880" y="217991"/>
                    <a:pt x="205374" y="218244"/>
                  </a:cubicBezTo>
                  <a:cubicBezTo>
                    <a:pt x="205129" y="218858"/>
                    <a:pt x="204883" y="219472"/>
                    <a:pt x="204630" y="220104"/>
                  </a:cubicBezTo>
                  <a:cubicBezTo>
                    <a:pt x="203886" y="221965"/>
                    <a:pt x="203886" y="221965"/>
                    <a:pt x="202398" y="222709"/>
                  </a:cubicBezTo>
                  <a:cubicBezTo>
                    <a:pt x="202275" y="223323"/>
                    <a:pt x="202152" y="223937"/>
                    <a:pt x="202026" y="224569"/>
                  </a:cubicBezTo>
                  <a:cubicBezTo>
                    <a:pt x="201903" y="225183"/>
                    <a:pt x="201780" y="225797"/>
                    <a:pt x="201654" y="226430"/>
                  </a:cubicBezTo>
                  <a:cubicBezTo>
                    <a:pt x="201162" y="226675"/>
                    <a:pt x="200671" y="226921"/>
                    <a:pt x="200165" y="227174"/>
                  </a:cubicBezTo>
                  <a:cubicBezTo>
                    <a:pt x="199935" y="227880"/>
                    <a:pt x="199705" y="228586"/>
                    <a:pt x="199468" y="229313"/>
                  </a:cubicBezTo>
                  <a:cubicBezTo>
                    <a:pt x="198692" y="231595"/>
                    <a:pt x="198229" y="232372"/>
                    <a:pt x="196445" y="233871"/>
                  </a:cubicBezTo>
                  <a:cubicBezTo>
                    <a:pt x="194637" y="235462"/>
                    <a:pt x="194637" y="235462"/>
                    <a:pt x="193840" y="237685"/>
                  </a:cubicBezTo>
                  <a:cubicBezTo>
                    <a:pt x="193717" y="238145"/>
                    <a:pt x="193595" y="238606"/>
                    <a:pt x="193468" y="239080"/>
                  </a:cubicBezTo>
                  <a:cubicBezTo>
                    <a:pt x="192731" y="239326"/>
                    <a:pt x="191995" y="239571"/>
                    <a:pt x="191236" y="239824"/>
                  </a:cubicBezTo>
                  <a:cubicBezTo>
                    <a:pt x="190728" y="240810"/>
                    <a:pt x="190231" y="241802"/>
                    <a:pt x="189747" y="242801"/>
                  </a:cubicBezTo>
                  <a:cubicBezTo>
                    <a:pt x="189256" y="242801"/>
                    <a:pt x="188765" y="242801"/>
                    <a:pt x="188259" y="242801"/>
                  </a:cubicBezTo>
                  <a:cubicBezTo>
                    <a:pt x="188013" y="243415"/>
                    <a:pt x="187768" y="244029"/>
                    <a:pt x="187515" y="244661"/>
                  </a:cubicBezTo>
                  <a:cubicBezTo>
                    <a:pt x="187269" y="245275"/>
                    <a:pt x="187024" y="245889"/>
                    <a:pt x="186771" y="246521"/>
                  </a:cubicBezTo>
                  <a:cubicBezTo>
                    <a:pt x="186280" y="246521"/>
                    <a:pt x="185789" y="246521"/>
                    <a:pt x="185282" y="246521"/>
                  </a:cubicBezTo>
                  <a:cubicBezTo>
                    <a:pt x="185027" y="247512"/>
                    <a:pt x="184779" y="248504"/>
                    <a:pt x="184538" y="249498"/>
                  </a:cubicBezTo>
                  <a:cubicBezTo>
                    <a:pt x="184047" y="249744"/>
                    <a:pt x="183556" y="249989"/>
                    <a:pt x="183050" y="250242"/>
                  </a:cubicBezTo>
                  <a:cubicBezTo>
                    <a:pt x="182805" y="250733"/>
                    <a:pt x="182559" y="251224"/>
                    <a:pt x="182306" y="251730"/>
                  </a:cubicBezTo>
                  <a:cubicBezTo>
                    <a:pt x="181562" y="253219"/>
                    <a:pt x="181562" y="253219"/>
                    <a:pt x="180074" y="253963"/>
                  </a:cubicBezTo>
                  <a:cubicBezTo>
                    <a:pt x="179774" y="254607"/>
                    <a:pt x="179774" y="254607"/>
                    <a:pt x="179469" y="255265"/>
                  </a:cubicBezTo>
                  <a:cubicBezTo>
                    <a:pt x="177907" y="258224"/>
                    <a:pt x="175265" y="260278"/>
                    <a:pt x="172865" y="262567"/>
                  </a:cubicBezTo>
                  <a:cubicBezTo>
                    <a:pt x="171109" y="264228"/>
                    <a:pt x="171109" y="264228"/>
                    <a:pt x="170353" y="266055"/>
                  </a:cubicBezTo>
                  <a:cubicBezTo>
                    <a:pt x="170123" y="266485"/>
                    <a:pt x="169893" y="266915"/>
                    <a:pt x="169656" y="267357"/>
                  </a:cubicBezTo>
                  <a:cubicBezTo>
                    <a:pt x="168669" y="267626"/>
                    <a:pt x="167677" y="267876"/>
                    <a:pt x="166679" y="268101"/>
                  </a:cubicBezTo>
                  <a:cubicBezTo>
                    <a:pt x="166433" y="268838"/>
                    <a:pt x="166188" y="269575"/>
                    <a:pt x="165935" y="270334"/>
                  </a:cubicBezTo>
                  <a:cubicBezTo>
                    <a:pt x="164943" y="270830"/>
                    <a:pt x="163950" y="271326"/>
                    <a:pt x="162958" y="271822"/>
                  </a:cubicBezTo>
                  <a:cubicBezTo>
                    <a:pt x="162713" y="272559"/>
                    <a:pt x="162467" y="273296"/>
                    <a:pt x="162214" y="274055"/>
                  </a:cubicBezTo>
                  <a:cubicBezTo>
                    <a:pt x="160974" y="274303"/>
                    <a:pt x="159734" y="274551"/>
                    <a:pt x="158493" y="274799"/>
                  </a:cubicBezTo>
                  <a:cubicBezTo>
                    <a:pt x="158248" y="275535"/>
                    <a:pt x="158002" y="276272"/>
                    <a:pt x="157749" y="277031"/>
                  </a:cubicBezTo>
                  <a:cubicBezTo>
                    <a:pt x="157013" y="277277"/>
                    <a:pt x="156276" y="277522"/>
                    <a:pt x="155517" y="277775"/>
                  </a:cubicBezTo>
                  <a:cubicBezTo>
                    <a:pt x="155302" y="278266"/>
                    <a:pt x="155087" y="278758"/>
                    <a:pt x="154866" y="279264"/>
                  </a:cubicBezTo>
                  <a:cubicBezTo>
                    <a:pt x="154589" y="279755"/>
                    <a:pt x="154313" y="280246"/>
                    <a:pt x="154029" y="280752"/>
                  </a:cubicBezTo>
                  <a:cubicBezTo>
                    <a:pt x="152793" y="281023"/>
                    <a:pt x="151553" y="281273"/>
                    <a:pt x="150308" y="281496"/>
                  </a:cubicBezTo>
                  <a:cubicBezTo>
                    <a:pt x="150062" y="282233"/>
                    <a:pt x="149817" y="282969"/>
                    <a:pt x="149564" y="283728"/>
                  </a:cubicBezTo>
                  <a:cubicBezTo>
                    <a:pt x="148572" y="284225"/>
                    <a:pt x="147579" y="284721"/>
                    <a:pt x="146587" y="285217"/>
                  </a:cubicBezTo>
                  <a:cubicBezTo>
                    <a:pt x="146342" y="285953"/>
                    <a:pt x="146096" y="286690"/>
                    <a:pt x="145843" y="287449"/>
                  </a:cubicBezTo>
                  <a:cubicBezTo>
                    <a:pt x="145106" y="287418"/>
                    <a:pt x="144370" y="287388"/>
                    <a:pt x="143611" y="287356"/>
                  </a:cubicBezTo>
                  <a:cubicBezTo>
                    <a:pt x="142506" y="287402"/>
                    <a:pt x="142506" y="287402"/>
                    <a:pt x="141378" y="287449"/>
                  </a:cubicBezTo>
                  <a:cubicBezTo>
                    <a:pt x="141124" y="288688"/>
                    <a:pt x="140876" y="289928"/>
                    <a:pt x="140634" y="291170"/>
                  </a:cubicBezTo>
                  <a:cubicBezTo>
                    <a:pt x="138402" y="291635"/>
                    <a:pt x="138402" y="291635"/>
                    <a:pt x="136169" y="291914"/>
                  </a:cubicBezTo>
                  <a:cubicBezTo>
                    <a:pt x="135924" y="292651"/>
                    <a:pt x="135678" y="293387"/>
                    <a:pt x="135425" y="294146"/>
                  </a:cubicBezTo>
                  <a:cubicBezTo>
                    <a:pt x="133937" y="294642"/>
                    <a:pt x="132449" y="295139"/>
                    <a:pt x="130960" y="295635"/>
                  </a:cubicBezTo>
                  <a:cubicBezTo>
                    <a:pt x="130715" y="296371"/>
                    <a:pt x="130469" y="297108"/>
                    <a:pt x="130216" y="297867"/>
                  </a:cubicBezTo>
                  <a:cubicBezTo>
                    <a:pt x="129479" y="297975"/>
                    <a:pt x="128743" y="298082"/>
                    <a:pt x="127984" y="298193"/>
                  </a:cubicBezTo>
                  <a:cubicBezTo>
                    <a:pt x="127247" y="298331"/>
                    <a:pt x="126510" y="298469"/>
                    <a:pt x="125751" y="298611"/>
                  </a:cubicBezTo>
                  <a:cubicBezTo>
                    <a:pt x="125659" y="299118"/>
                    <a:pt x="125567" y="299624"/>
                    <a:pt x="125472" y="300146"/>
                  </a:cubicBezTo>
                  <a:cubicBezTo>
                    <a:pt x="125319" y="300622"/>
                    <a:pt x="125165" y="301098"/>
                    <a:pt x="125007" y="301588"/>
                  </a:cubicBezTo>
                  <a:cubicBezTo>
                    <a:pt x="122969" y="301880"/>
                    <a:pt x="121126" y="301719"/>
                    <a:pt x="119054" y="301588"/>
                  </a:cubicBezTo>
                  <a:cubicBezTo>
                    <a:pt x="119054" y="302570"/>
                    <a:pt x="119054" y="303552"/>
                    <a:pt x="119054" y="304564"/>
                  </a:cubicBezTo>
                  <a:cubicBezTo>
                    <a:pt x="118210" y="304626"/>
                    <a:pt x="117366" y="304687"/>
                    <a:pt x="116496" y="304750"/>
                  </a:cubicBezTo>
                  <a:cubicBezTo>
                    <a:pt x="115621" y="304935"/>
                    <a:pt x="114746" y="305119"/>
                    <a:pt x="113845" y="305309"/>
                  </a:cubicBezTo>
                  <a:cubicBezTo>
                    <a:pt x="113738" y="305800"/>
                    <a:pt x="113630" y="306291"/>
                    <a:pt x="113519" y="306797"/>
                  </a:cubicBezTo>
                  <a:cubicBezTo>
                    <a:pt x="113381" y="307288"/>
                    <a:pt x="113243" y="307779"/>
                    <a:pt x="113101" y="308285"/>
                  </a:cubicBezTo>
                  <a:cubicBezTo>
                    <a:pt x="111553" y="308614"/>
                    <a:pt x="110077" y="308705"/>
                    <a:pt x="108496" y="308753"/>
                  </a:cubicBezTo>
                  <a:cubicBezTo>
                    <a:pt x="108051" y="308844"/>
                    <a:pt x="107606" y="308935"/>
                    <a:pt x="107148" y="309029"/>
                  </a:cubicBezTo>
                  <a:cubicBezTo>
                    <a:pt x="106902" y="309766"/>
                    <a:pt x="106657" y="310503"/>
                    <a:pt x="106404" y="311262"/>
                  </a:cubicBezTo>
                  <a:cubicBezTo>
                    <a:pt x="104854" y="311579"/>
                    <a:pt x="103378" y="311588"/>
                    <a:pt x="101799" y="311631"/>
                  </a:cubicBezTo>
                  <a:cubicBezTo>
                    <a:pt x="101354" y="311755"/>
                    <a:pt x="100909" y="311878"/>
                    <a:pt x="100450" y="312006"/>
                  </a:cubicBezTo>
                  <a:cubicBezTo>
                    <a:pt x="100335" y="312498"/>
                    <a:pt x="100220" y="312990"/>
                    <a:pt x="100102" y="313497"/>
                  </a:cubicBezTo>
                  <a:cubicBezTo>
                    <a:pt x="99971" y="313987"/>
                    <a:pt x="99841" y="314477"/>
                    <a:pt x="99706" y="314982"/>
                  </a:cubicBezTo>
                  <a:cubicBezTo>
                    <a:pt x="97949" y="315388"/>
                    <a:pt x="96320" y="315355"/>
                    <a:pt x="94521" y="315378"/>
                  </a:cubicBezTo>
                  <a:cubicBezTo>
                    <a:pt x="94022" y="315493"/>
                    <a:pt x="93523" y="315608"/>
                    <a:pt x="93009" y="315726"/>
                  </a:cubicBezTo>
                  <a:cubicBezTo>
                    <a:pt x="92903" y="316221"/>
                    <a:pt x="92796" y="316716"/>
                    <a:pt x="92686" y="317226"/>
                  </a:cubicBezTo>
                  <a:cubicBezTo>
                    <a:pt x="92547" y="317714"/>
                    <a:pt x="92408" y="318201"/>
                    <a:pt x="92265" y="318703"/>
                  </a:cubicBezTo>
                  <a:cubicBezTo>
                    <a:pt x="90402" y="318994"/>
                    <a:pt x="90402" y="318994"/>
                    <a:pt x="88126" y="318889"/>
                  </a:cubicBezTo>
                  <a:cubicBezTo>
                    <a:pt x="87373" y="318862"/>
                    <a:pt x="86620" y="318835"/>
                    <a:pt x="85844" y="318808"/>
                  </a:cubicBezTo>
                  <a:cubicBezTo>
                    <a:pt x="85262" y="318773"/>
                    <a:pt x="84679" y="318739"/>
                    <a:pt x="84079" y="318703"/>
                  </a:cubicBezTo>
                  <a:cubicBezTo>
                    <a:pt x="84079" y="319685"/>
                    <a:pt x="84079" y="320668"/>
                    <a:pt x="84079" y="321680"/>
                  </a:cubicBezTo>
                  <a:cubicBezTo>
                    <a:pt x="81378" y="321925"/>
                    <a:pt x="78677" y="322171"/>
                    <a:pt x="75894" y="322424"/>
                  </a:cubicBezTo>
                  <a:cubicBezTo>
                    <a:pt x="75894" y="323406"/>
                    <a:pt x="75894" y="324388"/>
                    <a:pt x="75894" y="325400"/>
                  </a:cubicBezTo>
                  <a:cubicBezTo>
                    <a:pt x="75258" y="325366"/>
                    <a:pt x="74622" y="325331"/>
                    <a:pt x="73967" y="325296"/>
                  </a:cubicBezTo>
                  <a:cubicBezTo>
                    <a:pt x="73145" y="325269"/>
                    <a:pt x="72322" y="325242"/>
                    <a:pt x="71475" y="325214"/>
                  </a:cubicBezTo>
                  <a:cubicBezTo>
                    <a:pt x="70655" y="325180"/>
                    <a:pt x="69835" y="325145"/>
                    <a:pt x="68990" y="325110"/>
                  </a:cubicBezTo>
                  <a:cubicBezTo>
                    <a:pt x="68322" y="325206"/>
                    <a:pt x="67653" y="325301"/>
                    <a:pt x="66964" y="325400"/>
                  </a:cubicBezTo>
                  <a:cubicBezTo>
                    <a:pt x="66871" y="325888"/>
                    <a:pt x="66778" y="326375"/>
                    <a:pt x="66682" y="326877"/>
                  </a:cubicBezTo>
                  <a:cubicBezTo>
                    <a:pt x="66530" y="327372"/>
                    <a:pt x="66377" y="327867"/>
                    <a:pt x="66220" y="328377"/>
                  </a:cubicBezTo>
                  <a:cubicBezTo>
                    <a:pt x="64120" y="328690"/>
                    <a:pt x="62365" y="328792"/>
                    <a:pt x="60267" y="328749"/>
                  </a:cubicBezTo>
                  <a:cubicBezTo>
                    <a:pt x="59709" y="328760"/>
                    <a:pt x="59150" y="328772"/>
                    <a:pt x="58575" y="328784"/>
                  </a:cubicBezTo>
                  <a:cubicBezTo>
                    <a:pt x="56965" y="328772"/>
                    <a:pt x="56965" y="328772"/>
                    <a:pt x="54314" y="328377"/>
                  </a:cubicBezTo>
                  <a:cubicBezTo>
                    <a:pt x="53663" y="326912"/>
                    <a:pt x="53663" y="326912"/>
                    <a:pt x="53570" y="325400"/>
                  </a:cubicBezTo>
                  <a:cubicBezTo>
                    <a:pt x="53078" y="325155"/>
                    <a:pt x="52587" y="324909"/>
                    <a:pt x="52081" y="324656"/>
                  </a:cubicBezTo>
                  <a:cubicBezTo>
                    <a:pt x="51585" y="323416"/>
                    <a:pt x="51089" y="322176"/>
                    <a:pt x="50593" y="320935"/>
                  </a:cubicBezTo>
                  <a:cubicBezTo>
                    <a:pt x="50102" y="320690"/>
                    <a:pt x="49611" y="320444"/>
                    <a:pt x="49105" y="320191"/>
                  </a:cubicBezTo>
                  <a:cubicBezTo>
                    <a:pt x="48736" y="319063"/>
                    <a:pt x="48736" y="319063"/>
                    <a:pt x="48361" y="317912"/>
                  </a:cubicBezTo>
                  <a:cubicBezTo>
                    <a:pt x="47992" y="316830"/>
                    <a:pt x="47992" y="316830"/>
                    <a:pt x="47616" y="315726"/>
                  </a:cubicBezTo>
                  <a:cubicBezTo>
                    <a:pt x="47125" y="315726"/>
                    <a:pt x="46634" y="315726"/>
                    <a:pt x="46128" y="315726"/>
                  </a:cubicBezTo>
                  <a:cubicBezTo>
                    <a:pt x="45990" y="314644"/>
                    <a:pt x="45990" y="314644"/>
                    <a:pt x="45849" y="313541"/>
                  </a:cubicBezTo>
                  <a:cubicBezTo>
                    <a:pt x="45696" y="312789"/>
                    <a:pt x="45542" y="312036"/>
                    <a:pt x="45384" y="311262"/>
                  </a:cubicBezTo>
                  <a:cubicBezTo>
                    <a:pt x="44893" y="311016"/>
                    <a:pt x="44402" y="310770"/>
                    <a:pt x="43896" y="310517"/>
                  </a:cubicBezTo>
                  <a:cubicBezTo>
                    <a:pt x="43400" y="309525"/>
                    <a:pt x="42904" y="308533"/>
                    <a:pt x="42407" y="307541"/>
                  </a:cubicBezTo>
                  <a:cubicBezTo>
                    <a:pt x="41916" y="307295"/>
                    <a:pt x="41425" y="307050"/>
                    <a:pt x="40919" y="306797"/>
                  </a:cubicBezTo>
                  <a:cubicBezTo>
                    <a:pt x="40454" y="304518"/>
                    <a:pt x="40454" y="304518"/>
                    <a:pt x="40175" y="302332"/>
                  </a:cubicBezTo>
                  <a:cubicBezTo>
                    <a:pt x="39438" y="302332"/>
                    <a:pt x="38702" y="302332"/>
                    <a:pt x="37943" y="302332"/>
                  </a:cubicBezTo>
                  <a:cubicBezTo>
                    <a:pt x="37943" y="300859"/>
                    <a:pt x="37943" y="299385"/>
                    <a:pt x="37943" y="297867"/>
                  </a:cubicBezTo>
                  <a:cubicBezTo>
                    <a:pt x="36960" y="297867"/>
                    <a:pt x="35978" y="297867"/>
                    <a:pt x="34966" y="297867"/>
                  </a:cubicBezTo>
                  <a:cubicBezTo>
                    <a:pt x="34501" y="296425"/>
                    <a:pt x="34501" y="296425"/>
                    <a:pt x="34222" y="294891"/>
                  </a:cubicBezTo>
                  <a:cubicBezTo>
                    <a:pt x="33731" y="294645"/>
                    <a:pt x="33240" y="294399"/>
                    <a:pt x="32734" y="294146"/>
                  </a:cubicBezTo>
                  <a:cubicBezTo>
                    <a:pt x="32626" y="293686"/>
                    <a:pt x="32519" y="293226"/>
                    <a:pt x="32408" y="292751"/>
                  </a:cubicBezTo>
                  <a:cubicBezTo>
                    <a:pt x="31914" y="290885"/>
                    <a:pt x="31126" y="290247"/>
                    <a:pt x="29757" y="288937"/>
                  </a:cubicBezTo>
                  <a:cubicBezTo>
                    <a:pt x="29757" y="288446"/>
                    <a:pt x="29757" y="287955"/>
                    <a:pt x="29757" y="287449"/>
                  </a:cubicBezTo>
                  <a:cubicBezTo>
                    <a:pt x="29020" y="287204"/>
                    <a:pt x="28284" y="286958"/>
                    <a:pt x="27525" y="286705"/>
                  </a:cubicBezTo>
                  <a:cubicBezTo>
                    <a:pt x="27279" y="285968"/>
                    <a:pt x="27034" y="285232"/>
                    <a:pt x="26781" y="284473"/>
                  </a:cubicBezTo>
                  <a:cubicBezTo>
                    <a:pt x="26044" y="283981"/>
                    <a:pt x="25307" y="283490"/>
                    <a:pt x="24548" y="282984"/>
                  </a:cubicBezTo>
                  <a:cubicBezTo>
                    <a:pt x="24180" y="281879"/>
                    <a:pt x="24180" y="281879"/>
                    <a:pt x="23804" y="280752"/>
                  </a:cubicBezTo>
                  <a:cubicBezTo>
                    <a:pt x="23420" y="280368"/>
                    <a:pt x="23037" y="279984"/>
                    <a:pt x="22641" y="279589"/>
                  </a:cubicBezTo>
                  <a:cubicBezTo>
                    <a:pt x="21572" y="278519"/>
                    <a:pt x="21572" y="278519"/>
                    <a:pt x="21572" y="277031"/>
                  </a:cubicBezTo>
                  <a:cubicBezTo>
                    <a:pt x="20835" y="276786"/>
                    <a:pt x="20098" y="276540"/>
                    <a:pt x="19339" y="276287"/>
                  </a:cubicBezTo>
                  <a:cubicBezTo>
                    <a:pt x="18971" y="275182"/>
                    <a:pt x="18971" y="275182"/>
                    <a:pt x="18595" y="274055"/>
                  </a:cubicBezTo>
                  <a:cubicBezTo>
                    <a:pt x="17858" y="273809"/>
                    <a:pt x="17122" y="273563"/>
                    <a:pt x="16363" y="273310"/>
                  </a:cubicBezTo>
                  <a:cubicBezTo>
                    <a:pt x="15838" y="271583"/>
                    <a:pt x="15342" y="269846"/>
                    <a:pt x="14874" y="268101"/>
                  </a:cubicBezTo>
                  <a:cubicBezTo>
                    <a:pt x="14383" y="267856"/>
                    <a:pt x="13892" y="267610"/>
                    <a:pt x="13386" y="267357"/>
                  </a:cubicBezTo>
                  <a:cubicBezTo>
                    <a:pt x="14688" y="264474"/>
                    <a:pt x="14688" y="264474"/>
                    <a:pt x="16363" y="263637"/>
                  </a:cubicBezTo>
                  <a:cubicBezTo>
                    <a:pt x="17757" y="263584"/>
                    <a:pt x="19153" y="263574"/>
                    <a:pt x="20548" y="263590"/>
                  </a:cubicBezTo>
                  <a:cubicBezTo>
                    <a:pt x="21668" y="263600"/>
                    <a:pt x="21668" y="263600"/>
                    <a:pt x="22810" y="263610"/>
                  </a:cubicBezTo>
                  <a:cubicBezTo>
                    <a:pt x="23670" y="263623"/>
                    <a:pt x="23670" y="263623"/>
                    <a:pt x="24548" y="263637"/>
                  </a:cubicBezTo>
                  <a:cubicBezTo>
                    <a:pt x="24548" y="262654"/>
                    <a:pt x="24548" y="261672"/>
                    <a:pt x="24548" y="260660"/>
                  </a:cubicBezTo>
                  <a:cubicBezTo>
                    <a:pt x="27740" y="260415"/>
                    <a:pt x="30933" y="260169"/>
                    <a:pt x="34222" y="259916"/>
                  </a:cubicBezTo>
                  <a:cubicBezTo>
                    <a:pt x="34222" y="258934"/>
                    <a:pt x="34222" y="257951"/>
                    <a:pt x="34222" y="256939"/>
                  </a:cubicBezTo>
                  <a:cubicBezTo>
                    <a:pt x="34750" y="256912"/>
                    <a:pt x="35279" y="256884"/>
                    <a:pt x="35824" y="256855"/>
                  </a:cubicBezTo>
                  <a:cubicBezTo>
                    <a:pt x="36508" y="256806"/>
                    <a:pt x="37191" y="256757"/>
                    <a:pt x="37896" y="256707"/>
                  </a:cubicBezTo>
                  <a:cubicBezTo>
                    <a:pt x="38578" y="256664"/>
                    <a:pt x="39260" y="256620"/>
                    <a:pt x="39963" y="256576"/>
                  </a:cubicBezTo>
                  <a:cubicBezTo>
                    <a:pt x="40524" y="256450"/>
                    <a:pt x="41085" y="256325"/>
                    <a:pt x="41663" y="256195"/>
                  </a:cubicBezTo>
                  <a:cubicBezTo>
                    <a:pt x="41909" y="255459"/>
                    <a:pt x="42154" y="254722"/>
                    <a:pt x="42407" y="253963"/>
                  </a:cubicBezTo>
                  <a:cubicBezTo>
                    <a:pt x="43893" y="253582"/>
                    <a:pt x="43893" y="253582"/>
                    <a:pt x="45710" y="253451"/>
                  </a:cubicBezTo>
                  <a:cubicBezTo>
                    <a:pt x="46307" y="253402"/>
                    <a:pt x="46905" y="253353"/>
                    <a:pt x="47521" y="253303"/>
                  </a:cubicBezTo>
                  <a:cubicBezTo>
                    <a:pt x="48544" y="253249"/>
                    <a:pt x="49568" y="253219"/>
                    <a:pt x="50593" y="253219"/>
                  </a:cubicBezTo>
                  <a:cubicBezTo>
                    <a:pt x="50593" y="252236"/>
                    <a:pt x="50593" y="251254"/>
                    <a:pt x="50593" y="250242"/>
                  </a:cubicBezTo>
                  <a:cubicBezTo>
                    <a:pt x="51068" y="250223"/>
                    <a:pt x="51543" y="250204"/>
                    <a:pt x="52032" y="250184"/>
                  </a:cubicBezTo>
                  <a:cubicBezTo>
                    <a:pt x="52647" y="250142"/>
                    <a:pt x="53262" y="250100"/>
                    <a:pt x="53895" y="250056"/>
                  </a:cubicBezTo>
                  <a:cubicBezTo>
                    <a:pt x="54508" y="250022"/>
                    <a:pt x="55121" y="249987"/>
                    <a:pt x="55753" y="249951"/>
                  </a:cubicBezTo>
                  <a:cubicBezTo>
                    <a:pt x="56260" y="249802"/>
                    <a:pt x="56767" y="249652"/>
                    <a:pt x="57290" y="249498"/>
                  </a:cubicBezTo>
                  <a:cubicBezTo>
                    <a:pt x="57405" y="248999"/>
                    <a:pt x="57521" y="248500"/>
                    <a:pt x="57639" y="247986"/>
                  </a:cubicBezTo>
                  <a:cubicBezTo>
                    <a:pt x="57770" y="247503"/>
                    <a:pt x="57900" y="247020"/>
                    <a:pt x="58034" y="246521"/>
                  </a:cubicBezTo>
                  <a:cubicBezTo>
                    <a:pt x="59735" y="246231"/>
                    <a:pt x="59735" y="246231"/>
                    <a:pt x="61802" y="246335"/>
                  </a:cubicBezTo>
                  <a:cubicBezTo>
                    <a:pt x="62486" y="246362"/>
                    <a:pt x="63170" y="246389"/>
                    <a:pt x="63874" y="246417"/>
                  </a:cubicBezTo>
                  <a:cubicBezTo>
                    <a:pt x="64403" y="246451"/>
                    <a:pt x="64931" y="246486"/>
                    <a:pt x="65476" y="246521"/>
                  </a:cubicBezTo>
                  <a:cubicBezTo>
                    <a:pt x="65476" y="245539"/>
                    <a:pt x="65476" y="244557"/>
                    <a:pt x="65476" y="243545"/>
                  </a:cubicBezTo>
                  <a:cubicBezTo>
                    <a:pt x="66443" y="243483"/>
                    <a:pt x="67410" y="243422"/>
                    <a:pt x="68406" y="243359"/>
                  </a:cubicBezTo>
                  <a:cubicBezTo>
                    <a:pt x="70038" y="243206"/>
                    <a:pt x="70038" y="243206"/>
                    <a:pt x="71429" y="242801"/>
                  </a:cubicBezTo>
                  <a:cubicBezTo>
                    <a:pt x="71552" y="242310"/>
                    <a:pt x="71675" y="241818"/>
                    <a:pt x="71801" y="241312"/>
                  </a:cubicBezTo>
                  <a:cubicBezTo>
                    <a:pt x="71924" y="240821"/>
                    <a:pt x="72047" y="240330"/>
                    <a:pt x="72173" y="239824"/>
                  </a:cubicBezTo>
                  <a:cubicBezTo>
                    <a:pt x="73721" y="239495"/>
                    <a:pt x="75197" y="239404"/>
                    <a:pt x="76777" y="239356"/>
                  </a:cubicBezTo>
                  <a:cubicBezTo>
                    <a:pt x="77223" y="239265"/>
                    <a:pt x="77668" y="239174"/>
                    <a:pt x="78126" y="239080"/>
                  </a:cubicBezTo>
                  <a:cubicBezTo>
                    <a:pt x="78372" y="238343"/>
                    <a:pt x="78617" y="237607"/>
                    <a:pt x="78870" y="236848"/>
                  </a:cubicBezTo>
                  <a:cubicBezTo>
                    <a:pt x="80245" y="236467"/>
                    <a:pt x="80245" y="236467"/>
                    <a:pt x="81893" y="236336"/>
                  </a:cubicBezTo>
                  <a:cubicBezTo>
                    <a:pt x="82860" y="236259"/>
                    <a:pt x="83827" y="236183"/>
                    <a:pt x="84824" y="236103"/>
                  </a:cubicBezTo>
                  <a:cubicBezTo>
                    <a:pt x="84824" y="235121"/>
                    <a:pt x="84824" y="234139"/>
                    <a:pt x="84824" y="233127"/>
                  </a:cubicBezTo>
                  <a:cubicBezTo>
                    <a:pt x="85545" y="233050"/>
                    <a:pt x="86266" y="232973"/>
                    <a:pt x="87009" y="232894"/>
                  </a:cubicBezTo>
                  <a:cubicBezTo>
                    <a:pt x="88137" y="232641"/>
                    <a:pt x="88137" y="232641"/>
                    <a:pt x="89288" y="232383"/>
                  </a:cubicBezTo>
                  <a:cubicBezTo>
                    <a:pt x="89534" y="231646"/>
                    <a:pt x="89779" y="230909"/>
                    <a:pt x="90032" y="230150"/>
                  </a:cubicBezTo>
                  <a:cubicBezTo>
                    <a:pt x="91769" y="229654"/>
                    <a:pt x="93505" y="229158"/>
                    <a:pt x="95241" y="228662"/>
                  </a:cubicBezTo>
                  <a:cubicBezTo>
                    <a:pt x="95487" y="227925"/>
                    <a:pt x="95733" y="227189"/>
                    <a:pt x="95986" y="226430"/>
                  </a:cubicBezTo>
                  <a:cubicBezTo>
                    <a:pt x="98265" y="225918"/>
                    <a:pt x="98265" y="225918"/>
                    <a:pt x="100450" y="225685"/>
                  </a:cubicBezTo>
                  <a:cubicBezTo>
                    <a:pt x="100450" y="224703"/>
                    <a:pt x="100450" y="223721"/>
                    <a:pt x="100450" y="222709"/>
                  </a:cubicBezTo>
                  <a:cubicBezTo>
                    <a:pt x="101683" y="222424"/>
                    <a:pt x="102924" y="222178"/>
                    <a:pt x="104171" y="221965"/>
                  </a:cubicBezTo>
                  <a:cubicBezTo>
                    <a:pt x="104417" y="221228"/>
                    <a:pt x="104662" y="220491"/>
                    <a:pt x="104915" y="219732"/>
                  </a:cubicBezTo>
                  <a:cubicBezTo>
                    <a:pt x="105652" y="219763"/>
                    <a:pt x="106389" y="219794"/>
                    <a:pt x="107148" y="219825"/>
                  </a:cubicBezTo>
                  <a:cubicBezTo>
                    <a:pt x="108253" y="219779"/>
                    <a:pt x="108253" y="219779"/>
                    <a:pt x="109380" y="219732"/>
                  </a:cubicBezTo>
                  <a:cubicBezTo>
                    <a:pt x="109665" y="218500"/>
                    <a:pt x="109911" y="217258"/>
                    <a:pt x="110124" y="216012"/>
                  </a:cubicBezTo>
                  <a:cubicBezTo>
                    <a:pt x="111358" y="215734"/>
                    <a:pt x="112599" y="215486"/>
                    <a:pt x="113845" y="215267"/>
                  </a:cubicBezTo>
                  <a:cubicBezTo>
                    <a:pt x="114330" y="213761"/>
                    <a:pt x="114330" y="213761"/>
                    <a:pt x="114589" y="212291"/>
                  </a:cubicBezTo>
                  <a:cubicBezTo>
                    <a:pt x="115326" y="212291"/>
                    <a:pt x="116063" y="212291"/>
                    <a:pt x="116822" y="212291"/>
                  </a:cubicBezTo>
                  <a:cubicBezTo>
                    <a:pt x="117330" y="211305"/>
                    <a:pt x="117826" y="210313"/>
                    <a:pt x="118310" y="209314"/>
                  </a:cubicBezTo>
                  <a:cubicBezTo>
                    <a:pt x="119047" y="209069"/>
                    <a:pt x="119783" y="208823"/>
                    <a:pt x="120542" y="208570"/>
                  </a:cubicBezTo>
                  <a:cubicBezTo>
                    <a:pt x="120772" y="208079"/>
                    <a:pt x="121003" y="207588"/>
                    <a:pt x="121240" y="207082"/>
                  </a:cubicBezTo>
                  <a:cubicBezTo>
                    <a:pt x="121501" y="206591"/>
                    <a:pt x="121762" y="206100"/>
                    <a:pt x="122031" y="205594"/>
                  </a:cubicBezTo>
                  <a:cubicBezTo>
                    <a:pt x="123017" y="205325"/>
                    <a:pt x="124009" y="205075"/>
                    <a:pt x="125007" y="204850"/>
                  </a:cubicBezTo>
                  <a:cubicBezTo>
                    <a:pt x="125253" y="204113"/>
                    <a:pt x="125498" y="203376"/>
                    <a:pt x="125751" y="202617"/>
                  </a:cubicBezTo>
                  <a:cubicBezTo>
                    <a:pt x="126473" y="202019"/>
                    <a:pt x="127194" y="201420"/>
                    <a:pt x="127937" y="200803"/>
                  </a:cubicBezTo>
                  <a:cubicBezTo>
                    <a:pt x="130070" y="199019"/>
                    <a:pt x="130594" y="198290"/>
                    <a:pt x="131704" y="195920"/>
                  </a:cubicBezTo>
                  <a:cubicBezTo>
                    <a:pt x="132929" y="194664"/>
                    <a:pt x="134170" y="193424"/>
                    <a:pt x="135425" y="192199"/>
                  </a:cubicBezTo>
                  <a:cubicBezTo>
                    <a:pt x="135839" y="191631"/>
                    <a:pt x="136254" y="191063"/>
                    <a:pt x="136681" y="190478"/>
                  </a:cubicBezTo>
                  <a:cubicBezTo>
                    <a:pt x="137003" y="190064"/>
                    <a:pt x="137325" y="189650"/>
                    <a:pt x="137657" y="189223"/>
                  </a:cubicBezTo>
                  <a:cubicBezTo>
                    <a:pt x="138149" y="189223"/>
                    <a:pt x="138640" y="189223"/>
                    <a:pt x="139146" y="189223"/>
                  </a:cubicBezTo>
                  <a:cubicBezTo>
                    <a:pt x="140109" y="187597"/>
                    <a:pt x="140721" y="185990"/>
                    <a:pt x="141332" y="184200"/>
                  </a:cubicBezTo>
                  <a:cubicBezTo>
                    <a:pt x="141593" y="183647"/>
                    <a:pt x="141854" y="183095"/>
                    <a:pt x="142122" y="182525"/>
                  </a:cubicBezTo>
                  <a:cubicBezTo>
                    <a:pt x="142859" y="182525"/>
                    <a:pt x="143596" y="182525"/>
                    <a:pt x="144355" y="182525"/>
                  </a:cubicBezTo>
                  <a:cubicBezTo>
                    <a:pt x="144639" y="181293"/>
                    <a:pt x="144886" y="180051"/>
                    <a:pt x="145099" y="178805"/>
                  </a:cubicBezTo>
                  <a:cubicBezTo>
                    <a:pt x="145590" y="178559"/>
                    <a:pt x="146081" y="178313"/>
                    <a:pt x="146587" y="178060"/>
                  </a:cubicBezTo>
                  <a:cubicBezTo>
                    <a:pt x="146710" y="177447"/>
                    <a:pt x="146833" y="176833"/>
                    <a:pt x="146959" y="176200"/>
                  </a:cubicBezTo>
                  <a:cubicBezTo>
                    <a:pt x="147082" y="175586"/>
                    <a:pt x="147205" y="174972"/>
                    <a:pt x="147331" y="174340"/>
                  </a:cubicBezTo>
                  <a:cubicBezTo>
                    <a:pt x="147822" y="174094"/>
                    <a:pt x="148314" y="173849"/>
                    <a:pt x="148820" y="173596"/>
                  </a:cubicBezTo>
                  <a:cubicBezTo>
                    <a:pt x="149050" y="172844"/>
                    <a:pt x="149280" y="172092"/>
                    <a:pt x="149517" y="171317"/>
                  </a:cubicBezTo>
                  <a:cubicBezTo>
                    <a:pt x="149778" y="170595"/>
                    <a:pt x="150039" y="169874"/>
                    <a:pt x="150308" y="169131"/>
                  </a:cubicBezTo>
                  <a:cubicBezTo>
                    <a:pt x="151045" y="169131"/>
                    <a:pt x="151781" y="169131"/>
                    <a:pt x="152540" y="169131"/>
                  </a:cubicBezTo>
                  <a:cubicBezTo>
                    <a:pt x="152540" y="167657"/>
                    <a:pt x="152540" y="166184"/>
                    <a:pt x="152540" y="164666"/>
                  </a:cubicBezTo>
                  <a:cubicBezTo>
                    <a:pt x="153277" y="164666"/>
                    <a:pt x="154014" y="164666"/>
                    <a:pt x="154773" y="164666"/>
                  </a:cubicBezTo>
                  <a:cubicBezTo>
                    <a:pt x="154888" y="163262"/>
                    <a:pt x="154888" y="163262"/>
                    <a:pt x="155005" y="161829"/>
                  </a:cubicBezTo>
                  <a:cubicBezTo>
                    <a:pt x="155327" y="159160"/>
                    <a:pt x="155818" y="158331"/>
                    <a:pt x="157749" y="156480"/>
                  </a:cubicBezTo>
                  <a:cubicBezTo>
                    <a:pt x="158293" y="153794"/>
                    <a:pt x="158293" y="153794"/>
                    <a:pt x="158493" y="151271"/>
                  </a:cubicBezTo>
                  <a:cubicBezTo>
                    <a:pt x="159230" y="151271"/>
                    <a:pt x="159967" y="151271"/>
                    <a:pt x="160726" y="151271"/>
                  </a:cubicBezTo>
                  <a:cubicBezTo>
                    <a:pt x="160700" y="150743"/>
                    <a:pt x="160674" y="150214"/>
                    <a:pt x="160647" y="149670"/>
                  </a:cubicBezTo>
                  <a:cubicBezTo>
                    <a:pt x="160627" y="148986"/>
                    <a:pt x="160607" y="148302"/>
                    <a:pt x="160586" y="147597"/>
                  </a:cubicBezTo>
                  <a:cubicBezTo>
                    <a:pt x="160560" y="146915"/>
                    <a:pt x="160535" y="146233"/>
                    <a:pt x="160508" y="145530"/>
                  </a:cubicBezTo>
                  <a:cubicBezTo>
                    <a:pt x="160580" y="144969"/>
                    <a:pt x="160652" y="144408"/>
                    <a:pt x="160726" y="143830"/>
                  </a:cubicBezTo>
                  <a:cubicBezTo>
                    <a:pt x="161463" y="143584"/>
                    <a:pt x="162199" y="143339"/>
                    <a:pt x="162958" y="143086"/>
                  </a:cubicBezTo>
                  <a:cubicBezTo>
                    <a:pt x="163398" y="140824"/>
                    <a:pt x="163398" y="140824"/>
                    <a:pt x="163470" y="138202"/>
                  </a:cubicBezTo>
                  <a:cubicBezTo>
                    <a:pt x="163543" y="136866"/>
                    <a:pt x="163543" y="136866"/>
                    <a:pt x="163618" y="135502"/>
                  </a:cubicBezTo>
                  <a:cubicBezTo>
                    <a:pt x="163660" y="134467"/>
                    <a:pt x="163660" y="134467"/>
                    <a:pt x="163702" y="133412"/>
                  </a:cubicBezTo>
                  <a:cubicBezTo>
                    <a:pt x="164194" y="133412"/>
                    <a:pt x="164685" y="133412"/>
                    <a:pt x="165191" y="133412"/>
                  </a:cubicBezTo>
                  <a:cubicBezTo>
                    <a:pt x="165436" y="131202"/>
                    <a:pt x="165682" y="128992"/>
                    <a:pt x="165935" y="126715"/>
                  </a:cubicBezTo>
                  <a:cubicBezTo>
                    <a:pt x="165198" y="126960"/>
                    <a:pt x="164461" y="127206"/>
                    <a:pt x="163702" y="127459"/>
                  </a:cubicBezTo>
                  <a:cubicBezTo>
                    <a:pt x="162263" y="127528"/>
                    <a:pt x="160822" y="127553"/>
                    <a:pt x="159381" y="127553"/>
                  </a:cubicBezTo>
                  <a:cubicBezTo>
                    <a:pt x="158479" y="127556"/>
                    <a:pt x="157578" y="127558"/>
                    <a:pt x="156649" y="127560"/>
                  </a:cubicBezTo>
                  <a:cubicBezTo>
                    <a:pt x="155649" y="127558"/>
                    <a:pt x="154648" y="127557"/>
                    <a:pt x="153648" y="127555"/>
                  </a:cubicBezTo>
                  <a:cubicBezTo>
                    <a:pt x="152595" y="127556"/>
                    <a:pt x="151543" y="127558"/>
                    <a:pt x="150491" y="127559"/>
                  </a:cubicBezTo>
                  <a:cubicBezTo>
                    <a:pt x="147631" y="127563"/>
                    <a:pt x="144771" y="127561"/>
                    <a:pt x="141912" y="127559"/>
                  </a:cubicBezTo>
                  <a:cubicBezTo>
                    <a:pt x="138921" y="127557"/>
                    <a:pt x="135931" y="127559"/>
                    <a:pt x="132941" y="127560"/>
                  </a:cubicBezTo>
                  <a:cubicBezTo>
                    <a:pt x="127919" y="127561"/>
                    <a:pt x="122897" y="127559"/>
                    <a:pt x="117875" y="127556"/>
                  </a:cubicBezTo>
                  <a:cubicBezTo>
                    <a:pt x="112065" y="127552"/>
                    <a:pt x="106256" y="127553"/>
                    <a:pt x="100447" y="127557"/>
                  </a:cubicBezTo>
                  <a:cubicBezTo>
                    <a:pt x="95463" y="127561"/>
                    <a:pt x="90478" y="127561"/>
                    <a:pt x="85494" y="127559"/>
                  </a:cubicBezTo>
                  <a:cubicBezTo>
                    <a:pt x="82516" y="127558"/>
                    <a:pt x="79537" y="127558"/>
                    <a:pt x="76559" y="127560"/>
                  </a:cubicBezTo>
                  <a:cubicBezTo>
                    <a:pt x="73759" y="127562"/>
                    <a:pt x="70959" y="127561"/>
                    <a:pt x="68159" y="127557"/>
                  </a:cubicBezTo>
                  <a:cubicBezTo>
                    <a:pt x="67131" y="127556"/>
                    <a:pt x="66102" y="127556"/>
                    <a:pt x="65073" y="127558"/>
                  </a:cubicBezTo>
                  <a:cubicBezTo>
                    <a:pt x="63672" y="127560"/>
                    <a:pt x="62270" y="127557"/>
                    <a:pt x="60868" y="127553"/>
                  </a:cubicBezTo>
                  <a:cubicBezTo>
                    <a:pt x="59690" y="127553"/>
                    <a:pt x="59690" y="127553"/>
                    <a:pt x="58488" y="127553"/>
                  </a:cubicBezTo>
                  <a:cubicBezTo>
                    <a:pt x="56546" y="127459"/>
                    <a:pt x="56546" y="127459"/>
                    <a:pt x="54314" y="126715"/>
                  </a:cubicBezTo>
                  <a:cubicBezTo>
                    <a:pt x="54097" y="124451"/>
                    <a:pt x="54033" y="122338"/>
                    <a:pt x="54060" y="120073"/>
                  </a:cubicBezTo>
                  <a:cubicBezTo>
                    <a:pt x="54060" y="119364"/>
                    <a:pt x="54060" y="118656"/>
                    <a:pt x="54059" y="117927"/>
                  </a:cubicBezTo>
                  <a:cubicBezTo>
                    <a:pt x="54061" y="115623"/>
                    <a:pt x="54078" y="113319"/>
                    <a:pt x="54096" y="111015"/>
                  </a:cubicBezTo>
                  <a:cubicBezTo>
                    <a:pt x="54099" y="109597"/>
                    <a:pt x="54101" y="108180"/>
                    <a:pt x="54103" y="106762"/>
                  </a:cubicBezTo>
                  <a:cubicBezTo>
                    <a:pt x="54114" y="101491"/>
                    <a:pt x="54145" y="96220"/>
                    <a:pt x="54174" y="90950"/>
                  </a:cubicBezTo>
                  <a:cubicBezTo>
                    <a:pt x="54220" y="79178"/>
                    <a:pt x="54266" y="67406"/>
                    <a:pt x="54314" y="55277"/>
                  </a:cubicBezTo>
                  <a:cubicBezTo>
                    <a:pt x="92377" y="55277"/>
                    <a:pt x="130439" y="55277"/>
                    <a:pt x="169656" y="55277"/>
                  </a:cubicBezTo>
                  <a:cubicBezTo>
                    <a:pt x="169410" y="54541"/>
                    <a:pt x="169164" y="53804"/>
                    <a:pt x="168911" y="53045"/>
                  </a:cubicBezTo>
                  <a:cubicBezTo>
                    <a:pt x="168841" y="51421"/>
                    <a:pt x="168816" y="49795"/>
                    <a:pt x="168815" y="48170"/>
                  </a:cubicBezTo>
                  <a:cubicBezTo>
                    <a:pt x="168813" y="47433"/>
                    <a:pt x="168813" y="47433"/>
                    <a:pt x="168811" y="46681"/>
                  </a:cubicBezTo>
                  <a:cubicBezTo>
                    <a:pt x="168808" y="45057"/>
                    <a:pt x="168810" y="43434"/>
                    <a:pt x="168813" y="41810"/>
                  </a:cubicBezTo>
                  <a:cubicBezTo>
                    <a:pt x="168812" y="40682"/>
                    <a:pt x="168811" y="39555"/>
                    <a:pt x="168810" y="38427"/>
                  </a:cubicBezTo>
                  <a:cubicBezTo>
                    <a:pt x="168809" y="36064"/>
                    <a:pt x="168811" y="33702"/>
                    <a:pt x="168814" y="31339"/>
                  </a:cubicBezTo>
                  <a:cubicBezTo>
                    <a:pt x="168819" y="28307"/>
                    <a:pt x="168816" y="25275"/>
                    <a:pt x="168812" y="22243"/>
                  </a:cubicBezTo>
                  <a:cubicBezTo>
                    <a:pt x="168809" y="19915"/>
                    <a:pt x="168810" y="17587"/>
                    <a:pt x="168812" y="15258"/>
                  </a:cubicBezTo>
                  <a:cubicBezTo>
                    <a:pt x="168812" y="14140"/>
                    <a:pt x="168812" y="13022"/>
                    <a:pt x="168810" y="11904"/>
                  </a:cubicBezTo>
                  <a:cubicBezTo>
                    <a:pt x="168808" y="10343"/>
                    <a:pt x="168811" y="8783"/>
                    <a:pt x="168815" y="7222"/>
                  </a:cubicBezTo>
                  <a:cubicBezTo>
                    <a:pt x="168816" y="6333"/>
                    <a:pt x="168816" y="5444"/>
                    <a:pt x="168817" y="4528"/>
                  </a:cubicBezTo>
                  <a:cubicBezTo>
                    <a:pt x="168911" y="2443"/>
                    <a:pt x="168911" y="2443"/>
                    <a:pt x="169656" y="955"/>
                  </a:cubicBezTo>
                  <a:close/>
                </a:path>
              </a:pathLst>
            </a:custGeom>
            <a:grpFill/>
            <a:ln w="744" cap="flat">
              <a:noFill/>
              <a:prstDash val="solid"/>
              <a:miter/>
            </a:ln>
          </p:spPr>
          <p:txBody>
            <a:bodyPr rtlCol="0" anchor="ctr"/>
            <a:lstStyle/>
            <a:p>
              <a:endParaRPr lang="zh-CN" altLang="en-US"/>
            </a:p>
          </p:txBody>
        </p:sp>
        <p:sp>
          <p:nvSpPr>
            <p:cNvPr id="156" name="任意多边形: 形状 155"/>
            <p:cNvSpPr/>
            <p:nvPr/>
          </p:nvSpPr>
          <p:spPr>
            <a:xfrm>
              <a:off x="11381600" y="637558"/>
              <a:ext cx="393743" cy="526552"/>
            </a:xfrm>
            <a:custGeom>
              <a:avLst/>
              <a:gdLst>
                <a:gd name="connsiteX0" fmla="*/ 15754 w 393747"/>
                <a:gd name="connsiteY0" fmla="*/ 586 h 526534"/>
                <a:gd name="connsiteX1" fmla="*/ 128098 w 393747"/>
                <a:gd name="connsiteY1" fmla="*/ 555 h 526534"/>
                <a:gd name="connsiteX2" fmla="*/ 129776 w 393747"/>
                <a:gd name="connsiteY2" fmla="*/ 555 h 526534"/>
                <a:gd name="connsiteX3" fmla="*/ 165878 w 393747"/>
                <a:gd name="connsiteY3" fmla="*/ 548 h 526534"/>
                <a:gd name="connsiteX4" fmla="*/ 183581 w 393747"/>
                <a:gd name="connsiteY4" fmla="*/ 546 h 526534"/>
                <a:gd name="connsiteX5" fmla="*/ 185360 w 393747"/>
                <a:gd name="connsiteY5" fmla="*/ 545 h 526534"/>
                <a:gd name="connsiteX6" fmla="*/ 242515 w 393747"/>
                <a:gd name="connsiteY6" fmla="*/ 530 h 526534"/>
                <a:gd name="connsiteX7" fmla="*/ 301223 w 393747"/>
                <a:gd name="connsiteY7" fmla="*/ 517 h 526534"/>
                <a:gd name="connsiteX8" fmla="*/ 309506 w 393747"/>
                <a:gd name="connsiteY8" fmla="*/ 516 h 526534"/>
                <a:gd name="connsiteX9" fmla="*/ 311152 w 393747"/>
                <a:gd name="connsiteY9" fmla="*/ 516 h 526534"/>
                <a:gd name="connsiteX10" fmla="*/ 337448 w 393747"/>
                <a:gd name="connsiteY10" fmla="*/ 507 h 526534"/>
                <a:gd name="connsiteX11" fmla="*/ 363851 w 393747"/>
                <a:gd name="connsiteY11" fmla="*/ 502 h 526534"/>
                <a:gd name="connsiteX12" fmla="*/ 378170 w 393747"/>
                <a:gd name="connsiteY12" fmla="*/ 498 h 526534"/>
                <a:gd name="connsiteX13" fmla="*/ 391256 w 393747"/>
                <a:gd name="connsiteY13" fmla="*/ 497 h 526534"/>
                <a:gd name="connsiteX14" fmla="*/ 396012 w 393747"/>
                <a:gd name="connsiteY14" fmla="*/ 494 h 526534"/>
                <a:gd name="connsiteX15" fmla="*/ 402433 w 393747"/>
                <a:gd name="connsiteY15" fmla="*/ 495 h 526534"/>
                <a:gd name="connsiteX16" fmla="*/ 404337 w 393747"/>
                <a:gd name="connsiteY16" fmla="*/ 489 h 526534"/>
                <a:gd name="connsiteX17" fmla="*/ 409404 w 393747"/>
                <a:gd name="connsiteY17" fmla="*/ 1331 h 526534"/>
                <a:gd name="connsiteX18" fmla="*/ 409497 w 393747"/>
                <a:gd name="connsiteY18" fmla="*/ 4338 h 526534"/>
                <a:gd name="connsiteX19" fmla="*/ 409502 w 393747"/>
                <a:gd name="connsiteY19" fmla="*/ 6318 h 526534"/>
                <a:gd name="connsiteX20" fmla="*/ 409496 w 393747"/>
                <a:gd name="connsiteY20" fmla="*/ 8523 h 526534"/>
                <a:gd name="connsiteX21" fmla="*/ 409499 w 393747"/>
                <a:gd name="connsiteY21" fmla="*/ 10852 h 526534"/>
                <a:gd name="connsiteX22" fmla="*/ 409494 w 393747"/>
                <a:gd name="connsiteY22" fmla="*/ 18681 h 526534"/>
                <a:gd name="connsiteX23" fmla="*/ 409496 w 393747"/>
                <a:gd name="connsiteY23" fmla="*/ 24309 h 526534"/>
                <a:gd name="connsiteX24" fmla="*/ 409493 w 393747"/>
                <a:gd name="connsiteY24" fmla="*/ 36600 h 526534"/>
                <a:gd name="connsiteX25" fmla="*/ 409489 w 393747"/>
                <a:gd name="connsiteY25" fmla="*/ 54875 h 526534"/>
                <a:gd name="connsiteX26" fmla="*/ 409483 w 393747"/>
                <a:gd name="connsiteY26" fmla="*/ 85612 h 526534"/>
                <a:gd name="connsiteX27" fmla="*/ 409475 w 393747"/>
                <a:gd name="connsiteY27" fmla="*/ 116061 h 526534"/>
                <a:gd name="connsiteX28" fmla="*/ 409475 w 393747"/>
                <a:gd name="connsiteY28" fmla="*/ 117971 h 526534"/>
                <a:gd name="connsiteX29" fmla="*/ 409474 w 393747"/>
                <a:gd name="connsiteY29" fmla="*/ 127573 h 526534"/>
                <a:gd name="connsiteX30" fmla="*/ 409461 w 393747"/>
                <a:gd name="connsiteY30" fmla="*/ 195643 h 526534"/>
                <a:gd name="connsiteX31" fmla="*/ 409445 w 393747"/>
                <a:gd name="connsiteY31" fmla="*/ 261785 h 526534"/>
                <a:gd name="connsiteX32" fmla="*/ 409445 w 393747"/>
                <a:gd name="connsiteY32" fmla="*/ 263844 h 526534"/>
                <a:gd name="connsiteX33" fmla="*/ 409442 w 393747"/>
                <a:gd name="connsiteY33" fmla="*/ 284306 h 526534"/>
                <a:gd name="connsiteX34" fmla="*/ 409436 w 393747"/>
                <a:gd name="connsiteY34" fmla="*/ 325992 h 526534"/>
                <a:gd name="connsiteX35" fmla="*/ 409436 w 393747"/>
                <a:gd name="connsiteY35" fmla="*/ 327928 h 526534"/>
                <a:gd name="connsiteX36" fmla="*/ 409404 w 393747"/>
                <a:gd name="connsiteY36" fmla="*/ 456000 h 526534"/>
                <a:gd name="connsiteX37" fmla="*/ 407916 w 393747"/>
                <a:gd name="connsiteY37" fmla="*/ 456000 h 526534"/>
                <a:gd name="connsiteX38" fmla="*/ 406989 w 393747"/>
                <a:gd name="connsiteY38" fmla="*/ 461352 h 526534"/>
                <a:gd name="connsiteX39" fmla="*/ 406915 w 393747"/>
                <a:gd name="connsiteY39" fmla="*/ 463667 h 526534"/>
                <a:gd name="connsiteX40" fmla="*/ 406787 w 393747"/>
                <a:gd name="connsiteY40" fmla="*/ 468527 h 526534"/>
                <a:gd name="connsiteX41" fmla="*/ 406710 w 393747"/>
                <a:gd name="connsiteY41" fmla="*/ 470840 h 526534"/>
                <a:gd name="connsiteX42" fmla="*/ 406653 w 393747"/>
                <a:gd name="connsiteY42" fmla="*/ 472972 h 526534"/>
                <a:gd name="connsiteX43" fmla="*/ 406428 w 393747"/>
                <a:gd name="connsiteY43" fmla="*/ 474604 h 526534"/>
                <a:gd name="connsiteX44" fmla="*/ 404940 w 393747"/>
                <a:gd name="connsiteY44" fmla="*/ 475348 h 526534"/>
                <a:gd name="connsiteX45" fmla="*/ 404524 w 393747"/>
                <a:gd name="connsiteY45" fmla="*/ 482278 h 526534"/>
                <a:gd name="connsiteX46" fmla="*/ 404195 w 393747"/>
                <a:gd name="connsiteY46" fmla="*/ 484278 h 526534"/>
                <a:gd name="connsiteX47" fmla="*/ 401963 w 393747"/>
                <a:gd name="connsiteY47" fmla="*/ 485022 h 526534"/>
                <a:gd name="connsiteX48" fmla="*/ 401451 w 393747"/>
                <a:gd name="connsiteY48" fmla="*/ 488045 h 526534"/>
                <a:gd name="connsiteX49" fmla="*/ 401219 w 393747"/>
                <a:gd name="connsiteY49" fmla="*/ 490975 h 526534"/>
                <a:gd name="connsiteX50" fmla="*/ 398986 w 393747"/>
                <a:gd name="connsiteY50" fmla="*/ 490975 h 526534"/>
                <a:gd name="connsiteX51" fmla="*/ 398707 w 393747"/>
                <a:gd name="connsiteY51" fmla="*/ 493161 h 526534"/>
                <a:gd name="connsiteX52" fmla="*/ 398242 w 393747"/>
                <a:gd name="connsiteY52" fmla="*/ 495440 h 526534"/>
                <a:gd name="connsiteX53" fmla="*/ 396754 w 393747"/>
                <a:gd name="connsiteY53" fmla="*/ 496184 h 526534"/>
                <a:gd name="connsiteX54" fmla="*/ 396428 w 393747"/>
                <a:gd name="connsiteY54" fmla="*/ 497672 h 526534"/>
                <a:gd name="connsiteX55" fmla="*/ 396010 w 393747"/>
                <a:gd name="connsiteY55" fmla="*/ 499161 h 526534"/>
                <a:gd name="connsiteX56" fmla="*/ 393777 w 393747"/>
                <a:gd name="connsiteY56" fmla="*/ 499905 h 526534"/>
                <a:gd name="connsiteX57" fmla="*/ 393033 w 393747"/>
                <a:gd name="connsiteY57" fmla="*/ 502137 h 526534"/>
                <a:gd name="connsiteX58" fmla="*/ 390801 w 393747"/>
                <a:gd name="connsiteY58" fmla="*/ 502881 h 526534"/>
                <a:gd name="connsiteX59" fmla="*/ 390103 w 393747"/>
                <a:gd name="connsiteY59" fmla="*/ 504370 h 526534"/>
                <a:gd name="connsiteX60" fmla="*/ 389313 w 393747"/>
                <a:gd name="connsiteY60" fmla="*/ 505858 h 526534"/>
                <a:gd name="connsiteX61" fmla="*/ 387731 w 393747"/>
                <a:gd name="connsiteY61" fmla="*/ 506230 h 526534"/>
                <a:gd name="connsiteX62" fmla="*/ 386336 w 393747"/>
                <a:gd name="connsiteY62" fmla="*/ 506602 h 526534"/>
                <a:gd name="connsiteX63" fmla="*/ 386336 w 393747"/>
                <a:gd name="connsiteY63" fmla="*/ 509579 h 526534"/>
                <a:gd name="connsiteX64" fmla="*/ 381127 w 393747"/>
                <a:gd name="connsiteY64" fmla="*/ 511067 h 526534"/>
                <a:gd name="connsiteX65" fmla="*/ 380383 w 393747"/>
                <a:gd name="connsiteY65" fmla="*/ 513299 h 526534"/>
                <a:gd name="connsiteX66" fmla="*/ 377360 w 393747"/>
                <a:gd name="connsiteY66" fmla="*/ 513439 h 526534"/>
                <a:gd name="connsiteX67" fmla="*/ 374430 w 393747"/>
                <a:gd name="connsiteY67" fmla="*/ 513299 h 526534"/>
                <a:gd name="connsiteX68" fmla="*/ 374430 w 393747"/>
                <a:gd name="connsiteY68" fmla="*/ 516276 h 526534"/>
                <a:gd name="connsiteX69" fmla="*/ 373017 w 393747"/>
                <a:gd name="connsiteY69" fmla="*/ 516412 h 526534"/>
                <a:gd name="connsiteX70" fmla="*/ 371174 w 393747"/>
                <a:gd name="connsiteY70" fmla="*/ 516601 h 526534"/>
                <a:gd name="connsiteX71" fmla="*/ 369343 w 393747"/>
                <a:gd name="connsiteY71" fmla="*/ 516785 h 526534"/>
                <a:gd name="connsiteX72" fmla="*/ 366244 w 393747"/>
                <a:gd name="connsiteY72" fmla="*/ 517764 h 526534"/>
                <a:gd name="connsiteX73" fmla="*/ 366244 w 393747"/>
                <a:gd name="connsiteY73" fmla="*/ 519997 h 526534"/>
                <a:gd name="connsiteX74" fmla="*/ 363529 w 393747"/>
                <a:gd name="connsiteY74" fmla="*/ 520081 h 526534"/>
                <a:gd name="connsiteX75" fmla="*/ 360012 w 393747"/>
                <a:gd name="connsiteY75" fmla="*/ 520229 h 526534"/>
                <a:gd name="connsiteX76" fmla="*/ 358221 w 393747"/>
                <a:gd name="connsiteY76" fmla="*/ 520280 h 526534"/>
                <a:gd name="connsiteX77" fmla="*/ 353594 w 393747"/>
                <a:gd name="connsiteY77" fmla="*/ 520741 h 526534"/>
                <a:gd name="connsiteX78" fmla="*/ 352106 w 393747"/>
                <a:gd name="connsiteY78" fmla="*/ 522973 h 526534"/>
                <a:gd name="connsiteX79" fmla="*/ 348396 w 393747"/>
                <a:gd name="connsiteY79" fmla="*/ 523248 h 526534"/>
                <a:gd name="connsiteX80" fmla="*/ 346056 w 393747"/>
                <a:gd name="connsiteY80" fmla="*/ 523263 h 526534"/>
                <a:gd name="connsiteX81" fmla="*/ 343522 w 393747"/>
                <a:gd name="connsiteY81" fmla="*/ 523249 h 526534"/>
                <a:gd name="connsiteX82" fmla="*/ 338256 w 393747"/>
                <a:gd name="connsiteY82" fmla="*/ 523289 h 526534"/>
                <a:gd name="connsiteX83" fmla="*/ 329917 w 393747"/>
                <a:gd name="connsiteY83" fmla="*/ 523297 h 526534"/>
                <a:gd name="connsiteX84" fmla="*/ 321895 w 393747"/>
                <a:gd name="connsiteY84" fmla="*/ 523342 h 526534"/>
                <a:gd name="connsiteX85" fmla="*/ 319356 w 393747"/>
                <a:gd name="connsiteY85" fmla="*/ 523324 h 526534"/>
                <a:gd name="connsiteX86" fmla="*/ 317023 w 393747"/>
                <a:gd name="connsiteY86" fmla="*/ 523346 h 526534"/>
                <a:gd name="connsiteX87" fmla="*/ 314959 w 393747"/>
                <a:gd name="connsiteY87" fmla="*/ 523346 h 526534"/>
                <a:gd name="connsiteX88" fmla="*/ 313410 w 393747"/>
                <a:gd name="connsiteY88" fmla="*/ 523717 h 526534"/>
                <a:gd name="connsiteX89" fmla="*/ 312666 w 393747"/>
                <a:gd name="connsiteY89" fmla="*/ 526694 h 526534"/>
                <a:gd name="connsiteX90" fmla="*/ 307085 w 393747"/>
                <a:gd name="connsiteY90" fmla="*/ 527011 h 526534"/>
                <a:gd name="connsiteX91" fmla="*/ 305392 w 393747"/>
                <a:gd name="connsiteY91" fmla="*/ 527003 h 526534"/>
                <a:gd name="connsiteX92" fmla="*/ 301841 w 393747"/>
                <a:gd name="connsiteY92" fmla="*/ 526959 h 526534"/>
                <a:gd name="connsiteX93" fmla="*/ 296388 w 393747"/>
                <a:gd name="connsiteY93" fmla="*/ 526905 h 526534"/>
                <a:gd name="connsiteX94" fmla="*/ 292946 w 393747"/>
                <a:gd name="connsiteY94" fmla="*/ 526871 h 526534"/>
                <a:gd name="connsiteX95" fmla="*/ 291288 w 393747"/>
                <a:gd name="connsiteY95" fmla="*/ 526854 h 526534"/>
                <a:gd name="connsiteX96" fmla="*/ 286621 w 393747"/>
                <a:gd name="connsiteY96" fmla="*/ 525950 h 526534"/>
                <a:gd name="connsiteX97" fmla="*/ 286203 w 393747"/>
                <a:gd name="connsiteY97" fmla="*/ 520694 h 526534"/>
                <a:gd name="connsiteX98" fmla="*/ 286014 w 393747"/>
                <a:gd name="connsiteY98" fmla="*/ 517784 h 526534"/>
                <a:gd name="connsiteX99" fmla="*/ 285877 w 393747"/>
                <a:gd name="connsiteY99" fmla="*/ 515532 h 526534"/>
                <a:gd name="connsiteX100" fmla="*/ 283645 w 393747"/>
                <a:gd name="connsiteY100" fmla="*/ 515532 h 526534"/>
                <a:gd name="connsiteX101" fmla="*/ 283612 w 393747"/>
                <a:gd name="connsiteY101" fmla="*/ 514189 h 526534"/>
                <a:gd name="connsiteX102" fmla="*/ 283412 w 393747"/>
                <a:gd name="connsiteY102" fmla="*/ 508183 h 526534"/>
                <a:gd name="connsiteX103" fmla="*/ 283361 w 393747"/>
                <a:gd name="connsiteY103" fmla="*/ 506070 h 526534"/>
                <a:gd name="connsiteX104" fmla="*/ 283281 w 393747"/>
                <a:gd name="connsiteY104" fmla="*/ 504050 h 526534"/>
                <a:gd name="connsiteX105" fmla="*/ 283222 w 393747"/>
                <a:gd name="connsiteY105" fmla="*/ 502184 h 526534"/>
                <a:gd name="connsiteX106" fmla="*/ 280668 w 393747"/>
                <a:gd name="connsiteY106" fmla="*/ 499161 h 526534"/>
                <a:gd name="connsiteX107" fmla="*/ 280622 w 393747"/>
                <a:gd name="connsiteY107" fmla="*/ 494370 h 526534"/>
                <a:gd name="connsiteX108" fmla="*/ 279180 w 393747"/>
                <a:gd name="connsiteY108" fmla="*/ 487254 h 526534"/>
                <a:gd name="connsiteX109" fmla="*/ 278436 w 393747"/>
                <a:gd name="connsiteY109" fmla="*/ 487254 h 526534"/>
                <a:gd name="connsiteX110" fmla="*/ 278325 w 393747"/>
                <a:gd name="connsiteY110" fmla="*/ 485191 h 526534"/>
                <a:gd name="connsiteX111" fmla="*/ 278157 w 393747"/>
                <a:gd name="connsiteY111" fmla="*/ 482510 h 526534"/>
                <a:gd name="connsiteX112" fmla="*/ 278000 w 393747"/>
                <a:gd name="connsiteY112" fmla="*/ 479842 h 526534"/>
                <a:gd name="connsiteX113" fmla="*/ 276203 w 393747"/>
                <a:gd name="connsiteY113" fmla="*/ 476092 h 526534"/>
                <a:gd name="connsiteX114" fmla="*/ 275459 w 393747"/>
                <a:gd name="connsiteY114" fmla="*/ 476092 h 526534"/>
                <a:gd name="connsiteX115" fmla="*/ 275375 w 393747"/>
                <a:gd name="connsiteY115" fmla="*/ 474028 h 526534"/>
                <a:gd name="connsiteX116" fmla="*/ 275227 w 393747"/>
                <a:gd name="connsiteY116" fmla="*/ 471348 h 526534"/>
                <a:gd name="connsiteX117" fmla="*/ 275096 w 393747"/>
                <a:gd name="connsiteY117" fmla="*/ 468680 h 526534"/>
                <a:gd name="connsiteX118" fmla="*/ 274715 w 393747"/>
                <a:gd name="connsiteY118" fmla="*/ 466418 h 526534"/>
                <a:gd name="connsiteX119" fmla="*/ 272483 w 393747"/>
                <a:gd name="connsiteY119" fmla="*/ 464930 h 526534"/>
                <a:gd name="connsiteX120" fmla="*/ 272343 w 393747"/>
                <a:gd name="connsiteY120" fmla="*/ 461116 h 526534"/>
                <a:gd name="connsiteX121" fmla="*/ 272404 w 393747"/>
                <a:gd name="connsiteY121" fmla="*/ 459064 h 526534"/>
                <a:gd name="connsiteX122" fmla="*/ 272483 w 393747"/>
                <a:gd name="connsiteY122" fmla="*/ 457489 h 526534"/>
                <a:gd name="connsiteX123" fmla="*/ 270250 w 393747"/>
                <a:gd name="connsiteY123" fmla="*/ 457489 h 526534"/>
                <a:gd name="connsiteX124" fmla="*/ 269506 w 393747"/>
                <a:gd name="connsiteY124" fmla="*/ 450047 h 526534"/>
                <a:gd name="connsiteX125" fmla="*/ 267274 w 393747"/>
                <a:gd name="connsiteY125" fmla="*/ 450047 h 526534"/>
                <a:gd name="connsiteX126" fmla="*/ 267181 w 393747"/>
                <a:gd name="connsiteY126" fmla="*/ 446001 h 526534"/>
                <a:gd name="connsiteX127" fmla="*/ 267128 w 393747"/>
                <a:gd name="connsiteY127" fmla="*/ 443725 h 526534"/>
                <a:gd name="connsiteX128" fmla="*/ 267274 w 393747"/>
                <a:gd name="connsiteY128" fmla="*/ 441862 h 526534"/>
                <a:gd name="connsiteX129" fmla="*/ 273465 w 393747"/>
                <a:gd name="connsiteY129" fmla="*/ 441045 h 526534"/>
                <a:gd name="connsiteX130" fmla="*/ 276299 w 393747"/>
                <a:gd name="connsiteY130" fmla="*/ 441052 h 526534"/>
                <a:gd name="connsiteX131" fmla="*/ 279273 w 393747"/>
                <a:gd name="connsiteY131" fmla="*/ 441071 h 526534"/>
                <a:gd name="connsiteX132" fmla="*/ 282264 w 393747"/>
                <a:gd name="connsiteY132" fmla="*/ 441081 h 526534"/>
                <a:gd name="connsiteX133" fmla="*/ 289598 w 393747"/>
                <a:gd name="connsiteY133" fmla="*/ 441118 h 526534"/>
                <a:gd name="connsiteX134" fmla="*/ 289598 w 393747"/>
                <a:gd name="connsiteY134" fmla="*/ 444094 h 526534"/>
                <a:gd name="connsiteX135" fmla="*/ 306985 w 393747"/>
                <a:gd name="connsiteY135" fmla="*/ 444248 h 526534"/>
                <a:gd name="connsiteX136" fmla="*/ 315058 w 393747"/>
                <a:gd name="connsiteY136" fmla="*/ 444319 h 526534"/>
                <a:gd name="connsiteX137" fmla="*/ 322845 w 393747"/>
                <a:gd name="connsiteY137" fmla="*/ 444377 h 526534"/>
                <a:gd name="connsiteX138" fmla="*/ 327270 w 393747"/>
                <a:gd name="connsiteY138" fmla="*/ 444431 h 526534"/>
                <a:gd name="connsiteX139" fmla="*/ 329979 w 393747"/>
                <a:gd name="connsiteY139" fmla="*/ 444432 h 526534"/>
                <a:gd name="connsiteX140" fmla="*/ 332372 w 393747"/>
                <a:gd name="connsiteY140" fmla="*/ 444452 h 526534"/>
                <a:gd name="connsiteX141" fmla="*/ 334246 w 393747"/>
                <a:gd name="connsiteY141" fmla="*/ 444094 h 526534"/>
                <a:gd name="connsiteX142" fmla="*/ 335734 w 393747"/>
                <a:gd name="connsiteY142" fmla="*/ 441118 h 526534"/>
                <a:gd name="connsiteX143" fmla="*/ 343920 w 393747"/>
                <a:gd name="connsiteY143" fmla="*/ 441862 h 526534"/>
                <a:gd name="connsiteX144" fmla="*/ 343920 w 393747"/>
                <a:gd name="connsiteY144" fmla="*/ 72768 h 526534"/>
                <a:gd name="connsiteX145" fmla="*/ 15754 w 393747"/>
                <a:gd name="connsiteY145" fmla="*/ 72024 h 526534"/>
                <a:gd name="connsiteX146" fmla="*/ 15754 w 393747"/>
                <a:gd name="connsiteY146" fmla="*/ 586 h 52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93747" h="526534">
                  <a:moveTo>
                    <a:pt x="15754" y="586"/>
                  </a:moveTo>
                  <a:cubicBezTo>
                    <a:pt x="53202" y="574"/>
                    <a:pt x="90650" y="562"/>
                    <a:pt x="128098" y="555"/>
                  </a:cubicBezTo>
                  <a:cubicBezTo>
                    <a:pt x="128652" y="555"/>
                    <a:pt x="129205" y="555"/>
                    <a:pt x="129776" y="555"/>
                  </a:cubicBezTo>
                  <a:cubicBezTo>
                    <a:pt x="141810" y="552"/>
                    <a:pt x="153844" y="550"/>
                    <a:pt x="165878" y="548"/>
                  </a:cubicBezTo>
                  <a:cubicBezTo>
                    <a:pt x="171779" y="548"/>
                    <a:pt x="177680" y="547"/>
                    <a:pt x="183581" y="546"/>
                  </a:cubicBezTo>
                  <a:cubicBezTo>
                    <a:pt x="184168" y="546"/>
                    <a:pt x="184755" y="545"/>
                    <a:pt x="185360" y="545"/>
                  </a:cubicBezTo>
                  <a:cubicBezTo>
                    <a:pt x="204412" y="542"/>
                    <a:pt x="223463" y="537"/>
                    <a:pt x="242515" y="530"/>
                  </a:cubicBezTo>
                  <a:cubicBezTo>
                    <a:pt x="262084" y="523"/>
                    <a:pt x="281654" y="518"/>
                    <a:pt x="301223" y="517"/>
                  </a:cubicBezTo>
                  <a:cubicBezTo>
                    <a:pt x="303984" y="516"/>
                    <a:pt x="306745" y="516"/>
                    <a:pt x="309506" y="516"/>
                  </a:cubicBezTo>
                  <a:cubicBezTo>
                    <a:pt x="310049" y="516"/>
                    <a:pt x="310593" y="516"/>
                    <a:pt x="311152" y="516"/>
                  </a:cubicBezTo>
                  <a:cubicBezTo>
                    <a:pt x="319918" y="515"/>
                    <a:pt x="328683" y="511"/>
                    <a:pt x="337448" y="507"/>
                  </a:cubicBezTo>
                  <a:cubicBezTo>
                    <a:pt x="346249" y="503"/>
                    <a:pt x="355050" y="501"/>
                    <a:pt x="363851" y="502"/>
                  </a:cubicBezTo>
                  <a:cubicBezTo>
                    <a:pt x="368624" y="503"/>
                    <a:pt x="373397" y="502"/>
                    <a:pt x="378170" y="498"/>
                  </a:cubicBezTo>
                  <a:cubicBezTo>
                    <a:pt x="382532" y="494"/>
                    <a:pt x="386894" y="494"/>
                    <a:pt x="391256" y="497"/>
                  </a:cubicBezTo>
                  <a:cubicBezTo>
                    <a:pt x="392841" y="497"/>
                    <a:pt x="394427" y="496"/>
                    <a:pt x="396012" y="494"/>
                  </a:cubicBezTo>
                  <a:cubicBezTo>
                    <a:pt x="398152" y="491"/>
                    <a:pt x="400292" y="492"/>
                    <a:pt x="402433" y="495"/>
                  </a:cubicBezTo>
                  <a:cubicBezTo>
                    <a:pt x="403375" y="492"/>
                    <a:pt x="403375" y="492"/>
                    <a:pt x="404337" y="489"/>
                  </a:cubicBezTo>
                  <a:cubicBezTo>
                    <a:pt x="408575" y="502"/>
                    <a:pt x="408575" y="502"/>
                    <a:pt x="409404" y="1331"/>
                  </a:cubicBezTo>
                  <a:cubicBezTo>
                    <a:pt x="409476" y="2331"/>
                    <a:pt x="409497" y="3335"/>
                    <a:pt x="409497" y="4338"/>
                  </a:cubicBezTo>
                  <a:cubicBezTo>
                    <a:pt x="409499" y="4992"/>
                    <a:pt x="409500" y="5645"/>
                    <a:pt x="409502" y="6318"/>
                  </a:cubicBezTo>
                  <a:cubicBezTo>
                    <a:pt x="409499" y="7410"/>
                    <a:pt x="409499" y="7410"/>
                    <a:pt x="409496" y="8523"/>
                  </a:cubicBezTo>
                  <a:cubicBezTo>
                    <a:pt x="409497" y="9291"/>
                    <a:pt x="409498" y="10060"/>
                    <a:pt x="409499" y="10852"/>
                  </a:cubicBezTo>
                  <a:cubicBezTo>
                    <a:pt x="409501" y="13462"/>
                    <a:pt x="409497" y="16071"/>
                    <a:pt x="409494" y="18681"/>
                  </a:cubicBezTo>
                  <a:cubicBezTo>
                    <a:pt x="409494" y="20557"/>
                    <a:pt x="409495" y="22433"/>
                    <a:pt x="409496" y="24309"/>
                  </a:cubicBezTo>
                  <a:cubicBezTo>
                    <a:pt x="409497" y="28406"/>
                    <a:pt x="409496" y="32503"/>
                    <a:pt x="409493" y="36600"/>
                  </a:cubicBezTo>
                  <a:cubicBezTo>
                    <a:pt x="409489" y="42691"/>
                    <a:pt x="409488" y="48783"/>
                    <a:pt x="409489" y="54875"/>
                  </a:cubicBezTo>
                  <a:cubicBezTo>
                    <a:pt x="409490" y="65121"/>
                    <a:pt x="409488" y="75367"/>
                    <a:pt x="409483" y="85612"/>
                  </a:cubicBezTo>
                  <a:cubicBezTo>
                    <a:pt x="409479" y="95762"/>
                    <a:pt x="409476" y="105911"/>
                    <a:pt x="409475" y="116061"/>
                  </a:cubicBezTo>
                  <a:cubicBezTo>
                    <a:pt x="409475" y="116691"/>
                    <a:pt x="409475" y="117321"/>
                    <a:pt x="409475" y="117971"/>
                  </a:cubicBezTo>
                  <a:cubicBezTo>
                    <a:pt x="409475" y="121171"/>
                    <a:pt x="409474" y="124372"/>
                    <a:pt x="409474" y="127573"/>
                  </a:cubicBezTo>
                  <a:cubicBezTo>
                    <a:pt x="409473" y="150263"/>
                    <a:pt x="409468" y="172953"/>
                    <a:pt x="409461" y="195643"/>
                  </a:cubicBezTo>
                  <a:cubicBezTo>
                    <a:pt x="409454" y="217690"/>
                    <a:pt x="409448" y="239738"/>
                    <a:pt x="409445" y="261785"/>
                  </a:cubicBezTo>
                  <a:cubicBezTo>
                    <a:pt x="409445" y="262804"/>
                    <a:pt x="409445" y="262804"/>
                    <a:pt x="409445" y="263844"/>
                  </a:cubicBezTo>
                  <a:cubicBezTo>
                    <a:pt x="409444" y="270664"/>
                    <a:pt x="409443" y="277485"/>
                    <a:pt x="409442" y="284306"/>
                  </a:cubicBezTo>
                  <a:cubicBezTo>
                    <a:pt x="409440" y="298201"/>
                    <a:pt x="409438" y="312096"/>
                    <a:pt x="409436" y="325992"/>
                  </a:cubicBezTo>
                  <a:cubicBezTo>
                    <a:pt x="409436" y="326630"/>
                    <a:pt x="409436" y="327269"/>
                    <a:pt x="409436" y="327928"/>
                  </a:cubicBezTo>
                  <a:cubicBezTo>
                    <a:pt x="409429" y="370619"/>
                    <a:pt x="409417" y="413310"/>
                    <a:pt x="409404" y="456000"/>
                  </a:cubicBezTo>
                  <a:cubicBezTo>
                    <a:pt x="408913" y="456000"/>
                    <a:pt x="408422" y="456000"/>
                    <a:pt x="407916" y="456000"/>
                  </a:cubicBezTo>
                  <a:cubicBezTo>
                    <a:pt x="406978" y="457876"/>
                    <a:pt x="407042" y="459255"/>
                    <a:pt x="406989" y="461352"/>
                  </a:cubicBezTo>
                  <a:cubicBezTo>
                    <a:pt x="406964" y="462116"/>
                    <a:pt x="406940" y="462880"/>
                    <a:pt x="406915" y="463667"/>
                  </a:cubicBezTo>
                  <a:cubicBezTo>
                    <a:pt x="406869" y="465287"/>
                    <a:pt x="406826" y="466907"/>
                    <a:pt x="406787" y="468527"/>
                  </a:cubicBezTo>
                  <a:cubicBezTo>
                    <a:pt x="406761" y="469290"/>
                    <a:pt x="406736" y="470053"/>
                    <a:pt x="406710" y="470840"/>
                  </a:cubicBezTo>
                  <a:cubicBezTo>
                    <a:pt x="406691" y="471543"/>
                    <a:pt x="406673" y="472247"/>
                    <a:pt x="406653" y="472972"/>
                  </a:cubicBezTo>
                  <a:cubicBezTo>
                    <a:pt x="406579" y="473511"/>
                    <a:pt x="406505" y="474049"/>
                    <a:pt x="406428" y="474604"/>
                  </a:cubicBezTo>
                  <a:cubicBezTo>
                    <a:pt x="405937" y="474850"/>
                    <a:pt x="405446" y="475095"/>
                    <a:pt x="404940" y="475348"/>
                  </a:cubicBezTo>
                  <a:cubicBezTo>
                    <a:pt x="404674" y="477659"/>
                    <a:pt x="404609" y="479954"/>
                    <a:pt x="404524" y="482278"/>
                  </a:cubicBezTo>
                  <a:cubicBezTo>
                    <a:pt x="404415" y="482938"/>
                    <a:pt x="404307" y="483598"/>
                    <a:pt x="404195" y="484278"/>
                  </a:cubicBezTo>
                  <a:cubicBezTo>
                    <a:pt x="403459" y="484523"/>
                    <a:pt x="402722" y="484769"/>
                    <a:pt x="401963" y="485022"/>
                  </a:cubicBezTo>
                  <a:cubicBezTo>
                    <a:pt x="401527" y="486425"/>
                    <a:pt x="401527" y="486425"/>
                    <a:pt x="401451" y="488045"/>
                  </a:cubicBezTo>
                  <a:cubicBezTo>
                    <a:pt x="401375" y="489012"/>
                    <a:pt x="401298" y="489979"/>
                    <a:pt x="401219" y="490975"/>
                  </a:cubicBezTo>
                  <a:cubicBezTo>
                    <a:pt x="400482" y="490975"/>
                    <a:pt x="399745" y="490975"/>
                    <a:pt x="398986" y="490975"/>
                  </a:cubicBezTo>
                  <a:cubicBezTo>
                    <a:pt x="398894" y="491696"/>
                    <a:pt x="398802" y="492418"/>
                    <a:pt x="398707" y="493161"/>
                  </a:cubicBezTo>
                  <a:cubicBezTo>
                    <a:pt x="398554" y="493913"/>
                    <a:pt x="398400" y="494665"/>
                    <a:pt x="398242" y="495440"/>
                  </a:cubicBezTo>
                  <a:cubicBezTo>
                    <a:pt x="397751" y="495686"/>
                    <a:pt x="397260" y="495931"/>
                    <a:pt x="396754" y="496184"/>
                  </a:cubicBezTo>
                  <a:cubicBezTo>
                    <a:pt x="396647" y="496675"/>
                    <a:pt x="396539" y="497166"/>
                    <a:pt x="396428" y="497672"/>
                  </a:cubicBezTo>
                  <a:cubicBezTo>
                    <a:pt x="396290" y="498163"/>
                    <a:pt x="396152" y="498655"/>
                    <a:pt x="396010" y="499161"/>
                  </a:cubicBezTo>
                  <a:cubicBezTo>
                    <a:pt x="395273" y="499406"/>
                    <a:pt x="394536" y="499652"/>
                    <a:pt x="393777" y="499905"/>
                  </a:cubicBezTo>
                  <a:cubicBezTo>
                    <a:pt x="393532" y="500641"/>
                    <a:pt x="393286" y="501378"/>
                    <a:pt x="393033" y="502137"/>
                  </a:cubicBezTo>
                  <a:cubicBezTo>
                    <a:pt x="392297" y="502383"/>
                    <a:pt x="391560" y="502628"/>
                    <a:pt x="390801" y="502881"/>
                  </a:cubicBezTo>
                  <a:cubicBezTo>
                    <a:pt x="390571" y="503372"/>
                    <a:pt x="390340" y="503864"/>
                    <a:pt x="390103" y="504370"/>
                  </a:cubicBezTo>
                  <a:cubicBezTo>
                    <a:pt x="389712" y="505106"/>
                    <a:pt x="389712" y="505106"/>
                    <a:pt x="389313" y="505858"/>
                  </a:cubicBezTo>
                  <a:cubicBezTo>
                    <a:pt x="388791" y="505981"/>
                    <a:pt x="388269" y="506103"/>
                    <a:pt x="387731" y="506230"/>
                  </a:cubicBezTo>
                  <a:cubicBezTo>
                    <a:pt x="387271" y="506353"/>
                    <a:pt x="386810" y="506476"/>
                    <a:pt x="386336" y="506602"/>
                  </a:cubicBezTo>
                  <a:cubicBezTo>
                    <a:pt x="386336" y="507584"/>
                    <a:pt x="386336" y="508567"/>
                    <a:pt x="386336" y="509579"/>
                  </a:cubicBezTo>
                  <a:cubicBezTo>
                    <a:pt x="384611" y="510112"/>
                    <a:pt x="382873" y="510607"/>
                    <a:pt x="381127" y="511067"/>
                  </a:cubicBezTo>
                  <a:cubicBezTo>
                    <a:pt x="380882" y="511804"/>
                    <a:pt x="380636" y="512540"/>
                    <a:pt x="380383" y="513299"/>
                  </a:cubicBezTo>
                  <a:cubicBezTo>
                    <a:pt x="379008" y="513517"/>
                    <a:pt x="379008" y="513517"/>
                    <a:pt x="377360" y="513439"/>
                  </a:cubicBezTo>
                  <a:cubicBezTo>
                    <a:pt x="376393" y="513393"/>
                    <a:pt x="375426" y="513347"/>
                    <a:pt x="374430" y="513299"/>
                  </a:cubicBezTo>
                  <a:cubicBezTo>
                    <a:pt x="374430" y="514282"/>
                    <a:pt x="374430" y="515264"/>
                    <a:pt x="374430" y="516276"/>
                  </a:cubicBezTo>
                  <a:cubicBezTo>
                    <a:pt x="373964" y="516321"/>
                    <a:pt x="373497" y="516366"/>
                    <a:pt x="373017" y="516412"/>
                  </a:cubicBezTo>
                  <a:cubicBezTo>
                    <a:pt x="372409" y="516475"/>
                    <a:pt x="371801" y="516537"/>
                    <a:pt x="371174" y="516601"/>
                  </a:cubicBezTo>
                  <a:cubicBezTo>
                    <a:pt x="370570" y="516662"/>
                    <a:pt x="369966" y="516722"/>
                    <a:pt x="369343" y="516785"/>
                  </a:cubicBezTo>
                  <a:cubicBezTo>
                    <a:pt x="367701" y="516939"/>
                    <a:pt x="367701" y="516939"/>
                    <a:pt x="366244" y="517764"/>
                  </a:cubicBezTo>
                  <a:cubicBezTo>
                    <a:pt x="366244" y="518501"/>
                    <a:pt x="366244" y="519238"/>
                    <a:pt x="366244" y="519997"/>
                  </a:cubicBezTo>
                  <a:cubicBezTo>
                    <a:pt x="365348" y="520024"/>
                    <a:pt x="364452" y="520052"/>
                    <a:pt x="363529" y="520081"/>
                  </a:cubicBezTo>
                  <a:cubicBezTo>
                    <a:pt x="362357" y="520130"/>
                    <a:pt x="361184" y="520179"/>
                    <a:pt x="360012" y="520229"/>
                  </a:cubicBezTo>
                  <a:cubicBezTo>
                    <a:pt x="359126" y="520254"/>
                    <a:pt x="359126" y="520254"/>
                    <a:pt x="358221" y="520280"/>
                  </a:cubicBezTo>
                  <a:cubicBezTo>
                    <a:pt x="356673" y="520352"/>
                    <a:pt x="355131" y="520540"/>
                    <a:pt x="353594" y="520741"/>
                  </a:cubicBezTo>
                  <a:cubicBezTo>
                    <a:pt x="353103" y="521477"/>
                    <a:pt x="352612" y="522214"/>
                    <a:pt x="352106" y="522973"/>
                  </a:cubicBezTo>
                  <a:cubicBezTo>
                    <a:pt x="350463" y="523250"/>
                    <a:pt x="350463" y="523250"/>
                    <a:pt x="348396" y="523248"/>
                  </a:cubicBezTo>
                  <a:cubicBezTo>
                    <a:pt x="347238" y="523255"/>
                    <a:pt x="347238" y="523255"/>
                    <a:pt x="346056" y="523263"/>
                  </a:cubicBezTo>
                  <a:cubicBezTo>
                    <a:pt x="345220" y="523259"/>
                    <a:pt x="344384" y="523254"/>
                    <a:pt x="343522" y="523249"/>
                  </a:cubicBezTo>
                  <a:cubicBezTo>
                    <a:pt x="341767" y="523262"/>
                    <a:pt x="340011" y="523275"/>
                    <a:pt x="338256" y="523289"/>
                  </a:cubicBezTo>
                  <a:cubicBezTo>
                    <a:pt x="335476" y="523296"/>
                    <a:pt x="332697" y="523299"/>
                    <a:pt x="329917" y="523297"/>
                  </a:cubicBezTo>
                  <a:cubicBezTo>
                    <a:pt x="327243" y="523300"/>
                    <a:pt x="324569" y="523320"/>
                    <a:pt x="321895" y="523342"/>
                  </a:cubicBezTo>
                  <a:cubicBezTo>
                    <a:pt x="321057" y="523336"/>
                    <a:pt x="320219" y="523330"/>
                    <a:pt x="319356" y="523324"/>
                  </a:cubicBezTo>
                  <a:cubicBezTo>
                    <a:pt x="318586" y="523331"/>
                    <a:pt x="317816" y="523339"/>
                    <a:pt x="317023" y="523346"/>
                  </a:cubicBezTo>
                  <a:cubicBezTo>
                    <a:pt x="316001" y="523346"/>
                    <a:pt x="316001" y="523346"/>
                    <a:pt x="314959" y="523346"/>
                  </a:cubicBezTo>
                  <a:cubicBezTo>
                    <a:pt x="314448" y="523469"/>
                    <a:pt x="313937" y="523591"/>
                    <a:pt x="313410" y="523717"/>
                  </a:cubicBezTo>
                  <a:cubicBezTo>
                    <a:pt x="312940" y="525195"/>
                    <a:pt x="312940" y="525195"/>
                    <a:pt x="312666" y="526694"/>
                  </a:cubicBezTo>
                  <a:cubicBezTo>
                    <a:pt x="310705" y="526980"/>
                    <a:pt x="309048" y="527057"/>
                    <a:pt x="307085" y="527011"/>
                  </a:cubicBezTo>
                  <a:cubicBezTo>
                    <a:pt x="306526" y="527008"/>
                    <a:pt x="305968" y="527006"/>
                    <a:pt x="305392" y="527003"/>
                  </a:cubicBezTo>
                  <a:cubicBezTo>
                    <a:pt x="304208" y="526996"/>
                    <a:pt x="303025" y="526981"/>
                    <a:pt x="301841" y="526959"/>
                  </a:cubicBezTo>
                  <a:cubicBezTo>
                    <a:pt x="300023" y="526927"/>
                    <a:pt x="298206" y="526914"/>
                    <a:pt x="296388" y="526905"/>
                  </a:cubicBezTo>
                  <a:cubicBezTo>
                    <a:pt x="295241" y="526895"/>
                    <a:pt x="294094" y="526884"/>
                    <a:pt x="292946" y="526871"/>
                  </a:cubicBezTo>
                  <a:cubicBezTo>
                    <a:pt x="292399" y="526866"/>
                    <a:pt x="291852" y="526860"/>
                    <a:pt x="291288" y="526854"/>
                  </a:cubicBezTo>
                  <a:cubicBezTo>
                    <a:pt x="287453" y="526782"/>
                    <a:pt x="287453" y="526782"/>
                    <a:pt x="286621" y="525950"/>
                  </a:cubicBezTo>
                  <a:cubicBezTo>
                    <a:pt x="286446" y="524201"/>
                    <a:pt x="286313" y="522448"/>
                    <a:pt x="286203" y="520694"/>
                  </a:cubicBezTo>
                  <a:cubicBezTo>
                    <a:pt x="286109" y="519254"/>
                    <a:pt x="286109" y="519254"/>
                    <a:pt x="286014" y="517784"/>
                  </a:cubicBezTo>
                  <a:cubicBezTo>
                    <a:pt x="285969" y="517041"/>
                    <a:pt x="285924" y="516298"/>
                    <a:pt x="285877" y="515532"/>
                  </a:cubicBezTo>
                  <a:cubicBezTo>
                    <a:pt x="285140" y="515532"/>
                    <a:pt x="284404" y="515532"/>
                    <a:pt x="283645" y="515532"/>
                  </a:cubicBezTo>
                  <a:cubicBezTo>
                    <a:pt x="283634" y="515089"/>
                    <a:pt x="283623" y="514646"/>
                    <a:pt x="283612" y="514189"/>
                  </a:cubicBezTo>
                  <a:cubicBezTo>
                    <a:pt x="283556" y="512187"/>
                    <a:pt x="283484" y="510185"/>
                    <a:pt x="283412" y="508183"/>
                  </a:cubicBezTo>
                  <a:cubicBezTo>
                    <a:pt x="283395" y="507486"/>
                    <a:pt x="283379" y="506789"/>
                    <a:pt x="283361" y="506070"/>
                  </a:cubicBezTo>
                  <a:cubicBezTo>
                    <a:pt x="283322" y="505070"/>
                    <a:pt x="283322" y="505070"/>
                    <a:pt x="283281" y="504050"/>
                  </a:cubicBezTo>
                  <a:cubicBezTo>
                    <a:pt x="283252" y="503126"/>
                    <a:pt x="283252" y="503126"/>
                    <a:pt x="283222" y="502184"/>
                  </a:cubicBezTo>
                  <a:cubicBezTo>
                    <a:pt x="283026" y="500356"/>
                    <a:pt x="283026" y="500356"/>
                    <a:pt x="280668" y="499161"/>
                  </a:cubicBezTo>
                  <a:cubicBezTo>
                    <a:pt x="280502" y="496978"/>
                    <a:pt x="280502" y="496978"/>
                    <a:pt x="280622" y="494370"/>
                  </a:cubicBezTo>
                  <a:cubicBezTo>
                    <a:pt x="280876" y="490566"/>
                    <a:pt x="280876" y="490566"/>
                    <a:pt x="279180" y="487254"/>
                  </a:cubicBezTo>
                  <a:cubicBezTo>
                    <a:pt x="278934" y="487254"/>
                    <a:pt x="278689" y="487254"/>
                    <a:pt x="278436" y="487254"/>
                  </a:cubicBezTo>
                  <a:cubicBezTo>
                    <a:pt x="278399" y="486573"/>
                    <a:pt x="278363" y="485892"/>
                    <a:pt x="278325" y="485191"/>
                  </a:cubicBezTo>
                  <a:cubicBezTo>
                    <a:pt x="278270" y="484306"/>
                    <a:pt x="278214" y="483422"/>
                    <a:pt x="278157" y="482510"/>
                  </a:cubicBezTo>
                  <a:cubicBezTo>
                    <a:pt x="278105" y="481630"/>
                    <a:pt x="278053" y="480749"/>
                    <a:pt x="278000" y="479842"/>
                  </a:cubicBezTo>
                  <a:cubicBezTo>
                    <a:pt x="277913" y="477502"/>
                    <a:pt x="277913" y="477502"/>
                    <a:pt x="276203" y="476092"/>
                  </a:cubicBezTo>
                  <a:cubicBezTo>
                    <a:pt x="275958" y="476092"/>
                    <a:pt x="275712" y="476092"/>
                    <a:pt x="275459" y="476092"/>
                  </a:cubicBezTo>
                  <a:cubicBezTo>
                    <a:pt x="275431" y="475411"/>
                    <a:pt x="275403" y="474730"/>
                    <a:pt x="275375" y="474028"/>
                  </a:cubicBezTo>
                  <a:cubicBezTo>
                    <a:pt x="275301" y="472702"/>
                    <a:pt x="275301" y="472702"/>
                    <a:pt x="275227" y="471348"/>
                  </a:cubicBezTo>
                  <a:cubicBezTo>
                    <a:pt x="275183" y="470468"/>
                    <a:pt x="275140" y="469587"/>
                    <a:pt x="275096" y="468680"/>
                  </a:cubicBezTo>
                  <a:cubicBezTo>
                    <a:pt x="274970" y="467934"/>
                    <a:pt x="274844" y="467187"/>
                    <a:pt x="274715" y="466418"/>
                  </a:cubicBezTo>
                  <a:cubicBezTo>
                    <a:pt x="273978" y="465927"/>
                    <a:pt x="273242" y="465436"/>
                    <a:pt x="272483" y="464930"/>
                  </a:cubicBezTo>
                  <a:cubicBezTo>
                    <a:pt x="272265" y="463157"/>
                    <a:pt x="272265" y="463157"/>
                    <a:pt x="272343" y="461116"/>
                  </a:cubicBezTo>
                  <a:cubicBezTo>
                    <a:pt x="272363" y="460439"/>
                    <a:pt x="272383" y="459762"/>
                    <a:pt x="272404" y="459064"/>
                  </a:cubicBezTo>
                  <a:cubicBezTo>
                    <a:pt x="272430" y="458544"/>
                    <a:pt x="272456" y="458024"/>
                    <a:pt x="272483" y="457489"/>
                  </a:cubicBezTo>
                  <a:cubicBezTo>
                    <a:pt x="271746" y="457489"/>
                    <a:pt x="271009" y="457489"/>
                    <a:pt x="270250" y="457489"/>
                  </a:cubicBezTo>
                  <a:cubicBezTo>
                    <a:pt x="270005" y="455033"/>
                    <a:pt x="269759" y="452577"/>
                    <a:pt x="269506" y="450047"/>
                  </a:cubicBezTo>
                  <a:cubicBezTo>
                    <a:pt x="268769" y="450047"/>
                    <a:pt x="268033" y="450047"/>
                    <a:pt x="267274" y="450047"/>
                  </a:cubicBezTo>
                  <a:cubicBezTo>
                    <a:pt x="267234" y="448699"/>
                    <a:pt x="267205" y="447350"/>
                    <a:pt x="267181" y="446001"/>
                  </a:cubicBezTo>
                  <a:cubicBezTo>
                    <a:pt x="267155" y="444874"/>
                    <a:pt x="267155" y="444874"/>
                    <a:pt x="267128" y="443725"/>
                  </a:cubicBezTo>
                  <a:cubicBezTo>
                    <a:pt x="267200" y="442803"/>
                    <a:pt x="267200" y="442803"/>
                    <a:pt x="267274" y="441862"/>
                  </a:cubicBezTo>
                  <a:cubicBezTo>
                    <a:pt x="269371" y="440813"/>
                    <a:pt x="271123" y="441034"/>
                    <a:pt x="273465" y="441045"/>
                  </a:cubicBezTo>
                  <a:cubicBezTo>
                    <a:pt x="274400" y="441047"/>
                    <a:pt x="275336" y="441050"/>
                    <a:pt x="276299" y="441052"/>
                  </a:cubicBezTo>
                  <a:cubicBezTo>
                    <a:pt x="277280" y="441058"/>
                    <a:pt x="278262" y="441065"/>
                    <a:pt x="279273" y="441071"/>
                  </a:cubicBezTo>
                  <a:cubicBezTo>
                    <a:pt x="280270" y="441075"/>
                    <a:pt x="281267" y="441078"/>
                    <a:pt x="282264" y="441081"/>
                  </a:cubicBezTo>
                  <a:cubicBezTo>
                    <a:pt x="284709" y="441090"/>
                    <a:pt x="287153" y="441102"/>
                    <a:pt x="289598" y="441118"/>
                  </a:cubicBezTo>
                  <a:cubicBezTo>
                    <a:pt x="289598" y="442100"/>
                    <a:pt x="289598" y="443082"/>
                    <a:pt x="289598" y="444094"/>
                  </a:cubicBezTo>
                  <a:cubicBezTo>
                    <a:pt x="295393" y="444163"/>
                    <a:pt x="301189" y="444216"/>
                    <a:pt x="306985" y="444248"/>
                  </a:cubicBezTo>
                  <a:cubicBezTo>
                    <a:pt x="309676" y="444264"/>
                    <a:pt x="312367" y="444285"/>
                    <a:pt x="315058" y="444319"/>
                  </a:cubicBezTo>
                  <a:cubicBezTo>
                    <a:pt x="317654" y="444351"/>
                    <a:pt x="320249" y="444369"/>
                    <a:pt x="322845" y="444377"/>
                  </a:cubicBezTo>
                  <a:cubicBezTo>
                    <a:pt x="324320" y="444385"/>
                    <a:pt x="325795" y="444408"/>
                    <a:pt x="327270" y="444431"/>
                  </a:cubicBezTo>
                  <a:cubicBezTo>
                    <a:pt x="328611" y="444432"/>
                    <a:pt x="328611" y="444432"/>
                    <a:pt x="329979" y="444432"/>
                  </a:cubicBezTo>
                  <a:cubicBezTo>
                    <a:pt x="330769" y="444439"/>
                    <a:pt x="331558" y="444445"/>
                    <a:pt x="332372" y="444452"/>
                  </a:cubicBezTo>
                  <a:cubicBezTo>
                    <a:pt x="332991" y="444334"/>
                    <a:pt x="333609" y="444216"/>
                    <a:pt x="334246" y="444094"/>
                  </a:cubicBezTo>
                  <a:cubicBezTo>
                    <a:pt x="335089" y="442623"/>
                    <a:pt x="335089" y="442623"/>
                    <a:pt x="335734" y="441118"/>
                  </a:cubicBezTo>
                  <a:cubicBezTo>
                    <a:pt x="338871" y="440869"/>
                    <a:pt x="340949" y="440872"/>
                    <a:pt x="343920" y="441862"/>
                  </a:cubicBezTo>
                  <a:cubicBezTo>
                    <a:pt x="343920" y="320061"/>
                    <a:pt x="343920" y="198260"/>
                    <a:pt x="343920" y="72768"/>
                  </a:cubicBezTo>
                  <a:cubicBezTo>
                    <a:pt x="235625" y="72523"/>
                    <a:pt x="127330" y="72277"/>
                    <a:pt x="15754" y="72024"/>
                  </a:cubicBezTo>
                  <a:cubicBezTo>
                    <a:pt x="15754" y="48450"/>
                    <a:pt x="15754" y="24875"/>
                    <a:pt x="15754" y="586"/>
                  </a:cubicBezTo>
                  <a:close/>
                </a:path>
              </a:pathLst>
            </a:custGeom>
            <a:grpFill/>
            <a:ln w="744" cap="flat">
              <a:noFill/>
              <a:prstDash val="solid"/>
              <a:miter/>
            </a:ln>
          </p:spPr>
          <p:txBody>
            <a:bodyPr rtlCol="0" anchor="ctr"/>
            <a:lstStyle/>
            <a:p>
              <a:endParaRPr lang="zh-CN" altLang="en-US"/>
            </a:p>
          </p:txBody>
        </p:sp>
        <p:sp>
          <p:nvSpPr>
            <p:cNvPr id="157" name="任意多边形: 形状 156"/>
            <p:cNvSpPr/>
            <p:nvPr/>
          </p:nvSpPr>
          <p:spPr>
            <a:xfrm>
              <a:off x="7096050" y="609929"/>
              <a:ext cx="207887" cy="540865"/>
            </a:xfrm>
            <a:custGeom>
              <a:avLst/>
              <a:gdLst>
                <a:gd name="connsiteX0" fmla="*/ 18026 w 207891"/>
                <a:gd name="connsiteY0" fmla="*/ 537 h 540847"/>
                <a:gd name="connsiteX1" fmla="*/ 19804 w 207891"/>
                <a:gd name="connsiteY1" fmla="*/ 530 h 540847"/>
                <a:gd name="connsiteX2" fmla="*/ 25640 w 207891"/>
                <a:gd name="connsiteY2" fmla="*/ 520 h 540847"/>
                <a:gd name="connsiteX3" fmla="*/ 29682 w 207891"/>
                <a:gd name="connsiteY3" fmla="*/ 513 h 540847"/>
                <a:gd name="connsiteX4" fmla="*/ 38159 w 207891"/>
                <a:gd name="connsiteY4" fmla="*/ 507 h 540847"/>
                <a:gd name="connsiteX5" fmla="*/ 49050 w 207891"/>
                <a:gd name="connsiteY5" fmla="*/ 485 h 540847"/>
                <a:gd name="connsiteX6" fmla="*/ 57398 w 207891"/>
                <a:gd name="connsiteY6" fmla="*/ 475 h 540847"/>
                <a:gd name="connsiteX7" fmla="*/ 61415 w 207891"/>
                <a:gd name="connsiteY7" fmla="*/ 465 h 540847"/>
                <a:gd name="connsiteX8" fmla="*/ 67017 w 207891"/>
                <a:gd name="connsiteY8" fmla="*/ 465 h 540847"/>
                <a:gd name="connsiteX9" fmla="*/ 68710 w 207891"/>
                <a:gd name="connsiteY9" fmla="*/ 452 h 540847"/>
                <a:gd name="connsiteX10" fmla="*/ 72611 w 207891"/>
                <a:gd name="connsiteY10" fmla="*/ 645 h 540847"/>
                <a:gd name="connsiteX11" fmla="*/ 73445 w 207891"/>
                <a:gd name="connsiteY11" fmla="*/ 9036 h 540847"/>
                <a:gd name="connsiteX12" fmla="*/ 73447 w 207891"/>
                <a:gd name="connsiteY12" fmla="*/ 11232 h 540847"/>
                <a:gd name="connsiteX13" fmla="*/ 73440 w 207891"/>
                <a:gd name="connsiteY13" fmla="*/ 18560 h 540847"/>
                <a:gd name="connsiteX14" fmla="*/ 73440 w 207891"/>
                <a:gd name="connsiteY14" fmla="*/ 23795 h 540847"/>
                <a:gd name="connsiteX15" fmla="*/ 73431 w 207891"/>
                <a:gd name="connsiteY15" fmla="*/ 38047 h 540847"/>
                <a:gd name="connsiteX16" fmla="*/ 73425 w 207891"/>
                <a:gd name="connsiteY16" fmla="*/ 51420 h 540847"/>
                <a:gd name="connsiteX17" fmla="*/ 73411 w 207891"/>
                <a:gd name="connsiteY17" fmla="*/ 77913 h 540847"/>
                <a:gd name="connsiteX18" fmla="*/ 73396 w 207891"/>
                <a:gd name="connsiteY18" fmla="*/ 103653 h 540847"/>
                <a:gd name="connsiteX19" fmla="*/ 73395 w 207891"/>
                <a:gd name="connsiteY19" fmla="*/ 105255 h 540847"/>
                <a:gd name="connsiteX20" fmla="*/ 73393 w 207891"/>
                <a:gd name="connsiteY20" fmla="*/ 113211 h 540847"/>
                <a:gd name="connsiteX21" fmla="*/ 73355 w 207891"/>
                <a:gd name="connsiteY21" fmla="*/ 179239 h 540847"/>
                <a:gd name="connsiteX22" fmla="*/ 76332 w 207891"/>
                <a:gd name="connsiteY22" fmla="*/ 175518 h 540847"/>
                <a:gd name="connsiteX23" fmla="*/ 79308 w 207891"/>
                <a:gd name="connsiteY23" fmla="*/ 174030 h 540847"/>
                <a:gd name="connsiteX24" fmla="*/ 80796 w 207891"/>
                <a:gd name="connsiteY24" fmla="*/ 171798 h 540847"/>
                <a:gd name="connsiteX25" fmla="*/ 82331 w 207891"/>
                <a:gd name="connsiteY25" fmla="*/ 171426 h 540847"/>
                <a:gd name="connsiteX26" fmla="*/ 83773 w 207891"/>
                <a:gd name="connsiteY26" fmla="*/ 171053 h 540847"/>
                <a:gd name="connsiteX27" fmla="*/ 84517 w 207891"/>
                <a:gd name="connsiteY27" fmla="*/ 168821 h 540847"/>
                <a:gd name="connsiteX28" fmla="*/ 87494 w 207891"/>
                <a:gd name="connsiteY28" fmla="*/ 167333 h 540847"/>
                <a:gd name="connsiteX29" fmla="*/ 88238 w 207891"/>
                <a:gd name="connsiteY29" fmla="*/ 165100 h 540847"/>
                <a:gd name="connsiteX30" fmla="*/ 91959 w 207891"/>
                <a:gd name="connsiteY30" fmla="*/ 164356 h 540847"/>
                <a:gd name="connsiteX31" fmla="*/ 92703 w 207891"/>
                <a:gd name="connsiteY31" fmla="*/ 162124 h 540847"/>
                <a:gd name="connsiteX32" fmla="*/ 94191 w 207891"/>
                <a:gd name="connsiteY32" fmla="*/ 161798 h 540847"/>
                <a:gd name="connsiteX33" fmla="*/ 95679 w 207891"/>
                <a:gd name="connsiteY33" fmla="*/ 161380 h 540847"/>
                <a:gd name="connsiteX34" fmla="*/ 96051 w 207891"/>
                <a:gd name="connsiteY34" fmla="*/ 159891 h 540847"/>
                <a:gd name="connsiteX35" fmla="*/ 96423 w 207891"/>
                <a:gd name="connsiteY35" fmla="*/ 158403 h 540847"/>
                <a:gd name="connsiteX36" fmla="*/ 99400 w 207891"/>
                <a:gd name="connsiteY36" fmla="*/ 157659 h 540847"/>
                <a:gd name="connsiteX37" fmla="*/ 99772 w 207891"/>
                <a:gd name="connsiteY37" fmla="*/ 156124 h 540847"/>
                <a:gd name="connsiteX38" fmla="*/ 100144 w 207891"/>
                <a:gd name="connsiteY38" fmla="*/ 154682 h 540847"/>
                <a:gd name="connsiteX39" fmla="*/ 103121 w 207891"/>
                <a:gd name="connsiteY39" fmla="*/ 154682 h 540847"/>
                <a:gd name="connsiteX40" fmla="*/ 103865 w 207891"/>
                <a:gd name="connsiteY40" fmla="*/ 151706 h 540847"/>
                <a:gd name="connsiteX41" fmla="*/ 106097 w 207891"/>
                <a:gd name="connsiteY41" fmla="*/ 150962 h 540847"/>
                <a:gd name="connsiteX42" fmla="*/ 106748 w 207891"/>
                <a:gd name="connsiteY42" fmla="*/ 149473 h 540847"/>
                <a:gd name="connsiteX43" fmla="*/ 107586 w 207891"/>
                <a:gd name="connsiteY43" fmla="*/ 147985 h 540847"/>
                <a:gd name="connsiteX44" fmla="*/ 109492 w 207891"/>
                <a:gd name="connsiteY44" fmla="*/ 147613 h 540847"/>
                <a:gd name="connsiteX45" fmla="*/ 111306 w 207891"/>
                <a:gd name="connsiteY45" fmla="*/ 147241 h 540847"/>
                <a:gd name="connsiteX46" fmla="*/ 112050 w 207891"/>
                <a:gd name="connsiteY46" fmla="*/ 144264 h 540847"/>
                <a:gd name="connsiteX47" fmla="*/ 114283 w 207891"/>
                <a:gd name="connsiteY47" fmla="*/ 143520 h 540847"/>
                <a:gd name="connsiteX48" fmla="*/ 115027 w 207891"/>
                <a:gd name="connsiteY48" fmla="*/ 141288 h 540847"/>
                <a:gd name="connsiteX49" fmla="*/ 117259 w 207891"/>
                <a:gd name="connsiteY49" fmla="*/ 140544 h 540847"/>
                <a:gd name="connsiteX50" fmla="*/ 117957 w 207891"/>
                <a:gd name="connsiteY50" fmla="*/ 139102 h 540847"/>
                <a:gd name="connsiteX51" fmla="*/ 121724 w 207891"/>
                <a:gd name="connsiteY51" fmla="*/ 136079 h 540847"/>
                <a:gd name="connsiteX52" fmla="*/ 122468 w 207891"/>
                <a:gd name="connsiteY52" fmla="*/ 134591 h 540847"/>
                <a:gd name="connsiteX53" fmla="*/ 124701 w 207891"/>
                <a:gd name="connsiteY53" fmla="*/ 133846 h 540847"/>
                <a:gd name="connsiteX54" fmla="*/ 126933 w 207891"/>
                <a:gd name="connsiteY54" fmla="*/ 130870 h 540847"/>
                <a:gd name="connsiteX55" fmla="*/ 128421 w 207891"/>
                <a:gd name="connsiteY55" fmla="*/ 130870 h 540847"/>
                <a:gd name="connsiteX56" fmla="*/ 128654 w 207891"/>
                <a:gd name="connsiteY56" fmla="*/ 129614 h 540847"/>
                <a:gd name="connsiteX57" fmla="*/ 132886 w 207891"/>
                <a:gd name="connsiteY57" fmla="*/ 124173 h 540847"/>
                <a:gd name="connsiteX58" fmla="*/ 135863 w 207891"/>
                <a:gd name="connsiteY58" fmla="*/ 122684 h 540847"/>
                <a:gd name="connsiteX59" fmla="*/ 139584 w 207891"/>
                <a:gd name="connsiteY59" fmla="*/ 117475 h 540847"/>
                <a:gd name="connsiteX60" fmla="*/ 142514 w 207891"/>
                <a:gd name="connsiteY60" fmla="*/ 114871 h 540847"/>
                <a:gd name="connsiteX61" fmla="*/ 147025 w 207891"/>
                <a:gd name="connsiteY61" fmla="*/ 110034 h 540847"/>
                <a:gd name="connsiteX62" fmla="*/ 149257 w 207891"/>
                <a:gd name="connsiteY62" fmla="*/ 109290 h 540847"/>
                <a:gd name="connsiteX63" fmla="*/ 150002 w 207891"/>
                <a:gd name="connsiteY63" fmla="*/ 107057 h 540847"/>
                <a:gd name="connsiteX64" fmla="*/ 152234 w 207891"/>
                <a:gd name="connsiteY64" fmla="*/ 106313 h 540847"/>
                <a:gd name="connsiteX65" fmla="*/ 152978 w 207891"/>
                <a:gd name="connsiteY65" fmla="*/ 104081 h 540847"/>
                <a:gd name="connsiteX66" fmla="*/ 154466 w 207891"/>
                <a:gd name="connsiteY66" fmla="*/ 103755 h 540847"/>
                <a:gd name="connsiteX67" fmla="*/ 155955 w 207891"/>
                <a:gd name="connsiteY67" fmla="*/ 103337 h 540847"/>
                <a:gd name="connsiteX68" fmla="*/ 156280 w 207891"/>
                <a:gd name="connsiteY68" fmla="*/ 102034 h 540847"/>
                <a:gd name="connsiteX69" fmla="*/ 160420 w 207891"/>
                <a:gd name="connsiteY69" fmla="*/ 96639 h 540847"/>
                <a:gd name="connsiteX70" fmla="*/ 162047 w 207891"/>
                <a:gd name="connsiteY70" fmla="*/ 94593 h 540847"/>
                <a:gd name="connsiteX71" fmla="*/ 166280 w 207891"/>
                <a:gd name="connsiteY71" fmla="*/ 91945 h 540847"/>
                <a:gd name="connsiteX72" fmla="*/ 170838 w 207891"/>
                <a:gd name="connsiteY72" fmla="*/ 92175 h 540847"/>
                <a:gd name="connsiteX73" fmla="*/ 172326 w 207891"/>
                <a:gd name="connsiteY73" fmla="*/ 96639 h 540847"/>
                <a:gd name="connsiteX74" fmla="*/ 173814 w 207891"/>
                <a:gd name="connsiteY74" fmla="*/ 97384 h 540847"/>
                <a:gd name="connsiteX75" fmla="*/ 176047 w 207891"/>
                <a:gd name="connsiteY75" fmla="*/ 101104 h 540847"/>
                <a:gd name="connsiteX76" fmla="*/ 178000 w 207891"/>
                <a:gd name="connsiteY76" fmla="*/ 103337 h 540847"/>
                <a:gd name="connsiteX77" fmla="*/ 180511 w 207891"/>
                <a:gd name="connsiteY77" fmla="*/ 109290 h 540847"/>
                <a:gd name="connsiteX78" fmla="*/ 182744 w 207891"/>
                <a:gd name="connsiteY78" fmla="*/ 110034 h 540847"/>
                <a:gd name="connsiteX79" fmla="*/ 183488 w 207891"/>
                <a:gd name="connsiteY79" fmla="*/ 113011 h 540847"/>
                <a:gd name="connsiteX80" fmla="*/ 184976 w 207891"/>
                <a:gd name="connsiteY80" fmla="*/ 113755 h 540847"/>
                <a:gd name="connsiteX81" fmla="*/ 185302 w 207891"/>
                <a:gd name="connsiteY81" fmla="*/ 115150 h 540847"/>
                <a:gd name="connsiteX82" fmla="*/ 189162 w 207891"/>
                <a:gd name="connsiteY82" fmla="*/ 119987 h 540847"/>
                <a:gd name="connsiteX83" fmla="*/ 190557 w 207891"/>
                <a:gd name="connsiteY83" fmla="*/ 123149 h 540847"/>
                <a:gd name="connsiteX84" fmla="*/ 190929 w 207891"/>
                <a:gd name="connsiteY84" fmla="*/ 124917 h 540847"/>
                <a:gd name="connsiteX85" fmla="*/ 193162 w 207891"/>
                <a:gd name="connsiteY85" fmla="*/ 125661 h 540847"/>
                <a:gd name="connsiteX86" fmla="*/ 195162 w 207891"/>
                <a:gd name="connsiteY86" fmla="*/ 128591 h 540847"/>
                <a:gd name="connsiteX87" fmla="*/ 196147 w 207891"/>
                <a:gd name="connsiteY87" fmla="*/ 130193 h 540847"/>
                <a:gd name="connsiteX88" fmla="*/ 196882 w 207891"/>
                <a:gd name="connsiteY88" fmla="*/ 133102 h 540847"/>
                <a:gd name="connsiteX89" fmla="*/ 199115 w 207891"/>
                <a:gd name="connsiteY89" fmla="*/ 133846 h 540847"/>
                <a:gd name="connsiteX90" fmla="*/ 199115 w 207891"/>
                <a:gd name="connsiteY90" fmla="*/ 137567 h 540847"/>
                <a:gd name="connsiteX91" fmla="*/ 201347 w 207891"/>
                <a:gd name="connsiteY91" fmla="*/ 137567 h 540847"/>
                <a:gd name="connsiteX92" fmla="*/ 202091 w 207891"/>
                <a:gd name="connsiteY92" fmla="*/ 140544 h 540847"/>
                <a:gd name="connsiteX93" fmla="*/ 203254 w 207891"/>
                <a:gd name="connsiteY93" fmla="*/ 141706 h 540847"/>
                <a:gd name="connsiteX94" fmla="*/ 204324 w 207891"/>
                <a:gd name="connsiteY94" fmla="*/ 145009 h 540847"/>
                <a:gd name="connsiteX95" fmla="*/ 206556 w 207891"/>
                <a:gd name="connsiteY95" fmla="*/ 145009 h 540847"/>
                <a:gd name="connsiteX96" fmla="*/ 207300 w 207891"/>
                <a:gd name="connsiteY96" fmla="*/ 148729 h 540847"/>
                <a:gd name="connsiteX97" fmla="*/ 209533 w 207891"/>
                <a:gd name="connsiteY97" fmla="*/ 149473 h 540847"/>
                <a:gd name="connsiteX98" fmla="*/ 212509 w 207891"/>
                <a:gd name="connsiteY98" fmla="*/ 152450 h 540847"/>
                <a:gd name="connsiteX99" fmla="*/ 212509 w 207891"/>
                <a:gd name="connsiteY99" fmla="*/ 159891 h 540847"/>
                <a:gd name="connsiteX100" fmla="*/ 208696 w 207891"/>
                <a:gd name="connsiteY100" fmla="*/ 161473 h 540847"/>
                <a:gd name="connsiteX101" fmla="*/ 206556 w 207891"/>
                <a:gd name="connsiteY101" fmla="*/ 161380 h 540847"/>
                <a:gd name="connsiteX102" fmla="*/ 206556 w 207891"/>
                <a:gd name="connsiteY102" fmla="*/ 164356 h 540847"/>
                <a:gd name="connsiteX103" fmla="*/ 202836 w 207891"/>
                <a:gd name="connsiteY103" fmla="*/ 165844 h 540847"/>
                <a:gd name="connsiteX104" fmla="*/ 202836 w 207891"/>
                <a:gd name="connsiteY104" fmla="*/ 168077 h 540847"/>
                <a:gd name="connsiteX105" fmla="*/ 200650 w 207891"/>
                <a:gd name="connsiteY105" fmla="*/ 167891 h 540847"/>
                <a:gd name="connsiteX106" fmla="*/ 198371 w 207891"/>
                <a:gd name="connsiteY106" fmla="*/ 168077 h 540847"/>
                <a:gd name="connsiteX107" fmla="*/ 197627 w 207891"/>
                <a:gd name="connsiteY107" fmla="*/ 171053 h 540847"/>
                <a:gd name="connsiteX108" fmla="*/ 195394 w 207891"/>
                <a:gd name="connsiteY108" fmla="*/ 172542 h 540847"/>
                <a:gd name="connsiteX109" fmla="*/ 194650 w 207891"/>
                <a:gd name="connsiteY109" fmla="*/ 174774 h 540847"/>
                <a:gd name="connsiteX110" fmla="*/ 190929 w 207891"/>
                <a:gd name="connsiteY110" fmla="*/ 176262 h 540847"/>
                <a:gd name="connsiteX111" fmla="*/ 190185 w 207891"/>
                <a:gd name="connsiteY111" fmla="*/ 178495 h 540847"/>
                <a:gd name="connsiteX112" fmla="*/ 186464 w 207891"/>
                <a:gd name="connsiteY112" fmla="*/ 179983 h 540847"/>
                <a:gd name="connsiteX113" fmla="*/ 185720 w 207891"/>
                <a:gd name="connsiteY113" fmla="*/ 181471 h 540847"/>
                <a:gd name="connsiteX114" fmla="*/ 184279 w 207891"/>
                <a:gd name="connsiteY114" fmla="*/ 181750 h 540847"/>
                <a:gd name="connsiteX115" fmla="*/ 182744 w 207891"/>
                <a:gd name="connsiteY115" fmla="*/ 182216 h 540847"/>
                <a:gd name="connsiteX116" fmla="*/ 181255 w 207891"/>
                <a:gd name="connsiteY116" fmla="*/ 185192 h 540847"/>
                <a:gd name="connsiteX117" fmla="*/ 178279 w 207891"/>
                <a:gd name="connsiteY117" fmla="*/ 186680 h 540847"/>
                <a:gd name="connsiteX118" fmla="*/ 178279 w 207891"/>
                <a:gd name="connsiteY118" fmla="*/ 188913 h 540847"/>
                <a:gd name="connsiteX119" fmla="*/ 176512 w 207891"/>
                <a:gd name="connsiteY119" fmla="*/ 188727 h 540847"/>
                <a:gd name="connsiteX120" fmla="*/ 174558 w 207891"/>
                <a:gd name="connsiteY120" fmla="*/ 188913 h 540847"/>
                <a:gd name="connsiteX121" fmla="*/ 173070 w 207891"/>
                <a:gd name="connsiteY121" fmla="*/ 191889 h 540847"/>
                <a:gd name="connsiteX122" fmla="*/ 171117 w 207891"/>
                <a:gd name="connsiteY122" fmla="*/ 192261 h 540847"/>
                <a:gd name="connsiteX123" fmla="*/ 169349 w 207891"/>
                <a:gd name="connsiteY123" fmla="*/ 192634 h 540847"/>
                <a:gd name="connsiteX124" fmla="*/ 169349 w 207891"/>
                <a:gd name="connsiteY124" fmla="*/ 195610 h 540847"/>
                <a:gd name="connsiteX125" fmla="*/ 165629 w 207891"/>
                <a:gd name="connsiteY125" fmla="*/ 196354 h 540847"/>
                <a:gd name="connsiteX126" fmla="*/ 164884 w 207891"/>
                <a:gd name="connsiteY126" fmla="*/ 198587 h 540847"/>
                <a:gd name="connsiteX127" fmla="*/ 160420 w 207891"/>
                <a:gd name="connsiteY127" fmla="*/ 199331 h 540847"/>
                <a:gd name="connsiteX128" fmla="*/ 160420 w 207891"/>
                <a:gd name="connsiteY128" fmla="*/ 202307 h 540847"/>
                <a:gd name="connsiteX129" fmla="*/ 155211 w 207891"/>
                <a:gd name="connsiteY129" fmla="*/ 203052 h 540847"/>
                <a:gd name="connsiteX130" fmla="*/ 155211 w 207891"/>
                <a:gd name="connsiteY130" fmla="*/ 205284 h 540847"/>
                <a:gd name="connsiteX131" fmla="*/ 152234 w 207891"/>
                <a:gd name="connsiteY131" fmla="*/ 206772 h 540847"/>
                <a:gd name="connsiteX132" fmla="*/ 151490 w 207891"/>
                <a:gd name="connsiteY132" fmla="*/ 209005 h 540847"/>
                <a:gd name="connsiteX133" fmla="*/ 149211 w 207891"/>
                <a:gd name="connsiteY133" fmla="*/ 209749 h 540847"/>
                <a:gd name="connsiteX134" fmla="*/ 147025 w 207891"/>
                <a:gd name="connsiteY134" fmla="*/ 210493 h 540847"/>
                <a:gd name="connsiteX135" fmla="*/ 147025 w 207891"/>
                <a:gd name="connsiteY135" fmla="*/ 212725 h 540847"/>
                <a:gd name="connsiteX136" fmla="*/ 144839 w 207891"/>
                <a:gd name="connsiteY136" fmla="*/ 212958 h 540847"/>
                <a:gd name="connsiteX137" fmla="*/ 142560 w 207891"/>
                <a:gd name="connsiteY137" fmla="*/ 213469 h 540847"/>
                <a:gd name="connsiteX138" fmla="*/ 141816 w 207891"/>
                <a:gd name="connsiteY138" fmla="*/ 215702 h 540847"/>
                <a:gd name="connsiteX139" fmla="*/ 138095 w 207891"/>
                <a:gd name="connsiteY139" fmla="*/ 217190 h 540847"/>
                <a:gd name="connsiteX140" fmla="*/ 137351 w 207891"/>
                <a:gd name="connsiteY140" fmla="*/ 219423 h 540847"/>
                <a:gd name="connsiteX141" fmla="*/ 133630 w 207891"/>
                <a:gd name="connsiteY141" fmla="*/ 220167 h 540847"/>
                <a:gd name="connsiteX142" fmla="*/ 132886 w 207891"/>
                <a:gd name="connsiteY142" fmla="*/ 222399 h 540847"/>
                <a:gd name="connsiteX143" fmla="*/ 128421 w 207891"/>
                <a:gd name="connsiteY143" fmla="*/ 223143 h 540847"/>
                <a:gd name="connsiteX144" fmla="*/ 128421 w 207891"/>
                <a:gd name="connsiteY144" fmla="*/ 226120 h 540847"/>
                <a:gd name="connsiteX145" fmla="*/ 124701 w 207891"/>
                <a:gd name="connsiteY145" fmla="*/ 226864 h 540847"/>
                <a:gd name="connsiteX146" fmla="*/ 124375 w 207891"/>
                <a:gd name="connsiteY146" fmla="*/ 228352 h 540847"/>
                <a:gd name="connsiteX147" fmla="*/ 123957 w 207891"/>
                <a:gd name="connsiteY147" fmla="*/ 229841 h 540847"/>
                <a:gd name="connsiteX148" fmla="*/ 119492 w 207891"/>
                <a:gd name="connsiteY148" fmla="*/ 230585 h 540847"/>
                <a:gd name="connsiteX149" fmla="*/ 118748 w 207891"/>
                <a:gd name="connsiteY149" fmla="*/ 232817 h 540847"/>
                <a:gd name="connsiteX150" fmla="*/ 114283 w 207891"/>
                <a:gd name="connsiteY150" fmla="*/ 234305 h 540847"/>
                <a:gd name="connsiteX151" fmla="*/ 113539 w 207891"/>
                <a:gd name="connsiteY151" fmla="*/ 236538 h 540847"/>
                <a:gd name="connsiteX152" fmla="*/ 109074 w 207891"/>
                <a:gd name="connsiteY152" fmla="*/ 237282 h 540847"/>
                <a:gd name="connsiteX153" fmla="*/ 108330 w 207891"/>
                <a:gd name="connsiteY153" fmla="*/ 239514 h 540847"/>
                <a:gd name="connsiteX154" fmla="*/ 103865 w 207891"/>
                <a:gd name="connsiteY154" fmla="*/ 241003 h 540847"/>
                <a:gd name="connsiteX155" fmla="*/ 103121 w 207891"/>
                <a:gd name="connsiteY155" fmla="*/ 243235 h 540847"/>
                <a:gd name="connsiteX156" fmla="*/ 101632 w 207891"/>
                <a:gd name="connsiteY156" fmla="*/ 243561 h 540847"/>
                <a:gd name="connsiteX157" fmla="*/ 100144 w 207891"/>
                <a:gd name="connsiteY157" fmla="*/ 243979 h 540847"/>
                <a:gd name="connsiteX158" fmla="*/ 99912 w 207891"/>
                <a:gd name="connsiteY158" fmla="*/ 245514 h 540847"/>
                <a:gd name="connsiteX159" fmla="*/ 99400 w 207891"/>
                <a:gd name="connsiteY159" fmla="*/ 246956 h 540847"/>
                <a:gd name="connsiteX160" fmla="*/ 94191 w 207891"/>
                <a:gd name="connsiteY160" fmla="*/ 246956 h 540847"/>
                <a:gd name="connsiteX161" fmla="*/ 94191 w 207891"/>
                <a:gd name="connsiteY161" fmla="*/ 249932 h 540847"/>
                <a:gd name="connsiteX162" fmla="*/ 92052 w 207891"/>
                <a:gd name="connsiteY162" fmla="*/ 250118 h 540847"/>
                <a:gd name="connsiteX163" fmla="*/ 89726 w 207891"/>
                <a:gd name="connsiteY163" fmla="*/ 250677 h 540847"/>
                <a:gd name="connsiteX164" fmla="*/ 88238 w 207891"/>
                <a:gd name="connsiteY164" fmla="*/ 253653 h 540847"/>
                <a:gd name="connsiteX165" fmla="*/ 84517 w 207891"/>
                <a:gd name="connsiteY165" fmla="*/ 254397 h 540847"/>
                <a:gd name="connsiteX166" fmla="*/ 83773 w 207891"/>
                <a:gd name="connsiteY166" fmla="*/ 256630 h 540847"/>
                <a:gd name="connsiteX167" fmla="*/ 78564 w 207891"/>
                <a:gd name="connsiteY167" fmla="*/ 257374 h 540847"/>
                <a:gd name="connsiteX168" fmla="*/ 78564 w 207891"/>
                <a:gd name="connsiteY168" fmla="*/ 260350 h 540847"/>
                <a:gd name="connsiteX169" fmla="*/ 74099 w 207891"/>
                <a:gd name="connsiteY169" fmla="*/ 261094 h 540847"/>
                <a:gd name="connsiteX170" fmla="*/ 74023 w 207891"/>
                <a:gd name="connsiteY170" fmla="*/ 325615 h 540847"/>
                <a:gd name="connsiteX171" fmla="*/ 74017 w 207891"/>
                <a:gd name="connsiteY171" fmla="*/ 333224 h 540847"/>
                <a:gd name="connsiteX172" fmla="*/ 74016 w 207891"/>
                <a:gd name="connsiteY172" fmla="*/ 334754 h 540847"/>
                <a:gd name="connsiteX173" fmla="*/ 73984 w 207891"/>
                <a:gd name="connsiteY173" fmla="*/ 359316 h 540847"/>
                <a:gd name="connsiteX174" fmla="*/ 73959 w 207891"/>
                <a:gd name="connsiteY174" fmla="*/ 384499 h 540847"/>
                <a:gd name="connsiteX175" fmla="*/ 73942 w 207891"/>
                <a:gd name="connsiteY175" fmla="*/ 398652 h 540847"/>
                <a:gd name="connsiteX176" fmla="*/ 73931 w 207891"/>
                <a:gd name="connsiteY176" fmla="*/ 411957 h 540847"/>
                <a:gd name="connsiteX177" fmla="*/ 73922 w 207891"/>
                <a:gd name="connsiteY177" fmla="*/ 416855 h 540847"/>
                <a:gd name="connsiteX178" fmla="*/ 73920 w 207891"/>
                <a:gd name="connsiteY178" fmla="*/ 423512 h 540847"/>
                <a:gd name="connsiteX179" fmla="*/ 73907 w 207891"/>
                <a:gd name="connsiteY179" fmla="*/ 425497 h 540847"/>
                <a:gd name="connsiteX180" fmla="*/ 74099 w 207891"/>
                <a:gd name="connsiteY180" fmla="*/ 430014 h 540847"/>
                <a:gd name="connsiteX181" fmla="*/ 75588 w 207891"/>
                <a:gd name="connsiteY181" fmla="*/ 430759 h 540847"/>
                <a:gd name="connsiteX182" fmla="*/ 75896 w 207891"/>
                <a:gd name="connsiteY182" fmla="*/ 437017 h 540847"/>
                <a:gd name="connsiteX183" fmla="*/ 75939 w 207891"/>
                <a:gd name="connsiteY183" fmla="*/ 438916 h 540847"/>
                <a:gd name="connsiteX184" fmla="*/ 76053 w 207891"/>
                <a:gd name="connsiteY184" fmla="*/ 444944 h 540847"/>
                <a:gd name="connsiteX185" fmla="*/ 76140 w 207891"/>
                <a:gd name="connsiteY185" fmla="*/ 449020 h 540847"/>
                <a:gd name="connsiteX186" fmla="*/ 76332 w 207891"/>
                <a:gd name="connsiteY186" fmla="*/ 459036 h 540847"/>
                <a:gd name="connsiteX187" fmla="*/ 77820 w 207891"/>
                <a:gd name="connsiteY187" fmla="*/ 459036 h 540847"/>
                <a:gd name="connsiteX188" fmla="*/ 78256 w 207891"/>
                <a:gd name="connsiteY188" fmla="*/ 460513 h 540847"/>
                <a:gd name="connsiteX189" fmla="*/ 79308 w 207891"/>
                <a:gd name="connsiteY189" fmla="*/ 462012 h 540847"/>
                <a:gd name="connsiteX190" fmla="*/ 85726 w 207891"/>
                <a:gd name="connsiteY190" fmla="*/ 462198 h 540847"/>
                <a:gd name="connsiteX191" fmla="*/ 87534 w 207891"/>
                <a:gd name="connsiteY191" fmla="*/ 462158 h 540847"/>
                <a:gd name="connsiteX192" fmla="*/ 91959 w 207891"/>
                <a:gd name="connsiteY192" fmla="*/ 462012 h 540847"/>
                <a:gd name="connsiteX193" fmla="*/ 91959 w 207891"/>
                <a:gd name="connsiteY193" fmla="*/ 464245 h 540847"/>
                <a:gd name="connsiteX194" fmla="*/ 97566 w 207891"/>
                <a:gd name="connsiteY194" fmla="*/ 465121 h 540847"/>
                <a:gd name="connsiteX195" fmla="*/ 100177 w 207891"/>
                <a:gd name="connsiteY195" fmla="*/ 465150 h 540847"/>
                <a:gd name="connsiteX196" fmla="*/ 103007 w 207891"/>
                <a:gd name="connsiteY196" fmla="*/ 465166 h 540847"/>
                <a:gd name="connsiteX197" fmla="*/ 105899 w 207891"/>
                <a:gd name="connsiteY197" fmla="*/ 465185 h 540847"/>
                <a:gd name="connsiteX198" fmla="*/ 111958 w 207891"/>
                <a:gd name="connsiteY198" fmla="*/ 465209 h 540847"/>
                <a:gd name="connsiteX199" fmla="*/ 119741 w 207891"/>
                <a:gd name="connsiteY199" fmla="*/ 465272 h 540847"/>
                <a:gd name="connsiteX200" fmla="*/ 127145 w 207891"/>
                <a:gd name="connsiteY200" fmla="*/ 465306 h 540847"/>
                <a:gd name="connsiteX201" fmla="*/ 129980 w 207891"/>
                <a:gd name="connsiteY201" fmla="*/ 465345 h 540847"/>
                <a:gd name="connsiteX202" fmla="*/ 132584 w 207891"/>
                <a:gd name="connsiteY202" fmla="*/ 465339 h 540847"/>
                <a:gd name="connsiteX203" fmla="*/ 134889 w 207891"/>
                <a:gd name="connsiteY203" fmla="*/ 465352 h 540847"/>
                <a:gd name="connsiteX204" fmla="*/ 136607 w 207891"/>
                <a:gd name="connsiteY204" fmla="*/ 464989 h 540847"/>
                <a:gd name="connsiteX205" fmla="*/ 137351 w 207891"/>
                <a:gd name="connsiteY205" fmla="*/ 462012 h 540847"/>
                <a:gd name="connsiteX206" fmla="*/ 142235 w 207891"/>
                <a:gd name="connsiteY206" fmla="*/ 461826 h 540847"/>
                <a:gd name="connsiteX207" fmla="*/ 144935 w 207891"/>
                <a:gd name="connsiteY207" fmla="*/ 461908 h 540847"/>
                <a:gd name="connsiteX208" fmla="*/ 147025 w 207891"/>
                <a:gd name="connsiteY208" fmla="*/ 462012 h 540847"/>
                <a:gd name="connsiteX209" fmla="*/ 147025 w 207891"/>
                <a:gd name="connsiteY209" fmla="*/ 459036 h 540847"/>
                <a:gd name="connsiteX210" fmla="*/ 149257 w 207891"/>
                <a:gd name="connsiteY210" fmla="*/ 458292 h 540847"/>
                <a:gd name="connsiteX211" fmla="*/ 149769 w 207891"/>
                <a:gd name="connsiteY211" fmla="*/ 455269 h 540847"/>
                <a:gd name="connsiteX212" fmla="*/ 150002 w 207891"/>
                <a:gd name="connsiteY212" fmla="*/ 452339 h 540847"/>
                <a:gd name="connsiteX213" fmla="*/ 152234 w 207891"/>
                <a:gd name="connsiteY213" fmla="*/ 452339 h 540847"/>
                <a:gd name="connsiteX214" fmla="*/ 152156 w 207891"/>
                <a:gd name="connsiteY214" fmla="*/ 449760 h 540847"/>
                <a:gd name="connsiteX215" fmla="*/ 152094 w 207891"/>
                <a:gd name="connsiteY215" fmla="*/ 446432 h 540847"/>
                <a:gd name="connsiteX216" fmla="*/ 152038 w 207891"/>
                <a:gd name="connsiteY216" fmla="*/ 444730 h 540847"/>
                <a:gd name="connsiteX217" fmla="*/ 152234 w 207891"/>
                <a:gd name="connsiteY217" fmla="*/ 440432 h 540847"/>
                <a:gd name="connsiteX218" fmla="*/ 154466 w 207891"/>
                <a:gd name="connsiteY218" fmla="*/ 439688 h 540847"/>
                <a:gd name="connsiteX219" fmla="*/ 154769 w 207891"/>
                <a:gd name="connsiteY219" fmla="*/ 434811 h 540847"/>
                <a:gd name="connsiteX220" fmla="*/ 154793 w 207891"/>
                <a:gd name="connsiteY220" fmla="*/ 433328 h 540847"/>
                <a:gd name="connsiteX221" fmla="*/ 154838 w 207891"/>
                <a:gd name="connsiteY221" fmla="*/ 428619 h 540847"/>
                <a:gd name="connsiteX222" fmla="*/ 154908 w 207891"/>
                <a:gd name="connsiteY222" fmla="*/ 422439 h 540847"/>
                <a:gd name="connsiteX223" fmla="*/ 154924 w 207891"/>
                <a:gd name="connsiteY223" fmla="*/ 419655 h 540847"/>
                <a:gd name="connsiteX224" fmla="*/ 156326 w 207891"/>
                <a:gd name="connsiteY224" fmla="*/ 416401 h 540847"/>
                <a:gd name="connsiteX225" fmla="*/ 157741 w 207891"/>
                <a:gd name="connsiteY225" fmla="*/ 410381 h 540847"/>
                <a:gd name="connsiteX226" fmla="*/ 157771 w 207891"/>
                <a:gd name="connsiteY226" fmla="*/ 407410 h 540847"/>
                <a:gd name="connsiteX227" fmla="*/ 157771 w 207891"/>
                <a:gd name="connsiteY227" fmla="*/ 404196 h 540847"/>
                <a:gd name="connsiteX228" fmla="*/ 157801 w 207891"/>
                <a:gd name="connsiteY228" fmla="*/ 400908 h 540847"/>
                <a:gd name="connsiteX229" fmla="*/ 157854 w 207891"/>
                <a:gd name="connsiteY229" fmla="*/ 392255 h 540847"/>
                <a:gd name="connsiteX230" fmla="*/ 157945 w 207891"/>
                <a:gd name="connsiteY230" fmla="*/ 378387 h 540847"/>
                <a:gd name="connsiteX231" fmla="*/ 157962 w 207891"/>
                <a:gd name="connsiteY231" fmla="*/ 373533 h 540847"/>
                <a:gd name="connsiteX232" fmla="*/ 157985 w 207891"/>
                <a:gd name="connsiteY232" fmla="*/ 370576 h 540847"/>
                <a:gd name="connsiteX233" fmla="*/ 157995 w 207891"/>
                <a:gd name="connsiteY233" fmla="*/ 367957 h 540847"/>
                <a:gd name="connsiteX234" fmla="*/ 158187 w 207891"/>
                <a:gd name="connsiteY234" fmla="*/ 366018 h 540847"/>
                <a:gd name="connsiteX235" fmla="*/ 159675 w 207891"/>
                <a:gd name="connsiteY235" fmla="*/ 365274 h 540847"/>
                <a:gd name="connsiteX236" fmla="*/ 159957 w 207891"/>
                <a:gd name="connsiteY236" fmla="*/ 361158 h 540847"/>
                <a:gd name="connsiteX237" fmla="*/ 160034 w 207891"/>
                <a:gd name="connsiteY237" fmla="*/ 358632 h 540847"/>
                <a:gd name="connsiteX238" fmla="*/ 160094 w 207891"/>
                <a:gd name="connsiteY238" fmla="*/ 355972 h 540847"/>
                <a:gd name="connsiteX239" fmla="*/ 160236 w 207891"/>
                <a:gd name="connsiteY239" fmla="*/ 350787 h 540847"/>
                <a:gd name="connsiteX240" fmla="*/ 160290 w 207891"/>
                <a:gd name="connsiteY240" fmla="*/ 348451 h 540847"/>
                <a:gd name="connsiteX241" fmla="*/ 161164 w 207891"/>
                <a:gd name="connsiteY241" fmla="*/ 345927 h 540847"/>
                <a:gd name="connsiteX242" fmla="*/ 167117 w 207891"/>
                <a:gd name="connsiteY242" fmla="*/ 345927 h 540847"/>
                <a:gd name="connsiteX243" fmla="*/ 167117 w 207891"/>
                <a:gd name="connsiteY243" fmla="*/ 348903 h 540847"/>
                <a:gd name="connsiteX244" fmla="*/ 170838 w 207891"/>
                <a:gd name="connsiteY244" fmla="*/ 350391 h 540847"/>
                <a:gd name="connsiteX245" fmla="*/ 170838 w 207891"/>
                <a:gd name="connsiteY245" fmla="*/ 352624 h 540847"/>
                <a:gd name="connsiteX246" fmla="*/ 172651 w 207891"/>
                <a:gd name="connsiteY246" fmla="*/ 352438 h 540847"/>
                <a:gd name="connsiteX247" fmla="*/ 174558 w 207891"/>
                <a:gd name="connsiteY247" fmla="*/ 352624 h 540847"/>
                <a:gd name="connsiteX248" fmla="*/ 174884 w 207891"/>
                <a:gd name="connsiteY248" fmla="*/ 354066 h 540847"/>
                <a:gd name="connsiteX249" fmla="*/ 175302 w 207891"/>
                <a:gd name="connsiteY249" fmla="*/ 355600 h 540847"/>
                <a:gd name="connsiteX250" fmla="*/ 179767 w 207891"/>
                <a:gd name="connsiteY250" fmla="*/ 356344 h 540847"/>
                <a:gd name="connsiteX251" fmla="*/ 179767 w 207891"/>
                <a:gd name="connsiteY251" fmla="*/ 359321 h 540847"/>
                <a:gd name="connsiteX252" fmla="*/ 182325 w 207891"/>
                <a:gd name="connsiteY252" fmla="*/ 359554 h 540847"/>
                <a:gd name="connsiteX253" fmla="*/ 184976 w 207891"/>
                <a:gd name="connsiteY253" fmla="*/ 360065 h 540847"/>
                <a:gd name="connsiteX254" fmla="*/ 185720 w 207891"/>
                <a:gd name="connsiteY254" fmla="*/ 362298 h 540847"/>
                <a:gd name="connsiteX255" fmla="*/ 187906 w 207891"/>
                <a:gd name="connsiteY255" fmla="*/ 362623 h 540847"/>
                <a:gd name="connsiteX256" fmla="*/ 190185 w 207891"/>
                <a:gd name="connsiteY256" fmla="*/ 363042 h 540847"/>
                <a:gd name="connsiteX257" fmla="*/ 191673 w 207891"/>
                <a:gd name="connsiteY257" fmla="*/ 366018 h 540847"/>
                <a:gd name="connsiteX258" fmla="*/ 196138 w 207891"/>
                <a:gd name="connsiteY258" fmla="*/ 366762 h 540847"/>
                <a:gd name="connsiteX259" fmla="*/ 196138 w 207891"/>
                <a:gd name="connsiteY259" fmla="*/ 368995 h 540847"/>
                <a:gd name="connsiteX260" fmla="*/ 197551 w 207891"/>
                <a:gd name="connsiteY260" fmla="*/ 369053 h 540847"/>
                <a:gd name="connsiteX261" fmla="*/ 199394 w 207891"/>
                <a:gd name="connsiteY261" fmla="*/ 369181 h 540847"/>
                <a:gd name="connsiteX262" fmla="*/ 201225 w 207891"/>
                <a:gd name="connsiteY262" fmla="*/ 369286 h 540847"/>
                <a:gd name="connsiteX263" fmla="*/ 202836 w 207891"/>
                <a:gd name="connsiteY263" fmla="*/ 369739 h 540847"/>
                <a:gd name="connsiteX264" fmla="*/ 204324 w 207891"/>
                <a:gd name="connsiteY264" fmla="*/ 372716 h 540847"/>
                <a:gd name="connsiteX265" fmla="*/ 207765 w 207891"/>
                <a:gd name="connsiteY265" fmla="*/ 373274 h 540847"/>
                <a:gd name="connsiteX266" fmla="*/ 209608 w 207891"/>
                <a:gd name="connsiteY266" fmla="*/ 373402 h 540847"/>
                <a:gd name="connsiteX267" fmla="*/ 211021 w 207891"/>
                <a:gd name="connsiteY267" fmla="*/ 373460 h 540847"/>
                <a:gd name="connsiteX268" fmla="*/ 211021 w 207891"/>
                <a:gd name="connsiteY268" fmla="*/ 376436 h 540847"/>
                <a:gd name="connsiteX269" fmla="*/ 217718 w 207891"/>
                <a:gd name="connsiteY269" fmla="*/ 376436 h 540847"/>
                <a:gd name="connsiteX270" fmla="*/ 217795 w 207891"/>
                <a:gd name="connsiteY270" fmla="*/ 394444 h 540847"/>
                <a:gd name="connsiteX271" fmla="*/ 217831 w 207891"/>
                <a:gd name="connsiteY271" fmla="*/ 402805 h 540847"/>
                <a:gd name="connsiteX272" fmla="*/ 217860 w 207891"/>
                <a:gd name="connsiteY272" fmla="*/ 410868 h 540847"/>
                <a:gd name="connsiteX273" fmla="*/ 217876 w 207891"/>
                <a:gd name="connsiteY273" fmla="*/ 413950 h 540847"/>
                <a:gd name="connsiteX274" fmla="*/ 217887 w 207891"/>
                <a:gd name="connsiteY274" fmla="*/ 418253 h 540847"/>
                <a:gd name="connsiteX275" fmla="*/ 217897 w 207891"/>
                <a:gd name="connsiteY275" fmla="*/ 420732 h 540847"/>
                <a:gd name="connsiteX276" fmla="*/ 217718 w 207891"/>
                <a:gd name="connsiteY276" fmla="*/ 422573 h 540847"/>
                <a:gd name="connsiteX277" fmla="*/ 216230 w 207891"/>
                <a:gd name="connsiteY277" fmla="*/ 423317 h 540847"/>
                <a:gd name="connsiteX278" fmla="*/ 216000 w 207891"/>
                <a:gd name="connsiteY278" fmla="*/ 428573 h 540847"/>
                <a:gd name="connsiteX279" fmla="*/ 215944 w 207891"/>
                <a:gd name="connsiteY279" fmla="*/ 431811 h 540847"/>
                <a:gd name="connsiteX280" fmla="*/ 215891 w 207891"/>
                <a:gd name="connsiteY280" fmla="*/ 436941 h 540847"/>
                <a:gd name="connsiteX281" fmla="*/ 215814 w 207891"/>
                <a:gd name="connsiteY281" fmla="*/ 441874 h 540847"/>
                <a:gd name="connsiteX282" fmla="*/ 215814 w 207891"/>
                <a:gd name="connsiteY282" fmla="*/ 443434 h 540847"/>
                <a:gd name="connsiteX283" fmla="*/ 215486 w 207891"/>
                <a:gd name="connsiteY283" fmla="*/ 447130 h 540847"/>
                <a:gd name="connsiteX284" fmla="*/ 213254 w 207891"/>
                <a:gd name="connsiteY284" fmla="*/ 447874 h 540847"/>
                <a:gd name="connsiteX285" fmla="*/ 212925 w 207891"/>
                <a:gd name="connsiteY285" fmla="*/ 451501 h 540847"/>
                <a:gd name="connsiteX286" fmla="*/ 212865 w 207891"/>
                <a:gd name="connsiteY286" fmla="*/ 453722 h 540847"/>
                <a:gd name="connsiteX287" fmla="*/ 212835 w 207891"/>
                <a:gd name="connsiteY287" fmla="*/ 456059 h 540847"/>
                <a:gd name="connsiteX288" fmla="*/ 212739 w 207891"/>
                <a:gd name="connsiteY288" fmla="*/ 460617 h 540847"/>
                <a:gd name="connsiteX289" fmla="*/ 212711 w 207891"/>
                <a:gd name="connsiteY289" fmla="*/ 462669 h 540847"/>
                <a:gd name="connsiteX290" fmla="*/ 212509 w 207891"/>
                <a:gd name="connsiteY290" fmla="*/ 464245 h 540847"/>
                <a:gd name="connsiteX291" fmla="*/ 211021 w 207891"/>
                <a:gd name="connsiteY291" fmla="*/ 464989 h 540847"/>
                <a:gd name="connsiteX292" fmla="*/ 209815 w 207891"/>
                <a:gd name="connsiteY292" fmla="*/ 475555 h 540847"/>
                <a:gd name="connsiteX293" fmla="*/ 209533 w 207891"/>
                <a:gd name="connsiteY293" fmla="*/ 477639 h 540847"/>
                <a:gd name="connsiteX294" fmla="*/ 208045 w 207891"/>
                <a:gd name="connsiteY294" fmla="*/ 478384 h 540847"/>
                <a:gd name="connsiteX295" fmla="*/ 207629 w 207891"/>
                <a:gd name="connsiteY295" fmla="*/ 485895 h 540847"/>
                <a:gd name="connsiteX296" fmla="*/ 207300 w 207891"/>
                <a:gd name="connsiteY296" fmla="*/ 488057 h 540847"/>
                <a:gd name="connsiteX297" fmla="*/ 205068 w 207891"/>
                <a:gd name="connsiteY297" fmla="*/ 488801 h 540847"/>
                <a:gd name="connsiteX298" fmla="*/ 204696 w 207891"/>
                <a:gd name="connsiteY298" fmla="*/ 492104 h 540847"/>
                <a:gd name="connsiteX299" fmla="*/ 204324 w 207891"/>
                <a:gd name="connsiteY299" fmla="*/ 495499 h 540847"/>
                <a:gd name="connsiteX300" fmla="*/ 202091 w 207891"/>
                <a:gd name="connsiteY300" fmla="*/ 496987 h 540847"/>
                <a:gd name="connsiteX301" fmla="*/ 201580 w 207891"/>
                <a:gd name="connsiteY301" fmla="*/ 500057 h 540847"/>
                <a:gd name="connsiteX302" fmla="*/ 201347 w 207891"/>
                <a:gd name="connsiteY302" fmla="*/ 502940 h 540847"/>
                <a:gd name="connsiteX303" fmla="*/ 199115 w 207891"/>
                <a:gd name="connsiteY303" fmla="*/ 502940 h 540847"/>
                <a:gd name="connsiteX304" fmla="*/ 199254 w 207891"/>
                <a:gd name="connsiteY304" fmla="*/ 505452 h 540847"/>
                <a:gd name="connsiteX305" fmla="*/ 199115 w 207891"/>
                <a:gd name="connsiteY305" fmla="*/ 508149 h 540847"/>
                <a:gd name="connsiteX306" fmla="*/ 196882 w 207891"/>
                <a:gd name="connsiteY306" fmla="*/ 509637 h 540847"/>
                <a:gd name="connsiteX307" fmla="*/ 196510 w 207891"/>
                <a:gd name="connsiteY307" fmla="*/ 511544 h 540847"/>
                <a:gd name="connsiteX308" fmla="*/ 196138 w 207891"/>
                <a:gd name="connsiteY308" fmla="*/ 513358 h 540847"/>
                <a:gd name="connsiteX309" fmla="*/ 193906 w 207891"/>
                <a:gd name="connsiteY309" fmla="*/ 514102 h 540847"/>
                <a:gd name="connsiteX310" fmla="*/ 193627 w 207891"/>
                <a:gd name="connsiteY310" fmla="*/ 515777 h 540847"/>
                <a:gd name="connsiteX311" fmla="*/ 189441 w 207891"/>
                <a:gd name="connsiteY311" fmla="*/ 521544 h 540847"/>
                <a:gd name="connsiteX312" fmla="*/ 187953 w 207891"/>
                <a:gd name="connsiteY312" fmla="*/ 523776 h 540847"/>
                <a:gd name="connsiteX313" fmla="*/ 184976 w 207891"/>
                <a:gd name="connsiteY313" fmla="*/ 523776 h 540847"/>
                <a:gd name="connsiteX314" fmla="*/ 184976 w 207891"/>
                <a:gd name="connsiteY314" fmla="*/ 526753 h 540847"/>
                <a:gd name="connsiteX315" fmla="*/ 182000 w 207891"/>
                <a:gd name="connsiteY315" fmla="*/ 526753 h 540847"/>
                <a:gd name="connsiteX316" fmla="*/ 181674 w 207891"/>
                <a:gd name="connsiteY316" fmla="*/ 528566 h 540847"/>
                <a:gd name="connsiteX317" fmla="*/ 181255 w 207891"/>
                <a:gd name="connsiteY317" fmla="*/ 530473 h 540847"/>
                <a:gd name="connsiteX318" fmla="*/ 177535 w 207891"/>
                <a:gd name="connsiteY318" fmla="*/ 531218 h 540847"/>
                <a:gd name="connsiteX319" fmla="*/ 176791 w 207891"/>
                <a:gd name="connsiteY319" fmla="*/ 533450 h 540847"/>
                <a:gd name="connsiteX320" fmla="*/ 173396 w 207891"/>
                <a:gd name="connsiteY320" fmla="*/ 533962 h 540847"/>
                <a:gd name="connsiteX321" fmla="*/ 171532 w 207891"/>
                <a:gd name="connsiteY321" fmla="*/ 534110 h 540847"/>
                <a:gd name="connsiteX322" fmla="*/ 170093 w 207891"/>
                <a:gd name="connsiteY322" fmla="*/ 534194 h 540847"/>
                <a:gd name="connsiteX323" fmla="*/ 170093 w 207891"/>
                <a:gd name="connsiteY323" fmla="*/ 537171 h 540847"/>
                <a:gd name="connsiteX324" fmla="*/ 167352 w 207891"/>
                <a:gd name="connsiteY324" fmla="*/ 537229 h 540847"/>
                <a:gd name="connsiteX325" fmla="*/ 163815 w 207891"/>
                <a:gd name="connsiteY325" fmla="*/ 537357 h 540847"/>
                <a:gd name="connsiteX326" fmla="*/ 162005 w 207891"/>
                <a:gd name="connsiteY326" fmla="*/ 537389 h 540847"/>
                <a:gd name="connsiteX327" fmla="*/ 157443 w 207891"/>
                <a:gd name="connsiteY327" fmla="*/ 537915 h 540847"/>
                <a:gd name="connsiteX328" fmla="*/ 157112 w 207891"/>
                <a:gd name="connsiteY328" fmla="*/ 539408 h 540847"/>
                <a:gd name="connsiteX329" fmla="*/ 156699 w 207891"/>
                <a:gd name="connsiteY329" fmla="*/ 540891 h 540847"/>
                <a:gd name="connsiteX330" fmla="*/ 153196 w 207891"/>
                <a:gd name="connsiteY330" fmla="*/ 541269 h 540847"/>
                <a:gd name="connsiteX331" fmla="*/ 150900 w 207891"/>
                <a:gd name="connsiteY331" fmla="*/ 541295 h 540847"/>
                <a:gd name="connsiteX332" fmla="*/ 148361 w 207891"/>
                <a:gd name="connsiteY332" fmla="*/ 541276 h 540847"/>
                <a:gd name="connsiteX333" fmla="*/ 145703 w 207891"/>
                <a:gd name="connsiteY333" fmla="*/ 541292 h 540847"/>
                <a:gd name="connsiteX334" fmla="*/ 138466 w 207891"/>
                <a:gd name="connsiteY334" fmla="*/ 541291 h 540847"/>
                <a:gd name="connsiteX335" fmla="*/ 130908 w 207891"/>
                <a:gd name="connsiteY335" fmla="*/ 541295 h 540847"/>
                <a:gd name="connsiteX336" fmla="*/ 118214 w 207891"/>
                <a:gd name="connsiteY336" fmla="*/ 541279 h 540847"/>
                <a:gd name="connsiteX337" fmla="*/ 103518 w 207891"/>
                <a:gd name="connsiteY337" fmla="*/ 541285 h 540847"/>
                <a:gd name="connsiteX338" fmla="*/ 90922 w 207891"/>
                <a:gd name="connsiteY338" fmla="*/ 541292 h 540847"/>
                <a:gd name="connsiteX339" fmla="*/ 83389 w 207891"/>
                <a:gd name="connsiteY339" fmla="*/ 541297 h 540847"/>
                <a:gd name="connsiteX340" fmla="*/ 74996 w 207891"/>
                <a:gd name="connsiteY340" fmla="*/ 541276 h 540847"/>
                <a:gd name="connsiteX341" fmla="*/ 72456 w 207891"/>
                <a:gd name="connsiteY341" fmla="*/ 541295 h 540847"/>
                <a:gd name="connsiteX342" fmla="*/ 70161 w 207891"/>
                <a:gd name="connsiteY342" fmla="*/ 541269 h 540847"/>
                <a:gd name="connsiteX343" fmla="*/ 68154 w 207891"/>
                <a:gd name="connsiteY343" fmla="*/ 541266 h 540847"/>
                <a:gd name="connsiteX344" fmla="*/ 66658 w 207891"/>
                <a:gd name="connsiteY344" fmla="*/ 540891 h 540847"/>
                <a:gd name="connsiteX345" fmla="*/ 65914 w 207891"/>
                <a:gd name="connsiteY345" fmla="*/ 537915 h 540847"/>
                <a:gd name="connsiteX346" fmla="*/ 62612 w 207891"/>
                <a:gd name="connsiteY346" fmla="*/ 537540 h 540847"/>
                <a:gd name="connsiteX347" fmla="*/ 60594 w 207891"/>
                <a:gd name="connsiteY347" fmla="*/ 537498 h 540847"/>
                <a:gd name="connsiteX348" fmla="*/ 58472 w 207891"/>
                <a:gd name="connsiteY348" fmla="*/ 537496 h 540847"/>
                <a:gd name="connsiteX349" fmla="*/ 54333 w 207891"/>
                <a:gd name="connsiteY349" fmla="*/ 537447 h 540847"/>
                <a:gd name="connsiteX350" fmla="*/ 52470 w 207891"/>
                <a:gd name="connsiteY350" fmla="*/ 537445 h 540847"/>
                <a:gd name="connsiteX351" fmla="*/ 51031 w 207891"/>
                <a:gd name="connsiteY351" fmla="*/ 537171 h 540847"/>
                <a:gd name="connsiteX352" fmla="*/ 50287 w 207891"/>
                <a:gd name="connsiteY352" fmla="*/ 534938 h 540847"/>
                <a:gd name="connsiteX353" fmla="*/ 46566 w 207891"/>
                <a:gd name="connsiteY353" fmla="*/ 534194 h 540847"/>
                <a:gd name="connsiteX354" fmla="*/ 42845 w 207891"/>
                <a:gd name="connsiteY354" fmla="*/ 533450 h 540847"/>
                <a:gd name="connsiteX355" fmla="*/ 42101 w 207891"/>
                <a:gd name="connsiteY355" fmla="*/ 531218 h 540847"/>
                <a:gd name="connsiteX356" fmla="*/ 39869 w 207891"/>
                <a:gd name="connsiteY356" fmla="*/ 530892 h 540847"/>
                <a:gd name="connsiteX357" fmla="*/ 37636 w 207891"/>
                <a:gd name="connsiteY357" fmla="*/ 530473 h 540847"/>
                <a:gd name="connsiteX358" fmla="*/ 36892 w 207891"/>
                <a:gd name="connsiteY358" fmla="*/ 527497 h 540847"/>
                <a:gd name="connsiteX359" fmla="*/ 34985 w 207891"/>
                <a:gd name="connsiteY359" fmla="*/ 527125 h 540847"/>
                <a:gd name="connsiteX360" fmla="*/ 33171 w 207891"/>
                <a:gd name="connsiteY360" fmla="*/ 526753 h 540847"/>
                <a:gd name="connsiteX361" fmla="*/ 33171 w 207891"/>
                <a:gd name="connsiteY361" fmla="*/ 523776 h 540847"/>
                <a:gd name="connsiteX362" fmla="*/ 30195 w 207891"/>
                <a:gd name="connsiteY362" fmla="*/ 523032 h 540847"/>
                <a:gd name="connsiteX363" fmla="*/ 28707 w 207891"/>
                <a:gd name="connsiteY363" fmla="*/ 520055 h 540847"/>
                <a:gd name="connsiteX364" fmla="*/ 27218 w 207891"/>
                <a:gd name="connsiteY364" fmla="*/ 519311 h 540847"/>
                <a:gd name="connsiteX365" fmla="*/ 25730 w 207891"/>
                <a:gd name="connsiteY365" fmla="*/ 516335 h 540847"/>
                <a:gd name="connsiteX366" fmla="*/ 24242 w 207891"/>
                <a:gd name="connsiteY366" fmla="*/ 515591 h 540847"/>
                <a:gd name="connsiteX367" fmla="*/ 23498 w 207891"/>
                <a:gd name="connsiteY367" fmla="*/ 510382 h 540847"/>
                <a:gd name="connsiteX368" fmla="*/ 21265 w 207891"/>
                <a:gd name="connsiteY368" fmla="*/ 510382 h 540847"/>
                <a:gd name="connsiteX369" fmla="*/ 20902 w 207891"/>
                <a:gd name="connsiteY369" fmla="*/ 505876 h 540847"/>
                <a:gd name="connsiteX370" fmla="*/ 18289 w 207891"/>
                <a:gd name="connsiteY370" fmla="*/ 502940 h 540847"/>
                <a:gd name="connsiteX371" fmla="*/ 17870 w 207891"/>
                <a:gd name="connsiteY371" fmla="*/ 499545 h 540847"/>
                <a:gd name="connsiteX372" fmla="*/ 17545 w 207891"/>
                <a:gd name="connsiteY372" fmla="*/ 496243 h 540847"/>
                <a:gd name="connsiteX373" fmla="*/ 16056 w 207891"/>
                <a:gd name="connsiteY373" fmla="*/ 495499 h 540847"/>
                <a:gd name="connsiteX374" fmla="*/ 15641 w 207891"/>
                <a:gd name="connsiteY374" fmla="*/ 487552 h 540847"/>
                <a:gd name="connsiteX375" fmla="*/ 14199 w 207891"/>
                <a:gd name="connsiteY375" fmla="*/ 484170 h 540847"/>
                <a:gd name="connsiteX376" fmla="*/ 12699 w 207891"/>
                <a:gd name="connsiteY376" fmla="*/ 477096 h 540847"/>
                <a:gd name="connsiteX377" fmla="*/ 12658 w 207891"/>
                <a:gd name="connsiteY377" fmla="*/ 475404 h 540847"/>
                <a:gd name="connsiteX378" fmla="*/ 12568 w 207891"/>
                <a:gd name="connsiteY378" fmla="*/ 470058 h 540847"/>
                <a:gd name="connsiteX379" fmla="*/ 12491 w 207891"/>
                <a:gd name="connsiteY379" fmla="*/ 466432 h 540847"/>
                <a:gd name="connsiteX380" fmla="*/ 12336 w 207891"/>
                <a:gd name="connsiteY380" fmla="*/ 457548 h 540847"/>
                <a:gd name="connsiteX381" fmla="*/ 10103 w 207891"/>
                <a:gd name="connsiteY381" fmla="*/ 457548 h 540847"/>
                <a:gd name="connsiteX382" fmla="*/ 10072 w 207891"/>
                <a:gd name="connsiteY382" fmla="*/ 327814 h 540847"/>
                <a:gd name="connsiteX383" fmla="*/ 10071 w 207891"/>
                <a:gd name="connsiteY383" fmla="*/ 325876 h 540847"/>
                <a:gd name="connsiteX384" fmla="*/ 10065 w 207891"/>
                <a:gd name="connsiteY384" fmla="*/ 284179 h 540847"/>
                <a:gd name="connsiteX385" fmla="*/ 10062 w 207891"/>
                <a:gd name="connsiteY385" fmla="*/ 263732 h 540847"/>
                <a:gd name="connsiteX386" fmla="*/ 10062 w 207891"/>
                <a:gd name="connsiteY386" fmla="*/ 261677 h 540847"/>
                <a:gd name="connsiteX387" fmla="*/ 10046 w 207891"/>
                <a:gd name="connsiteY387" fmla="*/ 195675 h 540847"/>
                <a:gd name="connsiteX388" fmla="*/ 10033 w 207891"/>
                <a:gd name="connsiteY388" fmla="*/ 127873 h 540847"/>
                <a:gd name="connsiteX389" fmla="*/ 10033 w 207891"/>
                <a:gd name="connsiteY389" fmla="*/ 118306 h 540847"/>
                <a:gd name="connsiteX390" fmla="*/ 10032 w 207891"/>
                <a:gd name="connsiteY390" fmla="*/ 116403 h 540847"/>
                <a:gd name="connsiteX391" fmla="*/ 10024 w 207891"/>
                <a:gd name="connsiteY391" fmla="*/ 86040 h 540847"/>
                <a:gd name="connsiteX392" fmla="*/ 10019 w 207891"/>
                <a:gd name="connsiteY392" fmla="*/ 55546 h 540847"/>
                <a:gd name="connsiteX393" fmla="*/ 10013 w 207891"/>
                <a:gd name="connsiteY393" fmla="*/ 37409 h 540847"/>
                <a:gd name="connsiteX394" fmla="*/ 10013 w 207891"/>
                <a:gd name="connsiteY394" fmla="*/ 23895 h 540847"/>
                <a:gd name="connsiteX395" fmla="*/ 10010 w 207891"/>
                <a:gd name="connsiteY395" fmla="*/ 18406 h 540847"/>
                <a:gd name="connsiteX396" fmla="*/ 10012 w 207891"/>
                <a:gd name="connsiteY396" fmla="*/ 10986 h 540847"/>
                <a:gd name="connsiteX397" fmla="*/ 10006 w 207891"/>
                <a:gd name="connsiteY397" fmla="*/ 8797 h 540847"/>
                <a:gd name="connsiteX398" fmla="*/ 10011 w 207891"/>
                <a:gd name="connsiteY398" fmla="*/ 6810 h 540847"/>
                <a:gd name="connsiteX399" fmla="*/ 10010 w 207891"/>
                <a:gd name="connsiteY399" fmla="*/ 5094 h 540847"/>
                <a:gd name="connsiteX400" fmla="*/ 10847 w 207891"/>
                <a:gd name="connsiteY400" fmla="*/ 1389 h 540847"/>
                <a:gd name="connsiteX401" fmla="*/ 18026 w 207891"/>
                <a:gd name="connsiteY401" fmla="*/ 537 h 54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Lst>
              <a:rect l="l" t="t" r="r" b="b"/>
              <a:pathLst>
                <a:path w="207891" h="540847">
                  <a:moveTo>
                    <a:pt x="18026" y="537"/>
                  </a:moveTo>
                  <a:cubicBezTo>
                    <a:pt x="18906" y="533"/>
                    <a:pt x="18906" y="533"/>
                    <a:pt x="19804" y="530"/>
                  </a:cubicBezTo>
                  <a:cubicBezTo>
                    <a:pt x="21750" y="523"/>
                    <a:pt x="23695" y="521"/>
                    <a:pt x="25640" y="520"/>
                  </a:cubicBezTo>
                  <a:cubicBezTo>
                    <a:pt x="26987" y="518"/>
                    <a:pt x="28335" y="515"/>
                    <a:pt x="29682" y="513"/>
                  </a:cubicBezTo>
                  <a:cubicBezTo>
                    <a:pt x="32508" y="508"/>
                    <a:pt x="35334" y="507"/>
                    <a:pt x="38159" y="507"/>
                  </a:cubicBezTo>
                  <a:cubicBezTo>
                    <a:pt x="41790" y="507"/>
                    <a:pt x="45420" y="497"/>
                    <a:pt x="49050" y="485"/>
                  </a:cubicBezTo>
                  <a:cubicBezTo>
                    <a:pt x="51833" y="476"/>
                    <a:pt x="54615" y="475"/>
                    <a:pt x="57398" y="475"/>
                  </a:cubicBezTo>
                  <a:cubicBezTo>
                    <a:pt x="58737" y="474"/>
                    <a:pt x="60076" y="471"/>
                    <a:pt x="61415" y="465"/>
                  </a:cubicBezTo>
                  <a:cubicBezTo>
                    <a:pt x="63282" y="458"/>
                    <a:pt x="65150" y="460"/>
                    <a:pt x="67017" y="465"/>
                  </a:cubicBezTo>
                  <a:cubicBezTo>
                    <a:pt x="67855" y="458"/>
                    <a:pt x="67855" y="458"/>
                    <a:pt x="68710" y="452"/>
                  </a:cubicBezTo>
                  <a:cubicBezTo>
                    <a:pt x="70012" y="460"/>
                    <a:pt x="71313" y="544"/>
                    <a:pt x="72611" y="645"/>
                  </a:cubicBezTo>
                  <a:cubicBezTo>
                    <a:pt x="73899" y="3221"/>
                    <a:pt x="73454" y="6202"/>
                    <a:pt x="73445" y="9036"/>
                  </a:cubicBezTo>
                  <a:cubicBezTo>
                    <a:pt x="73445" y="9761"/>
                    <a:pt x="73446" y="10485"/>
                    <a:pt x="73447" y="11232"/>
                  </a:cubicBezTo>
                  <a:cubicBezTo>
                    <a:pt x="73448" y="13674"/>
                    <a:pt x="73444" y="16117"/>
                    <a:pt x="73440" y="18560"/>
                  </a:cubicBezTo>
                  <a:cubicBezTo>
                    <a:pt x="73439" y="20305"/>
                    <a:pt x="73439" y="22050"/>
                    <a:pt x="73440" y="23795"/>
                  </a:cubicBezTo>
                  <a:cubicBezTo>
                    <a:pt x="73440" y="28546"/>
                    <a:pt x="73436" y="33297"/>
                    <a:pt x="73431" y="38047"/>
                  </a:cubicBezTo>
                  <a:cubicBezTo>
                    <a:pt x="73426" y="42505"/>
                    <a:pt x="73426" y="46963"/>
                    <a:pt x="73425" y="51420"/>
                  </a:cubicBezTo>
                  <a:cubicBezTo>
                    <a:pt x="73423" y="60251"/>
                    <a:pt x="73418" y="69082"/>
                    <a:pt x="73411" y="77913"/>
                  </a:cubicBezTo>
                  <a:cubicBezTo>
                    <a:pt x="73404" y="86493"/>
                    <a:pt x="73399" y="95073"/>
                    <a:pt x="73396" y="103653"/>
                  </a:cubicBezTo>
                  <a:cubicBezTo>
                    <a:pt x="73396" y="104182"/>
                    <a:pt x="73396" y="104710"/>
                    <a:pt x="73395" y="105255"/>
                  </a:cubicBezTo>
                  <a:cubicBezTo>
                    <a:pt x="73394" y="107907"/>
                    <a:pt x="73393" y="110559"/>
                    <a:pt x="73393" y="113211"/>
                  </a:cubicBezTo>
                  <a:cubicBezTo>
                    <a:pt x="73385" y="135220"/>
                    <a:pt x="73372" y="157230"/>
                    <a:pt x="73355" y="179239"/>
                  </a:cubicBezTo>
                  <a:cubicBezTo>
                    <a:pt x="75772" y="177957"/>
                    <a:pt x="75772" y="177957"/>
                    <a:pt x="76332" y="175518"/>
                  </a:cubicBezTo>
                  <a:cubicBezTo>
                    <a:pt x="77317" y="175010"/>
                    <a:pt x="78310" y="174514"/>
                    <a:pt x="79308" y="174030"/>
                  </a:cubicBezTo>
                  <a:cubicBezTo>
                    <a:pt x="79799" y="173293"/>
                    <a:pt x="80290" y="172557"/>
                    <a:pt x="80796" y="171798"/>
                  </a:cubicBezTo>
                  <a:cubicBezTo>
                    <a:pt x="81303" y="171675"/>
                    <a:pt x="81809" y="171552"/>
                    <a:pt x="82331" y="171426"/>
                  </a:cubicBezTo>
                  <a:cubicBezTo>
                    <a:pt x="82807" y="171303"/>
                    <a:pt x="83283" y="171180"/>
                    <a:pt x="83773" y="171053"/>
                  </a:cubicBezTo>
                  <a:cubicBezTo>
                    <a:pt x="84019" y="170317"/>
                    <a:pt x="84264" y="169580"/>
                    <a:pt x="84517" y="168821"/>
                  </a:cubicBezTo>
                  <a:cubicBezTo>
                    <a:pt x="85509" y="168325"/>
                    <a:pt x="86502" y="167829"/>
                    <a:pt x="87494" y="167333"/>
                  </a:cubicBezTo>
                  <a:cubicBezTo>
                    <a:pt x="87739" y="166596"/>
                    <a:pt x="87985" y="165859"/>
                    <a:pt x="88238" y="165100"/>
                  </a:cubicBezTo>
                  <a:cubicBezTo>
                    <a:pt x="89478" y="164852"/>
                    <a:pt x="90718" y="164604"/>
                    <a:pt x="91959" y="164356"/>
                  </a:cubicBezTo>
                  <a:cubicBezTo>
                    <a:pt x="92204" y="163620"/>
                    <a:pt x="92450" y="162883"/>
                    <a:pt x="92703" y="162124"/>
                  </a:cubicBezTo>
                  <a:cubicBezTo>
                    <a:pt x="93439" y="161963"/>
                    <a:pt x="93439" y="161963"/>
                    <a:pt x="94191" y="161798"/>
                  </a:cubicBezTo>
                  <a:cubicBezTo>
                    <a:pt x="94682" y="161660"/>
                    <a:pt x="95173" y="161522"/>
                    <a:pt x="95679" y="161380"/>
                  </a:cubicBezTo>
                  <a:cubicBezTo>
                    <a:pt x="95802" y="160889"/>
                    <a:pt x="95925" y="160397"/>
                    <a:pt x="96051" y="159891"/>
                  </a:cubicBezTo>
                  <a:cubicBezTo>
                    <a:pt x="96174" y="159400"/>
                    <a:pt x="96297" y="158909"/>
                    <a:pt x="96423" y="158403"/>
                  </a:cubicBezTo>
                  <a:cubicBezTo>
                    <a:pt x="97416" y="158155"/>
                    <a:pt x="98408" y="157907"/>
                    <a:pt x="99400" y="157659"/>
                  </a:cubicBezTo>
                  <a:cubicBezTo>
                    <a:pt x="99523" y="157152"/>
                    <a:pt x="99646" y="156646"/>
                    <a:pt x="99772" y="156124"/>
                  </a:cubicBezTo>
                  <a:cubicBezTo>
                    <a:pt x="99895" y="155648"/>
                    <a:pt x="100018" y="155173"/>
                    <a:pt x="100144" y="154682"/>
                  </a:cubicBezTo>
                  <a:cubicBezTo>
                    <a:pt x="101126" y="154682"/>
                    <a:pt x="102109" y="154682"/>
                    <a:pt x="103121" y="154682"/>
                  </a:cubicBezTo>
                  <a:cubicBezTo>
                    <a:pt x="103560" y="153234"/>
                    <a:pt x="103560" y="153234"/>
                    <a:pt x="103865" y="151706"/>
                  </a:cubicBezTo>
                  <a:cubicBezTo>
                    <a:pt x="104602" y="151460"/>
                    <a:pt x="105338" y="151215"/>
                    <a:pt x="106097" y="150962"/>
                  </a:cubicBezTo>
                  <a:cubicBezTo>
                    <a:pt x="106312" y="150471"/>
                    <a:pt x="106527" y="149979"/>
                    <a:pt x="106748" y="149473"/>
                  </a:cubicBezTo>
                  <a:cubicBezTo>
                    <a:pt x="107163" y="148737"/>
                    <a:pt x="107163" y="148737"/>
                    <a:pt x="107586" y="147985"/>
                  </a:cubicBezTo>
                  <a:cubicBezTo>
                    <a:pt x="108215" y="147862"/>
                    <a:pt x="108844" y="147740"/>
                    <a:pt x="109492" y="147613"/>
                  </a:cubicBezTo>
                  <a:cubicBezTo>
                    <a:pt x="110091" y="147490"/>
                    <a:pt x="110690" y="147367"/>
                    <a:pt x="111306" y="147241"/>
                  </a:cubicBezTo>
                  <a:cubicBezTo>
                    <a:pt x="111799" y="145767"/>
                    <a:pt x="111799" y="145767"/>
                    <a:pt x="112050" y="144264"/>
                  </a:cubicBezTo>
                  <a:cubicBezTo>
                    <a:pt x="112787" y="144019"/>
                    <a:pt x="113524" y="143773"/>
                    <a:pt x="114283" y="143520"/>
                  </a:cubicBezTo>
                  <a:cubicBezTo>
                    <a:pt x="114528" y="142784"/>
                    <a:pt x="114774" y="142047"/>
                    <a:pt x="115027" y="141288"/>
                  </a:cubicBezTo>
                  <a:cubicBezTo>
                    <a:pt x="115764" y="141042"/>
                    <a:pt x="116500" y="140797"/>
                    <a:pt x="117259" y="140544"/>
                  </a:cubicBezTo>
                  <a:cubicBezTo>
                    <a:pt x="117490" y="140068"/>
                    <a:pt x="117720" y="139592"/>
                    <a:pt x="117957" y="139102"/>
                  </a:cubicBezTo>
                  <a:cubicBezTo>
                    <a:pt x="118931" y="137211"/>
                    <a:pt x="119830" y="136934"/>
                    <a:pt x="121724" y="136079"/>
                  </a:cubicBezTo>
                  <a:cubicBezTo>
                    <a:pt x="121970" y="135588"/>
                    <a:pt x="122215" y="135097"/>
                    <a:pt x="122468" y="134591"/>
                  </a:cubicBezTo>
                  <a:cubicBezTo>
                    <a:pt x="123205" y="134345"/>
                    <a:pt x="123942" y="134099"/>
                    <a:pt x="124701" y="133846"/>
                  </a:cubicBezTo>
                  <a:cubicBezTo>
                    <a:pt x="125450" y="132858"/>
                    <a:pt x="126194" y="131866"/>
                    <a:pt x="126933" y="130870"/>
                  </a:cubicBezTo>
                  <a:cubicBezTo>
                    <a:pt x="127424" y="130870"/>
                    <a:pt x="127915" y="130870"/>
                    <a:pt x="128421" y="130870"/>
                  </a:cubicBezTo>
                  <a:cubicBezTo>
                    <a:pt x="128498" y="130455"/>
                    <a:pt x="128575" y="130041"/>
                    <a:pt x="128654" y="129614"/>
                  </a:cubicBezTo>
                  <a:cubicBezTo>
                    <a:pt x="129405" y="127088"/>
                    <a:pt x="130938" y="125895"/>
                    <a:pt x="132886" y="124173"/>
                  </a:cubicBezTo>
                  <a:cubicBezTo>
                    <a:pt x="133872" y="123665"/>
                    <a:pt x="134864" y="123168"/>
                    <a:pt x="135863" y="122684"/>
                  </a:cubicBezTo>
                  <a:cubicBezTo>
                    <a:pt x="137843" y="120931"/>
                    <a:pt x="138738" y="120011"/>
                    <a:pt x="139584" y="117475"/>
                  </a:cubicBezTo>
                  <a:cubicBezTo>
                    <a:pt x="140906" y="116196"/>
                    <a:pt x="140906" y="116196"/>
                    <a:pt x="142514" y="114871"/>
                  </a:cubicBezTo>
                  <a:cubicBezTo>
                    <a:pt x="144428" y="113287"/>
                    <a:pt x="145628" y="112130"/>
                    <a:pt x="147025" y="110034"/>
                  </a:cubicBezTo>
                  <a:cubicBezTo>
                    <a:pt x="147762" y="109788"/>
                    <a:pt x="148498" y="109543"/>
                    <a:pt x="149257" y="109290"/>
                  </a:cubicBezTo>
                  <a:cubicBezTo>
                    <a:pt x="149503" y="108553"/>
                    <a:pt x="149749" y="107816"/>
                    <a:pt x="150002" y="107057"/>
                  </a:cubicBezTo>
                  <a:cubicBezTo>
                    <a:pt x="150738" y="106812"/>
                    <a:pt x="151475" y="106566"/>
                    <a:pt x="152234" y="106313"/>
                  </a:cubicBezTo>
                  <a:cubicBezTo>
                    <a:pt x="152480" y="105577"/>
                    <a:pt x="152725" y="104840"/>
                    <a:pt x="152978" y="104081"/>
                  </a:cubicBezTo>
                  <a:cubicBezTo>
                    <a:pt x="153715" y="103920"/>
                    <a:pt x="153715" y="103920"/>
                    <a:pt x="154466" y="103755"/>
                  </a:cubicBezTo>
                  <a:cubicBezTo>
                    <a:pt x="154958" y="103617"/>
                    <a:pt x="155449" y="103479"/>
                    <a:pt x="155955" y="103337"/>
                  </a:cubicBezTo>
                  <a:cubicBezTo>
                    <a:pt x="156116" y="102692"/>
                    <a:pt x="156116" y="102692"/>
                    <a:pt x="156280" y="102034"/>
                  </a:cubicBezTo>
                  <a:cubicBezTo>
                    <a:pt x="156905" y="99535"/>
                    <a:pt x="158579" y="98394"/>
                    <a:pt x="160420" y="96639"/>
                  </a:cubicBezTo>
                  <a:cubicBezTo>
                    <a:pt x="160957" y="95964"/>
                    <a:pt x="161494" y="95289"/>
                    <a:pt x="162047" y="94593"/>
                  </a:cubicBezTo>
                  <a:cubicBezTo>
                    <a:pt x="163457" y="92843"/>
                    <a:pt x="164094" y="92305"/>
                    <a:pt x="166280" y="91945"/>
                  </a:cubicBezTo>
                  <a:cubicBezTo>
                    <a:pt x="167899" y="91847"/>
                    <a:pt x="169255" y="91804"/>
                    <a:pt x="170838" y="92175"/>
                  </a:cubicBezTo>
                  <a:cubicBezTo>
                    <a:pt x="171861" y="94360"/>
                    <a:pt x="171861" y="94360"/>
                    <a:pt x="172326" y="96639"/>
                  </a:cubicBezTo>
                  <a:cubicBezTo>
                    <a:pt x="172817" y="96885"/>
                    <a:pt x="173308" y="97131"/>
                    <a:pt x="173814" y="97384"/>
                  </a:cubicBezTo>
                  <a:cubicBezTo>
                    <a:pt x="174558" y="98624"/>
                    <a:pt x="175302" y="99864"/>
                    <a:pt x="176047" y="101104"/>
                  </a:cubicBezTo>
                  <a:cubicBezTo>
                    <a:pt x="176691" y="101841"/>
                    <a:pt x="177336" y="102578"/>
                    <a:pt x="178000" y="103337"/>
                  </a:cubicBezTo>
                  <a:cubicBezTo>
                    <a:pt x="179763" y="105563"/>
                    <a:pt x="180050" y="106601"/>
                    <a:pt x="180511" y="109290"/>
                  </a:cubicBezTo>
                  <a:cubicBezTo>
                    <a:pt x="181248" y="109535"/>
                    <a:pt x="181985" y="109781"/>
                    <a:pt x="182744" y="110034"/>
                  </a:cubicBezTo>
                  <a:cubicBezTo>
                    <a:pt x="183021" y="111018"/>
                    <a:pt x="183269" y="112011"/>
                    <a:pt x="183488" y="113011"/>
                  </a:cubicBezTo>
                  <a:cubicBezTo>
                    <a:pt x="183979" y="113256"/>
                    <a:pt x="184470" y="113502"/>
                    <a:pt x="184976" y="113755"/>
                  </a:cubicBezTo>
                  <a:cubicBezTo>
                    <a:pt x="185137" y="114445"/>
                    <a:pt x="185137" y="114445"/>
                    <a:pt x="185302" y="115150"/>
                  </a:cubicBezTo>
                  <a:cubicBezTo>
                    <a:pt x="185916" y="117472"/>
                    <a:pt x="187373" y="118473"/>
                    <a:pt x="189162" y="119987"/>
                  </a:cubicBezTo>
                  <a:cubicBezTo>
                    <a:pt x="190185" y="121196"/>
                    <a:pt x="190185" y="121196"/>
                    <a:pt x="190557" y="123149"/>
                  </a:cubicBezTo>
                  <a:cubicBezTo>
                    <a:pt x="190680" y="123733"/>
                    <a:pt x="190803" y="124316"/>
                    <a:pt x="190929" y="124917"/>
                  </a:cubicBezTo>
                  <a:cubicBezTo>
                    <a:pt x="191666" y="125162"/>
                    <a:pt x="192403" y="125408"/>
                    <a:pt x="193162" y="125661"/>
                  </a:cubicBezTo>
                  <a:cubicBezTo>
                    <a:pt x="194194" y="126983"/>
                    <a:pt x="194194" y="126983"/>
                    <a:pt x="195162" y="128591"/>
                  </a:cubicBezTo>
                  <a:cubicBezTo>
                    <a:pt x="195487" y="129119"/>
                    <a:pt x="195812" y="129648"/>
                    <a:pt x="196147" y="130193"/>
                  </a:cubicBezTo>
                  <a:cubicBezTo>
                    <a:pt x="196882" y="131614"/>
                    <a:pt x="196882" y="131614"/>
                    <a:pt x="196882" y="133102"/>
                  </a:cubicBezTo>
                  <a:cubicBezTo>
                    <a:pt x="197619" y="133348"/>
                    <a:pt x="198356" y="133593"/>
                    <a:pt x="199115" y="133846"/>
                  </a:cubicBezTo>
                  <a:cubicBezTo>
                    <a:pt x="199254" y="135753"/>
                    <a:pt x="199254" y="135753"/>
                    <a:pt x="199115" y="137567"/>
                  </a:cubicBezTo>
                  <a:cubicBezTo>
                    <a:pt x="199852" y="137567"/>
                    <a:pt x="200588" y="137567"/>
                    <a:pt x="201347" y="137567"/>
                  </a:cubicBezTo>
                  <a:cubicBezTo>
                    <a:pt x="201619" y="138553"/>
                    <a:pt x="201864" y="139547"/>
                    <a:pt x="202091" y="140544"/>
                  </a:cubicBezTo>
                  <a:cubicBezTo>
                    <a:pt x="202475" y="140927"/>
                    <a:pt x="202859" y="141311"/>
                    <a:pt x="203254" y="141706"/>
                  </a:cubicBezTo>
                  <a:cubicBezTo>
                    <a:pt x="204324" y="142776"/>
                    <a:pt x="204324" y="142776"/>
                    <a:pt x="204324" y="145009"/>
                  </a:cubicBezTo>
                  <a:cubicBezTo>
                    <a:pt x="205061" y="145009"/>
                    <a:pt x="205797" y="145009"/>
                    <a:pt x="206556" y="145009"/>
                  </a:cubicBezTo>
                  <a:cubicBezTo>
                    <a:pt x="206810" y="146248"/>
                    <a:pt x="207058" y="147488"/>
                    <a:pt x="207300" y="148729"/>
                  </a:cubicBezTo>
                  <a:cubicBezTo>
                    <a:pt x="208037" y="148975"/>
                    <a:pt x="208774" y="149220"/>
                    <a:pt x="209533" y="149473"/>
                  </a:cubicBezTo>
                  <a:cubicBezTo>
                    <a:pt x="211161" y="150543"/>
                    <a:pt x="211161" y="150543"/>
                    <a:pt x="212509" y="152450"/>
                  </a:cubicBezTo>
                  <a:cubicBezTo>
                    <a:pt x="212846" y="154959"/>
                    <a:pt x="212885" y="157386"/>
                    <a:pt x="212509" y="159891"/>
                  </a:cubicBezTo>
                  <a:cubicBezTo>
                    <a:pt x="211021" y="161380"/>
                    <a:pt x="211021" y="161380"/>
                    <a:pt x="208696" y="161473"/>
                  </a:cubicBezTo>
                  <a:cubicBezTo>
                    <a:pt x="207990" y="161442"/>
                    <a:pt x="207284" y="161411"/>
                    <a:pt x="206556" y="161380"/>
                  </a:cubicBezTo>
                  <a:cubicBezTo>
                    <a:pt x="206556" y="162362"/>
                    <a:pt x="206556" y="163344"/>
                    <a:pt x="206556" y="164356"/>
                  </a:cubicBezTo>
                  <a:cubicBezTo>
                    <a:pt x="205327" y="164879"/>
                    <a:pt x="204086" y="165375"/>
                    <a:pt x="202836" y="165844"/>
                  </a:cubicBezTo>
                  <a:cubicBezTo>
                    <a:pt x="202836" y="166581"/>
                    <a:pt x="202836" y="167318"/>
                    <a:pt x="202836" y="168077"/>
                  </a:cubicBezTo>
                  <a:cubicBezTo>
                    <a:pt x="202114" y="168016"/>
                    <a:pt x="201393" y="167954"/>
                    <a:pt x="200650" y="167891"/>
                  </a:cubicBezTo>
                  <a:cubicBezTo>
                    <a:pt x="199898" y="167952"/>
                    <a:pt x="199146" y="168014"/>
                    <a:pt x="198371" y="168077"/>
                  </a:cubicBezTo>
                  <a:cubicBezTo>
                    <a:pt x="197803" y="169477"/>
                    <a:pt x="197803" y="169477"/>
                    <a:pt x="197627" y="171053"/>
                  </a:cubicBezTo>
                  <a:cubicBezTo>
                    <a:pt x="196890" y="171545"/>
                    <a:pt x="196153" y="172036"/>
                    <a:pt x="195394" y="172542"/>
                  </a:cubicBezTo>
                  <a:cubicBezTo>
                    <a:pt x="195149" y="173278"/>
                    <a:pt x="194903" y="174015"/>
                    <a:pt x="194650" y="174774"/>
                  </a:cubicBezTo>
                  <a:cubicBezTo>
                    <a:pt x="193410" y="175270"/>
                    <a:pt x="192170" y="175766"/>
                    <a:pt x="190929" y="176262"/>
                  </a:cubicBezTo>
                  <a:cubicBezTo>
                    <a:pt x="190684" y="176999"/>
                    <a:pt x="190438" y="177736"/>
                    <a:pt x="190185" y="178495"/>
                  </a:cubicBezTo>
                  <a:cubicBezTo>
                    <a:pt x="188956" y="179017"/>
                    <a:pt x="187715" y="179514"/>
                    <a:pt x="186464" y="179983"/>
                  </a:cubicBezTo>
                  <a:cubicBezTo>
                    <a:pt x="186219" y="180474"/>
                    <a:pt x="185973" y="180965"/>
                    <a:pt x="185720" y="181471"/>
                  </a:cubicBezTo>
                  <a:cubicBezTo>
                    <a:pt x="185245" y="181564"/>
                    <a:pt x="184769" y="181656"/>
                    <a:pt x="184279" y="181750"/>
                  </a:cubicBezTo>
                  <a:cubicBezTo>
                    <a:pt x="183772" y="181904"/>
                    <a:pt x="183266" y="182057"/>
                    <a:pt x="182744" y="182216"/>
                  </a:cubicBezTo>
                  <a:cubicBezTo>
                    <a:pt x="182235" y="183201"/>
                    <a:pt x="181739" y="184194"/>
                    <a:pt x="181255" y="185192"/>
                  </a:cubicBezTo>
                  <a:cubicBezTo>
                    <a:pt x="180263" y="185688"/>
                    <a:pt x="179271" y="186184"/>
                    <a:pt x="178279" y="186680"/>
                  </a:cubicBezTo>
                  <a:cubicBezTo>
                    <a:pt x="178279" y="187417"/>
                    <a:pt x="178279" y="188154"/>
                    <a:pt x="178279" y="188913"/>
                  </a:cubicBezTo>
                  <a:cubicBezTo>
                    <a:pt x="177696" y="188851"/>
                    <a:pt x="177112" y="188790"/>
                    <a:pt x="176512" y="188727"/>
                  </a:cubicBezTo>
                  <a:cubicBezTo>
                    <a:pt x="175867" y="188788"/>
                    <a:pt x="175222" y="188850"/>
                    <a:pt x="174558" y="188913"/>
                  </a:cubicBezTo>
                  <a:cubicBezTo>
                    <a:pt x="174049" y="189899"/>
                    <a:pt x="173554" y="190891"/>
                    <a:pt x="173070" y="191889"/>
                  </a:cubicBezTo>
                  <a:cubicBezTo>
                    <a:pt x="172425" y="192012"/>
                    <a:pt x="171781" y="192135"/>
                    <a:pt x="171117" y="192261"/>
                  </a:cubicBezTo>
                  <a:cubicBezTo>
                    <a:pt x="170533" y="192384"/>
                    <a:pt x="169950" y="192507"/>
                    <a:pt x="169349" y="192634"/>
                  </a:cubicBezTo>
                  <a:cubicBezTo>
                    <a:pt x="169349" y="193616"/>
                    <a:pt x="169349" y="194598"/>
                    <a:pt x="169349" y="195610"/>
                  </a:cubicBezTo>
                  <a:cubicBezTo>
                    <a:pt x="168117" y="195895"/>
                    <a:pt x="166875" y="196141"/>
                    <a:pt x="165629" y="196354"/>
                  </a:cubicBezTo>
                  <a:cubicBezTo>
                    <a:pt x="165383" y="197091"/>
                    <a:pt x="165137" y="197828"/>
                    <a:pt x="164884" y="198587"/>
                  </a:cubicBezTo>
                  <a:cubicBezTo>
                    <a:pt x="162605" y="199098"/>
                    <a:pt x="162605" y="199098"/>
                    <a:pt x="160420" y="199331"/>
                  </a:cubicBezTo>
                  <a:cubicBezTo>
                    <a:pt x="160420" y="200313"/>
                    <a:pt x="160420" y="201295"/>
                    <a:pt x="160420" y="202307"/>
                  </a:cubicBezTo>
                  <a:cubicBezTo>
                    <a:pt x="158701" y="202553"/>
                    <a:pt x="156982" y="202799"/>
                    <a:pt x="155211" y="203052"/>
                  </a:cubicBezTo>
                  <a:cubicBezTo>
                    <a:pt x="155211" y="203788"/>
                    <a:pt x="155211" y="204525"/>
                    <a:pt x="155211" y="205284"/>
                  </a:cubicBezTo>
                  <a:cubicBezTo>
                    <a:pt x="154225" y="205793"/>
                    <a:pt x="153232" y="206288"/>
                    <a:pt x="152234" y="206772"/>
                  </a:cubicBezTo>
                  <a:cubicBezTo>
                    <a:pt x="151988" y="207509"/>
                    <a:pt x="151743" y="208246"/>
                    <a:pt x="151490" y="209005"/>
                  </a:cubicBezTo>
                  <a:cubicBezTo>
                    <a:pt x="150738" y="209250"/>
                    <a:pt x="149986" y="209496"/>
                    <a:pt x="149211" y="209749"/>
                  </a:cubicBezTo>
                  <a:cubicBezTo>
                    <a:pt x="148490" y="209994"/>
                    <a:pt x="147768" y="210240"/>
                    <a:pt x="147025" y="210493"/>
                  </a:cubicBezTo>
                  <a:cubicBezTo>
                    <a:pt x="147025" y="211230"/>
                    <a:pt x="147025" y="211966"/>
                    <a:pt x="147025" y="212725"/>
                  </a:cubicBezTo>
                  <a:cubicBezTo>
                    <a:pt x="146304" y="212802"/>
                    <a:pt x="145582" y="212879"/>
                    <a:pt x="144839" y="212958"/>
                  </a:cubicBezTo>
                  <a:cubicBezTo>
                    <a:pt x="144087" y="213127"/>
                    <a:pt x="143335" y="213296"/>
                    <a:pt x="142560" y="213469"/>
                  </a:cubicBezTo>
                  <a:cubicBezTo>
                    <a:pt x="142315" y="214206"/>
                    <a:pt x="142069" y="214943"/>
                    <a:pt x="141816" y="215702"/>
                  </a:cubicBezTo>
                  <a:cubicBezTo>
                    <a:pt x="140576" y="216198"/>
                    <a:pt x="139336" y="216694"/>
                    <a:pt x="138095" y="217190"/>
                  </a:cubicBezTo>
                  <a:cubicBezTo>
                    <a:pt x="137850" y="217927"/>
                    <a:pt x="137604" y="218664"/>
                    <a:pt x="137351" y="219423"/>
                  </a:cubicBezTo>
                  <a:cubicBezTo>
                    <a:pt x="136111" y="219671"/>
                    <a:pt x="134871" y="219919"/>
                    <a:pt x="133630" y="220167"/>
                  </a:cubicBezTo>
                  <a:cubicBezTo>
                    <a:pt x="133385" y="220903"/>
                    <a:pt x="133139" y="221640"/>
                    <a:pt x="132886" y="222399"/>
                  </a:cubicBezTo>
                  <a:cubicBezTo>
                    <a:pt x="130607" y="222911"/>
                    <a:pt x="130607" y="222911"/>
                    <a:pt x="128421" y="223143"/>
                  </a:cubicBezTo>
                  <a:cubicBezTo>
                    <a:pt x="128421" y="224126"/>
                    <a:pt x="128421" y="225108"/>
                    <a:pt x="128421" y="226120"/>
                  </a:cubicBezTo>
                  <a:cubicBezTo>
                    <a:pt x="127182" y="226374"/>
                    <a:pt x="125942" y="226622"/>
                    <a:pt x="124701" y="226864"/>
                  </a:cubicBezTo>
                  <a:cubicBezTo>
                    <a:pt x="124593" y="227355"/>
                    <a:pt x="124486" y="227846"/>
                    <a:pt x="124375" y="228352"/>
                  </a:cubicBezTo>
                  <a:cubicBezTo>
                    <a:pt x="124237" y="228843"/>
                    <a:pt x="124099" y="229335"/>
                    <a:pt x="123957" y="229841"/>
                  </a:cubicBezTo>
                  <a:cubicBezTo>
                    <a:pt x="122474" y="230119"/>
                    <a:pt x="120985" y="230367"/>
                    <a:pt x="119492" y="230585"/>
                  </a:cubicBezTo>
                  <a:cubicBezTo>
                    <a:pt x="119246" y="231321"/>
                    <a:pt x="119001" y="232058"/>
                    <a:pt x="118748" y="232817"/>
                  </a:cubicBezTo>
                  <a:cubicBezTo>
                    <a:pt x="117259" y="233313"/>
                    <a:pt x="115771" y="233809"/>
                    <a:pt x="114283" y="234305"/>
                  </a:cubicBezTo>
                  <a:cubicBezTo>
                    <a:pt x="114037" y="235042"/>
                    <a:pt x="113792" y="235779"/>
                    <a:pt x="113539" y="236538"/>
                  </a:cubicBezTo>
                  <a:cubicBezTo>
                    <a:pt x="112050" y="236786"/>
                    <a:pt x="110562" y="237034"/>
                    <a:pt x="109074" y="237282"/>
                  </a:cubicBezTo>
                  <a:cubicBezTo>
                    <a:pt x="108828" y="238019"/>
                    <a:pt x="108583" y="238755"/>
                    <a:pt x="108330" y="239514"/>
                  </a:cubicBezTo>
                  <a:cubicBezTo>
                    <a:pt x="106841" y="240010"/>
                    <a:pt x="105353" y="240507"/>
                    <a:pt x="103865" y="241003"/>
                  </a:cubicBezTo>
                  <a:cubicBezTo>
                    <a:pt x="103619" y="241739"/>
                    <a:pt x="103374" y="242476"/>
                    <a:pt x="103121" y="243235"/>
                  </a:cubicBezTo>
                  <a:cubicBezTo>
                    <a:pt x="102630" y="243343"/>
                    <a:pt x="102138" y="243450"/>
                    <a:pt x="101632" y="243561"/>
                  </a:cubicBezTo>
                  <a:cubicBezTo>
                    <a:pt x="101141" y="243699"/>
                    <a:pt x="100650" y="243837"/>
                    <a:pt x="100144" y="243979"/>
                  </a:cubicBezTo>
                  <a:cubicBezTo>
                    <a:pt x="100067" y="244486"/>
                    <a:pt x="99991" y="244992"/>
                    <a:pt x="99912" y="245514"/>
                  </a:cubicBezTo>
                  <a:cubicBezTo>
                    <a:pt x="99743" y="245990"/>
                    <a:pt x="99574" y="246466"/>
                    <a:pt x="99400" y="246956"/>
                  </a:cubicBezTo>
                  <a:cubicBezTo>
                    <a:pt x="96749" y="247142"/>
                    <a:pt x="96749" y="247142"/>
                    <a:pt x="94191" y="246956"/>
                  </a:cubicBezTo>
                  <a:cubicBezTo>
                    <a:pt x="94191" y="247938"/>
                    <a:pt x="94191" y="248920"/>
                    <a:pt x="94191" y="249932"/>
                  </a:cubicBezTo>
                  <a:cubicBezTo>
                    <a:pt x="93485" y="249994"/>
                    <a:pt x="92779" y="250055"/>
                    <a:pt x="92052" y="250118"/>
                  </a:cubicBezTo>
                  <a:cubicBezTo>
                    <a:pt x="91284" y="250303"/>
                    <a:pt x="90517" y="250487"/>
                    <a:pt x="89726" y="250677"/>
                  </a:cubicBezTo>
                  <a:cubicBezTo>
                    <a:pt x="89206" y="251656"/>
                    <a:pt x="88709" y="252649"/>
                    <a:pt x="88238" y="253653"/>
                  </a:cubicBezTo>
                  <a:cubicBezTo>
                    <a:pt x="87003" y="253924"/>
                    <a:pt x="85762" y="254174"/>
                    <a:pt x="84517" y="254397"/>
                  </a:cubicBezTo>
                  <a:cubicBezTo>
                    <a:pt x="84272" y="255134"/>
                    <a:pt x="84026" y="255871"/>
                    <a:pt x="83773" y="256630"/>
                  </a:cubicBezTo>
                  <a:cubicBezTo>
                    <a:pt x="81122" y="257141"/>
                    <a:pt x="81122" y="257141"/>
                    <a:pt x="78564" y="257374"/>
                  </a:cubicBezTo>
                  <a:cubicBezTo>
                    <a:pt x="78564" y="258356"/>
                    <a:pt x="78564" y="259338"/>
                    <a:pt x="78564" y="260350"/>
                  </a:cubicBezTo>
                  <a:cubicBezTo>
                    <a:pt x="77091" y="260596"/>
                    <a:pt x="75617" y="260841"/>
                    <a:pt x="74099" y="261094"/>
                  </a:cubicBezTo>
                  <a:cubicBezTo>
                    <a:pt x="74065" y="282601"/>
                    <a:pt x="74039" y="304108"/>
                    <a:pt x="74023" y="325615"/>
                  </a:cubicBezTo>
                  <a:cubicBezTo>
                    <a:pt x="74021" y="328151"/>
                    <a:pt x="74019" y="330688"/>
                    <a:pt x="74017" y="333224"/>
                  </a:cubicBezTo>
                  <a:cubicBezTo>
                    <a:pt x="74017" y="333981"/>
                    <a:pt x="74017" y="333981"/>
                    <a:pt x="74016" y="334754"/>
                  </a:cubicBezTo>
                  <a:cubicBezTo>
                    <a:pt x="74010" y="342941"/>
                    <a:pt x="73998" y="351128"/>
                    <a:pt x="73984" y="359316"/>
                  </a:cubicBezTo>
                  <a:cubicBezTo>
                    <a:pt x="73971" y="367710"/>
                    <a:pt x="73962" y="376105"/>
                    <a:pt x="73959" y="384499"/>
                  </a:cubicBezTo>
                  <a:cubicBezTo>
                    <a:pt x="73957" y="389217"/>
                    <a:pt x="73953" y="393935"/>
                    <a:pt x="73942" y="398652"/>
                  </a:cubicBezTo>
                  <a:cubicBezTo>
                    <a:pt x="73932" y="403087"/>
                    <a:pt x="73929" y="407522"/>
                    <a:pt x="73931" y="411957"/>
                  </a:cubicBezTo>
                  <a:cubicBezTo>
                    <a:pt x="73930" y="413590"/>
                    <a:pt x="73927" y="415223"/>
                    <a:pt x="73922" y="416855"/>
                  </a:cubicBezTo>
                  <a:cubicBezTo>
                    <a:pt x="73914" y="419074"/>
                    <a:pt x="73916" y="421293"/>
                    <a:pt x="73920" y="423512"/>
                  </a:cubicBezTo>
                  <a:cubicBezTo>
                    <a:pt x="73914" y="424495"/>
                    <a:pt x="73914" y="424495"/>
                    <a:pt x="73907" y="425497"/>
                  </a:cubicBezTo>
                  <a:cubicBezTo>
                    <a:pt x="73915" y="427004"/>
                    <a:pt x="73998" y="428511"/>
                    <a:pt x="74099" y="430014"/>
                  </a:cubicBezTo>
                  <a:cubicBezTo>
                    <a:pt x="74590" y="430260"/>
                    <a:pt x="75081" y="430505"/>
                    <a:pt x="75588" y="430759"/>
                  </a:cubicBezTo>
                  <a:cubicBezTo>
                    <a:pt x="75774" y="432866"/>
                    <a:pt x="75866" y="434905"/>
                    <a:pt x="75896" y="437017"/>
                  </a:cubicBezTo>
                  <a:cubicBezTo>
                    <a:pt x="75910" y="437643"/>
                    <a:pt x="75924" y="438270"/>
                    <a:pt x="75939" y="438916"/>
                  </a:cubicBezTo>
                  <a:cubicBezTo>
                    <a:pt x="75984" y="440925"/>
                    <a:pt x="76018" y="442934"/>
                    <a:pt x="76053" y="444944"/>
                  </a:cubicBezTo>
                  <a:cubicBezTo>
                    <a:pt x="76081" y="446303"/>
                    <a:pt x="76110" y="447662"/>
                    <a:pt x="76140" y="449020"/>
                  </a:cubicBezTo>
                  <a:cubicBezTo>
                    <a:pt x="76211" y="452359"/>
                    <a:pt x="76274" y="455697"/>
                    <a:pt x="76332" y="459036"/>
                  </a:cubicBezTo>
                  <a:cubicBezTo>
                    <a:pt x="76823" y="459036"/>
                    <a:pt x="77314" y="459036"/>
                    <a:pt x="77820" y="459036"/>
                  </a:cubicBezTo>
                  <a:cubicBezTo>
                    <a:pt x="77964" y="459523"/>
                    <a:pt x="78108" y="460010"/>
                    <a:pt x="78256" y="460513"/>
                  </a:cubicBezTo>
                  <a:cubicBezTo>
                    <a:pt x="78777" y="461255"/>
                    <a:pt x="78777" y="461255"/>
                    <a:pt x="79308" y="462012"/>
                  </a:cubicBezTo>
                  <a:cubicBezTo>
                    <a:pt x="81545" y="462236"/>
                    <a:pt x="83502" y="462292"/>
                    <a:pt x="85726" y="462198"/>
                  </a:cubicBezTo>
                  <a:cubicBezTo>
                    <a:pt x="86621" y="462178"/>
                    <a:pt x="86621" y="462178"/>
                    <a:pt x="87534" y="462158"/>
                  </a:cubicBezTo>
                  <a:cubicBezTo>
                    <a:pt x="89010" y="462123"/>
                    <a:pt x="90484" y="462069"/>
                    <a:pt x="91959" y="462012"/>
                  </a:cubicBezTo>
                  <a:cubicBezTo>
                    <a:pt x="91959" y="462749"/>
                    <a:pt x="91959" y="463486"/>
                    <a:pt x="91959" y="464245"/>
                  </a:cubicBezTo>
                  <a:cubicBezTo>
                    <a:pt x="93910" y="465221"/>
                    <a:pt x="95380" y="465100"/>
                    <a:pt x="97566" y="465121"/>
                  </a:cubicBezTo>
                  <a:cubicBezTo>
                    <a:pt x="98858" y="465135"/>
                    <a:pt x="98858" y="465135"/>
                    <a:pt x="100177" y="465150"/>
                  </a:cubicBezTo>
                  <a:cubicBezTo>
                    <a:pt x="101111" y="465155"/>
                    <a:pt x="102045" y="465161"/>
                    <a:pt x="103007" y="465166"/>
                  </a:cubicBezTo>
                  <a:cubicBezTo>
                    <a:pt x="103961" y="465172"/>
                    <a:pt x="104916" y="465178"/>
                    <a:pt x="105899" y="465185"/>
                  </a:cubicBezTo>
                  <a:cubicBezTo>
                    <a:pt x="107919" y="465196"/>
                    <a:pt x="109938" y="465203"/>
                    <a:pt x="111958" y="465209"/>
                  </a:cubicBezTo>
                  <a:cubicBezTo>
                    <a:pt x="114553" y="465217"/>
                    <a:pt x="117147" y="465243"/>
                    <a:pt x="119741" y="465272"/>
                  </a:cubicBezTo>
                  <a:cubicBezTo>
                    <a:pt x="122209" y="465296"/>
                    <a:pt x="124677" y="465300"/>
                    <a:pt x="127145" y="465306"/>
                  </a:cubicBezTo>
                  <a:cubicBezTo>
                    <a:pt x="128081" y="465319"/>
                    <a:pt x="129017" y="465332"/>
                    <a:pt x="129980" y="465345"/>
                  </a:cubicBezTo>
                  <a:cubicBezTo>
                    <a:pt x="130840" y="465343"/>
                    <a:pt x="131699" y="465341"/>
                    <a:pt x="132584" y="465339"/>
                  </a:cubicBezTo>
                  <a:cubicBezTo>
                    <a:pt x="133345" y="465343"/>
                    <a:pt x="134105" y="465347"/>
                    <a:pt x="134889" y="465352"/>
                  </a:cubicBezTo>
                  <a:cubicBezTo>
                    <a:pt x="135456" y="465232"/>
                    <a:pt x="136023" y="465112"/>
                    <a:pt x="136607" y="464989"/>
                  </a:cubicBezTo>
                  <a:cubicBezTo>
                    <a:pt x="137127" y="463516"/>
                    <a:pt x="137127" y="463516"/>
                    <a:pt x="137351" y="462012"/>
                  </a:cubicBezTo>
                  <a:cubicBezTo>
                    <a:pt x="139540" y="461722"/>
                    <a:pt x="139540" y="461722"/>
                    <a:pt x="142235" y="461826"/>
                  </a:cubicBezTo>
                  <a:cubicBezTo>
                    <a:pt x="143126" y="461853"/>
                    <a:pt x="144017" y="461880"/>
                    <a:pt x="144935" y="461908"/>
                  </a:cubicBezTo>
                  <a:cubicBezTo>
                    <a:pt x="145625" y="461942"/>
                    <a:pt x="146314" y="461977"/>
                    <a:pt x="147025" y="462012"/>
                  </a:cubicBezTo>
                  <a:cubicBezTo>
                    <a:pt x="147025" y="461030"/>
                    <a:pt x="147025" y="460048"/>
                    <a:pt x="147025" y="459036"/>
                  </a:cubicBezTo>
                  <a:cubicBezTo>
                    <a:pt x="147762" y="458790"/>
                    <a:pt x="148498" y="458545"/>
                    <a:pt x="149257" y="458292"/>
                  </a:cubicBezTo>
                  <a:cubicBezTo>
                    <a:pt x="149693" y="456888"/>
                    <a:pt x="149693" y="456888"/>
                    <a:pt x="149769" y="455269"/>
                  </a:cubicBezTo>
                  <a:cubicBezTo>
                    <a:pt x="149884" y="453818"/>
                    <a:pt x="149884" y="453818"/>
                    <a:pt x="150002" y="452339"/>
                  </a:cubicBezTo>
                  <a:cubicBezTo>
                    <a:pt x="150738" y="452339"/>
                    <a:pt x="151475" y="452339"/>
                    <a:pt x="152234" y="452339"/>
                  </a:cubicBezTo>
                  <a:cubicBezTo>
                    <a:pt x="152208" y="451488"/>
                    <a:pt x="152182" y="450637"/>
                    <a:pt x="152156" y="449760"/>
                  </a:cubicBezTo>
                  <a:cubicBezTo>
                    <a:pt x="152135" y="448651"/>
                    <a:pt x="152114" y="447541"/>
                    <a:pt x="152094" y="446432"/>
                  </a:cubicBezTo>
                  <a:cubicBezTo>
                    <a:pt x="152076" y="445870"/>
                    <a:pt x="152057" y="445309"/>
                    <a:pt x="152038" y="444730"/>
                  </a:cubicBezTo>
                  <a:cubicBezTo>
                    <a:pt x="152016" y="443110"/>
                    <a:pt x="152016" y="443110"/>
                    <a:pt x="152234" y="440432"/>
                  </a:cubicBezTo>
                  <a:cubicBezTo>
                    <a:pt x="152971" y="440187"/>
                    <a:pt x="153707" y="439941"/>
                    <a:pt x="154466" y="439688"/>
                  </a:cubicBezTo>
                  <a:cubicBezTo>
                    <a:pt x="154813" y="437484"/>
                    <a:pt x="154813" y="437484"/>
                    <a:pt x="154769" y="434811"/>
                  </a:cubicBezTo>
                  <a:cubicBezTo>
                    <a:pt x="154781" y="434077"/>
                    <a:pt x="154781" y="434077"/>
                    <a:pt x="154793" y="433328"/>
                  </a:cubicBezTo>
                  <a:cubicBezTo>
                    <a:pt x="154819" y="431759"/>
                    <a:pt x="154830" y="430189"/>
                    <a:pt x="154838" y="428619"/>
                  </a:cubicBezTo>
                  <a:cubicBezTo>
                    <a:pt x="154849" y="426559"/>
                    <a:pt x="154874" y="424499"/>
                    <a:pt x="154908" y="422439"/>
                  </a:cubicBezTo>
                  <a:cubicBezTo>
                    <a:pt x="154914" y="421520"/>
                    <a:pt x="154919" y="420602"/>
                    <a:pt x="154924" y="419655"/>
                  </a:cubicBezTo>
                  <a:cubicBezTo>
                    <a:pt x="155211" y="417364"/>
                    <a:pt x="155211" y="417364"/>
                    <a:pt x="156326" y="416401"/>
                  </a:cubicBezTo>
                  <a:cubicBezTo>
                    <a:pt x="158010" y="414486"/>
                    <a:pt x="157730" y="412897"/>
                    <a:pt x="157741" y="410381"/>
                  </a:cubicBezTo>
                  <a:cubicBezTo>
                    <a:pt x="157751" y="409401"/>
                    <a:pt x="157761" y="408420"/>
                    <a:pt x="157771" y="407410"/>
                  </a:cubicBezTo>
                  <a:cubicBezTo>
                    <a:pt x="157771" y="406339"/>
                    <a:pt x="157771" y="405267"/>
                    <a:pt x="157771" y="404196"/>
                  </a:cubicBezTo>
                  <a:cubicBezTo>
                    <a:pt x="157780" y="403100"/>
                    <a:pt x="157790" y="402004"/>
                    <a:pt x="157801" y="400908"/>
                  </a:cubicBezTo>
                  <a:cubicBezTo>
                    <a:pt x="157828" y="398023"/>
                    <a:pt x="157843" y="395139"/>
                    <a:pt x="157854" y="392255"/>
                  </a:cubicBezTo>
                  <a:cubicBezTo>
                    <a:pt x="157873" y="387632"/>
                    <a:pt x="157902" y="383010"/>
                    <a:pt x="157945" y="378387"/>
                  </a:cubicBezTo>
                  <a:cubicBezTo>
                    <a:pt x="157957" y="376769"/>
                    <a:pt x="157960" y="375152"/>
                    <a:pt x="157962" y="373533"/>
                  </a:cubicBezTo>
                  <a:cubicBezTo>
                    <a:pt x="157974" y="372069"/>
                    <a:pt x="157974" y="372069"/>
                    <a:pt x="157985" y="370576"/>
                  </a:cubicBezTo>
                  <a:cubicBezTo>
                    <a:pt x="157988" y="369712"/>
                    <a:pt x="157992" y="368848"/>
                    <a:pt x="157995" y="367957"/>
                  </a:cubicBezTo>
                  <a:cubicBezTo>
                    <a:pt x="158058" y="367317"/>
                    <a:pt x="158122" y="366678"/>
                    <a:pt x="158187" y="366018"/>
                  </a:cubicBezTo>
                  <a:cubicBezTo>
                    <a:pt x="158678" y="365773"/>
                    <a:pt x="159169" y="365527"/>
                    <a:pt x="159675" y="365274"/>
                  </a:cubicBezTo>
                  <a:cubicBezTo>
                    <a:pt x="159943" y="363406"/>
                    <a:pt x="159943" y="363406"/>
                    <a:pt x="159957" y="361158"/>
                  </a:cubicBezTo>
                  <a:cubicBezTo>
                    <a:pt x="159983" y="360325"/>
                    <a:pt x="160008" y="359491"/>
                    <a:pt x="160034" y="358632"/>
                  </a:cubicBezTo>
                  <a:cubicBezTo>
                    <a:pt x="160054" y="357754"/>
                    <a:pt x="160074" y="356877"/>
                    <a:pt x="160094" y="355972"/>
                  </a:cubicBezTo>
                  <a:cubicBezTo>
                    <a:pt x="160138" y="354244"/>
                    <a:pt x="160186" y="352515"/>
                    <a:pt x="160236" y="350787"/>
                  </a:cubicBezTo>
                  <a:cubicBezTo>
                    <a:pt x="160263" y="349631"/>
                    <a:pt x="160263" y="349631"/>
                    <a:pt x="160290" y="348451"/>
                  </a:cubicBezTo>
                  <a:cubicBezTo>
                    <a:pt x="160420" y="346671"/>
                    <a:pt x="160420" y="346671"/>
                    <a:pt x="161164" y="345927"/>
                  </a:cubicBezTo>
                  <a:cubicBezTo>
                    <a:pt x="163151" y="345821"/>
                    <a:pt x="165126" y="345895"/>
                    <a:pt x="167117" y="345927"/>
                  </a:cubicBezTo>
                  <a:cubicBezTo>
                    <a:pt x="167117" y="346909"/>
                    <a:pt x="167117" y="347891"/>
                    <a:pt x="167117" y="348903"/>
                  </a:cubicBezTo>
                  <a:cubicBezTo>
                    <a:pt x="168346" y="349426"/>
                    <a:pt x="169587" y="349922"/>
                    <a:pt x="170838" y="350391"/>
                  </a:cubicBezTo>
                  <a:cubicBezTo>
                    <a:pt x="170838" y="351128"/>
                    <a:pt x="170838" y="351865"/>
                    <a:pt x="170838" y="352624"/>
                  </a:cubicBezTo>
                  <a:cubicBezTo>
                    <a:pt x="171436" y="352562"/>
                    <a:pt x="172035" y="352501"/>
                    <a:pt x="172651" y="352438"/>
                  </a:cubicBezTo>
                  <a:cubicBezTo>
                    <a:pt x="173281" y="352499"/>
                    <a:pt x="173910" y="352561"/>
                    <a:pt x="174558" y="352624"/>
                  </a:cubicBezTo>
                  <a:cubicBezTo>
                    <a:pt x="174666" y="353100"/>
                    <a:pt x="174773" y="353575"/>
                    <a:pt x="174884" y="354066"/>
                  </a:cubicBezTo>
                  <a:cubicBezTo>
                    <a:pt x="175022" y="354572"/>
                    <a:pt x="175160" y="355078"/>
                    <a:pt x="175302" y="355600"/>
                  </a:cubicBezTo>
                  <a:cubicBezTo>
                    <a:pt x="177547" y="356212"/>
                    <a:pt x="177547" y="356212"/>
                    <a:pt x="179767" y="356344"/>
                  </a:cubicBezTo>
                  <a:cubicBezTo>
                    <a:pt x="179767" y="357327"/>
                    <a:pt x="179767" y="358309"/>
                    <a:pt x="179767" y="359321"/>
                  </a:cubicBezTo>
                  <a:cubicBezTo>
                    <a:pt x="180611" y="359398"/>
                    <a:pt x="181455" y="359474"/>
                    <a:pt x="182325" y="359554"/>
                  </a:cubicBezTo>
                  <a:cubicBezTo>
                    <a:pt x="183637" y="359807"/>
                    <a:pt x="183637" y="359807"/>
                    <a:pt x="184976" y="360065"/>
                  </a:cubicBezTo>
                  <a:cubicBezTo>
                    <a:pt x="185222" y="360802"/>
                    <a:pt x="185467" y="361539"/>
                    <a:pt x="185720" y="362298"/>
                  </a:cubicBezTo>
                  <a:cubicBezTo>
                    <a:pt x="186442" y="362405"/>
                    <a:pt x="187163" y="362512"/>
                    <a:pt x="187906" y="362623"/>
                  </a:cubicBezTo>
                  <a:cubicBezTo>
                    <a:pt x="188658" y="362761"/>
                    <a:pt x="189410" y="362899"/>
                    <a:pt x="190185" y="363042"/>
                  </a:cubicBezTo>
                  <a:cubicBezTo>
                    <a:pt x="190681" y="364034"/>
                    <a:pt x="191177" y="365026"/>
                    <a:pt x="191673" y="366018"/>
                  </a:cubicBezTo>
                  <a:cubicBezTo>
                    <a:pt x="193950" y="366625"/>
                    <a:pt x="193950" y="366625"/>
                    <a:pt x="196138" y="366762"/>
                  </a:cubicBezTo>
                  <a:cubicBezTo>
                    <a:pt x="196138" y="367499"/>
                    <a:pt x="196138" y="368236"/>
                    <a:pt x="196138" y="368995"/>
                  </a:cubicBezTo>
                  <a:cubicBezTo>
                    <a:pt x="196604" y="369014"/>
                    <a:pt x="197071" y="369033"/>
                    <a:pt x="197551" y="369053"/>
                  </a:cubicBezTo>
                  <a:cubicBezTo>
                    <a:pt x="198159" y="369095"/>
                    <a:pt x="198767" y="369137"/>
                    <a:pt x="199394" y="369181"/>
                  </a:cubicBezTo>
                  <a:cubicBezTo>
                    <a:pt x="199998" y="369215"/>
                    <a:pt x="200603" y="369250"/>
                    <a:pt x="201225" y="369286"/>
                  </a:cubicBezTo>
                  <a:cubicBezTo>
                    <a:pt x="201757" y="369435"/>
                    <a:pt x="202288" y="369585"/>
                    <a:pt x="202836" y="369739"/>
                  </a:cubicBezTo>
                  <a:cubicBezTo>
                    <a:pt x="203332" y="370731"/>
                    <a:pt x="203828" y="371723"/>
                    <a:pt x="204324" y="372716"/>
                  </a:cubicBezTo>
                  <a:cubicBezTo>
                    <a:pt x="205950" y="373236"/>
                    <a:pt x="205950" y="373236"/>
                    <a:pt x="207765" y="373274"/>
                  </a:cubicBezTo>
                  <a:cubicBezTo>
                    <a:pt x="208374" y="373316"/>
                    <a:pt x="208982" y="373358"/>
                    <a:pt x="209608" y="373402"/>
                  </a:cubicBezTo>
                  <a:cubicBezTo>
                    <a:pt x="210075" y="373421"/>
                    <a:pt x="210541" y="373440"/>
                    <a:pt x="211021" y="373460"/>
                  </a:cubicBezTo>
                  <a:cubicBezTo>
                    <a:pt x="211021" y="374442"/>
                    <a:pt x="211021" y="375424"/>
                    <a:pt x="211021" y="376436"/>
                  </a:cubicBezTo>
                  <a:cubicBezTo>
                    <a:pt x="213231" y="376436"/>
                    <a:pt x="215441" y="376436"/>
                    <a:pt x="217718" y="376436"/>
                  </a:cubicBezTo>
                  <a:cubicBezTo>
                    <a:pt x="217753" y="382439"/>
                    <a:pt x="217779" y="388441"/>
                    <a:pt x="217795" y="394444"/>
                  </a:cubicBezTo>
                  <a:cubicBezTo>
                    <a:pt x="217803" y="397231"/>
                    <a:pt x="217814" y="400018"/>
                    <a:pt x="217831" y="402805"/>
                  </a:cubicBezTo>
                  <a:cubicBezTo>
                    <a:pt x="217847" y="405493"/>
                    <a:pt x="217856" y="408180"/>
                    <a:pt x="217860" y="410868"/>
                  </a:cubicBezTo>
                  <a:cubicBezTo>
                    <a:pt x="217862" y="411895"/>
                    <a:pt x="217868" y="412922"/>
                    <a:pt x="217876" y="413950"/>
                  </a:cubicBezTo>
                  <a:cubicBezTo>
                    <a:pt x="217886" y="415384"/>
                    <a:pt x="217887" y="416819"/>
                    <a:pt x="217887" y="418253"/>
                  </a:cubicBezTo>
                  <a:cubicBezTo>
                    <a:pt x="217891" y="419071"/>
                    <a:pt x="217894" y="419889"/>
                    <a:pt x="217897" y="420732"/>
                  </a:cubicBezTo>
                  <a:cubicBezTo>
                    <a:pt x="217809" y="421643"/>
                    <a:pt x="217809" y="421643"/>
                    <a:pt x="217718" y="422573"/>
                  </a:cubicBezTo>
                  <a:cubicBezTo>
                    <a:pt x="217227" y="422819"/>
                    <a:pt x="216736" y="423064"/>
                    <a:pt x="216230" y="423317"/>
                  </a:cubicBezTo>
                  <a:cubicBezTo>
                    <a:pt x="216071" y="425094"/>
                    <a:pt x="216006" y="426793"/>
                    <a:pt x="216000" y="428573"/>
                  </a:cubicBezTo>
                  <a:cubicBezTo>
                    <a:pt x="215982" y="429652"/>
                    <a:pt x="215963" y="430731"/>
                    <a:pt x="215944" y="431811"/>
                  </a:cubicBezTo>
                  <a:cubicBezTo>
                    <a:pt x="215922" y="433521"/>
                    <a:pt x="215904" y="435231"/>
                    <a:pt x="215891" y="436941"/>
                  </a:cubicBezTo>
                  <a:cubicBezTo>
                    <a:pt x="215875" y="438585"/>
                    <a:pt x="215845" y="440230"/>
                    <a:pt x="215814" y="441874"/>
                  </a:cubicBezTo>
                  <a:cubicBezTo>
                    <a:pt x="215814" y="442389"/>
                    <a:pt x="215814" y="442903"/>
                    <a:pt x="215814" y="443434"/>
                  </a:cubicBezTo>
                  <a:cubicBezTo>
                    <a:pt x="215784" y="444871"/>
                    <a:pt x="215784" y="444871"/>
                    <a:pt x="215486" y="447130"/>
                  </a:cubicBezTo>
                  <a:cubicBezTo>
                    <a:pt x="214749" y="447375"/>
                    <a:pt x="214013" y="447621"/>
                    <a:pt x="213254" y="447874"/>
                  </a:cubicBezTo>
                  <a:cubicBezTo>
                    <a:pt x="212896" y="449518"/>
                    <a:pt x="212896" y="449518"/>
                    <a:pt x="212925" y="451501"/>
                  </a:cubicBezTo>
                  <a:cubicBezTo>
                    <a:pt x="212905" y="452234"/>
                    <a:pt x="212886" y="452967"/>
                    <a:pt x="212865" y="453722"/>
                  </a:cubicBezTo>
                  <a:cubicBezTo>
                    <a:pt x="212855" y="454493"/>
                    <a:pt x="212845" y="455265"/>
                    <a:pt x="212835" y="456059"/>
                  </a:cubicBezTo>
                  <a:cubicBezTo>
                    <a:pt x="212809" y="457579"/>
                    <a:pt x="212778" y="459098"/>
                    <a:pt x="212739" y="460617"/>
                  </a:cubicBezTo>
                  <a:cubicBezTo>
                    <a:pt x="212730" y="461294"/>
                    <a:pt x="212721" y="461972"/>
                    <a:pt x="212711" y="462669"/>
                  </a:cubicBezTo>
                  <a:cubicBezTo>
                    <a:pt x="212645" y="463189"/>
                    <a:pt x="212578" y="463709"/>
                    <a:pt x="212509" y="464245"/>
                  </a:cubicBezTo>
                  <a:cubicBezTo>
                    <a:pt x="212018" y="464490"/>
                    <a:pt x="211527" y="464736"/>
                    <a:pt x="211021" y="464989"/>
                  </a:cubicBezTo>
                  <a:cubicBezTo>
                    <a:pt x="209811" y="468319"/>
                    <a:pt x="209998" y="472055"/>
                    <a:pt x="209815" y="475555"/>
                  </a:cubicBezTo>
                  <a:cubicBezTo>
                    <a:pt x="209722" y="476243"/>
                    <a:pt x="209629" y="476931"/>
                    <a:pt x="209533" y="477639"/>
                  </a:cubicBezTo>
                  <a:cubicBezTo>
                    <a:pt x="209042" y="477885"/>
                    <a:pt x="208551" y="478130"/>
                    <a:pt x="208045" y="478384"/>
                  </a:cubicBezTo>
                  <a:cubicBezTo>
                    <a:pt x="207779" y="480888"/>
                    <a:pt x="207714" y="483378"/>
                    <a:pt x="207629" y="485895"/>
                  </a:cubicBezTo>
                  <a:cubicBezTo>
                    <a:pt x="207520" y="486608"/>
                    <a:pt x="207412" y="487322"/>
                    <a:pt x="207300" y="488057"/>
                  </a:cubicBezTo>
                  <a:cubicBezTo>
                    <a:pt x="206564" y="488303"/>
                    <a:pt x="205827" y="488548"/>
                    <a:pt x="205068" y="488801"/>
                  </a:cubicBezTo>
                  <a:cubicBezTo>
                    <a:pt x="204715" y="490331"/>
                    <a:pt x="204715" y="490331"/>
                    <a:pt x="204696" y="492104"/>
                  </a:cubicBezTo>
                  <a:cubicBezTo>
                    <a:pt x="204626" y="493915"/>
                    <a:pt x="204626" y="493915"/>
                    <a:pt x="204324" y="495499"/>
                  </a:cubicBezTo>
                  <a:cubicBezTo>
                    <a:pt x="203587" y="495990"/>
                    <a:pt x="202850" y="496481"/>
                    <a:pt x="202091" y="496987"/>
                  </a:cubicBezTo>
                  <a:cubicBezTo>
                    <a:pt x="201662" y="498448"/>
                    <a:pt x="201662" y="498448"/>
                    <a:pt x="201580" y="500057"/>
                  </a:cubicBezTo>
                  <a:cubicBezTo>
                    <a:pt x="201503" y="501008"/>
                    <a:pt x="201426" y="501960"/>
                    <a:pt x="201347" y="502940"/>
                  </a:cubicBezTo>
                  <a:cubicBezTo>
                    <a:pt x="200611" y="502940"/>
                    <a:pt x="199874" y="502940"/>
                    <a:pt x="199115" y="502940"/>
                  </a:cubicBezTo>
                  <a:cubicBezTo>
                    <a:pt x="199161" y="503769"/>
                    <a:pt x="199207" y="504598"/>
                    <a:pt x="199254" y="505452"/>
                  </a:cubicBezTo>
                  <a:cubicBezTo>
                    <a:pt x="199208" y="506342"/>
                    <a:pt x="199162" y="507232"/>
                    <a:pt x="199115" y="508149"/>
                  </a:cubicBezTo>
                  <a:cubicBezTo>
                    <a:pt x="198378" y="508640"/>
                    <a:pt x="197641" y="509131"/>
                    <a:pt x="196882" y="509637"/>
                  </a:cubicBezTo>
                  <a:cubicBezTo>
                    <a:pt x="196760" y="510267"/>
                    <a:pt x="196637" y="510896"/>
                    <a:pt x="196510" y="511544"/>
                  </a:cubicBezTo>
                  <a:cubicBezTo>
                    <a:pt x="196388" y="512143"/>
                    <a:pt x="196265" y="512741"/>
                    <a:pt x="196138" y="513358"/>
                  </a:cubicBezTo>
                  <a:cubicBezTo>
                    <a:pt x="195402" y="513604"/>
                    <a:pt x="194665" y="513849"/>
                    <a:pt x="193906" y="514102"/>
                  </a:cubicBezTo>
                  <a:cubicBezTo>
                    <a:pt x="193814" y="514655"/>
                    <a:pt x="193722" y="515207"/>
                    <a:pt x="193627" y="515777"/>
                  </a:cubicBezTo>
                  <a:cubicBezTo>
                    <a:pt x="192996" y="518553"/>
                    <a:pt x="191497" y="519638"/>
                    <a:pt x="189441" y="521544"/>
                  </a:cubicBezTo>
                  <a:cubicBezTo>
                    <a:pt x="188950" y="522280"/>
                    <a:pt x="188459" y="523017"/>
                    <a:pt x="187953" y="523776"/>
                  </a:cubicBezTo>
                  <a:cubicBezTo>
                    <a:pt x="186970" y="523776"/>
                    <a:pt x="185988" y="523776"/>
                    <a:pt x="184976" y="523776"/>
                  </a:cubicBezTo>
                  <a:cubicBezTo>
                    <a:pt x="184976" y="524758"/>
                    <a:pt x="184976" y="525741"/>
                    <a:pt x="184976" y="526753"/>
                  </a:cubicBezTo>
                  <a:cubicBezTo>
                    <a:pt x="183994" y="526753"/>
                    <a:pt x="183012" y="526753"/>
                    <a:pt x="182000" y="526753"/>
                  </a:cubicBezTo>
                  <a:cubicBezTo>
                    <a:pt x="181892" y="527351"/>
                    <a:pt x="181785" y="527950"/>
                    <a:pt x="181674" y="528566"/>
                  </a:cubicBezTo>
                  <a:cubicBezTo>
                    <a:pt x="181536" y="529196"/>
                    <a:pt x="181398" y="529825"/>
                    <a:pt x="181255" y="530473"/>
                  </a:cubicBezTo>
                  <a:cubicBezTo>
                    <a:pt x="179395" y="530938"/>
                    <a:pt x="179395" y="530938"/>
                    <a:pt x="177535" y="531218"/>
                  </a:cubicBezTo>
                  <a:cubicBezTo>
                    <a:pt x="177289" y="531954"/>
                    <a:pt x="177044" y="532691"/>
                    <a:pt x="176791" y="533450"/>
                  </a:cubicBezTo>
                  <a:cubicBezTo>
                    <a:pt x="175253" y="533831"/>
                    <a:pt x="175253" y="533831"/>
                    <a:pt x="173396" y="533962"/>
                  </a:cubicBezTo>
                  <a:cubicBezTo>
                    <a:pt x="172781" y="534010"/>
                    <a:pt x="172166" y="534059"/>
                    <a:pt x="171532" y="534110"/>
                  </a:cubicBezTo>
                  <a:cubicBezTo>
                    <a:pt x="171057" y="534138"/>
                    <a:pt x="170583" y="534165"/>
                    <a:pt x="170093" y="534194"/>
                  </a:cubicBezTo>
                  <a:cubicBezTo>
                    <a:pt x="170093" y="535176"/>
                    <a:pt x="170093" y="536159"/>
                    <a:pt x="170093" y="537171"/>
                  </a:cubicBezTo>
                  <a:cubicBezTo>
                    <a:pt x="169189" y="537190"/>
                    <a:pt x="168284" y="537209"/>
                    <a:pt x="167352" y="537229"/>
                  </a:cubicBezTo>
                  <a:cubicBezTo>
                    <a:pt x="166173" y="537271"/>
                    <a:pt x="164994" y="537313"/>
                    <a:pt x="163815" y="537357"/>
                  </a:cubicBezTo>
                  <a:cubicBezTo>
                    <a:pt x="163218" y="537367"/>
                    <a:pt x="162620" y="537378"/>
                    <a:pt x="162005" y="537389"/>
                  </a:cubicBezTo>
                  <a:cubicBezTo>
                    <a:pt x="160088" y="537436"/>
                    <a:pt x="160088" y="537436"/>
                    <a:pt x="157443" y="537915"/>
                  </a:cubicBezTo>
                  <a:cubicBezTo>
                    <a:pt x="157334" y="538407"/>
                    <a:pt x="157225" y="538900"/>
                    <a:pt x="157112" y="539408"/>
                  </a:cubicBezTo>
                  <a:cubicBezTo>
                    <a:pt x="156976" y="539897"/>
                    <a:pt x="156839" y="540387"/>
                    <a:pt x="156699" y="540891"/>
                  </a:cubicBezTo>
                  <a:cubicBezTo>
                    <a:pt x="155203" y="541266"/>
                    <a:pt x="155203" y="541266"/>
                    <a:pt x="153196" y="541269"/>
                  </a:cubicBezTo>
                  <a:cubicBezTo>
                    <a:pt x="152439" y="541278"/>
                    <a:pt x="151681" y="541286"/>
                    <a:pt x="150900" y="541295"/>
                  </a:cubicBezTo>
                  <a:cubicBezTo>
                    <a:pt x="149643" y="541286"/>
                    <a:pt x="149643" y="541286"/>
                    <a:pt x="148361" y="541276"/>
                  </a:cubicBezTo>
                  <a:cubicBezTo>
                    <a:pt x="147045" y="541284"/>
                    <a:pt x="147045" y="541284"/>
                    <a:pt x="145703" y="541292"/>
                  </a:cubicBezTo>
                  <a:cubicBezTo>
                    <a:pt x="143290" y="541303"/>
                    <a:pt x="140878" y="541301"/>
                    <a:pt x="138466" y="541291"/>
                  </a:cubicBezTo>
                  <a:cubicBezTo>
                    <a:pt x="135947" y="541284"/>
                    <a:pt x="133427" y="541291"/>
                    <a:pt x="130908" y="541295"/>
                  </a:cubicBezTo>
                  <a:cubicBezTo>
                    <a:pt x="126677" y="541301"/>
                    <a:pt x="122445" y="541294"/>
                    <a:pt x="118214" y="541279"/>
                  </a:cubicBezTo>
                  <a:cubicBezTo>
                    <a:pt x="113315" y="541263"/>
                    <a:pt x="108417" y="541268"/>
                    <a:pt x="103518" y="541285"/>
                  </a:cubicBezTo>
                  <a:cubicBezTo>
                    <a:pt x="99319" y="541298"/>
                    <a:pt x="95120" y="541300"/>
                    <a:pt x="90922" y="541292"/>
                  </a:cubicBezTo>
                  <a:cubicBezTo>
                    <a:pt x="88411" y="541288"/>
                    <a:pt x="85900" y="541287"/>
                    <a:pt x="83389" y="541297"/>
                  </a:cubicBezTo>
                  <a:cubicBezTo>
                    <a:pt x="80591" y="541305"/>
                    <a:pt x="77794" y="541293"/>
                    <a:pt x="74996" y="541276"/>
                  </a:cubicBezTo>
                  <a:cubicBezTo>
                    <a:pt x="74158" y="541283"/>
                    <a:pt x="73320" y="541289"/>
                    <a:pt x="72456" y="541295"/>
                  </a:cubicBezTo>
                  <a:cubicBezTo>
                    <a:pt x="71699" y="541286"/>
                    <a:pt x="70941" y="541278"/>
                    <a:pt x="70161" y="541269"/>
                  </a:cubicBezTo>
                  <a:cubicBezTo>
                    <a:pt x="69498" y="541268"/>
                    <a:pt x="68836" y="541267"/>
                    <a:pt x="68154" y="541266"/>
                  </a:cubicBezTo>
                  <a:cubicBezTo>
                    <a:pt x="67660" y="541142"/>
                    <a:pt x="67166" y="541019"/>
                    <a:pt x="66658" y="540891"/>
                  </a:cubicBezTo>
                  <a:cubicBezTo>
                    <a:pt x="66157" y="539403"/>
                    <a:pt x="66157" y="539403"/>
                    <a:pt x="65914" y="537915"/>
                  </a:cubicBezTo>
                  <a:cubicBezTo>
                    <a:pt x="64422" y="537467"/>
                    <a:pt x="64422" y="537467"/>
                    <a:pt x="62612" y="537540"/>
                  </a:cubicBezTo>
                  <a:cubicBezTo>
                    <a:pt x="61613" y="537519"/>
                    <a:pt x="61613" y="537519"/>
                    <a:pt x="60594" y="537498"/>
                  </a:cubicBezTo>
                  <a:cubicBezTo>
                    <a:pt x="59894" y="537497"/>
                    <a:pt x="59194" y="537497"/>
                    <a:pt x="58472" y="537496"/>
                  </a:cubicBezTo>
                  <a:cubicBezTo>
                    <a:pt x="57092" y="537490"/>
                    <a:pt x="55713" y="537474"/>
                    <a:pt x="54333" y="537447"/>
                  </a:cubicBezTo>
                  <a:cubicBezTo>
                    <a:pt x="53718" y="537446"/>
                    <a:pt x="53103" y="537446"/>
                    <a:pt x="52470" y="537445"/>
                  </a:cubicBezTo>
                  <a:cubicBezTo>
                    <a:pt x="51995" y="537355"/>
                    <a:pt x="51520" y="537264"/>
                    <a:pt x="51031" y="537171"/>
                  </a:cubicBezTo>
                  <a:cubicBezTo>
                    <a:pt x="50663" y="536066"/>
                    <a:pt x="50663" y="536066"/>
                    <a:pt x="50287" y="534938"/>
                  </a:cubicBezTo>
                  <a:cubicBezTo>
                    <a:pt x="48568" y="534420"/>
                    <a:pt x="48568" y="534420"/>
                    <a:pt x="46566" y="534194"/>
                  </a:cubicBezTo>
                  <a:cubicBezTo>
                    <a:pt x="44520" y="533915"/>
                    <a:pt x="44520" y="533915"/>
                    <a:pt x="42845" y="533450"/>
                  </a:cubicBezTo>
                  <a:cubicBezTo>
                    <a:pt x="42477" y="532345"/>
                    <a:pt x="42477" y="532345"/>
                    <a:pt x="42101" y="531218"/>
                  </a:cubicBezTo>
                  <a:cubicBezTo>
                    <a:pt x="41364" y="531110"/>
                    <a:pt x="40628" y="531003"/>
                    <a:pt x="39869" y="530892"/>
                  </a:cubicBezTo>
                  <a:cubicBezTo>
                    <a:pt x="39132" y="530754"/>
                    <a:pt x="38395" y="530616"/>
                    <a:pt x="37636" y="530473"/>
                  </a:cubicBezTo>
                  <a:cubicBezTo>
                    <a:pt x="37359" y="529489"/>
                    <a:pt x="37111" y="528496"/>
                    <a:pt x="36892" y="527497"/>
                  </a:cubicBezTo>
                  <a:cubicBezTo>
                    <a:pt x="36263" y="527374"/>
                    <a:pt x="35634" y="527251"/>
                    <a:pt x="34985" y="527125"/>
                  </a:cubicBezTo>
                  <a:cubicBezTo>
                    <a:pt x="34387" y="527002"/>
                    <a:pt x="33788" y="526879"/>
                    <a:pt x="33171" y="526753"/>
                  </a:cubicBezTo>
                  <a:cubicBezTo>
                    <a:pt x="33171" y="525770"/>
                    <a:pt x="33171" y="524788"/>
                    <a:pt x="33171" y="523776"/>
                  </a:cubicBezTo>
                  <a:cubicBezTo>
                    <a:pt x="32183" y="523513"/>
                    <a:pt x="31190" y="523266"/>
                    <a:pt x="30195" y="523032"/>
                  </a:cubicBezTo>
                  <a:cubicBezTo>
                    <a:pt x="29358" y="521544"/>
                    <a:pt x="29358" y="521544"/>
                    <a:pt x="28707" y="520055"/>
                  </a:cubicBezTo>
                  <a:cubicBezTo>
                    <a:pt x="28216" y="519810"/>
                    <a:pt x="27724" y="519564"/>
                    <a:pt x="27218" y="519311"/>
                  </a:cubicBezTo>
                  <a:cubicBezTo>
                    <a:pt x="26722" y="518319"/>
                    <a:pt x="26226" y="517327"/>
                    <a:pt x="25730" y="516335"/>
                  </a:cubicBezTo>
                  <a:cubicBezTo>
                    <a:pt x="25239" y="516089"/>
                    <a:pt x="24748" y="515844"/>
                    <a:pt x="24242" y="515591"/>
                  </a:cubicBezTo>
                  <a:cubicBezTo>
                    <a:pt x="23939" y="513863"/>
                    <a:pt x="23688" y="512125"/>
                    <a:pt x="23498" y="510382"/>
                  </a:cubicBezTo>
                  <a:cubicBezTo>
                    <a:pt x="22761" y="510382"/>
                    <a:pt x="22024" y="510382"/>
                    <a:pt x="21265" y="510382"/>
                  </a:cubicBezTo>
                  <a:cubicBezTo>
                    <a:pt x="21144" y="508880"/>
                    <a:pt x="21023" y="507378"/>
                    <a:pt x="20902" y="505876"/>
                  </a:cubicBezTo>
                  <a:cubicBezTo>
                    <a:pt x="20615" y="504134"/>
                    <a:pt x="20615" y="504134"/>
                    <a:pt x="18289" y="502940"/>
                  </a:cubicBezTo>
                  <a:cubicBezTo>
                    <a:pt x="17960" y="501356"/>
                    <a:pt x="17960" y="501356"/>
                    <a:pt x="17870" y="499545"/>
                  </a:cubicBezTo>
                  <a:cubicBezTo>
                    <a:pt x="17807" y="497778"/>
                    <a:pt x="17807" y="497778"/>
                    <a:pt x="17545" y="496243"/>
                  </a:cubicBezTo>
                  <a:cubicBezTo>
                    <a:pt x="17053" y="495997"/>
                    <a:pt x="16562" y="495752"/>
                    <a:pt x="16056" y="495499"/>
                  </a:cubicBezTo>
                  <a:cubicBezTo>
                    <a:pt x="15789" y="492849"/>
                    <a:pt x="15725" y="490213"/>
                    <a:pt x="15641" y="487552"/>
                  </a:cubicBezTo>
                  <a:cubicBezTo>
                    <a:pt x="15602" y="485106"/>
                    <a:pt x="15602" y="485106"/>
                    <a:pt x="14199" y="484170"/>
                  </a:cubicBezTo>
                  <a:cubicBezTo>
                    <a:pt x="12431" y="482083"/>
                    <a:pt x="12722" y="479712"/>
                    <a:pt x="12699" y="477096"/>
                  </a:cubicBezTo>
                  <a:cubicBezTo>
                    <a:pt x="12686" y="476537"/>
                    <a:pt x="12672" y="475979"/>
                    <a:pt x="12658" y="475404"/>
                  </a:cubicBezTo>
                  <a:cubicBezTo>
                    <a:pt x="12618" y="473622"/>
                    <a:pt x="12593" y="471840"/>
                    <a:pt x="12568" y="470058"/>
                  </a:cubicBezTo>
                  <a:cubicBezTo>
                    <a:pt x="12543" y="468850"/>
                    <a:pt x="12518" y="467641"/>
                    <a:pt x="12491" y="466432"/>
                  </a:cubicBezTo>
                  <a:cubicBezTo>
                    <a:pt x="12428" y="463471"/>
                    <a:pt x="12378" y="460509"/>
                    <a:pt x="12336" y="457548"/>
                  </a:cubicBezTo>
                  <a:cubicBezTo>
                    <a:pt x="11599" y="457548"/>
                    <a:pt x="10862" y="457548"/>
                    <a:pt x="10103" y="457548"/>
                  </a:cubicBezTo>
                  <a:cubicBezTo>
                    <a:pt x="10090" y="414303"/>
                    <a:pt x="10079" y="371059"/>
                    <a:pt x="10072" y="327814"/>
                  </a:cubicBezTo>
                  <a:cubicBezTo>
                    <a:pt x="10072" y="327175"/>
                    <a:pt x="10071" y="326535"/>
                    <a:pt x="10071" y="325876"/>
                  </a:cubicBezTo>
                  <a:cubicBezTo>
                    <a:pt x="10069" y="311977"/>
                    <a:pt x="10067" y="298078"/>
                    <a:pt x="10065" y="284179"/>
                  </a:cubicBezTo>
                  <a:cubicBezTo>
                    <a:pt x="10064" y="277364"/>
                    <a:pt x="10063" y="270548"/>
                    <a:pt x="10062" y="263732"/>
                  </a:cubicBezTo>
                  <a:cubicBezTo>
                    <a:pt x="10062" y="263054"/>
                    <a:pt x="10062" y="262376"/>
                    <a:pt x="10062" y="261677"/>
                  </a:cubicBezTo>
                  <a:cubicBezTo>
                    <a:pt x="10059" y="239676"/>
                    <a:pt x="10053" y="217676"/>
                    <a:pt x="10046" y="195675"/>
                  </a:cubicBezTo>
                  <a:cubicBezTo>
                    <a:pt x="10039" y="173074"/>
                    <a:pt x="10035" y="150474"/>
                    <a:pt x="10033" y="127873"/>
                  </a:cubicBezTo>
                  <a:cubicBezTo>
                    <a:pt x="10033" y="124684"/>
                    <a:pt x="10033" y="121495"/>
                    <a:pt x="10033" y="118306"/>
                  </a:cubicBezTo>
                  <a:cubicBezTo>
                    <a:pt x="10032" y="117678"/>
                    <a:pt x="10032" y="117050"/>
                    <a:pt x="10032" y="116403"/>
                  </a:cubicBezTo>
                  <a:cubicBezTo>
                    <a:pt x="10032" y="106282"/>
                    <a:pt x="10028" y="96161"/>
                    <a:pt x="10024" y="86040"/>
                  </a:cubicBezTo>
                  <a:cubicBezTo>
                    <a:pt x="10019" y="75875"/>
                    <a:pt x="10018" y="65711"/>
                    <a:pt x="10019" y="55546"/>
                  </a:cubicBezTo>
                  <a:cubicBezTo>
                    <a:pt x="10019" y="49500"/>
                    <a:pt x="10018" y="43454"/>
                    <a:pt x="10013" y="37409"/>
                  </a:cubicBezTo>
                  <a:cubicBezTo>
                    <a:pt x="10010" y="32904"/>
                    <a:pt x="10011" y="28400"/>
                    <a:pt x="10013" y="23895"/>
                  </a:cubicBezTo>
                  <a:cubicBezTo>
                    <a:pt x="10013" y="22065"/>
                    <a:pt x="10013" y="20236"/>
                    <a:pt x="10010" y="18406"/>
                  </a:cubicBezTo>
                  <a:cubicBezTo>
                    <a:pt x="10007" y="15932"/>
                    <a:pt x="10009" y="13459"/>
                    <a:pt x="10012" y="10986"/>
                  </a:cubicBezTo>
                  <a:cubicBezTo>
                    <a:pt x="10010" y="10263"/>
                    <a:pt x="10008" y="9541"/>
                    <a:pt x="10006" y="8797"/>
                  </a:cubicBezTo>
                  <a:cubicBezTo>
                    <a:pt x="10007" y="8141"/>
                    <a:pt x="10009" y="7485"/>
                    <a:pt x="10011" y="6810"/>
                  </a:cubicBezTo>
                  <a:cubicBezTo>
                    <a:pt x="10011" y="6244"/>
                    <a:pt x="10010" y="5678"/>
                    <a:pt x="10010" y="5094"/>
                  </a:cubicBezTo>
                  <a:cubicBezTo>
                    <a:pt x="10103" y="3622"/>
                    <a:pt x="10103" y="3622"/>
                    <a:pt x="10847" y="1389"/>
                  </a:cubicBezTo>
                  <a:cubicBezTo>
                    <a:pt x="13130" y="248"/>
                    <a:pt x="15521" y="536"/>
                    <a:pt x="18026" y="537"/>
                  </a:cubicBezTo>
                  <a:close/>
                </a:path>
              </a:pathLst>
            </a:custGeom>
            <a:grpFill/>
            <a:ln w="744" cap="flat">
              <a:noFill/>
              <a:prstDash val="solid"/>
              <a:miter/>
            </a:ln>
          </p:spPr>
          <p:txBody>
            <a:bodyPr rtlCol="0" anchor="ctr"/>
            <a:lstStyle/>
            <a:p>
              <a:endParaRPr lang="zh-CN" altLang="en-US"/>
            </a:p>
          </p:txBody>
        </p:sp>
        <p:sp>
          <p:nvSpPr>
            <p:cNvPr id="158" name="任意多边形: 形状 157"/>
            <p:cNvSpPr/>
            <p:nvPr/>
          </p:nvSpPr>
          <p:spPr>
            <a:xfrm>
              <a:off x="10919517" y="777241"/>
              <a:ext cx="399573" cy="383248"/>
            </a:xfrm>
            <a:custGeom>
              <a:avLst/>
              <a:gdLst>
                <a:gd name="connsiteX0" fmla="*/ 176803 w 399578"/>
                <a:gd name="connsiteY0" fmla="*/ 761 h 383236"/>
                <a:gd name="connsiteX1" fmla="*/ 179268 w 399578"/>
                <a:gd name="connsiteY1" fmla="*/ 677 h 383236"/>
                <a:gd name="connsiteX2" fmla="*/ 181268 w 399578"/>
                <a:gd name="connsiteY2" fmla="*/ 994 h 383236"/>
                <a:gd name="connsiteX3" fmla="*/ 182012 w 399578"/>
                <a:gd name="connsiteY3" fmla="*/ 3970 h 383236"/>
                <a:gd name="connsiteX4" fmla="*/ 184617 w 399578"/>
                <a:gd name="connsiteY4" fmla="*/ 4342 h 383236"/>
                <a:gd name="connsiteX5" fmla="*/ 187221 w 399578"/>
                <a:gd name="connsiteY5" fmla="*/ 4714 h 383236"/>
                <a:gd name="connsiteX6" fmla="*/ 187965 w 399578"/>
                <a:gd name="connsiteY6" fmla="*/ 7691 h 383236"/>
                <a:gd name="connsiteX7" fmla="*/ 190105 w 399578"/>
                <a:gd name="connsiteY7" fmla="*/ 7691 h 383236"/>
                <a:gd name="connsiteX8" fmla="*/ 192430 w 399578"/>
                <a:gd name="connsiteY8" fmla="*/ 7691 h 383236"/>
                <a:gd name="connsiteX9" fmla="*/ 193454 w 399578"/>
                <a:gd name="connsiteY9" fmla="*/ 9133 h 383236"/>
                <a:gd name="connsiteX10" fmla="*/ 196093 w 399578"/>
                <a:gd name="connsiteY10" fmla="*/ 10926 h 383236"/>
                <a:gd name="connsiteX11" fmla="*/ 197732 w 399578"/>
                <a:gd name="connsiteY11" fmla="*/ 11039 h 383236"/>
                <a:gd name="connsiteX12" fmla="*/ 200616 w 399578"/>
                <a:gd name="connsiteY12" fmla="*/ 11411 h 383236"/>
                <a:gd name="connsiteX13" fmla="*/ 201360 w 399578"/>
                <a:gd name="connsiteY13" fmla="*/ 14388 h 383236"/>
                <a:gd name="connsiteX14" fmla="*/ 205825 w 399578"/>
                <a:gd name="connsiteY14" fmla="*/ 15132 h 383236"/>
                <a:gd name="connsiteX15" fmla="*/ 206569 w 399578"/>
                <a:gd name="connsiteY15" fmla="*/ 17365 h 383236"/>
                <a:gd name="connsiteX16" fmla="*/ 211144 w 399578"/>
                <a:gd name="connsiteY16" fmla="*/ 17827 h 383236"/>
                <a:gd name="connsiteX17" fmla="*/ 212522 w 399578"/>
                <a:gd name="connsiteY17" fmla="*/ 18109 h 383236"/>
                <a:gd name="connsiteX18" fmla="*/ 214010 w 399578"/>
                <a:gd name="connsiteY18" fmla="*/ 21085 h 383236"/>
                <a:gd name="connsiteX19" fmla="*/ 216615 w 399578"/>
                <a:gd name="connsiteY19" fmla="*/ 21457 h 383236"/>
                <a:gd name="connsiteX20" fmla="*/ 219219 w 399578"/>
                <a:gd name="connsiteY20" fmla="*/ 21829 h 383236"/>
                <a:gd name="connsiteX21" fmla="*/ 220708 w 399578"/>
                <a:gd name="connsiteY21" fmla="*/ 24806 h 383236"/>
                <a:gd name="connsiteX22" fmla="*/ 222568 w 399578"/>
                <a:gd name="connsiteY22" fmla="*/ 24806 h 383236"/>
                <a:gd name="connsiteX23" fmla="*/ 224428 w 399578"/>
                <a:gd name="connsiteY23" fmla="*/ 24806 h 383236"/>
                <a:gd name="connsiteX24" fmla="*/ 225033 w 399578"/>
                <a:gd name="connsiteY24" fmla="*/ 26248 h 383236"/>
                <a:gd name="connsiteX25" fmla="*/ 225917 w 399578"/>
                <a:gd name="connsiteY25" fmla="*/ 27783 h 383236"/>
                <a:gd name="connsiteX26" fmla="*/ 231870 w 399578"/>
                <a:gd name="connsiteY26" fmla="*/ 28527 h 383236"/>
                <a:gd name="connsiteX27" fmla="*/ 231870 w 399578"/>
                <a:gd name="connsiteY27" fmla="*/ 31503 h 383236"/>
                <a:gd name="connsiteX28" fmla="*/ 233471 w 399578"/>
                <a:gd name="connsiteY28" fmla="*/ 31588 h 383236"/>
                <a:gd name="connsiteX29" fmla="*/ 235544 w 399578"/>
                <a:gd name="connsiteY29" fmla="*/ 31736 h 383236"/>
                <a:gd name="connsiteX30" fmla="*/ 237611 w 399578"/>
                <a:gd name="connsiteY30" fmla="*/ 31867 h 383236"/>
                <a:gd name="connsiteX31" fmla="*/ 239311 w 399578"/>
                <a:gd name="connsiteY31" fmla="*/ 32247 h 383236"/>
                <a:gd name="connsiteX32" fmla="*/ 240241 w 399578"/>
                <a:gd name="connsiteY32" fmla="*/ 39782 h 383236"/>
                <a:gd name="connsiteX33" fmla="*/ 240299 w 399578"/>
                <a:gd name="connsiteY33" fmla="*/ 42625 h 383236"/>
                <a:gd name="connsiteX34" fmla="*/ 240055 w 399578"/>
                <a:gd name="connsiteY34" fmla="*/ 44898 h 383236"/>
                <a:gd name="connsiteX35" fmla="*/ 237823 w 399578"/>
                <a:gd name="connsiteY35" fmla="*/ 45642 h 383236"/>
                <a:gd name="connsiteX36" fmla="*/ 237079 w 399578"/>
                <a:gd name="connsiteY36" fmla="*/ 50851 h 383236"/>
                <a:gd name="connsiteX37" fmla="*/ 234846 w 399578"/>
                <a:gd name="connsiteY37" fmla="*/ 52339 h 383236"/>
                <a:gd name="connsiteX38" fmla="*/ 234102 w 399578"/>
                <a:gd name="connsiteY38" fmla="*/ 57548 h 383236"/>
                <a:gd name="connsiteX39" fmla="*/ 231870 w 399578"/>
                <a:gd name="connsiteY39" fmla="*/ 57548 h 383236"/>
                <a:gd name="connsiteX40" fmla="*/ 231591 w 399578"/>
                <a:gd name="connsiteY40" fmla="*/ 60478 h 383236"/>
                <a:gd name="connsiteX41" fmla="*/ 231126 w 399578"/>
                <a:gd name="connsiteY41" fmla="*/ 63501 h 383236"/>
                <a:gd name="connsiteX42" fmla="*/ 229637 w 399578"/>
                <a:gd name="connsiteY42" fmla="*/ 64245 h 383236"/>
                <a:gd name="connsiteX43" fmla="*/ 229312 w 399578"/>
                <a:gd name="connsiteY43" fmla="*/ 66431 h 383236"/>
                <a:gd name="connsiteX44" fmla="*/ 228893 w 399578"/>
                <a:gd name="connsiteY44" fmla="*/ 68710 h 383236"/>
                <a:gd name="connsiteX45" fmla="*/ 226661 w 399578"/>
                <a:gd name="connsiteY45" fmla="*/ 70199 h 383236"/>
                <a:gd name="connsiteX46" fmla="*/ 226289 w 399578"/>
                <a:gd name="connsiteY46" fmla="*/ 72850 h 383236"/>
                <a:gd name="connsiteX47" fmla="*/ 225917 w 399578"/>
                <a:gd name="connsiteY47" fmla="*/ 75408 h 383236"/>
                <a:gd name="connsiteX48" fmla="*/ 223684 w 399578"/>
                <a:gd name="connsiteY48" fmla="*/ 76152 h 383236"/>
                <a:gd name="connsiteX49" fmla="*/ 222940 w 399578"/>
                <a:gd name="connsiteY49" fmla="*/ 81361 h 383236"/>
                <a:gd name="connsiteX50" fmla="*/ 221452 w 399578"/>
                <a:gd name="connsiteY50" fmla="*/ 82105 h 383236"/>
                <a:gd name="connsiteX51" fmla="*/ 220708 w 399578"/>
                <a:gd name="connsiteY51" fmla="*/ 86570 h 383236"/>
                <a:gd name="connsiteX52" fmla="*/ 218475 w 399578"/>
                <a:gd name="connsiteY52" fmla="*/ 86570 h 383236"/>
                <a:gd name="connsiteX53" fmla="*/ 217731 w 399578"/>
                <a:gd name="connsiteY53" fmla="*/ 93267 h 383236"/>
                <a:gd name="connsiteX54" fmla="*/ 215499 w 399578"/>
                <a:gd name="connsiteY54" fmla="*/ 93267 h 383236"/>
                <a:gd name="connsiteX55" fmla="*/ 215220 w 399578"/>
                <a:gd name="connsiteY55" fmla="*/ 95825 h 383236"/>
                <a:gd name="connsiteX56" fmla="*/ 214755 w 399578"/>
                <a:gd name="connsiteY56" fmla="*/ 98476 h 383236"/>
                <a:gd name="connsiteX57" fmla="*/ 213266 w 399578"/>
                <a:gd name="connsiteY57" fmla="*/ 99220 h 383236"/>
                <a:gd name="connsiteX58" fmla="*/ 212522 w 399578"/>
                <a:gd name="connsiteY58" fmla="*/ 103685 h 383236"/>
                <a:gd name="connsiteX59" fmla="*/ 210290 w 399578"/>
                <a:gd name="connsiteY59" fmla="*/ 103685 h 383236"/>
                <a:gd name="connsiteX60" fmla="*/ 210057 w 399578"/>
                <a:gd name="connsiteY60" fmla="*/ 106615 h 383236"/>
                <a:gd name="connsiteX61" fmla="*/ 209546 w 399578"/>
                <a:gd name="connsiteY61" fmla="*/ 109638 h 383236"/>
                <a:gd name="connsiteX62" fmla="*/ 207313 w 399578"/>
                <a:gd name="connsiteY62" fmla="*/ 110382 h 383236"/>
                <a:gd name="connsiteX63" fmla="*/ 206569 w 399578"/>
                <a:gd name="connsiteY63" fmla="*/ 115591 h 383236"/>
                <a:gd name="connsiteX64" fmla="*/ 205081 w 399578"/>
                <a:gd name="connsiteY64" fmla="*/ 116335 h 383236"/>
                <a:gd name="connsiteX65" fmla="*/ 204337 w 399578"/>
                <a:gd name="connsiteY65" fmla="*/ 118196 h 383236"/>
                <a:gd name="connsiteX66" fmla="*/ 202104 w 399578"/>
                <a:gd name="connsiteY66" fmla="*/ 120800 h 383236"/>
                <a:gd name="connsiteX67" fmla="*/ 201779 w 399578"/>
                <a:gd name="connsiteY67" fmla="*/ 123358 h 383236"/>
                <a:gd name="connsiteX68" fmla="*/ 201360 w 399578"/>
                <a:gd name="connsiteY68" fmla="*/ 126009 h 383236"/>
                <a:gd name="connsiteX69" fmla="*/ 199128 w 399578"/>
                <a:gd name="connsiteY69" fmla="*/ 127497 h 383236"/>
                <a:gd name="connsiteX70" fmla="*/ 198383 w 399578"/>
                <a:gd name="connsiteY70" fmla="*/ 130474 h 383236"/>
                <a:gd name="connsiteX71" fmla="*/ 196895 w 399578"/>
                <a:gd name="connsiteY71" fmla="*/ 131218 h 383236"/>
                <a:gd name="connsiteX72" fmla="*/ 196616 w 399578"/>
                <a:gd name="connsiteY72" fmla="*/ 133823 h 383236"/>
                <a:gd name="connsiteX73" fmla="*/ 196151 w 399578"/>
                <a:gd name="connsiteY73" fmla="*/ 136427 h 383236"/>
                <a:gd name="connsiteX74" fmla="*/ 193174 w 399578"/>
                <a:gd name="connsiteY74" fmla="*/ 137171 h 383236"/>
                <a:gd name="connsiteX75" fmla="*/ 193174 w 399578"/>
                <a:gd name="connsiteY75" fmla="*/ 141636 h 383236"/>
                <a:gd name="connsiteX76" fmla="*/ 190942 w 399578"/>
                <a:gd name="connsiteY76" fmla="*/ 141636 h 383236"/>
                <a:gd name="connsiteX77" fmla="*/ 190709 w 399578"/>
                <a:gd name="connsiteY77" fmla="*/ 144101 h 383236"/>
                <a:gd name="connsiteX78" fmla="*/ 187965 w 399578"/>
                <a:gd name="connsiteY78" fmla="*/ 149077 h 383236"/>
                <a:gd name="connsiteX79" fmla="*/ 187221 w 399578"/>
                <a:gd name="connsiteY79" fmla="*/ 152054 h 383236"/>
                <a:gd name="connsiteX80" fmla="*/ 185733 w 399578"/>
                <a:gd name="connsiteY80" fmla="*/ 152798 h 383236"/>
                <a:gd name="connsiteX81" fmla="*/ 185407 w 399578"/>
                <a:gd name="connsiteY81" fmla="*/ 154612 h 383236"/>
                <a:gd name="connsiteX82" fmla="*/ 182756 w 399578"/>
                <a:gd name="connsiteY82" fmla="*/ 158007 h 383236"/>
                <a:gd name="connsiteX83" fmla="*/ 181268 w 399578"/>
                <a:gd name="connsiteY83" fmla="*/ 161728 h 383236"/>
                <a:gd name="connsiteX84" fmla="*/ 179780 w 399578"/>
                <a:gd name="connsiteY84" fmla="*/ 161728 h 383236"/>
                <a:gd name="connsiteX85" fmla="*/ 179919 w 399578"/>
                <a:gd name="connsiteY85" fmla="*/ 163821 h 383236"/>
                <a:gd name="connsiteX86" fmla="*/ 178710 w 399578"/>
                <a:gd name="connsiteY86" fmla="*/ 167402 h 383236"/>
                <a:gd name="connsiteX87" fmla="*/ 177547 w 399578"/>
                <a:gd name="connsiteY87" fmla="*/ 168425 h 383236"/>
                <a:gd name="connsiteX88" fmla="*/ 177175 w 399578"/>
                <a:gd name="connsiteY88" fmla="*/ 169960 h 383236"/>
                <a:gd name="connsiteX89" fmla="*/ 174571 w 399578"/>
                <a:gd name="connsiteY89" fmla="*/ 172890 h 383236"/>
                <a:gd name="connsiteX90" fmla="*/ 173827 w 399578"/>
                <a:gd name="connsiteY90" fmla="*/ 175867 h 383236"/>
                <a:gd name="connsiteX91" fmla="*/ 172339 w 399578"/>
                <a:gd name="connsiteY91" fmla="*/ 176611 h 383236"/>
                <a:gd name="connsiteX92" fmla="*/ 171594 w 399578"/>
                <a:gd name="connsiteY92" fmla="*/ 178843 h 383236"/>
                <a:gd name="connsiteX93" fmla="*/ 169362 w 399578"/>
                <a:gd name="connsiteY93" fmla="*/ 181820 h 383236"/>
                <a:gd name="connsiteX94" fmla="*/ 169036 w 399578"/>
                <a:gd name="connsiteY94" fmla="*/ 183680 h 383236"/>
                <a:gd name="connsiteX95" fmla="*/ 168618 w 399578"/>
                <a:gd name="connsiteY95" fmla="*/ 185540 h 383236"/>
                <a:gd name="connsiteX96" fmla="*/ 166385 w 399578"/>
                <a:gd name="connsiteY96" fmla="*/ 186285 h 383236"/>
                <a:gd name="connsiteX97" fmla="*/ 165641 w 399578"/>
                <a:gd name="connsiteY97" fmla="*/ 190749 h 383236"/>
                <a:gd name="connsiteX98" fmla="*/ 163409 w 399578"/>
                <a:gd name="connsiteY98" fmla="*/ 192982 h 383236"/>
                <a:gd name="connsiteX99" fmla="*/ 162665 w 399578"/>
                <a:gd name="connsiteY99" fmla="*/ 195214 h 383236"/>
                <a:gd name="connsiteX100" fmla="*/ 160432 w 399578"/>
                <a:gd name="connsiteY100" fmla="*/ 195214 h 383236"/>
                <a:gd name="connsiteX101" fmla="*/ 160432 w 399578"/>
                <a:gd name="connsiteY101" fmla="*/ 199679 h 383236"/>
                <a:gd name="connsiteX102" fmla="*/ 158200 w 399578"/>
                <a:gd name="connsiteY102" fmla="*/ 199679 h 383236"/>
                <a:gd name="connsiteX103" fmla="*/ 157967 w 399578"/>
                <a:gd name="connsiteY103" fmla="*/ 201772 h 383236"/>
                <a:gd name="connsiteX104" fmla="*/ 155223 w 399578"/>
                <a:gd name="connsiteY104" fmla="*/ 206376 h 383236"/>
                <a:gd name="connsiteX105" fmla="*/ 154479 w 399578"/>
                <a:gd name="connsiteY105" fmla="*/ 208609 h 383236"/>
                <a:gd name="connsiteX106" fmla="*/ 152991 w 399578"/>
                <a:gd name="connsiteY106" fmla="*/ 209353 h 383236"/>
                <a:gd name="connsiteX107" fmla="*/ 152665 w 399578"/>
                <a:gd name="connsiteY107" fmla="*/ 211260 h 383236"/>
                <a:gd name="connsiteX108" fmla="*/ 152247 w 399578"/>
                <a:gd name="connsiteY108" fmla="*/ 213074 h 383236"/>
                <a:gd name="connsiteX109" fmla="*/ 150014 w 399578"/>
                <a:gd name="connsiteY109" fmla="*/ 213074 h 383236"/>
                <a:gd name="connsiteX110" fmla="*/ 149782 w 399578"/>
                <a:gd name="connsiteY110" fmla="*/ 215539 h 383236"/>
                <a:gd name="connsiteX111" fmla="*/ 147038 w 399578"/>
                <a:gd name="connsiteY111" fmla="*/ 220515 h 383236"/>
                <a:gd name="connsiteX112" fmla="*/ 145549 w 399578"/>
                <a:gd name="connsiteY112" fmla="*/ 222747 h 383236"/>
                <a:gd name="connsiteX113" fmla="*/ 144061 w 399578"/>
                <a:gd name="connsiteY113" fmla="*/ 222747 h 383236"/>
                <a:gd name="connsiteX114" fmla="*/ 144201 w 399578"/>
                <a:gd name="connsiteY114" fmla="*/ 224561 h 383236"/>
                <a:gd name="connsiteX115" fmla="*/ 144061 w 399578"/>
                <a:gd name="connsiteY115" fmla="*/ 226468 h 383236"/>
                <a:gd name="connsiteX116" fmla="*/ 141829 w 399578"/>
                <a:gd name="connsiteY116" fmla="*/ 227212 h 383236"/>
                <a:gd name="connsiteX117" fmla="*/ 141085 w 399578"/>
                <a:gd name="connsiteY117" fmla="*/ 230933 h 383236"/>
                <a:gd name="connsiteX118" fmla="*/ 139596 w 399578"/>
                <a:gd name="connsiteY118" fmla="*/ 231677 h 383236"/>
                <a:gd name="connsiteX119" fmla="*/ 138480 w 399578"/>
                <a:gd name="connsiteY119" fmla="*/ 233956 h 383236"/>
                <a:gd name="connsiteX120" fmla="*/ 137364 w 399578"/>
                <a:gd name="connsiteY120" fmla="*/ 236142 h 383236"/>
                <a:gd name="connsiteX121" fmla="*/ 135876 w 399578"/>
                <a:gd name="connsiteY121" fmla="*/ 236142 h 383236"/>
                <a:gd name="connsiteX122" fmla="*/ 135550 w 399578"/>
                <a:gd name="connsiteY122" fmla="*/ 237584 h 383236"/>
                <a:gd name="connsiteX123" fmla="*/ 135131 w 399578"/>
                <a:gd name="connsiteY123" fmla="*/ 239118 h 383236"/>
                <a:gd name="connsiteX124" fmla="*/ 132899 w 399578"/>
                <a:gd name="connsiteY124" fmla="*/ 239863 h 383236"/>
                <a:gd name="connsiteX125" fmla="*/ 132899 w 399578"/>
                <a:gd name="connsiteY125" fmla="*/ 243583 h 383236"/>
                <a:gd name="connsiteX126" fmla="*/ 130667 w 399578"/>
                <a:gd name="connsiteY126" fmla="*/ 243583 h 383236"/>
                <a:gd name="connsiteX127" fmla="*/ 130806 w 399578"/>
                <a:gd name="connsiteY127" fmla="*/ 245397 h 383236"/>
                <a:gd name="connsiteX128" fmla="*/ 130667 w 399578"/>
                <a:gd name="connsiteY128" fmla="*/ 247304 h 383236"/>
                <a:gd name="connsiteX129" fmla="*/ 128434 w 399578"/>
                <a:gd name="connsiteY129" fmla="*/ 248048 h 383236"/>
                <a:gd name="connsiteX130" fmla="*/ 126946 w 399578"/>
                <a:gd name="connsiteY130" fmla="*/ 252513 h 383236"/>
                <a:gd name="connsiteX131" fmla="*/ 123969 w 399578"/>
                <a:gd name="connsiteY131" fmla="*/ 256234 h 383236"/>
                <a:gd name="connsiteX132" fmla="*/ 122481 w 399578"/>
                <a:gd name="connsiteY132" fmla="*/ 256234 h 383236"/>
                <a:gd name="connsiteX133" fmla="*/ 122481 w 399578"/>
                <a:gd name="connsiteY133" fmla="*/ 258466 h 383236"/>
                <a:gd name="connsiteX134" fmla="*/ 123969 w 399578"/>
                <a:gd name="connsiteY134" fmla="*/ 257722 h 383236"/>
                <a:gd name="connsiteX135" fmla="*/ 127257 w 399578"/>
                <a:gd name="connsiteY135" fmla="*/ 257581 h 383236"/>
                <a:gd name="connsiteX136" fmla="*/ 129319 w 399578"/>
                <a:gd name="connsiteY136" fmla="*/ 257543 h 383236"/>
                <a:gd name="connsiteX137" fmla="*/ 131550 w 399578"/>
                <a:gd name="connsiteY137" fmla="*/ 257513 h 383236"/>
                <a:gd name="connsiteX138" fmla="*/ 133836 w 399578"/>
                <a:gd name="connsiteY138" fmla="*/ 257471 h 383236"/>
                <a:gd name="connsiteX139" fmla="*/ 143544 w 399578"/>
                <a:gd name="connsiteY139" fmla="*/ 257311 h 383236"/>
                <a:gd name="connsiteX140" fmla="*/ 150619 w 399578"/>
                <a:gd name="connsiteY140" fmla="*/ 257187 h 383236"/>
                <a:gd name="connsiteX141" fmla="*/ 152850 w 399578"/>
                <a:gd name="connsiteY141" fmla="*/ 257157 h 383236"/>
                <a:gd name="connsiteX142" fmla="*/ 154912 w 399578"/>
                <a:gd name="connsiteY142" fmla="*/ 257119 h 383236"/>
                <a:gd name="connsiteX143" fmla="*/ 156731 w 399578"/>
                <a:gd name="connsiteY143" fmla="*/ 257091 h 383236"/>
                <a:gd name="connsiteX144" fmla="*/ 159688 w 399578"/>
                <a:gd name="connsiteY144" fmla="*/ 256234 h 383236"/>
                <a:gd name="connsiteX145" fmla="*/ 159688 w 399578"/>
                <a:gd name="connsiteY145" fmla="*/ 254001 h 383236"/>
                <a:gd name="connsiteX146" fmla="*/ 161204 w 399578"/>
                <a:gd name="connsiteY146" fmla="*/ 253988 h 383236"/>
                <a:gd name="connsiteX147" fmla="*/ 176775 w 399578"/>
                <a:gd name="connsiteY147" fmla="*/ 253806 h 383236"/>
                <a:gd name="connsiteX148" fmla="*/ 182591 w 399578"/>
                <a:gd name="connsiteY148" fmla="*/ 253744 h 383236"/>
                <a:gd name="connsiteX149" fmla="*/ 190936 w 399578"/>
                <a:gd name="connsiteY149" fmla="*/ 253638 h 383236"/>
                <a:gd name="connsiteX150" fmla="*/ 193576 w 399578"/>
                <a:gd name="connsiteY150" fmla="*/ 253624 h 383236"/>
                <a:gd name="connsiteX151" fmla="*/ 196014 w 399578"/>
                <a:gd name="connsiteY151" fmla="*/ 253579 h 383236"/>
                <a:gd name="connsiteX152" fmla="*/ 198167 w 399578"/>
                <a:gd name="connsiteY152" fmla="*/ 253554 h 383236"/>
                <a:gd name="connsiteX153" fmla="*/ 199872 w 399578"/>
                <a:gd name="connsiteY153" fmla="*/ 253257 h 383236"/>
                <a:gd name="connsiteX154" fmla="*/ 201360 w 399578"/>
                <a:gd name="connsiteY154" fmla="*/ 251025 h 383236"/>
                <a:gd name="connsiteX155" fmla="*/ 225219 w 399578"/>
                <a:gd name="connsiteY155" fmla="*/ 250281 h 383236"/>
                <a:gd name="connsiteX156" fmla="*/ 233059 w 399578"/>
                <a:gd name="connsiteY156" fmla="*/ 250327 h 383236"/>
                <a:gd name="connsiteX157" fmla="*/ 234863 w 399578"/>
                <a:gd name="connsiteY157" fmla="*/ 250346 h 383236"/>
                <a:gd name="connsiteX158" fmla="*/ 241544 w 399578"/>
                <a:gd name="connsiteY158" fmla="*/ 249536 h 383236"/>
                <a:gd name="connsiteX159" fmla="*/ 242288 w 399578"/>
                <a:gd name="connsiteY159" fmla="*/ 247304 h 383236"/>
                <a:gd name="connsiteX160" fmla="*/ 245981 w 399578"/>
                <a:gd name="connsiteY160" fmla="*/ 247030 h 383236"/>
                <a:gd name="connsiteX161" fmla="*/ 248366 w 399578"/>
                <a:gd name="connsiteY161" fmla="*/ 247014 h 383236"/>
                <a:gd name="connsiteX162" fmla="*/ 250962 w 399578"/>
                <a:gd name="connsiteY162" fmla="*/ 247028 h 383236"/>
                <a:gd name="connsiteX163" fmla="*/ 256336 w 399578"/>
                <a:gd name="connsiteY163" fmla="*/ 246989 h 383236"/>
                <a:gd name="connsiteX164" fmla="*/ 264862 w 399578"/>
                <a:gd name="connsiteY164" fmla="*/ 246980 h 383236"/>
                <a:gd name="connsiteX165" fmla="*/ 273053 w 399578"/>
                <a:gd name="connsiteY165" fmla="*/ 246935 h 383236"/>
                <a:gd name="connsiteX166" fmla="*/ 275649 w 399578"/>
                <a:gd name="connsiteY166" fmla="*/ 246953 h 383236"/>
                <a:gd name="connsiteX167" fmla="*/ 278034 w 399578"/>
                <a:gd name="connsiteY167" fmla="*/ 246931 h 383236"/>
                <a:gd name="connsiteX168" fmla="*/ 280145 w 399578"/>
                <a:gd name="connsiteY168" fmla="*/ 246931 h 383236"/>
                <a:gd name="connsiteX169" fmla="*/ 281727 w 399578"/>
                <a:gd name="connsiteY169" fmla="*/ 246560 h 383236"/>
                <a:gd name="connsiteX170" fmla="*/ 282471 w 399578"/>
                <a:gd name="connsiteY170" fmla="*/ 243583 h 383236"/>
                <a:gd name="connsiteX171" fmla="*/ 286192 w 399578"/>
                <a:gd name="connsiteY171" fmla="*/ 244327 h 383236"/>
                <a:gd name="connsiteX172" fmla="*/ 285448 w 399578"/>
                <a:gd name="connsiteY172" fmla="*/ 240607 h 383236"/>
                <a:gd name="connsiteX173" fmla="*/ 283960 w 399578"/>
                <a:gd name="connsiteY173" fmla="*/ 239863 h 383236"/>
                <a:gd name="connsiteX174" fmla="*/ 282471 w 399578"/>
                <a:gd name="connsiteY174" fmla="*/ 235398 h 383236"/>
                <a:gd name="connsiteX175" fmla="*/ 280983 w 399578"/>
                <a:gd name="connsiteY175" fmla="*/ 234654 h 383236"/>
                <a:gd name="connsiteX176" fmla="*/ 279495 w 399578"/>
                <a:gd name="connsiteY176" fmla="*/ 230189 h 383236"/>
                <a:gd name="connsiteX177" fmla="*/ 278006 w 399578"/>
                <a:gd name="connsiteY177" fmla="*/ 229445 h 383236"/>
                <a:gd name="connsiteX178" fmla="*/ 277681 w 399578"/>
                <a:gd name="connsiteY178" fmla="*/ 227677 h 383236"/>
                <a:gd name="connsiteX179" fmla="*/ 276100 w 399578"/>
                <a:gd name="connsiteY179" fmla="*/ 224608 h 383236"/>
                <a:gd name="connsiteX180" fmla="*/ 275030 w 399578"/>
                <a:gd name="connsiteY180" fmla="*/ 219771 h 383236"/>
                <a:gd name="connsiteX181" fmla="*/ 272798 w 399578"/>
                <a:gd name="connsiteY181" fmla="*/ 219027 h 383236"/>
                <a:gd name="connsiteX182" fmla="*/ 271309 w 399578"/>
                <a:gd name="connsiteY182" fmla="*/ 215306 h 383236"/>
                <a:gd name="connsiteX183" fmla="*/ 269821 w 399578"/>
                <a:gd name="connsiteY183" fmla="*/ 214562 h 383236"/>
                <a:gd name="connsiteX184" fmla="*/ 269821 w 399578"/>
                <a:gd name="connsiteY184" fmla="*/ 209353 h 383236"/>
                <a:gd name="connsiteX185" fmla="*/ 267589 w 399578"/>
                <a:gd name="connsiteY185" fmla="*/ 209353 h 383236"/>
                <a:gd name="connsiteX186" fmla="*/ 267356 w 399578"/>
                <a:gd name="connsiteY186" fmla="*/ 207167 h 383236"/>
                <a:gd name="connsiteX187" fmla="*/ 266844 w 399578"/>
                <a:gd name="connsiteY187" fmla="*/ 204888 h 383236"/>
                <a:gd name="connsiteX188" fmla="*/ 264612 w 399578"/>
                <a:gd name="connsiteY188" fmla="*/ 204144 h 383236"/>
                <a:gd name="connsiteX189" fmla="*/ 263868 w 399578"/>
                <a:gd name="connsiteY189" fmla="*/ 199679 h 383236"/>
                <a:gd name="connsiteX190" fmla="*/ 261635 w 399578"/>
                <a:gd name="connsiteY190" fmla="*/ 198935 h 383236"/>
                <a:gd name="connsiteX191" fmla="*/ 261635 w 399578"/>
                <a:gd name="connsiteY191" fmla="*/ 195214 h 383236"/>
                <a:gd name="connsiteX192" fmla="*/ 259403 w 399578"/>
                <a:gd name="connsiteY192" fmla="*/ 194470 h 383236"/>
                <a:gd name="connsiteX193" fmla="*/ 257915 w 399578"/>
                <a:gd name="connsiteY193" fmla="*/ 190005 h 383236"/>
                <a:gd name="connsiteX194" fmla="*/ 256426 w 399578"/>
                <a:gd name="connsiteY194" fmla="*/ 189261 h 383236"/>
                <a:gd name="connsiteX195" fmla="*/ 256101 w 399578"/>
                <a:gd name="connsiteY195" fmla="*/ 187447 h 383236"/>
                <a:gd name="connsiteX196" fmla="*/ 253450 w 399578"/>
                <a:gd name="connsiteY196" fmla="*/ 184052 h 383236"/>
                <a:gd name="connsiteX197" fmla="*/ 252706 w 399578"/>
                <a:gd name="connsiteY197" fmla="*/ 179587 h 383236"/>
                <a:gd name="connsiteX198" fmla="*/ 250473 w 399578"/>
                <a:gd name="connsiteY198" fmla="*/ 179587 h 383236"/>
                <a:gd name="connsiteX199" fmla="*/ 250613 w 399578"/>
                <a:gd name="connsiteY199" fmla="*/ 177820 h 383236"/>
                <a:gd name="connsiteX200" fmla="*/ 250473 w 399578"/>
                <a:gd name="connsiteY200" fmla="*/ 175867 h 383236"/>
                <a:gd name="connsiteX201" fmla="*/ 248241 w 399578"/>
                <a:gd name="connsiteY201" fmla="*/ 174378 h 383236"/>
                <a:gd name="connsiteX202" fmla="*/ 248101 w 399578"/>
                <a:gd name="connsiteY202" fmla="*/ 169820 h 383236"/>
                <a:gd name="connsiteX203" fmla="*/ 248162 w 399578"/>
                <a:gd name="connsiteY203" fmla="*/ 167350 h 383236"/>
                <a:gd name="connsiteX204" fmla="*/ 248241 w 399578"/>
                <a:gd name="connsiteY204" fmla="*/ 165449 h 383236"/>
                <a:gd name="connsiteX205" fmla="*/ 255682 w 399578"/>
                <a:gd name="connsiteY205" fmla="*/ 164704 h 383236"/>
                <a:gd name="connsiteX206" fmla="*/ 255682 w 399578"/>
                <a:gd name="connsiteY206" fmla="*/ 161728 h 383236"/>
                <a:gd name="connsiteX207" fmla="*/ 258612 w 399578"/>
                <a:gd name="connsiteY207" fmla="*/ 161914 h 383236"/>
                <a:gd name="connsiteX208" fmla="*/ 261635 w 399578"/>
                <a:gd name="connsiteY208" fmla="*/ 161728 h 383236"/>
                <a:gd name="connsiteX209" fmla="*/ 262380 w 399578"/>
                <a:gd name="connsiteY209" fmla="*/ 158751 h 383236"/>
                <a:gd name="connsiteX210" fmla="*/ 266844 w 399578"/>
                <a:gd name="connsiteY210" fmla="*/ 157263 h 383236"/>
                <a:gd name="connsiteX211" fmla="*/ 267589 w 399578"/>
                <a:gd name="connsiteY211" fmla="*/ 155031 h 383236"/>
                <a:gd name="connsiteX212" fmla="*/ 270193 w 399578"/>
                <a:gd name="connsiteY212" fmla="*/ 154705 h 383236"/>
                <a:gd name="connsiteX213" fmla="*/ 272798 w 399578"/>
                <a:gd name="connsiteY213" fmla="*/ 154286 h 383236"/>
                <a:gd name="connsiteX214" fmla="*/ 273170 w 399578"/>
                <a:gd name="connsiteY214" fmla="*/ 152798 h 383236"/>
                <a:gd name="connsiteX215" fmla="*/ 273542 w 399578"/>
                <a:gd name="connsiteY215" fmla="*/ 151310 h 383236"/>
                <a:gd name="connsiteX216" fmla="*/ 278751 w 399578"/>
                <a:gd name="connsiteY216" fmla="*/ 150566 h 383236"/>
                <a:gd name="connsiteX217" fmla="*/ 279495 w 399578"/>
                <a:gd name="connsiteY217" fmla="*/ 148333 h 383236"/>
                <a:gd name="connsiteX218" fmla="*/ 284704 w 399578"/>
                <a:gd name="connsiteY218" fmla="*/ 146845 h 383236"/>
                <a:gd name="connsiteX219" fmla="*/ 285448 w 399578"/>
                <a:gd name="connsiteY219" fmla="*/ 144613 h 383236"/>
                <a:gd name="connsiteX220" fmla="*/ 290657 w 399578"/>
                <a:gd name="connsiteY220" fmla="*/ 143869 h 383236"/>
                <a:gd name="connsiteX221" fmla="*/ 291401 w 399578"/>
                <a:gd name="connsiteY221" fmla="*/ 141636 h 383236"/>
                <a:gd name="connsiteX222" fmla="*/ 294424 w 399578"/>
                <a:gd name="connsiteY222" fmla="*/ 141124 h 383236"/>
                <a:gd name="connsiteX223" fmla="*/ 297354 w 399578"/>
                <a:gd name="connsiteY223" fmla="*/ 140892 h 383236"/>
                <a:gd name="connsiteX224" fmla="*/ 297354 w 399578"/>
                <a:gd name="connsiteY224" fmla="*/ 137915 h 383236"/>
                <a:gd name="connsiteX225" fmla="*/ 307772 w 399578"/>
                <a:gd name="connsiteY225" fmla="*/ 137915 h 383236"/>
                <a:gd name="connsiteX226" fmla="*/ 308005 w 399578"/>
                <a:gd name="connsiteY226" fmla="*/ 140473 h 383236"/>
                <a:gd name="connsiteX227" fmla="*/ 308516 w 399578"/>
                <a:gd name="connsiteY227" fmla="*/ 143124 h 383236"/>
                <a:gd name="connsiteX228" fmla="*/ 310749 w 399578"/>
                <a:gd name="connsiteY228" fmla="*/ 143869 h 383236"/>
                <a:gd name="connsiteX229" fmla="*/ 311493 w 399578"/>
                <a:gd name="connsiteY229" fmla="*/ 147589 h 383236"/>
                <a:gd name="connsiteX230" fmla="*/ 312981 w 399578"/>
                <a:gd name="connsiteY230" fmla="*/ 148333 h 383236"/>
                <a:gd name="connsiteX231" fmla="*/ 314469 w 399578"/>
                <a:gd name="connsiteY231" fmla="*/ 152054 h 383236"/>
                <a:gd name="connsiteX232" fmla="*/ 315958 w 399578"/>
                <a:gd name="connsiteY232" fmla="*/ 152798 h 383236"/>
                <a:gd name="connsiteX233" fmla="*/ 317446 w 399578"/>
                <a:gd name="connsiteY233" fmla="*/ 156519 h 383236"/>
                <a:gd name="connsiteX234" fmla="*/ 318934 w 399578"/>
                <a:gd name="connsiteY234" fmla="*/ 157263 h 383236"/>
                <a:gd name="connsiteX235" fmla="*/ 318888 w 399578"/>
                <a:gd name="connsiteY235" fmla="*/ 159495 h 383236"/>
                <a:gd name="connsiteX236" fmla="*/ 318934 w 399578"/>
                <a:gd name="connsiteY236" fmla="*/ 161728 h 383236"/>
                <a:gd name="connsiteX237" fmla="*/ 321167 w 399578"/>
                <a:gd name="connsiteY237" fmla="*/ 162472 h 383236"/>
                <a:gd name="connsiteX238" fmla="*/ 321539 w 399578"/>
                <a:gd name="connsiteY238" fmla="*/ 164379 h 383236"/>
                <a:gd name="connsiteX239" fmla="*/ 321911 w 399578"/>
                <a:gd name="connsiteY239" fmla="*/ 166193 h 383236"/>
                <a:gd name="connsiteX240" fmla="*/ 324143 w 399578"/>
                <a:gd name="connsiteY240" fmla="*/ 166193 h 383236"/>
                <a:gd name="connsiteX241" fmla="*/ 325631 w 399578"/>
                <a:gd name="connsiteY241" fmla="*/ 170658 h 383236"/>
                <a:gd name="connsiteX242" fmla="*/ 327120 w 399578"/>
                <a:gd name="connsiteY242" fmla="*/ 171402 h 383236"/>
                <a:gd name="connsiteX243" fmla="*/ 327864 w 399578"/>
                <a:gd name="connsiteY243" fmla="*/ 175122 h 383236"/>
                <a:gd name="connsiteX244" fmla="*/ 329352 w 399578"/>
                <a:gd name="connsiteY244" fmla="*/ 175867 h 383236"/>
                <a:gd name="connsiteX245" fmla="*/ 330840 w 399578"/>
                <a:gd name="connsiteY245" fmla="*/ 179587 h 383236"/>
                <a:gd name="connsiteX246" fmla="*/ 332329 w 399578"/>
                <a:gd name="connsiteY246" fmla="*/ 180331 h 383236"/>
                <a:gd name="connsiteX247" fmla="*/ 333817 w 399578"/>
                <a:gd name="connsiteY247" fmla="*/ 185540 h 383236"/>
                <a:gd name="connsiteX248" fmla="*/ 335305 w 399578"/>
                <a:gd name="connsiteY248" fmla="*/ 186285 h 383236"/>
                <a:gd name="connsiteX249" fmla="*/ 335631 w 399578"/>
                <a:gd name="connsiteY249" fmla="*/ 187680 h 383236"/>
                <a:gd name="connsiteX250" fmla="*/ 337166 w 399578"/>
                <a:gd name="connsiteY250" fmla="*/ 190377 h 383236"/>
                <a:gd name="connsiteX251" fmla="*/ 339026 w 399578"/>
                <a:gd name="connsiteY251" fmla="*/ 194470 h 383236"/>
                <a:gd name="connsiteX252" fmla="*/ 340514 w 399578"/>
                <a:gd name="connsiteY252" fmla="*/ 195214 h 383236"/>
                <a:gd name="connsiteX253" fmla="*/ 340840 w 399578"/>
                <a:gd name="connsiteY253" fmla="*/ 197400 h 383236"/>
                <a:gd name="connsiteX254" fmla="*/ 341258 w 399578"/>
                <a:gd name="connsiteY254" fmla="*/ 199679 h 383236"/>
                <a:gd name="connsiteX255" fmla="*/ 343491 w 399578"/>
                <a:gd name="connsiteY255" fmla="*/ 201167 h 383236"/>
                <a:gd name="connsiteX256" fmla="*/ 346514 w 399578"/>
                <a:gd name="connsiteY256" fmla="*/ 207306 h 383236"/>
                <a:gd name="connsiteX257" fmla="*/ 348700 w 399578"/>
                <a:gd name="connsiteY257" fmla="*/ 210097 h 383236"/>
                <a:gd name="connsiteX258" fmla="*/ 350188 w 399578"/>
                <a:gd name="connsiteY258" fmla="*/ 213818 h 383236"/>
                <a:gd name="connsiteX259" fmla="*/ 351676 w 399578"/>
                <a:gd name="connsiteY259" fmla="*/ 214562 h 383236"/>
                <a:gd name="connsiteX260" fmla="*/ 352002 w 399578"/>
                <a:gd name="connsiteY260" fmla="*/ 217073 h 383236"/>
                <a:gd name="connsiteX261" fmla="*/ 354653 w 399578"/>
                <a:gd name="connsiteY261" fmla="*/ 222003 h 383236"/>
                <a:gd name="connsiteX262" fmla="*/ 355397 w 399578"/>
                <a:gd name="connsiteY262" fmla="*/ 224236 h 383236"/>
                <a:gd name="connsiteX263" fmla="*/ 356560 w 399578"/>
                <a:gd name="connsiteY263" fmla="*/ 225259 h 383236"/>
                <a:gd name="connsiteX264" fmla="*/ 357769 w 399578"/>
                <a:gd name="connsiteY264" fmla="*/ 228468 h 383236"/>
                <a:gd name="connsiteX265" fmla="*/ 357630 w 399578"/>
                <a:gd name="connsiteY265" fmla="*/ 230189 h 383236"/>
                <a:gd name="connsiteX266" fmla="*/ 359862 w 399578"/>
                <a:gd name="connsiteY266" fmla="*/ 230189 h 383236"/>
                <a:gd name="connsiteX267" fmla="*/ 361350 w 399578"/>
                <a:gd name="connsiteY267" fmla="*/ 234654 h 383236"/>
                <a:gd name="connsiteX268" fmla="*/ 362839 w 399578"/>
                <a:gd name="connsiteY268" fmla="*/ 235398 h 383236"/>
                <a:gd name="connsiteX269" fmla="*/ 362839 w 399578"/>
                <a:gd name="connsiteY269" fmla="*/ 240607 h 383236"/>
                <a:gd name="connsiteX270" fmla="*/ 365071 w 399578"/>
                <a:gd name="connsiteY270" fmla="*/ 240607 h 383236"/>
                <a:gd name="connsiteX271" fmla="*/ 365303 w 399578"/>
                <a:gd name="connsiteY271" fmla="*/ 242793 h 383236"/>
                <a:gd name="connsiteX272" fmla="*/ 365815 w 399578"/>
                <a:gd name="connsiteY272" fmla="*/ 245072 h 383236"/>
                <a:gd name="connsiteX273" fmla="*/ 368048 w 399578"/>
                <a:gd name="connsiteY273" fmla="*/ 245816 h 383236"/>
                <a:gd name="connsiteX274" fmla="*/ 368792 w 399578"/>
                <a:gd name="connsiteY274" fmla="*/ 250281 h 383236"/>
                <a:gd name="connsiteX275" fmla="*/ 371024 w 399578"/>
                <a:gd name="connsiteY275" fmla="*/ 251025 h 383236"/>
                <a:gd name="connsiteX276" fmla="*/ 371768 w 399578"/>
                <a:gd name="connsiteY276" fmla="*/ 255490 h 383236"/>
                <a:gd name="connsiteX277" fmla="*/ 374001 w 399578"/>
                <a:gd name="connsiteY277" fmla="*/ 257722 h 383236"/>
                <a:gd name="connsiteX278" fmla="*/ 374745 w 399578"/>
                <a:gd name="connsiteY278" fmla="*/ 260699 h 383236"/>
                <a:gd name="connsiteX279" fmla="*/ 376233 w 399578"/>
                <a:gd name="connsiteY279" fmla="*/ 261443 h 383236"/>
                <a:gd name="connsiteX280" fmla="*/ 376977 w 399578"/>
                <a:gd name="connsiteY280" fmla="*/ 265908 h 383236"/>
                <a:gd name="connsiteX281" fmla="*/ 379210 w 399578"/>
                <a:gd name="connsiteY281" fmla="*/ 265908 h 383236"/>
                <a:gd name="connsiteX282" fmla="*/ 379210 w 399578"/>
                <a:gd name="connsiteY282" fmla="*/ 271861 h 383236"/>
                <a:gd name="connsiteX283" fmla="*/ 381442 w 399578"/>
                <a:gd name="connsiteY283" fmla="*/ 271861 h 383236"/>
                <a:gd name="connsiteX284" fmla="*/ 382930 w 399578"/>
                <a:gd name="connsiteY284" fmla="*/ 277070 h 383236"/>
                <a:gd name="connsiteX285" fmla="*/ 384419 w 399578"/>
                <a:gd name="connsiteY285" fmla="*/ 277814 h 383236"/>
                <a:gd name="connsiteX286" fmla="*/ 385907 w 399578"/>
                <a:gd name="connsiteY286" fmla="*/ 282279 h 383236"/>
                <a:gd name="connsiteX287" fmla="*/ 387395 w 399578"/>
                <a:gd name="connsiteY287" fmla="*/ 283023 h 383236"/>
                <a:gd name="connsiteX288" fmla="*/ 388139 w 399578"/>
                <a:gd name="connsiteY288" fmla="*/ 288232 h 383236"/>
                <a:gd name="connsiteX289" fmla="*/ 389628 w 399578"/>
                <a:gd name="connsiteY289" fmla="*/ 288976 h 383236"/>
                <a:gd name="connsiteX290" fmla="*/ 391116 w 399578"/>
                <a:gd name="connsiteY290" fmla="*/ 292697 h 383236"/>
                <a:gd name="connsiteX291" fmla="*/ 392604 w 399578"/>
                <a:gd name="connsiteY291" fmla="*/ 293441 h 383236"/>
                <a:gd name="connsiteX292" fmla="*/ 392930 w 399578"/>
                <a:gd name="connsiteY292" fmla="*/ 296045 h 383236"/>
                <a:gd name="connsiteX293" fmla="*/ 393348 w 399578"/>
                <a:gd name="connsiteY293" fmla="*/ 298650 h 383236"/>
                <a:gd name="connsiteX294" fmla="*/ 395581 w 399578"/>
                <a:gd name="connsiteY294" fmla="*/ 299394 h 383236"/>
                <a:gd name="connsiteX295" fmla="*/ 395581 w 399578"/>
                <a:gd name="connsiteY295" fmla="*/ 305347 h 383236"/>
                <a:gd name="connsiteX296" fmla="*/ 397813 w 399578"/>
                <a:gd name="connsiteY296" fmla="*/ 306091 h 383236"/>
                <a:gd name="connsiteX297" fmla="*/ 399301 w 399578"/>
                <a:gd name="connsiteY297" fmla="*/ 310556 h 383236"/>
                <a:gd name="connsiteX298" fmla="*/ 400790 w 399578"/>
                <a:gd name="connsiteY298" fmla="*/ 311300 h 383236"/>
                <a:gd name="connsiteX299" fmla="*/ 401534 w 399578"/>
                <a:gd name="connsiteY299" fmla="*/ 313951 h 383236"/>
                <a:gd name="connsiteX300" fmla="*/ 402278 w 399578"/>
                <a:gd name="connsiteY300" fmla="*/ 316509 h 383236"/>
                <a:gd name="connsiteX301" fmla="*/ 403766 w 399578"/>
                <a:gd name="connsiteY301" fmla="*/ 316509 h 383236"/>
                <a:gd name="connsiteX302" fmla="*/ 403766 w 399578"/>
                <a:gd name="connsiteY302" fmla="*/ 323206 h 383236"/>
                <a:gd name="connsiteX303" fmla="*/ 405999 w 399578"/>
                <a:gd name="connsiteY303" fmla="*/ 323206 h 383236"/>
                <a:gd name="connsiteX304" fmla="*/ 406789 w 399578"/>
                <a:gd name="connsiteY304" fmla="*/ 326136 h 383236"/>
                <a:gd name="connsiteX305" fmla="*/ 407487 w 399578"/>
                <a:gd name="connsiteY305" fmla="*/ 329160 h 383236"/>
                <a:gd name="connsiteX306" fmla="*/ 408975 w 399578"/>
                <a:gd name="connsiteY306" fmla="*/ 329904 h 383236"/>
                <a:gd name="connsiteX307" fmla="*/ 409719 w 399578"/>
                <a:gd name="connsiteY307" fmla="*/ 335857 h 383236"/>
                <a:gd name="connsiteX308" fmla="*/ 411952 w 399578"/>
                <a:gd name="connsiteY308" fmla="*/ 335857 h 383236"/>
                <a:gd name="connsiteX309" fmla="*/ 412315 w 399578"/>
                <a:gd name="connsiteY309" fmla="*/ 340435 h 383236"/>
                <a:gd name="connsiteX310" fmla="*/ 412696 w 399578"/>
                <a:gd name="connsiteY310" fmla="*/ 341810 h 383236"/>
                <a:gd name="connsiteX311" fmla="*/ 414928 w 399578"/>
                <a:gd name="connsiteY311" fmla="*/ 342554 h 383236"/>
                <a:gd name="connsiteX312" fmla="*/ 414184 w 399578"/>
                <a:gd name="connsiteY312" fmla="*/ 344042 h 383236"/>
                <a:gd name="connsiteX313" fmla="*/ 412696 w 399578"/>
                <a:gd name="connsiteY313" fmla="*/ 344042 h 383236"/>
                <a:gd name="connsiteX314" fmla="*/ 412649 w 399578"/>
                <a:gd name="connsiteY314" fmla="*/ 346554 h 383236"/>
                <a:gd name="connsiteX315" fmla="*/ 411952 w 399578"/>
                <a:gd name="connsiteY315" fmla="*/ 349251 h 383236"/>
                <a:gd name="connsiteX316" fmla="*/ 406743 w 399578"/>
                <a:gd name="connsiteY316" fmla="*/ 350740 h 383236"/>
                <a:gd name="connsiteX317" fmla="*/ 405999 w 399578"/>
                <a:gd name="connsiteY317" fmla="*/ 352972 h 383236"/>
                <a:gd name="connsiteX318" fmla="*/ 404138 w 399578"/>
                <a:gd name="connsiteY318" fmla="*/ 353298 h 383236"/>
                <a:gd name="connsiteX319" fmla="*/ 402278 w 399578"/>
                <a:gd name="connsiteY319" fmla="*/ 353716 h 383236"/>
                <a:gd name="connsiteX320" fmla="*/ 401999 w 399578"/>
                <a:gd name="connsiteY320" fmla="*/ 355204 h 383236"/>
                <a:gd name="connsiteX321" fmla="*/ 401534 w 399578"/>
                <a:gd name="connsiteY321" fmla="*/ 356693 h 383236"/>
                <a:gd name="connsiteX322" fmla="*/ 396325 w 399578"/>
                <a:gd name="connsiteY322" fmla="*/ 357437 h 383236"/>
                <a:gd name="connsiteX323" fmla="*/ 395581 w 399578"/>
                <a:gd name="connsiteY323" fmla="*/ 359669 h 383236"/>
                <a:gd name="connsiteX324" fmla="*/ 393674 w 399578"/>
                <a:gd name="connsiteY324" fmla="*/ 360413 h 383236"/>
                <a:gd name="connsiteX325" fmla="*/ 391860 w 399578"/>
                <a:gd name="connsiteY325" fmla="*/ 361158 h 383236"/>
                <a:gd name="connsiteX326" fmla="*/ 391860 w 399578"/>
                <a:gd name="connsiteY326" fmla="*/ 363390 h 383236"/>
                <a:gd name="connsiteX327" fmla="*/ 389302 w 399578"/>
                <a:gd name="connsiteY327" fmla="*/ 363623 h 383236"/>
                <a:gd name="connsiteX328" fmla="*/ 386651 w 399578"/>
                <a:gd name="connsiteY328" fmla="*/ 364134 h 383236"/>
                <a:gd name="connsiteX329" fmla="*/ 385907 w 399578"/>
                <a:gd name="connsiteY329" fmla="*/ 366367 h 383236"/>
                <a:gd name="connsiteX330" fmla="*/ 381442 w 399578"/>
                <a:gd name="connsiteY330" fmla="*/ 367855 h 383236"/>
                <a:gd name="connsiteX331" fmla="*/ 380698 w 399578"/>
                <a:gd name="connsiteY331" fmla="*/ 370087 h 383236"/>
                <a:gd name="connsiteX332" fmla="*/ 378512 w 399578"/>
                <a:gd name="connsiteY332" fmla="*/ 370413 h 383236"/>
                <a:gd name="connsiteX333" fmla="*/ 376233 w 399578"/>
                <a:gd name="connsiteY333" fmla="*/ 370831 h 383236"/>
                <a:gd name="connsiteX334" fmla="*/ 374745 w 399578"/>
                <a:gd name="connsiteY334" fmla="*/ 373808 h 383236"/>
                <a:gd name="connsiteX335" fmla="*/ 371024 w 399578"/>
                <a:gd name="connsiteY335" fmla="*/ 374552 h 383236"/>
                <a:gd name="connsiteX336" fmla="*/ 370280 w 399578"/>
                <a:gd name="connsiteY336" fmla="*/ 376784 h 383236"/>
                <a:gd name="connsiteX337" fmla="*/ 368048 w 399578"/>
                <a:gd name="connsiteY337" fmla="*/ 377110 h 383236"/>
                <a:gd name="connsiteX338" fmla="*/ 365815 w 399578"/>
                <a:gd name="connsiteY338" fmla="*/ 377529 h 383236"/>
                <a:gd name="connsiteX339" fmla="*/ 365443 w 399578"/>
                <a:gd name="connsiteY339" fmla="*/ 379063 h 383236"/>
                <a:gd name="connsiteX340" fmla="*/ 365071 w 399578"/>
                <a:gd name="connsiteY340" fmla="*/ 380505 h 383236"/>
                <a:gd name="connsiteX341" fmla="*/ 360606 w 399578"/>
                <a:gd name="connsiteY341" fmla="*/ 380505 h 383236"/>
                <a:gd name="connsiteX342" fmla="*/ 360324 w 399578"/>
                <a:gd name="connsiteY342" fmla="*/ 381967 h 383236"/>
                <a:gd name="connsiteX343" fmla="*/ 359862 w 399578"/>
                <a:gd name="connsiteY343" fmla="*/ 383482 h 383236"/>
                <a:gd name="connsiteX344" fmla="*/ 352421 w 399578"/>
                <a:gd name="connsiteY344" fmla="*/ 383482 h 383236"/>
                <a:gd name="connsiteX345" fmla="*/ 350932 w 399578"/>
                <a:gd name="connsiteY345" fmla="*/ 379761 h 383236"/>
                <a:gd name="connsiteX346" fmla="*/ 349444 w 399578"/>
                <a:gd name="connsiteY346" fmla="*/ 379017 h 383236"/>
                <a:gd name="connsiteX347" fmla="*/ 348979 w 399578"/>
                <a:gd name="connsiteY347" fmla="*/ 375622 h 383236"/>
                <a:gd name="connsiteX348" fmla="*/ 348810 w 399578"/>
                <a:gd name="connsiteY348" fmla="*/ 373759 h 383236"/>
                <a:gd name="connsiteX349" fmla="*/ 348700 w 399578"/>
                <a:gd name="connsiteY349" fmla="*/ 372320 h 383236"/>
                <a:gd name="connsiteX350" fmla="*/ 346467 w 399578"/>
                <a:gd name="connsiteY350" fmla="*/ 372320 h 383236"/>
                <a:gd name="connsiteX351" fmla="*/ 346104 w 399578"/>
                <a:gd name="connsiteY351" fmla="*/ 367741 h 383236"/>
                <a:gd name="connsiteX352" fmla="*/ 345723 w 399578"/>
                <a:gd name="connsiteY352" fmla="*/ 366367 h 383236"/>
                <a:gd name="connsiteX353" fmla="*/ 343491 w 399578"/>
                <a:gd name="connsiteY353" fmla="*/ 365622 h 383236"/>
                <a:gd name="connsiteX354" fmla="*/ 343630 w 399578"/>
                <a:gd name="connsiteY354" fmla="*/ 360437 h 383236"/>
                <a:gd name="connsiteX355" fmla="*/ 343491 w 399578"/>
                <a:gd name="connsiteY355" fmla="*/ 358925 h 383236"/>
                <a:gd name="connsiteX356" fmla="*/ 341258 w 399578"/>
                <a:gd name="connsiteY356" fmla="*/ 358181 h 383236"/>
                <a:gd name="connsiteX357" fmla="*/ 339770 w 399578"/>
                <a:gd name="connsiteY357" fmla="*/ 352972 h 383236"/>
                <a:gd name="connsiteX358" fmla="*/ 338282 w 399578"/>
                <a:gd name="connsiteY358" fmla="*/ 352228 h 383236"/>
                <a:gd name="connsiteX359" fmla="*/ 337538 w 399578"/>
                <a:gd name="connsiteY359" fmla="*/ 349577 h 383236"/>
                <a:gd name="connsiteX360" fmla="*/ 336794 w 399578"/>
                <a:gd name="connsiteY360" fmla="*/ 347019 h 383236"/>
                <a:gd name="connsiteX361" fmla="*/ 335305 w 399578"/>
                <a:gd name="connsiteY361" fmla="*/ 347019 h 383236"/>
                <a:gd name="connsiteX362" fmla="*/ 334869 w 399578"/>
                <a:gd name="connsiteY362" fmla="*/ 342441 h 383236"/>
                <a:gd name="connsiteX363" fmla="*/ 334561 w 399578"/>
                <a:gd name="connsiteY363" fmla="*/ 341066 h 383236"/>
                <a:gd name="connsiteX364" fmla="*/ 333073 w 399578"/>
                <a:gd name="connsiteY364" fmla="*/ 340322 h 383236"/>
                <a:gd name="connsiteX365" fmla="*/ 331585 w 399578"/>
                <a:gd name="connsiteY365" fmla="*/ 335113 h 383236"/>
                <a:gd name="connsiteX366" fmla="*/ 330096 w 399578"/>
                <a:gd name="connsiteY366" fmla="*/ 334368 h 383236"/>
                <a:gd name="connsiteX367" fmla="*/ 328608 w 399578"/>
                <a:gd name="connsiteY367" fmla="*/ 329160 h 383236"/>
                <a:gd name="connsiteX368" fmla="*/ 327120 w 399578"/>
                <a:gd name="connsiteY368" fmla="*/ 328415 h 383236"/>
                <a:gd name="connsiteX369" fmla="*/ 326376 w 399578"/>
                <a:gd name="connsiteY369" fmla="*/ 323206 h 383236"/>
                <a:gd name="connsiteX370" fmla="*/ 324887 w 399578"/>
                <a:gd name="connsiteY370" fmla="*/ 322462 h 383236"/>
                <a:gd name="connsiteX371" fmla="*/ 324887 w 399578"/>
                <a:gd name="connsiteY371" fmla="*/ 318742 h 383236"/>
                <a:gd name="connsiteX372" fmla="*/ 300331 w 399578"/>
                <a:gd name="connsiteY372" fmla="*/ 319486 h 383236"/>
                <a:gd name="connsiteX373" fmla="*/ 300331 w 399578"/>
                <a:gd name="connsiteY373" fmla="*/ 322462 h 383236"/>
                <a:gd name="connsiteX374" fmla="*/ 297474 w 399578"/>
                <a:gd name="connsiteY374" fmla="*/ 322495 h 383236"/>
                <a:gd name="connsiteX375" fmla="*/ 287018 w 399578"/>
                <a:gd name="connsiteY375" fmla="*/ 322658 h 383236"/>
                <a:gd name="connsiteX376" fmla="*/ 282486 w 399578"/>
                <a:gd name="connsiteY376" fmla="*/ 322720 h 383236"/>
                <a:gd name="connsiteX377" fmla="*/ 275986 w 399578"/>
                <a:gd name="connsiteY377" fmla="*/ 322826 h 383236"/>
                <a:gd name="connsiteX378" fmla="*/ 273926 w 399578"/>
                <a:gd name="connsiteY378" fmla="*/ 322840 h 383236"/>
                <a:gd name="connsiteX379" fmla="*/ 269077 w 399578"/>
                <a:gd name="connsiteY379" fmla="*/ 323206 h 383236"/>
                <a:gd name="connsiteX380" fmla="*/ 268333 w 399578"/>
                <a:gd name="connsiteY380" fmla="*/ 325439 h 383236"/>
                <a:gd name="connsiteX381" fmla="*/ 265243 w 399578"/>
                <a:gd name="connsiteY381" fmla="*/ 325761 h 383236"/>
                <a:gd name="connsiteX382" fmla="*/ 263256 w 399578"/>
                <a:gd name="connsiteY382" fmla="*/ 325805 h 383236"/>
                <a:gd name="connsiteX383" fmla="*/ 261098 w 399578"/>
                <a:gd name="connsiteY383" fmla="*/ 325820 h 383236"/>
                <a:gd name="connsiteX384" fmla="*/ 258899 w 399578"/>
                <a:gd name="connsiteY384" fmla="*/ 325860 h 383236"/>
                <a:gd name="connsiteX385" fmla="*/ 251915 w 399578"/>
                <a:gd name="connsiteY385" fmla="*/ 325950 h 383236"/>
                <a:gd name="connsiteX386" fmla="*/ 247193 w 399578"/>
                <a:gd name="connsiteY386" fmla="*/ 326027 h 383236"/>
                <a:gd name="connsiteX387" fmla="*/ 235590 w 399578"/>
                <a:gd name="connsiteY387" fmla="*/ 326183 h 383236"/>
                <a:gd name="connsiteX388" fmla="*/ 235590 w 399578"/>
                <a:gd name="connsiteY388" fmla="*/ 329160 h 383236"/>
                <a:gd name="connsiteX389" fmla="*/ 232665 w 399578"/>
                <a:gd name="connsiteY389" fmla="*/ 329181 h 383236"/>
                <a:gd name="connsiteX390" fmla="*/ 221960 w 399578"/>
                <a:gd name="connsiteY390" fmla="*/ 329314 h 383236"/>
                <a:gd name="connsiteX391" fmla="*/ 217320 w 399578"/>
                <a:gd name="connsiteY391" fmla="*/ 329361 h 383236"/>
                <a:gd name="connsiteX392" fmla="*/ 210665 w 399578"/>
                <a:gd name="connsiteY392" fmla="*/ 329450 h 383236"/>
                <a:gd name="connsiteX393" fmla="*/ 208555 w 399578"/>
                <a:gd name="connsiteY393" fmla="*/ 329453 h 383236"/>
                <a:gd name="connsiteX394" fmla="*/ 206614 w 399578"/>
                <a:gd name="connsiteY394" fmla="*/ 329497 h 383236"/>
                <a:gd name="connsiteX395" fmla="*/ 204897 w 399578"/>
                <a:gd name="connsiteY395" fmla="*/ 329517 h 383236"/>
                <a:gd name="connsiteX396" fmla="*/ 203592 w 399578"/>
                <a:gd name="connsiteY396" fmla="*/ 329904 h 383236"/>
                <a:gd name="connsiteX397" fmla="*/ 202848 w 399578"/>
                <a:gd name="connsiteY397" fmla="*/ 332880 h 383236"/>
                <a:gd name="connsiteX398" fmla="*/ 195965 w 399578"/>
                <a:gd name="connsiteY398" fmla="*/ 333255 h 383236"/>
                <a:gd name="connsiteX399" fmla="*/ 193871 w 399578"/>
                <a:gd name="connsiteY399" fmla="*/ 333276 h 383236"/>
                <a:gd name="connsiteX400" fmla="*/ 187221 w 399578"/>
                <a:gd name="connsiteY400" fmla="*/ 333299 h 383236"/>
                <a:gd name="connsiteX401" fmla="*/ 180571 w 399578"/>
                <a:gd name="connsiteY401" fmla="*/ 333329 h 383236"/>
                <a:gd name="connsiteX402" fmla="*/ 176425 w 399578"/>
                <a:gd name="connsiteY402" fmla="*/ 333334 h 383236"/>
                <a:gd name="connsiteX403" fmla="*/ 171594 w 399578"/>
                <a:gd name="connsiteY403" fmla="*/ 333624 h 383236"/>
                <a:gd name="connsiteX404" fmla="*/ 170850 w 399578"/>
                <a:gd name="connsiteY404" fmla="*/ 335857 h 383236"/>
                <a:gd name="connsiteX405" fmla="*/ 164292 w 399578"/>
                <a:gd name="connsiteY405" fmla="*/ 336133 h 383236"/>
                <a:gd name="connsiteX406" fmla="*/ 160240 w 399578"/>
                <a:gd name="connsiteY406" fmla="*/ 336172 h 383236"/>
                <a:gd name="connsiteX407" fmla="*/ 153817 w 399578"/>
                <a:gd name="connsiteY407" fmla="*/ 336181 h 383236"/>
                <a:gd name="connsiteX408" fmla="*/ 147642 w 399578"/>
                <a:gd name="connsiteY408" fmla="*/ 336226 h 383236"/>
                <a:gd name="connsiteX409" fmla="*/ 145688 w 399578"/>
                <a:gd name="connsiteY409" fmla="*/ 336207 h 383236"/>
                <a:gd name="connsiteX410" fmla="*/ 141085 w 399578"/>
                <a:gd name="connsiteY410" fmla="*/ 336601 h 383236"/>
                <a:gd name="connsiteX411" fmla="*/ 140340 w 399578"/>
                <a:gd name="connsiteY411" fmla="*/ 339577 h 383236"/>
                <a:gd name="connsiteX412" fmla="*/ 133946 w 399578"/>
                <a:gd name="connsiteY412" fmla="*/ 339952 h 383236"/>
                <a:gd name="connsiteX413" fmla="*/ 132002 w 399578"/>
                <a:gd name="connsiteY413" fmla="*/ 339974 h 383236"/>
                <a:gd name="connsiteX414" fmla="*/ 125830 w 399578"/>
                <a:gd name="connsiteY414" fmla="*/ 339996 h 383236"/>
                <a:gd name="connsiteX415" fmla="*/ 119657 w 399578"/>
                <a:gd name="connsiteY415" fmla="*/ 340026 h 383236"/>
                <a:gd name="connsiteX416" fmla="*/ 115809 w 399578"/>
                <a:gd name="connsiteY416" fmla="*/ 340032 h 383236"/>
                <a:gd name="connsiteX417" fmla="*/ 111319 w 399578"/>
                <a:gd name="connsiteY417" fmla="*/ 340322 h 383236"/>
                <a:gd name="connsiteX418" fmla="*/ 110575 w 399578"/>
                <a:gd name="connsiteY418" fmla="*/ 342554 h 383236"/>
                <a:gd name="connsiteX419" fmla="*/ 104968 w 399578"/>
                <a:gd name="connsiteY419" fmla="*/ 342935 h 383236"/>
                <a:gd name="connsiteX420" fmla="*/ 103269 w 399578"/>
                <a:gd name="connsiteY420" fmla="*/ 342975 h 383236"/>
                <a:gd name="connsiteX421" fmla="*/ 97878 w 399578"/>
                <a:gd name="connsiteY421" fmla="*/ 343066 h 383236"/>
                <a:gd name="connsiteX422" fmla="*/ 94231 w 399578"/>
                <a:gd name="connsiteY422" fmla="*/ 343143 h 383236"/>
                <a:gd name="connsiteX423" fmla="*/ 85274 w 399578"/>
                <a:gd name="connsiteY423" fmla="*/ 343298 h 383236"/>
                <a:gd name="connsiteX424" fmla="*/ 85274 w 399578"/>
                <a:gd name="connsiteY424" fmla="*/ 346275 h 383236"/>
                <a:gd name="connsiteX425" fmla="*/ 65182 w 399578"/>
                <a:gd name="connsiteY425" fmla="*/ 347019 h 383236"/>
                <a:gd name="connsiteX426" fmla="*/ 65182 w 399578"/>
                <a:gd name="connsiteY426" fmla="*/ 349251 h 383236"/>
                <a:gd name="connsiteX427" fmla="*/ 58531 w 399578"/>
                <a:gd name="connsiteY427" fmla="*/ 349995 h 383236"/>
                <a:gd name="connsiteX428" fmla="*/ 51044 w 399578"/>
                <a:gd name="connsiteY428" fmla="*/ 350740 h 383236"/>
                <a:gd name="connsiteX429" fmla="*/ 50299 w 399578"/>
                <a:gd name="connsiteY429" fmla="*/ 352972 h 383236"/>
                <a:gd name="connsiteX430" fmla="*/ 43951 w 399578"/>
                <a:gd name="connsiteY430" fmla="*/ 352687 h 383236"/>
                <a:gd name="connsiteX431" fmla="*/ 42114 w 399578"/>
                <a:gd name="connsiteY431" fmla="*/ 352972 h 383236"/>
                <a:gd name="connsiteX432" fmla="*/ 41370 w 399578"/>
                <a:gd name="connsiteY432" fmla="*/ 356693 h 383236"/>
                <a:gd name="connsiteX433" fmla="*/ 37649 w 399578"/>
                <a:gd name="connsiteY433" fmla="*/ 355949 h 383236"/>
                <a:gd name="connsiteX434" fmla="*/ 37155 w 399578"/>
                <a:gd name="connsiteY434" fmla="*/ 350181 h 383236"/>
                <a:gd name="connsiteX435" fmla="*/ 36905 w 399578"/>
                <a:gd name="connsiteY435" fmla="*/ 348507 h 383236"/>
                <a:gd name="connsiteX436" fmla="*/ 34672 w 399578"/>
                <a:gd name="connsiteY436" fmla="*/ 347763 h 383236"/>
                <a:gd name="connsiteX437" fmla="*/ 34254 w 399578"/>
                <a:gd name="connsiteY437" fmla="*/ 342601 h 383236"/>
                <a:gd name="connsiteX438" fmla="*/ 32440 w 399578"/>
                <a:gd name="connsiteY438" fmla="*/ 335857 h 383236"/>
                <a:gd name="connsiteX439" fmla="*/ 31975 w 399578"/>
                <a:gd name="connsiteY439" fmla="*/ 330927 h 383236"/>
                <a:gd name="connsiteX440" fmla="*/ 31806 w 399578"/>
                <a:gd name="connsiteY440" fmla="*/ 328247 h 383236"/>
                <a:gd name="connsiteX441" fmla="*/ 31696 w 399578"/>
                <a:gd name="connsiteY441" fmla="*/ 326183 h 383236"/>
                <a:gd name="connsiteX442" fmla="*/ 29464 w 399578"/>
                <a:gd name="connsiteY442" fmla="*/ 326183 h 383236"/>
                <a:gd name="connsiteX443" fmla="*/ 28719 w 399578"/>
                <a:gd name="connsiteY443" fmla="*/ 316509 h 383236"/>
                <a:gd name="connsiteX444" fmla="*/ 26487 w 399578"/>
                <a:gd name="connsiteY444" fmla="*/ 316509 h 383236"/>
                <a:gd name="connsiteX445" fmla="*/ 26565 w 399578"/>
                <a:gd name="connsiteY445" fmla="*/ 314582 h 383236"/>
                <a:gd name="connsiteX446" fmla="*/ 26626 w 399578"/>
                <a:gd name="connsiteY446" fmla="*/ 312091 h 383236"/>
                <a:gd name="connsiteX447" fmla="*/ 26705 w 399578"/>
                <a:gd name="connsiteY447" fmla="*/ 309605 h 383236"/>
                <a:gd name="connsiteX448" fmla="*/ 26487 w 399578"/>
                <a:gd name="connsiteY448" fmla="*/ 307579 h 383236"/>
                <a:gd name="connsiteX449" fmla="*/ 24255 w 399578"/>
                <a:gd name="connsiteY449" fmla="*/ 306835 h 383236"/>
                <a:gd name="connsiteX450" fmla="*/ 23464 w 399578"/>
                <a:gd name="connsiteY450" fmla="*/ 303115 h 383236"/>
                <a:gd name="connsiteX451" fmla="*/ 22766 w 399578"/>
                <a:gd name="connsiteY451" fmla="*/ 299394 h 383236"/>
                <a:gd name="connsiteX452" fmla="*/ 21278 w 399578"/>
                <a:gd name="connsiteY452" fmla="*/ 298650 h 383236"/>
                <a:gd name="connsiteX453" fmla="*/ 20862 w 399578"/>
                <a:gd name="connsiteY453" fmla="*/ 292883 h 383236"/>
                <a:gd name="connsiteX454" fmla="*/ 20534 w 399578"/>
                <a:gd name="connsiteY454" fmla="*/ 291208 h 383236"/>
                <a:gd name="connsiteX455" fmla="*/ 18301 w 399578"/>
                <a:gd name="connsiteY455" fmla="*/ 290464 h 383236"/>
                <a:gd name="connsiteX456" fmla="*/ 17883 w 399578"/>
                <a:gd name="connsiteY456" fmla="*/ 287116 h 383236"/>
                <a:gd name="connsiteX457" fmla="*/ 17557 w 399578"/>
                <a:gd name="connsiteY457" fmla="*/ 283767 h 383236"/>
                <a:gd name="connsiteX458" fmla="*/ 16069 w 399578"/>
                <a:gd name="connsiteY458" fmla="*/ 283023 h 383236"/>
                <a:gd name="connsiteX459" fmla="*/ 15557 w 399578"/>
                <a:gd name="connsiteY459" fmla="*/ 279721 h 383236"/>
                <a:gd name="connsiteX460" fmla="*/ 15363 w 399578"/>
                <a:gd name="connsiteY460" fmla="*/ 277910 h 383236"/>
                <a:gd name="connsiteX461" fmla="*/ 16069 w 399578"/>
                <a:gd name="connsiteY461" fmla="*/ 274837 h 383236"/>
                <a:gd name="connsiteX462" fmla="*/ 18720 w 399578"/>
                <a:gd name="connsiteY462" fmla="*/ 274140 h 383236"/>
                <a:gd name="connsiteX463" fmla="*/ 21278 w 399578"/>
                <a:gd name="connsiteY463" fmla="*/ 273349 h 383236"/>
                <a:gd name="connsiteX464" fmla="*/ 21278 w 399578"/>
                <a:gd name="connsiteY464" fmla="*/ 271117 h 383236"/>
                <a:gd name="connsiteX465" fmla="*/ 27231 w 399578"/>
                <a:gd name="connsiteY465" fmla="*/ 271117 h 383236"/>
                <a:gd name="connsiteX466" fmla="*/ 27231 w 399578"/>
                <a:gd name="connsiteY466" fmla="*/ 268140 h 383236"/>
                <a:gd name="connsiteX467" fmla="*/ 31696 w 399578"/>
                <a:gd name="connsiteY467" fmla="*/ 267396 h 383236"/>
                <a:gd name="connsiteX468" fmla="*/ 31696 w 399578"/>
                <a:gd name="connsiteY468" fmla="*/ 264419 h 383236"/>
                <a:gd name="connsiteX469" fmla="*/ 34672 w 399578"/>
                <a:gd name="connsiteY469" fmla="*/ 263675 h 383236"/>
                <a:gd name="connsiteX470" fmla="*/ 35417 w 399578"/>
                <a:gd name="connsiteY470" fmla="*/ 261443 h 383236"/>
                <a:gd name="connsiteX471" fmla="*/ 36951 w 399578"/>
                <a:gd name="connsiteY471" fmla="*/ 261071 h 383236"/>
                <a:gd name="connsiteX472" fmla="*/ 38393 w 399578"/>
                <a:gd name="connsiteY472" fmla="*/ 260699 h 383236"/>
                <a:gd name="connsiteX473" fmla="*/ 38393 w 399578"/>
                <a:gd name="connsiteY473" fmla="*/ 258466 h 383236"/>
                <a:gd name="connsiteX474" fmla="*/ 40626 w 399578"/>
                <a:gd name="connsiteY474" fmla="*/ 256234 h 383236"/>
                <a:gd name="connsiteX475" fmla="*/ 43602 w 399578"/>
                <a:gd name="connsiteY475" fmla="*/ 251769 h 383236"/>
                <a:gd name="connsiteX476" fmla="*/ 47323 w 399578"/>
                <a:gd name="connsiteY476" fmla="*/ 248048 h 383236"/>
                <a:gd name="connsiteX477" fmla="*/ 49555 w 399578"/>
                <a:gd name="connsiteY477" fmla="*/ 244327 h 383236"/>
                <a:gd name="connsiteX478" fmla="*/ 51044 w 399578"/>
                <a:gd name="connsiteY478" fmla="*/ 243583 h 383236"/>
                <a:gd name="connsiteX479" fmla="*/ 51788 w 399578"/>
                <a:gd name="connsiteY479" fmla="*/ 241351 h 383236"/>
                <a:gd name="connsiteX480" fmla="*/ 53276 w 399578"/>
                <a:gd name="connsiteY480" fmla="*/ 240607 h 383236"/>
                <a:gd name="connsiteX481" fmla="*/ 53602 w 399578"/>
                <a:gd name="connsiteY481" fmla="*/ 238746 h 383236"/>
                <a:gd name="connsiteX482" fmla="*/ 54020 w 399578"/>
                <a:gd name="connsiteY482" fmla="*/ 236886 h 383236"/>
                <a:gd name="connsiteX483" fmla="*/ 56253 w 399578"/>
                <a:gd name="connsiteY483" fmla="*/ 236142 h 383236"/>
                <a:gd name="connsiteX484" fmla="*/ 56997 w 399578"/>
                <a:gd name="connsiteY484" fmla="*/ 232421 h 383236"/>
                <a:gd name="connsiteX485" fmla="*/ 58485 w 399578"/>
                <a:gd name="connsiteY485" fmla="*/ 232421 h 383236"/>
                <a:gd name="connsiteX486" fmla="*/ 59229 w 399578"/>
                <a:gd name="connsiteY486" fmla="*/ 230933 h 383236"/>
                <a:gd name="connsiteX487" fmla="*/ 59973 w 399578"/>
                <a:gd name="connsiteY487" fmla="*/ 229445 h 383236"/>
                <a:gd name="connsiteX488" fmla="*/ 61462 w 399578"/>
                <a:gd name="connsiteY488" fmla="*/ 229445 h 383236"/>
                <a:gd name="connsiteX489" fmla="*/ 62066 w 399578"/>
                <a:gd name="connsiteY489" fmla="*/ 227073 h 383236"/>
                <a:gd name="connsiteX490" fmla="*/ 66671 w 399578"/>
                <a:gd name="connsiteY490" fmla="*/ 220515 h 383236"/>
                <a:gd name="connsiteX491" fmla="*/ 67926 w 399578"/>
                <a:gd name="connsiteY491" fmla="*/ 218422 h 383236"/>
                <a:gd name="connsiteX492" fmla="*/ 68903 w 399578"/>
                <a:gd name="connsiteY492" fmla="*/ 216794 h 383236"/>
                <a:gd name="connsiteX493" fmla="*/ 70391 w 399578"/>
                <a:gd name="connsiteY493" fmla="*/ 216794 h 383236"/>
                <a:gd name="connsiteX494" fmla="*/ 71135 w 399578"/>
                <a:gd name="connsiteY494" fmla="*/ 213074 h 383236"/>
                <a:gd name="connsiteX495" fmla="*/ 72624 w 399578"/>
                <a:gd name="connsiteY495" fmla="*/ 212329 h 383236"/>
                <a:gd name="connsiteX496" fmla="*/ 72996 w 399578"/>
                <a:gd name="connsiteY496" fmla="*/ 210469 h 383236"/>
                <a:gd name="connsiteX497" fmla="*/ 73368 w 399578"/>
                <a:gd name="connsiteY497" fmla="*/ 208609 h 383236"/>
                <a:gd name="connsiteX498" fmla="*/ 74856 w 399578"/>
                <a:gd name="connsiteY498" fmla="*/ 207865 h 383236"/>
                <a:gd name="connsiteX499" fmla="*/ 75600 w 399578"/>
                <a:gd name="connsiteY499" fmla="*/ 206004 h 383236"/>
                <a:gd name="connsiteX500" fmla="*/ 77833 w 399578"/>
                <a:gd name="connsiteY500" fmla="*/ 203400 h 383236"/>
                <a:gd name="connsiteX501" fmla="*/ 78158 w 399578"/>
                <a:gd name="connsiteY501" fmla="*/ 201493 h 383236"/>
                <a:gd name="connsiteX502" fmla="*/ 78577 w 399578"/>
                <a:gd name="connsiteY502" fmla="*/ 199679 h 383236"/>
                <a:gd name="connsiteX503" fmla="*/ 80809 w 399578"/>
                <a:gd name="connsiteY503" fmla="*/ 199679 h 383236"/>
                <a:gd name="connsiteX504" fmla="*/ 81088 w 399578"/>
                <a:gd name="connsiteY504" fmla="*/ 197493 h 383236"/>
                <a:gd name="connsiteX505" fmla="*/ 81553 w 399578"/>
                <a:gd name="connsiteY505" fmla="*/ 195214 h 383236"/>
                <a:gd name="connsiteX506" fmla="*/ 83042 w 399578"/>
                <a:gd name="connsiteY506" fmla="*/ 194470 h 383236"/>
                <a:gd name="connsiteX507" fmla="*/ 83786 w 399578"/>
                <a:gd name="connsiteY507" fmla="*/ 192238 h 383236"/>
                <a:gd name="connsiteX508" fmla="*/ 86018 w 399578"/>
                <a:gd name="connsiteY508" fmla="*/ 189261 h 383236"/>
                <a:gd name="connsiteX509" fmla="*/ 86344 w 399578"/>
                <a:gd name="connsiteY509" fmla="*/ 187819 h 383236"/>
                <a:gd name="connsiteX510" fmla="*/ 88995 w 399578"/>
                <a:gd name="connsiteY510" fmla="*/ 184796 h 383236"/>
                <a:gd name="connsiteX511" fmla="*/ 89739 w 399578"/>
                <a:gd name="connsiteY511" fmla="*/ 181076 h 383236"/>
                <a:gd name="connsiteX512" fmla="*/ 91227 w 399578"/>
                <a:gd name="connsiteY512" fmla="*/ 180331 h 383236"/>
                <a:gd name="connsiteX513" fmla="*/ 91971 w 399578"/>
                <a:gd name="connsiteY513" fmla="*/ 178099 h 383236"/>
                <a:gd name="connsiteX514" fmla="*/ 94204 w 399578"/>
                <a:gd name="connsiteY514" fmla="*/ 175122 h 383236"/>
                <a:gd name="connsiteX515" fmla="*/ 94529 w 399578"/>
                <a:gd name="connsiteY515" fmla="*/ 173355 h 383236"/>
                <a:gd name="connsiteX516" fmla="*/ 97180 w 399578"/>
                <a:gd name="connsiteY516" fmla="*/ 169169 h 383236"/>
                <a:gd name="connsiteX517" fmla="*/ 97552 w 399578"/>
                <a:gd name="connsiteY517" fmla="*/ 167541 h 383236"/>
                <a:gd name="connsiteX518" fmla="*/ 97924 w 399578"/>
                <a:gd name="connsiteY518" fmla="*/ 166193 h 383236"/>
                <a:gd name="connsiteX519" fmla="*/ 100157 w 399578"/>
                <a:gd name="connsiteY519" fmla="*/ 166193 h 383236"/>
                <a:gd name="connsiteX520" fmla="*/ 100157 w 399578"/>
                <a:gd name="connsiteY520" fmla="*/ 160984 h 383236"/>
                <a:gd name="connsiteX521" fmla="*/ 102389 w 399578"/>
                <a:gd name="connsiteY521" fmla="*/ 160984 h 383236"/>
                <a:gd name="connsiteX522" fmla="*/ 103878 w 399578"/>
                <a:gd name="connsiteY522" fmla="*/ 155775 h 383236"/>
                <a:gd name="connsiteX523" fmla="*/ 105366 w 399578"/>
                <a:gd name="connsiteY523" fmla="*/ 155031 h 383236"/>
                <a:gd name="connsiteX524" fmla="*/ 105738 w 399578"/>
                <a:gd name="connsiteY524" fmla="*/ 152798 h 383236"/>
                <a:gd name="connsiteX525" fmla="*/ 106110 w 399578"/>
                <a:gd name="connsiteY525" fmla="*/ 150566 h 383236"/>
                <a:gd name="connsiteX526" fmla="*/ 107598 w 399578"/>
                <a:gd name="connsiteY526" fmla="*/ 149822 h 383236"/>
                <a:gd name="connsiteX527" fmla="*/ 108714 w 399578"/>
                <a:gd name="connsiteY527" fmla="*/ 147543 h 383236"/>
                <a:gd name="connsiteX528" fmla="*/ 109831 w 399578"/>
                <a:gd name="connsiteY528" fmla="*/ 145357 h 383236"/>
                <a:gd name="connsiteX529" fmla="*/ 111319 w 399578"/>
                <a:gd name="connsiteY529" fmla="*/ 145357 h 383236"/>
                <a:gd name="connsiteX530" fmla="*/ 111319 w 399578"/>
                <a:gd name="connsiteY530" fmla="*/ 139404 h 383236"/>
                <a:gd name="connsiteX531" fmla="*/ 113551 w 399578"/>
                <a:gd name="connsiteY531" fmla="*/ 139404 h 383236"/>
                <a:gd name="connsiteX532" fmla="*/ 113830 w 399578"/>
                <a:gd name="connsiteY532" fmla="*/ 137218 h 383236"/>
                <a:gd name="connsiteX533" fmla="*/ 114296 w 399578"/>
                <a:gd name="connsiteY533" fmla="*/ 134939 h 383236"/>
                <a:gd name="connsiteX534" fmla="*/ 115784 w 399578"/>
                <a:gd name="connsiteY534" fmla="*/ 134195 h 383236"/>
                <a:gd name="connsiteX535" fmla="*/ 116528 w 399578"/>
                <a:gd name="connsiteY535" fmla="*/ 131590 h 383236"/>
                <a:gd name="connsiteX536" fmla="*/ 117272 w 399578"/>
                <a:gd name="connsiteY536" fmla="*/ 128986 h 383236"/>
                <a:gd name="connsiteX537" fmla="*/ 118760 w 399578"/>
                <a:gd name="connsiteY537" fmla="*/ 128242 h 383236"/>
                <a:gd name="connsiteX538" fmla="*/ 119505 w 399578"/>
                <a:gd name="connsiteY538" fmla="*/ 123777 h 383236"/>
                <a:gd name="connsiteX539" fmla="*/ 121737 w 399578"/>
                <a:gd name="connsiteY539" fmla="*/ 123777 h 383236"/>
                <a:gd name="connsiteX540" fmla="*/ 121969 w 399578"/>
                <a:gd name="connsiteY540" fmla="*/ 121265 h 383236"/>
                <a:gd name="connsiteX541" fmla="*/ 122481 w 399578"/>
                <a:gd name="connsiteY541" fmla="*/ 118568 h 383236"/>
                <a:gd name="connsiteX542" fmla="*/ 124714 w 399578"/>
                <a:gd name="connsiteY542" fmla="*/ 117079 h 383236"/>
                <a:gd name="connsiteX543" fmla="*/ 124714 w 399578"/>
                <a:gd name="connsiteY543" fmla="*/ 112615 h 383236"/>
                <a:gd name="connsiteX544" fmla="*/ 126946 w 399578"/>
                <a:gd name="connsiteY544" fmla="*/ 112615 h 383236"/>
                <a:gd name="connsiteX545" fmla="*/ 127178 w 399578"/>
                <a:gd name="connsiteY545" fmla="*/ 110057 h 383236"/>
                <a:gd name="connsiteX546" fmla="*/ 127690 w 399578"/>
                <a:gd name="connsiteY546" fmla="*/ 107406 h 383236"/>
                <a:gd name="connsiteX547" fmla="*/ 129922 w 399578"/>
                <a:gd name="connsiteY547" fmla="*/ 106661 h 383236"/>
                <a:gd name="connsiteX548" fmla="*/ 130667 w 399578"/>
                <a:gd name="connsiteY548" fmla="*/ 101452 h 383236"/>
                <a:gd name="connsiteX549" fmla="*/ 132899 w 399578"/>
                <a:gd name="connsiteY549" fmla="*/ 99964 h 383236"/>
                <a:gd name="connsiteX550" fmla="*/ 132899 w 399578"/>
                <a:gd name="connsiteY550" fmla="*/ 97685 h 383236"/>
                <a:gd name="connsiteX551" fmla="*/ 132899 w 399578"/>
                <a:gd name="connsiteY551" fmla="*/ 95499 h 383236"/>
                <a:gd name="connsiteX552" fmla="*/ 135131 w 399578"/>
                <a:gd name="connsiteY552" fmla="*/ 94755 h 383236"/>
                <a:gd name="connsiteX553" fmla="*/ 135876 w 399578"/>
                <a:gd name="connsiteY553" fmla="*/ 89546 h 383236"/>
                <a:gd name="connsiteX554" fmla="*/ 137364 w 399578"/>
                <a:gd name="connsiteY554" fmla="*/ 89546 h 383236"/>
                <a:gd name="connsiteX555" fmla="*/ 138361 w 399578"/>
                <a:gd name="connsiteY555" fmla="*/ 84895 h 383236"/>
                <a:gd name="connsiteX556" fmla="*/ 138852 w 399578"/>
                <a:gd name="connsiteY556" fmla="*/ 83593 h 383236"/>
                <a:gd name="connsiteX557" fmla="*/ 141085 w 399578"/>
                <a:gd name="connsiteY557" fmla="*/ 83593 h 383236"/>
                <a:gd name="connsiteX558" fmla="*/ 140945 w 399578"/>
                <a:gd name="connsiteY558" fmla="*/ 81500 h 383236"/>
                <a:gd name="connsiteX559" fmla="*/ 142154 w 399578"/>
                <a:gd name="connsiteY559" fmla="*/ 78105 h 383236"/>
                <a:gd name="connsiteX560" fmla="*/ 143643 w 399578"/>
                <a:gd name="connsiteY560" fmla="*/ 73826 h 383236"/>
                <a:gd name="connsiteX561" fmla="*/ 144061 w 399578"/>
                <a:gd name="connsiteY561" fmla="*/ 70943 h 383236"/>
                <a:gd name="connsiteX562" fmla="*/ 145596 w 399578"/>
                <a:gd name="connsiteY562" fmla="*/ 70571 h 383236"/>
                <a:gd name="connsiteX563" fmla="*/ 147038 w 399578"/>
                <a:gd name="connsiteY563" fmla="*/ 70199 h 383236"/>
                <a:gd name="connsiteX564" fmla="*/ 147038 w 399578"/>
                <a:gd name="connsiteY564" fmla="*/ 64245 h 383236"/>
                <a:gd name="connsiteX565" fmla="*/ 149270 w 399578"/>
                <a:gd name="connsiteY565" fmla="*/ 64245 h 383236"/>
                <a:gd name="connsiteX566" fmla="*/ 149549 w 399578"/>
                <a:gd name="connsiteY566" fmla="*/ 61687 h 383236"/>
                <a:gd name="connsiteX567" fmla="*/ 150014 w 399578"/>
                <a:gd name="connsiteY567" fmla="*/ 59036 h 383236"/>
                <a:gd name="connsiteX568" fmla="*/ 151503 w 399578"/>
                <a:gd name="connsiteY568" fmla="*/ 58292 h 383236"/>
                <a:gd name="connsiteX569" fmla="*/ 151968 w 399578"/>
                <a:gd name="connsiteY569" fmla="*/ 55269 h 383236"/>
                <a:gd name="connsiteX570" fmla="*/ 152247 w 399578"/>
                <a:gd name="connsiteY570" fmla="*/ 52339 h 383236"/>
                <a:gd name="connsiteX571" fmla="*/ 154479 w 399578"/>
                <a:gd name="connsiteY571" fmla="*/ 52339 h 383236"/>
                <a:gd name="connsiteX572" fmla="*/ 154590 w 399578"/>
                <a:gd name="connsiteY572" fmla="*/ 50900 h 383236"/>
                <a:gd name="connsiteX573" fmla="*/ 154758 w 399578"/>
                <a:gd name="connsiteY573" fmla="*/ 49037 h 383236"/>
                <a:gd name="connsiteX574" fmla="*/ 154915 w 399578"/>
                <a:gd name="connsiteY574" fmla="*/ 47180 h 383236"/>
                <a:gd name="connsiteX575" fmla="*/ 155223 w 399578"/>
                <a:gd name="connsiteY575" fmla="*/ 45642 h 383236"/>
                <a:gd name="connsiteX576" fmla="*/ 156712 w 399578"/>
                <a:gd name="connsiteY576" fmla="*/ 44898 h 383236"/>
                <a:gd name="connsiteX577" fmla="*/ 157874 w 399578"/>
                <a:gd name="connsiteY577" fmla="*/ 41549 h 383236"/>
                <a:gd name="connsiteX578" fmla="*/ 159688 w 399578"/>
                <a:gd name="connsiteY578" fmla="*/ 37456 h 383236"/>
                <a:gd name="connsiteX579" fmla="*/ 160107 w 399578"/>
                <a:gd name="connsiteY579" fmla="*/ 34433 h 383236"/>
                <a:gd name="connsiteX580" fmla="*/ 160432 w 399578"/>
                <a:gd name="connsiteY580" fmla="*/ 31503 h 383236"/>
                <a:gd name="connsiteX581" fmla="*/ 162665 w 399578"/>
                <a:gd name="connsiteY581" fmla="*/ 31503 h 383236"/>
                <a:gd name="connsiteX582" fmla="*/ 163409 w 399578"/>
                <a:gd name="connsiteY582" fmla="*/ 24806 h 383236"/>
                <a:gd name="connsiteX583" fmla="*/ 165641 w 399578"/>
                <a:gd name="connsiteY583" fmla="*/ 24806 h 383236"/>
                <a:gd name="connsiteX584" fmla="*/ 165752 w 399578"/>
                <a:gd name="connsiteY584" fmla="*/ 23204 h 383236"/>
                <a:gd name="connsiteX585" fmla="*/ 165920 w 399578"/>
                <a:gd name="connsiteY585" fmla="*/ 21132 h 383236"/>
                <a:gd name="connsiteX586" fmla="*/ 166077 w 399578"/>
                <a:gd name="connsiteY586" fmla="*/ 19065 h 383236"/>
                <a:gd name="connsiteX587" fmla="*/ 166385 w 399578"/>
                <a:gd name="connsiteY587" fmla="*/ 17365 h 383236"/>
                <a:gd name="connsiteX588" fmla="*/ 167874 w 399578"/>
                <a:gd name="connsiteY588" fmla="*/ 16620 h 383236"/>
                <a:gd name="connsiteX589" fmla="*/ 168339 w 399578"/>
                <a:gd name="connsiteY589" fmla="*/ 13225 h 383236"/>
                <a:gd name="connsiteX590" fmla="*/ 168507 w 399578"/>
                <a:gd name="connsiteY590" fmla="*/ 11362 h 383236"/>
                <a:gd name="connsiteX591" fmla="*/ 168618 w 399578"/>
                <a:gd name="connsiteY591" fmla="*/ 9923 h 383236"/>
                <a:gd name="connsiteX592" fmla="*/ 170850 w 399578"/>
                <a:gd name="connsiteY592" fmla="*/ 9923 h 383236"/>
                <a:gd name="connsiteX593" fmla="*/ 170987 w 399578"/>
                <a:gd name="connsiteY593" fmla="*/ 8159 h 383236"/>
                <a:gd name="connsiteX594" fmla="*/ 171176 w 399578"/>
                <a:gd name="connsiteY594" fmla="*/ 5877 h 383236"/>
                <a:gd name="connsiteX595" fmla="*/ 171359 w 399578"/>
                <a:gd name="connsiteY595" fmla="*/ 3601 h 383236"/>
                <a:gd name="connsiteX596" fmla="*/ 176803 w 399578"/>
                <a:gd name="connsiteY596" fmla="*/ 761 h 38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99578" h="383236">
                  <a:moveTo>
                    <a:pt x="176803" y="761"/>
                  </a:moveTo>
                  <a:cubicBezTo>
                    <a:pt x="177617" y="733"/>
                    <a:pt x="178430" y="705"/>
                    <a:pt x="179268" y="677"/>
                  </a:cubicBezTo>
                  <a:cubicBezTo>
                    <a:pt x="179928" y="781"/>
                    <a:pt x="180588" y="886"/>
                    <a:pt x="181268" y="994"/>
                  </a:cubicBezTo>
                  <a:cubicBezTo>
                    <a:pt x="181757" y="2473"/>
                    <a:pt x="181757" y="2473"/>
                    <a:pt x="182012" y="3970"/>
                  </a:cubicBezTo>
                  <a:cubicBezTo>
                    <a:pt x="182872" y="4093"/>
                    <a:pt x="183731" y="4216"/>
                    <a:pt x="184617" y="4342"/>
                  </a:cubicBezTo>
                  <a:cubicBezTo>
                    <a:pt x="185476" y="4465"/>
                    <a:pt x="186336" y="4588"/>
                    <a:pt x="187221" y="4714"/>
                  </a:cubicBezTo>
                  <a:cubicBezTo>
                    <a:pt x="187490" y="5701"/>
                    <a:pt x="187740" y="6693"/>
                    <a:pt x="187965" y="7691"/>
                  </a:cubicBezTo>
                  <a:cubicBezTo>
                    <a:pt x="188671" y="7691"/>
                    <a:pt x="189377" y="7691"/>
                    <a:pt x="190105" y="7691"/>
                  </a:cubicBezTo>
                  <a:cubicBezTo>
                    <a:pt x="190872" y="7691"/>
                    <a:pt x="191640" y="7691"/>
                    <a:pt x="192430" y="7691"/>
                  </a:cubicBezTo>
                  <a:cubicBezTo>
                    <a:pt x="192768" y="8167"/>
                    <a:pt x="193106" y="8642"/>
                    <a:pt x="193454" y="9133"/>
                  </a:cubicBezTo>
                  <a:cubicBezTo>
                    <a:pt x="194492" y="10800"/>
                    <a:pt x="194492" y="10800"/>
                    <a:pt x="196093" y="10926"/>
                  </a:cubicBezTo>
                  <a:cubicBezTo>
                    <a:pt x="196634" y="10963"/>
                    <a:pt x="197175" y="11001"/>
                    <a:pt x="197732" y="11039"/>
                  </a:cubicBezTo>
                  <a:cubicBezTo>
                    <a:pt x="198684" y="11162"/>
                    <a:pt x="199635" y="11285"/>
                    <a:pt x="200616" y="11411"/>
                  </a:cubicBezTo>
                  <a:cubicBezTo>
                    <a:pt x="201081" y="12900"/>
                    <a:pt x="201081" y="12900"/>
                    <a:pt x="201360" y="14388"/>
                  </a:cubicBezTo>
                  <a:cubicBezTo>
                    <a:pt x="202843" y="14666"/>
                    <a:pt x="204332" y="14914"/>
                    <a:pt x="205825" y="15132"/>
                  </a:cubicBezTo>
                  <a:cubicBezTo>
                    <a:pt x="206070" y="15869"/>
                    <a:pt x="206316" y="16606"/>
                    <a:pt x="206569" y="17365"/>
                  </a:cubicBezTo>
                  <a:cubicBezTo>
                    <a:pt x="208092" y="17534"/>
                    <a:pt x="209617" y="17700"/>
                    <a:pt x="211144" y="17827"/>
                  </a:cubicBezTo>
                  <a:cubicBezTo>
                    <a:pt x="211826" y="17966"/>
                    <a:pt x="211826" y="17966"/>
                    <a:pt x="212522" y="18109"/>
                  </a:cubicBezTo>
                  <a:cubicBezTo>
                    <a:pt x="213043" y="19088"/>
                    <a:pt x="213540" y="20081"/>
                    <a:pt x="214010" y="21085"/>
                  </a:cubicBezTo>
                  <a:cubicBezTo>
                    <a:pt x="214870" y="21208"/>
                    <a:pt x="215729" y="21331"/>
                    <a:pt x="216615" y="21457"/>
                  </a:cubicBezTo>
                  <a:cubicBezTo>
                    <a:pt x="217474" y="21580"/>
                    <a:pt x="218334" y="21703"/>
                    <a:pt x="219219" y="21829"/>
                  </a:cubicBezTo>
                  <a:cubicBezTo>
                    <a:pt x="220057" y="23364"/>
                    <a:pt x="220057" y="23364"/>
                    <a:pt x="220708" y="24806"/>
                  </a:cubicBezTo>
                  <a:cubicBezTo>
                    <a:pt x="221322" y="24806"/>
                    <a:pt x="221935" y="24806"/>
                    <a:pt x="222568" y="24806"/>
                  </a:cubicBezTo>
                  <a:cubicBezTo>
                    <a:pt x="223182" y="24806"/>
                    <a:pt x="223796" y="24806"/>
                    <a:pt x="224428" y="24806"/>
                  </a:cubicBezTo>
                  <a:cubicBezTo>
                    <a:pt x="224728" y="25520"/>
                    <a:pt x="224728" y="25520"/>
                    <a:pt x="225033" y="26248"/>
                  </a:cubicBezTo>
                  <a:cubicBezTo>
                    <a:pt x="225325" y="26754"/>
                    <a:pt x="225616" y="27261"/>
                    <a:pt x="225917" y="27783"/>
                  </a:cubicBezTo>
                  <a:cubicBezTo>
                    <a:pt x="227921" y="28299"/>
                    <a:pt x="229789" y="28393"/>
                    <a:pt x="231870" y="28527"/>
                  </a:cubicBezTo>
                  <a:cubicBezTo>
                    <a:pt x="231870" y="29509"/>
                    <a:pt x="231870" y="30491"/>
                    <a:pt x="231870" y="31503"/>
                  </a:cubicBezTo>
                  <a:cubicBezTo>
                    <a:pt x="232398" y="31531"/>
                    <a:pt x="232927" y="31559"/>
                    <a:pt x="233471" y="31588"/>
                  </a:cubicBezTo>
                  <a:cubicBezTo>
                    <a:pt x="234155" y="31637"/>
                    <a:pt x="234839" y="31685"/>
                    <a:pt x="235544" y="31736"/>
                  </a:cubicBezTo>
                  <a:cubicBezTo>
                    <a:pt x="236567" y="31801"/>
                    <a:pt x="236567" y="31801"/>
                    <a:pt x="237611" y="31867"/>
                  </a:cubicBezTo>
                  <a:cubicBezTo>
                    <a:pt x="238172" y="31992"/>
                    <a:pt x="238733" y="32118"/>
                    <a:pt x="239311" y="32247"/>
                  </a:cubicBezTo>
                  <a:cubicBezTo>
                    <a:pt x="240183" y="34862"/>
                    <a:pt x="240207" y="37027"/>
                    <a:pt x="240241" y="39782"/>
                  </a:cubicBezTo>
                  <a:cubicBezTo>
                    <a:pt x="240261" y="40720"/>
                    <a:pt x="240280" y="41658"/>
                    <a:pt x="240299" y="42625"/>
                  </a:cubicBezTo>
                  <a:cubicBezTo>
                    <a:pt x="240179" y="43750"/>
                    <a:pt x="240179" y="43750"/>
                    <a:pt x="240055" y="44898"/>
                  </a:cubicBezTo>
                  <a:cubicBezTo>
                    <a:pt x="238950" y="45266"/>
                    <a:pt x="238950" y="45266"/>
                    <a:pt x="237823" y="45642"/>
                  </a:cubicBezTo>
                  <a:cubicBezTo>
                    <a:pt x="237570" y="47378"/>
                    <a:pt x="237323" y="49114"/>
                    <a:pt x="237079" y="50851"/>
                  </a:cubicBezTo>
                  <a:cubicBezTo>
                    <a:pt x="235974" y="51588"/>
                    <a:pt x="235974" y="51588"/>
                    <a:pt x="234846" y="52339"/>
                  </a:cubicBezTo>
                  <a:cubicBezTo>
                    <a:pt x="234299" y="54994"/>
                    <a:pt x="234299" y="54994"/>
                    <a:pt x="234102" y="57548"/>
                  </a:cubicBezTo>
                  <a:cubicBezTo>
                    <a:pt x="233365" y="57548"/>
                    <a:pt x="232629" y="57548"/>
                    <a:pt x="231870" y="57548"/>
                  </a:cubicBezTo>
                  <a:cubicBezTo>
                    <a:pt x="231778" y="58515"/>
                    <a:pt x="231686" y="59482"/>
                    <a:pt x="231591" y="60478"/>
                  </a:cubicBezTo>
                  <a:cubicBezTo>
                    <a:pt x="231434" y="62126"/>
                    <a:pt x="231434" y="62126"/>
                    <a:pt x="231126" y="63501"/>
                  </a:cubicBezTo>
                  <a:cubicBezTo>
                    <a:pt x="230634" y="63747"/>
                    <a:pt x="230143" y="63992"/>
                    <a:pt x="229637" y="64245"/>
                  </a:cubicBezTo>
                  <a:cubicBezTo>
                    <a:pt x="229530" y="64967"/>
                    <a:pt x="229422" y="65688"/>
                    <a:pt x="229312" y="66431"/>
                  </a:cubicBezTo>
                  <a:cubicBezTo>
                    <a:pt x="229174" y="67183"/>
                    <a:pt x="229036" y="67935"/>
                    <a:pt x="228893" y="68710"/>
                  </a:cubicBezTo>
                  <a:cubicBezTo>
                    <a:pt x="227788" y="69447"/>
                    <a:pt x="227788" y="69447"/>
                    <a:pt x="226661" y="70199"/>
                  </a:cubicBezTo>
                  <a:cubicBezTo>
                    <a:pt x="226538" y="71073"/>
                    <a:pt x="226415" y="71948"/>
                    <a:pt x="226289" y="72850"/>
                  </a:cubicBezTo>
                  <a:cubicBezTo>
                    <a:pt x="226166" y="73694"/>
                    <a:pt x="226043" y="74538"/>
                    <a:pt x="225917" y="75408"/>
                  </a:cubicBezTo>
                  <a:cubicBezTo>
                    <a:pt x="224812" y="75776"/>
                    <a:pt x="224812" y="75776"/>
                    <a:pt x="223684" y="76152"/>
                  </a:cubicBezTo>
                  <a:cubicBezTo>
                    <a:pt x="223406" y="77883"/>
                    <a:pt x="223158" y="79620"/>
                    <a:pt x="222940" y="81361"/>
                  </a:cubicBezTo>
                  <a:cubicBezTo>
                    <a:pt x="222449" y="81606"/>
                    <a:pt x="221958" y="81852"/>
                    <a:pt x="221452" y="82105"/>
                  </a:cubicBezTo>
                  <a:cubicBezTo>
                    <a:pt x="220962" y="84359"/>
                    <a:pt x="220962" y="84359"/>
                    <a:pt x="220708" y="86570"/>
                  </a:cubicBezTo>
                  <a:cubicBezTo>
                    <a:pt x="219971" y="86570"/>
                    <a:pt x="219234" y="86570"/>
                    <a:pt x="218475" y="86570"/>
                  </a:cubicBezTo>
                  <a:cubicBezTo>
                    <a:pt x="218230" y="88780"/>
                    <a:pt x="217984" y="90990"/>
                    <a:pt x="217731" y="93267"/>
                  </a:cubicBezTo>
                  <a:cubicBezTo>
                    <a:pt x="216994" y="93267"/>
                    <a:pt x="216258" y="93267"/>
                    <a:pt x="215499" y="93267"/>
                  </a:cubicBezTo>
                  <a:cubicBezTo>
                    <a:pt x="215407" y="94111"/>
                    <a:pt x="215314" y="94955"/>
                    <a:pt x="215220" y="95825"/>
                  </a:cubicBezTo>
                  <a:cubicBezTo>
                    <a:pt x="214989" y="97137"/>
                    <a:pt x="214989" y="97137"/>
                    <a:pt x="214755" y="98476"/>
                  </a:cubicBezTo>
                  <a:cubicBezTo>
                    <a:pt x="214263" y="98722"/>
                    <a:pt x="213772" y="98967"/>
                    <a:pt x="213266" y="99220"/>
                  </a:cubicBezTo>
                  <a:cubicBezTo>
                    <a:pt x="212777" y="101474"/>
                    <a:pt x="212777" y="101474"/>
                    <a:pt x="212522" y="103685"/>
                  </a:cubicBezTo>
                  <a:cubicBezTo>
                    <a:pt x="211785" y="103685"/>
                    <a:pt x="211049" y="103685"/>
                    <a:pt x="210290" y="103685"/>
                  </a:cubicBezTo>
                  <a:cubicBezTo>
                    <a:pt x="210213" y="104652"/>
                    <a:pt x="210136" y="105619"/>
                    <a:pt x="210057" y="106615"/>
                  </a:cubicBezTo>
                  <a:cubicBezTo>
                    <a:pt x="209926" y="108263"/>
                    <a:pt x="209926" y="108263"/>
                    <a:pt x="209546" y="109638"/>
                  </a:cubicBezTo>
                  <a:cubicBezTo>
                    <a:pt x="208809" y="109884"/>
                    <a:pt x="208072" y="110129"/>
                    <a:pt x="207313" y="110382"/>
                  </a:cubicBezTo>
                  <a:cubicBezTo>
                    <a:pt x="207035" y="112114"/>
                    <a:pt x="206787" y="113851"/>
                    <a:pt x="206569" y="115591"/>
                  </a:cubicBezTo>
                  <a:cubicBezTo>
                    <a:pt x="206078" y="115837"/>
                    <a:pt x="205587" y="116082"/>
                    <a:pt x="205081" y="116335"/>
                  </a:cubicBezTo>
                  <a:cubicBezTo>
                    <a:pt x="204835" y="116949"/>
                    <a:pt x="204590" y="117563"/>
                    <a:pt x="204337" y="118196"/>
                  </a:cubicBezTo>
                  <a:cubicBezTo>
                    <a:pt x="203592" y="120056"/>
                    <a:pt x="203592" y="120056"/>
                    <a:pt x="202104" y="120800"/>
                  </a:cubicBezTo>
                  <a:cubicBezTo>
                    <a:pt x="201997" y="121644"/>
                    <a:pt x="201889" y="122488"/>
                    <a:pt x="201779" y="123358"/>
                  </a:cubicBezTo>
                  <a:cubicBezTo>
                    <a:pt x="201640" y="124233"/>
                    <a:pt x="201502" y="125108"/>
                    <a:pt x="201360" y="126009"/>
                  </a:cubicBezTo>
                  <a:cubicBezTo>
                    <a:pt x="200623" y="126500"/>
                    <a:pt x="199887" y="126991"/>
                    <a:pt x="199128" y="127497"/>
                  </a:cubicBezTo>
                  <a:cubicBezTo>
                    <a:pt x="198858" y="128484"/>
                    <a:pt x="198609" y="129476"/>
                    <a:pt x="198383" y="130474"/>
                  </a:cubicBezTo>
                  <a:cubicBezTo>
                    <a:pt x="197892" y="130720"/>
                    <a:pt x="197401" y="130965"/>
                    <a:pt x="196895" y="131218"/>
                  </a:cubicBezTo>
                  <a:cubicBezTo>
                    <a:pt x="196757" y="132507"/>
                    <a:pt x="196757" y="132507"/>
                    <a:pt x="196616" y="133823"/>
                  </a:cubicBezTo>
                  <a:cubicBezTo>
                    <a:pt x="196463" y="134682"/>
                    <a:pt x="196309" y="135542"/>
                    <a:pt x="196151" y="136427"/>
                  </a:cubicBezTo>
                  <a:cubicBezTo>
                    <a:pt x="195164" y="136696"/>
                    <a:pt x="194172" y="136946"/>
                    <a:pt x="193174" y="137171"/>
                  </a:cubicBezTo>
                  <a:cubicBezTo>
                    <a:pt x="192926" y="139435"/>
                    <a:pt x="192926" y="139435"/>
                    <a:pt x="193174" y="141636"/>
                  </a:cubicBezTo>
                  <a:cubicBezTo>
                    <a:pt x="192438" y="141636"/>
                    <a:pt x="191701" y="141636"/>
                    <a:pt x="190942" y="141636"/>
                  </a:cubicBezTo>
                  <a:cubicBezTo>
                    <a:pt x="190865" y="142450"/>
                    <a:pt x="190789" y="143263"/>
                    <a:pt x="190709" y="144101"/>
                  </a:cubicBezTo>
                  <a:cubicBezTo>
                    <a:pt x="190186" y="146908"/>
                    <a:pt x="189970" y="147324"/>
                    <a:pt x="187965" y="149077"/>
                  </a:cubicBezTo>
                  <a:cubicBezTo>
                    <a:pt x="187704" y="150066"/>
                    <a:pt x="187454" y="151058"/>
                    <a:pt x="187221" y="152054"/>
                  </a:cubicBezTo>
                  <a:cubicBezTo>
                    <a:pt x="186730" y="152300"/>
                    <a:pt x="186239" y="152545"/>
                    <a:pt x="185733" y="152798"/>
                  </a:cubicBezTo>
                  <a:cubicBezTo>
                    <a:pt x="185626" y="153397"/>
                    <a:pt x="185518" y="153995"/>
                    <a:pt x="185407" y="154612"/>
                  </a:cubicBezTo>
                  <a:cubicBezTo>
                    <a:pt x="184989" y="156519"/>
                    <a:pt x="184989" y="156519"/>
                    <a:pt x="182756" y="158007"/>
                  </a:cubicBezTo>
                  <a:cubicBezTo>
                    <a:pt x="182255" y="159245"/>
                    <a:pt x="181759" y="160485"/>
                    <a:pt x="181268" y="161728"/>
                  </a:cubicBezTo>
                  <a:cubicBezTo>
                    <a:pt x="180777" y="161728"/>
                    <a:pt x="180286" y="161728"/>
                    <a:pt x="179780" y="161728"/>
                  </a:cubicBezTo>
                  <a:cubicBezTo>
                    <a:pt x="179826" y="162419"/>
                    <a:pt x="179872" y="163109"/>
                    <a:pt x="179919" y="163821"/>
                  </a:cubicBezTo>
                  <a:cubicBezTo>
                    <a:pt x="179780" y="166193"/>
                    <a:pt x="179780" y="166193"/>
                    <a:pt x="178710" y="167402"/>
                  </a:cubicBezTo>
                  <a:cubicBezTo>
                    <a:pt x="178327" y="167740"/>
                    <a:pt x="177943" y="168077"/>
                    <a:pt x="177547" y="168425"/>
                  </a:cubicBezTo>
                  <a:cubicBezTo>
                    <a:pt x="177425" y="168932"/>
                    <a:pt x="177302" y="169438"/>
                    <a:pt x="177175" y="169960"/>
                  </a:cubicBezTo>
                  <a:cubicBezTo>
                    <a:pt x="176803" y="171402"/>
                    <a:pt x="176803" y="171402"/>
                    <a:pt x="174571" y="172890"/>
                  </a:cubicBezTo>
                  <a:cubicBezTo>
                    <a:pt x="174302" y="173877"/>
                    <a:pt x="174052" y="174869"/>
                    <a:pt x="173827" y="175867"/>
                  </a:cubicBezTo>
                  <a:cubicBezTo>
                    <a:pt x="173336" y="176112"/>
                    <a:pt x="172845" y="176358"/>
                    <a:pt x="172339" y="176611"/>
                  </a:cubicBezTo>
                  <a:cubicBezTo>
                    <a:pt x="172093" y="177347"/>
                    <a:pt x="171847" y="178084"/>
                    <a:pt x="171594" y="178843"/>
                  </a:cubicBezTo>
                  <a:cubicBezTo>
                    <a:pt x="170850" y="181076"/>
                    <a:pt x="170850" y="181076"/>
                    <a:pt x="169362" y="181820"/>
                  </a:cubicBezTo>
                  <a:cubicBezTo>
                    <a:pt x="169201" y="182741"/>
                    <a:pt x="169201" y="182741"/>
                    <a:pt x="169036" y="183680"/>
                  </a:cubicBezTo>
                  <a:cubicBezTo>
                    <a:pt x="168898" y="184294"/>
                    <a:pt x="168760" y="184908"/>
                    <a:pt x="168618" y="185540"/>
                  </a:cubicBezTo>
                  <a:cubicBezTo>
                    <a:pt x="167881" y="185786"/>
                    <a:pt x="167144" y="186032"/>
                    <a:pt x="166385" y="186285"/>
                  </a:cubicBezTo>
                  <a:cubicBezTo>
                    <a:pt x="166127" y="187771"/>
                    <a:pt x="165880" y="189260"/>
                    <a:pt x="165641" y="190749"/>
                  </a:cubicBezTo>
                  <a:cubicBezTo>
                    <a:pt x="164525" y="192005"/>
                    <a:pt x="164525" y="192005"/>
                    <a:pt x="163409" y="192982"/>
                  </a:cubicBezTo>
                  <a:cubicBezTo>
                    <a:pt x="163163" y="193718"/>
                    <a:pt x="162918" y="194455"/>
                    <a:pt x="162665" y="195214"/>
                  </a:cubicBezTo>
                  <a:cubicBezTo>
                    <a:pt x="161928" y="195214"/>
                    <a:pt x="161191" y="195214"/>
                    <a:pt x="160432" y="195214"/>
                  </a:cubicBezTo>
                  <a:cubicBezTo>
                    <a:pt x="160432" y="196688"/>
                    <a:pt x="160432" y="198161"/>
                    <a:pt x="160432" y="199679"/>
                  </a:cubicBezTo>
                  <a:cubicBezTo>
                    <a:pt x="159696" y="199679"/>
                    <a:pt x="158959" y="199679"/>
                    <a:pt x="158200" y="199679"/>
                  </a:cubicBezTo>
                  <a:cubicBezTo>
                    <a:pt x="158085" y="200715"/>
                    <a:pt x="158085" y="200715"/>
                    <a:pt x="157967" y="201772"/>
                  </a:cubicBezTo>
                  <a:cubicBezTo>
                    <a:pt x="157432" y="204256"/>
                    <a:pt x="157050" y="204778"/>
                    <a:pt x="155223" y="206376"/>
                  </a:cubicBezTo>
                  <a:cubicBezTo>
                    <a:pt x="154978" y="207113"/>
                    <a:pt x="154732" y="207850"/>
                    <a:pt x="154479" y="208609"/>
                  </a:cubicBezTo>
                  <a:cubicBezTo>
                    <a:pt x="153988" y="208854"/>
                    <a:pt x="153497" y="209100"/>
                    <a:pt x="152991" y="209353"/>
                  </a:cubicBezTo>
                  <a:cubicBezTo>
                    <a:pt x="152830" y="210297"/>
                    <a:pt x="152830" y="210297"/>
                    <a:pt x="152665" y="211260"/>
                  </a:cubicBezTo>
                  <a:cubicBezTo>
                    <a:pt x="152527" y="211858"/>
                    <a:pt x="152389" y="212457"/>
                    <a:pt x="152247" y="213074"/>
                  </a:cubicBezTo>
                  <a:cubicBezTo>
                    <a:pt x="151510" y="213074"/>
                    <a:pt x="150773" y="213074"/>
                    <a:pt x="150014" y="213074"/>
                  </a:cubicBezTo>
                  <a:cubicBezTo>
                    <a:pt x="149899" y="214294"/>
                    <a:pt x="149899" y="214294"/>
                    <a:pt x="149782" y="215539"/>
                  </a:cubicBezTo>
                  <a:cubicBezTo>
                    <a:pt x="149269" y="218286"/>
                    <a:pt x="149102" y="218864"/>
                    <a:pt x="147038" y="220515"/>
                  </a:cubicBezTo>
                  <a:cubicBezTo>
                    <a:pt x="146547" y="221252"/>
                    <a:pt x="146055" y="221988"/>
                    <a:pt x="145549" y="222747"/>
                  </a:cubicBezTo>
                  <a:cubicBezTo>
                    <a:pt x="145058" y="222747"/>
                    <a:pt x="144567" y="222747"/>
                    <a:pt x="144061" y="222747"/>
                  </a:cubicBezTo>
                  <a:cubicBezTo>
                    <a:pt x="144107" y="223346"/>
                    <a:pt x="144153" y="223945"/>
                    <a:pt x="144201" y="224561"/>
                  </a:cubicBezTo>
                  <a:cubicBezTo>
                    <a:pt x="144155" y="225191"/>
                    <a:pt x="144109" y="225820"/>
                    <a:pt x="144061" y="226468"/>
                  </a:cubicBezTo>
                  <a:cubicBezTo>
                    <a:pt x="143324" y="226714"/>
                    <a:pt x="142588" y="226959"/>
                    <a:pt x="141829" y="227212"/>
                  </a:cubicBezTo>
                  <a:cubicBezTo>
                    <a:pt x="141551" y="228446"/>
                    <a:pt x="141303" y="229687"/>
                    <a:pt x="141085" y="230933"/>
                  </a:cubicBezTo>
                  <a:cubicBezTo>
                    <a:pt x="140593" y="231179"/>
                    <a:pt x="140102" y="231424"/>
                    <a:pt x="139596" y="231677"/>
                  </a:cubicBezTo>
                  <a:cubicBezTo>
                    <a:pt x="139044" y="232805"/>
                    <a:pt x="139044" y="232805"/>
                    <a:pt x="138480" y="233956"/>
                  </a:cubicBezTo>
                  <a:cubicBezTo>
                    <a:pt x="138112" y="234677"/>
                    <a:pt x="137743" y="235399"/>
                    <a:pt x="137364" y="236142"/>
                  </a:cubicBezTo>
                  <a:cubicBezTo>
                    <a:pt x="136873" y="236142"/>
                    <a:pt x="136382" y="236142"/>
                    <a:pt x="135876" y="236142"/>
                  </a:cubicBezTo>
                  <a:cubicBezTo>
                    <a:pt x="135768" y="236618"/>
                    <a:pt x="135661" y="237094"/>
                    <a:pt x="135550" y="237584"/>
                  </a:cubicBezTo>
                  <a:cubicBezTo>
                    <a:pt x="135412" y="238090"/>
                    <a:pt x="135274" y="238597"/>
                    <a:pt x="135131" y="239118"/>
                  </a:cubicBezTo>
                  <a:cubicBezTo>
                    <a:pt x="134395" y="239364"/>
                    <a:pt x="133658" y="239610"/>
                    <a:pt x="132899" y="239863"/>
                  </a:cubicBezTo>
                  <a:cubicBezTo>
                    <a:pt x="132713" y="241754"/>
                    <a:pt x="132713" y="241754"/>
                    <a:pt x="132899" y="243583"/>
                  </a:cubicBezTo>
                  <a:cubicBezTo>
                    <a:pt x="132162" y="243583"/>
                    <a:pt x="131426" y="243583"/>
                    <a:pt x="130667" y="243583"/>
                  </a:cubicBezTo>
                  <a:cubicBezTo>
                    <a:pt x="130713" y="244182"/>
                    <a:pt x="130759" y="244780"/>
                    <a:pt x="130806" y="245397"/>
                  </a:cubicBezTo>
                  <a:cubicBezTo>
                    <a:pt x="130760" y="246026"/>
                    <a:pt x="130714" y="246656"/>
                    <a:pt x="130667" y="247304"/>
                  </a:cubicBezTo>
                  <a:cubicBezTo>
                    <a:pt x="129930" y="247550"/>
                    <a:pt x="129193" y="247795"/>
                    <a:pt x="128434" y="248048"/>
                  </a:cubicBezTo>
                  <a:cubicBezTo>
                    <a:pt x="127928" y="249533"/>
                    <a:pt x="127433" y="251022"/>
                    <a:pt x="126946" y="252513"/>
                  </a:cubicBezTo>
                  <a:cubicBezTo>
                    <a:pt x="125458" y="254652"/>
                    <a:pt x="125458" y="254652"/>
                    <a:pt x="123969" y="256234"/>
                  </a:cubicBezTo>
                  <a:cubicBezTo>
                    <a:pt x="123478" y="256234"/>
                    <a:pt x="122987" y="256234"/>
                    <a:pt x="122481" y="256234"/>
                  </a:cubicBezTo>
                  <a:cubicBezTo>
                    <a:pt x="122481" y="256970"/>
                    <a:pt x="122481" y="257707"/>
                    <a:pt x="122481" y="258466"/>
                  </a:cubicBezTo>
                  <a:cubicBezTo>
                    <a:pt x="122972" y="258221"/>
                    <a:pt x="123463" y="257975"/>
                    <a:pt x="123969" y="257722"/>
                  </a:cubicBezTo>
                  <a:cubicBezTo>
                    <a:pt x="125063" y="257638"/>
                    <a:pt x="126160" y="257598"/>
                    <a:pt x="127257" y="257581"/>
                  </a:cubicBezTo>
                  <a:cubicBezTo>
                    <a:pt x="127937" y="257569"/>
                    <a:pt x="128618" y="257556"/>
                    <a:pt x="129319" y="257543"/>
                  </a:cubicBezTo>
                  <a:cubicBezTo>
                    <a:pt x="130423" y="257528"/>
                    <a:pt x="130423" y="257528"/>
                    <a:pt x="131550" y="257513"/>
                  </a:cubicBezTo>
                  <a:cubicBezTo>
                    <a:pt x="132682" y="257492"/>
                    <a:pt x="132682" y="257492"/>
                    <a:pt x="133836" y="257471"/>
                  </a:cubicBezTo>
                  <a:cubicBezTo>
                    <a:pt x="137072" y="257413"/>
                    <a:pt x="140308" y="257362"/>
                    <a:pt x="143544" y="257311"/>
                  </a:cubicBezTo>
                  <a:cubicBezTo>
                    <a:pt x="145903" y="257273"/>
                    <a:pt x="148261" y="257230"/>
                    <a:pt x="150619" y="257187"/>
                  </a:cubicBezTo>
                  <a:cubicBezTo>
                    <a:pt x="151724" y="257172"/>
                    <a:pt x="151724" y="257172"/>
                    <a:pt x="152850" y="257157"/>
                  </a:cubicBezTo>
                  <a:cubicBezTo>
                    <a:pt x="153531" y="257144"/>
                    <a:pt x="154211" y="257132"/>
                    <a:pt x="154912" y="257119"/>
                  </a:cubicBezTo>
                  <a:cubicBezTo>
                    <a:pt x="155813" y="257105"/>
                    <a:pt x="155813" y="257105"/>
                    <a:pt x="156731" y="257091"/>
                  </a:cubicBezTo>
                  <a:cubicBezTo>
                    <a:pt x="158257" y="257066"/>
                    <a:pt x="158257" y="257066"/>
                    <a:pt x="159688" y="256234"/>
                  </a:cubicBezTo>
                  <a:cubicBezTo>
                    <a:pt x="159688" y="255497"/>
                    <a:pt x="159688" y="254760"/>
                    <a:pt x="159688" y="254001"/>
                  </a:cubicBezTo>
                  <a:cubicBezTo>
                    <a:pt x="160438" y="253995"/>
                    <a:pt x="160438" y="253995"/>
                    <a:pt x="161204" y="253988"/>
                  </a:cubicBezTo>
                  <a:cubicBezTo>
                    <a:pt x="166394" y="253941"/>
                    <a:pt x="171584" y="253878"/>
                    <a:pt x="176775" y="253806"/>
                  </a:cubicBezTo>
                  <a:cubicBezTo>
                    <a:pt x="178713" y="253781"/>
                    <a:pt x="180652" y="253760"/>
                    <a:pt x="182591" y="253744"/>
                  </a:cubicBezTo>
                  <a:cubicBezTo>
                    <a:pt x="185373" y="253719"/>
                    <a:pt x="188154" y="253680"/>
                    <a:pt x="190936" y="253638"/>
                  </a:cubicBezTo>
                  <a:cubicBezTo>
                    <a:pt x="192243" y="253631"/>
                    <a:pt x="192243" y="253631"/>
                    <a:pt x="193576" y="253624"/>
                  </a:cubicBezTo>
                  <a:cubicBezTo>
                    <a:pt x="194783" y="253601"/>
                    <a:pt x="194783" y="253601"/>
                    <a:pt x="196014" y="253579"/>
                  </a:cubicBezTo>
                  <a:cubicBezTo>
                    <a:pt x="196725" y="253571"/>
                    <a:pt x="197435" y="253562"/>
                    <a:pt x="198167" y="253554"/>
                  </a:cubicBezTo>
                  <a:cubicBezTo>
                    <a:pt x="198730" y="253456"/>
                    <a:pt x="199292" y="253358"/>
                    <a:pt x="199872" y="253257"/>
                  </a:cubicBezTo>
                  <a:cubicBezTo>
                    <a:pt x="200363" y="252520"/>
                    <a:pt x="200854" y="251784"/>
                    <a:pt x="201360" y="251025"/>
                  </a:cubicBezTo>
                  <a:cubicBezTo>
                    <a:pt x="208825" y="249219"/>
                    <a:pt x="217564" y="250222"/>
                    <a:pt x="225219" y="250281"/>
                  </a:cubicBezTo>
                  <a:cubicBezTo>
                    <a:pt x="227832" y="250300"/>
                    <a:pt x="230445" y="250315"/>
                    <a:pt x="233059" y="250327"/>
                  </a:cubicBezTo>
                  <a:cubicBezTo>
                    <a:pt x="233654" y="250333"/>
                    <a:pt x="234249" y="250339"/>
                    <a:pt x="234863" y="250346"/>
                  </a:cubicBezTo>
                  <a:cubicBezTo>
                    <a:pt x="237290" y="250357"/>
                    <a:pt x="239223" y="250310"/>
                    <a:pt x="241544" y="249536"/>
                  </a:cubicBezTo>
                  <a:cubicBezTo>
                    <a:pt x="241789" y="248800"/>
                    <a:pt x="242035" y="248063"/>
                    <a:pt x="242288" y="247304"/>
                  </a:cubicBezTo>
                  <a:cubicBezTo>
                    <a:pt x="243869" y="247027"/>
                    <a:pt x="243869" y="247027"/>
                    <a:pt x="245981" y="247030"/>
                  </a:cubicBezTo>
                  <a:cubicBezTo>
                    <a:pt x="247162" y="247022"/>
                    <a:pt x="247162" y="247022"/>
                    <a:pt x="248366" y="247014"/>
                  </a:cubicBezTo>
                  <a:cubicBezTo>
                    <a:pt x="249651" y="247021"/>
                    <a:pt x="249651" y="247021"/>
                    <a:pt x="250962" y="247028"/>
                  </a:cubicBezTo>
                  <a:cubicBezTo>
                    <a:pt x="252753" y="247015"/>
                    <a:pt x="254545" y="247002"/>
                    <a:pt x="256336" y="246989"/>
                  </a:cubicBezTo>
                  <a:cubicBezTo>
                    <a:pt x="259178" y="246981"/>
                    <a:pt x="262020" y="246978"/>
                    <a:pt x="264862" y="246980"/>
                  </a:cubicBezTo>
                  <a:cubicBezTo>
                    <a:pt x="267592" y="246977"/>
                    <a:pt x="270323" y="246957"/>
                    <a:pt x="273053" y="246935"/>
                  </a:cubicBezTo>
                  <a:cubicBezTo>
                    <a:pt x="273910" y="246941"/>
                    <a:pt x="274766" y="246947"/>
                    <a:pt x="275649" y="246953"/>
                  </a:cubicBezTo>
                  <a:cubicBezTo>
                    <a:pt x="276436" y="246946"/>
                    <a:pt x="277223" y="246938"/>
                    <a:pt x="278034" y="246931"/>
                  </a:cubicBezTo>
                  <a:cubicBezTo>
                    <a:pt x="278731" y="246931"/>
                    <a:pt x="279428" y="246931"/>
                    <a:pt x="280145" y="246931"/>
                  </a:cubicBezTo>
                  <a:cubicBezTo>
                    <a:pt x="280667" y="246809"/>
                    <a:pt x="281189" y="246686"/>
                    <a:pt x="281727" y="246560"/>
                  </a:cubicBezTo>
                  <a:cubicBezTo>
                    <a:pt x="282395" y="245091"/>
                    <a:pt x="282395" y="245091"/>
                    <a:pt x="282471" y="243583"/>
                  </a:cubicBezTo>
                  <a:cubicBezTo>
                    <a:pt x="283699" y="243829"/>
                    <a:pt x="284927" y="244074"/>
                    <a:pt x="286192" y="244327"/>
                  </a:cubicBezTo>
                  <a:cubicBezTo>
                    <a:pt x="285936" y="242487"/>
                    <a:pt x="285936" y="242487"/>
                    <a:pt x="285448" y="240607"/>
                  </a:cubicBezTo>
                  <a:cubicBezTo>
                    <a:pt x="284957" y="240361"/>
                    <a:pt x="284466" y="240116"/>
                    <a:pt x="283960" y="239863"/>
                  </a:cubicBezTo>
                  <a:cubicBezTo>
                    <a:pt x="283464" y="238374"/>
                    <a:pt x="282967" y="236886"/>
                    <a:pt x="282471" y="235398"/>
                  </a:cubicBezTo>
                  <a:cubicBezTo>
                    <a:pt x="281980" y="235152"/>
                    <a:pt x="281489" y="234907"/>
                    <a:pt x="280983" y="234654"/>
                  </a:cubicBezTo>
                  <a:cubicBezTo>
                    <a:pt x="280487" y="233165"/>
                    <a:pt x="279991" y="231677"/>
                    <a:pt x="279495" y="230189"/>
                  </a:cubicBezTo>
                  <a:cubicBezTo>
                    <a:pt x="279004" y="229943"/>
                    <a:pt x="278512" y="229698"/>
                    <a:pt x="278006" y="229445"/>
                  </a:cubicBezTo>
                  <a:cubicBezTo>
                    <a:pt x="277899" y="228861"/>
                    <a:pt x="277792" y="228278"/>
                    <a:pt x="277681" y="227677"/>
                  </a:cubicBezTo>
                  <a:cubicBezTo>
                    <a:pt x="277446" y="225692"/>
                    <a:pt x="277446" y="225692"/>
                    <a:pt x="276100" y="224608"/>
                  </a:cubicBezTo>
                  <a:cubicBezTo>
                    <a:pt x="274601" y="223044"/>
                    <a:pt x="275030" y="221863"/>
                    <a:pt x="275030" y="219771"/>
                  </a:cubicBezTo>
                  <a:cubicBezTo>
                    <a:pt x="274293" y="219525"/>
                    <a:pt x="273557" y="219280"/>
                    <a:pt x="272798" y="219027"/>
                  </a:cubicBezTo>
                  <a:cubicBezTo>
                    <a:pt x="272275" y="217797"/>
                    <a:pt x="271778" y="216557"/>
                    <a:pt x="271309" y="215306"/>
                  </a:cubicBezTo>
                  <a:cubicBezTo>
                    <a:pt x="270818" y="215060"/>
                    <a:pt x="270327" y="214815"/>
                    <a:pt x="269821" y="214562"/>
                  </a:cubicBezTo>
                  <a:cubicBezTo>
                    <a:pt x="269728" y="211911"/>
                    <a:pt x="269728" y="211911"/>
                    <a:pt x="269821" y="209353"/>
                  </a:cubicBezTo>
                  <a:cubicBezTo>
                    <a:pt x="269084" y="209353"/>
                    <a:pt x="268348" y="209353"/>
                    <a:pt x="267589" y="209353"/>
                  </a:cubicBezTo>
                  <a:cubicBezTo>
                    <a:pt x="267512" y="208632"/>
                    <a:pt x="267435" y="207910"/>
                    <a:pt x="267356" y="207167"/>
                  </a:cubicBezTo>
                  <a:cubicBezTo>
                    <a:pt x="267187" y="206415"/>
                    <a:pt x="267018" y="205663"/>
                    <a:pt x="266844" y="204888"/>
                  </a:cubicBezTo>
                  <a:cubicBezTo>
                    <a:pt x="266108" y="204642"/>
                    <a:pt x="265371" y="204397"/>
                    <a:pt x="264612" y="204144"/>
                  </a:cubicBezTo>
                  <a:cubicBezTo>
                    <a:pt x="264364" y="202656"/>
                    <a:pt x="264116" y="201167"/>
                    <a:pt x="263868" y="199679"/>
                  </a:cubicBezTo>
                  <a:cubicBezTo>
                    <a:pt x="263131" y="199433"/>
                    <a:pt x="262394" y="199188"/>
                    <a:pt x="261635" y="198935"/>
                  </a:cubicBezTo>
                  <a:cubicBezTo>
                    <a:pt x="261635" y="197695"/>
                    <a:pt x="261635" y="196454"/>
                    <a:pt x="261635" y="195214"/>
                  </a:cubicBezTo>
                  <a:cubicBezTo>
                    <a:pt x="260899" y="194969"/>
                    <a:pt x="260162" y="194723"/>
                    <a:pt x="259403" y="194470"/>
                  </a:cubicBezTo>
                  <a:cubicBezTo>
                    <a:pt x="258879" y="192991"/>
                    <a:pt x="258383" y="191503"/>
                    <a:pt x="257915" y="190005"/>
                  </a:cubicBezTo>
                  <a:cubicBezTo>
                    <a:pt x="257424" y="189760"/>
                    <a:pt x="256932" y="189514"/>
                    <a:pt x="256426" y="189261"/>
                  </a:cubicBezTo>
                  <a:cubicBezTo>
                    <a:pt x="256319" y="188663"/>
                    <a:pt x="256212" y="188064"/>
                    <a:pt x="256101" y="187447"/>
                  </a:cubicBezTo>
                  <a:cubicBezTo>
                    <a:pt x="255857" y="185284"/>
                    <a:pt x="255857" y="185284"/>
                    <a:pt x="253450" y="184052"/>
                  </a:cubicBezTo>
                  <a:cubicBezTo>
                    <a:pt x="252938" y="181727"/>
                    <a:pt x="252938" y="181727"/>
                    <a:pt x="252706" y="179587"/>
                  </a:cubicBezTo>
                  <a:cubicBezTo>
                    <a:pt x="251969" y="179587"/>
                    <a:pt x="251232" y="179587"/>
                    <a:pt x="250473" y="179587"/>
                  </a:cubicBezTo>
                  <a:cubicBezTo>
                    <a:pt x="250519" y="179004"/>
                    <a:pt x="250565" y="178421"/>
                    <a:pt x="250613" y="177820"/>
                  </a:cubicBezTo>
                  <a:cubicBezTo>
                    <a:pt x="250567" y="177175"/>
                    <a:pt x="250521" y="176531"/>
                    <a:pt x="250473" y="175867"/>
                  </a:cubicBezTo>
                  <a:cubicBezTo>
                    <a:pt x="249737" y="175375"/>
                    <a:pt x="249000" y="174884"/>
                    <a:pt x="248241" y="174378"/>
                  </a:cubicBezTo>
                  <a:cubicBezTo>
                    <a:pt x="248023" y="172280"/>
                    <a:pt x="248023" y="172280"/>
                    <a:pt x="248101" y="169820"/>
                  </a:cubicBezTo>
                  <a:cubicBezTo>
                    <a:pt x="248121" y="169005"/>
                    <a:pt x="248142" y="168190"/>
                    <a:pt x="248162" y="167350"/>
                  </a:cubicBezTo>
                  <a:cubicBezTo>
                    <a:pt x="248201" y="166409"/>
                    <a:pt x="248201" y="166409"/>
                    <a:pt x="248241" y="165449"/>
                  </a:cubicBezTo>
                  <a:cubicBezTo>
                    <a:pt x="250697" y="165203"/>
                    <a:pt x="253152" y="164957"/>
                    <a:pt x="255682" y="164704"/>
                  </a:cubicBezTo>
                  <a:cubicBezTo>
                    <a:pt x="255682" y="163722"/>
                    <a:pt x="255682" y="162740"/>
                    <a:pt x="255682" y="161728"/>
                  </a:cubicBezTo>
                  <a:cubicBezTo>
                    <a:pt x="256649" y="161789"/>
                    <a:pt x="257616" y="161851"/>
                    <a:pt x="258612" y="161914"/>
                  </a:cubicBezTo>
                  <a:cubicBezTo>
                    <a:pt x="260232" y="161959"/>
                    <a:pt x="260232" y="161959"/>
                    <a:pt x="261635" y="161728"/>
                  </a:cubicBezTo>
                  <a:cubicBezTo>
                    <a:pt x="262143" y="160320"/>
                    <a:pt x="262143" y="160320"/>
                    <a:pt x="262380" y="158751"/>
                  </a:cubicBezTo>
                  <a:cubicBezTo>
                    <a:pt x="263858" y="158228"/>
                    <a:pt x="265347" y="157731"/>
                    <a:pt x="266844" y="157263"/>
                  </a:cubicBezTo>
                  <a:cubicBezTo>
                    <a:pt x="267090" y="156526"/>
                    <a:pt x="267336" y="155790"/>
                    <a:pt x="267589" y="155031"/>
                  </a:cubicBezTo>
                  <a:cubicBezTo>
                    <a:pt x="268448" y="154923"/>
                    <a:pt x="269307" y="154816"/>
                    <a:pt x="270193" y="154705"/>
                  </a:cubicBezTo>
                  <a:cubicBezTo>
                    <a:pt x="271052" y="154567"/>
                    <a:pt x="271912" y="154429"/>
                    <a:pt x="272798" y="154286"/>
                  </a:cubicBezTo>
                  <a:cubicBezTo>
                    <a:pt x="272920" y="153795"/>
                    <a:pt x="273043" y="153304"/>
                    <a:pt x="273170" y="152798"/>
                  </a:cubicBezTo>
                  <a:cubicBezTo>
                    <a:pt x="273292" y="152307"/>
                    <a:pt x="273415" y="151816"/>
                    <a:pt x="273542" y="151310"/>
                  </a:cubicBezTo>
                  <a:cubicBezTo>
                    <a:pt x="275273" y="151032"/>
                    <a:pt x="277010" y="150783"/>
                    <a:pt x="278751" y="150566"/>
                  </a:cubicBezTo>
                  <a:cubicBezTo>
                    <a:pt x="278996" y="149829"/>
                    <a:pt x="279242" y="149092"/>
                    <a:pt x="279495" y="148333"/>
                  </a:cubicBezTo>
                  <a:cubicBezTo>
                    <a:pt x="281231" y="147837"/>
                    <a:pt x="282967" y="147341"/>
                    <a:pt x="284704" y="146845"/>
                  </a:cubicBezTo>
                  <a:cubicBezTo>
                    <a:pt x="284949" y="146108"/>
                    <a:pt x="285195" y="145372"/>
                    <a:pt x="285448" y="144613"/>
                  </a:cubicBezTo>
                  <a:cubicBezTo>
                    <a:pt x="287184" y="144365"/>
                    <a:pt x="288921" y="144117"/>
                    <a:pt x="290657" y="143869"/>
                  </a:cubicBezTo>
                  <a:cubicBezTo>
                    <a:pt x="290902" y="143132"/>
                    <a:pt x="291148" y="142395"/>
                    <a:pt x="291401" y="141636"/>
                  </a:cubicBezTo>
                  <a:cubicBezTo>
                    <a:pt x="292776" y="141255"/>
                    <a:pt x="292776" y="141255"/>
                    <a:pt x="294424" y="141124"/>
                  </a:cubicBezTo>
                  <a:cubicBezTo>
                    <a:pt x="295391" y="141048"/>
                    <a:pt x="296358" y="140971"/>
                    <a:pt x="297354" y="140892"/>
                  </a:cubicBezTo>
                  <a:cubicBezTo>
                    <a:pt x="297354" y="139910"/>
                    <a:pt x="297354" y="138927"/>
                    <a:pt x="297354" y="137915"/>
                  </a:cubicBezTo>
                  <a:cubicBezTo>
                    <a:pt x="300792" y="137915"/>
                    <a:pt x="304230" y="137915"/>
                    <a:pt x="307772" y="137915"/>
                  </a:cubicBezTo>
                  <a:cubicBezTo>
                    <a:pt x="307849" y="138760"/>
                    <a:pt x="307926" y="139604"/>
                    <a:pt x="308005" y="140473"/>
                  </a:cubicBezTo>
                  <a:cubicBezTo>
                    <a:pt x="308173" y="141348"/>
                    <a:pt x="308342" y="142223"/>
                    <a:pt x="308516" y="143124"/>
                  </a:cubicBezTo>
                  <a:cubicBezTo>
                    <a:pt x="309253" y="143370"/>
                    <a:pt x="309990" y="143616"/>
                    <a:pt x="310749" y="143869"/>
                  </a:cubicBezTo>
                  <a:cubicBezTo>
                    <a:pt x="311026" y="145102"/>
                    <a:pt x="311275" y="146343"/>
                    <a:pt x="311493" y="147589"/>
                  </a:cubicBezTo>
                  <a:cubicBezTo>
                    <a:pt x="311984" y="147835"/>
                    <a:pt x="312475" y="148080"/>
                    <a:pt x="312981" y="148333"/>
                  </a:cubicBezTo>
                  <a:cubicBezTo>
                    <a:pt x="313477" y="149574"/>
                    <a:pt x="313973" y="150814"/>
                    <a:pt x="314469" y="152054"/>
                  </a:cubicBezTo>
                  <a:cubicBezTo>
                    <a:pt x="314961" y="152300"/>
                    <a:pt x="315452" y="152545"/>
                    <a:pt x="315958" y="152798"/>
                  </a:cubicBezTo>
                  <a:cubicBezTo>
                    <a:pt x="316454" y="154038"/>
                    <a:pt x="316950" y="155279"/>
                    <a:pt x="317446" y="156519"/>
                  </a:cubicBezTo>
                  <a:cubicBezTo>
                    <a:pt x="317937" y="156764"/>
                    <a:pt x="318428" y="157010"/>
                    <a:pt x="318934" y="157263"/>
                  </a:cubicBezTo>
                  <a:cubicBezTo>
                    <a:pt x="318919" y="158000"/>
                    <a:pt x="318904" y="158736"/>
                    <a:pt x="318888" y="159495"/>
                  </a:cubicBezTo>
                  <a:cubicBezTo>
                    <a:pt x="318911" y="160601"/>
                    <a:pt x="318911" y="160601"/>
                    <a:pt x="318934" y="161728"/>
                  </a:cubicBezTo>
                  <a:cubicBezTo>
                    <a:pt x="319671" y="161973"/>
                    <a:pt x="320408" y="162219"/>
                    <a:pt x="321167" y="162472"/>
                  </a:cubicBezTo>
                  <a:cubicBezTo>
                    <a:pt x="321289" y="163101"/>
                    <a:pt x="321412" y="163731"/>
                    <a:pt x="321539" y="164379"/>
                  </a:cubicBezTo>
                  <a:cubicBezTo>
                    <a:pt x="321661" y="164977"/>
                    <a:pt x="321784" y="165576"/>
                    <a:pt x="321911" y="166193"/>
                  </a:cubicBezTo>
                  <a:cubicBezTo>
                    <a:pt x="322647" y="166193"/>
                    <a:pt x="323384" y="166193"/>
                    <a:pt x="324143" y="166193"/>
                  </a:cubicBezTo>
                  <a:cubicBezTo>
                    <a:pt x="324677" y="167668"/>
                    <a:pt x="325172" y="169157"/>
                    <a:pt x="325631" y="170658"/>
                  </a:cubicBezTo>
                  <a:cubicBezTo>
                    <a:pt x="326123" y="170903"/>
                    <a:pt x="326614" y="171149"/>
                    <a:pt x="327120" y="171402"/>
                  </a:cubicBezTo>
                  <a:cubicBezTo>
                    <a:pt x="327368" y="172642"/>
                    <a:pt x="327616" y="173882"/>
                    <a:pt x="327864" y="175122"/>
                  </a:cubicBezTo>
                  <a:cubicBezTo>
                    <a:pt x="328355" y="175368"/>
                    <a:pt x="328846" y="175614"/>
                    <a:pt x="329352" y="175867"/>
                  </a:cubicBezTo>
                  <a:cubicBezTo>
                    <a:pt x="329848" y="177107"/>
                    <a:pt x="330344" y="178347"/>
                    <a:pt x="330840" y="179587"/>
                  </a:cubicBezTo>
                  <a:cubicBezTo>
                    <a:pt x="331332" y="179833"/>
                    <a:pt x="331823" y="180078"/>
                    <a:pt x="332329" y="180331"/>
                  </a:cubicBezTo>
                  <a:cubicBezTo>
                    <a:pt x="332825" y="182068"/>
                    <a:pt x="333321" y="183804"/>
                    <a:pt x="333817" y="185540"/>
                  </a:cubicBezTo>
                  <a:cubicBezTo>
                    <a:pt x="334308" y="185786"/>
                    <a:pt x="334799" y="186032"/>
                    <a:pt x="335305" y="186285"/>
                  </a:cubicBezTo>
                  <a:cubicBezTo>
                    <a:pt x="335413" y="186745"/>
                    <a:pt x="335520" y="187205"/>
                    <a:pt x="335631" y="187680"/>
                  </a:cubicBezTo>
                  <a:cubicBezTo>
                    <a:pt x="335924" y="189323"/>
                    <a:pt x="335924" y="189323"/>
                    <a:pt x="337166" y="190377"/>
                  </a:cubicBezTo>
                  <a:cubicBezTo>
                    <a:pt x="338494" y="191706"/>
                    <a:pt x="338608" y="192677"/>
                    <a:pt x="339026" y="194470"/>
                  </a:cubicBezTo>
                  <a:cubicBezTo>
                    <a:pt x="339517" y="194716"/>
                    <a:pt x="340008" y="194961"/>
                    <a:pt x="340514" y="195214"/>
                  </a:cubicBezTo>
                  <a:cubicBezTo>
                    <a:pt x="340622" y="195936"/>
                    <a:pt x="340729" y="196657"/>
                    <a:pt x="340840" y="197400"/>
                  </a:cubicBezTo>
                  <a:cubicBezTo>
                    <a:pt x="340978" y="198152"/>
                    <a:pt x="341116" y="198904"/>
                    <a:pt x="341258" y="199679"/>
                  </a:cubicBezTo>
                  <a:cubicBezTo>
                    <a:pt x="341995" y="200170"/>
                    <a:pt x="342732" y="200661"/>
                    <a:pt x="343491" y="201167"/>
                  </a:cubicBezTo>
                  <a:cubicBezTo>
                    <a:pt x="344893" y="203186"/>
                    <a:pt x="345748" y="204963"/>
                    <a:pt x="346514" y="207306"/>
                  </a:cubicBezTo>
                  <a:cubicBezTo>
                    <a:pt x="346979" y="209454"/>
                    <a:pt x="346979" y="209454"/>
                    <a:pt x="348700" y="210097"/>
                  </a:cubicBezTo>
                  <a:cubicBezTo>
                    <a:pt x="349196" y="211337"/>
                    <a:pt x="349692" y="212577"/>
                    <a:pt x="350188" y="213818"/>
                  </a:cubicBezTo>
                  <a:cubicBezTo>
                    <a:pt x="350679" y="214063"/>
                    <a:pt x="351170" y="214309"/>
                    <a:pt x="351676" y="214562"/>
                  </a:cubicBezTo>
                  <a:cubicBezTo>
                    <a:pt x="351784" y="215391"/>
                    <a:pt x="351891" y="216219"/>
                    <a:pt x="352002" y="217073"/>
                  </a:cubicBezTo>
                  <a:cubicBezTo>
                    <a:pt x="352432" y="219843"/>
                    <a:pt x="352625" y="220314"/>
                    <a:pt x="354653" y="222003"/>
                  </a:cubicBezTo>
                  <a:cubicBezTo>
                    <a:pt x="354899" y="222740"/>
                    <a:pt x="355144" y="223477"/>
                    <a:pt x="355397" y="224236"/>
                  </a:cubicBezTo>
                  <a:cubicBezTo>
                    <a:pt x="355973" y="224742"/>
                    <a:pt x="355973" y="224742"/>
                    <a:pt x="356560" y="225259"/>
                  </a:cubicBezTo>
                  <a:cubicBezTo>
                    <a:pt x="357630" y="226468"/>
                    <a:pt x="357630" y="226468"/>
                    <a:pt x="357769" y="228468"/>
                  </a:cubicBezTo>
                  <a:cubicBezTo>
                    <a:pt x="357723" y="229036"/>
                    <a:pt x="357677" y="229604"/>
                    <a:pt x="357630" y="230189"/>
                  </a:cubicBezTo>
                  <a:cubicBezTo>
                    <a:pt x="358366" y="230189"/>
                    <a:pt x="359103" y="230189"/>
                    <a:pt x="359862" y="230189"/>
                  </a:cubicBezTo>
                  <a:cubicBezTo>
                    <a:pt x="360396" y="231664"/>
                    <a:pt x="360891" y="233154"/>
                    <a:pt x="361350" y="234654"/>
                  </a:cubicBezTo>
                  <a:cubicBezTo>
                    <a:pt x="361841" y="234899"/>
                    <a:pt x="362333" y="235145"/>
                    <a:pt x="362839" y="235398"/>
                  </a:cubicBezTo>
                  <a:cubicBezTo>
                    <a:pt x="362932" y="238049"/>
                    <a:pt x="362932" y="238049"/>
                    <a:pt x="362839" y="240607"/>
                  </a:cubicBezTo>
                  <a:cubicBezTo>
                    <a:pt x="363575" y="240607"/>
                    <a:pt x="364312" y="240607"/>
                    <a:pt x="365071" y="240607"/>
                  </a:cubicBezTo>
                  <a:cubicBezTo>
                    <a:pt x="365148" y="241328"/>
                    <a:pt x="365224" y="242049"/>
                    <a:pt x="365303" y="242793"/>
                  </a:cubicBezTo>
                  <a:cubicBezTo>
                    <a:pt x="365472" y="243545"/>
                    <a:pt x="365641" y="244297"/>
                    <a:pt x="365815" y="245072"/>
                  </a:cubicBezTo>
                  <a:cubicBezTo>
                    <a:pt x="366552" y="245317"/>
                    <a:pt x="367288" y="245563"/>
                    <a:pt x="368048" y="245816"/>
                  </a:cubicBezTo>
                  <a:cubicBezTo>
                    <a:pt x="368296" y="247304"/>
                    <a:pt x="368544" y="248792"/>
                    <a:pt x="368792" y="250281"/>
                  </a:cubicBezTo>
                  <a:cubicBezTo>
                    <a:pt x="369528" y="250526"/>
                    <a:pt x="370265" y="250772"/>
                    <a:pt x="371024" y="251025"/>
                  </a:cubicBezTo>
                  <a:cubicBezTo>
                    <a:pt x="371283" y="252511"/>
                    <a:pt x="371530" y="254000"/>
                    <a:pt x="371768" y="255490"/>
                  </a:cubicBezTo>
                  <a:cubicBezTo>
                    <a:pt x="372853" y="256699"/>
                    <a:pt x="372853" y="256699"/>
                    <a:pt x="374001" y="257722"/>
                  </a:cubicBezTo>
                  <a:cubicBezTo>
                    <a:pt x="374262" y="258711"/>
                    <a:pt x="374512" y="259703"/>
                    <a:pt x="374745" y="260699"/>
                  </a:cubicBezTo>
                  <a:cubicBezTo>
                    <a:pt x="375236" y="260944"/>
                    <a:pt x="375727" y="261190"/>
                    <a:pt x="376233" y="261443"/>
                  </a:cubicBezTo>
                  <a:cubicBezTo>
                    <a:pt x="376698" y="263722"/>
                    <a:pt x="376698" y="263722"/>
                    <a:pt x="376977" y="265908"/>
                  </a:cubicBezTo>
                  <a:cubicBezTo>
                    <a:pt x="377714" y="265908"/>
                    <a:pt x="378451" y="265908"/>
                    <a:pt x="379210" y="265908"/>
                  </a:cubicBezTo>
                  <a:cubicBezTo>
                    <a:pt x="379210" y="267872"/>
                    <a:pt x="379210" y="269837"/>
                    <a:pt x="379210" y="271861"/>
                  </a:cubicBezTo>
                  <a:cubicBezTo>
                    <a:pt x="379946" y="271861"/>
                    <a:pt x="380683" y="271861"/>
                    <a:pt x="381442" y="271861"/>
                  </a:cubicBezTo>
                  <a:cubicBezTo>
                    <a:pt x="381975" y="273586"/>
                    <a:pt x="382471" y="275323"/>
                    <a:pt x="382930" y="277070"/>
                  </a:cubicBezTo>
                  <a:cubicBezTo>
                    <a:pt x="383421" y="277315"/>
                    <a:pt x="383913" y="277561"/>
                    <a:pt x="384419" y="277814"/>
                  </a:cubicBezTo>
                  <a:cubicBezTo>
                    <a:pt x="384915" y="279302"/>
                    <a:pt x="385411" y="280790"/>
                    <a:pt x="385907" y="282279"/>
                  </a:cubicBezTo>
                  <a:cubicBezTo>
                    <a:pt x="386398" y="282524"/>
                    <a:pt x="386889" y="282770"/>
                    <a:pt x="387395" y="283023"/>
                  </a:cubicBezTo>
                  <a:cubicBezTo>
                    <a:pt x="387643" y="284759"/>
                    <a:pt x="387891" y="286495"/>
                    <a:pt x="388139" y="288232"/>
                  </a:cubicBezTo>
                  <a:cubicBezTo>
                    <a:pt x="388630" y="288477"/>
                    <a:pt x="389122" y="288723"/>
                    <a:pt x="389628" y="288976"/>
                  </a:cubicBezTo>
                  <a:cubicBezTo>
                    <a:pt x="390124" y="290216"/>
                    <a:pt x="390620" y="291456"/>
                    <a:pt x="391116" y="292697"/>
                  </a:cubicBezTo>
                  <a:cubicBezTo>
                    <a:pt x="391607" y="292942"/>
                    <a:pt x="392098" y="293188"/>
                    <a:pt x="392604" y="293441"/>
                  </a:cubicBezTo>
                  <a:cubicBezTo>
                    <a:pt x="392712" y="294300"/>
                    <a:pt x="392819" y="295160"/>
                    <a:pt x="392930" y="296045"/>
                  </a:cubicBezTo>
                  <a:cubicBezTo>
                    <a:pt x="393068" y="296905"/>
                    <a:pt x="393206" y="297764"/>
                    <a:pt x="393348" y="298650"/>
                  </a:cubicBezTo>
                  <a:cubicBezTo>
                    <a:pt x="394085" y="298895"/>
                    <a:pt x="394822" y="299141"/>
                    <a:pt x="395581" y="299394"/>
                  </a:cubicBezTo>
                  <a:cubicBezTo>
                    <a:pt x="395581" y="301378"/>
                    <a:pt x="395581" y="303363"/>
                    <a:pt x="395581" y="305347"/>
                  </a:cubicBezTo>
                  <a:cubicBezTo>
                    <a:pt x="396317" y="305593"/>
                    <a:pt x="397054" y="305838"/>
                    <a:pt x="397813" y="306091"/>
                  </a:cubicBezTo>
                  <a:cubicBezTo>
                    <a:pt x="398337" y="307570"/>
                    <a:pt x="398833" y="309059"/>
                    <a:pt x="399301" y="310556"/>
                  </a:cubicBezTo>
                  <a:cubicBezTo>
                    <a:pt x="399793" y="310802"/>
                    <a:pt x="400284" y="311047"/>
                    <a:pt x="400790" y="311300"/>
                  </a:cubicBezTo>
                  <a:cubicBezTo>
                    <a:pt x="401035" y="312175"/>
                    <a:pt x="401281" y="313050"/>
                    <a:pt x="401534" y="313951"/>
                  </a:cubicBezTo>
                  <a:cubicBezTo>
                    <a:pt x="401779" y="314795"/>
                    <a:pt x="402025" y="315639"/>
                    <a:pt x="402278" y="316509"/>
                  </a:cubicBezTo>
                  <a:cubicBezTo>
                    <a:pt x="402769" y="316509"/>
                    <a:pt x="403260" y="316509"/>
                    <a:pt x="403766" y="316509"/>
                  </a:cubicBezTo>
                  <a:cubicBezTo>
                    <a:pt x="403766" y="318719"/>
                    <a:pt x="403766" y="320929"/>
                    <a:pt x="403766" y="323206"/>
                  </a:cubicBezTo>
                  <a:cubicBezTo>
                    <a:pt x="404503" y="323206"/>
                    <a:pt x="405240" y="323206"/>
                    <a:pt x="405999" y="323206"/>
                  </a:cubicBezTo>
                  <a:cubicBezTo>
                    <a:pt x="406490" y="324482"/>
                    <a:pt x="406490" y="324482"/>
                    <a:pt x="406789" y="326136"/>
                  </a:cubicBezTo>
                  <a:cubicBezTo>
                    <a:pt x="407061" y="327750"/>
                    <a:pt x="407061" y="327750"/>
                    <a:pt x="407487" y="329160"/>
                  </a:cubicBezTo>
                  <a:cubicBezTo>
                    <a:pt x="407978" y="329405"/>
                    <a:pt x="408469" y="329651"/>
                    <a:pt x="408975" y="329904"/>
                  </a:cubicBezTo>
                  <a:cubicBezTo>
                    <a:pt x="409417" y="331875"/>
                    <a:pt x="409527" y="333842"/>
                    <a:pt x="409719" y="335857"/>
                  </a:cubicBezTo>
                  <a:cubicBezTo>
                    <a:pt x="410456" y="335857"/>
                    <a:pt x="411193" y="335857"/>
                    <a:pt x="411952" y="335857"/>
                  </a:cubicBezTo>
                  <a:cubicBezTo>
                    <a:pt x="412073" y="337383"/>
                    <a:pt x="412194" y="338909"/>
                    <a:pt x="412315" y="340435"/>
                  </a:cubicBezTo>
                  <a:cubicBezTo>
                    <a:pt x="412441" y="340889"/>
                    <a:pt x="412566" y="341342"/>
                    <a:pt x="412696" y="341810"/>
                  </a:cubicBezTo>
                  <a:cubicBezTo>
                    <a:pt x="413433" y="342055"/>
                    <a:pt x="414169" y="342301"/>
                    <a:pt x="414928" y="342554"/>
                  </a:cubicBezTo>
                  <a:cubicBezTo>
                    <a:pt x="414683" y="343045"/>
                    <a:pt x="414437" y="343536"/>
                    <a:pt x="414184" y="344042"/>
                  </a:cubicBezTo>
                  <a:cubicBezTo>
                    <a:pt x="413693" y="344042"/>
                    <a:pt x="413202" y="344042"/>
                    <a:pt x="412696" y="344042"/>
                  </a:cubicBezTo>
                  <a:cubicBezTo>
                    <a:pt x="412673" y="345285"/>
                    <a:pt x="412673" y="345285"/>
                    <a:pt x="412649" y="346554"/>
                  </a:cubicBezTo>
                  <a:cubicBezTo>
                    <a:pt x="412419" y="347444"/>
                    <a:pt x="412189" y="348334"/>
                    <a:pt x="411952" y="349251"/>
                  </a:cubicBezTo>
                  <a:cubicBezTo>
                    <a:pt x="409347" y="350181"/>
                    <a:pt x="409347" y="350181"/>
                    <a:pt x="406743" y="350740"/>
                  </a:cubicBezTo>
                  <a:cubicBezTo>
                    <a:pt x="406497" y="351476"/>
                    <a:pt x="406252" y="352213"/>
                    <a:pt x="405999" y="352972"/>
                  </a:cubicBezTo>
                  <a:cubicBezTo>
                    <a:pt x="405385" y="353079"/>
                    <a:pt x="404771" y="353187"/>
                    <a:pt x="404138" y="353298"/>
                  </a:cubicBezTo>
                  <a:cubicBezTo>
                    <a:pt x="403524" y="353436"/>
                    <a:pt x="402910" y="353574"/>
                    <a:pt x="402278" y="353716"/>
                  </a:cubicBezTo>
                  <a:cubicBezTo>
                    <a:pt x="402186" y="354207"/>
                    <a:pt x="402094" y="354698"/>
                    <a:pt x="401999" y="355204"/>
                  </a:cubicBezTo>
                  <a:cubicBezTo>
                    <a:pt x="401845" y="355696"/>
                    <a:pt x="401692" y="356187"/>
                    <a:pt x="401534" y="356693"/>
                  </a:cubicBezTo>
                  <a:cubicBezTo>
                    <a:pt x="399802" y="356971"/>
                    <a:pt x="398065" y="357219"/>
                    <a:pt x="396325" y="357437"/>
                  </a:cubicBezTo>
                  <a:cubicBezTo>
                    <a:pt x="396079" y="358174"/>
                    <a:pt x="395834" y="358910"/>
                    <a:pt x="395581" y="359669"/>
                  </a:cubicBezTo>
                  <a:cubicBezTo>
                    <a:pt x="394951" y="359915"/>
                    <a:pt x="394322" y="360160"/>
                    <a:pt x="393674" y="360413"/>
                  </a:cubicBezTo>
                  <a:cubicBezTo>
                    <a:pt x="393075" y="360659"/>
                    <a:pt x="392477" y="360905"/>
                    <a:pt x="391860" y="361158"/>
                  </a:cubicBezTo>
                  <a:cubicBezTo>
                    <a:pt x="391860" y="361894"/>
                    <a:pt x="391860" y="362631"/>
                    <a:pt x="391860" y="363390"/>
                  </a:cubicBezTo>
                  <a:cubicBezTo>
                    <a:pt x="391016" y="363467"/>
                    <a:pt x="390172" y="363543"/>
                    <a:pt x="389302" y="363623"/>
                  </a:cubicBezTo>
                  <a:cubicBezTo>
                    <a:pt x="387990" y="363876"/>
                    <a:pt x="387990" y="363876"/>
                    <a:pt x="386651" y="364134"/>
                  </a:cubicBezTo>
                  <a:cubicBezTo>
                    <a:pt x="386405" y="364871"/>
                    <a:pt x="386160" y="365608"/>
                    <a:pt x="385907" y="366367"/>
                  </a:cubicBezTo>
                  <a:cubicBezTo>
                    <a:pt x="384419" y="366863"/>
                    <a:pt x="382930" y="367359"/>
                    <a:pt x="381442" y="367855"/>
                  </a:cubicBezTo>
                  <a:cubicBezTo>
                    <a:pt x="381196" y="368592"/>
                    <a:pt x="380951" y="369328"/>
                    <a:pt x="380698" y="370087"/>
                  </a:cubicBezTo>
                  <a:cubicBezTo>
                    <a:pt x="379977" y="370195"/>
                    <a:pt x="379255" y="370302"/>
                    <a:pt x="378512" y="370413"/>
                  </a:cubicBezTo>
                  <a:cubicBezTo>
                    <a:pt x="377760" y="370551"/>
                    <a:pt x="377008" y="370689"/>
                    <a:pt x="376233" y="370831"/>
                  </a:cubicBezTo>
                  <a:cubicBezTo>
                    <a:pt x="375713" y="371811"/>
                    <a:pt x="375216" y="372803"/>
                    <a:pt x="374745" y="373808"/>
                  </a:cubicBezTo>
                  <a:cubicBezTo>
                    <a:pt x="373509" y="374079"/>
                    <a:pt x="372269" y="374329"/>
                    <a:pt x="371024" y="374552"/>
                  </a:cubicBezTo>
                  <a:cubicBezTo>
                    <a:pt x="370779" y="375289"/>
                    <a:pt x="370533" y="376025"/>
                    <a:pt x="370280" y="376784"/>
                  </a:cubicBezTo>
                  <a:cubicBezTo>
                    <a:pt x="369543" y="376892"/>
                    <a:pt x="368807" y="376999"/>
                    <a:pt x="368048" y="377110"/>
                  </a:cubicBezTo>
                  <a:cubicBezTo>
                    <a:pt x="367311" y="377248"/>
                    <a:pt x="366574" y="377386"/>
                    <a:pt x="365815" y="377529"/>
                  </a:cubicBezTo>
                  <a:cubicBezTo>
                    <a:pt x="365692" y="378035"/>
                    <a:pt x="365570" y="378542"/>
                    <a:pt x="365443" y="379063"/>
                  </a:cubicBezTo>
                  <a:cubicBezTo>
                    <a:pt x="365320" y="379539"/>
                    <a:pt x="365197" y="380015"/>
                    <a:pt x="365071" y="380505"/>
                  </a:cubicBezTo>
                  <a:cubicBezTo>
                    <a:pt x="363583" y="380505"/>
                    <a:pt x="362094" y="380505"/>
                    <a:pt x="360606" y="380505"/>
                  </a:cubicBezTo>
                  <a:cubicBezTo>
                    <a:pt x="360513" y="380988"/>
                    <a:pt x="360420" y="381470"/>
                    <a:pt x="360324" y="381967"/>
                  </a:cubicBezTo>
                  <a:cubicBezTo>
                    <a:pt x="360095" y="382717"/>
                    <a:pt x="360095" y="382717"/>
                    <a:pt x="359862" y="383482"/>
                  </a:cubicBezTo>
                  <a:cubicBezTo>
                    <a:pt x="357366" y="384120"/>
                    <a:pt x="354937" y="383991"/>
                    <a:pt x="352421" y="383482"/>
                  </a:cubicBezTo>
                  <a:cubicBezTo>
                    <a:pt x="351304" y="381668"/>
                    <a:pt x="351304" y="381668"/>
                    <a:pt x="350932" y="379761"/>
                  </a:cubicBezTo>
                  <a:cubicBezTo>
                    <a:pt x="350441" y="379516"/>
                    <a:pt x="349950" y="379270"/>
                    <a:pt x="349444" y="379017"/>
                  </a:cubicBezTo>
                  <a:cubicBezTo>
                    <a:pt x="349136" y="377479"/>
                    <a:pt x="349136" y="377479"/>
                    <a:pt x="348979" y="375622"/>
                  </a:cubicBezTo>
                  <a:cubicBezTo>
                    <a:pt x="348895" y="374699"/>
                    <a:pt x="348895" y="374699"/>
                    <a:pt x="348810" y="373759"/>
                  </a:cubicBezTo>
                  <a:cubicBezTo>
                    <a:pt x="348774" y="373284"/>
                    <a:pt x="348737" y="372809"/>
                    <a:pt x="348700" y="372320"/>
                  </a:cubicBezTo>
                  <a:cubicBezTo>
                    <a:pt x="347963" y="372320"/>
                    <a:pt x="347226" y="372320"/>
                    <a:pt x="346467" y="372320"/>
                  </a:cubicBezTo>
                  <a:cubicBezTo>
                    <a:pt x="346346" y="370794"/>
                    <a:pt x="346225" y="369268"/>
                    <a:pt x="346104" y="367741"/>
                  </a:cubicBezTo>
                  <a:cubicBezTo>
                    <a:pt x="345978" y="367288"/>
                    <a:pt x="345853" y="366834"/>
                    <a:pt x="345723" y="366367"/>
                  </a:cubicBezTo>
                  <a:cubicBezTo>
                    <a:pt x="344987" y="366121"/>
                    <a:pt x="344250" y="365875"/>
                    <a:pt x="343491" y="365622"/>
                  </a:cubicBezTo>
                  <a:cubicBezTo>
                    <a:pt x="343328" y="363859"/>
                    <a:pt x="343496" y="362201"/>
                    <a:pt x="343630" y="360437"/>
                  </a:cubicBezTo>
                  <a:cubicBezTo>
                    <a:pt x="343584" y="359938"/>
                    <a:pt x="343538" y="359439"/>
                    <a:pt x="343491" y="358925"/>
                  </a:cubicBezTo>
                  <a:cubicBezTo>
                    <a:pt x="342754" y="358680"/>
                    <a:pt x="342017" y="358434"/>
                    <a:pt x="341258" y="358181"/>
                  </a:cubicBezTo>
                  <a:cubicBezTo>
                    <a:pt x="340734" y="356453"/>
                    <a:pt x="340237" y="354716"/>
                    <a:pt x="339770" y="352972"/>
                  </a:cubicBezTo>
                  <a:cubicBezTo>
                    <a:pt x="339279" y="352726"/>
                    <a:pt x="338788" y="352481"/>
                    <a:pt x="338282" y="352228"/>
                  </a:cubicBezTo>
                  <a:cubicBezTo>
                    <a:pt x="338036" y="351353"/>
                    <a:pt x="337791" y="350478"/>
                    <a:pt x="337538" y="349577"/>
                  </a:cubicBezTo>
                  <a:cubicBezTo>
                    <a:pt x="337292" y="348733"/>
                    <a:pt x="337047" y="347889"/>
                    <a:pt x="336794" y="347019"/>
                  </a:cubicBezTo>
                  <a:cubicBezTo>
                    <a:pt x="336302" y="347019"/>
                    <a:pt x="335811" y="347019"/>
                    <a:pt x="335305" y="347019"/>
                  </a:cubicBezTo>
                  <a:cubicBezTo>
                    <a:pt x="335160" y="345493"/>
                    <a:pt x="335015" y="343967"/>
                    <a:pt x="334869" y="342441"/>
                  </a:cubicBezTo>
                  <a:cubicBezTo>
                    <a:pt x="334768" y="341987"/>
                    <a:pt x="334666" y="341533"/>
                    <a:pt x="334561" y="341066"/>
                  </a:cubicBezTo>
                  <a:cubicBezTo>
                    <a:pt x="334070" y="340820"/>
                    <a:pt x="333579" y="340575"/>
                    <a:pt x="333073" y="340322"/>
                  </a:cubicBezTo>
                  <a:cubicBezTo>
                    <a:pt x="332577" y="338585"/>
                    <a:pt x="332081" y="336849"/>
                    <a:pt x="331585" y="335113"/>
                  </a:cubicBezTo>
                  <a:cubicBezTo>
                    <a:pt x="331093" y="334867"/>
                    <a:pt x="330602" y="334621"/>
                    <a:pt x="330096" y="334368"/>
                  </a:cubicBezTo>
                  <a:cubicBezTo>
                    <a:pt x="329600" y="332632"/>
                    <a:pt x="329104" y="330896"/>
                    <a:pt x="328608" y="329160"/>
                  </a:cubicBezTo>
                  <a:cubicBezTo>
                    <a:pt x="328117" y="328914"/>
                    <a:pt x="327626" y="328668"/>
                    <a:pt x="327120" y="328415"/>
                  </a:cubicBezTo>
                  <a:cubicBezTo>
                    <a:pt x="326872" y="326679"/>
                    <a:pt x="326624" y="324943"/>
                    <a:pt x="326376" y="323206"/>
                  </a:cubicBezTo>
                  <a:cubicBezTo>
                    <a:pt x="325884" y="322961"/>
                    <a:pt x="325393" y="322715"/>
                    <a:pt x="324887" y="322462"/>
                  </a:cubicBezTo>
                  <a:cubicBezTo>
                    <a:pt x="324887" y="321234"/>
                    <a:pt x="324887" y="320007"/>
                    <a:pt x="324887" y="318742"/>
                  </a:cubicBezTo>
                  <a:cubicBezTo>
                    <a:pt x="316784" y="318987"/>
                    <a:pt x="308680" y="319233"/>
                    <a:pt x="300331" y="319486"/>
                  </a:cubicBezTo>
                  <a:cubicBezTo>
                    <a:pt x="300331" y="320468"/>
                    <a:pt x="300331" y="321450"/>
                    <a:pt x="300331" y="322462"/>
                  </a:cubicBezTo>
                  <a:cubicBezTo>
                    <a:pt x="299388" y="322473"/>
                    <a:pt x="298445" y="322484"/>
                    <a:pt x="297474" y="322495"/>
                  </a:cubicBezTo>
                  <a:cubicBezTo>
                    <a:pt x="293988" y="322538"/>
                    <a:pt x="290503" y="322596"/>
                    <a:pt x="287018" y="322658"/>
                  </a:cubicBezTo>
                  <a:cubicBezTo>
                    <a:pt x="285508" y="322682"/>
                    <a:pt x="283997" y="322703"/>
                    <a:pt x="282486" y="322720"/>
                  </a:cubicBezTo>
                  <a:cubicBezTo>
                    <a:pt x="280319" y="322745"/>
                    <a:pt x="278153" y="322784"/>
                    <a:pt x="275986" y="322826"/>
                  </a:cubicBezTo>
                  <a:cubicBezTo>
                    <a:pt x="275306" y="322830"/>
                    <a:pt x="274627" y="322835"/>
                    <a:pt x="273926" y="322840"/>
                  </a:cubicBezTo>
                  <a:cubicBezTo>
                    <a:pt x="271849" y="322862"/>
                    <a:pt x="271849" y="322862"/>
                    <a:pt x="269077" y="323206"/>
                  </a:cubicBezTo>
                  <a:cubicBezTo>
                    <a:pt x="268831" y="323943"/>
                    <a:pt x="268586" y="324680"/>
                    <a:pt x="268333" y="325439"/>
                  </a:cubicBezTo>
                  <a:cubicBezTo>
                    <a:pt x="267000" y="325736"/>
                    <a:pt x="267000" y="325736"/>
                    <a:pt x="265243" y="325761"/>
                  </a:cubicBezTo>
                  <a:cubicBezTo>
                    <a:pt x="264587" y="325775"/>
                    <a:pt x="263932" y="325790"/>
                    <a:pt x="263256" y="325805"/>
                  </a:cubicBezTo>
                  <a:cubicBezTo>
                    <a:pt x="262188" y="325812"/>
                    <a:pt x="262188" y="325812"/>
                    <a:pt x="261098" y="325820"/>
                  </a:cubicBezTo>
                  <a:cubicBezTo>
                    <a:pt x="260009" y="325840"/>
                    <a:pt x="260009" y="325840"/>
                    <a:pt x="258899" y="325860"/>
                  </a:cubicBezTo>
                  <a:cubicBezTo>
                    <a:pt x="256571" y="325901"/>
                    <a:pt x="254243" y="325926"/>
                    <a:pt x="251915" y="325950"/>
                  </a:cubicBezTo>
                  <a:cubicBezTo>
                    <a:pt x="250341" y="325975"/>
                    <a:pt x="248767" y="326001"/>
                    <a:pt x="247193" y="326027"/>
                  </a:cubicBezTo>
                  <a:cubicBezTo>
                    <a:pt x="243326" y="326091"/>
                    <a:pt x="239458" y="326142"/>
                    <a:pt x="235590" y="326183"/>
                  </a:cubicBezTo>
                  <a:cubicBezTo>
                    <a:pt x="235590" y="327165"/>
                    <a:pt x="235590" y="328147"/>
                    <a:pt x="235590" y="329160"/>
                  </a:cubicBezTo>
                  <a:cubicBezTo>
                    <a:pt x="234625" y="329166"/>
                    <a:pt x="233660" y="329173"/>
                    <a:pt x="232665" y="329181"/>
                  </a:cubicBezTo>
                  <a:cubicBezTo>
                    <a:pt x="229096" y="329210"/>
                    <a:pt x="225528" y="329259"/>
                    <a:pt x="221960" y="329314"/>
                  </a:cubicBezTo>
                  <a:cubicBezTo>
                    <a:pt x="220413" y="329335"/>
                    <a:pt x="218867" y="329351"/>
                    <a:pt x="217320" y="329361"/>
                  </a:cubicBezTo>
                  <a:cubicBezTo>
                    <a:pt x="215101" y="329377"/>
                    <a:pt x="212883" y="329412"/>
                    <a:pt x="210665" y="329450"/>
                  </a:cubicBezTo>
                  <a:cubicBezTo>
                    <a:pt x="209969" y="329451"/>
                    <a:pt x="209273" y="329452"/>
                    <a:pt x="208555" y="329453"/>
                  </a:cubicBezTo>
                  <a:cubicBezTo>
                    <a:pt x="207915" y="329468"/>
                    <a:pt x="207274" y="329482"/>
                    <a:pt x="206614" y="329497"/>
                  </a:cubicBezTo>
                  <a:cubicBezTo>
                    <a:pt x="206047" y="329504"/>
                    <a:pt x="205481" y="329511"/>
                    <a:pt x="204897" y="329517"/>
                  </a:cubicBezTo>
                  <a:cubicBezTo>
                    <a:pt x="204466" y="329645"/>
                    <a:pt x="204036" y="329772"/>
                    <a:pt x="203592" y="329904"/>
                  </a:cubicBezTo>
                  <a:cubicBezTo>
                    <a:pt x="203342" y="330895"/>
                    <a:pt x="203094" y="331887"/>
                    <a:pt x="202848" y="332880"/>
                  </a:cubicBezTo>
                  <a:cubicBezTo>
                    <a:pt x="200475" y="333179"/>
                    <a:pt x="198343" y="333277"/>
                    <a:pt x="195965" y="333255"/>
                  </a:cubicBezTo>
                  <a:cubicBezTo>
                    <a:pt x="195274" y="333262"/>
                    <a:pt x="194583" y="333269"/>
                    <a:pt x="193871" y="333276"/>
                  </a:cubicBezTo>
                  <a:cubicBezTo>
                    <a:pt x="191655" y="333298"/>
                    <a:pt x="189438" y="333300"/>
                    <a:pt x="187221" y="333299"/>
                  </a:cubicBezTo>
                  <a:cubicBezTo>
                    <a:pt x="185004" y="333301"/>
                    <a:pt x="182788" y="333308"/>
                    <a:pt x="180571" y="333329"/>
                  </a:cubicBezTo>
                  <a:cubicBezTo>
                    <a:pt x="179189" y="333342"/>
                    <a:pt x="177807" y="333344"/>
                    <a:pt x="176425" y="333334"/>
                  </a:cubicBezTo>
                  <a:cubicBezTo>
                    <a:pt x="174357" y="333325"/>
                    <a:pt x="174357" y="333325"/>
                    <a:pt x="171594" y="333624"/>
                  </a:cubicBezTo>
                  <a:cubicBezTo>
                    <a:pt x="171349" y="334361"/>
                    <a:pt x="171103" y="335098"/>
                    <a:pt x="170850" y="335857"/>
                  </a:cubicBezTo>
                  <a:cubicBezTo>
                    <a:pt x="168617" y="336075"/>
                    <a:pt x="166528" y="336149"/>
                    <a:pt x="164292" y="336133"/>
                  </a:cubicBezTo>
                  <a:cubicBezTo>
                    <a:pt x="162942" y="336146"/>
                    <a:pt x="161591" y="336159"/>
                    <a:pt x="160240" y="336172"/>
                  </a:cubicBezTo>
                  <a:cubicBezTo>
                    <a:pt x="158099" y="336180"/>
                    <a:pt x="155958" y="336182"/>
                    <a:pt x="153817" y="336181"/>
                  </a:cubicBezTo>
                  <a:cubicBezTo>
                    <a:pt x="151759" y="336184"/>
                    <a:pt x="149701" y="336204"/>
                    <a:pt x="147642" y="336226"/>
                  </a:cubicBezTo>
                  <a:cubicBezTo>
                    <a:pt x="146997" y="336220"/>
                    <a:pt x="146353" y="336214"/>
                    <a:pt x="145688" y="336207"/>
                  </a:cubicBezTo>
                  <a:cubicBezTo>
                    <a:pt x="143715" y="336197"/>
                    <a:pt x="143715" y="336197"/>
                    <a:pt x="141085" y="336601"/>
                  </a:cubicBezTo>
                  <a:cubicBezTo>
                    <a:pt x="140834" y="337592"/>
                    <a:pt x="140586" y="338585"/>
                    <a:pt x="140340" y="339577"/>
                  </a:cubicBezTo>
                  <a:cubicBezTo>
                    <a:pt x="138124" y="339878"/>
                    <a:pt x="136167" y="339974"/>
                    <a:pt x="133946" y="339952"/>
                  </a:cubicBezTo>
                  <a:cubicBezTo>
                    <a:pt x="133304" y="339959"/>
                    <a:pt x="132663" y="339966"/>
                    <a:pt x="132002" y="339974"/>
                  </a:cubicBezTo>
                  <a:cubicBezTo>
                    <a:pt x="129944" y="339995"/>
                    <a:pt x="127887" y="339997"/>
                    <a:pt x="125830" y="339996"/>
                  </a:cubicBezTo>
                  <a:cubicBezTo>
                    <a:pt x="123772" y="339999"/>
                    <a:pt x="121715" y="340006"/>
                    <a:pt x="119657" y="340026"/>
                  </a:cubicBezTo>
                  <a:cubicBezTo>
                    <a:pt x="118375" y="340039"/>
                    <a:pt x="117092" y="340041"/>
                    <a:pt x="115809" y="340032"/>
                  </a:cubicBezTo>
                  <a:cubicBezTo>
                    <a:pt x="113888" y="340022"/>
                    <a:pt x="113888" y="340022"/>
                    <a:pt x="111319" y="340322"/>
                  </a:cubicBezTo>
                  <a:cubicBezTo>
                    <a:pt x="111073" y="341058"/>
                    <a:pt x="110828" y="341795"/>
                    <a:pt x="110575" y="342554"/>
                  </a:cubicBezTo>
                  <a:cubicBezTo>
                    <a:pt x="108652" y="342811"/>
                    <a:pt x="106897" y="342918"/>
                    <a:pt x="104968" y="342935"/>
                  </a:cubicBezTo>
                  <a:cubicBezTo>
                    <a:pt x="104127" y="342955"/>
                    <a:pt x="104127" y="342955"/>
                    <a:pt x="103269" y="342975"/>
                  </a:cubicBezTo>
                  <a:cubicBezTo>
                    <a:pt x="101472" y="343016"/>
                    <a:pt x="99675" y="343041"/>
                    <a:pt x="97878" y="343066"/>
                  </a:cubicBezTo>
                  <a:cubicBezTo>
                    <a:pt x="96662" y="343090"/>
                    <a:pt x="95447" y="343116"/>
                    <a:pt x="94231" y="343143"/>
                  </a:cubicBezTo>
                  <a:cubicBezTo>
                    <a:pt x="91246" y="343206"/>
                    <a:pt x="88260" y="343256"/>
                    <a:pt x="85274" y="343298"/>
                  </a:cubicBezTo>
                  <a:cubicBezTo>
                    <a:pt x="85274" y="344280"/>
                    <a:pt x="85274" y="345263"/>
                    <a:pt x="85274" y="346275"/>
                  </a:cubicBezTo>
                  <a:cubicBezTo>
                    <a:pt x="78644" y="346520"/>
                    <a:pt x="72013" y="346766"/>
                    <a:pt x="65182" y="347019"/>
                  </a:cubicBezTo>
                  <a:cubicBezTo>
                    <a:pt x="65182" y="347756"/>
                    <a:pt x="65182" y="348492"/>
                    <a:pt x="65182" y="349251"/>
                  </a:cubicBezTo>
                  <a:cubicBezTo>
                    <a:pt x="62998" y="350139"/>
                    <a:pt x="60860" y="350053"/>
                    <a:pt x="58531" y="349995"/>
                  </a:cubicBezTo>
                  <a:cubicBezTo>
                    <a:pt x="54728" y="349921"/>
                    <a:pt x="54728" y="349921"/>
                    <a:pt x="51044" y="350740"/>
                  </a:cubicBezTo>
                  <a:cubicBezTo>
                    <a:pt x="50798" y="351476"/>
                    <a:pt x="50552" y="352213"/>
                    <a:pt x="50299" y="352972"/>
                  </a:cubicBezTo>
                  <a:cubicBezTo>
                    <a:pt x="48153" y="353074"/>
                    <a:pt x="46091" y="352869"/>
                    <a:pt x="43951" y="352687"/>
                  </a:cubicBezTo>
                  <a:cubicBezTo>
                    <a:pt x="43042" y="352828"/>
                    <a:pt x="43042" y="352828"/>
                    <a:pt x="42114" y="352972"/>
                  </a:cubicBezTo>
                  <a:cubicBezTo>
                    <a:pt x="41408" y="354804"/>
                    <a:pt x="41408" y="354804"/>
                    <a:pt x="41370" y="356693"/>
                  </a:cubicBezTo>
                  <a:cubicBezTo>
                    <a:pt x="39556" y="356786"/>
                    <a:pt x="39556" y="356786"/>
                    <a:pt x="37649" y="355949"/>
                  </a:cubicBezTo>
                  <a:cubicBezTo>
                    <a:pt x="37262" y="354004"/>
                    <a:pt x="37183" y="352162"/>
                    <a:pt x="37155" y="350181"/>
                  </a:cubicBezTo>
                  <a:cubicBezTo>
                    <a:pt x="37072" y="349629"/>
                    <a:pt x="36990" y="349076"/>
                    <a:pt x="36905" y="348507"/>
                  </a:cubicBezTo>
                  <a:cubicBezTo>
                    <a:pt x="36168" y="348262"/>
                    <a:pt x="35432" y="348016"/>
                    <a:pt x="34672" y="347763"/>
                  </a:cubicBezTo>
                  <a:cubicBezTo>
                    <a:pt x="34344" y="345464"/>
                    <a:pt x="34344" y="345464"/>
                    <a:pt x="34254" y="342601"/>
                  </a:cubicBezTo>
                  <a:cubicBezTo>
                    <a:pt x="34361" y="338812"/>
                    <a:pt x="34361" y="338812"/>
                    <a:pt x="32440" y="335857"/>
                  </a:cubicBezTo>
                  <a:cubicBezTo>
                    <a:pt x="32132" y="333595"/>
                    <a:pt x="32132" y="333595"/>
                    <a:pt x="31975" y="330927"/>
                  </a:cubicBezTo>
                  <a:cubicBezTo>
                    <a:pt x="31919" y="330042"/>
                    <a:pt x="31864" y="329158"/>
                    <a:pt x="31806" y="328247"/>
                  </a:cubicBezTo>
                  <a:cubicBezTo>
                    <a:pt x="31752" y="327225"/>
                    <a:pt x="31752" y="327225"/>
                    <a:pt x="31696" y="326183"/>
                  </a:cubicBezTo>
                  <a:cubicBezTo>
                    <a:pt x="30959" y="326183"/>
                    <a:pt x="30223" y="326183"/>
                    <a:pt x="29464" y="326183"/>
                  </a:cubicBezTo>
                  <a:cubicBezTo>
                    <a:pt x="29218" y="322991"/>
                    <a:pt x="28972" y="319798"/>
                    <a:pt x="28719" y="316509"/>
                  </a:cubicBezTo>
                  <a:cubicBezTo>
                    <a:pt x="27983" y="316509"/>
                    <a:pt x="27246" y="316509"/>
                    <a:pt x="26487" y="316509"/>
                  </a:cubicBezTo>
                  <a:cubicBezTo>
                    <a:pt x="26513" y="315873"/>
                    <a:pt x="26539" y="315237"/>
                    <a:pt x="26565" y="314582"/>
                  </a:cubicBezTo>
                  <a:cubicBezTo>
                    <a:pt x="26586" y="313760"/>
                    <a:pt x="26606" y="312938"/>
                    <a:pt x="26626" y="312091"/>
                  </a:cubicBezTo>
                  <a:cubicBezTo>
                    <a:pt x="26652" y="311271"/>
                    <a:pt x="26678" y="310450"/>
                    <a:pt x="26705" y="309605"/>
                  </a:cubicBezTo>
                  <a:cubicBezTo>
                    <a:pt x="26633" y="308937"/>
                    <a:pt x="26561" y="308268"/>
                    <a:pt x="26487" y="307579"/>
                  </a:cubicBezTo>
                  <a:cubicBezTo>
                    <a:pt x="25750" y="307334"/>
                    <a:pt x="25014" y="307088"/>
                    <a:pt x="24255" y="306835"/>
                  </a:cubicBezTo>
                  <a:cubicBezTo>
                    <a:pt x="23763" y="305161"/>
                    <a:pt x="23763" y="305161"/>
                    <a:pt x="23464" y="303115"/>
                  </a:cubicBezTo>
                  <a:cubicBezTo>
                    <a:pt x="23195" y="301120"/>
                    <a:pt x="23195" y="301120"/>
                    <a:pt x="22766" y="299394"/>
                  </a:cubicBezTo>
                  <a:cubicBezTo>
                    <a:pt x="22275" y="299148"/>
                    <a:pt x="21784" y="298903"/>
                    <a:pt x="21278" y="298650"/>
                  </a:cubicBezTo>
                  <a:cubicBezTo>
                    <a:pt x="21014" y="296726"/>
                    <a:pt x="20948" y="294822"/>
                    <a:pt x="20862" y="292883"/>
                  </a:cubicBezTo>
                  <a:cubicBezTo>
                    <a:pt x="20700" y="292054"/>
                    <a:pt x="20700" y="292054"/>
                    <a:pt x="20534" y="291208"/>
                  </a:cubicBezTo>
                  <a:cubicBezTo>
                    <a:pt x="19797" y="290963"/>
                    <a:pt x="19060" y="290717"/>
                    <a:pt x="18301" y="290464"/>
                  </a:cubicBezTo>
                  <a:cubicBezTo>
                    <a:pt x="17973" y="288953"/>
                    <a:pt x="17973" y="288953"/>
                    <a:pt x="17883" y="287116"/>
                  </a:cubicBezTo>
                  <a:cubicBezTo>
                    <a:pt x="17820" y="285327"/>
                    <a:pt x="17820" y="285327"/>
                    <a:pt x="17557" y="283767"/>
                  </a:cubicBezTo>
                  <a:cubicBezTo>
                    <a:pt x="17066" y="283521"/>
                    <a:pt x="16575" y="283276"/>
                    <a:pt x="16069" y="283023"/>
                  </a:cubicBezTo>
                  <a:cubicBezTo>
                    <a:pt x="15735" y="281537"/>
                    <a:pt x="15735" y="281537"/>
                    <a:pt x="15557" y="279721"/>
                  </a:cubicBezTo>
                  <a:cubicBezTo>
                    <a:pt x="15493" y="279123"/>
                    <a:pt x="15429" y="278525"/>
                    <a:pt x="15363" y="277910"/>
                  </a:cubicBezTo>
                  <a:cubicBezTo>
                    <a:pt x="15325" y="276326"/>
                    <a:pt x="15325" y="276326"/>
                    <a:pt x="16069" y="274837"/>
                  </a:cubicBezTo>
                  <a:cubicBezTo>
                    <a:pt x="17381" y="274492"/>
                    <a:pt x="17381" y="274492"/>
                    <a:pt x="18720" y="274140"/>
                  </a:cubicBezTo>
                  <a:cubicBezTo>
                    <a:pt x="19564" y="273879"/>
                    <a:pt x="20408" y="273618"/>
                    <a:pt x="21278" y="273349"/>
                  </a:cubicBezTo>
                  <a:cubicBezTo>
                    <a:pt x="21278" y="272612"/>
                    <a:pt x="21278" y="271876"/>
                    <a:pt x="21278" y="271117"/>
                  </a:cubicBezTo>
                  <a:cubicBezTo>
                    <a:pt x="23242" y="271117"/>
                    <a:pt x="25207" y="271117"/>
                    <a:pt x="27231" y="271117"/>
                  </a:cubicBezTo>
                  <a:cubicBezTo>
                    <a:pt x="27231" y="270134"/>
                    <a:pt x="27231" y="269152"/>
                    <a:pt x="27231" y="268140"/>
                  </a:cubicBezTo>
                  <a:cubicBezTo>
                    <a:pt x="28704" y="267894"/>
                    <a:pt x="30178" y="267649"/>
                    <a:pt x="31696" y="267396"/>
                  </a:cubicBezTo>
                  <a:cubicBezTo>
                    <a:pt x="31696" y="266414"/>
                    <a:pt x="31696" y="265431"/>
                    <a:pt x="31696" y="264419"/>
                  </a:cubicBezTo>
                  <a:cubicBezTo>
                    <a:pt x="33138" y="264001"/>
                    <a:pt x="33138" y="264001"/>
                    <a:pt x="34672" y="263675"/>
                  </a:cubicBezTo>
                  <a:cubicBezTo>
                    <a:pt x="34918" y="262938"/>
                    <a:pt x="35164" y="262202"/>
                    <a:pt x="35417" y="261443"/>
                  </a:cubicBezTo>
                  <a:cubicBezTo>
                    <a:pt x="35923" y="261320"/>
                    <a:pt x="36430" y="261197"/>
                    <a:pt x="36951" y="261071"/>
                  </a:cubicBezTo>
                  <a:cubicBezTo>
                    <a:pt x="37427" y="260948"/>
                    <a:pt x="37903" y="260825"/>
                    <a:pt x="38393" y="260699"/>
                  </a:cubicBezTo>
                  <a:cubicBezTo>
                    <a:pt x="38393" y="259962"/>
                    <a:pt x="38393" y="259225"/>
                    <a:pt x="38393" y="258466"/>
                  </a:cubicBezTo>
                  <a:cubicBezTo>
                    <a:pt x="39370" y="257350"/>
                    <a:pt x="39370" y="257350"/>
                    <a:pt x="40626" y="256234"/>
                  </a:cubicBezTo>
                  <a:cubicBezTo>
                    <a:pt x="42336" y="254655"/>
                    <a:pt x="42837" y="254064"/>
                    <a:pt x="43602" y="251769"/>
                  </a:cubicBezTo>
                  <a:cubicBezTo>
                    <a:pt x="44842" y="250529"/>
                    <a:pt x="46083" y="249288"/>
                    <a:pt x="47323" y="248048"/>
                  </a:cubicBezTo>
                  <a:cubicBezTo>
                    <a:pt x="48079" y="246815"/>
                    <a:pt x="48827" y="245577"/>
                    <a:pt x="49555" y="244327"/>
                  </a:cubicBezTo>
                  <a:cubicBezTo>
                    <a:pt x="50046" y="244082"/>
                    <a:pt x="50538" y="243836"/>
                    <a:pt x="51044" y="243583"/>
                  </a:cubicBezTo>
                  <a:cubicBezTo>
                    <a:pt x="51289" y="242847"/>
                    <a:pt x="51535" y="242110"/>
                    <a:pt x="51788" y="241351"/>
                  </a:cubicBezTo>
                  <a:cubicBezTo>
                    <a:pt x="52279" y="241105"/>
                    <a:pt x="52770" y="240860"/>
                    <a:pt x="53276" y="240607"/>
                  </a:cubicBezTo>
                  <a:cubicBezTo>
                    <a:pt x="53383" y="239993"/>
                    <a:pt x="53491" y="239379"/>
                    <a:pt x="53602" y="238746"/>
                  </a:cubicBezTo>
                  <a:cubicBezTo>
                    <a:pt x="53809" y="237826"/>
                    <a:pt x="53809" y="237826"/>
                    <a:pt x="54020" y="236886"/>
                  </a:cubicBezTo>
                  <a:cubicBezTo>
                    <a:pt x="54757" y="236641"/>
                    <a:pt x="55494" y="236395"/>
                    <a:pt x="56253" y="236142"/>
                  </a:cubicBezTo>
                  <a:cubicBezTo>
                    <a:pt x="56524" y="234907"/>
                    <a:pt x="56773" y="233666"/>
                    <a:pt x="56997" y="232421"/>
                  </a:cubicBezTo>
                  <a:cubicBezTo>
                    <a:pt x="57488" y="232421"/>
                    <a:pt x="57979" y="232421"/>
                    <a:pt x="58485" y="232421"/>
                  </a:cubicBezTo>
                  <a:cubicBezTo>
                    <a:pt x="58731" y="231930"/>
                    <a:pt x="58976" y="231439"/>
                    <a:pt x="59229" y="230933"/>
                  </a:cubicBezTo>
                  <a:cubicBezTo>
                    <a:pt x="59475" y="230442"/>
                    <a:pt x="59720" y="229951"/>
                    <a:pt x="59973" y="229445"/>
                  </a:cubicBezTo>
                  <a:cubicBezTo>
                    <a:pt x="60464" y="229445"/>
                    <a:pt x="60956" y="229445"/>
                    <a:pt x="61462" y="229445"/>
                  </a:cubicBezTo>
                  <a:cubicBezTo>
                    <a:pt x="61661" y="228662"/>
                    <a:pt x="61861" y="227879"/>
                    <a:pt x="62066" y="227073"/>
                  </a:cubicBezTo>
                  <a:cubicBezTo>
                    <a:pt x="63063" y="223872"/>
                    <a:pt x="64251" y="222758"/>
                    <a:pt x="66671" y="220515"/>
                  </a:cubicBezTo>
                  <a:cubicBezTo>
                    <a:pt x="67085" y="219824"/>
                    <a:pt x="67499" y="219134"/>
                    <a:pt x="67926" y="218422"/>
                  </a:cubicBezTo>
                  <a:cubicBezTo>
                    <a:pt x="68410" y="217616"/>
                    <a:pt x="68410" y="217616"/>
                    <a:pt x="68903" y="216794"/>
                  </a:cubicBezTo>
                  <a:cubicBezTo>
                    <a:pt x="69394" y="216794"/>
                    <a:pt x="69885" y="216794"/>
                    <a:pt x="70391" y="216794"/>
                  </a:cubicBezTo>
                  <a:cubicBezTo>
                    <a:pt x="70645" y="215555"/>
                    <a:pt x="70893" y="214315"/>
                    <a:pt x="71135" y="213074"/>
                  </a:cubicBezTo>
                  <a:cubicBezTo>
                    <a:pt x="71627" y="212828"/>
                    <a:pt x="72118" y="212582"/>
                    <a:pt x="72624" y="212329"/>
                  </a:cubicBezTo>
                  <a:cubicBezTo>
                    <a:pt x="72746" y="211716"/>
                    <a:pt x="72869" y="211102"/>
                    <a:pt x="72996" y="210469"/>
                  </a:cubicBezTo>
                  <a:cubicBezTo>
                    <a:pt x="73119" y="209855"/>
                    <a:pt x="73241" y="209241"/>
                    <a:pt x="73368" y="208609"/>
                  </a:cubicBezTo>
                  <a:cubicBezTo>
                    <a:pt x="73859" y="208363"/>
                    <a:pt x="74350" y="208118"/>
                    <a:pt x="74856" y="207865"/>
                  </a:cubicBezTo>
                  <a:cubicBezTo>
                    <a:pt x="75224" y="206944"/>
                    <a:pt x="75224" y="206944"/>
                    <a:pt x="75600" y="206004"/>
                  </a:cubicBezTo>
                  <a:cubicBezTo>
                    <a:pt x="76344" y="204144"/>
                    <a:pt x="76344" y="204144"/>
                    <a:pt x="77833" y="203400"/>
                  </a:cubicBezTo>
                  <a:cubicBezTo>
                    <a:pt x="77994" y="202456"/>
                    <a:pt x="77994" y="202456"/>
                    <a:pt x="78158" y="201493"/>
                  </a:cubicBezTo>
                  <a:cubicBezTo>
                    <a:pt x="78365" y="200595"/>
                    <a:pt x="78365" y="200595"/>
                    <a:pt x="78577" y="199679"/>
                  </a:cubicBezTo>
                  <a:cubicBezTo>
                    <a:pt x="79313" y="199679"/>
                    <a:pt x="80050" y="199679"/>
                    <a:pt x="80809" y="199679"/>
                  </a:cubicBezTo>
                  <a:cubicBezTo>
                    <a:pt x="80901" y="198958"/>
                    <a:pt x="80993" y="198236"/>
                    <a:pt x="81088" y="197493"/>
                  </a:cubicBezTo>
                  <a:cubicBezTo>
                    <a:pt x="81242" y="196741"/>
                    <a:pt x="81395" y="195989"/>
                    <a:pt x="81553" y="195214"/>
                  </a:cubicBezTo>
                  <a:cubicBezTo>
                    <a:pt x="82044" y="194969"/>
                    <a:pt x="82536" y="194723"/>
                    <a:pt x="83042" y="194470"/>
                  </a:cubicBezTo>
                  <a:cubicBezTo>
                    <a:pt x="83287" y="193733"/>
                    <a:pt x="83533" y="192997"/>
                    <a:pt x="83786" y="192238"/>
                  </a:cubicBezTo>
                  <a:cubicBezTo>
                    <a:pt x="84530" y="190005"/>
                    <a:pt x="84530" y="190005"/>
                    <a:pt x="86018" y="189261"/>
                  </a:cubicBezTo>
                  <a:cubicBezTo>
                    <a:pt x="86126" y="188785"/>
                    <a:pt x="86233" y="188310"/>
                    <a:pt x="86344" y="187819"/>
                  </a:cubicBezTo>
                  <a:cubicBezTo>
                    <a:pt x="86762" y="186285"/>
                    <a:pt x="86762" y="186285"/>
                    <a:pt x="88995" y="184796"/>
                  </a:cubicBezTo>
                  <a:cubicBezTo>
                    <a:pt x="89266" y="183561"/>
                    <a:pt x="89515" y="182320"/>
                    <a:pt x="89739" y="181076"/>
                  </a:cubicBezTo>
                  <a:cubicBezTo>
                    <a:pt x="90230" y="180830"/>
                    <a:pt x="90721" y="180584"/>
                    <a:pt x="91227" y="180331"/>
                  </a:cubicBezTo>
                  <a:cubicBezTo>
                    <a:pt x="91473" y="179595"/>
                    <a:pt x="91718" y="178858"/>
                    <a:pt x="91971" y="178099"/>
                  </a:cubicBezTo>
                  <a:cubicBezTo>
                    <a:pt x="92715" y="175867"/>
                    <a:pt x="92715" y="175867"/>
                    <a:pt x="94204" y="175122"/>
                  </a:cubicBezTo>
                  <a:cubicBezTo>
                    <a:pt x="94311" y="174539"/>
                    <a:pt x="94419" y="173956"/>
                    <a:pt x="94529" y="173355"/>
                  </a:cubicBezTo>
                  <a:cubicBezTo>
                    <a:pt x="95003" y="171145"/>
                    <a:pt x="95601" y="170683"/>
                    <a:pt x="97180" y="169169"/>
                  </a:cubicBezTo>
                  <a:cubicBezTo>
                    <a:pt x="97303" y="168632"/>
                    <a:pt x="97426" y="168095"/>
                    <a:pt x="97552" y="167541"/>
                  </a:cubicBezTo>
                  <a:cubicBezTo>
                    <a:pt x="97675" y="167096"/>
                    <a:pt x="97798" y="166651"/>
                    <a:pt x="97924" y="166193"/>
                  </a:cubicBezTo>
                  <a:cubicBezTo>
                    <a:pt x="98661" y="166193"/>
                    <a:pt x="99398" y="166193"/>
                    <a:pt x="100157" y="166193"/>
                  </a:cubicBezTo>
                  <a:cubicBezTo>
                    <a:pt x="100157" y="164474"/>
                    <a:pt x="100157" y="162755"/>
                    <a:pt x="100157" y="160984"/>
                  </a:cubicBezTo>
                  <a:cubicBezTo>
                    <a:pt x="100894" y="160984"/>
                    <a:pt x="101630" y="160984"/>
                    <a:pt x="102389" y="160984"/>
                  </a:cubicBezTo>
                  <a:cubicBezTo>
                    <a:pt x="102923" y="159258"/>
                    <a:pt x="103418" y="157521"/>
                    <a:pt x="103878" y="155775"/>
                  </a:cubicBezTo>
                  <a:cubicBezTo>
                    <a:pt x="104369" y="155529"/>
                    <a:pt x="104860" y="155284"/>
                    <a:pt x="105366" y="155031"/>
                  </a:cubicBezTo>
                  <a:cubicBezTo>
                    <a:pt x="105489" y="154294"/>
                    <a:pt x="105611" y="153557"/>
                    <a:pt x="105738" y="152798"/>
                  </a:cubicBezTo>
                  <a:cubicBezTo>
                    <a:pt x="105861" y="152061"/>
                    <a:pt x="105983" y="151325"/>
                    <a:pt x="106110" y="150566"/>
                  </a:cubicBezTo>
                  <a:cubicBezTo>
                    <a:pt x="106601" y="150320"/>
                    <a:pt x="107092" y="150075"/>
                    <a:pt x="107598" y="149822"/>
                  </a:cubicBezTo>
                  <a:cubicBezTo>
                    <a:pt x="107967" y="149070"/>
                    <a:pt x="108335" y="148318"/>
                    <a:pt x="108714" y="147543"/>
                  </a:cubicBezTo>
                  <a:cubicBezTo>
                    <a:pt x="109083" y="146821"/>
                    <a:pt x="109451" y="146100"/>
                    <a:pt x="109831" y="145357"/>
                  </a:cubicBezTo>
                  <a:cubicBezTo>
                    <a:pt x="110322" y="145357"/>
                    <a:pt x="110813" y="145357"/>
                    <a:pt x="111319" y="145357"/>
                  </a:cubicBezTo>
                  <a:cubicBezTo>
                    <a:pt x="111319" y="143392"/>
                    <a:pt x="111319" y="141428"/>
                    <a:pt x="111319" y="139404"/>
                  </a:cubicBezTo>
                  <a:cubicBezTo>
                    <a:pt x="112056" y="139404"/>
                    <a:pt x="112792" y="139404"/>
                    <a:pt x="113551" y="139404"/>
                  </a:cubicBezTo>
                  <a:cubicBezTo>
                    <a:pt x="113643" y="138682"/>
                    <a:pt x="113736" y="137961"/>
                    <a:pt x="113830" y="137218"/>
                  </a:cubicBezTo>
                  <a:cubicBezTo>
                    <a:pt x="113984" y="136466"/>
                    <a:pt x="114137" y="135714"/>
                    <a:pt x="114296" y="134939"/>
                  </a:cubicBezTo>
                  <a:cubicBezTo>
                    <a:pt x="114787" y="134693"/>
                    <a:pt x="115278" y="134448"/>
                    <a:pt x="115784" y="134195"/>
                  </a:cubicBezTo>
                  <a:cubicBezTo>
                    <a:pt x="116029" y="133335"/>
                    <a:pt x="116275" y="132476"/>
                    <a:pt x="116528" y="131590"/>
                  </a:cubicBezTo>
                  <a:cubicBezTo>
                    <a:pt x="116774" y="130731"/>
                    <a:pt x="117019" y="129871"/>
                    <a:pt x="117272" y="128986"/>
                  </a:cubicBezTo>
                  <a:cubicBezTo>
                    <a:pt x="117763" y="128740"/>
                    <a:pt x="118254" y="128495"/>
                    <a:pt x="118760" y="128242"/>
                  </a:cubicBezTo>
                  <a:cubicBezTo>
                    <a:pt x="119250" y="125987"/>
                    <a:pt x="119250" y="125987"/>
                    <a:pt x="119505" y="123777"/>
                  </a:cubicBezTo>
                  <a:cubicBezTo>
                    <a:pt x="120241" y="123777"/>
                    <a:pt x="120978" y="123777"/>
                    <a:pt x="121737" y="123777"/>
                  </a:cubicBezTo>
                  <a:cubicBezTo>
                    <a:pt x="121852" y="122534"/>
                    <a:pt x="121852" y="122534"/>
                    <a:pt x="121969" y="121265"/>
                  </a:cubicBezTo>
                  <a:cubicBezTo>
                    <a:pt x="122138" y="120375"/>
                    <a:pt x="122307" y="119485"/>
                    <a:pt x="122481" y="118568"/>
                  </a:cubicBezTo>
                  <a:cubicBezTo>
                    <a:pt x="123218" y="118077"/>
                    <a:pt x="123954" y="117585"/>
                    <a:pt x="124714" y="117079"/>
                  </a:cubicBezTo>
                  <a:cubicBezTo>
                    <a:pt x="124900" y="114785"/>
                    <a:pt x="124900" y="114785"/>
                    <a:pt x="124714" y="112615"/>
                  </a:cubicBezTo>
                  <a:cubicBezTo>
                    <a:pt x="125450" y="112615"/>
                    <a:pt x="126187" y="112615"/>
                    <a:pt x="126946" y="112615"/>
                  </a:cubicBezTo>
                  <a:cubicBezTo>
                    <a:pt x="127061" y="111348"/>
                    <a:pt x="127061" y="111348"/>
                    <a:pt x="127178" y="110057"/>
                  </a:cubicBezTo>
                  <a:cubicBezTo>
                    <a:pt x="127432" y="108744"/>
                    <a:pt x="127432" y="108744"/>
                    <a:pt x="127690" y="107406"/>
                  </a:cubicBezTo>
                  <a:cubicBezTo>
                    <a:pt x="128427" y="107160"/>
                    <a:pt x="129163" y="106914"/>
                    <a:pt x="129922" y="106661"/>
                  </a:cubicBezTo>
                  <a:cubicBezTo>
                    <a:pt x="130175" y="104926"/>
                    <a:pt x="130423" y="103189"/>
                    <a:pt x="130667" y="101452"/>
                  </a:cubicBezTo>
                  <a:cubicBezTo>
                    <a:pt x="131403" y="100961"/>
                    <a:pt x="132140" y="100470"/>
                    <a:pt x="132899" y="99964"/>
                  </a:cubicBezTo>
                  <a:cubicBezTo>
                    <a:pt x="132899" y="99212"/>
                    <a:pt x="132899" y="98460"/>
                    <a:pt x="132899" y="97685"/>
                  </a:cubicBezTo>
                  <a:cubicBezTo>
                    <a:pt x="132899" y="96964"/>
                    <a:pt x="132899" y="96243"/>
                    <a:pt x="132899" y="95499"/>
                  </a:cubicBezTo>
                  <a:cubicBezTo>
                    <a:pt x="133636" y="95254"/>
                    <a:pt x="134372" y="95008"/>
                    <a:pt x="135131" y="94755"/>
                  </a:cubicBezTo>
                  <a:cubicBezTo>
                    <a:pt x="135683" y="92132"/>
                    <a:pt x="135683" y="92132"/>
                    <a:pt x="135876" y="89546"/>
                  </a:cubicBezTo>
                  <a:cubicBezTo>
                    <a:pt x="136367" y="89546"/>
                    <a:pt x="136858" y="89546"/>
                    <a:pt x="137364" y="89546"/>
                  </a:cubicBezTo>
                  <a:cubicBezTo>
                    <a:pt x="137826" y="88012"/>
                    <a:pt x="138079" y="86472"/>
                    <a:pt x="138361" y="84895"/>
                  </a:cubicBezTo>
                  <a:cubicBezTo>
                    <a:pt x="138523" y="84466"/>
                    <a:pt x="138685" y="84036"/>
                    <a:pt x="138852" y="83593"/>
                  </a:cubicBezTo>
                  <a:cubicBezTo>
                    <a:pt x="139589" y="83593"/>
                    <a:pt x="140326" y="83593"/>
                    <a:pt x="141085" y="83593"/>
                  </a:cubicBezTo>
                  <a:cubicBezTo>
                    <a:pt x="141039" y="82902"/>
                    <a:pt x="140993" y="82212"/>
                    <a:pt x="140945" y="81500"/>
                  </a:cubicBezTo>
                  <a:cubicBezTo>
                    <a:pt x="141085" y="79128"/>
                    <a:pt x="141085" y="79128"/>
                    <a:pt x="142154" y="78105"/>
                  </a:cubicBezTo>
                  <a:cubicBezTo>
                    <a:pt x="143606" y="76595"/>
                    <a:pt x="143497" y="75876"/>
                    <a:pt x="143643" y="73826"/>
                  </a:cubicBezTo>
                  <a:cubicBezTo>
                    <a:pt x="143781" y="72875"/>
                    <a:pt x="143919" y="71923"/>
                    <a:pt x="144061" y="70943"/>
                  </a:cubicBezTo>
                  <a:cubicBezTo>
                    <a:pt x="144568" y="70820"/>
                    <a:pt x="145074" y="70697"/>
                    <a:pt x="145596" y="70571"/>
                  </a:cubicBezTo>
                  <a:cubicBezTo>
                    <a:pt x="146072" y="70448"/>
                    <a:pt x="146548" y="70325"/>
                    <a:pt x="147038" y="70199"/>
                  </a:cubicBezTo>
                  <a:cubicBezTo>
                    <a:pt x="147331" y="68161"/>
                    <a:pt x="147169" y="66317"/>
                    <a:pt x="147038" y="64245"/>
                  </a:cubicBezTo>
                  <a:cubicBezTo>
                    <a:pt x="147774" y="64245"/>
                    <a:pt x="148511" y="64245"/>
                    <a:pt x="149270" y="64245"/>
                  </a:cubicBezTo>
                  <a:cubicBezTo>
                    <a:pt x="149362" y="63401"/>
                    <a:pt x="149454" y="62557"/>
                    <a:pt x="149549" y="61687"/>
                  </a:cubicBezTo>
                  <a:cubicBezTo>
                    <a:pt x="149703" y="60813"/>
                    <a:pt x="149856" y="59938"/>
                    <a:pt x="150014" y="59036"/>
                  </a:cubicBezTo>
                  <a:cubicBezTo>
                    <a:pt x="150505" y="58791"/>
                    <a:pt x="150997" y="58545"/>
                    <a:pt x="151503" y="58292"/>
                  </a:cubicBezTo>
                  <a:cubicBezTo>
                    <a:pt x="151849" y="56882"/>
                    <a:pt x="151849" y="56882"/>
                    <a:pt x="151968" y="55269"/>
                  </a:cubicBezTo>
                  <a:cubicBezTo>
                    <a:pt x="152106" y="53819"/>
                    <a:pt x="152106" y="53819"/>
                    <a:pt x="152247" y="52339"/>
                  </a:cubicBezTo>
                  <a:cubicBezTo>
                    <a:pt x="152983" y="52339"/>
                    <a:pt x="153720" y="52339"/>
                    <a:pt x="154479" y="52339"/>
                  </a:cubicBezTo>
                  <a:cubicBezTo>
                    <a:pt x="154516" y="51864"/>
                    <a:pt x="154552" y="51390"/>
                    <a:pt x="154590" y="50900"/>
                  </a:cubicBezTo>
                  <a:cubicBezTo>
                    <a:pt x="154673" y="49978"/>
                    <a:pt x="154673" y="49978"/>
                    <a:pt x="154758" y="49037"/>
                  </a:cubicBezTo>
                  <a:cubicBezTo>
                    <a:pt x="154810" y="48424"/>
                    <a:pt x="154862" y="47811"/>
                    <a:pt x="154915" y="47180"/>
                  </a:cubicBezTo>
                  <a:cubicBezTo>
                    <a:pt x="155017" y="46672"/>
                    <a:pt x="155119" y="46165"/>
                    <a:pt x="155223" y="45642"/>
                  </a:cubicBezTo>
                  <a:cubicBezTo>
                    <a:pt x="155714" y="45396"/>
                    <a:pt x="156206" y="45151"/>
                    <a:pt x="156712" y="44898"/>
                  </a:cubicBezTo>
                  <a:cubicBezTo>
                    <a:pt x="157360" y="43349"/>
                    <a:pt x="157360" y="43349"/>
                    <a:pt x="157874" y="41549"/>
                  </a:cubicBezTo>
                  <a:cubicBezTo>
                    <a:pt x="158876" y="38268"/>
                    <a:pt x="158876" y="38268"/>
                    <a:pt x="159688" y="37456"/>
                  </a:cubicBezTo>
                  <a:cubicBezTo>
                    <a:pt x="159860" y="36454"/>
                    <a:pt x="159994" y="35444"/>
                    <a:pt x="160107" y="34433"/>
                  </a:cubicBezTo>
                  <a:cubicBezTo>
                    <a:pt x="160268" y="32983"/>
                    <a:pt x="160268" y="32983"/>
                    <a:pt x="160432" y="31503"/>
                  </a:cubicBezTo>
                  <a:cubicBezTo>
                    <a:pt x="161169" y="31503"/>
                    <a:pt x="161906" y="31503"/>
                    <a:pt x="162665" y="31503"/>
                  </a:cubicBezTo>
                  <a:cubicBezTo>
                    <a:pt x="162910" y="29293"/>
                    <a:pt x="163156" y="27083"/>
                    <a:pt x="163409" y="24806"/>
                  </a:cubicBezTo>
                  <a:cubicBezTo>
                    <a:pt x="164146" y="24806"/>
                    <a:pt x="164882" y="24806"/>
                    <a:pt x="165641" y="24806"/>
                  </a:cubicBezTo>
                  <a:cubicBezTo>
                    <a:pt x="165696" y="24013"/>
                    <a:pt x="165696" y="24013"/>
                    <a:pt x="165752" y="23204"/>
                  </a:cubicBezTo>
                  <a:cubicBezTo>
                    <a:pt x="165807" y="22520"/>
                    <a:pt x="165863" y="21836"/>
                    <a:pt x="165920" y="21132"/>
                  </a:cubicBezTo>
                  <a:cubicBezTo>
                    <a:pt x="165972" y="20450"/>
                    <a:pt x="166024" y="19768"/>
                    <a:pt x="166077" y="19065"/>
                  </a:cubicBezTo>
                  <a:cubicBezTo>
                    <a:pt x="166179" y="18504"/>
                    <a:pt x="166281" y="17943"/>
                    <a:pt x="166385" y="17365"/>
                  </a:cubicBezTo>
                  <a:cubicBezTo>
                    <a:pt x="167122" y="16996"/>
                    <a:pt x="167122" y="16996"/>
                    <a:pt x="167874" y="16620"/>
                  </a:cubicBezTo>
                  <a:cubicBezTo>
                    <a:pt x="168221" y="15039"/>
                    <a:pt x="168221" y="15039"/>
                    <a:pt x="168339" y="13225"/>
                  </a:cubicBezTo>
                  <a:cubicBezTo>
                    <a:pt x="168394" y="12610"/>
                    <a:pt x="168450" y="11996"/>
                    <a:pt x="168507" y="11362"/>
                  </a:cubicBezTo>
                  <a:cubicBezTo>
                    <a:pt x="168562" y="10650"/>
                    <a:pt x="168562" y="10650"/>
                    <a:pt x="168618" y="9923"/>
                  </a:cubicBezTo>
                  <a:cubicBezTo>
                    <a:pt x="169355" y="9923"/>
                    <a:pt x="170091" y="9923"/>
                    <a:pt x="170850" y="9923"/>
                  </a:cubicBezTo>
                  <a:cubicBezTo>
                    <a:pt x="170895" y="9341"/>
                    <a:pt x="170940" y="8759"/>
                    <a:pt x="170987" y="8159"/>
                  </a:cubicBezTo>
                  <a:cubicBezTo>
                    <a:pt x="171049" y="7406"/>
                    <a:pt x="171112" y="6653"/>
                    <a:pt x="171176" y="5877"/>
                  </a:cubicBezTo>
                  <a:cubicBezTo>
                    <a:pt x="171266" y="4750"/>
                    <a:pt x="171266" y="4750"/>
                    <a:pt x="171359" y="3601"/>
                  </a:cubicBezTo>
                  <a:cubicBezTo>
                    <a:pt x="171798" y="127"/>
                    <a:pt x="173653" y="832"/>
                    <a:pt x="176803" y="761"/>
                  </a:cubicBezTo>
                  <a:close/>
                </a:path>
              </a:pathLst>
            </a:custGeom>
            <a:grpFill/>
            <a:ln w="744" cap="flat">
              <a:noFill/>
              <a:prstDash val="solid"/>
              <a:miter/>
            </a:ln>
          </p:spPr>
          <p:txBody>
            <a:bodyPr rtlCol="0" anchor="ctr"/>
            <a:lstStyle/>
            <a:p>
              <a:endParaRPr lang="zh-CN" altLang="en-US"/>
            </a:p>
          </p:txBody>
        </p:sp>
        <p:sp>
          <p:nvSpPr>
            <p:cNvPr id="159" name="任意多边形: 形状 158"/>
            <p:cNvSpPr/>
            <p:nvPr/>
          </p:nvSpPr>
          <p:spPr>
            <a:xfrm>
              <a:off x="10430404" y="620542"/>
              <a:ext cx="163903" cy="539518"/>
            </a:xfrm>
            <a:custGeom>
              <a:avLst/>
              <a:gdLst>
                <a:gd name="connsiteX0" fmla="*/ 136129 w 163905"/>
                <a:gd name="connsiteY0" fmla="*/ 466 h 539501"/>
                <a:gd name="connsiteX1" fmla="*/ 139105 w 163905"/>
                <a:gd name="connsiteY1" fmla="*/ 466 h 539501"/>
                <a:gd name="connsiteX2" fmla="*/ 139105 w 163905"/>
                <a:gd name="connsiteY2" fmla="*/ 3443 h 539501"/>
                <a:gd name="connsiteX3" fmla="*/ 141663 w 163905"/>
                <a:gd name="connsiteY3" fmla="*/ 3675 h 539501"/>
                <a:gd name="connsiteX4" fmla="*/ 144314 w 163905"/>
                <a:gd name="connsiteY4" fmla="*/ 4187 h 539501"/>
                <a:gd name="connsiteX5" fmla="*/ 145059 w 163905"/>
                <a:gd name="connsiteY5" fmla="*/ 6419 h 539501"/>
                <a:gd name="connsiteX6" fmla="*/ 146965 w 163905"/>
                <a:gd name="connsiteY6" fmla="*/ 6745 h 539501"/>
                <a:gd name="connsiteX7" fmla="*/ 148779 w 163905"/>
                <a:gd name="connsiteY7" fmla="*/ 7163 h 539501"/>
                <a:gd name="connsiteX8" fmla="*/ 148779 w 163905"/>
                <a:gd name="connsiteY8" fmla="*/ 10140 h 539501"/>
                <a:gd name="connsiteX9" fmla="*/ 153988 w 163905"/>
                <a:gd name="connsiteY9" fmla="*/ 10884 h 539501"/>
                <a:gd name="connsiteX10" fmla="*/ 153988 w 163905"/>
                <a:gd name="connsiteY10" fmla="*/ 13861 h 539501"/>
                <a:gd name="connsiteX11" fmla="*/ 156174 w 163905"/>
                <a:gd name="connsiteY11" fmla="*/ 14093 h 539501"/>
                <a:gd name="connsiteX12" fmla="*/ 158453 w 163905"/>
                <a:gd name="connsiteY12" fmla="*/ 14605 h 539501"/>
                <a:gd name="connsiteX13" fmla="*/ 159197 w 163905"/>
                <a:gd name="connsiteY13" fmla="*/ 16837 h 539501"/>
                <a:gd name="connsiteX14" fmla="*/ 161383 w 163905"/>
                <a:gd name="connsiteY14" fmla="*/ 17163 h 539501"/>
                <a:gd name="connsiteX15" fmla="*/ 163662 w 163905"/>
                <a:gd name="connsiteY15" fmla="*/ 17581 h 539501"/>
                <a:gd name="connsiteX16" fmla="*/ 165150 w 163905"/>
                <a:gd name="connsiteY16" fmla="*/ 20558 h 539501"/>
                <a:gd name="connsiteX17" fmla="*/ 168127 w 163905"/>
                <a:gd name="connsiteY17" fmla="*/ 21302 h 539501"/>
                <a:gd name="connsiteX18" fmla="*/ 168871 w 163905"/>
                <a:gd name="connsiteY18" fmla="*/ 23534 h 539501"/>
                <a:gd name="connsiteX19" fmla="*/ 172592 w 163905"/>
                <a:gd name="connsiteY19" fmla="*/ 25023 h 539501"/>
                <a:gd name="connsiteX20" fmla="*/ 174080 w 163905"/>
                <a:gd name="connsiteY20" fmla="*/ 27255 h 539501"/>
                <a:gd name="connsiteX21" fmla="*/ 175987 w 163905"/>
                <a:gd name="connsiteY21" fmla="*/ 27906 h 539501"/>
                <a:gd name="connsiteX22" fmla="*/ 177801 w 163905"/>
                <a:gd name="connsiteY22" fmla="*/ 28743 h 539501"/>
                <a:gd name="connsiteX23" fmla="*/ 178545 w 163905"/>
                <a:gd name="connsiteY23" fmla="*/ 32464 h 539501"/>
                <a:gd name="connsiteX24" fmla="*/ 177057 w 163905"/>
                <a:gd name="connsiteY24" fmla="*/ 32464 h 539501"/>
                <a:gd name="connsiteX25" fmla="*/ 176313 w 163905"/>
                <a:gd name="connsiteY25" fmla="*/ 45114 h 539501"/>
                <a:gd name="connsiteX26" fmla="*/ 174080 w 163905"/>
                <a:gd name="connsiteY26" fmla="*/ 45114 h 539501"/>
                <a:gd name="connsiteX27" fmla="*/ 173336 w 163905"/>
                <a:gd name="connsiteY27" fmla="*/ 56277 h 539501"/>
                <a:gd name="connsiteX28" fmla="*/ 171104 w 163905"/>
                <a:gd name="connsiteY28" fmla="*/ 56277 h 539501"/>
                <a:gd name="connsiteX29" fmla="*/ 170359 w 163905"/>
                <a:gd name="connsiteY29" fmla="*/ 67439 h 539501"/>
                <a:gd name="connsiteX30" fmla="*/ 168127 w 163905"/>
                <a:gd name="connsiteY30" fmla="*/ 67439 h 539501"/>
                <a:gd name="connsiteX31" fmla="*/ 168205 w 163905"/>
                <a:gd name="connsiteY31" fmla="*/ 69691 h 539501"/>
                <a:gd name="connsiteX32" fmla="*/ 168266 w 163905"/>
                <a:gd name="connsiteY32" fmla="*/ 72601 h 539501"/>
                <a:gd name="connsiteX33" fmla="*/ 168345 w 163905"/>
                <a:gd name="connsiteY33" fmla="*/ 75505 h 539501"/>
                <a:gd name="connsiteX34" fmla="*/ 168127 w 163905"/>
                <a:gd name="connsiteY34" fmla="*/ 77857 h 539501"/>
                <a:gd name="connsiteX35" fmla="*/ 165895 w 163905"/>
                <a:gd name="connsiteY35" fmla="*/ 78601 h 539501"/>
                <a:gd name="connsiteX36" fmla="*/ 165383 w 163905"/>
                <a:gd name="connsiteY36" fmla="*/ 83856 h 539501"/>
                <a:gd name="connsiteX37" fmla="*/ 165235 w 163905"/>
                <a:gd name="connsiteY37" fmla="*/ 86766 h 539501"/>
                <a:gd name="connsiteX38" fmla="*/ 165150 w 163905"/>
                <a:gd name="connsiteY38" fmla="*/ 89019 h 539501"/>
                <a:gd name="connsiteX39" fmla="*/ 163662 w 163905"/>
                <a:gd name="connsiteY39" fmla="*/ 89019 h 539501"/>
                <a:gd name="connsiteX40" fmla="*/ 162456 w 163905"/>
                <a:gd name="connsiteY40" fmla="*/ 96882 h 539501"/>
                <a:gd name="connsiteX41" fmla="*/ 162174 w 163905"/>
                <a:gd name="connsiteY41" fmla="*/ 98693 h 539501"/>
                <a:gd name="connsiteX42" fmla="*/ 160686 w 163905"/>
                <a:gd name="connsiteY42" fmla="*/ 99437 h 539501"/>
                <a:gd name="connsiteX43" fmla="*/ 160220 w 163905"/>
                <a:gd name="connsiteY43" fmla="*/ 104692 h 539501"/>
                <a:gd name="connsiteX44" fmla="*/ 160052 w 163905"/>
                <a:gd name="connsiteY44" fmla="*/ 107602 h 539501"/>
                <a:gd name="connsiteX45" fmla="*/ 159941 w 163905"/>
                <a:gd name="connsiteY45" fmla="*/ 109855 h 539501"/>
                <a:gd name="connsiteX46" fmla="*/ 157709 w 163905"/>
                <a:gd name="connsiteY46" fmla="*/ 109855 h 539501"/>
                <a:gd name="connsiteX47" fmla="*/ 156965 w 163905"/>
                <a:gd name="connsiteY47" fmla="*/ 120273 h 539501"/>
                <a:gd name="connsiteX48" fmla="*/ 154732 w 163905"/>
                <a:gd name="connsiteY48" fmla="*/ 120273 h 539501"/>
                <a:gd name="connsiteX49" fmla="*/ 154622 w 163905"/>
                <a:gd name="connsiteY49" fmla="*/ 122525 h 539501"/>
                <a:gd name="connsiteX50" fmla="*/ 154453 w 163905"/>
                <a:gd name="connsiteY50" fmla="*/ 125435 h 539501"/>
                <a:gd name="connsiteX51" fmla="*/ 154296 w 163905"/>
                <a:gd name="connsiteY51" fmla="*/ 128339 h 539501"/>
                <a:gd name="connsiteX52" fmla="*/ 153988 w 163905"/>
                <a:gd name="connsiteY52" fmla="*/ 130691 h 539501"/>
                <a:gd name="connsiteX53" fmla="*/ 152500 w 163905"/>
                <a:gd name="connsiteY53" fmla="*/ 131435 h 539501"/>
                <a:gd name="connsiteX54" fmla="*/ 152084 w 163905"/>
                <a:gd name="connsiteY54" fmla="*/ 138292 h 539501"/>
                <a:gd name="connsiteX55" fmla="*/ 151756 w 163905"/>
                <a:gd name="connsiteY55" fmla="*/ 140364 h 539501"/>
                <a:gd name="connsiteX56" fmla="*/ 149523 w 163905"/>
                <a:gd name="connsiteY56" fmla="*/ 141853 h 539501"/>
                <a:gd name="connsiteX57" fmla="*/ 149012 w 163905"/>
                <a:gd name="connsiteY57" fmla="*/ 146783 h 539501"/>
                <a:gd name="connsiteX58" fmla="*/ 148864 w 163905"/>
                <a:gd name="connsiteY58" fmla="*/ 149463 h 539501"/>
                <a:gd name="connsiteX59" fmla="*/ 148779 w 163905"/>
                <a:gd name="connsiteY59" fmla="*/ 151527 h 539501"/>
                <a:gd name="connsiteX60" fmla="*/ 147291 w 163905"/>
                <a:gd name="connsiteY60" fmla="*/ 151527 h 539501"/>
                <a:gd name="connsiteX61" fmla="*/ 146085 w 163905"/>
                <a:gd name="connsiteY61" fmla="*/ 159389 h 539501"/>
                <a:gd name="connsiteX62" fmla="*/ 145803 w 163905"/>
                <a:gd name="connsiteY62" fmla="*/ 161200 h 539501"/>
                <a:gd name="connsiteX63" fmla="*/ 144314 w 163905"/>
                <a:gd name="connsiteY63" fmla="*/ 161944 h 539501"/>
                <a:gd name="connsiteX64" fmla="*/ 143899 w 163905"/>
                <a:gd name="connsiteY64" fmla="*/ 169456 h 539501"/>
                <a:gd name="connsiteX65" fmla="*/ 143570 w 163905"/>
                <a:gd name="connsiteY65" fmla="*/ 171618 h 539501"/>
                <a:gd name="connsiteX66" fmla="*/ 141338 w 163905"/>
                <a:gd name="connsiteY66" fmla="*/ 172362 h 539501"/>
                <a:gd name="connsiteX67" fmla="*/ 140826 w 163905"/>
                <a:gd name="connsiteY67" fmla="*/ 177246 h 539501"/>
                <a:gd name="connsiteX68" fmla="*/ 140678 w 163905"/>
                <a:gd name="connsiteY68" fmla="*/ 179946 h 539501"/>
                <a:gd name="connsiteX69" fmla="*/ 140594 w 163905"/>
                <a:gd name="connsiteY69" fmla="*/ 182036 h 539501"/>
                <a:gd name="connsiteX70" fmla="*/ 138361 w 163905"/>
                <a:gd name="connsiteY70" fmla="*/ 182036 h 539501"/>
                <a:gd name="connsiteX71" fmla="*/ 138222 w 163905"/>
                <a:gd name="connsiteY71" fmla="*/ 185245 h 539501"/>
                <a:gd name="connsiteX72" fmla="*/ 138143 w 163905"/>
                <a:gd name="connsiteY72" fmla="*/ 187051 h 539501"/>
                <a:gd name="connsiteX73" fmla="*/ 140594 w 163905"/>
                <a:gd name="connsiteY73" fmla="*/ 190966 h 539501"/>
                <a:gd name="connsiteX74" fmla="*/ 142082 w 163905"/>
                <a:gd name="connsiteY74" fmla="*/ 194687 h 539501"/>
                <a:gd name="connsiteX75" fmla="*/ 145803 w 163905"/>
                <a:gd name="connsiteY75" fmla="*/ 199896 h 539501"/>
                <a:gd name="connsiteX76" fmla="*/ 146547 w 163905"/>
                <a:gd name="connsiteY76" fmla="*/ 205105 h 539501"/>
                <a:gd name="connsiteX77" fmla="*/ 148779 w 163905"/>
                <a:gd name="connsiteY77" fmla="*/ 205105 h 539501"/>
                <a:gd name="connsiteX78" fmla="*/ 149012 w 163905"/>
                <a:gd name="connsiteY78" fmla="*/ 207663 h 539501"/>
                <a:gd name="connsiteX79" fmla="*/ 149523 w 163905"/>
                <a:gd name="connsiteY79" fmla="*/ 210314 h 539501"/>
                <a:gd name="connsiteX80" fmla="*/ 151756 w 163905"/>
                <a:gd name="connsiteY80" fmla="*/ 211058 h 539501"/>
                <a:gd name="connsiteX81" fmla="*/ 151756 w 163905"/>
                <a:gd name="connsiteY81" fmla="*/ 217011 h 539501"/>
                <a:gd name="connsiteX82" fmla="*/ 153988 w 163905"/>
                <a:gd name="connsiteY82" fmla="*/ 217011 h 539501"/>
                <a:gd name="connsiteX83" fmla="*/ 154352 w 163905"/>
                <a:gd name="connsiteY83" fmla="*/ 221589 h 539501"/>
                <a:gd name="connsiteX84" fmla="*/ 154732 w 163905"/>
                <a:gd name="connsiteY84" fmla="*/ 222964 h 539501"/>
                <a:gd name="connsiteX85" fmla="*/ 156965 w 163905"/>
                <a:gd name="connsiteY85" fmla="*/ 223708 h 539501"/>
                <a:gd name="connsiteX86" fmla="*/ 157407 w 163905"/>
                <a:gd name="connsiteY86" fmla="*/ 228894 h 539501"/>
                <a:gd name="connsiteX87" fmla="*/ 157709 w 163905"/>
                <a:gd name="connsiteY87" fmla="*/ 230405 h 539501"/>
                <a:gd name="connsiteX88" fmla="*/ 159941 w 163905"/>
                <a:gd name="connsiteY88" fmla="*/ 231150 h 539501"/>
                <a:gd name="connsiteX89" fmla="*/ 160360 w 163905"/>
                <a:gd name="connsiteY89" fmla="*/ 234870 h 539501"/>
                <a:gd name="connsiteX90" fmla="*/ 160686 w 163905"/>
                <a:gd name="connsiteY90" fmla="*/ 238591 h 539501"/>
                <a:gd name="connsiteX91" fmla="*/ 162174 w 163905"/>
                <a:gd name="connsiteY91" fmla="*/ 239335 h 539501"/>
                <a:gd name="connsiteX92" fmla="*/ 162590 w 163905"/>
                <a:gd name="connsiteY92" fmla="*/ 244957 h 539501"/>
                <a:gd name="connsiteX93" fmla="*/ 164037 w 163905"/>
                <a:gd name="connsiteY93" fmla="*/ 247776 h 539501"/>
                <a:gd name="connsiteX94" fmla="*/ 165543 w 163905"/>
                <a:gd name="connsiteY94" fmla="*/ 256247 h 539501"/>
                <a:gd name="connsiteX95" fmla="*/ 165895 w 163905"/>
                <a:gd name="connsiteY95" fmla="*/ 260171 h 539501"/>
                <a:gd name="connsiteX96" fmla="*/ 168127 w 163905"/>
                <a:gd name="connsiteY96" fmla="*/ 260915 h 539501"/>
                <a:gd name="connsiteX97" fmla="*/ 168455 w 163905"/>
                <a:gd name="connsiteY97" fmla="*/ 264217 h 539501"/>
                <a:gd name="connsiteX98" fmla="*/ 168515 w 163905"/>
                <a:gd name="connsiteY98" fmla="*/ 266235 h 539501"/>
                <a:gd name="connsiteX99" fmla="*/ 168546 w 163905"/>
                <a:gd name="connsiteY99" fmla="*/ 268357 h 539501"/>
                <a:gd name="connsiteX100" fmla="*/ 168641 w 163905"/>
                <a:gd name="connsiteY100" fmla="*/ 272496 h 539501"/>
                <a:gd name="connsiteX101" fmla="*/ 168669 w 163905"/>
                <a:gd name="connsiteY101" fmla="*/ 274359 h 539501"/>
                <a:gd name="connsiteX102" fmla="*/ 168871 w 163905"/>
                <a:gd name="connsiteY102" fmla="*/ 275798 h 539501"/>
                <a:gd name="connsiteX103" fmla="*/ 170359 w 163905"/>
                <a:gd name="connsiteY103" fmla="*/ 276542 h 539501"/>
                <a:gd name="connsiteX104" fmla="*/ 170528 w 163905"/>
                <a:gd name="connsiteY104" fmla="*/ 282843 h 539501"/>
                <a:gd name="connsiteX105" fmla="*/ 170529 w 163905"/>
                <a:gd name="connsiteY105" fmla="*/ 284845 h 539501"/>
                <a:gd name="connsiteX106" fmla="*/ 170505 w 163905"/>
                <a:gd name="connsiteY106" fmla="*/ 291428 h 539501"/>
                <a:gd name="connsiteX107" fmla="*/ 170498 w 163905"/>
                <a:gd name="connsiteY107" fmla="*/ 295979 h 539501"/>
                <a:gd name="connsiteX108" fmla="*/ 170462 w 163905"/>
                <a:gd name="connsiteY108" fmla="*/ 307984 h 539501"/>
                <a:gd name="connsiteX109" fmla="*/ 170432 w 163905"/>
                <a:gd name="connsiteY109" fmla="*/ 320224 h 539501"/>
                <a:gd name="connsiteX110" fmla="*/ 170359 w 163905"/>
                <a:gd name="connsiteY110" fmla="*/ 344259 h 539501"/>
                <a:gd name="connsiteX111" fmla="*/ 168127 w 163905"/>
                <a:gd name="connsiteY111" fmla="*/ 344259 h 539501"/>
                <a:gd name="connsiteX112" fmla="*/ 168205 w 163905"/>
                <a:gd name="connsiteY112" fmla="*/ 347163 h 539501"/>
                <a:gd name="connsiteX113" fmla="*/ 168266 w 163905"/>
                <a:gd name="connsiteY113" fmla="*/ 350910 h 539501"/>
                <a:gd name="connsiteX114" fmla="*/ 168323 w 163905"/>
                <a:gd name="connsiteY114" fmla="*/ 352827 h 539501"/>
                <a:gd name="connsiteX115" fmla="*/ 168345 w 163905"/>
                <a:gd name="connsiteY115" fmla="*/ 354651 h 539501"/>
                <a:gd name="connsiteX116" fmla="*/ 168380 w 163905"/>
                <a:gd name="connsiteY116" fmla="*/ 356339 h 539501"/>
                <a:gd name="connsiteX117" fmla="*/ 168127 w 163905"/>
                <a:gd name="connsiteY117" fmla="*/ 357653 h 539501"/>
                <a:gd name="connsiteX118" fmla="*/ 165895 w 163905"/>
                <a:gd name="connsiteY118" fmla="*/ 358398 h 539501"/>
                <a:gd name="connsiteX119" fmla="*/ 165383 w 163905"/>
                <a:gd name="connsiteY119" fmla="*/ 362537 h 539501"/>
                <a:gd name="connsiteX120" fmla="*/ 165235 w 163905"/>
                <a:gd name="connsiteY120" fmla="*/ 364819 h 539501"/>
                <a:gd name="connsiteX121" fmla="*/ 165150 w 163905"/>
                <a:gd name="connsiteY121" fmla="*/ 366583 h 539501"/>
                <a:gd name="connsiteX122" fmla="*/ 163662 w 163905"/>
                <a:gd name="connsiteY122" fmla="*/ 366583 h 539501"/>
                <a:gd name="connsiteX123" fmla="*/ 162918 w 163905"/>
                <a:gd name="connsiteY123" fmla="*/ 369885 h 539501"/>
                <a:gd name="connsiteX124" fmla="*/ 162174 w 163905"/>
                <a:gd name="connsiteY124" fmla="*/ 373280 h 539501"/>
                <a:gd name="connsiteX125" fmla="*/ 160686 w 163905"/>
                <a:gd name="connsiteY125" fmla="*/ 374025 h 539501"/>
                <a:gd name="connsiteX126" fmla="*/ 159941 w 163905"/>
                <a:gd name="connsiteY126" fmla="*/ 376257 h 539501"/>
                <a:gd name="connsiteX127" fmla="*/ 157709 w 163905"/>
                <a:gd name="connsiteY127" fmla="*/ 379234 h 539501"/>
                <a:gd name="connsiteX128" fmla="*/ 156965 w 163905"/>
                <a:gd name="connsiteY128" fmla="*/ 381094 h 539501"/>
                <a:gd name="connsiteX129" fmla="*/ 154732 w 163905"/>
                <a:gd name="connsiteY129" fmla="*/ 383698 h 539501"/>
                <a:gd name="connsiteX130" fmla="*/ 153988 w 163905"/>
                <a:gd name="connsiteY130" fmla="*/ 385931 h 539501"/>
                <a:gd name="connsiteX131" fmla="*/ 151756 w 163905"/>
                <a:gd name="connsiteY131" fmla="*/ 386675 h 539501"/>
                <a:gd name="connsiteX132" fmla="*/ 150268 w 163905"/>
                <a:gd name="connsiteY132" fmla="*/ 389651 h 539501"/>
                <a:gd name="connsiteX133" fmla="*/ 148779 w 163905"/>
                <a:gd name="connsiteY133" fmla="*/ 390396 h 539501"/>
                <a:gd name="connsiteX134" fmla="*/ 148175 w 163905"/>
                <a:gd name="connsiteY134" fmla="*/ 391884 h 539501"/>
                <a:gd name="connsiteX135" fmla="*/ 147291 w 163905"/>
                <a:gd name="connsiteY135" fmla="*/ 393372 h 539501"/>
                <a:gd name="connsiteX136" fmla="*/ 145384 w 163905"/>
                <a:gd name="connsiteY136" fmla="*/ 393744 h 539501"/>
                <a:gd name="connsiteX137" fmla="*/ 143570 w 163905"/>
                <a:gd name="connsiteY137" fmla="*/ 394116 h 539501"/>
                <a:gd name="connsiteX138" fmla="*/ 143245 w 163905"/>
                <a:gd name="connsiteY138" fmla="*/ 395558 h 539501"/>
                <a:gd name="connsiteX139" fmla="*/ 142826 w 163905"/>
                <a:gd name="connsiteY139" fmla="*/ 397093 h 539501"/>
                <a:gd name="connsiteX140" fmla="*/ 138361 w 163905"/>
                <a:gd name="connsiteY140" fmla="*/ 398581 h 539501"/>
                <a:gd name="connsiteX141" fmla="*/ 138361 w 163905"/>
                <a:gd name="connsiteY141" fmla="*/ 400069 h 539501"/>
                <a:gd name="connsiteX142" fmla="*/ 130176 w 163905"/>
                <a:gd name="connsiteY142" fmla="*/ 400814 h 539501"/>
                <a:gd name="connsiteX143" fmla="*/ 130176 w 163905"/>
                <a:gd name="connsiteY143" fmla="*/ 403790 h 539501"/>
                <a:gd name="connsiteX144" fmla="*/ 128616 w 163905"/>
                <a:gd name="connsiteY144" fmla="*/ 403823 h 539501"/>
                <a:gd name="connsiteX145" fmla="*/ 121665 w 163905"/>
                <a:gd name="connsiteY145" fmla="*/ 404023 h 539501"/>
                <a:gd name="connsiteX146" fmla="*/ 119210 w 163905"/>
                <a:gd name="connsiteY146" fmla="*/ 404074 h 539501"/>
                <a:gd name="connsiteX147" fmla="*/ 116877 w 163905"/>
                <a:gd name="connsiteY147" fmla="*/ 404154 h 539501"/>
                <a:gd name="connsiteX148" fmla="*/ 114716 w 163905"/>
                <a:gd name="connsiteY148" fmla="*/ 404213 h 539501"/>
                <a:gd name="connsiteX149" fmla="*/ 113061 w 163905"/>
                <a:gd name="connsiteY149" fmla="*/ 404534 h 539501"/>
                <a:gd name="connsiteX150" fmla="*/ 112316 w 163905"/>
                <a:gd name="connsiteY150" fmla="*/ 406767 h 539501"/>
                <a:gd name="connsiteX151" fmla="*/ 107224 w 163905"/>
                <a:gd name="connsiteY151" fmla="*/ 407011 h 539501"/>
                <a:gd name="connsiteX152" fmla="*/ 105681 w 163905"/>
                <a:gd name="connsiteY152" fmla="*/ 407007 h 539501"/>
                <a:gd name="connsiteX153" fmla="*/ 102445 w 163905"/>
                <a:gd name="connsiteY153" fmla="*/ 406976 h 539501"/>
                <a:gd name="connsiteX154" fmla="*/ 97477 w 163905"/>
                <a:gd name="connsiteY154" fmla="*/ 406941 h 539501"/>
                <a:gd name="connsiteX155" fmla="*/ 88504 w 163905"/>
                <a:gd name="connsiteY155" fmla="*/ 406023 h 539501"/>
                <a:gd name="connsiteX156" fmla="*/ 88042 w 163905"/>
                <a:gd name="connsiteY156" fmla="*/ 400255 h 539501"/>
                <a:gd name="connsiteX157" fmla="*/ 87760 w 163905"/>
                <a:gd name="connsiteY157" fmla="*/ 398581 h 539501"/>
                <a:gd name="connsiteX158" fmla="*/ 86271 w 163905"/>
                <a:gd name="connsiteY158" fmla="*/ 397837 h 539501"/>
                <a:gd name="connsiteX159" fmla="*/ 85963 w 163905"/>
                <a:gd name="connsiteY159" fmla="*/ 392718 h 539501"/>
                <a:gd name="connsiteX160" fmla="*/ 85920 w 163905"/>
                <a:gd name="connsiteY160" fmla="*/ 391170 h 539501"/>
                <a:gd name="connsiteX161" fmla="*/ 85806 w 163905"/>
                <a:gd name="connsiteY161" fmla="*/ 386256 h 539501"/>
                <a:gd name="connsiteX162" fmla="*/ 85719 w 163905"/>
                <a:gd name="connsiteY162" fmla="*/ 382932 h 539501"/>
                <a:gd name="connsiteX163" fmla="*/ 85527 w 163905"/>
                <a:gd name="connsiteY163" fmla="*/ 374769 h 539501"/>
                <a:gd name="connsiteX164" fmla="*/ 83295 w 163905"/>
                <a:gd name="connsiteY164" fmla="*/ 374769 h 539501"/>
                <a:gd name="connsiteX165" fmla="*/ 83211 w 163905"/>
                <a:gd name="connsiteY165" fmla="*/ 372190 h 539501"/>
                <a:gd name="connsiteX166" fmla="*/ 83062 w 163905"/>
                <a:gd name="connsiteY166" fmla="*/ 368862 h 539501"/>
                <a:gd name="connsiteX167" fmla="*/ 83012 w 163905"/>
                <a:gd name="connsiteY167" fmla="*/ 367160 h 539501"/>
                <a:gd name="connsiteX168" fmla="*/ 82551 w 163905"/>
                <a:gd name="connsiteY168" fmla="*/ 362862 h 539501"/>
                <a:gd name="connsiteX169" fmla="*/ 80318 w 163905"/>
                <a:gd name="connsiteY169" fmla="*/ 362118 h 539501"/>
                <a:gd name="connsiteX170" fmla="*/ 79900 w 163905"/>
                <a:gd name="connsiteY170" fmla="*/ 357653 h 539501"/>
                <a:gd name="connsiteX171" fmla="*/ 79574 w 163905"/>
                <a:gd name="connsiteY171" fmla="*/ 353189 h 539501"/>
                <a:gd name="connsiteX172" fmla="*/ 78086 w 163905"/>
                <a:gd name="connsiteY172" fmla="*/ 352444 h 539501"/>
                <a:gd name="connsiteX173" fmla="*/ 77621 w 163905"/>
                <a:gd name="connsiteY173" fmla="*/ 348677 h 539501"/>
                <a:gd name="connsiteX174" fmla="*/ 77452 w 163905"/>
                <a:gd name="connsiteY174" fmla="*/ 346605 h 539501"/>
                <a:gd name="connsiteX175" fmla="*/ 77342 w 163905"/>
                <a:gd name="connsiteY175" fmla="*/ 345003 h 539501"/>
                <a:gd name="connsiteX176" fmla="*/ 75109 w 163905"/>
                <a:gd name="connsiteY176" fmla="*/ 345003 h 539501"/>
                <a:gd name="connsiteX177" fmla="*/ 75109 w 163905"/>
                <a:gd name="connsiteY177" fmla="*/ 339050 h 539501"/>
                <a:gd name="connsiteX178" fmla="*/ 77818 w 163905"/>
                <a:gd name="connsiteY178" fmla="*/ 339029 h 539501"/>
                <a:gd name="connsiteX179" fmla="*/ 87745 w 163905"/>
                <a:gd name="connsiteY179" fmla="*/ 338896 h 539501"/>
                <a:gd name="connsiteX180" fmla="*/ 92045 w 163905"/>
                <a:gd name="connsiteY180" fmla="*/ 338848 h 539501"/>
                <a:gd name="connsiteX181" fmla="*/ 98218 w 163905"/>
                <a:gd name="connsiteY181" fmla="*/ 338759 h 539501"/>
                <a:gd name="connsiteX182" fmla="*/ 100168 w 163905"/>
                <a:gd name="connsiteY182" fmla="*/ 338756 h 539501"/>
                <a:gd name="connsiteX183" fmla="*/ 104875 w 163905"/>
                <a:gd name="connsiteY183" fmla="*/ 338306 h 539501"/>
                <a:gd name="connsiteX184" fmla="*/ 106363 w 163905"/>
                <a:gd name="connsiteY184" fmla="*/ 335329 h 539501"/>
                <a:gd name="connsiteX185" fmla="*/ 108224 w 163905"/>
                <a:gd name="connsiteY185" fmla="*/ 335004 h 539501"/>
                <a:gd name="connsiteX186" fmla="*/ 110084 w 163905"/>
                <a:gd name="connsiteY186" fmla="*/ 334585 h 539501"/>
                <a:gd name="connsiteX187" fmla="*/ 111572 w 163905"/>
                <a:gd name="connsiteY187" fmla="*/ 330864 h 539501"/>
                <a:gd name="connsiteX188" fmla="*/ 112316 w 163905"/>
                <a:gd name="connsiteY188" fmla="*/ 330120 h 539501"/>
                <a:gd name="connsiteX189" fmla="*/ 112735 w 163905"/>
                <a:gd name="connsiteY189" fmla="*/ 327097 h 539501"/>
                <a:gd name="connsiteX190" fmla="*/ 113061 w 163905"/>
                <a:gd name="connsiteY190" fmla="*/ 324167 h 539501"/>
                <a:gd name="connsiteX191" fmla="*/ 115293 w 163905"/>
                <a:gd name="connsiteY191" fmla="*/ 324167 h 539501"/>
                <a:gd name="connsiteX192" fmla="*/ 115409 w 163905"/>
                <a:gd name="connsiteY192" fmla="*/ 305577 h 539501"/>
                <a:gd name="connsiteX193" fmla="*/ 115461 w 163905"/>
                <a:gd name="connsiteY193" fmla="*/ 296946 h 539501"/>
                <a:gd name="connsiteX194" fmla="*/ 115505 w 163905"/>
                <a:gd name="connsiteY194" fmla="*/ 288623 h 539501"/>
                <a:gd name="connsiteX195" fmla="*/ 115529 w 163905"/>
                <a:gd name="connsiteY195" fmla="*/ 285441 h 539501"/>
                <a:gd name="connsiteX196" fmla="*/ 115546 w 163905"/>
                <a:gd name="connsiteY196" fmla="*/ 280998 h 539501"/>
                <a:gd name="connsiteX197" fmla="*/ 115561 w 163905"/>
                <a:gd name="connsiteY197" fmla="*/ 278440 h 539501"/>
                <a:gd name="connsiteX198" fmla="*/ 115293 w 163905"/>
                <a:gd name="connsiteY198" fmla="*/ 276542 h 539501"/>
                <a:gd name="connsiteX199" fmla="*/ 113061 w 163905"/>
                <a:gd name="connsiteY199" fmla="*/ 275798 h 539501"/>
                <a:gd name="connsiteX200" fmla="*/ 112843 w 163905"/>
                <a:gd name="connsiteY200" fmla="*/ 272632 h 539501"/>
                <a:gd name="connsiteX201" fmla="*/ 112864 w 163905"/>
                <a:gd name="connsiteY201" fmla="*/ 270707 h 539501"/>
                <a:gd name="connsiteX202" fmla="*/ 112921 w 163905"/>
                <a:gd name="connsiteY202" fmla="*/ 268682 h 539501"/>
                <a:gd name="connsiteX203" fmla="*/ 112952 w 163905"/>
                <a:gd name="connsiteY203" fmla="*/ 266649 h 539501"/>
                <a:gd name="connsiteX204" fmla="*/ 113061 w 163905"/>
                <a:gd name="connsiteY204" fmla="*/ 261659 h 539501"/>
                <a:gd name="connsiteX205" fmla="*/ 110828 w 163905"/>
                <a:gd name="connsiteY205" fmla="*/ 261659 h 539501"/>
                <a:gd name="connsiteX206" fmla="*/ 110084 w 163905"/>
                <a:gd name="connsiteY206" fmla="*/ 251241 h 539501"/>
                <a:gd name="connsiteX207" fmla="*/ 107852 w 163905"/>
                <a:gd name="connsiteY207" fmla="*/ 251241 h 539501"/>
                <a:gd name="connsiteX208" fmla="*/ 107107 w 163905"/>
                <a:gd name="connsiteY208" fmla="*/ 242312 h 539501"/>
                <a:gd name="connsiteX209" fmla="*/ 104875 w 163905"/>
                <a:gd name="connsiteY209" fmla="*/ 242312 h 539501"/>
                <a:gd name="connsiteX210" fmla="*/ 104765 w 163905"/>
                <a:gd name="connsiteY210" fmla="*/ 240873 h 539501"/>
                <a:gd name="connsiteX211" fmla="*/ 104596 w 163905"/>
                <a:gd name="connsiteY211" fmla="*/ 239010 h 539501"/>
                <a:gd name="connsiteX212" fmla="*/ 104439 w 163905"/>
                <a:gd name="connsiteY212" fmla="*/ 237152 h 539501"/>
                <a:gd name="connsiteX213" fmla="*/ 104131 w 163905"/>
                <a:gd name="connsiteY213" fmla="*/ 235614 h 539501"/>
                <a:gd name="connsiteX214" fmla="*/ 102643 w 163905"/>
                <a:gd name="connsiteY214" fmla="*/ 234870 h 539501"/>
                <a:gd name="connsiteX215" fmla="*/ 102227 w 163905"/>
                <a:gd name="connsiteY215" fmla="*/ 230266 h 539501"/>
                <a:gd name="connsiteX216" fmla="*/ 101898 w 163905"/>
                <a:gd name="connsiteY216" fmla="*/ 228917 h 539501"/>
                <a:gd name="connsiteX217" fmla="*/ 99666 w 163905"/>
                <a:gd name="connsiteY217" fmla="*/ 228173 h 539501"/>
                <a:gd name="connsiteX218" fmla="*/ 98922 w 163905"/>
                <a:gd name="connsiteY218" fmla="*/ 222964 h 539501"/>
                <a:gd name="connsiteX219" fmla="*/ 96689 w 163905"/>
                <a:gd name="connsiteY219" fmla="*/ 220732 h 539501"/>
                <a:gd name="connsiteX220" fmla="*/ 95945 w 163905"/>
                <a:gd name="connsiteY220" fmla="*/ 216267 h 539501"/>
                <a:gd name="connsiteX221" fmla="*/ 94457 w 163905"/>
                <a:gd name="connsiteY221" fmla="*/ 216267 h 539501"/>
                <a:gd name="connsiteX222" fmla="*/ 92969 w 163905"/>
                <a:gd name="connsiteY222" fmla="*/ 211802 h 539501"/>
                <a:gd name="connsiteX223" fmla="*/ 91480 w 163905"/>
                <a:gd name="connsiteY223" fmla="*/ 211058 h 539501"/>
                <a:gd name="connsiteX224" fmla="*/ 89992 w 163905"/>
                <a:gd name="connsiteY224" fmla="*/ 207337 h 539501"/>
                <a:gd name="connsiteX225" fmla="*/ 88504 w 163905"/>
                <a:gd name="connsiteY225" fmla="*/ 206593 h 539501"/>
                <a:gd name="connsiteX226" fmla="*/ 87760 w 163905"/>
                <a:gd name="connsiteY226" fmla="*/ 202128 h 539501"/>
                <a:gd name="connsiteX227" fmla="*/ 86271 w 163905"/>
                <a:gd name="connsiteY227" fmla="*/ 201384 h 539501"/>
                <a:gd name="connsiteX228" fmla="*/ 85946 w 163905"/>
                <a:gd name="connsiteY228" fmla="*/ 199896 h 539501"/>
                <a:gd name="connsiteX229" fmla="*/ 85527 w 163905"/>
                <a:gd name="connsiteY229" fmla="*/ 198407 h 539501"/>
                <a:gd name="connsiteX230" fmla="*/ 83295 w 163905"/>
                <a:gd name="connsiteY230" fmla="*/ 197663 h 539501"/>
                <a:gd name="connsiteX231" fmla="*/ 83155 w 163905"/>
                <a:gd name="connsiteY231" fmla="*/ 193896 h 539501"/>
                <a:gd name="connsiteX232" fmla="*/ 83216 w 163905"/>
                <a:gd name="connsiteY232" fmla="*/ 191823 h 539501"/>
                <a:gd name="connsiteX233" fmla="*/ 83295 w 163905"/>
                <a:gd name="connsiteY233" fmla="*/ 190222 h 539501"/>
                <a:gd name="connsiteX234" fmla="*/ 84783 w 163905"/>
                <a:gd name="connsiteY234" fmla="*/ 190222 h 539501"/>
                <a:gd name="connsiteX235" fmla="*/ 85990 w 163905"/>
                <a:gd name="connsiteY235" fmla="*/ 181778 h 539501"/>
                <a:gd name="connsiteX236" fmla="*/ 86271 w 163905"/>
                <a:gd name="connsiteY236" fmla="*/ 179804 h 539501"/>
                <a:gd name="connsiteX237" fmla="*/ 87760 w 163905"/>
                <a:gd name="connsiteY237" fmla="*/ 179060 h 539501"/>
                <a:gd name="connsiteX238" fmla="*/ 88225 w 163905"/>
                <a:gd name="connsiteY238" fmla="*/ 173060 h 539501"/>
                <a:gd name="connsiteX239" fmla="*/ 88312 w 163905"/>
                <a:gd name="connsiteY239" fmla="*/ 171349 h 539501"/>
                <a:gd name="connsiteX240" fmla="*/ 88504 w 163905"/>
                <a:gd name="connsiteY240" fmla="*/ 167153 h 539501"/>
                <a:gd name="connsiteX241" fmla="*/ 90736 w 163905"/>
                <a:gd name="connsiteY241" fmla="*/ 167898 h 539501"/>
                <a:gd name="connsiteX242" fmla="*/ 90821 w 163905"/>
                <a:gd name="connsiteY242" fmla="*/ 165157 h 539501"/>
                <a:gd name="connsiteX243" fmla="*/ 90969 w 163905"/>
                <a:gd name="connsiteY243" fmla="*/ 161619 h 539501"/>
                <a:gd name="connsiteX244" fmla="*/ 91020 w 163905"/>
                <a:gd name="connsiteY244" fmla="*/ 159809 h 539501"/>
                <a:gd name="connsiteX245" fmla="*/ 91480 w 163905"/>
                <a:gd name="connsiteY245" fmla="*/ 155247 h 539501"/>
                <a:gd name="connsiteX246" fmla="*/ 93713 w 163905"/>
                <a:gd name="connsiteY246" fmla="*/ 154503 h 539501"/>
                <a:gd name="connsiteX247" fmla="*/ 94131 w 163905"/>
                <a:gd name="connsiteY247" fmla="*/ 148550 h 539501"/>
                <a:gd name="connsiteX248" fmla="*/ 94457 w 163905"/>
                <a:gd name="connsiteY248" fmla="*/ 142597 h 539501"/>
                <a:gd name="connsiteX249" fmla="*/ 95945 w 163905"/>
                <a:gd name="connsiteY249" fmla="*/ 141853 h 539501"/>
                <a:gd name="connsiteX250" fmla="*/ 96301 w 163905"/>
                <a:gd name="connsiteY250" fmla="*/ 134687 h 539501"/>
                <a:gd name="connsiteX251" fmla="*/ 96689 w 163905"/>
                <a:gd name="connsiteY251" fmla="*/ 130691 h 539501"/>
                <a:gd name="connsiteX252" fmla="*/ 98922 w 163905"/>
                <a:gd name="connsiteY252" fmla="*/ 129946 h 539501"/>
                <a:gd name="connsiteX253" fmla="*/ 99433 w 163905"/>
                <a:gd name="connsiteY253" fmla="*/ 123947 h 539501"/>
                <a:gd name="connsiteX254" fmla="*/ 99511 w 163905"/>
                <a:gd name="connsiteY254" fmla="*/ 122236 h 539501"/>
                <a:gd name="connsiteX255" fmla="*/ 99666 w 163905"/>
                <a:gd name="connsiteY255" fmla="*/ 118040 h 539501"/>
                <a:gd name="connsiteX256" fmla="*/ 101898 w 163905"/>
                <a:gd name="connsiteY256" fmla="*/ 118040 h 539501"/>
                <a:gd name="connsiteX257" fmla="*/ 102009 w 163905"/>
                <a:gd name="connsiteY257" fmla="*/ 115136 h 539501"/>
                <a:gd name="connsiteX258" fmla="*/ 102177 w 163905"/>
                <a:gd name="connsiteY258" fmla="*/ 111389 h 539501"/>
                <a:gd name="connsiteX259" fmla="*/ 102247 w 163905"/>
                <a:gd name="connsiteY259" fmla="*/ 109472 h 539501"/>
                <a:gd name="connsiteX260" fmla="*/ 102334 w 163905"/>
                <a:gd name="connsiteY260" fmla="*/ 107648 h 539501"/>
                <a:gd name="connsiteX261" fmla="*/ 102405 w 163905"/>
                <a:gd name="connsiteY261" fmla="*/ 105960 h 539501"/>
                <a:gd name="connsiteX262" fmla="*/ 102643 w 163905"/>
                <a:gd name="connsiteY262" fmla="*/ 104646 h 539501"/>
                <a:gd name="connsiteX263" fmla="*/ 104131 w 163905"/>
                <a:gd name="connsiteY263" fmla="*/ 103902 h 539501"/>
                <a:gd name="connsiteX264" fmla="*/ 104439 w 163905"/>
                <a:gd name="connsiteY264" fmla="*/ 100899 h 539501"/>
                <a:gd name="connsiteX265" fmla="*/ 104526 w 163905"/>
                <a:gd name="connsiteY265" fmla="*/ 99075 h 539501"/>
                <a:gd name="connsiteX266" fmla="*/ 104596 w 163905"/>
                <a:gd name="connsiteY266" fmla="*/ 97158 h 539501"/>
                <a:gd name="connsiteX267" fmla="*/ 104683 w 163905"/>
                <a:gd name="connsiteY267" fmla="*/ 95232 h 539501"/>
                <a:gd name="connsiteX268" fmla="*/ 104875 w 163905"/>
                <a:gd name="connsiteY268" fmla="*/ 90507 h 539501"/>
                <a:gd name="connsiteX269" fmla="*/ 107107 w 163905"/>
                <a:gd name="connsiteY269" fmla="*/ 90507 h 539501"/>
                <a:gd name="connsiteX270" fmla="*/ 107192 w 163905"/>
                <a:gd name="connsiteY270" fmla="*/ 87792 h 539501"/>
                <a:gd name="connsiteX271" fmla="*/ 107340 w 163905"/>
                <a:gd name="connsiteY271" fmla="*/ 84275 h 539501"/>
                <a:gd name="connsiteX272" fmla="*/ 107391 w 163905"/>
                <a:gd name="connsiteY272" fmla="*/ 82484 h 539501"/>
                <a:gd name="connsiteX273" fmla="*/ 107852 w 163905"/>
                <a:gd name="connsiteY273" fmla="*/ 77857 h 539501"/>
                <a:gd name="connsiteX274" fmla="*/ 110084 w 163905"/>
                <a:gd name="connsiteY274" fmla="*/ 76368 h 539501"/>
                <a:gd name="connsiteX275" fmla="*/ 110084 w 163905"/>
                <a:gd name="connsiteY275" fmla="*/ 74880 h 539501"/>
                <a:gd name="connsiteX276" fmla="*/ 108596 w 163905"/>
                <a:gd name="connsiteY276" fmla="*/ 74136 h 539501"/>
                <a:gd name="connsiteX277" fmla="*/ 108596 w 163905"/>
                <a:gd name="connsiteY277" fmla="*/ 75624 h 539501"/>
                <a:gd name="connsiteX278" fmla="*/ 69900 w 163905"/>
                <a:gd name="connsiteY278" fmla="*/ 75624 h 539501"/>
                <a:gd name="connsiteX279" fmla="*/ 69156 w 163905"/>
                <a:gd name="connsiteY279" fmla="*/ 539968 h 539501"/>
                <a:gd name="connsiteX280" fmla="*/ 14834 w 163905"/>
                <a:gd name="connsiteY280" fmla="*/ 539968 h 539501"/>
                <a:gd name="connsiteX281" fmla="*/ 14817 w 163905"/>
                <a:gd name="connsiteY281" fmla="*/ 506133 h 539501"/>
                <a:gd name="connsiteX282" fmla="*/ 14817 w 163905"/>
                <a:gd name="connsiteY282" fmla="*/ 504349 h 539501"/>
                <a:gd name="connsiteX283" fmla="*/ 14771 w 163905"/>
                <a:gd name="connsiteY283" fmla="*/ 387462 h 539501"/>
                <a:gd name="connsiteX284" fmla="*/ 14770 w 163905"/>
                <a:gd name="connsiteY284" fmla="*/ 385183 h 539501"/>
                <a:gd name="connsiteX285" fmla="*/ 14758 w 163905"/>
                <a:gd name="connsiteY285" fmla="*/ 336169 h 539501"/>
                <a:gd name="connsiteX286" fmla="*/ 14752 w 163905"/>
                <a:gd name="connsiteY286" fmla="*/ 312134 h 539501"/>
                <a:gd name="connsiteX287" fmla="*/ 14752 w 163905"/>
                <a:gd name="connsiteY287" fmla="*/ 309718 h 539501"/>
                <a:gd name="connsiteX288" fmla="*/ 14720 w 163905"/>
                <a:gd name="connsiteY288" fmla="*/ 232130 h 539501"/>
                <a:gd name="connsiteX289" fmla="*/ 14694 w 163905"/>
                <a:gd name="connsiteY289" fmla="*/ 152428 h 539501"/>
                <a:gd name="connsiteX290" fmla="*/ 14693 w 163905"/>
                <a:gd name="connsiteY290" fmla="*/ 141182 h 539501"/>
                <a:gd name="connsiteX291" fmla="*/ 14692 w 163905"/>
                <a:gd name="connsiteY291" fmla="*/ 138946 h 539501"/>
                <a:gd name="connsiteX292" fmla="*/ 14675 w 163905"/>
                <a:gd name="connsiteY292" fmla="*/ 103253 h 539501"/>
                <a:gd name="connsiteX293" fmla="*/ 14665 w 163905"/>
                <a:gd name="connsiteY293" fmla="*/ 67406 h 539501"/>
                <a:gd name="connsiteX294" fmla="*/ 14654 w 163905"/>
                <a:gd name="connsiteY294" fmla="*/ 46085 h 539501"/>
                <a:gd name="connsiteX295" fmla="*/ 14653 w 163905"/>
                <a:gd name="connsiteY295" fmla="*/ 31864 h 539501"/>
                <a:gd name="connsiteX296" fmla="*/ 14648 w 163905"/>
                <a:gd name="connsiteY296" fmla="*/ 23747 h 539501"/>
                <a:gd name="connsiteX297" fmla="*/ 14651 w 163905"/>
                <a:gd name="connsiteY297" fmla="*/ 15026 h 539501"/>
                <a:gd name="connsiteX298" fmla="*/ 14639 w 163905"/>
                <a:gd name="connsiteY298" fmla="*/ 12450 h 539501"/>
                <a:gd name="connsiteX299" fmla="*/ 14649 w 163905"/>
                <a:gd name="connsiteY299" fmla="*/ 10118 h 539501"/>
                <a:gd name="connsiteX300" fmla="*/ 14648 w 163905"/>
                <a:gd name="connsiteY300" fmla="*/ 8101 h 539501"/>
                <a:gd name="connsiteX301" fmla="*/ 16322 w 163905"/>
                <a:gd name="connsiteY301" fmla="*/ 4187 h 539501"/>
                <a:gd name="connsiteX302" fmla="*/ 21016 w 163905"/>
                <a:gd name="connsiteY302" fmla="*/ 3910 h 539501"/>
                <a:gd name="connsiteX303" fmla="*/ 22492 w 163905"/>
                <a:gd name="connsiteY303" fmla="*/ 3901 h 539501"/>
                <a:gd name="connsiteX304" fmla="*/ 27409 w 163905"/>
                <a:gd name="connsiteY304" fmla="*/ 3912 h 539501"/>
                <a:gd name="connsiteX305" fmla="*/ 30925 w 163905"/>
                <a:gd name="connsiteY305" fmla="*/ 3904 h 539501"/>
                <a:gd name="connsiteX306" fmla="*/ 38507 w 163905"/>
                <a:gd name="connsiteY306" fmla="*/ 3904 h 539501"/>
                <a:gd name="connsiteX307" fmla="*/ 50483 w 163905"/>
                <a:gd name="connsiteY307" fmla="*/ 3891 h 539501"/>
                <a:gd name="connsiteX308" fmla="*/ 80228 w 163905"/>
                <a:gd name="connsiteY308" fmla="*/ 3862 h 539501"/>
                <a:gd name="connsiteX309" fmla="*/ 103344 w 163905"/>
                <a:gd name="connsiteY309" fmla="*/ 3832 h 539501"/>
                <a:gd name="connsiteX310" fmla="*/ 115262 w 163905"/>
                <a:gd name="connsiteY310" fmla="*/ 3833 h 539501"/>
                <a:gd name="connsiteX311" fmla="*/ 122659 w 163905"/>
                <a:gd name="connsiteY311" fmla="*/ 3818 h 539501"/>
                <a:gd name="connsiteX312" fmla="*/ 126104 w 163905"/>
                <a:gd name="connsiteY312" fmla="*/ 3825 h 539501"/>
                <a:gd name="connsiteX313" fmla="*/ 130785 w 163905"/>
                <a:gd name="connsiteY313" fmla="*/ 3814 h 539501"/>
                <a:gd name="connsiteX314" fmla="*/ 133438 w 163905"/>
                <a:gd name="connsiteY314" fmla="*/ 3814 h 539501"/>
                <a:gd name="connsiteX315" fmla="*/ 135385 w 163905"/>
                <a:gd name="connsiteY315" fmla="*/ 3443 h 539501"/>
                <a:gd name="connsiteX316" fmla="*/ 136129 w 163905"/>
                <a:gd name="connsiteY316" fmla="*/ 466 h 53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163905" h="539501">
                  <a:moveTo>
                    <a:pt x="136129" y="466"/>
                  </a:moveTo>
                  <a:cubicBezTo>
                    <a:pt x="137111" y="466"/>
                    <a:pt x="138093" y="466"/>
                    <a:pt x="139105" y="466"/>
                  </a:cubicBezTo>
                  <a:cubicBezTo>
                    <a:pt x="139105" y="1448"/>
                    <a:pt x="139105" y="2431"/>
                    <a:pt x="139105" y="3443"/>
                  </a:cubicBezTo>
                  <a:cubicBezTo>
                    <a:pt x="139950" y="3519"/>
                    <a:pt x="140794" y="3596"/>
                    <a:pt x="141663" y="3675"/>
                  </a:cubicBezTo>
                  <a:cubicBezTo>
                    <a:pt x="142976" y="3928"/>
                    <a:pt x="142976" y="3928"/>
                    <a:pt x="144314" y="4187"/>
                  </a:cubicBezTo>
                  <a:cubicBezTo>
                    <a:pt x="144560" y="4923"/>
                    <a:pt x="144806" y="5660"/>
                    <a:pt x="145059" y="6419"/>
                  </a:cubicBezTo>
                  <a:cubicBezTo>
                    <a:pt x="145688" y="6527"/>
                    <a:pt x="146317" y="6634"/>
                    <a:pt x="146965" y="6745"/>
                  </a:cubicBezTo>
                  <a:cubicBezTo>
                    <a:pt x="147863" y="6952"/>
                    <a:pt x="147863" y="6952"/>
                    <a:pt x="148779" y="7163"/>
                  </a:cubicBezTo>
                  <a:cubicBezTo>
                    <a:pt x="148779" y="8146"/>
                    <a:pt x="148779" y="9128"/>
                    <a:pt x="148779" y="10140"/>
                  </a:cubicBezTo>
                  <a:cubicBezTo>
                    <a:pt x="150498" y="10385"/>
                    <a:pt x="152217" y="10631"/>
                    <a:pt x="153988" y="10884"/>
                  </a:cubicBezTo>
                  <a:cubicBezTo>
                    <a:pt x="153988" y="11866"/>
                    <a:pt x="153988" y="12848"/>
                    <a:pt x="153988" y="13861"/>
                  </a:cubicBezTo>
                  <a:cubicBezTo>
                    <a:pt x="154710" y="13937"/>
                    <a:pt x="155431" y="14014"/>
                    <a:pt x="156174" y="14093"/>
                  </a:cubicBezTo>
                  <a:cubicBezTo>
                    <a:pt x="156926" y="14262"/>
                    <a:pt x="157678" y="14431"/>
                    <a:pt x="158453" y="14605"/>
                  </a:cubicBezTo>
                  <a:cubicBezTo>
                    <a:pt x="158699" y="15341"/>
                    <a:pt x="158944" y="16078"/>
                    <a:pt x="159197" y="16837"/>
                  </a:cubicBezTo>
                  <a:cubicBezTo>
                    <a:pt x="159919" y="16945"/>
                    <a:pt x="160640" y="17052"/>
                    <a:pt x="161383" y="17163"/>
                  </a:cubicBezTo>
                  <a:cubicBezTo>
                    <a:pt x="162135" y="17301"/>
                    <a:pt x="162887" y="17439"/>
                    <a:pt x="163662" y="17581"/>
                  </a:cubicBezTo>
                  <a:cubicBezTo>
                    <a:pt x="164499" y="19070"/>
                    <a:pt x="164499" y="19070"/>
                    <a:pt x="165150" y="20558"/>
                  </a:cubicBezTo>
                  <a:cubicBezTo>
                    <a:pt x="166137" y="20827"/>
                    <a:pt x="167129" y="21077"/>
                    <a:pt x="168127" y="21302"/>
                  </a:cubicBezTo>
                  <a:cubicBezTo>
                    <a:pt x="168373" y="22039"/>
                    <a:pt x="168618" y="22775"/>
                    <a:pt x="168871" y="23534"/>
                  </a:cubicBezTo>
                  <a:cubicBezTo>
                    <a:pt x="170107" y="24041"/>
                    <a:pt x="171347" y="24537"/>
                    <a:pt x="172592" y="25023"/>
                  </a:cubicBezTo>
                  <a:cubicBezTo>
                    <a:pt x="173083" y="25759"/>
                    <a:pt x="173574" y="26496"/>
                    <a:pt x="174080" y="27255"/>
                  </a:cubicBezTo>
                  <a:cubicBezTo>
                    <a:pt x="174709" y="27470"/>
                    <a:pt x="175339" y="27685"/>
                    <a:pt x="175987" y="27906"/>
                  </a:cubicBezTo>
                  <a:cubicBezTo>
                    <a:pt x="176586" y="28182"/>
                    <a:pt x="177184" y="28459"/>
                    <a:pt x="177801" y="28743"/>
                  </a:cubicBezTo>
                  <a:cubicBezTo>
                    <a:pt x="178405" y="30697"/>
                    <a:pt x="178405" y="30697"/>
                    <a:pt x="178545" y="32464"/>
                  </a:cubicBezTo>
                  <a:cubicBezTo>
                    <a:pt x="178054" y="32464"/>
                    <a:pt x="177563" y="32464"/>
                    <a:pt x="177057" y="32464"/>
                  </a:cubicBezTo>
                  <a:cubicBezTo>
                    <a:pt x="176811" y="36639"/>
                    <a:pt x="176566" y="40813"/>
                    <a:pt x="176313" y="45114"/>
                  </a:cubicBezTo>
                  <a:cubicBezTo>
                    <a:pt x="175576" y="45114"/>
                    <a:pt x="174839" y="45114"/>
                    <a:pt x="174080" y="45114"/>
                  </a:cubicBezTo>
                  <a:cubicBezTo>
                    <a:pt x="173835" y="48798"/>
                    <a:pt x="173589" y="52481"/>
                    <a:pt x="173336" y="56277"/>
                  </a:cubicBezTo>
                  <a:cubicBezTo>
                    <a:pt x="172599" y="56277"/>
                    <a:pt x="171863" y="56277"/>
                    <a:pt x="171104" y="56277"/>
                  </a:cubicBezTo>
                  <a:cubicBezTo>
                    <a:pt x="170858" y="59960"/>
                    <a:pt x="170612" y="63644"/>
                    <a:pt x="170359" y="67439"/>
                  </a:cubicBezTo>
                  <a:cubicBezTo>
                    <a:pt x="169623" y="67439"/>
                    <a:pt x="168886" y="67439"/>
                    <a:pt x="168127" y="67439"/>
                  </a:cubicBezTo>
                  <a:cubicBezTo>
                    <a:pt x="168153" y="68182"/>
                    <a:pt x="168179" y="68925"/>
                    <a:pt x="168205" y="69691"/>
                  </a:cubicBezTo>
                  <a:cubicBezTo>
                    <a:pt x="168226" y="70652"/>
                    <a:pt x="168246" y="71612"/>
                    <a:pt x="168266" y="72601"/>
                  </a:cubicBezTo>
                  <a:cubicBezTo>
                    <a:pt x="168292" y="73559"/>
                    <a:pt x="168318" y="74518"/>
                    <a:pt x="168345" y="75505"/>
                  </a:cubicBezTo>
                  <a:cubicBezTo>
                    <a:pt x="168273" y="76281"/>
                    <a:pt x="168201" y="77057"/>
                    <a:pt x="168127" y="77857"/>
                  </a:cubicBezTo>
                  <a:cubicBezTo>
                    <a:pt x="167390" y="78102"/>
                    <a:pt x="166654" y="78348"/>
                    <a:pt x="165895" y="78601"/>
                  </a:cubicBezTo>
                  <a:cubicBezTo>
                    <a:pt x="165454" y="81034"/>
                    <a:pt x="165454" y="81034"/>
                    <a:pt x="165383" y="83856"/>
                  </a:cubicBezTo>
                  <a:cubicBezTo>
                    <a:pt x="165310" y="85297"/>
                    <a:pt x="165310" y="85297"/>
                    <a:pt x="165235" y="86766"/>
                  </a:cubicBezTo>
                  <a:cubicBezTo>
                    <a:pt x="165207" y="87509"/>
                    <a:pt x="165179" y="88253"/>
                    <a:pt x="165150" y="89019"/>
                  </a:cubicBezTo>
                  <a:cubicBezTo>
                    <a:pt x="164659" y="89019"/>
                    <a:pt x="164168" y="89019"/>
                    <a:pt x="163662" y="89019"/>
                  </a:cubicBezTo>
                  <a:cubicBezTo>
                    <a:pt x="162438" y="91466"/>
                    <a:pt x="162621" y="94178"/>
                    <a:pt x="162456" y="96882"/>
                  </a:cubicBezTo>
                  <a:cubicBezTo>
                    <a:pt x="162363" y="97479"/>
                    <a:pt x="162270" y="98077"/>
                    <a:pt x="162174" y="98693"/>
                  </a:cubicBezTo>
                  <a:cubicBezTo>
                    <a:pt x="161683" y="98938"/>
                    <a:pt x="161192" y="99184"/>
                    <a:pt x="160686" y="99437"/>
                  </a:cubicBezTo>
                  <a:cubicBezTo>
                    <a:pt x="160336" y="101874"/>
                    <a:pt x="160336" y="101874"/>
                    <a:pt x="160220" y="104692"/>
                  </a:cubicBezTo>
                  <a:cubicBezTo>
                    <a:pt x="160165" y="105652"/>
                    <a:pt x="160109" y="106613"/>
                    <a:pt x="160052" y="107602"/>
                  </a:cubicBezTo>
                  <a:cubicBezTo>
                    <a:pt x="159997" y="108717"/>
                    <a:pt x="159997" y="108717"/>
                    <a:pt x="159941" y="109855"/>
                  </a:cubicBezTo>
                  <a:cubicBezTo>
                    <a:pt x="159205" y="109855"/>
                    <a:pt x="158468" y="109855"/>
                    <a:pt x="157709" y="109855"/>
                  </a:cubicBezTo>
                  <a:cubicBezTo>
                    <a:pt x="157463" y="113293"/>
                    <a:pt x="157218" y="116731"/>
                    <a:pt x="156965" y="120273"/>
                  </a:cubicBezTo>
                  <a:cubicBezTo>
                    <a:pt x="156228" y="120273"/>
                    <a:pt x="155491" y="120273"/>
                    <a:pt x="154732" y="120273"/>
                  </a:cubicBezTo>
                  <a:cubicBezTo>
                    <a:pt x="154678" y="121388"/>
                    <a:pt x="154678" y="121388"/>
                    <a:pt x="154622" y="122525"/>
                  </a:cubicBezTo>
                  <a:cubicBezTo>
                    <a:pt x="154566" y="123486"/>
                    <a:pt x="154511" y="124446"/>
                    <a:pt x="154453" y="125435"/>
                  </a:cubicBezTo>
                  <a:cubicBezTo>
                    <a:pt x="154402" y="126393"/>
                    <a:pt x="154350" y="127352"/>
                    <a:pt x="154296" y="128339"/>
                  </a:cubicBezTo>
                  <a:cubicBezTo>
                    <a:pt x="154195" y="129115"/>
                    <a:pt x="154093" y="129891"/>
                    <a:pt x="153988" y="130691"/>
                  </a:cubicBezTo>
                  <a:cubicBezTo>
                    <a:pt x="153497" y="130936"/>
                    <a:pt x="153006" y="131182"/>
                    <a:pt x="152500" y="131435"/>
                  </a:cubicBezTo>
                  <a:cubicBezTo>
                    <a:pt x="152234" y="133721"/>
                    <a:pt x="152169" y="135992"/>
                    <a:pt x="152084" y="138292"/>
                  </a:cubicBezTo>
                  <a:cubicBezTo>
                    <a:pt x="151922" y="139318"/>
                    <a:pt x="151922" y="139318"/>
                    <a:pt x="151756" y="140364"/>
                  </a:cubicBezTo>
                  <a:cubicBezTo>
                    <a:pt x="151019" y="140856"/>
                    <a:pt x="150282" y="141347"/>
                    <a:pt x="149523" y="141853"/>
                  </a:cubicBezTo>
                  <a:cubicBezTo>
                    <a:pt x="149087" y="144172"/>
                    <a:pt x="149087" y="144172"/>
                    <a:pt x="149012" y="146783"/>
                  </a:cubicBezTo>
                  <a:cubicBezTo>
                    <a:pt x="148938" y="148109"/>
                    <a:pt x="148938" y="148109"/>
                    <a:pt x="148864" y="149463"/>
                  </a:cubicBezTo>
                  <a:cubicBezTo>
                    <a:pt x="148836" y="150144"/>
                    <a:pt x="148808" y="150825"/>
                    <a:pt x="148779" y="151527"/>
                  </a:cubicBezTo>
                  <a:cubicBezTo>
                    <a:pt x="148288" y="151527"/>
                    <a:pt x="147797" y="151527"/>
                    <a:pt x="147291" y="151527"/>
                  </a:cubicBezTo>
                  <a:cubicBezTo>
                    <a:pt x="146067" y="153974"/>
                    <a:pt x="146250" y="156686"/>
                    <a:pt x="146085" y="159389"/>
                  </a:cubicBezTo>
                  <a:cubicBezTo>
                    <a:pt x="145992" y="159987"/>
                    <a:pt x="145899" y="160585"/>
                    <a:pt x="145803" y="161200"/>
                  </a:cubicBezTo>
                  <a:cubicBezTo>
                    <a:pt x="145312" y="161446"/>
                    <a:pt x="144820" y="161691"/>
                    <a:pt x="144314" y="161944"/>
                  </a:cubicBezTo>
                  <a:cubicBezTo>
                    <a:pt x="144049" y="164449"/>
                    <a:pt x="143984" y="166939"/>
                    <a:pt x="143899" y="169456"/>
                  </a:cubicBezTo>
                  <a:cubicBezTo>
                    <a:pt x="143790" y="170169"/>
                    <a:pt x="143682" y="170883"/>
                    <a:pt x="143570" y="171618"/>
                  </a:cubicBezTo>
                  <a:cubicBezTo>
                    <a:pt x="142834" y="171864"/>
                    <a:pt x="142097" y="172109"/>
                    <a:pt x="141338" y="172362"/>
                  </a:cubicBezTo>
                  <a:cubicBezTo>
                    <a:pt x="140898" y="174624"/>
                    <a:pt x="140898" y="174624"/>
                    <a:pt x="140826" y="177246"/>
                  </a:cubicBezTo>
                  <a:cubicBezTo>
                    <a:pt x="140753" y="178583"/>
                    <a:pt x="140753" y="178583"/>
                    <a:pt x="140678" y="179946"/>
                  </a:cubicBezTo>
                  <a:cubicBezTo>
                    <a:pt x="140636" y="180981"/>
                    <a:pt x="140636" y="180981"/>
                    <a:pt x="140594" y="182036"/>
                  </a:cubicBezTo>
                  <a:cubicBezTo>
                    <a:pt x="139857" y="182036"/>
                    <a:pt x="139120" y="182036"/>
                    <a:pt x="138361" y="182036"/>
                  </a:cubicBezTo>
                  <a:cubicBezTo>
                    <a:pt x="138301" y="183105"/>
                    <a:pt x="138258" y="184175"/>
                    <a:pt x="138222" y="185245"/>
                  </a:cubicBezTo>
                  <a:cubicBezTo>
                    <a:pt x="138196" y="185841"/>
                    <a:pt x="138170" y="186437"/>
                    <a:pt x="138143" y="187051"/>
                  </a:cubicBezTo>
                  <a:cubicBezTo>
                    <a:pt x="138411" y="189120"/>
                    <a:pt x="139055" y="189625"/>
                    <a:pt x="140594" y="190966"/>
                  </a:cubicBezTo>
                  <a:cubicBezTo>
                    <a:pt x="141124" y="192192"/>
                    <a:pt x="141616" y="193435"/>
                    <a:pt x="142082" y="194687"/>
                  </a:cubicBezTo>
                  <a:cubicBezTo>
                    <a:pt x="143331" y="197853"/>
                    <a:pt x="143331" y="197853"/>
                    <a:pt x="145803" y="199896"/>
                  </a:cubicBezTo>
                  <a:cubicBezTo>
                    <a:pt x="146106" y="201623"/>
                    <a:pt x="146357" y="203361"/>
                    <a:pt x="146547" y="205105"/>
                  </a:cubicBezTo>
                  <a:cubicBezTo>
                    <a:pt x="147284" y="205105"/>
                    <a:pt x="148020" y="205105"/>
                    <a:pt x="148779" y="205105"/>
                  </a:cubicBezTo>
                  <a:cubicBezTo>
                    <a:pt x="148856" y="205949"/>
                    <a:pt x="148933" y="206793"/>
                    <a:pt x="149012" y="207663"/>
                  </a:cubicBezTo>
                  <a:cubicBezTo>
                    <a:pt x="149265" y="208975"/>
                    <a:pt x="149265" y="208975"/>
                    <a:pt x="149523" y="210314"/>
                  </a:cubicBezTo>
                  <a:cubicBezTo>
                    <a:pt x="150260" y="210559"/>
                    <a:pt x="150997" y="210805"/>
                    <a:pt x="151756" y="211058"/>
                  </a:cubicBezTo>
                  <a:cubicBezTo>
                    <a:pt x="152074" y="213065"/>
                    <a:pt x="151853" y="214971"/>
                    <a:pt x="151756" y="217011"/>
                  </a:cubicBezTo>
                  <a:cubicBezTo>
                    <a:pt x="152493" y="217011"/>
                    <a:pt x="153229" y="217011"/>
                    <a:pt x="153988" y="217011"/>
                  </a:cubicBezTo>
                  <a:cubicBezTo>
                    <a:pt x="154109" y="218537"/>
                    <a:pt x="154231" y="220063"/>
                    <a:pt x="154352" y="221589"/>
                  </a:cubicBezTo>
                  <a:cubicBezTo>
                    <a:pt x="154477" y="222043"/>
                    <a:pt x="154603" y="222497"/>
                    <a:pt x="154732" y="222964"/>
                  </a:cubicBezTo>
                  <a:cubicBezTo>
                    <a:pt x="155469" y="223210"/>
                    <a:pt x="156206" y="223455"/>
                    <a:pt x="156965" y="223708"/>
                  </a:cubicBezTo>
                  <a:cubicBezTo>
                    <a:pt x="157313" y="225448"/>
                    <a:pt x="157339" y="227123"/>
                    <a:pt x="157407" y="228894"/>
                  </a:cubicBezTo>
                  <a:cubicBezTo>
                    <a:pt x="157506" y="229393"/>
                    <a:pt x="157606" y="229892"/>
                    <a:pt x="157709" y="230405"/>
                  </a:cubicBezTo>
                  <a:cubicBezTo>
                    <a:pt x="158446" y="230651"/>
                    <a:pt x="159182" y="230897"/>
                    <a:pt x="159941" y="231150"/>
                  </a:cubicBezTo>
                  <a:cubicBezTo>
                    <a:pt x="160270" y="232824"/>
                    <a:pt x="160270" y="232824"/>
                    <a:pt x="160360" y="234870"/>
                  </a:cubicBezTo>
                  <a:cubicBezTo>
                    <a:pt x="160423" y="236860"/>
                    <a:pt x="160423" y="236860"/>
                    <a:pt x="160686" y="238591"/>
                  </a:cubicBezTo>
                  <a:cubicBezTo>
                    <a:pt x="161177" y="238837"/>
                    <a:pt x="161668" y="239082"/>
                    <a:pt x="162174" y="239335"/>
                  </a:cubicBezTo>
                  <a:cubicBezTo>
                    <a:pt x="162439" y="241210"/>
                    <a:pt x="162504" y="243066"/>
                    <a:pt x="162590" y="244957"/>
                  </a:cubicBezTo>
                  <a:cubicBezTo>
                    <a:pt x="162733" y="246817"/>
                    <a:pt x="162733" y="246817"/>
                    <a:pt x="164037" y="247776"/>
                  </a:cubicBezTo>
                  <a:cubicBezTo>
                    <a:pt x="166056" y="250012"/>
                    <a:pt x="165505" y="253356"/>
                    <a:pt x="165543" y="256247"/>
                  </a:cubicBezTo>
                  <a:cubicBezTo>
                    <a:pt x="165575" y="257898"/>
                    <a:pt x="165575" y="257898"/>
                    <a:pt x="165895" y="260171"/>
                  </a:cubicBezTo>
                  <a:cubicBezTo>
                    <a:pt x="166631" y="260417"/>
                    <a:pt x="167368" y="260662"/>
                    <a:pt x="168127" y="260915"/>
                  </a:cubicBezTo>
                  <a:cubicBezTo>
                    <a:pt x="168425" y="262354"/>
                    <a:pt x="168425" y="262354"/>
                    <a:pt x="168455" y="264217"/>
                  </a:cubicBezTo>
                  <a:cubicBezTo>
                    <a:pt x="168475" y="264883"/>
                    <a:pt x="168495" y="265549"/>
                    <a:pt x="168515" y="266235"/>
                  </a:cubicBezTo>
                  <a:cubicBezTo>
                    <a:pt x="168525" y="266935"/>
                    <a:pt x="168535" y="267635"/>
                    <a:pt x="168546" y="268357"/>
                  </a:cubicBezTo>
                  <a:cubicBezTo>
                    <a:pt x="168571" y="269736"/>
                    <a:pt x="168603" y="271116"/>
                    <a:pt x="168641" y="272496"/>
                  </a:cubicBezTo>
                  <a:cubicBezTo>
                    <a:pt x="168655" y="273418"/>
                    <a:pt x="168655" y="273418"/>
                    <a:pt x="168669" y="274359"/>
                  </a:cubicBezTo>
                  <a:cubicBezTo>
                    <a:pt x="168736" y="274834"/>
                    <a:pt x="168802" y="275309"/>
                    <a:pt x="168871" y="275798"/>
                  </a:cubicBezTo>
                  <a:cubicBezTo>
                    <a:pt x="169362" y="276044"/>
                    <a:pt x="169853" y="276289"/>
                    <a:pt x="170359" y="276542"/>
                  </a:cubicBezTo>
                  <a:cubicBezTo>
                    <a:pt x="170502" y="278666"/>
                    <a:pt x="170546" y="280718"/>
                    <a:pt x="170528" y="282843"/>
                  </a:cubicBezTo>
                  <a:cubicBezTo>
                    <a:pt x="170529" y="283503"/>
                    <a:pt x="170529" y="284164"/>
                    <a:pt x="170529" y="284845"/>
                  </a:cubicBezTo>
                  <a:cubicBezTo>
                    <a:pt x="170528" y="287039"/>
                    <a:pt x="170516" y="289233"/>
                    <a:pt x="170505" y="291428"/>
                  </a:cubicBezTo>
                  <a:cubicBezTo>
                    <a:pt x="170502" y="292945"/>
                    <a:pt x="170500" y="294462"/>
                    <a:pt x="170498" y="295979"/>
                  </a:cubicBezTo>
                  <a:cubicBezTo>
                    <a:pt x="170493" y="299981"/>
                    <a:pt x="170478" y="303983"/>
                    <a:pt x="170462" y="307984"/>
                  </a:cubicBezTo>
                  <a:cubicBezTo>
                    <a:pt x="170446" y="312064"/>
                    <a:pt x="170440" y="316144"/>
                    <a:pt x="170432" y="320224"/>
                  </a:cubicBezTo>
                  <a:cubicBezTo>
                    <a:pt x="170416" y="328236"/>
                    <a:pt x="170391" y="336247"/>
                    <a:pt x="170359" y="344259"/>
                  </a:cubicBezTo>
                  <a:cubicBezTo>
                    <a:pt x="169623" y="344259"/>
                    <a:pt x="168886" y="344259"/>
                    <a:pt x="168127" y="344259"/>
                  </a:cubicBezTo>
                  <a:cubicBezTo>
                    <a:pt x="168153" y="345217"/>
                    <a:pt x="168179" y="346176"/>
                    <a:pt x="168205" y="347163"/>
                  </a:cubicBezTo>
                  <a:cubicBezTo>
                    <a:pt x="168226" y="348412"/>
                    <a:pt x="168247" y="349661"/>
                    <a:pt x="168266" y="350910"/>
                  </a:cubicBezTo>
                  <a:cubicBezTo>
                    <a:pt x="168285" y="351542"/>
                    <a:pt x="168304" y="352175"/>
                    <a:pt x="168323" y="352827"/>
                  </a:cubicBezTo>
                  <a:cubicBezTo>
                    <a:pt x="168334" y="353730"/>
                    <a:pt x="168334" y="353730"/>
                    <a:pt x="168345" y="354651"/>
                  </a:cubicBezTo>
                  <a:cubicBezTo>
                    <a:pt x="168357" y="355208"/>
                    <a:pt x="168368" y="355765"/>
                    <a:pt x="168380" y="356339"/>
                  </a:cubicBezTo>
                  <a:cubicBezTo>
                    <a:pt x="168255" y="356990"/>
                    <a:pt x="168255" y="356990"/>
                    <a:pt x="168127" y="357653"/>
                  </a:cubicBezTo>
                  <a:cubicBezTo>
                    <a:pt x="167390" y="357899"/>
                    <a:pt x="166654" y="358145"/>
                    <a:pt x="165895" y="358398"/>
                  </a:cubicBezTo>
                  <a:cubicBezTo>
                    <a:pt x="165456" y="360317"/>
                    <a:pt x="165456" y="360317"/>
                    <a:pt x="165383" y="362537"/>
                  </a:cubicBezTo>
                  <a:cubicBezTo>
                    <a:pt x="165310" y="363666"/>
                    <a:pt x="165310" y="363666"/>
                    <a:pt x="165235" y="364819"/>
                  </a:cubicBezTo>
                  <a:cubicBezTo>
                    <a:pt x="165207" y="365401"/>
                    <a:pt x="165179" y="365983"/>
                    <a:pt x="165150" y="366583"/>
                  </a:cubicBezTo>
                  <a:cubicBezTo>
                    <a:pt x="164659" y="366583"/>
                    <a:pt x="164168" y="366583"/>
                    <a:pt x="163662" y="366583"/>
                  </a:cubicBezTo>
                  <a:cubicBezTo>
                    <a:pt x="163198" y="368079"/>
                    <a:pt x="163198" y="368079"/>
                    <a:pt x="162918" y="369885"/>
                  </a:cubicBezTo>
                  <a:cubicBezTo>
                    <a:pt x="162592" y="371743"/>
                    <a:pt x="162592" y="371743"/>
                    <a:pt x="162174" y="373280"/>
                  </a:cubicBezTo>
                  <a:cubicBezTo>
                    <a:pt x="161683" y="373526"/>
                    <a:pt x="161192" y="373772"/>
                    <a:pt x="160686" y="374025"/>
                  </a:cubicBezTo>
                  <a:cubicBezTo>
                    <a:pt x="160440" y="374761"/>
                    <a:pt x="160194" y="375498"/>
                    <a:pt x="159941" y="376257"/>
                  </a:cubicBezTo>
                  <a:cubicBezTo>
                    <a:pt x="159197" y="378489"/>
                    <a:pt x="159197" y="378489"/>
                    <a:pt x="157709" y="379234"/>
                  </a:cubicBezTo>
                  <a:cubicBezTo>
                    <a:pt x="157463" y="379847"/>
                    <a:pt x="157218" y="380461"/>
                    <a:pt x="156965" y="381094"/>
                  </a:cubicBezTo>
                  <a:cubicBezTo>
                    <a:pt x="156221" y="382954"/>
                    <a:pt x="156221" y="382954"/>
                    <a:pt x="154732" y="383698"/>
                  </a:cubicBezTo>
                  <a:cubicBezTo>
                    <a:pt x="154487" y="384435"/>
                    <a:pt x="154241" y="385172"/>
                    <a:pt x="153988" y="385931"/>
                  </a:cubicBezTo>
                  <a:cubicBezTo>
                    <a:pt x="153252" y="386176"/>
                    <a:pt x="152515" y="386422"/>
                    <a:pt x="151756" y="386675"/>
                  </a:cubicBezTo>
                  <a:cubicBezTo>
                    <a:pt x="151235" y="387655"/>
                    <a:pt x="150738" y="388647"/>
                    <a:pt x="150268" y="389651"/>
                  </a:cubicBezTo>
                  <a:cubicBezTo>
                    <a:pt x="149776" y="389897"/>
                    <a:pt x="149285" y="390143"/>
                    <a:pt x="148779" y="390396"/>
                  </a:cubicBezTo>
                  <a:cubicBezTo>
                    <a:pt x="148580" y="390887"/>
                    <a:pt x="148380" y="391378"/>
                    <a:pt x="148175" y="391884"/>
                  </a:cubicBezTo>
                  <a:cubicBezTo>
                    <a:pt x="147883" y="392375"/>
                    <a:pt x="147591" y="392866"/>
                    <a:pt x="147291" y="393372"/>
                  </a:cubicBezTo>
                  <a:cubicBezTo>
                    <a:pt x="146662" y="393495"/>
                    <a:pt x="146032" y="393618"/>
                    <a:pt x="145384" y="393744"/>
                  </a:cubicBezTo>
                  <a:cubicBezTo>
                    <a:pt x="144786" y="393867"/>
                    <a:pt x="144187" y="393990"/>
                    <a:pt x="143570" y="394116"/>
                  </a:cubicBezTo>
                  <a:cubicBezTo>
                    <a:pt x="143409" y="394830"/>
                    <a:pt x="143409" y="394830"/>
                    <a:pt x="143245" y="395558"/>
                  </a:cubicBezTo>
                  <a:cubicBezTo>
                    <a:pt x="143038" y="396318"/>
                    <a:pt x="143038" y="396318"/>
                    <a:pt x="142826" y="397093"/>
                  </a:cubicBezTo>
                  <a:cubicBezTo>
                    <a:pt x="141354" y="397634"/>
                    <a:pt x="139865" y="398133"/>
                    <a:pt x="138361" y="398581"/>
                  </a:cubicBezTo>
                  <a:cubicBezTo>
                    <a:pt x="138361" y="399072"/>
                    <a:pt x="138361" y="399563"/>
                    <a:pt x="138361" y="400069"/>
                  </a:cubicBezTo>
                  <a:cubicBezTo>
                    <a:pt x="135660" y="400315"/>
                    <a:pt x="132959" y="400561"/>
                    <a:pt x="130176" y="400814"/>
                  </a:cubicBezTo>
                  <a:cubicBezTo>
                    <a:pt x="130176" y="401796"/>
                    <a:pt x="130176" y="402778"/>
                    <a:pt x="130176" y="403790"/>
                  </a:cubicBezTo>
                  <a:cubicBezTo>
                    <a:pt x="129404" y="403806"/>
                    <a:pt x="129404" y="403806"/>
                    <a:pt x="128616" y="403823"/>
                  </a:cubicBezTo>
                  <a:cubicBezTo>
                    <a:pt x="126299" y="403878"/>
                    <a:pt x="123982" y="403950"/>
                    <a:pt x="121665" y="404023"/>
                  </a:cubicBezTo>
                  <a:cubicBezTo>
                    <a:pt x="120450" y="404048"/>
                    <a:pt x="120450" y="404048"/>
                    <a:pt x="119210" y="404074"/>
                  </a:cubicBezTo>
                  <a:cubicBezTo>
                    <a:pt x="118440" y="404100"/>
                    <a:pt x="117670" y="404126"/>
                    <a:pt x="116877" y="404154"/>
                  </a:cubicBezTo>
                  <a:cubicBezTo>
                    <a:pt x="116164" y="404173"/>
                    <a:pt x="115451" y="404192"/>
                    <a:pt x="114716" y="404213"/>
                  </a:cubicBezTo>
                  <a:cubicBezTo>
                    <a:pt x="114170" y="404319"/>
                    <a:pt x="113623" y="404425"/>
                    <a:pt x="113061" y="404534"/>
                  </a:cubicBezTo>
                  <a:cubicBezTo>
                    <a:pt x="112815" y="405271"/>
                    <a:pt x="112569" y="406008"/>
                    <a:pt x="112316" y="406767"/>
                  </a:cubicBezTo>
                  <a:cubicBezTo>
                    <a:pt x="110126" y="407032"/>
                    <a:pt x="110126" y="407032"/>
                    <a:pt x="107224" y="407011"/>
                  </a:cubicBezTo>
                  <a:cubicBezTo>
                    <a:pt x="106714" y="407009"/>
                    <a:pt x="106205" y="407008"/>
                    <a:pt x="105681" y="407007"/>
                  </a:cubicBezTo>
                  <a:cubicBezTo>
                    <a:pt x="104602" y="407002"/>
                    <a:pt x="103524" y="406991"/>
                    <a:pt x="102445" y="406976"/>
                  </a:cubicBezTo>
                  <a:cubicBezTo>
                    <a:pt x="100789" y="406953"/>
                    <a:pt x="99133" y="406946"/>
                    <a:pt x="97477" y="406941"/>
                  </a:cubicBezTo>
                  <a:cubicBezTo>
                    <a:pt x="89370" y="406888"/>
                    <a:pt x="89370" y="406888"/>
                    <a:pt x="88504" y="406023"/>
                  </a:cubicBezTo>
                  <a:cubicBezTo>
                    <a:pt x="88294" y="404103"/>
                    <a:pt x="88170" y="402183"/>
                    <a:pt x="88042" y="400255"/>
                  </a:cubicBezTo>
                  <a:cubicBezTo>
                    <a:pt x="87949" y="399703"/>
                    <a:pt x="87856" y="399150"/>
                    <a:pt x="87760" y="398581"/>
                  </a:cubicBezTo>
                  <a:cubicBezTo>
                    <a:pt x="87269" y="398336"/>
                    <a:pt x="86778" y="398090"/>
                    <a:pt x="86271" y="397837"/>
                  </a:cubicBezTo>
                  <a:cubicBezTo>
                    <a:pt x="86034" y="395635"/>
                    <a:pt x="86034" y="395635"/>
                    <a:pt x="85963" y="392718"/>
                  </a:cubicBezTo>
                  <a:cubicBezTo>
                    <a:pt x="85949" y="392207"/>
                    <a:pt x="85935" y="391696"/>
                    <a:pt x="85920" y="391170"/>
                  </a:cubicBezTo>
                  <a:cubicBezTo>
                    <a:pt x="85875" y="389532"/>
                    <a:pt x="85841" y="387894"/>
                    <a:pt x="85806" y="386256"/>
                  </a:cubicBezTo>
                  <a:cubicBezTo>
                    <a:pt x="85778" y="385148"/>
                    <a:pt x="85749" y="384040"/>
                    <a:pt x="85719" y="382932"/>
                  </a:cubicBezTo>
                  <a:cubicBezTo>
                    <a:pt x="85648" y="380211"/>
                    <a:pt x="85585" y="377490"/>
                    <a:pt x="85527" y="374769"/>
                  </a:cubicBezTo>
                  <a:cubicBezTo>
                    <a:pt x="84791" y="374769"/>
                    <a:pt x="84054" y="374769"/>
                    <a:pt x="83295" y="374769"/>
                  </a:cubicBezTo>
                  <a:cubicBezTo>
                    <a:pt x="83267" y="373918"/>
                    <a:pt x="83239" y="373067"/>
                    <a:pt x="83211" y="372190"/>
                  </a:cubicBezTo>
                  <a:cubicBezTo>
                    <a:pt x="83162" y="371081"/>
                    <a:pt x="83112" y="369971"/>
                    <a:pt x="83062" y="368862"/>
                  </a:cubicBezTo>
                  <a:cubicBezTo>
                    <a:pt x="83046" y="368300"/>
                    <a:pt x="83029" y="367739"/>
                    <a:pt x="83012" y="367160"/>
                  </a:cubicBezTo>
                  <a:cubicBezTo>
                    <a:pt x="82947" y="365357"/>
                    <a:pt x="82947" y="365357"/>
                    <a:pt x="82551" y="362862"/>
                  </a:cubicBezTo>
                  <a:cubicBezTo>
                    <a:pt x="81814" y="362617"/>
                    <a:pt x="81077" y="362371"/>
                    <a:pt x="80318" y="362118"/>
                  </a:cubicBezTo>
                  <a:cubicBezTo>
                    <a:pt x="79990" y="360118"/>
                    <a:pt x="79990" y="360118"/>
                    <a:pt x="79900" y="357653"/>
                  </a:cubicBezTo>
                  <a:cubicBezTo>
                    <a:pt x="79838" y="355262"/>
                    <a:pt x="79838" y="355262"/>
                    <a:pt x="79574" y="353189"/>
                  </a:cubicBezTo>
                  <a:cubicBezTo>
                    <a:pt x="79083" y="352943"/>
                    <a:pt x="78592" y="352697"/>
                    <a:pt x="78086" y="352444"/>
                  </a:cubicBezTo>
                  <a:cubicBezTo>
                    <a:pt x="77778" y="350744"/>
                    <a:pt x="77778" y="350744"/>
                    <a:pt x="77621" y="348677"/>
                  </a:cubicBezTo>
                  <a:cubicBezTo>
                    <a:pt x="77537" y="347651"/>
                    <a:pt x="77537" y="347651"/>
                    <a:pt x="77452" y="346605"/>
                  </a:cubicBezTo>
                  <a:cubicBezTo>
                    <a:pt x="77416" y="346076"/>
                    <a:pt x="77379" y="345548"/>
                    <a:pt x="77342" y="345003"/>
                  </a:cubicBezTo>
                  <a:cubicBezTo>
                    <a:pt x="76605" y="345003"/>
                    <a:pt x="75868" y="345003"/>
                    <a:pt x="75109" y="345003"/>
                  </a:cubicBezTo>
                  <a:cubicBezTo>
                    <a:pt x="75109" y="343039"/>
                    <a:pt x="75109" y="341074"/>
                    <a:pt x="75109" y="339050"/>
                  </a:cubicBezTo>
                  <a:cubicBezTo>
                    <a:pt x="76003" y="339043"/>
                    <a:pt x="76897" y="339036"/>
                    <a:pt x="77818" y="339029"/>
                  </a:cubicBezTo>
                  <a:cubicBezTo>
                    <a:pt x="81127" y="338999"/>
                    <a:pt x="84436" y="338950"/>
                    <a:pt x="87745" y="338896"/>
                  </a:cubicBezTo>
                  <a:cubicBezTo>
                    <a:pt x="89178" y="338874"/>
                    <a:pt x="90612" y="338859"/>
                    <a:pt x="92045" y="338848"/>
                  </a:cubicBezTo>
                  <a:cubicBezTo>
                    <a:pt x="94104" y="338832"/>
                    <a:pt x="96161" y="338798"/>
                    <a:pt x="98218" y="338759"/>
                  </a:cubicBezTo>
                  <a:cubicBezTo>
                    <a:pt x="98862" y="338758"/>
                    <a:pt x="99505" y="338757"/>
                    <a:pt x="100168" y="338756"/>
                  </a:cubicBezTo>
                  <a:cubicBezTo>
                    <a:pt x="102164" y="338742"/>
                    <a:pt x="102164" y="338742"/>
                    <a:pt x="104875" y="338306"/>
                  </a:cubicBezTo>
                  <a:cubicBezTo>
                    <a:pt x="105404" y="337331"/>
                    <a:pt x="105902" y="336338"/>
                    <a:pt x="106363" y="335329"/>
                  </a:cubicBezTo>
                  <a:cubicBezTo>
                    <a:pt x="106977" y="335222"/>
                    <a:pt x="107591" y="335114"/>
                    <a:pt x="108224" y="335004"/>
                  </a:cubicBezTo>
                  <a:cubicBezTo>
                    <a:pt x="108838" y="334866"/>
                    <a:pt x="109451" y="334727"/>
                    <a:pt x="110084" y="334585"/>
                  </a:cubicBezTo>
                  <a:cubicBezTo>
                    <a:pt x="111059" y="332767"/>
                    <a:pt x="111059" y="332767"/>
                    <a:pt x="111572" y="330864"/>
                  </a:cubicBezTo>
                  <a:cubicBezTo>
                    <a:pt x="111818" y="330619"/>
                    <a:pt x="112063" y="330373"/>
                    <a:pt x="112316" y="330120"/>
                  </a:cubicBezTo>
                  <a:cubicBezTo>
                    <a:pt x="112488" y="329118"/>
                    <a:pt x="112623" y="328108"/>
                    <a:pt x="112735" y="327097"/>
                  </a:cubicBezTo>
                  <a:cubicBezTo>
                    <a:pt x="112842" y="326130"/>
                    <a:pt x="112950" y="325163"/>
                    <a:pt x="113061" y="324167"/>
                  </a:cubicBezTo>
                  <a:cubicBezTo>
                    <a:pt x="113797" y="324167"/>
                    <a:pt x="114534" y="324167"/>
                    <a:pt x="115293" y="324167"/>
                  </a:cubicBezTo>
                  <a:cubicBezTo>
                    <a:pt x="115345" y="317970"/>
                    <a:pt x="115384" y="311774"/>
                    <a:pt x="115409" y="305577"/>
                  </a:cubicBezTo>
                  <a:cubicBezTo>
                    <a:pt x="115420" y="302700"/>
                    <a:pt x="115436" y="299823"/>
                    <a:pt x="115461" y="296946"/>
                  </a:cubicBezTo>
                  <a:cubicBezTo>
                    <a:pt x="115486" y="294172"/>
                    <a:pt x="115499" y="291397"/>
                    <a:pt x="115505" y="288623"/>
                  </a:cubicBezTo>
                  <a:cubicBezTo>
                    <a:pt x="115509" y="287562"/>
                    <a:pt x="115517" y="286501"/>
                    <a:pt x="115529" y="285441"/>
                  </a:cubicBezTo>
                  <a:cubicBezTo>
                    <a:pt x="115545" y="283960"/>
                    <a:pt x="115546" y="282479"/>
                    <a:pt x="115546" y="280998"/>
                  </a:cubicBezTo>
                  <a:cubicBezTo>
                    <a:pt x="115554" y="279732"/>
                    <a:pt x="115554" y="279732"/>
                    <a:pt x="115561" y="278440"/>
                  </a:cubicBezTo>
                  <a:cubicBezTo>
                    <a:pt x="115473" y="277813"/>
                    <a:pt x="115384" y="277187"/>
                    <a:pt x="115293" y="276542"/>
                  </a:cubicBezTo>
                  <a:cubicBezTo>
                    <a:pt x="114556" y="276297"/>
                    <a:pt x="113820" y="276051"/>
                    <a:pt x="113061" y="275798"/>
                  </a:cubicBezTo>
                  <a:cubicBezTo>
                    <a:pt x="112807" y="274416"/>
                    <a:pt x="112807" y="274416"/>
                    <a:pt x="112843" y="272632"/>
                  </a:cubicBezTo>
                  <a:cubicBezTo>
                    <a:pt x="112850" y="271997"/>
                    <a:pt x="112857" y="271361"/>
                    <a:pt x="112864" y="270707"/>
                  </a:cubicBezTo>
                  <a:cubicBezTo>
                    <a:pt x="112883" y="270039"/>
                    <a:pt x="112902" y="269371"/>
                    <a:pt x="112921" y="268682"/>
                  </a:cubicBezTo>
                  <a:cubicBezTo>
                    <a:pt x="112931" y="268011"/>
                    <a:pt x="112941" y="267340"/>
                    <a:pt x="112952" y="266649"/>
                  </a:cubicBezTo>
                  <a:cubicBezTo>
                    <a:pt x="112978" y="264985"/>
                    <a:pt x="113015" y="263322"/>
                    <a:pt x="113061" y="261659"/>
                  </a:cubicBezTo>
                  <a:cubicBezTo>
                    <a:pt x="112324" y="261659"/>
                    <a:pt x="111587" y="261659"/>
                    <a:pt x="110828" y="261659"/>
                  </a:cubicBezTo>
                  <a:cubicBezTo>
                    <a:pt x="110583" y="258221"/>
                    <a:pt x="110337" y="254783"/>
                    <a:pt x="110084" y="251241"/>
                  </a:cubicBezTo>
                  <a:cubicBezTo>
                    <a:pt x="109347" y="251241"/>
                    <a:pt x="108611" y="251241"/>
                    <a:pt x="107852" y="251241"/>
                  </a:cubicBezTo>
                  <a:cubicBezTo>
                    <a:pt x="107606" y="248295"/>
                    <a:pt x="107360" y="245348"/>
                    <a:pt x="107107" y="242312"/>
                  </a:cubicBezTo>
                  <a:cubicBezTo>
                    <a:pt x="106371" y="242312"/>
                    <a:pt x="105634" y="242312"/>
                    <a:pt x="104875" y="242312"/>
                  </a:cubicBezTo>
                  <a:cubicBezTo>
                    <a:pt x="104820" y="241599"/>
                    <a:pt x="104820" y="241599"/>
                    <a:pt x="104765" y="240873"/>
                  </a:cubicBezTo>
                  <a:cubicBezTo>
                    <a:pt x="104681" y="239950"/>
                    <a:pt x="104681" y="239950"/>
                    <a:pt x="104596" y="239010"/>
                  </a:cubicBezTo>
                  <a:cubicBezTo>
                    <a:pt x="104544" y="238397"/>
                    <a:pt x="104492" y="237784"/>
                    <a:pt x="104439" y="237152"/>
                  </a:cubicBezTo>
                  <a:cubicBezTo>
                    <a:pt x="104337" y="236645"/>
                    <a:pt x="104236" y="236137"/>
                    <a:pt x="104131" y="235614"/>
                  </a:cubicBezTo>
                  <a:cubicBezTo>
                    <a:pt x="103640" y="235369"/>
                    <a:pt x="103149" y="235123"/>
                    <a:pt x="102643" y="234870"/>
                  </a:cubicBezTo>
                  <a:cubicBezTo>
                    <a:pt x="102381" y="233334"/>
                    <a:pt x="102313" y="231822"/>
                    <a:pt x="102227" y="230266"/>
                  </a:cubicBezTo>
                  <a:cubicBezTo>
                    <a:pt x="102119" y="229821"/>
                    <a:pt x="102010" y="229376"/>
                    <a:pt x="101898" y="228917"/>
                  </a:cubicBezTo>
                  <a:cubicBezTo>
                    <a:pt x="101162" y="228672"/>
                    <a:pt x="100425" y="228426"/>
                    <a:pt x="99666" y="228173"/>
                  </a:cubicBezTo>
                  <a:cubicBezTo>
                    <a:pt x="99409" y="226438"/>
                    <a:pt x="99162" y="224702"/>
                    <a:pt x="98922" y="222964"/>
                  </a:cubicBezTo>
                  <a:cubicBezTo>
                    <a:pt x="98193" y="222205"/>
                    <a:pt x="97449" y="221460"/>
                    <a:pt x="96689" y="220732"/>
                  </a:cubicBezTo>
                  <a:cubicBezTo>
                    <a:pt x="96178" y="218360"/>
                    <a:pt x="96178" y="218360"/>
                    <a:pt x="95945" y="216267"/>
                  </a:cubicBezTo>
                  <a:cubicBezTo>
                    <a:pt x="95454" y="216267"/>
                    <a:pt x="94963" y="216267"/>
                    <a:pt x="94457" y="216267"/>
                  </a:cubicBezTo>
                  <a:cubicBezTo>
                    <a:pt x="93951" y="214782"/>
                    <a:pt x="93456" y="213293"/>
                    <a:pt x="92969" y="211802"/>
                  </a:cubicBezTo>
                  <a:cubicBezTo>
                    <a:pt x="92478" y="211556"/>
                    <a:pt x="91986" y="211311"/>
                    <a:pt x="91480" y="211058"/>
                  </a:cubicBezTo>
                  <a:cubicBezTo>
                    <a:pt x="90984" y="209818"/>
                    <a:pt x="90488" y="208577"/>
                    <a:pt x="89992" y="207337"/>
                  </a:cubicBezTo>
                  <a:cubicBezTo>
                    <a:pt x="89501" y="207092"/>
                    <a:pt x="89010" y="206846"/>
                    <a:pt x="88504" y="206593"/>
                  </a:cubicBezTo>
                  <a:cubicBezTo>
                    <a:pt x="88256" y="205105"/>
                    <a:pt x="88008" y="203616"/>
                    <a:pt x="87760" y="202128"/>
                  </a:cubicBezTo>
                  <a:cubicBezTo>
                    <a:pt x="87269" y="201883"/>
                    <a:pt x="86778" y="201637"/>
                    <a:pt x="86271" y="201384"/>
                  </a:cubicBezTo>
                  <a:cubicBezTo>
                    <a:pt x="86164" y="200893"/>
                    <a:pt x="86057" y="200402"/>
                    <a:pt x="85946" y="199896"/>
                  </a:cubicBezTo>
                  <a:cubicBezTo>
                    <a:pt x="85808" y="199405"/>
                    <a:pt x="85670" y="198913"/>
                    <a:pt x="85527" y="198407"/>
                  </a:cubicBezTo>
                  <a:cubicBezTo>
                    <a:pt x="84791" y="198162"/>
                    <a:pt x="84054" y="197916"/>
                    <a:pt x="83295" y="197663"/>
                  </a:cubicBezTo>
                  <a:cubicBezTo>
                    <a:pt x="83077" y="195963"/>
                    <a:pt x="83077" y="195963"/>
                    <a:pt x="83155" y="193896"/>
                  </a:cubicBezTo>
                  <a:cubicBezTo>
                    <a:pt x="83176" y="193212"/>
                    <a:pt x="83196" y="192528"/>
                    <a:pt x="83216" y="191823"/>
                  </a:cubicBezTo>
                  <a:cubicBezTo>
                    <a:pt x="83242" y="191295"/>
                    <a:pt x="83268" y="190766"/>
                    <a:pt x="83295" y="190222"/>
                  </a:cubicBezTo>
                  <a:cubicBezTo>
                    <a:pt x="83786" y="190222"/>
                    <a:pt x="84277" y="190222"/>
                    <a:pt x="84783" y="190222"/>
                  </a:cubicBezTo>
                  <a:cubicBezTo>
                    <a:pt x="86079" y="187630"/>
                    <a:pt x="85830" y="184638"/>
                    <a:pt x="85990" y="181778"/>
                  </a:cubicBezTo>
                  <a:cubicBezTo>
                    <a:pt x="86083" y="181126"/>
                    <a:pt x="86176" y="180475"/>
                    <a:pt x="86271" y="179804"/>
                  </a:cubicBezTo>
                  <a:cubicBezTo>
                    <a:pt x="86763" y="179558"/>
                    <a:pt x="87254" y="179313"/>
                    <a:pt x="87760" y="179060"/>
                  </a:cubicBezTo>
                  <a:cubicBezTo>
                    <a:pt x="87992" y="177040"/>
                    <a:pt x="88142" y="175087"/>
                    <a:pt x="88225" y="173060"/>
                  </a:cubicBezTo>
                  <a:cubicBezTo>
                    <a:pt x="88254" y="172496"/>
                    <a:pt x="88282" y="171931"/>
                    <a:pt x="88312" y="171349"/>
                  </a:cubicBezTo>
                  <a:cubicBezTo>
                    <a:pt x="88382" y="169951"/>
                    <a:pt x="88444" y="168552"/>
                    <a:pt x="88504" y="167153"/>
                  </a:cubicBezTo>
                  <a:cubicBezTo>
                    <a:pt x="89241" y="167399"/>
                    <a:pt x="89977" y="167645"/>
                    <a:pt x="90736" y="167898"/>
                  </a:cubicBezTo>
                  <a:cubicBezTo>
                    <a:pt x="90764" y="166993"/>
                    <a:pt x="90792" y="166088"/>
                    <a:pt x="90821" y="165157"/>
                  </a:cubicBezTo>
                  <a:cubicBezTo>
                    <a:pt x="90869" y="163977"/>
                    <a:pt x="90919" y="162798"/>
                    <a:pt x="90969" y="161619"/>
                  </a:cubicBezTo>
                  <a:cubicBezTo>
                    <a:pt x="90986" y="161022"/>
                    <a:pt x="91002" y="160425"/>
                    <a:pt x="91020" y="159809"/>
                  </a:cubicBezTo>
                  <a:cubicBezTo>
                    <a:pt x="91100" y="158087"/>
                    <a:pt x="91100" y="158087"/>
                    <a:pt x="91480" y="155247"/>
                  </a:cubicBezTo>
                  <a:cubicBezTo>
                    <a:pt x="92217" y="155002"/>
                    <a:pt x="92954" y="154756"/>
                    <a:pt x="93713" y="154503"/>
                  </a:cubicBezTo>
                  <a:cubicBezTo>
                    <a:pt x="93964" y="152475"/>
                    <a:pt x="94095" y="150583"/>
                    <a:pt x="94131" y="148550"/>
                  </a:cubicBezTo>
                  <a:cubicBezTo>
                    <a:pt x="94178" y="146547"/>
                    <a:pt x="94284" y="144596"/>
                    <a:pt x="94457" y="142597"/>
                  </a:cubicBezTo>
                  <a:cubicBezTo>
                    <a:pt x="94948" y="142351"/>
                    <a:pt x="95439" y="142106"/>
                    <a:pt x="95945" y="141853"/>
                  </a:cubicBezTo>
                  <a:cubicBezTo>
                    <a:pt x="96167" y="139456"/>
                    <a:pt x="96255" y="137092"/>
                    <a:pt x="96301" y="134687"/>
                  </a:cubicBezTo>
                  <a:cubicBezTo>
                    <a:pt x="96361" y="133179"/>
                    <a:pt x="96361" y="133179"/>
                    <a:pt x="96689" y="130691"/>
                  </a:cubicBezTo>
                  <a:cubicBezTo>
                    <a:pt x="97426" y="130445"/>
                    <a:pt x="98163" y="130199"/>
                    <a:pt x="98922" y="129946"/>
                  </a:cubicBezTo>
                  <a:cubicBezTo>
                    <a:pt x="99213" y="127898"/>
                    <a:pt x="99372" y="126004"/>
                    <a:pt x="99433" y="123947"/>
                  </a:cubicBezTo>
                  <a:cubicBezTo>
                    <a:pt x="99459" y="123382"/>
                    <a:pt x="99484" y="122818"/>
                    <a:pt x="99511" y="122236"/>
                  </a:cubicBezTo>
                  <a:cubicBezTo>
                    <a:pt x="99572" y="120838"/>
                    <a:pt x="99620" y="119439"/>
                    <a:pt x="99666" y="118040"/>
                  </a:cubicBezTo>
                  <a:cubicBezTo>
                    <a:pt x="100403" y="118040"/>
                    <a:pt x="101139" y="118040"/>
                    <a:pt x="101898" y="118040"/>
                  </a:cubicBezTo>
                  <a:cubicBezTo>
                    <a:pt x="101953" y="116603"/>
                    <a:pt x="101953" y="116603"/>
                    <a:pt x="102009" y="115136"/>
                  </a:cubicBezTo>
                  <a:cubicBezTo>
                    <a:pt x="102065" y="113887"/>
                    <a:pt x="102121" y="112638"/>
                    <a:pt x="102177" y="111389"/>
                  </a:cubicBezTo>
                  <a:cubicBezTo>
                    <a:pt x="102201" y="110757"/>
                    <a:pt x="102224" y="110124"/>
                    <a:pt x="102247" y="109472"/>
                  </a:cubicBezTo>
                  <a:cubicBezTo>
                    <a:pt x="102276" y="108870"/>
                    <a:pt x="102305" y="108269"/>
                    <a:pt x="102334" y="107648"/>
                  </a:cubicBezTo>
                  <a:cubicBezTo>
                    <a:pt x="102370" y="106813"/>
                    <a:pt x="102370" y="106813"/>
                    <a:pt x="102405" y="105960"/>
                  </a:cubicBezTo>
                  <a:cubicBezTo>
                    <a:pt x="102484" y="105526"/>
                    <a:pt x="102562" y="105092"/>
                    <a:pt x="102643" y="104646"/>
                  </a:cubicBezTo>
                  <a:cubicBezTo>
                    <a:pt x="103134" y="104400"/>
                    <a:pt x="103625" y="104155"/>
                    <a:pt x="104131" y="103902"/>
                  </a:cubicBezTo>
                  <a:cubicBezTo>
                    <a:pt x="104409" y="102533"/>
                    <a:pt x="104409" y="102533"/>
                    <a:pt x="104439" y="100899"/>
                  </a:cubicBezTo>
                  <a:cubicBezTo>
                    <a:pt x="104468" y="100297"/>
                    <a:pt x="104497" y="99695"/>
                    <a:pt x="104526" y="99075"/>
                  </a:cubicBezTo>
                  <a:cubicBezTo>
                    <a:pt x="104549" y="98442"/>
                    <a:pt x="104572" y="97810"/>
                    <a:pt x="104596" y="97158"/>
                  </a:cubicBezTo>
                  <a:cubicBezTo>
                    <a:pt x="104625" y="96522"/>
                    <a:pt x="104654" y="95887"/>
                    <a:pt x="104683" y="95232"/>
                  </a:cubicBezTo>
                  <a:cubicBezTo>
                    <a:pt x="104754" y="93657"/>
                    <a:pt x="104815" y="92082"/>
                    <a:pt x="104875" y="90507"/>
                  </a:cubicBezTo>
                  <a:cubicBezTo>
                    <a:pt x="105612" y="90507"/>
                    <a:pt x="106348" y="90507"/>
                    <a:pt x="107107" y="90507"/>
                  </a:cubicBezTo>
                  <a:cubicBezTo>
                    <a:pt x="107135" y="89611"/>
                    <a:pt x="107163" y="88715"/>
                    <a:pt x="107192" y="87792"/>
                  </a:cubicBezTo>
                  <a:cubicBezTo>
                    <a:pt x="107241" y="86620"/>
                    <a:pt x="107290" y="85447"/>
                    <a:pt x="107340" y="84275"/>
                  </a:cubicBezTo>
                  <a:cubicBezTo>
                    <a:pt x="107357" y="83684"/>
                    <a:pt x="107374" y="83093"/>
                    <a:pt x="107391" y="82484"/>
                  </a:cubicBezTo>
                  <a:cubicBezTo>
                    <a:pt x="107463" y="80936"/>
                    <a:pt x="107651" y="79394"/>
                    <a:pt x="107852" y="77857"/>
                  </a:cubicBezTo>
                  <a:cubicBezTo>
                    <a:pt x="108588" y="77365"/>
                    <a:pt x="109325" y="76874"/>
                    <a:pt x="110084" y="76368"/>
                  </a:cubicBezTo>
                  <a:cubicBezTo>
                    <a:pt x="110084" y="75877"/>
                    <a:pt x="110084" y="75386"/>
                    <a:pt x="110084" y="74880"/>
                  </a:cubicBezTo>
                  <a:cubicBezTo>
                    <a:pt x="109593" y="74634"/>
                    <a:pt x="109102" y="74389"/>
                    <a:pt x="108596" y="74136"/>
                  </a:cubicBezTo>
                  <a:cubicBezTo>
                    <a:pt x="108596" y="74627"/>
                    <a:pt x="108596" y="75118"/>
                    <a:pt x="108596" y="75624"/>
                  </a:cubicBezTo>
                  <a:cubicBezTo>
                    <a:pt x="95697" y="75624"/>
                    <a:pt x="82799" y="75624"/>
                    <a:pt x="69900" y="75624"/>
                  </a:cubicBezTo>
                  <a:cubicBezTo>
                    <a:pt x="69655" y="228858"/>
                    <a:pt x="69409" y="382091"/>
                    <a:pt x="69156" y="539968"/>
                  </a:cubicBezTo>
                  <a:cubicBezTo>
                    <a:pt x="51230" y="539968"/>
                    <a:pt x="33304" y="539968"/>
                    <a:pt x="14834" y="539968"/>
                  </a:cubicBezTo>
                  <a:cubicBezTo>
                    <a:pt x="14822" y="515589"/>
                    <a:pt x="14822" y="515589"/>
                    <a:pt x="14817" y="506133"/>
                  </a:cubicBezTo>
                  <a:cubicBezTo>
                    <a:pt x="14817" y="505544"/>
                    <a:pt x="14817" y="504956"/>
                    <a:pt x="14817" y="504349"/>
                  </a:cubicBezTo>
                  <a:cubicBezTo>
                    <a:pt x="14798" y="465387"/>
                    <a:pt x="14782" y="426424"/>
                    <a:pt x="14771" y="387462"/>
                  </a:cubicBezTo>
                  <a:cubicBezTo>
                    <a:pt x="14771" y="386710"/>
                    <a:pt x="14771" y="385958"/>
                    <a:pt x="14770" y="385183"/>
                  </a:cubicBezTo>
                  <a:cubicBezTo>
                    <a:pt x="14766" y="368845"/>
                    <a:pt x="14762" y="352507"/>
                    <a:pt x="14758" y="336169"/>
                  </a:cubicBezTo>
                  <a:cubicBezTo>
                    <a:pt x="14756" y="328157"/>
                    <a:pt x="14754" y="320146"/>
                    <a:pt x="14752" y="312134"/>
                  </a:cubicBezTo>
                  <a:cubicBezTo>
                    <a:pt x="14752" y="310938"/>
                    <a:pt x="14752" y="310938"/>
                    <a:pt x="14752" y="309718"/>
                  </a:cubicBezTo>
                  <a:cubicBezTo>
                    <a:pt x="14745" y="283855"/>
                    <a:pt x="14734" y="257993"/>
                    <a:pt x="14720" y="232130"/>
                  </a:cubicBezTo>
                  <a:cubicBezTo>
                    <a:pt x="14706" y="205563"/>
                    <a:pt x="14697" y="178996"/>
                    <a:pt x="14694" y="152428"/>
                  </a:cubicBezTo>
                  <a:cubicBezTo>
                    <a:pt x="14694" y="148680"/>
                    <a:pt x="14693" y="144931"/>
                    <a:pt x="14693" y="141182"/>
                  </a:cubicBezTo>
                  <a:cubicBezTo>
                    <a:pt x="14693" y="140445"/>
                    <a:pt x="14693" y="139707"/>
                    <a:pt x="14692" y="138946"/>
                  </a:cubicBezTo>
                  <a:cubicBezTo>
                    <a:pt x="14691" y="127049"/>
                    <a:pt x="14684" y="115151"/>
                    <a:pt x="14675" y="103253"/>
                  </a:cubicBezTo>
                  <a:cubicBezTo>
                    <a:pt x="14666" y="91304"/>
                    <a:pt x="14663" y="79355"/>
                    <a:pt x="14665" y="67406"/>
                  </a:cubicBezTo>
                  <a:cubicBezTo>
                    <a:pt x="14666" y="60299"/>
                    <a:pt x="14663" y="53192"/>
                    <a:pt x="14654" y="46085"/>
                  </a:cubicBezTo>
                  <a:cubicBezTo>
                    <a:pt x="14649" y="41345"/>
                    <a:pt x="14648" y="36604"/>
                    <a:pt x="14653" y="31864"/>
                  </a:cubicBezTo>
                  <a:cubicBezTo>
                    <a:pt x="14655" y="29159"/>
                    <a:pt x="14655" y="26453"/>
                    <a:pt x="14648" y="23747"/>
                  </a:cubicBezTo>
                  <a:cubicBezTo>
                    <a:pt x="14641" y="20840"/>
                    <a:pt x="14645" y="17933"/>
                    <a:pt x="14651" y="15026"/>
                  </a:cubicBezTo>
                  <a:cubicBezTo>
                    <a:pt x="14647" y="14176"/>
                    <a:pt x="14643" y="13326"/>
                    <a:pt x="14639" y="12450"/>
                  </a:cubicBezTo>
                  <a:cubicBezTo>
                    <a:pt x="14642" y="11680"/>
                    <a:pt x="14646" y="10911"/>
                    <a:pt x="14649" y="10118"/>
                  </a:cubicBezTo>
                  <a:cubicBezTo>
                    <a:pt x="14649" y="9452"/>
                    <a:pt x="14649" y="8787"/>
                    <a:pt x="14648" y="8101"/>
                  </a:cubicBezTo>
                  <a:cubicBezTo>
                    <a:pt x="14834" y="6419"/>
                    <a:pt x="14834" y="6419"/>
                    <a:pt x="16322" y="4187"/>
                  </a:cubicBezTo>
                  <a:cubicBezTo>
                    <a:pt x="18363" y="3909"/>
                    <a:pt x="18363" y="3909"/>
                    <a:pt x="21016" y="3910"/>
                  </a:cubicBezTo>
                  <a:cubicBezTo>
                    <a:pt x="21503" y="3907"/>
                    <a:pt x="21990" y="3904"/>
                    <a:pt x="22492" y="3901"/>
                  </a:cubicBezTo>
                  <a:cubicBezTo>
                    <a:pt x="24131" y="3894"/>
                    <a:pt x="25770" y="3903"/>
                    <a:pt x="27409" y="3912"/>
                  </a:cubicBezTo>
                  <a:cubicBezTo>
                    <a:pt x="28581" y="3910"/>
                    <a:pt x="29753" y="3908"/>
                    <a:pt x="30925" y="3904"/>
                  </a:cubicBezTo>
                  <a:cubicBezTo>
                    <a:pt x="33452" y="3897"/>
                    <a:pt x="35979" y="3898"/>
                    <a:pt x="38507" y="3904"/>
                  </a:cubicBezTo>
                  <a:cubicBezTo>
                    <a:pt x="42499" y="3912"/>
                    <a:pt x="46491" y="3903"/>
                    <a:pt x="50483" y="3891"/>
                  </a:cubicBezTo>
                  <a:cubicBezTo>
                    <a:pt x="60398" y="3864"/>
                    <a:pt x="70313" y="3860"/>
                    <a:pt x="80228" y="3862"/>
                  </a:cubicBezTo>
                  <a:cubicBezTo>
                    <a:pt x="87933" y="3863"/>
                    <a:pt x="95638" y="3858"/>
                    <a:pt x="103344" y="3832"/>
                  </a:cubicBezTo>
                  <a:cubicBezTo>
                    <a:pt x="107316" y="3819"/>
                    <a:pt x="111289" y="3821"/>
                    <a:pt x="115262" y="3833"/>
                  </a:cubicBezTo>
                  <a:cubicBezTo>
                    <a:pt x="117728" y="3837"/>
                    <a:pt x="120193" y="3829"/>
                    <a:pt x="122659" y="3818"/>
                  </a:cubicBezTo>
                  <a:cubicBezTo>
                    <a:pt x="123807" y="3815"/>
                    <a:pt x="124956" y="3817"/>
                    <a:pt x="126104" y="3825"/>
                  </a:cubicBezTo>
                  <a:cubicBezTo>
                    <a:pt x="127665" y="3835"/>
                    <a:pt x="129224" y="3827"/>
                    <a:pt x="130785" y="3814"/>
                  </a:cubicBezTo>
                  <a:cubicBezTo>
                    <a:pt x="131661" y="3814"/>
                    <a:pt x="132536" y="3814"/>
                    <a:pt x="133438" y="3814"/>
                  </a:cubicBezTo>
                  <a:cubicBezTo>
                    <a:pt x="134080" y="3692"/>
                    <a:pt x="134723" y="3569"/>
                    <a:pt x="135385" y="3443"/>
                  </a:cubicBezTo>
                  <a:cubicBezTo>
                    <a:pt x="135885" y="1954"/>
                    <a:pt x="135885" y="1954"/>
                    <a:pt x="136129" y="466"/>
                  </a:cubicBezTo>
                  <a:close/>
                </a:path>
              </a:pathLst>
            </a:custGeom>
            <a:grpFill/>
            <a:ln w="744" cap="flat">
              <a:noFill/>
              <a:prstDash val="solid"/>
              <a:miter/>
            </a:ln>
          </p:spPr>
          <p:txBody>
            <a:bodyPr rtlCol="0" anchor="ctr"/>
            <a:lstStyle/>
            <a:p>
              <a:endParaRPr lang="zh-CN" altLang="en-US"/>
            </a:p>
          </p:txBody>
        </p:sp>
        <p:sp>
          <p:nvSpPr>
            <p:cNvPr id="160" name="任意多边形: 形状 159"/>
            <p:cNvSpPr/>
            <p:nvPr/>
          </p:nvSpPr>
          <p:spPr>
            <a:xfrm>
              <a:off x="6847290" y="609918"/>
              <a:ext cx="194726" cy="543443"/>
            </a:xfrm>
            <a:custGeom>
              <a:avLst/>
              <a:gdLst>
                <a:gd name="connsiteX0" fmla="*/ 147788 w 194729"/>
                <a:gd name="connsiteY0" fmla="*/ 463 h 543426"/>
                <a:gd name="connsiteX1" fmla="*/ 149586 w 194729"/>
                <a:gd name="connsiteY1" fmla="*/ 455 h 543426"/>
                <a:gd name="connsiteX2" fmla="*/ 155459 w 194729"/>
                <a:gd name="connsiteY2" fmla="*/ 458 h 543426"/>
                <a:gd name="connsiteX3" fmla="*/ 159540 w 194729"/>
                <a:gd name="connsiteY3" fmla="*/ 454 h 543426"/>
                <a:gd name="connsiteX4" fmla="*/ 168086 w 194729"/>
                <a:gd name="connsiteY4" fmla="*/ 462 h 543426"/>
                <a:gd name="connsiteX5" fmla="*/ 179056 w 194729"/>
                <a:gd name="connsiteY5" fmla="*/ 456 h 543426"/>
                <a:gd name="connsiteX6" fmla="*/ 187479 w 194729"/>
                <a:gd name="connsiteY6" fmla="*/ 457 h 543426"/>
                <a:gd name="connsiteX7" fmla="*/ 191525 w 194729"/>
                <a:gd name="connsiteY7" fmla="*/ 453 h 543426"/>
                <a:gd name="connsiteX8" fmla="*/ 197169 w 194729"/>
                <a:gd name="connsiteY8" fmla="*/ 463 h 543426"/>
                <a:gd name="connsiteX9" fmla="*/ 198868 w 194729"/>
                <a:gd name="connsiteY9" fmla="*/ 454 h 543426"/>
                <a:gd name="connsiteX10" fmla="*/ 204381 w 194729"/>
                <a:gd name="connsiteY10" fmla="*/ 2144 h 543426"/>
                <a:gd name="connsiteX11" fmla="*/ 204565 w 194729"/>
                <a:gd name="connsiteY11" fmla="*/ 5803 h 543426"/>
                <a:gd name="connsiteX12" fmla="*/ 204576 w 194729"/>
                <a:gd name="connsiteY12" fmla="*/ 8166 h 543426"/>
                <a:gd name="connsiteX13" fmla="*/ 204564 w 194729"/>
                <a:gd name="connsiteY13" fmla="*/ 10788 h 543426"/>
                <a:gd name="connsiteX14" fmla="*/ 204569 w 194729"/>
                <a:gd name="connsiteY14" fmla="*/ 13565 h 543426"/>
                <a:gd name="connsiteX15" fmla="*/ 204563 w 194729"/>
                <a:gd name="connsiteY15" fmla="*/ 21254 h 543426"/>
                <a:gd name="connsiteX16" fmla="*/ 204563 w 194729"/>
                <a:gd name="connsiteY16" fmla="*/ 29597 h 543426"/>
                <a:gd name="connsiteX17" fmla="*/ 204558 w 194729"/>
                <a:gd name="connsiteY17" fmla="*/ 44238 h 543426"/>
                <a:gd name="connsiteX18" fmla="*/ 204550 w 194729"/>
                <a:gd name="connsiteY18" fmla="*/ 66010 h 543426"/>
                <a:gd name="connsiteX19" fmla="*/ 204538 w 194729"/>
                <a:gd name="connsiteY19" fmla="*/ 102628 h 543426"/>
                <a:gd name="connsiteX20" fmla="*/ 204522 w 194729"/>
                <a:gd name="connsiteY20" fmla="*/ 138901 h 543426"/>
                <a:gd name="connsiteX21" fmla="*/ 204521 w 194729"/>
                <a:gd name="connsiteY21" fmla="*/ 141176 h 543426"/>
                <a:gd name="connsiteX22" fmla="*/ 204520 w 194729"/>
                <a:gd name="connsiteY22" fmla="*/ 152617 h 543426"/>
                <a:gd name="connsiteX23" fmla="*/ 204493 w 194729"/>
                <a:gd name="connsiteY23" fmla="*/ 233710 h 543426"/>
                <a:gd name="connsiteX24" fmla="*/ 204462 w 194729"/>
                <a:gd name="connsiteY24" fmla="*/ 312506 h 543426"/>
                <a:gd name="connsiteX25" fmla="*/ 204462 w 194729"/>
                <a:gd name="connsiteY25" fmla="*/ 314958 h 543426"/>
                <a:gd name="connsiteX26" fmla="*/ 204456 w 194729"/>
                <a:gd name="connsiteY26" fmla="*/ 339336 h 543426"/>
                <a:gd name="connsiteX27" fmla="*/ 204444 w 194729"/>
                <a:gd name="connsiteY27" fmla="*/ 389000 h 543426"/>
                <a:gd name="connsiteX28" fmla="*/ 204443 w 194729"/>
                <a:gd name="connsiteY28" fmla="*/ 391306 h 543426"/>
                <a:gd name="connsiteX29" fmla="*/ 204397 w 194729"/>
                <a:gd name="connsiteY29" fmla="*/ 509516 h 543426"/>
                <a:gd name="connsiteX30" fmla="*/ 204396 w 194729"/>
                <a:gd name="connsiteY30" fmla="*/ 511196 h 543426"/>
                <a:gd name="connsiteX31" fmla="*/ 204381 w 194729"/>
                <a:gd name="connsiteY31" fmla="*/ 543878 h 543426"/>
                <a:gd name="connsiteX32" fmla="*/ 138896 w 194729"/>
                <a:gd name="connsiteY32" fmla="*/ 543878 h 543426"/>
                <a:gd name="connsiteX33" fmla="*/ 138896 w 194729"/>
                <a:gd name="connsiteY33" fmla="*/ 427048 h 543426"/>
                <a:gd name="connsiteX34" fmla="*/ 133687 w 194729"/>
                <a:gd name="connsiteY34" fmla="*/ 428537 h 543426"/>
                <a:gd name="connsiteX35" fmla="*/ 133362 w 194729"/>
                <a:gd name="connsiteY35" fmla="*/ 430118 h 543426"/>
                <a:gd name="connsiteX36" fmla="*/ 132943 w 194729"/>
                <a:gd name="connsiteY36" fmla="*/ 431513 h 543426"/>
                <a:gd name="connsiteX37" fmla="*/ 126990 w 194729"/>
                <a:gd name="connsiteY37" fmla="*/ 431513 h 543426"/>
                <a:gd name="connsiteX38" fmla="*/ 126990 w 194729"/>
                <a:gd name="connsiteY38" fmla="*/ 434490 h 543426"/>
                <a:gd name="connsiteX39" fmla="*/ 124478 w 194729"/>
                <a:gd name="connsiteY39" fmla="*/ 434676 h 543426"/>
                <a:gd name="connsiteX40" fmla="*/ 121781 w 194729"/>
                <a:gd name="connsiteY40" fmla="*/ 435234 h 543426"/>
                <a:gd name="connsiteX41" fmla="*/ 121083 w 194729"/>
                <a:gd name="connsiteY41" fmla="*/ 436722 h 543426"/>
                <a:gd name="connsiteX42" fmla="*/ 120293 w 194729"/>
                <a:gd name="connsiteY42" fmla="*/ 438210 h 543426"/>
                <a:gd name="connsiteX43" fmla="*/ 115694 w 194729"/>
                <a:gd name="connsiteY43" fmla="*/ 438696 h 543426"/>
                <a:gd name="connsiteX44" fmla="*/ 114340 w 194729"/>
                <a:gd name="connsiteY44" fmla="*/ 438955 h 543426"/>
                <a:gd name="connsiteX45" fmla="*/ 112851 w 194729"/>
                <a:gd name="connsiteY45" fmla="*/ 441931 h 543426"/>
                <a:gd name="connsiteX46" fmla="*/ 108386 w 194729"/>
                <a:gd name="connsiteY46" fmla="*/ 441931 h 543426"/>
                <a:gd name="connsiteX47" fmla="*/ 108061 w 194729"/>
                <a:gd name="connsiteY47" fmla="*/ 443373 h 543426"/>
                <a:gd name="connsiteX48" fmla="*/ 107642 w 194729"/>
                <a:gd name="connsiteY48" fmla="*/ 444908 h 543426"/>
                <a:gd name="connsiteX49" fmla="*/ 102433 w 194729"/>
                <a:gd name="connsiteY49" fmla="*/ 445652 h 543426"/>
                <a:gd name="connsiteX50" fmla="*/ 101736 w 194729"/>
                <a:gd name="connsiteY50" fmla="*/ 447140 h 543426"/>
                <a:gd name="connsiteX51" fmla="*/ 100945 w 194729"/>
                <a:gd name="connsiteY51" fmla="*/ 448628 h 543426"/>
                <a:gd name="connsiteX52" fmla="*/ 97922 w 194729"/>
                <a:gd name="connsiteY52" fmla="*/ 449047 h 543426"/>
                <a:gd name="connsiteX53" fmla="*/ 94992 w 194729"/>
                <a:gd name="connsiteY53" fmla="*/ 449373 h 543426"/>
                <a:gd name="connsiteX54" fmla="*/ 94248 w 194729"/>
                <a:gd name="connsiteY54" fmla="*/ 451605 h 543426"/>
                <a:gd name="connsiteX55" fmla="*/ 91643 w 194729"/>
                <a:gd name="connsiteY55" fmla="*/ 451930 h 543426"/>
                <a:gd name="connsiteX56" fmla="*/ 89039 w 194729"/>
                <a:gd name="connsiteY56" fmla="*/ 452349 h 543426"/>
                <a:gd name="connsiteX57" fmla="*/ 88713 w 194729"/>
                <a:gd name="connsiteY57" fmla="*/ 453837 h 543426"/>
                <a:gd name="connsiteX58" fmla="*/ 88295 w 194729"/>
                <a:gd name="connsiteY58" fmla="*/ 455326 h 543426"/>
                <a:gd name="connsiteX59" fmla="*/ 83690 w 194729"/>
                <a:gd name="connsiteY59" fmla="*/ 455794 h 543426"/>
                <a:gd name="connsiteX60" fmla="*/ 82342 w 194729"/>
                <a:gd name="connsiteY60" fmla="*/ 456070 h 543426"/>
                <a:gd name="connsiteX61" fmla="*/ 81597 w 194729"/>
                <a:gd name="connsiteY61" fmla="*/ 458302 h 543426"/>
                <a:gd name="connsiteX62" fmla="*/ 78574 w 194729"/>
                <a:gd name="connsiteY62" fmla="*/ 458814 h 543426"/>
                <a:gd name="connsiteX63" fmla="*/ 75644 w 194729"/>
                <a:gd name="connsiteY63" fmla="*/ 459046 h 543426"/>
                <a:gd name="connsiteX64" fmla="*/ 75644 w 194729"/>
                <a:gd name="connsiteY64" fmla="*/ 462023 h 543426"/>
                <a:gd name="connsiteX65" fmla="*/ 71066 w 194729"/>
                <a:gd name="connsiteY65" fmla="*/ 462314 h 543426"/>
                <a:gd name="connsiteX66" fmla="*/ 69691 w 194729"/>
                <a:gd name="connsiteY66" fmla="*/ 462767 h 543426"/>
                <a:gd name="connsiteX67" fmla="*/ 69339 w 194729"/>
                <a:gd name="connsiteY67" fmla="*/ 464264 h 543426"/>
                <a:gd name="connsiteX68" fmla="*/ 68947 w 194729"/>
                <a:gd name="connsiteY68" fmla="*/ 465744 h 543426"/>
                <a:gd name="connsiteX69" fmla="*/ 65598 w 194729"/>
                <a:gd name="connsiteY69" fmla="*/ 466162 h 543426"/>
                <a:gd name="connsiteX70" fmla="*/ 62250 w 194729"/>
                <a:gd name="connsiteY70" fmla="*/ 466488 h 543426"/>
                <a:gd name="connsiteX71" fmla="*/ 61506 w 194729"/>
                <a:gd name="connsiteY71" fmla="*/ 468720 h 543426"/>
                <a:gd name="connsiteX72" fmla="*/ 58901 w 194729"/>
                <a:gd name="connsiteY72" fmla="*/ 469046 h 543426"/>
                <a:gd name="connsiteX73" fmla="*/ 56297 w 194729"/>
                <a:gd name="connsiteY73" fmla="*/ 469464 h 543426"/>
                <a:gd name="connsiteX74" fmla="*/ 55971 w 194729"/>
                <a:gd name="connsiteY74" fmla="*/ 470953 h 543426"/>
                <a:gd name="connsiteX75" fmla="*/ 55552 w 194729"/>
                <a:gd name="connsiteY75" fmla="*/ 472441 h 543426"/>
                <a:gd name="connsiteX76" fmla="*/ 50948 w 194729"/>
                <a:gd name="connsiteY76" fmla="*/ 472909 h 543426"/>
                <a:gd name="connsiteX77" fmla="*/ 49599 w 194729"/>
                <a:gd name="connsiteY77" fmla="*/ 473185 h 543426"/>
                <a:gd name="connsiteX78" fmla="*/ 48855 w 194729"/>
                <a:gd name="connsiteY78" fmla="*/ 475417 h 543426"/>
                <a:gd name="connsiteX79" fmla="*/ 45832 w 194729"/>
                <a:gd name="connsiteY79" fmla="*/ 475929 h 543426"/>
                <a:gd name="connsiteX80" fmla="*/ 42902 w 194729"/>
                <a:gd name="connsiteY80" fmla="*/ 476162 h 543426"/>
                <a:gd name="connsiteX81" fmla="*/ 42902 w 194729"/>
                <a:gd name="connsiteY81" fmla="*/ 479138 h 543426"/>
                <a:gd name="connsiteX82" fmla="*/ 39646 w 194729"/>
                <a:gd name="connsiteY82" fmla="*/ 479278 h 543426"/>
                <a:gd name="connsiteX83" fmla="*/ 37815 w 194729"/>
                <a:gd name="connsiteY83" fmla="*/ 479356 h 543426"/>
                <a:gd name="connsiteX84" fmla="*/ 36205 w 194729"/>
                <a:gd name="connsiteY84" fmla="*/ 479138 h 543426"/>
                <a:gd name="connsiteX85" fmla="*/ 34882 w 194729"/>
                <a:gd name="connsiteY85" fmla="*/ 470505 h 543426"/>
                <a:gd name="connsiteX86" fmla="*/ 34717 w 194729"/>
                <a:gd name="connsiteY86" fmla="*/ 468720 h 543426"/>
                <a:gd name="connsiteX87" fmla="*/ 32484 w 194729"/>
                <a:gd name="connsiteY87" fmla="*/ 467976 h 543426"/>
                <a:gd name="connsiteX88" fmla="*/ 31973 w 194729"/>
                <a:gd name="connsiteY88" fmla="*/ 464209 h 543426"/>
                <a:gd name="connsiteX89" fmla="*/ 31824 w 194729"/>
                <a:gd name="connsiteY89" fmla="*/ 462136 h 543426"/>
                <a:gd name="connsiteX90" fmla="*/ 31740 w 194729"/>
                <a:gd name="connsiteY90" fmla="*/ 460535 h 543426"/>
                <a:gd name="connsiteX91" fmla="*/ 29508 w 194729"/>
                <a:gd name="connsiteY91" fmla="*/ 460535 h 543426"/>
                <a:gd name="connsiteX92" fmla="*/ 29397 w 194729"/>
                <a:gd name="connsiteY92" fmla="*/ 459122 h 543426"/>
                <a:gd name="connsiteX93" fmla="*/ 29228 w 194729"/>
                <a:gd name="connsiteY93" fmla="*/ 457279 h 543426"/>
                <a:gd name="connsiteX94" fmla="*/ 29072 w 194729"/>
                <a:gd name="connsiteY94" fmla="*/ 455448 h 543426"/>
                <a:gd name="connsiteX95" fmla="*/ 27275 w 194729"/>
                <a:gd name="connsiteY95" fmla="*/ 452349 h 543426"/>
                <a:gd name="connsiteX96" fmla="*/ 26531 w 194729"/>
                <a:gd name="connsiteY96" fmla="*/ 452349 h 543426"/>
                <a:gd name="connsiteX97" fmla="*/ 26447 w 194729"/>
                <a:gd name="connsiteY97" fmla="*/ 450774 h 543426"/>
                <a:gd name="connsiteX98" fmla="*/ 26298 w 194729"/>
                <a:gd name="connsiteY98" fmla="*/ 448721 h 543426"/>
                <a:gd name="connsiteX99" fmla="*/ 26168 w 194729"/>
                <a:gd name="connsiteY99" fmla="*/ 446681 h 543426"/>
                <a:gd name="connsiteX100" fmla="*/ 23554 w 194729"/>
                <a:gd name="connsiteY100" fmla="*/ 443419 h 543426"/>
                <a:gd name="connsiteX101" fmla="*/ 23415 w 194729"/>
                <a:gd name="connsiteY101" fmla="*/ 439978 h 543426"/>
                <a:gd name="connsiteX102" fmla="*/ 23476 w 194729"/>
                <a:gd name="connsiteY102" fmla="*/ 438135 h 543426"/>
                <a:gd name="connsiteX103" fmla="*/ 23554 w 194729"/>
                <a:gd name="connsiteY103" fmla="*/ 436722 h 543426"/>
                <a:gd name="connsiteX104" fmla="*/ 21322 w 194729"/>
                <a:gd name="connsiteY104" fmla="*/ 436722 h 543426"/>
                <a:gd name="connsiteX105" fmla="*/ 21238 w 194729"/>
                <a:gd name="connsiteY105" fmla="*/ 435120 h 543426"/>
                <a:gd name="connsiteX106" fmla="*/ 21089 w 194729"/>
                <a:gd name="connsiteY106" fmla="*/ 433048 h 543426"/>
                <a:gd name="connsiteX107" fmla="*/ 20959 w 194729"/>
                <a:gd name="connsiteY107" fmla="*/ 430981 h 543426"/>
                <a:gd name="connsiteX108" fmla="*/ 20578 w 194729"/>
                <a:gd name="connsiteY108" fmla="*/ 429281 h 543426"/>
                <a:gd name="connsiteX109" fmla="*/ 18345 w 194729"/>
                <a:gd name="connsiteY109" fmla="*/ 428537 h 543426"/>
                <a:gd name="connsiteX110" fmla="*/ 17973 w 194729"/>
                <a:gd name="connsiteY110" fmla="*/ 424862 h 543426"/>
                <a:gd name="connsiteX111" fmla="*/ 17601 w 194729"/>
                <a:gd name="connsiteY111" fmla="*/ 421095 h 543426"/>
                <a:gd name="connsiteX112" fmla="*/ 15369 w 194729"/>
                <a:gd name="connsiteY112" fmla="*/ 419607 h 543426"/>
                <a:gd name="connsiteX113" fmla="*/ 15369 w 194729"/>
                <a:gd name="connsiteY113" fmla="*/ 414398 h 543426"/>
                <a:gd name="connsiteX114" fmla="*/ 13136 w 194729"/>
                <a:gd name="connsiteY114" fmla="*/ 412910 h 543426"/>
                <a:gd name="connsiteX115" fmla="*/ 12346 w 194729"/>
                <a:gd name="connsiteY115" fmla="*/ 409096 h 543426"/>
                <a:gd name="connsiteX116" fmla="*/ 11648 w 194729"/>
                <a:gd name="connsiteY116" fmla="*/ 405468 h 543426"/>
                <a:gd name="connsiteX117" fmla="*/ 10160 w 194729"/>
                <a:gd name="connsiteY117" fmla="*/ 405468 h 543426"/>
                <a:gd name="connsiteX118" fmla="*/ 10160 w 194729"/>
                <a:gd name="connsiteY118" fmla="*/ 401748 h 543426"/>
                <a:gd name="connsiteX119" fmla="*/ 15319 w 194729"/>
                <a:gd name="connsiteY119" fmla="*/ 400091 h 543426"/>
                <a:gd name="connsiteX120" fmla="*/ 16857 w 194729"/>
                <a:gd name="connsiteY120" fmla="*/ 399515 h 543426"/>
                <a:gd name="connsiteX121" fmla="*/ 17601 w 194729"/>
                <a:gd name="connsiteY121" fmla="*/ 397283 h 543426"/>
                <a:gd name="connsiteX122" fmla="*/ 23296 w 194729"/>
                <a:gd name="connsiteY122" fmla="*/ 396914 h 543426"/>
                <a:gd name="connsiteX123" fmla="*/ 25043 w 194729"/>
                <a:gd name="connsiteY123" fmla="*/ 396539 h 543426"/>
                <a:gd name="connsiteX124" fmla="*/ 25787 w 194729"/>
                <a:gd name="connsiteY124" fmla="*/ 395050 h 543426"/>
                <a:gd name="connsiteX125" fmla="*/ 26531 w 194729"/>
                <a:gd name="connsiteY125" fmla="*/ 393562 h 543426"/>
                <a:gd name="connsiteX126" fmla="*/ 30298 w 194729"/>
                <a:gd name="connsiteY126" fmla="*/ 393143 h 543426"/>
                <a:gd name="connsiteX127" fmla="*/ 33972 w 194729"/>
                <a:gd name="connsiteY127" fmla="*/ 392818 h 543426"/>
                <a:gd name="connsiteX128" fmla="*/ 34717 w 194729"/>
                <a:gd name="connsiteY128" fmla="*/ 390585 h 543426"/>
                <a:gd name="connsiteX129" fmla="*/ 40484 w 194729"/>
                <a:gd name="connsiteY129" fmla="*/ 389562 h 543426"/>
                <a:gd name="connsiteX130" fmla="*/ 42158 w 194729"/>
                <a:gd name="connsiteY130" fmla="*/ 389097 h 543426"/>
                <a:gd name="connsiteX131" fmla="*/ 42902 w 194729"/>
                <a:gd name="connsiteY131" fmla="*/ 386865 h 543426"/>
                <a:gd name="connsiteX132" fmla="*/ 48669 w 194729"/>
                <a:gd name="connsiteY132" fmla="*/ 386423 h 543426"/>
                <a:gd name="connsiteX133" fmla="*/ 50343 w 194729"/>
                <a:gd name="connsiteY133" fmla="*/ 386121 h 543426"/>
                <a:gd name="connsiteX134" fmla="*/ 51088 w 194729"/>
                <a:gd name="connsiteY134" fmla="*/ 383888 h 543426"/>
                <a:gd name="connsiteX135" fmla="*/ 56855 w 194729"/>
                <a:gd name="connsiteY135" fmla="*/ 382865 h 543426"/>
                <a:gd name="connsiteX136" fmla="*/ 58529 w 194729"/>
                <a:gd name="connsiteY136" fmla="*/ 382400 h 543426"/>
                <a:gd name="connsiteX137" fmla="*/ 59273 w 194729"/>
                <a:gd name="connsiteY137" fmla="*/ 380167 h 543426"/>
                <a:gd name="connsiteX138" fmla="*/ 63412 w 194729"/>
                <a:gd name="connsiteY138" fmla="*/ 379656 h 543426"/>
                <a:gd name="connsiteX139" fmla="*/ 65694 w 194729"/>
                <a:gd name="connsiteY139" fmla="*/ 379508 h 543426"/>
                <a:gd name="connsiteX140" fmla="*/ 67459 w 194729"/>
                <a:gd name="connsiteY140" fmla="*/ 379423 h 543426"/>
                <a:gd name="connsiteX141" fmla="*/ 67459 w 194729"/>
                <a:gd name="connsiteY141" fmla="*/ 376447 h 543426"/>
                <a:gd name="connsiteX142" fmla="*/ 69060 w 194729"/>
                <a:gd name="connsiteY142" fmla="*/ 376362 h 543426"/>
                <a:gd name="connsiteX143" fmla="*/ 71133 w 194729"/>
                <a:gd name="connsiteY143" fmla="*/ 376214 h 543426"/>
                <a:gd name="connsiteX144" fmla="*/ 73200 w 194729"/>
                <a:gd name="connsiteY144" fmla="*/ 376083 h 543426"/>
                <a:gd name="connsiteX145" fmla="*/ 74900 w 194729"/>
                <a:gd name="connsiteY145" fmla="*/ 375703 h 543426"/>
                <a:gd name="connsiteX146" fmla="*/ 75644 w 194729"/>
                <a:gd name="connsiteY146" fmla="*/ 373470 h 543426"/>
                <a:gd name="connsiteX147" fmla="*/ 79411 w 194729"/>
                <a:gd name="connsiteY147" fmla="*/ 372959 h 543426"/>
                <a:gd name="connsiteX148" fmla="*/ 81484 w 194729"/>
                <a:gd name="connsiteY148" fmla="*/ 372810 h 543426"/>
                <a:gd name="connsiteX149" fmla="*/ 83086 w 194729"/>
                <a:gd name="connsiteY149" fmla="*/ 372726 h 543426"/>
                <a:gd name="connsiteX150" fmla="*/ 83086 w 194729"/>
                <a:gd name="connsiteY150" fmla="*/ 369749 h 543426"/>
                <a:gd name="connsiteX151" fmla="*/ 84687 w 194729"/>
                <a:gd name="connsiteY151" fmla="*/ 369665 h 543426"/>
                <a:gd name="connsiteX152" fmla="*/ 86760 w 194729"/>
                <a:gd name="connsiteY152" fmla="*/ 369517 h 543426"/>
                <a:gd name="connsiteX153" fmla="*/ 88827 w 194729"/>
                <a:gd name="connsiteY153" fmla="*/ 369386 h 543426"/>
                <a:gd name="connsiteX154" fmla="*/ 90527 w 194729"/>
                <a:gd name="connsiteY154" fmla="*/ 369005 h 543426"/>
                <a:gd name="connsiteX155" fmla="*/ 91271 w 194729"/>
                <a:gd name="connsiteY155" fmla="*/ 366773 h 543426"/>
                <a:gd name="connsiteX156" fmla="*/ 96457 w 194729"/>
                <a:gd name="connsiteY156" fmla="*/ 366404 h 543426"/>
                <a:gd name="connsiteX157" fmla="*/ 97968 w 194729"/>
                <a:gd name="connsiteY157" fmla="*/ 366029 h 543426"/>
                <a:gd name="connsiteX158" fmla="*/ 98713 w 194729"/>
                <a:gd name="connsiteY158" fmla="*/ 363052 h 543426"/>
                <a:gd name="connsiteX159" fmla="*/ 102015 w 194729"/>
                <a:gd name="connsiteY159" fmla="*/ 362680 h 543426"/>
                <a:gd name="connsiteX160" fmla="*/ 105410 w 194729"/>
                <a:gd name="connsiteY160" fmla="*/ 362308 h 543426"/>
                <a:gd name="connsiteX161" fmla="*/ 106128 w 194729"/>
                <a:gd name="connsiteY161" fmla="*/ 360808 h 543426"/>
                <a:gd name="connsiteX162" fmla="*/ 106898 w 194729"/>
                <a:gd name="connsiteY162" fmla="*/ 359332 h 543426"/>
                <a:gd name="connsiteX163" fmla="*/ 110712 w 194729"/>
                <a:gd name="connsiteY163" fmla="*/ 359145 h 543426"/>
                <a:gd name="connsiteX164" fmla="*/ 112764 w 194729"/>
                <a:gd name="connsiteY164" fmla="*/ 359227 h 543426"/>
                <a:gd name="connsiteX165" fmla="*/ 114340 w 194729"/>
                <a:gd name="connsiteY165" fmla="*/ 359332 h 543426"/>
                <a:gd name="connsiteX166" fmla="*/ 114340 w 194729"/>
                <a:gd name="connsiteY166" fmla="*/ 356355 h 543426"/>
                <a:gd name="connsiteX167" fmla="*/ 121781 w 194729"/>
                <a:gd name="connsiteY167" fmla="*/ 355611 h 543426"/>
                <a:gd name="connsiteX168" fmla="*/ 121781 w 194729"/>
                <a:gd name="connsiteY168" fmla="*/ 352634 h 543426"/>
                <a:gd name="connsiteX169" fmla="*/ 129222 w 194729"/>
                <a:gd name="connsiteY169" fmla="*/ 352634 h 543426"/>
                <a:gd name="connsiteX170" fmla="*/ 129222 w 194729"/>
                <a:gd name="connsiteY170" fmla="*/ 349658 h 543426"/>
                <a:gd name="connsiteX171" fmla="*/ 130583 w 194729"/>
                <a:gd name="connsiteY171" fmla="*/ 349652 h 543426"/>
                <a:gd name="connsiteX172" fmla="*/ 132385 w 194729"/>
                <a:gd name="connsiteY172" fmla="*/ 349565 h 543426"/>
                <a:gd name="connsiteX173" fmla="*/ 134164 w 194729"/>
                <a:gd name="connsiteY173" fmla="*/ 349512 h 543426"/>
                <a:gd name="connsiteX174" fmla="*/ 138896 w 194729"/>
                <a:gd name="connsiteY174" fmla="*/ 344449 h 543426"/>
                <a:gd name="connsiteX175" fmla="*/ 139254 w 194729"/>
                <a:gd name="connsiteY175" fmla="*/ 338798 h 543426"/>
                <a:gd name="connsiteX176" fmla="*/ 139262 w 194729"/>
                <a:gd name="connsiteY176" fmla="*/ 337120 h 543426"/>
                <a:gd name="connsiteX177" fmla="*/ 139234 w 194729"/>
                <a:gd name="connsiteY177" fmla="*/ 331578 h 543426"/>
                <a:gd name="connsiteX178" fmla="*/ 139235 w 194729"/>
                <a:gd name="connsiteY178" fmla="*/ 327595 h 543426"/>
                <a:gd name="connsiteX179" fmla="*/ 139198 w 194729"/>
                <a:gd name="connsiteY179" fmla="*/ 316798 h 543426"/>
                <a:gd name="connsiteX180" fmla="*/ 139174 w 194729"/>
                <a:gd name="connsiteY180" fmla="*/ 305509 h 543426"/>
                <a:gd name="connsiteX181" fmla="*/ 139111 w 194729"/>
                <a:gd name="connsiteY181" fmla="*/ 284139 h 543426"/>
                <a:gd name="connsiteX182" fmla="*/ 139046 w 194729"/>
                <a:gd name="connsiteY182" fmla="*/ 259806 h 543426"/>
                <a:gd name="connsiteX183" fmla="*/ 138896 w 194729"/>
                <a:gd name="connsiteY183" fmla="*/ 209759 h 543426"/>
                <a:gd name="connsiteX184" fmla="*/ 137155 w 194729"/>
                <a:gd name="connsiteY184" fmla="*/ 209750 h 543426"/>
                <a:gd name="connsiteX185" fmla="*/ 95274 w 194729"/>
                <a:gd name="connsiteY185" fmla="*/ 209507 h 543426"/>
                <a:gd name="connsiteX186" fmla="*/ 75021 w 194729"/>
                <a:gd name="connsiteY186" fmla="*/ 209389 h 543426"/>
                <a:gd name="connsiteX187" fmla="*/ 57375 w 194729"/>
                <a:gd name="connsiteY187" fmla="*/ 209285 h 543426"/>
                <a:gd name="connsiteX188" fmla="*/ 48026 w 194729"/>
                <a:gd name="connsiteY188" fmla="*/ 209232 h 543426"/>
                <a:gd name="connsiteX189" fmla="*/ 39236 w 194729"/>
                <a:gd name="connsiteY189" fmla="*/ 209178 h 543426"/>
                <a:gd name="connsiteX190" fmla="*/ 36001 w 194729"/>
                <a:gd name="connsiteY190" fmla="*/ 209161 h 543426"/>
                <a:gd name="connsiteX191" fmla="*/ 31602 w 194729"/>
                <a:gd name="connsiteY191" fmla="*/ 209133 h 543426"/>
                <a:gd name="connsiteX192" fmla="*/ 29110 w 194729"/>
                <a:gd name="connsiteY192" fmla="*/ 209118 h 543426"/>
                <a:gd name="connsiteX193" fmla="*/ 26531 w 194729"/>
                <a:gd name="connsiteY193" fmla="*/ 208271 h 543426"/>
                <a:gd name="connsiteX194" fmla="*/ 26423 w 194729"/>
                <a:gd name="connsiteY194" fmla="*/ 201436 h 543426"/>
                <a:gd name="connsiteX195" fmla="*/ 26415 w 194729"/>
                <a:gd name="connsiteY195" fmla="*/ 199262 h 543426"/>
                <a:gd name="connsiteX196" fmla="*/ 26406 w 194729"/>
                <a:gd name="connsiteY196" fmla="*/ 192109 h 543426"/>
                <a:gd name="connsiteX197" fmla="*/ 26398 w 194729"/>
                <a:gd name="connsiteY197" fmla="*/ 187163 h 543426"/>
                <a:gd name="connsiteX198" fmla="*/ 26393 w 194729"/>
                <a:gd name="connsiteY198" fmla="*/ 176781 h 543426"/>
                <a:gd name="connsiteX199" fmla="*/ 26370 w 194729"/>
                <a:gd name="connsiteY199" fmla="*/ 163440 h 543426"/>
                <a:gd name="connsiteX200" fmla="*/ 26361 w 194729"/>
                <a:gd name="connsiteY200" fmla="*/ 153221 h 543426"/>
                <a:gd name="connsiteX201" fmla="*/ 26351 w 194729"/>
                <a:gd name="connsiteY201" fmla="*/ 148300 h 543426"/>
                <a:gd name="connsiteX202" fmla="*/ 26350 w 194729"/>
                <a:gd name="connsiteY202" fmla="*/ 141436 h 543426"/>
                <a:gd name="connsiteX203" fmla="*/ 26338 w 194729"/>
                <a:gd name="connsiteY203" fmla="*/ 139361 h 543426"/>
                <a:gd name="connsiteX204" fmla="*/ 26531 w 194729"/>
                <a:gd name="connsiteY204" fmla="*/ 134601 h 543426"/>
                <a:gd name="connsiteX205" fmla="*/ 32436 w 194729"/>
                <a:gd name="connsiteY205" fmla="*/ 133767 h 543426"/>
                <a:gd name="connsiteX206" fmla="*/ 35288 w 194729"/>
                <a:gd name="connsiteY206" fmla="*/ 133764 h 543426"/>
                <a:gd name="connsiteX207" fmla="*/ 38435 w 194729"/>
                <a:gd name="connsiteY207" fmla="*/ 133772 h 543426"/>
                <a:gd name="connsiteX208" fmla="*/ 41734 w 194729"/>
                <a:gd name="connsiteY208" fmla="*/ 133772 h 543426"/>
                <a:gd name="connsiteX209" fmla="*/ 50710 w 194729"/>
                <a:gd name="connsiteY209" fmla="*/ 133781 h 543426"/>
                <a:gd name="connsiteX210" fmla="*/ 60083 w 194729"/>
                <a:gd name="connsiteY210" fmla="*/ 133787 h 543426"/>
                <a:gd name="connsiteX211" fmla="*/ 77841 w 194729"/>
                <a:gd name="connsiteY211" fmla="*/ 133803 h 543426"/>
                <a:gd name="connsiteX212" fmla="*/ 98054 w 194729"/>
                <a:gd name="connsiteY212" fmla="*/ 133819 h 543426"/>
                <a:gd name="connsiteX213" fmla="*/ 139640 w 194729"/>
                <a:gd name="connsiteY213" fmla="*/ 133857 h 543426"/>
                <a:gd name="connsiteX214" fmla="*/ 138896 w 194729"/>
                <a:gd name="connsiteY214" fmla="*/ 131625 h 543426"/>
                <a:gd name="connsiteX215" fmla="*/ 138787 w 194729"/>
                <a:gd name="connsiteY215" fmla="*/ 126450 h 543426"/>
                <a:gd name="connsiteX216" fmla="*/ 138778 w 194729"/>
                <a:gd name="connsiteY216" fmla="*/ 124846 h 543426"/>
                <a:gd name="connsiteX217" fmla="*/ 138765 w 194729"/>
                <a:gd name="connsiteY217" fmla="*/ 119509 h 543426"/>
                <a:gd name="connsiteX218" fmla="*/ 138750 w 194729"/>
                <a:gd name="connsiteY218" fmla="*/ 115688 h 543426"/>
                <a:gd name="connsiteX219" fmla="*/ 138723 w 194729"/>
                <a:gd name="connsiteY219" fmla="*/ 105301 h 543426"/>
                <a:gd name="connsiteX220" fmla="*/ 138710 w 194729"/>
                <a:gd name="connsiteY220" fmla="*/ 98818 h 543426"/>
                <a:gd name="connsiteX221" fmla="*/ 138679 w 194729"/>
                <a:gd name="connsiteY221" fmla="*/ 78550 h 543426"/>
                <a:gd name="connsiteX222" fmla="*/ 138622 w 194729"/>
                <a:gd name="connsiteY222" fmla="*/ 55120 h 543426"/>
                <a:gd name="connsiteX223" fmla="*/ 138586 w 194729"/>
                <a:gd name="connsiteY223" fmla="*/ 37028 h 543426"/>
                <a:gd name="connsiteX224" fmla="*/ 138559 w 194729"/>
                <a:gd name="connsiteY224" fmla="*/ 26212 h 543426"/>
                <a:gd name="connsiteX225" fmla="*/ 138546 w 194729"/>
                <a:gd name="connsiteY225" fmla="*/ 16048 h 543426"/>
                <a:gd name="connsiteX226" fmla="*/ 138531 w 194729"/>
                <a:gd name="connsiteY226" fmla="*/ 12310 h 543426"/>
                <a:gd name="connsiteX227" fmla="*/ 138533 w 194729"/>
                <a:gd name="connsiteY227" fmla="*/ 7224 h 543426"/>
                <a:gd name="connsiteX228" fmla="*/ 138528 w 194729"/>
                <a:gd name="connsiteY228" fmla="*/ 4343 h 543426"/>
                <a:gd name="connsiteX229" fmla="*/ 140241 w 194729"/>
                <a:gd name="connsiteY229" fmla="*/ 1094 h 543426"/>
                <a:gd name="connsiteX230" fmla="*/ 147788 w 194729"/>
                <a:gd name="connsiteY230" fmla="*/ 463 h 543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194729" h="543426">
                  <a:moveTo>
                    <a:pt x="147788" y="463"/>
                  </a:moveTo>
                  <a:cubicBezTo>
                    <a:pt x="148678" y="459"/>
                    <a:pt x="148678" y="459"/>
                    <a:pt x="149586" y="455"/>
                  </a:cubicBezTo>
                  <a:cubicBezTo>
                    <a:pt x="151544" y="449"/>
                    <a:pt x="153501" y="453"/>
                    <a:pt x="155459" y="458"/>
                  </a:cubicBezTo>
                  <a:cubicBezTo>
                    <a:pt x="156819" y="457"/>
                    <a:pt x="158180" y="456"/>
                    <a:pt x="159540" y="454"/>
                  </a:cubicBezTo>
                  <a:cubicBezTo>
                    <a:pt x="162389" y="452"/>
                    <a:pt x="165237" y="455"/>
                    <a:pt x="168086" y="462"/>
                  </a:cubicBezTo>
                  <a:cubicBezTo>
                    <a:pt x="171743" y="470"/>
                    <a:pt x="175400" y="465"/>
                    <a:pt x="179056" y="456"/>
                  </a:cubicBezTo>
                  <a:cubicBezTo>
                    <a:pt x="181864" y="451"/>
                    <a:pt x="184671" y="453"/>
                    <a:pt x="187479" y="457"/>
                  </a:cubicBezTo>
                  <a:cubicBezTo>
                    <a:pt x="188828" y="458"/>
                    <a:pt x="190177" y="456"/>
                    <a:pt x="191525" y="453"/>
                  </a:cubicBezTo>
                  <a:cubicBezTo>
                    <a:pt x="193407" y="449"/>
                    <a:pt x="195288" y="455"/>
                    <a:pt x="197169" y="463"/>
                  </a:cubicBezTo>
                  <a:cubicBezTo>
                    <a:pt x="197730" y="460"/>
                    <a:pt x="198290" y="457"/>
                    <a:pt x="198868" y="454"/>
                  </a:cubicBezTo>
                  <a:cubicBezTo>
                    <a:pt x="202722" y="486"/>
                    <a:pt x="202722" y="486"/>
                    <a:pt x="204381" y="2144"/>
                  </a:cubicBezTo>
                  <a:cubicBezTo>
                    <a:pt x="204566" y="3755"/>
                    <a:pt x="204566" y="3755"/>
                    <a:pt x="204565" y="5803"/>
                  </a:cubicBezTo>
                  <a:cubicBezTo>
                    <a:pt x="204569" y="6582"/>
                    <a:pt x="204572" y="7362"/>
                    <a:pt x="204576" y="8166"/>
                  </a:cubicBezTo>
                  <a:cubicBezTo>
                    <a:pt x="204572" y="9031"/>
                    <a:pt x="204568" y="9896"/>
                    <a:pt x="204564" y="10788"/>
                  </a:cubicBezTo>
                  <a:cubicBezTo>
                    <a:pt x="204565" y="11704"/>
                    <a:pt x="204567" y="12620"/>
                    <a:pt x="204569" y="13565"/>
                  </a:cubicBezTo>
                  <a:cubicBezTo>
                    <a:pt x="204572" y="16128"/>
                    <a:pt x="204569" y="18691"/>
                    <a:pt x="204563" y="21254"/>
                  </a:cubicBezTo>
                  <a:cubicBezTo>
                    <a:pt x="204557" y="24035"/>
                    <a:pt x="204561" y="26816"/>
                    <a:pt x="204563" y="29597"/>
                  </a:cubicBezTo>
                  <a:cubicBezTo>
                    <a:pt x="204567" y="34477"/>
                    <a:pt x="204564" y="39358"/>
                    <a:pt x="204558" y="44238"/>
                  </a:cubicBezTo>
                  <a:cubicBezTo>
                    <a:pt x="204549" y="51496"/>
                    <a:pt x="204549" y="58753"/>
                    <a:pt x="204550" y="66010"/>
                  </a:cubicBezTo>
                  <a:cubicBezTo>
                    <a:pt x="204552" y="78216"/>
                    <a:pt x="204547" y="90422"/>
                    <a:pt x="204538" y="102628"/>
                  </a:cubicBezTo>
                  <a:cubicBezTo>
                    <a:pt x="204529" y="114719"/>
                    <a:pt x="204523" y="126810"/>
                    <a:pt x="204522" y="138901"/>
                  </a:cubicBezTo>
                  <a:cubicBezTo>
                    <a:pt x="204522" y="139652"/>
                    <a:pt x="204522" y="140403"/>
                    <a:pt x="204521" y="141176"/>
                  </a:cubicBezTo>
                  <a:cubicBezTo>
                    <a:pt x="204521" y="144990"/>
                    <a:pt x="204521" y="148803"/>
                    <a:pt x="204520" y="152617"/>
                  </a:cubicBezTo>
                  <a:cubicBezTo>
                    <a:pt x="204517" y="179648"/>
                    <a:pt x="204507" y="206679"/>
                    <a:pt x="204493" y="233710"/>
                  </a:cubicBezTo>
                  <a:cubicBezTo>
                    <a:pt x="204479" y="259976"/>
                    <a:pt x="204469" y="286241"/>
                    <a:pt x="204462" y="312506"/>
                  </a:cubicBezTo>
                  <a:cubicBezTo>
                    <a:pt x="204462" y="313315"/>
                    <a:pt x="204462" y="314125"/>
                    <a:pt x="204462" y="314958"/>
                  </a:cubicBezTo>
                  <a:cubicBezTo>
                    <a:pt x="204460" y="323084"/>
                    <a:pt x="204458" y="331210"/>
                    <a:pt x="204456" y="339336"/>
                  </a:cubicBezTo>
                  <a:cubicBezTo>
                    <a:pt x="204452" y="355891"/>
                    <a:pt x="204448" y="372445"/>
                    <a:pt x="204444" y="389000"/>
                  </a:cubicBezTo>
                  <a:cubicBezTo>
                    <a:pt x="204443" y="390141"/>
                    <a:pt x="204443" y="390141"/>
                    <a:pt x="204443" y="391306"/>
                  </a:cubicBezTo>
                  <a:cubicBezTo>
                    <a:pt x="204432" y="430709"/>
                    <a:pt x="204415" y="470113"/>
                    <a:pt x="204397" y="509516"/>
                  </a:cubicBezTo>
                  <a:cubicBezTo>
                    <a:pt x="204397" y="510070"/>
                    <a:pt x="204397" y="510625"/>
                    <a:pt x="204396" y="511196"/>
                  </a:cubicBezTo>
                  <a:cubicBezTo>
                    <a:pt x="204391" y="522090"/>
                    <a:pt x="204386" y="532984"/>
                    <a:pt x="204381" y="543878"/>
                  </a:cubicBezTo>
                  <a:cubicBezTo>
                    <a:pt x="182771" y="543878"/>
                    <a:pt x="161161" y="543878"/>
                    <a:pt x="138896" y="543878"/>
                  </a:cubicBezTo>
                  <a:cubicBezTo>
                    <a:pt x="138896" y="505324"/>
                    <a:pt x="138896" y="466771"/>
                    <a:pt x="138896" y="427048"/>
                  </a:cubicBezTo>
                  <a:cubicBezTo>
                    <a:pt x="137177" y="427539"/>
                    <a:pt x="135458" y="428031"/>
                    <a:pt x="133687" y="428537"/>
                  </a:cubicBezTo>
                  <a:cubicBezTo>
                    <a:pt x="133580" y="429058"/>
                    <a:pt x="133472" y="429580"/>
                    <a:pt x="133362" y="430118"/>
                  </a:cubicBezTo>
                  <a:cubicBezTo>
                    <a:pt x="133224" y="430578"/>
                    <a:pt x="133085" y="431039"/>
                    <a:pt x="132943" y="431513"/>
                  </a:cubicBezTo>
                  <a:cubicBezTo>
                    <a:pt x="130904" y="431802"/>
                    <a:pt x="129062" y="431645"/>
                    <a:pt x="126990" y="431513"/>
                  </a:cubicBezTo>
                  <a:cubicBezTo>
                    <a:pt x="126990" y="432495"/>
                    <a:pt x="126990" y="433478"/>
                    <a:pt x="126990" y="434490"/>
                  </a:cubicBezTo>
                  <a:cubicBezTo>
                    <a:pt x="125747" y="434582"/>
                    <a:pt x="125747" y="434582"/>
                    <a:pt x="124478" y="434676"/>
                  </a:cubicBezTo>
                  <a:cubicBezTo>
                    <a:pt x="123588" y="434860"/>
                    <a:pt x="122698" y="435044"/>
                    <a:pt x="121781" y="435234"/>
                  </a:cubicBezTo>
                  <a:cubicBezTo>
                    <a:pt x="121551" y="435725"/>
                    <a:pt x="121321" y="436216"/>
                    <a:pt x="121083" y="436722"/>
                  </a:cubicBezTo>
                  <a:cubicBezTo>
                    <a:pt x="120822" y="437213"/>
                    <a:pt x="120562" y="437704"/>
                    <a:pt x="120293" y="438210"/>
                  </a:cubicBezTo>
                  <a:cubicBezTo>
                    <a:pt x="118759" y="438501"/>
                    <a:pt x="117250" y="438587"/>
                    <a:pt x="115694" y="438696"/>
                  </a:cubicBezTo>
                  <a:cubicBezTo>
                    <a:pt x="115024" y="438824"/>
                    <a:pt x="115024" y="438824"/>
                    <a:pt x="114340" y="438955"/>
                  </a:cubicBezTo>
                  <a:cubicBezTo>
                    <a:pt x="113496" y="440455"/>
                    <a:pt x="113496" y="440455"/>
                    <a:pt x="112851" y="441931"/>
                  </a:cubicBezTo>
                  <a:cubicBezTo>
                    <a:pt x="111363" y="441931"/>
                    <a:pt x="109875" y="441931"/>
                    <a:pt x="108386" y="441931"/>
                  </a:cubicBezTo>
                  <a:cubicBezTo>
                    <a:pt x="108225" y="442645"/>
                    <a:pt x="108225" y="442645"/>
                    <a:pt x="108061" y="443373"/>
                  </a:cubicBezTo>
                  <a:cubicBezTo>
                    <a:pt x="107854" y="444133"/>
                    <a:pt x="107854" y="444133"/>
                    <a:pt x="107642" y="444908"/>
                  </a:cubicBezTo>
                  <a:cubicBezTo>
                    <a:pt x="105907" y="445160"/>
                    <a:pt x="104170" y="445408"/>
                    <a:pt x="102433" y="445652"/>
                  </a:cubicBezTo>
                  <a:cubicBezTo>
                    <a:pt x="102203" y="446143"/>
                    <a:pt x="101973" y="446634"/>
                    <a:pt x="101736" y="447140"/>
                  </a:cubicBezTo>
                  <a:cubicBezTo>
                    <a:pt x="101475" y="447631"/>
                    <a:pt x="101214" y="448122"/>
                    <a:pt x="100945" y="448628"/>
                  </a:cubicBezTo>
                  <a:cubicBezTo>
                    <a:pt x="99567" y="448910"/>
                    <a:pt x="99567" y="448910"/>
                    <a:pt x="97922" y="449047"/>
                  </a:cubicBezTo>
                  <a:cubicBezTo>
                    <a:pt x="96955" y="449154"/>
                    <a:pt x="95988" y="449262"/>
                    <a:pt x="94992" y="449373"/>
                  </a:cubicBezTo>
                  <a:cubicBezTo>
                    <a:pt x="94746" y="450109"/>
                    <a:pt x="94501" y="450846"/>
                    <a:pt x="94248" y="451605"/>
                  </a:cubicBezTo>
                  <a:cubicBezTo>
                    <a:pt x="93388" y="451712"/>
                    <a:pt x="92529" y="451820"/>
                    <a:pt x="91643" y="451930"/>
                  </a:cubicBezTo>
                  <a:cubicBezTo>
                    <a:pt x="90784" y="452069"/>
                    <a:pt x="89924" y="452207"/>
                    <a:pt x="89039" y="452349"/>
                  </a:cubicBezTo>
                  <a:cubicBezTo>
                    <a:pt x="88931" y="452840"/>
                    <a:pt x="88824" y="453331"/>
                    <a:pt x="88713" y="453837"/>
                  </a:cubicBezTo>
                  <a:cubicBezTo>
                    <a:pt x="88575" y="454328"/>
                    <a:pt x="88437" y="454820"/>
                    <a:pt x="88295" y="455326"/>
                  </a:cubicBezTo>
                  <a:cubicBezTo>
                    <a:pt x="86747" y="455654"/>
                    <a:pt x="85271" y="455746"/>
                    <a:pt x="83690" y="455794"/>
                  </a:cubicBezTo>
                  <a:cubicBezTo>
                    <a:pt x="83245" y="455885"/>
                    <a:pt x="82800" y="455976"/>
                    <a:pt x="82342" y="456070"/>
                  </a:cubicBezTo>
                  <a:cubicBezTo>
                    <a:pt x="82096" y="456806"/>
                    <a:pt x="81850" y="457543"/>
                    <a:pt x="81597" y="458302"/>
                  </a:cubicBezTo>
                  <a:cubicBezTo>
                    <a:pt x="80222" y="458683"/>
                    <a:pt x="80222" y="458683"/>
                    <a:pt x="78574" y="458814"/>
                  </a:cubicBezTo>
                  <a:cubicBezTo>
                    <a:pt x="77124" y="458929"/>
                    <a:pt x="77124" y="458929"/>
                    <a:pt x="75644" y="459046"/>
                  </a:cubicBezTo>
                  <a:cubicBezTo>
                    <a:pt x="75644" y="460029"/>
                    <a:pt x="75644" y="461011"/>
                    <a:pt x="75644" y="462023"/>
                  </a:cubicBezTo>
                  <a:cubicBezTo>
                    <a:pt x="74118" y="462120"/>
                    <a:pt x="72592" y="462217"/>
                    <a:pt x="71066" y="462314"/>
                  </a:cubicBezTo>
                  <a:cubicBezTo>
                    <a:pt x="70612" y="462463"/>
                    <a:pt x="70159" y="462613"/>
                    <a:pt x="69691" y="462767"/>
                  </a:cubicBezTo>
                  <a:cubicBezTo>
                    <a:pt x="69575" y="463261"/>
                    <a:pt x="69459" y="463755"/>
                    <a:pt x="69339" y="464264"/>
                  </a:cubicBezTo>
                  <a:cubicBezTo>
                    <a:pt x="69210" y="464752"/>
                    <a:pt x="69080" y="465241"/>
                    <a:pt x="68947" y="465744"/>
                  </a:cubicBezTo>
                  <a:cubicBezTo>
                    <a:pt x="67435" y="466119"/>
                    <a:pt x="67435" y="466119"/>
                    <a:pt x="65598" y="466162"/>
                  </a:cubicBezTo>
                  <a:cubicBezTo>
                    <a:pt x="63807" y="466163"/>
                    <a:pt x="63807" y="466163"/>
                    <a:pt x="62250" y="466488"/>
                  </a:cubicBezTo>
                  <a:cubicBezTo>
                    <a:pt x="62004" y="467224"/>
                    <a:pt x="61759" y="467961"/>
                    <a:pt x="61506" y="468720"/>
                  </a:cubicBezTo>
                  <a:cubicBezTo>
                    <a:pt x="60646" y="468828"/>
                    <a:pt x="59787" y="468935"/>
                    <a:pt x="58901" y="469046"/>
                  </a:cubicBezTo>
                  <a:cubicBezTo>
                    <a:pt x="58042" y="469184"/>
                    <a:pt x="57182" y="469322"/>
                    <a:pt x="56297" y="469464"/>
                  </a:cubicBezTo>
                  <a:cubicBezTo>
                    <a:pt x="56189" y="469955"/>
                    <a:pt x="56082" y="470447"/>
                    <a:pt x="55971" y="470953"/>
                  </a:cubicBezTo>
                  <a:cubicBezTo>
                    <a:pt x="55833" y="471444"/>
                    <a:pt x="55695" y="471935"/>
                    <a:pt x="55552" y="472441"/>
                  </a:cubicBezTo>
                  <a:cubicBezTo>
                    <a:pt x="54005" y="472769"/>
                    <a:pt x="52529" y="472861"/>
                    <a:pt x="50948" y="472909"/>
                  </a:cubicBezTo>
                  <a:cubicBezTo>
                    <a:pt x="50280" y="473046"/>
                    <a:pt x="50280" y="473046"/>
                    <a:pt x="49599" y="473185"/>
                  </a:cubicBezTo>
                  <a:cubicBezTo>
                    <a:pt x="49354" y="473922"/>
                    <a:pt x="49108" y="474658"/>
                    <a:pt x="48855" y="475417"/>
                  </a:cubicBezTo>
                  <a:cubicBezTo>
                    <a:pt x="47480" y="475798"/>
                    <a:pt x="47480" y="475798"/>
                    <a:pt x="45832" y="475929"/>
                  </a:cubicBezTo>
                  <a:cubicBezTo>
                    <a:pt x="44382" y="476044"/>
                    <a:pt x="44382" y="476044"/>
                    <a:pt x="42902" y="476162"/>
                  </a:cubicBezTo>
                  <a:cubicBezTo>
                    <a:pt x="42902" y="477144"/>
                    <a:pt x="42902" y="478126"/>
                    <a:pt x="42902" y="479138"/>
                  </a:cubicBezTo>
                  <a:cubicBezTo>
                    <a:pt x="41818" y="479198"/>
                    <a:pt x="40732" y="479242"/>
                    <a:pt x="39646" y="479278"/>
                  </a:cubicBezTo>
                  <a:cubicBezTo>
                    <a:pt x="39042" y="479304"/>
                    <a:pt x="38438" y="479329"/>
                    <a:pt x="37815" y="479356"/>
                  </a:cubicBezTo>
                  <a:cubicBezTo>
                    <a:pt x="37284" y="479284"/>
                    <a:pt x="36752" y="479212"/>
                    <a:pt x="36205" y="479138"/>
                  </a:cubicBezTo>
                  <a:cubicBezTo>
                    <a:pt x="34205" y="476138"/>
                    <a:pt x="34694" y="474011"/>
                    <a:pt x="34882" y="470505"/>
                  </a:cubicBezTo>
                  <a:cubicBezTo>
                    <a:pt x="34828" y="469916"/>
                    <a:pt x="34773" y="469327"/>
                    <a:pt x="34717" y="468720"/>
                  </a:cubicBezTo>
                  <a:cubicBezTo>
                    <a:pt x="33980" y="468475"/>
                    <a:pt x="33243" y="468229"/>
                    <a:pt x="32484" y="467976"/>
                  </a:cubicBezTo>
                  <a:cubicBezTo>
                    <a:pt x="32103" y="466276"/>
                    <a:pt x="32103" y="466276"/>
                    <a:pt x="31973" y="464209"/>
                  </a:cubicBezTo>
                  <a:cubicBezTo>
                    <a:pt x="31924" y="463525"/>
                    <a:pt x="31875" y="462841"/>
                    <a:pt x="31824" y="462136"/>
                  </a:cubicBezTo>
                  <a:cubicBezTo>
                    <a:pt x="31796" y="461608"/>
                    <a:pt x="31769" y="461079"/>
                    <a:pt x="31740" y="460535"/>
                  </a:cubicBezTo>
                  <a:cubicBezTo>
                    <a:pt x="31003" y="460535"/>
                    <a:pt x="30267" y="460535"/>
                    <a:pt x="29508" y="460535"/>
                  </a:cubicBezTo>
                  <a:cubicBezTo>
                    <a:pt x="29453" y="459835"/>
                    <a:pt x="29453" y="459835"/>
                    <a:pt x="29397" y="459122"/>
                  </a:cubicBezTo>
                  <a:cubicBezTo>
                    <a:pt x="29341" y="458514"/>
                    <a:pt x="29286" y="457906"/>
                    <a:pt x="29228" y="457279"/>
                  </a:cubicBezTo>
                  <a:cubicBezTo>
                    <a:pt x="29151" y="456373"/>
                    <a:pt x="29151" y="456373"/>
                    <a:pt x="29072" y="455448"/>
                  </a:cubicBezTo>
                  <a:cubicBezTo>
                    <a:pt x="28891" y="453686"/>
                    <a:pt x="28891" y="453686"/>
                    <a:pt x="27275" y="452349"/>
                  </a:cubicBezTo>
                  <a:cubicBezTo>
                    <a:pt x="27030" y="452349"/>
                    <a:pt x="26784" y="452349"/>
                    <a:pt x="26531" y="452349"/>
                  </a:cubicBezTo>
                  <a:cubicBezTo>
                    <a:pt x="26503" y="451829"/>
                    <a:pt x="26475" y="451309"/>
                    <a:pt x="26447" y="450774"/>
                  </a:cubicBezTo>
                  <a:cubicBezTo>
                    <a:pt x="26398" y="450096"/>
                    <a:pt x="26349" y="449419"/>
                    <a:pt x="26298" y="448721"/>
                  </a:cubicBezTo>
                  <a:cubicBezTo>
                    <a:pt x="26255" y="448048"/>
                    <a:pt x="26212" y="447375"/>
                    <a:pt x="26168" y="446681"/>
                  </a:cubicBezTo>
                  <a:cubicBezTo>
                    <a:pt x="25944" y="444638"/>
                    <a:pt x="25944" y="444638"/>
                    <a:pt x="23554" y="443419"/>
                  </a:cubicBezTo>
                  <a:cubicBezTo>
                    <a:pt x="23336" y="441809"/>
                    <a:pt x="23336" y="441809"/>
                    <a:pt x="23415" y="439978"/>
                  </a:cubicBezTo>
                  <a:cubicBezTo>
                    <a:pt x="23435" y="439370"/>
                    <a:pt x="23455" y="438761"/>
                    <a:pt x="23476" y="438135"/>
                  </a:cubicBezTo>
                  <a:cubicBezTo>
                    <a:pt x="23502" y="437669"/>
                    <a:pt x="23528" y="437202"/>
                    <a:pt x="23554" y="436722"/>
                  </a:cubicBezTo>
                  <a:cubicBezTo>
                    <a:pt x="22818" y="436722"/>
                    <a:pt x="22081" y="436722"/>
                    <a:pt x="21322" y="436722"/>
                  </a:cubicBezTo>
                  <a:cubicBezTo>
                    <a:pt x="21294" y="436194"/>
                    <a:pt x="21266" y="435665"/>
                    <a:pt x="21238" y="435120"/>
                  </a:cubicBezTo>
                  <a:cubicBezTo>
                    <a:pt x="21189" y="434437"/>
                    <a:pt x="21140" y="433753"/>
                    <a:pt x="21089" y="433048"/>
                  </a:cubicBezTo>
                  <a:cubicBezTo>
                    <a:pt x="21025" y="432025"/>
                    <a:pt x="21025" y="432025"/>
                    <a:pt x="20959" y="430981"/>
                  </a:cubicBezTo>
                  <a:cubicBezTo>
                    <a:pt x="20833" y="430420"/>
                    <a:pt x="20707" y="429859"/>
                    <a:pt x="20578" y="429281"/>
                  </a:cubicBezTo>
                  <a:cubicBezTo>
                    <a:pt x="19841" y="429035"/>
                    <a:pt x="19104" y="428790"/>
                    <a:pt x="18345" y="428537"/>
                  </a:cubicBezTo>
                  <a:cubicBezTo>
                    <a:pt x="18043" y="426888"/>
                    <a:pt x="18043" y="426888"/>
                    <a:pt x="17973" y="424862"/>
                  </a:cubicBezTo>
                  <a:cubicBezTo>
                    <a:pt x="17951" y="422879"/>
                    <a:pt x="17951" y="422879"/>
                    <a:pt x="17601" y="421095"/>
                  </a:cubicBezTo>
                  <a:cubicBezTo>
                    <a:pt x="16865" y="420604"/>
                    <a:pt x="16128" y="420113"/>
                    <a:pt x="15369" y="419607"/>
                  </a:cubicBezTo>
                  <a:cubicBezTo>
                    <a:pt x="15369" y="417871"/>
                    <a:pt x="15369" y="416134"/>
                    <a:pt x="15369" y="414398"/>
                  </a:cubicBezTo>
                  <a:cubicBezTo>
                    <a:pt x="14632" y="413907"/>
                    <a:pt x="13895" y="413416"/>
                    <a:pt x="13136" y="412910"/>
                  </a:cubicBezTo>
                  <a:cubicBezTo>
                    <a:pt x="12645" y="411136"/>
                    <a:pt x="12645" y="411136"/>
                    <a:pt x="12346" y="409096"/>
                  </a:cubicBezTo>
                  <a:cubicBezTo>
                    <a:pt x="12084" y="407112"/>
                    <a:pt x="12084" y="407112"/>
                    <a:pt x="11648" y="405468"/>
                  </a:cubicBezTo>
                  <a:cubicBezTo>
                    <a:pt x="11157" y="405468"/>
                    <a:pt x="10666" y="405468"/>
                    <a:pt x="10160" y="405468"/>
                  </a:cubicBezTo>
                  <a:cubicBezTo>
                    <a:pt x="9741" y="403747"/>
                    <a:pt x="9741" y="403747"/>
                    <a:pt x="10160" y="401748"/>
                  </a:cubicBezTo>
                  <a:cubicBezTo>
                    <a:pt x="11853" y="400978"/>
                    <a:pt x="13512" y="400526"/>
                    <a:pt x="15319" y="400091"/>
                  </a:cubicBezTo>
                  <a:cubicBezTo>
                    <a:pt x="16081" y="399806"/>
                    <a:pt x="16081" y="399806"/>
                    <a:pt x="16857" y="399515"/>
                  </a:cubicBezTo>
                  <a:cubicBezTo>
                    <a:pt x="17103" y="398778"/>
                    <a:pt x="17348" y="398042"/>
                    <a:pt x="17601" y="397283"/>
                  </a:cubicBezTo>
                  <a:cubicBezTo>
                    <a:pt x="19511" y="396963"/>
                    <a:pt x="21361" y="396955"/>
                    <a:pt x="23296" y="396914"/>
                  </a:cubicBezTo>
                  <a:cubicBezTo>
                    <a:pt x="23872" y="396790"/>
                    <a:pt x="24449" y="396666"/>
                    <a:pt x="25043" y="396539"/>
                  </a:cubicBezTo>
                  <a:cubicBezTo>
                    <a:pt x="25288" y="396047"/>
                    <a:pt x="25534" y="395556"/>
                    <a:pt x="25787" y="395050"/>
                  </a:cubicBezTo>
                  <a:cubicBezTo>
                    <a:pt x="26032" y="394559"/>
                    <a:pt x="26278" y="394068"/>
                    <a:pt x="26531" y="393562"/>
                  </a:cubicBezTo>
                  <a:cubicBezTo>
                    <a:pt x="28278" y="393187"/>
                    <a:pt x="28278" y="393187"/>
                    <a:pt x="30298" y="393143"/>
                  </a:cubicBezTo>
                  <a:cubicBezTo>
                    <a:pt x="32270" y="393143"/>
                    <a:pt x="32270" y="393143"/>
                    <a:pt x="33972" y="392818"/>
                  </a:cubicBezTo>
                  <a:cubicBezTo>
                    <a:pt x="34218" y="392081"/>
                    <a:pt x="34464" y="391344"/>
                    <a:pt x="34717" y="390585"/>
                  </a:cubicBezTo>
                  <a:cubicBezTo>
                    <a:pt x="36629" y="390054"/>
                    <a:pt x="38518" y="389830"/>
                    <a:pt x="40484" y="389562"/>
                  </a:cubicBezTo>
                  <a:cubicBezTo>
                    <a:pt x="41036" y="389409"/>
                    <a:pt x="41589" y="389255"/>
                    <a:pt x="42158" y="389097"/>
                  </a:cubicBezTo>
                  <a:cubicBezTo>
                    <a:pt x="42404" y="388360"/>
                    <a:pt x="42649" y="387624"/>
                    <a:pt x="42902" y="386865"/>
                  </a:cubicBezTo>
                  <a:cubicBezTo>
                    <a:pt x="44834" y="386516"/>
                    <a:pt x="46708" y="386490"/>
                    <a:pt x="48669" y="386423"/>
                  </a:cubicBezTo>
                  <a:cubicBezTo>
                    <a:pt x="49222" y="386323"/>
                    <a:pt x="49774" y="386223"/>
                    <a:pt x="50343" y="386121"/>
                  </a:cubicBezTo>
                  <a:cubicBezTo>
                    <a:pt x="50589" y="385384"/>
                    <a:pt x="50835" y="384647"/>
                    <a:pt x="51088" y="383888"/>
                  </a:cubicBezTo>
                  <a:cubicBezTo>
                    <a:pt x="53000" y="383357"/>
                    <a:pt x="54890" y="383133"/>
                    <a:pt x="56855" y="382865"/>
                  </a:cubicBezTo>
                  <a:cubicBezTo>
                    <a:pt x="57407" y="382711"/>
                    <a:pt x="57960" y="382558"/>
                    <a:pt x="58529" y="382400"/>
                  </a:cubicBezTo>
                  <a:cubicBezTo>
                    <a:pt x="58775" y="381663"/>
                    <a:pt x="59020" y="380926"/>
                    <a:pt x="59273" y="380167"/>
                  </a:cubicBezTo>
                  <a:cubicBezTo>
                    <a:pt x="61136" y="379787"/>
                    <a:pt x="61136" y="379787"/>
                    <a:pt x="63412" y="379656"/>
                  </a:cubicBezTo>
                  <a:cubicBezTo>
                    <a:pt x="64165" y="379607"/>
                    <a:pt x="64918" y="379558"/>
                    <a:pt x="65694" y="379508"/>
                  </a:cubicBezTo>
                  <a:cubicBezTo>
                    <a:pt x="66277" y="379480"/>
                    <a:pt x="66859" y="379452"/>
                    <a:pt x="67459" y="379423"/>
                  </a:cubicBezTo>
                  <a:cubicBezTo>
                    <a:pt x="67459" y="378441"/>
                    <a:pt x="67459" y="377459"/>
                    <a:pt x="67459" y="376447"/>
                  </a:cubicBezTo>
                  <a:cubicBezTo>
                    <a:pt x="67987" y="376419"/>
                    <a:pt x="68516" y="376391"/>
                    <a:pt x="69060" y="376362"/>
                  </a:cubicBezTo>
                  <a:cubicBezTo>
                    <a:pt x="69744" y="376314"/>
                    <a:pt x="70428" y="376265"/>
                    <a:pt x="71133" y="376214"/>
                  </a:cubicBezTo>
                  <a:cubicBezTo>
                    <a:pt x="71815" y="376171"/>
                    <a:pt x="72497" y="376128"/>
                    <a:pt x="73200" y="376083"/>
                  </a:cubicBezTo>
                  <a:cubicBezTo>
                    <a:pt x="73761" y="375958"/>
                    <a:pt x="74322" y="375832"/>
                    <a:pt x="74900" y="375703"/>
                  </a:cubicBezTo>
                  <a:cubicBezTo>
                    <a:pt x="75146" y="374966"/>
                    <a:pt x="75391" y="374229"/>
                    <a:pt x="75644" y="373470"/>
                  </a:cubicBezTo>
                  <a:cubicBezTo>
                    <a:pt x="77345" y="373089"/>
                    <a:pt x="77345" y="373089"/>
                    <a:pt x="79411" y="372959"/>
                  </a:cubicBezTo>
                  <a:cubicBezTo>
                    <a:pt x="80095" y="372910"/>
                    <a:pt x="80779" y="372861"/>
                    <a:pt x="81484" y="372810"/>
                  </a:cubicBezTo>
                  <a:cubicBezTo>
                    <a:pt x="82013" y="372783"/>
                    <a:pt x="82541" y="372755"/>
                    <a:pt x="83086" y="372726"/>
                  </a:cubicBezTo>
                  <a:cubicBezTo>
                    <a:pt x="83086" y="371744"/>
                    <a:pt x="83086" y="370761"/>
                    <a:pt x="83086" y="369749"/>
                  </a:cubicBezTo>
                  <a:cubicBezTo>
                    <a:pt x="83614" y="369722"/>
                    <a:pt x="84143" y="369694"/>
                    <a:pt x="84687" y="369665"/>
                  </a:cubicBezTo>
                  <a:cubicBezTo>
                    <a:pt x="85371" y="369616"/>
                    <a:pt x="86055" y="369567"/>
                    <a:pt x="86760" y="369517"/>
                  </a:cubicBezTo>
                  <a:cubicBezTo>
                    <a:pt x="87442" y="369474"/>
                    <a:pt x="88124" y="369431"/>
                    <a:pt x="88827" y="369386"/>
                  </a:cubicBezTo>
                  <a:cubicBezTo>
                    <a:pt x="89388" y="369260"/>
                    <a:pt x="89949" y="369135"/>
                    <a:pt x="90527" y="369005"/>
                  </a:cubicBezTo>
                  <a:cubicBezTo>
                    <a:pt x="90773" y="368269"/>
                    <a:pt x="91018" y="367532"/>
                    <a:pt x="91271" y="366773"/>
                  </a:cubicBezTo>
                  <a:cubicBezTo>
                    <a:pt x="93013" y="366455"/>
                    <a:pt x="94689" y="366446"/>
                    <a:pt x="96457" y="366404"/>
                  </a:cubicBezTo>
                  <a:cubicBezTo>
                    <a:pt x="96956" y="366280"/>
                    <a:pt x="97455" y="366156"/>
                    <a:pt x="97968" y="366029"/>
                  </a:cubicBezTo>
                  <a:cubicBezTo>
                    <a:pt x="98218" y="365037"/>
                    <a:pt x="98466" y="364045"/>
                    <a:pt x="98713" y="363052"/>
                  </a:cubicBezTo>
                  <a:cubicBezTo>
                    <a:pt x="100198" y="362703"/>
                    <a:pt x="100198" y="362703"/>
                    <a:pt x="102015" y="362680"/>
                  </a:cubicBezTo>
                  <a:cubicBezTo>
                    <a:pt x="103801" y="362718"/>
                    <a:pt x="103801" y="362718"/>
                    <a:pt x="105410" y="362308"/>
                  </a:cubicBezTo>
                  <a:cubicBezTo>
                    <a:pt x="105647" y="361813"/>
                    <a:pt x="105884" y="361318"/>
                    <a:pt x="106128" y="360808"/>
                  </a:cubicBezTo>
                  <a:cubicBezTo>
                    <a:pt x="106382" y="360321"/>
                    <a:pt x="106636" y="359834"/>
                    <a:pt x="106898" y="359332"/>
                  </a:cubicBezTo>
                  <a:cubicBezTo>
                    <a:pt x="108671" y="359041"/>
                    <a:pt x="108671" y="359041"/>
                    <a:pt x="110712" y="359145"/>
                  </a:cubicBezTo>
                  <a:cubicBezTo>
                    <a:pt x="111389" y="359172"/>
                    <a:pt x="112066" y="359199"/>
                    <a:pt x="112764" y="359227"/>
                  </a:cubicBezTo>
                  <a:cubicBezTo>
                    <a:pt x="113284" y="359261"/>
                    <a:pt x="113804" y="359296"/>
                    <a:pt x="114340" y="359332"/>
                  </a:cubicBezTo>
                  <a:cubicBezTo>
                    <a:pt x="114340" y="358349"/>
                    <a:pt x="114340" y="357367"/>
                    <a:pt x="114340" y="356355"/>
                  </a:cubicBezTo>
                  <a:cubicBezTo>
                    <a:pt x="116795" y="356109"/>
                    <a:pt x="119251" y="355864"/>
                    <a:pt x="121781" y="355611"/>
                  </a:cubicBezTo>
                  <a:cubicBezTo>
                    <a:pt x="121781" y="354629"/>
                    <a:pt x="121781" y="353646"/>
                    <a:pt x="121781" y="352634"/>
                  </a:cubicBezTo>
                  <a:cubicBezTo>
                    <a:pt x="124237" y="352634"/>
                    <a:pt x="126692" y="352634"/>
                    <a:pt x="129222" y="352634"/>
                  </a:cubicBezTo>
                  <a:cubicBezTo>
                    <a:pt x="129222" y="351652"/>
                    <a:pt x="129222" y="350670"/>
                    <a:pt x="129222" y="349658"/>
                  </a:cubicBezTo>
                  <a:cubicBezTo>
                    <a:pt x="129671" y="349656"/>
                    <a:pt x="130120" y="349654"/>
                    <a:pt x="130583" y="349652"/>
                  </a:cubicBezTo>
                  <a:cubicBezTo>
                    <a:pt x="131178" y="349623"/>
                    <a:pt x="131772" y="349594"/>
                    <a:pt x="132385" y="349565"/>
                  </a:cubicBezTo>
                  <a:cubicBezTo>
                    <a:pt x="132972" y="349547"/>
                    <a:pt x="133559" y="349530"/>
                    <a:pt x="134164" y="349512"/>
                  </a:cubicBezTo>
                  <a:cubicBezTo>
                    <a:pt x="136879" y="348586"/>
                    <a:pt x="137539" y="346917"/>
                    <a:pt x="138896" y="344449"/>
                  </a:cubicBezTo>
                  <a:cubicBezTo>
                    <a:pt x="139171" y="342457"/>
                    <a:pt x="139288" y="340781"/>
                    <a:pt x="139254" y="338798"/>
                  </a:cubicBezTo>
                  <a:cubicBezTo>
                    <a:pt x="139258" y="337968"/>
                    <a:pt x="139258" y="337968"/>
                    <a:pt x="139262" y="337120"/>
                  </a:cubicBezTo>
                  <a:cubicBezTo>
                    <a:pt x="139267" y="335272"/>
                    <a:pt x="139250" y="333425"/>
                    <a:pt x="139234" y="331578"/>
                  </a:cubicBezTo>
                  <a:cubicBezTo>
                    <a:pt x="139233" y="330250"/>
                    <a:pt x="139234" y="328922"/>
                    <a:pt x="139235" y="327595"/>
                  </a:cubicBezTo>
                  <a:cubicBezTo>
                    <a:pt x="139236" y="323996"/>
                    <a:pt x="139219" y="320397"/>
                    <a:pt x="139198" y="316798"/>
                  </a:cubicBezTo>
                  <a:cubicBezTo>
                    <a:pt x="139179" y="313035"/>
                    <a:pt x="139178" y="309272"/>
                    <a:pt x="139174" y="305509"/>
                  </a:cubicBezTo>
                  <a:cubicBezTo>
                    <a:pt x="139165" y="298386"/>
                    <a:pt x="139140" y="291262"/>
                    <a:pt x="139111" y="284139"/>
                  </a:cubicBezTo>
                  <a:cubicBezTo>
                    <a:pt x="139077" y="276028"/>
                    <a:pt x="139061" y="267917"/>
                    <a:pt x="139046" y="259806"/>
                  </a:cubicBezTo>
                  <a:cubicBezTo>
                    <a:pt x="139015" y="243124"/>
                    <a:pt x="138963" y="226442"/>
                    <a:pt x="138896" y="209759"/>
                  </a:cubicBezTo>
                  <a:cubicBezTo>
                    <a:pt x="138322" y="209756"/>
                    <a:pt x="137747" y="209753"/>
                    <a:pt x="137155" y="209750"/>
                  </a:cubicBezTo>
                  <a:cubicBezTo>
                    <a:pt x="123195" y="209673"/>
                    <a:pt x="109234" y="209592"/>
                    <a:pt x="95274" y="209507"/>
                  </a:cubicBezTo>
                  <a:cubicBezTo>
                    <a:pt x="88523" y="209466"/>
                    <a:pt x="81772" y="209426"/>
                    <a:pt x="75021" y="209389"/>
                  </a:cubicBezTo>
                  <a:cubicBezTo>
                    <a:pt x="69139" y="209357"/>
                    <a:pt x="63257" y="209323"/>
                    <a:pt x="57375" y="209285"/>
                  </a:cubicBezTo>
                  <a:cubicBezTo>
                    <a:pt x="54258" y="209266"/>
                    <a:pt x="51142" y="209247"/>
                    <a:pt x="48026" y="209232"/>
                  </a:cubicBezTo>
                  <a:cubicBezTo>
                    <a:pt x="45096" y="209217"/>
                    <a:pt x="42166" y="209199"/>
                    <a:pt x="39236" y="209178"/>
                  </a:cubicBezTo>
                  <a:cubicBezTo>
                    <a:pt x="38157" y="209171"/>
                    <a:pt x="37079" y="209166"/>
                    <a:pt x="36001" y="209161"/>
                  </a:cubicBezTo>
                  <a:cubicBezTo>
                    <a:pt x="34534" y="209155"/>
                    <a:pt x="33068" y="209144"/>
                    <a:pt x="31602" y="209133"/>
                  </a:cubicBezTo>
                  <a:cubicBezTo>
                    <a:pt x="30780" y="209128"/>
                    <a:pt x="29957" y="209123"/>
                    <a:pt x="29110" y="209118"/>
                  </a:cubicBezTo>
                  <a:cubicBezTo>
                    <a:pt x="27275" y="209015"/>
                    <a:pt x="27275" y="209015"/>
                    <a:pt x="26531" y="208271"/>
                  </a:cubicBezTo>
                  <a:cubicBezTo>
                    <a:pt x="26452" y="205987"/>
                    <a:pt x="26422" y="203720"/>
                    <a:pt x="26423" y="201436"/>
                  </a:cubicBezTo>
                  <a:cubicBezTo>
                    <a:pt x="26420" y="200718"/>
                    <a:pt x="26418" y="200001"/>
                    <a:pt x="26415" y="199262"/>
                  </a:cubicBezTo>
                  <a:cubicBezTo>
                    <a:pt x="26408" y="196877"/>
                    <a:pt x="26407" y="194493"/>
                    <a:pt x="26406" y="192109"/>
                  </a:cubicBezTo>
                  <a:cubicBezTo>
                    <a:pt x="26404" y="190460"/>
                    <a:pt x="26401" y="188811"/>
                    <a:pt x="26398" y="187163"/>
                  </a:cubicBezTo>
                  <a:cubicBezTo>
                    <a:pt x="26394" y="183702"/>
                    <a:pt x="26393" y="180241"/>
                    <a:pt x="26393" y="176781"/>
                  </a:cubicBezTo>
                  <a:cubicBezTo>
                    <a:pt x="26393" y="172334"/>
                    <a:pt x="26383" y="167887"/>
                    <a:pt x="26370" y="163440"/>
                  </a:cubicBezTo>
                  <a:cubicBezTo>
                    <a:pt x="26362" y="160033"/>
                    <a:pt x="26360" y="156627"/>
                    <a:pt x="26361" y="153221"/>
                  </a:cubicBezTo>
                  <a:cubicBezTo>
                    <a:pt x="26360" y="151581"/>
                    <a:pt x="26357" y="149941"/>
                    <a:pt x="26351" y="148300"/>
                  </a:cubicBezTo>
                  <a:cubicBezTo>
                    <a:pt x="26344" y="146012"/>
                    <a:pt x="26346" y="143724"/>
                    <a:pt x="26350" y="141436"/>
                  </a:cubicBezTo>
                  <a:cubicBezTo>
                    <a:pt x="26346" y="140751"/>
                    <a:pt x="26342" y="140066"/>
                    <a:pt x="26338" y="139361"/>
                  </a:cubicBezTo>
                  <a:cubicBezTo>
                    <a:pt x="26346" y="137773"/>
                    <a:pt x="26430" y="136186"/>
                    <a:pt x="26531" y="134601"/>
                  </a:cubicBezTo>
                  <a:cubicBezTo>
                    <a:pt x="28562" y="133586"/>
                    <a:pt x="30161" y="133766"/>
                    <a:pt x="32436" y="133767"/>
                  </a:cubicBezTo>
                  <a:cubicBezTo>
                    <a:pt x="33377" y="133766"/>
                    <a:pt x="34318" y="133765"/>
                    <a:pt x="35288" y="133764"/>
                  </a:cubicBezTo>
                  <a:cubicBezTo>
                    <a:pt x="36337" y="133767"/>
                    <a:pt x="37386" y="133770"/>
                    <a:pt x="38435" y="133772"/>
                  </a:cubicBezTo>
                  <a:cubicBezTo>
                    <a:pt x="39535" y="133773"/>
                    <a:pt x="40635" y="133773"/>
                    <a:pt x="41734" y="133772"/>
                  </a:cubicBezTo>
                  <a:cubicBezTo>
                    <a:pt x="44726" y="133772"/>
                    <a:pt x="47718" y="133776"/>
                    <a:pt x="50710" y="133781"/>
                  </a:cubicBezTo>
                  <a:cubicBezTo>
                    <a:pt x="53834" y="133786"/>
                    <a:pt x="56959" y="133787"/>
                    <a:pt x="60083" y="133787"/>
                  </a:cubicBezTo>
                  <a:cubicBezTo>
                    <a:pt x="66002" y="133790"/>
                    <a:pt x="71921" y="133796"/>
                    <a:pt x="77841" y="133803"/>
                  </a:cubicBezTo>
                  <a:cubicBezTo>
                    <a:pt x="84578" y="133812"/>
                    <a:pt x="91316" y="133816"/>
                    <a:pt x="98054" y="133819"/>
                  </a:cubicBezTo>
                  <a:cubicBezTo>
                    <a:pt x="111916" y="133827"/>
                    <a:pt x="125778" y="133840"/>
                    <a:pt x="139640" y="133857"/>
                  </a:cubicBezTo>
                  <a:cubicBezTo>
                    <a:pt x="139395" y="133120"/>
                    <a:pt x="139149" y="132384"/>
                    <a:pt x="138896" y="131625"/>
                  </a:cubicBezTo>
                  <a:cubicBezTo>
                    <a:pt x="138821" y="129901"/>
                    <a:pt x="138792" y="128176"/>
                    <a:pt x="138787" y="126450"/>
                  </a:cubicBezTo>
                  <a:cubicBezTo>
                    <a:pt x="138784" y="125921"/>
                    <a:pt x="138781" y="125391"/>
                    <a:pt x="138778" y="124846"/>
                  </a:cubicBezTo>
                  <a:cubicBezTo>
                    <a:pt x="138770" y="123067"/>
                    <a:pt x="138767" y="121288"/>
                    <a:pt x="138765" y="119509"/>
                  </a:cubicBezTo>
                  <a:cubicBezTo>
                    <a:pt x="138760" y="118235"/>
                    <a:pt x="138755" y="116962"/>
                    <a:pt x="138750" y="115688"/>
                  </a:cubicBezTo>
                  <a:cubicBezTo>
                    <a:pt x="138737" y="112226"/>
                    <a:pt x="138729" y="108764"/>
                    <a:pt x="138723" y="105301"/>
                  </a:cubicBezTo>
                  <a:cubicBezTo>
                    <a:pt x="138719" y="103140"/>
                    <a:pt x="138714" y="100979"/>
                    <a:pt x="138710" y="98818"/>
                  </a:cubicBezTo>
                  <a:cubicBezTo>
                    <a:pt x="138696" y="92062"/>
                    <a:pt x="138685" y="85306"/>
                    <a:pt x="138679" y="78550"/>
                  </a:cubicBezTo>
                  <a:cubicBezTo>
                    <a:pt x="138671" y="70740"/>
                    <a:pt x="138652" y="62930"/>
                    <a:pt x="138622" y="55120"/>
                  </a:cubicBezTo>
                  <a:cubicBezTo>
                    <a:pt x="138599" y="49090"/>
                    <a:pt x="138588" y="43059"/>
                    <a:pt x="138586" y="37028"/>
                  </a:cubicBezTo>
                  <a:cubicBezTo>
                    <a:pt x="138584" y="33423"/>
                    <a:pt x="138577" y="29818"/>
                    <a:pt x="138559" y="26212"/>
                  </a:cubicBezTo>
                  <a:cubicBezTo>
                    <a:pt x="138542" y="22824"/>
                    <a:pt x="138538" y="19437"/>
                    <a:pt x="138546" y="16048"/>
                  </a:cubicBezTo>
                  <a:cubicBezTo>
                    <a:pt x="138546" y="14802"/>
                    <a:pt x="138542" y="13556"/>
                    <a:pt x="138531" y="12310"/>
                  </a:cubicBezTo>
                  <a:cubicBezTo>
                    <a:pt x="138518" y="10614"/>
                    <a:pt x="138523" y="8919"/>
                    <a:pt x="138533" y="7224"/>
                  </a:cubicBezTo>
                  <a:cubicBezTo>
                    <a:pt x="138531" y="6273"/>
                    <a:pt x="138530" y="5322"/>
                    <a:pt x="138528" y="4343"/>
                  </a:cubicBezTo>
                  <a:cubicBezTo>
                    <a:pt x="138896" y="2144"/>
                    <a:pt x="138896" y="2144"/>
                    <a:pt x="140241" y="1094"/>
                  </a:cubicBezTo>
                  <a:cubicBezTo>
                    <a:pt x="142743" y="422"/>
                    <a:pt x="145217" y="449"/>
                    <a:pt x="147788" y="463"/>
                  </a:cubicBezTo>
                  <a:close/>
                </a:path>
              </a:pathLst>
            </a:custGeom>
            <a:grpFill/>
            <a:ln w="744" cap="flat">
              <a:noFill/>
              <a:prstDash val="solid"/>
              <a:miter/>
            </a:ln>
          </p:spPr>
          <p:txBody>
            <a:bodyPr rtlCol="0" anchor="ctr"/>
            <a:lstStyle/>
            <a:p>
              <a:endParaRPr lang="zh-CN" altLang="en-US"/>
            </a:p>
          </p:txBody>
        </p:sp>
        <p:sp>
          <p:nvSpPr>
            <p:cNvPr id="161" name="任意多边形: 形状 160"/>
            <p:cNvSpPr/>
            <p:nvPr/>
          </p:nvSpPr>
          <p:spPr>
            <a:xfrm>
              <a:off x="8528393" y="596477"/>
              <a:ext cx="418610" cy="236353"/>
            </a:xfrm>
            <a:custGeom>
              <a:avLst/>
              <a:gdLst>
                <a:gd name="connsiteX0" fmla="*/ 223745 w 418616"/>
                <a:gd name="connsiteY0" fmla="*/ 684 h 236346"/>
                <a:gd name="connsiteX1" fmla="*/ 227140 w 418616"/>
                <a:gd name="connsiteY1" fmla="*/ 498 h 236346"/>
                <a:gd name="connsiteX2" fmla="*/ 229003 w 418616"/>
                <a:gd name="connsiteY2" fmla="*/ 579 h 236346"/>
                <a:gd name="connsiteX3" fmla="*/ 230442 w 418616"/>
                <a:gd name="connsiteY3" fmla="*/ 684 h 236346"/>
                <a:gd name="connsiteX4" fmla="*/ 231186 w 418616"/>
                <a:gd name="connsiteY4" fmla="*/ 5149 h 236346"/>
                <a:gd name="connsiteX5" fmla="*/ 233419 w 418616"/>
                <a:gd name="connsiteY5" fmla="*/ 5149 h 236346"/>
                <a:gd name="connsiteX6" fmla="*/ 233651 w 418616"/>
                <a:gd name="connsiteY6" fmla="*/ 7660 h 236346"/>
                <a:gd name="connsiteX7" fmla="*/ 234163 w 418616"/>
                <a:gd name="connsiteY7" fmla="*/ 10358 h 236346"/>
                <a:gd name="connsiteX8" fmla="*/ 236395 w 418616"/>
                <a:gd name="connsiteY8" fmla="*/ 11846 h 236346"/>
                <a:gd name="connsiteX9" fmla="*/ 237139 w 418616"/>
                <a:gd name="connsiteY9" fmla="*/ 14822 h 236346"/>
                <a:gd name="connsiteX10" fmla="*/ 238302 w 418616"/>
                <a:gd name="connsiteY10" fmla="*/ 15892 h 236346"/>
                <a:gd name="connsiteX11" fmla="*/ 239511 w 418616"/>
                <a:gd name="connsiteY11" fmla="*/ 19055 h 236346"/>
                <a:gd name="connsiteX12" fmla="*/ 239372 w 418616"/>
                <a:gd name="connsiteY12" fmla="*/ 20776 h 236346"/>
                <a:gd name="connsiteX13" fmla="*/ 241604 w 418616"/>
                <a:gd name="connsiteY13" fmla="*/ 20776 h 236346"/>
                <a:gd name="connsiteX14" fmla="*/ 241837 w 418616"/>
                <a:gd name="connsiteY14" fmla="*/ 22915 h 236346"/>
                <a:gd name="connsiteX15" fmla="*/ 244581 w 418616"/>
                <a:gd name="connsiteY15" fmla="*/ 26729 h 236346"/>
                <a:gd name="connsiteX16" fmla="*/ 245325 w 418616"/>
                <a:gd name="connsiteY16" fmla="*/ 31194 h 236346"/>
                <a:gd name="connsiteX17" fmla="*/ 246813 w 418616"/>
                <a:gd name="connsiteY17" fmla="*/ 31938 h 236346"/>
                <a:gd name="connsiteX18" fmla="*/ 248301 w 418616"/>
                <a:gd name="connsiteY18" fmla="*/ 36403 h 236346"/>
                <a:gd name="connsiteX19" fmla="*/ 249790 w 418616"/>
                <a:gd name="connsiteY19" fmla="*/ 37147 h 236346"/>
                <a:gd name="connsiteX20" fmla="*/ 250115 w 418616"/>
                <a:gd name="connsiteY20" fmla="*/ 39751 h 236346"/>
                <a:gd name="connsiteX21" fmla="*/ 250534 w 418616"/>
                <a:gd name="connsiteY21" fmla="*/ 42356 h 236346"/>
                <a:gd name="connsiteX22" fmla="*/ 252766 w 418616"/>
                <a:gd name="connsiteY22" fmla="*/ 43100 h 236346"/>
                <a:gd name="connsiteX23" fmla="*/ 253208 w 418616"/>
                <a:gd name="connsiteY23" fmla="*/ 47704 h 236346"/>
                <a:gd name="connsiteX24" fmla="*/ 253510 w 418616"/>
                <a:gd name="connsiteY24" fmla="*/ 49053 h 236346"/>
                <a:gd name="connsiteX25" fmla="*/ 255743 w 418616"/>
                <a:gd name="connsiteY25" fmla="*/ 49797 h 236346"/>
                <a:gd name="connsiteX26" fmla="*/ 255882 w 418616"/>
                <a:gd name="connsiteY26" fmla="*/ 53192 h 236346"/>
                <a:gd name="connsiteX27" fmla="*/ 255821 w 418616"/>
                <a:gd name="connsiteY27" fmla="*/ 55055 h 236346"/>
                <a:gd name="connsiteX28" fmla="*/ 255743 w 418616"/>
                <a:gd name="connsiteY28" fmla="*/ 56494 h 236346"/>
                <a:gd name="connsiteX29" fmla="*/ 257975 w 418616"/>
                <a:gd name="connsiteY29" fmla="*/ 56494 h 236346"/>
                <a:gd name="connsiteX30" fmla="*/ 258339 w 418616"/>
                <a:gd name="connsiteY30" fmla="*/ 61073 h 236346"/>
                <a:gd name="connsiteX31" fmla="*/ 258719 w 418616"/>
                <a:gd name="connsiteY31" fmla="*/ 62447 h 236346"/>
                <a:gd name="connsiteX32" fmla="*/ 260952 w 418616"/>
                <a:gd name="connsiteY32" fmla="*/ 63192 h 236346"/>
                <a:gd name="connsiteX33" fmla="*/ 261394 w 418616"/>
                <a:gd name="connsiteY33" fmla="*/ 68377 h 236346"/>
                <a:gd name="connsiteX34" fmla="*/ 261696 w 418616"/>
                <a:gd name="connsiteY34" fmla="*/ 69889 h 236346"/>
                <a:gd name="connsiteX35" fmla="*/ 263928 w 418616"/>
                <a:gd name="connsiteY35" fmla="*/ 70633 h 236346"/>
                <a:gd name="connsiteX36" fmla="*/ 264347 w 418616"/>
                <a:gd name="connsiteY36" fmla="*/ 74354 h 236346"/>
                <a:gd name="connsiteX37" fmla="*/ 264672 w 418616"/>
                <a:gd name="connsiteY37" fmla="*/ 78074 h 236346"/>
                <a:gd name="connsiteX38" fmla="*/ 266161 w 418616"/>
                <a:gd name="connsiteY38" fmla="*/ 78819 h 236346"/>
                <a:gd name="connsiteX39" fmla="*/ 266626 w 418616"/>
                <a:gd name="connsiteY39" fmla="*/ 83702 h 236346"/>
                <a:gd name="connsiteX40" fmla="*/ 266794 w 418616"/>
                <a:gd name="connsiteY40" fmla="*/ 86402 h 236346"/>
                <a:gd name="connsiteX41" fmla="*/ 266905 w 418616"/>
                <a:gd name="connsiteY41" fmla="*/ 88492 h 236346"/>
                <a:gd name="connsiteX42" fmla="*/ 269137 w 418616"/>
                <a:gd name="connsiteY42" fmla="*/ 88492 h 236346"/>
                <a:gd name="connsiteX43" fmla="*/ 268393 w 418616"/>
                <a:gd name="connsiteY43" fmla="*/ 92213 h 236346"/>
                <a:gd name="connsiteX44" fmla="*/ 263184 w 418616"/>
                <a:gd name="connsiteY44" fmla="*/ 93701 h 236346"/>
                <a:gd name="connsiteX45" fmla="*/ 262440 w 418616"/>
                <a:gd name="connsiteY45" fmla="*/ 95934 h 236346"/>
                <a:gd name="connsiteX46" fmla="*/ 259138 w 418616"/>
                <a:gd name="connsiteY46" fmla="*/ 96724 h 236346"/>
                <a:gd name="connsiteX47" fmla="*/ 254255 w 418616"/>
                <a:gd name="connsiteY47" fmla="*/ 98910 h 236346"/>
                <a:gd name="connsiteX48" fmla="*/ 271021 w 418616"/>
                <a:gd name="connsiteY48" fmla="*/ 99180 h 236346"/>
                <a:gd name="connsiteX49" fmla="*/ 278806 w 418616"/>
                <a:gd name="connsiteY49" fmla="*/ 99303 h 236346"/>
                <a:gd name="connsiteX50" fmla="*/ 287755 w 418616"/>
                <a:gd name="connsiteY50" fmla="*/ 99419 h 236346"/>
                <a:gd name="connsiteX51" fmla="*/ 290581 w 418616"/>
                <a:gd name="connsiteY51" fmla="*/ 99501 h 236346"/>
                <a:gd name="connsiteX52" fmla="*/ 297415 w 418616"/>
                <a:gd name="connsiteY52" fmla="*/ 98910 h 236346"/>
                <a:gd name="connsiteX53" fmla="*/ 299647 w 418616"/>
                <a:gd name="connsiteY53" fmla="*/ 93701 h 236346"/>
                <a:gd name="connsiteX54" fmla="*/ 301880 w 418616"/>
                <a:gd name="connsiteY54" fmla="*/ 93701 h 236346"/>
                <a:gd name="connsiteX55" fmla="*/ 301880 w 418616"/>
                <a:gd name="connsiteY55" fmla="*/ 87748 h 236346"/>
                <a:gd name="connsiteX56" fmla="*/ 304112 w 418616"/>
                <a:gd name="connsiteY56" fmla="*/ 87748 h 236346"/>
                <a:gd name="connsiteX57" fmla="*/ 304344 w 418616"/>
                <a:gd name="connsiteY57" fmla="*/ 85655 h 236346"/>
                <a:gd name="connsiteX58" fmla="*/ 307088 w 418616"/>
                <a:gd name="connsiteY58" fmla="*/ 81051 h 236346"/>
                <a:gd name="connsiteX59" fmla="*/ 307833 w 418616"/>
                <a:gd name="connsiteY59" fmla="*/ 77330 h 236346"/>
                <a:gd name="connsiteX60" fmla="*/ 309321 w 418616"/>
                <a:gd name="connsiteY60" fmla="*/ 76586 h 236346"/>
                <a:gd name="connsiteX61" fmla="*/ 310065 w 418616"/>
                <a:gd name="connsiteY61" fmla="*/ 72121 h 236346"/>
                <a:gd name="connsiteX62" fmla="*/ 312297 w 418616"/>
                <a:gd name="connsiteY62" fmla="*/ 72121 h 236346"/>
                <a:gd name="connsiteX63" fmla="*/ 312577 w 418616"/>
                <a:gd name="connsiteY63" fmla="*/ 69191 h 236346"/>
                <a:gd name="connsiteX64" fmla="*/ 313042 w 418616"/>
                <a:gd name="connsiteY64" fmla="*/ 66168 h 236346"/>
                <a:gd name="connsiteX65" fmla="*/ 314530 w 418616"/>
                <a:gd name="connsiteY65" fmla="*/ 65424 h 236346"/>
                <a:gd name="connsiteX66" fmla="*/ 315274 w 418616"/>
                <a:gd name="connsiteY66" fmla="*/ 62820 h 236346"/>
                <a:gd name="connsiteX67" fmla="*/ 316018 w 418616"/>
                <a:gd name="connsiteY67" fmla="*/ 60215 h 236346"/>
                <a:gd name="connsiteX68" fmla="*/ 317506 w 418616"/>
                <a:gd name="connsiteY68" fmla="*/ 59471 h 236346"/>
                <a:gd name="connsiteX69" fmla="*/ 318251 w 418616"/>
                <a:gd name="connsiteY69" fmla="*/ 54262 h 236346"/>
                <a:gd name="connsiteX70" fmla="*/ 320483 w 418616"/>
                <a:gd name="connsiteY70" fmla="*/ 54262 h 236346"/>
                <a:gd name="connsiteX71" fmla="*/ 320762 w 418616"/>
                <a:gd name="connsiteY71" fmla="*/ 51332 h 236346"/>
                <a:gd name="connsiteX72" fmla="*/ 321227 w 418616"/>
                <a:gd name="connsiteY72" fmla="*/ 48309 h 236346"/>
                <a:gd name="connsiteX73" fmla="*/ 322715 w 418616"/>
                <a:gd name="connsiteY73" fmla="*/ 47565 h 236346"/>
                <a:gd name="connsiteX74" fmla="*/ 323460 w 418616"/>
                <a:gd name="connsiteY74" fmla="*/ 44960 h 236346"/>
                <a:gd name="connsiteX75" fmla="*/ 324204 w 418616"/>
                <a:gd name="connsiteY75" fmla="*/ 42356 h 236346"/>
                <a:gd name="connsiteX76" fmla="*/ 325692 w 418616"/>
                <a:gd name="connsiteY76" fmla="*/ 41612 h 236346"/>
                <a:gd name="connsiteX77" fmla="*/ 326108 w 418616"/>
                <a:gd name="connsiteY77" fmla="*/ 36426 h 236346"/>
                <a:gd name="connsiteX78" fmla="*/ 326436 w 418616"/>
                <a:gd name="connsiteY78" fmla="*/ 34914 h 236346"/>
                <a:gd name="connsiteX79" fmla="*/ 328669 w 418616"/>
                <a:gd name="connsiteY79" fmla="*/ 34170 h 236346"/>
                <a:gd name="connsiteX80" fmla="*/ 330157 w 418616"/>
                <a:gd name="connsiteY80" fmla="*/ 28961 h 236346"/>
                <a:gd name="connsiteX81" fmla="*/ 331645 w 418616"/>
                <a:gd name="connsiteY81" fmla="*/ 28217 h 236346"/>
                <a:gd name="connsiteX82" fmla="*/ 332017 w 418616"/>
                <a:gd name="connsiteY82" fmla="*/ 24868 h 236346"/>
                <a:gd name="connsiteX83" fmla="*/ 332389 w 418616"/>
                <a:gd name="connsiteY83" fmla="*/ 21520 h 236346"/>
                <a:gd name="connsiteX84" fmla="*/ 333878 w 418616"/>
                <a:gd name="connsiteY84" fmla="*/ 20776 h 236346"/>
                <a:gd name="connsiteX85" fmla="*/ 334343 w 418616"/>
                <a:gd name="connsiteY85" fmla="*/ 17753 h 236346"/>
                <a:gd name="connsiteX86" fmla="*/ 334622 w 418616"/>
                <a:gd name="connsiteY86" fmla="*/ 14822 h 236346"/>
                <a:gd name="connsiteX87" fmla="*/ 336854 w 418616"/>
                <a:gd name="connsiteY87" fmla="*/ 14822 h 236346"/>
                <a:gd name="connsiteX88" fmla="*/ 337087 w 418616"/>
                <a:gd name="connsiteY88" fmla="*/ 12985 h 236346"/>
                <a:gd name="connsiteX89" fmla="*/ 337598 w 418616"/>
                <a:gd name="connsiteY89" fmla="*/ 11102 h 236346"/>
                <a:gd name="connsiteX90" fmla="*/ 342063 w 418616"/>
                <a:gd name="connsiteY90" fmla="*/ 10730 h 236346"/>
                <a:gd name="connsiteX91" fmla="*/ 344528 w 418616"/>
                <a:gd name="connsiteY91" fmla="*/ 10753 h 236346"/>
                <a:gd name="connsiteX92" fmla="*/ 346528 w 418616"/>
                <a:gd name="connsiteY92" fmla="*/ 11102 h 236346"/>
                <a:gd name="connsiteX93" fmla="*/ 347272 w 418616"/>
                <a:gd name="connsiteY93" fmla="*/ 13334 h 236346"/>
                <a:gd name="connsiteX94" fmla="*/ 353621 w 418616"/>
                <a:gd name="connsiteY94" fmla="*/ 13703 h 236346"/>
                <a:gd name="connsiteX95" fmla="*/ 355458 w 418616"/>
                <a:gd name="connsiteY95" fmla="*/ 14078 h 236346"/>
                <a:gd name="connsiteX96" fmla="*/ 355827 w 418616"/>
                <a:gd name="connsiteY96" fmla="*/ 15558 h 236346"/>
                <a:gd name="connsiteX97" fmla="*/ 356202 w 418616"/>
                <a:gd name="connsiteY97" fmla="*/ 17055 h 236346"/>
                <a:gd name="connsiteX98" fmla="*/ 360341 w 418616"/>
                <a:gd name="connsiteY98" fmla="*/ 17613 h 236346"/>
                <a:gd name="connsiteX99" fmla="*/ 362623 w 418616"/>
                <a:gd name="connsiteY99" fmla="*/ 17741 h 236346"/>
                <a:gd name="connsiteX100" fmla="*/ 364387 w 418616"/>
                <a:gd name="connsiteY100" fmla="*/ 17799 h 236346"/>
                <a:gd name="connsiteX101" fmla="*/ 364387 w 418616"/>
                <a:gd name="connsiteY101" fmla="*/ 20776 h 236346"/>
                <a:gd name="connsiteX102" fmla="*/ 365937 w 418616"/>
                <a:gd name="connsiteY102" fmla="*/ 20749 h 236346"/>
                <a:gd name="connsiteX103" fmla="*/ 367969 w 418616"/>
                <a:gd name="connsiteY103" fmla="*/ 20729 h 236346"/>
                <a:gd name="connsiteX104" fmla="*/ 369983 w 418616"/>
                <a:gd name="connsiteY104" fmla="*/ 20703 h 236346"/>
                <a:gd name="connsiteX105" fmla="*/ 374061 w 418616"/>
                <a:gd name="connsiteY105" fmla="*/ 21520 h 236346"/>
                <a:gd name="connsiteX106" fmla="*/ 374805 w 418616"/>
                <a:gd name="connsiteY106" fmla="*/ 23752 h 236346"/>
                <a:gd name="connsiteX107" fmla="*/ 381154 w 418616"/>
                <a:gd name="connsiteY107" fmla="*/ 24121 h 236346"/>
                <a:gd name="connsiteX108" fmla="*/ 382991 w 418616"/>
                <a:gd name="connsiteY108" fmla="*/ 24496 h 236346"/>
                <a:gd name="connsiteX109" fmla="*/ 383360 w 418616"/>
                <a:gd name="connsiteY109" fmla="*/ 25976 h 236346"/>
                <a:gd name="connsiteX110" fmla="*/ 383735 w 418616"/>
                <a:gd name="connsiteY110" fmla="*/ 27473 h 236346"/>
                <a:gd name="connsiteX111" fmla="*/ 387874 w 418616"/>
                <a:gd name="connsiteY111" fmla="*/ 28031 h 236346"/>
                <a:gd name="connsiteX112" fmla="*/ 390156 w 418616"/>
                <a:gd name="connsiteY112" fmla="*/ 28159 h 236346"/>
                <a:gd name="connsiteX113" fmla="*/ 391921 w 418616"/>
                <a:gd name="connsiteY113" fmla="*/ 28217 h 236346"/>
                <a:gd name="connsiteX114" fmla="*/ 391921 w 418616"/>
                <a:gd name="connsiteY114" fmla="*/ 31194 h 236346"/>
                <a:gd name="connsiteX115" fmla="*/ 400106 w 418616"/>
                <a:gd name="connsiteY115" fmla="*/ 31194 h 236346"/>
                <a:gd name="connsiteX116" fmla="*/ 400246 w 418616"/>
                <a:gd name="connsiteY116" fmla="*/ 35984 h 236346"/>
                <a:gd name="connsiteX117" fmla="*/ 400324 w 418616"/>
                <a:gd name="connsiteY117" fmla="*/ 38679 h 236346"/>
                <a:gd name="connsiteX118" fmla="*/ 400106 w 418616"/>
                <a:gd name="connsiteY118" fmla="*/ 40867 h 236346"/>
                <a:gd name="connsiteX119" fmla="*/ 397874 w 418616"/>
                <a:gd name="connsiteY119" fmla="*/ 41612 h 236346"/>
                <a:gd name="connsiteX120" fmla="*/ 397130 w 418616"/>
                <a:gd name="connsiteY120" fmla="*/ 44588 h 236346"/>
                <a:gd name="connsiteX121" fmla="*/ 395641 w 418616"/>
                <a:gd name="connsiteY121" fmla="*/ 45332 h 236346"/>
                <a:gd name="connsiteX122" fmla="*/ 395316 w 418616"/>
                <a:gd name="connsiteY122" fmla="*/ 47518 h 236346"/>
                <a:gd name="connsiteX123" fmla="*/ 394897 w 418616"/>
                <a:gd name="connsiteY123" fmla="*/ 49797 h 236346"/>
                <a:gd name="connsiteX124" fmla="*/ 392665 w 418616"/>
                <a:gd name="connsiteY124" fmla="*/ 51285 h 236346"/>
                <a:gd name="connsiteX125" fmla="*/ 392293 w 418616"/>
                <a:gd name="connsiteY125" fmla="*/ 52774 h 236346"/>
                <a:gd name="connsiteX126" fmla="*/ 389688 w 418616"/>
                <a:gd name="connsiteY126" fmla="*/ 55750 h 236346"/>
                <a:gd name="connsiteX127" fmla="*/ 388944 w 418616"/>
                <a:gd name="connsiteY127" fmla="*/ 58727 h 236346"/>
                <a:gd name="connsiteX128" fmla="*/ 387456 w 418616"/>
                <a:gd name="connsiteY128" fmla="*/ 59471 h 236346"/>
                <a:gd name="connsiteX129" fmla="*/ 386712 w 418616"/>
                <a:gd name="connsiteY129" fmla="*/ 61750 h 236346"/>
                <a:gd name="connsiteX130" fmla="*/ 385967 w 418616"/>
                <a:gd name="connsiteY130" fmla="*/ 63936 h 236346"/>
                <a:gd name="connsiteX131" fmla="*/ 384479 w 418616"/>
                <a:gd name="connsiteY131" fmla="*/ 63936 h 236346"/>
                <a:gd name="connsiteX132" fmla="*/ 384200 w 418616"/>
                <a:gd name="connsiteY132" fmla="*/ 66122 h 236346"/>
                <a:gd name="connsiteX133" fmla="*/ 383735 w 418616"/>
                <a:gd name="connsiteY133" fmla="*/ 68401 h 236346"/>
                <a:gd name="connsiteX134" fmla="*/ 382247 w 418616"/>
                <a:gd name="connsiteY134" fmla="*/ 69145 h 236346"/>
                <a:gd name="connsiteX135" fmla="*/ 380758 w 418616"/>
                <a:gd name="connsiteY135" fmla="*/ 72865 h 236346"/>
                <a:gd name="connsiteX136" fmla="*/ 377317 w 418616"/>
                <a:gd name="connsiteY136" fmla="*/ 77749 h 236346"/>
                <a:gd name="connsiteX137" fmla="*/ 375922 w 418616"/>
                <a:gd name="connsiteY137" fmla="*/ 80400 h 236346"/>
                <a:gd name="connsiteX138" fmla="*/ 375549 w 418616"/>
                <a:gd name="connsiteY138" fmla="*/ 81795 h 236346"/>
                <a:gd name="connsiteX139" fmla="*/ 373317 w 418616"/>
                <a:gd name="connsiteY139" fmla="*/ 82539 h 236346"/>
                <a:gd name="connsiteX140" fmla="*/ 372573 w 418616"/>
                <a:gd name="connsiteY140" fmla="*/ 86260 h 236346"/>
                <a:gd name="connsiteX141" fmla="*/ 371085 w 418616"/>
                <a:gd name="connsiteY141" fmla="*/ 87004 h 236346"/>
                <a:gd name="connsiteX142" fmla="*/ 370340 w 418616"/>
                <a:gd name="connsiteY142" fmla="*/ 89237 h 236346"/>
                <a:gd name="connsiteX143" fmla="*/ 368108 w 418616"/>
                <a:gd name="connsiteY143" fmla="*/ 92213 h 236346"/>
                <a:gd name="connsiteX144" fmla="*/ 367875 w 418616"/>
                <a:gd name="connsiteY144" fmla="*/ 93515 h 236346"/>
                <a:gd name="connsiteX145" fmla="*/ 363643 w 418616"/>
                <a:gd name="connsiteY145" fmla="*/ 98910 h 236346"/>
                <a:gd name="connsiteX146" fmla="*/ 363643 w 418616"/>
                <a:gd name="connsiteY146" fmla="*/ 99654 h 236346"/>
                <a:gd name="connsiteX147" fmla="*/ 366119 w 418616"/>
                <a:gd name="connsiteY147" fmla="*/ 99639 h 236346"/>
                <a:gd name="connsiteX148" fmla="*/ 389180 w 418616"/>
                <a:gd name="connsiteY148" fmla="*/ 99539 h 236346"/>
                <a:gd name="connsiteX149" fmla="*/ 401037 w 418616"/>
                <a:gd name="connsiteY149" fmla="*/ 99486 h 236346"/>
                <a:gd name="connsiteX150" fmla="*/ 412472 w 418616"/>
                <a:gd name="connsiteY150" fmla="*/ 99443 h 236346"/>
                <a:gd name="connsiteX151" fmla="*/ 416843 w 418616"/>
                <a:gd name="connsiteY151" fmla="*/ 99418 h 236346"/>
                <a:gd name="connsiteX152" fmla="*/ 422947 w 418616"/>
                <a:gd name="connsiteY152" fmla="*/ 99401 h 236346"/>
                <a:gd name="connsiteX153" fmla="*/ 424787 w 418616"/>
                <a:gd name="connsiteY153" fmla="*/ 99377 h 236346"/>
                <a:gd name="connsiteX154" fmla="*/ 429128 w 418616"/>
                <a:gd name="connsiteY154" fmla="*/ 99654 h 236346"/>
                <a:gd name="connsiteX155" fmla="*/ 430805 w 418616"/>
                <a:gd name="connsiteY155" fmla="*/ 107202 h 236346"/>
                <a:gd name="connsiteX156" fmla="*/ 430812 w 418616"/>
                <a:gd name="connsiteY156" fmla="*/ 108853 h 236346"/>
                <a:gd name="connsiteX157" fmla="*/ 430808 w 418616"/>
                <a:gd name="connsiteY157" fmla="*/ 114344 h 236346"/>
                <a:gd name="connsiteX158" fmla="*/ 430816 w 418616"/>
                <a:gd name="connsiteY158" fmla="*/ 118275 h 236346"/>
                <a:gd name="connsiteX159" fmla="*/ 430816 w 418616"/>
                <a:gd name="connsiteY159" fmla="*/ 128961 h 236346"/>
                <a:gd name="connsiteX160" fmla="*/ 430818 w 418616"/>
                <a:gd name="connsiteY160" fmla="*/ 140129 h 236346"/>
                <a:gd name="connsiteX161" fmla="*/ 430810 w 418616"/>
                <a:gd name="connsiteY161" fmla="*/ 158883 h 236346"/>
                <a:gd name="connsiteX162" fmla="*/ 430813 w 418616"/>
                <a:gd name="connsiteY162" fmla="*/ 180589 h 236346"/>
                <a:gd name="connsiteX163" fmla="*/ 430816 w 418616"/>
                <a:gd name="connsiteY163" fmla="*/ 199203 h 236346"/>
                <a:gd name="connsiteX164" fmla="*/ 430819 w 418616"/>
                <a:gd name="connsiteY164" fmla="*/ 210331 h 236346"/>
                <a:gd name="connsiteX165" fmla="*/ 430811 w 418616"/>
                <a:gd name="connsiteY165" fmla="*/ 220788 h 236346"/>
                <a:gd name="connsiteX166" fmla="*/ 430813 w 418616"/>
                <a:gd name="connsiteY166" fmla="*/ 224634 h 236346"/>
                <a:gd name="connsiteX167" fmla="*/ 430805 w 418616"/>
                <a:gd name="connsiteY167" fmla="*/ 229867 h 236346"/>
                <a:gd name="connsiteX168" fmla="*/ 430803 w 418616"/>
                <a:gd name="connsiteY168" fmla="*/ 232831 h 236346"/>
                <a:gd name="connsiteX169" fmla="*/ 429128 w 418616"/>
                <a:gd name="connsiteY169" fmla="*/ 236576 h 236346"/>
                <a:gd name="connsiteX170" fmla="*/ 423449 w 418616"/>
                <a:gd name="connsiteY170" fmla="*/ 236769 h 236346"/>
                <a:gd name="connsiteX171" fmla="*/ 421674 w 418616"/>
                <a:gd name="connsiteY171" fmla="*/ 236777 h 236346"/>
                <a:gd name="connsiteX172" fmla="*/ 415849 w 418616"/>
                <a:gd name="connsiteY172" fmla="*/ 236774 h 236346"/>
                <a:gd name="connsiteX173" fmla="*/ 411812 w 418616"/>
                <a:gd name="connsiteY173" fmla="*/ 236778 h 236346"/>
                <a:gd name="connsiteX174" fmla="*/ 403345 w 418616"/>
                <a:gd name="connsiteY174" fmla="*/ 236770 h 236346"/>
                <a:gd name="connsiteX175" fmla="*/ 392474 w 418616"/>
                <a:gd name="connsiteY175" fmla="*/ 236776 h 236346"/>
                <a:gd name="connsiteX176" fmla="*/ 384136 w 418616"/>
                <a:gd name="connsiteY176" fmla="*/ 236776 h 236346"/>
                <a:gd name="connsiteX177" fmla="*/ 380127 w 418616"/>
                <a:gd name="connsiteY177" fmla="*/ 236779 h 236346"/>
                <a:gd name="connsiteX178" fmla="*/ 374531 w 418616"/>
                <a:gd name="connsiteY178" fmla="*/ 236769 h 236346"/>
                <a:gd name="connsiteX179" fmla="*/ 372846 w 418616"/>
                <a:gd name="connsiteY179" fmla="*/ 236778 h 236346"/>
                <a:gd name="connsiteX180" fmla="*/ 367364 w 418616"/>
                <a:gd name="connsiteY180" fmla="*/ 235088 h 236346"/>
                <a:gd name="connsiteX181" fmla="*/ 367183 w 418616"/>
                <a:gd name="connsiteY181" fmla="*/ 229080 h 236346"/>
                <a:gd name="connsiteX182" fmla="*/ 367179 w 418616"/>
                <a:gd name="connsiteY182" fmla="*/ 227199 h 236346"/>
                <a:gd name="connsiteX183" fmla="*/ 367192 w 418616"/>
                <a:gd name="connsiteY183" fmla="*/ 221022 h 236346"/>
                <a:gd name="connsiteX184" fmla="*/ 367193 w 418616"/>
                <a:gd name="connsiteY184" fmla="*/ 216740 h 236346"/>
                <a:gd name="connsiteX185" fmla="*/ 367211 w 418616"/>
                <a:gd name="connsiteY185" fmla="*/ 207756 h 236346"/>
                <a:gd name="connsiteX186" fmla="*/ 367226 w 418616"/>
                <a:gd name="connsiteY186" fmla="*/ 196230 h 236346"/>
                <a:gd name="connsiteX187" fmla="*/ 367235 w 418616"/>
                <a:gd name="connsiteY187" fmla="*/ 187385 h 236346"/>
                <a:gd name="connsiteX188" fmla="*/ 367240 w 418616"/>
                <a:gd name="connsiteY188" fmla="*/ 183134 h 236346"/>
                <a:gd name="connsiteX189" fmla="*/ 367256 w 418616"/>
                <a:gd name="connsiteY189" fmla="*/ 177196 h 236346"/>
                <a:gd name="connsiteX190" fmla="*/ 367255 w 418616"/>
                <a:gd name="connsiteY190" fmla="*/ 175414 h 236346"/>
                <a:gd name="connsiteX191" fmla="*/ 368108 w 418616"/>
                <a:gd name="connsiteY191" fmla="*/ 168860 h 236346"/>
                <a:gd name="connsiteX192" fmla="*/ 71940 w 418616"/>
                <a:gd name="connsiteY192" fmla="*/ 168115 h 236346"/>
                <a:gd name="connsiteX193" fmla="*/ 72684 w 418616"/>
                <a:gd name="connsiteY193" fmla="*/ 171092 h 236346"/>
                <a:gd name="connsiteX194" fmla="*/ 72780 w 418616"/>
                <a:gd name="connsiteY194" fmla="*/ 177281 h 236346"/>
                <a:gd name="connsiteX195" fmla="*/ 72784 w 418616"/>
                <a:gd name="connsiteY195" fmla="*/ 179166 h 236346"/>
                <a:gd name="connsiteX196" fmla="*/ 72783 w 418616"/>
                <a:gd name="connsiteY196" fmla="*/ 185329 h 236346"/>
                <a:gd name="connsiteX197" fmla="*/ 72785 w 418616"/>
                <a:gd name="connsiteY197" fmla="*/ 189610 h 236346"/>
                <a:gd name="connsiteX198" fmla="*/ 72781 w 418616"/>
                <a:gd name="connsiteY198" fmla="*/ 198577 h 236346"/>
                <a:gd name="connsiteX199" fmla="*/ 72784 w 418616"/>
                <a:gd name="connsiteY199" fmla="*/ 210088 h 236346"/>
                <a:gd name="connsiteX200" fmla="*/ 72784 w 418616"/>
                <a:gd name="connsiteY200" fmla="*/ 218924 h 236346"/>
                <a:gd name="connsiteX201" fmla="*/ 72786 w 418616"/>
                <a:gd name="connsiteY201" fmla="*/ 223170 h 236346"/>
                <a:gd name="connsiteX202" fmla="*/ 72780 w 418616"/>
                <a:gd name="connsiteY202" fmla="*/ 229092 h 236346"/>
                <a:gd name="connsiteX203" fmla="*/ 72785 w 418616"/>
                <a:gd name="connsiteY203" fmla="*/ 230875 h 236346"/>
                <a:gd name="connsiteX204" fmla="*/ 71940 w 418616"/>
                <a:gd name="connsiteY204" fmla="*/ 236576 h 236346"/>
                <a:gd name="connsiteX205" fmla="*/ 66551 w 418616"/>
                <a:gd name="connsiteY205" fmla="*/ 236757 h 236346"/>
                <a:gd name="connsiteX206" fmla="*/ 64842 w 418616"/>
                <a:gd name="connsiteY206" fmla="*/ 236761 h 236346"/>
                <a:gd name="connsiteX207" fmla="*/ 59223 w 418616"/>
                <a:gd name="connsiteY207" fmla="*/ 236748 h 236346"/>
                <a:gd name="connsiteX208" fmla="*/ 55333 w 418616"/>
                <a:gd name="connsiteY208" fmla="*/ 236747 h 236346"/>
                <a:gd name="connsiteX209" fmla="*/ 47167 w 418616"/>
                <a:gd name="connsiteY209" fmla="*/ 236730 h 236346"/>
                <a:gd name="connsiteX210" fmla="*/ 36684 w 418616"/>
                <a:gd name="connsiteY210" fmla="*/ 236715 h 236346"/>
                <a:gd name="connsiteX211" fmla="*/ 28647 w 418616"/>
                <a:gd name="connsiteY211" fmla="*/ 236705 h 236346"/>
                <a:gd name="connsiteX212" fmla="*/ 24781 w 418616"/>
                <a:gd name="connsiteY212" fmla="*/ 236701 h 236346"/>
                <a:gd name="connsiteX213" fmla="*/ 19382 w 418616"/>
                <a:gd name="connsiteY213" fmla="*/ 236684 h 236346"/>
                <a:gd name="connsiteX214" fmla="*/ 17757 w 418616"/>
                <a:gd name="connsiteY214" fmla="*/ 236685 h 236346"/>
                <a:gd name="connsiteX215" fmla="*/ 12409 w 418616"/>
                <a:gd name="connsiteY215" fmla="*/ 235832 h 236346"/>
                <a:gd name="connsiteX216" fmla="*/ 12220 w 418616"/>
                <a:gd name="connsiteY216" fmla="*/ 230606 h 236346"/>
                <a:gd name="connsiteX217" fmla="*/ 12213 w 418616"/>
                <a:gd name="connsiteY217" fmla="*/ 228930 h 236346"/>
                <a:gd name="connsiteX218" fmla="*/ 12216 w 418616"/>
                <a:gd name="connsiteY218" fmla="*/ 223327 h 236346"/>
                <a:gd name="connsiteX219" fmla="*/ 12208 w 418616"/>
                <a:gd name="connsiteY219" fmla="*/ 219328 h 236346"/>
                <a:gd name="connsiteX220" fmla="*/ 12209 w 418616"/>
                <a:gd name="connsiteY220" fmla="*/ 208433 h 236346"/>
                <a:gd name="connsiteX221" fmla="*/ 12207 w 418616"/>
                <a:gd name="connsiteY221" fmla="*/ 197059 h 236346"/>
                <a:gd name="connsiteX222" fmla="*/ 12215 w 418616"/>
                <a:gd name="connsiteY222" fmla="*/ 177953 h 236346"/>
                <a:gd name="connsiteX223" fmla="*/ 12212 w 418616"/>
                <a:gd name="connsiteY223" fmla="*/ 155832 h 236346"/>
                <a:gd name="connsiteX224" fmla="*/ 12208 w 418616"/>
                <a:gd name="connsiteY224" fmla="*/ 136874 h 236346"/>
                <a:gd name="connsiteX225" fmla="*/ 12206 w 418616"/>
                <a:gd name="connsiteY225" fmla="*/ 125536 h 236346"/>
                <a:gd name="connsiteX226" fmla="*/ 12213 w 418616"/>
                <a:gd name="connsiteY226" fmla="*/ 114880 h 236346"/>
                <a:gd name="connsiteX227" fmla="*/ 12211 w 418616"/>
                <a:gd name="connsiteY227" fmla="*/ 110957 h 236346"/>
                <a:gd name="connsiteX228" fmla="*/ 12220 w 418616"/>
                <a:gd name="connsiteY228" fmla="*/ 105625 h 236346"/>
                <a:gd name="connsiteX229" fmla="*/ 12210 w 418616"/>
                <a:gd name="connsiteY229" fmla="*/ 104036 h 236346"/>
                <a:gd name="connsiteX230" fmla="*/ 12409 w 418616"/>
                <a:gd name="connsiteY230" fmla="*/ 100399 h 236346"/>
                <a:gd name="connsiteX231" fmla="*/ 20487 w 418616"/>
                <a:gd name="connsiteY231" fmla="*/ 99502 h 236346"/>
                <a:gd name="connsiteX232" fmla="*/ 22555 w 418616"/>
                <a:gd name="connsiteY232" fmla="*/ 99479 h 236346"/>
                <a:gd name="connsiteX233" fmla="*/ 29344 w 418616"/>
                <a:gd name="connsiteY233" fmla="*/ 99419 h 236346"/>
                <a:gd name="connsiteX234" fmla="*/ 34042 w 418616"/>
                <a:gd name="connsiteY234" fmla="*/ 99372 h 236346"/>
                <a:gd name="connsiteX235" fmla="*/ 46425 w 418616"/>
                <a:gd name="connsiteY235" fmla="*/ 99258 h 236346"/>
                <a:gd name="connsiteX236" fmla="*/ 59054 w 418616"/>
                <a:gd name="connsiteY236" fmla="*/ 99139 h 236346"/>
                <a:gd name="connsiteX237" fmla="*/ 83846 w 418616"/>
                <a:gd name="connsiteY237" fmla="*/ 98910 h 236346"/>
                <a:gd name="connsiteX238" fmla="*/ 80870 w 418616"/>
                <a:gd name="connsiteY238" fmla="*/ 94446 h 236346"/>
                <a:gd name="connsiteX239" fmla="*/ 80126 w 418616"/>
                <a:gd name="connsiteY239" fmla="*/ 89237 h 236346"/>
                <a:gd name="connsiteX240" fmla="*/ 77893 w 418616"/>
                <a:gd name="connsiteY240" fmla="*/ 89237 h 236346"/>
                <a:gd name="connsiteX241" fmla="*/ 77149 w 418616"/>
                <a:gd name="connsiteY241" fmla="*/ 83283 h 236346"/>
                <a:gd name="connsiteX242" fmla="*/ 74917 w 418616"/>
                <a:gd name="connsiteY242" fmla="*/ 83283 h 236346"/>
                <a:gd name="connsiteX243" fmla="*/ 75056 w 418616"/>
                <a:gd name="connsiteY243" fmla="*/ 81516 h 236346"/>
                <a:gd name="connsiteX244" fmla="*/ 74917 w 418616"/>
                <a:gd name="connsiteY244" fmla="*/ 79563 h 236346"/>
                <a:gd name="connsiteX245" fmla="*/ 72684 w 418616"/>
                <a:gd name="connsiteY245" fmla="*/ 78074 h 236346"/>
                <a:gd name="connsiteX246" fmla="*/ 71196 w 418616"/>
                <a:gd name="connsiteY246" fmla="*/ 73610 h 236346"/>
                <a:gd name="connsiteX247" fmla="*/ 69708 w 418616"/>
                <a:gd name="connsiteY247" fmla="*/ 73610 h 236346"/>
                <a:gd name="connsiteX248" fmla="*/ 69847 w 418616"/>
                <a:gd name="connsiteY248" fmla="*/ 71052 h 236346"/>
                <a:gd name="connsiteX249" fmla="*/ 69708 w 418616"/>
                <a:gd name="connsiteY249" fmla="*/ 68401 h 236346"/>
                <a:gd name="connsiteX250" fmla="*/ 67475 w 418616"/>
                <a:gd name="connsiteY250" fmla="*/ 67656 h 236346"/>
                <a:gd name="connsiteX251" fmla="*/ 65987 w 418616"/>
                <a:gd name="connsiteY251" fmla="*/ 63936 h 236346"/>
                <a:gd name="connsiteX252" fmla="*/ 64499 w 418616"/>
                <a:gd name="connsiteY252" fmla="*/ 63192 h 236346"/>
                <a:gd name="connsiteX253" fmla="*/ 63010 w 418616"/>
                <a:gd name="connsiteY253" fmla="*/ 58727 h 236346"/>
                <a:gd name="connsiteX254" fmla="*/ 61522 w 418616"/>
                <a:gd name="connsiteY254" fmla="*/ 57983 h 236346"/>
                <a:gd name="connsiteX255" fmla="*/ 61197 w 418616"/>
                <a:gd name="connsiteY255" fmla="*/ 56587 h 236346"/>
                <a:gd name="connsiteX256" fmla="*/ 59662 w 418616"/>
                <a:gd name="connsiteY256" fmla="*/ 53890 h 236346"/>
                <a:gd name="connsiteX257" fmla="*/ 57801 w 418616"/>
                <a:gd name="connsiteY257" fmla="*/ 49797 h 236346"/>
                <a:gd name="connsiteX258" fmla="*/ 56313 w 418616"/>
                <a:gd name="connsiteY258" fmla="*/ 49053 h 236346"/>
                <a:gd name="connsiteX259" fmla="*/ 55569 w 418616"/>
                <a:gd name="connsiteY259" fmla="*/ 44588 h 236346"/>
                <a:gd name="connsiteX260" fmla="*/ 53337 w 418616"/>
                <a:gd name="connsiteY260" fmla="*/ 44588 h 236346"/>
                <a:gd name="connsiteX261" fmla="*/ 53337 w 418616"/>
                <a:gd name="connsiteY261" fmla="*/ 38635 h 236346"/>
                <a:gd name="connsiteX262" fmla="*/ 57057 w 418616"/>
                <a:gd name="connsiteY262" fmla="*/ 37147 h 236346"/>
                <a:gd name="connsiteX263" fmla="*/ 57801 w 418616"/>
                <a:gd name="connsiteY263" fmla="*/ 34914 h 236346"/>
                <a:gd name="connsiteX264" fmla="*/ 60824 w 418616"/>
                <a:gd name="connsiteY264" fmla="*/ 34403 h 236346"/>
                <a:gd name="connsiteX265" fmla="*/ 63754 w 418616"/>
                <a:gd name="connsiteY265" fmla="*/ 34170 h 236346"/>
                <a:gd name="connsiteX266" fmla="*/ 63754 w 418616"/>
                <a:gd name="connsiteY266" fmla="*/ 31194 h 236346"/>
                <a:gd name="connsiteX267" fmla="*/ 68333 w 418616"/>
                <a:gd name="connsiteY267" fmla="*/ 30830 h 236346"/>
                <a:gd name="connsiteX268" fmla="*/ 69708 w 418616"/>
                <a:gd name="connsiteY268" fmla="*/ 30449 h 236346"/>
                <a:gd name="connsiteX269" fmla="*/ 70452 w 418616"/>
                <a:gd name="connsiteY269" fmla="*/ 28217 h 236346"/>
                <a:gd name="connsiteX270" fmla="*/ 73056 w 418616"/>
                <a:gd name="connsiteY270" fmla="*/ 27891 h 236346"/>
                <a:gd name="connsiteX271" fmla="*/ 75661 w 418616"/>
                <a:gd name="connsiteY271" fmla="*/ 27473 h 236346"/>
                <a:gd name="connsiteX272" fmla="*/ 76033 w 418616"/>
                <a:gd name="connsiteY272" fmla="*/ 25985 h 236346"/>
                <a:gd name="connsiteX273" fmla="*/ 76405 w 418616"/>
                <a:gd name="connsiteY273" fmla="*/ 24496 h 236346"/>
                <a:gd name="connsiteX274" fmla="*/ 81614 w 418616"/>
                <a:gd name="connsiteY274" fmla="*/ 23752 h 236346"/>
                <a:gd name="connsiteX275" fmla="*/ 82358 w 418616"/>
                <a:gd name="connsiteY275" fmla="*/ 21520 h 236346"/>
                <a:gd name="connsiteX276" fmla="*/ 85381 w 418616"/>
                <a:gd name="connsiteY276" fmla="*/ 21008 h 236346"/>
                <a:gd name="connsiteX277" fmla="*/ 88311 w 418616"/>
                <a:gd name="connsiteY277" fmla="*/ 20776 h 236346"/>
                <a:gd name="connsiteX278" fmla="*/ 88311 w 418616"/>
                <a:gd name="connsiteY278" fmla="*/ 17799 h 236346"/>
                <a:gd name="connsiteX279" fmla="*/ 90823 w 418616"/>
                <a:gd name="connsiteY279" fmla="*/ 17613 h 236346"/>
                <a:gd name="connsiteX280" fmla="*/ 93520 w 418616"/>
                <a:gd name="connsiteY280" fmla="*/ 17055 h 236346"/>
                <a:gd name="connsiteX281" fmla="*/ 95008 w 418616"/>
                <a:gd name="connsiteY281" fmla="*/ 14078 h 236346"/>
                <a:gd name="connsiteX282" fmla="*/ 99473 w 418616"/>
                <a:gd name="connsiteY282" fmla="*/ 14078 h 236346"/>
                <a:gd name="connsiteX283" fmla="*/ 99773 w 418616"/>
                <a:gd name="connsiteY283" fmla="*/ 12605 h 236346"/>
                <a:gd name="connsiteX284" fmla="*/ 100217 w 418616"/>
                <a:gd name="connsiteY284" fmla="*/ 11102 h 236346"/>
                <a:gd name="connsiteX285" fmla="*/ 103566 w 418616"/>
                <a:gd name="connsiteY285" fmla="*/ 10869 h 236346"/>
                <a:gd name="connsiteX286" fmla="*/ 105403 w 418616"/>
                <a:gd name="connsiteY286" fmla="*/ 10924 h 236346"/>
                <a:gd name="connsiteX287" fmla="*/ 107659 w 418616"/>
                <a:gd name="connsiteY287" fmla="*/ 11846 h 236346"/>
                <a:gd name="connsiteX288" fmla="*/ 107938 w 418616"/>
                <a:gd name="connsiteY288" fmla="*/ 14357 h 236346"/>
                <a:gd name="connsiteX289" fmla="*/ 110635 w 418616"/>
                <a:gd name="connsiteY289" fmla="*/ 19287 h 236346"/>
                <a:gd name="connsiteX290" fmla="*/ 110635 w 418616"/>
                <a:gd name="connsiteY290" fmla="*/ 21520 h 236346"/>
                <a:gd name="connsiteX291" fmla="*/ 112868 w 418616"/>
                <a:gd name="connsiteY291" fmla="*/ 22264 h 236346"/>
                <a:gd name="connsiteX292" fmla="*/ 113612 w 418616"/>
                <a:gd name="connsiteY292" fmla="*/ 24496 h 236346"/>
                <a:gd name="connsiteX293" fmla="*/ 115844 w 418616"/>
                <a:gd name="connsiteY293" fmla="*/ 25985 h 236346"/>
                <a:gd name="connsiteX294" fmla="*/ 118077 w 418616"/>
                <a:gd name="connsiteY294" fmla="*/ 29705 h 236346"/>
                <a:gd name="connsiteX295" fmla="*/ 121797 w 418616"/>
                <a:gd name="connsiteY295" fmla="*/ 34170 h 236346"/>
                <a:gd name="connsiteX296" fmla="*/ 122542 w 418616"/>
                <a:gd name="connsiteY296" fmla="*/ 37891 h 236346"/>
                <a:gd name="connsiteX297" fmla="*/ 124030 w 418616"/>
                <a:gd name="connsiteY297" fmla="*/ 38635 h 236346"/>
                <a:gd name="connsiteX298" fmla="*/ 125518 w 418616"/>
                <a:gd name="connsiteY298" fmla="*/ 42356 h 236346"/>
                <a:gd name="connsiteX299" fmla="*/ 126727 w 418616"/>
                <a:gd name="connsiteY299" fmla="*/ 44356 h 236346"/>
                <a:gd name="connsiteX300" fmla="*/ 127751 w 418616"/>
                <a:gd name="connsiteY300" fmla="*/ 47565 h 236346"/>
                <a:gd name="connsiteX301" fmla="*/ 129983 w 418616"/>
                <a:gd name="connsiteY301" fmla="*/ 47565 h 236346"/>
                <a:gd name="connsiteX302" fmla="*/ 129983 w 418616"/>
                <a:gd name="connsiteY302" fmla="*/ 52774 h 236346"/>
                <a:gd name="connsiteX303" fmla="*/ 132215 w 418616"/>
                <a:gd name="connsiteY303" fmla="*/ 52774 h 236346"/>
                <a:gd name="connsiteX304" fmla="*/ 133704 w 418616"/>
                <a:gd name="connsiteY304" fmla="*/ 56494 h 236346"/>
                <a:gd name="connsiteX305" fmla="*/ 135192 w 418616"/>
                <a:gd name="connsiteY305" fmla="*/ 57238 h 236346"/>
                <a:gd name="connsiteX306" fmla="*/ 135936 w 418616"/>
                <a:gd name="connsiteY306" fmla="*/ 61703 h 236346"/>
                <a:gd name="connsiteX307" fmla="*/ 137424 w 418616"/>
                <a:gd name="connsiteY307" fmla="*/ 62447 h 236346"/>
                <a:gd name="connsiteX308" fmla="*/ 138913 w 418616"/>
                <a:gd name="connsiteY308" fmla="*/ 66912 h 236346"/>
                <a:gd name="connsiteX309" fmla="*/ 140401 w 418616"/>
                <a:gd name="connsiteY309" fmla="*/ 67656 h 236346"/>
                <a:gd name="connsiteX310" fmla="*/ 141889 w 418616"/>
                <a:gd name="connsiteY310" fmla="*/ 72865 h 236346"/>
                <a:gd name="connsiteX311" fmla="*/ 143378 w 418616"/>
                <a:gd name="connsiteY311" fmla="*/ 73610 h 236346"/>
                <a:gd name="connsiteX312" fmla="*/ 143703 w 418616"/>
                <a:gd name="connsiteY312" fmla="*/ 76214 h 236346"/>
                <a:gd name="connsiteX313" fmla="*/ 144122 w 418616"/>
                <a:gd name="connsiteY313" fmla="*/ 78819 h 236346"/>
                <a:gd name="connsiteX314" fmla="*/ 146354 w 418616"/>
                <a:gd name="connsiteY314" fmla="*/ 79563 h 236346"/>
                <a:gd name="connsiteX315" fmla="*/ 146354 w 418616"/>
                <a:gd name="connsiteY315" fmla="*/ 85516 h 236346"/>
                <a:gd name="connsiteX316" fmla="*/ 148587 w 418616"/>
                <a:gd name="connsiteY316" fmla="*/ 85516 h 236346"/>
                <a:gd name="connsiteX317" fmla="*/ 148866 w 418616"/>
                <a:gd name="connsiteY317" fmla="*/ 90585 h 236346"/>
                <a:gd name="connsiteX318" fmla="*/ 149023 w 418616"/>
                <a:gd name="connsiteY318" fmla="*/ 93437 h 236346"/>
                <a:gd name="connsiteX319" fmla="*/ 148587 w 418616"/>
                <a:gd name="connsiteY319" fmla="*/ 95934 h 236346"/>
                <a:gd name="connsiteX320" fmla="*/ 144122 w 418616"/>
                <a:gd name="connsiteY320" fmla="*/ 98166 h 236346"/>
                <a:gd name="connsiteX321" fmla="*/ 143378 w 418616"/>
                <a:gd name="connsiteY321" fmla="*/ 98910 h 236346"/>
                <a:gd name="connsiteX322" fmla="*/ 204397 w 418616"/>
                <a:gd name="connsiteY322" fmla="*/ 98910 h 236346"/>
                <a:gd name="connsiteX323" fmla="*/ 203653 w 418616"/>
                <a:gd name="connsiteY323" fmla="*/ 98166 h 236346"/>
                <a:gd name="connsiteX324" fmla="*/ 203263 w 418616"/>
                <a:gd name="connsiteY324" fmla="*/ 93562 h 236346"/>
                <a:gd name="connsiteX325" fmla="*/ 202909 w 418616"/>
                <a:gd name="connsiteY325" fmla="*/ 92213 h 236346"/>
                <a:gd name="connsiteX326" fmla="*/ 200676 w 418616"/>
                <a:gd name="connsiteY326" fmla="*/ 91469 h 236346"/>
                <a:gd name="connsiteX327" fmla="*/ 200258 w 418616"/>
                <a:gd name="connsiteY327" fmla="*/ 88120 h 236346"/>
                <a:gd name="connsiteX328" fmla="*/ 199932 w 418616"/>
                <a:gd name="connsiteY328" fmla="*/ 84772 h 236346"/>
                <a:gd name="connsiteX329" fmla="*/ 198444 w 418616"/>
                <a:gd name="connsiteY329" fmla="*/ 84028 h 236346"/>
                <a:gd name="connsiteX330" fmla="*/ 197374 w 418616"/>
                <a:gd name="connsiteY330" fmla="*/ 78842 h 236346"/>
                <a:gd name="connsiteX331" fmla="*/ 196956 w 418616"/>
                <a:gd name="connsiteY331" fmla="*/ 77330 h 236346"/>
                <a:gd name="connsiteX332" fmla="*/ 195467 w 418616"/>
                <a:gd name="connsiteY332" fmla="*/ 76586 h 236346"/>
                <a:gd name="connsiteX333" fmla="*/ 195002 w 418616"/>
                <a:gd name="connsiteY333" fmla="*/ 72819 h 236346"/>
                <a:gd name="connsiteX334" fmla="*/ 194834 w 418616"/>
                <a:gd name="connsiteY334" fmla="*/ 70746 h 236346"/>
                <a:gd name="connsiteX335" fmla="*/ 194723 w 418616"/>
                <a:gd name="connsiteY335" fmla="*/ 69145 h 236346"/>
                <a:gd name="connsiteX336" fmla="*/ 192491 w 418616"/>
                <a:gd name="connsiteY336" fmla="*/ 69145 h 236346"/>
                <a:gd name="connsiteX337" fmla="*/ 192212 w 418616"/>
                <a:gd name="connsiteY337" fmla="*/ 66959 h 236346"/>
                <a:gd name="connsiteX338" fmla="*/ 191747 w 418616"/>
                <a:gd name="connsiteY338" fmla="*/ 64680 h 236346"/>
                <a:gd name="connsiteX339" fmla="*/ 190258 w 418616"/>
                <a:gd name="connsiteY339" fmla="*/ 63936 h 236346"/>
                <a:gd name="connsiteX340" fmla="*/ 189189 w 418616"/>
                <a:gd name="connsiteY340" fmla="*/ 58677 h 236346"/>
                <a:gd name="connsiteX341" fmla="*/ 188770 w 418616"/>
                <a:gd name="connsiteY341" fmla="*/ 57238 h 236346"/>
                <a:gd name="connsiteX342" fmla="*/ 187282 w 418616"/>
                <a:gd name="connsiteY342" fmla="*/ 57238 h 236346"/>
                <a:gd name="connsiteX343" fmla="*/ 186918 w 418616"/>
                <a:gd name="connsiteY343" fmla="*/ 52733 h 236346"/>
                <a:gd name="connsiteX344" fmla="*/ 184305 w 418616"/>
                <a:gd name="connsiteY344" fmla="*/ 49797 h 236346"/>
                <a:gd name="connsiteX345" fmla="*/ 183561 w 418616"/>
                <a:gd name="connsiteY345" fmla="*/ 45332 h 236346"/>
                <a:gd name="connsiteX346" fmla="*/ 182073 w 418616"/>
                <a:gd name="connsiteY346" fmla="*/ 44588 h 236346"/>
                <a:gd name="connsiteX347" fmla="*/ 181329 w 418616"/>
                <a:gd name="connsiteY347" fmla="*/ 38635 h 236346"/>
                <a:gd name="connsiteX348" fmla="*/ 179096 w 418616"/>
                <a:gd name="connsiteY348" fmla="*/ 38635 h 236346"/>
                <a:gd name="connsiteX349" fmla="*/ 178864 w 418616"/>
                <a:gd name="connsiteY349" fmla="*/ 36449 h 236346"/>
                <a:gd name="connsiteX350" fmla="*/ 178352 w 418616"/>
                <a:gd name="connsiteY350" fmla="*/ 34170 h 236346"/>
                <a:gd name="connsiteX351" fmla="*/ 176120 w 418616"/>
                <a:gd name="connsiteY351" fmla="*/ 33426 h 236346"/>
                <a:gd name="connsiteX352" fmla="*/ 175794 w 418616"/>
                <a:gd name="connsiteY352" fmla="*/ 29008 h 236346"/>
                <a:gd name="connsiteX353" fmla="*/ 175751 w 418616"/>
                <a:gd name="connsiteY353" fmla="*/ 26569 h 236346"/>
                <a:gd name="connsiteX354" fmla="*/ 176120 w 418616"/>
                <a:gd name="connsiteY354" fmla="*/ 24496 h 236346"/>
                <a:gd name="connsiteX355" fmla="*/ 179096 w 418616"/>
                <a:gd name="connsiteY355" fmla="*/ 23008 h 236346"/>
                <a:gd name="connsiteX356" fmla="*/ 180585 w 418616"/>
                <a:gd name="connsiteY356" fmla="*/ 20776 h 236346"/>
                <a:gd name="connsiteX357" fmla="*/ 183654 w 418616"/>
                <a:gd name="connsiteY357" fmla="*/ 20264 h 236346"/>
                <a:gd name="connsiteX358" fmla="*/ 186538 w 418616"/>
                <a:gd name="connsiteY358" fmla="*/ 20031 h 236346"/>
                <a:gd name="connsiteX359" fmla="*/ 186538 w 418616"/>
                <a:gd name="connsiteY359" fmla="*/ 17799 h 236346"/>
                <a:gd name="connsiteX360" fmla="*/ 187977 w 418616"/>
                <a:gd name="connsiteY360" fmla="*/ 17741 h 236346"/>
                <a:gd name="connsiteX361" fmla="*/ 189840 w 418616"/>
                <a:gd name="connsiteY361" fmla="*/ 17613 h 236346"/>
                <a:gd name="connsiteX362" fmla="*/ 191697 w 418616"/>
                <a:gd name="connsiteY362" fmla="*/ 17508 h 236346"/>
                <a:gd name="connsiteX363" fmla="*/ 193235 w 418616"/>
                <a:gd name="connsiteY363" fmla="*/ 17055 h 236346"/>
                <a:gd name="connsiteX364" fmla="*/ 193979 w 418616"/>
                <a:gd name="connsiteY364" fmla="*/ 14078 h 236346"/>
                <a:gd name="connsiteX365" fmla="*/ 197328 w 418616"/>
                <a:gd name="connsiteY365" fmla="*/ 13660 h 236346"/>
                <a:gd name="connsiteX366" fmla="*/ 200676 w 418616"/>
                <a:gd name="connsiteY366" fmla="*/ 13334 h 236346"/>
                <a:gd name="connsiteX367" fmla="*/ 201421 w 418616"/>
                <a:gd name="connsiteY367" fmla="*/ 11102 h 236346"/>
                <a:gd name="connsiteX368" fmla="*/ 206606 w 418616"/>
                <a:gd name="connsiteY368" fmla="*/ 10079 h 236346"/>
                <a:gd name="connsiteX369" fmla="*/ 208118 w 418616"/>
                <a:gd name="connsiteY369" fmla="*/ 9613 h 236346"/>
                <a:gd name="connsiteX370" fmla="*/ 208862 w 418616"/>
                <a:gd name="connsiteY370" fmla="*/ 7381 h 236346"/>
                <a:gd name="connsiteX371" fmla="*/ 214048 w 418616"/>
                <a:gd name="connsiteY371" fmla="*/ 6939 h 236346"/>
                <a:gd name="connsiteX372" fmla="*/ 215559 w 418616"/>
                <a:gd name="connsiteY372" fmla="*/ 6637 h 236346"/>
                <a:gd name="connsiteX373" fmla="*/ 216303 w 418616"/>
                <a:gd name="connsiteY373" fmla="*/ 4405 h 236346"/>
                <a:gd name="connsiteX374" fmla="*/ 221489 w 418616"/>
                <a:gd name="connsiteY374" fmla="*/ 4035 h 236346"/>
                <a:gd name="connsiteX375" fmla="*/ 223001 w 418616"/>
                <a:gd name="connsiteY375" fmla="*/ 3660 h 236346"/>
                <a:gd name="connsiteX376" fmla="*/ 223370 w 418616"/>
                <a:gd name="connsiteY376" fmla="*/ 2158 h 236346"/>
                <a:gd name="connsiteX377" fmla="*/ 223745 w 418616"/>
                <a:gd name="connsiteY377" fmla="*/ 684 h 23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Lst>
              <a:rect l="l" t="t" r="r" b="b"/>
              <a:pathLst>
                <a:path w="418616" h="236346">
                  <a:moveTo>
                    <a:pt x="223745" y="684"/>
                  </a:moveTo>
                  <a:cubicBezTo>
                    <a:pt x="225282" y="393"/>
                    <a:pt x="225282" y="393"/>
                    <a:pt x="227140" y="498"/>
                  </a:cubicBezTo>
                  <a:cubicBezTo>
                    <a:pt x="227755" y="525"/>
                    <a:pt x="228370" y="551"/>
                    <a:pt x="229003" y="579"/>
                  </a:cubicBezTo>
                  <a:cubicBezTo>
                    <a:pt x="229478" y="614"/>
                    <a:pt x="229953" y="648"/>
                    <a:pt x="230442" y="684"/>
                  </a:cubicBezTo>
                  <a:cubicBezTo>
                    <a:pt x="230688" y="2157"/>
                    <a:pt x="230933" y="3631"/>
                    <a:pt x="231186" y="5149"/>
                  </a:cubicBezTo>
                  <a:cubicBezTo>
                    <a:pt x="231923" y="5149"/>
                    <a:pt x="232660" y="5149"/>
                    <a:pt x="233419" y="5149"/>
                  </a:cubicBezTo>
                  <a:cubicBezTo>
                    <a:pt x="233495" y="5977"/>
                    <a:pt x="233572" y="6806"/>
                    <a:pt x="233651" y="7660"/>
                  </a:cubicBezTo>
                  <a:cubicBezTo>
                    <a:pt x="233820" y="8550"/>
                    <a:pt x="233989" y="9440"/>
                    <a:pt x="234163" y="10358"/>
                  </a:cubicBezTo>
                  <a:cubicBezTo>
                    <a:pt x="234899" y="10849"/>
                    <a:pt x="235636" y="11340"/>
                    <a:pt x="236395" y="11846"/>
                  </a:cubicBezTo>
                  <a:cubicBezTo>
                    <a:pt x="236651" y="12836"/>
                    <a:pt x="236898" y="13829"/>
                    <a:pt x="237139" y="14822"/>
                  </a:cubicBezTo>
                  <a:cubicBezTo>
                    <a:pt x="237523" y="15175"/>
                    <a:pt x="237907" y="15528"/>
                    <a:pt x="238302" y="15892"/>
                  </a:cubicBezTo>
                  <a:cubicBezTo>
                    <a:pt x="239372" y="17055"/>
                    <a:pt x="239372" y="17055"/>
                    <a:pt x="239511" y="19055"/>
                  </a:cubicBezTo>
                  <a:cubicBezTo>
                    <a:pt x="239442" y="19907"/>
                    <a:pt x="239442" y="19907"/>
                    <a:pt x="239372" y="20776"/>
                  </a:cubicBezTo>
                  <a:cubicBezTo>
                    <a:pt x="240108" y="20776"/>
                    <a:pt x="240845" y="20776"/>
                    <a:pt x="241604" y="20776"/>
                  </a:cubicBezTo>
                  <a:cubicBezTo>
                    <a:pt x="241681" y="21482"/>
                    <a:pt x="241758" y="22188"/>
                    <a:pt x="241837" y="22915"/>
                  </a:cubicBezTo>
                  <a:cubicBezTo>
                    <a:pt x="242114" y="25457"/>
                    <a:pt x="242114" y="25457"/>
                    <a:pt x="244581" y="26729"/>
                  </a:cubicBezTo>
                  <a:cubicBezTo>
                    <a:pt x="244853" y="28213"/>
                    <a:pt x="245103" y="29701"/>
                    <a:pt x="245325" y="31194"/>
                  </a:cubicBezTo>
                  <a:cubicBezTo>
                    <a:pt x="245816" y="31439"/>
                    <a:pt x="246307" y="31685"/>
                    <a:pt x="246813" y="31938"/>
                  </a:cubicBezTo>
                  <a:cubicBezTo>
                    <a:pt x="247309" y="33426"/>
                    <a:pt x="247805" y="34914"/>
                    <a:pt x="248301" y="36403"/>
                  </a:cubicBezTo>
                  <a:cubicBezTo>
                    <a:pt x="248793" y="36648"/>
                    <a:pt x="249284" y="36894"/>
                    <a:pt x="249790" y="37147"/>
                  </a:cubicBezTo>
                  <a:cubicBezTo>
                    <a:pt x="249897" y="38006"/>
                    <a:pt x="250005" y="38866"/>
                    <a:pt x="250115" y="39751"/>
                  </a:cubicBezTo>
                  <a:cubicBezTo>
                    <a:pt x="250253" y="40611"/>
                    <a:pt x="250391" y="41470"/>
                    <a:pt x="250534" y="42356"/>
                  </a:cubicBezTo>
                  <a:cubicBezTo>
                    <a:pt x="251271" y="42601"/>
                    <a:pt x="252007" y="42847"/>
                    <a:pt x="252766" y="43100"/>
                  </a:cubicBezTo>
                  <a:cubicBezTo>
                    <a:pt x="253113" y="44647"/>
                    <a:pt x="253140" y="46122"/>
                    <a:pt x="253208" y="47704"/>
                  </a:cubicBezTo>
                  <a:cubicBezTo>
                    <a:pt x="253308" y="48149"/>
                    <a:pt x="253408" y="48594"/>
                    <a:pt x="253510" y="49053"/>
                  </a:cubicBezTo>
                  <a:cubicBezTo>
                    <a:pt x="254247" y="49299"/>
                    <a:pt x="254984" y="49544"/>
                    <a:pt x="255743" y="49797"/>
                  </a:cubicBezTo>
                  <a:cubicBezTo>
                    <a:pt x="255961" y="51335"/>
                    <a:pt x="255961" y="51335"/>
                    <a:pt x="255882" y="53192"/>
                  </a:cubicBezTo>
                  <a:cubicBezTo>
                    <a:pt x="255862" y="53807"/>
                    <a:pt x="255842" y="54422"/>
                    <a:pt x="255821" y="55055"/>
                  </a:cubicBezTo>
                  <a:cubicBezTo>
                    <a:pt x="255795" y="55530"/>
                    <a:pt x="255769" y="56005"/>
                    <a:pt x="255743" y="56494"/>
                  </a:cubicBezTo>
                  <a:cubicBezTo>
                    <a:pt x="256479" y="56494"/>
                    <a:pt x="257216" y="56494"/>
                    <a:pt x="257975" y="56494"/>
                  </a:cubicBezTo>
                  <a:cubicBezTo>
                    <a:pt x="258096" y="58020"/>
                    <a:pt x="258217" y="59546"/>
                    <a:pt x="258339" y="61073"/>
                  </a:cubicBezTo>
                  <a:cubicBezTo>
                    <a:pt x="258464" y="61526"/>
                    <a:pt x="258590" y="61980"/>
                    <a:pt x="258719" y="62447"/>
                  </a:cubicBezTo>
                  <a:cubicBezTo>
                    <a:pt x="259456" y="62693"/>
                    <a:pt x="260193" y="62939"/>
                    <a:pt x="260952" y="63192"/>
                  </a:cubicBezTo>
                  <a:cubicBezTo>
                    <a:pt x="261300" y="64931"/>
                    <a:pt x="261326" y="66606"/>
                    <a:pt x="261394" y="68377"/>
                  </a:cubicBezTo>
                  <a:cubicBezTo>
                    <a:pt x="261493" y="68876"/>
                    <a:pt x="261593" y="69375"/>
                    <a:pt x="261696" y="69889"/>
                  </a:cubicBezTo>
                  <a:cubicBezTo>
                    <a:pt x="262433" y="70134"/>
                    <a:pt x="263169" y="70380"/>
                    <a:pt x="263928" y="70633"/>
                  </a:cubicBezTo>
                  <a:cubicBezTo>
                    <a:pt x="264257" y="72307"/>
                    <a:pt x="264257" y="72307"/>
                    <a:pt x="264347" y="74354"/>
                  </a:cubicBezTo>
                  <a:cubicBezTo>
                    <a:pt x="264410" y="76343"/>
                    <a:pt x="264410" y="76343"/>
                    <a:pt x="264672" y="78074"/>
                  </a:cubicBezTo>
                  <a:cubicBezTo>
                    <a:pt x="265164" y="78320"/>
                    <a:pt x="265655" y="78566"/>
                    <a:pt x="266161" y="78819"/>
                  </a:cubicBezTo>
                  <a:cubicBezTo>
                    <a:pt x="266469" y="81007"/>
                    <a:pt x="266469" y="81007"/>
                    <a:pt x="266626" y="83702"/>
                  </a:cubicBezTo>
                  <a:cubicBezTo>
                    <a:pt x="266709" y="85039"/>
                    <a:pt x="266709" y="85039"/>
                    <a:pt x="266794" y="86402"/>
                  </a:cubicBezTo>
                  <a:cubicBezTo>
                    <a:pt x="266831" y="87092"/>
                    <a:pt x="266867" y="87782"/>
                    <a:pt x="266905" y="88492"/>
                  </a:cubicBezTo>
                  <a:cubicBezTo>
                    <a:pt x="267642" y="88492"/>
                    <a:pt x="268378" y="88492"/>
                    <a:pt x="269137" y="88492"/>
                  </a:cubicBezTo>
                  <a:cubicBezTo>
                    <a:pt x="269091" y="90260"/>
                    <a:pt x="269091" y="90260"/>
                    <a:pt x="268393" y="92213"/>
                  </a:cubicBezTo>
                  <a:cubicBezTo>
                    <a:pt x="266674" y="92766"/>
                    <a:pt x="264936" y="93263"/>
                    <a:pt x="263184" y="93701"/>
                  </a:cubicBezTo>
                  <a:cubicBezTo>
                    <a:pt x="262939" y="94438"/>
                    <a:pt x="262693" y="95175"/>
                    <a:pt x="262440" y="95934"/>
                  </a:cubicBezTo>
                  <a:cubicBezTo>
                    <a:pt x="260955" y="96425"/>
                    <a:pt x="260955" y="96425"/>
                    <a:pt x="259138" y="96724"/>
                  </a:cubicBezTo>
                  <a:cubicBezTo>
                    <a:pt x="256382" y="97148"/>
                    <a:pt x="256382" y="97148"/>
                    <a:pt x="254255" y="98910"/>
                  </a:cubicBezTo>
                  <a:cubicBezTo>
                    <a:pt x="259843" y="99031"/>
                    <a:pt x="265431" y="99124"/>
                    <a:pt x="271021" y="99180"/>
                  </a:cubicBezTo>
                  <a:cubicBezTo>
                    <a:pt x="273617" y="99207"/>
                    <a:pt x="276211" y="99244"/>
                    <a:pt x="278806" y="99303"/>
                  </a:cubicBezTo>
                  <a:cubicBezTo>
                    <a:pt x="281789" y="99371"/>
                    <a:pt x="284772" y="99396"/>
                    <a:pt x="287755" y="99419"/>
                  </a:cubicBezTo>
                  <a:cubicBezTo>
                    <a:pt x="288688" y="99446"/>
                    <a:pt x="289620" y="99473"/>
                    <a:pt x="290581" y="99501"/>
                  </a:cubicBezTo>
                  <a:cubicBezTo>
                    <a:pt x="292974" y="99502"/>
                    <a:pt x="295092" y="99490"/>
                    <a:pt x="297415" y="98910"/>
                  </a:cubicBezTo>
                  <a:cubicBezTo>
                    <a:pt x="298858" y="97209"/>
                    <a:pt x="299086" y="95916"/>
                    <a:pt x="299647" y="93701"/>
                  </a:cubicBezTo>
                  <a:cubicBezTo>
                    <a:pt x="300384" y="93701"/>
                    <a:pt x="301120" y="93701"/>
                    <a:pt x="301880" y="93701"/>
                  </a:cubicBezTo>
                  <a:cubicBezTo>
                    <a:pt x="301880" y="91737"/>
                    <a:pt x="301880" y="89772"/>
                    <a:pt x="301880" y="87748"/>
                  </a:cubicBezTo>
                  <a:cubicBezTo>
                    <a:pt x="302616" y="87748"/>
                    <a:pt x="303353" y="87748"/>
                    <a:pt x="304112" y="87748"/>
                  </a:cubicBezTo>
                  <a:cubicBezTo>
                    <a:pt x="304189" y="87058"/>
                    <a:pt x="304265" y="86367"/>
                    <a:pt x="304344" y="85655"/>
                  </a:cubicBezTo>
                  <a:cubicBezTo>
                    <a:pt x="304893" y="83111"/>
                    <a:pt x="305313" y="82753"/>
                    <a:pt x="307088" y="81051"/>
                  </a:cubicBezTo>
                  <a:cubicBezTo>
                    <a:pt x="307354" y="79814"/>
                    <a:pt x="307604" y="78574"/>
                    <a:pt x="307833" y="77330"/>
                  </a:cubicBezTo>
                  <a:cubicBezTo>
                    <a:pt x="308324" y="77085"/>
                    <a:pt x="308815" y="76839"/>
                    <a:pt x="309321" y="76586"/>
                  </a:cubicBezTo>
                  <a:cubicBezTo>
                    <a:pt x="309810" y="74332"/>
                    <a:pt x="309810" y="74332"/>
                    <a:pt x="310065" y="72121"/>
                  </a:cubicBezTo>
                  <a:cubicBezTo>
                    <a:pt x="310802" y="72121"/>
                    <a:pt x="311538" y="72121"/>
                    <a:pt x="312297" y="72121"/>
                  </a:cubicBezTo>
                  <a:cubicBezTo>
                    <a:pt x="312390" y="71154"/>
                    <a:pt x="312482" y="70187"/>
                    <a:pt x="312577" y="69191"/>
                  </a:cubicBezTo>
                  <a:cubicBezTo>
                    <a:pt x="312734" y="67543"/>
                    <a:pt x="312734" y="67543"/>
                    <a:pt x="313042" y="66168"/>
                  </a:cubicBezTo>
                  <a:cubicBezTo>
                    <a:pt x="313533" y="65923"/>
                    <a:pt x="314024" y="65677"/>
                    <a:pt x="314530" y="65424"/>
                  </a:cubicBezTo>
                  <a:cubicBezTo>
                    <a:pt x="314775" y="64565"/>
                    <a:pt x="315021" y="63705"/>
                    <a:pt x="315274" y="62820"/>
                  </a:cubicBezTo>
                  <a:cubicBezTo>
                    <a:pt x="315520" y="61960"/>
                    <a:pt x="315765" y="61101"/>
                    <a:pt x="316018" y="60215"/>
                  </a:cubicBezTo>
                  <a:cubicBezTo>
                    <a:pt x="316509" y="59969"/>
                    <a:pt x="317000" y="59724"/>
                    <a:pt x="317506" y="59471"/>
                  </a:cubicBezTo>
                  <a:cubicBezTo>
                    <a:pt x="317810" y="57743"/>
                    <a:pt x="318060" y="56006"/>
                    <a:pt x="318251" y="54262"/>
                  </a:cubicBezTo>
                  <a:cubicBezTo>
                    <a:pt x="318987" y="54262"/>
                    <a:pt x="319724" y="54262"/>
                    <a:pt x="320483" y="54262"/>
                  </a:cubicBezTo>
                  <a:cubicBezTo>
                    <a:pt x="320575" y="53295"/>
                    <a:pt x="320667" y="52328"/>
                    <a:pt x="320762" y="51332"/>
                  </a:cubicBezTo>
                  <a:cubicBezTo>
                    <a:pt x="320919" y="49684"/>
                    <a:pt x="320919" y="49684"/>
                    <a:pt x="321227" y="48309"/>
                  </a:cubicBezTo>
                  <a:cubicBezTo>
                    <a:pt x="321718" y="48063"/>
                    <a:pt x="322209" y="47818"/>
                    <a:pt x="322715" y="47565"/>
                  </a:cubicBezTo>
                  <a:cubicBezTo>
                    <a:pt x="322961" y="46705"/>
                    <a:pt x="323207" y="45846"/>
                    <a:pt x="323460" y="44960"/>
                  </a:cubicBezTo>
                  <a:cubicBezTo>
                    <a:pt x="323705" y="44101"/>
                    <a:pt x="323951" y="43241"/>
                    <a:pt x="324204" y="42356"/>
                  </a:cubicBezTo>
                  <a:cubicBezTo>
                    <a:pt x="324695" y="42110"/>
                    <a:pt x="325186" y="41865"/>
                    <a:pt x="325692" y="41612"/>
                  </a:cubicBezTo>
                  <a:cubicBezTo>
                    <a:pt x="325955" y="39881"/>
                    <a:pt x="326022" y="38173"/>
                    <a:pt x="326108" y="36426"/>
                  </a:cubicBezTo>
                  <a:cubicBezTo>
                    <a:pt x="326216" y="35927"/>
                    <a:pt x="326324" y="35428"/>
                    <a:pt x="326436" y="34914"/>
                  </a:cubicBezTo>
                  <a:cubicBezTo>
                    <a:pt x="327541" y="34546"/>
                    <a:pt x="327541" y="34546"/>
                    <a:pt x="328669" y="34170"/>
                  </a:cubicBezTo>
                  <a:cubicBezTo>
                    <a:pt x="329193" y="32442"/>
                    <a:pt x="329690" y="30705"/>
                    <a:pt x="330157" y="28961"/>
                  </a:cubicBezTo>
                  <a:cubicBezTo>
                    <a:pt x="330648" y="28716"/>
                    <a:pt x="331139" y="28470"/>
                    <a:pt x="331645" y="28217"/>
                  </a:cubicBezTo>
                  <a:cubicBezTo>
                    <a:pt x="331936" y="26658"/>
                    <a:pt x="331936" y="26658"/>
                    <a:pt x="332017" y="24868"/>
                  </a:cubicBezTo>
                  <a:cubicBezTo>
                    <a:pt x="332133" y="23031"/>
                    <a:pt x="332133" y="23031"/>
                    <a:pt x="332389" y="21520"/>
                  </a:cubicBezTo>
                  <a:cubicBezTo>
                    <a:pt x="332880" y="21274"/>
                    <a:pt x="333372" y="21029"/>
                    <a:pt x="333878" y="20776"/>
                  </a:cubicBezTo>
                  <a:cubicBezTo>
                    <a:pt x="334224" y="19365"/>
                    <a:pt x="334224" y="19365"/>
                    <a:pt x="334343" y="17753"/>
                  </a:cubicBezTo>
                  <a:cubicBezTo>
                    <a:pt x="334435" y="16786"/>
                    <a:pt x="334527" y="15819"/>
                    <a:pt x="334622" y="14822"/>
                  </a:cubicBezTo>
                  <a:cubicBezTo>
                    <a:pt x="335358" y="14822"/>
                    <a:pt x="336095" y="14822"/>
                    <a:pt x="336854" y="14822"/>
                  </a:cubicBezTo>
                  <a:cubicBezTo>
                    <a:pt x="336931" y="14216"/>
                    <a:pt x="337008" y="13610"/>
                    <a:pt x="337087" y="12985"/>
                  </a:cubicBezTo>
                  <a:cubicBezTo>
                    <a:pt x="337340" y="12053"/>
                    <a:pt x="337340" y="12053"/>
                    <a:pt x="337598" y="11102"/>
                  </a:cubicBezTo>
                  <a:cubicBezTo>
                    <a:pt x="339598" y="10660"/>
                    <a:pt x="339598" y="10660"/>
                    <a:pt x="342063" y="10730"/>
                  </a:cubicBezTo>
                  <a:cubicBezTo>
                    <a:pt x="343283" y="10741"/>
                    <a:pt x="343283" y="10741"/>
                    <a:pt x="344528" y="10753"/>
                  </a:cubicBezTo>
                  <a:cubicBezTo>
                    <a:pt x="345188" y="10868"/>
                    <a:pt x="345848" y="10983"/>
                    <a:pt x="346528" y="11102"/>
                  </a:cubicBezTo>
                  <a:cubicBezTo>
                    <a:pt x="346774" y="11838"/>
                    <a:pt x="347019" y="12575"/>
                    <a:pt x="347272" y="13334"/>
                  </a:cubicBezTo>
                  <a:cubicBezTo>
                    <a:pt x="349399" y="13654"/>
                    <a:pt x="351472" y="13662"/>
                    <a:pt x="353621" y="13703"/>
                  </a:cubicBezTo>
                  <a:cubicBezTo>
                    <a:pt x="354530" y="13889"/>
                    <a:pt x="354530" y="13889"/>
                    <a:pt x="355458" y="14078"/>
                  </a:cubicBezTo>
                  <a:cubicBezTo>
                    <a:pt x="355640" y="14811"/>
                    <a:pt x="355640" y="14811"/>
                    <a:pt x="355827" y="15558"/>
                  </a:cubicBezTo>
                  <a:cubicBezTo>
                    <a:pt x="355951" y="16052"/>
                    <a:pt x="356074" y="16546"/>
                    <a:pt x="356202" y="17055"/>
                  </a:cubicBezTo>
                  <a:cubicBezTo>
                    <a:pt x="358115" y="17583"/>
                    <a:pt x="358115" y="17583"/>
                    <a:pt x="360341" y="17613"/>
                  </a:cubicBezTo>
                  <a:cubicBezTo>
                    <a:pt x="361094" y="17655"/>
                    <a:pt x="361847" y="17697"/>
                    <a:pt x="362623" y="17741"/>
                  </a:cubicBezTo>
                  <a:cubicBezTo>
                    <a:pt x="363205" y="17760"/>
                    <a:pt x="363787" y="17779"/>
                    <a:pt x="364387" y="17799"/>
                  </a:cubicBezTo>
                  <a:cubicBezTo>
                    <a:pt x="364387" y="18781"/>
                    <a:pt x="364387" y="19764"/>
                    <a:pt x="364387" y="20776"/>
                  </a:cubicBezTo>
                  <a:cubicBezTo>
                    <a:pt x="365154" y="20763"/>
                    <a:pt x="365154" y="20763"/>
                    <a:pt x="365937" y="20749"/>
                  </a:cubicBezTo>
                  <a:cubicBezTo>
                    <a:pt x="366607" y="20743"/>
                    <a:pt x="367278" y="20736"/>
                    <a:pt x="367969" y="20729"/>
                  </a:cubicBezTo>
                  <a:cubicBezTo>
                    <a:pt x="368966" y="20716"/>
                    <a:pt x="368966" y="20716"/>
                    <a:pt x="369983" y="20703"/>
                  </a:cubicBezTo>
                  <a:cubicBezTo>
                    <a:pt x="371829" y="20776"/>
                    <a:pt x="371829" y="20776"/>
                    <a:pt x="374061" y="21520"/>
                  </a:cubicBezTo>
                  <a:cubicBezTo>
                    <a:pt x="374307" y="22256"/>
                    <a:pt x="374552" y="22993"/>
                    <a:pt x="374805" y="23752"/>
                  </a:cubicBezTo>
                  <a:cubicBezTo>
                    <a:pt x="376932" y="24072"/>
                    <a:pt x="379005" y="24080"/>
                    <a:pt x="381154" y="24121"/>
                  </a:cubicBezTo>
                  <a:cubicBezTo>
                    <a:pt x="382063" y="24307"/>
                    <a:pt x="382063" y="24307"/>
                    <a:pt x="382991" y="24496"/>
                  </a:cubicBezTo>
                  <a:cubicBezTo>
                    <a:pt x="383113" y="24985"/>
                    <a:pt x="383234" y="25473"/>
                    <a:pt x="383360" y="25976"/>
                  </a:cubicBezTo>
                  <a:cubicBezTo>
                    <a:pt x="383484" y="26470"/>
                    <a:pt x="383607" y="26964"/>
                    <a:pt x="383735" y="27473"/>
                  </a:cubicBezTo>
                  <a:cubicBezTo>
                    <a:pt x="385648" y="28001"/>
                    <a:pt x="385648" y="28001"/>
                    <a:pt x="387874" y="28031"/>
                  </a:cubicBezTo>
                  <a:cubicBezTo>
                    <a:pt x="388627" y="28073"/>
                    <a:pt x="389380" y="28115"/>
                    <a:pt x="390156" y="28159"/>
                  </a:cubicBezTo>
                  <a:cubicBezTo>
                    <a:pt x="391029" y="28188"/>
                    <a:pt x="391029" y="28188"/>
                    <a:pt x="391921" y="28217"/>
                  </a:cubicBezTo>
                  <a:cubicBezTo>
                    <a:pt x="391921" y="29199"/>
                    <a:pt x="391921" y="30182"/>
                    <a:pt x="391921" y="31194"/>
                  </a:cubicBezTo>
                  <a:cubicBezTo>
                    <a:pt x="394622" y="31194"/>
                    <a:pt x="397323" y="31194"/>
                    <a:pt x="400106" y="31194"/>
                  </a:cubicBezTo>
                  <a:cubicBezTo>
                    <a:pt x="400166" y="32790"/>
                    <a:pt x="400210" y="34387"/>
                    <a:pt x="400246" y="35984"/>
                  </a:cubicBezTo>
                  <a:cubicBezTo>
                    <a:pt x="400272" y="36873"/>
                    <a:pt x="400297" y="37762"/>
                    <a:pt x="400324" y="38679"/>
                  </a:cubicBezTo>
                  <a:cubicBezTo>
                    <a:pt x="400252" y="39401"/>
                    <a:pt x="400180" y="40123"/>
                    <a:pt x="400106" y="40867"/>
                  </a:cubicBezTo>
                  <a:cubicBezTo>
                    <a:pt x="399001" y="41236"/>
                    <a:pt x="399001" y="41236"/>
                    <a:pt x="397874" y="41612"/>
                  </a:cubicBezTo>
                  <a:cubicBezTo>
                    <a:pt x="397597" y="42596"/>
                    <a:pt x="397348" y="43589"/>
                    <a:pt x="397130" y="44588"/>
                  </a:cubicBezTo>
                  <a:cubicBezTo>
                    <a:pt x="396638" y="44834"/>
                    <a:pt x="396147" y="45079"/>
                    <a:pt x="395641" y="45332"/>
                  </a:cubicBezTo>
                  <a:cubicBezTo>
                    <a:pt x="395534" y="46054"/>
                    <a:pt x="395426" y="46775"/>
                    <a:pt x="395316" y="47518"/>
                  </a:cubicBezTo>
                  <a:cubicBezTo>
                    <a:pt x="395178" y="48270"/>
                    <a:pt x="395039" y="49022"/>
                    <a:pt x="394897" y="49797"/>
                  </a:cubicBezTo>
                  <a:cubicBezTo>
                    <a:pt x="393792" y="50534"/>
                    <a:pt x="393792" y="50534"/>
                    <a:pt x="392665" y="51285"/>
                  </a:cubicBezTo>
                  <a:cubicBezTo>
                    <a:pt x="392542" y="51776"/>
                    <a:pt x="392419" y="52268"/>
                    <a:pt x="392293" y="52774"/>
                  </a:cubicBezTo>
                  <a:cubicBezTo>
                    <a:pt x="391921" y="54262"/>
                    <a:pt x="391921" y="54262"/>
                    <a:pt x="389688" y="55750"/>
                  </a:cubicBezTo>
                  <a:cubicBezTo>
                    <a:pt x="389419" y="56737"/>
                    <a:pt x="389169" y="57729"/>
                    <a:pt x="388944" y="58727"/>
                  </a:cubicBezTo>
                  <a:cubicBezTo>
                    <a:pt x="388453" y="58972"/>
                    <a:pt x="387962" y="59218"/>
                    <a:pt x="387456" y="59471"/>
                  </a:cubicBezTo>
                  <a:cubicBezTo>
                    <a:pt x="387210" y="60223"/>
                    <a:pt x="386965" y="60975"/>
                    <a:pt x="386712" y="61750"/>
                  </a:cubicBezTo>
                  <a:cubicBezTo>
                    <a:pt x="386466" y="62471"/>
                    <a:pt x="386220" y="63193"/>
                    <a:pt x="385967" y="63936"/>
                  </a:cubicBezTo>
                  <a:cubicBezTo>
                    <a:pt x="385476" y="63936"/>
                    <a:pt x="384985" y="63936"/>
                    <a:pt x="384479" y="63936"/>
                  </a:cubicBezTo>
                  <a:cubicBezTo>
                    <a:pt x="384387" y="64657"/>
                    <a:pt x="384295" y="65378"/>
                    <a:pt x="384200" y="66122"/>
                  </a:cubicBezTo>
                  <a:cubicBezTo>
                    <a:pt x="383970" y="67250"/>
                    <a:pt x="383970" y="67250"/>
                    <a:pt x="383735" y="68401"/>
                  </a:cubicBezTo>
                  <a:cubicBezTo>
                    <a:pt x="383244" y="68646"/>
                    <a:pt x="382753" y="68892"/>
                    <a:pt x="382247" y="69145"/>
                  </a:cubicBezTo>
                  <a:cubicBezTo>
                    <a:pt x="381733" y="70378"/>
                    <a:pt x="381240" y="71619"/>
                    <a:pt x="380758" y="72865"/>
                  </a:cubicBezTo>
                  <a:cubicBezTo>
                    <a:pt x="379740" y="74725"/>
                    <a:pt x="378847" y="76277"/>
                    <a:pt x="377317" y="77749"/>
                  </a:cubicBezTo>
                  <a:cubicBezTo>
                    <a:pt x="376163" y="78774"/>
                    <a:pt x="376163" y="78774"/>
                    <a:pt x="375922" y="80400"/>
                  </a:cubicBezTo>
                  <a:cubicBezTo>
                    <a:pt x="375799" y="80860"/>
                    <a:pt x="375676" y="81321"/>
                    <a:pt x="375549" y="81795"/>
                  </a:cubicBezTo>
                  <a:cubicBezTo>
                    <a:pt x="374444" y="82163"/>
                    <a:pt x="374444" y="82163"/>
                    <a:pt x="373317" y="82539"/>
                  </a:cubicBezTo>
                  <a:cubicBezTo>
                    <a:pt x="373039" y="83773"/>
                    <a:pt x="372791" y="85014"/>
                    <a:pt x="372573" y="86260"/>
                  </a:cubicBezTo>
                  <a:cubicBezTo>
                    <a:pt x="372082" y="86506"/>
                    <a:pt x="371591" y="86751"/>
                    <a:pt x="371085" y="87004"/>
                  </a:cubicBezTo>
                  <a:cubicBezTo>
                    <a:pt x="370839" y="87741"/>
                    <a:pt x="370593" y="88478"/>
                    <a:pt x="370340" y="89237"/>
                  </a:cubicBezTo>
                  <a:cubicBezTo>
                    <a:pt x="369596" y="91469"/>
                    <a:pt x="369596" y="91469"/>
                    <a:pt x="368108" y="92213"/>
                  </a:cubicBezTo>
                  <a:cubicBezTo>
                    <a:pt x="368031" y="92643"/>
                    <a:pt x="367955" y="93073"/>
                    <a:pt x="367875" y="93515"/>
                  </a:cubicBezTo>
                  <a:cubicBezTo>
                    <a:pt x="367131" y="95951"/>
                    <a:pt x="365461" y="97186"/>
                    <a:pt x="363643" y="98910"/>
                  </a:cubicBezTo>
                  <a:cubicBezTo>
                    <a:pt x="363643" y="99156"/>
                    <a:pt x="363643" y="99401"/>
                    <a:pt x="363643" y="99654"/>
                  </a:cubicBezTo>
                  <a:cubicBezTo>
                    <a:pt x="364869" y="99647"/>
                    <a:pt x="364869" y="99647"/>
                    <a:pt x="366119" y="99639"/>
                  </a:cubicBezTo>
                  <a:cubicBezTo>
                    <a:pt x="373806" y="99594"/>
                    <a:pt x="381493" y="99561"/>
                    <a:pt x="389180" y="99539"/>
                  </a:cubicBezTo>
                  <a:cubicBezTo>
                    <a:pt x="393133" y="99527"/>
                    <a:pt x="397085" y="99511"/>
                    <a:pt x="401037" y="99486"/>
                  </a:cubicBezTo>
                  <a:cubicBezTo>
                    <a:pt x="404849" y="99462"/>
                    <a:pt x="408661" y="99448"/>
                    <a:pt x="412472" y="99443"/>
                  </a:cubicBezTo>
                  <a:cubicBezTo>
                    <a:pt x="413929" y="99439"/>
                    <a:pt x="415386" y="99430"/>
                    <a:pt x="416843" y="99418"/>
                  </a:cubicBezTo>
                  <a:cubicBezTo>
                    <a:pt x="418878" y="99402"/>
                    <a:pt x="420912" y="99400"/>
                    <a:pt x="422947" y="99401"/>
                  </a:cubicBezTo>
                  <a:cubicBezTo>
                    <a:pt x="423554" y="99393"/>
                    <a:pt x="424161" y="99385"/>
                    <a:pt x="424787" y="99377"/>
                  </a:cubicBezTo>
                  <a:cubicBezTo>
                    <a:pt x="426463" y="99386"/>
                    <a:pt x="426463" y="99386"/>
                    <a:pt x="429128" y="99654"/>
                  </a:cubicBezTo>
                  <a:cubicBezTo>
                    <a:pt x="430983" y="102438"/>
                    <a:pt x="430803" y="103874"/>
                    <a:pt x="430805" y="107202"/>
                  </a:cubicBezTo>
                  <a:cubicBezTo>
                    <a:pt x="430807" y="107747"/>
                    <a:pt x="430809" y="108292"/>
                    <a:pt x="430812" y="108853"/>
                  </a:cubicBezTo>
                  <a:cubicBezTo>
                    <a:pt x="430818" y="110684"/>
                    <a:pt x="430813" y="112514"/>
                    <a:pt x="430808" y="114344"/>
                  </a:cubicBezTo>
                  <a:cubicBezTo>
                    <a:pt x="430810" y="115654"/>
                    <a:pt x="430813" y="116965"/>
                    <a:pt x="430816" y="118275"/>
                  </a:cubicBezTo>
                  <a:cubicBezTo>
                    <a:pt x="430823" y="121837"/>
                    <a:pt x="430820" y="125399"/>
                    <a:pt x="430816" y="128961"/>
                  </a:cubicBezTo>
                  <a:cubicBezTo>
                    <a:pt x="430812" y="132684"/>
                    <a:pt x="430815" y="136407"/>
                    <a:pt x="430818" y="140129"/>
                  </a:cubicBezTo>
                  <a:cubicBezTo>
                    <a:pt x="430821" y="146381"/>
                    <a:pt x="430817" y="152632"/>
                    <a:pt x="430810" y="158883"/>
                  </a:cubicBezTo>
                  <a:cubicBezTo>
                    <a:pt x="430802" y="166119"/>
                    <a:pt x="430804" y="173354"/>
                    <a:pt x="430813" y="180589"/>
                  </a:cubicBezTo>
                  <a:cubicBezTo>
                    <a:pt x="430819" y="186794"/>
                    <a:pt x="430820" y="192999"/>
                    <a:pt x="430816" y="199203"/>
                  </a:cubicBezTo>
                  <a:cubicBezTo>
                    <a:pt x="430814" y="202912"/>
                    <a:pt x="430814" y="206622"/>
                    <a:pt x="430819" y="210331"/>
                  </a:cubicBezTo>
                  <a:cubicBezTo>
                    <a:pt x="430823" y="213816"/>
                    <a:pt x="430820" y="217302"/>
                    <a:pt x="430811" y="220788"/>
                  </a:cubicBezTo>
                  <a:cubicBezTo>
                    <a:pt x="430809" y="222070"/>
                    <a:pt x="430810" y="223352"/>
                    <a:pt x="430813" y="224634"/>
                  </a:cubicBezTo>
                  <a:cubicBezTo>
                    <a:pt x="430817" y="226379"/>
                    <a:pt x="430812" y="228123"/>
                    <a:pt x="430805" y="229867"/>
                  </a:cubicBezTo>
                  <a:cubicBezTo>
                    <a:pt x="430804" y="230845"/>
                    <a:pt x="430804" y="231823"/>
                    <a:pt x="430803" y="232831"/>
                  </a:cubicBezTo>
                  <a:cubicBezTo>
                    <a:pt x="430616" y="235088"/>
                    <a:pt x="430616" y="235088"/>
                    <a:pt x="429128" y="236576"/>
                  </a:cubicBezTo>
                  <a:cubicBezTo>
                    <a:pt x="427208" y="236724"/>
                    <a:pt x="425369" y="236779"/>
                    <a:pt x="423449" y="236769"/>
                  </a:cubicBezTo>
                  <a:cubicBezTo>
                    <a:pt x="422863" y="236772"/>
                    <a:pt x="422278" y="236774"/>
                    <a:pt x="421674" y="236777"/>
                  </a:cubicBezTo>
                  <a:cubicBezTo>
                    <a:pt x="419732" y="236783"/>
                    <a:pt x="417791" y="236779"/>
                    <a:pt x="415849" y="236774"/>
                  </a:cubicBezTo>
                  <a:cubicBezTo>
                    <a:pt x="414504" y="236775"/>
                    <a:pt x="413158" y="236776"/>
                    <a:pt x="411812" y="236778"/>
                  </a:cubicBezTo>
                  <a:cubicBezTo>
                    <a:pt x="408990" y="236781"/>
                    <a:pt x="406167" y="236777"/>
                    <a:pt x="403345" y="236770"/>
                  </a:cubicBezTo>
                  <a:cubicBezTo>
                    <a:pt x="399721" y="236762"/>
                    <a:pt x="396098" y="236767"/>
                    <a:pt x="392474" y="236776"/>
                  </a:cubicBezTo>
                  <a:cubicBezTo>
                    <a:pt x="389695" y="236781"/>
                    <a:pt x="386915" y="236779"/>
                    <a:pt x="384136" y="236776"/>
                  </a:cubicBezTo>
                  <a:cubicBezTo>
                    <a:pt x="382799" y="236775"/>
                    <a:pt x="381463" y="236776"/>
                    <a:pt x="380127" y="236779"/>
                  </a:cubicBezTo>
                  <a:cubicBezTo>
                    <a:pt x="378261" y="236783"/>
                    <a:pt x="376396" y="236777"/>
                    <a:pt x="374531" y="236769"/>
                  </a:cubicBezTo>
                  <a:cubicBezTo>
                    <a:pt x="373975" y="236772"/>
                    <a:pt x="373419" y="236775"/>
                    <a:pt x="372846" y="236778"/>
                  </a:cubicBezTo>
                  <a:cubicBezTo>
                    <a:pt x="369022" y="236746"/>
                    <a:pt x="369022" y="236746"/>
                    <a:pt x="367364" y="235088"/>
                  </a:cubicBezTo>
                  <a:cubicBezTo>
                    <a:pt x="367220" y="233060"/>
                    <a:pt x="367169" y="231108"/>
                    <a:pt x="367183" y="229080"/>
                  </a:cubicBezTo>
                  <a:cubicBezTo>
                    <a:pt x="367182" y="228459"/>
                    <a:pt x="367180" y="227838"/>
                    <a:pt x="367179" y="227199"/>
                  </a:cubicBezTo>
                  <a:cubicBezTo>
                    <a:pt x="367176" y="225140"/>
                    <a:pt x="367184" y="223081"/>
                    <a:pt x="367192" y="221022"/>
                  </a:cubicBezTo>
                  <a:cubicBezTo>
                    <a:pt x="367193" y="219595"/>
                    <a:pt x="367194" y="218167"/>
                    <a:pt x="367193" y="216740"/>
                  </a:cubicBezTo>
                  <a:cubicBezTo>
                    <a:pt x="367195" y="213745"/>
                    <a:pt x="367201" y="210751"/>
                    <a:pt x="367211" y="207756"/>
                  </a:cubicBezTo>
                  <a:cubicBezTo>
                    <a:pt x="367223" y="203914"/>
                    <a:pt x="367226" y="200072"/>
                    <a:pt x="367226" y="196230"/>
                  </a:cubicBezTo>
                  <a:cubicBezTo>
                    <a:pt x="367226" y="193282"/>
                    <a:pt x="367230" y="190333"/>
                    <a:pt x="367235" y="187385"/>
                  </a:cubicBezTo>
                  <a:cubicBezTo>
                    <a:pt x="367238" y="185968"/>
                    <a:pt x="367239" y="184551"/>
                    <a:pt x="367240" y="183134"/>
                  </a:cubicBezTo>
                  <a:cubicBezTo>
                    <a:pt x="367241" y="181155"/>
                    <a:pt x="367248" y="179176"/>
                    <a:pt x="367256" y="177196"/>
                  </a:cubicBezTo>
                  <a:cubicBezTo>
                    <a:pt x="367255" y="176314"/>
                    <a:pt x="367255" y="176314"/>
                    <a:pt x="367255" y="175414"/>
                  </a:cubicBezTo>
                  <a:cubicBezTo>
                    <a:pt x="367269" y="173033"/>
                    <a:pt x="367349" y="171135"/>
                    <a:pt x="368108" y="168860"/>
                  </a:cubicBezTo>
                  <a:cubicBezTo>
                    <a:pt x="270373" y="168614"/>
                    <a:pt x="172637" y="168368"/>
                    <a:pt x="71940" y="168115"/>
                  </a:cubicBezTo>
                  <a:cubicBezTo>
                    <a:pt x="72186" y="169098"/>
                    <a:pt x="72431" y="170080"/>
                    <a:pt x="72684" y="171092"/>
                  </a:cubicBezTo>
                  <a:cubicBezTo>
                    <a:pt x="72755" y="173161"/>
                    <a:pt x="72786" y="175212"/>
                    <a:pt x="72780" y="177281"/>
                  </a:cubicBezTo>
                  <a:cubicBezTo>
                    <a:pt x="72782" y="178214"/>
                    <a:pt x="72782" y="178214"/>
                    <a:pt x="72784" y="179166"/>
                  </a:cubicBezTo>
                  <a:cubicBezTo>
                    <a:pt x="72788" y="181221"/>
                    <a:pt x="72786" y="183275"/>
                    <a:pt x="72783" y="185329"/>
                  </a:cubicBezTo>
                  <a:cubicBezTo>
                    <a:pt x="72784" y="186756"/>
                    <a:pt x="72784" y="188183"/>
                    <a:pt x="72785" y="189610"/>
                  </a:cubicBezTo>
                  <a:cubicBezTo>
                    <a:pt x="72786" y="192599"/>
                    <a:pt x="72785" y="195588"/>
                    <a:pt x="72781" y="198577"/>
                  </a:cubicBezTo>
                  <a:cubicBezTo>
                    <a:pt x="72777" y="202414"/>
                    <a:pt x="72779" y="206251"/>
                    <a:pt x="72784" y="210088"/>
                  </a:cubicBezTo>
                  <a:cubicBezTo>
                    <a:pt x="72787" y="213033"/>
                    <a:pt x="72786" y="215979"/>
                    <a:pt x="72784" y="218924"/>
                  </a:cubicBezTo>
                  <a:cubicBezTo>
                    <a:pt x="72783" y="220339"/>
                    <a:pt x="72784" y="221755"/>
                    <a:pt x="72786" y="223170"/>
                  </a:cubicBezTo>
                  <a:cubicBezTo>
                    <a:pt x="72787" y="225144"/>
                    <a:pt x="72785" y="227118"/>
                    <a:pt x="72780" y="229092"/>
                  </a:cubicBezTo>
                  <a:cubicBezTo>
                    <a:pt x="72782" y="229680"/>
                    <a:pt x="72783" y="230268"/>
                    <a:pt x="72785" y="230875"/>
                  </a:cubicBezTo>
                  <a:cubicBezTo>
                    <a:pt x="72769" y="234918"/>
                    <a:pt x="72769" y="234918"/>
                    <a:pt x="71940" y="236576"/>
                  </a:cubicBezTo>
                  <a:cubicBezTo>
                    <a:pt x="70116" y="236723"/>
                    <a:pt x="68376" y="236771"/>
                    <a:pt x="66551" y="236757"/>
                  </a:cubicBezTo>
                  <a:cubicBezTo>
                    <a:pt x="65987" y="236759"/>
                    <a:pt x="65423" y="236760"/>
                    <a:pt x="64842" y="236761"/>
                  </a:cubicBezTo>
                  <a:cubicBezTo>
                    <a:pt x="62969" y="236764"/>
                    <a:pt x="61096" y="236756"/>
                    <a:pt x="59223" y="236748"/>
                  </a:cubicBezTo>
                  <a:cubicBezTo>
                    <a:pt x="57926" y="236747"/>
                    <a:pt x="56629" y="236747"/>
                    <a:pt x="55333" y="236747"/>
                  </a:cubicBezTo>
                  <a:cubicBezTo>
                    <a:pt x="52611" y="236746"/>
                    <a:pt x="49889" y="236739"/>
                    <a:pt x="47167" y="236730"/>
                  </a:cubicBezTo>
                  <a:cubicBezTo>
                    <a:pt x="43673" y="236717"/>
                    <a:pt x="40179" y="236714"/>
                    <a:pt x="36684" y="236715"/>
                  </a:cubicBezTo>
                  <a:cubicBezTo>
                    <a:pt x="34005" y="236714"/>
                    <a:pt x="31326" y="236710"/>
                    <a:pt x="28647" y="236705"/>
                  </a:cubicBezTo>
                  <a:cubicBezTo>
                    <a:pt x="27358" y="236703"/>
                    <a:pt x="26070" y="236701"/>
                    <a:pt x="24781" y="236701"/>
                  </a:cubicBezTo>
                  <a:cubicBezTo>
                    <a:pt x="22981" y="236699"/>
                    <a:pt x="21182" y="236692"/>
                    <a:pt x="19382" y="236684"/>
                  </a:cubicBezTo>
                  <a:cubicBezTo>
                    <a:pt x="18578" y="236685"/>
                    <a:pt x="18578" y="236685"/>
                    <a:pt x="17757" y="236685"/>
                  </a:cubicBezTo>
                  <a:cubicBezTo>
                    <a:pt x="14067" y="236662"/>
                    <a:pt x="14067" y="236662"/>
                    <a:pt x="12409" y="235832"/>
                  </a:cubicBezTo>
                  <a:cubicBezTo>
                    <a:pt x="12258" y="234062"/>
                    <a:pt x="12209" y="232378"/>
                    <a:pt x="12220" y="230606"/>
                  </a:cubicBezTo>
                  <a:cubicBezTo>
                    <a:pt x="12217" y="230053"/>
                    <a:pt x="12215" y="229500"/>
                    <a:pt x="12213" y="228930"/>
                  </a:cubicBezTo>
                  <a:cubicBezTo>
                    <a:pt x="12207" y="227062"/>
                    <a:pt x="12212" y="225195"/>
                    <a:pt x="12216" y="223327"/>
                  </a:cubicBezTo>
                  <a:cubicBezTo>
                    <a:pt x="12214" y="221994"/>
                    <a:pt x="12212" y="220661"/>
                    <a:pt x="12208" y="219328"/>
                  </a:cubicBezTo>
                  <a:cubicBezTo>
                    <a:pt x="12202" y="215696"/>
                    <a:pt x="12204" y="212065"/>
                    <a:pt x="12209" y="208433"/>
                  </a:cubicBezTo>
                  <a:cubicBezTo>
                    <a:pt x="12213" y="204642"/>
                    <a:pt x="12209" y="200850"/>
                    <a:pt x="12207" y="197059"/>
                  </a:cubicBezTo>
                  <a:cubicBezTo>
                    <a:pt x="12204" y="190690"/>
                    <a:pt x="12208" y="184322"/>
                    <a:pt x="12215" y="177953"/>
                  </a:cubicBezTo>
                  <a:cubicBezTo>
                    <a:pt x="12223" y="170579"/>
                    <a:pt x="12220" y="163206"/>
                    <a:pt x="12212" y="155832"/>
                  </a:cubicBezTo>
                  <a:cubicBezTo>
                    <a:pt x="12205" y="149512"/>
                    <a:pt x="12204" y="143193"/>
                    <a:pt x="12208" y="136874"/>
                  </a:cubicBezTo>
                  <a:cubicBezTo>
                    <a:pt x="12211" y="133095"/>
                    <a:pt x="12211" y="129316"/>
                    <a:pt x="12206" y="125536"/>
                  </a:cubicBezTo>
                  <a:cubicBezTo>
                    <a:pt x="12202" y="121984"/>
                    <a:pt x="12205" y="118432"/>
                    <a:pt x="12213" y="114880"/>
                  </a:cubicBezTo>
                  <a:cubicBezTo>
                    <a:pt x="12215" y="113572"/>
                    <a:pt x="12215" y="112264"/>
                    <a:pt x="12211" y="110957"/>
                  </a:cubicBezTo>
                  <a:cubicBezTo>
                    <a:pt x="12207" y="109179"/>
                    <a:pt x="12212" y="107402"/>
                    <a:pt x="12220" y="105625"/>
                  </a:cubicBezTo>
                  <a:cubicBezTo>
                    <a:pt x="12216" y="105100"/>
                    <a:pt x="12213" y="104576"/>
                    <a:pt x="12210" y="104036"/>
                  </a:cubicBezTo>
                  <a:cubicBezTo>
                    <a:pt x="12220" y="102822"/>
                    <a:pt x="12306" y="101609"/>
                    <a:pt x="12409" y="100399"/>
                  </a:cubicBezTo>
                  <a:cubicBezTo>
                    <a:pt x="14909" y="99149"/>
                    <a:pt x="17736" y="99520"/>
                    <a:pt x="20487" y="99502"/>
                  </a:cubicBezTo>
                  <a:cubicBezTo>
                    <a:pt x="21511" y="99491"/>
                    <a:pt x="21511" y="99491"/>
                    <a:pt x="22555" y="99479"/>
                  </a:cubicBezTo>
                  <a:cubicBezTo>
                    <a:pt x="24818" y="99456"/>
                    <a:pt x="27081" y="99437"/>
                    <a:pt x="29344" y="99419"/>
                  </a:cubicBezTo>
                  <a:cubicBezTo>
                    <a:pt x="30910" y="99404"/>
                    <a:pt x="32476" y="99388"/>
                    <a:pt x="34042" y="99372"/>
                  </a:cubicBezTo>
                  <a:cubicBezTo>
                    <a:pt x="38170" y="99331"/>
                    <a:pt x="42297" y="99294"/>
                    <a:pt x="46425" y="99258"/>
                  </a:cubicBezTo>
                  <a:cubicBezTo>
                    <a:pt x="50635" y="99221"/>
                    <a:pt x="54845" y="99180"/>
                    <a:pt x="59054" y="99139"/>
                  </a:cubicBezTo>
                  <a:cubicBezTo>
                    <a:pt x="67318" y="99058"/>
                    <a:pt x="75582" y="98983"/>
                    <a:pt x="83846" y="98910"/>
                  </a:cubicBezTo>
                  <a:cubicBezTo>
                    <a:pt x="83014" y="96138"/>
                    <a:pt x="83014" y="96138"/>
                    <a:pt x="80870" y="94446"/>
                  </a:cubicBezTo>
                  <a:cubicBezTo>
                    <a:pt x="80567" y="92718"/>
                    <a:pt x="80316" y="90980"/>
                    <a:pt x="80126" y="89237"/>
                  </a:cubicBezTo>
                  <a:cubicBezTo>
                    <a:pt x="79389" y="89237"/>
                    <a:pt x="78652" y="89237"/>
                    <a:pt x="77893" y="89237"/>
                  </a:cubicBezTo>
                  <a:cubicBezTo>
                    <a:pt x="77525" y="86290"/>
                    <a:pt x="77525" y="86290"/>
                    <a:pt x="77149" y="83283"/>
                  </a:cubicBezTo>
                  <a:cubicBezTo>
                    <a:pt x="76412" y="83283"/>
                    <a:pt x="75676" y="83283"/>
                    <a:pt x="74917" y="83283"/>
                  </a:cubicBezTo>
                  <a:cubicBezTo>
                    <a:pt x="74986" y="82409"/>
                    <a:pt x="74986" y="82409"/>
                    <a:pt x="75056" y="81516"/>
                  </a:cubicBezTo>
                  <a:cubicBezTo>
                    <a:pt x="75010" y="80871"/>
                    <a:pt x="74964" y="80227"/>
                    <a:pt x="74917" y="79563"/>
                  </a:cubicBezTo>
                  <a:cubicBezTo>
                    <a:pt x="73812" y="78826"/>
                    <a:pt x="73812" y="78826"/>
                    <a:pt x="72684" y="78074"/>
                  </a:cubicBezTo>
                  <a:cubicBezTo>
                    <a:pt x="72179" y="76589"/>
                    <a:pt x="71682" y="75101"/>
                    <a:pt x="71196" y="73610"/>
                  </a:cubicBezTo>
                  <a:cubicBezTo>
                    <a:pt x="70705" y="73610"/>
                    <a:pt x="70214" y="73610"/>
                    <a:pt x="69708" y="73610"/>
                  </a:cubicBezTo>
                  <a:cubicBezTo>
                    <a:pt x="69754" y="72765"/>
                    <a:pt x="69800" y="71921"/>
                    <a:pt x="69847" y="71052"/>
                  </a:cubicBezTo>
                  <a:cubicBezTo>
                    <a:pt x="69801" y="70177"/>
                    <a:pt x="69755" y="69302"/>
                    <a:pt x="69708" y="68401"/>
                  </a:cubicBezTo>
                  <a:cubicBezTo>
                    <a:pt x="68603" y="68032"/>
                    <a:pt x="68603" y="68032"/>
                    <a:pt x="67475" y="67656"/>
                  </a:cubicBezTo>
                  <a:cubicBezTo>
                    <a:pt x="66953" y="66427"/>
                    <a:pt x="66456" y="65186"/>
                    <a:pt x="65987" y="63936"/>
                  </a:cubicBezTo>
                  <a:cubicBezTo>
                    <a:pt x="65496" y="63690"/>
                    <a:pt x="65005" y="63445"/>
                    <a:pt x="64499" y="63192"/>
                  </a:cubicBezTo>
                  <a:cubicBezTo>
                    <a:pt x="64003" y="61703"/>
                    <a:pt x="63506" y="60215"/>
                    <a:pt x="63010" y="58727"/>
                  </a:cubicBezTo>
                  <a:cubicBezTo>
                    <a:pt x="62519" y="58481"/>
                    <a:pt x="62028" y="58236"/>
                    <a:pt x="61522" y="57983"/>
                  </a:cubicBezTo>
                  <a:cubicBezTo>
                    <a:pt x="61415" y="57522"/>
                    <a:pt x="61307" y="57062"/>
                    <a:pt x="61197" y="56587"/>
                  </a:cubicBezTo>
                  <a:cubicBezTo>
                    <a:pt x="60903" y="54945"/>
                    <a:pt x="60903" y="54945"/>
                    <a:pt x="59662" y="53890"/>
                  </a:cubicBezTo>
                  <a:cubicBezTo>
                    <a:pt x="58333" y="52562"/>
                    <a:pt x="58220" y="51590"/>
                    <a:pt x="57801" y="49797"/>
                  </a:cubicBezTo>
                  <a:cubicBezTo>
                    <a:pt x="57065" y="49429"/>
                    <a:pt x="57065" y="49429"/>
                    <a:pt x="56313" y="49053"/>
                  </a:cubicBezTo>
                  <a:cubicBezTo>
                    <a:pt x="55848" y="46774"/>
                    <a:pt x="55848" y="46774"/>
                    <a:pt x="55569" y="44588"/>
                  </a:cubicBezTo>
                  <a:cubicBezTo>
                    <a:pt x="54832" y="44588"/>
                    <a:pt x="54096" y="44588"/>
                    <a:pt x="53337" y="44588"/>
                  </a:cubicBezTo>
                  <a:cubicBezTo>
                    <a:pt x="53009" y="40532"/>
                    <a:pt x="53009" y="40532"/>
                    <a:pt x="53337" y="38635"/>
                  </a:cubicBezTo>
                  <a:cubicBezTo>
                    <a:pt x="55150" y="37658"/>
                    <a:pt x="55150" y="37658"/>
                    <a:pt x="57057" y="37147"/>
                  </a:cubicBezTo>
                  <a:cubicBezTo>
                    <a:pt x="57303" y="36410"/>
                    <a:pt x="57548" y="35673"/>
                    <a:pt x="57801" y="34914"/>
                  </a:cubicBezTo>
                  <a:cubicBezTo>
                    <a:pt x="59176" y="34533"/>
                    <a:pt x="59176" y="34533"/>
                    <a:pt x="60824" y="34403"/>
                  </a:cubicBezTo>
                  <a:cubicBezTo>
                    <a:pt x="62275" y="34288"/>
                    <a:pt x="62275" y="34288"/>
                    <a:pt x="63754" y="34170"/>
                  </a:cubicBezTo>
                  <a:cubicBezTo>
                    <a:pt x="63754" y="33188"/>
                    <a:pt x="63754" y="32206"/>
                    <a:pt x="63754" y="31194"/>
                  </a:cubicBezTo>
                  <a:cubicBezTo>
                    <a:pt x="65281" y="31072"/>
                    <a:pt x="66807" y="30951"/>
                    <a:pt x="68333" y="30830"/>
                  </a:cubicBezTo>
                  <a:cubicBezTo>
                    <a:pt x="69013" y="30642"/>
                    <a:pt x="69013" y="30642"/>
                    <a:pt x="69708" y="30449"/>
                  </a:cubicBezTo>
                  <a:cubicBezTo>
                    <a:pt x="69953" y="29713"/>
                    <a:pt x="70199" y="28976"/>
                    <a:pt x="70452" y="28217"/>
                  </a:cubicBezTo>
                  <a:cubicBezTo>
                    <a:pt x="71311" y="28110"/>
                    <a:pt x="72171" y="28002"/>
                    <a:pt x="73056" y="27891"/>
                  </a:cubicBezTo>
                  <a:cubicBezTo>
                    <a:pt x="73916" y="27753"/>
                    <a:pt x="74775" y="27615"/>
                    <a:pt x="75661" y="27473"/>
                  </a:cubicBezTo>
                  <a:cubicBezTo>
                    <a:pt x="75784" y="26982"/>
                    <a:pt x="75906" y="26491"/>
                    <a:pt x="76033" y="25985"/>
                  </a:cubicBezTo>
                  <a:cubicBezTo>
                    <a:pt x="76156" y="25493"/>
                    <a:pt x="76278" y="25002"/>
                    <a:pt x="76405" y="24496"/>
                  </a:cubicBezTo>
                  <a:cubicBezTo>
                    <a:pt x="78137" y="24218"/>
                    <a:pt x="79873" y="23970"/>
                    <a:pt x="81614" y="23752"/>
                  </a:cubicBezTo>
                  <a:cubicBezTo>
                    <a:pt x="81982" y="22647"/>
                    <a:pt x="81982" y="22647"/>
                    <a:pt x="82358" y="21520"/>
                  </a:cubicBezTo>
                  <a:cubicBezTo>
                    <a:pt x="83733" y="21139"/>
                    <a:pt x="83733" y="21139"/>
                    <a:pt x="85381" y="21008"/>
                  </a:cubicBezTo>
                  <a:cubicBezTo>
                    <a:pt x="86348" y="20931"/>
                    <a:pt x="87315" y="20855"/>
                    <a:pt x="88311" y="20776"/>
                  </a:cubicBezTo>
                  <a:cubicBezTo>
                    <a:pt x="88311" y="19793"/>
                    <a:pt x="88311" y="18811"/>
                    <a:pt x="88311" y="17799"/>
                  </a:cubicBezTo>
                  <a:cubicBezTo>
                    <a:pt x="89554" y="17707"/>
                    <a:pt x="89554" y="17707"/>
                    <a:pt x="90823" y="17613"/>
                  </a:cubicBezTo>
                  <a:cubicBezTo>
                    <a:pt x="91713" y="17429"/>
                    <a:pt x="92603" y="17245"/>
                    <a:pt x="93520" y="17055"/>
                  </a:cubicBezTo>
                  <a:cubicBezTo>
                    <a:pt x="94028" y="16069"/>
                    <a:pt x="94525" y="15077"/>
                    <a:pt x="95008" y="14078"/>
                  </a:cubicBezTo>
                  <a:cubicBezTo>
                    <a:pt x="96497" y="14078"/>
                    <a:pt x="97985" y="14078"/>
                    <a:pt x="99473" y="14078"/>
                  </a:cubicBezTo>
                  <a:cubicBezTo>
                    <a:pt x="99572" y="13592"/>
                    <a:pt x="99671" y="13106"/>
                    <a:pt x="99773" y="12605"/>
                  </a:cubicBezTo>
                  <a:cubicBezTo>
                    <a:pt x="99919" y="12109"/>
                    <a:pt x="100066" y="11613"/>
                    <a:pt x="100217" y="11102"/>
                  </a:cubicBezTo>
                  <a:cubicBezTo>
                    <a:pt x="101729" y="10785"/>
                    <a:pt x="101729" y="10785"/>
                    <a:pt x="103566" y="10869"/>
                  </a:cubicBezTo>
                  <a:cubicBezTo>
                    <a:pt x="104172" y="10887"/>
                    <a:pt x="104779" y="10906"/>
                    <a:pt x="105403" y="10924"/>
                  </a:cubicBezTo>
                  <a:cubicBezTo>
                    <a:pt x="106915" y="11102"/>
                    <a:pt x="106915" y="11102"/>
                    <a:pt x="107659" y="11846"/>
                  </a:cubicBezTo>
                  <a:cubicBezTo>
                    <a:pt x="107751" y="12675"/>
                    <a:pt x="107843" y="13503"/>
                    <a:pt x="107938" y="14357"/>
                  </a:cubicBezTo>
                  <a:cubicBezTo>
                    <a:pt x="108415" y="17122"/>
                    <a:pt x="108651" y="17562"/>
                    <a:pt x="110635" y="19287"/>
                  </a:cubicBezTo>
                  <a:cubicBezTo>
                    <a:pt x="110635" y="20024"/>
                    <a:pt x="110635" y="20761"/>
                    <a:pt x="110635" y="21520"/>
                  </a:cubicBezTo>
                  <a:cubicBezTo>
                    <a:pt x="111372" y="21765"/>
                    <a:pt x="112109" y="22011"/>
                    <a:pt x="112868" y="22264"/>
                  </a:cubicBezTo>
                  <a:cubicBezTo>
                    <a:pt x="113113" y="23001"/>
                    <a:pt x="113359" y="23737"/>
                    <a:pt x="113612" y="24496"/>
                  </a:cubicBezTo>
                  <a:cubicBezTo>
                    <a:pt x="114349" y="24987"/>
                    <a:pt x="115085" y="25479"/>
                    <a:pt x="115844" y="25985"/>
                  </a:cubicBezTo>
                  <a:cubicBezTo>
                    <a:pt x="116631" y="27198"/>
                    <a:pt x="117372" y="28442"/>
                    <a:pt x="118077" y="29705"/>
                  </a:cubicBezTo>
                  <a:cubicBezTo>
                    <a:pt x="119468" y="32421"/>
                    <a:pt x="119468" y="32421"/>
                    <a:pt x="121797" y="34170"/>
                  </a:cubicBezTo>
                  <a:cubicBezTo>
                    <a:pt x="122046" y="35410"/>
                    <a:pt x="122294" y="36651"/>
                    <a:pt x="122542" y="37891"/>
                  </a:cubicBezTo>
                  <a:cubicBezTo>
                    <a:pt x="123033" y="38136"/>
                    <a:pt x="123524" y="38382"/>
                    <a:pt x="124030" y="38635"/>
                  </a:cubicBezTo>
                  <a:cubicBezTo>
                    <a:pt x="124544" y="39868"/>
                    <a:pt x="125037" y="41110"/>
                    <a:pt x="125518" y="42356"/>
                  </a:cubicBezTo>
                  <a:cubicBezTo>
                    <a:pt x="125917" y="43016"/>
                    <a:pt x="126316" y="43676"/>
                    <a:pt x="126727" y="44356"/>
                  </a:cubicBezTo>
                  <a:cubicBezTo>
                    <a:pt x="127751" y="46076"/>
                    <a:pt x="127751" y="46076"/>
                    <a:pt x="127751" y="47565"/>
                  </a:cubicBezTo>
                  <a:cubicBezTo>
                    <a:pt x="128487" y="47565"/>
                    <a:pt x="129224" y="47565"/>
                    <a:pt x="129983" y="47565"/>
                  </a:cubicBezTo>
                  <a:cubicBezTo>
                    <a:pt x="129983" y="49284"/>
                    <a:pt x="129983" y="51003"/>
                    <a:pt x="129983" y="52774"/>
                  </a:cubicBezTo>
                  <a:cubicBezTo>
                    <a:pt x="130720" y="52774"/>
                    <a:pt x="131456" y="52774"/>
                    <a:pt x="132215" y="52774"/>
                  </a:cubicBezTo>
                  <a:cubicBezTo>
                    <a:pt x="132749" y="53998"/>
                    <a:pt x="133245" y="55240"/>
                    <a:pt x="133704" y="56494"/>
                  </a:cubicBezTo>
                  <a:cubicBezTo>
                    <a:pt x="134195" y="56740"/>
                    <a:pt x="134686" y="56985"/>
                    <a:pt x="135192" y="57238"/>
                  </a:cubicBezTo>
                  <a:cubicBezTo>
                    <a:pt x="135440" y="58727"/>
                    <a:pt x="135688" y="60215"/>
                    <a:pt x="135936" y="61703"/>
                  </a:cubicBezTo>
                  <a:cubicBezTo>
                    <a:pt x="136427" y="61949"/>
                    <a:pt x="136918" y="62194"/>
                    <a:pt x="137424" y="62447"/>
                  </a:cubicBezTo>
                  <a:cubicBezTo>
                    <a:pt x="137921" y="63936"/>
                    <a:pt x="138417" y="65424"/>
                    <a:pt x="138913" y="66912"/>
                  </a:cubicBezTo>
                  <a:cubicBezTo>
                    <a:pt x="139404" y="67158"/>
                    <a:pt x="139895" y="67403"/>
                    <a:pt x="140401" y="67656"/>
                  </a:cubicBezTo>
                  <a:cubicBezTo>
                    <a:pt x="140897" y="69393"/>
                    <a:pt x="141393" y="71129"/>
                    <a:pt x="141889" y="72865"/>
                  </a:cubicBezTo>
                  <a:cubicBezTo>
                    <a:pt x="142380" y="73111"/>
                    <a:pt x="142872" y="73357"/>
                    <a:pt x="143378" y="73610"/>
                  </a:cubicBezTo>
                  <a:cubicBezTo>
                    <a:pt x="143539" y="74899"/>
                    <a:pt x="143539" y="74899"/>
                    <a:pt x="143703" y="76214"/>
                  </a:cubicBezTo>
                  <a:cubicBezTo>
                    <a:pt x="143841" y="77074"/>
                    <a:pt x="143979" y="77933"/>
                    <a:pt x="144122" y="78819"/>
                  </a:cubicBezTo>
                  <a:cubicBezTo>
                    <a:pt x="144858" y="79064"/>
                    <a:pt x="145595" y="79310"/>
                    <a:pt x="146354" y="79563"/>
                  </a:cubicBezTo>
                  <a:cubicBezTo>
                    <a:pt x="146672" y="81570"/>
                    <a:pt x="146451" y="83476"/>
                    <a:pt x="146354" y="85516"/>
                  </a:cubicBezTo>
                  <a:cubicBezTo>
                    <a:pt x="147091" y="85516"/>
                    <a:pt x="147828" y="85516"/>
                    <a:pt x="148587" y="85516"/>
                  </a:cubicBezTo>
                  <a:cubicBezTo>
                    <a:pt x="148707" y="87204"/>
                    <a:pt x="148794" y="88894"/>
                    <a:pt x="148866" y="90585"/>
                  </a:cubicBezTo>
                  <a:cubicBezTo>
                    <a:pt x="148943" y="91997"/>
                    <a:pt x="148943" y="91997"/>
                    <a:pt x="149023" y="93437"/>
                  </a:cubicBezTo>
                  <a:cubicBezTo>
                    <a:pt x="148879" y="94261"/>
                    <a:pt x="148735" y="95085"/>
                    <a:pt x="148587" y="95934"/>
                  </a:cubicBezTo>
                  <a:cubicBezTo>
                    <a:pt x="146383" y="97338"/>
                    <a:pt x="146383" y="97338"/>
                    <a:pt x="144122" y="98166"/>
                  </a:cubicBezTo>
                  <a:cubicBezTo>
                    <a:pt x="143876" y="98412"/>
                    <a:pt x="143631" y="98657"/>
                    <a:pt x="143378" y="98910"/>
                  </a:cubicBezTo>
                  <a:cubicBezTo>
                    <a:pt x="163514" y="98910"/>
                    <a:pt x="183650" y="98910"/>
                    <a:pt x="204397" y="98910"/>
                  </a:cubicBezTo>
                  <a:cubicBezTo>
                    <a:pt x="204152" y="98665"/>
                    <a:pt x="203906" y="98419"/>
                    <a:pt x="203653" y="98166"/>
                  </a:cubicBezTo>
                  <a:cubicBezTo>
                    <a:pt x="203475" y="96633"/>
                    <a:pt x="203368" y="95102"/>
                    <a:pt x="203263" y="93562"/>
                  </a:cubicBezTo>
                  <a:cubicBezTo>
                    <a:pt x="203146" y="93117"/>
                    <a:pt x="203029" y="92672"/>
                    <a:pt x="202909" y="92213"/>
                  </a:cubicBezTo>
                  <a:cubicBezTo>
                    <a:pt x="202172" y="91968"/>
                    <a:pt x="201435" y="91722"/>
                    <a:pt x="200676" y="91469"/>
                  </a:cubicBezTo>
                  <a:cubicBezTo>
                    <a:pt x="200348" y="89957"/>
                    <a:pt x="200348" y="89957"/>
                    <a:pt x="200258" y="88120"/>
                  </a:cubicBezTo>
                  <a:cubicBezTo>
                    <a:pt x="200195" y="86332"/>
                    <a:pt x="200195" y="86332"/>
                    <a:pt x="199932" y="84772"/>
                  </a:cubicBezTo>
                  <a:cubicBezTo>
                    <a:pt x="199441" y="84526"/>
                    <a:pt x="198950" y="84281"/>
                    <a:pt x="198444" y="84028"/>
                  </a:cubicBezTo>
                  <a:cubicBezTo>
                    <a:pt x="197969" y="82313"/>
                    <a:pt x="197685" y="80593"/>
                    <a:pt x="197374" y="78842"/>
                  </a:cubicBezTo>
                  <a:cubicBezTo>
                    <a:pt x="197236" y="78343"/>
                    <a:pt x="197098" y="77844"/>
                    <a:pt x="196956" y="77330"/>
                  </a:cubicBezTo>
                  <a:cubicBezTo>
                    <a:pt x="196465" y="77085"/>
                    <a:pt x="195973" y="76839"/>
                    <a:pt x="195467" y="76586"/>
                  </a:cubicBezTo>
                  <a:cubicBezTo>
                    <a:pt x="195159" y="74886"/>
                    <a:pt x="195159" y="74886"/>
                    <a:pt x="195002" y="72819"/>
                  </a:cubicBezTo>
                  <a:cubicBezTo>
                    <a:pt x="194919" y="71793"/>
                    <a:pt x="194919" y="71793"/>
                    <a:pt x="194834" y="70746"/>
                  </a:cubicBezTo>
                  <a:cubicBezTo>
                    <a:pt x="194779" y="69954"/>
                    <a:pt x="194779" y="69954"/>
                    <a:pt x="194723" y="69145"/>
                  </a:cubicBezTo>
                  <a:cubicBezTo>
                    <a:pt x="193987" y="69145"/>
                    <a:pt x="193250" y="69145"/>
                    <a:pt x="192491" y="69145"/>
                  </a:cubicBezTo>
                  <a:cubicBezTo>
                    <a:pt x="192399" y="68423"/>
                    <a:pt x="192307" y="67702"/>
                    <a:pt x="192212" y="66959"/>
                  </a:cubicBezTo>
                  <a:cubicBezTo>
                    <a:pt x="192058" y="66207"/>
                    <a:pt x="191905" y="65455"/>
                    <a:pt x="191747" y="64680"/>
                  </a:cubicBezTo>
                  <a:cubicBezTo>
                    <a:pt x="191256" y="64434"/>
                    <a:pt x="190764" y="64189"/>
                    <a:pt x="190258" y="63936"/>
                  </a:cubicBezTo>
                  <a:cubicBezTo>
                    <a:pt x="189785" y="62196"/>
                    <a:pt x="189499" y="60453"/>
                    <a:pt x="189189" y="58677"/>
                  </a:cubicBezTo>
                  <a:cubicBezTo>
                    <a:pt x="189051" y="58203"/>
                    <a:pt x="188912" y="57728"/>
                    <a:pt x="188770" y="57238"/>
                  </a:cubicBezTo>
                  <a:cubicBezTo>
                    <a:pt x="188279" y="57238"/>
                    <a:pt x="187788" y="57238"/>
                    <a:pt x="187282" y="57238"/>
                  </a:cubicBezTo>
                  <a:cubicBezTo>
                    <a:pt x="187161" y="55737"/>
                    <a:pt x="187040" y="54235"/>
                    <a:pt x="186918" y="52733"/>
                  </a:cubicBezTo>
                  <a:cubicBezTo>
                    <a:pt x="186632" y="50991"/>
                    <a:pt x="186632" y="50991"/>
                    <a:pt x="184305" y="49797"/>
                  </a:cubicBezTo>
                  <a:cubicBezTo>
                    <a:pt x="184033" y="48313"/>
                    <a:pt x="183783" y="46825"/>
                    <a:pt x="183561" y="45332"/>
                  </a:cubicBezTo>
                  <a:cubicBezTo>
                    <a:pt x="183070" y="45087"/>
                    <a:pt x="182579" y="44841"/>
                    <a:pt x="182073" y="44588"/>
                  </a:cubicBezTo>
                  <a:cubicBezTo>
                    <a:pt x="181631" y="42617"/>
                    <a:pt x="181521" y="40650"/>
                    <a:pt x="181329" y="38635"/>
                  </a:cubicBezTo>
                  <a:cubicBezTo>
                    <a:pt x="180592" y="38635"/>
                    <a:pt x="179855" y="38635"/>
                    <a:pt x="179096" y="38635"/>
                  </a:cubicBezTo>
                  <a:cubicBezTo>
                    <a:pt x="179020" y="37914"/>
                    <a:pt x="178943" y="37192"/>
                    <a:pt x="178864" y="36449"/>
                  </a:cubicBezTo>
                  <a:cubicBezTo>
                    <a:pt x="178695" y="35697"/>
                    <a:pt x="178526" y="34945"/>
                    <a:pt x="178352" y="34170"/>
                  </a:cubicBezTo>
                  <a:cubicBezTo>
                    <a:pt x="177615" y="33925"/>
                    <a:pt x="176879" y="33679"/>
                    <a:pt x="176120" y="33426"/>
                  </a:cubicBezTo>
                  <a:cubicBezTo>
                    <a:pt x="175797" y="31452"/>
                    <a:pt x="175797" y="31452"/>
                    <a:pt x="175794" y="29008"/>
                  </a:cubicBezTo>
                  <a:cubicBezTo>
                    <a:pt x="175780" y="28203"/>
                    <a:pt x="175765" y="27398"/>
                    <a:pt x="175751" y="26569"/>
                  </a:cubicBezTo>
                  <a:cubicBezTo>
                    <a:pt x="175872" y="25885"/>
                    <a:pt x="175994" y="25201"/>
                    <a:pt x="176120" y="24496"/>
                  </a:cubicBezTo>
                  <a:cubicBezTo>
                    <a:pt x="177535" y="23610"/>
                    <a:pt x="177535" y="23610"/>
                    <a:pt x="179096" y="23008"/>
                  </a:cubicBezTo>
                  <a:cubicBezTo>
                    <a:pt x="179833" y="21903"/>
                    <a:pt x="179833" y="21903"/>
                    <a:pt x="180585" y="20776"/>
                  </a:cubicBezTo>
                  <a:cubicBezTo>
                    <a:pt x="182032" y="20395"/>
                    <a:pt x="182032" y="20395"/>
                    <a:pt x="183654" y="20264"/>
                  </a:cubicBezTo>
                  <a:cubicBezTo>
                    <a:pt x="184606" y="20187"/>
                    <a:pt x="185557" y="20111"/>
                    <a:pt x="186538" y="20031"/>
                  </a:cubicBezTo>
                  <a:cubicBezTo>
                    <a:pt x="186538" y="19295"/>
                    <a:pt x="186538" y="18558"/>
                    <a:pt x="186538" y="17799"/>
                  </a:cubicBezTo>
                  <a:cubicBezTo>
                    <a:pt x="187013" y="17780"/>
                    <a:pt x="187487" y="17761"/>
                    <a:pt x="187977" y="17741"/>
                  </a:cubicBezTo>
                  <a:cubicBezTo>
                    <a:pt x="188591" y="17699"/>
                    <a:pt x="189206" y="17656"/>
                    <a:pt x="189840" y="17613"/>
                  </a:cubicBezTo>
                  <a:cubicBezTo>
                    <a:pt x="190453" y="17578"/>
                    <a:pt x="191066" y="17544"/>
                    <a:pt x="191697" y="17508"/>
                  </a:cubicBezTo>
                  <a:cubicBezTo>
                    <a:pt x="192205" y="17359"/>
                    <a:pt x="192712" y="17209"/>
                    <a:pt x="193235" y="17055"/>
                  </a:cubicBezTo>
                  <a:cubicBezTo>
                    <a:pt x="193483" y="16063"/>
                    <a:pt x="193732" y="15071"/>
                    <a:pt x="193979" y="14078"/>
                  </a:cubicBezTo>
                  <a:cubicBezTo>
                    <a:pt x="195491" y="13703"/>
                    <a:pt x="195491" y="13703"/>
                    <a:pt x="197328" y="13660"/>
                  </a:cubicBezTo>
                  <a:cubicBezTo>
                    <a:pt x="199120" y="13658"/>
                    <a:pt x="199120" y="13658"/>
                    <a:pt x="200676" y="13334"/>
                  </a:cubicBezTo>
                  <a:cubicBezTo>
                    <a:pt x="200922" y="12597"/>
                    <a:pt x="201168" y="11861"/>
                    <a:pt x="201421" y="11102"/>
                  </a:cubicBezTo>
                  <a:cubicBezTo>
                    <a:pt x="203138" y="10573"/>
                    <a:pt x="204831" y="10348"/>
                    <a:pt x="206606" y="10079"/>
                  </a:cubicBezTo>
                  <a:cubicBezTo>
                    <a:pt x="207105" y="9925"/>
                    <a:pt x="207604" y="9772"/>
                    <a:pt x="208118" y="9613"/>
                  </a:cubicBezTo>
                  <a:cubicBezTo>
                    <a:pt x="208363" y="8877"/>
                    <a:pt x="208609" y="8140"/>
                    <a:pt x="208862" y="7381"/>
                  </a:cubicBezTo>
                  <a:cubicBezTo>
                    <a:pt x="210601" y="7033"/>
                    <a:pt x="212277" y="7006"/>
                    <a:pt x="214048" y="6939"/>
                  </a:cubicBezTo>
                  <a:cubicBezTo>
                    <a:pt x="214546" y="6839"/>
                    <a:pt x="215045" y="6740"/>
                    <a:pt x="215559" y="6637"/>
                  </a:cubicBezTo>
                  <a:cubicBezTo>
                    <a:pt x="215805" y="5900"/>
                    <a:pt x="216050" y="5164"/>
                    <a:pt x="216303" y="4405"/>
                  </a:cubicBezTo>
                  <a:cubicBezTo>
                    <a:pt x="218045" y="4086"/>
                    <a:pt x="219721" y="4077"/>
                    <a:pt x="221489" y="4035"/>
                  </a:cubicBezTo>
                  <a:cubicBezTo>
                    <a:pt x="221988" y="3912"/>
                    <a:pt x="222487" y="3788"/>
                    <a:pt x="223001" y="3660"/>
                  </a:cubicBezTo>
                  <a:cubicBezTo>
                    <a:pt x="223183" y="2916"/>
                    <a:pt x="223183" y="2916"/>
                    <a:pt x="223370" y="2158"/>
                  </a:cubicBezTo>
                  <a:cubicBezTo>
                    <a:pt x="223494" y="1671"/>
                    <a:pt x="223617" y="1185"/>
                    <a:pt x="223745" y="684"/>
                  </a:cubicBezTo>
                  <a:close/>
                </a:path>
              </a:pathLst>
            </a:custGeom>
            <a:grpFill/>
            <a:ln w="744" cap="flat">
              <a:noFill/>
              <a:prstDash val="solid"/>
              <a:miter/>
            </a:ln>
          </p:spPr>
          <p:txBody>
            <a:bodyPr rtlCol="0" anchor="ctr"/>
            <a:lstStyle/>
            <a:p>
              <a:endParaRPr lang="zh-CN" altLang="en-US"/>
            </a:p>
          </p:txBody>
        </p:sp>
        <p:sp>
          <p:nvSpPr>
            <p:cNvPr id="162" name="任意多边形: 形状 161"/>
            <p:cNvSpPr/>
            <p:nvPr/>
          </p:nvSpPr>
          <p:spPr>
            <a:xfrm>
              <a:off x="11424832" y="853353"/>
              <a:ext cx="235345" cy="249440"/>
            </a:xfrm>
            <a:custGeom>
              <a:avLst/>
              <a:gdLst>
                <a:gd name="connsiteX0" fmla="*/ 173171 w 235347"/>
                <a:gd name="connsiteY0" fmla="*/ 64695 h 249432"/>
                <a:gd name="connsiteX1" fmla="*/ 170615 w 235347"/>
                <a:gd name="connsiteY1" fmla="*/ 64699 h 249432"/>
                <a:gd name="connsiteX2" fmla="*/ 166104 w 235347"/>
                <a:gd name="connsiteY2" fmla="*/ 64696 h 249432"/>
                <a:gd name="connsiteX3" fmla="*/ 162786 w 235347"/>
                <a:gd name="connsiteY3" fmla="*/ 64706 h 249432"/>
                <a:gd name="connsiteX4" fmla="*/ 153771 w 235347"/>
                <a:gd name="connsiteY4" fmla="*/ 64713 h 249432"/>
                <a:gd name="connsiteX5" fmla="*/ 144179 w 235347"/>
                <a:gd name="connsiteY5" fmla="*/ 64732 h 249432"/>
                <a:gd name="connsiteX6" fmla="*/ 128142 w 235347"/>
                <a:gd name="connsiteY6" fmla="*/ 64756 h 249432"/>
                <a:gd name="connsiteX7" fmla="*/ 107360 w 235347"/>
                <a:gd name="connsiteY7" fmla="*/ 64794 h 249432"/>
                <a:gd name="connsiteX8" fmla="*/ 89393 w 235347"/>
                <a:gd name="connsiteY8" fmla="*/ 64814 h 249432"/>
                <a:gd name="connsiteX9" fmla="*/ 83644 w 235347"/>
                <a:gd name="connsiteY9" fmla="*/ 64823 h 249432"/>
                <a:gd name="connsiteX10" fmla="*/ 74428 w 235347"/>
                <a:gd name="connsiteY10" fmla="*/ 64841 h 249432"/>
                <a:gd name="connsiteX11" fmla="*/ 71044 w 235347"/>
                <a:gd name="connsiteY11" fmla="*/ 64852 h 249432"/>
                <a:gd name="connsiteX12" fmla="*/ 67809 w 235347"/>
                <a:gd name="connsiteY12" fmla="*/ 64855 h 249432"/>
                <a:gd name="connsiteX13" fmla="*/ 64887 w 235347"/>
                <a:gd name="connsiteY13" fmla="*/ 64867 h 249432"/>
                <a:gd name="connsiteX14" fmla="*/ 59607 w 235347"/>
                <a:gd name="connsiteY14" fmla="*/ 70356 h 249432"/>
                <a:gd name="connsiteX15" fmla="*/ 59612 w 235347"/>
                <a:gd name="connsiteY15" fmla="*/ 72379 h 249432"/>
                <a:gd name="connsiteX16" fmla="*/ 59607 w 235347"/>
                <a:gd name="connsiteY16" fmla="*/ 79072 h 249432"/>
                <a:gd name="connsiteX17" fmla="*/ 59608 w 235347"/>
                <a:gd name="connsiteY17" fmla="*/ 83874 h 249432"/>
                <a:gd name="connsiteX18" fmla="*/ 59608 w 235347"/>
                <a:gd name="connsiteY18" fmla="*/ 93857 h 249432"/>
                <a:gd name="connsiteX19" fmla="*/ 59611 w 235347"/>
                <a:gd name="connsiteY19" fmla="*/ 106875 h 249432"/>
                <a:gd name="connsiteX20" fmla="*/ 59607 w 235347"/>
                <a:gd name="connsiteY20" fmla="*/ 117007 h 249432"/>
                <a:gd name="connsiteX21" fmla="*/ 59609 w 235347"/>
                <a:gd name="connsiteY21" fmla="*/ 121843 h 249432"/>
                <a:gd name="connsiteX22" fmla="*/ 59608 w 235347"/>
                <a:gd name="connsiteY22" fmla="*/ 128814 h 249432"/>
                <a:gd name="connsiteX23" fmla="*/ 59612 w 235347"/>
                <a:gd name="connsiteY23" fmla="*/ 130946 h 249432"/>
                <a:gd name="connsiteX24" fmla="*/ 59607 w 235347"/>
                <a:gd name="connsiteY24" fmla="*/ 132955 h 249432"/>
                <a:gd name="connsiteX25" fmla="*/ 59613 w 235347"/>
                <a:gd name="connsiteY25" fmla="*/ 134805 h 249432"/>
                <a:gd name="connsiteX26" fmla="*/ 59614 w 235347"/>
                <a:gd name="connsiteY26" fmla="*/ 136406 h 249432"/>
                <a:gd name="connsiteX27" fmla="*/ 59708 w 235347"/>
                <a:gd name="connsiteY27" fmla="*/ 137898 h 249432"/>
                <a:gd name="connsiteX28" fmla="*/ 60452 w 235347"/>
                <a:gd name="connsiteY28" fmla="*/ 140874 h 249432"/>
                <a:gd name="connsiteX29" fmla="*/ 62333 w 235347"/>
                <a:gd name="connsiteY29" fmla="*/ 141241 h 249432"/>
                <a:gd name="connsiteX30" fmla="*/ 64892 w 235347"/>
                <a:gd name="connsiteY30" fmla="*/ 141232 h 249432"/>
                <a:gd name="connsiteX31" fmla="*/ 69408 w 235347"/>
                <a:gd name="connsiteY31" fmla="*/ 141229 h 249432"/>
                <a:gd name="connsiteX32" fmla="*/ 72730 w 235347"/>
                <a:gd name="connsiteY32" fmla="*/ 141211 h 249432"/>
                <a:gd name="connsiteX33" fmla="*/ 81754 w 235347"/>
                <a:gd name="connsiteY33" fmla="*/ 141189 h 249432"/>
                <a:gd name="connsiteX34" fmla="*/ 91353 w 235347"/>
                <a:gd name="connsiteY34" fmla="*/ 141154 h 249432"/>
                <a:gd name="connsiteX35" fmla="*/ 109470 w 235347"/>
                <a:gd name="connsiteY35" fmla="*/ 141099 h 249432"/>
                <a:gd name="connsiteX36" fmla="*/ 130263 w 235347"/>
                <a:gd name="connsiteY36" fmla="*/ 141029 h 249432"/>
                <a:gd name="connsiteX37" fmla="*/ 175050 w 235347"/>
                <a:gd name="connsiteY37" fmla="*/ 140874 h 249432"/>
                <a:gd name="connsiteX38" fmla="*/ 175351 w 235347"/>
                <a:gd name="connsiteY38" fmla="*/ 114796 h 249432"/>
                <a:gd name="connsiteX39" fmla="*/ 175500 w 235347"/>
                <a:gd name="connsiteY39" fmla="*/ 101508 h 249432"/>
                <a:gd name="connsiteX40" fmla="*/ 175651 w 235347"/>
                <a:gd name="connsiteY40" fmla="*/ 88483 h 249432"/>
                <a:gd name="connsiteX41" fmla="*/ 175704 w 235347"/>
                <a:gd name="connsiteY41" fmla="*/ 83538 h 249432"/>
                <a:gd name="connsiteX42" fmla="*/ 175788 w 235347"/>
                <a:gd name="connsiteY42" fmla="*/ 76399 h 249432"/>
                <a:gd name="connsiteX43" fmla="*/ 175810 w 235347"/>
                <a:gd name="connsiteY43" fmla="*/ 74220 h 249432"/>
                <a:gd name="connsiteX44" fmla="*/ 175839 w 235347"/>
                <a:gd name="connsiteY44" fmla="*/ 72157 h 249432"/>
                <a:gd name="connsiteX45" fmla="*/ 175855 w 235347"/>
                <a:gd name="connsiteY45" fmla="*/ 70270 h 249432"/>
                <a:gd name="connsiteX46" fmla="*/ 175050 w 235347"/>
                <a:gd name="connsiteY46" fmla="*/ 64972 h 249432"/>
                <a:gd name="connsiteX47" fmla="*/ 173171 w 235347"/>
                <a:gd name="connsiteY47" fmla="*/ 64695 h 249432"/>
                <a:gd name="connsiteX48" fmla="*/ 191172 w 235347"/>
                <a:gd name="connsiteY48" fmla="*/ 43 h 249432"/>
                <a:gd name="connsiteX49" fmla="*/ 207833 w 235347"/>
                <a:gd name="connsiteY49" fmla="*/ 45 h 249432"/>
                <a:gd name="connsiteX50" fmla="*/ 216342 w 235347"/>
                <a:gd name="connsiteY50" fmla="*/ 46 h 249432"/>
                <a:gd name="connsiteX51" fmla="*/ 225545 w 235347"/>
                <a:gd name="connsiteY51" fmla="*/ 50 h 249432"/>
                <a:gd name="connsiteX52" fmla="*/ 228292 w 235347"/>
                <a:gd name="connsiteY52" fmla="*/ 45 h 249432"/>
                <a:gd name="connsiteX53" fmla="*/ 230762 w 235347"/>
                <a:gd name="connsiteY53" fmla="*/ 51 h 249432"/>
                <a:gd name="connsiteX54" fmla="*/ 232911 w 235347"/>
                <a:gd name="connsiteY54" fmla="*/ 51 h 249432"/>
                <a:gd name="connsiteX55" fmla="*/ 235245 w 235347"/>
                <a:gd name="connsiteY55" fmla="*/ 889 h 249432"/>
                <a:gd name="connsiteX56" fmla="*/ 235338 w 235347"/>
                <a:gd name="connsiteY56" fmla="*/ 4162 h 249432"/>
                <a:gd name="connsiteX57" fmla="*/ 235344 w 235347"/>
                <a:gd name="connsiteY57" fmla="*/ 6318 h 249432"/>
                <a:gd name="connsiteX58" fmla="*/ 235339 w 235347"/>
                <a:gd name="connsiteY58" fmla="*/ 8714 h 249432"/>
                <a:gd name="connsiteX59" fmla="*/ 235343 w 235347"/>
                <a:gd name="connsiteY59" fmla="*/ 11237 h 249432"/>
                <a:gd name="connsiteX60" fmla="*/ 235341 w 235347"/>
                <a:gd name="connsiteY60" fmla="*/ 19678 h 249432"/>
                <a:gd name="connsiteX61" fmla="*/ 235345 w 235347"/>
                <a:gd name="connsiteY61" fmla="*/ 25701 h 249432"/>
                <a:gd name="connsiteX62" fmla="*/ 235345 w 235347"/>
                <a:gd name="connsiteY62" fmla="*/ 40404 h 249432"/>
                <a:gd name="connsiteX63" fmla="*/ 235344 w 235347"/>
                <a:gd name="connsiteY63" fmla="*/ 52349 h 249432"/>
                <a:gd name="connsiteX64" fmla="*/ 235344 w 235347"/>
                <a:gd name="connsiteY64" fmla="*/ 54063 h 249432"/>
                <a:gd name="connsiteX65" fmla="*/ 235345 w 235347"/>
                <a:gd name="connsiteY65" fmla="*/ 57509 h 249432"/>
                <a:gd name="connsiteX66" fmla="*/ 235341 w 235347"/>
                <a:gd name="connsiteY66" fmla="*/ 89863 h 249432"/>
                <a:gd name="connsiteX67" fmla="*/ 235342 w 235347"/>
                <a:gd name="connsiteY67" fmla="*/ 117655 h 249432"/>
                <a:gd name="connsiteX68" fmla="*/ 235345 w 235347"/>
                <a:gd name="connsiteY68" fmla="*/ 149889 h 249432"/>
                <a:gd name="connsiteX69" fmla="*/ 235344 w 235347"/>
                <a:gd name="connsiteY69" fmla="*/ 153323 h 249432"/>
                <a:gd name="connsiteX70" fmla="*/ 235344 w 235347"/>
                <a:gd name="connsiteY70" fmla="*/ 155030 h 249432"/>
                <a:gd name="connsiteX71" fmla="*/ 235346 w 235347"/>
                <a:gd name="connsiteY71" fmla="*/ 166967 h 249432"/>
                <a:gd name="connsiteX72" fmla="*/ 235344 w 235347"/>
                <a:gd name="connsiteY72" fmla="*/ 181504 h 249432"/>
                <a:gd name="connsiteX73" fmla="*/ 235343 w 235347"/>
                <a:gd name="connsiteY73" fmla="*/ 188928 h 249432"/>
                <a:gd name="connsiteX74" fmla="*/ 235339 w 235347"/>
                <a:gd name="connsiteY74" fmla="*/ 196958 h 249432"/>
                <a:gd name="connsiteX75" fmla="*/ 235344 w 235347"/>
                <a:gd name="connsiteY75" fmla="*/ 199354 h 249432"/>
                <a:gd name="connsiteX76" fmla="*/ 235338 w 235347"/>
                <a:gd name="connsiteY76" fmla="*/ 201509 h 249432"/>
                <a:gd name="connsiteX77" fmla="*/ 235338 w 235347"/>
                <a:gd name="connsiteY77" fmla="*/ 203384 h 249432"/>
                <a:gd name="connsiteX78" fmla="*/ 234500 w 235347"/>
                <a:gd name="connsiteY78" fmla="*/ 205527 h 249432"/>
                <a:gd name="connsiteX79" fmla="*/ 227800 w 235347"/>
                <a:gd name="connsiteY79" fmla="*/ 205617 h 249432"/>
                <a:gd name="connsiteX80" fmla="*/ 225644 w 235347"/>
                <a:gd name="connsiteY80" fmla="*/ 205619 h 249432"/>
                <a:gd name="connsiteX81" fmla="*/ 218431 w 235347"/>
                <a:gd name="connsiteY81" fmla="*/ 205612 h 249432"/>
                <a:gd name="connsiteX82" fmla="*/ 213284 w 235347"/>
                <a:gd name="connsiteY82" fmla="*/ 205612 h 249432"/>
                <a:gd name="connsiteX83" fmla="*/ 199263 w 235347"/>
                <a:gd name="connsiteY83" fmla="*/ 205603 h 249432"/>
                <a:gd name="connsiteX84" fmla="*/ 184628 w 235347"/>
                <a:gd name="connsiteY84" fmla="*/ 205597 h 249432"/>
                <a:gd name="connsiteX85" fmla="*/ 160048 w 235347"/>
                <a:gd name="connsiteY85" fmla="*/ 205583 h 249432"/>
                <a:gd name="connsiteX86" fmla="*/ 134726 w 235347"/>
                <a:gd name="connsiteY86" fmla="*/ 205568 h 249432"/>
                <a:gd name="connsiteX87" fmla="*/ 133151 w 235347"/>
                <a:gd name="connsiteY87" fmla="*/ 205568 h 249432"/>
                <a:gd name="connsiteX88" fmla="*/ 125326 w 235347"/>
                <a:gd name="connsiteY88" fmla="*/ 205565 h 249432"/>
                <a:gd name="connsiteX89" fmla="*/ 60371 w 235347"/>
                <a:gd name="connsiteY89" fmla="*/ 205527 h 249432"/>
                <a:gd name="connsiteX90" fmla="*/ 60371 w 235347"/>
                <a:gd name="connsiteY90" fmla="*/ 249432 h 249432"/>
                <a:gd name="connsiteX91" fmla="*/ 96 w 235347"/>
                <a:gd name="connsiteY91" fmla="*/ 249432 h 249432"/>
                <a:gd name="connsiteX92" fmla="*/ 58 w 235347"/>
                <a:gd name="connsiteY92" fmla="*/ 154481 h 249432"/>
                <a:gd name="connsiteX93" fmla="*/ 55 w 235347"/>
                <a:gd name="connsiteY93" fmla="*/ 143283 h 249432"/>
                <a:gd name="connsiteX94" fmla="*/ 55 w 235347"/>
                <a:gd name="connsiteY94" fmla="*/ 141032 h 249432"/>
                <a:gd name="connsiteX95" fmla="*/ 39 w 235347"/>
                <a:gd name="connsiteY95" fmla="*/ 104885 h 249432"/>
                <a:gd name="connsiteX96" fmla="*/ 26 w 235347"/>
                <a:gd name="connsiteY96" fmla="*/ 67825 h 249432"/>
                <a:gd name="connsiteX97" fmla="*/ 16 w 235347"/>
                <a:gd name="connsiteY97" fmla="*/ 44937 h 249432"/>
                <a:gd name="connsiteX98" fmla="*/ 12 w 235347"/>
                <a:gd name="connsiteY98" fmla="*/ 29265 h 249432"/>
                <a:gd name="connsiteX99" fmla="*/ 7 w 235347"/>
                <a:gd name="connsiteY99" fmla="*/ 20208 h 249432"/>
                <a:gd name="connsiteX100" fmla="*/ 6 w 235347"/>
                <a:gd name="connsiteY100" fmla="*/ 11931 h 249432"/>
                <a:gd name="connsiteX101" fmla="*/ 0 w 235347"/>
                <a:gd name="connsiteY101" fmla="*/ 7490 h 249432"/>
                <a:gd name="connsiteX102" fmla="*/ 5 w 235347"/>
                <a:gd name="connsiteY102" fmla="*/ 4862 h 249432"/>
                <a:gd name="connsiteX103" fmla="*/ 4 w 235347"/>
                <a:gd name="connsiteY103" fmla="*/ 2575 h 249432"/>
                <a:gd name="connsiteX104" fmla="*/ 4579 w 235347"/>
                <a:gd name="connsiteY104" fmla="*/ 51 h 249432"/>
                <a:gd name="connsiteX105" fmla="*/ 7048 w 235347"/>
                <a:gd name="connsiteY105" fmla="*/ 45 h 249432"/>
                <a:gd name="connsiteX106" fmla="*/ 9795 w 235347"/>
                <a:gd name="connsiteY106" fmla="*/ 50 h 249432"/>
                <a:gd name="connsiteX107" fmla="*/ 12687 w 235347"/>
                <a:gd name="connsiteY107" fmla="*/ 46 h 249432"/>
                <a:gd name="connsiteX108" fmla="*/ 20670 w 235347"/>
                <a:gd name="connsiteY108" fmla="*/ 47 h 249432"/>
                <a:gd name="connsiteX109" fmla="*/ 29265 w 235347"/>
                <a:gd name="connsiteY109" fmla="*/ 44 h 249432"/>
                <a:gd name="connsiteX110" fmla="*/ 46117 w 235347"/>
                <a:gd name="connsiteY110" fmla="*/ 44 h 249432"/>
                <a:gd name="connsiteX111" fmla="*/ 59807 w 235347"/>
                <a:gd name="connsiteY111" fmla="*/ 45 h 249432"/>
                <a:gd name="connsiteX112" fmla="*/ 61771 w 235347"/>
                <a:gd name="connsiteY112" fmla="*/ 45 h 249432"/>
                <a:gd name="connsiteX113" fmla="*/ 65721 w 235347"/>
                <a:gd name="connsiteY113" fmla="*/ 44 h 249432"/>
                <a:gd name="connsiteX114" fmla="*/ 102802 w 235347"/>
                <a:gd name="connsiteY114" fmla="*/ 48 h 249432"/>
                <a:gd name="connsiteX115" fmla="*/ 134655 w 235347"/>
                <a:gd name="connsiteY115" fmla="*/ 47 h 249432"/>
                <a:gd name="connsiteX116" fmla="*/ 171598 w 235347"/>
                <a:gd name="connsiteY116" fmla="*/ 44 h 249432"/>
                <a:gd name="connsiteX117" fmla="*/ 175534 w 235347"/>
                <a:gd name="connsiteY117" fmla="*/ 45 h 249432"/>
                <a:gd name="connsiteX118" fmla="*/ 177490 w 235347"/>
                <a:gd name="connsiteY118" fmla="*/ 45 h 249432"/>
                <a:gd name="connsiteX119" fmla="*/ 191172 w 235347"/>
                <a:gd name="connsiteY119" fmla="*/ 43 h 24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35347" h="249432">
                  <a:moveTo>
                    <a:pt x="173171" y="64695"/>
                  </a:moveTo>
                  <a:cubicBezTo>
                    <a:pt x="172302" y="64696"/>
                    <a:pt x="171458" y="64697"/>
                    <a:pt x="170615" y="64699"/>
                  </a:cubicBezTo>
                  <a:cubicBezTo>
                    <a:pt x="169111" y="64692"/>
                    <a:pt x="167608" y="64686"/>
                    <a:pt x="166104" y="64696"/>
                  </a:cubicBezTo>
                  <a:cubicBezTo>
                    <a:pt x="164998" y="64703"/>
                    <a:pt x="163892" y="64706"/>
                    <a:pt x="162786" y="64706"/>
                  </a:cubicBezTo>
                  <a:cubicBezTo>
                    <a:pt x="159781" y="64699"/>
                    <a:pt x="156776" y="64701"/>
                    <a:pt x="153771" y="64713"/>
                  </a:cubicBezTo>
                  <a:cubicBezTo>
                    <a:pt x="150574" y="64726"/>
                    <a:pt x="147377" y="64731"/>
                    <a:pt x="144179" y="64732"/>
                  </a:cubicBezTo>
                  <a:cubicBezTo>
                    <a:pt x="138834" y="64733"/>
                    <a:pt x="133488" y="64740"/>
                    <a:pt x="128142" y="64756"/>
                  </a:cubicBezTo>
                  <a:cubicBezTo>
                    <a:pt x="121215" y="64778"/>
                    <a:pt x="114287" y="64791"/>
                    <a:pt x="107360" y="64794"/>
                  </a:cubicBezTo>
                  <a:cubicBezTo>
                    <a:pt x="101371" y="64797"/>
                    <a:pt x="95382" y="64804"/>
                    <a:pt x="89393" y="64814"/>
                  </a:cubicBezTo>
                  <a:cubicBezTo>
                    <a:pt x="87477" y="64818"/>
                    <a:pt x="85560" y="64821"/>
                    <a:pt x="83644" y="64823"/>
                  </a:cubicBezTo>
                  <a:cubicBezTo>
                    <a:pt x="80572" y="64826"/>
                    <a:pt x="77500" y="64831"/>
                    <a:pt x="74428" y="64841"/>
                  </a:cubicBezTo>
                  <a:cubicBezTo>
                    <a:pt x="73300" y="64845"/>
                    <a:pt x="72172" y="64849"/>
                    <a:pt x="71044" y="64852"/>
                  </a:cubicBezTo>
                  <a:cubicBezTo>
                    <a:pt x="69966" y="64853"/>
                    <a:pt x="68887" y="64854"/>
                    <a:pt x="67809" y="64855"/>
                  </a:cubicBezTo>
                  <a:cubicBezTo>
                    <a:pt x="66333" y="64861"/>
                    <a:pt x="66333" y="64861"/>
                    <a:pt x="64887" y="64867"/>
                  </a:cubicBezTo>
                  <a:cubicBezTo>
                    <a:pt x="59678" y="64881"/>
                    <a:pt x="59625" y="65085"/>
                    <a:pt x="59607" y="70356"/>
                  </a:cubicBezTo>
                  <a:cubicBezTo>
                    <a:pt x="59609" y="71044"/>
                    <a:pt x="59610" y="71712"/>
                    <a:pt x="59612" y="72379"/>
                  </a:cubicBezTo>
                  <a:cubicBezTo>
                    <a:pt x="59608" y="74610"/>
                    <a:pt x="59605" y="76841"/>
                    <a:pt x="59607" y="79072"/>
                  </a:cubicBezTo>
                  <a:cubicBezTo>
                    <a:pt x="59608" y="80672"/>
                    <a:pt x="59609" y="82273"/>
                    <a:pt x="59608" y="83874"/>
                  </a:cubicBezTo>
                  <a:cubicBezTo>
                    <a:pt x="59606" y="87201"/>
                    <a:pt x="59606" y="90529"/>
                    <a:pt x="59608" y="93857"/>
                  </a:cubicBezTo>
                  <a:cubicBezTo>
                    <a:pt x="59613" y="98196"/>
                    <a:pt x="59615" y="102535"/>
                    <a:pt x="59611" y="106875"/>
                  </a:cubicBezTo>
                  <a:cubicBezTo>
                    <a:pt x="59607" y="110252"/>
                    <a:pt x="59606" y="113629"/>
                    <a:pt x="59607" y="117007"/>
                  </a:cubicBezTo>
                  <a:cubicBezTo>
                    <a:pt x="59608" y="118619"/>
                    <a:pt x="59609" y="120231"/>
                    <a:pt x="59609" y="121843"/>
                  </a:cubicBezTo>
                  <a:cubicBezTo>
                    <a:pt x="59607" y="124167"/>
                    <a:pt x="59604" y="126491"/>
                    <a:pt x="59608" y="128814"/>
                  </a:cubicBezTo>
                  <a:cubicBezTo>
                    <a:pt x="59609" y="129539"/>
                    <a:pt x="59610" y="130242"/>
                    <a:pt x="59612" y="130946"/>
                  </a:cubicBezTo>
                  <a:cubicBezTo>
                    <a:pt x="59609" y="131960"/>
                    <a:pt x="59609" y="131960"/>
                    <a:pt x="59607" y="132955"/>
                  </a:cubicBezTo>
                  <a:cubicBezTo>
                    <a:pt x="59609" y="133584"/>
                    <a:pt x="59611" y="134194"/>
                    <a:pt x="59613" y="134805"/>
                  </a:cubicBezTo>
                  <a:cubicBezTo>
                    <a:pt x="59614" y="135349"/>
                    <a:pt x="59614" y="135878"/>
                    <a:pt x="59614" y="136406"/>
                  </a:cubicBezTo>
                  <a:cubicBezTo>
                    <a:pt x="59646" y="136913"/>
                    <a:pt x="59677" y="137406"/>
                    <a:pt x="59708" y="137898"/>
                  </a:cubicBezTo>
                  <a:cubicBezTo>
                    <a:pt x="59808" y="139557"/>
                    <a:pt x="59808" y="139557"/>
                    <a:pt x="60452" y="140874"/>
                  </a:cubicBezTo>
                  <a:cubicBezTo>
                    <a:pt x="61092" y="140999"/>
                    <a:pt x="61713" y="141120"/>
                    <a:pt x="62333" y="141241"/>
                  </a:cubicBezTo>
                  <a:cubicBezTo>
                    <a:pt x="63626" y="141236"/>
                    <a:pt x="63626" y="141236"/>
                    <a:pt x="64892" y="141232"/>
                  </a:cubicBezTo>
                  <a:cubicBezTo>
                    <a:pt x="66397" y="141239"/>
                    <a:pt x="67903" y="141244"/>
                    <a:pt x="69408" y="141229"/>
                  </a:cubicBezTo>
                  <a:cubicBezTo>
                    <a:pt x="70515" y="141218"/>
                    <a:pt x="71622" y="141212"/>
                    <a:pt x="72730" y="141211"/>
                  </a:cubicBezTo>
                  <a:cubicBezTo>
                    <a:pt x="75738" y="141215"/>
                    <a:pt x="78746" y="141209"/>
                    <a:pt x="81754" y="141189"/>
                  </a:cubicBezTo>
                  <a:cubicBezTo>
                    <a:pt x="84953" y="141167"/>
                    <a:pt x="88153" y="141158"/>
                    <a:pt x="91353" y="141154"/>
                  </a:cubicBezTo>
                  <a:cubicBezTo>
                    <a:pt x="97392" y="141148"/>
                    <a:pt x="103431" y="141128"/>
                    <a:pt x="109470" y="141099"/>
                  </a:cubicBezTo>
                  <a:cubicBezTo>
                    <a:pt x="116401" y="141065"/>
                    <a:pt x="123332" y="141044"/>
                    <a:pt x="130263" y="141029"/>
                  </a:cubicBezTo>
                  <a:cubicBezTo>
                    <a:pt x="145192" y="140996"/>
                    <a:pt x="160121" y="140944"/>
                    <a:pt x="175050" y="140874"/>
                  </a:cubicBezTo>
                  <a:cubicBezTo>
                    <a:pt x="175154" y="132182"/>
                    <a:pt x="175255" y="123489"/>
                    <a:pt x="175351" y="114796"/>
                  </a:cubicBezTo>
                  <a:cubicBezTo>
                    <a:pt x="175399" y="110367"/>
                    <a:pt x="175447" y="105937"/>
                    <a:pt x="175500" y="101508"/>
                  </a:cubicBezTo>
                  <a:cubicBezTo>
                    <a:pt x="175552" y="97167"/>
                    <a:pt x="175604" y="92825"/>
                    <a:pt x="175651" y="88483"/>
                  </a:cubicBezTo>
                  <a:cubicBezTo>
                    <a:pt x="175668" y="86835"/>
                    <a:pt x="175686" y="85186"/>
                    <a:pt x="175704" y="83538"/>
                  </a:cubicBezTo>
                  <a:cubicBezTo>
                    <a:pt x="175734" y="81158"/>
                    <a:pt x="175764" y="78779"/>
                    <a:pt x="175788" y="76399"/>
                  </a:cubicBezTo>
                  <a:cubicBezTo>
                    <a:pt x="175796" y="75658"/>
                    <a:pt x="175803" y="74939"/>
                    <a:pt x="175810" y="74220"/>
                  </a:cubicBezTo>
                  <a:cubicBezTo>
                    <a:pt x="175820" y="73519"/>
                    <a:pt x="175830" y="72838"/>
                    <a:pt x="175839" y="72157"/>
                  </a:cubicBezTo>
                  <a:cubicBezTo>
                    <a:pt x="175845" y="71516"/>
                    <a:pt x="175850" y="70893"/>
                    <a:pt x="175855" y="70270"/>
                  </a:cubicBezTo>
                  <a:cubicBezTo>
                    <a:pt x="175879" y="68166"/>
                    <a:pt x="175733" y="67021"/>
                    <a:pt x="175050" y="64972"/>
                  </a:cubicBezTo>
                  <a:cubicBezTo>
                    <a:pt x="174411" y="64878"/>
                    <a:pt x="173791" y="64787"/>
                    <a:pt x="173171" y="64695"/>
                  </a:cubicBezTo>
                  <a:close/>
                  <a:moveTo>
                    <a:pt x="191172" y="43"/>
                  </a:moveTo>
                  <a:cubicBezTo>
                    <a:pt x="196725" y="41"/>
                    <a:pt x="202279" y="42"/>
                    <a:pt x="207833" y="45"/>
                  </a:cubicBezTo>
                  <a:cubicBezTo>
                    <a:pt x="210669" y="47"/>
                    <a:pt x="213506" y="48"/>
                    <a:pt x="216342" y="46"/>
                  </a:cubicBezTo>
                  <a:cubicBezTo>
                    <a:pt x="219410" y="43"/>
                    <a:pt x="222478" y="46"/>
                    <a:pt x="225545" y="50"/>
                  </a:cubicBezTo>
                  <a:cubicBezTo>
                    <a:pt x="226452" y="48"/>
                    <a:pt x="227358" y="47"/>
                    <a:pt x="228292" y="45"/>
                  </a:cubicBezTo>
                  <a:cubicBezTo>
                    <a:pt x="229107" y="47"/>
                    <a:pt x="229922" y="49"/>
                    <a:pt x="230762" y="51"/>
                  </a:cubicBezTo>
                  <a:cubicBezTo>
                    <a:pt x="231825" y="51"/>
                    <a:pt x="231825" y="51"/>
                    <a:pt x="232911" y="51"/>
                  </a:cubicBezTo>
                  <a:cubicBezTo>
                    <a:pt x="234500" y="144"/>
                    <a:pt x="234500" y="144"/>
                    <a:pt x="235245" y="889"/>
                  </a:cubicBezTo>
                  <a:cubicBezTo>
                    <a:pt x="235317" y="1978"/>
                    <a:pt x="235338" y="3071"/>
                    <a:pt x="235338" y="4162"/>
                  </a:cubicBezTo>
                  <a:cubicBezTo>
                    <a:pt x="235341" y="5229"/>
                    <a:pt x="235341" y="5229"/>
                    <a:pt x="235344" y="6318"/>
                  </a:cubicBezTo>
                  <a:cubicBezTo>
                    <a:pt x="235342" y="7504"/>
                    <a:pt x="235342" y="7504"/>
                    <a:pt x="235339" y="8714"/>
                  </a:cubicBezTo>
                  <a:cubicBezTo>
                    <a:pt x="235340" y="9546"/>
                    <a:pt x="235341" y="10379"/>
                    <a:pt x="235343" y="11237"/>
                  </a:cubicBezTo>
                  <a:cubicBezTo>
                    <a:pt x="235346" y="14051"/>
                    <a:pt x="235343" y="16864"/>
                    <a:pt x="235341" y="19678"/>
                  </a:cubicBezTo>
                  <a:cubicBezTo>
                    <a:pt x="235342" y="21686"/>
                    <a:pt x="235343" y="23694"/>
                    <a:pt x="235345" y="25701"/>
                  </a:cubicBezTo>
                  <a:cubicBezTo>
                    <a:pt x="235348" y="30602"/>
                    <a:pt x="235347" y="35503"/>
                    <a:pt x="235345" y="40404"/>
                  </a:cubicBezTo>
                  <a:cubicBezTo>
                    <a:pt x="235344" y="44386"/>
                    <a:pt x="235343" y="48367"/>
                    <a:pt x="235344" y="52349"/>
                  </a:cubicBezTo>
                  <a:cubicBezTo>
                    <a:pt x="235344" y="52914"/>
                    <a:pt x="235344" y="53480"/>
                    <a:pt x="235344" y="54063"/>
                  </a:cubicBezTo>
                  <a:cubicBezTo>
                    <a:pt x="235345" y="55211"/>
                    <a:pt x="235345" y="56360"/>
                    <a:pt x="235345" y="57509"/>
                  </a:cubicBezTo>
                  <a:cubicBezTo>
                    <a:pt x="235347" y="68294"/>
                    <a:pt x="235345" y="79078"/>
                    <a:pt x="235341" y="89863"/>
                  </a:cubicBezTo>
                  <a:cubicBezTo>
                    <a:pt x="235338" y="99127"/>
                    <a:pt x="235338" y="108391"/>
                    <a:pt x="235342" y="117655"/>
                  </a:cubicBezTo>
                  <a:cubicBezTo>
                    <a:pt x="235346" y="128399"/>
                    <a:pt x="235347" y="139144"/>
                    <a:pt x="235345" y="149889"/>
                  </a:cubicBezTo>
                  <a:cubicBezTo>
                    <a:pt x="235345" y="151034"/>
                    <a:pt x="235344" y="152178"/>
                    <a:pt x="235344" y="153323"/>
                  </a:cubicBezTo>
                  <a:cubicBezTo>
                    <a:pt x="235344" y="153886"/>
                    <a:pt x="235344" y="154449"/>
                    <a:pt x="235344" y="155030"/>
                  </a:cubicBezTo>
                  <a:cubicBezTo>
                    <a:pt x="235343" y="159009"/>
                    <a:pt x="235344" y="162988"/>
                    <a:pt x="235346" y="166967"/>
                  </a:cubicBezTo>
                  <a:cubicBezTo>
                    <a:pt x="235348" y="171812"/>
                    <a:pt x="235347" y="176658"/>
                    <a:pt x="235344" y="181504"/>
                  </a:cubicBezTo>
                  <a:cubicBezTo>
                    <a:pt x="235342" y="183979"/>
                    <a:pt x="235341" y="186453"/>
                    <a:pt x="235343" y="188928"/>
                  </a:cubicBezTo>
                  <a:cubicBezTo>
                    <a:pt x="235345" y="191605"/>
                    <a:pt x="235343" y="194281"/>
                    <a:pt x="235339" y="196958"/>
                  </a:cubicBezTo>
                  <a:cubicBezTo>
                    <a:pt x="235341" y="197749"/>
                    <a:pt x="235342" y="198539"/>
                    <a:pt x="235344" y="199354"/>
                  </a:cubicBezTo>
                  <a:cubicBezTo>
                    <a:pt x="235342" y="200065"/>
                    <a:pt x="235340" y="200776"/>
                    <a:pt x="235338" y="201509"/>
                  </a:cubicBezTo>
                  <a:cubicBezTo>
                    <a:pt x="235338" y="202128"/>
                    <a:pt x="235338" y="202747"/>
                    <a:pt x="235338" y="203384"/>
                  </a:cubicBezTo>
                  <a:cubicBezTo>
                    <a:pt x="235245" y="204783"/>
                    <a:pt x="235245" y="204783"/>
                    <a:pt x="234500" y="205527"/>
                  </a:cubicBezTo>
                  <a:cubicBezTo>
                    <a:pt x="232261" y="205600"/>
                    <a:pt x="230040" y="205624"/>
                    <a:pt x="227800" y="205617"/>
                  </a:cubicBezTo>
                  <a:cubicBezTo>
                    <a:pt x="226733" y="205618"/>
                    <a:pt x="226733" y="205618"/>
                    <a:pt x="225644" y="205619"/>
                  </a:cubicBezTo>
                  <a:cubicBezTo>
                    <a:pt x="223240" y="205620"/>
                    <a:pt x="220835" y="205616"/>
                    <a:pt x="218431" y="205612"/>
                  </a:cubicBezTo>
                  <a:cubicBezTo>
                    <a:pt x="216716" y="205612"/>
                    <a:pt x="215000" y="205612"/>
                    <a:pt x="213284" y="205612"/>
                  </a:cubicBezTo>
                  <a:cubicBezTo>
                    <a:pt x="208611" y="205612"/>
                    <a:pt x="203937" y="205608"/>
                    <a:pt x="199263" y="205603"/>
                  </a:cubicBezTo>
                  <a:cubicBezTo>
                    <a:pt x="194385" y="205598"/>
                    <a:pt x="189507" y="205598"/>
                    <a:pt x="184628" y="205597"/>
                  </a:cubicBezTo>
                  <a:cubicBezTo>
                    <a:pt x="176435" y="205595"/>
                    <a:pt x="168242" y="205590"/>
                    <a:pt x="160048" y="205583"/>
                  </a:cubicBezTo>
                  <a:cubicBezTo>
                    <a:pt x="151608" y="205577"/>
                    <a:pt x="143167" y="205571"/>
                    <a:pt x="134726" y="205568"/>
                  </a:cubicBezTo>
                  <a:cubicBezTo>
                    <a:pt x="134207" y="205568"/>
                    <a:pt x="133687" y="205568"/>
                    <a:pt x="133151" y="205568"/>
                  </a:cubicBezTo>
                  <a:cubicBezTo>
                    <a:pt x="130543" y="205567"/>
                    <a:pt x="127935" y="205566"/>
                    <a:pt x="125326" y="205565"/>
                  </a:cubicBezTo>
                  <a:cubicBezTo>
                    <a:pt x="103675" y="205557"/>
                    <a:pt x="82023" y="205543"/>
                    <a:pt x="60371" y="205527"/>
                  </a:cubicBezTo>
                  <a:cubicBezTo>
                    <a:pt x="60371" y="220016"/>
                    <a:pt x="60371" y="234504"/>
                    <a:pt x="60371" y="249432"/>
                  </a:cubicBezTo>
                  <a:cubicBezTo>
                    <a:pt x="40481" y="249432"/>
                    <a:pt x="20590" y="249432"/>
                    <a:pt x="96" y="249432"/>
                  </a:cubicBezTo>
                  <a:cubicBezTo>
                    <a:pt x="80" y="217781"/>
                    <a:pt x="66" y="186131"/>
                    <a:pt x="58" y="154481"/>
                  </a:cubicBezTo>
                  <a:cubicBezTo>
                    <a:pt x="57" y="150748"/>
                    <a:pt x="56" y="147016"/>
                    <a:pt x="55" y="143283"/>
                  </a:cubicBezTo>
                  <a:cubicBezTo>
                    <a:pt x="55" y="142540"/>
                    <a:pt x="55" y="141797"/>
                    <a:pt x="55" y="141032"/>
                  </a:cubicBezTo>
                  <a:cubicBezTo>
                    <a:pt x="51" y="128983"/>
                    <a:pt x="45" y="116934"/>
                    <a:pt x="39" y="104885"/>
                  </a:cubicBezTo>
                  <a:cubicBezTo>
                    <a:pt x="32" y="92532"/>
                    <a:pt x="28" y="80178"/>
                    <a:pt x="26" y="67825"/>
                  </a:cubicBezTo>
                  <a:cubicBezTo>
                    <a:pt x="25" y="60196"/>
                    <a:pt x="22" y="52566"/>
                    <a:pt x="16" y="44937"/>
                  </a:cubicBezTo>
                  <a:cubicBezTo>
                    <a:pt x="12" y="39713"/>
                    <a:pt x="11" y="34489"/>
                    <a:pt x="12" y="29265"/>
                  </a:cubicBezTo>
                  <a:cubicBezTo>
                    <a:pt x="12" y="26246"/>
                    <a:pt x="11" y="23227"/>
                    <a:pt x="7" y="20208"/>
                  </a:cubicBezTo>
                  <a:cubicBezTo>
                    <a:pt x="4" y="17449"/>
                    <a:pt x="4" y="14690"/>
                    <a:pt x="6" y="11931"/>
                  </a:cubicBezTo>
                  <a:cubicBezTo>
                    <a:pt x="7" y="10451"/>
                    <a:pt x="3" y="8970"/>
                    <a:pt x="0" y="7490"/>
                  </a:cubicBezTo>
                  <a:cubicBezTo>
                    <a:pt x="2" y="6623"/>
                    <a:pt x="3" y="5755"/>
                    <a:pt x="5" y="4862"/>
                  </a:cubicBezTo>
                  <a:cubicBezTo>
                    <a:pt x="4" y="4107"/>
                    <a:pt x="4" y="3352"/>
                    <a:pt x="4" y="2575"/>
                  </a:cubicBezTo>
                  <a:cubicBezTo>
                    <a:pt x="176" y="-572"/>
                    <a:pt x="1820" y="51"/>
                    <a:pt x="4579" y="51"/>
                  </a:cubicBezTo>
                  <a:cubicBezTo>
                    <a:pt x="5394" y="49"/>
                    <a:pt x="6209" y="47"/>
                    <a:pt x="7048" y="45"/>
                  </a:cubicBezTo>
                  <a:cubicBezTo>
                    <a:pt x="7955" y="47"/>
                    <a:pt x="8861" y="48"/>
                    <a:pt x="9795" y="50"/>
                  </a:cubicBezTo>
                  <a:cubicBezTo>
                    <a:pt x="10750" y="49"/>
                    <a:pt x="11704" y="48"/>
                    <a:pt x="12687" y="46"/>
                  </a:cubicBezTo>
                  <a:cubicBezTo>
                    <a:pt x="15348" y="43"/>
                    <a:pt x="18009" y="45"/>
                    <a:pt x="20670" y="47"/>
                  </a:cubicBezTo>
                  <a:cubicBezTo>
                    <a:pt x="23535" y="49"/>
                    <a:pt x="26400" y="46"/>
                    <a:pt x="29265" y="44"/>
                  </a:cubicBezTo>
                  <a:cubicBezTo>
                    <a:pt x="34882" y="41"/>
                    <a:pt x="40500" y="42"/>
                    <a:pt x="46117" y="44"/>
                  </a:cubicBezTo>
                  <a:cubicBezTo>
                    <a:pt x="50680" y="45"/>
                    <a:pt x="55244" y="46"/>
                    <a:pt x="59807" y="45"/>
                  </a:cubicBezTo>
                  <a:cubicBezTo>
                    <a:pt x="60779" y="45"/>
                    <a:pt x="60779" y="45"/>
                    <a:pt x="61771" y="45"/>
                  </a:cubicBezTo>
                  <a:cubicBezTo>
                    <a:pt x="63087" y="44"/>
                    <a:pt x="64404" y="44"/>
                    <a:pt x="65721" y="44"/>
                  </a:cubicBezTo>
                  <a:cubicBezTo>
                    <a:pt x="78081" y="42"/>
                    <a:pt x="90441" y="44"/>
                    <a:pt x="102802" y="48"/>
                  </a:cubicBezTo>
                  <a:cubicBezTo>
                    <a:pt x="113419" y="51"/>
                    <a:pt x="124037" y="51"/>
                    <a:pt x="134655" y="47"/>
                  </a:cubicBezTo>
                  <a:cubicBezTo>
                    <a:pt x="146969" y="43"/>
                    <a:pt x="159284" y="42"/>
                    <a:pt x="171598" y="44"/>
                  </a:cubicBezTo>
                  <a:cubicBezTo>
                    <a:pt x="172910" y="44"/>
                    <a:pt x="174222" y="45"/>
                    <a:pt x="175534" y="45"/>
                  </a:cubicBezTo>
                  <a:cubicBezTo>
                    <a:pt x="176502" y="45"/>
                    <a:pt x="176502" y="45"/>
                    <a:pt x="177490" y="45"/>
                  </a:cubicBezTo>
                  <a:cubicBezTo>
                    <a:pt x="182051" y="46"/>
                    <a:pt x="186611" y="45"/>
                    <a:pt x="191172" y="43"/>
                  </a:cubicBezTo>
                  <a:close/>
                </a:path>
              </a:pathLst>
            </a:custGeom>
            <a:grpFill/>
            <a:ln w="744" cap="flat">
              <a:noFill/>
              <a:prstDash val="solid"/>
              <a:miter/>
            </a:ln>
          </p:spPr>
          <p:txBody>
            <a:bodyPr rtlCol="0" anchor="ctr"/>
            <a:lstStyle/>
            <a:p>
              <a:endParaRPr lang="zh-CN" altLang="en-US"/>
            </a:p>
          </p:txBody>
        </p:sp>
        <p:sp>
          <p:nvSpPr>
            <p:cNvPr id="163" name="任意多边形: 形状 162"/>
            <p:cNvSpPr/>
            <p:nvPr/>
          </p:nvSpPr>
          <p:spPr>
            <a:xfrm>
              <a:off x="9476532" y="596363"/>
              <a:ext cx="415317" cy="277521"/>
            </a:xfrm>
            <a:custGeom>
              <a:avLst/>
              <a:gdLst>
                <a:gd name="connsiteX0" fmla="*/ 230121 w 415322"/>
                <a:gd name="connsiteY0" fmla="*/ 797 h 277513"/>
                <a:gd name="connsiteX1" fmla="*/ 235284 w 415322"/>
                <a:gd name="connsiteY1" fmla="*/ 565 h 277513"/>
                <a:gd name="connsiteX2" fmla="*/ 238188 w 415322"/>
                <a:gd name="connsiteY2" fmla="*/ 434 h 277513"/>
                <a:gd name="connsiteX3" fmla="*/ 240539 w 415322"/>
                <a:gd name="connsiteY3" fmla="*/ 797 h 277513"/>
                <a:gd name="connsiteX4" fmla="*/ 241284 w 415322"/>
                <a:gd name="connsiteY4" fmla="*/ 4518 h 277513"/>
                <a:gd name="connsiteX5" fmla="*/ 243516 w 415322"/>
                <a:gd name="connsiteY5" fmla="*/ 5262 h 277513"/>
                <a:gd name="connsiteX6" fmla="*/ 243656 w 415322"/>
                <a:gd name="connsiteY6" fmla="*/ 8657 h 277513"/>
                <a:gd name="connsiteX7" fmla="*/ 243595 w 415322"/>
                <a:gd name="connsiteY7" fmla="*/ 10521 h 277513"/>
                <a:gd name="connsiteX8" fmla="*/ 243516 w 415322"/>
                <a:gd name="connsiteY8" fmla="*/ 11959 h 277513"/>
                <a:gd name="connsiteX9" fmla="*/ 245748 w 415322"/>
                <a:gd name="connsiteY9" fmla="*/ 11959 h 277513"/>
                <a:gd name="connsiteX10" fmla="*/ 246539 w 415322"/>
                <a:gd name="connsiteY10" fmla="*/ 14890 h 277513"/>
                <a:gd name="connsiteX11" fmla="*/ 247237 w 415322"/>
                <a:gd name="connsiteY11" fmla="*/ 17913 h 277513"/>
                <a:gd name="connsiteX12" fmla="*/ 248725 w 415322"/>
                <a:gd name="connsiteY12" fmla="*/ 18657 h 277513"/>
                <a:gd name="connsiteX13" fmla="*/ 249141 w 415322"/>
                <a:gd name="connsiteY13" fmla="*/ 23842 h 277513"/>
                <a:gd name="connsiteX14" fmla="*/ 249469 w 415322"/>
                <a:gd name="connsiteY14" fmla="*/ 25354 h 277513"/>
                <a:gd name="connsiteX15" fmla="*/ 251702 w 415322"/>
                <a:gd name="connsiteY15" fmla="*/ 26098 h 277513"/>
                <a:gd name="connsiteX16" fmla="*/ 252120 w 415322"/>
                <a:gd name="connsiteY16" fmla="*/ 29075 h 277513"/>
                <a:gd name="connsiteX17" fmla="*/ 252446 w 415322"/>
                <a:gd name="connsiteY17" fmla="*/ 32051 h 277513"/>
                <a:gd name="connsiteX18" fmla="*/ 253934 w 415322"/>
                <a:gd name="connsiteY18" fmla="*/ 32795 h 277513"/>
                <a:gd name="connsiteX19" fmla="*/ 254350 w 415322"/>
                <a:gd name="connsiteY19" fmla="*/ 37327 h 277513"/>
                <a:gd name="connsiteX20" fmla="*/ 256911 w 415322"/>
                <a:gd name="connsiteY20" fmla="*/ 40237 h 277513"/>
                <a:gd name="connsiteX21" fmla="*/ 257422 w 415322"/>
                <a:gd name="connsiteY21" fmla="*/ 44423 h 277513"/>
                <a:gd name="connsiteX22" fmla="*/ 257570 w 415322"/>
                <a:gd name="connsiteY22" fmla="*/ 46684 h 277513"/>
                <a:gd name="connsiteX23" fmla="*/ 257655 w 415322"/>
                <a:gd name="connsiteY23" fmla="*/ 48422 h 277513"/>
                <a:gd name="connsiteX24" fmla="*/ 259887 w 415322"/>
                <a:gd name="connsiteY24" fmla="*/ 48422 h 277513"/>
                <a:gd name="connsiteX25" fmla="*/ 259998 w 415322"/>
                <a:gd name="connsiteY25" fmla="*/ 49861 h 277513"/>
                <a:gd name="connsiteX26" fmla="*/ 260166 w 415322"/>
                <a:gd name="connsiteY26" fmla="*/ 51724 h 277513"/>
                <a:gd name="connsiteX27" fmla="*/ 260323 w 415322"/>
                <a:gd name="connsiteY27" fmla="*/ 53582 h 277513"/>
                <a:gd name="connsiteX28" fmla="*/ 260631 w 415322"/>
                <a:gd name="connsiteY28" fmla="*/ 55120 h 277513"/>
                <a:gd name="connsiteX29" fmla="*/ 262120 w 415322"/>
                <a:gd name="connsiteY29" fmla="*/ 55864 h 277513"/>
                <a:gd name="connsiteX30" fmla="*/ 262864 w 415322"/>
                <a:gd name="connsiteY30" fmla="*/ 65538 h 277513"/>
                <a:gd name="connsiteX31" fmla="*/ 428807 w 415322"/>
                <a:gd name="connsiteY31" fmla="*/ 65538 h 277513"/>
                <a:gd name="connsiteX32" fmla="*/ 428807 w 415322"/>
                <a:gd name="connsiteY32" fmla="*/ 181623 h 277513"/>
                <a:gd name="connsiteX33" fmla="*/ 366299 w 415322"/>
                <a:gd name="connsiteY33" fmla="*/ 181623 h 277513"/>
                <a:gd name="connsiteX34" fmla="*/ 366299 w 415322"/>
                <a:gd name="connsiteY34" fmla="*/ 132510 h 277513"/>
                <a:gd name="connsiteX35" fmla="*/ 364067 w 415322"/>
                <a:gd name="connsiteY35" fmla="*/ 133999 h 277513"/>
                <a:gd name="connsiteX36" fmla="*/ 360747 w 415322"/>
                <a:gd name="connsiteY36" fmla="*/ 134206 h 277513"/>
                <a:gd name="connsiteX37" fmla="*/ 358689 w 415322"/>
                <a:gd name="connsiteY37" fmla="*/ 134231 h 277513"/>
                <a:gd name="connsiteX38" fmla="*/ 356436 w 415322"/>
                <a:gd name="connsiteY38" fmla="*/ 134236 h 277513"/>
                <a:gd name="connsiteX39" fmla="*/ 354060 w 415322"/>
                <a:gd name="connsiteY39" fmla="*/ 134258 h 277513"/>
                <a:gd name="connsiteX40" fmla="*/ 346268 w 415322"/>
                <a:gd name="connsiteY40" fmla="*/ 134307 h 277513"/>
                <a:gd name="connsiteX41" fmla="*/ 340872 w 415322"/>
                <a:gd name="connsiteY41" fmla="*/ 134350 h 277513"/>
                <a:gd name="connsiteX42" fmla="*/ 326658 w 415322"/>
                <a:gd name="connsiteY42" fmla="*/ 134446 h 277513"/>
                <a:gd name="connsiteX43" fmla="*/ 312159 w 415322"/>
                <a:gd name="connsiteY43" fmla="*/ 134551 h 277513"/>
                <a:gd name="connsiteX44" fmla="*/ 283700 w 415322"/>
                <a:gd name="connsiteY44" fmla="*/ 134743 h 277513"/>
                <a:gd name="connsiteX45" fmla="*/ 287885 w 415322"/>
                <a:gd name="connsiteY45" fmla="*/ 137301 h 277513"/>
                <a:gd name="connsiteX46" fmla="*/ 289653 w 415322"/>
                <a:gd name="connsiteY46" fmla="*/ 137719 h 277513"/>
                <a:gd name="connsiteX47" fmla="*/ 289885 w 415322"/>
                <a:gd name="connsiteY47" fmla="*/ 139254 h 277513"/>
                <a:gd name="connsiteX48" fmla="*/ 290397 w 415322"/>
                <a:gd name="connsiteY48" fmla="*/ 140696 h 277513"/>
                <a:gd name="connsiteX49" fmla="*/ 294969 w 415322"/>
                <a:gd name="connsiteY49" fmla="*/ 140606 h 277513"/>
                <a:gd name="connsiteX50" fmla="*/ 296350 w 415322"/>
                <a:gd name="connsiteY50" fmla="*/ 140696 h 277513"/>
                <a:gd name="connsiteX51" fmla="*/ 297838 w 415322"/>
                <a:gd name="connsiteY51" fmla="*/ 143672 h 277513"/>
                <a:gd name="connsiteX52" fmla="*/ 302303 w 415322"/>
                <a:gd name="connsiteY52" fmla="*/ 144416 h 277513"/>
                <a:gd name="connsiteX53" fmla="*/ 302303 w 415322"/>
                <a:gd name="connsiteY53" fmla="*/ 147393 h 277513"/>
                <a:gd name="connsiteX54" fmla="*/ 304861 w 415322"/>
                <a:gd name="connsiteY54" fmla="*/ 147160 h 277513"/>
                <a:gd name="connsiteX55" fmla="*/ 307512 w 415322"/>
                <a:gd name="connsiteY55" fmla="*/ 147393 h 277513"/>
                <a:gd name="connsiteX56" fmla="*/ 308256 w 415322"/>
                <a:gd name="connsiteY56" fmla="*/ 151114 h 277513"/>
                <a:gd name="connsiteX57" fmla="*/ 313465 w 415322"/>
                <a:gd name="connsiteY57" fmla="*/ 151114 h 277513"/>
                <a:gd name="connsiteX58" fmla="*/ 314209 w 415322"/>
                <a:gd name="connsiteY58" fmla="*/ 154090 h 277513"/>
                <a:gd name="connsiteX59" fmla="*/ 318674 w 415322"/>
                <a:gd name="connsiteY59" fmla="*/ 154834 h 277513"/>
                <a:gd name="connsiteX60" fmla="*/ 319418 w 415322"/>
                <a:gd name="connsiteY60" fmla="*/ 157067 h 277513"/>
                <a:gd name="connsiteX61" fmla="*/ 322023 w 415322"/>
                <a:gd name="connsiteY61" fmla="*/ 157392 h 277513"/>
                <a:gd name="connsiteX62" fmla="*/ 324627 w 415322"/>
                <a:gd name="connsiteY62" fmla="*/ 157811 h 277513"/>
                <a:gd name="connsiteX63" fmla="*/ 325372 w 415322"/>
                <a:gd name="connsiteY63" fmla="*/ 160788 h 277513"/>
                <a:gd name="connsiteX64" fmla="*/ 329836 w 415322"/>
                <a:gd name="connsiteY64" fmla="*/ 161532 h 277513"/>
                <a:gd name="connsiteX65" fmla="*/ 329836 w 415322"/>
                <a:gd name="connsiteY65" fmla="*/ 164508 h 277513"/>
                <a:gd name="connsiteX66" fmla="*/ 332394 w 415322"/>
                <a:gd name="connsiteY66" fmla="*/ 164322 h 277513"/>
                <a:gd name="connsiteX67" fmla="*/ 335045 w 415322"/>
                <a:gd name="connsiteY67" fmla="*/ 164508 h 277513"/>
                <a:gd name="connsiteX68" fmla="*/ 335789 w 415322"/>
                <a:gd name="connsiteY68" fmla="*/ 167485 h 277513"/>
                <a:gd name="connsiteX69" fmla="*/ 340254 w 415322"/>
                <a:gd name="connsiteY69" fmla="*/ 168229 h 277513"/>
                <a:gd name="connsiteX70" fmla="*/ 341743 w 415322"/>
                <a:gd name="connsiteY70" fmla="*/ 171206 h 277513"/>
                <a:gd name="connsiteX71" fmla="*/ 343649 w 415322"/>
                <a:gd name="connsiteY71" fmla="*/ 171578 h 277513"/>
                <a:gd name="connsiteX72" fmla="*/ 345463 w 415322"/>
                <a:gd name="connsiteY72" fmla="*/ 171950 h 277513"/>
                <a:gd name="connsiteX73" fmla="*/ 345835 w 415322"/>
                <a:gd name="connsiteY73" fmla="*/ 173484 h 277513"/>
                <a:gd name="connsiteX74" fmla="*/ 346207 w 415322"/>
                <a:gd name="connsiteY74" fmla="*/ 174926 h 277513"/>
                <a:gd name="connsiteX75" fmla="*/ 349928 w 415322"/>
                <a:gd name="connsiteY75" fmla="*/ 174926 h 277513"/>
                <a:gd name="connsiteX76" fmla="*/ 350672 w 415322"/>
                <a:gd name="connsiteY76" fmla="*/ 177159 h 277513"/>
                <a:gd name="connsiteX77" fmla="*/ 353277 w 415322"/>
                <a:gd name="connsiteY77" fmla="*/ 177903 h 277513"/>
                <a:gd name="connsiteX78" fmla="*/ 355881 w 415322"/>
                <a:gd name="connsiteY78" fmla="*/ 178647 h 277513"/>
                <a:gd name="connsiteX79" fmla="*/ 356625 w 415322"/>
                <a:gd name="connsiteY79" fmla="*/ 180879 h 277513"/>
                <a:gd name="connsiteX80" fmla="*/ 358486 w 415322"/>
                <a:gd name="connsiteY80" fmla="*/ 181623 h 277513"/>
                <a:gd name="connsiteX81" fmla="*/ 360346 w 415322"/>
                <a:gd name="connsiteY81" fmla="*/ 182368 h 277513"/>
                <a:gd name="connsiteX82" fmla="*/ 361090 w 415322"/>
                <a:gd name="connsiteY82" fmla="*/ 184600 h 277513"/>
                <a:gd name="connsiteX83" fmla="*/ 362904 w 415322"/>
                <a:gd name="connsiteY83" fmla="*/ 184926 h 277513"/>
                <a:gd name="connsiteX84" fmla="*/ 364811 w 415322"/>
                <a:gd name="connsiteY84" fmla="*/ 185344 h 277513"/>
                <a:gd name="connsiteX85" fmla="*/ 366299 w 415322"/>
                <a:gd name="connsiteY85" fmla="*/ 188321 h 277513"/>
                <a:gd name="connsiteX86" fmla="*/ 370020 w 415322"/>
                <a:gd name="connsiteY86" fmla="*/ 189065 h 277513"/>
                <a:gd name="connsiteX87" fmla="*/ 370764 w 415322"/>
                <a:gd name="connsiteY87" fmla="*/ 191297 h 277513"/>
                <a:gd name="connsiteX88" fmla="*/ 372624 w 415322"/>
                <a:gd name="connsiteY88" fmla="*/ 191669 h 277513"/>
                <a:gd name="connsiteX89" fmla="*/ 374485 w 415322"/>
                <a:gd name="connsiteY89" fmla="*/ 192041 h 277513"/>
                <a:gd name="connsiteX90" fmla="*/ 375229 w 415322"/>
                <a:gd name="connsiteY90" fmla="*/ 194274 h 277513"/>
                <a:gd name="connsiteX91" fmla="*/ 377508 w 415322"/>
                <a:gd name="connsiteY91" fmla="*/ 194972 h 277513"/>
                <a:gd name="connsiteX92" fmla="*/ 379694 w 415322"/>
                <a:gd name="connsiteY92" fmla="*/ 195762 h 277513"/>
                <a:gd name="connsiteX93" fmla="*/ 379694 w 415322"/>
                <a:gd name="connsiteY93" fmla="*/ 198739 h 277513"/>
                <a:gd name="connsiteX94" fmla="*/ 381461 w 415322"/>
                <a:gd name="connsiteY94" fmla="*/ 198506 h 277513"/>
                <a:gd name="connsiteX95" fmla="*/ 383414 w 415322"/>
                <a:gd name="connsiteY95" fmla="*/ 198739 h 277513"/>
                <a:gd name="connsiteX96" fmla="*/ 384112 w 415322"/>
                <a:gd name="connsiteY96" fmla="*/ 200599 h 277513"/>
                <a:gd name="connsiteX97" fmla="*/ 384903 w 415322"/>
                <a:gd name="connsiteY97" fmla="*/ 202459 h 277513"/>
                <a:gd name="connsiteX98" fmla="*/ 389368 w 415322"/>
                <a:gd name="connsiteY98" fmla="*/ 202459 h 277513"/>
                <a:gd name="connsiteX99" fmla="*/ 389368 w 415322"/>
                <a:gd name="connsiteY99" fmla="*/ 205436 h 277513"/>
                <a:gd name="connsiteX100" fmla="*/ 393088 w 415322"/>
                <a:gd name="connsiteY100" fmla="*/ 206180 h 277513"/>
                <a:gd name="connsiteX101" fmla="*/ 393832 w 415322"/>
                <a:gd name="connsiteY101" fmla="*/ 208413 h 277513"/>
                <a:gd name="connsiteX102" fmla="*/ 397553 w 415322"/>
                <a:gd name="connsiteY102" fmla="*/ 209901 h 277513"/>
                <a:gd name="connsiteX103" fmla="*/ 399041 w 415322"/>
                <a:gd name="connsiteY103" fmla="*/ 212133 h 277513"/>
                <a:gd name="connsiteX104" fmla="*/ 401274 w 415322"/>
                <a:gd name="connsiteY104" fmla="*/ 212877 h 277513"/>
                <a:gd name="connsiteX105" fmla="*/ 402018 w 415322"/>
                <a:gd name="connsiteY105" fmla="*/ 215110 h 277513"/>
                <a:gd name="connsiteX106" fmla="*/ 403832 w 415322"/>
                <a:gd name="connsiteY106" fmla="*/ 215435 h 277513"/>
                <a:gd name="connsiteX107" fmla="*/ 405739 w 415322"/>
                <a:gd name="connsiteY107" fmla="*/ 215854 h 277513"/>
                <a:gd name="connsiteX108" fmla="*/ 407227 w 415322"/>
                <a:gd name="connsiteY108" fmla="*/ 218831 h 277513"/>
                <a:gd name="connsiteX109" fmla="*/ 409459 w 415322"/>
                <a:gd name="connsiteY109" fmla="*/ 219575 h 277513"/>
                <a:gd name="connsiteX110" fmla="*/ 410204 w 415322"/>
                <a:gd name="connsiteY110" fmla="*/ 221807 h 277513"/>
                <a:gd name="connsiteX111" fmla="*/ 413924 w 415322"/>
                <a:gd name="connsiteY111" fmla="*/ 223295 h 277513"/>
                <a:gd name="connsiteX112" fmla="*/ 416901 w 415322"/>
                <a:gd name="connsiteY112" fmla="*/ 226272 h 277513"/>
                <a:gd name="connsiteX113" fmla="*/ 418389 w 415322"/>
                <a:gd name="connsiteY113" fmla="*/ 227016 h 277513"/>
                <a:gd name="connsiteX114" fmla="*/ 418854 w 415322"/>
                <a:gd name="connsiteY114" fmla="*/ 231527 h 277513"/>
                <a:gd name="connsiteX115" fmla="*/ 419023 w 415322"/>
                <a:gd name="connsiteY115" fmla="*/ 234019 h 277513"/>
                <a:gd name="connsiteX116" fmla="*/ 419133 w 415322"/>
                <a:gd name="connsiteY116" fmla="*/ 235946 h 277513"/>
                <a:gd name="connsiteX117" fmla="*/ 417328 w 415322"/>
                <a:gd name="connsiteY117" fmla="*/ 235829 h 277513"/>
                <a:gd name="connsiteX118" fmla="*/ 415413 w 415322"/>
                <a:gd name="connsiteY118" fmla="*/ 235946 h 277513"/>
                <a:gd name="connsiteX119" fmla="*/ 413924 w 415322"/>
                <a:gd name="connsiteY119" fmla="*/ 239666 h 277513"/>
                <a:gd name="connsiteX120" fmla="*/ 412436 w 415322"/>
                <a:gd name="connsiteY120" fmla="*/ 239666 h 277513"/>
                <a:gd name="connsiteX121" fmla="*/ 412157 w 415322"/>
                <a:gd name="connsiteY121" fmla="*/ 241062 h 277513"/>
                <a:gd name="connsiteX122" fmla="*/ 411692 w 415322"/>
                <a:gd name="connsiteY122" fmla="*/ 242643 h 277513"/>
                <a:gd name="connsiteX123" fmla="*/ 408715 w 415322"/>
                <a:gd name="connsiteY123" fmla="*/ 244131 h 277513"/>
                <a:gd name="connsiteX124" fmla="*/ 407971 w 415322"/>
                <a:gd name="connsiteY124" fmla="*/ 246364 h 277513"/>
                <a:gd name="connsiteX125" fmla="*/ 404995 w 415322"/>
                <a:gd name="connsiteY125" fmla="*/ 247108 h 277513"/>
                <a:gd name="connsiteX126" fmla="*/ 404250 w 415322"/>
                <a:gd name="connsiteY126" fmla="*/ 249340 h 277513"/>
                <a:gd name="connsiteX127" fmla="*/ 402716 w 415322"/>
                <a:gd name="connsiteY127" fmla="*/ 249666 h 277513"/>
                <a:gd name="connsiteX128" fmla="*/ 401274 w 415322"/>
                <a:gd name="connsiteY128" fmla="*/ 250084 h 277513"/>
                <a:gd name="connsiteX129" fmla="*/ 401274 w 415322"/>
                <a:gd name="connsiteY129" fmla="*/ 253061 h 277513"/>
                <a:gd name="connsiteX130" fmla="*/ 399041 w 415322"/>
                <a:gd name="connsiteY130" fmla="*/ 253805 h 277513"/>
                <a:gd name="connsiteX131" fmla="*/ 397553 w 415322"/>
                <a:gd name="connsiteY131" fmla="*/ 256782 h 277513"/>
                <a:gd name="connsiteX132" fmla="*/ 394902 w 415322"/>
                <a:gd name="connsiteY132" fmla="*/ 259061 h 277513"/>
                <a:gd name="connsiteX133" fmla="*/ 391600 w 415322"/>
                <a:gd name="connsiteY133" fmla="*/ 263479 h 277513"/>
                <a:gd name="connsiteX134" fmla="*/ 388623 w 415322"/>
                <a:gd name="connsiteY134" fmla="*/ 264223 h 277513"/>
                <a:gd name="connsiteX135" fmla="*/ 387879 w 415322"/>
                <a:gd name="connsiteY135" fmla="*/ 266456 h 277513"/>
                <a:gd name="connsiteX136" fmla="*/ 386345 w 415322"/>
                <a:gd name="connsiteY136" fmla="*/ 266781 h 277513"/>
                <a:gd name="connsiteX137" fmla="*/ 384903 w 415322"/>
                <a:gd name="connsiteY137" fmla="*/ 267200 h 277513"/>
                <a:gd name="connsiteX138" fmla="*/ 384903 w 415322"/>
                <a:gd name="connsiteY138" fmla="*/ 270176 h 277513"/>
                <a:gd name="connsiteX139" fmla="*/ 382670 w 415322"/>
                <a:gd name="connsiteY139" fmla="*/ 270920 h 277513"/>
                <a:gd name="connsiteX140" fmla="*/ 378950 w 415322"/>
                <a:gd name="connsiteY140" fmla="*/ 277618 h 277513"/>
                <a:gd name="connsiteX141" fmla="*/ 372997 w 415322"/>
                <a:gd name="connsiteY141" fmla="*/ 277618 h 277513"/>
                <a:gd name="connsiteX142" fmla="*/ 372252 w 415322"/>
                <a:gd name="connsiteY142" fmla="*/ 274641 h 277513"/>
                <a:gd name="connsiteX143" fmla="*/ 369276 w 415322"/>
                <a:gd name="connsiteY143" fmla="*/ 271665 h 277513"/>
                <a:gd name="connsiteX144" fmla="*/ 369276 w 415322"/>
                <a:gd name="connsiteY144" fmla="*/ 270176 h 277513"/>
                <a:gd name="connsiteX145" fmla="*/ 366299 w 415322"/>
                <a:gd name="connsiteY145" fmla="*/ 270176 h 277513"/>
                <a:gd name="connsiteX146" fmla="*/ 366299 w 415322"/>
                <a:gd name="connsiteY146" fmla="*/ 267200 h 277513"/>
                <a:gd name="connsiteX147" fmla="*/ 363323 w 415322"/>
                <a:gd name="connsiteY147" fmla="*/ 267200 h 277513"/>
                <a:gd name="connsiteX148" fmla="*/ 362997 w 415322"/>
                <a:gd name="connsiteY148" fmla="*/ 265758 h 277513"/>
                <a:gd name="connsiteX149" fmla="*/ 362579 w 415322"/>
                <a:gd name="connsiteY149" fmla="*/ 264223 h 277513"/>
                <a:gd name="connsiteX150" fmla="*/ 360672 w 415322"/>
                <a:gd name="connsiteY150" fmla="*/ 263851 h 277513"/>
                <a:gd name="connsiteX151" fmla="*/ 358858 w 415322"/>
                <a:gd name="connsiteY151" fmla="*/ 263479 h 277513"/>
                <a:gd name="connsiteX152" fmla="*/ 358858 w 415322"/>
                <a:gd name="connsiteY152" fmla="*/ 260502 h 277513"/>
                <a:gd name="connsiteX153" fmla="*/ 355881 w 415322"/>
                <a:gd name="connsiteY153" fmla="*/ 259758 h 277513"/>
                <a:gd name="connsiteX154" fmla="*/ 355137 w 415322"/>
                <a:gd name="connsiteY154" fmla="*/ 257526 h 277513"/>
                <a:gd name="connsiteX155" fmla="*/ 353323 w 415322"/>
                <a:gd name="connsiteY155" fmla="*/ 257200 h 277513"/>
                <a:gd name="connsiteX156" fmla="*/ 351416 w 415322"/>
                <a:gd name="connsiteY156" fmla="*/ 256782 h 277513"/>
                <a:gd name="connsiteX157" fmla="*/ 349928 w 415322"/>
                <a:gd name="connsiteY157" fmla="*/ 253805 h 277513"/>
                <a:gd name="connsiteX158" fmla="*/ 347696 w 415322"/>
                <a:gd name="connsiteY158" fmla="*/ 253061 h 277513"/>
                <a:gd name="connsiteX159" fmla="*/ 346952 w 415322"/>
                <a:gd name="connsiteY159" fmla="*/ 250829 h 277513"/>
                <a:gd name="connsiteX160" fmla="*/ 345138 w 415322"/>
                <a:gd name="connsiteY160" fmla="*/ 250503 h 277513"/>
                <a:gd name="connsiteX161" fmla="*/ 343231 w 415322"/>
                <a:gd name="connsiteY161" fmla="*/ 250084 h 277513"/>
                <a:gd name="connsiteX162" fmla="*/ 341743 w 415322"/>
                <a:gd name="connsiteY162" fmla="*/ 247108 h 277513"/>
                <a:gd name="connsiteX163" fmla="*/ 338766 w 415322"/>
                <a:gd name="connsiteY163" fmla="*/ 246364 h 277513"/>
                <a:gd name="connsiteX164" fmla="*/ 338022 w 415322"/>
                <a:gd name="connsiteY164" fmla="*/ 244131 h 277513"/>
                <a:gd name="connsiteX165" fmla="*/ 336162 w 415322"/>
                <a:gd name="connsiteY165" fmla="*/ 243387 h 277513"/>
                <a:gd name="connsiteX166" fmla="*/ 334301 w 415322"/>
                <a:gd name="connsiteY166" fmla="*/ 242643 h 277513"/>
                <a:gd name="connsiteX167" fmla="*/ 333557 w 415322"/>
                <a:gd name="connsiteY167" fmla="*/ 240411 h 277513"/>
                <a:gd name="connsiteX168" fmla="*/ 331697 w 415322"/>
                <a:gd name="connsiteY168" fmla="*/ 240039 h 277513"/>
                <a:gd name="connsiteX169" fmla="*/ 329836 w 415322"/>
                <a:gd name="connsiteY169" fmla="*/ 239666 h 277513"/>
                <a:gd name="connsiteX170" fmla="*/ 329092 w 415322"/>
                <a:gd name="connsiteY170" fmla="*/ 237434 h 277513"/>
                <a:gd name="connsiteX171" fmla="*/ 327232 w 415322"/>
                <a:gd name="connsiteY171" fmla="*/ 236690 h 277513"/>
                <a:gd name="connsiteX172" fmla="*/ 325372 w 415322"/>
                <a:gd name="connsiteY172" fmla="*/ 235946 h 277513"/>
                <a:gd name="connsiteX173" fmla="*/ 324627 w 415322"/>
                <a:gd name="connsiteY173" fmla="*/ 233713 h 277513"/>
                <a:gd name="connsiteX174" fmla="*/ 322767 w 415322"/>
                <a:gd name="connsiteY174" fmla="*/ 233388 h 277513"/>
                <a:gd name="connsiteX175" fmla="*/ 320907 w 415322"/>
                <a:gd name="connsiteY175" fmla="*/ 232969 h 277513"/>
                <a:gd name="connsiteX176" fmla="*/ 320163 w 415322"/>
                <a:gd name="connsiteY176" fmla="*/ 229993 h 277513"/>
                <a:gd name="connsiteX177" fmla="*/ 316442 w 415322"/>
                <a:gd name="connsiteY177" fmla="*/ 229248 h 277513"/>
                <a:gd name="connsiteX178" fmla="*/ 315698 w 415322"/>
                <a:gd name="connsiteY178" fmla="*/ 227016 h 277513"/>
                <a:gd name="connsiteX179" fmla="*/ 313837 w 415322"/>
                <a:gd name="connsiteY179" fmla="*/ 226691 h 277513"/>
                <a:gd name="connsiteX180" fmla="*/ 311977 w 415322"/>
                <a:gd name="connsiteY180" fmla="*/ 226272 h 277513"/>
                <a:gd name="connsiteX181" fmla="*/ 311651 w 415322"/>
                <a:gd name="connsiteY181" fmla="*/ 224784 h 277513"/>
                <a:gd name="connsiteX182" fmla="*/ 311233 w 415322"/>
                <a:gd name="connsiteY182" fmla="*/ 223295 h 277513"/>
                <a:gd name="connsiteX183" fmla="*/ 309000 w 415322"/>
                <a:gd name="connsiteY183" fmla="*/ 222923 h 277513"/>
                <a:gd name="connsiteX184" fmla="*/ 306768 w 415322"/>
                <a:gd name="connsiteY184" fmla="*/ 222551 h 277513"/>
                <a:gd name="connsiteX185" fmla="*/ 306396 w 415322"/>
                <a:gd name="connsiteY185" fmla="*/ 221016 h 277513"/>
                <a:gd name="connsiteX186" fmla="*/ 306024 w 415322"/>
                <a:gd name="connsiteY186" fmla="*/ 219575 h 277513"/>
                <a:gd name="connsiteX187" fmla="*/ 303791 w 415322"/>
                <a:gd name="connsiteY187" fmla="*/ 219575 h 277513"/>
                <a:gd name="connsiteX188" fmla="*/ 301559 w 415322"/>
                <a:gd name="connsiteY188" fmla="*/ 219575 h 277513"/>
                <a:gd name="connsiteX189" fmla="*/ 300815 w 415322"/>
                <a:gd name="connsiteY189" fmla="*/ 216598 h 277513"/>
                <a:gd name="connsiteX190" fmla="*/ 297094 w 415322"/>
                <a:gd name="connsiteY190" fmla="*/ 215854 h 277513"/>
                <a:gd name="connsiteX191" fmla="*/ 296350 w 415322"/>
                <a:gd name="connsiteY191" fmla="*/ 213622 h 277513"/>
                <a:gd name="connsiteX192" fmla="*/ 292629 w 415322"/>
                <a:gd name="connsiteY192" fmla="*/ 212133 h 277513"/>
                <a:gd name="connsiteX193" fmla="*/ 291141 w 415322"/>
                <a:gd name="connsiteY193" fmla="*/ 209901 h 277513"/>
                <a:gd name="connsiteX194" fmla="*/ 289188 w 415322"/>
                <a:gd name="connsiteY194" fmla="*/ 209575 h 277513"/>
                <a:gd name="connsiteX195" fmla="*/ 287420 w 415322"/>
                <a:gd name="connsiteY195" fmla="*/ 209157 h 277513"/>
                <a:gd name="connsiteX196" fmla="*/ 287420 w 415322"/>
                <a:gd name="connsiteY196" fmla="*/ 206180 h 277513"/>
                <a:gd name="connsiteX197" fmla="*/ 282211 w 415322"/>
                <a:gd name="connsiteY197" fmla="*/ 205436 h 277513"/>
                <a:gd name="connsiteX198" fmla="*/ 282211 w 415322"/>
                <a:gd name="connsiteY198" fmla="*/ 202459 h 277513"/>
                <a:gd name="connsiteX199" fmla="*/ 279653 w 415322"/>
                <a:gd name="connsiteY199" fmla="*/ 202645 h 277513"/>
                <a:gd name="connsiteX200" fmla="*/ 277002 w 415322"/>
                <a:gd name="connsiteY200" fmla="*/ 202459 h 277513"/>
                <a:gd name="connsiteX201" fmla="*/ 276258 w 415322"/>
                <a:gd name="connsiteY201" fmla="*/ 199483 h 277513"/>
                <a:gd name="connsiteX202" fmla="*/ 271793 w 415322"/>
                <a:gd name="connsiteY202" fmla="*/ 198739 h 277513"/>
                <a:gd name="connsiteX203" fmla="*/ 271793 w 415322"/>
                <a:gd name="connsiteY203" fmla="*/ 195762 h 277513"/>
                <a:gd name="connsiteX204" fmla="*/ 269654 w 415322"/>
                <a:gd name="connsiteY204" fmla="*/ 195948 h 277513"/>
                <a:gd name="connsiteX205" fmla="*/ 267329 w 415322"/>
                <a:gd name="connsiteY205" fmla="*/ 195762 h 277513"/>
                <a:gd name="connsiteX206" fmla="*/ 265840 w 415322"/>
                <a:gd name="connsiteY206" fmla="*/ 192786 h 277513"/>
                <a:gd name="connsiteX207" fmla="*/ 263608 w 415322"/>
                <a:gd name="connsiteY207" fmla="*/ 192414 h 277513"/>
                <a:gd name="connsiteX208" fmla="*/ 261375 w 415322"/>
                <a:gd name="connsiteY208" fmla="*/ 192041 h 277513"/>
                <a:gd name="connsiteX209" fmla="*/ 259887 w 415322"/>
                <a:gd name="connsiteY209" fmla="*/ 189065 h 277513"/>
                <a:gd name="connsiteX210" fmla="*/ 255422 w 415322"/>
                <a:gd name="connsiteY210" fmla="*/ 188321 h 277513"/>
                <a:gd name="connsiteX211" fmla="*/ 255422 w 415322"/>
                <a:gd name="connsiteY211" fmla="*/ 185344 h 277513"/>
                <a:gd name="connsiteX212" fmla="*/ 252864 w 415322"/>
                <a:gd name="connsiteY212" fmla="*/ 185530 h 277513"/>
                <a:gd name="connsiteX213" fmla="*/ 250213 w 415322"/>
                <a:gd name="connsiteY213" fmla="*/ 185344 h 277513"/>
                <a:gd name="connsiteX214" fmla="*/ 249469 w 415322"/>
                <a:gd name="connsiteY214" fmla="*/ 182368 h 277513"/>
                <a:gd name="connsiteX215" fmla="*/ 246865 w 415322"/>
                <a:gd name="connsiteY215" fmla="*/ 181996 h 277513"/>
                <a:gd name="connsiteX216" fmla="*/ 244260 w 415322"/>
                <a:gd name="connsiteY216" fmla="*/ 181623 h 277513"/>
                <a:gd name="connsiteX217" fmla="*/ 243516 w 415322"/>
                <a:gd name="connsiteY217" fmla="*/ 178647 h 277513"/>
                <a:gd name="connsiteX218" fmla="*/ 241981 w 415322"/>
                <a:gd name="connsiteY218" fmla="*/ 178461 h 277513"/>
                <a:gd name="connsiteX219" fmla="*/ 240539 w 415322"/>
                <a:gd name="connsiteY219" fmla="*/ 177903 h 277513"/>
                <a:gd name="connsiteX220" fmla="*/ 240539 w 415322"/>
                <a:gd name="connsiteY220" fmla="*/ 171950 h 277513"/>
                <a:gd name="connsiteX221" fmla="*/ 243516 w 415322"/>
                <a:gd name="connsiteY221" fmla="*/ 171950 h 277513"/>
                <a:gd name="connsiteX222" fmla="*/ 245004 w 415322"/>
                <a:gd name="connsiteY222" fmla="*/ 168229 h 277513"/>
                <a:gd name="connsiteX223" fmla="*/ 247981 w 415322"/>
                <a:gd name="connsiteY223" fmla="*/ 167485 h 277513"/>
                <a:gd name="connsiteX224" fmla="*/ 248353 w 415322"/>
                <a:gd name="connsiteY224" fmla="*/ 165950 h 277513"/>
                <a:gd name="connsiteX225" fmla="*/ 248725 w 415322"/>
                <a:gd name="connsiteY225" fmla="*/ 164508 h 277513"/>
                <a:gd name="connsiteX226" fmla="*/ 251702 w 415322"/>
                <a:gd name="connsiteY226" fmla="*/ 164508 h 277513"/>
                <a:gd name="connsiteX227" fmla="*/ 251702 w 415322"/>
                <a:gd name="connsiteY227" fmla="*/ 161532 h 277513"/>
                <a:gd name="connsiteX228" fmla="*/ 254678 w 415322"/>
                <a:gd name="connsiteY228" fmla="*/ 161532 h 277513"/>
                <a:gd name="connsiteX229" fmla="*/ 255422 w 415322"/>
                <a:gd name="connsiteY229" fmla="*/ 158555 h 277513"/>
                <a:gd name="connsiteX230" fmla="*/ 256911 w 415322"/>
                <a:gd name="connsiteY230" fmla="*/ 157811 h 277513"/>
                <a:gd name="connsiteX231" fmla="*/ 257562 w 415322"/>
                <a:gd name="connsiteY231" fmla="*/ 156323 h 277513"/>
                <a:gd name="connsiteX232" fmla="*/ 258399 w 415322"/>
                <a:gd name="connsiteY232" fmla="*/ 154834 h 277513"/>
                <a:gd name="connsiteX233" fmla="*/ 259934 w 415322"/>
                <a:gd name="connsiteY233" fmla="*/ 154462 h 277513"/>
                <a:gd name="connsiteX234" fmla="*/ 261375 w 415322"/>
                <a:gd name="connsiteY234" fmla="*/ 154090 h 277513"/>
                <a:gd name="connsiteX235" fmla="*/ 261747 w 415322"/>
                <a:gd name="connsiteY235" fmla="*/ 152556 h 277513"/>
                <a:gd name="connsiteX236" fmla="*/ 262120 w 415322"/>
                <a:gd name="connsiteY236" fmla="*/ 151114 h 277513"/>
                <a:gd name="connsiteX237" fmla="*/ 265096 w 415322"/>
                <a:gd name="connsiteY237" fmla="*/ 151114 h 277513"/>
                <a:gd name="connsiteX238" fmla="*/ 265840 w 415322"/>
                <a:gd name="connsiteY238" fmla="*/ 148137 h 277513"/>
                <a:gd name="connsiteX239" fmla="*/ 268073 w 415322"/>
                <a:gd name="connsiteY239" fmla="*/ 148137 h 277513"/>
                <a:gd name="connsiteX240" fmla="*/ 269561 w 415322"/>
                <a:gd name="connsiteY240" fmla="*/ 144416 h 277513"/>
                <a:gd name="connsiteX241" fmla="*/ 271049 w 415322"/>
                <a:gd name="connsiteY241" fmla="*/ 144416 h 277513"/>
                <a:gd name="connsiteX242" fmla="*/ 271282 w 415322"/>
                <a:gd name="connsiteY242" fmla="*/ 143021 h 277513"/>
                <a:gd name="connsiteX243" fmla="*/ 271793 w 415322"/>
                <a:gd name="connsiteY243" fmla="*/ 141440 h 277513"/>
                <a:gd name="connsiteX244" fmla="*/ 275514 w 415322"/>
                <a:gd name="connsiteY244" fmla="*/ 139952 h 277513"/>
                <a:gd name="connsiteX245" fmla="*/ 275514 w 415322"/>
                <a:gd name="connsiteY245" fmla="*/ 137719 h 277513"/>
                <a:gd name="connsiteX246" fmla="*/ 279235 w 415322"/>
                <a:gd name="connsiteY246" fmla="*/ 136975 h 277513"/>
                <a:gd name="connsiteX247" fmla="*/ 279235 w 415322"/>
                <a:gd name="connsiteY247" fmla="*/ 134743 h 277513"/>
                <a:gd name="connsiteX248" fmla="*/ 277935 w 415322"/>
                <a:gd name="connsiteY248" fmla="*/ 134740 h 277513"/>
                <a:gd name="connsiteX249" fmla="*/ 201708 w 415322"/>
                <a:gd name="connsiteY249" fmla="*/ 134534 h 277513"/>
                <a:gd name="connsiteX250" fmla="*/ 192562 w 415322"/>
                <a:gd name="connsiteY250" fmla="*/ 134506 h 277513"/>
                <a:gd name="connsiteX251" fmla="*/ 190723 w 415322"/>
                <a:gd name="connsiteY251" fmla="*/ 134501 h 277513"/>
                <a:gd name="connsiteX252" fmla="*/ 161213 w 415322"/>
                <a:gd name="connsiteY252" fmla="*/ 134425 h 277513"/>
                <a:gd name="connsiteX253" fmla="*/ 130949 w 415322"/>
                <a:gd name="connsiteY253" fmla="*/ 134339 h 277513"/>
                <a:gd name="connsiteX254" fmla="*/ 112264 w 415322"/>
                <a:gd name="connsiteY254" fmla="*/ 134291 h 277513"/>
                <a:gd name="connsiteX255" fmla="*/ 99462 w 415322"/>
                <a:gd name="connsiteY255" fmla="*/ 134252 h 277513"/>
                <a:gd name="connsiteX256" fmla="*/ 92069 w 415322"/>
                <a:gd name="connsiteY256" fmla="*/ 134233 h 277513"/>
                <a:gd name="connsiteX257" fmla="*/ 84065 w 415322"/>
                <a:gd name="connsiteY257" fmla="*/ 134206 h 277513"/>
                <a:gd name="connsiteX258" fmla="*/ 81690 w 415322"/>
                <a:gd name="connsiteY258" fmla="*/ 134210 h 277513"/>
                <a:gd name="connsiteX259" fmla="*/ 79532 w 415322"/>
                <a:gd name="connsiteY259" fmla="*/ 134193 h 277513"/>
                <a:gd name="connsiteX260" fmla="*/ 77664 w 415322"/>
                <a:gd name="connsiteY260" fmla="*/ 134188 h 277513"/>
                <a:gd name="connsiteX261" fmla="*/ 73852 w 415322"/>
                <a:gd name="connsiteY261" fmla="*/ 132510 h 277513"/>
                <a:gd name="connsiteX262" fmla="*/ 73852 w 415322"/>
                <a:gd name="connsiteY262" fmla="*/ 188321 h 277513"/>
                <a:gd name="connsiteX263" fmla="*/ 13577 w 415322"/>
                <a:gd name="connsiteY263" fmla="*/ 188321 h 277513"/>
                <a:gd name="connsiteX264" fmla="*/ 13540 w 415322"/>
                <a:gd name="connsiteY264" fmla="*/ 144976 h 277513"/>
                <a:gd name="connsiteX265" fmla="*/ 13520 w 415322"/>
                <a:gd name="connsiteY265" fmla="*/ 118479 h 277513"/>
                <a:gd name="connsiteX266" fmla="*/ 13507 w 415322"/>
                <a:gd name="connsiteY266" fmla="*/ 99184 h 277513"/>
                <a:gd name="connsiteX267" fmla="*/ 13498 w 415322"/>
                <a:gd name="connsiteY267" fmla="*/ 88962 h 277513"/>
                <a:gd name="connsiteX268" fmla="*/ 13492 w 415322"/>
                <a:gd name="connsiteY268" fmla="*/ 79351 h 277513"/>
                <a:gd name="connsiteX269" fmla="*/ 13488 w 415322"/>
                <a:gd name="connsiteY269" fmla="*/ 75813 h 277513"/>
                <a:gd name="connsiteX270" fmla="*/ 13487 w 415322"/>
                <a:gd name="connsiteY270" fmla="*/ 71004 h 277513"/>
                <a:gd name="connsiteX271" fmla="*/ 13485 w 415322"/>
                <a:gd name="connsiteY271" fmla="*/ 68279 h 277513"/>
                <a:gd name="connsiteX272" fmla="*/ 14321 w 415322"/>
                <a:gd name="connsiteY272" fmla="*/ 65538 h 277513"/>
                <a:gd name="connsiteX273" fmla="*/ 21049 w 415322"/>
                <a:gd name="connsiteY273" fmla="*/ 65448 h 277513"/>
                <a:gd name="connsiteX274" fmla="*/ 23215 w 415322"/>
                <a:gd name="connsiteY274" fmla="*/ 65446 h 277513"/>
                <a:gd name="connsiteX275" fmla="*/ 30458 w 415322"/>
                <a:gd name="connsiteY275" fmla="*/ 65453 h 277513"/>
                <a:gd name="connsiteX276" fmla="*/ 35627 w 415322"/>
                <a:gd name="connsiteY276" fmla="*/ 65453 h 277513"/>
                <a:gd name="connsiteX277" fmla="*/ 49708 w 415322"/>
                <a:gd name="connsiteY277" fmla="*/ 65462 h 277513"/>
                <a:gd name="connsiteX278" fmla="*/ 64406 w 415322"/>
                <a:gd name="connsiteY278" fmla="*/ 65468 h 277513"/>
                <a:gd name="connsiteX279" fmla="*/ 89091 w 415322"/>
                <a:gd name="connsiteY279" fmla="*/ 65481 h 277513"/>
                <a:gd name="connsiteX280" fmla="*/ 114521 w 415322"/>
                <a:gd name="connsiteY280" fmla="*/ 65497 h 277513"/>
                <a:gd name="connsiteX281" fmla="*/ 116103 w 415322"/>
                <a:gd name="connsiteY281" fmla="*/ 65497 h 277513"/>
                <a:gd name="connsiteX282" fmla="*/ 123961 w 415322"/>
                <a:gd name="connsiteY282" fmla="*/ 65500 h 277513"/>
                <a:gd name="connsiteX283" fmla="*/ 189194 w 415322"/>
                <a:gd name="connsiteY283" fmla="*/ 65538 h 277513"/>
                <a:gd name="connsiteX284" fmla="*/ 187705 w 415322"/>
                <a:gd name="connsiteY284" fmla="*/ 60329 h 277513"/>
                <a:gd name="connsiteX285" fmla="*/ 186217 w 415322"/>
                <a:gd name="connsiteY285" fmla="*/ 59584 h 277513"/>
                <a:gd name="connsiteX286" fmla="*/ 185802 w 415322"/>
                <a:gd name="connsiteY286" fmla="*/ 53236 h 277513"/>
                <a:gd name="connsiteX287" fmla="*/ 185473 w 415322"/>
                <a:gd name="connsiteY287" fmla="*/ 51399 h 277513"/>
                <a:gd name="connsiteX288" fmla="*/ 183241 w 415322"/>
                <a:gd name="connsiteY288" fmla="*/ 50655 h 277513"/>
                <a:gd name="connsiteX289" fmla="*/ 182729 w 415322"/>
                <a:gd name="connsiteY289" fmla="*/ 46143 h 277513"/>
                <a:gd name="connsiteX290" fmla="*/ 182581 w 415322"/>
                <a:gd name="connsiteY290" fmla="*/ 43652 h 277513"/>
                <a:gd name="connsiteX291" fmla="*/ 182496 w 415322"/>
                <a:gd name="connsiteY291" fmla="*/ 41725 h 277513"/>
                <a:gd name="connsiteX292" fmla="*/ 180264 w 415322"/>
                <a:gd name="connsiteY292" fmla="*/ 41725 h 277513"/>
                <a:gd name="connsiteX293" fmla="*/ 180264 w 415322"/>
                <a:gd name="connsiteY293" fmla="*/ 33540 h 277513"/>
                <a:gd name="connsiteX294" fmla="*/ 178032 w 415322"/>
                <a:gd name="connsiteY294" fmla="*/ 33540 h 277513"/>
                <a:gd name="connsiteX295" fmla="*/ 176543 w 415322"/>
                <a:gd name="connsiteY295" fmla="*/ 25354 h 277513"/>
                <a:gd name="connsiteX296" fmla="*/ 175055 w 415322"/>
                <a:gd name="connsiteY296" fmla="*/ 25354 h 277513"/>
                <a:gd name="connsiteX297" fmla="*/ 175055 w 415322"/>
                <a:gd name="connsiteY297" fmla="*/ 17913 h 277513"/>
                <a:gd name="connsiteX298" fmla="*/ 185473 w 415322"/>
                <a:gd name="connsiteY298" fmla="*/ 17168 h 277513"/>
                <a:gd name="connsiteX299" fmla="*/ 185473 w 415322"/>
                <a:gd name="connsiteY299" fmla="*/ 14192 h 277513"/>
                <a:gd name="connsiteX300" fmla="*/ 187726 w 415322"/>
                <a:gd name="connsiteY300" fmla="*/ 14108 h 277513"/>
                <a:gd name="connsiteX301" fmla="*/ 190636 w 415322"/>
                <a:gd name="connsiteY301" fmla="*/ 13959 h 277513"/>
                <a:gd name="connsiteX302" fmla="*/ 193539 w 415322"/>
                <a:gd name="connsiteY302" fmla="*/ 13829 h 277513"/>
                <a:gd name="connsiteX303" fmla="*/ 195891 w 415322"/>
                <a:gd name="connsiteY303" fmla="*/ 13448 h 277513"/>
                <a:gd name="connsiteX304" fmla="*/ 196635 w 415322"/>
                <a:gd name="connsiteY304" fmla="*/ 11215 h 277513"/>
                <a:gd name="connsiteX305" fmla="*/ 201054 w 415322"/>
                <a:gd name="connsiteY305" fmla="*/ 10750 h 277513"/>
                <a:gd name="connsiteX306" fmla="*/ 207053 w 415322"/>
                <a:gd name="connsiteY306" fmla="*/ 9727 h 277513"/>
                <a:gd name="connsiteX307" fmla="*/ 207053 w 415322"/>
                <a:gd name="connsiteY307" fmla="*/ 7495 h 277513"/>
                <a:gd name="connsiteX308" fmla="*/ 209443 w 415322"/>
                <a:gd name="connsiteY308" fmla="*/ 7410 h 277513"/>
                <a:gd name="connsiteX309" fmla="*/ 212541 w 415322"/>
                <a:gd name="connsiteY309" fmla="*/ 7262 h 277513"/>
                <a:gd name="connsiteX310" fmla="*/ 214117 w 415322"/>
                <a:gd name="connsiteY310" fmla="*/ 7211 h 277513"/>
                <a:gd name="connsiteX311" fmla="*/ 218215 w 415322"/>
                <a:gd name="connsiteY311" fmla="*/ 6750 h 277513"/>
                <a:gd name="connsiteX312" fmla="*/ 219704 w 415322"/>
                <a:gd name="connsiteY312" fmla="*/ 4518 h 277513"/>
                <a:gd name="connsiteX313" fmla="*/ 225006 w 415322"/>
                <a:gd name="connsiteY313" fmla="*/ 4006 h 277513"/>
                <a:gd name="connsiteX314" fmla="*/ 227895 w 415322"/>
                <a:gd name="connsiteY314" fmla="*/ 3858 h 277513"/>
                <a:gd name="connsiteX315" fmla="*/ 230121 w 415322"/>
                <a:gd name="connsiteY315" fmla="*/ 3774 h 277513"/>
                <a:gd name="connsiteX316" fmla="*/ 230121 w 415322"/>
                <a:gd name="connsiteY316" fmla="*/ 797 h 27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415322" h="277513">
                  <a:moveTo>
                    <a:pt x="230121" y="797"/>
                  </a:moveTo>
                  <a:cubicBezTo>
                    <a:pt x="231841" y="697"/>
                    <a:pt x="233562" y="625"/>
                    <a:pt x="235284" y="565"/>
                  </a:cubicBezTo>
                  <a:cubicBezTo>
                    <a:pt x="236721" y="500"/>
                    <a:pt x="236721" y="500"/>
                    <a:pt x="238188" y="434"/>
                  </a:cubicBezTo>
                  <a:cubicBezTo>
                    <a:pt x="238964" y="554"/>
                    <a:pt x="239740" y="674"/>
                    <a:pt x="240539" y="797"/>
                  </a:cubicBezTo>
                  <a:cubicBezTo>
                    <a:pt x="241100" y="2626"/>
                    <a:pt x="241100" y="2626"/>
                    <a:pt x="241284" y="4518"/>
                  </a:cubicBezTo>
                  <a:cubicBezTo>
                    <a:pt x="242020" y="4764"/>
                    <a:pt x="242757" y="5009"/>
                    <a:pt x="243516" y="5262"/>
                  </a:cubicBezTo>
                  <a:cubicBezTo>
                    <a:pt x="243734" y="6800"/>
                    <a:pt x="243734" y="6800"/>
                    <a:pt x="243656" y="8657"/>
                  </a:cubicBezTo>
                  <a:cubicBezTo>
                    <a:pt x="243635" y="9272"/>
                    <a:pt x="243615" y="9887"/>
                    <a:pt x="243595" y="10521"/>
                  </a:cubicBezTo>
                  <a:cubicBezTo>
                    <a:pt x="243556" y="11233"/>
                    <a:pt x="243556" y="11233"/>
                    <a:pt x="243516" y="11959"/>
                  </a:cubicBezTo>
                  <a:cubicBezTo>
                    <a:pt x="244253" y="11959"/>
                    <a:pt x="244989" y="11959"/>
                    <a:pt x="245748" y="11959"/>
                  </a:cubicBezTo>
                  <a:cubicBezTo>
                    <a:pt x="246240" y="13236"/>
                    <a:pt x="246240" y="13236"/>
                    <a:pt x="246539" y="14890"/>
                  </a:cubicBezTo>
                  <a:cubicBezTo>
                    <a:pt x="246811" y="16503"/>
                    <a:pt x="246811" y="16503"/>
                    <a:pt x="247237" y="17913"/>
                  </a:cubicBezTo>
                  <a:cubicBezTo>
                    <a:pt x="247728" y="18158"/>
                    <a:pt x="248219" y="18404"/>
                    <a:pt x="248725" y="18657"/>
                  </a:cubicBezTo>
                  <a:cubicBezTo>
                    <a:pt x="248988" y="20387"/>
                    <a:pt x="249055" y="22095"/>
                    <a:pt x="249141" y="23842"/>
                  </a:cubicBezTo>
                  <a:cubicBezTo>
                    <a:pt x="249249" y="24341"/>
                    <a:pt x="249357" y="24840"/>
                    <a:pt x="249469" y="25354"/>
                  </a:cubicBezTo>
                  <a:cubicBezTo>
                    <a:pt x="250206" y="25600"/>
                    <a:pt x="250943" y="25845"/>
                    <a:pt x="251702" y="26098"/>
                  </a:cubicBezTo>
                  <a:cubicBezTo>
                    <a:pt x="252030" y="27447"/>
                    <a:pt x="252030" y="27447"/>
                    <a:pt x="252120" y="29075"/>
                  </a:cubicBezTo>
                  <a:cubicBezTo>
                    <a:pt x="252184" y="30662"/>
                    <a:pt x="252184" y="30662"/>
                    <a:pt x="252446" y="32051"/>
                  </a:cubicBezTo>
                  <a:cubicBezTo>
                    <a:pt x="252937" y="32297"/>
                    <a:pt x="253428" y="32542"/>
                    <a:pt x="253934" y="32795"/>
                  </a:cubicBezTo>
                  <a:cubicBezTo>
                    <a:pt x="254102" y="34303"/>
                    <a:pt x="254264" y="35813"/>
                    <a:pt x="254350" y="37327"/>
                  </a:cubicBezTo>
                  <a:cubicBezTo>
                    <a:pt x="254577" y="39049"/>
                    <a:pt x="254577" y="39049"/>
                    <a:pt x="256911" y="40237"/>
                  </a:cubicBezTo>
                  <a:cubicBezTo>
                    <a:pt x="257291" y="42173"/>
                    <a:pt x="257291" y="42173"/>
                    <a:pt x="257422" y="44423"/>
                  </a:cubicBezTo>
                  <a:cubicBezTo>
                    <a:pt x="257471" y="45169"/>
                    <a:pt x="257520" y="45915"/>
                    <a:pt x="257570" y="46684"/>
                  </a:cubicBezTo>
                  <a:cubicBezTo>
                    <a:pt x="257598" y="47258"/>
                    <a:pt x="257626" y="47831"/>
                    <a:pt x="257655" y="48422"/>
                  </a:cubicBezTo>
                  <a:cubicBezTo>
                    <a:pt x="258391" y="48422"/>
                    <a:pt x="259128" y="48422"/>
                    <a:pt x="259887" y="48422"/>
                  </a:cubicBezTo>
                  <a:cubicBezTo>
                    <a:pt x="259924" y="48897"/>
                    <a:pt x="259960" y="49372"/>
                    <a:pt x="259998" y="49861"/>
                  </a:cubicBezTo>
                  <a:cubicBezTo>
                    <a:pt x="260081" y="50784"/>
                    <a:pt x="260081" y="50784"/>
                    <a:pt x="260166" y="51724"/>
                  </a:cubicBezTo>
                  <a:cubicBezTo>
                    <a:pt x="260218" y="52337"/>
                    <a:pt x="260270" y="52950"/>
                    <a:pt x="260323" y="53582"/>
                  </a:cubicBezTo>
                  <a:cubicBezTo>
                    <a:pt x="260425" y="54089"/>
                    <a:pt x="260526" y="54597"/>
                    <a:pt x="260631" y="55120"/>
                  </a:cubicBezTo>
                  <a:cubicBezTo>
                    <a:pt x="261122" y="55365"/>
                    <a:pt x="261614" y="55611"/>
                    <a:pt x="262120" y="55864"/>
                  </a:cubicBezTo>
                  <a:cubicBezTo>
                    <a:pt x="262365" y="59056"/>
                    <a:pt x="262611" y="62248"/>
                    <a:pt x="262864" y="65538"/>
                  </a:cubicBezTo>
                  <a:cubicBezTo>
                    <a:pt x="317625" y="65538"/>
                    <a:pt x="372386" y="65538"/>
                    <a:pt x="428807" y="65538"/>
                  </a:cubicBezTo>
                  <a:cubicBezTo>
                    <a:pt x="428807" y="103846"/>
                    <a:pt x="428807" y="142154"/>
                    <a:pt x="428807" y="181623"/>
                  </a:cubicBezTo>
                  <a:cubicBezTo>
                    <a:pt x="408179" y="181623"/>
                    <a:pt x="387552" y="181623"/>
                    <a:pt x="366299" y="181623"/>
                  </a:cubicBezTo>
                  <a:cubicBezTo>
                    <a:pt x="366299" y="165416"/>
                    <a:pt x="366299" y="149209"/>
                    <a:pt x="366299" y="132510"/>
                  </a:cubicBezTo>
                  <a:cubicBezTo>
                    <a:pt x="365194" y="133247"/>
                    <a:pt x="365194" y="133247"/>
                    <a:pt x="364067" y="133999"/>
                  </a:cubicBezTo>
                  <a:cubicBezTo>
                    <a:pt x="362537" y="134193"/>
                    <a:pt x="362537" y="134193"/>
                    <a:pt x="360747" y="134206"/>
                  </a:cubicBezTo>
                  <a:cubicBezTo>
                    <a:pt x="360068" y="134214"/>
                    <a:pt x="359389" y="134222"/>
                    <a:pt x="358689" y="134231"/>
                  </a:cubicBezTo>
                  <a:cubicBezTo>
                    <a:pt x="357574" y="134233"/>
                    <a:pt x="357574" y="134233"/>
                    <a:pt x="356436" y="134236"/>
                  </a:cubicBezTo>
                  <a:cubicBezTo>
                    <a:pt x="355260" y="134247"/>
                    <a:pt x="355260" y="134247"/>
                    <a:pt x="354060" y="134258"/>
                  </a:cubicBezTo>
                  <a:cubicBezTo>
                    <a:pt x="351463" y="134281"/>
                    <a:pt x="348866" y="134294"/>
                    <a:pt x="346268" y="134307"/>
                  </a:cubicBezTo>
                  <a:cubicBezTo>
                    <a:pt x="344470" y="134321"/>
                    <a:pt x="342671" y="134335"/>
                    <a:pt x="340872" y="134350"/>
                  </a:cubicBezTo>
                  <a:cubicBezTo>
                    <a:pt x="336134" y="134389"/>
                    <a:pt x="331396" y="134418"/>
                    <a:pt x="326658" y="134446"/>
                  </a:cubicBezTo>
                  <a:cubicBezTo>
                    <a:pt x="321825" y="134475"/>
                    <a:pt x="316992" y="134513"/>
                    <a:pt x="312159" y="134551"/>
                  </a:cubicBezTo>
                  <a:cubicBezTo>
                    <a:pt x="302672" y="134623"/>
                    <a:pt x="293186" y="134686"/>
                    <a:pt x="283700" y="134743"/>
                  </a:cubicBezTo>
                  <a:cubicBezTo>
                    <a:pt x="285413" y="136648"/>
                    <a:pt x="285413" y="136648"/>
                    <a:pt x="287885" y="137301"/>
                  </a:cubicBezTo>
                  <a:cubicBezTo>
                    <a:pt x="288469" y="137439"/>
                    <a:pt x="289052" y="137577"/>
                    <a:pt x="289653" y="137719"/>
                  </a:cubicBezTo>
                  <a:cubicBezTo>
                    <a:pt x="289729" y="138226"/>
                    <a:pt x="289806" y="138732"/>
                    <a:pt x="289885" y="139254"/>
                  </a:cubicBezTo>
                  <a:cubicBezTo>
                    <a:pt x="290054" y="139730"/>
                    <a:pt x="290223" y="140206"/>
                    <a:pt x="290397" y="140696"/>
                  </a:cubicBezTo>
                  <a:cubicBezTo>
                    <a:pt x="291921" y="140696"/>
                    <a:pt x="293447" y="140689"/>
                    <a:pt x="294969" y="140606"/>
                  </a:cubicBezTo>
                  <a:cubicBezTo>
                    <a:pt x="295425" y="140635"/>
                    <a:pt x="295881" y="140665"/>
                    <a:pt x="296350" y="140696"/>
                  </a:cubicBezTo>
                  <a:cubicBezTo>
                    <a:pt x="297187" y="142138"/>
                    <a:pt x="297187" y="142138"/>
                    <a:pt x="297838" y="143672"/>
                  </a:cubicBezTo>
                  <a:cubicBezTo>
                    <a:pt x="300115" y="144279"/>
                    <a:pt x="300115" y="144279"/>
                    <a:pt x="302303" y="144416"/>
                  </a:cubicBezTo>
                  <a:cubicBezTo>
                    <a:pt x="302303" y="145399"/>
                    <a:pt x="302303" y="146381"/>
                    <a:pt x="302303" y="147393"/>
                  </a:cubicBezTo>
                  <a:cubicBezTo>
                    <a:pt x="303147" y="147316"/>
                    <a:pt x="303991" y="147240"/>
                    <a:pt x="304861" y="147160"/>
                  </a:cubicBezTo>
                  <a:cubicBezTo>
                    <a:pt x="306173" y="147276"/>
                    <a:pt x="306173" y="147276"/>
                    <a:pt x="307512" y="147393"/>
                  </a:cubicBezTo>
                  <a:cubicBezTo>
                    <a:pt x="307760" y="148633"/>
                    <a:pt x="308008" y="149874"/>
                    <a:pt x="308256" y="151114"/>
                  </a:cubicBezTo>
                  <a:cubicBezTo>
                    <a:pt x="309992" y="151145"/>
                    <a:pt x="311729" y="151145"/>
                    <a:pt x="313465" y="151114"/>
                  </a:cubicBezTo>
                  <a:cubicBezTo>
                    <a:pt x="313884" y="152556"/>
                    <a:pt x="313884" y="152556"/>
                    <a:pt x="314209" y="154090"/>
                  </a:cubicBezTo>
                  <a:cubicBezTo>
                    <a:pt x="315692" y="154368"/>
                    <a:pt x="317181" y="154617"/>
                    <a:pt x="318674" y="154834"/>
                  </a:cubicBezTo>
                  <a:cubicBezTo>
                    <a:pt x="318920" y="155571"/>
                    <a:pt x="319165" y="156308"/>
                    <a:pt x="319418" y="157067"/>
                  </a:cubicBezTo>
                  <a:cubicBezTo>
                    <a:pt x="320708" y="157228"/>
                    <a:pt x="320708" y="157228"/>
                    <a:pt x="322023" y="157392"/>
                  </a:cubicBezTo>
                  <a:cubicBezTo>
                    <a:pt x="322882" y="157531"/>
                    <a:pt x="323742" y="157669"/>
                    <a:pt x="324627" y="157811"/>
                  </a:cubicBezTo>
                  <a:cubicBezTo>
                    <a:pt x="324904" y="158796"/>
                    <a:pt x="325153" y="159788"/>
                    <a:pt x="325372" y="160788"/>
                  </a:cubicBezTo>
                  <a:cubicBezTo>
                    <a:pt x="327616" y="161399"/>
                    <a:pt x="327616" y="161399"/>
                    <a:pt x="329836" y="161532"/>
                  </a:cubicBezTo>
                  <a:cubicBezTo>
                    <a:pt x="329836" y="162514"/>
                    <a:pt x="329836" y="163496"/>
                    <a:pt x="329836" y="164508"/>
                  </a:cubicBezTo>
                  <a:cubicBezTo>
                    <a:pt x="330680" y="164447"/>
                    <a:pt x="331525" y="164385"/>
                    <a:pt x="332394" y="164322"/>
                  </a:cubicBezTo>
                  <a:cubicBezTo>
                    <a:pt x="333269" y="164384"/>
                    <a:pt x="334144" y="164445"/>
                    <a:pt x="335045" y="164508"/>
                  </a:cubicBezTo>
                  <a:cubicBezTo>
                    <a:pt x="335464" y="165950"/>
                    <a:pt x="335464" y="165950"/>
                    <a:pt x="335789" y="167485"/>
                  </a:cubicBezTo>
                  <a:cubicBezTo>
                    <a:pt x="337277" y="167738"/>
                    <a:pt x="338765" y="167986"/>
                    <a:pt x="340254" y="168229"/>
                  </a:cubicBezTo>
                  <a:cubicBezTo>
                    <a:pt x="340775" y="169209"/>
                    <a:pt x="341272" y="170201"/>
                    <a:pt x="341743" y="171206"/>
                  </a:cubicBezTo>
                  <a:cubicBezTo>
                    <a:pt x="342372" y="171328"/>
                    <a:pt x="343001" y="171451"/>
                    <a:pt x="343649" y="171578"/>
                  </a:cubicBezTo>
                  <a:cubicBezTo>
                    <a:pt x="344248" y="171700"/>
                    <a:pt x="344847" y="171823"/>
                    <a:pt x="345463" y="171950"/>
                  </a:cubicBezTo>
                  <a:cubicBezTo>
                    <a:pt x="345586" y="172456"/>
                    <a:pt x="345709" y="172963"/>
                    <a:pt x="345835" y="173484"/>
                  </a:cubicBezTo>
                  <a:cubicBezTo>
                    <a:pt x="345958" y="173960"/>
                    <a:pt x="346081" y="174436"/>
                    <a:pt x="346207" y="174926"/>
                  </a:cubicBezTo>
                  <a:cubicBezTo>
                    <a:pt x="347447" y="174957"/>
                    <a:pt x="348688" y="174957"/>
                    <a:pt x="349928" y="174926"/>
                  </a:cubicBezTo>
                  <a:cubicBezTo>
                    <a:pt x="350174" y="175663"/>
                    <a:pt x="350419" y="176400"/>
                    <a:pt x="350672" y="177159"/>
                  </a:cubicBezTo>
                  <a:cubicBezTo>
                    <a:pt x="351532" y="177404"/>
                    <a:pt x="352391" y="177650"/>
                    <a:pt x="353277" y="177903"/>
                  </a:cubicBezTo>
                  <a:cubicBezTo>
                    <a:pt x="354136" y="178148"/>
                    <a:pt x="354996" y="178394"/>
                    <a:pt x="355881" y="178647"/>
                  </a:cubicBezTo>
                  <a:cubicBezTo>
                    <a:pt x="356127" y="179384"/>
                    <a:pt x="356372" y="180120"/>
                    <a:pt x="356625" y="180879"/>
                  </a:cubicBezTo>
                  <a:cubicBezTo>
                    <a:pt x="357239" y="181125"/>
                    <a:pt x="357853" y="181370"/>
                    <a:pt x="358486" y="181623"/>
                  </a:cubicBezTo>
                  <a:cubicBezTo>
                    <a:pt x="359100" y="181869"/>
                    <a:pt x="359714" y="182115"/>
                    <a:pt x="360346" y="182368"/>
                  </a:cubicBezTo>
                  <a:cubicBezTo>
                    <a:pt x="360592" y="183104"/>
                    <a:pt x="360837" y="183841"/>
                    <a:pt x="361090" y="184600"/>
                  </a:cubicBezTo>
                  <a:cubicBezTo>
                    <a:pt x="361689" y="184707"/>
                    <a:pt x="362287" y="184815"/>
                    <a:pt x="362904" y="184926"/>
                  </a:cubicBezTo>
                  <a:cubicBezTo>
                    <a:pt x="363533" y="185064"/>
                    <a:pt x="364163" y="185202"/>
                    <a:pt x="364811" y="185344"/>
                  </a:cubicBezTo>
                  <a:cubicBezTo>
                    <a:pt x="365307" y="186336"/>
                    <a:pt x="365803" y="187329"/>
                    <a:pt x="366299" y="188321"/>
                  </a:cubicBezTo>
                  <a:cubicBezTo>
                    <a:pt x="367535" y="188592"/>
                    <a:pt x="368775" y="188841"/>
                    <a:pt x="370020" y="189065"/>
                  </a:cubicBezTo>
                  <a:cubicBezTo>
                    <a:pt x="370266" y="189802"/>
                    <a:pt x="370511" y="190538"/>
                    <a:pt x="370764" y="191297"/>
                  </a:cubicBezTo>
                  <a:cubicBezTo>
                    <a:pt x="371378" y="191420"/>
                    <a:pt x="371992" y="191543"/>
                    <a:pt x="372624" y="191669"/>
                  </a:cubicBezTo>
                  <a:cubicBezTo>
                    <a:pt x="373238" y="191792"/>
                    <a:pt x="373852" y="191915"/>
                    <a:pt x="374485" y="192041"/>
                  </a:cubicBezTo>
                  <a:cubicBezTo>
                    <a:pt x="374730" y="192778"/>
                    <a:pt x="374976" y="193515"/>
                    <a:pt x="375229" y="194274"/>
                  </a:cubicBezTo>
                  <a:cubicBezTo>
                    <a:pt x="375981" y="194504"/>
                    <a:pt x="376733" y="194734"/>
                    <a:pt x="377508" y="194972"/>
                  </a:cubicBezTo>
                  <a:cubicBezTo>
                    <a:pt x="378229" y="195232"/>
                    <a:pt x="378951" y="195493"/>
                    <a:pt x="379694" y="195762"/>
                  </a:cubicBezTo>
                  <a:cubicBezTo>
                    <a:pt x="379694" y="196744"/>
                    <a:pt x="379694" y="197727"/>
                    <a:pt x="379694" y="198739"/>
                  </a:cubicBezTo>
                  <a:cubicBezTo>
                    <a:pt x="380277" y="198662"/>
                    <a:pt x="380860" y="198585"/>
                    <a:pt x="381461" y="198506"/>
                  </a:cubicBezTo>
                  <a:cubicBezTo>
                    <a:pt x="382106" y="198583"/>
                    <a:pt x="382750" y="198660"/>
                    <a:pt x="383414" y="198739"/>
                  </a:cubicBezTo>
                  <a:cubicBezTo>
                    <a:pt x="383760" y="199660"/>
                    <a:pt x="383760" y="199660"/>
                    <a:pt x="384112" y="200599"/>
                  </a:cubicBezTo>
                  <a:cubicBezTo>
                    <a:pt x="384373" y="201213"/>
                    <a:pt x="384634" y="201827"/>
                    <a:pt x="384903" y="202459"/>
                  </a:cubicBezTo>
                  <a:cubicBezTo>
                    <a:pt x="387198" y="202770"/>
                    <a:pt x="387198" y="202770"/>
                    <a:pt x="389368" y="202459"/>
                  </a:cubicBezTo>
                  <a:cubicBezTo>
                    <a:pt x="389368" y="203442"/>
                    <a:pt x="389368" y="204424"/>
                    <a:pt x="389368" y="205436"/>
                  </a:cubicBezTo>
                  <a:cubicBezTo>
                    <a:pt x="390600" y="205720"/>
                    <a:pt x="391842" y="205967"/>
                    <a:pt x="393088" y="206180"/>
                  </a:cubicBezTo>
                  <a:cubicBezTo>
                    <a:pt x="393334" y="206917"/>
                    <a:pt x="393579" y="207654"/>
                    <a:pt x="393832" y="208413"/>
                  </a:cubicBezTo>
                  <a:cubicBezTo>
                    <a:pt x="395068" y="208920"/>
                    <a:pt x="396309" y="209415"/>
                    <a:pt x="397553" y="209901"/>
                  </a:cubicBezTo>
                  <a:cubicBezTo>
                    <a:pt x="398044" y="210638"/>
                    <a:pt x="398535" y="211374"/>
                    <a:pt x="399041" y="212133"/>
                  </a:cubicBezTo>
                  <a:cubicBezTo>
                    <a:pt x="399778" y="212379"/>
                    <a:pt x="400515" y="212624"/>
                    <a:pt x="401274" y="212877"/>
                  </a:cubicBezTo>
                  <a:cubicBezTo>
                    <a:pt x="401519" y="213614"/>
                    <a:pt x="401765" y="214351"/>
                    <a:pt x="402018" y="215110"/>
                  </a:cubicBezTo>
                  <a:cubicBezTo>
                    <a:pt x="402617" y="215217"/>
                    <a:pt x="403215" y="215325"/>
                    <a:pt x="403832" y="215435"/>
                  </a:cubicBezTo>
                  <a:cubicBezTo>
                    <a:pt x="404461" y="215574"/>
                    <a:pt x="405090" y="215712"/>
                    <a:pt x="405739" y="215854"/>
                  </a:cubicBezTo>
                  <a:cubicBezTo>
                    <a:pt x="406576" y="217342"/>
                    <a:pt x="406576" y="217342"/>
                    <a:pt x="407227" y="218831"/>
                  </a:cubicBezTo>
                  <a:cubicBezTo>
                    <a:pt x="407964" y="219076"/>
                    <a:pt x="408700" y="219322"/>
                    <a:pt x="409459" y="219575"/>
                  </a:cubicBezTo>
                  <a:cubicBezTo>
                    <a:pt x="409705" y="220311"/>
                    <a:pt x="409951" y="221048"/>
                    <a:pt x="410204" y="221807"/>
                  </a:cubicBezTo>
                  <a:cubicBezTo>
                    <a:pt x="411441" y="222309"/>
                    <a:pt x="412682" y="222804"/>
                    <a:pt x="413924" y="223295"/>
                  </a:cubicBezTo>
                  <a:cubicBezTo>
                    <a:pt x="414945" y="224258"/>
                    <a:pt x="415942" y="225247"/>
                    <a:pt x="416901" y="226272"/>
                  </a:cubicBezTo>
                  <a:cubicBezTo>
                    <a:pt x="417392" y="226517"/>
                    <a:pt x="417883" y="226763"/>
                    <a:pt x="418389" y="227016"/>
                  </a:cubicBezTo>
                  <a:cubicBezTo>
                    <a:pt x="418697" y="229042"/>
                    <a:pt x="418697" y="229042"/>
                    <a:pt x="418854" y="231527"/>
                  </a:cubicBezTo>
                  <a:cubicBezTo>
                    <a:pt x="418910" y="232350"/>
                    <a:pt x="418965" y="233172"/>
                    <a:pt x="419023" y="234019"/>
                  </a:cubicBezTo>
                  <a:cubicBezTo>
                    <a:pt x="419059" y="234655"/>
                    <a:pt x="419096" y="235290"/>
                    <a:pt x="419133" y="235946"/>
                  </a:cubicBezTo>
                  <a:cubicBezTo>
                    <a:pt x="418538" y="235907"/>
                    <a:pt x="417942" y="235869"/>
                    <a:pt x="417328" y="235829"/>
                  </a:cubicBezTo>
                  <a:cubicBezTo>
                    <a:pt x="416380" y="235887"/>
                    <a:pt x="416380" y="235887"/>
                    <a:pt x="415413" y="235946"/>
                  </a:cubicBezTo>
                  <a:cubicBezTo>
                    <a:pt x="414495" y="237774"/>
                    <a:pt x="414495" y="237774"/>
                    <a:pt x="413924" y="239666"/>
                  </a:cubicBezTo>
                  <a:cubicBezTo>
                    <a:pt x="413433" y="239666"/>
                    <a:pt x="412942" y="239666"/>
                    <a:pt x="412436" y="239666"/>
                  </a:cubicBezTo>
                  <a:cubicBezTo>
                    <a:pt x="412298" y="240357"/>
                    <a:pt x="412298" y="240357"/>
                    <a:pt x="412157" y="241062"/>
                  </a:cubicBezTo>
                  <a:cubicBezTo>
                    <a:pt x="412003" y="241584"/>
                    <a:pt x="411850" y="242105"/>
                    <a:pt x="411692" y="242643"/>
                  </a:cubicBezTo>
                  <a:cubicBezTo>
                    <a:pt x="410712" y="243163"/>
                    <a:pt x="409720" y="243660"/>
                    <a:pt x="408715" y="244131"/>
                  </a:cubicBezTo>
                  <a:cubicBezTo>
                    <a:pt x="408470" y="244868"/>
                    <a:pt x="408224" y="245605"/>
                    <a:pt x="407971" y="246364"/>
                  </a:cubicBezTo>
                  <a:cubicBezTo>
                    <a:pt x="406979" y="246612"/>
                    <a:pt x="405987" y="246860"/>
                    <a:pt x="404995" y="247108"/>
                  </a:cubicBezTo>
                  <a:cubicBezTo>
                    <a:pt x="404749" y="247845"/>
                    <a:pt x="404503" y="248581"/>
                    <a:pt x="404250" y="249340"/>
                  </a:cubicBezTo>
                  <a:cubicBezTo>
                    <a:pt x="403744" y="249448"/>
                    <a:pt x="403237" y="249555"/>
                    <a:pt x="402716" y="249666"/>
                  </a:cubicBezTo>
                  <a:cubicBezTo>
                    <a:pt x="402240" y="249804"/>
                    <a:pt x="401764" y="249942"/>
                    <a:pt x="401274" y="250084"/>
                  </a:cubicBezTo>
                  <a:cubicBezTo>
                    <a:pt x="401274" y="251067"/>
                    <a:pt x="401274" y="252049"/>
                    <a:pt x="401274" y="253061"/>
                  </a:cubicBezTo>
                  <a:cubicBezTo>
                    <a:pt x="400537" y="253307"/>
                    <a:pt x="399800" y="253552"/>
                    <a:pt x="399041" y="253805"/>
                  </a:cubicBezTo>
                  <a:cubicBezTo>
                    <a:pt x="398533" y="254791"/>
                    <a:pt x="398038" y="255784"/>
                    <a:pt x="397553" y="256782"/>
                  </a:cubicBezTo>
                  <a:cubicBezTo>
                    <a:pt x="396294" y="257971"/>
                    <a:pt x="396294" y="257971"/>
                    <a:pt x="394902" y="259061"/>
                  </a:cubicBezTo>
                  <a:cubicBezTo>
                    <a:pt x="392944" y="260596"/>
                    <a:pt x="392415" y="261033"/>
                    <a:pt x="391600" y="263479"/>
                  </a:cubicBezTo>
                  <a:cubicBezTo>
                    <a:pt x="390608" y="263727"/>
                    <a:pt x="389616" y="263975"/>
                    <a:pt x="388623" y="264223"/>
                  </a:cubicBezTo>
                  <a:cubicBezTo>
                    <a:pt x="388378" y="264960"/>
                    <a:pt x="388132" y="265697"/>
                    <a:pt x="387879" y="266456"/>
                  </a:cubicBezTo>
                  <a:cubicBezTo>
                    <a:pt x="387373" y="266563"/>
                    <a:pt x="386866" y="266670"/>
                    <a:pt x="386345" y="266781"/>
                  </a:cubicBezTo>
                  <a:cubicBezTo>
                    <a:pt x="385869" y="266919"/>
                    <a:pt x="385393" y="267057"/>
                    <a:pt x="384903" y="267200"/>
                  </a:cubicBezTo>
                  <a:cubicBezTo>
                    <a:pt x="384903" y="268182"/>
                    <a:pt x="384903" y="269164"/>
                    <a:pt x="384903" y="270176"/>
                  </a:cubicBezTo>
                  <a:cubicBezTo>
                    <a:pt x="384166" y="270422"/>
                    <a:pt x="383429" y="270667"/>
                    <a:pt x="382670" y="270920"/>
                  </a:cubicBezTo>
                  <a:cubicBezTo>
                    <a:pt x="381038" y="273129"/>
                    <a:pt x="379820" y="275007"/>
                    <a:pt x="378950" y="277618"/>
                  </a:cubicBezTo>
                  <a:cubicBezTo>
                    <a:pt x="376947" y="278097"/>
                    <a:pt x="375012" y="278016"/>
                    <a:pt x="372997" y="277618"/>
                  </a:cubicBezTo>
                  <a:cubicBezTo>
                    <a:pt x="372438" y="276315"/>
                    <a:pt x="372438" y="276315"/>
                    <a:pt x="372252" y="274641"/>
                  </a:cubicBezTo>
                  <a:cubicBezTo>
                    <a:pt x="371275" y="273634"/>
                    <a:pt x="370284" y="272640"/>
                    <a:pt x="369276" y="271665"/>
                  </a:cubicBezTo>
                  <a:cubicBezTo>
                    <a:pt x="369276" y="271173"/>
                    <a:pt x="369276" y="270682"/>
                    <a:pt x="369276" y="270176"/>
                  </a:cubicBezTo>
                  <a:cubicBezTo>
                    <a:pt x="368294" y="270176"/>
                    <a:pt x="367311" y="270176"/>
                    <a:pt x="366299" y="270176"/>
                  </a:cubicBezTo>
                  <a:cubicBezTo>
                    <a:pt x="366299" y="269194"/>
                    <a:pt x="366299" y="268212"/>
                    <a:pt x="366299" y="267200"/>
                  </a:cubicBezTo>
                  <a:cubicBezTo>
                    <a:pt x="365317" y="267200"/>
                    <a:pt x="364335" y="267200"/>
                    <a:pt x="363323" y="267200"/>
                  </a:cubicBezTo>
                  <a:cubicBezTo>
                    <a:pt x="363215" y="266724"/>
                    <a:pt x="363108" y="266248"/>
                    <a:pt x="362997" y="265758"/>
                  </a:cubicBezTo>
                  <a:cubicBezTo>
                    <a:pt x="362859" y="265251"/>
                    <a:pt x="362721" y="264745"/>
                    <a:pt x="362579" y="264223"/>
                  </a:cubicBezTo>
                  <a:cubicBezTo>
                    <a:pt x="361949" y="264100"/>
                    <a:pt x="361320" y="263978"/>
                    <a:pt x="360672" y="263851"/>
                  </a:cubicBezTo>
                  <a:cubicBezTo>
                    <a:pt x="360073" y="263728"/>
                    <a:pt x="359475" y="263605"/>
                    <a:pt x="358858" y="263479"/>
                  </a:cubicBezTo>
                  <a:cubicBezTo>
                    <a:pt x="358858" y="262497"/>
                    <a:pt x="358858" y="261514"/>
                    <a:pt x="358858" y="260502"/>
                  </a:cubicBezTo>
                  <a:cubicBezTo>
                    <a:pt x="357410" y="260063"/>
                    <a:pt x="357410" y="260063"/>
                    <a:pt x="355881" y="259758"/>
                  </a:cubicBezTo>
                  <a:cubicBezTo>
                    <a:pt x="355636" y="259022"/>
                    <a:pt x="355390" y="258285"/>
                    <a:pt x="355137" y="257526"/>
                  </a:cubicBezTo>
                  <a:cubicBezTo>
                    <a:pt x="354539" y="257418"/>
                    <a:pt x="353940" y="257311"/>
                    <a:pt x="353323" y="257200"/>
                  </a:cubicBezTo>
                  <a:cubicBezTo>
                    <a:pt x="352694" y="257062"/>
                    <a:pt x="352065" y="256924"/>
                    <a:pt x="351416" y="256782"/>
                  </a:cubicBezTo>
                  <a:cubicBezTo>
                    <a:pt x="350579" y="255293"/>
                    <a:pt x="350579" y="255293"/>
                    <a:pt x="349928" y="253805"/>
                  </a:cubicBezTo>
                  <a:cubicBezTo>
                    <a:pt x="349191" y="253560"/>
                    <a:pt x="348455" y="253314"/>
                    <a:pt x="347696" y="253061"/>
                  </a:cubicBezTo>
                  <a:cubicBezTo>
                    <a:pt x="347450" y="252324"/>
                    <a:pt x="347205" y="251588"/>
                    <a:pt x="346952" y="250829"/>
                  </a:cubicBezTo>
                  <a:cubicBezTo>
                    <a:pt x="346353" y="250721"/>
                    <a:pt x="345754" y="250614"/>
                    <a:pt x="345138" y="250503"/>
                  </a:cubicBezTo>
                  <a:cubicBezTo>
                    <a:pt x="344508" y="250365"/>
                    <a:pt x="343879" y="250227"/>
                    <a:pt x="343231" y="250084"/>
                  </a:cubicBezTo>
                  <a:cubicBezTo>
                    <a:pt x="342710" y="249105"/>
                    <a:pt x="342213" y="248112"/>
                    <a:pt x="341743" y="247108"/>
                  </a:cubicBezTo>
                  <a:cubicBezTo>
                    <a:pt x="340756" y="246839"/>
                    <a:pt x="339764" y="246589"/>
                    <a:pt x="338766" y="246364"/>
                  </a:cubicBezTo>
                  <a:cubicBezTo>
                    <a:pt x="338520" y="245627"/>
                    <a:pt x="338275" y="244890"/>
                    <a:pt x="338022" y="244131"/>
                  </a:cubicBezTo>
                  <a:cubicBezTo>
                    <a:pt x="337408" y="243886"/>
                    <a:pt x="336794" y="243640"/>
                    <a:pt x="336162" y="243387"/>
                  </a:cubicBezTo>
                  <a:cubicBezTo>
                    <a:pt x="335548" y="243142"/>
                    <a:pt x="334934" y="242896"/>
                    <a:pt x="334301" y="242643"/>
                  </a:cubicBezTo>
                  <a:cubicBezTo>
                    <a:pt x="334056" y="241906"/>
                    <a:pt x="333810" y="241170"/>
                    <a:pt x="333557" y="240411"/>
                  </a:cubicBezTo>
                  <a:cubicBezTo>
                    <a:pt x="332943" y="240288"/>
                    <a:pt x="332329" y="240165"/>
                    <a:pt x="331697" y="240039"/>
                  </a:cubicBezTo>
                  <a:cubicBezTo>
                    <a:pt x="331083" y="239916"/>
                    <a:pt x="330469" y="239793"/>
                    <a:pt x="329836" y="239666"/>
                  </a:cubicBezTo>
                  <a:cubicBezTo>
                    <a:pt x="329591" y="238930"/>
                    <a:pt x="329345" y="238193"/>
                    <a:pt x="329092" y="237434"/>
                  </a:cubicBezTo>
                  <a:cubicBezTo>
                    <a:pt x="328478" y="237188"/>
                    <a:pt x="327864" y="236943"/>
                    <a:pt x="327232" y="236690"/>
                  </a:cubicBezTo>
                  <a:cubicBezTo>
                    <a:pt x="326618" y="236444"/>
                    <a:pt x="326004" y="236199"/>
                    <a:pt x="325372" y="235946"/>
                  </a:cubicBezTo>
                  <a:cubicBezTo>
                    <a:pt x="325126" y="235209"/>
                    <a:pt x="324880" y="234472"/>
                    <a:pt x="324627" y="233713"/>
                  </a:cubicBezTo>
                  <a:cubicBezTo>
                    <a:pt x="324013" y="233606"/>
                    <a:pt x="323400" y="233498"/>
                    <a:pt x="322767" y="233388"/>
                  </a:cubicBezTo>
                  <a:cubicBezTo>
                    <a:pt x="322153" y="233250"/>
                    <a:pt x="321539" y="233112"/>
                    <a:pt x="320907" y="232969"/>
                  </a:cubicBezTo>
                  <a:cubicBezTo>
                    <a:pt x="320659" y="231977"/>
                    <a:pt x="320411" y="230985"/>
                    <a:pt x="320163" y="229993"/>
                  </a:cubicBezTo>
                  <a:cubicBezTo>
                    <a:pt x="318929" y="229715"/>
                    <a:pt x="317688" y="229467"/>
                    <a:pt x="316442" y="229248"/>
                  </a:cubicBezTo>
                  <a:cubicBezTo>
                    <a:pt x="316196" y="228512"/>
                    <a:pt x="315951" y="227775"/>
                    <a:pt x="315698" y="227016"/>
                  </a:cubicBezTo>
                  <a:cubicBezTo>
                    <a:pt x="315084" y="226909"/>
                    <a:pt x="314470" y="226801"/>
                    <a:pt x="313837" y="226691"/>
                  </a:cubicBezTo>
                  <a:cubicBezTo>
                    <a:pt x="313223" y="226552"/>
                    <a:pt x="312609" y="226414"/>
                    <a:pt x="311977" y="226272"/>
                  </a:cubicBezTo>
                  <a:cubicBezTo>
                    <a:pt x="311870" y="225781"/>
                    <a:pt x="311762" y="225290"/>
                    <a:pt x="311651" y="224784"/>
                  </a:cubicBezTo>
                  <a:cubicBezTo>
                    <a:pt x="311513" y="224293"/>
                    <a:pt x="311375" y="223801"/>
                    <a:pt x="311233" y="223295"/>
                  </a:cubicBezTo>
                  <a:cubicBezTo>
                    <a:pt x="310496" y="223173"/>
                    <a:pt x="309759" y="223050"/>
                    <a:pt x="309000" y="222923"/>
                  </a:cubicBezTo>
                  <a:cubicBezTo>
                    <a:pt x="308264" y="222801"/>
                    <a:pt x="307527" y="222678"/>
                    <a:pt x="306768" y="222551"/>
                  </a:cubicBezTo>
                  <a:cubicBezTo>
                    <a:pt x="306645" y="222045"/>
                    <a:pt x="306522" y="221538"/>
                    <a:pt x="306396" y="221016"/>
                  </a:cubicBezTo>
                  <a:cubicBezTo>
                    <a:pt x="306273" y="220541"/>
                    <a:pt x="306150" y="220065"/>
                    <a:pt x="306024" y="219575"/>
                  </a:cubicBezTo>
                  <a:cubicBezTo>
                    <a:pt x="305287" y="219575"/>
                    <a:pt x="304550" y="219575"/>
                    <a:pt x="303791" y="219575"/>
                  </a:cubicBezTo>
                  <a:cubicBezTo>
                    <a:pt x="303055" y="219575"/>
                    <a:pt x="302318" y="219575"/>
                    <a:pt x="301559" y="219575"/>
                  </a:cubicBezTo>
                  <a:cubicBezTo>
                    <a:pt x="301140" y="218133"/>
                    <a:pt x="301140" y="218133"/>
                    <a:pt x="300815" y="216598"/>
                  </a:cubicBezTo>
                  <a:cubicBezTo>
                    <a:pt x="299581" y="216320"/>
                    <a:pt x="298340" y="216072"/>
                    <a:pt x="297094" y="215854"/>
                  </a:cubicBezTo>
                  <a:cubicBezTo>
                    <a:pt x="296849" y="215117"/>
                    <a:pt x="296603" y="214381"/>
                    <a:pt x="296350" y="213622"/>
                  </a:cubicBezTo>
                  <a:cubicBezTo>
                    <a:pt x="295114" y="213115"/>
                    <a:pt x="293874" y="212619"/>
                    <a:pt x="292629" y="212133"/>
                  </a:cubicBezTo>
                  <a:cubicBezTo>
                    <a:pt x="292138" y="211397"/>
                    <a:pt x="291647" y="210660"/>
                    <a:pt x="291141" y="209901"/>
                  </a:cubicBezTo>
                  <a:cubicBezTo>
                    <a:pt x="290496" y="209793"/>
                    <a:pt x="289852" y="209686"/>
                    <a:pt x="289188" y="209575"/>
                  </a:cubicBezTo>
                  <a:cubicBezTo>
                    <a:pt x="288604" y="209437"/>
                    <a:pt x="288021" y="209299"/>
                    <a:pt x="287420" y="209157"/>
                  </a:cubicBezTo>
                  <a:cubicBezTo>
                    <a:pt x="287420" y="208174"/>
                    <a:pt x="287420" y="207192"/>
                    <a:pt x="287420" y="206180"/>
                  </a:cubicBezTo>
                  <a:cubicBezTo>
                    <a:pt x="285701" y="205935"/>
                    <a:pt x="283982" y="205689"/>
                    <a:pt x="282211" y="205436"/>
                  </a:cubicBezTo>
                  <a:cubicBezTo>
                    <a:pt x="282211" y="204454"/>
                    <a:pt x="282211" y="203471"/>
                    <a:pt x="282211" y="202459"/>
                  </a:cubicBezTo>
                  <a:cubicBezTo>
                    <a:pt x="281367" y="202521"/>
                    <a:pt x="280523" y="202582"/>
                    <a:pt x="279653" y="202645"/>
                  </a:cubicBezTo>
                  <a:cubicBezTo>
                    <a:pt x="278779" y="202584"/>
                    <a:pt x="277904" y="202523"/>
                    <a:pt x="277002" y="202459"/>
                  </a:cubicBezTo>
                  <a:cubicBezTo>
                    <a:pt x="276584" y="201018"/>
                    <a:pt x="276584" y="201018"/>
                    <a:pt x="276258" y="199483"/>
                  </a:cubicBezTo>
                  <a:cubicBezTo>
                    <a:pt x="274014" y="198871"/>
                    <a:pt x="274014" y="198871"/>
                    <a:pt x="271793" y="198739"/>
                  </a:cubicBezTo>
                  <a:cubicBezTo>
                    <a:pt x="271793" y="197756"/>
                    <a:pt x="271793" y="196774"/>
                    <a:pt x="271793" y="195762"/>
                  </a:cubicBezTo>
                  <a:cubicBezTo>
                    <a:pt x="271087" y="195824"/>
                    <a:pt x="270381" y="195885"/>
                    <a:pt x="269654" y="195948"/>
                  </a:cubicBezTo>
                  <a:cubicBezTo>
                    <a:pt x="268887" y="195887"/>
                    <a:pt x="268119" y="195825"/>
                    <a:pt x="267329" y="195762"/>
                  </a:cubicBezTo>
                  <a:cubicBezTo>
                    <a:pt x="266820" y="194776"/>
                    <a:pt x="266324" y="193784"/>
                    <a:pt x="265840" y="192786"/>
                  </a:cubicBezTo>
                  <a:cubicBezTo>
                    <a:pt x="265104" y="192663"/>
                    <a:pt x="264367" y="192540"/>
                    <a:pt x="263608" y="192414"/>
                  </a:cubicBezTo>
                  <a:cubicBezTo>
                    <a:pt x="262871" y="192291"/>
                    <a:pt x="262134" y="192168"/>
                    <a:pt x="261375" y="192041"/>
                  </a:cubicBezTo>
                  <a:cubicBezTo>
                    <a:pt x="260879" y="191049"/>
                    <a:pt x="260383" y="190057"/>
                    <a:pt x="259887" y="189065"/>
                  </a:cubicBezTo>
                  <a:cubicBezTo>
                    <a:pt x="257611" y="188458"/>
                    <a:pt x="257611" y="188458"/>
                    <a:pt x="255422" y="188321"/>
                  </a:cubicBezTo>
                  <a:cubicBezTo>
                    <a:pt x="255422" y="187338"/>
                    <a:pt x="255422" y="186356"/>
                    <a:pt x="255422" y="185344"/>
                  </a:cubicBezTo>
                  <a:cubicBezTo>
                    <a:pt x="254578" y="185406"/>
                    <a:pt x="253734" y="185467"/>
                    <a:pt x="252864" y="185530"/>
                  </a:cubicBezTo>
                  <a:cubicBezTo>
                    <a:pt x="251989" y="185469"/>
                    <a:pt x="251115" y="185407"/>
                    <a:pt x="250213" y="185344"/>
                  </a:cubicBezTo>
                  <a:cubicBezTo>
                    <a:pt x="249958" y="184354"/>
                    <a:pt x="249710" y="183362"/>
                    <a:pt x="249469" y="182368"/>
                  </a:cubicBezTo>
                  <a:cubicBezTo>
                    <a:pt x="248610" y="182245"/>
                    <a:pt x="247750" y="182122"/>
                    <a:pt x="246865" y="181996"/>
                  </a:cubicBezTo>
                  <a:cubicBezTo>
                    <a:pt x="246005" y="181873"/>
                    <a:pt x="245146" y="181750"/>
                    <a:pt x="244260" y="181623"/>
                  </a:cubicBezTo>
                  <a:cubicBezTo>
                    <a:pt x="243749" y="180135"/>
                    <a:pt x="243749" y="180135"/>
                    <a:pt x="243516" y="178647"/>
                  </a:cubicBezTo>
                  <a:cubicBezTo>
                    <a:pt x="243010" y="178586"/>
                    <a:pt x="242503" y="178524"/>
                    <a:pt x="241981" y="178461"/>
                  </a:cubicBezTo>
                  <a:cubicBezTo>
                    <a:pt x="241505" y="178277"/>
                    <a:pt x="241030" y="178093"/>
                    <a:pt x="240539" y="177903"/>
                  </a:cubicBezTo>
                  <a:cubicBezTo>
                    <a:pt x="240248" y="175863"/>
                    <a:pt x="240408" y="174023"/>
                    <a:pt x="240539" y="171950"/>
                  </a:cubicBezTo>
                  <a:cubicBezTo>
                    <a:pt x="241522" y="171950"/>
                    <a:pt x="242504" y="171950"/>
                    <a:pt x="243516" y="171950"/>
                  </a:cubicBezTo>
                  <a:cubicBezTo>
                    <a:pt x="244023" y="170714"/>
                    <a:pt x="244519" y="169473"/>
                    <a:pt x="245004" y="168229"/>
                  </a:cubicBezTo>
                  <a:cubicBezTo>
                    <a:pt x="245991" y="167960"/>
                    <a:pt x="246983" y="167710"/>
                    <a:pt x="247981" y="167485"/>
                  </a:cubicBezTo>
                  <a:cubicBezTo>
                    <a:pt x="248104" y="166978"/>
                    <a:pt x="248226" y="166472"/>
                    <a:pt x="248353" y="165950"/>
                  </a:cubicBezTo>
                  <a:cubicBezTo>
                    <a:pt x="248476" y="165474"/>
                    <a:pt x="248599" y="164998"/>
                    <a:pt x="248725" y="164508"/>
                  </a:cubicBezTo>
                  <a:cubicBezTo>
                    <a:pt x="249707" y="164508"/>
                    <a:pt x="250690" y="164508"/>
                    <a:pt x="251702" y="164508"/>
                  </a:cubicBezTo>
                  <a:cubicBezTo>
                    <a:pt x="251702" y="163526"/>
                    <a:pt x="251702" y="162544"/>
                    <a:pt x="251702" y="161532"/>
                  </a:cubicBezTo>
                  <a:cubicBezTo>
                    <a:pt x="252684" y="161532"/>
                    <a:pt x="253666" y="161532"/>
                    <a:pt x="254678" y="161532"/>
                  </a:cubicBezTo>
                  <a:cubicBezTo>
                    <a:pt x="255178" y="160091"/>
                    <a:pt x="255178" y="160091"/>
                    <a:pt x="255422" y="158555"/>
                  </a:cubicBezTo>
                  <a:cubicBezTo>
                    <a:pt x="255913" y="158310"/>
                    <a:pt x="256405" y="158064"/>
                    <a:pt x="256911" y="157811"/>
                  </a:cubicBezTo>
                  <a:cubicBezTo>
                    <a:pt x="257125" y="157320"/>
                    <a:pt x="257340" y="156829"/>
                    <a:pt x="257562" y="156323"/>
                  </a:cubicBezTo>
                  <a:cubicBezTo>
                    <a:pt x="257838" y="155832"/>
                    <a:pt x="258114" y="155340"/>
                    <a:pt x="258399" y="154834"/>
                  </a:cubicBezTo>
                  <a:cubicBezTo>
                    <a:pt x="258905" y="154712"/>
                    <a:pt x="259412" y="154589"/>
                    <a:pt x="259934" y="154462"/>
                  </a:cubicBezTo>
                  <a:cubicBezTo>
                    <a:pt x="260409" y="154340"/>
                    <a:pt x="260885" y="154217"/>
                    <a:pt x="261375" y="154090"/>
                  </a:cubicBezTo>
                  <a:cubicBezTo>
                    <a:pt x="261498" y="153584"/>
                    <a:pt x="261621" y="153077"/>
                    <a:pt x="261747" y="152556"/>
                  </a:cubicBezTo>
                  <a:cubicBezTo>
                    <a:pt x="261870" y="152080"/>
                    <a:pt x="261993" y="151604"/>
                    <a:pt x="262120" y="151114"/>
                  </a:cubicBezTo>
                  <a:cubicBezTo>
                    <a:pt x="263102" y="151114"/>
                    <a:pt x="264084" y="151114"/>
                    <a:pt x="265096" y="151114"/>
                  </a:cubicBezTo>
                  <a:cubicBezTo>
                    <a:pt x="265373" y="150129"/>
                    <a:pt x="265622" y="149136"/>
                    <a:pt x="265840" y="148137"/>
                  </a:cubicBezTo>
                  <a:cubicBezTo>
                    <a:pt x="266577" y="148137"/>
                    <a:pt x="267314" y="148137"/>
                    <a:pt x="268073" y="148137"/>
                  </a:cubicBezTo>
                  <a:cubicBezTo>
                    <a:pt x="268595" y="146908"/>
                    <a:pt x="269092" y="145667"/>
                    <a:pt x="269561" y="144416"/>
                  </a:cubicBezTo>
                  <a:cubicBezTo>
                    <a:pt x="270052" y="144416"/>
                    <a:pt x="270543" y="144416"/>
                    <a:pt x="271049" y="144416"/>
                  </a:cubicBezTo>
                  <a:cubicBezTo>
                    <a:pt x="271126" y="143956"/>
                    <a:pt x="271203" y="143496"/>
                    <a:pt x="271282" y="143021"/>
                  </a:cubicBezTo>
                  <a:cubicBezTo>
                    <a:pt x="271451" y="142499"/>
                    <a:pt x="271619" y="141978"/>
                    <a:pt x="271793" y="141440"/>
                  </a:cubicBezTo>
                  <a:cubicBezTo>
                    <a:pt x="273027" y="140928"/>
                    <a:pt x="274267" y="140431"/>
                    <a:pt x="275514" y="139952"/>
                  </a:cubicBezTo>
                  <a:cubicBezTo>
                    <a:pt x="275514" y="139215"/>
                    <a:pt x="275514" y="138478"/>
                    <a:pt x="275514" y="137719"/>
                  </a:cubicBezTo>
                  <a:cubicBezTo>
                    <a:pt x="276754" y="137471"/>
                    <a:pt x="277995" y="137223"/>
                    <a:pt x="279235" y="136975"/>
                  </a:cubicBezTo>
                  <a:cubicBezTo>
                    <a:pt x="279235" y="136238"/>
                    <a:pt x="279235" y="135502"/>
                    <a:pt x="279235" y="134743"/>
                  </a:cubicBezTo>
                  <a:cubicBezTo>
                    <a:pt x="278806" y="134742"/>
                    <a:pt x="278377" y="134741"/>
                    <a:pt x="277935" y="134740"/>
                  </a:cubicBezTo>
                  <a:cubicBezTo>
                    <a:pt x="252526" y="134680"/>
                    <a:pt x="227117" y="134612"/>
                    <a:pt x="201708" y="134534"/>
                  </a:cubicBezTo>
                  <a:cubicBezTo>
                    <a:pt x="198660" y="134525"/>
                    <a:pt x="195611" y="134516"/>
                    <a:pt x="192562" y="134506"/>
                  </a:cubicBezTo>
                  <a:cubicBezTo>
                    <a:pt x="191955" y="134505"/>
                    <a:pt x="191348" y="134503"/>
                    <a:pt x="190723" y="134501"/>
                  </a:cubicBezTo>
                  <a:cubicBezTo>
                    <a:pt x="180886" y="134471"/>
                    <a:pt x="171050" y="134447"/>
                    <a:pt x="161213" y="134425"/>
                  </a:cubicBezTo>
                  <a:cubicBezTo>
                    <a:pt x="151125" y="134401"/>
                    <a:pt x="141037" y="134373"/>
                    <a:pt x="130949" y="134339"/>
                  </a:cubicBezTo>
                  <a:cubicBezTo>
                    <a:pt x="124720" y="134318"/>
                    <a:pt x="118492" y="134302"/>
                    <a:pt x="112264" y="134291"/>
                  </a:cubicBezTo>
                  <a:cubicBezTo>
                    <a:pt x="107996" y="134283"/>
                    <a:pt x="103729" y="134270"/>
                    <a:pt x="99462" y="134252"/>
                  </a:cubicBezTo>
                  <a:cubicBezTo>
                    <a:pt x="96998" y="134242"/>
                    <a:pt x="94534" y="134235"/>
                    <a:pt x="92069" y="134233"/>
                  </a:cubicBezTo>
                  <a:cubicBezTo>
                    <a:pt x="89401" y="134231"/>
                    <a:pt x="86733" y="134220"/>
                    <a:pt x="84065" y="134206"/>
                  </a:cubicBezTo>
                  <a:cubicBezTo>
                    <a:pt x="83281" y="134207"/>
                    <a:pt x="82497" y="134209"/>
                    <a:pt x="81690" y="134210"/>
                  </a:cubicBezTo>
                  <a:cubicBezTo>
                    <a:pt x="80978" y="134205"/>
                    <a:pt x="80265" y="134199"/>
                    <a:pt x="79532" y="134193"/>
                  </a:cubicBezTo>
                  <a:cubicBezTo>
                    <a:pt x="78607" y="134191"/>
                    <a:pt x="78607" y="134191"/>
                    <a:pt x="77664" y="134188"/>
                  </a:cubicBezTo>
                  <a:cubicBezTo>
                    <a:pt x="76084" y="133999"/>
                    <a:pt x="76084" y="133999"/>
                    <a:pt x="73852" y="132510"/>
                  </a:cubicBezTo>
                  <a:cubicBezTo>
                    <a:pt x="73852" y="150928"/>
                    <a:pt x="73852" y="169345"/>
                    <a:pt x="73852" y="188321"/>
                  </a:cubicBezTo>
                  <a:cubicBezTo>
                    <a:pt x="53961" y="188321"/>
                    <a:pt x="34070" y="188321"/>
                    <a:pt x="13577" y="188321"/>
                  </a:cubicBezTo>
                  <a:cubicBezTo>
                    <a:pt x="13547" y="157746"/>
                    <a:pt x="13547" y="157746"/>
                    <a:pt x="13540" y="144976"/>
                  </a:cubicBezTo>
                  <a:cubicBezTo>
                    <a:pt x="13536" y="136144"/>
                    <a:pt x="13531" y="127311"/>
                    <a:pt x="13520" y="118479"/>
                  </a:cubicBezTo>
                  <a:cubicBezTo>
                    <a:pt x="13513" y="112047"/>
                    <a:pt x="13508" y="105616"/>
                    <a:pt x="13507" y="99184"/>
                  </a:cubicBezTo>
                  <a:cubicBezTo>
                    <a:pt x="13506" y="95777"/>
                    <a:pt x="13503" y="92369"/>
                    <a:pt x="13498" y="88962"/>
                  </a:cubicBezTo>
                  <a:cubicBezTo>
                    <a:pt x="13493" y="85758"/>
                    <a:pt x="13491" y="82555"/>
                    <a:pt x="13492" y="79351"/>
                  </a:cubicBezTo>
                  <a:cubicBezTo>
                    <a:pt x="13492" y="78172"/>
                    <a:pt x="13491" y="76992"/>
                    <a:pt x="13488" y="75813"/>
                  </a:cubicBezTo>
                  <a:cubicBezTo>
                    <a:pt x="13484" y="74210"/>
                    <a:pt x="13485" y="72607"/>
                    <a:pt x="13487" y="71004"/>
                  </a:cubicBezTo>
                  <a:cubicBezTo>
                    <a:pt x="13486" y="70105"/>
                    <a:pt x="13486" y="69206"/>
                    <a:pt x="13485" y="68279"/>
                  </a:cubicBezTo>
                  <a:cubicBezTo>
                    <a:pt x="13577" y="66282"/>
                    <a:pt x="13577" y="66282"/>
                    <a:pt x="14321" y="65538"/>
                  </a:cubicBezTo>
                  <a:cubicBezTo>
                    <a:pt x="16569" y="65465"/>
                    <a:pt x="18800" y="65441"/>
                    <a:pt x="21049" y="65448"/>
                  </a:cubicBezTo>
                  <a:cubicBezTo>
                    <a:pt x="22121" y="65447"/>
                    <a:pt x="22121" y="65447"/>
                    <a:pt x="23215" y="65446"/>
                  </a:cubicBezTo>
                  <a:cubicBezTo>
                    <a:pt x="25629" y="65445"/>
                    <a:pt x="28044" y="65449"/>
                    <a:pt x="30458" y="65453"/>
                  </a:cubicBezTo>
                  <a:cubicBezTo>
                    <a:pt x="32181" y="65453"/>
                    <a:pt x="33904" y="65453"/>
                    <a:pt x="35627" y="65453"/>
                  </a:cubicBezTo>
                  <a:cubicBezTo>
                    <a:pt x="40321" y="65453"/>
                    <a:pt x="45014" y="65457"/>
                    <a:pt x="49708" y="65462"/>
                  </a:cubicBezTo>
                  <a:cubicBezTo>
                    <a:pt x="54607" y="65467"/>
                    <a:pt x="59507" y="65467"/>
                    <a:pt x="64406" y="65468"/>
                  </a:cubicBezTo>
                  <a:cubicBezTo>
                    <a:pt x="72634" y="65470"/>
                    <a:pt x="80862" y="65475"/>
                    <a:pt x="89091" y="65481"/>
                  </a:cubicBezTo>
                  <a:cubicBezTo>
                    <a:pt x="97567" y="65488"/>
                    <a:pt x="106044" y="65494"/>
                    <a:pt x="114521" y="65497"/>
                  </a:cubicBezTo>
                  <a:cubicBezTo>
                    <a:pt x="115304" y="65497"/>
                    <a:pt x="115304" y="65497"/>
                    <a:pt x="116103" y="65497"/>
                  </a:cubicBezTo>
                  <a:cubicBezTo>
                    <a:pt x="118722" y="65498"/>
                    <a:pt x="121342" y="65499"/>
                    <a:pt x="123961" y="65500"/>
                  </a:cubicBezTo>
                  <a:cubicBezTo>
                    <a:pt x="145705" y="65508"/>
                    <a:pt x="167450" y="65521"/>
                    <a:pt x="189194" y="65538"/>
                  </a:cubicBezTo>
                  <a:cubicBezTo>
                    <a:pt x="188748" y="63788"/>
                    <a:pt x="188249" y="62051"/>
                    <a:pt x="187705" y="60329"/>
                  </a:cubicBezTo>
                  <a:cubicBezTo>
                    <a:pt x="187214" y="60083"/>
                    <a:pt x="186723" y="59837"/>
                    <a:pt x="186217" y="59584"/>
                  </a:cubicBezTo>
                  <a:cubicBezTo>
                    <a:pt x="185953" y="57467"/>
                    <a:pt x="185887" y="55368"/>
                    <a:pt x="185802" y="53236"/>
                  </a:cubicBezTo>
                  <a:cubicBezTo>
                    <a:pt x="185639" y="52327"/>
                    <a:pt x="185639" y="52327"/>
                    <a:pt x="185473" y="51399"/>
                  </a:cubicBezTo>
                  <a:cubicBezTo>
                    <a:pt x="184736" y="51153"/>
                    <a:pt x="184000" y="50908"/>
                    <a:pt x="183241" y="50655"/>
                  </a:cubicBezTo>
                  <a:cubicBezTo>
                    <a:pt x="182860" y="48629"/>
                    <a:pt x="182860" y="48629"/>
                    <a:pt x="182729" y="46143"/>
                  </a:cubicBezTo>
                  <a:cubicBezTo>
                    <a:pt x="182680" y="45321"/>
                    <a:pt x="182631" y="44499"/>
                    <a:pt x="182581" y="43652"/>
                  </a:cubicBezTo>
                  <a:cubicBezTo>
                    <a:pt x="182539" y="42698"/>
                    <a:pt x="182539" y="42698"/>
                    <a:pt x="182496" y="41725"/>
                  </a:cubicBezTo>
                  <a:cubicBezTo>
                    <a:pt x="181760" y="41725"/>
                    <a:pt x="181023" y="41725"/>
                    <a:pt x="180264" y="41725"/>
                  </a:cubicBezTo>
                  <a:cubicBezTo>
                    <a:pt x="180264" y="39024"/>
                    <a:pt x="180264" y="36323"/>
                    <a:pt x="180264" y="33540"/>
                  </a:cubicBezTo>
                  <a:cubicBezTo>
                    <a:pt x="179527" y="33540"/>
                    <a:pt x="178791" y="33540"/>
                    <a:pt x="178032" y="33540"/>
                  </a:cubicBezTo>
                  <a:cubicBezTo>
                    <a:pt x="177295" y="29488"/>
                    <a:pt x="177295" y="29488"/>
                    <a:pt x="176543" y="25354"/>
                  </a:cubicBezTo>
                  <a:cubicBezTo>
                    <a:pt x="176052" y="25354"/>
                    <a:pt x="175561" y="25354"/>
                    <a:pt x="175055" y="25354"/>
                  </a:cubicBezTo>
                  <a:cubicBezTo>
                    <a:pt x="175055" y="22898"/>
                    <a:pt x="175055" y="20443"/>
                    <a:pt x="175055" y="17913"/>
                  </a:cubicBezTo>
                  <a:cubicBezTo>
                    <a:pt x="178493" y="17667"/>
                    <a:pt x="181931" y="17421"/>
                    <a:pt x="185473" y="17168"/>
                  </a:cubicBezTo>
                  <a:cubicBezTo>
                    <a:pt x="185473" y="16186"/>
                    <a:pt x="185473" y="15204"/>
                    <a:pt x="185473" y="14192"/>
                  </a:cubicBezTo>
                  <a:cubicBezTo>
                    <a:pt x="186216" y="14164"/>
                    <a:pt x="186960" y="14136"/>
                    <a:pt x="187726" y="14108"/>
                  </a:cubicBezTo>
                  <a:cubicBezTo>
                    <a:pt x="188686" y="14059"/>
                    <a:pt x="189646" y="14010"/>
                    <a:pt x="190636" y="13959"/>
                  </a:cubicBezTo>
                  <a:cubicBezTo>
                    <a:pt x="192073" y="13895"/>
                    <a:pt x="192073" y="13895"/>
                    <a:pt x="193539" y="13829"/>
                  </a:cubicBezTo>
                  <a:cubicBezTo>
                    <a:pt x="194315" y="13703"/>
                    <a:pt x="195091" y="13577"/>
                    <a:pt x="195891" y="13448"/>
                  </a:cubicBezTo>
                  <a:cubicBezTo>
                    <a:pt x="196137" y="12711"/>
                    <a:pt x="196382" y="11974"/>
                    <a:pt x="196635" y="11215"/>
                  </a:cubicBezTo>
                  <a:cubicBezTo>
                    <a:pt x="198609" y="10861"/>
                    <a:pt x="198609" y="10861"/>
                    <a:pt x="201054" y="10750"/>
                  </a:cubicBezTo>
                  <a:cubicBezTo>
                    <a:pt x="204168" y="10685"/>
                    <a:pt x="204168" y="10685"/>
                    <a:pt x="207053" y="9727"/>
                  </a:cubicBezTo>
                  <a:cubicBezTo>
                    <a:pt x="207053" y="8990"/>
                    <a:pt x="207053" y="8254"/>
                    <a:pt x="207053" y="7495"/>
                  </a:cubicBezTo>
                  <a:cubicBezTo>
                    <a:pt x="207842" y="7467"/>
                    <a:pt x="208630" y="7439"/>
                    <a:pt x="209443" y="7410"/>
                  </a:cubicBezTo>
                  <a:cubicBezTo>
                    <a:pt x="210475" y="7361"/>
                    <a:pt x="211508" y="7312"/>
                    <a:pt x="212541" y="7262"/>
                  </a:cubicBezTo>
                  <a:cubicBezTo>
                    <a:pt x="213061" y="7245"/>
                    <a:pt x="213581" y="7228"/>
                    <a:pt x="214117" y="7211"/>
                  </a:cubicBezTo>
                  <a:cubicBezTo>
                    <a:pt x="215814" y="7145"/>
                    <a:pt x="215814" y="7145"/>
                    <a:pt x="218215" y="6750"/>
                  </a:cubicBezTo>
                  <a:cubicBezTo>
                    <a:pt x="218706" y="6014"/>
                    <a:pt x="219198" y="5277"/>
                    <a:pt x="219704" y="4518"/>
                  </a:cubicBezTo>
                  <a:cubicBezTo>
                    <a:pt x="222128" y="4137"/>
                    <a:pt x="222128" y="4137"/>
                    <a:pt x="225006" y="4006"/>
                  </a:cubicBezTo>
                  <a:cubicBezTo>
                    <a:pt x="226436" y="3933"/>
                    <a:pt x="226436" y="3933"/>
                    <a:pt x="227895" y="3858"/>
                  </a:cubicBezTo>
                  <a:cubicBezTo>
                    <a:pt x="228630" y="3830"/>
                    <a:pt x="229364" y="3803"/>
                    <a:pt x="230121" y="3774"/>
                  </a:cubicBezTo>
                  <a:cubicBezTo>
                    <a:pt x="230121" y="2792"/>
                    <a:pt x="230121" y="1809"/>
                    <a:pt x="230121" y="797"/>
                  </a:cubicBezTo>
                  <a:close/>
                </a:path>
              </a:pathLst>
            </a:custGeom>
            <a:grpFill/>
            <a:ln w="744" cap="flat">
              <a:noFill/>
              <a:prstDash val="solid"/>
              <a:miter/>
            </a:ln>
          </p:spPr>
          <p:txBody>
            <a:bodyPr rtlCol="0" anchor="ctr"/>
            <a:lstStyle/>
            <a:p>
              <a:endParaRPr lang="zh-CN" altLang="en-US"/>
            </a:p>
          </p:txBody>
        </p:sp>
        <p:sp>
          <p:nvSpPr>
            <p:cNvPr id="164" name="任意多边形: 形状 163"/>
            <p:cNvSpPr/>
            <p:nvPr/>
          </p:nvSpPr>
          <p:spPr>
            <a:xfrm>
              <a:off x="7339477" y="596655"/>
              <a:ext cx="423410" cy="146671"/>
            </a:xfrm>
            <a:custGeom>
              <a:avLst/>
              <a:gdLst>
                <a:gd name="connsiteX0" fmla="*/ 224177 w 423416"/>
                <a:gd name="connsiteY0" fmla="*/ 507 h 146668"/>
                <a:gd name="connsiteX1" fmla="*/ 228968 w 423416"/>
                <a:gd name="connsiteY1" fmla="*/ 460 h 146668"/>
                <a:gd name="connsiteX2" fmla="*/ 231662 w 423416"/>
                <a:gd name="connsiteY2" fmla="*/ 434 h 146668"/>
                <a:gd name="connsiteX3" fmla="*/ 234595 w 423416"/>
                <a:gd name="connsiteY3" fmla="*/ 1251 h 146668"/>
                <a:gd name="connsiteX4" fmla="*/ 234985 w 423416"/>
                <a:gd name="connsiteY4" fmla="*/ 5783 h 146668"/>
                <a:gd name="connsiteX5" fmla="*/ 237572 w 423416"/>
                <a:gd name="connsiteY5" fmla="*/ 8692 h 146668"/>
                <a:gd name="connsiteX6" fmla="*/ 238316 w 423416"/>
                <a:gd name="connsiteY6" fmla="*/ 13901 h 146668"/>
                <a:gd name="connsiteX7" fmla="*/ 239804 w 423416"/>
                <a:gd name="connsiteY7" fmla="*/ 14645 h 146668"/>
                <a:gd name="connsiteX8" fmla="*/ 240548 w 423416"/>
                <a:gd name="connsiteY8" fmla="*/ 20598 h 146668"/>
                <a:gd name="connsiteX9" fmla="*/ 242781 w 423416"/>
                <a:gd name="connsiteY9" fmla="*/ 20598 h 146668"/>
                <a:gd name="connsiteX10" fmla="*/ 244269 w 423416"/>
                <a:gd name="connsiteY10" fmla="*/ 25807 h 146668"/>
                <a:gd name="connsiteX11" fmla="*/ 245757 w 423416"/>
                <a:gd name="connsiteY11" fmla="*/ 25807 h 146668"/>
                <a:gd name="connsiteX12" fmla="*/ 246121 w 423416"/>
                <a:gd name="connsiteY12" fmla="*/ 30313 h 146668"/>
                <a:gd name="connsiteX13" fmla="*/ 248734 w 423416"/>
                <a:gd name="connsiteY13" fmla="*/ 33249 h 146668"/>
                <a:gd name="connsiteX14" fmla="*/ 248734 w 423416"/>
                <a:gd name="connsiteY14" fmla="*/ 38458 h 146668"/>
                <a:gd name="connsiteX15" fmla="*/ 250966 w 423416"/>
                <a:gd name="connsiteY15" fmla="*/ 38458 h 146668"/>
                <a:gd name="connsiteX16" fmla="*/ 251711 w 423416"/>
                <a:gd name="connsiteY16" fmla="*/ 44411 h 146668"/>
                <a:gd name="connsiteX17" fmla="*/ 253943 w 423416"/>
                <a:gd name="connsiteY17" fmla="*/ 44411 h 146668"/>
                <a:gd name="connsiteX18" fmla="*/ 255431 w 423416"/>
                <a:gd name="connsiteY18" fmla="*/ 49620 h 146668"/>
                <a:gd name="connsiteX19" fmla="*/ 256920 w 423416"/>
                <a:gd name="connsiteY19" fmla="*/ 49620 h 146668"/>
                <a:gd name="connsiteX20" fmla="*/ 257030 w 423416"/>
                <a:gd name="connsiteY20" fmla="*/ 51059 h 146668"/>
                <a:gd name="connsiteX21" fmla="*/ 257199 w 423416"/>
                <a:gd name="connsiteY21" fmla="*/ 52922 h 146668"/>
                <a:gd name="connsiteX22" fmla="*/ 257356 w 423416"/>
                <a:gd name="connsiteY22" fmla="*/ 54780 h 146668"/>
                <a:gd name="connsiteX23" fmla="*/ 257664 w 423416"/>
                <a:gd name="connsiteY23" fmla="*/ 56317 h 146668"/>
                <a:gd name="connsiteX24" fmla="*/ 259152 w 423416"/>
                <a:gd name="connsiteY24" fmla="*/ 57061 h 146668"/>
                <a:gd name="connsiteX25" fmla="*/ 259478 w 423416"/>
                <a:gd name="connsiteY25" fmla="*/ 59666 h 146668"/>
                <a:gd name="connsiteX26" fmla="*/ 259896 w 423416"/>
                <a:gd name="connsiteY26" fmla="*/ 62270 h 146668"/>
                <a:gd name="connsiteX27" fmla="*/ 262129 w 423416"/>
                <a:gd name="connsiteY27" fmla="*/ 63014 h 146668"/>
                <a:gd name="connsiteX28" fmla="*/ 262501 w 423416"/>
                <a:gd name="connsiteY28" fmla="*/ 66270 h 146668"/>
                <a:gd name="connsiteX29" fmla="*/ 263828 w 423416"/>
                <a:gd name="connsiteY29" fmla="*/ 70914 h 146668"/>
                <a:gd name="connsiteX30" fmla="*/ 271687 w 423416"/>
                <a:gd name="connsiteY30" fmla="*/ 72208 h 146668"/>
                <a:gd name="connsiteX31" fmla="*/ 273750 w 423416"/>
                <a:gd name="connsiteY31" fmla="*/ 72212 h 146668"/>
                <a:gd name="connsiteX32" fmla="*/ 280625 w 423416"/>
                <a:gd name="connsiteY32" fmla="*/ 72186 h 146668"/>
                <a:gd name="connsiteX33" fmla="*/ 285541 w 423416"/>
                <a:gd name="connsiteY33" fmla="*/ 72183 h 146668"/>
                <a:gd name="connsiteX34" fmla="*/ 298917 w 423416"/>
                <a:gd name="connsiteY34" fmla="*/ 72146 h 146668"/>
                <a:gd name="connsiteX35" fmla="*/ 312893 w 423416"/>
                <a:gd name="connsiteY35" fmla="*/ 72121 h 146668"/>
                <a:gd name="connsiteX36" fmla="*/ 336367 w 423416"/>
                <a:gd name="connsiteY36" fmla="*/ 72072 h 146668"/>
                <a:gd name="connsiteX37" fmla="*/ 360530 w 423416"/>
                <a:gd name="connsiteY37" fmla="*/ 72011 h 146668"/>
                <a:gd name="connsiteX38" fmla="*/ 362033 w 423416"/>
                <a:gd name="connsiteY38" fmla="*/ 72008 h 146668"/>
                <a:gd name="connsiteX39" fmla="*/ 386829 w 423416"/>
                <a:gd name="connsiteY39" fmla="*/ 71965 h 146668"/>
                <a:gd name="connsiteX40" fmla="*/ 403493 w 423416"/>
                <a:gd name="connsiteY40" fmla="*/ 71925 h 146668"/>
                <a:gd name="connsiteX41" fmla="*/ 413845 w 423416"/>
                <a:gd name="connsiteY41" fmla="*/ 71901 h 146668"/>
                <a:gd name="connsiteX42" fmla="*/ 418659 w 423416"/>
                <a:gd name="connsiteY42" fmla="*/ 71885 h 146668"/>
                <a:gd name="connsiteX43" fmla="*/ 425211 w 423416"/>
                <a:gd name="connsiteY43" fmla="*/ 71870 h 146668"/>
                <a:gd name="connsiteX44" fmla="*/ 427152 w 423416"/>
                <a:gd name="connsiteY44" fmla="*/ 71859 h 146668"/>
                <a:gd name="connsiteX45" fmla="*/ 434025 w 423416"/>
                <a:gd name="connsiteY45" fmla="*/ 72688 h 146668"/>
                <a:gd name="connsiteX46" fmla="*/ 434025 w 423416"/>
                <a:gd name="connsiteY46" fmla="*/ 147102 h 146668"/>
                <a:gd name="connsiteX47" fmla="*/ 10609 w 423416"/>
                <a:gd name="connsiteY47" fmla="*/ 147102 h 146668"/>
                <a:gd name="connsiteX48" fmla="*/ 11353 w 423416"/>
                <a:gd name="connsiteY48" fmla="*/ 71944 h 146668"/>
                <a:gd name="connsiteX49" fmla="*/ 18251 w 423416"/>
                <a:gd name="connsiteY49" fmla="*/ 71855 h 146668"/>
                <a:gd name="connsiteX50" fmla="*/ 20472 w 423416"/>
                <a:gd name="connsiteY50" fmla="*/ 71853 h 146668"/>
                <a:gd name="connsiteX51" fmla="*/ 27900 w 423416"/>
                <a:gd name="connsiteY51" fmla="*/ 71860 h 146668"/>
                <a:gd name="connsiteX52" fmla="*/ 33201 w 423416"/>
                <a:gd name="connsiteY52" fmla="*/ 71859 h 146668"/>
                <a:gd name="connsiteX53" fmla="*/ 46140 w 423416"/>
                <a:gd name="connsiteY53" fmla="*/ 71867 h 146668"/>
                <a:gd name="connsiteX54" fmla="*/ 61190 w 423416"/>
                <a:gd name="connsiteY54" fmla="*/ 71874 h 146668"/>
                <a:gd name="connsiteX55" fmla="*/ 88031 w 423416"/>
                <a:gd name="connsiteY55" fmla="*/ 71888 h 146668"/>
                <a:gd name="connsiteX56" fmla="*/ 114110 w 423416"/>
                <a:gd name="connsiteY56" fmla="*/ 71903 h 146668"/>
                <a:gd name="connsiteX57" fmla="*/ 115733 w 423416"/>
                <a:gd name="connsiteY57" fmla="*/ 71904 h 146668"/>
                <a:gd name="connsiteX58" fmla="*/ 123792 w 423416"/>
                <a:gd name="connsiteY58" fmla="*/ 71907 h 146668"/>
                <a:gd name="connsiteX59" fmla="*/ 190691 w 423416"/>
                <a:gd name="connsiteY59" fmla="*/ 71944 h 146668"/>
                <a:gd name="connsiteX60" fmla="*/ 190691 w 423416"/>
                <a:gd name="connsiteY60" fmla="*/ 68223 h 146668"/>
                <a:gd name="connsiteX61" fmla="*/ 188459 w 423416"/>
                <a:gd name="connsiteY61" fmla="*/ 68223 h 146668"/>
                <a:gd name="connsiteX62" fmla="*/ 188095 w 423416"/>
                <a:gd name="connsiteY62" fmla="*/ 63645 h 146668"/>
                <a:gd name="connsiteX63" fmla="*/ 187714 w 423416"/>
                <a:gd name="connsiteY63" fmla="*/ 62270 h 146668"/>
                <a:gd name="connsiteX64" fmla="*/ 185482 w 423416"/>
                <a:gd name="connsiteY64" fmla="*/ 61526 h 146668"/>
                <a:gd name="connsiteX65" fmla="*/ 185343 w 423416"/>
                <a:gd name="connsiteY65" fmla="*/ 58131 h 146668"/>
                <a:gd name="connsiteX66" fmla="*/ 185404 w 423416"/>
                <a:gd name="connsiteY66" fmla="*/ 56268 h 146668"/>
                <a:gd name="connsiteX67" fmla="*/ 185482 w 423416"/>
                <a:gd name="connsiteY67" fmla="*/ 54829 h 146668"/>
                <a:gd name="connsiteX68" fmla="*/ 183250 w 423416"/>
                <a:gd name="connsiteY68" fmla="*/ 54829 h 146668"/>
                <a:gd name="connsiteX69" fmla="*/ 182459 w 423416"/>
                <a:gd name="connsiteY69" fmla="*/ 51527 h 146668"/>
                <a:gd name="connsiteX70" fmla="*/ 181761 w 423416"/>
                <a:gd name="connsiteY70" fmla="*/ 48132 h 146668"/>
                <a:gd name="connsiteX71" fmla="*/ 180273 w 423416"/>
                <a:gd name="connsiteY71" fmla="*/ 47388 h 146668"/>
                <a:gd name="connsiteX72" fmla="*/ 179529 w 423416"/>
                <a:gd name="connsiteY72" fmla="*/ 41434 h 146668"/>
                <a:gd name="connsiteX73" fmla="*/ 177297 w 423416"/>
                <a:gd name="connsiteY73" fmla="*/ 41434 h 146668"/>
                <a:gd name="connsiteX74" fmla="*/ 176860 w 423416"/>
                <a:gd name="connsiteY74" fmla="*/ 36856 h 146668"/>
                <a:gd name="connsiteX75" fmla="*/ 176552 w 423416"/>
                <a:gd name="connsiteY75" fmla="*/ 35481 h 146668"/>
                <a:gd name="connsiteX76" fmla="*/ 175064 w 423416"/>
                <a:gd name="connsiteY76" fmla="*/ 34737 h 146668"/>
                <a:gd name="connsiteX77" fmla="*/ 173994 w 423416"/>
                <a:gd name="connsiteY77" fmla="*/ 30060 h 146668"/>
                <a:gd name="connsiteX78" fmla="*/ 173576 w 423416"/>
                <a:gd name="connsiteY78" fmla="*/ 28784 h 146668"/>
                <a:gd name="connsiteX79" fmla="*/ 172088 w 423416"/>
                <a:gd name="connsiteY79" fmla="*/ 28784 h 146668"/>
                <a:gd name="connsiteX80" fmla="*/ 172088 w 423416"/>
                <a:gd name="connsiteY80" fmla="*/ 21343 h 146668"/>
                <a:gd name="connsiteX81" fmla="*/ 180273 w 423416"/>
                <a:gd name="connsiteY81" fmla="*/ 20598 h 146668"/>
                <a:gd name="connsiteX82" fmla="*/ 180529 w 423416"/>
                <a:gd name="connsiteY82" fmla="*/ 19133 h 146668"/>
                <a:gd name="connsiteX83" fmla="*/ 181017 w 423416"/>
                <a:gd name="connsiteY83" fmla="*/ 17622 h 146668"/>
                <a:gd name="connsiteX84" fmla="*/ 187366 w 423416"/>
                <a:gd name="connsiteY84" fmla="*/ 17227 h 146668"/>
                <a:gd name="connsiteX85" fmla="*/ 189203 w 423416"/>
                <a:gd name="connsiteY85" fmla="*/ 16878 h 146668"/>
                <a:gd name="connsiteX86" fmla="*/ 189572 w 423416"/>
                <a:gd name="connsiteY86" fmla="*/ 15378 h 146668"/>
                <a:gd name="connsiteX87" fmla="*/ 189947 w 423416"/>
                <a:gd name="connsiteY87" fmla="*/ 13901 h 146668"/>
                <a:gd name="connsiteX88" fmla="*/ 194086 w 423416"/>
                <a:gd name="connsiteY88" fmla="*/ 13715 h 146668"/>
                <a:gd name="connsiteX89" fmla="*/ 196368 w 423416"/>
                <a:gd name="connsiteY89" fmla="*/ 13797 h 146668"/>
                <a:gd name="connsiteX90" fmla="*/ 198132 w 423416"/>
                <a:gd name="connsiteY90" fmla="*/ 13901 h 146668"/>
                <a:gd name="connsiteX91" fmla="*/ 198132 w 423416"/>
                <a:gd name="connsiteY91" fmla="*/ 10925 h 146668"/>
                <a:gd name="connsiteX92" fmla="*/ 207062 w 423416"/>
                <a:gd name="connsiteY92" fmla="*/ 10180 h 146668"/>
                <a:gd name="connsiteX93" fmla="*/ 207062 w 423416"/>
                <a:gd name="connsiteY93" fmla="*/ 7204 h 146668"/>
                <a:gd name="connsiteX94" fmla="*/ 208664 w 423416"/>
                <a:gd name="connsiteY94" fmla="*/ 7120 h 146668"/>
                <a:gd name="connsiteX95" fmla="*/ 210736 w 423416"/>
                <a:gd name="connsiteY95" fmla="*/ 6971 h 146668"/>
                <a:gd name="connsiteX96" fmla="*/ 212803 w 423416"/>
                <a:gd name="connsiteY96" fmla="*/ 6841 h 146668"/>
                <a:gd name="connsiteX97" fmla="*/ 214504 w 423416"/>
                <a:gd name="connsiteY97" fmla="*/ 6460 h 146668"/>
                <a:gd name="connsiteX98" fmla="*/ 215248 w 423416"/>
                <a:gd name="connsiteY98" fmla="*/ 4227 h 146668"/>
                <a:gd name="connsiteX99" fmla="*/ 219759 w 423416"/>
                <a:gd name="connsiteY99" fmla="*/ 3716 h 146668"/>
                <a:gd name="connsiteX100" fmla="*/ 222250 w 423416"/>
                <a:gd name="connsiteY100" fmla="*/ 3568 h 146668"/>
                <a:gd name="connsiteX101" fmla="*/ 224177 w 423416"/>
                <a:gd name="connsiteY101" fmla="*/ 3483 h 146668"/>
                <a:gd name="connsiteX102" fmla="*/ 224177 w 423416"/>
                <a:gd name="connsiteY102" fmla="*/ 507 h 14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23416" h="146668">
                  <a:moveTo>
                    <a:pt x="224177" y="507"/>
                  </a:moveTo>
                  <a:cubicBezTo>
                    <a:pt x="225774" y="487"/>
                    <a:pt x="227371" y="472"/>
                    <a:pt x="228968" y="460"/>
                  </a:cubicBezTo>
                  <a:cubicBezTo>
                    <a:pt x="229857" y="452"/>
                    <a:pt x="230746" y="443"/>
                    <a:pt x="231662" y="434"/>
                  </a:cubicBezTo>
                  <a:cubicBezTo>
                    <a:pt x="233851" y="507"/>
                    <a:pt x="233851" y="507"/>
                    <a:pt x="234595" y="1251"/>
                  </a:cubicBezTo>
                  <a:cubicBezTo>
                    <a:pt x="234739" y="2760"/>
                    <a:pt x="234881" y="4270"/>
                    <a:pt x="234985" y="5783"/>
                  </a:cubicBezTo>
                  <a:cubicBezTo>
                    <a:pt x="235245" y="7502"/>
                    <a:pt x="235245" y="7502"/>
                    <a:pt x="237572" y="8692"/>
                  </a:cubicBezTo>
                  <a:cubicBezTo>
                    <a:pt x="237845" y="10425"/>
                    <a:pt x="238095" y="12161"/>
                    <a:pt x="238316" y="13901"/>
                  </a:cubicBezTo>
                  <a:cubicBezTo>
                    <a:pt x="238807" y="14147"/>
                    <a:pt x="239298" y="14392"/>
                    <a:pt x="239804" y="14645"/>
                  </a:cubicBezTo>
                  <a:cubicBezTo>
                    <a:pt x="240246" y="16616"/>
                    <a:pt x="240357" y="18583"/>
                    <a:pt x="240548" y="20598"/>
                  </a:cubicBezTo>
                  <a:cubicBezTo>
                    <a:pt x="241285" y="20598"/>
                    <a:pt x="242022" y="20598"/>
                    <a:pt x="242781" y="20598"/>
                  </a:cubicBezTo>
                  <a:cubicBezTo>
                    <a:pt x="243305" y="22326"/>
                    <a:pt x="243802" y="24063"/>
                    <a:pt x="244269" y="25807"/>
                  </a:cubicBezTo>
                  <a:cubicBezTo>
                    <a:pt x="244760" y="25807"/>
                    <a:pt x="245251" y="25807"/>
                    <a:pt x="245757" y="25807"/>
                  </a:cubicBezTo>
                  <a:cubicBezTo>
                    <a:pt x="245879" y="27309"/>
                    <a:pt x="246000" y="28811"/>
                    <a:pt x="246121" y="30313"/>
                  </a:cubicBezTo>
                  <a:cubicBezTo>
                    <a:pt x="246408" y="32055"/>
                    <a:pt x="246408" y="32055"/>
                    <a:pt x="248734" y="33249"/>
                  </a:cubicBezTo>
                  <a:cubicBezTo>
                    <a:pt x="248874" y="35946"/>
                    <a:pt x="248874" y="35946"/>
                    <a:pt x="248734" y="38458"/>
                  </a:cubicBezTo>
                  <a:cubicBezTo>
                    <a:pt x="249471" y="38458"/>
                    <a:pt x="250207" y="38458"/>
                    <a:pt x="250966" y="38458"/>
                  </a:cubicBezTo>
                  <a:cubicBezTo>
                    <a:pt x="251212" y="40422"/>
                    <a:pt x="251458" y="42387"/>
                    <a:pt x="251711" y="44411"/>
                  </a:cubicBezTo>
                  <a:cubicBezTo>
                    <a:pt x="252447" y="44411"/>
                    <a:pt x="253184" y="44411"/>
                    <a:pt x="253943" y="44411"/>
                  </a:cubicBezTo>
                  <a:cubicBezTo>
                    <a:pt x="254468" y="46139"/>
                    <a:pt x="254964" y="47876"/>
                    <a:pt x="255431" y="49620"/>
                  </a:cubicBezTo>
                  <a:cubicBezTo>
                    <a:pt x="255922" y="49620"/>
                    <a:pt x="256414" y="49620"/>
                    <a:pt x="256920" y="49620"/>
                  </a:cubicBezTo>
                  <a:cubicBezTo>
                    <a:pt x="256956" y="50095"/>
                    <a:pt x="256992" y="50570"/>
                    <a:pt x="257030" y="51059"/>
                  </a:cubicBezTo>
                  <a:cubicBezTo>
                    <a:pt x="257113" y="51981"/>
                    <a:pt x="257113" y="51981"/>
                    <a:pt x="257199" y="52922"/>
                  </a:cubicBezTo>
                  <a:cubicBezTo>
                    <a:pt x="257250" y="53535"/>
                    <a:pt x="257302" y="54148"/>
                    <a:pt x="257356" y="54780"/>
                  </a:cubicBezTo>
                  <a:cubicBezTo>
                    <a:pt x="257457" y="55287"/>
                    <a:pt x="257559" y="55794"/>
                    <a:pt x="257664" y="56317"/>
                  </a:cubicBezTo>
                  <a:cubicBezTo>
                    <a:pt x="258155" y="56563"/>
                    <a:pt x="258646" y="56808"/>
                    <a:pt x="259152" y="57061"/>
                  </a:cubicBezTo>
                  <a:cubicBezTo>
                    <a:pt x="259259" y="57921"/>
                    <a:pt x="259367" y="58780"/>
                    <a:pt x="259478" y="59666"/>
                  </a:cubicBezTo>
                  <a:cubicBezTo>
                    <a:pt x="259616" y="60525"/>
                    <a:pt x="259754" y="61385"/>
                    <a:pt x="259896" y="62270"/>
                  </a:cubicBezTo>
                  <a:cubicBezTo>
                    <a:pt x="260633" y="62516"/>
                    <a:pt x="261370" y="62761"/>
                    <a:pt x="262129" y="63014"/>
                  </a:cubicBezTo>
                  <a:cubicBezTo>
                    <a:pt x="262431" y="64474"/>
                    <a:pt x="262431" y="64474"/>
                    <a:pt x="262501" y="66270"/>
                  </a:cubicBezTo>
                  <a:cubicBezTo>
                    <a:pt x="262577" y="68800"/>
                    <a:pt x="262577" y="68800"/>
                    <a:pt x="263828" y="70914"/>
                  </a:cubicBezTo>
                  <a:cubicBezTo>
                    <a:pt x="266067" y="72720"/>
                    <a:pt x="268931" y="72238"/>
                    <a:pt x="271687" y="72208"/>
                  </a:cubicBezTo>
                  <a:cubicBezTo>
                    <a:pt x="272368" y="72209"/>
                    <a:pt x="273049" y="72210"/>
                    <a:pt x="273750" y="72212"/>
                  </a:cubicBezTo>
                  <a:cubicBezTo>
                    <a:pt x="276042" y="72214"/>
                    <a:pt x="278333" y="72200"/>
                    <a:pt x="280625" y="72186"/>
                  </a:cubicBezTo>
                  <a:cubicBezTo>
                    <a:pt x="282263" y="72184"/>
                    <a:pt x="283902" y="72183"/>
                    <a:pt x="285541" y="72183"/>
                  </a:cubicBezTo>
                  <a:cubicBezTo>
                    <a:pt x="290000" y="72181"/>
                    <a:pt x="294458" y="72164"/>
                    <a:pt x="298917" y="72146"/>
                  </a:cubicBezTo>
                  <a:cubicBezTo>
                    <a:pt x="303576" y="72129"/>
                    <a:pt x="308235" y="72126"/>
                    <a:pt x="312893" y="72121"/>
                  </a:cubicBezTo>
                  <a:cubicBezTo>
                    <a:pt x="320718" y="72112"/>
                    <a:pt x="328543" y="72095"/>
                    <a:pt x="336367" y="72072"/>
                  </a:cubicBezTo>
                  <a:cubicBezTo>
                    <a:pt x="344422" y="72048"/>
                    <a:pt x="352476" y="72027"/>
                    <a:pt x="360530" y="72011"/>
                  </a:cubicBezTo>
                  <a:cubicBezTo>
                    <a:pt x="361274" y="72009"/>
                    <a:pt x="361274" y="72009"/>
                    <a:pt x="362033" y="72008"/>
                  </a:cubicBezTo>
                  <a:cubicBezTo>
                    <a:pt x="370299" y="71991"/>
                    <a:pt x="378564" y="71977"/>
                    <a:pt x="386829" y="71965"/>
                  </a:cubicBezTo>
                  <a:cubicBezTo>
                    <a:pt x="392384" y="71956"/>
                    <a:pt x="397939" y="71943"/>
                    <a:pt x="403493" y="71925"/>
                  </a:cubicBezTo>
                  <a:cubicBezTo>
                    <a:pt x="406944" y="71915"/>
                    <a:pt x="410395" y="71908"/>
                    <a:pt x="413845" y="71901"/>
                  </a:cubicBezTo>
                  <a:cubicBezTo>
                    <a:pt x="415450" y="71897"/>
                    <a:pt x="417054" y="71892"/>
                    <a:pt x="418659" y="71885"/>
                  </a:cubicBezTo>
                  <a:cubicBezTo>
                    <a:pt x="420843" y="71877"/>
                    <a:pt x="423027" y="71873"/>
                    <a:pt x="425211" y="71870"/>
                  </a:cubicBezTo>
                  <a:cubicBezTo>
                    <a:pt x="425852" y="71866"/>
                    <a:pt x="426492" y="71862"/>
                    <a:pt x="427152" y="71859"/>
                  </a:cubicBezTo>
                  <a:cubicBezTo>
                    <a:pt x="429635" y="71859"/>
                    <a:pt x="431653" y="71898"/>
                    <a:pt x="434025" y="72688"/>
                  </a:cubicBezTo>
                  <a:cubicBezTo>
                    <a:pt x="434025" y="97245"/>
                    <a:pt x="434025" y="121802"/>
                    <a:pt x="434025" y="147102"/>
                  </a:cubicBezTo>
                  <a:cubicBezTo>
                    <a:pt x="294298" y="147102"/>
                    <a:pt x="154570" y="147102"/>
                    <a:pt x="10609" y="147102"/>
                  </a:cubicBezTo>
                  <a:cubicBezTo>
                    <a:pt x="10609" y="72688"/>
                    <a:pt x="10609" y="72688"/>
                    <a:pt x="11353" y="71944"/>
                  </a:cubicBezTo>
                  <a:cubicBezTo>
                    <a:pt x="13658" y="71871"/>
                    <a:pt x="15946" y="71847"/>
                    <a:pt x="18251" y="71855"/>
                  </a:cubicBezTo>
                  <a:cubicBezTo>
                    <a:pt x="18984" y="71854"/>
                    <a:pt x="19717" y="71853"/>
                    <a:pt x="20472" y="71853"/>
                  </a:cubicBezTo>
                  <a:cubicBezTo>
                    <a:pt x="22948" y="71852"/>
                    <a:pt x="25424" y="71856"/>
                    <a:pt x="27900" y="71860"/>
                  </a:cubicBezTo>
                  <a:cubicBezTo>
                    <a:pt x="29667" y="71860"/>
                    <a:pt x="31434" y="71860"/>
                    <a:pt x="33201" y="71859"/>
                  </a:cubicBezTo>
                  <a:cubicBezTo>
                    <a:pt x="37514" y="71859"/>
                    <a:pt x="41827" y="71862"/>
                    <a:pt x="46140" y="71867"/>
                  </a:cubicBezTo>
                  <a:cubicBezTo>
                    <a:pt x="51156" y="71872"/>
                    <a:pt x="56173" y="71874"/>
                    <a:pt x="61190" y="71874"/>
                  </a:cubicBezTo>
                  <a:cubicBezTo>
                    <a:pt x="70137" y="71876"/>
                    <a:pt x="79084" y="71881"/>
                    <a:pt x="88031" y="71888"/>
                  </a:cubicBezTo>
                  <a:cubicBezTo>
                    <a:pt x="96724" y="71895"/>
                    <a:pt x="105417" y="71900"/>
                    <a:pt x="114110" y="71903"/>
                  </a:cubicBezTo>
                  <a:cubicBezTo>
                    <a:pt x="114646" y="71903"/>
                    <a:pt x="115181" y="71904"/>
                    <a:pt x="115733" y="71904"/>
                  </a:cubicBezTo>
                  <a:cubicBezTo>
                    <a:pt x="118419" y="71905"/>
                    <a:pt x="121106" y="71906"/>
                    <a:pt x="123792" y="71907"/>
                  </a:cubicBezTo>
                  <a:cubicBezTo>
                    <a:pt x="146092" y="71914"/>
                    <a:pt x="168391" y="71928"/>
                    <a:pt x="190691" y="71944"/>
                  </a:cubicBezTo>
                  <a:cubicBezTo>
                    <a:pt x="190691" y="70716"/>
                    <a:pt x="190691" y="69488"/>
                    <a:pt x="190691" y="68223"/>
                  </a:cubicBezTo>
                  <a:cubicBezTo>
                    <a:pt x="189954" y="68223"/>
                    <a:pt x="189218" y="68223"/>
                    <a:pt x="188459" y="68223"/>
                  </a:cubicBezTo>
                  <a:cubicBezTo>
                    <a:pt x="188337" y="66697"/>
                    <a:pt x="188216" y="65171"/>
                    <a:pt x="188095" y="63645"/>
                  </a:cubicBezTo>
                  <a:cubicBezTo>
                    <a:pt x="187970" y="63192"/>
                    <a:pt x="187844" y="62738"/>
                    <a:pt x="187714" y="62270"/>
                  </a:cubicBezTo>
                  <a:cubicBezTo>
                    <a:pt x="186978" y="62025"/>
                    <a:pt x="186241" y="61779"/>
                    <a:pt x="185482" y="61526"/>
                  </a:cubicBezTo>
                  <a:cubicBezTo>
                    <a:pt x="185264" y="59988"/>
                    <a:pt x="185264" y="59988"/>
                    <a:pt x="185343" y="58131"/>
                  </a:cubicBezTo>
                  <a:cubicBezTo>
                    <a:pt x="185373" y="57209"/>
                    <a:pt x="185373" y="57209"/>
                    <a:pt x="185404" y="56268"/>
                  </a:cubicBezTo>
                  <a:cubicBezTo>
                    <a:pt x="185429" y="55793"/>
                    <a:pt x="185455" y="55318"/>
                    <a:pt x="185482" y="54829"/>
                  </a:cubicBezTo>
                  <a:cubicBezTo>
                    <a:pt x="184745" y="54829"/>
                    <a:pt x="184009" y="54829"/>
                    <a:pt x="183250" y="54829"/>
                  </a:cubicBezTo>
                  <a:cubicBezTo>
                    <a:pt x="182758" y="53390"/>
                    <a:pt x="182758" y="53390"/>
                    <a:pt x="182459" y="51527"/>
                  </a:cubicBezTo>
                  <a:cubicBezTo>
                    <a:pt x="182188" y="49712"/>
                    <a:pt x="182188" y="49712"/>
                    <a:pt x="181761" y="48132"/>
                  </a:cubicBezTo>
                  <a:cubicBezTo>
                    <a:pt x="181270" y="47886"/>
                    <a:pt x="180779" y="47641"/>
                    <a:pt x="180273" y="47388"/>
                  </a:cubicBezTo>
                  <a:cubicBezTo>
                    <a:pt x="179831" y="45417"/>
                    <a:pt x="179721" y="43450"/>
                    <a:pt x="179529" y="41434"/>
                  </a:cubicBezTo>
                  <a:cubicBezTo>
                    <a:pt x="178792" y="41434"/>
                    <a:pt x="178056" y="41434"/>
                    <a:pt x="177297" y="41434"/>
                  </a:cubicBezTo>
                  <a:cubicBezTo>
                    <a:pt x="177151" y="39908"/>
                    <a:pt x="177006" y="38382"/>
                    <a:pt x="176860" y="36856"/>
                  </a:cubicBezTo>
                  <a:cubicBezTo>
                    <a:pt x="176759" y="36402"/>
                    <a:pt x="176657" y="35949"/>
                    <a:pt x="176552" y="35481"/>
                  </a:cubicBezTo>
                  <a:cubicBezTo>
                    <a:pt x="176061" y="35236"/>
                    <a:pt x="175570" y="34990"/>
                    <a:pt x="175064" y="34737"/>
                  </a:cubicBezTo>
                  <a:cubicBezTo>
                    <a:pt x="174594" y="33193"/>
                    <a:pt x="174306" y="31644"/>
                    <a:pt x="173994" y="30060"/>
                  </a:cubicBezTo>
                  <a:cubicBezTo>
                    <a:pt x="173856" y="29639"/>
                    <a:pt x="173718" y="29218"/>
                    <a:pt x="173576" y="28784"/>
                  </a:cubicBezTo>
                  <a:cubicBezTo>
                    <a:pt x="173085" y="28784"/>
                    <a:pt x="172594" y="28784"/>
                    <a:pt x="172088" y="28784"/>
                  </a:cubicBezTo>
                  <a:cubicBezTo>
                    <a:pt x="172088" y="26328"/>
                    <a:pt x="172088" y="23873"/>
                    <a:pt x="172088" y="21343"/>
                  </a:cubicBezTo>
                  <a:cubicBezTo>
                    <a:pt x="177762" y="20598"/>
                    <a:pt x="177762" y="20598"/>
                    <a:pt x="180273" y="20598"/>
                  </a:cubicBezTo>
                  <a:cubicBezTo>
                    <a:pt x="180357" y="20115"/>
                    <a:pt x="180442" y="19632"/>
                    <a:pt x="180529" y="19133"/>
                  </a:cubicBezTo>
                  <a:cubicBezTo>
                    <a:pt x="180690" y="18635"/>
                    <a:pt x="180851" y="18136"/>
                    <a:pt x="181017" y="17622"/>
                  </a:cubicBezTo>
                  <a:cubicBezTo>
                    <a:pt x="183157" y="17216"/>
                    <a:pt x="185191" y="17249"/>
                    <a:pt x="187366" y="17227"/>
                  </a:cubicBezTo>
                  <a:cubicBezTo>
                    <a:pt x="187972" y="17111"/>
                    <a:pt x="188578" y="16996"/>
                    <a:pt x="189203" y="16878"/>
                  </a:cubicBezTo>
                  <a:cubicBezTo>
                    <a:pt x="189325" y="16383"/>
                    <a:pt x="189446" y="15888"/>
                    <a:pt x="189572" y="15378"/>
                  </a:cubicBezTo>
                  <a:cubicBezTo>
                    <a:pt x="189696" y="14891"/>
                    <a:pt x="189819" y="14403"/>
                    <a:pt x="189947" y="13901"/>
                  </a:cubicBezTo>
                  <a:cubicBezTo>
                    <a:pt x="191810" y="13611"/>
                    <a:pt x="191810" y="13611"/>
                    <a:pt x="194086" y="13715"/>
                  </a:cubicBezTo>
                  <a:cubicBezTo>
                    <a:pt x="194839" y="13742"/>
                    <a:pt x="195592" y="13769"/>
                    <a:pt x="196368" y="13797"/>
                  </a:cubicBezTo>
                  <a:cubicBezTo>
                    <a:pt x="196950" y="13831"/>
                    <a:pt x="197533" y="13866"/>
                    <a:pt x="198132" y="13901"/>
                  </a:cubicBezTo>
                  <a:cubicBezTo>
                    <a:pt x="198132" y="12919"/>
                    <a:pt x="198132" y="11937"/>
                    <a:pt x="198132" y="10925"/>
                  </a:cubicBezTo>
                  <a:cubicBezTo>
                    <a:pt x="201079" y="10679"/>
                    <a:pt x="204026" y="10434"/>
                    <a:pt x="207062" y="10180"/>
                  </a:cubicBezTo>
                  <a:cubicBezTo>
                    <a:pt x="207062" y="9198"/>
                    <a:pt x="207062" y="8216"/>
                    <a:pt x="207062" y="7204"/>
                  </a:cubicBezTo>
                  <a:cubicBezTo>
                    <a:pt x="207591" y="7176"/>
                    <a:pt x="208119" y="7148"/>
                    <a:pt x="208664" y="7120"/>
                  </a:cubicBezTo>
                  <a:cubicBezTo>
                    <a:pt x="209348" y="7071"/>
                    <a:pt x="210032" y="7022"/>
                    <a:pt x="210736" y="6971"/>
                  </a:cubicBezTo>
                  <a:cubicBezTo>
                    <a:pt x="211759" y="6907"/>
                    <a:pt x="211759" y="6907"/>
                    <a:pt x="212803" y="6841"/>
                  </a:cubicBezTo>
                  <a:cubicBezTo>
                    <a:pt x="213645" y="6652"/>
                    <a:pt x="213645" y="6652"/>
                    <a:pt x="214504" y="6460"/>
                  </a:cubicBezTo>
                  <a:cubicBezTo>
                    <a:pt x="214749" y="5723"/>
                    <a:pt x="214995" y="4986"/>
                    <a:pt x="215248" y="4227"/>
                  </a:cubicBezTo>
                  <a:cubicBezTo>
                    <a:pt x="217274" y="3847"/>
                    <a:pt x="217274" y="3847"/>
                    <a:pt x="219759" y="3716"/>
                  </a:cubicBezTo>
                  <a:cubicBezTo>
                    <a:pt x="220581" y="3667"/>
                    <a:pt x="221403" y="3618"/>
                    <a:pt x="222250" y="3568"/>
                  </a:cubicBezTo>
                  <a:cubicBezTo>
                    <a:pt x="222886" y="3540"/>
                    <a:pt x="223522" y="3512"/>
                    <a:pt x="224177" y="3483"/>
                  </a:cubicBezTo>
                  <a:cubicBezTo>
                    <a:pt x="224177" y="2501"/>
                    <a:pt x="224177" y="1519"/>
                    <a:pt x="224177" y="507"/>
                  </a:cubicBezTo>
                  <a:close/>
                </a:path>
              </a:pathLst>
            </a:custGeom>
            <a:grpFill/>
            <a:ln w="744" cap="flat">
              <a:noFill/>
              <a:prstDash val="solid"/>
              <a:miter/>
            </a:ln>
          </p:spPr>
          <p:txBody>
            <a:bodyPr rtlCol="0" anchor="ctr"/>
            <a:lstStyle/>
            <a:p>
              <a:endParaRPr lang="zh-CN" altLang="en-US"/>
            </a:p>
          </p:txBody>
        </p:sp>
        <p:sp>
          <p:nvSpPr>
            <p:cNvPr id="165" name="任意多边形: 形状 164"/>
            <p:cNvSpPr/>
            <p:nvPr/>
          </p:nvSpPr>
          <p:spPr>
            <a:xfrm>
              <a:off x="10984435" y="1390347"/>
              <a:ext cx="183261" cy="243269"/>
            </a:xfrm>
            <a:custGeom>
              <a:avLst/>
              <a:gdLst>
                <a:gd name="connsiteX0" fmla="*/ 91291 w 183265"/>
                <a:gd name="connsiteY0" fmla="*/ 30638 h 243262"/>
                <a:gd name="connsiteX1" fmla="*/ 84315 w 183265"/>
                <a:gd name="connsiteY1" fmla="*/ 30964 h 243262"/>
                <a:gd name="connsiteX2" fmla="*/ 83832 w 183265"/>
                <a:gd name="connsiteY2" fmla="*/ 32833 h 243262"/>
                <a:gd name="connsiteX3" fmla="*/ 83571 w 183265"/>
                <a:gd name="connsiteY3" fmla="*/ 34684 h 243262"/>
                <a:gd name="connsiteX4" fmla="*/ 81245 w 183265"/>
                <a:gd name="connsiteY4" fmla="*/ 35022 h 243262"/>
                <a:gd name="connsiteX5" fmla="*/ 73153 w 183265"/>
                <a:gd name="connsiteY5" fmla="*/ 34684 h 243262"/>
                <a:gd name="connsiteX6" fmla="*/ 71990 w 183265"/>
                <a:gd name="connsiteY6" fmla="*/ 36963 h 243262"/>
                <a:gd name="connsiteX7" fmla="*/ 71665 w 183265"/>
                <a:gd name="connsiteY7" fmla="*/ 38405 h 243262"/>
                <a:gd name="connsiteX8" fmla="*/ 65711 w 183265"/>
                <a:gd name="connsiteY8" fmla="*/ 37661 h 243262"/>
                <a:gd name="connsiteX9" fmla="*/ 64874 w 183265"/>
                <a:gd name="connsiteY9" fmla="*/ 39056 h 243262"/>
                <a:gd name="connsiteX10" fmla="*/ 64223 w 183265"/>
                <a:gd name="connsiteY10" fmla="*/ 40638 h 243262"/>
                <a:gd name="connsiteX11" fmla="*/ 59758 w 183265"/>
                <a:gd name="connsiteY11" fmla="*/ 41382 h 243262"/>
                <a:gd name="connsiteX12" fmla="*/ 59200 w 183265"/>
                <a:gd name="connsiteY12" fmla="*/ 42917 h 243262"/>
                <a:gd name="connsiteX13" fmla="*/ 59014 w 183265"/>
                <a:gd name="connsiteY13" fmla="*/ 44358 h 243262"/>
                <a:gd name="connsiteX14" fmla="*/ 57526 w 183265"/>
                <a:gd name="connsiteY14" fmla="*/ 44358 h 243262"/>
                <a:gd name="connsiteX15" fmla="*/ 54549 w 183265"/>
                <a:gd name="connsiteY15" fmla="*/ 48079 h 243262"/>
                <a:gd name="connsiteX16" fmla="*/ 52317 w 183265"/>
                <a:gd name="connsiteY16" fmla="*/ 48823 h 243262"/>
                <a:gd name="connsiteX17" fmla="*/ 51573 w 183265"/>
                <a:gd name="connsiteY17" fmla="*/ 51056 h 243262"/>
                <a:gd name="connsiteX18" fmla="*/ 49340 w 183265"/>
                <a:gd name="connsiteY18" fmla="*/ 51056 h 243262"/>
                <a:gd name="connsiteX19" fmla="*/ 48550 w 183265"/>
                <a:gd name="connsiteY19" fmla="*/ 52497 h 243262"/>
                <a:gd name="connsiteX20" fmla="*/ 47852 w 183265"/>
                <a:gd name="connsiteY20" fmla="*/ 54032 h 243262"/>
                <a:gd name="connsiteX21" fmla="*/ 46364 w 183265"/>
                <a:gd name="connsiteY21" fmla="*/ 54776 h 243262"/>
                <a:gd name="connsiteX22" fmla="*/ 45620 w 183265"/>
                <a:gd name="connsiteY22" fmla="*/ 58497 h 243262"/>
                <a:gd name="connsiteX23" fmla="*/ 44131 w 183265"/>
                <a:gd name="connsiteY23" fmla="*/ 58497 h 243262"/>
                <a:gd name="connsiteX24" fmla="*/ 43387 w 183265"/>
                <a:gd name="connsiteY24" fmla="*/ 61055 h 243262"/>
                <a:gd name="connsiteX25" fmla="*/ 42643 w 183265"/>
                <a:gd name="connsiteY25" fmla="*/ 63706 h 243262"/>
                <a:gd name="connsiteX26" fmla="*/ 41155 w 183265"/>
                <a:gd name="connsiteY26" fmla="*/ 64450 h 243262"/>
                <a:gd name="connsiteX27" fmla="*/ 40690 w 183265"/>
                <a:gd name="connsiteY27" fmla="*/ 66729 h 243262"/>
                <a:gd name="connsiteX28" fmla="*/ 40411 w 183265"/>
                <a:gd name="connsiteY28" fmla="*/ 68915 h 243262"/>
                <a:gd name="connsiteX29" fmla="*/ 38922 w 183265"/>
                <a:gd name="connsiteY29" fmla="*/ 68915 h 243262"/>
                <a:gd name="connsiteX30" fmla="*/ 37899 w 183265"/>
                <a:gd name="connsiteY30" fmla="*/ 73752 h 243262"/>
                <a:gd name="connsiteX31" fmla="*/ 37434 w 183265"/>
                <a:gd name="connsiteY31" fmla="*/ 77100 h 243262"/>
                <a:gd name="connsiteX32" fmla="*/ 35202 w 183265"/>
                <a:gd name="connsiteY32" fmla="*/ 78589 h 243262"/>
                <a:gd name="connsiteX33" fmla="*/ 34873 w 183265"/>
                <a:gd name="connsiteY33" fmla="*/ 80824 h 243262"/>
                <a:gd name="connsiteX34" fmla="*/ 34458 w 183265"/>
                <a:gd name="connsiteY34" fmla="*/ 88263 h 243262"/>
                <a:gd name="connsiteX35" fmla="*/ 32969 w 183265"/>
                <a:gd name="connsiteY35" fmla="*/ 89007 h 243262"/>
                <a:gd name="connsiteX36" fmla="*/ 32877 w 183265"/>
                <a:gd name="connsiteY36" fmla="*/ 92797 h 243262"/>
                <a:gd name="connsiteX37" fmla="*/ 32956 w 183265"/>
                <a:gd name="connsiteY37" fmla="*/ 96037 h 243262"/>
                <a:gd name="connsiteX38" fmla="*/ 33062 w 183265"/>
                <a:gd name="connsiteY38" fmla="*/ 101239 h 243262"/>
                <a:gd name="connsiteX39" fmla="*/ 33184 w 183265"/>
                <a:gd name="connsiteY39" fmla="*/ 106432 h 243262"/>
                <a:gd name="connsiteX40" fmla="*/ 33208 w 183265"/>
                <a:gd name="connsiteY40" fmla="*/ 108072 h 243262"/>
                <a:gd name="connsiteX41" fmla="*/ 32969 w 183265"/>
                <a:gd name="connsiteY41" fmla="*/ 113563 h 243262"/>
                <a:gd name="connsiteX42" fmla="*/ 31486 w 183265"/>
                <a:gd name="connsiteY42" fmla="*/ 114392 h 243262"/>
                <a:gd name="connsiteX43" fmla="*/ 29993 w 183265"/>
                <a:gd name="connsiteY43" fmla="*/ 115052 h 243262"/>
                <a:gd name="connsiteX44" fmla="*/ 29643 w 183265"/>
                <a:gd name="connsiteY44" fmla="*/ 116893 h 243262"/>
                <a:gd name="connsiteX45" fmla="*/ 29676 w 183265"/>
                <a:gd name="connsiteY45" fmla="*/ 119188 h 243262"/>
                <a:gd name="connsiteX46" fmla="*/ 29695 w 183265"/>
                <a:gd name="connsiteY46" fmla="*/ 121686 h 243262"/>
                <a:gd name="connsiteX47" fmla="*/ 29760 w 183265"/>
                <a:gd name="connsiteY47" fmla="*/ 124307 h 243262"/>
                <a:gd name="connsiteX48" fmla="*/ 30737 w 183265"/>
                <a:gd name="connsiteY48" fmla="*/ 135888 h 243262"/>
                <a:gd name="connsiteX49" fmla="*/ 32969 w 183265"/>
                <a:gd name="connsiteY49" fmla="*/ 136632 h 243262"/>
                <a:gd name="connsiteX50" fmla="*/ 33187 w 183265"/>
                <a:gd name="connsiteY50" fmla="*/ 138480 h 243262"/>
                <a:gd name="connsiteX51" fmla="*/ 33109 w 183265"/>
                <a:gd name="connsiteY51" fmla="*/ 140911 h 243262"/>
                <a:gd name="connsiteX52" fmla="*/ 33056 w 183265"/>
                <a:gd name="connsiteY52" fmla="*/ 143538 h 243262"/>
                <a:gd name="connsiteX53" fmla="*/ 32882 w 183265"/>
                <a:gd name="connsiteY53" fmla="*/ 149073 h 243262"/>
                <a:gd name="connsiteX54" fmla="*/ 32830 w 183265"/>
                <a:gd name="connsiteY54" fmla="*/ 151701 h 243262"/>
                <a:gd name="connsiteX55" fmla="*/ 32969 w 183265"/>
                <a:gd name="connsiteY55" fmla="*/ 155979 h 243262"/>
                <a:gd name="connsiteX56" fmla="*/ 35202 w 183265"/>
                <a:gd name="connsiteY56" fmla="*/ 156723 h 243262"/>
                <a:gd name="connsiteX57" fmla="*/ 35394 w 183265"/>
                <a:gd name="connsiteY57" fmla="*/ 158534 h 243262"/>
                <a:gd name="connsiteX58" fmla="*/ 35946 w 183265"/>
                <a:gd name="connsiteY58" fmla="*/ 166397 h 243262"/>
                <a:gd name="connsiteX59" fmla="*/ 38178 w 183265"/>
                <a:gd name="connsiteY59" fmla="*/ 166397 h 243262"/>
                <a:gd name="connsiteX60" fmla="*/ 38178 w 183265"/>
                <a:gd name="connsiteY60" fmla="*/ 172350 h 243262"/>
                <a:gd name="connsiteX61" fmla="*/ 39667 w 183265"/>
                <a:gd name="connsiteY61" fmla="*/ 173095 h 243262"/>
                <a:gd name="connsiteX62" fmla="*/ 41155 w 183265"/>
                <a:gd name="connsiteY62" fmla="*/ 173095 h 243262"/>
                <a:gd name="connsiteX63" fmla="*/ 40411 w 183265"/>
                <a:gd name="connsiteY63" fmla="*/ 178304 h 243262"/>
                <a:gd name="connsiteX64" fmla="*/ 43434 w 183265"/>
                <a:gd name="connsiteY64" fmla="*/ 182071 h 243262"/>
                <a:gd name="connsiteX65" fmla="*/ 44131 w 183265"/>
                <a:gd name="connsiteY65" fmla="*/ 184257 h 243262"/>
                <a:gd name="connsiteX66" fmla="*/ 45620 w 183265"/>
                <a:gd name="connsiteY66" fmla="*/ 185001 h 243262"/>
                <a:gd name="connsiteX67" fmla="*/ 46364 w 183265"/>
                <a:gd name="connsiteY67" fmla="*/ 187233 h 243262"/>
                <a:gd name="connsiteX68" fmla="*/ 48596 w 183265"/>
                <a:gd name="connsiteY68" fmla="*/ 188722 h 243262"/>
                <a:gd name="connsiteX69" fmla="*/ 49340 w 183265"/>
                <a:gd name="connsiteY69" fmla="*/ 190954 h 243262"/>
                <a:gd name="connsiteX70" fmla="*/ 53759 w 183265"/>
                <a:gd name="connsiteY70" fmla="*/ 195047 h 243262"/>
                <a:gd name="connsiteX71" fmla="*/ 57651 w 183265"/>
                <a:gd name="connsiteY71" fmla="*/ 198462 h 243262"/>
                <a:gd name="connsiteX72" fmla="*/ 59014 w 183265"/>
                <a:gd name="connsiteY72" fmla="*/ 199140 h 243262"/>
                <a:gd name="connsiteX73" fmla="*/ 59758 w 183265"/>
                <a:gd name="connsiteY73" fmla="*/ 202116 h 243262"/>
                <a:gd name="connsiteX74" fmla="*/ 61991 w 183265"/>
                <a:gd name="connsiteY74" fmla="*/ 202488 h 243262"/>
                <a:gd name="connsiteX75" fmla="*/ 64223 w 183265"/>
                <a:gd name="connsiteY75" fmla="*/ 202860 h 243262"/>
                <a:gd name="connsiteX76" fmla="*/ 64967 w 183265"/>
                <a:gd name="connsiteY76" fmla="*/ 205837 h 243262"/>
                <a:gd name="connsiteX77" fmla="*/ 67944 w 183265"/>
                <a:gd name="connsiteY77" fmla="*/ 206255 h 243262"/>
                <a:gd name="connsiteX78" fmla="*/ 70920 w 183265"/>
                <a:gd name="connsiteY78" fmla="*/ 206581 h 243262"/>
                <a:gd name="connsiteX79" fmla="*/ 71665 w 183265"/>
                <a:gd name="connsiteY79" fmla="*/ 208813 h 243262"/>
                <a:gd name="connsiteX80" fmla="*/ 75698 w 183265"/>
                <a:gd name="connsiteY80" fmla="*/ 209010 h 243262"/>
                <a:gd name="connsiteX81" fmla="*/ 77292 w 183265"/>
                <a:gd name="connsiteY81" fmla="*/ 208953 h 243262"/>
                <a:gd name="connsiteX82" fmla="*/ 80411 w 183265"/>
                <a:gd name="connsiteY82" fmla="*/ 208892 h 243262"/>
                <a:gd name="connsiteX83" fmla="*/ 82827 w 183265"/>
                <a:gd name="connsiteY83" fmla="*/ 208813 h 243262"/>
                <a:gd name="connsiteX84" fmla="*/ 82827 w 183265"/>
                <a:gd name="connsiteY84" fmla="*/ 211790 h 243262"/>
                <a:gd name="connsiteX85" fmla="*/ 85827 w 183265"/>
                <a:gd name="connsiteY85" fmla="*/ 212630 h 243262"/>
                <a:gd name="connsiteX86" fmla="*/ 87664 w 183265"/>
                <a:gd name="connsiteY86" fmla="*/ 212633 h 243262"/>
                <a:gd name="connsiteX87" fmla="*/ 89664 w 183265"/>
                <a:gd name="connsiteY87" fmla="*/ 212636 h 243262"/>
                <a:gd name="connsiteX88" fmla="*/ 91756 w 183265"/>
                <a:gd name="connsiteY88" fmla="*/ 212627 h 243262"/>
                <a:gd name="connsiteX89" fmla="*/ 93849 w 183265"/>
                <a:gd name="connsiteY89" fmla="*/ 212636 h 243262"/>
                <a:gd name="connsiteX90" fmla="*/ 95849 w 183265"/>
                <a:gd name="connsiteY90" fmla="*/ 212633 h 243262"/>
                <a:gd name="connsiteX91" fmla="*/ 100686 w 183265"/>
                <a:gd name="connsiteY91" fmla="*/ 211790 h 243262"/>
                <a:gd name="connsiteX92" fmla="*/ 100686 w 183265"/>
                <a:gd name="connsiteY92" fmla="*/ 208813 h 243262"/>
                <a:gd name="connsiteX93" fmla="*/ 112592 w 183265"/>
                <a:gd name="connsiteY93" fmla="*/ 208813 h 243262"/>
                <a:gd name="connsiteX94" fmla="*/ 112592 w 183265"/>
                <a:gd name="connsiteY94" fmla="*/ 205837 h 243262"/>
                <a:gd name="connsiteX95" fmla="*/ 117801 w 183265"/>
                <a:gd name="connsiteY95" fmla="*/ 205837 h 243262"/>
                <a:gd name="connsiteX96" fmla="*/ 118220 w 183265"/>
                <a:gd name="connsiteY96" fmla="*/ 203976 h 243262"/>
                <a:gd name="connsiteX97" fmla="*/ 118545 w 183265"/>
                <a:gd name="connsiteY97" fmla="*/ 202116 h 243262"/>
                <a:gd name="connsiteX98" fmla="*/ 120778 w 183265"/>
                <a:gd name="connsiteY98" fmla="*/ 202070 h 243262"/>
                <a:gd name="connsiteX99" fmla="*/ 123010 w 183265"/>
                <a:gd name="connsiteY99" fmla="*/ 202116 h 243262"/>
                <a:gd name="connsiteX100" fmla="*/ 123475 w 183265"/>
                <a:gd name="connsiteY100" fmla="*/ 200674 h 243262"/>
                <a:gd name="connsiteX101" fmla="*/ 123754 w 183265"/>
                <a:gd name="connsiteY101" fmla="*/ 199140 h 243262"/>
                <a:gd name="connsiteX102" fmla="*/ 126731 w 183265"/>
                <a:gd name="connsiteY102" fmla="*/ 198395 h 243262"/>
                <a:gd name="connsiteX103" fmla="*/ 127475 w 183265"/>
                <a:gd name="connsiteY103" fmla="*/ 195419 h 243262"/>
                <a:gd name="connsiteX104" fmla="*/ 130452 w 183265"/>
                <a:gd name="connsiteY104" fmla="*/ 195419 h 243262"/>
                <a:gd name="connsiteX105" fmla="*/ 131289 w 183265"/>
                <a:gd name="connsiteY105" fmla="*/ 193977 h 243262"/>
                <a:gd name="connsiteX106" fmla="*/ 131940 w 183265"/>
                <a:gd name="connsiteY106" fmla="*/ 192442 h 243262"/>
                <a:gd name="connsiteX107" fmla="*/ 133428 w 183265"/>
                <a:gd name="connsiteY107" fmla="*/ 191698 h 243262"/>
                <a:gd name="connsiteX108" fmla="*/ 134172 w 183265"/>
                <a:gd name="connsiteY108" fmla="*/ 188722 h 243262"/>
                <a:gd name="connsiteX109" fmla="*/ 136405 w 183265"/>
                <a:gd name="connsiteY109" fmla="*/ 188722 h 243262"/>
                <a:gd name="connsiteX110" fmla="*/ 136405 w 183265"/>
                <a:gd name="connsiteY110" fmla="*/ 185001 h 243262"/>
                <a:gd name="connsiteX111" fmla="*/ 138637 w 183265"/>
                <a:gd name="connsiteY111" fmla="*/ 185001 h 243262"/>
                <a:gd name="connsiteX112" fmla="*/ 139381 w 183265"/>
                <a:gd name="connsiteY112" fmla="*/ 179792 h 243262"/>
                <a:gd name="connsiteX113" fmla="*/ 140916 w 183265"/>
                <a:gd name="connsiteY113" fmla="*/ 178955 h 243262"/>
                <a:gd name="connsiteX114" fmla="*/ 142358 w 183265"/>
                <a:gd name="connsiteY114" fmla="*/ 178304 h 243262"/>
                <a:gd name="connsiteX115" fmla="*/ 142404 w 183265"/>
                <a:gd name="connsiteY115" fmla="*/ 176397 h 243262"/>
                <a:gd name="connsiteX116" fmla="*/ 142358 w 183265"/>
                <a:gd name="connsiteY116" fmla="*/ 174583 h 243262"/>
                <a:gd name="connsiteX117" fmla="*/ 144590 w 183265"/>
                <a:gd name="connsiteY117" fmla="*/ 173839 h 243262"/>
                <a:gd name="connsiteX118" fmla="*/ 144893 w 183265"/>
                <a:gd name="connsiteY118" fmla="*/ 172353 h 243262"/>
                <a:gd name="connsiteX119" fmla="*/ 145335 w 183265"/>
                <a:gd name="connsiteY119" fmla="*/ 167141 h 243262"/>
                <a:gd name="connsiteX120" fmla="*/ 147567 w 183265"/>
                <a:gd name="connsiteY120" fmla="*/ 165653 h 243262"/>
                <a:gd name="connsiteX121" fmla="*/ 147785 w 183265"/>
                <a:gd name="connsiteY121" fmla="*/ 163880 h 243262"/>
                <a:gd name="connsiteX122" fmla="*/ 147706 w 183265"/>
                <a:gd name="connsiteY122" fmla="*/ 161839 h 243262"/>
                <a:gd name="connsiteX123" fmla="*/ 147645 w 183265"/>
                <a:gd name="connsiteY123" fmla="*/ 159787 h 243262"/>
                <a:gd name="connsiteX124" fmla="*/ 147567 w 183265"/>
                <a:gd name="connsiteY124" fmla="*/ 158212 h 243262"/>
                <a:gd name="connsiteX125" fmla="*/ 149799 w 183265"/>
                <a:gd name="connsiteY125" fmla="*/ 158212 h 243262"/>
                <a:gd name="connsiteX126" fmla="*/ 150628 w 183265"/>
                <a:gd name="connsiteY126" fmla="*/ 154291 h 243262"/>
                <a:gd name="connsiteX127" fmla="*/ 150616 w 183265"/>
                <a:gd name="connsiteY127" fmla="*/ 152343 h 243262"/>
                <a:gd name="connsiteX128" fmla="*/ 150609 w 183265"/>
                <a:gd name="connsiteY128" fmla="*/ 150228 h 243262"/>
                <a:gd name="connsiteX129" fmla="*/ 150590 w 183265"/>
                <a:gd name="connsiteY129" fmla="*/ 148026 h 243262"/>
                <a:gd name="connsiteX130" fmla="*/ 150555 w 183265"/>
                <a:gd name="connsiteY130" fmla="*/ 141751 h 243262"/>
                <a:gd name="connsiteX131" fmla="*/ 150544 w 183265"/>
                <a:gd name="connsiteY131" fmla="*/ 140352 h 243262"/>
                <a:gd name="connsiteX132" fmla="*/ 152032 w 183265"/>
                <a:gd name="connsiteY132" fmla="*/ 140352 h 243262"/>
                <a:gd name="connsiteX133" fmla="*/ 152870 w 183265"/>
                <a:gd name="connsiteY133" fmla="*/ 137396 h 243262"/>
                <a:gd name="connsiteX134" fmla="*/ 152872 w 183265"/>
                <a:gd name="connsiteY134" fmla="*/ 135577 h 243262"/>
                <a:gd name="connsiteX135" fmla="*/ 152879 w 183265"/>
                <a:gd name="connsiteY135" fmla="*/ 133515 h 243262"/>
                <a:gd name="connsiteX136" fmla="*/ 152875 w 183265"/>
                <a:gd name="connsiteY136" fmla="*/ 131283 h 243262"/>
                <a:gd name="connsiteX137" fmla="*/ 152878 w 183265"/>
                <a:gd name="connsiteY137" fmla="*/ 126638 h 243262"/>
                <a:gd name="connsiteX138" fmla="*/ 152873 w 183265"/>
                <a:gd name="connsiteY138" fmla="*/ 119289 h 243262"/>
                <a:gd name="connsiteX139" fmla="*/ 152877 w 183265"/>
                <a:gd name="connsiteY139" fmla="*/ 114500 h 243262"/>
                <a:gd name="connsiteX140" fmla="*/ 152875 w 183265"/>
                <a:gd name="connsiteY140" fmla="*/ 112215 h 243262"/>
                <a:gd name="connsiteX141" fmla="*/ 152879 w 183265"/>
                <a:gd name="connsiteY141" fmla="*/ 109983 h 243262"/>
                <a:gd name="connsiteX142" fmla="*/ 152872 w 183265"/>
                <a:gd name="connsiteY142" fmla="*/ 107921 h 243262"/>
                <a:gd name="connsiteX143" fmla="*/ 152032 w 183265"/>
                <a:gd name="connsiteY143" fmla="*/ 103145 h 243262"/>
                <a:gd name="connsiteX144" fmla="*/ 150544 w 183265"/>
                <a:gd name="connsiteY144" fmla="*/ 103145 h 243262"/>
                <a:gd name="connsiteX145" fmla="*/ 150580 w 183265"/>
                <a:gd name="connsiteY145" fmla="*/ 98192 h 243262"/>
                <a:gd name="connsiteX146" fmla="*/ 150590 w 183265"/>
                <a:gd name="connsiteY146" fmla="*/ 96169 h 243262"/>
                <a:gd name="connsiteX147" fmla="*/ 150609 w 183265"/>
                <a:gd name="connsiteY147" fmla="*/ 94163 h 243262"/>
                <a:gd name="connsiteX148" fmla="*/ 150616 w 183265"/>
                <a:gd name="connsiteY148" fmla="*/ 92245 h 243262"/>
                <a:gd name="connsiteX149" fmla="*/ 149799 w 183265"/>
                <a:gd name="connsiteY149" fmla="*/ 87518 h 243262"/>
                <a:gd name="connsiteX150" fmla="*/ 147567 w 183265"/>
                <a:gd name="connsiteY150" fmla="*/ 87518 h 243262"/>
                <a:gd name="connsiteX151" fmla="*/ 147645 w 183265"/>
                <a:gd name="connsiteY151" fmla="*/ 85617 h 243262"/>
                <a:gd name="connsiteX152" fmla="*/ 147706 w 183265"/>
                <a:gd name="connsiteY152" fmla="*/ 83147 h 243262"/>
                <a:gd name="connsiteX153" fmla="*/ 147567 w 183265"/>
                <a:gd name="connsiteY153" fmla="*/ 78589 h 243262"/>
                <a:gd name="connsiteX154" fmla="*/ 145032 w 183265"/>
                <a:gd name="connsiteY154" fmla="*/ 75679 h 243262"/>
                <a:gd name="connsiteX155" fmla="*/ 144590 w 183265"/>
                <a:gd name="connsiteY155" fmla="*/ 71147 h 243262"/>
                <a:gd name="connsiteX156" fmla="*/ 142358 w 183265"/>
                <a:gd name="connsiteY156" fmla="*/ 70403 h 243262"/>
                <a:gd name="connsiteX157" fmla="*/ 142358 w 183265"/>
                <a:gd name="connsiteY157" fmla="*/ 65194 h 243262"/>
                <a:gd name="connsiteX158" fmla="*/ 140870 w 183265"/>
                <a:gd name="connsiteY158" fmla="*/ 64776 h 243262"/>
                <a:gd name="connsiteX159" fmla="*/ 139381 w 183265"/>
                <a:gd name="connsiteY159" fmla="*/ 64450 h 243262"/>
                <a:gd name="connsiteX160" fmla="*/ 139381 w 183265"/>
                <a:gd name="connsiteY160" fmla="*/ 59985 h 243262"/>
                <a:gd name="connsiteX161" fmla="*/ 137893 w 183265"/>
                <a:gd name="connsiteY161" fmla="*/ 59148 h 243262"/>
                <a:gd name="connsiteX162" fmla="*/ 136405 w 183265"/>
                <a:gd name="connsiteY162" fmla="*/ 58497 h 243262"/>
                <a:gd name="connsiteX163" fmla="*/ 136405 w 183265"/>
                <a:gd name="connsiteY163" fmla="*/ 55520 h 243262"/>
                <a:gd name="connsiteX164" fmla="*/ 134172 w 183265"/>
                <a:gd name="connsiteY164" fmla="*/ 54776 h 243262"/>
                <a:gd name="connsiteX165" fmla="*/ 134172 w 183265"/>
                <a:gd name="connsiteY165" fmla="*/ 52544 h 243262"/>
                <a:gd name="connsiteX166" fmla="*/ 131196 w 183265"/>
                <a:gd name="connsiteY166" fmla="*/ 51800 h 243262"/>
                <a:gd name="connsiteX167" fmla="*/ 131196 w 183265"/>
                <a:gd name="connsiteY167" fmla="*/ 48823 h 243262"/>
                <a:gd name="connsiteX168" fmla="*/ 129336 w 183265"/>
                <a:gd name="connsiteY168" fmla="*/ 48405 h 243262"/>
                <a:gd name="connsiteX169" fmla="*/ 127475 w 183265"/>
                <a:gd name="connsiteY169" fmla="*/ 48079 h 243262"/>
                <a:gd name="connsiteX170" fmla="*/ 127475 w 183265"/>
                <a:gd name="connsiteY170" fmla="*/ 45847 h 243262"/>
                <a:gd name="connsiteX171" fmla="*/ 123754 w 183265"/>
                <a:gd name="connsiteY171" fmla="*/ 44358 h 243262"/>
                <a:gd name="connsiteX172" fmla="*/ 123010 w 183265"/>
                <a:gd name="connsiteY172" fmla="*/ 41382 h 243262"/>
                <a:gd name="connsiteX173" fmla="*/ 120731 w 183265"/>
                <a:gd name="connsiteY173" fmla="*/ 41196 h 243262"/>
                <a:gd name="connsiteX174" fmla="*/ 118545 w 183265"/>
                <a:gd name="connsiteY174" fmla="*/ 41382 h 243262"/>
                <a:gd name="connsiteX175" fmla="*/ 117057 w 183265"/>
                <a:gd name="connsiteY175" fmla="*/ 37661 h 243262"/>
                <a:gd name="connsiteX176" fmla="*/ 114732 w 183265"/>
                <a:gd name="connsiteY176" fmla="*/ 37940 h 243262"/>
                <a:gd name="connsiteX177" fmla="*/ 112592 w 183265"/>
                <a:gd name="connsiteY177" fmla="*/ 38405 h 243262"/>
                <a:gd name="connsiteX178" fmla="*/ 111848 w 183265"/>
                <a:gd name="connsiteY178" fmla="*/ 34684 h 243262"/>
                <a:gd name="connsiteX179" fmla="*/ 107815 w 183265"/>
                <a:gd name="connsiteY179" fmla="*/ 34357 h 243262"/>
                <a:gd name="connsiteX180" fmla="*/ 106221 w 183265"/>
                <a:gd name="connsiteY180" fmla="*/ 34452 h 243262"/>
                <a:gd name="connsiteX181" fmla="*/ 103102 w 183265"/>
                <a:gd name="connsiteY181" fmla="*/ 34554 h 243262"/>
                <a:gd name="connsiteX182" fmla="*/ 100686 w 183265"/>
                <a:gd name="connsiteY182" fmla="*/ 34684 h 243262"/>
                <a:gd name="connsiteX183" fmla="*/ 100686 w 183265"/>
                <a:gd name="connsiteY183" fmla="*/ 32452 h 243262"/>
                <a:gd name="connsiteX184" fmla="*/ 93268 w 183265"/>
                <a:gd name="connsiteY184" fmla="*/ 30651 h 243262"/>
                <a:gd name="connsiteX185" fmla="*/ 91291 w 183265"/>
                <a:gd name="connsiteY185" fmla="*/ 30638 h 243262"/>
                <a:gd name="connsiteX186" fmla="*/ 76171 w 183265"/>
                <a:gd name="connsiteY186" fmla="*/ 0 h 243262"/>
                <a:gd name="connsiteX187" fmla="*/ 79062 w 183265"/>
                <a:gd name="connsiteY187" fmla="*/ 18 h 243262"/>
                <a:gd name="connsiteX188" fmla="*/ 82007 w 183265"/>
                <a:gd name="connsiteY188" fmla="*/ 10 h 243262"/>
                <a:gd name="connsiteX189" fmla="*/ 88185 w 183265"/>
                <a:gd name="connsiteY189" fmla="*/ 26 h 243262"/>
                <a:gd name="connsiteX190" fmla="*/ 96120 w 183265"/>
                <a:gd name="connsiteY190" fmla="*/ 15 h 243262"/>
                <a:gd name="connsiteX191" fmla="*/ 103666 w 183265"/>
                <a:gd name="connsiteY191" fmla="*/ 18 h 243262"/>
                <a:gd name="connsiteX192" fmla="*/ 106557 w 183265"/>
                <a:gd name="connsiteY192" fmla="*/ 0 h 243262"/>
                <a:gd name="connsiteX193" fmla="*/ 109213 w 183265"/>
                <a:gd name="connsiteY193" fmla="*/ 28 h 243262"/>
                <a:gd name="connsiteX194" fmla="*/ 111565 w 183265"/>
                <a:gd name="connsiteY194" fmla="*/ 36 h 243262"/>
                <a:gd name="connsiteX195" fmla="*/ 113316 w 183265"/>
                <a:gd name="connsiteY195" fmla="*/ 414 h 243262"/>
                <a:gd name="connsiteX196" fmla="*/ 114060 w 183265"/>
                <a:gd name="connsiteY196" fmla="*/ 3390 h 243262"/>
                <a:gd name="connsiteX197" fmla="*/ 118525 w 183265"/>
                <a:gd name="connsiteY197" fmla="*/ 3809 h 243262"/>
                <a:gd name="connsiteX198" fmla="*/ 122990 w 183265"/>
                <a:gd name="connsiteY198" fmla="*/ 4134 h 243262"/>
                <a:gd name="connsiteX199" fmla="*/ 123734 w 183265"/>
                <a:gd name="connsiteY199" fmla="*/ 6367 h 243262"/>
                <a:gd name="connsiteX200" fmla="*/ 126711 w 183265"/>
                <a:gd name="connsiteY200" fmla="*/ 6646 h 243262"/>
                <a:gd name="connsiteX201" fmla="*/ 129687 w 183265"/>
                <a:gd name="connsiteY201" fmla="*/ 7111 h 243262"/>
                <a:gd name="connsiteX202" fmla="*/ 130431 w 183265"/>
                <a:gd name="connsiteY202" fmla="*/ 10832 h 243262"/>
                <a:gd name="connsiteX203" fmla="*/ 135640 w 183265"/>
                <a:gd name="connsiteY203" fmla="*/ 10832 h 243262"/>
                <a:gd name="connsiteX204" fmla="*/ 136385 w 183265"/>
                <a:gd name="connsiteY204" fmla="*/ 13808 h 243262"/>
                <a:gd name="connsiteX205" fmla="*/ 140849 w 183265"/>
                <a:gd name="connsiteY205" fmla="*/ 14552 h 243262"/>
                <a:gd name="connsiteX206" fmla="*/ 141594 w 183265"/>
                <a:gd name="connsiteY206" fmla="*/ 16785 h 243262"/>
                <a:gd name="connsiteX207" fmla="*/ 143082 w 183265"/>
                <a:gd name="connsiteY207" fmla="*/ 17529 h 243262"/>
                <a:gd name="connsiteX208" fmla="*/ 145314 w 183265"/>
                <a:gd name="connsiteY208" fmla="*/ 20505 h 243262"/>
                <a:gd name="connsiteX209" fmla="*/ 146989 w 183265"/>
                <a:gd name="connsiteY209" fmla="*/ 21110 h 243262"/>
                <a:gd name="connsiteX210" fmla="*/ 152756 w 183265"/>
                <a:gd name="connsiteY210" fmla="*/ 26459 h 243262"/>
                <a:gd name="connsiteX211" fmla="*/ 154011 w 183265"/>
                <a:gd name="connsiteY211" fmla="*/ 27668 h 243262"/>
                <a:gd name="connsiteX212" fmla="*/ 156476 w 183265"/>
                <a:gd name="connsiteY212" fmla="*/ 31667 h 243262"/>
                <a:gd name="connsiteX213" fmla="*/ 157965 w 183265"/>
                <a:gd name="connsiteY213" fmla="*/ 32412 h 243262"/>
                <a:gd name="connsiteX214" fmla="*/ 158709 w 183265"/>
                <a:gd name="connsiteY214" fmla="*/ 34644 h 243262"/>
                <a:gd name="connsiteX215" fmla="*/ 160941 w 183265"/>
                <a:gd name="connsiteY215" fmla="*/ 36132 h 243262"/>
                <a:gd name="connsiteX216" fmla="*/ 161685 w 183265"/>
                <a:gd name="connsiteY216" fmla="*/ 38365 h 243262"/>
                <a:gd name="connsiteX217" fmla="*/ 162802 w 183265"/>
                <a:gd name="connsiteY217" fmla="*/ 39434 h 243262"/>
                <a:gd name="connsiteX218" fmla="*/ 164662 w 183265"/>
                <a:gd name="connsiteY218" fmla="*/ 43574 h 243262"/>
                <a:gd name="connsiteX219" fmla="*/ 166150 w 183265"/>
                <a:gd name="connsiteY219" fmla="*/ 44318 h 243262"/>
                <a:gd name="connsiteX220" fmla="*/ 167638 w 183265"/>
                <a:gd name="connsiteY220" fmla="*/ 48783 h 243262"/>
                <a:gd name="connsiteX221" fmla="*/ 169127 w 183265"/>
                <a:gd name="connsiteY221" fmla="*/ 49527 h 243262"/>
                <a:gd name="connsiteX222" fmla="*/ 169871 w 183265"/>
                <a:gd name="connsiteY222" fmla="*/ 55480 h 243262"/>
                <a:gd name="connsiteX223" fmla="*/ 172103 w 183265"/>
                <a:gd name="connsiteY223" fmla="*/ 55480 h 243262"/>
                <a:gd name="connsiteX224" fmla="*/ 171999 w 183265"/>
                <a:gd name="connsiteY224" fmla="*/ 56919 h 243262"/>
                <a:gd name="connsiteX225" fmla="*/ 171917 w 183265"/>
                <a:gd name="connsiteY225" fmla="*/ 58782 h 243262"/>
                <a:gd name="connsiteX226" fmla="*/ 171813 w 183265"/>
                <a:gd name="connsiteY226" fmla="*/ 60640 h 243262"/>
                <a:gd name="connsiteX227" fmla="*/ 172103 w 183265"/>
                <a:gd name="connsiteY227" fmla="*/ 62177 h 243262"/>
                <a:gd name="connsiteX228" fmla="*/ 173592 w 183265"/>
                <a:gd name="connsiteY228" fmla="*/ 62526 h 243262"/>
                <a:gd name="connsiteX229" fmla="*/ 175080 w 183265"/>
                <a:gd name="connsiteY229" fmla="*/ 62921 h 243262"/>
                <a:gd name="connsiteX230" fmla="*/ 175266 w 183265"/>
                <a:gd name="connsiteY230" fmla="*/ 66689 h 243262"/>
                <a:gd name="connsiteX231" fmla="*/ 175184 w 183265"/>
                <a:gd name="connsiteY231" fmla="*/ 68761 h 243262"/>
                <a:gd name="connsiteX232" fmla="*/ 175080 w 183265"/>
                <a:gd name="connsiteY232" fmla="*/ 70363 h 243262"/>
                <a:gd name="connsiteX233" fmla="*/ 177312 w 183265"/>
                <a:gd name="connsiteY233" fmla="*/ 70363 h 243262"/>
                <a:gd name="connsiteX234" fmla="*/ 177397 w 183265"/>
                <a:gd name="connsiteY234" fmla="*/ 72453 h 243262"/>
                <a:gd name="connsiteX235" fmla="*/ 177545 w 183265"/>
                <a:gd name="connsiteY235" fmla="*/ 75153 h 243262"/>
                <a:gd name="connsiteX236" fmla="*/ 177676 w 183265"/>
                <a:gd name="connsiteY236" fmla="*/ 77848 h 243262"/>
                <a:gd name="connsiteX237" fmla="*/ 178056 w 183265"/>
                <a:gd name="connsiteY237" fmla="*/ 80037 h 243262"/>
                <a:gd name="connsiteX238" fmla="*/ 180289 w 183265"/>
                <a:gd name="connsiteY238" fmla="*/ 80781 h 243262"/>
                <a:gd name="connsiteX239" fmla="*/ 180670 w 183265"/>
                <a:gd name="connsiteY239" fmla="*/ 84435 h 243262"/>
                <a:gd name="connsiteX240" fmla="*/ 180750 w 183265"/>
                <a:gd name="connsiteY240" fmla="*/ 86666 h 243262"/>
                <a:gd name="connsiteX241" fmla="*/ 180800 w 183265"/>
                <a:gd name="connsiteY241" fmla="*/ 89013 h 243262"/>
                <a:gd name="connsiteX242" fmla="*/ 180877 w 183265"/>
                <a:gd name="connsiteY242" fmla="*/ 91369 h 243262"/>
                <a:gd name="connsiteX243" fmla="*/ 181033 w 183265"/>
                <a:gd name="connsiteY243" fmla="*/ 97152 h 243262"/>
                <a:gd name="connsiteX244" fmla="*/ 183265 w 183265"/>
                <a:gd name="connsiteY244" fmla="*/ 97152 h 243262"/>
                <a:gd name="connsiteX245" fmla="*/ 183265 w 183265"/>
                <a:gd name="connsiteY245" fmla="*/ 146265 h 243262"/>
                <a:gd name="connsiteX246" fmla="*/ 181033 w 183265"/>
                <a:gd name="connsiteY246" fmla="*/ 146265 h 243262"/>
                <a:gd name="connsiteX247" fmla="*/ 180289 w 183265"/>
                <a:gd name="connsiteY247" fmla="*/ 162636 h 243262"/>
                <a:gd name="connsiteX248" fmla="*/ 178056 w 183265"/>
                <a:gd name="connsiteY248" fmla="*/ 162636 h 243262"/>
                <a:gd name="connsiteX249" fmla="*/ 177972 w 183265"/>
                <a:gd name="connsiteY249" fmla="*/ 164837 h 243262"/>
                <a:gd name="connsiteX250" fmla="*/ 177824 w 183265"/>
                <a:gd name="connsiteY250" fmla="*/ 167706 h 243262"/>
                <a:gd name="connsiteX251" fmla="*/ 177693 w 183265"/>
                <a:gd name="connsiteY251" fmla="*/ 170557 h 243262"/>
                <a:gd name="connsiteX252" fmla="*/ 175080 w 183265"/>
                <a:gd name="connsiteY252" fmla="*/ 175287 h 243262"/>
                <a:gd name="connsiteX253" fmla="*/ 175080 w 183265"/>
                <a:gd name="connsiteY253" fmla="*/ 177938 h 243262"/>
                <a:gd name="connsiteX254" fmla="*/ 175080 w 183265"/>
                <a:gd name="connsiteY254" fmla="*/ 180496 h 243262"/>
                <a:gd name="connsiteX255" fmla="*/ 172847 w 183265"/>
                <a:gd name="connsiteY255" fmla="*/ 181984 h 243262"/>
                <a:gd name="connsiteX256" fmla="*/ 172336 w 183265"/>
                <a:gd name="connsiteY256" fmla="*/ 185053 h 243262"/>
                <a:gd name="connsiteX257" fmla="*/ 172103 w 183265"/>
                <a:gd name="connsiteY257" fmla="*/ 187937 h 243262"/>
                <a:gd name="connsiteX258" fmla="*/ 169871 w 183265"/>
                <a:gd name="connsiteY258" fmla="*/ 187937 h 243262"/>
                <a:gd name="connsiteX259" fmla="*/ 169638 w 183265"/>
                <a:gd name="connsiteY259" fmla="*/ 190821 h 243262"/>
                <a:gd name="connsiteX260" fmla="*/ 169127 w 183265"/>
                <a:gd name="connsiteY260" fmla="*/ 193890 h 243262"/>
                <a:gd name="connsiteX261" fmla="*/ 166894 w 183265"/>
                <a:gd name="connsiteY261" fmla="*/ 195378 h 243262"/>
                <a:gd name="connsiteX262" fmla="*/ 166150 w 183265"/>
                <a:gd name="connsiteY262" fmla="*/ 199099 h 243262"/>
                <a:gd name="connsiteX263" fmla="*/ 164662 w 183265"/>
                <a:gd name="connsiteY263" fmla="*/ 199843 h 243262"/>
                <a:gd name="connsiteX264" fmla="*/ 163918 w 183265"/>
                <a:gd name="connsiteY264" fmla="*/ 202076 h 243262"/>
                <a:gd name="connsiteX265" fmla="*/ 161685 w 183265"/>
                <a:gd name="connsiteY265" fmla="*/ 205052 h 243262"/>
                <a:gd name="connsiteX266" fmla="*/ 160941 w 183265"/>
                <a:gd name="connsiteY266" fmla="*/ 206541 h 243262"/>
                <a:gd name="connsiteX267" fmla="*/ 158709 w 183265"/>
                <a:gd name="connsiteY267" fmla="*/ 208773 h 243262"/>
                <a:gd name="connsiteX268" fmla="*/ 158383 w 183265"/>
                <a:gd name="connsiteY268" fmla="*/ 210261 h 243262"/>
                <a:gd name="connsiteX269" fmla="*/ 157965 w 183265"/>
                <a:gd name="connsiteY269" fmla="*/ 211749 h 243262"/>
                <a:gd name="connsiteX270" fmla="*/ 155732 w 183265"/>
                <a:gd name="connsiteY270" fmla="*/ 212494 h 243262"/>
                <a:gd name="connsiteX271" fmla="*/ 154244 w 183265"/>
                <a:gd name="connsiteY271" fmla="*/ 215470 h 243262"/>
                <a:gd name="connsiteX272" fmla="*/ 152756 w 183265"/>
                <a:gd name="connsiteY272" fmla="*/ 215470 h 243262"/>
                <a:gd name="connsiteX273" fmla="*/ 152430 w 183265"/>
                <a:gd name="connsiteY273" fmla="*/ 216865 h 243262"/>
                <a:gd name="connsiteX274" fmla="*/ 149779 w 183265"/>
                <a:gd name="connsiteY274" fmla="*/ 219935 h 243262"/>
                <a:gd name="connsiteX275" fmla="*/ 149035 w 183265"/>
                <a:gd name="connsiteY275" fmla="*/ 222167 h 243262"/>
                <a:gd name="connsiteX276" fmla="*/ 147128 w 183265"/>
                <a:gd name="connsiteY276" fmla="*/ 222493 h 243262"/>
                <a:gd name="connsiteX277" fmla="*/ 145314 w 183265"/>
                <a:gd name="connsiteY277" fmla="*/ 222912 h 243262"/>
                <a:gd name="connsiteX278" fmla="*/ 145314 w 183265"/>
                <a:gd name="connsiteY278" fmla="*/ 225888 h 243262"/>
                <a:gd name="connsiteX279" fmla="*/ 141594 w 183265"/>
                <a:gd name="connsiteY279" fmla="*/ 226632 h 243262"/>
                <a:gd name="connsiteX280" fmla="*/ 141221 w 183265"/>
                <a:gd name="connsiteY280" fmla="*/ 228167 h 243262"/>
                <a:gd name="connsiteX281" fmla="*/ 140849 w 183265"/>
                <a:gd name="connsiteY281" fmla="*/ 229609 h 243262"/>
                <a:gd name="connsiteX282" fmla="*/ 137129 w 183265"/>
                <a:gd name="connsiteY282" fmla="*/ 229609 h 243262"/>
                <a:gd name="connsiteX283" fmla="*/ 136431 w 183265"/>
                <a:gd name="connsiteY283" fmla="*/ 231051 h 243262"/>
                <a:gd name="connsiteX284" fmla="*/ 135640 w 183265"/>
                <a:gd name="connsiteY284" fmla="*/ 232585 h 243262"/>
                <a:gd name="connsiteX285" fmla="*/ 133361 w 183265"/>
                <a:gd name="connsiteY285" fmla="*/ 232957 h 243262"/>
                <a:gd name="connsiteX286" fmla="*/ 131176 w 183265"/>
                <a:gd name="connsiteY286" fmla="*/ 233330 h 243262"/>
                <a:gd name="connsiteX287" fmla="*/ 130899 w 183265"/>
                <a:gd name="connsiteY287" fmla="*/ 234815 h 243262"/>
                <a:gd name="connsiteX288" fmla="*/ 130431 w 183265"/>
                <a:gd name="connsiteY288" fmla="*/ 236306 h 243262"/>
                <a:gd name="connsiteX289" fmla="*/ 126711 w 183265"/>
                <a:gd name="connsiteY289" fmla="*/ 236725 h 243262"/>
                <a:gd name="connsiteX290" fmla="*/ 122990 w 183265"/>
                <a:gd name="connsiteY290" fmla="*/ 237050 h 243262"/>
                <a:gd name="connsiteX291" fmla="*/ 122246 w 183265"/>
                <a:gd name="connsiteY291" fmla="*/ 239283 h 243262"/>
                <a:gd name="connsiteX292" fmla="*/ 117037 w 183265"/>
                <a:gd name="connsiteY292" fmla="*/ 240027 h 243262"/>
                <a:gd name="connsiteX293" fmla="*/ 114060 w 183265"/>
                <a:gd name="connsiteY293" fmla="*/ 240771 h 243262"/>
                <a:gd name="connsiteX294" fmla="*/ 113316 w 183265"/>
                <a:gd name="connsiteY294" fmla="*/ 243003 h 243262"/>
                <a:gd name="connsiteX295" fmla="*/ 109201 w 183265"/>
                <a:gd name="connsiteY295" fmla="*/ 243257 h 243262"/>
                <a:gd name="connsiteX296" fmla="*/ 106538 w 183265"/>
                <a:gd name="connsiteY296" fmla="*/ 243256 h 243262"/>
                <a:gd name="connsiteX297" fmla="*/ 103639 w 183265"/>
                <a:gd name="connsiteY297" fmla="*/ 243221 h 243262"/>
                <a:gd name="connsiteX298" fmla="*/ 100690 w 183265"/>
                <a:gd name="connsiteY298" fmla="*/ 243212 h 243262"/>
                <a:gd name="connsiteX299" fmla="*/ 92913 w 183265"/>
                <a:gd name="connsiteY299" fmla="*/ 243157 h 243262"/>
                <a:gd name="connsiteX300" fmla="*/ 84982 w 183265"/>
                <a:gd name="connsiteY300" fmla="*/ 243112 h 243262"/>
                <a:gd name="connsiteX301" fmla="*/ 69412 w 183265"/>
                <a:gd name="connsiteY301" fmla="*/ 243003 h 243262"/>
                <a:gd name="connsiteX302" fmla="*/ 69412 w 183265"/>
                <a:gd name="connsiteY302" fmla="*/ 240771 h 243262"/>
                <a:gd name="connsiteX303" fmla="*/ 65691 w 183265"/>
                <a:gd name="connsiteY303" fmla="*/ 240027 h 243262"/>
                <a:gd name="connsiteX304" fmla="*/ 62854 w 183265"/>
                <a:gd name="connsiteY304" fmla="*/ 239608 h 243262"/>
                <a:gd name="connsiteX305" fmla="*/ 60482 w 183265"/>
                <a:gd name="connsiteY305" fmla="*/ 239283 h 243262"/>
                <a:gd name="connsiteX306" fmla="*/ 60482 w 183265"/>
                <a:gd name="connsiteY306" fmla="*/ 236306 h 243262"/>
                <a:gd name="connsiteX307" fmla="*/ 58881 w 183265"/>
                <a:gd name="connsiteY307" fmla="*/ 236411 h 243262"/>
                <a:gd name="connsiteX308" fmla="*/ 56808 w 183265"/>
                <a:gd name="connsiteY308" fmla="*/ 236492 h 243262"/>
                <a:gd name="connsiteX309" fmla="*/ 54741 w 183265"/>
                <a:gd name="connsiteY309" fmla="*/ 236597 h 243262"/>
                <a:gd name="connsiteX310" fmla="*/ 53041 w 183265"/>
                <a:gd name="connsiteY310" fmla="*/ 236306 h 243262"/>
                <a:gd name="connsiteX311" fmla="*/ 52297 w 183265"/>
                <a:gd name="connsiteY311" fmla="*/ 233330 h 243262"/>
                <a:gd name="connsiteX312" fmla="*/ 47088 w 183265"/>
                <a:gd name="connsiteY312" fmla="*/ 232585 h 243262"/>
                <a:gd name="connsiteX313" fmla="*/ 47088 w 183265"/>
                <a:gd name="connsiteY313" fmla="*/ 229609 h 243262"/>
                <a:gd name="connsiteX314" fmla="*/ 42623 w 183265"/>
                <a:gd name="connsiteY314" fmla="*/ 229609 h 243262"/>
                <a:gd name="connsiteX315" fmla="*/ 42623 w 183265"/>
                <a:gd name="connsiteY315" fmla="*/ 226632 h 243262"/>
                <a:gd name="connsiteX316" fmla="*/ 38902 w 183265"/>
                <a:gd name="connsiteY316" fmla="*/ 225144 h 243262"/>
                <a:gd name="connsiteX317" fmla="*/ 38158 w 183265"/>
                <a:gd name="connsiteY317" fmla="*/ 222912 h 243262"/>
                <a:gd name="connsiteX318" fmla="*/ 36623 w 183265"/>
                <a:gd name="connsiteY318" fmla="*/ 222540 h 243262"/>
                <a:gd name="connsiteX319" fmla="*/ 35181 w 183265"/>
                <a:gd name="connsiteY319" fmla="*/ 222167 h 243262"/>
                <a:gd name="connsiteX320" fmla="*/ 35181 w 183265"/>
                <a:gd name="connsiteY320" fmla="*/ 219935 h 243262"/>
                <a:gd name="connsiteX321" fmla="*/ 32205 w 183265"/>
                <a:gd name="connsiteY321" fmla="*/ 219191 h 243262"/>
                <a:gd name="connsiteX322" fmla="*/ 31461 w 183265"/>
                <a:gd name="connsiteY322" fmla="*/ 216958 h 243262"/>
                <a:gd name="connsiteX323" fmla="*/ 27740 w 183265"/>
                <a:gd name="connsiteY323" fmla="*/ 213238 h 243262"/>
                <a:gd name="connsiteX324" fmla="*/ 21043 w 183265"/>
                <a:gd name="connsiteY324" fmla="*/ 202820 h 243262"/>
                <a:gd name="connsiteX325" fmla="*/ 18810 w 183265"/>
                <a:gd name="connsiteY325" fmla="*/ 202820 h 243262"/>
                <a:gd name="connsiteX326" fmla="*/ 18950 w 183265"/>
                <a:gd name="connsiteY326" fmla="*/ 201052 h 243262"/>
                <a:gd name="connsiteX327" fmla="*/ 18810 w 183265"/>
                <a:gd name="connsiteY327" fmla="*/ 199099 h 243262"/>
                <a:gd name="connsiteX328" fmla="*/ 16578 w 183265"/>
                <a:gd name="connsiteY328" fmla="*/ 197611 h 243262"/>
                <a:gd name="connsiteX329" fmla="*/ 15834 w 183265"/>
                <a:gd name="connsiteY329" fmla="*/ 192402 h 243262"/>
                <a:gd name="connsiteX330" fmla="*/ 13601 w 183265"/>
                <a:gd name="connsiteY330" fmla="*/ 192402 h 243262"/>
                <a:gd name="connsiteX331" fmla="*/ 12113 w 183265"/>
                <a:gd name="connsiteY331" fmla="*/ 187193 h 243262"/>
                <a:gd name="connsiteX332" fmla="*/ 10625 w 183265"/>
                <a:gd name="connsiteY332" fmla="*/ 187193 h 243262"/>
                <a:gd name="connsiteX333" fmla="*/ 10625 w 183265"/>
                <a:gd name="connsiteY333" fmla="*/ 179751 h 243262"/>
                <a:gd name="connsiteX334" fmla="*/ 8392 w 183265"/>
                <a:gd name="connsiteY334" fmla="*/ 179751 h 243262"/>
                <a:gd name="connsiteX335" fmla="*/ 7648 w 183265"/>
                <a:gd name="connsiteY335" fmla="*/ 170822 h 243262"/>
                <a:gd name="connsiteX336" fmla="*/ 5416 w 183265"/>
                <a:gd name="connsiteY336" fmla="*/ 170822 h 243262"/>
                <a:gd name="connsiteX337" fmla="*/ 4672 w 183265"/>
                <a:gd name="connsiteY337" fmla="*/ 160404 h 243262"/>
                <a:gd name="connsiteX338" fmla="*/ 2439 w 183265"/>
                <a:gd name="connsiteY338" fmla="*/ 160404 h 243262"/>
                <a:gd name="connsiteX339" fmla="*/ 2395 w 183265"/>
                <a:gd name="connsiteY339" fmla="*/ 158913 h 243262"/>
                <a:gd name="connsiteX340" fmla="*/ 2160 w 183265"/>
                <a:gd name="connsiteY340" fmla="*/ 152265 h 243262"/>
                <a:gd name="connsiteX341" fmla="*/ 2090 w 183265"/>
                <a:gd name="connsiteY341" fmla="*/ 149918 h 243262"/>
                <a:gd name="connsiteX342" fmla="*/ 2003 w 183265"/>
                <a:gd name="connsiteY342" fmla="*/ 147687 h 243262"/>
                <a:gd name="connsiteX343" fmla="*/ 1932 w 183265"/>
                <a:gd name="connsiteY343" fmla="*/ 145620 h 243262"/>
                <a:gd name="connsiteX344" fmla="*/ 1695 w 183265"/>
                <a:gd name="connsiteY344" fmla="*/ 144033 h 243262"/>
                <a:gd name="connsiteX345" fmla="*/ 207 w 183265"/>
                <a:gd name="connsiteY345" fmla="*/ 143289 h 243262"/>
                <a:gd name="connsiteX346" fmla="*/ 14 w 183265"/>
                <a:gd name="connsiteY346" fmla="*/ 139459 h 243262"/>
                <a:gd name="connsiteX347" fmla="*/ 0 w 183265"/>
                <a:gd name="connsiteY347" fmla="*/ 136983 h 243262"/>
                <a:gd name="connsiteX348" fmla="*/ 9 w 183265"/>
                <a:gd name="connsiteY348" fmla="*/ 134289 h 243262"/>
                <a:gd name="connsiteX349" fmla="*/ 5 w 183265"/>
                <a:gd name="connsiteY349" fmla="*/ 131545 h 243262"/>
                <a:gd name="connsiteX350" fmla="*/ 13 w 183265"/>
                <a:gd name="connsiteY350" fmla="*/ 125787 h 243262"/>
                <a:gd name="connsiteX351" fmla="*/ 3 w 183265"/>
                <a:gd name="connsiteY351" fmla="*/ 116938 h 243262"/>
                <a:gd name="connsiteX352" fmla="*/ 9 w 183265"/>
                <a:gd name="connsiteY352" fmla="*/ 111360 h 243262"/>
                <a:gd name="connsiteX353" fmla="*/ 0 w 183265"/>
                <a:gd name="connsiteY353" fmla="*/ 108666 h 243262"/>
                <a:gd name="connsiteX354" fmla="*/ 14 w 183265"/>
                <a:gd name="connsiteY354" fmla="*/ 106191 h 243262"/>
                <a:gd name="connsiteX355" fmla="*/ 18 w 183265"/>
                <a:gd name="connsiteY355" fmla="*/ 103999 h 243262"/>
                <a:gd name="connsiteX356" fmla="*/ 207 w 183265"/>
                <a:gd name="connsiteY356" fmla="*/ 102361 h 243262"/>
                <a:gd name="connsiteX357" fmla="*/ 1695 w 183265"/>
                <a:gd name="connsiteY357" fmla="*/ 101617 h 243262"/>
                <a:gd name="connsiteX358" fmla="*/ 2003 w 183265"/>
                <a:gd name="connsiteY358" fmla="*/ 97475 h 243262"/>
                <a:gd name="connsiteX359" fmla="*/ 2090 w 183265"/>
                <a:gd name="connsiteY359" fmla="*/ 94938 h 243262"/>
                <a:gd name="connsiteX360" fmla="*/ 2160 w 183265"/>
                <a:gd name="connsiteY360" fmla="*/ 92268 h 243262"/>
                <a:gd name="connsiteX361" fmla="*/ 2247 w 183265"/>
                <a:gd name="connsiteY361" fmla="*/ 89590 h 243262"/>
                <a:gd name="connsiteX362" fmla="*/ 2439 w 183265"/>
                <a:gd name="connsiteY362" fmla="*/ 83013 h 243262"/>
                <a:gd name="connsiteX363" fmla="*/ 3927 w 183265"/>
                <a:gd name="connsiteY363" fmla="*/ 83013 h 243262"/>
                <a:gd name="connsiteX364" fmla="*/ 5090 w 183265"/>
                <a:gd name="connsiteY364" fmla="*/ 76967 h 243262"/>
                <a:gd name="connsiteX365" fmla="*/ 5279 w 183265"/>
                <a:gd name="connsiteY365" fmla="*/ 74496 h 243262"/>
                <a:gd name="connsiteX366" fmla="*/ 5416 w 183265"/>
                <a:gd name="connsiteY366" fmla="*/ 72595 h 243262"/>
                <a:gd name="connsiteX367" fmla="*/ 7648 w 183265"/>
                <a:gd name="connsiteY367" fmla="*/ 72595 h 243262"/>
                <a:gd name="connsiteX368" fmla="*/ 7759 w 183265"/>
                <a:gd name="connsiteY368" fmla="*/ 70668 h 243262"/>
                <a:gd name="connsiteX369" fmla="*/ 7927 w 183265"/>
                <a:gd name="connsiteY369" fmla="*/ 68177 h 243262"/>
                <a:gd name="connsiteX370" fmla="*/ 8084 w 183265"/>
                <a:gd name="connsiteY370" fmla="*/ 65692 h 243262"/>
                <a:gd name="connsiteX371" fmla="*/ 8392 w 183265"/>
                <a:gd name="connsiteY371" fmla="*/ 63666 h 243262"/>
                <a:gd name="connsiteX372" fmla="*/ 9881 w 183265"/>
                <a:gd name="connsiteY372" fmla="*/ 62921 h 243262"/>
                <a:gd name="connsiteX373" fmla="*/ 10296 w 183265"/>
                <a:gd name="connsiteY373" fmla="*/ 57736 h 243262"/>
                <a:gd name="connsiteX374" fmla="*/ 10625 w 183265"/>
                <a:gd name="connsiteY374" fmla="*/ 56224 h 243262"/>
                <a:gd name="connsiteX375" fmla="*/ 12857 w 183265"/>
                <a:gd name="connsiteY375" fmla="*/ 55480 h 243262"/>
                <a:gd name="connsiteX376" fmla="*/ 13601 w 183265"/>
                <a:gd name="connsiteY376" fmla="*/ 50271 h 243262"/>
                <a:gd name="connsiteX377" fmla="*/ 15090 w 183265"/>
                <a:gd name="connsiteY377" fmla="*/ 50271 h 243262"/>
                <a:gd name="connsiteX378" fmla="*/ 15787 w 183265"/>
                <a:gd name="connsiteY378" fmla="*/ 48039 h 243262"/>
                <a:gd name="connsiteX379" fmla="*/ 16578 w 183265"/>
                <a:gd name="connsiteY379" fmla="*/ 45806 h 243262"/>
                <a:gd name="connsiteX380" fmla="*/ 18810 w 183265"/>
                <a:gd name="connsiteY380" fmla="*/ 45806 h 243262"/>
                <a:gd name="connsiteX381" fmla="*/ 18810 w 183265"/>
                <a:gd name="connsiteY381" fmla="*/ 41341 h 243262"/>
                <a:gd name="connsiteX382" fmla="*/ 21043 w 183265"/>
                <a:gd name="connsiteY382" fmla="*/ 41341 h 243262"/>
                <a:gd name="connsiteX383" fmla="*/ 21275 w 183265"/>
                <a:gd name="connsiteY383" fmla="*/ 39248 h 243262"/>
                <a:gd name="connsiteX384" fmla="*/ 24019 w 183265"/>
                <a:gd name="connsiteY384" fmla="*/ 34644 h 243262"/>
                <a:gd name="connsiteX385" fmla="*/ 24763 w 183265"/>
                <a:gd name="connsiteY385" fmla="*/ 32412 h 243262"/>
                <a:gd name="connsiteX386" fmla="*/ 26996 w 183265"/>
                <a:gd name="connsiteY386" fmla="*/ 30923 h 243262"/>
                <a:gd name="connsiteX387" fmla="*/ 27740 w 183265"/>
                <a:gd name="connsiteY387" fmla="*/ 28691 h 243262"/>
                <a:gd name="connsiteX388" fmla="*/ 31461 w 183265"/>
                <a:gd name="connsiteY388" fmla="*/ 25714 h 243262"/>
                <a:gd name="connsiteX389" fmla="*/ 34437 w 183265"/>
                <a:gd name="connsiteY389" fmla="*/ 21250 h 243262"/>
                <a:gd name="connsiteX390" fmla="*/ 38158 w 183265"/>
                <a:gd name="connsiteY390" fmla="*/ 20505 h 243262"/>
                <a:gd name="connsiteX391" fmla="*/ 38902 w 183265"/>
                <a:gd name="connsiteY391" fmla="*/ 18273 h 243262"/>
                <a:gd name="connsiteX392" fmla="*/ 40437 w 183265"/>
                <a:gd name="connsiteY392" fmla="*/ 17947 h 243262"/>
                <a:gd name="connsiteX393" fmla="*/ 41879 w 183265"/>
                <a:gd name="connsiteY393" fmla="*/ 17529 h 243262"/>
                <a:gd name="connsiteX394" fmla="*/ 41879 w 183265"/>
                <a:gd name="connsiteY394" fmla="*/ 14552 h 243262"/>
                <a:gd name="connsiteX395" fmla="*/ 44065 w 183265"/>
                <a:gd name="connsiteY395" fmla="*/ 14366 h 243262"/>
                <a:gd name="connsiteX396" fmla="*/ 46344 w 183265"/>
                <a:gd name="connsiteY396" fmla="*/ 13808 h 243262"/>
                <a:gd name="connsiteX397" fmla="*/ 46669 w 183265"/>
                <a:gd name="connsiteY397" fmla="*/ 12273 h 243262"/>
                <a:gd name="connsiteX398" fmla="*/ 47088 w 183265"/>
                <a:gd name="connsiteY398" fmla="*/ 10832 h 243262"/>
                <a:gd name="connsiteX399" fmla="*/ 49692 w 183265"/>
                <a:gd name="connsiteY399" fmla="*/ 10878 h 243262"/>
                <a:gd name="connsiteX400" fmla="*/ 52297 w 183265"/>
                <a:gd name="connsiteY400" fmla="*/ 10832 h 243262"/>
                <a:gd name="connsiteX401" fmla="*/ 52622 w 183265"/>
                <a:gd name="connsiteY401" fmla="*/ 9018 h 243262"/>
                <a:gd name="connsiteX402" fmla="*/ 53041 w 183265"/>
                <a:gd name="connsiteY402" fmla="*/ 7111 h 243262"/>
                <a:gd name="connsiteX403" fmla="*/ 57645 w 183265"/>
                <a:gd name="connsiteY403" fmla="*/ 6617 h 243262"/>
                <a:gd name="connsiteX404" fmla="*/ 58994 w 183265"/>
                <a:gd name="connsiteY404" fmla="*/ 6367 h 243262"/>
                <a:gd name="connsiteX405" fmla="*/ 59738 w 183265"/>
                <a:gd name="connsiteY405" fmla="*/ 4134 h 243262"/>
                <a:gd name="connsiteX406" fmla="*/ 66668 w 183265"/>
                <a:gd name="connsiteY406" fmla="*/ 3765 h 243262"/>
                <a:gd name="connsiteX407" fmla="*/ 68668 w 183265"/>
                <a:gd name="connsiteY407" fmla="*/ 3390 h 243262"/>
                <a:gd name="connsiteX408" fmla="*/ 68908 w 183265"/>
                <a:gd name="connsiteY408" fmla="*/ 1902 h 243262"/>
                <a:gd name="connsiteX409" fmla="*/ 69412 w 183265"/>
                <a:gd name="connsiteY409" fmla="*/ 414 h 243262"/>
                <a:gd name="connsiteX410" fmla="*/ 73515 w 183265"/>
                <a:gd name="connsiteY410" fmla="*/ 28 h 243262"/>
                <a:gd name="connsiteX411" fmla="*/ 76171 w 183265"/>
                <a:gd name="connsiteY411" fmla="*/ 0 h 24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Lst>
              <a:rect l="l" t="t" r="r" b="b"/>
              <a:pathLst>
                <a:path w="183265" h="243262">
                  <a:moveTo>
                    <a:pt x="91291" y="30638"/>
                  </a:moveTo>
                  <a:cubicBezTo>
                    <a:pt x="88928" y="30550"/>
                    <a:pt x="86624" y="30391"/>
                    <a:pt x="84315" y="30964"/>
                  </a:cubicBezTo>
                  <a:cubicBezTo>
                    <a:pt x="84151" y="31599"/>
                    <a:pt x="83992" y="32216"/>
                    <a:pt x="83832" y="32833"/>
                  </a:cubicBezTo>
                  <a:cubicBezTo>
                    <a:pt x="83700" y="33768"/>
                    <a:pt x="83700" y="33768"/>
                    <a:pt x="83571" y="34684"/>
                  </a:cubicBezTo>
                  <a:cubicBezTo>
                    <a:pt x="82780" y="34799"/>
                    <a:pt x="82013" y="34910"/>
                    <a:pt x="81245" y="35022"/>
                  </a:cubicBezTo>
                  <a:cubicBezTo>
                    <a:pt x="78548" y="34880"/>
                    <a:pt x="75854" y="34752"/>
                    <a:pt x="73153" y="34684"/>
                  </a:cubicBezTo>
                  <a:cubicBezTo>
                    <a:pt x="72409" y="35429"/>
                    <a:pt x="72409" y="35429"/>
                    <a:pt x="71990" y="36963"/>
                  </a:cubicBezTo>
                  <a:cubicBezTo>
                    <a:pt x="71879" y="37454"/>
                    <a:pt x="71772" y="37929"/>
                    <a:pt x="71665" y="38405"/>
                  </a:cubicBezTo>
                  <a:cubicBezTo>
                    <a:pt x="69601" y="38006"/>
                    <a:pt x="67795" y="37618"/>
                    <a:pt x="65711" y="37661"/>
                  </a:cubicBezTo>
                  <a:cubicBezTo>
                    <a:pt x="65427" y="38135"/>
                    <a:pt x="65151" y="38596"/>
                    <a:pt x="64874" y="39056"/>
                  </a:cubicBezTo>
                  <a:cubicBezTo>
                    <a:pt x="64653" y="39594"/>
                    <a:pt x="64438" y="40116"/>
                    <a:pt x="64223" y="40638"/>
                  </a:cubicBezTo>
                  <a:cubicBezTo>
                    <a:pt x="62734" y="40881"/>
                    <a:pt x="61246" y="41129"/>
                    <a:pt x="59758" y="41382"/>
                  </a:cubicBezTo>
                  <a:cubicBezTo>
                    <a:pt x="59569" y="41904"/>
                    <a:pt x="59384" y="42410"/>
                    <a:pt x="59200" y="42917"/>
                  </a:cubicBezTo>
                  <a:cubicBezTo>
                    <a:pt x="59137" y="43407"/>
                    <a:pt x="59076" y="43882"/>
                    <a:pt x="59014" y="44358"/>
                  </a:cubicBezTo>
                  <a:cubicBezTo>
                    <a:pt x="58508" y="44358"/>
                    <a:pt x="58017" y="44358"/>
                    <a:pt x="57526" y="44358"/>
                  </a:cubicBezTo>
                  <a:cubicBezTo>
                    <a:pt x="56538" y="45602"/>
                    <a:pt x="55545" y="46842"/>
                    <a:pt x="54549" y="48079"/>
                  </a:cubicBezTo>
                  <a:cubicBezTo>
                    <a:pt x="53790" y="48332"/>
                    <a:pt x="53054" y="48578"/>
                    <a:pt x="52317" y="48823"/>
                  </a:cubicBezTo>
                  <a:cubicBezTo>
                    <a:pt x="52064" y="49582"/>
                    <a:pt x="51818" y="50319"/>
                    <a:pt x="51573" y="51056"/>
                  </a:cubicBezTo>
                  <a:cubicBezTo>
                    <a:pt x="50814" y="51056"/>
                    <a:pt x="50077" y="51056"/>
                    <a:pt x="49340" y="51056"/>
                  </a:cubicBezTo>
                  <a:cubicBezTo>
                    <a:pt x="48941" y="51784"/>
                    <a:pt x="48941" y="51784"/>
                    <a:pt x="48550" y="52497"/>
                  </a:cubicBezTo>
                  <a:cubicBezTo>
                    <a:pt x="48313" y="53019"/>
                    <a:pt x="48082" y="53526"/>
                    <a:pt x="47852" y="54032"/>
                  </a:cubicBezTo>
                  <a:cubicBezTo>
                    <a:pt x="47346" y="54285"/>
                    <a:pt x="46855" y="54531"/>
                    <a:pt x="46364" y="54776"/>
                  </a:cubicBezTo>
                  <a:cubicBezTo>
                    <a:pt x="46122" y="56018"/>
                    <a:pt x="45874" y="57258"/>
                    <a:pt x="45620" y="58497"/>
                  </a:cubicBezTo>
                  <a:cubicBezTo>
                    <a:pt x="45114" y="58497"/>
                    <a:pt x="44623" y="58497"/>
                    <a:pt x="44131" y="58497"/>
                  </a:cubicBezTo>
                  <a:cubicBezTo>
                    <a:pt x="43878" y="59367"/>
                    <a:pt x="43633" y="60211"/>
                    <a:pt x="43387" y="61055"/>
                  </a:cubicBezTo>
                  <a:cubicBezTo>
                    <a:pt x="43134" y="61956"/>
                    <a:pt x="42889" y="62831"/>
                    <a:pt x="42643" y="63706"/>
                  </a:cubicBezTo>
                  <a:cubicBezTo>
                    <a:pt x="41892" y="64082"/>
                    <a:pt x="41892" y="64082"/>
                    <a:pt x="41155" y="64450"/>
                  </a:cubicBezTo>
                  <a:cubicBezTo>
                    <a:pt x="40997" y="65225"/>
                    <a:pt x="40843" y="65977"/>
                    <a:pt x="40690" y="66729"/>
                  </a:cubicBezTo>
                  <a:cubicBezTo>
                    <a:pt x="40595" y="67472"/>
                    <a:pt x="40503" y="68194"/>
                    <a:pt x="40411" y="68915"/>
                  </a:cubicBezTo>
                  <a:cubicBezTo>
                    <a:pt x="39905" y="68915"/>
                    <a:pt x="39414" y="68915"/>
                    <a:pt x="38922" y="68915"/>
                  </a:cubicBezTo>
                  <a:cubicBezTo>
                    <a:pt x="38120" y="70521"/>
                    <a:pt x="38120" y="70521"/>
                    <a:pt x="37899" y="73752"/>
                  </a:cubicBezTo>
                  <a:cubicBezTo>
                    <a:pt x="37839" y="75517"/>
                    <a:pt x="37839" y="75517"/>
                    <a:pt x="37434" y="77100"/>
                  </a:cubicBezTo>
                  <a:cubicBezTo>
                    <a:pt x="36675" y="77606"/>
                    <a:pt x="35938" y="78098"/>
                    <a:pt x="35202" y="78589"/>
                  </a:cubicBezTo>
                  <a:cubicBezTo>
                    <a:pt x="35090" y="79349"/>
                    <a:pt x="34982" y="80086"/>
                    <a:pt x="34873" y="80824"/>
                  </a:cubicBezTo>
                  <a:cubicBezTo>
                    <a:pt x="34788" y="83317"/>
                    <a:pt x="34724" y="85782"/>
                    <a:pt x="34458" y="88263"/>
                  </a:cubicBezTo>
                  <a:cubicBezTo>
                    <a:pt x="33706" y="88638"/>
                    <a:pt x="33706" y="88638"/>
                    <a:pt x="32969" y="89007"/>
                  </a:cubicBezTo>
                  <a:cubicBezTo>
                    <a:pt x="32903" y="90269"/>
                    <a:pt x="32852" y="91533"/>
                    <a:pt x="32877" y="92797"/>
                  </a:cubicBezTo>
                  <a:cubicBezTo>
                    <a:pt x="32912" y="93877"/>
                    <a:pt x="32938" y="94957"/>
                    <a:pt x="32956" y="96037"/>
                  </a:cubicBezTo>
                  <a:cubicBezTo>
                    <a:pt x="32985" y="97771"/>
                    <a:pt x="33021" y="99505"/>
                    <a:pt x="33062" y="101239"/>
                  </a:cubicBezTo>
                  <a:cubicBezTo>
                    <a:pt x="33111" y="102970"/>
                    <a:pt x="33158" y="104701"/>
                    <a:pt x="33184" y="106432"/>
                  </a:cubicBezTo>
                  <a:cubicBezTo>
                    <a:pt x="33192" y="106990"/>
                    <a:pt x="33200" y="107531"/>
                    <a:pt x="33208" y="108072"/>
                  </a:cubicBezTo>
                  <a:cubicBezTo>
                    <a:pt x="33281" y="110003"/>
                    <a:pt x="33222" y="111627"/>
                    <a:pt x="32969" y="113563"/>
                  </a:cubicBezTo>
                  <a:cubicBezTo>
                    <a:pt x="32465" y="113845"/>
                    <a:pt x="31975" y="114119"/>
                    <a:pt x="31486" y="114392"/>
                  </a:cubicBezTo>
                  <a:cubicBezTo>
                    <a:pt x="30978" y="114616"/>
                    <a:pt x="30485" y="114834"/>
                    <a:pt x="29993" y="115052"/>
                  </a:cubicBezTo>
                  <a:cubicBezTo>
                    <a:pt x="29816" y="115981"/>
                    <a:pt x="29816" y="115981"/>
                    <a:pt x="29643" y="116893"/>
                  </a:cubicBezTo>
                  <a:cubicBezTo>
                    <a:pt x="29654" y="117673"/>
                    <a:pt x="29665" y="118431"/>
                    <a:pt x="29676" y="119188"/>
                  </a:cubicBezTo>
                  <a:cubicBezTo>
                    <a:pt x="29682" y="120037"/>
                    <a:pt x="29689" y="120862"/>
                    <a:pt x="29695" y="121686"/>
                  </a:cubicBezTo>
                  <a:cubicBezTo>
                    <a:pt x="29717" y="122577"/>
                    <a:pt x="29739" y="123442"/>
                    <a:pt x="29760" y="124307"/>
                  </a:cubicBezTo>
                  <a:cubicBezTo>
                    <a:pt x="29793" y="128233"/>
                    <a:pt x="29487" y="132138"/>
                    <a:pt x="30737" y="135888"/>
                  </a:cubicBezTo>
                  <a:cubicBezTo>
                    <a:pt x="31496" y="136141"/>
                    <a:pt x="32233" y="136386"/>
                    <a:pt x="32969" y="136632"/>
                  </a:cubicBezTo>
                  <a:cubicBezTo>
                    <a:pt x="33043" y="137260"/>
                    <a:pt x="33115" y="137870"/>
                    <a:pt x="33187" y="138480"/>
                  </a:cubicBezTo>
                  <a:cubicBezTo>
                    <a:pt x="33148" y="139708"/>
                    <a:pt x="33148" y="139708"/>
                    <a:pt x="33109" y="140911"/>
                  </a:cubicBezTo>
                  <a:cubicBezTo>
                    <a:pt x="33082" y="142238"/>
                    <a:pt x="33082" y="142238"/>
                    <a:pt x="33056" y="143538"/>
                  </a:cubicBezTo>
                  <a:cubicBezTo>
                    <a:pt x="32998" y="145383"/>
                    <a:pt x="32940" y="147228"/>
                    <a:pt x="32882" y="149073"/>
                  </a:cubicBezTo>
                  <a:cubicBezTo>
                    <a:pt x="32856" y="150400"/>
                    <a:pt x="32856" y="150400"/>
                    <a:pt x="32830" y="151701"/>
                  </a:cubicBezTo>
                  <a:cubicBezTo>
                    <a:pt x="32751" y="154131"/>
                    <a:pt x="32751" y="154131"/>
                    <a:pt x="32969" y="155979"/>
                  </a:cubicBezTo>
                  <a:cubicBezTo>
                    <a:pt x="33728" y="156232"/>
                    <a:pt x="34465" y="156478"/>
                    <a:pt x="35202" y="156723"/>
                  </a:cubicBezTo>
                  <a:cubicBezTo>
                    <a:pt x="35267" y="157339"/>
                    <a:pt x="35330" y="157937"/>
                    <a:pt x="35394" y="158534"/>
                  </a:cubicBezTo>
                  <a:cubicBezTo>
                    <a:pt x="35274" y="161240"/>
                    <a:pt x="34715" y="163936"/>
                    <a:pt x="35946" y="166397"/>
                  </a:cubicBezTo>
                  <a:cubicBezTo>
                    <a:pt x="36705" y="166397"/>
                    <a:pt x="37442" y="166397"/>
                    <a:pt x="38178" y="166397"/>
                  </a:cubicBezTo>
                  <a:cubicBezTo>
                    <a:pt x="38047" y="168472"/>
                    <a:pt x="37885" y="170310"/>
                    <a:pt x="38178" y="172350"/>
                  </a:cubicBezTo>
                  <a:cubicBezTo>
                    <a:pt x="38684" y="172603"/>
                    <a:pt x="39175" y="172849"/>
                    <a:pt x="39667" y="173095"/>
                  </a:cubicBezTo>
                  <a:cubicBezTo>
                    <a:pt x="40173" y="173095"/>
                    <a:pt x="40664" y="173095"/>
                    <a:pt x="41155" y="173095"/>
                  </a:cubicBezTo>
                  <a:cubicBezTo>
                    <a:pt x="40643" y="175606"/>
                    <a:pt x="40643" y="175606"/>
                    <a:pt x="40411" y="178304"/>
                  </a:cubicBezTo>
                  <a:cubicBezTo>
                    <a:pt x="42831" y="179592"/>
                    <a:pt x="42831" y="179592"/>
                    <a:pt x="43434" y="182071"/>
                  </a:cubicBezTo>
                  <a:cubicBezTo>
                    <a:pt x="43671" y="182814"/>
                    <a:pt x="43901" y="183535"/>
                    <a:pt x="44131" y="184257"/>
                  </a:cubicBezTo>
                  <a:cubicBezTo>
                    <a:pt x="44637" y="184510"/>
                    <a:pt x="45129" y="184755"/>
                    <a:pt x="45620" y="185001"/>
                  </a:cubicBezTo>
                  <a:cubicBezTo>
                    <a:pt x="45873" y="185760"/>
                    <a:pt x="46118" y="186497"/>
                    <a:pt x="46364" y="187233"/>
                  </a:cubicBezTo>
                  <a:cubicBezTo>
                    <a:pt x="47491" y="187985"/>
                    <a:pt x="47491" y="187985"/>
                    <a:pt x="48596" y="188722"/>
                  </a:cubicBezTo>
                  <a:cubicBezTo>
                    <a:pt x="48849" y="189481"/>
                    <a:pt x="49095" y="190217"/>
                    <a:pt x="49340" y="190954"/>
                  </a:cubicBezTo>
                  <a:cubicBezTo>
                    <a:pt x="51324" y="192277"/>
                    <a:pt x="52310" y="193234"/>
                    <a:pt x="53759" y="195047"/>
                  </a:cubicBezTo>
                  <a:cubicBezTo>
                    <a:pt x="55011" y="196622"/>
                    <a:pt x="55841" y="197552"/>
                    <a:pt x="57651" y="198462"/>
                  </a:cubicBezTo>
                  <a:cubicBezTo>
                    <a:pt x="58114" y="198693"/>
                    <a:pt x="58564" y="198916"/>
                    <a:pt x="59014" y="199140"/>
                  </a:cubicBezTo>
                  <a:cubicBezTo>
                    <a:pt x="59293" y="200674"/>
                    <a:pt x="59293" y="200674"/>
                    <a:pt x="59758" y="202116"/>
                  </a:cubicBezTo>
                  <a:cubicBezTo>
                    <a:pt x="60517" y="202243"/>
                    <a:pt x="61254" y="202365"/>
                    <a:pt x="61991" y="202488"/>
                  </a:cubicBezTo>
                  <a:cubicBezTo>
                    <a:pt x="62750" y="202615"/>
                    <a:pt x="63486" y="202737"/>
                    <a:pt x="64223" y="202860"/>
                  </a:cubicBezTo>
                  <a:cubicBezTo>
                    <a:pt x="64502" y="204348"/>
                    <a:pt x="64502" y="204348"/>
                    <a:pt x="64967" y="205837"/>
                  </a:cubicBezTo>
                  <a:cubicBezTo>
                    <a:pt x="66299" y="206119"/>
                    <a:pt x="66299" y="206119"/>
                    <a:pt x="67944" y="206255"/>
                  </a:cubicBezTo>
                  <a:cubicBezTo>
                    <a:pt x="69535" y="206257"/>
                    <a:pt x="69535" y="206257"/>
                    <a:pt x="70920" y="206581"/>
                  </a:cubicBezTo>
                  <a:cubicBezTo>
                    <a:pt x="71173" y="207340"/>
                    <a:pt x="71419" y="208077"/>
                    <a:pt x="71665" y="208813"/>
                  </a:cubicBezTo>
                  <a:cubicBezTo>
                    <a:pt x="74179" y="209031"/>
                    <a:pt x="74179" y="209031"/>
                    <a:pt x="75698" y="209010"/>
                  </a:cubicBezTo>
                  <a:cubicBezTo>
                    <a:pt x="76240" y="208990"/>
                    <a:pt x="76766" y="208972"/>
                    <a:pt x="77292" y="208953"/>
                  </a:cubicBezTo>
                  <a:cubicBezTo>
                    <a:pt x="78332" y="208933"/>
                    <a:pt x="79372" y="208913"/>
                    <a:pt x="80411" y="208892"/>
                  </a:cubicBezTo>
                  <a:cubicBezTo>
                    <a:pt x="81232" y="208865"/>
                    <a:pt x="82030" y="208839"/>
                    <a:pt x="82827" y="208813"/>
                  </a:cubicBezTo>
                  <a:cubicBezTo>
                    <a:pt x="82827" y="209825"/>
                    <a:pt x="82827" y="210808"/>
                    <a:pt x="82827" y="211790"/>
                  </a:cubicBezTo>
                  <a:cubicBezTo>
                    <a:pt x="84315" y="212534"/>
                    <a:pt x="84315" y="212534"/>
                    <a:pt x="85827" y="212630"/>
                  </a:cubicBezTo>
                  <a:cubicBezTo>
                    <a:pt x="86451" y="212631"/>
                    <a:pt x="87057" y="212632"/>
                    <a:pt x="87664" y="212633"/>
                  </a:cubicBezTo>
                  <a:cubicBezTo>
                    <a:pt x="88344" y="212634"/>
                    <a:pt x="89004" y="212635"/>
                    <a:pt x="89664" y="212636"/>
                  </a:cubicBezTo>
                  <a:cubicBezTo>
                    <a:pt x="90375" y="212633"/>
                    <a:pt x="91066" y="212630"/>
                    <a:pt x="91756" y="212627"/>
                  </a:cubicBezTo>
                  <a:cubicBezTo>
                    <a:pt x="92468" y="212630"/>
                    <a:pt x="93159" y="212633"/>
                    <a:pt x="93849" y="212636"/>
                  </a:cubicBezTo>
                  <a:cubicBezTo>
                    <a:pt x="94859" y="212634"/>
                    <a:pt x="94859" y="212634"/>
                    <a:pt x="95849" y="212633"/>
                  </a:cubicBezTo>
                  <a:cubicBezTo>
                    <a:pt x="97820" y="212630"/>
                    <a:pt x="98918" y="212674"/>
                    <a:pt x="100686" y="211790"/>
                  </a:cubicBezTo>
                  <a:cubicBezTo>
                    <a:pt x="100686" y="210778"/>
                    <a:pt x="100686" y="209796"/>
                    <a:pt x="100686" y="208813"/>
                  </a:cubicBezTo>
                  <a:cubicBezTo>
                    <a:pt x="104734" y="208813"/>
                    <a:pt x="108663" y="208813"/>
                    <a:pt x="112592" y="208813"/>
                  </a:cubicBezTo>
                  <a:cubicBezTo>
                    <a:pt x="112592" y="207801"/>
                    <a:pt x="112592" y="206819"/>
                    <a:pt x="112592" y="205837"/>
                  </a:cubicBezTo>
                  <a:cubicBezTo>
                    <a:pt x="115150" y="206069"/>
                    <a:pt x="115150" y="206069"/>
                    <a:pt x="117801" y="205837"/>
                  </a:cubicBezTo>
                  <a:cubicBezTo>
                    <a:pt x="117944" y="205204"/>
                    <a:pt x="118082" y="204590"/>
                    <a:pt x="118220" y="203976"/>
                  </a:cubicBezTo>
                  <a:cubicBezTo>
                    <a:pt x="118384" y="203037"/>
                    <a:pt x="118384" y="203037"/>
                    <a:pt x="118545" y="202116"/>
                  </a:cubicBezTo>
                  <a:cubicBezTo>
                    <a:pt x="119673" y="202093"/>
                    <a:pt x="119673" y="202093"/>
                    <a:pt x="120778" y="202070"/>
                  </a:cubicBezTo>
                  <a:cubicBezTo>
                    <a:pt x="121537" y="202085"/>
                    <a:pt x="122274" y="202101"/>
                    <a:pt x="123010" y="202116"/>
                  </a:cubicBezTo>
                  <a:cubicBezTo>
                    <a:pt x="123168" y="201626"/>
                    <a:pt x="123322" y="201150"/>
                    <a:pt x="123475" y="200674"/>
                  </a:cubicBezTo>
                  <a:cubicBezTo>
                    <a:pt x="123570" y="200152"/>
                    <a:pt x="123662" y="199646"/>
                    <a:pt x="123754" y="199140"/>
                  </a:cubicBezTo>
                  <a:cubicBezTo>
                    <a:pt x="124747" y="198891"/>
                    <a:pt x="125739" y="198643"/>
                    <a:pt x="126731" y="198395"/>
                  </a:cubicBezTo>
                  <a:cubicBezTo>
                    <a:pt x="126972" y="197401"/>
                    <a:pt x="127220" y="196409"/>
                    <a:pt x="127475" y="195419"/>
                  </a:cubicBezTo>
                  <a:cubicBezTo>
                    <a:pt x="128487" y="195419"/>
                    <a:pt x="129469" y="195419"/>
                    <a:pt x="130452" y="195419"/>
                  </a:cubicBezTo>
                  <a:cubicBezTo>
                    <a:pt x="130874" y="194691"/>
                    <a:pt x="130874" y="194691"/>
                    <a:pt x="131289" y="193977"/>
                  </a:cubicBezTo>
                  <a:cubicBezTo>
                    <a:pt x="131618" y="193202"/>
                    <a:pt x="131618" y="193202"/>
                    <a:pt x="131940" y="192442"/>
                  </a:cubicBezTo>
                  <a:cubicBezTo>
                    <a:pt x="132446" y="192189"/>
                    <a:pt x="132937" y="191944"/>
                    <a:pt x="133428" y="191698"/>
                  </a:cubicBezTo>
                  <a:cubicBezTo>
                    <a:pt x="133733" y="190170"/>
                    <a:pt x="133733" y="190170"/>
                    <a:pt x="134172" y="188722"/>
                  </a:cubicBezTo>
                  <a:cubicBezTo>
                    <a:pt x="134931" y="188722"/>
                    <a:pt x="135668" y="188722"/>
                    <a:pt x="136405" y="188722"/>
                  </a:cubicBezTo>
                  <a:cubicBezTo>
                    <a:pt x="136405" y="187457"/>
                    <a:pt x="136405" y="186229"/>
                    <a:pt x="136405" y="185001"/>
                  </a:cubicBezTo>
                  <a:cubicBezTo>
                    <a:pt x="137164" y="185001"/>
                    <a:pt x="137901" y="185001"/>
                    <a:pt x="138637" y="185001"/>
                  </a:cubicBezTo>
                  <a:cubicBezTo>
                    <a:pt x="138772" y="182443"/>
                    <a:pt x="138772" y="182443"/>
                    <a:pt x="139381" y="179792"/>
                  </a:cubicBezTo>
                  <a:cubicBezTo>
                    <a:pt x="139903" y="179507"/>
                    <a:pt x="140410" y="179231"/>
                    <a:pt x="140916" y="178955"/>
                  </a:cubicBezTo>
                  <a:cubicBezTo>
                    <a:pt x="141644" y="178626"/>
                    <a:pt x="141644" y="178626"/>
                    <a:pt x="142358" y="178304"/>
                  </a:cubicBezTo>
                  <a:cubicBezTo>
                    <a:pt x="142374" y="177655"/>
                    <a:pt x="142389" y="177026"/>
                    <a:pt x="142404" y="176397"/>
                  </a:cubicBezTo>
                  <a:cubicBezTo>
                    <a:pt x="142381" y="175481"/>
                    <a:pt x="142381" y="175481"/>
                    <a:pt x="142358" y="174583"/>
                  </a:cubicBezTo>
                  <a:cubicBezTo>
                    <a:pt x="143117" y="174330"/>
                    <a:pt x="143854" y="174084"/>
                    <a:pt x="144590" y="173839"/>
                  </a:cubicBezTo>
                  <a:cubicBezTo>
                    <a:pt x="144693" y="173334"/>
                    <a:pt x="144793" y="172844"/>
                    <a:pt x="144893" y="172353"/>
                  </a:cubicBezTo>
                  <a:cubicBezTo>
                    <a:pt x="144961" y="170574"/>
                    <a:pt x="145000" y="168892"/>
                    <a:pt x="145335" y="167141"/>
                  </a:cubicBezTo>
                  <a:cubicBezTo>
                    <a:pt x="146094" y="166635"/>
                    <a:pt x="146830" y="166144"/>
                    <a:pt x="147567" y="165653"/>
                  </a:cubicBezTo>
                  <a:cubicBezTo>
                    <a:pt x="147641" y="165050"/>
                    <a:pt x="147713" y="164465"/>
                    <a:pt x="147785" y="163880"/>
                  </a:cubicBezTo>
                  <a:cubicBezTo>
                    <a:pt x="147758" y="163186"/>
                    <a:pt x="147732" y="162513"/>
                    <a:pt x="147706" y="161839"/>
                  </a:cubicBezTo>
                  <a:cubicBezTo>
                    <a:pt x="147676" y="160803"/>
                    <a:pt x="147676" y="160803"/>
                    <a:pt x="147645" y="159787"/>
                  </a:cubicBezTo>
                  <a:cubicBezTo>
                    <a:pt x="147619" y="159252"/>
                    <a:pt x="147593" y="158732"/>
                    <a:pt x="147567" y="158212"/>
                  </a:cubicBezTo>
                  <a:cubicBezTo>
                    <a:pt x="148326" y="158212"/>
                    <a:pt x="149063" y="158212"/>
                    <a:pt x="149799" y="158212"/>
                  </a:cubicBezTo>
                  <a:cubicBezTo>
                    <a:pt x="150544" y="155979"/>
                    <a:pt x="150544" y="155979"/>
                    <a:pt x="150628" y="154291"/>
                  </a:cubicBezTo>
                  <a:cubicBezTo>
                    <a:pt x="150624" y="153629"/>
                    <a:pt x="150620" y="152986"/>
                    <a:pt x="150616" y="152343"/>
                  </a:cubicBezTo>
                  <a:cubicBezTo>
                    <a:pt x="150614" y="151624"/>
                    <a:pt x="150611" y="150926"/>
                    <a:pt x="150609" y="150228"/>
                  </a:cubicBezTo>
                  <a:cubicBezTo>
                    <a:pt x="150602" y="149480"/>
                    <a:pt x="150596" y="148753"/>
                    <a:pt x="150590" y="148026"/>
                  </a:cubicBezTo>
                  <a:cubicBezTo>
                    <a:pt x="150580" y="145935"/>
                    <a:pt x="150571" y="143843"/>
                    <a:pt x="150555" y="141751"/>
                  </a:cubicBezTo>
                  <a:cubicBezTo>
                    <a:pt x="150551" y="141276"/>
                    <a:pt x="150547" y="140814"/>
                    <a:pt x="150544" y="140352"/>
                  </a:cubicBezTo>
                  <a:cubicBezTo>
                    <a:pt x="151050" y="140352"/>
                    <a:pt x="151541" y="140352"/>
                    <a:pt x="152032" y="140352"/>
                  </a:cubicBezTo>
                  <a:cubicBezTo>
                    <a:pt x="152776" y="138864"/>
                    <a:pt x="152776" y="138864"/>
                    <a:pt x="152870" y="137396"/>
                  </a:cubicBezTo>
                  <a:cubicBezTo>
                    <a:pt x="152871" y="136777"/>
                    <a:pt x="152872" y="136177"/>
                    <a:pt x="152872" y="135577"/>
                  </a:cubicBezTo>
                  <a:cubicBezTo>
                    <a:pt x="152876" y="134535"/>
                    <a:pt x="152876" y="134535"/>
                    <a:pt x="152879" y="133515"/>
                  </a:cubicBezTo>
                  <a:cubicBezTo>
                    <a:pt x="152878" y="132756"/>
                    <a:pt x="152876" y="132020"/>
                    <a:pt x="152875" y="131283"/>
                  </a:cubicBezTo>
                  <a:cubicBezTo>
                    <a:pt x="152876" y="129735"/>
                    <a:pt x="152877" y="128186"/>
                    <a:pt x="152878" y="126638"/>
                  </a:cubicBezTo>
                  <a:cubicBezTo>
                    <a:pt x="152873" y="124188"/>
                    <a:pt x="152869" y="121739"/>
                    <a:pt x="152873" y="119289"/>
                  </a:cubicBezTo>
                  <a:cubicBezTo>
                    <a:pt x="152876" y="117693"/>
                    <a:pt x="152877" y="116096"/>
                    <a:pt x="152877" y="114500"/>
                  </a:cubicBezTo>
                  <a:cubicBezTo>
                    <a:pt x="152876" y="113723"/>
                    <a:pt x="152875" y="112969"/>
                    <a:pt x="152875" y="112215"/>
                  </a:cubicBezTo>
                  <a:cubicBezTo>
                    <a:pt x="152877" y="111088"/>
                    <a:pt x="152877" y="111088"/>
                    <a:pt x="152879" y="109983"/>
                  </a:cubicBezTo>
                  <a:cubicBezTo>
                    <a:pt x="152877" y="109282"/>
                    <a:pt x="152875" y="108602"/>
                    <a:pt x="152872" y="107921"/>
                  </a:cubicBezTo>
                  <a:cubicBezTo>
                    <a:pt x="152870" y="105961"/>
                    <a:pt x="152911" y="104903"/>
                    <a:pt x="152032" y="103145"/>
                  </a:cubicBezTo>
                  <a:cubicBezTo>
                    <a:pt x="151526" y="103145"/>
                    <a:pt x="151035" y="103145"/>
                    <a:pt x="150544" y="103145"/>
                  </a:cubicBezTo>
                  <a:cubicBezTo>
                    <a:pt x="150559" y="101494"/>
                    <a:pt x="150571" y="99843"/>
                    <a:pt x="150580" y="98192"/>
                  </a:cubicBezTo>
                  <a:cubicBezTo>
                    <a:pt x="150583" y="97504"/>
                    <a:pt x="150587" y="96837"/>
                    <a:pt x="150590" y="96169"/>
                  </a:cubicBezTo>
                  <a:cubicBezTo>
                    <a:pt x="150596" y="95487"/>
                    <a:pt x="150603" y="94825"/>
                    <a:pt x="150609" y="94163"/>
                  </a:cubicBezTo>
                  <a:cubicBezTo>
                    <a:pt x="150611" y="93511"/>
                    <a:pt x="150614" y="92878"/>
                    <a:pt x="150616" y="92245"/>
                  </a:cubicBezTo>
                  <a:cubicBezTo>
                    <a:pt x="150629" y="90300"/>
                    <a:pt x="150673" y="89266"/>
                    <a:pt x="149799" y="87518"/>
                  </a:cubicBezTo>
                  <a:cubicBezTo>
                    <a:pt x="149040" y="87518"/>
                    <a:pt x="148304" y="87518"/>
                    <a:pt x="147567" y="87518"/>
                  </a:cubicBezTo>
                  <a:cubicBezTo>
                    <a:pt x="147594" y="86872"/>
                    <a:pt x="147620" y="86245"/>
                    <a:pt x="147645" y="85617"/>
                  </a:cubicBezTo>
                  <a:cubicBezTo>
                    <a:pt x="147676" y="84370"/>
                    <a:pt x="147676" y="84370"/>
                    <a:pt x="147706" y="83147"/>
                  </a:cubicBezTo>
                  <a:cubicBezTo>
                    <a:pt x="147785" y="80687"/>
                    <a:pt x="147785" y="80687"/>
                    <a:pt x="147567" y="78589"/>
                  </a:cubicBezTo>
                  <a:cubicBezTo>
                    <a:pt x="145226" y="77404"/>
                    <a:pt x="145226" y="77404"/>
                    <a:pt x="145032" y="75679"/>
                  </a:cubicBezTo>
                  <a:cubicBezTo>
                    <a:pt x="144966" y="74163"/>
                    <a:pt x="144782" y="72653"/>
                    <a:pt x="144590" y="71147"/>
                  </a:cubicBezTo>
                  <a:cubicBezTo>
                    <a:pt x="143831" y="70894"/>
                    <a:pt x="143095" y="70649"/>
                    <a:pt x="142358" y="70403"/>
                  </a:cubicBezTo>
                  <a:cubicBezTo>
                    <a:pt x="142389" y="68667"/>
                    <a:pt x="142389" y="66930"/>
                    <a:pt x="142358" y="65194"/>
                  </a:cubicBezTo>
                  <a:cubicBezTo>
                    <a:pt x="141606" y="64983"/>
                    <a:pt x="141606" y="64983"/>
                    <a:pt x="140870" y="64776"/>
                  </a:cubicBezTo>
                  <a:cubicBezTo>
                    <a:pt x="140364" y="64665"/>
                    <a:pt x="139873" y="64558"/>
                    <a:pt x="139381" y="64450"/>
                  </a:cubicBezTo>
                  <a:cubicBezTo>
                    <a:pt x="139381" y="62962"/>
                    <a:pt x="139381" y="61474"/>
                    <a:pt x="139381" y="59985"/>
                  </a:cubicBezTo>
                  <a:cubicBezTo>
                    <a:pt x="138875" y="59701"/>
                    <a:pt x="138384" y="59424"/>
                    <a:pt x="137893" y="59148"/>
                  </a:cubicBezTo>
                  <a:cubicBezTo>
                    <a:pt x="137142" y="58819"/>
                    <a:pt x="137142" y="58819"/>
                    <a:pt x="136405" y="58497"/>
                  </a:cubicBezTo>
                  <a:cubicBezTo>
                    <a:pt x="136405" y="57485"/>
                    <a:pt x="136405" y="56503"/>
                    <a:pt x="136405" y="55520"/>
                  </a:cubicBezTo>
                  <a:cubicBezTo>
                    <a:pt x="135646" y="55267"/>
                    <a:pt x="134909" y="55022"/>
                    <a:pt x="134172" y="54776"/>
                  </a:cubicBezTo>
                  <a:cubicBezTo>
                    <a:pt x="134172" y="54017"/>
                    <a:pt x="134172" y="53281"/>
                    <a:pt x="134172" y="52544"/>
                  </a:cubicBezTo>
                  <a:cubicBezTo>
                    <a:pt x="133173" y="52325"/>
                    <a:pt x="132180" y="52077"/>
                    <a:pt x="131196" y="51800"/>
                  </a:cubicBezTo>
                  <a:cubicBezTo>
                    <a:pt x="131196" y="50788"/>
                    <a:pt x="131196" y="49805"/>
                    <a:pt x="131196" y="48823"/>
                  </a:cubicBezTo>
                  <a:cubicBezTo>
                    <a:pt x="130563" y="48681"/>
                    <a:pt x="129949" y="48543"/>
                    <a:pt x="129336" y="48405"/>
                  </a:cubicBezTo>
                  <a:cubicBezTo>
                    <a:pt x="128703" y="48294"/>
                    <a:pt x="128089" y="48186"/>
                    <a:pt x="127475" y="48079"/>
                  </a:cubicBezTo>
                  <a:cubicBezTo>
                    <a:pt x="127475" y="47320"/>
                    <a:pt x="127475" y="46583"/>
                    <a:pt x="127475" y="45847"/>
                  </a:cubicBezTo>
                  <a:cubicBezTo>
                    <a:pt x="126228" y="45367"/>
                    <a:pt x="124988" y="44870"/>
                    <a:pt x="123754" y="44358"/>
                  </a:cubicBezTo>
                  <a:cubicBezTo>
                    <a:pt x="123429" y="42777"/>
                    <a:pt x="123429" y="42777"/>
                    <a:pt x="123010" y="41382"/>
                  </a:cubicBezTo>
                  <a:cubicBezTo>
                    <a:pt x="122235" y="41318"/>
                    <a:pt x="121483" y="41257"/>
                    <a:pt x="120731" y="41196"/>
                  </a:cubicBezTo>
                  <a:cubicBezTo>
                    <a:pt x="119988" y="41259"/>
                    <a:pt x="119267" y="41320"/>
                    <a:pt x="118545" y="41382"/>
                  </a:cubicBezTo>
                  <a:cubicBezTo>
                    <a:pt x="118545" y="39149"/>
                    <a:pt x="118545" y="39149"/>
                    <a:pt x="117057" y="37661"/>
                  </a:cubicBezTo>
                  <a:cubicBezTo>
                    <a:pt x="116267" y="37756"/>
                    <a:pt x="115499" y="37848"/>
                    <a:pt x="114732" y="37940"/>
                  </a:cubicBezTo>
                  <a:cubicBezTo>
                    <a:pt x="113651" y="38175"/>
                    <a:pt x="113651" y="38175"/>
                    <a:pt x="112592" y="38405"/>
                  </a:cubicBezTo>
                  <a:cubicBezTo>
                    <a:pt x="112572" y="36559"/>
                    <a:pt x="112572" y="36559"/>
                    <a:pt x="111848" y="34684"/>
                  </a:cubicBezTo>
                  <a:cubicBezTo>
                    <a:pt x="109334" y="34321"/>
                    <a:pt x="109334" y="34321"/>
                    <a:pt x="107815" y="34357"/>
                  </a:cubicBezTo>
                  <a:cubicBezTo>
                    <a:pt x="107273" y="34390"/>
                    <a:pt x="106747" y="34421"/>
                    <a:pt x="106221" y="34452"/>
                  </a:cubicBezTo>
                  <a:cubicBezTo>
                    <a:pt x="105181" y="34485"/>
                    <a:pt x="104141" y="34519"/>
                    <a:pt x="103102" y="34554"/>
                  </a:cubicBezTo>
                  <a:cubicBezTo>
                    <a:pt x="102280" y="34598"/>
                    <a:pt x="101483" y="34641"/>
                    <a:pt x="100686" y="34684"/>
                  </a:cubicBezTo>
                  <a:cubicBezTo>
                    <a:pt x="100686" y="33925"/>
                    <a:pt x="100686" y="33189"/>
                    <a:pt x="100686" y="32452"/>
                  </a:cubicBezTo>
                  <a:cubicBezTo>
                    <a:pt x="98124" y="30744"/>
                    <a:pt x="98124" y="30744"/>
                    <a:pt x="93268" y="30651"/>
                  </a:cubicBezTo>
                  <a:cubicBezTo>
                    <a:pt x="92596" y="30647"/>
                    <a:pt x="91944" y="30643"/>
                    <a:pt x="91291" y="30638"/>
                  </a:cubicBezTo>
                  <a:close/>
                  <a:moveTo>
                    <a:pt x="76171" y="0"/>
                  </a:moveTo>
                  <a:cubicBezTo>
                    <a:pt x="77125" y="6"/>
                    <a:pt x="78079" y="12"/>
                    <a:pt x="79062" y="18"/>
                  </a:cubicBezTo>
                  <a:cubicBezTo>
                    <a:pt x="80520" y="14"/>
                    <a:pt x="80520" y="14"/>
                    <a:pt x="82007" y="10"/>
                  </a:cubicBezTo>
                  <a:cubicBezTo>
                    <a:pt x="84066" y="5"/>
                    <a:pt x="86126" y="12"/>
                    <a:pt x="88185" y="26"/>
                  </a:cubicBezTo>
                  <a:cubicBezTo>
                    <a:pt x="90830" y="42"/>
                    <a:pt x="93475" y="33"/>
                    <a:pt x="96120" y="15"/>
                  </a:cubicBezTo>
                  <a:cubicBezTo>
                    <a:pt x="98636" y="2"/>
                    <a:pt x="101150" y="11"/>
                    <a:pt x="103666" y="18"/>
                  </a:cubicBezTo>
                  <a:cubicBezTo>
                    <a:pt x="105097" y="9"/>
                    <a:pt x="105097" y="9"/>
                    <a:pt x="106557" y="0"/>
                  </a:cubicBezTo>
                  <a:cubicBezTo>
                    <a:pt x="107872" y="14"/>
                    <a:pt x="107872" y="14"/>
                    <a:pt x="109213" y="28"/>
                  </a:cubicBezTo>
                  <a:cubicBezTo>
                    <a:pt x="109989" y="31"/>
                    <a:pt x="110765" y="33"/>
                    <a:pt x="111565" y="36"/>
                  </a:cubicBezTo>
                  <a:cubicBezTo>
                    <a:pt x="112143" y="160"/>
                    <a:pt x="112721" y="285"/>
                    <a:pt x="113316" y="414"/>
                  </a:cubicBezTo>
                  <a:cubicBezTo>
                    <a:pt x="113820" y="1902"/>
                    <a:pt x="113820" y="1902"/>
                    <a:pt x="114060" y="3390"/>
                  </a:cubicBezTo>
                  <a:cubicBezTo>
                    <a:pt x="116125" y="3835"/>
                    <a:pt x="116125" y="3835"/>
                    <a:pt x="118525" y="3809"/>
                  </a:cubicBezTo>
                  <a:cubicBezTo>
                    <a:pt x="120990" y="3858"/>
                    <a:pt x="120990" y="3858"/>
                    <a:pt x="122990" y="4134"/>
                  </a:cubicBezTo>
                  <a:cubicBezTo>
                    <a:pt x="123236" y="4871"/>
                    <a:pt x="123481" y="5608"/>
                    <a:pt x="123734" y="6367"/>
                  </a:cubicBezTo>
                  <a:cubicBezTo>
                    <a:pt x="125121" y="6662"/>
                    <a:pt x="125121" y="6662"/>
                    <a:pt x="126711" y="6646"/>
                  </a:cubicBezTo>
                  <a:cubicBezTo>
                    <a:pt x="128359" y="6777"/>
                    <a:pt x="128359" y="6777"/>
                    <a:pt x="129687" y="7111"/>
                  </a:cubicBezTo>
                  <a:cubicBezTo>
                    <a:pt x="129958" y="8346"/>
                    <a:pt x="130208" y="9587"/>
                    <a:pt x="130431" y="10832"/>
                  </a:cubicBezTo>
                  <a:cubicBezTo>
                    <a:pt x="132167" y="10863"/>
                    <a:pt x="133904" y="10863"/>
                    <a:pt x="135640" y="10832"/>
                  </a:cubicBezTo>
                  <a:cubicBezTo>
                    <a:pt x="136059" y="12273"/>
                    <a:pt x="136059" y="12273"/>
                    <a:pt x="136385" y="13808"/>
                  </a:cubicBezTo>
                  <a:cubicBezTo>
                    <a:pt x="137868" y="14086"/>
                    <a:pt x="139356" y="14335"/>
                    <a:pt x="140849" y="14552"/>
                  </a:cubicBezTo>
                  <a:cubicBezTo>
                    <a:pt x="141095" y="15289"/>
                    <a:pt x="141341" y="16026"/>
                    <a:pt x="141594" y="16785"/>
                  </a:cubicBezTo>
                  <a:cubicBezTo>
                    <a:pt x="142085" y="17030"/>
                    <a:pt x="142576" y="17276"/>
                    <a:pt x="143082" y="17529"/>
                  </a:cubicBezTo>
                  <a:cubicBezTo>
                    <a:pt x="144570" y="18273"/>
                    <a:pt x="144570" y="18273"/>
                    <a:pt x="145314" y="20505"/>
                  </a:cubicBezTo>
                  <a:cubicBezTo>
                    <a:pt x="146143" y="20805"/>
                    <a:pt x="146143" y="20805"/>
                    <a:pt x="146989" y="21110"/>
                  </a:cubicBezTo>
                  <a:cubicBezTo>
                    <a:pt x="149742" y="22299"/>
                    <a:pt x="150937" y="24113"/>
                    <a:pt x="152756" y="26459"/>
                  </a:cubicBezTo>
                  <a:cubicBezTo>
                    <a:pt x="153170" y="26858"/>
                    <a:pt x="153584" y="27257"/>
                    <a:pt x="154011" y="27668"/>
                  </a:cubicBezTo>
                  <a:cubicBezTo>
                    <a:pt x="155169" y="28880"/>
                    <a:pt x="155731" y="30177"/>
                    <a:pt x="156476" y="31667"/>
                  </a:cubicBezTo>
                  <a:cubicBezTo>
                    <a:pt x="156967" y="31913"/>
                    <a:pt x="157459" y="32159"/>
                    <a:pt x="157965" y="32412"/>
                  </a:cubicBezTo>
                  <a:cubicBezTo>
                    <a:pt x="158210" y="33148"/>
                    <a:pt x="158456" y="33885"/>
                    <a:pt x="158709" y="34644"/>
                  </a:cubicBezTo>
                  <a:cubicBezTo>
                    <a:pt x="159445" y="35135"/>
                    <a:pt x="160182" y="35626"/>
                    <a:pt x="160941" y="36132"/>
                  </a:cubicBezTo>
                  <a:cubicBezTo>
                    <a:pt x="161187" y="36869"/>
                    <a:pt x="161432" y="37606"/>
                    <a:pt x="161685" y="38365"/>
                  </a:cubicBezTo>
                  <a:cubicBezTo>
                    <a:pt x="162238" y="38894"/>
                    <a:pt x="162238" y="38894"/>
                    <a:pt x="162802" y="39434"/>
                  </a:cubicBezTo>
                  <a:cubicBezTo>
                    <a:pt x="164107" y="40794"/>
                    <a:pt x="164242" y="41773"/>
                    <a:pt x="164662" y="43574"/>
                  </a:cubicBezTo>
                  <a:cubicBezTo>
                    <a:pt x="165153" y="43819"/>
                    <a:pt x="165644" y="44065"/>
                    <a:pt x="166150" y="44318"/>
                  </a:cubicBezTo>
                  <a:cubicBezTo>
                    <a:pt x="166646" y="45806"/>
                    <a:pt x="167142" y="47294"/>
                    <a:pt x="167638" y="48783"/>
                  </a:cubicBezTo>
                  <a:cubicBezTo>
                    <a:pt x="168130" y="49028"/>
                    <a:pt x="168621" y="49274"/>
                    <a:pt x="169127" y="49527"/>
                  </a:cubicBezTo>
                  <a:cubicBezTo>
                    <a:pt x="169568" y="51498"/>
                    <a:pt x="169679" y="53465"/>
                    <a:pt x="169871" y="55480"/>
                  </a:cubicBezTo>
                  <a:cubicBezTo>
                    <a:pt x="170608" y="55480"/>
                    <a:pt x="171344" y="55480"/>
                    <a:pt x="172103" y="55480"/>
                  </a:cubicBezTo>
                  <a:cubicBezTo>
                    <a:pt x="172069" y="55955"/>
                    <a:pt x="172034" y="56430"/>
                    <a:pt x="171999" y="56919"/>
                  </a:cubicBezTo>
                  <a:cubicBezTo>
                    <a:pt x="171972" y="57534"/>
                    <a:pt x="171945" y="58149"/>
                    <a:pt x="171917" y="58782"/>
                  </a:cubicBezTo>
                  <a:cubicBezTo>
                    <a:pt x="171883" y="59395"/>
                    <a:pt x="171848" y="60008"/>
                    <a:pt x="171813" y="60640"/>
                  </a:cubicBezTo>
                  <a:cubicBezTo>
                    <a:pt x="171909" y="61147"/>
                    <a:pt x="172004" y="61654"/>
                    <a:pt x="172103" y="62177"/>
                  </a:cubicBezTo>
                  <a:cubicBezTo>
                    <a:pt x="172594" y="62292"/>
                    <a:pt x="173086" y="62407"/>
                    <a:pt x="173592" y="62526"/>
                  </a:cubicBezTo>
                  <a:cubicBezTo>
                    <a:pt x="174083" y="62657"/>
                    <a:pt x="174574" y="62787"/>
                    <a:pt x="175080" y="62921"/>
                  </a:cubicBezTo>
                  <a:cubicBezTo>
                    <a:pt x="175371" y="64622"/>
                    <a:pt x="175371" y="64622"/>
                    <a:pt x="175266" y="66689"/>
                  </a:cubicBezTo>
                  <a:cubicBezTo>
                    <a:pt x="175239" y="67373"/>
                    <a:pt x="175212" y="68056"/>
                    <a:pt x="175184" y="68761"/>
                  </a:cubicBezTo>
                  <a:cubicBezTo>
                    <a:pt x="175150" y="69290"/>
                    <a:pt x="175115" y="69818"/>
                    <a:pt x="175080" y="70363"/>
                  </a:cubicBezTo>
                  <a:cubicBezTo>
                    <a:pt x="175817" y="70363"/>
                    <a:pt x="176553" y="70363"/>
                    <a:pt x="177312" y="70363"/>
                  </a:cubicBezTo>
                  <a:cubicBezTo>
                    <a:pt x="177354" y="71397"/>
                    <a:pt x="177354" y="71397"/>
                    <a:pt x="177397" y="72453"/>
                  </a:cubicBezTo>
                  <a:cubicBezTo>
                    <a:pt x="177445" y="73344"/>
                    <a:pt x="177494" y="74235"/>
                    <a:pt x="177545" y="75153"/>
                  </a:cubicBezTo>
                  <a:cubicBezTo>
                    <a:pt x="177610" y="76487"/>
                    <a:pt x="177610" y="76487"/>
                    <a:pt x="177676" y="77848"/>
                  </a:cubicBezTo>
                  <a:cubicBezTo>
                    <a:pt x="177801" y="78570"/>
                    <a:pt x="177927" y="79292"/>
                    <a:pt x="178056" y="80037"/>
                  </a:cubicBezTo>
                  <a:cubicBezTo>
                    <a:pt x="178793" y="80282"/>
                    <a:pt x="179530" y="80528"/>
                    <a:pt x="180289" y="80781"/>
                  </a:cubicBezTo>
                  <a:cubicBezTo>
                    <a:pt x="180611" y="82368"/>
                    <a:pt x="180611" y="82368"/>
                    <a:pt x="180670" y="84435"/>
                  </a:cubicBezTo>
                  <a:cubicBezTo>
                    <a:pt x="180696" y="85171"/>
                    <a:pt x="180722" y="85907"/>
                    <a:pt x="180750" y="86666"/>
                  </a:cubicBezTo>
                  <a:cubicBezTo>
                    <a:pt x="180766" y="87440"/>
                    <a:pt x="180783" y="88215"/>
                    <a:pt x="180800" y="89013"/>
                  </a:cubicBezTo>
                  <a:cubicBezTo>
                    <a:pt x="180826" y="89790"/>
                    <a:pt x="180851" y="90568"/>
                    <a:pt x="180877" y="91369"/>
                  </a:cubicBezTo>
                  <a:cubicBezTo>
                    <a:pt x="180939" y="93296"/>
                    <a:pt x="180990" y="95224"/>
                    <a:pt x="181033" y="97152"/>
                  </a:cubicBezTo>
                  <a:cubicBezTo>
                    <a:pt x="181770" y="97152"/>
                    <a:pt x="182506" y="97152"/>
                    <a:pt x="183265" y="97152"/>
                  </a:cubicBezTo>
                  <a:cubicBezTo>
                    <a:pt x="183265" y="113359"/>
                    <a:pt x="183265" y="129567"/>
                    <a:pt x="183265" y="146265"/>
                  </a:cubicBezTo>
                  <a:cubicBezTo>
                    <a:pt x="182529" y="146265"/>
                    <a:pt x="181792" y="146265"/>
                    <a:pt x="181033" y="146265"/>
                  </a:cubicBezTo>
                  <a:cubicBezTo>
                    <a:pt x="180787" y="151668"/>
                    <a:pt x="180542" y="157070"/>
                    <a:pt x="180289" y="162636"/>
                  </a:cubicBezTo>
                  <a:cubicBezTo>
                    <a:pt x="179552" y="162636"/>
                    <a:pt x="178815" y="162636"/>
                    <a:pt x="178056" y="162636"/>
                  </a:cubicBezTo>
                  <a:cubicBezTo>
                    <a:pt x="178015" y="163725"/>
                    <a:pt x="178015" y="163725"/>
                    <a:pt x="177972" y="164837"/>
                  </a:cubicBezTo>
                  <a:cubicBezTo>
                    <a:pt x="177899" y="166257"/>
                    <a:pt x="177899" y="166257"/>
                    <a:pt x="177824" y="167706"/>
                  </a:cubicBezTo>
                  <a:cubicBezTo>
                    <a:pt x="177781" y="168647"/>
                    <a:pt x="177738" y="169588"/>
                    <a:pt x="177693" y="170557"/>
                  </a:cubicBezTo>
                  <a:cubicBezTo>
                    <a:pt x="177290" y="173203"/>
                    <a:pt x="176987" y="173620"/>
                    <a:pt x="175080" y="175287"/>
                  </a:cubicBezTo>
                  <a:cubicBezTo>
                    <a:pt x="175080" y="176161"/>
                    <a:pt x="175080" y="177036"/>
                    <a:pt x="175080" y="177938"/>
                  </a:cubicBezTo>
                  <a:cubicBezTo>
                    <a:pt x="175080" y="178782"/>
                    <a:pt x="175080" y="179626"/>
                    <a:pt x="175080" y="180496"/>
                  </a:cubicBezTo>
                  <a:cubicBezTo>
                    <a:pt x="174343" y="180987"/>
                    <a:pt x="173606" y="181478"/>
                    <a:pt x="172847" y="181984"/>
                  </a:cubicBezTo>
                  <a:cubicBezTo>
                    <a:pt x="172418" y="183445"/>
                    <a:pt x="172418" y="183445"/>
                    <a:pt x="172336" y="185053"/>
                  </a:cubicBezTo>
                  <a:cubicBezTo>
                    <a:pt x="172221" y="186481"/>
                    <a:pt x="172221" y="186481"/>
                    <a:pt x="172103" y="187937"/>
                  </a:cubicBezTo>
                  <a:cubicBezTo>
                    <a:pt x="171367" y="187937"/>
                    <a:pt x="170630" y="187937"/>
                    <a:pt x="169871" y="187937"/>
                  </a:cubicBezTo>
                  <a:cubicBezTo>
                    <a:pt x="169756" y="189364"/>
                    <a:pt x="169756" y="189364"/>
                    <a:pt x="169638" y="190821"/>
                  </a:cubicBezTo>
                  <a:cubicBezTo>
                    <a:pt x="169508" y="192443"/>
                    <a:pt x="169508" y="192443"/>
                    <a:pt x="169127" y="193890"/>
                  </a:cubicBezTo>
                  <a:cubicBezTo>
                    <a:pt x="168390" y="194381"/>
                    <a:pt x="167653" y="194872"/>
                    <a:pt x="166894" y="195378"/>
                  </a:cubicBezTo>
                  <a:cubicBezTo>
                    <a:pt x="166623" y="196614"/>
                    <a:pt x="166374" y="197854"/>
                    <a:pt x="166150" y="199099"/>
                  </a:cubicBezTo>
                  <a:cubicBezTo>
                    <a:pt x="165659" y="199345"/>
                    <a:pt x="165168" y="199590"/>
                    <a:pt x="164662" y="199843"/>
                  </a:cubicBezTo>
                  <a:cubicBezTo>
                    <a:pt x="164416" y="200580"/>
                    <a:pt x="164171" y="201317"/>
                    <a:pt x="163918" y="202076"/>
                  </a:cubicBezTo>
                  <a:cubicBezTo>
                    <a:pt x="163174" y="204308"/>
                    <a:pt x="163174" y="204308"/>
                    <a:pt x="161685" y="205052"/>
                  </a:cubicBezTo>
                  <a:cubicBezTo>
                    <a:pt x="161440" y="205543"/>
                    <a:pt x="161194" y="206034"/>
                    <a:pt x="160941" y="206541"/>
                  </a:cubicBezTo>
                  <a:cubicBezTo>
                    <a:pt x="160197" y="208029"/>
                    <a:pt x="160197" y="208029"/>
                    <a:pt x="158709" y="208773"/>
                  </a:cubicBezTo>
                  <a:cubicBezTo>
                    <a:pt x="158601" y="209264"/>
                    <a:pt x="158494" y="209755"/>
                    <a:pt x="158383" y="210261"/>
                  </a:cubicBezTo>
                  <a:cubicBezTo>
                    <a:pt x="158245" y="210752"/>
                    <a:pt x="158107" y="211243"/>
                    <a:pt x="157965" y="211749"/>
                  </a:cubicBezTo>
                  <a:cubicBezTo>
                    <a:pt x="157228" y="211995"/>
                    <a:pt x="156491" y="212241"/>
                    <a:pt x="155732" y="212494"/>
                  </a:cubicBezTo>
                  <a:cubicBezTo>
                    <a:pt x="155224" y="213480"/>
                    <a:pt x="154727" y="214472"/>
                    <a:pt x="154244" y="215470"/>
                  </a:cubicBezTo>
                  <a:cubicBezTo>
                    <a:pt x="153753" y="215470"/>
                    <a:pt x="153262" y="215470"/>
                    <a:pt x="152756" y="215470"/>
                  </a:cubicBezTo>
                  <a:cubicBezTo>
                    <a:pt x="152648" y="215931"/>
                    <a:pt x="152541" y="216391"/>
                    <a:pt x="152430" y="216865"/>
                  </a:cubicBezTo>
                  <a:cubicBezTo>
                    <a:pt x="152011" y="218447"/>
                    <a:pt x="152011" y="218447"/>
                    <a:pt x="149779" y="219935"/>
                  </a:cubicBezTo>
                  <a:cubicBezTo>
                    <a:pt x="149533" y="220672"/>
                    <a:pt x="149288" y="221408"/>
                    <a:pt x="149035" y="222167"/>
                  </a:cubicBezTo>
                  <a:cubicBezTo>
                    <a:pt x="148406" y="222275"/>
                    <a:pt x="147776" y="222382"/>
                    <a:pt x="147128" y="222493"/>
                  </a:cubicBezTo>
                  <a:cubicBezTo>
                    <a:pt x="146529" y="222631"/>
                    <a:pt x="145931" y="222769"/>
                    <a:pt x="145314" y="222912"/>
                  </a:cubicBezTo>
                  <a:cubicBezTo>
                    <a:pt x="145314" y="223894"/>
                    <a:pt x="145314" y="224876"/>
                    <a:pt x="145314" y="225888"/>
                  </a:cubicBezTo>
                  <a:cubicBezTo>
                    <a:pt x="144075" y="226142"/>
                    <a:pt x="142835" y="226390"/>
                    <a:pt x="141594" y="226632"/>
                  </a:cubicBezTo>
                  <a:cubicBezTo>
                    <a:pt x="141471" y="227139"/>
                    <a:pt x="141348" y="227645"/>
                    <a:pt x="141221" y="228167"/>
                  </a:cubicBezTo>
                  <a:cubicBezTo>
                    <a:pt x="141099" y="228643"/>
                    <a:pt x="140976" y="229119"/>
                    <a:pt x="140849" y="229609"/>
                  </a:cubicBezTo>
                  <a:cubicBezTo>
                    <a:pt x="139609" y="229609"/>
                    <a:pt x="138369" y="229609"/>
                    <a:pt x="137129" y="229609"/>
                  </a:cubicBezTo>
                  <a:cubicBezTo>
                    <a:pt x="136783" y="230323"/>
                    <a:pt x="136783" y="230323"/>
                    <a:pt x="136431" y="231051"/>
                  </a:cubicBezTo>
                  <a:cubicBezTo>
                    <a:pt x="136170" y="231557"/>
                    <a:pt x="135909" y="232064"/>
                    <a:pt x="135640" y="232585"/>
                  </a:cubicBezTo>
                  <a:cubicBezTo>
                    <a:pt x="134888" y="232708"/>
                    <a:pt x="134136" y="232831"/>
                    <a:pt x="133361" y="232957"/>
                  </a:cubicBezTo>
                  <a:cubicBezTo>
                    <a:pt x="132640" y="233080"/>
                    <a:pt x="131919" y="233203"/>
                    <a:pt x="131176" y="233330"/>
                  </a:cubicBezTo>
                  <a:cubicBezTo>
                    <a:pt x="131084" y="233820"/>
                    <a:pt x="130993" y="234310"/>
                    <a:pt x="130899" y="234815"/>
                  </a:cubicBezTo>
                  <a:cubicBezTo>
                    <a:pt x="130745" y="235307"/>
                    <a:pt x="130591" y="235799"/>
                    <a:pt x="130431" y="236306"/>
                  </a:cubicBezTo>
                  <a:cubicBezTo>
                    <a:pt x="128757" y="236681"/>
                    <a:pt x="128757" y="236681"/>
                    <a:pt x="126711" y="236725"/>
                  </a:cubicBezTo>
                  <a:cubicBezTo>
                    <a:pt x="124718" y="236725"/>
                    <a:pt x="124718" y="236725"/>
                    <a:pt x="122990" y="237050"/>
                  </a:cubicBezTo>
                  <a:cubicBezTo>
                    <a:pt x="122744" y="237787"/>
                    <a:pt x="122499" y="238524"/>
                    <a:pt x="122246" y="239283"/>
                  </a:cubicBezTo>
                  <a:cubicBezTo>
                    <a:pt x="119781" y="239748"/>
                    <a:pt x="119781" y="239748"/>
                    <a:pt x="117037" y="240027"/>
                  </a:cubicBezTo>
                  <a:cubicBezTo>
                    <a:pt x="115335" y="240233"/>
                    <a:pt x="115335" y="240233"/>
                    <a:pt x="114060" y="240771"/>
                  </a:cubicBezTo>
                  <a:cubicBezTo>
                    <a:pt x="113815" y="241508"/>
                    <a:pt x="113569" y="242244"/>
                    <a:pt x="113316" y="243003"/>
                  </a:cubicBezTo>
                  <a:cubicBezTo>
                    <a:pt x="111560" y="243272"/>
                    <a:pt x="111560" y="243272"/>
                    <a:pt x="109201" y="243257"/>
                  </a:cubicBezTo>
                  <a:cubicBezTo>
                    <a:pt x="108322" y="243257"/>
                    <a:pt x="107444" y="243256"/>
                    <a:pt x="106538" y="243256"/>
                  </a:cubicBezTo>
                  <a:cubicBezTo>
                    <a:pt x="105103" y="243239"/>
                    <a:pt x="105103" y="243239"/>
                    <a:pt x="103639" y="243221"/>
                  </a:cubicBezTo>
                  <a:cubicBezTo>
                    <a:pt x="102179" y="243217"/>
                    <a:pt x="102179" y="243217"/>
                    <a:pt x="100690" y="243212"/>
                  </a:cubicBezTo>
                  <a:cubicBezTo>
                    <a:pt x="98097" y="243203"/>
                    <a:pt x="95505" y="243181"/>
                    <a:pt x="92913" y="243157"/>
                  </a:cubicBezTo>
                  <a:cubicBezTo>
                    <a:pt x="90269" y="243134"/>
                    <a:pt x="87626" y="243124"/>
                    <a:pt x="84982" y="243112"/>
                  </a:cubicBezTo>
                  <a:cubicBezTo>
                    <a:pt x="79792" y="243088"/>
                    <a:pt x="74602" y="243050"/>
                    <a:pt x="69412" y="243003"/>
                  </a:cubicBezTo>
                  <a:cubicBezTo>
                    <a:pt x="69412" y="242267"/>
                    <a:pt x="69412" y="241530"/>
                    <a:pt x="69412" y="240771"/>
                  </a:cubicBezTo>
                  <a:cubicBezTo>
                    <a:pt x="67791" y="240233"/>
                    <a:pt x="67791" y="240233"/>
                    <a:pt x="65691" y="240027"/>
                  </a:cubicBezTo>
                  <a:cubicBezTo>
                    <a:pt x="64755" y="239889"/>
                    <a:pt x="63819" y="239751"/>
                    <a:pt x="62854" y="239608"/>
                  </a:cubicBezTo>
                  <a:cubicBezTo>
                    <a:pt x="62071" y="239501"/>
                    <a:pt x="61289" y="239393"/>
                    <a:pt x="60482" y="239283"/>
                  </a:cubicBezTo>
                  <a:cubicBezTo>
                    <a:pt x="60482" y="238300"/>
                    <a:pt x="60482" y="237318"/>
                    <a:pt x="60482" y="236306"/>
                  </a:cubicBezTo>
                  <a:cubicBezTo>
                    <a:pt x="59954" y="236341"/>
                    <a:pt x="59425" y="236375"/>
                    <a:pt x="58881" y="236411"/>
                  </a:cubicBezTo>
                  <a:cubicBezTo>
                    <a:pt x="58197" y="236438"/>
                    <a:pt x="57513" y="236464"/>
                    <a:pt x="56808" y="236492"/>
                  </a:cubicBezTo>
                  <a:cubicBezTo>
                    <a:pt x="56126" y="236527"/>
                    <a:pt x="55444" y="236561"/>
                    <a:pt x="54741" y="236597"/>
                  </a:cubicBezTo>
                  <a:cubicBezTo>
                    <a:pt x="54180" y="236501"/>
                    <a:pt x="53619" y="236405"/>
                    <a:pt x="53041" y="236306"/>
                  </a:cubicBezTo>
                  <a:cubicBezTo>
                    <a:pt x="52599" y="234841"/>
                    <a:pt x="52599" y="234841"/>
                    <a:pt x="52297" y="233330"/>
                  </a:cubicBezTo>
                  <a:cubicBezTo>
                    <a:pt x="49678" y="232716"/>
                    <a:pt x="49678" y="232716"/>
                    <a:pt x="47088" y="232585"/>
                  </a:cubicBezTo>
                  <a:cubicBezTo>
                    <a:pt x="47088" y="231603"/>
                    <a:pt x="47088" y="230621"/>
                    <a:pt x="47088" y="229609"/>
                  </a:cubicBezTo>
                  <a:cubicBezTo>
                    <a:pt x="45614" y="229609"/>
                    <a:pt x="44141" y="229609"/>
                    <a:pt x="42623" y="229609"/>
                  </a:cubicBezTo>
                  <a:cubicBezTo>
                    <a:pt x="42623" y="228627"/>
                    <a:pt x="42623" y="227644"/>
                    <a:pt x="42623" y="226632"/>
                  </a:cubicBezTo>
                  <a:cubicBezTo>
                    <a:pt x="41398" y="226099"/>
                    <a:pt x="40157" y="225603"/>
                    <a:pt x="38902" y="225144"/>
                  </a:cubicBezTo>
                  <a:cubicBezTo>
                    <a:pt x="38534" y="224039"/>
                    <a:pt x="38534" y="224039"/>
                    <a:pt x="38158" y="222912"/>
                  </a:cubicBezTo>
                  <a:cubicBezTo>
                    <a:pt x="37651" y="222789"/>
                    <a:pt x="37145" y="222666"/>
                    <a:pt x="36623" y="222540"/>
                  </a:cubicBezTo>
                  <a:cubicBezTo>
                    <a:pt x="36147" y="222417"/>
                    <a:pt x="35672" y="222294"/>
                    <a:pt x="35181" y="222167"/>
                  </a:cubicBezTo>
                  <a:cubicBezTo>
                    <a:pt x="35181" y="221431"/>
                    <a:pt x="35181" y="220694"/>
                    <a:pt x="35181" y="219935"/>
                  </a:cubicBezTo>
                  <a:cubicBezTo>
                    <a:pt x="34191" y="219679"/>
                    <a:pt x="33199" y="219432"/>
                    <a:pt x="32205" y="219191"/>
                  </a:cubicBezTo>
                  <a:cubicBezTo>
                    <a:pt x="31836" y="218086"/>
                    <a:pt x="31836" y="218086"/>
                    <a:pt x="31461" y="216958"/>
                  </a:cubicBezTo>
                  <a:cubicBezTo>
                    <a:pt x="30238" y="215701"/>
                    <a:pt x="28994" y="214464"/>
                    <a:pt x="27740" y="213238"/>
                  </a:cubicBezTo>
                  <a:cubicBezTo>
                    <a:pt x="21043" y="205560"/>
                    <a:pt x="21043" y="205560"/>
                    <a:pt x="21043" y="202820"/>
                  </a:cubicBezTo>
                  <a:cubicBezTo>
                    <a:pt x="20306" y="202820"/>
                    <a:pt x="19569" y="202820"/>
                    <a:pt x="18810" y="202820"/>
                  </a:cubicBezTo>
                  <a:cubicBezTo>
                    <a:pt x="18879" y="201945"/>
                    <a:pt x="18879" y="201945"/>
                    <a:pt x="18950" y="201052"/>
                  </a:cubicBezTo>
                  <a:cubicBezTo>
                    <a:pt x="18904" y="200408"/>
                    <a:pt x="18858" y="199763"/>
                    <a:pt x="18810" y="199099"/>
                  </a:cubicBezTo>
                  <a:cubicBezTo>
                    <a:pt x="18074" y="198608"/>
                    <a:pt x="17337" y="198117"/>
                    <a:pt x="16578" y="197611"/>
                  </a:cubicBezTo>
                  <a:cubicBezTo>
                    <a:pt x="16066" y="194913"/>
                    <a:pt x="16066" y="194913"/>
                    <a:pt x="15834" y="192402"/>
                  </a:cubicBezTo>
                  <a:cubicBezTo>
                    <a:pt x="15097" y="192402"/>
                    <a:pt x="14360" y="192402"/>
                    <a:pt x="13601" y="192402"/>
                  </a:cubicBezTo>
                  <a:cubicBezTo>
                    <a:pt x="13077" y="190674"/>
                    <a:pt x="12580" y="188937"/>
                    <a:pt x="12113" y="187193"/>
                  </a:cubicBezTo>
                  <a:cubicBezTo>
                    <a:pt x="11622" y="187193"/>
                    <a:pt x="11131" y="187193"/>
                    <a:pt x="10625" y="187193"/>
                  </a:cubicBezTo>
                  <a:cubicBezTo>
                    <a:pt x="10625" y="184737"/>
                    <a:pt x="10625" y="182282"/>
                    <a:pt x="10625" y="179751"/>
                  </a:cubicBezTo>
                  <a:cubicBezTo>
                    <a:pt x="9888" y="179751"/>
                    <a:pt x="9151" y="179751"/>
                    <a:pt x="8392" y="179751"/>
                  </a:cubicBezTo>
                  <a:cubicBezTo>
                    <a:pt x="8024" y="175331"/>
                    <a:pt x="8024" y="175331"/>
                    <a:pt x="7648" y="170822"/>
                  </a:cubicBezTo>
                  <a:cubicBezTo>
                    <a:pt x="6912" y="170822"/>
                    <a:pt x="6175" y="170822"/>
                    <a:pt x="5416" y="170822"/>
                  </a:cubicBezTo>
                  <a:cubicBezTo>
                    <a:pt x="5170" y="167384"/>
                    <a:pt x="4925" y="163946"/>
                    <a:pt x="4672" y="160404"/>
                  </a:cubicBezTo>
                  <a:cubicBezTo>
                    <a:pt x="3935" y="160404"/>
                    <a:pt x="3198" y="160404"/>
                    <a:pt x="2439" y="160404"/>
                  </a:cubicBezTo>
                  <a:cubicBezTo>
                    <a:pt x="2424" y="159912"/>
                    <a:pt x="2410" y="159420"/>
                    <a:pt x="2395" y="158913"/>
                  </a:cubicBezTo>
                  <a:cubicBezTo>
                    <a:pt x="2324" y="156696"/>
                    <a:pt x="2242" y="154481"/>
                    <a:pt x="2160" y="152265"/>
                  </a:cubicBezTo>
                  <a:cubicBezTo>
                    <a:pt x="2137" y="151490"/>
                    <a:pt x="2114" y="150716"/>
                    <a:pt x="2090" y="149918"/>
                  </a:cubicBezTo>
                  <a:cubicBezTo>
                    <a:pt x="2047" y="148813"/>
                    <a:pt x="2047" y="148813"/>
                    <a:pt x="2003" y="147687"/>
                  </a:cubicBezTo>
                  <a:cubicBezTo>
                    <a:pt x="1980" y="147005"/>
                    <a:pt x="1956" y="146323"/>
                    <a:pt x="1932" y="145620"/>
                  </a:cubicBezTo>
                  <a:cubicBezTo>
                    <a:pt x="1854" y="145096"/>
                    <a:pt x="1776" y="144572"/>
                    <a:pt x="1695" y="144033"/>
                  </a:cubicBezTo>
                  <a:cubicBezTo>
                    <a:pt x="1204" y="143787"/>
                    <a:pt x="713" y="143542"/>
                    <a:pt x="207" y="143289"/>
                  </a:cubicBezTo>
                  <a:cubicBezTo>
                    <a:pt x="18" y="141650"/>
                    <a:pt x="18" y="141650"/>
                    <a:pt x="14" y="139459"/>
                  </a:cubicBezTo>
                  <a:cubicBezTo>
                    <a:pt x="10" y="138642"/>
                    <a:pt x="5" y="137825"/>
                    <a:pt x="0" y="136983"/>
                  </a:cubicBezTo>
                  <a:cubicBezTo>
                    <a:pt x="3" y="136094"/>
                    <a:pt x="6" y="135205"/>
                    <a:pt x="9" y="134289"/>
                  </a:cubicBezTo>
                  <a:cubicBezTo>
                    <a:pt x="8" y="133384"/>
                    <a:pt x="6" y="132478"/>
                    <a:pt x="5" y="131545"/>
                  </a:cubicBezTo>
                  <a:cubicBezTo>
                    <a:pt x="4" y="129626"/>
                    <a:pt x="7" y="127706"/>
                    <a:pt x="13" y="125787"/>
                  </a:cubicBezTo>
                  <a:cubicBezTo>
                    <a:pt x="21" y="122837"/>
                    <a:pt x="13" y="119888"/>
                    <a:pt x="3" y="116938"/>
                  </a:cubicBezTo>
                  <a:cubicBezTo>
                    <a:pt x="4" y="115079"/>
                    <a:pt x="6" y="113220"/>
                    <a:pt x="9" y="111360"/>
                  </a:cubicBezTo>
                  <a:cubicBezTo>
                    <a:pt x="6" y="110471"/>
                    <a:pt x="3" y="109582"/>
                    <a:pt x="0" y="108666"/>
                  </a:cubicBezTo>
                  <a:cubicBezTo>
                    <a:pt x="7" y="107441"/>
                    <a:pt x="7" y="107441"/>
                    <a:pt x="14" y="106191"/>
                  </a:cubicBezTo>
                  <a:cubicBezTo>
                    <a:pt x="15" y="105467"/>
                    <a:pt x="17" y="104744"/>
                    <a:pt x="18" y="103999"/>
                  </a:cubicBezTo>
                  <a:cubicBezTo>
                    <a:pt x="80" y="103458"/>
                    <a:pt x="143" y="102918"/>
                    <a:pt x="207" y="102361"/>
                  </a:cubicBezTo>
                  <a:cubicBezTo>
                    <a:pt x="698" y="102115"/>
                    <a:pt x="1189" y="101870"/>
                    <a:pt x="1695" y="101617"/>
                  </a:cubicBezTo>
                  <a:cubicBezTo>
                    <a:pt x="1975" y="99737"/>
                    <a:pt x="1975" y="99737"/>
                    <a:pt x="2003" y="97475"/>
                  </a:cubicBezTo>
                  <a:cubicBezTo>
                    <a:pt x="2032" y="96638"/>
                    <a:pt x="2061" y="95801"/>
                    <a:pt x="2090" y="94938"/>
                  </a:cubicBezTo>
                  <a:cubicBezTo>
                    <a:pt x="2113" y="94057"/>
                    <a:pt x="2136" y="93176"/>
                    <a:pt x="2160" y="92268"/>
                  </a:cubicBezTo>
                  <a:cubicBezTo>
                    <a:pt x="2189" y="91384"/>
                    <a:pt x="2218" y="90501"/>
                    <a:pt x="2247" y="89590"/>
                  </a:cubicBezTo>
                  <a:cubicBezTo>
                    <a:pt x="2318" y="87398"/>
                    <a:pt x="2381" y="85206"/>
                    <a:pt x="2439" y="83013"/>
                  </a:cubicBezTo>
                  <a:cubicBezTo>
                    <a:pt x="2930" y="83013"/>
                    <a:pt x="3421" y="83013"/>
                    <a:pt x="3927" y="83013"/>
                  </a:cubicBezTo>
                  <a:cubicBezTo>
                    <a:pt x="4933" y="81003"/>
                    <a:pt x="4924" y="79205"/>
                    <a:pt x="5090" y="76967"/>
                  </a:cubicBezTo>
                  <a:cubicBezTo>
                    <a:pt x="5153" y="76152"/>
                    <a:pt x="5215" y="75336"/>
                    <a:pt x="5279" y="74496"/>
                  </a:cubicBezTo>
                  <a:cubicBezTo>
                    <a:pt x="5324" y="73869"/>
                    <a:pt x="5369" y="73242"/>
                    <a:pt x="5416" y="72595"/>
                  </a:cubicBezTo>
                  <a:cubicBezTo>
                    <a:pt x="6152" y="72595"/>
                    <a:pt x="6889" y="72595"/>
                    <a:pt x="7648" y="72595"/>
                  </a:cubicBezTo>
                  <a:cubicBezTo>
                    <a:pt x="7685" y="71959"/>
                    <a:pt x="7721" y="71323"/>
                    <a:pt x="7759" y="70668"/>
                  </a:cubicBezTo>
                  <a:cubicBezTo>
                    <a:pt x="7814" y="69846"/>
                    <a:pt x="7870" y="69024"/>
                    <a:pt x="7927" y="68177"/>
                  </a:cubicBezTo>
                  <a:cubicBezTo>
                    <a:pt x="7979" y="67357"/>
                    <a:pt x="8031" y="66537"/>
                    <a:pt x="8084" y="65692"/>
                  </a:cubicBezTo>
                  <a:cubicBezTo>
                    <a:pt x="8186" y="65023"/>
                    <a:pt x="8288" y="64354"/>
                    <a:pt x="8392" y="63666"/>
                  </a:cubicBezTo>
                  <a:cubicBezTo>
                    <a:pt x="9129" y="63297"/>
                    <a:pt x="9129" y="63297"/>
                    <a:pt x="9881" y="62921"/>
                  </a:cubicBezTo>
                  <a:cubicBezTo>
                    <a:pt x="10143" y="61191"/>
                    <a:pt x="10211" y="59483"/>
                    <a:pt x="10296" y="57736"/>
                  </a:cubicBezTo>
                  <a:cubicBezTo>
                    <a:pt x="10405" y="57237"/>
                    <a:pt x="10513" y="56738"/>
                    <a:pt x="10625" y="56224"/>
                  </a:cubicBezTo>
                  <a:cubicBezTo>
                    <a:pt x="11730" y="55856"/>
                    <a:pt x="11730" y="55856"/>
                    <a:pt x="12857" y="55480"/>
                  </a:cubicBezTo>
                  <a:cubicBezTo>
                    <a:pt x="13409" y="52857"/>
                    <a:pt x="13409" y="52857"/>
                    <a:pt x="13601" y="50271"/>
                  </a:cubicBezTo>
                  <a:cubicBezTo>
                    <a:pt x="14092" y="50271"/>
                    <a:pt x="14584" y="50271"/>
                    <a:pt x="15090" y="50271"/>
                  </a:cubicBezTo>
                  <a:cubicBezTo>
                    <a:pt x="15320" y="49534"/>
                    <a:pt x="15550" y="48798"/>
                    <a:pt x="15787" y="48039"/>
                  </a:cubicBezTo>
                  <a:cubicBezTo>
                    <a:pt x="16048" y="47302"/>
                    <a:pt x="16309" y="46565"/>
                    <a:pt x="16578" y="45806"/>
                  </a:cubicBezTo>
                  <a:cubicBezTo>
                    <a:pt x="17315" y="45806"/>
                    <a:pt x="18051" y="45806"/>
                    <a:pt x="18810" y="45806"/>
                  </a:cubicBezTo>
                  <a:cubicBezTo>
                    <a:pt x="18810" y="44333"/>
                    <a:pt x="18810" y="42859"/>
                    <a:pt x="18810" y="41341"/>
                  </a:cubicBezTo>
                  <a:cubicBezTo>
                    <a:pt x="19547" y="41341"/>
                    <a:pt x="20284" y="41341"/>
                    <a:pt x="21043" y="41341"/>
                  </a:cubicBezTo>
                  <a:cubicBezTo>
                    <a:pt x="21119" y="40651"/>
                    <a:pt x="21196" y="39960"/>
                    <a:pt x="21275" y="39248"/>
                  </a:cubicBezTo>
                  <a:cubicBezTo>
                    <a:pt x="21811" y="36765"/>
                    <a:pt x="22192" y="36243"/>
                    <a:pt x="24019" y="34644"/>
                  </a:cubicBezTo>
                  <a:cubicBezTo>
                    <a:pt x="24265" y="33907"/>
                    <a:pt x="24510" y="33171"/>
                    <a:pt x="24763" y="32412"/>
                  </a:cubicBezTo>
                  <a:cubicBezTo>
                    <a:pt x="25500" y="31920"/>
                    <a:pt x="26237" y="31429"/>
                    <a:pt x="26996" y="30923"/>
                  </a:cubicBezTo>
                  <a:cubicBezTo>
                    <a:pt x="27241" y="30187"/>
                    <a:pt x="27487" y="29450"/>
                    <a:pt x="27740" y="28691"/>
                  </a:cubicBezTo>
                  <a:cubicBezTo>
                    <a:pt x="28955" y="27668"/>
                    <a:pt x="30197" y="26677"/>
                    <a:pt x="31461" y="25714"/>
                  </a:cubicBezTo>
                  <a:cubicBezTo>
                    <a:pt x="33231" y="24134"/>
                    <a:pt x="33660" y="23582"/>
                    <a:pt x="34437" y="21250"/>
                  </a:cubicBezTo>
                  <a:cubicBezTo>
                    <a:pt x="35677" y="21001"/>
                    <a:pt x="36918" y="20753"/>
                    <a:pt x="38158" y="20505"/>
                  </a:cubicBezTo>
                  <a:cubicBezTo>
                    <a:pt x="38526" y="19400"/>
                    <a:pt x="38526" y="19400"/>
                    <a:pt x="38902" y="18273"/>
                  </a:cubicBezTo>
                  <a:cubicBezTo>
                    <a:pt x="39409" y="18166"/>
                    <a:pt x="39915" y="18058"/>
                    <a:pt x="40437" y="17947"/>
                  </a:cubicBezTo>
                  <a:cubicBezTo>
                    <a:pt x="40913" y="17809"/>
                    <a:pt x="41388" y="17671"/>
                    <a:pt x="41879" y="17529"/>
                  </a:cubicBezTo>
                  <a:cubicBezTo>
                    <a:pt x="41879" y="16547"/>
                    <a:pt x="41879" y="15564"/>
                    <a:pt x="41879" y="14552"/>
                  </a:cubicBezTo>
                  <a:cubicBezTo>
                    <a:pt x="42600" y="14491"/>
                    <a:pt x="43321" y="14429"/>
                    <a:pt x="44065" y="14366"/>
                  </a:cubicBezTo>
                  <a:cubicBezTo>
                    <a:pt x="44817" y="14182"/>
                    <a:pt x="45569" y="13998"/>
                    <a:pt x="46344" y="13808"/>
                  </a:cubicBezTo>
                  <a:cubicBezTo>
                    <a:pt x="46451" y="13302"/>
                    <a:pt x="46558" y="12795"/>
                    <a:pt x="46669" y="12273"/>
                  </a:cubicBezTo>
                  <a:cubicBezTo>
                    <a:pt x="46876" y="11560"/>
                    <a:pt x="46876" y="11560"/>
                    <a:pt x="47088" y="10832"/>
                  </a:cubicBezTo>
                  <a:cubicBezTo>
                    <a:pt x="47947" y="10847"/>
                    <a:pt x="48807" y="10862"/>
                    <a:pt x="49692" y="10878"/>
                  </a:cubicBezTo>
                  <a:cubicBezTo>
                    <a:pt x="50552" y="10863"/>
                    <a:pt x="51411" y="10847"/>
                    <a:pt x="52297" y="10832"/>
                  </a:cubicBezTo>
                  <a:cubicBezTo>
                    <a:pt x="52404" y="10233"/>
                    <a:pt x="52512" y="9634"/>
                    <a:pt x="52622" y="9018"/>
                  </a:cubicBezTo>
                  <a:cubicBezTo>
                    <a:pt x="52829" y="8074"/>
                    <a:pt x="52829" y="8074"/>
                    <a:pt x="53041" y="7111"/>
                  </a:cubicBezTo>
                  <a:cubicBezTo>
                    <a:pt x="54599" y="6719"/>
                    <a:pt x="56040" y="6645"/>
                    <a:pt x="57645" y="6617"/>
                  </a:cubicBezTo>
                  <a:cubicBezTo>
                    <a:pt x="58090" y="6534"/>
                    <a:pt x="58535" y="6452"/>
                    <a:pt x="58994" y="6367"/>
                  </a:cubicBezTo>
                  <a:cubicBezTo>
                    <a:pt x="59239" y="5630"/>
                    <a:pt x="59485" y="4893"/>
                    <a:pt x="59738" y="4134"/>
                  </a:cubicBezTo>
                  <a:cubicBezTo>
                    <a:pt x="62057" y="3814"/>
                    <a:pt x="64328" y="3807"/>
                    <a:pt x="66668" y="3765"/>
                  </a:cubicBezTo>
                  <a:cubicBezTo>
                    <a:pt x="67328" y="3641"/>
                    <a:pt x="67988" y="3518"/>
                    <a:pt x="68668" y="3390"/>
                  </a:cubicBezTo>
                  <a:cubicBezTo>
                    <a:pt x="68747" y="2899"/>
                    <a:pt x="68827" y="2408"/>
                    <a:pt x="68908" y="1902"/>
                  </a:cubicBezTo>
                  <a:cubicBezTo>
                    <a:pt x="69075" y="1411"/>
                    <a:pt x="69241" y="920"/>
                    <a:pt x="69412" y="414"/>
                  </a:cubicBezTo>
                  <a:cubicBezTo>
                    <a:pt x="71163" y="36"/>
                    <a:pt x="71163" y="36"/>
                    <a:pt x="73515" y="28"/>
                  </a:cubicBezTo>
                  <a:cubicBezTo>
                    <a:pt x="74391" y="19"/>
                    <a:pt x="75268" y="10"/>
                    <a:pt x="76171" y="0"/>
                  </a:cubicBezTo>
                  <a:close/>
                </a:path>
              </a:pathLst>
            </a:custGeom>
            <a:grpFill/>
            <a:ln w="744" cap="flat">
              <a:noFill/>
              <a:prstDash val="solid"/>
              <a:miter/>
            </a:ln>
          </p:spPr>
          <p:txBody>
            <a:bodyPr rtlCol="0" anchor="ctr"/>
            <a:lstStyle/>
            <a:p>
              <a:endParaRPr lang="zh-CN" altLang="en-US"/>
            </a:p>
          </p:txBody>
        </p:sp>
        <p:sp>
          <p:nvSpPr>
            <p:cNvPr id="166" name="任意多边形: 形状 165"/>
            <p:cNvSpPr/>
            <p:nvPr/>
          </p:nvSpPr>
          <p:spPr>
            <a:xfrm>
              <a:off x="6523542" y="1390347"/>
              <a:ext cx="183228" cy="243356"/>
            </a:xfrm>
            <a:custGeom>
              <a:avLst/>
              <a:gdLst>
                <a:gd name="connsiteX0" fmla="*/ 88013 w 183231"/>
                <a:gd name="connsiteY0" fmla="*/ 30621 h 243347"/>
                <a:gd name="connsiteX1" fmla="*/ 84853 w 183231"/>
                <a:gd name="connsiteY1" fmla="*/ 30964 h 243347"/>
                <a:gd name="connsiteX2" fmla="*/ 84060 w 183231"/>
                <a:gd name="connsiteY2" fmla="*/ 32452 h 243347"/>
                <a:gd name="connsiteX3" fmla="*/ 83365 w 183231"/>
                <a:gd name="connsiteY3" fmla="*/ 33941 h 243347"/>
                <a:gd name="connsiteX4" fmla="*/ 80993 w 183231"/>
                <a:gd name="connsiteY4" fmla="*/ 34290 h 243347"/>
                <a:gd name="connsiteX5" fmla="*/ 72947 w 183231"/>
                <a:gd name="connsiteY5" fmla="*/ 34685 h 243347"/>
                <a:gd name="connsiteX6" fmla="*/ 72066 w 183231"/>
                <a:gd name="connsiteY6" fmla="*/ 36199 h 243347"/>
                <a:gd name="connsiteX7" fmla="*/ 71459 w 183231"/>
                <a:gd name="connsiteY7" fmla="*/ 37661 h 243347"/>
                <a:gd name="connsiteX8" fmla="*/ 70037 w 183231"/>
                <a:gd name="connsiteY8" fmla="*/ 37821 h 243347"/>
                <a:gd name="connsiteX9" fmla="*/ 65506 w 183231"/>
                <a:gd name="connsiteY9" fmla="*/ 37661 h 243347"/>
                <a:gd name="connsiteX10" fmla="*/ 65040 w 183231"/>
                <a:gd name="connsiteY10" fmla="*/ 39522 h 243347"/>
                <a:gd name="connsiteX11" fmla="*/ 64761 w 183231"/>
                <a:gd name="connsiteY11" fmla="*/ 41382 h 243347"/>
                <a:gd name="connsiteX12" fmla="*/ 62529 w 183231"/>
                <a:gd name="connsiteY12" fmla="*/ 41429 h 243347"/>
                <a:gd name="connsiteX13" fmla="*/ 60297 w 183231"/>
                <a:gd name="connsiteY13" fmla="*/ 41382 h 243347"/>
                <a:gd name="connsiteX14" fmla="*/ 59831 w 183231"/>
                <a:gd name="connsiteY14" fmla="*/ 42824 h 243347"/>
                <a:gd name="connsiteX15" fmla="*/ 59552 w 183231"/>
                <a:gd name="connsiteY15" fmla="*/ 44359 h 243347"/>
                <a:gd name="connsiteX16" fmla="*/ 56576 w 183231"/>
                <a:gd name="connsiteY16" fmla="*/ 45103 h 243347"/>
                <a:gd name="connsiteX17" fmla="*/ 56111 w 183231"/>
                <a:gd name="connsiteY17" fmla="*/ 46638 h 243347"/>
                <a:gd name="connsiteX18" fmla="*/ 55832 w 183231"/>
                <a:gd name="connsiteY18" fmla="*/ 48079 h 243347"/>
                <a:gd name="connsiteX19" fmla="*/ 52902 w 183231"/>
                <a:gd name="connsiteY19" fmla="*/ 49521 h 243347"/>
                <a:gd name="connsiteX20" fmla="*/ 51367 w 183231"/>
                <a:gd name="connsiteY20" fmla="*/ 51056 h 243347"/>
                <a:gd name="connsiteX21" fmla="*/ 49134 w 183231"/>
                <a:gd name="connsiteY21" fmla="*/ 51800 h 243347"/>
                <a:gd name="connsiteX22" fmla="*/ 48716 w 183231"/>
                <a:gd name="connsiteY22" fmla="*/ 53335 h 243347"/>
                <a:gd name="connsiteX23" fmla="*/ 48390 w 183231"/>
                <a:gd name="connsiteY23" fmla="*/ 54777 h 243347"/>
                <a:gd name="connsiteX24" fmla="*/ 46902 w 183231"/>
                <a:gd name="connsiteY24" fmla="*/ 54777 h 243347"/>
                <a:gd name="connsiteX25" fmla="*/ 46158 w 183231"/>
                <a:gd name="connsiteY25" fmla="*/ 58497 h 243347"/>
                <a:gd name="connsiteX26" fmla="*/ 43925 w 183231"/>
                <a:gd name="connsiteY26" fmla="*/ 58497 h 243347"/>
                <a:gd name="connsiteX27" fmla="*/ 43181 w 183231"/>
                <a:gd name="connsiteY27" fmla="*/ 64451 h 243347"/>
                <a:gd name="connsiteX28" fmla="*/ 41693 w 183231"/>
                <a:gd name="connsiteY28" fmla="*/ 64451 h 243347"/>
                <a:gd name="connsiteX29" fmla="*/ 40902 w 183231"/>
                <a:gd name="connsiteY29" fmla="*/ 66683 h 243347"/>
                <a:gd name="connsiteX30" fmla="*/ 40205 w 183231"/>
                <a:gd name="connsiteY30" fmla="*/ 68915 h 243347"/>
                <a:gd name="connsiteX31" fmla="*/ 39461 w 183231"/>
                <a:gd name="connsiteY31" fmla="*/ 68915 h 243347"/>
                <a:gd name="connsiteX32" fmla="*/ 37972 w 183231"/>
                <a:gd name="connsiteY32" fmla="*/ 71892 h 243347"/>
                <a:gd name="connsiteX33" fmla="*/ 37972 w 183231"/>
                <a:gd name="connsiteY33" fmla="*/ 77101 h 243347"/>
                <a:gd name="connsiteX34" fmla="*/ 35740 w 183231"/>
                <a:gd name="connsiteY34" fmla="*/ 77845 h 243347"/>
                <a:gd name="connsiteX35" fmla="*/ 35438 w 183231"/>
                <a:gd name="connsiteY35" fmla="*/ 80144 h 243347"/>
                <a:gd name="connsiteX36" fmla="*/ 34996 w 183231"/>
                <a:gd name="connsiteY36" fmla="*/ 88263 h 243347"/>
                <a:gd name="connsiteX37" fmla="*/ 32763 w 183231"/>
                <a:gd name="connsiteY37" fmla="*/ 89751 h 243347"/>
                <a:gd name="connsiteX38" fmla="*/ 32397 w 183231"/>
                <a:gd name="connsiteY38" fmla="*/ 93551 h 243347"/>
                <a:gd name="connsiteX39" fmla="*/ 32383 w 183231"/>
                <a:gd name="connsiteY39" fmla="*/ 95106 h 243347"/>
                <a:gd name="connsiteX40" fmla="*/ 32277 w 183231"/>
                <a:gd name="connsiteY40" fmla="*/ 100037 h 243347"/>
                <a:gd name="connsiteX41" fmla="*/ 32214 w 183231"/>
                <a:gd name="connsiteY41" fmla="*/ 103472 h 243347"/>
                <a:gd name="connsiteX42" fmla="*/ 32052 w 183231"/>
                <a:gd name="connsiteY42" fmla="*/ 111402 h 243347"/>
                <a:gd name="connsiteX43" fmla="*/ 32019 w 183231"/>
                <a:gd name="connsiteY43" fmla="*/ 113564 h 243347"/>
                <a:gd name="connsiteX44" fmla="*/ 31275 w 183231"/>
                <a:gd name="connsiteY44" fmla="*/ 113564 h 243347"/>
                <a:gd name="connsiteX45" fmla="*/ 29606 w 183231"/>
                <a:gd name="connsiteY45" fmla="*/ 118185 h 243347"/>
                <a:gd name="connsiteX46" fmla="*/ 29615 w 183231"/>
                <a:gd name="connsiteY46" fmla="*/ 119956 h 243347"/>
                <a:gd name="connsiteX47" fmla="*/ 29620 w 183231"/>
                <a:gd name="connsiteY47" fmla="*/ 121911 h 243347"/>
                <a:gd name="connsiteX48" fmla="*/ 29647 w 183231"/>
                <a:gd name="connsiteY48" fmla="*/ 123935 h 243347"/>
                <a:gd name="connsiteX49" fmla="*/ 30531 w 183231"/>
                <a:gd name="connsiteY49" fmla="*/ 135144 h 243347"/>
                <a:gd name="connsiteX50" fmla="*/ 32245 w 183231"/>
                <a:gd name="connsiteY50" fmla="*/ 138485 h 243347"/>
                <a:gd name="connsiteX51" fmla="*/ 32301 w 183231"/>
                <a:gd name="connsiteY51" fmla="*/ 140795 h 243347"/>
                <a:gd name="connsiteX52" fmla="*/ 32378 w 183231"/>
                <a:gd name="connsiteY52" fmla="*/ 143303 h 243347"/>
                <a:gd name="connsiteX53" fmla="*/ 32506 w 183231"/>
                <a:gd name="connsiteY53" fmla="*/ 148565 h 243347"/>
                <a:gd name="connsiteX54" fmla="*/ 32580 w 183231"/>
                <a:gd name="connsiteY54" fmla="*/ 151073 h 243347"/>
                <a:gd name="connsiteX55" fmla="*/ 33507 w 183231"/>
                <a:gd name="connsiteY55" fmla="*/ 156724 h 243347"/>
                <a:gd name="connsiteX56" fmla="*/ 34996 w 183231"/>
                <a:gd name="connsiteY56" fmla="*/ 156724 h 243347"/>
                <a:gd name="connsiteX57" fmla="*/ 35080 w 183231"/>
                <a:gd name="connsiteY57" fmla="*/ 158651 h 243347"/>
                <a:gd name="connsiteX58" fmla="*/ 35228 w 183231"/>
                <a:gd name="connsiteY58" fmla="*/ 161142 h 243347"/>
                <a:gd name="connsiteX59" fmla="*/ 35740 w 183231"/>
                <a:gd name="connsiteY59" fmla="*/ 165654 h 243347"/>
                <a:gd name="connsiteX60" fmla="*/ 37972 w 183231"/>
                <a:gd name="connsiteY60" fmla="*/ 166398 h 243347"/>
                <a:gd name="connsiteX61" fmla="*/ 38065 w 183231"/>
                <a:gd name="connsiteY61" fmla="*/ 168956 h 243347"/>
                <a:gd name="connsiteX62" fmla="*/ 38716 w 183231"/>
                <a:gd name="connsiteY62" fmla="*/ 173095 h 243347"/>
                <a:gd name="connsiteX63" fmla="*/ 40949 w 183231"/>
                <a:gd name="connsiteY63" fmla="*/ 173095 h 243347"/>
                <a:gd name="connsiteX64" fmla="*/ 40949 w 183231"/>
                <a:gd name="connsiteY64" fmla="*/ 179048 h 243347"/>
                <a:gd name="connsiteX65" fmla="*/ 43181 w 183231"/>
                <a:gd name="connsiteY65" fmla="*/ 179048 h 243347"/>
                <a:gd name="connsiteX66" fmla="*/ 43925 w 183231"/>
                <a:gd name="connsiteY66" fmla="*/ 183513 h 243347"/>
                <a:gd name="connsiteX67" fmla="*/ 46158 w 183231"/>
                <a:gd name="connsiteY67" fmla="*/ 185001 h 243347"/>
                <a:gd name="connsiteX68" fmla="*/ 46902 w 183231"/>
                <a:gd name="connsiteY68" fmla="*/ 187978 h 243347"/>
                <a:gd name="connsiteX69" fmla="*/ 49134 w 183231"/>
                <a:gd name="connsiteY69" fmla="*/ 187978 h 243347"/>
                <a:gd name="connsiteX70" fmla="*/ 49879 w 183231"/>
                <a:gd name="connsiteY70" fmla="*/ 191699 h 243347"/>
                <a:gd name="connsiteX71" fmla="*/ 52111 w 183231"/>
                <a:gd name="connsiteY71" fmla="*/ 191699 h 243347"/>
                <a:gd name="connsiteX72" fmla="*/ 52983 w 183231"/>
                <a:gd name="connsiteY72" fmla="*/ 194445 h 243347"/>
                <a:gd name="connsiteX73" fmla="*/ 54157 w 183231"/>
                <a:gd name="connsiteY73" fmla="*/ 195838 h 243347"/>
                <a:gd name="connsiteX74" fmla="*/ 56576 w 183231"/>
                <a:gd name="connsiteY74" fmla="*/ 198396 h 243347"/>
                <a:gd name="connsiteX75" fmla="*/ 59552 w 183231"/>
                <a:gd name="connsiteY75" fmla="*/ 199140 h 243347"/>
                <a:gd name="connsiteX76" fmla="*/ 59552 w 183231"/>
                <a:gd name="connsiteY76" fmla="*/ 202117 h 243347"/>
                <a:gd name="connsiteX77" fmla="*/ 64761 w 183231"/>
                <a:gd name="connsiteY77" fmla="*/ 202117 h 243347"/>
                <a:gd name="connsiteX78" fmla="*/ 65506 w 183231"/>
                <a:gd name="connsiteY78" fmla="*/ 205837 h 243347"/>
                <a:gd name="connsiteX79" fmla="*/ 68482 w 183231"/>
                <a:gd name="connsiteY79" fmla="*/ 205884 h 243347"/>
                <a:gd name="connsiteX80" fmla="*/ 71459 w 183231"/>
                <a:gd name="connsiteY80" fmla="*/ 205837 h 243347"/>
                <a:gd name="connsiteX81" fmla="*/ 72203 w 183231"/>
                <a:gd name="connsiteY81" fmla="*/ 208814 h 243347"/>
                <a:gd name="connsiteX82" fmla="*/ 77784 w 183231"/>
                <a:gd name="connsiteY82" fmla="*/ 208767 h 243347"/>
                <a:gd name="connsiteX83" fmla="*/ 83365 w 183231"/>
                <a:gd name="connsiteY83" fmla="*/ 208814 h 243347"/>
                <a:gd name="connsiteX84" fmla="*/ 84109 w 183231"/>
                <a:gd name="connsiteY84" fmla="*/ 212535 h 243347"/>
                <a:gd name="connsiteX85" fmla="*/ 85604 w 183231"/>
                <a:gd name="connsiteY85" fmla="*/ 213004 h 243347"/>
                <a:gd name="connsiteX86" fmla="*/ 87548 w 183231"/>
                <a:gd name="connsiteY86" fmla="*/ 213002 h 243347"/>
                <a:gd name="connsiteX87" fmla="*/ 89657 w 183231"/>
                <a:gd name="connsiteY87" fmla="*/ 213007 h 243347"/>
                <a:gd name="connsiteX88" fmla="*/ 91876 w 183231"/>
                <a:gd name="connsiteY88" fmla="*/ 212953 h 243347"/>
                <a:gd name="connsiteX89" fmla="*/ 99736 w 183231"/>
                <a:gd name="connsiteY89" fmla="*/ 212535 h 243347"/>
                <a:gd name="connsiteX90" fmla="*/ 100541 w 183231"/>
                <a:gd name="connsiteY90" fmla="*/ 211042 h 243347"/>
                <a:gd name="connsiteX91" fmla="*/ 101224 w 183231"/>
                <a:gd name="connsiteY91" fmla="*/ 209558 h 243347"/>
                <a:gd name="connsiteX92" fmla="*/ 105287 w 183231"/>
                <a:gd name="connsiteY92" fmla="*/ 209177 h 243347"/>
                <a:gd name="connsiteX93" fmla="*/ 112386 w 183231"/>
                <a:gd name="connsiteY93" fmla="*/ 208814 h 243347"/>
                <a:gd name="connsiteX94" fmla="*/ 112968 w 183231"/>
                <a:gd name="connsiteY94" fmla="*/ 207302 h 243347"/>
                <a:gd name="connsiteX95" fmla="*/ 113131 w 183231"/>
                <a:gd name="connsiteY95" fmla="*/ 205837 h 243347"/>
                <a:gd name="connsiteX96" fmla="*/ 117595 w 183231"/>
                <a:gd name="connsiteY96" fmla="*/ 205837 h 243347"/>
                <a:gd name="connsiteX97" fmla="*/ 118340 w 183231"/>
                <a:gd name="connsiteY97" fmla="*/ 204395 h 243347"/>
                <a:gd name="connsiteX98" fmla="*/ 119084 w 183231"/>
                <a:gd name="connsiteY98" fmla="*/ 202861 h 243347"/>
                <a:gd name="connsiteX99" fmla="*/ 121363 w 183231"/>
                <a:gd name="connsiteY99" fmla="*/ 202442 h 243347"/>
                <a:gd name="connsiteX100" fmla="*/ 123548 w 183231"/>
                <a:gd name="connsiteY100" fmla="*/ 202117 h 243347"/>
                <a:gd name="connsiteX101" fmla="*/ 124293 w 183231"/>
                <a:gd name="connsiteY101" fmla="*/ 199884 h 243347"/>
                <a:gd name="connsiteX102" fmla="*/ 127269 w 183231"/>
                <a:gd name="connsiteY102" fmla="*/ 198396 h 243347"/>
                <a:gd name="connsiteX103" fmla="*/ 128013 w 183231"/>
                <a:gd name="connsiteY103" fmla="*/ 195419 h 243347"/>
                <a:gd name="connsiteX104" fmla="*/ 130990 w 183231"/>
                <a:gd name="connsiteY104" fmla="*/ 195419 h 243347"/>
                <a:gd name="connsiteX105" fmla="*/ 131734 w 183231"/>
                <a:gd name="connsiteY105" fmla="*/ 193931 h 243347"/>
                <a:gd name="connsiteX106" fmla="*/ 133966 w 183231"/>
                <a:gd name="connsiteY106" fmla="*/ 191699 h 243347"/>
                <a:gd name="connsiteX107" fmla="*/ 133966 w 183231"/>
                <a:gd name="connsiteY107" fmla="*/ 188722 h 243347"/>
                <a:gd name="connsiteX108" fmla="*/ 136199 w 183231"/>
                <a:gd name="connsiteY108" fmla="*/ 188722 h 243347"/>
                <a:gd name="connsiteX109" fmla="*/ 136617 w 183231"/>
                <a:gd name="connsiteY109" fmla="*/ 186862 h 243347"/>
                <a:gd name="connsiteX110" fmla="*/ 136943 w 183231"/>
                <a:gd name="connsiteY110" fmla="*/ 185001 h 243347"/>
                <a:gd name="connsiteX111" fmla="*/ 138431 w 183231"/>
                <a:gd name="connsiteY111" fmla="*/ 185001 h 243347"/>
                <a:gd name="connsiteX112" fmla="*/ 139920 w 183231"/>
                <a:gd name="connsiteY112" fmla="*/ 179792 h 243347"/>
                <a:gd name="connsiteX113" fmla="*/ 142152 w 183231"/>
                <a:gd name="connsiteY113" fmla="*/ 179048 h 243347"/>
                <a:gd name="connsiteX114" fmla="*/ 142292 w 183231"/>
                <a:gd name="connsiteY114" fmla="*/ 176769 h 243347"/>
                <a:gd name="connsiteX115" fmla="*/ 142152 w 183231"/>
                <a:gd name="connsiteY115" fmla="*/ 174583 h 243347"/>
                <a:gd name="connsiteX116" fmla="*/ 144384 w 183231"/>
                <a:gd name="connsiteY116" fmla="*/ 174583 h 243347"/>
                <a:gd name="connsiteX117" fmla="*/ 145175 w 183231"/>
                <a:gd name="connsiteY117" fmla="*/ 169235 h 243347"/>
                <a:gd name="connsiteX118" fmla="*/ 145129 w 183231"/>
                <a:gd name="connsiteY118" fmla="*/ 166398 h 243347"/>
                <a:gd name="connsiteX119" fmla="*/ 147361 w 183231"/>
                <a:gd name="connsiteY119" fmla="*/ 166398 h 243347"/>
                <a:gd name="connsiteX120" fmla="*/ 147780 w 183231"/>
                <a:gd name="connsiteY120" fmla="*/ 161049 h 243347"/>
                <a:gd name="connsiteX121" fmla="*/ 147361 w 183231"/>
                <a:gd name="connsiteY121" fmla="*/ 158212 h 243347"/>
                <a:gd name="connsiteX122" fmla="*/ 150338 w 183231"/>
                <a:gd name="connsiteY122" fmla="*/ 157468 h 243347"/>
                <a:gd name="connsiteX123" fmla="*/ 150708 w 183231"/>
                <a:gd name="connsiteY123" fmla="*/ 155848 h 243347"/>
                <a:gd name="connsiteX124" fmla="*/ 150713 w 183231"/>
                <a:gd name="connsiteY124" fmla="*/ 153730 h 243347"/>
                <a:gd name="connsiteX125" fmla="*/ 150755 w 183231"/>
                <a:gd name="connsiteY125" fmla="*/ 151428 h 243347"/>
                <a:gd name="connsiteX126" fmla="*/ 150766 w 183231"/>
                <a:gd name="connsiteY126" fmla="*/ 146597 h 243347"/>
                <a:gd name="connsiteX127" fmla="*/ 150806 w 183231"/>
                <a:gd name="connsiteY127" fmla="*/ 144289 h 243347"/>
                <a:gd name="connsiteX128" fmla="*/ 151082 w 183231"/>
                <a:gd name="connsiteY128" fmla="*/ 140353 h 243347"/>
                <a:gd name="connsiteX129" fmla="*/ 153598 w 183231"/>
                <a:gd name="connsiteY129" fmla="*/ 136624 h 243347"/>
                <a:gd name="connsiteX130" fmla="*/ 153603 w 183231"/>
                <a:gd name="connsiteY130" fmla="*/ 134897 h 243347"/>
                <a:gd name="connsiteX131" fmla="*/ 153624 w 183231"/>
                <a:gd name="connsiteY131" fmla="*/ 132933 h 243347"/>
                <a:gd name="connsiteX132" fmla="*/ 153611 w 183231"/>
                <a:gd name="connsiteY132" fmla="*/ 130819 h 243347"/>
                <a:gd name="connsiteX133" fmla="*/ 153619 w 183231"/>
                <a:gd name="connsiteY133" fmla="*/ 126394 h 243347"/>
                <a:gd name="connsiteX134" fmla="*/ 153605 w 183231"/>
                <a:gd name="connsiteY134" fmla="*/ 119413 h 243347"/>
                <a:gd name="connsiteX135" fmla="*/ 153617 w 183231"/>
                <a:gd name="connsiteY135" fmla="*/ 114857 h 243347"/>
                <a:gd name="connsiteX136" fmla="*/ 153611 w 183231"/>
                <a:gd name="connsiteY136" fmla="*/ 112680 h 243347"/>
                <a:gd name="connsiteX137" fmla="*/ 153624 w 183231"/>
                <a:gd name="connsiteY137" fmla="*/ 110566 h 243347"/>
                <a:gd name="connsiteX138" fmla="*/ 153603 w 183231"/>
                <a:gd name="connsiteY138" fmla="*/ 108602 h 243347"/>
                <a:gd name="connsiteX139" fmla="*/ 152198 w 183231"/>
                <a:gd name="connsiteY139" fmla="*/ 104160 h 243347"/>
                <a:gd name="connsiteX140" fmla="*/ 150795 w 183231"/>
                <a:gd name="connsiteY140" fmla="*/ 101550 h 243347"/>
                <a:gd name="connsiteX141" fmla="*/ 150779 w 183231"/>
                <a:gd name="connsiteY141" fmla="*/ 99725 h 243347"/>
                <a:gd name="connsiteX142" fmla="*/ 150710 w 183231"/>
                <a:gd name="connsiteY142" fmla="*/ 95658 h 243347"/>
                <a:gd name="connsiteX143" fmla="*/ 150689 w 183231"/>
                <a:gd name="connsiteY143" fmla="*/ 93575 h 243347"/>
                <a:gd name="connsiteX144" fmla="*/ 150640 w 183231"/>
                <a:gd name="connsiteY144" fmla="*/ 91586 h 243347"/>
                <a:gd name="connsiteX145" fmla="*/ 150338 w 183231"/>
                <a:gd name="connsiteY145" fmla="*/ 88263 h 243347"/>
                <a:gd name="connsiteX146" fmla="*/ 148105 w 183231"/>
                <a:gd name="connsiteY146" fmla="*/ 86775 h 243347"/>
                <a:gd name="connsiteX147" fmla="*/ 148012 w 183231"/>
                <a:gd name="connsiteY147" fmla="*/ 84310 h 243347"/>
                <a:gd name="connsiteX148" fmla="*/ 147361 w 183231"/>
                <a:gd name="connsiteY148" fmla="*/ 77845 h 243347"/>
                <a:gd name="connsiteX149" fmla="*/ 145129 w 183231"/>
                <a:gd name="connsiteY149" fmla="*/ 77101 h 243347"/>
                <a:gd name="connsiteX150" fmla="*/ 145129 w 183231"/>
                <a:gd name="connsiteY150" fmla="*/ 71892 h 243347"/>
                <a:gd name="connsiteX151" fmla="*/ 142896 w 183231"/>
                <a:gd name="connsiteY151" fmla="*/ 70404 h 243347"/>
                <a:gd name="connsiteX152" fmla="*/ 142152 w 183231"/>
                <a:gd name="connsiteY152" fmla="*/ 65195 h 243347"/>
                <a:gd name="connsiteX153" fmla="*/ 139920 w 183231"/>
                <a:gd name="connsiteY153" fmla="*/ 64451 h 243347"/>
                <a:gd name="connsiteX154" fmla="*/ 139175 w 183231"/>
                <a:gd name="connsiteY154" fmla="*/ 59242 h 243347"/>
                <a:gd name="connsiteX155" fmla="*/ 136943 w 183231"/>
                <a:gd name="connsiteY155" fmla="*/ 58497 h 243347"/>
                <a:gd name="connsiteX156" fmla="*/ 136943 w 183231"/>
                <a:gd name="connsiteY156" fmla="*/ 55521 h 243347"/>
                <a:gd name="connsiteX157" fmla="*/ 135455 w 183231"/>
                <a:gd name="connsiteY157" fmla="*/ 55149 h 243347"/>
                <a:gd name="connsiteX158" fmla="*/ 133966 w 183231"/>
                <a:gd name="connsiteY158" fmla="*/ 54777 h 243347"/>
                <a:gd name="connsiteX159" fmla="*/ 133966 w 183231"/>
                <a:gd name="connsiteY159" fmla="*/ 51800 h 243347"/>
                <a:gd name="connsiteX160" fmla="*/ 131734 w 183231"/>
                <a:gd name="connsiteY160" fmla="*/ 51056 h 243347"/>
                <a:gd name="connsiteX161" fmla="*/ 130990 w 183231"/>
                <a:gd name="connsiteY161" fmla="*/ 48079 h 243347"/>
                <a:gd name="connsiteX162" fmla="*/ 128013 w 183231"/>
                <a:gd name="connsiteY162" fmla="*/ 48079 h 243347"/>
                <a:gd name="connsiteX163" fmla="*/ 128013 w 183231"/>
                <a:gd name="connsiteY163" fmla="*/ 46591 h 243347"/>
                <a:gd name="connsiteX164" fmla="*/ 125037 w 183231"/>
                <a:gd name="connsiteY164" fmla="*/ 44359 h 243347"/>
                <a:gd name="connsiteX165" fmla="*/ 123548 w 183231"/>
                <a:gd name="connsiteY165" fmla="*/ 41382 h 243347"/>
                <a:gd name="connsiteX166" fmla="*/ 118340 w 183231"/>
                <a:gd name="connsiteY166" fmla="*/ 41382 h 243347"/>
                <a:gd name="connsiteX167" fmla="*/ 117921 w 183231"/>
                <a:gd name="connsiteY167" fmla="*/ 39522 h 243347"/>
                <a:gd name="connsiteX168" fmla="*/ 117595 w 183231"/>
                <a:gd name="connsiteY168" fmla="*/ 37661 h 243347"/>
                <a:gd name="connsiteX169" fmla="*/ 115409 w 183231"/>
                <a:gd name="connsiteY169" fmla="*/ 37615 h 243347"/>
                <a:gd name="connsiteX170" fmla="*/ 113131 w 183231"/>
                <a:gd name="connsiteY170" fmla="*/ 37661 h 243347"/>
                <a:gd name="connsiteX171" fmla="*/ 111642 w 183231"/>
                <a:gd name="connsiteY171" fmla="*/ 34685 h 243347"/>
                <a:gd name="connsiteX172" fmla="*/ 109218 w 183231"/>
                <a:gd name="connsiteY172" fmla="*/ 34231 h 243347"/>
                <a:gd name="connsiteX173" fmla="*/ 106340 w 183231"/>
                <a:gd name="connsiteY173" fmla="*/ 34127 h 243347"/>
                <a:gd name="connsiteX174" fmla="*/ 103451 w 183231"/>
                <a:gd name="connsiteY174" fmla="*/ 33999 h 243347"/>
                <a:gd name="connsiteX175" fmla="*/ 101224 w 183231"/>
                <a:gd name="connsiteY175" fmla="*/ 33941 h 243347"/>
                <a:gd name="connsiteX176" fmla="*/ 101224 w 183231"/>
                <a:gd name="connsiteY176" fmla="*/ 32452 h 243347"/>
                <a:gd name="connsiteX177" fmla="*/ 93842 w 183231"/>
                <a:gd name="connsiteY177" fmla="*/ 30688 h 243347"/>
                <a:gd name="connsiteX178" fmla="*/ 91876 w 183231"/>
                <a:gd name="connsiteY178" fmla="*/ 30685 h 243347"/>
                <a:gd name="connsiteX179" fmla="*/ 89901 w 183231"/>
                <a:gd name="connsiteY179" fmla="*/ 30630 h 243347"/>
                <a:gd name="connsiteX180" fmla="*/ 88013 w 183231"/>
                <a:gd name="connsiteY180" fmla="*/ 30621 h 243347"/>
                <a:gd name="connsiteX181" fmla="*/ 76078 w 183231"/>
                <a:gd name="connsiteY181" fmla="*/ 0 h 243347"/>
                <a:gd name="connsiteX182" fmla="*/ 79018 w 183231"/>
                <a:gd name="connsiteY182" fmla="*/ 18 h 243347"/>
                <a:gd name="connsiteX183" fmla="*/ 82013 w 183231"/>
                <a:gd name="connsiteY183" fmla="*/ 10 h 243347"/>
                <a:gd name="connsiteX184" fmla="*/ 88296 w 183231"/>
                <a:gd name="connsiteY184" fmla="*/ 26 h 243347"/>
                <a:gd name="connsiteX185" fmla="*/ 96367 w 183231"/>
                <a:gd name="connsiteY185" fmla="*/ 15 h 243347"/>
                <a:gd name="connsiteX186" fmla="*/ 102552 w 183231"/>
                <a:gd name="connsiteY186" fmla="*/ 15 h 243347"/>
                <a:gd name="connsiteX187" fmla="*/ 106981 w 183231"/>
                <a:gd name="connsiteY187" fmla="*/ 0 h 243347"/>
                <a:gd name="connsiteX188" fmla="*/ 109682 w 183231"/>
                <a:gd name="connsiteY188" fmla="*/ 28 h 243347"/>
                <a:gd name="connsiteX189" fmla="*/ 112074 w 183231"/>
                <a:gd name="connsiteY189" fmla="*/ 36 h 243347"/>
                <a:gd name="connsiteX190" fmla="*/ 113854 w 183231"/>
                <a:gd name="connsiteY190" fmla="*/ 414 h 243347"/>
                <a:gd name="connsiteX191" fmla="*/ 114598 w 183231"/>
                <a:gd name="connsiteY191" fmla="*/ 3390 h 243347"/>
                <a:gd name="connsiteX192" fmla="*/ 119063 w 183231"/>
                <a:gd name="connsiteY192" fmla="*/ 3809 h 243347"/>
                <a:gd name="connsiteX193" fmla="*/ 123527 w 183231"/>
                <a:gd name="connsiteY193" fmla="*/ 4134 h 243347"/>
                <a:gd name="connsiteX194" fmla="*/ 124271 w 183231"/>
                <a:gd name="connsiteY194" fmla="*/ 6367 h 243347"/>
                <a:gd name="connsiteX195" fmla="*/ 127248 w 183231"/>
                <a:gd name="connsiteY195" fmla="*/ 6692 h 243347"/>
                <a:gd name="connsiteX196" fmla="*/ 130225 w 183231"/>
                <a:gd name="connsiteY196" fmla="*/ 7111 h 243347"/>
                <a:gd name="connsiteX197" fmla="*/ 130969 w 183231"/>
                <a:gd name="connsiteY197" fmla="*/ 10087 h 243347"/>
                <a:gd name="connsiteX198" fmla="*/ 133573 w 183231"/>
                <a:gd name="connsiteY198" fmla="*/ 10459 h 243347"/>
                <a:gd name="connsiteX199" fmla="*/ 136178 w 183231"/>
                <a:gd name="connsiteY199" fmla="*/ 10832 h 243347"/>
                <a:gd name="connsiteX200" fmla="*/ 136922 w 183231"/>
                <a:gd name="connsiteY200" fmla="*/ 13808 h 243347"/>
                <a:gd name="connsiteX201" fmla="*/ 141387 w 183231"/>
                <a:gd name="connsiteY201" fmla="*/ 14552 h 243347"/>
                <a:gd name="connsiteX202" fmla="*/ 141387 w 183231"/>
                <a:gd name="connsiteY202" fmla="*/ 17529 h 243347"/>
                <a:gd name="connsiteX203" fmla="*/ 144363 w 183231"/>
                <a:gd name="connsiteY203" fmla="*/ 18273 h 243347"/>
                <a:gd name="connsiteX204" fmla="*/ 144689 w 183231"/>
                <a:gd name="connsiteY204" fmla="*/ 19808 h 243347"/>
                <a:gd name="connsiteX205" fmla="*/ 145107 w 183231"/>
                <a:gd name="connsiteY205" fmla="*/ 21250 h 243347"/>
                <a:gd name="connsiteX206" fmla="*/ 146921 w 183231"/>
                <a:gd name="connsiteY206" fmla="*/ 21250 h 243347"/>
                <a:gd name="connsiteX207" fmla="*/ 148828 w 183231"/>
                <a:gd name="connsiteY207" fmla="*/ 21250 h 243347"/>
                <a:gd name="connsiteX208" fmla="*/ 150316 w 183231"/>
                <a:gd name="connsiteY208" fmla="*/ 24226 h 243347"/>
                <a:gd name="connsiteX209" fmla="*/ 152549 w 183231"/>
                <a:gd name="connsiteY209" fmla="*/ 24970 h 243347"/>
                <a:gd name="connsiteX210" fmla="*/ 153293 w 183231"/>
                <a:gd name="connsiteY210" fmla="*/ 27947 h 243347"/>
                <a:gd name="connsiteX211" fmla="*/ 155525 w 183231"/>
                <a:gd name="connsiteY211" fmla="*/ 29435 h 243347"/>
                <a:gd name="connsiteX212" fmla="*/ 155525 w 183231"/>
                <a:gd name="connsiteY212" fmla="*/ 31667 h 243347"/>
                <a:gd name="connsiteX213" fmla="*/ 157758 w 183231"/>
                <a:gd name="connsiteY213" fmla="*/ 32412 h 243347"/>
                <a:gd name="connsiteX214" fmla="*/ 158130 w 183231"/>
                <a:gd name="connsiteY214" fmla="*/ 33946 h 243347"/>
                <a:gd name="connsiteX215" fmla="*/ 158502 w 183231"/>
                <a:gd name="connsiteY215" fmla="*/ 35388 h 243347"/>
                <a:gd name="connsiteX216" fmla="*/ 160734 w 183231"/>
                <a:gd name="connsiteY216" fmla="*/ 35388 h 243347"/>
                <a:gd name="connsiteX217" fmla="*/ 161479 w 183231"/>
                <a:gd name="connsiteY217" fmla="*/ 39109 h 243347"/>
                <a:gd name="connsiteX218" fmla="*/ 163711 w 183231"/>
                <a:gd name="connsiteY218" fmla="*/ 39853 h 243347"/>
                <a:gd name="connsiteX219" fmla="*/ 164455 w 183231"/>
                <a:gd name="connsiteY219" fmla="*/ 44318 h 243347"/>
                <a:gd name="connsiteX220" fmla="*/ 166688 w 183231"/>
                <a:gd name="connsiteY220" fmla="*/ 44318 h 243347"/>
                <a:gd name="connsiteX221" fmla="*/ 166920 w 183231"/>
                <a:gd name="connsiteY221" fmla="*/ 46457 h 243347"/>
                <a:gd name="connsiteX222" fmla="*/ 169664 w 183231"/>
                <a:gd name="connsiteY222" fmla="*/ 50271 h 243347"/>
                <a:gd name="connsiteX223" fmla="*/ 169664 w 183231"/>
                <a:gd name="connsiteY223" fmla="*/ 55480 h 243347"/>
                <a:gd name="connsiteX224" fmla="*/ 171896 w 183231"/>
                <a:gd name="connsiteY224" fmla="*/ 55480 h 243347"/>
                <a:gd name="connsiteX225" fmla="*/ 172687 w 183231"/>
                <a:gd name="connsiteY225" fmla="*/ 58829 h 243347"/>
                <a:gd name="connsiteX226" fmla="*/ 173385 w 183231"/>
                <a:gd name="connsiteY226" fmla="*/ 62177 h 243347"/>
                <a:gd name="connsiteX227" fmla="*/ 174873 w 183231"/>
                <a:gd name="connsiteY227" fmla="*/ 62177 h 243347"/>
                <a:gd name="connsiteX228" fmla="*/ 174957 w 183231"/>
                <a:gd name="connsiteY228" fmla="*/ 63779 h 243347"/>
                <a:gd name="connsiteX229" fmla="*/ 175106 w 183231"/>
                <a:gd name="connsiteY229" fmla="*/ 65851 h 243347"/>
                <a:gd name="connsiteX230" fmla="*/ 175236 w 183231"/>
                <a:gd name="connsiteY230" fmla="*/ 67918 h 243347"/>
                <a:gd name="connsiteX231" fmla="*/ 175617 w 183231"/>
                <a:gd name="connsiteY231" fmla="*/ 69619 h 243347"/>
                <a:gd name="connsiteX232" fmla="*/ 177850 w 183231"/>
                <a:gd name="connsiteY232" fmla="*/ 70363 h 243347"/>
                <a:gd name="connsiteX233" fmla="*/ 178268 w 183231"/>
                <a:gd name="connsiteY233" fmla="*/ 75572 h 243347"/>
                <a:gd name="connsiteX234" fmla="*/ 178594 w 183231"/>
                <a:gd name="connsiteY234" fmla="*/ 80781 h 243347"/>
                <a:gd name="connsiteX235" fmla="*/ 180082 w 183231"/>
                <a:gd name="connsiteY235" fmla="*/ 81525 h 243347"/>
                <a:gd name="connsiteX236" fmla="*/ 180501 w 183231"/>
                <a:gd name="connsiteY236" fmla="*/ 87757 h 243347"/>
                <a:gd name="connsiteX237" fmla="*/ 181570 w 183231"/>
                <a:gd name="connsiteY237" fmla="*/ 96408 h 243347"/>
                <a:gd name="connsiteX238" fmla="*/ 183059 w 183231"/>
                <a:gd name="connsiteY238" fmla="*/ 97152 h 243347"/>
                <a:gd name="connsiteX239" fmla="*/ 183228 w 183231"/>
                <a:gd name="connsiteY239" fmla="*/ 101813 h 243347"/>
                <a:gd name="connsiteX240" fmla="*/ 183228 w 183231"/>
                <a:gd name="connsiteY240" fmla="*/ 103287 h 243347"/>
                <a:gd name="connsiteX241" fmla="*/ 183204 w 183231"/>
                <a:gd name="connsiteY241" fmla="*/ 108131 h 243347"/>
                <a:gd name="connsiteX242" fmla="*/ 183198 w 183231"/>
                <a:gd name="connsiteY242" fmla="*/ 111481 h 243347"/>
                <a:gd name="connsiteX243" fmla="*/ 183161 w 183231"/>
                <a:gd name="connsiteY243" fmla="*/ 120315 h 243347"/>
                <a:gd name="connsiteX244" fmla="*/ 183131 w 183231"/>
                <a:gd name="connsiteY244" fmla="*/ 129323 h 243347"/>
                <a:gd name="connsiteX245" fmla="*/ 183059 w 183231"/>
                <a:gd name="connsiteY245" fmla="*/ 147009 h 243347"/>
                <a:gd name="connsiteX246" fmla="*/ 181570 w 183231"/>
                <a:gd name="connsiteY246" fmla="*/ 147009 h 243347"/>
                <a:gd name="connsiteX247" fmla="*/ 180591 w 183231"/>
                <a:gd name="connsiteY247" fmla="*/ 153044 h 243347"/>
                <a:gd name="connsiteX248" fmla="*/ 180496 w 183231"/>
                <a:gd name="connsiteY248" fmla="*/ 154744 h 243347"/>
                <a:gd name="connsiteX249" fmla="*/ 180408 w 183231"/>
                <a:gd name="connsiteY249" fmla="*/ 156497 h 243347"/>
                <a:gd name="connsiteX250" fmla="*/ 180310 w 183231"/>
                <a:gd name="connsiteY250" fmla="*/ 158285 h 243347"/>
                <a:gd name="connsiteX251" fmla="*/ 180082 w 183231"/>
                <a:gd name="connsiteY251" fmla="*/ 162636 h 243347"/>
                <a:gd name="connsiteX252" fmla="*/ 177850 w 183231"/>
                <a:gd name="connsiteY252" fmla="*/ 162636 h 243347"/>
                <a:gd name="connsiteX253" fmla="*/ 177928 w 183231"/>
                <a:gd name="connsiteY253" fmla="*/ 164889 h 243347"/>
                <a:gd name="connsiteX254" fmla="*/ 177989 w 183231"/>
                <a:gd name="connsiteY254" fmla="*/ 167799 h 243347"/>
                <a:gd name="connsiteX255" fmla="*/ 178068 w 183231"/>
                <a:gd name="connsiteY255" fmla="*/ 170703 h 243347"/>
                <a:gd name="connsiteX256" fmla="*/ 177850 w 183231"/>
                <a:gd name="connsiteY256" fmla="*/ 173054 h 243347"/>
                <a:gd name="connsiteX257" fmla="*/ 175617 w 183231"/>
                <a:gd name="connsiteY257" fmla="*/ 173798 h 243347"/>
                <a:gd name="connsiteX258" fmla="*/ 175106 w 183231"/>
                <a:gd name="connsiteY258" fmla="*/ 177566 h 243347"/>
                <a:gd name="connsiteX259" fmla="*/ 174957 w 183231"/>
                <a:gd name="connsiteY259" fmla="*/ 179638 h 243347"/>
                <a:gd name="connsiteX260" fmla="*/ 174873 w 183231"/>
                <a:gd name="connsiteY260" fmla="*/ 181240 h 243347"/>
                <a:gd name="connsiteX261" fmla="*/ 172641 w 183231"/>
                <a:gd name="connsiteY261" fmla="*/ 181240 h 243347"/>
                <a:gd name="connsiteX262" fmla="*/ 172530 w 183231"/>
                <a:gd name="connsiteY262" fmla="*/ 182679 h 243347"/>
                <a:gd name="connsiteX263" fmla="*/ 172362 w 183231"/>
                <a:gd name="connsiteY263" fmla="*/ 184542 h 243347"/>
                <a:gd name="connsiteX264" fmla="*/ 172205 w 183231"/>
                <a:gd name="connsiteY264" fmla="*/ 186399 h 243347"/>
                <a:gd name="connsiteX265" fmla="*/ 171896 w 183231"/>
                <a:gd name="connsiteY265" fmla="*/ 187937 h 243347"/>
                <a:gd name="connsiteX266" fmla="*/ 170408 w 183231"/>
                <a:gd name="connsiteY266" fmla="*/ 188681 h 243347"/>
                <a:gd name="connsiteX267" fmla="*/ 169664 w 183231"/>
                <a:gd name="connsiteY267" fmla="*/ 191286 h 243347"/>
                <a:gd name="connsiteX268" fmla="*/ 168920 w 183231"/>
                <a:gd name="connsiteY268" fmla="*/ 193890 h 243347"/>
                <a:gd name="connsiteX269" fmla="*/ 167432 w 183231"/>
                <a:gd name="connsiteY269" fmla="*/ 194634 h 243347"/>
                <a:gd name="connsiteX270" fmla="*/ 166688 w 183231"/>
                <a:gd name="connsiteY270" fmla="*/ 199099 h 243347"/>
                <a:gd name="connsiteX271" fmla="*/ 164455 w 183231"/>
                <a:gd name="connsiteY271" fmla="*/ 199099 h 243347"/>
                <a:gd name="connsiteX272" fmla="*/ 164223 w 183231"/>
                <a:gd name="connsiteY272" fmla="*/ 201611 h 243347"/>
                <a:gd name="connsiteX273" fmla="*/ 163711 w 183231"/>
                <a:gd name="connsiteY273" fmla="*/ 204308 h 243347"/>
                <a:gd name="connsiteX274" fmla="*/ 161479 w 183231"/>
                <a:gd name="connsiteY274" fmla="*/ 205796 h 243347"/>
                <a:gd name="connsiteX275" fmla="*/ 160734 w 183231"/>
                <a:gd name="connsiteY275" fmla="*/ 208029 h 243347"/>
                <a:gd name="connsiteX276" fmla="*/ 157339 w 183231"/>
                <a:gd name="connsiteY276" fmla="*/ 211331 h 243347"/>
                <a:gd name="connsiteX277" fmla="*/ 155618 w 183231"/>
                <a:gd name="connsiteY277" fmla="*/ 213889 h 243347"/>
                <a:gd name="connsiteX278" fmla="*/ 151061 w 183231"/>
                <a:gd name="connsiteY278" fmla="*/ 219191 h 243347"/>
                <a:gd name="connsiteX279" fmla="*/ 149061 w 183231"/>
                <a:gd name="connsiteY279" fmla="*/ 221237 h 243347"/>
                <a:gd name="connsiteX280" fmla="*/ 145852 w 183231"/>
                <a:gd name="connsiteY280" fmla="*/ 223656 h 243347"/>
                <a:gd name="connsiteX281" fmla="*/ 145107 w 183231"/>
                <a:gd name="connsiteY281" fmla="*/ 225888 h 243347"/>
                <a:gd name="connsiteX282" fmla="*/ 141387 w 183231"/>
                <a:gd name="connsiteY282" fmla="*/ 225888 h 243347"/>
                <a:gd name="connsiteX283" fmla="*/ 141387 w 183231"/>
                <a:gd name="connsiteY283" fmla="*/ 229609 h 243347"/>
                <a:gd name="connsiteX284" fmla="*/ 139201 w 183231"/>
                <a:gd name="connsiteY284" fmla="*/ 229423 h 243347"/>
                <a:gd name="connsiteX285" fmla="*/ 136922 w 183231"/>
                <a:gd name="connsiteY285" fmla="*/ 229609 h 243347"/>
                <a:gd name="connsiteX286" fmla="*/ 136596 w 183231"/>
                <a:gd name="connsiteY286" fmla="*/ 231051 h 243347"/>
                <a:gd name="connsiteX287" fmla="*/ 136178 w 183231"/>
                <a:gd name="connsiteY287" fmla="*/ 232585 h 243347"/>
                <a:gd name="connsiteX288" fmla="*/ 130969 w 183231"/>
                <a:gd name="connsiteY288" fmla="*/ 233330 h 243347"/>
                <a:gd name="connsiteX289" fmla="*/ 130643 w 183231"/>
                <a:gd name="connsiteY289" fmla="*/ 234815 h 243347"/>
                <a:gd name="connsiteX290" fmla="*/ 130225 w 183231"/>
                <a:gd name="connsiteY290" fmla="*/ 236306 h 243347"/>
                <a:gd name="connsiteX291" fmla="*/ 126876 w 183231"/>
                <a:gd name="connsiteY291" fmla="*/ 236725 h 243347"/>
                <a:gd name="connsiteX292" fmla="*/ 123527 w 183231"/>
                <a:gd name="connsiteY292" fmla="*/ 237050 h 243347"/>
                <a:gd name="connsiteX293" fmla="*/ 122783 w 183231"/>
                <a:gd name="connsiteY293" fmla="*/ 239283 h 243347"/>
                <a:gd name="connsiteX294" fmla="*/ 114598 w 183231"/>
                <a:gd name="connsiteY294" fmla="*/ 240027 h 243347"/>
                <a:gd name="connsiteX295" fmla="*/ 114297 w 183231"/>
                <a:gd name="connsiteY295" fmla="*/ 241494 h 243347"/>
                <a:gd name="connsiteX296" fmla="*/ 113854 w 183231"/>
                <a:gd name="connsiteY296" fmla="*/ 243003 h 243347"/>
                <a:gd name="connsiteX297" fmla="*/ 109739 w 183231"/>
                <a:gd name="connsiteY297" fmla="*/ 243341 h 243347"/>
                <a:gd name="connsiteX298" fmla="*/ 107075 w 183231"/>
                <a:gd name="connsiteY298" fmla="*/ 243341 h 243347"/>
                <a:gd name="connsiteX299" fmla="*/ 104177 w 183231"/>
                <a:gd name="connsiteY299" fmla="*/ 243294 h 243347"/>
                <a:gd name="connsiteX300" fmla="*/ 101227 w 183231"/>
                <a:gd name="connsiteY300" fmla="*/ 243281 h 243347"/>
                <a:gd name="connsiteX301" fmla="*/ 93450 w 183231"/>
                <a:gd name="connsiteY301" fmla="*/ 243208 h 243347"/>
                <a:gd name="connsiteX302" fmla="*/ 85519 w 183231"/>
                <a:gd name="connsiteY302" fmla="*/ 243149 h 243347"/>
                <a:gd name="connsiteX303" fmla="*/ 69949 w 183231"/>
                <a:gd name="connsiteY303" fmla="*/ 243003 h 243347"/>
                <a:gd name="connsiteX304" fmla="*/ 69949 w 183231"/>
                <a:gd name="connsiteY304" fmla="*/ 240027 h 243347"/>
                <a:gd name="connsiteX305" fmla="*/ 68563 w 183231"/>
                <a:gd name="connsiteY305" fmla="*/ 240053 h 243347"/>
                <a:gd name="connsiteX306" fmla="*/ 66740 w 183231"/>
                <a:gd name="connsiteY306" fmla="*/ 240073 h 243347"/>
                <a:gd name="connsiteX307" fmla="*/ 64935 w 183231"/>
                <a:gd name="connsiteY307" fmla="*/ 240100 h 243347"/>
                <a:gd name="connsiteX308" fmla="*/ 61020 w 183231"/>
                <a:gd name="connsiteY308" fmla="*/ 239283 h 243347"/>
                <a:gd name="connsiteX309" fmla="*/ 60275 w 183231"/>
                <a:gd name="connsiteY309" fmla="*/ 237050 h 243347"/>
                <a:gd name="connsiteX310" fmla="*/ 54508 w 183231"/>
                <a:gd name="connsiteY310" fmla="*/ 236681 h 243347"/>
                <a:gd name="connsiteX311" fmla="*/ 52834 w 183231"/>
                <a:gd name="connsiteY311" fmla="*/ 236306 h 243347"/>
                <a:gd name="connsiteX312" fmla="*/ 52090 w 183231"/>
                <a:gd name="connsiteY312" fmla="*/ 233330 h 243347"/>
                <a:gd name="connsiteX313" fmla="*/ 47625 w 183231"/>
                <a:gd name="connsiteY313" fmla="*/ 232585 h 243347"/>
                <a:gd name="connsiteX314" fmla="*/ 46137 w 183231"/>
                <a:gd name="connsiteY314" fmla="*/ 229609 h 243347"/>
                <a:gd name="connsiteX315" fmla="*/ 43160 w 183231"/>
                <a:gd name="connsiteY315" fmla="*/ 229609 h 243347"/>
                <a:gd name="connsiteX316" fmla="*/ 41672 w 183231"/>
                <a:gd name="connsiteY316" fmla="*/ 226632 h 243347"/>
                <a:gd name="connsiteX317" fmla="*/ 39439 w 183231"/>
                <a:gd name="connsiteY317" fmla="*/ 225888 h 243347"/>
                <a:gd name="connsiteX318" fmla="*/ 38742 w 183231"/>
                <a:gd name="connsiteY318" fmla="*/ 224400 h 243347"/>
                <a:gd name="connsiteX319" fmla="*/ 37951 w 183231"/>
                <a:gd name="connsiteY319" fmla="*/ 222912 h 243347"/>
                <a:gd name="connsiteX320" fmla="*/ 34975 w 183231"/>
                <a:gd name="connsiteY320" fmla="*/ 222167 h 243347"/>
                <a:gd name="connsiteX321" fmla="*/ 34230 w 183231"/>
                <a:gd name="connsiteY321" fmla="*/ 219935 h 243347"/>
                <a:gd name="connsiteX322" fmla="*/ 31704 w 183231"/>
                <a:gd name="connsiteY322" fmla="*/ 217397 h 243347"/>
                <a:gd name="connsiteX323" fmla="*/ 27347 w 183231"/>
                <a:gd name="connsiteY323" fmla="*/ 212819 h 243347"/>
                <a:gd name="connsiteX324" fmla="*/ 25801 w 183231"/>
                <a:gd name="connsiteY324" fmla="*/ 211142 h 243347"/>
                <a:gd name="connsiteX325" fmla="*/ 24150 w 183231"/>
                <a:gd name="connsiteY325" fmla="*/ 207869 h 243347"/>
                <a:gd name="connsiteX326" fmla="*/ 23813 w 183231"/>
                <a:gd name="connsiteY326" fmla="*/ 206541 h 243347"/>
                <a:gd name="connsiteX327" fmla="*/ 21580 w 183231"/>
                <a:gd name="connsiteY327" fmla="*/ 205796 h 243347"/>
                <a:gd name="connsiteX328" fmla="*/ 21580 w 183231"/>
                <a:gd name="connsiteY328" fmla="*/ 202820 h 243347"/>
                <a:gd name="connsiteX329" fmla="*/ 19348 w 183231"/>
                <a:gd name="connsiteY329" fmla="*/ 202820 h 243347"/>
                <a:gd name="connsiteX330" fmla="*/ 19115 w 183231"/>
                <a:gd name="connsiteY330" fmla="*/ 200680 h 243347"/>
                <a:gd name="connsiteX331" fmla="*/ 16371 w 183231"/>
                <a:gd name="connsiteY331" fmla="*/ 196867 h 243347"/>
                <a:gd name="connsiteX332" fmla="*/ 15627 w 183231"/>
                <a:gd name="connsiteY332" fmla="*/ 193146 h 243347"/>
                <a:gd name="connsiteX333" fmla="*/ 14139 w 183231"/>
                <a:gd name="connsiteY333" fmla="*/ 192402 h 243347"/>
                <a:gd name="connsiteX334" fmla="*/ 13395 w 183231"/>
                <a:gd name="connsiteY334" fmla="*/ 189751 h 243347"/>
                <a:gd name="connsiteX335" fmla="*/ 12650 w 183231"/>
                <a:gd name="connsiteY335" fmla="*/ 187193 h 243347"/>
                <a:gd name="connsiteX336" fmla="*/ 11162 w 183231"/>
                <a:gd name="connsiteY336" fmla="*/ 187193 h 243347"/>
                <a:gd name="connsiteX337" fmla="*/ 10092 w 183231"/>
                <a:gd name="connsiteY337" fmla="*/ 181379 h 243347"/>
                <a:gd name="connsiteX338" fmla="*/ 9674 w 183231"/>
                <a:gd name="connsiteY338" fmla="*/ 179751 h 243347"/>
                <a:gd name="connsiteX339" fmla="*/ 8186 w 183231"/>
                <a:gd name="connsiteY339" fmla="*/ 179751 h 243347"/>
                <a:gd name="connsiteX340" fmla="*/ 8101 w 183231"/>
                <a:gd name="connsiteY340" fmla="*/ 177987 h 243347"/>
                <a:gd name="connsiteX341" fmla="*/ 7953 w 183231"/>
                <a:gd name="connsiteY341" fmla="*/ 175705 h 243347"/>
                <a:gd name="connsiteX342" fmla="*/ 7822 w 183231"/>
                <a:gd name="connsiteY342" fmla="*/ 173429 h 243347"/>
                <a:gd name="connsiteX343" fmla="*/ 7441 w 183231"/>
                <a:gd name="connsiteY343" fmla="*/ 171566 h 243347"/>
                <a:gd name="connsiteX344" fmla="*/ 5209 w 183231"/>
                <a:gd name="connsiteY344" fmla="*/ 170822 h 243347"/>
                <a:gd name="connsiteX345" fmla="*/ 4790 w 183231"/>
                <a:gd name="connsiteY345" fmla="*/ 165985 h 243347"/>
                <a:gd name="connsiteX346" fmla="*/ 4465 w 183231"/>
                <a:gd name="connsiteY346" fmla="*/ 161148 h 243347"/>
                <a:gd name="connsiteX347" fmla="*/ 2977 w 183231"/>
                <a:gd name="connsiteY347" fmla="*/ 160404 h 243347"/>
                <a:gd name="connsiteX348" fmla="*/ 2668 w 183231"/>
                <a:gd name="connsiteY348" fmla="*/ 156587 h 243347"/>
                <a:gd name="connsiteX349" fmla="*/ 2581 w 183231"/>
                <a:gd name="connsiteY349" fmla="*/ 154254 h 243347"/>
                <a:gd name="connsiteX350" fmla="*/ 2511 w 183231"/>
                <a:gd name="connsiteY350" fmla="*/ 151800 h 243347"/>
                <a:gd name="connsiteX351" fmla="*/ 2424 w 183231"/>
                <a:gd name="connsiteY351" fmla="*/ 149336 h 243347"/>
                <a:gd name="connsiteX352" fmla="*/ 2232 w 183231"/>
                <a:gd name="connsiteY352" fmla="*/ 143289 h 243347"/>
                <a:gd name="connsiteX353" fmla="*/ 0 w 183231"/>
                <a:gd name="connsiteY353" fmla="*/ 143289 h 243347"/>
                <a:gd name="connsiteX354" fmla="*/ 0 w 183231"/>
                <a:gd name="connsiteY354" fmla="*/ 102361 h 243347"/>
                <a:gd name="connsiteX355" fmla="*/ 2232 w 183231"/>
                <a:gd name="connsiteY355" fmla="*/ 102361 h 243347"/>
                <a:gd name="connsiteX356" fmla="*/ 2977 w 183231"/>
                <a:gd name="connsiteY356" fmla="*/ 83013 h 243347"/>
                <a:gd name="connsiteX357" fmla="*/ 4465 w 183231"/>
                <a:gd name="connsiteY357" fmla="*/ 83013 h 243347"/>
                <a:gd name="connsiteX358" fmla="*/ 4549 w 183231"/>
                <a:gd name="connsiteY358" fmla="*/ 80949 h 243347"/>
                <a:gd name="connsiteX359" fmla="*/ 4697 w 183231"/>
                <a:gd name="connsiteY359" fmla="*/ 78269 h 243347"/>
                <a:gd name="connsiteX360" fmla="*/ 4828 w 183231"/>
                <a:gd name="connsiteY360" fmla="*/ 75601 h 243347"/>
                <a:gd name="connsiteX361" fmla="*/ 5209 w 183231"/>
                <a:gd name="connsiteY361" fmla="*/ 73339 h 243347"/>
                <a:gd name="connsiteX362" fmla="*/ 7441 w 183231"/>
                <a:gd name="connsiteY362" fmla="*/ 71851 h 243347"/>
                <a:gd name="connsiteX363" fmla="*/ 7953 w 183231"/>
                <a:gd name="connsiteY363" fmla="*/ 67665 h 243347"/>
                <a:gd name="connsiteX364" fmla="*/ 8101 w 183231"/>
                <a:gd name="connsiteY364" fmla="*/ 65404 h 243347"/>
                <a:gd name="connsiteX365" fmla="*/ 8186 w 183231"/>
                <a:gd name="connsiteY365" fmla="*/ 63666 h 243347"/>
                <a:gd name="connsiteX366" fmla="*/ 10418 w 183231"/>
                <a:gd name="connsiteY366" fmla="*/ 63666 h 243347"/>
                <a:gd name="connsiteX367" fmla="*/ 11162 w 183231"/>
                <a:gd name="connsiteY367" fmla="*/ 56224 h 243347"/>
                <a:gd name="connsiteX368" fmla="*/ 13395 w 183231"/>
                <a:gd name="connsiteY368" fmla="*/ 56224 h 243347"/>
                <a:gd name="connsiteX369" fmla="*/ 13255 w 183231"/>
                <a:gd name="connsiteY369" fmla="*/ 53713 h 243347"/>
                <a:gd name="connsiteX370" fmla="*/ 13395 w 183231"/>
                <a:gd name="connsiteY370" fmla="*/ 51015 h 243347"/>
                <a:gd name="connsiteX371" fmla="*/ 15627 w 183231"/>
                <a:gd name="connsiteY371" fmla="*/ 49527 h 243347"/>
                <a:gd name="connsiteX372" fmla="*/ 17115 w 183231"/>
                <a:gd name="connsiteY372" fmla="*/ 45806 h 243347"/>
                <a:gd name="connsiteX373" fmla="*/ 18604 w 183231"/>
                <a:gd name="connsiteY373" fmla="*/ 45062 h 243347"/>
                <a:gd name="connsiteX374" fmla="*/ 18976 w 183231"/>
                <a:gd name="connsiteY374" fmla="*/ 43202 h 243347"/>
                <a:gd name="connsiteX375" fmla="*/ 19348 w 183231"/>
                <a:gd name="connsiteY375" fmla="*/ 41341 h 243347"/>
                <a:gd name="connsiteX376" fmla="*/ 20836 w 183231"/>
                <a:gd name="connsiteY376" fmla="*/ 40597 h 243347"/>
                <a:gd name="connsiteX377" fmla="*/ 23068 w 183231"/>
                <a:gd name="connsiteY377" fmla="*/ 36132 h 243347"/>
                <a:gd name="connsiteX378" fmla="*/ 26045 w 183231"/>
                <a:gd name="connsiteY378" fmla="*/ 31667 h 243347"/>
                <a:gd name="connsiteX379" fmla="*/ 27533 w 183231"/>
                <a:gd name="connsiteY379" fmla="*/ 31667 h 243347"/>
                <a:gd name="connsiteX380" fmla="*/ 28138 w 183231"/>
                <a:gd name="connsiteY380" fmla="*/ 30040 h 243347"/>
                <a:gd name="connsiteX381" fmla="*/ 32742 w 183231"/>
                <a:gd name="connsiteY381" fmla="*/ 24226 h 243347"/>
                <a:gd name="connsiteX382" fmla="*/ 33440 w 183231"/>
                <a:gd name="connsiteY382" fmla="*/ 22505 h 243347"/>
                <a:gd name="connsiteX383" fmla="*/ 34230 w 183231"/>
                <a:gd name="connsiteY383" fmla="*/ 21250 h 243347"/>
                <a:gd name="connsiteX384" fmla="*/ 38695 w 183231"/>
                <a:gd name="connsiteY384" fmla="*/ 21250 h 243347"/>
                <a:gd name="connsiteX385" fmla="*/ 38695 w 183231"/>
                <a:gd name="connsiteY385" fmla="*/ 18273 h 243347"/>
                <a:gd name="connsiteX386" fmla="*/ 41672 w 183231"/>
                <a:gd name="connsiteY386" fmla="*/ 16785 h 243347"/>
                <a:gd name="connsiteX387" fmla="*/ 42416 w 183231"/>
                <a:gd name="connsiteY387" fmla="*/ 14552 h 243347"/>
                <a:gd name="connsiteX388" fmla="*/ 44695 w 183231"/>
                <a:gd name="connsiteY388" fmla="*/ 13808 h 243347"/>
                <a:gd name="connsiteX389" fmla="*/ 46881 w 183231"/>
                <a:gd name="connsiteY389" fmla="*/ 13064 h 243347"/>
                <a:gd name="connsiteX390" fmla="*/ 46881 w 183231"/>
                <a:gd name="connsiteY390" fmla="*/ 10832 h 243347"/>
                <a:gd name="connsiteX391" fmla="*/ 49439 w 183231"/>
                <a:gd name="connsiteY391" fmla="*/ 10646 h 243347"/>
                <a:gd name="connsiteX392" fmla="*/ 52090 w 183231"/>
                <a:gd name="connsiteY392" fmla="*/ 10087 h 243347"/>
                <a:gd name="connsiteX393" fmla="*/ 52415 w 183231"/>
                <a:gd name="connsiteY393" fmla="*/ 8599 h 243347"/>
                <a:gd name="connsiteX394" fmla="*/ 52834 w 183231"/>
                <a:gd name="connsiteY394" fmla="*/ 7111 h 243347"/>
                <a:gd name="connsiteX395" fmla="*/ 57438 w 183231"/>
                <a:gd name="connsiteY395" fmla="*/ 6643 h 243347"/>
                <a:gd name="connsiteX396" fmla="*/ 58787 w 183231"/>
                <a:gd name="connsiteY396" fmla="*/ 6367 h 243347"/>
                <a:gd name="connsiteX397" fmla="*/ 59531 w 183231"/>
                <a:gd name="connsiteY397" fmla="*/ 4134 h 243347"/>
                <a:gd name="connsiteX398" fmla="*/ 66461 w 183231"/>
                <a:gd name="connsiteY398" fmla="*/ 3765 h 243347"/>
                <a:gd name="connsiteX399" fmla="*/ 68461 w 183231"/>
                <a:gd name="connsiteY399" fmla="*/ 3390 h 243347"/>
                <a:gd name="connsiteX400" fmla="*/ 68697 w 183231"/>
                <a:gd name="connsiteY400" fmla="*/ 1902 h 243347"/>
                <a:gd name="connsiteX401" fmla="*/ 69205 w 183231"/>
                <a:gd name="connsiteY401" fmla="*/ 414 h 243347"/>
                <a:gd name="connsiteX402" fmla="*/ 73376 w 183231"/>
                <a:gd name="connsiteY402" fmla="*/ 28 h 243347"/>
                <a:gd name="connsiteX403" fmla="*/ 76078 w 183231"/>
                <a:gd name="connsiteY403" fmla="*/ 0 h 24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Lst>
              <a:rect l="l" t="t" r="r" b="b"/>
              <a:pathLst>
                <a:path w="183231" h="243347">
                  <a:moveTo>
                    <a:pt x="88013" y="30621"/>
                  </a:moveTo>
                  <a:cubicBezTo>
                    <a:pt x="86285" y="30603"/>
                    <a:pt x="86285" y="30603"/>
                    <a:pt x="84853" y="30964"/>
                  </a:cubicBezTo>
                  <a:cubicBezTo>
                    <a:pt x="84583" y="31470"/>
                    <a:pt x="84322" y="31961"/>
                    <a:pt x="84060" y="32452"/>
                  </a:cubicBezTo>
                  <a:cubicBezTo>
                    <a:pt x="83824" y="32958"/>
                    <a:pt x="83594" y="33450"/>
                    <a:pt x="83365" y="33941"/>
                  </a:cubicBezTo>
                  <a:cubicBezTo>
                    <a:pt x="82558" y="34059"/>
                    <a:pt x="81776" y="34174"/>
                    <a:pt x="80993" y="34290"/>
                  </a:cubicBezTo>
                  <a:cubicBezTo>
                    <a:pt x="78263" y="34312"/>
                    <a:pt x="75649" y="34287"/>
                    <a:pt x="72947" y="34685"/>
                  </a:cubicBezTo>
                  <a:cubicBezTo>
                    <a:pt x="72647" y="35200"/>
                    <a:pt x="72357" y="35700"/>
                    <a:pt x="72066" y="36199"/>
                  </a:cubicBezTo>
                  <a:cubicBezTo>
                    <a:pt x="71860" y="36696"/>
                    <a:pt x="71659" y="37179"/>
                    <a:pt x="71459" y="37661"/>
                  </a:cubicBezTo>
                  <a:cubicBezTo>
                    <a:pt x="70975" y="37716"/>
                    <a:pt x="70506" y="37769"/>
                    <a:pt x="70037" y="37821"/>
                  </a:cubicBezTo>
                  <a:cubicBezTo>
                    <a:pt x="68436" y="37615"/>
                    <a:pt x="68436" y="37615"/>
                    <a:pt x="65506" y="37661"/>
                  </a:cubicBezTo>
                  <a:cubicBezTo>
                    <a:pt x="65347" y="38294"/>
                    <a:pt x="65194" y="38908"/>
                    <a:pt x="65040" y="39522"/>
                  </a:cubicBezTo>
                  <a:cubicBezTo>
                    <a:pt x="64946" y="40154"/>
                    <a:pt x="64853" y="40768"/>
                    <a:pt x="64761" y="41382"/>
                  </a:cubicBezTo>
                  <a:cubicBezTo>
                    <a:pt x="64002" y="41398"/>
                    <a:pt x="63266" y="41413"/>
                    <a:pt x="62529" y="41429"/>
                  </a:cubicBezTo>
                  <a:cubicBezTo>
                    <a:pt x="61770" y="41413"/>
                    <a:pt x="61033" y="41398"/>
                    <a:pt x="60297" y="41382"/>
                  </a:cubicBezTo>
                  <a:cubicBezTo>
                    <a:pt x="60138" y="41872"/>
                    <a:pt x="59985" y="42348"/>
                    <a:pt x="59831" y="42824"/>
                  </a:cubicBezTo>
                  <a:cubicBezTo>
                    <a:pt x="59691" y="43599"/>
                    <a:pt x="59691" y="43599"/>
                    <a:pt x="59552" y="44359"/>
                  </a:cubicBezTo>
                  <a:cubicBezTo>
                    <a:pt x="58560" y="44607"/>
                    <a:pt x="57568" y="44855"/>
                    <a:pt x="56576" y="45103"/>
                  </a:cubicBezTo>
                  <a:cubicBezTo>
                    <a:pt x="56418" y="45625"/>
                    <a:pt x="56264" y="46131"/>
                    <a:pt x="56111" y="46638"/>
                  </a:cubicBezTo>
                  <a:cubicBezTo>
                    <a:pt x="55970" y="47366"/>
                    <a:pt x="55970" y="47366"/>
                    <a:pt x="55832" y="48079"/>
                  </a:cubicBezTo>
                  <a:cubicBezTo>
                    <a:pt x="54343" y="48079"/>
                    <a:pt x="54343" y="48079"/>
                    <a:pt x="52902" y="49521"/>
                  </a:cubicBezTo>
                  <a:cubicBezTo>
                    <a:pt x="52380" y="50043"/>
                    <a:pt x="51873" y="50550"/>
                    <a:pt x="51367" y="51056"/>
                  </a:cubicBezTo>
                  <a:cubicBezTo>
                    <a:pt x="50608" y="51309"/>
                    <a:pt x="49871" y="51555"/>
                    <a:pt x="49134" y="51800"/>
                  </a:cubicBezTo>
                  <a:cubicBezTo>
                    <a:pt x="48992" y="52322"/>
                    <a:pt x="48854" y="52828"/>
                    <a:pt x="48716" y="53335"/>
                  </a:cubicBezTo>
                  <a:cubicBezTo>
                    <a:pt x="48605" y="53825"/>
                    <a:pt x="48498" y="54301"/>
                    <a:pt x="48390" y="54777"/>
                  </a:cubicBezTo>
                  <a:cubicBezTo>
                    <a:pt x="47884" y="54777"/>
                    <a:pt x="47393" y="54777"/>
                    <a:pt x="46902" y="54777"/>
                  </a:cubicBezTo>
                  <a:cubicBezTo>
                    <a:pt x="46684" y="56023"/>
                    <a:pt x="46436" y="57263"/>
                    <a:pt x="46158" y="58497"/>
                  </a:cubicBezTo>
                  <a:cubicBezTo>
                    <a:pt x="45399" y="58497"/>
                    <a:pt x="44662" y="58497"/>
                    <a:pt x="43925" y="58497"/>
                  </a:cubicBezTo>
                  <a:cubicBezTo>
                    <a:pt x="43672" y="60521"/>
                    <a:pt x="43427" y="62486"/>
                    <a:pt x="43181" y="64451"/>
                  </a:cubicBezTo>
                  <a:cubicBezTo>
                    <a:pt x="42675" y="64451"/>
                    <a:pt x="42184" y="64451"/>
                    <a:pt x="41693" y="64451"/>
                  </a:cubicBezTo>
                  <a:cubicBezTo>
                    <a:pt x="41424" y="65210"/>
                    <a:pt x="41163" y="65946"/>
                    <a:pt x="40902" y="66683"/>
                  </a:cubicBezTo>
                  <a:cubicBezTo>
                    <a:pt x="40665" y="67442"/>
                    <a:pt x="40435" y="68179"/>
                    <a:pt x="40205" y="68915"/>
                  </a:cubicBezTo>
                  <a:cubicBezTo>
                    <a:pt x="39952" y="68915"/>
                    <a:pt x="39706" y="68915"/>
                    <a:pt x="39461" y="68915"/>
                  </a:cubicBezTo>
                  <a:cubicBezTo>
                    <a:pt x="38670" y="70078"/>
                    <a:pt x="38670" y="70078"/>
                    <a:pt x="37972" y="71892"/>
                  </a:cubicBezTo>
                  <a:cubicBezTo>
                    <a:pt x="38002" y="73628"/>
                    <a:pt x="38005" y="75365"/>
                    <a:pt x="37972" y="77101"/>
                  </a:cubicBezTo>
                  <a:cubicBezTo>
                    <a:pt x="36845" y="77477"/>
                    <a:pt x="36845" y="77477"/>
                    <a:pt x="35740" y="77845"/>
                  </a:cubicBezTo>
                  <a:cubicBezTo>
                    <a:pt x="35587" y="79006"/>
                    <a:pt x="35587" y="79006"/>
                    <a:pt x="35438" y="80144"/>
                  </a:cubicBezTo>
                  <a:cubicBezTo>
                    <a:pt x="35371" y="82878"/>
                    <a:pt x="35338" y="85549"/>
                    <a:pt x="34996" y="88263"/>
                  </a:cubicBezTo>
                  <a:cubicBezTo>
                    <a:pt x="33868" y="89015"/>
                    <a:pt x="33868" y="89015"/>
                    <a:pt x="32763" y="89751"/>
                  </a:cubicBezTo>
                  <a:cubicBezTo>
                    <a:pt x="32442" y="92106"/>
                    <a:pt x="32442" y="92106"/>
                    <a:pt x="32397" y="93551"/>
                  </a:cubicBezTo>
                  <a:cubicBezTo>
                    <a:pt x="32392" y="94079"/>
                    <a:pt x="32387" y="94592"/>
                    <a:pt x="32383" y="95106"/>
                  </a:cubicBezTo>
                  <a:cubicBezTo>
                    <a:pt x="32341" y="96750"/>
                    <a:pt x="32302" y="98393"/>
                    <a:pt x="32277" y="100037"/>
                  </a:cubicBezTo>
                  <a:cubicBezTo>
                    <a:pt x="32260" y="101182"/>
                    <a:pt x="32239" y="102327"/>
                    <a:pt x="32214" y="103472"/>
                  </a:cubicBezTo>
                  <a:cubicBezTo>
                    <a:pt x="32153" y="106115"/>
                    <a:pt x="32095" y="108758"/>
                    <a:pt x="32052" y="111402"/>
                  </a:cubicBezTo>
                  <a:cubicBezTo>
                    <a:pt x="32035" y="112493"/>
                    <a:pt x="32035" y="112493"/>
                    <a:pt x="32019" y="113564"/>
                  </a:cubicBezTo>
                  <a:cubicBezTo>
                    <a:pt x="31766" y="113564"/>
                    <a:pt x="31521" y="113564"/>
                    <a:pt x="31275" y="113564"/>
                  </a:cubicBezTo>
                  <a:cubicBezTo>
                    <a:pt x="30313" y="115135"/>
                    <a:pt x="29808" y="116347"/>
                    <a:pt x="29606" y="118185"/>
                  </a:cubicBezTo>
                  <a:cubicBezTo>
                    <a:pt x="29609" y="118787"/>
                    <a:pt x="29612" y="119372"/>
                    <a:pt x="29615" y="119956"/>
                  </a:cubicBezTo>
                  <a:cubicBezTo>
                    <a:pt x="29617" y="120621"/>
                    <a:pt x="29618" y="121266"/>
                    <a:pt x="29620" y="121911"/>
                  </a:cubicBezTo>
                  <a:cubicBezTo>
                    <a:pt x="29629" y="122599"/>
                    <a:pt x="29638" y="123267"/>
                    <a:pt x="29647" y="123935"/>
                  </a:cubicBezTo>
                  <a:cubicBezTo>
                    <a:pt x="29650" y="127678"/>
                    <a:pt x="29421" y="131532"/>
                    <a:pt x="30531" y="135144"/>
                  </a:cubicBezTo>
                  <a:cubicBezTo>
                    <a:pt x="32197" y="136504"/>
                    <a:pt x="32197" y="136504"/>
                    <a:pt x="32245" y="138485"/>
                  </a:cubicBezTo>
                  <a:cubicBezTo>
                    <a:pt x="32264" y="139270"/>
                    <a:pt x="32283" y="140033"/>
                    <a:pt x="32301" y="140795"/>
                  </a:cubicBezTo>
                  <a:cubicBezTo>
                    <a:pt x="32327" y="141648"/>
                    <a:pt x="32353" y="142475"/>
                    <a:pt x="32378" y="143303"/>
                  </a:cubicBezTo>
                  <a:cubicBezTo>
                    <a:pt x="32418" y="145057"/>
                    <a:pt x="32461" y="146811"/>
                    <a:pt x="32506" y="148565"/>
                  </a:cubicBezTo>
                  <a:cubicBezTo>
                    <a:pt x="32531" y="149417"/>
                    <a:pt x="32556" y="150245"/>
                    <a:pt x="32580" y="151073"/>
                  </a:cubicBezTo>
                  <a:cubicBezTo>
                    <a:pt x="32631" y="153254"/>
                    <a:pt x="32533" y="154774"/>
                    <a:pt x="33507" y="156724"/>
                  </a:cubicBezTo>
                  <a:cubicBezTo>
                    <a:pt x="34013" y="156724"/>
                    <a:pt x="34505" y="156724"/>
                    <a:pt x="34996" y="156724"/>
                  </a:cubicBezTo>
                  <a:cubicBezTo>
                    <a:pt x="35038" y="157697"/>
                    <a:pt x="35038" y="157697"/>
                    <a:pt x="35080" y="158651"/>
                  </a:cubicBezTo>
                  <a:cubicBezTo>
                    <a:pt x="35130" y="159498"/>
                    <a:pt x="35179" y="160320"/>
                    <a:pt x="35228" y="161142"/>
                  </a:cubicBezTo>
                  <a:cubicBezTo>
                    <a:pt x="35359" y="163628"/>
                    <a:pt x="35359" y="163628"/>
                    <a:pt x="35740" y="165654"/>
                  </a:cubicBezTo>
                  <a:cubicBezTo>
                    <a:pt x="36499" y="165907"/>
                    <a:pt x="37236" y="166152"/>
                    <a:pt x="37972" y="166398"/>
                  </a:cubicBezTo>
                  <a:cubicBezTo>
                    <a:pt x="38004" y="167268"/>
                    <a:pt x="38035" y="168112"/>
                    <a:pt x="38065" y="168956"/>
                  </a:cubicBezTo>
                  <a:cubicBezTo>
                    <a:pt x="37972" y="171607"/>
                    <a:pt x="37972" y="171607"/>
                    <a:pt x="38716" y="173095"/>
                  </a:cubicBezTo>
                  <a:cubicBezTo>
                    <a:pt x="39475" y="173095"/>
                    <a:pt x="40212" y="173095"/>
                    <a:pt x="40949" y="173095"/>
                  </a:cubicBezTo>
                  <a:cubicBezTo>
                    <a:pt x="40949" y="175119"/>
                    <a:pt x="40949" y="177084"/>
                    <a:pt x="40949" y="179048"/>
                  </a:cubicBezTo>
                  <a:cubicBezTo>
                    <a:pt x="41708" y="179048"/>
                    <a:pt x="42445" y="179048"/>
                    <a:pt x="43181" y="179048"/>
                  </a:cubicBezTo>
                  <a:cubicBezTo>
                    <a:pt x="43414" y="181188"/>
                    <a:pt x="43414" y="181188"/>
                    <a:pt x="43925" y="183513"/>
                  </a:cubicBezTo>
                  <a:cubicBezTo>
                    <a:pt x="45053" y="184265"/>
                    <a:pt x="45053" y="184265"/>
                    <a:pt x="46158" y="185001"/>
                  </a:cubicBezTo>
                  <a:cubicBezTo>
                    <a:pt x="46392" y="185997"/>
                    <a:pt x="46638" y="186990"/>
                    <a:pt x="46902" y="187978"/>
                  </a:cubicBezTo>
                  <a:cubicBezTo>
                    <a:pt x="47661" y="187978"/>
                    <a:pt x="48398" y="187978"/>
                    <a:pt x="49134" y="187978"/>
                  </a:cubicBezTo>
                  <a:cubicBezTo>
                    <a:pt x="49382" y="189218"/>
                    <a:pt x="49631" y="190458"/>
                    <a:pt x="49879" y="191699"/>
                  </a:cubicBezTo>
                  <a:cubicBezTo>
                    <a:pt x="50638" y="191699"/>
                    <a:pt x="51374" y="191699"/>
                    <a:pt x="52111" y="191699"/>
                  </a:cubicBezTo>
                  <a:cubicBezTo>
                    <a:pt x="52111" y="193187"/>
                    <a:pt x="52111" y="193187"/>
                    <a:pt x="52983" y="194445"/>
                  </a:cubicBezTo>
                  <a:cubicBezTo>
                    <a:pt x="53382" y="194919"/>
                    <a:pt x="53770" y="195378"/>
                    <a:pt x="54157" y="195838"/>
                  </a:cubicBezTo>
                  <a:cubicBezTo>
                    <a:pt x="55308" y="197236"/>
                    <a:pt x="55308" y="197236"/>
                    <a:pt x="56576" y="198396"/>
                  </a:cubicBezTo>
                  <a:cubicBezTo>
                    <a:pt x="58175" y="198710"/>
                    <a:pt x="58175" y="198710"/>
                    <a:pt x="59552" y="199140"/>
                  </a:cubicBezTo>
                  <a:cubicBezTo>
                    <a:pt x="59552" y="200152"/>
                    <a:pt x="59552" y="201134"/>
                    <a:pt x="59552" y="202117"/>
                  </a:cubicBezTo>
                  <a:cubicBezTo>
                    <a:pt x="62126" y="201806"/>
                    <a:pt x="62126" y="201806"/>
                    <a:pt x="64761" y="202117"/>
                  </a:cubicBezTo>
                  <a:cubicBezTo>
                    <a:pt x="64979" y="203362"/>
                    <a:pt x="65228" y="204603"/>
                    <a:pt x="65506" y="205837"/>
                  </a:cubicBezTo>
                  <a:cubicBezTo>
                    <a:pt x="66834" y="205980"/>
                    <a:pt x="66834" y="205980"/>
                    <a:pt x="68482" y="205884"/>
                  </a:cubicBezTo>
                  <a:cubicBezTo>
                    <a:pt x="70063" y="205617"/>
                    <a:pt x="70063" y="205617"/>
                    <a:pt x="71459" y="205837"/>
                  </a:cubicBezTo>
                  <a:cubicBezTo>
                    <a:pt x="71668" y="207326"/>
                    <a:pt x="71668" y="207326"/>
                    <a:pt x="72203" y="208814"/>
                  </a:cubicBezTo>
                  <a:cubicBezTo>
                    <a:pt x="74150" y="208939"/>
                    <a:pt x="75855" y="208921"/>
                    <a:pt x="77784" y="208767"/>
                  </a:cubicBezTo>
                  <a:cubicBezTo>
                    <a:pt x="79762" y="208599"/>
                    <a:pt x="81363" y="208606"/>
                    <a:pt x="83365" y="208814"/>
                  </a:cubicBezTo>
                  <a:cubicBezTo>
                    <a:pt x="83576" y="210061"/>
                    <a:pt x="83825" y="211302"/>
                    <a:pt x="84109" y="212535"/>
                  </a:cubicBezTo>
                  <a:cubicBezTo>
                    <a:pt x="84617" y="212694"/>
                    <a:pt x="85111" y="212849"/>
                    <a:pt x="85604" y="213004"/>
                  </a:cubicBezTo>
                  <a:cubicBezTo>
                    <a:pt x="86265" y="213004"/>
                    <a:pt x="86906" y="213003"/>
                    <a:pt x="87548" y="213002"/>
                  </a:cubicBezTo>
                  <a:cubicBezTo>
                    <a:pt x="88265" y="213004"/>
                    <a:pt x="88961" y="213005"/>
                    <a:pt x="89657" y="213007"/>
                  </a:cubicBezTo>
                  <a:cubicBezTo>
                    <a:pt x="90411" y="212989"/>
                    <a:pt x="91144" y="212971"/>
                    <a:pt x="91876" y="212953"/>
                  </a:cubicBezTo>
                  <a:cubicBezTo>
                    <a:pt x="94515" y="212983"/>
                    <a:pt x="97166" y="213175"/>
                    <a:pt x="99736" y="212535"/>
                  </a:cubicBezTo>
                  <a:cubicBezTo>
                    <a:pt x="100143" y="211781"/>
                    <a:pt x="100143" y="211781"/>
                    <a:pt x="100541" y="211042"/>
                  </a:cubicBezTo>
                  <a:cubicBezTo>
                    <a:pt x="100773" y="210537"/>
                    <a:pt x="100999" y="210048"/>
                    <a:pt x="101224" y="209558"/>
                  </a:cubicBezTo>
                  <a:cubicBezTo>
                    <a:pt x="103602" y="209185"/>
                    <a:pt x="103602" y="209185"/>
                    <a:pt x="105287" y="209177"/>
                  </a:cubicBezTo>
                  <a:cubicBezTo>
                    <a:pt x="107715" y="209191"/>
                    <a:pt x="109973" y="209156"/>
                    <a:pt x="112386" y="208814"/>
                  </a:cubicBezTo>
                  <a:cubicBezTo>
                    <a:pt x="112680" y="208050"/>
                    <a:pt x="112680" y="208050"/>
                    <a:pt x="112968" y="207302"/>
                  </a:cubicBezTo>
                  <a:cubicBezTo>
                    <a:pt x="113023" y="206804"/>
                    <a:pt x="113077" y="206321"/>
                    <a:pt x="113131" y="205837"/>
                  </a:cubicBezTo>
                  <a:cubicBezTo>
                    <a:pt x="114619" y="205837"/>
                    <a:pt x="116107" y="205837"/>
                    <a:pt x="117595" y="205837"/>
                  </a:cubicBezTo>
                  <a:cubicBezTo>
                    <a:pt x="117848" y="205347"/>
                    <a:pt x="118094" y="204871"/>
                    <a:pt x="118340" y="204395"/>
                  </a:cubicBezTo>
                  <a:cubicBezTo>
                    <a:pt x="118593" y="203874"/>
                    <a:pt x="118838" y="203367"/>
                    <a:pt x="119084" y="202861"/>
                  </a:cubicBezTo>
                  <a:cubicBezTo>
                    <a:pt x="119858" y="202718"/>
                    <a:pt x="120611" y="202580"/>
                    <a:pt x="121363" y="202442"/>
                  </a:cubicBezTo>
                  <a:cubicBezTo>
                    <a:pt x="122466" y="202278"/>
                    <a:pt x="122466" y="202278"/>
                    <a:pt x="123548" y="202117"/>
                  </a:cubicBezTo>
                  <a:cubicBezTo>
                    <a:pt x="123801" y="201358"/>
                    <a:pt x="124047" y="200621"/>
                    <a:pt x="124293" y="199884"/>
                  </a:cubicBezTo>
                  <a:cubicBezTo>
                    <a:pt x="125297" y="199413"/>
                    <a:pt x="126290" y="198916"/>
                    <a:pt x="127269" y="198396"/>
                  </a:cubicBezTo>
                  <a:cubicBezTo>
                    <a:pt x="127503" y="197400"/>
                    <a:pt x="127750" y="196407"/>
                    <a:pt x="128013" y="195419"/>
                  </a:cubicBezTo>
                  <a:cubicBezTo>
                    <a:pt x="129025" y="195419"/>
                    <a:pt x="130008" y="195419"/>
                    <a:pt x="130990" y="195419"/>
                  </a:cubicBezTo>
                  <a:cubicBezTo>
                    <a:pt x="131243" y="194913"/>
                    <a:pt x="131488" y="194422"/>
                    <a:pt x="131734" y="193931"/>
                  </a:cubicBezTo>
                  <a:cubicBezTo>
                    <a:pt x="132897" y="192908"/>
                    <a:pt x="132897" y="192908"/>
                    <a:pt x="133966" y="191699"/>
                  </a:cubicBezTo>
                  <a:cubicBezTo>
                    <a:pt x="133966" y="190687"/>
                    <a:pt x="133966" y="189704"/>
                    <a:pt x="133966" y="188722"/>
                  </a:cubicBezTo>
                  <a:cubicBezTo>
                    <a:pt x="134725" y="188722"/>
                    <a:pt x="135462" y="188722"/>
                    <a:pt x="136199" y="188722"/>
                  </a:cubicBezTo>
                  <a:cubicBezTo>
                    <a:pt x="136341" y="188089"/>
                    <a:pt x="136479" y="187476"/>
                    <a:pt x="136617" y="186862"/>
                  </a:cubicBezTo>
                  <a:cubicBezTo>
                    <a:pt x="136782" y="185922"/>
                    <a:pt x="136782" y="185922"/>
                    <a:pt x="136943" y="185001"/>
                  </a:cubicBezTo>
                  <a:cubicBezTo>
                    <a:pt x="137449" y="185001"/>
                    <a:pt x="137940" y="185001"/>
                    <a:pt x="138431" y="185001"/>
                  </a:cubicBezTo>
                  <a:cubicBezTo>
                    <a:pt x="138906" y="183259"/>
                    <a:pt x="139403" y="181523"/>
                    <a:pt x="139920" y="179792"/>
                  </a:cubicBezTo>
                  <a:cubicBezTo>
                    <a:pt x="140679" y="179539"/>
                    <a:pt x="141415" y="179294"/>
                    <a:pt x="142152" y="179048"/>
                  </a:cubicBezTo>
                  <a:cubicBezTo>
                    <a:pt x="142199" y="178273"/>
                    <a:pt x="142245" y="177521"/>
                    <a:pt x="142292" y="176769"/>
                  </a:cubicBezTo>
                  <a:cubicBezTo>
                    <a:pt x="142244" y="176026"/>
                    <a:pt x="142198" y="175305"/>
                    <a:pt x="142152" y="174583"/>
                  </a:cubicBezTo>
                  <a:cubicBezTo>
                    <a:pt x="142911" y="174583"/>
                    <a:pt x="143648" y="174583"/>
                    <a:pt x="144384" y="174583"/>
                  </a:cubicBezTo>
                  <a:cubicBezTo>
                    <a:pt x="145067" y="172536"/>
                    <a:pt x="145210" y="171339"/>
                    <a:pt x="145175" y="169235"/>
                  </a:cubicBezTo>
                  <a:cubicBezTo>
                    <a:pt x="145152" y="167802"/>
                    <a:pt x="145152" y="167802"/>
                    <a:pt x="145129" y="166398"/>
                  </a:cubicBezTo>
                  <a:cubicBezTo>
                    <a:pt x="145888" y="166398"/>
                    <a:pt x="146624" y="166398"/>
                    <a:pt x="147361" y="166398"/>
                  </a:cubicBezTo>
                  <a:cubicBezTo>
                    <a:pt x="148104" y="164169"/>
                    <a:pt x="148111" y="163293"/>
                    <a:pt x="147780" y="161049"/>
                  </a:cubicBezTo>
                  <a:cubicBezTo>
                    <a:pt x="147637" y="160085"/>
                    <a:pt x="147499" y="159148"/>
                    <a:pt x="147361" y="158212"/>
                  </a:cubicBezTo>
                  <a:cubicBezTo>
                    <a:pt x="148826" y="158074"/>
                    <a:pt x="148826" y="158074"/>
                    <a:pt x="150338" y="157468"/>
                  </a:cubicBezTo>
                  <a:cubicBezTo>
                    <a:pt x="150464" y="156917"/>
                    <a:pt x="150586" y="156383"/>
                    <a:pt x="150708" y="155848"/>
                  </a:cubicBezTo>
                  <a:cubicBezTo>
                    <a:pt x="150710" y="155128"/>
                    <a:pt x="150711" y="154429"/>
                    <a:pt x="150713" y="153730"/>
                  </a:cubicBezTo>
                  <a:cubicBezTo>
                    <a:pt x="150727" y="152947"/>
                    <a:pt x="150741" y="152187"/>
                    <a:pt x="150755" y="151428"/>
                  </a:cubicBezTo>
                  <a:cubicBezTo>
                    <a:pt x="150756" y="149817"/>
                    <a:pt x="150759" y="148207"/>
                    <a:pt x="150766" y="146597"/>
                  </a:cubicBezTo>
                  <a:cubicBezTo>
                    <a:pt x="150786" y="145431"/>
                    <a:pt x="150786" y="145431"/>
                    <a:pt x="150806" y="144289"/>
                  </a:cubicBezTo>
                  <a:cubicBezTo>
                    <a:pt x="150754" y="142210"/>
                    <a:pt x="150754" y="142210"/>
                    <a:pt x="151082" y="140353"/>
                  </a:cubicBezTo>
                  <a:cubicBezTo>
                    <a:pt x="152461" y="139082"/>
                    <a:pt x="153242" y="138502"/>
                    <a:pt x="153598" y="136624"/>
                  </a:cubicBezTo>
                  <a:cubicBezTo>
                    <a:pt x="153599" y="136037"/>
                    <a:pt x="153601" y="135467"/>
                    <a:pt x="153603" y="134897"/>
                  </a:cubicBezTo>
                  <a:cubicBezTo>
                    <a:pt x="153614" y="133905"/>
                    <a:pt x="153614" y="133905"/>
                    <a:pt x="153624" y="132933"/>
                  </a:cubicBezTo>
                  <a:cubicBezTo>
                    <a:pt x="153620" y="132214"/>
                    <a:pt x="153615" y="131516"/>
                    <a:pt x="153611" y="130819"/>
                  </a:cubicBezTo>
                  <a:cubicBezTo>
                    <a:pt x="153615" y="129344"/>
                    <a:pt x="153618" y="127869"/>
                    <a:pt x="153619" y="126394"/>
                  </a:cubicBezTo>
                  <a:cubicBezTo>
                    <a:pt x="153605" y="124067"/>
                    <a:pt x="153593" y="121740"/>
                    <a:pt x="153605" y="119413"/>
                  </a:cubicBezTo>
                  <a:cubicBezTo>
                    <a:pt x="153614" y="117894"/>
                    <a:pt x="153619" y="116376"/>
                    <a:pt x="153617" y="114857"/>
                  </a:cubicBezTo>
                  <a:cubicBezTo>
                    <a:pt x="153614" y="113758"/>
                    <a:pt x="153614" y="113758"/>
                    <a:pt x="153611" y="112680"/>
                  </a:cubicBezTo>
                  <a:cubicBezTo>
                    <a:pt x="153618" y="111612"/>
                    <a:pt x="153618" y="111612"/>
                    <a:pt x="153624" y="110566"/>
                  </a:cubicBezTo>
                  <a:cubicBezTo>
                    <a:pt x="153617" y="109898"/>
                    <a:pt x="153610" y="109250"/>
                    <a:pt x="153603" y="108602"/>
                  </a:cubicBezTo>
                  <a:cubicBezTo>
                    <a:pt x="153596" y="106510"/>
                    <a:pt x="153628" y="105721"/>
                    <a:pt x="152198" y="104160"/>
                  </a:cubicBezTo>
                  <a:cubicBezTo>
                    <a:pt x="150926" y="103211"/>
                    <a:pt x="150926" y="103211"/>
                    <a:pt x="150795" y="101550"/>
                  </a:cubicBezTo>
                  <a:cubicBezTo>
                    <a:pt x="150790" y="100929"/>
                    <a:pt x="150785" y="100327"/>
                    <a:pt x="150779" y="99725"/>
                  </a:cubicBezTo>
                  <a:cubicBezTo>
                    <a:pt x="150746" y="98369"/>
                    <a:pt x="150723" y="97014"/>
                    <a:pt x="150710" y="95658"/>
                  </a:cubicBezTo>
                  <a:cubicBezTo>
                    <a:pt x="150703" y="94950"/>
                    <a:pt x="150696" y="94263"/>
                    <a:pt x="150689" y="93575"/>
                  </a:cubicBezTo>
                  <a:cubicBezTo>
                    <a:pt x="150672" y="92899"/>
                    <a:pt x="150656" y="92242"/>
                    <a:pt x="150640" y="91586"/>
                  </a:cubicBezTo>
                  <a:cubicBezTo>
                    <a:pt x="150624" y="89763"/>
                    <a:pt x="150624" y="89763"/>
                    <a:pt x="150338" y="88263"/>
                  </a:cubicBezTo>
                  <a:cubicBezTo>
                    <a:pt x="149579" y="87757"/>
                    <a:pt x="148842" y="87266"/>
                    <a:pt x="148105" y="86775"/>
                  </a:cubicBezTo>
                  <a:cubicBezTo>
                    <a:pt x="148074" y="85937"/>
                    <a:pt x="148043" y="85123"/>
                    <a:pt x="148012" y="84310"/>
                  </a:cubicBezTo>
                  <a:cubicBezTo>
                    <a:pt x="148093" y="81932"/>
                    <a:pt x="148090" y="80098"/>
                    <a:pt x="147361" y="77845"/>
                  </a:cubicBezTo>
                  <a:cubicBezTo>
                    <a:pt x="146602" y="77592"/>
                    <a:pt x="145865" y="77346"/>
                    <a:pt x="145129" y="77101"/>
                  </a:cubicBezTo>
                  <a:cubicBezTo>
                    <a:pt x="145129" y="75365"/>
                    <a:pt x="145129" y="73628"/>
                    <a:pt x="145129" y="71892"/>
                  </a:cubicBezTo>
                  <a:cubicBezTo>
                    <a:pt x="144370" y="71386"/>
                    <a:pt x="143633" y="70895"/>
                    <a:pt x="142896" y="70404"/>
                  </a:cubicBezTo>
                  <a:cubicBezTo>
                    <a:pt x="142652" y="68667"/>
                    <a:pt x="142404" y="66930"/>
                    <a:pt x="142152" y="65195"/>
                  </a:cubicBezTo>
                  <a:cubicBezTo>
                    <a:pt x="141393" y="64942"/>
                    <a:pt x="140656" y="64696"/>
                    <a:pt x="139920" y="64451"/>
                  </a:cubicBezTo>
                  <a:cubicBezTo>
                    <a:pt x="139672" y="62714"/>
                    <a:pt x="139423" y="60978"/>
                    <a:pt x="139175" y="59242"/>
                  </a:cubicBezTo>
                  <a:cubicBezTo>
                    <a:pt x="138416" y="58989"/>
                    <a:pt x="137680" y="58743"/>
                    <a:pt x="136943" y="58497"/>
                  </a:cubicBezTo>
                  <a:cubicBezTo>
                    <a:pt x="136943" y="57485"/>
                    <a:pt x="136943" y="56503"/>
                    <a:pt x="136943" y="55521"/>
                  </a:cubicBezTo>
                  <a:cubicBezTo>
                    <a:pt x="136437" y="55394"/>
                    <a:pt x="135946" y="55272"/>
                    <a:pt x="135455" y="55149"/>
                  </a:cubicBezTo>
                  <a:cubicBezTo>
                    <a:pt x="134949" y="55022"/>
                    <a:pt x="134458" y="54899"/>
                    <a:pt x="133966" y="54777"/>
                  </a:cubicBezTo>
                  <a:cubicBezTo>
                    <a:pt x="133966" y="53765"/>
                    <a:pt x="133966" y="52782"/>
                    <a:pt x="133966" y="51800"/>
                  </a:cubicBezTo>
                  <a:cubicBezTo>
                    <a:pt x="133207" y="51547"/>
                    <a:pt x="132471" y="51302"/>
                    <a:pt x="131734" y="51056"/>
                  </a:cubicBezTo>
                  <a:cubicBezTo>
                    <a:pt x="131408" y="49521"/>
                    <a:pt x="131408" y="49521"/>
                    <a:pt x="130990" y="48079"/>
                  </a:cubicBezTo>
                  <a:cubicBezTo>
                    <a:pt x="129978" y="48079"/>
                    <a:pt x="128996" y="48079"/>
                    <a:pt x="128013" y="48079"/>
                  </a:cubicBezTo>
                  <a:cubicBezTo>
                    <a:pt x="128013" y="47573"/>
                    <a:pt x="128013" y="47082"/>
                    <a:pt x="128013" y="46591"/>
                  </a:cubicBezTo>
                  <a:cubicBezTo>
                    <a:pt x="127013" y="45858"/>
                    <a:pt x="126022" y="45112"/>
                    <a:pt x="125037" y="44359"/>
                  </a:cubicBezTo>
                  <a:cubicBezTo>
                    <a:pt x="124432" y="42731"/>
                    <a:pt x="124432" y="42731"/>
                    <a:pt x="123548" y="41382"/>
                  </a:cubicBezTo>
                  <a:cubicBezTo>
                    <a:pt x="121812" y="41413"/>
                    <a:pt x="120076" y="41414"/>
                    <a:pt x="118340" y="41382"/>
                  </a:cubicBezTo>
                  <a:cubicBezTo>
                    <a:pt x="118197" y="40750"/>
                    <a:pt x="118059" y="40136"/>
                    <a:pt x="117921" y="39522"/>
                  </a:cubicBezTo>
                  <a:cubicBezTo>
                    <a:pt x="117757" y="38582"/>
                    <a:pt x="117757" y="38582"/>
                    <a:pt x="117595" y="37661"/>
                  </a:cubicBezTo>
                  <a:cubicBezTo>
                    <a:pt x="116491" y="37638"/>
                    <a:pt x="116491" y="37638"/>
                    <a:pt x="115409" y="37615"/>
                  </a:cubicBezTo>
                  <a:cubicBezTo>
                    <a:pt x="114635" y="37631"/>
                    <a:pt x="113883" y="37646"/>
                    <a:pt x="113131" y="37661"/>
                  </a:cubicBezTo>
                  <a:cubicBezTo>
                    <a:pt x="112575" y="36211"/>
                    <a:pt x="112575" y="36211"/>
                    <a:pt x="111642" y="34685"/>
                  </a:cubicBezTo>
                  <a:cubicBezTo>
                    <a:pt x="110818" y="34531"/>
                    <a:pt x="110018" y="34381"/>
                    <a:pt x="109218" y="34231"/>
                  </a:cubicBezTo>
                  <a:cubicBezTo>
                    <a:pt x="108240" y="34196"/>
                    <a:pt x="107290" y="34161"/>
                    <a:pt x="106340" y="34127"/>
                  </a:cubicBezTo>
                  <a:cubicBezTo>
                    <a:pt x="104881" y="34062"/>
                    <a:pt x="104881" y="34062"/>
                    <a:pt x="103451" y="33999"/>
                  </a:cubicBezTo>
                  <a:cubicBezTo>
                    <a:pt x="102694" y="33979"/>
                    <a:pt x="101959" y="33960"/>
                    <a:pt x="101224" y="33941"/>
                  </a:cubicBezTo>
                  <a:cubicBezTo>
                    <a:pt x="101224" y="33435"/>
                    <a:pt x="101224" y="32944"/>
                    <a:pt x="101224" y="32452"/>
                  </a:cubicBezTo>
                  <a:cubicBezTo>
                    <a:pt x="98678" y="30755"/>
                    <a:pt x="98678" y="30755"/>
                    <a:pt x="93842" y="30688"/>
                  </a:cubicBezTo>
                  <a:cubicBezTo>
                    <a:pt x="93174" y="30687"/>
                    <a:pt x="92525" y="30686"/>
                    <a:pt x="91876" y="30685"/>
                  </a:cubicBezTo>
                  <a:cubicBezTo>
                    <a:pt x="90879" y="30657"/>
                    <a:pt x="90879" y="30657"/>
                    <a:pt x="89901" y="30630"/>
                  </a:cubicBezTo>
                  <a:cubicBezTo>
                    <a:pt x="89259" y="30627"/>
                    <a:pt x="88636" y="30624"/>
                    <a:pt x="88013" y="30621"/>
                  </a:cubicBezTo>
                  <a:close/>
                  <a:moveTo>
                    <a:pt x="76078" y="0"/>
                  </a:moveTo>
                  <a:cubicBezTo>
                    <a:pt x="77048" y="6"/>
                    <a:pt x="78019" y="12"/>
                    <a:pt x="79018" y="18"/>
                  </a:cubicBezTo>
                  <a:cubicBezTo>
                    <a:pt x="80017" y="16"/>
                    <a:pt x="81015" y="13"/>
                    <a:pt x="82013" y="10"/>
                  </a:cubicBezTo>
                  <a:cubicBezTo>
                    <a:pt x="84108" y="5"/>
                    <a:pt x="86202" y="12"/>
                    <a:pt x="88296" y="26"/>
                  </a:cubicBezTo>
                  <a:cubicBezTo>
                    <a:pt x="90987" y="42"/>
                    <a:pt x="93676" y="33"/>
                    <a:pt x="96367" y="15"/>
                  </a:cubicBezTo>
                  <a:cubicBezTo>
                    <a:pt x="98429" y="4"/>
                    <a:pt x="100490" y="8"/>
                    <a:pt x="102552" y="15"/>
                  </a:cubicBezTo>
                  <a:cubicBezTo>
                    <a:pt x="104029" y="18"/>
                    <a:pt x="105505" y="9"/>
                    <a:pt x="106981" y="0"/>
                  </a:cubicBezTo>
                  <a:cubicBezTo>
                    <a:pt x="107872" y="9"/>
                    <a:pt x="108764" y="19"/>
                    <a:pt x="109682" y="28"/>
                  </a:cubicBezTo>
                  <a:cubicBezTo>
                    <a:pt x="110866" y="32"/>
                    <a:pt x="110866" y="32"/>
                    <a:pt x="112074" y="36"/>
                  </a:cubicBezTo>
                  <a:cubicBezTo>
                    <a:pt x="112955" y="223"/>
                    <a:pt x="112955" y="223"/>
                    <a:pt x="113854" y="414"/>
                  </a:cubicBezTo>
                  <a:cubicBezTo>
                    <a:pt x="114361" y="1902"/>
                    <a:pt x="114361" y="1902"/>
                    <a:pt x="114598" y="3390"/>
                  </a:cubicBezTo>
                  <a:cubicBezTo>
                    <a:pt x="116662" y="3835"/>
                    <a:pt x="116662" y="3835"/>
                    <a:pt x="119063" y="3809"/>
                  </a:cubicBezTo>
                  <a:cubicBezTo>
                    <a:pt x="121527" y="3858"/>
                    <a:pt x="121527" y="3858"/>
                    <a:pt x="123527" y="4134"/>
                  </a:cubicBezTo>
                  <a:cubicBezTo>
                    <a:pt x="123773" y="4871"/>
                    <a:pt x="124018" y="5608"/>
                    <a:pt x="124271" y="6367"/>
                  </a:cubicBezTo>
                  <a:cubicBezTo>
                    <a:pt x="125657" y="6690"/>
                    <a:pt x="125657" y="6690"/>
                    <a:pt x="127248" y="6692"/>
                  </a:cubicBezTo>
                  <a:cubicBezTo>
                    <a:pt x="128896" y="6829"/>
                    <a:pt x="128896" y="6829"/>
                    <a:pt x="130225" y="7111"/>
                  </a:cubicBezTo>
                  <a:cubicBezTo>
                    <a:pt x="130502" y="8095"/>
                    <a:pt x="130750" y="9088"/>
                    <a:pt x="130969" y="10087"/>
                  </a:cubicBezTo>
                  <a:cubicBezTo>
                    <a:pt x="131828" y="10210"/>
                    <a:pt x="132688" y="10333"/>
                    <a:pt x="133573" y="10459"/>
                  </a:cubicBezTo>
                  <a:cubicBezTo>
                    <a:pt x="134433" y="10582"/>
                    <a:pt x="135292" y="10705"/>
                    <a:pt x="136178" y="10832"/>
                  </a:cubicBezTo>
                  <a:cubicBezTo>
                    <a:pt x="136455" y="11816"/>
                    <a:pt x="136703" y="12809"/>
                    <a:pt x="136922" y="13808"/>
                  </a:cubicBezTo>
                  <a:cubicBezTo>
                    <a:pt x="139166" y="14420"/>
                    <a:pt x="139166" y="14420"/>
                    <a:pt x="141387" y="14552"/>
                  </a:cubicBezTo>
                  <a:cubicBezTo>
                    <a:pt x="141387" y="15535"/>
                    <a:pt x="141387" y="16517"/>
                    <a:pt x="141387" y="17529"/>
                  </a:cubicBezTo>
                  <a:cubicBezTo>
                    <a:pt x="142377" y="17784"/>
                    <a:pt x="143369" y="18032"/>
                    <a:pt x="144363" y="18273"/>
                  </a:cubicBezTo>
                  <a:cubicBezTo>
                    <a:pt x="144524" y="19033"/>
                    <a:pt x="144524" y="19033"/>
                    <a:pt x="144689" y="19808"/>
                  </a:cubicBezTo>
                  <a:cubicBezTo>
                    <a:pt x="144827" y="20284"/>
                    <a:pt x="144965" y="20759"/>
                    <a:pt x="145107" y="21250"/>
                  </a:cubicBezTo>
                  <a:cubicBezTo>
                    <a:pt x="145706" y="21250"/>
                    <a:pt x="146305" y="21250"/>
                    <a:pt x="146921" y="21250"/>
                  </a:cubicBezTo>
                  <a:cubicBezTo>
                    <a:pt x="147551" y="21250"/>
                    <a:pt x="148180" y="21250"/>
                    <a:pt x="148828" y="21250"/>
                  </a:cubicBezTo>
                  <a:cubicBezTo>
                    <a:pt x="149665" y="22691"/>
                    <a:pt x="149665" y="22691"/>
                    <a:pt x="150316" y="24226"/>
                  </a:cubicBezTo>
                  <a:cubicBezTo>
                    <a:pt x="151053" y="24472"/>
                    <a:pt x="151790" y="24717"/>
                    <a:pt x="152549" y="24970"/>
                  </a:cubicBezTo>
                  <a:cubicBezTo>
                    <a:pt x="152804" y="25960"/>
                    <a:pt x="153052" y="26953"/>
                    <a:pt x="153293" y="27947"/>
                  </a:cubicBezTo>
                  <a:cubicBezTo>
                    <a:pt x="154030" y="28438"/>
                    <a:pt x="154766" y="28929"/>
                    <a:pt x="155525" y="29435"/>
                  </a:cubicBezTo>
                  <a:cubicBezTo>
                    <a:pt x="155525" y="30172"/>
                    <a:pt x="155525" y="30908"/>
                    <a:pt x="155525" y="31667"/>
                  </a:cubicBezTo>
                  <a:cubicBezTo>
                    <a:pt x="156262" y="31913"/>
                    <a:pt x="156999" y="32159"/>
                    <a:pt x="157758" y="32412"/>
                  </a:cubicBezTo>
                  <a:cubicBezTo>
                    <a:pt x="157881" y="32918"/>
                    <a:pt x="158003" y="33425"/>
                    <a:pt x="158130" y="33946"/>
                  </a:cubicBezTo>
                  <a:cubicBezTo>
                    <a:pt x="158253" y="34422"/>
                    <a:pt x="158375" y="34898"/>
                    <a:pt x="158502" y="35388"/>
                  </a:cubicBezTo>
                  <a:cubicBezTo>
                    <a:pt x="159239" y="35388"/>
                    <a:pt x="159975" y="35388"/>
                    <a:pt x="160734" y="35388"/>
                  </a:cubicBezTo>
                  <a:cubicBezTo>
                    <a:pt x="160989" y="36627"/>
                    <a:pt x="161236" y="37868"/>
                    <a:pt x="161479" y="39109"/>
                  </a:cubicBezTo>
                  <a:cubicBezTo>
                    <a:pt x="162215" y="39354"/>
                    <a:pt x="162952" y="39600"/>
                    <a:pt x="163711" y="39853"/>
                  </a:cubicBezTo>
                  <a:cubicBezTo>
                    <a:pt x="164223" y="42132"/>
                    <a:pt x="164223" y="42132"/>
                    <a:pt x="164455" y="44318"/>
                  </a:cubicBezTo>
                  <a:cubicBezTo>
                    <a:pt x="165192" y="44318"/>
                    <a:pt x="165928" y="44318"/>
                    <a:pt x="166688" y="44318"/>
                  </a:cubicBezTo>
                  <a:cubicBezTo>
                    <a:pt x="166764" y="45024"/>
                    <a:pt x="166841" y="45730"/>
                    <a:pt x="166920" y="46457"/>
                  </a:cubicBezTo>
                  <a:cubicBezTo>
                    <a:pt x="167198" y="48999"/>
                    <a:pt x="167198" y="48999"/>
                    <a:pt x="169664" y="50271"/>
                  </a:cubicBezTo>
                  <a:cubicBezTo>
                    <a:pt x="169804" y="52969"/>
                    <a:pt x="169804" y="52969"/>
                    <a:pt x="169664" y="55480"/>
                  </a:cubicBezTo>
                  <a:cubicBezTo>
                    <a:pt x="170401" y="55480"/>
                    <a:pt x="171137" y="55480"/>
                    <a:pt x="171896" y="55480"/>
                  </a:cubicBezTo>
                  <a:cubicBezTo>
                    <a:pt x="172388" y="56945"/>
                    <a:pt x="172388" y="56945"/>
                    <a:pt x="172687" y="58829"/>
                  </a:cubicBezTo>
                  <a:cubicBezTo>
                    <a:pt x="172951" y="60655"/>
                    <a:pt x="172951" y="60655"/>
                    <a:pt x="173385" y="62177"/>
                  </a:cubicBezTo>
                  <a:cubicBezTo>
                    <a:pt x="173876" y="62177"/>
                    <a:pt x="174367" y="62177"/>
                    <a:pt x="174873" y="62177"/>
                  </a:cubicBezTo>
                  <a:cubicBezTo>
                    <a:pt x="174901" y="62706"/>
                    <a:pt x="174929" y="63234"/>
                    <a:pt x="174957" y="63779"/>
                  </a:cubicBezTo>
                  <a:cubicBezTo>
                    <a:pt x="175006" y="64463"/>
                    <a:pt x="175055" y="65147"/>
                    <a:pt x="175106" y="65851"/>
                  </a:cubicBezTo>
                  <a:cubicBezTo>
                    <a:pt x="175149" y="66533"/>
                    <a:pt x="175192" y="67215"/>
                    <a:pt x="175236" y="67918"/>
                  </a:cubicBezTo>
                  <a:cubicBezTo>
                    <a:pt x="175362" y="68479"/>
                    <a:pt x="175488" y="69040"/>
                    <a:pt x="175617" y="69619"/>
                  </a:cubicBezTo>
                  <a:cubicBezTo>
                    <a:pt x="176354" y="69864"/>
                    <a:pt x="177091" y="70110"/>
                    <a:pt x="177850" y="70363"/>
                  </a:cubicBezTo>
                  <a:cubicBezTo>
                    <a:pt x="178178" y="72688"/>
                    <a:pt x="178178" y="72688"/>
                    <a:pt x="178268" y="75572"/>
                  </a:cubicBezTo>
                  <a:cubicBezTo>
                    <a:pt x="178326" y="77311"/>
                    <a:pt x="178423" y="79049"/>
                    <a:pt x="178594" y="80781"/>
                  </a:cubicBezTo>
                  <a:cubicBezTo>
                    <a:pt x="179085" y="81026"/>
                    <a:pt x="179576" y="81272"/>
                    <a:pt x="180082" y="81525"/>
                  </a:cubicBezTo>
                  <a:cubicBezTo>
                    <a:pt x="180296" y="83620"/>
                    <a:pt x="180430" y="85656"/>
                    <a:pt x="180501" y="87757"/>
                  </a:cubicBezTo>
                  <a:cubicBezTo>
                    <a:pt x="180616" y="92145"/>
                    <a:pt x="180616" y="92145"/>
                    <a:pt x="181570" y="96408"/>
                  </a:cubicBezTo>
                  <a:cubicBezTo>
                    <a:pt x="182061" y="96653"/>
                    <a:pt x="182553" y="96899"/>
                    <a:pt x="183059" y="97152"/>
                  </a:cubicBezTo>
                  <a:cubicBezTo>
                    <a:pt x="183238" y="99134"/>
                    <a:pt x="183238" y="99134"/>
                    <a:pt x="183228" y="101813"/>
                  </a:cubicBezTo>
                  <a:cubicBezTo>
                    <a:pt x="183228" y="102299"/>
                    <a:pt x="183228" y="102786"/>
                    <a:pt x="183228" y="103287"/>
                  </a:cubicBezTo>
                  <a:cubicBezTo>
                    <a:pt x="183227" y="104902"/>
                    <a:pt x="183216" y="106516"/>
                    <a:pt x="183204" y="108131"/>
                  </a:cubicBezTo>
                  <a:cubicBezTo>
                    <a:pt x="183201" y="109248"/>
                    <a:pt x="183199" y="110364"/>
                    <a:pt x="183198" y="111481"/>
                  </a:cubicBezTo>
                  <a:cubicBezTo>
                    <a:pt x="183192" y="114426"/>
                    <a:pt x="183177" y="117370"/>
                    <a:pt x="183161" y="120315"/>
                  </a:cubicBezTo>
                  <a:cubicBezTo>
                    <a:pt x="183146" y="123318"/>
                    <a:pt x="183139" y="126320"/>
                    <a:pt x="183131" y="129323"/>
                  </a:cubicBezTo>
                  <a:cubicBezTo>
                    <a:pt x="183115" y="135218"/>
                    <a:pt x="183090" y="141114"/>
                    <a:pt x="183059" y="147009"/>
                  </a:cubicBezTo>
                  <a:cubicBezTo>
                    <a:pt x="182567" y="147009"/>
                    <a:pt x="182076" y="147009"/>
                    <a:pt x="181570" y="147009"/>
                  </a:cubicBezTo>
                  <a:cubicBezTo>
                    <a:pt x="180880" y="148998"/>
                    <a:pt x="180702" y="150952"/>
                    <a:pt x="180591" y="153044"/>
                  </a:cubicBezTo>
                  <a:cubicBezTo>
                    <a:pt x="180560" y="153605"/>
                    <a:pt x="180528" y="154166"/>
                    <a:pt x="180496" y="154744"/>
                  </a:cubicBezTo>
                  <a:cubicBezTo>
                    <a:pt x="180467" y="155323"/>
                    <a:pt x="180438" y="155901"/>
                    <a:pt x="180408" y="156497"/>
                  </a:cubicBezTo>
                  <a:cubicBezTo>
                    <a:pt x="180375" y="157087"/>
                    <a:pt x="180343" y="157677"/>
                    <a:pt x="180310" y="158285"/>
                  </a:cubicBezTo>
                  <a:cubicBezTo>
                    <a:pt x="180232" y="159735"/>
                    <a:pt x="180156" y="161186"/>
                    <a:pt x="180082" y="162636"/>
                  </a:cubicBezTo>
                  <a:cubicBezTo>
                    <a:pt x="179345" y="162636"/>
                    <a:pt x="178609" y="162636"/>
                    <a:pt x="177850" y="162636"/>
                  </a:cubicBezTo>
                  <a:cubicBezTo>
                    <a:pt x="177876" y="163380"/>
                    <a:pt x="177901" y="164123"/>
                    <a:pt x="177928" y="164889"/>
                  </a:cubicBezTo>
                  <a:cubicBezTo>
                    <a:pt x="177948" y="165849"/>
                    <a:pt x="177968" y="166809"/>
                    <a:pt x="177989" y="167799"/>
                  </a:cubicBezTo>
                  <a:cubicBezTo>
                    <a:pt x="178015" y="168757"/>
                    <a:pt x="178041" y="169715"/>
                    <a:pt x="178068" y="170703"/>
                  </a:cubicBezTo>
                  <a:cubicBezTo>
                    <a:pt x="177996" y="171479"/>
                    <a:pt x="177924" y="172255"/>
                    <a:pt x="177850" y="173054"/>
                  </a:cubicBezTo>
                  <a:cubicBezTo>
                    <a:pt x="177113" y="173300"/>
                    <a:pt x="176376" y="173545"/>
                    <a:pt x="175617" y="173798"/>
                  </a:cubicBezTo>
                  <a:cubicBezTo>
                    <a:pt x="175179" y="175546"/>
                    <a:pt x="175179" y="175546"/>
                    <a:pt x="175106" y="177566"/>
                  </a:cubicBezTo>
                  <a:cubicBezTo>
                    <a:pt x="175032" y="178591"/>
                    <a:pt x="175032" y="178591"/>
                    <a:pt x="174957" y="179638"/>
                  </a:cubicBezTo>
                  <a:cubicBezTo>
                    <a:pt x="174930" y="180167"/>
                    <a:pt x="174902" y="180695"/>
                    <a:pt x="174873" y="181240"/>
                  </a:cubicBezTo>
                  <a:cubicBezTo>
                    <a:pt x="174136" y="181240"/>
                    <a:pt x="173400" y="181240"/>
                    <a:pt x="172641" y="181240"/>
                  </a:cubicBezTo>
                  <a:cubicBezTo>
                    <a:pt x="172586" y="181952"/>
                    <a:pt x="172586" y="181952"/>
                    <a:pt x="172530" y="182679"/>
                  </a:cubicBezTo>
                  <a:cubicBezTo>
                    <a:pt x="172475" y="183293"/>
                    <a:pt x="172419" y="183908"/>
                    <a:pt x="172362" y="184542"/>
                  </a:cubicBezTo>
                  <a:cubicBezTo>
                    <a:pt x="172310" y="185155"/>
                    <a:pt x="172258" y="185768"/>
                    <a:pt x="172205" y="186399"/>
                  </a:cubicBezTo>
                  <a:cubicBezTo>
                    <a:pt x="172103" y="186907"/>
                    <a:pt x="172001" y="187414"/>
                    <a:pt x="171896" y="187937"/>
                  </a:cubicBezTo>
                  <a:cubicBezTo>
                    <a:pt x="171405" y="188183"/>
                    <a:pt x="170914" y="188428"/>
                    <a:pt x="170408" y="188681"/>
                  </a:cubicBezTo>
                  <a:cubicBezTo>
                    <a:pt x="170163" y="189541"/>
                    <a:pt x="169917" y="190400"/>
                    <a:pt x="169664" y="191286"/>
                  </a:cubicBezTo>
                  <a:cubicBezTo>
                    <a:pt x="169419" y="192145"/>
                    <a:pt x="169173" y="193005"/>
                    <a:pt x="168920" y="193890"/>
                  </a:cubicBezTo>
                  <a:cubicBezTo>
                    <a:pt x="168429" y="194136"/>
                    <a:pt x="167938" y="194381"/>
                    <a:pt x="167432" y="194634"/>
                  </a:cubicBezTo>
                  <a:cubicBezTo>
                    <a:pt x="166942" y="196889"/>
                    <a:pt x="166942" y="196889"/>
                    <a:pt x="166688" y="199099"/>
                  </a:cubicBezTo>
                  <a:cubicBezTo>
                    <a:pt x="165951" y="199099"/>
                    <a:pt x="165214" y="199099"/>
                    <a:pt x="164455" y="199099"/>
                  </a:cubicBezTo>
                  <a:cubicBezTo>
                    <a:pt x="164378" y="199928"/>
                    <a:pt x="164302" y="200757"/>
                    <a:pt x="164223" y="201611"/>
                  </a:cubicBezTo>
                  <a:cubicBezTo>
                    <a:pt x="163969" y="202946"/>
                    <a:pt x="163969" y="202946"/>
                    <a:pt x="163711" y="204308"/>
                  </a:cubicBezTo>
                  <a:cubicBezTo>
                    <a:pt x="162974" y="204799"/>
                    <a:pt x="162238" y="205290"/>
                    <a:pt x="161479" y="205796"/>
                  </a:cubicBezTo>
                  <a:cubicBezTo>
                    <a:pt x="161233" y="206533"/>
                    <a:pt x="160987" y="207270"/>
                    <a:pt x="160734" y="208029"/>
                  </a:cubicBezTo>
                  <a:cubicBezTo>
                    <a:pt x="159659" y="209202"/>
                    <a:pt x="158510" y="210254"/>
                    <a:pt x="157339" y="211331"/>
                  </a:cubicBezTo>
                  <a:cubicBezTo>
                    <a:pt x="156207" y="212444"/>
                    <a:pt x="156207" y="212444"/>
                    <a:pt x="155618" y="213889"/>
                  </a:cubicBezTo>
                  <a:cubicBezTo>
                    <a:pt x="154462" y="216073"/>
                    <a:pt x="152845" y="217490"/>
                    <a:pt x="151061" y="219191"/>
                  </a:cubicBezTo>
                  <a:cubicBezTo>
                    <a:pt x="150401" y="219866"/>
                    <a:pt x="149741" y="220542"/>
                    <a:pt x="149061" y="221237"/>
                  </a:cubicBezTo>
                  <a:cubicBezTo>
                    <a:pt x="147340" y="222912"/>
                    <a:pt x="147340" y="222912"/>
                    <a:pt x="145852" y="223656"/>
                  </a:cubicBezTo>
                  <a:cubicBezTo>
                    <a:pt x="145606" y="224392"/>
                    <a:pt x="145360" y="225129"/>
                    <a:pt x="145107" y="225888"/>
                  </a:cubicBezTo>
                  <a:cubicBezTo>
                    <a:pt x="143201" y="226028"/>
                    <a:pt x="143201" y="226028"/>
                    <a:pt x="141387" y="225888"/>
                  </a:cubicBezTo>
                  <a:cubicBezTo>
                    <a:pt x="141387" y="227116"/>
                    <a:pt x="141387" y="228344"/>
                    <a:pt x="141387" y="229609"/>
                  </a:cubicBezTo>
                  <a:cubicBezTo>
                    <a:pt x="140665" y="229547"/>
                    <a:pt x="139944" y="229486"/>
                    <a:pt x="139201" y="229423"/>
                  </a:cubicBezTo>
                  <a:cubicBezTo>
                    <a:pt x="138449" y="229484"/>
                    <a:pt x="137697" y="229546"/>
                    <a:pt x="136922" y="229609"/>
                  </a:cubicBezTo>
                  <a:cubicBezTo>
                    <a:pt x="136814" y="230085"/>
                    <a:pt x="136707" y="230560"/>
                    <a:pt x="136596" y="231051"/>
                  </a:cubicBezTo>
                  <a:cubicBezTo>
                    <a:pt x="136458" y="231557"/>
                    <a:pt x="136320" y="232064"/>
                    <a:pt x="136178" y="232585"/>
                  </a:cubicBezTo>
                  <a:cubicBezTo>
                    <a:pt x="134441" y="232833"/>
                    <a:pt x="132705" y="233082"/>
                    <a:pt x="130969" y="233330"/>
                  </a:cubicBezTo>
                  <a:cubicBezTo>
                    <a:pt x="130861" y="233820"/>
                    <a:pt x="130754" y="234310"/>
                    <a:pt x="130643" y="234815"/>
                  </a:cubicBezTo>
                  <a:cubicBezTo>
                    <a:pt x="130505" y="235307"/>
                    <a:pt x="130367" y="235799"/>
                    <a:pt x="130225" y="236306"/>
                  </a:cubicBezTo>
                  <a:cubicBezTo>
                    <a:pt x="128713" y="236681"/>
                    <a:pt x="128713" y="236681"/>
                    <a:pt x="126876" y="236725"/>
                  </a:cubicBezTo>
                  <a:cubicBezTo>
                    <a:pt x="125084" y="236726"/>
                    <a:pt x="125084" y="236726"/>
                    <a:pt x="123527" y="237050"/>
                  </a:cubicBezTo>
                  <a:cubicBezTo>
                    <a:pt x="123282" y="237787"/>
                    <a:pt x="123036" y="238524"/>
                    <a:pt x="122783" y="239283"/>
                  </a:cubicBezTo>
                  <a:cubicBezTo>
                    <a:pt x="119994" y="239862"/>
                    <a:pt x="117448" y="240027"/>
                    <a:pt x="114598" y="240027"/>
                  </a:cubicBezTo>
                  <a:cubicBezTo>
                    <a:pt x="114449" y="240753"/>
                    <a:pt x="114449" y="240753"/>
                    <a:pt x="114297" y="241494"/>
                  </a:cubicBezTo>
                  <a:cubicBezTo>
                    <a:pt x="114150" y="241992"/>
                    <a:pt x="114004" y="242490"/>
                    <a:pt x="113854" y="243003"/>
                  </a:cubicBezTo>
                  <a:cubicBezTo>
                    <a:pt x="112097" y="243361"/>
                    <a:pt x="112097" y="243361"/>
                    <a:pt x="109739" y="243341"/>
                  </a:cubicBezTo>
                  <a:cubicBezTo>
                    <a:pt x="108860" y="243341"/>
                    <a:pt x="107981" y="243341"/>
                    <a:pt x="107075" y="243341"/>
                  </a:cubicBezTo>
                  <a:cubicBezTo>
                    <a:pt x="105641" y="243318"/>
                    <a:pt x="105641" y="243318"/>
                    <a:pt x="104177" y="243294"/>
                  </a:cubicBezTo>
                  <a:cubicBezTo>
                    <a:pt x="103203" y="243290"/>
                    <a:pt x="102230" y="243286"/>
                    <a:pt x="101227" y="243281"/>
                  </a:cubicBezTo>
                  <a:cubicBezTo>
                    <a:pt x="98634" y="243270"/>
                    <a:pt x="96042" y="243241"/>
                    <a:pt x="93450" y="243208"/>
                  </a:cubicBezTo>
                  <a:cubicBezTo>
                    <a:pt x="90807" y="243177"/>
                    <a:pt x="88163" y="243164"/>
                    <a:pt x="85519" y="243149"/>
                  </a:cubicBezTo>
                  <a:cubicBezTo>
                    <a:pt x="80329" y="243117"/>
                    <a:pt x="75139" y="243066"/>
                    <a:pt x="69949" y="243003"/>
                  </a:cubicBezTo>
                  <a:cubicBezTo>
                    <a:pt x="69949" y="242021"/>
                    <a:pt x="69949" y="241039"/>
                    <a:pt x="69949" y="240027"/>
                  </a:cubicBezTo>
                  <a:cubicBezTo>
                    <a:pt x="69492" y="240035"/>
                    <a:pt x="69034" y="240044"/>
                    <a:pt x="68563" y="240053"/>
                  </a:cubicBezTo>
                  <a:cubicBezTo>
                    <a:pt x="67661" y="240063"/>
                    <a:pt x="67661" y="240063"/>
                    <a:pt x="66740" y="240073"/>
                  </a:cubicBezTo>
                  <a:cubicBezTo>
                    <a:pt x="66144" y="240082"/>
                    <a:pt x="65549" y="240091"/>
                    <a:pt x="64935" y="240100"/>
                  </a:cubicBezTo>
                  <a:cubicBezTo>
                    <a:pt x="63252" y="240027"/>
                    <a:pt x="63252" y="240027"/>
                    <a:pt x="61020" y="239283"/>
                  </a:cubicBezTo>
                  <a:cubicBezTo>
                    <a:pt x="60651" y="238178"/>
                    <a:pt x="60651" y="238178"/>
                    <a:pt x="60275" y="237050"/>
                  </a:cubicBezTo>
                  <a:cubicBezTo>
                    <a:pt x="58341" y="236731"/>
                    <a:pt x="56467" y="236723"/>
                    <a:pt x="54508" y="236681"/>
                  </a:cubicBezTo>
                  <a:cubicBezTo>
                    <a:pt x="53956" y="236557"/>
                    <a:pt x="53403" y="236434"/>
                    <a:pt x="52834" y="236306"/>
                  </a:cubicBezTo>
                  <a:cubicBezTo>
                    <a:pt x="52366" y="234815"/>
                    <a:pt x="52366" y="234815"/>
                    <a:pt x="52090" y="233330"/>
                  </a:cubicBezTo>
                  <a:cubicBezTo>
                    <a:pt x="50602" y="233076"/>
                    <a:pt x="49114" y="232829"/>
                    <a:pt x="47625" y="232585"/>
                  </a:cubicBezTo>
                  <a:cubicBezTo>
                    <a:pt x="46788" y="231051"/>
                    <a:pt x="46788" y="231051"/>
                    <a:pt x="46137" y="229609"/>
                  </a:cubicBezTo>
                  <a:cubicBezTo>
                    <a:pt x="45154" y="229609"/>
                    <a:pt x="44172" y="229609"/>
                    <a:pt x="43160" y="229609"/>
                  </a:cubicBezTo>
                  <a:cubicBezTo>
                    <a:pt x="42370" y="228167"/>
                    <a:pt x="42370" y="228167"/>
                    <a:pt x="41672" y="226632"/>
                  </a:cubicBezTo>
                  <a:cubicBezTo>
                    <a:pt x="40935" y="226387"/>
                    <a:pt x="40198" y="226141"/>
                    <a:pt x="39439" y="225888"/>
                  </a:cubicBezTo>
                  <a:cubicBezTo>
                    <a:pt x="39209" y="225397"/>
                    <a:pt x="38979" y="224906"/>
                    <a:pt x="38742" y="224400"/>
                  </a:cubicBezTo>
                  <a:cubicBezTo>
                    <a:pt x="38481" y="223909"/>
                    <a:pt x="38220" y="223418"/>
                    <a:pt x="37951" y="222912"/>
                  </a:cubicBezTo>
                  <a:cubicBezTo>
                    <a:pt x="36964" y="222642"/>
                    <a:pt x="35972" y="222393"/>
                    <a:pt x="34975" y="222167"/>
                  </a:cubicBezTo>
                  <a:cubicBezTo>
                    <a:pt x="34606" y="221062"/>
                    <a:pt x="34606" y="221062"/>
                    <a:pt x="34230" y="219935"/>
                  </a:cubicBezTo>
                  <a:cubicBezTo>
                    <a:pt x="33399" y="219079"/>
                    <a:pt x="32563" y="218226"/>
                    <a:pt x="31704" y="217397"/>
                  </a:cubicBezTo>
                  <a:cubicBezTo>
                    <a:pt x="30205" y="215912"/>
                    <a:pt x="28772" y="214377"/>
                    <a:pt x="27347" y="212819"/>
                  </a:cubicBezTo>
                  <a:cubicBezTo>
                    <a:pt x="26837" y="212266"/>
                    <a:pt x="26327" y="211712"/>
                    <a:pt x="25801" y="211142"/>
                  </a:cubicBezTo>
                  <a:cubicBezTo>
                    <a:pt x="24557" y="209517"/>
                    <a:pt x="24557" y="209517"/>
                    <a:pt x="24150" y="207869"/>
                  </a:cubicBezTo>
                  <a:cubicBezTo>
                    <a:pt x="24038" y="207431"/>
                    <a:pt x="23927" y="206992"/>
                    <a:pt x="23813" y="206541"/>
                  </a:cubicBezTo>
                  <a:cubicBezTo>
                    <a:pt x="23076" y="206295"/>
                    <a:pt x="22339" y="206049"/>
                    <a:pt x="21580" y="205796"/>
                  </a:cubicBezTo>
                  <a:cubicBezTo>
                    <a:pt x="21580" y="204814"/>
                    <a:pt x="21580" y="203832"/>
                    <a:pt x="21580" y="202820"/>
                  </a:cubicBezTo>
                  <a:cubicBezTo>
                    <a:pt x="20843" y="202820"/>
                    <a:pt x="20107" y="202820"/>
                    <a:pt x="19348" y="202820"/>
                  </a:cubicBezTo>
                  <a:cubicBezTo>
                    <a:pt x="19271" y="202114"/>
                    <a:pt x="19194" y="201408"/>
                    <a:pt x="19115" y="200680"/>
                  </a:cubicBezTo>
                  <a:cubicBezTo>
                    <a:pt x="18838" y="198138"/>
                    <a:pt x="18838" y="198138"/>
                    <a:pt x="16371" y="196867"/>
                  </a:cubicBezTo>
                  <a:cubicBezTo>
                    <a:pt x="16100" y="195631"/>
                    <a:pt x="15850" y="194391"/>
                    <a:pt x="15627" y="193146"/>
                  </a:cubicBezTo>
                  <a:cubicBezTo>
                    <a:pt x="15136" y="192900"/>
                    <a:pt x="14645" y="192655"/>
                    <a:pt x="14139" y="192402"/>
                  </a:cubicBezTo>
                  <a:cubicBezTo>
                    <a:pt x="13893" y="191527"/>
                    <a:pt x="13648" y="190652"/>
                    <a:pt x="13395" y="189751"/>
                  </a:cubicBezTo>
                  <a:cubicBezTo>
                    <a:pt x="13149" y="188907"/>
                    <a:pt x="12903" y="188063"/>
                    <a:pt x="12650" y="187193"/>
                  </a:cubicBezTo>
                  <a:cubicBezTo>
                    <a:pt x="12159" y="187193"/>
                    <a:pt x="11668" y="187193"/>
                    <a:pt x="11162" y="187193"/>
                  </a:cubicBezTo>
                  <a:cubicBezTo>
                    <a:pt x="10668" y="185270"/>
                    <a:pt x="10398" y="183341"/>
                    <a:pt x="10092" y="181379"/>
                  </a:cubicBezTo>
                  <a:cubicBezTo>
                    <a:pt x="9954" y="180842"/>
                    <a:pt x="9816" y="180305"/>
                    <a:pt x="9674" y="179751"/>
                  </a:cubicBezTo>
                  <a:cubicBezTo>
                    <a:pt x="9183" y="179751"/>
                    <a:pt x="8692" y="179751"/>
                    <a:pt x="8186" y="179751"/>
                  </a:cubicBezTo>
                  <a:cubicBezTo>
                    <a:pt x="8158" y="179169"/>
                    <a:pt x="8130" y="178587"/>
                    <a:pt x="8101" y="177987"/>
                  </a:cubicBezTo>
                  <a:cubicBezTo>
                    <a:pt x="8052" y="177234"/>
                    <a:pt x="8003" y="176481"/>
                    <a:pt x="7953" y="175705"/>
                  </a:cubicBezTo>
                  <a:cubicBezTo>
                    <a:pt x="7910" y="174954"/>
                    <a:pt x="7867" y="174203"/>
                    <a:pt x="7822" y="173429"/>
                  </a:cubicBezTo>
                  <a:cubicBezTo>
                    <a:pt x="7697" y="172814"/>
                    <a:pt x="7571" y="172199"/>
                    <a:pt x="7441" y="171566"/>
                  </a:cubicBezTo>
                  <a:cubicBezTo>
                    <a:pt x="6705" y="171320"/>
                    <a:pt x="5968" y="171075"/>
                    <a:pt x="5209" y="170822"/>
                  </a:cubicBezTo>
                  <a:cubicBezTo>
                    <a:pt x="4881" y="168659"/>
                    <a:pt x="4881" y="168659"/>
                    <a:pt x="4790" y="165985"/>
                  </a:cubicBezTo>
                  <a:cubicBezTo>
                    <a:pt x="4732" y="164370"/>
                    <a:pt x="4635" y="162755"/>
                    <a:pt x="4465" y="161148"/>
                  </a:cubicBezTo>
                  <a:cubicBezTo>
                    <a:pt x="3974" y="160902"/>
                    <a:pt x="3483" y="160657"/>
                    <a:pt x="2977" y="160404"/>
                  </a:cubicBezTo>
                  <a:cubicBezTo>
                    <a:pt x="2739" y="158748"/>
                    <a:pt x="2739" y="158748"/>
                    <a:pt x="2668" y="156587"/>
                  </a:cubicBezTo>
                  <a:cubicBezTo>
                    <a:pt x="2640" y="155817"/>
                    <a:pt x="2611" y="155048"/>
                    <a:pt x="2581" y="154254"/>
                  </a:cubicBezTo>
                  <a:cubicBezTo>
                    <a:pt x="2558" y="153444"/>
                    <a:pt x="2535" y="152634"/>
                    <a:pt x="2511" y="151800"/>
                  </a:cubicBezTo>
                  <a:cubicBezTo>
                    <a:pt x="2468" y="150580"/>
                    <a:pt x="2468" y="150580"/>
                    <a:pt x="2424" y="149336"/>
                  </a:cubicBezTo>
                  <a:cubicBezTo>
                    <a:pt x="2354" y="147320"/>
                    <a:pt x="2290" y="145305"/>
                    <a:pt x="2232" y="143289"/>
                  </a:cubicBezTo>
                  <a:cubicBezTo>
                    <a:pt x="1496" y="143289"/>
                    <a:pt x="759" y="143289"/>
                    <a:pt x="0" y="143289"/>
                  </a:cubicBezTo>
                  <a:cubicBezTo>
                    <a:pt x="0" y="129782"/>
                    <a:pt x="0" y="116276"/>
                    <a:pt x="0" y="102361"/>
                  </a:cubicBezTo>
                  <a:cubicBezTo>
                    <a:pt x="737" y="102361"/>
                    <a:pt x="1473" y="102361"/>
                    <a:pt x="2232" y="102361"/>
                  </a:cubicBezTo>
                  <a:cubicBezTo>
                    <a:pt x="2478" y="95976"/>
                    <a:pt x="2724" y="89591"/>
                    <a:pt x="2977" y="83013"/>
                  </a:cubicBezTo>
                  <a:cubicBezTo>
                    <a:pt x="3468" y="83013"/>
                    <a:pt x="3959" y="83013"/>
                    <a:pt x="4465" y="83013"/>
                  </a:cubicBezTo>
                  <a:cubicBezTo>
                    <a:pt x="4493" y="82332"/>
                    <a:pt x="4520" y="81651"/>
                    <a:pt x="4549" y="80949"/>
                  </a:cubicBezTo>
                  <a:cubicBezTo>
                    <a:pt x="4598" y="80065"/>
                    <a:pt x="4647" y="79181"/>
                    <a:pt x="4697" y="78269"/>
                  </a:cubicBezTo>
                  <a:cubicBezTo>
                    <a:pt x="4741" y="77389"/>
                    <a:pt x="4784" y="76508"/>
                    <a:pt x="4828" y="75601"/>
                  </a:cubicBezTo>
                  <a:cubicBezTo>
                    <a:pt x="4954" y="74855"/>
                    <a:pt x="5080" y="74108"/>
                    <a:pt x="5209" y="73339"/>
                  </a:cubicBezTo>
                  <a:cubicBezTo>
                    <a:pt x="6314" y="72603"/>
                    <a:pt x="6314" y="72603"/>
                    <a:pt x="7441" y="71851"/>
                  </a:cubicBezTo>
                  <a:cubicBezTo>
                    <a:pt x="7876" y="69875"/>
                    <a:pt x="7876" y="69875"/>
                    <a:pt x="7953" y="67665"/>
                  </a:cubicBezTo>
                  <a:cubicBezTo>
                    <a:pt x="8002" y="66919"/>
                    <a:pt x="8051" y="66173"/>
                    <a:pt x="8101" y="65404"/>
                  </a:cubicBezTo>
                  <a:cubicBezTo>
                    <a:pt x="8129" y="64830"/>
                    <a:pt x="8157" y="64257"/>
                    <a:pt x="8186" y="63666"/>
                  </a:cubicBezTo>
                  <a:cubicBezTo>
                    <a:pt x="8922" y="63666"/>
                    <a:pt x="9659" y="63666"/>
                    <a:pt x="10418" y="63666"/>
                  </a:cubicBezTo>
                  <a:cubicBezTo>
                    <a:pt x="10664" y="61210"/>
                    <a:pt x="10909" y="58754"/>
                    <a:pt x="11162" y="56224"/>
                  </a:cubicBezTo>
                  <a:cubicBezTo>
                    <a:pt x="11899" y="56224"/>
                    <a:pt x="12636" y="56224"/>
                    <a:pt x="13395" y="56224"/>
                  </a:cubicBezTo>
                  <a:cubicBezTo>
                    <a:pt x="13348" y="55395"/>
                    <a:pt x="13302" y="54567"/>
                    <a:pt x="13255" y="53713"/>
                  </a:cubicBezTo>
                  <a:cubicBezTo>
                    <a:pt x="13301" y="52822"/>
                    <a:pt x="13347" y="51932"/>
                    <a:pt x="13395" y="51015"/>
                  </a:cubicBezTo>
                  <a:cubicBezTo>
                    <a:pt x="14500" y="50278"/>
                    <a:pt x="14500" y="50278"/>
                    <a:pt x="15627" y="49527"/>
                  </a:cubicBezTo>
                  <a:cubicBezTo>
                    <a:pt x="16139" y="48293"/>
                    <a:pt x="16636" y="47053"/>
                    <a:pt x="17115" y="45806"/>
                  </a:cubicBezTo>
                  <a:cubicBezTo>
                    <a:pt x="17852" y="45438"/>
                    <a:pt x="17852" y="45438"/>
                    <a:pt x="18604" y="45062"/>
                  </a:cubicBezTo>
                  <a:cubicBezTo>
                    <a:pt x="18726" y="44448"/>
                    <a:pt x="18849" y="43834"/>
                    <a:pt x="18976" y="43202"/>
                  </a:cubicBezTo>
                  <a:cubicBezTo>
                    <a:pt x="19098" y="42588"/>
                    <a:pt x="19221" y="41974"/>
                    <a:pt x="19348" y="41341"/>
                  </a:cubicBezTo>
                  <a:cubicBezTo>
                    <a:pt x="20084" y="40973"/>
                    <a:pt x="20084" y="40973"/>
                    <a:pt x="20836" y="40597"/>
                  </a:cubicBezTo>
                  <a:cubicBezTo>
                    <a:pt x="21594" y="39116"/>
                    <a:pt x="22336" y="37626"/>
                    <a:pt x="23068" y="36132"/>
                  </a:cubicBezTo>
                  <a:cubicBezTo>
                    <a:pt x="24603" y="33621"/>
                    <a:pt x="24603" y="33621"/>
                    <a:pt x="26045" y="31667"/>
                  </a:cubicBezTo>
                  <a:cubicBezTo>
                    <a:pt x="26536" y="31667"/>
                    <a:pt x="27027" y="31667"/>
                    <a:pt x="27533" y="31667"/>
                  </a:cubicBezTo>
                  <a:cubicBezTo>
                    <a:pt x="27733" y="31130"/>
                    <a:pt x="27932" y="30593"/>
                    <a:pt x="28138" y="30040"/>
                  </a:cubicBezTo>
                  <a:cubicBezTo>
                    <a:pt x="29216" y="27487"/>
                    <a:pt x="30771" y="26148"/>
                    <a:pt x="32742" y="24226"/>
                  </a:cubicBezTo>
                  <a:cubicBezTo>
                    <a:pt x="32972" y="23658"/>
                    <a:pt x="33203" y="23090"/>
                    <a:pt x="33440" y="22505"/>
                  </a:cubicBezTo>
                  <a:cubicBezTo>
                    <a:pt x="33701" y="22091"/>
                    <a:pt x="33962" y="21676"/>
                    <a:pt x="34230" y="21250"/>
                  </a:cubicBezTo>
                  <a:cubicBezTo>
                    <a:pt x="36556" y="21063"/>
                    <a:pt x="36556" y="21063"/>
                    <a:pt x="38695" y="21250"/>
                  </a:cubicBezTo>
                  <a:cubicBezTo>
                    <a:pt x="38695" y="20267"/>
                    <a:pt x="38695" y="19285"/>
                    <a:pt x="38695" y="18273"/>
                  </a:cubicBezTo>
                  <a:cubicBezTo>
                    <a:pt x="40137" y="17482"/>
                    <a:pt x="40137" y="17482"/>
                    <a:pt x="41672" y="16785"/>
                  </a:cubicBezTo>
                  <a:cubicBezTo>
                    <a:pt x="42040" y="15680"/>
                    <a:pt x="42040" y="15680"/>
                    <a:pt x="42416" y="14552"/>
                  </a:cubicBezTo>
                  <a:cubicBezTo>
                    <a:pt x="43168" y="14307"/>
                    <a:pt x="43920" y="14061"/>
                    <a:pt x="44695" y="13808"/>
                  </a:cubicBezTo>
                  <a:cubicBezTo>
                    <a:pt x="45416" y="13563"/>
                    <a:pt x="46138" y="13317"/>
                    <a:pt x="46881" y="13064"/>
                  </a:cubicBezTo>
                  <a:cubicBezTo>
                    <a:pt x="46881" y="12327"/>
                    <a:pt x="46881" y="11591"/>
                    <a:pt x="46881" y="10832"/>
                  </a:cubicBezTo>
                  <a:cubicBezTo>
                    <a:pt x="47725" y="10770"/>
                    <a:pt x="48569" y="10709"/>
                    <a:pt x="49439" y="10646"/>
                  </a:cubicBezTo>
                  <a:cubicBezTo>
                    <a:pt x="50314" y="10461"/>
                    <a:pt x="51189" y="10277"/>
                    <a:pt x="52090" y="10087"/>
                  </a:cubicBezTo>
                  <a:cubicBezTo>
                    <a:pt x="52197" y="9596"/>
                    <a:pt x="52305" y="9105"/>
                    <a:pt x="52415" y="8599"/>
                  </a:cubicBezTo>
                  <a:cubicBezTo>
                    <a:pt x="52623" y="7862"/>
                    <a:pt x="52623" y="7862"/>
                    <a:pt x="52834" y="7111"/>
                  </a:cubicBezTo>
                  <a:cubicBezTo>
                    <a:pt x="54382" y="6782"/>
                    <a:pt x="55858" y="6691"/>
                    <a:pt x="57438" y="6643"/>
                  </a:cubicBezTo>
                  <a:cubicBezTo>
                    <a:pt x="57883" y="6552"/>
                    <a:pt x="58329" y="6461"/>
                    <a:pt x="58787" y="6367"/>
                  </a:cubicBezTo>
                  <a:cubicBezTo>
                    <a:pt x="59033" y="5630"/>
                    <a:pt x="59278" y="4893"/>
                    <a:pt x="59531" y="4134"/>
                  </a:cubicBezTo>
                  <a:cubicBezTo>
                    <a:pt x="61851" y="3814"/>
                    <a:pt x="64121" y="3807"/>
                    <a:pt x="66461" y="3765"/>
                  </a:cubicBezTo>
                  <a:cubicBezTo>
                    <a:pt x="67121" y="3641"/>
                    <a:pt x="67781" y="3518"/>
                    <a:pt x="68461" y="3390"/>
                  </a:cubicBezTo>
                  <a:cubicBezTo>
                    <a:pt x="68539" y="2899"/>
                    <a:pt x="68617" y="2408"/>
                    <a:pt x="68697" y="1902"/>
                  </a:cubicBezTo>
                  <a:cubicBezTo>
                    <a:pt x="68865" y="1411"/>
                    <a:pt x="69032" y="920"/>
                    <a:pt x="69205" y="414"/>
                  </a:cubicBezTo>
                  <a:cubicBezTo>
                    <a:pt x="70985" y="36"/>
                    <a:pt x="70985" y="36"/>
                    <a:pt x="73376" y="28"/>
                  </a:cubicBezTo>
                  <a:cubicBezTo>
                    <a:pt x="74268" y="19"/>
                    <a:pt x="75159" y="10"/>
                    <a:pt x="76078" y="0"/>
                  </a:cubicBezTo>
                  <a:close/>
                </a:path>
              </a:pathLst>
            </a:custGeom>
            <a:grpFill/>
            <a:ln w="744" cap="flat">
              <a:noFill/>
              <a:prstDash val="solid"/>
              <a:miter/>
            </a:ln>
          </p:spPr>
          <p:txBody>
            <a:bodyPr rtlCol="0" anchor="ctr"/>
            <a:lstStyle/>
            <a:p>
              <a:endParaRPr lang="zh-CN" altLang="en-US"/>
            </a:p>
          </p:txBody>
        </p:sp>
        <p:sp>
          <p:nvSpPr>
            <p:cNvPr id="167" name="任意多边形: 形状 166"/>
            <p:cNvSpPr/>
            <p:nvPr/>
          </p:nvSpPr>
          <p:spPr>
            <a:xfrm>
              <a:off x="7786701" y="596253"/>
              <a:ext cx="143078" cy="574473"/>
            </a:xfrm>
            <a:custGeom>
              <a:avLst/>
              <a:gdLst>
                <a:gd name="connsiteX0" fmla="*/ 51161 w 143079"/>
                <a:gd name="connsiteY0" fmla="*/ 906 h 574454"/>
                <a:gd name="connsiteX1" fmla="*/ 56649 w 143079"/>
                <a:gd name="connsiteY1" fmla="*/ 488 h 574454"/>
                <a:gd name="connsiteX2" fmla="*/ 58195 w 143079"/>
                <a:gd name="connsiteY2" fmla="*/ 434 h 574454"/>
                <a:gd name="connsiteX3" fmla="*/ 62323 w 143079"/>
                <a:gd name="connsiteY3" fmla="*/ 906 h 574454"/>
                <a:gd name="connsiteX4" fmla="*/ 64555 w 143079"/>
                <a:gd name="connsiteY4" fmla="*/ 6859 h 574454"/>
                <a:gd name="connsiteX5" fmla="*/ 65857 w 143079"/>
                <a:gd name="connsiteY5" fmla="*/ 7464 h 574454"/>
                <a:gd name="connsiteX6" fmla="*/ 70508 w 143079"/>
                <a:gd name="connsiteY6" fmla="*/ 12813 h 574454"/>
                <a:gd name="connsiteX7" fmla="*/ 71997 w 143079"/>
                <a:gd name="connsiteY7" fmla="*/ 13557 h 574454"/>
                <a:gd name="connsiteX8" fmla="*/ 72322 w 143079"/>
                <a:gd name="connsiteY8" fmla="*/ 15417 h 574454"/>
                <a:gd name="connsiteX9" fmla="*/ 72741 w 143079"/>
                <a:gd name="connsiteY9" fmla="*/ 17277 h 574454"/>
                <a:gd name="connsiteX10" fmla="*/ 74973 w 143079"/>
                <a:gd name="connsiteY10" fmla="*/ 18022 h 574454"/>
                <a:gd name="connsiteX11" fmla="*/ 75717 w 143079"/>
                <a:gd name="connsiteY11" fmla="*/ 20998 h 574454"/>
                <a:gd name="connsiteX12" fmla="*/ 77206 w 143079"/>
                <a:gd name="connsiteY12" fmla="*/ 21742 h 574454"/>
                <a:gd name="connsiteX13" fmla="*/ 77531 w 143079"/>
                <a:gd name="connsiteY13" fmla="*/ 23184 h 574454"/>
                <a:gd name="connsiteX14" fmla="*/ 80182 w 143079"/>
                <a:gd name="connsiteY14" fmla="*/ 26207 h 574454"/>
                <a:gd name="connsiteX15" fmla="*/ 80926 w 143079"/>
                <a:gd name="connsiteY15" fmla="*/ 28440 h 574454"/>
                <a:gd name="connsiteX16" fmla="*/ 83159 w 143079"/>
                <a:gd name="connsiteY16" fmla="*/ 30672 h 574454"/>
                <a:gd name="connsiteX17" fmla="*/ 85999 w 143079"/>
                <a:gd name="connsiteY17" fmla="*/ 35329 h 574454"/>
                <a:gd name="connsiteX18" fmla="*/ 88368 w 143079"/>
                <a:gd name="connsiteY18" fmla="*/ 37369 h 574454"/>
                <a:gd name="connsiteX19" fmla="*/ 89856 w 143079"/>
                <a:gd name="connsiteY19" fmla="*/ 41834 h 574454"/>
                <a:gd name="connsiteX20" fmla="*/ 93577 w 143079"/>
                <a:gd name="connsiteY20" fmla="*/ 46299 h 574454"/>
                <a:gd name="connsiteX21" fmla="*/ 95065 w 143079"/>
                <a:gd name="connsiteY21" fmla="*/ 50020 h 574454"/>
                <a:gd name="connsiteX22" fmla="*/ 96553 w 143079"/>
                <a:gd name="connsiteY22" fmla="*/ 50764 h 574454"/>
                <a:gd name="connsiteX23" fmla="*/ 96460 w 143079"/>
                <a:gd name="connsiteY23" fmla="*/ 53368 h 574454"/>
                <a:gd name="connsiteX24" fmla="*/ 96553 w 143079"/>
                <a:gd name="connsiteY24" fmla="*/ 55973 h 574454"/>
                <a:gd name="connsiteX25" fmla="*/ 99530 w 143079"/>
                <a:gd name="connsiteY25" fmla="*/ 56717 h 574454"/>
                <a:gd name="connsiteX26" fmla="*/ 100274 w 143079"/>
                <a:gd name="connsiteY26" fmla="*/ 60438 h 574454"/>
                <a:gd name="connsiteX27" fmla="*/ 102506 w 143079"/>
                <a:gd name="connsiteY27" fmla="*/ 61182 h 574454"/>
                <a:gd name="connsiteX28" fmla="*/ 102506 w 143079"/>
                <a:gd name="connsiteY28" fmla="*/ 65647 h 574454"/>
                <a:gd name="connsiteX29" fmla="*/ 104739 w 143079"/>
                <a:gd name="connsiteY29" fmla="*/ 67135 h 574454"/>
                <a:gd name="connsiteX30" fmla="*/ 105483 w 143079"/>
                <a:gd name="connsiteY30" fmla="*/ 71600 h 574454"/>
                <a:gd name="connsiteX31" fmla="*/ 107715 w 143079"/>
                <a:gd name="connsiteY31" fmla="*/ 71600 h 574454"/>
                <a:gd name="connsiteX32" fmla="*/ 107529 w 143079"/>
                <a:gd name="connsiteY32" fmla="*/ 74111 h 574454"/>
                <a:gd name="connsiteX33" fmla="*/ 107715 w 143079"/>
                <a:gd name="connsiteY33" fmla="*/ 76809 h 574454"/>
                <a:gd name="connsiteX34" fmla="*/ 110692 w 143079"/>
                <a:gd name="connsiteY34" fmla="*/ 78297 h 574454"/>
                <a:gd name="connsiteX35" fmla="*/ 111436 w 143079"/>
                <a:gd name="connsiteY35" fmla="*/ 82762 h 574454"/>
                <a:gd name="connsiteX36" fmla="*/ 112924 w 143079"/>
                <a:gd name="connsiteY36" fmla="*/ 83506 h 574454"/>
                <a:gd name="connsiteX37" fmla="*/ 113668 w 143079"/>
                <a:gd name="connsiteY37" fmla="*/ 89459 h 574454"/>
                <a:gd name="connsiteX38" fmla="*/ 115901 w 143079"/>
                <a:gd name="connsiteY38" fmla="*/ 89459 h 574454"/>
                <a:gd name="connsiteX39" fmla="*/ 116133 w 143079"/>
                <a:gd name="connsiteY39" fmla="*/ 91645 h 574454"/>
                <a:gd name="connsiteX40" fmla="*/ 116645 w 143079"/>
                <a:gd name="connsiteY40" fmla="*/ 93924 h 574454"/>
                <a:gd name="connsiteX41" fmla="*/ 118877 w 143079"/>
                <a:gd name="connsiteY41" fmla="*/ 94668 h 574454"/>
                <a:gd name="connsiteX42" fmla="*/ 119296 w 143079"/>
                <a:gd name="connsiteY42" fmla="*/ 98017 h 574454"/>
                <a:gd name="connsiteX43" fmla="*/ 119622 w 143079"/>
                <a:gd name="connsiteY43" fmla="*/ 101365 h 574454"/>
                <a:gd name="connsiteX44" fmla="*/ 121110 w 143079"/>
                <a:gd name="connsiteY44" fmla="*/ 102109 h 574454"/>
                <a:gd name="connsiteX45" fmla="*/ 121435 w 143079"/>
                <a:gd name="connsiteY45" fmla="*/ 104667 h 574454"/>
                <a:gd name="connsiteX46" fmla="*/ 121854 w 143079"/>
                <a:gd name="connsiteY46" fmla="*/ 107318 h 574454"/>
                <a:gd name="connsiteX47" fmla="*/ 124086 w 143079"/>
                <a:gd name="connsiteY47" fmla="*/ 108807 h 574454"/>
                <a:gd name="connsiteX48" fmla="*/ 124598 w 143079"/>
                <a:gd name="connsiteY48" fmla="*/ 112993 h 574454"/>
                <a:gd name="connsiteX49" fmla="*/ 124746 w 143079"/>
                <a:gd name="connsiteY49" fmla="*/ 115254 h 574454"/>
                <a:gd name="connsiteX50" fmla="*/ 124831 w 143079"/>
                <a:gd name="connsiteY50" fmla="*/ 116992 h 574454"/>
                <a:gd name="connsiteX51" fmla="*/ 127063 w 143079"/>
                <a:gd name="connsiteY51" fmla="*/ 116992 h 574454"/>
                <a:gd name="connsiteX52" fmla="*/ 127173 w 143079"/>
                <a:gd name="connsiteY52" fmla="*/ 118431 h 574454"/>
                <a:gd name="connsiteX53" fmla="*/ 127342 w 143079"/>
                <a:gd name="connsiteY53" fmla="*/ 120294 h 574454"/>
                <a:gd name="connsiteX54" fmla="*/ 127499 w 143079"/>
                <a:gd name="connsiteY54" fmla="*/ 122152 h 574454"/>
                <a:gd name="connsiteX55" fmla="*/ 127807 w 143079"/>
                <a:gd name="connsiteY55" fmla="*/ 123690 h 574454"/>
                <a:gd name="connsiteX56" fmla="*/ 129295 w 143079"/>
                <a:gd name="connsiteY56" fmla="*/ 124434 h 574454"/>
                <a:gd name="connsiteX57" fmla="*/ 129711 w 143079"/>
                <a:gd name="connsiteY57" fmla="*/ 129619 h 574454"/>
                <a:gd name="connsiteX58" fmla="*/ 130040 w 143079"/>
                <a:gd name="connsiteY58" fmla="*/ 131131 h 574454"/>
                <a:gd name="connsiteX59" fmla="*/ 132272 w 143079"/>
                <a:gd name="connsiteY59" fmla="*/ 131875 h 574454"/>
                <a:gd name="connsiteX60" fmla="*/ 132784 w 143079"/>
                <a:gd name="connsiteY60" fmla="*/ 136386 h 574454"/>
                <a:gd name="connsiteX61" fmla="*/ 132932 w 143079"/>
                <a:gd name="connsiteY61" fmla="*/ 138878 h 574454"/>
                <a:gd name="connsiteX62" fmla="*/ 133016 w 143079"/>
                <a:gd name="connsiteY62" fmla="*/ 140805 h 574454"/>
                <a:gd name="connsiteX63" fmla="*/ 135248 w 143079"/>
                <a:gd name="connsiteY63" fmla="*/ 140061 h 574454"/>
                <a:gd name="connsiteX64" fmla="*/ 135359 w 143079"/>
                <a:gd name="connsiteY64" fmla="*/ 142313 h 574454"/>
                <a:gd name="connsiteX65" fmla="*/ 135528 w 143079"/>
                <a:gd name="connsiteY65" fmla="*/ 145223 h 574454"/>
                <a:gd name="connsiteX66" fmla="*/ 135685 w 143079"/>
                <a:gd name="connsiteY66" fmla="*/ 148127 h 574454"/>
                <a:gd name="connsiteX67" fmla="*/ 135993 w 143079"/>
                <a:gd name="connsiteY67" fmla="*/ 150479 h 574454"/>
                <a:gd name="connsiteX68" fmla="*/ 137481 w 143079"/>
                <a:gd name="connsiteY68" fmla="*/ 151223 h 574454"/>
                <a:gd name="connsiteX69" fmla="*/ 138318 w 143079"/>
                <a:gd name="connsiteY69" fmla="*/ 156106 h 574454"/>
                <a:gd name="connsiteX70" fmla="*/ 138696 w 143079"/>
                <a:gd name="connsiteY70" fmla="*/ 158807 h 574454"/>
                <a:gd name="connsiteX71" fmla="*/ 138969 w 143079"/>
                <a:gd name="connsiteY71" fmla="*/ 160897 h 574454"/>
                <a:gd name="connsiteX72" fmla="*/ 140457 w 143079"/>
                <a:gd name="connsiteY72" fmla="*/ 160897 h 574454"/>
                <a:gd name="connsiteX73" fmla="*/ 140542 w 143079"/>
                <a:gd name="connsiteY73" fmla="*/ 163149 h 574454"/>
                <a:gd name="connsiteX74" fmla="*/ 140690 w 143079"/>
                <a:gd name="connsiteY74" fmla="*/ 166059 h 574454"/>
                <a:gd name="connsiteX75" fmla="*/ 140821 w 143079"/>
                <a:gd name="connsiteY75" fmla="*/ 168963 h 574454"/>
                <a:gd name="connsiteX76" fmla="*/ 141202 w 143079"/>
                <a:gd name="connsiteY76" fmla="*/ 171315 h 574454"/>
                <a:gd name="connsiteX77" fmla="*/ 143434 w 143079"/>
                <a:gd name="connsiteY77" fmla="*/ 172059 h 574454"/>
                <a:gd name="connsiteX78" fmla="*/ 143853 w 143079"/>
                <a:gd name="connsiteY78" fmla="*/ 177965 h 574454"/>
                <a:gd name="connsiteX79" fmla="*/ 145666 w 143079"/>
                <a:gd name="connsiteY79" fmla="*/ 185453 h 574454"/>
                <a:gd name="connsiteX80" fmla="*/ 145922 w 143079"/>
                <a:gd name="connsiteY80" fmla="*/ 188476 h 574454"/>
                <a:gd name="connsiteX81" fmla="*/ 145989 w 143079"/>
                <a:gd name="connsiteY81" fmla="*/ 190273 h 574454"/>
                <a:gd name="connsiteX82" fmla="*/ 146088 w 143079"/>
                <a:gd name="connsiteY82" fmla="*/ 194028 h 574454"/>
                <a:gd name="connsiteX83" fmla="*/ 146155 w 143079"/>
                <a:gd name="connsiteY83" fmla="*/ 195825 h 574454"/>
                <a:gd name="connsiteX84" fmla="*/ 146197 w 143079"/>
                <a:gd name="connsiteY84" fmla="*/ 197473 h 574454"/>
                <a:gd name="connsiteX85" fmla="*/ 147899 w 143079"/>
                <a:gd name="connsiteY85" fmla="*/ 200336 h 574454"/>
                <a:gd name="connsiteX86" fmla="*/ 148643 w 143079"/>
                <a:gd name="connsiteY86" fmla="*/ 200336 h 574454"/>
                <a:gd name="connsiteX87" fmla="*/ 149387 w 143079"/>
                <a:gd name="connsiteY87" fmla="*/ 218940 h 574454"/>
                <a:gd name="connsiteX88" fmla="*/ 151620 w 143079"/>
                <a:gd name="connsiteY88" fmla="*/ 218940 h 574454"/>
                <a:gd name="connsiteX89" fmla="*/ 151664 w 143079"/>
                <a:gd name="connsiteY89" fmla="*/ 221523 h 574454"/>
                <a:gd name="connsiteX90" fmla="*/ 151856 w 143079"/>
                <a:gd name="connsiteY90" fmla="*/ 230980 h 574454"/>
                <a:gd name="connsiteX91" fmla="*/ 151934 w 143079"/>
                <a:gd name="connsiteY91" fmla="*/ 235079 h 574454"/>
                <a:gd name="connsiteX92" fmla="*/ 152056 w 143079"/>
                <a:gd name="connsiteY92" fmla="*/ 240959 h 574454"/>
                <a:gd name="connsiteX93" fmla="*/ 152082 w 143079"/>
                <a:gd name="connsiteY93" fmla="*/ 242821 h 574454"/>
                <a:gd name="connsiteX94" fmla="*/ 152364 w 143079"/>
                <a:gd name="connsiteY94" fmla="*/ 247217 h 574454"/>
                <a:gd name="connsiteX95" fmla="*/ 153852 w 143079"/>
                <a:gd name="connsiteY95" fmla="*/ 247961 h 574454"/>
                <a:gd name="connsiteX96" fmla="*/ 154041 w 143079"/>
                <a:gd name="connsiteY96" fmla="*/ 251040 h 574454"/>
                <a:gd name="connsiteX97" fmla="*/ 154054 w 143079"/>
                <a:gd name="connsiteY97" fmla="*/ 253051 h 574454"/>
                <a:gd name="connsiteX98" fmla="*/ 154045 w 143079"/>
                <a:gd name="connsiteY98" fmla="*/ 255275 h 574454"/>
                <a:gd name="connsiteX99" fmla="*/ 154052 w 143079"/>
                <a:gd name="connsiteY99" fmla="*/ 257603 h 574454"/>
                <a:gd name="connsiteX100" fmla="*/ 154050 w 143079"/>
                <a:gd name="connsiteY100" fmla="*/ 265262 h 574454"/>
                <a:gd name="connsiteX101" fmla="*/ 154054 w 143079"/>
                <a:gd name="connsiteY101" fmla="*/ 270559 h 574454"/>
                <a:gd name="connsiteX102" fmla="*/ 154046 w 143079"/>
                <a:gd name="connsiteY102" fmla="*/ 281677 h 574454"/>
                <a:gd name="connsiteX103" fmla="*/ 154051 w 143079"/>
                <a:gd name="connsiteY103" fmla="*/ 295964 h 574454"/>
                <a:gd name="connsiteX104" fmla="*/ 154051 w 143079"/>
                <a:gd name="connsiteY104" fmla="*/ 306906 h 574454"/>
                <a:gd name="connsiteX105" fmla="*/ 154055 w 143079"/>
                <a:gd name="connsiteY105" fmla="*/ 312176 h 574454"/>
                <a:gd name="connsiteX106" fmla="*/ 154045 w 143079"/>
                <a:gd name="connsiteY106" fmla="*/ 319526 h 574454"/>
                <a:gd name="connsiteX107" fmla="*/ 154054 w 143079"/>
                <a:gd name="connsiteY107" fmla="*/ 321750 h 574454"/>
                <a:gd name="connsiteX108" fmla="*/ 154041 w 143079"/>
                <a:gd name="connsiteY108" fmla="*/ 323761 h 574454"/>
                <a:gd name="connsiteX109" fmla="*/ 154039 w 143079"/>
                <a:gd name="connsiteY109" fmla="*/ 325519 h 574454"/>
                <a:gd name="connsiteX110" fmla="*/ 153852 w 143079"/>
                <a:gd name="connsiteY110" fmla="*/ 326840 h 574454"/>
                <a:gd name="connsiteX111" fmla="*/ 152364 w 143079"/>
                <a:gd name="connsiteY111" fmla="*/ 327584 h 574454"/>
                <a:gd name="connsiteX112" fmla="*/ 152056 w 143079"/>
                <a:gd name="connsiteY112" fmla="*/ 333680 h 574454"/>
                <a:gd name="connsiteX113" fmla="*/ 152012 w 143079"/>
                <a:gd name="connsiteY113" fmla="*/ 335528 h 574454"/>
                <a:gd name="connsiteX114" fmla="*/ 151899 w 143079"/>
                <a:gd name="connsiteY114" fmla="*/ 341397 h 574454"/>
                <a:gd name="connsiteX115" fmla="*/ 151811 w 143079"/>
                <a:gd name="connsiteY115" fmla="*/ 345366 h 574454"/>
                <a:gd name="connsiteX116" fmla="*/ 151620 w 143079"/>
                <a:gd name="connsiteY116" fmla="*/ 355117 h 574454"/>
                <a:gd name="connsiteX117" fmla="*/ 149387 w 143079"/>
                <a:gd name="connsiteY117" fmla="*/ 355117 h 574454"/>
                <a:gd name="connsiteX118" fmla="*/ 148643 w 143079"/>
                <a:gd name="connsiteY118" fmla="*/ 373721 h 574454"/>
                <a:gd name="connsiteX119" fmla="*/ 146411 w 143079"/>
                <a:gd name="connsiteY119" fmla="*/ 373721 h 574454"/>
                <a:gd name="connsiteX120" fmla="*/ 146366 w 143079"/>
                <a:gd name="connsiteY120" fmla="*/ 375075 h 574454"/>
                <a:gd name="connsiteX121" fmla="*/ 146132 w 143079"/>
                <a:gd name="connsiteY121" fmla="*/ 381116 h 574454"/>
                <a:gd name="connsiteX122" fmla="*/ 146062 w 143079"/>
                <a:gd name="connsiteY122" fmla="*/ 383248 h 574454"/>
                <a:gd name="connsiteX123" fmla="*/ 145975 w 143079"/>
                <a:gd name="connsiteY123" fmla="*/ 385275 h 574454"/>
                <a:gd name="connsiteX124" fmla="*/ 145904 w 143079"/>
                <a:gd name="connsiteY124" fmla="*/ 387153 h 574454"/>
                <a:gd name="connsiteX125" fmla="*/ 145666 w 143079"/>
                <a:gd name="connsiteY125" fmla="*/ 388604 h 574454"/>
                <a:gd name="connsiteX126" fmla="*/ 144178 w 143079"/>
                <a:gd name="connsiteY126" fmla="*/ 389348 h 574454"/>
                <a:gd name="connsiteX127" fmla="*/ 143822 w 143079"/>
                <a:gd name="connsiteY127" fmla="*/ 397472 h 574454"/>
                <a:gd name="connsiteX128" fmla="*/ 143434 w 143079"/>
                <a:gd name="connsiteY128" fmla="*/ 401998 h 574454"/>
                <a:gd name="connsiteX129" fmla="*/ 141202 w 143079"/>
                <a:gd name="connsiteY129" fmla="*/ 402742 h 574454"/>
                <a:gd name="connsiteX130" fmla="*/ 140830 w 143079"/>
                <a:gd name="connsiteY130" fmla="*/ 407951 h 574454"/>
                <a:gd name="connsiteX131" fmla="*/ 140457 w 143079"/>
                <a:gd name="connsiteY131" fmla="*/ 413160 h 574454"/>
                <a:gd name="connsiteX132" fmla="*/ 138225 w 143079"/>
                <a:gd name="connsiteY132" fmla="*/ 413904 h 574454"/>
                <a:gd name="connsiteX133" fmla="*/ 137713 w 143079"/>
                <a:gd name="connsiteY133" fmla="*/ 418788 h 574454"/>
                <a:gd name="connsiteX134" fmla="*/ 137565 w 143079"/>
                <a:gd name="connsiteY134" fmla="*/ 421488 h 574454"/>
                <a:gd name="connsiteX135" fmla="*/ 137481 w 143079"/>
                <a:gd name="connsiteY135" fmla="*/ 423578 h 574454"/>
                <a:gd name="connsiteX136" fmla="*/ 135248 w 143079"/>
                <a:gd name="connsiteY136" fmla="*/ 423578 h 574454"/>
                <a:gd name="connsiteX137" fmla="*/ 135327 w 143079"/>
                <a:gd name="connsiteY137" fmla="*/ 425668 h 574454"/>
                <a:gd name="connsiteX138" fmla="*/ 135388 w 143079"/>
                <a:gd name="connsiteY138" fmla="*/ 428369 h 574454"/>
                <a:gd name="connsiteX139" fmla="*/ 135467 w 143079"/>
                <a:gd name="connsiteY139" fmla="*/ 431063 h 574454"/>
                <a:gd name="connsiteX140" fmla="*/ 135248 w 143079"/>
                <a:gd name="connsiteY140" fmla="*/ 433252 h 574454"/>
                <a:gd name="connsiteX141" fmla="*/ 133016 w 143079"/>
                <a:gd name="connsiteY141" fmla="*/ 433996 h 574454"/>
                <a:gd name="connsiteX142" fmla="*/ 132504 w 143079"/>
                <a:gd name="connsiteY142" fmla="*/ 438135 h 574454"/>
                <a:gd name="connsiteX143" fmla="*/ 132356 w 143079"/>
                <a:gd name="connsiteY143" fmla="*/ 440417 h 574454"/>
                <a:gd name="connsiteX144" fmla="*/ 132272 w 143079"/>
                <a:gd name="connsiteY144" fmla="*/ 442182 h 574454"/>
                <a:gd name="connsiteX145" fmla="*/ 130784 w 143079"/>
                <a:gd name="connsiteY145" fmla="*/ 442182 h 574454"/>
                <a:gd name="connsiteX146" fmla="*/ 130040 w 143079"/>
                <a:gd name="connsiteY146" fmla="*/ 445856 h 574454"/>
                <a:gd name="connsiteX147" fmla="*/ 129295 w 143079"/>
                <a:gd name="connsiteY147" fmla="*/ 449623 h 574454"/>
                <a:gd name="connsiteX148" fmla="*/ 127807 w 143079"/>
                <a:gd name="connsiteY148" fmla="*/ 450367 h 574454"/>
                <a:gd name="connsiteX149" fmla="*/ 127342 w 143079"/>
                <a:gd name="connsiteY149" fmla="*/ 454134 h 574454"/>
                <a:gd name="connsiteX150" fmla="*/ 127173 w 143079"/>
                <a:gd name="connsiteY150" fmla="*/ 456207 h 574454"/>
                <a:gd name="connsiteX151" fmla="*/ 127063 w 143079"/>
                <a:gd name="connsiteY151" fmla="*/ 457809 h 574454"/>
                <a:gd name="connsiteX152" fmla="*/ 124831 w 143079"/>
                <a:gd name="connsiteY152" fmla="*/ 457809 h 574454"/>
                <a:gd name="connsiteX153" fmla="*/ 124086 w 143079"/>
                <a:gd name="connsiteY153" fmla="*/ 465250 h 574454"/>
                <a:gd name="connsiteX154" fmla="*/ 121854 w 143079"/>
                <a:gd name="connsiteY154" fmla="*/ 465250 h 574454"/>
                <a:gd name="connsiteX155" fmla="*/ 121110 w 143079"/>
                <a:gd name="connsiteY155" fmla="*/ 471947 h 574454"/>
                <a:gd name="connsiteX156" fmla="*/ 118877 w 143079"/>
                <a:gd name="connsiteY156" fmla="*/ 471947 h 574454"/>
                <a:gd name="connsiteX157" fmla="*/ 118956 w 143079"/>
                <a:gd name="connsiteY157" fmla="*/ 473386 h 574454"/>
                <a:gd name="connsiteX158" fmla="*/ 119017 w 143079"/>
                <a:gd name="connsiteY158" fmla="*/ 475249 h 574454"/>
                <a:gd name="connsiteX159" fmla="*/ 119095 w 143079"/>
                <a:gd name="connsiteY159" fmla="*/ 477107 h 574454"/>
                <a:gd name="connsiteX160" fmla="*/ 118877 w 143079"/>
                <a:gd name="connsiteY160" fmla="*/ 478645 h 574454"/>
                <a:gd name="connsiteX161" fmla="*/ 116645 w 143079"/>
                <a:gd name="connsiteY161" fmla="*/ 479389 h 574454"/>
                <a:gd name="connsiteX162" fmla="*/ 115901 w 143079"/>
                <a:gd name="connsiteY162" fmla="*/ 484598 h 574454"/>
                <a:gd name="connsiteX163" fmla="*/ 113668 w 143079"/>
                <a:gd name="connsiteY163" fmla="*/ 484598 h 574454"/>
                <a:gd name="connsiteX164" fmla="*/ 112924 w 143079"/>
                <a:gd name="connsiteY164" fmla="*/ 491295 h 574454"/>
                <a:gd name="connsiteX165" fmla="*/ 110692 w 143079"/>
                <a:gd name="connsiteY165" fmla="*/ 491295 h 574454"/>
                <a:gd name="connsiteX166" fmla="*/ 110831 w 143079"/>
                <a:gd name="connsiteY166" fmla="*/ 493853 h 574454"/>
                <a:gd name="connsiteX167" fmla="*/ 110692 w 143079"/>
                <a:gd name="connsiteY167" fmla="*/ 496504 h 574454"/>
                <a:gd name="connsiteX168" fmla="*/ 108459 w 143079"/>
                <a:gd name="connsiteY168" fmla="*/ 497248 h 574454"/>
                <a:gd name="connsiteX169" fmla="*/ 107715 w 143079"/>
                <a:gd name="connsiteY169" fmla="*/ 501713 h 574454"/>
                <a:gd name="connsiteX170" fmla="*/ 105483 w 143079"/>
                <a:gd name="connsiteY170" fmla="*/ 503201 h 574454"/>
                <a:gd name="connsiteX171" fmla="*/ 104739 w 143079"/>
                <a:gd name="connsiteY171" fmla="*/ 507666 h 574454"/>
                <a:gd name="connsiteX172" fmla="*/ 103250 w 143079"/>
                <a:gd name="connsiteY172" fmla="*/ 508410 h 574454"/>
                <a:gd name="connsiteX173" fmla="*/ 102506 w 143079"/>
                <a:gd name="connsiteY173" fmla="*/ 510271 h 574454"/>
                <a:gd name="connsiteX174" fmla="*/ 100274 w 143079"/>
                <a:gd name="connsiteY174" fmla="*/ 512875 h 574454"/>
                <a:gd name="connsiteX175" fmla="*/ 99530 w 143079"/>
                <a:gd name="connsiteY175" fmla="*/ 518084 h 574454"/>
                <a:gd name="connsiteX176" fmla="*/ 98041 w 143079"/>
                <a:gd name="connsiteY176" fmla="*/ 518084 h 574454"/>
                <a:gd name="connsiteX177" fmla="*/ 97344 w 143079"/>
                <a:gd name="connsiteY177" fmla="*/ 520223 h 574454"/>
                <a:gd name="connsiteX178" fmla="*/ 94321 w 143079"/>
                <a:gd name="connsiteY178" fmla="*/ 524037 h 574454"/>
                <a:gd name="connsiteX179" fmla="*/ 93530 w 143079"/>
                <a:gd name="connsiteY179" fmla="*/ 525618 h 574454"/>
                <a:gd name="connsiteX180" fmla="*/ 92832 w 143079"/>
                <a:gd name="connsiteY180" fmla="*/ 527014 h 574454"/>
                <a:gd name="connsiteX181" fmla="*/ 91344 w 143079"/>
                <a:gd name="connsiteY181" fmla="*/ 527014 h 574454"/>
                <a:gd name="connsiteX182" fmla="*/ 91484 w 143079"/>
                <a:gd name="connsiteY182" fmla="*/ 529107 h 574454"/>
                <a:gd name="connsiteX183" fmla="*/ 90321 w 143079"/>
                <a:gd name="connsiteY183" fmla="*/ 532688 h 574454"/>
                <a:gd name="connsiteX184" fmla="*/ 89112 w 143079"/>
                <a:gd name="connsiteY184" fmla="*/ 533711 h 574454"/>
                <a:gd name="connsiteX185" fmla="*/ 88321 w 143079"/>
                <a:gd name="connsiteY185" fmla="*/ 535292 h 574454"/>
                <a:gd name="connsiteX186" fmla="*/ 86135 w 143079"/>
                <a:gd name="connsiteY186" fmla="*/ 537432 h 574454"/>
                <a:gd name="connsiteX187" fmla="*/ 85763 w 143079"/>
                <a:gd name="connsiteY187" fmla="*/ 538920 h 574454"/>
                <a:gd name="connsiteX188" fmla="*/ 85391 w 143079"/>
                <a:gd name="connsiteY188" fmla="*/ 540408 h 574454"/>
                <a:gd name="connsiteX189" fmla="*/ 83903 w 143079"/>
                <a:gd name="connsiteY189" fmla="*/ 541152 h 574454"/>
                <a:gd name="connsiteX190" fmla="*/ 83577 w 143079"/>
                <a:gd name="connsiteY190" fmla="*/ 542687 h 574454"/>
                <a:gd name="connsiteX191" fmla="*/ 83159 w 143079"/>
                <a:gd name="connsiteY191" fmla="*/ 544129 h 574454"/>
                <a:gd name="connsiteX192" fmla="*/ 80926 w 143079"/>
                <a:gd name="connsiteY192" fmla="*/ 544129 h 574454"/>
                <a:gd name="connsiteX193" fmla="*/ 80182 w 143079"/>
                <a:gd name="connsiteY193" fmla="*/ 547850 h 574454"/>
                <a:gd name="connsiteX194" fmla="*/ 78694 w 143079"/>
                <a:gd name="connsiteY194" fmla="*/ 548594 h 574454"/>
                <a:gd name="connsiteX195" fmla="*/ 77150 w 143079"/>
                <a:gd name="connsiteY195" fmla="*/ 552434 h 574454"/>
                <a:gd name="connsiteX196" fmla="*/ 72741 w 143079"/>
                <a:gd name="connsiteY196" fmla="*/ 557523 h 574454"/>
                <a:gd name="connsiteX197" fmla="*/ 71997 w 143079"/>
                <a:gd name="connsiteY197" fmla="*/ 560500 h 574454"/>
                <a:gd name="connsiteX198" fmla="*/ 69764 w 143079"/>
                <a:gd name="connsiteY198" fmla="*/ 561244 h 574454"/>
                <a:gd name="connsiteX199" fmla="*/ 68276 w 143079"/>
                <a:gd name="connsiteY199" fmla="*/ 564221 h 574454"/>
                <a:gd name="connsiteX200" fmla="*/ 66788 w 143079"/>
                <a:gd name="connsiteY200" fmla="*/ 564965 h 574454"/>
                <a:gd name="connsiteX201" fmla="*/ 66043 w 143079"/>
                <a:gd name="connsiteY201" fmla="*/ 567197 h 574454"/>
                <a:gd name="connsiteX202" fmla="*/ 64555 w 143079"/>
                <a:gd name="connsiteY202" fmla="*/ 567941 h 574454"/>
                <a:gd name="connsiteX203" fmla="*/ 63811 w 143079"/>
                <a:gd name="connsiteY203" fmla="*/ 569430 h 574454"/>
                <a:gd name="connsiteX204" fmla="*/ 61579 w 143079"/>
                <a:gd name="connsiteY204" fmla="*/ 571662 h 574454"/>
                <a:gd name="connsiteX205" fmla="*/ 61326 w 143079"/>
                <a:gd name="connsiteY205" fmla="*/ 573185 h 574454"/>
                <a:gd name="connsiteX206" fmla="*/ 60834 w 143079"/>
                <a:gd name="connsiteY206" fmla="*/ 574639 h 574454"/>
                <a:gd name="connsiteX207" fmla="*/ 57439 w 143079"/>
                <a:gd name="connsiteY207" fmla="*/ 574825 h 574454"/>
                <a:gd name="connsiteX208" fmla="*/ 55576 w 143079"/>
                <a:gd name="connsiteY208" fmla="*/ 574743 h 574454"/>
                <a:gd name="connsiteX209" fmla="*/ 54137 w 143079"/>
                <a:gd name="connsiteY209" fmla="*/ 574639 h 574454"/>
                <a:gd name="connsiteX210" fmla="*/ 54137 w 143079"/>
                <a:gd name="connsiteY210" fmla="*/ 571662 h 574454"/>
                <a:gd name="connsiteX211" fmla="*/ 51579 w 143079"/>
                <a:gd name="connsiteY211" fmla="*/ 571895 h 574454"/>
                <a:gd name="connsiteX212" fmla="*/ 48928 w 143079"/>
                <a:gd name="connsiteY212" fmla="*/ 571662 h 574454"/>
                <a:gd name="connsiteX213" fmla="*/ 48603 w 143079"/>
                <a:gd name="connsiteY213" fmla="*/ 569802 h 574454"/>
                <a:gd name="connsiteX214" fmla="*/ 48184 w 143079"/>
                <a:gd name="connsiteY214" fmla="*/ 567941 h 574454"/>
                <a:gd name="connsiteX215" fmla="*/ 42231 w 143079"/>
                <a:gd name="connsiteY215" fmla="*/ 567941 h 574454"/>
                <a:gd name="connsiteX216" fmla="*/ 42231 w 143079"/>
                <a:gd name="connsiteY216" fmla="*/ 565709 h 574454"/>
                <a:gd name="connsiteX217" fmla="*/ 39301 w 143079"/>
                <a:gd name="connsiteY217" fmla="*/ 564965 h 574454"/>
                <a:gd name="connsiteX218" fmla="*/ 36278 w 143079"/>
                <a:gd name="connsiteY218" fmla="*/ 564221 h 574454"/>
                <a:gd name="connsiteX219" fmla="*/ 35534 w 143079"/>
                <a:gd name="connsiteY219" fmla="*/ 561988 h 574454"/>
                <a:gd name="connsiteX220" fmla="*/ 32557 w 143079"/>
                <a:gd name="connsiteY220" fmla="*/ 561663 h 574454"/>
                <a:gd name="connsiteX221" fmla="*/ 29581 w 143079"/>
                <a:gd name="connsiteY221" fmla="*/ 561244 h 574454"/>
                <a:gd name="connsiteX222" fmla="*/ 28836 w 143079"/>
                <a:gd name="connsiteY222" fmla="*/ 558268 h 574454"/>
                <a:gd name="connsiteX223" fmla="*/ 23627 w 143079"/>
                <a:gd name="connsiteY223" fmla="*/ 557523 h 574454"/>
                <a:gd name="connsiteX224" fmla="*/ 22883 w 143079"/>
                <a:gd name="connsiteY224" fmla="*/ 555291 h 574454"/>
                <a:gd name="connsiteX225" fmla="*/ 20325 w 143079"/>
                <a:gd name="connsiteY225" fmla="*/ 554965 h 574454"/>
                <a:gd name="connsiteX226" fmla="*/ 17674 w 143079"/>
                <a:gd name="connsiteY226" fmla="*/ 554547 h 574454"/>
                <a:gd name="connsiteX227" fmla="*/ 16186 w 143079"/>
                <a:gd name="connsiteY227" fmla="*/ 551570 h 574454"/>
                <a:gd name="connsiteX228" fmla="*/ 10977 w 143079"/>
                <a:gd name="connsiteY228" fmla="*/ 550082 h 574454"/>
                <a:gd name="connsiteX229" fmla="*/ 12465 w 143079"/>
                <a:gd name="connsiteY229" fmla="*/ 541152 h 574454"/>
                <a:gd name="connsiteX230" fmla="*/ 14698 w 143079"/>
                <a:gd name="connsiteY230" fmla="*/ 540408 h 574454"/>
                <a:gd name="connsiteX231" fmla="*/ 15442 w 143079"/>
                <a:gd name="connsiteY231" fmla="*/ 537432 h 574454"/>
                <a:gd name="connsiteX232" fmla="*/ 16930 w 143079"/>
                <a:gd name="connsiteY232" fmla="*/ 536688 h 574454"/>
                <a:gd name="connsiteX233" fmla="*/ 17674 w 143079"/>
                <a:gd name="connsiteY233" fmla="*/ 535199 h 574454"/>
                <a:gd name="connsiteX234" fmla="*/ 19907 w 143079"/>
                <a:gd name="connsiteY234" fmla="*/ 532967 h 574454"/>
                <a:gd name="connsiteX235" fmla="*/ 20561 w 143079"/>
                <a:gd name="connsiteY235" fmla="*/ 531316 h 574454"/>
                <a:gd name="connsiteX236" fmla="*/ 24325 w 143079"/>
                <a:gd name="connsiteY236" fmla="*/ 525153 h 574454"/>
                <a:gd name="connsiteX237" fmla="*/ 28560 w 143079"/>
                <a:gd name="connsiteY237" fmla="*/ 518991 h 574454"/>
                <a:gd name="connsiteX238" fmla="*/ 31069 w 143079"/>
                <a:gd name="connsiteY238" fmla="*/ 516596 h 574454"/>
                <a:gd name="connsiteX239" fmla="*/ 31022 w 143079"/>
                <a:gd name="connsiteY239" fmla="*/ 514735 h 574454"/>
                <a:gd name="connsiteX240" fmla="*/ 31069 w 143079"/>
                <a:gd name="connsiteY240" fmla="*/ 512875 h 574454"/>
                <a:gd name="connsiteX241" fmla="*/ 33301 w 143079"/>
                <a:gd name="connsiteY241" fmla="*/ 512131 h 574454"/>
                <a:gd name="connsiteX242" fmla="*/ 34790 w 143079"/>
                <a:gd name="connsiteY242" fmla="*/ 508410 h 574454"/>
                <a:gd name="connsiteX243" fmla="*/ 36278 w 143079"/>
                <a:gd name="connsiteY243" fmla="*/ 508410 h 574454"/>
                <a:gd name="connsiteX244" fmla="*/ 37022 w 143079"/>
                <a:gd name="connsiteY244" fmla="*/ 503945 h 574454"/>
                <a:gd name="connsiteX245" fmla="*/ 39254 w 143079"/>
                <a:gd name="connsiteY245" fmla="*/ 503945 h 574454"/>
                <a:gd name="connsiteX246" fmla="*/ 39115 w 143079"/>
                <a:gd name="connsiteY246" fmla="*/ 501759 h 574454"/>
                <a:gd name="connsiteX247" fmla="*/ 39254 w 143079"/>
                <a:gd name="connsiteY247" fmla="*/ 499481 h 574454"/>
                <a:gd name="connsiteX248" fmla="*/ 41487 w 143079"/>
                <a:gd name="connsiteY248" fmla="*/ 498736 h 574454"/>
                <a:gd name="connsiteX249" fmla="*/ 42975 w 143079"/>
                <a:gd name="connsiteY249" fmla="*/ 494272 h 574454"/>
                <a:gd name="connsiteX250" fmla="*/ 44463 w 143079"/>
                <a:gd name="connsiteY250" fmla="*/ 494272 h 574454"/>
                <a:gd name="connsiteX251" fmla="*/ 45207 w 143079"/>
                <a:gd name="connsiteY251" fmla="*/ 489807 h 574454"/>
                <a:gd name="connsiteX252" fmla="*/ 47440 w 143079"/>
                <a:gd name="connsiteY252" fmla="*/ 489807 h 574454"/>
                <a:gd name="connsiteX253" fmla="*/ 47300 w 143079"/>
                <a:gd name="connsiteY253" fmla="*/ 487714 h 574454"/>
                <a:gd name="connsiteX254" fmla="*/ 49672 w 143079"/>
                <a:gd name="connsiteY254" fmla="*/ 483109 h 574454"/>
                <a:gd name="connsiteX255" fmla="*/ 50416 w 143079"/>
                <a:gd name="connsiteY255" fmla="*/ 478645 h 574454"/>
                <a:gd name="connsiteX256" fmla="*/ 52649 w 143079"/>
                <a:gd name="connsiteY256" fmla="*/ 478645 h 574454"/>
                <a:gd name="connsiteX257" fmla="*/ 53393 w 143079"/>
                <a:gd name="connsiteY257" fmla="*/ 473436 h 574454"/>
                <a:gd name="connsiteX258" fmla="*/ 55625 w 143079"/>
                <a:gd name="connsiteY258" fmla="*/ 473436 h 574454"/>
                <a:gd name="connsiteX259" fmla="*/ 55486 w 143079"/>
                <a:gd name="connsiteY259" fmla="*/ 470506 h 574454"/>
                <a:gd name="connsiteX260" fmla="*/ 55625 w 143079"/>
                <a:gd name="connsiteY260" fmla="*/ 467482 h 574454"/>
                <a:gd name="connsiteX261" fmla="*/ 57858 w 143079"/>
                <a:gd name="connsiteY261" fmla="*/ 466738 h 574454"/>
                <a:gd name="connsiteX262" fmla="*/ 58602 w 143079"/>
                <a:gd name="connsiteY262" fmla="*/ 461529 h 574454"/>
                <a:gd name="connsiteX263" fmla="*/ 60090 w 143079"/>
                <a:gd name="connsiteY263" fmla="*/ 461529 h 574454"/>
                <a:gd name="connsiteX264" fmla="*/ 61087 w 143079"/>
                <a:gd name="connsiteY264" fmla="*/ 456878 h 574454"/>
                <a:gd name="connsiteX265" fmla="*/ 61579 w 143079"/>
                <a:gd name="connsiteY265" fmla="*/ 455576 h 574454"/>
                <a:gd name="connsiteX266" fmla="*/ 63811 w 143079"/>
                <a:gd name="connsiteY266" fmla="*/ 455576 h 574454"/>
                <a:gd name="connsiteX267" fmla="*/ 63733 w 143079"/>
                <a:gd name="connsiteY267" fmla="*/ 454137 h 574454"/>
                <a:gd name="connsiteX268" fmla="*/ 63671 w 143079"/>
                <a:gd name="connsiteY268" fmla="*/ 452274 h 574454"/>
                <a:gd name="connsiteX269" fmla="*/ 63593 w 143079"/>
                <a:gd name="connsiteY269" fmla="*/ 450417 h 574454"/>
                <a:gd name="connsiteX270" fmla="*/ 63811 w 143079"/>
                <a:gd name="connsiteY270" fmla="*/ 448879 h 574454"/>
                <a:gd name="connsiteX271" fmla="*/ 66043 w 143079"/>
                <a:gd name="connsiteY271" fmla="*/ 448135 h 574454"/>
                <a:gd name="connsiteX272" fmla="*/ 66555 w 143079"/>
                <a:gd name="connsiteY272" fmla="*/ 445112 h 574454"/>
                <a:gd name="connsiteX273" fmla="*/ 66788 w 143079"/>
                <a:gd name="connsiteY273" fmla="*/ 442182 h 574454"/>
                <a:gd name="connsiteX274" fmla="*/ 69020 w 143079"/>
                <a:gd name="connsiteY274" fmla="*/ 442182 h 574454"/>
                <a:gd name="connsiteX275" fmla="*/ 69130 w 143079"/>
                <a:gd name="connsiteY275" fmla="*/ 440580 h 574454"/>
                <a:gd name="connsiteX276" fmla="*/ 69299 w 143079"/>
                <a:gd name="connsiteY276" fmla="*/ 438507 h 574454"/>
                <a:gd name="connsiteX277" fmla="*/ 69456 w 143079"/>
                <a:gd name="connsiteY277" fmla="*/ 436441 h 574454"/>
                <a:gd name="connsiteX278" fmla="*/ 69764 w 143079"/>
                <a:gd name="connsiteY278" fmla="*/ 434740 h 574454"/>
                <a:gd name="connsiteX279" fmla="*/ 71252 w 143079"/>
                <a:gd name="connsiteY279" fmla="*/ 433996 h 574454"/>
                <a:gd name="connsiteX280" fmla="*/ 71668 w 143079"/>
                <a:gd name="connsiteY280" fmla="*/ 428229 h 574454"/>
                <a:gd name="connsiteX281" fmla="*/ 71997 w 143079"/>
                <a:gd name="connsiteY281" fmla="*/ 426555 h 574454"/>
                <a:gd name="connsiteX282" fmla="*/ 74229 w 143079"/>
                <a:gd name="connsiteY282" fmla="*/ 425811 h 574454"/>
                <a:gd name="connsiteX283" fmla="*/ 74741 w 143079"/>
                <a:gd name="connsiteY283" fmla="*/ 422043 h 574454"/>
                <a:gd name="connsiteX284" fmla="*/ 74889 w 143079"/>
                <a:gd name="connsiteY284" fmla="*/ 419971 h 574454"/>
                <a:gd name="connsiteX285" fmla="*/ 74973 w 143079"/>
                <a:gd name="connsiteY285" fmla="*/ 418369 h 574454"/>
                <a:gd name="connsiteX286" fmla="*/ 77206 w 143079"/>
                <a:gd name="connsiteY286" fmla="*/ 418369 h 574454"/>
                <a:gd name="connsiteX287" fmla="*/ 77950 w 143079"/>
                <a:gd name="connsiteY287" fmla="*/ 408695 h 574454"/>
                <a:gd name="connsiteX288" fmla="*/ 80182 w 143079"/>
                <a:gd name="connsiteY288" fmla="*/ 408695 h 574454"/>
                <a:gd name="connsiteX289" fmla="*/ 80182 w 143079"/>
                <a:gd name="connsiteY289" fmla="*/ 398277 h 574454"/>
                <a:gd name="connsiteX290" fmla="*/ 83159 w 143079"/>
                <a:gd name="connsiteY290" fmla="*/ 398277 h 574454"/>
                <a:gd name="connsiteX291" fmla="*/ 83159 w 143079"/>
                <a:gd name="connsiteY291" fmla="*/ 387859 h 574454"/>
                <a:gd name="connsiteX292" fmla="*/ 85391 w 143079"/>
                <a:gd name="connsiteY292" fmla="*/ 387859 h 574454"/>
                <a:gd name="connsiteX293" fmla="*/ 85502 w 143079"/>
                <a:gd name="connsiteY293" fmla="*/ 385118 h 574454"/>
                <a:gd name="connsiteX294" fmla="*/ 85670 w 143079"/>
                <a:gd name="connsiteY294" fmla="*/ 381581 h 574454"/>
                <a:gd name="connsiteX295" fmla="*/ 85740 w 143079"/>
                <a:gd name="connsiteY295" fmla="*/ 379771 h 574454"/>
                <a:gd name="connsiteX296" fmla="*/ 86135 w 143079"/>
                <a:gd name="connsiteY296" fmla="*/ 375209 h 574454"/>
                <a:gd name="connsiteX297" fmla="*/ 87623 w 143079"/>
                <a:gd name="connsiteY297" fmla="*/ 374465 h 574454"/>
                <a:gd name="connsiteX298" fmla="*/ 87853 w 143079"/>
                <a:gd name="connsiteY298" fmla="*/ 371189 h 574454"/>
                <a:gd name="connsiteX299" fmla="*/ 87910 w 143079"/>
                <a:gd name="connsiteY299" fmla="*/ 369182 h 574454"/>
                <a:gd name="connsiteX300" fmla="*/ 87980 w 143079"/>
                <a:gd name="connsiteY300" fmla="*/ 364967 h 574454"/>
                <a:gd name="connsiteX301" fmla="*/ 88039 w 143079"/>
                <a:gd name="connsiteY301" fmla="*/ 362957 h 574454"/>
                <a:gd name="connsiteX302" fmla="*/ 88070 w 143079"/>
                <a:gd name="connsiteY302" fmla="*/ 361105 h 574454"/>
                <a:gd name="connsiteX303" fmla="*/ 88368 w 143079"/>
                <a:gd name="connsiteY303" fmla="*/ 359582 h 574454"/>
                <a:gd name="connsiteX304" fmla="*/ 90600 w 143079"/>
                <a:gd name="connsiteY304" fmla="*/ 358094 h 574454"/>
                <a:gd name="connsiteX305" fmla="*/ 90902 w 143079"/>
                <a:gd name="connsiteY305" fmla="*/ 353417 h 574454"/>
                <a:gd name="connsiteX306" fmla="*/ 90952 w 143079"/>
                <a:gd name="connsiteY306" fmla="*/ 350593 h 574454"/>
                <a:gd name="connsiteX307" fmla="*/ 90992 w 143079"/>
                <a:gd name="connsiteY307" fmla="*/ 344657 h 574454"/>
                <a:gd name="connsiteX308" fmla="*/ 91042 w 143079"/>
                <a:gd name="connsiteY308" fmla="*/ 341836 h 574454"/>
                <a:gd name="connsiteX309" fmla="*/ 91058 w 143079"/>
                <a:gd name="connsiteY309" fmla="*/ 339231 h 574454"/>
                <a:gd name="connsiteX310" fmla="*/ 91344 w 143079"/>
                <a:gd name="connsiteY310" fmla="*/ 337258 h 574454"/>
                <a:gd name="connsiteX311" fmla="*/ 93577 w 143079"/>
                <a:gd name="connsiteY311" fmla="*/ 336514 h 574454"/>
                <a:gd name="connsiteX312" fmla="*/ 93855 w 143079"/>
                <a:gd name="connsiteY312" fmla="*/ 332710 h 574454"/>
                <a:gd name="connsiteX313" fmla="*/ 93871 w 143079"/>
                <a:gd name="connsiteY313" fmla="*/ 330212 h 574454"/>
                <a:gd name="connsiteX314" fmla="*/ 93854 w 143079"/>
                <a:gd name="connsiteY314" fmla="*/ 327448 h 574454"/>
                <a:gd name="connsiteX315" fmla="*/ 93862 w 143079"/>
                <a:gd name="connsiteY315" fmla="*/ 324555 h 574454"/>
                <a:gd name="connsiteX316" fmla="*/ 93852 w 143079"/>
                <a:gd name="connsiteY316" fmla="*/ 316677 h 574454"/>
                <a:gd name="connsiteX317" fmla="*/ 93848 w 143079"/>
                <a:gd name="connsiteY317" fmla="*/ 308445 h 574454"/>
                <a:gd name="connsiteX318" fmla="*/ 93827 w 143079"/>
                <a:gd name="connsiteY318" fmla="*/ 294613 h 574454"/>
                <a:gd name="connsiteX319" fmla="*/ 93813 w 143079"/>
                <a:gd name="connsiteY319" fmla="*/ 278614 h 574454"/>
                <a:gd name="connsiteX320" fmla="*/ 93805 w 143079"/>
                <a:gd name="connsiteY320" fmla="*/ 263241 h 574454"/>
                <a:gd name="connsiteX321" fmla="*/ 93802 w 143079"/>
                <a:gd name="connsiteY321" fmla="*/ 256692 h 574454"/>
                <a:gd name="connsiteX322" fmla="*/ 93781 w 143079"/>
                <a:gd name="connsiteY322" fmla="*/ 247546 h 574454"/>
                <a:gd name="connsiteX323" fmla="*/ 93787 w 143079"/>
                <a:gd name="connsiteY323" fmla="*/ 244790 h 574454"/>
                <a:gd name="connsiteX324" fmla="*/ 93771 w 143079"/>
                <a:gd name="connsiteY324" fmla="*/ 242280 h 574454"/>
                <a:gd name="connsiteX325" fmla="*/ 93766 w 143079"/>
                <a:gd name="connsiteY325" fmla="*/ 240094 h 574454"/>
                <a:gd name="connsiteX326" fmla="*/ 92088 w 143079"/>
                <a:gd name="connsiteY326" fmla="*/ 236055 h 574454"/>
                <a:gd name="connsiteX327" fmla="*/ 91344 w 143079"/>
                <a:gd name="connsiteY327" fmla="*/ 236055 h 574454"/>
                <a:gd name="connsiteX328" fmla="*/ 91311 w 143079"/>
                <a:gd name="connsiteY328" fmla="*/ 234154 h 574454"/>
                <a:gd name="connsiteX329" fmla="*/ 91149 w 143079"/>
                <a:gd name="connsiteY329" fmla="*/ 227194 h 574454"/>
                <a:gd name="connsiteX330" fmla="*/ 91086 w 143079"/>
                <a:gd name="connsiteY330" fmla="*/ 224177 h 574454"/>
                <a:gd name="connsiteX331" fmla="*/ 90981 w 143079"/>
                <a:gd name="connsiteY331" fmla="*/ 219849 h 574454"/>
                <a:gd name="connsiteX332" fmla="*/ 90922 w 143079"/>
                <a:gd name="connsiteY332" fmla="*/ 217216 h 574454"/>
                <a:gd name="connsiteX333" fmla="*/ 90600 w 143079"/>
                <a:gd name="connsiteY333" fmla="*/ 215219 h 574454"/>
                <a:gd name="connsiteX334" fmla="*/ 88368 w 143079"/>
                <a:gd name="connsiteY334" fmla="*/ 214475 h 574454"/>
                <a:gd name="connsiteX335" fmla="*/ 88039 w 143079"/>
                <a:gd name="connsiteY335" fmla="*/ 211335 h 574454"/>
                <a:gd name="connsiteX336" fmla="*/ 87980 w 143079"/>
                <a:gd name="connsiteY336" fmla="*/ 209420 h 574454"/>
                <a:gd name="connsiteX337" fmla="*/ 87949 w 143079"/>
                <a:gd name="connsiteY337" fmla="*/ 207405 h 574454"/>
                <a:gd name="connsiteX338" fmla="*/ 87853 w 143079"/>
                <a:gd name="connsiteY338" fmla="*/ 203475 h 574454"/>
                <a:gd name="connsiteX339" fmla="*/ 87825 w 143079"/>
                <a:gd name="connsiteY339" fmla="*/ 201707 h 574454"/>
                <a:gd name="connsiteX340" fmla="*/ 87623 w 143079"/>
                <a:gd name="connsiteY340" fmla="*/ 200336 h 574454"/>
                <a:gd name="connsiteX341" fmla="*/ 86135 w 143079"/>
                <a:gd name="connsiteY341" fmla="*/ 199592 h 574454"/>
                <a:gd name="connsiteX342" fmla="*/ 85763 w 143079"/>
                <a:gd name="connsiteY342" fmla="*/ 194057 h 574454"/>
                <a:gd name="connsiteX343" fmla="*/ 83903 w 143079"/>
                <a:gd name="connsiteY343" fmla="*/ 186941 h 574454"/>
                <a:gd name="connsiteX344" fmla="*/ 83159 w 143079"/>
                <a:gd name="connsiteY344" fmla="*/ 186941 h 574454"/>
                <a:gd name="connsiteX345" fmla="*/ 82415 w 143079"/>
                <a:gd name="connsiteY345" fmla="*/ 175035 h 574454"/>
                <a:gd name="connsiteX346" fmla="*/ 80182 w 143079"/>
                <a:gd name="connsiteY346" fmla="*/ 175035 h 574454"/>
                <a:gd name="connsiteX347" fmla="*/ 80072 w 143079"/>
                <a:gd name="connsiteY347" fmla="*/ 173108 h 574454"/>
                <a:gd name="connsiteX348" fmla="*/ 79903 w 143079"/>
                <a:gd name="connsiteY348" fmla="*/ 170617 h 574454"/>
                <a:gd name="connsiteX349" fmla="*/ 79746 w 143079"/>
                <a:gd name="connsiteY349" fmla="*/ 168132 h 574454"/>
                <a:gd name="connsiteX350" fmla="*/ 79438 w 143079"/>
                <a:gd name="connsiteY350" fmla="*/ 166106 h 574454"/>
                <a:gd name="connsiteX351" fmla="*/ 77950 w 143079"/>
                <a:gd name="connsiteY351" fmla="*/ 165361 h 574454"/>
                <a:gd name="connsiteX352" fmla="*/ 77485 w 143079"/>
                <a:gd name="connsiteY352" fmla="*/ 160850 h 574454"/>
                <a:gd name="connsiteX353" fmla="*/ 77316 w 143079"/>
                <a:gd name="connsiteY353" fmla="*/ 158359 h 574454"/>
                <a:gd name="connsiteX354" fmla="*/ 77206 w 143079"/>
                <a:gd name="connsiteY354" fmla="*/ 156432 h 574454"/>
                <a:gd name="connsiteX355" fmla="*/ 74973 w 143079"/>
                <a:gd name="connsiteY355" fmla="*/ 156432 h 574454"/>
                <a:gd name="connsiteX356" fmla="*/ 74889 w 143079"/>
                <a:gd name="connsiteY356" fmla="*/ 154667 h 574454"/>
                <a:gd name="connsiteX357" fmla="*/ 74741 w 143079"/>
                <a:gd name="connsiteY357" fmla="*/ 152385 h 574454"/>
                <a:gd name="connsiteX358" fmla="*/ 74610 w 143079"/>
                <a:gd name="connsiteY358" fmla="*/ 150109 h 574454"/>
                <a:gd name="connsiteX359" fmla="*/ 74229 w 143079"/>
                <a:gd name="connsiteY359" fmla="*/ 148246 h 574454"/>
                <a:gd name="connsiteX360" fmla="*/ 71997 w 143079"/>
                <a:gd name="connsiteY360" fmla="*/ 147502 h 574454"/>
                <a:gd name="connsiteX361" fmla="*/ 72063 w 143079"/>
                <a:gd name="connsiteY361" fmla="*/ 142973 h 574454"/>
                <a:gd name="connsiteX362" fmla="*/ 69764 w 143079"/>
                <a:gd name="connsiteY362" fmla="*/ 139316 h 574454"/>
                <a:gd name="connsiteX363" fmla="*/ 69392 w 143079"/>
                <a:gd name="connsiteY363" fmla="*/ 136247 h 574454"/>
                <a:gd name="connsiteX364" fmla="*/ 69020 w 143079"/>
                <a:gd name="connsiteY364" fmla="*/ 133363 h 574454"/>
                <a:gd name="connsiteX365" fmla="*/ 66788 w 143079"/>
                <a:gd name="connsiteY365" fmla="*/ 132619 h 574454"/>
                <a:gd name="connsiteX366" fmla="*/ 66276 w 143079"/>
                <a:gd name="connsiteY366" fmla="*/ 128852 h 574454"/>
                <a:gd name="connsiteX367" fmla="*/ 66128 w 143079"/>
                <a:gd name="connsiteY367" fmla="*/ 126779 h 574454"/>
                <a:gd name="connsiteX368" fmla="*/ 66043 w 143079"/>
                <a:gd name="connsiteY368" fmla="*/ 125178 h 574454"/>
                <a:gd name="connsiteX369" fmla="*/ 63811 w 143079"/>
                <a:gd name="connsiteY369" fmla="*/ 125178 h 574454"/>
                <a:gd name="connsiteX370" fmla="*/ 63375 w 143079"/>
                <a:gd name="connsiteY370" fmla="*/ 120600 h 574454"/>
                <a:gd name="connsiteX371" fmla="*/ 63067 w 143079"/>
                <a:gd name="connsiteY371" fmla="*/ 119225 h 574454"/>
                <a:gd name="connsiteX372" fmla="*/ 61579 w 143079"/>
                <a:gd name="connsiteY372" fmla="*/ 118481 h 574454"/>
                <a:gd name="connsiteX373" fmla="*/ 61253 w 143079"/>
                <a:gd name="connsiteY373" fmla="*/ 115923 h 574454"/>
                <a:gd name="connsiteX374" fmla="*/ 60834 w 143079"/>
                <a:gd name="connsiteY374" fmla="*/ 113272 h 574454"/>
                <a:gd name="connsiteX375" fmla="*/ 58602 w 143079"/>
                <a:gd name="connsiteY375" fmla="*/ 111783 h 574454"/>
                <a:gd name="connsiteX376" fmla="*/ 57114 w 143079"/>
                <a:gd name="connsiteY376" fmla="*/ 106574 h 574454"/>
                <a:gd name="connsiteX377" fmla="*/ 55625 w 143079"/>
                <a:gd name="connsiteY377" fmla="*/ 104342 h 574454"/>
                <a:gd name="connsiteX378" fmla="*/ 55253 w 143079"/>
                <a:gd name="connsiteY378" fmla="*/ 102389 h 574454"/>
                <a:gd name="connsiteX379" fmla="*/ 54881 w 143079"/>
                <a:gd name="connsiteY379" fmla="*/ 100621 h 574454"/>
                <a:gd name="connsiteX380" fmla="*/ 53393 w 143079"/>
                <a:gd name="connsiteY380" fmla="*/ 99877 h 574454"/>
                <a:gd name="connsiteX381" fmla="*/ 53067 w 143079"/>
                <a:gd name="connsiteY381" fmla="*/ 98017 h 574454"/>
                <a:gd name="connsiteX382" fmla="*/ 52649 w 143079"/>
                <a:gd name="connsiteY382" fmla="*/ 96156 h 574454"/>
                <a:gd name="connsiteX383" fmla="*/ 50416 w 143079"/>
                <a:gd name="connsiteY383" fmla="*/ 95412 h 574454"/>
                <a:gd name="connsiteX384" fmla="*/ 49672 w 143079"/>
                <a:gd name="connsiteY384" fmla="*/ 90203 h 574454"/>
                <a:gd name="connsiteX385" fmla="*/ 48184 w 143079"/>
                <a:gd name="connsiteY385" fmla="*/ 89459 h 574454"/>
                <a:gd name="connsiteX386" fmla="*/ 47858 w 143079"/>
                <a:gd name="connsiteY386" fmla="*/ 87227 h 574454"/>
                <a:gd name="connsiteX387" fmla="*/ 47440 w 143079"/>
                <a:gd name="connsiteY387" fmla="*/ 84994 h 574454"/>
                <a:gd name="connsiteX388" fmla="*/ 45207 w 143079"/>
                <a:gd name="connsiteY388" fmla="*/ 84250 h 574454"/>
                <a:gd name="connsiteX389" fmla="*/ 44463 w 143079"/>
                <a:gd name="connsiteY389" fmla="*/ 79041 h 574454"/>
                <a:gd name="connsiteX390" fmla="*/ 42231 w 143079"/>
                <a:gd name="connsiteY390" fmla="*/ 79041 h 574454"/>
                <a:gd name="connsiteX391" fmla="*/ 42370 w 143079"/>
                <a:gd name="connsiteY391" fmla="*/ 77227 h 574454"/>
                <a:gd name="connsiteX392" fmla="*/ 42231 w 143079"/>
                <a:gd name="connsiteY392" fmla="*/ 75320 h 574454"/>
                <a:gd name="connsiteX393" fmla="*/ 39998 w 143079"/>
                <a:gd name="connsiteY393" fmla="*/ 74576 h 574454"/>
                <a:gd name="connsiteX394" fmla="*/ 38510 w 143079"/>
                <a:gd name="connsiteY394" fmla="*/ 70856 h 574454"/>
                <a:gd name="connsiteX395" fmla="*/ 37022 w 143079"/>
                <a:gd name="connsiteY395" fmla="*/ 70111 h 574454"/>
                <a:gd name="connsiteX396" fmla="*/ 36696 w 143079"/>
                <a:gd name="connsiteY396" fmla="*/ 68251 h 574454"/>
                <a:gd name="connsiteX397" fmla="*/ 36278 w 143079"/>
                <a:gd name="connsiteY397" fmla="*/ 66391 h 574454"/>
                <a:gd name="connsiteX398" fmla="*/ 34045 w 143079"/>
                <a:gd name="connsiteY398" fmla="*/ 65647 h 574454"/>
                <a:gd name="connsiteX399" fmla="*/ 33301 w 143079"/>
                <a:gd name="connsiteY399" fmla="*/ 61926 h 574454"/>
                <a:gd name="connsiteX400" fmla="*/ 31069 w 143079"/>
                <a:gd name="connsiteY400" fmla="*/ 59693 h 574454"/>
                <a:gd name="connsiteX401" fmla="*/ 30325 w 143079"/>
                <a:gd name="connsiteY401" fmla="*/ 56717 h 574454"/>
                <a:gd name="connsiteX402" fmla="*/ 28836 w 143079"/>
                <a:gd name="connsiteY402" fmla="*/ 55973 h 574454"/>
                <a:gd name="connsiteX403" fmla="*/ 27348 w 143079"/>
                <a:gd name="connsiteY403" fmla="*/ 52252 h 574454"/>
                <a:gd name="connsiteX404" fmla="*/ 25860 w 143079"/>
                <a:gd name="connsiteY404" fmla="*/ 51508 h 574454"/>
                <a:gd name="connsiteX405" fmla="*/ 25116 w 143079"/>
                <a:gd name="connsiteY405" fmla="*/ 49275 h 574454"/>
                <a:gd name="connsiteX406" fmla="*/ 23627 w 143079"/>
                <a:gd name="connsiteY406" fmla="*/ 48531 h 574454"/>
                <a:gd name="connsiteX407" fmla="*/ 23302 w 143079"/>
                <a:gd name="connsiteY407" fmla="*/ 47090 h 574454"/>
                <a:gd name="connsiteX408" fmla="*/ 20651 w 143079"/>
                <a:gd name="connsiteY408" fmla="*/ 44067 h 574454"/>
                <a:gd name="connsiteX409" fmla="*/ 18418 w 143079"/>
                <a:gd name="connsiteY409" fmla="*/ 40346 h 574454"/>
                <a:gd name="connsiteX410" fmla="*/ 14852 w 143079"/>
                <a:gd name="connsiteY410" fmla="*/ 35128 h 574454"/>
                <a:gd name="connsiteX411" fmla="*/ 13954 w 143079"/>
                <a:gd name="connsiteY411" fmla="*/ 32160 h 574454"/>
                <a:gd name="connsiteX412" fmla="*/ 11721 w 143079"/>
                <a:gd name="connsiteY412" fmla="*/ 31416 h 574454"/>
                <a:gd name="connsiteX413" fmla="*/ 11396 w 143079"/>
                <a:gd name="connsiteY413" fmla="*/ 28067 h 574454"/>
                <a:gd name="connsiteX414" fmla="*/ 11352 w 143079"/>
                <a:gd name="connsiteY414" fmla="*/ 26230 h 574454"/>
                <a:gd name="connsiteX415" fmla="*/ 11721 w 143079"/>
                <a:gd name="connsiteY415" fmla="*/ 24719 h 574454"/>
                <a:gd name="connsiteX416" fmla="*/ 14698 w 143079"/>
                <a:gd name="connsiteY416" fmla="*/ 23975 h 574454"/>
                <a:gd name="connsiteX417" fmla="*/ 14698 w 143079"/>
                <a:gd name="connsiteY417" fmla="*/ 21742 h 574454"/>
                <a:gd name="connsiteX418" fmla="*/ 20651 w 143079"/>
                <a:gd name="connsiteY418" fmla="*/ 20998 h 574454"/>
                <a:gd name="connsiteX419" fmla="*/ 20651 w 143079"/>
                <a:gd name="connsiteY419" fmla="*/ 18022 h 574454"/>
                <a:gd name="connsiteX420" fmla="*/ 23209 w 143079"/>
                <a:gd name="connsiteY420" fmla="*/ 17836 h 574454"/>
                <a:gd name="connsiteX421" fmla="*/ 25860 w 143079"/>
                <a:gd name="connsiteY421" fmla="*/ 17277 h 574454"/>
                <a:gd name="connsiteX422" fmla="*/ 26232 w 143079"/>
                <a:gd name="connsiteY422" fmla="*/ 15789 h 574454"/>
                <a:gd name="connsiteX423" fmla="*/ 26604 w 143079"/>
                <a:gd name="connsiteY423" fmla="*/ 14301 h 574454"/>
                <a:gd name="connsiteX424" fmla="*/ 31813 w 143079"/>
                <a:gd name="connsiteY424" fmla="*/ 13557 h 574454"/>
                <a:gd name="connsiteX425" fmla="*/ 32557 w 143079"/>
                <a:gd name="connsiteY425" fmla="*/ 11324 h 574454"/>
                <a:gd name="connsiteX426" fmla="*/ 35952 w 143079"/>
                <a:gd name="connsiteY426" fmla="*/ 10813 h 574454"/>
                <a:gd name="connsiteX427" fmla="*/ 37815 w 143079"/>
                <a:gd name="connsiteY427" fmla="*/ 10664 h 574454"/>
                <a:gd name="connsiteX428" fmla="*/ 39254 w 143079"/>
                <a:gd name="connsiteY428" fmla="*/ 10580 h 574454"/>
                <a:gd name="connsiteX429" fmla="*/ 39254 w 143079"/>
                <a:gd name="connsiteY429" fmla="*/ 7604 h 574454"/>
                <a:gd name="connsiteX430" fmla="*/ 41812 w 143079"/>
                <a:gd name="connsiteY430" fmla="*/ 7371 h 574454"/>
                <a:gd name="connsiteX431" fmla="*/ 44463 w 143079"/>
                <a:gd name="connsiteY431" fmla="*/ 6859 h 574454"/>
                <a:gd name="connsiteX432" fmla="*/ 45207 w 143079"/>
                <a:gd name="connsiteY432" fmla="*/ 4627 h 574454"/>
                <a:gd name="connsiteX433" fmla="*/ 47812 w 143079"/>
                <a:gd name="connsiteY433" fmla="*/ 4301 h 574454"/>
                <a:gd name="connsiteX434" fmla="*/ 50416 w 143079"/>
                <a:gd name="connsiteY434" fmla="*/ 3883 h 574454"/>
                <a:gd name="connsiteX435" fmla="*/ 50608 w 143079"/>
                <a:gd name="connsiteY435" fmla="*/ 2395 h 574454"/>
                <a:gd name="connsiteX436" fmla="*/ 51161 w 143079"/>
                <a:gd name="connsiteY436" fmla="*/ 906 h 57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143079" h="574454">
                  <a:moveTo>
                    <a:pt x="51161" y="906"/>
                  </a:moveTo>
                  <a:cubicBezTo>
                    <a:pt x="53116" y="568"/>
                    <a:pt x="54691" y="457"/>
                    <a:pt x="56649" y="488"/>
                  </a:cubicBezTo>
                  <a:cubicBezTo>
                    <a:pt x="57159" y="470"/>
                    <a:pt x="57669" y="452"/>
                    <a:pt x="58195" y="434"/>
                  </a:cubicBezTo>
                  <a:cubicBezTo>
                    <a:pt x="59689" y="438"/>
                    <a:pt x="59689" y="438"/>
                    <a:pt x="62323" y="906"/>
                  </a:cubicBezTo>
                  <a:cubicBezTo>
                    <a:pt x="64114" y="3034"/>
                    <a:pt x="64555" y="4075"/>
                    <a:pt x="64555" y="6859"/>
                  </a:cubicBezTo>
                  <a:cubicBezTo>
                    <a:pt x="64985" y="7059"/>
                    <a:pt x="65415" y="7259"/>
                    <a:pt x="65857" y="7464"/>
                  </a:cubicBezTo>
                  <a:cubicBezTo>
                    <a:pt x="68216" y="8709"/>
                    <a:pt x="69094" y="10597"/>
                    <a:pt x="70508" y="12813"/>
                  </a:cubicBezTo>
                  <a:cubicBezTo>
                    <a:pt x="70999" y="13058"/>
                    <a:pt x="71491" y="13304"/>
                    <a:pt x="71997" y="13557"/>
                  </a:cubicBezTo>
                  <a:cubicBezTo>
                    <a:pt x="72158" y="14478"/>
                    <a:pt x="72158" y="14478"/>
                    <a:pt x="72322" y="15417"/>
                  </a:cubicBezTo>
                  <a:cubicBezTo>
                    <a:pt x="72460" y="16031"/>
                    <a:pt x="72598" y="16645"/>
                    <a:pt x="72741" y="17277"/>
                  </a:cubicBezTo>
                  <a:cubicBezTo>
                    <a:pt x="73846" y="17646"/>
                    <a:pt x="73846" y="17646"/>
                    <a:pt x="74973" y="18022"/>
                  </a:cubicBezTo>
                  <a:cubicBezTo>
                    <a:pt x="75250" y="19006"/>
                    <a:pt x="75499" y="19999"/>
                    <a:pt x="75717" y="20998"/>
                  </a:cubicBezTo>
                  <a:cubicBezTo>
                    <a:pt x="76208" y="21244"/>
                    <a:pt x="76700" y="21489"/>
                    <a:pt x="77206" y="21742"/>
                  </a:cubicBezTo>
                  <a:cubicBezTo>
                    <a:pt x="77313" y="22218"/>
                    <a:pt x="77420" y="22694"/>
                    <a:pt x="77531" y="23184"/>
                  </a:cubicBezTo>
                  <a:cubicBezTo>
                    <a:pt x="77847" y="25003"/>
                    <a:pt x="77847" y="25003"/>
                    <a:pt x="80182" y="26207"/>
                  </a:cubicBezTo>
                  <a:cubicBezTo>
                    <a:pt x="80428" y="26944"/>
                    <a:pt x="80673" y="27681"/>
                    <a:pt x="80926" y="28440"/>
                  </a:cubicBezTo>
                  <a:cubicBezTo>
                    <a:pt x="81663" y="29191"/>
                    <a:pt x="82408" y="29934"/>
                    <a:pt x="83159" y="30672"/>
                  </a:cubicBezTo>
                  <a:cubicBezTo>
                    <a:pt x="84158" y="32197"/>
                    <a:pt x="85075" y="33757"/>
                    <a:pt x="85999" y="35329"/>
                  </a:cubicBezTo>
                  <a:cubicBezTo>
                    <a:pt x="86802" y="36738"/>
                    <a:pt x="86802" y="36738"/>
                    <a:pt x="88368" y="37369"/>
                  </a:cubicBezTo>
                  <a:cubicBezTo>
                    <a:pt x="88874" y="38854"/>
                    <a:pt x="89368" y="40343"/>
                    <a:pt x="89856" y="41834"/>
                  </a:cubicBezTo>
                  <a:cubicBezTo>
                    <a:pt x="91214" y="44572"/>
                    <a:pt x="91214" y="44572"/>
                    <a:pt x="93577" y="46299"/>
                  </a:cubicBezTo>
                  <a:cubicBezTo>
                    <a:pt x="94073" y="47539"/>
                    <a:pt x="94569" y="48779"/>
                    <a:pt x="95065" y="50020"/>
                  </a:cubicBezTo>
                  <a:cubicBezTo>
                    <a:pt x="95556" y="50265"/>
                    <a:pt x="96047" y="50511"/>
                    <a:pt x="96553" y="50764"/>
                  </a:cubicBezTo>
                  <a:cubicBezTo>
                    <a:pt x="96522" y="51623"/>
                    <a:pt x="96492" y="52483"/>
                    <a:pt x="96460" y="53368"/>
                  </a:cubicBezTo>
                  <a:cubicBezTo>
                    <a:pt x="96491" y="54228"/>
                    <a:pt x="96522" y="55087"/>
                    <a:pt x="96553" y="55973"/>
                  </a:cubicBezTo>
                  <a:cubicBezTo>
                    <a:pt x="97994" y="56472"/>
                    <a:pt x="97994" y="56472"/>
                    <a:pt x="99530" y="56717"/>
                  </a:cubicBezTo>
                  <a:cubicBezTo>
                    <a:pt x="99807" y="57951"/>
                    <a:pt x="100056" y="59192"/>
                    <a:pt x="100274" y="60438"/>
                  </a:cubicBezTo>
                  <a:cubicBezTo>
                    <a:pt x="101379" y="60806"/>
                    <a:pt x="101379" y="60806"/>
                    <a:pt x="102506" y="61182"/>
                  </a:cubicBezTo>
                  <a:cubicBezTo>
                    <a:pt x="102506" y="62670"/>
                    <a:pt x="102506" y="64158"/>
                    <a:pt x="102506" y="65647"/>
                  </a:cubicBezTo>
                  <a:cubicBezTo>
                    <a:pt x="103611" y="66383"/>
                    <a:pt x="103611" y="66383"/>
                    <a:pt x="104739" y="67135"/>
                  </a:cubicBezTo>
                  <a:cubicBezTo>
                    <a:pt x="105250" y="69460"/>
                    <a:pt x="105250" y="69460"/>
                    <a:pt x="105483" y="71600"/>
                  </a:cubicBezTo>
                  <a:cubicBezTo>
                    <a:pt x="106220" y="71600"/>
                    <a:pt x="106956" y="71600"/>
                    <a:pt x="107715" y="71600"/>
                  </a:cubicBezTo>
                  <a:cubicBezTo>
                    <a:pt x="107654" y="72428"/>
                    <a:pt x="107593" y="73257"/>
                    <a:pt x="107529" y="74111"/>
                  </a:cubicBezTo>
                  <a:cubicBezTo>
                    <a:pt x="107591" y="75001"/>
                    <a:pt x="107652" y="75892"/>
                    <a:pt x="107715" y="76809"/>
                  </a:cubicBezTo>
                  <a:cubicBezTo>
                    <a:pt x="109154" y="77621"/>
                    <a:pt x="109154" y="77621"/>
                    <a:pt x="110692" y="78297"/>
                  </a:cubicBezTo>
                  <a:cubicBezTo>
                    <a:pt x="111157" y="80576"/>
                    <a:pt x="111157" y="80576"/>
                    <a:pt x="111436" y="82762"/>
                  </a:cubicBezTo>
                  <a:cubicBezTo>
                    <a:pt x="111927" y="83007"/>
                    <a:pt x="112418" y="83253"/>
                    <a:pt x="112924" y="83506"/>
                  </a:cubicBezTo>
                  <a:cubicBezTo>
                    <a:pt x="113366" y="85477"/>
                    <a:pt x="113476" y="87444"/>
                    <a:pt x="113668" y="89459"/>
                  </a:cubicBezTo>
                  <a:cubicBezTo>
                    <a:pt x="114405" y="89459"/>
                    <a:pt x="115142" y="89459"/>
                    <a:pt x="115901" y="89459"/>
                  </a:cubicBezTo>
                  <a:cubicBezTo>
                    <a:pt x="115978" y="90180"/>
                    <a:pt x="116054" y="90902"/>
                    <a:pt x="116133" y="91645"/>
                  </a:cubicBezTo>
                  <a:cubicBezTo>
                    <a:pt x="116387" y="92773"/>
                    <a:pt x="116387" y="92773"/>
                    <a:pt x="116645" y="93924"/>
                  </a:cubicBezTo>
                  <a:cubicBezTo>
                    <a:pt x="117382" y="94169"/>
                    <a:pt x="118118" y="94415"/>
                    <a:pt x="118877" y="94668"/>
                  </a:cubicBezTo>
                  <a:cubicBezTo>
                    <a:pt x="119206" y="96180"/>
                    <a:pt x="119206" y="96180"/>
                    <a:pt x="119296" y="98017"/>
                  </a:cubicBezTo>
                  <a:cubicBezTo>
                    <a:pt x="119359" y="99805"/>
                    <a:pt x="119359" y="99805"/>
                    <a:pt x="119622" y="101365"/>
                  </a:cubicBezTo>
                  <a:cubicBezTo>
                    <a:pt x="120113" y="101611"/>
                    <a:pt x="120604" y="101856"/>
                    <a:pt x="121110" y="102109"/>
                  </a:cubicBezTo>
                  <a:cubicBezTo>
                    <a:pt x="121271" y="103376"/>
                    <a:pt x="121271" y="103376"/>
                    <a:pt x="121435" y="104667"/>
                  </a:cubicBezTo>
                  <a:cubicBezTo>
                    <a:pt x="121574" y="105542"/>
                    <a:pt x="121712" y="106417"/>
                    <a:pt x="121854" y="107318"/>
                  </a:cubicBezTo>
                  <a:cubicBezTo>
                    <a:pt x="122591" y="107810"/>
                    <a:pt x="123327" y="108301"/>
                    <a:pt x="124086" y="108807"/>
                  </a:cubicBezTo>
                  <a:cubicBezTo>
                    <a:pt x="124467" y="110743"/>
                    <a:pt x="124467" y="110743"/>
                    <a:pt x="124598" y="112993"/>
                  </a:cubicBezTo>
                  <a:cubicBezTo>
                    <a:pt x="124647" y="113739"/>
                    <a:pt x="124696" y="114485"/>
                    <a:pt x="124746" y="115254"/>
                  </a:cubicBezTo>
                  <a:cubicBezTo>
                    <a:pt x="124788" y="116114"/>
                    <a:pt x="124788" y="116114"/>
                    <a:pt x="124831" y="116992"/>
                  </a:cubicBezTo>
                  <a:cubicBezTo>
                    <a:pt x="125567" y="116992"/>
                    <a:pt x="126304" y="116992"/>
                    <a:pt x="127063" y="116992"/>
                  </a:cubicBezTo>
                  <a:cubicBezTo>
                    <a:pt x="127099" y="117467"/>
                    <a:pt x="127136" y="117942"/>
                    <a:pt x="127173" y="118431"/>
                  </a:cubicBezTo>
                  <a:cubicBezTo>
                    <a:pt x="127257" y="119353"/>
                    <a:pt x="127257" y="119353"/>
                    <a:pt x="127342" y="120294"/>
                  </a:cubicBezTo>
                  <a:cubicBezTo>
                    <a:pt x="127394" y="120907"/>
                    <a:pt x="127446" y="121520"/>
                    <a:pt x="127499" y="122152"/>
                  </a:cubicBezTo>
                  <a:cubicBezTo>
                    <a:pt x="127601" y="122659"/>
                    <a:pt x="127702" y="123167"/>
                    <a:pt x="127807" y="123690"/>
                  </a:cubicBezTo>
                  <a:cubicBezTo>
                    <a:pt x="128298" y="123935"/>
                    <a:pt x="128789" y="124181"/>
                    <a:pt x="129295" y="124434"/>
                  </a:cubicBezTo>
                  <a:cubicBezTo>
                    <a:pt x="129558" y="126164"/>
                    <a:pt x="129625" y="127872"/>
                    <a:pt x="129711" y="129619"/>
                  </a:cubicBezTo>
                  <a:cubicBezTo>
                    <a:pt x="129819" y="130118"/>
                    <a:pt x="129928" y="130617"/>
                    <a:pt x="130040" y="131131"/>
                  </a:cubicBezTo>
                  <a:cubicBezTo>
                    <a:pt x="130776" y="131377"/>
                    <a:pt x="131513" y="131622"/>
                    <a:pt x="132272" y="131875"/>
                  </a:cubicBezTo>
                  <a:cubicBezTo>
                    <a:pt x="132653" y="133901"/>
                    <a:pt x="132653" y="133901"/>
                    <a:pt x="132784" y="136386"/>
                  </a:cubicBezTo>
                  <a:cubicBezTo>
                    <a:pt x="132832" y="137209"/>
                    <a:pt x="132881" y="138031"/>
                    <a:pt x="132932" y="138878"/>
                  </a:cubicBezTo>
                  <a:cubicBezTo>
                    <a:pt x="132974" y="139832"/>
                    <a:pt x="132974" y="139832"/>
                    <a:pt x="133016" y="140805"/>
                  </a:cubicBezTo>
                  <a:cubicBezTo>
                    <a:pt x="133753" y="140559"/>
                    <a:pt x="134489" y="140314"/>
                    <a:pt x="135248" y="140061"/>
                  </a:cubicBezTo>
                  <a:cubicBezTo>
                    <a:pt x="135285" y="140804"/>
                    <a:pt x="135321" y="141547"/>
                    <a:pt x="135359" y="142313"/>
                  </a:cubicBezTo>
                  <a:cubicBezTo>
                    <a:pt x="135442" y="143754"/>
                    <a:pt x="135442" y="143754"/>
                    <a:pt x="135528" y="145223"/>
                  </a:cubicBezTo>
                  <a:cubicBezTo>
                    <a:pt x="135605" y="146661"/>
                    <a:pt x="135605" y="146661"/>
                    <a:pt x="135685" y="148127"/>
                  </a:cubicBezTo>
                  <a:cubicBezTo>
                    <a:pt x="135786" y="148903"/>
                    <a:pt x="135888" y="149679"/>
                    <a:pt x="135993" y="150479"/>
                  </a:cubicBezTo>
                  <a:cubicBezTo>
                    <a:pt x="136484" y="150724"/>
                    <a:pt x="136975" y="150970"/>
                    <a:pt x="137481" y="151223"/>
                  </a:cubicBezTo>
                  <a:cubicBezTo>
                    <a:pt x="137952" y="153412"/>
                    <a:pt x="137952" y="153412"/>
                    <a:pt x="138318" y="156106"/>
                  </a:cubicBezTo>
                  <a:cubicBezTo>
                    <a:pt x="138443" y="156997"/>
                    <a:pt x="138567" y="157888"/>
                    <a:pt x="138696" y="158807"/>
                  </a:cubicBezTo>
                  <a:cubicBezTo>
                    <a:pt x="138786" y="159496"/>
                    <a:pt x="138876" y="160186"/>
                    <a:pt x="138969" y="160897"/>
                  </a:cubicBezTo>
                  <a:cubicBezTo>
                    <a:pt x="139460" y="160897"/>
                    <a:pt x="139951" y="160897"/>
                    <a:pt x="140457" y="160897"/>
                  </a:cubicBezTo>
                  <a:cubicBezTo>
                    <a:pt x="140499" y="162012"/>
                    <a:pt x="140499" y="162012"/>
                    <a:pt x="140542" y="163149"/>
                  </a:cubicBezTo>
                  <a:cubicBezTo>
                    <a:pt x="140591" y="164110"/>
                    <a:pt x="140640" y="165070"/>
                    <a:pt x="140690" y="166059"/>
                  </a:cubicBezTo>
                  <a:cubicBezTo>
                    <a:pt x="140755" y="167496"/>
                    <a:pt x="140755" y="167496"/>
                    <a:pt x="140821" y="168963"/>
                  </a:cubicBezTo>
                  <a:cubicBezTo>
                    <a:pt x="140946" y="169739"/>
                    <a:pt x="141072" y="170515"/>
                    <a:pt x="141202" y="171315"/>
                  </a:cubicBezTo>
                  <a:cubicBezTo>
                    <a:pt x="141938" y="171560"/>
                    <a:pt x="142675" y="171806"/>
                    <a:pt x="143434" y="172059"/>
                  </a:cubicBezTo>
                  <a:cubicBezTo>
                    <a:pt x="143686" y="174071"/>
                    <a:pt x="143816" y="175947"/>
                    <a:pt x="143853" y="177965"/>
                  </a:cubicBezTo>
                  <a:cubicBezTo>
                    <a:pt x="143704" y="182082"/>
                    <a:pt x="143704" y="182082"/>
                    <a:pt x="145666" y="185453"/>
                  </a:cubicBezTo>
                  <a:cubicBezTo>
                    <a:pt x="145880" y="186828"/>
                    <a:pt x="145880" y="186828"/>
                    <a:pt x="145922" y="188476"/>
                  </a:cubicBezTo>
                  <a:cubicBezTo>
                    <a:pt x="145944" y="189069"/>
                    <a:pt x="145966" y="189662"/>
                    <a:pt x="145989" y="190273"/>
                  </a:cubicBezTo>
                  <a:cubicBezTo>
                    <a:pt x="146022" y="191525"/>
                    <a:pt x="146055" y="192776"/>
                    <a:pt x="146088" y="194028"/>
                  </a:cubicBezTo>
                  <a:cubicBezTo>
                    <a:pt x="146110" y="194621"/>
                    <a:pt x="146132" y="195214"/>
                    <a:pt x="146155" y="195825"/>
                  </a:cubicBezTo>
                  <a:cubicBezTo>
                    <a:pt x="146169" y="196369"/>
                    <a:pt x="146183" y="196912"/>
                    <a:pt x="146197" y="197473"/>
                  </a:cubicBezTo>
                  <a:cubicBezTo>
                    <a:pt x="146300" y="199030"/>
                    <a:pt x="146300" y="199030"/>
                    <a:pt x="147899" y="200336"/>
                  </a:cubicBezTo>
                  <a:cubicBezTo>
                    <a:pt x="148144" y="200336"/>
                    <a:pt x="148390" y="200336"/>
                    <a:pt x="148643" y="200336"/>
                  </a:cubicBezTo>
                  <a:cubicBezTo>
                    <a:pt x="148889" y="206475"/>
                    <a:pt x="149134" y="212614"/>
                    <a:pt x="149387" y="218940"/>
                  </a:cubicBezTo>
                  <a:cubicBezTo>
                    <a:pt x="150124" y="218940"/>
                    <a:pt x="150861" y="218940"/>
                    <a:pt x="151620" y="218940"/>
                  </a:cubicBezTo>
                  <a:cubicBezTo>
                    <a:pt x="151634" y="219792"/>
                    <a:pt x="151649" y="220645"/>
                    <a:pt x="151664" y="221523"/>
                  </a:cubicBezTo>
                  <a:cubicBezTo>
                    <a:pt x="151721" y="224676"/>
                    <a:pt x="151787" y="227828"/>
                    <a:pt x="151856" y="230980"/>
                  </a:cubicBezTo>
                  <a:cubicBezTo>
                    <a:pt x="151884" y="232346"/>
                    <a:pt x="151910" y="233713"/>
                    <a:pt x="151934" y="235079"/>
                  </a:cubicBezTo>
                  <a:cubicBezTo>
                    <a:pt x="151967" y="237039"/>
                    <a:pt x="152011" y="238999"/>
                    <a:pt x="152056" y="240959"/>
                  </a:cubicBezTo>
                  <a:cubicBezTo>
                    <a:pt x="152064" y="241573"/>
                    <a:pt x="152073" y="242188"/>
                    <a:pt x="152082" y="242821"/>
                  </a:cubicBezTo>
                  <a:cubicBezTo>
                    <a:pt x="152120" y="244289"/>
                    <a:pt x="152234" y="245754"/>
                    <a:pt x="152364" y="247217"/>
                  </a:cubicBezTo>
                  <a:cubicBezTo>
                    <a:pt x="152855" y="247462"/>
                    <a:pt x="153346" y="247708"/>
                    <a:pt x="153852" y="247961"/>
                  </a:cubicBezTo>
                  <a:cubicBezTo>
                    <a:pt x="154039" y="249282"/>
                    <a:pt x="154039" y="249282"/>
                    <a:pt x="154041" y="251040"/>
                  </a:cubicBezTo>
                  <a:cubicBezTo>
                    <a:pt x="154047" y="252036"/>
                    <a:pt x="154047" y="252036"/>
                    <a:pt x="154054" y="253051"/>
                  </a:cubicBezTo>
                  <a:cubicBezTo>
                    <a:pt x="154049" y="254152"/>
                    <a:pt x="154049" y="254152"/>
                    <a:pt x="154045" y="255275"/>
                  </a:cubicBezTo>
                  <a:cubicBezTo>
                    <a:pt x="154049" y="256427"/>
                    <a:pt x="154049" y="256427"/>
                    <a:pt x="154052" y="257603"/>
                  </a:cubicBezTo>
                  <a:cubicBezTo>
                    <a:pt x="154059" y="260156"/>
                    <a:pt x="154055" y="262709"/>
                    <a:pt x="154050" y="265262"/>
                  </a:cubicBezTo>
                  <a:cubicBezTo>
                    <a:pt x="154051" y="267028"/>
                    <a:pt x="154052" y="268794"/>
                    <a:pt x="154054" y="270559"/>
                  </a:cubicBezTo>
                  <a:cubicBezTo>
                    <a:pt x="154056" y="274265"/>
                    <a:pt x="154053" y="277971"/>
                    <a:pt x="154046" y="281677"/>
                  </a:cubicBezTo>
                  <a:cubicBezTo>
                    <a:pt x="154038" y="286439"/>
                    <a:pt x="154042" y="291201"/>
                    <a:pt x="154051" y="295964"/>
                  </a:cubicBezTo>
                  <a:cubicBezTo>
                    <a:pt x="154057" y="299611"/>
                    <a:pt x="154055" y="303259"/>
                    <a:pt x="154051" y="306906"/>
                  </a:cubicBezTo>
                  <a:cubicBezTo>
                    <a:pt x="154050" y="308663"/>
                    <a:pt x="154051" y="310419"/>
                    <a:pt x="154055" y="312176"/>
                  </a:cubicBezTo>
                  <a:cubicBezTo>
                    <a:pt x="154059" y="314626"/>
                    <a:pt x="154053" y="317076"/>
                    <a:pt x="154045" y="319526"/>
                  </a:cubicBezTo>
                  <a:cubicBezTo>
                    <a:pt x="154048" y="320260"/>
                    <a:pt x="154051" y="320994"/>
                    <a:pt x="154054" y="321750"/>
                  </a:cubicBezTo>
                  <a:cubicBezTo>
                    <a:pt x="154050" y="322413"/>
                    <a:pt x="154045" y="323077"/>
                    <a:pt x="154041" y="323761"/>
                  </a:cubicBezTo>
                  <a:cubicBezTo>
                    <a:pt x="154040" y="324631"/>
                    <a:pt x="154040" y="324631"/>
                    <a:pt x="154039" y="325519"/>
                  </a:cubicBezTo>
                  <a:cubicBezTo>
                    <a:pt x="153977" y="325955"/>
                    <a:pt x="153916" y="326391"/>
                    <a:pt x="153852" y="326840"/>
                  </a:cubicBezTo>
                  <a:cubicBezTo>
                    <a:pt x="153361" y="327085"/>
                    <a:pt x="152870" y="327331"/>
                    <a:pt x="152364" y="327584"/>
                  </a:cubicBezTo>
                  <a:cubicBezTo>
                    <a:pt x="152177" y="329638"/>
                    <a:pt x="152085" y="331622"/>
                    <a:pt x="152056" y="333680"/>
                  </a:cubicBezTo>
                  <a:cubicBezTo>
                    <a:pt x="152041" y="334290"/>
                    <a:pt x="152027" y="334900"/>
                    <a:pt x="152012" y="335528"/>
                  </a:cubicBezTo>
                  <a:cubicBezTo>
                    <a:pt x="151967" y="337485"/>
                    <a:pt x="151933" y="339441"/>
                    <a:pt x="151899" y="341397"/>
                  </a:cubicBezTo>
                  <a:cubicBezTo>
                    <a:pt x="151870" y="342720"/>
                    <a:pt x="151841" y="344043"/>
                    <a:pt x="151811" y="345366"/>
                  </a:cubicBezTo>
                  <a:cubicBezTo>
                    <a:pt x="151740" y="348617"/>
                    <a:pt x="151677" y="351867"/>
                    <a:pt x="151620" y="355117"/>
                  </a:cubicBezTo>
                  <a:cubicBezTo>
                    <a:pt x="150883" y="355117"/>
                    <a:pt x="150146" y="355117"/>
                    <a:pt x="149387" y="355117"/>
                  </a:cubicBezTo>
                  <a:cubicBezTo>
                    <a:pt x="149142" y="361256"/>
                    <a:pt x="148896" y="367396"/>
                    <a:pt x="148643" y="373721"/>
                  </a:cubicBezTo>
                  <a:cubicBezTo>
                    <a:pt x="147906" y="373721"/>
                    <a:pt x="147170" y="373721"/>
                    <a:pt x="146411" y="373721"/>
                  </a:cubicBezTo>
                  <a:cubicBezTo>
                    <a:pt x="146396" y="374168"/>
                    <a:pt x="146381" y="374615"/>
                    <a:pt x="146366" y="375075"/>
                  </a:cubicBezTo>
                  <a:cubicBezTo>
                    <a:pt x="146295" y="377089"/>
                    <a:pt x="146214" y="379102"/>
                    <a:pt x="146132" y="381116"/>
                  </a:cubicBezTo>
                  <a:cubicBezTo>
                    <a:pt x="146109" y="381819"/>
                    <a:pt x="146086" y="382523"/>
                    <a:pt x="146062" y="383248"/>
                  </a:cubicBezTo>
                  <a:cubicBezTo>
                    <a:pt x="146033" y="383917"/>
                    <a:pt x="146004" y="384586"/>
                    <a:pt x="145975" y="385275"/>
                  </a:cubicBezTo>
                  <a:cubicBezTo>
                    <a:pt x="145951" y="385895"/>
                    <a:pt x="145928" y="386514"/>
                    <a:pt x="145904" y="387153"/>
                  </a:cubicBezTo>
                  <a:cubicBezTo>
                    <a:pt x="145825" y="387632"/>
                    <a:pt x="145747" y="388110"/>
                    <a:pt x="145666" y="388604"/>
                  </a:cubicBezTo>
                  <a:cubicBezTo>
                    <a:pt x="145175" y="388849"/>
                    <a:pt x="144684" y="389095"/>
                    <a:pt x="144178" y="389348"/>
                  </a:cubicBezTo>
                  <a:cubicBezTo>
                    <a:pt x="143957" y="392063"/>
                    <a:pt x="143868" y="394750"/>
                    <a:pt x="143822" y="397472"/>
                  </a:cubicBezTo>
                  <a:cubicBezTo>
                    <a:pt x="143769" y="398985"/>
                    <a:pt x="143610" y="400494"/>
                    <a:pt x="143434" y="401998"/>
                  </a:cubicBezTo>
                  <a:cubicBezTo>
                    <a:pt x="142697" y="402244"/>
                    <a:pt x="141961" y="402489"/>
                    <a:pt x="141202" y="402742"/>
                  </a:cubicBezTo>
                  <a:cubicBezTo>
                    <a:pt x="140847" y="405154"/>
                    <a:pt x="140847" y="405154"/>
                    <a:pt x="140830" y="407951"/>
                  </a:cubicBezTo>
                  <a:cubicBezTo>
                    <a:pt x="140760" y="410835"/>
                    <a:pt x="140760" y="410835"/>
                    <a:pt x="140457" y="413160"/>
                  </a:cubicBezTo>
                  <a:cubicBezTo>
                    <a:pt x="139721" y="413406"/>
                    <a:pt x="138984" y="413651"/>
                    <a:pt x="138225" y="413904"/>
                  </a:cubicBezTo>
                  <a:cubicBezTo>
                    <a:pt x="137785" y="416166"/>
                    <a:pt x="137785" y="416166"/>
                    <a:pt x="137713" y="418788"/>
                  </a:cubicBezTo>
                  <a:cubicBezTo>
                    <a:pt x="137640" y="420124"/>
                    <a:pt x="137640" y="420124"/>
                    <a:pt x="137565" y="421488"/>
                  </a:cubicBezTo>
                  <a:cubicBezTo>
                    <a:pt x="137537" y="422178"/>
                    <a:pt x="137510" y="422868"/>
                    <a:pt x="137481" y="423578"/>
                  </a:cubicBezTo>
                  <a:cubicBezTo>
                    <a:pt x="136744" y="423578"/>
                    <a:pt x="136008" y="423578"/>
                    <a:pt x="135248" y="423578"/>
                  </a:cubicBezTo>
                  <a:cubicBezTo>
                    <a:pt x="135274" y="424268"/>
                    <a:pt x="135300" y="424958"/>
                    <a:pt x="135327" y="425668"/>
                  </a:cubicBezTo>
                  <a:cubicBezTo>
                    <a:pt x="135347" y="426559"/>
                    <a:pt x="135367" y="427450"/>
                    <a:pt x="135388" y="428369"/>
                  </a:cubicBezTo>
                  <a:cubicBezTo>
                    <a:pt x="135414" y="429258"/>
                    <a:pt x="135440" y="430147"/>
                    <a:pt x="135467" y="431063"/>
                  </a:cubicBezTo>
                  <a:cubicBezTo>
                    <a:pt x="135395" y="431785"/>
                    <a:pt x="135323" y="432508"/>
                    <a:pt x="135248" y="433252"/>
                  </a:cubicBezTo>
                  <a:cubicBezTo>
                    <a:pt x="134512" y="433498"/>
                    <a:pt x="133775" y="433743"/>
                    <a:pt x="133016" y="433996"/>
                  </a:cubicBezTo>
                  <a:cubicBezTo>
                    <a:pt x="132577" y="435915"/>
                    <a:pt x="132577" y="435915"/>
                    <a:pt x="132504" y="438135"/>
                  </a:cubicBezTo>
                  <a:cubicBezTo>
                    <a:pt x="132456" y="438888"/>
                    <a:pt x="132407" y="439641"/>
                    <a:pt x="132356" y="440417"/>
                  </a:cubicBezTo>
                  <a:cubicBezTo>
                    <a:pt x="132328" y="441000"/>
                    <a:pt x="132301" y="441582"/>
                    <a:pt x="132272" y="442182"/>
                  </a:cubicBezTo>
                  <a:cubicBezTo>
                    <a:pt x="131781" y="442182"/>
                    <a:pt x="131290" y="442182"/>
                    <a:pt x="130784" y="442182"/>
                  </a:cubicBezTo>
                  <a:cubicBezTo>
                    <a:pt x="130319" y="443849"/>
                    <a:pt x="130319" y="443849"/>
                    <a:pt x="130040" y="445856"/>
                  </a:cubicBezTo>
                  <a:cubicBezTo>
                    <a:pt x="129714" y="447923"/>
                    <a:pt x="129714" y="447923"/>
                    <a:pt x="129295" y="449623"/>
                  </a:cubicBezTo>
                  <a:cubicBezTo>
                    <a:pt x="128804" y="449869"/>
                    <a:pt x="128313" y="450114"/>
                    <a:pt x="127807" y="450367"/>
                  </a:cubicBezTo>
                  <a:cubicBezTo>
                    <a:pt x="127459" y="452120"/>
                    <a:pt x="127459" y="452120"/>
                    <a:pt x="127342" y="454134"/>
                  </a:cubicBezTo>
                  <a:cubicBezTo>
                    <a:pt x="127286" y="454818"/>
                    <a:pt x="127231" y="455502"/>
                    <a:pt x="127173" y="456207"/>
                  </a:cubicBezTo>
                  <a:cubicBezTo>
                    <a:pt x="127137" y="456736"/>
                    <a:pt x="127100" y="457264"/>
                    <a:pt x="127063" y="457809"/>
                  </a:cubicBezTo>
                  <a:cubicBezTo>
                    <a:pt x="126326" y="457809"/>
                    <a:pt x="125590" y="457809"/>
                    <a:pt x="124831" y="457809"/>
                  </a:cubicBezTo>
                  <a:cubicBezTo>
                    <a:pt x="124585" y="460264"/>
                    <a:pt x="124339" y="462720"/>
                    <a:pt x="124086" y="465250"/>
                  </a:cubicBezTo>
                  <a:cubicBezTo>
                    <a:pt x="123350" y="465250"/>
                    <a:pt x="122613" y="465250"/>
                    <a:pt x="121854" y="465250"/>
                  </a:cubicBezTo>
                  <a:cubicBezTo>
                    <a:pt x="121608" y="467460"/>
                    <a:pt x="121363" y="469670"/>
                    <a:pt x="121110" y="471947"/>
                  </a:cubicBezTo>
                  <a:cubicBezTo>
                    <a:pt x="120373" y="471947"/>
                    <a:pt x="119636" y="471947"/>
                    <a:pt x="118877" y="471947"/>
                  </a:cubicBezTo>
                  <a:cubicBezTo>
                    <a:pt x="118903" y="472422"/>
                    <a:pt x="118929" y="472897"/>
                    <a:pt x="118956" y="473386"/>
                  </a:cubicBezTo>
                  <a:cubicBezTo>
                    <a:pt x="118976" y="474001"/>
                    <a:pt x="118996" y="474616"/>
                    <a:pt x="119017" y="475249"/>
                  </a:cubicBezTo>
                  <a:cubicBezTo>
                    <a:pt x="119043" y="475862"/>
                    <a:pt x="119069" y="476475"/>
                    <a:pt x="119095" y="477107"/>
                  </a:cubicBezTo>
                  <a:cubicBezTo>
                    <a:pt x="119023" y="477614"/>
                    <a:pt x="118952" y="478122"/>
                    <a:pt x="118877" y="478645"/>
                  </a:cubicBezTo>
                  <a:cubicBezTo>
                    <a:pt x="118141" y="478890"/>
                    <a:pt x="117404" y="479136"/>
                    <a:pt x="116645" y="479389"/>
                  </a:cubicBezTo>
                  <a:cubicBezTo>
                    <a:pt x="116093" y="482012"/>
                    <a:pt x="116093" y="482012"/>
                    <a:pt x="115901" y="484598"/>
                  </a:cubicBezTo>
                  <a:cubicBezTo>
                    <a:pt x="115164" y="484598"/>
                    <a:pt x="114427" y="484598"/>
                    <a:pt x="113668" y="484598"/>
                  </a:cubicBezTo>
                  <a:cubicBezTo>
                    <a:pt x="113423" y="486808"/>
                    <a:pt x="113177" y="489018"/>
                    <a:pt x="112924" y="491295"/>
                  </a:cubicBezTo>
                  <a:cubicBezTo>
                    <a:pt x="112188" y="491295"/>
                    <a:pt x="111451" y="491295"/>
                    <a:pt x="110692" y="491295"/>
                  </a:cubicBezTo>
                  <a:cubicBezTo>
                    <a:pt x="110738" y="492139"/>
                    <a:pt x="110784" y="492983"/>
                    <a:pt x="110831" y="493853"/>
                  </a:cubicBezTo>
                  <a:cubicBezTo>
                    <a:pt x="110785" y="494728"/>
                    <a:pt x="110739" y="495603"/>
                    <a:pt x="110692" y="496504"/>
                  </a:cubicBezTo>
                  <a:cubicBezTo>
                    <a:pt x="109955" y="496750"/>
                    <a:pt x="109218" y="496995"/>
                    <a:pt x="108459" y="497248"/>
                  </a:cubicBezTo>
                  <a:cubicBezTo>
                    <a:pt x="108206" y="498736"/>
                    <a:pt x="107958" y="500224"/>
                    <a:pt x="107715" y="501713"/>
                  </a:cubicBezTo>
                  <a:cubicBezTo>
                    <a:pt x="106979" y="502204"/>
                    <a:pt x="106242" y="502695"/>
                    <a:pt x="105483" y="503201"/>
                  </a:cubicBezTo>
                  <a:cubicBezTo>
                    <a:pt x="105210" y="504685"/>
                    <a:pt x="104961" y="506174"/>
                    <a:pt x="104739" y="507666"/>
                  </a:cubicBezTo>
                  <a:cubicBezTo>
                    <a:pt x="104248" y="507912"/>
                    <a:pt x="103756" y="508157"/>
                    <a:pt x="103250" y="508410"/>
                  </a:cubicBezTo>
                  <a:cubicBezTo>
                    <a:pt x="103005" y="509024"/>
                    <a:pt x="102759" y="509638"/>
                    <a:pt x="102506" y="510271"/>
                  </a:cubicBezTo>
                  <a:cubicBezTo>
                    <a:pt x="101762" y="512131"/>
                    <a:pt x="101762" y="512131"/>
                    <a:pt x="100274" y="512875"/>
                  </a:cubicBezTo>
                  <a:cubicBezTo>
                    <a:pt x="99971" y="514603"/>
                    <a:pt x="99720" y="516340"/>
                    <a:pt x="99530" y="518084"/>
                  </a:cubicBezTo>
                  <a:cubicBezTo>
                    <a:pt x="99039" y="518084"/>
                    <a:pt x="98547" y="518084"/>
                    <a:pt x="98041" y="518084"/>
                  </a:cubicBezTo>
                  <a:cubicBezTo>
                    <a:pt x="97811" y="518790"/>
                    <a:pt x="97581" y="519496"/>
                    <a:pt x="97344" y="520223"/>
                  </a:cubicBezTo>
                  <a:cubicBezTo>
                    <a:pt x="96553" y="522549"/>
                    <a:pt x="96553" y="522549"/>
                    <a:pt x="94321" y="524037"/>
                  </a:cubicBezTo>
                  <a:cubicBezTo>
                    <a:pt x="94060" y="524559"/>
                    <a:pt x="93799" y="525081"/>
                    <a:pt x="93530" y="525618"/>
                  </a:cubicBezTo>
                  <a:cubicBezTo>
                    <a:pt x="93185" y="526309"/>
                    <a:pt x="93185" y="526309"/>
                    <a:pt x="92832" y="527014"/>
                  </a:cubicBezTo>
                  <a:cubicBezTo>
                    <a:pt x="92341" y="527014"/>
                    <a:pt x="91850" y="527014"/>
                    <a:pt x="91344" y="527014"/>
                  </a:cubicBezTo>
                  <a:cubicBezTo>
                    <a:pt x="91413" y="528050"/>
                    <a:pt x="91413" y="528050"/>
                    <a:pt x="91484" y="529107"/>
                  </a:cubicBezTo>
                  <a:cubicBezTo>
                    <a:pt x="91344" y="531479"/>
                    <a:pt x="91344" y="531479"/>
                    <a:pt x="90321" y="532688"/>
                  </a:cubicBezTo>
                  <a:cubicBezTo>
                    <a:pt x="89922" y="533025"/>
                    <a:pt x="89523" y="533363"/>
                    <a:pt x="89112" y="533711"/>
                  </a:cubicBezTo>
                  <a:cubicBezTo>
                    <a:pt x="88851" y="534233"/>
                    <a:pt x="88590" y="534755"/>
                    <a:pt x="88321" y="535292"/>
                  </a:cubicBezTo>
                  <a:cubicBezTo>
                    <a:pt x="87623" y="536688"/>
                    <a:pt x="87623" y="536688"/>
                    <a:pt x="86135" y="537432"/>
                  </a:cubicBezTo>
                  <a:cubicBezTo>
                    <a:pt x="86012" y="537923"/>
                    <a:pt x="85890" y="538414"/>
                    <a:pt x="85763" y="538920"/>
                  </a:cubicBezTo>
                  <a:cubicBezTo>
                    <a:pt x="85640" y="539411"/>
                    <a:pt x="85518" y="539902"/>
                    <a:pt x="85391" y="540408"/>
                  </a:cubicBezTo>
                  <a:cubicBezTo>
                    <a:pt x="84900" y="540654"/>
                    <a:pt x="84409" y="540899"/>
                    <a:pt x="83903" y="541152"/>
                  </a:cubicBezTo>
                  <a:cubicBezTo>
                    <a:pt x="83795" y="541659"/>
                    <a:pt x="83688" y="542165"/>
                    <a:pt x="83577" y="542687"/>
                  </a:cubicBezTo>
                  <a:cubicBezTo>
                    <a:pt x="83370" y="543401"/>
                    <a:pt x="83370" y="543401"/>
                    <a:pt x="83159" y="544129"/>
                  </a:cubicBezTo>
                  <a:cubicBezTo>
                    <a:pt x="82422" y="544129"/>
                    <a:pt x="81685" y="544129"/>
                    <a:pt x="80926" y="544129"/>
                  </a:cubicBezTo>
                  <a:cubicBezTo>
                    <a:pt x="80642" y="545361"/>
                    <a:pt x="80395" y="546603"/>
                    <a:pt x="80182" y="547850"/>
                  </a:cubicBezTo>
                  <a:cubicBezTo>
                    <a:pt x="79691" y="548095"/>
                    <a:pt x="79200" y="548341"/>
                    <a:pt x="78694" y="548594"/>
                  </a:cubicBezTo>
                  <a:cubicBezTo>
                    <a:pt x="78177" y="549873"/>
                    <a:pt x="77661" y="551152"/>
                    <a:pt x="77150" y="552434"/>
                  </a:cubicBezTo>
                  <a:cubicBezTo>
                    <a:pt x="76101" y="554519"/>
                    <a:pt x="74399" y="555908"/>
                    <a:pt x="72741" y="557523"/>
                  </a:cubicBezTo>
                  <a:cubicBezTo>
                    <a:pt x="72467" y="558509"/>
                    <a:pt x="72211" y="559500"/>
                    <a:pt x="71997" y="560500"/>
                  </a:cubicBezTo>
                  <a:cubicBezTo>
                    <a:pt x="71260" y="560746"/>
                    <a:pt x="70523" y="560991"/>
                    <a:pt x="69764" y="561244"/>
                  </a:cubicBezTo>
                  <a:cubicBezTo>
                    <a:pt x="69244" y="562224"/>
                    <a:pt x="68747" y="563216"/>
                    <a:pt x="68276" y="564221"/>
                  </a:cubicBezTo>
                  <a:cubicBezTo>
                    <a:pt x="67785" y="564466"/>
                    <a:pt x="67294" y="564712"/>
                    <a:pt x="66788" y="564965"/>
                  </a:cubicBezTo>
                  <a:cubicBezTo>
                    <a:pt x="66542" y="565702"/>
                    <a:pt x="66296" y="566438"/>
                    <a:pt x="66043" y="567197"/>
                  </a:cubicBezTo>
                  <a:cubicBezTo>
                    <a:pt x="65552" y="567443"/>
                    <a:pt x="65061" y="567688"/>
                    <a:pt x="64555" y="567941"/>
                  </a:cubicBezTo>
                  <a:cubicBezTo>
                    <a:pt x="64310" y="568433"/>
                    <a:pt x="64064" y="568924"/>
                    <a:pt x="63811" y="569430"/>
                  </a:cubicBezTo>
                  <a:cubicBezTo>
                    <a:pt x="63067" y="570918"/>
                    <a:pt x="63067" y="570918"/>
                    <a:pt x="61579" y="571662"/>
                  </a:cubicBezTo>
                  <a:cubicBezTo>
                    <a:pt x="61495" y="572165"/>
                    <a:pt x="61412" y="572667"/>
                    <a:pt x="61326" y="573185"/>
                  </a:cubicBezTo>
                  <a:cubicBezTo>
                    <a:pt x="61083" y="573905"/>
                    <a:pt x="61083" y="573905"/>
                    <a:pt x="60834" y="574639"/>
                  </a:cubicBezTo>
                  <a:cubicBezTo>
                    <a:pt x="59297" y="574929"/>
                    <a:pt x="59297" y="574929"/>
                    <a:pt x="57439" y="574825"/>
                  </a:cubicBezTo>
                  <a:cubicBezTo>
                    <a:pt x="56824" y="574798"/>
                    <a:pt x="56210" y="574771"/>
                    <a:pt x="55576" y="574743"/>
                  </a:cubicBezTo>
                  <a:cubicBezTo>
                    <a:pt x="54864" y="574692"/>
                    <a:pt x="54864" y="574692"/>
                    <a:pt x="54137" y="574639"/>
                  </a:cubicBezTo>
                  <a:cubicBezTo>
                    <a:pt x="54137" y="573656"/>
                    <a:pt x="54137" y="572674"/>
                    <a:pt x="54137" y="571662"/>
                  </a:cubicBezTo>
                  <a:cubicBezTo>
                    <a:pt x="52871" y="571777"/>
                    <a:pt x="52871" y="571777"/>
                    <a:pt x="51579" y="571895"/>
                  </a:cubicBezTo>
                  <a:cubicBezTo>
                    <a:pt x="50704" y="571818"/>
                    <a:pt x="49830" y="571741"/>
                    <a:pt x="48928" y="571662"/>
                  </a:cubicBezTo>
                  <a:cubicBezTo>
                    <a:pt x="48821" y="571048"/>
                    <a:pt x="48713" y="570434"/>
                    <a:pt x="48603" y="569802"/>
                  </a:cubicBezTo>
                  <a:cubicBezTo>
                    <a:pt x="48464" y="569188"/>
                    <a:pt x="48326" y="568574"/>
                    <a:pt x="48184" y="567941"/>
                  </a:cubicBezTo>
                  <a:cubicBezTo>
                    <a:pt x="46123" y="567565"/>
                    <a:pt x="44343" y="567774"/>
                    <a:pt x="42231" y="567941"/>
                  </a:cubicBezTo>
                  <a:cubicBezTo>
                    <a:pt x="42231" y="567205"/>
                    <a:pt x="42231" y="566468"/>
                    <a:pt x="42231" y="565709"/>
                  </a:cubicBezTo>
                  <a:cubicBezTo>
                    <a:pt x="40915" y="565186"/>
                    <a:pt x="40915" y="565186"/>
                    <a:pt x="39301" y="564965"/>
                  </a:cubicBezTo>
                  <a:cubicBezTo>
                    <a:pt x="37653" y="564686"/>
                    <a:pt x="37653" y="564686"/>
                    <a:pt x="36278" y="564221"/>
                  </a:cubicBezTo>
                  <a:cubicBezTo>
                    <a:pt x="35909" y="563116"/>
                    <a:pt x="35909" y="563116"/>
                    <a:pt x="35534" y="561988"/>
                  </a:cubicBezTo>
                  <a:cubicBezTo>
                    <a:pt x="34148" y="561665"/>
                    <a:pt x="34148" y="561665"/>
                    <a:pt x="32557" y="561663"/>
                  </a:cubicBezTo>
                  <a:cubicBezTo>
                    <a:pt x="30909" y="561526"/>
                    <a:pt x="30909" y="561526"/>
                    <a:pt x="29581" y="561244"/>
                  </a:cubicBezTo>
                  <a:cubicBezTo>
                    <a:pt x="29304" y="560260"/>
                    <a:pt x="29055" y="559267"/>
                    <a:pt x="28836" y="558268"/>
                  </a:cubicBezTo>
                  <a:cubicBezTo>
                    <a:pt x="27105" y="557989"/>
                    <a:pt x="25368" y="557741"/>
                    <a:pt x="23627" y="557523"/>
                  </a:cubicBezTo>
                  <a:cubicBezTo>
                    <a:pt x="23382" y="556787"/>
                    <a:pt x="23136" y="556050"/>
                    <a:pt x="22883" y="555291"/>
                  </a:cubicBezTo>
                  <a:cubicBezTo>
                    <a:pt x="22039" y="555184"/>
                    <a:pt x="21195" y="555076"/>
                    <a:pt x="20325" y="554965"/>
                  </a:cubicBezTo>
                  <a:cubicBezTo>
                    <a:pt x="19450" y="554827"/>
                    <a:pt x="18576" y="554689"/>
                    <a:pt x="17674" y="554547"/>
                  </a:cubicBezTo>
                  <a:cubicBezTo>
                    <a:pt x="17165" y="553561"/>
                    <a:pt x="16670" y="552569"/>
                    <a:pt x="16186" y="551570"/>
                  </a:cubicBezTo>
                  <a:cubicBezTo>
                    <a:pt x="13547" y="550604"/>
                    <a:pt x="13547" y="550604"/>
                    <a:pt x="10977" y="550082"/>
                  </a:cubicBezTo>
                  <a:cubicBezTo>
                    <a:pt x="11835" y="542728"/>
                    <a:pt x="11835" y="542728"/>
                    <a:pt x="12465" y="541152"/>
                  </a:cubicBezTo>
                  <a:cubicBezTo>
                    <a:pt x="13202" y="540907"/>
                    <a:pt x="13939" y="540661"/>
                    <a:pt x="14698" y="540408"/>
                  </a:cubicBezTo>
                  <a:cubicBezTo>
                    <a:pt x="14975" y="539424"/>
                    <a:pt x="15223" y="538431"/>
                    <a:pt x="15442" y="537432"/>
                  </a:cubicBezTo>
                  <a:cubicBezTo>
                    <a:pt x="15933" y="537186"/>
                    <a:pt x="16424" y="536941"/>
                    <a:pt x="16930" y="536688"/>
                  </a:cubicBezTo>
                  <a:cubicBezTo>
                    <a:pt x="17176" y="536196"/>
                    <a:pt x="17421" y="535705"/>
                    <a:pt x="17674" y="535199"/>
                  </a:cubicBezTo>
                  <a:cubicBezTo>
                    <a:pt x="18418" y="533711"/>
                    <a:pt x="18418" y="533711"/>
                    <a:pt x="19907" y="532967"/>
                  </a:cubicBezTo>
                  <a:cubicBezTo>
                    <a:pt x="20123" y="532422"/>
                    <a:pt x="20338" y="531877"/>
                    <a:pt x="20561" y="531316"/>
                  </a:cubicBezTo>
                  <a:cubicBezTo>
                    <a:pt x="21517" y="528944"/>
                    <a:pt x="22787" y="527193"/>
                    <a:pt x="24325" y="525153"/>
                  </a:cubicBezTo>
                  <a:cubicBezTo>
                    <a:pt x="25843" y="523133"/>
                    <a:pt x="27283" y="521172"/>
                    <a:pt x="28560" y="518991"/>
                  </a:cubicBezTo>
                  <a:cubicBezTo>
                    <a:pt x="29581" y="517340"/>
                    <a:pt x="29581" y="517340"/>
                    <a:pt x="31069" y="516596"/>
                  </a:cubicBezTo>
                  <a:cubicBezTo>
                    <a:pt x="31053" y="515982"/>
                    <a:pt x="31038" y="515368"/>
                    <a:pt x="31022" y="514735"/>
                  </a:cubicBezTo>
                  <a:cubicBezTo>
                    <a:pt x="31038" y="514121"/>
                    <a:pt x="31053" y="513508"/>
                    <a:pt x="31069" y="512875"/>
                  </a:cubicBezTo>
                  <a:cubicBezTo>
                    <a:pt x="31805" y="512629"/>
                    <a:pt x="32542" y="512384"/>
                    <a:pt x="33301" y="512131"/>
                  </a:cubicBezTo>
                  <a:cubicBezTo>
                    <a:pt x="33813" y="510897"/>
                    <a:pt x="34310" y="509657"/>
                    <a:pt x="34790" y="508410"/>
                  </a:cubicBezTo>
                  <a:cubicBezTo>
                    <a:pt x="35281" y="508410"/>
                    <a:pt x="35772" y="508410"/>
                    <a:pt x="36278" y="508410"/>
                  </a:cubicBezTo>
                  <a:cubicBezTo>
                    <a:pt x="36523" y="506937"/>
                    <a:pt x="36769" y="505463"/>
                    <a:pt x="37022" y="503945"/>
                  </a:cubicBezTo>
                  <a:cubicBezTo>
                    <a:pt x="37759" y="503945"/>
                    <a:pt x="38495" y="503945"/>
                    <a:pt x="39254" y="503945"/>
                  </a:cubicBezTo>
                  <a:cubicBezTo>
                    <a:pt x="39185" y="502863"/>
                    <a:pt x="39185" y="502863"/>
                    <a:pt x="39115" y="501759"/>
                  </a:cubicBezTo>
                  <a:cubicBezTo>
                    <a:pt x="39161" y="501007"/>
                    <a:pt x="39207" y="500255"/>
                    <a:pt x="39254" y="499481"/>
                  </a:cubicBezTo>
                  <a:cubicBezTo>
                    <a:pt x="39991" y="499235"/>
                    <a:pt x="40728" y="498989"/>
                    <a:pt x="41487" y="498736"/>
                  </a:cubicBezTo>
                  <a:cubicBezTo>
                    <a:pt x="42001" y="497254"/>
                    <a:pt x="42498" y="495766"/>
                    <a:pt x="42975" y="494272"/>
                  </a:cubicBezTo>
                  <a:cubicBezTo>
                    <a:pt x="43466" y="494272"/>
                    <a:pt x="43957" y="494272"/>
                    <a:pt x="44463" y="494272"/>
                  </a:cubicBezTo>
                  <a:cubicBezTo>
                    <a:pt x="44709" y="492798"/>
                    <a:pt x="44954" y="491325"/>
                    <a:pt x="45207" y="489807"/>
                  </a:cubicBezTo>
                  <a:cubicBezTo>
                    <a:pt x="45944" y="489807"/>
                    <a:pt x="46681" y="489807"/>
                    <a:pt x="47440" y="489807"/>
                  </a:cubicBezTo>
                  <a:cubicBezTo>
                    <a:pt x="47371" y="488771"/>
                    <a:pt x="47371" y="488771"/>
                    <a:pt x="47300" y="487714"/>
                  </a:cubicBezTo>
                  <a:cubicBezTo>
                    <a:pt x="47462" y="484959"/>
                    <a:pt x="47809" y="484899"/>
                    <a:pt x="49672" y="483109"/>
                  </a:cubicBezTo>
                  <a:cubicBezTo>
                    <a:pt x="50213" y="480796"/>
                    <a:pt x="50213" y="480796"/>
                    <a:pt x="50416" y="478645"/>
                  </a:cubicBezTo>
                  <a:cubicBezTo>
                    <a:pt x="51153" y="478645"/>
                    <a:pt x="51890" y="478645"/>
                    <a:pt x="52649" y="478645"/>
                  </a:cubicBezTo>
                  <a:cubicBezTo>
                    <a:pt x="52894" y="476926"/>
                    <a:pt x="53140" y="475207"/>
                    <a:pt x="53393" y="473436"/>
                  </a:cubicBezTo>
                  <a:cubicBezTo>
                    <a:pt x="54130" y="473436"/>
                    <a:pt x="54866" y="473436"/>
                    <a:pt x="55625" y="473436"/>
                  </a:cubicBezTo>
                  <a:cubicBezTo>
                    <a:pt x="55579" y="472469"/>
                    <a:pt x="55533" y="471502"/>
                    <a:pt x="55486" y="470506"/>
                  </a:cubicBezTo>
                  <a:cubicBezTo>
                    <a:pt x="55407" y="468857"/>
                    <a:pt x="55407" y="468857"/>
                    <a:pt x="55625" y="467482"/>
                  </a:cubicBezTo>
                  <a:cubicBezTo>
                    <a:pt x="56362" y="467237"/>
                    <a:pt x="57099" y="466991"/>
                    <a:pt x="57858" y="466738"/>
                  </a:cubicBezTo>
                  <a:cubicBezTo>
                    <a:pt x="58410" y="464115"/>
                    <a:pt x="58410" y="464115"/>
                    <a:pt x="58602" y="461529"/>
                  </a:cubicBezTo>
                  <a:cubicBezTo>
                    <a:pt x="59093" y="461529"/>
                    <a:pt x="59584" y="461529"/>
                    <a:pt x="60090" y="461529"/>
                  </a:cubicBezTo>
                  <a:cubicBezTo>
                    <a:pt x="60553" y="459995"/>
                    <a:pt x="60805" y="458456"/>
                    <a:pt x="61087" y="456878"/>
                  </a:cubicBezTo>
                  <a:cubicBezTo>
                    <a:pt x="61330" y="456234"/>
                    <a:pt x="61330" y="456234"/>
                    <a:pt x="61579" y="455576"/>
                  </a:cubicBezTo>
                  <a:cubicBezTo>
                    <a:pt x="62315" y="455576"/>
                    <a:pt x="63052" y="455576"/>
                    <a:pt x="63811" y="455576"/>
                  </a:cubicBezTo>
                  <a:cubicBezTo>
                    <a:pt x="63772" y="454864"/>
                    <a:pt x="63772" y="454864"/>
                    <a:pt x="63733" y="454137"/>
                  </a:cubicBezTo>
                  <a:cubicBezTo>
                    <a:pt x="63712" y="453522"/>
                    <a:pt x="63692" y="452908"/>
                    <a:pt x="63671" y="452274"/>
                  </a:cubicBezTo>
                  <a:cubicBezTo>
                    <a:pt x="63646" y="451661"/>
                    <a:pt x="63620" y="451048"/>
                    <a:pt x="63593" y="450417"/>
                  </a:cubicBezTo>
                  <a:cubicBezTo>
                    <a:pt x="63665" y="449909"/>
                    <a:pt x="63737" y="449402"/>
                    <a:pt x="63811" y="448879"/>
                  </a:cubicBezTo>
                  <a:cubicBezTo>
                    <a:pt x="64548" y="448633"/>
                    <a:pt x="65284" y="448388"/>
                    <a:pt x="66043" y="448135"/>
                  </a:cubicBezTo>
                  <a:cubicBezTo>
                    <a:pt x="66479" y="446731"/>
                    <a:pt x="66479" y="446731"/>
                    <a:pt x="66555" y="445112"/>
                  </a:cubicBezTo>
                  <a:cubicBezTo>
                    <a:pt x="66632" y="444145"/>
                    <a:pt x="66708" y="443178"/>
                    <a:pt x="66788" y="442182"/>
                  </a:cubicBezTo>
                  <a:cubicBezTo>
                    <a:pt x="67524" y="442182"/>
                    <a:pt x="68261" y="442182"/>
                    <a:pt x="69020" y="442182"/>
                  </a:cubicBezTo>
                  <a:cubicBezTo>
                    <a:pt x="69056" y="441653"/>
                    <a:pt x="69093" y="441125"/>
                    <a:pt x="69130" y="440580"/>
                  </a:cubicBezTo>
                  <a:cubicBezTo>
                    <a:pt x="69186" y="439896"/>
                    <a:pt x="69242" y="439212"/>
                    <a:pt x="69299" y="438507"/>
                  </a:cubicBezTo>
                  <a:cubicBezTo>
                    <a:pt x="69351" y="437825"/>
                    <a:pt x="69403" y="437143"/>
                    <a:pt x="69456" y="436441"/>
                  </a:cubicBezTo>
                  <a:cubicBezTo>
                    <a:pt x="69558" y="435880"/>
                    <a:pt x="69659" y="435318"/>
                    <a:pt x="69764" y="434740"/>
                  </a:cubicBezTo>
                  <a:cubicBezTo>
                    <a:pt x="70255" y="434495"/>
                    <a:pt x="70746" y="434249"/>
                    <a:pt x="71252" y="433996"/>
                  </a:cubicBezTo>
                  <a:cubicBezTo>
                    <a:pt x="71516" y="432073"/>
                    <a:pt x="71583" y="430168"/>
                    <a:pt x="71668" y="428229"/>
                  </a:cubicBezTo>
                  <a:cubicBezTo>
                    <a:pt x="71776" y="427677"/>
                    <a:pt x="71885" y="427124"/>
                    <a:pt x="71997" y="426555"/>
                  </a:cubicBezTo>
                  <a:cubicBezTo>
                    <a:pt x="72733" y="426309"/>
                    <a:pt x="73470" y="426064"/>
                    <a:pt x="74229" y="425811"/>
                  </a:cubicBezTo>
                  <a:cubicBezTo>
                    <a:pt x="74667" y="424063"/>
                    <a:pt x="74667" y="424063"/>
                    <a:pt x="74741" y="422043"/>
                  </a:cubicBezTo>
                  <a:cubicBezTo>
                    <a:pt x="74789" y="421359"/>
                    <a:pt x="74838" y="420676"/>
                    <a:pt x="74889" y="419971"/>
                  </a:cubicBezTo>
                  <a:cubicBezTo>
                    <a:pt x="74917" y="419442"/>
                    <a:pt x="74944" y="418914"/>
                    <a:pt x="74973" y="418369"/>
                  </a:cubicBezTo>
                  <a:cubicBezTo>
                    <a:pt x="75710" y="418369"/>
                    <a:pt x="76446" y="418369"/>
                    <a:pt x="77206" y="418369"/>
                  </a:cubicBezTo>
                  <a:cubicBezTo>
                    <a:pt x="77451" y="415177"/>
                    <a:pt x="77697" y="411984"/>
                    <a:pt x="77950" y="408695"/>
                  </a:cubicBezTo>
                  <a:cubicBezTo>
                    <a:pt x="78686" y="408695"/>
                    <a:pt x="79423" y="408695"/>
                    <a:pt x="80182" y="408695"/>
                  </a:cubicBezTo>
                  <a:cubicBezTo>
                    <a:pt x="80182" y="405257"/>
                    <a:pt x="80182" y="401820"/>
                    <a:pt x="80182" y="398277"/>
                  </a:cubicBezTo>
                  <a:cubicBezTo>
                    <a:pt x="81164" y="398277"/>
                    <a:pt x="82147" y="398277"/>
                    <a:pt x="83159" y="398277"/>
                  </a:cubicBezTo>
                  <a:cubicBezTo>
                    <a:pt x="83159" y="394839"/>
                    <a:pt x="83159" y="391402"/>
                    <a:pt x="83159" y="387859"/>
                  </a:cubicBezTo>
                  <a:cubicBezTo>
                    <a:pt x="83895" y="387859"/>
                    <a:pt x="84632" y="387859"/>
                    <a:pt x="85391" y="387859"/>
                  </a:cubicBezTo>
                  <a:cubicBezTo>
                    <a:pt x="85446" y="386503"/>
                    <a:pt x="85446" y="386503"/>
                    <a:pt x="85502" y="385118"/>
                  </a:cubicBezTo>
                  <a:cubicBezTo>
                    <a:pt x="85557" y="383939"/>
                    <a:pt x="85614" y="382760"/>
                    <a:pt x="85670" y="381581"/>
                  </a:cubicBezTo>
                  <a:cubicBezTo>
                    <a:pt x="85693" y="380984"/>
                    <a:pt x="85716" y="380386"/>
                    <a:pt x="85740" y="379771"/>
                  </a:cubicBezTo>
                  <a:cubicBezTo>
                    <a:pt x="85817" y="378247"/>
                    <a:pt x="85971" y="376727"/>
                    <a:pt x="86135" y="375209"/>
                  </a:cubicBezTo>
                  <a:cubicBezTo>
                    <a:pt x="86626" y="374963"/>
                    <a:pt x="87117" y="374718"/>
                    <a:pt x="87623" y="374465"/>
                  </a:cubicBezTo>
                  <a:cubicBezTo>
                    <a:pt x="87865" y="372973"/>
                    <a:pt x="87865" y="372973"/>
                    <a:pt x="87853" y="371189"/>
                  </a:cubicBezTo>
                  <a:cubicBezTo>
                    <a:pt x="87872" y="370527"/>
                    <a:pt x="87891" y="369864"/>
                    <a:pt x="87910" y="369182"/>
                  </a:cubicBezTo>
                  <a:cubicBezTo>
                    <a:pt x="87936" y="367777"/>
                    <a:pt x="87959" y="366372"/>
                    <a:pt x="87980" y="364967"/>
                  </a:cubicBezTo>
                  <a:cubicBezTo>
                    <a:pt x="87999" y="364304"/>
                    <a:pt x="88019" y="363640"/>
                    <a:pt x="88039" y="362957"/>
                  </a:cubicBezTo>
                  <a:cubicBezTo>
                    <a:pt x="88049" y="362346"/>
                    <a:pt x="88059" y="361735"/>
                    <a:pt x="88070" y="361105"/>
                  </a:cubicBezTo>
                  <a:cubicBezTo>
                    <a:pt x="88168" y="360603"/>
                    <a:pt x="88266" y="360100"/>
                    <a:pt x="88368" y="359582"/>
                  </a:cubicBezTo>
                  <a:cubicBezTo>
                    <a:pt x="89104" y="359091"/>
                    <a:pt x="89841" y="358600"/>
                    <a:pt x="90600" y="358094"/>
                  </a:cubicBezTo>
                  <a:cubicBezTo>
                    <a:pt x="90944" y="355942"/>
                    <a:pt x="90944" y="355942"/>
                    <a:pt x="90902" y="353417"/>
                  </a:cubicBezTo>
                  <a:cubicBezTo>
                    <a:pt x="90927" y="352019"/>
                    <a:pt x="90927" y="352019"/>
                    <a:pt x="90952" y="350593"/>
                  </a:cubicBezTo>
                  <a:cubicBezTo>
                    <a:pt x="90965" y="348614"/>
                    <a:pt x="90979" y="346636"/>
                    <a:pt x="90992" y="344657"/>
                  </a:cubicBezTo>
                  <a:cubicBezTo>
                    <a:pt x="91017" y="343261"/>
                    <a:pt x="91017" y="343261"/>
                    <a:pt x="91042" y="341836"/>
                  </a:cubicBezTo>
                  <a:cubicBezTo>
                    <a:pt x="91047" y="340977"/>
                    <a:pt x="91052" y="340117"/>
                    <a:pt x="91058" y="339231"/>
                  </a:cubicBezTo>
                  <a:cubicBezTo>
                    <a:pt x="91152" y="338580"/>
                    <a:pt x="91247" y="337929"/>
                    <a:pt x="91344" y="337258"/>
                  </a:cubicBezTo>
                  <a:cubicBezTo>
                    <a:pt x="92081" y="337012"/>
                    <a:pt x="92818" y="336767"/>
                    <a:pt x="93577" y="336514"/>
                  </a:cubicBezTo>
                  <a:cubicBezTo>
                    <a:pt x="93917" y="334809"/>
                    <a:pt x="93917" y="334809"/>
                    <a:pt x="93855" y="332710"/>
                  </a:cubicBezTo>
                  <a:cubicBezTo>
                    <a:pt x="93860" y="331886"/>
                    <a:pt x="93866" y="331062"/>
                    <a:pt x="93871" y="330212"/>
                  </a:cubicBezTo>
                  <a:cubicBezTo>
                    <a:pt x="93865" y="329300"/>
                    <a:pt x="93860" y="328388"/>
                    <a:pt x="93854" y="327448"/>
                  </a:cubicBezTo>
                  <a:cubicBezTo>
                    <a:pt x="93856" y="326493"/>
                    <a:pt x="93859" y="325539"/>
                    <a:pt x="93862" y="324555"/>
                  </a:cubicBezTo>
                  <a:cubicBezTo>
                    <a:pt x="93869" y="321929"/>
                    <a:pt x="93862" y="319303"/>
                    <a:pt x="93852" y="316677"/>
                  </a:cubicBezTo>
                  <a:cubicBezTo>
                    <a:pt x="93844" y="313933"/>
                    <a:pt x="93847" y="311189"/>
                    <a:pt x="93848" y="308445"/>
                  </a:cubicBezTo>
                  <a:cubicBezTo>
                    <a:pt x="93849" y="303834"/>
                    <a:pt x="93840" y="299224"/>
                    <a:pt x="93827" y="294613"/>
                  </a:cubicBezTo>
                  <a:cubicBezTo>
                    <a:pt x="93811" y="289280"/>
                    <a:pt x="93808" y="283947"/>
                    <a:pt x="93813" y="278614"/>
                  </a:cubicBezTo>
                  <a:cubicBezTo>
                    <a:pt x="93817" y="273490"/>
                    <a:pt x="93813" y="268365"/>
                    <a:pt x="93805" y="263241"/>
                  </a:cubicBezTo>
                  <a:cubicBezTo>
                    <a:pt x="93801" y="261058"/>
                    <a:pt x="93801" y="258875"/>
                    <a:pt x="93802" y="256692"/>
                  </a:cubicBezTo>
                  <a:cubicBezTo>
                    <a:pt x="93804" y="253643"/>
                    <a:pt x="93793" y="250594"/>
                    <a:pt x="93781" y="247546"/>
                  </a:cubicBezTo>
                  <a:cubicBezTo>
                    <a:pt x="93783" y="246636"/>
                    <a:pt x="93785" y="245727"/>
                    <a:pt x="93787" y="244790"/>
                  </a:cubicBezTo>
                  <a:cubicBezTo>
                    <a:pt x="93781" y="243962"/>
                    <a:pt x="93776" y="243133"/>
                    <a:pt x="93771" y="242280"/>
                  </a:cubicBezTo>
                  <a:cubicBezTo>
                    <a:pt x="93769" y="241558"/>
                    <a:pt x="93768" y="240837"/>
                    <a:pt x="93766" y="240094"/>
                  </a:cubicBezTo>
                  <a:cubicBezTo>
                    <a:pt x="93698" y="238094"/>
                    <a:pt x="93698" y="238094"/>
                    <a:pt x="92088" y="236055"/>
                  </a:cubicBezTo>
                  <a:cubicBezTo>
                    <a:pt x="91843" y="236055"/>
                    <a:pt x="91597" y="236055"/>
                    <a:pt x="91344" y="236055"/>
                  </a:cubicBezTo>
                  <a:cubicBezTo>
                    <a:pt x="91333" y="235427"/>
                    <a:pt x="91322" y="234800"/>
                    <a:pt x="91311" y="234154"/>
                  </a:cubicBezTo>
                  <a:cubicBezTo>
                    <a:pt x="91266" y="231833"/>
                    <a:pt x="91211" y="229514"/>
                    <a:pt x="91149" y="227194"/>
                  </a:cubicBezTo>
                  <a:cubicBezTo>
                    <a:pt x="91124" y="226188"/>
                    <a:pt x="91103" y="225183"/>
                    <a:pt x="91086" y="224177"/>
                  </a:cubicBezTo>
                  <a:cubicBezTo>
                    <a:pt x="91062" y="222734"/>
                    <a:pt x="91021" y="221292"/>
                    <a:pt x="90981" y="219849"/>
                  </a:cubicBezTo>
                  <a:cubicBezTo>
                    <a:pt x="90961" y="218980"/>
                    <a:pt x="90942" y="218111"/>
                    <a:pt x="90922" y="217216"/>
                  </a:cubicBezTo>
                  <a:cubicBezTo>
                    <a:pt x="90816" y="216557"/>
                    <a:pt x="90709" y="215898"/>
                    <a:pt x="90600" y="215219"/>
                  </a:cubicBezTo>
                  <a:cubicBezTo>
                    <a:pt x="89863" y="214973"/>
                    <a:pt x="89127" y="214728"/>
                    <a:pt x="88368" y="214475"/>
                  </a:cubicBezTo>
                  <a:cubicBezTo>
                    <a:pt x="88070" y="213104"/>
                    <a:pt x="88070" y="213104"/>
                    <a:pt x="88039" y="211335"/>
                  </a:cubicBezTo>
                  <a:cubicBezTo>
                    <a:pt x="88010" y="210387"/>
                    <a:pt x="88010" y="210387"/>
                    <a:pt x="87980" y="209420"/>
                  </a:cubicBezTo>
                  <a:cubicBezTo>
                    <a:pt x="87969" y="208755"/>
                    <a:pt x="87959" y="208090"/>
                    <a:pt x="87949" y="207405"/>
                  </a:cubicBezTo>
                  <a:cubicBezTo>
                    <a:pt x="87924" y="206095"/>
                    <a:pt x="87892" y="204785"/>
                    <a:pt x="87853" y="203475"/>
                  </a:cubicBezTo>
                  <a:cubicBezTo>
                    <a:pt x="87839" y="202600"/>
                    <a:pt x="87839" y="202600"/>
                    <a:pt x="87825" y="201707"/>
                  </a:cubicBezTo>
                  <a:cubicBezTo>
                    <a:pt x="87759" y="201254"/>
                    <a:pt x="87692" y="200802"/>
                    <a:pt x="87623" y="200336"/>
                  </a:cubicBezTo>
                  <a:cubicBezTo>
                    <a:pt x="87132" y="200090"/>
                    <a:pt x="86641" y="199845"/>
                    <a:pt x="86135" y="199592"/>
                  </a:cubicBezTo>
                  <a:cubicBezTo>
                    <a:pt x="85942" y="197729"/>
                    <a:pt x="85822" y="195925"/>
                    <a:pt x="85763" y="194057"/>
                  </a:cubicBezTo>
                  <a:cubicBezTo>
                    <a:pt x="85845" y="190139"/>
                    <a:pt x="85845" y="190139"/>
                    <a:pt x="83903" y="186941"/>
                  </a:cubicBezTo>
                  <a:cubicBezTo>
                    <a:pt x="83657" y="186941"/>
                    <a:pt x="83412" y="186941"/>
                    <a:pt x="83159" y="186941"/>
                  </a:cubicBezTo>
                  <a:cubicBezTo>
                    <a:pt x="82913" y="183012"/>
                    <a:pt x="82668" y="179083"/>
                    <a:pt x="82415" y="175035"/>
                  </a:cubicBezTo>
                  <a:cubicBezTo>
                    <a:pt x="81678" y="175035"/>
                    <a:pt x="80941" y="175035"/>
                    <a:pt x="80182" y="175035"/>
                  </a:cubicBezTo>
                  <a:cubicBezTo>
                    <a:pt x="80146" y="174399"/>
                    <a:pt x="80109" y="173763"/>
                    <a:pt x="80072" y="173108"/>
                  </a:cubicBezTo>
                  <a:cubicBezTo>
                    <a:pt x="79988" y="171875"/>
                    <a:pt x="79988" y="171875"/>
                    <a:pt x="79903" y="170617"/>
                  </a:cubicBezTo>
                  <a:cubicBezTo>
                    <a:pt x="79825" y="169387"/>
                    <a:pt x="79825" y="169387"/>
                    <a:pt x="79746" y="168132"/>
                  </a:cubicBezTo>
                  <a:cubicBezTo>
                    <a:pt x="79644" y="167463"/>
                    <a:pt x="79543" y="166794"/>
                    <a:pt x="79438" y="166106"/>
                  </a:cubicBezTo>
                  <a:cubicBezTo>
                    <a:pt x="78947" y="165860"/>
                    <a:pt x="78456" y="165614"/>
                    <a:pt x="77950" y="165361"/>
                  </a:cubicBezTo>
                  <a:cubicBezTo>
                    <a:pt x="77642" y="163335"/>
                    <a:pt x="77642" y="163335"/>
                    <a:pt x="77485" y="160850"/>
                  </a:cubicBezTo>
                  <a:cubicBezTo>
                    <a:pt x="77401" y="159617"/>
                    <a:pt x="77401" y="159617"/>
                    <a:pt x="77316" y="158359"/>
                  </a:cubicBezTo>
                  <a:cubicBezTo>
                    <a:pt x="77280" y="157723"/>
                    <a:pt x="77243" y="157087"/>
                    <a:pt x="77206" y="156432"/>
                  </a:cubicBezTo>
                  <a:cubicBezTo>
                    <a:pt x="76469" y="156432"/>
                    <a:pt x="75732" y="156432"/>
                    <a:pt x="74973" y="156432"/>
                  </a:cubicBezTo>
                  <a:cubicBezTo>
                    <a:pt x="74945" y="155849"/>
                    <a:pt x="74917" y="155267"/>
                    <a:pt x="74889" y="154667"/>
                  </a:cubicBezTo>
                  <a:cubicBezTo>
                    <a:pt x="74840" y="153914"/>
                    <a:pt x="74791" y="153161"/>
                    <a:pt x="74741" y="152385"/>
                  </a:cubicBezTo>
                  <a:cubicBezTo>
                    <a:pt x="74697" y="151634"/>
                    <a:pt x="74654" y="150883"/>
                    <a:pt x="74610" y="150109"/>
                  </a:cubicBezTo>
                  <a:cubicBezTo>
                    <a:pt x="74421" y="149187"/>
                    <a:pt x="74421" y="149187"/>
                    <a:pt x="74229" y="148246"/>
                  </a:cubicBezTo>
                  <a:cubicBezTo>
                    <a:pt x="73492" y="148001"/>
                    <a:pt x="72756" y="147755"/>
                    <a:pt x="71997" y="147502"/>
                  </a:cubicBezTo>
                  <a:cubicBezTo>
                    <a:pt x="71997" y="145992"/>
                    <a:pt x="72002" y="144482"/>
                    <a:pt x="72063" y="142973"/>
                  </a:cubicBezTo>
                  <a:cubicBezTo>
                    <a:pt x="71973" y="141041"/>
                    <a:pt x="71127" y="140624"/>
                    <a:pt x="69764" y="139316"/>
                  </a:cubicBezTo>
                  <a:cubicBezTo>
                    <a:pt x="69529" y="137892"/>
                    <a:pt x="69529" y="137892"/>
                    <a:pt x="69392" y="136247"/>
                  </a:cubicBezTo>
                  <a:cubicBezTo>
                    <a:pt x="69269" y="135295"/>
                    <a:pt x="69146" y="134344"/>
                    <a:pt x="69020" y="133363"/>
                  </a:cubicBezTo>
                  <a:cubicBezTo>
                    <a:pt x="68283" y="133118"/>
                    <a:pt x="67547" y="132872"/>
                    <a:pt x="66788" y="132619"/>
                  </a:cubicBezTo>
                  <a:cubicBezTo>
                    <a:pt x="66407" y="130919"/>
                    <a:pt x="66407" y="130919"/>
                    <a:pt x="66276" y="128852"/>
                  </a:cubicBezTo>
                  <a:cubicBezTo>
                    <a:pt x="66227" y="128168"/>
                    <a:pt x="66178" y="127484"/>
                    <a:pt x="66128" y="126779"/>
                  </a:cubicBezTo>
                  <a:cubicBezTo>
                    <a:pt x="66086" y="125987"/>
                    <a:pt x="66086" y="125987"/>
                    <a:pt x="66043" y="125178"/>
                  </a:cubicBezTo>
                  <a:cubicBezTo>
                    <a:pt x="65307" y="125178"/>
                    <a:pt x="64570" y="125178"/>
                    <a:pt x="63811" y="125178"/>
                  </a:cubicBezTo>
                  <a:cubicBezTo>
                    <a:pt x="63666" y="123652"/>
                    <a:pt x="63520" y="122126"/>
                    <a:pt x="63375" y="120600"/>
                  </a:cubicBezTo>
                  <a:cubicBezTo>
                    <a:pt x="63273" y="120146"/>
                    <a:pt x="63172" y="119692"/>
                    <a:pt x="63067" y="119225"/>
                  </a:cubicBezTo>
                  <a:cubicBezTo>
                    <a:pt x="62576" y="118979"/>
                    <a:pt x="62085" y="118734"/>
                    <a:pt x="61579" y="118481"/>
                  </a:cubicBezTo>
                  <a:cubicBezTo>
                    <a:pt x="61417" y="117214"/>
                    <a:pt x="61417" y="117214"/>
                    <a:pt x="61253" y="115923"/>
                  </a:cubicBezTo>
                  <a:cubicBezTo>
                    <a:pt x="61115" y="115048"/>
                    <a:pt x="60977" y="114173"/>
                    <a:pt x="60834" y="113272"/>
                  </a:cubicBezTo>
                  <a:cubicBezTo>
                    <a:pt x="59729" y="112535"/>
                    <a:pt x="59729" y="112535"/>
                    <a:pt x="58602" y="111783"/>
                  </a:cubicBezTo>
                  <a:cubicBezTo>
                    <a:pt x="58069" y="110058"/>
                    <a:pt x="57573" y="108321"/>
                    <a:pt x="57114" y="106574"/>
                  </a:cubicBezTo>
                  <a:cubicBezTo>
                    <a:pt x="56623" y="105838"/>
                    <a:pt x="56131" y="105101"/>
                    <a:pt x="55625" y="104342"/>
                  </a:cubicBezTo>
                  <a:cubicBezTo>
                    <a:pt x="55503" y="103697"/>
                    <a:pt x="55380" y="103053"/>
                    <a:pt x="55253" y="102389"/>
                  </a:cubicBezTo>
                  <a:cubicBezTo>
                    <a:pt x="55069" y="101514"/>
                    <a:pt x="55069" y="101514"/>
                    <a:pt x="54881" y="100621"/>
                  </a:cubicBezTo>
                  <a:cubicBezTo>
                    <a:pt x="54390" y="100376"/>
                    <a:pt x="53899" y="100130"/>
                    <a:pt x="53393" y="99877"/>
                  </a:cubicBezTo>
                  <a:cubicBezTo>
                    <a:pt x="53286" y="99263"/>
                    <a:pt x="53178" y="98649"/>
                    <a:pt x="53067" y="98017"/>
                  </a:cubicBezTo>
                  <a:cubicBezTo>
                    <a:pt x="52929" y="97403"/>
                    <a:pt x="52791" y="96789"/>
                    <a:pt x="52649" y="96156"/>
                  </a:cubicBezTo>
                  <a:cubicBezTo>
                    <a:pt x="51912" y="95911"/>
                    <a:pt x="51175" y="95665"/>
                    <a:pt x="50416" y="95412"/>
                  </a:cubicBezTo>
                  <a:cubicBezTo>
                    <a:pt x="50138" y="93680"/>
                    <a:pt x="49890" y="91944"/>
                    <a:pt x="49672" y="90203"/>
                  </a:cubicBezTo>
                  <a:cubicBezTo>
                    <a:pt x="48936" y="89835"/>
                    <a:pt x="48936" y="89835"/>
                    <a:pt x="48184" y="89459"/>
                  </a:cubicBezTo>
                  <a:cubicBezTo>
                    <a:pt x="48077" y="88722"/>
                    <a:pt x="47969" y="87986"/>
                    <a:pt x="47858" y="87227"/>
                  </a:cubicBezTo>
                  <a:cubicBezTo>
                    <a:pt x="47720" y="86490"/>
                    <a:pt x="47582" y="85753"/>
                    <a:pt x="47440" y="84994"/>
                  </a:cubicBezTo>
                  <a:cubicBezTo>
                    <a:pt x="46703" y="84749"/>
                    <a:pt x="45966" y="84503"/>
                    <a:pt x="45207" y="84250"/>
                  </a:cubicBezTo>
                  <a:cubicBezTo>
                    <a:pt x="44696" y="81599"/>
                    <a:pt x="44696" y="81599"/>
                    <a:pt x="44463" y="79041"/>
                  </a:cubicBezTo>
                  <a:cubicBezTo>
                    <a:pt x="43727" y="79041"/>
                    <a:pt x="42990" y="79041"/>
                    <a:pt x="42231" y="79041"/>
                  </a:cubicBezTo>
                  <a:cubicBezTo>
                    <a:pt x="42277" y="78443"/>
                    <a:pt x="42323" y="77844"/>
                    <a:pt x="42370" y="77227"/>
                  </a:cubicBezTo>
                  <a:cubicBezTo>
                    <a:pt x="42324" y="76598"/>
                    <a:pt x="42278" y="75969"/>
                    <a:pt x="42231" y="75320"/>
                  </a:cubicBezTo>
                  <a:cubicBezTo>
                    <a:pt x="41494" y="75075"/>
                    <a:pt x="40758" y="74829"/>
                    <a:pt x="39998" y="74576"/>
                  </a:cubicBezTo>
                  <a:cubicBezTo>
                    <a:pt x="39476" y="73347"/>
                    <a:pt x="38979" y="72106"/>
                    <a:pt x="38510" y="70856"/>
                  </a:cubicBezTo>
                  <a:cubicBezTo>
                    <a:pt x="37774" y="70487"/>
                    <a:pt x="37774" y="70487"/>
                    <a:pt x="37022" y="70111"/>
                  </a:cubicBezTo>
                  <a:cubicBezTo>
                    <a:pt x="36914" y="69498"/>
                    <a:pt x="36807" y="68884"/>
                    <a:pt x="36696" y="68251"/>
                  </a:cubicBezTo>
                  <a:cubicBezTo>
                    <a:pt x="36558" y="67637"/>
                    <a:pt x="36420" y="67023"/>
                    <a:pt x="36278" y="66391"/>
                  </a:cubicBezTo>
                  <a:cubicBezTo>
                    <a:pt x="35541" y="66145"/>
                    <a:pt x="34804" y="65900"/>
                    <a:pt x="34045" y="65647"/>
                  </a:cubicBezTo>
                  <a:cubicBezTo>
                    <a:pt x="33785" y="64409"/>
                    <a:pt x="33538" y="63168"/>
                    <a:pt x="33301" y="61926"/>
                  </a:cubicBezTo>
                  <a:cubicBezTo>
                    <a:pt x="32572" y="61167"/>
                    <a:pt x="31829" y="60422"/>
                    <a:pt x="31069" y="59693"/>
                  </a:cubicBezTo>
                  <a:cubicBezTo>
                    <a:pt x="30807" y="58705"/>
                    <a:pt x="30557" y="57713"/>
                    <a:pt x="30325" y="56717"/>
                  </a:cubicBezTo>
                  <a:cubicBezTo>
                    <a:pt x="29834" y="56471"/>
                    <a:pt x="29342" y="56226"/>
                    <a:pt x="28836" y="55973"/>
                  </a:cubicBezTo>
                  <a:cubicBezTo>
                    <a:pt x="28092" y="54112"/>
                    <a:pt x="28092" y="54112"/>
                    <a:pt x="27348" y="52252"/>
                  </a:cubicBezTo>
                  <a:cubicBezTo>
                    <a:pt x="26857" y="52006"/>
                    <a:pt x="26366" y="51761"/>
                    <a:pt x="25860" y="51508"/>
                  </a:cubicBezTo>
                  <a:cubicBezTo>
                    <a:pt x="25614" y="50771"/>
                    <a:pt x="25369" y="50035"/>
                    <a:pt x="25116" y="49275"/>
                  </a:cubicBezTo>
                  <a:cubicBezTo>
                    <a:pt x="24625" y="49030"/>
                    <a:pt x="24133" y="48784"/>
                    <a:pt x="23627" y="48531"/>
                  </a:cubicBezTo>
                  <a:cubicBezTo>
                    <a:pt x="23520" y="48056"/>
                    <a:pt x="23413" y="47580"/>
                    <a:pt x="23302" y="47090"/>
                  </a:cubicBezTo>
                  <a:cubicBezTo>
                    <a:pt x="22986" y="45270"/>
                    <a:pt x="22986" y="45270"/>
                    <a:pt x="20651" y="44067"/>
                  </a:cubicBezTo>
                  <a:cubicBezTo>
                    <a:pt x="19874" y="42846"/>
                    <a:pt x="19139" y="41600"/>
                    <a:pt x="18418" y="40346"/>
                  </a:cubicBezTo>
                  <a:cubicBezTo>
                    <a:pt x="17240" y="38599"/>
                    <a:pt x="16049" y="36862"/>
                    <a:pt x="14852" y="35128"/>
                  </a:cubicBezTo>
                  <a:cubicBezTo>
                    <a:pt x="13954" y="33649"/>
                    <a:pt x="13954" y="33649"/>
                    <a:pt x="13954" y="32160"/>
                  </a:cubicBezTo>
                  <a:cubicBezTo>
                    <a:pt x="13217" y="31915"/>
                    <a:pt x="12480" y="31669"/>
                    <a:pt x="11721" y="31416"/>
                  </a:cubicBezTo>
                  <a:cubicBezTo>
                    <a:pt x="11398" y="29905"/>
                    <a:pt x="11398" y="29905"/>
                    <a:pt x="11396" y="28067"/>
                  </a:cubicBezTo>
                  <a:cubicBezTo>
                    <a:pt x="11381" y="27461"/>
                    <a:pt x="11367" y="26855"/>
                    <a:pt x="11352" y="26230"/>
                  </a:cubicBezTo>
                  <a:cubicBezTo>
                    <a:pt x="11474" y="25732"/>
                    <a:pt x="11596" y="25233"/>
                    <a:pt x="11721" y="24719"/>
                  </a:cubicBezTo>
                  <a:cubicBezTo>
                    <a:pt x="13230" y="24277"/>
                    <a:pt x="13230" y="24277"/>
                    <a:pt x="14698" y="23975"/>
                  </a:cubicBezTo>
                  <a:cubicBezTo>
                    <a:pt x="14698" y="23238"/>
                    <a:pt x="14698" y="22501"/>
                    <a:pt x="14698" y="21742"/>
                  </a:cubicBezTo>
                  <a:cubicBezTo>
                    <a:pt x="17645" y="21374"/>
                    <a:pt x="17645" y="21374"/>
                    <a:pt x="20651" y="20998"/>
                  </a:cubicBezTo>
                  <a:cubicBezTo>
                    <a:pt x="20651" y="20016"/>
                    <a:pt x="20651" y="19034"/>
                    <a:pt x="20651" y="18022"/>
                  </a:cubicBezTo>
                  <a:cubicBezTo>
                    <a:pt x="21917" y="17929"/>
                    <a:pt x="21917" y="17929"/>
                    <a:pt x="23209" y="17836"/>
                  </a:cubicBezTo>
                  <a:cubicBezTo>
                    <a:pt x="24084" y="17651"/>
                    <a:pt x="24958" y="17467"/>
                    <a:pt x="25860" y="17277"/>
                  </a:cubicBezTo>
                  <a:cubicBezTo>
                    <a:pt x="25983" y="16786"/>
                    <a:pt x="26105" y="16295"/>
                    <a:pt x="26232" y="15789"/>
                  </a:cubicBezTo>
                  <a:cubicBezTo>
                    <a:pt x="26355" y="15298"/>
                    <a:pt x="26477" y="14807"/>
                    <a:pt x="26604" y="14301"/>
                  </a:cubicBezTo>
                  <a:cubicBezTo>
                    <a:pt x="28336" y="14023"/>
                    <a:pt x="30073" y="13774"/>
                    <a:pt x="31813" y="13557"/>
                  </a:cubicBezTo>
                  <a:cubicBezTo>
                    <a:pt x="32059" y="12820"/>
                    <a:pt x="32304" y="12083"/>
                    <a:pt x="32557" y="11324"/>
                  </a:cubicBezTo>
                  <a:cubicBezTo>
                    <a:pt x="34095" y="10944"/>
                    <a:pt x="34095" y="10944"/>
                    <a:pt x="35952" y="10813"/>
                  </a:cubicBezTo>
                  <a:cubicBezTo>
                    <a:pt x="36567" y="10764"/>
                    <a:pt x="37182" y="10715"/>
                    <a:pt x="37815" y="10664"/>
                  </a:cubicBezTo>
                  <a:cubicBezTo>
                    <a:pt x="38528" y="10623"/>
                    <a:pt x="38528" y="10623"/>
                    <a:pt x="39254" y="10580"/>
                  </a:cubicBezTo>
                  <a:cubicBezTo>
                    <a:pt x="39254" y="9598"/>
                    <a:pt x="39254" y="8616"/>
                    <a:pt x="39254" y="7604"/>
                  </a:cubicBezTo>
                  <a:cubicBezTo>
                    <a:pt x="40098" y="7527"/>
                    <a:pt x="40943" y="7450"/>
                    <a:pt x="41812" y="7371"/>
                  </a:cubicBezTo>
                  <a:cubicBezTo>
                    <a:pt x="42687" y="7202"/>
                    <a:pt x="43562" y="7033"/>
                    <a:pt x="44463" y="6859"/>
                  </a:cubicBezTo>
                  <a:cubicBezTo>
                    <a:pt x="44709" y="6123"/>
                    <a:pt x="44954" y="5386"/>
                    <a:pt x="45207" y="4627"/>
                  </a:cubicBezTo>
                  <a:cubicBezTo>
                    <a:pt x="46067" y="4520"/>
                    <a:pt x="46926" y="4412"/>
                    <a:pt x="47812" y="4301"/>
                  </a:cubicBezTo>
                  <a:cubicBezTo>
                    <a:pt x="49101" y="4094"/>
                    <a:pt x="49101" y="4094"/>
                    <a:pt x="50416" y="3883"/>
                  </a:cubicBezTo>
                  <a:cubicBezTo>
                    <a:pt x="50480" y="3392"/>
                    <a:pt x="50543" y="2901"/>
                    <a:pt x="50608" y="2395"/>
                  </a:cubicBezTo>
                  <a:cubicBezTo>
                    <a:pt x="50791" y="1904"/>
                    <a:pt x="50973" y="1412"/>
                    <a:pt x="51161" y="906"/>
                  </a:cubicBezTo>
                  <a:close/>
                </a:path>
              </a:pathLst>
            </a:custGeom>
            <a:grpFill/>
            <a:ln w="744" cap="flat">
              <a:noFill/>
              <a:prstDash val="solid"/>
              <a:miter/>
            </a:ln>
          </p:spPr>
          <p:txBody>
            <a:bodyPr rtlCol="0" anchor="ctr"/>
            <a:lstStyle/>
            <a:p>
              <a:endParaRPr lang="zh-CN" altLang="en-US"/>
            </a:p>
          </p:txBody>
        </p:sp>
        <p:sp>
          <p:nvSpPr>
            <p:cNvPr id="168" name="任意多边形: 形状 167"/>
            <p:cNvSpPr/>
            <p:nvPr/>
          </p:nvSpPr>
          <p:spPr>
            <a:xfrm>
              <a:off x="6697124" y="596321"/>
              <a:ext cx="145576" cy="574530"/>
            </a:xfrm>
            <a:custGeom>
              <a:avLst/>
              <a:gdLst>
                <a:gd name="connsiteX0" fmla="*/ 103512 w 145577"/>
                <a:gd name="connsiteY0" fmla="*/ 840 h 574510"/>
                <a:gd name="connsiteX1" fmla="*/ 108721 w 145577"/>
                <a:gd name="connsiteY1" fmla="*/ 468 h 574510"/>
                <a:gd name="connsiteX2" fmla="*/ 111605 w 145577"/>
                <a:gd name="connsiteY2" fmla="*/ 491 h 574510"/>
                <a:gd name="connsiteX3" fmla="*/ 113930 w 145577"/>
                <a:gd name="connsiteY3" fmla="*/ 840 h 574510"/>
                <a:gd name="connsiteX4" fmla="*/ 114674 w 145577"/>
                <a:gd name="connsiteY4" fmla="*/ 3073 h 574510"/>
                <a:gd name="connsiteX5" fmla="*/ 117651 w 145577"/>
                <a:gd name="connsiteY5" fmla="*/ 3817 h 574510"/>
                <a:gd name="connsiteX6" fmla="*/ 120628 w 145577"/>
                <a:gd name="connsiteY6" fmla="*/ 4561 h 574510"/>
                <a:gd name="connsiteX7" fmla="*/ 121372 w 145577"/>
                <a:gd name="connsiteY7" fmla="*/ 6793 h 574510"/>
                <a:gd name="connsiteX8" fmla="*/ 123976 w 145577"/>
                <a:gd name="connsiteY8" fmla="*/ 7119 h 574510"/>
                <a:gd name="connsiteX9" fmla="*/ 126581 w 145577"/>
                <a:gd name="connsiteY9" fmla="*/ 7537 h 574510"/>
                <a:gd name="connsiteX10" fmla="*/ 127325 w 145577"/>
                <a:gd name="connsiteY10" fmla="*/ 10514 h 574510"/>
                <a:gd name="connsiteX11" fmla="*/ 132534 w 145577"/>
                <a:gd name="connsiteY11" fmla="*/ 11258 h 574510"/>
                <a:gd name="connsiteX12" fmla="*/ 132534 w 145577"/>
                <a:gd name="connsiteY12" fmla="*/ 14235 h 574510"/>
                <a:gd name="connsiteX13" fmla="*/ 138487 w 145577"/>
                <a:gd name="connsiteY13" fmla="*/ 14235 h 574510"/>
                <a:gd name="connsiteX14" fmla="*/ 138487 w 145577"/>
                <a:gd name="connsiteY14" fmla="*/ 17211 h 574510"/>
                <a:gd name="connsiteX15" fmla="*/ 145184 w 145577"/>
                <a:gd name="connsiteY15" fmla="*/ 17955 h 574510"/>
                <a:gd name="connsiteX16" fmla="*/ 145184 w 145577"/>
                <a:gd name="connsiteY16" fmla="*/ 20932 h 574510"/>
                <a:gd name="connsiteX17" fmla="*/ 147324 w 145577"/>
                <a:gd name="connsiteY17" fmla="*/ 20885 h 574510"/>
                <a:gd name="connsiteX18" fmla="*/ 151137 w 145577"/>
                <a:gd name="connsiteY18" fmla="*/ 21676 h 574510"/>
                <a:gd name="connsiteX19" fmla="*/ 151835 w 145577"/>
                <a:gd name="connsiteY19" fmla="*/ 23164 h 574510"/>
                <a:gd name="connsiteX20" fmla="*/ 154858 w 145577"/>
                <a:gd name="connsiteY20" fmla="*/ 25397 h 574510"/>
                <a:gd name="connsiteX21" fmla="*/ 154858 w 145577"/>
                <a:gd name="connsiteY21" fmla="*/ 30606 h 574510"/>
                <a:gd name="connsiteX22" fmla="*/ 152626 w 145577"/>
                <a:gd name="connsiteY22" fmla="*/ 31350 h 574510"/>
                <a:gd name="connsiteX23" fmla="*/ 151137 w 145577"/>
                <a:gd name="connsiteY23" fmla="*/ 34326 h 574510"/>
                <a:gd name="connsiteX24" fmla="*/ 149649 w 145577"/>
                <a:gd name="connsiteY24" fmla="*/ 35071 h 574510"/>
                <a:gd name="connsiteX25" fmla="*/ 149324 w 145577"/>
                <a:gd name="connsiteY25" fmla="*/ 36605 h 574510"/>
                <a:gd name="connsiteX26" fmla="*/ 148905 w 145577"/>
                <a:gd name="connsiteY26" fmla="*/ 38047 h 574510"/>
                <a:gd name="connsiteX27" fmla="*/ 146673 w 145577"/>
                <a:gd name="connsiteY27" fmla="*/ 38047 h 574510"/>
                <a:gd name="connsiteX28" fmla="*/ 146673 w 145577"/>
                <a:gd name="connsiteY28" fmla="*/ 41768 h 574510"/>
                <a:gd name="connsiteX29" fmla="*/ 144440 w 145577"/>
                <a:gd name="connsiteY29" fmla="*/ 41768 h 574510"/>
                <a:gd name="connsiteX30" fmla="*/ 143696 w 145577"/>
                <a:gd name="connsiteY30" fmla="*/ 45489 h 574510"/>
                <a:gd name="connsiteX31" fmla="*/ 142208 w 145577"/>
                <a:gd name="connsiteY31" fmla="*/ 46233 h 574510"/>
                <a:gd name="connsiteX32" fmla="*/ 141510 w 145577"/>
                <a:gd name="connsiteY32" fmla="*/ 48419 h 574510"/>
                <a:gd name="connsiteX33" fmla="*/ 138487 w 145577"/>
                <a:gd name="connsiteY33" fmla="*/ 52186 h 574510"/>
                <a:gd name="connsiteX34" fmla="*/ 137743 w 145577"/>
                <a:gd name="connsiteY34" fmla="*/ 54418 h 574510"/>
                <a:gd name="connsiteX35" fmla="*/ 136255 w 145577"/>
                <a:gd name="connsiteY35" fmla="*/ 55162 h 574510"/>
                <a:gd name="connsiteX36" fmla="*/ 133231 w 145577"/>
                <a:gd name="connsiteY36" fmla="*/ 61302 h 574510"/>
                <a:gd name="connsiteX37" fmla="*/ 131046 w 145577"/>
                <a:gd name="connsiteY37" fmla="*/ 64092 h 574510"/>
                <a:gd name="connsiteX38" fmla="*/ 130301 w 145577"/>
                <a:gd name="connsiteY38" fmla="*/ 65952 h 574510"/>
                <a:gd name="connsiteX39" fmla="*/ 128069 w 145577"/>
                <a:gd name="connsiteY39" fmla="*/ 68557 h 574510"/>
                <a:gd name="connsiteX40" fmla="*/ 127325 w 145577"/>
                <a:gd name="connsiteY40" fmla="*/ 70417 h 574510"/>
                <a:gd name="connsiteX41" fmla="*/ 125092 w 145577"/>
                <a:gd name="connsiteY41" fmla="*/ 73022 h 574510"/>
                <a:gd name="connsiteX42" fmla="*/ 124720 w 145577"/>
                <a:gd name="connsiteY42" fmla="*/ 74882 h 574510"/>
                <a:gd name="connsiteX43" fmla="*/ 124348 w 145577"/>
                <a:gd name="connsiteY43" fmla="*/ 76742 h 574510"/>
                <a:gd name="connsiteX44" fmla="*/ 122860 w 145577"/>
                <a:gd name="connsiteY44" fmla="*/ 77487 h 574510"/>
                <a:gd name="connsiteX45" fmla="*/ 122162 w 145577"/>
                <a:gd name="connsiteY45" fmla="*/ 79766 h 574510"/>
                <a:gd name="connsiteX46" fmla="*/ 121372 w 145577"/>
                <a:gd name="connsiteY46" fmla="*/ 81951 h 574510"/>
                <a:gd name="connsiteX47" fmla="*/ 119139 w 145577"/>
                <a:gd name="connsiteY47" fmla="*/ 81951 h 574510"/>
                <a:gd name="connsiteX48" fmla="*/ 119139 w 145577"/>
                <a:gd name="connsiteY48" fmla="*/ 87160 h 574510"/>
                <a:gd name="connsiteX49" fmla="*/ 116907 w 145577"/>
                <a:gd name="connsiteY49" fmla="*/ 87160 h 574510"/>
                <a:gd name="connsiteX50" fmla="*/ 116674 w 145577"/>
                <a:gd name="connsiteY50" fmla="*/ 89300 h 574510"/>
                <a:gd name="connsiteX51" fmla="*/ 113930 w 145577"/>
                <a:gd name="connsiteY51" fmla="*/ 93114 h 574510"/>
                <a:gd name="connsiteX52" fmla="*/ 113930 w 145577"/>
                <a:gd name="connsiteY52" fmla="*/ 95346 h 574510"/>
                <a:gd name="connsiteX53" fmla="*/ 113930 w 145577"/>
                <a:gd name="connsiteY53" fmla="*/ 97578 h 574510"/>
                <a:gd name="connsiteX54" fmla="*/ 111698 w 145577"/>
                <a:gd name="connsiteY54" fmla="*/ 99067 h 574510"/>
                <a:gd name="connsiteX55" fmla="*/ 111326 w 145577"/>
                <a:gd name="connsiteY55" fmla="*/ 100974 h 574510"/>
                <a:gd name="connsiteX56" fmla="*/ 110954 w 145577"/>
                <a:gd name="connsiteY56" fmla="*/ 102787 h 574510"/>
                <a:gd name="connsiteX57" fmla="*/ 108721 w 145577"/>
                <a:gd name="connsiteY57" fmla="*/ 103531 h 574510"/>
                <a:gd name="connsiteX58" fmla="*/ 107977 w 145577"/>
                <a:gd name="connsiteY58" fmla="*/ 108740 h 574510"/>
                <a:gd name="connsiteX59" fmla="*/ 105745 w 145577"/>
                <a:gd name="connsiteY59" fmla="*/ 110229 h 574510"/>
                <a:gd name="connsiteX60" fmla="*/ 105745 w 145577"/>
                <a:gd name="connsiteY60" fmla="*/ 112880 h 574510"/>
                <a:gd name="connsiteX61" fmla="*/ 105745 w 145577"/>
                <a:gd name="connsiteY61" fmla="*/ 115438 h 574510"/>
                <a:gd name="connsiteX62" fmla="*/ 103512 w 145577"/>
                <a:gd name="connsiteY62" fmla="*/ 116182 h 574510"/>
                <a:gd name="connsiteX63" fmla="*/ 103140 w 145577"/>
                <a:gd name="connsiteY63" fmla="*/ 119158 h 574510"/>
                <a:gd name="connsiteX64" fmla="*/ 102768 w 145577"/>
                <a:gd name="connsiteY64" fmla="*/ 122135 h 574510"/>
                <a:gd name="connsiteX65" fmla="*/ 100536 w 145577"/>
                <a:gd name="connsiteY65" fmla="*/ 122879 h 574510"/>
                <a:gd name="connsiteX66" fmla="*/ 100024 w 145577"/>
                <a:gd name="connsiteY66" fmla="*/ 125902 h 574510"/>
                <a:gd name="connsiteX67" fmla="*/ 99792 w 145577"/>
                <a:gd name="connsiteY67" fmla="*/ 128832 h 574510"/>
                <a:gd name="connsiteX68" fmla="*/ 97559 w 145577"/>
                <a:gd name="connsiteY68" fmla="*/ 128832 h 574510"/>
                <a:gd name="connsiteX69" fmla="*/ 97664 w 145577"/>
                <a:gd name="connsiteY69" fmla="*/ 130271 h 574510"/>
                <a:gd name="connsiteX70" fmla="*/ 97745 w 145577"/>
                <a:gd name="connsiteY70" fmla="*/ 132134 h 574510"/>
                <a:gd name="connsiteX71" fmla="*/ 97850 w 145577"/>
                <a:gd name="connsiteY71" fmla="*/ 133992 h 574510"/>
                <a:gd name="connsiteX72" fmla="*/ 97559 w 145577"/>
                <a:gd name="connsiteY72" fmla="*/ 135530 h 574510"/>
                <a:gd name="connsiteX73" fmla="*/ 94583 w 145577"/>
                <a:gd name="connsiteY73" fmla="*/ 136274 h 574510"/>
                <a:gd name="connsiteX74" fmla="*/ 94536 w 145577"/>
                <a:gd name="connsiteY74" fmla="*/ 139622 h 574510"/>
                <a:gd name="connsiteX75" fmla="*/ 94583 w 145577"/>
                <a:gd name="connsiteY75" fmla="*/ 142971 h 574510"/>
                <a:gd name="connsiteX76" fmla="*/ 92350 w 145577"/>
                <a:gd name="connsiteY76" fmla="*/ 143715 h 574510"/>
                <a:gd name="connsiteX77" fmla="*/ 91932 w 145577"/>
                <a:gd name="connsiteY77" fmla="*/ 147436 h 574510"/>
                <a:gd name="connsiteX78" fmla="*/ 91606 w 145577"/>
                <a:gd name="connsiteY78" fmla="*/ 151156 h 574510"/>
                <a:gd name="connsiteX79" fmla="*/ 90118 w 145577"/>
                <a:gd name="connsiteY79" fmla="*/ 151901 h 574510"/>
                <a:gd name="connsiteX80" fmla="*/ 89702 w 145577"/>
                <a:gd name="connsiteY80" fmla="*/ 158249 h 574510"/>
                <a:gd name="connsiteX81" fmla="*/ 89374 w 145577"/>
                <a:gd name="connsiteY81" fmla="*/ 160086 h 574510"/>
                <a:gd name="connsiteX82" fmla="*/ 87141 w 145577"/>
                <a:gd name="connsiteY82" fmla="*/ 160830 h 574510"/>
                <a:gd name="connsiteX83" fmla="*/ 86769 w 145577"/>
                <a:gd name="connsiteY83" fmla="*/ 165667 h 574510"/>
                <a:gd name="connsiteX84" fmla="*/ 86397 w 145577"/>
                <a:gd name="connsiteY84" fmla="*/ 170504 h 574510"/>
                <a:gd name="connsiteX85" fmla="*/ 84165 w 145577"/>
                <a:gd name="connsiteY85" fmla="*/ 171248 h 574510"/>
                <a:gd name="connsiteX86" fmla="*/ 83793 w 145577"/>
                <a:gd name="connsiteY86" fmla="*/ 175620 h 574510"/>
                <a:gd name="connsiteX87" fmla="*/ 82281 w 145577"/>
                <a:gd name="connsiteY87" fmla="*/ 181294 h 574510"/>
                <a:gd name="connsiteX88" fmla="*/ 81049 w 145577"/>
                <a:gd name="connsiteY88" fmla="*/ 184556 h 574510"/>
                <a:gd name="connsiteX89" fmla="*/ 81188 w 145577"/>
                <a:gd name="connsiteY89" fmla="*/ 186968 h 574510"/>
                <a:gd name="connsiteX90" fmla="*/ 81188 w 145577"/>
                <a:gd name="connsiteY90" fmla="*/ 191340 h 574510"/>
                <a:gd name="connsiteX91" fmla="*/ 78956 w 145577"/>
                <a:gd name="connsiteY91" fmla="*/ 192084 h 574510"/>
                <a:gd name="connsiteX92" fmla="*/ 78575 w 145577"/>
                <a:gd name="connsiteY92" fmla="*/ 195413 h 574510"/>
                <a:gd name="connsiteX93" fmla="*/ 78495 w 145577"/>
                <a:gd name="connsiteY93" fmla="*/ 197440 h 574510"/>
                <a:gd name="connsiteX94" fmla="*/ 78444 w 145577"/>
                <a:gd name="connsiteY94" fmla="*/ 199572 h 574510"/>
                <a:gd name="connsiteX95" fmla="*/ 78367 w 145577"/>
                <a:gd name="connsiteY95" fmla="*/ 201713 h 574510"/>
                <a:gd name="connsiteX96" fmla="*/ 78212 w 145577"/>
                <a:gd name="connsiteY96" fmla="*/ 206967 h 574510"/>
                <a:gd name="connsiteX97" fmla="*/ 75979 w 145577"/>
                <a:gd name="connsiteY97" fmla="*/ 206967 h 574510"/>
                <a:gd name="connsiteX98" fmla="*/ 75946 w 145577"/>
                <a:gd name="connsiteY98" fmla="*/ 208503 h 574510"/>
                <a:gd name="connsiteX99" fmla="*/ 75747 w 145577"/>
                <a:gd name="connsiteY99" fmla="*/ 215385 h 574510"/>
                <a:gd name="connsiteX100" fmla="*/ 75696 w 145577"/>
                <a:gd name="connsiteY100" fmla="*/ 217802 h 574510"/>
                <a:gd name="connsiteX101" fmla="*/ 75616 w 145577"/>
                <a:gd name="connsiteY101" fmla="*/ 220120 h 574510"/>
                <a:gd name="connsiteX102" fmla="*/ 75557 w 145577"/>
                <a:gd name="connsiteY102" fmla="*/ 222258 h 574510"/>
                <a:gd name="connsiteX103" fmla="*/ 74105 w 145577"/>
                <a:gd name="connsiteY103" fmla="*/ 225179 h 574510"/>
                <a:gd name="connsiteX104" fmla="*/ 72773 w 145577"/>
                <a:gd name="connsiteY104" fmla="*/ 228262 h 574510"/>
                <a:gd name="connsiteX105" fmla="*/ 72837 w 145577"/>
                <a:gd name="connsiteY105" fmla="*/ 230582 h 574510"/>
                <a:gd name="connsiteX106" fmla="*/ 72879 w 145577"/>
                <a:gd name="connsiteY106" fmla="*/ 233134 h 574510"/>
                <a:gd name="connsiteX107" fmla="*/ 72956 w 145577"/>
                <a:gd name="connsiteY107" fmla="*/ 235802 h 574510"/>
                <a:gd name="connsiteX108" fmla="*/ 71514 w 145577"/>
                <a:gd name="connsiteY108" fmla="*/ 250871 h 574510"/>
                <a:gd name="connsiteX109" fmla="*/ 70770 w 145577"/>
                <a:gd name="connsiteY109" fmla="*/ 251615 h 574510"/>
                <a:gd name="connsiteX110" fmla="*/ 70662 w 145577"/>
                <a:gd name="connsiteY110" fmla="*/ 258246 h 574510"/>
                <a:gd name="connsiteX111" fmla="*/ 70654 w 145577"/>
                <a:gd name="connsiteY111" fmla="*/ 260354 h 574510"/>
                <a:gd name="connsiteX112" fmla="*/ 70645 w 145577"/>
                <a:gd name="connsiteY112" fmla="*/ 267289 h 574510"/>
                <a:gd name="connsiteX113" fmla="*/ 70638 w 145577"/>
                <a:gd name="connsiteY113" fmla="*/ 272085 h 574510"/>
                <a:gd name="connsiteX114" fmla="*/ 70632 w 145577"/>
                <a:gd name="connsiteY114" fmla="*/ 282152 h 574510"/>
                <a:gd name="connsiteX115" fmla="*/ 70609 w 145577"/>
                <a:gd name="connsiteY115" fmla="*/ 295088 h 574510"/>
                <a:gd name="connsiteX116" fmla="*/ 70600 w 145577"/>
                <a:gd name="connsiteY116" fmla="*/ 304996 h 574510"/>
                <a:gd name="connsiteX117" fmla="*/ 70590 w 145577"/>
                <a:gd name="connsiteY117" fmla="*/ 309767 h 574510"/>
                <a:gd name="connsiteX118" fmla="*/ 70589 w 145577"/>
                <a:gd name="connsiteY118" fmla="*/ 316423 h 574510"/>
                <a:gd name="connsiteX119" fmla="*/ 70577 w 145577"/>
                <a:gd name="connsiteY119" fmla="*/ 318435 h 574510"/>
                <a:gd name="connsiteX120" fmla="*/ 70770 w 145577"/>
                <a:gd name="connsiteY120" fmla="*/ 323053 h 574510"/>
                <a:gd name="connsiteX121" fmla="*/ 72258 w 145577"/>
                <a:gd name="connsiteY121" fmla="*/ 323797 h 574510"/>
                <a:gd name="connsiteX122" fmla="*/ 73186 w 145577"/>
                <a:gd name="connsiteY122" fmla="*/ 334046 h 574510"/>
                <a:gd name="connsiteX123" fmla="*/ 73260 w 145577"/>
                <a:gd name="connsiteY123" fmla="*/ 336834 h 574510"/>
                <a:gd name="connsiteX124" fmla="*/ 73388 w 145577"/>
                <a:gd name="connsiteY124" fmla="*/ 342624 h 574510"/>
                <a:gd name="connsiteX125" fmla="*/ 73465 w 145577"/>
                <a:gd name="connsiteY125" fmla="*/ 345395 h 574510"/>
                <a:gd name="connsiteX126" fmla="*/ 73521 w 145577"/>
                <a:gd name="connsiteY126" fmla="*/ 347928 h 574510"/>
                <a:gd name="connsiteX127" fmla="*/ 73747 w 145577"/>
                <a:gd name="connsiteY127" fmla="*/ 349842 h 574510"/>
                <a:gd name="connsiteX128" fmla="*/ 75235 w 145577"/>
                <a:gd name="connsiteY128" fmla="*/ 350586 h 574510"/>
                <a:gd name="connsiteX129" fmla="*/ 75491 w 145577"/>
                <a:gd name="connsiteY129" fmla="*/ 353862 h 574510"/>
                <a:gd name="connsiteX130" fmla="*/ 75558 w 145577"/>
                <a:gd name="connsiteY130" fmla="*/ 355869 h 574510"/>
                <a:gd name="connsiteX131" fmla="*/ 75607 w 145577"/>
                <a:gd name="connsiteY131" fmla="*/ 357981 h 574510"/>
                <a:gd name="connsiteX132" fmla="*/ 75723 w 145577"/>
                <a:gd name="connsiteY132" fmla="*/ 362094 h 574510"/>
                <a:gd name="connsiteX133" fmla="*/ 75765 w 145577"/>
                <a:gd name="connsiteY133" fmla="*/ 363946 h 574510"/>
                <a:gd name="connsiteX134" fmla="*/ 77467 w 145577"/>
                <a:gd name="connsiteY134" fmla="*/ 366957 h 574510"/>
                <a:gd name="connsiteX135" fmla="*/ 78212 w 145577"/>
                <a:gd name="connsiteY135" fmla="*/ 366957 h 574510"/>
                <a:gd name="connsiteX136" fmla="*/ 78244 w 145577"/>
                <a:gd name="connsiteY136" fmla="*/ 368232 h 574510"/>
                <a:gd name="connsiteX137" fmla="*/ 78444 w 145577"/>
                <a:gd name="connsiteY137" fmla="*/ 373934 h 574510"/>
                <a:gd name="connsiteX138" fmla="*/ 78495 w 145577"/>
                <a:gd name="connsiteY138" fmla="*/ 375939 h 574510"/>
                <a:gd name="connsiteX139" fmla="*/ 78575 w 145577"/>
                <a:gd name="connsiteY139" fmla="*/ 377858 h 574510"/>
                <a:gd name="connsiteX140" fmla="*/ 78634 w 145577"/>
                <a:gd name="connsiteY140" fmla="*/ 379629 h 574510"/>
                <a:gd name="connsiteX141" fmla="*/ 81188 w 145577"/>
                <a:gd name="connsiteY141" fmla="*/ 382584 h 574510"/>
                <a:gd name="connsiteX142" fmla="*/ 81281 w 145577"/>
                <a:gd name="connsiteY142" fmla="*/ 386212 h 574510"/>
                <a:gd name="connsiteX143" fmla="*/ 81932 w 145577"/>
                <a:gd name="connsiteY143" fmla="*/ 393002 h 574510"/>
                <a:gd name="connsiteX144" fmla="*/ 83421 w 145577"/>
                <a:gd name="connsiteY144" fmla="*/ 393746 h 574510"/>
                <a:gd name="connsiteX145" fmla="*/ 83793 w 145577"/>
                <a:gd name="connsiteY145" fmla="*/ 397793 h 574510"/>
                <a:gd name="connsiteX146" fmla="*/ 85653 w 145577"/>
                <a:gd name="connsiteY146" fmla="*/ 403420 h 574510"/>
                <a:gd name="connsiteX147" fmla="*/ 86397 w 145577"/>
                <a:gd name="connsiteY147" fmla="*/ 403420 h 574510"/>
                <a:gd name="connsiteX148" fmla="*/ 86481 w 145577"/>
                <a:gd name="connsiteY148" fmla="*/ 405484 h 574510"/>
                <a:gd name="connsiteX149" fmla="*/ 86630 w 145577"/>
                <a:gd name="connsiteY149" fmla="*/ 408164 h 574510"/>
                <a:gd name="connsiteX150" fmla="*/ 86760 w 145577"/>
                <a:gd name="connsiteY150" fmla="*/ 410832 h 574510"/>
                <a:gd name="connsiteX151" fmla="*/ 87141 w 145577"/>
                <a:gd name="connsiteY151" fmla="*/ 413094 h 574510"/>
                <a:gd name="connsiteX152" fmla="*/ 89374 w 145577"/>
                <a:gd name="connsiteY152" fmla="*/ 414582 h 574510"/>
                <a:gd name="connsiteX153" fmla="*/ 89513 w 145577"/>
                <a:gd name="connsiteY153" fmla="*/ 418396 h 574510"/>
                <a:gd name="connsiteX154" fmla="*/ 89452 w 145577"/>
                <a:gd name="connsiteY154" fmla="*/ 420448 h 574510"/>
                <a:gd name="connsiteX155" fmla="*/ 89374 w 145577"/>
                <a:gd name="connsiteY155" fmla="*/ 422024 h 574510"/>
                <a:gd name="connsiteX156" fmla="*/ 91606 w 145577"/>
                <a:gd name="connsiteY156" fmla="*/ 422024 h 574510"/>
                <a:gd name="connsiteX157" fmla="*/ 92350 w 145577"/>
                <a:gd name="connsiteY157" fmla="*/ 430953 h 574510"/>
                <a:gd name="connsiteX158" fmla="*/ 94583 w 145577"/>
                <a:gd name="connsiteY158" fmla="*/ 430953 h 574510"/>
                <a:gd name="connsiteX159" fmla="*/ 95019 w 145577"/>
                <a:gd name="connsiteY159" fmla="*/ 435532 h 574510"/>
                <a:gd name="connsiteX160" fmla="*/ 95327 w 145577"/>
                <a:gd name="connsiteY160" fmla="*/ 436906 h 574510"/>
                <a:gd name="connsiteX161" fmla="*/ 96815 w 145577"/>
                <a:gd name="connsiteY161" fmla="*/ 437651 h 574510"/>
                <a:gd name="connsiteX162" fmla="*/ 97885 w 145577"/>
                <a:gd name="connsiteY162" fmla="*/ 443490 h 574510"/>
                <a:gd name="connsiteX163" fmla="*/ 98303 w 145577"/>
                <a:gd name="connsiteY163" fmla="*/ 445092 h 574510"/>
                <a:gd name="connsiteX164" fmla="*/ 99792 w 145577"/>
                <a:gd name="connsiteY164" fmla="*/ 445092 h 574510"/>
                <a:gd name="connsiteX165" fmla="*/ 100155 w 145577"/>
                <a:gd name="connsiteY165" fmla="*/ 449598 h 574510"/>
                <a:gd name="connsiteX166" fmla="*/ 102768 w 145577"/>
                <a:gd name="connsiteY166" fmla="*/ 452533 h 574510"/>
                <a:gd name="connsiteX167" fmla="*/ 103512 w 145577"/>
                <a:gd name="connsiteY167" fmla="*/ 457742 h 574510"/>
                <a:gd name="connsiteX168" fmla="*/ 105001 w 145577"/>
                <a:gd name="connsiteY168" fmla="*/ 458487 h 574510"/>
                <a:gd name="connsiteX169" fmla="*/ 106489 w 145577"/>
                <a:gd name="connsiteY169" fmla="*/ 463696 h 574510"/>
                <a:gd name="connsiteX170" fmla="*/ 107977 w 145577"/>
                <a:gd name="connsiteY170" fmla="*/ 464440 h 574510"/>
                <a:gd name="connsiteX171" fmla="*/ 108721 w 145577"/>
                <a:gd name="connsiteY171" fmla="*/ 470393 h 574510"/>
                <a:gd name="connsiteX172" fmla="*/ 110954 w 145577"/>
                <a:gd name="connsiteY172" fmla="*/ 470393 h 574510"/>
                <a:gd name="connsiteX173" fmla="*/ 111233 w 145577"/>
                <a:gd name="connsiteY173" fmla="*/ 472951 h 574510"/>
                <a:gd name="connsiteX174" fmla="*/ 111698 w 145577"/>
                <a:gd name="connsiteY174" fmla="*/ 475602 h 574510"/>
                <a:gd name="connsiteX175" fmla="*/ 113186 w 145577"/>
                <a:gd name="connsiteY175" fmla="*/ 476346 h 574510"/>
                <a:gd name="connsiteX176" fmla="*/ 114674 w 145577"/>
                <a:gd name="connsiteY176" fmla="*/ 480811 h 574510"/>
                <a:gd name="connsiteX177" fmla="*/ 116163 w 145577"/>
                <a:gd name="connsiteY177" fmla="*/ 481555 h 574510"/>
                <a:gd name="connsiteX178" fmla="*/ 116488 w 145577"/>
                <a:gd name="connsiteY178" fmla="*/ 483741 h 574510"/>
                <a:gd name="connsiteX179" fmla="*/ 116907 w 145577"/>
                <a:gd name="connsiteY179" fmla="*/ 486020 h 574510"/>
                <a:gd name="connsiteX180" fmla="*/ 119139 w 145577"/>
                <a:gd name="connsiteY180" fmla="*/ 487508 h 574510"/>
                <a:gd name="connsiteX181" fmla="*/ 119883 w 145577"/>
                <a:gd name="connsiteY181" fmla="*/ 491973 h 574510"/>
                <a:gd name="connsiteX182" fmla="*/ 122116 w 145577"/>
                <a:gd name="connsiteY182" fmla="*/ 491973 h 574510"/>
                <a:gd name="connsiteX183" fmla="*/ 122116 w 145577"/>
                <a:gd name="connsiteY183" fmla="*/ 497182 h 574510"/>
                <a:gd name="connsiteX184" fmla="*/ 124348 w 145577"/>
                <a:gd name="connsiteY184" fmla="*/ 497182 h 574510"/>
                <a:gd name="connsiteX185" fmla="*/ 125092 w 145577"/>
                <a:gd name="connsiteY185" fmla="*/ 500158 h 574510"/>
                <a:gd name="connsiteX186" fmla="*/ 127325 w 145577"/>
                <a:gd name="connsiteY186" fmla="*/ 501647 h 574510"/>
                <a:gd name="connsiteX187" fmla="*/ 128069 w 145577"/>
                <a:gd name="connsiteY187" fmla="*/ 506112 h 574510"/>
                <a:gd name="connsiteX188" fmla="*/ 129557 w 145577"/>
                <a:gd name="connsiteY188" fmla="*/ 506856 h 574510"/>
                <a:gd name="connsiteX189" fmla="*/ 129883 w 145577"/>
                <a:gd name="connsiteY189" fmla="*/ 508344 h 574510"/>
                <a:gd name="connsiteX190" fmla="*/ 130301 w 145577"/>
                <a:gd name="connsiteY190" fmla="*/ 509832 h 574510"/>
                <a:gd name="connsiteX191" fmla="*/ 132534 w 145577"/>
                <a:gd name="connsiteY191" fmla="*/ 510576 h 574510"/>
                <a:gd name="connsiteX192" fmla="*/ 134022 w 145577"/>
                <a:gd name="connsiteY192" fmla="*/ 514297 h 574510"/>
                <a:gd name="connsiteX193" fmla="*/ 138487 w 145577"/>
                <a:gd name="connsiteY193" fmla="*/ 519506 h 574510"/>
                <a:gd name="connsiteX194" fmla="*/ 139231 w 145577"/>
                <a:gd name="connsiteY194" fmla="*/ 523227 h 574510"/>
                <a:gd name="connsiteX195" fmla="*/ 140719 w 145577"/>
                <a:gd name="connsiteY195" fmla="*/ 523971 h 574510"/>
                <a:gd name="connsiteX196" fmla="*/ 141045 w 145577"/>
                <a:gd name="connsiteY196" fmla="*/ 525366 h 574510"/>
                <a:gd name="connsiteX197" fmla="*/ 143696 w 145577"/>
                <a:gd name="connsiteY197" fmla="*/ 529180 h 574510"/>
                <a:gd name="connsiteX198" fmla="*/ 147417 w 145577"/>
                <a:gd name="connsiteY198" fmla="*/ 534389 h 574510"/>
                <a:gd name="connsiteX199" fmla="*/ 148905 w 145577"/>
                <a:gd name="connsiteY199" fmla="*/ 535133 h 574510"/>
                <a:gd name="connsiteX200" fmla="*/ 149463 w 145577"/>
                <a:gd name="connsiteY200" fmla="*/ 537272 h 574510"/>
                <a:gd name="connsiteX201" fmla="*/ 150393 w 145577"/>
                <a:gd name="connsiteY201" fmla="*/ 539598 h 574510"/>
                <a:gd name="connsiteX202" fmla="*/ 152719 w 145577"/>
                <a:gd name="connsiteY202" fmla="*/ 540482 h 574510"/>
                <a:gd name="connsiteX203" fmla="*/ 154858 w 145577"/>
                <a:gd name="connsiteY203" fmla="*/ 541830 h 574510"/>
                <a:gd name="connsiteX204" fmla="*/ 154858 w 145577"/>
                <a:gd name="connsiteY204" fmla="*/ 550016 h 574510"/>
                <a:gd name="connsiteX205" fmla="*/ 151509 w 145577"/>
                <a:gd name="connsiteY205" fmla="*/ 550993 h 574510"/>
                <a:gd name="connsiteX206" fmla="*/ 148905 w 145577"/>
                <a:gd name="connsiteY206" fmla="*/ 551504 h 574510"/>
                <a:gd name="connsiteX207" fmla="*/ 148579 w 145577"/>
                <a:gd name="connsiteY207" fmla="*/ 553039 h 574510"/>
                <a:gd name="connsiteX208" fmla="*/ 148161 w 145577"/>
                <a:gd name="connsiteY208" fmla="*/ 554481 h 574510"/>
                <a:gd name="connsiteX209" fmla="*/ 142208 w 145577"/>
                <a:gd name="connsiteY209" fmla="*/ 554481 h 574510"/>
                <a:gd name="connsiteX210" fmla="*/ 142208 w 145577"/>
                <a:gd name="connsiteY210" fmla="*/ 557457 h 574510"/>
                <a:gd name="connsiteX211" fmla="*/ 139231 w 145577"/>
                <a:gd name="connsiteY211" fmla="*/ 558248 h 574510"/>
                <a:gd name="connsiteX212" fmla="*/ 136255 w 145577"/>
                <a:gd name="connsiteY212" fmla="*/ 558946 h 574510"/>
                <a:gd name="connsiteX213" fmla="*/ 136255 w 145577"/>
                <a:gd name="connsiteY213" fmla="*/ 561178 h 574510"/>
                <a:gd name="connsiteX214" fmla="*/ 134816 w 145577"/>
                <a:gd name="connsiteY214" fmla="*/ 561262 h 574510"/>
                <a:gd name="connsiteX215" fmla="*/ 132952 w 145577"/>
                <a:gd name="connsiteY215" fmla="*/ 561410 h 574510"/>
                <a:gd name="connsiteX216" fmla="*/ 131095 w 145577"/>
                <a:gd name="connsiteY216" fmla="*/ 561541 h 574510"/>
                <a:gd name="connsiteX217" fmla="*/ 129557 w 145577"/>
                <a:gd name="connsiteY217" fmla="*/ 561922 h 574510"/>
                <a:gd name="connsiteX218" fmla="*/ 128813 w 145577"/>
                <a:gd name="connsiteY218" fmla="*/ 564154 h 574510"/>
                <a:gd name="connsiteX219" fmla="*/ 126162 w 145577"/>
                <a:gd name="connsiteY219" fmla="*/ 564899 h 574510"/>
                <a:gd name="connsiteX220" fmla="*/ 123604 w 145577"/>
                <a:gd name="connsiteY220" fmla="*/ 565643 h 574510"/>
                <a:gd name="connsiteX221" fmla="*/ 123604 w 145577"/>
                <a:gd name="connsiteY221" fmla="*/ 567875 h 574510"/>
                <a:gd name="connsiteX222" fmla="*/ 120721 w 145577"/>
                <a:gd name="connsiteY222" fmla="*/ 568061 h 574510"/>
                <a:gd name="connsiteX223" fmla="*/ 117651 w 145577"/>
                <a:gd name="connsiteY223" fmla="*/ 568619 h 574510"/>
                <a:gd name="connsiteX224" fmla="*/ 116163 w 145577"/>
                <a:gd name="connsiteY224" fmla="*/ 571596 h 574510"/>
                <a:gd name="connsiteX225" fmla="*/ 110954 w 145577"/>
                <a:gd name="connsiteY225" fmla="*/ 572340 h 574510"/>
                <a:gd name="connsiteX226" fmla="*/ 110210 w 145577"/>
                <a:gd name="connsiteY226" fmla="*/ 574572 h 574510"/>
                <a:gd name="connsiteX227" fmla="*/ 103512 w 145577"/>
                <a:gd name="connsiteY227" fmla="*/ 574572 h 574510"/>
                <a:gd name="connsiteX228" fmla="*/ 102024 w 145577"/>
                <a:gd name="connsiteY228" fmla="*/ 568619 h 574510"/>
                <a:gd name="connsiteX229" fmla="*/ 99792 w 145577"/>
                <a:gd name="connsiteY229" fmla="*/ 567875 h 574510"/>
                <a:gd name="connsiteX230" fmla="*/ 96397 w 145577"/>
                <a:gd name="connsiteY230" fmla="*/ 563410 h 574510"/>
                <a:gd name="connsiteX231" fmla="*/ 91606 w 145577"/>
                <a:gd name="connsiteY231" fmla="*/ 558201 h 574510"/>
                <a:gd name="connsiteX232" fmla="*/ 90862 w 145577"/>
                <a:gd name="connsiteY232" fmla="*/ 554481 h 574510"/>
                <a:gd name="connsiteX233" fmla="*/ 89374 w 145577"/>
                <a:gd name="connsiteY233" fmla="*/ 553737 h 574510"/>
                <a:gd name="connsiteX234" fmla="*/ 88630 w 145577"/>
                <a:gd name="connsiteY234" fmla="*/ 551504 h 574510"/>
                <a:gd name="connsiteX235" fmla="*/ 87467 w 145577"/>
                <a:gd name="connsiteY235" fmla="*/ 550388 h 574510"/>
                <a:gd name="connsiteX236" fmla="*/ 86397 w 145577"/>
                <a:gd name="connsiteY236" fmla="*/ 547039 h 574510"/>
                <a:gd name="connsiteX237" fmla="*/ 84165 w 145577"/>
                <a:gd name="connsiteY237" fmla="*/ 546295 h 574510"/>
                <a:gd name="connsiteX238" fmla="*/ 82676 w 145577"/>
                <a:gd name="connsiteY238" fmla="*/ 543319 h 574510"/>
                <a:gd name="connsiteX239" fmla="*/ 81188 w 145577"/>
                <a:gd name="connsiteY239" fmla="*/ 542574 h 574510"/>
                <a:gd name="connsiteX240" fmla="*/ 80863 w 145577"/>
                <a:gd name="connsiteY240" fmla="*/ 540342 h 574510"/>
                <a:gd name="connsiteX241" fmla="*/ 80444 w 145577"/>
                <a:gd name="connsiteY241" fmla="*/ 538110 h 574510"/>
                <a:gd name="connsiteX242" fmla="*/ 78212 w 145577"/>
                <a:gd name="connsiteY242" fmla="*/ 537365 h 574510"/>
                <a:gd name="connsiteX243" fmla="*/ 78212 w 145577"/>
                <a:gd name="connsiteY243" fmla="*/ 533645 h 574510"/>
                <a:gd name="connsiteX244" fmla="*/ 75979 w 145577"/>
                <a:gd name="connsiteY244" fmla="*/ 533645 h 574510"/>
                <a:gd name="connsiteX245" fmla="*/ 74491 w 145577"/>
                <a:gd name="connsiteY245" fmla="*/ 529924 h 574510"/>
                <a:gd name="connsiteX246" fmla="*/ 73003 w 145577"/>
                <a:gd name="connsiteY246" fmla="*/ 529180 h 574510"/>
                <a:gd name="connsiteX247" fmla="*/ 71514 w 145577"/>
                <a:gd name="connsiteY247" fmla="*/ 525459 h 574510"/>
                <a:gd name="connsiteX248" fmla="*/ 70026 w 145577"/>
                <a:gd name="connsiteY248" fmla="*/ 524715 h 574510"/>
                <a:gd name="connsiteX249" fmla="*/ 69282 w 145577"/>
                <a:gd name="connsiteY249" fmla="*/ 520250 h 574510"/>
                <a:gd name="connsiteX250" fmla="*/ 67794 w 145577"/>
                <a:gd name="connsiteY250" fmla="*/ 519506 h 574510"/>
                <a:gd name="connsiteX251" fmla="*/ 66305 w 145577"/>
                <a:gd name="connsiteY251" fmla="*/ 515785 h 574510"/>
                <a:gd name="connsiteX252" fmla="*/ 64817 w 145577"/>
                <a:gd name="connsiteY252" fmla="*/ 515041 h 574510"/>
                <a:gd name="connsiteX253" fmla="*/ 63329 w 145577"/>
                <a:gd name="connsiteY253" fmla="*/ 509832 h 574510"/>
                <a:gd name="connsiteX254" fmla="*/ 61840 w 145577"/>
                <a:gd name="connsiteY254" fmla="*/ 509088 h 574510"/>
                <a:gd name="connsiteX255" fmla="*/ 60352 w 145577"/>
                <a:gd name="connsiteY255" fmla="*/ 505367 h 574510"/>
                <a:gd name="connsiteX256" fmla="*/ 58864 w 145577"/>
                <a:gd name="connsiteY256" fmla="*/ 503879 h 574510"/>
                <a:gd name="connsiteX257" fmla="*/ 58864 w 145577"/>
                <a:gd name="connsiteY257" fmla="*/ 499414 h 574510"/>
                <a:gd name="connsiteX258" fmla="*/ 56631 w 145577"/>
                <a:gd name="connsiteY258" fmla="*/ 499414 h 574510"/>
                <a:gd name="connsiteX259" fmla="*/ 55143 w 145577"/>
                <a:gd name="connsiteY259" fmla="*/ 494205 h 574510"/>
                <a:gd name="connsiteX260" fmla="*/ 53655 w 145577"/>
                <a:gd name="connsiteY260" fmla="*/ 494205 h 574510"/>
                <a:gd name="connsiteX261" fmla="*/ 53422 w 145577"/>
                <a:gd name="connsiteY261" fmla="*/ 491647 h 574510"/>
                <a:gd name="connsiteX262" fmla="*/ 52911 w 145577"/>
                <a:gd name="connsiteY262" fmla="*/ 488996 h 574510"/>
                <a:gd name="connsiteX263" fmla="*/ 50678 w 145577"/>
                <a:gd name="connsiteY263" fmla="*/ 488252 h 574510"/>
                <a:gd name="connsiteX264" fmla="*/ 50539 w 145577"/>
                <a:gd name="connsiteY264" fmla="*/ 484857 h 574510"/>
                <a:gd name="connsiteX265" fmla="*/ 50600 w 145577"/>
                <a:gd name="connsiteY265" fmla="*/ 482994 h 574510"/>
                <a:gd name="connsiteX266" fmla="*/ 50678 w 145577"/>
                <a:gd name="connsiteY266" fmla="*/ 481555 h 574510"/>
                <a:gd name="connsiteX267" fmla="*/ 48446 w 145577"/>
                <a:gd name="connsiteY267" fmla="*/ 481555 h 574510"/>
                <a:gd name="connsiteX268" fmla="*/ 47655 w 145577"/>
                <a:gd name="connsiteY268" fmla="*/ 478625 h 574510"/>
                <a:gd name="connsiteX269" fmla="*/ 46958 w 145577"/>
                <a:gd name="connsiteY269" fmla="*/ 475602 h 574510"/>
                <a:gd name="connsiteX270" fmla="*/ 45469 w 145577"/>
                <a:gd name="connsiteY270" fmla="*/ 474858 h 574510"/>
                <a:gd name="connsiteX271" fmla="*/ 45054 w 145577"/>
                <a:gd name="connsiteY271" fmla="*/ 470253 h 574510"/>
                <a:gd name="connsiteX272" fmla="*/ 44725 w 145577"/>
                <a:gd name="connsiteY272" fmla="*/ 468904 h 574510"/>
                <a:gd name="connsiteX273" fmla="*/ 42493 w 145577"/>
                <a:gd name="connsiteY273" fmla="*/ 468160 h 574510"/>
                <a:gd name="connsiteX274" fmla="*/ 42074 w 145577"/>
                <a:gd name="connsiteY274" fmla="*/ 465184 h 574510"/>
                <a:gd name="connsiteX275" fmla="*/ 41749 w 145577"/>
                <a:gd name="connsiteY275" fmla="*/ 462207 h 574510"/>
                <a:gd name="connsiteX276" fmla="*/ 40260 w 145577"/>
                <a:gd name="connsiteY276" fmla="*/ 461463 h 574510"/>
                <a:gd name="connsiteX277" fmla="*/ 39795 w 145577"/>
                <a:gd name="connsiteY277" fmla="*/ 457696 h 574510"/>
                <a:gd name="connsiteX278" fmla="*/ 39627 w 145577"/>
                <a:gd name="connsiteY278" fmla="*/ 455623 h 574510"/>
                <a:gd name="connsiteX279" fmla="*/ 39516 w 145577"/>
                <a:gd name="connsiteY279" fmla="*/ 454022 h 574510"/>
                <a:gd name="connsiteX280" fmla="*/ 37284 w 145577"/>
                <a:gd name="connsiteY280" fmla="*/ 454022 h 574510"/>
                <a:gd name="connsiteX281" fmla="*/ 36540 w 145577"/>
                <a:gd name="connsiteY281" fmla="*/ 445836 h 574510"/>
                <a:gd name="connsiteX282" fmla="*/ 34307 w 145577"/>
                <a:gd name="connsiteY282" fmla="*/ 446580 h 574510"/>
                <a:gd name="connsiteX283" fmla="*/ 34197 w 145577"/>
                <a:gd name="connsiteY283" fmla="*/ 444816 h 574510"/>
                <a:gd name="connsiteX284" fmla="*/ 34028 w 145577"/>
                <a:gd name="connsiteY284" fmla="*/ 442534 h 574510"/>
                <a:gd name="connsiteX285" fmla="*/ 33871 w 145577"/>
                <a:gd name="connsiteY285" fmla="*/ 440258 h 574510"/>
                <a:gd name="connsiteX286" fmla="*/ 33563 w 145577"/>
                <a:gd name="connsiteY286" fmla="*/ 438395 h 574510"/>
                <a:gd name="connsiteX287" fmla="*/ 32075 w 145577"/>
                <a:gd name="connsiteY287" fmla="*/ 437651 h 574510"/>
                <a:gd name="connsiteX288" fmla="*/ 31005 w 145577"/>
                <a:gd name="connsiteY288" fmla="*/ 430721 h 574510"/>
                <a:gd name="connsiteX289" fmla="*/ 30587 w 145577"/>
                <a:gd name="connsiteY289" fmla="*/ 428721 h 574510"/>
                <a:gd name="connsiteX290" fmla="*/ 29098 w 145577"/>
                <a:gd name="connsiteY290" fmla="*/ 427977 h 574510"/>
                <a:gd name="connsiteX291" fmla="*/ 28683 w 145577"/>
                <a:gd name="connsiteY291" fmla="*/ 421628 h 574510"/>
                <a:gd name="connsiteX292" fmla="*/ 28354 w 145577"/>
                <a:gd name="connsiteY292" fmla="*/ 419791 h 574510"/>
                <a:gd name="connsiteX293" fmla="*/ 26122 w 145577"/>
                <a:gd name="connsiteY293" fmla="*/ 419047 h 574510"/>
                <a:gd name="connsiteX294" fmla="*/ 25703 w 145577"/>
                <a:gd name="connsiteY294" fmla="*/ 413838 h 574510"/>
                <a:gd name="connsiteX295" fmla="*/ 25378 w 145577"/>
                <a:gd name="connsiteY295" fmla="*/ 408629 h 574510"/>
                <a:gd name="connsiteX296" fmla="*/ 23889 w 145577"/>
                <a:gd name="connsiteY296" fmla="*/ 407885 h 574510"/>
                <a:gd name="connsiteX297" fmla="*/ 23337 w 145577"/>
                <a:gd name="connsiteY297" fmla="*/ 399397 h 574510"/>
                <a:gd name="connsiteX298" fmla="*/ 22041 w 145577"/>
                <a:gd name="connsiteY298" fmla="*/ 396437 h 574510"/>
                <a:gd name="connsiteX299" fmla="*/ 20532 w 145577"/>
                <a:gd name="connsiteY299" fmla="*/ 391924 h 574510"/>
                <a:gd name="connsiteX300" fmla="*/ 20452 w 145577"/>
                <a:gd name="connsiteY300" fmla="*/ 390013 h 574510"/>
                <a:gd name="connsiteX301" fmla="*/ 20401 w 145577"/>
                <a:gd name="connsiteY301" fmla="*/ 388026 h 574510"/>
                <a:gd name="connsiteX302" fmla="*/ 20324 w 145577"/>
                <a:gd name="connsiteY302" fmla="*/ 386013 h 574510"/>
                <a:gd name="connsiteX303" fmla="*/ 20169 w 145577"/>
                <a:gd name="connsiteY303" fmla="*/ 381096 h 574510"/>
                <a:gd name="connsiteX304" fmla="*/ 17936 w 145577"/>
                <a:gd name="connsiteY304" fmla="*/ 381096 h 574510"/>
                <a:gd name="connsiteX305" fmla="*/ 17891 w 145577"/>
                <a:gd name="connsiteY305" fmla="*/ 379673 h 574510"/>
                <a:gd name="connsiteX306" fmla="*/ 17657 w 145577"/>
                <a:gd name="connsiteY306" fmla="*/ 373329 h 574510"/>
                <a:gd name="connsiteX307" fmla="*/ 17587 w 145577"/>
                <a:gd name="connsiteY307" fmla="*/ 371089 h 574510"/>
                <a:gd name="connsiteX308" fmla="*/ 17500 w 145577"/>
                <a:gd name="connsiteY308" fmla="*/ 368960 h 574510"/>
                <a:gd name="connsiteX309" fmla="*/ 17429 w 145577"/>
                <a:gd name="connsiteY309" fmla="*/ 366988 h 574510"/>
                <a:gd name="connsiteX310" fmla="*/ 17192 w 145577"/>
                <a:gd name="connsiteY310" fmla="*/ 365469 h 574510"/>
                <a:gd name="connsiteX311" fmla="*/ 15704 w 145577"/>
                <a:gd name="connsiteY311" fmla="*/ 364725 h 574510"/>
                <a:gd name="connsiteX312" fmla="*/ 14939 w 145577"/>
                <a:gd name="connsiteY312" fmla="*/ 358798 h 574510"/>
                <a:gd name="connsiteX313" fmla="*/ 14967 w 145577"/>
                <a:gd name="connsiteY313" fmla="*/ 356622 h 574510"/>
                <a:gd name="connsiteX314" fmla="*/ 15054 w 145577"/>
                <a:gd name="connsiteY314" fmla="*/ 352093 h 574510"/>
                <a:gd name="connsiteX315" fmla="*/ 15079 w 145577"/>
                <a:gd name="connsiteY315" fmla="*/ 349915 h 574510"/>
                <a:gd name="connsiteX316" fmla="*/ 15117 w 145577"/>
                <a:gd name="connsiteY316" fmla="*/ 347927 h 574510"/>
                <a:gd name="connsiteX317" fmla="*/ 13471 w 145577"/>
                <a:gd name="connsiteY317" fmla="*/ 343145 h 574510"/>
                <a:gd name="connsiteX318" fmla="*/ 12727 w 145577"/>
                <a:gd name="connsiteY318" fmla="*/ 343145 h 574510"/>
                <a:gd name="connsiteX319" fmla="*/ 12714 w 145577"/>
                <a:gd name="connsiteY319" fmla="*/ 341144 h 574510"/>
                <a:gd name="connsiteX320" fmla="*/ 12552 w 145577"/>
                <a:gd name="connsiteY320" fmla="*/ 322517 h 574510"/>
                <a:gd name="connsiteX321" fmla="*/ 12469 w 145577"/>
                <a:gd name="connsiteY321" fmla="*/ 312940 h 574510"/>
                <a:gd name="connsiteX322" fmla="*/ 12383 w 145577"/>
                <a:gd name="connsiteY322" fmla="*/ 303705 h 574510"/>
                <a:gd name="connsiteX323" fmla="*/ 12357 w 145577"/>
                <a:gd name="connsiteY323" fmla="*/ 300174 h 574510"/>
                <a:gd name="connsiteX324" fmla="*/ 12305 w 145577"/>
                <a:gd name="connsiteY324" fmla="*/ 295245 h 574510"/>
                <a:gd name="connsiteX325" fmla="*/ 12280 w 145577"/>
                <a:gd name="connsiteY325" fmla="*/ 292406 h 574510"/>
                <a:gd name="connsiteX326" fmla="*/ 11983 w 145577"/>
                <a:gd name="connsiteY326" fmla="*/ 290311 h 574510"/>
                <a:gd name="connsiteX327" fmla="*/ 9751 w 145577"/>
                <a:gd name="connsiteY327" fmla="*/ 289567 h 574510"/>
                <a:gd name="connsiteX328" fmla="*/ 9751 w 145577"/>
                <a:gd name="connsiteY328" fmla="*/ 283614 h 574510"/>
                <a:gd name="connsiteX329" fmla="*/ 11239 w 145577"/>
                <a:gd name="connsiteY329" fmla="*/ 283614 h 574510"/>
                <a:gd name="connsiteX330" fmla="*/ 12100 w 145577"/>
                <a:gd name="connsiteY330" fmla="*/ 277347 h 574510"/>
                <a:gd name="connsiteX331" fmla="*/ 12112 w 145577"/>
                <a:gd name="connsiteY331" fmla="*/ 275861 h 574510"/>
                <a:gd name="connsiteX332" fmla="*/ 12131 w 145577"/>
                <a:gd name="connsiteY332" fmla="*/ 272665 h 574510"/>
                <a:gd name="connsiteX333" fmla="*/ 12171 w 145577"/>
                <a:gd name="connsiteY333" fmla="*/ 267608 h 574510"/>
                <a:gd name="connsiteX334" fmla="*/ 12282 w 145577"/>
                <a:gd name="connsiteY334" fmla="*/ 253230 h 574510"/>
                <a:gd name="connsiteX335" fmla="*/ 12357 w 145577"/>
                <a:gd name="connsiteY335" fmla="*/ 244438 h 574510"/>
                <a:gd name="connsiteX336" fmla="*/ 12376 w 145577"/>
                <a:gd name="connsiteY336" fmla="*/ 241085 h 574510"/>
                <a:gd name="connsiteX337" fmla="*/ 12417 w 145577"/>
                <a:gd name="connsiteY337" fmla="*/ 236399 h 574510"/>
                <a:gd name="connsiteX338" fmla="*/ 12435 w 145577"/>
                <a:gd name="connsiteY338" fmla="*/ 233703 h 574510"/>
                <a:gd name="connsiteX339" fmla="*/ 14960 w 145577"/>
                <a:gd name="connsiteY339" fmla="*/ 229291 h 574510"/>
                <a:gd name="connsiteX340" fmla="*/ 15125 w 145577"/>
                <a:gd name="connsiteY340" fmla="*/ 225649 h 574510"/>
                <a:gd name="connsiteX341" fmla="*/ 15083 w 145577"/>
                <a:gd name="connsiteY341" fmla="*/ 223494 h 574510"/>
                <a:gd name="connsiteX342" fmla="*/ 15006 w 145577"/>
                <a:gd name="connsiteY342" fmla="*/ 221245 h 574510"/>
                <a:gd name="connsiteX343" fmla="*/ 16448 w 145577"/>
                <a:gd name="connsiteY343" fmla="*/ 208455 h 574510"/>
                <a:gd name="connsiteX344" fmla="*/ 17192 w 145577"/>
                <a:gd name="connsiteY344" fmla="*/ 207711 h 574510"/>
                <a:gd name="connsiteX345" fmla="*/ 17427 w 145577"/>
                <a:gd name="connsiteY345" fmla="*/ 204383 h 574510"/>
                <a:gd name="connsiteX346" fmla="*/ 17522 w 145577"/>
                <a:gd name="connsiteY346" fmla="*/ 202355 h 574510"/>
                <a:gd name="connsiteX347" fmla="*/ 17611 w 145577"/>
                <a:gd name="connsiteY347" fmla="*/ 200223 h 574510"/>
                <a:gd name="connsiteX348" fmla="*/ 17708 w 145577"/>
                <a:gd name="connsiteY348" fmla="*/ 198082 h 574510"/>
                <a:gd name="connsiteX349" fmla="*/ 17936 w 145577"/>
                <a:gd name="connsiteY349" fmla="*/ 192828 h 574510"/>
                <a:gd name="connsiteX350" fmla="*/ 20169 w 145577"/>
                <a:gd name="connsiteY350" fmla="*/ 192828 h 574510"/>
                <a:gd name="connsiteX351" fmla="*/ 20913 w 145577"/>
                <a:gd name="connsiteY351" fmla="*/ 177946 h 574510"/>
                <a:gd name="connsiteX352" fmla="*/ 23145 w 145577"/>
                <a:gd name="connsiteY352" fmla="*/ 177946 h 574510"/>
                <a:gd name="connsiteX353" fmla="*/ 23119 w 145577"/>
                <a:gd name="connsiteY353" fmla="*/ 175719 h 574510"/>
                <a:gd name="connsiteX354" fmla="*/ 23099 w 145577"/>
                <a:gd name="connsiteY354" fmla="*/ 172830 h 574510"/>
                <a:gd name="connsiteX355" fmla="*/ 23072 w 145577"/>
                <a:gd name="connsiteY355" fmla="*/ 169952 h 574510"/>
                <a:gd name="connsiteX356" fmla="*/ 23889 w 145577"/>
                <a:gd name="connsiteY356" fmla="*/ 166039 h 574510"/>
                <a:gd name="connsiteX357" fmla="*/ 26122 w 145577"/>
                <a:gd name="connsiteY357" fmla="*/ 166039 h 574510"/>
                <a:gd name="connsiteX358" fmla="*/ 26043 w 145577"/>
                <a:gd name="connsiteY358" fmla="*/ 163624 h 574510"/>
                <a:gd name="connsiteX359" fmla="*/ 25982 w 145577"/>
                <a:gd name="connsiteY359" fmla="*/ 160505 h 574510"/>
                <a:gd name="connsiteX360" fmla="*/ 25926 w 145577"/>
                <a:gd name="connsiteY360" fmla="*/ 158910 h 574510"/>
                <a:gd name="connsiteX361" fmla="*/ 26122 w 145577"/>
                <a:gd name="connsiteY361" fmla="*/ 154877 h 574510"/>
                <a:gd name="connsiteX362" fmla="*/ 28354 w 145577"/>
                <a:gd name="connsiteY362" fmla="*/ 154133 h 574510"/>
                <a:gd name="connsiteX363" fmla="*/ 28726 w 145577"/>
                <a:gd name="connsiteY363" fmla="*/ 150087 h 574510"/>
                <a:gd name="connsiteX364" fmla="*/ 29098 w 145577"/>
                <a:gd name="connsiteY364" fmla="*/ 145948 h 574510"/>
                <a:gd name="connsiteX365" fmla="*/ 31331 w 145577"/>
                <a:gd name="connsiteY365" fmla="*/ 144459 h 574510"/>
                <a:gd name="connsiteX366" fmla="*/ 31749 w 145577"/>
                <a:gd name="connsiteY366" fmla="*/ 140320 h 574510"/>
                <a:gd name="connsiteX367" fmla="*/ 32075 w 145577"/>
                <a:gd name="connsiteY367" fmla="*/ 136274 h 574510"/>
                <a:gd name="connsiteX368" fmla="*/ 33563 w 145577"/>
                <a:gd name="connsiteY368" fmla="*/ 135530 h 574510"/>
                <a:gd name="connsiteX369" fmla="*/ 34028 w 145577"/>
                <a:gd name="connsiteY369" fmla="*/ 131390 h 574510"/>
                <a:gd name="connsiteX370" fmla="*/ 34197 w 145577"/>
                <a:gd name="connsiteY370" fmla="*/ 129108 h 574510"/>
                <a:gd name="connsiteX371" fmla="*/ 34307 w 145577"/>
                <a:gd name="connsiteY371" fmla="*/ 127344 h 574510"/>
                <a:gd name="connsiteX372" fmla="*/ 36540 w 145577"/>
                <a:gd name="connsiteY372" fmla="*/ 128088 h 574510"/>
                <a:gd name="connsiteX373" fmla="*/ 37284 w 145577"/>
                <a:gd name="connsiteY373" fmla="*/ 119903 h 574510"/>
                <a:gd name="connsiteX374" fmla="*/ 39516 w 145577"/>
                <a:gd name="connsiteY374" fmla="*/ 119903 h 574510"/>
                <a:gd name="connsiteX375" fmla="*/ 39627 w 145577"/>
                <a:gd name="connsiteY375" fmla="*/ 118138 h 574510"/>
                <a:gd name="connsiteX376" fmla="*/ 39795 w 145577"/>
                <a:gd name="connsiteY376" fmla="*/ 115856 h 574510"/>
                <a:gd name="connsiteX377" fmla="*/ 39952 w 145577"/>
                <a:gd name="connsiteY377" fmla="*/ 113580 h 574510"/>
                <a:gd name="connsiteX378" fmla="*/ 40260 w 145577"/>
                <a:gd name="connsiteY378" fmla="*/ 111717 h 574510"/>
                <a:gd name="connsiteX379" fmla="*/ 41749 w 145577"/>
                <a:gd name="connsiteY379" fmla="*/ 110973 h 574510"/>
                <a:gd name="connsiteX380" fmla="*/ 42164 w 145577"/>
                <a:gd name="connsiteY380" fmla="*/ 106369 h 574510"/>
                <a:gd name="connsiteX381" fmla="*/ 42493 w 145577"/>
                <a:gd name="connsiteY381" fmla="*/ 105020 h 574510"/>
                <a:gd name="connsiteX382" fmla="*/ 44725 w 145577"/>
                <a:gd name="connsiteY382" fmla="*/ 104276 h 574510"/>
                <a:gd name="connsiteX383" fmla="*/ 45167 w 145577"/>
                <a:gd name="connsiteY383" fmla="*/ 99744 h 574510"/>
                <a:gd name="connsiteX384" fmla="*/ 47702 w 145577"/>
                <a:gd name="connsiteY384" fmla="*/ 96834 h 574510"/>
                <a:gd name="connsiteX385" fmla="*/ 48446 w 145577"/>
                <a:gd name="connsiteY385" fmla="*/ 93114 h 574510"/>
                <a:gd name="connsiteX386" fmla="*/ 49934 w 145577"/>
                <a:gd name="connsiteY386" fmla="*/ 92369 h 574510"/>
                <a:gd name="connsiteX387" fmla="*/ 50350 w 145577"/>
                <a:gd name="connsiteY387" fmla="*/ 87765 h 574510"/>
                <a:gd name="connsiteX388" fmla="*/ 50678 w 145577"/>
                <a:gd name="connsiteY388" fmla="*/ 86416 h 574510"/>
                <a:gd name="connsiteX389" fmla="*/ 52911 w 145577"/>
                <a:gd name="connsiteY389" fmla="*/ 85672 h 574510"/>
                <a:gd name="connsiteX390" fmla="*/ 53283 w 145577"/>
                <a:gd name="connsiteY390" fmla="*/ 83068 h 574510"/>
                <a:gd name="connsiteX391" fmla="*/ 53655 w 145577"/>
                <a:gd name="connsiteY391" fmla="*/ 80463 h 574510"/>
                <a:gd name="connsiteX392" fmla="*/ 55887 w 145577"/>
                <a:gd name="connsiteY392" fmla="*/ 79719 h 574510"/>
                <a:gd name="connsiteX393" fmla="*/ 56631 w 145577"/>
                <a:gd name="connsiteY393" fmla="*/ 74510 h 574510"/>
                <a:gd name="connsiteX394" fmla="*/ 58120 w 145577"/>
                <a:gd name="connsiteY394" fmla="*/ 73766 h 574510"/>
                <a:gd name="connsiteX395" fmla="*/ 58864 w 145577"/>
                <a:gd name="connsiteY395" fmla="*/ 71533 h 574510"/>
                <a:gd name="connsiteX396" fmla="*/ 61096 w 145577"/>
                <a:gd name="connsiteY396" fmla="*/ 68557 h 574510"/>
                <a:gd name="connsiteX397" fmla="*/ 61422 w 145577"/>
                <a:gd name="connsiteY397" fmla="*/ 66371 h 574510"/>
                <a:gd name="connsiteX398" fmla="*/ 61840 w 145577"/>
                <a:gd name="connsiteY398" fmla="*/ 64092 h 574510"/>
                <a:gd name="connsiteX399" fmla="*/ 64073 w 145577"/>
                <a:gd name="connsiteY399" fmla="*/ 62604 h 574510"/>
                <a:gd name="connsiteX400" fmla="*/ 65561 w 145577"/>
                <a:gd name="connsiteY400" fmla="*/ 58883 h 574510"/>
                <a:gd name="connsiteX401" fmla="*/ 67049 w 145577"/>
                <a:gd name="connsiteY401" fmla="*/ 58883 h 574510"/>
                <a:gd name="connsiteX402" fmla="*/ 66910 w 145577"/>
                <a:gd name="connsiteY402" fmla="*/ 56744 h 574510"/>
                <a:gd name="connsiteX403" fmla="*/ 67049 w 145577"/>
                <a:gd name="connsiteY403" fmla="*/ 54418 h 574510"/>
                <a:gd name="connsiteX404" fmla="*/ 69282 w 145577"/>
                <a:gd name="connsiteY404" fmla="*/ 52930 h 574510"/>
                <a:gd name="connsiteX405" fmla="*/ 69654 w 145577"/>
                <a:gd name="connsiteY405" fmla="*/ 51070 h 574510"/>
                <a:gd name="connsiteX406" fmla="*/ 72258 w 145577"/>
                <a:gd name="connsiteY406" fmla="*/ 47721 h 574510"/>
                <a:gd name="connsiteX407" fmla="*/ 73747 w 145577"/>
                <a:gd name="connsiteY407" fmla="*/ 44000 h 574510"/>
                <a:gd name="connsiteX408" fmla="*/ 77467 w 145577"/>
                <a:gd name="connsiteY408" fmla="*/ 38791 h 574510"/>
                <a:gd name="connsiteX409" fmla="*/ 78212 w 145577"/>
                <a:gd name="connsiteY409" fmla="*/ 37303 h 574510"/>
                <a:gd name="connsiteX410" fmla="*/ 80444 w 145577"/>
                <a:gd name="connsiteY410" fmla="*/ 35071 h 574510"/>
                <a:gd name="connsiteX411" fmla="*/ 80816 w 145577"/>
                <a:gd name="connsiteY411" fmla="*/ 33582 h 574510"/>
                <a:gd name="connsiteX412" fmla="*/ 81188 w 145577"/>
                <a:gd name="connsiteY412" fmla="*/ 32094 h 574510"/>
                <a:gd name="connsiteX413" fmla="*/ 82676 w 145577"/>
                <a:gd name="connsiteY413" fmla="*/ 31350 h 574510"/>
                <a:gd name="connsiteX414" fmla="*/ 83002 w 145577"/>
                <a:gd name="connsiteY414" fmla="*/ 29583 h 574510"/>
                <a:gd name="connsiteX415" fmla="*/ 85653 w 145577"/>
                <a:gd name="connsiteY415" fmla="*/ 25397 h 574510"/>
                <a:gd name="connsiteX416" fmla="*/ 86444 w 145577"/>
                <a:gd name="connsiteY416" fmla="*/ 23815 h 574510"/>
                <a:gd name="connsiteX417" fmla="*/ 88630 w 145577"/>
                <a:gd name="connsiteY417" fmla="*/ 21676 h 574510"/>
                <a:gd name="connsiteX418" fmla="*/ 89374 w 145577"/>
                <a:gd name="connsiteY418" fmla="*/ 20141 h 574510"/>
                <a:gd name="connsiteX419" fmla="*/ 90118 w 145577"/>
                <a:gd name="connsiteY419" fmla="*/ 18699 h 574510"/>
                <a:gd name="connsiteX420" fmla="*/ 91606 w 145577"/>
                <a:gd name="connsiteY420" fmla="*/ 18699 h 574510"/>
                <a:gd name="connsiteX421" fmla="*/ 92350 w 145577"/>
                <a:gd name="connsiteY421" fmla="*/ 16839 h 574510"/>
                <a:gd name="connsiteX422" fmla="*/ 93094 w 145577"/>
                <a:gd name="connsiteY422" fmla="*/ 14979 h 574510"/>
                <a:gd name="connsiteX423" fmla="*/ 94583 w 145577"/>
                <a:gd name="connsiteY423" fmla="*/ 14979 h 574510"/>
                <a:gd name="connsiteX424" fmla="*/ 95327 w 145577"/>
                <a:gd name="connsiteY424" fmla="*/ 13118 h 574510"/>
                <a:gd name="connsiteX425" fmla="*/ 96071 w 145577"/>
                <a:gd name="connsiteY425" fmla="*/ 11258 h 574510"/>
                <a:gd name="connsiteX426" fmla="*/ 97559 w 145577"/>
                <a:gd name="connsiteY426" fmla="*/ 11258 h 574510"/>
                <a:gd name="connsiteX427" fmla="*/ 98303 w 145577"/>
                <a:gd name="connsiteY427" fmla="*/ 8282 h 574510"/>
                <a:gd name="connsiteX428" fmla="*/ 99792 w 145577"/>
                <a:gd name="connsiteY428" fmla="*/ 7537 h 574510"/>
                <a:gd name="connsiteX429" fmla="*/ 100536 w 145577"/>
                <a:gd name="connsiteY429" fmla="*/ 6003 h 574510"/>
                <a:gd name="connsiteX430" fmla="*/ 101280 w 145577"/>
                <a:gd name="connsiteY430" fmla="*/ 4561 h 574510"/>
                <a:gd name="connsiteX431" fmla="*/ 102768 w 145577"/>
                <a:gd name="connsiteY431" fmla="*/ 4561 h 574510"/>
                <a:gd name="connsiteX432" fmla="*/ 102908 w 145577"/>
                <a:gd name="connsiteY432" fmla="*/ 2724 h 574510"/>
                <a:gd name="connsiteX433" fmla="*/ 103512 w 145577"/>
                <a:gd name="connsiteY433" fmla="*/ 840 h 5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145577" h="574510">
                  <a:moveTo>
                    <a:pt x="103512" y="840"/>
                  </a:moveTo>
                  <a:cubicBezTo>
                    <a:pt x="105838" y="398"/>
                    <a:pt x="105838" y="398"/>
                    <a:pt x="108721" y="468"/>
                  </a:cubicBezTo>
                  <a:cubicBezTo>
                    <a:pt x="109673" y="476"/>
                    <a:pt x="110624" y="483"/>
                    <a:pt x="111605" y="491"/>
                  </a:cubicBezTo>
                  <a:cubicBezTo>
                    <a:pt x="112372" y="606"/>
                    <a:pt x="113140" y="722"/>
                    <a:pt x="113930" y="840"/>
                  </a:cubicBezTo>
                  <a:cubicBezTo>
                    <a:pt x="114176" y="1577"/>
                    <a:pt x="114421" y="2314"/>
                    <a:pt x="114674" y="3073"/>
                  </a:cubicBezTo>
                  <a:cubicBezTo>
                    <a:pt x="116049" y="3587"/>
                    <a:pt x="116049" y="3587"/>
                    <a:pt x="117651" y="3817"/>
                  </a:cubicBezTo>
                  <a:cubicBezTo>
                    <a:pt x="119279" y="4096"/>
                    <a:pt x="119279" y="4096"/>
                    <a:pt x="120628" y="4561"/>
                  </a:cubicBezTo>
                  <a:cubicBezTo>
                    <a:pt x="120873" y="5298"/>
                    <a:pt x="121119" y="6034"/>
                    <a:pt x="121372" y="6793"/>
                  </a:cubicBezTo>
                  <a:cubicBezTo>
                    <a:pt x="122231" y="6901"/>
                    <a:pt x="123091" y="7008"/>
                    <a:pt x="123976" y="7119"/>
                  </a:cubicBezTo>
                  <a:cubicBezTo>
                    <a:pt x="124836" y="7257"/>
                    <a:pt x="125695" y="7395"/>
                    <a:pt x="126581" y="7537"/>
                  </a:cubicBezTo>
                  <a:cubicBezTo>
                    <a:pt x="126829" y="8530"/>
                    <a:pt x="127077" y="9522"/>
                    <a:pt x="127325" y="10514"/>
                  </a:cubicBezTo>
                  <a:cubicBezTo>
                    <a:pt x="129944" y="11127"/>
                    <a:pt x="129944" y="11127"/>
                    <a:pt x="132534" y="11258"/>
                  </a:cubicBezTo>
                  <a:cubicBezTo>
                    <a:pt x="132534" y="12240"/>
                    <a:pt x="132534" y="13223"/>
                    <a:pt x="132534" y="14235"/>
                  </a:cubicBezTo>
                  <a:cubicBezTo>
                    <a:pt x="134498" y="14235"/>
                    <a:pt x="136463" y="14235"/>
                    <a:pt x="138487" y="14235"/>
                  </a:cubicBezTo>
                  <a:cubicBezTo>
                    <a:pt x="138487" y="15217"/>
                    <a:pt x="138487" y="16199"/>
                    <a:pt x="138487" y="17211"/>
                  </a:cubicBezTo>
                  <a:cubicBezTo>
                    <a:pt x="140697" y="17457"/>
                    <a:pt x="142907" y="17702"/>
                    <a:pt x="145184" y="17955"/>
                  </a:cubicBezTo>
                  <a:cubicBezTo>
                    <a:pt x="145184" y="18938"/>
                    <a:pt x="145184" y="19920"/>
                    <a:pt x="145184" y="20932"/>
                  </a:cubicBezTo>
                  <a:cubicBezTo>
                    <a:pt x="145890" y="20917"/>
                    <a:pt x="146596" y="20901"/>
                    <a:pt x="147324" y="20885"/>
                  </a:cubicBezTo>
                  <a:cubicBezTo>
                    <a:pt x="149649" y="20932"/>
                    <a:pt x="149649" y="20932"/>
                    <a:pt x="151137" y="21676"/>
                  </a:cubicBezTo>
                  <a:cubicBezTo>
                    <a:pt x="151368" y="22167"/>
                    <a:pt x="151598" y="22658"/>
                    <a:pt x="151835" y="23164"/>
                  </a:cubicBezTo>
                  <a:cubicBezTo>
                    <a:pt x="152543" y="24910"/>
                    <a:pt x="152543" y="24910"/>
                    <a:pt x="154858" y="25397"/>
                  </a:cubicBezTo>
                  <a:cubicBezTo>
                    <a:pt x="155137" y="28001"/>
                    <a:pt x="155137" y="28001"/>
                    <a:pt x="154858" y="30606"/>
                  </a:cubicBezTo>
                  <a:cubicBezTo>
                    <a:pt x="154121" y="30851"/>
                    <a:pt x="153385" y="31097"/>
                    <a:pt x="152626" y="31350"/>
                  </a:cubicBezTo>
                  <a:cubicBezTo>
                    <a:pt x="152105" y="32330"/>
                    <a:pt x="151608" y="33322"/>
                    <a:pt x="151137" y="34326"/>
                  </a:cubicBezTo>
                  <a:cubicBezTo>
                    <a:pt x="150401" y="34695"/>
                    <a:pt x="150401" y="34695"/>
                    <a:pt x="149649" y="35071"/>
                  </a:cubicBezTo>
                  <a:cubicBezTo>
                    <a:pt x="149542" y="35577"/>
                    <a:pt x="149434" y="36084"/>
                    <a:pt x="149324" y="36605"/>
                  </a:cubicBezTo>
                  <a:cubicBezTo>
                    <a:pt x="149185" y="37081"/>
                    <a:pt x="149047" y="37557"/>
                    <a:pt x="148905" y="38047"/>
                  </a:cubicBezTo>
                  <a:cubicBezTo>
                    <a:pt x="148168" y="38047"/>
                    <a:pt x="147432" y="38047"/>
                    <a:pt x="146673" y="38047"/>
                  </a:cubicBezTo>
                  <a:cubicBezTo>
                    <a:pt x="146673" y="39275"/>
                    <a:pt x="146673" y="40503"/>
                    <a:pt x="146673" y="41768"/>
                  </a:cubicBezTo>
                  <a:cubicBezTo>
                    <a:pt x="145936" y="41768"/>
                    <a:pt x="145199" y="41768"/>
                    <a:pt x="144440" y="41768"/>
                  </a:cubicBezTo>
                  <a:cubicBezTo>
                    <a:pt x="144156" y="43000"/>
                    <a:pt x="143909" y="44242"/>
                    <a:pt x="143696" y="45489"/>
                  </a:cubicBezTo>
                  <a:cubicBezTo>
                    <a:pt x="142959" y="45857"/>
                    <a:pt x="142959" y="45857"/>
                    <a:pt x="142208" y="46233"/>
                  </a:cubicBezTo>
                  <a:cubicBezTo>
                    <a:pt x="141977" y="46954"/>
                    <a:pt x="141747" y="47675"/>
                    <a:pt x="141510" y="48419"/>
                  </a:cubicBezTo>
                  <a:cubicBezTo>
                    <a:pt x="140719" y="50698"/>
                    <a:pt x="140719" y="50698"/>
                    <a:pt x="138487" y="52186"/>
                  </a:cubicBezTo>
                  <a:cubicBezTo>
                    <a:pt x="138241" y="52922"/>
                    <a:pt x="137996" y="53659"/>
                    <a:pt x="137743" y="54418"/>
                  </a:cubicBezTo>
                  <a:cubicBezTo>
                    <a:pt x="137006" y="54787"/>
                    <a:pt x="137006" y="54787"/>
                    <a:pt x="136255" y="55162"/>
                  </a:cubicBezTo>
                  <a:cubicBezTo>
                    <a:pt x="134872" y="57179"/>
                    <a:pt x="133994" y="58970"/>
                    <a:pt x="133231" y="61302"/>
                  </a:cubicBezTo>
                  <a:cubicBezTo>
                    <a:pt x="132534" y="63348"/>
                    <a:pt x="132534" y="63348"/>
                    <a:pt x="131046" y="64092"/>
                  </a:cubicBezTo>
                  <a:cubicBezTo>
                    <a:pt x="130800" y="64706"/>
                    <a:pt x="130554" y="65320"/>
                    <a:pt x="130301" y="65952"/>
                  </a:cubicBezTo>
                  <a:cubicBezTo>
                    <a:pt x="129557" y="67813"/>
                    <a:pt x="129557" y="67813"/>
                    <a:pt x="128069" y="68557"/>
                  </a:cubicBezTo>
                  <a:cubicBezTo>
                    <a:pt x="127823" y="69171"/>
                    <a:pt x="127578" y="69785"/>
                    <a:pt x="127325" y="70417"/>
                  </a:cubicBezTo>
                  <a:cubicBezTo>
                    <a:pt x="126581" y="72278"/>
                    <a:pt x="126581" y="72278"/>
                    <a:pt x="125092" y="73022"/>
                  </a:cubicBezTo>
                  <a:cubicBezTo>
                    <a:pt x="124970" y="73636"/>
                    <a:pt x="124847" y="74250"/>
                    <a:pt x="124720" y="74882"/>
                  </a:cubicBezTo>
                  <a:cubicBezTo>
                    <a:pt x="124598" y="75496"/>
                    <a:pt x="124475" y="76110"/>
                    <a:pt x="124348" y="76742"/>
                  </a:cubicBezTo>
                  <a:cubicBezTo>
                    <a:pt x="123612" y="77111"/>
                    <a:pt x="123612" y="77111"/>
                    <a:pt x="122860" y="77487"/>
                  </a:cubicBezTo>
                  <a:cubicBezTo>
                    <a:pt x="122630" y="78239"/>
                    <a:pt x="122400" y="78991"/>
                    <a:pt x="122162" y="79766"/>
                  </a:cubicBezTo>
                  <a:cubicBezTo>
                    <a:pt x="121901" y="80487"/>
                    <a:pt x="121641" y="81208"/>
                    <a:pt x="121372" y="81951"/>
                  </a:cubicBezTo>
                  <a:cubicBezTo>
                    <a:pt x="120635" y="81951"/>
                    <a:pt x="119898" y="81951"/>
                    <a:pt x="119139" y="81951"/>
                  </a:cubicBezTo>
                  <a:cubicBezTo>
                    <a:pt x="119139" y="83670"/>
                    <a:pt x="119139" y="85389"/>
                    <a:pt x="119139" y="87160"/>
                  </a:cubicBezTo>
                  <a:cubicBezTo>
                    <a:pt x="118403" y="87160"/>
                    <a:pt x="117666" y="87160"/>
                    <a:pt x="116907" y="87160"/>
                  </a:cubicBezTo>
                  <a:cubicBezTo>
                    <a:pt x="116792" y="88219"/>
                    <a:pt x="116792" y="88219"/>
                    <a:pt x="116674" y="89300"/>
                  </a:cubicBezTo>
                  <a:cubicBezTo>
                    <a:pt x="116163" y="91625"/>
                    <a:pt x="116163" y="91625"/>
                    <a:pt x="113930" y="93114"/>
                  </a:cubicBezTo>
                  <a:cubicBezTo>
                    <a:pt x="113930" y="93850"/>
                    <a:pt x="113930" y="94587"/>
                    <a:pt x="113930" y="95346"/>
                  </a:cubicBezTo>
                  <a:cubicBezTo>
                    <a:pt x="113930" y="96083"/>
                    <a:pt x="113930" y="96819"/>
                    <a:pt x="113930" y="97578"/>
                  </a:cubicBezTo>
                  <a:cubicBezTo>
                    <a:pt x="113194" y="98070"/>
                    <a:pt x="112457" y="98561"/>
                    <a:pt x="111698" y="99067"/>
                  </a:cubicBezTo>
                  <a:cubicBezTo>
                    <a:pt x="111575" y="99696"/>
                    <a:pt x="111452" y="100325"/>
                    <a:pt x="111326" y="100974"/>
                  </a:cubicBezTo>
                  <a:cubicBezTo>
                    <a:pt x="111203" y="101572"/>
                    <a:pt x="111080" y="102171"/>
                    <a:pt x="110954" y="102787"/>
                  </a:cubicBezTo>
                  <a:cubicBezTo>
                    <a:pt x="110217" y="103033"/>
                    <a:pt x="109480" y="103278"/>
                    <a:pt x="108721" y="103531"/>
                  </a:cubicBezTo>
                  <a:cubicBezTo>
                    <a:pt x="108469" y="105267"/>
                    <a:pt x="108221" y="107004"/>
                    <a:pt x="107977" y="108740"/>
                  </a:cubicBezTo>
                  <a:cubicBezTo>
                    <a:pt x="107240" y="109232"/>
                    <a:pt x="106504" y="109723"/>
                    <a:pt x="105745" y="110229"/>
                  </a:cubicBezTo>
                  <a:cubicBezTo>
                    <a:pt x="105745" y="111104"/>
                    <a:pt x="105745" y="111978"/>
                    <a:pt x="105745" y="112880"/>
                  </a:cubicBezTo>
                  <a:cubicBezTo>
                    <a:pt x="105745" y="113724"/>
                    <a:pt x="105745" y="114568"/>
                    <a:pt x="105745" y="115438"/>
                  </a:cubicBezTo>
                  <a:cubicBezTo>
                    <a:pt x="105008" y="115683"/>
                    <a:pt x="104271" y="115929"/>
                    <a:pt x="103512" y="116182"/>
                  </a:cubicBezTo>
                  <a:cubicBezTo>
                    <a:pt x="103161" y="117565"/>
                    <a:pt x="103161" y="117565"/>
                    <a:pt x="103140" y="119158"/>
                  </a:cubicBezTo>
                  <a:cubicBezTo>
                    <a:pt x="103071" y="120786"/>
                    <a:pt x="103071" y="120786"/>
                    <a:pt x="102768" y="122135"/>
                  </a:cubicBezTo>
                  <a:cubicBezTo>
                    <a:pt x="102032" y="122381"/>
                    <a:pt x="101295" y="122626"/>
                    <a:pt x="100536" y="122879"/>
                  </a:cubicBezTo>
                  <a:cubicBezTo>
                    <a:pt x="100100" y="124283"/>
                    <a:pt x="100100" y="124283"/>
                    <a:pt x="100024" y="125902"/>
                  </a:cubicBezTo>
                  <a:cubicBezTo>
                    <a:pt x="99947" y="126869"/>
                    <a:pt x="99871" y="127836"/>
                    <a:pt x="99792" y="128832"/>
                  </a:cubicBezTo>
                  <a:cubicBezTo>
                    <a:pt x="99055" y="128832"/>
                    <a:pt x="98318" y="128832"/>
                    <a:pt x="97559" y="128832"/>
                  </a:cubicBezTo>
                  <a:cubicBezTo>
                    <a:pt x="97594" y="129307"/>
                    <a:pt x="97628" y="129782"/>
                    <a:pt x="97664" y="130271"/>
                  </a:cubicBezTo>
                  <a:cubicBezTo>
                    <a:pt x="97691" y="130886"/>
                    <a:pt x="97718" y="131501"/>
                    <a:pt x="97745" y="132134"/>
                  </a:cubicBezTo>
                  <a:cubicBezTo>
                    <a:pt x="97780" y="132747"/>
                    <a:pt x="97814" y="133360"/>
                    <a:pt x="97850" y="133992"/>
                  </a:cubicBezTo>
                  <a:cubicBezTo>
                    <a:pt x="97706" y="134753"/>
                    <a:pt x="97706" y="134753"/>
                    <a:pt x="97559" y="135530"/>
                  </a:cubicBezTo>
                  <a:cubicBezTo>
                    <a:pt x="96567" y="135778"/>
                    <a:pt x="95575" y="136026"/>
                    <a:pt x="94583" y="136274"/>
                  </a:cubicBezTo>
                  <a:cubicBezTo>
                    <a:pt x="94305" y="137836"/>
                    <a:pt x="94305" y="137836"/>
                    <a:pt x="94536" y="139622"/>
                  </a:cubicBezTo>
                  <a:cubicBezTo>
                    <a:pt x="94696" y="141459"/>
                    <a:pt x="94696" y="141459"/>
                    <a:pt x="94583" y="142971"/>
                  </a:cubicBezTo>
                  <a:cubicBezTo>
                    <a:pt x="93846" y="143217"/>
                    <a:pt x="93109" y="143462"/>
                    <a:pt x="92350" y="143715"/>
                  </a:cubicBezTo>
                  <a:cubicBezTo>
                    <a:pt x="91969" y="145440"/>
                    <a:pt x="91969" y="145440"/>
                    <a:pt x="91932" y="147436"/>
                  </a:cubicBezTo>
                  <a:cubicBezTo>
                    <a:pt x="91836" y="149482"/>
                    <a:pt x="91836" y="149482"/>
                    <a:pt x="91606" y="151156"/>
                  </a:cubicBezTo>
                  <a:cubicBezTo>
                    <a:pt x="91115" y="151402"/>
                    <a:pt x="90624" y="151648"/>
                    <a:pt x="90118" y="151901"/>
                  </a:cubicBezTo>
                  <a:cubicBezTo>
                    <a:pt x="89853" y="154018"/>
                    <a:pt x="89787" y="156118"/>
                    <a:pt x="89702" y="158249"/>
                  </a:cubicBezTo>
                  <a:cubicBezTo>
                    <a:pt x="89594" y="158855"/>
                    <a:pt x="89485" y="159462"/>
                    <a:pt x="89374" y="160086"/>
                  </a:cubicBezTo>
                  <a:cubicBezTo>
                    <a:pt x="88637" y="160332"/>
                    <a:pt x="87900" y="160577"/>
                    <a:pt x="87141" y="160830"/>
                  </a:cubicBezTo>
                  <a:cubicBezTo>
                    <a:pt x="86787" y="163071"/>
                    <a:pt x="86787" y="163071"/>
                    <a:pt x="86769" y="165667"/>
                  </a:cubicBezTo>
                  <a:cubicBezTo>
                    <a:pt x="86699" y="168341"/>
                    <a:pt x="86699" y="168341"/>
                    <a:pt x="86397" y="170504"/>
                  </a:cubicBezTo>
                  <a:cubicBezTo>
                    <a:pt x="85660" y="170750"/>
                    <a:pt x="84924" y="170995"/>
                    <a:pt x="84165" y="171248"/>
                  </a:cubicBezTo>
                  <a:cubicBezTo>
                    <a:pt x="83810" y="173267"/>
                    <a:pt x="83810" y="173267"/>
                    <a:pt x="83793" y="175620"/>
                  </a:cubicBezTo>
                  <a:cubicBezTo>
                    <a:pt x="83668" y="179936"/>
                    <a:pt x="83668" y="179936"/>
                    <a:pt x="82281" y="181294"/>
                  </a:cubicBezTo>
                  <a:cubicBezTo>
                    <a:pt x="80954" y="182407"/>
                    <a:pt x="80954" y="182407"/>
                    <a:pt x="81049" y="184556"/>
                  </a:cubicBezTo>
                  <a:cubicBezTo>
                    <a:pt x="81095" y="185352"/>
                    <a:pt x="81141" y="186148"/>
                    <a:pt x="81188" y="186968"/>
                  </a:cubicBezTo>
                  <a:cubicBezTo>
                    <a:pt x="81328" y="189393"/>
                    <a:pt x="81328" y="189393"/>
                    <a:pt x="81188" y="191340"/>
                  </a:cubicBezTo>
                  <a:cubicBezTo>
                    <a:pt x="80451" y="191586"/>
                    <a:pt x="79715" y="191831"/>
                    <a:pt x="78956" y="192084"/>
                  </a:cubicBezTo>
                  <a:cubicBezTo>
                    <a:pt x="78574" y="193593"/>
                    <a:pt x="78574" y="193593"/>
                    <a:pt x="78575" y="195413"/>
                  </a:cubicBezTo>
                  <a:cubicBezTo>
                    <a:pt x="78535" y="196416"/>
                    <a:pt x="78535" y="196416"/>
                    <a:pt x="78495" y="197440"/>
                  </a:cubicBezTo>
                  <a:cubicBezTo>
                    <a:pt x="78478" y="198144"/>
                    <a:pt x="78461" y="198847"/>
                    <a:pt x="78444" y="199572"/>
                  </a:cubicBezTo>
                  <a:cubicBezTo>
                    <a:pt x="78419" y="200279"/>
                    <a:pt x="78393" y="200985"/>
                    <a:pt x="78367" y="201713"/>
                  </a:cubicBezTo>
                  <a:cubicBezTo>
                    <a:pt x="78305" y="203464"/>
                    <a:pt x="78254" y="205215"/>
                    <a:pt x="78212" y="206967"/>
                  </a:cubicBezTo>
                  <a:cubicBezTo>
                    <a:pt x="77475" y="206967"/>
                    <a:pt x="76738" y="206967"/>
                    <a:pt x="75979" y="206967"/>
                  </a:cubicBezTo>
                  <a:cubicBezTo>
                    <a:pt x="75968" y="207474"/>
                    <a:pt x="75957" y="207981"/>
                    <a:pt x="75946" y="208503"/>
                  </a:cubicBezTo>
                  <a:cubicBezTo>
                    <a:pt x="75891" y="210797"/>
                    <a:pt x="75819" y="213091"/>
                    <a:pt x="75747" y="215385"/>
                  </a:cubicBezTo>
                  <a:cubicBezTo>
                    <a:pt x="75730" y="216183"/>
                    <a:pt x="75713" y="216980"/>
                    <a:pt x="75696" y="217802"/>
                  </a:cubicBezTo>
                  <a:cubicBezTo>
                    <a:pt x="75656" y="218950"/>
                    <a:pt x="75656" y="218950"/>
                    <a:pt x="75616" y="220120"/>
                  </a:cubicBezTo>
                  <a:cubicBezTo>
                    <a:pt x="75587" y="221178"/>
                    <a:pt x="75587" y="221178"/>
                    <a:pt x="75557" y="222258"/>
                  </a:cubicBezTo>
                  <a:cubicBezTo>
                    <a:pt x="75235" y="224082"/>
                    <a:pt x="75235" y="224082"/>
                    <a:pt x="74105" y="225179"/>
                  </a:cubicBezTo>
                  <a:cubicBezTo>
                    <a:pt x="72806" y="226287"/>
                    <a:pt x="72806" y="226287"/>
                    <a:pt x="72773" y="228262"/>
                  </a:cubicBezTo>
                  <a:cubicBezTo>
                    <a:pt x="72805" y="229410"/>
                    <a:pt x="72805" y="229410"/>
                    <a:pt x="72837" y="230582"/>
                  </a:cubicBezTo>
                  <a:cubicBezTo>
                    <a:pt x="72851" y="231424"/>
                    <a:pt x="72865" y="232266"/>
                    <a:pt x="72879" y="233134"/>
                  </a:cubicBezTo>
                  <a:cubicBezTo>
                    <a:pt x="72904" y="234015"/>
                    <a:pt x="72930" y="234895"/>
                    <a:pt x="72956" y="235802"/>
                  </a:cubicBezTo>
                  <a:cubicBezTo>
                    <a:pt x="73233" y="246465"/>
                    <a:pt x="73233" y="246465"/>
                    <a:pt x="71514" y="250871"/>
                  </a:cubicBezTo>
                  <a:cubicBezTo>
                    <a:pt x="71269" y="251117"/>
                    <a:pt x="71023" y="251362"/>
                    <a:pt x="70770" y="251615"/>
                  </a:cubicBezTo>
                  <a:cubicBezTo>
                    <a:pt x="70691" y="253831"/>
                    <a:pt x="70661" y="256030"/>
                    <a:pt x="70662" y="258246"/>
                  </a:cubicBezTo>
                  <a:cubicBezTo>
                    <a:pt x="70660" y="258942"/>
                    <a:pt x="70657" y="259637"/>
                    <a:pt x="70654" y="260354"/>
                  </a:cubicBezTo>
                  <a:cubicBezTo>
                    <a:pt x="70647" y="262666"/>
                    <a:pt x="70646" y="264977"/>
                    <a:pt x="70645" y="267289"/>
                  </a:cubicBezTo>
                  <a:cubicBezTo>
                    <a:pt x="70643" y="268888"/>
                    <a:pt x="70640" y="270487"/>
                    <a:pt x="70638" y="272085"/>
                  </a:cubicBezTo>
                  <a:cubicBezTo>
                    <a:pt x="70633" y="275441"/>
                    <a:pt x="70632" y="278797"/>
                    <a:pt x="70632" y="282152"/>
                  </a:cubicBezTo>
                  <a:cubicBezTo>
                    <a:pt x="70632" y="286464"/>
                    <a:pt x="70622" y="290776"/>
                    <a:pt x="70609" y="295088"/>
                  </a:cubicBezTo>
                  <a:cubicBezTo>
                    <a:pt x="70601" y="298390"/>
                    <a:pt x="70600" y="301693"/>
                    <a:pt x="70600" y="304996"/>
                  </a:cubicBezTo>
                  <a:cubicBezTo>
                    <a:pt x="70599" y="306586"/>
                    <a:pt x="70596" y="308177"/>
                    <a:pt x="70590" y="309767"/>
                  </a:cubicBezTo>
                  <a:cubicBezTo>
                    <a:pt x="70583" y="311986"/>
                    <a:pt x="70585" y="314204"/>
                    <a:pt x="70589" y="316423"/>
                  </a:cubicBezTo>
                  <a:cubicBezTo>
                    <a:pt x="70585" y="317087"/>
                    <a:pt x="70581" y="317751"/>
                    <a:pt x="70577" y="318435"/>
                  </a:cubicBezTo>
                  <a:cubicBezTo>
                    <a:pt x="70585" y="319976"/>
                    <a:pt x="70669" y="321516"/>
                    <a:pt x="70770" y="323053"/>
                  </a:cubicBezTo>
                  <a:cubicBezTo>
                    <a:pt x="71261" y="323299"/>
                    <a:pt x="71752" y="323544"/>
                    <a:pt x="72258" y="323797"/>
                  </a:cubicBezTo>
                  <a:cubicBezTo>
                    <a:pt x="72922" y="327213"/>
                    <a:pt x="73112" y="330574"/>
                    <a:pt x="73186" y="334046"/>
                  </a:cubicBezTo>
                  <a:cubicBezTo>
                    <a:pt x="73210" y="334966"/>
                    <a:pt x="73235" y="335886"/>
                    <a:pt x="73260" y="336834"/>
                  </a:cubicBezTo>
                  <a:cubicBezTo>
                    <a:pt x="73306" y="338764"/>
                    <a:pt x="73348" y="340694"/>
                    <a:pt x="73388" y="342624"/>
                  </a:cubicBezTo>
                  <a:cubicBezTo>
                    <a:pt x="73413" y="343539"/>
                    <a:pt x="73439" y="344453"/>
                    <a:pt x="73465" y="345395"/>
                  </a:cubicBezTo>
                  <a:cubicBezTo>
                    <a:pt x="73493" y="346648"/>
                    <a:pt x="73493" y="346648"/>
                    <a:pt x="73521" y="347928"/>
                  </a:cubicBezTo>
                  <a:cubicBezTo>
                    <a:pt x="73596" y="348559"/>
                    <a:pt x="73670" y="349191"/>
                    <a:pt x="73747" y="349842"/>
                  </a:cubicBezTo>
                  <a:cubicBezTo>
                    <a:pt x="74238" y="350088"/>
                    <a:pt x="74729" y="350333"/>
                    <a:pt x="75235" y="350586"/>
                  </a:cubicBezTo>
                  <a:cubicBezTo>
                    <a:pt x="75449" y="352013"/>
                    <a:pt x="75449" y="352013"/>
                    <a:pt x="75491" y="353862"/>
                  </a:cubicBezTo>
                  <a:cubicBezTo>
                    <a:pt x="75513" y="354524"/>
                    <a:pt x="75535" y="355187"/>
                    <a:pt x="75558" y="355869"/>
                  </a:cubicBezTo>
                  <a:cubicBezTo>
                    <a:pt x="75574" y="356566"/>
                    <a:pt x="75590" y="357263"/>
                    <a:pt x="75607" y="357981"/>
                  </a:cubicBezTo>
                  <a:cubicBezTo>
                    <a:pt x="75639" y="359352"/>
                    <a:pt x="75678" y="360723"/>
                    <a:pt x="75723" y="362094"/>
                  </a:cubicBezTo>
                  <a:cubicBezTo>
                    <a:pt x="75744" y="363011"/>
                    <a:pt x="75744" y="363011"/>
                    <a:pt x="75765" y="363946"/>
                  </a:cubicBezTo>
                  <a:cubicBezTo>
                    <a:pt x="75847" y="365635"/>
                    <a:pt x="75847" y="365635"/>
                    <a:pt x="77467" y="366957"/>
                  </a:cubicBezTo>
                  <a:cubicBezTo>
                    <a:pt x="77713" y="366957"/>
                    <a:pt x="77959" y="366957"/>
                    <a:pt x="78212" y="366957"/>
                  </a:cubicBezTo>
                  <a:cubicBezTo>
                    <a:pt x="78222" y="367378"/>
                    <a:pt x="78233" y="367798"/>
                    <a:pt x="78244" y="368232"/>
                  </a:cubicBezTo>
                  <a:cubicBezTo>
                    <a:pt x="78300" y="370133"/>
                    <a:pt x="78372" y="372033"/>
                    <a:pt x="78444" y="373934"/>
                  </a:cubicBezTo>
                  <a:cubicBezTo>
                    <a:pt x="78461" y="374595"/>
                    <a:pt x="78478" y="375257"/>
                    <a:pt x="78495" y="375939"/>
                  </a:cubicBezTo>
                  <a:cubicBezTo>
                    <a:pt x="78521" y="376572"/>
                    <a:pt x="78548" y="377205"/>
                    <a:pt x="78575" y="377858"/>
                  </a:cubicBezTo>
                  <a:cubicBezTo>
                    <a:pt x="78594" y="378442"/>
                    <a:pt x="78614" y="379027"/>
                    <a:pt x="78634" y="379629"/>
                  </a:cubicBezTo>
                  <a:cubicBezTo>
                    <a:pt x="78843" y="381394"/>
                    <a:pt x="78843" y="381394"/>
                    <a:pt x="81188" y="382584"/>
                  </a:cubicBezTo>
                  <a:cubicBezTo>
                    <a:pt x="81380" y="384253"/>
                    <a:pt x="81380" y="384253"/>
                    <a:pt x="81281" y="386212"/>
                  </a:cubicBezTo>
                  <a:cubicBezTo>
                    <a:pt x="81173" y="388629"/>
                    <a:pt x="81098" y="390706"/>
                    <a:pt x="81932" y="393002"/>
                  </a:cubicBezTo>
                  <a:cubicBezTo>
                    <a:pt x="82423" y="393248"/>
                    <a:pt x="82915" y="393493"/>
                    <a:pt x="83421" y="393746"/>
                  </a:cubicBezTo>
                  <a:cubicBezTo>
                    <a:pt x="83676" y="395557"/>
                    <a:pt x="83676" y="395557"/>
                    <a:pt x="83793" y="397793"/>
                  </a:cubicBezTo>
                  <a:cubicBezTo>
                    <a:pt x="83827" y="400982"/>
                    <a:pt x="83827" y="400982"/>
                    <a:pt x="85653" y="403420"/>
                  </a:cubicBezTo>
                  <a:cubicBezTo>
                    <a:pt x="85899" y="403420"/>
                    <a:pt x="86144" y="403420"/>
                    <a:pt x="86397" y="403420"/>
                  </a:cubicBezTo>
                  <a:cubicBezTo>
                    <a:pt x="86425" y="404101"/>
                    <a:pt x="86453" y="404782"/>
                    <a:pt x="86481" y="405484"/>
                  </a:cubicBezTo>
                  <a:cubicBezTo>
                    <a:pt x="86530" y="406368"/>
                    <a:pt x="86579" y="407253"/>
                    <a:pt x="86630" y="408164"/>
                  </a:cubicBezTo>
                  <a:cubicBezTo>
                    <a:pt x="86673" y="409045"/>
                    <a:pt x="86716" y="409925"/>
                    <a:pt x="86760" y="410832"/>
                  </a:cubicBezTo>
                  <a:cubicBezTo>
                    <a:pt x="86886" y="411579"/>
                    <a:pt x="87012" y="412325"/>
                    <a:pt x="87141" y="413094"/>
                  </a:cubicBezTo>
                  <a:cubicBezTo>
                    <a:pt x="87878" y="413585"/>
                    <a:pt x="88615" y="414076"/>
                    <a:pt x="89374" y="414582"/>
                  </a:cubicBezTo>
                  <a:cubicBezTo>
                    <a:pt x="89592" y="416355"/>
                    <a:pt x="89592" y="416355"/>
                    <a:pt x="89513" y="418396"/>
                  </a:cubicBezTo>
                  <a:cubicBezTo>
                    <a:pt x="89493" y="419073"/>
                    <a:pt x="89473" y="419750"/>
                    <a:pt x="89452" y="420448"/>
                  </a:cubicBezTo>
                  <a:cubicBezTo>
                    <a:pt x="89426" y="420968"/>
                    <a:pt x="89400" y="421488"/>
                    <a:pt x="89374" y="422024"/>
                  </a:cubicBezTo>
                  <a:cubicBezTo>
                    <a:pt x="90110" y="422024"/>
                    <a:pt x="90847" y="422024"/>
                    <a:pt x="91606" y="422024"/>
                  </a:cubicBezTo>
                  <a:cubicBezTo>
                    <a:pt x="91852" y="424970"/>
                    <a:pt x="92097" y="427917"/>
                    <a:pt x="92350" y="430953"/>
                  </a:cubicBezTo>
                  <a:cubicBezTo>
                    <a:pt x="93087" y="430953"/>
                    <a:pt x="93824" y="430953"/>
                    <a:pt x="94583" y="430953"/>
                  </a:cubicBezTo>
                  <a:cubicBezTo>
                    <a:pt x="94728" y="432479"/>
                    <a:pt x="94873" y="434005"/>
                    <a:pt x="95019" y="435532"/>
                  </a:cubicBezTo>
                  <a:cubicBezTo>
                    <a:pt x="95120" y="435985"/>
                    <a:pt x="95222" y="436439"/>
                    <a:pt x="95327" y="436906"/>
                  </a:cubicBezTo>
                  <a:cubicBezTo>
                    <a:pt x="95818" y="437152"/>
                    <a:pt x="96309" y="437398"/>
                    <a:pt x="96815" y="437651"/>
                  </a:cubicBezTo>
                  <a:cubicBezTo>
                    <a:pt x="97291" y="439585"/>
                    <a:pt x="97576" y="441523"/>
                    <a:pt x="97885" y="443490"/>
                  </a:cubicBezTo>
                  <a:cubicBezTo>
                    <a:pt x="98023" y="444019"/>
                    <a:pt x="98161" y="444547"/>
                    <a:pt x="98303" y="445092"/>
                  </a:cubicBezTo>
                  <a:cubicBezTo>
                    <a:pt x="98794" y="445092"/>
                    <a:pt x="99286" y="445092"/>
                    <a:pt x="99792" y="445092"/>
                  </a:cubicBezTo>
                  <a:cubicBezTo>
                    <a:pt x="99913" y="446594"/>
                    <a:pt x="100034" y="448096"/>
                    <a:pt x="100155" y="449598"/>
                  </a:cubicBezTo>
                  <a:cubicBezTo>
                    <a:pt x="100442" y="451339"/>
                    <a:pt x="100442" y="451339"/>
                    <a:pt x="102768" y="452533"/>
                  </a:cubicBezTo>
                  <a:cubicBezTo>
                    <a:pt x="103042" y="454266"/>
                    <a:pt x="103291" y="456002"/>
                    <a:pt x="103512" y="457742"/>
                  </a:cubicBezTo>
                  <a:cubicBezTo>
                    <a:pt x="104003" y="457988"/>
                    <a:pt x="104495" y="458234"/>
                    <a:pt x="105001" y="458487"/>
                  </a:cubicBezTo>
                  <a:cubicBezTo>
                    <a:pt x="105497" y="460223"/>
                    <a:pt x="105993" y="461959"/>
                    <a:pt x="106489" y="463696"/>
                  </a:cubicBezTo>
                  <a:cubicBezTo>
                    <a:pt x="106980" y="463941"/>
                    <a:pt x="107471" y="464187"/>
                    <a:pt x="107977" y="464440"/>
                  </a:cubicBezTo>
                  <a:cubicBezTo>
                    <a:pt x="108419" y="466411"/>
                    <a:pt x="108529" y="468378"/>
                    <a:pt x="108721" y="470393"/>
                  </a:cubicBezTo>
                  <a:cubicBezTo>
                    <a:pt x="109458" y="470393"/>
                    <a:pt x="110195" y="470393"/>
                    <a:pt x="110954" y="470393"/>
                  </a:cubicBezTo>
                  <a:cubicBezTo>
                    <a:pt x="111046" y="471237"/>
                    <a:pt x="111138" y="472081"/>
                    <a:pt x="111233" y="472951"/>
                  </a:cubicBezTo>
                  <a:cubicBezTo>
                    <a:pt x="111386" y="473826"/>
                    <a:pt x="111540" y="474700"/>
                    <a:pt x="111698" y="475602"/>
                  </a:cubicBezTo>
                  <a:cubicBezTo>
                    <a:pt x="112189" y="475847"/>
                    <a:pt x="112680" y="476093"/>
                    <a:pt x="113186" y="476346"/>
                  </a:cubicBezTo>
                  <a:cubicBezTo>
                    <a:pt x="113682" y="477834"/>
                    <a:pt x="114178" y="479322"/>
                    <a:pt x="114674" y="480811"/>
                  </a:cubicBezTo>
                  <a:cubicBezTo>
                    <a:pt x="115166" y="481056"/>
                    <a:pt x="115657" y="481302"/>
                    <a:pt x="116163" y="481555"/>
                  </a:cubicBezTo>
                  <a:cubicBezTo>
                    <a:pt x="116324" y="482637"/>
                    <a:pt x="116324" y="482637"/>
                    <a:pt x="116488" y="483741"/>
                  </a:cubicBezTo>
                  <a:cubicBezTo>
                    <a:pt x="116626" y="484493"/>
                    <a:pt x="116765" y="485245"/>
                    <a:pt x="116907" y="486020"/>
                  </a:cubicBezTo>
                  <a:cubicBezTo>
                    <a:pt x="117644" y="486511"/>
                    <a:pt x="118380" y="487002"/>
                    <a:pt x="119139" y="487508"/>
                  </a:cubicBezTo>
                  <a:cubicBezTo>
                    <a:pt x="119651" y="489833"/>
                    <a:pt x="119651" y="489833"/>
                    <a:pt x="119883" y="491973"/>
                  </a:cubicBezTo>
                  <a:cubicBezTo>
                    <a:pt x="120620" y="491973"/>
                    <a:pt x="121357" y="491973"/>
                    <a:pt x="122116" y="491973"/>
                  </a:cubicBezTo>
                  <a:cubicBezTo>
                    <a:pt x="122116" y="493692"/>
                    <a:pt x="122116" y="495411"/>
                    <a:pt x="122116" y="497182"/>
                  </a:cubicBezTo>
                  <a:cubicBezTo>
                    <a:pt x="122853" y="497182"/>
                    <a:pt x="123589" y="497182"/>
                    <a:pt x="124348" y="497182"/>
                  </a:cubicBezTo>
                  <a:cubicBezTo>
                    <a:pt x="124612" y="498170"/>
                    <a:pt x="124858" y="499163"/>
                    <a:pt x="125092" y="500158"/>
                  </a:cubicBezTo>
                  <a:cubicBezTo>
                    <a:pt x="125829" y="500650"/>
                    <a:pt x="126566" y="501141"/>
                    <a:pt x="127325" y="501647"/>
                  </a:cubicBezTo>
                  <a:cubicBezTo>
                    <a:pt x="127597" y="503131"/>
                    <a:pt x="127847" y="504619"/>
                    <a:pt x="128069" y="506112"/>
                  </a:cubicBezTo>
                  <a:cubicBezTo>
                    <a:pt x="128560" y="506357"/>
                    <a:pt x="129051" y="506603"/>
                    <a:pt x="129557" y="506856"/>
                  </a:cubicBezTo>
                  <a:cubicBezTo>
                    <a:pt x="129665" y="507347"/>
                    <a:pt x="129772" y="507838"/>
                    <a:pt x="129883" y="508344"/>
                  </a:cubicBezTo>
                  <a:cubicBezTo>
                    <a:pt x="130090" y="509081"/>
                    <a:pt x="130090" y="509081"/>
                    <a:pt x="130301" y="509832"/>
                  </a:cubicBezTo>
                  <a:cubicBezTo>
                    <a:pt x="131038" y="510078"/>
                    <a:pt x="131775" y="510323"/>
                    <a:pt x="132534" y="510576"/>
                  </a:cubicBezTo>
                  <a:cubicBezTo>
                    <a:pt x="133060" y="511804"/>
                    <a:pt x="133550" y="513048"/>
                    <a:pt x="134022" y="514297"/>
                  </a:cubicBezTo>
                  <a:cubicBezTo>
                    <a:pt x="135769" y="517406"/>
                    <a:pt x="135769" y="517406"/>
                    <a:pt x="138487" y="519506"/>
                  </a:cubicBezTo>
                  <a:cubicBezTo>
                    <a:pt x="138735" y="520746"/>
                    <a:pt x="138983" y="521987"/>
                    <a:pt x="139231" y="523227"/>
                  </a:cubicBezTo>
                  <a:cubicBezTo>
                    <a:pt x="139722" y="523472"/>
                    <a:pt x="140213" y="523718"/>
                    <a:pt x="140719" y="523971"/>
                  </a:cubicBezTo>
                  <a:cubicBezTo>
                    <a:pt x="140827" y="524431"/>
                    <a:pt x="140934" y="524892"/>
                    <a:pt x="141045" y="525366"/>
                  </a:cubicBezTo>
                  <a:cubicBezTo>
                    <a:pt x="141548" y="527267"/>
                    <a:pt x="142240" y="527892"/>
                    <a:pt x="143696" y="529180"/>
                  </a:cubicBezTo>
                  <a:cubicBezTo>
                    <a:pt x="145454" y="530797"/>
                    <a:pt x="146354" y="532263"/>
                    <a:pt x="147417" y="534389"/>
                  </a:cubicBezTo>
                  <a:cubicBezTo>
                    <a:pt x="147908" y="534634"/>
                    <a:pt x="148399" y="534880"/>
                    <a:pt x="148905" y="535133"/>
                  </a:cubicBezTo>
                  <a:cubicBezTo>
                    <a:pt x="149181" y="536192"/>
                    <a:pt x="149181" y="536192"/>
                    <a:pt x="149463" y="537272"/>
                  </a:cubicBezTo>
                  <a:cubicBezTo>
                    <a:pt x="149923" y="538424"/>
                    <a:pt x="149923" y="538424"/>
                    <a:pt x="150393" y="539598"/>
                  </a:cubicBezTo>
                  <a:cubicBezTo>
                    <a:pt x="151544" y="540035"/>
                    <a:pt x="151544" y="540035"/>
                    <a:pt x="152719" y="540482"/>
                  </a:cubicBezTo>
                  <a:cubicBezTo>
                    <a:pt x="153778" y="541149"/>
                    <a:pt x="153778" y="541149"/>
                    <a:pt x="154858" y="541830"/>
                  </a:cubicBezTo>
                  <a:cubicBezTo>
                    <a:pt x="155312" y="544591"/>
                    <a:pt x="155214" y="547246"/>
                    <a:pt x="154858" y="550016"/>
                  </a:cubicBezTo>
                  <a:cubicBezTo>
                    <a:pt x="154114" y="550760"/>
                    <a:pt x="154114" y="550760"/>
                    <a:pt x="151509" y="550993"/>
                  </a:cubicBezTo>
                  <a:cubicBezTo>
                    <a:pt x="150650" y="551161"/>
                    <a:pt x="149790" y="551330"/>
                    <a:pt x="148905" y="551504"/>
                  </a:cubicBezTo>
                  <a:cubicBezTo>
                    <a:pt x="148797" y="552011"/>
                    <a:pt x="148690" y="552517"/>
                    <a:pt x="148579" y="553039"/>
                  </a:cubicBezTo>
                  <a:cubicBezTo>
                    <a:pt x="148441" y="553515"/>
                    <a:pt x="148303" y="553990"/>
                    <a:pt x="148161" y="554481"/>
                  </a:cubicBezTo>
                  <a:cubicBezTo>
                    <a:pt x="146123" y="554774"/>
                    <a:pt x="144279" y="554612"/>
                    <a:pt x="142208" y="554481"/>
                  </a:cubicBezTo>
                  <a:cubicBezTo>
                    <a:pt x="142208" y="555463"/>
                    <a:pt x="142208" y="556445"/>
                    <a:pt x="142208" y="557457"/>
                  </a:cubicBezTo>
                  <a:cubicBezTo>
                    <a:pt x="140905" y="557995"/>
                    <a:pt x="140905" y="557995"/>
                    <a:pt x="139231" y="558248"/>
                  </a:cubicBezTo>
                  <a:cubicBezTo>
                    <a:pt x="137598" y="558451"/>
                    <a:pt x="137598" y="558451"/>
                    <a:pt x="136255" y="558946"/>
                  </a:cubicBezTo>
                  <a:cubicBezTo>
                    <a:pt x="136255" y="559682"/>
                    <a:pt x="136255" y="560419"/>
                    <a:pt x="136255" y="561178"/>
                  </a:cubicBezTo>
                  <a:cubicBezTo>
                    <a:pt x="135780" y="561206"/>
                    <a:pt x="135305" y="561234"/>
                    <a:pt x="134816" y="561262"/>
                  </a:cubicBezTo>
                  <a:cubicBezTo>
                    <a:pt x="134201" y="561311"/>
                    <a:pt x="133586" y="561360"/>
                    <a:pt x="132952" y="561410"/>
                  </a:cubicBezTo>
                  <a:cubicBezTo>
                    <a:pt x="132033" y="561475"/>
                    <a:pt x="132033" y="561475"/>
                    <a:pt x="131095" y="561541"/>
                  </a:cubicBezTo>
                  <a:cubicBezTo>
                    <a:pt x="130588" y="561667"/>
                    <a:pt x="130080" y="561793"/>
                    <a:pt x="129557" y="561922"/>
                  </a:cubicBezTo>
                  <a:cubicBezTo>
                    <a:pt x="129312" y="562659"/>
                    <a:pt x="129066" y="563395"/>
                    <a:pt x="128813" y="564154"/>
                  </a:cubicBezTo>
                  <a:cubicBezTo>
                    <a:pt x="127938" y="564400"/>
                    <a:pt x="127063" y="564646"/>
                    <a:pt x="126162" y="564899"/>
                  </a:cubicBezTo>
                  <a:cubicBezTo>
                    <a:pt x="125318" y="565144"/>
                    <a:pt x="124474" y="565390"/>
                    <a:pt x="123604" y="565643"/>
                  </a:cubicBezTo>
                  <a:cubicBezTo>
                    <a:pt x="123604" y="566379"/>
                    <a:pt x="123604" y="567116"/>
                    <a:pt x="123604" y="567875"/>
                  </a:cubicBezTo>
                  <a:cubicBezTo>
                    <a:pt x="122177" y="567967"/>
                    <a:pt x="122177" y="567967"/>
                    <a:pt x="120721" y="568061"/>
                  </a:cubicBezTo>
                  <a:cubicBezTo>
                    <a:pt x="119086" y="568218"/>
                    <a:pt x="119086" y="568218"/>
                    <a:pt x="117651" y="568619"/>
                  </a:cubicBezTo>
                  <a:cubicBezTo>
                    <a:pt x="117131" y="569599"/>
                    <a:pt x="116634" y="570591"/>
                    <a:pt x="116163" y="571596"/>
                  </a:cubicBezTo>
                  <a:cubicBezTo>
                    <a:pt x="114430" y="571869"/>
                    <a:pt x="112694" y="572119"/>
                    <a:pt x="110954" y="572340"/>
                  </a:cubicBezTo>
                  <a:cubicBezTo>
                    <a:pt x="110708" y="573077"/>
                    <a:pt x="110463" y="573813"/>
                    <a:pt x="110210" y="574572"/>
                  </a:cubicBezTo>
                  <a:cubicBezTo>
                    <a:pt x="107950" y="575103"/>
                    <a:pt x="105781" y="575032"/>
                    <a:pt x="103512" y="574572"/>
                  </a:cubicBezTo>
                  <a:cubicBezTo>
                    <a:pt x="102069" y="572437"/>
                    <a:pt x="102024" y="571180"/>
                    <a:pt x="102024" y="568619"/>
                  </a:cubicBezTo>
                  <a:cubicBezTo>
                    <a:pt x="101287" y="568374"/>
                    <a:pt x="100551" y="568128"/>
                    <a:pt x="99792" y="567875"/>
                  </a:cubicBezTo>
                  <a:cubicBezTo>
                    <a:pt x="98595" y="566408"/>
                    <a:pt x="97486" y="564953"/>
                    <a:pt x="96397" y="563410"/>
                  </a:cubicBezTo>
                  <a:cubicBezTo>
                    <a:pt x="94412" y="560365"/>
                    <a:pt x="94412" y="560365"/>
                    <a:pt x="91606" y="558201"/>
                  </a:cubicBezTo>
                  <a:cubicBezTo>
                    <a:pt x="91358" y="556961"/>
                    <a:pt x="91110" y="555721"/>
                    <a:pt x="90862" y="554481"/>
                  </a:cubicBezTo>
                  <a:cubicBezTo>
                    <a:pt x="90371" y="554235"/>
                    <a:pt x="89880" y="553990"/>
                    <a:pt x="89374" y="553737"/>
                  </a:cubicBezTo>
                  <a:cubicBezTo>
                    <a:pt x="89005" y="552631"/>
                    <a:pt x="89005" y="552631"/>
                    <a:pt x="88630" y="551504"/>
                  </a:cubicBezTo>
                  <a:cubicBezTo>
                    <a:pt x="88054" y="550952"/>
                    <a:pt x="88054" y="550952"/>
                    <a:pt x="87467" y="550388"/>
                  </a:cubicBezTo>
                  <a:cubicBezTo>
                    <a:pt x="86397" y="549272"/>
                    <a:pt x="86397" y="549272"/>
                    <a:pt x="86397" y="547039"/>
                  </a:cubicBezTo>
                  <a:cubicBezTo>
                    <a:pt x="85660" y="546794"/>
                    <a:pt x="84924" y="546548"/>
                    <a:pt x="84165" y="546295"/>
                  </a:cubicBezTo>
                  <a:cubicBezTo>
                    <a:pt x="83644" y="545315"/>
                    <a:pt x="83147" y="544323"/>
                    <a:pt x="82676" y="543319"/>
                  </a:cubicBezTo>
                  <a:cubicBezTo>
                    <a:pt x="82185" y="543073"/>
                    <a:pt x="81694" y="542827"/>
                    <a:pt x="81188" y="542574"/>
                  </a:cubicBezTo>
                  <a:cubicBezTo>
                    <a:pt x="81027" y="541469"/>
                    <a:pt x="81027" y="541469"/>
                    <a:pt x="80863" y="540342"/>
                  </a:cubicBezTo>
                  <a:cubicBezTo>
                    <a:pt x="80724" y="539605"/>
                    <a:pt x="80586" y="538869"/>
                    <a:pt x="80444" y="538110"/>
                  </a:cubicBezTo>
                  <a:cubicBezTo>
                    <a:pt x="79707" y="537864"/>
                    <a:pt x="78971" y="537618"/>
                    <a:pt x="78212" y="537365"/>
                  </a:cubicBezTo>
                  <a:cubicBezTo>
                    <a:pt x="78072" y="535459"/>
                    <a:pt x="78072" y="535459"/>
                    <a:pt x="78212" y="533645"/>
                  </a:cubicBezTo>
                  <a:cubicBezTo>
                    <a:pt x="77475" y="533645"/>
                    <a:pt x="76738" y="533645"/>
                    <a:pt x="75979" y="533645"/>
                  </a:cubicBezTo>
                  <a:cubicBezTo>
                    <a:pt x="75445" y="532420"/>
                    <a:pt x="74950" y="531178"/>
                    <a:pt x="74491" y="529924"/>
                  </a:cubicBezTo>
                  <a:cubicBezTo>
                    <a:pt x="74000" y="529678"/>
                    <a:pt x="73509" y="529433"/>
                    <a:pt x="73003" y="529180"/>
                  </a:cubicBezTo>
                  <a:cubicBezTo>
                    <a:pt x="72506" y="527940"/>
                    <a:pt x="72010" y="526699"/>
                    <a:pt x="71514" y="525459"/>
                  </a:cubicBezTo>
                  <a:cubicBezTo>
                    <a:pt x="71023" y="525214"/>
                    <a:pt x="70532" y="524968"/>
                    <a:pt x="70026" y="524715"/>
                  </a:cubicBezTo>
                  <a:cubicBezTo>
                    <a:pt x="69778" y="523227"/>
                    <a:pt x="69530" y="521738"/>
                    <a:pt x="69282" y="520250"/>
                  </a:cubicBezTo>
                  <a:cubicBezTo>
                    <a:pt x="68791" y="520005"/>
                    <a:pt x="68300" y="519759"/>
                    <a:pt x="67794" y="519506"/>
                  </a:cubicBezTo>
                  <a:cubicBezTo>
                    <a:pt x="67298" y="518266"/>
                    <a:pt x="66801" y="517026"/>
                    <a:pt x="66305" y="515785"/>
                  </a:cubicBezTo>
                  <a:cubicBezTo>
                    <a:pt x="65814" y="515540"/>
                    <a:pt x="65323" y="515294"/>
                    <a:pt x="64817" y="515041"/>
                  </a:cubicBezTo>
                  <a:cubicBezTo>
                    <a:pt x="64321" y="513305"/>
                    <a:pt x="63825" y="511569"/>
                    <a:pt x="63329" y="509832"/>
                  </a:cubicBezTo>
                  <a:cubicBezTo>
                    <a:pt x="62838" y="509587"/>
                    <a:pt x="62346" y="509341"/>
                    <a:pt x="61840" y="509088"/>
                  </a:cubicBezTo>
                  <a:cubicBezTo>
                    <a:pt x="61333" y="507852"/>
                    <a:pt x="60838" y="506612"/>
                    <a:pt x="60352" y="505367"/>
                  </a:cubicBezTo>
                  <a:cubicBezTo>
                    <a:pt x="59861" y="504876"/>
                    <a:pt x="59370" y="504385"/>
                    <a:pt x="58864" y="503879"/>
                  </a:cubicBezTo>
                  <a:cubicBezTo>
                    <a:pt x="58771" y="501554"/>
                    <a:pt x="58771" y="501554"/>
                    <a:pt x="58864" y="499414"/>
                  </a:cubicBezTo>
                  <a:cubicBezTo>
                    <a:pt x="58127" y="499414"/>
                    <a:pt x="57391" y="499414"/>
                    <a:pt x="56631" y="499414"/>
                  </a:cubicBezTo>
                  <a:cubicBezTo>
                    <a:pt x="56107" y="497686"/>
                    <a:pt x="55610" y="495950"/>
                    <a:pt x="55143" y="494205"/>
                  </a:cubicBezTo>
                  <a:cubicBezTo>
                    <a:pt x="54652" y="494205"/>
                    <a:pt x="54161" y="494205"/>
                    <a:pt x="53655" y="494205"/>
                  </a:cubicBezTo>
                  <a:cubicBezTo>
                    <a:pt x="53578" y="493361"/>
                    <a:pt x="53501" y="492517"/>
                    <a:pt x="53422" y="491647"/>
                  </a:cubicBezTo>
                  <a:cubicBezTo>
                    <a:pt x="53254" y="490772"/>
                    <a:pt x="53085" y="489898"/>
                    <a:pt x="52911" y="488996"/>
                  </a:cubicBezTo>
                  <a:cubicBezTo>
                    <a:pt x="52174" y="488751"/>
                    <a:pt x="51437" y="488505"/>
                    <a:pt x="50678" y="488252"/>
                  </a:cubicBezTo>
                  <a:cubicBezTo>
                    <a:pt x="50460" y="486714"/>
                    <a:pt x="50460" y="486714"/>
                    <a:pt x="50539" y="484857"/>
                  </a:cubicBezTo>
                  <a:cubicBezTo>
                    <a:pt x="50569" y="483935"/>
                    <a:pt x="50569" y="483935"/>
                    <a:pt x="50600" y="482994"/>
                  </a:cubicBezTo>
                  <a:cubicBezTo>
                    <a:pt x="50626" y="482519"/>
                    <a:pt x="50652" y="482044"/>
                    <a:pt x="50678" y="481555"/>
                  </a:cubicBezTo>
                  <a:cubicBezTo>
                    <a:pt x="49942" y="481555"/>
                    <a:pt x="49205" y="481555"/>
                    <a:pt x="48446" y="481555"/>
                  </a:cubicBezTo>
                  <a:cubicBezTo>
                    <a:pt x="47955" y="480279"/>
                    <a:pt x="47955" y="480279"/>
                    <a:pt x="47655" y="478625"/>
                  </a:cubicBezTo>
                  <a:cubicBezTo>
                    <a:pt x="47383" y="477011"/>
                    <a:pt x="47383" y="477011"/>
                    <a:pt x="46958" y="475602"/>
                  </a:cubicBezTo>
                  <a:cubicBezTo>
                    <a:pt x="46467" y="475356"/>
                    <a:pt x="45975" y="475111"/>
                    <a:pt x="45469" y="474858"/>
                  </a:cubicBezTo>
                  <a:cubicBezTo>
                    <a:pt x="45208" y="473321"/>
                    <a:pt x="45140" y="471809"/>
                    <a:pt x="45054" y="470253"/>
                  </a:cubicBezTo>
                  <a:cubicBezTo>
                    <a:pt x="44945" y="469808"/>
                    <a:pt x="44837" y="469363"/>
                    <a:pt x="44725" y="468904"/>
                  </a:cubicBezTo>
                  <a:cubicBezTo>
                    <a:pt x="43989" y="468659"/>
                    <a:pt x="43252" y="468413"/>
                    <a:pt x="42493" y="468160"/>
                  </a:cubicBezTo>
                  <a:cubicBezTo>
                    <a:pt x="42164" y="466812"/>
                    <a:pt x="42164" y="466812"/>
                    <a:pt x="42074" y="465184"/>
                  </a:cubicBezTo>
                  <a:cubicBezTo>
                    <a:pt x="42011" y="463596"/>
                    <a:pt x="42011" y="463596"/>
                    <a:pt x="41749" y="462207"/>
                  </a:cubicBezTo>
                  <a:cubicBezTo>
                    <a:pt x="41258" y="461962"/>
                    <a:pt x="40766" y="461716"/>
                    <a:pt x="40260" y="461463"/>
                  </a:cubicBezTo>
                  <a:cubicBezTo>
                    <a:pt x="39952" y="459763"/>
                    <a:pt x="39952" y="459763"/>
                    <a:pt x="39795" y="457696"/>
                  </a:cubicBezTo>
                  <a:cubicBezTo>
                    <a:pt x="39740" y="457012"/>
                    <a:pt x="39684" y="456328"/>
                    <a:pt x="39627" y="455623"/>
                  </a:cubicBezTo>
                  <a:cubicBezTo>
                    <a:pt x="39590" y="455095"/>
                    <a:pt x="39554" y="454566"/>
                    <a:pt x="39516" y="454022"/>
                  </a:cubicBezTo>
                  <a:cubicBezTo>
                    <a:pt x="38780" y="454022"/>
                    <a:pt x="38043" y="454022"/>
                    <a:pt x="37284" y="454022"/>
                  </a:cubicBezTo>
                  <a:cubicBezTo>
                    <a:pt x="37038" y="451320"/>
                    <a:pt x="36793" y="448619"/>
                    <a:pt x="36540" y="445836"/>
                  </a:cubicBezTo>
                  <a:cubicBezTo>
                    <a:pt x="35803" y="446082"/>
                    <a:pt x="35066" y="446327"/>
                    <a:pt x="34307" y="446580"/>
                  </a:cubicBezTo>
                  <a:cubicBezTo>
                    <a:pt x="34271" y="445998"/>
                    <a:pt x="34234" y="445416"/>
                    <a:pt x="34197" y="444816"/>
                  </a:cubicBezTo>
                  <a:cubicBezTo>
                    <a:pt x="34141" y="444063"/>
                    <a:pt x="34086" y="443310"/>
                    <a:pt x="34028" y="442534"/>
                  </a:cubicBezTo>
                  <a:cubicBezTo>
                    <a:pt x="33976" y="441783"/>
                    <a:pt x="33925" y="441032"/>
                    <a:pt x="33871" y="440258"/>
                  </a:cubicBezTo>
                  <a:cubicBezTo>
                    <a:pt x="33719" y="439336"/>
                    <a:pt x="33719" y="439336"/>
                    <a:pt x="33563" y="438395"/>
                  </a:cubicBezTo>
                  <a:cubicBezTo>
                    <a:pt x="33072" y="438149"/>
                    <a:pt x="32581" y="437904"/>
                    <a:pt x="32075" y="437651"/>
                  </a:cubicBezTo>
                  <a:cubicBezTo>
                    <a:pt x="31594" y="435352"/>
                    <a:pt x="31313" y="433049"/>
                    <a:pt x="31005" y="430721"/>
                  </a:cubicBezTo>
                  <a:cubicBezTo>
                    <a:pt x="30867" y="430061"/>
                    <a:pt x="30729" y="429401"/>
                    <a:pt x="30587" y="428721"/>
                  </a:cubicBezTo>
                  <a:cubicBezTo>
                    <a:pt x="30095" y="428475"/>
                    <a:pt x="29604" y="428230"/>
                    <a:pt x="29098" y="427977"/>
                  </a:cubicBezTo>
                  <a:cubicBezTo>
                    <a:pt x="28834" y="425860"/>
                    <a:pt x="28768" y="423760"/>
                    <a:pt x="28683" y="421628"/>
                  </a:cubicBezTo>
                  <a:cubicBezTo>
                    <a:pt x="28574" y="421022"/>
                    <a:pt x="28466" y="420416"/>
                    <a:pt x="28354" y="419791"/>
                  </a:cubicBezTo>
                  <a:cubicBezTo>
                    <a:pt x="27617" y="419546"/>
                    <a:pt x="26881" y="419300"/>
                    <a:pt x="26122" y="419047"/>
                  </a:cubicBezTo>
                  <a:cubicBezTo>
                    <a:pt x="25793" y="416722"/>
                    <a:pt x="25793" y="416722"/>
                    <a:pt x="25703" y="413838"/>
                  </a:cubicBezTo>
                  <a:cubicBezTo>
                    <a:pt x="25645" y="412099"/>
                    <a:pt x="25549" y="410360"/>
                    <a:pt x="25378" y="408629"/>
                  </a:cubicBezTo>
                  <a:cubicBezTo>
                    <a:pt x="24886" y="408384"/>
                    <a:pt x="24395" y="408138"/>
                    <a:pt x="23889" y="407885"/>
                  </a:cubicBezTo>
                  <a:cubicBezTo>
                    <a:pt x="22921" y="404979"/>
                    <a:pt x="23198" y="402433"/>
                    <a:pt x="23337" y="399397"/>
                  </a:cubicBezTo>
                  <a:cubicBezTo>
                    <a:pt x="23357" y="397437"/>
                    <a:pt x="23357" y="397437"/>
                    <a:pt x="22041" y="396437"/>
                  </a:cubicBezTo>
                  <a:cubicBezTo>
                    <a:pt x="20587" y="394887"/>
                    <a:pt x="20602" y="394022"/>
                    <a:pt x="20532" y="391924"/>
                  </a:cubicBezTo>
                  <a:cubicBezTo>
                    <a:pt x="20506" y="391293"/>
                    <a:pt x="20479" y="390662"/>
                    <a:pt x="20452" y="390013"/>
                  </a:cubicBezTo>
                  <a:cubicBezTo>
                    <a:pt x="20435" y="389357"/>
                    <a:pt x="20418" y="388701"/>
                    <a:pt x="20401" y="388026"/>
                  </a:cubicBezTo>
                  <a:cubicBezTo>
                    <a:pt x="20376" y="387361"/>
                    <a:pt x="20350" y="386697"/>
                    <a:pt x="20324" y="386013"/>
                  </a:cubicBezTo>
                  <a:cubicBezTo>
                    <a:pt x="20263" y="384374"/>
                    <a:pt x="20211" y="382735"/>
                    <a:pt x="20169" y="381096"/>
                  </a:cubicBezTo>
                  <a:cubicBezTo>
                    <a:pt x="19432" y="381096"/>
                    <a:pt x="18695" y="381096"/>
                    <a:pt x="17936" y="381096"/>
                  </a:cubicBezTo>
                  <a:cubicBezTo>
                    <a:pt x="17921" y="380626"/>
                    <a:pt x="17907" y="380157"/>
                    <a:pt x="17891" y="379673"/>
                  </a:cubicBezTo>
                  <a:cubicBezTo>
                    <a:pt x="17821" y="377558"/>
                    <a:pt x="17739" y="375444"/>
                    <a:pt x="17657" y="373329"/>
                  </a:cubicBezTo>
                  <a:cubicBezTo>
                    <a:pt x="17634" y="372590"/>
                    <a:pt x="17611" y="371851"/>
                    <a:pt x="17587" y="371089"/>
                  </a:cubicBezTo>
                  <a:cubicBezTo>
                    <a:pt x="17544" y="370035"/>
                    <a:pt x="17544" y="370035"/>
                    <a:pt x="17500" y="368960"/>
                  </a:cubicBezTo>
                  <a:cubicBezTo>
                    <a:pt x="17477" y="368309"/>
                    <a:pt x="17453" y="367658"/>
                    <a:pt x="17429" y="366988"/>
                  </a:cubicBezTo>
                  <a:cubicBezTo>
                    <a:pt x="17351" y="366487"/>
                    <a:pt x="17273" y="365985"/>
                    <a:pt x="17192" y="365469"/>
                  </a:cubicBezTo>
                  <a:cubicBezTo>
                    <a:pt x="16701" y="365223"/>
                    <a:pt x="16210" y="364978"/>
                    <a:pt x="15704" y="364725"/>
                  </a:cubicBezTo>
                  <a:cubicBezTo>
                    <a:pt x="14962" y="362499"/>
                    <a:pt x="14892" y="361115"/>
                    <a:pt x="14939" y="358798"/>
                  </a:cubicBezTo>
                  <a:cubicBezTo>
                    <a:pt x="14948" y="358080"/>
                    <a:pt x="14957" y="357362"/>
                    <a:pt x="14967" y="356622"/>
                  </a:cubicBezTo>
                  <a:cubicBezTo>
                    <a:pt x="14993" y="355112"/>
                    <a:pt x="15022" y="353603"/>
                    <a:pt x="15054" y="352093"/>
                  </a:cubicBezTo>
                  <a:cubicBezTo>
                    <a:pt x="15062" y="351374"/>
                    <a:pt x="15070" y="350655"/>
                    <a:pt x="15079" y="349915"/>
                  </a:cubicBezTo>
                  <a:cubicBezTo>
                    <a:pt x="15091" y="349259"/>
                    <a:pt x="15104" y="348603"/>
                    <a:pt x="15117" y="347927"/>
                  </a:cubicBezTo>
                  <a:cubicBezTo>
                    <a:pt x="14948" y="345987"/>
                    <a:pt x="14500" y="344788"/>
                    <a:pt x="13471" y="343145"/>
                  </a:cubicBezTo>
                  <a:cubicBezTo>
                    <a:pt x="13226" y="343145"/>
                    <a:pt x="12980" y="343145"/>
                    <a:pt x="12727" y="343145"/>
                  </a:cubicBezTo>
                  <a:cubicBezTo>
                    <a:pt x="12723" y="342484"/>
                    <a:pt x="12718" y="341824"/>
                    <a:pt x="12714" y="341144"/>
                  </a:cubicBezTo>
                  <a:cubicBezTo>
                    <a:pt x="12671" y="334935"/>
                    <a:pt x="12617" y="328726"/>
                    <a:pt x="12552" y="322517"/>
                  </a:cubicBezTo>
                  <a:cubicBezTo>
                    <a:pt x="12518" y="319325"/>
                    <a:pt x="12489" y="316133"/>
                    <a:pt x="12469" y="312940"/>
                  </a:cubicBezTo>
                  <a:cubicBezTo>
                    <a:pt x="12450" y="309862"/>
                    <a:pt x="12420" y="306783"/>
                    <a:pt x="12383" y="303705"/>
                  </a:cubicBezTo>
                  <a:cubicBezTo>
                    <a:pt x="12370" y="302528"/>
                    <a:pt x="12362" y="301351"/>
                    <a:pt x="12357" y="300174"/>
                  </a:cubicBezTo>
                  <a:cubicBezTo>
                    <a:pt x="12350" y="298531"/>
                    <a:pt x="12329" y="296888"/>
                    <a:pt x="12305" y="295245"/>
                  </a:cubicBezTo>
                  <a:cubicBezTo>
                    <a:pt x="12297" y="294308"/>
                    <a:pt x="12288" y="293371"/>
                    <a:pt x="12280" y="292406"/>
                  </a:cubicBezTo>
                  <a:cubicBezTo>
                    <a:pt x="12133" y="291369"/>
                    <a:pt x="12133" y="291369"/>
                    <a:pt x="11983" y="290311"/>
                  </a:cubicBezTo>
                  <a:cubicBezTo>
                    <a:pt x="11246" y="290065"/>
                    <a:pt x="10510" y="289820"/>
                    <a:pt x="9751" y="289567"/>
                  </a:cubicBezTo>
                  <a:cubicBezTo>
                    <a:pt x="9432" y="287559"/>
                    <a:pt x="9653" y="285654"/>
                    <a:pt x="9751" y="283614"/>
                  </a:cubicBezTo>
                  <a:cubicBezTo>
                    <a:pt x="10242" y="283614"/>
                    <a:pt x="10733" y="283614"/>
                    <a:pt x="11239" y="283614"/>
                  </a:cubicBezTo>
                  <a:cubicBezTo>
                    <a:pt x="12295" y="281501"/>
                    <a:pt x="12088" y="279709"/>
                    <a:pt x="12100" y="277347"/>
                  </a:cubicBezTo>
                  <a:cubicBezTo>
                    <a:pt x="12104" y="276856"/>
                    <a:pt x="12108" y="276366"/>
                    <a:pt x="12112" y="275861"/>
                  </a:cubicBezTo>
                  <a:cubicBezTo>
                    <a:pt x="12120" y="274796"/>
                    <a:pt x="12126" y="273730"/>
                    <a:pt x="12131" y="272665"/>
                  </a:cubicBezTo>
                  <a:cubicBezTo>
                    <a:pt x="12140" y="270979"/>
                    <a:pt x="12155" y="269294"/>
                    <a:pt x="12171" y="267608"/>
                  </a:cubicBezTo>
                  <a:cubicBezTo>
                    <a:pt x="12217" y="262815"/>
                    <a:pt x="12257" y="258023"/>
                    <a:pt x="12282" y="253230"/>
                  </a:cubicBezTo>
                  <a:cubicBezTo>
                    <a:pt x="12297" y="250299"/>
                    <a:pt x="12324" y="247369"/>
                    <a:pt x="12357" y="244438"/>
                  </a:cubicBezTo>
                  <a:cubicBezTo>
                    <a:pt x="12367" y="243321"/>
                    <a:pt x="12374" y="242203"/>
                    <a:pt x="12376" y="241085"/>
                  </a:cubicBezTo>
                  <a:cubicBezTo>
                    <a:pt x="12380" y="239523"/>
                    <a:pt x="12397" y="237961"/>
                    <a:pt x="12417" y="236399"/>
                  </a:cubicBezTo>
                  <a:cubicBezTo>
                    <a:pt x="12426" y="235064"/>
                    <a:pt x="12426" y="235064"/>
                    <a:pt x="12435" y="233703"/>
                  </a:cubicBezTo>
                  <a:cubicBezTo>
                    <a:pt x="12757" y="231303"/>
                    <a:pt x="13152" y="230783"/>
                    <a:pt x="14960" y="229291"/>
                  </a:cubicBezTo>
                  <a:cubicBezTo>
                    <a:pt x="15243" y="227566"/>
                    <a:pt x="15243" y="227566"/>
                    <a:pt x="15125" y="225649"/>
                  </a:cubicBezTo>
                  <a:cubicBezTo>
                    <a:pt x="15104" y="224582"/>
                    <a:pt x="15104" y="224582"/>
                    <a:pt x="15083" y="223494"/>
                  </a:cubicBezTo>
                  <a:cubicBezTo>
                    <a:pt x="15058" y="222752"/>
                    <a:pt x="15032" y="222010"/>
                    <a:pt x="15006" y="221245"/>
                  </a:cubicBezTo>
                  <a:cubicBezTo>
                    <a:pt x="14730" y="212262"/>
                    <a:pt x="14730" y="212262"/>
                    <a:pt x="16448" y="208455"/>
                  </a:cubicBezTo>
                  <a:cubicBezTo>
                    <a:pt x="16693" y="208210"/>
                    <a:pt x="16939" y="207964"/>
                    <a:pt x="17192" y="207711"/>
                  </a:cubicBezTo>
                  <a:cubicBezTo>
                    <a:pt x="17309" y="206605"/>
                    <a:pt x="17379" y="205494"/>
                    <a:pt x="17427" y="204383"/>
                  </a:cubicBezTo>
                  <a:cubicBezTo>
                    <a:pt x="17459" y="203714"/>
                    <a:pt x="17490" y="203045"/>
                    <a:pt x="17522" y="202355"/>
                  </a:cubicBezTo>
                  <a:cubicBezTo>
                    <a:pt x="17551" y="201652"/>
                    <a:pt x="17580" y="200948"/>
                    <a:pt x="17611" y="200223"/>
                  </a:cubicBezTo>
                  <a:cubicBezTo>
                    <a:pt x="17643" y="199517"/>
                    <a:pt x="17675" y="198810"/>
                    <a:pt x="17708" y="198082"/>
                  </a:cubicBezTo>
                  <a:cubicBezTo>
                    <a:pt x="17787" y="196331"/>
                    <a:pt x="17863" y="194580"/>
                    <a:pt x="17936" y="192828"/>
                  </a:cubicBezTo>
                  <a:cubicBezTo>
                    <a:pt x="18673" y="192828"/>
                    <a:pt x="19410" y="192828"/>
                    <a:pt x="20169" y="192828"/>
                  </a:cubicBezTo>
                  <a:cubicBezTo>
                    <a:pt x="20414" y="187917"/>
                    <a:pt x="20660" y="183006"/>
                    <a:pt x="20913" y="177946"/>
                  </a:cubicBezTo>
                  <a:cubicBezTo>
                    <a:pt x="21649" y="177946"/>
                    <a:pt x="22386" y="177946"/>
                    <a:pt x="23145" y="177946"/>
                  </a:cubicBezTo>
                  <a:cubicBezTo>
                    <a:pt x="23137" y="177211"/>
                    <a:pt x="23128" y="176476"/>
                    <a:pt x="23119" y="175719"/>
                  </a:cubicBezTo>
                  <a:cubicBezTo>
                    <a:pt x="23112" y="174765"/>
                    <a:pt x="23106" y="173812"/>
                    <a:pt x="23099" y="172830"/>
                  </a:cubicBezTo>
                  <a:cubicBezTo>
                    <a:pt x="23090" y="171880"/>
                    <a:pt x="23081" y="170930"/>
                    <a:pt x="23072" y="169952"/>
                  </a:cubicBezTo>
                  <a:cubicBezTo>
                    <a:pt x="23145" y="167528"/>
                    <a:pt x="23145" y="167528"/>
                    <a:pt x="23889" y="166039"/>
                  </a:cubicBezTo>
                  <a:cubicBezTo>
                    <a:pt x="24626" y="166039"/>
                    <a:pt x="25363" y="166039"/>
                    <a:pt x="26122" y="166039"/>
                  </a:cubicBezTo>
                  <a:cubicBezTo>
                    <a:pt x="26096" y="165242"/>
                    <a:pt x="26070" y="164445"/>
                    <a:pt x="26043" y="163624"/>
                  </a:cubicBezTo>
                  <a:cubicBezTo>
                    <a:pt x="26022" y="162584"/>
                    <a:pt x="26002" y="161544"/>
                    <a:pt x="25982" y="160505"/>
                  </a:cubicBezTo>
                  <a:cubicBezTo>
                    <a:pt x="25963" y="159979"/>
                    <a:pt x="25945" y="159452"/>
                    <a:pt x="25926" y="158910"/>
                  </a:cubicBezTo>
                  <a:cubicBezTo>
                    <a:pt x="25904" y="157392"/>
                    <a:pt x="25904" y="157392"/>
                    <a:pt x="26122" y="154877"/>
                  </a:cubicBezTo>
                  <a:cubicBezTo>
                    <a:pt x="26858" y="154632"/>
                    <a:pt x="27595" y="154386"/>
                    <a:pt x="28354" y="154133"/>
                  </a:cubicBezTo>
                  <a:cubicBezTo>
                    <a:pt x="28708" y="152260"/>
                    <a:pt x="28708" y="152260"/>
                    <a:pt x="28726" y="150087"/>
                  </a:cubicBezTo>
                  <a:cubicBezTo>
                    <a:pt x="28796" y="147857"/>
                    <a:pt x="28796" y="147857"/>
                    <a:pt x="29098" y="145948"/>
                  </a:cubicBezTo>
                  <a:cubicBezTo>
                    <a:pt x="30203" y="145211"/>
                    <a:pt x="30203" y="145211"/>
                    <a:pt x="31331" y="144459"/>
                  </a:cubicBezTo>
                  <a:cubicBezTo>
                    <a:pt x="31709" y="142506"/>
                    <a:pt x="31709" y="142506"/>
                    <a:pt x="31749" y="140320"/>
                  </a:cubicBezTo>
                  <a:cubicBezTo>
                    <a:pt x="31845" y="138085"/>
                    <a:pt x="31845" y="138085"/>
                    <a:pt x="32075" y="136274"/>
                  </a:cubicBezTo>
                  <a:cubicBezTo>
                    <a:pt x="32566" y="136028"/>
                    <a:pt x="33057" y="135783"/>
                    <a:pt x="33563" y="135530"/>
                  </a:cubicBezTo>
                  <a:cubicBezTo>
                    <a:pt x="33912" y="133605"/>
                    <a:pt x="33912" y="133605"/>
                    <a:pt x="34028" y="131390"/>
                  </a:cubicBezTo>
                  <a:cubicBezTo>
                    <a:pt x="34084" y="130637"/>
                    <a:pt x="34139" y="129884"/>
                    <a:pt x="34197" y="129108"/>
                  </a:cubicBezTo>
                  <a:cubicBezTo>
                    <a:pt x="34233" y="128526"/>
                    <a:pt x="34270" y="127944"/>
                    <a:pt x="34307" y="127344"/>
                  </a:cubicBezTo>
                  <a:cubicBezTo>
                    <a:pt x="35044" y="127590"/>
                    <a:pt x="35781" y="127835"/>
                    <a:pt x="36540" y="128088"/>
                  </a:cubicBezTo>
                  <a:cubicBezTo>
                    <a:pt x="36785" y="125387"/>
                    <a:pt x="37031" y="122686"/>
                    <a:pt x="37284" y="119903"/>
                  </a:cubicBezTo>
                  <a:cubicBezTo>
                    <a:pt x="38021" y="119903"/>
                    <a:pt x="38757" y="119903"/>
                    <a:pt x="39516" y="119903"/>
                  </a:cubicBezTo>
                  <a:cubicBezTo>
                    <a:pt x="39553" y="119320"/>
                    <a:pt x="39589" y="118738"/>
                    <a:pt x="39627" y="118138"/>
                  </a:cubicBezTo>
                  <a:cubicBezTo>
                    <a:pt x="39682" y="117385"/>
                    <a:pt x="39738" y="116632"/>
                    <a:pt x="39795" y="115856"/>
                  </a:cubicBezTo>
                  <a:cubicBezTo>
                    <a:pt x="39847" y="115105"/>
                    <a:pt x="39899" y="114354"/>
                    <a:pt x="39952" y="113580"/>
                  </a:cubicBezTo>
                  <a:cubicBezTo>
                    <a:pt x="40054" y="112965"/>
                    <a:pt x="40156" y="112351"/>
                    <a:pt x="40260" y="111717"/>
                  </a:cubicBezTo>
                  <a:cubicBezTo>
                    <a:pt x="40752" y="111471"/>
                    <a:pt x="41243" y="111226"/>
                    <a:pt x="41749" y="110973"/>
                  </a:cubicBezTo>
                  <a:cubicBezTo>
                    <a:pt x="42010" y="109436"/>
                    <a:pt x="42078" y="107924"/>
                    <a:pt x="42164" y="106369"/>
                  </a:cubicBezTo>
                  <a:cubicBezTo>
                    <a:pt x="42273" y="105923"/>
                    <a:pt x="42381" y="105478"/>
                    <a:pt x="42493" y="105020"/>
                  </a:cubicBezTo>
                  <a:cubicBezTo>
                    <a:pt x="43230" y="104774"/>
                    <a:pt x="43966" y="104529"/>
                    <a:pt x="44725" y="104276"/>
                  </a:cubicBezTo>
                  <a:cubicBezTo>
                    <a:pt x="44916" y="102770"/>
                    <a:pt x="45101" y="101260"/>
                    <a:pt x="45167" y="99744"/>
                  </a:cubicBezTo>
                  <a:cubicBezTo>
                    <a:pt x="45469" y="98323"/>
                    <a:pt x="45469" y="98323"/>
                    <a:pt x="47702" y="96834"/>
                  </a:cubicBezTo>
                  <a:cubicBezTo>
                    <a:pt x="47973" y="95599"/>
                    <a:pt x="48222" y="94358"/>
                    <a:pt x="48446" y="93114"/>
                  </a:cubicBezTo>
                  <a:cubicBezTo>
                    <a:pt x="48937" y="92868"/>
                    <a:pt x="49428" y="92622"/>
                    <a:pt x="49934" y="92369"/>
                  </a:cubicBezTo>
                  <a:cubicBezTo>
                    <a:pt x="50196" y="90833"/>
                    <a:pt x="50264" y="89321"/>
                    <a:pt x="50350" y="87765"/>
                  </a:cubicBezTo>
                  <a:cubicBezTo>
                    <a:pt x="50458" y="87320"/>
                    <a:pt x="50567" y="86875"/>
                    <a:pt x="50678" y="86416"/>
                  </a:cubicBezTo>
                  <a:cubicBezTo>
                    <a:pt x="51415" y="86171"/>
                    <a:pt x="52152" y="85925"/>
                    <a:pt x="52911" y="85672"/>
                  </a:cubicBezTo>
                  <a:cubicBezTo>
                    <a:pt x="53034" y="84813"/>
                    <a:pt x="53156" y="83953"/>
                    <a:pt x="53283" y="83068"/>
                  </a:cubicBezTo>
                  <a:cubicBezTo>
                    <a:pt x="53406" y="82208"/>
                    <a:pt x="53528" y="81349"/>
                    <a:pt x="53655" y="80463"/>
                  </a:cubicBezTo>
                  <a:cubicBezTo>
                    <a:pt x="54392" y="80218"/>
                    <a:pt x="55128" y="79972"/>
                    <a:pt x="55887" y="79719"/>
                  </a:cubicBezTo>
                  <a:cubicBezTo>
                    <a:pt x="56166" y="77987"/>
                    <a:pt x="56414" y="76250"/>
                    <a:pt x="56631" y="74510"/>
                  </a:cubicBezTo>
                  <a:cubicBezTo>
                    <a:pt x="57123" y="74264"/>
                    <a:pt x="57614" y="74019"/>
                    <a:pt x="58120" y="73766"/>
                  </a:cubicBezTo>
                  <a:cubicBezTo>
                    <a:pt x="58488" y="72661"/>
                    <a:pt x="58488" y="72661"/>
                    <a:pt x="58864" y="71533"/>
                  </a:cubicBezTo>
                  <a:cubicBezTo>
                    <a:pt x="59608" y="69301"/>
                    <a:pt x="59608" y="69301"/>
                    <a:pt x="61096" y="68557"/>
                  </a:cubicBezTo>
                  <a:cubicBezTo>
                    <a:pt x="61204" y="67836"/>
                    <a:pt x="61311" y="67114"/>
                    <a:pt x="61422" y="66371"/>
                  </a:cubicBezTo>
                  <a:cubicBezTo>
                    <a:pt x="61629" y="65243"/>
                    <a:pt x="61629" y="65243"/>
                    <a:pt x="61840" y="64092"/>
                  </a:cubicBezTo>
                  <a:cubicBezTo>
                    <a:pt x="62577" y="63601"/>
                    <a:pt x="63314" y="63110"/>
                    <a:pt x="64073" y="62604"/>
                  </a:cubicBezTo>
                  <a:cubicBezTo>
                    <a:pt x="64574" y="61366"/>
                    <a:pt x="65071" y="60126"/>
                    <a:pt x="65561" y="58883"/>
                  </a:cubicBezTo>
                  <a:cubicBezTo>
                    <a:pt x="66052" y="58883"/>
                    <a:pt x="66543" y="58883"/>
                    <a:pt x="67049" y="58883"/>
                  </a:cubicBezTo>
                  <a:cubicBezTo>
                    <a:pt x="66980" y="57824"/>
                    <a:pt x="66980" y="57824"/>
                    <a:pt x="66910" y="56744"/>
                  </a:cubicBezTo>
                  <a:cubicBezTo>
                    <a:pt x="66979" y="55593"/>
                    <a:pt x="66979" y="55593"/>
                    <a:pt x="67049" y="54418"/>
                  </a:cubicBezTo>
                  <a:cubicBezTo>
                    <a:pt x="67786" y="53927"/>
                    <a:pt x="68523" y="53436"/>
                    <a:pt x="69282" y="52930"/>
                  </a:cubicBezTo>
                  <a:cubicBezTo>
                    <a:pt x="69405" y="52316"/>
                    <a:pt x="69527" y="51702"/>
                    <a:pt x="69654" y="51070"/>
                  </a:cubicBezTo>
                  <a:cubicBezTo>
                    <a:pt x="70026" y="49209"/>
                    <a:pt x="70026" y="49209"/>
                    <a:pt x="72258" y="47721"/>
                  </a:cubicBezTo>
                  <a:cubicBezTo>
                    <a:pt x="72801" y="46500"/>
                    <a:pt x="73290" y="45256"/>
                    <a:pt x="73747" y="44000"/>
                  </a:cubicBezTo>
                  <a:cubicBezTo>
                    <a:pt x="75756" y="39647"/>
                    <a:pt x="75756" y="39647"/>
                    <a:pt x="77467" y="38791"/>
                  </a:cubicBezTo>
                  <a:cubicBezTo>
                    <a:pt x="77836" y="38055"/>
                    <a:pt x="77836" y="38055"/>
                    <a:pt x="78212" y="37303"/>
                  </a:cubicBezTo>
                  <a:cubicBezTo>
                    <a:pt x="78956" y="35815"/>
                    <a:pt x="78956" y="35815"/>
                    <a:pt x="80444" y="35071"/>
                  </a:cubicBezTo>
                  <a:cubicBezTo>
                    <a:pt x="80567" y="34579"/>
                    <a:pt x="80690" y="34088"/>
                    <a:pt x="80816" y="33582"/>
                  </a:cubicBezTo>
                  <a:cubicBezTo>
                    <a:pt x="80939" y="33091"/>
                    <a:pt x="81062" y="32600"/>
                    <a:pt x="81188" y="32094"/>
                  </a:cubicBezTo>
                  <a:cubicBezTo>
                    <a:pt x="81679" y="31848"/>
                    <a:pt x="82170" y="31603"/>
                    <a:pt x="82676" y="31350"/>
                  </a:cubicBezTo>
                  <a:cubicBezTo>
                    <a:pt x="82838" y="30475"/>
                    <a:pt x="82838" y="30475"/>
                    <a:pt x="83002" y="29583"/>
                  </a:cubicBezTo>
                  <a:cubicBezTo>
                    <a:pt x="83476" y="27370"/>
                    <a:pt x="84035" y="26886"/>
                    <a:pt x="85653" y="25397"/>
                  </a:cubicBezTo>
                  <a:cubicBezTo>
                    <a:pt x="85914" y="24875"/>
                    <a:pt x="86175" y="24353"/>
                    <a:pt x="86444" y="23815"/>
                  </a:cubicBezTo>
                  <a:cubicBezTo>
                    <a:pt x="87141" y="22420"/>
                    <a:pt x="87141" y="22420"/>
                    <a:pt x="88630" y="21676"/>
                  </a:cubicBezTo>
                  <a:cubicBezTo>
                    <a:pt x="88875" y="21170"/>
                    <a:pt x="89121" y="20663"/>
                    <a:pt x="89374" y="20141"/>
                  </a:cubicBezTo>
                  <a:cubicBezTo>
                    <a:pt x="89619" y="19665"/>
                    <a:pt x="89865" y="19190"/>
                    <a:pt x="90118" y="18699"/>
                  </a:cubicBezTo>
                  <a:cubicBezTo>
                    <a:pt x="90609" y="18699"/>
                    <a:pt x="91100" y="18699"/>
                    <a:pt x="91606" y="18699"/>
                  </a:cubicBezTo>
                  <a:cubicBezTo>
                    <a:pt x="91852" y="18086"/>
                    <a:pt x="92097" y="17472"/>
                    <a:pt x="92350" y="16839"/>
                  </a:cubicBezTo>
                  <a:cubicBezTo>
                    <a:pt x="92596" y="16225"/>
                    <a:pt x="92841" y="15611"/>
                    <a:pt x="93094" y="14979"/>
                  </a:cubicBezTo>
                  <a:cubicBezTo>
                    <a:pt x="93586" y="14979"/>
                    <a:pt x="94077" y="14979"/>
                    <a:pt x="94583" y="14979"/>
                  </a:cubicBezTo>
                  <a:cubicBezTo>
                    <a:pt x="94828" y="14365"/>
                    <a:pt x="95074" y="13751"/>
                    <a:pt x="95327" y="13118"/>
                  </a:cubicBezTo>
                  <a:cubicBezTo>
                    <a:pt x="95572" y="12505"/>
                    <a:pt x="95818" y="11891"/>
                    <a:pt x="96071" y="11258"/>
                  </a:cubicBezTo>
                  <a:cubicBezTo>
                    <a:pt x="96562" y="11258"/>
                    <a:pt x="97053" y="11258"/>
                    <a:pt x="97559" y="11258"/>
                  </a:cubicBezTo>
                  <a:cubicBezTo>
                    <a:pt x="97815" y="10268"/>
                    <a:pt x="98062" y="9275"/>
                    <a:pt x="98303" y="8282"/>
                  </a:cubicBezTo>
                  <a:cubicBezTo>
                    <a:pt x="98794" y="8036"/>
                    <a:pt x="99286" y="7790"/>
                    <a:pt x="99792" y="7537"/>
                  </a:cubicBezTo>
                  <a:cubicBezTo>
                    <a:pt x="100160" y="6778"/>
                    <a:pt x="100160" y="6778"/>
                    <a:pt x="100536" y="6003"/>
                  </a:cubicBezTo>
                  <a:cubicBezTo>
                    <a:pt x="100781" y="5527"/>
                    <a:pt x="101027" y="5051"/>
                    <a:pt x="101280" y="4561"/>
                  </a:cubicBezTo>
                  <a:cubicBezTo>
                    <a:pt x="101771" y="4561"/>
                    <a:pt x="102262" y="4561"/>
                    <a:pt x="102768" y="4561"/>
                  </a:cubicBezTo>
                  <a:cubicBezTo>
                    <a:pt x="102837" y="3651"/>
                    <a:pt x="102837" y="3651"/>
                    <a:pt x="102908" y="2724"/>
                  </a:cubicBezTo>
                  <a:cubicBezTo>
                    <a:pt x="103107" y="2102"/>
                    <a:pt x="103307" y="1481"/>
                    <a:pt x="103512" y="840"/>
                  </a:cubicBezTo>
                  <a:close/>
                </a:path>
              </a:pathLst>
            </a:custGeom>
            <a:grpFill/>
            <a:ln w="744" cap="flat">
              <a:noFill/>
              <a:prstDash val="solid"/>
              <a:miter/>
            </a:ln>
          </p:spPr>
          <p:txBody>
            <a:bodyPr rtlCol="0" anchor="ctr"/>
            <a:lstStyle/>
            <a:p>
              <a:endParaRPr lang="zh-CN" altLang="en-US"/>
            </a:p>
          </p:txBody>
        </p:sp>
        <p:sp>
          <p:nvSpPr>
            <p:cNvPr id="169" name="任意多边形: 形状 168"/>
            <p:cNvSpPr/>
            <p:nvPr/>
          </p:nvSpPr>
          <p:spPr>
            <a:xfrm>
              <a:off x="11621349" y="1394116"/>
              <a:ext cx="158991" cy="236372"/>
            </a:xfrm>
            <a:custGeom>
              <a:avLst/>
              <a:gdLst>
                <a:gd name="connsiteX0" fmla="*/ 30094 w 158994"/>
                <a:gd name="connsiteY0" fmla="*/ 30922 h 236364"/>
                <a:gd name="connsiteX1" fmla="*/ 30094 w 158994"/>
                <a:gd name="connsiteY1" fmla="*/ 205051 h 236364"/>
                <a:gd name="connsiteX2" fmla="*/ 80696 w 158994"/>
                <a:gd name="connsiteY2" fmla="*/ 205051 h 236364"/>
                <a:gd name="connsiteX3" fmla="*/ 80696 w 158994"/>
                <a:gd name="connsiteY3" fmla="*/ 202074 h 236364"/>
                <a:gd name="connsiteX4" fmla="*/ 85120 w 158994"/>
                <a:gd name="connsiteY4" fmla="*/ 202220 h 236364"/>
                <a:gd name="connsiteX5" fmla="*/ 86928 w 158994"/>
                <a:gd name="connsiteY5" fmla="*/ 202260 h 236364"/>
                <a:gd name="connsiteX6" fmla="*/ 93346 w 158994"/>
                <a:gd name="connsiteY6" fmla="*/ 202074 h 236364"/>
                <a:gd name="connsiteX7" fmla="*/ 94276 w 158994"/>
                <a:gd name="connsiteY7" fmla="*/ 200624 h 236364"/>
                <a:gd name="connsiteX8" fmla="*/ 94834 w 158994"/>
                <a:gd name="connsiteY8" fmla="*/ 199098 h 236364"/>
                <a:gd name="connsiteX9" fmla="*/ 96445 w 158994"/>
                <a:gd name="connsiteY9" fmla="*/ 198560 h 236364"/>
                <a:gd name="connsiteX10" fmla="*/ 101532 w 158994"/>
                <a:gd name="connsiteY10" fmla="*/ 197609 h 236364"/>
                <a:gd name="connsiteX11" fmla="*/ 101532 w 158994"/>
                <a:gd name="connsiteY11" fmla="*/ 195377 h 236364"/>
                <a:gd name="connsiteX12" fmla="*/ 105252 w 158994"/>
                <a:gd name="connsiteY12" fmla="*/ 194633 h 236364"/>
                <a:gd name="connsiteX13" fmla="*/ 105996 w 158994"/>
                <a:gd name="connsiteY13" fmla="*/ 191656 h 236364"/>
                <a:gd name="connsiteX14" fmla="*/ 109717 w 158994"/>
                <a:gd name="connsiteY14" fmla="*/ 191656 h 236364"/>
                <a:gd name="connsiteX15" fmla="*/ 110182 w 158994"/>
                <a:gd name="connsiteY15" fmla="*/ 190215 h 236364"/>
                <a:gd name="connsiteX16" fmla="*/ 110461 w 158994"/>
                <a:gd name="connsiteY16" fmla="*/ 188680 h 236364"/>
                <a:gd name="connsiteX17" fmla="*/ 112694 w 158994"/>
                <a:gd name="connsiteY17" fmla="*/ 187936 h 236364"/>
                <a:gd name="connsiteX18" fmla="*/ 112833 w 158994"/>
                <a:gd name="connsiteY18" fmla="*/ 186029 h 236364"/>
                <a:gd name="connsiteX19" fmla="*/ 112694 w 158994"/>
                <a:gd name="connsiteY19" fmla="*/ 184215 h 236364"/>
                <a:gd name="connsiteX20" fmla="*/ 114926 w 158994"/>
                <a:gd name="connsiteY20" fmla="*/ 184215 h 236364"/>
                <a:gd name="connsiteX21" fmla="*/ 115670 w 158994"/>
                <a:gd name="connsiteY21" fmla="*/ 179006 h 236364"/>
                <a:gd name="connsiteX22" fmla="*/ 117205 w 158994"/>
                <a:gd name="connsiteY22" fmla="*/ 178215 h 236364"/>
                <a:gd name="connsiteX23" fmla="*/ 118647 w 158994"/>
                <a:gd name="connsiteY23" fmla="*/ 177518 h 236364"/>
                <a:gd name="connsiteX24" fmla="*/ 118693 w 158994"/>
                <a:gd name="connsiteY24" fmla="*/ 175285 h 236364"/>
                <a:gd name="connsiteX25" fmla="*/ 118647 w 158994"/>
                <a:gd name="connsiteY25" fmla="*/ 173053 h 236364"/>
                <a:gd name="connsiteX26" fmla="*/ 120879 w 158994"/>
                <a:gd name="connsiteY26" fmla="*/ 171565 h 236364"/>
                <a:gd name="connsiteX27" fmla="*/ 121019 w 158994"/>
                <a:gd name="connsiteY27" fmla="*/ 168495 h 236364"/>
                <a:gd name="connsiteX28" fmla="*/ 120879 w 158994"/>
                <a:gd name="connsiteY28" fmla="*/ 165611 h 236364"/>
                <a:gd name="connsiteX29" fmla="*/ 123112 w 158994"/>
                <a:gd name="connsiteY29" fmla="*/ 165611 h 236364"/>
                <a:gd name="connsiteX30" fmla="*/ 123928 w 158994"/>
                <a:gd name="connsiteY30" fmla="*/ 161862 h 236364"/>
                <a:gd name="connsiteX31" fmla="*/ 123902 w 158994"/>
                <a:gd name="connsiteY31" fmla="*/ 159193 h 236364"/>
                <a:gd name="connsiteX32" fmla="*/ 123882 w 158994"/>
                <a:gd name="connsiteY32" fmla="*/ 156513 h 236364"/>
                <a:gd name="connsiteX33" fmla="*/ 123856 w 158994"/>
                <a:gd name="connsiteY33" fmla="*/ 154449 h 236364"/>
                <a:gd name="connsiteX34" fmla="*/ 126088 w 158994"/>
                <a:gd name="connsiteY34" fmla="*/ 154449 h 236364"/>
                <a:gd name="connsiteX35" fmla="*/ 126244 w 158994"/>
                <a:gd name="connsiteY35" fmla="*/ 148174 h 236364"/>
                <a:gd name="connsiteX36" fmla="*/ 126321 w 158994"/>
                <a:gd name="connsiteY36" fmla="*/ 145613 h 236364"/>
                <a:gd name="connsiteX37" fmla="*/ 126372 w 158994"/>
                <a:gd name="connsiteY37" fmla="*/ 143069 h 236364"/>
                <a:gd name="connsiteX38" fmla="*/ 126451 w 158994"/>
                <a:gd name="connsiteY38" fmla="*/ 140642 h 236364"/>
                <a:gd name="connsiteX39" fmla="*/ 126832 w 158994"/>
                <a:gd name="connsiteY39" fmla="*/ 136590 h 236364"/>
                <a:gd name="connsiteX40" fmla="*/ 129065 w 158994"/>
                <a:gd name="connsiteY40" fmla="*/ 135102 h 236364"/>
                <a:gd name="connsiteX41" fmla="*/ 129338 w 158994"/>
                <a:gd name="connsiteY41" fmla="*/ 133615 h 236364"/>
                <a:gd name="connsiteX42" fmla="*/ 129330 w 158994"/>
                <a:gd name="connsiteY42" fmla="*/ 131769 h 236364"/>
                <a:gd name="connsiteX43" fmla="*/ 129337 w 158994"/>
                <a:gd name="connsiteY43" fmla="*/ 129677 h 236364"/>
                <a:gd name="connsiteX44" fmla="*/ 129309 w 158994"/>
                <a:gd name="connsiteY44" fmla="*/ 127410 h 236364"/>
                <a:gd name="connsiteX45" fmla="*/ 129297 w 158994"/>
                <a:gd name="connsiteY45" fmla="*/ 122684 h 236364"/>
                <a:gd name="connsiteX46" fmla="*/ 129243 w 158994"/>
                <a:gd name="connsiteY46" fmla="*/ 115213 h 236364"/>
                <a:gd name="connsiteX47" fmla="*/ 129229 w 158994"/>
                <a:gd name="connsiteY47" fmla="*/ 110345 h 236364"/>
                <a:gd name="connsiteX48" fmla="*/ 129216 w 158994"/>
                <a:gd name="connsiteY48" fmla="*/ 108016 h 236364"/>
                <a:gd name="connsiteX49" fmla="*/ 129206 w 158994"/>
                <a:gd name="connsiteY49" fmla="*/ 105759 h 236364"/>
                <a:gd name="connsiteX50" fmla="*/ 129185 w 158994"/>
                <a:gd name="connsiteY50" fmla="*/ 103652 h 236364"/>
                <a:gd name="connsiteX51" fmla="*/ 128321 w 158994"/>
                <a:gd name="connsiteY51" fmla="*/ 97151 h 236364"/>
                <a:gd name="connsiteX52" fmla="*/ 126832 w 158994"/>
                <a:gd name="connsiteY52" fmla="*/ 96406 h 236364"/>
                <a:gd name="connsiteX53" fmla="*/ 126630 w 158994"/>
                <a:gd name="connsiteY53" fmla="*/ 94694 h 236364"/>
                <a:gd name="connsiteX54" fmla="*/ 126603 w 158994"/>
                <a:gd name="connsiteY54" fmla="*/ 92453 h 236364"/>
                <a:gd name="connsiteX55" fmla="*/ 126507 w 158994"/>
                <a:gd name="connsiteY55" fmla="*/ 87477 h 236364"/>
                <a:gd name="connsiteX56" fmla="*/ 126476 w 158994"/>
                <a:gd name="connsiteY56" fmla="*/ 84925 h 236364"/>
                <a:gd name="connsiteX57" fmla="*/ 126417 w 158994"/>
                <a:gd name="connsiteY57" fmla="*/ 82500 h 236364"/>
                <a:gd name="connsiteX58" fmla="*/ 126088 w 158994"/>
                <a:gd name="connsiteY58" fmla="*/ 78547 h 236364"/>
                <a:gd name="connsiteX59" fmla="*/ 123856 w 158994"/>
                <a:gd name="connsiteY59" fmla="*/ 77803 h 236364"/>
                <a:gd name="connsiteX60" fmla="*/ 123763 w 158994"/>
                <a:gd name="connsiteY60" fmla="*/ 74919 h 236364"/>
                <a:gd name="connsiteX61" fmla="*/ 123112 w 158994"/>
                <a:gd name="connsiteY61" fmla="*/ 69617 h 236364"/>
                <a:gd name="connsiteX62" fmla="*/ 120879 w 158994"/>
                <a:gd name="connsiteY62" fmla="*/ 68873 h 236364"/>
                <a:gd name="connsiteX63" fmla="*/ 119809 w 158994"/>
                <a:gd name="connsiteY63" fmla="*/ 62455 h 236364"/>
                <a:gd name="connsiteX64" fmla="*/ 118647 w 158994"/>
                <a:gd name="connsiteY64" fmla="*/ 61432 h 236364"/>
                <a:gd name="connsiteX65" fmla="*/ 117903 w 158994"/>
                <a:gd name="connsiteY65" fmla="*/ 57711 h 236364"/>
                <a:gd name="connsiteX66" fmla="*/ 115670 w 158994"/>
                <a:gd name="connsiteY66" fmla="*/ 56967 h 236364"/>
                <a:gd name="connsiteX67" fmla="*/ 115670 w 158994"/>
                <a:gd name="connsiteY67" fmla="*/ 54734 h 236364"/>
                <a:gd name="connsiteX68" fmla="*/ 111019 w 158994"/>
                <a:gd name="connsiteY68" fmla="*/ 48642 h 236364"/>
                <a:gd name="connsiteX69" fmla="*/ 109717 w 158994"/>
                <a:gd name="connsiteY69" fmla="*/ 48037 h 236364"/>
                <a:gd name="connsiteX70" fmla="*/ 109717 w 158994"/>
                <a:gd name="connsiteY70" fmla="*/ 45061 h 236364"/>
                <a:gd name="connsiteX71" fmla="*/ 107857 w 158994"/>
                <a:gd name="connsiteY71" fmla="*/ 44642 h 236364"/>
                <a:gd name="connsiteX72" fmla="*/ 105996 w 158994"/>
                <a:gd name="connsiteY72" fmla="*/ 44317 h 236364"/>
                <a:gd name="connsiteX73" fmla="*/ 105996 w 158994"/>
                <a:gd name="connsiteY73" fmla="*/ 42084 h 236364"/>
                <a:gd name="connsiteX74" fmla="*/ 102276 w 158994"/>
                <a:gd name="connsiteY74" fmla="*/ 40596 h 236364"/>
                <a:gd name="connsiteX75" fmla="*/ 101532 w 158994"/>
                <a:gd name="connsiteY75" fmla="*/ 37619 h 236364"/>
                <a:gd name="connsiteX76" fmla="*/ 98927 w 158994"/>
                <a:gd name="connsiteY76" fmla="*/ 37201 h 236364"/>
                <a:gd name="connsiteX77" fmla="*/ 96323 w 158994"/>
                <a:gd name="connsiteY77" fmla="*/ 36875 h 236364"/>
                <a:gd name="connsiteX78" fmla="*/ 95578 w 158994"/>
                <a:gd name="connsiteY78" fmla="*/ 34643 h 236364"/>
                <a:gd name="connsiteX79" fmla="*/ 94208 w 158994"/>
                <a:gd name="connsiteY79" fmla="*/ 34448 h 236364"/>
                <a:gd name="connsiteX80" fmla="*/ 92439 w 158994"/>
                <a:gd name="connsiteY80" fmla="*/ 34555 h 236364"/>
                <a:gd name="connsiteX81" fmla="*/ 88509 w 158994"/>
                <a:gd name="connsiteY81" fmla="*/ 34736 h 236364"/>
                <a:gd name="connsiteX82" fmla="*/ 86495 w 158994"/>
                <a:gd name="connsiteY82" fmla="*/ 34861 h 236364"/>
                <a:gd name="connsiteX83" fmla="*/ 84579 w 158994"/>
                <a:gd name="connsiteY83" fmla="*/ 34928 h 236364"/>
                <a:gd name="connsiteX84" fmla="*/ 81440 w 158994"/>
                <a:gd name="connsiteY84" fmla="*/ 34643 h 236364"/>
                <a:gd name="connsiteX85" fmla="*/ 80696 w 158994"/>
                <a:gd name="connsiteY85" fmla="*/ 30922 h 236364"/>
                <a:gd name="connsiteX86" fmla="*/ 30094 w 158994"/>
                <a:gd name="connsiteY86" fmla="*/ 30922 h 236364"/>
                <a:gd name="connsiteX87" fmla="*/ 92189 w 158994"/>
                <a:gd name="connsiteY87" fmla="*/ 0 h 236364"/>
                <a:gd name="connsiteX88" fmla="*/ 94696 w 158994"/>
                <a:gd name="connsiteY88" fmla="*/ 12 h 236364"/>
                <a:gd name="connsiteX89" fmla="*/ 96889 w 158994"/>
                <a:gd name="connsiteY89" fmla="*/ 4 h 236364"/>
                <a:gd name="connsiteX90" fmla="*/ 98515 w 158994"/>
                <a:gd name="connsiteY90" fmla="*/ 370 h 236364"/>
                <a:gd name="connsiteX91" fmla="*/ 99259 w 158994"/>
                <a:gd name="connsiteY91" fmla="*/ 3347 h 236364"/>
                <a:gd name="connsiteX92" fmla="*/ 104096 w 158994"/>
                <a:gd name="connsiteY92" fmla="*/ 3347 h 236364"/>
                <a:gd name="connsiteX93" fmla="*/ 108933 w 158994"/>
                <a:gd name="connsiteY93" fmla="*/ 3347 h 236364"/>
                <a:gd name="connsiteX94" fmla="*/ 109677 w 158994"/>
                <a:gd name="connsiteY94" fmla="*/ 6323 h 236364"/>
                <a:gd name="connsiteX95" fmla="*/ 114886 w 158994"/>
                <a:gd name="connsiteY95" fmla="*/ 7068 h 236364"/>
                <a:gd name="connsiteX96" fmla="*/ 114886 w 158994"/>
                <a:gd name="connsiteY96" fmla="*/ 10044 h 236364"/>
                <a:gd name="connsiteX97" fmla="*/ 120095 w 158994"/>
                <a:gd name="connsiteY97" fmla="*/ 10788 h 236364"/>
                <a:gd name="connsiteX98" fmla="*/ 120095 w 158994"/>
                <a:gd name="connsiteY98" fmla="*/ 13765 h 236364"/>
                <a:gd name="connsiteX99" fmla="*/ 122653 w 158994"/>
                <a:gd name="connsiteY99" fmla="*/ 13579 h 236364"/>
                <a:gd name="connsiteX100" fmla="*/ 125304 w 158994"/>
                <a:gd name="connsiteY100" fmla="*/ 13765 h 236364"/>
                <a:gd name="connsiteX101" fmla="*/ 126048 w 158994"/>
                <a:gd name="connsiteY101" fmla="*/ 16741 h 236364"/>
                <a:gd name="connsiteX102" fmla="*/ 128280 w 158994"/>
                <a:gd name="connsiteY102" fmla="*/ 18230 h 236364"/>
                <a:gd name="connsiteX103" fmla="*/ 129024 w 158994"/>
                <a:gd name="connsiteY103" fmla="*/ 20462 h 236364"/>
                <a:gd name="connsiteX104" fmla="*/ 131257 w 158994"/>
                <a:gd name="connsiteY104" fmla="*/ 21206 h 236364"/>
                <a:gd name="connsiteX105" fmla="*/ 132001 w 158994"/>
                <a:gd name="connsiteY105" fmla="*/ 24183 h 236364"/>
                <a:gd name="connsiteX106" fmla="*/ 134233 w 158994"/>
                <a:gd name="connsiteY106" fmla="*/ 25671 h 236364"/>
                <a:gd name="connsiteX107" fmla="*/ 134233 w 158994"/>
                <a:gd name="connsiteY107" fmla="*/ 27904 h 236364"/>
                <a:gd name="connsiteX108" fmla="*/ 136466 w 158994"/>
                <a:gd name="connsiteY108" fmla="*/ 28648 h 236364"/>
                <a:gd name="connsiteX109" fmla="*/ 136838 w 158994"/>
                <a:gd name="connsiteY109" fmla="*/ 30182 h 236364"/>
                <a:gd name="connsiteX110" fmla="*/ 137210 w 158994"/>
                <a:gd name="connsiteY110" fmla="*/ 31624 h 236364"/>
                <a:gd name="connsiteX111" fmla="*/ 139442 w 158994"/>
                <a:gd name="connsiteY111" fmla="*/ 31624 h 236364"/>
                <a:gd name="connsiteX112" fmla="*/ 140931 w 158994"/>
                <a:gd name="connsiteY112" fmla="*/ 36089 h 236364"/>
                <a:gd name="connsiteX113" fmla="*/ 142419 w 158994"/>
                <a:gd name="connsiteY113" fmla="*/ 36833 h 236364"/>
                <a:gd name="connsiteX114" fmla="*/ 142745 w 158994"/>
                <a:gd name="connsiteY114" fmla="*/ 38694 h 236364"/>
                <a:gd name="connsiteX115" fmla="*/ 143163 w 158994"/>
                <a:gd name="connsiteY115" fmla="*/ 40554 h 236364"/>
                <a:gd name="connsiteX116" fmla="*/ 145396 w 158994"/>
                <a:gd name="connsiteY116" fmla="*/ 41298 h 236364"/>
                <a:gd name="connsiteX117" fmla="*/ 145837 w 158994"/>
                <a:gd name="connsiteY117" fmla="*/ 46484 h 236364"/>
                <a:gd name="connsiteX118" fmla="*/ 146140 w 158994"/>
                <a:gd name="connsiteY118" fmla="*/ 47995 h 236364"/>
                <a:gd name="connsiteX119" fmla="*/ 148372 w 158994"/>
                <a:gd name="connsiteY119" fmla="*/ 48739 h 236364"/>
                <a:gd name="connsiteX120" fmla="*/ 149116 w 158994"/>
                <a:gd name="connsiteY120" fmla="*/ 53948 h 236364"/>
                <a:gd name="connsiteX121" fmla="*/ 150605 w 158994"/>
                <a:gd name="connsiteY121" fmla="*/ 54693 h 236364"/>
                <a:gd name="connsiteX122" fmla="*/ 151020 w 158994"/>
                <a:gd name="connsiteY122" fmla="*/ 60460 h 236364"/>
                <a:gd name="connsiteX123" fmla="*/ 151349 w 158994"/>
                <a:gd name="connsiteY123" fmla="*/ 62134 h 236364"/>
                <a:gd name="connsiteX124" fmla="*/ 153581 w 158994"/>
                <a:gd name="connsiteY124" fmla="*/ 62878 h 236364"/>
                <a:gd name="connsiteX125" fmla="*/ 154023 w 158994"/>
                <a:gd name="connsiteY125" fmla="*/ 70971 h 236364"/>
                <a:gd name="connsiteX126" fmla="*/ 154325 w 158994"/>
                <a:gd name="connsiteY126" fmla="*/ 73296 h 236364"/>
                <a:gd name="connsiteX127" fmla="*/ 156558 w 158994"/>
                <a:gd name="connsiteY127" fmla="*/ 74040 h 236364"/>
                <a:gd name="connsiteX128" fmla="*/ 156886 w 158994"/>
                <a:gd name="connsiteY128" fmla="*/ 77668 h 236364"/>
                <a:gd name="connsiteX129" fmla="*/ 156946 w 158994"/>
                <a:gd name="connsiteY129" fmla="*/ 79889 h 236364"/>
                <a:gd name="connsiteX130" fmla="*/ 156976 w 158994"/>
                <a:gd name="connsiteY130" fmla="*/ 82226 h 236364"/>
                <a:gd name="connsiteX131" fmla="*/ 157072 w 158994"/>
                <a:gd name="connsiteY131" fmla="*/ 86784 h 236364"/>
                <a:gd name="connsiteX132" fmla="*/ 157100 w 158994"/>
                <a:gd name="connsiteY132" fmla="*/ 88836 h 236364"/>
                <a:gd name="connsiteX133" fmla="*/ 157302 w 158994"/>
                <a:gd name="connsiteY133" fmla="*/ 90411 h 236364"/>
                <a:gd name="connsiteX134" fmla="*/ 158790 w 158994"/>
                <a:gd name="connsiteY134" fmla="*/ 91155 h 236364"/>
                <a:gd name="connsiteX135" fmla="*/ 158983 w 158994"/>
                <a:gd name="connsiteY135" fmla="*/ 95942 h 236364"/>
                <a:gd name="connsiteX136" fmla="*/ 158991 w 158994"/>
                <a:gd name="connsiteY136" fmla="*/ 97456 h 236364"/>
                <a:gd name="connsiteX137" fmla="*/ 158988 w 158994"/>
                <a:gd name="connsiteY137" fmla="*/ 102434 h 236364"/>
                <a:gd name="connsiteX138" fmla="*/ 158992 w 158994"/>
                <a:gd name="connsiteY138" fmla="*/ 105879 h 236364"/>
                <a:gd name="connsiteX139" fmla="*/ 158984 w 158994"/>
                <a:gd name="connsiteY139" fmla="*/ 113108 h 236364"/>
                <a:gd name="connsiteX140" fmla="*/ 158989 w 158994"/>
                <a:gd name="connsiteY140" fmla="*/ 122395 h 236364"/>
                <a:gd name="connsiteX141" fmla="*/ 158989 w 158994"/>
                <a:gd name="connsiteY141" fmla="*/ 129511 h 236364"/>
                <a:gd name="connsiteX142" fmla="*/ 158993 w 158994"/>
                <a:gd name="connsiteY142" fmla="*/ 132936 h 236364"/>
                <a:gd name="connsiteX143" fmla="*/ 158983 w 158994"/>
                <a:gd name="connsiteY143" fmla="*/ 137715 h 236364"/>
                <a:gd name="connsiteX144" fmla="*/ 158979 w 158994"/>
                <a:gd name="connsiteY144" fmla="*/ 140467 h 236364"/>
                <a:gd name="connsiteX145" fmla="*/ 158790 w 158994"/>
                <a:gd name="connsiteY145" fmla="*/ 142501 h 236364"/>
                <a:gd name="connsiteX146" fmla="*/ 157302 w 158994"/>
                <a:gd name="connsiteY146" fmla="*/ 143245 h 236364"/>
                <a:gd name="connsiteX147" fmla="*/ 157072 w 158994"/>
                <a:gd name="connsiteY147" fmla="*/ 146847 h 236364"/>
                <a:gd name="connsiteX148" fmla="*/ 157016 w 158994"/>
                <a:gd name="connsiteY148" fmla="*/ 149057 h 236364"/>
                <a:gd name="connsiteX149" fmla="*/ 156946 w 158994"/>
                <a:gd name="connsiteY149" fmla="*/ 153703 h 236364"/>
                <a:gd name="connsiteX150" fmla="*/ 156886 w 158994"/>
                <a:gd name="connsiteY150" fmla="*/ 155916 h 236364"/>
                <a:gd name="connsiteX151" fmla="*/ 156856 w 158994"/>
                <a:gd name="connsiteY151" fmla="*/ 157956 h 236364"/>
                <a:gd name="connsiteX152" fmla="*/ 156558 w 158994"/>
                <a:gd name="connsiteY152" fmla="*/ 159616 h 236364"/>
                <a:gd name="connsiteX153" fmla="*/ 154325 w 158994"/>
                <a:gd name="connsiteY153" fmla="*/ 161105 h 236364"/>
                <a:gd name="connsiteX154" fmla="*/ 153883 w 158994"/>
                <a:gd name="connsiteY154" fmla="*/ 168642 h 236364"/>
                <a:gd name="connsiteX155" fmla="*/ 153581 w 158994"/>
                <a:gd name="connsiteY155" fmla="*/ 170779 h 236364"/>
                <a:gd name="connsiteX156" fmla="*/ 151349 w 158994"/>
                <a:gd name="connsiteY156" fmla="*/ 171523 h 236364"/>
                <a:gd name="connsiteX157" fmla="*/ 150977 w 158994"/>
                <a:gd name="connsiteY157" fmla="*/ 175522 h 236364"/>
                <a:gd name="connsiteX158" fmla="*/ 149462 w 158994"/>
                <a:gd name="connsiteY158" fmla="*/ 180941 h 236364"/>
                <a:gd name="connsiteX159" fmla="*/ 148372 w 158994"/>
                <a:gd name="connsiteY159" fmla="*/ 181941 h 236364"/>
                <a:gd name="connsiteX160" fmla="*/ 148419 w 158994"/>
                <a:gd name="connsiteY160" fmla="*/ 184266 h 236364"/>
                <a:gd name="connsiteX161" fmla="*/ 148372 w 158994"/>
                <a:gd name="connsiteY161" fmla="*/ 186405 h 236364"/>
                <a:gd name="connsiteX162" fmla="*/ 146884 w 158994"/>
                <a:gd name="connsiteY162" fmla="*/ 186702 h 236364"/>
                <a:gd name="connsiteX163" fmla="*/ 145396 w 158994"/>
                <a:gd name="connsiteY163" fmla="*/ 187150 h 236364"/>
                <a:gd name="connsiteX164" fmla="*/ 145349 w 158994"/>
                <a:gd name="connsiteY164" fmla="*/ 190498 h 236364"/>
                <a:gd name="connsiteX165" fmla="*/ 145396 w 158994"/>
                <a:gd name="connsiteY165" fmla="*/ 193847 h 236364"/>
                <a:gd name="connsiteX166" fmla="*/ 143163 w 158994"/>
                <a:gd name="connsiteY166" fmla="*/ 194591 h 236364"/>
                <a:gd name="connsiteX167" fmla="*/ 142791 w 158994"/>
                <a:gd name="connsiteY167" fmla="*/ 196498 h 236364"/>
                <a:gd name="connsiteX168" fmla="*/ 142419 w 158994"/>
                <a:gd name="connsiteY168" fmla="*/ 198312 h 236364"/>
                <a:gd name="connsiteX169" fmla="*/ 140187 w 158994"/>
                <a:gd name="connsiteY169" fmla="*/ 198312 h 236364"/>
                <a:gd name="connsiteX170" fmla="*/ 140326 w 158994"/>
                <a:gd name="connsiteY170" fmla="*/ 200079 h 236364"/>
                <a:gd name="connsiteX171" fmla="*/ 140187 w 158994"/>
                <a:gd name="connsiteY171" fmla="*/ 202032 h 236364"/>
                <a:gd name="connsiteX172" fmla="*/ 137954 w 158994"/>
                <a:gd name="connsiteY172" fmla="*/ 203521 h 236364"/>
                <a:gd name="connsiteX173" fmla="*/ 137210 w 158994"/>
                <a:gd name="connsiteY173" fmla="*/ 205428 h 236364"/>
                <a:gd name="connsiteX174" fmla="*/ 136466 w 158994"/>
                <a:gd name="connsiteY174" fmla="*/ 207241 h 236364"/>
                <a:gd name="connsiteX175" fmla="*/ 134233 w 158994"/>
                <a:gd name="connsiteY175" fmla="*/ 207986 h 236364"/>
                <a:gd name="connsiteX176" fmla="*/ 133861 w 158994"/>
                <a:gd name="connsiteY176" fmla="*/ 209474 h 236364"/>
                <a:gd name="connsiteX177" fmla="*/ 133489 w 158994"/>
                <a:gd name="connsiteY177" fmla="*/ 210962 h 236364"/>
                <a:gd name="connsiteX178" fmla="*/ 131257 w 158994"/>
                <a:gd name="connsiteY178" fmla="*/ 211706 h 236364"/>
                <a:gd name="connsiteX179" fmla="*/ 131257 w 158994"/>
                <a:gd name="connsiteY179" fmla="*/ 214683 h 236364"/>
                <a:gd name="connsiteX180" fmla="*/ 128280 w 158994"/>
                <a:gd name="connsiteY180" fmla="*/ 216171 h 236364"/>
                <a:gd name="connsiteX181" fmla="*/ 123816 w 158994"/>
                <a:gd name="connsiteY181" fmla="*/ 222124 h 236364"/>
                <a:gd name="connsiteX182" fmla="*/ 121955 w 158994"/>
                <a:gd name="connsiteY182" fmla="*/ 222031 h 236364"/>
                <a:gd name="connsiteX183" fmla="*/ 120095 w 158994"/>
                <a:gd name="connsiteY183" fmla="*/ 222124 h 236364"/>
                <a:gd name="connsiteX184" fmla="*/ 119723 w 158994"/>
                <a:gd name="connsiteY184" fmla="*/ 223985 h 236364"/>
                <a:gd name="connsiteX185" fmla="*/ 119351 w 158994"/>
                <a:gd name="connsiteY185" fmla="*/ 225845 h 236364"/>
                <a:gd name="connsiteX186" fmla="*/ 115630 w 158994"/>
                <a:gd name="connsiteY186" fmla="*/ 225845 h 236364"/>
                <a:gd name="connsiteX187" fmla="*/ 115005 w 158994"/>
                <a:gd name="connsiteY187" fmla="*/ 227319 h 236364"/>
                <a:gd name="connsiteX188" fmla="*/ 114142 w 158994"/>
                <a:gd name="connsiteY188" fmla="*/ 228821 h 236364"/>
                <a:gd name="connsiteX189" fmla="*/ 110328 w 158994"/>
                <a:gd name="connsiteY189" fmla="*/ 229008 h 236364"/>
                <a:gd name="connsiteX190" fmla="*/ 108276 w 158994"/>
                <a:gd name="connsiteY190" fmla="*/ 228926 h 236364"/>
                <a:gd name="connsiteX191" fmla="*/ 106700 w 158994"/>
                <a:gd name="connsiteY191" fmla="*/ 228821 h 236364"/>
                <a:gd name="connsiteX192" fmla="*/ 106700 w 158994"/>
                <a:gd name="connsiteY192" fmla="*/ 232542 h 236364"/>
                <a:gd name="connsiteX193" fmla="*/ 95538 w 158994"/>
                <a:gd name="connsiteY193" fmla="*/ 232542 h 236364"/>
                <a:gd name="connsiteX194" fmla="*/ 95538 w 158994"/>
                <a:gd name="connsiteY194" fmla="*/ 235519 h 236364"/>
                <a:gd name="connsiteX195" fmla="*/ 78671 w 158994"/>
                <a:gd name="connsiteY195" fmla="*/ 236359 h 236364"/>
                <a:gd name="connsiteX196" fmla="*/ 76171 w 158994"/>
                <a:gd name="connsiteY196" fmla="*/ 236363 h 236364"/>
                <a:gd name="connsiteX197" fmla="*/ 68075 w 158994"/>
                <a:gd name="connsiteY197" fmla="*/ 236362 h 236364"/>
                <a:gd name="connsiteX198" fmla="*/ 62420 w 158994"/>
                <a:gd name="connsiteY198" fmla="*/ 236364 h 236364"/>
                <a:gd name="connsiteX199" fmla="*/ 50614 w 158994"/>
                <a:gd name="connsiteY199" fmla="*/ 236360 h 236364"/>
                <a:gd name="connsiteX200" fmla="*/ 36970 w 158994"/>
                <a:gd name="connsiteY200" fmla="*/ 236361 h 236364"/>
                <a:gd name="connsiteX201" fmla="*/ 23807 w 158994"/>
                <a:gd name="connsiteY201" fmla="*/ 236362 h 236364"/>
                <a:gd name="connsiteX202" fmla="*/ 18217 w 158994"/>
                <a:gd name="connsiteY202" fmla="*/ 236364 h 236364"/>
                <a:gd name="connsiteX203" fmla="*/ 10431 w 158994"/>
                <a:gd name="connsiteY203" fmla="*/ 236359 h 236364"/>
                <a:gd name="connsiteX204" fmla="*/ 8091 w 158994"/>
                <a:gd name="connsiteY204" fmla="*/ 236364 h 236364"/>
                <a:gd name="connsiteX205" fmla="*/ 5955 w 158994"/>
                <a:gd name="connsiteY205" fmla="*/ 236357 h 236364"/>
                <a:gd name="connsiteX206" fmla="*/ 4097 w 158994"/>
                <a:gd name="connsiteY206" fmla="*/ 236357 h 236364"/>
                <a:gd name="connsiteX207" fmla="*/ 288 w 158994"/>
                <a:gd name="connsiteY207" fmla="*/ 235519 h 236364"/>
                <a:gd name="connsiteX208" fmla="*/ 13 w 158994"/>
                <a:gd name="connsiteY208" fmla="*/ 231755 h 236364"/>
                <a:gd name="connsiteX209" fmla="*/ 0 w 158994"/>
                <a:gd name="connsiteY209" fmla="*/ 229268 h 236364"/>
                <a:gd name="connsiteX210" fmla="*/ 20 w 158994"/>
                <a:gd name="connsiteY210" fmla="*/ 226502 h 236364"/>
                <a:gd name="connsiteX211" fmla="*/ 14 w 158994"/>
                <a:gd name="connsiteY211" fmla="*/ 223590 h 236364"/>
                <a:gd name="connsiteX212" fmla="*/ 29 w 158994"/>
                <a:gd name="connsiteY212" fmla="*/ 215552 h 236364"/>
                <a:gd name="connsiteX213" fmla="*/ 34 w 158994"/>
                <a:gd name="connsiteY213" fmla="*/ 206898 h 236364"/>
                <a:gd name="connsiteX214" fmla="*/ 52 w 158994"/>
                <a:gd name="connsiteY214" fmla="*/ 191892 h 236364"/>
                <a:gd name="connsiteX215" fmla="*/ 79 w 158994"/>
                <a:gd name="connsiteY215" fmla="*/ 170195 h 236364"/>
                <a:gd name="connsiteX216" fmla="*/ 120 w 158994"/>
                <a:gd name="connsiteY216" fmla="*/ 134996 h 236364"/>
                <a:gd name="connsiteX217" fmla="*/ 166 w 158994"/>
                <a:gd name="connsiteY217" fmla="*/ 100796 h 236364"/>
                <a:gd name="connsiteX218" fmla="*/ 167 w 158994"/>
                <a:gd name="connsiteY218" fmla="*/ 98668 h 236364"/>
                <a:gd name="connsiteX219" fmla="*/ 176 w 158994"/>
                <a:gd name="connsiteY219" fmla="*/ 88100 h 236364"/>
                <a:gd name="connsiteX220" fmla="*/ 288 w 158994"/>
                <a:gd name="connsiteY220" fmla="*/ 370 h 236364"/>
                <a:gd name="connsiteX221" fmla="*/ 38671 w 158994"/>
                <a:gd name="connsiteY221" fmla="*/ 216 h 236364"/>
                <a:gd name="connsiteX222" fmla="*/ 56492 w 158994"/>
                <a:gd name="connsiteY222" fmla="*/ 146 h 236364"/>
                <a:gd name="connsiteX223" fmla="*/ 72019 w 158994"/>
                <a:gd name="connsiteY223" fmla="*/ 90 h 236364"/>
                <a:gd name="connsiteX224" fmla="*/ 80245 w 158994"/>
                <a:gd name="connsiteY224" fmla="*/ 56 h 236364"/>
                <a:gd name="connsiteX225" fmla="*/ 89413 w 158994"/>
                <a:gd name="connsiteY225" fmla="*/ 32 h 236364"/>
                <a:gd name="connsiteX226" fmla="*/ 92189 w 158994"/>
                <a:gd name="connsiteY226"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58994" h="236364">
                  <a:moveTo>
                    <a:pt x="30094" y="30922"/>
                  </a:moveTo>
                  <a:cubicBezTo>
                    <a:pt x="30094" y="90126"/>
                    <a:pt x="30094" y="147588"/>
                    <a:pt x="30094" y="205051"/>
                  </a:cubicBezTo>
                  <a:cubicBezTo>
                    <a:pt x="47299" y="205051"/>
                    <a:pt x="63997" y="205051"/>
                    <a:pt x="80696" y="205051"/>
                  </a:cubicBezTo>
                  <a:cubicBezTo>
                    <a:pt x="80696" y="204039"/>
                    <a:pt x="80696" y="203057"/>
                    <a:pt x="80696" y="202074"/>
                  </a:cubicBezTo>
                  <a:cubicBezTo>
                    <a:pt x="82170" y="202131"/>
                    <a:pt x="83645" y="202185"/>
                    <a:pt x="85120" y="202220"/>
                  </a:cubicBezTo>
                  <a:cubicBezTo>
                    <a:pt x="85734" y="202234"/>
                    <a:pt x="86331" y="202247"/>
                    <a:pt x="86928" y="202260"/>
                  </a:cubicBezTo>
                  <a:cubicBezTo>
                    <a:pt x="89153" y="202354"/>
                    <a:pt x="91109" y="202298"/>
                    <a:pt x="93346" y="202074"/>
                  </a:cubicBezTo>
                  <a:cubicBezTo>
                    <a:pt x="93662" y="201581"/>
                    <a:pt x="93969" y="201102"/>
                    <a:pt x="94276" y="200624"/>
                  </a:cubicBezTo>
                  <a:cubicBezTo>
                    <a:pt x="94558" y="199853"/>
                    <a:pt x="94558" y="199853"/>
                    <a:pt x="94834" y="199098"/>
                  </a:cubicBezTo>
                  <a:cubicBezTo>
                    <a:pt x="95382" y="198915"/>
                    <a:pt x="95913" y="198737"/>
                    <a:pt x="96445" y="198560"/>
                  </a:cubicBezTo>
                  <a:cubicBezTo>
                    <a:pt x="98188" y="198319"/>
                    <a:pt x="99849" y="198132"/>
                    <a:pt x="101532" y="197609"/>
                  </a:cubicBezTo>
                  <a:cubicBezTo>
                    <a:pt x="101532" y="196850"/>
                    <a:pt x="101532" y="196114"/>
                    <a:pt x="101532" y="195377"/>
                  </a:cubicBezTo>
                  <a:cubicBezTo>
                    <a:pt x="102776" y="195154"/>
                    <a:pt x="104017" y="194904"/>
                    <a:pt x="105252" y="194633"/>
                  </a:cubicBezTo>
                  <a:cubicBezTo>
                    <a:pt x="105493" y="193639"/>
                    <a:pt x="105741" y="192647"/>
                    <a:pt x="105996" y="191656"/>
                  </a:cubicBezTo>
                  <a:cubicBezTo>
                    <a:pt x="107237" y="191656"/>
                    <a:pt x="108477" y="191656"/>
                    <a:pt x="109717" y="191656"/>
                  </a:cubicBezTo>
                  <a:cubicBezTo>
                    <a:pt x="109875" y="191166"/>
                    <a:pt x="110029" y="190690"/>
                    <a:pt x="110182" y="190215"/>
                  </a:cubicBezTo>
                  <a:cubicBezTo>
                    <a:pt x="110277" y="189693"/>
                    <a:pt x="110369" y="189186"/>
                    <a:pt x="110461" y="188680"/>
                  </a:cubicBezTo>
                  <a:cubicBezTo>
                    <a:pt x="111220" y="188427"/>
                    <a:pt x="111957" y="188181"/>
                    <a:pt x="112694" y="187936"/>
                  </a:cubicBezTo>
                  <a:cubicBezTo>
                    <a:pt x="112741" y="187287"/>
                    <a:pt x="112787" y="186658"/>
                    <a:pt x="112833" y="186029"/>
                  </a:cubicBezTo>
                  <a:cubicBezTo>
                    <a:pt x="112786" y="185412"/>
                    <a:pt x="112740" y="184814"/>
                    <a:pt x="112694" y="184215"/>
                  </a:cubicBezTo>
                  <a:cubicBezTo>
                    <a:pt x="113453" y="184215"/>
                    <a:pt x="114189" y="184215"/>
                    <a:pt x="114926" y="184215"/>
                  </a:cubicBezTo>
                  <a:cubicBezTo>
                    <a:pt x="115061" y="181657"/>
                    <a:pt x="115061" y="181657"/>
                    <a:pt x="115670" y="179006"/>
                  </a:cubicBezTo>
                  <a:cubicBezTo>
                    <a:pt x="116192" y="178737"/>
                    <a:pt x="116698" y="178476"/>
                    <a:pt x="117205" y="178215"/>
                  </a:cubicBezTo>
                  <a:cubicBezTo>
                    <a:pt x="117695" y="177978"/>
                    <a:pt x="118171" y="177748"/>
                    <a:pt x="118647" y="177518"/>
                  </a:cubicBezTo>
                  <a:cubicBezTo>
                    <a:pt x="118663" y="176759"/>
                    <a:pt x="118678" y="176022"/>
                    <a:pt x="118693" y="175285"/>
                  </a:cubicBezTo>
                  <a:cubicBezTo>
                    <a:pt x="118677" y="174526"/>
                    <a:pt x="118662" y="173790"/>
                    <a:pt x="118647" y="173053"/>
                  </a:cubicBezTo>
                  <a:cubicBezTo>
                    <a:pt x="119406" y="172547"/>
                    <a:pt x="120142" y="172056"/>
                    <a:pt x="120879" y="171565"/>
                  </a:cubicBezTo>
                  <a:cubicBezTo>
                    <a:pt x="121097" y="170117"/>
                    <a:pt x="121097" y="170117"/>
                    <a:pt x="121019" y="168495"/>
                  </a:cubicBezTo>
                  <a:cubicBezTo>
                    <a:pt x="120971" y="167515"/>
                    <a:pt x="120925" y="166563"/>
                    <a:pt x="120879" y="165611"/>
                  </a:cubicBezTo>
                  <a:cubicBezTo>
                    <a:pt x="121638" y="165611"/>
                    <a:pt x="122375" y="165611"/>
                    <a:pt x="123112" y="165611"/>
                  </a:cubicBezTo>
                  <a:cubicBezTo>
                    <a:pt x="123856" y="164123"/>
                    <a:pt x="123856" y="164123"/>
                    <a:pt x="123928" y="161862"/>
                  </a:cubicBezTo>
                  <a:cubicBezTo>
                    <a:pt x="123919" y="160954"/>
                    <a:pt x="123911" y="160074"/>
                    <a:pt x="123902" y="159193"/>
                  </a:cubicBezTo>
                  <a:cubicBezTo>
                    <a:pt x="123895" y="158282"/>
                    <a:pt x="123889" y="157398"/>
                    <a:pt x="123882" y="156513"/>
                  </a:cubicBezTo>
                  <a:cubicBezTo>
                    <a:pt x="123873" y="155811"/>
                    <a:pt x="123864" y="155130"/>
                    <a:pt x="123856" y="154449"/>
                  </a:cubicBezTo>
                  <a:cubicBezTo>
                    <a:pt x="124615" y="154449"/>
                    <a:pt x="125351" y="154449"/>
                    <a:pt x="126088" y="154449"/>
                  </a:cubicBezTo>
                  <a:cubicBezTo>
                    <a:pt x="126131" y="152357"/>
                    <a:pt x="126182" y="150265"/>
                    <a:pt x="126244" y="148174"/>
                  </a:cubicBezTo>
                  <a:cubicBezTo>
                    <a:pt x="126270" y="147303"/>
                    <a:pt x="126295" y="146458"/>
                    <a:pt x="126321" y="145613"/>
                  </a:cubicBezTo>
                  <a:cubicBezTo>
                    <a:pt x="126346" y="144328"/>
                    <a:pt x="126346" y="144328"/>
                    <a:pt x="126372" y="143069"/>
                  </a:cubicBezTo>
                  <a:cubicBezTo>
                    <a:pt x="126399" y="142244"/>
                    <a:pt x="126425" y="141443"/>
                    <a:pt x="126451" y="140642"/>
                  </a:cubicBezTo>
                  <a:cubicBezTo>
                    <a:pt x="126453" y="138461"/>
                    <a:pt x="126453" y="138461"/>
                    <a:pt x="126832" y="136590"/>
                  </a:cubicBezTo>
                  <a:cubicBezTo>
                    <a:pt x="127591" y="136084"/>
                    <a:pt x="128328" y="135593"/>
                    <a:pt x="129065" y="135102"/>
                  </a:cubicBezTo>
                  <a:cubicBezTo>
                    <a:pt x="129158" y="134596"/>
                    <a:pt x="129248" y="134106"/>
                    <a:pt x="129338" y="133615"/>
                  </a:cubicBezTo>
                  <a:cubicBezTo>
                    <a:pt x="129334" y="132683"/>
                    <a:pt x="129334" y="132683"/>
                    <a:pt x="129330" y="131769"/>
                  </a:cubicBezTo>
                  <a:cubicBezTo>
                    <a:pt x="129332" y="131058"/>
                    <a:pt x="129334" y="130367"/>
                    <a:pt x="129337" y="129677"/>
                  </a:cubicBezTo>
                  <a:cubicBezTo>
                    <a:pt x="129327" y="128906"/>
                    <a:pt x="129318" y="128158"/>
                    <a:pt x="129309" y="127410"/>
                  </a:cubicBezTo>
                  <a:cubicBezTo>
                    <a:pt x="129306" y="125835"/>
                    <a:pt x="129302" y="124259"/>
                    <a:pt x="129297" y="122684"/>
                  </a:cubicBezTo>
                  <a:cubicBezTo>
                    <a:pt x="129274" y="120193"/>
                    <a:pt x="129251" y="117703"/>
                    <a:pt x="129243" y="115213"/>
                  </a:cubicBezTo>
                  <a:cubicBezTo>
                    <a:pt x="129241" y="113590"/>
                    <a:pt x="129236" y="111968"/>
                    <a:pt x="129229" y="110345"/>
                  </a:cubicBezTo>
                  <a:cubicBezTo>
                    <a:pt x="129224" y="109553"/>
                    <a:pt x="129220" y="108785"/>
                    <a:pt x="129216" y="108016"/>
                  </a:cubicBezTo>
                  <a:cubicBezTo>
                    <a:pt x="129211" y="106876"/>
                    <a:pt x="129211" y="106876"/>
                    <a:pt x="129206" y="105759"/>
                  </a:cubicBezTo>
                  <a:cubicBezTo>
                    <a:pt x="129199" y="105042"/>
                    <a:pt x="129192" y="104347"/>
                    <a:pt x="129185" y="103652"/>
                  </a:cubicBezTo>
                  <a:cubicBezTo>
                    <a:pt x="129166" y="101370"/>
                    <a:pt x="129075" y="99319"/>
                    <a:pt x="128321" y="97151"/>
                  </a:cubicBezTo>
                  <a:cubicBezTo>
                    <a:pt x="127815" y="96898"/>
                    <a:pt x="127323" y="96652"/>
                    <a:pt x="126832" y="96406"/>
                  </a:cubicBezTo>
                  <a:cubicBezTo>
                    <a:pt x="126764" y="95824"/>
                    <a:pt x="126697" y="95259"/>
                    <a:pt x="126630" y="94694"/>
                  </a:cubicBezTo>
                  <a:cubicBezTo>
                    <a:pt x="126616" y="93562"/>
                    <a:pt x="126616" y="93562"/>
                    <a:pt x="126603" y="92453"/>
                  </a:cubicBezTo>
                  <a:cubicBezTo>
                    <a:pt x="126564" y="90794"/>
                    <a:pt x="126532" y="89136"/>
                    <a:pt x="126507" y="87477"/>
                  </a:cubicBezTo>
                  <a:cubicBezTo>
                    <a:pt x="126496" y="86609"/>
                    <a:pt x="126486" y="85767"/>
                    <a:pt x="126476" y="84925"/>
                  </a:cubicBezTo>
                  <a:cubicBezTo>
                    <a:pt x="126456" y="84100"/>
                    <a:pt x="126436" y="83300"/>
                    <a:pt x="126417" y="82500"/>
                  </a:cubicBezTo>
                  <a:cubicBezTo>
                    <a:pt x="126386" y="80259"/>
                    <a:pt x="126386" y="80259"/>
                    <a:pt x="126088" y="78547"/>
                  </a:cubicBezTo>
                  <a:cubicBezTo>
                    <a:pt x="124961" y="78171"/>
                    <a:pt x="124961" y="78171"/>
                    <a:pt x="123856" y="77803"/>
                  </a:cubicBezTo>
                  <a:cubicBezTo>
                    <a:pt x="123824" y="76822"/>
                    <a:pt x="123793" y="75871"/>
                    <a:pt x="123763" y="74919"/>
                  </a:cubicBezTo>
                  <a:cubicBezTo>
                    <a:pt x="123882" y="72771"/>
                    <a:pt x="123814" y="71725"/>
                    <a:pt x="123112" y="69617"/>
                  </a:cubicBezTo>
                  <a:cubicBezTo>
                    <a:pt x="121984" y="69242"/>
                    <a:pt x="121984" y="69242"/>
                    <a:pt x="120879" y="68873"/>
                  </a:cubicBezTo>
                  <a:cubicBezTo>
                    <a:pt x="120879" y="66422"/>
                    <a:pt x="121491" y="64356"/>
                    <a:pt x="119809" y="62455"/>
                  </a:cubicBezTo>
                  <a:cubicBezTo>
                    <a:pt x="119414" y="62107"/>
                    <a:pt x="119030" y="61769"/>
                    <a:pt x="118647" y="61432"/>
                  </a:cubicBezTo>
                  <a:cubicBezTo>
                    <a:pt x="118410" y="60189"/>
                    <a:pt x="118163" y="58949"/>
                    <a:pt x="117903" y="57711"/>
                  </a:cubicBezTo>
                  <a:cubicBezTo>
                    <a:pt x="116775" y="57335"/>
                    <a:pt x="116775" y="57335"/>
                    <a:pt x="115670" y="56967"/>
                  </a:cubicBezTo>
                  <a:cubicBezTo>
                    <a:pt x="115670" y="56208"/>
                    <a:pt x="115670" y="55471"/>
                    <a:pt x="115670" y="54734"/>
                  </a:cubicBezTo>
                  <a:cubicBezTo>
                    <a:pt x="114361" y="52070"/>
                    <a:pt x="113666" y="50039"/>
                    <a:pt x="111019" y="48642"/>
                  </a:cubicBezTo>
                  <a:cubicBezTo>
                    <a:pt x="110577" y="48436"/>
                    <a:pt x="110147" y="48237"/>
                    <a:pt x="109717" y="48037"/>
                  </a:cubicBezTo>
                  <a:cubicBezTo>
                    <a:pt x="109717" y="47025"/>
                    <a:pt x="109717" y="46043"/>
                    <a:pt x="109717" y="45061"/>
                  </a:cubicBezTo>
                  <a:cubicBezTo>
                    <a:pt x="109085" y="44918"/>
                    <a:pt x="108471" y="44780"/>
                    <a:pt x="107857" y="44642"/>
                  </a:cubicBezTo>
                  <a:cubicBezTo>
                    <a:pt x="107224" y="44531"/>
                    <a:pt x="106610" y="44424"/>
                    <a:pt x="105996" y="44317"/>
                  </a:cubicBezTo>
                  <a:cubicBezTo>
                    <a:pt x="105996" y="43558"/>
                    <a:pt x="105996" y="42821"/>
                    <a:pt x="105996" y="42084"/>
                  </a:cubicBezTo>
                  <a:cubicBezTo>
                    <a:pt x="104750" y="41605"/>
                    <a:pt x="103510" y="41107"/>
                    <a:pt x="102276" y="40596"/>
                  </a:cubicBezTo>
                  <a:cubicBezTo>
                    <a:pt x="101997" y="39061"/>
                    <a:pt x="101997" y="39061"/>
                    <a:pt x="101532" y="37619"/>
                  </a:cubicBezTo>
                  <a:cubicBezTo>
                    <a:pt x="100646" y="37477"/>
                    <a:pt x="99786" y="37339"/>
                    <a:pt x="98927" y="37201"/>
                  </a:cubicBezTo>
                  <a:cubicBezTo>
                    <a:pt x="98041" y="37090"/>
                    <a:pt x="97182" y="36983"/>
                    <a:pt x="96323" y="36875"/>
                  </a:cubicBezTo>
                  <a:cubicBezTo>
                    <a:pt x="95947" y="35748"/>
                    <a:pt x="95947" y="35748"/>
                    <a:pt x="95578" y="34643"/>
                  </a:cubicBezTo>
                  <a:cubicBezTo>
                    <a:pt x="95112" y="34577"/>
                    <a:pt x="94660" y="34512"/>
                    <a:pt x="94208" y="34448"/>
                  </a:cubicBezTo>
                  <a:cubicBezTo>
                    <a:pt x="93315" y="34502"/>
                    <a:pt x="93315" y="34502"/>
                    <a:pt x="92439" y="34555"/>
                  </a:cubicBezTo>
                  <a:cubicBezTo>
                    <a:pt x="91129" y="34605"/>
                    <a:pt x="89819" y="34666"/>
                    <a:pt x="88509" y="34736"/>
                  </a:cubicBezTo>
                  <a:cubicBezTo>
                    <a:pt x="87824" y="34778"/>
                    <a:pt x="87159" y="34819"/>
                    <a:pt x="86495" y="34861"/>
                  </a:cubicBezTo>
                  <a:cubicBezTo>
                    <a:pt x="85527" y="34894"/>
                    <a:pt x="85527" y="34894"/>
                    <a:pt x="84579" y="34928"/>
                  </a:cubicBezTo>
                  <a:cubicBezTo>
                    <a:pt x="82857" y="35124"/>
                    <a:pt x="82857" y="35124"/>
                    <a:pt x="81440" y="34643"/>
                  </a:cubicBezTo>
                  <a:cubicBezTo>
                    <a:pt x="81064" y="32764"/>
                    <a:pt x="81064" y="32764"/>
                    <a:pt x="80696" y="30922"/>
                  </a:cubicBezTo>
                  <a:cubicBezTo>
                    <a:pt x="63491" y="30922"/>
                    <a:pt x="46793" y="30922"/>
                    <a:pt x="30094" y="30922"/>
                  </a:cubicBezTo>
                  <a:close/>
                  <a:moveTo>
                    <a:pt x="92189" y="0"/>
                  </a:moveTo>
                  <a:cubicBezTo>
                    <a:pt x="93430" y="6"/>
                    <a:pt x="93430" y="6"/>
                    <a:pt x="94696" y="12"/>
                  </a:cubicBezTo>
                  <a:cubicBezTo>
                    <a:pt x="95420" y="10"/>
                    <a:pt x="96144" y="7"/>
                    <a:pt x="96889" y="4"/>
                  </a:cubicBezTo>
                  <a:cubicBezTo>
                    <a:pt x="97426" y="125"/>
                    <a:pt x="97962" y="246"/>
                    <a:pt x="98515" y="370"/>
                  </a:cubicBezTo>
                  <a:cubicBezTo>
                    <a:pt x="98990" y="1869"/>
                    <a:pt x="98990" y="1869"/>
                    <a:pt x="99259" y="3347"/>
                  </a:cubicBezTo>
                  <a:cubicBezTo>
                    <a:pt x="101506" y="3596"/>
                    <a:pt x="101506" y="3596"/>
                    <a:pt x="104096" y="3347"/>
                  </a:cubicBezTo>
                  <a:cubicBezTo>
                    <a:pt x="106770" y="3161"/>
                    <a:pt x="106770" y="3161"/>
                    <a:pt x="108933" y="3347"/>
                  </a:cubicBezTo>
                  <a:cubicBezTo>
                    <a:pt x="109441" y="4800"/>
                    <a:pt x="109441" y="4800"/>
                    <a:pt x="109677" y="6323"/>
                  </a:cubicBezTo>
                  <a:cubicBezTo>
                    <a:pt x="112296" y="6937"/>
                    <a:pt x="112296" y="6937"/>
                    <a:pt x="114886" y="7068"/>
                  </a:cubicBezTo>
                  <a:cubicBezTo>
                    <a:pt x="114886" y="8050"/>
                    <a:pt x="114886" y="9032"/>
                    <a:pt x="114886" y="10044"/>
                  </a:cubicBezTo>
                  <a:cubicBezTo>
                    <a:pt x="116605" y="10290"/>
                    <a:pt x="118324" y="10535"/>
                    <a:pt x="120095" y="10788"/>
                  </a:cubicBezTo>
                  <a:cubicBezTo>
                    <a:pt x="120095" y="11771"/>
                    <a:pt x="120095" y="12753"/>
                    <a:pt x="120095" y="13765"/>
                  </a:cubicBezTo>
                  <a:cubicBezTo>
                    <a:pt x="121361" y="13673"/>
                    <a:pt x="121361" y="13673"/>
                    <a:pt x="122653" y="13579"/>
                  </a:cubicBezTo>
                  <a:cubicBezTo>
                    <a:pt x="123528" y="13640"/>
                    <a:pt x="124402" y="13702"/>
                    <a:pt x="125304" y="13765"/>
                  </a:cubicBezTo>
                  <a:cubicBezTo>
                    <a:pt x="125862" y="15160"/>
                    <a:pt x="125862" y="15160"/>
                    <a:pt x="126048" y="16741"/>
                  </a:cubicBezTo>
                  <a:cubicBezTo>
                    <a:pt x="126785" y="17233"/>
                    <a:pt x="127521" y="17724"/>
                    <a:pt x="128280" y="18230"/>
                  </a:cubicBezTo>
                  <a:cubicBezTo>
                    <a:pt x="128526" y="18966"/>
                    <a:pt x="128771" y="19703"/>
                    <a:pt x="129024" y="20462"/>
                  </a:cubicBezTo>
                  <a:cubicBezTo>
                    <a:pt x="129761" y="20708"/>
                    <a:pt x="130498" y="20953"/>
                    <a:pt x="131257" y="21206"/>
                  </a:cubicBezTo>
                  <a:cubicBezTo>
                    <a:pt x="131512" y="22197"/>
                    <a:pt x="131760" y="23189"/>
                    <a:pt x="132001" y="24183"/>
                  </a:cubicBezTo>
                  <a:cubicBezTo>
                    <a:pt x="132738" y="24674"/>
                    <a:pt x="133474" y="25165"/>
                    <a:pt x="134233" y="25671"/>
                  </a:cubicBezTo>
                  <a:cubicBezTo>
                    <a:pt x="134233" y="26408"/>
                    <a:pt x="134233" y="27145"/>
                    <a:pt x="134233" y="27904"/>
                  </a:cubicBezTo>
                  <a:cubicBezTo>
                    <a:pt x="134970" y="28149"/>
                    <a:pt x="135707" y="28395"/>
                    <a:pt x="136466" y="28648"/>
                  </a:cubicBezTo>
                  <a:cubicBezTo>
                    <a:pt x="136589" y="29154"/>
                    <a:pt x="136711" y="29661"/>
                    <a:pt x="136838" y="30182"/>
                  </a:cubicBezTo>
                  <a:cubicBezTo>
                    <a:pt x="136961" y="30658"/>
                    <a:pt x="137084" y="31134"/>
                    <a:pt x="137210" y="31624"/>
                  </a:cubicBezTo>
                  <a:cubicBezTo>
                    <a:pt x="137947" y="31624"/>
                    <a:pt x="138683" y="31624"/>
                    <a:pt x="139442" y="31624"/>
                  </a:cubicBezTo>
                  <a:cubicBezTo>
                    <a:pt x="139976" y="33099"/>
                    <a:pt x="140472" y="34589"/>
                    <a:pt x="140931" y="36089"/>
                  </a:cubicBezTo>
                  <a:cubicBezTo>
                    <a:pt x="141422" y="36335"/>
                    <a:pt x="141913" y="36580"/>
                    <a:pt x="142419" y="36833"/>
                  </a:cubicBezTo>
                  <a:cubicBezTo>
                    <a:pt x="142526" y="37447"/>
                    <a:pt x="142634" y="38061"/>
                    <a:pt x="142745" y="38694"/>
                  </a:cubicBezTo>
                  <a:cubicBezTo>
                    <a:pt x="142883" y="39307"/>
                    <a:pt x="143021" y="39921"/>
                    <a:pt x="143163" y="40554"/>
                  </a:cubicBezTo>
                  <a:cubicBezTo>
                    <a:pt x="143900" y="40800"/>
                    <a:pt x="144637" y="41045"/>
                    <a:pt x="145396" y="41298"/>
                  </a:cubicBezTo>
                  <a:cubicBezTo>
                    <a:pt x="145743" y="43038"/>
                    <a:pt x="145770" y="44713"/>
                    <a:pt x="145837" y="46484"/>
                  </a:cubicBezTo>
                  <a:cubicBezTo>
                    <a:pt x="145987" y="47232"/>
                    <a:pt x="145987" y="47232"/>
                    <a:pt x="146140" y="47995"/>
                  </a:cubicBezTo>
                  <a:cubicBezTo>
                    <a:pt x="146876" y="48241"/>
                    <a:pt x="147613" y="48486"/>
                    <a:pt x="148372" y="48739"/>
                  </a:cubicBezTo>
                  <a:cubicBezTo>
                    <a:pt x="148650" y="50471"/>
                    <a:pt x="148899" y="52208"/>
                    <a:pt x="149116" y="53948"/>
                  </a:cubicBezTo>
                  <a:cubicBezTo>
                    <a:pt x="149607" y="54194"/>
                    <a:pt x="150099" y="54440"/>
                    <a:pt x="150605" y="54693"/>
                  </a:cubicBezTo>
                  <a:cubicBezTo>
                    <a:pt x="150868" y="56616"/>
                    <a:pt x="150935" y="58520"/>
                    <a:pt x="151020" y="60460"/>
                  </a:cubicBezTo>
                  <a:cubicBezTo>
                    <a:pt x="151183" y="61288"/>
                    <a:pt x="151183" y="61288"/>
                    <a:pt x="151349" y="62134"/>
                  </a:cubicBezTo>
                  <a:cubicBezTo>
                    <a:pt x="152085" y="62380"/>
                    <a:pt x="152822" y="62625"/>
                    <a:pt x="153581" y="62878"/>
                  </a:cubicBezTo>
                  <a:cubicBezTo>
                    <a:pt x="153933" y="65582"/>
                    <a:pt x="153957" y="68246"/>
                    <a:pt x="154023" y="70971"/>
                  </a:cubicBezTo>
                  <a:cubicBezTo>
                    <a:pt x="154173" y="72122"/>
                    <a:pt x="154173" y="72122"/>
                    <a:pt x="154325" y="73296"/>
                  </a:cubicBezTo>
                  <a:cubicBezTo>
                    <a:pt x="155062" y="73542"/>
                    <a:pt x="155799" y="73787"/>
                    <a:pt x="156558" y="74040"/>
                  </a:cubicBezTo>
                  <a:cubicBezTo>
                    <a:pt x="156856" y="75616"/>
                    <a:pt x="156856" y="75616"/>
                    <a:pt x="156886" y="77668"/>
                  </a:cubicBezTo>
                  <a:cubicBezTo>
                    <a:pt x="156916" y="78767"/>
                    <a:pt x="156916" y="78767"/>
                    <a:pt x="156946" y="79889"/>
                  </a:cubicBezTo>
                  <a:cubicBezTo>
                    <a:pt x="156956" y="80660"/>
                    <a:pt x="156966" y="81431"/>
                    <a:pt x="156976" y="82226"/>
                  </a:cubicBezTo>
                  <a:cubicBezTo>
                    <a:pt x="157002" y="83745"/>
                    <a:pt x="157033" y="85265"/>
                    <a:pt x="157072" y="86784"/>
                  </a:cubicBezTo>
                  <a:cubicBezTo>
                    <a:pt x="157086" y="87800"/>
                    <a:pt x="157086" y="87800"/>
                    <a:pt x="157100" y="88836"/>
                  </a:cubicBezTo>
                  <a:cubicBezTo>
                    <a:pt x="157167" y="89356"/>
                    <a:pt x="157233" y="89876"/>
                    <a:pt x="157302" y="90411"/>
                  </a:cubicBezTo>
                  <a:cubicBezTo>
                    <a:pt x="157793" y="90657"/>
                    <a:pt x="158284" y="90902"/>
                    <a:pt x="158790" y="91155"/>
                  </a:cubicBezTo>
                  <a:cubicBezTo>
                    <a:pt x="158979" y="93189"/>
                    <a:pt x="158979" y="93189"/>
                    <a:pt x="158983" y="95942"/>
                  </a:cubicBezTo>
                  <a:cubicBezTo>
                    <a:pt x="158987" y="96691"/>
                    <a:pt x="158987" y="96691"/>
                    <a:pt x="158991" y="97456"/>
                  </a:cubicBezTo>
                  <a:cubicBezTo>
                    <a:pt x="158997" y="99115"/>
                    <a:pt x="158993" y="100774"/>
                    <a:pt x="158988" y="102434"/>
                  </a:cubicBezTo>
                  <a:cubicBezTo>
                    <a:pt x="158989" y="103582"/>
                    <a:pt x="158990" y="104731"/>
                    <a:pt x="158992" y="105879"/>
                  </a:cubicBezTo>
                  <a:cubicBezTo>
                    <a:pt x="158994" y="108289"/>
                    <a:pt x="158991" y="110698"/>
                    <a:pt x="158984" y="113108"/>
                  </a:cubicBezTo>
                  <a:cubicBezTo>
                    <a:pt x="158976" y="116204"/>
                    <a:pt x="158981" y="119299"/>
                    <a:pt x="158989" y="122395"/>
                  </a:cubicBezTo>
                  <a:cubicBezTo>
                    <a:pt x="158995" y="124767"/>
                    <a:pt x="158993" y="127139"/>
                    <a:pt x="158989" y="129511"/>
                  </a:cubicBezTo>
                  <a:cubicBezTo>
                    <a:pt x="158988" y="130653"/>
                    <a:pt x="158990" y="131795"/>
                    <a:pt x="158993" y="132936"/>
                  </a:cubicBezTo>
                  <a:cubicBezTo>
                    <a:pt x="158997" y="134529"/>
                    <a:pt x="158991" y="136122"/>
                    <a:pt x="158983" y="137715"/>
                  </a:cubicBezTo>
                  <a:cubicBezTo>
                    <a:pt x="158982" y="138623"/>
                    <a:pt x="158980" y="139532"/>
                    <a:pt x="158979" y="140467"/>
                  </a:cubicBezTo>
                  <a:cubicBezTo>
                    <a:pt x="158917" y="141139"/>
                    <a:pt x="158854" y="141810"/>
                    <a:pt x="158790" y="142501"/>
                  </a:cubicBezTo>
                  <a:cubicBezTo>
                    <a:pt x="158299" y="142747"/>
                    <a:pt x="157808" y="142992"/>
                    <a:pt x="157302" y="143245"/>
                  </a:cubicBezTo>
                  <a:cubicBezTo>
                    <a:pt x="157060" y="144883"/>
                    <a:pt x="157060" y="144883"/>
                    <a:pt x="157072" y="146847"/>
                  </a:cubicBezTo>
                  <a:cubicBezTo>
                    <a:pt x="157054" y="147576"/>
                    <a:pt x="157035" y="148306"/>
                    <a:pt x="157016" y="149057"/>
                  </a:cubicBezTo>
                  <a:cubicBezTo>
                    <a:pt x="156989" y="150606"/>
                    <a:pt x="156966" y="152154"/>
                    <a:pt x="156946" y="153703"/>
                  </a:cubicBezTo>
                  <a:cubicBezTo>
                    <a:pt x="156926" y="154433"/>
                    <a:pt x="156906" y="155163"/>
                    <a:pt x="156886" y="155916"/>
                  </a:cubicBezTo>
                  <a:cubicBezTo>
                    <a:pt x="156876" y="156589"/>
                    <a:pt x="156866" y="157263"/>
                    <a:pt x="156856" y="157956"/>
                  </a:cubicBezTo>
                  <a:cubicBezTo>
                    <a:pt x="156757" y="158504"/>
                    <a:pt x="156659" y="159052"/>
                    <a:pt x="156558" y="159616"/>
                  </a:cubicBezTo>
                  <a:cubicBezTo>
                    <a:pt x="155821" y="160108"/>
                    <a:pt x="155084" y="160599"/>
                    <a:pt x="154325" y="161105"/>
                  </a:cubicBezTo>
                  <a:cubicBezTo>
                    <a:pt x="153984" y="163626"/>
                    <a:pt x="153950" y="166100"/>
                    <a:pt x="153883" y="168642"/>
                  </a:cubicBezTo>
                  <a:cubicBezTo>
                    <a:pt x="153784" y="169347"/>
                    <a:pt x="153684" y="170052"/>
                    <a:pt x="153581" y="170779"/>
                  </a:cubicBezTo>
                  <a:cubicBezTo>
                    <a:pt x="152844" y="171024"/>
                    <a:pt x="152108" y="171270"/>
                    <a:pt x="151349" y="171523"/>
                  </a:cubicBezTo>
                  <a:cubicBezTo>
                    <a:pt x="150994" y="173370"/>
                    <a:pt x="150994" y="173370"/>
                    <a:pt x="150977" y="175522"/>
                  </a:cubicBezTo>
                  <a:cubicBezTo>
                    <a:pt x="150853" y="179441"/>
                    <a:pt x="150853" y="179441"/>
                    <a:pt x="149462" y="180941"/>
                  </a:cubicBezTo>
                  <a:cubicBezTo>
                    <a:pt x="149102" y="181271"/>
                    <a:pt x="148743" y="181601"/>
                    <a:pt x="148372" y="181941"/>
                  </a:cubicBezTo>
                  <a:cubicBezTo>
                    <a:pt x="148395" y="183092"/>
                    <a:pt x="148395" y="183092"/>
                    <a:pt x="148419" y="184266"/>
                  </a:cubicBezTo>
                  <a:cubicBezTo>
                    <a:pt x="148396" y="185325"/>
                    <a:pt x="148396" y="185325"/>
                    <a:pt x="148372" y="186405"/>
                  </a:cubicBezTo>
                  <a:cubicBezTo>
                    <a:pt x="147881" y="186503"/>
                    <a:pt x="147390" y="186601"/>
                    <a:pt x="146884" y="186702"/>
                  </a:cubicBezTo>
                  <a:cubicBezTo>
                    <a:pt x="146147" y="186924"/>
                    <a:pt x="146147" y="186924"/>
                    <a:pt x="145396" y="187150"/>
                  </a:cubicBezTo>
                  <a:cubicBezTo>
                    <a:pt x="145118" y="188712"/>
                    <a:pt x="145118" y="188712"/>
                    <a:pt x="145349" y="190498"/>
                  </a:cubicBezTo>
                  <a:cubicBezTo>
                    <a:pt x="145509" y="192335"/>
                    <a:pt x="145509" y="192335"/>
                    <a:pt x="145396" y="193847"/>
                  </a:cubicBezTo>
                  <a:cubicBezTo>
                    <a:pt x="144659" y="194092"/>
                    <a:pt x="143922" y="194338"/>
                    <a:pt x="143163" y="194591"/>
                  </a:cubicBezTo>
                  <a:cubicBezTo>
                    <a:pt x="143040" y="195220"/>
                    <a:pt x="142918" y="195850"/>
                    <a:pt x="142791" y="196498"/>
                  </a:cubicBezTo>
                  <a:cubicBezTo>
                    <a:pt x="142668" y="197096"/>
                    <a:pt x="142546" y="197695"/>
                    <a:pt x="142419" y="198312"/>
                  </a:cubicBezTo>
                  <a:cubicBezTo>
                    <a:pt x="141682" y="198312"/>
                    <a:pt x="140946" y="198312"/>
                    <a:pt x="140187" y="198312"/>
                  </a:cubicBezTo>
                  <a:cubicBezTo>
                    <a:pt x="140233" y="198895"/>
                    <a:pt x="140279" y="199478"/>
                    <a:pt x="140326" y="200079"/>
                  </a:cubicBezTo>
                  <a:cubicBezTo>
                    <a:pt x="140280" y="200724"/>
                    <a:pt x="140234" y="201368"/>
                    <a:pt x="140187" y="202032"/>
                  </a:cubicBezTo>
                  <a:cubicBezTo>
                    <a:pt x="139450" y="202524"/>
                    <a:pt x="138713" y="203015"/>
                    <a:pt x="137954" y="203521"/>
                  </a:cubicBezTo>
                  <a:cubicBezTo>
                    <a:pt x="137709" y="204150"/>
                    <a:pt x="137463" y="204779"/>
                    <a:pt x="137210" y="205428"/>
                  </a:cubicBezTo>
                  <a:cubicBezTo>
                    <a:pt x="136964" y="206026"/>
                    <a:pt x="136719" y="206625"/>
                    <a:pt x="136466" y="207241"/>
                  </a:cubicBezTo>
                  <a:cubicBezTo>
                    <a:pt x="135729" y="207487"/>
                    <a:pt x="134993" y="207733"/>
                    <a:pt x="134233" y="207986"/>
                  </a:cubicBezTo>
                  <a:cubicBezTo>
                    <a:pt x="134111" y="208477"/>
                    <a:pt x="133988" y="208968"/>
                    <a:pt x="133861" y="209474"/>
                  </a:cubicBezTo>
                  <a:cubicBezTo>
                    <a:pt x="133739" y="209965"/>
                    <a:pt x="133616" y="210456"/>
                    <a:pt x="133489" y="210962"/>
                  </a:cubicBezTo>
                  <a:cubicBezTo>
                    <a:pt x="132753" y="211208"/>
                    <a:pt x="132016" y="211453"/>
                    <a:pt x="131257" y="211706"/>
                  </a:cubicBezTo>
                  <a:cubicBezTo>
                    <a:pt x="131257" y="212689"/>
                    <a:pt x="131257" y="213671"/>
                    <a:pt x="131257" y="214683"/>
                  </a:cubicBezTo>
                  <a:cubicBezTo>
                    <a:pt x="130001" y="215380"/>
                    <a:pt x="130001" y="215380"/>
                    <a:pt x="128280" y="216171"/>
                  </a:cubicBezTo>
                  <a:cubicBezTo>
                    <a:pt x="125429" y="218733"/>
                    <a:pt x="125429" y="218733"/>
                    <a:pt x="123816" y="222124"/>
                  </a:cubicBezTo>
                  <a:cubicBezTo>
                    <a:pt x="122895" y="222078"/>
                    <a:pt x="122895" y="222078"/>
                    <a:pt x="121955" y="222031"/>
                  </a:cubicBezTo>
                  <a:cubicBezTo>
                    <a:pt x="121034" y="222077"/>
                    <a:pt x="121034" y="222077"/>
                    <a:pt x="120095" y="222124"/>
                  </a:cubicBezTo>
                  <a:cubicBezTo>
                    <a:pt x="119972" y="222738"/>
                    <a:pt x="119849" y="223352"/>
                    <a:pt x="119723" y="223985"/>
                  </a:cubicBezTo>
                  <a:cubicBezTo>
                    <a:pt x="119600" y="224598"/>
                    <a:pt x="119477" y="225212"/>
                    <a:pt x="119351" y="225845"/>
                  </a:cubicBezTo>
                  <a:cubicBezTo>
                    <a:pt x="118111" y="225877"/>
                    <a:pt x="116870" y="225875"/>
                    <a:pt x="115630" y="225845"/>
                  </a:cubicBezTo>
                  <a:cubicBezTo>
                    <a:pt x="115424" y="226331"/>
                    <a:pt x="115217" y="226818"/>
                    <a:pt x="115005" y="227319"/>
                  </a:cubicBezTo>
                  <a:cubicBezTo>
                    <a:pt x="114720" y="227815"/>
                    <a:pt x="114435" y="228311"/>
                    <a:pt x="114142" y="228821"/>
                  </a:cubicBezTo>
                  <a:cubicBezTo>
                    <a:pt x="112369" y="229112"/>
                    <a:pt x="112369" y="229112"/>
                    <a:pt x="110328" y="229008"/>
                  </a:cubicBezTo>
                  <a:cubicBezTo>
                    <a:pt x="109651" y="228981"/>
                    <a:pt x="108974" y="228954"/>
                    <a:pt x="108276" y="228926"/>
                  </a:cubicBezTo>
                  <a:cubicBezTo>
                    <a:pt x="107756" y="228892"/>
                    <a:pt x="107236" y="228857"/>
                    <a:pt x="106700" y="228821"/>
                  </a:cubicBezTo>
                  <a:cubicBezTo>
                    <a:pt x="106700" y="230049"/>
                    <a:pt x="106700" y="231277"/>
                    <a:pt x="106700" y="232542"/>
                  </a:cubicBezTo>
                  <a:cubicBezTo>
                    <a:pt x="103017" y="232542"/>
                    <a:pt x="99333" y="232542"/>
                    <a:pt x="95538" y="232542"/>
                  </a:cubicBezTo>
                  <a:cubicBezTo>
                    <a:pt x="95538" y="233524"/>
                    <a:pt x="95538" y="234507"/>
                    <a:pt x="95538" y="235519"/>
                  </a:cubicBezTo>
                  <a:cubicBezTo>
                    <a:pt x="89900" y="236124"/>
                    <a:pt x="84340" y="236370"/>
                    <a:pt x="78671" y="236359"/>
                  </a:cubicBezTo>
                  <a:cubicBezTo>
                    <a:pt x="77846" y="236360"/>
                    <a:pt x="77021" y="236362"/>
                    <a:pt x="76171" y="236363"/>
                  </a:cubicBezTo>
                  <a:cubicBezTo>
                    <a:pt x="73472" y="236366"/>
                    <a:pt x="70774" y="236364"/>
                    <a:pt x="68075" y="236362"/>
                  </a:cubicBezTo>
                  <a:cubicBezTo>
                    <a:pt x="66190" y="236362"/>
                    <a:pt x="64305" y="236363"/>
                    <a:pt x="62420" y="236364"/>
                  </a:cubicBezTo>
                  <a:cubicBezTo>
                    <a:pt x="58485" y="236365"/>
                    <a:pt x="54549" y="236363"/>
                    <a:pt x="50614" y="236360"/>
                  </a:cubicBezTo>
                  <a:cubicBezTo>
                    <a:pt x="46066" y="236356"/>
                    <a:pt x="41518" y="236357"/>
                    <a:pt x="36970" y="236361"/>
                  </a:cubicBezTo>
                  <a:cubicBezTo>
                    <a:pt x="32582" y="236365"/>
                    <a:pt x="28194" y="236365"/>
                    <a:pt x="23807" y="236362"/>
                  </a:cubicBezTo>
                  <a:cubicBezTo>
                    <a:pt x="21944" y="236362"/>
                    <a:pt x="20080" y="236363"/>
                    <a:pt x="18217" y="236364"/>
                  </a:cubicBezTo>
                  <a:cubicBezTo>
                    <a:pt x="15622" y="236366"/>
                    <a:pt x="13027" y="236363"/>
                    <a:pt x="10431" y="236359"/>
                  </a:cubicBezTo>
                  <a:cubicBezTo>
                    <a:pt x="9659" y="236361"/>
                    <a:pt x="8887" y="236362"/>
                    <a:pt x="8091" y="236364"/>
                  </a:cubicBezTo>
                  <a:cubicBezTo>
                    <a:pt x="7033" y="236361"/>
                    <a:pt x="7033" y="236361"/>
                    <a:pt x="5955" y="236357"/>
                  </a:cubicBezTo>
                  <a:cubicBezTo>
                    <a:pt x="5342" y="236357"/>
                    <a:pt x="4729" y="236357"/>
                    <a:pt x="4097" y="236357"/>
                  </a:cubicBezTo>
                  <a:cubicBezTo>
                    <a:pt x="2521" y="236263"/>
                    <a:pt x="2521" y="236263"/>
                    <a:pt x="288" y="235519"/>
                  </a:cubicBezTo>
                  <a:cubicBezTo>
                    <a:pt x="11" y="233919"/>
                    <a:pt x="11" y="233919"/>
                    <a:pt x="13" y="231755"/>
                  </a:cubicBezTo>
                  <a:cubicBezTo>
                    <a:pt x="9" y="230934"/>
                    <a:pt x="5" y="230114"/>
                    <a:pt x="0" y="229268"/>
                  </a:cubicBezTo>
                  <a:cubicBezTo>
                    <a:pt x="7" y="228355"/>
                    <a:pt x="13" y="227443"/>
                    <a:pt x="20" y="226502"/>
                  </a:cubicBezTo>
                  <a:cubicBezTo>
                    <a:pt x="18" y="225541"/>
                    <a:pt x="16" y="224580"/>
                    <a:pt x="14" y="223590"/>
                  </a:cubicBezTo>
                  <a:cubicBezTo>
                    <a:pt x="9" y="220911"/>
                    <a:pt x="18" y="218232"/>
                    <a:pt x="29" y="215552"/>
                  </a:cubicBezTo>
                  <a:cubicBezTo>
                    <a:pt x="39" y="212667"/>
                    <a:pt x="35" y="209783"/>
                    <a:pt x="34" y="206898"/>
                  </a:cubicBezTo>
                  <a:cubicBezTo>
                    <a:pt x="33" y="201896"/>
                    <a:pt x="40" y="196894"/>
                    <a:pt x="52" y="191892"/>
                  </a:cubicBezTo>
                  <a:cubicBezTo>
                    <a:pt x="70" y="184659"/>
                    <a:pt x="76" y="177427"/>
                    <a:pt x="79" y="170195"/>
                  </a:cubicBezTo>
                  <a:cubicBezTo>
                    <a:pt x="84" y="158462"/>
                    <a:pt x="99" y="146729"/>
                    <a:pt x="120" y="134996"/>
                  </a:cubicBezTo>
                  <a:cubicBezTo>
                    <a:pt x="140" y="123596"/>
                    <a:pt x="156" y="112196"/>
                    <a:pt x="166" y="100796"/>
                  </a:cubicBezTo>
                  <a:cubicBezTo>
                    <a:pt x="166" y="100094"/>
                    <a:pt x="167" y="99391"/>
                    <a:pt x="167" y="98668"/>
                  </a:cubicBezTo>
                  <a:cubicBezTo>
                    <a:pt x="170" y="95145"/>
                    <a:pt x="173" y="91623"/>
                    <a:pt x="176" y="88100"/>
                  </a:cubicBezTo>
                  <a:cubicBezTo>
                    <a:pt x="199" y="58857"/>
                    <a:pt x="238" y="29614"/>
                    <a:pt x="288" y="370"/>
                  </a:cubicBezTo>
                  <a:cubicBezTo>
                    <a:pt x="13082" y="301"/>
                    <a:pt x="25877" y="248"/>
                    <a:pt x="38671" y="216"/>
                  </a:cubicBezTo>
                  <a:cubicBezTo>
                    <a:pt x="44611" y="201"/>
                    <a:pt x="50551" y="180"/>
                    <a:pt x="56492" y="146"/>
                  </a:cubicBezTo>
                  <a:cubicBezTo>
                    <a:pt x="61667" y="116"/>
                    <a:pt x="66843" y="97"/>
                    <a:pt x="72019" y="90"/>
                  </a:cubicBezTo>
                  <a:cubicBezTo>
                    <a:pt x="74761" y="86"/>
                    <a:pt x="77503" y="77"/>
                    <a:pt x="80245" y="56"/>
                  </a:cubicBezTo>
                  <a:cubicBezTo>
                    <a:pt x="83301" y="32"/>
                    <a:pt x="86357" y="31"/>
                    <a:pt x="89413" y="32"/>
                  </a:cubicBezTo>
                  <a:cubicBezTo>
                    <a:pt x="90787" y="16"/>
                    <a:pt x="90787" y="16"/>
                    <a:pt x="92189" y="0"/>
                  </a:cubicBezTo>
                  <a:close/>
                </a:path>
              </a:pathLst>
            </a:custGeom>
            <a:grpFill/>
            <a:ln w="744" cap="flat">
              <a:noFill/>
              <a:prstDash val="solid"/>
              <a:miter/>
            </a:ln>
          </p:spPr>
          <p:txBody>
            <a:bodyPr rtlCol="0" anchor="ctr"/>
            <a:lstStyle/>
            <a:p>
              <a:endParaRPr lang="zh-CN" altLang="en-US"/>
            </a:p>
          </p:txBody>
        </p:sp>
        <p:sp>
          <p:nvSpPr>
            <p:cNvPr id="170" name="任意多边形: 形状 169"/>
            <p:cNvSpPr/>
            <p:nvPr/>
          </p:nvSpPr>
          <p:spPr>
            <a:xfrm>
              <a:off x="8641569" y="1394116"/>
              <a:ext cx="158789" cy="236372"/>
            </a:xfrm>
            <a:custGeom>
              <a:avLst/>
              <a:gdLst>
                <a:gd name="connsiteX0" fmla="*/ 29348 w 158790"/>
                <a:gd name="connsiteY0" fmla="*/ 30922 h 236364"/>
                <a:gd name="connsiteX1" fmla="*/ 29348 w 158790"/>
                <a:gd name="connsiteY1" fmla="*/ 205051 h 236364"/>
                <a:gd name="connsiteX2" fmla="*/ 79950 w 158790"/>
                <a:gd name="connsiteY2" fmla="*/ 205051 h 236364"/>
                <a:gd name="connsiteX3" fmla="*/ 79950 w 158790"/>
                <a:gd name="connsiteY3" fmla="*/ 202074 h 236364"/>
                <a:gd name="connsiteX4" fmla="*/ 84675 w 158790"/>
                <a:gd name="connsiteY4" fmla="*/ 202256 h 236364"/>
                <a:gd name="connsiteX5" fmla="*/ 86600 w 158790"/>
                <a:gd name="connsiteY5" fmla="*/ 202307 h 236364"/>
                <a:gd name="connsiteX6" fmla="*/ 93344 w 158790"/>
                <a:gd name="connsiteY6" fmla="*/ 202074 h 236364"/>
                <a:gd name="connsiteX7" fmla="*/ 93952 w 158790"/>
                <a:gd name="connsiteY7" fmla="*/ 200202 h 236364"/>
                <a:gd name="connsiteX8" fmla="*/ 94088 w 158790"/>
                <a:gd name="connsiteY8" fmla="*/ 198354 h 236364"/>
                <a:gd name="connsiteX9" fmla="*/ 95437 w 158790"/>
                <a:gd name="connsiteY9" fmla="*/ 198095 h 236364"/>
                <a:gd name="connsiteX10" fmla="*/ 100041 w 158790"/>
                <a:gd name="connsiteY10" fmla="*/ 198354 h 236364"/>
                <a:gd name="connsiteX11" fmla="*/ 100599 w 158790"/>
                <a:gd name="connsiteY11" fmla="*/ 196865 h 236364"/>
                <a:gd name="connsiteX12" fmla="*/ 100786 w 158790"/>
                <a:gd name="connsiteY12" fmla="*/ 195377 h 236364"/>
                <a:gd name="connsiteX13" fmla="*/ 103762 w 158790"/>
                <a:gd name="connsiteY13" fmla="*/ 195377 h 236364"/>
                <a:gd name="connsiteX14" fmla="*/ 104878 w 158790"/>
                <a:gd name="connsiteY14" fmla="*/ 193935 h 236364"/>
                <a:gd name="connsiteX15" fmla="*/ 105994 w 158790"/>
                <a:gd name="connsiteY15" fmla="*/ 192400 h 236364"/>
                <a:gd name="connsiteX16" fmla="*/ 108971 w 158790"/>
                <a:gd name="connsiteY16" fmla="*/ 191656 h 236364"/>
                <a:gd name="connsiteX17" fmla="*/ 109436 w 158790"/>
                <a:gd name="connsiteY17" fmla="*/ 190122 h 236364"/>
                <a:gd name="connsiteX18" fmla="*/ 109715 w 158790"/>
                <a:gd name="connsiteY18" fmla="*/ 188680 h 236364"/>
                <a:gd name="connsiteX19" fmla="*/ 111203 w 158790"/>
                <a:gd name="connsiteY19" fmla="*/ 188680 h 236364"/>
                <a:gd name="connsiteX20" fmla="*/ 112692 w 158790"/>
                <a:gd name="connsiteY20" fmla="*/ 184959 h 236364"/>
                <a:gd name="connsiteX21" fmla="*/ 114924 w 158790"/>
                <a:gd name="connsiteY21" fmla="*/ 183471 h 236364"/>
                <a:gd name="connsiteX22" fmla="*/ 114924 w 158790"/>
                <a:gd name="connsiteY22" fmla="*/ 179006 h 236364"/>
                <a:gd name="connsiteX23" fmla="*/ 117901 w 158790"/>
                <a:gd name="connsiteY23" fmla="*/ 178262 h 236364"/>
                <a:gd name="connsiteX24" fmla="*/ 118459 w 158790"/>
                <a:gd name="connsiteY24" fmla="*/ 175611 h 236364"/>
                <a:gd name="connsiteX25" fmla="*/ 118645 w 158790"/>
                <a:gd name="connsiteY25" fmla="*/ 173053 h 236364"/>
                <a:gd name="connsiteX26" fmla="*/ 119389 w 158790"/>
                <a:gd name="connsiteY26" fmla="*/ 173053 h 236364"/>
                <a:gd name="connsiteX27" fmla="*/ 120598 w 158790"/>
                <a:gd name="connsiteY27" fmla="*/ 167658 h 236364"/>
                <a:gd name="connsiteX28" fmla="*/ 120133 w 158790"/>
                <a:gd name="connsiteY28" fmla="*/ 165611 h 236364"/>
                <a:gd name="connsiteX29" fmla="*/ 123110 w 158790"/>
                <a:gd name="connsiteY29" fmla="*/ 164867 h 236364"/>
                <a:gd name="connsiteX30" fmla="*/ 123400 w 158790"/>
                <a:gd name="connsiteY30" fmla="*/ 162516 h 236364"/>
                <a:gd name="connsiteX31" fmla="*/ 123296 w 158790"/>
                <a:gd name="connsiteY31" fmla="*/ 159612 h 236364"/>
                <a:gd name="connsiteX32" fmla="*/ 123214 w 158790"/>
                <a:gd name="connsiteY32" fmla="*/ 156702 h 236364"/>
                <a:gd name="connsiteX33" fmla="*/ 123110 w 158790"/>
                <a:gd name="connsiteY33" fmla="*/ 154449 h 236364"/>
                <a:gd name="connsiteX34" fmla="*/ 125342 w 158790"/>
                <a:gd name="connsiteY34" fmla="*/ 154449 h 236364"/>
                <a:gd name="connsiteX35" fmla="*/ 126135 w 158790"/>
                <a:gd name="connsiteY35" fmla="*/ 150541 h 236364"/>
                <a:gd name="connsiteX36" fmla="*/ 126080 w 158790"/>
                <a:gd name="connsiteY36" fmla="*/ 148607 h 236364"/>
                <a:gd name="connsiteX37" fmla="*/ 125993 w 158790"/>
                <a:gd name="connsiteY37" fmla="*/ 144310 h 236364"/>
                <a:gd name="connsiteX38" fmla="*/ 125926 w 158790"/>
                <a:gd name="connsiteY38" fmla="*/ 142101 h 236364"/>
                <a:gd name="connsiteX39" fmla="*/ 125894 w 158790"/>
                <a:gd name="connsiteY39" fmla="*/ 140003 h 236364"/>
                <a:gd name="connsiteX40" fmla="*/ 126086 w 158790"/>
                <a:gd name="connsiteY40" fmla="*/ 136590 h 236364"/>
                <a:gd name="connsiteX41" fmla="*/ 128319 w 158790"/>
                <a:gd name="connsiteY41" fmla="*/ 135846 h 236364"/>
                <a:gd name="connsiteX42" fmla="*/ 128592 w 158790"/>
                <a:gd name="connsiteY42" fmla="*/ 134359 h 236364"/>
                <a:gd name="connsiteX43" fmla="*/ 128584 w 158790"/>
                <a:gd name="connsiteY43" fmla="*/ 132381 h 236364"/>
                <a:gd name="connsiteX44" fmla="*/ 128591 w 158790"/>
                <a:gd name="connsiteY44" fmla="*/ 130146 h 236364"/>
                <a:gd name="connsiteX45" fmla="*/ 128563 w 158790"/>
                <a:gd name="connsiteY45" fmla="*/ 127713 h 236364"/>
                <a:gd name="connsiteX46" fmla="*/ 128551 w 158790"/>
                <a:gd name="connsiteY46" fmla="*/ 122663 h 236364"/>
                <a:gd name="connsiteX47" fmla="*/ 128497 w 158790"/>
                <a:gd name="connsiteY47" fmla="*/ 114663 h 236364"/>
                <a:gd name="connsiteX48" fmla="*/ 128483 w 158790"/>
                <a:gd name="connsiteY48" fmla="*/ 109457 h 236364"/>
                <a:gd name="connsiteX49" fmla="*/ 128470 w 158790"/>
                <a:gd name="connsiteY49" fmla="*/ 106970 h 236364"/>
                <a:gd name="connsiteX50" fmla="*/ 128460 w 158790"/>
                <a:gd name="connsiteY50" fmla="*/ 104545 h 236364"/>
                <a:gd name="connsiteX51" fmla="*/ 128439 w 158790"/>
                <a:gd name="connsiteY51" fmla="*/ 102296 h 236364"/>
                <a:gd name="connsiteX52" fmla="*/ 127575 w 158790"/>
                <a:gd name="connsiteY52" fmla="*/ 96406 h 236364"/>
                <a:gd name="connsiteX53" fmla="*/ 126086 w 158790"/>
                <a:gd name="connsiteY53" fmla="*/ 96406 h 236364"/>
                <a:gd name="connsiteX54" fmla="*/ 126195 w 158790"/>
                <a:gd name="connsiteY54" fmla="*/ 90696 h 236364"/>
                <a:gd name="connsiteX55" fmla="*/ 126226 w 158790"/>
                <a:gd name="connsiteY55" fmla="*/ 88360 h 236364"/>
                <a:gd name="connsiteX56" fmla="*/ 126282 w 158790"/>
                <a:gd name="connsiteY56" fmla="*/ 86051 h 236364"/>
                <a:gd name="connsiteX57" fmla="*/ 126304 w 158790"/>
                <a:gd name="connsiteY57" fmla="*/ 83834 h 236364"/>
                <a:gd name="connsiteX58" fmla="*/ 124979 w 158790"/>
                <a:gd name="connsiteY58" fmla="*/ 78794 h 236364"/>
                <a:gd name="connsiteX59" fmla="*/ 123499 w 158790"/>
                <a:gd name="connsiteY59" fmla="*/ 76009 h 236364"/>
                <a:gd name="connsiteX60" fmla="*/ 122366 w 158790"/>
                <a:gd name="connsiteY60" fmla="*/ 68873 h 236364"/>
                <a:gd name="connsiteX61" fmla="*/ 120133 w 158790"/>
                <a:gd name="connsiteY61" fmla="*/ 68873 h 236364"/>
                <a:gd name="connsiteX62" fmla="*/ 120133 w 158790"/>
                <a:gd name="connsiteY62" fmla="*/ 62920 h 236364"/>
                <a:gd name="connsiteX63" fmla="*/ 117901 w 158790"/>
                <a:gd name="connsiteY63" fmla="*/ 62176 h 236364"/>
                <a:gd name="connsiteX64" fmla="*/ 117854 w 158790"/>
                <a:gd name="connsiteY64" fmla="*/ 59943 h 236364"/>
                <a:gd name="connsiteX65" fmla="*/ 117901 w 158790"/>
                <a:gd name="connsiteY65" fmla="*/ 57711 h 236364"/>
                <a:gd name="connsiteX66" fmla="*/ 116412 w 158790"/>
                <a:gd name="connsiteY66" fmla="*/ 56967 h 236364"/>
                <a:gd name="connsiteX67" fmla="*/ 114924 w 158790"/>
                <a:gd name="connsiteY67" fmla="*/ 53990 h 236364"/>
                <a:gd name="connsiteX68" fmla="*/ 112692 w 158790"/>
                <a:gd name="connsiteY68" fmla="*/ 51758 h 236364"/>
                <a:gd name="connsiteX69" fmla="*/ 111948 w 158790"/>
                <a:gd name="connsiteY69" fmla="*/ 48781 h 236364"/>
                <a:gd name="connsiteX70" fmla="*/ 108971 w 158790"/>
                <a:gd name="connsiteY70" fmla="*/ 48037 h 236364"/>
                <a:gd name="connsiteX71" fmla="*/ 108971 w 158790"/>
                <a:gd name="connsiteY71" fmla="*/ 45061 h 236364"/>
                <a:gd name="connsiteX72" fmla="*/ 106739 w 158790"/>
                <a:gd name="connsiteY72" fmla="*/ 44317 h 236364"/>
                <a:gd name="connsiteX73" fmla="*/ 105250 w 158790"/>
                <a:gd name="connsiteY73" fmla="*/ 42084 h 236364"/>
                <a:gd name="connsiteX74" fmla="*/ 102274 w 158790"/>
                <a:gd name="connsiteY74" fmla="*/ 40596 h 236364"/>
                <a:gd name="connsiteX75" fmla="*/ 101530 w 158790"/>
                <a:gd name="connsiteY75" fmla="*/ 37619 h 236364"/>
                <a:gd name="connsiteX76" fmla="*/ 98553 w 158790"/>
                <a:gd name="connsiteY76" fmla="*/ 37619 h 236364"/>
                <a:gd name="connsiteX77" fmla="*/ 95577 w 158790"/>
                <a:gd name="connsiteY77" fmla="*/ 37619 h 236364"/>
                <a:gd name="connsiteX78" fmla="*/ 94832 w 158790"/>
                <a:gd name="connsiteY78" fmla="*/ 34643 h 236364"/>
                <a:gd name="connsiteX79" fmla="*/ 93462 w 158790"/>
                <a:gd name="connsiteY79" fmla="*/ 34364 h 236364"/>
                <a:gd name="connsiteX80" fmla="*/ 91693 w 158790"/>
                <a:gd name="connsiteY80" fmla="*/ 34483 h 236364"/>
                <a:gd name="connsiteX81" fmla="*/ 87763 w 158790"/>
                <a:gd name="connsiteY81" fmla="*/ 34689 h 236364"/>
                <a:gd name="connsiteX82" fmla="*/ 85749 w 158790"/>
                <a:gd name="connsiteY82" fmla="*/ 34824 h 236364"/>
                <a:gd name="connsiteX83" fmla="*/ 83833 w 158790"/>
                <a:gd name="connsiteY83" fmla="*/ 34901 h 236364"/>
                <a:gd name="connsiteX84" fmla="*/ 80694 w 158790"/>
                <a:gd name="connsiteY84" fmla="*/ 34643 h 236364"/>
                <a:gd name="connsiteX85" fmla="*/ 79950 w 158790"/>
                <a:gd name="connsiteY85" fmla="*/ 30922 h 236364"/>
                <a:gd name="connsiteX86" fmla="*/ 29348 w 158790"/>
                <a:gd name="connsiteY86" fmla="*/ 30922 h 236364"/>
                <a:gd name="connsiteX87" fmla="*/ 91492 w 158790"/>
                <a:gd name="connsiteY87" fmla="*/ 0 h 236364"/>
                <a:gd name="connsiteX88" fmla="*/ 93980 w 158790"/>
                <a:gd name="connsiteY88" fmla="*/ 12 h 236364"/>
                <a:gd name="connsiteX89" fmla="*/ 96157 w 158790"/>
                <a:gd name="connsiteY89" fmla="*/ 4 h 236364"/>
                <a:gd name="connsiteX90" fmla="*/ 97771 w 158790"/>
                <a:gd name="connsiteY90" fmla="*/ 370 h 236364"/>
                <a:gd name="connsiteX91" fmla="*/ 98515 w 158790"/>
                <a:gd name="connsiteY91" fmla="*/ 3347 h 236364"/>
                <a:gd name="connsiteX92" fmla="*/ 103352 w 158790"/>
                <a:gd name="connsiteY92" fmla="*/ 3347 h 236364"/>
                <a:gd name="connsiteX93" fmla="*/ 108189 w 158790"/>
                <a:gd name="connsiteY93" fmla="*/ 3347 h 236364"/>
                <a:gd name="connsiteX94" fmla="*/ 108933 w 158790"/>
                <a:gd name="connsiteY94" fmla="*/ 6323 h 236364"/>
                <a:gd name="connsiteX95" fmla="*/ 114142 w 158790"/>
                <a:gd name="connsiteY95" fmla="*/ 7068 h 236364"/>
                <a:gd name="connsiteX96" fmla="*/ 114886 w 158790"/>
                <a:gd name="connsiteY96" fmla="*/ 9300 h 236364"/>
                <a:gd name="connsiteX97" fmla="*/ 117072 w 158790"/>
                <a:gd name="connsiteY97" fmla="*/ 9998 h 236364"/>
                <a:gd name="connsiteX98" fmla="*/ 120839 w 158790"/>
                <a:gd name="connsiteY98" fmla="*/ 13765 h 236364"/>
                <a:gd name="connsiteX99" fmla="*/ 122746 w 158790"/>
                <a:gd name="connsiteY99" fmla="*/ 13765 h 236364"/>
                <a:gd name="connsiteX100" fmla="*/ 124560 w 158790"/>
                <a:gd name="connsiteY100" fmla="*/ 13765 h 236364"/>
                <a:gd name="connsiteX101" fmla="*/ 125304 w 158790"/>
                <a:gd name="connsiteY101" fmla="*/ 16741 h 236364"/>
                <a:gd name="connsiteX102" fmla="*/ 127536 w 158790"/>
                <a:gd name="connsiteY102" fmla="*/ 17486 h 236364"/>
                <a:gd name="connsiteX103" fmla="*/ 129024 w 158790"/>
                <a:gd name="connsiteY103" fmla="*/ 20462 h 236364"/>
                <a:gd name="connsiteX104" fmla="*/ 130513 w 158790"/>
                <a:gd name="connsiteY104" fmla="*/ 21206 h 236364"/>
                <a:gd name="connsiteX105" fmla="*/ 132001 w 158790"/>
                <a:gd name="connsiteY105" fmla="*/ 24183 h 236364"/>
                <a:gd name="connsiteX106" fmla="*/ 133489 w 158790"/>
                <a:gd name="connsiteY106" fmla="*/ 24927 h 236364"/>
                <a:gd name="connsiteX107" fmla="*/ 134233 w 158790"/>
                <a:gd name="connsiteY107" fmla="*/ 27159 h 236364"/>
                <a:gd name="connsiteX108" fmla="*/ 136466 w 158790"/>
                <a:gd name="connsiteY108" fmla="*/ 28648 h 236364"/>
                <a:gd name="connsiteX109" fmla="*/ 137210 w 158790"/>
                <a:gd name="connsiteY109" fmla="*/ 30880 h 236364"/>
                <a:gd name="connsiteX110" fmla="*/ 139442 w 158790"/>
                <a:gd name="connsiteY110" fmla="*/ 32368 h 236364"/>
                <a:gd name="connsiteX111" fmla="*/ 139815 w 158790"/>
                <a:gd name="connsiteY111" fmla="*/ 34647 h 236364"/>
                <a:gd name="connsiteX112" fmla="*/ 140187 w 158790"/>
                <a:gd name="connsiteY112" fmla="*/ 36833 h 236364"/>
                <a:gd name="connsiteX113" fmla="*/ 142419 w 158790"/>
                <a:gd name="connsiteY113" fmla="*/ 37577 h 236364"/>
                <a:gd name="connsiteX114" fmla="*/ 142419 w 158790"/>
                <a:gd name="connsiteY114" fmla="*/ 41298 h 236364"/>
                <a:gd name="connsiteX115" fmla="*/ 144651 w 158790"/>
                <a:gd name="connsiteY115" fmla="*/ 41298 h 236364"/>
                <a:gd name="connsiteX116" fmla="*/ 145442 w 158790"/>
                <a:gd name="connsiteY116" fmla="*/ 44275 h 236364"/>
                <a:gd name="connsiteX117" fmla="*/ 146140 w 158790"/>
                <a:gd name="connsiteY117" fmla="*/ 47251 h 236364"/>
                <a:gd name="connsiteX118" fmla="*/ 147628 w 158790"/>
                <a:gd name="connsiteY118" fmla="*/ 47251 h 236364"/>
                <a:gd name="connsiteX119" fmla="*/ 148372 w 158790"/>
                <a:gd name="connsiteY119" fmla="*/ 54693 h 236364"/>
                <a:gd name="connsiteX120" fmla="*/ 150605 w 158790"/>
                <a:gd name="connsiteY120" fmla="*/ 54693 h 236364"/>
                <a:gd name="connsiteX121" fmla="*/ 150605 w 158790"/>
                <a:gd name="connsiteY121" fmla="*/ 62878 h 236364"/>
                <a:gd name="connsiteX122" fmla="*/ 152837 w 158790"/>
                <a:gd name="connsiteY122" fmla="*/ 62878 h 236364"/>
                <a:gd name="connsiteX123" fmla="*/ 153581 w 158790"/>
                <a:gd name="connsiteY123" fmla="*/ 74040 h 236364"/>
                <a:gd name="connsiteX124" fmla="*/ 155814 w 158790"/>
                <a:gd name="connsiteY124" fmla="*/ 74040 h 236364"/>
                <a:gd name="connsiteX125" fmla="*/ 156558 w 158790"/>
                <a:gd name="connsiteY125" fmla="*/ 90411 h 236364"/>
                <a:gd name="connsiteX126" fmla="*/ 158790 w 158790"/>
                <a:gd name="connsiteY126" fmla="*/ 90411 h 236364"/>
                <a:gd name="connsiteX127" fmla="*/ 158790 w 158790"/>
                <a:gd name="connsiteY127" fmla="*/ 142501 h 236364"/>
                <a:gd name="connsiteX128" fmla="*/ 156558 w 158790"/>
                <a:gd name="connsiteY128" fmla="*/ 142501 h 236364"/>
                <a:gd name="connsiteX129" fmla="*/ 155814 w 158790"/>
                <a:gd name="connsiteY129" fmla="*/ 160361 h 236364"/>
                <a:gd name="connsiteX130" fmla="*/ 154325 w 158790"/>
                <a:gd name="connsiteY130" fmla="*/ 160361 h 236364"/>
                <a:gd name="connsiteX131" fmla="*/ 153163 w 158790"/>
                <a:gd name="connsiteY131" fmla="*/ 166825 h 236364"/>
                <a:gd name="connsiteX132" fmla="*/ 152974 w 158790"/>
                <a:gd name="connsiteY132" fmla="*/ 169066 h 236364"/>
                <a:gd name="connsiteX133" fmla="*/ 152837 w 158790"/>
                <a:gd name="connsiteY133" fmla="*/ 170779 h 236364"/>
                <a:gd name="connsiteX134" fmla="*/ 150605 w 158790"/>
                <a:gd name="connsiteY134" fmla="*/ 170779 h 236364"/>
                <a:gd name="connsiteX135" fmla="*/ 150683 w 158790"/>
                <a:gd name="connsiteY135" fmla="*/ 172706 h 236364"/>
                <a:gd name="connsiteX136" fmla="*/ 150744 w 158790"/>
                <a:gd name="connsiteY136" fmla="*/ 175197 h 236364"/>
                <a:gd name="connsiteX137" fmla="*/ 150823 w 158790"/>
                <a:gd name="connsiteY137" fmla="*/ 177682 h 236364"/>
                <a:gd name="connsiteX138" fmla="*/ 150605 w 158790"/>
                <a:gd name="connsiteY138" fmla="*/ 179708 h 236364"/>
                <a:gd name="connsiteX139" fmla="*/ 148372 w 158790"/>
                <a:gd name="connsiteY139" fmla="*/ 180452 h 236364"/>
                <a:gd name="connsiteX140" fmla="*/ 148000 w 158790"/>
                <a:gd name="connsiteY140" fmla="*/ 183801 h 236364"/>
                <a:gd name="connsiteX141" fmla="*/ 147628 w 158790"/>
                <a:gd name="connsiteY141" fmla="*/ 187150 h 236364"/>
                <a:gd name="connsiteX142" fmla="*/ 145396 w 158790"/>
                <a:gd name="connsiteY142" fmla="*/ 187894 h 236364"/>
                <a:gd name="connsiteX143" fmla="*/ 144884 w 158790"/>
                <a:gd name="connsiteY143" fmla="*/ 190917 h 236364"/>
                <a:gd name="connsiteX144" fmla="*/ 144651 w 158790"/>
                <a:gd name="connsiteY144" fmla="*/ 193847 h 236364"/>
                <a:gd name="connsiteX145" fmla="*/ 142419 w 158790"/>
                <a:gd name="connsiteY145" fmla="*/ 193847 h 236364"/>
                <a:gd name="connsiteX146" fmla="*/ 141675 w 158790"/>
                <a:gd name="connsiteY146" fmla="*/ 198312 h 236364"/>
                <a:gd name="connsiteX147" fmla="*/ 139442 w 158790"/>
                <a:gd name="connsiteY147" fmla="*/ 198312 h 236364"/>
                <a:gd name="connsiteX148" fmla="*/ 139582 w 158790"/>
                <a:gd name="connsiteY148" fmla="*/ 200126 h 236364"/>
                <a:gd name="connsiteX149" fmla="*/ 139442 w 158790"/>
                <a:gd name="connsiteY149" fmla="*/ 202032 h 236364"/>
                <a:gd name="connsiteX150" fmla="*/ 137210 w 158790"/>
                <a:gd name="connsiteY150" fmla="*/ 202777 h 236364"/>
                <a:gd name="connsiteX151" fmla="*/ 136466 w 158790"/>
                <a:gd name="connsiteY151" fmla="*/ 207241 h 236364"/>
                <a:gd name="connsiteX152" fmla="*/ 134233 w 158790"/>
                <a:gd name="connsiteY152" fmla="*/ 208730 h 236364"/>
                <a:gd name="connsiteX153" fmla="*/ 133489 w 158790"/>
                <a:gd name="connsiteY153" fmla="*/ 210962 h 236364"/>
                <a:gd name="connsiteX154" fmla="*/ 131257 w 158790"/>
                <a:gd name="connsiteY154" fmla="*/ 212450 h 236364"/>
                <a:gd name="connsiteX155" fmla="*/ 130513 w 158790"/>
                <a:gd name="connsiteY155" fmla="*/ 214683 h 236364"/>
                <a:gd name="connsiteX156" fmla="*/ 123816 w 158790"/>
                <a:gd name="connsiteY156" fmla="*/ 219892 h 236364"/>
                <a:gd name="connsiteX157" fmla="*/ 123071 w 158790"/>
                <a:gd name="connsiteY157" fmla="*/ 222124 h 236364"/>
                <a:gd name="connsiteX158" fmla="*/ 121583 w 158790"/>
                <a:gd name="connsiteY158" fmla="*/ 222450 h 236364"/>
                <a:gd name="connsiteX159" fmla="*/ 120095 w 158790"/>
                <a:gd name="connsiteY159" fmla="*/ 222868 h 236364"/>
                <a:gd name="connsiteX160" fmla="*/ 119862 w 158790"/>
                <a:gd name="connsiteY160" fmla="*/ 224403 h 236364"/>
                <a:gd name="connsiteX161" fmla="*/ 119351 w 158790"/>
                <a:gd name="connsiteY161" fmla="*/ 225845 h 236364"/>
                <a:gd name="connsiteX162" fmla="*/ 114142 w 158790"/>
                <a:gd name="connsiteY162" fmla="*/ 225845 h 236364"/>
                <a:gd name="connsiteX163" fmla="*/ 114142 w 158790"/>
                <a:gd name="connsiteY163" fmla="*/ 228821 h 236364"/>
                <a:gd name="connsiteX164" fmla="*/ 112540 w 158790"/>
                <a:gd name="connsiteY164" fmla="*/ 228880 h 236364"/>
                <a:gd name="connsiteX165" fmla="*/ 110467 w 158790"/>
                <a:gd name="connsiteY165" fmla="*/ 229008 h 236364"/>
                <a:gd name="connsiteX166" fmla="*/ 108401 w 158790"/>
                <a:gd name="connsiteY166" fmla="*/ 229112 h 236364"/>
                <a:gd name="connsiteX167" fmla="*/ 106700 w 158790"/>
                <a:gd name="connsiteY167" fmla="*/ 229566 h 236364"/>
                <a:gd name="connsiteX168" fmla="*/ 106418 w 158790"/>
                <a:gd name="connsiteY168" fmla="*/ 231063 h 236364"/>
                <a:gd name="connsiteX169" fmla="*/ 105956 w 158790"/>
                <a:gd name="connsiteY169" fmla="*/ 232542 h 236364"/>
                <a:gd name="connsiteX170" fmla="*/ 100747 w 158790"/>
                <a:gd name="connsiteY170" fmla="*/ 232961 h 236364"/>
                <a:gd name="connsiteX171" fmla="*/ 95538 w 158790"/>
                <a:gd name="connsiteY171" fmla="*/ 233286 h 236364"/>
                <a:gd name="connsiteX172" fmla="*/ 94794 w 158790"/>
                <a:gd name="connsiteY172" fmla="*/ 235519 h 236364"/>
                <a:gd name="connsiteX173" fmla="*/ 91193 w 158790"/>
                <a:gd name="connsiteY173" fmla="*/ 236024 h 236364"/>
                <a:gd name="connsiteX174" fmla="*/ 88936 w 158790"/>
                <a:gd name="connsiteY174" fmla="*/ 236169 h 236364"/>
                <a:gd name="connsiteX175" fmla="*/ 77996 w 158790"/>
                <a:gd name="connsiteY175" fmla="*/ 236359 h 236364"/>
                <a:gd name="connsiteX176" fmla="*/ 75518 w 158790"/>
                <a:gd name="connsiteY176" fmla="*/ 236363 h 236364"/>
                <a:gd name="connsiteX177" fmla="*/ 67493 w 158790"/>
                <a:gd name="connsiteY177" fmla="*/ 236362 h 236364"/>
                <a:gd name="connsiteX178" fmla="*/ 61889 w 158790"/>
                <a:gd name="connsiteY178" fmla="*/ 236364 h 236364"/>
                <a:gd name="connsiteX179" fmla="*/ 48694 w 158790"/>
                <a:gd name="connsiteY179" fmla="*/ 236359 h 236364"/>
                <a:gd name="connsiteX180" fmla="*/ 36665 w 158790"/>
                <a:gd name="connsiteY180" fmla="*/ 236361 h 236364"/>
                <a:gd name="connsiteX181" fmla="*/ 23619 w 158790"/>
                <a:gd name="connsiteY181" fmla="*/ 236362 h 236364"/>
                <a:gd name="connsiteX182" fmla="*/ 18079 w 158790"/>
                <a:gd name="connsiteY182" fmla="*/ 236364 h 236364"/>
                <a:gd name="connsiteX183" fmla="*/ 10363 w 158790"/>
                <a:gd name="connsiteY183" fmla="*/ 236359 h 236364"/>
                <a:gd name="connsiteX184" fmla="*/ 8044 w 158790"/>
                <a:gd name="connsiteY184" fmla="*/ 236364 h 236364"/>
                <a:gd name="connsiteX185" fmla="*/ 5926 w 158790"/>
                <a:gd name="connsiteY185" fmla="*/ 236357 h 236364"/>
                <a:gd name="connsiteX186" fmla="*/ 4086 w 158790"/>
                <a:gd name="connsiteY186" fmla="*/ 236357 h 236364"/>
                <a:gd name="connsiteX187" fmla="*/ 288 w 158790"/>
                <a:gd name="connsiteY187" fmla="*/ 235519 h 236364"/>
                <a:gd name="connsiteX188" fmla="*/ 13 w 158790"/>
                <a:gd name="connsiteY188" fmla="*/ 231755 h 236364"/>
                <a:gd name="connsiteX189" fmla="*/ 0 w 158790"/>
                <a:gd name="connsiteY189" fmla="*/ 229268 h 236364"/>
                <a:gd name="connsiteX190" fmla="*/ 20 w 158790"/>
                <a:gd name="connsiteY190" fmla="*/ 226502 h 236364"/>
                <a:gd name="connsiteX191" fmla="*/ 14 w 158790"/>
                <a:gd name="connsiteY191" fmla="*/ 223590 h 236364"/>
                <a:gd name="connsiteX192" fmla="*/ 29 w 158790"/>
                <a:gd name="connsiteY192" fmla="*/ 215552 h 236364"/>
                <a:gd name="connsiteX193" fmla="*/ 34 w 158790"/>
                <a:gd name="connsiteY193" fmla="*/ 206898 h 236364"/>
                <a:gd name="connsiteX194" fmla="*/ 52 w 158790"/>
                <a:gd name="connsiteY194" fmla="*/ 191892 h 236364"/>
                <a:gd name="connsiteX195" fmla="*/ 79 w 158790"/>
                <a:gd name="connsiteY195" fmla="*/ 170195 h 236364"/>
                <a:gd name="connsiteX196" fmla="*/ 120 w 158790"/>
                <a:gd name="connsiteY196" fmla="*/ 134996 h 236364"/>
                <a:gd name="connsiteX197" fmla="*/ 166 w 158790"/>
                <a:gd name="connsiteY197" fmla="*/ 100796 h 236364"/>
                <a:gd name="connsiteX198" fmla="*/ 167 w 158790"/>
                <a:gd name="connsiteY198" fmla="*/ 98668 h 236364"/>
                <a:gd name="connsiteX199" fmla="*/ 176 w 158790"/>
                <a:gd name="connsiteY199" fmla="*/ 88100 h 236364"/>
                <a:gd name="connsiteX200" fmla="*/ 288 w 158790"/>
                <a:gd name="connsiteY200" fmla="*/ 370 h 236364"/>
                <a:gd name="connsiteX201" fmla="*/ 38380 w 158790"/>
                <a:gd name="connsiteY201" fmla="*/ 216 h 236364"/>
                <a:gd name="connsiteX202" fmla="*/ 56065 w 158790"/>
                <a:gd name="connsiteY202" fmla="*/ 146 h 236364"/>
                <a:gd name="connsiteX203" fmla="*/ 71475 w 158790"/>
                <a:gd name="connsiteY203" fmla="*/ 90 h 236364"/>
                <a:gd name="connsiteX204" fmla="*/ 79639 w 158790"/>
                <a:gd name="connsiteY204" fmla="*/ 56 h 236364"/>
                <a:gd name="connsiteX205" fmla="*/ 88738 w 158790"/>
                <a:gd name="connsiteY205" fmla="*/ 32 h 236364"/>
                <a:gd name="connsiteX206" fmla="*/ 91492 w 158790"/>
                <a:gd name="connsiteY206"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790" h="236364">
                  <a:moveTo>
                    <a:pt x="29348" y="30922"/>
                  </a:moveTo>
                  <a:cubicBezTo>
                    <a:pt x="29348" y="90126"/>
                    <a:pt x="29348" y="147588"/>
                    <a:pt x="29348" y="205051"/>
                  </a:cubicBezTo>
                  <a:cubicBezTo>
                    <a:pt x="46553" y="205051"/>
                    <a:pt x="63251" y="205051"/>
                    <a:pt x="79950" y="205051"/>
                  </a:cubicBezTo>
                  <a:cubicBezTo>
                    <a:pt x="79950" y="204039"/>
                    <a:pt x="79950" y="203057"/>
                    <a:pt x="79950" y="202074"/>
                  </a:cubicBezTo>
                  <a:cubicBezTo>
                    <a:pt x="81524" y="202145"/>
                    <a:pt x="83099" y="202212"/>
                    <a:pt x="84675" y="202256"/>
                  </a:cubicBezTo>
                  <a:cubicBezTo>
                    <a:pt x="85329" y="202273"/>
                    <a:pt x="85965" y="202290"/>
                    <a:pt x="86600" y="202307"/>
                  </a:cubicBezTo>
                  <a:cubicBezTo>
                    <a:pt x="88882" y="202419"/>
                    <a:pt x="91107" y="202600"/>
                    <a:pt x="93344" y="202074"/>
                  </a:cubicBezTo>
                  <a:cubicBezTo>
                    <a:pt x="93551" y="201438"/>
                    <a:pt x="93751" y="200820"/>
                    <a:pt x="93952" y="200202"/>
                  </a:cubicBezTo>
                  <a:cubicBezTo>
                    <a:pt x="93998" y="199574"/>
                    <a:pt x="94043" y="198964"/>
                    <a:pt x="94088" y="198354"/>
                  </a:cubicBezTo>
                  <a:cubicBezTo>
                    <a:pt x="94547" y="198266"/>
                    <a:pt x="94992" y="198180"/>
                    <a:pt x="95437" y="198095"/>
                  </a:cubicBezTo>
                  <a:cubicBezTo>
                    <a:pt x="97000" y="198299"/>
                    <a:pt x="98467" y="198432"/>
                    <a:pt x="100041" y="198354"/>
                  </a:cubicBezTo>
                  <a:cubicBezTo>
                    <a:pt x="100323" y="197602"/>
                    <a:pt x="100323" y="197602"/>
                    <a:pt x="100599" y="196865"/>
                  </a:cubicBezTo>
                  <a:cubicBezTo>
                    <a:pt x="100663" y="196359"/>
                    <a:pt x="100724" y="195868"/>
                    <a:pt x="100786" y="195377"/>
                  </a:cubicBezTo>
                  <a:cubicBezTo>
                    <a:pt x="101798" y="195377"/>
                    <a:pt x="102780" y="195377"/>
                    <a:pt x="103762" y="195377"/>
                  </a:cubicBezTo>
                  <a:cubicBezTo>
                    <a:pt x="104142" y="194887"/>
                    <a:pt x="104510" y="194411"/>
                    <a:pt x="104878" y="193935"/>
                  </a:cubicBezTo>
                  <a:cubicBezTo>
                    <a:pt x="105258" y="193413"/>
                    <a:pt x="105626" y="192907"/>
                    <a:pt x="105994" y="192400"/>
                  </a:cubicBezTo>
                  <a:cubicBezTo>
                    <a:pt x="106990" y="192166"/>
                    <a:pt x="107983" y="191920"/>
                    <a:pt x="108971" y="191656"/>
                  </a:cubicBezTo>
                  <a:cubicBezTo>
                    <a:pt x="109206" y="190881"/>
                    <a:pt x="109206" y="190881"/>
                    <a:pt x="109436" y="190122"/>
                  </a:cubicBezTo>
                  <a:cubicBezTo>
                    <a:pt x="109577" y="189393"/>
                    <a:pt x="109577" y="189393"/>
                    <a:pt x="109715" y="188680"/>
                  </a:cubicBezTo>
                  <a:cubicBezTo>
                    <a:pt x="110221" y="188680"/>
                    <a:pt x="110712" y="188680"/>
                    <a:pt x="111203" y="188680"/>
                  </a:cubicBezTo>
                  <a:cubicBezTo>
                    <a:pt x="111694" y="187437"/>
                    <a:pt x="112191" y="186197"/>
                    <a:pt x="112692" y="184959"/>
                  </a:cubicBezTo>
                  <a:cubicBezTo>
                    <a:pt x="113451" y="184453"/>
                    <a:pt x="114187" y="183962"/>
                    <a:pt x="114924" y="183471"/>
                  </a:cubicBezTo>
                  <a:cubicBezTo>
                    <a:pt x="114894" y="181983"/>
                    <a:pt x="114893" y="180494"/>
                    <a:pt x="114924" y="179006"/>
                  </a:cubicBezTo>
                  <a:cubicBezTo>
                    <a:pt x="115922" y="178781"/>
                    <a:pt x="116914" y="178531"/>
                    <a:pt x="117901" y="178262"/>
                  </a:cubicBezTo>
                  <a:cubicBezTo>
                    <a:pt x="118183" y="176923"/>
                    <a:pt x="118183" y="176923"/>
                    <a:pt x="118459" y="175611"/>
                  </a:cubicBezTo>
                  <a:cubicBezTo>
                    <a:pt x="118522" y="174741"/>
                    <a:pt x="118583" y="173897"/>
                    <a:pt x="118645" y="173053"/>
                  </a:cubicBezTo>
                  <a:cubicBezTo>
                    <a:pt x="118898" y="173053"/>
                    <a:pt x="119143" y="173053"/>
                    <a:pt x="119389" y="173053"/>
                  </a:cubicBezTo>
                  <a:cubicBezTo>
                    <a:pt x="120787" y="171034"/>
                    <a:pt x="120885" y="170147"/>
                    <a:pt x="120598" y="167658"/>
                  </a:cubicBezTo>
                  <a:cubicBezTo>
                    <a:pt x="120363" y="166624"/>
                    <a:pt x="120363" y="166624"/>
                    <a:pt x="120133" y="165611"/>
                  </a:cubicBezTo>
                  <a:cubicBezTo>
                    <a:pt x="121610" y="165568"/>
                    <a:pt x="121610" y="165568"/>
                    <a:pt x="123110" y="164867"/>
                  </a:cubicBezTo>
                  <a:cubicBezTo>
                    <a:pt x="123209" y="164068"/>
                    <a:pt x="123304" y="163292"/>
                    <a:pt x="123400" y="162516"/>
                  </a:cubicBezTo>
                  <a:cubicBezTo>
                    <a:pt x="123365" y="161528"/>
                    <a:pt x="123330" y="160570"/>
                    <a:pt x="123296" y="159612"/>
                  </a:cubicBezTo>
                  <a:cubicBezTo>
                    <a:pt x="123268" y="158623"/>
                    <a:pt x="123241" y="157662"/>
                    <a:pt x="123214" y="156702"/>
                  </a:cubicBezTo>
                  <a:cubicBezTo>
                    <a:pt x="123179" y="155936"/>
                    <a:pt x="123144" y="155193"/>
                    <a:pt x="123110" y="154449"/>
                  </a:cubicBezTo>
                  <a:cubicBezTo>
                    <a:pt x="123869" y="154449"/>
                    <a:pt x="124605" y="154449"/>
                    <a:pt x="125342" y="154449"/>
                  </a:cubicBezTo>
                  <a:cubicBezTo>
                    <a:pt x="126086" y="152217"/>
                    <a:pt x="126086" y="152217"/>
                    <a:pt x="126135" y="150541"/>
                  </a:cubicBezTo>
                  <a:cubicBezTo>
                    <a:pt x="126117" y="149883"/>
                    <a:pt x="126099" y="149245"/>
                    <a:pt x="126080" y="148607"/>
                  </a:cubicBezTo>
                  <a:cubicBezTo>
                    <a:pt x="126055" y="147175"/>
                    <a:pt x="126026" y="145742"/>
                    <a:pt x="125993" y="144310"/>
                  </a:cubicBezTo>
                  <a:cubicBezTo>
                    <a:pt x="125971" y="143559"/>
                    <a:pt x="125948" y="142830"/>
                    <a:pt x="125926" y="142101"/>
                  </a:cubicBezTo>
                  <a:cubicBezTo>
                    <a:pt x="125916" y="141388"/>
                    <a:pt x="125905" y="140695"/>
                    <a:pt x="125894" y="140003"/>
                  </a:cubicBezTo>
                  <a:cubicBezTo>
                    <a:pt x="125786" y="138141"/>
                    <a:pt x="125786" y="138141"/>
                    <a:pt x="126086" y="136590"/>
                  </a:cubicBezTo>
                  <a:cubicBezTo>
                    <a:pt x="126845" y="136337"/>
                    <a:pt x="127582" y="136091"/>
                    <a:pt x="128319" y="135846"/>
                  </a:cubicBezTo>
                  <a:cubicBezTo>
                    <a:pt x="128412" y="135340"/>
                    <a:pt x="128502" y="134850"/>
                    <a:pt x="128592" y="134359"/>
                  </a:cubicBezTo>
                  <a:cubicBezTo>
                    <a:pt x="128589" y="133686"/>
                    <a:pt x="128587" y="133034"/>
                    <a:pt x="128584" y="132381"/>
                  </a:cubicBezTo>
                  <a:cubicBezTo>
                    <a:pt x="128586" y="131621"/>
                    <a:pt x="128588" y="130884"/>
                    <a:pt x="128591" y="130146"/>
                  </a:cubicBezTo>
                  <a:cubicBezTo>
                    <a:pt x="128581" y="129319"/>
                    <a:pt x="128572" y="128516"/>
                    <a:pt x="128563" y="127713"/>
                  </a:cubicBezTo>
                  <a:cubicBezTo>
                    <a:pt x="128560" y="126030"/>
                    <a:pt x="128556" y="124347"/>
                    <a:pt x="128551" y="122663"/>
                  </a:cubicBezTo>
                  <a:cubicBezTo>
                    <a:pt x="128528" y="119997"/>
                    <a:pt x="128505" y="117330"/>
                    <a:pt x="128497" y="114663"/>
                  </a:cubicBezTo>
                  <a:cubicBezTo>
                    <a:pt x="128495" y="112928"/>
                    <a:pt x="128490" y="111193"/>
                    <a:pt x="128483" y="109457"/>
                  </a:cubicBezTo>
                  <a:cubicBezTo>
                    <a:pt x="128478" y="108612"/>
                    <a:pt x="128474" y="107791"/>
                    <a:pt x="128470" y="106970"/>
                  </a:cubicBezTo>
                  <a:cubicBezTo>
                    <a:pt x="128465" y="105745"/>
                    <a:pt x="128465" y="105745"/>
                    <a:pt x="128460" y="104545"/>
                  </a:cubicBezTo>
                  <a:cubicBezTo>
                    <a:pt x="128453" y="103781"/>
                    <a:pt x="128446" y="103038"/>
                    <a:pt x="128439" y="102296"/>
                  </a:cubicBezTo>
                  <a:cubicBezTo>
                    <a:pt x="128421" y="100023"/>
                    <a:pt x="128301" y="98587"/>
                    <a:pt x="127575" y="96406"/>
                  </a:cubicBezTo>
                  <a:cubicBezTo>
                    <a:pt x="127069" y="96406"/>
                    <a:pt x="126577" y="96406"/>
                    <a:pt x="126086" y="96406"/>
                  </a:cubicBezTo>
                  <a:cubicBezTo>
                    <a:pt x="126132" y="94503"/>
                    <a:pt x="126169" y="92600"/>
                    <a:pt x="126195" y="90696"/>
                  </a:cubicBezTo>
                  <a:cubicBezTo>
                    <a:pt x="126206" y="89902"/>
                    <a:pt x="126216" y="89131"/>
                    <a:pt x="126226" y="88360"/>
                  </a:cubicBezTo>
                  <a:cubicBezTo>
                    <a:pt x="126245" y="87575"/>
                    <a:pt x="126264" y="86813"/>
                    <a:pt x="126282" y="86051"/>
                  </a:cubicBezTo>
                  <a:cubicBezTo>
                    <a:pt x="126290" y="85297"/>
                    <a:pt x="126297" y="84566"/>
                    <a:pt x="126304" y="83834"/>
                  </a:cubicBezTo>
                  <a:cubicBezTo>
                    <a:pt x="126344" y="81574"/>
                    <a:pt x="126502" y="80501"/>
                    <a:pt x="124979" y="78794"/>
                  </a:cubicBezTo>
                  <a:cubicBezTo>
                    <a:pt x="123674" y="77847"/>
                    <a:pt x="123674" y="77847"/>
                    <a:pt x="123499" y="76009"/>
                  </a:cubicBezTo>
                  <a:cubicBezTo>
                    <a:pt x="123359" y="73505"/>
                    <a:pt x="123498" y="71137"/>
                    <a:pt x="122366" y="68873"/>
                  </a:cubicBezTo>
                  <a:cubicBezTo>
                    <a:pt x="121607" y="68873"/>
                    <a:pt x="120870" y="68873"/>
                    <a:pt x="120133" y="68873"/>
                  </a:cubicBezTo>
                  <a:cubicBezTo>
                    <a:pt x="121139" y="66861"/>
                    <a:pt x="121139" y="66861"/>
                    <a:pt x="120133" y="62920"/>
                  </a:cubicBezTo>
                  <a:cubicBezTo>
                    <a:pt x="119006" y="62544"/>
                    <a:pt x="119006" y="62544"/>
                    <a:pt x="117901" y="62176"/>
                  </a:cubicBezTo>
                  <a:cubicBezTo>
                    <a:pt x="117885" y="61417"/>
                    <a:pt x="117870" y="60680"/>
                    <a:pt x="117854" y="59943"/>
                  </a:cubicBezTo>
                  <a:cubicBezTo>
                    <a:pt x="117870" y="59184"/>
                    <a:pt x="117885" y="58448"/>
                    <a:pt x="117901" y="57711"/>
                  </a:cubicBezTo>
                  <a:cubicBezTo>
                    <a:pt x="117395" y="57458"/>
                    <a:pt x="116904" y="57212"/>
                    <a:pt x="116412" y="56967"/>
                  </a:cubicBezTo>
                  <a:cubicBezTo>
                    <a:pt x="115916" y="55975"/>
                    <a:pt x="115420" y="54983"/>
                    <a:pt x="114924" y="53990"/>
                  </a:cubicBezTo>
                  <a:cubicBezTo>
                    <a:pt x="114165" y="53262"/>
                    <a:pt x="113420" y="52518"/>
                    <a:pt x="112692" y="51758"/>
                  </a:cubicBezTo>
                  <a:cubicBezTo>
                    <a:pt x="112366" y="50177"/>
                    <a:pt x="112366" y="50177"/>
                    <a:pt x="111948" y="48781"/>
                  </a:cubicBezTo>
                  <a:cubicBezTo>
                    <a:pt x="110954" y="48540"/>
                    <a:pt x="109961" y="48293"/>
                    <a:pt x="108971" y="48037"/>
                  </a:cubicBezTo>
                  <a:cubicBezTo>
                    <a:pt x="108971" y="47025"/>
                    <a:pt x="108971" y="46043"/>
                    <a:pt x="108971" y="45061"/>
                  </a:cubicBezTo>
                  <a:cubicBezTo>
                    <a:pt x="107844" y="44685"/>
                    <a:pt x="107844" y="44685"/>
                    <a:pt x="106739" y="44317"/>
                  </a:cubicBezTo>
                  <a:cubicBezTo>
                    <a:pt x="105987" y="43189"/>
                    <a:pt x="105987" y="43189"/>
                    <a:pt x="105250" y="42084"/>
                  </a:cubicBezTo>
                  <a:cubicBezTo>
                    <a:pt x="103712" y="41408"/>
                    <a:pt x="103712" y="41408"/>
                    <a:pt x="102274" y="40596"/>
                  </a:cubicBezTo>
                  <a:cubicBezTo>
                    <a:pt x="102088" y="39015"/>
                    <a:pt x="102088" y="39015"/>
                    <a:pt x="101530" y="37619"/>
                  </a:cubicBezTo>
                  <a:cubicBezTo>
                    <a:pt x="100518" y="37619"/>
                    <a:pt x="99535" y="37619"/>
                    <a:pt x="98553" y="37619"/>
                  </a:cubicBezTo>
                  <a:cubicBezTo>
                    <a:pt x="97541" y="37619"/>
                    <a:pt x="96559" y="37619"/>
                    <a:pt x="95577" y="37619"/>
                  </a:cubicBezTo>
                  <a:cubicBezTo>
                    <a:pt x="95333" y="36626"/>
                    <a:pt x="95085" y="35634"/>
                    <a:pt x="94832" y="34643"/>
                  </a:cubicBezTo>
                  <a:cubicBezTo>
                    <a:pt x="94366" y="34548"/>
                    <a:pt x="93914" y="34456"/>
                    <a:pt x="93462" y="34364"/>
                  </a:cubicBezTo>
                  <a:cubicBezTo>
                    <a:pt x="92860" y="34404"/>
                    <a:pt x="92277" y="34444"/>
                    <a:pt x="91693" y="34483"/>
                  </a:cubicBezTo>
                  <a:cubicBezTo>
                    <a:pt x="90382" y="34538"/>
                    <a:pt x="89072" y="34607"/>
                    <a:pt x="87763" y="34689"/>
                  </a:cubicBezTo>
                  <a:cubicBezTo>
                    <a:pt x="87078" y="34735"/>
                    <a:pt x="86413" y="34780"/>
                    <a:pt x="85749" y="34824"/>
                  </a:cubicBezTo>
                  <a:cubicBezTo>
                    <a:pt x="84781" y="34863"/>
                    <a:pt x="84781" y="34863"/>
                    <a:pt x="83833" y="34901"/>
                  </a:cubicBezTo>
                  <a:cubicBezTo>
                    <a:pt x="82113" y="35111"/>
                    <a:pt x="82113" y="35111"/>
                    <a:pt x="80694" y="34643"/>
                  </a:cubicBezTo>
                  <a:cubicBezTo>
                    <a:pt x="80318" y="32764"/>
                    <a:pt x="80318" y="32764"/>
                    <a:pt x="79950" y="30922"/>
                  </a:cubicBezTo>
                  <a:cubicBezTo>
                    <a:pt x="62745" y="30922"/>
                    <a:pt x="46047" y="30922"/>
                    <a:pt x="29348" y="30922"/>
                  </a:cubicBezTo>
                  <a:close/>
                  <a:moveTo>
                    <a:pt x="91492" y="0"/>
                  </a:moveTo>
                  <a:cubicBezTo>
                    <a:pt x="92724" y="6"/>
                    <a:pt x="92724" y="6"/>
                    <a:pt x="93980" y="12"/>
                  </a:cubicBezTo>
                  <a:cubicBezTo>
                    <a:pt x="94698" y="10"/>
                    <a:pt x="95417" y="7"/>
                    <a:pt x="96157" y="4"/>
                  </a:cubicBezTo>
                  <a:cubicBezTo>
                    <a:pt x="96689" y="125"/>
                    <a:pt x="97222" y="246"/>
                    <a:pt x="97771" y="370"/>
                  </a:cubicBezTo>
                  <a:cubicBezTo>
                    <a:pt x="98244" y="1869"/>
                    <a:pt x="98244" y="1869"/>
                    <a:pt x="98515" y="3347"/>
                  </a:cubicBezTo>
                  <a:cubicBezTo>
                    <a:pt x="100762" y="3596"/>
                    <a:pt x="100762" y="3596"/>
                    <a:pt x="103352" y="3347"/>
                  </a:cubicBezTo>
                  <a:cubicBezTo>
                    <a:pt x="106026" y="3161"/>
                    <a:pt x="106026" y="3161"/>
                    <a:pt x="108189" y="3347"/>
                  </a:cubicBezTo>
                  <a:cubicBezTo>
                    <a:pt x="108700" y="4809"/>
                    <a:pt x="108700" y="4809"/>
                    <a:pt x="108933" y="6323"/>
                  </a:cubicBezTo>
                  <a:cubicBezTo>
                    <a:pt x="110664" y="6602"/>
                    <a:pt x="112401" y="6850"/>
                    <a:pt x="114142" y="7068"/>
                  </a:cubicBezTo>
                  <a:cubicBezTo>
                    <a:pt x="114387" y="7804"/>
                    <a:pt x="114633" y="8541"/>
                    <a:pt x="114886" y="9300"/>
                  </a:cubicBezTo>
                  <a:cubicBezTo>
                    <a:pt x="115607" y="9530"/>
                    <a:pt x="116329" y="9760"/>
                    <a:pt x="117072" y="9998"/>
                  </a:cubicBezTo>
                  <a:cubicBezTo>
                    <a:pt x="119778" y="10937"/>
                    <a:pt x="119647" y="11381"/>
                    <a:pt x="120839" y="13765"/>
                  </a:cubicBezTo>
                  <a:cubicBezTo>
                    <a:pt x="121468" y="13765"/>
                    <a:pt x="122097" y="13765"/>
                    <a:pt x="122746" y="13765"/>
                  </a:cubicBezTo>
                  <a:cubicBezTo>
                    <a:pt x="123344" y="13765"/>
                    <a:pt x="123943" y="13765"/>
                    <a:pt x="124560" y="13765"/>
                  </a:cubicBezTo>
                  <a:cubicBezTo>
                    <a:pt x="125025" y="15207"/>
                    <a:pt x="125025" y="15207"/>
                    <a:pt x="125304" y="16741"/>
                  </a:cubicBezTo>
                  <a:cubicBezTo>
                    <a:pt x="126041" y="16987"/>
                    <a:pt x="126777" y="17233"/>
                    <a:pt x="127536" y="17486"/>
                  </a:cubicBezTo>
                  <a:cubicBezTo>
                    <a:pt x="128057" y="18465"/>
                    <a:pt x="128554" y="19458"/>
                    <a:pt x="129024" y="20462"/>
                  </a:cubicBezTo>
                  <a:cubicBezTo>
                    <a:pt x="129516" y="20708"/>
                    <a:pt x="130007" y="20953"/>
                    <a:pt x="130513" y="21206"/>
                  </a:cubicBezTo>
                  <a:cubicBezTo>
                    <a:pt x="131009" y="22198"/>
                    <a:pt x="131505" y="23191"/>
                    <a:pt x="132001" y="24183"/>
                  </a:cubicBezTo>
                  <a:cubicBezTo>
                    <a:pt x="132492" y="24428"/>
                    <a:pt x="132983" y="24674"/>
                    <a:pt x="133489" y="24927"/>
                  </a:cubicBezTo>
                  <a:cubicBezTo>
                    <a:pt x="133735" y="25664"/>
                    <a:pt x="133980" y="26400"/>
                    <a:pt x="134233" y="27159"/>
                  </a:cubicBezTo>
                  <a:cubicBezTo>
                    <a:pt x="134970" y="27651"/>
                    <a:pt x="135707" y="28142"/>
                    <a:pt x="136466" y="28648"/>
                  </a:cubicBezTo>
                  <a:cubicBezTo>
                    <a:pt x="136711" y="29384"/>
                    <a:pt x="136957" y="30121"/>
                    <a:pt x="137210" y="30880"/>
                  </a:cubicBezTo>
                  <a:cubicBezTo>
                    <a:pt x="137947" y="31371"/>
                    <a:pt x="138683" y="31862"/>
                    <a:pt x="139442" y="32368"/>
                  </a:cubicBezTo>
                  <a:cubicBezTo>
                    <a:pt x="139565" y="33120"/>
                    <a:pt x="139688" y="33872"/>
                    <a:pt x="139815" y="34647"/>
                  </a:cubicBezTo>
                  <a:cubicBezTo>
                    <a:pt x="139937" y="35369"/>
                    <a:pt x="140060" y="36090"/>
                    <a:pt x="140187" y="36833"/>
                  </a:cubicBezTo>
                  <a:cubicBezTo>
                    <a:pt x="140923" y="37079"/>
                    <a:pt x="141660" y="37324"/>
                    <a:pt x="142419" y="37577"/>
                  </a:cubicBezTo>
                  <a:cubicBezTo>
                    <a:pt x="142559" y="39484"/>
                    <a:pt x="142559" y="39484"/>
                    <a:pt x="142419" y="41298"/>
                  </a:cubicBezTo>
                  <a:cubicBezTo>
                    <a:pt x="143156" y="41298"/>
                    <a:pt x="143892" y="41298"/>
                    <a:pt x="144651" y="41298"/>
                  </a:cubicBezTo>
                  <a:cubicBezTo>
                    <a:pt x="145143" y="42600"/>
                    <a:pt x="145143" y="42600"/>
                    <a:pt x="145442" y="44275"/>
                  </a:cubicBezTo>
                  <a:cubicBezTo>
                    <a:pt x="145706" y="45900"/>
                    <a:pt x="145706" y="45900"/>
                    <a:pt x="146140" y="47251"/>
                  </a:cubicBezTo>
                  <a:cubicBezTo>
                    <a:pt x="146631" y="47251"/>
                    <a:pt x="147122" y="47251"/>
                    <a:pt x="147628" y="47251"/>
                  </a:cubicBezTo>
                  <a:cubicBezTo>
                    <a:pt x="147874" y="49707"/>
                    <a:pt x="148119" y="52163"/>
                    <a:pt x="148372" y="54693"/>
                  </a:cubicBezTo>
                  <a:cubicBezTo>
                    <a:pt x="149109" y="54693"/>
                    <a:pt x="149846" y="54693"/>
                    <a:pt x="150605" y="54693"/>
                  </a:cubicBezTo>
                  <a:cubicBezTo>
                    <a:pt x="150605" y="57394"/>
                    <a:pt x="150605" y="60095"/>
                    <a:pt x="150605" y="62878"/>
                  </a:cubicBezTo>
                  <a:cubicBezTo>
                    <a:pt x="151341" y="62878"/>
                    <a:pt x="152078" y="62878"/>
                    <a:pt x="152837" y="62878"/>
                  </a:cubicBezTo>
                  <a:cubicBezTo>
                    <a:pt x="153083" y="66562"/>
                    <a:pt x="153328" y="70245"/>
                    <a:pt x="153581" y="74040"/>
                  </a:cubicBezTo>
                  <a:cubicBezTo>
                    <a:pt x="154318" y="74040"/>
                    <a:pt x="155055" y="74040"/>
                    <a:pt x="155814" y="74040"/>
                  </a:cubicBezTo>
                  <a:cubicBezTo>
                    <a:pt x="156059" y="79443"/>
                    <a:pt x="156305" y="84845"/>
                    <a:pt x="156558" y="90411"/>
                  </a:cubicBezTo>
                  <a:cubicBezTo>
                    <a:pt x="157294" y="90411"/>
                    <a:pt x="158031" y="90411"/>
                    <a:pt x="158790" y="90411"/>
                  </a:cubicBezTo>
                  <a:cubicBezTo>
                    <a:pt x="158790" y="107601"/>
                    <a:pt x="158790" y="124791"/>
                    <a:pt x="158790" y="142501"/>
                  </a:cubicBezTo>
                  <a:cubicBezTo>
                    <a:pt x="158053" y="142501"/>
                    <a:pt x="157317" y="142501"/>
                    <a:pt x="156558" y="142501"/>
                  </a:cubicBezTo>
                  <a:cubicBezTo>
                    <a:pt x="156312" y="148395"/>
                    <a:pt x="156067" y="154288"/>
                    <a:pt x="155814" y="160361"/>
                  </a:cubicBezTo>
                  <a:cubicBezTo>
                    <a:pt x="155322" y="160361"/>
                    <a:pt x="154831" y="160361"/>
                    <a:pt x="154325" y="160361"/>
                  </a:cubicBezTo>
                  <a:cubicBezTo>
                    <a:pt x="153579" y="162599"/>
                    <a:pt x="153356" y="164482"/>
                    <a:pt x="153163" y="166825"/>
                  </a:cubicBezTo>
                  <a:cubicBezTo>
                    <a:pt x="153100" y="167565"/>
                    <a:pt x="153038" y="168304"/>
                    <a:pt x="152974" y="169066"/>
                  </a:cubicBezTo>
                  <a:cubicBezTo>
                    <a:pt x="152929" y="169631"/>
                    <a:pt x="152883" y="170196"/>
                    <a:pt x="152837" y="170779"/>
                  </a:cubicBezTo>
                  <a:cubicBezTo>
                    <a:pt x="152100" y="170779"/>
                    <a:pt x="151364" y="170779"/>
                    <a:pt x="150605" y="170779"/>
                  </a:cubicBezTo>
                  <a:cubicBezTo>
                    <a:pt x="150630" y="171415"/>
                    <a:pt x="150656" y="172050"/>
                    <a:pt x="150683" y="172706"/>
                  </a:cubicBezTo>
                  <a:cubicBezTo>
                    <a:pt x="150703" y="173528"/>
                    <a:pt x="150723" y="174350"/>
                    <a:pt x="150744" y="175197"/>
                  </a:cubicBezTo>
                  <a:cubicBezTo>
                    <a:pt x="150770" y="176017"/>
                    <a:pt x="150796" y="176837"/>
                    <a:pt x="150823" y="177682"/>
                  </a:cubicBezTo>
                  <a:cubicBezTo>
                    <a:pt x="150751" y="178351"/>
                    <a:pt x="150679" y="179019"/>
                    <a:pt x="150605" y="179708"/>
                  </a:cubicBezTo>
                  <a:cubicBezTo>
                    <a:pt x="149868" y="179954"/>
                    <a:pt x="149131" y="180199"/>
                    <a:pt x="148372" y="180452"/>
                  </a:cubicBezTo>
                  <a:cubicBezTo>
                    <a:pt x="148020" y="182008"/>
                    <a:pt x="148020" y="182008"/>
                    <a:pt x="148000" y="183801"/>
                  </a:cubicBezTo>
                  <a:cubicBezTo>
                    <a:pt x="147930" y="185638"/>
                    <a:pt x="147930" y="185638"/>
                    <a:pt x="147628" y="187150"/>
                  </a:cubicBezTo>
                  <a:cubicBezTo>
                    <a:pt x="146891" y="187395"/>
                    <a:pt x="146155" y="187641"/>
                    <a:pt x="145396" y="187894"/>
                  </a:cubicBezTo>
                  <a:cubicBezTo>
                    <a:pt x="144960" y="189297"/>
                    <a:pt x="144960" y="189297"/>
                    <a:pt x="144884" y="190917"/>
                  </a:cubicBezTo>
                  <a:cubicBezTo>
                    <a:pt x="144769" y="192367"/>
                    <a:pt x="144769" y="192367"/>
                    <a:pt x="144651" y="193847"/>
                  </a:cubicBezTo>
                  <a:cubicBezTo>
                    <a:pt x="143915" y="193847"/>
                    <a:pt x="143178" y="193847"/>
                    <a:pt x="142419" y="193847"/>
                  </a:cubicBezTo>
                  <a:cubicBezTo>
                    <a:pt x="142173" y="195320"/>
                    <a:pt x="141928" y="196794"/>
                    <a:pt x="141675" y="198312"/>
                  </a:cubicBezTo>
                  <a:cubicBezTo>
                    <a:pt x="140938" y="198312"/>
                    <a:pt x="140201" y="198312"/>
                    <a:pt x="139442" y="198312"/>
                  </a:cubicBezTo>
                  <a:cubicBezTo>
                    <a:pt x="139489" y="198910"/>
                    <a:pt x="139535" y="199509"/>
                    <a:pt x="139582" y="200126"/>
                  </a:cubicBezTo>
                  <a:cubicBezTo>
                    <a:pt x="139536" y="200755"/>
                    <a:pt x="139490" y="201384"/>
                    <a:pt x="139442" y="202032"/>
                  </a:cubicBezTo>
                  <a:cubicBezTo>
                    <a:pt x="138706" y="202278"/>
                    <a:pt x="137969" y="202524"/>
                    <a:pt x="137210" y="202777"/>
                  </a:cubicBezTo>
                  <a:cubicBezTo>
                    <a:pt x="136957" y="204264"/>
                    <a:pt x="136709" y="205752"/>
                    <a:pt x="136466" y="207241"/>
                  </a:cubicBezTo>
                  <a:cubicBezTo>
                    <a:pt x="135729" y="207733"/>
                    <a:pt x="134993" y="208224"/>
                    <a:pt x="134233" y="208730"/>
                  </a:cubicBezTo>
                  <a:cubicBezTo>
                    <a:pt x="133988" y="209466"/>
                    <a:pt x="133742" y="210203"/>
                    <a:pt x="133489" y="210962"/>
                  </a:cubicBezTo>
                  <a:cubicBezTo>
                    <a:pt x="132753" y="211453"/>
                    <a:pt x="132016" y="211944"/>
                    <a:pt x="131257" y="212450"/>
                  </a:cubicBezTo>
                  <a:cubicBezTo>
                    <a:pt x="131011" y="213187"/>
                    <a:pt x="130766" y="213924"/>
                    <a:pt x="130513" y="214683"/>
                  </a:cubicBezTo>
                  <a:cubicBezTo>
                    <a:pt x="128411" y="217012"/>
                    <a:pt x="126590" y="218504"/>
                    <a:pt x="123816" y="219892"/>
                  </a:cubicBezTo>
                  <a:cubicBezTo>
                    <a:pt x="123570" y="220628"/>
                    <a:pt x="123324" y="221365"/>
                    <a:pt x="123071" y="222124"/>
                  </a:cubicBezTo>
                  <a:cubicBezTo>
                    <a:pt x="122580" y="222232"/>
                    <a:pt x="122089" y="222339"/>
                    <a:pt x="121583" y="222450"/>
                  </a:cubicBezTo>
                  <a:cubicBezTo>
                    <a:pt x="121092" y="222588"/>
                    <a:pt x="120601" y="222726"/>
                    <a:pt x="120095" y="222868"/>
                  </a:cubicBezTo>
                  <a:cubicBezTo>
                    <a:pt x="119980" y="223628"/>
                    <a:pt x="119980" y="223628"/>
                    <a:pt x="119862" y="224403"/>
                  </a:cubicBezTo>
                  <a:cubicBezTo>
                    <a:pt x="119693" y="224879"/>
                    <a:pt x="119525" y="225355"/>
                    <a:pt x="119351" y="225845"/>
                  </a:cubicBezTo>
                  <a:cubicBezTo>
                    <a:pt x="116700" y="226031"/>
                    <a:pt x="116700" y="226031"/>
                    <a:pt x="114142" y="225845"/>
                  </a:cubicBezTo>
                  <a:cubicBezTo>
                    <a:pt x="114142" y="226827"/>
                    <a:pt x="114142" y="227809"/>
                    <a:pt x="114142" y="228821"/>
                  </a:cubicBezTo>
                  <a:cubicBezTo>
                    <a:pt x="113613" y="228841"/>
                    <a:pt x="113085" y="228860"/>
                    <a:pt x="112540" y="228880"/>
                  </a:cubicBezTo>
                  <a:cubicBezTo>
                    <a:pt x="111856" y="228922"/>
                    <a:pt x="111172" y="228964"/>
                    <a:pt x="110467" y="229008"/>
                  </a:cubicBezTo>
                  <a:cubicBezTo>
                    <a:pt x="109785" y="229042"/>
                    <a:pt x="109103" y="229077"/>
                    <a:pt x="108401" y="229112"/>
                  </a:cubicBezTo>
                  <a:cubicBezTo>
                    <a:pt x="107840" y="229262"/>
                    <a:pt x="107278" y="229411"/>
                    <a:pt x="106700" y="229566"/>
                  </a:cubicBezTo>
                  <a:cubicBezTo>
                    <a:pt x="106607" y="230060"/>
                    <a:pt x="106514" y="230554"/>
                    <a:pt x="106418" y="231063"/>
                  </a:cubicBezTo>
                  <a:cubicBezTo>
                    <a:pt x="106190" y="231795"/>
                    <a:pt x="106190" y="231795"/>
                    <a:pt x="105956" y="232542"/>
                  </a:cubicBezTo>
                  <a:cubicBezTo>
                    <a:pt x="103631" y="232917"/>
                    <a:pt x="103631" y="232917"/>
                    <a:pt x="100747" y="232961"/>
                  </a:cubicBezTo>
                  <a:cubicBezTo>
                    <a:pt x="97951" y="232960"/>
                    <a:pt x="97951" y="232960"/>
                    <a:pt x="95538" y="233286"/>
                  </a:cubicBezTo>
                  <a:cubicBezTo>
                    <a:pt x="95293" y="234023"/>
                    <a:pt x="95047" y="234760"/>
                    <a:pt x="94794" y="235519"/>
                  </a:cubicBezTo>
                  <a:cubicBezTo>
                    <a:pt x="93234" y="235896"/>
                    <a:pt x="93234" y="235896"/>
                    <a:pt x="91193" y="236024"/>
                  </a:cubicBezTo>
                  <a:cubicBezTo>
                    <a:pt x="90448" y="236072"/>
                    <a:pt x="89703" y="236120"/>
                    <a:pt x="88936" y="236169"/>
                  </a:cubicBezTo>
                  <a:cubicBezTo>
                    <a:pt x="85287" y="236316"/>
                    <a:pt x="81647" y="236366"/>
                    <a:pt x="77996" y="236359"/>
                  </a:cubicBezTo>
                  <a:cubicBezTo>
                    <a:pt x="76769" y="236361"/>
                    <a:pt x="76769" y="236361"/>
                    <a:pt x="75518" y="236363"/>
                  </a:cubicBezTo>
                  <a:cubicBezTo>
                    <a:pt x="72843" y="236366"/>
                    <a:pt x="70168" y="236364"/>
                    <a:pt x="67493" y="236362"/>
                  </a:cubicBezTo>
                  <a:cubicBezTo>
                    <a:pt x="65625" y="236362"/>
                    <a:pt x="63757" y="236363"/>
                    <a:pt x="61889" y="236364"/>
                  </a:cubicBezTo>
                  <a:cubicBezTo>
                    <a:pt x="57490" y="236365"/>
                    <a:pt x="53092" y="236363"/>
                    <a:pt x="48694" y="236359"/>
                  </a:cubicBezTo>
                  <a:cubicBezTo>
                    <a:pt x="44684" y="236355"/>
                    <a:pt x="40675" y="236358"/>
                    <a:pt x="36665" y="236361"/>
                  </a:cubicBezTo>
                  <a:cubicBezTo>
                    <a:pt x="32317" y="236365"/>
                    <a:pt x="27968" y="236365"/>
                    <a:pt x="23619" y="236362"/>
                  </a:cubicBezTo>
                  <a:cubicBezTo>
                    <a:pt x="21772" y="236362"/>
                    <a:pt x="19926" y="236363"/>
                    <a:pt x="18079" y="236364"/>
                  </a:cubicBezTo>
                  <a:cubicBezTo>
                    <a:pt x="15507" y="236366"/>
                    <a:pt x="12935" y="236363"/>
                    <a:pt x="10363" y="236359"/>
                  </a:cubicBezTo>
                  <a:cubicBezTo>
                    <a:pt x="9215" y="236361"/>
                    <a:pt x="9215" y="236361"/>
                    <a:pt x="8044" y="236364"/>
                  </a:cubicBezTo>
                  <a:cubicBezTo>
                    <a:pt x="7345" y="236362"/>
                    <a:pt x="6646" y="236360"/>
                    <a:pt x="5926" y="236357"/>
                  </a:cubicBezTo>
                  <a:cubicBezTo>
                    <a:pt x="5319" y="236357"/>
                    <a:pt x="4711" y="236357"/>
                    <a:pt x="4086" y="236357"/>
                  </a:cubicBezTo>
                  <a:cubicBezTo>
                    <a:pt x="2521" y="236263"/>
                    <a:pt x="2521" y="236263"/>
                    <a:pt x="288" y="235519"/>
                  </a:cubicBezTo>
                  <a:cubicBezTo>
                    <a:pt x="11" y="233919"/>
                    <a:pt x="11" y="233919"/>
                    <a:pt x="13" y="231755"/>
                  </a:cubicBezTo>
                  <a:cubicBezTo>
                    <a:pt x="9" y="230934"/>
                    <a:pt x="5" y="230114"/>
                    <a:pt x="0" y="229268"/>
                  </a:cubicBezTo>
                  <a:cubicBezTo>
                    <a:pt x="7" y="228355"/>
                    <a:pt x="13" y="227443"/>
                    <a:pt x="20" y="226502"/>
                  </a:cubicBezTo>
                  <a:cubicBezTo>
                    <a:pt x="18" y="225541"/>
                    <a:pt x="16" y="224580"/>
                    <a:pt x="14" y="223590"/>
                  </a:cubicBezTo>
                  <a:cubicBezTo>
                    <a:pt x="9" y="220911"/>
                    <a:pt x="18" y="218232"/>
                    <a:pt x="29" y="215552"/>
                  </a:cubicBezTo>
                  <a:cubicBezTo>
                    <a:pt x="39" y="212667"/>
                    <a:pt x="35" y="209783"/>
                    <a:pt x="34" y="206898"/>
                  </a:cubicBezTo>
                  <a:cubicBezTo>
                    <a:pt x="33" y="201896"/>
                    <a:pt x="40" y="196894"/>
                    <a:pt x="52" y="191892"/>
                  </a:cubicBezTo>
                  <a:cubicBezTo>
                    <a:pt x="70" y="184659"/>
                    <a:pt x="76" y="177427"/>
                    <a:pt x="79" y="170195"/>
                  </a:cubicBezTo>
                  <a:cubicBezTo>
                    <a:pt x="84" y="158462"/>
                    <a:pt x="99" y="146729"/>
                    <a:pt x="120" y="134996"/>
                  </a:cubicBezTo>
                  <a:cubicBezTo>
                    <a:pt x="140" y="123596"/>
                    <a:pt x="156" y="112196"/>
                    <a:pt x="166" y="100796"/>
                  </a:cubicBezTo>
                  <a:cubicBezTo>
                    <a:pt x="166" y="100094"/>
                    <a:pt x="167" y="99391"/>
                    <a:pt x="167" y="98668"/>
                  </a:cubicBezTo>
                  <a:cubicBezTo>
                    <a:pt x="170" y="95145"/>
                    <a:pt x="173" y="91623"/>
                    <a:pt x="176" y="88100"/>
                  </a:cubicBezTo>
                  <a:cubicBezTo>
                    <a:pt x="199" y="58857"/>
                    <a:pt x="238" y="29614"/>
                    <a:pt x="288" y="370"/>
                  </a:cubicBezTo>
                  <a:cubicBezTo>
                    <a:pt x="12985" y="301"/>
                    <a:pt x="25683" y="248"/>
                    <a:pt x="38380" y="216"/>
                  </a:cubicBezTo>
                  <a:cubicBezTo>
                    <a:pt x="44275" y="201"/>
                    <a:pt x="50170" y="180"/>
                    <a:pt x="56065" y="146"/>
                  </a:cubicBezTo>
                  <a:cubicBezTo>
                    <a:pt x="61202" y="116"/>
                    <a:pt x="66338" y="97"/>
                    <a:pt x="71475" y="90"/>
                  </a:cubicBezTo>
                  <a:cubicBezTo>
                    <a:pt x="74196" y="86"/>
                    <a:pt x="76917" y="77"/>
                    <a:pt x="79639" y="56"/>
                  </a:cubicBezTo>
                  <a:cubicBezTo>
                    <a:pt x="82672" y="32"/>
                    <a:pt x="85704" y="31"/>
                    <a:pt x="88738" y="32"/>
                  </a:cubicBezTo>
                  <a:cubicBezTo>
                    <a:pt x="89646" y="22"/>
                    <a:pt x="90555" y="11"/>
                    <a:pt x="91492" y="0"/>
                  </a:cubicBezTo>
                  <a:close/>
                </a:path>
              </a:pathLst>
            </a:custGeom>
            <a:grpFill/>
            <a:ln w="744" cap="flat">
              <a:noFill/>
              <a:prstDash val="solid"/>
              <a:miter/>
            </a:ln>
          </p:spPr>
          <p:txBody>
            <a:bodyPr rtlCol="0" anchor="ctr"/>
            <a:lstStyle/>
            <a:p>
              <a:endParaRPr lang="zh-CN" altLang="en-US"/>
            </a:p>
          </p:txBody>
        </p:sp>
        <p:sp>
          <p:nvSpPr>
            <p:cNvPr id="171" name="任意多边形: 形状 170"/>
            <p:cNvSpPr/>
            <p:nvPr/>
          </p:nvSpPr>
          <p:spPr>
            <a:xfrm>
              <a:off x="5893620" y="1394116"/>
              <a:ext cx="145299" cy="236372"/>
            </a:xfrm>
            <a:custGeom>
              <a:avLst/>
              <a:gdLst>
                <a:gd name="connsiteX0" fmla="*/ 80648 w 145300"/>
                <a:gd name="connsiteY0" fmla="*/ 129667 h 236364"/>
                <a:gd name="connsiteX1" fmla="*/ 77689 w 145300"/>
                <a:gd name="connsiteY1" fmla="*/ 129687 h 236364"/>
                <a:gd name="connsiteX2" fmla="*/ 72499 w 145300"/>
                <a:gd name="connsiteY2" fmla="*/ 129711 h 236364"/>
                <a:gd name="connsiteX3" fmla="*/ 69065 w 145300"/>
                <a:gd name="connsiteY3" fmla="*/ 129741 h 236364"/>
                <a:gd name="connsiteX4" fmla="*/ 63940 w 145300"/>
                <a:gd name="connsiteY4" fmla="*/ 129757 h 236364"/>
                <a:gd name="connsiteX5" fmla="*/ 55249 w 145300"/>
                <a:gd name="connsiteY5" fmla="*/ 129839 h 236364"/>
                <a:gd name="connsiteX6" fmla="*/ 27762 w 145300"/>
                <a:gd name="connsiteY6" fmla="*/ 130025 h 236364"/>
                <a:gd name="connsiteX7" fmla="*/ 27762 w 145300"/>
                <a:gd name="connsiteY7" fmla="*/ 205927 h 236364"/>
                <a:gd name="connsiteX8" fmla="*/ 56737 w 145300"/>
                <a:gd name="connsiteY8" fmla="*/ 205741 h 236364"/>
                <a:gd name="connsiteX9" fmla="*/ 69580 w 145300"/>
                <a:gd name="connsiteY9" fmla="*/ 205672 h 236364"/>
                <a:gd name="connsiteX10" fmla="*/ 73035 w 145300"/>
                <a:gd name="connsiteY10" fmla="*/ 205637 h 236364"/>
                <a:gd name="connsiteX11" fmla="*/ 78649 w 145300"/>
                <a:gd name="connsiteY11" fmla="*/ 205613 h 236364"/>
                <a:gd name="connsiteX12" fmla="*/ 80392 w 145300"/>
                <a:gd name="connsiteY12" fmla="*/ 205589 h 236364"/>
                <a:gd name="connsiteX13" fmla="*/ 85805 w 145300"/>
                <a:gd name="connsiteY13" fmla="*/ 205183 h 236364"/>
                <a:gd name="connsiteX14" fmla="*/ 86380 w 145300"/>
                <a:gd name="connsiteY14" fmla="*/ 203679 h 236364"/>
                <a:gd name="connsiteX15" fmla="*/ 86549 w 145300"/>
                <a:gd name="connsiteY15" fmla="*/ 202207 h 236364"/>
                <a:gd name="connsiteX16" fmla="*/ 91386 w 145300"/>
                <a:gd name="connsiteY16" fmla="*/ 202253 h 236364"/>
                <a:gd name="connsiteX17" fmla="*/ 96223 w 145300"/>
                <a:gd name="connsiteY17" fmla="*/ 202207 h 236364"/>
                <a:gd name="connsiteX18" fmla="*/ 96735 w 145300"/>
                <a:gd name="connsiteY18" fmla="*/ 200346 h 236364"/>
                <a:gd name="connsiteX19" fmla="*/ 96967 w 145300"/>
                <a:gd name="connsiteY19" fmla="*/ 198486 h 236364"/>
                <a:gd name="connsiteX20" fmla="*/ 99572 w 145300"/>
                <a:gd name="connsiteY20" fmla="*/ 198439 h 236364"/>
                <a:gd name="connsiteX21" fmla="*/ 102176 w 145300"/>
                <a:gd name="connsiteY21" fmla="*/ 198486 h 236364"/>
                <a:gd name="connsiteX22" fmla="*/ 102688 w 145300"/>
                <a:gd name="connsiteY22" fmla="*/ 197044 h 236364"/>
                <a:gd name="connsiteX23" fmla="*/ 102920 w 145300"/>
                <a:gd name="connsiteY23" fmla="*/ 195509 h 236364"/>
                <a:gd name="connsiteX24" fmla="*/ 104362 w 145300"/>
                <a:gd name="connsiteY24" fmla="*/ 195137 h 236364"/>
                <a:gd name="connsiteX25" fmla="*/ 105897 w 145300"/>
                <a:gd name="connsiteY25" fmla="*/ 194765 h 236364"/>
                <a:gd name="connsiteX26" fmla="*/ 106641 w 145300"/>
                <a:gd name="connsiteY26" fmla="*/ 193509 h 236364"/>
                <a:gd name="connsiteX27" fmla="*/ 107385 w 145300"/>
                <a:gd name="connsiteY27" fmla="*/ 191789 h 236364"/>
                <a:gd name="connsiteX28" fmla="*/ 110176 w 145300"/>
                <a:gd name="connsiteY28" fmla="*/ 185556 h 236364"/>
                <a:gd name="connsiteX29" fmla="*/ 109617 w 145300"/>
                <a:gd name="connsiteY29" fmla="*/ 184347 h 236364"/>
                <a:gd name="connsiteX30" fmla="*/ 111850 w 145300"/>
                <a:gd name="connsiteY30" fmla="*/ 184347 h 236364"/>
                <a:gd name="connsiteX31" fmla="*/ 112736 w 145300"/>
                <a:gd name="connsiteY31" fmla="*/ 178096 h 236364"/>
                <a:gd name="connsiteX32" fmla="*/ 112745 w 145300"/>
                <a:gd name="connsiteY32" fmla="*/ 176118 h 236364"/>
                <a:gd name="connsiteX33" fmla="*/ 112768 w 145300"/>
                <a:gd name="connsiteY33" fmla="*/ 171992 h 236364"/>
                <a:gd name="connsiteX34" fmla="*/ 112803 w 145300"/>
                <a:gd name="connsiteY34" fmla="*/ 165471 h 236364"/>
                <a:gd name="connsiteX35" fmla="*/ 112834 w 145300"/>
                <a:gd name="connsiteY35" fmla="*/ 161221 h 236364"/>
                <a:gd name="connsiteX36" fmla="*/ 112838 w 145300"/>
                <a:gd name="connsiteY36" fmla="*/ 159189 h 236364"/>
                <a:gd name="connsiteX37" fmla="*/ 112866 w 145300"/>
                <a:gd name="connsiteY37" fmla="*/ 157216 h 236364"/>
                <a:gd name="connsiteX38" fmla="*/ 112859 w 145300"/>
                <a:gd name="connsiteY38" fmla="*/ 155380 h 236364"/>
                <a:gd name="connsiteX39" fmla="*/ 111461 w 145300"/>
                <a:gd name="connsiteY39" fmla="*/ 151183 h 236364"/>
                <a:gd name="connsiteX40" fmla="*/ 110362 w 145300"/>
                <a:gd name="connsiteY40" fmla="*/ 150117 h 236364"/>
                <a:gd name="connsiteX41" fmla="*/ 109431 w 145300"/>
                <a:gd name="connsiteY41" fmla="*/ 146954 h 236364"/>
                <a:gd name="connsiteX42" fmla="*/ 108129 w 145300"/>
                <a:gd name="connsiteY42" fmla="*/ 145652 h 236364"/>
                <a:gd name="connsiteX43" fmla="*/ 103385 w 145300"/>
                <a:gd name="connsiteY43" fmla="*/ 138257 h 236364"/>
                <a:gd name="connsiteX44" fmla="*/ 98967 w 145300"/>
                <a:gd name="connsiteY44" fmla="*/ 136490 h 236364"/>
                <a:gd name="connsiteX45" fmla="*/ 96967 w 145300"/>
                <a:gd name="connsiteY45" fmla="*/ 136722 h 236364"/>
                <a:gd name="connsiteX46" fmla="*/ 96967 w 145300"/>
                <a:gd name="connsiteY46" fmla="*/ 133746 h 236364"/>
                <a:gd name="connsiteX47" fmla="*/ 92242 w 145300"/>
                <a:gd name="connsiteY47" fmla="*/ 133626 h 236364"/>
                <a:gd name="connsiteX48" fmla="*/ 90316 w 145300"/>
                <a:gd name="connsiteY48" fmla="*/ 133560 h 236364"/>
                <a:gd name="connsiteX49" fmla="*/ 88399 w 145300"/>
                <a:gd name="connsiteY49" fmla="*/ 133528 h 236364"/>
                <a:gd name="connsiteX50" fmla="*/ 86575 w 145300"/>
                <a:gd name="connsiteY50" fmla="*/ 133455 h 236364"/>
                <a:gd name="connsiteX51" fmla="*/ 83573 w 145300"/>
                <a:gd name="connsiteY51" fmla="*/ 133002 h 236364"/>
                <a:gd name="connsiteX52" fmla="*/ 82828 w 145300"/>
                <a:gd name="connsiteY52" fmla="*/ 130025 h 236364"/>
                <a:gd name="connsiteX53" fmla="*/ 80648 w 145300"/>
                <a:gd name="connsiteY53" fmla="*/ 129667 h 236364"/>
                <a:gd name="connsiteX54" fmla="*/ 76980 w 145300"/>
                <a:gd name="connsiteY54" fmla="*/ 30564 h 236364"/>
                <a:gd name="connsiteX55" fmla="*/ 74226 w 145300"/>
                <a:gd name="connsiteY55" fmla="*/ 30584 h 236364"/>
                <a:gd name="connsiteX56" fmla="*/ 69393 w 145300"/>
                <a:gd name="connsiteY56" fmla="*/ 30608 h 236364"/>
                <a:gd name="connsiteX57" fmla="*/ 66199 w 145300"/>
                <a:gd name="connsiteY57" fmla="*/ 30638 h 236364"/>
                <a:gd name="connsiteX58" fmla="*/ 61425 w 145300"/>
                <a:gd name="connsiteY58" fmla="*/ 30654 h 236364"/>
                <a:gd name="connsiteX59" fmla="*/ 53343 w 145300"/>
                <a:gd name="connsiteY59" fmla="*/ 30736 h 236364"/>
                <a:gd name="connsiteX60" fmla="*/ 27763 w 145300"/>
                <a:gd name="connsiteY60" fmla="*/ 30922 h 236364"/>
                <a:gd name="connsiteX61" fmla="*/ 27763 w 145300"/>
                <a:gd name="connsiteY61" fmla="*/ 99383 h 236364"/>
                <a:gd name="connsiteX62" fmla="*/ 53761 w 145300"/>
                <a:gd name="connsiteY62" fmla="*/ 99615 h 236364"/>
                <a:gd name="connsiteX63" fmla="*/ 65285 w 145300"/>
                <a:gd name="connsiteY63" fmla="*/ 99735 h 236364"/>
                <a:gd name="connsiteX64" fmla="*/ 68386 w 145300"/>
                <a:gd name="connsiteY64" fmla="*/ 99746 h 236364"/>
                <a:gd name="connsiteX65" fmla="*/ 73422 w 145300"/>
                <a:gd name="connsiteY65" fmla="*/ 99807 h 236364"/>
                <a:gd name="connsiteX66" fmla="*/ 74987 w 145300"/>
                <a:gd name="connsiteY66" fmla="*/ 99805 h 236364"/>
                <a:gd name="connsiteX67" fmla="*/ 79853 w 145300"/>
                <a:gd name="connsiteY67" fmla="*/ 99383 h 236364"/>
                <a:gd name="connsiteX68" fmla="*/ 80374 w 145300"/>
                <a:gd name="connsiteY68" fmla="*/ 97514 h 236364"/>
                <a:gd name="connsiteX69" fmla="*/ 80597 w 145300"/>
                <a:gd name="connsiteY69" fmla="*/ 95662 h 236364"/>
                <a:gd name="connsiteX70" fmla="*/ 84594 w 145300"/>
                <a:gd name="connsiteY70" fmla="*/ 95444 h 236364"/>
                <a:gd name="connsiteX71" fmla="*/ 91759 w 145300"/>
                <a:gd name="connsiteY71" fmla="*/ 95662 h 236364"/>
                <a:gd name="connsiteX72" fmla="*/ 92503 w 145300"/>
                <a:gd name="connsiteY72" fmla="*/ 93430 h 236364"/>
                <a:gd name="connsiteX73" fmla="*/ 97811 w 145300"/>
                <a:gd name="connsiteY73" fmla="*/ 91064 h 236364"/>
                <a:gd name="connsiteX74" fmla="*/ 102177 w 145300"/>
                <a:gd name="connsiteY74" fmla="*/ 85244 h 236364"/>
                <a:gd name="connsiteX75" fmla="*/ 104627 w 145300"/>
                <a:gd name="connsiteY75" fmla="*/ 80840 h 236364"/>
                <a:gd name="connsiteX76" fmla="*/ 104549 w 145300"/>
                <a:gd name="connsiteY76" fmla="*/ 78407 h 236364"/>
                <a:gd name="connsiteX77" fmla="*/ 104488 w 145300"/>
                <a:gd name="connsiteY77" fmla="*/ 75957 h 236364"/>
                <a:gd name="connsiteX78" fmla="*/ 104409 w 145300"/>
                <a:gd name="connsiteY78" fmla="*/ 74082 h 236364"/>
                <a:gd name="connsiteX79" fmla="*/ 105898 w 145300"/>
                <a:gd name="connsiteY79" fmla="*/ 74082 h 236364"/>
                <a:gd name="connsiteX80" fmla="*/ 107567 w 145300"/>
                <a:gd name="connsiteY80" fmla="*/ 70402 h 236364"/>
                <a:gd name="connsiteX81" fmla="*/ 107558 w 145300"/>
                <a:gd name="connsiteY81" fmla="*/ 68780 h 236364"/>
                <a:gd name="connsiteX82" fmla="*/ 107553 w 145300"/>
                <a:gd name="connsiteY82" fmla="*/ 67001 h 236364"/>
                <a:gd name="connsiteX83" fmla="*/ 107526 w 145300"/>
                <a:gd name="connsiteY83" fmla="*/ 65152 h 236364"/>
                <a:gd name="connsiteX84" fmla="*/ 106642 w 145300"/>
                <a:gd name="connsiteY84" fmla="*/ 56223 h 236364"/>
                <a:gd name="connsiteX85" fmla="*/ 104409 w 145300"/>
                <a:gd name="connsiteY85" fmla="*/ 56223 h 236364"/>
                <a:gd name="connsiteX86" fmla="*/ 104436 w 145300"/>
                <a:gd name="connsiteY86" fmla="*/ 54647 h 236364"/>
                <a:gd name="connsiteX87" fmla="*/ 104456 w 145300"/>
                <a:gd name="connsiteY87" fmla="*/ 52595 h 236364"/>
                <a:gd name="connsiteX88" fmla="*/ 103665 w 145300"/>
                <a:gd name="connsiteY88" fmla="*/ 47293 h 236364"/>
                <a:gd name="connsiteX89" fmla="*/ 102177 w 145300"/>
                <a:gd name="connsiteY89" fmla="*/ 47293 h 236364"/>
                <a:gd name="connsiteX90" fmla="*/ 101006 w 145300"/>
                <a:gd name="connsiteY90" fmla="*/ 43215 h 236364"/>
                <a:gd name="connsiteX91" fmla="*/ 99433 w 145300"/>
                <a:gd name="connsiteY91" fmla="*/ 41200 h 236364"/>
                <a:gd name="connsiteX92" fmla="*/ 97890 w 145300"/>
                <a:gd name="connsiteY92" fmla="*/ 39169 h 236364"/>
                <a:gd name="connsiteX93" fmla="*/ 94163 w 145300"/>
                <a:gd name="connsiteY93" fmla="*/ 37395 h 236364"/>
                <a:gd name="connsiteX94" fmla="*/ 92503 w 145300"/>
                <a:gd name="connsiteY94" fmla="*/ 37619 h 236364"/>
                <a:gd name="connsiteX95" fmla="*/ 92503 w 145300"/>
                <a:gd name="connsiteY95" fmla="*/ 35387 h 236364"/>
                <a:gd name="connsiteX96" fmla="*/ 85387 w 145300"/>
                <a:gd name="connsiteY96" fmla="*/ 33992 h 236364"/>
                <a:gd name="connsiteX97" fmla="*/ 80597 w 145300"/>
                <a:gd name="connsiteY97" fmla="*/ 33899 h 236364"/>
                <a:gd name="connsiteX98" fmla="*/ 79109 w 145300"/>
                <a:gd name="connsiteY98" fmla="*/ 30922 h 236364"/>
                <a:gd name="connsiteX99" fmla="*/ 76980 w 145300"/>
                <a:gd name="connsiteY99" fmla="*/ 30564 h 236364"/>
                <a:gd name="connsiteX100" fmla="*/ 89305 w 145300"/>
                <a:gd name="connsiteY100" fmla="*/ 0 h 236364"/>
                <a:gd name="connsiteX101" fmla="*/ 91737 w 145300"/>
                <a:gd name="connsiteY101" fmla="*/ 12 h 236364"/>
                <a:gd name="connsiteX102" fmla="*/ 93863 w 145300"/>
                <a:gd name="connsiteY102" fmla="*/ 4 h 236364"/>
                <a:gd name="connsiteX103" fmla="*/ 95442 w 145300"/>
                <a:gd name="connsiteY103" fmla="*/ 370 h 236364"/>
                <a:gd name="connsiteX104" fmla="*/ 96186 w 145300"/>
                <a:gd name="connsiteY104" fmla="*/ 3347 h 236364"/>
                <a:gd name="connsiteX105" fmla="*/ 102462 w 145300"/>
                <a:gd name="connsiteY105" fmla="*/ 3161 h 236364"/>
                <a:gd name="connsiteX106" fmla="*/ 104372 w 145300"/>
                <a:gd name="connsiteY106" fmla="*/ 3347 h 236364"/>
                <a:gd name="connsiteX107" fmla="*/ 105860 w 145300"/>
                <a:gd name="connsiteY107" fmla="*/ 6323 h 236364"/>
                <a:gd name="connsiteX108" fmla="*/ 111069 w 145300"/>
                <a:gd name="connsiteY108" fmla="*/ 7068 h 236364"/>
                <a:gd name="connsiteX109" fmla="*/ 111069 w 145300"/>
                <a:gd name="connsiteY109" fmla="*/ 10044 h 236364"/>
                <a:gd name="connsiteX110" fmla="*/ 114790 w 145300"/>
                <a:gd name="connsiteY110" fmla="*/ 10788 h 236364"/>
                <a:gd name="connsiteX111" fmla="*/ 115534 w 145300"/>
                <a:gd name="connsiteY111" fmla="*/ 13765 h 236364"/>
                <a:gd name="connsiteX112" fmla="*/ 118510 w 145300"/>
                <a:gd name="connsiteY112" fmla="*/ 13765 h 236364"/>
                <a:gd name="connsiteX113" fmla="*/ 118510 w 145300"/>
                <a:gd name="connsiteY113" fmla="*/ 16741 h 236364"/>
                <a:gd name="connsiteX114" fmla="*/ 120743 w 145300"/>
                <a:gd name="connsiteY114" fmla="*/ 16741 h 236364"/>
                <a:gd name="connsiteX115" fmla="*/ 121487 w 145300"/>
                <a:gd name="connsiteY115" fmla="*/ 19718 h 236364"/>
                <a:gd name="connsiteX116" fmla="*/ 123719 w 145300"/>
                <a:gd name="connsiteY116" fmla="*/ 21206 h 236364"/>
                <a:gd name="connsiteX117" fmla="*/ 123719 w 145300"/>
                <a:gd name="connsiteY117" fmla="*/ 24183 h 236364"/>
                <a:gd name="connsiteX118" fmla="*/ 125952 w 145300"/>
                <a:gd name="connsiteY118" fmla="*/ 24183 h 236364"/>
                <a:gd name="connsiteX119" fmla="*/ 126696 w 145300"/>
                <a:gd name="connsiteY119" fmla="*/ 27904 h 236364"/>
                <a:gd name="connsiteX120" fmla="*/ 128928 w 145300"/>
                <a:gd name="connsiteY120" fmla="*/ 28648 h 236364"/>
                <a:gd name="connsiteX121" fmla="*/ 129673 w 145300"/>
                <a:gd name="connsiteY121" fmla="*/ 33857 h 236364"/>
                <a:gd name="connsiteX122" fmla="*/ 131905 w 145300"/>
                <a:gd name="connsiteY122" fmla="*/ 35345 h 236364"/>
                <a:gd name="connsiteX123" fmla="*/ 132045 w 145300"/>
                <a:gd name="connsiteY123" fmla="*/ 39159 h 236364"/>
                <a:gd name="connsiteX124" fmla="*/ 131983 w 145300"/>
                <a:gd name="connsiteY124" fmla="*/ 41211 h 236364"/>
                <a:gd name="connsiteX125" fmla="*/ 131905 w 145300"/>
                <a:gd name="connsiteY125" fmla="*/ 42786 h 236364"/>
                <a:gd name="connsiteX126" fmla="*/ 134137 w 145300"/>
                <a:gd name="connsiteY126" fmla="*/ 42786 h 236364"/>
                <a:gd name="connsiteX127" fmla="*/ 134260 w 145300"/>
                <a:gd name="connsiteY127" fmla="*/ 58560 h 236364"/>
                <a:gd name="connsiteX128" fmla="*/ 134306 w 145300"/>
                <a:gd name="connsiteY128" fmla="*/ 63928 h 236364"/>
                <a:gd name="connsiteX129" fmla="*/ 134355 w 145300"/>
                <a:gd name="connsiteY129" fmla="*/ 71636 h 236364"/>
                <a:gd name="connsiteX130" fmla="*/ 134390 w 145300"/>
                <a:gd name="connsiteY130" fmla="*/ 74068 h 236364"/>
                <a:gd name="connsiteX131" fmla="*/ 134391 w 145300"/>
                <a:gd name="connsiteY131" fmla="*/ 76324 h 236364"/>
                <a:gd name="connsiteX132" fmla="*/ 134406 w 145300"/>
                <a:gd name="connsiteY132" fmla="*/ 78312 h 236364"/>
                <a:gd name="connsiteX133" fmla="*/ 131905 w 145300"/>
                <a:gd name="connsiteY133" fmla="*/ 82226 h 236364"/>
                <a:gd name="connsiteX134" fmla="*/ 131952 w 145300"/>
                <a:gd name="connsiteY134" fmla="*/ 84923 h 236364"/>
                <a:gd name="connsiteX135" fmla="*/ 131905 w 145300"/>
                <a:gd name="connsiteY135" fmla="*/ 87435 h 236364"/>
                <a:gd name="connsiteX136" fmla="*/ 130417 w 145300"/>
                <a:gd name="connsiteY136" fmla="*/ 87760 h 236364"/>
                <a:gd name="connsiteX137" fmla="*/ 128928 w 145300"/>
                <a:gd name="connsiteY137" fmla="*/ 88179 h 236364"/>
                <a:gd name="connsiteX138" fmla="*/ 129042 w 145300"/>
                <a:gd name="connsiteY138" fmla="*/ 92783 h 236364"/>
                <a:gd name="connsiteX139" fmla="*/ 128928 w 145300"/>
                <a:gd name="connsiteY139" fmla="*/ 94132 h 236364"/>
                <a:gd name="connsiteX140" fmla="*/ 126696 w 145300"/>
                <a:gd name="connsiteY140" fmla="*/ 94876 h 236364"/>
                <a:gd name="connsiteX141" fmla="*/ 125208 w 145300"/>
                <a:gd name="connsiteY141" fmla="*/ 98597 h 236364"/>
                <a:gd name="connsiteX142" fmla="*/ 123719 w 145300"/>
                <a:gd name="connsiteY142" fmla="*/ 99341 h 236364"/>
                <a:gd name="connsiteX143" fmla="*/ 122975 w 145300"/>
                <a:gd name="connsiteY143" fmla="*/ 100829 h 236364"/>
                <a:gd name="connsiteX144" fmla="*/ 120743 w 145300"/>
                <a:gd name="connsiteY144" fmla="*/ 103062 h 236364"/>
                <a:gd name="connsiteX145" fmla="*/ 119999 w 145300"/>
                <a:gd name="connsiteY145" fmla="*/ 105294 h 236364"/>
                <a:gd name="connsiteX146" fmla="*/ 118557 w 145300"/>
                <a:gd name="connsiteY146" fmla="*/ 105992 h 236364"/>
                <a:gd name="connsiteX147" fmla="*/ 116278 w 145300"/>
                <a:gd name="connsiteY147" fmla="*/ 108410 h 236364"/>
                <a:gd name="connsiteX148" fmla="*/ 115534 w 145300"/>
                <a:gd name="connsiteY148" fmla="*/ 109759 h 236364"/>
                <a:gd name="connsiteX149" fmla="*/ 112557 w 145300"/>
                <a:gd name="connsiteY149" fmla="*/ 109015 h 236364"/>
                <a:gd name="connsiteX150" fmla="*/ 112557 w 145300"/>
                <a:gd name="connsiteY150" fmla="*/ 111247 h 236364"/>
                <a:gd name="connsiteX151" fmla="*/ 118371 w 145300"/>
                <a:gd name="connsiteY151" fmla="*/ 112125 h 236364"/>
                <a:gd name="connsiteX152" fmla="*/ 119999 w 145300"/>
                <a:gd name="connsiteY152" fmla="*/ 112736 h 236364"/>
                <a:gd name="connsiteX153" fmla="*/ 119999 w 145300"/>
                <a:gd name="connsiteY153" fmla="*/ 116456 h 236364"/>
                <a:gd name="connsiteX154" fmla="*/ 122557 w 145300"/>
                <a:gd name="connsiteY154" fmla="*/ 116270 h 236364"/>
                <a:gd name="connsiteX155" fmla="*/ 125208 w 145300"/>
                <a:gd name="connsiteY155" fmla="*/ 116456 h 236364"/>
                <a:gd name="connsiteX156" fmla="*/ 125952 w 145300"/>
                <a:gd name="connsiteY156" fmla="*/ 119433 h 236364"/>
                <a:gd name="connsiteX157" fmla="*/ 128184 w 145300"/>
                <a:gd name="connsiteY157" fmla="*/ 120177 h 236364"/>
                <a:gd name="connsiteX158" fmla="*/ 129673 w 145300"/>
                <a:gd name="connsiteY158" fmla="*/ 123154 h 236364"/>
                <a:gd name="connsiteX159" fmla="*/ 131161 w 145300"/>
                <a:gd name="connsiteY159" fmla="*/ 123898 h 236364"/>
                <a:gd name="connsiteX160" fmla="*/ 131161 w 145300"/>
                <a:gd name="connsiteY160" fmla="*/ 126874 h 236364"/>
                <a:gd name="connsiteX161" fmla="*/ 134137 w 145300"/>
                <a:gd name="connsiteY161" fmla="*/ 128363 h 236364"/>
                <a:gd name="connsiteX162" fmla="*/ 134137 w 145300"/>
                <a:gd name="connsiteY162" fmla="*/ 130595 h 236364"/>
                <a:gd name="connsiteX163" fmla="*/ 135579 w 145300"/>
                <a:gd name="connsiteY163" fmla="*/ 130781 h 236364"/>
                <a:gd name="connsiteX164" fmla="*/ 137114 w 145300"/>
                <a:gd name="connsiteY164" fmla="*/ 131339 h 236364"/>
                <a:gd name="connsiteX165" fmla="*/ 137858 w 145300"/>
                <a:gd name="connsiteY165" fmla="*/ 136548 h 236364"/>
                <a:gd name="connsiteX166" fmla="*/ 139346 w 145300"/>
                <a:gd name="connsiteY166" fmla="*/ 137292 h 236364"/>
                <a:gd name="connsiteX167" fmla="*/ 139812 w 145300"/>
                <a:gd name="connsiteY167" fmla="*/ 140687 h 236364"/>
                <a:gd name="connsiteX168" fmla="*/ 139980 w 145300"/>
                <a:gd name="connsiteY168" fmla="*/ 142551 h 236364"/>
                <a:gd name="connsiteX169" fmla="*/ 140091 w 145300"/>
                <a:gd name="connsiteY169" fmla="*/ 143989 h 236364"/>
                <a:gd name="connsiteX170" fmla="*/ 142323 w 145300"/>
                <a:gd name="connsiteY170" fmla="*/ 143989 h 236364"/>
                <a:gd name="connsiteX171" fmla="*/ 143067 w 145300"/>
                <a:gd name="connsiteY171" fmla="*/ 156640 h 236364"/>
                <a:gd name="connsiteX172" fmla="*/ 145300 w 145300"/>
                <a:gd name="connsiteY172" fmla="*/ 156640 h 236364"/>
                <a:gd name="connsiteX173" fmla="*/ 145300 w 145300"/>
                <a:gd name="connsiteY173" fmla="*/ 178964 h 236364"/>
                <a:gd name="connsiteX174" fmla="*/ 143811 w 145300"/>
                <a:gd name="connsiteY174" fmla="*/ 178964 h 236364"/>
                <a:gd name="connsiteX175" fmla="*/ 142605 w 145300"/>
                <a:gd name="connsiteY175" fmla="*/ 188571 h 236364"/>
                <a:gd name="connsiteX176" fmla="*/ 142323 w 145300"/>
                <a:gd name="connsiteY176" fmla="*/ 190870 h 236364"/>
                <a:gd name="connsiteX177" fmla="*/ 140835 w 145300"/>
                <a:gd name="connsiteY177" fmla="*/ 191614 h 236364"/>
                <a:gd name="connsiteX178" fmla="*/ 140419 w 145300"/>
                <a:gd name="connsiteY178" fmla="*/ 197309 h 236364"/>
                <a:gd name="connsiteX179" fmla="*/ 140091 w 145300"/>
                <a:gd name="connsiteY179" fmla="*/ 199056 h 236364"/>
                <a:gd name="connsiteX180" fmla="*/ 137858 w 145300"/>
                <a:gd name="connsiteY180" fmla="*/ 200544 h 236364"/>
                <a:gd name="connsiteX181" fmla="*/ 137114 w 145300"/>
                <a:gd name="connsiteY181" fmla="*/ 205753 h 236364"/>
                <a:gd name="connsiteX182" fmla="*/ 134882 w 145300"/>
                <a:gd name="connsiteY182" fmla="*/ 205753 h 236364"/>
                <a:gd name="connsiteX183" fmla="*/ 134649 w 145300"/>
                <a:gd name="connsiteY183" fmla="*/ 207893 h 236364"/>
                <a:gd name="connsiteX184" fmla="*/ 131905 w 145300"/>
                <a:gd name="connsiteY184" fmla="*/ 211706 h 236364"/>
                <a:gd name="connsiteX185" fmla="*/ 131533 w 145300"/>
                <a:gd name="connsiteY185" fmla="*/ 213288 h 236364"/>
                <a:gd name="connsiteX186" fmla="*/ 131161 w 145300"/>
                <a:gd name="connsiteY186" fmla="*/ 214683 h 236364"/>
                <a:gd name="connsiteX187" fmla="*/ 128928 w 145300"/>
                <a:gd name="connsiteY187" fmla="*/ 214683 h 236364"/>
                <a:gd name="connsiteX188" fmla="*/ 127440 w 145300"/>
                <a:gd name="connsiteY188" fmla="*/ 218404 h 236364"/>
                <a:gd name="connsiteX189" fmla="*/ 125952 w 145300"/>
                <a:gd name="connsiteY189" fmla="*/ 219148 h 236364"/>
                <a:gd name="connsiteX190" fmla="*/ 125301 w 145300"/>
                <a:gd name="connsiteY190" fmla="*/ 220589 h 236364"/>
                <a:gd name="connsiteX191" fmla="*/ 121487 w 145300"/>
                <a:gd name="connsiteY191" fmla="*/ 223613 h 236364"/>
                <a:gd name="connsiteX192" fmla="*/ 119999 w 145300"/>
                <a:gd name="connsiteY192" fmla="*/ 225845 h 236364"/>
                <a:gd name="connsiteX193" fmla="*/ 117022 w 145300"/>
                <a:gd name="connsiteY193" fmla="*/ 225845 h 236364"/>
                <a:gd name="connsiteX194" fmla="*/ 117022 w 145300"/>
                <a:gd name="connsiteY194" fmla="*/ 228821 h 236364"/>
                <a:gd name="connsiteX195" fmla="*/ 115421 w 145300"/>
                <a:gd name="connsiteY195" fmla="*/ 228880 h 236364"/>
                <a:gd name="connsiteX196" fmla="*/ 113348 w 145300"/>
                <a:gd name="connsiteY196" fmla="*/ 229008 h 236364"/>
                <a:gd name="connsiteX197" fmla="*/ 111281 w 145300"/>
                <a:gd name="connsiteY197" fmla="*/ 229112 h 236364"/>
                <a:gd name="connsiteX198" fmla="*/ 109581 w 145300"/>
                <a:gd name="connsiteY198" fmla="*/ 229566 h 236364"/>
                <a:gd name="connsiteX199" fmla="*/ 109276 w 145300"/>
                <a:gd name="connsiteY199" fmla="*/ 231063 h 236364"/>
                <a:gd name="connsiteX200" fmla="*/ 108837 w 145300"/>
                <a:gd name="connsiteY200" fmla="*/ 232542 h 236364"/>
                <a:gd name="connsiteX201" fmla="*/ 104000 w 145300"/>
                <a:gd name="connsiteY201" fmla="*/ 232961 h 236364"/>
                <a:gd name="connsiteX202" fmla="*/ 99163 w 145300"/>
                <a:gd name="connsiteY202" fmla="*/ 233286 h 236364"/>
                <a:gd name="connsiteX203" fmla="*/ 98419 w 145300"/>
                <a:gd name="connsiteY203" fmla="*/ 235519 h 236364"/>
                <a:gd name="connsiteX204" fmla="*/ 94844 w 145300"/>
                <a:gd name="connsiteY204" fmla="*/ 236024 h 236364"/>
                <a:gd name="connsiteX205" fmla="*/ 92586 w 145300"/>
                <a:gd name="connsiteY205" fmla="*/ 236169 h 236364"/>
                <a:gd name="connsiteX206" fmla="*/ 81199 w 145300"/>
                <a:gd name="connsiteY206" fmla="*/ 236359 h 236364"/>
                <a:gd name="connsiteX207" fmla="*/ 78585 w 145300"/>
                <a:gd name="connsiteY207" fmla="*/ 236363 h 236364"/>
                <a:gd name="connsiteX208" fmla="*/ 70115 w 145300"/>
                <a:gd name="connsiteY208" fmla="*/ 236362 h 236364"/>
                <a:gd name="connsiteX209" fmla="*/ 64205 w 145300"/>
                <a:gd name="connsiteY209" fmla="*/ 236364 h 236364"/>
                <a:gd name="connsiteX210" fmla="*/ 51864 w 145300"/>
                <a:gd name="connsiteY210" fmla="*/ 236360 h 236364"/>
                <a:gd name="connsiteX211" fmla="*/ 37593 w 145300"/>
                <a:gd name="connsiteY211" fmla="*/ 236361 h 236364"/>
                <a:gd name="connsiteX212" fmla="*/ 23834 w 145300"/>
                <a:gd name="connsiteY212" fmla="*/ 236362 h 236364"/>
                <a:gd name="connsiteX213" fmla="*/ 17987 w 145300"/>
                <a:gd name="connsiteY213" fmla="*/ 236364 h 236364"/>
                <a:gd name="connsiteX214" fmla="*/ 9848 w 145300"/>
                <a:gd name="connsiteY214" fmla="*/ 236359 h 236364"/>
                <a:gd name="connsiteX215" fmla="*/ 7394 w 145300"/>
                <a:gd name="connsiteY215" fmla="*/ 236364 h 236364"/>
                <a:gd name="connsiteX216" fmla="*/ 5166 w 145300"/>
                <a:gd name="connsiteY216" fmla="*/ 236357 h 236364"/>
                <a:gd name="connsiteX217" fmla="*/ 3224 w 145300"/>
                <a:gd name="connsiteY217" fmla="*/ 236357 h 236364"/>
                <a:gd name="connsiteX218" fmla="*/ 192 w 145300"/>
                <a:gd name="connsiteY218" fmla="*/ 235519 h 236364"/>
                <a:gd name="connsiteX219" fmla="*/ 9 w 145300"/>
                <a:gd name="connsiteY219" fmla="*/ 231755 h 236364"/>
                <a:gd name="connsiteX220" fmla="*/ 0 w 145300"/>
                <a:gd name="connsiteY220" fmla="*/ 229268 h 236364"/>
                <a:gd name="connsiteX221" fmla="*/ 13 w 145300"/>
                <a:gd name="connsiteY221" fmla="*/ 226502 h 236364"/>
                <a:gd name="connsiteX222" fmla="*/ 9 w 145300"/>
                <a:gd name="connsiteY222" fmla="*/ 223590 h 236364"/>
                <a:gd name="connsiteX223" fmla="*/ 19 w 145300"/>
                <a:gd name="connsiteY223" fmla="*/ 215552 h 236364"/>
                <a:gd name="connsiteX224" fmla="*/ 22 w 145300"/>
                <a:gd name="connsiteY224" fmla="*/ 206898 h 236364"/>
                <a:gd name="connsiteX225" fmla="*/ 35 w 145300"/>
                <a:gd name="connsiteY225" fmla="*/ 191892 h 236364"/>
                <a:gd name="connsiteX226" fmla="*/ 53 w 145300"/>
                <a:gd name="connsiteY226" fmla="*/ 170195 h 236364"/>
                <a:gd name="connsiteX227" fmla="*/ 80 w 145300"/>
                <a:gd name="connsiteY227" fmla="*/ 134996 h 236364"/>
                <a:gd name="connsiteX228" fmla="*/ 110 w 145300"/>
                <a:gd name="connsiteY228" fmla="*/ 100796 h 236364"/>
                <a:gd name="connsiteX229" fmla="*/ 112 w 145300"/>
                <a:gd name="connsiteY229" fmla="*/ 98668 h 236364"/>
                <a:gd name="connsiteX230" fmla="*/ 117 w 145300"/>
                <a:gd name="connsiteY230" fmla="*/ 88100 h 236364"/>
                <a:gd name="connsiteX231" fmla="*/ 192 w 145300"/>
                <a:gd name="connsiteY231" fmla="*/ 370 h 236364"/>
                <a:gd name="connsiteX232" fmla="*/ 37411 w 145300"/>
                <a:gd name="connsiteY232" fmla="*/ 216 h 236364"/>
                <a:gd name="connsiteX233" fmla="*/ 54691 w 145300"/>
                <a:gd name="connsiteY233" fmla="*/ 146 h 236364"/>
                <a:gd name="connsiteX234" fmla="*/ 69747 w 145300"/>
                <a:gd name="connsiteY234" fmla="*/ 90 h 236364"/>
                <a:gd name="connsiteX235" fmla="*/ 77724 w 145300"/>
                <a:gd name="connsiteY235" fmla="*/ 56 h 236364"/>
                <a:gd name="connsiteX236" fmla="*/ 86614 w 145300"/>
                <a:gd name="connsiteY236" fmla="*/ 32 h 236364"/>
                <a:gd name="connsiteX237" fmla="*/ 89305 w 145300"/>
                <a:gd name="connsiteY237"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145300" h="236364">
                  <a:moveTo>
                    <a:pt x="80648" y="129667"/>
                  </a:moveTo>
                  <a:cubicBezTo>
                    <a:pt x="79642" y="129674"/>
                    <a:pt x="78666" y="129680"/>
                    <a:pt x="77689" y="129687"/>
                  </a:cubicBezTo>
                  <a:cubicBezTo>
                    <a:pt x="75959" y="129686"/>
                    <a:pt x="74229" y="129689"/>
                    <a:pt x="72499" y="129711"/>
                  </a:cubicBezTo>
                  <a:cubicBezTo>
                    <a:pt x="71354" y="129726"/>
                    <a:pt x="70209" y="129736"/>
                    <a:pt x="69065" y="129741"/>
                  </a:cubicBezTo>
                  <a:cubicBezTo>
                    <a:pt x="67432" y="129743"/>
                    <a:pt x="67432" y="129743"/>
                    <a:pt x="63940" y="129757"/>
                  </a:cubicBezTo>
                  <a:cubicBezTo>
                    <a:pt x="60985" y="129785"/>
                    <a:pt x="58117" y="129812"/>
                    <a:pt x="55249" y="129839"/>
                  </a:cubicBezTo>
                  <a:cubicBezTo>
                    <a:pt x="45903" y="129902"/>
                    <a:pt x="36833" y="129964"/>
                    <a:pt x="27762" y="130025"/>
                  </a:cubicBezTo>
                  <a:cubicBezTo>
                    <a:pt x="27762" y="155832"/>
                    <a:pt x="27762" y="180880"/>
                    <a:pt x="27762" y="205927"/>
                  </a:cubicBezTo>
                  <a:cubicBezTo>
                    <a:pt x="42394" y="205833"/>
                    <a:pt x="42394" y="205833"/>
                    <a:pt x="56737" y="205741"/>
                  </a:cubicBezTo>
                  <a:cubicBezTo>
                    <a:pt x="61018" y="205725"/>
                    <a:pt x="65299" y="205711"/>
                    <a:pt x="69580" y="205672"/>
                  </a:cubicBezTo>
                  <a:cubicBezTo>
                    <a:pt x="70732" y="205659"/>
                    <a:pt x="71884" y="205647"/>
                    <a:pt x="73035" y="205637"/>
                  </a:cubicBezTo>
                  <a:cubicBezTo>
                    <a:pt x="74907" y="205636"/>
                    <a:pt x="76777" y="205635"/>
                    <a:pt x="78649" y="205613"/>
                  </a:cubicBezTo>
                  <a:cubicBezTo>
                    <a:pt x="79529" y="205601"/>
                    <a:pt x="79529" y="205601"/>
                    <a:pt x="80392" y="205589"/>
                  </a:cubicBezTo>
                  <a:cubicBezTo>
                    <a:pt x="82305" y="205603"/>
                    <a:pt x="83902" y="205504"/>
                    <a:pt x="85805" y="205183"/>
                  </a:cubicBezTo>
                  <a:cubicBezTo>
                    <a:pt x="86001" y="204672"/>
                    <a:pt x="86190" y="204176"/>
                    <a:pt x="86380" y="203679"/>
                  </a:cubicBezTo>
                  <a:cubicBezTo>
                    <a:pt x="86438" y="203179"/>
                    <a:pt x="86493" y="202693"/>
                    <a:pt x="86549" y="202207"/>
                  </a:cubicBezTo>
                  <a:cubicBezTo>
                    <a:pt x="88797" y="201986"/>
                    <a:pt x="88797" y="201986"/>
                    <a:pt x="91386" y="202253"/>
                  </a:cubicBezTo>
                  <a:cubicBezTo>
                    <a:pt x="94060" y="202465"/>
                    <a:pt x="94060" y="202465"/>
                    <a:pt x="96223" y="202207"/>
                  </a:cubicBezTo>
                  <a:cubicBezTo>
                    <a:pt x="96397" y="201574"/>
                    <a:pt x="96566" y="200960"/>
                    <a:pt x="96735" y="200346"/>
                  </a:cubicBezTo>
                  <a:cubicBezTo>
                    <a:pt x="96814" y="199714"/>
                    <a:pt x="96890" y="199100"/>
                    <a:pt x="96967" y="198486"/>
                  </a:cubicBezTo>
                  <a:cubicBezTo>
                    <a:pt x="98282" y="198462"/>
                    <a:pt x="98282" y="198462"/>
                    <a:pt x="99572" y="198439"/>
                  </a:cubicBezTo>
                  <a:cubicBezTo>
                    <a:pt x="100457" y="198455"/>
                    <a:pt x="101317" y="198471"/>
                    <a:pt x="102176" y="198486"/>
                  </a:cubicBezTo>
                  <a:cubicBezTo>
                    <a:pt x="102350" y="197996"/>
                    <a:pt x="102519" y="197520"/>
                    <a:pt x="102688" y="197044"/>
                  </a:cubicBezTo>
                  <a:cubicBezTo>
                    <a:pt x="102767" y="196522"/>
                    <a:pt x="102843" y="196016"/>
                    <a:pt x="102920" y="195509"/>
                  </a:cubicBezTo>
                  <a:cubicBezTo>
                    <a:pt x="103410" y="195383"/>
                    <a:pt x="103886" y="195260"/>
                    <a:pt x="104362" y="195137"/>
                  </a:cubicBezTo>
                  <a:cubicBezTo>
                    <a:pt x="104884" y="195011"/>
                    <a:pt x="105390" y="194888"/>
                    <a:pt x="105897" y="194765"/>
                  </a:cubicBezTo>
                  <a:cubicBezTo>
                    <a:pt x="106150" y="194338"/>
                    <a:pt x="106395" y="193924"/>
                    <a:pt x="106641" y="193509"/>
                  </a:cubicBezTo>
                  <a:cubicBezTo>
                    <a:pt x="106894" y="192924"/>
                    <a:pt x="107139" y="192356"/>
                    <a:pt x="107385" y="191789"/>
                  </a:cubicBezTo>
                  <a:cubicBezTo>
                    <a:pt x="108957" y="189633"/>
                    <a:pt x="110463" y="188285"/>
                    <a:pt x="110176" y="185556"/>
                  </a:cubicBezTo>
                  <a:cubicBezTo>
                    <a:pt x="109986" y="185145"/>
                    <a:pt x="109802" y="184746"/>
                    <a:pt x="109617" y="184347"/>
                  </a:cubicBezTo>
                  <a:cubicBezTo>
                    <a:pt x="110376" y="184347"/>
                    <a:pt x="111113" y="184347"/>
                    <a:pt x="111850" y="184347"/>
                  </a:cubicBezTo>
                  <a:cubicBezTo>
                    <a:pt x="112681" y="182684"/>
                    <a:pt x="112681" y="182684"/>
                    <a:pt x="112736" y="178096"/>
                  </a:cubicBezTo>
                  <a:cubicBezTo>
                    <a:pt x="112739" y="177423"/>
                    <a:pt x="112742" y="176771"/>
                    <a:pt x="112745" y="176118"/>
                  </a:cubicBezTo>
                  <a:cubicBezTo>
                    <a:pt x="112754" y="174743"/>
                    <a:pt x="112762" y="173367"/>
                    <a:pt x="112768" y="171992"/>
                  </a:cubicBezTo>
                  <a:cubicBezTo>
                    <a:pt x="112773" y="169818"/>
                    <a:pt x="112780" y="167645"/>
                    <a:pt x="112803" y="165471"/>
                  </a:cubicBezTo>
                  <a:cubicBezTo>
                    <a:pt x="112819" y="164054"/>
                    <a:pt x="112829" y="162637"/>
                    <a:pt x="112834" y="161221"/>
                  </a:cubicBezTo>
                  <a:cubicBezTo>
                    <a:pt x="112835" y="160530"/>
                    <a:pt x="112837" y="159859"/>
                    <a:pt x="112838" y="159189"/>
                  </a:cubicBezTo>
                  <a:cubicBezTo>
                    <a:pt x="112852" y="158192"/>
                    <a:pt x="112852" y="158192"/>
                    <a:pt x="112866" y="157216"/>
                  </a:cubicBezTo>
                  <a:cubicBezTo>
                    <a:pt x="112864" y="156591"/>
                    <a:pt x="112862" y="155986"/>
                    <a:pt x="112859" y="155380"/>
                  </a:cubicBezTo>
                  <a:cubicBezTo>
                    <a:pt x="112870" y="153348"/>
                    <a:pt x="112898" y="152662"/>
                    <a:pt x="111461" y="151183"/>
                  </a:cubicBezTo>
                  <a:cubicBezTo>
                    <a:pt x="111087" y="150821"/>
                    <a:pt x="110724" y="150469"/>
                    <a:pt x="110362" y="150117"/>
                  </a:cubicBezTo>
                  <a:cubicBezTo>
                    <a:pt x="110362" y="147884"/>
                    <a:pt x="110362" y="147884"/>
                    <a:pt x="109431" y="146954"/>
                  </a:cubicBezTo>
                  <a:cubicBezTo>
                    <a:pt x="108989" y="146511"/>
                    <a:pt x="108559" y="146082"/>
                    <a:pt x="108129" y="145652"/>
                  </a:cubicBezTo>
                  <a:cubicBezTo>
                    <a:pt x="106647" y="142984"/>
                    <a:pt x="105306" y="140633"/>
                    <a:pt x="103385" y="138257"/>
                  </a:cubicBezTo>
                  <a:cubicBezTo>
                    <a:pt x="101432" y="136722"/>
                    <a:pt x="101432" y="136722"/>
                    <a:pt x="98967" y="136490"/>
                  </a:cubicBezTo>
                  <a:cubicBezTo>
                    <a:pt x="98287" y="136569"/>
                    <a:pt x="97627" y="136645"/>
                    <a:pt x="96967" y="136722"/>
                  </a:cubicBezTo>
                  <a:cubicBezTo>
                    <a:pt x="96967" y="135710"/>
                    <a:pt x="96967" y="134728"/>
                    <a:pt x="96967" y="133746"/>
                  </a:cubicBezTo>
                  <a:cubicBezTo>
                    <a:pt x="95392" y="133714"/>
                    <a:pt x="93817" y="133679"/>
                    <a:pt x="92242" y="133626"/>
                  </a:cubicBezTo>
                  <a:cubicBezTo>
                    <a:pt x="91270" y="133593"/>
                    <a:pt x="91270" y="133593"/>
                    <a:pt x="90316" y="133560"/>
                  </a:cubicBezTo>
                  <a:cubicBezTo>
                    <a:pt x="89665" y="133549"/>
                    <a:pt x="89032" y="133538"/>
                    <a:pt x="88399" y="133528"/>
                  </a:cubicBezTo>
                  <a:cubicBezTo>
                    <a:pt x="87779" y="133503"/>
                    <a:pt x="87177" y="133479"/>
                    <a:pt x="86575" y="133455"/>
                  </a:cubicBezTo>
                  <a:cubicBezTo>
                    <a:pt x="84926" y="133484"/>
                    <a:pt x="84926" y="133484"/>
                    <a:pt x="83573" y="133002"/>
                  </a:cubicBezTo>
                  <a:cubicBezTo>
                    <a:pt x="83440" y="131509"/>
                    <a:pt x="83440" y="131509"/>
                    <a:pt x="82828" y="130025"/>
                  </a:cubicBezTo>
                  <a:cubicBezTo>
                    <a:pt x="82087" y="129903"/>
                    <a:pt x="81368" y="129785"/>
                    <a:pt x="80648" y="129667"/>
                  </a:cubicBezTo>
                  <a:close/>
                  <a:moveTo>
                    <a:pt x="76980" y="30564"/>
                  </a:moveTo>
                  <a:cubicBezTo>
                    <a:pt x="76044" y="30571"/>
                    <a:pt x="75135" y="30577"/>
                    <a:pt x="74226" y="30584"/>
                  </a:cubicBezTo>
                  <a:cubicBezTo>
                    <a:pt x="72615" y="30583"/>
                    <a:pt x="71005" y="30586"/>
                    <a:pt x="69393" y="30608"/>
                  </a:cubicBezTo>
                  <a:cubicBezTo>
                    <a:pt x="68329" y="30623"/>
                    <a:pt x="67264" y="30633"/>
                    <a:pt x="66199" y="30638"/>
                  </a:cubicBezTo>
                  <a:cubicBezTo>
                    <a:pt x="64677" y="30640"/>
                    <a:pt x="64677" y="30640"/>
                    <a:pt x="61425" y="30654"/>
                  </a:cubicBezTo>
                  <a:cubicBezTo>
                    <a:pt x="57343" y="30695"/>
                    <a:pt x="57343" y="30695"/>
                    <a:pt x="53343" y="30736"/>
                  </a:cubicBezTo>
                  <a:cubicBezTo>
                    <a:pt x="44646" y="30799"/>
                    <a:pt x="36204" y="30861"/>
                    <a:pt x="27763" y="30922"/>
                  </a:cubicBezTo>
                  <a:cubicBezTo>
                    <a:pt x="27763" y="54199"/>
                    <a:pt x="27763" y="76791"/>
                    <a:pt x="27763" y="99383"/>
                  </a:cubicBezTo>
                  <a:cubicBezTo>
                    <a:pt x="36602" y="99462"/>
                    <a:pt x="45182" y="99539"/>
                    <a:pt x="53761" y="99615"/>
                  </a:cubicBezTo>
                  <a:cubicBezTo>
                    <a:pt x="57602" y="99663"/>
                    <a:pt x="61444" y="99715"/>
                    <a:pt x="65285" y="99735"/>
                  </a:cubicBezTo>
                  <a:cubicBezTo>
                    <a:pt x="66318" y="99737"/>
                    <a:pt x="67352" y="99741"/>
                    <a:pt x="68386" y="99746"/>
                  </a:cubicBezTo>
                  <a:cubicBezTo>
                    <a:pt x="70065" y="99775"/>
                    <a:pt x="71742" y="99804"/>
                    <a:pt x="73422" y="99807"/>
                  </a:cubicBezTo>
                  <a:cubicBezTo>
                    <a:pt x="73954" y="99806"/>
                    <a:pt x="74470" y="99806"/>
                    <a:pt x="74987" y="99805"/>
                  </a:cubicBezTo>
                  <a:cubicBezTo>
                    <a:pt x="77786" y="99830"/>
                    <a:pt x="77786" y="99830"/>
                    <a:pt x="79853" y="99383"/>
                  </a:cubicBezTo>
                  <a:cubicBezTo>
                    <a:pt x="80030" y="98747"/>
                    <a:pt x="80202" y="98131"/>
                    <a:pt x="80374" y="97514"/>
                  </a:cubicBezTo>
                  <a:cubicBezTo>
                    <a:pt x="80450" y="96884"/>
                    <a:pt x="80523" y="96273"/>
                    <a:pt x="80597" y="95662"/>
                  </a:cubicBezTo>
                  <a:cubicBezTo>
                    <a:pt x="82918" y="95330"/>
                    <a:pt x="82918" y="95330"/>
                    <a:pt x="84594" y="95444"/>
                  </a:cubicBezTo>
                  <a:cubicBezTo>
                    <a:pt x="87008" y="95635"/>
                    <a:pt x="89335" y="95747"/>
                    <a:pt x="91759" y="95662"/>
                  </a:cubicBezTo>
                  <a:cubicBezTo>
                    <a:pt x="92135" y="94535"/>
                    <a:pt x="92135" y="94535"/>
                    <a:pt x="92503" y="93430"/>
                  </a:cubicBezTo>
                  <a:cubicBezTo>
                    <a:pt x="95003" y="93015"/>
                    <a:pt x="95986" y="92929"/>
                    <a:pt x="97811" y="91064"/>
                  </a:cubicBezTo>
                  <a:cubicBezTo>
                    <a:pt x="99253" y="89113"/>
                    <a:pt x="100705" y="87172"/>
                    <a:pt x="102177" y="85244"/>
                  </a:cubicBezTo>
                  <a:cubicBezTo>
                    <a:pt x="104054" y="83689"/>
                    <a:pt x="104376" y="83350"/>
                    <a:pt x="104627" y="80840"/>
                  </a:cubicBezTo>
                  <a:cubicBezTo>
                    <a:pt x="104588" y="79612"/>
                    <a:pt x="104588" y="79612"/>
                    <a:pt x="104549" y="78407"/>
                  </a:cubicBezTo>
                  <a:cubicBezTo>
                    <a:pt x="104528" y="77574"/>
                    <a:pt x="104508" y="76766"/>
                    <a:pt x="104488" y="75957"/>
                  </a:cubicBezTo>
                  <a:cubicBezTo>
                    <a:pt x="104448" y="75010"/>
                    <a:pt x="104448" y="75010"/>
                    <a:pt x="104409" y="74082"/>
                  </a:cubicBezTo>
                  <a:cubicBezTo>
                    <a:pt x="104916" y="74082"/>
                    <a:pt x="105407" y="74082"/>
                    <a:pt x="105898" y="74082"/>
                  </a:cubicBezTo>
                  <a:cubicBezTo>
                    <a:pt x="107386" y="71850"/>
                    <a:pt x="107386" y="71850"/>
                    <a:pt x="107567" y="70402"/>
                  </a:cubicBezTo>
                  <a:cubicBezTo>
                    <a:pt x="107564" y="69851"/>
                    <a:pt x="107561" y="69315"/>
                    <a:pt x="107558" y="68780"/>
                  </a:cubicBezTo>
                  <a:cubicBezTo>
                    <a:pt x="107556" y="68175"/>
                    <a:pt x="107555" y="67588"/>
                    <a:pt x="107553" y="67001"/>
                  </a:cubicBezTo>
                  <a:cubicBezTo>
                    <a:pt x="107544" y="66373"/>
                    <a:pt x="107535" y="65762"/>
                    <a:pt x="107526" y="65152"/>
                  </a:cubicBezTo>
                  <a:cubicBezTo>
                    <a:pt x="107523" y="62006"/>
                    <a:pt x="107644" y="59228"/>
                    <a:pt x="106642" y="56223"/>
                  </a:cubicBezTo>
                  <a:cubicBezTo>
                    <a:pt x="105883" y="56223"/>
                    <a:pt x="105146" y="56223"/>
                    <a:pt x="104409" y="56223"/>
                  </a:cubicBezTo>
                  <a:cubicBezTo>
                    <a:pt x="104418" y="55687"/>
                    <a:pt x="104427" y="55167"/>
                    <a:pt x="104436" y="54647"/>
                  </a:cubicBezTo>
                  <a:cubicBezTo>
                    <a:pt x="104443" y="53949"/>
                    <a:pt x="104449" y="53272"/>
                    <a:pt x="104456" y="52595"/>
                  </a:cubicBezTo>
                  <a:cubicBezTo>
                    <a:pt x="104483" y="50502"/>
                    <a:pt x="104605" y="49172"/>
                    <a:pt x="103665" y="47293"/>
                  </a:cubicBezTo>
                  <a:cubicBezTo>
                    <a:pt x="103159" y="47293"/>
                    <a:pt x="102668" y="47293"/>
                    <a:pt x="102177" y="47293"/>
                  </a:cubicBezTo>
                  <a:cubicBezTo>
                    <a:pt x="102177" y="45061"/>
                    <a:pt x="102177" y="45061"/>
                    <a:pt x="101006" y="43215"/>
                  </a:cubicBezTo>
                  <a:cubicBezTo>
                    <a:pt x="100471" y="42530"/>
                    <a:pt x="99952" y="41865"/>
                    <a:pt x="99433" y="41200"/>
                  </a:cubicBezTo>
                  <a:cubicBezTo>
                    <a:pt x="98654" y="40174"/>
                    <a:pt x="98654" y="40174"/>
                    <a:pt x="97890" y="39169"/>
                  </a:cubicBezTo>
                  <a:cubicBezTo>
                    <a:pt x="96224" y="37619"/>
                    <a:pt x="96224" y="37619"/>
                    <a:pt x="94163" y="37395"/>
                  </a:cubicBezTo>
                  <a:cubicBezTo>
                    <a:pt x="93599" y="37471"/>
                    <a:pt x="93051" y="37545"/>
                    <a:pt x="92503" y="37619"/>
                  </a:cubicBezTo>
                  <a:cubicBezTo>
                    <a:pt x="92503" y="36860"/>
                    <a:pt x="92503" y="36123"/>
                    <a:pt x="92503" y="35387"/>
                  </a:cubicBezTo>
                  <a:cubicBezTo>
                    <a:pt x="90051" y="33752"/>
                    <a:pt x="90051" y="33752"/>
                    <a:pt x="85387" y="33992"/>
                  </a:cubicBezTo>
                  <a:cubicBezTo>
                    <a:pt x="82847" y="34204"/>
                    <a:pt x="82847" y="34204"/>
                    <a:pt x="80597" y="33899"/>
                  </a:cubicBezTo>
                  <a:cubicBezTo>
                    <a:pt x="80022" y="32416"/>
                    <a:pt x="80022" y="32416"/>
                    <a:pt x="79109" y="30922"/>
                  </a:cubicBezTo>
                  <a:cubicBezTo>
                    <a:pt x="78385" y="30800"/>
                    <a:pt x="77683" y="30682"/>
                    <a:pt x="76980" y="30564"/>
                  </a:cubicBezTo>
                  <a:close/>
                  <a:moveTo>
                    <a:pt x="89305" y="0"/>
                  </a:moveTo>
                  <a:cubicBezTo>
                    <a:pt x="90107" y="4"/>
                    <a:pt x="90910" y="8"/>
                    <a:pt x="91737" y="12"/>
                  </a:cubicBezTo>
                  <a:cubicBezTo>
                    <a:pt x="92438" y="10"/>
                    <a:pt x="93140" y="7"/>
                    <a:pt x="93863" y="4"/>
                  </a:cubicBezTo>
                  <a:cubicBezTo>
                    <a:pt x="94384" y="125"/>
                    <a:pt x="94905" y="246"/>
                    <a:pt x="95442" y="370"/>
                  </a:cubicBezTo>
                  <a:cubicBezTo>
                    <a:pt x="95933" y="1869"/>
                    <a:pt x="95933" y="1869"/>
                    <a:pt x="96186" y="3347"/>
                  </a:cubicBezTo>
                  <a:cubicBezTo>
                    <a:pt x="98327" y="3567"/>
                    <a:pt x="100320" y="3340"/>
                    <a:pt x="102462" y="3161"/>
                  </a:cubicBezTo>
                  <a:cubicBezTo>
                    <a:pt x="103092" y="3222"/>
                    <a:pt x="103722" y="3284"/>
                    <a:pt x="104372" y="3347"/>
                  </a:cubicBezTo>
                  <a:cubicBezTo>
                    <a:pt x="105206" y="4800"/>
                    <a:pt x="105206" y="4800"/>
                    <a:pt x="105860" y="6323"/>
                  </a:cubicBezTo>
                  <a:cubicBezTo>
                    <a:pt x="108511" y="6933"/>
                    <a:pt x="108511" y="6933"/>
                    <a:pt x="111069" y="7068"/>
                  </a:cubicBezTo>
                  <a:cubicBezTo>
                    <a:pt x="111069" y="8050"/>
                    <a:pt x="111069" y="9032"/>
                    <a:pt x="111069" y="10044"/>
                  </a:cubicBezTo>
                  <a:cubicBezTo>
                    <a:pt x="112308" y="10298"/>
                    <a:pt x="113548" y="10546"/>
                    <a:pt x="114790" y="10788"/>
                  </a:cubicBezTo>
                  <a:cubicBezTo>
                    <a:pt x="115059" y="11775"/>
                    <a:pt x="115309" y="12767"/>
                    <a:pt x="115534" y="13765"/>
                  </a:cubicBezTo>
                  <a:cubicBezTo>
                    <a:pt x="116516" y="13765"/>
                    <a:pt x="117498" y="13765"/>
                    <a:pt x="118510" y="13765"/>
                  </a:cubicBezTo>
                  <a:cubicBezTo>
                    <a:pt x="118510" y="14747"/>
                    <a:pt x="118510" y="15729"/>
                    <a:pt x="118510" y="16741"/>
                  </a:cubicBezTo>
                  <a:cubicBezTo>
                    <a:pt x="119247" y="16741"/>
                    <a:pt x="119984" y="16741"/>
                    <a:pt x="120743" y="16741"/>
                  </a:cubicBezTo>
                  <a:cubicBezTo>
                    <a:pt x="121006" y="17730"/>
                    <a:pt x="121253" y="18722"/>
                    <a:pt x="121487" y="19718"/>
                  </a:cubicBezTo>
                  <a:cubicBezTo>
                    <a:pt x="122224" y="20209"/>
                    <a:pt x="122960" y="20700"/>
                    <a:pt x="123719" y="21206"/>
                  </a:cubicBezTo>
                  <a:cubicBezTo>
                    <a:pt x="123719" y="22189"/>
                    <a:pt x="123719" y="23171"/>
                    <a:pt x="123719" y="24183"/>
                  </a:cubicBezTo>
                  <a:cubicBezTo>
                    <a:pt x="124456" y="24183"/>
                    <a:pt x="125193" y="24183"/>
                    <a:pt x="125952" y="24183"/>
                  </a:cubicBezTo>
                  <a:cubicBezTo>
                    <a:pt x="126206" y="25422"/>
                    <a:pt x="126454" y="26662"/>
                    <a:pt x="126696" y="27904"/>
                  </a:cubicBezTo>
                  <a:cubicBezTo>
                    <a:pt x="127433" y="28149"/>
                    <a:pt x="128169" y="28395"/>
                    <a:pt x="128928" y="28648"/>
                  </a:cubicBezTo>
                  <a:cubicBezTo>
                    <a:pt x="129181" y="30383"/>
                    <a:pt x="129429" y="32120"/>
                    <a:pt x="129673" y="33857"/>
                  </a:cubicBezTo>
                  <a:cubicBezTo>
                    <a:pt x="130409" y="34348"/>
                    <a:pt x="131146" y="34839"/>
                    <a:pt x="131905" y="35345"/>
                  </a:cubicBezTo>
                  <a:cubicBezTo>
                    <a:pt x="132123" y="37118"/>
                    <a:pt x="132123" y="37118"/>
                    <a:pt x="132045" y="39159"/>
                  </a:cubicBezTo>
                  <a:cubicBezTo>
                    <a:pt x="132014" y="40175"/>
                    <a:pt x="132014" y="40175"/>
                    <a:pt x="131983" y="41211"/>
                  </a:cubicBezTo>
                  <a:cubicBezTo>
                    <a:pt x="131958" y="41731"/>
                    <a:pt x="131932" y="42251"/>
                    <a:pt x="131905" y="42786"/>
                  </a:cubicBezTo>
                  <a:cubicBezTo>
                    <a:pt x="132642" y="42786"/>
                    <a:pt x="133378" y="42786"/>
                    <a:pt x="134137" y="42786"/>
                  </a:cubicBezTo>
                  <a:cubicBezTo>
                    <a:pt x="134194" y="48044"/>
                    <a:pt x="134233" y="53302"/>
                    <a:pt x="134260" y="58560"/>
                  </a:cubicBezTo>
                  <a:cubicBezTo>
                    <a:pt x="134271" y="60350"/>
                    <a:pt x="134287" y="62139"/>
                    <a:pt x="134306" y="63928"/>
                  </a:cubicBezTo>
                  <a:cubicBezTo>
                    <a:pt x="134333" y="66498"/>
                    <a:pt x="134346" y="69067"/>
                    <a:pt x="134355" y="71636"/>
                  </a:cubicBezTo>
                  <a:cubicBezTo>
                    <a:pt x="134367" y="72439"/>
                    <a:pt x="134378" y="73241"/>
                    <a:pt x="134390" y="74068"/>
                  </a:cubicBezTo>
                  <a:cubicBezTo>
                    <a:pt x="134391" y="75185"/>
                    <a:pt x="134391" y="75185"/>
                    <a:pt x="134391" y="76324"/>
                  </a:cubicBezTo>
                  <a:cubicBezTo>
                    <a:pt x="134398" y="77308"/>
                    <a:pt x="134398" y="77308"/>
                    <a:pt x="134406" y="78312"/>
                  </a:cubicBezTo>
                  <a:cubicBezTo>
                    <a:pt x="134079" y="80358"/>
                    <a:pt x="133360" y="80827"/>
                    <a:pt x="131905" y="82226"/>
                  </a:cubicBezTo>
                  <a:cubicBezTo>
                    <a:pt x="131928" y="83561"/>
                    <a:pt x="131928" y="83561"/>
                    <a:pt x="131952" y="84923"/>
                  </a:cubicBezTo>
                  <a:cubicBezTo>
                    <a:pt x="131936" y="85752"/>
                    <a:pt x="131921" y="86581"/>
                    <a:pt x="131905" y="87435"/>
                  </a:cubicBezTo>
                  <a:cubicBezTo>
                    <a:pt x="131168" y="87596"/>
                    <a:pt x="131168" y="87596"/>
                    <a:pt x="130417" y="87760"/>
                  </a:cubicBezTo>
                  <a:cubicBezTo>
                    <a:pt x="129926" y="87898"/>
                    <a:pt x="129434" y="88037"/>
                    <a:pt x="128928" y="88179"/>
                  </a:cubicBezTo>
                  <a:cubicBezTo>
                    <a:pt x="128787" y="89750"/>
                    <a:pt x="128888" y="91214"/>
                    <a:pt x="129042" y="92783"/>
                  </a:cubicBezTo>
                  <a:cubicBezTo>
                    <a:pt x="129004" y="93228"/>
                    <a:pt x="128967" y="93673"/>
                    <a:pt x="128928" y="94132"/>
                  </a:cubicBezTo>
                  <a:cubicBezTo>
                    <a:pt x="128192" y="94378"/>
                    <a:pt x="127455" y="94623"/>
                    <a:pt x="126696" y="94876"/>
                  </a:cubicBezTo>
                  <a:cubicBezTo>
                    <a:pt x="126174" y="96106"/>
                    <a:pt x="125677" y="97346"/>
                    <a:pt x="125208" y="98597"/>
                  </a:cubicBezTo>
                  <a:cubicBezTo>
                    <a:pt x="124717" y="98842"/>
                    <a:pt x="124225" y="99088"/>
                    <a:pt x="123719" y="99341"/>
                  </a:cubicBezTo>
                  <a:cubicBezTo>
                    <a:pt x="123474" y="99832"/>
                    <a:pt x="123228" y="100323"/>
                    <a:pt x="122975" y="100829"/>
                  </a:cubicBezTo>
                  <a:cubicBezTo>
                    <a:pt x="122231" y="102318"/>
                    <a:pt x="122231" y="102318"/>
                    <a:pt x="120743" y="103062"/>
                  </a:cubicBezTo>
                  <a:cubicBezTo>
                    <a:pt x="120497" y="103798"/>
                    <a:pt x="120252" y="104535"/>
                    <a:pt x="119999" y="105294"/>
                  </a:cubicBezTo>
                  <a:cubicBezTo>
                    <a:pt x="119523" y="105524"/>
                    <a:pt x="119047" y="105755"/>
                    <a:pt x="118557" y="105992"/>
                  </a:cubicBezTo>
                  <a:cubicBezTo>
                    <a:pt x="116877" y="106657"/>
                    <a:pt x="116877" y="106657"/>
                    <a:pt x="116278" y="108410"/>
                  </a:cubicBezTo>
                  <a:cubicBezTo>
                    <a:pt x="116032" y="108855"/>
                    <a:pt x="115787" y="109300"/>
                    <a:pt x="115534" y="109759"/>
                  </a:cubicBezTo>
                  <a:cubicBezTo>
                    <a:pt x="113953" y="109573"/>
                    <a:pt x="113953" y="109573"/>
                    <a:pt x="112557" y="109015"/>
                  </a:cubicBezTo>
                  <a:cubicBezTo>
                    <a:pt x="112557" y="109752"/>
                    <a:pt x="112557" y="110488"/>
                    <a:pt x="112557" y="111247"/>
                  </a:cubicBezTo>
                  <a:cubicBezTo>
                    <a:pt x="114487" y="111737"/>
                    <a:pt x="116393" y="111911"/>
                    <a:pt x="118371" y="112125"/>
                  </a:cubicBezTo>
                  <a:cubicBezTo>
                    <a:pt x="118908" y="112327"/>
                    <a:pt x="119445" y="112528"/>
                    <a:pt x="119999" y="112736"/>
                  </a:cubicBezTo>
                  <a:cubicBezTo>
                    <a:pt x="120231" y="114648"/>
                    <a:pt x="120231" y="114648"/>
                    <a:pt x="119999" y="116456"/>
                  </a:cubicBezTo>
                  <a:cubicBezTo>
                    <a:pt x="120843" y="116395"/>
                    <a:pt x="121687" y="116333"/>
                    <a:pt x="122557" y="116270"/>
                  </a:cubicBezTo>
                  <a:cubicBezTo>
                    <a:pt x="123432" y="116332"/>
                    <a:pt x="124306" y="116393"/>
                    <a:pt x="125208" y="116456"/>
                  </a:cubicBezTo>
                  <a:cubicBezTo>
                    <a:pt x="125766" y="117898"/>
                    <a:pt x="125766" y="117898"/>
                    <a:pt x="125952" y="119433"/>
                  </a:cubicBezTo>
                  <a:cubicBezTo>
                    <a:pt x="126689" y="119678"/>
                    <a:pt x="127425" y="119924"/>
                    <a:pt x="128184" y="120177"/>
                  </a:cubicBezTo>
                  <a:cubicBezTo>
                    <a:pt x="128705" y="121157"/>
                    <a:pt x="129202" y="122149"/>
                    <a:pt x="129673" y="123154"/>
                  </a:cubicBezTo>
                  <a:cubicBezTo>
                    <a:pt x="130164" y="123399"/>
                    <a:pt x="130655" y="123645"/>
                    <a:pt x="131161" y="123898"/>
                  </a:cubicBezTo>
                  <a:cubicBezTo>
                    <a:pt x="131161" y="124880"/>
                    <a:pt x="131161" y="125862"/>
                    <a:pt x="131161" y="126874"/>
                  </a:cubicBezTo>
                  <a:cubicBezTo>
                    <a:pt x="132141" y="127395"/>
                    <a:pt x="133133" y="127892"/>
                    <a:pt x="134137" y="128363"/>
                  </a:cubicBezTo>
                  <a:cubicBezTo>
                    <a:pt x="134137" y="129099"/>
                    <a:pt x="134137" y="129836"/>
                    <a:pt x="134137" y="130595"/>
                  </a:cubicBezTo>
                  <a:cubicBezTo>
                    <a:pt x="134613" y="130656"/>
                    <a:pt x="135089" y="130718"/>
                    <a:pt x="135579" y="130781"/>
                  </a:cubicBezTo>
                  <a:cubicBezTo>
                    <a:pt x="136086" y="130965"/>
                    <a:pt x="136592" y="131149"/>
                    <a:pt x="137114" y="131339"/>
                  </a:cubicBezTo>
                  <a:cubicBezTo>
                    <a:pt x="137422" y="133066"/>
                    <a:pt x="137671" y="134804"/>
                    <a:pt x="137858" y="136548"/>
                  </a:cubicBezTo>
                  <a:cubicBezTo>
                    <a:pt x="138349" y="136794"/>
                    <a:pt x="138840" y="137039"/>
                    <a:pt x="139346" y="137292"/>
                  </a:cubicBezTo>
                  <a:cubicBezTo>
                    <a:pt x="139655" y="138830"/>
                    <a:pt x="139655" y="138830"/>
                    <a:pt x="139812" y="140687"/>
                  </a:cubicBezTo>
                  <a:cubicBezTo>
                    <a:pt x="139895" y="141610"/>
                    <a:pt x="139895" y="141610"/>
                    <a:pt x="139980" y="142551"/>
                  </a:cubicBezTo>
                  <a:cubicBezTo>
                    <a:pt x="140017" y="143025"/>
                    <a:pt x="140053" y="143500"/>
                    <a:pt x="140091" y="143989"/>
                  </a:cubicBezTo>
                  <a:cubicBezTo>
                    <a:pt x="140827" y="143989"/>
                    <a:pt x="141564" y="143989"/>
                    <a:pt x="142323" y="143989"/>
                  </a:cubicBezTo>
                  <a:cubicBezTo>
                    <a:pt x="142569" y="148164"/>
                    <a:pt x="142814" y="152339"/>
                    <a:pt x="143067" y="156640"/>
                  </a:cubicBezTo>
                  <a:cubicBezTo>
                    <a:pt x="143804" y="156640"/>
                    <a:pt x="144541" y="156640"/>
                    <a:pt x="145300" y="156640"/>
                  </a:cubicBezTo>
                  <a:cubicBezTo>
                    <a:pt x="145300" y="164007"/>
                    <a:pt x="145300" y="171374"/>
                    <a:pt x="145300" y="178964"/>
                  </a:cubicBezTo>
                  <a:cubicBezTo>
                    <a:pt x="144808" y="178964"/>
                    <a:pt x="144317" y="178964"/>
                    <a:pt x="143811" y="178964"/>
                  </a:cubicBezTo>
                  <a:cubicBezTo>
                    <a:pt x="142374" y="181838"/>
                    <a:pt x="142756" y="185402"/>
                    <a:pt x="142605" y="188571"/>
                  </a:cubicBezTo>
                  <a:cubicBezTo>
                    <a:pt x="142512" y="189330"/>
                    <a:pt x="142419" y="190089"/>
                    <a:pt x="142323" y="190870"/>
                  </a:cubicBezTo>
                  <a:cubicBezTo>
                    <a:pt x="141832" y="191116"/>
                    <a:pt x="141341" y="191361"/>
                    <a:pt x="140835" y="191614"/>
                  </a:cubicBezTo>
                  <a:cubicBezTo>
                    <a:pt x="140570" y="193514"/>
                    <a:pt x="140504" y="195394"/>
                    <a:pt x="140419" y="197309"/>
                  </a:cubicBezTo>
                  <a:cubicBezTo>
                    <a:pt x="140256" y="198174"/>
                    <a:pt x="140256" y="198174"/>
                    <a:pt x="140091" y="199056"/>
                  </a:cubicBezTo>
                  <a:cubicBezTo>
                    <a:pt x="139354" y="199547"/>
                    <a:pt x="138617" y="200038"/>
                    <a:pt x="137858" y="200544"/>
                  </a:cubicBezTo>
                  <a:cubicBezTo>
                    <a:pt x="137310" y="203199"/>
                    <a:pt x="137310" y="203199"/>
                    <a:pt x="137114" y="205753"/>
                  </a:cubicBezTo>
                  <a:cubicBezTo>
                    <a:pt x="136377" y="205753"/>
                    <a:pt x="135641" y="205753"/>
                    <a:pt x="134882" y="205753"/>
                  </a:cubicBezTo>
                  <a:cubicBezTo>
                    <a:pt x="134766" y="206812"/>
                    <a:pt x="134766" y="206812"/>
                    <a:pt x="134649" y="207893"/>
                  </a:cubicBezTo>
                  <a:cubicBezTo>
                    <a:pt x="134137" y="210218"/>
                    <a:pt x="134137" y="210218"/>
                    <a:pt x="131905" y="211706"/>
                  </a:cubicBezTo>
                  <a:cubicBezTo>
                    <a:pt x="131782" y="212228"/>
                    <a:pt x="131659" y="212750"/>
                    <a:pt x="131533" y="213288"/>
                  </a:cubicBezTo>
                  <a:cubicBezTo>
                    <a:pt x="131410" y="213748"/>
                    <a:pt x="131287" y="214208"/>
                    <a:pt x="131161" y="214683"/>
                  </a:cubicBezTo>
                  <a:cubicBezTo>
                    <a:pt x="130424" y="214683"/>
                    <a:pt x="129687" y="214683"/>
                    <a:pt x="128928" y="214683"/>
                  </a:cubicBezTo>
                  <a:cubicBezTo>
                    <a:pt x="128395" y="215907"/>
                    <a:pt x="127899" y="217149"/>
                    <a:pt x="127440" y="218404"/>
                  </a:cubicBezTo>
                  <a:cubicBezTo>
                    <a:pt x="126949" y="218649"/>
                    <a:pt x="126458" y="218895"/>
                    <a:pt x="125952" y="219148"/>
                  </a:cubicBezTo>
                  <a:cubicBezTo>
                    <a:pt x="125737" y="219623"/>
                    <a:pt x="125522" y="220099"/>
                    <a:pt x="125301" y="220589"/>
                  </a:cubicBezTo>
                  <a:cubicBezTo>
                    <a:pt x="124277" y="222467"/>
                    <a:pt x="123382" y="222724"/>
                    <a:pt x="121487" y="223613"/>
                  </a:cubicBezTo>
                  <a:cubicBezTo>
                    <a:pt x="120996" y="224349"/>
                    <a:pt x="120505" y="225086"/>
                    <a:pt x="119999" y="225845"/>
                  </a:cubicBezTo>
                  <a:cubicBezTo>
                    <a:pt x="119016" y="225845"/>
                    <a:pt x="118034" y="225845"/>
                    <a:pt x="117022" y="225845"/>
                  </a:cubicBezTo>
                  <a:cubicBezTo>
                    <a:pt x="117022" y="226827"/>
                    <a:pt x="117022" y="227809"/>
                    <a:pt x="117022" y="228821"/>
                  </a:cubicBezTo>
                  <a:cubicBezTo>
                    <a:pt x="116494" y="228841"/>
                    <a:pt x="115965" y="228860"/>
                    <a:pt x="115421" y="228880"/>
                  </a:cubicBezTo>
                  <a:cubicBezTo>
                    <a:pt x="114737" y="228922"/>
                    <a:pt x="114053" y="228964"/>
                    <a:pt x="113348" y="229008"/>
                  </a:cubicBezTo>
                  <a:cubicBezTo>
                    <a:pt x="112666" y="229042"/>
                    <a:pt x="111984" y="229077"/>
                    <a:pt x="111281" y="229112"/>
                  </a:cubicBezTo>
                  <a:cubicBezTo>
                    <a:pt x="110720" y="229262"/>
                    <a:pt x="110159" y="229411"/>
                    <a:pt x="109581" y="229566"/>
                  </a:cubicBezTo>
                  <a:cubicBezTo>
                    <a:pt x="109430" y="230307"/>
                    <a:pt x="109430" y="230307"/>
                    <a:pt x="109276" y="231063"/>
                  </a:cubicBezTo>
                  <a:cubicBezTo>
                    <a:pt x="109058" y="231795"/>
                    <a:pt x="109058" y="231795"/>
                    <a:pt x="108837" y="232542"/>
                  </a:cubicBezTo>
                  <a:cubicBezTo>
                    <a:pt x="106674" y="232917"/>
                    <a:pt x="106674" y="232917"/>
                    <a:pt x="104000" y="232961"/>
                  </a:cubicBezTo>
                  <a:cubicBezTo>
                    <a:pt x="101404" y="232960"/>
                    <a:pt x="101404" y="232960"/>
                    <a:pt x="99163" y="233286"/>
                  </a:cubicBezTo>
                  <a:cubicBezTo>
                    <a:pt x="98917" y="234023"/>
                    <a:pt x="98672" y="234760"/>
                    <a:pt x="98419" y="235519"/>
                  </a:cubicBezTo>
                  <a:cubicBezTo>
                    <a:pt x="96873" y="235896"/>
                    <a:pt x="96873" y="235896"/>
                    <a:pt x="94844" y="236024"/>
                  </a:cubicBezTo>
                  <a:cubicBezTo>
                    <a:pt x="94099" y="236072"/>
                    <a:pt x="93354" y="236120"/>
                    <a:pt x="92586" y="236169"/>
                  </a:cubicBezTo>
                  <a:cubicBezTo>
                    <a:pt x="88789" y="236320"/>
                    <a:pt x="84999" y="236366"/>
                    <a:pt x="81199" y="236359"/>
                  </a:cubicBezTo>
                  <a:cubicBezTo>
                    <a:pt x="80336" y="236360"/>
                    <a:pt x="79474" y="236362"/>
                    <a:pt x="78585" y="236363"/>
                  </a:cubicBezTo>
                  <a:cubicBezTo>
                    <a:pt x="75762" y="236366"/>
                    <a:pt x="72938" y="236364"/>
                    <a:pt x="70115" y="236362"/>
                  </a:cubicBezTo>
                  <a:cubicBezTo>
                    <a:pt x="68145" y="236362"/>
                    <a:pt x="66175" y="236363"/>
                    <a:pt x="64205" y="236364"/>
                  </a:cubicBezTo>
                  <a:cubicBezTo>
                    <a:pt x="60091" y="236365"/>
                    <a:pt x="55977" y="236363"/>
                    <a:pt x="51864" y="236360"/>
                  </a:cubicBezTo>
                  <a:cubicBezTo>
                    <a:pt x="47107" y="236356"/>
                    <a:pt x="42350" y="236357"/>
                    <a:pt x="37593" y="236361"/>
                  </a:cubicBezTo>
                  <a:cubicBezTo>
                    <a:pt x="33007" y="236365"/>
                    <a:pt x="28421" y="236365"/>
                    <a:pt x="23834" y="236362"/>
                  </a:cubicBezTo>
                  <a:cubicBezTo>
                    <a:pt x="21885" y="236362"/>
                    <a:pt x="19936" y="236363"/>
                    <a:pt x="17987" y="236364"/>
                  </a:cubicBezTo>
                  <a:cubicBezTo>
                    <a:pt x="15274" y="236366"/>
                    <a:pt x="12561" y="236363"/>
                    <a:pt x="9848" y="236359"/>
                  </a:cubicBezTo>
                  <a:cubicBezTo>
                    <a:pt x="9038" y="236361"/>
                    <a:pt x="8229" y="236362"/>
                    <a:pt x="7394" y="236364"/>
                  </a:cubicBezTo>
                  <a:cubicBezTo>
                    <a:pt x="6659" y="236362"/>
                    <a:pt x="5924" y="236360"/>
                    <a:pt x="5166" y="236357"/>
                  </a:cubicBezTo>
                  <a:cubicBezTo>
                    <a:pt x="4205" y="236357"/>
                    <a:pt x="4205" y="236357"/>
                    <a:pt x="3224" y="236357"/>
                  </a:cubicBezTo>
                  <a:cubicBezTo>
                    <a:pt x="1680" y="236263"/>
                    <a:pt x="1680" y="236263"/>
                    <a:pt x="192" y="235519"/>
                  </a:cubicBezTo>
                  <a:cubicBezTo>
                    <a:pt x="7" y="233919"/>
                    <a:pt x="7" y="233919"/>
                    <a:pt x="9" y="231755"/>
                  </a:cubicBezTo>
                  <a:cubicBezTo>
                    <a:pt x="6" y="230934"/>
                    <a:pt x="3" y="230114"/>
                    <a:pt x="0" y="229268"/>
                  </a:cubicBezTo>
                  <a:cubicBezTo>
                    <a:pt x="4" y="228355"/>
                    <a:pt x="9" y="227443"/>
                    <a:pt x="13" y="226502"/>
                  </a:cubicBezTo>
                  <a:cubicBezTo>
                    <a:pt x="12" y="225541"/>
                    <a:pt x="11" y="224580"/>
                    <a:pt x="9" y="223590"/>
                  </a:cubicBezTo>
                  <a:cubicBezTo>
                    <a:pt x="6" y="220911"/>
                    <a:pt x="12" y="218232"/>
                    <a:pt x="19" y="215552"/>
                  </a:cubicBezTo>
                  <a:cubicBezTo>
                    <a:pt x="26" y="212667"/>
                    <a:pt x="24" y="209783"/>
                    <a:pt x="22" y="206898"/>
                  </a:cubicBezTo>
                  <a:cubicBezTo>
                    <a:pt x="22" y="201896"/>
                    <a:pt x="26" y="196894"/>
                    <a:pt x="35" y="191892"/>
                  </a:cubicBezTo>
                  <a:cubicBezTo>
                    <a:pt x="47" y="184659"/>
                    <a:pt x="51" y="177427"/>
                    <a:pt x="53" y="170195"/>
                  </a:cubicBezTo>
                  <a:cubicBezTo>
                    <a:pt x="56" y="158462"/>
                    <a:pt x="66" y="146729"/>
                    <a:pt x="80" y="134996"/>
                  </a:cubicBezTo>
                  <a:cubicBezTo>
                    <a:pt x="93" y="123596"/>
                    <a:pt x="104" y="112196"/>
                    <a:pt x="110" y="100796"/>
                  </a:cubicBezTo>
                  <a:cubicBezTo>
                    <a:pt x="111" y="99742"/>
                    <a:pt x="111" y="99742"/>
                    <a:pt x="112" y="98668"/>
                  </a:cubicBezTo>
                  <a:cubicBezTo>
                    <a:pt x="113" y="95145"/>
                    <a:pt x="115" y="91623"/>
                    <a:pt x="117" y="88100"/>
                  </a:cubicBezTo>
                  <a:cubicBezTo>
                    <a:pt x="133" y="58857"/>
                    <a:pt x="159" y="29614"/>
                    <a:pt x="192" y="370"/>
                  </a:cubicBezTo>
                  <a:cubicBezTo>
                    <a:pt x="12598" y="301"/>
                    <a:pt x="25004" y="248"/>
                    <a:pt x="37411" y="216"/>
                  </a:cubicBezTo>
                  <a:cubicBezTo>
                    <a:pt x="43171" y="201"/>
                    <a:pt x="48931" y="180"/>
                    <a:pt x="54691" y="146"/>
                  </a:cubicBezTo>
                  <a:cubicBezTo>
                    <a:pt x="59709" y="116"/>
                    <a:pt x="64728" y="97"/>
                    <a:pt x="69747" y="90"/>
                  </a:cubicBezTo>
                  <a:cubicBezTo>
                    <a:pt x="72406" y="86"/>
                    <a:pt x="75065" y="77"/>
                    <a:pt x="77724" y="56"/>
                  </a:cubicBezTo>
                  <a:cubicBezTo>
                    <a:pt x="80687" y="32"/>
                    <a:pt x="83650" y="31"/>
                    <a:pt x="86614" y="32"/>
                  </a:cubicBezTo>
                  <a:cubicBezTo>
                    <a:pt x="87502" y="22"/>
                    <a:pt x="88390" y="11"/>
                    <a:pt x="89305" y="0"/>
                  </a:cubicBezTo>
                  <a:close/>
                </a:path>
              </a:pathLst>
            </a:custGeom>
            <a:grpFill/>
            <a:ln w="744" cap="flat">
              <a:noFill/>
              <a:prstDash val="solid"/>
              <a:miter/>
            </a:ln>
          </p:spPr>
          <p:txBody>
            <a:bodyPr rtlCol="0" anchor="ctr"/>
            <a:lstStyle/>
            <a:p>
              <a:endParaRPr lang="zh-CN" altLang="en-US"/>
            </a:p>
          </p:txBody>
        </p:sp>
        <p:sp>
          <p:nvSpPr>
            <p:cNvPr id="172" name="任意多边形: 形状 171"/>
            <p:cNvSpPr/>
            <p:nvPr/>
          </p:nvSpPr>
          <p:spPr>
            <a:xfrm>
              <a:off x="5212571" y="1394116"/>
              <a:ext cx="144758" cy="236372"/>
            </a:xfrm>
            <a:custGeom>
              <a:avLst/>
              <a:gdLst>
                <a:gd name="connsiteX0" fmla="*/ 79903 w 144759"/>
                <a:gd name="connsiteY0" fmla="*/ 129578 h 236364"/>
                <a:gd name="connsiteX1" fmla="*/ 76943 w 144759"/>
                <a:gd name="connsiteY1" fmla="*/ 129603 h 236364"/>
                <a:gd name="connsiteX2" fmla="*/ 71806 w 144759"/>
                <a:gd name="connsiteY2" fmla="*/ 129632 h 236364"/>
                <a:gd name="connsiteX3" fmla="*/ 68125 w 144759"/>
                <a:gd name="connsiteY3" fmla="*/ 129672 h 236364"/>
                <a:gd name="connsiteX4" fmla="*/ 58500 w 144759"/>
                <a:gd name="connsiteY4" fmla="*/ 129745 h 236364"/>
                <a:gd name="connsiteX5" fmla="*/ 48517 w 144759"/>
                <a:gd name="connsiteY5" fmla="*/ 129833 h 236364"/>
                <a:gd name="connsiteX6" fmla="*/ 27016 w 144759"/>
                <a:gd name="connsiteY6" fmla="*/ 130025 h 236364"/>
                <a:gd name="connsiteX7" fmla="*/ 26980 w 144759"/>
                <a:gd name="connsiteY7" fmla="*/ 156705 h 236364"/>
                <a:gd name="connsiteX8" fmla="*/ 26965 w 144759"/>
                <a:gd name="connsiteY8" fmla="*/ 170292 h 236364"/>
                <a:gd name="connsiteX9" fmla="*/ 26947 w 144759"/>
                <a:gd name="connsiteY9" fmla="*/ 183618 h 236364"/>
                <a:gd name="connsiteX10" fmla="*/ 26944 w 144759"/>
                <a:gd name="connsiteY10" fmla="*/ 188670 h 236364"/>
                <a:gd name="connsiteX11" fmla="*/ 26932 w 144759"/>
                <a:gd name="connsiteY11" fmla="*/ 195978 h 236364"/>
                <a:gd name="connsiteX12" fmla="*/ 26932 w 144759"/>
                <a:gd name="connsiteY12" fmla="*/ 198200 h 236364"/>
                <a:gd name="connsiteX13" fmla="*/ 26924 w 144759"/>
                <a:gd name="connsiteY13" fmla="*/ 200321 h 236364"/>
                <a:gd name="connsiteX14" fmla="*/ 27761 w 144759"/>
                <a:gd name="connsiteY14" fmla="*/ 205928 h 236364"/>
                <a:gd name="connsiteX15" fmla="*/ 31537 w 144759"/>
                <a:gd name="connsiteY15" fmla="*/ 205973 h 236364"/>
                <a:gd name="connsiteX16" fmla="*/ 33173 w 144759"/>
                <a:gd name="connsiteY16" fmla="*/ 205944 h 236364"/>
                <a:gd name="connsiteX17" fmla="*/ 38589 w 144759"/>
                <a:gd name="connsiteY17" fmla="*/ 205869 h 236364"/>
                <a:gd name="connsiteX18" fmla="*/ 42469 w 144759"/>
                <a:gd name="connsiteY18" fmla="*/ 205811 h 236364"/>
                <a:gd name="connsiteX19" fmla="*/ 52615 w 144759"/>
                <a:gd name="connsiteY19" fmla="*/ 205666 h 236364"/>
                <a:gd name="connsiteX20" fmla="*/ 63138 w 144759"/>
                <a:gd name="connsiteY20" fmla="*/ 205513 h 236364"/>
                <a:gd name="connsiteX21" fmla="*/ 85804 w 144759"/>
                <a:gd name="connsiteY21" fmla="*/ 205184 h 236364"/>
                <a:gd name="connsiteX22" fmla="*/ 85804 w 144759"/>
                <a:gd name="connsiteY22" fmla="*/ 202207 h 236364"/>
                <a:gd name="connsiteX23" fmla="*/ 88056 w 144759"/>
                <a:gd name="connsiteY23" fmla="*/ 202338 h 236364"/>
                <a:gd name="connsiteX24" fmla="*/ 90966 w 144759"/>
                <a:gd name="connsiteY24" fmla="*/ 202440 h 236364"/>
                <a:gd name="connsiteX25" fmla="*/ 96221 w 144759"/>
                <a:gd name="connsiteY25" fmla="*/ 202207 h 236364"/>
                <a:gd name="connsiteX26" fmla="*/ 96783 w 144759"/>
                <a:gd name="connsiteY26" fmla="*/ 200344 h 236364"/>
                <a:gd name="connsiteX27" fmla="*/ 96966 w 144759"/>
                <a:gd name="connsiteY27" fmla="*/ 198486 h 236364"/>
                <a:gd name="connsiteX28" fmla="*/ 99198 w 144759"/>
                <a:gd name="connsiteY28" fmla="*/ 198300 h 236364"/>
                <a:gd name="connsiteX29" fmla="*/ 101430 w 144759"/>
                <a:gd name="connsiteY29" fmla="*/ 198486 h 236364"/>
                <a:gd name="connsiteX30" fmla="*/ 102175 w 144759"/>
                <a:gd name="connsiteY30" fmla="*/ 197742 h 236364"/>
                <a:gd name="connsiteX31" fmla="*/ 106732 w 144759"/>
                <a:gd name="connsiteY31" fmla="*/ 191603 h 236364"/>
                <a:gd name="connsiteX32" fmla="*/ 107384 w 144759"/>
                <a:gd name="connsiteY32" fmla="*/ 189557 h 236364"/>
                <a:gd name="connsiteX33" fmla="*/ 109616 w 144759"/>
                <a:gd name="connsiteY33" fmla="*/ 188813 h 236364"/>
                <a:gd name="connsiteX34" fmla="*/ 109756 w 144759"/>
                <a:gd name="connsiteY34" fmla="*/ 186534 h 236364"/>
                <a:gd name="connsiteX35" fmla="*/ 109616 w 144759"/>
                <a:gd name="connsiteY35" fmla="*/ 184348 h 236364"/>
                <a:gd name="connsiteX36" fmla="*/ 111848 w 144759"/>
                <a:gd name="connsiteY36" fmla="*/ 184348 h 236364"/>
                <a:gd name="connsiteX37" fmla="*/ 112673 w 144759"/>
                <a:gd name="connsiteY37" fmla="*/ 178507 h 236364"/>
                <a:gd name="connsiteX38" fmla="*/ 112654 w 144759"/>
                <a:gd name="connsiteY38" fmla="*/ 176197 h 236364"/>
                <a:gd name="connsiteX39" fmla="*/ 112632 w 144759"/>
                <a:gd name="connsiteY39" fmla="*/ 173620 h 236364"/>
                <a:gd name="connsiteX40" fmla="*/ 112593 w 144759"/>
                <a:gd name="connsiteY40" fmla="*/ 170953 h 236364"/>
                <a:gd name="connsiteX41" fmla="*/ 112437 w 144759"/>
                <a:gd name="connsiteY41" fmla="*/ 163262 h 236364"/>
                <a:gd name="connsiteX42" fmla="*/ 112360 w 144759"/>
                <a:gd name="connsiteY42" fmla="*/ 160721 h 236364"/>
                <a:gd name="connsiteX43" fmla="*/ 112309 w 144759"/>
                <a:gd name="connsiteY43" fmla="*/ 158076 h 236364"/>
                <a:gd name="connsiteX44" fmla="*/ 112229 w 144759"/>
                <a:gd name="connsiteY44" fmla="*/ 155570 h 236364"/>
                <a:gd name="connsiteX45" fmla="*/ 111848 w 144759"/>
                <a:gd name="connsiteY45" fmla="*/ 151606 h 236364"/>
                <a:gd name="connsiteX46" fmla="*/ 109616 w 144759"/>
                <a:gd name="connsiteY46" fmla="*/ 150861 h 236364"/>
                <a:gd name="connsiteX47" fmla="*/ 109604 w 144759"/>
                <a:gd name="connsiteY47" fmla="*/ 149149 h 236364"/>
                <a:gd name="connsiteX48" fmla="*/ 108744 w 144759"/>
                <a:gd name="connsiteY48" fmla="*/ 145527 h 236364"/>
                <a:gd name="connsiteX49" fmla="*/ 107570 w 144759"/>
                <a:gd name="connsiteY49" fmla="*/ 144025 h 236364"/>
                <a:gd name="connsiteX50" fmla="*/ 105151 w 144759"/>
                <a:gd name="connsiteY50" fmla="*/ 141188 h 236364"/>
                <a:gd name="connsiteX51" fmla="*/ 102175 w 144759"/>
                <a:gd name="connsiteY51" fmla="*/ 139699 h 236364"/>
                <a:gd name="connsiteX52" fmla="*/ 102175 w 144759"/>
                <a:gd name="connsiteY52" fmla="*/ 137467 h 236364"/>
                <a:gd name="connsiteX53" fmla="*/ 99617 w 144759"/>
                <a:gd name="connsiteY53" fmla="*/ 136723 h 236364"/>
                <a:gd name="connsiteX54" fmla="*/ 96966 w 144759"/>
                <a:gd name="connsiteY54" fmla="*/ 135979 h 236364"/>
                <a:gd name="connsiteX55" fmla="*/ 96221 w 144759"/>
                <a:gd name="connsiteY55" fmla="*/ 133746 h 236364"/>
                <a:gd name="connsiteX56" fmla="*/ 94919 w 144759"/>
                <a:gd name="connsiteY56" fmla="*/ 133552 h 236364"/>
                <a:gd name="connsiteX57" fmla="*/ 93245 w 144759"/>
                <a:gd name="connsiteY57" fmla="*/ 133659 h 236364"/>
                <a:gd name="connsiteX58" fmla="*/ 89524 w 144759"/>
                <a:gd name="connsiteY58" fmla="*/ 133839 h 236364"/>
                <a:gd name="connsiteX59" fmla="*/ 87617 w 144759"/>
                <a:gd name="connsiteY59" fmla="*/ 133964 h 236364"/>
                <a:gd name="connsiteX60" fmla="*/ 85804 w 144759"/>
                <a:gd name="connsiteY60" fmla="*/ 134031 h 236364"/>
                <a:gd name="connsiteX61" fmla="*/ 82827 w 144759"/>
                <a:gd name="connsiteY61" fmla="*/ 133746 h 236364"/>
                <a:gd name="connsiteX62" fmla="*/ 82083 w 144759"/>
                <a:gd name="connsiteY62" fmla="*/ 130025 h 236364"/>
                <a:gd name="connsiteX63" fmla="*/ 79903 w 144759"/>
                <a:gd name="connsiteY63" fmla="*/ 129578 h 236364"/>
                <a:gd name="connsiteX64" fmla="*/ 77040 w 144759"/>
                <a:gd name="connsiteY64" fmla="*/ 30474 h 236364"/>
                <a:gd name="connsiteX65" fmla="*/ 74241 w 144759"/>
                <a:gd name="connsiteY65" fmla="*/ 30499 h 236364"/>
                <a:gd name="connsiteX66" fmla="*/ 69331 w 144759"/>
                <a:gd name="connsiteY66" fmla="*/ 30529 h 236364"/>
                <a:gd name="connsiteX67" fmla="*/ 66083 w 144759"/>
                <a:gd name="connsiteY67" fmla="*/ 30566 h 236364"/>
                <a:gd name="connsiteX68" fmla="*/ 61236 w 144759"/>
                <a:gd name="connsiteY68" fmla="*/ 30586 h 236364"/>
                <a:gd name="connsiteX69" fmla="*/ 53015 w 144759"/>
                <a:gd name="connsiteY69" fmla="*/ 30689 h 236364"/>
                <a:gd name="connsiteX70" fmla="*/ 27017 w 144759"/>
                <a:gd name="connsiteY70" fmla="*/ 30921 h 236364"/>
                <a:gd name="connsiteX71" fmla="*/ 27017 w 144759"/>
                <a:gd name="connsiteY71" fmla="*/ 99382 h 236364"/>
                <a:gd name="connsiteX72" fmla="*/ 53387 w 144759"/>
                <a:gd name="connsiteY72" fmla="*/ 99615 h 236364"/>
                <a:gd name="connsiteX73" fmla="*/ 65076 w 144759"/>
                <a:gd name="connsiteY73" fmla="*/ 99734 h 236364"/>
                <a:gd name="connsiteX74" fmla="*/ 68221 w 144759"/>
                <a:gd name="connsiteY74" fmla="*/ 99746 h 236364"/>
                <a:gd name="connsiteX75" fmla="*/ 73329 w 144759"/>
                <a:gd name="connsiteY75" fmla="*/ 99806 h 236364"/>
                <a:gd name="connsiteX76" fmla="*/ 74917 w 144759"/>
                <a:gd name="connsiteY76" fmla="*/ 99805 h 236364"/>
                <a:gd name="connsiteX77" fmla="*/ 79851 w 144759"/>
                <a:gd name="connsiteY77" fmla="*/ 99382 h 236364"/>
                <a:gd name="connsiteX78" fmla="*/ 80531 w 144759"/>
                <a:gd name="connsiteY78" fmla="*/ 97496 h 236364"/>
                <a:gd name="connsiteX79" fmla="*/ 80595 w 144759"/>
                <a:gd name="connsiteY79" fmla="*/ 95662 h 236364"/>
                <a:gd name="connsiteX80" fmla="*/ 82307 w 144759"/>
                <a:gd name="connsiteY80" fmla="*/ 95851 h 236364"/>
                <a:gd name="connsiteX81" fmla="*/ 84548 w 144759"/>
                <a:gd name="connsiteY81" fmla="*/ 96080 h 236364"/>
                <a:gd name="connsiteX82" fmla="*/ 91013 w 144759"/>
                <a:gd name="connsiteY82" fmla="*/ 95662 h 236364"/>
                <a:gd name="connsiteX83" fmla="*/ 91757 w 144759"/>
                <a:gd name="connsiteY83" fmla="*/ 92685 h 236364"/>
                <a:gd name="connsiteX84" fmla="*/ 96222 w 144759"/>
                <a:gd name="connsiteY84" fmla="*/ 92685 h 236364"/>
                <a:gd name="connsiteX85" fmla="*/ 101152 w 144759"/>
                <a:gd name="connsiteY85" fmla="*/ 85848 h 236364"/>
                <a:gd name="connsiteX86" fmla="*/ 102175 w 144759"/>
                <a:gd name="connsiteY86" fmla="*/ 83755 h 236364"/>
                <a:gd name="connsiteX87" fmla="*/ 103370 w 144759"/>
                <a:gd name="connsiteY87" fmla="*/ 82750 h 236364"/>
                <a:gd name="connsiteX88" fmla="*/ 104463 w 144759"/>
                <a:gd name="connsiteY88" fmla="*/ 79677 h 236364"/>
                <a:gd name="connsiteX89" fmla="*/ 104175 w 144759"/>
                <a:gd name="connsiteY89" fmla="*/ 77663 h 236364"/>
                <a:gd name="connsiteX90" fmla="*/ 103905 w 144759"/>
                <a:gd name="connsiteY90" fmla="*/ 75631 h 236364"/>
                <a:gd name="connsiteX91" fmla="*/ 103663 w 144759"/>
                <a:gd name="connsiteY91" fmla="*/ 74082 h 236364"/>
                <a:gd name="connsiteX92" fmla="*/ 106640 w 144759"/>
                <a:gd name="connsiteY92" fmla="*/ 73337 h 236364"/>
                <a:gd name="connsiteX93" fmla="*/ 107025 w 144759"/>
                <a:gd name="connsiteY93" fmla="*/ 71762 h 236364"/>
                <a:gd name="connsiteX94" fmla="*/ 107035 w 144759"/>
                <a:gd name="connsiteY94" fmla="*/ 69710 h 236364"/>
                <a:gd name="connsiteX95" fmla="*/ 107047 w 144759"/>
                <a:gd name="connsiteY95" fmla="*/ 67489 h 236364"/>
                <a:gd name="connsiteX96" fmla="*/ 107012 w 144759"/>
                <a:gd name="connsiteY96" fmla="*/ 65152 h 236364"/>
                <a:gd name="connsiteX97" fmla="*/ 107047 w 144759"/>
                <a:gd name="connsiteY97" fmla="*/ 62815 h 236364"/>
                <a:gd name="connsiteX98" fmla="*/ 107035 w 144759"/>
                <a:gd name="connsiteY98" fmla="*/ 60594 h 236364"/>
                <a:gd name="connsiteX99" fmla="*/ 106640 w 144759"/>
                <a:gd name="connsiteY99" fmla="*/ 56966 h 236364"/>
                <a:gd name="connsiteX100" fmla="*/ 105140 w 144759"/>
                <a:gd name="connsiteY100" fmla="*/ 56482 h 236364"/>
                <a:gd name="connsiteX101" fmla="*/ 103663 w 144759"/>
                <a:gd name="connsiteY101" fmla="*/ 56222 h 236364"/>
                <a:gd name="connsiteX102" fmla="*/ 103451 w 144759"/>
                <a:gd name="connsiteY102" fmla="*/ 54385 h 236364"/>
                <a:gd name="connsiteX103" fmla="*/ 103663 w 144759"/>
                <a:gd name="connsiteY103" fmla="*/ 48037 h 236364"/>
                <a:gd name="connsiteX104" fmla="*/ 101431 w 144759"/>
                <a:gd name="connsiteY104" fmla="*/ 47293 h 236364"/>
                <a:gd name="connsiteX105" fmla="*/ 101431 w 144759"/>
                <a:gd name="connsiteY105" fmla="*/ 44316 h 236364"/>
                <a:gd name="connsiteX106" fmla="*/ 94501 w 144759"/>
                <a:gd name="connsiteY106" fmla="*/ 37386 h 236364"/>
                <a:gd name="connsiteX107" fmla="*/ 92501 w 144759"/>
                <a:gd name="connsiteY107" fmla="*/ 36875 h 236364"/>
                <a:gd name="connsiteX108" fmla="*/ 91757 w 144759"/>
                <a:gd name="connsiteY108" fmla="*/ 34642 h 236364"/>
                <a:gd name="connsiteX109" fmla="*/ 87191 w 144759"/>
                <a:gd name="connsiteY109" fmla="*/ 33988 h 236364"/>
                <a:gd name="connsiteX110" fmla="*/ 84548 w 144759"/>
                <a:gd name="connsiteY110" fmla="*/ 34224 h 236364"/>
                <a:gd name="connsiteX111" fmla="*/ 81889 w 144759"/>
                <a:gd name="connsiteY111" fmla="*/ 34453 h 236364"/>
                <a:gd name="connsiteX112" fmla="*/ 79851 w 144759"/>
                <a:gd name="connsiteY112" fmla="*/ 34642 h 236364"/>
                <a:gd name="connsiteX113" fmla="*/ 79107 w 144759"/>
                <a:gd name="connsiteY113" fmla="*/ 30921 h 236364"/>
                <a:gd name="connsiteX114" fmla="*/ 77040 w 144759"/>
                <a:gd name="connsiteY114" fmla="*/ 30474 h 236364"/>
                <a:gd name="connsiteX115" fmla="*/ 88515 w 144759"/>
                <a:gd name="connsiteY115" fmla="*/ 0 h 236364"/>
                <a:gd name="connsiteX116" fmla="*/ 90931 w 144759"/>
                <a:gd name="connsiteY116" fmla="*/ 12 h 236364"/>
                <a:gd name="connsiteX117" fmla="*/ 93039 w 144759"/>
                <a:gd name="connsiteY117" fmla="*/ 4 h 236364"/>
                <a:gd name="connsiteX118" fmla="*/ 94698 w 144759"/>
                <a:gd name="connsiteY118" fmla="*/ 370 h 236364"/>
                <a:gd name="connsiteX119" fmla="*/ 96186 w 144759"/>
                <a:gd name="connsiteY119" fmla="*/ 3347 h 236364"/>
                <a:gd name="connsiteX120" fmla="*/ 100372 w 144759"/>
                <a:gd name="connsiteY120" fmla="*/ 3533 h 236364"/>
                <a:gd name="connsiteX121" fmla="*/ 102634 w 144759"/>
                <a:gd name="connsiteY121" fmla="*/ 3452 h 236364"/>
                <a:gd name="connsiteX122" fmla="*/ 104372 w 144759"/>
                <a:gd name="connsiteY122" fmla="*/ 3347 h 236364"/>
                <a:gd name="connsiteX123" fmla="*/ 104372 w 144759"/>
                <a:gd name="connsiteY123" fmla="*/ 6323 h 236364"/>
                <a:gd name="connsiteX124" fmla="*/ 107255 w 144759"/>
                <a:gd name="connsiteY124" fmla="*/ 6510 h 236364"/>
                <a:gd name="connsiteX125" fmla="*/ 110325 w 144759"/>
                <a:gd name="connsiteY125" fmla="*/ 7068 h 236364"/>
                <a:gd name="connsiteX126" fmla="*/ 111813 w 144759"/>
                <a:gd name="connsiteY126" fmla="*/ 10044 h 236364"/>
                <a:gd name="connsiteX127" fmla="*/ 114046 w 144759"/>
                <a:gd name="connsiteY127" fmla="*/ 10788 h 236364"/>
                <a:gd name="connsiteX128" fmla="*/ 114790 w 144759"/>
                <a:gd name="connsiteY128" fmla="*/ 12323 h 236364"/>
                <a:gd name="connsiteX129" fmla="*/ 115534 w 144759"/>
                <a:gd name="connsiteY129" fmla="*/ 13765 h 236364"/>
                <a:gd name="connsiteX130" fmla="*/ 117766 w 144759"/>
                <a:gd name="connsiteY130" fmla="*/ 13765 h 236364"/>
                <a:gd name="connsiteX131" fmla="*/ 118510 w 144759"/>
                <a:gd name="connsiteY131" fmla="*/ 15997 h 236364"/>
                <a:gd name="connsiteX132" fmla="*/ 120743 w 144759"/>
                <a:gd name="connsiteY132" fmla="*/ 17486 h 236364"/>
                <a:gd name="connsiteX133" fmla="*/ 121487 w 144759"/>
                <a:gd name="connsiteY133" fmla="*/ 19718 h 236364"/>
                <a:gd name="connsiteX134" fmla="*/ 122975 w 144759"/>
                <a:gd name="connsiteY134" fmla="*/ 20462 h 236364"/>
                <a:gd name="connsiteX135" fmla="*/ 123719 w 144759"/>
                <a:gd name="connsiteY135" fmla="*/ 23439 h 236364"/>
                <a:gd name="connsiteX136" fmla="*/ 125208 w 144759"/>
                <a:gd name="connsiteY136" fmla="*/ 24183 h 236364"/>
                <a:gd name="connsiteX137" fmla="*/ 126696 w 144759"/>
                <a:gd name="connsiteY137" fmla="*/ 27904 h 236364"/>
                <a:gd name="connsiteX138" fmla="*/ 128184 w 144759"/>
                <a:gd name="connsiteY138" fmla="*/ 28648 h 236364"/>
                <a:gd name="connsiteX139" fmla="*/ 128928 w 144759"/>
                <a:gd name="connsiteY139" fmla="*/ 34601 h 236364"/>
                <a:gd name="connsiteX140" fmla="*/ 131161 w 144759"/>
                <a:gd name="connsiteY140" fmla="*/ 34601 h 236364"/>
                <a:gd name="connsiteX141" fmla="*/ 131245 w 144759"/>
                <a:gd name="connsiteY141" fmla="*/ 36202 h 236364"/>
                <a:gd name="connsiteX142" fmla="*/ 131393 w 144759"/>
                <a:gd name="connsiteY142" fmla="*/ 38275 h 236364"/>
                <a:gd name="connsiteX143" fmla="*/ 131524 w 144759"/>
                <a:gd name="connsiteY143" fmla="*/ 40342 h 236364"/>
                <a:gd name="connsiteX144" fmla="*/ 131905 w 144759"/>
                <a:gd name="connsiteY144" fmla="*/ 42042 h 236364"/>
                <a:gd name="connsiteX145" fmla="*/ 134137 w 144759"/>
                <a:gd name="connsiteY145" fmla="*/ 42786 h 236364"/>
                <a:gd name="connsiteX146" fmla="*/ 134391 w 144759"/>
                <a:gd name="connsiteY146" fmla="*/ 46355 h 236364"/>
                <a:gd name="connsiteX147" fmla="*/ 134390 w 144759"/>
                <a:gd name="connsiteY147" fmla="*/ 48657 h 236364"/>
                <a:gd name="connsiteX148" fmla="*/ 134355 w 144759"/>
                <a:gd name="connsiteY148" fmla="*/ 51161 h 236364"/>
                <a:gd name="connsiteX149" fmla="*/ 134346 w 144759"/>
                <a:gd name="connsiteY149" fmla="*/ 53710 h 236364"/>
                <a:gd name="connsiteX150" fmla="*/ 134277 w 144759"/>
                <a:gd name="connsiteY150" fmla="*/ 61808 h 236364"/>
                <a:gd name="connsiteX151" fmla="*/ 134246 w 144759"/>
                <a:gd name="connsiteY151" fmla="*/ 67283 h 236364"/>
                <a:gd name="connsiteX152" fmla="*/ 134137 w 144759"/>
                <a:gd name="connsiteY152" fmla="*/ 80738 h 236364"/>
                <a:gd name="connsiteX153" fmla="*/ 131905 w 144759"/>
                <a:gd name="connsiteY153" fmla="*/ 79993 h 236364"/>
                <a:gd name="connsiteX154" fmla="*/ 131821 w 144759"/>
                <a:gd name="connsiteY154" fmla="*/ 81758 h 236364"/>
                <a:gd name="connsiteX155" fmla="*/ 131672 w 144759"/>
                <a:gd name="connsiteY155" fmla="*/ 84040 h 236364"/>
                <a:gd name="connsiteX156" fmla="*/ 131542 w 144759"/>
                <a:gd name="connsiteY156" fmla="*/ 86316 h 236364"/>
                <a:gd name="connsiteX157" fmla="*/ 131161 w 144759"/>
                <a:gd name="connsiteY157" fmla="*/ 88179 h 236364"/>
                <a:gd name="connsiteX158" fmla="*/ 128928 w 144759"/>
                <a:gd name="connsiteY158" fmla="*/ 88923 h 236364"/>
                <a:gd name="connsiteX159" fmla="*/ 128184 w 144759"/>
                <a:gd name="connsiteY159" fmla="*/ 93388 h 236364"/>
                <a:gd name="connsiteX160" fmla="*/ 126696 w 144759"/>
                <a:gd name="connsiteY160" fmla="*/ 94132 h 236364"/>
                <a:gd name="connsiteX161" fmla="*/ 125580 w 144759"/>
                <a:gd name="connsiteY161" fmla="*/ 96411 h 236364"/>
                <a:gd name="connsiteX162" fmla="*/ 124464 w 144759"/>
                <a:gd name="connsiteY162" fmla="*/ 98597 h 236364"/>
                <a:gd name="connsiteX163" fmla="*/ 122975 w 144759"/>
                <a:gd name="connsiteY163" fmla="*/ 98597 h 236364"/>
                <a:gd name="connsiteX164" fmla="*/ 122231 w 144759"/>
                <a:gd name="connsiteY164" fmla="*/ 100457 h 236364"/>
                <a:gd name="connsiteX165" fmla="*/ 121487 w 144759"/>
                <a:gd name="connsiteY165" fmla="*/ 102318 h 236364"/>
                <a:gd name="connsiteX166" fmla="*/ 119999 w 144759"/>
                <a:gd name="connsiteY166" fmla="*/ 102318 h 236364"/>
                <a:gd name="connsiteX167" fmla="*/ 119301 w 144759"/>
                <a:gd name="connsiteY167" fmla="*/ 104085 h 236364"/>
                <a:gd name="connsiteX168" fmla="*/ 116278 w 144759"/>
                <a:gd name="connsiteY168" fmla="*/ 107527 h 236364"/>
                <a:gd name="connsiteX169" fmla="*/ 114790 w 144759"/>
                <a:gd name="connsiteY169" fmla="*/ 109759 h 236364"/>
                <a:gd name="connsiteX170" fmla="*/ 111813 w 144759"/>
                <a:gd name="connsiteY170" fmla="*/ 109015 h 236364"/>
                <a:gd name="connsiteX171" fmla="*/ 115534 w 144759"/>
                <a:gd name="connsiteY171" fmla="*/ 112736 h 236364"/>
                <a:gd name="connsiteX172" fmla="*/ 119255 w 144759"/>
                <a:gd name="connsiteY172" fmla="*/ 112736 h 236364"/>
                <a:gd name="connsiteX173" fmla="*/ 119580 w 144759"/>
                <a:gd name="connsiteY173" fmla="*/ 114177 h 236364"/>
                <a:gd name="connsiteX174" fmla="*/ 119999 w 144759"/>
                <a:gd name="connsiteY174" fmla="*/ 115712 h 236364"/>
                <a:gd name="connsiteX175" fmla="*/ 124464 w 144759"/>
                <a:gd name="connsiteY175" fmla="*/ 116456 h 236364"/>
                <a:gd name="connsiteX176" fmla="*/ 125952 w 144759"/>
                <a:gd name="connsiteY176" fmla="*/ 119433 h 236364"/>
                <a:gd name="connsiteX177" fmla="*/ 128184 w 144759"/>
                <a:gd name="connsiteY177" fmla="*/ 121665 h 236364"/>
                <a:gd name="connsiteX178" fmla="*/ 131161 w 144759"/>
                <a:gd name="connsiteY178" fmla="*/ 125386 h 236364"/>
                <a:gd name="connsiteX179" fmla="*/ 132370 w 144759"/>
                <a:gd name="connsiteY179" fmla="*/ 126549 h 236364"/>
                <a:gd name="connsiteX180" fmla="*/ 134882 w 144759"/>
                <a:gd name="connsiteY180" fmla="*/ 130595 h 236364"/>
                <a:gd name="connsiteX181" fmla="*/ 136370 w 144759"/>
                <a:gd name="connsiteY181" fmla="*/ 131339 h 236364"/>
                <a:gd name="connsiteX182" fmla="*/ 137114 w 144759"/>
                <a:gd name="connsiteY182" fmla="*/ 137292 h 236364"/>
                <a:gd name="connsiteX183" fmla="*/ 139346 w 144759"/>
                <a:gd name="connsiteY183" fmla="*/ 137292 h 236364"/>
                <a:gd name="connsiteX184" fmla="*/ 139710 w 144759"/>
                <a:gd name="connsiteY184" fmla="*/ 141870 h 236364"/>
                <a:gd name="connsiteX185" fmla="*/ 140091 w 144759"/>
                <a:gd name="connsiteY185" fmla="*/ 143245 h 236364"/>
                <a:gd name="connsiteX186" fmla="*/ 142323 w 144759"/>
                <a:gd name="connsiteY186" fmla="*/ 143989 h 236364"/>
                <a:gd name="connsiteX187" fmla="*/ 142742 w 144759"/>
                <a:gd name="connsiteY187" fmla="*/ 149943 h 236364"/>
                <a:gd name="connsiteX188" fmla="*/ 143067 w 144759"/>
                <a:gd name="connsiteY188" fmla="*/ 155896 h 236364"/>
                <a:gd name="connsiteX189" fmla="*/ 144555 w 144759"/>
                <a:gd name="connsiteY189" fmla="*/ 156640 h 236364"/>
                <a:gd name="connsiteX190" fmla="*/ 144753 w 144759"/>
                <a:gd name="connsiteY190" fmla="*/ 161407 h 236364"/>
                <a:gd name="connsiteX191" fmla="*/ 144759 w 144759"/>
                <a:gd name="connsiteY191" fmla="*/ 164340 h 236364"/>
                <a:gd name="connsiteX192" fmla="*/ 144749 w 144759"/>
                <a:gd name="connsiteY192" fmla="*/ 165875 h 236364"/>
                <a:gd name="connsiteX193" fmla="*/ 144759 w 144759"/>
                <a:gd name="connsiteY193" fmla="*/ 170520 h 236364"/>
                <a:gd name="connsiteX194" fmla="*/ 144753 w 144759"/>
                <a:gd name="connsiteY194" fmla="*/ 173453 h 236364"/>
                <a:gd name="connsiteX195" fmla="*/ 144748 w 144759"/>
                <a:gd name="connsiteY195" fmla="*/ 176166 h 236364"/>
                <a:gd name="connsiteX196" fmla="*/ 144555 w 144759"/>
                <a:gd name="connsiteY196" fmla="*/ 178220 h 236364"/>
                <a:gd name="connsiteX197" fmla="*/ 143067 w 144759"/>
                <a:gd name="connsiteY197" fmla="*/ 178964 h 236364"/>
                <a:gd name="connsiteX198" fmla="*/ 142711 w 144759"/>
                <a:gd name="connsiteY198" fmla="*/ 186609 h 236364"/>
                <a:gd name="connsiteX199" fmla="*/ 142323 w 144759"/>
                <a:gd name="connsiteY199" fmla="*/ 190870 h 236364"/>
                <a:gd name="connsiteX200" fmla="*/ 140091 w 144759"/>
                <a:gd name="connsiteY200" fmla="*/ 191614 h 236364"/>
                <a:gd name="connsiteX201" fmla="*/ 139579 w 144759"/>
                <a:gd name="connsiteY201" fmla="*/ 195754 h 236364"/>
                <a:gd name="connsiteX202" fmla="*/ 139431 w 144759"/>
                <a:gd name="connsiteY202" fmla="*/ 198036 h 236364"/>
                <a:gd name="connsiteX203" fmla="*/ 139346 w 144759"/>
                <a:gd name="connsiteY203" fmla="*/ 199800 h 236364"/>
                <a:gd name="connsiteX204" fmla="*/ 137114 w 144759"/>
                <a:gd name="connsiteY204" fmla="*/ 199800 h 236364"/>
                <a:gd name="connsiteX205" fmla="*/ 136835 w 144759"/>
                <a:gd name="connsiteY205" fmla="*/ 202730 h 236364"/>
                <a:gd name="connsiteX206" fmla="*/ 136370 w 144759"/>
                <a:gd name="connsiteY206" fmla="*/ 205753 h 236364"/>
                <a:gd name="connsiteX207" fmla="*/ 134882 w 144759"/>
                <a:gd name="connsiteY207" fmla="*/ 206497 h 236364"/>
                <a:gd name="connsiteX208" fmla="*/ 134184 w 144759"/>
                <a:gd name="connsiteY208" fmla="*/ 208637 h 236364"/>
                <a:gd name="connsiteX209" fmla="*/ 131161 w 144759"/>
                <a:gd name="connsiteY209" fmla="*/ 213195 h 236364"/>
                <a:gd name="connsiteX210" fmla="*/ 127106 w 144759"/>
                <a:gd name="connsiteY210" fmla="*/ 218287 h 236364"/>
                <a:gd name="connsiteX211" fmla="*/ 125952 w 144759"/>
                <a:gd name="connsiteY211" fmla="*/ 219706 h 236364"/>
                <a:gd name="connsiteX212" fmla="*/ 124882 w 144759"/>
                <a:gd name="connsiteY212" fmla="*/ 221043 h 236364"/>
                <a:gd name="connsiteX213" fmla="*/ 120743 w 144759"/>
                <a:gd name="connsiteY213" fmla="*/ 222868 h 236364"/>
                <a:gd name="connsiteX214" fmla="*/ 120371 w 144759"/>
                <a:gd name="connsiteY214" fmla="*/ 224357 h 236364"/>
                <a:gd name="connsiteX215" fmla="*/ 119999 w 144759"/>
                <a:gd name="connsiteY215" fmla="*/ 225845 h 236364"/>
                <a:gd name="connsiteX216" fmla="*/ 117022 w 144759"/>
                <a:gd name="connsiteY216" fmla="*/ 226589 h 236364"/>
                <a:gd name="connsiteX217" fmla="*/ 116278 w 144759"/>
                <a:gd name="connsiteY217" fmla="*/ 228821 h 236364"/>
                <a:gd name="connsiteX218" fmla="*/ 112511 w 144759"/>
                <a:gd name="connsiteY218" fmla="*/ 228961 h 236364"/>
                <a:gd name="connsiteX219" fmla="*/ 110438 w 144759"/>
                <a:gd name="connsiteY219" fmla="*/ 228900 h 236364"/>
                <a:gd name="connsiteX220" fmla="*/ 108837 w 144759"/>
                <a:gd name="connsiteY220" fmla="*/ 228821 h 236364"/>
                <a:gd name="connsiteX221" fmla="*/ 108837 w 144759"/>
                <a:gd name="connsiteY221" fmla="*/ 232542 h 236364"/>
                <a:gd name="connsiteX222" fmla="*/ 106584 w 144759"/>
                <a:gd name="connsiteY222" fmla="*/ 232438 h 236364"/>
                <a:gd name="connsiteX223" fmla="*/ 103674 w 144759"/>
                <a:gd name="connsiteY223" fmla="*/ 232356 h 236364"/>
                <a:gd name="connsiteX224" fmla="*/ 100770 w 144759"/>
                <a:gd name="connsiteY224" fmla="*/ 232252 h 236364"/>
                <a:gd name="connsiteX225" fmla="*/ 98419 w 144759"/>
                <a:gd name="connsiteY225" fmla="*/ 232542 h 236364"/>
                <a:gd name="connsiteX226" fmla="*/ 98123 w 144759"/>
                <a:gd name="connsiteY226" fmla="*/ 234014 h 236364"/>
                <a:gd name="connsiteX227" fmla="*/ 97675 w 144759"/>
                <a:gd name="connsiteY227" fmla="*/ 235519 h 236364"/>
                <a:gd name="connsiteX228" fmla="*/ 94096 w 144759"/>
                <a:gd name="connsiteY228" fmla="*/ 236071 h 236364"/>
                <a:gd name="connsiteX229" fmla="*/ 91838 w 144759"/>
                <a:gd name="connsiteY229" fmla="*/ 236195 h 236364"/>
                <a:gd name="connsiteX230" fmla="*/ 80523 w 144759"/>
                <a:gd name="connsiteY230" fmla="*/ 236359 h 236364"/>
                <a:gd name="connsiteX231" fmla="*/ 77931 w 144759"/>
                <a:gd name="connsiteY231" fmla="*/ 236363 h 236364"/>
                <a:gd name="connsiteX232" fmla="*/ 69534 w 144759"/>
                <a:gd name="connsiteY232" fmla="*/ 236362 h 236364"/>
                <a:gd name="connsiteX233" fmla="*/ 63674 w 144759"/>
                <a:gd name="connsiteY233" fmla="*/ 236364 h 236364"/>
                <a:gd name="connsiteX234" fmla="*/ 51437 w 144759"/>
                <a:gd name="connsiteY234" fmla="*/ 236360 h 236364"/>
                <a:gd name="connsiteX235" fmla="*/ 37289 w 144759"/>
                <a:gd name="connsiteY235" fmla="*/ 236361 h 236364"/>
                <a:gd name="connsiteX236" fmla="*/ 23647 w 144759"/>
                <a:gd name="connsiteY236" fmla="*/ 236362 h 236364"/>
                <a:gd name="connsiteX237" fmla="*/ 17849 w 144759"/>
                <a:gd name="connsiteY237" fmla="*/ 236364 h 236364"/>
                <a:gd name="connsiteX238" fmla="*/ 9780 w 144759"/>
                <a:gd name="connsiteY238" fmla="*/ 236359 h 236364"/>
                <a:gd name="connsiteX239" fmla="*/ 7347 w 144759"/>
                <a:gd name="connsiteY239" fmla="*/ 236364 h 236364"/>
                <a:gd name="connsiteX240" fmla="*/ 5138 w 144759"/>
                <a:gd name="connsiteY240" fmla="*/ 236357 h 236364"/>
                <a:gd name="connsiteX241" fmla="*/ 3212 w 144759"/>
                <a:gd name="connsiteY241" fmla="*/ 236357 h 236364"/>
                <a:gd name="connsiteX242" fmla="*/ 192 w 144759"/>
                <a:gd name="connsiteY242" fmla="*/ 235519 h 236364"/>
                <a:gd name="connsiteX243" fmla="*/ 9 w 144759"/>
                <a:gd name="connsiteY243" fmla="*/ 231755 h 236364"/>
                <a:gd name="connsiteX244" fmla="*/ 0 w 144759"/>
                <a:gd name="connsiteY244" fmla="*/ 229268 h 236364"/>
                <a:gd name="connsiteX245" fmla="*/ 13 w 144759"/>
                <a:gd name="connsiteY245" fmla="*/ 226502 h 236364"/>
                <a:gd name="connsiteX246" fmla="*/ 9 w 144759"/>
                <a:gd name="connsiteY246" fmla="*/ 223590 h 236364"/>
                <a:gd name="connsiteX247" fmla="*/ 19 w 144759"/>
                <a:gd name="connsiteY247" fmla="*/ 215552 h 236364"/>
                <a:gd name="connsiteX248" fmla="*/ 22 w 144759"/>
                <a:gd name="connsiteY248" fmla="*/ 206898 h 236364"/>
                <a:gd name="connsiteX249" fmla="*/ 35 w 144759"/>
                <a:gd name="connsiteY249" fmla="*/ 191892 h 236364"/>
                <a:gd name="connsiteX250" fmla="*/ 53 w 144759"/>
                <a:gd name="connsiteY250" fmla="*/ 170195 h 236364"/>
                <a:gd name="connsiteX251" fmla="*/ 80 w 144759"/>
                <a:gd name="connsiteY251" fmla="*/ 134996 h 236364"/>
                <a:gd name="connsiteX252" fmla="*/ 110 w 144759"/>
                <a:gd name="connsiteY252" fmla="*/ 100796 h 236364"/>
                <a:gd name="connsiteX253" fmla="*/ 112 w 144759"/>
                <a:gd name="connsiteY253" fmla="*/ 98668 h 236364"/>
                <a:gd name="connsiteX254" fmla="*/ 117 w 144759"/>
                <a:gd name="connsiteY254" fmla="*/ 88100 h 236364"/>
                <a:gd name="connsiteX255" fmla="*/ 192 w 144759"/>
                <a:gd name="connsiteY255" fmla="*/ 370 h 236364"/>
                <a:gd name="connsiteX256" fmla="*/ 37081 w 144759"/>
                <a:gd name="connsiteY256" fmla="*/ 216 h 236364"/>
                <a:gd name="connsiteX257" fmla="*/ 54208 w 144759"/>
                <a:gd name="connsiteY257" fmla="*/ 146 h 236364"/>
                <a:gd name="connsiteX258" fmla="*/ 69133 w 144759"/>
                <a:gd name="connsiteY258" fmla="*/ 90 h 236364"/>
                <a:gd name="connsiteX259" fmla="*/ 77039 w 144759"/>
                <a:gd name="connsiteY259" fmla="*/ 56 h 236364"/>
                <a:gd name="connsiteX260" fmla="*/ 85854 w 144759"/>
                <a:gd name="connsiteY260" fmla="*/ 32 h 236364"/>
                <a:gd name="connsiteX261" fmla="*/ 88515 w 144759"/>
                <a:gd name="connsiteY261"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144759" h="236364">
                  <a:moveTo>
                    <a:pt x="79903" y="129578"/>
                  </a:moveTo>
                  <a:cubicBezTo>
                    <a:pt x="78897" y="129587"/>
                    <a:pt x="77920" y="129595"/>
                    <a:pt x="76943" y="129603"/>
                  </a:cubicBezTo>
                  <a:cubicBezTo>
                    <a:pt x="75230" y="129601"/>
                    <a:pt x="73519" y="129605"/>
                    <a:pt x="71806" y="129632"/>
                  </a:cubicBezTo>
                  <a:cubicBezTo>
                    <a:pt x="70579" y="129652"/>
                    <a:pt x="69352" y="129666"/>
                    <a:pt x="68125" y="129672"/>
                  </a:cubicBezTo>
                  <a:cubicBezTo>
                    <a:pt x="64917" y="129682"/>
                    <a:pt x="61708" y="129704"/>
                    <a:pt x="58500" y="129745"/>
                  </a:cubicBezTo>
                  <a:cubicBezTo>
                    <a:pt x="55172" y="129787"/>
                    <a:pt x="51845" y="129813"/>
                    <a:pt x="48517" y="129833"/>
                  </a:cubicBezTo>
                  <a:cubicBezTo>
                    <a:pt x="41350" y="129873"/>
                    <a:pt x="34183" y="129939"/>
                    <a:pt x="27016" y="130025"/>
                  </a:cubicBezTo>
                  <a:cubicBezTo>
                    <a:pt x="27001" y="138919"/>
                    <a:pt x="26988" y="147812"/>
                    <a:pt x="26980" y="156705"/>
                  </a:cubicBezTo>
                  <a:cubicBezTo>
                    <a:pt x="26976" y="161234"/>
                    <a:pt x="26973" y="165763"/>
                    <a:pt x="26965" y="170292"/>
                  </a:cubicBezTo>
                  <a:cubicBezTo>
                    <a:pt x="26957" y="174734"/>
                    <a:pt x="26950" y="179176"/>
                    <a:pt x="26947" y="183618"/>
                  </a:cubicBezTo>
                  <a:cubicBezTo>
                    <a:pt x="26946" y="185302"/>
                    <a:pt x="26945" y="186986"/>
                    <a:pt x="26944" y="188670"/>
                  </a:cubicBezTo>
                  <a:cubicBezTo>
                    <a:pt x="26938" y="191106"/>
                    <a:pt x="26932" y="193542"/>
                    <a:pt x="26932" y="195978"/>
                  </a:cubicBezTo>
                  <a:cubicBezTo>
                    <a:pt x="26932" y="196734"/>
                    <a:pt x="26932" y="197467"/>
                    <a:pt x="26932" y="198200"/>
                  </a:cubicBezTo>
                  <a:cubicBezTo>
                    <a:pt x="26929" y="198921"/>
                    <a:pt x="26927" y="199621"/>
                    <a:pt x="26924" y="200321"/>
                  </a:cubicBezTo>
                  <a:cubicBezTo>
                    <a:pt x="26927" y="202256"/>
                    <a:pt x="26307" y="204474"/>
                    <a:pt x="27761" y="205928"/>
                  </a:cubicBezTo>
                  <a:cubicBezTo>
                    <a:pt x="29019" y="205961"/>
                    <a:pt x="30278" y="205987"/>
                    <a:pt x="31537" y="205973"/>
                  </a:cubicBezTo>
                  <a:cubicBezTo>
                    <a:pt x="32093" y="205963"/>
                    <a:pt x="32633" y="205954"/>
                    <a:pt x="33173" y="205944"/>
                  </a:cubicBezTo>
                  <a:cubicBezTo>
                    <a:pt x="34978" y="205921"/>
                    <a:pt x="36783" y="205897"/>
                    <a:pt x="38589" y="205869"/>
                  </a:cubicBezTo>
                  <a:cubicBezTo>
                    <a:pt x="39882" y="205848"/>
                    <a:pt x="41175" y="205829"/>
                    <a:pt x="42469" y="205811"/>
                  </a:cubicBezTo>
                  <a:cubicBezTo>
                    <a:pt x="45851" y="205765"/>
                    <a:pt x="49233" y="205717"/>
                    <a:pt x="52615" y="205666"/>
                  </a:cubicBezTo>
                  <a:cubicBezTo>
                    <a:pt x="56123" y="205612"/>
                    <a:pt x="59631" y="205562"/>
                    <a:pt x="63138" y="205513"/>
                  </a:cubicBezTo>
                  <a:cubicBezTo>
                    <a:pt x="70694" y="205408"/>
                    <a:pt x="78249" y="205298"/>
                    <a:pt x="85804" y="205184"/>
                  </a:cubicBezTo>
                  <a:cubicBezTo>
                    <a:pt x="85804" y="204172"/>
                    <a:pt x="85804" y="203189"/>
                    <a:pt x="85804" y="202207"/>
                  </a:cubicBezTo>
                  <a:cubicBezTo>
                    <a:pt x="86569" y="202252"/>
                    <a:pt x="87313" y="202295"/>
                    <a:pt x="88056" y="202338"/>
                  </a:cubicBezTo>
                  <a:cubicBezTo>
                    <a:pt x="89046" y="202372"/>
                    <a:pt x="90006" y="202406"/>
                    <a:pt x="90966" y="202440"/>
                  </a:cubicBezTo>
                  <a:cubicBezTo>
                    <a:pt x="93870" y="202570"/>
                    <a:pt x="93870" y="202570"/>
                    <a:pt x="96221" y="202207"/>
                  </a:cubicBezTo>
                  <a:cubicBezTo>
                    <a:pt x="96412" y="201574"/>
                    <a:pt x="96597" y="200959"/>
                    <a:pt x="96783" y="200344"/>
                  </a:cubicBezTo>
                  <a:cubicBezTo>
                    <a:pt x="96845" y="199712"/>
                    <a:pt x="96905" y="199099"/>
                    <a:pt x="96966" y="198486"/>
                  </a:cubicBezTo>
                  <a:cubicBezTo>
                    <a:pt x="97725" y="198423"/>
                    <a:pt x="98461" y="198362"/>
                    <a:pt x="99198" y="198300"/>
                  </a:cubicBezTo>
                  <a:cubicBezTo>
                    <a:pt x="99957" y="198364"/>
                    <a:pt x="100694" y="198425"/>
                    <a:pt x="101430" y="198486"/>
                  </a:cubicBezTo>
                  <a:cubicBezTo>
                    <a:pt x="101683" y="198233"/>
                    <a:pt x="101929" y="197988"/>
                    <a:pt x="102175" y="197742"/>
                  </a:cubicBezTo>
                  <a:cubicBezTo>
                    <a:pt x="104392" y="195752"/>
                    <a:pt x="105747" y="194449"/>
                    <a:pt x="106732" y="191603"/>
                  </a:cubicBezTo>
                  <a:cubicBezTo>
                    <a:pt x="106954" y="190907"/>
                    <a:pt x="107169" y="190232"/>
                    <a:pt x="107384" y="189557"/>
                  </a:cubicBezTo>
                  <a:cubicBezTo>
                    <a:pt x="108511" y="189181"/>
                    <a:pt x="108511" y="189181"/>
                    <a:pt x="109616" y="188813"/>
                  </a:cubicBezTo>
                  <a:cubicBezTo>
                    <a:pt x="109686" y="187662"/>
                    <a:pt x="109686" y="187662"/>
                    <a:pt x="109756" y="186534"/>
                  </a:cubicBezTo>
                  <a:cubicBezTo>
                    <a:pt x="109708" y="185790"/>
                    <a:pt x="109662" y="185069"/>
                    <a:pt x="109616" y="184348"/>
                  </a:cubicBezTo>
                  <a:cubicBezTo>
                    <a:pt x="110375" y="184348"/>
                    <a:pt x="111112" y="184348"/>
                    <a:pt x="111848" y="184348"/>
                  </a:cubicBezTo>
                  <a:cubicBezTo>
                    <a:pt x="112480" y="182379"/>
                    <a:pt x="112595" y="180570"/>
                    <a:pt x="112673" y="178507"/>
                  </a:cubicBezTo>
                  <a:cubicBezTo>
                    <a:pt x="112667" y="177722"/>
                    <a:pt x="112660" y="176959"/>
                    <a:pt x="112654" y="176197"/>
                  </a:cubicBezTo>
                  <a:cubicBezTo>
                    <a:pt x="112646" y="175321"/>
                    <a:pt x="112639" y="174471"/>
                    <a:pt x="112632" y="173620"/>
                  </a:cubicBezTo>
                  <a:cubicBezTo>
                    <a:pt x="112619" y="172713"/>
                    <a:pt x="112606" y="171833"/>
                    <a:pt x="112593" y="170953"/>
                  </a:cubicBezTo>
                  <a:cubicBezTo>
                    <a:pt x="112556" y="168389"/>
                    <a:pt x="112509" y="165826"/>
                    <a:pt x="112437" y="163262"/>
                  </a:cubicBezTo>
                  <a:cubicBezTo>
                    <a:pt x="112411" y="162398"/>
                    <a:pt x="112385" y="161560"/>
                    <a:pt x="112360" y="160721"/>
                  </a:cubicBezTo>
                  <a:cubicBezTo>
                    <a:pt x="112343" y="159822"/>
                    <a:pt x="112326" y="158949"/>
                    <a:pt x="112309" y="158076"/>
                  </a:cubicBezTo>
                  <a:cubicBezTo>
                    <a:pt x="112282" y="157224"/>
                    <a:pt x="112256" y="156397"/>
                    <a:pt x="112229" y="155570"/>
                  </a:cubicBezTo>
                  <a:cubicBezTo>
                    <a:pt x="112170" y="153313"/>
                    <a:pt x="112170" y="153313"/>
                    <a:pt x="111848" y="151606"/>
                  </a:cubicBezTo>
                  <a:cubicBezTo>
                    <a:pt x="110721" y="151230"/>
                    <a:pt x="110721" y="151230"/>
                    <a:pt x="109616" y="150861"/>
                  </a:cubicBezTo>
                  <a:cubicBezTo>
                    <a:pt x="109610" y="149997"/>
                    <a:pt x="109610" y="149997"/>
                    <a:pt x="109604" y="149149"/>
                  </a:cubicBezTo>
                  <a:cubicBezTo>
                    <a:pt x="109616" y="147141"/>
                    <a:pt x="109616" y="147141"/>
                    <a:pt x="108744" y="145527"/>
                  </a:cubicBezTo>
                  <a:cubicBezTo>
                    <a:pt x="108345" y="145016"/>
                    <a:pt x="107957" y="144521"/>
                    <a:pt x="107570" y="144025"/>
                  </a:cubicBezTo>
                  <a:cubicBezTo>
                    <a:pt x="106419" y="142504"/>
                    <a:pt x="106419" y="142504"/>
                    <a:pt x="105151" y="141188"/>
                  </a:cubicBezTo>
                  <a:cubicBezTo>
                    <a:pt x="104150" y="140710"/>
                    <a:pt x="103155" y="140217"/>
                    <a:pt x="102175" y="139699"/>
                  </a:cubicBezTo>
                  <a:cubicBezTo>
                    <a:pt x="102175" y="138940"/>
                    <a:pt x="102175" y="138204"/>
                    <a:pt x="102175" y="137467"/>
                  </a:cubicBezTo>
                  <a:cubicBezTo>
                    <a:pt x="101305" y="137214"/>
                    <a:pt x="100461" y="136968"/>
                    <a:pt x="99617" y="136723"/>
                  </a:cubicBezTo>
                  <a:cubicBezTo>
                    <a:pt x="98278" y="136347"/>
                    <a:pt x="98278" y="136347"/>
                    <a:pt x="96966" y="135979"/>
                  </a:cubicBezTo>
                  <a:cubicBezTo>
                    <a:pt x="96590" y="134851"/>
                    <a:pt x="96590" y="134851"/>
                    <a:pt x="96221" y="133746"/>
                  </a:cubicBezTo>
                  <a:cubicBezTo>
                    <a:pt x="95779" y="133680"/>
                    <a:pt x="95349" y="133616"/>
                    <a:pt x="94919" y="133552"/>
                  </a:cubicBezTo>
                  <a:cubicBezTo>
                    <a:pt x="94350" y="133588"/>
                    <a:pt x="93797" y="133624"/>
                    <a:pt x="93245" y="133659"/>
                  </a:cubicBezTo>
                  <a:cubicBezTo>
                    <a:pt x="92004" y="133709"/>
                    <a:pt x="90764" y="133769"/>
                    <a:pt x="89524" y="133839"/>
                  </a:cubicBezTo>
                  <a:cubicBezTo>
                    <a:pt x="88876" y="133882"/>
                    <a:pt x="88247" y="133923"/>
                    <a:pt x="87617" y="133964"/>
                  </a:cubicBezTo>
                  <a:cubicBezTo>
                    <a:pt x="87001" y="133987"/>
                    <a:pt x="86402" y="134009"/>
                    <a:pt x="85804" y="134031"/>
                  </a:cubicBezTo>
                  <a:cubicBezTo>
                    <a:pt x="84171" y="134227"/>
                    <a:pt x="84171" y="134227"/>
                    <a:pt x="82827" y="133746"/>
                  </a:cubicBezTo>
                  <a:cubicBezTo>
                    <a:pt x="82695" y="131888"/>
                    <a:pt x="82695" y="131888"/>
                    <a:pt x="82083" y="130025"/>
                  </a:cubicBezTo>
                  <a:cubicBezTo>
                    <a:pt x="81342" y="129873"/>
                    <a:pt x="80622" y="129726"/>
                    <a:pt x="79903" y="129578"/>
                  </a:cubicBezTo>
                  <a:close/>
                  <a:moveTo>
                    <a:pt x="77040" y="30474"/>
                  </a:moveTo>
                  <a:cubicBezTo>
                    <a:pt x="76088" y="30483"/>
                    <a:pt x="75164" y="30491"/>
                    <a:pt x="74241" y="30499"/>
                  </a:cubicBezTo>
                  <a:cubicBezTo>
                    <a:pt x="72604" y="30498"/>
                    <a:pt x="70968" y="30502"/>
                    <a:pt x="69331" y="30529"/>
                  </a:cubicBezTo>
                  <a:cubicBezTo>
                    <a:pt x="68249" y="30547"/>
                    <a:pt x="67166" y="30561"/>
                    <a:pt x="66083" y="30566"/>
                  </a:cubicBezTo>
                  <a:cubicBezTo>
                    <a:pt x="64539" y="30569"/>
                    <a:pt x="64539" y="30569"/>
                    <a:pt x="61236" y="30586"/>
                  </a:cubicBezTo>
                  <a:cubicBezTo>
                    <a:pt x="58441" y="30621"/>
                    <a:pt x="55728" y="30655"/>
                    <a:pt x="53015" y="30689"/>
                  </a:cubicBezTo>
                  <a:cubicBezTo>
                    <a:pt x="44176" y="30768"/>
                    <a:pt x="35596" y="30845"/>
                    <a:pt x="27017" y="30921"/>
                  </a:cubicBezTo>
                  <a:cubicBezTo>
                    <a:pt x="27017" y="54198"/>
                    <a:pt x="27017" y="76790"/>
                    <a:pt x="27017" y="99382"/>
                  </a:cubicBezTo>
                  <a:cubicBezTo>
                    <a:pt x="35983" y="99461"/>
                    <a:pt x="44685" y="99538"/>
                    <a:pt x="53387" y="99615"/>
                  </a:cubicBezTo>
                  <a:cubicBezTo>
                    <a:pt x="57284" y="99663"/>
                    <a:pt x="61180" y="99715"/>
                    <a:pt x="65076" y="99734"/>
                  </a:cubicBezTo>
                  <a:cubicBezTo>
                    <a:pt x="66124" y="99736"/>
                    <a:pt x="67173" y="99740"/>
                    <a:pt x="68221" y="99746"/>
                  </a:cubicBezTo>
                  <a:cubicBezTo>
                    <a:pt x="69924" y="99775"/>
                    <a:pt x="71626" y="99803"/>
                    <a:pt x="73329" y="99806"/>
                  </a:cubicBezTo>
                  <a:cubicBezTo>
                    <a:pt x="74131" y="99805"/>
                    <a:pt x="74131" y="99805"/>
                    <a:pt x="74917" y="99805"/>
                  </a:cubicBezTo>
                  <a:cubicBezTo>
                    <a:pt x="77756" y="99830"/>
                    <a:pt x="77756" y="99830"/>
                    <a:pt x="79851" y="99382"/>
                  </a:cubicBezTo>
                  <a:cubicBezTo>
                    <a:pt x="80082" y="98741"/>
                    <a:pt x="80307" y="98118"/>
                    <a:pt x="80531" y="97496"/>
                  </a:cubicBezTo>
                  <a:cubicBezTo>
                    <a:pt x="80553" y="96872"/>
                    <a:pt x="80574" y="96267"/>
                    <a:pt x="80595" y="95662"/>
                  </a:cubicBezTo>
                  <a:cubicBezTo>
                    <a:pt x="81177" y="95726"/>
                    <a:pt x="81742" y="95788"/>
                    <a:pt x="82307" y="95851"/>
                  </a:cubicBezTo>
                  <a:cubicBezTo>
                    <a:pt x="83069" y="95929"/>
                    <a:pt x="83809" y="96004"/>
                    <a:pt x="84548" y="96080"/>
                  </a:cubicBezTo>
                  <a:cubicBezTo>
                    <a:pt x="87108" y="96351"/>
                    <a:pt x="88549" y="96483"/>
                    <a:pt x="91013" y="95662"/>
                  </a:cubicBezTo>
                  <a:cubicBezTo>
                    <a:pt x="91197" y="94119"/>
                    <a:pt x="91197" y="94119"/>
                    <a:pt x="91757" y="92685"/>
                  </a:cubicBezTo>
                  <a:cubicBezTo>
                    <a:pt x="93804" y="92778"/>
                    <a:pt x="93804" y="92778"/>
                    <a:pt x="96222" y="92685"/>
                  </a:cubicBezTo>
                  <a:cubicBezTo>
                    <a:pt x="98477" y="90483"/>
                    <a:pt x="99725" y="88648"/>
                    <a:pt x="101152" y="85848"/>
                  </a:cubicBezTo>
                  <a:cubicBezTo>
                    <a:pt x="101500" y="85137"/>
                    <a:pt x="101838" y="84446"/>
                    <a:pt x="102175" y="83755"/>
                  </a:cubicBezTo>
                  <a:cubicBezTo>
                    <a:pt x="102581" y="83413"/>
                    <a:pt x="102976" y="83082"/>
                    <a:pt x="103370" y="82750"/>
                  </a:cubicBezTo>
                  <a:cubicBezTo>
                    <a:pt x="104408" y="81523"/>
                    <a:pt x="104408" y="81523"/>
                    <a:pt x="104463" y="79677"/>
                  </a:cubicBezTo>
                  <a:cubicBezTo>
                    <a:pt x="104365" y="78992"/>
                    <a:pt x="104270" y="78328"/>
                    <a:pt x="104175" y="77663"/>
                  </a:cubicBezTo>
                  <a:cubicBezTo>
                    <a:pt x="104083" y="76972"/>
                    <a:pt x="103994" y="76301"/>
                    <a:pt x="103905" y="75631"/>
                  </a:cubicBezTo>
                  <a:cubicBezTo>
                    <a:pt x="103783" y="74848"/>
                    <a:pt x="103783" y="74848"/>
                    <a:pt x="103663" y="74082"/>
                  </a:cubicBezTo>
                  <a:cubicBezTo>
                    <a:pt x="105127" y="73936"/>
                    <a:pt x="105127" y="73936"/>
                    <a:pt x="106640" y="73337"/>
                  </a:cubicBezTo>
                  <a:cubicBezTo>
                    <a:pt x="106771" y="72802"/>
                    <a:pt x="106898" y="72282"/>
                    <a:pt x="107025" y="71762"/>
                  </a:cubicBezTo>
                  <a:cubicBezTo>
                    <a:pt x="107029" y="71064"/>
                    <a:pt x="107032" y="70387"/>
                    <a:pt x="107035" y="69710"/>
                  </a:cubicBezTo>
                  <a:cubicBezTo>
                    <a:pt x="107039" y="68955"/>
                    <a:pt x="107043" y="68222"/>
                    <a:pt x="107047" y="67489"/>
                  </a:cubicBezTo>
                  <a:cubicBezTo>
                    <a:pt x="107029" y="66309"/>
                    <a:pt x="107029" y="66309"/>
                    <a:pt x="107012" y="65152"/>
                  </a:cubicBezTo>
                  <a:cubicBezTo>
                    <a:pt x="107024" y="64357"/>
                    <a:pt x="107035" y="63586"/>
                    <a:pt x="107047" y="62815"/>
                  </a:cubicBezTo>
                  <a:cubicBezTo>
                    <a:pt x="107041" y="61693"/>
                    <a:pt x="107041" y="61693"/>
                    <a:pt x="107035" y="60594"/>
                  </a:cubicBezTo>
                  <a:cubicBezTo>
                    <a:pt x="107025" y="58542"/>
                    <a:pt x="107025" y="58542"/>
                    <a:pt x="106640" y="56966"/>
                  </a:cubicBezTo>
                  <a:cubicBezTo>
                    <a:pt x="106130" y="56802"/>
                    <a:pt x="105635" y="56642"/>
                    <a:pt x="105140" y="56482"/>
                  </a:cubicBezTo>
                  <a:cubicBezTo>
                    <a:pt x="104638" y="56394"/>
                    <a:pt x="104151" y="56308"/>
                    <a:pt x="103663" y="56222"/>
                  </a:cubicBezTo>
                  <a:cubicBezTo>
                    <a:pt x="103591" y="55598"/>
                    <a:pt x="103521" y="54991"/>
                    <a:pt x="103451" y="54385"/>
                  </a:cubicBezTo>
                  <a:cubicBezTo>
                    <a:pt x="103609" y="52242"/>
                    <a:pt x="103796" y="50182"/>
                    <a:pt x="103663" y="48037"/>
                  </a:cubicBezTo>
                  <a:cubicBezTo>
                    <a:pt x="102536" y="47661"/>
                    <a:pt x="102536" y="47661"/>
                    <a:pt x="101431" y="47293"/>
                  </a:cubicBezTo>
                  <a:cubicBezTo>
                    <a:pt x="101431" y="46280"/>
                    <a:pt x="101431" y="45298"/>
                    <a:pt x="101431" y="44316"/>
                  </a:cubicBezTo>
                  <a:cubicBezTo>
                    <a:pt x="99718" y="41097"/>
                    <a:pt x="97918" y="38740"/>
                    <a:pt x="94501" y="37386"/>
                  </a:cubicBezTo>
                  <a:cubicBezTo>
                    <a:pt x="93821" y="37212"/>
                    <a:pt x="93161" y="37043"/>
                    <a:pt x="92501" y="36875"/>
                  </a:cubicBezTo>
                  <a:cubicBezTo>
                    <a:pt x="92126" y="35747"/>
                    <a:pt x="92126" y="35747"/>
                    <a:pt x="91757" y="34642"/>
                  </a:cubicBezTo>
                  <a:cubicBezTo>
                    <a:pt x="89525" y="33898"/>
                    <a:pt x="89525" y="33898"/>
                    <a:pt x="87191" y="33988"/>
                  </a:cubicBezTo>
                  <a:cubicBezTo>
                    <a:pt x="86292" y="34068"/>
                    <a:pt x="85420" y="34146"/>
                    <a:pt x="84548" y="34224"/>
                  </a:cubicBezTo>
                  <a:cubicBezTo>
                    <a:pt x="83644" y="34302"/>
                    <a:pt x="82766" y="34377"/>
                    <a:pt x="81889" y="34453"/>
                  </a:cubicBezTo>
                  <a:cubicBezTo>
                    <a:pt x="80860" y="34549"/>
                    <a:pt x="80860" y="34549"/>
                    <a:pt x="79851" y="34642"/>
                  </a:cubicBezTo>
                  <a:cubicBezTo>
                    <a:pt x="79783" y="32808"/>
                    <a:pt x="79783" y="32808"/>
                    <a:pt x="79107" y="30921"/>
                  </a:cubicBezTo>
                  <a:cubicBezTo>
                    <a:pt x="78404" y="30769"/>
                    <a:pt x="77722" y="30622"/>
                    <a:pt x="77040" y="30474"/>
                  </a:cubicBezTo>
                  <a:close/>
                  <a:moveTo>
                    <a:pt x="88515" y="0"/>
                  </a:moveTo>
                  <a:cubicBezTo>
                    <a:pt x="89313" y="4"/>
                    <a:pt x="90110" y="8"/>
                    <a:pt x="90931" y="12"/>
                  </a:cubicBezTo>
                  <a:cubicBezTo>
                    <a:pt x="91627" y="10"/>
                    <a:pt x="92322" y="7"/>
                    <a:pt x="93039" y="4"/>
                  </a:cubicBezTo>
                  <a:cubicBezTo>
                    <a:pt x="93860" y="185"/>
                    <a:pt x="93860" y="185"/>
                    <a:pt x="94698" y="370"/>
                  </a:cubicBezTo>
                  <a:cubicBezTo>
                    <a:pt x="95557" y="1863"/>
                    <a:pt x="95557" y="1863"/>
                    <a:pt x="96186" y="3347"/>
                  </a:cubicBezTo>
                  <a:cubicBezTo>
                    <a:pt x="98167" y="3708"/>
                    <a:pt x="98167" y="3708"/>
                    <a:pt x="100372" y="3533"/>
                  </a:cubicBezTo>
                  <a:cubicBezTo>
                    <a:pt x="101118" y="3506"/>
                    <a:pt x="101865" y="3479"/>
                    <a:pt x="102634" y="3452"/>
                  </a:cubicBezTo>
                  <a:cubicBezTo>
                    <a:pt x="103207" y="3417"/>
                    <a:pt x="103781" y="3382"/>
                    <a:pt x="104372" y="3347"/>
                  </a:cubicBezTo>
                  <a:cubicBezTo>
                    <a:pt x="104372" y="4329"/>
                    <a:pt x="104372" y="5311"/>
                    <a:pt x="104372" y="6323"/>
                  </a:cubicBezTo>
                  <a:cubicBezTo>
                    <a:pt x="105323" y="6385"/>
                    <a:pt x="106275" y="6446"/>
                    <a:pt x="107255" y="6510"/>
                  </a:cubicBezTo>
                  <a:cubicBezTo>
                    <a:pt x="108909" y="6707"/>
                    <a:pt x="108909" y="6707"/>
                    <a:pt x="110325" y="7068"/>
                  </a:cubicBezTo>
                  <a:cubicBezTo>
                    <a:pt x="111302" y="8556"/>
                    <a:pt x="111302" y="8556"/>
                    <a:pt x="111813" y="10044"/>
                  </a:cubicBezTo>
                  <a:cubicBezTo>
                    <a:pt x="112550" y="10290"/>
                    <a:pt x="113287" y="10535"/>
                    <a:pt x="114046" y="10788"/>
                  </a:cubicBezTo>
                  <a:cubicBezTo>
                    <a:pt x="114291" y="11295"/>
                    <a:pt x="114537" y="11801"/>
                    <a:pt x="114790" y="12323"/>
                  </a:cubicBezTo>
                  <a:cubicBezTo>
                    <a:pt x="115035" y="12799"/>
                    <a:pt x="115281" y="13275"/>
                    <a:pt x="115534" y="13765"/>
                  </a:cubicBezTo>
                  <a:cubicBezTo>
                    <a:pt x="116271" y="13765"/>
                    <a:pt x="117007" y="13765"/>
                    <a:pt x="117766" y="13765"/>
                  </a:cubicBezTo>
                  <a:cubicBezTo>
                    <a:pt x="118012" y="14502"/>
                    <a:pt x="118257" y="15238"/>
                    <a:pt x="118510" y="15997"/>
                  </a:cubicBezTo>
                  <a:cubicBezTo>
                    <a:pt x="119247" y="16488"/>
                    <a:pt x="119984" y="16980"/>
                    <a:pt x="120743" y="17486"/>
                  </a:cubicBezTo>
                  <a:cubicBezTo>
                    <a:pt x="120988" y="18222"/>
                    <a:pt x="121234" y="18959"/>
                    <a:pt x="121487" y="19718"/>
                  </a:cubicBezTo>
                  <a:cubicBezTo>
                    <a:pt x="121978" y="19964"/>
                    <a:pt x="122469" y="20209"/>
                    <a:pt x="122975" y="20462"/>
                  </a:cubicBezTo>
                  <a:cubicBezTo>
                    <a:pt x="123223" y="21454"/>
                    <a:pt x="123471" y="22447"/>
                    <a:pt x="123719" y="23439"/>
                  </a:cubicBezTo>
                  <a:cubicBezTo>
                    <a:pt x="124211" y="23684"/>
                    <a:pt x="124702" y="23930"/>
                    <a:pt x="125208" y="24183"/>
                  </a:cubicBezTo>
                  <a:cubicBezTo>
                    <a:pt x="125704" y="25423"/>
                    <a:pt x="126200" y="26663"/>
                    <a:pt x="126696" y="27904"/>
                  </a:cubicBezTo>
                  <a:cubicBezTo>
                    <a:pt x="127187" y="28149"/>
                    <a:pt x="127678" y="28395"/>
                    <a:pt x="128184" y="28648"/>
                  </a:cubicBezTo>
                  <a:cubicBezTo>
                    <a:pt x="128626" y="30619"/>
                    <a:pt x="128737" y="32586"/>
                    <a:pt x="128928" y="34601"/>
                  </a:cubicBezTo>
                  <a:cubicBezTo>
                    <a:pt x="129665" y="34601"/>
                    <a:pt x="130402" y="34601"/>
                    <a:pt x="131161" y="34601"/>
                  </a:cubicBezTo>
                  <a:cubicBezTo>
                    <a:pt x="131203" y="35394"/>
                    <a:pt x="131203" y="35394"/>
                    <a:pt x="131245" y="36202"/>
                  </a:cubicBezTo>
                  <a:cubicBezTo>
                    <a:pt x="131294" y="36886"/>
                    <a:pt x="131343" y="37570"/>
                    <a:pt x="131393" y="38275"/>
                  </a:cubicBezTo>
                  <a:cubicBezTo>
                    <a:pt x="131458" y="39298"/>
                    <a:pt x="131458" y="39298"/>
                    <a:pt x="131524" y="40342"/>
                  </a:cubicBezTo>
                  <a:cubicBezTo>
                    <a:pt x="131650" y="40903"/>
                    <a:pt x="131776" y="41464"/>
                    <a:pt x="131905" y="42042"/>
                  </a:cubicBezTo>
                  <a:cubicBezTo>
                    <a:pt x="132642" y="42288"/>
                    <a:pt x="133378" y="42533"/>
                    <a:pt x="134137" y="42786"/>
                  </a:cubicBezTo>
                  <a:cubicBezTo>
                    <a:pt x="134406" y="44317"/>
                    <a:pt x="134406" y="44317"/>
                    <a:pt x="134391" y="46355"/>
                  </a:cubicBezTo>
                  <a:cubicBezTo>
                    <a:pt x="134391" y="47114"/>
                    <a:pt x="134391" y="47874"/>
                    <a:pt x="134390" y="48657"/>
                  </a:cubicBezTo>
                  <a:cubicBezTo>
                    <a:pt x="134379" y="49483"/>
                    <a:pt x="134367" y="50310"/>
                    <a:pt x="134355" y="51161"/>
                  </a:cubicBezTo>
                  <a:cubicBezTo>
                    <a:pt x="134352" y="52002"/>
                    <a:pt x="134349" y="52843"/>
                    <a:pt x="134346" y="53710"/>
                  </a:cubicBezTo>
                  <a:cubicBezTo>
                    <a:pt x="134333" y="56410"/>
                    <a:pt x="134305" y="59109"/>
                    <a:pt x="134277" y="61808"/>
                  </a:cubicBezTo>
                  <a:cubicBezTo>
                    <a:pt x="134266" y="63633"/>
                    <a:pt x="134256" y="65458"/>
                    <a:pt x="134246" y="67283"/>
                  </a:cubicBezTo>
                  <a:cubicBezTo>
                    <a:pt x="134222" y="71768"/>
                    <a:pt x="134184" y="76253"/>
                    <a:pt x="134137" y="80738"/>
                  </a:cubicBezTo>
                  <a:cubicBezTo>
                    <a:pt x="133401" y="80492"/>
                    <a:pt x="132664" y="80246"/>
                    <a:pt x="131905" y="79993"/>
                  </a:cubicBezTo>
                  <a:cubicBezTo>
                    <a:pt x="131877" y="80576"/>
                    <a:pt x="131849" y="81158"/>
                    <a:pt x="131821" y="81758"/>
                  </a:cubicBezTo>
                  <a:cubicBezTo>
                    <a:pt x="131747" y="82887"/>
                    <a:pt x="131747" y="82887"/>
                    <a:pt x="131672" y="84040"/>
                  </a:cubicBezTo>
                  <a:cubicBezTo>
                    <a:pt x="131629" y="84791"/>
                    <a:pt x="131586" y="85542"/>
                    <a:pt x="131542" y="86316"/>
                  </a:cubicBezTo>
                  <a:cubicBezTo>
                    <a:pt x="131416" y="86931"/>
                    <a:pt x="131290" y="87545"/>
                    <a:pt x="131161" y="88179"/>
                  </a:cubicBezTo>
                  <a:cubicBezTo>
                    <a:pt x="130424" y="88424"/>
                    <a:pt x="129687" y="88670"/>
                    <a:pt x="128928" y="88923"/>
                  </a:cubicBezTo>
                  <a:cubicBezTo>
                    <a:pt x="128650" y="90406"/>
                    <a:pt x="128402" y="91895"/>
                    <a:pt x="128184" y="93388"/>
                  </a:cubicBezTo>
                  <a:cubicBezTo>
                    <a:pt x="127448" y="93756"/>
                    <a:pt x="127448" y="93756"/>
                    <a:pt x="126696" y="94132"/>
                  </a:cubicBezTo>
                  <a:cubicBezTo>
                    <a:pt x="126144" y="95260"/>
                    <a:pt x="126144" y="95260"/>
                    <a:pt x="125580" y="96411"/>
                  </a:cubicBezTo>
                  <a:cubicBezTo>
                    <a:pt x="125211" y="97132"/>
                    <a:pt x="124843" y="97854"/>
                    <a:pt x="124464" y="98597"/>
                  </a:cubicBezTo>
                  <a:cubicBezTo>
                    <a:pt x="123972" y="98597"/>
                    <a:pt x="123481" y="98597"/>
                    <a:pt x="122975" y="98597"/>
                  </a:cubicBezTo>
                  <a:cubicBezTo>
                    <a:pt x="122730" y="99211"/>
                    <a:pt x="122484" y="99825"/>
                    <a:pt x="122231" y="100457"/>
                  </a:cubicBezTo>
                  <a:cubicBezTo>
                    <a:pt x="121986" y="101071"/>
                    <a:pt x="121740" y="101685"/>
                    <a:pt x="121487" y="102318"/>
                  </a:cubicBezTo>
                  <a:cubicBezTo>
                    <a:pt x="120996" y="102318"/>
                    <a:pt x="120505" y="102318"/>
                    <a:pt x="119999" y="102318"/>
                  </a:cubicBezTo>
                  <a:cubicBezTo>
                    <a:pt x="119769" y="102901"/>
                    <a:pt x="119538" y="103484"/>
                    <a:pt x="119301" y="104085"/>
                  </a:cubicBezTo>
                  <a:cubicBezTo>
                    <a:pt x="118510" y="106038"/>
                    <a:pt x="118510" y="106038"/>
                    <a:pt x="116278" y="107527"/>
                  </a:cubicBezTo>
                  <a:cubicBezTo>
                    <a:pt x="115787" y="108263"/>
                    <a:pt x="115296" y="109000"/>
                    <a:pt x="114790" y="109759"/>
                  </a:cubicBezTo>
                  <a:cubicBezTo>
                    <a:pt x="113208" y="109526"/>
                    <a:pt x="113208" y="109526"/>
                    <a:pt x="111813" y="109015"/>
                  </a:cubicBezTo>
                  <a:cubicBezTo>
                    <a:pt x="113440" y="110953"/>
                    <a:pt x="113440" y="110953"/>
                    <a:pt x="115534" y="112736"/>
                  </a:cubicBezTo>
                  <a:cubicBezTo>
                    <a:pt x="116774" y="112764"/>
                    <a:pt x="118015" y="112770"/>
                    <a:pt x="119255" y="112736"/>
                  </a:cubicBezTo>
                  <a:cubicBezTo>
                    <a:pt x="119416" y="113449"/>
                    <a:pt x="119416" y="113449"/>
                    <a:pt x="119580" y="114177"/>
                  </a:cubicBezTo>
                  <a:cubicBezTo>
                    <a:pt x="119718" y="114684"/>
                    <a:pt x="119856" y="115190"/>
                    <a:pt x="119999" y="115712"/>
                  </a:cubicBezTo>
                  <a:cubicBezTo>
                    <a:pt x="121486" y="115965"/>
                    <a:pt x="122974" y="116213"/>
                    <a:pt x="124464" y="116456"/>
                  </a:cubicBezTo>
                  <a:cubicBezTo>
                    <a:pt x="125347" y="117852"/>
                    <a:pt x="125347" y="117852"/>
                    <a:pt x="125952" y="119433"/>
                  </a:cubicBezTo>
                  <a:cubicBezTo>
                    <a:pt x="126679" y="120193"/>
                    <a:pt x="127426" y="120936"/>
                    <a:pt x="128184" y="121665"/>
                  </a:cubicBezTo>
                  <a:cubicBezTo>
                    <a:pt x="129176" y="122905"/>
                    <a:pt x="130169" y="124146"/>
                    <a:pt x="131161" y="125386"/>
                  </a:cubicBezTo>
                  <a:cubicBezTo>
                    <a:pt x="131759" y="125961"/>
                    <a:pt x="131759" y="125961"/>
                    <a:pt x="132370" y="126549"/>
                  </a:cubicBezTo>
                  <a:cubicBezTo>
                    <a:pt x="133551" y="127783"/>
                    <a:pt x="134122" y="129075"/>
                    <a:pt x="134882" y="130595"/>
                  </a:cubicBezTo>
                  <a:cubicBezTo>
                    <a:pt x="135373" y="130841"/>
                    <a:pt x="135864" y="131086"/>
                    <a:pt x="136370" y="131339"/>
                  </a:cubicBezTo>
                  <a:cubicBezTo>
                    <a:pt x="136812" y="133310"/>
                    <a:pt x="136922" y="135277"/>
                    <a:pt x="137114" y="137292"/>
                  </a:cubicBezTo>
                  <a:cubicBezTo>
                    <a:pt x="137851" y="137292"/>
                    <a:pt x="138587" y="137292"/>
                    <a:pt x="139346" y="137292"/>
                  </a:cubicBezTo>
                  <a:cubicBezTo>
                    <a:pt x="139468" y="138818"/>
                    <a:pt x="139589" y="140344"/>
                    <a:pt x="139710" y="141870"/>
                  </a:cubicBezTo>
                  <a:cubicBezTo>
                    <a:pt x="139835" y="142324"/>
                    <a:pt x="139961" y="142778"/>
                    <a:pt x="140091" y="143245"/>
                  </a:cubicBezTo>
                  <a:cubicBezTo>
                    <a:pt x="140827" y="143491"/>
                    <a:pt x="141564" y="143736"/>
                    <a:pt x="142323" y="143989"/>
                  </a:cubicBezTo>
                  <a:cubicBezTo>
                    <a:pt x="142574" y="146017"/>
                    <a:pt x="142705" y="147909"/>
                    <a:pt x="142742" y="149943"/>
                  </a:cubicBezTo>
                  <a:cubicBezTo>
                    <a:pt x="142788" y="151946"/>
                    <a:pt x="142894" y="153896"/>
                    <a:pt x="143067" y="155896"/>
                  </a:cubicBezTo>
                  <a:cubicBezTo>
                    <a:pt x="143558" y="156141"/>
                    <a:pt x="144049" y="156387"/>
                    <a:pt x="144555" y="156640"/>
                  </a:cubicBezTo>
                  <a:cubicBezTo>
                    <a:pt x="144748" y="158694"/>
                    <a:pt x="144748" y="158694"/>
                    <a:pt x="144753" y="161407"/>
                  </a:cubicBezTo>
                  <a:cubicBezTo>
                    <a:pt x="144755" y="162375"/>
                    <a:pt x="144757" y="163343"/>
                    <a:pt x="144759" y="164340"/>
                  </a:cubicBezTo>
                  <a:cubicBezTo>
                    <a:pt x="144756" y="164847"/>
                    <a:pt x="144753" y="165353"/>
                    <a:pt x="144749" y="165875"/>
                  </a:cubicBezTo>
                  <a:cubicBezTo>
                    <a:pt x="144741" y="167424"/>
                    <a:pt x="144749" y="168971"/>
                    <a:pt x="144759" y="170520"/>
                  </a:cubicBezTo>
                  <a:cubicBezTo>
                    <a:pt x="144757" y="171488"/>
                    <a:pt x="144755" y="172456"/>
                    <a:pt x="144753" y="173453"/>
                  </a:cubicBezTo>
                  <a:cubicBezTo>
                    <a:pt x="144751" y="174348"/>
                    <a:pt x="144750" y="175244"/>
                    <a:pt x="144748" y="176166"/>
                  </a:cubicBezTo>
                  <a:cubicBezTo>
                    <a:pt x="144684" y="176844"/>
                    <a:pt x="144621" y="177522"/>
                    <a:pt x="144555" y="178220"/>
                  </a:cubicBezTo>
                  <a:cubicBezTo>
                    <a:pt x="144064" y="178465"/>
                    <a:pt x="143573" y="178711"/>
                    <a:pt x="143067" y="178964"/>
                  </a:cubicBezTo>
                  <a:cubicBezTo>
                    <a:pt x="142846" y="181520"/>
                    <a:pt x="142757" y="184045"/>
                    <a:pt x="142711" y="186609"/>
                  </a:cubicBezTo>
                  <a:cubicBezTo>
                    <a:pt x="142651" y="188219"/>
                    <a:pt x="142651" y="188219"/>
                    <a:pt x="142323" y="190870"/>
                  </a:cubicBezTo>
                  <a:cubicBezTo>
                    <a:pt x="141586" y="191116"/>
                    <a:pt x="140850" y="191361"/>
                    <a:pt x="140091" y="191614"/>
                  </a:cubicBezTo>
                  <a:cubicBezTo>
                    <a:pt x="139652" y="193534"/>
                    <a:pt x="139652" y="193534"/>
                    <a:pt x="139579" y="195754"/>
                  </a:cubicBezTo>
                  <a:cubicBezTo>
                    <a:pt x="139506" y="196883"/>
                    <a:pt x="139506" y="196883"/>
                    <a:pt x="139431" y="198036"/>
                  </a:cubicBezTo>
                  <a:cubicBezTo>
                    <a:pt x="139403" y="198618"/>
                    <a:pt x="139375" y="199200"/>
                    <a:pt x="139346" y="199800"/>
                  </a:cubicBezTo>
                  <a:cubicBezTo>
                    <a:pt x="138610" y="199800"/>
                    <a:pt x="137873" y="199800"/>
                    <a:pt x="137114" y="199800"/>
                  </a:cubicBezTo>
                  <a:cubicBezTo>
                    <a:pt x="136976" y="201250"/>
                    <a:pt x="136976" y="201250"/>
                    <a:pt x="136835" y="202730"/>
                  </a:cubicBezTo>
                  <a:cubicBezTo>
                    <a:pt x="136678" y="204378"/>
                    <a:pt x="136678" y="204378"/>
                    <a:pt x="136370" y="205753"/>
                  </a:cubicBezTo>
                  <a:cubicBezTo>
                    <a:pt x="135879" y="205999"/>
                    <a:pt x="135388" y="206244"/>
                    <a:pt x="134882" y="206497"/>
                  </a:cubicBezTo>
                  <a:cubicBezTo>
                    <a:pt x="134651" y="207203"/>
                    <a:pt x="134421" y="207909"/>
                    <a:pt x="134184" y="208637"/>
                  </a:cubicBezTo>
                  <a:cubicBezTo>
                    <a:pt x="133391" y="210967"/>
                    <a:pt x="132933" y="211627"/>
                    <a:pt x="131161" y="213195"/>
                  </a:cubicBezTo>
                  <a:cubicBezTo>
                    <a:pt x="129799" y="214885"/>
                    <a:pt x="128447" y="216581"/>
                    <a:pt x="127106" y="218287"/>
                  </a:cubicBezTo>
                  <a:cubicBezTo>
                    <a:pt x="126725" y="218755"/>
                    <a:pt x="126344" y="219223"/>
                    <a:pt x="125952" y="219706"/>
                  </a:cubicBezTo>
                  <a:cubicBezTo>
                    <a:pt x="125422" y="220368"/>
                    <a:pt x="125422" y="220368"/>
                    <a:pt x="124882" y="221043"/>
                  </a:cubicBezTo>
                  <a:cubicBezTo>
                    <a:pt x="123527" y="222304"/>
                    <a:pt x="122515" y="222463"/>
                    <a:pt x="120743" y="222868"/>
                  </a:cubicBezTo>
                  <a:cubicBezTo>
                    <a:pt x="120620" y="223359"/>
                    <a:pt x="120497" y="223851"/>
                    <a:pt x="120371" y="224357"/>
                  </a:cubicBezTo>
                  <a:cubicBezTo>
                    <a:pt x="120248" y="224848"/>
                    <a:pt x="120125" y="225339"/>
                    <a:pt x="119999" y="225845"/>
                  </a:cubicBezTo>
                  <a:cubicBezTo>
                    <a:pt x="119014" y="226122"/>
                    <a:pt x="118021" y="226371"/>
                    <a:pt x="117022" y="226589"/>
                  </a:cubicBezTo>
                  <a:cubicBezTo>
                    <a:pt x="116777" y="227326"/>
                    <a:pt x="116531" y="228062"/>
                    <a:pt x="116278" y="228821"/>
                  </a:cubicBezTo>
                  <a:cubicBezTo>
                    <a:pt x="114578" y="229039"/>
                    <a:pt x="114578" y="229039"/>
                    <a:pt x="112511" y="228961"/>
                  </a:cubicBezTo>
                  <a:cubicBezTo>
                    <a:pt x="111827" y="228941"/>
                    <a:pt x="111143" y="228921"/>
                    <a:pt x="110438" y="228900"/>
                  </a:cubicBezTo>
                  <a:cubicBezTo>
                    <a:pt x="109645" y="228861"/>
                    <a:pt x="109645" y="228861"/>
                    <a:pt x="108837" y="228821"/>
                  </a:cubicBezTo>
                  <a:cubicBezTo>
                    <a:pt x="108837" y="230049"/>
                    <a:pt x="108837" y="231277"/>
                    <a:pt x="108837" y="232542"/>
                  </a:cubicBezTo>
                  <a:cubicBezTo>
                    <a:pt x="108093" y="232508"/>
                    <a:pt x="107350" y="232473"/>
                    <a:pt x="106584" y="232438"/>
                  </a:cubicBezTo>
                  <a:cubicBezTo>
                    <a:pt x="105624" y="232411"/>
                    <a:pt x="104663" y="232384"/>
                    <a:pt x="103674" y="232356"/>
                  </a:cubicBezTo>
                  <a:cubicBezTo>
                    <a:pt x="102716" y="232322"/>
                    <a:pt x="101758" y="232287"/>
                    <a:pt x="100770" y="232252"/>
                  </a:cubicBezTo>
                  <a:cubicBezTo>
                    <a:pt x="99606" y="232395"/>
                    <a:pt x="99606" y="232395"/>
                    <a:pt x="98419" y="232542"/>
                  </a:cubicBezTo>
                  <a:cubicBezTo>
                    <a:pt x="98321" y="233028"/>
                    <a:pt x="98224" y="233514"/>
                    <a:pt x="98123" y="234014"/>
                  </a:cubicBezTo>
                  <a:cubicBezTo>
                    <a:pt x="97975" y="234511"/>
                    <a:pt x="97827" y="235007"/>
                    <a:pt x="97675" y="235519"/>
                  </a:cubicBezTo>
                  <a:cubicBezTo>
                    <a:pt x="96126" y="235969"/>
                    <a:pt x="96126" y="235969"/>
                    <a:pt x="94096" y="236071"/>
                  </a:cubicBezTo>
                  <a:cubicBezTo>
                    <a:pt x="93351" y="236112"/>
                    <a:pt x="92606" y="236153"/>
                    <a:pt x="91838" y="236195"/>
                  </a:cubicBezTo>
                  <a:cubicBezTo>
                    <a:pt x="88064" y="236304"/>
                    <a:pt x="84298" y="236366"/>
                    <a:pt x="80523" y="236359"/>
                  </a:cubicBezTo>
                  <a:cubicBezTo>
                    <a:pt x="79668" y="236360"/>
                    <a:pt x="78812" y="236362"/>
                    <a:pt x="77931" y="236363"/>
                  </a:cubicBezTo>
                  <a:cubicBezTo>
                    <a:pt x="75132" y="236366"/>
                    <a:pt x="72333" y="236364"/>
                    <a:pt x="69534" y="236362"/>
                  </a:cubicBezTo>
                  <a:cubicBezTo>
                    <a:pt x="67580" y="236362"/>
                    <a:pt x="65627" y="236363"/>
                    <a:pt x="63674" y="236364"/>
                  </a:cubicBezTo>
                  <a:cubicBezTo>
                    <a:pt x="59595" y="236365"/>
                    <a:pt x="55516" y="236363"/>
                    <a:pt x="51437" y="236360"/>
                  </a:cubicBezTo>
                  <a:cubicBezTo>
                    <a:pt x="46721" y="236356"/>
                    <a:pt x="42005" y="236357"/>
                    <a:pt x="37289" y="236361"/>
                  </a:cubicBezTo>
                  <a:cubicBezTo>
                    <a:pt x="32741" y="236365"/>
                    <a:pt x="28194" y="236365"/>
                    <a:pt x="23647" y="236362"/>
                  </a:cubicBezTo>
                  <a:cubicBezTo>
                    <a:pt x="21714" y="236362"/>
                    <a:pt x="19782" y="236363"/>
                    <a:pt x="17849" y="236364"/>
                  </a:cubicBezTo>
                  <a:cubicBezTo>
                    <a:pt x="15160" y="236366"/>
                    <a:pt x="12470" y="236363"/>
                    <a:pt x="9780" y="236359"/>
                  </a:cubicBezTo>
                  <a:cubicBezTo>
                    <a:pt x="8977" y="236361"/>
                    <a:pt x="8174" y="236362"/>
                    <a:pt x="7347" y="236364"/>
                  </a:cubicBezTo>
                  <a:cubicBezTo>
                    <a:pt x="6618" y="236362"/>
                    <a:pt x="5889" y="236360"/>
                    <a:pt x="5138" y="236357"/>
                  </a:cubicBezTo>
                  <a:cubicBezTo>
                    <a:pt x="4502" y="236357"/>
                    <a:pt x="3867" y="236357"/>
                    <a:pt x="3212" y="236357"/>
                  </a:cubicBezTo>
                  <a:cubicBezTo>
                    <a:pt x="1680" y="236263"/>
                    <a:pt x="1680" y="236263"/>
                    <a:pt x="192" y="235519"/>
                  </a:cubicBezTo>
                  <a:cubicBezTo>
                    <a:pt x="7" y="233919"/>
                    <a:pt x="7" y="233919"/>
                    <a:pt x="9" y="231755"/>
                  </a:cubicBezTo>
                  <a:cubicBezTo>
                    <a:pt x="6" y="230934"/>
                    <a:pt x="3" y="230114"/>
                    <a:pt x="0" y="229268"/>
                  </a:cubicBezTo>
                  <a:cubicBezTo>
                    <a:pt x="4" y="228355"/>
                    <a:pt x="9" y="227443"/>
                    <a:pt x="13" y="226502"/>
                  </a:cubicBezTo>
                  <a:cubicBezTo>
                    <a:pt x="12" y="225541"/>
                    <a:pt x="11" y="224580"/>
                    <a:pt x="9" y="223590"/>
                  </a:cubicBezTo>
                  <a:cubicBezTo>
                    <a:pt x="6" y="220911"/>
                    <a:pt x="12" y="218232"/>
                    <a:pt x="19" y="215552"/>
                  </a:cubicBezTo>
                  <a:cubicBezTo>
                    <a:pt x="26" y="212667"/>
                    <a:pt x="24" y="209783"/>
                    <a:pt x="22" y="206898"/>
                  </a:cubicBezTo>
                  <a:cubicBezTo>
                    <a:pt x="22" y="201896"/>
                    <a:pt x="26" y="196894"/>
                    <a:pt x="35" y="191892"/>
                  </a:cubicBezTo>
                  <a:cubicBezTo>
                    <a:pt x="47" y="184659"/>
                    <a:pt x="51" y="177427"/>
                    <a:pt x="53" y="170195"/>
                  </a:cubicBezTo>
                  <a:cubicBezTo>
                    <a:pt x="56" y="158462"/>
                    <a:pt x="66" y="146729"/>
                    <a:pt x="80" y="134996"/>
                  </a:cubicBezTo>
                  <a:cubicBezTo>
                    <a:pt x="93" y="123596"/>
                    <a:pt x="104" y="112196"/>
                    <a:pt x="110" y="100796"/>
                  </a:cubicBezTo>
                  <a:cubicBezTo>
                    <a:pt x="111" y="99742"/>
                    <a:pt x="111" y="99742"/>
                    <a:pt x="112" y="98668"/>
                  </a:cubicBezTo>
                  <a:cubicBezTo>
                    <a:pt x="113" y="95145"/>
                    <a:pt x="115" y="91623"/>
                    <a:pt x="117" y="88100"/>
                  </a:cubicBezTo>
                  <a:cubicBezTo>
                    <a:pt x="133" y="58857"/>
                    <a:pt x="159" y="29614"/>
                    <a:pt x="192" y="370"/>
                  </a:cubicBezTo>
                  <a:cubicBezTo>
                    <a:pt x="12488" y="301"/>
                    <a:pt x="24785" y="248"/>
                    <a:pt x="37081" y="216"/>
                  </a:cubicBezTo>
                  <a:cubicBezTo>
                    <a:pt x="42790" y="201"/>
                    <a:pt x="48499" y="180"/>
                    <a:pt x="54208" y="146"/>
                  </a:cubicBezTo>
                  <a:cubicBezTo>
                    <a:pt x="59183" y="116"/>
                    <a:pt x="64158" y="97"/>
                    <a:pt x="69133" y="90"/>
                  </a:cubicBezTo>
                  <a:cubicBezTo>
                    <a:pt x="71768" y="86"/>
                    <a:pt x="74403" y="77"/>
                    <a:pt x="77039" y="56"/>
                  </a:cubicBezTo>
                  <a:cubicBezTo>
                    <a:pt x="79977" y="32"/>
                    <a:pt x="82915" y="31"/>
                    <a:pt x="85854" y="32"/>
                  </a:cubicBezTo>
                  <a:cubicBezTo>
                    <a:pt x="87171" y="16"/>
                    <a:pt x="87171" y="16"/>
                    <a:pt x="88515" y="0"/>
                  </a:cubicBezTo>
                  <a:close/>
                </a:path>
              </a:pathLst>
            </a:custGeom>
            <a:grpFill/>
            <a:ln w="744" cap="flat">
              <a:noFill/>
              <a:prstDash val="solid"/>
              <a:miter/>
            </a:ln>
          </p:spPr>
          <p:txBody>
            <a:bodyPr rtlCol="0" anchor="ctr"/>
            <a:lstStyle/>
            <a:p>
              <a:endParaRPr lang="zh-CN" altLang="en-US"/>
            </a:p>
          </p:txBody>
        </p:sp>
        <p:sp>
          <p:nvSpPr>
            <p:cNvPr id="173" name="任意多边形: 形状 172"/>
            <p:cNvSpPr/>
            <p:nvPr/>
          </p:nvSpPr>
          <p:spPr>
            <a:xfrm>
              <a:off x="7079219" y="1394488"/>
              <a:ext cx="144661" cy="236000"/>
            </a:xfrm>
            <a:custGeom>
              <a:avLst/>
              <a:gdLst>
                <a:gd name="connsiteX0" fmla="*/ 79808 w 144663"/>
                <a:gd name="connsiteY0" fmla="*/ 129207 h 235994"/>
                <a:gd name="connsiteX1" fmla="*/ 76848 w 144663"/>
                <a:gd name="connsiteY1" fmla="*/ 129232 h 235994"/>
                <a:gd name="connsiteX2" fmla="*/ 71711 w 144663"/>
                <a:gd name="connsiteY2" fmla="*/ 129261 h 235994"/>
                <a:gd name="connsiteX3" fmla="*/ 68030 w 144663"/>
                <a:gd name="connsiteY3" fmla="*/ 129301 h 235994"/>
                <a:gd name="connsiteX4" fmla="*/ 58405 w 144663"/>
                <a:gd name="connsiteY4" fmla="*/ 129374 h 235994"/>
                <a:gd name="connsiteX5" fmla="*/ 48422 w 144663"/>
                <a:gd name="connsiteY5" fmla="*/ 129462 h 235994"/>
                <a:gd name="connsiteX6" fmla="*/ 26921 w 144663"/>
                <a:gd name="connsiteY6" fmla="*/ 129654 h 235994"/>
                <a:gd name="connsiteX7" fmla="*/ 26885 w 144663"/>
                <a:gd name="connsiteY7" fmla="*/ 156334 h 235994"/>
                <a:gd name="connsiteX8" fmla="*/ 26870 w 144663"/>
                <a:gd name="connsiteY8" fmla="*/ 169921 h 235994"/>
                <a:gd name="connsiteX9" fmla="*/ 26852 w 144663"/>
                <a:gd name="connsiteY9" fmla="*/ 183247 h 235994"/>
                <a:gd name="connsiteX10" fmla="*/ 26849 w 144663"/>
                <a:gd name="connsiteY10" fmla="*/ 188299 h 235994"/>
                <a:gd name="connsiteX11" fmla="*/ 26837 w 144663"/>
                <a:gd name="connsiteY11" fmla="*/ 195607 h 235994"/>
                <a:gd name="connsiteX12" fmla="*/ 26837 w 144663"/>
                <a:gd name="connsiteY12" fmla="*/ 197829 h 235994"/>
                <a:gd name="connsiteX13" fmla="*/ 26829 w 144663"/>
                <a:gd name="connsiteY13" fmla="*/ 199950 h 235994"/>
                <a:gd name="connsiteX14" fmla="*/ 27666 w 144663"/>
                <a:gd name="connsiteY14" fmla="*/ 205557 h 235994"/>
                <a:gd name="connsiteX15" fmla="*/ 31442 w 144663"/>
                <a:gd name="connsiteY15" fmla="*/ 205602 h 235994"/>
                <a:gd name="connsiteX16" fmla="*/ 33078 w 144663"/>
                <a:gd name="connsiteY16" fmla="*/ 205573 h 235994"/>
                <a:gd name="connsiteX17" fmla="*/ 38494 w 144663"/>
                <a:gd name="connsiteY17" fmla="*/ 205498 h 235994"/>
                <a:gd name="connsiteX18" fmla="*/ 42374 w 144663"/>
                <a:gd name="connsiteY18" fmla="*/ 205440 h 235994"/>
                <a:gd name="connsiteX19" fmla="*/ 52520 w 144663"/>
                <a:gd name="connsiteY19" fmla="*/ 205295 h 235994"/>
                <a:gd name="connsiteX20" fmla="*/ 63043 w 144663"/>
                <a:gd name="connsiteY20" fmla="*/ 205142 h 235994"/>
                <a:gd name="connsiteX21" fmla="*/ 85709 w 144663"/>
                <a:gd name="connsiteY21" fmla="*/ 204813 h 235994"/>
                <a:gd name="connsiteX22" fmla="*/ 85709 w 144663"/>
                <a:gd name="connsiteY22" fmla="*/ 201836 h 235994"/>
                <a:gd name="connsiteX23" fmla="*/ 87772 w 144663"/>
                <a:gd name="connsiteY23" fmla="*/ 201941 h 235994"/>
                <a:gd name="connsiteX24" fmla="*/ 90452 w 144663"/>
                <a:gd name="connsiteY24" fmla="*/ 202022 h 235994"/>
                <a:gd name="connsiteX25" fmla="*/ 95382 w 144663"/>
                <a:gd name="connsiteY25" fmla="*/ 201836 h 235994"/>
                <a:gd name="connsiteX26" fmla="*/ 96304 w 144663"/>
                <a:gd name="connsiteY26" fmla="*/ 200357 h 235994"/>
                <a:gd name="connsiteX27" fmla="*/ 96871 w 144663"/>
                <a:gd name="connsiteY27" fmla="*/ 198860 h 235994"/>
                <a:gd name="connsiteX28" fmla="*/ 101335 w 144663"/>
                <a:gd name="connsiteY28" fmla="*/ 198115 h 235994"/>
                <a:gd name="connsiteX29" fmla="*/ 106312 w 144663"/>
                <a:gd name="connsiteY29" fmla="*/ 191976 h 235994"/>
                <a:gd name="connsiteX30" fmla="*/ 107289 w 144663"/>
                <a:gd name="connsiteY30" fmla="*/ 189930 h 235994"/>
                <a:gd name="connsiteX31" fmla="*/ 108777 w 144663"/>
                <a:gd name="connsiteY31" fmla="*/ 189186 h 235994"/>
                <a:gd name="connsiteX32" fmla="*/ 109521 w 144663"/>
                <a:gd name="connsiteY32" fmla="*/ 183977 h 235994"/>
                <a:gd name="connsiteX33" fmla="*/ 111753 w 144663"/>
                <a:gd name="connsiteY33" fmla="*/ 183233 h 235994"/>
                <a:gd name="connsiteX34" fmla="*/ 112037 w 144663"/>
                <a:gd name="connsiteY34" fmla="*/ 181933 h 235994"/>
                <a:gd name="connsiteX35" fmla="*/ 112042 w 144663"/>
                <a:gd name="connsiteY35" fmla="*/ 180223 h 235994"/>
                <a:gd name="connsiteX36" fmla="*/ 112064 w 144663"/>
                <a:gd name="connsiteY36" fmla="*/ 178289 h 235994"/>
                <a:gd name="connsiteX37" fmla="*/ 112050 w 144663"/>
                <a:gd name="connsiteY37" fmla="*/ 176186 h 235994"/>
                <a:gd name="connsiteX38" fmla="*/ 112059 w 144663"/>
                <a:gd name="connsiteY38" fmla="*/ 171829 h 235994"/>
                <a:gd name="connsiteX39" fmla="*/ 112044 w 144663"/>
                <a:gd name="connsiteY39" fmla="*/ 164921 h 235994"/>
                <a:gd name="connsiteX40" fmla="*/ 112056 w 144663"/>
                <a:gd name="connsiteY40" fmla="*/ 160424 h 235994"/>
                <a:gd name="connsiteX41" fmla="*/ 112050 w 144663"/>
                <a:gd name="connsiteY41" fmla="*/ 158281 h 235994"/>
                <a:gd name="connsiteX42" fmla="*/ 112064 w 144663"/>
                <a:gd name="connsiteY42" fmla="*/ 156178 h 235994"/>
                <a:gd name="connsiteX43" fmla="*/ 112042 w 144663"/>
                <a:gd name="connsiteY43" fmla="*/ 154244 h 235994"/>
                <a:gd name="connsiteX44" fmla="*/ 111753 w 144663"/>
                <a:gd name="connsiteY44" fmla="*/ 151235 h 235994"/>
                <a:gd name="connsiteX45" fmla="*/ 109521 w 144663"/>
                <a:gd name="connsiteY45" fmla="*/ 150490 h 235994"/>
                <a:gd name="connsiteX46" fmla="*/ 106544 w 144663"/>
                <a:gd name="connsiteY46" fmla="*/ 143049 h 235994"/>
                <a:gd name="connsiteX47" fmla="*/ 102824 w 144663"/>
                <a:gd name="connsiteY47" fmla="*/ 139328 h 235994"/>
                <a:gd name="connsiteX48" fmla="*/ 101335 w 144663"/>
                <a:gd name="connsiteY48" fmla="*/ 136352 h 235994"/>
                <a:gd name="connsiteX49" fmla="*/ 98638 w 144663"/>
                <a:gd name="connsiteY49" fmla="*/ 136166 h 235994"/>
                <a:gd name="connsiteX50" fmla="*/ 96126 w 144663"/>
                <a:gd name="connsiteY50" fmla="*/ 136352 h 235994"/>
                <a:gd name="connsiteX51" fmla="*/ 96126 w 144663"/>
                <a:gd name="connsiteY51" fmla="*/ 133375 h 235994"/>
                <a:gd name="connsiteX52" fmla="*/ 91401 w 144663"/>
                <a:gd name="connsiteY52" fmla="*/ 133557 h 235994"/>
                <a:gd name="connsiteX53" fmla="*/ 89476 w 144663"/>
                <a:gd name="connsiteY53" fmla="*/ 133608 h 235994"/>
                <a:gd name="connsiteX54" fmla="*/ 87559 w 144663"/>
                <a:gd name="connsiteY54" fmla="*/ 133702 h 235994"/>
                <a:gd name="connsiteX55" fmla="*/ 85735 w 144663"/>
                <a:gd name="connsiteY55" fmla="*/ 133738 h 235994"/>
                <a:gd name="connsiteX56" fmla="*/ 82732 w 144663"/>
                <a:gd name="connsiteY56" fmla="*/ 133375 h 235994"/>
                <a:gd name="connsiteX57" fmla="*/ 81988 w 144663"/>
                <a:gd name="connsiteY57" fmla="*/ 129654 h 235994"/>
                <a:gd name="connsiteX58" fmla="*/ 79808 w 144663"/>
                <a:gd name="connsiteY58" fmla="*/ 129207 h 235994"/>
                <a:gd name="connsiteX59" fmla="*/ 76944 w 144663"/>
                <a:gd name="connsiteY59" fmla="*/ 30103 h 235994"/>
                <a:gd name="connsiteX60" fmla="*/ 74145 w 144663"/>
                <a:gd name="connsiteY60" fmla="*/ 30128 h 235994"/>
                <a:gd name="connsiteX61" fmla="*/ 69235 w 144663"/>
                <a:gd name="connsiteY61" fmla="*/ 30158 h 235994"/>
                <a:gd name="connsiteX62" fmla="*/ 65987 w 144663"/>
                <a:gd name="connsiteY62" fmla="*/ 30195 h 235994"/>
                <a:gd name="connsiteX63" fmla="*/ 61140 w 144663"/>
                <a:gd name="connsiteY63" fmla="*/ 30215 h 235994"/>
                <a:gd name="connsiteX64" fmla="*/ 52919 w 144663"/>
                <a:gd name="connsiteY64" fmla="*/ 30318 h 235994"/>
                <a:gd name="connsiteX65" fmla="*/ 26921 w 144663"/>
                <a:gd name="connsiteY65" fmla="*/ 30550 h 235994"/>
                <a:gd name="connsiteX66" fmla="*/ 26921 w 144663"/>
                <a:gd name="connsiteY66" fmla="*/ 99011 h 235994"/>
                <a:gd name="connsiteX67" fmla="*/ 53291 w 144663"/>
                <a:gd name="connsiteY67" fmla="*/ 99104 h 235994"/>
                <a:gd name="connsiteX68" fmla="*/ 64980 w 144663"/>
                <a:gd name="connsiteY68" fmla="*/ 99152 h 235994"/>
                <a:gd name="connsiteX69" fmla="*/ 68125 w 144663"/>
                <a:gd name="connsiteY69" fmla="*/ 99157 h 235994"/>
                <a:gd name="connsiteX70" fmla="*/ 73233 w 144663"/>
                <a:gd name="connsiteY70" fmla="*/ 99181 h 235994"/>
                <a:gd name="connsiteX71" fmla="*/ 74821 w 144663"/>
                <a:gd name="connsiteY71" fmla="*/ 99180 h 235994"/>
                <a:gd name="connsiteX72" fmla="*/ 79755 w 144663"/>
                <a:gd name="connsiteY72" fmla="*/ 99011 h 235994"/>
                <a:gd name="connsiteX73" fmla="*/ 80499 w 144663"/>
                <a:gd name="connsiteY73" fmla="*/ 97523 h 235994"/>
                <a:gd name="connsiteX74" fmla="*/ 79755 w 144663"/>
                <a:gd name="connsiteY74" fmla="*/ 95291 h 235994"/>
                <a:gd name="connsiteX75" fmla="*/ 81630 w 144663"/>
                <a:gd name="connsiteY75" fmla="*/ 95480 h 235994"/>
                <a:gd name="connsiteX76" fmla="*/ 84080 w 144663"/>
                <a:gd name="connsiteY76" fmla="*/ 95709 h 235994"/>
                <a:gd name="connsiteX77" fmla="*/ 90917 w 144663"/>
                <a:gd name="connsiteY77" fmla="*/ 95291 h 235994"/>
                <a:gd name="connsiteX78" fmla="*/ 91661 w 144663"/>
                <a:gd name="connsiteY78" fmla="*/ 92314 h 235994"/>
                <a:gd name="connsiteX79" fmla="*/ 95382 w 144663"/>
                <a:gd name="connsiteY79" fmla="*/ 92314 h 235994"/>
                <a:gd name="connsiteX80" fmla="*/ 101149 w 144663"/>
                <a:gd name="connsiteY80" fmla="*/ 84966 h 235994"/>
                <a:gd name="connsiteX81" fmla="*/ 102079 w 144663"/>
                <a:gd name="connsiteY81" fmla="*/ 83384 h 235994"/>
                <a:gd name="connsiteX82" fmla="*/ 103567 w 144663"/>
                <a:gd name="connsiteY82" fmla="*/ 82640 h 235994"/>
                <a:gd name="connsiteX83" fmla="*/ 103713 w 144663"/>
                <a:gd name="connsiteY83" fmla="*/ 80614 h 235994"/>
                <a:gd name="connsiteX84" fmla="*/ 103661 w 144663"/>
                <a:gd name="connsiteY84" fmla="*/ 78129 h 235994"/>
                <a:gd name="connsiteX85" fmla="*/ 103620 w 144663"/>
                <a:gd name="connsiteY85" fmla="*/ 75638 h 235994"/>
                <a:gd name="connsiteX86" fmla="*/ 103567 w 144663"/>
                <a:gd name="connsiteY86" fmla="*/ 73711 h 235994"/>
                <a:gd name="connsiteX87" fmla="*/ 105800 w 144663"/>
                <a:gd name="connsiteY87" fmla="*/ 73711 h 235994"/>
                <a:gd name="connsiteX88" fmla="*/ 106755 w 144663"/>
                <a:gd name="connsiteY88" fmla="*/ 66573 h 235994"/>
                <a:gd name="connsiteX89" fmla="*/ 106777 w 144663"/>
                <a:gd name="connsiteY89" fmla="*/ 64362 h 235994"/>
                <a:gd name="connsiteX90" fmla="*/ 106842 w 144663"/>
                <a:gd name="connsiteY90" fmla="*/ 62143 h 235994"/>
                <a:gd name="connsiteX91" fmla="*/ 106861 w 144663"/>
                <a:gd name="connsiteY91" fmla="*/ 60034 h 235994"/>
                <a:gd name="connsiteX92" fmla="*/ 106544 w 144663"/>
                <a:gd name="connsiteY92" fmla="*/ 56595 h 235994"/>
                <a:gd name="connsiteX93" fmla="*/ 105049 w 144663"/>
                <a:gd name="connsiteY93" fmla="*/ 56123 h 235994"/>
                <a:gd name="connsiteX94" fmla="*/ 103567 w 144663"/>
                <a:gd name="connsiteY94" fmla="*/ 55851 h 235994"/>
                <a:gd name="connsiteX95" fmla="*/ 103355 w 144663"/>
                <a:gd name="connsiteY95" fmla="*/ 54014 h 235994"/>
                <a:gd name="connsiteX96" fmla="*/ 103567 w 144663"/>
                <a:gd name="connsiteY96" fmla="*/ 47666 h 235994"/>
                <a:gd name="connsiteX97" fmla="*/ 101335 w 144663"/>
                <a:gd name="connsiteY97" fmla="*/ 46922 h 235994"/>
                <a:gd name="connsiteX98" fmla="*/ 99847 w 144663"/>
                <a:gd name="connsiteY98" fmla="*/ 41713 h 235994"/>
                <a:gd name="connsiteX99" fmla="*/ 96870 w 144663"/>
                <a:gd name="connsiteY99" fmla="*/ 40224 h 235994"/>
                <a:gd name="connsiteX100" fmla="*/ 96126 w 144663"/>
                <a:gd name="connsiteY100" fmla="*/ 37248 h 235994"/>
                <a:gd name="connsiteX101" fmla="*/ 93847 w 144663"/>
                <a:gd name="connsiteY101" fmla="*/ 37062 h 235994"/>
                <a:gd name="connsiteX102" fmla="*/ 91661 w 144663"/>
                <a:gd name="connsiteY102" fmla="*/ 37248 h 235994"/>
                <a:gd name="connsiteX103" fmla="*/ 91661 w 144663"/>
                <a:gd name="connsiteY103" fmla="*/ 34271 h 235994"/>
                <a:gd name="connsiteX104" fmla="*/ 87095 w 144663"/>
                <a:gd name="connsiteY104" fmla="*/ 33617 h 235994"/>
                <a:gd name="connsiteX105" fmla="*/ 84452 w 144663"/>
                <a:gd name="connsiteY105" fmla="*/ 33853 h 235994"/>
                <a:gd name="connsiteX106" fmla="*/ 81793 w 144663"/>
                <a:gd name="connsiteY106" fmla="*/ 34082 h 235994"/>
                <a:gd name="connsiteX107" fmla="*/ 79755 w 144663"/>
                <a:gd name="connsiteY107" fmla="*/ 34271 h 235994"/>
                <a:gd name="connsiteX108" fmla="*/ 79011 w 144663"/>
                <a:gd name="connsiteY108" fmla="*/ 30550 h 235994"/>
                <a:gd name="connsiteX109" fmla="*/ 76944 w 144663"/>
                <a:gd name="connsiteY109" fmla="*/ 30103 h 235994"/>
                <a:gd name="connsiteX110" fmla="*/ 96 w 144663"/>
                <a:gd name="connsiteY110" fmla="*/ 0 h 235994"/>
                <a:gd name="connsiteX111" fmla="*/ 94602 w 144663"/>
                <a:gd name="connsiteY111" fmla="*/ 0 h 235994"/>
                <a:gd name="connsiteX112" fmla="*/ 94602 w 144663"/>
                <a:gd name="connsiteY112" fmla="*/ 2977 h 235994"/>
                <a:gd name="connsiteX113" fmla="*/ 96503 w 144663"/>
                <a:gd name="connsiteY113" fmla="*/ 2872 h 235994"/>
                <a:gd name="connsiteX114" fmla="*/ 98974 w 144663"/>
                <a:gd name="connsiteY114" fmla="*/ 2791 h 235994"/>
                <a:gd name="connsiteX115" fmla="*/ 101433 w 144663"/>
                <a:gd name="connsiteY115" fmla="*/ 2686 h 235994"/>
                <a:gd name="connsiteX116" fmla="*/ 103532 w 144663"/>
                <a:gd name="connsiteY116" fmla="*/ 2977 h 235994"/>
                <a:gd name="connsiteX117" fmla="*/ 105020 w 144663"/>
                <a:gd name="connsiteY117" fmla="*/ 5953 h 235994"/>
                <a:gd name="connsiteX118" fmla="*/ 110229 w 144663"/>
                <a:gd name="connsiteY118" fmla="*/ 6697 h 235994"/>
                <a:gd name="connsiteX119" fmla="*/ 110229 w 144663"/>
                <a:gd name="connsiteY119" fmla="*/ 9674 h 235994"/>
                <a:gd name="connsiteX120" fmla="*/ 112089 w 144663"/>
                <a:gd name="connsiteY120" fmla="*/ 10046 h 235994"/>
                <a:gd name="connsiteX121" fmla="*/ 113950 w 144663"/>
                <a:gd name="connsiteY121" fmla="*/ 10418 h 235994"/>
                <a:gd name="connsiteX122" fmla="*/ 113950 w 144663"/>
                <a:gd name="connsiteY122" fmla="*/ 13395 h 235994"/>
                <a:gd name="connsiteX123" fmla="*/ 117670 w 144663"/>
                <a:gd name="connsiteY123" fmla="*/ 13395 h 235994"/>
                <a:gd name="connsiteX124" fmla="*/ 117670 w 144663"/>
                <a:gd name="connsiteY124" fmla="*/ 16371 h 235994"/>
                <a:gd name="connsiteX125" fmla="*/ 119903 w 144663"/>
                <a:gd name="connsiteY125" fmla="*/ 16371 h 235994"/>
                <a:gd name="connsiteX126" fmla="*/ 120647 w 144663"/>
                <a:gd name="connsiteY126" fmla="*/ 20092 h 235994"/>
                <a:gd name="connsiteX127" fmla="*/ 122879 w 144663"/>
                <a:gd name="connsiteY127" fmla="*/ 20092 h 235994"/>
                <a:gd name="connsiteX128" fmla="*/ 122879 w 144663"/>
                <a:gd name="connsiteY128" fmla="*/ 23812 h 235994"/>
                <a:gd name="connsiteX129" fmla="*/ 125112 w 144663"/>
                <a:gd name="connsiteY129" fmla="*/ 23812 h 235994"/>
                <a:gd name="connsiteX130" fmla="*/ 125856 w 144663"/>
                <a:gd name="connsiteY130" fmla="*/ 28277 h 235994"/>
                <a:gd name="connsiteX131" fmla="*/ 128088 w 144663"/>
                <a:gd name="connsiteY131" fmla="*/ 28277 h 235994"/>
                <a:gd name="connsiteX132" fmla="*/ 128321 w 144663"/>
                <a:gd name="connsiteY132" fmla="*/ 30835 h 235994"/>
                <a:gd name="connsiteX133" fmla="*/ 128832 w 144663"/>
                <a:gd name="connsiteY133" fmla="*/ 33486 h 235994"/>
                <a:gd name="connsiteX134" fmla="*/ 131065 w 144663"/>
                <a:gd name="connsiteY134" fmla="*/ 34230 h 235994"/>
                <a:gd name="connsiteX135" fmla="*/ 131437 w 144663"/>
                <a:gd name="connsiteY135" fmla="*/ 37858 h 235994"/>
                <a:gd name="connsiteX136" fmla="*/ 131809 w 144663"/>
                <a:gd name="connsiteY136" fmla="*/ 41672 h 235994"/>
                <a:gd name="connsiteX137" fmla="*/ 132927 w 144663"/>
                <a:gd name="connsiteY137" fmla="*/ 42696 h 235994"/>
                <a:gd name="connsiteX138" fmla="*/ 134307 w 144663"/>
                <a:gd name="connsiteY138" fmla="*/ 47196 h 235994"/>
                <a:gd name="connsiteX139" fmla="*/ 134313 w 144663"/>
                <a:gd name="connsiteY139" fmla="*/ 49205 h 235994"/>
                <a:gd name="connsiteX140" fmla="*/ 134286 w 144663"/>
                <a:gd name="connsiteY140" fmla="*/ 51369 h 235994"/>
                <a:gd name="connsiteX141" fmla="*/ 134281 w 144663"/>
                <a:gd name="connsiteY141" fmla="*/ 53596 h 235994"/>
                <a:gd name="connsiteX142" fmla="*/ 134251 w 144663"/>
                <a:gd name="connsiteY142" fmla="*/ 58257 h 235994"/>
                <a:gd name="connsiteX143" fmla="*/ 134216 w 144663"/>
                <a:gd name="connsiteY143" fmla="*/ 65400 h 235994"/>
                <a:gd name="connsiteX144" fmla="*/ 134193 w 144663"/>
                <a:gd name="connsiteY144" fmla="*/ 69926 h 235994"/>
                <a:gd name="connsiteX145" fmla="*/ 134183 w 144663"/>
                <a:gd name="connsiteY145" fmla="*/ 72089 h 235994"/>
                <a:gd name="connsiteX146" fmla="*/ 134161 w 144663"/>
                <a:gd name="connsiteY146" fmla="*/ 74099 h 235994"/>
                <a:gd name="connsiteX147" fmla="*/ 134146 w 144663"/>
                <a:gd name="connsiteY147" fmla="*/ 75866 h 235994"/>
                <a:gd name="connsiteX148" fmla="*/ 133297 w 144663"/>
                <a:gd name="connsiteY148" fmla="*/ 79623 h 235994"/>
                <a:gd name="connsiteX149" fmla="*/ 131809 w 144663"/>
                <a:gd name="connsiteY149" fmla="*/ 80367 h 235994"/>
                <a:gd name="connsiteX150" fmla="*/ 131393 w 144663"/>
                <a:gd name="connsiteY150" fmla="*/ 86134 h 235994"/>
                <a:gd name="connsiteX151" fmla="*/ 131065 w 144663"/>
                <a:gd name="connsiteY151" fmla="*/ 87809 h 235994"/>
                <a:gd name="connsiteX152" fmla="*/ 128832 w 144663"/>
                <a:gd name="connsiteY152" fmla="*/ 88553 h 235994"/>
                <a:gd name="connsiteX153" fmla="*/ 128088 w 144663"/>
                <a:gd name="connsiteY153" fmla="*/ 93018 h 235994"/>
                <a:gd name="connsiteX154" fmla="*/ 125856 w 144663"/>
                <a:gd name="connsiteY154" fmla="*/ 95250 h 235994"/>
                <a:gd name="connsiteX155" fmla="*/ 125065 w 144663"/>
                <a:gd name="connsiteY155" fmla="*/ 96831 h 235994"/>
                <a:gd name="connsiteX156" fmla="*/ 122879 w 144663"/>
                <a:gd name="connsiteY156" fmla="*/ 98971 h 235994"/>
                <a:gd name="connsiteX157" fmla="*/ 122135 w 144663"/>
                <a:gd name="connsiteY157" fmla="*/ 100505 h 235994"/>
                <a:gd name="connsiteX158" fmla="*/ 121391 w 144663"/>
                <a:gd name="connsiteY158" fmla="*/ 101947 h 235994"/>
                <a:gd name="connsiteX159" fmla="*/ 119903 w 144663"/>
                <a:gd name="connsiteY159" fmla="*/ 101947 h 235994"/>
                <a:gd name="connsiteX160" fmla="*/ 119252 w 144663"/>
                <a:gd name="connsiteY160" fmla="*/ 103761 h 235994"/>
                <a:gd name="connsiteX161" fmla="*/ 118414 w 144663"/>
                <a:gd name="connsiteY161" fmla="*/ 105668 h 235994"/>
                <a:gd name="connsiteX162" fmla="*/ 115438 w 144663"/>
                <a:gd name="connsiteY162" fmla="*/ 106412 h 235994"/>
                <a:gd name="connsiteX163" fmla="*/ 114694 w 144663"/>
                <a:gd name="connsiteY163" fmla="*/ 109389 h 235994"/>
                <a:gd name="connsiteX164" fmla="*/ 111717 w 144663"/>
                <a:gd name="connsiteY164" fmla="*/ 108645 h 235994"/>
                <a:gd name="connsiteX165" fmla="*/ 115438 w 144663"/>
                <a:gd name="connsiteY165" fmla="*/ 112365 h 235994"/>
                <a:gd name="connsiteX166" fmla="*/ 119159 w 144663"/>
                <a:gd name="connsiteY166" fmla="*/ 112365 h 235994"/>
                <a:gd name="connsiteX167" fmla="*/ 119484 w 144663"/>
                <a:gd name="connsiteY167" fmla="*/ 113807 h 235994"/>
                <a:gd name="connsiteX168" fmla="*/ 119903 w 144663"/>
                <a:gd name="connsiteY168" fmla="*/ 115342 h 235994"/>
                <a:gd name="connsiteX169" fmla="*/ 124368 w 144663"/>
                <a:gd name="connsiteY169" fmla="*/ 116086 h 235994"/>
                <a:gd name="connsiteX170" fmla="*/ 125856 w 144663"/>
                <a:gd name="connsiteY170" fmla="*/ 119062 h 235994"/>
                <a:gd name="connsiteX171" fmla="*/ 127344 w 144663"/>
                <a:gd name="connsiteY171" fmla="*/ 119807 h 235994"/>
                <a:gd name="connsiteX172" fmla="*/ 128832 w 144663"/>
                <a:gd name="connsiteY172" fmla="*/ 122783 h 235994"/>
                <a:gd name="connsiteX173" fmla="*/ 130321 w 144663"/>
                <a:gd name="connsiteY173" fmla="*/ 123527 h 235994"/>
                <a:gd name="connsiteX174" fmla="*/ 131809 w 144663"/>
                <a:gd name="connsiteY174" fmla="*/ 126504 h 235994"/>
                <a:gd name="connsiteX175" fmla="*/ 133297 w 144663"/>
                <a:gd name="connsiteY175" fmla="*/ 127248 h 235994"/>
                <a:gd name="connsiteX176" fmla="*/ 134786 w 144663"/>
                <a:gd name="connsiteY176" fmla="*/ 130225 h 235994"/>
                <a:gd name="connsiteX177" fmla="*/ 136274 w 144663"/>
                <a:gd name="connsiteY177" fmla="*/ 130969 h 235994"/>
                <a:gd name="connsiteX178" fmla="*/ 137018 w 144663"/>
                <a:gd name="connsiteY178" fmla="*/ 136922 h 235994"/>
                <a:gd name="connsiteX179" fmla="*/ 139250 w 144663"/>
                <a:gd name="connsiteY179" fmla="*/ 136922 h 235994"/>
                <a:gd name="connsiteX180" fmla="*/ 139614 w 144663"/>
                <a:gd name="connsiteY180" fmla="*/ 141355 h 235994"/>
                <a:gd name="connsiteX181" fmla="*/ 141137 w 144663"/>
                <a:gd name="connsiteY181" fmla="*/ 143930 h 235994"/>
                <a:gd name="connsiteX182" fmla="*/ 142419 w 144663"/>
                <a:gd name="connsiteY182" fmla="*/ 147038 h 235994"/>
                <a:gd name="connsiteX183" fmla="*/ 142320 w 144663"/>
                <a:gd name="connsiteY183" fmla="*/ 149200 h 235994"/>
                <a:gd name="connsiteX184" fmla="*/ 142971 w 144663"/>
                <a:gd name="connsiteY184" fmla="*/ 155525 h 235994"/>
                <a:gd name="connsiteX185" fmla="*/ 144459 w 144663"/>
                <a:gd name="connsiteY185" fmla="*/ 156270 h 235994"/>
                <a:gd name="connsiteX186" fmla="*/ 144657 w 144663"/>
                <a:gd name="connsiteY186" fmla="*/ 161037 h 235994"/>
                <a:gd name="connsiteX187" fmla="*/ 144663 w 144663"/>
                <a:gd name="connsiteY187" fmla="*/ 163970 h 235994"/>
                <a:gd name="connsiteX188" fmla="*/ 144653 w 144663"/>
                <a:gd name="connsiteY188" fmla="*/ 165505 h 235994"/>
                <a:gd name="connsiteX189" fmla="*/ 144663 w 144663"/>
                <a:gd name="connsiteY189" fmla="*/ 170149 h 235994"/>
                <a:gd name="connsiteX190" fmla="*/ 144657 w 144663"/>
                <a:gd name="connsiteY190" fmla="*/ 173082 h 235994"/>
                <a:gd name="connsiteX191" fmla="*/ 144652 w 144663"/>
                <a:gd name="connsiteY191" fmla="*/ 175796 h 235994"/>
                <a:gd name="connsiteX192" fmla="*/ 144459 w 144663"/>
                <a:gd name="connsiteY192" fmla="*/ 177850 h 235994"/>
                <a:gd name="connsiteX193" fmla="*/ 142971 w 144663"/>
                <a:gd name="connsiteY193" fmla="*/ 178594 h 235994"/>
                <a:gd name="connsiteX194" fmla="*/ 142320 w 144663"/>
                <a:gd name="connsiteY194" fmla="*/ 186175 h 235994"/>
                <a:gd name="connsiteX195" fmla="*/ 141137 w 144663"/>
                <a:gd name="connsiteY195" fmla="*/ 190041 h 235994"/>
                <a:gd name="connsiteX196" fmla="*/ 139483 w 144663"/>
                <a:gd name="connsiteY196" fmla="*/ 195476 h 235994"/>
                <a:gd name="connsiteX197" fmla="*/ 139335 w 144663"/>
                <a:gd name="connsiteY197" fmla="*/ 197718 h 235994"/>
                <a:gd name="connsiteX198" fmla="*/ 139250 w 144663"/>
                <a:gd name="connsiteY198" fmla="*/ 199430 h 235994"/>
                <a:gd name="connsiteX199" fmla="*/ 137018 w 144663"/>
                <a:gd name="connsiteY199" fmla="*/ 199430 h 235994"/>
                <a:gd name="connsiteX200" fmla="*/ 136274 w 144663"/>
                <a:gd name="connsiteY200" fmla="*/ 205383 h 235994"/>
                <a:gd name="connsiteX201" fmla="*/ 134041 w 144663"/>
                <a:gd name="connsiteY201" fmla="*/ 205383 h 235994"/>
                <a:gd name="connsiteX202" fmla="*/ 133809 w 144663"/>
                <a:gd name="connsiteY202" fmla="*/ 207476 h 235994"/>
                <a:gd name="connsiteX203" fmla="*/ 131065 w 144663"/>
                <a:gd name="connsiteY203" fmla="*/ 212080 h 235994"/>
                <a:gd name="connsiteX204" fmla="*/ 130321 w 144663"/>
                <a:gd name="connsiteY204" fmla="*/ 214312 h 235994"/>
                <a:gd name="connsiteX205" fmla="*/ 128088 w 144663"/>
                <a:gd name="connsiteY205" fmla="*/ 215801 h 235994"/>
                <a:gd name="connsiteX206" fmla="*/ 127344 w 144663"/>
                <a:gd name="connsiteY206" fmla="*/ 218033 h 235994"/>
                <a:gd name="connsiteX207" fmla="*/ 124833 w 144663"/>
                <a:gd name="connsiteY207" fmla="*/ 220266 h 235994"/>
                <a:gd name="connsiteX208" fmla="*/ 120949 w 144663"/>
                <a:gd name="connsiteY208" fmla="*/ 223707 h 235994"/>
                <a:gd name="connsiteX209" fmla="*/ 118321 w 144663"/>
                <a:gd name="connsiteY209" fmla="*/ 225475 h 235994"/>
                <a:gd name="connsiteX210" fmla="*/ 116182 w 144663"/>
                <a:gd name="connsiteY210" fmla="*/ 228451 h 235994"/>
                <a:gd name="connsiteX211" fmla="*/ 112415 w 144663"/>
                <a:gd name="connsiteY211" fmla="*/ 228591 h 235994"/>
                <a:gd name="connsiteX212" fmla="*/ 110342 w 144663"/>
                <a:gd name="connsiteY212" fmla="*/ 228530 h 235994"/>
                <a:gd name="connsiteX213" fmla="*/ 108741 w 144663"/>
                <a:gd name="connsiteY213" fmla="*/ 228451 h 235994"/>
                <a:gd name="connsiteX214" fmla="*/ 108741 w 144663"/>
                <a:gd name="connsiteY214" fmla="*/ 232172 h 235994"/>
                <a:gd name="connsiteX215" fmla="*/ 106488 w 144663"/>
                <a:gd name="connsiteY215" fmla="*/ 232256 h 235994"/>
                <a:gd name="connsiteX216" fmla="*/ 103578 w 144663"/>
                <a:gd name="connsiteY216" fmla="*/ 232404 h 235994"/>
                <a:gd name="connsiteX217" fmla="*/ 100674 w 144663"/>
                <a:gd name="connsiteY217" fmla="*/ 232535 h 235994"/>
                <a:gd name="connsiteX218" fmla="*/ 98323 w 144663"/>
                <a:gd name="connsiteY218" fmla="*/ 232916 h 235994"/>
                <a:gd name="connsiteX219" fmla="*/ 97578 w 144663"/>
                <a:gd name="connsiteY219" fmla="*/ 235148 h 235994"/>
                <a:gd name="connsiteX220" fmla="*/ 94005 w 144663"/>
                <a:gd name="connsiteY220" fmla="*/ 235654 h 235994"/>
                <a:gd name="connsiteX221" fmla="*/ 91747 w 144663"/>
                <a:gd name="connsiteY221" fmla="*/ 235799 h 235994"/>
                <a:gd name="connsiteX222" fmla="*/ 80347 w 144663"/>
                <a:gd name="connsiteY222" fmla="*/ 235989 h 235994"/>
                <a:gd name="connsiteX223" fmla="*/ 77729 w 144663"/>
                <a:gd name="connsiteY223" fmla="*/ 235993 h 235994"/>
                <a:gd name="connsiteX224" fmla="*/ 69249 w 144663"/>
                <a:gd name="connsiteY224" fmla="*/ 235991 h 235994"/>
                <a:gd name="connsiteX225" fmla="*/ 63333 w 144663"/>
                <a:gd name="connsiteY225" fmla="*/ 235994 h 235994"/>
                <a:gd name="connsiteX226" fmla="*/ 50982 w 144663"/>
                <a:gd name="connsiteY226" fmla="*/ 235990 h 235994"/>
                <a:gd name="connsiteX227" fmla="*/ 36694 w 144663"/>
                <a:gd name="connsiteY227" fmla="*/ 235991 h 235994"/>
                <a:gd name="connsiteX228" fmla="*/ 22923 w 144663"/>
                <a:gd name="connsiteY228" fmla="*/ 235992 h 235994"/>
                <a:gd name="connsiteX229" fmla="*/ 17068 w 144663"/>
                <a:gd name="connsiteY229" fmla="*/ 235994 h 235994"/>
                <a:gd name="connsiteX230" fmla="*/ 8924 w 144663"/>
                <a:gd name="connsiteY230" fmla="*/ 235989 h 235994"/>
                <a:gd name="connsiteX231" fmla="*/ 6462 w 144663"/>
                <a:gd name="connsiteY231" fmla="*/ 235993 h 235994"/>
                <a:gd name="connsiteX232" fmla="*/ 4236 w 144663"/>
                <a:gd name="connsiteY232" fmla="*/ 235987 h 235994"/>
                <a:gd name="connsiteX233" fmla="*/ 2292 w 144663"/>
                <a:gd name="connsiteY233" fmla="*/ 235986 h 235994"/>
                <a:gd name="connsiteX234" fmla="*/ 96 w 144663"/>
                <a:gd name="connsiteY234" fmla="*/ 235148 h 235994"/>
                <a:gd name="connsiteX235" fmla="*/ 4 w 144663"/>
                <a:gd name="connsiteY235" fmla="*/ 231384 h 235994"/>
                <a:gd name="connsiteX236" fmla="*/ 0 w 144663"/>
                <a:gd name="connsiteY236" fmla="*/ 228898 h 235994"/>
                <a:gd name="connsiteX237" fmla="*/ 7 w 144663"/>
                <a:gd name="connsiteY237" fmla="*/ 226132 h 235994"/>
                <a:gd name="connsiteX238" fmla="*/ 5 w 144663"/>
                <a:gd name="connsiteY238" fmla="*/ 223220 h 235994"/>
                <a:gd name="connsiteX239" fmla="*/ 10 w 144663"/>
                <a:gd name="connsiteY239" fmla="*/ 215182 h 235994"/>
                <a:gd name="connsiteX240" fmla="*/ 11 w 144663"/>
                <a:gd name="connsiteY240" fmla="*/ 206528 h 235994"/>
                <a:gd name="connsiteX241" fmla="*/ 17 w 144663"/>
                <a:gd name="connsiteY241" fmla="*/ 191521 h 235994"/>
                <a:gd name="connsiteX242" fmla="*/ 26 w 144663"/>
                <a:gd name="connsiteY242" fmla="*/ 169824 h 235994"/>
                <a:gd name="connsiteX243" fmla="*/ 40 w 144663"/>
                <a:gd name="connsiteY243" fmla="*/ 134626 h 235994"/>
                <a:gd name="connsiteX244" fmla="*/ 55 w 144663"/>
                <a:gd name="connsiteY244" fmla="*/ 100425 h 235994"/>
                <a:gd name="connsiteX245" fmla="*/ 56 w 144663"/>
                <a:gd name="connsiteY245" fmla="*/ 98298 h 235994"/>
                <a:gd name="connsiteX246" fmla="*/ 59 w 144663"/>
                <a:gd name="connsiteY246" fmla="*/ 87730 h 235994"/>
                <a:gd name="connsiteX247" fmla="*/ 96 w 144663"/>
                <a:gd name="connsiteY247" fmla="*/ 0 h 23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Lst>
              <a:rect l="l" t="t" r="r" b="b"/>
              <a:pathLst>
                <a:path w="144663" h="235994">
                  <a:moveTo>
                    <a:pt x="79808" y="129207"/>
                  </a:moveTo>
                  <a:cubicBezTo>
                    <a:pt x="78802" y="129216"/>
                    <a:pt x="77825" y="129224"/>
                    <a:pt x="76848" y="129232"/>
                  </a:cubicBezTo>
                  <a:cubicBezTo>
                    <a:pt x="75135" y="129230"/>
                    <a:pt x="73424" y="129234"/>
                    <a:pt x="71711" y="129261"/>
                  </a:cubicBezTo>
                  <a:cubicBezTo>
                    <a:pt x="70484" y="129281"/>
                    <a:pt x="69257" y="129295"/>
                    <a:pt x="68030" y="129301"/>
                  </a:cubicBezTo>
                  <a:cubicBezTo>
                    <a:pt x="64822" y="129311"/>
                    <a:pt x="61613" y="129333"/>
                    <a:pt x="58405" y="129374"/>
                  </a:cubicBezTo>
                  <a:cubicBezTo>
                    <a:pt x="55077" y="129416"/>
                    <a:pt x="51750" y="129442"/>
                    <a:pt x="48422" y="129462"/>
                  </a:cubicBezTo>
                  <a:cubicBezTo>
                    <a:pt x="41255" y="129502"/>
                    <a:pt x="34088" y="129568"/>
                    <a:pt x="26921" y="129654"/>
                  </a:cubicBezTo>
                  <a:cubicBezTo>
                    <a:pt x="26906" y="138548"/>
                    <a:pt x="26893" y="147441"/>
                    <a:pt x="26885" y="156334"/>
                  </a:cubicBezTo>
                  <a:cubicBezTo>
                    <a:pt x="26881" y="160863"/>
                    <a:pt x="26878" y="165392"/>
                    <a:pt x="26870" y="169921"/>
                  </a:cubicBezTo>
                  <a:cubicBezTo>
                    <a:pt x="26862" y="174363"/>
                    <a:pt x="26855" y="178805"/>
                    <a:pt x="26852" y="183247"/>
                  </a:cubicBezTo>
                  <a:cubicBezTo>
                    <a:pt x="26851" y="184931"/>
                    <a:pt x="26850" y="186615"/>
                    <a:pt x="26849" y="188299"/>
                  </a:cubicBezTo>
                  <a:cubicBezTo>
                    <a:pt x="26843" y="190735"/>
                    <a:pt x="26837" y="193171"/>
                    <a:pt x="26837" y="195607"/>
                  </a:cubicBezTo>
                  <a:cubicBezTo>
                    <a:pt x="26837" y="196363"/>
                    <a:pt x="26837" y="197096"/>
                    <a:pt x="26837" y="197829"/>
                  </a:cubicBezTo>
                  <a:cubicBezTo>
                    <a:pt x="26834" y="198550"/>
                    <a:pt x="26832" y="199250"/>
                    <a:pt x="26829" y="199950"/>
                  </a:cubicBezTo>
                  <a:cubicBezTo>
                    <a:pt x="26832" y="201885"/>
                    <a:pt x="26212" y="204103"/>
                    <a:pt x="27666" y="205557"/>
                  </a:cubicBezTo>
                  <a:cubicBezTo>
                    <a:pt x="28924" y="205590"/>
                    <a:pt x="30183" y="205616"/>
                    <a:pt x="31442" y="205602"/>
                  </a:cubicBezTo>
                  <a:cubicBezTo>
                    <a:pt x="31998" y="205592"/>
                    <a:pt x="32538" y="205583"/>
                    <a:pt x="33078" y="205573"/>
                  </a:cubicBezTo>
                  <a:cubicBezTo>
                    <a:pt x="34883" y="205550"/>
                    <a:pt x="36688" y="205526"/>
                    <a:pt x="38494" y="205498"/>
                  </a:cubicBezTo>
                  <a:cubicBezTo>
                    <a:pt x="39787" y="205477"/>
                    <a:pt x="41080" y="205458"/>
                    <a:pt x="42374" y="205440"/>
                  </a:cubicBezTo>
                  <a:cubicBezTo>
                    <a:pt x="45756" y="205394"/>
                    <a:pt x="49138" y="205346"/>
                    <a:pt x="52520" y="205295"/>
                  </a:cubicBezTo>
                  <a:cubicBezTo>
                    <a:pt x="56028" y="205241"/>
                    <a:pt x="59536" y="205191"/>
                    <a:pt x="63043" y="205142"/>
                  </a:cubicBezTo>
                  <a:cubicBezTo>
                    <a:pt x="70599" y="205037"/>
                    <a:pt x="78154" y="204927"/>
                    <a:pt x="85709" y="204813"/>
                  </a:cubicBezTo>
                  <a:cubicBezTo>
                    <a:pt x="85709" y="203801"/>
                    <a:pt x="85709" y="202818"/>
                    <a:pt x="85709" y="201836"/>
                  </a:cubicBezTo>
                  <a:cubicBezTo>
                    <a:pt x="86410" y="201872"/>
                    <a:pt x="87091" y="201906"/>
                    <a:pt x="87772" y="201941"/>
                  </a:cubicBezTo>
                  <a:cubicBezTo>
                    <a:pt x="88684" y="201968"/>
                    <a:pt x="89568" y="201995"/>
                    <a:pt x="90452" y="202022"/>
                  </a:cubicBezTo>
                  <a:cubicBezTo>
                    <a:pt x="93121" y="202127"/>
                    <a:pt x="93121" y="202127"/>
                    <a:pt x="95382" y="201836"/>
                  </a:cubicBezTo>
                  <a:cubicBezTo>
                    <a:pt x="95696" y="201333"/>
                    <a:pt x="96000" y="200845"/>
                    <a:pt x="96304" y="200357"/>
                  </a:cubicBezTo>
                  <a:cubicBezTo>
                    <a:pt x="96497" y="199848"/>
                    <a:pt x="96684" y="199354"/>
                    <a:pt x="96871" y="198860"/>
                  </a:cubicBezTo>
                  <a:cubicBezTo>
                    <a:pt x="98362" y="198628"/>
                    <a:pt x="99850" y="198378"/>
                    <a:pt x="101335" y="198115"/>
                  </a:cubicBezTo>
                  <a:cubicBezTo>
                    <a:pt x="103649" y="196232"/>
                    <a:pt x="104936" y="194626"/>
                    <a:pt x="106312" y="191976"/>
                  </a:cubicBezTo>
                  <a:cubicBezTo>
                    <a:pt x="106644" y="191280"/>
                    <a:pt x="106966" y="190605"/>
                    <a:pt x="107289" y="189930"/>
                  </a:cubicBezTo>
                  <a:cubicBezTo>
                    <a:pt x="108040" y="189554"/>
                    <a:pt x="108040" y="189554"/>
                    <a:pt x="108777" y="189186"/>
                  </a:cubicBezTo>
                  <a:cubicBezTo>
                    <a:pt x="108994" y="187445"/>
                    <a:pt x="109243" y="185708"/>
                    <a:pt x="109521" y="183977"/>
                  </a:cubicBezTo>
                  <a:cubicBezTo>
                    <a:pt x="110648" y="183601"/>
                    <a:pt x="110648" y="183601"/>
                    <a:pt x="111753" y="183233"/>
                  </a:cubicBezTo>
                  <a:cubicBezTo>
                    <a:pt x="111850" y="182791"/>
                    <a:pt x="111943" y="182362"/>
                    <a:pt x="112037" y="181933"/>
                  </a:cubicBezTo>
                  <a:cubicBezTo>
                    <a:pt x="112039" y="181352"/>
                    <a:pt x="112041" y="180787"/>
                    <a:pt x="112042" y="180223"/>
                  </a:cubicBezTo>
                  <a:cubicBezTo>
                    <a:pt x="112053" y="179246"/>
                    <a:pt x="112053" y="179246"/>
                    <a:pt x="112064" y="178289"/>
                  </a:cubicBezTo>
                  <a:cubicBezTo>
                    <a:pt x="112059" y="177574"/>
                    <a:pt x="112054" y="176880"/>
                    <a:pt x="112050" y="176186"/>
                  </a:cubicBezTo>
                  <a:cubicBezTo>
                    <a:pt x="112054" y="174734"/>
                    <a:pt x="112057" y="173282"/>
                    <a:pt x="112059" y="171829"/>
                  </a:cubicBezTo>
                  <a:cubicBezTo>
                    <a:pt x="112044" y="169526"/>
                    <a:pt x="112033" y="167224"/>
                    <a:pt x="112044" y="164921"/>
                  </a:cubicBezTo>
                  <a:cubicBezTo>
                    <a:pt x="112054" y="163422"/>
                    <a:pt x="112058" y="161923"/>
                    <a:pt x="112056" y="160424"/>
                  </a:cubicBezTo>
                  <a:cubicBezTo>
                    <a:pt x="112054" y="159695"/>
                    <a:pt x="112052" y="158988"/>
                    <a:pt x="112050" y="158281"/>
                  </a:cubicBezTo>
                  <a:cubicBezTo>
                    <a:pt x="112055" y="157566"/>
                    <a:pt x="112059" y="156872"/>
                    <a:pt x="112064" y="156178"/>
                  </a:cubicBezTo>
                  <a:cubicBezTo>
                    <a:pt x="112056" y="155521"/>
                    <a:pt x="112049" y="154883"/>
                    <a:pt x="112042" y="154244"/>
                  </a:cubicBezTo>
                  <a:cubicBezTo>
                    <a:pt x="112037" y="152534"/>
                    <a:pt x="112037" y="152534"/>
                    <a:pt x="111753" y="151235"/>
                  </a:cubicBezTo>
                  <a:cubicBezTo>
                    <a:pt x="110626" y="150859"/>
                    <a:pt x="110626" y="150859"/>
                    <a:pt x="109521" y="150490"/>
                  </a:cubicBezTo>
                  <a:cubicBezTo>
                    <a:pt x="109621" y="146893"/>
                    <a:pt x="109024" y="145729"/>
                    <a:pt x="106544" y="143049"/>
                  </a:cubicBezTo>
                  <a:cubicBezTo>
                    <a:pt x="105289" y="141824"/>
                    <a:pt x="104048" y="140584"/>
                    <a:pt x="102824" y="139328"/>
                  </a:cubicBezTo>
                  <a:cubicBezTo>
                    <a:pt x="102173" y="137607"/>
                    <a:pt x="102173" y="137607"/>
                    <a:pt x="101335" y="136352"/>
                  </a:cubicBezTo>
                  <a:cubicBezTo>
                    <a:pt x="100418" y="136288"/>
                    <a:pt x="99528" y="136227"/>
                    <a:pt x="98638" y="136166"/>
                  </a:cubicBezTo>
                  <a:cubicBezTo>
                    <a:pt x="97370" y="136260"/>
                    <a:pt x="97370" y="136260"/>
                    <a:pt x="96126" y="136352"/>
                  </a:cubicBezTo>
                  <a:cubicBezTo>
                    <a:pt x="96126" y="135340"/>
                    <a:pt x="96126" y="134357"/>
                    <a:pt x="96126" y="133375"/>
                  </a:cubicBezTo>
                  <a:cubicBezTo>
                    <a:pt x="94552" y="133446"/>
                    <a:pt x="92977" y="133513"/>
                    <a:pt x="91401" y="133557"/>
                  </a:cubicBezTo>
                  <a:cubicBezTo>
                    <a:pt x="90429" y="133582"/>
                    <a:pt x="90429" y="133582"/>
                    <a:pt x="89476" y="133608"/>
                  </a:cubicBezTo>
                  <a:cubicBezTo>
                    <a:pt x="88824" y="133640"/>
                    <a:pt x="88191" y="133671"/>
                    <a:pt x="87559" y="133702"/>
                  </a:cubicBezTo>
                  <a:cubicBezTo>
                    <a:pt x="86939" y="133715"/>
                    <a:pt x="86337" y="133726"/>
                    <a:pt x="85735" y="133738"/>
                  </a:cubicBezTo>
                  <a:cubicBezTo>
                    <a:pt x="84084" y="133892"/>
                    <a:pt x="84084" y="133892"/>
                    <a:pt x="82732" y="133375"/>
                  </a:cubicBezTo>
                  <a:cubicBezTo>
                    <a:pt x="82599" y="131515"/>
                    <a:pt x="82599" y="131515"/>
                    <a:pt x="81988" y="129654"/>
                  </a:cubicBezTo>
                  <a:cubicBezTo>
                    <a:pt x="81247" y="129502"/>
                    <a:pt x="80527" y="129355"/>
                    <a:pt x="79808" y="129207"/>
                  </a:cubicBezTo>
                  <a:close/>
                  <a:moveTo>
                    <a:pt x="76944" y="30103"/>
                  </a:moveTo>
                  <a:cubicBezTo>
                    <a:pt x="75992" y="30112"/>
                    <a:pt x="75068" y="30120"/>
                    <a:pt x="74145" y="30128"/>
                  </a:cubicBezTo>
                  <a:cubicBezTo>
                    <a:pt x="72508" y="30127"/>
                    <a:pt x="70872" y="30131"/>
                    <a:pt x="69235" y="30158"/>
                  </a:cubicBezTo>
                  <a:cubicBezTo>
                    <a:pt x="68153" y="30176"/>
                    <a:pt x="67070" y="30190"/>
                    <a:pt x="65987" y="30195"/>
                  </a:cubicBezTo>
                  <a:cubicBezTo>
                    <a:pt x="64443" y="30198"/>
                    <a:pt x="64443" y="30198"/>
                    <a:pt x="61140" y="30215"/>
                  </a:cubicBezTo>
                  <a:cubicBezTo>
                    <a:pt x="58345" y="30250"/>
                    <a:pt x="55632" y="30284"/>
                    <a:pt x="52919" y="30318"/>
                  </a:cubicBezTo>
                  <a:cubicBezTo>
                    <a:pt x="44080" y="30397"/>
                    <a:pt x="35500" y="30474"/>
                    <a:pt x="26921" y="30550"/>
                  </a:cubicBezTo>
                  <a:cubicBezTo>
                    <a:pt x="26921" y="53827"/>
                    <a:pt x="26921" y="76419"/>
                    <a:pt x="26921" y="99011"/>
                  </a:cubicBezTo>
                  <a:cubicBezTo>
                    <a:pt x="35887" y="99043"/>
                    <a:pt x="44589" y="99074"/>
                    <a:pt x="53291" y="99104"/>
                  </a:cubicBezTo>
                  <a:cubicBezTo>
                    <a:pt x="57188" y="99124"/>
                    <a:pt x="61084" y="99144"/>
                    <a:pt x="64980" y="99152"/>
                  </a:cubicBezTo>
                  <a:cubicBezTo>
                    <a:pt x="66028" y="99153"/>
                    <a:pt x="67077" y="99155"/>
                    <a:pt x="68125" y="99157"/>
                  </a:cubicBezTo>
                  <a:cubicBezTo>
                    <a:pt x="69828" y="99168"/>
                    <a:pt x="71530" y="99180"/>
                    <a:pt x="73233" y="99181"/>
                  </a:cubicBezTo>
                  <a:cubicBezTo>
                    <a:pt x="73773" y="99181"/>
                    <a:pt x="74297" y="99181"/>
                    <a:pt x="74821" y="99180"/>
                  </a:cubicBezTo>
                  <a:cubicBezTo>
                    <a:pt x="77660" y="99190"/>
                    <a:pt x="77660" y="99190"/>
                    <a:pt x="79755" y="99011"/>
                  </a:cubicBezTo>
                  <a:cubicBezTo>
                    <a:pt x="80008" y="98505"/>
                    <a:pt x="80254" y="98014"/>
                    <a:pt x="80499" y="97523"/>
                  </a:cubicBezTo>
                  <a:cubicBezTo>
                    <a:pt x="80246" y="96764"/>
                    <a:pt x="80001" y="96027"/>
                    <a:pt x="79755" y="95291"/>
                  </a:cubicBezTo>
                  <a:cubicBezTo>
                    <a:pt x="80392" y="95355"/>
                    <a:pt x="81011" y="95417"/>
                    <a:pt x="81630" y="95480"/>
                  </a:cubicBezTo>
                  <a:cubicBezTo>
                    <a:pt x="82867" y="95596"/>
                    <a:pt x="82867" y="95596"/>
                    <a:pt x="84080" y="95709"/>
                  </a:cubicBezTo>
                  <a:cubicBezTo>
                    <a:pt x="86742" y="95967"/>
                    <a:pt x="88367" y="96141"/>
                    <a:pt x="90917" y="95291"/>
                  </a:cubicBezTo>
                  <a:cubicBezTo>
                    <a:pt x="91161" y="93755"/>
                    <a:pt x="91161" y="93755"/>
                    <a:pt x="91661" y="92314"/>
                  </a:cubicBezTo>
                  <a:cubicBezTo>
                    <a:pt x="93289" y="92454"/>
                    <a:pt x="93289" y="92454"/>
                    <a:pt x="95382" y="92314"/>
                  </a:cubicBezTo>
                  <a:cubicBezTo>
                    <a:pt x="97772" y="90218"/>
                    <a:pt x="99505" y="87666"/>
                    <a:pt x="101149" y="84966"/>
                  </a:cubicBezTo>
                  <a:cubicBezTo>
                    <a:pt x="101465" y="84428"/>
                    <a:pt x="101772" y="83906"/>
                    <a:pt x="102079" y="83384"/>
                  </a:cubicBezTo>
                  <a:cubicBezTo>
                    <a:pt x="102831" y="83009"/>
                    <a:pt x="102831" y="83009"/>
                    <a:pt x="103567" y="82640"/>
                  </a:cubicBezTo>
                  <a:cubicBezTo>
                    <a:pt x="103617" y="81951"/>
                    <a:pt x="103665" y="81283"/>
                    <a:pt x="103713" y="80614"/>
                  </a:cubicBezTo>
                  <a:cubicBezTo>
                    <a:pt x="103695" y="79769"/>
                    <a:pt x="103678" y="78949"/>
                    <a:pt x="103661" y="78129"/>
                  </a:cubicBezTo>
                  <a:cubicBezTo>
                    <a:pt x="103647" y="77282"/>
                    <a:pt x="103633" y="76460"/>
                    <a:pt x="103620" y="75638"/>
                  </a:cubicBezTo>
                  <a:cubicBezTo>
                    <a:pt x="103602" y="74983"/>
                    <a:pt x="103585" y="74347"/>
                    <a:pt x="103567" y="73711"/>
                  </a:cubicBezTo>
                  <a:cubicBezTo>
                    <a:pt x="104327" y="73711"/>
                    <a:pt x="105063" y="73711"/>
                    <a:pt x="105800" y="73711"/>
                  </a:cubicBezTo>
                  <a:cubicBezTo>
                    <a:pt x="106669" y="71972"/>
                    <a:pt x="106669" y="71972"/>
                    <a:pt x="106755" y="66573"/>
                  </a:cubicBezTo>
                  <a:cubicBezTo>
                    <a:pt x="106762" y="65821"/>
                    <a:pt x="106769" y="65092"/>
                    <a:pt x="106777" y="64362"/>
                  </a:cubicBezTo>
                  <a:cubicBezTo>
                    <a:pt x="106799" y="63608"/>
                    <a:pt x="106820" y="62875"/>
                    <a:pt x="106842" y="62143"/>
                  </a:cubicBezTo>
                  <a:cubicBezTo>
                    <a:pt x="106852" y="61078"/>
                    <a:pt x="106852" y="61078"/>
                    <a:pt x="106861" y="60034"/>
                  </a:cubicBezTo>
                  <a:cubicBezTo>
                    <a:pt x="106894" y="58091"/>
                    <a:pt x="106894" y="58091"/>
                    <a:pt x="106544" y="56595"/>
                  </a:cubicBezTo>
                  <a:cubicBezTo>
                    <a:pt x="106036" y="56435"/>
                    <a:pt x="105543" y="56279"/>
                    <a:pt x="105049" y="56123"/>
                  </a:cubicBezTo>
                  <a:cubicBezTo>
                    <a:pt x="104545" y="56031"/>
                    <a:pt x="104056" y="55941"/>
                    <a:pt x="103567" y="55851"/>
                  </a:cubicBezTo>
                  <a:cubicBezTo>
                    <a:pt x="103495" y="55227"/>
                    <a:pt x="103425" y="54620"/>
                    <a:pt x="103355" y="54014"/>
                  </a:cubicBezTo>
                  <a:cubicBezTo>
                    <a:pt x="103513" y="51871"/>
                    <a:pt x="103700" y="49811"/>
                    <a:pt x="103567" y="47666"/>
                  </a:cubicBezTo>
                  <a:cubicBezTo>
                    <a:pt x="102440" y="47290"/>
                    <a:pt x="102440" y="47290"/>
                    <a:pt x="101335" y="46922"/>
                  </a:cubicBezTo>
                  <a:cubicBezTo>
                    <a:pt x="101335" y="43945"/>
                    <a:pt x="101335" y="43945"/>
                    <a:pt x="99847" y="41713"/>
                  </a:cubicBezTo>
                  <a:cubicBezTo>
                    <a:pt x="98309" y="41037"/>
                    <a:pt x="98309" y="41037"/>
                    <a:pt x="96870" y="40224"/>
                  </a:cubicBezTo>
                  <a:cubicBezTo>
                    <a:pt x="96591" y="38643"/>
                    <a:pt x="96591" y="38643"/>
                    <a:pt x="96126" y="37248"/>
                  </a:cubicBezTo>
                  <a:cubicBezTo>
                    <a:pt x="95351" y="37184"/>
                    <a:pt x="94599" y="37123"/>
                    <a:pt x="93847" y="37062"/>
                  </a:cubicBezTo>
                  <a:cubicBezTo>
                    <a:pt x="93104" y="37125"/>
                    <a:pt x="92383" y="37186"/>
                    <a:pt x="91661" y="37248"/>
                  </a:cubicBezTo>
                  <a:cubicBezTo>
                    <a:pt x="91661" y="36236"/>
                    <a:pt x="91661" y="35253"/>
                    <a:pt x="91661" y="34271"/>
                  </a:cubicBezTo>
                  <a:cubicBezTo>
                    <a:pt x="89429" y="33527"/>
                    <a:pt x="89429" y="33527"/>
                    <a:pt x="87095" y="33617"/>
                  </a:cubicBezTo>
                  <a:cubicBezTo>
                    <a:pt x="86196" y="33697"/>
                    <a:pt x="85324" y="33775"/>
                    <a:pt x="84452" y="33853"/>
                  </a:cubicBezTo>
                  <a:cubicBezTo>
                    <a:pt x="83548" y="33931"/>
                    <a:pt x="82670" y="34006"/>
                    <a:pt x="81793" y="34082"/>
                  </a:cubicBezTo>
                  <a:cubicBezTo>
                    <a:pt x="80764" y="34178"/>
                    <a:pt x="80764" y="34178"/>
                    <a:pt x="79755" y="34271"/>
                  </a:cubicBezTo>
                  <a:cubicBezTo>
                    <a:pt x="79687" y="32437"/>
                    <a:pt x="79687" y="32437"/>
                    <a:pt x="79011" y="30550"/>
                  </a:cubicBezTo>
                  <a:cubicBezTo>
                    <a:pt x="78308" y="30398"/>
                    <a:pt x="77626" y="30251"/>
                    <a:pt x="76944" y="30103"/>
                  </a:cubicBezTo>
                  <a:close/>
                  <a:moveTo>
                    <a:pt x="96" y="0"/>
                  </a:moveTo>
                  <a:cubicBezTo>
                    <a:pt x="31283" y="0"/>
                    <a:pt x="62470" y="0"/>
                    <a:pt x="94602" y="0"/>
                  </a:cubicBezTo>
                  <a:cubicBezTo>
                    <a:pt x="94602" y="982"/>
                    <a:pt x="94602" y="1965"/>
                    <a:pt x="94602" y="2977"/>
                  </a:cubicBezTo>
                  <a:cubicBezTo>
                    <a:pt x="95229" y="2942"/>
                    <a:pt x="95857" y="2907"/>
                    <a:pt x="96503" y="2872"/>
                  </a:cubicBezTo>
                  <a:cubicBezTo>
                    <a:pt x="97318" y="2845"/>
                    <a:pt x="98134" y="2818"/>
                    <a:pt x="98974" y="2791"/>
                  </a:cubicBezTo>
                  <a:cubicBezTo>
                    <a:pt x="99785" y="2756"/>
                    <a:pt x="100597" y="2721"/>
                    <a:pt x="101433" y="2686"/>
                  </a:cubicBezTo>
                  <a:cubicBezTo>
                    <a:pt x="102125" y="2782"/>
                    <a:pt x="102818" y="2878"/>
                    <a:pt x="103532" y="2977"/>
                  </a:cubicBezTo>
                  <a:cubicBezTo>
                    <a:pt x="104392" y="4442"/>
                    <a:pt x="104392" y="4442"/>
                    <a:pt x="105020" y="5953"/>
                  </a:cubicBezTo>
                  <a:cubicBezTo>
                    <a:pt x="107671" y="6562"/>
                    <a:pt x="107671" y="6562"/>
                    <a:pt x="110229" y="6697"/>
                  </a:cubicBezTo>
                  <a:cubicBezTo>
                    <a:pt x="110229" y="7680"/>
                    <a:pt x="110229" y="8662"/>
                    <a:pt x="110229" y="9674"/>
                  </a:cubicBezTo>
                  <a:cubicBezTo>
                    <a:pt x="110843" y="9797"/>
                    <a:pt x="111457" y="9919"/>
                    <a:pt x="112089" y="10046"/>
                  </a:cubicBezTo>
                  <a:cubicBezTo>
                    <a:pt x="112703" y="10169"/>
                    <a:pt x="113317" y="10291"/>
                    <a:pt x="113950" y="10418"/>
                  </a:cubicBezTo>
                  <a:cubicBezTo>
                    <a:pt x="113950" y="11400"/>
                    <a:pt x="113950" y="12382"/>
                    <a:pt x="113950" y="13395"/>
                  </a:cubicBezTo>
                  <a:cubicBezTo>
                    <a:pt x="115177" y="13395"/>
                    <a:pt x="116405" y="13395"/>
                    <a:pt x="117670" y="13395"/>
                  </a:cubicBezTo>
                  <a:cubicBezTo>
                    <a:pt x="117670" y="14377"/>
                    <a:pt x="117670" y="15359"/>
                    <a:pt x="117670" y="16371"/>
                  </a:cubicBezTo>
                  <a:cubicBezTo>
                    <a:pt x="118407" y="16371"/>
                    <a:pt x="119144" y="16371"/>
                    <a:pt x="119903" y="16371"/>
                  </a:cubicBezTo>
                  <a:cubicBezTo>
                    <a:pt x="120151" y="17611"/>
                    <a:pt x="120399" y="18852"/>
                    <a:pt x="120647" y="20092"/>
                  </a:cubicBezTo>
                  <a:cubicBezTo>
                    <a:pt x="121384" y="20092"/>
                    <a:pt x="122120" y="20092"/>
                    <a:pt x="122879" y="20092"/>
                  </a:cubicBezTo>
                  <a:cubicBezTo>
                    <a:pt x="122879" y="21320"/>
                    <a:pt x="122879" y="22547"/>
                    <a:pt x="122879" y="23812"/>
                  </a:cubicBezTo>
                  <a:cubicBezTo>
                    <a:pt x="123616" y="23812"/>
                    <a:pt x="124353" y="23812"/>
                    <a:pt x="125112" y="23812"/>
                  </a:cubicBezTo>
                  <a:cubicBezTo>
                    <a:pt x="125357" y="25286"/>
                    <a:pt x="125603" y="26759"/>
                    <a:pt x="125856" y="28277"/>
                  </a:cubicBezTo>
                  <a:cubicBezTo>
                    <a:pt x="126593" y="28277"/>
                    <a:pt x="127329" y="28277"/>
                    <a:pt x="128088" y="28277"/>
                  </a:cubicBezTo>
                  <a:cubicBezTo>
                    <a:pt x="128165" y="29121"/>
                    <a:pt x="128242" y="29966"/>
                    <a:pt x="128321" y="30835"/>
                  </a:cubicBezTo>
                  <a:cubicBezTo>
                    <a:pt x="128490" y="31710"/>
                    <a:pt x="128658" y="32585"/>
                    <a:pt x="128832" y="33486"/>
                  </a:cubicBezTo>
                  <a:cubicBezTo>
                    <a:pt x="129569" y="33732"/>
                    <a:pt x="130306" y="33977"/>
                    <a:pt x="131065" y="34230"/>
                  </a:cubicBezTo>
                  <a:cubicBezTo>
                    <a:pt x="131367" y="35852"/>
                    <a:pt x="131367" y="35852"/>
                    <a:pt x="131437" y="37858"/>
                  </a:cubicBezTo>
                  <a:cubicBezTo>
                    <a:pt x="131463" y="39831"/>
                    <a:pt x="131463" y="39831"/>
                    <a:pt x="131809" y="41672"/>
                  </a:cubicBezTo>
                  <a:cubicBezTo>
                    <a:pt x="132178" y="42010"/>
                    <a:pt x="132547" y="42348"/>
                    <a:pt x="132927" y="42696"/>
                  </a:cubicBezTo>
                  <a:cubicBezTo>
                    <a:pt x="134376" y="44267"/>
                    <a:pt x="134316" y="45084"/>
                    <a:pt x="134307" y="47196"/>
                  </a:cubicBezTo>
                  <a:cubicBezTo>
                    <a:pt x="134310" y="48191"/>
                    <a:pt x="134310" y="48191"/>
                    <a:pt x="134313" y="49205"/>
                  </a:cubicBezTo>
                  <a:cubicBezTo>
                    <a:pt x="134300" y="50276"/>
                    <a:pt x="134300" y="50276"/>
                    <a:pt x="134286" y="51369"/>
                  </a:cubicBezTo>
                  <a:cubicBezTo>
                    <a:pt x="134284" y="52104"/>
                    <a:pt x="134283" y="52839"/>
                    <a:pt x="134281" y="53596"/>
                  </a:cubicBezTo>
                  <a:cubicBezTo>
                    <a:pt x="134276" y="55149"/>
                    <a:pt x="134266" y="56703"/>
                    <a:pt x="134251" y="58257"/>
                  </a:cubicBezTo>
                  <a:cubicBezTo>
                    <a:pt x="134228" y="60638"/>
                    <a:pt x="134220" y="63019"/>
                    <a:pt x="134216" y="65400"/>
                  </a:cubicBezTo>
                  <a:cubicBezTo>
                    <a:pt x="134209" y="66909"/>
                    <a:pt x="134201" y="68417"/>
                    <a:pt x="134193" y="69926"/>
                  </a:cubicBezTo>
                  <a:cubicBezTo>
                    <a:pt x="134189" y="70640"/>
                    <a:pt x="134186" y="71354"/>
                    <a:pt x="134183" y="72089"/>
                  </a:cubicBezTo>
                  <a:cubicBezTo>
                    <a:pt x="134176" y="72752"/>
                    <a:pt x="134169" y="73416"/>
                    <a:pt x="134161" y="74099"/>
                  </a:cubicBezTo>
                  <a:cubicBezTo>
                    <a:pt x="134154" y="74973"/>
                    <a:pt x="134154" y="74973"/>
                    <a:pt x="134146" y="75866"/>
                  </a:cubicBezTo>
                  <a:cubicBezTo>
                    <a:pt x="134041" y="77391"/>
                    <a:pt x="134041" y="77391"/>
                    <a:pt x="133297" y="79623"/>
                  </a:cubicBezTo>
                  <a:cubicBezTo>
                    <a:pt x="132561" y="79991"/>
                    <a:pt x="132561" y="79991"/>
                    <a:pt x="131809" y="80367"/>
                  </a:cubicBezTo>
                  <a:cubicBezTo>
                    <a:pt x="131545" y="82291"/>
                    <a:pt x="131479" y="84195"/>
                    <a:pt x="131393" y="86134"/>
                  </a:cubicBezTo>
                  <a:cubicBezTo>
                    <a:pt x="131231" y="86963"/>
                    <a:pt x="131231" y="86963"/>
                    <a:pt x="131065" y="87809"/>
                  </a:cubicBezTo>
                  <a:cubicBezTo>
                    <a:pt x="130328" y="88054"/>
                    <a:pt x="129591" y="88300"/>
                    <a:pt x="128832" y="88553"/>
                  </a:cubicBezTo>
                  <a:cubicBezTo>
                    <a:pt x="128574" y="90039"/>
                    <a:pt x="128327" y="91528"/>
                    <a:pt x="128088" y="93018"/>
                  </a:cubicBezTo>
                  <a:cubicBezTo>
                    <a:pt x="127019" y="94227"/>
                    <a:pt x="127019" y="94227"/>
                    <a:pt x="125856" y="95250"/>
                  </a:cubicBezTo>
                  <a:cubicBezTo>
                    <a:pt x="125595" y="95772"/>
                    <a:pt x="125334" y="96294"/>
                    <a:pt x="125065" y="96831"/>
                  </a:cubicBezTo>
                  <a:cubicBezTo>
                    <a:pt x="124368" y="98227"/>
                    <a:pt x="124368" y="98227"/>
                    <a:pt x="122879" y="98971"/>
                  </a:cubicBezTo>
                  <a:cubicBezTo>
                    <a:pt x="122634" y="99477"/>
                    <a:pt x="122388" y="99984"/>
                    <a:pt x="122135" y="100505"/>
                  </a:cubicBezTo>
                  <a:cubicBezTo>
                    <a:pt x="121890" y="100981"/>
                    <a:pt x="121644" y="101457"/>
                    <a:pt x="121391" y="101947"/>
                  </a:cubicBezTo>
                  <a:cubicBezTo>
                    <a:pt x="120900" y="101947"/>
                    <a:pt x="120409" y="101947"/>
                    <a:pt x="119903" y="101947"/>
                  </a:cubicBezTo>
                  <a:cubicBezTo>
                    <a:pt x="119688" y="102546"/>
                    <a:pt x="119473" y="103144"/>
                    <a:pt x="119252" y="103761"/>
                  </a:cubicBezTo>
                  <a:cubicBezTo>
                    <a:pt x="118975" y="104390"/>
                    <a:pt x="118699" y="105020"/>
                    <a:pt x="118414" y="105668"/>
                  </a:cubicBezTo>
                  <a:cubicBezTo>
                    <a:pt x="117428" y="105937"/>
                    <a:pt x="116435" y="106187"/>
                    <a:pt x="115438" y="106412"/>
                  </a:cubicBezTo>
                  <a:cubicBezTo>
                    <a:pt x="114832" y="107905"/>
                    <a:pt x="114832" y="107905"/>
                    <a:pt x="114694" y="109389"/>
                  </a:cubicBezTo>
                  <a:cubicBezTo>
                    <a:pt x="113711" y="109143"/>
                    <a:pt x="112729" y="108898"/>
                    <a:pt x="111717" y="108645"/>
                  </a:cubicBezTo>
                  <a:cubicBezTo>
                    <a:pt x="113344" y="110582"/>
                    <a:pt x="113344" y="110582"/>
                    <a:pt x="115438" y="112365"/>
                  </a:cubicBezTo>
                  <a:cubicBezTo>
                    <a:pt x="116678" y="112393"/>
                    <a:pt x="117919" y="112400"/>
                    <a:pt x="119159" y="112365"/>
                  </a:cubicBezTo>
                  <a:cubicBezTo>
                    <a:pt x="119320" y="113079"/>
                    <a:pt x="119320" y="113079"/>
                    <a:pt x="119484" y="113807"/>
                  </a:cubicBezTo>
                  <a:cubicBezTo>
                    <a:pt x="119622" y="114313"/>
                    <a:pt x="119760" y="114820"/>
                    <a:pt x="119903" y="115342"/>
                  </a:cubicBezTo>
                  <a:cubicBezTo>
                    <a:pt x="121390" y="115595"/>
                    <a:pt x="122878" y="115843"/>
                    <a:pt x="124368" y="116086"/>
                  </a:cubicBezTo>
                  <a:cubicBezTo>
                    <a:pt x="125298" y="117574"/>
                    <a:pt x="125298" y="117574"/>
                    <a:pt x="125856" y="119062"/>
                  </a:cubicBezTo>
                  <a:cubicBezTo>
                    <a:pt x="126347" y="119308"/>
                    <a:pt x="126838" y="119554"/>
                    <a:pt x="127344" y="119807"/>
                  </a:cubicBezTo>
                  <a:cubicBezTo>
                    <a:pt x="127840" y="120799"/>
                    <a:pt x="128336" y="121791"/>
                    <a:pt x="128832" y="122783"/>
                  </a:cubicBezTo>
                  <a:cubicBezTo>
                    <a:pt x="129324" y="123029"/>
                    <a:pt x="129815" y="123274"/>
                    <a:pt x="130321" y="123527"/>
                  </a:cubicBezTo>
                  <a:cubicBezTo>
                    <a:pt x="130817" y="124520"/>
                    <a:pt x="131313" y="125512"/>
                    <a:pt x="131809" y="126504"/>
                  </a:cubicBezTo>
                  <a:cubicBezTo>
                    <a:pt x="132300" y="126749"/>
                    <a:pt x="132791" y="126995"/>
                    <a:pt x="133297" y="127248"/>
                  </a:cubicBezTo>
                  <a:cubicBezTo>
                    <a:pt x="133793" y="128240"/>
                    <a:pt x="134289" y="129232"/>
                    <a:pt x="134786" y="130225"/>
                  </a:cubicBezTo>
                  <a:cubicBezTo>
                    <a:pt x="135277" y="130470"/>
                    <a:pt x="135768" y="130716"/>
                    <a:pt x="136274" y="130969"/>
                  </a:cubicBezTo>
                  <a:cubicBezTo>
                    <a:pt x="136715" y="132940"/>
                    <a:pt x="136826" y="134907"/>
                    <a:pt x="137018" y="136922"/>
                  </a:cubicBezTo>
                  <a:cubicBezTo>
                    <a:pt x="137755" y="136922"/>
                    <a:pt x="138491" y="136922"/>
                    <a:pt x="139250" y="136922"/>
                  </a:cubicBezTo>
                  <a:cubicBezTo>
                    <a:pt x="139371" y="138399"/>
                    <a:pt x="139493" y="139877"/>
                    <a:pt x="139614" y="141355"/>
                  </a:cubicBezTo>
                  <a:cubicBezTo>
                    <a:pt x="139866" y="142949"/>
                    <a:pt x="139866" y="142949"/>
                    <a:pt x="141137" y="143930"/>
                  </a:cubicBezTo>
                  <a:cubicBezTo>
                    <a:pt x="142227" y="145107"/>
                    <a:pt x="142227" y="145107"/>
                    <a:pt x="142419" y="147038"/>
                  </a:cubicBezTo>
                  <a:cubicBezTo>
                    <a:pt x="142386" y="147751"/>
                    <a:pt x="142354" y="148465"/>
                    <a:pt x="142320" y="149200"/>
                  </a:cubicBezTo>
                  <a:cubicBezTo>
                    <a:pt x="142221" y="151656"/>
                    <a:pt x="142187" y="153173"/>
                    <a:pt x="142971" y="155525"/>
                  </a:cubicBezTo>
                  <a:cubicBezTo>
                    <a:pt x="143462" y="155771"/>
                    <a:pt x="143953" y="156017"/>
                    <a:pt x="144459" y="156270"/>
                  </a:cubicBezTo>
                  <a:cubicBezTo>
                    <a:pt x="144652" y="158323"/>
                    <a:pt x="144652" y="158323"/>
                    <a:pt x="144657" y="161037"/>
                  </a:cubicBezTo>
                  <a:cubicBezTo>
                    <a:pt x="144659" y="162005"/>
                    <a:pt x="144661" y="162972"/>
                    <a:pt x="144663" y="163970"/>
                  </a:cubicBezTo>
                  <a:cubicBezTo>
                    <a:pt x="144660" y="164476"/>
                    <a:pt x="144657" y="164983"/>
                    <a:pt x="144653" y="165505"/>
                  </a:cubicBezTo>
                  <a:cubicBezTo>
                    <a:pt x="144645" y="167053"/>
                    <a:pt x="144653" y="168601"/>
                    <a:pt x="144663" y="170149"/>
                  </a:cubicBezTo>
                  <a:cubicBezTo>
                    <a:pt x="144661" y="171117"/>
                    <a:pt x="144659" y="172085"/>
                    <a:pt x="144657" y="173082"/>
                  </a:cubicBezTo>
                  <a:cubicBezTo>
                    <a:pt x="144655" y="173978"/>
                    <a:pt x="144654" y="174873"/>
                    <a:pt x="144652" y="175796"/>
                  </a:cubicBezTo>
                  <a:cubicBezTo>
                    <a:pt x="144588" y="176474"/>
                    <a:pt x="144525" y="177151"/>
                    <a:pt x="144459" y="177850"/>
                  </a:cubicBezTo>
                  <a:cubicBezTo>
                    <a:pt x="143968" y="178095"/>
                    <a:pt x="143477" y="178341"/>
                    <a:pt x="142971" y="178594"/>
                  </a:cubicBezTo>
                  <a:cubicBezTo>
                    <a:pt x="142342" y="181171"/>
                    <a:pt x="142223" y="183544"/>
                    <a:pt x="142320" y="186175"/>
                  </a:cubicBezTo>
                  <a:cubicBezTo>
                    <a:pt x="142227" y="189012"/>
                    <a:pt x="142227" y="189012"/>
                    <a:pt x="141137" y="190041"/>
                  </a:cubicBezTo>
                  <a:cubicBezTo>
                    <a:pt x="139509" y="191756"/>
                    <a:pt x="139620" y="193153"/>
                    <a:pt x="139483" y="195476"/>
                  </a:cubicBezTo>
                  <a:cubicBezTo>
                    <a:pt x="139434" y="196216"/>
                    <a:pt x="139385" y="196956"/>
                    <a:pt x="139335" y="197718"/>
                  </a:cubicBezTo>
                  <a:cubicBezTo>
                    <a:pt x="139293" y="198565"/>
                    <a:pt x="139293" y="198565"/>
                    <a:pt x="139250" y="199430"/>
                  </a:cubicBezTo>
                  <a:cubicBezTo>
                    <a:pt x="138514" y="199430"/>
                    <a:pt x="137777" y="199430"/>
                    <a:pt x="137018" y="199430"/>
                  </a:cubicBezTo>
                  <a:cubicBezTo>
                    <a:pt x="136772" y="201394"/>
                    <a:pt x="136527" y="203359"/>
                    <a:pt x="136274" y="205383"/>
                  </a:cubicBezTo>
                  <a:cubicBezTo>
                    <a:pt x="135537" y="205383"/>
                    <a:pt x="134800" y="205383"/>
                    <a:pt x="134041" y="205383"/>
                  </a:cubicBezTo>
                  <a:cubicBezTo>
                    <a:pt x="133926" y="206419"/>
                    <a:pt x="133926" y="206419"/>
                    <a:pt x="133809" y="207476"/>
                  </a:cubicBezTo>
                  <a:cubicBezTo>
                    <a:pt x="133273" y="209960"/>
                    <a:pt x="132892" y="210481"/>
                    <a:pt x="131065" y="212080"/>
                  </a:cubicBezTo>
                  <a:cubicBezTo>
                    <a:pt x="130819" y="212817"/>
                    <a:pt x="130574" y="213553"/>
                    <a:pt x="130321" y="214312"/>
                  </a:cubicBezTo>
                  <a:cubicBezTo>
                    <a:pt x="129584" y="214804"/>
                    <a:pt x="128847" y="215295"/>
                    <a:pt x="128088" y="215801"/>
                  </a:cubicBezTo>
                  <a:cubicBezTo>
                    <a:pt x="127843" y="216537"/>
                    <a:pt x="127597" y="217274"/>
                    <a:pt x="127344" y="218033"/>
                  </a:cubicBezTo>
                  <a:cubicBezTo>
                    <a:pt x="126210" y="219149"/>
                    <a:pt x="126210" y="219149"/>
                    <a:pt x="124833" y="220266"/>
                  </a:cubicBezTo>
                  <a:cubicBezTo>
                    <a:pt x="123476" y="221374"/>
                    <a:pt x="122177" y="222456"/>
                    <a:pt x="120949" y="223707"/>
                  </a:cubicBezTo>
                  <a:cubicBezTo>
                    <a:pt x="119903" y="224730"/>
                    <a:pt x="119903" y="224730"/>
                    <a:pt x="118321" y="225475"/>
                  </a:cubicBezTo>
                  <a:cubicBezTo>
                    <a:pt x="116663" y="226153"/>
                    <a:pt x="116663" y="226153"/>
                    <a:pt x="116182" y="228451"/>
                  </a:cubicBezTo>
                  <a:cubicBezTo>
                    <a:pt x="114482" y="228669"/>
                    <a:pt x="114482" y="228669"/>
                    <a:pt x="112415" y="228591"/>
                  </a:cubicBezTo>
                  <a:cubicBezTo>
                    <a:pt x="111731" y="228571"/>
                    <a:pt x="111047" y="228550"/>
                    <a:pt x="110342" y="228530"/>
                  </a:cubicBezTo>
                  <a:cubicBezTo>
                    <a:pt x="109549" y="228491"/>
                    <a:pt x="109549" y="228491"/>
                    <a:pt x="108741" y="228451"/>
                  </a:cubicBezTo>
                  <a:cubicBezTo>
                    <a:pt x="108741" y="229679"/>
                    <a:pt x="108741" y="230907"/>
                    <a:pt x="108741" y="232172"/>
                  </a:cubicBezTo>
                  <a:cubicBezTo>
                    <a:pt x="107997" y="232200"/>
                    <a:pt x="107254" y="232227"/>
                    <a:pt x="106488" y="232256"/>
                  </a:cubicBezTo>
                  <a:cubicBezTo>
                    <a:pt x="105528" y="232305"/>
                    <a:pt x="104567" y="232354"/>
                    <a:pt x="103578" y="232404"/>
                  </a:cubicBezTo>
                  <a:cubicBezTo>
                    <a:pt x="102620" y="232448"/>
                    <a:pt x="101662" y="232491"/>
                    <a:pt x="100674" y="232535"/>
                  </a:cubicBezTo>
                  <a:cubicBezTo>
                    <a:pt x="99898" y="232661"/>
                    <a:pt x="99122" y="232787"/>
                    <a:pt x="98323" y="232916"/>
                  </a:cubicBezTo>
                  <a:cubicBezTo>
                    <a:pt x="98077" y="233653"/>
                    <a:pt x="97831" y="234389"/>
                    <a:pt x="97578" y="235148"/>
                  </a:cubicBezTo>
                  <a:cubicBezTo>
                    <a:pt x="96033" y="235526"/>
                    <a:pt x="96033" y="235526"/>
                    <a:pt x="94005" y="235654"/>
                  </a:cubicBezTo>
                  <a:cubicBezTo>
                    <a:pt x="93259" y="235702"/>
                    <a:pt x="92514" y="235750"/>
                    <a:pt x="91747" y="235799"/>
                  </a:cubicBezTo>
                  <a:cubicBezTo>
                    <a:pt x="87945" y="235950"/>
                    <a:pt x="84151" y="235996"/>
                    <a:pt x="80347" y="235989"/>
                  </a:cubicBezTo>
                  <a:cubicBezTo>
                    <a:pt x="79483" y="235990"/>
                    <a:pt x="78619" y="235991"/>
                    <a:pt x="77729" y="235993"/>
                  </a:cubicBezTo>
                  <a:cubicBezTo>
                    <a:pt x="74902" y="235996"/>
                    <a:pt x="72076" y="235994"/>
                    <a:pt x="69249" y="235991"/>
                  </a:cubicBezTo>
                  <a:cubicBezTo>
                    <a:pt x="67277" y="235992"/>
                    <a:pt x="65305" y="235993"/>
                    <a:pt x="63333" y="235994"/>
                  </a:cubicBezTo>
                  <a:cubicBezTo>
                    <a:pt x="59216" y="235995"/>
                    <a:pt x="55099" y="235993"/>
                    <a:pt x="50982" y="235990"/>
                  </a:cubicBezTo>
                  <a:cubicBezTo>
                    <a:pt x="46220" y="235985"/>
                    <a:pt x="41457" y="235987"/>
                    <a:pt x="36694" y="235991"/>
                  </a:cubicBezTo>
                  <a:cubicBezTo>
                    <a:pt x="32104" y="235995"/>
                    <a:pt x="27514" y="235994"/>
                    <a:pt x="22923" y="235992"/>
                  </a:cubicBezTo>
                  <a:cubicBezTo>
                    <a:pt x="20972" y="235992"/>
                    <a:pt x="19020" y="235992"/>
                    <a:pt x="17068" y="235994"/>
                  </a:cubicBezTo>
                  <a:cubicBezTo>
                    <a:pt x="14353" y="235996"/>
                    <a:pt x="11639" y="235993"/>
                    <a:pt x="8924" y="235989"/>
                  </a:cubicBezTo>
                  <a:cubicBezTo>
                    <a:pt x="7705" y="235991"/>
                    <a:pt x="7705" y="235991"/>
                    <a:pt x="6462" y="235993"/>
                  </a:cubicBezTo>
                  <a:cubicBezTo>
                    <a:pt x="5727" y="235991"/>
                    <a:pt x="4993" y="235989"/>
                    <a:pt x="4236" y="235987"/>
                  </a:cubicBezTo>
                  <a:cubicBezTo>
                    <a:pt x="3274" y="235987"/>
                    <a:pt x="3274" y="235987"/>
                    <a:pt x="2292" y="235986"/>
                  </a:cubicBezTo>
                  <a:cubicBezTo>
                    <a:pt x="840" y="235893"/>
                    <a:pt x="840" y="235893"/>
                    <a:pt x="96" y="235148"/>
                  </a:cubicBezTo>
                  <a:cubicBezTo>
                    <a:pt x="24" y="233895"/>
                    <a:pt x="4" y="232639"/>
                    <a:pt x="4" y="231384"/>
                  </a:cubicBezTo>
                  <a:cubicBezTo>
                    <a:pt x="3" y="230564"/>
                    <a:pt x="2" y="229743"/>
                    <a:pt x="0" y="228898"/>
                  </a:cubicBezTo>
                  <a:cubicBezTo>
                    <a:pt x="2" y="227985"/>
                    <a:pt x="4" y="227072"/>
                    <a:pt x="7" y="226132"/>
                  </a:cubicBezTo>
                  <a:cubicBezTo>
                    <a:pt x="6" y="225171"/>
                    <a:pt x="5" y="224210"/>
                    <a:pt x="5" y="223220"/>
                  </a:cubicBezTo>
                  <a:cubicBezTo>
                    <a:pt x="3" y="220541"/>
                    <a:pt x="6" y="217861"/>
                    <a:pt x="10" y="215182"/>
                  </a:cubicBezTo>
                  <a:cubicBezTo>
                    <a:pt x="13" y="212297"/>
                    <a:pt x="12" y="209412"/>
                    <a:pt x="11" y="206528"/>
                  </a:cubicBezTo>
                  <a:cubicBezTo>
                    <a:pt x="11" y="201525"/>
                    <a:pt x="13" y="196523"/>
                    <a:pt x="17" y="191521"/>
                  </a:cubicBezTo>
                  <a:cubicBezTo>
                    <a:pt x="23" y="184289"/>
                    <a:pt x="25" y="177057"/>
                    <a:pt x="26" y="169824"/>
                  </a:cubicBezTo>
                  <a:cubicBezTo>
                    <a:pt x="28" y="158091"/>
                    <a:pt x="33" y="146359"/>
                    <a:pt x="40" y="134626"/>
                  </a:cubicBezTo>
                  <a:cubicBezTo>
                    <a:pt x="47" y="123226"/>
                    <a:pt x="52" y="111826"/>
                    <a:pt x="55" y="100425"/>
                  </a:cubicBezTo>
                  <a:cubicBezTo>
                    <a:pt x="55" y="99723"/>
                    <a:pt x="56" y="99021"/>
                    <a:pt x="56" y="98298"/>
                  </a:cubicBezTo>
                  <a:cubicBezTo>
                    <a:pt x="57" y="94775"/>
                    <a:pt x="58" y="91252"/>
                    <a:pt x="59" y="87730"/>
                  </a:cubicBezTo>
                  <a:cubicBezTo>
                    <a:pt x="66" y="58487"/>
                    <a:pt x="80" y="29243"/>
                    <a:pt x="96" y="0"/>
                  </a:cubicBezTo>
                  <a:close/>
                </a:path>
              </a:pathLst>
            </a:custGeom>
            <a:grpFill/>
            <a:ln w="744" cap="flat">
              <a:noFill/>
              <a:prstDash val="solid"/>
              <a:miter/>
            </a:ln>
          </p:spPr>
          <p:txBody>
            <a:bodyPr rtlCol="0" anchor="ctr"/>
            <a:lstStyle/>
            <a:p>
              <a:endParaRPr lang="zh-CN" altLang="en-US"/>
            </a:p>
          </p:txBody>
        </p:sp>
        <p:sp>
          <p:nvSpPr>
            <p:cNvPr id="174" name="任意多边形: 形状 173"/>
            <p:cNvSpPr/>
            <p:nvPr/>
          </p:nvSpPr>
          <p:spPr>
            <a:xfrm>
              <a:off x="9470900" y="1394211"/>
              <a:ext cx="167144" cy="236345"/>
            </a:xfrm>
            <a:custGeom>
              <a:avLst/>
              <a:gdLst>
                <a:gd name="connsiteX0" fmla="*/ 29349 w 167147"/>
                <a:gd name="connsiteY0" fmla="*/ 30826 h 236336"/>
                <a:gd name="connsiteX1" fmla="*/ 29314 w 167147"/>
                <a:gd name="connsiteY1" fmla="*/ 53089 h 236336"/>
                <a:gd name="connsiteX2" fmla="*/ 29297 w 167147"/>
                <a:gd name="connsiteY2" fmla="*/ 67746 h 236336"/>
                <a:gd name="connsiteX3" fmla="*/ 29279 w 167147"/>
                <a:gd name="connsiteY3" fmla="*/ 79960 h 236336"/>
                <a:gd name="connsiteX4" fmla="*/ 29276 w 167147"/>
                <a:gd name="connsiteY4" fmla="*/ 84602 h 236336"/>
                <a:gd name="connsiteX5" fmla="*/ 29264 w 167147"/>
                <a:gd name="connsiteY5" fmla="*/ 91294 h 236336"/>
                <a:gd name="connsiteX6" fmla="*/ 29264 w 167147"/>
                <a:gd name="connsiteY6" fmla="*/ 93340 h 236336"/>
                <a:gd name="connsiteX7" fmla="*/ 29256 w 167147"/>
                <a:gd name="connsiteY7" fmla="*/ 95269 h 236336"/>
                <a:gd name="connsiteX8" fmla="*/ 29259 w 167147"/>
                <a:gd name="connsiteY8" fmla="*/ 97046 h 236336"/>
                <a:gd name="connsiteX9" fmla="*/ 30093 w 167147"/>
                <a:gd name="connsiteY9" fmla="*/ 103008 h 236336"/>
                <a:gd name="connsiteX10" fmla="*/ 33827 w 167147"/>
                <a:gd name="connsiteY10" fmla="*/ 103386 h 236336"/>
                <a:gd name="connsiteX11" fmla="*/ 35446 w 167147"/>
                <a:gd name="connsiteY11" fmla="*/ 103357 h 236336"/>
                <a:gd name="connsiteX12" fmla="*/ 40807 w 167147"/>
                <a:gd name="connsiteY12" fmla="*/ 103345 h 236336"/>
                <a:gd name="connsiteX13" fmla="*/ 44656 w 167147"/>
                <a:gd name="connsiteY13" fmla="*/ 103319 h 236336"/>
                <a:gd name="connsiteX14" fmla="*/ 52665 w 167147"/>
                <a:gd name="connsiteY14" fmla="*/ 103291 h 236336"/>
                <a:gd name="connsiteX15" fmla="*/ 63097 w 167147"/>
                <a:gd name="connsiteY15" fmla="*/ 103227 h 236336"/>
                <a:gd name="connsiteX16" fmla="*/ 73174 w 167147"/>
                <a:gd name="connsiteY16" fmla="*/ 103194 h 236336"/>
                <a:gd name="connsiteX17" fmla="*/ 75102 w 167147"/>
                <a:gd name="connsiteY17" fmla="*/ 103185 h 236336"/>
                <a:gd name="connsiteX18" fmla="*/ 80683 w 167147"/>
                <a:gd name="connsiteY18" fmla="*/ 103154 h 236336"/>
                <a:gd name="connsiteX19" fmla="*/ 82397 w 167147"/>
                <a:gd name="connsiteY19" fmla="*/ 103139 h 236336"/>
                <a:gd name="connsiteX20" fmla="*/ 91856 w 167147"/>
                <a:gd name="connsiteY20" fmla="*/ 102263 h 236336"/>
                <a:gd name="connsiteX21" fmla="*/ 92601 w 167147"/>
                <a:gd name="connsiteY21" fmla="*/ 99287 h 236336"/>
                <a:gd name="connsiteX22" fmla="*/ 98554 w 167147"/>
                <a:gd name="connsiteY22" fmla="*/ 99333 h 236336"/>
                <a:gd name="connsiteX23" fmla="*/ 104507 w 167147"/>
                <a:gd name="connsiteY23" fmla="*/ 99287 h 236336"/>
                <a:gd name="connsiteX24" fmla="*/ 105251 w 167147"/>
                <a:gd name="connsiteY24" fmla="*/ 97424 h 236336"/>
                <a:gd name="connsiteX25" fmla="*/ 105251 w 167147"/>
                <a:gd name="connsiteY25" fmla="*/ 95566 h 236336"/>
                <a:gd name="connsiteX26" fmla="*/ 110460 w 167147"/>
                <a:gd name="connsiteY26" fmla="*/ 95566 h 236336"/>
                <a:gd name="connsiteX27" fmla="*/ 111204 w 167147"/>
                <a:gd name="connsiteY27" fmla="*/ 92590 h 236336"/>
                <a:gd name="connsiteX28" fmla="*/ 114925 w 167147"/>
                <a:gd name="connsiteY28" fmla="*/ 92590 h 236336"/>
                <a:gd name="connsiteX29" fmla="*/ 115390 w 167147"/>
                <a:gd name="connsiteY29" fmla="*/ 91148 h 236336"/>
                <a:gd name="connsiteX30" fmla="*/ 115669 w 167147"/>
                <a:gd name="connsiteY30" fmla="*/ 89613 h 236336"/>
                <a:gd name="connsiteX31" fmla="*/ 117901 w 167147"/>
                <a:gd name="connsiteY31" fmla="*/ 88869 h 236336"/>
                <a:gd name="connsiteX32" fmla="*/ 117901 w 167147"/>
                <a:gd name="connsiteY32" fmla="*/ 87009 h 236336"/>
                <a:gd name="connsiteX33" fmla="*/ 117901 w 167147"/>
                <a:gd name="connsiteY33" fmla="*/ 85148 h 236336"/>
                <a:gd name="connsiteX34" fmla="*/ 120134 w 167147"/>
                <a:gd name="connsiteY34" fmla="*/ 84404 h 236336"/>
                <a:gd name="connsiteX35" fmla="*/ 120645 w 167147"/>
                <a:gd name="connsiteY35" fmla="*/ 81381 h 236336"/>
                <a:gd name="connsiteX36" fmla="*/ 120878 w 167147"/>
                <a:gd name="connsiteY36" fmla="*/ 78451 h 236336"/>
                <a:gd name="connsiteX37" fmla="*/ 122366 w 167147"/>
                <a:gd name="connsiteY37" fmla="*/ 78451 h 236336"/>
                <a:gd name="connsiteX38" fmla="*/ 123285 w 167147"/>
                <a:gd name="connsiteY38" fmla="*/ 68969 h 236336"/>
                <a:gd name="connsiteX39" fmla="*/ 123320 w 167147"/>
                <a:gd name="connsiteY39" fmla="*/ 64207 h 236336"/>
                <a:gd name="connsiteX40" fmla="*/ 123350 w 167147"/>
                <a:gd name="connsiteY40" fmla="*/ 61099 h 236336"/>
                <a:gd name="connsiteX41" fmla="*/ 123354 w 167147"/>
                <a:gd name="connsiteY41" fmla="*/ 59615 h 236336"/>
                <a:gd name="connsiteX42" fmla="*/ 123110 w 167147"/>
                <a:gd name="connsiteY42" fmla="*/ 54638 h 236336"/>
                <a:gd name="connsiteX43" fmla="*/ 120549 w 167147"/>
                <a:gd name="connsiteY43" fmla="*/ 51729 h 236336"/>
                <a:gd name="connsiteX44" fmla="*/ 120134 w 167147"/>
                <a:gd name="connsiteY44" fmla="*/ 47197 h 236336"/>
                <a:gd name="connsiteX45" fmla="*/ 118645 w 167147"/>
                <a:gd name="connsiteY45" fmla="*/ 46453 h 236336"/>
                <a:gd name="connsiteX46" fmla="*/ 115669 w 167147"/>
                <a:gd name="connsiteY46" fmla="*/ 41988 h 236336"/>
                <a:gd name="connsiteX47" fmla="*/ 112692 w 167147"/>
                <a:gd name="connsiteY47" fmla="*/ 40500 h 236336"/>
                <a:gd name="connsiteX48" fmla="*/ 111948 w 167147"/>
                <a:gd name="connsiteY48" fmla="*/ 37523 h 236336"/>
                <a:gd name="connsiteX49" fmla="*/ 107483 w 167147"/>
                <a:gd name="connsiteY49" fmla="*/ 37523 h 236336"/>
                <a:gd name="connsiteX50" fmla="*/ 106739 w 167147"/>
                <a:gd name="connsiteY50" fmla="*/ 33803 h 236336"/>
                <a:gd name="connsiteX51" fmla="*/ 96321 w 167147"/>
                <a:gd name="connsiteY51" fmla="*/ 34547 h 236336"/>
                <a:gd name="connsiteX52" fmla="*/ 96321 w 167147"/>
                <a:gd name="connsiteY52" fmla="*/ 30826 h 236336"/>
                <a:gd name="connsiteX53" fmla="*/ 29349 w 167147"/>
                <a:gd name="connsiteY53" fmla="*/ 30826 h 236336"/>
                <a:gd name="connsiteX54" fmla="*/ 111540 w 167147"/>
                <a:gd name="connsiteY54" fmla="*/ 0 h 236336"/>
                <a:gd name="connsiteX55" fmla="*/ 113398 w 167147"/>
                <a:gd name="connsiteY55" fmla="*/ 275 h 236336"/>
                <a:gd name="connsiteX56" fmla="*/ 114142 w 167147"/>
                <a:gd name="connsiteY56" fmla="*/ 2507 h 236336"/>
                <a:gd name="connsiteX57" fmla="*/ 120999 w 167147"/>
                <a:gd name="connsiteY57" fmla="*/ 2876 h 236336"/>
                <a:gd name="connsiteX58" fmla="*/ 123071 w 167147"/>
                <a:gd name="connsiteY58" fmla="*/ 3251 h 236336"/>
                <a:gd name="connsiteX59" fmla="*/ 124560 w 167147"/>
                <a:gd name="connsiteY59" fmla="*/ 6228 h 236336"/>
                <a:gd name="connsiteX60" fmla="*/ 129769 w 167147"/>
                <a:gd name="connsiteY60" fmla="*/ 6972 h 236336"/>
                <a:gd name="connsiteX61" fmla="*/ 129769 w 167147"/>
                <a:gd name="connsiteY61" fmla="*/ 9949 h 236336"/>
                <a:gd name="connsiteX62" fmla="*/ 132745 w 167147"/>
                <a:gd name="connsiteY62" fmla="*/ 10693 h 236336"/>
                <a:gd name="connsiteX63" fmla="*/ 134233 w 167147"/>
                <a:gd name="connsiteY63" fmla="*/ 13669 h 236336"/>
                <a:gd name="connsiteX64" fmla="*/ 136466 w 167147"/>
                <a:gd name="connsiteY64" fmla="*/ 14413 h 236336"/>
                <a:gd name="connsiteX65" fmla="*/ 137210 w 167147"/>
                <a:gd name="connsiteY65" fmla="*/ 16646 h 236336"/>
                <a:gd name="connsiteX66" fmla="*/ 139442 w 167147"/>
                <a:gd name="connsiteY66" fmla="*/ 17390 h 236336"/>
                <a:gd name="connsiteX67" fmla="*/ 140187 w 167147"/>
                <a:gd name="connsiteY67" fmla="*/ 20366 h 236336"/>
                <a:gd name="connsiteX68" fmla="*/ 141675 w 167147"/>
                <a:gd name="connsiteY68" fmla="*/ 21111 h 236336"/>
                <a:gd name="connsiteX69" fmla="*/ 142000 w 167147"/>
                <a:gd name="connsiteY69" fmla="*/ 22599 h 236336"/>
                <a:gd name="connsiteX70" fmla="*/ 142419 w 167147"/>
                <a:gd name="connsiteY70" fmla="*/ 24087 h 236336"/>
                <a:gd name="connsiteX71" fmla="*/ 144651 w 167147"/>
                <a:gd name="connsiteY71" fmla="*/ 24831 h 236336"/>
                <a:gd name="connsiteX72" fmla="*/ 146140 w 167147"/>
                <a:gd name="connsiteY72" fmla="*/ 30040 h 236336"/>
                <a:gd name="connsiteX73" fmla="*/ 147628 w 167147"/>
                <a:gd name="connsiteY73" fmla="*/ 30040 h 236336"/>
                <a:gd name="connsiteX74" fmla="*/ 147738 w 167147"/>
                <a:gd name="connsiteY74" fmla="*/ 31479 h 236336"/>
                <a:gd name="connsiteX75" fmla="*/ 147907 w 167147"/>
                <a:gd name="connsiteY75" fmla="*/ 33342 h 236336"/>
                <a:gd name="connsiteX76" fmla="*/ 148064 w 167147"/>
                <a:gd name="connsiteY76" fmla="*/ 35200 h 236336"/>
                <a:gd name="connsiteX77" fmla="*/ 148372 w 167147"/>
                <a:gd name="connsiteY77" fmla="*/ 36738 h 236336"/>
                <a:gd name="connsiteX78" fmla="*/ 149860 w 167147"/>
                <a:gd name="connsiteY78" fmla="*/ 37482 h 236336"/>
                <a:gd name="connsiteX79" fmla="*/ 150326 w 167147"/>
                <a:gd name="connsiteY79" fmla="*/ 41993 h 236336"/>
                <a:gd name="connsiteX80" fmla="*/ 150494 w 167147"/>
                <a:gd name="connsiteY80" fmla="*/ 44484 h 236336"/>
                <a:gd name="connsiteX81" fmla="*/ 150605 w 167147"/>
                <a:gd name="connsiteY81" fmla="*/ 46411 h 236336"/>
                <a:gd name="connsiteX82" fmla="*/ 152837 w 167147"/>
                <a:gd name="connsiteY82" fmla="*/ 46411 h 236336"/>
                <a:gd name="connsiteX83" fmla="*/ 152837 w 167147"/>
                <a:gd name="connsiteY83" fmla="*/ 83618 h 236336"/>
                <a:gd name="connsiteX84" fmla="*/ 150605 w 167147"/>
                <a:gd name="connsiteY84" fmla="*/ 83618 h 236336"/>
                <a:gd name="connsiteX85" fmla="*/ 149860 w 167147"/>
                <a:gd name="connsiteY85" fmla="*/ 92548 h 236336"/>
                <a:gd name="connsiteX86" fmla="*/ 148372 w 167147"/>
                <a:gd name="connsiteY86" fmla="*/ 92548 h 236336"/>
                <a:gd name="connsiteX87" fmla="*/ 147628 w 167147"/>
                <a:gd name="connsiteY87" fmla="*/ 98501 h 236336"/>
                <a:gd name="connsiteX88" fmla="*/ 145396 w 167147"/>
                <a:gd name="connsiteY88" fmla="*/ 98501 h 236336"/>
                <a:gd name="connsiteX89" fmla="*/ 144550 w 167147"/>
                <a:gd name="connsiteY89" fmla="*/ 102013 h 236336"/>
                <a:gd name="connsiteX90" fmla="*/ 136466 w 167147"/>
                <a:gd name="connsiteY90" fmla="*/ 113384 h 236336"/>
                <a:gd name="connsiteX91" fmla="*/ 136280 w 167147"/>
                <a:gd name="connsiteY91" fmla="*/ 114965 h 236336"/>
                <a:gd name="connsiteX92" fmla="*/ 135722 w 167147"/>
                <a:gd name="connsiteY92" fmla="*/ 116361 h 236336"/>
                <a:gd name="connsiteX93" fmla="*/ 131257 w 167147"/>
                <a:gd name="connsiteY93" fmla="*/ 116361 h 236336"/>
                <a:gd name="connsiteX94" fmla="*/ 130513 w 167147"/>
                <a:gd name="connsiteY94" fmla="*/ 119337 h 236336"/>
                <a:gd name="connsiteX95" fmla="*/ 126048 w 167147"/>
                <a:gd name="connsiteY95" fmla="*/ 120081 h 236336"/>
                <a:gd name="connsiteX96" fmla="*/ 126048 w 167147"/>
                <a:gd name="connsiteY96" fmla="*/ 123058 h 236336"/>
                <a:gd name="connsiteX97" fmla="*/ 121470 w 167147"/>
                <a:gd name="connsiteY97" fmla="*/ 123349 h 236336"/>
                <a:gd name="connsiteX98" fmla="*/ 120095 w 167147"/>
                <a:gd name="connsiteY98" fmla="*/ 123802 h 236336"/>
                <a:gd name="connsiteX99" fmla="*/ 119766 w 167147"/>
                <a:gd name="connsiteY99" fmla="*/ 125325 h 236336"/>
                <a:gd name="connsiteX100" fmla="*/ 119351 w 167147"/>
                <a:gd name="connsiteY100" fmla="*/ 126779 h 236336"/>
                <a:gd name="connsiteX101" fmla="*/ 113584 w 167147"/>
                <a:gd name="connsiteY101" fmla="*/ 126593 h 236336"/>
                <a:gd name="connsiteX102" fmla="*/ 111909 w 167147"/>
                <a:gd name="connsiteY102" fmla="*/ 126779 h 236336"/>
                <a:gd name="connsiteX103" fmla="*/ 111165 w 167147"/>
                <a:gd name="connsiteY103" fmla="*/ 129755 h 236336"/>
                <a:gd name="connsiteX104" fmla="*/ 107444 w 167147"/>
                <a:gd name="connsiteY104" fmla="*/ 130499 h 236336"/>
                <a:gd name="connsiteX105" fmla="*/ 108933 w 167147"/>
                <a:gd name="connsiteY105" fmla="*/ 132732 h 236336"/>
                <a:gd name="connsiteX106" fmla="*/ 111119 w 167147"/>
                <a:gd name="connsiteY106" fmla="*/ 133011 h 236336"/>
                <a:gd name="connsiteX107" fmla="*/ 113398 w 167147"/>
                <a:gd name="connsiteY107" fmla="*/ 133476 h 236336"/>
                <a:gd name="connsiteX108" fmla="*/ 115630 w 167147"/>
                <a:gd name="connsiteY108" fmla="*/ 137197 h 236336"/>
                <a:gd name="connsiteX109" fmla="*/ 118607 w 167147"/>
                <a:gd name="connsiteY109" fmla="*/ 140917 h 236336"/>
                <a:gd name="connsiteX110" fmla="*/ 122792 w 167147"/>
                <a:gd name="connsiteY110" fmla="*/ 146684 h 236336"/>
                <a:gd name="connsiteX111" fmla="*/ 125304 w 167147"/>
                <a:gd name="connsiteY111" fmla="*/ 149103 h 236336"/>
                <a:gd name="connsiteX112" fmla="*/ 126792 w 167147"/>
                <a:gd name="connsiteY112" fmla="*/ 153568 h 236336"/>
                <a:gd name="connsiteX113" fmla="*/ 128280 w 167147"/>
                <a:gd name="connsiteY113" fmla="*/ 154312 h 236336"/>
                <a:gd name="connsiteX114" fmla="*/ 128606 w 167147"/>
                <a:gd name="connsiteY114" fmla="*/ 155707 h 236336"/>
                <a:gd name="connsiteX115" fmla="*/ 130141 w 167147"/>
                <a:gd name="connsiteY115" fmla="*/ 158405 h 236336"/>
                <a:gd name="connsiteX116" fmla="*/ 132001 w 167147"/>
                <a:gd name="connsiteY116" fmla="*/ 162497 h 236336"/>
                <a:gd name="connsiteX117" fmla="*/ 133164 w 167147"/>
                <a:gd name="connsiteY117" fmla="*/ 163614 h 236336"/>
                <a:gd name="connsiteX118" fmla="*/ 134233 w 167147"/>
                <a:gd name="connsiteY118" fmla="*/ 167706 h 236336"/>
                <a:gd name="connsiteX119" fmla="*/ 136466 w 167147"/>
                <a:gd name="connsiteY119" fmla="*/ 167706 h 236336"/>
                <a:gd name="connsiteX120" fmla="*/ 137954 w 167147"/>
                <a:gd name="connsiteY120" fmla="*/ 172915 h 236336"/>
                <a:gd name="connsiteX121" fmla="*/ 139442 w 167147"/>
                <a:gd name="connsiteY121" fmla="*/ 172915 h 236336"/>
                <a:gd name="connsiteX122" fmla="*/ 139722 w 167147"/>
                <a:gd name="connsiteY122" fmla="*/ 175473 h 236336"/>
                <a:gd name="connsiteX123" fmla="*/ 140187 w 167147"/>
                <a:gd name="connsiteY123" fmla="*/ 178124 h 236336"/>
                <a:gd name="connsiteX124" fmla="*/ 141675 w 167147"/>
                <a:gd name="connsiteY124" fmla="*/ 178868 h 236336"/>
                <a:gd name="connsiteX125" fmla="*/ 142419 w 167147"/>
                <a:gd name="connsiteY125" fmla="*/ 184077 h 236336"/>
                <a:gd name="connsiteX126" fmla="*/ 144651 w 167147"/>
                <a:gd name="connsiteY126" fmla="*/ 184077 h 236336"/>
                <a:gd name="connsiteX127" fmla="*/ 144884 w 167147"/>
                <a:gd name="connsiteY127" fmla="*/ 186263 h 236336"/>
                <a:gd name="connsiteX128" fmla="*/ 145396 w 167147"/>
                <a:gd name="connsiteY128" fmla="*/ 188542 h 236336"/>
                <a:gd name="connsiteX129" fmla="*/ 147628 w 167147"/>
                <a:gd name="connsiteY129" fmla="*/ 189286 h 236336"/>
                <a:gd name="connsiteX130" fmla="*/ 148372 w 167147"/>
                <a:gd name="connsiteY130" fmla="*/ 194495 h 236336"/>
                <a:gd name="connsiteX131" fmla="*/ 149860 w 167147"/>
                <a:gd name="connsiteY131" fmla="*/ 195240 h 236336"/>
                <a:gd name="connsiteX132" fmla="*/ 151349 w 167147"/>
                <a:gd name="connsiteY132" fmla="*/ 198960 h 236336"/>
                <a:gd name="connsiteX133" fmla="*/ 152837 w 167147"/>
                <a:gd name="connsiteY133" fmla="*/ 199704 h 236336"/>
                <a:gd name="connsiteX134" fmla="*/ 153253 w 167147"/>
                <a:gd name="connsiteY134" fmla="*/ 204309 h 236336"/>
                <a:gd name="connsiteX135" fmla="*/ 153581 w 167147"/>
                <a:gd name="connsiteY135" fmla="*/ 205657 h 236336"/>
                <a:gd name="connsiteX136" fmla="*/ 155814 w 167147"/>
                <a:gd name="connsiteY136" fmla="*/ 206402 h 236336"/>
                <a:gd name="connsiteX137" fmla="*/ 156558 w 167147"/>
                <a:gd name="connsiteY137" fmla="*/ 210122 h 236336"/>
                <a:gd name="connsiteX138" fmla="*/ 158046 w 167147"/>
                <a:gd name="connsiteY138" fmla="*/ 210866 h 236336"/>
                <a:gd name="connsiteX139" fmla="*/ 158372 w 167147"/>
                <a:gd name="connsiteY139" fmla="*/ 213052 h 236336"/>
                <a:gd name="connsiteX140" fmla="*/ 158790 w 167147"/>
                <a:gd name="connsiteY140" fmla="*/ 215331 h 236336"/>
                <a:gd name="connsiteX141" fmla="*/ 161023 w 167147"/>
                <a:gd name="connsiteY141" fmla="*/ 216820 h 236336"/>
                <a:gd name="connsiteX142" fmla="*/ 161767 w 167147"/>
                <a:gd name="connsiteY142" fmla="*/ 222029 h 236336"/>
                <a:gd name="connsiteX143" fmla="*/ 163999 w 167147"/>
                <a:gd name="connsiteY143" fmla="*/ 222029 h 236336"/>
                <a:gd name="connsiteX144" fmla="*/ 163999 w 167147"/>
                <a:gd name="connsiteY144" fmla="*/ 226493 h 236336"/>
                <a:gd name="connsiteX145" fmla="*/ 166232 w 167147"/>
                <a:gd name="connsiteY145" fmla="*/ 226493 h 236336"/>
                <a:gd name="connsiteX146" fmla="*/ 167115 w 167147"/>
                <a:gd name="connsiteY146" fmla="*/ 232167 h 236336"/>
                <a:gd name="connsiteX147" fmla="*/ 167147 w 167147"/>
                <a:gd name="connsiteY147" fmla="*/ 233964 h 236336"/>
                <a:gd name="connsiteX148" fmla="*/ 166976 w 167147"/>
                <a:gd name="connsiteY148" fmla="*/ 235423 h 236336"/>
                <a:gd name="connsiteX149" fmla="*/ 158799 w 167147"/>
                <a:gd name="connsiteY149" fmla="*/ 236266 h 236336"/>
                <a:gd name="connsiteX150" fmla="*/ 156780 w 167147"/>
                <a:gd name="connsiteY150" fmla="*/ 236268 h 236336"/>
                <a:gd name="connsiteX151" fmla="*/ 152544 w 167147"/>
                <a:gd name="connsiteY151" fmla="*/ 236264 h 236336"/>
                <a:gd name="connsiteX152" fmla="*/ 146077 w 167147"/>
                <a:gd name="connsiteY152" fmla="*/ 236269 h 236336"/>
                <a:gd name="connsiteX153" fmla="*/ 141963 w 167147"/>
                <a:gd name="connsiteY153" fmla="*/ 236266 h 236336"/>
                <a:gd name="connsiteX154" fmla="*/ 140013 w 167147"/>
                <a:gd name="connsiteY154" fmla="*/ 236271 h 236336"/>
                <a:gd name="connsiteX155" fmla="*/ 131257 w 167147"/>
                <a:gd name="connsiteY155" fmla="*/ 235423 h 236336"/>
                <a:gd name="connsiteX156" fmla="*/ 130792 w 167147"/>
                <a:gd name="connsiteY156" fmla="*/ 232121 h 236336"/>
                <a:gd name="connsiteX157" fmla="*/ 130513 w 167147"/>
                <a:gd name="connsiteY157" fmla="*/ 228726 h 236336"/>
                <a:gd name="connsiteX158" fmla="*/ 128280 w 167147"/>
                <a:gd name="connsiteY158" fmla="*/ 227238 h 236336"/>
                <a:gd name="connsiteX159" fmla="*/ 127536 w 167147"/>
                <a:gd name="connsiteY159" fmla="*/ 222773 h 236336"/>
                <a:gd name="connsiteX160" fmla="*/ 126048 w 167147"/>
                <a:gd name="connsiteY160" fmla="*/ 222029 h 236336"/>
                <a:gd name="connsiteX161" fmla="*/ 124560 w 167147"/>
                <a:gd name="connsiteY161" fmla="*/ 218308 h 236336"/>
                <a:gd name="connsiteX162" fmla="*/ 123071 w 167147"/>
                <a:gd name="connsiteY162" fmla="*/ 217564 h 236336"/>
                <a:gd name="connsiteX163" fmla="*/ 122327 w 167147"/>
                <a:gd name="connsiteY163" fmla="*/ 212355 h 236336"/>
                <a:gd name="connsiteX164" fmla="*/ 120095 w 167147"/>
                <a:gd name="connsiteY164" fmla="*/ 212355 h 236336"/>
                <a:gd name="connsiteX165" fmla="*/ 119816 w 167147"/>
                <a:gd name="connsiteY165" fmla="*/ 210169 h 236336"/>
                <a:gd name="connsiteX166" fmla="*/ 119351 w 167147"/>
                <a:gd name="connsiteY166" fmla="*/ 207890 h 236336"/>
                <a:gd name="connsiteX167" fmla="*/ 117862 w 167147"/>
                <a:gd name="connsiteY167" fmla="*/ 207146 h 236336"/>
                <a:gd name="connsiteX168" fmla="*/ 117118 w 167147"/>
                <a:gd name="connsiteY168" fmla="*/ 201193 h 236336"/>
                <a:gd name="connsiteX169" fmla="*/ 114886 w 167147"/>
                <a:gd name="connsiteY169" fmla="*/ 201193 h 236336"/>
                <a:gd name="connsiteX170" fmla="*/ 114142 w 167147"/>
                <a:gd name="connsiteY170" fmla="*/ 197472 h 236336"/>
                <a:gd name="connsiteX171" fmla="*/ 111909 w 167147"/>
                <a:gd name="connsiteY171" fmla="*/ 196728 h 236336"/>
                <a:gd name="connsiteX172" fmla="*/ 111491 w 167147"/>
                <a:gd name="connsiteY172" fmla="*/ 193751 h 236336"/>
                <a:gd name="connsiteX173" fmla="*/ 111165 w 167147"/>
                <a:gd name="connsiteY173" fmla="*/ 190775 h 236336"/>
                <a:gd name="connsiteX174" fmla="*/ 109677 w 167147"/>
                <a:gd name="connsiteY174" fmla="*/ 190031 h 236336"/>
                <a:gd name="connsiteX175" fmla="*/ 108933 w 167147"/>
                <a:gd name="connsiteY175" fmla="*/ 184822 h 236336"/>
                <a:gd name="connsiteX176" fmla="*/ 106700 w 167147"/>
                <a:gd name="connsiteY176" fmla="*/ 184822 h 236336"/>
                <a:gd name="connsiteX177" fmla="*/ 105956 w 167147"/>
                <a:gd name="connsiteY177" fmla="*/ 181101 h 236336"/>
                <a:gd name="connsiteX178" fmla="*/ 103724 w 167147"/>
                <a:gd name="connsiteY178" fmla="*/ 179613 h 236336"/>
                <a:gd name="connsiteX179" fmla="*/ 102980 w 167147"/>
                <a:gd name="connsiteY179" fmla="*/ 175148 h 236336"/>
                <a:gd name="connsiteX180" fmla="*/ 101491 w 167147"/>
                <a:gd name="connsiteY180" fmla="*/ 174404 h 236336"/>
                <a:gd name="connsiteX181" fmla="*/ 101166 w 167147"/>
                <a:gd name="connsiteY181" fmla="*/ 172590 h 236336"/>
                <a:gd name="connsiteX182" fmla="*/ 98515 w 167147"/>
                <a:gd name="connsiteY182" fmla="*/ 169195 h 236336"/>
                <a:gd name="connsiteX183" fmla="*/ 97026 w 167147"/>
                <a:gd name="connsiteY183" fmla="*/ 165474 h 236336"/>
                <a:gd name="connsiteX184" fmla="*/ 95538 w 167147"/>
                <a:gd name="connsiteY184" fmla="*/ 165474 h 236336"/>
                <a:gd name="connsiteX185" fmla="*/ 95259 w 167147"/>
                <a:gd name="connsiteY185" fmla="*/ 162916 h 236336"/>
                <a:gd name="connsiteX186" fmla="*/ 94794 w 167147"/>
                <a:gd name="connsiteY186" fmla="*/ 160265 h 236336"/>
                <a:gd name="connsiteX187" fmla="*/ 93306 w 167147"/>
                <a:gd name="connsiteY187" fmla="*/ 159521 h 236336"/>
                <a:gd name="connsiteX188" fmla="*/ 91073 w 167147"/>
                <a:gd name="connsiteY188" fmla="*/ 155800 h 236336"/>
                <a:gd name="connsiteX189" fmla="*/ 89585 w 167147"/>
                <a:gd name="connsiteY189" fmla="*/ 153568 h 236336"/>
                <a:gd name="connsiteX190" fmla="*/ 89585 w 167147"/>
                <a:gd name="connsiteY190" fmla="*/ 151335 h 236336"/>
                <a:gd name="connsiteX191" fmla="*/ 87353 w 167147"/>
                <a:gd name="connsiteY191" fmla="*/ 150591 h 236336"/>
                <a:gd name="connsiteX192" fmla="*/ 87353 w 167147"/>
                <a:gd name="connsiteY192" fmla="*/ 147615 h 236336"/>
                <a:gd name="connsiteX193" fmla="*/ 84376 w 167147"/>
                <a:gd name="connsiteY193" fmla="*/ 146870 h 236336"/>
                <a:gd name="connsiteX194" fmla="*/ 81958 w 167147"/>
                <a:gd name="connsiteY194" fmla="*/ 144312 h 236336"/>
                <a:gd name="connsiteX195" fmla="*/ 80783 w 167147"/>
                <a:gd name="connsiteY195" fmla="*/ 142920 h 236336"/>
                <a:gd name="connsiteX196" fmla="*/ 79911 w 167147"/>
                <a:gd name="connsiteY196" fmla="*/ 140173 h 236336"/>
                <a:gd name="connsiteX197" fmla="*/ 75446 w 167147"/>
                <a:gd name="connsiteY197" fmla="*/ 140173 h 236336"/>
                <a:gd name="connsiteX198" fmla="*/ 75446 w 167147"/>
                <a:gd name="connsiteY198" fmla="*/ 137197 h 236336"/>
                <a:gd name="connsiteX199" fmla="*/ 73682 w 167147"/>
                <a:gd name="connsiteY199" fmla="*/ 137112 h 236336"/>
                <a:gd name="connsiteX200" fmla="*/ 71400 w 167147"/>
                <a:gd name="connsiteY200" fmla="*/ 136964 h 236336"/>
                <a:gd name="connsiteX201" fmla="*/ 69124 w 167147"/>
                <a:gd name="connsiteY201" fmla="*/ 136833 h 236336"/>
                <a:gd name="connsiteX202" fmla="*/ 67261 w 167147"/>
                <a:gd name="connsiteY202" fmla="*/ 136452 h 236336"/>
                <a:gd name="connsiteX203" fmla="*/ 66517 w 167147"/>
                <a:gd name="connsiteY203" fmla="*/ 134220 h 236336"/>
                <a:gd name="connsiteX204" fmla="*/ 63017 w 167147"/>
                <a:gd name="connsiteY204" fmla="*/ 133898 h 236336"/>
                <a:gd name="connsiteX205" fmla="*/ 60760 w 167147"/>
                <a:gd name="connsiteY205" fmla="*/ 133854 h 236336"/>
                <a:gd name="connsiteX206" fmla="*/ 58305 w 167147"/>
                <a:gd name="connsiteY206" fmla="*/ 133839 h 236336"/>
                <a:gd name="connsiteX207" fmla="*/ 55806 w 167147"/>
                <a:gd name="connsiteY207" fmla="*/ 133799 h 236336"/>
                <a:gd name="connsiteX208" fmla="*/ 47867 w 167147"/>
                <a:gd name="connsiteY208" fmla="*/ 133708 h 236336"/>
                <a:gd name="connsiteX209" fmla="*/ 42499 w 167147"/>
                <a:gd name="connsiteY209" fmla="*/ 133631 h 236336"/>
                <a:gd name="connsiteX210" fmla="*/ 29310 w 167147"/>
                <a:gd name="connsiteY210" fmla="*/ 133476 h 236336"/>
                <a:gd name="connsiteX211" fmla="*/ 30054 w 167147"/>
                <a:gd name="connsiteY211" fmla="*/ 135708 h 236336"/>
                <a:gd name="connsiteX212" fmla="*/ 30163 w 167147"/>
                <a:gd name="connsiteY212" fmla="*/ 139757 h 236336"/>
                <a:gd name="connsiteX213" fmla="*/ 30179 w 167147"/>
                <a:gd name="connsiteY213" fmla="*/ 142306 h 236336"/>
                <a:gd name="connsiteX214" fmla="*/ 30186 w 167147"/>
                <a:gd name="connsiteY214" fmla="*/ 145103 h 236336"/>
                <a:gd name="connsiteX215" fmla="*/ 30200 w 167147"/>
                <a:gd name="connsiteY215" fmla="*/ 148048 h 236336"/>
                <a:gd name="connsiteX216" fmla="*/ 30227 w 167147"/>
                <a:gd name="connsiteY216" fmla="*/ 156045 h 236336"/>
                <a:gd name="connsiteX217" fmla="*/ 30240 w 167147"/>
                <a:gd name="connsiteY217" fmla="*/ 161037 h 236336"/>
                <a:gd name="connsiteX218" fmla="*/ 30271 w 167147"/>
                <a:gd name="connsiteY218" fmla="*/ 176644 h 236336"/>
                <a:gd name="connsiteX219" fmla="*/ 30328 w 167147"/>
                <a:gd name="connsiteY219" fmla="*/ 194684 h 236336"/>
                <a:gd name="connsiteX220" fmla="*/ 30364 w 167147"/>
                <a:gd name="connsiteY220" fmla="*/ 208617 h 236336"/>
                <a:gd name="connsiteX221" fmla="*/ 30391 w 167147"/>
                <a:gd name="connsiteY221" fmla="*/ 216946 h 236336"/>
                <a:gd name="connsiteX222" fmla="*/ 30404 w 167147"/>
                <a:gd name="connsiteY222" fmla="*/ 226221 h 236336"/>
                <a:gd name="connsiteX223" fmla="*/ 30432 w 167147"/>
                <a:gd name="connsiteY223" fmla="*/ 229027 h 236336"/>
                <a:gd name="connsiteX224" fmla="*/ 30417 w 167147"/>
                <a:gd name="connsiteY224" fmla="*/ 231563 h 236336"/>
                <a:gd name="connsiteX225" fmla="*/ 30422 w 167147"/>
                <a:gd name="connsiteY225" fmla="*/ 233780 h 236336"/>
                <a:gd name="connsiteX226" fmla="*/ 30054 w 167147"/>
                <a:gd name="connsiteY226" fmla="*/ 235423 h 236336"/>
                <a:gd name="connsiteX227" fmla="*/ 21493 w 167147"/>
                <a:gd name="connsiteY227" fmla="*/ 236266 h 236336"/>
                <a:gd name="connsiteX228" fmla="*/ 19870 w 167147"/>
                <a:gd name="connsiteY228" fmla="*/ 236268 h 236336"/>
                <a:gd name="connsiteX229" fmla="*/ 16484 w 167147"/>
                <a:gd name="connsiteY229" fmla="*/ 236264 h 236336"/>
                <a:gd name="connsiteX230" fmla="*/ 11301 w 167147"/>
                <a:gd name="connsiteY230" fmla="*/ 236269 h 236336"/>
                <a:gd name="connsiteX231" fmla="*/ 8006 w 167147"/>
                <a:gd name="connsiteY231" fmla="*/ 236266 h 236336"/>
                <a:gd name="connsiteX232" fmla="*/ 6441 w 167147"/>
                <a:gd name="connsiteY232" fmla="*/ 236271 h 236336"/>
                <a:gd name="connsiteX233" fmla="*/ 288 w 167147"/>
                <a:gd name="connsiteY233" fmla="*/ 235423 h 236336"/>
                <a:gd name="connsiteX234" fmla="*/ 13 w 167147"/>
                <a:gd name="connsiteY234" fmla="*/ 231659 h 236336"/>
                <a:gd name="connsiteX235" fmla="*/ 0 w 167147"/>
                <a:gd name="connsiteY235" fmla="*/ 229172 h 236336"/>
                <a:gd name="connsiteX236" fmla="*/ 20 w 167147"/>
                <a:gd name="connsiteY236" fmla="*/ 226406 h 236336"/>
                <a:gd name="connsiteX237" fmla="*/ 14 w 167147"/>
                <a:gd name="connsiteY237" fmla="*/ 223495 h 236336"/>
                <a:gd name="connsiteX238" fmla="*/ 29 w 167147"/>
                <a:gd name="connsiteY238" fmla="*/ 215457 h 236336"/>
                <a:gd name="connsiteX239" fmla="*/ 34 w 167147"/>
                <a:gd name="connsiteY239" fmla="*/ 206802 h 236336"/>
                <a:gd name="connsiteX240" fmla="*/ 52 w 167147"/>
                <a:gd name="connsiteY240" fmla="*/ 191796 h 236336"/>
                <a:gd name="connsiteX241" fmla="*/ 79 w 167147"/>
                <a:gd name="connsiteY241" fmla="*/ 170099 h 236336"/>
                <a:gd name="connsiteX242" fmla="*/ 120 w 167147"/>
                <a:gd name="connsiteY242" fmla="*/ 134901 h 236336"/>
                <a:gd name="connsiteX243" fmla="*/ 166 w 167147"/>
                <a:gd name="connsiteY243" fmla="*/ 100700 h 236336"/>
                <a:gd name="connsiteX244" fmla="*/ 167 w 167147"/>
                <a:gd name="connsiteY244" fmla="*/ 98572 h 236336"/>
                <a:gd name="connsiteX245" fmla="*/ 176 w 167147"/>
                <a:gd name="connsiteY245" fmla="*/ 88005 h 236336"/>
                <a:gd name="connsiteX246" fmla="*/ 288 w 167147"/>
                <a:gd name="connsiteY246" fmla="*/ 275 h 236336"/>
                <a:gd name="connsiteX247" fmla="*/ 44493 w 167147"/>
                <a:gd name="connsiteY247" fmla="*/ 159 h 236336"/>
                <a:gd name="connsiteX248" fmla="*/ 65016 w 167147"/>
                <a:gd name="connsiteY248" fmla="*/ 106 h 236336"/>
                <a:gd name="connsiteX249" fmla="*/ 82897 w 167147"/>
                <a:gd name="connsiteY249" fmla="*/ 65 h 236336"/>
                <a:gd name="connsiteX250" fmla="*/ 92371 w 167147"/>
                <a:gd name="connsiteY250" fmla="*/ 39 h 236336"/>
                <a:gd name="connsiteX251" fmla="*/ 101278 w 167147"/>
                <a:gd name="connsiteY251" fmla="*/ 22 h 236336"/>
                <a:gd name="connsiteX252" fmla="*/ 104557 w 167147"/>
                <a:gd name="connsiteY252" fmla="*/ 9 h 236336"/>
                <a:gd name="connsiteX253" fmla="*/ 109014 w 167147"/>
                <a:gd name="connsiteY253" fmla="*/ 6 h 236336"/>
                <a:gd name="connsiteX254" fmla="*/ 111540 w 167147"/>
                <a:gd name="connsiteY254" fmla="*/ 0 h 23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67147" h="236336">
                  <a:moveTo>
                    <a:pt x="29349" y="30826"/>
                  </a:moveTo>
                  <a:cubicBezTo>
                    <a:pt x="29336" y="38247"/>
                    <a:pt x="29321" y="45668"/>
                    <a:pt x="29314" y="53089"/>
                  </a:cubicBezTo>
                  <a:cubicBezTo>
                    <a:pt x="29310" y="57975"/>
                    <a:pt x="29306" y="62860"/>
                    <a:pt x="29297" y="67746"/>
                  </a:cubicBezTo>
                  <a:cubicBezTo>
                    <a:pt x="29289" y="71817"/>
                    <a:pt x="29282" y="75888"/>
                    <a:pt x="29279" y="79960"/>
                  </a:cubicBezTo>
                  <a:cubicBezTo>
                    <a:pt x="29278" y="81507"/>
                    <a:pt x="29277" y="83054"/>
                    <a:pt x="29276" y="84602"/>
                  </a:cubicBezTo>
                  <a:cubicBezTo>
                    <a:pt x="29270" y="86832"/>
                    <a:pt x="29264" y="89063"/>
                    <a:pt x="29264" y="91294"/>
                  </a:cubicBezTo>
                  <a:cubicBezTo>
                    <a:pt x="29264" y="91989"/>
                    <a:pt x="29264" y="92665"/>
                    <a:pt x="29264" y="93340"/>
                  </a:cubicBezTo>
                  <a:cubicBezTo>
                    <a:pt x="29261" y="93996"/>
                    <a:pt x="29259" y="94632"/>
                    <a:pt x="29256" y="95269"/>
                  </a:cubicBezTo>
                  <a:cubicBezTo>
                    <a:pt x="29257" y="95873"/>
                    <a:pt x="29258" y="96459"/>
                    <a:pt x="29259" y="97046"/>
                  </a:cubicBezTo>
                  <a:cubicBezTo>
                    <a:pt x="29256" y="99144"/>
                    <a:pt x="29335" y="101033"/>
                    <a:pt x="30093" y="103008"/>
                  </a:cubicBezTo>
                  <a:cubicBezTo>
                    <a:pt x="32361" y="103371"/>
                    <a:pt x="32361" y="103371"/>
                    <a:pt x="33827" y="103386"/>
                  </a:cubicBezTo>
                  <a:cubicBezTo>
                    <a:pt x="34378" y="103376"/>
                    <a:pt x="34912" y="103367"/>
                    <a:pt x="35446" y="103357"/>
                  </a:cubicBezTo>
                  <a:cubicBezTo>
                    <a:pt x="37234" y="103363"/>
                    <a:pt x="39020" y="103363"/>
                    <a:pt x="40807" y="103345"/>
                  </a:cubicBezTo>
                  <a:cubicBezTo>
                    <a:pt x="42090" y="103331"/>
                    <a:pt x="43373" y="103323"/>
                    <a:pt x="44656" y="103319"/>
                  </a:cubicBezTo>
                  <a:cubicBezTo>
                    <a:pt x="47326" y="103316"/>
                    <a:pt x="49995" y="103310"/>
                    <a:pt x="52665" y="103291"/>
                  </a:cubicBezTo>
                  <a:cubicBezTo>
                    <a:pt x="56142" y="103261"/>
                    <a:pt x="59620" y="103236"/>
                    <a:pt x="63097" y="103227"/>
                  </a:cubicBezTo>
                  <a:cubicBezTo>
                    <a:pt x="66456" y="103220"/>
                    <a:pt x="69815" y="103210"/>
                    <a:pt x="73174" y="103194"/>
                  </a:cubicBezTo>
                  <a:cubicBezTo>
                    <a:pt x="73830" y="103191"/>
                    <a:pt x="74466" y="103188"/>
                    <a:pt x="75102" y="103185"/>
                  </a:cubicBezTo>
                  <a:cubicBezTo>
                    <a:pt x="76962" y="103178"/>
                    <a:pt x="78823" y="103169"/>
                    <a:pt x="80683" y="103154"/>
                  </a:cubicBezTo>
                  <a:cubicBezTo>
                    <a:pt x="81266" y="103149"/>
                    <a:pt x="81831" y="103144"/>
                    <a:pt x="82397" y="103139"/>
                  </a:cubicBezTo>
                  <a:cubicBezTo>
                    <a:pt x="85597" y="103127"/>
                    <a:pt x="88768" y="103200"/>
                    <a:pt x="91856" y="102263"/>
                  </a:cubicBezTo>
                  <a:cubicBezTo>
                    <a:pt x="92040" y="100718"/>
                    <a:pt x="92040" y="100718"/>
                    <a:pt x="92601" y="99287"/>
                  </a:cubicBezTo>
                  <a:cubicBezTo>
                    <a:pt x="94667" y="99162"/>
                    <a:pt x="96504" y="99180"/>
                    <a:pt x="98554" y="99333"/>
                  </a:cubicBezTo>
                  <a:cubicBezTo>
                    <a:pt x="100650" y="99501"/>
                    <a:pt x="102389" y="99494"/>
                    <a:pt x="104507" y="99287"/>
                  </a:cubicBezTo>
                  <a:cubicBezTo>
                    <a:pt x="104883" y="98346"/>
                    <a:pt x="104883" y="98346"/>
                    <a:pt x="105251" y="97424"/>
                  </a:cubicBezTo>
                  <a:cubicBezTo>
                    <a:pt x="105251" y="96792"/>
                    <a:pt x="105251" y="96179"/>
                    <a:pt x="105251" y="95566"/>
                  </a:cubicBezTo>
                  <a:cubicBezTo>
                    <a:pt x="107550" y="96333"/>
                    <a:pt x="108290" y="96506"/>
                    <a:pt x="110460" y="95566"/>
                  </a:cubicBezTo>
                  <a:cubicBezTo>
                    <a:pt x="110764" y="94038"/>
                    <a:pt x="110764" y="94038"/>
                    <a:pt x="111204" y="92590"/>
                  </a:cubicBezTo>
                  <a:cubicBezTo>
                    <a:pt x="112444" y="92590"/>
                    <a:pt x="113685" y="92590"/>
                    <a:pt x="114925" y="92590"/>
                  </a:cubicBezTo>
                  <a:cubicBezTo>
                    <a:pt x="115083" y="92099"/>
                    <a:pt x="115236" y="91624"/>
                    <a:pt x="115390" y="91148"/>
                  </a:cubicBezTo>
                  <a:cubicBezTo>
                    <a:pt x="115485" y="90626"/>
                    <a:pt x="115577" y="90120"/>
                    <a:pt x="115669" y="89613"/>
                  </a:cubicBezTo>
                  <a:cubicBezTo>
                    <a:pt x="116796" y="89237"/>
                    <a:pt x="116796" y="89237"/>
                    <a:pt x="117901" y="88869"/>
                  </a:cubicBezTo>
                  <a:cubicBezTo>
                    <a:pt x="117901" y="88236"/>
                    <a:pt x="117901" y="87623"/>
                    <a:pt x="117901" y="87009"/>
                  </a:cubicBezTo>
                  <a:cubicBezTo>
                    <a:pt x="117901" y="86376"/>
                    <a:pt x="117901" y="85762"/>
                    <a:pt x="117901" y="85148"/>
                  </a:cubicBezTo>
                  <a:cubicBezTo>
                    <a:pt x="119029" y="84772"/>
                    <a:pt x="119029" y="84772"/>
                    <a:pt x="120134" y="84404"/>
                  </a:cubicBezTo>
                  <a:cubicBezTo>
                    <a:pt x="120515" y="83029"/>
                    <a:pt x="120515" y="83029"/>
                    <a:pt x="120645" y="81381"/>
                  </a:cubicBezTo>
                  <a:cubicBezTo>
                    <a:pt x="120724" y="80385"/>
                    <a:pt x="120801" y="79418"/>
                    <a:pt x="120878" y="78451"/>
                  </a:cubicBezTo>
                  <a:cubicBezTo>
                    <a:pt x="121384" y="78451"/>
                    <a:pt x="121875" y="78451"/>
                    <a:pt x="122366" y="78451"/>
                  </a:cubicBezTo>
                  <a:cubicBezTo>
                    <a:pt x="123232" y="76719"/>
                    <a:pt x="123232" y="76719"/>
                    <a:pt x="123285" y="68969"/>
                  </a:cubicBezTo>
                  <a:cubicBezTo>
                    <a:pt x="123289" y="67381"/>
                    <a:pt x="123296" y="65794"/>
                    <a:pt x="123320" y="64207"/>
                  </a:cubicBezTo>
                  <a:cubicBezTo>
                    <a:pt x="123335" y="63171"/>
                    <a:pt x="123345" y="62135"/>
                    <a:pt x="123350" y="61099"/>
                  </a:cubicBezTo>
                  <a:cubicBezTo>
                    <a:pt x="123352" y="60595"/>
                    <a:pt x="123353" y="60105"/>
                    <a:pt x="123354" y="59615"/>
                  </a:cubicBezTo>
                  <a:cubicBezTo>
                    <a:pt x="123376" y="56833"/>
                    <a:pt x="123376" y="56833"/>
                    <a:pt x="123110" y="54638"/>
                  </a:cubicBezTo>
                  <a:cubicBezTo>
                    <a:pt x="120776" y="53451"/>
                    <a:pt x="120776" y="53451"/>
                    <a:pt x="120549" y="51729"/>
                  </a:cubicBezTo>
                  <a:cubicBezTo>
                    <a:pt x="120464" y="50214"/>
                    <a:pt x="120301" y="48705"/>
                    <a:pt x="120134" y="47197"/>
                  </a:cubicBezTo>
                  <a:cubicBezTo>
                    <a:pt x="119628" y="46944"/>
                    <a:pt x="119137" y="46699"/>
                    <a:pt x="118645" y="46453"/>
                  </a:cubicBezTo>
                  <a:cubicBezTo>
                    <a:pt x="117884" y="44169"/>
                    <a:pt x="117444" y="43500"/>
                    <a:pt x="115669" y="41988"/>
                  </a:cubicBezTo>
                  <a:cubicBezTo>
                    <a:pt x="114094" y="41325"/>
                    <a:pt x="114094" y="41325"/>
                    <a:pt x="112692" y="40500"/>
                  </a:cubicBezTo>
                  <a:cubicBezTo>
                    <a:pt x="112413" y="38919"/>
                    <a:pt x="112413" y="38919"/>
                    <a:pt x="111948" y="37523"/>
                  </a:cubicBezTo>
                  <a:cubicBezTo>
                    <a:pt x="110460" y="37554"/>
                    <a:pt x="108971" y="37554"/>
                    <a:pt x="107483" y="37523"/>
                  </a:cubicBezTo>
                  <a:cubicBezTo>
                    <a:pt x="107108" y="35644"/>
                    <a:pt x="107108" y="35644"/>
                    <a:pt x="106739" y="33803"/>
                  </a:cubicBezTo>
                  <a:cubicBezTo>
                    <a:pt x="103197" y="34056"/>
                    <a:pt x="99759" y="34301"/>
                    <a:pt x="96321" y="34547"/>
                  </a:cubicBezTo>
                  <a:cubicBezTo>
                    <a:pt x="96321" y="33282"/>
                    <a:pt x="96321" y="32054"/>
                    <a:pt x="96321" y="30826"/>
                  </a:cubicBezTo>
                  <a:cubicBezTo>
                    <a:pt x="73551" y="30826"/>
                    <a:pt x="51450" y="30826"/>
                    <a:pt x="29349" y="30826"/>
                  </a:cubicBezTo>
                  <a:close/>
                  <a:moveTo>
                    <a:pt x="111540" y="0"/>
                  </a:moveTo>
                  <a:cubicBezTo>
                    <a:pt x="112153" y="91"/>
                    <a:pt x="112766" y="181"/>
                    <a:pt x="113398" y="275"/>
                  </a:cubicBezTo>
                  <a:cubicBezTo>
                    <a:pt x="113643" y="1011"/>
                    <a:pt x="113889" y="1748"/>
                    <a:pt x="114142" y="2507"/>
                  </a:cubicBezTo>
                  <a:cubicBezTo>
                    <a:pt x="116437" y="2828"/>
                    <a:pt x="118683" y="2835"/>
                    <a:pt x="120999" y="2876"/>
                  </a:cubicBezTo>
                  <a:cubicBezTo>
                    <a:pt x="122025" y="3062"/>
                    <a:pt x="122025" y="3062"/>
                    <a:pt x="123071" y="3251"/>
                  </a:cubicBezTo>
                  <a:cubicBezTo>
                    <a:pt x="123929" y="4731"/>
                    <a:pt x="123929" y="4731"/>
                    <a:pt x="124560" y="6228"/>
                  </a:cubicBezTo>
                  <a:cubicBezTo>
                    <a:pt x="127210" y="6837"/>
                    <a:pt x="127210" y="6837"/>
                    <a:pt x="129769" y="6972"/>
                  </a:cubicBezTo>
                  <a:cubicBezTo>
                    <a:pt x="129769" y="7954"/>
                    <a:pt x="129769" y="8936"/>
                    <a:pt x="129769" y="9949"/>
                  </a:cubicBezTo>
                  <a:cubicBezTo>
                    <a:pt x="130757" y="10212"/>
                    <a:pt x="131750" y="10458"/>
                    <a:pt x="132745" y="10693"/>
                  </a:cubicBezTo>
                  <a:cubicBezTo>
                    <a:pt x="133266" y="11672"/>
                    <a:pt x="133763" y="12665"/>
                    <a:pt x="134233" y="13669"/>
                  </a:cubicBezTo>
                  <a:cubicBezTo>
                    <a:pt x="134970" y="13915"/>
                    <a:pt x="135707" y="14160"/>
                    <a:pt x="136466" y="14413"/>
                  </a:cubicBezTo>
                  <a:cubicBezTo>
                    <a:pt x="136711" y="15150"/>
                    <a:pt x="136957" y="15887"/>
                    <a:pt x="137210" y="16646"/>
                  </a:cubicBezTo>
                  <a:cubicBezTo>
                    <a:pt x="137947" y="16891"/>
                    <a:pt x="138683" y="17137"/>
                    <a:pt x="139442" y="17390"/>
                  </a:cubicBezTo>
                  <a:cubicBezTo>
                    <a:pt x="139719" y="18374"/>
                    <a:pt x="139968" y="19367"/>
                    <a:pt x="140187" y="20366"/>
                  </a:cubicBezTo>
                  <a:cubicBezTo>
                    <a:pt x="140678" y="20612"/>
                    <a:pt x="141169" y="20858"/>
                    <a:pt x="141675" y="21111"/>
                  </a:cubicBezTo>
                  <a:cubicBezTo>
                    <a:pt x="141836" y="21847"/>
                    <a:pt x="141836" y="21847"/>
                    <a:pt x="142000" y="22599"/>
                  </a:cubicBezTo>
                  <a:cubicBezTo>
                    <a:pt x="142139" y="23090"/>
                    <a:pt x="142277" y="23581"/>
                    <a:pt x="142419" y="24087"/>
                  </a:cubicBezTo>
                  <a:cubicBezTo>
                    <a:pt x="143156" y="24333"/>
                    <a:pt x="143892" y="24578"/>
                    <a:pt x="144651" y="24831"/>
                  </a:cubicBezTo>
                  <a:cubicBezTo>
                    <a:pt x="145168" y="26562"/>
                    <a:pt x="145665" y="28298"/>
                    <a:pt x="146140" y="30040"/>
                  </a:cubicBezTo>
                  <a:cubicBezTo>
                    <a:pt x="146631" y="30040"/>
                    <a:pt x="147122" y="30040"/>
                    <a:pt x="147628" y="30040"/>
                  </a:cubicBezTo>
                  <a:cubicBezTo>
                    <a:pt x="147664" y="30515"/>
                    <a:pt x="147701" y="30990"/>
                    <a:pt x="147738" y="31479"/>
                  </a:cubicBezTo>
                  <a:cubicBezTo>
                    <a:pt x="147822" y="32401"/>
                    <a:pt x="147822" y="32401"/>
                    <a:pt x="147907" y="33342"/>
                  </a:cubicBezTo>
                  <a:cubicBezTo>
                    <a:pt x="147959" y="33955"/>
                    <a:pt x="148011" y="34568"/>
                    <a:pt x="148064" y="35200"/>
                  </a:cubicBezTo>
                  <a:cubicBezTo>
                    <a:pt x="148166" y="35707"/>
                    <a:pt x="148267" y="36215"/>
                    <a:pt x="148372" y="36738"/>
                  </a:cubicBezTo>
                  <a:cubicBezTo>
                    <a:pt x="148863" y="36983"/>
                    <a:pt x="149354" y="37229"/>
                    <a:pt x="149860" y="37482"/>
                  </a:cubicBezTo>
                  <a:cubicBezTo>
                    <a:pt x="150169" y="39508"/>
                    <a:pt x="150169" y="39508"/>
                    <a:pt x="150326" y="41993"/>
                  </a:cubicBezTo>
                  <a:cubicBezTo>
                    <a:pt x="150409" y="43226"/>
                    <a:pt x="150409" y="43226"/>
                    <a:pt x="150494" y="44484"/>
                  </a:cubicBezTo>
                  <a:cubicBezTo>
                    <a:pt x="150531" y="45120"/>
                    <a:pt x="150567" y="45756"/>
                    <a:pt x="150605" y="46411"/>
                  </a:cubicBezTo>
                  <a:cubicBezTo>
                    <a:pt x="151341" y="46411"/>
                    <a:pt x="152078" y="46411"/>
                    <a:pt x="152837" y="46411"/>
                  </a:cubicBezTo>
                  <a:cubicBezTo>
                    <a:pt x="152837" y="58690"/>
                    <a:pt x="152837" y="70968"/>
                    <a:pt x="152837" y="83618"/>
                  </a:cubicBezTo>
                  <a:cubicBezTo>
                    <a:pt x="152100" y="83618"/>
                    <a:pt x="151364" y="83618"/>
                    <a:pt x="150605" y="83618"/>
                  </a:cubicBezTo>
                  <a:cubicBezTo>
                    <a:pt x="150359" y="86565"/>
                    <a:pt x="150113" y="89512"/>
                    <a:pt x="149860" y="92548"/>
                  </a:cubicBezTo>
                  <a:cubicBezTo>
                    <a:pt x="149369" y="92548"/>
                    <a:pt x="148878" y="92548"/>
                    <a:pt x="148372" y="92548"/>
                  </a:cubicBezTo>
                  <a:cubicBezTo>
                    <a:pt x="148127" y="94513"/>
                    <a:pt x="147881" y="96477"/>
                    <a:pt x="147628" y="98501"/>
                  </a:cubicBezTo>
                  <a:cubicBezTo>
                    <a:pt x="146891" y="98501"/>
                    <a:pt x="146155" y="98501"/>
                    <a:pt x="145396" y="98501"/>
                  </a:cubicBezTo>
                  <a:cubicBezTo>
                    <a:pt x="145110" y="99671"/>
                    <a:pt x="144826" y="100841"/>
                    <a:pt x="144550" y="102013"/>
                  </a:cubicBezTo>
                  <a:cubicBezTo>
                    <a:pt x="142952" y="106235"/>
                    <a:pt x="139642" y="110208"/>
                    <a:pt x="136466" y="113384"/>
                  </a:cubicBezTo>
                  <a:cubicBezTo>
                    <a:pt x="136405" y="113906"/>
                    <a:pt x="136343" y="114428"/>
                    <a:pt x="136280" y="114965"/>
                  </a:cubicBezTo>
                  <a:cubicBezTo>
                    <a:pt x="136096" y="115426"/>
                    <a:pt x="135912" y="115886"/>
                    <a:pt x="135722" y="116361"/>
                  </a:cubicBezTo>
                  <a:cubicBezTo>
                    <a:pt x="134233" y="116361"/>
                    <a:pt x="132745" y="116361"/>
                    <a:pt x="131257" y="116361"/>
                  </a:cubicBezTo>
                  <a:cubicBezTo>
                    <a:pt x="131001" y="117351"/>
                    <a:pt x="130754" y="118343"/>
                    <a:pt x="130513" y="119337"/>
                  </a:cubicBezTo>
                  <a:cubicBezTo>
                    <a:pt x="128234" y="119895"/>
                    <a:pt x="128234" y="119895"/>
                    <a:pt x="126048" y="120081"/>
                  </a:cubicBezTo>
                  <a:cubicBezTo>
                    <a:pt x="126048" y="121064"/>
                    <a:pt x="126048" y="122046"/>
                    <a:pt x="126048" y="123058"/>
                  </a:cubicBezTo>
                  <a:cubicBezTo>
                    <a:pt x="124522" y="123155"/>
                    <a:pt x="122996" y="123252"/>
                    <a:pt x="121470" y="123349"/>
                  </a:cubicBezTo>
                  <a:cubicBezTo>
                    <a:pt x="121016" y="123498"/>
                    <a:pt x="120562" y="123648"/>
                    <a:pt x="120095" y="123802"/>
                  </a:cubicBezTo>
                  <a:cubicBezTo>
                    <a:pt x="119932" y="124556"/>
                    <a:pt x="119932" y="124556"/>
                    <a:pt x="119766" y="125325"/>
                  </a:cubicBezTo>
                  <a:cubicBezTo>
                    <a:pt x="119629" y="125805"/>
                    <a:pt x="119492" y="126284"/>
                    <a:pt x="119351" y="126779"/>
                  </a:cubicBezTo>
                  <a:cubicBezTo>
                    <a:pt x="117375" y="126998"/>
                    <a:pt x="115561" y="126772"/>
                    <a:pt x="113584" y="126593"/>
                  </a:cubicBezTo>
                  <a:cubicBezTo>
                    <a:pt x="113031" y="126654"/>
                    <a:pt x="112479" y="126715"/>
                    <a:pt x="111909" y="126779"/>
                  </a:cubicBezTo>
                  <a:cubicBezTo>
                    <a:pt x="111385" y="128224"/>
                    <a:pt x="111385" y="128224"/>
                    <a:pt x="111165" y="129755"/>
                  </a:cubicBezTo>
                  <a:cubicBezTo>
                    <a:pt x="109258" y="130313"/>
                    <a:pt x="109258" y="130313"/>
                    <a:pt x="107444" y="130499"/>
                  </a:cubicBezTo>
                  <a:cubicBezTo>
                    <a:pt x="107936" y="131236"/>
                    <a:pt x="108427" y="131973"/>
                    <a:pt x="108933" y="132732"/>
                  </a:cubicBezTo>
                  <a:cubicBezTo>
                    <a:pt x="109654" y="132824"/>
                    <a:pt x="110375" y="132916"/>
                    <a:pt x="111119" y="133011"/>
                  </a:cubicBezTo>
                  <a:cubicBezTo>
                    <a:pt x="111871" y="133164"/>
                    <a:pt x="112623" y="133318"/>
                    <a:pt x="113398" y="133476"/>
                  </a:cubicBezTo>
                  <a:cubicBezTo>
                    <a:pt x="114184" y="134690"/>
                    <a:pt x="114921" y="135936"/>
                    <a:pt x="115630" y="137197"/>
                  </a:cubicBezTo>
                  <a:cubicBezTo>
                    <a:pt x="116603" y="138452"/>
                    <a:pt x="117596" y="139692"/>
                    <a:pt x="118607" y="140917"/>
                  </a:cubicBezTo>
                  <a:cubicBezTo>
                    <a:pt x="120158" y="142798"/>
                    <a:pt x="121551" y="144583"/>
                    <a:pt x="122792" y="146684"/>
                  </a:cubicBezTo>
                  <a:cubicBezTo>
                    <a:pt x="123668" y="148449"/>
                    <a:pt x="123668" y="148449"/>
                    <a:pt x="125304" y="149103"/>
                  </a:cubicBezTo>
                  <a:cubicBezTo>
                    <a:pt x="125800" y="150591"/>
                    <a:pt x="126296" y="152079"/>
                    <a:pt x="126792" y="153568"/>
                  </a:cubicBezTo>
                  <a:cubicBezTo>
                    <a:pt x="127283" y="153813"/>
                    <a:pt x="127774" y="154059"/>
                    <a:pt x="128280" y="154312"/>
                  </a:cubicBezTo>
                  <a:cubicBezTo>
                    <a:pt x="128442" y="155002"/>
                    <a:pt x="128442" y="155002"/>
                    <a:pt x="128606" y="155707"/>
                  </a:cubicBezTo>
                  <a:cubicBezTo>
                    <a:pt x="128899" y="157350"/>
                    <a:pt x="128899" y="157350"/>
                    <a:pt x="130141" y="158405"/>
                  </a:cubicBezTo>
                  <a:cubicBezTo>
                    <a:pt x="131481" y="159745"/>
                    <a:pt x="131549" y="160690"/>
                    <a:pt x="132001" y="162497"/>
                  </a:cubicBezTo>
                  <a:cubicBezTo>
                    <a:pt x="132577" y="163050"/>
                    <a:pt x="132577" y="163050"/>
                    <a:pt x="133164" y="163614"/>
                  </a:cubicBezTo>
                  <a:cubicBezTo>
                    <a:pt x="134233" y="164730"/>
                    <a:pt x="134233" y="164730"/>
                    <a:pt x="134233" y="167706"/>
                  </a:cubicBezTo>
                  <a:cubicBezTo>
                    <a:pt x="134970" y="167706"/>
                    <a:pt x="135707" y="167706"/>
                    <a:pt x="136466" y="167706"/>
                  </a:cubicBezTo>
                  <a:cubicBezTo>
                    <a:pt x="136990" y="169434"/>
                    <a:pt x="137487" y="171171"/>
                    <a:pt x="137954" y="172915"/>
                  </a:cubicBezTo>
                  <a:cubicBezTo>
                    <a:pt x="138445" y="172915"/>
                    <a:pt x="138936" y="172915"/>
                    <a:pt x="139442" y="172915"/>
                  </a:cubicBezTo>
                  <a:cubicBezTo>
                    <a:pt x="139535" y="173759"/>
                    <a:pt x="139627" y="174604"/>
                    <a:pt x="139722" y="175473"/>
                  </a:cubicBezTo>
                  <a:cubicBezTo>
                    <a:pt x="139875" y="176348"/>
                    <a:pt x="140028" y="177223"/>
                    <a:pt x="140187" y="178124"/>
                  </a:cubicBezTo>
                  <a:cubicBezTo>
                    <a:pt x="140678" y="178370"/>
                    <a:pt x="141169" y="178615"/>
                    <a:pt x="141675" y="178868"/>
                  </a:cubicBezTo>
                  <a:cubicBezTo>
                    <a:pt x="141978" y="180596"/>
                    <a:pt x="142229" y="182334"/>
                    <a:pt x="142419" y="184077"/>
                  </a:cubicBezTo>
                  <a:cubicBezTo>
                    <a:pt x="143156" y="184077"/>
                    <a:pt x="143892" y="184077"/>
                    <a:pt x="144651" y="184077"/>
                  </a:cubicBezTo>
                  <a:cubicBezTo>
                    <a:pt x="144767" y="185159"/>
                    <a:pt x="144767" y="185159"/>
                    <a:pt x="144884" y="186263"/>
                  </a:cubicBezTo>
                  <a:cubicBezTo>
                    <a:pt x="145053" y="187015"/>
                    <a:pt x="145222" y="187767"/>
                    <a:pt x="145396" y="188542"/>
                  </a:cubicBezTo>
                  <a:cubicBezTo>
                    <a:pt x="146132" y="188788"/>
                    <a:pt x="146869" y="189033"/>
                    <a:pt x="147628" y="189286"/>
                  </a:cubicBezTo>
                  <a:cubicBezTo>
                    <a:pt x="147906" y="191018"/>
                    <a:pt x="148155" y="192755"/>
                    <a:pt x="148372" y="194495"/>
                  </a:cubicBezTo>
                  <a:cubicBezTo>
                    <a:pt x="148863" y="194741"/>
                    <a:pt x="149354" y="194987"/>
                    <a:pt x="149860" y="195240"/>
                  </a:cubicBezTo>
                  <a:cubicBezTo>
                    <a:pt x="150357" y="196480"/>
                    <a:pt x="150853" y="197720"/>
                    <a:pt x="151349" y="198960"/>
                  </a:cubicBezTo>
                  <a:cubicBezTo>
                    <a:pt x="151840" y="199206"/>
                    <a:pt x="152331" y="199451"/>
                    <a:pt x="152837" y="199704"/>
                  </a:cubicBezTo>
                  <a:cubicBezTo>
                    <a:pt x="153099" y="201241"/>
                    <a:pt x="153167" y="202753"/>
                    <a:pt x="153253" y="204309"/>
                  </a:cubicBezTo>
                  <a:cubicBezTo>
                    <a:pt x="153361" y="204754"/>
                    <a:pt x="153469" y="205199"/>
                    <a:pt x="153581" y="205657"/>
                  </a:cubicBezTo>
                  <a:cubicBezTo>
                    <a:pt x="154318" y="205903"/>
                    <a:pt x="155055" y="206149"/>
                    <a:pt x="155814" y="206402"/>
                  </a:cubicBezTo>
                  <a:cubicBezTo>
                    <a:pt x="156091" y="207636"/>
                    <a:pt x="156340" y="208876"/>
                    <a:pt x="156558" y="210122"/>
                  </a:cubicBezTo>
                  <a:cubicBezTo>
                    <a:pt x="157049" y="210368"/>
                    <a:pt x="157540" y="210613"/>
                    <a:pt x="158046" y="210866"/>
                  </a:cubicBezTo>
                  <a:cubicBezTo>
                    <a:pt x="158207" y="211948"/>
                    <a:pt x="158207" y="211948"/>
                    <a:pt x="158372" y="213052"/>
                  </a:cubicBezTo>
                  <a:cubicBezTo>
                    <a:pt x="158510" y="213804"/>
                    <a:pt x="158648" y="214556"/>
                    <a:pt x="158790" y="215331"/>
                  </a:cubicBezTo>
                  <a:cubicBezTo>
                    <a:pt x="159527" y="215822"/>
                    <a:pt x="160264" y="216314"/>
                    <a:pt x="161023" y="216820"/>
                  </a:cubicBezTo>
                  <a:cubicBezTo>
                    <a:pt x="161534" y="219517"/>
                    <a:pt x="161534" y="219517"/>
                    <a:pt x="161767" y="222029"/>
                  </a:cubicBezTo>
                  <a:cubicBezTo>
                    <a:pt x="162503" y="222029"/>
                    <a:pt x="163240" y="222029"/>
                    <a:pt x="163999" y="222029"/>
                  </a:cubicBezTo>
                  <a:cubicBezTo>
                    <a:pt x="163999" y="223502"/>
                    <a:pt x="163999" y="224975"/>
                    <a:pt x="163999" y="226493"/>
                  </a:cubicBezTo>
                  <a:cubicBezTo>
                    <a:pt x="164736" y="226493"/>
                    <a:pt x="165473" y="226493"/>
                    <a:pt x="166232" y="226493"/>
                  </a:cubicBezTo>
                  <a:cubicBezTo>
                    <a:pt x="166930" y="228590"/>
                    <a:pt x="167097" y="229990"/>
                    <a:pt x="167115" y="232167"/>
                  </a:cubicBezTo>
                  <a:cubicBezTo>
                    <a:pt x="167126" y="232760"/>
                    <a:pt x="167136" y="233353"/>
                    <a:pt x="167147" y="233964"/>
                  </a:cubicBezTo>
                  <a:cubicBezTo>
                    <a:pt x="167062" y="234686"/>
                    <a:pt x="167062" y="234686"/>
                    <a:pt x="166976" y="235423"/>
                  </a:cubicBezTo>
                  <a:cubicBezTo>
                    <a:pt x="164450" y="236686"/>
                    <a:pt x="161577" y="236273"/>
                    <a:pt x="158799" y="236266"/>
                  </a:cubicBezTo>
                  <a:cubicBezTo>
                    <a:pt x="157799" y="236267"/>
                    <a:pt x="157799" y="236267"/>
                    <a:pt x="156780" y="236268"/>
                  </a:cubicBezTo>
                  <a:cubicBezTo>
                    <a:pt x="155368" y="236269"/>
                    <a:pt x="153956" y="236267"/>
                    <a:pt x="152544" y="236264"/>
                  </a:cubicBezTo>
                  <a:cubicBezTo>
                    <a:pt x="150389" y="236260"/>
                    <a:pt x="148233" y="236264"/>
                    <a:pt x="146077" y="236269"/>
                  </a:cubicBezTo>
                  <a:cubicBezTo>
                    <a:pt x="144706" y="236268"/>
                    <a:pt x="143334" y="236268"/>
                    <a:pt x="141963" y="236266"/>
                  </a:cubicBezTo>
                  <a:cubicBezTo>
                    <a:pt x="141319" y="236268"/>
                    <a:pt x="140676" y="236269"/>
                    <a:pt x="140013" y="236271"/>
                  </a:cubicBezTo>
                  <a:cubicBezTo>
                    <a:pt x="133864" y="236247"/>
                    <a:pt x="133864" y="236247"/>
                    <a:pt x="131257" y="235423"/>
                  </a:cubicBezTo>
                  <a:cubicBezTo>
                    <a:pt x="130809" y="233938"/>
                    <a:pt x="130809" y="233938"/>
                    <a:pt x="130792" y="232121"/>
                  </a:cubicBezTo>
                  <a:cubicBezTo>
                    <a:pt x="130806" y="230341"/>
                    <a:pt x="130806" y="230341"/>
                    <a:pt x="130513" y="228726"/>
                  </a:cubicBezTo>
                  <a:cubicBezTo>
                    <a:pt x="129776" y="228235"/>
                    <a:pt x="129039" y="227744"/>
                    <a:pt x="128280" y="227238"/>
                  </a:cubicBezTo>
                  <a:cubicBezTo>
                    <a:pt x="128008" y="225754"/>
                    <a:pt x="127758" y="224265"/>
                    <a:pt x="127536" y="222773"/>
                  </a:cubicBezTo>
                  <a:cubicBezTo>
                    <a:pt x="127045" y="222527"/>
                    <a:pt x="126554" y="222282"/>
                    <a:pt x="126048" y="222029"/>
                  </a:cubicBezTo>
                  <a:cubicBezTo>
                    <a:pt x="125552" y="220788"/>
                    <a:pt x="125056" y="219548"/>
                    <a:pt x="124560" y="218308"/>
                  </a:cubicBezTo>
                  <a:cubicBezTo>
                    <a:pt x="124069" y="218062"/>
                    <a:pt x="123577" y="217817"/>
                    <a:pt x="123071" y="217564"/>
                  </a:cubicBezTo>
                  <a:cubicBezTo>
                    <a:pt x="122768" y="215836"/>
                    <a:pt x="122517" y="214098"/>
                    <a:pt x="122327" y="212355"/>
                  </a:cubicBezTo>
                  <a:cubicBezTo>
                    <a:pt x="121591" y="212355"/>
                    <a:pt x="120854" y="212355"/>
                    <a:pt x="120095" y="212355"/>
                  </a:cubicBezTo>
                  <a:cubicBezTo>
                    <a:pt x="119957" y="211273"/>
                    <a:pt x="119957" y="211273"/>
                    <a:pt x="119816" y="210169"/>
                  </a:cubicBezTo>
                  <a:cubicBezTo>
                    <a:pt x="119662" y="209417"/>
                    <a:pt x="119509" y="208665"/>
                    <a:pt x="119351" y="207890"/>
                  </a:cubicBezTo>
                  <a:cubicBezTo>
                    <a:pt x="118860" y="207644"/>
                    <a:pt x="118368" y="207399"/>
                    <a:pt x="117862" y="207146"/>
                  </a:cubicBezTo>
                  <a:cubicBezTo>
                    <a:pt x="117421" y="205175"/>
                    <a:pt x="117310" y="203208"/>
                    <a:pt x="117118" y="201193"/>
                  </a:cubicBezTo>
                  <a:cubicBezTo>
                    <a:pt x="116382" y="201193"/>
                    <a:pt x="115645" y="201193"/>
                    <a:pt x="114886" y="201193"/>
                  </a:cubicBezTo>
                  <a:cubicBezTo>
                    <a:pt x="114632" y="199954"/>
                    <a:pt x="114384" y="198713"/>
                    <a:pt x="114142" y="197472"/>
                  </a:cubicBezTo>
                  <a:cubicBezTo>
                    <a:pt x="113405" y="197226"/>
                    <a:pt x="112668" y="196981"/>
                    <a:pt x="111909" y="196728"/>
                  </a:cubicBezTo>
                  <a:cubicBezTo>
                    <a:pt x="111581" y="195379"/>
                    <a:pt x="111581" y="195379"/>
                    <a:pt x="111491" y="193751"/>
                  </a:cubicBezTo>
                  <a:cubicBezTo>
                    <a:pt x="111427" y="192164"/>
                    <a:pt x="111427" y="192164"/>
                    <a:pt x="111165" y="190775"/>
                  </a:cubicBezTo>
                  <a:cubicBezTo>
                    <a:pt x="110674" y="190529"/>
                    <a:pt x="110183" y="190284"/>
                    <a:pt x="109677" y="190031"/>
                  </a:cubicBezTo>
                  <a:cubicBezTo>
                    <a:pt x="109374" y="188303"/>
                    <a:pt x="109123" y="186565"/>
                    <a:pt x="108933" y="184822"/>
                  </a:cubicBezTo>
                  <a:cubicBezTo>
                    <a:pt x="108196" y="184822"/>
                    <a:pt x="107459" y="184822"/>
                    <a:pt x="106700" y="184822"/>
                  </a:cubicBezTo>
                  <a:cubicBezTo>
                    <a:pt x="106440" y="183584"/>
                    <a:pt x="106193" y="182343"/>
                    <a:pt x="105956" y="181101"/>
                  </a:cubicBezTo>
                  <a:cubicBezTo>
                    <a:pt x="105219" y="180610"/>
                    <a:pt x="104483" y="180119"/>
                    <a:pt x="103724" y="179613"/>
                  </a:cubicBezTo>
                  <a:cubicBezTo>
                    <a:pt x="103451" y="178129"/>
                    <a:pt x="103202" y="176640"/>
                    <a:pt x="102980" y="175148"/>
                  </a:cubicBezTo>
                  <a:cubicBezTo>
                    <a:pt x="102488" y="174902"/>
                    <a:pt x="101997" y="174657"/>
                    <a:pt x="101491" y="174404"/>
                  </a:cubicBezTo>
                  <a:cubicBezTo>
                    <a:pt x="101330" y="173506"/>
                    <a:pt x="101330" y="173506"/>
                    <a:pt x="101166" y="172590"/>
                  </a:cubicBezTo>
                  <a:cubicBezTo>
                    <a:pt x="100922" y="170427"/>
                    <a:pt x="100922" y="170427"/>
                    <a:pt x="98515" y="169195"/>
                  </a:cubicBezTo>
                  <a:cubicBezTo>
                    <a:pt x="98014" y="167956"/>
                    <a:pt x="97517" y="166716"/>
                    <a:pt x="97026" y="165474"/>
                  </a:cubicBezTo>
                  <a:cubicBezTo>
                    <a:pt x="96535" y="165474"/>
                    <a:pt x="96044" y="165474"/>
                    <a:pt x="95538" y="165474"/>
                  </a:cubicBezTo>
                  <a:cubicBezTo>
                    <a:pt x="95446" y="164630"/>
                    <a:pt x="95354" y="163786"/>
                    <a:pt x="95259" y="162916"/>
                  </a:cubicBezTo>
                  <a:cubicBezTo>
                    <a:pt x="95029" y="161604"/>
                    <a:pt x="95029" y="161604"/>
                    <a:pt x="94794" y="160265"/>
                  </a:cubicBezTo>
                  <a:cubicBezTo>
                    <a:pt x="94303" y="160019"/>
                    <a:pt x="93812" y="159774"/>
                    <a:pt x="93306" y="159521"/>
                  </a:cubicBezTo>
                  <a:cubicBezTo>
                    <a:pt x="92533" y="158298"/>
                    <a:pt x="91791" y="157056"/>
                    <a:pt x="91073" y="155800"/>
                  </a:cubicBezTo>
                  <a:cubicBezTo>
                    <a:pt x="90582" y="155063"/>
                    <a:pt x="90091" y="154327"/>
                    <a:pt x="89585" y="153568"/>
                  </a:cubicBezTo>
                  <a:cubicBezTo>
                    <a:pt x="89585" y="152831"/>
                    <a:pt x="89585" y="152094"/>
                    <a:pt x="89585" y="151335"/>
                  </a:cubicBezTo>
                  <a:cubicBezTo>
                    <a:pt x="88848" y="151090"/>
                    <a:pt x="88112" y="150844"/>
                    <a:pt x="87353" y="150591"/>
                  </a:cubicBezTo>
                  <a:cubicBezTo>
                    <a:pt x="87353" y="149609"/>
                    <a:pt x="87353" y="148627"/>
                    <a:pt x="87353" y="147615"/>
                  </a:cubicBezTo>
                  <a:cubicBezTo>
                    <a:pt x="85975" y="147185"/>
                    <a:pt x="85975" y="147185"/>
                    <a:pt x="84376" y="146870"/>
                  </a:cubicBezTo>
                  <a:cubicBezTo>
                    <a:pt x="83109" y="145711"/>
                    <a:pt x="83109" y="145711"/>
                    <a:pt x="81958" y="144312"/>
                  </a:cubicBezTo>
                  <a:cubicBezTo>
                    <a:pt x="81376" y="143623"/>
                    <a:pt x="81376" y="143623"/>
                    <a:pt x="80783" y="142920"/>
                  </a:cubicBezTo>
                  <a:cubicBezTo>
                    <a:pt x="79911" y="141661"/>
                    <a:pt x="79911" y="141661"/>
                    <a:pt x="79911" y="140173"/>
                  </a:cubicBezTo>
                  <a:cubicBezTo>
                    <a:pt x="78438" y="140173"/>
                    <a:pt x="76964" y="140173"/>
                    <a:pt x="75446" y="140173"/>
                  </a:cubicBezTo>
                  <a:cubicBezTo>
                    <a:pt x="75446" y="139191"/>
                    <a:pt x="75446" y="138209"/>
                    <a:pt x="75446" y="137197"/>
                  </a:cubicBezTo>
                  <a:cubicBezTo>
                    <a:pt x="74864" y="137169"/>
                    <a:pt x="74282" y="137141"/>
                    <a:pt x="73682" y="137112"/>
                  </a:cubicBezTo>
                  <a:cubicBezTo>
                    <a:pt x="72552" y="137039"/>
                    <a:pt x="72552" y="137039"/>
                    <a:pt x="71400" y="136964"/>
                  </a:cubicBezTo>
                  <a:cubicBezTo>
                    <a:pt x="70649" y="136921"/>
                    <a:pt x="69898" y="136878"/>
                    <a:pt x="69124" y="136833"/>
                  </a:cubicBezTo>
                  <a:cubicBezTo>
                    <a:pt x="68509" y="136708"/>
                    <a:pt x="67894" y="136582"/>
                    <a:pt x="67261" y="136452"/>
                  </a:cubicBezTo>
                  <a:cubicBezTo>
                    <a:pt x="67015" y="135716"/>
                    <a:pt x="66770" y="134979"/>
                    <a:pt x="66517" y="134220"/>
                  </a:cubicBezTo>
                  <a:cubicBezTo>
                    <a:pt x="64943" y="133862"/>
                    <a:pt x="64943" y="133862"/>
                    <a:pt x="63017" y="133898"/>
                  </a:cubicBezTo>
                  <a:cubicBezTo>
                    <a:pt x="61899" y="133876"/>
                    <a:pt x="61899" y="133876"/>
                    <a:pt x="60760" y="133854"/>
                  </a:cubicBezTo>
                  <a:cubicBezTo>
                    <a:pt x="59950" y="133849"/>
                    <a:pt x="59140" y="133844"/>
                    <a:pt x="58305" y="133839"/>
                  </a:cubicBezTo>
                  <a:cubicBezTo>
                    <a:pt x="57480" y="133826"/>
                    <a:pt x="56655" y="133812"/>
                    <a:pt x="55806" y="133799"/>
                  </a:cubicBezTo>
                  <a:cubicBezTo>
                    <a:pt x="53159" y="133758"/>
                    <a:pt x="50513" y="133733"/>
                    <a:pt x="47867" y="133708"/>
                  </a:cubicBezTo>
                  <a:cubicBezTo>
                    <a:pt x="46078" y="133684"/>
                    <a:pt x="44288" y="133658"/>
                    <a:pt x="42499" y="133631"/>
                  </a:cubicBezTo>
                  <a:cubicBezTo>
                    <a:pt x="38103" y="133568"/>
                    <a:pt x="33706" y="133517"/>
                    <a:pt x="29310" y="133476"/>
                  </a:cubicBezTo>
                  <a:cubicBezTo>
                    <a:pt x="29555" y="134213"/>
                    <a:pt x="29801" y="134949"/>
                    <a:pt x="30054" y="135708"/>
                  </a:cubicBezTo>
                  <a:cubicBezTo>
                    <a:pt x="30127" y="137056"/>
                    <a:pt x="30157" y="138407"/>
                    <a:pt x="30163" y="139757"/>
                  </a:cubicBezTo>
                  <a:cubicBezTo>
                    <a:pt x="30169" y="140598"/>
                    <a:pt x="30174" y="141439"/>
                    <a:pt x="30179" y="142306"/>
                  </a:cubicBezTo>
                  <a:cubicBezTo>
                    <a:pt x="30181" y="143229"/>
                    <a:pt x="30183" y="144152"/>
                    <a:pt x="30186" y="145103"/>
                  </a:cubicBezTo>
                  <a:cubicBezTo>
                    <a:pt x="30193" y="146561"/>
                    <a:pt x="30193" y="146561"/>
                    <a:pt x="30200" y="148048"/>
                  </a:cubicBezTo>
                  <a:cubicBezTo>
                    <a:pt x="30213" y="150714"/>
                    <a:pt x="30221" y="153380"/>
                    <a:pt x="30227" y="156045"/>
                  </a:cubicBezTo>
                  <a:cubicBezTo>
                    <a:pt x="30231" y="157709"/>
                    <a:pt x="30236" y="159373"/>
                    <a:pt x="30240" y="161037"/>
                  </a:cubicBezTo>
                  <a:cubicBezTo>
                    <a:pt x="30254" y="166240"/>
                    <a:pt x="30265" y="171442"/>
                    <a:pt x="30271" y="176644"/>
                  </a:cubicBezTo>
                  <a:cubicBezTo>
                    <a:pt x="30279" y="182657"/>
                    <a:pt x="30298" y="188671"/>
                    <a:pt x="30328" y="194684"/>
                  </a:cubicBezTo>
                  <a:cubicBezTo>
                    <a:pt x="30351" y="199329"/>
                    <a:pt x="30362" y="203973"/>
                    <a:pt x="30364" y="208617"/>
                  </a:cubicBezTo>
                  <a:cubicBezTo>
                    <a:pt x="30366" y="211394"/>
                    <a:pt x="30373" y="214170"/>
                    <a:pt x="30391" y="216946"/>
                  </a:cubicBezTo>
                  <a:cubicBezTo>
                    <a:pt x="30412" y="220038"/>
                    <a:pt x="30409" y="223129"/>
                    <a:pt x="30404" y="226221"/>
                  </a:cubicBezTo>
                  <a:cubicBezTo>
                    <a:pt x="30413" y="227147"/>
                    <a:pt x="30423" y="228073"/>
                    <a:pt x="30432" y="229027"/>
                  </a:cubicBezTo>
                  <a:cubicBezTo>
                    <a:pt x="30427" y="229864"/>
                    <a:pt x="30422" y="230701"/>
                    <a:pt x="30417" y="231563"/>
                  </a:cubicBezTo>
                  <a:cubicBezTo>
                    <a:pt x="30419" y="232295"/>
                    <a:pt x="30420" y="233027"/>
                    <a:pt x="30422" y="233780"/>
                  </a:cubicBezTo>
                  <a:cubicBezTo>
                    <a:pt x="30240" y="234594"/>
                    <a:pt x="30240" y="234594"/>
                    <a:pt x="30054" y="235423"/>
                  </a:cubicBezTo>
                  <a:cubicBezTo>
                    <a:pt x="27410" y="236611"/>
                    <a:pt x="24354" y="236274"/>
                    <a:pt x="21493" y="236266"/>
                  </a:cubicBezTo>
                  <a:cubicBezTo>
                    <a:pt x="20690" y="236267"/>
                    <a:pt x="20690" y="236267"/>
                    <a:pt x="19870" y="236268"/>
                  </a:cubicBezTo>
                  <a:cubicBezTo>
                    <a:pt x="18741" y="236269"/>
                    <a:pt x="17613" y="236267"/>
                    <a:pt x="16484" y="236264"/>
                  </a:cubicBezTo>
                  <a:cubicBezTo>
                    <a:pt x="14756" y="236260"/>
                    <a:pt x="13028" y="236264"/>
                    <a:pt x="11301" y="236269"/>
                  </a:cubicBezTo>
                  <a:cubicBezTo>
                    <a:pt x="10202" y="236268"/>
                    <a:pt x="9104" y="236268"/>
                    <a:pt x="8006" y="236266"/>
                  </a:cubicBezTo>
                  <a:cubicBezTo>
                    <a:pt x="7489" y="236268"/>
                    <a:pt x="6973" y="236269"/>
                    <a:pt x="6441" y="236271"/>
                  </a:cubicBezTo>
                  <a:cubicBezTo>
                    <a:pt x="4181" y="236260"/>
                    <a:pt x="2450" y="236144"/>
                    <a:pt x="288" y="235423"/>
                  </a:cubicBezTo>
                  <a:cubicBezTo>
                    <a:pt x="11" y="233823"/>
                    <a:pt x="11" y="233823"/>
                    <a:pt x="13" y="231659"/>
                  </a:cubicBezTo>
                  <a:cubicBezTo>
                    <a:pt x="9" y="230839"/>
                    <a:pt x="5" y="230018"/>
                    <a:pt x="0" y="229172"/>
                  </a:cubicBezTo>
                  <a:cubicBezTo>
                    <a:pt x="7" y="228260"/>
                    <a:pt x="13" y="227347"/>
                    <a:pt x="20" y="226406"/>
                  </a:cubicBezTo>
                  <a:cubicBezTo>
                    <a:pt x="18" y="225446"/>
                    <a:pt x="16" y="224485"/>
                    <a:pt x="14" y="223495"/>
                  </a:cubicBezTo>
                  <a:cubicBezTo>
                    <a:pt x="9" y="220815"/>
                    <a:pt x="18" y="218136"/>
                    <a:pt x="29" y="215457"/>
                  </a:cubicBezTo>
                  <a:cubicBezTo>
                    <a:pt x="39" y="212572"/>
                    <a:pt x="35" y="209687"/>
                    <a:pt x="34" y="206802"/>
                  </a:cubicBezTo>
                  <a:cubicBezTo>
                    <a:pt x="33" y="201800"/>
                    <a:pt x="40" y="196798"/>
                    <a:pt x="52" y="191796"/>
                  </a:cubicBezTo>
                  <a:cubicBezTo>
                    <a:pt x="70" y="184564"/>
                    <a:pt x="76" y="177331"/>
                    <a:pt x="79" y="170099"/>
                  </a:cubicBezTo>
                  <a:cubicBezTo>
                    <a:pt x="84" y="158366"/>
                    <a:pt x="99" y="146633"/>
                    <a:pt x="120" y="134901"/>
                  </a:cubicBezTo>
                  <a:cubicBezTo>
                    <a:pt x="140" y="123500"/>
                    <a:pt x="156" y="112100"/>
                    <a:pt x="166" y="100700"/>
                  </a:cubicBezTo>
                  <a:cubicBezTo>
                    <a:pt x="166" y="99998"/>
                    <a:pt x="167" y="99296"/>
                    <a:pt x="167" y="98572"/>
                  </a:cubicBezTo>
                  <a:cubicBezTo>
                    <a:pt x="170" y="95050"/>
                    <a:pt x="173" y="91527"/>
                    <a:pt x="176" y="88005"/>
                  </a:cubicBezTo>
                  <a:cubicBezTo>
                    <a:pt x="199" y="58761"/>
                    <a:pt x="238" y="29518"/>
                    <a:pt x="288" y="275"/>
                  </a:cubicBezTo>
                  <a:cubicBezTo>
                    <a:pt x="15023" y="223"/>
                    <a:pt x="29758" y="183"/>
                    <a:pt x="44493" y="159"/>
                  </a:cubicBezTo>
                  <a:cubicBezTo>
                    <a:pt x="51334" y="148"/>
                    <a:pt x="58175" y="132"/>
                    <a:pt x="65016" y="106"/>
                  </a:cubicBezTo>
                  <a:cubicBezTo>
                    <a:pt x="70976" y="84"/>
                    <a:pt x="76937" y="70"/>
                    <a:pt x="82897" y="65"/>
                  </a:cubicBezTo>
                  <a:cubicBezTo>
                    <a:pt x="86055" y="62"/>
                    <a:pt x="89213" y="55"/>
                    <a:pt x="92371" y="39"/>
                  </a:cubicBezTo>
                  <a:cubicBezTo>
                    <a:pt x="95340" y="24"/>
                    <a:pt x="98309" y="19"/>
                    <a:pt x="101278" y="22"/>
                  </a:cubicBezTo>
                  <a:cubicBezTo>
                    <a:pt x="102371" y="22"/>
                    <a:pt x="103464" y="17"/>
                    <a:pt x="104557" y="9"/>
                  </a:cubicBezTo>
                  <a:cubicBezTo>
                    <a:pt x="106043" y="-2"/>
                    <a:pt x="107528" y="1"/>
                    <a:pt x="109014" y="6"/>
                  </a:cubicBezTo>
                  <a:cubicBezTo>
                    <a:pt x="110264" y="3"/>
                    <a:pt x="110264" y="3"/>
                    <a:pt x="111540" y="0"/>
                  </a:cubicBezTo>
                  <a:close/>
                </a:path>
              </a:pathLst>
            </a:custGeom>
            <a:grpFill/>
            <a:ln w="744" cap="flat">
              <a:noFill/>
              <a:prstDash val="solid"/>
              <a:miter/>
            </a:ln>
          </p:spPr>
          <p:txBody>
            <a:bodyPr rtlCol="0" anchor="ctr"/>
            <a:lstStyle/>
            <a:p>
              <a:endParaRPr lang="zh-CN" altLang="en-US"/>
            </a:p>
          </p:txBody>
        </p:sp>
        <p:sp>
          <p:nvSpPr>
            <p:cNvPr id="175" name="任意多边形: 形状 174"/>
            <p:cNvSpPr/>
            <p:nvPr/>
          </p:nvSpPr>
          <p:spPr>
            <a:xfrm>
              <a:off x="8241171" y="1392894"/>
              <a:ext cx="181212" cy="236117"/>
            </a:xfrm>
            <a:custGeom>
              <a:avLst/>
              <a:gdLst>
                <a:gd name="connsiteX0" fmla="*/ 11726 w 181213"/>
                <a:gd name="connsiteY0" fmla="*/ 1593 h 236109"/>
                <a:gd name="connsiteX1" fmla="*/ 52654 w 181213"/>
                <a:gd name="connsiteY1" fmla="*/ 1593 h 236109"/>
                <a:gd name="connsiteX2" fmla="*/ 53398 w 181213"/>
                <a:gd name="connsiteY2" fmla="*/ 7547 h 236109"/>
                <a:gd name="connsiteX3" fmla="*/ 55630 w 181213"/>
                <a:gd name="connsiteY3" fmla="*/ 8291 h 236109"/>
                <a:gd name="connsiteX4" fmla="*/ 55418 w 181213"/>
                <a:gd name="connsiteY4" fmla="*/ 16383 h 236109"/>
                <a:gd name="connsiteX5" fmla="*/ 55630 w 181213"/>
                <a:gd name="connsiteY5" fmla="*/ 18709 h 236109"/>
                <a:gd name="connsiteX6" fmla="*/ 58607 w 181213"/>
                <a:gd name="connsiteY6" fmla="*/ 19453 h 236109"/>
                <a:gd name="connsiteX7" fmla="*/ 58793 w 181213"/>
                <a:gd name="connsiteY7" fmla="*/ 24336 h 236109"/>
                <a:gd name="connsiteX8" fmla="*/ 58712 w 181213"/>
                <a:gd name="connsiteY8" fmla="*/ 27037 h 236109"/>
                <a:gd name="connsiteX9" fmla="*/ 58607 w 181213"/>
                <a:gd name="connsiteY9" fmla="*/ 29127 h 236109"/>
                <a:gd name="connsiteX10" fmla="*/ 60839 w 181213"/>
                <a:gd name="connsiteY10" fmla="*/ 29127 h 236109"/>
                <a:gd name="connsiteX11" fmla="*/ 61584 w 181213"/>
                <a:gd name="connsiteY11" fmla="*/ 39545 h 236109"/>
                <a:gd name="connsiteX12" fmla="*/ 63816 w 181213"/>
                <a:gd name="connsiteY12" fmla="*/ 39545 h 236109"/>
                <a:gd name="connsiteX13" fmla="*/ 63900 w 181213"/>
                <a:gd name="connsiteY13" fmla="*/ 41635 h 236109"/>
                <a:gd name="connsiteX14" fmla="*/ 64048 w 181213"/>
                <a:gd name="connsiteY14" fmla="*/ 44335 h 236109"/>
                <a:gd name="connsiteX15" fmla="*/ 64179 w 181213"/>
                <a:gd name="connsiteY15" fmla="*/ 47030 h 236109"/>
                <a:gd name="connsiteX16" fmla="*/ 64560 w 181213"/>
                <a:gd name="connsiteY16" fmla="*/ 49218 h 236109"/>
                <a:gd name="connsiteX17" fmla="*/ 66793 w 181213"/>
                <a:gd name="connsiteY17" fmla="*/ 49963 h 236109"/>
                <a:gd name="connsiteX18" fmla="*/ 67304 w 181213"/>
                <a:gd name="connsiteY18" fmla="*/ 54846 h 236109"/>
                <a:gd name="connsiteX19" fmla="*/ 67452 w 181213"/>
                <a:gd name="connsiteY19" fmla="*/ 57546 h 236109"/>
                <a:gd name="connsiteX20" fmla="*/ 67537 w 181213"/>
                <a:gd name="connsiteY20" fmla="*/ 59636 h 236109"/>
                <a:gd name="connsiteX21" fmla="*/ 69025 w 181213"/>
                <a:gd name="connsiteY21" fmla="*/ 59636 h 236109"/>
                <a:gd name="connsiteX22" fmla="*/ 69769 w 181213"/>
                <a:gd name="connsiteY22" fmla="*/ 70054 h 236109"/>
                <a:gd name="connsiteX23" fmla="*/ 72002 w 181213"/>
                <a:gd name="connsiteY23" fmla="*/ 70054 h 236109"/>
                <a:gd name="connsiteX24" fmla="*/ 72746 w 181213"/>
                <a:gd name="connsiteY24" fmla="*/ 79728 h 236109"/>
                <a:gd name="connsiteX25" fmla="*/ 74978 w 181213"/>
                <a:gd name="connsiteY25" fmla="*/ 79728 h 236109"/>
                <a:gd name="connsiteX26" fmla="*/ 75089 w 181213"/>
                <a:gd name="connsiteY26" fmla="*/ 81818 h 236109"/>
                <a:gd name="connsiteX27" fmla="*/ 75257 w 181213"/>
                <a:gd name="connsiteY27" fmla="*/ 84519 h 236109"/>
                <a:gd name="connsiteX28" fmla="*/ 75414 w 181213"/>
                <a:gd name="connsiteY28" fmla="*/ 87213 h 236109"/>
                <a:gd name="connsiteX29" fmla="*/ 75722 w 181213"/>
                <a:gd name="connsiteY29" fmla="*/ 89402 h 236109"/>
                <a:gd name="connsiteX30" fmla="*/ 77210 w 181213"/>
                <a:gd name="connsiteY30" fmla="*/ 90146 h 236109"/>
                <a:gd name="connsiteX31" fmla="*/ 77583 w 181213"/>
                <a:gd name="connsiteY31" fmla="*/ 94192 h 236109"/>
                <a:gd name="connsiteX32" fmla="*/ 79443 w 181213"/>
                <a:gd name="connsiteY32" fmla="*/ 99820 h 236109"/>
                <a:gd name="connsiteX33" fmla="*/ 80187 w 181213"/>
                <a:gd name="connsiteY33" fmla="*/ 99820 h 236109"/>
                <a:gd name="connsiteX34" fmla="*/ 80271 w 181213"/>
                <a:gd name="connsiteY34" fmla="*/ 101910 h 236109"/>
                <a:gd name="connsiteX35" fmla="*/ 80420 w 181213"/>
                <a:gd name="connsiteY35" fmla="*/ 104610 h 236109"/>
                <a:gd name="connsiteX36" fmla="*/ 80550 w 181213"/>
                <a:gd name="connsiteY36" fmla="*/ 107305 h 236109"/>
                <a:gd name="connsiteX37" fmla="*/ 80931 w 181213"/>
                <a:gd name="connsiteY37" fmla="*/ 109494 h 236109"/>
                <a:gd name="connsiteX38" fmla="*/ 83164 w 181213"/>
                <a:gd name="connsiteY38" fmla="*/ 110238 h 236109"/>
                <a:gd name="connsiteX39" fmla="*/ 83582 w 181213"/>
                <a:gd name="connsiteY39" fmla="*/ 115075 h 236109"/>
                <a:gd name="connsiteX40" fmla="*/ 83908 w 181213"/>
                <a:gd name="connsiteY40" fmla="*/ 119912 h 236109"/>
                <a:gd name="connsiteX41" fmla="*/ 85396 w 181213"/>
                <a:gd name="connsiteY41" fmla="*/ 120656 h 236109"/>
                <a:gd name="connsiteX42" fmla="*/ 85768 w 181213"/>
                <a:gd name="connsiteY42" fmla="*/ 124702 h 236109"/>
                <a:gd name="connsiteX43" fmla="*/ 87628 w 181213"/>
                <a:gd name="connsiteY43" fmla="*/ 130330 h 236109"/>
                <a:gd name="connsiteX44" fmla="*/ 88373 w 181213"/>
                <a:gd name="connsiteY44" fmla="*/ 130330 h 236109"/>
                <a:gd name="connsiteX45" fmla="*/ 88457 w 181213"/>
                <a:gd name="connsiteY45" fmla="*/ 132420 h 236109"/>
                <a:gd name="connsiteX46" fmla="*/ 88605 w 181213"/>
                <a:gd name="connsiteY46" fmla="*/ 135120 h 236109"/>
                <a:gd name="connsiteX47" fmla="*/ 88736 w 181213"/>
                <a:gd name="connsiteY47" fmla="*/ 137815 h 236109"/>
                <a:gd name="connsiteX48" fmla="*/ 89117 w 181213"/>
                <a:gd name="connsiteY48" fmla="*/ 140004 h 236109"/>
                <a:gd name="connsiteX49" fmla="*/ 91349 w 181213"/>
                <a:gd name="connsiteY49" fmla="*/ 140748 h 236109"/>
                <a:gd name="connsiteX50" fmla="*/ 91768 w 181213"/>
                <a:gd name="connsiteY50" fmla="*/ 145585 h 236109"/>
                <a:gd name="connsiteX51" fmla="*/ 92093 w 181213"/>
                <a:gd name="connsiteY51" fmla="*/ 150422 h 236109"/>
                <a:gd name="connsiteX52" fmla="*/ 93582 w 181213"/>
                <a:gd name="connsiteY52" fmla="*/ 151166 h 236109"/>
                <a:gd name="connsiteX53" fmla="*/ 94047 w 181213"/>
                <a:gd name="connsiteY53" fmla="*/ 156421 h 236109"/>
                <a:gd name="connsiteX54" fmla="*/ 94215 w 181213"/>
                <a:gd name="connsiteY54" fmla="*/ 159331 h 236109"/>
                <a:gd name="connsiteX55" fmla="*/ 94326 w 181213"/>
                <a:gd name="connsiteY55" fmla="*/ 161584 h 236109"/>
                <a:gd name="connsiteX56" fmla="*/ 96558 w 181213"/>
                <a:gd name="connsiteY56" fmla="*/ 161584 h 236109"/>
                <a:gd name="connsiteX57" fmla="*/ 97302 w 181213"/>
                <a:gd name="connsiteY57" fmla="*/ 172002 h 236109"/>
                <a:gd name="connsiteX58" fmla="*/ 99535 w 181213"/>
                <a:gd name="connsiteY58" fmla="*/ 172002 h 236109"/>
                <a:gd name="connsiteX59" fmla="*/ 99645 w 181213"/>
                <a:gd name="connsiteY59" fmla="*/ 174092 h 236109"/>
                <a:gd name="connsiteX60" fmla="*/ 99814 w 181213"/>
                <a:gd name="connsiteY60" fmla="*/ 176792 h 236109"/>
                <a:gd name="connsiteX61" fmla="*/ 99971 w 181213"/>
                <a:gd name="connsiteY61" fmla="*/ 179487 h 236109"/>
                <a:gd name="connsiteX62" fmla="*/ 100279 w 181213"/>
                <a:gd name="connsiteY62" fmla="*/ 181675 h 236109"/>
                <a:gd name="connsiteX63" fmla="*/ 101767 w 181213"/>
                <a:gd name="connsiteY63" fmla="*/ 182420 h 236109"/>
                <a:gd name="connsiteX64" fmla="*/ 102186 w 181213"/>
                <a:gd name="connsiteY64" fmla="*/ 186884 h 236109"/>
                <a:gd name="connsiteX65" fmla="*/ 103255 w 181213"/>
                <a:gd name="connsiteY65" fmla="*/ 192093 h 236109"/>
                <a:gd name="connsiteX66" fmla="*/ 104418 w 181213"/>
                <a:gd name="connsiteY66" fmla="*/ 185675 h 236109"/>
                <a:gd name="connsiteX67" fmla="*/ 104607 w 181213"/>
                <a:gd name="connsiteY67" fmla="*/ 182995 h 236109"/>
                <a:gd name="connsiteX68" fmla="*/ 104744 w 181213"/>
                <a:gd name="connsiteY68" fmla="*/ 180931 h 236109"/>
                <a:gd name="connsiteX69" fmla="*/ 106976 w 181213"/>
                <a:gd name="connsiteY69" fmla="*/ 180931 h 236109"/>
                <a:gd name="connsiteX70" fmla="*/ 107087 w 181213"/>
                <a:gd name="connsiteY70" fmla="*/ 178841 h 236109"/>
                <a:gd name="connsiteX71" fmla="*/ 107255 w 181213"/>
                <a:gd name="connsiteY71" fmla="*/ 176141 h 236109"/>
                <a:gd name="connsiteX72" fmla="*/ 107412 w 181213"/>
                <a:gd name="connsiteY72" fmla="*/ 173446 h 236109"/>
                <a:gd name="connsiteX73" fmla="*/ 107720 w 181213"/>
                <a:gd name="connsiteY73" fmla="*/ 171258 h 236109"/>
                <a:gd name="connsiteX74" fmla="*/ 109209 w 181213"/>
                <a:gd name="connsiteY74" fmla="*/ 170513 h 236109"/>
                <a:gd name="connsiteX75" fmla="*/ 109860 w 181213"/>
                <a:gd name="connsiteY75" fmla="*/ 164049 h 236109"/>
                <a:gd name="connsiteX76" fmla="*/ 109953 w 181213"/>
                <a:gd name="connsiteY76" fmla="*/ 161584 h 236109"/>
                <a:gd name="connsiteX77" fmla="*/ 112185 w 181213"/>
                <a:gd name="connsiteY77" fmla="*/ 160095 h 236109"/>
                <a:gd name="connsiteX78" fmla="*/ 112697 w 181213"/>
                <a:gd name="connsiteY78" fmla="*/ 155165 h 236109"/>
                <a:gd name="connsiteX79" fmla="*/ 112845 w 181213"/>
                <a:gd name="connsiteY79" fmla="*/ 152485 h 236109"/>
                <a:gd name="connsiteX80" fmla="*/ 112929 w 181213"/>
                <a:gd name="connsiteY80" fmla="*/ 150422 h 236109"/>
                <a:gd name="connsiteX81" fmla="*/ 115162 w 181213"/>
                <a:gd name="connsiteY81" fmla="*/ 150422 h 236109"/>
                <a:gd name="connsiteX82" fmla="*/ 115906 w 181213"/>
                <a:gd name="connsiteY82" fmla="*/ 140004 h 236109"/>
                <a:gd name="connsiteX83" fmla="*/ 118138 w 181213"/>
                <a:gd name="connsiteY83" fmla="*/ 140004 h 236109"/>
                <a:gd name="connsiteX84" fmla="*/ 118060 w 181213"/>
                <a:gd name="connsiteY84" fmla="*/ 138129 h 236109"/>
                <a:gd name="connsiteX85" fmla="*/ 117999 w 181213"/>
                <a:gd name="connsiteY85" fmla="*/ 135678 h 236109"/>
                <a:gd name="connsiteX86" fmla="*/ 117920 w 181213"/>
                <a:gd name="connsiteY86" fmla="*/ 133245 h 236109"/>
                <a:gd name="connsiteX87" fmla="*/ 120371 w 181213"/>
                <a:gd name="connsiteY87" fmla="*/ 128842 h 236109"/>
                <a:gd name="connsiteX88" fmla="*/ 120882 w 181213"/>
                <a:gd name="connsiteY88" fmla="*/ 124237 h 236109"/>
                <a:gd name="connsiteX89" fmla="*/ 121030 w 181213"/>
                <a:gd name="connsiteY89" fmla="*/ 121787 h 236109"/>
                <a:gd name="connsiteX90" fmla="*/ 121115 w 181213"/>
                <a:gd name="connsiteY90" fmla="*/ 119912 h 236109"/>
                <a:gd name="connsiteX91" fmla="*/ 123347 w 181213"/>
                <a:gd name="connsiteY91" fmla="*/ 120656 h 236109"/>
                <a:gd name="connsiteX92" fmla="*/ 123458 w 181213"/>
                <a:gd name="connsiteY92" fmla="*/ 118403 h 236109"/>
                <a:gd name="connsiteX93" fmla="*/ 123626 w 181213"/>
                <a:gd name="connsiteY93" fmla="*/ 115493 h 236109"/>
                <a:gd name="connsiteX94" fmla="*/ 123783 w 181213"/>
                <a:gd name="connsiteY94" fmla="*/ 112590 h 236109"/>
                <a:gd name="connsiteX95" fmla="*/ 124091 w 181213"/>
                <a:gd name="connsiteY95" fmla="*/ 110238 h 236109"/>
                <a:gd name="connsiteX96" fmla="*/ 125580 w 181213"/>
                <a:gd name="connsiteY96" fmla="*/ 109494 h 236109"/>
                <a:gd name="connsiteX97" fmla="*/ 126649 w 181213"/>
                <a:gd name="connsiteY97" fmla="*/ 102192 h 236109"/>
                <a:gd name="connsiteX98" fmla="*/ 127068 w 181213"/>
                <a:gd name="connsiteY98" fmla="*/ 99820 h 236109"/>
                <a:gd name="connsiteX99" fmla="*/ 128556 w 181213"/>
                <a:gd name="connsiteY99" fmla="*/ 99076 h 236109"/>
                <a:gd name="connsiteX100" fmla="*/ 129021 w 181213"/>
                <a:gd name="connsiteY100" fmla="*/ 94937 h 236109"/>
                <a:gd name="connsiteX101" fmla="*/ 129190 w 181213"/>
                <a:gd name="connsiteY101" fmla="*/ 92655 h 236109"/>
                <a:gd name="connsiteX102" fmla="*/ 129300 w 181213"/>
                <a:gd name="connsiteY102" fmla="*/ 90890 h 236109"/>
                <a:gd name="connsiteX103" fmla="*/ 131533 w 181213"/>
                <a:gd name="connsiteY103" fmla="*/ 90890 h 236109"/>
                <a:gd name="connsiteX104" fmla="*/ 132277 w 181213"/>
                <a:gd name="connsiteY104" fmla="*/ 80472 h 236109"/>
                <a:gd name="connsiteX105" fmla="*/ 134509 w 181213"/>
                <a:gd name="connsiteY105" fmla="*/ 80472 h 236109"/>
                <a:gd name="connsiteX106" fmla="*/ 134431 w 181213"/>
                <a:gd name="connsiteY106" fmla="*/ 78597 h 236109"/>
                <a:gd name="connsiteX107" fmla="*/ 134370 w 181213"/>
                <a:gd name="connsiteY107" fmla="*/ 76147 h 236109"/>
                <a:gd name="connsiteX108" fmla="*/ 134291 w 181213"/>
                <a:gd name="connsiteY108" fmla="*/ 73714 h 236109"/>
                <a:gd name="connsiteX109" fmla="*/ 135611 w 181213"/>
                <a:gd name="connsiteY109" fmla="*/ 70447 h 236109"/>
                <a:gd name="connsiteX110" fmla="*/ 137184 w 181213"/>
                <a:gd name="connsiteY110" fmla="*/ 61747 h 236109"/>
                <a:gd name="connsiteX111" fmla="*/ 137486 w 181213"/>
                <a:gd name="connsiteY111" fmla="*/ 59636 h 236109"/>
                <a:gd name="connsiteX112" fmla="*/ 139718 w 181213"/>
                <a:gd name="connsiteY112" fmla="*/ 58892 h 236109"/>
                <a:gd name="connsiteX113" fmla="*/ 140137 w 181213"/>
                <a:gd name="connsiteY113" fmla="*/ 54427 h 236109"/>
                <a:gd name="connsiteX114" fmla="*/ 140462 w 181213"/>
                <a:gd name="connsiteY114" fmla="*/ 49963 h 236109"/>
                <a:gd name="connsiteX115" fmla="*/ 141951 w 181213"/>
                <a:gd name="connsiteY115" fmla="*/ 49218 h 236109"/>
                <a:gd name="connsiteX116" fmla="*/ 142695 w 181213"/>
                <a:gd name="connsiteY116" fmla="*/ 44382 h 236109"/>
                <a:gd name="connsiteX117" fmla="*/ 143439 w 181213"/>
                <a:gd name="connsiteY117" fmla="*/ 39545 h 236109"/>
                <a:gd name="connsiteX118" fmla="*/ 144927 w 181213"/>
                <a:gd name="connsiteY118" fmla="*/ 38801 h 236109"/>
                <a:gd name="connsiteX119" fmla="*/ 145392 w 181213"/>
                <a:gd name="connsiteY119" fmla="*/ 33917 h 236109"/>
                <a:gd name="connsiteX120" fmla="*/ 145561 w 181213"/>
                <a:gd name="connsiteY120" fmla="*/ 31217 h 236109"/>
                <a:gd name="connsiteX121" fmla="*/ 145671 w 181213"/>
                <a:gd name="connsiteY121" fmla="*/ 29127 h 236109"/>
                <a:gd name="connsiteX122" fmla="*/ 147160 w 181213"/>
                <a:gd name="connsiteY122" fmla="*/ 29127 h 236109"/>
                <a:gd name="connsiteX123" fmla="*/ 148293 w 181213"/>
                <a:gd name="connsiteY123" fmla="*/ 21264 h 236109"/>
                <a:gd name="connsiteX124" fmla="*/ 148648 w 181213"/>
                <a:gd name="connsiteY124" fmla="*/ 19453 h 236109"/>
                <a:gd name="connsiteX125" fmla="*/ 150880 w 181213"/>
                <a:gd name="connsiteY125" fmla="*/ 18709 h 236109"/>
                <a:gd name="connsiteX126" fmla="*/ 151299 w 181213"/>
                <a:gd name="connsiteY126" fmla="*/ 14244 h 236109"/>
                <a:gd name="connsiteX127" fmla="*/ 151625 w 181213"/>
                <a:gd name="connsiteY127" fmla="*/ 9779 h 236109"/>
                <a:gd name="connsiteX128" fmla="*/ 153113 w 181213"/>
                <a:gd name="connsiteY128" fmla="*/ 9035 h 236109"/>
                <a:gd name="connsiteX129" fmla="*/ 153578 w 181213"/>
                <a:gd name="connsiteY129" fmla="*/ 5268 h 236109"/>
                <a:gd name="connsiteX130" fmla="*/ 153747 w 181213"/>
                <a:gd name="connsiteY130" fmla="*/ 3195 h 236109"/>
                <a:gd name="connsiteX131" fmla="*/ 153857 w 181213"/>
                <a:gd name="connsiteY131" fmla="*/ 1593 h 236109"/>
                <a:gd name="connsiteX132" fmla="*/ 170031 w 181213"/>
                <a:gd name="connsiteY132" fmla="*/ 1553 h 236109"/>
                <a:gd name="connsiteX133" fmla="*/ 175538 w 181213"/>
                <a:gd name="connsiteY133" fmla="*/ 1537 h 236109"/>
                <a:gd name="connsiteX134" fmla="*/ 183434 w 181213"/>
                <a:gd name="connsiteY134" fmla="*/ 1521 h 236109"/>
                <a:gd name="connsiteX135" fmla="*/ 185938 w 181213"/>
                <a:gd name="connsiteY135" fmla="*/ 1509 h 236109"/>
                <a:gd name="connsiteX136" fmla="*/ 188240 w 181213"/>
                <a:gd name="connsiteY136" fmla="*/ 1509 h 236109"/>
                <a:gd name="connsiteX137" fmla="*/ 190278 w 181213"/>
                <a:gd name="connsiteY137" fmla="*/ 1504 h 236109"/>
                <a:gd name="connsiteX138" fmla="*/ 192552 w 181213"/>
                <a:gd name="connsiteY138" fmla="*/ 2338 h 236109"/>
                <a:gd name="connsiteX139" fmla="*/ 192648 w 181213"/>
                <a:gd name="connsiteY139" fmla="*/ 6088 h 236109"/>
                <a:gd name="connsiteX140" fmla="*/ 192655 w 181213"/>
                <a:gd name="connsiteY140" fmla="*/ 8565 h 236109"/>
                <a:gd name="connsiteX141" fmla="*/ 192652 w 181213"/>
                <a:gd name="connsiteY141" fmla="*/ 11321 h 236109"/>
                <a:gd name="connsiteX142" fmla="*/ 192657 w 181213"/>
                <a:gd name="connsiteY142" fmla="*/ 14222 h 236109"/>
                <a:gd name="connsiteX143" fmla="*/ 192660 w 181213"/>
                <a:gd name="connsiteY143" fmla="*/ 22230 h 236109"/>
                <a:gd name="connsiteX144" fmla="*/ 192668 w 181213"/>
                <a:gd name="connsiteY144" fmla="*/ 30853 h 236109"/>
                <a:gd name="connsiteX145" fmla="*/ 192677 w 181213"/>
                <a:gd name="connsiteY145" fmla="*/ 47758 h 236109"/>
                <a:gd name="connsiteX146" fmla="*/ 192681 w 181213"/>
                <a:gd name="connsiteY146" fmla="*/ 61492 h 236109"/>
                <a:gd name="connsiteX147" fmla="*/ 192690 w 181213"/>
                <a:gd name="connsiteY147" fmla="*/ 100381 h 236109"/>
                <a:gd name="connsiteX148" fmla="*/ 192690 w 181213"/>
                <a:gd name="connsiteY148" fmla="*/ 102501 h 236109"/>
                <a:gd name="connsiteX149" fmla="*/ 192690 w 181213"/>
                <a:gd name="connsiteY149" fmla="*/ 104624 h 236109"/>
                <a:gd name="connsiteX150" fmla="*/ 192707 w 181213"/>
                <a:gd name="connsiteY150" fmla="*/ 138698 h 236109"/>
                <a:gd name="connsiteX151" fmla="*/ 192723 w 181213"/>
                <a:gd name="connsiteY151" fmla="*/ 173640 h 236109"/>
                <a:gd name="connsiteX152" fmla="*/ 192732 w 181213"/>
                <a:gd name="connsiteY152" fmla="*/ 193275 h 236109"/>
                <a:gd name="connsiteX153" fmla="*/ 192736 w 181213"/>
                <a:gd name="connsiteY153" fmla="*/ 209990 h 236109"/>
                <a:gd name="connsiteX154" fmla="*/ 192740 w 181213"/>
                <a:gd name="connsiteY154" fmla="*/ 218526 h 236109"/>
                <a:gd name="connsiteX155" fmla="*/ 192736 w 181213"/>
                <a:gd name="connsiteY155" fmla="*/ 227759 h 236109"/>
                <a:gd name="connsiteX156" fmla="*/ 192748 w 181213"/>
                <a:gd name="connsiteY156" fmla="*/ 230514 h 236109"/>
                <a:gd name="connsiteX157" fmla="*/ 192737 w 181213"/>
                <a:gd name="connsiteY157" fmla="*/ 232992 h 236109"/>
                <a:gd name="connsiteX158" fmla="*/ 192738 w 181213"/>
                <a:gd name="connsiteY158" fmla="*/ 235147 h 236109"/>
                <a:gd name="connsiteX159" fmla="*/ 192552 w 181213"/>
                <a:gd name="connsiteY159" fmla="*/ 236742 h 236109"/>
                <a:gd name="connsiteX160" fmla="*/ 185788 w 181213"/>
                <a:gd name="connsiteY160" fmla="*/ 237585 h 236109"/>
                <a:gd name="connsiteX161" fmla="*/ 184209 w 181213"/>
                <a:gd name="connsiteY161" fmla="*/ 237587 h 236109"/>
                <a:gd name="connsiteX162" fmla="*/ 180901 w 181213"/>
                <a:gd name="connsiteY162" fmla="*/ 237583 h 236109"/>
                <a:gd name="connsiteX163" fmla="*/ 175840 w 181213"/>
                <a:gd name="connsiteY163" fmla="*/ 237588 h 236109"/>
                <a:gd name="connsiteX164" fmla="*/ 172626 w 181213"/>
                <a:gd name="connsiteY164" fmla="*/ 237585 h 236109"/>
                <a:gd name="connsiteX165" fmla="*/ 169667 w 181213"/>
                <a:gd name="connsiteY165" fmla="*/ 237582 h 236109"/>
                <a:gd name="connsiteX166" fmla="*/ 165019 w 181213"/>
                <a:gd name="connsiteY166" fmla="*/ 236742 h 236109"/>
                <a:gd name="connsiteX167" fmla="*/ 164722 w 181213"/>
                <a:gd name="connsiteY167" fmla="*/ 229872 h 236109"/>
                <a:gd name="connsiteX168" fmla="*/ 164707 w 181213"/>
                <a:gd name="connsiteY168" fmla="*/ 227660 h 236109"/>
                <a:gd name="connsiteX169" fmla="*/ 164697 w 181213"/>
                <a:gd name="connsiteY169" fmla="*/ 220263 h 236109"/>
                <a:gd name="connsiteX170" fmla="*/ 164674 w 181213"/>
                <a:gd name="connsiteY170" fmla="*/ 214984 h 236109"/>
                <a:gd name="connsiteX171" fmla="*/ 164644 w 181213"/>
                <a:gd name="connsiteY171" fmla="*/ 202099 h 236109"/>
                <a:gd name="connsiteX172" fmla="*/ 164603 w 181213"/>
                <a:gd name="connsiteY172" fmla="*/ 187112 h 236109"/>
                <a:gd name="connsiteX173" fmla="*/ 164533 w 181213"/>
                <a:gd name="connsiteY173" fmla="*/ 160382 h 236109"/>
                <a:gd name="connsiteX174" fmla="*/ 164470 w 181213"/>
                <a:gd name="connsiteY174" fmla="*/ 134411 h 236109"/>
                <a:gd name="connsiteX175" fmla="*/ 164465 w 181213"/>
                <a:gd name="connsiteY175" fmla="*/ 132795 h 236109"/>
                <a:gd name="connsiteX176" fmla="*/ 164440 w 181213"/>
                <a:gd name="connsiteY176" fmla="*/ 124769 h 236109"/>
                <a:gd name="connsiteX177" fmla="*/ 164275 w 181213"/>
                <a:gd name="connsiteY177" fmla="*/ 58148 h 236109"/>
                <a:gd name="connsiteX178" fmla="*/ 162322 w 181213"/>
                <a:gd name="connsiteY178" fmla="*/ 65404 h 236109"/>
                <a:gd name="connsiteX179" fmla="*/ 162153 w 181213"/>
                <a:gd name="connsiteY179" fmla="*/ 67624 h 236109"/>
                <a:gd name="connsiteX180" fmla="*/ 162043 w 181213"/>
                <a:gd name="connsiteY180" fmla="*/ 69310 h 236109"/>
                <a:gd name="connsiteX181" fmla="*/ 159810 w 181213"/>
                <a:gd name="connsiteY181" fmla="*/ 69310 h 236109"/>
                <a:gd name="connsiteX182" fmla="*/ 159066 w 181213"/>
                <a:gd name="connsiteY182" fmla="*/ 79728 h 236109"/>
                <a:gd name="connsiteX183" fmla="*/ 156834 w 181213"/>
                <a:gd name="connsiteY183" fmla="*/ 79728 h 236109"/>
                <a:gd name="connsiteX184" fmla="*/ 156834 w 181213"/>
                <a:gd name="connsiteY184" fmla="*/ 90146 h 236109"/>
                <a:gd name="connsiteX185" fmla="*/ 154601 w 181213"/>
                <a:gd name="connsiteY185" fmla="*/ 89402 h 236109"/>
                <a:gd name="connsiteX186" fmla="*/ 153857 w 181213"/>
                <a:gd name="connsiteY186" fmla="*/ 99820 h 236109"/>
                <a:gd name="connsiteX187" fmla="*/ 151625 w 181213"/>
                <a:gd name="connsiteY187" fmla="*/ 99820 h 236109"/>
                <a:gd name="connsiteX188" fmla="*/ 151514 w 181213"/>
                <a:gd name="connsiteY188" fmla="*/ 102073 h 236109"/>
                <a:gd name="connsiteX189" fmla="*/ 151346 w 181213"/>
                <a:gd name="connsiteY189" fmla="*/ 104983 h 236109"/>
                <a:gd name="connsiteX190" fmla="*/ 151189 w 181213"/>
                <a:gd name="connsiteY190" fmla="*/ 107886 h 236109"/>
                <a:gd name="connsiteX191" fmla="*/ 150880 w 181213"/>
                <a:gd name="connsiteY191" fmla="*/ 110238 h 236109"/>
                <a:gd name="connsiteX192" fmla="*/ 149392 w 181213"/>
                <a:gd name="connsiteY192" fmla="*/ 110982 h 236109"/>
                <a:gd name="connsiteX193" fmla="*/ 148976 w 181213"/>
                <a:gd name="connsiteY193" fmla="*/ 117912 h 236109"/>
                <a:gd name="connsiteX194" fmla="*/ 148648 w 181213"/>
                <a:gd name="connsiteY194" fmla="*/ 119912 h 236109"/>
                <a:gd name="connsiteX195" fmla="*/ 146416 w 181213"/>
                <a:gd name="connsiteY195" fmla="*/ 120656 h 236109"/>
                <a:gd name="connsiteX196" fmla="*/ 146043 w 181213"/>
                <a:gd name="connsiteY196" fmla="*/ 125074 h 236109"/>
                <a:gd name="connsiteX197" fmla="*/ 145671 w 181213"/>
                <a:gd name="connsiteY197" fmla="*/ 129586 h 236109"/>
                <a:gd name="connsiteX198" fmla="*/ 143439 w 181213"/>
                <a:gd name="connsiteY198" fmla="*/ 131074 h 236109"/>
                <a:gd name="connsiteX199" fmla="*/ 142927 w 181213"/>
                <a:gd name="connsiteY199" fmla="*/ 135632 h 236109"/>
                <a:gd name="connsiteX200" fmla="*/ 142779 w 181213"/>
                <a:gd name="connsiteY200" fmla="*/ 138103 h 236109"/>
                <a:gd name="connsiteX201" fmla="*/ 142695 w 181213"/>
                <a:gd name="connsiteY201" fmla="*/ 140004 h 236109"/>
                <a:gd name="connsiteX202" fmla="*/ 140462 w 181213"/>
                <a:gd name="connsiteY202" fmla="*/ 140004 h 236109"/>
                <a:gd name="connsiteX203" fmla="*/ 140541 w 181213"/>
                <a:gd name="connsiteY203" fmla="*/ 142094 h 236109"/>
                <a:gd name="connsiteX204" fmla="*/ 140602 w 181213"/>
                <a:gd name="connsiteY204" fmla="*/ 144794 h 236109"/>
                <a:gd name="connsiteX205" fmla="*/ 140680 w 181213"/>
                <a:gd name="connsiteY205" fmla="*/ 147489 h 236109"/>
                <a:gd name="connsiteX206" fmla="*/ 140462 w 181213"/>
                <a:gd name="connsiteY206" fmla="*/ 149677 h 236109"/>
                <a:gd name="connsiteX207" fmla="*/ 138230 w 181213"/>
                <a:gd name="connsiteY207" fmla="*/ 150422 h 236109"/>
                <a:gd name="connsiteX208" fmla="*/ 137718 w 181213"/>
                <a:gd name="connsiteY208" fmla="*/ 155305 h 236109"/>
                <a:gd name="connsiteX209" fmla="*/ 137570 w 181213"/>
                <a:gd name="connsiteY209" fmla="*/ 158005 h 236109"/>
                <a:gd name="connsiteX210" fmla="*/ 137486 w 181213"/>
                <a:gd name="connsiteY210" fmla="*/ 160095 h 236109"/>
                <a:gd name="connsiteX211" fmla="*/ 135998 w 181213"/>
                <a:gd name="connsiteY211" fmla="*/ 160095 h 236109"/>
                <a:gd name="connsiteX212" fmla="*/ 134864 w 181213"/>
                <a:gd name="connsiteY212" fmla="*/ 167958 h 236109"/>
                <a:gd name="connsiteX213" fmla="*/ 134509 w 181213"/>
                <a:gd name="connsiteY213" fmla="*/ 169769 h 236109"/>
                <a:gd name="connsiteX214" fmla="*/ 132277 w 181213"/>
                <a:gd name="connsiteY214" fmla="*/ 170513 h 236109"/>
                <a:gd name="connsiteX215" fmla="*/ 132137 w 181213"/>
                <a:gd name="connsiteY215" fmla="*/ 175769 h 236109"/>
                <a:gd name="connsiteX216" fmla="*/ 132198 w 181213"/>
                <a:gd name="connsiteY216" fmla="*/ 178679 h 236109"/>
                <a:gd name="connsiteX217" fmla="*/ 132277 w 181213"/>
                <a:gd name="connsiteY217" fmla="*/ 180931 h 236109"/>
                <a:gd name="connsiteX218" fmla="*/ 130044 w 181213"/>
                <a:gd name="connsiteY218" fmla="*/ 180187 h 236109"/>
                <a:gd name="connsiteX219" fmla="*/ 129300 w 181213"/>
                <a:gd name="connsiteY219" fmla="*/ 189861 h 236109"/>
                <a:gd name="connsiteX220" fmla="*/ 127068 w 181213"/>
                <a:gd name="connsiteY220" fmla="*/ 189861 h 236109"/>
                <a:gd name="connsiteX221" fmla="*/ 126324 w 181213"/>
                <a:gd name="connsiteY221" fmla="*/ 199535 h 236109"/>
                <a:gd name="connsiteX222" fmla="*/ 124835 w 181213"/>
                <a:gd name="connsiteY222" fmla="*/ 199535 h 236109"/>
                <a:gd name="connsiteX223" fmla="*/ 124751 w 181213"/>
                <a:gd name="connsiteY223" fmla="*/ 201625 h 236109"/>
                <a:gd name="connsiteX224" fmla="*/ 124603 w 181213"/>
                <a:gd name="connsiteY224" fmla="*/ 204325 h 236109"/>
                <a:gd name="connsiteX225" fmla="*/ 124472 w 181213"/>
                <a:gd name="connsiteY225" fmla="*/ 207020 h 236109"/>
                <a:gd name="connsiteX226" fmla="*/ 124091 w 181213"/>
                <a:gd name="connsiteY226" fmla="*/ 209209 h 236109"/>
                <a:gd name="connsiteX227" fmla="*/ 121859 w 181213"/>
                <a:gd name="connsiteY227" fmla="*/ 209953 h 236109"/>
                <a:gd name="connsiteX228" fmla="*/ 121347 w 181213"/>
                <a:gd name="connsiteY228" fmla="*/ 214836 h 236109"/>
                <a:gd name="connsiteX229" fmla="*/ 121199 w 181213"/>
                <a:gd name="connsiteY229" fmla="*/ 217537 h 236109"/>
                <a:gd name="connsiteX230" fmla="*/ 121115 w 181213"/>
                <a:gd name="connsiteY230" fmla="*/ 219627 h 236109"/>
                <a:gd name="connsiteX231" fmla="*/ 118882 w 181213"/>
                <a:gd name="connsiteY231" fmla="*/ 219627 h 236109"/>
                <a:gd name="connsiteX232" fmla="*/ 118772 w 181213"/>
                <a:gd name="connsiteY232" fmla="*/ 221717 h 236109"/>
                <a:gd name="connsiteX233" fmla="*/ 118603 w 181213"/>
                <a:gd name="connsiteY233" fmla="*/ 224417 h 236109"/>
                <a:gd name="connsiteX234" fmla="*/ 118446 w 181213"/>
                <a:gd name="connsiteY234" fmla="*/ 227112 h 236109"/>
                <a:gd name="connsiteX235" fmla="*/ 118138 w 181213"/>
                <a:gd name="connsiteY235" fmla="*/ 229300 h 236109"/>
                <a:gd name="connsiteX236" fmla="*/ 116650 w 181213"/>
                <a:gd name="connsiteY236" fmla="*/ 230045 h 236109"/>
                <a:gd name="connsiteX237" fmla="*/ 116234 w 181213"/>
                <a:gd name="connsiteY237" fmla="*/ 235230 h 236109"/>
                <a:gd name="connsiteX238" fmla="*/ 115906 w 181213"/>
                <a:gd name="connsiteY238" fmla="*/ 236742 h 236109"/>
                <a:gd name="connsiteX239" fmla="*/ 108299 w 181213"/>
                <a:gd name="connsiteY239" fmla="*/ 237585 h 236109"/>
                <a:gd name="connsiteX240" fmla="*/ 106717 w 181213"/>
                <a:gd name="connsiteY240" fmla="*/ 237587 h 236109"/>
                <a:gd name="connsiteX241" fmla="*/ 103413 w 181213"/>
                <a:gd name="connsiteY241" fmla="*/ 237583 h 236109"/>
                <a:gd name="connsiteX242" fmla="*/ 98347 w 181213"/>
                <a:gd name="connsiteY242" fmla="*/ 237588 h 236109"/>
                <a:gd name="connsiteX243" fmla="*/ 95137 w 181213"/>
                <a:gd name="connsiteY243" fmla="*/ 237585 h 236109"/>
                <a:gd name="connsiteX244" fmla="*/ 92180 w 181213"/>
                <a:gd name="connsiteY244" fmla="*/ 237582 h 236109"/>
                <a:gd name="connsiteX245" fmla="*/ 88373 w 181213"/>
                <a:gd name="connsiteY245" fmla="*/ 236742 h 236109"/>
                <a:gd name="connsiteX246" fmla="*/ 88047 w 181213"/>
                <a:gd name="connsiteY246" fmla="*/ 234137 h 236109"/>
                <a:gd name="connsiteX247" fmla="*/ 87628 w 181213"/>
                <a:gd name="connsiteY247" fmla="*/ 231533 h 236109"/>
                <a:gd name="connsiteX248" fmla="*/ 85396 w 181213"/>
                <a:gd name="connsiteY248" fmla="*/ 230789 h 236109"/>
                <a:gd name="connsiteX249" fmla="*/ 84977 w 181213"/>
                <a:gd name="connsiteY249" fmla="*/ 225952 h 236109"/>
                <a:gd name="connsiteX250" fmla="*/ 84652 w 181213"/>
                <a:gd name="connsiteY250" fmla="*/ 221115 h 236109"/>
                <a:gd name="connsiteX251" fmla="*/ 83164 w 181213"/>
                <a:gd name="connsiteY251" fmla="*/ 220371 h 236109"/>
                <a:gd name="connsiteX252" fmla="*/ 82699 w 181213"/>
                <a:gd name="connsiteY252" fmla="*/ 215859 h 236109"/>
                <a:gd name="connsiteX253" fmla="*/ 82530 w 181213"/>
                <a:gd name="connsiteY253" fmla="*/ 213368 h 236109"/>
                <a:gd name="connsiteX254" fmla="*/ 82419 w 181213"/>
                <a:gd name="connsiteY254" fmla="*/ 211441 h 236109"/>
                <a:gd name="connsiteX255" fmla="*/ 80187 w 181213"/>
                <a:gd name="connsiteY255" fmla="*/ 211441 h 236109"/>
                <a:gd name="connsiteX256" fmla="*/ 80103 w 181213"/>
                <a:gd name="connsiteY256" fmla="*/ 209351 h 236109"/>
                <a:gd name="connsiteX257" fmla="*/ 79955 w 181213"/>
                <a:gd name="connsiteY257" fmla="*/ 206651 h 236109"/>
                <a:gd name="connsiteX258" fmla="*/ 79824 w 181213"/>
                <a:gd name="connsiteY258" fmla="*/ 203956 h 236109"/>
                <a:gd name="connsiteX259" fmla="*/ 79443 w 181213"/>
                <a:gd name="connsiteY259" fmla="*/ 201767 h 236109"/>
                <a:gd name="connsiteX260" fmla="*/ 77210 w 181213"/>
                <a:gd name="connsiteY260" fmla="*/ 201023 h 236109"/>
                <a:gd name="connsiteX261" fmla="*/ 76792 w 181213"/>
                <a:gd name="connsiteY261" fmla="*/ 196186 h 236109"/>
                <a:gd name="connsiteX262" fmla="*/ 76466 w 181213"/>
                <a:gd name="connsiteY262" fmla="*/ 191349 h 236109"/>
                <a:gd name="connsiteX263" fmla="*/ 74978 w 181213"/>
                <a:gd name="connsiteY263" fmla="*/ 190605 h 236109"/>
                <a:gd name="connsiteX264" fmla="*/ 74562 w 181213"/>
                <a:gd name="connsiteY264" fmla="*/ 183748 h 236109"/>
                <a:gd name="connsiteX265" fmla="*/ 74234 w 181213"/>
                <a:gd name="connsiteY265" fmla="*/ 181675 h 236109"/>
                <a:gd name="connsiteX266" fmla="*/ 72002 w 181213"/>
                <a:gd name="connsiteY266" fmla="*/ 180187 h 236109"/>
                <a:gd name="connsiteX267" fmla="*/ 71490 w 181213"/>
                <a:gd name="connsiteY267" fmla="*/ 174885 h 236109"/>
                <a:gd name="connsiteX268" fmla="*/ 71342 w 181213"/>
                <a:gd name="connsiteY268" fmla="*/ 171996 h 236109"/>
                <a:gd name="connsiteX269" fmla="*/ 71257 w 181213"/>
                <a:gd name="connsiteY269" fmla="*/ 169769 h 236109"/>
                <a:gd name="connsiteX270" fmla="*/ 69025 w 181213"/>
                <a:gd name="connsiteY270" fmla="*/ 169769 h 236109"/>
                <a:gd name="connsiteX271" fmla="*/ 68914 w 181213"/>
                <a:gd name="connsiteY271" fmla="*/ 167842 h 236109"/>
                <a:gd name="connsiteX272" fmla="*/ 68746 w 181213"/>
                <a:gd name="connsiteY272" fmla="*/ 165351 h 236109"/>
                <a:gd name="connsiteX273" fmla="*/ 68589 w 181213"/>
                <a:gd name="connsiteY273" fmla="*/ 162866 h 236109"/>
                <a:gd name="connsiteX274" fmla="*/ 68281 w 181213"/>
                <a:gd name="connsiteY274" fmla="*/ 160840 h 236109"/>
                <a:gd name="connsiteX275" fmla="*/ 66793 w 181213"/>
                <a:gd name="connsiteY275" fmla="*/ 160095 h 236109"/>
                <a:gd name="connsiteX276" fmla="*/ 66377 w 181213"/>
                <a:gd name="connsiteY276" fmla="*/ 153166 h 236109"/>
                <a:gd name="connsiteX277" fmla="*/ 66048 w 181213"/>
                <a:gd name="connsiteY277" fmla="*/ 151166 h 236109"/>
                <a:gd name="connsiteX278" fmla="*/ 63816 w 181213"/>
                <a:gd name="connsiteY278" fmla="*/ 150422 h 236109"/>
                <a:gd name="connsiteX279" fmla="*/ 63374 w 181213"/>
                <a:gd name="connsiteY279" fmla="*/ 142910 h 236109"/>
                <a:gd name="connsiteX280" fmla="*/ 63072 w 181213"/>
                <a:gd name="connsiteY280" fmla="*/ 140748 h 236109"/>
                <a:gd name="connsiteX281" fmla="*/ 60839 w 181213"/>
                <a:gd name="connsiteY281" fmla="*/ 140004 h 236109"/>
                <a:gd name="connsiteX282" fmla="*/ 60421 w 181213"/>
                <a:gd name="connsiteY282" fmla="*/ 135167 h 236109"/>
                <a:gd name="connsiteX283" fmla="*/ 60095 w 181213"/>
                <a:gd name="connsiteY283" fmla="*/ 130330 h 236109"/>
                <a:gd name="connsiteX284" fmla="*/ 58607 w 181213"/>
                <a:gd name="connsiteY284" fmla="*/ 129586 h 236109"/>
                <a:gd name="connsiteX285" fmla="*/ 58191 w 181213"/>
                <a:gd name="connsiteY285" fmla="*/ 122656 h 236109"/>
                <a:gd name="connsiteX286" fmla="*/ 57863 w 181213"/>
                <a:gd name="connsiteY286" fmla="*/ 120656 h 236109"/>
                <a:gd name="connsiteX287" fmla="*/ 55630 w 181213"/>
                <a:gd name="connsiteY287" fmla="*/ 119912 h 236109"/>
                <a:gd name="connsiteX288" fmla="*/ 55189 w 181213"/>
                <a:gd name="connsiteY288" fmla="*/ 112982 h 236109"/>
                <a:gd name="connsiteX289" fmla="*/ 54886 w 181213"/>
                <a:gd name="connsiteY289" fmla="*/ 110982 h 236109"/>
                <a:gd name="connsiteX290" fmla="*/ 52654 w 181213"/>
                <a:gd name="connsiteY290" fmla="*/ 110238 h 236109"/>
                <a:gd name="connsiteX291" fmla="*/ 52235 w 181213"/>
                <a:gd name="connsiteY291" fmla="*/ 105401 h 236109"/>
                <a:gd name="connsiteX292" fmla="*/ 51910 w 181213"/>
                <a:gd name="connsiteY292" fmla="*/ 100564 h 236109"/>
                <a:gd name="connsiteX293" fmla="*/ 50421 w 181213"/>
                <a:gd name="connsiteY293" fmla="*/ 99820 h 236109"/>
                <a:gd name="connsiteX294" fmla="*/ 49352 w 181213"/>
                <a:gd name="connsiteY294" fmla="*/ 92309 h 236109"/>
                <a:gd name="connsiteX295" fmla="*/ 48933 w 181213"/>
                <a:gd name="connsiteY295" fmla="*/ 90146 h 236109"/>
                <a:gd name="connsiteX296" fmla="*/ 47445 w 181213"/>
                <a:gd name="connsiteY296" fmla="*/ 89402 h 236109"/>
                <a:gd name="connsiteX297" fmla="*/ 47029 w 181213"/>
                <a:gd name="connsiteY297" fmla="*/ 82472 h 236109"/>
                <a:gd name="connsiteX298" fmla="*/ 46701 w 181213"/>
                <a:gd name="connsiteY298" fmla="*/ 80472 h 236109"/>
                <a:gd name="connsiteX299" fmla="*/ 44468 w 181213"/>
                <a:gd name="connsiteY299" fmla="*/ 79728 h 236109"/>
                <a:gd name="connsiteX300" fmla="*/ 44329 w 181213"/>
                <a:gd name="connsiteY300" fmla="*/ 74473 h 236109"/>
                <a:gd name="connsiteX301" fmla="*/ 44390 w 181213"/>
                <a:gd name="connsiteY301" fmla="*/ 71563 h 236109"/>
                <a:gd name="connsiteX302" fmla="*/ 44468 w 181213"/>
                <a:gd name="connsiteY302" fmla="*/ 69310 h 236109"/>
                <a:gd name="connsiteX303" fmla="*/ 42236 w 181213"/>
                <a:gd name="connsiteY303" fmla="*/ 69310 h 236109"/>
                <a:gd name="connsiteX304" fmla="*/ 42125 w 181213"/>
                <a:gd name="connsiteY304" fmla="*/ 67624 h 236109"/>
                <a:gd name="connsiteX305" fmla="*/ 41957 w 181213"/>
                <a:gd name="connsiteY305" fmla="*/ 65404 h 236109"/>
                <a:gd name="connsiteX306" fmla="*/ 41800 w 181213"/>
                <a:gd name="connsiteY306" fmla="*/ 63206 h 236109"/>
                <a:gd name="connsiteX307" fmla="*/ 40003 w 181213"/>
                <a:gd name="connsiteY307" fmla="*/ 58148 h 236109"/>
                <a:gd name="connsiteX308" fmla="*/ 39998 w 181213"/>
                <a:gd name="connsiteY308" fmla="*/ 60935 h 236109"/>
                <a:gd name="connsiteX309" fmla="*/ 39833 w 181213"/>
                <a:gd name="connsiteY309" fmla="*/ 126366 h 236109"/>
                <a:gd name="connsiteX310" fmla="*/ 39808 w 181213"/>
                <a:gd name="connsiteY310" fmla="*/ 134411 h 236109"/>
                <a:gd name="connsiteX311" fmla="*/ 39803 w 181213"/>
                <a:gd name="connsiteY311" fmla="*/ 136029 h 236109"/>
                <a:gd name="connsiteX312" fmla="*/ 39743 w 181213"/>
                <a:gd name="connsiteY312" fmla="*/ 161998 h 236109"/>
                <a:gd name="connsiteX313" fmla="*/ 39670 w 181213"/>
                <a:gd name="connsiteY313" fmla="*/ 188624 h 236109"/>
                <a:gd name="connsiteX314" fmla="*/ 39633 w 181213"/>
                <a:gd name="connsiteY314" fmla="*/ 203588 h 236109"/>
                <a:gd name="connsiteX315" fmla="*/ 39591 w 181213"/>
                <a:gd name="connsiteY315" fmla="*/ 217655 h 236109"/>
                <a:gd name="connsiteX316" fmla="*/ 39583 w 181213"/>
                <a:gd name="connsiteY316" fmla="*/ 222834 h 236109"/>
                <a:gd name="connsiteX317" fmla="*/ 39556 w 181213"/>
                <a:gd name="connsiteY317" fmla="*/ 229872 h 236109"/>
                <a:gd name="connsiteX318" fmla="*/ 39567 w 181213"/>
                <a:gd name="connsiteY318" fmla="*/ 231971 h 236109"/>
                <a:gd name="connsiteX319" fmla="*/ 39259 w 181213"/>
                <a:gd name="connsiteY319" fmla="*/ 236742 h 236109"/>
                <a:gd name="connsiteX320" fmla="*/ 31652 w 181213"/>
                <a:gd name="connsiteY320" fmla="*/ 237585 h 236109"/>
                <a:gd name="connsiteX321" fmla="*/ 30071 w 181213"/>
                <a:gd name="connsiteY321" fmla="*/ 237587 h 236109"/>
                <a:gd name="connsiteX322" fmla="*/ 26766 w 181213"/>
                <a:gd name="connsiteY322" fmla="*/ 237583 h 236109"/>
                <a:gd name="connsiteX323" fmla="*/ 21701 w 181213"/>
                <a:gd name="connsiteY323" fmla="*/ 237588 h 236109"/>
                <a:gd name="connsiteX324" fmla="*/ 18490 w 181213"/>
                <a:gd name="connsiteY324" fmla="*/ 237585 h 236109"/>
                <a:gd name="connsiteX325" fmla="*/ 15534 w 181213"/>
                <a:gd name="connsiteY325" fmla="*/ 237582 h 236109"/>
                <a:gd name="connsiteX326" fmla="*/ 11726 w 181213"/>
                <a:gd name="connsiteY326" fmla="*/ 236742 h 236109"/>
                <a:gd name="connsiteX327" fmla="*/ 11543 w 181213"/>
                <a:gd name="connsiteY327" fmla="*/ 232978 h 236109"/>
                <a:gd name="connsiteX328" fmla="*/ 11534 w 181213"/>
                <a:gd name="connsiteY328" fmla="*/ 230491 h 236109"/>
                <a:gd name="connsiteX329" fmla="*/ 11547 w 181213"/>
                <a:gd name="connsiteY329" fmla="*/ 227725 h 236109"/>
                <a:gd name="connsiteX330" fmla="*/ 11543 w 181213"/>
                <a:gd name="connsiteY330" fmla="*/ 224814 h 236109"/>
                <a:gd name="connsiteX331" fmla="*/ 11553 w 181213"/>
                <a:gd name="connsiteY331" fmla="*/ 216775 h 236109"/>
                <a:gd name="connsiteX332" fmla="*/ 11556 w 181213"/>
                <a:gd name="connsiteY332" fmla="*/ 208121 h 236109"/>
                <a:gd name="connsiteX333" fmla="*/ 11569 w 181213"/>
                <a:gd name="connsiteY333" fmla="*/ 193115 h 236109"/>
                <a:gd name="connsiteX334" fmla="*/ 11587 w 181213"/>
                <a:gd name="connsiteY334" fmla="*/ 171418 h 236109"/>
                <a:gd name="connsiteX335" fmla="*/ 11614 w 181213"/>
                <a:gd name="connsiteY335" fmla="*/ 136220 h 236109"/>
                <a:gd name="connsiteX336" fmla="*/ 11644 w 181213"/>
                <a:gd name="connsiteY336" fmla="*/ 102019 h 236109"/>
                <a:gd name="connsiteX337" fmla="*/ 11646 w 181213"/>
                <a:gd name="connsiteY337" fmla="*/ 99891 h 236109"/>
                <a:gd name="connsiteX338" fmla="*/ 11651 w 181213"/>
                <a:gd name="connsiteY338" fmla="*/ 89323 h 236109"/>
                <a:gd name="connsiteX339" fmla="*/ 11726 w 181213"/>
                <a:gd name="connsiteY339" fmla="*/ 1593 h 23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Lst>
              <a:rect l="l" t="t" r="r" b="b"/>
              <a:pathLst>
                <a:path w="181213" h="236109">
                  <a:moveTo>
                    <a:pt x="11726" y="1593"/>
                  </a:moveTo>
                  <a:cubicBezTo>
                    <a:pt x="25232" y="1593"/>
                    <a:pt x="38738" y="1593"/>
                    <a:pt x="52654" y="1593"/>
                  </a:cubicBezTo>
                  <a:cubicBezTo>
                    <a:pt x="53022" y="4540"/>
                    <a:pt x="53022" y="4540"/>
                    <a:pt x="53398" y="7547"/>
                  </a:cubicBezTo>
                  <a:cubicBezTo>
                    <a:pt x="54135" y="7792"/>
                    <a:pt x="54871" y="8038"/>
                    <a:pt x="55630" y="8291"/>
                  </a:cubicBezTo>
                  <a:cubicBezTo>
                    <a:pt x="55763" y="11011"/>
                    <a:pt x="55574" y="13665"/>
                    <a:pt x="55418" y="16383"/>
                  </a:cubicBezTo>
                  <a:cubicBezTo>
                    <a:pt x="55488" y="17151"/>
                    <a:pt x="55558" y="17918"/>
                    <a:pt x="55630" y="18709"/>
                  </a:cubicBezTo>
                  <a:cubicBezTo>
                    <a:pt x="56619" y="18971"/>
                    <a:pt x="57611" y="19219"/>
                    <a:pt x="58607" y="19453"/>
                  </a:cubicBezTo>
                  <a:cubicBezTo>
                    <a:pt x="58898" y="21642"/>
                    <a:pt x="58898" y="21642"/>
                    <a:pt x="58793" y="24336"/>
                  </a:cubicBezTo>
                  <a:cubicBezTo>
                    <a:pt x="58766" y="25227"/>
                    <a:pt x="58739" y="26119"/>
                    <a:pt x="58712" y="27037"/>
                  </a:cubicBezTo>
                  <a:cubicBezTo>
                    <a:pt x="58677" y="27726"/>
                    <a:pt x="58643" y="28416"/>
                    <a:pt x="58607" y="29127"/>
                  </a:cubicBezTo>
                  <a:cubicBezTo>
                    <a:pt x="59344" y="29127"/>
                    <a:pt x="60080" y="29127"/>
                    <a:pt x="60839" y="29127"/>
                  </a:cubicBezTo>
                  <a:cubicBezTo>
                    <a:pt x="61208" y="34284"/>
                    <a:pt x="61208" y="34284"/>
                    <a:pt x="61584" y="39545"/>
                  </a:cubicBezTo>
                  <a:cubicBezTo>
                    <a:pt x="62320" y="39545"/>
                    <a:pt x="63057" y="39545"/>
                    <a:pt x="63816" y="39545"/>
                  </a:cubicBezTo>
                  <a:cubicBezTo>
                    <a:pt x="63858" y="40579"/>
                    <a:pt x="63858" y="40579"/>
                    <a:pt x="63900" y="41635"/>
                  </a:cubicBezTo>
                  <a:cubicBezTo>
                    <a:pt x="63949" y="42526"/>
                    <a:pt x="63998" y="43417"/>
                    <a:pt x="64048" y="44335"/>
                  </a:cubicBezTo>
                  <a:cubicBezTo>
                    <a:pt x="64092" y="45224"/>
                    <a:pt x="64135" y="46113"/>
                    <a:pt x="64179" y="47030"/>
                  </a:cubicBezTo>
                  <a:cubicBezTo>
                    <a:pt x="64368" y="48113"/>
                    <a:pt x="64368" y="48113"/>
                    <a:pt x="64560" y="49218"/>
                  </a:cubicBezTo>
                  <a:cubicBezTo>
                    <a:pt x="65665" y="49587"/>
                    <a:pt x="65665" y="49587"/>
                    <a:pt x="66793" y="49963"/>
                  </a:cubicBezTo>
                  <a:cubicBezTo>
                    <a:pt x="67173" y="52151"/>
                    <a:pt x="67173" y="52151"/>
                    <a:pt x="67304" y="54846"/>
                  </a:cubicBezTo>
                  <a:cubicBezTo>
                    <a:pt x="67353" y="55737"/>
                    <a:pt x="67402" y="56628"/>
                    <a:pt x="67452" y="57546"/>
                  </a:cubicBezTo>
                  <a:cubicBezTo>
                    <a:pt x="67494" y="58581"/>
                    <a:pt x="67494" y="58581"/>
                    <a:pt x="67537" y="59636"/>
                  </a:cubicBezTo>
                  <a:cubicBezTo>
                    <a:pt x="68028" y="59636"/>
                    <a:pt x="68519" y="59636"/>
                    <a:pt x="69025" y="59636"/>
                  </a:cubicBezTo>
                  <a:cubicBezTo>
                    <a:pt x="69393" y="64793"/>
                    <a:pt x="69393" y="64793"/>
                    <a:pt x="69769" y="70054"/>
                  </a:cubicBezTo>
                  <a:cubicBezTo>
                    <a:pt x="70506" y="70054"/>
                    <a:pt x="71242" y="70054"/>
                    <a:pt x="72002" y="70054"/>
                  </a:cubicBezTo>
                  <a:cubicBezTo>
                    <a:pt x="72370" y="74843"/>
                    <a:pt x="72370" y="74843"/>
                    <a:pt x="72746" y="79728"/>
                  </a:cubicBezTo>
                  <a:cubicBezTo>
                    <a:pt x="73482" y="79728"/>
                    <a:pt x="74219" y="79728"/>
                    <a:pt x="74978" y="79728"/>
                  </a:cubicBezTo>
                  <a:cubicBezTo>
                    <a:pt x="75015" y="80418"/>
                    <a:pt x="75051" y="81108"/>
                    <a:pt x="75089" y="81818"/>
                  </a:cubicBezTo>
                  <a:cubicBezTo>
                    <a:pt x="75172" y="83155"/>
                    <a:pt x="75172" y="83155"/>
                    <a:pt x="75257" y="84519"/>
                  </a:cubicBezTo>
                  <a:cubicBezTo>
                    <a:pt x="75335" y="85852"/>
                    <a:pt x="75335" y="85852"/>
                    <a:pt x="75414" y="87213"/>
                  </a:cubicBezTo>
                  <a:cubicBezTo>
                    <a:pt x="75516" y="87936"/>
                    <a:pt x="75617" y="88658"/>
                    <a:pt x="75722" y="89402"/>
                  </a:cubicBezTo>
                  <a:cubicBezTo>
                    <a:pt x="76213" y="89648"/>
                    <a:pt x="76704" y="89893"/>
                    <a:pt x="77210" y="90146"/>
                  </a:cubicBezTo>
                  <a:cubicBezTo>
                    <a:pt x="77466" y="91957"/>
                    <a:pt x="77466" y="91957"/>
                    <a:pt x="77583" y="94192"/>
                  </a:cubicBezTo>
                  <a:cubicBezTo>
                    <a:pt x="77617" y="97382"/>
                    <a:pt x="77617" y="97382"/>
                    <a:pt x="79443" y="99820"/>
                  </a:cubicBezTo>
                  <a:cubicBezTo>
                    <a:pt x="79688" y="99820"/>
                    <a:pt x="79934" y="99820"/>
                    <a:pt x="80187" y="99820"/>
                  </a:cubicBezTo>
                  <a:cubicBezTo>
                    <a:pt x="80229" y="100855"/>
                    <a:pt x="80229" y="100855"/>
                    <a:pt x="80271" y="101910"/>
                  </a:cubicBezTo>
                  <a:cubicBezTo>
                    <a:pt x="80320" y="102801"/>
                    <a:pt x="80369" y="103692"/>
                    <a:pt x="80420" y="104610"/>
                  </a:cubicBezTo>
                  <a:cubicBezTo>
                    <a:pt x="80463" y="105500"/>
                    <a:pt x="80506" y="106389"/>
                    <a:pt x="80550" y="107305"/>
                  </a:cubicBezTo>
                  <a:cubicBezTo>
                    <a:pt x="80739" y="108389"/>
                    <a:pt x="80739" y="108389"/>
                    <a:pt x="80931" y="109494"/>
                  </a:cubicBezTo>
                  <a:cubicBezTo>
                    <a:pt x="81668" y="109739"/>
                    <a:pt x="82405" y="109985"/>
                    <a:pt x="83164" y="110238"/>
                  </a:cubicBezTo>
                  <a:cubicBezTo>
                    <a:pt x="83492" y="112401"/>
                    <a:pt x="83492" y="112401"/>
                    <a:pt x="83582" y="115075"/>
                  </a:cubicBezTo>
                  <a:cubicBezTo>
                    <a:pt x="83640" y="116690"/>
                    <a:pt x="83737" y="118305"/>
                    <a:pt x="83908" y="119912"/>
                  </a:cubicBezTo>
                  <a:cubicBezTo>
                    <a:pt x="84399" y="120157"/>
                    <a:pt x="84890" y="120403"/>
                    <a:pt x="85396" y="120656"/>
                  </a:cubicBezTo>
                  <a:cubicBezTo>
                    <a:pt x="85652" y="122467"/>
                    <a:pt x="85652" y="122467"/>
                    <a:pt x="85768" y="124702"/>
                  </a:cubicBezTo>
                  <a:cubicBezTo>
                    <a:pt x="85803" y="127891"/>
                    <a:pt x="85803" y="127891"/>
                    <a:pt x="87628" y="130330"/>
                  </a:cubicBezTo>
                  <a:cubicBezTo>
                    <a:pt x="87874" y="130330"/>
                    <a:pt x="88120" y="130330"/>
                    <a:pt x="88373" y="130330"/>
                  </a:cubicBezTo>
                  <a:cubicBezTo>
                    <a:pt x="88414" y="131364"/>
                    <a:pt x="88414" y="131364"/>
                    <a:pt x="88457" y="132420"/>
                  </a:cubicBezTo>
                  <a:cubicBezTo>
                    <a:pt x="88506" y="133311"/>
                    <a:pt x="88555" y="134202"/>
                    <a:pt x="88605" y="135120"/>
                  </a:cubicBezTo>
                  <a:cubicBezTo>
                    <a:pt x="88648" y="136009"/>
                    <a:pt x="88691" y="136899"/>
                    <a:pt x="88736" y="137815"/>
                  </a:cubicBezTo>
                  <a:cubicBezTo>
                    <a:pt x="88924" y="138898"/>
                    <a:pt x="88924" y="138898"/>
                    <a:pt x="89117" y="140004"/>
                  </a:cubicBezTo>
                  <a:cubicBezTo>
                    <a:pt x="89853" y="140249"/>
                    <a:pt x="90590" y="140495"/>
                    <a:pt x="91349" y="140748"/>
                  </a:cubicBezTo>
                  <a:cubicBezTo>
                    <a:pt x="91678" y="142910"/>
                    <a:pt x="91678" y="142910"/>
                    <a:pt x="91768" y="145585"/>
                  </a:cubicBezTo>
                  <a:cubicBezTo>
                    <a:pt x="91826" y="147200"/>
                    <a:pt x="91923" y="148815"/>
                    <a:pt x="92093" y="150422"/>
                  </a:cubicBezTo>
                  <a:cubicBezTo>
                    <a:pt x="92584" y="150667"/>
                    <a:pt x="93076" y="150913"/>
                    <a:pt x="93582" y="151166"/>
                  </a:cubicBezTo>
                  <a:cubicBezTo>
                    <a:pt x="93890" y="153517"/>
                    <a:pt x="93890" y="153517"/>
                    <a:pt x="94047" y="156421"/>
                  </a:cubicBezTo>
                  <a:cubicBezTo>
                    <a:pt x="94130" y="157862"/>
                    <a:pt x="94130" y="157862"/>
                    <a:pt x="94215" y="159331"/>
                  </a:cubicBezTo>
                  <a:cubicBezTo>
                    <a:pt x="94252" y="160074"/>
                    <a:pt x="94288" y="160818"/>
                    <a:pt x="94326" y="161584"/>
                  </a:cubicBezTo>
                  <a:cubicBezTo>
                    <a:pt x="95062" y="161584"/>
                    <a:pt x="95799" y="161584"/>
                    <a:pt x="96558" y="161584"/>
                  </a:cubicBezTo>
                  <a:cubicBezTo>
                    <a:pt x="96926" y="166741"/>
                    <a:pt x="96926" y="166741"/>
                    <a:pt x="97302" y="172002"/>
                  </a:cubicBezTo>
                  <a:cubicBezTo>
                    <a:pt x="98039" y="172002"/>
                    <a:pt x="98776" y="172002"/>
                    <a:pt x="99535" y="172002"/>
                  </a:cubicBezTo>
                  <a:cubicBezTo>
                    <a:pt x="99571" y="172691"/>
                    <a:pt x="99608" y="173381"/>
                    <a:pt x="99645" y="174092"/>
                  </a:cubicBezTo>
                  <a:cubicBezTo>
                    <a:pt x="99729" y="175428"/>
                    <a:pt x="99729" y="175428"/>
                    <a:pt x="99814" y="176792"/>
                  </a:cubicBezTo>
                  <a:cubicBezTo>
                    <a:pt x="99866" y="177681"/>
                    <a:pt x="99917" y="178571"/>
                    <a:pt x="99971" y="179487"/>
                  </a:cubicBezTo>
                  <a:cubicBezTo>
                    <a:pt x="100123" y="180570"/>
                    <a:pt x="100123" y="180570"/>
                    <a:pt x="100279" y="181675"/>
                  </a:cubicBezTo>
                  <a:cubicBezTo>
                    <a:pt x="100770" y="181921"/>
                    <a:pt x="101261" y="182167"/>
                    <a:pt x="101767" y="182420"/>
                  </a:cubicBezTo>
                  <a:cubicBezTo>
                    <a:pt x="102049" y="184420"/>
                    <a:pt x="102049" y="184420"/>
                    <a:pt x="102186" y="186884"/>
                  </a:cubicBezTo>
                  <a:cubicBezTo>
                    <a:pt x="102105" y="189725"/>
                    <a:pt x="102105" y="189725"/>
                    <a:pt x="103255" y="192093"/>
                  </a:cubicBezTo>
                  <a:cubicBezTo>
                    <a:pt x="104309" y="189986"/>
                    <a:pt x="104257" y="188020"/>
                    <a:pt x="104418" y="185675"/>
                  </a:cubicBezTo>
                  <a:cubicBezTo>
                    <a:pt x="104512" y="184349"/>
                    <a:pt x="104512" y="184349"/>
                    <a:pt x="104607" y="182995"/>
                  </a:cubicBezTo>
                  <a:cubicBezTo>
                    <a:pt x="104652" y="182314"/>
                    <a:pt x="104697" y="181633"/>
                    <a:pt x="104744" y="180931"/>
                  </a:cubicBezTo>
                  <a:cubicBezTo>
                    <a:pt x="105480" y="180931"/>
                    <a:pt x="106217" y="180931"/>
                    <a:pt x="106976" y="180931"/>
                  </a:cubicBezTo>
                  <a:cubicBezTo>
                    <a:pt x="107013" y="180242"/>
                    <a:pt x="107049" y="179552"/>
                    <a:pt x="107087" y="178841"/>
                  </a:cubicBezTo>
                  <a:cubicBezTo>
                    <a:pt x="107142" y="177950"/>
                    <a:pt x="107198" y="177059"/>
                    <a:pt x="107255" y="176141"/>
                  </a:cubicBezTo>
                  <a:cubicBezTo>
                    <a:pt x="107307" y="175252"/>
                    <a:pt x="107359" y="174363"/>
                    <a:pt x="107412" y="173446"/>
                  </a:cubicBezTo>
                  <a:cubicBezTo>
                    <a:pt x="107514" y="172724"/>
                    <a:pt x="107615" y="172002"/>
                    <a:pt x="107720" y="171258"/>
                  </a:cubicBezTo>
                  <a:cubicBezTo>
                    <a:pt x="108211" y="171012"/>
                    <a:pt x="108703" y="170766"/>
                    <a:pt x="109209" y="170513"/>
                  </a:cubicBezTo>
                  <a:cubicBezTo>
                    <a:pt x="109874" y="168251"/>
                    <a:pt x="109940" y="166420"/>
                    <a:pt x="109860" y="164049"/>
                  </a:cubicBezTo>
                  <a:cubicBezTo>
                    <a:pt x="109890" y="163235"/>
                    <a:pt x="109921" y="162422"/>
                    <a:pt x="109953" y="161584"/>
                  </a:cubicBezTo>
                  <a:cubicBezTo>
                    <a:pt x="110689" y="161093"/>
                    <a:pt x="111426" y="160601"/>
                    <a:pt x="112185" y="160095"/>
                  </a:cubicBezTo>
                  <a:cubicBezTo>
                    <a:pt x="112621" y="157777"/>
                    <a:pt x="112621" y="157777"/>
                    <a:pt x="112697" y="155165"/>
                  </a:cubicBezTo>
                  <a:cubicBezTo>
                    <a:pt x="112770" y="153839"/>
                    <a:pt x="112770" y="153839"/>
                    <a:pt x="112845" y="152485"/>
                  </a:cubicBezTo>
                  <a:cubicBezTo>
                    <a:pt x="112873" y="151804"/>
                    <a:pt x="112901" y="151123"/>
                    <a:pt x="112929" y="150422"/>
                  </a:cubicBezTo>
                  <a:cubicBezTo>
                    <a:pt x="113666" y="150422"/>
                    <a:pt x="114403" y="150422"/>
                    <a:pt x="115162" y="150422"/>
                  </a:cubicBezTo>
                  <a:cubicBezTo>
                    <a:pt x="115407" y="146984"/>
                    <a:pt x="115653" y="143546"/>
                    <a:pt x="115906" y="140004"/>
                  </a:cubicBezTo>
                  <a:cubicBezTo>
                    <a:pt x="116643" y="140004"/>
                    <a:pt x="117379" y="140004"/>
                    <a:pt x="118138" y="140004"/>
                  </a:cubicBezTo>
                  <a:cubicBezTo>
                    <a:pt x="118112" y="139385"/>
                    <a:pt x="118086" y="138766"/>
                    <a:pt x="118060" y="138129"/>
                  </a:cubicBezTo>
                  <a:cubicBezTo>
                    <a:pt x="118040" y="137320"/>
                    <a:pt x="118019" y="136511"/>
                    <a:pt x="117999" y="135678"/>
                  </a:cubicBezTo>
                  <a:cubicBezTo>
                    <a:pt x="117973" y="134875"/>
                    <a:pt x="117947" y="134073"/>
                    <a:pt x="117920" y="133245"/>
                  </a:cubicBezTo>
                  <a:cubicBezTo>
                    <a:pt x="118175" y="130708"/>
                    <a:pt x="118642" y="130535"/>
                    <a:pt x="120371" y="128842"/>
                  </a:cubicBezTo>
                  <a:cubicBezTo>
                    <a:pt x="120802" y="126637"/>
                    <a:pt x="120802" y="126637"/>
                    <a:pt x="120882" y="124237"/>
                  </a:cubicBezTo>
                  <a:cubicBezTo>
                    <a:pt x="120956" y="123024"/>
                    <a:pt x="120956" y="123024"/>
                    <a:pt x="121030" y="121787"/>
                  </a:cubicBezTo>
                  <a:cubicBezTo>
                    <a:pt x="121058" y="121168"/>
                    <a:pt x="121086" y="120549"/>
                    <a:pt x="121115" y="119912"/>
                  </a:cubicBezTo>
                  <a:cubicBezTo>
                    <a:pt x="121851" y="120157"/>
                    <a:pt x="122588" y="120403"/>
                    <a:pt x="123347" y="120656"/>
                  </a:cubicBezTo>
                  <a:cubicBezTo>
                    <a:pt x="123402" y="119541"/>
                    <a:pt x="123402" y="119541"/>
                    <a:pt x="123458" y="118403"/>
                  </a:cubicBezTo>
                  <a:cubicBezTo>
                    <a:pt x="123513" y="117443"/>
                    <a:pt x="123569" y="116483"/>
                    <a:pt x="123626" y="115493"/>
                  </a:cubicBezTo>
                  <a:cubicBezTo>
                    <a:pt x="123678" y="114535"/>
                    <a:pt x="123730" y="113577"/>
                    <a:pt x="123783" y="112590"/>
                  </a:cubicBezTo>
                  <a:cubicBezTo>
                    <a:pt x="123885" y="111814"/>
                    <a:pt x="123987" y="111038"/>
                    <a:pt x="124091" y="110238"/>
                  </a:cubicBezTo>
                  <a:cubicBezTo>
                    <a:pt x="124582" y="109992"/>
                    <a:pt x="125074" y="109747"/>
                    <a:pt x="125580" y="109494"/>
                  </a:cubicBezTo>
                  <a:cubicBezTo>
                    <a:pt x="126099" y="107071"/>
                    <a:pt x="126367" y="104654"/>
                    <a:pt x="126649" y="102192"/>
                  </a:cubicBezTo>
                  <a:cubicBezTo>
                    <a:pt x="126787" y="101409"/>
                    <a:pt x="126926" y="100627"/>
                    <a:pt x="127068" y="99820"/>
                  </a:cubicBezTo>
                  <a:cubicBezTo>
                    <a:pt x="127559" y="99574"/>
                    <a:pt x="128050" y="99329"/>
                    <a:pt x="128556" y="99076"/>
                  </a:cubicBezTo>
                  <a:cubicBezTo>
                    <a:pt x="128905" y="97152"/>
                    <a:pt x="128905" y="97152"/>
                    <a:pt x="129021" y="94937"/>
                  </a:cubicBezTo>
                  <a:cubicBezTo>
                    <a:pt x="129077" y="94184"/>
                    <a:pt x="129133" y="93431"/>
                    <a:pt x="129190" y="92655"/>
                  </a:cubicBezTo>
                  <a:cubicBezTo>
                    <a:pt x="129245" y="91781"/>
                    <a:pt x="129245" y="91781"/>
                    <a:pt x="129300" y="90890"/>
                  </a:cubicBezTo>
                  <a:cubicBezTo>
                    <a:pt x="130037" y="90890"/>
                    <a:pt x="130774" y="90890"/>
                    <a:pt x="131533" y="90890"/>
                  </a:cubicBezTo>
                  <a:cubicBezTo>
                    <a:pt x="131778" y="87452"/>
                    <a:pt x="132024" y="84014"/>
                    <a:pt x="132277" y="80472"/>
                  </a:cubicBezTo>
                  <a:cubicBezTo>
                    <a:pt x="133014" y="80472"/>
                    <a:pt x="133750" y="80472"/>
                    <a:pt x="134509" y="80472"/>
                  </a:cubicBezTo>
                  <a:cubicBezTo>
                    <a:pt x="134483" y="79854"/>
                    <a:pt x="134458" y="79235"/>
                    <a:pt x="134431" y="78597"/>
                  </a:cubicBezTo>
                  <a:cubicBezTo>
                    <a:pt x="134411" y="77789"/>
                    <a:pt x="134391" y="76980"/>
                    <a:pt x="134370" y="76147"/>
                  </a:cubicBezTo>
                  <a:cubicBezTo>
                    <a:pt x="134344" y="75344"/>
                    <a:pt x="134318" y="74541"/>
                    <a:pt x="134291" y="73714"/>
                  </a:cubicBezTo>
                  <a:cubicBezTo>
                    <a:pt x="134509" y="71543"/>
                    <a:pt x="134509" y="71543"/>
                    <a:pt x="135611" y="70447"/>
                  </a:cubicBezTo>
                  <a:cubicBezTo>
                    <a:pt x="137793" y="68253"/>
                    <a:pt x="137106" y="64686"/>
                    <a:pt x="137184" y="61747"/>
                  </a:cubicBezTo>
                  <a:cubicBezTo>
                    <a:pt x="137283" y="61050"/>
                    <a:pt x="137383" y="60354"/>
                    <a:pt x="137486" y="59636"/>
                  </a:cubicBezTo>
                  <a:cubicBezTo>
                    <a:pt x="138223" y="59391"/>
                    <a:pt x="138959" y="59145"/>
                    <a:pt x="139718" y="58892"/>
                  </a:cubicBezTo>
                  <a:cubicBezTo>
                    <a:pt x="140101" y="56824"/>
                    <a:pt x="140101" y="56824"/>
                    <a:pt x="140137" y="54427"/>
                  </a:cubicBezTo>
                  <a:cubicBezTo>
                    <a:pt x="140233" y="51962"/>
                    <a:pt x="140233" y="51962"/>
                    <a:pt x="140462" y="49963"/>
                  </a:cubicBezTo>
                  <a:cubicBezTo>
                    <a:pt x="140954" y="49717"/>
                    <a:pt x="141445" y="49471"/>
                    <a:pt x="141951" y="49218"/>
                  </a:cubicBezTo>
                  <a:cubicBezTo>
                    <a:pt x="142261" y="47617"/>
                    <a:pt x="142498" y="46001"/>
                    <a:pt x="142695" y="44382"/>
                  </a:cubicBezTo>
                  <a:cubicBezTo>
                    <a:pt x="142892" y="42762"/>
                    <a:pt x="143129" y="41146"/>
                    <a:pt x="143439" y="39545"/>
                  </a:cubicBezTo>
                  <a:cubicBezTo>
                    <a:pt x="143930" y="39299"/>
                    <a:pt x="144421" y="39054"/>
                    <a:pt x="144927" y="38801"/>
                  </a:cubicBezTo>
                  <a:cubicBezTo>
                    <a:pt x="145277" y="36534"/>
                    <a:pt x="145277" y="36534"/>
                    <a:pt x="145392" y="33917"/>
                  </a:cubicBezTo>
                  <a:cubicBezTo>
                    <a:pt x="145448" y="33026"/>
                    <a:pt x="145504" y="32135"/>
                    <a:pt x="145561" y="31217"/>
                  </a:cubicBezTo>
                  <a:cubicBezTo>
                    <a:pt x="145616" y="30182"/>
                    <a:pt x="145616" y="30182"/>
                    <a:pt x="145671" y="29127"/>
                  </a:cubicBezTo>
                  <a:cubicBezTo>
                    <a:pt x="146163" y="29127"/>
                    <a:pt x="146654" y="29127"/>
                    <a:pt x="147160" y="29127"/>
                  </a:cubicBezTo>
                  <a:cubicBezTo>
                    <a:pt x="148382" y="26683"/>
                    <a:pt x="148160" y="23965"/>
                    <a:pt x="148293" y="21264"/>
                  </a:cubicBezTo>
                  <a:cubicBezTo>
                    <a:pt x="148410" y="20666"/>
                    <a:pt x="148527" y="20069"/>
                    <a:pt x="148648" y="19453"/>
                  </a:cubicBezTo>
                  <a:cubicBezTo>
                    <a:pt x="149385" y="19207"/>
                    <a:pt x="150121" y="18962"/>
                    <a:pt x="150880" y="18709"/>
                  </a:cubicBezTo>
                  <a:cubicBezTo>
                    <a:pt x="151263" y="16641"/>
                    <a:pt x="151263" y="16641"/>
                    <a:pt x="151299" y="14244"/>
                  </a:cubicBezTo>
                  <a:cubicBezTo>
                    <a:pt x="151395" y="11779"/>
                    <a:pt x="151395" y="11779"/>
                    <a:pt x="151625" y="9779"/>
                  </a:cubicBezTo>
                  <a:cubicBezTo>
                    <a:pt x="152116" y="9533"/>
                    <a:pt x="152607" y="9288"/>
                    <a:pt x="153113" y="9035"/>
                  </a:cubicBezTo>
                  <a:cubicBezTo>
                    <a:pt x="153461" y="7282"/>
                    <a:pt x="153461" y="7282"/>
                    <a:pt x="153578" y="5268"/>
                  </a:cubicBezTo>
                  <a:cubicBezTo>
                    <a:pt x="153634" y="4584"/>
                    <a:pt x="153689" y="3900"/>
                    <a:pt x="153747" y="3195"/>
                  </a:cubicBezTo>
                  <a:cubicBezTo>
                    <a:pt x="153801" y="2402"/>
                    <a:pt x="153801" y="2402"/>
                    <a:pt x="153857" y="1593"/>
                  </a:cubicBezTo>
                  <a:cubicBezTo>
                    <a:pt x="159248" y="1575"/>
                    <a:pt x="164639" y="1562"/>
                    <a:pt x="170031" y="1553"/>
                  </a:cubicBezTo>
                  <a:cubicBezTo>
                    <a:pt x="171866" y="1549"/>
                    <a:pt x="173702" y="1544"/>
                    <a:pt x="175538" y="1537"/>
                  </a:cubicBezTo>
                  <a:cubicBezTo>
                    <a:pt x="178170" y="1528"/>
                    <a:pt x="180802" y="1524"/>
                    <a:pt x="183434" y="1521"/>
                  </a:cubicBezTo>
                  <a:cubicBezTo>
                    <a:pt x="184260" y="1517"/>
                    <a:pt x="185086" y="1513"/>
                    <a:pt x="185938" y="1509"/>
                  </a:cubicBezTo>
                  <a:cubicBezTo>
                    <a:pt x="187077" y="1509"/>
                    <a:pt x="187077" y="1509"/>
                    <a:pt x="188240" y="1509"/>
                  </a:cubicBezTo>
                  <a:cubicBezTo>
                    <a:pt x="188912" y="1507"/>
                    <a:pt x="189585" y="1506"/>
                    <a:pt x="190278" y="1504"/>
                  </a:cubicBezTo>
                  <a:cubicBezTo>
                    <a:pt x="191808" y="1593"/>
                    <a:pt x="191808" y="1593"/>
                    <a:pt x="192552" y="2338"/>
                  </a:cubicBezTo>
                  <a:cubicBezTo>
                    <a:pt x="192626" y="3586"/>
                    <a:pt x="192647" y="4837"/>
                    <a:pt x="192648" y="6088"/>
                  </a:cubicBezTo>
                  <a:cubicBezTo>
                    <a:pt x="192650" y="6905"/>
                    <a:pt x="192653" y="7723"/>
                    <a:pt x="192655" y="8565"/>
                  </a:cubicBezTo>
                  <a:cubicBezTo>
                    <a:pt x="192654" y="9929"/>
                    <a:pt x="192654" y="9929"/>
                    <a:pt x="192652" y="11321"/>
                  </a:cubicBezTo>
                  <a:cubicBezTo>
                    <a:pt x="192653" y="12278"/>
                    <a:pt x="192655" y="13236"/>
                    <a:pt x="192657" y="14222"/>
                  </a:cubicBezTo>
                  <a:cubicBezTo>
                    <a:pt x="192661" y="16891"/>
                    <a:pt x="192661" y="19561"/>
                    <a:pt x="192660" y="22230"/>
                  </a:cubicBezTo>
                  <a:cubicBezTo>
                    <a:pt x="192660" y="25104"/>
                    <a:pt x="192664" y="27979"/>
                    <a:pt x="192668" y="30853"/>
                  </a:cubicBezTo>
                  <a:cubicBezTo>
                    <a:pt x="192674" y="36488"/>
                    <a:pt x="192676" y="42123"/>
                    <a:pt x="192677" y="47758"/>
                  </a:cubicBezTo>
                  <a:cubicBezTo>
                    <a:pt x="192677" y="52336"/>
                    <a:pt x="192678" y="56914"/>
                    <a:pt x="192681" y="61492"/>
                  </a:cubicBezTo>
                  <a:cubicBezTo>
                    <a:pt x="192687" y="74455"/>
                    <a:pt x="192691" y="87418"/>
                    <a:pt x="192690" y="100381"/>
                  </a:cubicBezTo>
                  <a:cubicBezTo>
                    <a:pt x="192690" y="101081"/>
                    <a:pt x="192690" y="101780"/>
                    <a:pt x="192690" y="102501"/>
                  </a:cubicBezTo>
                  <a:cubicBezTo>
                    <a:pt x="192690" y="103202"/>
                    <a:pt x="192690" y="103902"/>
                    <a:pt x="192690" y="104624"/>
                  </a:cubicBezTo>
                  <a:cubicBezTo>
                    <a:pt x="192690" y="115982"/>
                    <a:pt x="192697" y="127340"/>
                    <a:pt x="192707" y="138698"/>
                  </a:cubicBezTo>
                  <a:cubicBezTo>
                    <a:pt x="192718" y="150345"/>
                    <a:pt x="192723" y="161992"/>
                    <a:pt x="192723" y="173640"/>
                  </a:cubicBezTo>
                  <a:cubicBezTo>
                    <a:pt x="192722" y="180185"/>
                    <a:pt x="192724" y="186730"/>
                    <a:pt x="192732" y="193275"/>
                  </a:cubicBezTo>
                  <a:cubicBezTo>
                    <a:pt x="192739" y="198847"/>
                    <a:pt x="192741" y="204418"/>
                    <a:pt x="192736" y="209990"/>
                  </a:cubicBezTo>
                  <a:cubicBezTo>
                    <a:pt x="192733" y="212835"/>
                    <a:pt x="192733" y="215681"/>
                    <a:pt x="192740" y="218526"/>
                  </a:cubicBezTo>
                  <a:cubicBezTo>
                    <a:pt x="192747" y="221604"/>
                    <a:pt x="192742" y="224681"/>
                    <a:pt x="192736" y="227759"/>
                  </a:cubicBezTo>
                  <a:cubicBezTo>
                    <a:pt x="192740" y="228668"/>
                    <a:pt x="192744" y="229577"/>
                    <a:pt x="192748" y="230514"/>
                  </a:cubicBezTo>
                  <a:cubicBezTo>
                    <a:pt x="192744" y="231332"/>
                    <a:pt x="192741" y="232149"/>
                    <a:pt x="192737" y="232992"/>
                  </a:cubicBezTo>
                  <a:cubicBezTo>
                    <a:pt x="192738" y="234059"/>
                    <a:pt x="192738" y="234059"/>
                    <a:pt x="192738" y="235147"/>
                  </a:cubicBezTo>
                  <a:cubicBezTo>
                    <a:pt x="192677" y="235674"/>
                    <a:pt x="192615" y="236200"/>
                    <a:pt x="192552" y="236742"/>
                  </a:cubicBezTo>
                  <a:cubicBezTo>
                    <a:pt x="190321" y="237857"/>
                    <a:pt x="188273" y="237583"/>
                    <a:pt x="185788" y="237585"/>
                  </a:cubicBezTo>
                  <a:cubicBezTo>
                    <a:pt x="185006" y="237586"/>
                    <a:pt x="185006" y="237586"/>
                    <a:pt x="184209" y="237587"/>
                  </a:cubicBezTo>
                  <a:cubicBezTo>
                    <a:pt x="183106" y="237588"/>
                    <a:pt x="182003" y="237586"/>
                    <a:pt x="180901" y="237583"/>
                  </a:cubicBezTo>
                  <a:cubicBezTo>
                    <a:pt x="179214" y="237579"/>
                    <a:pt x="177527" y="237583"/>
                    <a:pt x="175840" y="237588"/>
                  </a:cubicBezTo>
                  <a:cubicBezTo>
                    <a:pt x="174768" y="237587"/>
                    <a:pt x="173697" y="237586"/>
                    <a:pt x="172626" y="237585"/>
                  </a:cubicBezTo>
                  <a:cubicBezTo>
                    <a:pt x="171650" y="237584"/>
                    <a:pt x="170673" y="237583"/>
                    <a:pt x="169667" y="237582"/>
                  </a:cubicBezTo>
                  <a:cubicBezTo>
                    <a:pt x="167252" y="237486"/>
                    <a:pt x="167252" y="237486"/>
                    <a:pt x="165019" y="236742"/>
                  </a:cubicBezTo>
                  <a:cubicBezTo>
                    <a:pt x="164787" y="234405"/>
                    <a:pt x="164710" y="232213"/>
                    <a:pt x="164722" y="229872"/>
                  </a:cubicBezTo>
                  <a:cubicBezTo>
                    <a:pt x="164715" y="228777"/>
                    <a:pt x="164715" y="228777"/>
                    <a:pt x="164707" y="227660"/>
                  </a:cubicBezTo>
                  <a:cubicBezTo>
                    <a:pt x="164693" y="225195"/>
                    <a:pt x="164695" y="222729"/>
                    <a:pt x="164697" y="220263"/>
                  </a:cubicBezTo>
                  <a:cubicBezTo>
                    <a:pt x="164691" y="218503"/>
                    <a:pt x="164683" y="216744"/>
                    <a:pt x="164674" y="214984"/>
                  </a:cubicBezTo>
                  <a:cubicBezTo>
                    <a:pt x="164656" y="210689"/>
                    <a:pt x="164648" y="206394"/>
                    <a:pt x="164644" y="202099"/>
                  </a:cubicBezTo>
                  <a:cubicBezTo>
                    <a:pt x="164639" y="197103"/>
                    <a:pt x="164622" y="192108"/>
                    <a:pt x="164603" y="187112"/>
                  </a:cubicBezTo>
                  <a:cubicBezTo>
                    <a:pt x="164571" y="178202"/>
                    <a:pt x="164549" y="169292"/>
                    <a:pt x="164533" y="160382"/>
                  </a:cubicBezTo>
                  <a:cubicBezTo>
                    <a:pt x="164517" y="151725"/>
                    <a:pt x="164497" y="143068"/>
                    <a:pt x="164470" y="134411"/>
                  </a:cubicBezTo>
                  <a:cubicBezTo>
                    <a:pt x="164469" y="133878"/>
                    <a:pt x="164467" y="133344"/>
                    <a:pt x="164465" y="132795"/>
                  </a:cubicBezTo>
                  <a:cubicBezTo>
                    <a:pt x="164457" y="130120"/>
                    <a:pt x="164449" y="127445"/>
                    <a:pt x="164440" y="124769"/>
                  </a:cubicBezTo>
                  <a:cubicBezTo>
                    <a:pt x="164371" y="102562"/>
                    <a:pt x="164318" y="80355"/>
                    <a:pt x="164275" y="58148"/>
                  </a:cubicBezTo>
                  <a:cubicBezTo>
                    <a:pt x="162942" y="60645"/>
                    <a:pt x="162524" y="62566"/>
                    <a:pt x="162322" y="65404"/>
                  </a:cubicBezTo>
                  <a:cubicBezTo>
                    <a:pt x="162238" y="66503"/>
                    <a:pt x="162238" y="66503"/>
                    <a:pt x="162153" y="67624"/>
                  </a:cubicBezTo>
                  <a:cubicBezTo>
                    <a:pt x="162098" y="68459"/>
                    <a:pt x="162098" y="68459"/>
                    <a:pt x="162043" y="69310"/>
                  </a:cubicBezTo>
                  <a:cubicBezTo>
                    <a:pt x="161306" y="69310"/>
                    <a:pt x="160569" y="69310"/>
                    <a:pt x="159810" y="69310"/>
                  </a:cubicBezTo>
                  <a:cubicBezTo>
                    <a:pt x="159565" y="72748"/>
                    <a:pt x="159319" y="76186"/>
                    <a:pt x="159066" y="79728"/>
                  </a:cubicBezTo>
                  <a:cubicBezTo>
                    <a:pt x="158329" y="79728"/>
                    <a:pt x="157593" y="79728"/>
                    <a:pt x="156834" y="79728"/>
                  </a:cubicBezTo>
                  <a:cubicBezTo>
                    <a:pt x="156834" y="83166"/>
                    <a:pt x="156834" y="86604"/>
                    <a:pt x="156834" y="90146"/>
                  </a:cubicBezTo>
                  <a:cubicBezTo>
                    <a:pt x="156097" y="89901"/>
                    <a:pt x="155360" y="89655"/>
                    <a:pt x="154601" y="89402"/>
                  </a:cubicBezTo>
                  <a:cubicBezTo>
                    <a:pt x="154356" y="92840"/>
                    <a:pt x="154110" y="96278"/>
                    <a:pt x="153857" y="99820"/>
                  </a:cubicBezTo>
                  <a:cubicBezTo>
                    <a:pt x="153120" y="99820"/>
                    <a:pt x="152384" y="99820"/>
                    <a:pt x="151625" y="99820"/>
                  </a:cubicBezTo>
                  <a:cubicBezTo>
                    <a:pt x="151570" y="100935"/>
                    <a:pt x="151570" y="100935"/>
                    <a:pt x="151514" y="102073"/>
                  </a:cubicBezTo>
                  <a:cubicBezTo>
                    <a:pt x="151458" y="103033"/>
                    <a:pt x="151403" y="103993"/>
                    <a:pt x="151346" y="104983"/>
                  </a:cubicBezTo>
                  <a:cubicBezTo>
                    <a:pt x="151294" y="105941"/>
                    <a:pt x="151242" y="106899"/>
                    <a:pt x="151189" y="107886"/>
                  </a:cubicBezTo>
                  <a:cubicBezTo>
                    <a:pt x="151087" y="108662"/>
                    <a:pt x="150985" y="109438"/>
                    <a:pt x="150880" y="110238"/>
                  </a:cubicBezTo>
                  <a:cubicBezTo>
                    <a:pt x="150389" y="110484"/>
                    <a:pt x="149898" y="110729"/>
                    <a:pt x="149392" y="110982"/>
                  </a:cubicBezTo>
                  <a:cubicBezTo>
                    <a:pt x="149127" y="113293"/>
                    <a:pt x="149061" y="115588"/>
                    <a:pt x="148976" y="117912"/>
                  </a:cubicBezTo>
                  <a:cubicBezTo>
                    <a:pt x="148814" y="118902"/>
                    <a:pt x="148814" y="118902"/>
                    <a:pt x="148648" y="119912"/>
                  </a:cubicBezTo>
                  <a:cubicBezTo>
                    <a:pt x="147911" y="120157"/>
                    <a:pt x="147175" y="120403"/>
                    <a:pt x="146416" y="120656"/>
                  </a:cubicBezTo>
                  <a:cubicBezTo>
                    <a:pt x="146061" y="122700"/>
                    <a:pt x="146061" y="122700"/>
                    <a:pt x="146043" y="125074"/>
                  </a:cubicBezTo>
                  <a:cubicBezTo>
                    <a:pt x="145974" y="127513"/>
                    <a:pt x="145974" y="127513"/>
                    <a:pt x="145671" y="129586"/>
                  </a:cubicBezTo>
                  <a:cubicBezTo>
                    <a:pt x="144935" y="130077"/>
                    <a:pt x="144198" y="130568"/>
                    <a:pt x="143439" y="131074"/>
                  </a:cubicBezTo>
                  <a:cubicBezTo>
                    <a:pt x="143004" y="133221"/>
                    <a:pt x="143004" y="133221"/>
                    <a:pt x="142927" y="135632"/>
                  </a:cubicBezTo>
                  <a:cubicBezTo>
                    <a:pt x="142854" y="136855"/>
                    <a:pt x="142854" y="136855"/>
                    <a:pt x="142779" y="138103"/>
                  </a:cubicBezTo>
                  <a:cubicBezTo>
                    <a:pt x="142751" y="138730"/>
                    <a:pt x="142724" y="139357"/>
                    <a:pt x="142695" y="140004"/>
                  </a:cubicBezTo>
                  <a:cubicBezTo>
                    <a:pt x="141958" y="140004"/>
                    <a:pt x="141221" y="140004"/>
                    <a:pt x="140462" y="140004"/>
                  </a:cubicBezTo>
                  <a:cubicBezTo>
                    <a:pt x="140488" y="140693"/>
                    <a:pt x="140514" y="141383"/>
                    <a:pt x="140541" y="142094"/>
                  </a:cubicBezTo>
                  <a:cubicBezTo>
                    <a:pt x="140561" y="142985"/>
                    <a:pt x="140581" y="143876"/>
                    <a:pt x="140602" y="144794"/>
                  </a:cubicBezTo>
                  <a:cubicBezTo>
                    <a:pt x="140628" y="145683"/>
                    <a:pt x="140654" y="146572"/>
                    <a:pt x="140680" y="147489"/>
                  </a:cubicBezTo>
                  <a:cubicBezTo>
                    <a:pt x="140609" y="148211"/>
                    <a:pt x="140537" y="148933"/>
                    <a:pt x="140462" y="149677"/>
                  </a:cubicBezTo>
                  <a:cubicBezTo>
                    <a:pt x="139726" y="149923"/>
                    <a:pt x="138989" y="150169"/>
                    <a:pt x="138230" y="150422"/>
                  </a:cubicBezTo>
                  <a:cubicBezTo>
                    <a:pt x="137790" y="152684"/>
                    <a:pt x="137790" y="152684"/>
                    <a:pt x="137718" y="155305"/>
                  </a:cubicBezTo>
                  <a:cubicBezTo>
                    <a:pt x="137645" y="156642"/>
                    <a:pt x="137645" y="156642"/>
                    <a:pt x="137570" y="158005"/>
                  </a:cubicBezTo>
                  <a:cubicBezTo>
                    <a:pt x="137528" y="159040"/>
                    <a:pt x="137528" y="159040"/>
                    <a:pt x="137486" y="160095"/>
                  </a:cubicBezTo>
                  <a:cubicBezTo>
                    <a:pt x="136995" y="160095"/>
                    <a:pt x="136504" y="160095"/>
                    <a:pt x="135998" y="160095"/>
                  </a:cubicBezTo>
                  <a:cubicBezTo>
                    <a:pt x="134776" y="162539"/>
                    <a:pt x="134997" y="165257"/>
                    <a:pt x="134864" y="167958"/>
                  </a:cubicBezTo>
                  <a:cubicBezTo>
                    <a:pt x="134747" y="168556"/>
                    <a:pt x="134630" y="169154"/>
                    <a:pt x="134509" y="169769"/>
                  </a:cubicBezTo>
                  <a:cubicBezTo>
                    <a:pt x="133773" y="170015"/>
                    <a:pt x="133036" y="170260"/>
                    <a:pt x="132277" y="170513"/>
                  </a:cubicBezTo>
                  <a:cubicBezTo>
                    <a:pt x="132004" y="172954"/>
                    <a:pt x="132004" y="172954"/>
                    <a:pt x="132137" y="175769"/>
                  </a:cubicBezTo>
                  <a:cubicBezTo>
                    <a:pt x="132158" y="176729"/>
                    <a:pt x="132178" y="177689"/>
                    <a:pt x="132198" y="178679"/>
                  </a:cubicBezTo>
                  <a:cubicBezTo>
                    <a:pt x="132224" y="179422"/>
                    <a:pt x="132250" y="180165"/>
                    <a:pt x="132277" y="180931"/>
                  </a:cubicBezTo>
                  <a:cubicBezTo>
                    <a:pt x="131540" y="180686"/>
                    <a:pt x="130803" y="180440"/>
                    <a:pt x="130044" y="180187"/>
                  </a:cubicBezTo>
                  <a:cubicBezTo>
                    <a:pt x="129799" y="183380"/>
                    <a:pt x="129553" y="186572"/>
                    <a:pt x="129300" y="189861"/>
                  </a:cubicBezTo>
                  <a:cubicBezTo>
                    <a:pt x="128564" y="189861"/>
                    <a:pt x="127827" y="189861"/>
                    <a:pt x="127068" y="189861"/>
                  </a:cubicBezTo>
                  <a:cubicBezTo>
                    <a:pt x="126822" y="193053"/>
                    <a:pt x="126577" y="196246"/>
                    <a:pt x="126324" y="199535"/>
                  </a:cubicBezTo>
                  <a:cubicBezTo>
                    <a:pt x="125833" y="199535"/>
                    <a:pt x="125341" y="199535"/>
                    <a:pt x="124835" y="199535"/>
                  </a:cubicBezTo>
                  <a:cubicBezTo>
                    <a:pt x="124808" y="200225"/>
                    <a:pt x="124780" y="200914"/>
                    <a:pt x="124751" y="201625"/>
                  </a:cubicBezTo>
                  <a:cubicBezTo>
                    <a:pt x="124678" y="202962"/>
                    <a:pt x="124678" y="202962"/>
                    <a:pt x="124603" y="204325"/>
                  </a:cubicBezTo>
                  <a:cubicBezTo>
                    <a:pt x="124560" y="205214"/>
                    <a:pt x="124517" y="206104"/>
                    <a:pt x="124472" y="207020"/>
                  </a:cubicBezTo>
                  <a:cubicBezTo>
                    <a:pt x="124346" y="207742"/>
                    <a:pt x="124221" y="208464"/>
                    <a:pt x="124091" y="209209"/>
                  </a:cubicBezTo>
                  <a:cubicBezTo>
                    <a:pt x="123355" y="209454"/>
                    <a:pt x="122618" y="209700"/>
                    <a:pt x="121859" y="209953"/>
                  </a:cubicBezTo>
                  <a:cubicBezTo>
                    <a:pt x="121419" y="212215"/>
                    <a:pt x="121419" y="212215"/>
                    <a:pt x="121347" y="214836"/>
                  </a:cubicBezTo>
                  <a:cubicBezTo>
                    <a:pt x="121274" y="216173"/>
                    <a:pt x="121274" y="216173"/>
                    <a:pt x="121199" y="217537"/>
                  </a:cubicBezTo>
                  <a:cubicBezTo>
                    <a:pt x="121171" y="218226"/>
                    <a:pt x="121143" y="218916"/>
                    <a:pt x="121115" y="219627"/>
                  </a:cubicBezTo>
                  <a:cubicBezTo>
                    <a:pt x="120378" y="219627"/>
                    <a:pt x="119641" y="219627"/>
                    <a:pt x="118882" y="219627"/>
                  </a:cubicBezTo>
                  <a:cubicBezTo>
                    <a:pt x="118828" y="220661"/>
                    <a:pt x="118828" y="220661"/>
                    <a:pt x="118772" y="221717"/>
                  </a:cubicBezTo>
                  <a:cubicBezTo>
                    <a:pt x="118716" y="222608"/>
                    <a:pt x="118661" y="223499"/>
                    <a:pt x="118603" y="224417"/>
                  </a:cubicBezTo>
                  <a:cubicBezTo>
                    <a:pt x="118552" y="225306"/>
                    <a:pt x="118500" y="226196"/>
                    <a:pt x="118446" y="227112"/>
                  </a:cubicBezTo>
                  <a:cubicBezTo>
                    <a:pt x="118345" y="227834"/>
                    <a:pt x="118243" y="228556"/>
                    <a:pt x="118138" y="229300"/>
                  </a:cubicBezTo>
                  <a:cubicBezTo>
                    <a:pt x="117647" y="229546"/>
                    <a:pt x="117156" y="229792"/>
                    <a:pt x="116650" y="230045"/>
                  </a:cubicBezTo>
                  <a:cubicBezTo>
                    <a:pt x="116387" y="231775"/>
                    <a:pt x="116320" y="233483"/>
                    <a:pt x="116234" y="235230"/>
                  </a:cubicBezTo>
                  <a:cubicBezTo>
                    <a:pt x="116126" y="235729"/>
                    <a:pt x="116017" y="236228"/>
                    <a:pt x="115906" y="236742"/>
                  </a:cubicBezTo>
                  <a:cubicBezTo>
                    <a:pt x="113247" y="237628"/>
                    <a:pt x="111104" y="237582"/>
                    <a:pt x="108299" y="237585"/>
                  </a:cubicBezTo>
                  <a:cubicBezTo>
                    <a:pt x="107516" y="237586"/>
                    <a:pt x="107516" y="237586"/>
                    <a:pt x="106717" y="237587"/>
                  </a:cubicBezTo>
                  <a:cubicBezTo>
                    <a:pt x="105616" y="237588"/>
                    <a:pt x="104514" y="237586"/>
                    <a:pt x="103413" y="237583"/>
                  </a:cubicBezTo>
                  <a:cubicBezTo>
                    <a:pt x="101724" y="237579"/>
                    <a:pt x="100036" y="237583"/>
                    <a:pt x="98347" y="237588"/>
                  </a:cubicBezTo>
                  <a:cubicBezTo>
                    <a:pt x="97277" y="237587"/>
                    <a:pt x="96207" y="237586"/>
                    <a:pt x="95137" y="237585"/>
                  </a:cubicBezTo>
                  <a:cubicBezTo>
                    <a:pt x="94161" y="237584"/>
                    <a:pt x="93185" y="237583"/>
                    <a:pt x="92180" y="237582"/>
                  </a:cubicBezTo>
                  <a:cubicBezTo>
                    <a:pt x="89861" y="237486"/>
                    <a:pt x="89861" y="237486"/>
                    <a:pt x="88373" y="236742"/>
                  </a:cubicBezTo>
                  <a:cubicBezTo>
                    <a:pt x="88265" y="235882"/>
                    <a:pt x="88158" y="235023"/>
                    <a:pt x="88047" y="234137"/>
                  </a:cubicBezTo>
                  <a:cubicBezTo>
                    <a:pt x="87909" y="233278"/>
                    <a:pt x="87771" y="232418"/>
                    <a:pt x="87628" y="231533"/>
                  </a:cubicBezTo>
                  <a:cubicBezTo>
                    <a:pt x="86892" y="231287"/>
                    <a:pt x="86155" y="231042"/>
                    <a:pt x="85396" y="230789"/>
                  </a:cubicBezTo>
                  <a:cubicBezTo>
                    <a:pt x="85068" y="228626"/>
                    <a:pt x="85068" y="228626"/>
                    <a:pt x="84977" y="225952"/>
                  </a:cubicBezTo>
                  <a:cubicBezTo>
                    <a:pt x="84920" y="224337"/>
                    <a:pt x="84823" y="222722"/>
                    <a:pt x="84652" y="221115"/>
                  </a:cubicBezTo>
                  <a:cubicBezTo>
                    <a:pt x="84161" y="220869"/>
                    <a:pt x="83670" y="220624"/>
                    <a:pt x="83164" y="220371"/>
                  </a:cubicBezTo>
                  <a:cubicBezTo>
                    <a:pt x="82855" y="218345"/>
                    <a:pt x="82855" y="218345"/>
                    <a:pt x="82699" y="215859"/>
                  </a:cubicBezTo>
                  <a:cubicBezTo>
                    <a:pt x="82615" y="214626"/>
                    <a:pt x="82615" y="214626"/>
                    <a:pt x="82530" y="213368"/>
                  </a:cubicBezTo>
                  <a:cubicBezTo>
                    <a:pt x="82493" y="212732"/>
                    <a:pt x="82457" y="212096"/>
                    <a:pt x="82419" y="211441"/>
                  </a:cubicBezTo>
                  <a:cubicBezTo>
                    <a:pt x="81683" y="211441"/>
                    <a:pt x="80946" y="211441"/>
                    <a:pt x="80187" y="211441"/>
                  </a:cubicBezTo>
                  <a:cubicBezTo>
                    <a:pt x="80159" y="210751"/>
                    <a:pt x="80131" y="210062"/>
                    <a:pt x="80103" y="209351"/>
                  </a:cubicBezTo>
                  <a:cubicBezTo>
                    <a:pt x="80054" y="208460"/>
                    <a:pt x="80005" y="207569"/>
                    <a:pt x="79955" y="206651"/>
                  </a:cubicBezTo>
                  <a:cubicBezTo>
                    <a:pt x="79911" y="205762"/>
                    <a:pt x="79868" y="204872"/>
                    <a:pt x="79824" y="203956"/>
                  </a:cubicBezTo>
                  <a:cubicBezTo>
                    <a:pt x="79698" y="203234"/>
                    <a:pt x="79572" y="202511"/>
                    <a:pt x="79443" y="201767"/>
                  </a:cubicBezTo>
                  <a:cubicBezTo>
                    <a:pt x="78706" y="201522"/>
                    <a:pt x="77970" y="201276"/>
                    <a:pt x="77210" y="201023"/>
                  </a:cubicBezTo>
                  <a:cubicBezTo>
                    <a:pt x="76882" y="198860"/>
                    <a:pt x="76882" y="198860"/>
                    <a:pt x="76792" y="196186"/>
                  </a:cubicBezTo>
                  <a:cubicBezTo>
                    <a:pt x="76734" y="194571"/>
                    <a:pt x="76637" y="192956"/>
                    <a:pt x="76466" y="191349"/>
                  </a:cubicBezTo>
                  <a:cubicBezTo>
                    <a:pt x="75975" y="191104"/>
                    <a:pt x="75484" y="190858"/>
                    <a:pt x="74978" y="190605"/>
                  </a:cubicBezTo>
                  <a:cubicBezTo>
                    <a:pt x="74712" y="188319"/>
                    <a:pt x="74647" y="186048"/>
                    <a:pt x="74562" y="183748"/>
                  </a:cubicBezTo>
                  <a:cubicBezTo>
                    <a:pt x="74454" y="183064"/>
                    <a:pt x="74346" y="182380"/>
                    <a:pt x="74234" y="181675"/>
                  </a:cubicBezTo>
                  <a:cubicBezTo>
                    <a:pt x="73129" y="180939"/>
                    <a:pt x="73129" y="180939"/>
                    <a:pt x="72002" y="180187"/>
                  </a:cubicBezTo>
                  <a:cubicBezTo>
                    <a:pt x="71621" y="177763"/>
                    <a:pt x="71621" y="177763"/>
                    <a:pt x="71490" y="174885"/>
                  </a:cubicBezTo>
                  <a:cubicBezTo>
                    <a:pt x="71441" y="173932"/>
                    <a:pt x="71392" y="172978"/>
                    <a:pt x="71342" y="171996"/>
                  </a:cubicBezTo>
                  <a:cubicBezTo>
                    <a:pt x="71300" y="170894"/>
                    <a:pt x="71300" y="170894"/>
                    <a:pt x="71257" y="169769"/>
                  </a:cubicBezTo>
                  <a:cubicBezTo>
                    <a:pt x="70521" y="169769"/>
                    <a:pt x="69784" y="169769"/>
                    <a:pt x="69025" y="169769"/>
                  </a:cubicBezTo>
                  <a:cubicBezTo>
                    <a:pt x="68988" y="169133"/>
                    <a:pt x="68952" y="168497"/>
                    <a:pt x="68914" y="167842"/>
                  </a:cubicBezTo>
                  <a:cubicBezTo>
                    <a:pt x="68831" y="166609"/>
                    <a:pt x="68831" y="166609"/>
                    <a:pt x="68746" y="165351"/>
                  </a:cubicBezTo>
                  <a:cubicBezTo>
                    <a:pt x="68668" y="164121"/>
                    <a:pt x="68668" y="164121"/>
                    <a:pt x="68589" y="162866"/>
                  </a:cubicBezTo>
                  <a:cubicBezTo>
                    <a:pt x="68487" y="162197"/>
                    <a:pt x="68386" y="161528"/>
                    <a:pt x="68281" y="160840"/>
                  </a:cubicBezTo>
                  <a:cubicBezTo>
                    <a:pt x="67790" y="160594"/>
                    <a:pt x="67299" y="160348"/>
                    <a:pt x="66793" y="160095"/>
                  </a:cubicBezTo>
                  <a:cubicBezTo>
                    <a:pt x="66527" y="157785"/>
                    <a:pt x="66462" y="155490"/>
                    <a:pt x="66377" y="153166"/>
                  </a:cubicBezTo>
                  <a:cubicBezTo>
                    <a:pt x="66268" y="152506"/>
                    <a:pt x="66160" y="151846"/>
                    <a:pt x="66048" y="151166"/>
                  </a:cubicBezTo>
                  <a:cubicBezTo>
                    <a:pt x="65312" y="150920"/>
                    <a:pt x="64575" y="150675"/>
                    <a:pt x="63816" y="150422"/>
                  </a:cubicBezTo>
                  <a:cubicBezTo>
                    <a:pt x="63465" y="147911"/>
                    <a:pt x="63440" y="145444"/>
                    <a:pt x="63374" y="142910"/>
                  </a:cubicBezTo>
                  <a:cubicBezTo>
                    <a:pt x="63274" y="142197"/>
                    <a:pt x="63175" y="141483"/>
                    <a:pt x="63072" y="140748"/>
                  </a:cubicBezTo>
                  <a:cubicBezTo>
                    <a:pt x="62335" y="140502"/>
                    <a:pt x="61598" y="140257"/>
                    <a:pt x="60839" y="140004"/>
                  </a:cubicBezTo>
                  <a:cubicBezTo>
                    <a:pt x="60511" y="137841"/>
                    <a:pt x="60511" y="137841"/>
                    <a:pt x="60421" y="135167"/>
                  </a:cubicBezTo>
                  <a:cubicBezTo>
                    <a:pt x="60363" y="133552"/>
                    <a:pt x="60266" y="131937"/>
                    <a:pt x="60095" y="130330"/>
                  </a:cubicBezTo>
                  <a:cubicBezTo>
                    <a:pt x="59604" y="130084"/>
                    <a:pt x="59113" y="129839"/>
                    <a:pt x="58607" y="129586"/>
                  </a:cubicBezTo>
                  <a:cubicBezTo>
                    <a:pt x="58342" y="127275"/>
                    <a:pt x="58276" y="124980"/>
                    <a:pt x="58191" y="122656"/>
                  </a:cubicBezTo>
                  <a:cubicBezTo>
                    <a:pt x="58083" y="121996"/>
                    <a:pt x="57975" y="121336"/>
                    <a:pt x="57863" y="120656"/>
                  </a:cubicBezTo>
                  <a:cubicBezTo>
                    <a:pt x="57126" y="120410"/>
                    <a:pt x="56389" y="120165"/>
                    <a:pt x="55630" y="119912"/>
                  </a:cubicBezTo>
                  <a:cubicBezTo>
                    <a:pt x="55280" y="117594"/>
                    <a:pt x="55255" y="115324"/>
                    <a:pt x="55189" y="112982"/>
                  </a:cubicBezTo>
                  <a:cubicBezTo>
                    <a:pt x="55039" y="111992"/>
                    <a:pt x="55039" y="111992"/>
                    <a:pt x="54886" y="110982"/>
                  </a:cubicBezTo>
                  <a:cubicBezTo>
                    <a:pt x="54150" y="110737"/>
                    <a:pt x="53413" y="110491"/>
                    <a:pt x="52654" y="110238"/>
                  </a:cubicBezTo>
                  <a:cubicBezTo>
                    <a:pt x="52325" y="108075"/>
                    <a:pt x="52325" y="108075"/>
                    <a:pt x="52235" y="105401"/>
                  </a:cubicBezTo>
                  <a:cubicBezTo>
                    <a:pt x="52177" y="103786"/>
                    <a:pt x="52080" y="102171"/>
                    <a:pt x="51910" y="100564"/>
                  </a:cubicBezTo>
                  <a:cubicBezTo>
                    <a:pt x="51419" y="100319"/>
                    <a:pt x="50927" y="100073"/>
                    <a:pt x="50421" y="99820"/>
                  </a:cubicBezTo>
                  <a:cubicBezTo>
                    <a:pt x="49939" y="97327"/>
                    <a:pt x="49659" y="94830"/>
                    <a:pt x="49352" y="92309"/>
                  </a:cubicBezTo>
                  <a:cubicBezTo>
                    <a:pt x="49214" y="91595"/>
                    <a:pt x="49075" y="90882"/>
                    <a:pt x="48933" y="90146"/>
                  </a:cubicBezTo>
                  <a:cubicBezTo>
                    <a:pt x="48196" y="89778"/>
                    <a:pt x="48196" y="89778"/>
                    <a:pt x="47445" y="89402"/>
                  </a:cubicBezTo>
                  <a:cubicBezTo>
                    <a:pt x="47180" y="87091"/>
                    <a:pt x="47114" y="84796"/>
                    <a:pt x="47029" y="82472"/>
                  </a:cubicBezTo>
                  <a:cubicBezTo>
                    <a:pt x="46921" y="81812"/>
                    <a:pt x="46812" y="81152"/>
                    <a:pt x="46701" y="80472"/>
                  </a:cubicBezTo>
                  <a:cubicBezTo>
                    <a:pt x="45964" y="80227"/>
                    <a:pt x="45227" y="79981"/>
                    <a:pt x="44468" y="79728"/>
                  </a:cubicBezTo>
                  <a:cubicBezTo>
                    <a:pt x="44250" y="77377"/>
                    <a:pt x="44250" y="77377"/>
                    <a:pt x="44329" y="74473"/>
                  </a:cubicBezTo>
                  <a:cubicBezTo>
                    <a:pt x="44359" y="73032"/>
                    <a:pt x="44359" y="73032"/>
                    <a:pt x="44390" y="71563"/>
                  </a:cubicBezTo>
                  <a:cubicBezTo>
                    <a:pt x="44416" y="70820"/>
                    <a:pt x="44442" y="70076"/>
                    <a:pt x="44468" y="69310"/>
                  </a:cubicBezTo>
                  <a:cubicBezTo>
                    <a:pt x="43732" y="69310"/>
                    <a:pt x="42995" y="69310"/>
                    <a:pt x="42236" y="69310"/>
                  </a:cubicBezTo>
                  <a:cubicBezTo>
                    <a:pt x="42199" y="68754"/>
                    <a:pt x="42163" y="68198"/>
                    <a:pt x="42125" y="67624"/>
                  </a:cubicBezTo>
                  <a:cubicBezTo>
                    <a:pt x="42070" y="66891"/>
                    <a:pt x="42014" y="66159"/>
                    <a:pt x="41957" y="65404"/>
                  </a:cubicBezTo>
                  <a:cubicBezTo>
                    <a:pt x="41879" y="64316"/>
                    <a:pt x="41879" y="64316"/>
                    <a:pt x="41800" y="63206"/>
                  </a:cubicBezTo>
                  <a:cubicBezTo>
                    <a:pt x="41500" y="61180"/>
                    <a:pt x="40955" y="59931"/>
                    <a:pt x="40003" y="58148"/>
                  </a:cubicBezTo>
                  <a:cubicBezTo>
                    <a:pt x="40002" y="59068"/>
                    <a:pt x="40000" y="59988"/>
                    <a:pt x="39998" y="60935"/>
                  </a:cubicBezTo>
                  <a:cubicBezTo>
                    <a:pt x="39955" y="82745"/>
                    <a:pt x="39901" y="104555"/>
                    <a:pt x="39833" y="126366"/>
                  </a:cubicBezTo>
                  <a:cubicBezTo>
                    <a:pt x="39825" y="129047"/>
                    <a:pt x="39816" y="131729"/>
                    <a:pt x="39808" y="134411"/>
                  </a:cubicBezTo>
                  <a:cubicBezTo>
                    <a:pt x="39807" y="134945"/>
                    <a:pt x="39805" y="135479"/>
                    <a:pt x="39803" y="136029"/>
                  </a:cubicBezTo>
                  <a:cubicBezTo>
                    <a:pt x="39777" y="144685"/>
                    <a:pt x="39758" y="153341"/>
                    <a:pt x="39743" y="161998"/>
                  </a:cubicBezTo>
                  <a:cubicBezTo>
                    <a:pt x="39727" y="170873"/>
                    <a:pt x="39702" y="179749"/>
                    <a:pt x="39670" y="188624"/>
                  </a:cubicBezTo>
                  <a:cubicBezTo>
                    <a:pt x="39652" y="193612"/>
                    <a:pt x="39638" y="198600"/>
                    <a:pt x="39633" y="203588"/>
                  </a:cubicBezTo>
                  <a:cubicBezTo>
                    <a:pt x="39629" y="208277"/>
                    <a:pt x="39614" y="212966"/>
                    <a:pt x="39591" y="217655"/>
                  </a:cubicBezTo>
                  <a:cubicBezTo>
                    <a:pt x="39584" y="219382"/>
                    <a:pt x="39582" y="221108"/>
                    <a:pt x="39583" y="222834"/>
                  </a:cubicBezTo>
                  <a:cubicBezTo>
                    <a:pt x="39584" y="225181"/>
                    <a:pt x="39572" y="227526"/>
                    <a:pt x="39556" y="229872"/>
                  </a:cubicBezTo>
                  <a:cubicBezTo>
                    <a:pt x="39560" y="230565"/>
                    <a:pt x="39563" y="231258"/>
                    <a:pt x="39567" y="231971"/>
                  </a:cubicBezTo>
                  <a:cubicBezTo>
                    <a:pt x="39546" y="233861"/>
                    <a:pt x="39546" y="233861"/>
                    <a:pt x="39259" y="236742"/>
                  </a:cubicBezTo>
                  <a:cubicBezTo>
                    <a:pt x="36601" y="237628"/>
                    <a:pt x="34458" y="237582"/>
                    <a:pt x="31652" y="237585"/>
                  </a:cubicBezTo>
                  <a:cubicBezTo>
                    <a:pt x="30869" y="237586"/>
                    <a:pt x="30869" y="237586"/>
                    <a:pt x="30071" y="237587"/>
                  </a:cubicBezTo>
                  <a:cubicBezTo>
                    <a:pt x="28969" y="237588"/>
                    <a:pt x="27868" y="237586"/>
                    <a:pt x="26766" y="237583"/>
                  </a:cubicBezTo>
                  <a:cubicBezTo>
                    <a:pt x="25078" y="237579"/>
                    <a:pt x="23389" y="237583"/>
                    <a:pt x="21701" y="237588"/>
                  </a:cubicBezTo>
                  <a:cubicBezTo>
                    <a:pt x="20631" y="237587"/>
                    <a:pt x="19560" y="237586"/>
                    <a:pt x="18490" y="237585"/>
                  </a:cubicBezTo>
                  <a:cubicBezTo>
                    <a:pt x="17515" y="237584"/>
                    <a:pt x="16539" y="237583"/>
                    <a:pt x="15534" y="237582"/>
                  </a:cubicBezTo>
                  <a:cubicBezTo>
                    <a:pt x="13214" y="237486"/>
                    <a:pt x="13214" y="237486"/>
                    <a:pt x="11726" y="236742"/>
                  </a:cubicBezTo>
                  <a:cubicBezTo>
                    <a:pt x="11541" y="235142"/>
                    <a:pt x="11541" y="235142"/>
                    <a:pt x="11543" y="232978"/>
                  </a:cubicBezTo>
                  <a:cubicBezTo>
                    <a:pt x="11540" y="232157"/>
                    <a:pt x="11537" y="231337"/>
                    <a:pt x="11534" y="230491"/>
                  </a:cubicBezTo>
                  <a:cubicBezTo>
                    <a:pt x="11538" y="229578"/>
                    <a:pt x="11543" y="228666"/>
                    <a:pt x="11547" y="227725"/>
                  </a:cubicBezTo>
                  <a:cubicBezTo>
                    <a:pt x="11546" y="226764"/>
                    <a:pt x="11545" y="225804"/>
                    <a:pt x="11543" y="224814"/>
                  </a:cubicBezTo>
                  <a:cubicBezTo>
                    <a:pt x="11540" y="222134"/>
                    <a:pt x="11546" y="219455"/>
                    <a:pt x="11553" y="216775"/>
                  </a:cubicBezTo>
                  <a:cubicBezTo>
                    <a:pt x="11560" y="213891"/>
                    <a:pt x="11558" y="211006"/>
                    <a:pt x="11556" y="208121"/>
                  </a:cubicBezTo>
                  <a:cubicBezTo>
                    <a:pt x="11556" y="203119"/>
                    <a:pt x="11560" y="198117"/>
                    <a:pt x="11569" y="193115"/>
                  </a:cubicBezTo>
                  <a:cubicBezTo>
                    <a:pt x="11581" y="185882"/>
                    <a:pt x="11585" y="178650"/>
                    <a:pt x="11587" y="171418"/>
                  </a:cubicBezTo>
                  <a:cubicBezTo>
                    <a:pt x="11590" y="159685"/>
                    <a:pt x="11600" y="147952"/>
                    <a:pt x="11614" y="136220"/>
                  </a:cubicBezTo>
                  <a:cubicBezTo>
                    <a:pt x="11627" y="124819"/>
                    <a:pt x="11638" y="113419"/>
                    <a:pt x="11644" y="102019"/>
                  </a:cubicBezTo>
                  <a:cubicBezTo>
                    <a:pt x="11645" y="100966"/>
                    <a:pt x="11645" y="100966"/>
                    <a:pt x="11646" y="99891"/>
                  </a:cubicBezTo>
                  <a:cubicBezTo>
                    <a:pt x="11647" y="96368"/>
                    <a:pt x="11649" y="92846"/>
                    <a:pt x="11651" y="89323"/>
                  </a:cubicBezTo>
                  <a:cubicBezTo>
                    <a:pt x="11667" y="60080"/>
                    <a:pt x="11693" y="30837"/>
                    <a:pt x="11726" y="1593"/>
                  </a:cubicBezTo>
                  <a:close/>
                </a:path>
              </a:pathLst>
            </a:custGeom>
            <a:grpFill/>
            <a:ln w="744" cap="flat">
              <a:noFill/>
              <a:prstDash val="solid"/>
              <a:miter/>
            </a:ln>
          </p:spPr>
          <p:txBody>
            <a:bodyPr rtlCol="0" anchor="ctr"/>
            <a:lstStyle/>
            <a:p>
              <a:endParaRPr lang="zh-CN" altLang="en-US"/>
            </a:p>
          </p:txBody>
        </p:sp>
        <p:sp>
          <p:nvSpPr>
            <p:cNvPr id="176" name="任意多边形: 形状 175"/>
            <p:cNvSpPr/>
            <p:nvPr/>
          </p:nvSpPr>
          <p:spPr>
            <a:xfrm>
              <a:off x="10889058" y="613842"/>
              <a:ext cx="189073" cy="276830"/>
            </a:xfrm>
            <a:custGeom>
              <a:avLst/>
              <a:gdLst>
                <a:gd name="connsiteX0" fmla="*/ 136475 w 189076"/>
                <a:gd name="connsiteY0" fmla="*/ 457 h 276820"/>
                <a:gd name="connsiteX1" fmla="*/ 143172 w 189076"/>
                <a:gd name="connsiteY1" fmla="*/ 457 h 276820"/>
                <a:gd name="connsiteX2" fmla="*/ 143172 w 189076"/>
                <a:gd name="connsiteY2" fmla="*/ 3434 h 276820"/>
                <a:gd name="connsiteX3" fmla="*/ 144911 w 189076"/>
                <a:gd name="connsiteY3" fmla="*/ 3407 h 276820"/>
                <a:gd name="connsiteX4" fmla="*/ 147172 w 189076"/>
                <a:gd name="connsiteY4" fmla="*/ 3387 h 276820"/>
                <a:gd name="connsiteX5" fmla="*/ 149422 w 189076"/>
                <a:gd name="connsiteY5" fmla="*/ 3361 h 276820"/>
                <a:gd name="connsiteX6" fmla="*/ 152846 w 189076"/>
                <a:gd name="connsiteY6" fmla="*/ 4178 h 276820"/>
                <a:gd name="connsiteX7" fmla="*/ 152846 w 189076"/>
                <a:gd name="connsiteY7" fmla="*/ 6410 h 276820"/>
                <a:gd name="connsiteX8" fmla="*/ 154936 w 189076"/>
                <a:gd name="connsiteY8" fmla="*/ 6468 h 276820"/>
                <a:gd name="connsiteX9" fmla="*/ 157637 w 189076"/>
                <a:gd name="connsiteY9" fmla="*/ 6596 h 276820"/>
                <a:gd name="connsiteX10" fmla="*/ 160331 w 189076"/>
                <a:gd name="connsiteY10" fmla="*/ 6701 h 276820"/>
                <a:gd name="connsiteX11" fmla="*/ 162520 w 189076"/>
                <a:gd name="connsiteY11" fmla="*/ 7154 h 276820"/>
                <a:gd name="connsiteX12" fmla="*/ 163264 w 189076"/>
                <a:gd name="connsiteY12" fmla="*/ 10131 h 276820"/>
                <a:gd name="connsiteX13" fmla="*/ 167729 w 189076"/>
                <a:gd name="connsiteY13" fmla="*/ 10549 h 276820"/>
                <a:gd name="connsiteX14" fmla="*/ 172194 w 189076"/>
                <a:gd name="connsiteY14" fmla="*/ 10875 h 276820"/>
                <a:gd name="connsiteX15" fmla="*/ 172938 w 189076"/>
                <a:gd name="connsiteY15" fmla="*/ 13107 h 276820"/>
                <a:gd name="connsiteX16" fmla="*/ 179286 w 189076"/>
                <a:gd name="connsiteY16" fmla="*/ 13477 h 276820"/>
                <a:gd name="connsiteX17" fmla="*/ 181124 w 189076"/>
                <a:gd name="connsiteY17" fmla="*/ 13852 h 276820"/>
                <a:gd name="connsiteX18" fmla="*/ 181446 w 189076"/>
                <a:gd name="connsiteY18" fmla="*/ 15331 h 276820"/>
                <a:gd name="connsiteX19" fmla="*/ 181868 w 189076"/>
                <a:gd name="connsiteY19" fmla="*/ 16828 h 276820"/>
                <a:gd name="connsiteX20" fmla="*/ 186751 w 189076"/>
                <a:gd name="connsiteY20" fmla="*/ 17386 h 276820"/>
                <a:gd name="connsiteX21" fmla="*/ 189452 w 189076"/>
                <a:gd name="connsiteY21" fmla="*/ 17514 h 276820"/>
                <a:gd name="connsiteX22" fmla="*/ 191542 w 189076"/>
                <a:gd name="connsiteY22" fmla="*/ 17572 h 276820"/>
                <a:gd name="connsiteX23" fmla="*/ 191542 w 189076"/>
                <a:gd name="connsiteY23" fmla="*/ 19805 h 276820"/>
                <a:gd name="connsiteX24" fmla="*/ 197634 w 189076"/>
                <a:gd name="connsiteY24" fmla="*/ 20363 h 276820"/>
                <a:gd name="connsiteX25" fmla="*/ 199727 w 189076"/>
                <a:gd name="connsiteY25" fmla="*/ 20549 h 276820"/>
                <a:gd name="connsiteX26" fmla="*/ 201215 w 189076"/>
                <a:gd name="connsiteY26" fmla="*/ 24269 h 276820"/>
                <a:gd name="connsiteX27" fmla="*/ 202797 w 189076"/>
                <a:gd name="connsiteY27" fmla="*/ 24549 h 276820"/>
                <a:gd name="connsiteX28" fmla="*/ 204192 w 189076"/>
                <a:gd name="connsiteY28" fmla="*/ 25014 h 276820"/>
                <a:gd name="connsiteX29" fmla="*/ 204192 w 189076"/>
                <a:gd name="connsiteY29" fmla="*/ 30223 h 276820"/>
                <a:gd name="connsiteX30" fmla="*/ 201960 w 189076"/>
                <a:gd name="connsiteY30" fmla="*/ 30223 h 276820"/>
                <a:gd name="connsiteX31" fmla="*/ 202038 w 189076"/>
                <a:gd name="connsiteY31" fmla="*/ 31987 h 276820"/>
                <a:gd name="connsiteX32" fmla="*/ 202099 w 189076"/>
                <a:gd name="connsiteY32" fmla="*/ 34269 h 276820"/>
                <a:gd name="connsiteX33" fmla="*/ 202178 w 189076"/>
                <a:gd name="connsiteY33" fmla="*/ 36545 h 276820"/>
                <a:gd name="connsiteX34" fmla="*/ 201960 w 189076"/>
                <a:gd name="connsiteY34" fmla="*/ 38408 h 276820"/>
                <a:gd name="connsiteX35" fmla="*/ 199727 w 189076"/>
                <a:gd name="connsiteY35" fmla="*/ 39152 h 276820"/>
                <a:gd name="connsiteX36" fmla="*/ 199216 w 189076"/>
                <a:gd name="connsiteY36" fmla="*/ 42920 h 276820"/>
                <a:gd name="connsiteX37" fmla="*/ 199067 w 189076"/>
                <a:gd name="connsiteY37" fmla="*/ 44992 h 276820"/>
                <a:gd name="connsiteX38" fmla="*/ 198983 w 189076"/>
                <a:gd name="connsiteY38" fmla="*/ 46594 h 276820"/>
                <a:gd name="connsiteX39" fmla="*/ 196751 w 189076"/>
                <a:gd name="connsiteY39" fmla="*/ 46594 h 276820"/>
                <a:gd name="connsiteX40" fmla="*/ 196006 w 189076"/>
                <a:gd name="connsiteY40" fmla="*/ 54035 h 276820"/>
                <a:gd name="connsiteX41" fmla="*/ 193774 w 189076"/>
                <a:gd name="connsiteY41" fmla="*/ 54035 h 276820"/>
                <a:gd name="connsiteX42" fmla="*/ 193852 w 189076"/>
                <a:gd name="connsiteY42" fmla="*/ 55637 h 276820"/>
                <a:gd name="connsiteX43" fmla="*/ 193914 w 189076"/>
                <a:gd name="connsiteY43" fmla="*/ 57709 h 276820"/>
                <a:gd name="connsiteX44" fmla="*/ 193992 w 189076"/>
                <a:gd name="connsiteY44" fmla="*/ 59776 h 276820"/>
                <a:gd name="connsiteX45" fmla="*/ 193774 w 189076"/>
                <a:gd name="connsiteY45" fmla="*/ 61477 h 276820"/>
                <a:gd name="connsiteX46" fmla="*/ 191542 w 189076"/>
                <a:gd name="connsiteY46" fmla="*/ 62221 h 276820"/>
                <a:gd name="connsiteX47" fmla="*/ 191030 w 189076"/>
                <a:gd name="connsiteY47" fmla="*/ 65616 h 276820"/>
                <a:gd name="connsiteX48" fmla="*/ 190882 w 189076"/>
                <a:gd name="connsiteY48" fmla="*/ 67479 h 276820"/>
                <a:gd name="connsiteX49" fmla="*/ 190797 w 189076"/>
                <a:gd name="connsiteY49" fmla="*/ 68918 h 276820"/>
                <a:gd name="connsiteX50" fmla="*/ 188565 w 189076"/>
                <a:gd name="connsiteY50" fmla="*/ 68918 h 276820"/>
                <a:gd name="connsiteX51" fmla="*/ 188455 w 189076"/>
                <a:gd name="connsiteY51" fmla="*/ 70357 h 276820"/>
                <a:gd name="connsiteX52" fmla="*/ 188286 w 189076"/>
                <a:gd name="connsiteY52" fmla="*/ 72220 h 276820"/>
                <a:gd name="connsiteX53" fmla="*/ 188129 w 189076"/>
                <a:gd name="connsiteY53" fmla="*/ 74077 h 276820"/>
                <a:gd name="connsiteX54" fmla="*/ 187821 w 189076"/>
                <a:gd name="connsiteY54" fmla="*/ 75615 h 276820"/>
                <a:gd name="connsiteX55" fmla="*/ 186333 w 189076"/>
                <a:gd name="connsiteY55" fmla="*/ 76359 h 276820"/>
                <a:gd name="connsiteX56" fmla="*/ 185867 w 189076"/>
                <a:gd name="connsiteY56" fmla="*/ 79382 h 276820"/>
                <a:gd name="connsiteX57" fmla="*/ 185588 w 189076"/>
                <a:gd name="connsiteY57" fmla="*/ 82312 h 276820"/>
                <a:gd name="connsiteX58" fmla="*/ 183356 w 189076"/>
                <a:gd name="connsiteY58" fmla="*/ 82312 h 276820"/>
                <a:gd name="connsiteX59" fmla="*/ 182612 w 189076"/>
                <a:gd name="connsiteY59" fmla="*/ 89754 h 276820"/>
                <a:gd name="connsiteX60" fmla="*/ 181124 w 189076"/>
                <a:gd name="connsiteY60" fmla="*/ 89754 h 276820"/>
                <a:gd name="connsiteX61" fmla="*/ 180379 w 189076"/>
                <a:gd name="connsiteY61" fmla="*/ 93056 h 276820"/>
                <a:gd name="connsiteX62" fmla="*/ 179635 w 189076"/>
                <a:gd name="connsiteY62" fmla="*/ 96451 h 276820"/>
                <a:gd name="connsiteX63" fmla="*/ 178147 w 189076"/>
                <a:gd name="connsiteY63" fmla="*/ 97195 h 276820"/>
                <a:gd name="connsiteX64" fmla="*/ 177403 w 189076"/>
                <a:gd name="connsiteY64" fmla="*/ 99800 h 276820"/>
                <a:gd name="connsiteX65" fmla="*/ 176659 w 189076"/>
                <a:gd name="connsiteY65" fmla="*/ 102404 h 276820"/>
                <a:gd name="connsiteX66" fmla="*/ 175170 w 189076"/>
                <a:gd name="connsiteY66" fmla="*/ 103148 h 276820"/>
                <a:gd name="connsiteX67" fmla="*/ 174845 w 189076"/>
                <a:gd name="connsiteY67" fmla="*/ 105753 h 276820"/>
                <a:gd name="connsiteX68" fmla="*/ 174426 w 189076"/>
                <a:gd name="connsiteY68" fmla="*/ 108357 h 276820"/>
                <a:gd name="connsiteX69" fmla="*/ 172194 w 189076"/>
                <a:gd name="connsiteY69" fmla="*/ 109102 h 276820"/>
                <a:gd name="connsiteX70" fmla="*/ 171685 w 189076"/>
                <a:gd name="connsiteY70" fmla="*/ 113622 h 276820"/>
                <a:gd name="connsiteX71" fmla="*/ 169217 w 189076"/>
                <a:gd name="connsiteY71" fmla="*/ 117287 h 276820"/>
                <a:gd name="connsiteX72" fmla="*/ 169217 w 189076"/>
                <a:gd name="connsiteY72" fmla="*/ 119240 h 276820"/>
                <a:gd name="connsiteX73" fmla="*/ 169217 w 189076"/>
                <a:gd name="connsiteY73" fmla="*/ 121008 h 276820"/>
                <a:gd name="connsiteX74" fmla="*/ 166985 w 189076"/>
                <a:gd name="connsiteY74" fmla="*/ 121752 h 276820"/>
                <a:gd name="connsiteX75" fmla="*/ 166241 w 189076"/>
                <a:gd name="connsiteY75" fmla="*/ 126217 h 276820"/>
                <a:gd name="connsiteX76" fmla="*/ 164008 w 189076"/>
                <a:gd name="connsiteY76" fmla="*/ 126217 h 276820"/>
                <a:gd name="connsiteX77" fmla="*/ 163776 w 189076"/>
                <a:gd name="connsiteY77" fmla="*/ 129054 h 276820"/>
                <a:gd name="connsiteX78" fmla="*/ 161032 w 189076"/>
                <a:gd name="connsiteY78" fmla="*/ 134402 h 276820"/>
                <a:gd name="connsiteX79" fmla="*/ 161032 w 189076"/>
                <a:gd name="connsiteY79" fmla="*/ 136728 h 276820"/>
                <a:gd name="connsiteX80" fmla="*/ 161032 w 189076"/>
                <a:gd name="connsiteY80" fmla="*/ 138867 h 276820"/>
                <a:gd name="connsiteX81" fmla="*/ 158799 w 189076"/>
                <a:gd name="connsiteY81" fmla="*/ 139611 h 276820"/>
                <a:gd name="connsiteX82" fmla="*/ 158427 w 189076"/>
                <a:gd name="connsiteY82" fmla="*/ 141518 h 276820"/>
                <a:gd name="connsiteX83" fmla="*/ 158055 w 189076"/>
                <a:gd name="connsiteY83" fmla="*/ 143332 h 276820"/>
                <a:gd name="connsiteX84" fmla="*/ 155823 w 189076"/>
                <a:gd name="connsiteY84" fmla="*/ 143332 h 276820"/>
                <a:gd name="connsiteX85" fmla="*/ 155590 w 189076"/>
                <a:gd name="connsiteY85" fmla="*/ 146216 h 276820"/>
                <a:gd name="connsiteX86" fmla="*/ 155079 w 189076"/>
                <a:gd name="connsiteY86" fmla="*/ 149285 h 276820"/>
                <a:gd name="connsiteX87" fmla="*/ 152846 w 189076"/>
                <a:gd name="connsiteY87" fmla="*/ 150773 h 276820"/>
                <a:gd name="connsiteX88" fmla="*/ 152846 w 189076"/>
                <a:gd name="connsiteY88" fmla="*/ 152680 h 276820"/>
                <a:gd name="connsiteX89" fmla="*/ 152846 w 189076"/>
                <a:gd name="connsiteY89" fmla="*/ 154494 h 276820"/>
                <a:gd name="connsiteX90" fmla="*/ 150614 w 189076"/>
                <a:gd name="connsiteY90" fmla="*/ 155238 h 276820"/>
                <a:gd name="connsiteX91" fmla="*/ 150242 w 189076"/>
                <a:gd name="connsiteY91" fmla="*/ 157471 h 276820"/>
                <a:gd name="connsiteX92" fmla="*/ 149870 w 189076"/>
                <a:gd name="connsiteY92" fmla="*/ 159703 h 276820"/>
                <a:gd name="connsiteX93" fmla="*/ 147637 w 189076"/>
                <a:gd name="connsiteY93" fmla="*/ 160447 h 276820"/>
                <a:gd name="connsiteX94" fmla="*/ 146893 w 189076"/>
                <a:gd name="connsiteY94" fmla="*/ 165656 h 276820"/>
                <a:gd name="connsiteX95" fmla="*/ 144661 w 189076"/>
                <a:gd name="connsiteY95" fmla="*/ 167889 h 276820"/>
                <a:gd name="connsiteX96" fmla="*/ 143917 w 189076"/>
                <a:gd name="connsiteY96" fmla="*/ 170121 h 276820"/>
                <a:gd name="connsiteX97" fmla="*/ 142428 w 189076"/>
                <a:gd name="connsiteY97" fmla="*/ 170865 h 276820"/>
                <a:gd name="connsiteX98" fmla="*/ 141684 w 189076"/>
                <a:gd name="connsiteY98" fmla="*/ 175330 h 276820"/>
                <a:gd name="connsiteX99" fmla="*/ 140196 w 189076"/>
                <a:gd name="connsiteY99" fmla="*/ 175330 h 276820"/>
                <a:gd name="connsiteX100" fmla="*/ 139080 w 189076"/>
                <a:gd name="connsiteY100" fmla="*/ 177935 h 276820"/>
                <a:gd name="connsiteX101" fmla="*/ 137963 w 189076"/>
                <a:gd name="connsiteY101" fmla="*/ 180539 h 276820"/>
                <a:gd name="connsiteX102" fmla="*/ 136475 w 189076"/>
                <a:gd name="connsiteY102" fmla="*/ 180539 h 276820"/>
                <a:gd name="connsiteX103" fmla="*/ 135731 w 189076"/>
                <a:gd name="connsiteY103" fmla="*/ 184260 h 276820"/>
                <a:gd name="connsiteX104" fmla="*/ 134243 w 189076"/>
                <a:gd name="connsiteY104" fmla="*/ 185004 h 276820"/>
                <a:gd name="connsiteX105" fmla="*/ 133917 w 189076"/>
                <a:gd name="connsiteY105" fmla="*/ 187190 h 276820"/>
                <a:gd name="connsiteX106" fmla="*/ 133499 w 189076"/>
                <a:gd name="connsiteY106" fmla="*/ 189469 h 276820"/>
                <a:gd name="connsiteX107" fmla="*/ 131266 w 189076"/>
                <a:gd name="connsiteY107" fmla="*/ 190957 h 276820"/>
                <a:gd name="connsiteX108" fmla="*/ 130894 w 189076"/>
                <a:gd name="connsiteY108" fmla="*/ 192445 h 276820"/>
                <a:gd name="connsiteX109" fmla="*/ 128290 w 189076"/>
                <a:gd name="connsiteY109" fmla="*/ 195422 h 276820"/>
                <a:gd name="connsiteX110" fmla="*/ 127918 w 189076"/>
                <a:gd name="connsiteY110" fmla="*/ 197003 h 276820"/>
                <a:gd name="connsiteX111" fmla="*/ 127545 w 189076"/>
                <a:gd name="connsiteY111" fmla="*/ 198398 h 276820"/>
                <a:gd name="connsiteX112" fmla="*/ 125313 w 189076"/>
                <a:gd name="connsiteY112" fmla="*/ 198398 h 276820"/>
                <a:gd name="connsiteX113" fmla="*/ 125453 w 189076"/>
                <a:gd name="connsiteY113" fmla="*/ 200584 h 276820"/>
                <a:gd name="connsiteX114" fmla="*/ 125313 w 189076"/>
                <a:gd name="connsiteY114" fmla="*/ 202863 h 276820"/>
                <a:gd name="connsiteX115" fmla="*/ 123081 w 189076"/>
                <a:gd name="connsiteY115" fmla="*/ 203607 h 276820"/>
                <a:gd name="connsiteX116" fmla="*/ 121592 w 189076"/>
                <a:gd name="connsiteY116" fmla="*/ 208072 h 276820"/>
                <a:gd name="connsiteX117" fmla="*/ 120104 w 189076"/>
                <a:gd name="connsiteY117" fmla="*/ 208816 h 276820"/>
                <a:gd name="connsiteX118" fmla="*/ 119732 w 189076"/>
                <a:gd name="connsiteY118" fmla="*/ 210305 h 276820"/>
                <a:gd name="connsiteX119" fmla="*/ 119360 w 189076"/>
                <a:gd name="connsiteY119" fmla="*/ 211793 h 276820"/>
                <a:gd name="connsiteX120" fmla="*/ 117872 w 189076"/>
                <a:gd name="connsiteY120" fmla="*/ 212537 h 276820"/>
                <a:gd name="connsiteX121" fmla="*/ 117546 w 189076"/>
                <a:gd name="connsiteY121" fmla="*/ 214304 h 276820"/>
                <a:gd name="connsiteX122" fmla="*/ 114895 w 189076"/>
                <a:gd name="connsiteY122" fmla="*/ 218490 h 276820"/>
                <a:gd name="connsiteX123" fmla="*/ 111081 w 189076"/>
                <a:gd name="connsiteY123" fmla="*/ 223932 h 276820"/>
                <a:gd name="connsiteX124" fmla="*/ 110430 w 189076"/>
                <a:gd name="connsiteY124" fmla="*/ 225187 h 276820"/>
                <a:gd name="connsiteX125" fmla="*/ 108942 w 189076"/>
                <a:gd name="connsiteY125" fmla="*/ 225187 h 276820"/>
                <a:gd name="connsiteX126" fmla="*/ 108198 w 189076"/>
                <a:gd name="connsiteY126" fmla="*/ 227048 h 276820"/>
                <a:gd name="connsiteX127" fmla="*/ 107454 w 189076"/>
                <a:gd name="connsiteY127" fmla="*/ 228908 h 276820"/>
                <a:gd name="connsiteX128" fmla="*/ 105965 w 189076"/>
                <a:gd name="connsiteY128" fmla="*/ 228908 h 276820"/>
                <a:gd name="connsiteX129" fmla="*/ 106105 w 189076"/>
                <a:gd name="connsiteY129" fmla="*/ 230722 h 276820"/>
                <a:gd name="connsiteX130" fmla="*/ 105965 w 189076"/>
                <a:gd name="connsiteY130" fmla="*/ 232629 h 276820"/>
                <a:gd name="connsiteX131" fmla="*/ 103733 w 189076"/>
                <a:gd name="connsiteY131" fmla="*/ 233373 h 276820"/>
                <a:gd name="connsiteX132" fmla="*/ 102989 w 189076"/>
                <a:gd name="connsiteY132" fmla="*/ 237094 h 276820"/>
                <a:gd name="connsiteX133" fmla="*/ 101501 w 189076"/>
                <a:gd name="connsiteY133" fmla="*/ 237094 h 276820"/>
                <a:gd name="connsiteX134" fmla="*/ 101175 w 189076"/>
                <a:gd name="connsiteY134" fmla="*/ 238442 h 276820"/>
                <a:gd name="connsiteX135" fmla="*/ 98524 w 189076"/>
                <a:gd name="connsiteY135" fmla="*/ 242303 h 276820"/>
                <a:gd name="connsiteX136" fmla="*/ 94710 w 189076"/>
                <a:gd name="connsiteY136" fmla="*/ 247744 h 276820"/>
                <a:gd name="connsiteX137" fmla="*/ 94059 w 189076"/>
                <a:gd name="connsiteY137" fmla="*/ 249000 h 276820"/>
                <a:gd name="connsiteX138" fmla="*/ 92571 w 189076"/>
                <a:gd name="connsiteY138" fmla="*/ 249000 h 276820"/>
                <a:gd name="connsiteX139" fmla="*/ 91827 w 189076"/>
                <a:gd name="connsiteY139" fmla="*/ 250860 h 276820"/>
                <a:gd name="connsiteX140" fmla="*/ 91083 w 189076"/>
                <a:gd name="connsiteY140" fmla="*/ 252721 h 276820"/>
                <a:gd name="connsiteX141" fmla="*/ 89594 w 189076"/>
                <a:gd name="connsiteY141" fmla="*/ 252721 h 276820"/>
                <a:gd name="connsiteX142" fmla="*/ 89269 w 189076"/>
                <a:gd name="connsiteY142" fmla="*/ 254069 h 276820"/>
                <a:gd name="connsiteX143" fmla="*/ 86618 w 189076"/>
                <a:gd name="connsiteY143" fmla="*/ 257930 h 276820"/>
                <a:gd name="connsiteX144" fmla="*/ 83641 w 189076"/>
                <a:gd name="connsiteY144" fmla="*/ 262394 h 276820"/>
                <a:gd name="connsiteX145" fmla="*/ 79920 w 189076"/>
                <a:gd name="connsiteY145" fmla="*/ 266115 h 276820"/>
                <a:gd name="connsiteX146" fmla="*/ 75409 w 189076"/>
                <a:gd name="connsiteY146" fmla="*/ 272301 h 276820"/>
                <a:gd name="connsiteX147" fmla="*/ 74711 w 189076"/>
                <a:gd name="connsiteY147" fmla="*/ 273557 h 276820"/>
                <a:gd name="connsiteX148" fmla="*/ 73130 w 189076"/>
                <a:gd name="connsiteY148" fmla="*/ 273929 h 276820"/>
                <a:gd name="connsiteX149" fmla="*/ 71735 w 189076"/>
                <a:gd name="connsiteY149" fmla="*/ 274301 h 276820"/>
                <a:gd name="connsiteX150" fmla="*/ 71735 w 189076"/>
                <a:gd name="connsiteY150" fmla="*/ 277277 h 276820"/>
                <a:gd name="connsiteX151" fmla="*/ 69502 w 189076"/>
                <a:gd name="connsiteY151" fmla="*/ 276533 h 276820"/>
                <a:gd name="connsiteX152" fmla="*/ 68758 w 189076"/>
                <a:gd name="connsiteY152" fmla="*/ 274301 h 276820"/>
                <a:gd name="connsiteX153" fmla="*/ 67270 w 189076"/>
                <a:gd name="connsiteY153" fmla="*/ 273975 h 276820"/>
                <a:gd name="connsiteX154" fmla="*/ 65782 w 189076"/>
                <a:gd name="connsiteY154" fmla="*/ 273557 h 276820"/>
                <a:gd name="connsiteX155" fmla="*/ 65038 w 189076"/>
                <a:gd name="connsiteY155" fmla="*/ 270580 h 276820"/>
                <a:gd name="connsiteX156" fmla="*/ 62805 w 189076"/>
                <a:gd name="connsiteY156" fmla="*/ 269836 h 276820"/>
                <a:gd name="connsiteX157" fmla="*/ 62061 w 189076"/>
                <a:gd name="connsiteY157" fmla="*/ 267603 h 276820"/>
                <a:gd name="connsiteX158" fmla="*/ 60573 w 189076"/>
                <a:gd name="connsiteY158" fmla="*/ 267231 h 276820"/>
                <a:gd name="connsiteX159" fmla="*/ 59085 w 189076"/>
                <a:gd name="connsiteY159" fmla="*/ 266859 h 276820"/>
                <a:gd name="connsiteX160" fmla="*/ 58340 w 189076"/>
                <a:gd name="connsiteY160" fmla="*/ 264627 h 276820"/>
                <a:gd name="connsiteX161" fmla="*/ 52387 w 189076"/>
                <a:gd name="connsiteY161" fmla="*/ 259418 h 276820"/>
                <a:gd name="connsiteX162" fmla="*/ 51643 w 189076"/>
                <a:gd name="connsiteY162" fmla="*/ 257185 h 276820"/>
                <a:gd name="connsiteX163" fmla="*/ 50201 w 189076"/>
                <a:gd name="connsiteY163" fmla="*/ 256860 h 276820"/>
                <a:gd name="connsiteX164" fmla="*/ 48667 w 189076"/>
                <a:gd name="connsiteY164" fmla="*/ 256441 h 276820"/>
                <a:gd name="connsiteX165" fmla="*/ 47178 w 189076"/>
                <a:gd name="connsiteY165" fmla="*/ 253465 h 276820"/>
                <a:gd name="connsiteX166" fmla="*/ 45690 w 189076"/>
                <a:gd name="connsiteY166" fmla="*/ 253465 h 276820"/>
                <a:gd name="connsiteX167" fmla="*/ 45085 w 189076"/>
                <a:gd name="connsiteY167" fmla="*/ 252209 h 276820"/>
                <a:gd name="connsiteX168" fmla="*/ 38249 w 189076"/>
                <a:gd name="connsiteY168" fmla="*/ 246023 h 276820"/>
                <a:gd name="connsiteX169" fmla="*/ 37504 w 189076"/>
                <a:gd name="connsiteY169" fmla="*/ 243791 h 276820"/>
                <a:gd name="connsiteX170" fmla="*/ 36063 w 189076"/>
                <a:gd name="connsiteY170" fmla="*/ 243465 h 276820"/>
                <a:gd name="connsiteX171" fmla="*/ 34528 w 189076"/>
                <a:gd name="connsiteY171" fmla="*/ 243047 h 276820"/>
                <a:gd name="connsiteX172" fmla="*/ 33040 w 189076"/>
                <a:gd name="connsiteY172" fmla="*/ 240070 h 276820"/>
                <a:gd name="connsiteX173" fmla="*/ 27086 w 189076"/>
                <a:gd name="connsiteY173" fmla="*/ 235605 h 276820"/>
                <a:gd name="connsiteX174" fmla="*/ 26342 w 189076"/>
                <a:gd name="connsiteY174" fmla="*/ 233373 h 276820"/>
                <a:gd name="connsiteX175" fmla="*/ 24854 w 189076"/>
                <a:gd name="connsiteY175" fmla="*/ 233047 h 276820"/>
                <a:gd name="connsiteX176" fmla="*/ 23366 w 189076"/>
                <a:gd name="connsiteY176" fmla="*/ 232629 h 276820"/>
                <a:gd name="connsiteX177" fmla="*/ 23040 w 189076"/>
                <a:gd name="connsiteY177" fmla="*/ 231141 h 276820"/>
                <a:gd name="connsiteX178" fmla="*/ 22622 w 189076"/>
                <a:gd name="connsiteY178" fmla="*/ 229652 h 276820"/>
                <a:gd name="connsiteX179" fmla="*/ 18901 w 189076"/>
                <a:gd name="connsiteY179" fmla="*/ 228908 h 276820"/>
                <a:gd name="connsiteX180" fmla="*/ 18157 w 189076"/>
                <a:gd name="connsiteY180" fmla="*/ 226676 h 276820"/>
                <a:gd name="connsiteX181" fmla="*/ 15924 w 189076"/>
                <a:gd name="connsiteY181" fmla="*/ 225932 h 276820"/>
                <a:gd name="connsiteX182" fmla="*/ 16436 w 189076"/>
                <a:gd name="connsiteY182" fmla="*/ 217839 h 276820"/>
                <a:gd name="connsiteX183" fmla="*/ 19785 w 189076"/>
                <a:gd name="connsiteY183" fmla="*/ 214956 h 276820"/>
                <a:gd name="connsiteX184" fmla="*/ 21133 w 189076"/>
                <a:gd name="connsiteY184" fmla="*/ 214769 h 276820"/>
                <a:gd name="connsiteX185" fmla="*/ 21877 w 189076"/>
                <a:gd name="connsiteY185" fmla="*/ 212537 h 276820"/>
                <a:gd name="connsiteX186" fmla="*/ 24110 w 189076"/>
                <a:gd name="connsiteY186" fmla="*/ 211793 h 276820"/>
                <a:gd name="connsiteX187" fmla="*/ 24854 w 189076"/>
                <a:gd name="connsiteY187" fmla="*/ 209560 h 276820"/>
                <a:gd name="connsiteX188" fmla="*/ 27086 w 189076"/>
                <a:gd name="connsiteY188" fmla="*/ 208072 h 276820"/>
                <a:gd name="connsiteX189" fmla="*/ 27831 w 189076"/>
                <a:gd name="connsiteY189" fmla="*/ 205840 h 276820"/>
                <a:gd name="connsiteX190" fmla="*/ 31551 w 189076"/>
                <a:gd name="connsiteY190" fmla="*/ 202119 h 276820"/>
                <a:gd name="connsiteX191" fmla="*/ 32295 w 189076"/>
                <a:gd name="connsiteY191" fmla="*/ 200538 h 276820"/>
                <a:gd name="connsiteX192" fmla="*/ 34714 w 189076"/>
                <a:gd name="connsiteY192" fmla="*/ 198212 h 276820"/>
                <a:gd name="connsiteX193" fmla="*/ 40234 w 189076"/>
                <a:gd name="connsiteY193" fmla="*/ 192181 h 276820"/>
                <a:gd name="connsiteX194" fmla="*/ 41225 w 189076"/>
                <a:gd name="connsiteY194" fmla="*/ 190957 h 276820"/>
                <a:gd name="connsiteX195" fmla="*/ 42713 w 189076"/>
                <a:gd name="connsiteY195" fmla="*/ 190957 h 276820"/>
                <a:gd name="connsiteX196" fmla="*/ 42992 w 189076"/>
                <a:gd name="connsiteY196" fmla="*/ 189701 h 276820"/>
                <a:gd name="connsiteX197" fmla="*/ 46434 w 189076"/>
                <a:gd name="connsiteY197" fmla="*/ 184260 h 276820"/>
                <a:gd name="connsiteX198" fmla="*/ 47922 w 189076"/>
                <a:gd name="connsiteY198" fmla="*/ 184260 h 276820"/>
                <a:gd name="connsiteX199" fmla="*/ 48667 w 189076"/>
                <a:gd name="connsiteY199" fmla="*/ 182399 h 276820"/>
                <a:gd name="connsiteX200" fmla="*/ 49411 w 189076"/>
                <a:gd name="connsiteY200" fmla="*/ 180539 h 276820"/>
                <a:gd name="connsiteX201" fmla="*/ 50899 w 189076"/>
                <a:gd name="connsiteY201" fmla="*/ 180539 h 276820"/>
                <a:gd name="connsiteX202" fmla="*/ 51504 w 189076"/>
                <a:gd name="connsiteY202" fmla="*/ 178167 h 276820"/>
                <a:gd name="connsiteX203" fmla="*/ 56108 w 189076"/>
                <a:gd name="connsiteY203" fmla="*/ 171609 h 276820"/>
                <a:gd name="connsiteX204" fmla="*/ 57596 w 189076"/>
                <a:gd name="connsiteY204" fmla="*/ 168633 h 276820"/>
                <a:gd name="connsiteX205" fmla="*/ 59085 w 189076"/>
                <a:gd name="connsiteY205" fmla="*/ 167889 h 276820"/>
                <a:gd name="connsiteX206" fmla="*/ 59829 w 189076"/>
                <a:gd name="connsiteY206" fmla="*/ 166400 h 276820"/>
                <a:gd name="connsiteX207" fmla="*/ 62061 w 189076"/>
                <a:gd name="connsiteY207" fmla="*/ 164168 h 276820"/>
                <a:gd name="connsiteX208" fmla="*/ 62387 w 189076"/>
                <a:gd name="connsiteY208" fmla="*/ 162633 h 276820"/>
                <a:gd name="connsiteX209" fmla="*/ 62805 w 189076"/>
                <a:gd name="connsiteY209" fmla="*/ 161191 h 276820"/>
                <a:gd name="connsiteX210" fmla="*/ 65038 w 189076"/>
                <a:gd name="connsiteY210" fmla="*/ 161191 h 276820"/>
                <a:gd name="connsiteX211" fmla="*/ 64898 w 189076"/>
                <a:gd name="connsiteY211" fmla="*/ 159098 h 276820"/>
                <a:gd name="connsiteX212" fmla="*/ 65968 w 189076"/>
                <a:gd name="connsiteY212" fmla="*/ 155564 h 276820"/>
                <a:gd name="connsiteX213" fmla="*/ 67270 w 189076"/>
                <a:gd name="connsiteY213" fmla="*/ 154494 h 276820"/>
                <a:gd name="connsiteX214" fmla="*/ 71084 w 189076"/>
                <a:gd name="connsiteY214" fmla="*/ 149053 h 276820"/>
                <a:gd name="connsiteX215" fmla="*/ 71735 w 189076"/>
                <a:gd name="connsiteY215" fmla="*/ 147797 h 276820"/>
                <a:gd name="connsiteX216" fmla="*/ 73223 w 189076"/>
                <a:gd name="connsiteY216" fmla="*/ 147797 h 276820"/>
                <a:gd name="connsiteX217" fmla="*/ 73967 w 189076"/>
                <a:gd name="connsiteY217" fmla="*/ 144076 h 276820"/>
                <a:gd name="connsiteX218" fmla="*/ 75456 w 189076"/>
                <a:gd name="connsiteY218" fmla="*/ 143332 h 276820"/>
                <a:gd name="connsiteX219" fmla="*/ 75781 w 189076"/>
                <a:gd name="connsiteY219" fmla="*/ 141565 h 276820"/>
                <a:gd name="connsiteX220" fmla="*/ 78432 w 189076"/>
                <a:gd name="connsiteY220" fmla="*/ 137379 h 276820"/>
                <a:gd name="connsiteX221" fmla="*/ 79223 w 189076"/>
                <a:gd name="connsiteY221" fmla="*/ 135751 h 276820"/>
                <a:gd name="connsiteX222" fmla="*/ 79920 w 189076"/>
                <a:gd name="connsiteY222" fmla="*/ 134402 h 276820"/>
                <a:gd name="connsiteX223" fmla="*/ 81409 w 189076"/>
                <a:gd name="connsiteY223" fmla="*/ 134402 h 276820"/>
                <a:gd name="connsiteX224" fmla="*/ 82153 w 189076"/>
                <a:gd name="connsiteY224" fmla="*/ 130682 h 276820"/>
                <a:gd name="connsiteX225" fmla="*/ 83641 w 189076"/>
                <a:gd name="connsiteY225" fmla="*/ 129937 h 276820"/>
                <a:gd name="connsiteX226" fmla="*/ 83967 w 189076"/>
                <a:gd name="connsiteY226" fmla="*/ 127798 h 276820"/>
                <a:gd name="connsiteX227" fmla="*/ 86618 w 189076"/>
                <a:gd name="connsiteY227" fmla="*/ 123240 h 276820"/>
                <a:gd name="connsiteX228" fmla="*/ 86990 w 189076"/>
                <a:gd name="connsiteY228" fmla="*/ 121612 h 276820"/>
                <a:gd name="connsiteX229" fmla="*/ 87362 w 189076"/>
                <a:gd name="connsiteY229" fmla="*/ 120264 h 276820"/>
                <a:gd name="connsiteX230" fmla="*/ 89594 w 189076"/>
                <a:gd name="connsiteY230" fmla="*/ 120264 h 276820"/>
                <a:gd name="connsiteX231" fmla="*/ 89455 w 189076"/>
                <a:gd name="connsiteY231" fmla="*/ 118078 h 276820"/>
                <a:gd name="connsiteX232" fmla="*/ 89594 w 189076"/>
                <a:gd name="connsiteY232" fmla="*/ 115799 h 276820"/>
                <a:gd name="connsiteX233" fmla="*/ 91827 w 189076"/>
                <a:gd name="connsiteY233" fmla="*/ 115055 h 276820"/>
                <a:gd name="connsiteX234" fmla="*/ 92571 w 189076"/>
                <a:gd name="connsiteY234" fmla="*/ 109846 h 276820"/>
                <a:gd name="connsiteX235" fmla="*/ 94803 w 189076"/>
                <a:gd name="connsiteY235" fmla="*/ 109846 h 276820"/>
                <a:gd name="connsiteX236" fmla="*/ 95847 w 189076"/>
                <a:gd name="connsiteY236" fmla="*/ 106142 h 276820"/>
                <a:gd name="connsiteX237" fmla="*/ 99268 w 189076"/>
                <a:gd name="connsiteY237" fmla="*/ 99428 h 276820"/>
                <a:gd name="connsiteX238" fmla="*/ 100756 w 189076"/>
                <a:gd name="connsiteY238" fmla="*/ 99428 h 276820"/>
                <a:gd name="connsiteX239" fmla="*/ 100617 w 189076"/>
                <a:gd name="connsiteY239" fmla="*/ 96498 h 276820"/>
                <a:gd name="connsiteX240" fmla="*/ 100756 w 189076"/>
                <a:gd name="connsiteY240" fmla="*/ 93475 h 276820"/>
                <a:gd name="connsiteX241" fmla="*/ 102989 w 189076"/>
                <a:gd name="connsiteY241" fmla="*/ 92730 h 276820"/>
                <a:gd name="connsiteX242" fmla="*/ 103733 w 189076"/>
                <a:gd name="connsiteY242" fmla="*/ 87521 h 276820"/>
                <a:gd name="connsiteX243" fmla="*/ 105221 w 189076"/>
                <a:gd name="connsiteY243" fmla="*/ 86777 h 276820"/>
                <a:gd name="connsiteX244" fmla="*/ 105965 w 189076"/>
                <a:gd name="connsiteY244" fmla="*/ 82312 h 276820"/>
                <a:gd name="connsiteX245" fmla="*/ 108198 w 189076"/>
                <a:gd name="connsiteY245" fmla="*/ 82312 h 276820"/>
                <a:gd name="connsiteX246" fmla="*/ 108430 w 189076"/>
                <a:gd name="connsiteY246" fmla="*/ 79475 h 276820"/>
                <a:gd name="connsiteX247" fmla="*/ 111174 w 189076"/>
                <a:gd name="connsiteY247" fmla="*/ 74127 h 276820"/>
                <a:gd name="connsiteX248" fmla="*/ 111919 w 189076"/>
                <a:gd name="connsiteY248" fmla="*/ 69662 h 276820"/>
                <a:gd name="connsiteX249" fmla="*/ 114151 w 189076"/>
                <a:gd name="connsiteY249" fmla="*/ 69662 h 276820"/>
                <a:gd name="connsiteX250" fmla="*/ 114072 w 189076"/>
                <a:gd name="connsiteY250" fmla="*/ 68223 h 276820"/>
                <a:gd name="connsiteX251" fmla="*/ 114011 w 189076"/>
                <a:gd name="connsiteY251" fmla="*/ 66360 h 276820"/>
                <a:gd name="connsiteX252" fmla="*/ 113933 w 189076"/>
                <a:gd name="connsiteY252" fmla="*/ 64503 h 276820"/>
                <a:gd name="connsiteX253" fmla="*/ 114151 w 189076"/>
                <a:gd name="connsiteY253" fmla="*/ 62965 h 276820"/>
                <a:gd name="connsiteX254" fmla="*/ 116383 w 189076"/>
                <a:gd name="connsiteY254" fmla="*/ 62221 h 276820"/>
                <a:gd name="connsiteX255" fmla="*/ 116755 w 189076"/>
                <a:gd name="connsiteY255" fmla="*/ 59244 h 276820"/>
                <a:gd name="connsiteX256" fmla="*/ 117127 w 189076"/>
                <a:gd name="connsiteY256" fmla="*/ 56268 h 276820"/>
                <a:gd name="connsiteX257" fmla="*/ 119360 w 189076"/>
                <a:gd name="connsiteY257" fmla="*/ 55523 h 276820"/>
                <a:gd name="connsiteX258" fmla="*/ 119869 w 189076"/>
                <a:gd name="connsiteY258" fmla="*/ 51000 h 276820"/>
                <a:gd name="connsiteX259" fmla="*/ 122336 w 189076"/>
                <a:gd name="connsiteY259" fmla="*/ 47338 h 276820"/>
                <a:gd name="connsiteX260" fmla="*/ 122336 w 189076"/>
                <a:gd name="connsiteY260" fmla="*/ 45012 h 276820"/>
                <a:gd name="connsiteX261" fmla="*/ 122336 w 189076"/>
                <a:gd name="connsiteY261" fmla="*/ 42873 h 276820"/>
                <a:gd name="connsiteX262" fmla="*/ 124569 w 189076"/>
                <a:gd name="connsiteY262" fmla="*/ 42129 h 276820"/>
                <a:gd name="connsiteX263" fmla="*/ 125080 w 189076"/>
                <a:gd name="connsiteY263" fmla="*/ 38362 h 276820"/>
                <a:gd name="connsiteX264" fmla="*/ 125229 w 189076"/>
                <a:gd name="connsiteY264" fmla="*/ 36289 h 276820"/>
                <a:gd name="connsiteX265" fmla="*/ 125313 w 189076"/>
                <a:gd name="connsiteY265" fmla="*/ 34687 h 276820"/>
                <a:gd name="connsiteX266" fmla="*/ 126801 w 189076"/>
                <a:gd name="connsiteY266" fmla="*/ 34687 h 276820"/>
                <a:gd name="connsiteX267" fmla="*/ 127798 w 189076"/>
                <a:gd name="connsiteY267" fmla="*/ 28874 h 276820"/>
                <a:gd name="connsiteX268" fmla="*/ 128290 w 189076"/>
                <a:gd name="connsiteY268" fmla="*/ 27246 h 276820"/>
                <a:gd name="connsiteX269" fmla="*/ 130522 w 189076"/>
                <a:gd name="connsiteY269" fmla="*/ 27246 h 276820"/>
                <a:gd name="connsiteX270" fmla="*/ 130444 w 189076"/>
                <a:gd name="connsiteY270" fmla="*/ 25482 h 276820"/>
                <a:gd name="connsiteX271" fmla="*/ 130382 w 189076"/>
                <a:gd name="connsiteY271" fmla="*/ 23200 h 276820"/>
                <a:gd name="connsiteX272" fmla="*/ 130304 w 189076"/>
                <a:gd name="connsiteY272" fmla="*/ 20924 h 276820"/>
                <a:gd name="connsiteX273" fmla="*/ 130522 w 189076"/>
                <a:gd name="connsiteY273" fmla="*/ 19061 h 276820"/>
                <a:gd name="connsiteX274" fmla="*/ 132754 w 189076"/>
                <a:gd name="connsiteY274" fmla="*/ 18316 h 276820"/>
                <a:gd name="connsiteX275" fmla="*/ 133266 w 189076"/>
                <a:gd name="connsiteY275" fmla="*/ 14549 h 276820"/>
                <a:gd name="connsiteX276" fmla="*/ 133414 w 189076"/>
                <a:gd name="connsiteY276" fmla="*/ 12477 h 276820"/>
                <a:gd name="connsiteX277" fmla="*/ 133499 w 189076"/>
                <a:gd name="connsiteY277" fmla="*/ 10875 h 276820"/>
                <a:gd name="connsiteX278" fmla="*/ 134987 w 189076"/>
                <a:gd name="connsiteY278" fmla="*/ 10875 h 276820"/>
                <a:gd name="connsiteX279" fmla="*/ 136150 w 189076"/>
                <a:gd name="connsiteY279" fmla="*/ 4829 h 276820"/>
                <a:gd name="connsiteX280" fmla="*/ 136339 w 189076"/>
                <a:gd name="connsiteY280" fmla="*/ 2358 h 276820"/>
                <a:gd name="connsiteX281" fmla="*/ 136475 w 189076"/>
                <a:gd name="connsiteY281" fmla="*/ 457 h 27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89076" h="276820">
                  <a:moveTo>
                    <a:pt x="136475" y="457"/>
                  </a:moveTo>
                  <a:cubicBezTo>
                    <a:pt x="138685" y="457"/>
                    <a:pt x="140895" y="457"/>
                    <a:pt x="143172" y="457"/>
                  </a:cubicBezTo>
                  <a:cubicBezTo>
                    <a:pt x="143172" y="1439"/>
                    <a:pt x="143172" y="2422"/>
                    <a:pt x="143172" y="3434"/>
                  </a:cubicBezTo>
                  <a:cubicBezTo>
                    <a:pt x="143746" y="3425"/>
                    <a:pt x="144320" y="3416"/>
                    <a:pt x="144911" y="3407"/>
                  </a:cubicBezTo>
                  <a:cubicBezTo>
                    <a:pt x="145657" y="3401"/>
                    <a:pt x="146403" y="3394"/>
                    <a:pt x="147172" y="3387"/>
                  </a:cubicBezTo>
                  <a:cubicBezTo>
                    <a:pt x="147915" y="3378"/>
                    <a:pt x="148657" y="3370"/>
                    <a:pt x="149422" y="3361"/>
                  </a:cubicBezTo>
                  <a:cubicBezTo>
                    <a:pt x="151358" y="3434"/>
                    <a:pt x="151358" y="3434"/>
                    <a:pt x="152846" y="4178"/>
                  </a:cubicBezTo>
                  <a:cubicBezTo>
                    <a:pt x="152846" y="4914"/>
                    <a:pt x="152846" y="5651"/>
                    <a:pt x="152846" y="6410"/>
                  </a:cubicBezTo>
                  <a:cubicBezTo>
                    <a:pt x="153536" y="6429"/>
                    <a:pt x="154226" y="6448"/>
                    <a:pt x="154936" y="6468"/>
                  </a:cubicBezTo>
                  <a:cubicBezTo>
                    <a:pt x="156273" y="6532"/>
                    <a:pt x="156273" y="6532"/>
                    <a:pt x="157637" y="6596"/>
                  </a:cubicBezTo>
                  <a:cubicBezTo>
                    <a:pt x="158970" y="6648"/>
                    <a:pt x="158970" y="6648"/>
                    <a:pt x="160331" y="6701"/>
                  </a:cubicBezTo>
                  <a:cubicBezTo>
                    <a:pt x="161054" y="6850"/>
                    <a:pt x="161776" y="7000"/>
                    <a:pt x="162520" y="7154"/>
                  </a:cubicBezTo>
                  <a:cubicBezTo>
                    <a:pt x="162783" y="8143"/>
                    <a:pt x="163031" y="9135"/>
                    <a:pt x="163264" y="10131"/>
                  </a:cubicBezTo>
                  <a:cubicBezTo>
                    <a:pt x="165329" y="10576"/>
                    <a:pt x="165329" y="10576"/>
                    <a:pt x="167729" y="10549"/>
                  </a:cubicBezTo>
                  <a:cubicBezTo>
                    <a:pt x="170194" y="10599"/>
                    <a:pt x="170194" y="10599"/>
                    <a:pt x="172194" y="10875"/>
                  </a:cubicBezTo>
                  <a:cubicBezTo>
                    <a:pt x="172439" y="11612"/>
                    <a:pt x="172685" y="12348"/>
                    <a:pt x="172938" y="13107"/>
                  </a:cubicBezTo>
                  <a:cubicBezTo>
                    <a:pt x="175065" y="13427"/>
                    <a:pt x="177138" y="13435"/>
                    <a:pt x="179286" y="13477"/>
                  </a:cubicBezTo>
                  <a:cubicBezTo>
                    <a:pt x="179893" y="13600"/>
                    <a:pt x="180499" y="13724"/>
                    <a:pt x="181124" y="13852"/>
                  </a:cubicBezTo>
                  <a:cubicBezTo>
                    <a:pt x="181230" y="14340"/>
                    <a:pt x="181337" y="14828"/>
                    <a:pt x="181446" y="15331"/>
                  </a:cubicBezTo>
                  <a:cubicBezTo>
                    <a:pt x="181655" y="16072"/>
                    <a:pt x="181655" y="16072"/>
                    <a:pt x="181868" y="16828"/>
                  </a:cubicBezTo>
                  <a:cubicBezTo>
                    <a:pt x="184124" y="17358"/>
                    <a:pt x="184124" y="17358"/>
                    <a:pt x="186751" y="17386"/>
                  </a:cubicBezTo>
                  <a:cubicBezTo>
                    <a:pt x="188088" y="17450"/>
                    <a:pt x="188088" y="17450"/>
                    <a:pt x="189452" y="17514"/>
                  </a:cubicBezTo>
                  <a:cubicBezTo>
                    <a:pt x="190141" y="17533"/>
                    <a:pt x="190831" y="17552"/>
                    <a:pt x="191542" y="17572"/>
                  </a:cubicBezTo>
                  <a:cubicBezTo>
                    <a:pt x="191542" y="18309"/>
                    <a:pt x="191542" y="19046"/>
                    <a:pt x="191542" y="19805"/>
                  </a:cubicBezTo>
                  <a:cubicBezTo>
                    <a:pt x="193697" y="20502"/>
                    <a:pt x="195371" y="20540"/>
                    <a:pt x="197634" y="20363"/>
                  </a:cubicBezTo>
                  <a:cubicBezTo>
                    <a:pt x="198325" y="20424"/>
                    <a:pt x="199016" y="20486"/>
                    <a:pt x="199727" y="20549"/>
                  </a:cubicBezTo>
                  <a:cubicBezTo>
                    <a:pt x="200564" y="22363"/>
                    <a:pt x="200564" y="22363"/>
                    <a:pt x="201215" y="24269"/>
                  </a:cubicBezTo>
                  <a:cubicBezTo>
                    <a:pt x="201737" y="24362"/>
                    <a:pt x="202259" y="24454"/>
                    <a:pt x="202797" y="24549"/>
                  </a:cubicBezTo>
                  <a:cubicBezTo>
                    <a:pt x="203257" y="24702"/>
                    <a:pt x="203718" y="24856"/>
                    <a:pt x="204192" y="25014"/>
                  </a:cubicBezTo>
                  <a:cubicBezTo>
                    <a:pt x="204378" y="27665"/>
                    <a:pt x="204378" y="27665"/>
                    <a:pt x="204192" y="30223"/>
                  </a:cubicBezTo>
                  <a:cubicBezTo>
                    <a:pt x="203455" y="30223"/>
                    <a:pt x="202719" y="30223"/>
                    <a:pt x="201960" y="30223"/>
                  </a:cubicBezTo>
                  <a:cubicBezTo>
                    <a:pt x="201985" y="30805"/>
                    <a:pt x="202011" y="31387"/>
                    <a:pt x="202038" y="31987"/>
                  </a:cubicBezTo>
                  <a:cubicBezTo>
                    <a:pt x="202058" y="32740"/>
                    <a:pt x="202078" y="33493"/>
                    <a:pt x="202099" y="34269"/>
                  </a:cubicBezTo>
                  <a:cubicBezTo>
                    <a:pt x="202125" y="35020"/>
                    <a:pt x="202151" y="35771"/>
                    <a:pt x="202178" y="36545"/>
                  </a:cubicBezTo>
                  <a:cubicBezTo>
                    <a:pt x="202106" y="37160"/>
                    <a:pt x="202034" y="37775"/>
                    <a:pt x="201960" y="38408"/>
                  </a:cubicBezTo>
                  <a:cubicBezTo>
                    <a:pt x="201223" y="38654"/>
                    <a:pt x="200486" y="38899"/>
                    <a:pt x="199727" y="39152"/>
                  </a:cubicBezTo>
                  <a:cubicBezTo>
                    <a:pt x="199289" y="40900"/>
                    <a:pt x="199289" y="40900"/>
                    <a:pt x="199216" y="42920"/>
                  </a:cubicBezTo>
                  <a:cubicBezTo>
                    <a:pt x="199142" y="43945"/>
                    <a:pt x="199142" y="43945"/>
                    <a:pt x="199067" y="44992"/>
                  </a:cubicBezTo>
                  <a:cubicBezTo>
                    <a:pt x="199039" y="45521"/>
                    <a:pt x="199012" y="46049"/>
                    <a:pt x="198983" y="46594"/>
                  </a:cubicBezTo>
                  <a:cubicBezTo>
                    <a:pt x="198246" y="46594"/>
                    <a:pt x="197510" y="46594"/>
                    <a:pt x="196751" y="46594"/>
                  </a:cubicBezTo>
                  <a:cubicBezTo>
                    <a:pt x="196505" y="49049"/>
                    <a:pt x="196259" y="51505"/>
                    <a:pt x="196006" y="54035"/>
                  </a:cubicBezTo>
                  <a:cubicBezTo>
                    <a:pt x="195270" y="54035"/>
                    <a:pt x="194533" y="54035"/>
                    <a:pt x="193774" y="54035"/>
                  </a:cubicBezTo>
                  <a:cubicBezTo>
                    <a:pt x="193800" y="54564"/>
                    <a:pt x="193826" y="55092"/>
                    <a:pt x="193852" y="55637"/>
                  </a:cubicBezTo>
                  <a:cubicBezTo>
                    <a:pt x="193873" y="56321"/>
                    <a:pt x="193893" y="57005"/>
                    <a:pt x="193914" y="57709"/>
                  </a:cubicBezTo>
                  <a:cubicBezTo>
                    <a:pt x="193939" y="58391"/>
                    <a:pt x="193965" y="59073"/>
                    <a:pt x="193992" y="59776"/>
                  </a:cubicBezTo>
                  <a:cubicBezTo>
                    <a:pt x="193884" y="60618"/>
                    <a:pt x="193884" y="60618"/>
                    <a:pt x="193774" y="61477"/>
                  </a:cubicBezTo>
                  <a:cubicBezTo>
                    <a:pt x="193037" y="61722"/>
                    <a:pt x="192301" y="61968"/>
                    <a:pt x="191542" y="62221"/>
                  </a:cubicBezTo>
                  <a:cubicBezTo>
                    <a:pt x="191105" y="63796"/>
                    <a:pt x="191105" y="63796"/>
                    <a:pt x="191030" y="65616"/>
                  </a:cubicBezTo>
                  <a:cubicBezTo>
                    <a:pt x="190981" y="66231"/>
                    <a:pt x="190932" y="66846"/>
                    <a:pt x="190882" y="67479"/>
                  </a:cubicBezTo>
                  <a:cubicBezTo>
                    <a:pt x="190840" y="68191"/>
                    <a:pt x="190840" y="68191"/>
                    <a:pt x="190797" y="68918"/>
                  </a:cubicBezTo>
                  <a:cubicBezTo>
                    <a:pt x="190061" y="68918"/>
                    <a:pt x="189324" y="68918"/>
                    <a:pt x="188565" y="68918"/>
                  </a:cubicBezTo>
                  <a:cubicBezTo>
                    <a:pt x="188529" y="69393"/>
                    <a:pt x="188492" y="69868"/>
                    <a:pt x="188455" y="70357"/>
                  </a:cubicBezTo>
                  <a:cubicBezTo>
                    <a:pt x="188371" y="71279"/>
                    <a:pt x="188371" y="71279"/>
                    <a:pt x="188286" y="72220"/>
                  </a:cubicBezTo>
                  <a:cubicBezTo>
                    <a:pt x="188208" y="73139"/>
                    <a:pt x="188208" y="73139"/>
                    <a:pt x="188129" y="74077"/>
                  </a:cubicBezTo>
                  <a:cubicBezTo>
                    <a:pt x="188027" y="74585"/>
                    <a:pt x="187926" y="75092"/>
                    <a:pt x="187821" y="75615"/>
                  </a:cubicBezTo>
                  <a:cubicBezTo>
                    <a:pt x="187084" y="75984"/>
                    <a:pt x="187084" y="75984"/>
                    <a:pt x="186333" y="76359"/>
                  </a:cubicBezTo>
                  <a:cubicBezTo>
                    <a:pt x="185986" y="77770"/>
                    <a:pt x="185986" y="77770"/>
                    <a:pt x="185867" y="79382"/>
                  </a:cubicBezTo>
                  <a:cubicBezTo>
                    <a:pt x="185729" y="80833"/>
                    <a:pt x="185729" y="80833"/>
                    <a:pt x="185588" y="82312"/>
                  </a:cubicBezTo>
                  <a:cubicBezTo>
                    <a:pt x="184852" y="82312"/>
                    <a:pt x="184115" y="82312"/>
                    <a:pt x="183356" y="82312"/>
                  </a:cubicBezTo>
                  <a:cubicBezTo>
                    <a:pt x="183110" y="84768"/>
                    <a:pt x="182865" y="87224"/>
                    <a:pt x="182612" y="89754"/>
                  </a:cubicBezTo>
                  <a:cubicBezTo>
                    <a:pt x="182121" y="89754"/>
                    <a:pt x="181630" y="89754"/>
                    <a:pt x="181124" y="89754"/>
                  </a:cubicBezTo>
                  <a:cubicBezTo>
                    <a:pt x="180660" y="91249"/>
                    <a:pt x="180660" y="91249"/>
                    <a:pt x="180379" y="93056"/>
                  </a:cubicBezTo>
                  <a:cubicBezTo>
                    <a:pt x="180054" y="94913"/>
                    <a:pt x="180054" y="94913"/>
                    <a:pt x="179635" y="96451"/>
                  </a:cubicBezTo>
                  <a:cubicBezTo>
                    <a:pt x="179144" y="96697"/>
                    <a:pt x="178653" y="96942"/>
                    <a:pt x="178147" y="97195"/>
                  </a:cubicBezTo>
                  <a:cubicBezTo>
                    <a:pt x="177901" y="98055"/>
                    <a:pt x="177656" y="98914"/>
                    <a:pt x="177403" y="99800"/>
                  </a:cubicBezTo>
                  <a:cubicBezTo>
                    <a:pt x="177157" y="100659"/>
                    <a:pt x="176912" y="101519"/>
                    <a:pt x="176659" y="102404"/>
                  </a:cubicBezTo>
                  <a:cubicBezTo>
                    <a:pt x="176168" y="102650"/>
                    <a:pt x="175676" y="102895"/>
                    <a:pt x="175170" y="103148"/>
                  </a:cubicBezTo>
                  <a:cubicBezTo>
                    <a:pt x="175063" y="104008"/>
                    <a:pt x="174956" y="104867"/>
                    <a:pt x="174845" y="105753"/>
                  </a:cubicBezTo>
                  <a:cubicBezTo>
                    <a:pt x="174707" y="106612"/>
                    <a:pt x="174569" y="107472"/>
                    <a:pt x="174426" y="108357"/>
                  </a:cubicBezTo>
                  <a:cubicBezTo>
                    <a:pt x="173690" y="108603"/>
                    <a:pt x="172953" y="108849"/>
                    <a:pt x="172194" y="109102"/>
                  </a:cubicBezTo>
                  <a:cubicBezTo>
                    <a:pt x="172000" y="110605"/>
                    <a:pt x="171811" y="112111"/>
                    <a:pt x="171685" y="113622"/>
                  </a:cubicBezTo>
                  <a:cubicBezTo>
                    <a:pt x="171383" y="115462"/>
                    <a:pt x="170564" y="116057"/>
                    <a:pt x="169217" y="117287"/>
                  </a:cubicBezTo>
                  <a:cubicBezTo>
                    <a:pt x="169217" y="117932"/>
                    <a:pt x="169217" y="118576"/>
                    <a:pt x="169217" y="119240"/>
                  </a:cubicBezTo>
                  <a:cubicBezTo>
                    <a:pt x="169217" y="119824"/>
                    <a:pt x="169217" y="120407"/>
                    <a:pt x="169217" y="121008"/>
                  </a:cubicBezTo>
                  <a:cubicBezTo>
                    <a:pt x="168481" y="121253"/>
                    <a:pt x="167744" y="121499"/>
                    <a:pt x="166985" y="121752"/>
                  </a:cubicBezTo>
                  <a:cubicBezTo>
                    <a:pt x="166434" y="124001"/>
                    <a:pt x="166434" y="124001"/>
                    <a:pt x="166241" y="126217"/>
                  </a:cubicBezTo>
                  <a:cubicBezTo>
                    <a:pt x="165504" y="126217"/>
                    <a:pt x="164767" y="126217"/>
                    <a:pt x="164008" y="126217"/>
                  </a:cubicBezTo>
                  <a:cubicBezTo>
                    <a:pt x="163893" y="127621"/>
                    <a:pt x="163893" y="127621"/>
                    <a:pt x="163776" y="129054"/>
                  </a:cubicBezTo>
                  <a:cubicBezTo>
                    <a:pt x="163459" y="131713"/>
                    <a:pt x="162959" y="132559"/>
                    <a:pt x="161032" y="134402"/>
                  </a:cubicBezTo>
                  <a:cubicBezTo>
                    <a:pt x="161032" y="135170"/>
                    <a:pt x="161032" y="135937"/>
                    <a:pt x="161032" y="136728"/>
                  </a:cubicBezTo>
                  <a:cubicBezTo>
                    <a:pt x="161032" y="137434"/>
                    <a:pt x="161032" y="138140"/>
                    <a:pt x="161032" y="138867"/>
                  </a:cubicBezTo>
                  <a:cubicBezTo>
                    <a:pt x="160295" y="139113"/>
                    <a:pt x="159558" y="139358"/>
                    <a:pt x="158799" y="139611"/>
                  </a:cubicBezTo>
                  <a:cubicBezTo>
                    <a:pt x="158677" y="140241"/>
                    <a:pt x="158554" y="140870"/>
                    <a:pt x="158427" y="141518"/>
                  </a:cubicBezTo>
                  <a:cubicBezTo>
                    <a:pt x="158305" y="142117"/>
                    <a:pt x="158182" y="142715"/>
                    <a:pt x="158055" y="143332"/>
                  </a:cubicBezTo>
                  <a:cubicBezTo>
                    <a:pt x="157319" y="143332"/>
                    <a:pt x="156582" y="143332"/>
                    <a:pt x="155823" y="143332"/>
                  </a:cubicBezTo>
                  <a:cubicBezTo>
                    <a:pt x="155708" y="144759"/>
                    <a:pt x="155708" y="144759"/>
                    <a:pt x="155590" y="146216"/>
                  </a:cubicBezTo>
                  <a:cubicBezTo>
                    <a:pt x="155459" y="147838"/>
                    <a:pt x="155459" y="147838"/>
                    <a:pt x="155079" y="149285"/>
                  </a:cubicBezTo>
                  <a:cubicBezTo>
                    <a:pt x="154342" y="149776"/>
                    <a:pt x="153605" y="150267"/>
                    <a:pt x="152846" y="150773"/>
                  </a:cubicBezTo>
                  <a:cubicBezTo>
                    <a:pt x="152846" y="151403"/>
                    <a:pt x="152846" y="152032"/>
                    <a:pt x="152846" y="152680"/>
                  </a:cubicBezTo>
                  <a:cubicBezTo>
                    <a:pt x="152846" y="153279"/>
                    <a:pt x="152846" y="153877"/>
                    <a:pt x="152846" y="154494"/>
                  </a:cubicBezTo>
                  <a:cubicBezTo>
                    <a:pt x="152110" y="154740"/>
                    <a:pt x="151373" y="154985"/>
                    <a:pt x="150614" y="155238"/>
                  </a:cubicBezTo>
                  <a:cubicBezTo>
                    <a:pt x="150491" y="155975"/>
                    <a:pt x="150368" y="156712"/>
                    <a:pt x="150242" y="157471"/>
                  </a:cubicBezTo>
                  <a:cubicBezTo>
                    <a:pt x="150119" y="158207"/>
                    <a:pt x="149996" y="158944"/>
                    <a:pt x="149870" y="159703"/>
                  </a:cubicBezTo>
                  <a:cubicBezTo>
                    <a:pt x="149133" y="159949"/>
                    <a:pt x="148396" y="160194"/>
                    <a:pt x="147637" y="160447"/>
                  </a:cubicBezTo>
                  <a:cubicBezTo>
                    <a:pt x="147380" y="162182"/>
                    <a:pt x="147133" y="163919"/>
                    <a:pt x="146893" y="165656"/>
                  </a:cubicBezTo>
                  <a:cubicBezTo>
                    <a:pt x="145777" y="166958"/>
                    <a:pt x="145777" y="166958"/>
                    <a:pt x="144661" y="167889"/>
                  </a:cubicBezTo>
                  <a:cubicBezTo>
                    <a:pt x="144415" y="168625"/>
                    <a:pt x="144170" y="169362"/>
                    <a:pt x="143917" y="170121"/>
                  </a:cubicBezTo>
                  <a:cubicBezTo>
                    <a:pt x="143425" y="170367"/>
                    <a:pt x="142934" y="170612"/>
                    <a:pt x="142428" y="170865"/>
                  </a:cubicBezTo>
                  <a:cubicBezTo>
                    <a:pt x="141939" y="173119"/>
                    <a:pt x="141939" y="173119"/>
                    <a:pt x="141684" y="175330"/>
                  </a:cubicBezTo>
                  <a:cubicBezTo>
                    <a:pt x="141193" y="175330"/>
                    <a:pt x="140702" y="175330"/>
                    <a:pt x="140196" y="175330"/>
                  </a:cubicBezTo>
                  <a:cubicBezTo>
                    <a:pt x="139643" y="176619"/>
                    <a:pt x="139643" y="176619"/>
                    <a:pt x="139080" y="177935"/>
                  </a:cubicBezTo>
                  <a:cubicBezTo>
                    <a:pt x="138527" y="179224"/>
                    <a:pt x="138527" y="179224"/>
                    <a:pt x="137963" y="180539"/>
                  </a:cubicBezTo>
                  <a:cubicBezTo>
                    <a:pt x="137472" y="180539"/>
                    <a:pt x="136981" y="180539"/>
                    <a:pt x="136475" y="180539"/>
                  </a:cubicBezTo>
                  <a:cubicBezTo>
                    <a:pt x="136221" y="181778"/>
                    <a:pt x="135973" y="183018"/>
                    <a:pt x="135731" y="184260"/>
                  </a:cubicBezTo>
                  <a:cubicBezTo>
                    <a:pt x="135240" y="184505"/>
                    <a:pt x="134749" y="184751"/>
                    <a:pt x="134243" y="185004"/>
                  </a:cubicBezTo>
                  <a:cubicBezTo>
                    <a:pt x="134135" y="185725"/>
                    <a:pt x="134028" y="186447"/>
                    <a:pt x="133917" y="187190"/>
                  </a:cubicBezTo>
                  <a:cubicBezTo>
                    <a:pt x="133779" y="187942"/>
                    <a:pt x="133641" y="188694"/>
                    <a:pt x="133499" y="189469"/>
                  </a:cubicBezTo>
                  <a:cubicBezTo>
                    <a:pt x="132762" y="189960"/>
                    <a:pt x="132025" y="190451"/>
                    <a:pt x="131266" y="190957"/>
                  </a:cubicBezTo>
                  <a:cubicBezTo>
                    <a:pt x="131143" y="191448"/>
                    <a:pt x="131021" y="191939"/>
                    <a:pt x="130894" y="192445"/>
                  </a:cubicBezTo>
                  <a:cubicBezTo>
                    <a:pt x="130522" y="193934"/>
                    <a:pt x="130522" y="193934"/>
                    <a:pt x="128290" y="195422"/>
                  </a:cubicBezTo>
                  <a:cubicBezTo>
                    <a:pt x="128167" y="195944"/>
                    <a:pt x="128044" y="196465"/>
                    <a:pt x="127918" y="197003"/>
                  </a:cubicBezTo>
                  <a:cubicBezTo>
                    <a:pt x="127795" y="197464"/>
                    <a:pt x="127672" y="197924"/>
                    <a:pt x="127545" y="198398"/>
                  </a:cubicBezTo>
                  <a:cubicBezTo>
                    <a:pt x="126809" y="198398"/>
                    <a:pt x="126072" y="198398"/>
                    <a:pt x="125313" y="198398"/>
                  </a:cubicBezTo>
                  <a:cubicBezTo>
                    <a:pt x="125359" y="199120"/>
                    <a:pt x="125405" y="199841"/>
                    <a:pt x="125453" y="200584"/>
                  </a:cubicBezTo>
                  <a:cubicBezTo>
                    <a:pt x="125407" y="201336"/>
                    <a:pt x="125360" y="202088"/>
                    <a:pt x="125313" y="202863"/>
                  </a:cubicBezTo>
                  <a:cubicBezTo>
                    <a:pt x="124576" y="203109"/>
                    <a:pt x="123840" y="203354"/>
                    <a:pt x="123081" y="203607"/>
                  </a:cubicBezTo>
                  <a:cubicBezTo>
                    <a:pt x="122557" y="205086"/>
                    <a:pt x="122060" y="206575"/>
                    <a:pt x="121592" y="208072"/>
                  </a:cubicBezTo>
                  <a:cubicBezTo>
                    <a:pt x="121101" y="208318"/>
                    <a:pt x="120610" y="208563"/>
                    <a:pt x="120104" y="208816"/>
                  </a:cubicBezTo>
                  <a:cubicBezTo>
                    <a:pt x="119981" y="209307"/>
                    <a:pt x="119858" y="209799"/>
                    <a:pt x="119732" y="210305"/>
                  </a:cubicBezTo>
                  <a:cubicBezTo>
                    <a:pt x="119609" y="210796"/>
                    <a:pt x="119486" y="211287"/>
                    <a:pt x="119360" y="211793"/>
                  </a:cubicBezTo>
                  <a:cubicBezTo>
                    <a:pt x="118869" y="212038"/>
                    <a:pt x="118378" y="212284"/>
                    <a:pt x="117872" y="212537"/>
                  </a:cubicBezTo>
                  <a:cubicBezTo>
                    <a:pt x="117764" y="213120"/>
                    <a:pt x="117657" y="213703"/>
                    <a:pt x="117546" y="214304"/>
                  </a:cubicBezTo>
                  <a:cubicBezTo>
                    <a:pt x="117066" y="216547"/>
                    <a:pt x="116569" y="217003"/>
                    <a:pt x="114895" y="218490"/>
                  </a:cubicBezTo>
                  <a:cubicBezTo>
                    <a:pt x="113400" y="220257"/>
                    <a:pt x="112095" y="221848"/>
                    <a:pt x="111081" y="223932"/>
                  </a:cubicBezTo>
                  <a:cubicBezTo>
                    <a:pt x="110866" y="224346"/>
                    <a:pt x="110652" y="224760"/>
                    <a:pt x="110430" y="225187"/>
                  </a:cubicBezTo>
                  <a:cubicBezTo>
                    <a:pt x="109939" y="225187"/>
                    <a:pt x="109448" y="225187"/>
                    <a:pt x="108942" y="225187"/>
                  </a:cubicBezTo>
                  <a:cubicBezTo>
                    <a:pt x="108574" y="226108"/>
                    <a:pt x="108574" y="226108"/>
                    <a:pt x="108198" y="227048"/>
                  </a:cubicBezTo>
                  <a:cubicBezTo>
                    <a:pt x="107829" y="227969"/>
                    <a:pt x="107829" y="227969"/>
                    <a:pt x="107454" y="228908"/>
                  </a:cubicBezTo>
                  <a:cubicBezTo>
                    <a:pt x="106963" y="228908"/>
                    <a:pt x="106471" y="228908"/>
                    <a:pt x="105965" y="228908"/>
                  </a:cubicBezTo>
                  <a:cubicBezTo>
                    <a:pt x="106011" y="229507"/>
                    <a:pt x="106057" y="230105"/>
                    <a:pt x="106105" y="230722"/>
                  </a:cubicBezTo>
                  <a:cubicBezTo>
                    <a:pt x="106059" y="231351"/>
                    <a:pt x="106013" y="231981"/>
                    <a:pt x="105965" y="232629"/>
                  </a:cubicBezTo>
                  <a:cubicBezTo>
                    <a:pt x="105229" y="232874"/>
                    <a:pt x="104492" y="233120"/>
                    <a:pt x="103733" y="233373"/>
                  </a:cubicBezTo>
                  <a:cubicBezTo>
                    <a:pt x="103462" y="234608"/>
                    <a:pt x="103212" y="235849"/>
                    <a:pt x="102989" y="237094"/>
                  </a:cubicBezTo>
                  <a:cubicBezTo>
                    <a:pt x="102498" y="237094"/>
                    <a:pt x="102007" y="237094"/>
                    <a:pt x="101501" y="237094"/>
                  </a:cubicBezTo>
                  <a:cubicBezTo>
                    <a:pt x="101393" y="237539"/>
                    <a:pt x="101286" y="237984"/>
                    <a:pt x="101175" y="238442"/>
                  </a:cubicBezTo>
                  <a:cubicBezTo>
                    <a:pt x="100671" y="240404"/>
                    <a:pt x="99996" y="240940"/>
                    <a:pt x="98524" y="242303"/>
                  </a:cubicBezTo>
                  <a:cubicBezTo>
                    <a:pt x="97029" y="244069"/>
                    <a:pt x="95724" y="245660"/>
                    <a:pt x="94710" y="247744"/>
                  </a:cubicBezTo>
                  <a:cubicBezTo>
                    <a:pt x="94495" y="248159"/>
                    <a:pt x="94281" y="248573"/>
                    <a:pt x="94059" y="249000"/>
                  </a:cubicBezTo>
                  <a:cubicBezTo>
                    <a:pt x="93568" y="249000"/>
                    <a:pt x="93077" y="249000"/>
                    <a:pt x="92571" y="249000"/>
                  </a:cubicBezTo>
                  <a:cubicBezTo>
                    <a:pt x="92202" y="249921"/>
                    <a:pt x="92202" y="249921"/>
                    <a:pt x="91827" y="250860"/>
                  </a:cubicBezTo>
                  <a:cubicBezTo>
                    <a:pt x="91458" y="251781"/>
                    <a:pt x="91458" y="251781"/>
                    <a:pt x="91083" y="252721"/>
                  </a:cubicBezTo>
                  <a:cubicBezTo>
                    <a:pt x="90591" y="252721"/>
                    <a:pt x="90100" y="252721"/>
                    <a:pt x="89594" y="252721"/>
                  </a:cubicBezTo>
                  <a:cubicBezTo>
                    <a:pt x="89487" y="253166"/>
                    <a:pt x="89379" y="253611"/>
                    <a:pt x="89269" y="254069"/>
                  </a:cubicBezTo>
                  <a:cubicBezTo>
                    <a:pt x="88770" y="256009"/>
                    <a:pt x="88099" y="256619"/>
                    <a:pt x="86618" y="257930"/>
                  </a:cubicBezTo>
                  <a:cubicBezTo>
                    <a:pt x="84907" y="259509"/>
                    <a:pt x="84406" y="260100"/>
                    <a:pt x="83641" y="262394"/>
                  </a:cubicBezTo>
                  <a:cubicBezTo>
                    <a:pt x="82418" y="263652"/>
                    <a:pt x="81175" y="264889"/>
                    <a:pt x="79920" y="266115"/>
                  </a:cubicBezTo>
                  <a:cubicBezTo>
                    <a:pt x="78168" y="268052"/>
                    <a:pt x="76508" y="269908"/>
                    <a:pt x="75409" y="272301"/>
                  </a:cubicBezTo>
                  <a:cubicBezTo>
                    <a:pt x="75064" y="272922"/>
                    <a:pt x="75064" y="272922"/>
                    <a:pt x="74711" y="273557"/>
                  </a:cubicBezTo>
                  <a:cubicBezTo>
                    <a:pt x="74190" y="273679"/>
                    <a:pt x="73668" y="273802"/>
                    <a:pt x="73130" y="273929"/>
                  </a:cubicBezTo>
                  <a:cubicBezTo>
                    <a:pt x="72670" y="274051"/>
                    <a:pt x="72209" y="274174"/>
                    <a:pt x="71735" y="274301"/>
                  </a:cubicBezTo>
                  <a:cubicBezTo>
                    <a:pt x="71735" y="275283"/>
                    <a:pt x="71735" y="276265"/>
                    <a:pt x="71735" y="277277"/>
                  </a:cubicBezTo>
                  <a:cubicBezTo>
                    <a:pt x="70998" y="277032"/>
                    <a:pt x="70262" y="276786"/>
                    <a:pt x="69502" y="276533"/>
                  </a:cubicBezTo>
                  <a:cubicBezTo>
                    <a:pt x="69134" y="275428"/>
                    <a:pt x="69134" y="275428"/>
                    <a:pt x="68758" y="274301"/>
                  </a:cubicBezTo>
                  <a:cubicBezTo>
                    <a:pt x="68267" y="274193"/>
                    <a:pt x="67776" y="274086"/>
                    <a:pt x="67270" y="273975"/>
                  </a:cubicBezTo>
                  <a:cubicBezTo>
                    <a:pt x="66779" y="273837"/>
                    <a:pt x="66288" y="273699"/>
                    <a:pt x="65782" y="273557"/>
                  </a:cubicBezTo>
                  <a:cubicBezTo>
                    <a:pt x="65505" y="272572"/>
                    <a:pt x="65256" y="271579"/>
                    <a:pt x="65038" y="270580"/>
                  </a:cubicBezTo>
                  <a:cubicBezTo>
                    <a:pt x="64301" y="270334"/>
                    <a:pt x="63564" y="270089"/>
                    <a:pt x="62805" y="269836"/>
                  </a:cubicBezTo>
                  <a:cubicBezTo>
                    <a:pt x="62437" y="268731"/>
                    <a:pt x="62437" y="268731"/>
                    <a:pt x="62061" y="267603"/>
                  </a:cubicBezTo>
                  <a:cubicBezTo>
                    <a:pt x="61570" y="267481"/>
                    <a:pt x="61079" y="267358"/>
                    <a:pt x="60573" y="267231"/>
                  </a:cubicBezTo>
                  <a:cubicBezTo>
                    <a:pt x="60082" y="267109"/>
                    <a:pt x="59591" y="266986"/>
                    <a:pt x="59085" y="266859"/>
                  </a:cubicBezTo>
                  <a:cubicBezTo>
                    <a:pt x="58716" y="265754"/>
                    <a:pt x="58716" y="265754"/>
                    <a:pt x="58340" y="264627"/>
                  </a:cubicBezTo>
                  <a:cubicBezTo>
                    <a:pt x="56452" y="262589"/>
                    <a:pt x="54702" y="260961"/>
                    <a:pt x="52387" y="259418"/>
                  </a:cubicBezTo>
                  <a:cubicBezTo>
                    <a:pt x="52019" y="258313"/>
                    <a:pt x="52019" y="258313"/>
                    <a:pt x="51643" y="257185"/>
                  </a:cubicBezTo>
                  <a:cubicBezTo>
                    <a:pt x="51167" y="257078"/>
                    <a:pt x="50692" y="256971"/>
                    <a:pt x="50201" y="256860"/>
                  </a:cubicBezTo>
                  <a:cubicBezTo>
                    <a:pt x="49695" y="256722"/>
                    <a:pt x="49188" y="256584"/>
                    <a:pt x="48667" y="256441"/>
                  </a:cubicBezTo>
                  <a:cubicBezTo>
                    <a:pt x="47829" y="254907"/>
                    <a:pt x="47829" y="254907"/>
                    <a:pt x="47178" y="253465"/>
                  </a:cubicBezTo>
                  <a:cubicBezTo>
                    <a:pt x="46687" y="253465"/>
                    <a:pt x="46196" y="253465"/>
                    <a:pt x="45690" y="253465"/>
                  </a:cubicBezTo>
                  <a:cubicBezTo>
                    <a:pt x="45391" y="252843"/>
                    <a:pt x="45391" y="252843"/>
                    <a:pt x="45085" y="252209"/>
                  </a:cubicBezTo>
                  <a:cubicBezTo>
                    <a:pt x="43530" y="249181"/>
                    <a:pt x="41478" y="247100"/>
                    <a:pt x="38249" y="246023"/>
                  </a:cubicBezTo>
                  <a:cubicBezTo>
                    <a:pt x="38003" y="245287"/>
                    <a:pt x="37757" y="244550"/>
                    <a:pt x="37504" y="243791"/>
                  </a:cubicBezTo>
                  <a:cubicBezTo>
                    <a:pt x="37029" y="243684"/>
                    <a:pt x="36553" y="243576"/>
                    <a:pt x="36063" y="243465"/>
                  </a:cubicBezTo>
                  <a:cubicBezTo>
                    <a:pt x="35556" y="243327"/>
                    <a:pt x="35050" y="243189"/>
                    <a:pt x="34528" y="243047"/>
                  </a:cubicBezTo>
                  <a:cubicBezTo>
                    <a:pt x="34004" y="242069"/>
                    <a:pt x="33513" y="241073"/>
                    <a:pt x="33040" y="240070"/>
                  </a:cubicBezTo>
                  <a:cubicBezTo>
                    <a:pt x="30478" y="237219"/>
                    <a:pt x="30478" y="237219"/>
                    <a:pt x="27086" y="235605"/>
                  </a:cubicBezTo>
                  <a:cubicBezTo>
                    <a:pt x="26718" y="234500"/>
                    <a:pt x="26718" y="234500"/>
                    <a:pt x="26342" y="233373"/>
                  </a:cubicBezTo>
                  <a:cubicBezTo>
                    <a:pt x="25851" y="233266"/>
                    <a:pt x="25360" y="233158"/>
                    <a:pt x="24854" y="233047"/>
                  </a:cubicBezTo>
                  <a:cubicBezTo>
                    <a:pt x="24363" y="232909"/>
                    <a:pt x="23872" y="232771"/>
                    <a:pt x="23366" y="232629"/>
                  </a:cubicBezTo>
                  <a:cubicBezTo>
                    <a:pt x="23258" y="232138"/>
                    <a:pt x="23151" y="231647"/>
                    <a:pt x="23040" y="231141"/>
                  </a:cubicBezTo>
                  <a:cubicBezTo>
                    <a:pt x="22902" y="230649"/>
                    <a:pt x="22764" y="230158"/>
                    <a:pt x="22622" y="229652"/>
                  </a:cubicBezTo>
                  <a:cubicBezTo>
                    <a:pt x="21388" y="229375"/>
                    <a:pt x="20147" y="229126"/>
                    <a:pt x="18901" y="228908"/>
                  </a:cubicBezTo>
                  <a:cubicBezTo>
                    <a:pt x="18533" y="227803"/>
                    <a:pt x="18533" y="227803"/>
                    <a:pt x="18157" y="226676"/>
                  </a:cubicBezTo>
                  <a:cubicBezTo>
                    <a:pt x="17420" y="226430"/>
                    <a:pt x="16683" y="226185"/>
                    <a:pt x="15924" y="225932"/>
                  </a:cubicBezTo>
                  <a:cubicBezTo>
                    <a:pt x="14984" y="222798"/>
                    <a:pt x="14930" y="220708"/>
                    <a:pt x="16436" y="217839"/>
                  </a:cubicBezTo>
                  <a:cubicBezTo>
                    <a:pt x="18157" y="215514"/>
                    <a:pt x="18157" y="215514"/>
                    <a:pt x="19785" y="214956"/>
                  </a:cubicBezTo>
                  <a:cubicBezTo>
                    <a:pt x="20230" y="214894"/>
                    <a:pt x="20675" y="214833"/>
                    <a:pt x="21133" y="214769"/>
                  </a:cubicBezTo>
                  <a:cubicBezTo>
                    <a:pt x="21379" y="214033"/>
                    <a:pt x="21624" y="213296"/>
                    <a:pt x="21877" y="212537"/>
                  </a:cubicBezTo>
                  <a:cubicBezTo>
                    <a:pt x="22614" y="212291"/>
                    <a:pt x="23351" y="212046"/>
                    <a:pt x="24110" y="211793"/>
                  </a:cubicBezTo>
                  <a:cubicBezTo>
                    <a:pt x="24355" y="211056"/>
                    <a:pt x="24601" y="210320"/>
                    <a:pt x="24854" y="209560"/>
                  </a:cubicBezTo>
                  <a:cubicBezTo>
                    <a:pt x="25591" y="209069"/>
                    <a:pt x="26327" y="208578"/>
                    <a:pt x="27086" y="208072"/>
                  </a:cubicBezTo>
                  <a:cubicBezTo>
                    <a:pt x="27332" y="207336"/>
                    <a:pt x="27578" y="206599"/>
                    <a:pt x="27831" y="205840"/>
                  </a:cubicBezTo>
                  <a:cubicBezTo>
                    <a:pt x="29071" y="204600"/>
                    <a:pt x="30311" y="203359"/>
                    <a:pt x="31551" y="202119"/>
                  </a:cubicBezTo>
                  <a:cubicBezTo>
                    <a:pt x="31797" y="201597"/>
                    <a:pt x="32042" y="201075"/>
                    <a:pt x="32295" y="200538"/>
                  </a:cubicBezTo>
                  <a:cubicBezTo>
                    <a:pt x="33040" y="199143"/>
                    <a:pt x="33040" y="199143"/>
                    <a:pt x="34714" y="198212"/>
                  </a:cubicBezTo>
                  <a:cubicBezTo>
                    <a:pt x="37260" y="196592"/>
                    <a:pt x="38549" y="194648"/>
                    <a:pt x="40234" y="192181"/>
                  </a:cubicBezTo>
                  <a:cubicBezTo>
                    <a:pt x="40561" y="191777"/>
                    <a:pt x="40888" y="191373"/>
                    <a:pt x="41225" y="190957"/>
                  </a:cubicBezTo>
                  <a:cubicBezTo>
                    <a:pt x="41716" y="190957"/>
                    <a:pt x="42207" y="190957"/>
                    <a:pt x="42713" y="190957"/>
                  </a:cubicBezTo>
                  <a:cubicBezTo>
                    <a:pt x="42806" y="190543"/>
                    <a:pt x="42898" y="190128"/>
                    <a:pt x="42992" y="189701"/>
                  </a:cubicBezTo>
                  <a:cubicBezTo>
                    <a:pt x="43620" y="187379"/>
                    <a:pt x="44823" y="186017"/>
                    <a:pt x="46434" y="184260"/>
                  </a:cubicBezTo>
                  <a:cubicBezTo>
                    <a:pt x="46925" y="184260"/>
                    <a:pt x="47416" y="184260"/>
                    <a:pt x="47922" y="184260"/>
                  </a:cubicBezTo>
                  <a:cubicBezTo>
                    <a:pt x="48168" y="183646"/>
                    <a:pt x="48414" y="183032"/>
                    <a:pt x="48667" y="182399"/>
                  </a:cubicBezTo>
                  <a:cubicBezTo>
                    <a:pt x="48912" y="181785"/>
                    <a:pt x="49158" y="181172"/>
                    <a:pt x="49411" y="180539"/>
                  </a:cubicBezTo>
                  <a:cubicBezTo>
                    <a:pt x="49902" y="180539"/>
                    <a:pt x="50393" y="180539"/>
                    <a:pt x="50899" y="180539"/>
                  </a:cubicBezTo>
                  <a:cubicBezTo>
                    <a:pt x="51098" y="179756"/>
                    <a:pt x="51298" y="178974"/>
                    <a:pt x="51504" y="178167"/>
                  </a:cubicBezTo>
                  <a:cubicBezTo>
                    <a:pt x="52496" y="174982"/>
                    <a:pt x="53699" y="173837"/>
                    <a:pt x="56108" y="171609"/>
                  </a:cubicBezTo>
                  <a:cubicBezTo>
                    <a:pt x="56626" y="170628"/>
                    <a:pt x="57129" y="169639"/>
                    <a:pt x="57596" y="168633"/>
                  </a:cubicBezTo>
                  <a:cubicBezTo>
                    <a:pt x="58087" y="168387"/>
                    <a:pt x="58578" y="168142"/>
                    <a:pt x="59085" y="167889"/>
                  </a:cubicBezTo>
                  <a:cubicBezTo>
                    <a:pt x="59330" y="167397"/>
                    <a:pt x="59576" y="166906"/>
                    <a:pt x="59829" y="166400"/>
                  </a:cubicBezTo>
                  <a:cubicBezTo>
                    <a:pt x="60573" y="164912"/>
                    <a:pt x="60573" y="164912"/>
                    <a:pt x="62061" y="164168"/>
                  </a:cubicBezTo>
                  <a:cubicBezTo>
                    <a:pt x="62169" y="163661"/>
                    <a:pt x="62276" y="163155"/>
                    <a:pt x="62387" y="162633"/>
                  </a:cubicBezTo>
                  <a:cubicBezTo>
                    <a:pt x="62594" y="161919"/>
                    <a:pt x="62594" y="161919"/>
                    <a:pt x="62805" y="161191"/>
                  </a:cubicBezTo>
                  <a:cubicBezTo>
                    <a:pt x="63542" y="161191"/>
                    <a:pt x="64279" y="161191"/>
                    <a:pt x="65038" y="161191"/>
                  </a:cubicBezTo>
                  <a:cubicBezTo>
                    <a:pt x="64992" y="160501"/>
                    <a:pt x="64946" y="159810"/>
                    <a:pt x="64898" y="159098"/>
                  </a:cubicBezTo>
                  <a:cubicBezTo>
                    <a:pt x="65038" y="156727"/>
                    <a:pt x="65038" y="156727"/>
                    <a:pt x="65968" y="155564"/>
                  </a:cubicBezTo>
                  <a:cubicBezTo>
                    <a:pt x="66398" y="155211"/>
                    <a:pt x="66827" y="154858"/>
                    <a:pt x="67270" y="154494"/>
                  </a:cubicBezTo>
                  <a:cubicBezTo>
                    <a:pt x="68765" y="152728"/>
                    <a:pt x="70070" y="151137"/>
                    <a:pt x="71084" y="149053"/>
                  </a:cubicBezTo>
                  <a:cubicBezTo>
                    <a:pt x="71406" y="148431"/>
                    <a:pt x="71406" y="148431"/>
                    <a:pt x="71735" y="147797"/>
                  </a:cubicBezTo>
                  <a:cubicBezTo>
                    <a:pt x="72226" y="147797"/>
                    <a:pt x="72717" y="147797"/>
                    <a:pt x="73223" y="147797"/>
                  </a:cubicBezTo>
                  <a:cubicBezTo>
                    <a:pt x="73477" y="146558"/>
                    <a:pt x="73725" y="145318"/>
                    <a:pt x="73967" y="144076"/>
                  </a:cubicBezTo>
                  <a:cubicBezTo>
                    <a:pt x="74458" y="143831"/>
                    <a:pt x="74950" y="143585"/>
                    <a:pt x="75456" y="143332"/>
                  </a:cubicBezTo>
                  <a:cubicBezTo>
                    <a:pt x="75563" y="142749"/>
                    <a:pt x="75670" y="142166"/>
                    <a:pt x="75781" y="141565"/>
                  </a:cubicBezTo>
                  <a:cubicBezTo>
                    <a:pt x="76255" y="139352"/>
                    <a:pt x="76814" y="138868"/>
                    <a:pt x="78432" y="137379"/>
                  </a:cubicBezTo>
                  <a:cubicBezTo>
                    <a:pt x="78693" y="136842"/>
                    <a:pt x="78954" y="136305"/>
                    <a:pt x="79223" y="135751"/>
                  </a:cubicBezTo>
                  <a:cubicBezTo>
                    <a:pt x="79453" y="135306"/>
                    <a:pt x="79683" y="134861"/>
                    <a:pt x="79920" y="134402"/>
                  </a:cubicBezTo>
                  <a:cubicBezTo>
                    <a:pt x="80412" y="134402"/>
                    <a:pt x="80903" y="134402"/>
                    <a:pt x="81409" y="134402"/>
                  </a:cubicBezTo>
                  <a:cubicBezTo>
                    <a:pt x="81663" y="133163"/>
                    <a:pt x="81911" y="131923"/>
                    <a:pt x="82153" y="130682"/>
                  </a:cubicBezTo>
                  <a:cubicBezTo>
                    <a:pt x="82644" y="130436"/>
                    <a:pt x="83135" y="130190"/>
                    <a:pt x="83641" y="129937"/>
                  </a:cubicBezTo>
                  <a:cubicBezTo>
                    <a:pt x="83802" y="128878"/>
                    <a:pt x="83802" y="128878"/>
                    <a:pt x="83967" y="127798"/>
                  </a:cubicBezTo>
                  <a:cubicBezTo>
                    <a:pt x="84421" y="125274"/>
                    <a:pt x="84821" y="124887"/>
                    <a:pt x="86618" y="123240"/>
                  </a:cubicBezTo>
                  <a:cubicBezTo>
                    <a:pt x="86741" y="122703"/>
                    <a:pt x="86863" y="122166"/>
                    <a:pt x="86990" y="121612"/>
                  </a:cubicBezTo>
                  <a:cubicBezTo>
                    <a:pt x="87113" y="121167"/>
                    <a:pt x="87235" y="120722"/>
                    <a:pt x="87362" y="120264"/>
                  </a:cubicBezTo>
                  <a:cubicBezTo>
                    <a:pt x="88099" y="120264"/>
                    <a:pt x="88835" y="120264"/>
                    <a:pt x="89594" y="120264"/>
                  </a:cubicBezTo>
                  <a:cubicBezTo>
                    <a:pt x="89548" y="119542"/>
                    <a:pt x="89502" y="118821"/>
                    <a:pt x="89455" y="118078"/>
                  </a:cubicBezTo>
                  <a:cubicBezTo>
                    <a:pt x="89501" y="117326"/>
                    <a:pt x="89547" y="116574"/>
                    <a:pt x="89594" y="115799"/>
                  </a:cubicBezTo>
                  <a:cubicBezTo>
                    <a:pt x="90331" y="115553"/>
                    <a:pt x="91068" y="115308"/>
                    <a:pt x="91827" y="115055"/>
                  </a:cubicBezTo>
                  <a:cubicBezTo>
                    <a:pt x="92379" y="112431"/>
                    <a:pt x="92379" y="112431"/>
                    <a:pt x="92571" y="109846"/>
                  </a:cubicBezTo>
                  <a:cubicBezTo>
                    <a:pt x="93308" y="109846"/>
                    <a:pt x="94044" y="109846"/>
                    <a:pt x="94803" y="109846"/>
                  </a:cubicBezTo>
                  <a:cubicBezTo>
                    <a:pt x="95179" y="108619"/>
                    <a:pt x="95544" y="107389"/>
                    <a:pt x="95847" y="106142"/>
                  </a:cubicBezTo>
                  <a:cubicBezTo>
                    <a:pt x="96593" y="103618"/>
                    <a:pt x="97831" y="101629"/>
                    <a:pt x="99268" y="99428"/>
                  </a:cubicBezTo>
                  <a:cubicBezTo>
                    <a:pt x="99759" y="99428"/>
                    <a:pt x="100250" y="99428"/>
                    <a:pt x="100756" y="99428"/>
                  </a:cubicBezTo>
                  <a:cubicBezTo>
                    <a:pt x="100710" y="98461"/>
                    <a:pt x="100664" y="97494"/>
                    <a:pt x="100617" y="96498"/>
                  </a:cubicBezTo>
                  <a:cubicBezTo>
                    <a:pt x="100538" y="94849"/>
                    <a:pt x="100538" y="94849"/>
                    <a:pt x="100756" y="93475"/>
                  </a:cubicBezTo>
                  <a:cubicBezTo>
                    <a:pt x="101493" y="93229"/>
                    <a:pt x="102230" y="92983"/>
                    <a:pt x="102989" y="92730"/>
                  </a:cubicBezTo>
                  <a:cubicBezTo>
                    <a:pt x="103267" y="90999"/>
                    <a:pt x="103515" y="89262"/>
                    <a:pt x="103733" y="87521"/>
                  </a:cubicBezTo>
                  <a:cubicBezTo>
                    <a:pt x="104224" y="87276"/>
                    <a:pt x="104715" y="87030"/>
                    <a:pt x="105221" y="86777"/>
                  </a:cubicBezTo>
                  <a:cubicBezTo>
                    <a:pt x="105711" y="84523"/>
                    <a:pt x="105711" y="84523"/>
                    <a:pt x="105965" y="82312"/>
                  </a:cubicBezTo>
                  <a:cubicBezTo>
                    <a:pt x="106702" y="82312"/>
                    <a:pt x="107439" y="82312"/>
                    <a:pt x="108198" y="82312"/>
                  </a:cubicBezTo>
                  <a:cubicBezTo>
                    <a:pt x="108275" y="81376"/>
                    <a:pt x="108351" y="80440"/>
                    <a:pt x="108430" y="79475"/>
                  </a:cubicBezTo>
                  <a:cubicBezTo>
                    <a:pt x="108750" y="76834"/>
                    <a:pt x="109209" y="75928"/>
                    <a:pt x="111174" y="74127"/>
                  </a:cubicBezTo>
                  <a:cubicBezTo>
                    <a:pt x="111715" y="71814"/>
                    <a:pt x="111715" y="71814"/>
                    <a:pt x="111919" y="69662"/>
                  </a:cubicBezTo>
                  <a:cubicBezTo>
                    <a:pt x="112655" y="69662"/>
                    <a:pt x="113392" y="69662"/>
                    <a:pt x="114151" y="69662"/>
                  </a:cubicBezTo>
                  <a:cubicBezTo>
                    <a:pt x="114125" y="69187"/>
                    <a:pt x="114099" y="68712"/>
                    <a:pt x="114072" y="68223"/>
                  </a:cubicBezTo>
                  <a:cubicBezTo>
                    <a:pt x="114052" y="67608"/>
                    <a:pt x="114032" y="66993"/>
                    <a:pt x="114011" y="66360"/>
                  </a:cubicBezTo>
                  <a:cubicBezTo>
                    <a:pt x="113985" y="65747"/>
                    <a:pt x="113960" y="65134"/>
                    <a:pt x="113933" y="64503"/>
                  </a:cubicBezTo>
                  <a:cubicBezTo>
                    <a:pt x="114005" y="63995"/>
                    <a:pt x="114077" y="63488"/>
                    <a:pt x="114151" y="62965"/>
                  </a:cubicBezTo>
                  <a:cubicBezTo>
                    <a:pt x="114888" y="62719"/>
                    <a:pt x="115624" y="62474"/>
                    <a:pt x="116383" y="62221"/>
                  </a:cubicBezTo>
                  <a:cubicBezTo>
                    <a:pt x="116735" y="60837"/>
                    <a:pt x="116735" y="60837"/>
                    <a:pt x="116755" y="59244"/>
                  </a:cubicBezTo>
                  <a:cubicBezTo>
                    <a:pt x="116825" y="57616"/>
                    <a:pt x="116825" y="57616"/>
                    <a:pt x="117127" y="56268"/>
                  </a:cubicBezTo>
                  <a:cubicBezTo>
                    <a:pt x="117864" y="56022"/>
                    <a:pt x="118601" y="55776"/>
                    <a:pt x="119360" y="55523"/>
                  </a:cubicBezTo>
                  <a:cubicBezTo>
                    <a:pt x="119554" y="54019"/>
                    <a:pt x="119743" y="52512"/>
                    <a:pt x="119869" y="51000"/>
                  </a:cubicBezTo>
                  <a:cubicBezTo>
                    <a:pt x="120172" y="49160"/>
                    <a:pt x="121019" y="48598"/>
                    <a:pt x="122336" y="47338"/>
                  </a:cubicBezTo>
                  <a:cubicBezTo>
                    <a:pt x="122336" y="46570"/>
                    <a:pt x="122336" y="45803"/>
                    <a:pt x="122336" y="45012"/>
                  </a:cubicBezTo>
                  <a:cubicBezTo>
                    <a:pt x="122336" y="44306"/>
                    <a:pt x="122336" y="43600"/>
                    <a:pt x="122336" y="42873"/>
                  </a:cubicBezTo>
                  <a:cubicBezTo>
                    <a:pt x="123073" y="42627"/>
                    <a:pt x="123810" y="42382"/>
                    <a:pt x="124569" y="42129"/>
                  </a:cubicBezTo>
                  <a:cubicBezTo>
                    <a:pt x="125007" y="40381"/>
                    <a:pt x="125007" y="40381"/>
                    <a:pt x="125080" y="38362"/>
                  </a:cubicBezTo>
                  <a:cubicBezTo>
                    <a:pt x="125154" y="37336"/>
                    <a:pt x="125154" y="37336"/>
                    <a:pt x="125229" y="36289"/>
                  </a:cubicBezTo>
                  <a:cubicBezTo>
                    <a:pt x="125257" y="35761"/>
                    <a:pt x="125284" y="35232"/>
                    <a:pt x="125313" y="34687"/>
                  </a:cubicBezTo>
                  <a:cubicBezTo>
                    <a:pt x="125804" y="34687"/>
                    <a:pt x="126295" y="34687"/>
                    <a:pt x="126801" y="34687"/>
                  </a:cubicBezTo>
                  <a:cubicBezTo>
                    <a:pt x="127265" y="32762"/>
                    <a:pt x="127518" y="30834"/>
                    <a:pt x="127798" y="28874"/>
                  </a:cubicBezTo>
                  <a:cubicBezTo>
                    <a:pt x="127960" y="28337"/>
                    <a:pt x="128123" y="27800"/>
                    <a:pt x="128290" y="27246"/>
                  </a:cubicBezTo>
                  <a:cubicBezTo>
                    <a:pt x="129026" y="27246"/>
                    <a:pt x="129763" y="27246"/>
                    <a:pt x="130522" y="27246"/>
                  </a:cubicBezTo>
                  <a:cubicBezTo>
                    <a:pt x="130496" y="26664"/>
                    <a:pt x="130470" y="26082"/>
                    <a:pt x="130444" y="25482"/>
                  </a:cubicBezTo>
                  <a:cubicBezTo>
                    <a:pt x="130423" y="24729"/>
                    <a:pt x="130403" y="23976"/>
                    <a:pt x="130382" y="23200"/>
                  </a:cubicBezTo>
                  <a:cubicBezTo>
                    <a:pt x="130357" y="22449"/>
                    <a:pt x="130331" y="21698"/>
                    <a:pt x="130304" y="20924"/>
                  </a:cubicBezTo>
                  <a:cubicBezTo>
                    <a:pt x="130376" y="20309"/>
                    <a:pt x="130448" y="19694"/>
                    <a:pt x="130522" y="19061"/>
                  </a:cubicBezTo>
                  <a:cubicBezTo>
                    <a:pt x="131259" y="18815"/>
                    <a:pt x="131995" y="18569"/>
                    <a:pt x="132754" y="18316"/>
                  </a:cubicBezTo>
                  <a:cubicBezTo>
                    <a:pt x="133192" y="16569"/>
                    <a:pt x="133192" y="16569"/>
                    <a:pt x="133266" y="14549"/>
                  </a:cubicBezTo>
                  <a:cubicBezTo>
                    <a:pt x="133339" y="13523"/>
                    <a:pt x="133339" y="13523"/>
                    <a:pt x="133414" y="12477"/>
                  </a:cubicBezTo>
                  <a:cubicBezTo>
                    <a:pt x="133442" y="11948"/>
                    <a:pt x="133470" y="11420"/>
                    <a:pt x="133499" y="10875"/>
                  </a:cubicBezTo>
                  <a:cubicBezTo>
                    <a:pt x="133990" y="10875"/>
                    <a:pt x="134481" y="10875"/>
                    <a:pt x="134987" y="10875"/>
                  </a:cubicBezTo>
                  <a:cubicBezTo>
                    <a:pt x="135992" y="8864"/>
                    <a:pt x="135983" y="7066"/>
                    <a:pt x="136150" y="4829"/>
                  </a:cubicBezTo>
                  <a:cubicBezTo>
                    <a:pt x="136212" y="4013"/>
                    <a:pt x="136274" y="3198"/>
                    <a:pt x="136339" y="2358"/>
                  </a:cubicBezTo>
                  <a:cubicBezTo>
                    <a:pt x="136384" y="1731"/>
                    <a:pt x="136429" y="1103"/>
                    <a:pt x="136475" y="457"/>
                  </a:cubicBezTo>
                  <a:close/>
                </a:path>
              </a:pathLst>
            </a:custGeom>
            <a:grpFill/>
            <a:ln w="744" cap="flat">
              <a:noFill/>
              <a:prstDash val="solid"/>
              <a:miter/>
            </a:ln>
          </p:spPr>
          <p:txBody>
            <a:bodyPr rtlCol="0" anchor="ctr"/>
            <a:lstStyle/>
            <a:p>
              <a:endParaRPr lang="zh-CN" altLang="en-US"/>
            </a:p>
          </p:txBody>
        </p:sp>
        <p:sp>
          <p:nvSpPr>
            <p:cNvPr id="177" name="任意多边形: 形状 176"/>
            <p:cNvSpPr/>
            <p:nvPr/>
          </p:nvSpPr>
          <p:spPr>
            <a:xfrm>
              <a:off x="11141243" y="609982"/>
              <a:ext cx="194461" cy="280687"/>
            </a:xfrm>
            <a:custGeom>
              <a:avLst/>
              <a:gdLst>
                <a:gd name="connsiteX0" fmla="*/ 69826 w 194464"/>
                <a:gd name="connsiteY0" fmla="*/ 592 h 280680"/>
                <a:gd name="connsiteX1" fmla="*/ 75035 w 194464"/>
                <a:gd name="connsiteY1" fmla="*/ 592 h 280680"/>
                <a:gd name="connsiteX2" fmla="*/ 76524 w 194464"/>
                <a:gd name="connsiteY2" fmla="*/ 3568 h 280680"/>
                <a:gd name="connsiteX3" fmla="*/ 78012 w 194464"/>
                <a:gd name="connsiteY3" fmla="*/ 4312 h 280680"/>
                <a:gd name="connsiteX4" fmla="*/ 78427 w 194464"/>
                <a:gd name="connsiteY4" fmla="*/ 8844 h 280680"/>
                <a:gd name="connsiteX5" fmla="*/ 80988 w 194464"/>
                <a:gd name="connsiteY5" fmla="*/ 11754 h 280680"/>
                <a:gd name="connsiteX6" fmla="*/ 81360 w 194464"/>
                <a:gd name="connsiteY6" fmla="*/ 14777 h 280680"/>
                <a:gd name="connsiteX7" fmla="*/ 81733 w 194464"/>
                <a:gd name="connsiteY7" fmla="*/ 17707 h 280680"/>
                <a:gd name="connsiteX8" fmla="*/ 83965 w 194464"/>
                <a:gd name="connsiteY8" fmla="*/ 18451 h 280680"/>
                <a:gd name="connsiteX9" fmla="*/ 84709 w 194464"/>
                <a:gd name="connsiteY9" fmla="*/ 23660 h 280680"/>
                <a:gd name="connsiteX10" fmla="*/ 86197 w 194464"/>
                <a:gd name="connsiteY10" fmla="*/ 24404 h 280680"/>
                <a:gd name="connsiteX11" fmla="*/ 86942 w 194464"/>
                <a:gd name="connsiteY11" fmla="*/ 27055 h 280680"/>
                <a:gd name="connsiteX12" fmla="*/ 87686 w 194464"/>
                <a:gd name="connsiteY12" fmla="*/ 29613 h 280680"/>
                <a:gd name="connsiteX13" fmla="*/ 89174 w 194464"/>
                <a:gd name="connsiteY13" fmla="*/ 29613 h 280680"/>
                <a:gd name="connsiteX14" fmla="*/ 89537 w 194464"/>
                <a:gd name="connsiteY14" fmla="*/ 34191 h 280680"/>
                <a:gd name="connsiteX15" fmla="*/ 89918 w 194464"/>
                <a:gd name="connsiteY15" fmla="*/ 35566 h 280680"/>
                <a:gd name="connsiteX16" fmla="*/ 92150 w 194464"/>
                <a:gd name="connsiteY16" fmla="*/ 36310 h 280680"/>
                <a:gd name="connsiteX17" fmla="*/ 92895 w 194464"/>
                <a:gd name="connsiteY17" fmla="*/ 41519 h 280680"/>
                <a:gd name="connsiteX18" fmla="*/ 94383 w 194464"/>
                <a:gd name="connsiteY18" fmla="*/ 42263 h 280680"/>
                <a:gd name="connsiteX19" fmla="*/ 95127 w 194464"/>
                <a:gd name="connsiteY19" fmla="*/ 44542 h 280680"/>
                <a:gd name="connsiteX20" fmla="*/ 95871 w 194464"/>
                <a:gd name="connsiteY20" fmla="*/ 46728 h 280680"/>
                <a:gd name="connsiteX21" fmla="*/ 97359 w 194464"/>
                <a:gd name="connsiteY21" fmla="*/ 46728 h 280680"/>
                <a:gd name="connsiteX22" fmla="*/ 97220 w 194464"/>
                <a:gd name="connsiteY22" fmla="*/ 49658 h 280680"/>
                <a:gd name="connsiteX23" fmla="*/ 97359 w 194464"/>
                <a:gd name="connsiteY23" fmla="*/ 52681 h 280680"/>
                <a:gd name="connsiteX24" fmla="*/ 99592 w 194464"/>
                <a:gd name="connsiteY24" fmla="*/ 53426 h 280680"/>
                <a:gd name="connsiteX25" fmla="*/ 101080 w 194464"/>
                <a:gd name="connsiteY25" fmla="*/ 57146 h 280680"/>
                <a:gd name="connsiteX26" fmla="*/ 102568 w 194464"/>
                <a:gd name="connsiteY26" fmla="*/ 57890 h 280680"/>
                <a:gd name="connsiteX27" fmla="*/ 102894 w 194464"/>
                <a:gd name="connsiteY27" fmla="*/ 60076 h 280680"/>
                <a:gd name="connsiteX28" fmla="*/ 103313 w 194464"/>
                <a:gd name="connsiteY28" fmla="*/ 62355 h 280680"/>
                <a:gd name="connsiteX29" fmla="*/ 105545 w 194464"/>
                <a:gd name="connsiteY29" fmla="*/ 63843 h 280680"/>
                <a:gd name="connsiteX30" fmla="*/ 106289 w 194464"/>
                <a:gd name="connsiteY30" fmla="*/ 68308 h 280680"/>
                <a:gd name="connsiteX31" fmla="*/ 108522 w 194464"/>
                <a:gd name="connsiteY31" fmla="*/ 68308 h 280680"/>
                <a:gd name="connsiteX32" fmla="*/ 108522 w 194464"/>
                <a:gd name="connsiteY32" fmla="*/ 73517 h 280680"/>
                <a:gd name="connsiteX33" fmla="*/ 110754 w 194464"/>
                <a:gd name="connsiteY33" fmla="*/ 73517 h 280680"/>
                <a:gd name="connsiteX34" fmla="*/ 112242 w 194464"/>
                <a:gd name="connsiteY34" fmla="*/ 77982 h 280680"/>
                <a:gd name="connsiteX35" fmla="*/ 113731 w 194464"/>
                <a:gd name="connsiteY35" fmla="*/ 78726 h 280680"/>
                <a:gd name="connsiteX36" fmla="*/ 114475 w 194464"/>
                <a:gd name="connsiteY36" fmla="*/ 82447 h 280680"/>
                <a:gd name="connsiteX37" fmla="*/ 115963 w 194464"/>
                <a:gd name="connsiteY37" fmla="*/ 83191 h 280680"/>
                <a:gd name="connsiteX38" fmla="*/ 117451 w 194464"/>
                <a:gd name="connsiteY38" fmla="*/ 86912 h 280680"/>
                <a:gd name="connsiteX39" fmla="*/ 118940 w 194464"/>
                <a:gd name="connsiteY39" fmla="*/ 87656 h 280680"/>
                <a:gd name="connsiteX40" fmla="*/ 119684 w 194464"/>
                <a:gd name="connsiteY40" fmla="*/ 92865 h 280680"/>
                <a:gd name="connsiteX41" fmla="*/ 121916 w 194464"/>
                <a:gd name="connsiteY41" fmla="*/ 92865 h 280680"/>
                <a:gd name="connsiteX42" fmla="*/ 122660 w 194464"/>
                <a:gd name="connsiteY42" fmla="*/ 96586 h 280680"/>
                <a:gd name="connsiteX43" fmla="*/ 124893 w 194464"/>
                <a:gd name="connsiteY43" fmla="*/ 98818 h 280680"/>
                <a:gd name="connsiteX44" fmla="*/ 124893 w 194464"/>
                <a:gd name="connsiteY44" fmla="*/ 101050 h 280680"/>
                <a:gd name="connsiteX45" fmla="*/ 127125 w 194464"/>
                <a:gd name="connsiteY45" fmla="*/ 101795 h 280680"/>
                <a:gd name="connsiteX46" fmla="*/ 127869 w 194464"/>
                <a:gd name="connsiteY46" fmla="*/ 106259 h 280680"/>
                <a:gd name="connsiteX47" fmla="*/ 130102 w 194464"/>
                <a:gd name="connsiteY47" fmla="*/ 106259 h 280680"/>
                <a:gd name="connsiteX48" fmla="*/ 129962 w 194464"/>
                <a:gd name="connsiteY48" fmla="*/ 108073 h 280680"/>
                <a:gd name="connsiteX49" fmla="*/ 130102 w 194464"/>
                <a:gd name="connsiteY49" fmla="*/ 109980 h 280680"/>
                <a:gd name="connsiteX50" fmla="*/ 132334 w 194464"/>
                <a:gd name="connsiteY50" fmla="*/ 110724 h 280680"/>
                <a:gd name="connsiteX51" fmla="*/ 133078 w 194464"/>
                <a:gd name="connsiteY51" fmla="*/ 114445 h 280680"/>
                <a:gd name="connsiteX52" fmla="*/ 135311 w 194464"/>
                <a:gd name="connsiteY52" fmla="*/ 115189 h 280680"/>
                <a:gd name="connsiteX53" fmla="*/ 136799 w 194464"/>
                <a:gd name="connsiteY53" fmla="*/ 118910 h 280680"/>
                <a:gd name="connsiteX54" fmla="*/ 138287 w 194464"/>
                <a:gd name="connsiteY54" fmla="*/ 119654 h 280680"/>
                <a:gd name="connsiteX55" fmla="*/ 138613 w 194464"/>
                <a:gd name="connsiteY55" fmla="*/ 121514 h 280680"/>
                <a:gd name="connsiteX56" fmla="*/ 139031 w 194464"/>
                <a:gd name="connsiteY56" fmla="*/ 123375 h 280680"/>
                <a:gd name="connsiteX57" fmla="*/ 141264 w 194464"/>
                <a:gd name="connsiteY57" fmla="*/ 124119 h 280680"/>
                <a:gd name="connsiteX58" fmla="*/ 142008 w 194464"/>
                <a:gd name="connsiteY58" fmla="*/ 127095 h 280680"/>
                <a:gd name="connsiteX59" fmla="*/ 143496 w 194464"/>
                <a:gd name="connsiteY59" fmla="*/ 127840 h 280680"/>
                <a:gd name="connsiteX60" fmla="*/ 143822 w 194464"/>
                <a:gd name="connsiteY60" fmla="*/ 129235 h 280680"/>
                <a:gd name="connsiteX61" fmla="*/ 146473 w 194464"/>
                <a:gd name="connsiteY61" fmla="*/ 133049 h 280680"/>
                <a:gd name="connsiteX62" fmla="*/ 146473 w 194464"/>
                <a:gd name="connsiteY62" fmla="*/ 134537 h 280680"/>
                <a:gd name="connsiteX63" fmla="*/ 148705 w 194464"/>
                <a:gd name="connsiteY63" fmla="*/ 135281 h 280680"/>
                <a:gd name="connsiteX64" fmla="*/ 150938 w 194464"/>
                <a:gd name="connsiteY64" fmla="*/ 139746 h 280680"/>
                <a:gd name="connsiteX65" fmla="*/ 153170 w 194464"/>
                <a:gd name="connsiteY65" fmla="*/ 144211 h 280680"/>
                <a:gd name="connsiteX66" fmla="*/ 154658 w 194464"/>
                <a:gd name="connsiteY66" fmla="*/ 144211 h 280680"/>
                <a:gd name="connsiteX67" fmla="*/ 155402 w 194464"/>
                <a:gd name="connsiteY67" fmla="*/ 147187 h 280680"/>
                <a:gd name="connsiteX68" fmla="*/ 156891 w 194464"/>
                <a:gd name="connsiteY68" fmla="*/ 147931 h 280680"/>
                <a:gd name="connsiteX69" fmla="*/ 157216 w 194464"/>
                <a:gd name="connsiteY69" fmla="*/ 149792 h 280680"/>
                <a:gd name="connsiteX70" fmla="*/ 157635 w 194464"/>
                <a:gd name="connsiteY70" fmla="*/ 151652 h 280680"/>
                <a:gd name="connsiteX71" fmla="*/ 159867 w 194464"/>
                <a:gd name="connsiteY71" fmla="*/ 152396 h 280680"/>
                <a:gd name="connsiteX72" fmla="*/ 160611 w 194464"/>
                <a:gd name="connsiteY72" fmla="*/ 154629 h 280680"/>
                <a:gd name="connsiteX73" fmla="*/ 162844 w 194464"/>
                <a:gd name="connsiteY73" fmla="*/ 155373 h 280680"/>
                <a:gd name="connsiteX74" fmla="*/ 164332 w 194464"/>
                <a:gd name="connsiteY74" fmla="*/ 159093 h 280680"/>
                <a:gd name="connsiteX75" fmla="*/ 165820 w 194464"/>
                <a:gd name="connsiteY75" fmla="*/ 162070 h 280680"/>
                <a:gd name="connsiteX76" fmla="*/ 168053 w 194464"/>
                <a:gd name="connsiteY76" fmla="*/ 162814 h 280680"/>
                <a:gd name="connsiteX77" fmla="*/ 168797 w 194464"/>
                <a:gd name="connsiteY77" fmla="*/ 165047 h 280680"/>
                <a:gd name="connsiteX78" fmla="*/ 171029 w 194464"/>
                <a:gd name="connsiteY78" fmla="*/ 166535 h 280680"/>
                <a:gd name="connsiteX79" fmla="*/ 172053 w 194464"/>
                <a:gd name="connsiteY79" fmla="*/ 168628 h 280680"/>
                <a:gd name="connsiteX80" fmla="*/ 176983 w 194464"/>
                <a:gd name="connsiteY80" fmla="*/ 174720 h 280680"/>
                <a:gd name="connsiteX81" fmla="*/ 177727 w 194464"/>
                <a:gd name="connsiteY81" fmla="*/ 176953 h 280680"/>
                <a:gd name="connsiteX82" fmla="*/ 179959 w 194464"/>
                <a:gd name="connsiteY82" fmla="*/ 178441 h 280680"/>
                <a:gd name="connsiteX83" fmla="*/ 180703 w 194464"/>
                <a:gd name="connsiteY83" fmla="*/ 180674 h 280680"/>
                <a:gd name="connsiteX84" fmla="*/ 182936 w 194464"/>
                <a:gd name="connsiteY84" fmla="*/ 182906 h 280680"/>
                <a:gd name="connsiteX85" fmla="*/ 185912 w 194464"/>
                <a:gd name="connsiteY85" fmla="*/ 187371 h 280680"/>
                <a:gd name="connsiteX86" fmla="*/ 188145 w 194464"/>
                <a:gd name="connsiteY86" fmla="*/ 188859 h 280680"/>
                <a:gd name="connsiteX87" fmla="*/ 188889 w 194464"/>
                <a:gd name="connsiteY87" fmla="*/ 191092 h 280680"/>
                <a:gd name="connsiteX88" fmla="*/ 190051 w 194464"/>
                <a:gd name="connsiteY88" fmla="*/ 192254 h 280680"/>
                <a:gd name="connsiteX89" fmla="*/ 191121 w 194464"/>
                <a:gd name="connsiteY89" fmla="*/ 194812 h 280680"/>
                <a:gd name="connsiteX90" fmla="*/ 193354 w 194464"/>
                <a:gd name="connsiteY90" fmla="*/ 195556 h 280680"/>
                <a:gd name="connsiteX91" fmla="*/ 194098 w 194464"/>
                <a:gd name="connsiteY91" fmla="*/ 198533 h 280680"/>
                <a:gd name="connsiteX92" fmla="*/ 196330 w 194464"/>
                <a:gd name="connsiteY92" fmla="*/ 199277 h 280680"/>
                <a:gd name="connsiteX93" fmla="*/ 196330 w 194464"/>
                <a:gd name="connsiteY93" fmla="*/ 201509 h 280680"/>
                <a:gd name="connsiteX94" fmla="*/ 199307 w 194464"/>
                <a:gd name="connsiteY94" fmla="*/ 202998 h 280680"/>
                <a:gd name="connsiteX95" fmla="*/ 201725 w 194464"/>
                <a:gd name="connsiteY95" fmla="*/ 205602 h 280680"/>
                <a:gd name="connsiteX96" fmla="*/ 202900 w 194464"/>
                <a:gd name="connsiteY96" fmla="*/ 206974 h 280680"/>
                <a:gd name="connsiteX97" fmla="*/ 203772 w 194464"/>
                <a:gd name="connsiteY97" fmla="*/ 209695 h 280680"/>
                <a:gd name="connsiteX98" fmla="*/ 205213 w 194464"/>
                <a:gd name="connsiteY98" fmla="*/ 210393 h 280680"/>
                <a:gd name="connsiteX99" fmla="*/ 207492 w 194464"/>
                <a:gd name="connsiteY99" fmla="*/ 213416 h 280680"/>
                <a:gd name="connsiteX100" fmla="*/ 209725 w 194464"/>
                <a:gd name="connsiteY100" fmla="*/ 214160 h 280680"/>
                <a:gd name="connsiteX101" fmla="*/ 209725 w 194464"/>
                <a:gd name="connsiteY101" fmla="*/ 217881 h 280680"/>
                <a:gd name="connsiteX102" fmla="*/ 206748 w 194464"/>
                <a:gd name="connsiteY102" fmla="*/ 218625 h 280680"/>
                <a:gd name="connsiteX103" fmla="*/ 206051 w 194464"/>
                <a:gd name="connsiteY103" fmla="*/ 220439 h 280680"/>
                <a:gd name="connsiteX104" fmla="*/ 203353 w 194464"/>
                <a:gd name="connsiteY104" fmla="*/ 223183 h 280680"/>
                <a:gd name="connsiteX105" fmla="*/ 201539 w 194464"/>
                <a:gd name="connsiteY105" fmla="*/ 223834 h 280680"/>
                <a:gd name="connsiteX106" fmla="*/ 200795 w 194464"/>
                <a:gd name="connsiteY106" fmla="*/ 226066 h 280680"/>
                <a:gd name="connsiteX107" fmla="*/ 199307 w 194464"/>
                <a:gd name="connsiteY107" fmla="*/ 226810 h 280680"/>
                <a:gd name="connsiteX108" fmla="*/ 198563 w 194464"/>
                <a:gd name="connsiteY108" fmla="*/ 229043 h 280680"/>
                <a:gd name="connsiteX109" fmla="*/ 196330 w 194464"/>
                <a:gd name="connsiteY109" fmla="*/ 229787 h 280680"/>
                <a:gd name="connsiteX110" fmla="*/ 194842 w 194464"/>
                <a:gd name="connsiteY110" fmla="*/ 232763 h 280680"/>
                <a:gd name="connsiteX111" fmla="*/ 193354 w 194464"/>
                <a:gd name="connsiteY111" fmla="*/ 233508 h 280680"/>
                <a:gd name="connsiteX112" fmla="*/ 192609 w 194464"/>
                <a:gd name="connsiteY112" fmla="*/ 235740 h 280680"/>
                <a:gd name="connsiteX113" fmla="*/ 190377 w 194464"/>
                <a:gd name="connsiteY113" fmla="*/ 237228 h 280680"/>
                <a:gd name="connsiteX114" fmla="*/ 189633 w 194464"/>
                <a:gd name="connsiteY114" fmla="*/ 239461 h 280680"/>
                <a:gd name="connsiteX115" fmla="*/ 187400 w 194464"/>
                <a:gd name="connsiteY115" fmla="*/ 239461 h 280680"/>
                <a:gd name="connsiteX116" fmla="*/ 186656 w 194464"/>
                <a:gd name="connsiteY116" fmla="*/ 242437 h 280680"/>
                <a:gd name="connsiteX117" fmla="*/ 184424 w 194464"/>
                <a:gd name="connsiteY117" fmla="*/ 243181 h 280680"/>
                <a:gd name="connsiteX118" fmla="*/ 184424 w 194464"/>
                <a:gd name="connsiteY118" fmla="*/ 246158 h 280680"/>
                <a:gd name="connsiteX119" fmla="*/ 182192 w 194464"/>
                <a:gd name="connsiteY119" fmla="*/ 246158 h 280680"/>
                <a:gd name="connsiteX120" fmla="*/ 180703 w 194464"/>
                <a:gd name="connsiteY120" fmla="*/ 249879 h 280680"/>
                <a:gd name="connsiteX121" fmla="*/ 179215 w 194464"/>
                <a:gd name="connsiteY121" fmla="*/ 249879 h 280680"/>
                <a:gd name="connsiteX122" fmla="*/ 178471 w 194464"/>
                <a:gd name="connsiteY122" fmla="*/ 252855 h 280680"/>
                <a:gd name="connsiteX123" fmla="*/ 176983 w 194464"/>
                <a:gd name="connsiteY123" fmla="*/ 253599 h 280680"/>
                <a:gd name="connsiteX124" fmla="*/ 176610 w 194464"/>
                <a:gd name="connsiteY124" fmla="*/ 255088 h 280680"/>
                <a:gd name="connsiteX125" fmla="*/ 176238 w 194464"/>
                <a:gd name="connsiteY125" fmla="*/ 256576 h 280680"/>
                <a:gd name="connsiteX126" fmla="*/ 174750 w 194464"/>
                <a:gd name="connsiteY126" fmla="*/ 257320 h 280680"/>
                <a:gd name="connsiteX127" fmla="*/ 174425 w 194464"/>
                <a:gd name="connsiteY127" fmla="*/ 258808 h 280680"/>
                <a:gd name="connsiteX128" fmla="*/ 174006 w 194464"/>
                <a:gd name="connsiteY128" fmla="*/ 260297 h 280680"/>
                <a:gd name="connsiteX129" fmla="*/ 171774 w 194464"/>
                <a:gd name="connsiteY129" fmla="*/ 261041 h 280680"/>
                <a:gd name="connsiteX130" fmla="*/ 171029 w 194464"/>
                <a:gd name="connsiteY130" fmla="*/ 264017 h 280680"/>
                <a:gd name="connsiteX131" fmla="*/ 169541 w 194464"/>
                <a:gd name="connsiteY131" fmla="*/ 264761 h 280680"/>
                <a:gd name="connsiteX132" fmla="*/ 168797 w 194464"/>
                <a:gd name="connsiteY132" fmla="*/ 266296 h 280680"/>
                <a:gd name="connsiteX133" fmla="*/ 168053 w 194464"/>
                <a:gd name="connsiteY133" fmla="*/ 267738 h 280680"/>
                <a:gd name="connsiteX134" fmla="*/ 166565 w 194464"/>
                <a:gd name="connsiteY134" fmla="*/ 267738 h 280680"/>
                <a:gd name="connsiteX135" fmla="*/ 165076 w 194464"/>
                <a:gd name="connsiteY135" fmla="*/ 272947 h 280680"/>
                <a:gd name="connsiteX136" fmla="*/ 163588 w 194464"/>
                <a:gd name="connsiteY136" fmla="*/ 273691 h 280680"/>
                <a:gd name="connsiteX137" fmla="*/ 163355 w 194464"/>
                <a:gd name="connsiteY137" fmla="*/ 275924 h 280680"/>
                <a:gd name="connsiteX138" fmla="*/ 162844 w 194464"/>
                <a:gd name="connsiteY138" fmla="*/ 278156 h 280680"/>
                <a:gd name="connsiteX139" fmla="*/ 159123 w 194464"/>
                <a:gd name="connsiteY139" fmla="*/ 278900 h 280680"/>
                <a:gd name="connsiteX140" fmla="*/ 159123 w 194464"/>
                <a:gd name="connsiteY140" fmla="*/ 281133 h 280680"/>
                <a:gd name="connsiteX141" fmla="*/ 156147 w 194464"/>
                <a:gd name="connsiteY141" fmla="*/ 281133 h 280680"/>
                <a:gd name="connsiteX142" fmla="*/ 154937 w 194464"/>
                <a:gd name="connsiteY142" fmla="*/ 277830 h 280680"/>
                <a:gd name="connsiteX143" fmla="*/ 153914 w 194464"/>
                <a:gd name="connsiteY143" fmla="*/ 274435 h 280680"/>
                <a:gd name="connsiteX144" fmla="*/ 152426 w 194464"/>
                <a:gd name="connsiteY144" fmla="*/ 273691 h 280680"/>
                <a:gd name="connsiteX145" fmla="*/ 151682 w 194464"/>
                <a:gd name="connsiteY145" fmla="*/ 271459 h 280680"/>
                <a:gd name="connsiteX146" fmla="*/ 149449 w 194464"/>
                <a:gd name="connsiteY146" fmla="*/ 270715 h 280680"/>
                <a:gd name="connsiteX147" fmla="*/ 148705 w 194464"/>
                <a:gd name="connsiteY147" fmla="*/ 267738 h 280680"/>
                <a:gd name="connsiteX148" fmla="*/ 146473 w 194464"/>
                <a:gd name="connsiteY148" fmla="*/ 266250 h 280680"/>
                <a:gd name="connsiteX149" fmla="*/ 143496 w 194464"/>
                <a:gd name="connsiteY149" fmla="*/ 260297 h 280680"/>
                <a:gd name="connsiteX150" fmla="*/ 142008 w 194464"/>
                <a:gd name="connsiteY150" fmla="*/ 260297 h 280680"/>
                <a:gd name="connsiteX151" fmla="*/ 141682 w 194464"/>
                <a:gd name="connsiteY151" fmla="*/ 258436 h 280680"/>
                <a:gd name="connsiteX152" fmla="*/ 141264 w 194464"/>
                <a:gd name="connsiteY152" fmla="*/ 256576 h 280680"/>
                <a:gd name="connsiteX153" fmla="*/ 139031 w 194464"/>
                <a:gd name="connsiteY153" fmla="*/ 256576 h 280680"/>
                <a:gd name="connsiteX154" fmla="*/ 138287 w 194464"/>
                <a:gd name="connsiteY154" fmla="*/ 252855 h 280680"/>
                <a:gd name="connsiteX155" fmla="*/ 136055 w 194464"/>
                <a:gd name="connsiteY155" fmla="*/ 252111 h 280680"/>
                <a:gd name="connsiteX156" fmla="*/ 135311 w 194464"/>
                <a:gd name="connsiteY156" fmla="*/ 249879 h 280680"/>
                <a:gd name="connsiteX157" fmla="*/ 133078 w 194464"/>
                <a:gd name="connsiteY157" fmla="*/ 247646 h 280680"/>
                <a:gd name="connsiteX158" fmla="*/ 129358 w 194464"/>
                <a:gd name="connsiteY158" fmla="*/ 241693 h 280680"/>
                <a:gd name="connsiteX159" fmla="*/ 127869 w 194464"/>
                <a:gd name="connsiteY159" fmla="*/ 240949 h 280680"/>
                <a:gd name="connsiteX160" fmla="*/ 127544 w 194464"/>
                <a:gd name="connsiteY160" fmla="*/ 239089 h 280680"/>
                <a:gd name="connsiteX161" fmla="*/ 127125 w 194464"/>
                <a:gd name="connsiteY161" fmla="*/ 237228 h 280680"/>
                <a:gd name="connsiteX162" fmla="*/ 124893 w 194464"/>
                <a:gd name="connsiteY162" fmla="*/ 236484 h 280680"/>
                <a:gd name="connsiteX163" fmla="*/ 124149 w 194464"/>
                <a:gd name="connsiteY163" fmla="*/ 233508 h 280680"/>
                <a:gd name="connsiteX164" fmla="*/ 122660 w 194464"/>
                <a:gd name="connsiteY164" fmla="*/ 232763 h 280680"/>
                <a:gd name="connsiteX165" fmla="*/ 122335 w 194464"/>
                <a:gd name="connsiteY165" fmla="*/ 230857 h 280680"/>
                <a:gd name="connsiteX166" fmla="*/ 121916 w 194464"/>
                <a:gd name="connsiteY166" fmla="*/ 229043 h 280680"/>
                <a:gd name="connsiteX167" fmla="*/ 119684 w 194464"/>
                <a:gd name="connsiteY167" fmla="*/ 229043 h 280680"/>
                <a:gd name="connsiteX168" fmla="*/ 118940 w 194464"/>
                <a:gd name="connsiteY168" fmla="*/ 226066 h 280680"/>
                <a:gd name="connsiteX169" fmla="*/ 116707 w 194464"/>
                <a:gd name="connsiteY169" fmla="*/ 224578 h 280680"/>
                <a:gd name="connsiteX170" fmla="*/ 116335 w 194464"/>
                <a:gd name="connsiteY170" fmla="*/ 222299 h 280680"/>
                <a:gd name="connsiteX171" fmla="*/ 115963 w 194464"/>
                <a:gd name="connsiteY171" fmla="*/ 220113 h 280680"/>
                <a:gd name="connsiteX172" fmla="*/ 113731 w 194464"/>
                <a:gd name="connsiteY172" fmla="*/ 219369 h 280680"/>
                <a:gd name="connsiteX173" fmla="*/ 112986 w 194464"/>
                <a:gd name="connsiteY173" fmla="*/ 217136 h 280680"/>
                <a:gd name="connsiteX174" fmla="*/ 111498 w 194464"/>
                <a:gd name="connsiteY174" fmla="*/ 216392 h 280680"/>
                <a:gd name="connsiteX175" fmla="*/ 110010 w 194464"/>
                <a:gd name="connsiteY175" fmla="*/ 212672 h 280680"/>
                <a:gd name="connsiteX176" fmla="*/ 108522 w 194464"/>
                <a:gd name="connsiteY176" fmla="*/ 211927 h 280680"/>
                <a:gd name="connsiteX177" fmla="*/ 108196 w 194464"/>
                <a:gd name="connsiteY177" fmla="*/ 210532 h 280680"/>
                <a:gd name="connsiteX178" fmla="*/ 105545 w 194464"/>
                <a:gd name="connsiteY178" fmla="*/ 206718 h 280680"/>
                <a:gd name="connsiteX179" fmla="*/ 104801 w 194464"/>
                <a:gd name="connsiteY179" fmla="*/ 204486 h 280680"/>
                <a:gd name="connsiteX180" fmla="*/ 103313 w 194464"/>
                <a:gd name="connsiteY180" fmla="*/ 203742 h 280680"/>
                <a:gd name="connsiteX181" fmla="*/ 102568 w 194464"/>
                <a:gd name="connsiteY181" fmla="*/ 198533 h 280680"/>
                <a:gd name="connsiteX182" fmla="*/ 100336 w 194464"/>
                <a:gd name="connsiteY182" fmla="*/ 198533 h 280680"/>
                <a:gd name="connsiteX183" fmla="*/ 99592 w 194464"/>
                <a:gd name="connsiteY183" fmla="*/ 195556 h 280680"/>
                <a:gd name="connsiteX184" fmla="*/ 98104 w 194464"/>
                <a:gd name="connsiteY184" fmla="*/ 194812 h 280680"/>
                <a:gd name="connsiteX185" fmla="*/ 94708 w 194464"/>
                <a:gd name="connsiteY185" fmla="*/ 188673 h 280680"/>
                <a:gd name="connsiteX186" fmla="*/ 92150 w 194464"/>
                <a:gd name="connsiteY186" fmla="*/ 185883 h 280680"/>
                <a:gd name="connsiteX187" fmla="*/ 91825 w 194464"/>
                <a:gd name="connsiteY187" fmla="*/ 184115 h 280680"/>
                <a:gd name="connsiteX188" fmla="*/ 89174 w 194464"/>
                <a:gd name="connsiteY188" fmla="*/ 179929 h 280680"/>
                <a:gd name="connsiteX189" fmla="*/ 88430 w 194464"/>
                <a:gd name="connsiteY189" fmla="*/ 177697 h 280680"/>
                <a:gd name="connsiteX190" fmla="*/ 87314 w 194464"/>
                <a:gd name="connsiteY190" fmla="*/ 176581 h 280680"/>
                <a:gd name="connsiteX191" fmla="*/ 85453 w 194464"/>
                <a:gd name="connsiteY191" fmla="*/ 173232 h 280680"/>
                <a:gd name="connsiteX192" fmla="*/ 83965 w 194464"/>
                <a:gd name="connsiteY192" fmla="*/ 172488 h 280680"/>
                <a:gd name="connsiteX193" fmla="*/ 83639 w 194464"/>
                <a:gd name="connsiteY193" fmla="*/ 170349 h 280680"/>
                <a:gd name="connsiteX194" fmla="*/ 79779 w 194464"/>
                <a:gd name="connsiteY194" fmla="*/ 164907 h 280680"/>
                <a:gd name="connsiteX195" fmla="*/ 78012 w 194464"/>
                <a:gd name="connsiteY195" fmla="*/ 157605 h 280680"/>
                <a:gd name="connsiteX196" fmla="*/ 75779 w 194464"/>
                <a:gd name="connsiteY196" fmla="*/ 157605 h 280680"/>
                <a:gd name="connsiteX197" fmla="*/ 75965 w 194464"/>
                <a:gd name="connsiteY197" fmla="*/ 155838 h 280680"/>
                <a:gd name="connsiteX198" fmla="*/ 75779 w 194464"/>
                <a:gd name="connsiteY198" fmla="*/ 153884 h 280680"/>
                <a:gd name="connsiteX199" fmla="*/ 72803 w 194464"/>
                <a:gd name="connsiteY199" fmla="*/ 152396 h 280680"/>
                <a:gd name="connsiteX200" fmla="*/ 72059 w 194464"/>
                <a:gd name="connsiteY200" fmla="*/ 149420 h 280680"/>
                <a:gd name="connsiteX201" fmla="*/ 70896 w 194464"/>
                <a:gd name="connsiteY201" fmla="*/ 148303 h 280680"/>
                <a:gd name="connsiteX202" fmla="*/ 69826 w 194464"/>
                <a:gd name="connsiteY202" fmla="*/ 144211 h 280680"/>
                <a:gd name="connsiteX203" fmla="*/ 67594 w 194464"/>
                <a:gd name="connsiteY203" fmla="*/ 143467 h 280680"/>
                <a:gd name="connsiteX204" fmla="*/ 66850 w 194464"/>
                <a:gd name="connsiteY204" fmla="*/ 139002 h 280680"/>
                <a:gd name="connsiteX205" fmla="*/ 64617 w 194464"/>
                <a:gd name="connsiteY205" fmla="*/ 138258 h 280680"/>
                <a:gd name="connsiteX206" fmla="*/ 63873 w 194464"/>
                <a:gd name="connsiteY206" fmla="*/ 134537 h 280680"/>
                <a:gd name="connsiteX207" fmla="*/ 62385 w 194464"/>
                <a:gd name="connsiteY207" fmla="*/ 133793 h 280680"/>
                <a:gd name="connsiteX208" fmla="*/ 60897 w 194464"/>
                <a:gd name="connsiteY208" fmla="*/ 129328 h 280680"/>
                <a:gd name="connsiteX209" fmla="*/ 59408 w 194464"/>
                <a:gd name="connsiteY209" fmla="*/ 128584 h 280680"/>
                <a:gd name="connsiteX210" fmla="*/ 59083 w 194464"/>
                <a:gd name="connsiteY210" fmla="*/ 126351 h 280680"/>
                <a:gd name="connsiteX211" fmla="*/ 58664 w 194464"/>
                <a:gd name="connsiteY211" fmla="*/ 124119 h 280680"/>
                <a:gd name="connsiteX212" fmla="*/ 56432 w 194464"/>
                <a:gd name="connsiteY212" fmla="*/ 123375 h 280680"/>
                <a:gd name="connsiteX213" fmla="*/ 54943 w 194464"/>
                <a:gd name="connsiteY213" fmla="*/ 118910 h 280680"/>
                <a:gd name="connsiteX214" fmla="*/ 53455 w 194464"/>
                <a:gd name="connsiteY214" fmla="*/ 117422 h 280680"/>
                <a:gd name="connsiteX215" fmla="*/ 53083 w 194464"/>
                <a:gd name="connsiteY215" fmla="*/ 115515 h 280680"/>
                <a:gd name="connsiteX216" fmla="*/ 52711 w 194464"/>
                <a:gd name="connsiteY216" fmla="*/ 113701 h 280680"/>
                <a:gd name="connsiteX217" fmla="*/ 51223 w 194464"/>
                <a:gd name="connsiteY217" fmla="*/ 112957 h 280680"/>
                <a:gd name="connsiteX218" fmla="*/ 50479 w 194464"/>
                <a:gd name="connsiteY218" fmla="*/ 108492 h 280680"/>
                <a:gd name="connsiteX219" fmla="*/ 48246 w 194464"/>
                <a:gd name="connsiteY219" fmla="*/ 108492 h 280680"/>
                <a:gd name="connsiteX220" fmla="*/ 48246 w 194464"/>
                <a:gd name="connsiteY220" fmla="*/ 102539 h 280680"/>
                <a:gd name="connsiteX221" fmla="*/ 46014 w 194464"/>
                <a:gd name="connsiteY221" fmla="*/ 102539 h 280680"/>
                <a:gd name="connsiteX222" fmla="*/ 44525 w 194464"/>
                <a:gd name="connsiteY222" fmla="*/ 97330 h 280680"/>
                <a:gd name="connsiteX223" fmla="*/ 43037 w 194464"/>
                <a:gd name="connsiteY223" fmla="*/ 96586 h 280680"/>
                <a:gd name="connsiteX224" fmla="*/ 41549 w 194464"/>
                <a:gd name="connsiteY224" fmla="*/ 92121 h 280680"/>
                <a:gd name="connsiteX225" fmla="*/ 40061 w 194464"/>
                <a:gd name="connsiteY225" fmla="*/ 91377 h 280680"/>
                <a:gd name="connsiteX226" fmla="*/ 39317 w 194464"/>
                <a:gd name="connsiteY226" fmla="*/ 86168 h 280680"/>
                <a:gd name="connsiteX227" fmla="*/ 37828 w 194464"/>
                <a:gd name="connsiteY227" fmla="*/ 85424 h 280680"/>
                <a:gd name="connsiteX228" fmla="*/ 36340 w 194464"/>
                <a:gd name="connsiteY228" fmla="*/ 80959 h 280680"/>
                <a:gd name="connsiteX229" fmla="*/ 34852 w 194464"/>
                <a:gd name="connsiteY229" fmla="*/ 80215 h 280680"/>
                <a:gd name="connsiteX230" fmla="*/ 34526 w 194464"/>
                <a:gd name="connsiteY230" fmla="*/ 78029 h 280680"/>
                <a:gd name="connsiteX231" fmla="*/ 34108 w 194464"/>
                <a:gd name="connsiteY231" fmla="*/ 75750 h 280680"/>
                <a:gd name="connsiteX232" fmla="*/ 31875 w 194464"/>
                <a:gd name="connsiteY232" fmla="*/ 74261 h 280680"/>
                <a:gd name="connsiteX233" fmla="*/ 31131 w 194464"/>
                <a:gd name="connsiteY233" fmla="*/ 69052 h 280680"/>
                <a:gd name="connsiteX234" fmla="*/ 28899 w 194464"/>
                <a:gd name="connsiteY234" fmla="*/ 66820 h 280680"/>
                <a:gd name="connsiteX235" fmla="*/ 28154 w 194464"/>
                <a:gd name="connsiteY235" fmla="*/ 63099 h 280680"/>
                <a:gd name="connsiteX236" fmla="*/ 26666 w 194464"/>
                <a:gd name="connsiteY236" fmla="*/ 62355 h 280680"/>
                <a:gd name="connsiteX237" fmla="*/ 25922 w 194464"/>
                <a:gd name="connsiteY237" fmla="*/ 57146 h 280680"/>
                <a:gd name="connsiteX238" fmla="*/ 23690 w 194464"/>
                <a:gd name="connsiteY238" fmla="*/ 57146 h 280680"/>
                <a:gd name="connsiteX239" fmla="*/ 23690 w 194464"/>
                <a:gd name="connsiteY239" fmla="*/ 51193 h 280680"/>
                <a:gd name="connsiteX240" fmla="*/ 20713 w 194464"/>
                <a:gd name="connsiteY240" fmla="*/ 51193 h 280680"/>
                <a:gd name="connsiteX241" fmla="*/ 20853 w 194464"/>
                <a:gd name="connsiteY241" fmla="*/ 48728 h 280680"/>
                <a:gd name="connsiteX242" fmla="*/ 19643 w 194464"/>
                <a:gd name="connsiteY242" fmla="*/ 44914 h 280680"/>
                <a:gd name="connsiteX243" fmla="*/ 17736 w 194464"/>
                <a:gd name="connsiteY243" fmla="*/ 37799 h 280680"/>
                <a:gd name="connsiteX244" fmla="*/ 15504 w 194464"/>
                <a:gd name="connsiteY244" fmla="*/ 37799 h 280680"/>
                <a:gd name="connsiteX245" fmla="*/ 15504 w 194464"/>
                <a:gd name="connsiteY245" fmla="*/ 28125 h 280680"/>
                <a:gd name="connsiteX246" fmla="*/ 18388 w 194464"/>
                <a:gd name="connsiteY246" fmla="*/ 27939 h 280680"/>
                <a:gd name="connsiteX247" fmla="*/ 21457 w 194464"/>
                <a:gd name="connsiteY247" fmla="*/ 27381 h 280680"/>
                <a:gd name="connsiteX248" fmla="*/ 22201 w 194464"/>
                <a:gd name="connsiteY248" fmla="*/ 25892 h 280680"/>
                <a:gd name="connsiteX249" fmla="*/ 22945 w 194464"/>
                <a:gd name="connsiteY249" fmla="*/ 24404 h 280680"/>
                <a:gd name="connsiteX250" fmla="*/ 25968 w 194464"/>
                <a:gd name="connsiteY250" fmla="*/ 23985 h 280680"/>
                <a:gd name="connsiteX251" fmla="*/ 28899 w 194464"/>
                <a:gd name="connsiteY251" fmla="*/ 23660 h 280680"/>
                <a:gd name="connsiteX252" fmla="*/ 29643 w 194464"/>
                <a:gd name="connsiteY252" fmla="*/ 21427 h 280680"/>
                <a:gd name="connsiteX253" fmla="*/ 32247 w 194464"/>
                <a:gd name="connsiteY253" fmla="*/ 21102 h 280680"/>
                <a:gd name="connsiteX254" fmla="*/ 34852 w 194464"/>
                <a:gd name="connsiteY254" fmla="*/ 20683 h 280680"/>
                <a:gd name="connsiteX255" fmla="*/ 35151 w 194464"/>
                <a:gd name="connsiteY255" fmla="*/ 19181 h 280680"/>
                <a:gd name="connsiteX256" fmla="*/ 35596 w 194464"/>
                <a:gd name="connsiteY256" fmla="*/ 17707 h 280680"/>
                <a:gd name="connsiteX257" fmla="*/ 39363 w 194464"/>
                <a:gd name="connsiteY257" fmla="*/ 17521 h 280680"/>
                <a:gd name="connsiteX258" fmla="*/ 41436 w 194464"/>
                <a:gd name="connsiteY258" fmla="*/ 17602 h 280680"/>
                <a:gd name="connsiteX259" fmla="*/ 43037 w 194464"/>
                <a:gd name="connsiteY259" fmla="*/ 17707 h 280680"/>
                <a:gd name="connsiteX260" fmla="*/ 43037 w 194464"/>
                <a:gd name="connsiteY260" fmla="*/ 14730 h 280680"/>
                <a:gd name="connsiteX261" fmla="*/ 45595 w 194464"/>
                <a:gd name="connsiteY261" fmla="*/ 14544 h 280680"/>
                <a:gd name="connsiteX262" fmla="*/ 48246 w 194464"/>
                <a:gd name="connsiteY262" fmla="*/ 13986 h 280680"/>
                <a:gd name="connsiteX263" fmla="*/ 48551 w 194464"/>
                <a:gd name="connsiteY263" fmla="*/ 12486 h 280680"/>
                <a:gd name="connsiteX264" fmla="*/ 48990 w 194464"/>
                <a:gd name="connsiteY264" fmla="*/ 11009 h 280680"/>
                <a:gd name="connsiteX265" fmla="*/ 54757 w 194464"/>
                <a:gd name="connsiteY265" fmla="*/ 10614 h 280680"/>
                <a:gd name="connsiteX266" fmla="*/ 56432 w 194464"/>
                <a:gd name="connsiteY266" fmla="*/ 10265 h 280680"/>
                <a:gd name="connsiteX267" fmla="*/ 57176 w 194464"/>
                <a:gd name="connsiteY267" fmla="*/ 7289 h 280680"/>
                <a:gd name="connsiteX268" fmla="*/ 61641 w 194464"/>
                <a:gd name="connsiteY268" fmla="*/ 7289 h 280680"/>
                <a:gd name="connsiteX269" fmla="*/ 62312 w 194464"/>
                <a:gd name="connsiteY269" fmla="*/ 5835 h 280680"/>
                <a:gd name="connsiteX270" fmla="*/ 63129 w 194464"/>
                <a:gd name="connsiteY270" fmla="*/ 4312 h 280680"/>
                <a:gd name="connsiteX271" fmla="*/ 66571 w 194464"/>
                <a:gd name="connsiteY271" fmla="*/ 3754 h 280680"/>
                <a:gd name="connsiteX272" fmla="*/ 68414 w 194464"/>
                <a:gd name="connsiteY272" fmla="*/ 3626 h 280680"/>
                <a:gd name="connsiteX273" fmla="*/ 69826 w 194464"/>
                <a:gd name="connsiteY273" fmla="*/ 3568 h 280680"/>
                <a:gd name="connsiteX274" fmla="*/ 69826 w 194464"/>
                <a:gd name="connsiteY274" fmla="*/ 592 h 28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94464" h="280680">
                  <a:moveTo>
                    <a:pt x="69826" y="592"/>
                  </a:moveTo>
                  <a:cubicBezTo>
                    <a:pt x="72338" y="405"/>
                    <a:pt x="72338" y="405"/>
                    <a:pt x="75035" y="592"/>
                  </a:cubicBezTo>
                  <a:cubicBezTo>
                    <a:pt x="76012" y="2033"/>
                    <a:pt x="76012" y="2033"/>
                    <a:pt x="76524" y="3568"/>
                  </a:cubicBezTo>
                  <a:cubicBezTo>
                    <a:pt x="77260" y="3936"/>
                    <a:pt x="77260" y="3936"/>
                    <a:pt x="78012" y="4312"/>
                  </a:cubicBezTo>
                  <a:cubicBezTo>
                    <a:pt x="78179" y="5820"/>
                    <a:pt x="78342" y="7329"/>
                    <a:pt x="78427" y="8844"/>
                  </a:cubicBezTo>
                  <a:cubicBezTo>
                    <a:pt x="78654" y="10566"/>
                    <a:pt x="78654" y="10566"/>
                    <a:pt x="80988" y="11754"/>
                  </a:cubicBezTo>
                  <a:cubicBezTo>
                    <a:pt x="81291" y="13175"/>
                    <a:pt x="81291" y="13175"/>
                    <a:pt x="81360" y="14777"/>
                  </a:cubicBezTo>
                  <a:cubicBezTo>
                    <a:pt x="81483" y="15744"/>
                    <a:pt x="81606" y="16711"/>
                    <a:pt x="81733" y="17707"/>
                  </a:cubicBezTo>
                  <a:cubicBezTo>
                    <a:pt x="82838" y="18075"/>
                    <a:pt x="82838" y="18075"/>
                    <a:pt x="83965" y="18451"/>
                  </a:cubicBezTo>
                  <a:cubicBezTo>
                    <a:pt x="84243" y="20183"/>
                    <a:pt x="84492" y="21919"/>
                    <a:pt x="84709" y="23660"/>
                  </a:cubicBezTo>
                  <a:cubicBezTo>
                    <a:pt x="85200" y="23905"/>
                    <a:pt x="85691" y="24151"/>
                    <a:pt x="86197" y="24404"/>
                  </a:cubicBezTo>
                  <a:cubicBezTo>
                    <a:pt x="86566" y="25716"/>
                    <a:pt x="86566" y="25716"/>
                    <a:pt x="86942" y="27055"/>
                  </a:cubicBezTo>
                  <a:cubicBezTo>
                    <a:pt x="87310" y="28321"/>
                    <a:pt x="87310" y="28321"/>
                    <a:pt x="87686" y="29613"/>
                  </a:cubicBezTo>
                  <a:cubicBezTo>
                    <a:pt x="88177" y="29613"/>
                    <a:pt x="88668" y="29613"/>
                    <a:pt x="89174" y="29613"/>
                  </a:cubicBezTo>
                  <a:cubicBezTo>
                    <a:pt x="89295" y="31139"/>
                    <a:pt x="89416" y="32665"/>
                    <a:pt x="89537" y="34191"/>
                  </a:cubicBezTo>
                  <a:cubicBezTo>
                    <a:pt x="89726" y="34872"/>
                    <a:pt x="89726" y="34872"/>
                    <a:pt x="89918" y="35566"/>
                  </a:cubicBezTo>
                  <a:cubicBezTo>
                    <a:pt x="91023" y="35934"/>
                    <a:pt x="91023" y="35934"/>
                    <a:pt x="92150" y="36310"/>
                  </a:cubicBezTo>
                  <a:cubicBezTo>
                    <a:pt x="92429" y="38042"/>
                    <a:pt x="92677" y="39779"/>
                    <a:pt x="92895" y="41519"/>
                  </a:cubicBezTo>
                  <a:cubicBezTo>
                    <a:pt x="93386" y="41765"/>
                    <a:pt x="93877" y="42010"/>
                    <a:pt x="94383" y="42263"/>
                  </a:cubicBezTo>
                  <a:cubicBezTo>
                    <a:pt x="94751" y="43391"/>
                    <a:pt x="94751" y="43391"/>
                    <a:pt x="95127" y="44542"/>
                  </a:cubicBezTo>
                  <a:cubicBezTo>
                    <a:pt x="95495" y="45624"/>
                    <a:pt x="95495" y="45624"/>
                    <a:pt x="95871" y="46728"/>
                  </a:cubicBezTo>
                  <a:cubicBezTo>
                    <a:pt x="96362" y="46728"/>
                    <a:pt x="96853" y="46728"/>
                    <a:pt x="97359" y="46728"/>
                  </a:cubicBezTo>
                  <a:cubicBezTo>
                    <a:pt x="97290" y="48179"/>
                    <a:pt x="97290" y="48179"/>
                    <a:pt x="97220" y="49658"/>
                  </a:cubicBezTo>
                  <a:cubicBezTo>
                    <a:pt x="97087" y="51267"/>
                    <a:pt x="97087" y="51267"/>
                    <a:pt x="97359" y="52681"/>
                  </a:cubicBezTo>
                  <a:cubicBezTo>
                    <a:pt x="98465" y="53050"/>
                    <a:pt x="98465" y="53050"/>
                    <a:pt x="99592" y="53426"/>
                  </a:cubicBezTo>
                  <a:cubicBezTo>
                    <a:pt x="100114" y="54655"/>
                    <a:pt x="100611" y="55895"/>
                    <a:pt x="101080" y="57146"/>
                  </a:cubicBezTo>
                  <a:cubicBezTo>
                    <a:pt x="101571" y="57392"/>
                    <a:pt x="102062" y="57637"/>
                    <a:pt x="102568" y="57890"/>
                  </a:cubicBezTo>
                  <a:cubicBezTo>
                    <a:pt x="102730" y="58972"/>
                    <a:pt x="102730" y="58972"/>
                    <a:pt x="102894" y="60076"/>
                  </a:cubicBezTo>
                  <a:cubicBezTo>
                    <a:pt x="103101" y="61204"/>
                    <a:pt x="103101" y="61204"/>
                    <a:pt x="103313" y="62355"/>
                  </a:cubicBezTo>
                  <a:cubicBezTo>
                    <a:pt x="104418" y="63092"/>
                    <a:pt x="104418" y="63092"/>
                    <a:pt x="105545" y="63843"/>
                  </a:cubicBezTo>
                  <a:cubicBezTo>
                    <a:pt x="106057" y="66169"/>
                    <a:pt x="106057" y="66169"/>
                    <a:pt x="106289" y="68308"/>
                  </a:cubicBezTo>
                  <a:cubicBezTo>
                    <a:pt x="107026" y="68308"/>
                    <a:pt x="107763" y="68308"/>
                    <a:pt x="108522" y="68308"/>
                  </a:cubicBezTo>
                  <a:cubicBezTo>
                    <a:pt x="108522" y="70027"/>
                    <a:pt x="108522" y="71746"/>
                    <a:pt x="108522" y="73517"/>
                  </a:cubicBezTo>
                  <a:cubicBezTo>
                    <a:pt x="109258" y="73517"/>
                    <a:pt x="109995" y="73517"/>
                    <a:pt x="110754" y="73517"/>
                  </a:cubicBezTo>
                  <a:cubicBezTo>
                    <a:pt x="111288" y="74993"/>
                    <a:pt x="111783" y="76482"/>
                    <a:pt x="112242" y="77982"/>
                  </a:cubicBezTo>
                  <a:cubicBezTo>
                    <a:pt x="112733" y="78228"/>
                    <a:pt x="113225" y="78473"/>
                    <a:pt x="113731" y="78726"/>
                  </a:cubicBezTo>
                  <a:cubicBezTo>
                    <a:pt x="113979" y="79967"/>
                    <a:pt x="114227" y="81207"/>
                    <a:pt x="114475" y="82447"/>
                  </a:cubicBezTo>
                  <a:cubicBezTo>
                    <a:pt x="114966" y="82693"/>
                    <a:pt x="115457" y="82938"/>
                    <a:pt x="115963" y="83191"/>
                  </a:cubicBezTo>
                  <a:cubicBezTo>
                    <a:pt x="116459" y="84431"/>
                    <a:pt x="116955" y="85672"/>
                    <a:pt x="117451" y="86912"/>
                  </a:cubicBezTo>
                  <a:cubicBezTo>
                    <a:pt x="117942" y="87157"/>
                    <a:pt x="118434" y="87403"/>
                    <a:pt x="118940" y="87656"/>
                  </a:cubicBezTo>
                  <a:cubicBezTo>
                    <a:pt x="119243" y="89384"/>
                    <a:pt x="119493" y="91121"/>
                    <a:pt x="119684" y="92865"/>
                  </a:cubicBezTo>
                  <a:cubicBezTo>
                    <a:pt x="120420" y="92865"/>
                    <a:pt x="121157" y="92865"/>
                    <a:pt x="121916" y="92865"/>
                  </a:cubicBezTo>
                  <a:cubicBezTo>
                    <a:pt x="122183" y="94101"/>
                    <a:pt x="122429" y="95342"/>
                    <a:pt x="122660" y="96586"/>
                  </a:cubicBezTo>
                  <a:cubicBezTo>
                    <a:pt x="123390" y="97344"/>
                    <a:pt x="124132" y="98091"/>
                    <a:pt x="124893" y="98818"/>
                  </a:cubicBezTo>
                  <a:cubicBezTo>
                    <a:pt x="124893" y="99555"/>
                    <a:pt x="124893" y="100291"/>
                    <a:pt x="124893" y="101050"/>
                  </a:cubicBezTo>
                  <a:cubicBezTo>
                    <a:pt x="125629" y="101296"/>
                    <a:pt x="126366" y="101542"/>
                    <a:pt x="127125" y="101795"/>
                  </a:cubicBezTo>
                  <a:cubicBezTo>
                    <a:pt x="127637" y="104074"/>
                    <a:pt x="127637" y="104074"/>
                    <a:pt x="127869" y="106259"/>
                  </a:cubicBezTo>
                  <a:cubicBezTo>
                    <a:pt x="128606" y="106259"/>
                    <a:pt x="129343" y="106259"/>
                    <a:pt x="130102" y="106259"/>
                  </a:cubicBezTo>
                  <a:cubicBezTo>
                    <a:pt x="130056" y="106858"/>
                    <a:pt x="130010" y="107457"/>
                    <a:pt x="129962" y="108073"/>
                  </a:cubicBezTo>
                  <a:cubicBezTo>
                    <a:pt x="130008" y="108703"/>
                    <a:pt x="130054" y="109332"/>
                    <a:pt x="130102" y="109980"/>
                  </a:cubicBezTo>
                  <a:cubicBezTo>
                    <a:pt x="130838" y="110226"/>
                    <a:pt x="131575" y="110471"/>
                    <a:pt x="132334" y="110724"/>
                  </a:cubicBezTo>
                  <a:cubicBezTo>
                    <a:pt x="132582" y="111965"/>
                    <a:pt x="132830" y="113205"/>
                    <a:pt x="133078" y="114445"/>
                  </a:cubicBezTo>
                  <a:cubicBezTo>
                    <a:pt x="133815" y="114691"/>
                    <a:pt x="134552" y="114936"/>
                    <a:pt x="135311" y="115189"/>
                  </a:cubicBezTo>
                  <a:cubicBezTo>
                    <a:pt x="135833" y="116419"/>
                    <a:pt x="136330" y="117659"/>
                    <a:pt x="136799" y="118910"/>
                  </a:cubicBezTo>
                  <a:cubicBezTo>
                    <a:pt x="137290" y="119155"/>
                    <a:pt x="137781" y="119401"/>
                    <a:pt x="138287" y="119654"/>
                  </a:cubicBezTo>
                  <a:cubicBezTo>
                    <a:pt x="138448" y="120575"/>
                    <a:pt x="138448" y="120575"/>
                    <a:pt x="138613" y="121514"/>
                  </a:cubicBezTo>
                  <a:cubicBezTo>
                    <a:pt x="138751" y="122128"/>
                    <a:pt x="138889" y="122742"/>
                    <a:pt x="139031" y="123375"/>
                  </a:cubicBezTo>
                  <a:cubicBezTo>
                    <a:pt x="139768" y="123620"/>
                    <a:pt x="140505" y="123866"/>
                    <a:pt x="141264" y="124119"/>
                  </a:cubicBezTo>
                  <a:cubicBezTo>
                    <a:pt x="141541" y="125103"/>
                    <a:pt x="141789" y="126096"/>
                    <a:pt x="142008" y="127095"/>
                  </a:cubicBezTo>
                  <a:cubicBezTo>
                    <a:pt x="142499" y="127341"/>
                    <a:pt x="142990" y="127587"/>
                    <a:pt x="143496" y="127840"/>
                  </a:cubicBezTo>
                  <a:cubicBezTo>
                    <a:pt x="143657" y="128530"/>
                    <a:pt x="143657" y="128530"/>
                    <a:pt x="143822" y="129235"/>
                  </a:cubicBezTo>
                  <a:cubicBezTo>
                    <a:pt x="144316" y="131101"/>
                    <a:pt x="145104" y="131739"/>
                    <a:pt x="146473" y="133049"/>
                  </a:cubicBezTo>
                  <a:cubicBezTo>
                    <a:pt x="146473" y="133540"/>
                    <a:pt x="146473" y="134031"/>
                    <a:pt x="146473" y="134537"/>
                  </a:cubicBezTo>
                  <a:cubicBezTo>
                    <a:pt x="147209" y="134782"/>
                    <a:pt x="147946" y="135028"/>
                    <a:pt x="148705" y="135281"/>
                  </a:cubicBezTo>
                  <a:cubicBezTo>
                    <a:pt x="149821" y="137281"/>
                    <a:pt x="149821" y="137281"/>
                    <a:pt x="150938" y="139746"/>
                  </a:cubicBezTo>
                  <a:cubicBezTo>
                    <a:pt x="151637" y="141256"/>
                    <a:pt x="152371" y="142751"/>
                    <a:pt x="153170" y="144211"/>
                  </a:cubicBezTo>
                  <a:cubicBezTo>
                    <a:pt x="153661" y="144211"/>
                    <a:pt x="154152" y="144211"/>
                    <a:pt x="154658" y="144211"/>
                  </a:cubicBezTo>
                  <a:cubicBezTo>
                    <a:pt x="154914" y="145201"/>
                    <a:pt x="155161" y="146193"/>
                    <a:pt x="155402" y="147187"/>
                  </a:cubicBezTo>
                  <a:cubicBezTo>
                    <a:pt x="155894" y="147433"/>
                    <a:pt x="156385" y="147678"/>
                    <a:pt x="156891" y="147931"/>
                  </a:cubicBezTo>
                  <a:cubicBezTo>
                    <a:pt x="157052" y="148852"/>
                    <a:pt x="157052" y="148852"/>
                    <a:pt x="157216" y="149792"/>
                  </a:cubicBezTo>
                  <a:cubicBezTo>
                    <a:pt x="157354" y="150406"/>
                    <a:pt x="157493" y="151020"/>
                    <a:pt x="157635" y="151652"/>
                  </a:cubicBezTo>
                  <a:cubicBezTo>
                    <a:pt x="158372" y="151898"/>
                    <a:pt x="159108" y="152143"/>
                    <a:pt x="159867" y="152396"/>
                  </a:cubicBezTo>
                  <a:cubicBezTo>
                    <a:pt x="160113" y="153133"/>
                    <a:pt x="160358" y="153870"/>
                    <a:pt x="160611" y="154629"/>
                  </a:cubicBezTo>
                  <a:cubicBezTo>
                    <a:pt x="161348" y="154874"/>
                    <a:pt x="162085" y="155120"/>
                    <a:pt x="162844" y="155373"/>
                  </a:cubicBezTo>
                  <a:cubicBezTo>
                    <a:pt x="163635" y="157094"/>
                    <a:pt x="163635" y="157094"/>
                    <a:pt x="164332" y="159093"/>
                  </a:cubicBezTo>
                  <a:cubicBezTo>
                    <a:pt x="164971" y="160744"/>
                    <a:pt x="164971" y="160744"/>
                    <a:pt x="165820" y="162070"/>
                  </a:cubicBezTo>
                  <a:cubicBezTo>
                    <a:pt x="166557" y="162316"/>
                    <a:pt x="167294" y="162561"/>
                    <a:pt x="168053" y="162814"/>
                  </a:cubicBezTo>
                  <a:cubicBezTo>
                    <a:pt x="168298" y="163551"/>
                    <a:pt x="168544" y="164288"/>
                    <a:pt x="168797" y="165047"/>
                  </a:cubicBezTo>
                  <a:cubicBezTo>
                    <a:pt x="169534" y="165538"/>
                    <a:pt x="170270" y="166029"/>
                    <a:pt x="171029" y="166535"/>
                  </a:cubicBezTo>
                  <a:cubicBezTo>
                    <a:pt x="171367" y="167226"/>
                    <a:pt x="171705" y="167916"/>
                    <a:pt x="172053" y="168628"/>
                  </a:cubicBezTo>
                  <a:cubicBezTo>
                    <a:pt x="173362" y="171197"/>
                    <a:pt x="174931" y="172723"/>
                    <a:pt x="176983" y="174720"/>
                  </a:cubicBezTo>
                  <a:cubicBezTo>
                    <a:pt x="177228" y="175457"/>
                    <a:pt x="177474" y="176194"/>
                    <a:pt x="177727" y="176953"/>
                  </a:cubicBezTo>
                  <a:cubicBezTo>
                    <a:pt x="178463" y="177444"/>
                    <a:pt x="179200" y="177935"/>
                    <a:pt x="179959" y="178441"/>
                  </a:cubicBezTo>
                  <a:cubicBezTo>
                    <a:pt x="180205" y="179178"/>
                    <a:pt x="180450" y="179915"/>
                    <a:pt x="180703" y="180674"/>
                  </a:cubicBezTo>
                  <a:cubicBezTo>
                    <a:pt x="181726" y="181821"/>
                    <a:pt x="181726" y="181821"/>
                    <a:pt x="182936" y="182906"/>
                  </a:cubicBezTo>
                  <a:cubicBezTo>
                    <a:pt x="184646" y="184485"/>
                    <a:pt x="185147" y="185076"/>
                    <a:pt x="185912" y="187371"/>
                  </a:cubicBezTo>
                  <a:cubicBezTo>
                    <a:pt x="186649" y="187862"/>
                    <a:pt x="187386" y="188353"/>
                    <a:pt x="188145" y="188859"/>
                  </a:cubicBezTo>
                  <a:cubicBezTo>
                    <a:pt x="188390" y="189596"/>
                    <a:pt x="188636" y="190332"/>
                    <a:pt x="188889" y="191092"/>
                  </a:cubicBezTo>
                  <a:cubicBezTo>
                    <a:pt x="189272" y="191475"/>
                    <a:pt x="189656" y="191859"/>
                    <a:pt x="190051" y="192254"/>
                  </a:cubicBezTo>
                  <a:cubicBezTo>
                    <a:pt x="191121" y="193324"/>
                    <a:pt x="191121" y="193324"/>
                    <a:pt x="191121" y="194812"/>
                  </a:cubicBezTo>
                  <a:cubicBezTo>
                    <a:pt x="191858" y="195058"/>
                    <a:pt x="192595" y="195303"/>
                    <a:pt x="193354" y="195556"/>
                  </a:cubicBezTo>
                  <a:cubicBezTo>
                    <a:pt x="193602" y="196549"/>
                    <a:pt x="193850" y="197541"/>
                    <a:pt x="194098" y="198533"/>
                  </a:cubicBezTo>
                  <a:cubicBezTo>
                    <a:pt x="194834" y="198778"/>
                    <a:pt x="195571" y="199024"/>
                    <a:pt x="196330" y="199277"/>
                  </a:cubicBezTo>
                  <a:cubicBezTo>
                    <a:pt x="196330" y="200014"/>
                    <a:pt x="196330" y="200750"/>
                    <a:pt x="196330" y="201509"/>
                  </a:cubicBezTo>
                  <a:cubicBezTo>
                    <a:pt x="197307" y="202036"/>
                    <a:pt x="198302" y="202527"/>
                    <a:pt x="199307" y="202998"/>
                  </a:cubicBezTo>
                  <a:cubicBezTo>
                    <a:pt x="200574" y="204230"/>
                    <a:pt x="200574" y="204230"/>
                    <a:pt x="201725" y="205602"/>
                  </a:cubicBezTo>
                  <a:cubicBezTo>
                    <a:pt x="202113" y="206055"/>
                    <a:pt x="202500" y="206508"/>
                    <a:pt x="202900" y="206974"/>
                  </a:cubicBezTo>
                  <a:cubicBezTo>
                    <a:pt x="203772" y="208207"/>
                    <a:pt x="203772" y="208207"/>
                    <a:pt x="203772" y="209695"/>
                  </a:cubicBezTo>
                  <a:cubicBezTo>
                    <a:pt x="204247" y="209925"/>
                    <a:pt x="204723" y="210155"/>
                    <a:pt x="205213" y="210393"/>
                  </a:cubicBezTo>
                  <a:cubicBezTo>
                    <a:pt x="206748" y="211183"/>
                    <a:pt x="206748" y="211183"/>
                    <a:pt x="207492" y="213416"/>
                  </a:cubicBezTo>
                  <a:cubicBezTo>
                    <a:pt x="208229" y="213661"/>
                    <a:pt x="208966" y="213907"/>
                    <a:pt x="209725" y="214160"/>
                  </a:cubicBezTo>
                  <a:cubicBezTo>
                    <a:pt x="210050" y="216020"/>
                    <a:pt x="210050" y="216020"/>
                    <a:pt x="209725" y="217881"/>
                  </a:cubicBezTo>
                  <a:cubicBezTo>
                    <a:pt x="208737" y="218144"/>
                    <a:pt x="207744" y="218390"/>
                    <a:pt x="206748" y="218625"/>
                  </a:cubicBezTo>
                  <a:cubicBezTo>
                    <a:pt x="206518" y="219223"/>
                    <a:pt x="206288" y="219822"/>
                    <a:pt x="206051" y="220439"/>
                  </a:cubicBezTo>
                  <a:cubicBezTo>
                    <a:pt x="205260" y="222345"/>
                    <a:pt x="205260" y="222345"/>
                    <a:pt x="203353" y="223183"/>
                  </a:cubicBezTo>
                  <a:cubicBezTo>
                    <a:pt x="202455" y="223505"/>
                    <a:pt x="202455" y="223505"/>
                    <a:pt x="201539" y="223834"/>
                  </a:cubicBezTo>
                  <a:cubicBezTo>
                    <a:pt x="201294" y="224570"/>
                    <a:pt x="201048" y="225307"/>
                    <a:pt x="200795" y="226066"/>
                  </a:cubicBezTo>
                  <a:cubicBezTo>
                    <a:pt x="200304" y="226312"/>
                    <a:pt x="199813" y="226557"/>
                    <a:pt x="199307" y="226810"/>
                  </a:cubicBezTo>
                  <a:cubicBezTo>
                    <a:pt x="199061" y="227547"/>
                    <a:pt x="198816" y="228284"/>
                    <a:pt x="198563" y="229043"/>
                  </a:cubicBezTo>
                  <a:cubicBezTo>
                    <a:pt x="197826" y="229288"/>
                    <a:pt x="197089" y="229534"/>
                    <a:pt x="196330" y="229787"/>
                  </a:cubicBezTo>
                  <a:cubicBezTo>
                    <a:pt x="195810" y="230766"/>
                    <a:pt x="195313" y="231759"/>
                    <a:pt x="194842" y="232763"/>
                  </a:cubicBezTo>
                  <a:cubicBezTo>
                    <a:pt x="194351" y="233009"/>
                    <a:pt x="193860" y="233255"/>
                    <a:pt x="193354" y="233508"/>
                  </a:cubicBezTo>
                  <a:cubicBezTo>
                    <a:pt x="193108" y="234244"/>
                    <a:pt x="192862" y="234981"/>
                    <a:pt x="192609" y="235740"/>
                  </a:cubicBezTo>
                  <a:cubicBezTo>
                    <a:pt x="191873" y="236231"/>
                    <a:pt x="191136" y="236722"/>
                    <a:pt x="190377" y="237228"/>
                  </a:cubicBezTo>
                  <a:cubicBezTo>
                    <a:pt x="190131" y="237965"/>
                    <a:pt x="189886" y="238702"/>
                    <a:pt x="189633" y="239461"/>
                  </a:cubicBezTo>
                  <a:cubicBezTo>
                    <a:pt x="188896" y="239461"/>
                    <a:pt x="188160" y="239461"/>
                    <a:pt x="187400" y="239461"/>
                  </a:cubicBezTo>
                  <a:cubicBezTo>
                    <a:pt x="187145" y="240451"/>
                    <a:pt x="186897" y="241443"/>
                    <a:pt x="186656" y="242437"/>
                  </a:cubicBezTo>
                  <a:cubicBezTo>
                    <a:pt x="185920" y="242683"/>
                    <a:pt x="185183" y="242928"/>
                    <a:pt x="184424" y="243181"/>
                  </a:cubicBezTo>
                  <a:cubicBezTo>
                    <a:pt x="184424" y="244164"/>
                    <a:pt x="184424" y="245146"/>
                    <a:pt x="184424" y="246158"/>
                  </a:cubicBezTo>
                  <a:cubicBezTo>
                    <a:pt x="183687" y="246158"/>
                    <a:pt x="182951" y="246158"/>
                    <a:pt x="182192" y="246158"/>
                  </a:cubicBezTo>
                  <a:cubicBezTo>
                    <a:pt x="181669" y="247387"/>
                    <a:pt x="181172" y="248628"/>
                    <a:pt x="180703" y="249879"/>
                  </a:cubicBezTo>
                  <a:cubicBezTo>
                    <a:pt x="180212" y="249879"/>
                    <a:pt x="179721" y="249879"/>
                    <a:pt x="179215" y="249879"/>
                  </a:cubicBezTo>
                  <a:cubicBezTo>
                    <a:pt x="178959" y="250869"/>
                    <a:pt x="178712" y="251861"/>
                    <a:pt x="178471" y="252855"/>
                  </a:cubicBezTo>
                  <a:cubicBezTo>
                    <a:pt x="177980" y="253101"/>
                    <a:pt x="177489" y="253346"/>
                    <a:pt x="176983" y="253599"/>
                  </a:cubicBezTo>
                  <a:cubicBezTo>
                    <a:pt x="176860" y="254090"/>
                    <a:pt x="176737" y="254582"/>
                    <a:pt x="176610" y="255088"/>
                  </a:cubicBezTo>
                  <a:cubicBezTo>
                    <a:pt x="176488" y="255579"/>
                    <a:pt x="176365" y="256070"/>
                    <a:pt x="176238" y="256576"/>
                  </a:cubicBezTo>
                  <a:cubicBezTo>
                    <a:pt x="175747" y="256821"/>
                    <a:pt x="175256" y="257067"/>
                    <a:pt x="174750" y="257320"/>
                  </a:cubicBezTo>
                  <a:cubicBezTo>
                    <a:pt x="174643" y="257811"/>
                    <a:pt x="174535" y="258302"/>
                    <a:pt x="174425" y="258808"/>
                  </a:cubicBezTo>
                  <a:cubicBezTo>
                    <a:pt x="174286" y="259299"/>
                    <a:pt x="174148" y="259791"/>
                    <a:pt x="174006" y="260297"/>
                  </a:cubicBezTo>
                  <a:cubicBezTo>
                    <a:pt x="173269" y="260542"/>
                    <a:pt x="172533" y="260788"/>
                    <a:pt x="171774" y="261041"/>
                  </a:cubicBezTo>
                  <a:cubicBezTo>
                    <a:pt x="171497" y="262025"/>
                    <a:pt x="171248" y="263018"/>
                    <a:pt x="171029" y="264017"/>
                  </a:cubicBezTo>
                  <a:cubicBezTo>
                    <a:pt x="170538" y="264263"/>
                    <a:pt x="170047" y="264508"/>
                    <a:pt x="169541" y="264761"/>
                  </a:cubicBezTo>
                  <a:cubicBezTo>
                    <a:pt x="169296" y="265268"/>
                    <a:pt x="169050" y="265774"/>
                    <a:pt x="168797" y="266296"/>
                  </a:cubicBezTo>
                  <a:cubicBezTo>
                    <a:pt x="168551" y="266772"/>
                    <a:pt x="168306" y="267248"/>
                    <a:pt x="168053" y="267738"/>
                  </a:cubicBezTo>
                  <a:cubicBezTo>
                    <a:pt x="167562" y="267738"/>
                    <a:pt x="167071" y="267738"/>
                    <a:pt x="166565" y="267738"/>
                  </a:cubicBezTo>
                  <a:cubicBezTo>
                    <a:pt x="166060" y="269472"/>
                    <a:pt x="165564" y="271208"/>
                    <a:pt x="165076" y="272947"/>
                  </a:cubicBezTo>
                  <a:cubicBezTo>
                    <a:pt x="164585" y="273193"/>
                    <a:pt x="164094" y="273438"/>
                    <a:pt x="163588" y="273691"/>
                  </a:cubicBezTo>
                  <a:cubicBezTo>
                    <a:pt x="163473" y="274796"/>
                    <a:pt x="163473" y="274796"/>
                    <a:pt x="163355" y="275924"/>
                  </a:cubicBezTo>
                  <a:cubicBezTo>
                    <a:pt x="163102" y="277029"/>
                    <a:pt x="163102" y="277029"/>
                    <a:pt x="162844" y="278156"/>
                  </a:cubicBezTo>
                  <a:cubicBezTo>
                    <a:pt x="160937" y="278668"/>
                    <a:pt x="160937" y="278668"/>
                    <a:pt x="159123" y="278900"/>
                  </a:cubicBezTo>
                  <a:cubicBezTo>
                    <a:pt x="159123" y="279637"/>
                    <a:pt x="159123" y="280373"/>
                    <a:pt x="159123" y="281133"/>
                  </a:cubicBezTo>
                  <a:cubicBezTo>
                    <a:pt x="158141" y="281133"/>
                    <a:pt x="157159" y="281133"/>
                    <a:pt x="156147" y="281133"/>
                  </a:cubicBezTo>
                  <a:cubicBezTo>
                    <a:pt x="155420" y="279694"/>
                    <a:pt x="155420" y="279694"/>
                    <a:pt x="154937" y="277830"/>
                  </a:cubicBezTo>
                  <a:cubicBezTo>
                    <a:pt x="154633" y="276688"/>
                    <a:pt x="154299" y="275553"/>
                    <a:pt x="153914" y="274435"/>
                  </a:cubicBezTo>
                  <a:cubicBezTo>
                    <a:pt x="153423" y="274190"/>
                    <a:pt x="152932" y="273944"/>
                    <a:pt x="152426" y="273691"/>
                  </a:cubicBezTo>
                  <a:cubicBezTo>
                    <a:pt x="152180" y="272954"/>
                    <a:pt x="151935" y="272218"/>
                    <a:pt x="151682" y="271459"/>
                  </a:cubicBezTo>
                  <a:cubicBezTo>
                    <a:pt x="150945" y="271213"/>
                    <a:pt x="150208" y="270968"/>
                    <a:pt x="149449" y="270715"/>
                  </a:cubicBezTo>
                  <a:cubicBezTo>
                    <a:pt x="149194" y="269724"/>
                    <a:pt x="148946" y="268732"/>
                    <a:pt x="148705" y="267738"/>
                  </a:cubicBezTo>
                  <a:cubicBezTo>
                    <a:pt x="147968" y="267247"/>
                    <a:pt x="147232" y="266756"/>
                    <a:pt x="146473" y="266250"/>
                  </a:cubicBezTo>
                  <a:cubicBezTo>
                    <a:pt x="143496" y="261785"/>
                    <a:pt x="143496" y="261785"/>
                    <a:pt x="143496" y="260297"/>
                  </a:cubicBezTo>
                  <a:cubicBezTo>
                    <a:pt x="143005" y="260297"/>
                    <a:pt x="142514" y="260297"/>
                    <a:pt x="142008" y="260297"/>
                  </a:cubicBezTo>
                  <a:cubicBezTo>
                    <a:pt x="141847" y="259376"/>
                    <a:pt x="141847" y="259376"/>
                    <a:pt x="141682" y="258436"/>
                  </a:cubicBezTo>
                  <a:cubicBezTo>
                    <a:pt x="141544" y="257822"/>
                    <a:pt x="141406" y="257208"/>
                    <a:pt x="141264" y="256576"/>
                  </a:cubicBezTo>
                  <a:cubicBezTo>
                    <a:pt x="140527" y="256576"/>
                    <a:pt x="139790" y="256576"/>
                    <a:pt x="139031" y="256576"/>
                  </a:cubicBezTo>
                  <a:cubicBezTo>
                    <a:pt x="138777" y="255337"/>
                    <a:pt x="138529" y="254097"/>
                    <a:pt x="138287" y="252855"/>
                  </a:cubicBezTo>
                  <a:cubicBezTo>
                    <a:pt x="137551" y="252610"/>
                    <a:pt x="136814" y="252364"/>
                    <a:pt x="136055" y="252111"/>
                  </a:cubicBezTo>
                  <a:cubicBezTo>
                    <a:pt x="135809" y="251374"/>
                    <a:pt x="135564" y="250638"/>
                    <a:pt x="135311" y="249879"/>
                  </a:cubicBezTo>
                  <a:cubicBezTo>
                    <a:pt x="134584" y="249117"/>
                    <a:pt x="133836" y="248376"/>
                    <a:pt x="133078" y="247646"/>
                  </a:cubicBezTo>
                  <a:cubicBezTo>
                    <a:pt x="131360" y="245625"/>
                    <a:pt x="130201" y="244222"/>
                    <a:pt x="129358" y="241693"/>
                  </a:cubicBezTo>
                  <a:cubicBezTo>
                    <a:pt x="128866" y="241447"/>
                    <a:pt x="128375" y="241202"/>
                    <a:pt x="127869" y="240949"/>
                  </a:cubicBezTo>
                  <a:cubicBezTo>
                    <a:pt x="127708" y="240028"/>
                    <a:pt x="127708" y="240028"/>
                    <a:pt x="127544" y="239089"/>
                  </a:cubicBezTo>
                  <a:cubicBezTo>
                    <a:pt x="127406" y="238475"/>
                    <a:pt x="127267" y="237861"/>
                    <a:pt x="127125" y="237228"/>
                  </a:cubicBezTo>
                  <a:cubicBezTo>
                    <a:pt x="126388" y="236983"/>
                    <a:pt x="125652" y="236737"/>
                    <a:pt x="124893" y="236484"/>
                  </a:cubicBezTo>
                  <a:cubicBezTo>
                    <a:pt x="124616" y="235500"/>
                    <a:pt x="124367" y="234507"/>
                    <a:pt x="124149" y="233508"/>
                  </a:cubicBezTo>
                  <a:cubicBezTo>
                    <a:pt x="123657" y="233262"/>
                    <a:pt x="123166" y="233016"/>
                    <a:pt x="122660" y="232763"/>
                  </a:cubicBezTo>
                  <a:cubicBezTo>
                    <a:pt x="122499" y="231819"/>
                    <a:pt x="122499" y="231819"/>
                    <a:pt x="122335" y="230857"/>
                  </a:cubicBezTo>
                  <a:cubicBezTo>
                    <a:pt x="122197" y="230258"/>
                    <a:pt x="122058" y="229659"/>
                    <a:pt x="121916" y="229043"/>
                  </a:cubicBezTo>
                  <a:cubicBezTo>
                    <a:pt x="121179" y="229043"/>
                    <a:pt x="120443" y="229043"/>
                    <a:pt x="119684" y="229043"/>
                  </a:cubicBezTo>
                  <a:cubicBezTo>
                    <a:pt x="119420" y="228054"/>
                    <a:pt x="119174" y="227062"/>
                    <a:pt x="118940" y="226066"/>
                  </a:cubicBezTo>
                  <a:cubicBezTo>
                    <a:pt x="118203" y="225575"/>
                    <a:pt x="117466" y="225084"/>
                    <a:pt x="116707" y="224578"/>
                  </a:cubicBezTo>
                  <a:cubicBezTo>
                    <a:pt x="116584" y="223826"/>
                    <a:pt x="116462" y="223074"/>
                    <a:pt x="116335" y="222299"/>
                  </a:cubicBezTo>
                  <a:cubicBezTo>
                    <a:pt x="116212" y="221578"/>
                    <a:pt x="116089" y="220856"/>
                    <a:pt x="115963" y="220113"/>
                  </a:cubicBezTo>
                  <a:cubicBezTo>
                    <a:pt x="115226" y="219867"/>
                    <a:pt x="114490" y="219622"/>
                    <a:pt x="113731" y="219369"/>
                  </a:cubicBezTo>
                  <a:cubicBezTo>
                    <a:pt x="113485" y="218632"/>
                    <a:pt x="113239" y="217895"/>
                    <a:pt x="112986" y="217136"/>
                  </a:cubicBezTo>
                  <a:cubicBezTo>
                    <a:pt x="112495" y="216891"/>
                    <a:pt x="112004" y="216645"/>
                    <a:pt x="111498" y="216392"/>
                  </a:cubicBezTo>
                  <a:cubicBezTo>
                    <a:pt x="111002" y="215152"/>
                    <a:pt x="110506" y="213912"/>
                    <a:pt x="110010" y="212672"/>
                  </a:cubicBezTo>
                  <a:cubicBezTo>
                    <a:pt x="109519" y="212426"/>
                    <a:pt x="109028" y="212180"/>
                    <a:pt x="108522" y="211927"/>
                  </a:cubicBezTo>
                  <a:cubicBezTo>
                    <a:pt x="108414" y="211467"/>
                    <a:pt x="108307" y="211007"/>
                    <a:pt x="108196" y="210532"/>
                  </a:cubicBezTo>
                  <a:cubicBezTo>
                    <a:pt x="107699" y="208654"/>
                    <a:pt x="106924" y="208040"/>
                    <a:pt x="105545" y="206718"/>
                  </a:cubicBezTo>
                  <a:cubicBezTo>
                    <a:pt x="105177" y="205613"/>
                    <a:pt x="105177" y="205613"/>
                    <a:pt x="104801" y="204486"/>
                  </a:cubicBezTo>
                  <a:cubicBezTo>
                    <a:pt x="104310" y="204240"/>
                    <a:pt x="103819" y="203995"/>
                    <a:pt x="103313" y="203742"/>
                  </a:cubicBezTo>
                  <a:cubicBezTo>
                    <a:pt x="103010" y="202014"/>
                    <a:pt x="102759" y="200277"/>
                    <a:pt x="102568" y="198533"/>
                  </a:cubicBezTo>
                  <a:cubicBezTo>
                    <a:pt x="101832" y="198533"/>
                    <a:pt x="101095" y="198533"/>
                    <a:pt x="100336" y="198533"/>
                  </a:cubicBezTo>
                  <a:cubicBezTo>
                    <a:pt x="99917" y="197091"/>
                    <a:pt x="99917" y="197091"/>
                    <a:pt x="99592" y="195556"/>
                  </a:cubicBezTo>
                  <a:cubicBezTo>
                    <a:pt x="99101" y="195311"/>
                    <a:pt x="98610" y="195065"/>
                    <a:pt x="98104" y="194812"/>
                  </a:cubicBezTo>
                  <a:cubicBezTo>
                    <a:pt x="96799" y="192826"/>
                    <a:pt x="95739" y="190816"/>
                    <a:pt x="94708" y="188673"/>
                  </a:cubicBezTo>
                  <a:cubicBezTo>
                    <a:pt x="93855" y="186553"/>
                    <a:pt x="93855" y="186553"/>
                    <a:pt x="92150" y="185883"/>
                  </a:cubicBezTo>
                  <a:cubicBezTo>
                    <a:pt x="91989" y="185008"/>
                    <a:pt x="91989" y="185008"/>
                    <a:pt x="91825" y="184115"/>
                  </a:cubicBezTo>
                  <a:cubicBezTo>
                    <a:pt x="91355" y="181921"/>
                    <a:pt x="90780" y="181401"/>
                    <a:pt x="89174" y="179929"/>
                  </a:cubicBezTo>
                  <a:cubicBezTo>
                    <a:pt x="88928" y="179193"/>
                    <a:pt x="88683" y="178456"/>
                    <a:pt x="88430" y="177697"/>
                  </a:cubicBezTo>
                  <a:cubicBezTo>
                    <a:pt x="88061" y="177329"/>
                    <a:pt x="87693" y="176960"/>
                    <a:pt x="87314" y="176581"/>
                  </a:cubicBezTo>
                  <a:cubicBezTo>
                    <a:pt x="86197" y="175465"/>
                    <a:pt x="86197" y="175465"/>
                    <a:pt x="85453" y="173232"/>
                  </a:cubicBezTo>
                  <a:cubicBezTo>
                    <a:pt x="84962" y="172987"/>
                    <a:pt x="84471" y="172741"/>
                    <a:pt x="83965" y="172488"/>
                  </a:cubicBezTo>
                  <a:cubicBezTo>
                    <a:pt x="83804" y="171429"/>
                    <a:pt x="83804" y="171429"/>
                    <a:pt x="83639" y="170349"/>
                  </a:cubicBezTo>
                  <a:cubicBezTo>
                    <a:pt x="83108" y="167396"/>
                    <a:pt x="82112" y="166612"/>
                    <a:pt x="79779" y="164907"/>
                  </a:cubicBezTo>
                  <a:cubicBezTo>
                    <a:pt x="78106" y="162701"/>
                    <a:pt x="78235" y="160329"/>
                    <a:pt x="78012" y="157605"/>
                  </a:cubicBezTo>
                  <a:cubicBezTo>
                    <a:pt x="77275" y="157605"/>
                    <a:pt x="76538" y="157605"/>
                    <a:pt x="75779" y="157605"/>
                  </a:cubicBezTo>
                  <a:cubicBezTo>
                    <a:pt x="75841" y="157022"/>
                    <a:pt x="75902" y="156439"/>
                    <a:pt x="75965" y="155838"/>
                  </a:cubicBezTo>
                  <a:cubicBezTo>
                    <a:pt x="75904" y="155193"/>
                    <a:pt x="75843" y="154549"/>
                    <a:pt x="75779" y="153884"/>
                  </a:cubicBezTo>
                  <a:cubicBezTo>
                    <a:pt x="74341" y="153072"/>
                    <a:pt x="74341" y="153072"/>
                    <a:pt x="72803" y="152396"/>
                  </a:cubicBezTo>
                  <a:cubicBezTo>
                    <a:pt x="72384" y="150954"/>
                    <a:pt x="72384" y="150954"/>
                    <a:pt x="72059" y="149420"/>
                  </a:cubicBezTo>
                  <a:cubicBezTo>
                    <a:pt x="71483" y="148867"/>
                    <a:pt x="71483" y="148867"/>
                    <a:pt x="70896" y="148303"/>
                  </a:cubicBezTo>
                  <a:cubicBezTo>
                    <a:pt x="69826" y="147187"/>
                    <a:pt x="69826" y="147187"/>
                    <a:pt x="69826" y="144211"/>
                  </a:cubicBezTo>
                  <a:cubicBezTo>
                    <a:pt x="69090" y="143965"/>
                    <a:pt x="68353" y="143720"/>
                    <a:pt x="67594" y="143467"/>
                  </a:cubicBezTo>
                  <a:cubicBezTo>
                    <a:pt x="67346" y="141978"/>
                    <a:pt x="67098" y="140490"/>
                    <a:pt x="66850" y="139002"/>
                  </a:cubicBezTo>
                  <a:cubicBezTo>
                    <a:pt x="66113" y="138756"/>
                    <a:pt x="65376" y="138511"/>
                    <a:pt x="64617" y="138258"/>
                  </a:cubicBezTo>
                  <a:cubicBezTo>
                    <a:pt x="64340" y="137024"/>
                    <a:pt x="64091" y="135783"/>
                    <a:pt x="63873" y="134537"/>
                  </a:cubicBezTo>
                  <a:cubicBezTo>
                    <a:pt x="63382" y="134291"/>
                    <a:pt x="62891" y="134046"/>
                    <a:pt x="62385" y="133793"/>
                  </a:cubicBezTo>
                  <a:cubicBezTo>
                    <a:pt x="61889" y="132304"/>
                    <a:pt x="61393" y="130816"/>
                    <a:pt x="60897" y="129328"/>
                  </a:cubicBezTo>
                  <a:cubicBezTo>
                    <a:pt x="60405" y="129082"/>
                    <a:pt x="59914" y="128837"/>
                    <a:pt x="59408" y="128584"/>
                  </a:cubicBezTo>
                  <a:cubicBezTo>
                    <a:pt x="59301" y="127847"/>
                    <a:pt x="59193" y="127110"/>
                    <a:pt x="59083" y="126351"/>
                  </a:cubicBezTo>
                  <a:cubicBezTo>
                    <a:pt x="58876" y="125246"/>
                    <a:pt x="58876" y="125246"/>
                    <a:pt x="58664" y="124119"/>
                  </a:cubicBezTo>
                  <a:cubicBezTo>
                    <a:pt x="57927" y="123873"/>
                    <a:pt x="57191" y="123628"/>
                    <a:pt x="56432" y="123375"/>
                  </a:cubicBezTo>
                  <a:cubicBezTo>
                    <a:pt x="55898" y="121899"/>
                    <a:pt x="55403" y="120410"/>
                    <a:pt x="54943" y="118910"/>
                  </a:cubicBezTo>
                  <a:cubicBezTo>
                    <a:pt x="54207" y="118173"/>
                    <a:pt x="54207" y="118173"/>
                    <a:pt x="53455" y="117422"/>
                  </a:cubicBezTo>
                  <a:cubicBezTo>
                    <a:pt x="53332" y="116792"/>
                    <a:pt x="53210" y="116163"/>
                    <a:pt x="53083" y="115515"/>
                  </a:cubicBezTo>
                  <a:cubicBezTo>
                    <a:pt x="52960" y="114916"/>
                    <a:pt x="52838" y="114318"/>
                    <a:pt x="52711" y="113701"/>
                  </a:cubicBezTo>
                  <a:cubicBezTo>
                    <a:pt x="52220" y="113455"/>
                    <a:pt x="51729" y="113210"/>
                    <a:pt x="51223" y="112957"/>
                  </a:cubicBezTo>
                  <a:cubicBezTo>
                    <a:pt x="50758" y="110678"/>
                    <a:pt x="50758" y="110678"/>
                    <a:pt x="50479" y="108492"/>
                  </a:cubicBezTo>
                  <a:cubicBezTo>
                    <a:pt x="49742" y="108492"/>
                    <a:pt x="49005" y="108492"/>
                    <a:pt x="48246" y="108492"/>
                  </a:cubicBezTo>
                  <a:cubicBezTo>
                    <a:pt x="48246" y="106527"/>
                    <a:pt x="48246" y="104563"/>
                    <a:pt x="48246" y="102539"/>
                  </a:cubicBezTo>
                  <a:cubicBezTo>
                    <a:pt x="47509" y="102539"/>
                    <a:pt x="46773" y="102539"/>
                    <a:pt x="46014" y="102539"/>
                  </a:cubicBezTo>
                  <a:cubicBezTo>
                    <a:pt x="45481" y="100814"/>
                    <a:pt x="44985" y="99076"/>
                    <a:pt x="44525" y="97330"/>
                  </a:cubicBezTo>
                  <a:cubicBezTo>
                    <a:pt x="44034" y="97084"/>
                    <a:pt x="43543" y="96839"/>
                    <a:pt x="43037" y="96586"/>
                  </a:cubicBezTo>
                  <a:cubicBezTo>
                    <a:pt x="42541" y="95097"/>
                    <a:pt x="42045" y="93609"/>
                    <a:pt x="41549" y="92121"/>
                  </a:cubicBezTo>
                  <a:cubicBezTo>
                    <a:pt x="40812" y="91752"/>
                    <a:pt x="40812" y="91752"/>
                    <a:pt x="40061" y="91377"/>
                  </a:cubicBezTo>
                  <a:cubicBezTo>
                    <a:pt x="39813" y="89640"/>
                    <a:pt x="39565" y="87904"/>
                    <a:pt x="39317" y="86168"/>
                  </a:cubicBezTo>
                  <a:cubicBezTo>
                    <a:pt x="38825" y="85922"/>
                    <a:pt x="38334" y="85677"/>
                    <a:pt x="37828" y="85424"/>
                  </a:cubicBezTo>
                  <a:cubicBezTo>
                    <a:pt x="37332" y="83935"/>
                    <a:pt x="36836" y="82447"/>
                    <a:pt x="36340" y="80959"/>
                  </a:cubicBezTo>
                  <a:cubicBezTo>
                    <a:pt x="35849" y="80713"/>
                    <a:pt x="35358" y="80468"/>
                    <a:pt x="34852" y="80215"/>
                  </a:cubicBezTo>
                  <a:cubicBezTo>
                    <a:pt x="34744" y="79493"/>
                    <a:pt x="34637" y="78772"/>
                    <a:pt x="34526" y="78029"/>
                  </a:cubicBezTo>
                  <a:cubicBezTo>
                    <a:pt x="34388" y="77277"/>
                    <a:pt x="34250" y="76525"/>
                    <a:pt x="34108" y="75750"/>
                  </a:cubicBezTo>
                  <a:cubicBezTo>
                    <a:pt x="33002" y="75013"/>
                    <a:pt x="33002" y="75013"/>
                    <a:pt x="31875" y="74261"/>
                  </a:cubicBezTo>
                  <a:cubicBezTo>
                    <a:pt x="31623" y="72526"/>
                    <a:pt x="31375" y="70789"/>
                    <a:pt x="31131" y="69052"/>
                  </a:cubicBezTo>
                  <a:cubicBezTo>
                    <a:pt x="30046" y="67843"/>
                    <a:pt x="30046" y="67843"/>
                    <a:pt x="28899" y="66820"/>
                  </a:cubicBezTo>
                  <a:cubicBezTo>
                    <a:pt x="28634" y="65583"/>
                    <a:pt x="28384" y="64343"/>
                    <a:pt x="28154" y="63099"/>
                  </a:cubicBezTo>
                  <a:cubicBezTo>
                    <a:pt x="27663" y="62854"/>
                    <a:pt x="27172" y="62608"/>
                    <a:pt x="26666" y="62355"/>
                  </a:cubicBezTo>
                  <a:cubicBezTo>
                    <a:pt x="26363" y="60628"/>
                    <a:pt x="26112" y="58890"/>
                    <a:pt x="25922" y="57146"/>
                  </a:cubicBezTo>
                  <a:cubicBezTo>
                    <a:pt x="25185" y="57146"/>
                    <a:pt x="24449" y="57146"/>
                    <a:pt x="23690" y="57146"/>
                  </a:cubicBezTo>
                  <a:cubicBezTo>
                    <a:pt x="23690" y="55182"/>
                    <a:pt x="23690" y="53217"/>
                    <a:pt x="23690" y="51193"/>
                  </a:cubicBezTo>
                  <a:cubicBezTo>
                    <a:pt x="22707" y="51193"/>
                    <a:pt x="21725" y="51193"/>
                    <a:pt x="20713" y="51193"/>
                  </a:cubicBezTo>
                  <a:cubicBezTo>
                    <a:pt x="20759" y="50380"/>
                    <a:pt x="20805" y="49566"/>
                    <a:pt x="20853" y="48728"/>
                  </a:cubicBezTo>
                  <a:cubicBezTo>
                    <a:pt x="21024" y="46056"/>
                    <a:pt x="21024" y="46056"/>
                    <a:pt x="19643" y="44914"/>
                  </a:cubicBezTo>
                  <a:cubicBezTo>
                    <a:pt x="17685" y="42956"/>
                    <a:pt x="17957" y="40489"/>
                    <a:pt x="17736" y="37799"/>
                  </a:cubicBezTo>
                  <a:cubicBezTo>
                    <a:pt x="17000" y="37799"/>
                    <a:pt x="16263" y="37799"/>
                    <a:pt x="15504" y="37799"/>
                  </a:cubicBezTo>
                  <a:cubicBezTo>
                    <a:pt x="15504" y="34606"/>
                    <a:pt x="15504" y="31414"/>
                    <a:pt x="15504" y="28125"/>
                  </a:cubicBezTo>
                  <a:cubicBezTo>
                    <a:pt x="16456" y="28063"/>
                    <a:pt x="17407" y="28002"/>
                    <a:pt x="18388" y="27939"/>
                  </a:cubicBezTo>
                  <a:cubicBezTo>
                    <a:pt x="20024" y="27782"/>
                    <a:pt x="20024" y="27782"/>
                    <a:pt x="21457" y="27381"/>
                  </a:cubicBezTo>
                  <a:cubicBezTo>
                    <a:pt x="21703" y="26889"/>
                    <a:pt x="21948" y="26398"/>
                    <a:pt x="22201" y="25892"/>
                  </a:cubicBezTo>
                  <a:cubicBezTo>
                    <a:pt x="22447" y="25401"/>
                    <a:pt x="22692" y="24910"/>
                    <a:pt x="22945" y="24404"/>
                  </a:cubicBezTo>
                  <a:cubicBezTo>
                    <a:pt x="24320" y="24122"/>
                    <a:pt x="24320" y="24122"/>
                    <a:pt x="25968" y="23985"/>
                  </a:cubicBezTo>
                  <a:cubicBezTo>
                    <a:pt x="26935" y="23878"/>
                    <a:pt x="27902" y="23771"/>
                    <a:pt x="28899" y="23660"/>
                  </a:cubicBezTo>
                  <a:cubicBezTo>
                    <a:pt x="29144" y="22923"/>
                    <a:pt x="29390" y="22186"/>
                    <a:pt x="29643" y="21427"/>
                  </a:cubicBezTo>
                  <a:cubicBezTo>
                    <a:pt x="30502" y="21320"/>
                    <a:pt x="31362" y="21213"/>
                    <a:pt x="32247" y="21102"/>
                  </a:cubicBezTo>
                  <a:cubicBezTo>
                    <a:pt x="33107" y="20964"/>
                    <a:pt x="33966" y="20826"/>
                    <a:pt x="34852" y="20683"/>
                  </a:cubicBezTo>
                  <a:cubicBezTo>
                    <a:pt x="35000" y="19939"/>
                    <a:pt x="35000" y="19939"/>
                    <a:pt x="35151" y="19181"/>
                  </a:cubicBezTo>
                  <a:cubicBezTo>
                    <a:pt x="35298" y="18694"/>
                    <a:pt x="35445" y="18208"/>
                    <a:pt x="35596" y="17707"/>
                  </a:cubicBezTo>
                  <a:cubicBezTo>
                    <a:pt x="37296" y="17416"/>
                    <a:pt x="37296" y="17416"/>
                    <a:pt x="39363" y="17521"/>
                  </a:cubicBezTo>
                  <a:cubicBezTo>
                    <a:pt x="40047" y="17548"/>
                    <a:pt x="40731" y="17574"/>
                    <a:pt x="41436" y="17602"/>
                  </a:cubicBezTo>
                  <a:cubicBezTo>
                    <a:pt x="41964" y="17637"/>
                    <a:pt x="42493" y="17671"/>
                    <a:pt x="43037" y="17707"/>
                  </a:cubicBezTo>
                  <a:cubicBezTo>
                    <a:pt x="43037" y="16724"/>
                    <a:pt x="43037" y="15742"/>
                    <a:pt x="43037" y="14730"/>
                  </a:cubicBezTo>
                  <a:cubicBezTo>
                    <a:pt x="44303" y="14638"/>
                    <a:pt x="44303" y="14638"/>
                    <a:pt x="45595" y="14544"/>
                  </a:cubicBezTo>
                  <a:cubicBezTo>
                    <a:pt x="46907" y="14268"/>
                    <a:pt x="46907" y="14268"/>
                    <a:pt x="48246" y="13986"/>
                  </a:cubicBezTo>
                  <a:cubicBezTo>
                    <a:pt x="48397" y="13244"/>
                    <a:pt x="48397" y="13244"/>
                    <a:pt x="48551" y="12486"/>
                  </a:cubicBezTo>
                  <a:cubicBezTo>
                    <a:pt x="48696" y="11999"/>
                    <a:pt x="48841" y="11512"/>
                    <a:pt x="48990" y="11009"/>
                  </a:cubicBezTo>
                  <a:cubicBezTo>
                    <a:pt x="50938" y="10604"/>
                    <a:pt x="52771" y="10637"/>
                    <a:pt x="54757" y="10614"/>
                  </a:cubicBezTo>
                  <a:cubicBezTo>
                    <a:pt x="55310" y="10499"/>
                    <a:pt x="55862" y="10384"/>
                    <a:pt x="56432" y="10265"/>
                  </a:cubicBezTo>
                  <a:cubicBezTo>
                    <a:pt x="56924" y="8776"/>
                    <a:pt x="56924" y="8776"/>
                    <a:pt x="57176" y="7289"/>
                  </a:cubicBezTo>
                  <a:cubicBezTo>
                    <a:pt x="58664" y="7289"/>
                    <a:pt x="60152" y="7289"/>
                    <a:pt x="61641" y="7289"/>
                  </a:cubicBezTo>
                  <a:cubicBezTo>
                    <a:pt x="61862" y="6809"/>
                    <a:pt x="62084" y="6330"/>
                    <a:pt x="62312" y="5835"/>
                  </a:cubicBezTo>
                  <a:cubicBezTo>
                    <a:pt x="62582" y="5333"/>
                    <a:pt x="62851" y="4830"/>
                    <a:pt x="63129" y="4312"/>
                  </a:cubicBezTo>
                  <a:cubicBezTo>
                    <a:pt x="64739" y="3859"/>
                    <a:pt x="64739" y="3859"/>
                    <a:pt x="66571" y="3754"/>
                  </a:cubicBezTo>
                  <a:cubicBezTo>
                    <a:pt x="67179" y="3712"/>
                    <a:pt x="67787" y="3670"/>
                    <a:pt x="68414" y="3626"/>
                  </a:cubicBezTo>
                  <a:cubicBezTo>
                    <a:pt x="68880" y="3607"/>
                    <a:pt x="69346" y="3588"/>
                    <a:pt x="69826" y="3568"/>
                  </a:cubicBezTo>
                  <a:cubicBezTo>
                    <a:pt x="69826" y="2586"/>
                    <a:pt x="69826" y="1604"/>
                    <a:pt x="69826" y="592"/>
                  </a:cubicBezTo>
                  <a:close/>
                </a:path>
              </a:pathLst>
            </a:custGeom>
            <a:grpFill/>
            <a:ln w="744" cap="flat">
              <a:noFill/>
              <a:prstDash val="solid"/>
              <a:miter/>
            </a:ln>
          </p:spPr>
          <p:txBody>
            <a:bodyPr rtlCol="0" anchor="ctr"/>
            <a:lstStyle/>
            <a:p>
              <a:endParaRPr lang="zh-CN" altLang="en-US"/>
            </a:p>
          </p:txBody>
        </p:sp>
        <p:sp>
          <p:nvSpPr>
            <p:cNvPr id="178" name="任意多边形: 形状 177"/>
            <p:cNvSpPr/>
            <p:nvPr/>
          </p:nvSpPr>
          <p:spPr>
            <a:xfrm>
              <a:off x="11384426" y="746955"/>
              <a:ext cx="284501" cy="68752"/>
            </a:xfrm>
            <a:custGeom>
              <a:avLst/>
              <a:gdLst>
                <a:gd name="connsiteX0" fmla="*/ 18566 w 284503"/>
                <a:gd name="connsiteY0" fmla="*/ 638 h 68751"/>
                <a:gd name="connsiteX1" fmla="*/ 21175 w 284503"/>
                <a:gd name="connsiteY1" fmla="*/ 639 h 68751"/>
                <a:gd name="connsiteX2" fmla="*/ 22628 w 284503"/>
                <a:gd name="connsiteY2" fmla="*/ 636 h 68751"/>
                <a:gd name="connsiteX3" fmla="*/ 27508 w 284503"/>
                <a:gd name="connsiteY3" fmla="*/ 641 h 68751"/>
                <a:gd name="connsiteX4" fmla="*/ 31019 w 284503"/>
                <a:gd name="connsiteY4" fmla="*/ 639 h 68751"/>
                <a:gd name="connsiteX5" fmla="*/ 40711 w 284503"/>
                <a:gd name="connsiteY5" fmla="*/ 644 h 68751"/>
                <a:gd name="connsiteX6" fmla="*/ 51146 w 284503"/>
                <a:gd name="connsiteY6" fmla="*/ 646 h 68751"/>
                <a:gd name="connsiteX7" fmla="*/ 69240 w 284503"/>
                <a:gd name="connsiteY7" fmla="*/ 652 h 68751"/>
                <a:gd name="connsiteX8" fmla="*/ 95402 w 284503"/>
                <a:gd name="connsiteY8" fmla="*/ 661 h 68751"/>
                <a:gd name="connsiteX9" fmla="*/ 137843 w 284503"/>
                <a:gd name="connsiteY9" fmla="*/ 674 h 68751"/>
                <a:gd name="connsiteX10" fmla="*/ 179082 w 284503"/>
                <a:gd name="connsiteY10" fmla="*/ 690 h 68751"/>
                <a:gd name="connsiteX11" fmla="*/ 181648 w 284503"/>
                <a:gd name="connsiteY11" fmla="*/ 690 h 68751"/>
                <a:gd name="connsiteX12" fmla="*/ 194390 w 284503"/>
                <a:gd name="connsiteY12" fmla="*/ 693 h 68751"/>
                <a:gd name="connsiteX13" fmla="*/ 300173 w 284503"/>
                <a:gd name="connsiteY13" fmla="*/ 731 h 68751"/>
                <a:gd name="connsiteX14" fmla="*/ 300211 w 284503"/>
                <a:gd name="connsiteY14" fmla="*/ 26850 h 68751"/>
                <a:gd name="connsiteX15" fmla="*/ 300229 w 284503"/>
                <a:gd name="connsiteY15" fmla="*/ 38977 h 68751"/>
                <a:gd name="connsiteX16" fmla="*/ 300244 w 284503"/>
                <a:gd name="connsiteY16" fmla="*/ 50673 h 68751"/>
                <a:gd name="connsiteX17" fmla="*/ 300252 w 284503"/>
                <a:gd name="connsiteY17" fmla="*/ 55143 h 68751"/>
                <a:gd name="connsiteX18" fmla="*/ 300257 w 284503"/>
                <a:gd name="connsiteY18" fmla="*/ 61386 h 68751"/>
                <a:gd name="connsiteX19" fmla="*/ 300266 w 284503"/>
                <a:gd name="connsiteY19" fmla="*/ 63268 h 68751"/>
                <a:gd name="connsiteX20" fmla="*/ 299429 w 284503"/>
                <a:gd name="connsiteY20" fmla="*/ 69192 h 68751"/>
                <a:gd name="connsiteX21" fmla="*/ 294962 w 284503"/>
                <a:gd name="connsiteY21" fmla="*/ 69377 h 68751"/>
                <a:gd name="connsiteX22" fmla="*/ 292001 w 284503"/>
                <a:gd name="connsiteY22" fmla="*/ 69387 h 68751"/>
                <a:gd name="connsiteX23" fmla="*/ 288704 w 284503"/>
                <a:gd name="connsiteY23" fmla="*/ 69376 h 68751"/>
                <a:gd name="connsiteX24" fmla="*/ 285235 w 284503"/>
                <a:gd name="connsiteY24" fmla="*/ 69381 h 68751"/>
                <a:gd name="connsiteX25" fmla="*/ 275657 w 284503"/>
                <a:gd name="connsiteY25" fmla="*/ 69375 h 68751"/>
                <a:gd name="connsiteX26" fmla="*/ 265346 w 284503"/>
                <a:gd name="connsiteY26" fmla="*/ 69377 h 68751"/>
                <a:gd name="connsiteX27" fmla="*/ 245126 w 284503"/>
                <a:gd name="connsiteY27" fmla="*/ 69369 h 68751"/>
                <a:gd name="connsiteX28" fmla="*/ 221601 w 284503"/>
                <a:gd name="connsiteY28" fmla="*/ 69362 h 68751"/>
                <a:gd name="connsiteX29" fmla="*/ 179635 w 284503"/>
                <a:gd name="connsiteY29" fmla="*/ 69345 h 68751"/>
                <a:gd name="connsiteX30" fmla="*/ 138875 w 284503"/>
                <a:gd name="connsiteY30" fmla="*/ 69329 h 68751"/>
                <a:gd name="connsiteX31" fmla="*/ 136340 w 284503"/>
                <a:gd name="connsiteY31" fmla="*/ 69330 h 68751"/>
                <a:gd name="connsiteX32" fmla="*/ 133810 w 284503"/>
                <a:gd name="connsiteY32" fmla="*/ 69330 h 68751"/>
                <a:gd name="connsiteX33" fmla="*/ 87470 w 284503"/>
                <a:gd name="connsiteY33" fmla="*/ 69319 h 68751"/>
                <a:gd name="connsiteX34" fmla="*/ 71056 w 284503"/>
                <a:gd name="connsiteY34" fmla="*/ 69316 h 68751"/>
                <a:gd name="connsiteX35" fmla="*/ 51061 w 284503"/>
                <a:gd name="connsiteY35" fmla="*/ 69305 h 68751"/>
                <a:gd name="connsiteX36" fmla="*/ 40851 w 284503"/>
                <a:gd name="connsiteY36" fmla="*/ 69300 h 68751"/>
                <a:gd name="connsiteX37" fmla="*/ 31515 w 284503"/>
                <a:gd name="connsiteY37" fmla="*/ 69293 h 68751"/>
                <a:gd name="connsiteX38" fmla="*/ 28127 w 284503"/>
                <a:gd name="connsiteY38" fmla="*/ 69293 h 68751"/>
                <a:gd name="connsiteX39" fmla="*/ 23542 w 284503"/>
                <a:gd name="connsiteY39" fmla="*/ 69287 h 68751"/>
                <a:gd name="connsiteX40" fmla="*/ 20963 w 284503"/>
                <a:gd name="connsiteY40" fmla="*/ 69286 h 68751"/>
                <a:gd name="connsiteX41" fmla="*/ 16655 w 284503"/>
                <a:gd name="connsiteY41" fmla="*/ 68447 h 68751"/>
                <a:gd name="connsiteX42" fmla="*/ 15815 w 284503"/>
                <a:gd name="connsiteY42" fmla="*/ 60791 h 68751"/>
                <a:gd name="connsiteX43" fmla="*/ 15811 w 284503"/>
                <a:gd name="connsiteY43" fmla="*/ 58858 h 68751"/>
                <a:gd name="connsiteX44" fmla="*/ 15812 w 284503"/>
                <a:gd name="connsiteY44" fmla="*/ 52515 h 68751"/>
                <a:gd name="connsiteX45" fmla="*/ 15810 w 284503"/>
                <a:gd name="connsiteY45" fmla="*/ 48122 h 68751"/>
                <a:gd name="connsiteX46" fmla="*/ 15814 w 284503"/>
                <a:gd name="connsiteY46" fmla="*/ 38910 h 68751"/>
                <a:gd name="connsiteX47" fmla="*/ 15812 w 284503"/>
                <a:gd name="connsiteY47" fmla="*/ 27073 h 68751"/>
                <a:gd name="connsiteX48" fmla="*/ 15812 w 284503"/>
                <a:gd name="connsiteY48" fmla="*/ 18001 h 68751"/>
                <a:gd name="connsiteX49" fmla="*/ 15810 w 284503"/>
                <a:gd name="connsiteY49" fmla="*/ 13635 h 68751"/>
                <a:gd name="connsiteX50" fmla="*/ 15815 w 284503"/>
                <a:gd name="connsiteY50" fmla="*/ 7547 h 68751"/>
                <a:gd name="connsiteX51" fmla="*/ 15810 w 284503"/>
                <a:gd name="connsiteY51" fmla="*/ 5707 h 68751"/>
                <a:gd name="connsiteX52" fmla="*/ 18566 w 284503"/>
                <a:gd name="connsiteY52" fmla="*/ 638 h 6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84503" h="68751">
                  <a:moveTo>
                    <a:pt x="18566" y="638"/>
                  </a:moveTo>
                  <a:cubicBezTo>
                    <a:pt x="19857" y="639"/>
                    <a:pt x="19857" y="639"/>
                    <a:pt x="21175" y="639"/>
                  </a:cubicBezTo>
                  <a:cubicBezTo>
                    <a:pt x="21894" y="638"/>
                    <a:pt x="21894" y="638"/>
                    <a:pt x="22628" y="636"/>
                  </a:cubicBezTo>
                  <a:cubicBezTo>
                    <a:pt x="24255" y="634"/>
                    <a:pt x="25881" y="638"/>
                    <a:pt x="27508" y="641"/>
                  </a:cubicBezTo>
                  <a:cubicBezTo>
                    <a:pt x="28678" y="641"/>
                    <a:pt x="29848" y="640"/>
                    <a:pt x="31019" y="639"/>
                  </a:cubicBezTo>
                  <a:cubicBezTo>
                    <a:pt x="34249" y="638"/>
                    <a:pt x="37480" y="641"/>
                    <a:pt x="40711" y="644"/>
                  </a:cubicBezTo>
                  <a:cubicBezTo>
                    <a:pt x="44189" y="647"/>
                    <a:pt x="47668" y="646"/>
                    <a:pt x="51146" y="646"/>
                  </a:cubicBezTo>
                  <a:cubicBezTo>
                    <a:pt x="57177" y="645"/>
                    <a:pt x="63209" y="648"/>
                    <a:pt x="69240" y="652"/>
                  </a:cubicBezTo>
                  <a:cubicBezTo>
                    <a:pt x="77961" y="658"/>
                    <a:pt x="86682" y="660"/>
                    <a:pt x="95402" y="661"/>
                  </a:cubicBezTo>
                  <a:cubicBezTo>
                    <a:pt x="109549" y="663"/>
                    <a:pt x="123696" y="667"/>
                    <a:pt x="137843" y="674"/>
                  </a:cubicBezTo>
                  <a:cubicBezTo>
                    <a:pt x="151589" y="681"/>
                    <a:pt x="165336" y="687"/>
                    <a:pt x="179082" y="690"/>
                  </a:cubicBezTo>
                  <a:cubicBezTo>
                    <a:pt x="179929" y="690"/>
                    <a:pt x="180775" y="690"/>
                    <a:pt x="181648" y="690"/>
                  </a:cubicBezTo>
                  <a:cubicBezTo>
                    <a:pt x="185895" y="691"/>
                    <a:pt x="190142" y="692"/>
                    <a:pt x="194390" y="693"/>
                  </a:cubicBezTo>
                  <a:cubicBezTo>
                    <a:pt x="229651" y="701"/>
                    <a:pt x="264912" y="714"/>
                    <a:pt x="300173" y="731"/>
                  </a:cubicBezTo>
                  <a:cubicBezTo>
                    <a:pt x="300190" y="9437"/>
                    <a:pt x="300203" y="18144"/>
                    <a:pt x="300211" y="26850"/>
                  </a:cubicBezTo>
                  <a:cubicBezTo>
                    <a:pt x="300215" y="30892"/>
                    <a:pt x="300221" y="34935"/>
                    <a:pt x="300229" y="38977"/>
                  </a:cubicBezTo>
                  <a:cubicBezTo>
                    <a:pt x="300237" y="42876"/>
                    <a:pt x="300242" y="46774"/>
                    <a:pt x="300244" y="50673"/>
                  </a:cubicBezTo>
                  <a:cubicBezTo>
                    <a:pt x="300245" y="52163"/>
                    <a:pt x="300248" y="53653"/>
                    <a:pt x="300252" y="55143"/>
                  </a:cubicBezTo>
                  <a:cubicBezTo>
                    <a:pt x="300257" y="57224"/>
                    <a:pt x="300258" y="59305"/>
                    <a:pt x="300257" y="61386"/>
                  </a:cubicBezTo>
                  <a:cubicBezTo>
                    <a:pt x="300260" y="62007"/>
                    <a:pt x="300263" y="62628"/>
                    <a:pt x="300266" y="63268"/>
                  </a:cubicBezTo>
                  <a:cubicBezTo>
                    <a:pt x="300258" y="67534"/>
                    <a:pt x="300258" y="67534"/>
                    <a:pt x="299429" y="69192"/>
                  </a:cubicBezTo>
                  <a:cubicBezTo>
                    <a:pt x="297540" y="69377"/>
                    <a:pt x="297540" y="69377"/>
                    <a:pt x="294962" y="69377"/>
                  </a:cubicBezTo>
                  <a:cubicBezTo>
                    <a:pt x="293496" y="69382"/>
                    <a:pt x="293496" y="69382"/>
                    <a:pt x="292001" y="69387"/>
                  </a:cubicBezTo>
                  <a:cubicBezTo>
                    <a:pt x="290902" y="69383"/>
                    <a:pt x="289803" y="69380"/>
                    <a:pt x="288704" y="69376"/>
                  </a:cubicBezTo>
                  <a:cubicBezTo>
                    <a:pt x="287548" y="69377"/>
                    <a:pt x="286391" y="69379"/>
                    <a:pt x="285235" y="69381"/>
                  </a:cubicBezTo>
                  <a:cubicBezTo>
                    <a:pt x="282043" y="69386"/>
                    <a:pt x="278850" y="69381"/>
                    <a:pt x="275657" y="69375"/>
                  </a:cubicBezTo>
                  <a:cubicBezTo>
                    <a:pt x="272220" y="69370"/>
                    <a:pt x="268783" y="69374"/>
                    <a:pt x="265346" y="69377"/>
                  </a:cubicBezTo>
                  <a:cubicBezTo>
                    <a:pt x="258606" y="69380"/>
                    <a:pt x="251866" y="69376"/>
                    <a:pt x="245126" y="69369"/>
                  </a:cubicBezTo>
                  <a:cubicBezTo>
                    <a:pt x="237284" y="69362"/>
                    <a:pt x="229442" y="69362"/>
                    <a:pt x="221601" y="69362"/>
                  </a:cubicBezTo>
                  <a:cubicBezTo>
                    <a:pt x="207612" y="69362"/>
                    <a:pt x="193624" y="69356"/>
                    <a:pt x="179635" y="69345"/>
                  </a:cubicBezTo>
                  <a:cubicBezTo>
                    <a:pt x="166049" y="69334"/>
                    <a:pt x="152462" y="69329"/>
                    <a:pt x="138875" y="69329"/>
                  </a:cubicBezTo>
                  <a:cubicBezTo>
                    <a:pt x="137621" y="69330"/>
                    <a:pt x="137621" y="69330"/>
                    <a:pt x="136340" y="69330"/>
                  </a:cubicBezTo>
                  <a:cubicBezTo>
                    <a:pt x="135505" y="69330"/>
                    <a:pt x="134670" y="69330"/>
                    <a:pt x="133810" y="69330"/>
                  </a:cubicBezTo>
                  <a:cubicBezTo>
                    <a:pt x="118363" y="69330"/>
                    <a:pt x="102917" y="69326"/>
                    <a:pt x="87470" y="69319"/>
                  </a:cubicBezTo>
                  <a:cubicBezTo>
                    <a:pt x="81999" y="69317"/>
                    <a:pt x="76527" y="69316"/>
                    <a:pt x="71056" y="69316"/>
                  </a:cubicBezTo>
                  <a:cubicBezTo>
                    <a:pt x="64391" y="69315"/>
                    <a:pt x="57726" y="69312"/>
                    <a:pt x="51061" y="69305"/>
                  </a:cubicBezTo>
                  <a:cubicBezTo>
                    <a:pt x="47657" y="69302"/>
                    <a:pt x="44254" y="69299"/>
                    <a:pt x="40851" y="69300"/>
                  </a:cubicBezTo>
                  <a:cubicBezTo>
                    <a:pt x="37739" y="69301"/>
                    <a:pt x="34627" y="69299"/>
                    <a:pt x="31515" y="69293"/>
                  </a:cubicBezTo>
                  <a:cubicBezTo>
                    <a:pt x="30385" y="69292"/>
                    <a:pt x="29256" y="69292"/>
                    <a:pt x="28127" y="69293"/>
                  </a:cubicBezTo>
                  <a:cubicBezTo>
                    <a:pt x="26599" y="69294"/>
                    <a:pt x="25070" y="69291"/>
                    <a:pt x="23542" y="69287"/>
                  </a:cubicBezTo>
                  <a:cubicBezTo>
                    <a:pt x="22691" y="69287"/>
                    <a:pt x="21840" y="69286"/>
                    <a:pt x="20963" y="69286"/>
                  </a:cubicBezTo>
                  <a:cubicBezTo>
                    <a:pt x="18888" y="69192"/>
                    <a:pt x="18888" y="69192"/>
                    <a:pt x="16655" y="68447"/>
                  </a:cubicBezTo>
                  <a:cubicBezTo>
                    <a:pt x="15455" y="66048"/>
                    <a:pt x="15808" y="63427"/>
                    <a:pt x="15815" y="60791"/>
                  </a:cubicBezTo>
                  <a:cubicBezTo>
                    <a:pt x="15814" y="60153"/>
                    <a:pt x="15812" y="59515"/>
                    <a:pt x="15811" y="58858"/>
                  </a:cubicBezTo>
                  <a:cubicBezTo>
                    <a:pt x="15808" y="56744"/>
                    <a:pt x="15810" y="54630"/>
                    <a:pt x="15812" y="52515"/>
                  </a:cubicBezTo>
                  <a:cubicBezTo>
                    <a:pt x="15812" y="51051"/>
                    <a:pt x="15811" y="49587"/>
                    <a:pt x="15810" y="48122"/>
                  </a:cubicBezTo>
                  <a:cubicBezTo>
                    <a:pt x="15809" y="45052"/>
                    <a:pt x="15811" y="41981"/>
                    <a:pt x="15814" y="38910"/>
                  </a:cubicBezTo>
                  <a:cubicBezTo>
                    <a:pt x="15818" y="34964"/>
                    <a:pt x="15816" y="31019"/>
                    <a:pt x="15812" y="27073"/>
                  </a:cubicBezTo>
                  <a:cubicBezTo>
                    <a:pt x="15809" y="24049"/>
                    <a:pt x="15810" y="21025"/>
                    <a:pt x="15812" y="18001"/>
                  </a:cubicBezTo>
                  <a:cubicBezTo>
                    <a:pt x="15812" y="16546"/>
                    <a:pt x="15811" y="15091"/>
                    <a:pt x="15810" y="13635"/>
                  </a:cubicBezTo>
                  <a:cubicBezTo>
                    <a:pt x="15808" y="11606"/>
                    <a:pt x="15811" y="9576"/>
                    <a:pt x="15815" y="7547"/>
                  </a:cubicBezTo>
                  <a:cubicBezTo>
                    <a:pt x="15813" y="6940"/>
                    <a:pt x="15812" y="6332"/>
                    <a:pt x="15810" y="5707"/>
                  </a:cubicBezTo>
                  <a:cubicBezTo>
                    <a:pt x="15829" y="771"/>
                    <a:pt x="15829" y="771"/>
                    <a:pt x="18566" y="638"/>
                  </a:cubicBezTo>
                  <a:close/>
                </a:path>
              </a:pathLst>
            </a:custGeom>
            <a:grpFill/>
            <a:ln w="744" cap="flat">
              <a:noFill/>
              <a:prstDash val="solid"/>
              <a:miter/>
            </a:ln>
          </p:spPr>
          <p:txBody>
            <a:bodyPr rtlCol="0" anchor="ctr"/>
            <a:lstStyle/>
            <a:p>
              <a:endParaRPr lang="zh-CN" altLang="en-US"/>
            </a:p>
          </p:txBody>
        </p:sp>
        <p:sp>
          <p:nvSpPr>
            <p:cNvPr id="179" name="任意多边形: 形状 178"/>
            <p:cNvSpPr/>
            <p:nvPr/>
          </p:nvSpPr>
          <p:spPr>
            <a:xfrm>
              <a:off x="7692004" y="1392981"/>
              <a:ext cx="150795" cy="236030"/>
            </a:xfrm>
            <a:custGeom>
              <a:avLst/>
              <a:gdLst>
                <a:gd name="connsiteX0" fmla="*/ 10988 w 150796"/>
                <a:gd name="connsiteY0" fmla="*/ 1504 h 236023"/>
                <a:gd name="connsiteX1" fmla="*/ 40754 w 150796"/>
                <a:gd name="connsiteY1" fmla="*/ 1504 h 236023"/>
                <a:gd name="connsiteX2" fmla="*/ 40754 w 150796"/>
                <a:gd name="connsiteY2" fmla="*/ 5225 h 236023"/>
                <a:gd name="connsiteX3" fmla="*/ 42196 w 150796"/>
                <a:gd name="connsiteY3" fmla="*/ 5550 h 236023"/>
                <a:gd name="connsiteX4" fmla="*/ 43730 w 150796"/>
                <a:gd name="connsiteY4" fmla="*/ 5969 h 236023"/>
                <a:gd name="connsiteX5" fmla="*/ 44474 w 150796"/>
                <a:gd name="connsiteY5" fmla="*/ 10434 h 236023"/>
                <a:gd name="connsiteX6" fmla="*/ 46707 w 150796"/>
                <a:gd name="connsiteY6" fmla="*/ 11922 h 236023"/>
                <a:gd name="connsiteX7" fmla="*/ 46707 w 150796"/>
                <a:gd name="connsiteY7" fmla="*/ 14899 h 236023"/>
                <a:gd name="connsiteX8" fmla="*/ 48939 w 150796"/>
                <a:gd name="connsiteY8" fmla="*/ 16387 h 236023"/>
                <a:gd name="connsiteX9" fmla="*/ 49683 w 150796"/>
                <a:gd name="connsiteY9" fmla="*/ 21596 h 236023"/>
                <a:gd name="connsiteX10" fmla="*/ 51916 w 150796"/>
                <a:gd name="connsiteY10" fmla="*/ 21596 h 236023"/>
                <a:gd name="connsiteX11" fmla="*/ 51916 w 150796"/>
                <a:gd name="connsiteY11" fmla="*/ 26061 h 236023"/>
                <a:gd name="connsiteX12" fmla="*/ 54148 w 150796"/>
                <a:gd name="connsiteY12" fmla="*/ 26061 h 236023"/>
                <a:gd name="connsiteX13" fmla="*/ 55637 w 150796"/>
                <a:gd name="connsiteY13" fmla="*/ 31270 h 236023"/>
                <a:gd name="connsiteX14" fmla="*/ 57125 w 150796"/>
                <a:gd name="connsiteY14" fmla="*/ 32014 h 236023"/>
                <a:gd name="connsiteX15" fmla="*/ 57450 w 150796"/>
                <a:gd name="connsiteY15" fmla="*/ 33828 h 236023"/>
                <a:gd name="connsiteX16" fmla="*/ 60101 w 150796"/>
                <a:gd name="connsiteY16" fmla="*/ 37223 h 236023"/>
                <a:gd name="connsiteX17" fmla="*/ 60473 w 150796"/>
                <a:gd name="connsiteY17" fmla="*/ 38758 h 236023"/>
                <a:gd name="connsiteX18" fmla="*/ 60846 w 150796"/>
                <a:gd name="connsiteY18" fmla="*/ 40199 h 236023"/>
                <a:gd name="connsiteX19" fmla="*/ 63078 w 150796"/>
                <a:gd name="connsiteY19" fmla="*/ 40943 h 236023"/>
                <a:gd name="connsiteX20" fmla="*/ 63078 w 150796"/>
                <a:gd name="connsiteY20" fmla="*/ 45408 h 236023"/>
                <a:gd name="connsiteX21" fmla="*/ 65310 w 150796"/>
                <a:gd name="connsiteY21" fmla="*/ 46897 h 236023"/>
                <a:gd name="connsiteX22" fmla="*/ 66055 w 150796"/>
                <a:gd name="connsiteY22" fmla="*/ 51361 h 236023"/>
                <a:gd name="connsiteX23" fmla="*/ 68287 w 150796"/>
                <a:gd name="connsiteY23" fmla="*/ 51361 h 236023"/>
                <a:gd name="connsiteX24" fmla="*/ 68147 w 150796"/>
                <a:gd name="connsiteY24" fmla="*/ 53919 h 236023"/>
                <a:gd name="connsiteX25" fmla="*/ 68287 w 150796"/>
                <a:gd name="connsiteY25" fmla="*/ 56570 h 236023"/>
                <a:gd name="connsiteX26" fmla="*/ 70519 w 150796"/>
                <a:gd name="connsiteY26" fmla="*/ 57315 h 236023"/>
                <a:gd name="connsiteX27" fmla="*/ 72008 w 150796"/>
                <a:gd name="connsiteY27" fmla="*/ 61035 h 236023"/>
                <a:gd name="connsiteX28" fmla="*/ 73496 w 150796"/>
                <a:gd name="connsiteY28" fmla="*/ 61779 h 236023"/>
                <a:gd name="connsiteX29" fmla="*/ 73821 w 150796"/>
                <a:gd name="connsiteY29" fmla="*/ 63965 h 236023"/>
                <a:gd name="connsiteX30" fmla="*/ 74240 w 150796"/>
                <a:gd name="connsiteY30" fmla="*/ 66244 h 236023"/>
                <a:gd name="connsiteX31" fmla="*/ 76472 w 150796"/>
                <a:gd name="connsiteY31" fmla="*/ 67733 h 236023"/>
                <a:gd name="connsiteX32" fmla="*/ 77961 w 150796"/>
                <a:gd name="connsiteY32" fmla="*/ 71453 h 236023"/>
                <a:gd name="connsiteX33" fmla="*/ 79449 w 150796"/>
                <a:gd name="connsiteY33" fmla="*/ 71453 h 236023"/>
                <a:gd name="connsiteX34" fmla="*/ 79449 w 150796"/>
                <a:gd name="connsiteY34" fmla="*/ 77406 h 236023"/>
                <a:gd name="connsiteX35" fmla="*/ 81681 w 150796"/>
                <a:gd name="connsiteY35" fmla="*/ 77406 h 236023"/>
                <a:gd name="connsiteX36" fmla="*/ 82426 w 150796"/>
                <a:gd name="connsiteY36" fmla="*/ 81871 h 236023"/>
                <a:gd name="connsiteX37" fmla="*/ 84658 w 150796"/>
                <a:gd name="connsiteY37" fmla="*/ 81871 h 236023"/>
                <a:gd name="connsiteX38" fmla="*/ 84891 w 150796"/>
                <a:gd name="connsiteY38" fmla="*/ 84336 h 236023"/>
                <a:gd name="connsiteX39" fmla="*/ 87635 w 150796"/>
                <a:gd name="connsiteY39" fmla="*/ 89313 h 236023"/>
                <a:gd name="connsiteX40" fmla="*/ 88379 w 150796"/>
                <a:gd name="connsiteY40" fmla="*/ 91545 h 236023"/>
                <a:gd name="connsiteX41" fmla="*/ 89867 w 150796"/>
                <a:gd name="connsiteY41" fmla="*/ 92289 h 236023"/>
                <a:gd name="connsiteX42" fmla="*/ 91355 w 150796"/>
                <a:gd name="connsiteY42" fmla="*/ 97498 h 236023"/>
                <a:gd name="connsiteX43" fmla="*/ 92844 w 150796"/>
                <a:gd name="connsiteY43" fmla="*/ 98242 h 236023"/>
                <a:gd name="connsiteX44" fmla="*/ 93588 w 150796"/>
                <a:gd name="connsiteY44" fmla="*/ 102707 h 236023"/>
                <a:gd name="connsiteX45" fmla="*/ 95820 w 150796"/>
                <a:gd name="connsiteY45" fmla="*/ 102707 h 236023"/>
                <a:gd name="connsiteX46" fmla="*/ 95820 w 150796"/>
                <a:gd name="connsiteY46" fmla="*/ 107916 h 236023"/>
                <a:gd name="connsiteX47" fmla="*/ 98053 w 150796"/>
                <a:gd name="connsiteY47" fmla="*/ 107916 h 236023"/>
                <a:gd name="connsiteX48" fmla="*/ 99541 w 150796"/>
                <a:gd name="connsiteY48" fmla="*/ 112381 h 236023"/>
                <a:gd name="connsiteX49" fmla="*/ 101029 w 150796"/>
                <a:gd name="connsiteY49" fmla="*/ 113125 h 236023"/>
                <a:gd name="connsiteX50" fmla="*/ 101355 w 150796"/>
                <a:gd name="connsiteY50" fmla="*/ 115264 h 236023"/>
                <a:gd name="connsiteX51" fmla="*/ 104006 w 150796"/>
                <a:gd name="connsiteY51" fmla="*/ 119822 h 236023"/>
                <a:gd name="connsiteX52" fmla="*/ 104750 w 150796"/>
                <a:gd name="connsiteY52" fmla="*/ 122799 h 236023"/>
                <a:gd name="connsiteX53" fmla="*/ 106238 w 150796"/>
                <a:gd name="connsiteY53" fmla="*/ 123543 h 236023"/>
                <a:gd name="connsiteX54" fmla="*/ 106564 w 150796"/>
                <a:gd name="connsiteY54" fmla="*/ 125775 h 236023"/>
                <a:gd name="connsiteX55" fmla="*/ 106982 w 150796"/>
                <a:gd name="connsiteY55" fmla="*/ 128008 h 236023"/>
                <a:gd name="connsiteX56" fmla="*/ 109215 w 150796"/>
                <a:gd name="connsiteY56" fmla="*/ 128752 h 236023"/>
                <a:gd name="connsiteX57" fmla="*/ 110703 w 150796"/>
                <a:gd name="connsiteY57" fmla="*/ 133217 h 236023"/>
                <a:gd name="connsiteX58" fmla="*/ 112191 w 150796"/>
                <a:gd name="connsiteY58" fmla="*/ 133217 h 236023"/>
                <a:gd name="connsiteX59" fmla="*/ 112470 w 150796"/>
                <a:gd name="connsiteY59" fmla="*/ 135775 h 236023"/>
                <a:gd name="connsiteX60" fmla="*/ 112935 w 150796"/>
                <a:gd name="connsiteY60" fmla="*/ 138426 h 236023"/>
                <a:gd name="connsiteX61" fmla="*/ 114424 w 150796"/>
                <a:gd name="connsiteY61" fmla="*/ 139170 h 236023"/>
                <a:gd name="connsiteX62" fmla="*/ 115168 w 150796"/>
                <a:gd name="connsiteY62" fmla="*/ 143635 h 236023"/>
                <a:gd name="connsiteX63" fmla="*/ 117400 w 150796"/>
                <a:gd name="connsiteY63" fmla="*/ 143635 h 236023"/>
                <a:gd name="connsiteX64" fmla="*/ 117214 w 150796"/>
                <a:gd name="connsiteY64" fmla="*/ 146146 h 236023"/>
                <a:gd name="connsiteX65" fmla="*/ 117400 w 150796"/>
                <a:gd name="connsiteY65" fmla="*/ 148844 h 236023"/>
                <a:gd name="connsiteX66" fmla="*/ 120377 w 150796"/>
                <a:gd name="connsiteY66" fmla="*/ 150332 h 236023"/>
                <a:gd name="connsiteX67" fmla="*/ 121121 w 150796"/>
                <a:gd name="connsiteY67" fmla="*/ 153309 h 236023"/>
                <a:gd name="connsiteX68" fmla="*/ 122609 w 150796"/>
                <a:gd name="connsiteY68" fmla="*/ 154053 h 236023"/>
                <a:gd name="connsiteX69" fmla="*/ 122935 w 150796"/>
                <a:gd name="connsiteY69" fmla="*/ 156239 h 236023"/>
                <a:gd name="connsiteX70" fmla="*/ 123353 w 150796"/>
                <a:gd name="connsiteY70" fmla="*/ 158518 h 236023"/>
                <a:gd name="connsiteX71" fmla="*/ 125586 w 150796"/>
                <a:gd name="connsiteY71" fmla="*/ 160006 h 236023"/>
                <a:gd name="connsiteX72" fmla="*/ 126330 w 150796"/>
                <a:gd name="connsiteY72" fmla="*/ 164471 h 236023"/>
                <a:gd name="connsiteX73" fmla="*/ 128562 w 150796"/>
                <a:gd name="connsiteY73" fmla="*/ 163727 h 236023"/>
                <a:gd name="connsiteX74" fmla="*/ 128841 w 150796"/>
                <a:gd name="connsiteY74" fmla="*/ 166285 h 236023"/>
                <a:gd name="connsiteX75" fmla="*/ 129306 w 150796"/>
                <a:gd name="connsiteY75" fmla="*/ 168936 h 236023"/>
                <a:gd name="connsiteX76" fmla="*/ 130795 w 150796"/>
                <a:gd name="connsiteY76" fmla="*/ 169680 h 236023"/>
                <a:gd name="connsiteX77" fmla="*/ 133027 w 150796"/>
                <a:gd name="connsiteY77" fmla="*/ 174889 h 236023"/>
                <a:gd name="connsiteX78" fmla="*/ 133771 w 150796"/>
                <a:gd name="connsiteY78" fmla="*/ 1504 h 236023"/>
                <a:gd name="connsiteX79" fmla="*/ 161305 w 150796"/>
                <a:gd name="connsiteY79" fmla="*/ 1504 h 236023"/>
                <a:gd name="connsiteX80" fmla="*/ 161419 w 150796"/>
                <a:gd name="connsiteY80" fmla="*/ 91336 h 236023"/>
                <a:gd name="connsiteX81" fmla="*/ 161427 w 150796"/>
                <a:gd name="connsiteY81" fmla="*/ 101929 h 236023"/>
                <a:gd name="connsiteX82" fmla="*/ 161429 w 150796"/>
                <a:gd name="connsiteY82" fmla="*/ 104060 h 236023"/>
                <a:gd name="connsiteX83" fmla="*/ 161477 w 150796"/>
                <a:gd name="connsiteY83" fmla="*/ 138257 h 236023"/>
                <a:gd name="connsiteX84" fmla="*/ 161515 w 150796"/>
                <a:gd name="connsiteY84" fmla="*/ 173320 h 236023"/>
                <a:gd name="connsiteX85" fmla="*/ 161545 w 150796"/>
                <a:gd name="connsiteY85" fmla="*/ 194973 h 236023"/>
                <a:gd name="connsiteX86" fmla="*/ 161558 w 150796"/>
                <a:gd name="connsiteY86" fmla="*/ 209801 h 236023"/>
                <a:gd name="connsiteX87" fmla="*/ 161571 w 150796"/>
                <a:gd name="connsiteY87" fmla="*/ 218369 h 236023"/>
                <a:gd name="connsiteX88" fmla="*/ 161573 w 150796"/>
                <a:gd name="connsiteY88" fmla="*/ 227636 h 236023"/>
                <a:gd name="connsiteX89" fmla="*/ 161593 w 150796"/>
                <a:gd name="connsiteY89" fmla="*/ 230402 h 236023"/>
                <a:gd name="connsiteX90" fmla="*/ 161579 w 150796"/>
                <a:gd name="connsiteY90" fmla="*/ 232888 h 236023"/>
                <a:gd name="connsiteX91" fmla="*/ 161582 w 150796"/>
                <a:gd name="connsiteY91" fmla="*/ 235052 h 236023"/>
                <a:gd name="connsiteX92" fmla="*/ 161305 w 150796"/>
                <a:gd name="connsiteY92" fmla="*/ 236652 h 236023"/>
                <a:gd name="connsiteX93" fmla="*/ 153209 w 150796"/>
                <a:gd name="connsiteY93" fmla="*/ 237495 h 236023"/>
                <a:gd name="connsiteX94" fmla="*/ 151478 w 150796"/>
                <a:gd name="connsiteY94" fmla="*/ 237498 h 236023"/>
                <a:gd name="connsiteX95" fmla="*/ 147858 w 150796"/>
                <a:gd name="connsiteY95" fmla="*/ 237494 h 236023"/>
                <a:gd name="connsiteX96" fmla="*/ 142307 w 150796"/>
                <a:gd name="connsiteY96" fmla="*/ 237498 h 236023"/>
                <a:gd name="connsiteX97" fmla="*/ 138791 w 150796"/>
                <a:gd name="connsiteY97" fmla="*/ 237495 h 236023"/>
                <a:gd name="connsiteX98" fmla="*/ 137109 w 150796"/>
                <a:gd name="connsiteY98" fmla="*/ 237500 h 236023"/>
                <a:gd name="connsiteX99" fmla="*/ 131539 w 150796"/>
                <a:gd name="connsiteY99" fmla="*/ 236652 h 236023"/>
                <a:gd name="connsiteX100" fmla="*/ 131213 w 150796"/>
                <a:gd name="connsiteY100" fmla="*/ 235211 h 236023"/>
                <a:gd name="connsiteX101" fmla="*/ 128562 w 150796"/>
                <a:gd name="connsiteY101" fmla="*/ 232188 h 236023"/>
                <a:gd name="connsiteX102" fmla="*/ 128190 w 150796"/>
                <a:gd name="connsiteY102" fmla="*/ 229537 h 236023"/>
                <a:gd name="connsiteX103" fmla="*/ 127818 w 150796"/>
                <a:gd name="connsiteY103" fmla="*/ 226979 h 236023"/>
                <a:gd name="connsiteX104" fmla="*/ 125586 w 150796"/>
                <a:gd name="connsiteY104" fmla="*/ 226234 h 236023"/>
                <a:gd name="connsiteX105" fmla="*/ 125586 w 150796"/>
                <a:gd name="connsiteY105" fmla="*/ 222514 h 236023"/>
                <a:gd name="connsiteX106" fmla="*/ 123353 w 150796"/>
                <a:gd name="connsiteY106" fmla="*/ 222514 h 236023"/>
                <a:gd name="connsiteX107" fmla="*/ 121865 w 150796"/>
                <a:gd name="connsiteY107" fmla="*/ 217305 h 236023"/>
                <a:gd name="connsiteX108" fmla="*/ 120377 w 150796"/>
                <a:gd name="connsiteY108" fmla="*/ 216561 h 236023"/>
                <a:gd name="connsiteX109" fmla="*/ 120051 w 150796"/>
                <a:gd name="connsiteY109" fmla="*/ 214793 h 236023"/>
                <a:gd name="connsiteX110" fmla="*/ 118516 w 150796"/>
                <a:gd name="connsiteY110" fmla="*/ 211724 h 236023"/>
                <a:gd name="connsiteX111" fmla="*/ 116656 w 150796"/>
                <a:gd name="connsiteY111" fmla="*/ 206887 h 236023"/>
                <a:gd name="connsiteX112" fmla="*/ 115168 w 150796"/>
                <a:gd name="connsiteY112" fmla="*/ 206143 h 236023"/>
                <a:gd name="connsiteX113" fmla="*/ 114424 w 150796"/>
                <a:gd name="connsiteY113" fmla="*/ 201678 h 236023"/>
                <a:gd name="connsiteX114" fmla="*/ 112191 w 150796"/>
                <a:gd name="connsiteY114" fmla="*/ 201678 h 236023"/>
                <a:gd name="connsiteX115" fmla="*/ 111959 w 150796"/>
                <a:gd name="connsiteY115" fmla="*/ 199492 h 236023"/>
                <a:gd name="connsiteX116" fmla="*/ 111447 w 150796"/>
                <a:gd name="connsiteY116" fmla="*/ 197213 h 236023"/>
                <a:gd name="connsiteX117" fmla="*/ 109215 w 150796"/>
                <a:gd name="connsiteY117" fmla="*/ 196469 h 236023"/>
                <a:gd name="connsiteX118" fmla="*/ 108471 w 150796"/>
                <a:gd name="connsiteY118" fmla="*/ 192004 h 236023"/>
                <a:gd name="connsiteX119" fmla="*/ 106982 w 150796"/>
                <a:gd name="connsiteY119" fmla="*/ 191260 h 236023"/>
                <a:gd name="connsiteX120" fmla="*/ 106238 w 150796"/>
                <a:gd name="connsiteY120" fmla="*/ 186051 h 236023"/>
                <a:gd name="connsiteX121" fmla="*/ 104006 w 150796"/>
                <a:gd name="connsiteY121" fmla="*/ 186051 h 236023"/>
                <a:gd name="connsiteX122" fmla="*/ 103262 w 150796"/>
                <a:gd name="connsiteY122" fmla="*/ 182330 h 236023"/>
                <a:gd name="connsiteX123" fmla="*/ 102145 w 150796"/>
                <a:gd name="connsiteY123" fmla="*/ 181214 h 236023"/>
                <a:gd name="connsiteX124" fmla="*/ 100285 w 150796"/>
                <a:gd name="connsiteY124" fmla="*/ 176377 h 236023"/>
                <a:gd name="connsiteX125" fmla="*/ 98797 w 150796"/>
                <a:gd name="connsiteY125" fmla="*/ 175633 h 236023"/>
                <a:gd name="connsiteX126" fmla="*/ 98471 w 150796"/>
                <a:gd name="connsiteY126" fmla="*/ 173773 h 236023"/>
                <a:gd name="connsiteX127" fmla="*/ 98053 w 150796"/>
                <a:gd name="connsiteY127" fmla="*/ 171912 h 236023"/>
                <a:gd name="connsiteX128" fmla="*/ 95820 w 150796"/>
                <a:gd name="connsiteY128" fmla="*/ 171168 h 236023"/>
                <a:gd name="connsiteX129" fmla="*/ 94332 w 150796"/>
                <a:gd name="connsiteY129" fmla="*/ 165959 h 236023"/>
                <a:gd name="connsiteX130" fmla="*/ 92844 w 150796"/>
                <a:gd name="connsiteY130" fmla="*/ 165959 h 236023"/>
                <a:gd name="connsiteX131" fmla="*/ 92565 w 150796"/>
                <a:gd name="connsiteY131" fmla="*/ 163773 h 236023"/>
                <a:gd name="connsiteX132" fmla="*/ 92099 w 150796"/>
                <a:gd name="connsiteY132" fmla="*/ 161494 h 236023"/>
                <a:gd name="connsiteX133" fmla="*/ 90611 w 150796"/>
                <a:gd name="connsiteY133" fmla="*/ 160750 h 236023"/>
                <a:gd name="connsiteX134" fmla="*/ 89123 w 150796"/>
                <a:gd name="connsiteY134" fmla="*/ 157029 h 236023"/>
                <a:gd name="connsiteX135" fmla="*/ 87635 w 150796"/>
                <a:gd name="connsiteY135" fmla="*/ 156285 h 236023"/>
                <a:gd name="connsiteX136" fmla="*/ 87309 w 150796"/>
                <a:gd name="connsiteY136" fmla="*/ 153727 h 236023"/>
                <a:gd name="connsiteX137" fmla="*/ 86890 w 150796"/>
                <a:gd name="connsiteY137" fmla="*/ 151076 h 236023"/>
                <a:gd name="connsiteX138" fmla="*/ 84658 w 150796"/>
                <a:gd name="connsiteY138" fmla="*/ 149588 h 236023"/>
                <a:gd name="connsiteX139" fmla="*/ 83914 w 150796"/>
                <a:gd name="connsiteY139" fmla="*/ 146611 h 236023"/>
                <a:gd name="connsiteX140" fmla="*/ 82426 w 150796"/>
                <a:gd name="connsiteY140" fmla="*/ 145867 h 236023"/>
                <a:gd name="connsiteX141" fmla="*/ 80937 w 150796"/>
                <a:gd name="connsiteY141" fmla="*/ 140658 h 236023"/>
                <a:gd name="connsiteX142" fmla="*/ 79449 w 150796"/>
                <a:gd name="connsiteY142" fmla="*/ 139914 h 236023"/>
                <a:gd name="connsiteX143" fmla="*/ 78705 w 150796"/>
                <a:gd name="connsiteY143" fmla="*/ 138007 h 236023"/>
                <a:gd name="connsiteX144" fmla="*/ 77961 w 150796"/>
                <a:gd name="connsiteY144" fmla="*/ 136193 h 236023"/>
                <a:gd name="connsiteX145" fmla="*/ 76472 w 150796"/>
                <a:gd name="connsiteY145" fmla="*/ 136193 h 236023"/>
                <a:gd name="connsiteX146" fmla="*/ 76472 w 150796"/>
                <a:gd name="connsiteY146" fmla="*/ 130240 h 236023"/>
                <a:gd name="connsiteX147" fmla="*/ 74240 w 150796"/>
                <a:gd name="connsiteY147" fmla="*/ 130240 h 236023"/>
                <a:gd name="connsiteX148" fmla="*/ 72752 w 150796"/>
                <a:gd name="connsiteY148" fmla="*/ 125775 h 236023"/>
                <a:gd name="connsiteX149" fmla="*/ 71264 w 150796"/>
                <a:gd name="connsiteY149" fmla="*/ 125775 h 236023"/>
                <a:gd name="connsiteX150" fmla="*/ 71031 w 150796"/>
                <a:gd name="connsiteY150" fmla="*/ 123311 h 236023"/>
                <a:gd name="connsiteX151" fmla="*/ 68287 w 150796"/>
                <a:gd name="connsiteY151" fmla="*/ 118334 h 236023"/>
                <a:gd name="connsiteX152" fmla="*/ 67543 w 150796"/>
                <a:gd name="connsiteY152" fmla="*/ 116102 h 236023"/>
                <a:gd name="connsiteX153" fmla="*/ 66055 w 150796"/>
                <a:gd name="connsiteY153" fmla="*/ 115358 h 236023"/>
                <a:gd name="connsiteX154" fmla="*/ 64566 w 150796"/>
                <a:gd name="connsiteY154" fmla="*/ 110149 h 236023"/>
                <a:gd name="connsiteX155" fmla="*/ 63078 w 150796"/>
                <a:gd name="connsiteY155" fmla="*/ 109404 h 236023"/>
                <a:gd name="connsiteX156" fmla="*/ 62334 w 150796"/>
                <a:gd name="connsiteY156" fmla="*/ 104940 h 236023"/>
                <a:gd name="connsiteX157" fmla="*/ 60101 w 150796"/>
                <a:gd name="connsiteY157" fmla="*/ 104940 h 236023"/>
                <a:gd name="connsiteX158" fmla="*/ 60101 w 150796"/>
                <a:gd name="connsiteY158" fmla="*/ 99731 h 236023"/>
                <a:gd name="connsiteX159" fmla="*/ 57869 w 150796"/>
                <a:gd name="connsiteY159" fmla="*/ 99731 h 236023"/>
                <a:gd name="connsiteX160" fmla="*/ 56381 w 150796"/>
                <a:gd name="connsiteY160" fmla="*/ 95266 h 236023"/>
                <a:gd name="connsiteX161" fmla="*/ 54892 w 150796"/>
                <a:gd name="connsiteY161" fmla="*/ 94522 h 236023"/>
                <a:gd name="connsiteX162" fmla="*/ 54567 w 150796"/>
                <a:gd name="connsiteY162" fmla="*/ 92336 h 236023"/>
                <a:gd name="connsiteX163" fmla="*/ 54148 w 150796"/>
                <a:gd name="connsiteY163" fmla="*/ 90057 h 236023"/>
                <a:gd name="connsiteX164" fmla="*/ 51916 w 150796"/>
                <a:gd name="connsiteY164" fmla="*/ 88568 h 236023"/>
                <a:gd name="connsiteX165" fmla="*/ 51172 w 150796"/>
                <a:gd name="connsiteY165" fmla="*/ 84104 h 236023"/>
                <a:gd name="connsiteX166" fmla="*/ 48939 w 150796"/>
                <a:gd name="connsiteY166" fmla="*/ 84104 h 236023"/>
                <a:gd name="connsiteX167" fmla="*/ 48939 w 150796"/>
                <a:gd name="connsiteY167" fmla="*/ 78895 h 236023"/>
                <a:gd name="connsiteX168" fmla="*/ 46707 w 150796"/>
                <a:gd name="connsiteY168" fmla="*/ 78895 h 236023"/>
                <a:gd name="connsiteX169" fmla="*/ 45219 w 150796"/>
                <a:gd name="connsiteY169" fmla="*/ 74430 h 236023"/>
                <a:gd name="connsiteX170" fmla="*/ 43730 w 150796"/>
                <a:gd name="connsiteY170" fmla="*/ 74430 h 236023"/>
                <a:gd name="connsiteX171" fmla="*/ 43451 w 150796"/>
                <a:gd name="connsiteY171" fmla="*/ 71872 h 236023"/>
                <a:gd name="connsiteX172" fmla="*/ 42986 w 150796"/>
                <a:gd name="connsiteY172" fmla="*/ 69221 h 236023"/>
                <a:gd name="connsiteX173" fmla="*/ 41498 w 150796"/>
                <a:gd name="connsiteY173" fmla="*/ 68477 h 236023"/>
                <a:gd name="connsiteX174" fmla="*/ 39917 w 150796"/>
                <a:gd name="connsiteY174" fmla="*/ 65082 h 236023"/>
                <a:gd name="connsiteX175" fmla="*/ 39120 w 150796"/>
                <a:gd name="connsiteY175" fmla="*/ 63218 h 236023"/>
                <a:gd name="connsiteX176" fmla="*/ 38521 w 150796"/>
                <a:gd name="connsiteY176" fmla="*/ 61779 h 236023"/>
                <a:gd name="connsiteX177" fmla="*/ 38525 w 150796"/>
                <a:gd name="connsiteY177" fmla="*/ 64508 h 236023"/>
                <a:gd name="connsiteX178" fmla="*/ 38597 w 150796"/>
                <a:gd name="connsiteY178" fmla="*/ 128575 h 236023"/>
                <a:gd name="connsiteX179" fmla="*/ 38603 w 150796"/>
                <a:gd name="connsiteY179" fmla="*/ 136452 h 236023"/>
                <a:gd name="connsiteX180" fmla="*/ 38604 w 150796"/>
                <a:gd name="connsiteY180" fmla="*/ 138037 h 236023"/>
                <a:gd name="connsiteX181" fmla="*/ 38636 w 150796"/>
                <a:gd name="connsiteY181" fmla="*/ 163464 h 236023"/>
                <a:gd name="connsiteX182" fmla="*/ 38661 w 150796"/>
                <a:gd name="connsiteY182" fmla="*/ 189536 h 236023"/>
                <a:gd name="connsiteX183" fmla="*/ 38679 w 150796"/>
                <a:gd name="connsiteY183" fmla="*/ 204188 h 236023"/>
                <a:gd name="connsiteX184" fmla="*/ 38690 w 150796"/>
                <a:gd name="connsiteY184" fmla="*/ 217961 h 236023"/>
                <a:gd name="connsiteX185" fmla="*/ 38699 w 150796"/>
                <a:gd name="connsiteY185" fmla="*/ 223033 h 236023"/>
                <a:gd name="connsiteX186" fmla="*/ 38700 w 150796"/>
                <a:gd name="connsiteY186" fmla="*/ 229924 h 236023"/>
                <a:gd name="connsiteX187" fmla="*/ 38713 w 150796"/>
                <a:gd name="connsiteY187" fmla="*/ 231979 h 236023"/>
                <a:gd name="connsiteX188" fmla="*/ 38521 w 150796"/>
                <a:gd name="connsiteY188" fmla="*/ 236652 h 236023"/>
                <a:gd name="connsiteX189" fmla="*/ 31568 w 150796"/>
                <a:gd name="connsiteY189" fmla="*/ 237495 h 236023"/>
                <a:gd name="connsiteX190" fmla="*/ 29934 w 150796"/>
                <a:gd name="connsiteY190" fmla="*/ 237498 h 236023"/>
                <a:gd name="connsiteX191" fmla="*/ 26511 w 150796"/>
                <a:gd name="connsiteY191" fmla="*/ 237494 h 236023"/>
                <a:gd name="connsiteX192" fmla="*/ 21264 w 150796"/>
                <a:gd name="connsiteY192" fmla="*/ 237498 h 236023"/>
                <a:gd name="connsiteX193" fmla="*/ 17941 w 150796"/>
                <a:gd name="connsiteY193" fmla="*/ 237495 h 236023"/>
                <a:gd name="connsiteX194" fmla="*/ 16351 w 150796"/>
                <a:gd name="connsiteY194" fmla="*/ 237500 h 236023"/>
                <a:gd name="connsiteX195" fmla="*/ 10988 w 150796"/>
                <a:gd name="connsiteY195" fmla="*/ 236652 h 236023"/>
                <a:gd name="connsiteX196" fmla="*/ 10805 w 150796"/>
                <a:gd name="connsiteY196" fmla="*/ 232888 h 236023"/>
                <a:gd name="connsiteX197" fmla="*/ 10796 w 150796"/>
                <a:gd name="connsiteY197" fmla="*/ 230402 h 236023"/>
                <a:gd name="connsiteX198" fmla="*/ 10809 w 150796"/>
                <a:gd name="connsiteY198" fmla="*/ 227636 h 236023"/>
                <a:gd name="connsiteX199" fmla="*/ 10805 w 150796"/>
                <a:gd name="connsiteY199" fmla="*/ 224724 h 236023"/>
                <a:gd name="connsiteX200" fmla="*/ 10815 w 150796"/>
                <a:gd name="connsiteY200" fmla="*/ 216686 h 236023"/>
                <a:gd name="connsiteX201" fmla="*/ 10818 w 150796"/>
                <a:gd name="connsiteY201" fmla="*/ 208032 h 236023"/>
                <a:gd name="connsiteX202" fmla="*/ 10831 w 150796"/>
                <a:gd name="connsiteY202" fmla="*/ 193025 h 236023"/>
                <a:gd name="connsiteX203" fmla="*/ 10849 w 150796"/>
                <a:gd name="connsiteY203" fmla="*/ 171328 h 236023"/>
                <a:gd name="connsiteX204" fmla="*/ 10876 w 150796"/>
                <a:gd name="connsiteY204" fmla="*/ 136130 h 236023"/>
                <a:gd name="connsiteX205" fmla="*/ 10906 w 150796"/>
                <a:gd name="connsiteY205" fmla="*/ 101929 h 236023"/>
                <a:gd name="connsiteX206" fmla="*/ 10908 w 150796"/>
                <a:gd name="connsiteY206" fmla="*/ 99802 h 236023"/>
                <a:gd name="connsiteX207" fmla="*/ 10913 w 150796"/>
                <a:gd name="connsiteY207" fmla="*/ 89234 h 236023"/>
                <a:gd name="connsiteX208" fmla="*/ 10988 w 150796"/>
                <a:gd name="connsiteY208" fmla="*/ 1504 h 236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50796" h="236023">
                  <a:moveTo>
                    <a:pt x="10988" y="1504"/>
                  </a:moveTo>
                  <a:cubicBezTo>
                    <a:pt x="20811" y="1504"/>
                    <a:pt x="30633" y="1504"/>
                    <a:pt x="40754" y="1504"/>
                  </a:cubicBezTo>
                  <a:cubicBezTo>
                    <a:pt x="40754" y="2732"/>
                    <a:pt x="40754" y="3960"/>
                    <a:pt x="40754" y="5225"/>
                  </a:cubicBezTo>
                  <a:cubicBezTo>
                    <a:pt x="41467" y="5386"/>
                    <a:pt x="41467" y="5386"/>
                    <a:pt x="42196" y="5550"/>
                  </a:cubicBezTo>
                  <a:cubicBezTo>
                    <a:pt x="42955" y="5757"/>
                    <a:pt x="42955" y="5757"/>
                    <a:pt x="43730" y="5969"/>
                  </a:cubicBezTo>
                  <a:cubicBezTo>
                    <a:pt x="44014" y="7451"/>
                    <a:pt x="44261" y="8940"/>
                    <a:pt x="44474" y="10434"/>
                  </a:cubicBezTo>
                  <a:cubicBezTo>
                    <a:pt x="45211" y="10925"/>
                    <a:pt x="45948" y="11416"/>
                    <a:pt x="46707" y="11922"/>
                  </a:cubicBezTo>
                  <a:cubicBezTo>
                    <a:pt x="46707" y="12904"/>
                    <a:pt x="46707" y="13886"/>
                    <a:pt x="46707" y="14899"/>
                  </a:cubicBezTo>
                  <a:cubicBezTo>
                    <a:pt x="47444" y="15390"/>
                    <a:pt x="48180" y="15881"/>
                    <a:pt x="48939" y="16387"/>
                  </a:cubicBezTo>
                  <a:cubicBezTo>
                    <a:pt x="49451" y="19084"/>
                    <a:pt x="49451" y="19084"/>
                    <a:pt x="49683" y="21596"/>
                  </a:cubicBezTo>
                  <a:cubicBezTo>
                    <a:pt x="50420" y="21596"/>
                    <a:pt x="51157" y="21596"/>
                    <a:pt x="51916" y="21596"/>
                  </a:cubicBezTo>
                  <a:cubicBezTo>
                    <a:pt x="51916" y="23069"/>
                    <a:pt x="51916" y="24543"/>
                    <a:pt x="51916" y="26061"/>
                  </a:cubicBezTo>
                  <a:cubicBezTo>
                    <a:pt x="52653" y="26061"/>
                    <a:pt x="53389" y="26061"/>
                    <a:pt x="54148" y="26061"/>
                  </a:cubicBezTo>
                  <a:cubicBezTo>
                    <a:pt x="54682" y="27786"/>
                    <a:pt x="55177" y="29523"/>
                    <a:pt x="55637" y="31270"/>
                  </a:cubicBezTo>
                  <a:cubicBezTo>
                    <a:pt x="56373" y="31638"/>
                    <a:pt x="56373" y="31638"/>
                    <a:pt x="57125" y="32014"/>
                  </a:cubicBezTo>
                  <a:cubicBezTo>
                    <a:pt x="57232" y="32612"/>
                    <a:pt x="57340" y="33211"/>
                    <a:pt x="57450" y="33828"/>
                  </a:cubicBezTo>
                  <a:cubicBezTo>
                    <a:pt x="57694" y="35991"/>
                    <a:pt x="57694" y="35991"/>
                    <a:pt x="60101" y="37223"/>
                  </a:cubicBezTo>
                  <a:cubicBezTo>
                    <a:pt x="60224" y="37729"/>
                    <a:pt x="60347" y="38236"/>
                    <a:pt x="60473" y="38758"/>
                  </a:cubicBezTo>
                  <a:cubicBezTo>
                    <a:pt x="60596" y="39233"/>
                    <a:pt x="60719" y="39709"/>
                    <a:pt x="60846" y="40199"/>
                  </a:cubicBezTo>
                  <a:cubicBezTo>
                    <a:pt x="61951" y="40568"/>
                    <a:pt x="61951" y="40568"/>
                    <a:pt x="63078" y="40943"/>
                  </a:cubicBezTo>
                  <a:cubicBezTo>
                    <a:pt x="63078" y="42432"/>
                    <a:pt x="63078" y="43920"/>
                    <a:pt x="63078" y="45408"/>
                  </a:cubicBezTo>
                  <a:cubicBezTo>
                    <a:pt x="64183" y="46145"/>
                    <a:pt x="64183" y="46145"/>
                    <a:pt x="65310" y="46897"/>
                  </a:cubicBezTo>
                  <a:cubicBezTo>
                    <a:pt x="65822" y="49222"/>
                    <a:pt x="65822" y="49222"/>
                    <a:pt x="66055" y="51361"/>
                  </a:cubicBezTo>
                  <a:cubicBezTo>
                    <a:pt x="66791" y="51361"/>
                    <a:pt x="67528" y="51361"/>
                    <a:pt x="68287" y="51361"/>
                  </a:cubicBezTo>
                  <a:cubicBezTo>
                    <a:pt x="68218" y="52628"/>
                    <a:pt x="68218" y="52628"/>
                    <a:pt x="68147" y="53919"/>
                  </a:cubicBezTo>
                  <a:cubicBezTo>
                    <a:pt x="68193" y="54794"/>
                    <a:pt x="68240" y="55669"/>
                    <a:pt x="68287" y="56570"/>
                  </a:cubicBezTo>
                  <a:cubicBezTo>
                    <a:pt x="69392" y="56939"/>
                    <a:pt x="69392" y="56939"/>
                    <a:pt x="70519" y="57315"/>
                  </a:cubicBezTo>
                  <a:cubicBezTo>
                    <a:pt x="71042" y="58544"/>
                    <a:pt x="71539" y="59785"/>
                    <a:pt x="72008" y="61035"/>
                  </a:cubicBezTo>
                  <a:cubicBezTo>
                    <a:pt x="72499" y="61281"/>
                    <a:pt x="72990" y="61526"/>
                    <a:pt x="73496" y="61779"/>
                  </a:cubicBezTo>
                  <a:cubicBezTo>
                    <a:pt x="73657" y="62861"/>
                    <a:pt x="73657" y="62861"/>
                    <a:pt x="73821" y="63965"/>
                  </a:cubicBezTo>
                  <a:cubicBezTo>
                    <a:pt x="74029" y="65093"/>
                    <a:pt x="74029" y="65093"/>
                    <a:pt x="74240" y="66244"/>
                  </a:cubicBezTo>
                  <a:cubicBezTo>
                    <a:pt x="75345" y="66981"/>
                    <a:pt x="75345" y="66981"/>
                    <a:pt x="76472" y="67733"/>
                  </a:cubicBezTo>
                  <a:cubicBezTo>
                    <a:pt x="76974" y="68971"/>
                    <a:pt x="77470" y="70211"/>
                    <a:pt x="77961" y="71453"/>
                  </a:cubicBezTo>
                  <a:cubicBezTo>
                    <a:pt x="78452" y="71453"/>
                    <a:pt x="78943" y="71453"/>
                    <a:pt x="79449" y="71453"/>
                  </a:cubicBezTo>
                  <a:cubicBezTo>
                    <a:pt x="79449" y="73418"/>
                    <a:pt x="79449" y="75382"/>
                    <a:pt x="79449" y="77406"/>
                  </a:cubicBezTo>
                  <a:cubicBezTo>
                    <a:pt x="80186" y="77406"/>
                    <a:pt x="80922" y="77406"/>
                    <a:pt x="81681" y="77406"/>
                  </a:cubicBezTo>
                  <a:cubicBezTo>
                    <a:pt x="81927" y="78880"/>
                    <a:pt x="82173" y="80353"/>
                    <a:pt x="82426" y="81871"/>
                  </a:cubicBezTo>
                  <a:cubicBezTo>
                    <a:pt x="83162" y="81871"/>
                    <a:pt x="83899" y="81871"/>
                    <a:pt x="84658" y="81871"/>
                  </a:cubicBezTo>
                  <a:cubicBezTo>
                    <a:pt x="84735" y="82685"/>
                    <a:pt x="84812" y="83498"/>
                    <a:pt x="84891" y="84336"/>
                  </a:cubicBezTo>
                  <a:cubicBezTo>
                    <a:pt x="85405" y="87098"/>
                    <a:pt x="85604" y="87621"/>
                    <a:pt x="87635" y="89313"/>
                  </a:cubicBezTo>
                  <a:cubicBezTo>
                    <a:pt x="87880" y="90049"/>
                    <a:pt x="88126" y="90786"/>
                    <a:pt x="88379" y="91545"/>
                  </a:cubicBezTo>
                  <a:cubicBezTo>
                    <a:pt x="88870" y="91791"/>
                    <a:pt x="89361" y="92036"/>
                    <a:pt x="89867" y="92289"/>
                  </a:cubicBezTo>
                  <a:cubicBezTo>
                    <a:pt x="90363" y="94025"/>
                    <a:pt x="90859" y="95762"/>
                    <a:pt x="91355" y="97498"/>
                  </a:cubicBezTo>
                  <a:cubicBezTo>
                    <a:pt x="91846" y="97744"/>
                    <a:pt x="92338" y="97989"/>
                    <a:pt x="92844" y="98242"/>
                  </a:cubicBezTo>
                  <a:cubicBezTo>
                    <a:pt x="93309" y="100521"/>
                    <a:pt x="93309" y="100521"/>
                    <a:pt x="93588" y="102707"/>
                  </a:cubicBezTo>
                  <a:cubicBezTo>
                    <a:pt x="94324" y="102707"/>
                    <a:pt x="95061" y="102707"/>
                    <a:pt x="95820" y="102707"/>
                  </a:cubicBezTo>
                  <a:cubicBezTo>
                    <a:pt x="95820" y="104426"/>
                    <a:pt x="95820" y="106145"/>
                    <a:pt x="95820" y="107916"/>
                  </a:cubicBezTo>
                  <a:cubicBezTo>
                    <a:pt x="96557" y="107916"/>
                    <a:pt x="97294" y="107916"/>
                    <a:pt x="98053" y="107916"/>
                  </a:cubicBezTo>
                  <a:cubicBezTo>
                    <a:pt x="98586" y="109391"/>
                    <a:pt x="99082" y="110881"/>
                    <a:pt x="99541" y="112381"/>
                  </a:cubicBezTo>
                  <a:cubicBezTo>
                    <a:pt x="100032" y="112627"/>
                    <a:pt x="100523" y="112872"/>
                    <a:pt x="101029" y="113125"/>
                  </a:cubicBezTo>
                  <a:cubicBezTo>
                    <a:pt x="101190" y="114184"/>
                    <a:pt x="101190" y="114184"/>
                    <a:pt x="101355" y="115264"/>
                  </a:cubicBezTo>
                  <a:cubicBezTo>
                    <a:pt x="101809" y="117788"/>
                    <a:pt x="102209" y="118175"/>
                    <a:pt x="104006" y="119822"/>
                  </a:cubicBezTo>
                  <a:cubicBezTo>
                    <a:pt x="104267" y="120811"/>
                    <a:pt x="104517" y="121803"/>
                    <a:pt x="104750" y="122799"/>
                  </a:cubicBezTo>
                  <a:cubicBezTo>
                    <a:pt x="105241" y="123044"/>
                    <a:pt x="105732" y="123290"/>
                    <a:pt x="106238" y="123543"/>
                  </a:cubicBezTo>
                  <a:cubicBezTo>
                    <a:pt x="106346" y="124280"/>
                    <a:pt x="106453" y="125016"/>
                    <a:pt x="106564" y="125775"/>
                  </a:cubicBezTo>
                  <a:cubicBezTo>
                    <a:pt x="106702" y="126512"/>
                    <a:pt x="106840" y="127249"/>
                    <a:pt x="106982" y="128008"/>
                  </a:cubicBezTo>
                  <a:cubicBezTo>
                    <a:pt x="107719" y="128253"/>
                    <a:pt x="108456" y="128499"/>
                    <a:pt x="109215" y="128752"/>
                  </a:cubicBezTo>
                  <a:cubicBezTo>
                    <a:pt x="109729" y="130234"/>
                    <a:pt x="110226" y="131722"/>
                    <a:pt x="110703" y="133217"/>
                  </a:cubicBezTo>
                  <a:cubicBezTo>
                    <a:pt x="111194" y="133217"/>
                    <a:pt x="111685" y="133217"/>
                    <a:pt x="112191" y="133217"/>
                  </a:cubicBezTo>
                  <a:cubicBezTo>
                    <a:pt x="112283" y="134061"/>
                    <a:pt x="112375" y="134905"/>
                    <a:pt x="112470" y="135775"/>
                  </a:cubicBezTo>
                  <a:cubicBezTo>
                    <a:pt x="112624" y="136650"/>
                    <a:pt x="112777" y="137525"/>
                    <a:pt x="112935" y="138426"/>
                  </a:cubicBezTo>
                  <a:cubicBezTo>
                    <a:pt x="113427" y="138671"/>
                    <a:pt x="113918" y="138917"/>
                    <a:pt x="114424" y="139170"/>
                  </a:cubicBezTo>
                  <a:cubicBezTo>
                    <a:pt x="114889" y="141449"/>
                    <a:pt x="114889" y="141449"/>
                    <a:pt x="115168" y="143635"/>
                  </a:cubicBezTo>
                  <a:cubicBezTo>
                    <a:pt x="115905" y="143635"/>
                    <a:pt x="116641" y="143635"/>
                    <a:pt x="117400" y="143635"/>
                  </a:cubicBezTo>
                  <a:cubicBezTo>
                    <a:pt x="117339" y="144464"/>
                    <a:pt x="117277" y="145292"/>
                    <a:pt x="117214" y="146146"/>
                  </a:cubicBezTo>
                  <a:cubicBezTo>
                    <a:pt x="117276" y="147036"/>
                    <a:pt x="117337" y="147927"/>
                    <a:pt x="117400" y="148844"/>
                  </a:cubicBezTo>
                  <a:cubicBezTo>
                    <a:pt x="118814" y="149768"/>
                    <a:pt x="118814" y="149768"/>
                    <a:pt x="120377" y="150332"/>
                  </a:cubicBezTo>
                  <a:cubicBezTo>
                    <a:pt x="120842" y="151867"/>
                    <a:pt x="120842" y="151867"/>
                    <a:pt x="121121" y="153309"/>
                  </a:cubicBezTo>
                  <a:cubicBezTo>
                    <a:pt x="121612" y="153554"/>
                    <a:pt x="122103" y="153800"/>
                    <a:pt x="122609" y="154053"/>
                  </a:cubicBezTo>
                  <a:cubicBezTo>
                    <a:pt x="122717" y="154774"/>
                    <a:pt x="122824" y="155496"/>
                    <a:pt x="122935" y="156239"/>
                  </a:cubicBezTo>
                  <a:cubicBezTo>
                    <a:pt x="123073" y="156991"/>
                    <a:pt x="123211" y="157743"/>
                    <a:pt x="123353" y="158518"/>
                  </a:cubicBezTo>
                  <a:cubicBezTo>
                    <a:pt x="124090" y="159009"/>
                    <a:pt x="124827" y="159500"/>
                    <a:pt x="125586" y="160006"/>
                  </a:cubicBezTo>
                  <a:cubicBezTo>
                    <a:pt x="126097" y="162331"/>
                    <a:pt x="126097" y="162331"/>
                    <a:pt x="126330" y="164471"/>
                  </a:cubicBezTo>
                  <a:cubicBezTo>
                    <a:pt x="127067" y="164225"/>
                    <a:pt x="127803" y="163980"/>
                    <a:pt x="128562" y="163727"/>
                  </a:cubicBezTo>
                  <a:cubicBezTo>
                    <a:pt x="128654" y="164571"/>
                    <a:pt x="128747" y="165415"/>
                    <a:pt x="128841" y="166285"/>
                  </a:cubicBezTo>
                  <a:cubicBezTo>
                    <a:pt x="128995" y="167159"/>
                    <a:pt x="129148" y="168034"/>
                    <a:pt x="129306" y="168936"/>
                  </a:cubicBezTo>
                  <a:cubicBezTo>
                    <a:pt x="129798" y="169181"/>
                    <a:pt x="130289" y="169427"/>
                    <a:pt x="130795" y="169680"/>
                  </a:cubicBezTo>
                  <a:cubicBezTo>
                    <a:pt x="131531" y="171399"/>
                    <a:pt x="132268" y="173118"/>
                    <a:pt x="133027" y="174889"/>
                  </a:cubicBezTo>
                  <a:cubicBezTo>
                    <a:pt x="133273" y="117672"/>
                    <a:pt x="133518" y="60455"/>
                    <a:pt x="133771" y="1504"/>
                  </a:cubicBezTo>
                  <a:cubicBezTo>
                    <a:pt x="142857" y="1504"/>
                    <a:pt x="151943" y="1504"/>
                    <a:pt x="161305" y="1504"/>
                  </a:cubicBezTo>
                  <a:cubicBezTo>
                    <a:pt x="161355" y="31448"/>
                    <a:pt x="161395" y="61392"/>
                    <a:pt x="161419" y="91336"/>
                  </a:cubicBezTo>
                  <a:cubicBezTo>
                    <a:pt x="161421" y="94867"/>
                    <a:pt x="161424" y="98398"/>
                    <a:pt x="161427" y="101929"/>
                  </a:cubicBezTo>
                  <a:cubicBezTo>
                    <a:pt x="161428" y="102632"/>
                    <a:pt x="161428" y="103335"/>
                    <a:pt x="161429" y="104060"/>
                  </a:cubicBezTo>
                  <a:cubicBezTo>
                    <a:pt x="161439" y="115459"/>
                    <a:pt x="161456" y="126858"/>
                    <a:pt x="161477" y="138257"/>
                  </a:cubicBezTo>
                  <a:cubicBezTo>
                    <a:pt x="161498" y="149945"/>
                    <a:pt x="161510" y="161632"/>
                    <a:pt x="161515" y="173320"/>
                  </a:cubicBezTo>
                  <a:cubicBezTo>
                    <a:pt x="161518" y="180538"/>
                    <a:pt x="161527" y="187755"/>
                    <a:pt x="161545" y="194973"/>
                  </a:cubicBezTo>
                  <a:cubicBezTo>
                    <a:pt x="161557" y="199916"/>
                    <a:pt x="161561" y="204858"/>
                    <a:pt x="161558" y="209801"/>
                  </a:cubicBezTo>
                  <a:cubicBezTo>
                    <a:pt x="161556" y="212657"/>
                    <a:pt x="161559" y="215513"/>
                    <a:pt x="161571" y="218369"/>
                  </a:cubicBezTo>
                  <a:cubicBezTo>
                    <a:pt x="161583" y="221458"/>
                    <a:pt x="161579" y="224547"/>
                    <a:pt x="161573" y="227636"/>
                  </a:cubicBezTo>
                  <a:cubicBezTo>
                    <a:pt x="161579" y="228549"/>
                    <a:pt x="161586" y="229461"/>
                    <a:pt x="161593" y="230402"/>
                  </a:cubicBezTo>
                  <a:cubicBezTo>
                    <a:pt x="161588" y="231222"/>
                    <a:pt x="161584" y="232043"/>
                    <a:pt x="161579" y="232888"/>
                  </a:cubicBezTo>
                  <a:cubicBezTo>
                    <a:pt x="161580" y="233602"/>
                    <a:pt x="161581" y="234317"/>
                    <a:pt x="161582" y="235052"/>
                  </a:cubicBezTo>
                  <a:cubicBezTo>
                    <a:pt x="161490" y="235580"/>
                    <a:pt x="161399" y="236108"/>
                    <a:pt x="161305" y="236652"/>
                  </a:cubicBezTo>
                  <a:cubicBezTo>
                    <a:pt x="158573" y="237563"/>
                    <a:pt x="156053" y="237503"/>
                    <a:pt x="153209" y="237495"/>
                  </a:cubicBezTo>
                  <a:cubicBezTo>
                    <a:pt x="152638" y="237496"/>
                    <a:pt x="152066" y="237497"/>
                    <a:pt x="151478" y="237498"/>
                  </a:cubicBezTo>
                  <a:cubicBezTo>
                    <a:pt x="150271" y="237498"/>
                    <a:pt x="149064" y="237497"/>
                    <a:pt x="147858" y="237494"/>
                  </a:cubicBezTo>
                  <a:cubicBezTo>
                    <a:pt x="146008" y="237490"/>
                    <a:pt x="144157" y="237494"/>
                    <a:pt x="142307" y="237498"/>
                  </a:cubicBezTo>
                  <a:cubicBezTo>
                    <a:pt x="141135" y="237498"/>
                    <a:pt x="139963" y="237497"/>
                    <a:pt x="138791" y="237495"/>
                  </a:cubicBezTo>
                  <a:cubicBezTo>
                    <a:pt x="138236" y="237497"/>
                    <a:pt x="137681" y="237498"/>
                    <a:pt x="137109" y="237500"/>
                  </a:cubicBezTo>
                  <a:cubicBezTo>
                    <a:pt x="133198" y="237482"/>
                    <a:pt x="133198" y="237482"/>
                    <a:pt x="131539" y="236652"/>
                  </a:cubicBezTo>
                  <a:cubicBezTo>
                    <a:pt x="131431" y="236177"/>
                    <a:pt x="131324" y="235701"/>
                    <a:pt x="131213" y="235211"/>
                  </a:cubicBezTo>
                  <a:cubicBezTo>
                    <a:pt x="130898" y="233391"/>
                    <a:pt x="130898" y="233391"/>
                    <a:pt x="128562" y="232188"/>
                  </a:cubicBezTo>
                  <a:cubicBezTo>
                    <a:pt x="128440" y="231313"/>
                    <a:pt x="128317" y="230438"/>
                    <a:pt x="128190" y="229537"/>
                  </a:cubicBezTo>
                  <a:cubicBezTo>
                    <a:pt x="128067" y="228692"/>
                    <a:pt x="127945" y="227848"/>
                    <a:pt x="127818" y="226979"/>
                  </a:cubicBezTo>
                  <a:cubicBezTo>
                    <a:pt x="127081" y="226733"/>
                    <a:pt x="126345" y="226487"/>
                    <a:pt x="125586" y="226234"/>
                  </a:cubicBezTo>
                  <a:cubicBezTo>
                    <a:pt x="125446" y="224328"/>
                    <a:pt x="125446" y="224328"/>
                    <a:pt x="125586" y="222514"/>
                  </a:cubicBezTo>
                  <a:cubicBezTo>
                    <a:pt x="124849" y="222514"/>
                    <a:pt x="124112" y="222514"/>
                    <a:pt x="123353" y="222514"/>
                  </a:cubicBezTo>
                  <a:cubicBezTo>
                    <a:pt x="122820" y="220788"/>
                    <a:pt x="122325" y="219051"/>
                    <a:pt x="121865" y="217305"/>
                  </a:cubicBezTo>
                  <a:cubicBezTo>
                    <a:pt x="121374" y="217059"/>
                    <a:pt x="120883" y="216814"/>
                    <a:pt x="120377" y="216561"/>
                  </a:cubicBezTo>
                  <a:cubicBezTo>
                    <a:pt x="120216" y="215686"/>
                    <a:pt x="120216" y="215686"/>
                    <a:pt x="120051" y="214793"/>
                  </a:cubicBezTo>
                  <a:cubicBezTo>
                    <a:pt x="119813" y="212818"/>
                    <a:pt x="119813" y="212818"/>
                    <a:pt x="118516" y="211724"/>
                  </a:cubicBezTo>
                  <a:cubicBezTo>
                    <a:pt x="117033" y="210241"/>
                    <a:pt x="117029" y="208909"/>
                    <a:pt x="116656" y="206887"/>
                  </a:cubicBezTo>
                  <a:cubicBezTo>
                    <a:pt x="116165" y="206641"/>
                    <a:pt x="115674" y="206396"/>
                    <a:pt x="115168" y="206143"/>
                  </a:cubicBezTo>
                  <a:cubicBezTo>
                    <a:pt x="114703" y="203864"/>
                    <a:pt x="114703" y="203864"/>
                    <a:pt x="114424" y="201678"/>
                  </a:cubicBezTo>
                  <a:cubicBezTo>
                    <a:pt x="113687" y="201678"/>
                    <a:pt x="112950" y="201678"/>
                    <a:pt x="112191" y="201678"/>
                  </a:cubicBezTo>
                  <a:cubicBezTo>
                    <a:pt x="112115" y="200956"/>
                    <a:pt x="112038" y="200235"/>
                    <a:pt x="111959" y="199492"/>
                  </a:cubicBezTo>
                  <a:cubicBezTo>
                    <a:pt x="111790" y="198740"/>
                    <a:pt x="111621" y="197988"/>
                    <a:pt x="111447" y="197213"/>
                  </a:cubicBezTo>
                  <a:cubicBezTo>
                    <a:pt x="110710" y="196967"/>
                    <a:pt x="109974" y="196722"/>
                    <a:pt x="109215" y="196469"/>
                  </a:cubicBezTo>
                  <a:cubicBezTo>
                    <a:pt x="108937" y="194986"/>
                    <a:pt x="108688" y="193497"/>
                    <a:pt x="108471" y="192004"/>
                  </a:cubicBezTo>
                  <a:cubicBezTo>
                    <a:pt x="107979" y="191758"/>
                    <a:pt x="107488" y="191513"/>
                    <a:pt x="106982" y="191260"/>
                  </a:cubicBezTo>
                  <a:cubicBezTo>
                    <a:pt x="106679" y="189532"/>
                    <a:pt x="106428" y="187794"/>
                    <a:pt x="106238" y="186051"/>
                  </a:cubicBezTo>
                  <a:cubicBezTo>
                    <a:pt x="105501" y="186051"/>
                    <a:pt x="104765" y="186051"/>
                    <a:pt x="104006" y="186051"/>
                  </a:cubicBezTo>
                  <a:cubicBezTo>
                    <a:pt x="103738" y="184815"/>
                    <a:pt x="103493" y="183574"/>
                    <a:pt x="103262" y="182330"/>
                  </a:cubicBezTo>
                  <a:cubicBezTo>
                    <a:pt x="102893" y="181962"/>
                    <a:pt x="102525" y="181593"/>
                    <a:pt x="102145" y="181214"/>
                  </a:cubicBezTo>
                  <a:cubicBezTo>
                    <a:pt x="100662" y="179731"/>
                    <a:pt x="100658" y="178399"/>
                    <a:pt x="100285" y="176377"/>
                  </a:cubicBezTo>
                  <a:cubicBezTo>
                    <a:pt x="99794" y="176131"/>
                    <a:pt x="99303" y="175886"/>
                    <a:pt x="98797" y="175633"/>
                  </a:cubicBezTo>
                  <a:cubicBezTo>
                    <a:pt x="98636" y="174712"/>
                    <a:pt x="98636" y="174712"/>
                    <a:pt x="98471" y="173773"/>
                  </a:cubicBezTo>
                  <a:cubicBezTo>
                    <a:pt x="98333" y="173159"/>
                    <a:pt x="98195" y="172545"/>
                    <a:pt x="98053" y="171912"/>
                  </a:cubicBezTo>
                  <a:cubicBezTo>
                    <a:pt x="97316" y="171667"/>
                    <a:pt x="96579" y="171421"/>
                    <a:pt x="95820" y="171168"/>
                  </a:cubicBezTo>
                  <a:cubicBezTo>
                    <a:pt x="95304" y="169438"/>
                    <a:pt x="94807" y="167701"/>
                    <a:pt x="94332" y="165959"/>
                  </a:cubicBezTo>
                  <a:cubicBezTo>
                    <a:pt x="93841" y="165959"/>
                    <a:pt x="93350" y="165959"/>
                    <a:pt x="92844" y="165959"/>
                  </a:cubicBezTo>
                  <a:cubicBezTo>
                    <a:pt x="92751" y="165238"/>
                    <a:pt x="92659" y="164516"/>
                    <a:pt x="92565" y="163773"/>
                  </a:cubicBezTo>
                  <a:cubicBezTo>
                    <a:pt x="92334" y="162645"/>
                    <a:pt x="92334" y="162645"/>
                    <a:pt x="92099" y="161494"/>
                  </a:cubicBezTo>
                  <a:cubicBezTo>
                    <a:pt x="91608" y="161249"/>
                    <a:pt x="91117" y="161003"/>
                    <a:pt x="90611" y="160750"/>
                  </a:cubicBezTo>
                  <a:cubicBezTo>
                    <a:pt x="90115" y="159510"/>
                    <a:pt x="89619" y="158270"/>
                    <a:pt x="89123" y="157029"/>
                  </a:cubicBezTo>
                  <a:cubicBezTo>
                    <a:pt x="88632" y="156784"/>
                    <a:pt x="88141" y="156538"/>
                    <a:pt x="87635" y="156285"/>
                  </a:cubicBezTo>
                  <a:cubicBezTo>
                    <a:pt x="87473" y="155019"/>
                    <a:pt x="87473" y="155019"/>
                    <a:pt x="87309" y="153727"/>
                  </a:cubicBezTo>
                  <a:cubicBezTo>
                    <a:pt x="87171" y="152852"/>
                    <a:pt x="87033" y="151978"/>
                    <a:pt x="86890" y="151076"/>
                  </a:cubicBezTo>
                  <a:cubicBezTo>
                    <a:pt x="85785" y="150340"/>
                    <a:pt x="85785" y="150340"/>
                    <a:pt x="84658" y="149588"/>
                  </a:cubicBezTo>
                  <a:cubicBezTo>
                    <a:pt x="84389" y="148601"/>
                    <a:pt x="84139" y="147609"/>
                    <a:pt x="83914" y="146611"/>
                  </a:cubicBezTo>
                  <a:cubicBezTo>
                    <a:pt x="83423" y="146366"/>
                    <a:pt x="82932" y="146120"/>
                    <a:pt x="82426" y="145867"/>
                  </a:cubicBezTo>
                  <a:cubicBezTo>
                    <a:pt x="81930" y="144131"/>
                    <a:pt x="81433" y="142395"/>
                    <a:pt x="80937" y="140658"/>
                  </a:cubicBezTo>
                  <a:cubicBezTo>
                    <a:pt x="80446" y="140413"/>
                    <a:pt x="79955" y="140167"/>
                    <a:pt x="79449" y="139914"/>
                  </a:cubicBezTo>
                  <a:cubicBezTo>
                    <a:pt x="79203" y="139285"/>
                    <a:pt x="78958" y="138656"/>
                    <a:pt x="78705" y="138007"/>
                  </a:cubicBezTo>
                  <a:cubicBezTo>
                    <a:pt x="78459" y="137409"/>
                    <a:pt x="78214" y="136810"/>
                    <a:pt x="77961" y="136193"/>
                  </a:cubicBezTo>
                  <a:cubicBezTo>
                    <a:pt x="77470" y="136193"/>
                    <a:pt x="76979" y="136193"/>
                    <a:pt x="76472" y="136193"/>
                  </a:cubicBezTo>
                  <a:cubicBezTo>
                    <a:pt x="76472" y="134229"/>
                    <a:pt x="76472" y="132264"/>
                    <a:pt x="76472" y="130240"/>
                  </a:cubicBezTo>
                  <a:cubicBezTo>
                    <a:pt x="75736" y="130240"/>
                    <a:pt x="74999" y="130240"/>
                    <a:pt x="74240" y="130240"/>
                  </a:cubicBezTo>
                  <a:cubicBezTo>
                    <a:pt x="73716" y="128762"/>
                    <a:pt x="73220" y="127273"/>
                    <a:pt x="72752" y="125775"/>
                  </a:cubicBezTo>
                  <a:cubicBezTo>
                    <a:pt x="72261" y="125775"/>
                    <a:pt x="71770" y="125775"/>
                    <a:pt x="71264" y="125775"/>
                  </a:cubicBezTo>
                  <a:cubicBezTo>
                    <a:pt x="71187" y="124962"/>
                    <a:pt x="71110" y="124149"/>
                    <a:pt x="71031" y="123311"/>
                  </a:cubicBezTo>
                  <a:cubicBezTo>
                    <a:pt x="70516" y="120549"/>
                    <a:pt x="70317" y="120026"/>
                    <a:pt x="68287" y="118334"/>
                  </a:cubicBezTo>
                  <a:cubicBezTo>
                    <a:pt x="68041" y="117597"/>
                    <a:pt x="67796" y="116861"/>
                    <a:pt x="67543" y="116102"/>
                  </a:cubicBezTo>
                  <a:cubicBezTo>
                    <a:pt x="67052" y="115856"/>
                    <a:pt x="66561" y="115611"/>
                    <a:pt x="66055" y="115358"/>
                  </a:cubicBezTo>
                  <a:cubicBezTo>
                    <a:pt x="65558" y="113621"/>
                    <a:pt x="65062" y="111885"/>
                    <a:pt x="64566" y="110149"/>
                  </a:cubicBezTo>
                  <a:cubicBezTo>
                    <a:pt x="64075" y="109903"/>
                    <a:pt x="63584" y="109657"/>
                    <a:pt x="63078" y="109404"/>
                  </a:cubicBezTo>
                  <a:cubicBezTo>
                    <a:pt x="62613" y="107125"/>
                    <a:pt x="62613" y="107125"/>
                    <a:pt x="62334" y="104940"/>
                  </a:cubicBezTo>
                  <a:cubicBezTo>
                    <a:pt x="61597" y="104940"/>
                    <a:pt x="60860" y="104940"/>
                    <a:pt x="60101" y="104940"/>
                  </a:cubicBezTo>
                  <a:cubicBezTo>
                    <a:pt x="60101" y="103221"/>
                    <a:pt x="60101" y="101502"/>
                    <a:pt x="60101" y="99731"/>
                  </a:cubicBezTo>
                  <a:cubicBezTo>
                    <a:pt x="59365" y="99731"/>
                    <a:pt x="58628" y="99731"/>
                    <a:pt x="57869" y="99731"/>
                  </a:cubicBezTo>
                  <a:cubicBezTo>
                    <a:pt x="57335" y="98255"/>
                    <a:pt x="56840" y="96766"/>
                    <a:pt x="56381" y="95266"/>
                  </a:cubicBezTo>
                  <a:cubicBezTo>
                    <a:pt x="55644" y="94897"/>
                    <a:pt x="55644" y="94897"/>
                    <a:pt x="54892" y="94522"/>
                  </a:cubicBezTo>
                  <a:cubicBezTo>
                    <a:pt x="54785" y="93800"/>
                    <a:pt x="54678" y="93079"/>
                    <a:pt x="54567" y="92336"/>
                  </a:cubicBezTo>
                  <a:cubicBezTo>
                    <a:pt x="54360" y="91208"/>
                    <a:pt x="54360" y="91208"/>
                    <a:pt x="54148" y="90057"/>
                  </a:cubicBezTo>
                  <a:cubicBezTo>
                    <a:pt x="53412" y="89566"/>
                    <a:pt x="52675" y="89074"/>
                    <a:pt x="51916" y="88568"/>
                  </a:cubicBezTo>
                  <a:cubicBezTo>
                    <a:pt x="51404" y="86243"/>
                    <a:pt x="51404" y="86243"/>
                    <a:pt x="51172" y="84104"/>
                  </a:cubicBezTo>
                  <a:cubicBezTo>
                    <a:pt x="50435" y="84104"/>
                    <a:pt x="49698" y="84104"/>
                    <a:pt x="48939" y="84104"/>
                  </a:cubicBezTo>
                  <a:cubicBezTo>
                    <a:pt x="48939" y="82385"/>
                    <a:pt x="48939" y="80666"/>
                    <a:pt x="48939" y="78895"/>
                  </a:cubicBezTo>
                  <a:cubicBezTo>
                    <a:pt x="48203" y="78895"/>
                    <a:pt x="47466" y="78895"/>
                    <a:pt x="46707" y="78895"/>
                  </a:cubicBezTo>
                  <a:cubicBezTo>
                    <a:pt x="46183" y="77416"/>
                    <a:pt x="45687" y="75927"/>
                    <a:pt x="45219" y="74430"/>
                  </a:cubicBezTo>
                  <a:cubicBezTo>
                    <a:pt x="44727" y="74430"/>
                    <a:pt x="44236" y="74430"/>
                    <a:pt x="43730" y="74430"/>
                  </a:cubicBezTo>
                  <a:cubicBezTo>
                    <a:pt x="43592" y="73164"/>
                    <a:pt x="43592" y="73164"/>
                    <a:pt x="43451" y="71872"/>
                  </a:cubicBezTo>
                  <a:cubicBezTo>
                    <a:pt x="43298" y="70997"/>
                    <a:pt x="43144" y="70122"/>
                    <a:pt x="42986" y="69221"/>
                  </a:cubicBezTo>
                  <a:cubicBezTo>
                    <a:pt x="42249" y="68852"/>
                    <a:pt x="42249" y="68852"/>
                    <a:pt x="41498" y="68477"/>
                  </a:cubicBezTo>
                  <a:cubicBezTo>
                    <a:pt x="40701" y="66939"/>
                    <a:pt x="40701" y="66939"/>
                    <a:pt x="39917" y="65082"/>
                  </a:cubicBezTo>
                  <a:cubicBezTo>
                    <a:pt x="39654" y="64467"/>
                    <a:pt x="39391" y="63852"/>
                    <a:pt x="39120" y="63218"/>
                  </a:cubicBezTo>
                  <a:cubicBezTo>
                    <a:pt x="38923" y="62743"/>
                    <a:pt x="38725" y="62269"/>
                    <a:pt x="38521" y="61779"/>
                  </a:cubicBezTo>
                  <a:cubicBezTo>
                    <a:pt x="38523" y="62680"/>
                    <a:pt x="38524" y="63581"/>
                    <a:pt x="38525" y="64508"/>
                  </a:cubicBezTo>
                  <a:cubicBezTo>
                    <a:pt x="38558" y="85864"/>
                    <a:pt x="38582" y="107219"/>
                    <a:pt x="38597" y="128575"/>
                  </a:cubicBezTo>
                  <a:cubicBezTo>
                    <a:pt x="38599" y="131201"/>
                    <a:pt x="38601" y="133826"/>
                    <a:pt x="38603" y="136452"/>
                  </a:cubicBezTo>
                  <a:cubicBezTo>
                    <a:pt x="38603" y="136975"/>
                    <a:pt x="38604" y="137498"/>
                    <a:pt x="38604" y="138037"/>
                  </a:cubicBezTo>
                  <a:cubicBezTo>
                    <a:pt x="38611" y="146512"/>
                    <a:pt x="38622" y="154988"/>
                    <a:pt x="38636" y="163464"/>
                  </a:cubicBezTo>
                  <a:cubicBezTo>
                    <a:pt x="38650" y="172155"/>
                    <a:pt x="38658" y="180845"/>
                    <a:pt x="38661" y="189536"/>
                  </a:cubicBezTo>
                  <a:cubicBezTo>
                    <a:pt x="38663" y="194420"/>
                    <a:pt x="38668" y="199304"/>
                    <a:pt x="38679" y="204188"/>
                  </a:cubicBezTo>
                  <a:cubicBezTo>
                    <a:pt x="38689" y="208779"/>
                    <a:pt x="38692" y="213370"/>
                    <a:pt x="38690" y="217961"/>
                  </a:cubicBezTo>
                  <a:cubicBezTo>
                    <a:pt x="38690" y="219652"/>
                    <a:pt x="38693" y="221342"/>
                    <a:pt x="38699" y="223033"/>
                  </a:cubicBezTo>
                  <a:cubicBezTo>
                    <a:pt x="38706" y="225330"/>
                    <a:pt x="38704" y="227627"/>
                    <a:pt x="38700" y="229924"/>
                  </a:cubicBezTo>
                  <a:cubicBezTo>
                    <a:pt x="38705" y="230602"/>
                    <a:pt x="38709" y="231281"/>
                    <a:pt x="38713" y="231979"/>
                  </a:cubicBezTo>
                  <a:cubicBezTo>
                    <a:pt x="38706" y="233538"/>
                    <a:pt x="38622" y="235097"/>
                    <a:pt x="38521" y="236652"/>
                  </a:cubicBezTo>
                  <a:cubicBezTo>
                    <a:pt x="36294" y="237766"/>
                    <a:pt x="34010" y="237502"/>
                    <a:pt x="31568" y="237495"/>
                  </a:cubicBezTo>
                  <a:cubicBezTo>
                    <a:pt x="30759" y="237496"/>
                    <a:pt x="30759" y="237496"/>
                    <a:pt x="29934" y="237498"/>
                  </a:cubicBezTo>
                  <a:cubicBezTo>
                    <a:pt x="28793" y="237498"/>
                    <a:pt x="27652" y="237497"/>
                    <a:pt x="26511" y="237494"/>
                  </a:cubicBezTo>
                  <a:cubicBezTo>
                    <a:pt x="24762" y="237490"/>
                    <a:pt x="23013" y="237494"/>
                    <a:pt x="21264" y="237498"/>
                  </a:cubicBezTo>
                  <a:cubicBezTo>
                    <a:pt x="20156" y="237498"/>
                    <a:pt x="19049" y="237497"/>
                    <a:pt x="17941" y="237495"/>
                  </a:cubicBezTo>
                  <a:cubicBezTo>
                    <a:pt x="17416" y="237497"/>
                    <a:pt x="16892" y="237498"/>
                    <a:pt x="16351" y="237500"/>
                  </a:cubicBezTo>
                  <a:cubicBezTo>
                    <a:pt x="12647" y="237482"/>
                    <a:pt x="12647" y="237482"/>
                    <a:pt x="10988" y="236652"/>
                  </a:cubicBezTo>
                  <a:cubicBezTo>
                    <a:pt x="10803" y="235052"/>
                    <a:pt x="10803" y="235052"/>
                    <a:pt x="10805" y="232888"/>
                  </a:cubicBezTo>
                  <a:cubicBezTo>
                    <a:pt x="10802" y="232068"/>
                    <a:pt x="10799" y="231247"/>
                    <a:pt x="10796" y="230402"/>
                  </a:cubicBezTo>
                  <a:cubicBezTo>
                    <a:pt x="10800" y="229489"/>
                    <a:pt x="10805" y="228576"/>
                    <a:pt x="10809" y="227636"/>
                  </a:cubicBezTo>
                  <a:cubicBezTo>
                    <a:pt x="10808" y="226675"/>
                    <a:pt x="10807" y="225714"/>
                    <a:pt x="10805" y="224724"/>
                  </a:cubicBezTo>
                  <a:cubicBezTo>
                    <a:pt x="10802" y="222045"/>
                    <a:pt x="10808" y="219365"/>
                    <a:pt x="10815" y="216686"/>
                  </a:cubicBezTo>
                  <a:cubicBezTo>
                    <a:pt x="10822" y="213801"/>
                    <a:pt x="10820" y="210916"/>
                    <a:pt x="10818" y="208032"/>
                  </a:cubicBezTo>
                  <a:cubicBezTo>
                    <a:pt x="10818" y="203029"/>
                    <a:pt x="10822" y="198027"/>
                    <a:pt x="10831" y="193025"/>
                  </a:cubicBezTo>
                  <a:cubicBezTo>
                    <a:pt x="10843" y="185793"/>
                    <a:pt x="10847" y="178561"/>
                    <a:pt x="10849" y="171328"/>
                  </a:cubicBezTo>
                  <a:cubicBezTo>
                    <a:pt x="10852" y="159595"/>
                    <a:pt x="10862" y="147863"/>
                    <a:pt x="10876" y="136130"/>
                  </a:cubicBezTo>
                  <a:cubicBezTo>
                    <a:pt x="10889" y="124730"/>
                    <a:pt x="10900" y="113330"/>
                    <a:pt x="10906" y="101929"/>
                  </a:cubicBezTo>
                  <a:cubicBezTo>
                    <a:pt x="10907" y="100876"/>
                    <a:pt x="10907" y="100876"/>
                    <a:pt x="10908" y="99802"/>
                  </a:cubicBezTo>
                  <a:cubicBezTo>
                    <a:pt x="10909" y="96279"/>
                    <a:pt x="10911" y="92756"/>
                    <a:pt x="10913" y="89234"/>
                  </a:cubicBezTo>
                  <a:cubicBezTo>
                    <a:pt x="10929" y="59991"/>
                    <a:pt x="10955" y="30747"/>
                    <a:pt x="10988" y="1504"/>
                  </a:cubicBezTo>
                  <a:close/>
                </a:path>
              </a:pathLst>
            </a:custGeom>
            <a:grpFill/>
            <a:ln w="744" cap="flat">
              <a:noFill/>
              <a:prstDash val="solid"/>
              <a:miter/>
            </a:ln>
          </p:spPr>
          <p:txBody>
            <a:bodyPr rtlCol="0" anchor="ctr"/>
            <a:lstStyle/>
            <a:p>
              <a:endParaRPr lang="zh-CN" altLang="en-US"/>
            </a:p>
          </p:txBody>
        </p:sp>
        <p:sp>
          <p:nvSpPr>
            <p:cNvPr id="180" name="任意多边形: 形状 179"/>
            <p:cNvSpPr/>
            <p:nvPr/>
          </p:nvSpPr>
          <p:spPr>
            <a:xfrm>
              <a:off x="6724633" y="1392560"/>
              <a:ext cx="150795" cy="236501"/>
            </a:xfrm>
            <a:custGeom>
              <a:avLst/>
              <a:gdLst>
                <a:gd name="connsiteX0" fmla="*/ 9688 w 150796"/>
                <a:gd name="connsiteY0" fmla="*/ 1926 h 236495"/>
                <a:gd name="connsiteX1" fmla="*/ 22364 w 150796"/>
                <a:gd name="connsiteY1" fmla="*/ 1721 h 236495"/>
                <a:gd name="connsiteX2" fmla="*/ 26680 w 150796"/>
                <a:gd name="connsiteY2" fmla="*/ 1645 h 236495"/>
                <a:gd name="connsiteX3" fmla="*/ 32870 w 150796"/>
                <a:gd name="connsiteY3" fmla="*/ 1562 h 236495"/>
                <a:gd name="connsiteX4" fmla="*/ 34831 w 150796"/>
                <a:gd name="connsiteY4" fmla="*/ 1504 h 236495"/>
                <a:gd name="connsiteX5" fmla="*/ 39454 w 150796"/>
                <a:gd name="connsiteY5" fmla="*/ 1926 h 236495"/>
                <a:gd name="connsiteX6" fmla="*/ 40198 w 150796"/>
                <a:gd name="connsiteY6" fmla="*/ 5646 h 236495"/>
                <a:gd name="connsiteX7" fmla="*/ 42430 w 150796"/>
                <a:gd name="connsiteY7" fmla="*/ 7135 h 236495"/>
                <a:gd name="connsiteX8" fmla="*/ 43174 w 150796"/>
                <a:gd name="connsiteY8" fmla="*/ 10855 h 236495"/>
                <a:gd name="connsiteX9" fmla="*/ 44663 w 150796"/>
                <a:gd name="connsiteY9" fmla="*/ 11599 h 236495"/>
                <a:gd name="connsiteX10" fmla="*/ 46151 w 150796"/>
                <a:gd name="connsiteY10" fmla="*/ 16064 h 236495"/>
                <a:gd name="connsiteX11" fmla="*/ 47639 w 150796"/>
                <a:gd name="connsiteY11" fmla="*/ 16808 h 236495"/>
                <a:gd name="connsiteX12" fmla="*/ 48383 w 150796"/>
                <a:gd name="connsiteY12" fmla="*/ 22017 h 236495"/>
                <a:gd name="connsiteX13" fmla="*/ 50616 w 150796"/>
                <a:gd name="connsiteY13" fmla="*/ 22017 h 236495"/>
                <a:gd name="connsiteX14" fmla="*/ 50616 w 150796"/>
                <a:gd name="connsiteY14" fmla="*/ 26482 h 236495"/>
                <a:gd name="connsiteX15" fmla="*/ 52848 w 150796"/>
                <a:gd name="connsiteY15" fmla="*/ 26482 h 236495"/>
                <a:gd name="connsiteX16" fmla="*/ 54337 w 150796"/>
                <a:gd name="connsiteY16" fmla="*/ 31691 h 236495"/>
                <a:gd name="connsiteX17" fmla="*/ 55825 w 150796"/>
                <a:gd name="connsiteY17" fmla="*/ 32435 h 236495"/>
                <a:gd name="connsiteX18" fmla="*/ 56150 w 150796"/>
                <a:gd name="connsiteY18" fmla="*/ 34249 h 236495"/>
                <a:gd name="connsiteX19" fmla="*/ 58801 w 150796"/>
                <a:gd name="connsiteY19" fmla="*/ 37644 h 236495"/>
                <a:gd name="connsiteX20" fmla="*/ 59546 w 150796"/>
                <a:gd name="connsiteY20" fmla="*/ 40621 h 236495"/>
                <a:gd name="connsiteX21" fmla="*/ 60662 w 150796"/>
                <a:gd name="connsiteY21" fmla="*/ 41691 h 236495"/>
                <a:gd name="connsiteX22" fmla="*/ 62522 w 150796"/>
                <a:gd name="connsiteY22" fmla="*/ 46574 h 236495"/>
                <a:gd name="connsiteX23" fmla="*/ 64010 w 150796"/>
                <a:gd name="connsiteY23" fmla="*/ 47318 h 236495"/>
                <a:gd name="connsiteX24" fmla="*/ 64755 w 150796"/>
                <a:gd name="connsiteY24" fmla="*/ 51783 h 236495"/>
                <a:gd name="connsiteX25" fmla="*/ 66987 w 150796"/>
                <a:gd name="connsiteY25" fmla="*/ 51783 h 236495"/>
                <a:gd name="connsiteX26" fmla="*/ 67266 w 150796"/>
                <a:gd name="connsiteY26" fmla="*/ 54341 h 236495"/>
                <a:gd name="connsiteX27" fmla="*/ 67731 w 150796"/>
                <a:gd name="connsiteY27" fmla="*/ 56992 h 236495"/>
                <a:gd name="connsiteX28" fmla="*/ 69219 w 150796"/>
                <a:gd name="connsiteY28" fmla="*/ 57736 h 236495"/>
                <a:gd name="connsiteX29" fmla="*/ 70708 w 150796"/>
                <a:gd name="connsiteY29" fmla="*/ 61457 h 236495"/>
                <a:gd name="connsiteX30" fmla="*/ 72196 w 150796"/>
                <a:gd name="connsiteY30" fmla="*/ 62201 h 236495"/>
                <a:gd name="connsiteX31" fmla="*/ 72521 w 150796"/>
                <a:gd name="connsiteY31" fmla="*/ 64340 h 236495"/>
                <a:gd name="connsiteX32" fmla="*/ 75172 w 150796"/>
                <a:gd name="connsiteY32" fmla="*/ 68898 h 236495"/>
                <a:gd name="connsiteX33" fmla="*/ 75545 w 150796"/>
                <a:gd name="connsiteY33" fmla="*/ 70898 h 236495"/>
                <a:gd name="connsiteX34" fmla="*/ 75917 w 150796"/>
                <a:gd name="connsiteY34" fmla="*/ 72619 h 236495"/>
                <a:gd name="connsiteX35" fmla="*/ 78149 w 150796"/>
                <a:gd name="connsiteY35" fmla="*/ 72619 h 236495"/>
                <a:gd name="connsiteX36" fmla="*/ 78149 w 150796"/>
                <a:gd name="connsiteY36" fmla="*/ 77828 h 236495"/>
                <a:gd name="connsiteX37" fmla="*/ 80381 w 150796"/>
                <a:gd name="connsiteY37" fmla="*/ 77828 h 236495"/>
                <a:gd name="connsiteX38" fmla="*/ 81870 w 150796"/>
                <a:gd name="connsiteY38" fmla="*/ 82293 h 236495"/>
                <a:gd name="connsiteX39" fmla="*/ 83358 w 150796"/>
                <a:gd name="connsiteY39" fmla="*/ 82293 h 236495"/>
                <a:gd name="connsiteX40" fmla="*/ 83637 w 150796"/>
                <a:gd name="connsiteY40" fmla="*/ 84851 h 236495"/>
                <a:gd name="connsiteX41" fmla="*/ 84102 w 150796"/>
                <a:gd name="connsiteY41" fmla="*/ 87502 h 236495"/>
                <a:gd name="connsiteX42" fmla="*/ 85590 w 150796"/>
                <a:gd name="connsiteY42" fmla="*/ 88246 h 236495"/>
                <a:gd name="connsiteX43" fmla="*/ 87079 w 150796"/>
                <a:gd name="connsiteY43" fmla="*/ 91967 h 236495"/>
                <a:gd name="connsiteX44" fmla="*/ 88567 w 150796"/>
                <a:gd name="connsiteY44" fmla="*/ 92711 h 236495"/>
                <a:gd name="connsiteX45" fmla="*/ 88474 w 150796"/>
                <a:gd name="connsiteY45" fmla="*/ 95269 h 236495"/>
                <a:gd name="connsiteX46" fmla="*/ 88567 w 150796"/>
                <a:gd name="connsiteY46" fmla="*/ 97920 h 236495"/>
                <a:gd name="connsiteX47" fmla="*/ 91544 w 150796"/>
                <a:gd name="connsiteY47" fmla="*/ 99408 h 236495"/>
                <a:gd name="connsiteX48" fmla="*/ 92288 w 150796"/>
                <a:gd name="connsiteY48" fmla="*/ 102385 h 236495"/>
                <a:gd name="connsiteX49" fmla="*/ 94520 w 150796"/>
                <a:gd name="connsiteY49" fmla="*/ 103129 h 236495"/>
                <a:gd name="connsiteX50" fmla="*/ 94520 w 150796"/>
                <a:gd name="connsiteY50" fmla="*/ 107594 h 236495"/>
                <a:gd name="connsiteX51" fmla="*/ 96753 w 150796"/>
                <a:gd name="connsiteY51" fmla="*/ 109082 h 236495"/>
                <a:gd name="connsiteX52" fmla="*/ 97497 w 150796"/>
                <a:gd name="connsiteY52" fmla="*/ 113547 h 236495"/>
                <a:gd name="connsiteX53" fmla="*/ 99729 w 150796"/>
                <a:gd name="connsiteY53" fmla="*/ 113547 h 236495"/>
                <a:gd name="connsiteX54" fmla="*/ 100008 w 150796"/>
                <a:gd name="connsiteY54" fmla="*/ 115733 h 236495"/>
                <a:gd name="connsiteX55" fmla="*/ 100473 w 150796"/>
                <a:gd name="connsiteY55" fmla="*/ 118012 h 236495"/>
                <a:gd name="connsiteX56" fmla="*/ 101962 w 150796"/>
                <a:gd name="connsiteY56" fmla="*/ 118756 h 236495"/>
                <a:gd name="connsiteX57" fmla="*/ 103450 w 150796"/>
                <a:gd name="connsiteY57" fmla="*/ 123221 h 236495"/>
                <a:gd name="connsiteX58" fmla="*/ 104938 w 150796"/>
                <a:gd name="connsiteY58" fmla="*/ 123965 h 236495"/>
                <a:gd name="connsiteX59" fmla="*/ 105264 w 150796"/>
                <a:gd name="connsiteY59" fmla="*/ 126197 h 236495"/>
                <a:gd name="connsiteX60" fmla="*/ 105682 w 150796"/>
                <a:gd name="connsiteY60" fmla="*/ 128430 h 236495"/>
                <a:gd name="connsiteX61" fmla="*/ 107915 w 150796"/>
                <a:gd name="connsiteY61" fmla="*/ 129174 h 236495"/>
                <a:gd name="connsiteX62" fmla="*/ 109403 w 150796"/>
                <a:gd name="connsiteY62" fmla="*/ 133638 h 236495"/>
                <a:gd name="connsiteX63" fmla="*/ 110891 w 150796"/>
                <a:gd name="connsiteY63" fmla="*/ 133638 h 236495"/>
                <a:gd name="connsiteX64" fmla="*/ 110752 w 150796"/>
                <a:gd name="connsiteY64" fmla="*/ 135778 h 236495"/>
                <a:gd name="connsiteX65" fmla="*/ 110891 w 150796"/>
                <a:gd name="connsiteY65" fmla="*/ 138103 h 236495"/>
                <a:gd name="connsiteX66" fmla="*/ 113124 w 150796"/>
                <a:gd name="connsiteY66" fmla="*/ 139592 h 236495"/>
                <a:gd name="connsiteX67" fmla="*/ 113868 w 150796"/>
                <a:gd name="connsiteY67" fmla="*/ 144056 h 236495"/>
                <a:gd name="connsiteX68" fmla="*/ 116100 w 150796"/>
                <a:gd name="connsiteY68" fmla="*/ 144056 h 236495"/>
                <a:gd name="connsiteX69" fmla="*/ 115961 w 150796"/>
                <a:gd name="connsiteY69" fmla="*/ 146614 h 236495"/>
                <a:gd name="connsiteX70" fmla="*/ 116100 w 150796"/>
                <a:gd name="connsiteY70" fmla="*/ 149265 h 236495"/>
                <a:gd name="connsiteX71" fmla="*/ 118333 w 150796"/>
                <a:gd name="connsiteY71" fmla="*/ 150010 h 236495"/>
                <a:gd name="connsiteX72" fmla="*/ 119821 w 150796"/>
                <a:gd name="connsiteY72" fmla="*/ 153730 h 236495"/>
                <a:gd name="connsiteX73" fmla="*/ 121309 w 150796"/>
                <a:gd name="connsiteY73" fmla="*/ 154474 h 236495"/>
                <a:gd name="connsiteX74" fmla="*/ 121635 w 150796"/>
                <a:gd name="connsiteY74" fmla="*/ 156660 h 236495"/>
                <a:gd name="connsiteX75" fmla="*/ 122053 w 150796"/>
                <a:gd name="connsiteY75" fmla="*/ 158939 h 236495"/>
                <a:gd name="connsiteX76" fmla="*/ 124286 w 150796"/>
                <a:gd name="connsiteY76" fmla="*/ 160428 h 236495"/>
                <a:gd name="connsiteX77" fmla="*/ 125030 w 150796"/>
                <a:gd name="connsiteY77" fmla="*/ 164892 h 236495"/>
                <a:gd name="connsiteX78" fmla="*/ 127262 w 150796"/>
                <a:gd name="connsiteY78" fmla="*/ 164892 h 236495"/>
                <a:gd name="connsiteX79" fmla="*/ 127262 w 150796"/>
                <a:gd name="connsiteY79" fmla="*/ 170101 h 236495"/>
                <a:gd name="connsiteX80" fmla="*/ 129495 w 150796"/>
                <a:gd name="connsiteY80" fmla="*/ 170101 h 236495"/>
                <a:gd name="connsiteX81" fmla="*/ 131727 w 150796"/>
                <a:gd name="connsiteY81" fmla="*/ 176054 h 236495"/>
                <a:gd name="connsiteX82" fmla="*/ 132471 w 150796"/>
                <a:gd name="connsiteY82" fmla="*/ 1926 h 236495"/>
                <a:gd name="connsiteX83" fmla="*/ 160005 w 150796"/>
                <a:gd name="connsiteY83" fmla="*/ 1926 h 236495"/>
                <a:gd name="connsiteX84" fmla="*/ 160119 w 150796"/>
                <a:gd name="connsiteY84" fmla="*/ 91757 h 236495"/>
                <a:gd name="connsiteX85" fmla="*/ 160127 w 150796"/>
                <a:gd name="connsiteY85" fmla="*/ 102351 h 236495"/>
                <a:gd name="connsiteX86" fmla="*/ 160129 w 150796"/>
                <a:gd name="connsiteY86" fmla="*/ 104481 h 236495"/>
                <a:gd name="connsiteX87" fmla="*/ 160177 w 150796"/>
                <a:gd name="connsiteY87" fmla="*/ 138679 h 236495"/>
                <a:gd name="connsiteX88" fmla="*/ 160215 w 150796"/>
                <a:gd name="connsiteY88" fmla="*/ 173741 h 236495"/>
                <a:gd name="connsiteX89" fmla="*/ 160245 w 150796"/>
                <a:gd name="connsiteY89" fmla="*/ 195395 h 236495"/>
                <a:gd name="connsiteX90" fmla="*/ 160258 w 150796"/>
                <a:gd name="connsiteY90" fmla="*/ 210223 h 236495"/>
                <a:gd name="connsiteX91" fmla="*/ 160271 w 150796"/>
                <a:gd name="connsiteY91" fmla="*/ 218791 h 236495"/>
                <a:gd name="connsiteX92" fmla="*/ 160273 w 150796"/>
                <a:gd name="connsiteY92" fmla="*/ 228057 h 236495"/>
                <a:gd name="connsiteX93" fmla="*/ 160293 w 150796"/>
                <a:gd name="connsiteY93" fmla="*/ 230823 h 236495"/>
                <a:gd name="connsiteX94" fmla="*/ 160279 w 150796"/>
                <a:gd name="connsiteY94" fmla="*/ 233310 h 236495"/>
                <a:gd name="connsiteX95" fmla="*/ 160282 w 150796"/>
                <a:gd name="connsiteY95" fmla="*/ 235474 h 236495"/>
                <a:gd name="connsiteX96" fmla="*/ 160005 w 150796"/>
                <a:gd name="connsiteY96" fmla="*/ 237074 h 236495"/>
                <a:gd name="connsiteX97" fmla="*/ 151909 w 150796"/>
                <a:gd name="connsiteY97" fmla="*/ 237917 h 236495"/>
                <a:gd name="connsiteX98" fmla="*/ 150178 w 150796"/>
                <a:gd name="connsiteY98" fmla="*/ 237919 h 236495"/>
                <a:gd name="connsiteX99" fmla="*/ 146558 w 150796"/>
                <a:gd name="connsiteY99" fmla="*/ 237915 h 236495"/>
                <a:gd name="connsiteX100" fmla="*/ 141007 w 150796"/>
                <a:gd name="connsiteY100" fmla="*/ 237920 h 236495"/>
                <a:gd name="connsiteX101" fmla="*/ 137491 w 150796"/>
                <a:gd name="connsiteY101" fmla="*/ 237917 h 236495"/>
                <a:gd name="connsiteX102" fmla="*/ 135809 w 150796"/>
                <a:gd name="connsiteY102" fmla="*/ 237922 h 236495"/>
                <a:gd name="connsiteX103" fmla="*/ 130239 w 150796"/>
                <a:gd name="connsiteY103" fmla="*/ 237074 h 236495"/>
                <a:gd name="connsiteX104" fmla="*/ 129913 w 150796"/>
                <a:gd name="connsiteY104" fmla="*/ 235632 h 236495"/>
                <a:gd name="connsiteX105" fmla="*/ 127262 w 150796"/>
                <a:gd name="connsiteY105" fmla="*/ 232609 h 236495"/>
                <a:gd name="connsiteX106" fmla="*/ 126518 w 150796"/>
                <a:gd name="connsiteY106" fmla="*/ 227400 h 236495"/>
                <a:gd name="connsiteX107" fmla="*/ 124286 w 150796"/>
                <a:gd name="connsiteY107" fmla="*/ 227400 h 236495"/>
                <a:gd name="connsiteX108" fmla="*/ 124286 w 150796"/>
                <a:gd name="connsiteY108" fmla="*/ 222935 h 236495"/>
                <a:gd name="connsiteX109" fmla="*/ 122053 w 150796"/>
                <a:gd name="connsiteY109" fmla="*/ 222935 h 236495"/>
                <a:gd name="connsiteX110" fmla="*/ 120565 w 150796"/>
                <a:gd name="connsiteY110" fmla="*/ 217726 h 236495"/>
                <a:gd name="connsiteX111" fmla="*/ 119077 w 150796"/>
                <a:gd name="connsiteY111" fmla="*/ 216982 h 236495"/>
                <a:gd name="connsiteX112" fmla="*/ 118751 w 150796"/>
                <a:gd name="connsiteY112" fmla="*/ 215168 h 236495"/>
                <a:gd name="connsiteX113" fmla="*/ 116100 w 150796"/>
                <a:gd name="connsiteY113" fmla="*/ 211773 h 236495"/>
                <a:gd name="connsiteX114" fmla="*/ 114612 w 150796"/>
                <a:gd name="connsiteY114" fmla="*/ 207308 h 236495"/>
                <a:gd name="connsiteX115" fmla="*/ 110891 w 150796"/>
                <a:gd name="connsiteY115" fmla="*/ 202099 h 236495"/>
                <a:gd name="connsiteX116" fmla="*/ 110147 w 150796"/>
                <a:gd name="connsiteY116" fmla="*/ 196890 h 236495"/>
                <a:gd name="connsiteX117" fmla="*/ 107915 w 150796"/>
                <a:gd name="connsiteY117" fmla="*/ 196890 h 236495"/>
                <a:gd name="connsiteX118" fmla="*/ 108054 w 150796"/>
                <a:gd name="connsiteY118" fmla="*/ 194705 h 236495"/>
                <a:gd name="connsiteX119" fmla="*/ 107915 w 150796"/>
                <a:gd name="connsiteY119" fmla="*/ 192426 h 236495"/>
                <a:gd name="connsiteX120" fmla="*/ 105682 w 150796"/>
                <a:gd name="connsiteY120" fmla="*/ 191681 h 236495"/>
                <a:gd name="connsiteX121" fmla="*/ 104938 w 150796"/>
                <a:gd name="connsiteY121" fmla="*/ 186472 h 236495"/>
                <a:gd name="connsiteX122" fmla="*/ 102706 w 150796"/>
                <a:gd name="connsiteY122" fmla="*/ 186472 h 236495"/>
                <a:gd name="connsiteX123" fmla="*/ 101962 w 150796"/>
                <a:gd name="connsiteY123" fmla="*/ 182752 h 236495"/>
                <a:gd name="connsiteX124" fmla="*/ 99729 w 150796"/>
                <a:gd name="connsiteY124" fmla="*/ 181263 h 236495"/>
                <a:gd name="connsiteX125" fmla="*/ 98985 w 150796"/>
                <a:gd name="connsiteY125" fmla="*/ 176799 h 236495"/>
                <a:gd name="connsiteX126" fmla="*/ 97497 w 150796"/>
                <a:gd name="connsiteY126" fmla="*/ 176054 h 236495"/>
                <a:gd name="connsiteX127" fmla="*/ 96753 w 150796"/>
                <a:gd name="connsiteY127" fmla="*/ 171590 h 236495"/>
                <a:gd name="connsiteX128" fmla="*/ 94520 w 150796"/>
                <a:gd name="connsiteY128" fmla="*/ 171590 h 236495"/>
                <a:gd name="connsiteX129" fmla="*/ 93032 w 150796"/>
                <a:gd name="connsiteY129" fmla="*/ 166381 h 236495"/>
                <a:gd name="connsiteX130" fmla="*/ 91544 w 150796"/>
                <a:gd name="connsiteY130" fmla="*/ 166381 h 236495"/>
                <a:gd name="connsiteX131" fmla="*/ 91265 w 150796"/>
                <a:gd name="connsiteY131" fmla="*/ 164195 h 236495"/>
                <a:gd name="connsiteX132" fmla="*/ 90799 w 150796"/>
                <a:gd name="connsiteY132" fmla="*/ 161916 h 236495"/>
                <a:gd name="connsiteX133" fmla="*/ 89311 w 150796"/>
                <a:gd name="connsiteY133" fmla="*/ 161172 h 236495"/>
                <a:gd name="connsiteX134" fmla="*/ 87823 w 150796"/>
                <a:gd name="connsiteY134" fmla="*/ 157451 h 236495"/>
                <a:gd name="connsiteX135" fmla="*/ 86335 w 150796"/>
                <a:gd name="connsiteY135" fmla="*/ 156707 h 236495"/>
                <a:gd name="connsiteX136" fmla="*/ 86428 w 150796"/>
                <a:gd name="connsiteY136" fmla="*/ 154149 h 236495"/>
                <a:gd name="connsiteX137" fmla="*/ 86335 w 150796"/>
                <a:gd name="connsiteY137" fmla="*/ 151498 h 236495"/>
                <a:gd name="connsiteX138" fmla="*/ 83358 w 150796"/>
                <a:gd name="connsiteY138" fmla="*/ 150010 h 236495"/>
                <a:gd name="connsiteX139" fmla="*/ 82614 w 150796"/>
                <a:gd name="connsiteY139" fmla="*/ 146289 h 236495"/>
                <a:gd name="connsiteX140" fmla="*/ 80381 w 150796"/>
                <a:gd name="connsiteY140" fmla="*/ 146289 h 236495"/>
                <a:gd name="connsiteX141" fmla="*/ 80521 w 150796"/>
                <a:gd name="connsiteY141" fmla="*/ 144149 h 236495"/>
                <a:gd name="connsiteX142" fmla="*/ 80381 w 150796"/>
                <a:gd name="connsiteY142" fmla="*/ 141824 h 236495"/>
                <a:gd name="connsiteX143" fmla="*/ 78149 w 150796"/>
                <a:gd name="connsiteY143" fmla="*/ 140336 h 236495"/>
                <a:gd name="connsiteX144" fmla="*/ 76661 w 150796"/>
                <a:gd name="connsiteY144" fmla="*/ 136615 h 236495"/>
                <a:gd name="connsiteX145" fmla="*/ 75172 w 150796"/>
                <a:gd name="connsiteY145" fmla="*/ 136615 h 236495"/>
                <a:gd name="connsiteX146" fmla="*/ 75172 w 150796"/>
                <a:gd name="connsiteY146" fmla="*/ 130662 h 236495"/>
                <a:gd name="connsiteX147" fmla="*/ 72940 w 150796"/>
                <a:gd name="connsiteY147" fmla="*/ 130662 h 236495"/>
                <a:gd name="connsiteX148" fmla="*/ 71452 w 150796"/>
                <a:gd name="connsiteY148" fmla="*/ 126197 h 236495"/>
                <a:gd name="connsiteX149" fmla="*/ 69964 w 150796"/>
                <a:gd name="connsiteY149" fmla="*/ 126197 h 236495"/>
                <a:gd name="connsiteX150" fmla="*/ 69731 w 150796"/>
                <a:gd name="connsiteY150" fmla="*/ 123686 h 236495"/>
                <a:gd name="connsiteX151" fmla="*/ 69219 w 150796"/>
                <a:gd name="connsiteY151" fmla="*/ 120988 h 236495"/>
                <a:gd name="connsiteX152" fmla="*/ 66987 w 150796"/>
                <a:gd name="connsiteY152" fmla="*/ 119500 h 236495"/>
                <a:gd name="connsiteX153" fmla="*/ 66615 w 150796"/>
                <a:gd name="connsiteY153" fmla="*/ 117965 h 236495"/>
                <a:gd name="connsiteX154" fmla="*/ 66243 w 150796"/>
                <a:gd name="connsiteY154" fmla="*/ 116523 h 236495"/>
                <a:gd name="connsiteX155" fmla="*/ 64010 w 150796"/>
                <a:gd name="connsiteY155" fmla="*/ 115779 h 236495"/>
                <a:gd name="connsiteX156" fmla="*/ 64010 w 150796"/>
                <a:gd name="connsiteY156" fmla="*/ 111314 h 236495"/>
                <a:gd name="connsiteX157" fmla="*/ 61778 w 150796"/>
                <a:gd name="connsiteY157" fmla="*/ 109826 h 236495"/>
                <a:gd name="connsiteX158" fmla="*/ 61034 w 150796"/>
                <a:gd name="connsiteY158" fmla="*/ 105361 h 236495"/>
                <a:gd name="connsiteX159" fmla="*/ 58801 w 150796"/>
                <a:gd name="connsiteY159" fmla="*/ 105361 h 236495"/>
                <a:gd name="connsiteX160" fmla="*/ 58801 w 150796"/>
                <a:gd name="connsiteY160" fmla="*/ 100152 h 236495"/>
                <a:gd name="connsiteX161" fmla="*/ 56569 w 150796"/>
                <a:gd name="connsiteY161" fmla="*/ 100152 h 236495"/>
                <a:gd name="connsiteX162" fmla="*/ 55081 w 150796"/>
                <a:gd name="connsiteY162" fmla="*/ 95687 h 236495"/>
                <a:gd name="connsiteX163" fmla="*/ 53592 w 150796"/>
                <a:gd name="connsiteY163" fmla="*/ 94943 h 236495"/>
                <a:gd name="connsiteX164" fmla="*/ 53267 w 150796"/>
                <a:gd name="connsiteY164" fmla="*/ 92757 h 236495"/>
                <a:gd name="connsiteX165" fmla="*/ 52848 w 150796"/>
                <a:gd name="connsiteY165" fmla="*/ 90478 h 236495"/>
                <a:gd name="connsiteX166" fmla="*/ 50616 w 150796"/>
                <a:gd name="connsiteY166" fmla="*/ 88990 h 236495"/>
                <a:gd name="connsiteX167" fmla="*/ 49872 w 150796"/>
                <a:gd name="connsiteY167" fmla="*/ 84525 h 236495"/>
                <a:gd name="connsiteX168" fmla="*/ 47639 w 150796"/>
                <a:gd name="connsiteY168" fmla="*/ 84525 h 236495"/>
                <a:gd name="connsiteX169" fmla="*/ 47639 w 150796"/>
                <a:gd name="connsiteY169" fmla="*/ 79316 h 236495"/>
                <a:gd name="connsiteX170" fmla="*/ 45407 w 150796"/>
                <a:gd name="connsiteY170" fmla="*/ 79316 h 236495"/>
                <a:gd name="connsiteX171" fmla="*/ 43919 w 150796"/>
                <a:gd name="connsiteY171" fmla="*/ 74851 h 236495"/>
                <a:gd name="connsiteX172" fmla="*/ 42430 w 150796"/>
                <a:gd name="connsiteY172" fmla="*/ 74851 h 236495"/>
                <a:gd name="connsiteX173" fmla="*/ 42198 w 150796"/>
                <a:gd name="connsiteY173" fmla="*/ 72386 h 236495"/>
                <a:gd name="connsiteX174" fmla="*/ 39454 w 150796"/>
                <a:gd name="connsiteY174" fmla="*/ 67410 h 236495"/>
                <a:gd name="connsiteX175" fmla="*/ 38198 w 150796"/>
                <a:gd name="connsiteY175" fmla="*/ 64294 h 236495"/>
                <a:gd name="connsiteX176" fmla="*/ 37631 w 150796"/>
                <a:gd name="connsiteY176" fmla="*/ 62681 h 236495"/>
                <a:gd name="connsiteX177" fmla="*/ 37221 w 150796"/>
                <a:gd name="connsiteY177" fmla="*/ 61457 h 236495"/>
                <a:gd name="connsiteX178" fmla="*/ 37228 w 150796"/>
                <a:gd name="connsiteY178" fmla="*/ 64184 h 236495"/>
                <a:gd name="connsiteX179" fmla="*/ 37335 w 150796"/>
                <a:gd name="connsiteY179" fmla="*/ 128214 h 236495"/>
                <a:gd name="connsiteX180" fmla="*/ 37344 w 150796"/>
                <a:gd name="connsiteY180" fmla="*/ 136089 h 236495"/>
                <a:gd name="connsiteX181" fmla="*/ 37346 w 150796"/>
                <a:gd name="connsiteY181" fmla="*/ 137673 h 236495"/>
                <a:gd name="connsiteX182" fmla="*/ 37394 w 150796"/>
                <a:gd name="connsiteY182" fmla="*/ 163084 h 236495"/>
                <a:gd name="connsiteX183" fmla="*/ 37431 w 150796"/>
                <a:gd name="connsiteY183" fmla="*/ 189143 h 236495"/>
                <a:gd name="connsiteX184" fmla="*/ 37457 w 150796"/>
                <a:gd name="connsiteY184" fmla="*/ 203787 h 236495"/>
                <a:gd name="connsiteX185" fmla="*/ 37474 w 150796"/>
                <a:gd name="connsiteY185" fmla="*/ 217555 h 236495"/>
                <a:gd name="connsiteX186" fmla="*/ 37487 w 150796"/>
                <a:gd name="connsiteY186" fmla="*/ 222622 h 236495"/>
                <a:gd name="connsiteX187" fmla="*/ 37490 w 150796"/>
                <a:gd name="connsiteY187" fmla="*/ 229512 h 236495"/>
                <a:gd name="connsiteX188" fmla="*/ 37509 w 150796"/>
                <a:gd name="connsiteY188" fmla="*/ 231561 h 236495"/>
                <a:gd name="connsiteX189" fmla="*/ 37221 w 150796"/>
                <a:gd name="connsiteY189" fmla="*/ 236330 h 236495"/>
                <a:gd name="connsiteX190" fmla="*/ 29614 w 150796"/>
                <a:gd name="connsiteY190" fmla="*/ 237990 h 236495"/>
                <a:gd name="connsiteX191" fmla="*/ 28033 w 150796"/>
                <a:gd name="connsiteY191" fmla="*/ 237989 h 236495"/>
                <a:gd name="connsiteX192" fmla="*/ 24728 w 150796"/>
                <a:gd name="connsiteY192" fmla="*/ 237971 h 236495"/>
                <a:gd name="connsiteX193" fmla="*/ 19663 w 150796"/>
                <a:gd name="connsiteY193" fmla="*/ 237956 h 236495"/>
                <a:gd name="connsiteX194" fmla="*/ 9688 w 150796"/>
                <a:gd name="connsiteY194" fmla="*/ 237074 h 236495"/>
                <a:gd name="connsiteX195" fmla="*/ 9505 w 150796"/>
                <a:gd name="connsiteY195" fmla="*/ 233310 h 236495"/>
                <a:gd name="connsiteX196" fmla="*/ 9496 w 150796"/>
                <a:gd name="connsiteY196" fmla="*/ 230823 h 236495"/>
                <a:gd name="connsiteX197" fmla="*/ 9509 w 150796"/>
                <a:gd name="connsiteY197" fmla="*/ 228057 h 236495"/>
                <a:gd name="connsiteX198" fmla="*/ 9505 w 150796"/>
                <a:gd name="connsiteY198" fmla="*/ 225146 h 236495"/>
                <a:gd name="connsiteX199" fmla="*/ 9515 w 150796"/>
                <a:gd name="connsiteY199" fmla="*/ 217107 h 236495"/>
                <a:gd name="connsiteX200" fmla="*/ 9518 w 150796"/>
                <a:gd name="connsiteY200" fmla="*/ 208453 h 236495"/>
                <a:gd name="connsiteX201" fmla="*/ 9531 w 150796"/>
                <a:gd name="connsiteY201" fmla="*/ 193447 h 236495"/>
                <a:gd name="connsiteX202" fmla="*/ 9549 w 150796"/>
                <a:gd name="connsiteY202" fmla="*/ 171750 h 236495"/>
                <a:gd name="connsiteX203" fmla="*/ 9576 w 150796"/>
                <a:gd name="connsiteY203" fmla="*/ 136552 h 236495"/>
                <a:gd name="connsiteX204" fmla="*/ 9606 w 150796"/>
                <a:gd name="connsiteY204" fmla="*/ 102351 h 236495"/>
                <a:gd name="connsiteX205" fmla="*/ 9608 w 150796"/>
                <a:gd name="connsiteY205" fmla="*/ 100223 h 236495"/>
                <a:gd name="connsiteX206" fmla="*/ 9613 w 150796"/>
                <a:gd name="connsiteY206" fmla="*/ 89656 h 236495"/>
                <a:gd name="connsiteX207" fmla="*/ 9688 w 150796"/>
                <a:gd name="connsiteY207" fmla="*/ 1926 h 23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50796" h="236495">
                  <a:moveTo>
                    <a:pt x="9688" y="1926"/>
                  </a:moveTo>
                  <a:cubicBezTo>
                    <a:pt x="13914" y="1834"/>
                    <a:pt x="18138" y="1766"/>
                    <a:pt x="22364" y="1721"/>
                  </a:cubicBezTo>
                  <a:cubicBezTo>
                    <a:pt x="23803" y="1702"/>
                    <a:pt x="25242" y="1677"/>
                    <a:pt x="26680" y="1645"/>
                  </a:cubicBezTo>
                  <a:cubicBezTo>
                    <a:pt x="28744" y="1600"/>
                    <a:pt x="30806" y="1579"/>
                    <a:pt x="32870" y="1562"/>
                  </a:cubicBezTo>
                  <a:cubicBezTo>
                    <a:pt x="33517" y="1543"/>
                    <a:pt x="34164" y="1524"/>
                    <a:pt x="34831" y="1504"/>
                  </a:cubicBezTo>
                  <a:cubicBezTo>
                    <a:pt x="36637" y="1503"/>
                    <a:pt x="36637" y="1503"/>
                    <a:pt x="39454" y="1926"/>
                  </a:cubicBezTo>
                  <a:cubicBezTo>
                    <a:pt x="40098" y="3716"/>
                    <a:pt x="40098" y="3716"/>
                    <a:pt x="40198" y="5646"/>
                  </a:cubicBezTo>
                  <a:cubicBezTo>
                    <a:pt x="40935" y="6137"/>
                    <a:pt x="41671" y="6629"/>
                    <a:pt x="42430" y="7135"/>
                  </a:cubicBezTo>
                  <a:cubicBezTo>
                    <a:pt x="42701" y="8370"/>
                    <a:pt x="42951" y="9610"/>
                    <a:pt x="43174" y="10855"/>
                  </a:cubicBezTo>
                  <a:cubicBezTo>
                    <a:pt x="43666" y="11101"/>
                    <a:pt x="44157" y="11346"/>
                    <a:pt x="44663" y="11599"/>
                  </a:cubicBezTo>
                  <a:cubicBezTo>
                    <a:pt x="45159" y="13088"/>
                    <a:pt x="45655" y="14576"/>
                    <a:pt x="46151" y="16064"/>
                  </a:cubicBezTo>
                  <a:cubicBezTo>
                    <a:pt x="46642" y="16310"/>
                    <a:pt x="47133" y="16555"/>
                    <a:pt x="47639" y="16808"/>
                  </a:cubicBezTo>
                  <a:cubicBezTo>
                    <a:pt x="47942" y="18536"/>
                    <a:pt x="48193" y="20274"/>
                    <a:pt x="48383" y="22017"/>
                  </a:cubicBezTo>
                  <a:cubicBezTo>
                    <a:pt x="49120" y="22017"/>
                    <a:pt x="49857" y="22017"/>
                    <a:pt x="50616" y="22017"/>
                  </a:cubicBezTo>
                  <a:cubicBezTo>
                    <a:pt x="50616" y="23491"/>
                    <a:pt x="50616" y="24964"/>
                    <a:pt x="50616" y="26482"/>
                  </a:cubicBezTo>
                  <a:cubicBezTo>
                    <a:pt x="51353" y="26482"/>
                    <a:pt x="52089" y="26482"/>
                    <a:pt x="52848" y="26482"/>
                  </a:cubicBezTo>
                  <a:cubicBezTo>
                    <a:pt x="53382" y="28208"/>
                    <a:pt x="53877" y="29945"/>
                    <a:pt x="54337" y="31691"/>
                  </a:cubicBezTo>
                  <a:cubicBezTo>
                    <a:pt x="55073" y="32060"/>
                    <a:pt x="55073" y="32060"/>
                    <a:pt x="55825" y="32435"/>
                  </a:cubicBezTo>
                  <a:cubicBezTo>
                    <a:pt x="55932" y="33034"/>
                    <a:pt x="56040" y="33633"/>
                    <a:pt x="56150" y="34249"/>
                  </a:cubicBezTo>
                  <a:cubicBezTo>
                    <a:pt x="56394" y="36412"/>
                    <a:pt x="56394" y="36412"/>
                    <a:pt x="58801" y="37644"/>
                  </a:cubicBezTo>
                  <a:cubicBezTo>
                    <a:pt x="59057" y="38635"/>
                    <a:pt x="59305" y="39627"/>
                    <a:pt x="59546" y="40621"/>
                  </a:cubicBezTo>
                  <a:cubicBezTo>
                    <a:pt x="59914" y="40974"/>
                    <a:pt x="60282" y="41327"/>
                    <a:pt x="60662" y="41691"/>
                  </a:cubicBezTo>
                  <a:cubicBezTo>
                    <a:pt x="62121" y="43211"/>
                    <a:pt x="62147" y="44540"/>
                    <a:pt x="62522" y="46574"/>
                  </a:cubicBezTo>
                  <a:cubicBezTo>
                    <a:pt x="63013" y="46820"/>
                    <a:pt x="63504" y="47065"/>
                    <a:pt x="64010" y="47318"/>
                  </a:cubicBezTo>
                  <a:cubicBezTo>
                    <a:pt x="64475" y="49597"/>
                    <a:pt x="64475" y="49597"/>
                    <a:pt x="64755" y="51783"/>
                  </a:cubicBezTo>
                  <a:cubicBezTo>
                    <a:pt x="65491" y="51783"/>
                    <a:pt x="66228" y="51783"/>
                    <a:pt x="66987" y="51783"/>
                  </a:cubicBezTo>
                  <a:cubicBezTo>
                    <a:pt x="67125" y="53049"/>
                    <a:pt x="67125" y="53049"/>
                    <a:pt x="67266" y="54341"/>
                  </a:cubicBezTo>
                  <a:cubicBezTo>
                    <a:pt x="67496" y="55653"/>
                    <a:pt x="67496" y="55653"/>
                    <a:pt x="67731" y="56992"/>
                  </a:cubicBezTo>
                  <a:cubicBezTo>
                    <a:pt x="68222" y="57238"/>
                    <a:pt x="68713" y="57483"/>
                    <a:pt x="69219" y="57736"/>
                  </a:cubicBezTo>
                  <a:cubicBezTo>
                    <a:pt x="69715" y="58976"/>
                    <a:pt x="70212" y="60217"/>
                    <a:pt x="70708" y="61457"/>
                  </a:cubicBezTo>
                  <a:cubicBezTo>
                    <a:pt x="71199" y="61702"/>
                    <a:pt x="71690" y="61948"/>
                    <a:pt x="72196" y="62201"/>
                  </a:cubicBezTo>
                  <a:cubicBezTo>
                    <a:pt x="72303" y="62907"/>
                    <a:pt x="72411" y="63613"/>
                    <a:pt x="72521" y="64340"/>
                  </a:cubicBezTo>
                  <a:cubicBezTo>
                    <a:pt x="72981" y="66894"/>
                    <a:pt x="73401" y="67201"/>
                    <a:pt x="75172" y="68898"/>
                  </a:cubicBezTo>
                  <a:cubicBezTo>
                    <a:pt x="75295" y="69558"/>
                    <a:pt x="75418" y="70218"/>
                    <a:pt x="75545" y="70898"/>
                  </a:cubicBezTo>
                  <a:cubicBezTo>
                    <a:pt x="75667" y="71466"/>
                    <a:pt x="75790" y="72034"/>
                    <a:pt x="75917" y="72619"/>
                  </a:cubicBezTo>
                  <a:cubicBezTo>
                    <a:pt x="76653" y="72619"/>
                    <a:pt x="77390" y="72619"/>
                    <a:pt x="78149" y="72619"/>
                  </a:cubicBezTo>
                  <a:cubicBezTo>
                    <a:pt x="78149" y="74338"/>
                    <a:pt x="78149" y="76057"/>
                    <a:pt x="78149" y="77828"/>
                  </a:cubicBezTo>
                  <a:cubicBezTo>
                    <a:pt x="78886" y="77828"/>
                    <a:pt x="79622" y="77828"/>
                    <a:pt x="80381" y="77828"/>
                  </a:cubicBezTo>
                  <a:cubicBezTo>
                    <a:pt x="80905" y="79307"/>
                    <a:pt x="81402" y="80795"/>
                    <a:pt x="81870" y="82293"/>
                  </a:cubicBezTo>
                  <a:cubicBezTo>
                    <a:pt x="82361" y="82293"/>
                    <a:pt x="82852" y="82293"/>
                    <a:pt x="83358" y="82293"/>
                  </a:cubicBezTo>
                  <a:cubicBezTo>
                    <a:pt x="83496" y="83559"/>
                    <a:pt x="83496" y="83559"/>
                    <a:pt x="83637" y="84851"/>
                  </a:cubicBezTo>
                  <a:cubicBezTo>
                    <a:pt x="83867" y="86163"/>
                    <a:pt x="83867" y="86163"/>
                    <a:pt x="84102" y="87502"/>
                  </a:cubicBezTo>
                  <a:cubicBezTo>
                    <a:pt x="84593" y="87747"/>
                    <a:pt x="85084" y="87993"/>
                    <a:pt x="85590" y="88246"/>
                  </a:cubicBezTo>
                  <a:cubicBezTo>
                    <a:pt x="86087" y="89486"/>
                    <a:pt x="86583" y="90726"/>
                    <a:pt x="87079" y="91967"/>
                  </a:cubicBezTo>
                  <a:cubicBezTo>
                    <a:pt x="87570" y="92212"/>
                    <a:pt x="88061" y="92458"/>
                    <a:pt x="88567" y="92711"/>
                  </a:cubicBezTo>
                  <a:cubicBezTo>
                    <a:pt x="88536" y="93555"/>
                    <a:pt x="88506" y="94399"/>
                    <a:pt x="88474" y="95269"/>
                  </a:cubicBezTo>
                  <a:cubicBezTo>
                    <a:pt x="88505" y="96144"/>
                    <a:pt x="88535" y="97018"/>
                    <a:pt x="88567" y="97920"/>
                  </a:cubicBezTo>
                  <a:cubicBezTo>
                    <a:pt x="89981" y="98844"/>
                    <a:pt x="89981" y="98844"/>
                    <a:pt x="91544" y="99408"/>
                  </a:cubicBezTo>
                  <a:cubicBezTo>
                    <a:pt x="91813" y="100395"/>
                    <a:pt x="92062" y="101387"/>
                    <a:pt x="92288" y="102385"/>
                  </a:cubicBezTo>
                  <a:cubicBezTo>
                    <a:pt x="93024" y="102630"/>
                    <a:pt x="93761" y="102876"/>
                    <a:pt x="94520" y="103129"/>
                  </a:cubicBezTo>
                  <a:cubicBezTo>
                    <a:pt x="94520" y="104617"/>
                    <a:pt x="94520" y="106105"/>
                    <a:pt x="94520" y="107594"/>
                  </a:cubicBezTo>
                  <a:cubicBezTo>
                    <a:pt x="95625" y="108330"/>
                    <a:pt x="95625" y="108330"/>
                    <a:pt x="96753" y="109082"/>
                  </a:cubicBezTo>
                  <a:cubicBezTo>
                    <a:pt x="97264" y="111407"/>
                    <a:pt x="97264" y="111407"/>
                    <a:pt x="97497" y="113547"/>
                  </a:cubicBezTo>
                  <a:cubicBezTo>
                    <a:pt x="98233" y="113547"/>
                    <a:pt x="98970" y="113547"/>
                    <a:pt x="99729" y="113547"/>
                  </a:cubicBezTo>
                  <a:cubicBezTo>
                    <a:pt x="99821" y="114268"/>
                    <a:pt x="99913" y="114989"/>
                    <a:pt x="100008" y="115733"/>
                  </a:cubicBezTo>
                  <a:cubicBezTo>
                    <a:pt x="100238" y="116861"/>
                    <a:pt x="100238" y="116861"/>
                    <a:pt x="100473" y="118012"/>
                  </a:cubicBezTo>
                  <a:cubicBezTo>
                    <a:pt x="100964" y="118257"/>
                    <a:pt x="101456" y="118503"/>
                    <a:pt x="101962" y="118756"/>
                  </a:cubicBezTo>
                  <a:cubicBezTo>
                    <a:pt x="102458" y="120244"/>
                    <a:pt x="102954" y="121732"/>
                    <a:pt x="103450" y="123221"/>
                  </a:cubicBezTo>
                  <a:cubicBezTo>
                    <a:pt x="103941" y="123466"/>
                    <a:pt x="104432" y="123712"/>
                    <a:pt x="104938" y="123965"/>
                  </a:cubicBezTo>
                  <a:cubicBezTo>
                    <a:pt x="105046" y="124701"/>
                    <a:pt x="105153" y="125438"/>
                    <a:pt x="105264" y="126197"/>
                  </a:cubicBezTo>
                  <a:cubicBezTo>
                    <a:pt x="105402" y="126934"/>
                    <a:pt x="105540" y="127670"/>
                    <a:pt x="105682" y="128430"/>
                  </a:cubicBezTo>
                  <a:cubicBezTo>
                    <a:pt x="106419" y="128675"/>
                    <a:pt x="107156" y="128921"/>
                    <a:pt x="107915" y="129174"/>
                  </a:cubicBezTo>
                  <a:cubicBezTo>
                    <a:pt x="108429" y="130656"/>
                    <a:pt x="108926" y="132144"/>
                    <a:pt x="109403" y="133638"/>
                  </a:cubicBezTo>
                  <a:cubicBezTo>
                    <a:pt x="109894" y="133638"/>
                    <a:pt x="110385" y="133638"/>
                    <a:pt x="110891" y="133638"/>
                  </a:cubicBezTo>
                  <a:cubicBezTo>
                    <a:pt x="110845" y="134344"/>
                    <a:pt x="110799" y="135051"/>
                    <a:pt x="110752" y="135778"/>
                  </a:cubicBezTo>
                  <a:cubicBezTo>
                    <a:pt x="110798" y="136545"/>
                    <a:pt x="110844" y="137313"/>
                    <a:pt x="110891" y="138103"/>
                  </a:cubicBezTo>
                  <a:cubicBezTo>
                    <a:pt x="111628" y="138594"/>
                    <a:pt x="112365" y="139086"/>
                    <a:pt x="113124" y="139592"/>
                  </a:cubicBezTo>
                  <a:cubicBezTo>
                    <a:pt x="113635" y="141917"/>
                    <a:pt x="113635" y="141917"/>
                    <a:pt x="113868" y="144056"/>
                  </a:cubicBezTo>
                  <a:cubicBezTo>
                    <a:pt x="114605" y="144056"/>
                    <a:pt x="115341" y="144056"/>
                    <a:pt x="116100" y="144056"/>
                  </a:cubicBezTo>
                  <a:cubicBezTo>
                    <a:pt x="116054" y="144901"/>
                    <a:pt x="116008" y="145745"/>
                    <a:pt x="115961" y="146614"/>
                  </a:cubicBezTo>
                  <a:cubicBezTo>
                    <a:pt x="116007" y="147489"/>
                    <a:pt x="116053" y="148364"/>
                    <a:pt x="116100" y="149265"/>
                  </a:cubicBezTo>
                  <a:cubicBezTo>
                    <a:pt x="116837" y="149511"/>
                    <a:pt x="117574" y="149757"/>
                    <a:pt x="118333" y="150010"/>
                  </a:cubicBezTo>
                  <a:cubicBezTo>
                    <a:pt x="118855" y="151239"/>
                    <a:pt x="119352" y="152480"/>
                    <a:pt x="119821" y="153730"/>
                  </a:cubicBezTo>
                  <a:cubicBezTo>
                    <a:pt x="120312" y="153976"/>
                    <a:pt x="120803" y="154221"/>
                    <a:pt x="121309" y="154474"/>
                  </a:cubicBezTo>
                  <a:cubicBezTo>
                    <a:pt x="121417" y="155196"/>
                    <a:pt x="121524" y="155917"/>
                    <a:pt x="121635" y="156660"/>
                  </a:cubicBezTo>
                  <a:cubicBezTo>
                    <a:pt x="121773" y="157412"/>
                    <a:pt x="121911" y="158164"/>
                    <a:pt x="122053" y="158939"/>
                  </a:cubicBezTo>
                  <a:cubicBezTo>
                    <a:pt x="122790" y="159430"/>
                    <a:pt x="123527" y="159922"/>
                    <a:pt x="124286" y="160428"/>
                  </a:cubicBezTo>
                  <a:cubicBezTo>
                    <a:pt x="124797" y="162753"/>
                    <a:pt x="124797" y="162753"/>
                    <a:pt x="125030" y="164892"/>
                  </a:cubicBezTo>
                  <a:cubicBezTo>
                    <a:pt x="125767" y="164892"/>
                    <a:pt x="126503" y="164892"/>
                    <a:pt x="127262" y="164892"/>
                  </a:cubicBezTo>
                  <a:cubicBezTo>
                    <a:pt x="127262" y="166611"/>
                    <a:pt x="127262" y="168330"/>
                    <a:pt x="127262" y="170101"/>
                  </a:cubicBezTo>
                  <a:cubicBezTo>
                    <a:pt x="127999" y="170101"/>
                    <a:pt x="128736" y="170101"/>
                    <a:pt x="129495" y="170101"/>
                  </a:cubicBezTo>
                  <a:cubicBezTo>
                    <a:pt x="130231" y="172066"/>
                    <a:pt x="130968" y="174030"/>
                    <a:pt x="131727" y="176054"/>
                  </a:cubicBezTo>
                  <a:cubicBezTo>
                    <a:pt x="132096" y="89861"/>
                    <a:pt x="132096" y="89861"/>
                    <a:pt x="132471" y="1926"/>
                  </a:cubicBezTo>
                  <a:cubicBezTo>
                    <a:pt x="141557" y="1926"/>
                    <a:pt x="150643" y="1926"/>
                    <a:pt x="160005" y="1926"/>
                  </a:cubicBezTo>
                  <a:cubicBezTo>
                    <a:pt x="160055" y="31869"/>
                    <a:pt x="160095" y="61813"/>
                    <a:pt x="160119" y="91757"/>
                  </a:cubicBezTo>
                  <a:cubicBezTo>
                    <a:pt x="160121" y="95288"/>
                    <a:pt x="160124" y="98820"/>
                    <a:pt x="160127" y="102351"/>
                  </a:cubicBezTo>
                  <a:cubicBezTo>
                    <a:pt x="160128" y="103054"/>
                    <a:pt x="160128" y="103757"/>
                    <a:pt x="160129" y="104481"/>
                  </a:cubicBezTo>
                  <a:cubicBezTo>
                    <a:pt x="160139" y="115881"/>
                    <a:pt x="160156" y="127280"/>
                    <a:pt x="160177" y="138679"/>
                  </a:cubicBezTo>
                  <a:cubicBezTo>
                    <a:pt x="160198" y="150366"/>
                    <a:pt x="160210" y="162054"/>
                    <a:pt x="160215" y="173741"/>
                  </a:cubicBezTo>
                  <a:cubicBezTo>
                    <a:pt x="160218" y="180959"/>
                    <a:pt x="160227" y="188177"/>
                    <a:pt x="160245" y="195395"/>
                  </a:cubicBezTo>
                  <a:cubicBezTo>
                    <a:pt x="160257" y="200337"/>
                    <a:pt x="160261" y="205280"/>
                    <a:pt x="160258" y="210223"/>
                  </a:cubicBezTo>
                  <a:cubicBezTo>
                    <a:pt x="160256" y="213079"/>
                    <a:pt x="160259" y="215935"/>
                    <a:pt x="160271" y="218791"/>
                  </a:cubicBezTo>
                  <a:cubicBezTo>
                    <a:pt x="160283" y="221880"/>
                    <a:pt x="160279" y="224968"/>
                    <a:pt x="160273" y="228057"/>
                  </a:cubicBezTo>
                  <a:cubicBezTo>
                    <a:pt x="160279" y="228970"/>
                    <a:pt x="160286" y="229883"/>
                    <a:pt x="160293" y="230823"/>
                  </a:cubicBezTo>
                  <a:cubicBezTo>
                    <a:pt x="160288" y="231644"/>
                    <a:pt x="160284" y="232465"/>
                    <a:pt x="160279" y="233310"/>
                  </a:cubicBezTo>
                  <a:cubicBezTo>
                    <a:pt x="160280" y="234024"/>
                    <a:pt x="160281" y="234738"/>
                    <a:pt x="160282" y="235474"/>
                  </a:cubicBezTo>
                  <a:cubicBezTo>
                    <a:pt x="160190" y="236002"/>
                    <a:pt x="160099" y="236530"/>
                    <a:pt x="160005" y="237074"/>
                  </a:cubicBezTo>
                  <a:cubicBezTo>
                    <a:pt x="157273" y="237985"/>
                    <a:pt x="154753" y="237925"/>
                    <a:pt x="151909" y="237917"/>
                  </a:cubicBezTo>
                  <a:cubicBezTo>
                    <a:pt x="151338" y="237918"/>
                    <a:pt x="150766" y="237918"/>
                    <a:pt x="150178" y="237919"/>
                  </a:cubicBezTo>
                  <a:cubicBezTo>
                    <a:pt x="148971" y="237920"/>
                    <a:pt x="147764" y="237918"/>
                    <a:pt x="146558" y="237915"/>
                  </a:cubicBezTo>
                  <a:cubicBezTo>
                    <a:pt x="144708" y="237911"/>
                    <a:pt x="142857" y="237915"/>
                    <a:pt x="141007" y="237920"/>
                  </a:cubicBezTo>
                  <a:cubicBezTo>
                    <a:pt x="139835" y="237919"/>
                    <a:pt x="138663" y="237918"/>
                    <a:pt x="137491" y="237917"/>
                  </a:cubicBezTo>
                  <a:cubicBezTo>
                    <a:pt x="136936" y="237918"/>
                    <a:pt x="136381" y="237920"/>
                    <a:pt x="135809" y="237922"/>
                  </a:cubicBezTo>
                  <a:cubicBezTo>
                    <a:pt x="131898" y="237904"/>
                    <a:pt x="131898" y="237904"/>
                    <a:pt x="130239" y="237074"/>
                  </a:cubicBezTo>
                  <a:cubicBezTo>
                    <a:pt x="130131" y="236598"/>
                    <a:pt x="130024" y="236122"/>
                    <a:pt x="129913" y="235632"/>
                  </a:cubicBezTo>
                  <a:cubicBezTo>
                    <a:pt x="129598" y="233813"/>
                    <a:pt x="129598" y="233813"/>
                    <a:pt x="127262" y="232609"/>
                  </a:cubicBezTo>
                  <a:cubicBezTo>
                    <a:pt x="126751" y="229912"/>
                    <a:pt x="126751" y="229912"/>
                    <a:pt x="126518" y="227400"/>
                  </a:cubicBezTo>
                  <a:cubicBezTo>
                    <a:pt x="125781" y="227400"/>
                    <a:pt x="125045" y="227400"/>
                    <a:pt x="124286" y="227400"/>
                  </a:cubicBezTo>
                  <a:cubicBezTo>
                    <a:pt x="124286" y="225927"/>
                    <a:pt x="124286" y="224453"/>
                    <a:pt x="124286" y="222935"/>
                  </a:cubicBezTo>
                  <a:cubicBezTo>
                    <a:pt x="123549" y="222935"/>
                    <a:pt x="122812" y="222935"/>
                    <a:pt x="122053" y="222935"/>
                  </a:cubicBezTo>
                  <a:cubicBezTo>
                    <a:pt x="121520" y="221210"/>
                    <a:pt x="121025" y="219473"/>
                    <a:pt x="120565" y="217726"/>
                  </a:cubicBezTo>
                  <a:cubicBezTo>
                    <a:pt x="120074" y="217481"/>
                    <a:pt x="119583" y="217235"/>
                    <a:pt x="119077" y="216982"/>
                  </a:cubicBezTo>
                  <a:cubicBezTo>
                    <a:pt x="118916" y="216084"/>
                    <a:pt x="118916" y="216084"/>
                    <a:pt x="118751" y="215168"/>
                  </a:cubicBezTo>
                  <a:cubicBezTo>
                    <a:pt x="118507" y="213005"/>
                    <a:pt x="118507" y="213005"/>
                    <a:pt x="116100" y="211773"/>
                  </a:cubicBezTo>
                  <a:cubicBezTo>
                    <a:pt x="115564" y="210299"/>
                    <a:pt x="115073" y="208808"/>
                    <a:pt x="114612" y="207308"/>
                  </a:cubicBezTo>
                  <a:cubicBezTo>
                    <a:pt x="113374" y="204133"/>
                    <a:pt x="113374" y="204133"/>
                    <a:pt x="110891" y="202099"/>
                  </a:cubicBezTo>
                  <a:cubicBezTo>
                    <a:pt x="110588" y="200372"/>
                    <a:pt x="110337" y="198634"/>
                    <a:pt x="110147" y="196890"/>
                  </a:cubicBezTo>
                  <a:cubicBezTo>
                    <a:pt x="109410" y="196890"/>
                    <a:pt x="108674" y="196890"/>
                    <a:pt x="107915" y="196890"/>
                  </a:cubicBezTo>
                  <a:cubicBezTo>
                    <a:pt x="107961" y="196169"/>
                    <a:pt x="108007" y="195448"/>
                    <a:pt x="108054" y="194705"/>
                  </a:cubicBezTo>
                  <a:cubicBezTo>
                    <a:pt x="108008" y="193952"/>
                    <a:pt x="107962" y="193200"/>
                    <a:pt x="107915" y="192426"/>
                  </a:cubicBezTo>
                  <a:cubicBezTo>
                    <a:pt x="107178" y="192180"/>
                    <a:pt x="106441" y="191934"/>
                    <a:pt x="105682" y="191681"/>
                  </a:cubicBezTo>
                  <a:cubicBezTo>
                    <a:pt x="105171" y="189030"/>
                    <a:pt x="105171" y="189030"/>
                    <a:pt x="104938" y="186472"/>
                  </a:cubicBezTo>
                  <a:cubicBezTo>
                    <a:pt x="104201" y="186472"/>
                    <a:pt x="103465" y="186472"/>
                    <a:pt x="102706" y="186472"/>
                  </a:cubicBezTo>
                  <a:cubicBezTo>
                    <a:pt x="102445" y="185235"/>
                    <a:pt x="102198" y="183994"/>
                    <a:pt x="101962" y="182752"/>
                  </a:cubicBezTo>
                  <a:cubicBezTo>
                    <a:pt x="100857" y="182015"/>
                    <a:pt x="100857" y="182015"/>
                    <a:pt x="99729" y="181263"/>
                  </a:cubicBezTo>
                  <a:cubicBezTo>
                    <a:pt x="99457" y="179779"/>
                    <a:pt x="99207" y="178291"/>
                    <a:pt x="98985" y="176799"/>
                  </a:cubicBezTo>
                  <a:cubicBezTo>
                    <a:pt x="98494" y="176553"/>
                    <a:pt x="98003" y="176308"/>
                    <a:pt x="97497" y="176054"/>
                  </a:cubicBezTo>
                  <a:cubicBezTo>
                    <a:pt x="97032" y="173776"/>
                    <a:pt x="97032" y="173776"/>
                    <a:pt x="96753" y="171590"/>
                  </a:cubicBezTo>
                  <a:cubicBezTo>
                    <a:pt x="96016" y="171590"/>
                    <a:pt x="95279" y="171590"/>
                    <a:pt x="94520" y="171590"/>
                  </a:cubicBezTo>
                  <a:cubicBezTo>
                    <a:pt x="93996" y="169862"/>
                    <a:pt x="93499" y="168125"/>
                    <a:pt x="93032" y="166381"/>
                  </a:cubicBezTo>
                  <a:cubicBezTo>
                    <a:pt x="92541" y="166381"/>
                    <a:pt x="92050" y="166381"/>
                    <a:pt x="91544" y="166381"/>
                  </a:cubicBezTo>
                  <a:cubicBezTo>
                    <a:pt x="91451" y="165659"/>
                    <a:pt x="91359" y="164938"/>
                    <a:pt x="91265" y="164195"/>
                  </a:cubicBezTo>
                  <a:cubicBezTo>
                    <a:pt x="91034" y="163067"/>
                    <a:pt x="91034" y="163067"/>
                    <a:pt x="90799" y="161916"/>
                  </a:cubicBezTo>
                  <a:cubicBezTo>
                    <a:pt x="90308" y="161670"/>
                    <a:pt x="89817" y="161425"/>
                    <a:pt x="89311" y="161172"/>
                  </a:cubicBezTo>
                  <a:cubicBezTo>
                    <a:pt x="88815" y="159931"/>
                    <a:pt x="88319" y="158691"/>
                    <a:pt x="87823" y="157451"/>
                  </a:cubicBezTo>
                  <a:cubicBezTo>
                    <a:pt x="87332" y="157205"/>
                    <a:pt x="86841" y="156960"/>
                    <a:pt x="86335" y="156707"/>
                  </a:cubicBezTo>
                  <a:cubicBezTo>
                    <a:pt x="86365" y="155863"/>
                    <a:pt x="86396" y="155019"/>
                    <a:pt x="86428" y="154149"/>
                  </a:cubicBezTo>
                  <a:cubicBezTo>
                    <a:pt x="86397" y="153274"/>
                    <a:pt x="86366" y="152399"/>
                    <a:pt x="86335" y="151498"/>
                  </a:cubicBezTo>
                  <a:cubicBezTo>
                    <a:pt x="84908" y="150630"/>
                    <a:pt x="84908" y="150630"/>
                    <a:pt x="83358" y="150010"/>
                  </a:cubicBezTo>
                  <a:cubicBezTo>
                    <a:pt x="83093" y="148773"/>
                    <a:pt x="82843" y="147533"/>
                    <a:pt x="82614" y="146289"/>
                  </a:cubicBezTo>
                  <a:cubicBezTo>
                    <a:pt x="81877" y="146289"/>
                    <a:pt x="81140" y="146289"/>
                    <a:pt x="80381" y="146289"/>
                  </a:cubicBezTo>
                  <a:cubicBezTo>
                    <a:pt x="80428" y="145583"/>
                    <a:pt x="80474" y="144877"/>
                    <a:pt x="80521" y="144149"/>
                  </a:cubicBezTo>
                  <a:cubicBezTo>
                    <a:pt x="80475" y="143382"/>
                    <a:pt x="80429" y="142615"/>
                    <a:pt x="80381" y="141824"/>
                  </a:cubicBezTo>
                  <a:cubicBezTo>
                    <a:pt x="79276" y="141087"/>
                    <a:pt x="79276" y="141087"/>
                    <a:pt x="78149" y="140336"/>
                  </a:cubicBezTo>
                  <a:cubicBezTo>
                    <a:pt x="77648" y="139098"/>
                    <a:pt x="77151" y="137858"/>
                    <a:pt x="76661" y="136615"/>
                  </a:cubicBezTo>
                  <a:cubicBezTo>
                    <a:pt x="76170" y="136615"/>
                    <a:pt x="75679" y="136615"/>
                    <a:pt x="75172" y="136615"/>
                  </a:cubicBezTo>
                  <a:cubicBezTo>
                    <a:pt x="75172" y="134651"/>
                    <a:pt x="75172" y="132686"/>
                    <a:pt x="75172" y="130662"/>
                  </a:cubicBezTo>
                  <a:cubicBezTo>
                    <a:pt x="74436" y="130662"/>
                    <a:pt x="73699" y="130662"/>
                    <a:pt x="72940" y="130662"/>
                  </a:cubicBezTo>
                  <a:cubicBezTo>
                    <a:pt x="72416" y="129183"/>
                    <a:pt x="71920" y="127694"/>
                    <a:pt x="71452" y="126197"/>
                  </a:cubicBezTo>
                  <a:cubicBezTo>
                    <a:pt x="70961" y="126197"/>
                    <a:pt x="70470" y="126197"/>
                    <a:pt x="69964" y="126197"/>
                  </a:cubicBezTo>
                  <a:cubicBezTo>
                    <a:pt x="69887" y="125368"/>
                    <a:pt x="69810" y="124540"/>
                    <a:pt x="69731" y="123686"/>
                  </a:cubicBezTo>
                  <a:cubicBezTo>
                    <a:pt x="69562" y="122795"/>
                    <a:pt x="69393" y="121905"/>
                    <a:pt x="69219" y="120988"/>
                  </a:cubicBezTo>
                  <a:cubicBezTo>
                    <a:pt x="68114" y="120251"/>
                    <a:pt x="68114" y="120251"/>
                    <a:pt x="66987" y="119500"/>
                  </a:cubicBezTo>
                  <a:cubicBezTo>
                    <a:pt x="66864" y="118993"/>
                    <a:pt x="66741" y="118487"/>
                    <a:pt x="66615" y="117965"/>
                  </a:cubicBezTo>
                  <a:cubicBezTo>
                    <a:pt x="66492" y="117489"/>
                    <a:pt x="66369" y="117013"/>
                    <a:pt x="66243" y="116523"/>
                  </a:cubicBezTo>
                  <a:cubicBezTo>
                    <a:pt x="65506" y="116278"/>
                    <a:pt x="64769" y="116032"/>
                    <a:pt x="64010" y="115779"/>
                  </a:cubicBezTo>
                  <a:cubicBezTo>
                    <a:pt x="64010" y="114291"/>
                    <a:pt x="64010" y="112803"/>
                    <a:pt x="64010" y="111314"/>
                  </a:cubicBezTo>
                  <a:cubicBezTo>
                    <a:pt x="62905" y="110578"/>
                    <a:pt x="62905" y="110578"/>
                    <a:pt x="61778" y="109826"/>
                  </a:cubicBezTo>
                  <a:cubicBezTo>
                    <a:pt x="61266" y="107501"/>
                    <a:pt x="61266" y="107501"/>
                    <a:pt x="61034" y="105361"/>
                  </a:cubicBezTo>
                  <a:cubicBezTo>
                    <a:pt x="60297" y="105361"/>
                    <a:pt x="59560" y="105361"/>
                    <a:pt x="58801" y="105361"/>
                  </a:cubicBezTo>
                  <a:cubicBezTo>
                    <a:pt x="58801" y="103642"/>
                    <a:pt x="58801" y="101923"/>
                    <a:pt x="58801" y="100152"/>
                  </a:cubicBezTo>
                  <a:cubicBezTo>
                    <a:pt x="58065" y="100152"/>
                    <a:pt x="57328" y="100152"/>
                    <a:pt x="56569" y="100152"/>
                  </a:cubicBezTo>
                  <a:cubicBezTo>
                    <a:pt x="56035" y="98677"/>
                    <a:pt x="55540" y="97187"/>
                    <a:pt x="55081" y="95687"/>
                  </a:cubicBezTo>
                  <a:cubicBezTo>
                    <a:pt x="54344" y="95319"/>
                    <a:pt x="54344" y="95319"/>
                    <a:pt x="53592" y="94943"/>
                  </a:cubicBezTo>
                  <a:cubicBezTo>
                    <a:pt x="53485" y="94222"/>
                    <a:pt x="53378" y="93500"/>
                    <a:pt x="53267" y="92757"/>
                  </a:cubicBezTo>
                  <a:cubicBezTo>
                    <a:pt x="53060" y="91629"/>
                    <a:pt x="53060" y="91629"/>
                    <a:pt x="52848" y="90478"/>
                  </a:cubicBezTo>
                  <a:cubicBezTo>
                    <a:pt x="52112" y="89987"/>
                    <a:pt x="51375" y="89496"/>
                    <a:pt x="50616" y="88990"/>
                  </a:cubicBezTo>
                  <a:cubicBezTo>
                    <a:pt x="50104" y="86665"/>
                    <a:pt x="50104" y="86665"/>
                    <a:pt x="49872" y="84525"/>
                  </a:cubicBezTo>
                  <a:cubicBezTo>
                    <a:pt x="49135" y="84525"/>
                    <a:pt x="48398" y="84525"/>
                    <a:pt x="47639" y="84525"/>
                  </a:cubicBezTo>
                  <a:cubicBezTo>
                    <a:pt x="47639" y="82806"/>
                    <a:pt x="47639" y="81087"/>
                    <a:pt x="47639" y="79316"/>
                  </a:cubicBezTo>
                  <a:cubicBezTo>
                    <a:pt x="46903" y="79316"/>
                    <a:pt x="46166" y="79316"/>
                    <a:pt x="45407" y="79316"/>
                  </a:cubicBezTo>
                  <a:cubicBezTo>
                    <a:pt x="44883" y="77837"/>
                    <a:pt x="44387" y="76349"/>
                    <a:pt x="43919" y="74851"/>
                  </a:cubicBezTo>
                  <a:cubicBezTo>
                    <a:pt x="43427" y="74851"/>
                    <a:pt x="42936" y="74851"/>
                    <a:pt x="42430" y="74851"/>
                  </a:cubicBezTo>
                  <a:cubicBezTo>
                    <a:pt x="42315" y="73631"/>
                    <a:pt x="42315" y="73631"/>
                    <a:pt x="42198" y="72386"/>
                  </a:cubicBezTo>
                  <a:cubicBezTo>
                    <a:pt x="41649" y="69442"/>
                    <a:pt x="41411" y="69329"/>
                    <a:pt x="39454" y="67410"/>
                  </a:cubicBezTo>
                  <a:cubicBezTo>
                    <a:pt x="38747" y="65890"/>
                    <a:pt x="38747" y="65890"/>
                    <a:pt x="38198" y="64294"/>
                  </a:cubicBezTo>
                  <a:cubicBezTo>
                    <a:pt x="38011" y="63762"/>
                    <a:pt x="37824" y="63229"/>
                    <a:pt x="37631" y="62681"/>
                  </a:cubicBezTo>
                  <a:cubicBezTo>
                    <a:pt x="37496" y="62277"/>
                    <a:pt x="37361" y="61873"/>
                    <a:pt x="37221" y="61457"/>
                  </a:cubicBezTo>
                  <a:cubicBezTo>
                    <a:pt x="37223" y="62357"/>
                    <a:pt x="37225" y="63257"/>
                    <a:pt x="37228" y="64184"/>
                  </a:cubicBezTo>
                  <a:cubicBezTo>
                    <a:pt x="37276" y="85527"/>
                    <a:pt x="37313" y="106871"/>
                    <a:pt x="37335" y="128214"/>
                  </a:cubicBezTo>
                  <a:cubicBezTo>
                    <a:pt x="37338" y="130839"/>
                    <a:pt x="37341" y="133464"/>
                    <a:pt x="37344" y="136089"/>
                  </a:cubicBezTo>
                  <a:cubicBezTo>
                    <a:pt x="37345" y="136612"/>
                    <a:pt x="37345" y="137134"/>
                    <a:pt x="37346" y="137673"/>
                  </a:cubicBezTo>
                  <a:cubicBezTo>
                    <a:pt x="37355" y="146143"/>
                    <a:pt x="37373" y="154614"/>
                    <a:pt x="37394" y="163084"/>
                  </a:cubicBezTo>
                  <a:cubicBezTo>
                    <a:pt x="37414" y="171770"/>
                    <a:pt x="37427" y="180457"/>
                    <a:pt x="37431" y="189143"/>
                  </a:cubicBezTo>
                  <a:cubicBezTo>
                    <a:pt x="37434" y="194024"/>
                    <a:pt x="37441" y="198906"/>
                    <a:pt x="37457" y="203787"/>
                  </a:cubicBezTo>
                  <a:cubicBezTo>
                    <a:pt x="37472" y="208376"/>
                    <a:pt x="37477" y="212965"/>
                    <a:pt x="37474" y="217555"/>
                  </a:cubicBezTo>
                  <a:cubicBezTo>
                    <a:pt x="37474" y="219244"/>
                    <a:pt x="37479" y="220933"/>
                    <a:pt x="37487" y="222622"/>
                  </a:cubicBezTo>
                  <a:cubicBezTo>
                    <a:pt x="37498" y="224919"/>
                    <a:pt x="37496" y="227215"/>
                    <a:pt x="37490" y="229512"/>
                  </a:cubicBezTo>
                  <a:cubicBezTo>
                    <a:pt x="37500" y="230526"/>
                    <a:pt x="37500" y="230526"/>
                    <a:pt x="37509" y="231561"/>
                  </a:cubicBezTo>
                  <a:cubicBezTo>
                    <a:pt x="37496" y="233416"/>
                    <a:pt x="37496" y="233416"/>
                    <a:pt x="37221" y="236330"/>
                  </a:cubicBezTo>
                  <a:cubicBezTo>
                    <a:pt x="34430" y="238190"/>
                    <a:pt x="32947" y="238000"/>
                    <a:pt x="29614" y="237990"/>
                  </a:cubicBezTo>
                  <a:cubicBezTo>
                    <a:pt x="29092" y="237989"/>
                    <a:pt x="28571" y="237989"/>
                    <a:pt x="28033" y="237989"/>
                  </a:cubicBezTo>
                  <a:cubicBezTo>
                    <a:pt x="26931" y="237986"/>
                    <a:pt x="25830" y="237981"/>
                    <a:pt x="24728" y="237971"/>
                  </a:cubicBezTo>
                  <a:cubicBezTo>
                    <a:pt x="23040" y="237958"/>
                    <a:pt x="21351" y="237956"/>
                    <a:pt x="19663" y="237956"/>
                  </a:cubicBezTo>
                  <a:cubicBezTo>
                    <a:pt x="11396" y="237928"/>
                    <a:pt x="11396" y="237928"/>
                    <a:pt x="9688" y="237074"/>
                  </a:cubicBezTo>
                  <a:cubicBezTo>
                    <a:pt x="9503" y="235474"/>
                    <a:pt x="9503" y="235474"/>
                    <a:pt x="9505" y="233310"/>
                  </a:cubicBezTo>
                  <a:cubicBezTo>
                    <a:pt x="9502" y="232489"/>
                    <a:pt x="9499" y="231669"/>
                    <a:pt x="9496" y="230823"/>
                  </a:cubicBezTo>
                  <a:cubicBezTo>
                    <a:pt x="9500" y="229911"/>
                    <a:pt x="9505" y="228998"/>
                    <a:pt x="9509" y="228057"/>
                  </a:cubicBezTo>
                  <a:cubicBezTo>
                    <a:pt x="9508" y="227097"/>
                    <a:pt x="9507" y="226136"/>
                    <a:pt x="9505" y="225146"/>
                  </a:cubicBezTo>
                  <a:cubicBezTo>
                    <a:pt x="9502" y="222466"/>
                    <a:pt x="9508" y="219787"/>
                    <a:pt x="9515" y="217107"/>
                  </a:cubicBezTo>
                  <a:cubicBezTo>
                    <a:pt x="9522" y="214223"/>
                    <a:pt x="9520" y="211338"/>
                    <a:pt x="9518" y="208453"/>
                  </a:cubicBezTo>
                  <a:cubicBezTo>
                    <a:pt x="9518" y="203451"/>
                    <a:pt x="9522" y="198449"/>
                    <a:pt x="9531" y="193447"/>
                  </a:cubicBezTo>
                  <a:cubicBezTo>
                    <a:pt x="9543" y="186214"/>
                    <a:pt x="9547" y="178982"/>
                    <a:pt x="9549" y="171750"/>
                  </a:cubicBezTo>
                  <a:cubicBezTo>
                    <a:pt x="9552" y="160017"/>
                    <a:pt x="9562" y="148284"/>
                    <a:pt x="9576" y="136552"/>
                  </a:cubicBezTo>
                  <a:cubicBezTo>
                    <a:pt x="9589" y="125151"/>
                    <a:pt x="9600" y="113751"/>
                    <a:pt x="9606" y="102351"/>
                  </a:cubicBezTo>
                  <a:cubicBezTo>
                    <a:pt x="9607" y="101298"/>
                    <a:pt x="9607" y="101298"/>
                    <a:pt x="9608" y="100223"/>
                  </a:cubicBezTo>
                  <a:cubicBezTo>
                    <a:pt x="9609" y="96701"/>
                    <a:pt x="9611" y="93178"/>
                    <a:pt x="9613" y="89656"/>
                  </a:cubicBezTo>
                  <a:cubicBezTo>
                    <a:pt x="9629" y="60412"/>
                    <a:pt x="9655" y="31169"/>
                    <a:pt x="9688" y="1926"/>
                  </a:cubicBezTo>
                  <a:close/>
                </a:path>
              </a:pathLst>
            </a:custGeom>
            <a:grpFill/>
            <a:ln w="744" cap="flat">
              <a:noFill/>
              <a:prstDash val="solid"/>
              <a:miter/>
            </a:ln>
          </p:spPr>
          <p:txBody>
            <a:bodyPr rtlCol="0" anchor="ctr"/>
            <a:lstStyle/>
            <a:p>
              <a:endParaRPr lang="zh-CN" altLang="en-US"/>
            </a:p>
          </p:txBody>
        </p:sp>
        <p:sp>
          <p:nvSpPr>
            <p:cNvPr id="181" name="任意多边形: 形状 180"/>
            <p:cNvSpPr/>
            <p:nvPr/>
          </p:nvSpPr>
          <p:spPr>
            <a:xfrm>
              <a:off x="7871970" y="1388848"/>
              <a:ext cx="175177" cy="243405"/>
            </a:xfrm>
            <a:custGeom>
              <a:avLst/>
              <a:gdLst>
                <a:gd name="connsiteX0" fmla="*/ 82878 w 175179"/>
                <a:gd name="connsiteY0" fmla="*/ 1913 h 243397"/>
                <a:gd name="connsiteX1" fmla="*/ 87117 w 175179"/>
                <a:gd name="connsiteY1" fmla="*/ 1527 h 243397"/>
                <a:gd name="connsiteX2" fmla="*/ 89864 w 175179"/>
                <a:gd name="connsiteY2" fmla="*/ 1499 h 243397"/>
                <a:gd name="connsiteX3" fmla="*/ 92854 w 175179"/>
                <a:gd name="connsiteY3" fmla="*/ 1517 h 243397"/>
                <a:gd name="connsiteX4" fmla="*/ 95898 w 175179"/>
                <a:gd name="connsiteY4" fmla="*/ 1509 h 243397"/>
                <a:gd name="connsiteX5" fmla="*/ 102287 w 175179"/>
                <a:gd name="connsiteY5" fmla="*/ 1525 h 243397"/>
                <a:gd name="connsiteX6" fmla="*/ 110492 w 175179"/>
                <a:gd name="connsiteY6" fmla="*/ 1514 h 243397"/>
                <a:gd name="connsiteX7" fmla="*/ 116781 w 175179"/>
                <a:gd name="connsiteY7" fmla="*/ 1514 h 243397"/>
                <a:gd name="connsiteX8" fmla="*/ 119808 w 175179"/>
                <a:gd name="connsiteY8" fmla="*/ 1507 h 243397"/>
                <a:gd name="connsiteX9" fmla="*/ 124031 w 175179"/>
                <a:gd name="connsiteY9" fmla="*/ 1527 h 243397"/>
                <a:gd name="connsiteX10" fmla="*/ 126462 w 175179"/>
                <a:gd name="connsiteY10" fmla="*/ 1535 h 243397"/>
                <a:gd name="connsiteX11" fmla="*/ 128270 w 175179"/>
                <a:gd name="connsiteY11" fmla="*/ 1913 h 243397"/>
                <a:gd name="connsiteX12" fmla="*/ 129014 w 175179"/>
                <a:gd name="connsiteY12" fmla="*/ 4889 h 243397"/>
                <a:gd name="connsiteX13" fmla="*/ 134223 w 175179"/>
                <a:gd name="connsiteY13" fmla="*/ 5261 h 243397"/>
                <a:gd name="connsiteX14" fmla="*/ 139432 w 175179"/>
                <a:gd name="connsiteY14" fmla="*/ 5633 h 243397"/>
                <a:gd name="connsiteX15" fmla="*/ 140176 w 175179"/>
                <a:gd name="connsiteY15" fmla="*/ 8610 h 243397"/>
                <a:gd name="connsiteX16" fmla="*/ 143525 w 175179"/>
                <a:gd name="connsiteY16" fmla="*/ 8610 h 243397"/>
                <a:gd name="connsiteX17" fmla="*/ 146874 w 175179"/>
                <a:gd name="connsiteY17" fmla="*/ 8610 h 243397"/>
                <a:gd name="connsiteX18" fmla="*/ 147618 w 175179"/>
                <a:gd name="connsiteY18" fmla="*/ 11586 h 243397"/>
                <a:gd name="connsiteX19" fmla="*/ 152083 w 175179"/>
                <a:gd name="connsiteY19" fmla="*/ 12331 h 243397"/>
                <a:gd name="connsiteX20" fmla="*/ 153571 w 175179"/>
                <a:gd name="connsiteY20" fmla="*/ 15307 h 243397"/>
                <a:gd name="connsiteX21" fmla="*/ 155803 w 175179"/>
                <a:gd name="connsiteY21" fmla="*/ 16051 h 243397"/>
                <a:gd name="connsiteX22" fmla="*/ 156454 w 175179"/>
                <a:gd name="connsiteY22" fmla="*/ 17586 h 243397"/>
                <a:gd name="connsiteX23" fmla="*/ 157292 w 175179"/>
                <a:gd name="connsiteY23" fmla="*/ 19028 h 243397"/>
                <a:gd name="connsiteX24" fmla="*/ 159198 w 175179"/>
                <a:gd name="connsiteY24" fmla="*/ 19028 h 243397"/>
                <a:gd name="connsiteX25" fmla="*/ 161012 w 175179"/>
                <a:gd name="connsiteY25" fmla="*/ 19028 h 243397"/>
                <a:gd name="connsiteX26" fmla="*/ 161756 w 175179"/>
                <a:gd name="connsiteY26" fmla="*/ 22004 h 243397"/>
                <a:gd name="connsiteX27" fmla="*/ 163989 w 175179"/>
                <a:gd name="connsiteY27" fmla="*/ 23493 h 243397"/>
                <a:gd name="connsiteX28" fmla="*/ 164733 w 175179"/>
                <a:gd name="connsiteY28" fmla="*/ 25725 h 243397"/>
                <a:gd name="connsiteX29" fmla="*/ 166965 w 175179"/>
                <a:gd name="connsiteY29" fmla="*/ 27213 h 243397"/>
                <a:gd name="connsiteX30" fmla="*/ 167710 w 175179"/>
                <a:gd name="connsiteY30" fmla="*/ 29446 h 243397"/>
                <a:gd name="connsiteX31" fmla="*/ 169942 w 175179"/>
                <a:gd name="connsiteY31" fmla="*/ 30934 h 243397"/>
                <a:gd name="connsiteX32" fmla="*/ 171430 w 175179"/>
                <a:gd name="connsiteY32" fmla="*/ 34655 h 243397"/>
                <a:gd name="connsiteX33" fmla="*/ 172919 w 175179"/>
                <a:gd name="connsiteY33" fmla="*/ 34655 h 243397"/>
                <a:gd name="connsiteX34" fmla="*/ 173151 w 175179"/>
                <a:gd name="connsiteY34" fmla="*/ 37166 h 243397"/>
                <a:gd name="connsiteX35" fmla="*/ 173663 w 175179"/>
                <a:gd name="connsiteY35" fmla="*/ 39864 h 243397"/>
                <a:gd name="connsiteX36" fmla="*/ 175895 w 175179"/>
                <a:gd name="connsiteY36" fmla="*/ 41352 h 243397"/>
                <a:gd name="connsiteX37" fmla="*/ 175895 w 175179"/>
                <a:gd name="connsiteY37" fmla="*/ 46561 h 243397"/>
                <a:gd name="connsiteX38" fmla="*/ 178128 w 175179"/>
                <a:gd name="connsiteY38" fmla="*/ 46561 h 243397"/>
                <a:gd name="connsiteX39" fmla="*/ 178918 w 175179"/>
                <a:gd name="connsiteY39" fmla="*/ 49910 h 243397"/>
                <a:gd name="connsiteX40" fmla="*/ 179616 w 175179"/>
                <a:gd name="connsiteY40" fmla="*/ 53258 h 243397"/>
                <a:gd name="connsiteX41" fmla="*/ 181104 w 175179"/>
                <a:gd name="connsiteY41" fmla="*/ 53258 h 243397"/>
                <a:gd name="connsiteX42" fmla="*/ 181188 w 175179"/>
                <a:gd name="connsiteY42" fmla="*/ 55023 h 243397"/>
                <a:gd name="connsiteX43" fmla="*/ 181337 w 175179"/>
                <a:gd name="connsiteY43" fmla="*/ 57305 h 243397"/>
                <a:gd name="connsiteX44" fmla="*/ 181467 w 175179"/>
                <a:gd name="connsiteY44" fmla="*/ 59581 h 243397"/>
                <a:gd name="connsiteX45" fmla="*/ 181848 w 175179"/>
                <a:gd name="connsiteY45" fmla="*/ 61444 h 243397"/>
                <a:gd name="connsiteX46" fmla="*/ 184081 w 175179"/>
                <a:gd name="connsiteY46" fmla="*/ 62188 h 243397"/>
                <a:gd name="connsiteX47" fmla="*/ 184325 w 175179"/>
                <a:gd name="connsiteY47" fmla="*/ 65327 h 243397"/>
                <a:gd name="connsiteX48" fmla="*/ 184313 w 175179"/>
                <a:gd name="connsiteY48" fmla="*/ 67243 h 243397"/>
                <a:gd name="connsiteX49" fmla="*/ 184267 w 175179"/>
                <a:gd name="connsiteY49" fmla="*/ 69257 h 243397"/>
                <a:gd name="connsiteX50" fmla="*/ 184255 w 175179"/>
                <a:gd name="connsiteY50" fmla="*/ 71272 h 243397"/>
                <a:gd name="connsiteX51" fmla="*/ 183337 w 175179"/>
                <a:gd name="connsiteY51" fmla="*/ 77071 h 243397"/>
                <a:gd name="connsiteX52" fmla="*/ 175244 w 175179"/>
                <a:gd name="connsiteY52" fmla="*/ 77388 h 243397"/>
                <a:gd name="connsiteX53" fmla="*/ 172919 w 175179"/>
                <a:gd name="connsiteY53" fmla="*/ 77815 h 243397"/>
                <a:gd name="connsiteX54" fmla="*/ 172546 w 175179"/>
                <a:gd name="connsiteY54" fmla="*/ 79309 h 243397"/>
                <a:gd name="connsiteX55" fmla="*/ 172174 w 175179"/>
                <a:gd name="connsiteY55" fmla="*/ 80791 h 243397"/>
                <a:gd name="connsiteX56" fmla="*/ 166965 w 175179"/>
                <a:gd name="connsiteY56" fmla="*/ 81210 h 243397"/>
                <a:gd name="connsiteX57" fmla="*/ 161756 w 175179"/>
                <a:gd name="connsiteY57" fmla="*/ 81536 h 243397"/>
                <a:gd name="connsiteX58" fmla="*/ 161012 w 175179"/>
                <a:gd name="connsiteY58" fmla="*/ 83768 h 243397"/>
                <a:gd name="connsiteX59" fmla="*/ 157292 w 175179"/>
                <a:gd name="connsiteY59" fmla="*/ 83768 h 243397"/>
                <a:gd name="connsiteX60" fmla="*/ 156158 w 175179"/>
                <a:gd name="connsiteY60" fmla="*/ 75004 h 243397"/>
                <a:gd name="connsiteX61" fmla="*/ 155803 w 175179"/>
                <a:gd name="connsiteY61" fmla="*/ 72606 h 243397"/>
                <a:gd name="connsiteX62" fmla="*/ 153571 w 175179"/>
                <a:gd name="connsiteY62" fmla="*/ 71118 h 243397"/>
                <a:gd name="connsiteX63" fmla="*/ 153152 w 175179"/>
                <a:gd name="connsiteY63" fmla="*/ 67350 h 243397"/>
                <a:gd name="connsiteX64" fmla="*/ 152827 w 175179"/>
                <a:gd name="connsiteY64" fmla="*/ 63676 h 243397"/>
                <a:gd name="connsiteX65" fmla="*/ 151338 w 175179"/>
                <a:gd name="connsiteY65" fmla="*/ 62932 h 243397"/>
                <a:gd name="connsiteX66" fmla="*/ 151013 w 175179"/>
                <a:gd name="connsiteY66" fmla="*/ 60328 h 243397"/>
                <a:gd name="connsiteX67" fmla="*/ 150594 w 175179"/>
                <a:gd name="connsiteY67" fmla="*/ 57723 h 243397"/>
                <a:gd name="connsiteX68" fmla="*/ 148362 w 175179"/>
                <a:gd name="connsiteY68" fmla="*/ 56979 h 243397"/>
                <a:gd name="connsiteX69" fmla="*/ 148362 w 175179"/>
                <a:gd name="connsiteY69" fmla="*/ 53258 h 243397"/>
                <a:gd name="connsiteX70" fmla="*/ 146130 w 175179"/>
                <a:gd name="connsiteY70" fmla="*/ 53258 h 243397"/>
                <a:gd name="connsiteX71" fmla="*/ 145385 w 175179"/>
                <a:gd name="connsiteY71" fmla="*/ 50282 h 243397"/>
                <a:gd name="connsiteX72" fmla="*/ 143153 w 175179"/>
                <a:gd name="connsiteY72" fmla="*/ 49538 h 243397"/>
                <a:gd name="connsiteX73" fmla="*/ 142409 w 175179"/>
                <a:gd name="connsiteY73" fmla="*/ 47305 h 243397"/>
                <a:gd name="connsiteX74" fmla="*/ 140548 w 175179"/>
                <a:gd name="connsiteY74" fmla="*/ 46561 h 243397"/>
                <a:gd name="connsiteX75" fmla="*/ 138688 w 175179"/>
                <a:gd name="connsiteY75" fmla="*/ 45817 h 243397"/>
                <a:gd name="connsiteX76" fmla="*/ 137944 w 175179"/>
                <a:gd name="connsiteY76" fmla="*/ 43584 h 243397"/>
                <a:gd name="connsiteX77" fmla="*/ 133479 w 175179"/>
                <a:gd name="connsiteY77" fmla="*/ 42840 h 243397"/>
                <a:gd name="connsiteX78" fmla="*/ 133479 w 175179"/>
                <a:gd name="connsiteY78" fmla="*/ 39864 h 243397"/>
                <a:gd name="connsiteX79" fmla="*/ 130549 w 175179"/>
                <a:gd name="connsiteY79" fmla="*/ 40050 h 243397"/>
                <a:gd name="connsiteX80" fmla="*/ 127526 w 175179"/>
                <a:gd name="connsiteY80" fmla="*/ 39864 h 243397"/>
                <a:gd name="connsiteX81" fmla="*/ 127317 w 175179"/>
                <a:gd name="connsiteY81" fmla="*/ 38399 h 243397"/>
                <a:gd name="connsiteX82" fmla="*/ 126782 w 175179"/>
                <a:gd name="connsiteY82" fmla="*/ 36887 h 243397"/>
                <a:gd name="connsiteX83" fmla="*/ 121154 w 175179"/>
                <a:gd name="connsiteY83" fmla="*/ 36329 h 243397"/>
                <a:gd name="connsiteX84" fmla="*/ 119551 w 175179"/>
                <a:gd name="connsiteY84" fmla="*/ 36262 h 243397"/>
                <a:gd name="connsiteX85" fmla="*/ 115620 w 175179"/>
                <a:gd name="connsiteY85" fmla="*/ 36143 h 243397"/>
                <a:gd name="connsiteX86" fmla="*/ 115620 w 175179"/>
                <a:gd name="connsiteY86" fmla="*/ 33166 h 243397"/>
                <a:gd name="connsiteX87" fmla="*/ 105992 w 175179"/>
                <a:gd name="connsiteY87" fmla="*/ 32980 h 243397"/>
                <a:gd name="connsiteX88" fmla="*/ 103215 w 175179"/>
                <a:gd name="connsiteY88" fmla="*/ 32905 h 243397"/>
                <a:gd name="connsiteX89" fmla="*/ 100577 w 175179"/>
                <a:gd name="connsiteY89" fmla="*/ 32876 h 243397"/>
                <a:gd name="connsiteX90" fmla="*/ 98133 w 175179"/>
                <a:gd name="connsiteY90" fmla="*/ 32829 h 243397"/>
                <a:gd name="connsiteX91" fmla="*/ 96272 w 175179"/>
                <a:gd name="connsiteY91" fmla="*/ 33166 h 243397"/>
                <a:gd name="connsiteX92" fmla="*/ 95528 w 175179"/>
                <a:gd name="connsiteY92" fmla="*/ 36143 h 243397"/>
                <a:gd name="connsiteX93" fmla="*/ 87403 w 175179"/>
                <a:gd name="connsiteY93" fmla="*/ 36506 h 243397"/>
                <a:gd name="connsiteX94" fmla="*/ 82878 w 175179"/>
                <a:gd name="connsiteY94" fmla="*/ 36887 h 243397"/>
                <a:gd name="connsiteX95" fmla="*/ 82133 w 175179"/>
                <a:gd name="connsiteY95" fmla="*/ 39864 h 243397"/>
                <a:gd name="connsiteX96" fmla="*/ 76180 w 175179"/>
                <a:gd name="connsiteY96" fmla="*/ 39864 h 243397"/>
                <a:gd name="connsiteX97" fmla="*/ 76180 w 175179"/>
                <a:gd name="connsiteY97" fmla="*/ 42840 h 243397"/>
                <a:gd name="connsiteX98" fmla="*/ 73994 w 175179"/>
                <a:gd name="connsiteY98" fmla="*/ 43026 h 243397"/>
                <a:gd name="connsiteX99" fmla="*/ 71715 w 175179"/>
                <a:gd name="connsiteY99" fmla="*/ 43584 h 243397"/>
                <a:gd name="connsiteX100" fmla="*/ 71343 w 175179"/>
                <a:gd name="connsiteY100" fmla="*/ 45119 h 243397"/>
                <a:gd name="connsiteX101" fmla="*/ 70971 w 175179"/>
                <a:gd name="connsiteY101" fmla="*/ 46561 h 243397"/>
                <a:gd name="connsiteX102" fmla="*/ 66506 w 175179"/>
                <a:gd name="connsiteY102" fmla="*/ 46561 h 243397"/>
                <a:gd name="connsiteX103" fmla="*/ 65018 w 175179"/>
                <a:gd name="connsiteY103" fmla="*/ 49538 h 243397"/>
                <a:gd name="connsiteX104" fmla="*/ 63530 w 175179"/>
                <a:gd name="connsiteY104" fmla="*/ 50282 h 243397"/>
                <a:gd name="connsiteX105" fmla="*/ 62786 w 175179"/>
                <a:gd name="connsiteY105" fmla="*/ 52514 h 243397"/>
                <a:gd name="connsiteX106" fmla="*/ 59065 w 175179"/>
                <a:gd name="connsiteY106" fmla="*/ 56235 h 243397"/>
                <a:gd name="connsiteX107" fmla="*/ 57577 w 175179"/>
                <a:gd name="connsiteY107" fmla="*/ 59211 h 243397"/>
                <a:gd name="connsiteX108" fmla="*/ 56088 w 175179"/>
                <a:gd name="connsiteY108" fmla="*/ 59956 h 243397"/>
                <a:gd name="connsiteX109" fmla="*/ 55716 w 175179"/>
                <a:gd name="connsiteY109" fmla="*/ 61816 h 243397"/>
                <a:gd name="connsiteX110" fmla="*/ 55344 w 175179"/>
                <a:gd name="connsiteY110" fmla="*/ 63676 h 243397"/>
                <a:gd name="connsiteX111" fmla="*/ 53856 w 175179"/>
                <a:gd name="connsiteY111" fmla="*/ 64420 h 243397"/>
                <a:gd name="connsiteX112" fmla="*/ 53112 w 175179"/>
                <a:gd name="connsiteY112" fmla="*/ 66653 h 243397"/>
                <a:gd name="connsiteX113" fmla="*/ 50879 w 175179"/>
                <a:gd name="connsiteY113" fmla="*/ 69629 h 243397"/>
                <a:gd name="connsiteX114" fmla="*/ 50414 w 175179"/>
                <a:gd name="connsiteY114" fmla="*/ 73025 h 243397"/>
                <a:gd name="connsiteX115" fmla="*/ 50246 w 175179"/>
                <a:gd name="connsiteY115" fmla="*/ 74888 h 243397"/>
                <a:gd name="connsiteX116" fmla="*/ 50135 w 175179"/>
                <a:gd name="connsiteY116" fmla="*/ 76327 h 243397"/>
                <a:gd name="connsiteX117" fmla="*/ 47159 w 175179"/>
                <a:gd name="connsiteY117" fmla="*/ 76327 h 243397"/>
                <a:gd name="connsiteX118" fmla="*/ 47159 w 175179"/>
                <a:gd name="connsiteY118" fmla="*/ 84512 h 243397"/>
                <a:gd name="connsiteX119" fmla="*/ 44926 w 175179"/>
                <a:gd name="connsiteY119" fmla="*/ 84512 h 243397"/>
                <a:gd name="connsiteX120" fmla="*/ 44816 w 175179"/>
                <a:gd name="connsiteY120" fmla="*/ 87253 h 243397"/>
                <a:gd name="connsiteX121" fmla="*/ 44647 w 175179"/>
                <a:gd name="connsiteY121" fmla="*/ 90791 h 243397"/>
                <a:gd name="connsiteX122" fmla="*/ 44578 w 175179"/>
                <a:gd name="connsiteY122" fmla="*/ 92600 h 243397"/>
                <a:gd name="connsiteX123" fmla="*/ 44182 w 175179"/>
                <a:gd name="connsiteY123" fmla="*/ 97163 h 243397"/>
                <a:gd name="connsiteX124" fmla="*/ 42694 w 175179"/>
                <a:gd name="connsiteY124" fmla="*/ 97907 h 243397"/>
                <a:gd name="connsiteX125" fmla="*/ 42457 w 175179"/>
                <a:gd name="connsiteY125" fmla="*/ 102841 h 243397"/>
                <a:gd name="connsiteX126" fmla="*/ 42434 w 175179"/>
                <a:gd name="connsiteY126" fmla="*/ 104403 h 243397"/>
                <a:gd name="connsiteX127" fmla="*/ 42386 w 175179"/>
                <a:gd name="connsiteY127" fmla="*/ 109537 h 243397"/>
                <a:gd name="connsiteX128" fmla="*/ 42342 w 175179"/>
                <a:gd name="connsiteY128" fmla="*/ 113087 h 243397"/>
                <a:gd name="connsiteX129" fmla="*/ 42247 w 175179"/>
                <a:gd name="connsiteY129" fmla="*/ 122450 h 243397"/>
                <a:gd name="connsiteX130" fmla="*/ 42142 w 175179"/>
                <a:gd name="connsiteY130" fmla="*/ 131996 h 243397"/>
                <a:gd name="connsiteX131" fmla="*/ 41950 w 175179"/>
                <a:gd name="connsiteY131" fmla="*/ 150741 h 243397"/>
                <a:gd name="connsiteX132" fmla="*/ 44182 w 175179"/>
                <a:gd name="connsiteY132" fmla="*/ 150741 h 243397"/>
                <a:gd name="connsiteX133" fmla="*/ 44926 w 175179"/>
                <a:gd name="connsiteY133" fmla="*/ 164135 h 243397"/>
                <a:gd name="connsiteX134" fmla="*/ 47159 w 175179"/>
                <a:gd name="connsiteY134" fmla="*/ 164135 h 243397"/>
                <a:gd name="connsiteX135" fmla="*/ 47243 w 175179"/>
                <a:gd name="connsiteY135" fmla="*/ 165737 h 243397"/>
                <a:gd name="connsiteX136" fmla="*/ 47391 w 175179"/>
                <a:gd name="connsiteY136" fmla="*/ 167809 h 243397"/>
                <a:gd name="connsiteX137" fmla="*/ 47522 w 175179"/>
                <a:gd name="connsiteY137" fmla="*/ 169876 h 243397"/>
                <a:gd name="connsiteX138" fmla="*/ 47903 w 175179"/>
                <a:gd name="connsiteY138" fmla="*/ 171577 h 243397"/>
                <a:gd name="connsiteX139" fmla="*/ 50135 w 175179"/>
                <a:gd name="connsiteY139" fmla="*/ 172321 h 243397"/>
                <a:gd name="connsiteX140" fmla="*/ 50879 w 175179"/>
                <a:gd name="connsiteY140" fmla="*/ 177530 h 243397"/>
                <a:gd name="connsiteX141" fmla="*/ 52368 w 175179"/>
                <a:gd name="connsiteY141" fmla="*/ 178274 h 243397"/>
                <a:gd name="connsiteX142" fmla="*/ 53112 w 175179"/>
                <a:gd name="connsiteY142" fmla="*/ 183483 h 243397"/>
                <a:gd name="connsiteX143" fmla="*/ 55344 w 175179"/>
                <a:gd name="connsiteY143" fmla="*/ 183483 h 243397"/>
                <a:gd name="connsiteX144" fmla="*/ 55205 w 175179"/>
                <a:gd name="connsiteY144" fmla="*/ 185297 h 243397"/>
                <a:gd name="connsiteX145" fmla="*/ 55344 w 175179"/>
                <a:gd name="connsiteY145" fmla="*/ 187204 h 243397"/>
                <a:gd name="connsiteX146" fmla="*/ 57577 w 175179"/>
                <a:gd name="connsiteY146" fmla="*/ 187948 h 243397"/>
                <a:gd name="connsiteX147" fmla="*/ 59484 w 175179"/>
                <a:gd name="connsiteY147" fmla="*/ 190552 h 243397"/>
                <a:gd name="connsiteX148" fmla="*/ 62786 w 175179"/>
                <a:gd name="connsiteY148" fmla="*/ 193901 h 243397"/>
                <a:gd name="connsiteX149" fmla="*/ 63530 w 175179"/>
                <a:gd name="connsiteY149" fmla="*/ 196133 h 243397"/>
                <a:gd name="connsiteX150" fmla="*/ 65018 w 175179"/>
                <a:gd name="connsiteY150" fmla="*/ 196505 h 243397"/>
                <a:gd name="connsiteX151" fmla="*/ 66506 w 175179"/>
                <a:gd name="connsiteY151" fmla="*/ 196877 h 243397"/>
                <a:gd name="connsiteX152" fmla="*/ 67251 w 175179"/>
                <a:gd name="connsiteY152" fmla="*/ 199110 h 243397"/>
                <a:gd name="connsiteX153" fmla="*/ 69111 w 175179"/>
                <a:gd name="connsiteY153" fmla="*/ 199854 h 243397"/>
                <a:gd name="connsiteX154" fmla="*/ 70971 w 175179"/>
                <a:gd name="connsiteY154" fmla="*/ 200598 h 243397"/>
                <a:gd name="connsiteX155" fmla="*/ 71715 w 175179"/>
                <a:gd name="connsiteY155" fmla="*/ 202831 h 243397"/>
                <a:gd name="connsiteX156" fmla="*/ 76924 w 175179"/>
                <a:gd name="connsiteY156" fmla="*/ 203575 h 243397"/>
                <a:gd name="connsiteX157" fmla="*/ 76924 w 175179"/>
                <a:gd name="connsiteY157" fmla="*/ 206551 h 243397"/>
                <a:gd name="connsiteX158" fmla="*/ 78526 w 175179"/>
                <a:gd name="connsiteY158" fmla="*/ 206636 h 243397"/>
                <a:gd name="connsiteX159" fmla="*/ 80599 w 175179"/>
                <a:gd name="connsiteY159" fmla="*/ 206784 h 243397"/>
                <a:gd name="connsiteX160" fmla="*/ 82665 w 175179"/>
                <a:gd name="connsiteY160" fmla="*/ 206915 h 243397"/>
                <a:gd name="connsiteX161" fmla="*/ 84366 w 175179"/>
                <a:gd name="connsiteY161" fmla="*/ 207295 h 243397"/>
                <a:gd name="connsiteX162" fmla="*/ 85110 w 175179"/>
                <a:gd name="connsiteY162" fmla="*/ 209528 h 243397"/>
                <a:gd name="connsiteX163" fmla="*/ 93234 w 175179"/>
                <a:gd name="connsiteY163" fmla="*/ 209855 h 243397"/>
                <a:gd name="connsiteX164" fmla="*/ 97760 w 175179"/>
                <a:gd name="connsiteY164" fmla="*/ 210272 h 243397"/>
                <a:gd name="connsiteX165" fmla="*/ 98071 w 175179"/>
                <a:gd name="connsiteY165" fmla="*/ 211759 h 243397"/>
                <a:gd name="connsiteX166" fmla="*/ 98504 w 175179"/>
                <a:gd name="connsiteY166" fmla="*/ 213248 h 243397"/>
                <a:gd name="connsiteX167" fmla="*/ 102295 w 175179"/>
                <a:gd name="connsiteY167" fmla="*/ 213644 h 243397"/>
                <a:gd name="connsiteX168" fmla="*/ 104617 w 175179"/>
                <a:gd name="connsiteY168" fmla="*/ 213655 h 243397"/>
                <a:gd name="connsiteX169" fmla="*/ 107062 w 175179"/>
                <a:gd name="connsiteY169" fmla="*/ 213621 h 243397"/>
                <a:gd name="connsiteX170" fmla="*/ 109507 w 175179"/>
                <a:gd name="connsiteY170" fmla="*/ 213655 h 243397"/>
                <a:gd name="connsiteX171" fmla="*/ 111829 w 175179"/>
                <a:gd name="connsiteY171" fmla="*/ 213644 h 243397"/>
                <a:gd name="connsiteX172" fmla="*/ 113976 w 175179"/>
                <a:gd name="connsiteY172" fmla="*/ 213634 h 243397"/>
                <a:gd name="connsiteX173" fmla="*/ 115620 w 175179"/>
                <a:gd name="connsiteY173" fmla="*/ 213248 h 243397"/>
                <a:gd name="connsiteX174" fmla="*/ 116364 w 175179"/>
                <a:gd name="connsiteY174" fmla="*/ 210272 h 243397"/>
                <a:gd name="connsiteX175" fmla="*/ 122317 w 175179"/>
                <a:gd name="connsiteY175" fmla="*/ 209853 h 243397"/>
                <a:gd name="connsiteX176" fmla="*/ 128270 w 175179"/>
                <a:gd name="connsiteY176" fmla="*/ 209528 h 243397"/>
                <a:gd name="connsiteX177" fmla="*/ 129014 w 175179"/>
                <a:gd name="connsiteY177" fmla="*/ 207295 h 243397"/>
                <a:gd name="connsiteX178" fmla="*/ 132781 w 175179"/>
                <a:gd name="connsiteY178" fmla="*/ 206784 h 243397"/>
                <a:gd name="connsiteX179" fmla="*/ 134854 w 175179"/>
                <a:gd name="connsiteY179" fmla="*/ 206636 h 243397"/>
                <a:gd name="connsiteX180" fmla="*/ 136456 w 175179"/>
                <a:gd name="connsiteY180" fmla="*/ 206551 h 243397"/>
                <a:gd name="connsiteX181" fmla="*/ 136456 w 175179"/>
                <a:gd name="connsiteY181" fmla="*/ 203575 h 243397"/>
                <a:gd name="connsiteX182" fmla="*/ 141034 w 175179"/>
                <a:gd name="connsiteY182" fmla="*/ 203211 h 243397"/>
                <a:gd name="connsiteX183" fmla="*/ 142409 w 175179"/>
                <a:gd name="connsiteY183" fmla="*/ 202831 h 243397"/>
                <a:gd name="connsiteX184" fmla="*/ 143153 w 175179"/>
                <a:gd name="connsiteY184" fmla="*/ 200598 h 243397"/>
                <a:gd name="connsiteX185" fmla="*/ 148362 w 175179"/>
                <a:gd name="connsiteY185" fmla="*/ 199854 h 243397"/>
                <a:gd name="connsiteX186" fmla="*/ 148362 w 175179"/>
                <a:gd name="connsiteY186" fmla="*/ 196877 h 243397"/>
                <a:gd name="connsiteX187" fmla="*/ 152083 w 175179"/>
                <a:gd name="connsiteY187" fmla="*/ 196133 h 243397"/>
                <a:gd name="connsiteX188" fmla="*/ 152827 w 175179"/>
                <a:gd name="connsiteY188" fmla="*/ 193157 h 243397"/>
                <a:gd name="connsiteX189" fmla="*/ 156547 w 175179"/>
                <a:gd name="connsiteY189" fmla="*/ 193901 h 243397"/>
                <a:gd name="connsiteX190" fmla="*/ 156827 w 175179"/>
                <a:gd name="connsiteY190" fmla="*/ 192459 h 243397"/>
                <a:gd name="connsiteX191" fmla="*/ 157292 w 175179"/>
                <a:gd name="connsiteY191" fmla="*/ 190924 h 243397"/>
                <a:gd name="connsiteX192" fmla="*/ 158780 w 175179"/>
                <a:gd name="connsiteY192" fmla="*/ 190180 h 243397"/>
                <a:gd name="connsiteX193" fmla="*/ 159017 w 175179"/>
                <a:gd name="connsiteY193" fmla="*/ 186270 h 243397"/>
                <a:gd name="connsiteX194" fmla="*/ 159062 w 175179"/>
                <a:gd name="connsiteY194" fmla="*/ 183742 h 243397"/>
                <a:gd name="connsiteX195" fmla="*/ 159088 w 175179"/>
                <a:gd name="connsiteY195" fmla="*/ 180992 h 243397"/>
                <a:gd name="connsiteX196" fmla="*/ 159132 w 175179"/>
                <a:gd name="connsiteY196" fmla="*/ 178192 h 243397"/>
                <a:gd name="connsiteX197" fmla="*/ 159227 w 175179"/>
                <a:gd name="connsiteY197" fmla="*/ 170812 h 243397"/>
                <a:gd name="connsiteX198" fmla="*/ 159332 w 175179"/>
                <a:gd name="connsiteY198" fmla="*/ 163285 h 243397"/>
                <a:gd name="connsiteX199" fmla="*/ 159524 w 175179"/>
                <a:gd name="connsiteY199" fmla="*/ 148508 h 243397"/>
                <a:gd name="connsiteX200" fmla="*/ 158351 w 175179"/>
                <a:gd name="connsiteY200" fmla="*/ 148874 h 243397"/>
                <a:gd name="connsiteX201" fmla="*/ 151508 w 175179"/>
                <a:gd name="connsiteY201" fmla="*/ 149349 h 243397"/>
                <a:gd name="connsiteX202" fmla="*/ 149993 w 175179"/>
                <a:gd name="connsiteY202" fmla="*/ 149353 h 243397"/>
                <a:gd name="connsiteX203" fmla="*/ 145051 w 175179"/>
                <a:gd name="connsiteY203" fmla="*/ 149351 h 243397"/>
                <a:gd name="connsiteX204" fmla="*/ 141616 w 175179"/>
                <a:gd name="connsiteY204" fmla="*/ 149353 h 243397"/>
                <a:gd name="connsiteX205" fmla="*/ 134427 w 175179"/>
                <a:gd name="connsiteY205" fmla="*/ 149349 h 243397"/>
                <a:gd name="connsiteX206" fmla="*/ 125193 w 175179"/>
                <a:gd name="connsiteY206" fmla="*/ 149352 h 243397"/>
                <a:gd name="connsiteX207" fmla="*/ 118105 w 175179"/>
                <a:gd name="connsiteY207" fmla="*/ 149352 h 243397"/>
                <a:gd name="connsiteX208" fmla="*/ 114698 w 175179"/>
                <a:gd name="connsiteY208" fmla="*/ 149354 h 243397"/>
                <a:gd name="connsiteX209" fmla="*/ 109952 w 175179"/>
                <a:gd name="connsiteY209" fmla="*/ 149349 h 243397"/>
                <a:gd name="connsiteX210" fmla="*/ 107221 w 175179"/>
                <a:gd name="connsiteY210" fmla="*/ 149347 h 243397"/>
                <a:gd name="connsiteX211" fmla="*/ 104458 w 175179"/>
                <a:gd name="connsiteY211" fmla="*/ 148508 h 243397"/>
                <a:gd name="connsiteX212" fmla="*/ 104359 w 175179"/>
                <a:gd name="connsiteY212" fmla="*/ 141951 h 243397"/>
                <a:gd name="connsiteX213" fmla="*/ 104357 w 175179"/>
                <a:gd name="connsiteY213" fmla="*/ 139957 h 243397"/>
                <a:gd name="connsiteX214" fmla="*/ 104361 w 175179"/>
                <a:gd name="connsiteY214" fmla="*/ 135776 h 243397"/>
                <a:gd name="connsiteX215" fmla="*/ 104356 w 175179"/>
                <a:gd name="connsiteY215" fmla="*/ 129352 h 243397"/>
                <a:gd name="connsiteX216" fmla="*/ 104359 w 175179"/>
                <a:gd name="connsiteY216" fmla="*/ 125300 h 243397"/>
                <a:gd name="connsiteX217" fmla="*/ 104354 w 175179"/>
                <a:gd name="connsiteY217" fmla="*/ 123346 h 243397"/>
                <a:gd name="connsiteX218" fmla="*/ 105202 w 175179"/>
                <a:gd name="connsiteY218" fmla="*/ 117999 h 243397"/>
                <a:gd name="connsiteX219" fmla="*/ 108371 w 175179"/>
                <a:gd name="connsiteY219" fmla="*/ 117909 h 243397"/>
                <a:gd name="connsiteX220" fmla="*/ 110437 w 175179"/>
                <a:gd name="connsiteY220" fmla="*/ 117906 h 243397"/>
                <a:gd name="connsiteX221" fmla="*/ 112732 w 175179"/>
                <a:gd name="connsiteY221" fmla="*/ 117914 h 243397"/>
                <a:gd name="connsiteX222" fmla="*/ 115169 w 175179"/>
                <a:gd name="connsiteY222" fmla="*/ 117914 h 243397"/>
                <a:gd name="connsiteX223" fmla="*/ 123018 w 175179"/>
                <a:gd name="connsiteY223" fmla="*/ 117926 h 243397"/>
                <a:gd name="connsiteX224" fmla="*/ 127847 w 175179"/>
                <a:gd name="connsiteY224" fmla="*/ 117928 h 243397"/>
                <a:gd name="connsiteX225" fmla="*/ 145804 w 175179"/>
                <a:gd name="connsiteY225" fmla="*/ 117952 h 243397"/>
                <a:gd name="connsiteX226" fmla="*/ 186313 w 175179"/>
                <a:gd name="connsiteY226" fmla="*/ 117999 h 243397"/>
                <a:gd name="connsiteX227" fmla="*/ 186313 w 175179"/>
                <a:gd name="connsiteY227" fmla="*/ 210272 h 243397"/>
                <a:gd name="connsiteX228" fmla="*/ 183337 w 175179"/>
                <a:gd name="connsiteY228" fmla="*/ 210272 h 243397"/>
                <a:gd name="connsiteX229" fmla="*/ 183337 w 175179"/>
                <a:gd name="connsiteY229" fmla="*/ 213248 h 243397"/>
                <a:gd name="connsiteX230" fmla="*/ 179616 w 175179"/>
                <a:gd name="connsiteY230" fmla="*/ 215481 h 243397"/>
                <a:gd name="connsiteX231" fmla="*/ 179616 w 175179"/>
                <a:gd name="connsiteY231" fmla="*/ 216969 h 243397"/>
                <a:gd name="connsiteX232" fmla="*/ 177848 w 175179"/>
                <a:gd name="connsiteY232" fmla="*/ 217248 h 243397"/>
                <a:gd name="connsiteX233" fmla="*/ 175895 w 175179"/>
                <a:gd name="connsiteY233" fmla="*/ 217713 h 243397"/>
                <a:gd name="connsiteX234" fmla="*/ 174407 w 175179"/>
                <a:gd name="connsiteY234" fmla="*/ 220690 h 243397"/>
                <a:gd name="connsiteX235" fmla="*/ 172174 w 175179"/>
                <a:gd name="connsiteY235" fmla="*/ 220690 h 243397"/>
                <a:gd name="connsiteX236" fmla="*/ 171942 w 175179"/>
                <a:gd name="connsiteY236" fmla="*/ 222085 h 243397"/>
                <a:gd name="connsiteX237" fmla="*/ 171430 w 175179"/>
                <a:gd name="connsiteY237" fmla="*/ 223666 h 243397"/>
                <a:gd name="connsiteX238" fmla="*/ 166965 w 175179"/>
                <a:gd name="connsiteY238" fmla="*/ 225155 h 243397"/>
                <a:gd name="connsiteX239" fmla="*/ 166965 w 175179"/>
                <a:gd name="connsiteY239" fmla="*/ 227387 h 243397"/>
                <a:gd name="connsiteX240" fmla="*/ 164407 w 175179"/>
                <a:gd name="connsiteY240" fmla="*/ 227573 h 243397"/>
                <a:gd name="connsiteX241" fmla="*/ 161756 w 175179"/>
                <a:gd name="connsiteY241" fmla="*/ 228131 h 243397"/>
                <a:gd name="connsiteX242" fmla="*/ 161384 w 175179"/>
                <a:gd name="connsiteY242" fmla="*/ 229666 h 243397"/>
                <a:gd name="connsiteX243" fmla="*/ 161012 w 175179"/>
                <a:gd name="connsiteY243" fmla="*/ 231108 h 243397"/>
                <a:gd name="connsiteX244" fmla="*/ 155803 w 175179"/>
                <a:gd name="connsiteY244" fmla="*/ 231108 h 243397"/>
                <a:gd name="connsiteX245" fmla="*/ 155803 w 175179"/>
                <a:gd name="connsiteY245" fmla="*/ 234084 h 243397"/>
                <a:gd name="connsiteX246" fmla="*/ 153245 w 175179"/>
                <a:gd name="connsiteY246" fmla="*/ 234270 h 243397"/>
                <a:gd name="connsiteX247" fmla="*/ 150594 w 175179"/>
                <a:gd name="connsiteY247" fmla="*/ 234829 h 243397"/>
                <a:gd name="connsiteX248" fmla="*/ 150289 w 175179"/>
                <a:gd name="connsiteY248" fmla="*/ 236326 h 243397"/>
                <a:gd name="connsiteX249" fmla="*/ 149850 w 175179"/>
                <a:gd name="connsiteY249" fmla="*/ 237805 h 243397"/>
                <a:gd name="connsiteX250" fmla="*/ 146130 w 175179"/>
                <a:gd name="connsiteY250" fmla="*/ 238224 h 243397"/>
                <a:gd name="connsiteX251" fmla="*/ 142409 w 175179"/>
                <a:gd name="connsiteY251" fmla="*/ 238549 h 243397"/>
                <a:gd name="connsiteX252" fmla="*/ 141665 w 175179"/>
                <a:gd name="connsiteY252" fmla="*/ 240782 h 243397"/>
                <a:gd name="connsiteX253" fmla="*/ 134153 w 175179"/>
                <a:gd name="connsiteY253" fmla="*/ 241151 h 243397"/>
                <a:gd name="connsiteX254" fmla="*/ 131991 w 175179"/>
                <a:gd name="connsiteY254" fmla="*/ 241526 h 243397"/>
                <a:gd name="connsiteX255" fmla="*/ 131753 w 175179"/>
                <a:gd name="connsiteY255" fmla="*/ 243014 h 243397"/>
                <a:gd name="connsiteX256" fmla="*/ 131247 w 175179"/>
                <a:gd name="connsiteY256" fmla="*/ 244502 h 243397"/>
                <a:gd name="connsiteX257" fmla="*/ 126939 w 175179"/>
                <a:gd name="connsiteY257" fmla="*/ 244876 h 243397"/>
                <a:gd name="connsiteX258" fmla="*/ 124147 w 175179"/>
                <a:gd name="connsiteY258" fmla="*/ 244897 h 243397"/>
                <a:gd name="connsiteX259" fmla="*/ 121108 w 175179"/>
                <a:gd name="connsiteY259" fmla="*/ 244872 h 243397"/>
                <a:gd name="connsiteX260" fmla="*/ 118013 w 175179"/>
                <a:gd name="connsiteY260" fmla="*/ 244875 h 243397"/>
                <a:gd name="connsiteX261" fmla="*/ 111520 w 175179"/>
                <a:gd name="connsiteY261" fmla="*/ 244850 h 243397"/>
                <a:gd name="connsiteX262" fmla="*/ 103179 w 175179"/>
                <a:gd name="connsiteY262" fmla="*/ 244840 h 243397"/>
                <a:gd name="connsiteX263" fmla="*/ 96786 w 175179"/>
                <a:gd name="connsiteY263" fmla="*/ 244830 h 243397"/>
                <a:gd name="connsiteX264" fmla="*/ 93710 w 175179"/>
                <a:gd name="connsiteY264" fmla="*/ 244829 h 243397"/>
                <a:gd name="connsiteX265" fmla="*/ 89418 w 175179"/>
                <a:gd name="connsiteY265" fmla="*/ 244803 h 243397"/>
                <a:gd name="connsiteX266" fmla="*/ 86946 w 175179"/>
                <a:gd name="connsiteY266" fmla="*/ 244791 h 243397"/>
                <a:gd name="connsiteX267" fmla="*/ 85110 w 175179"/>
                <a:gd name="connsiteY267" fmla="*/ 244502 h 243397"/>
                <a:gd name="connsiteX268" fmla="*/ 84366 w 175179"/>
                <a:gd name="connsiteY268" fmla="*/ 242270 h 243397"/>
                <a:gd name="connsiteX269" fmla="*/ 78936 w 175179"/>
                <a:gd name="connsiteY269" fmla="*/ 241398 h 243397"/>
                <a:gd name="connsiteX270" fmla="*/ 77110 w 175179"/>
                <a:gd name="connsiteY270" fmla="*/ 241247 h 243397"/>
                <a:gd name="connsiteX271" fmla="*/ 75355 w 175179"/>
                <a:gd name="connsiteY271" fmla="*/ 241136 h 243397"/>
                <a:gd name="connsiteX272" fmla="*/ 73948 w 175179"/>
                <a:gd name="connsiteY272" fmla="*/ 240782 h 243397"/>
                <a:gd name="connsiteX273" fmla="*/ 73204 w 175179"/>
                <a:gd name="connsiteY273" fmla="*/ 238549 h 243397"/>
                <a:gd name="connsiteX274" fmla="*/ 68018 w 175179"/>
                <a:gd name="connsiteY274" fmla="*/ 238180 h 243397"/>
                <a:gd name="connsiteX275" fmla="*/ 66506 w 175179"/>
                <a:gd name="connsiteY275" fmla="*/ 237805 h 243397"/>
                <a:gd name="connsiteX276" fmla="*/ 65762 w 175179"/>
                <a:gd name="connsiteY276" fmla="*/ 234829 h 243397"/>
                <a:gd name="connsiteX277" fmla="*/ 62786 w 175179"/>
                <a:gd name="connsiteY277" fmla="*/ 234410 h 243397"/>
                <a:gd name="connsiteX278" fmla="*/ 59809 w 175179"/>
                <a:gd name="connsiteY278" fmla="*/ 234084 h 243397"/>
                <a:gd name="connsiteX279" fmla="*/ 59065 w 175179"/>
                <a:gd name="connsiteY279" fmla="*/ 231852 h 243397"/>
                <a:gd name="connsiteX280" fmla="*/ 57158 w 175179"/>
                <a:gd name="connsiteY280" fmla="*/ 231526 h 243397"/>
                <a:gd name="connsiteX281" fmla="*/ 55344 w 175179"/>
                <a:gd name="connsiteY281" fmla="*/ 231108 h 243397"/>
                <a:gd name="connsiteX282" fmla="*/ 55344 w 175179"/>
                <a:gd name="connsiteY282" fmla="*/ 228131 h 243397"/>
                <a:gd name="connsiteX283" fmla="*/ 53158 w 175179"/>
                <a:gd name="connsiteY283" fmla="*/ 227992 h 243397"/>
                <a:gd name="connsiteX284" fmla="*/ 50879 w 175179"/>
                <a:gd name="connsiteY284" fmla="*/ 227387 h 243397"/>
                <a:gd name="connsiteX285" fmla="*/ 50135 w 175179"/>
                <a:gd name="connsiteY285" fmla="*/ 223666 h 243397"/>
                <a:gd name="connsiteX286" fmla="*/ 46415 w 175179"/>
                <a:gd name="connsiteY286" fmla="*/ 223666 h 243397"/>
                <a:gd name="connsiteX287" fmla="*/ 46415 w 175179"/>
                <a:gd name="connsiteY287" fmla="*/ 221434 h 243397"/>
                <a:gd name="connsiteX288" fmla="*/ 43438 w 175179"/>
                <a:gd name="connsiteY288" fmla="*/ 219946 h 243397"/>
                <a:gd name="connsiteX289" fmla="*/ 38973 w 175179"/>
                <a:gd name="connsiteY289" fmla="*/ 213993 h 243397"/>
                <a:gd name="connsiteX290" fmla="*/ 36741 w 175179"/>
                <a:gd name="connsiteY290" fmla="*/ 213248 h 243397"/>
                <a:gd name="connsiteX291" fmla="*/ 35997 w 175179"/>
                <a:gd name="connsiteY291" fmla="*/ 210272 h 243397"/>
                <a:gd name="connsiteX292" fmla="*/ 33764 w 175179"/>
                <a:gd name="connsiteY292" fmla="*/ 208784 h 243397"/>
                <a:gd name="connsiteX293" fmla="*/ 33764 w 175179"/>
                <a:gd name="connsiteY293" fmla="*/ 206551 h 243397"/>
                <a:gd name="connsiteX294" fmla="*/ 32369 w 175179"/>
                <a:gd name="connsiteY294" fmla="*/ 205900 h 243397"/>
                <a:gd name="connsiteX295" fmla="*/ 29299 w 175179"/>
                <a:gd name="connsiteY295" fmla="*/ 201342 h 243397"/>
                <a:gd name="connsiteX296" fmla="*/ 27811 w 175179"/>
                <a:gd name="connsiteY296" fmla="*/ 200598 h 243397"/>
                <a:gd name="connsiteX297" fmla="*/ 27067 w 175179"/>
                <a:gd name="connsiteY297" fmla="*/ 196877 h 243397"/>
                <a:gd name="connsiteX298" fmla="*/ 25579 w 175179"/>
                <a:gd name="connsiteY298" fmla="*/ 196133 h 243397"/>
                <a:gd name="connsiteX299" fmla="*/ 24835 w 175179"/>
                <a:gd name="connsiteY299" fmla="*/ 190180 h 243397"/>
                <a:gd name="connsiteX300" fmla="*/ 22602 w 175179"/>
                <a:gd name="connsiteY300" fmla="*/ 190180 h 243397"/>
                <a:gd name="connsiteX301" fmla="*/ 22370 w 175179"/>
                <a:gd name="connsiteY301" fmla="*/ 187994 h 243397"/>
                <a:gd name="connsiteX302" fmla="*/ 21858 w 175179"/>
                <a:gd name="connsiteY302" fmla="*/ 185715 h 243397"/>
                <a:gd name="connsiteX303" fmla="*/ 19626 w 175179"/>
                <a:gd name="connsiteY303" fmla="*/ 184971 h 243397"/>
                <a:gd name="connsiteX304" fmla="*/ 19207 w 175179"/>
                <a:gd name="connsiteY304" fmla="*/ 181250 h 243397"/>
                <a:gd name="connsiteX305" fmla="*/ 18881 w 175179"/>
                <a:gd name="connsiteY305" fmla="*/ 177530 h 243397"/>
                <a:gd name="connsiteX306" fmla="*/ 17393 w 175179"/>
                <a:gd name="connsiteY306" fmla="*/ 176786 h 243397"/>
                <a:gd name="connsiteX307" fmla="*/ 16977 w 175179"/>
                <a:gd name="connsiteY307" fmla="*/ 170437 h 243397"/>
                <a:gd name="connsiteX308" fmla="*/ 16649 w 175179"/>
                <a:gd name="connsiteY308" fmla="*/ 168600 h 243397"/>
                <a:gd name="connsiteX309" fmla="*/ 14417 w 175179"/>
                <a:gd name="connsiteY309" fmla="*/ 167856 h 243397"/>
                <a:gd name="connsiteX310" fmla="*/ 14114 w 175179"/>
                <a:gd name="connsiteY310" fmla="*/ 164879 h 243397"/>
                <a:gd name="connsiteX311" fmla="*/ 14065 w 175179"/>
                <a:gd name="connsiteY311" fmla="*/ 163066 h 243397"/>
                <a:gd name="connsiteX312" fmla="*/ 14024 w 175179"/>
                <a:gd name="connsiteY312" fmla="*/ 159252 h 243397"/>
                <a:gd name="connsiteX313" fmla="*/ 13975 w 175179"/>
                <a:gd name="connsiteY313" fmla="*/ 157438 h 243397"/>
                <a:gd name="connsiteX314" fmla="*/ 13959 w 175179"/>
                <a:gd name="connsiteY314" fmla="*/ 155764 h 243397"/>
                <a:gd name="connsiteX315" fmla="*/ 13672 w 175179"/>
                <a:gd name="connsiteY315" fmla="*/ 154461 h 243397"/>
                <a:gd name="connsiteX316" fmla="*/ 11440 w 175179"/>
                <a:gd name="connsiteY316" fmla="*/ 153717 h 243397"/>
                <a:gd name="connsiteX317" fmla="*/ 11151 w 175179"/>
                <a:gd name="connsiteY317" fmla="*/ 148248 h 243397"/>
                <a:gd name="connsiteX318" fmla="*/ 11139 w 175179"/>
                <a:gd name="connsiteY318" fmla="*/ 146514 h 243397"/>
                <a:gd name="connsiteX319" fmla="*/ 11144 w 175179"/>
                <a:gd name="connsiteY319" fmla="*/ 140811 h 243397"/>
                <a:gd name="connsiteX320" fmla="*/ 11137 w 175179"/>
                <a:gd name="connsiteY320" fmla="*/ 136866 h 243397"/>
                <a:gd name="connsiteX321" fmla="*/ 11149 w 175179"/>
                <a:gd name="connsiteY321" fmla="*/ 128585 h 243397"/>
                <a:gd name="connsiteX322" fmla="*/ 11141 w 175179"/>
                <a:gd name="connsiteY322" fmla="*/ 117947 h 243397"/>
                <a:gd name="connsiteX323" fmla="*/ 11141 w 175179"/>
                <a:gd name="connsiteY323" fmla="*/ 109797 h 243397"/>
                <a:gd name="connsiteX324" fmla="*/ 11136 w 175179"/>
                <a:gd name="connsiteY324" fmla="*/ 105873 h 243397"/>
                <a:gd name="connsiteX325" fmla="*/ 11151 w 175179"/>
                <a:gd name="connsiteY325" fmla="*/ 100399 h 243397"/>
                <a:gd name="connsiteX326" fmla="*/ 11137 w 175179"/>
                <a:gd name="connsiteY326" fmla="*/ 98745 h 243397"/>
                <a:gd name="connsiteX327" fmla="*/ 11440 w 175179"/>
                <a:gd name="connsiteY327" fmla="*/ 94930 h 243397"/>
                <a:gd name="connsiteX328" fmla="*/ 13672 w 175179"/>
                <a:gd name="connsiteY328" fmla="*/ 94186 h 243397"/>
                <a:gd name="connsiteX329" fmla="*/ 14053 w 175179"/>
                <a:gd name="connsiteY329" fmla="*/ 91183 h 243397"/>
                <a:gd name="connsiteX330" fmla="*/ 14133 w 175179"/>
                <a:gd name="connsiteY330" fmla="*/ 89359 h 243397"/>
                <a:gd name="connsiteX331" fmla="*/ 14184 w 175179"/>
                <a:gd name="connsiteY331" fmla="*/ 87442 h 243397"/>
                <a:gd name="connsiteX332" fmla="*/ 14261 w 175179"/>
                <a:gd name="connsiteY332" fmla="*/ 85516 h 243397"/>
                <a:gd name="connsiteX333" fmla="*/ 14417 w 175179"/>
                <a:gd name="connsiteY333" fmla="*/ 80791 h 243397"/>
                <a:gd name="connsiteX334" fmla="*/ 15905 w 175179"/>
                <a:gd name="connsiteY334" fmla="*/ 80791 h 243397"/>
                <a:gd name="connsiteX335" fmla="*/ 17039 w 175179"/>
                <a:gd name="connsiteY335" fmla="*/ 73655 h 243397"/>
                <a:gd name="connsiteX336" fmla="*/ 19626 w 175179"/>
                <a:gd name="connsiteY336" fmla="*/ 69629 h 243397"/>
                <a:gd name="connsiteX337" fmla="*/ 19626 w 175179"/>
                <a:gd name="connsiteY337" fmla="*/ 66606 h 243397"/>
                <a:gd name="connsiteX338" fmla="*/ 19626 w 175179"/>
                <a:gd name="connsiteY338" fmla="*/ 63676 h 243397"/>
                <a:gd name="connsiteX339" fmla="*/ 21858 w 175179"/>
                <a:gd name="connsiteY339" fmla="*/ 62188 h 243397"/>
                <a:gd name="connsiteX340" fmla="*/ 22370 w 175179"/>
                <a:gd name="connsiteY340" fmla="*/ 59118 h 243397"/>
                <a:gd name="connsiteX341" fmla="*/ 22602 w 175179"/>
                <a:gd name="connsiteY341" fmla="*/ 56235 h 243397"/>
                <a:gd name="connsiteX342" fmla="*/ 24835 w 175179"/>
                <a:gd name="connsiteY342" fmla="*/ 56235 h 243397"/>
                <a:gd name="connsiteX343" fmla="*/ 25579 w 175179"/>
                <a:gd name="connsiteY343" fmla="*/ 50282 h 243397"/>
                <a:gd name="connsiteX344" fmla="*/ 27811 w 175179"/>
                <a:gd name="connsiteY344" fmla="*/ 50282 h 243397"/>
                <a:gd name="connsiteX345" fmla="*/ 27672 w 175179"/>
                <a:gd name="connsiteY345" fmla="*/ 48561 h 243397"/>
                <a:gd name="connsiteX346" fmla="*/ 30044 w 175179"/>
                <a:gd name="connsiteY346" fmla="*/ 44329 h 243397"/>
                <a:gd name="connsiteX347" fmla="*/ 31532 w 175179"/>
                <a:gd name="connsiteY347" fmla="*/ 40608 h 243397"/>
                <a:gd name="connsiteX348" fmla="*/ 33020 w 175179"/>
                <a:gd name="connsiteY348" fmla="*/ 39864 h 243397"/>
                <a:gd name="connsiteX349" fmla="*/ 33764 w 175179"/>
                <a:gd name="connsiteY349" fmla="*/ 38375 h 243397"/>
                <a:gd name="connsiteX350" fmla="*/ 35997 w 175179"/>
                <a:gd name="connsiteY350" fmla="*/ 36143 h 243397"/>
                <a:gd name="connsiteX351" fmla="*/ 36369 w 175179"/>
                <a:gd name="connsiteY351" fmla="*/ 34655 h 243397"/>
                <a:gd name="connsiteX352" fmla="*/ 36741 w 175179"/>
                <a:gd name="connsiteY352" fmla="*/ 33166 h 243397"/>
                <a:gd name="connsiteX353" fmla="*/ 38229 w 175179"/>
                <a:gd name="connsiteY353" fmla="*/ 32422 h 243397"/>
                <a:gd name="connsiteX354" fmla="*/ 38973 w 175179"/>
                <a:gd name="connsiteY354" fmla="*/ 30190 h 243397"/>
                <a:gd name="connsiteX355" fmla="*/ 41206 w 175179"/>
                <a:gd name="connsiteY355" fmla="*/ 29446 h 243397"/>
                <a:gd name="connsiteX356" fmla="*/ 42694 w 175179"/>
                <a:gd name="connsiteY356" fmla="*/ 26469 h 243397"/>
                <a:gd name="connsiteX357" fmla="*/ 44926 w 175179"/>
                <a:gd name="connsiteY357" fmla="*/ 24237 h 243397"/>
                <a:gd name="connsiteX358" fmla="*/ 48647 w 175179"/>
                <a:gd name="connsiteY358" fmla="*/ 19028 h 243397"/>
                <a:gd name="connsiteX359" fmla="*/ 50879 w 175179"/>
                <a:gd name="connsiteY359" fmla="*/ 19074 h 243397"/>
                <a:gd name="connsiteX360" fmla="*/ 53112 w 175179"/>
                <a:gd name="connsiteY360" fmla="*/ 19028 h 243397"/>
                <a:gd name="connsiteX361" fmla="*/ 53856 w 175179"/>
                <a:gd name="connsiteY361" fmla="*/ 16051 h 243397"/>
                <a:gd name="connsiteX362" fmla="*/ 58321 w 175179"/>
                <a:gd name="connsiteY362" fmla="*/ 15307 h 243397"/>
                <a:gd name="connsiteX363" fmla="*/ 58321 w 175179"/>
                <a:gd name="connsiteY363" fmla="*/ 12331 h 243397"/>
                <a:gd name="connsiteX364" fmla="*/ 64274 w 175179"/>
                <a:gd name="connsiteY364" fmla="*/ 12331 h 243397"/>
                <a:gd name="connsiteX365" fmla="*/ 64274 w 175179"/>
                <a:gd name="connsiteY365" fmla="*/ 8610 h 243397"/>
                <a:gd name="connsiteX366" fmla="*/ 65876 w 175179"/>
                <a:gd name="connsiteY366" fmla="*/ 8526 h 243397"/>
                <a:gd name="connsiteX367" fmla="*/ 67948 w 175179"/>
                <a:gd name="connsiteY367" fmla="*/ 8377 h 243397"/>
                <a:gd name="connsiteX368" fmla="*/ 70015 w 175179"/>
                <a:gd name="connsiteY368" fmla="*/ 8246 h 243397"/>
                <a:gd name="connsiteX369" fmla="*/ 71715 w 175179"/>
                <a:gd name="connsiteY369" fmla="*/ 7866 h 243397"/>
                <a:gd name="connsiteX370" fmla="*/ 72460 w 175179"/>
                <a:gd name="connsiteY370" fmla="*/ 5633 h 243397"/>
                <a:gd name="connsiteX371" fmla="*/ 79971 w 175179"/>
                <a:gd name="connsiteY371" fmla="*/ 5264 h 243397"/>
                <a:gd name="connsiteX372" fmla="*/ 82133 w 175179"/>
                <a:gd name="connsiteY372" fmla="*/ 4889 h 243397"/>
                <a:gd name="connsiteX373" fmla="*/ 82376 w 175179"/>
                <a:gd name="connsiteY373" fmla="*/ 3401 h 243397"/>
                <a:gd name="connsiteX374" fmla="*/ 82878 w 175179"/>
                <a:gd name="connsiteY374" fmla="*/ 1913 h 24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175179" h="243397">
                  <a:moveTo>
                    <a:pt x="82878" y="1913"/>
                  </a:moveTo>
                  <a:cubicBezTo>
                    <a:pt x="84685" y="1535"/>
                    <a:pt x="84685" y="1535"/>
                    <a:pt x="87117" y="1527"/>
                  </a:cubicBezTo>
                  <a:cubicBezTo>
                    <a:pt x="88023" y="1518"/>
                    <a:pt x="88930" y="1509"/>
                    <a:pt x="89864" y="1499"/>
                  </a:cubicBezTo>
                  <a:cubicBezTo>
                    <a:pt x="90860" y="1504"/>
                    <a:pt x="91857" y="1510"/>
                    <a:pt x="92854" y="1517"/>
                  </a:cubicBezTo>
                  <a:cubicBezTo>
                    <a:pt x="93869" y="1515"/>
                    <a:pt x="94883" y="1512"/>
                    <a:pt x="95898" y="1509"/>
                  </a:cubicBezTo>
                  <a:cubicBezTo>
                    <a:pt x="98028" y="1504"/>
                    <a:pt x="100157" y="1511"/>
                    <a:pt x="102287" y="1525"/>
                  </a:cubicBezTo>
                  <a:cubicBezTo>
                    <a:pt x="105022" y="1541"/>
                    <a:pt x="107757" y="1532"/>
                    <a:pt x="110492" y="1514"/>
                  </a:cubicBezTo>
                  <a:cubicBezTo>
                    <a:pt x="112589" y="1503"/>
                    <a:pt x="114685" y="1507"/>
                    <a:pt x="116781" y="1514"/>
                  </a:cubicBezTo>
                  <a:cubicBezTo>
                    <a:pt x="117790" y="1516"/>
                    <a:pt x="118799" y="1514"/>
                    <a:pt x="119808" y="1507"/>
                  </a:cubicBezTo>
                  <a:cubicBezTo>
                    <a:pt x="121215" y="1499"/>
                    <a:pt x="122623" y="1513"/>
                    <a:pt x="124031" y="1527"/>
                  </a:cubicBezTo>
                  <a:cubicBezTo>
                    <a:pt x="124833" y="1530"/>
                    <a:pt x="125636" y="1532"/>
                    <a:pt x="126462" y="1535"/>
                  </a:cubicBezTo>
                  <a:cubicBezTo>
                    <a:pt x="127059" y="1659"/>
                    <a:pt x="127655" y="1784"/>
                    <a:pt x="128270" y="1913"/>
                  </a:cubicBezTo>
                  <a:cubicBezTo>
                    <a:pt x="128762" y="3403"/>
                    <a:pt x="128762" y="3403"/>
                    <a:pt x="129014" y="4889"/>
                  </a:cubicBezTo>
                  <a:cubicBezTo>
                    <a:pt x="131423" y="5306"/>
                    <a:pt x="131423" y="5306"/>
                    <a:pt x="134223" y="5261"/>
                  </a:cubicBezTo>
                  <a:cubicBezTo>
                    <a:pt x="137107" y="5284"/>
                    <a:pt x="137107" y="5284"/>
                    <a:pt x="139432" y="5633"/>
                  </a:cubicBezTo>
                  <a:cubicBezTo>
                    <a:pt x="139921" y="7145"/>
                    <a:pt x="139921" y="7145"/>
                    <a:pt x="140176" y="8610"/>
                  </a:cubicBezTo>
                  <a:cubicBezTo>
                    <a:pt x="141741" y="8859"/>
                    <a:pt x="141741" y="8859"/>
                    <a:pt x="143525" y="8610"/>
                  </a:cubicBezTo>
                  <a:cubicBezTo>
                    <a:pt x="145362" y="8424"/>
                    <a:pt x="145362" y="8424"/>
                    <a:pt x="146874" y="8610"/>
                  </a:cubicBezTo>
                  <a:cubicBezTo>
                    <a:pt x="147318" y="10075"/>
                    <a:pt x="147318" y="10075"/>
                    <a:pt x="147618" y="11586"/>
                  </a:cubicBezTo>
                  <a:cubicBezTo>
                    <a:pt x="149105" y="11840"/>
                    <a:pt x="150594" y="12087"/>
                    <a:pt x="152083" y="12331"/>
                  </a:cubicBezTo>
                  <a:cubicBezTo>
                    <a:pt x="152966" y="13819"/>
                    <a:pt x="152966" y="13819"/>
                    <a:pt x="153571" y="15307"/>
                  </a:cubicBezTo>
                  <a:cubicBezTo>
                    <a:pt x="154308" y="15553"/>
                    <a:pt x="155044" y="15798"/>
                    <a:pt x="155803" y="16051"/>
                  </a:cubicBezTo>
                  <a:cubicBezTo>
                    <a:pt x="156126" y="16811"/>
                    <a:pt x="156126" y="16811"/>
                    <a:pt x="156454" y="17586"/>
                  </a:cubicBezTo>
                  <a:cubicBezTo>
                    <a:pt x="156869" y="18300"/>
                    <a:pt x="156869" y="18300"/>
                    <a:pt x="157292" y="19028"/>
                  </a:cubicBezTo>
                  <a:cubicBezTo>
                    <a:pt x="157921" y="19028"/>
                    <a:pt x="158550" y="19028"/>
                    <a:pt x="159198" y="19028"/>
                  </a:cubicBezTo>
                  <a:cubicBezTo>
                    <a:pt x="159797" y="19028"/>
                    <a:pt x="160396" y="19028"/>
                    <a:pt x="161012" y="19028"/>
                  </a:cubicBezTo>
                  <a:cubicBezTo>
                    <a:pt x="161477" y="20423"/>
                    <a:pt x="161477" y="20423"/>
                    <a:pt x="161756" y="22004"/>
                  </a:cubicBezTo>
                  <a:cubicBezTo>
                    <a:pt x="162493" y="22496"/>
                    <a:pt x="163230" y="22987"/>
                    <a:pt x="163989" y="23493"/>
                  </a:cubicBezTo>
                  <a:cubicBezTo>
                    <a:pt x="164234" y="24229"/>
                    <a:pt x="164480" y="24966"/>
                    <a:pt x="164733" y="25725"/>
                  </a:cubicBezTo>
                  <a:cubicBezTo>
                    <a:pt x="165470" y="26216"/>
                    <a:pt x="166206" y="26707"/>
                    <a:pt x="166965" y="27213"/>
                  </a:cubicBezTo>
                  <a:cubicBezTo>
                    <a:pt x="167211" y="27950"/>
                    <a:pt x="167457" y="28687"/>
                    <a:pt x="167710" y="29446"/>
                  </a:cubicBezTo>
                  <a:cubicBezTo>
                    <a:pt x="168446" y="29937"/>
                    <a:pt x="169183" y="30428"/>
                    <a:pt x="169942" y="30934"/>
                  </a:cubicBezTo>
                  <a:cubicBezTo>
                    <a:pt x="170443" y="32172"/>
                    <a:pt x="170940" y="33412"/>
                    <a:pt x="171430" y="34655"/>
                  </a:cubicBezTo>
                  <a:cubicBezTo>
                    <a:pt x="171921" y="34655"/>
                    <a:pt x="172413" y="34655"/>
                    <a:pt x="172919" y="34655"/>
                  </a:cubicBezTo>
                  <a:cubicBezTo>
                    <a:pt x="173034" y="35898"/>
                    <a:pt x="173034" y="35898"/>
                    <a:pt x="173151" y="37166"/>
                  </a:cubicBezTo>
                  <a:cubicBezTo>
                    <a:pt x="173320" y="38056"/>
                    <a:pt x="173489" y="38947"/>
                    <a:pt x="173663" y="39864"/>
                  </a:cubicBezTo>
                  <a:cubicBezTo>
                    <a:pt x="174399" y="40355"/>
                    <a:pt x="175136" y="40846"/>
                    <a:pt x="175895" y="41352"/>
                  </a:cubicBezTo>
                  <a:cubicBezTo>
                    <a:pt x="176035" y="44050"/>
                    <a:pt x="176035" y="44050"/>
                    <a:pt x="175895" y="46561"/>
                  </a:cubicBezTo>
                  <a:cubicBezTo>
                    <a:pt x="176632" y="46561"/>
                    <a:pt x="177369" y="46561"/>
                    <a:pt x="178128" y="46561"/>
                  </a:cubicBezTo>
                  <a:cubicBezTo>
                    <a:pt x="178619" y="48026"/>
                    <a:pt x="178619" y="48026"/>
                    <a:pt x="178918" y="49910"/>
                  </a:cubicBezTo>
                  <a:cubicBezTo>
                    <a:pt x="179182" y="51736"/>
                    <a:pt x="179182" y="51736"/>
                    <a:pt x="179616" y="53258"/>
                  </a:cubicBezTo>
                  <a:cubicBezTo>
                    <a:pt x="180107" y="53258"/>
                    <a:pt x="180598" y="53258"/>
                    <a:pt x="181104" y="53258"/>
                  </a:cubicBezTo>
                  <a:cubicBezTo>
                    <a:pt x="181146" y="54132"/>
                    <a:pt x="181146" y="54132"/>
                    <a:pt x="181188" y="55023"/>
                  </a:cubicBezTo>
                  <a:cubicBezTo>
                    <a:pt x="181237" y="55776"/>
                    <a:pt x="181286" y="56529"/>
                    <a:pt x="181337" y="57305"/>
                  </a:cubicBezTo>
                  <a:cubicBezTo>
                    <a:pt x="181401" y="58431"/>
                    <a:pt x="181401" y="58431"/>
                    <a:pt x="181467" y="59581"/>
                  </a:cubicBezTo>
                  <a:cubicBezTo>
                    <a:pt x="181593" y="60195"/>
                    <a:pt x="181719" y="60810"/>
                    <a:pt x="181848" y="61444"/>
                  </a:cubicBezTo>
                  <a:cubicBezTo>
                    <a:pt x="182585" y="61689"/>
                    <a:pt x="183322" y="61935"/>
                    <a:pt x="184081" y="62188"/>
                  </a:cubicBezTo>
                  <a:cubicBezTo>
                    <a:pt x="184346" y="63559"/>
                    <a:pt x="184346" y="63559"/>
                    <a:pt x="184325" y="65327"/>
                  </a:cubicBezTo>
                  <a:cubicBezTo>
                    <a:pt x="184321" y="65959"/>
                    <a:pt x="184317" y="66592"/>
                    <a:pt x="184313" y="67243"/>
                  </a:cubicBezTo>
                  <a:cubicBezTo>
                    <a:pt x="184290" y="68240"/>
                    <a:pt x="184290" y="68240"/>
                    <a:pt x="184267" y="69257"/>
                  </a:cubicBezTo>
                  <a:cubicBezTo>
                    <a:pt x="184263" y="69922"/>
                    <a:pt x="184259" y="70587"/>
                    <a:pt x="184255" y="71272"/>
                  </a:cubicBezTo>
                  <a:cubicBezTo>
                    <a:pt x="184195" y="76212"/>
                    <a:pt x="184195" y="76212"/>
                    <a:pt x="183337" y="77071"/>
                  </a:cubicBezTo>
                  <a:cubicBezTo>
                    <a:pt x="180640" y="77222"/>
                    <a:pt x="177944" y="77309"/>
                    <a:pt x="175244" y="77388"/>
                  </a:cubicBezTo>
                  <a:cubicBezTo>
                    <a:pt x="174477" y="77529"/>
                    <a:pt x="173709" y="77670"/>
                    <a:pt x="172919" y="77815"/>
                  </a:cubicBezTo>
                  <a:cubicBezTo>
                    <a:pt x="172796" y="78308"/>
                    <a:pt x="172673" y="78801"/>
                    <a:pt x="172546" y="79309"/>
                  </a:cubicBezTo>
                  <a:cubicBezTo>
                    <a:pt x="172424" y="79798"/>
                    <a:pt x="172301" y="80287"/>
                    <a:pt x="172174" y="80791"/>
                  </a:cubicBezTo>
                  <a:cubicBezTo>
                    <a:pt x="169849" y="81166"/>
                    <a:pt x="169849" y="81166"/>
                    <a:pt x="166965" y="81210"/>
                  </a:cubicBezTo>
                  <a:cubicBezTo>
                    <a:pt x="164169" y="81209"/>
                    <a:pt x="164169" y="81209"/>
                    <a:pt x="161756" y="81536"/>
                  </a:cubicBezTo>
                  <a:cubicBezTo>
                    <a:pt x="161511" y="82272"/>
                    <a:pt x="161265" y="83009"/>
                    <a:pt x="161012" y="83768"/>
                  </a:cubicBezTo>
                  <a:cubicBezTo>
                    <a:pt x="159152" y="83954"/>
                    <a:pt x="159152" y="83954"/>
                    <a:pt x="157292" y="83768"/>
                  </a:cubicBezTo>
                  <a:cubicBezTo>
                    <a:pt x="155517" y="81993"/>
                    <a:pt x="156251" y="77408"/>
                    <a:pt x="156158" y="75004"/>
                  </a:cubicBezTo>
                  <a:cubicBezTo>
                    <a:pt x="156041" y="74213"/>
                    <a:pt x="155924" y="73421"/>
                    <a:pt x="155803" y="72606"/>
                  </a:cubicBezTo>
                  <a:cubicBezTo>
                    <a:pt x="155067" y="72115"/>
                    <a:pt x="154330" y="71624"/>
                    <a:pt x="153571" y="71118"/>
                  </a:cubicBezTo>
                  <a:cubicBezTo>
                    <a:pt x="153242" y="69371"/>
                    <a:pt x="153242" y="69371"/>
                    <a:pt x="153152" y="67350"/>
                  </a:cubicBezTo>
                  <a:cubicBezTo>
                    <a:pt x="153090" y="65382"/>
                    <a:pt x="153090" y="65382"/>
                    <a:pt x="152827" y="63676"/>
                  </a:cubicBezTo>
                  <a:cubicBezTo>
                    <a:pt x="152336" y="63431"/>
                    <a:pt x="151845" y="63185"/>
                    <a:pt x="151338" y="62932"/>
                  </a:cubicBezTo>
                  <a:cubicBezTo>
                    <a:pt x="151177" y="61643"/>
                    <a:pt x="151177" y="61643"/>
                    <a:pt x="151013" y="60328"/>
                  </a:cubicBezTo>
                  <a:cubicBezTo>
                    <a:pt x="150875" y="59468"/>
                    <a:pt x="150737" y="58609"/>
                    <a:pt x="150594" y="57723"/>
                  </a:cubicBezTo>
                  <a:cubicBezTo>
                    <a:pt x="149858" y="57478"/>
                    <a:pt x="149121" y="57232"/>
                    <a:pt x="148362" y="56979"/>
                  </a:cubicBezTo>
                  <a:cubicBezTo>
                    <a:pt x="148222" y="55072"/>
                    <a:pt x="148222" y="55072"/>
                    <a:pt x="148362" y="53258"/>
                  </a:cubicBezTo>
                  <a:cubicBezTo>
                    <a:pt x="147625" y="53258"/>
                    <a:pt x="146889" y="53258"/>
                    <a:pt x="146130" y="53258"/>
                  </a:cubicBezTo>
                  <a:cubicBezTo>
                    <a:pt x="145874" y="52268"/>
                    <a:pt x="145626" y="51276"/>
                    <a:pt x="145385" y="50282"/>
                  </a:cubicBezTo>
                  <a:cubicBezTo>
                    <a:pt x="144649" y="50036"/>
                    <a:pt x="143912" y="49791"/>
                    <a:pt x="143153" y="49538"/>
                  </a:cubicBezTo>
                  <a:cubicBezTo>
                    <a:pt x="142907" y="48801"/>
                    <a:pt x="142662" y="48064"/>
                    <a:pt x="142409" y="47305"/>
                  </a:cubicBezTo>
                  <a:cubicBezTo>
                    <a:pt x="141795" y="47060"/>
                    <a:pt x="141181" y="46814"/>
                    <a:pt x="140548" y="46561"/>
                  </a:cubicBezTo>
                  <a:cubicBezTo>
                    <a:pt x="139935" y="46315"/>
                    <a:pt x="139321" y="46070"/>
                    <a:pt x="138688" y="45817"/>
                  </a:cubicBezTo>
                  <a:cubicBezTo>
                    <a:pt x="138443" y="45080"/>
                    <a:pt x="138197" y="44343"/>
                    <a:pt x="137944" y="43584"/>
                  </a:cubicBezTo>
                  <a:cubicBezTo>
                    <a:pt x="135695" y="43034"/>
                    <a:pt x="135695" y="43034"/>
                    <a:pt x="133479" y="42840"/>
                  </a:cubicBezTo>
                  <a:cubicBezTo>
                    <a:pt x="133479" y="41858"/>
                    <a:pt x="133479" y="40876"/>
                    <a:pt x="133479" y="39864"/>
                  </a:cubicBezTo>
                  <a:cubicBezTo>
                    <a:pt x="132512" y="39925"/>
                    <a:pt x="131545" y="39987"/>
                    <a:pt x="130549" y="40050"/>
                  </a:cubicBezTo>
                  <a:cubicBezTo>
                    <a:pt x="128901" y="40154"/>
                    <a:pt x="128901" y="40154"/>
                    <a:pt x="127526" y="39864"/>
                  </a:cubicBezTo>
                  <a:cubicBezTo>
                    <a:pt x="127457" y="39380"/>
                    <a:pt x="127388" y="38897"/>
                    <a:pt x="127317" y="38399"/>
                  </a:cubicBezTo>
                  <a:cubicBezTo>
                    <a:pt x="127140" y="37900"/>
                    <a:pt x="126964" y="37401"/>
                    <a:pt x="126782" y="36887"/>
                  </a:cubicBezTo>
                  <a:cubicBezTo>
                    <a:pt x="124814" y="36532"/>
                    <a:pt x="123132" y="36369"/>
                    <a:pt x="121154" y="36329"/>
                  </a:cubicBezTo>
                  <a:cubicBezTo>
                    <a:pt x="120625" y="36307"/>
                    <a:pt x="120096" y="36285"/>
                    <a:pt x="119551" y="36262"/>
                  </a:cubicBezTo>
                  <a:cubicBezTo>
                    <a:pt x="118241" y="36209"/>
                    <a:pt x="116930" y="36175"/>
                    <a:pt x="115620" y="36143"/>
                  </a:cubicBezTo>
                  <a:cubicBezTo>
                    <a:pt x="115620" y="35161"/>
                    <a:pt x="115620" y="34179"/>
                    <a:pt x="115620" y="33166"/>
                  </a:cubicBezTo>
                  <a:cubicBezTo>
                    <a:pt x="112411" y="33081"/>
                    <a:pt x="109202" y="33027"/>
                    <a:pt x="105992" y="32980"/>
                  </a:cubicBezTo>
                  <a:cubicBezTo>
                    <a:pt x="105076" y="32956"/>
                    <a:pt x="104159" y="32931"/>
                    <a:pt x="103215" y="32905"/>
                  </a:cubicBezTo>
                  <a:cubicBezTo>
                    <a:pt x="102344" y="32895"/>
                    <a:pt x="101474" y="32886"/>
                    <a:pt x="100577" y="32876"/>
                  </a:cubicBezTo>
                  <a:cubicBezTo>
                    <a:pt x="99770" y="32860"/>
                    <a:pt x="98964" y="32845"/>
                    <a:pt x="98133" y="32829"/>
                  </a:cubicBezTo>
                  <a:cubicBezTo>
                    <a:pt x="97519" y="32940"/>
                    <a:pt x="96905" y="33052"/>
                    <a:pt x="96272" y="33166"/>
                  </a:cubicBezTo>
                  <a:cubicBezTo>
                    <a:pt x="95779" y="34638"/>
                    <a:pt x="95779" y="34638"/>
                    <a:pt x="95528" y="36143"/>
                  </a:cubicBezTo>
                  <a:cubicBezTo>
                    <a:pt x="92779" y="36484"/>
                    <a:pt x="90166" y="36520"/>
                    <a:pt x="87403" y="36506"/>
                  </a:cubicBezTo>
                  <a:cubicBezTo>
                    <a:pt x="85502" y="36512"/>
                    <a:pt x="85502" y="36512"/>
                    <a:pt x="82878" y="36887"/>
                  </a:cubicBezTo>
                  <a:cubicBezTo>
                    <a:pt x="82390" y="38364"/>
                    <a:pt x="82390" y="38364"/>
                    <a:pt x="82133" y="39864"/>
                  </a:cubicBezTo>
                  <a:cubicBezTo>
                    <a:pt x="80112" y="40291"/>
                    <a:pt x="78258" y="39996"/>
                    <a:pt x="76180" y="39864"/>
                  </a:cubicBezTo>
                  <a:cubicBezTo>
                    <a:pt x="76180" y="40846"/>
                    <a:pt x="76180" y="41828"/>
                    <a:pt x="76180" y="42840"/>
                  </a:cubicBezTo>
                  <a:cubicBezTo>
                    <a:pt x="75459" y="42902"/>
                    <a:pt x="74738" y="42963"/>
                    <a:pt x="73994" y="43026"/>
                  </a:cubicBezTo>
                  <a:cubicBezTo>
                    <a:pt x="73242" y="43211"/>
                    <a:pt x="72490" y="43395"/>
                    <a:pt x="71715" y="43584"/>
                  </a:cubicBezTo>
                  <a:cubicBezTo>
                    <a:pt x="71593" y="44091"/>
                    <a:pt x="71470" y="44597"/>
                    <a:pt x="71343" y="45119"/>
                  </a:cubicBezTo>
                  <a:cubicBezTo>
                    <a:pt x="71221" y="45595"/>
                    <a:pt x="71098" y="46071"/>
                    <a:pt x="70971" y="46561"/>
                  </a:cubicBezTo>
                  <a:cubicBezTo>
                    <a:pt x="69483" y="46561"/>
                    <a:pt x="67995" y="46561"/>
                    <a:pt x="66506" y="46561"/>
                  </a:cubicBezTo>
                  <a:cubicBezTo>
                    <a:pt x="65526" y="47963"/>
                    <a:pt x="65526" y="47963"/>
                    <a:pt x="65018" y="49538"/>
                  </a:cubicBezTo>
                  <a:cubicBezTo>
                    <a:pt x="64281" y="49906"/>
                    <a:pt x="64281" y="49906"/>
                    <a:pt x="63530" y="50282"/>
                  </a:cubicBezTo>
                  <a:cubicBezTo>
                    <a:pt x="63162" y="51387"/>
                    <a:pt x="63162" y="51387"/>
                    <a:pt x="62786" y="52514"/>
                  </a:cubicBezTo>
                  <a:cubicBezTo>
                    <a:pt x="61546" y="53754"/>
                    <a:pt x="60305" y="54995"/>
                    <a:pt x="59065" y="56235"/>
                  </a:cubicBezTo>
                  <a:cubicBezTo>
                    <a:pt x="58547" y="57216"/>
                    <a:pt x="58044" y="58205"/>
                    <a:pt x="57577" y="59211"/>
                  </a:cubicBezTo>
                  <a:cubicBezTo>
                    <a:pt x="56840" y="59580"/>
                    <a:pt x="56840" y="59580"/>
                    <a:pt x="56088" y="59956"/>
                  </a:cubicBezTo>
                  <a:cubicBezTo>
                    <a:pt x="55966" y="60569"/>
                    <a:pt x="55843" y="61183"/>
                    <a:pt x="55716" y="61816"/>
                  </a:cubicBezTo>
                  <a:cubicBezTo>
                    <a:pt x="55594" y="62430"/>
                    <a:pt x="55471" y="63044"/>
                    <a:pt x="55344" y="63676"/>
                  </a:cubicBezTo>
                  <a:cubicBezTo>
                    <a:pt x="54608" y="64045"/>
                    <a:pt x="54608" y="64045"/>
                    <a:pt x="53856" y="64420"/>
                  </a:cubicBezTo>
                  <a:cubicBezTo>
                    <a:pt x="53488" y="65525"/>
                    <a:pt x="53488" y="65525"/>
                    <a:pt x="53112" y="66653"/>
                  </a:cubicBezTo>
                  <a:cubicBezTo>
                    <a:pt x="52368" y="68885"/>
                    <a:pt x="52368" y="68885"/>
                    <a:pt x="50879" y="69629"/>
                  </a:cubicBezTo>
                  <a:cubicBezTo>
                    <a:pt x="50532" y="71211"/>
                    <a:pt x="50532" y="71211"/>
                    <a:pt x="50414" y="73025"/>
                  </a:cubicBezTo>
                  <a:cubicBezTo>
                    <a:pt x="50359" y="73639"/>
                    <a:pt x="50303" y="74254"/>
                    <a:pt x="50246" y="74888"/>
                  </a:cubicBezTo>
                  <a:cubicBezTo>
                    <a:pt x="50209" y="75363"/>
                    <a:pt x="50173" y="75837"/>
                    <a:pt x="50135" y="76327"/>
                  </a:cubicBezTo>
                  <a:cubicBezTo>
                    <a:pt x="49153" y="76327"/>
                    <a:pt x="48171" y="76327"/>
                    <a:pt x="47159" y="76327"/>
                  </a:cubicBezTo>
                  <a:cubicBezTo>
                    <a:pt x="47159" y="79028"/>
                    <a:pt x="47159" y="81729"/>
                    <a:pt x="47159" y="84512"/>
                  </a:cubicBezTo>
                  <a:cubicBezTo>
                    <a:pt x="46422" y="84512"/>
                    <a:pt x="45685" y="84512"/>
                    <a:pt x="44926" y="84512"/>
                  </a:cubicBezTo>
                  <a:cubicBezTo>
                    <a:pt x="44890" y="85417"/>
                    <a:pt x="44853" y="86321"/>
                    <a:pt x="44816" y="87253"/>
                  </a:cubicBezTo>
                  <a:cubicBezTo>
                    <a:pt x="44760" y="88433"/>
                    <a:pt x="44704" y="89612"/>
                    <a:pt x="44647" y="90791"/>
                  </a:cubicBezTo>
                  <a:cubicBezTo>
                    <a:pt x="44613" y="91687"/>
                    <a:pt x="44613" y="91687"/>
                    <a:pt x="44578" y="92600"/>
                  </a:cubicBezTo>
                  <a:cubicBezTo>
                    <a:pt x="44500" y="94125"/>
                    <a:pt x="44347" y="95645"/>
                    <a:pt x="44182" y="97163"/>
                  </a:cubicBezTo>
                  <a:cubicBezTo>
                    <a:pt x="43691" y="97408"/>
                    <a:pt x="43200" y="97654"/>
                    <a:pt x="42694" y="97907"/>
                  </a:cubicBezTo>
                  <a:cubicBezTo>
                    <a:pt x="42444" y="100122"/>
                    <a:pt x="42444" y="100122"/>
                    <a:pt x="42457" y="102841"/>
                  </a:cubicBezTo>
                  <a:cubicBezTo>
                    <a:pt x="42445" y="103614"/>
                    <a:pt x="42445" y="103614"/>
                    <a:pt x="42434" y="104403"/>
                  </a:cubicBezTo>
                  <a:cubicBezTo>
                    <a:pt x="42411" y="106114"/>
                    <a:pt x="42398" y="107825"/>
                    <a:pt x="42386" y="109537"/>
                  </a:cubicBezTo>
                  <a:cubicBezTo>
                    <a:pt x="42372" y="110720"/>
                    <a:pt x="42357" y="111904"/>
                    <a:pt x="42342" y="113087"/>
                  </a:cubicBezTo>
                  <a:cubicBezTo>
                    <a:pt x="42304" y="116208"/>
                    <a:pt x="42274" y="119329"/>
                    <a:pt x="42247" y="122450"/>
                  </a:cubicBezTo>
                  <a:cubicBezTo>
                    <a:pt x="42217" y="125632"/>
                    <a:pt x="42179" y="128814"/>
                    <a:pt x="42142" y="131996"/>
                  </a:cubicBezTo>
                  <a:cubicBezTo>
                    <a:pt x="42070" y="138244"/>
                    <a:pt x="42007" y="144492"/>
                    <a:pt x="41950" y="150741"/>
                  </a:cubicBezTo>
                  <a:cubicBezTo>
                    <a:pt x="42687" y="150741"/>
                    <a:pt x="43423" y="150741"/>
                    <a:pt x="44182" y="150741"/>
                  </a:cubicBezTo>
                  <a:cubicBezTo>
                    <a:pt x="44551" y="157371"/>
                    <a:pt x="44551" y="157371"/>
                    <a:pt x="44926" y="164135"/>
                  </a:cubicBezTo>
                  <a:cubicBezTo>
                    <a:pt x="45663" y="164135"/>
                    <a:pt x="46400" y="164135"/>
                    <a:pt x="47159" y="164135"/>
                  </a:cubicBezTo>
                  <a:cubicBezTo>
                    <a:pt x="47201" y="164928"/>
                    <a:pt x="47201" y="164928"/>
                    <a:pt x="47243" y="165737"/>
                  </a:cubicBezTo>
                  <a:cubicBezTo>
                    <a:pt x="47316" y="166763"/>
                    <a:pt x="47316" y="166763"/>
                    <a:pt x="47391" y="167809"/>
                  </a:cubicBezTo>
                  <a:cubicBezTo>
                    <a:pt x="47435" y="168491"/>
                    <a:pt x="47478" y="169173"/>
                    <a:pt x="47522" y="169876"/>
                  </a:cubicBezTo>
                  <a:cubicBezTo>
                    <a:pt x="47648" y="170437"/>
                    <a:pt x="47773" y="170998"/>
                    <a:pt x="47903" y="171577"/>
                  </a:cubicBezTo>
                  <a:cubicBezTo>
                    <a:pt x="48640" y="171822"/>
                    <a:pt x="49376" y="172068"/>
                    <a:pt x="50135" y="172321"/>
                  </a:cubicBezTo>
                  <a:cubicBezTo>
                    <a:pt x="50414" y="174053"/>
                    <a:pt x="50662" y="175789"/>
                    <a:pt x="50879" y="177530"/>
                  </a:cubicBezTo>
                  <a:cubicBezTo>
                    <a:pt x="51371" y="177775"/>
                    <a:pt x="51862" y="178021"/>
                    <a:pt x="52368" y="178274"/>
                  </a:cubicBezTo>
                  <a:cubicBezTo>
                    <a:pt x="52671" y="180001"/>
                    <a:pt x="52922" y="181739"/>
                    <a:pt x="53112" y="183483"/>
                  </a:cubicBezTo>
                  <a:cubicBezTo>
                    <a:pt x="53849" y="183483"/>
                    <a:pt x="54585" y="183483"/>
                    <a:pt x="55344" y="183483"/>
                  </a:cubicBezTo>
                  <a:cubicBezTo>
                    <a:pt x="55275" y="184381"/>
                    <a:pt x="55275" y="184381"/>
                    <a:pt x="55205" y="185297"/>
                  </a:cubicBezTo>
                  <a:cubicBezTo>
                    <a:pt x="55251" y="185926"/>
                    <a:pt x="55297" y="186555"/>
                    <a:pt x="55344" y="187204"/>
                  </a:cubicBezTo>
                  <a:cubicBezTo>
                    <a:pt x="56081" y="187449"/>
                    <a:pt x="56818" y="187695"/>
                    <a:pt x="57577" y="187948"/>
                  </a:cubicBezTo>
                  <a:cubicBezTo>
                    <a:pt x="58556" y="189134"/>
                    <a:pt x="58556" y="189134"/>
                    <a:pt x="59484" y="190552"/>
                  </a:cubicBezTo>
                  <a:cubicBezTo>
                    <a:pt x="60789" y="192603"/>
                    <a:pt x="60789" y="192603"/>
                    <a:pt x="62786" y="193901"/>
                  </a:cubicBezTo>
                  <a:cubicBezTo>
                    <a:pt x="63154" y="195006"/>
                    <a:pt x="63154" y="195006"/>
                    <a:pt x="63530" y="196133"/>
                  </a:cubicBezTo>
                  <a:cubicBezTo>
                    <a:pt x="64021" y="196256"/>
                    <a:pt x="64512" y="196379"/>
                    <a:pt x="65018" y="196505"/>
                  </a:cubicBezTo>
                  <a:cubicBezTo>
                    <a:pt x="65509" y="196628"/>
                    <a:pt x="66000" y="196751"/>
                    <a:pt x="66506" y="196877"/>
                  </a:cubicBezTo>
                  <a:cubicBezTo>
                    <a:pt x="66875" y="197982"/>
                    <a:pt x="66875" y="197982"/>
                    <a:pt x="67251" y="199110"/>
                  </a:cubicBezTo>
                  <a:cubicBezTo>
                    <a:pt x="67865" y="199355"/>
                    <a:pt x="68478" y="199601"/>
                    <a:pt x="69111" y="199854"/>
                  </a:cubicBezTo>
                  <a:cubicBezTo>
                    <a:pt x="69725" y="200100"/>
                    <a:pt x="70339" y="200345"/>
                    <a:pt x="70971" y="200598"/>
                  </a:cubicBezTo>
                  <a:cubicBezTo>
                    <a:pt x="71340" y="201703"/>
                    <a:pt x="71340" y="201703"/>
                    <a:pt x="71715" y="202831"/>
                  </a:cubicBezTo>
                  <a:cubicBezTo>
                    <a:pt x="74339" y="203382"/>
                    <a:pt x="74339" y="203382"/>
                    <a:pt x="76924" y="203575"/>
                  </a:cubicBezTo>
                  <a:cubicBezTo>
                    <a:pt x="76924" y="204557"/>
                    <a:pt x="76924" y="205539"/>
                    <a:pt x="76924" y="206551"/>
                  </a:cubicBezTo>
                  <a:cubicBezTo>
                    <a:pt x="77453" y="206579"/>
                    <a:pt x="77982" y="206607"/>
                    <a:pt x="78526" y="206636"/>
                  </a:cubicBezTo>
                  <a:cubicBezTo>
                    <a:pt x="79552" y="206709"/>
                    <a:pt x="79552" y="206709"/>
                    <a:pt x="80599" y="206784"/>
                  </a:cubicBezTo>
                  <a:cubicBezTo>
                    <a:pt x="81281" y="206827"/>
                    <a:pt x="81963" y="206870"/>
                    <a:pt x="82665" y="206915"/>
                  </a:cubicBezTo>
                  <a:cubicBezTo>
                    <a:pt x="83227" y="207040"/>
                    <a:pt x="83788" y="207166"/>
                    <a:pt x="84366" y="207295"/>
                  </a:cubicBezTo>
                  <a:cubicBezTo>
                    <a:pt x="84734" y="208400"/>
                    <a:pt x="84734" y="208400"/>
                    <a:pt x="85110" y="209528"/>
                  </a:cubicBezTo>
                  <a:cubicBezTo>
                    <a:pt x="87839" y="209796"/>
                    <a:pt x="90496" y="209853"/>
                    <a:pt x="93234" y="209855"/>
                  </a:cubicBezTo>
                  <a:cubicBezTo>
                    <a:pt x="94947" y="209897"/>
                    <a:pt x="94947" y="209897"/>
                    <a:pt x="97760" y="210272"/>
                  </a:cubicBezTo>
                  <a:cubicBezTo>
                    <a:pt x="97863" y="210763"/>
                    <a:pt x="97966" y="211253"/>
                    <a:pt x="98071" y="211759"/>
                  </a:cubicBezTo>
                  <a:cubicBezTo>
                    <a:pt x="98286" y="212496"/>
                    <a:pt x="98286" y="212496"/>
                    <a:pt x="98504" y="213248"/>
                  </a:cubicBezTo>
                  <a:cubicBezTo>
                    <a:pt x="100215" y="213714"/>
                    <a:pt x="100215" y="213714"/>
                    <a:pt x="102295" y="213644"/>
                  </a:cubicBezTo>
                  <a:cubicBezTo>
                    <a:pt x="103061" y="213648"/>
                    <a:pt x="103828" y="213651"/>
                    <a:pt x="104617" y="213655"/>
                  </a:cubicBezTo>
                  <a:cubicBezTo>
                    <a:pt x="105424" y="213644"/>
                    <a:pt x="106231" y="213632"/>
                    <a:pt x="107062" y="213621"/>
                  </a:cubicBezTo>
                  <a:cubicBezTo>
                    <a:pt x="107869" y="213632"/>
                    <a:pt x="108676" y="213644"/>
                    <a:pt x="109507" y="213655"/>
                  </a:cubicBezTo>
                  <a:cubicBezTo>
                    <a:pt x="110273" y="213652"/>
                    <a:pt x="111040" y="213648"/>
                    <a:pt x="111829" y="213644"/>
                  </a:cubicBezTo>
                  <a:cubicBezTo>
                    <a:pt x="112538" y="213640"/>
                    <a:pt x="113246" y="213637"/>
                    <a:pt x="113976" y="213634"/>
                  </a:cubicBezTo>
                  <a:cubicBezTo>
                    <a:pt x="114518" y="213507"/>
                    <a:pt x="115061" y="213379"/>
                    <a:pt x="115620" y="213248"/>
                  </a:cubicBezTo>
                  <a:cubicBezTo>
                    <a:pt x="116084" y="211770"/>
                    <a:pt x="116084" y="211770"/>
                    <a:pt x="116364" y="210272"/>
                  </a:cubicBezTo>
                  <a:cubicBezTo>
                    <a:pt x="118426" y="209980"/>
                    <a:pt x="120251" y="209855"/>
                    <a:pt x="122317" y="209853"/>
                  </a:cubicBezTo>
                  <a:cubicBezTo>
                    <a:pt x="124343" y="209841"/>
                    <a:pt x="126247" y="209739"/>
                    <a:pt x="128270" y="209528"/>
                  </a:cubicBezTo>
                  <a:cubicBezTo>
                    <a:pt x="128516" y="208791"/>
                    <a:pt x="128761" y="208054"/>
                    <a:pt x="129014" y="207295"/>
                  </a:cubicBezTo>
                  <a:cubicBezTo>
                    <a:pt x="130715" y="206915"/>
                    <a:pt x="130715" y="206915"/>
                    <a:pt x="132781" y="206784"/>
                  </a:cubicBezTo>
                  <a:cubicBezTo>
                    <a:pt x="133465" y="206735"/>
                    <a:pt x="134149" y="206686"/>
                    <a:pt x="134854" y="206636"/>
                  </a:cubicBezTo>
                  <a:cubicBezTo>
                    <a:pt x="135383" y="206608"/>
                    <a:pt x="135911" y="206580"/>
                    <a:pt x="136456" y="206551"/>
                  </a:cubicBezTo>
                  <a:cubicBezTo>
                    <a:pt x="136456" y="205569"/>
                    <a:pt x="136456" y="204587"/>
                    <a:pt x="136456" y="203575"/>
                  </a:cubicBezTo>
                  <a:cubicBezTo>
                    <a:pt x="137982" y="203454"/>
                    <a:pt x="139508" y="203332"/>
                    <a:pt x="141034" y="203211"/>
                  </a:cubicBezTo>
                  <a:cubicBezTo>
                    <a:pt x="141488" y="203086"/>
                    <a:pt x="141941" y="202960"/>
                    <a:pt x="142409" y="202831"/>
                  </a:cubicBezTo>
                  <a:cubicBezTo>
                    <a:pt x="142654" y="202094"/>
                    <a:pt x="142900" y="201357"/>
                    <a:pt x="143153" y="200598"/>
                  </a:cubicBezTo>
                  <a:cubicBezTo>
                    <a:pt x="145804" y="200087"/>
                    <a:pt x="145804" y="200087"/>
                    <a:pt x="148362" y="199854"/>
                  </a:cubicBezTo>
                  <a:cubicBezTo>
                    <a:pt x="148362" y="198872"/>
                    <a:pt x="148362" y="197889"/>
                    <a:pt x="148362" y="196877"/>
                  </a:cubicBezTo>
                  <a:cubicBezTo>
                    <a:pt x="149601" y="196623"/>
                    <a:pt x="150841" y="196375"/>
                    <a:pt x="152083" y="196133"/>
                  </a:cubicBezTo>
                  <a:cubicBezTo>
                    <a:pt x="152749" y="194648"/>
                    <a:pt x="152749" y="194648"/>
                    <a:pt x="152827" y="193157"/>
                  </a:cubicBezTo>
                  <a:cubicBezTo>
                    <a:pt x="154055" y="193402"/>
                    <a:pt x="155282" y="193648"/>
                    <a:pt x="156547" y="193901"/>
                  </a:cubicBezTo>
                  <a:cubicBezTo>
                    <a:pt x="156640" y="193425"/>
                    <a:pt x="156732" y="192949"/>
                    <a:pt x="156827" y="192459"/>
                  </a:cubicBezTo>
                  <a:cubicBezTo>
                    <a:pt x="156980" y="191953"/>
                    <a:pt x="157133" y="191446"/>
                    <a:pt x="157292" y="190924"/>
                  </a:cubicBezTo>
                  <a:cubicBezTo>
                    <a:pt x="157783" y="190679"/>
                    <a:pt x="158274" y="190433"/>
                    <a:pt x="158780" y="190180"/>
                  </a:cubicBezTo>
                  <a:cubicBezTo>
                    <a:pt x="159029" y="188419"/>
                    <a:pt x="159029" y="188419"/>
                    <a:pt x="159017" y="186270"/>
                  </a:cubicBezTo>
                  <a:cubicBezTo>
                    <a:pt x="159039" y="185019"/>
                    <a:pt x="159039" y="185019"/>
                    <a:pt x="159062" y="183742"/>
                  </a:cubicBezTo>
                  <a:cubicBezTo>
                    <a:pt x="159071" y="182835"/>
                    <a:pt x="159079" y="181927"/>
                    <a:pt x="159088" y="180992"/>
                  </a:cubicBezTo>
                  <a:cubicBezTo>
                    <a:pt x="159102" y="180068"/>
                    <a:pt x="159117" y="179144"/>
                    <a:pt x="159132" y="178192"/>
                  </a:cubicBezTo>
                  <a:cubicBezTo>
                    <a:pt x="159169" y="175732"/>
                    <a:pt x="159199" y="173272"/>
                    <a:pt x="159227" y="170812"/>
                  </a:cubicBezTo>
                  <a:cubicBezTo>
                    <a:pt x="159257" y="168303"/>
                    <a:pt x="159295" y="165794"/>
                    <a:pt x="159332" y="163285"/>
                  </a:cubicBezTo>
                  <a:cubicBezTo>
                    <a:pt x="159404" y="158359"/>
                    <a:pt x="159467" y="153434"/>
                    <a:pt x="159524" y="148508"/>
                  </a:cubicBezTo>
                  <a:cubicBezTo>
                    <a:pt x="159137" y="148629"/>
                    <a:pt x="158750" y="148750"/>
                    <a:pt x="158351" y="148874"/>
                  </a:cubicBezTo>
                  <a:cubicBezTo>
                    <a:pt x="156039" y="149359"/>
                    <a:pt x="153871" y="149347"/>
                    <a:pt x="151508" y="149349"/>
                  </a:cubicBezTo>
                  <a:cubicBezTo>
                    <a:pt x="151008" y="149350"/>
                    <a:pt x="150508" y="149351"/>
                    <a:pt x="149993" y="149353"/>
                  </a:cubicBezTo>
                  <a:cubicBezTo>
                    <a:pt x="148345" y="149356"/>
                    <a:pt x="146698" y="149354"/>
                    <a:pt x="145051" y="149351"/>
                  </a:cubicBezTo>
                  <a:cubicBezTo>
                    <a:pt x="143906" y="149352"/>
                    <a:pt x="142761" y="149352"/>
                    <a:pt x="141616" y="149353"/>
                  </a:cubicBezTo>
                  <a:cubicBezTo>
                    <a:pt x="139219" y="149354"/>
                    <a:pt x="136823" y="149353"/>
                    <a:pt x="134427" y="149349"/>
                  </a:cubicBezTo>
                  <a:cubicBezTo>
                    <a:pt x="131349" y="149345"/>
                    <a:pt x="128271" y="149348"/>
                    <a:pt x="125193" y="149352"/>
                  </a:cubicBezTo>
                  <a:cubicBezTo>
                    <a:pt x="122830" y="149355"/>
                    <a:pt x="120467" y="149354"/>
                    <a:pt x="118105" y="149352"/>
                  </a:cubicBezTo>
                  <a:cubicBezTo>
                    <a:pt x="116969" y="149351"/>
                    <a:pt x="115834" y="149352"/>
                    <a:pt x="114698" y="149354"/>
                  </a:cubicBezTo>
                  <a:cubicBezTo>
                    <a:pt x="113116" y="149356"/>
                    <a:pt x="111534" y="149353"/>
                    <a:pt x="109952" y="149349"/>
                  </a:cubicBezTo>
                  <a:cubicBezTo>
                    <a:pt x="108600" y="149348"/>
                    <a:pt x="108600" y="149348"/>
                    <a:pt x="107221" y="149347"/>
                  </a:cubicBezTo>
                  <a:cubicBezTo>
                    <a:pt x="105202" y="149252"/>
                    <a:pt x="105202" y="149252"/>
                    <a:pt x="104458" y="148508"/>
                  </a:cubicBezTo>
                  <a:cubicBezTo>
                    <a:pt x="104382" y="146317"/>
                    <a:pt x="104354" y="144143"/>
                    <a:pt x="104359" y="141951"/>
                  </a:cubicBezTo>
                  <a:cubicBezTo>
                    <a:pt x="104358" y="141293"/>
                    <a:pt x="104357" y="140635"/>
                    <a:pt x="104357" y="139957"/>
                  </a:cubicBezTo>
                  <a:cubicBezTo>
                    <a:pt x="104356" y="138563"/>
                    <a:pt x="104358" y="137170"/>
                    <a:pt x="104361" y="135776"/>
                  </a:cubicBezTo>
                  <a:cubicBezTo>
                    <a:pt x="104365" y="133635"/>
                    <a:pt x="104361" y="131494"/>
                    <a:pt x="104356" y="129352"/>
                  </a:cubicBezTo>
                  <a:cubicBezTo>
                    <a:pt x="104356" y="128002"/>
                    <a:pt x="104357" y="126651"/>
                    <a:pt x="104359" y="125300"/>
                  </a:cubicBezTo>
                  <a:cubicBezTo>
                    <a:pt x="104357" y="124655"/>
                    <a:pt x="104356" y="124011"/>
                    <a:pt x="104354" y="123346"/>
                  </a:cubicBezTo>
                  <a:cubicBezTo>
                    <a:pt x="104372" y="118828"/>
                    <a:pt x="104372" y="118828"/>
                    <a:pt x="105202" y="117999"/>
                  </a:cubicBezTo>
                  <a:cubicBezTo>
                    <a:pt x="106256" y="117927"/>
                    <a:pt x="107314" y="117908"/>
                    <a:pt x="108371" y="117909"/>
                  </a:cubicBezTo>
                  <a:cubicBezTo>
                    <a:pt x="109053" y="117908"/>
                    <a:pt x="109735" y="117907"/>
                    <a:pt x="110437" y="117906"/>
                  </a:cubicBezTo>
                  <a:cubicBezTo>
                    <a:pt x="111573" y="117910"/>
                    <a:pt x="111573" y="117910"/>
                    <a:pt x="112732" y="117914"/>
                  </a:cubicBezTo>
                  <a:cubicBezTo>
                    <a:pt x="113536" y="117914"/>
                    <a:pt x="114340" y="117914"/>
                    <a:pt x="115169" y="117914"/>
                  </a:cubicBezTo>
                  <a:cubicBezTo>
                    <a:pt x="117785" y="117914"/>
                    <a:pt x="120401" y="117920"/>
                    <a:pt x="123018" y="117926"/>
                  </a:cubicBezTo>
                  <a:cubicBezTo>
                    <a:pt x="124627" y="117927"/>
                    <a:pt x="126237" y="117928"/>
                    <a:pt x="127847" y="117928"/>
                  </a:cubicBezTo>
                  <a:cubicBezTo>
                    <a:pt x="133833" y="117932"/>
                    <a:pt x="139818" y="117942"/>
                    <a:pt x="145804" y="117952"/>
                  </a:cubicBezTo>
                  <a:cubicBezTo>
                    <a:pt x="165856" y="117975"/>
                    <a:pt x="165856" y="117975"/>
                    <a:pt x="186313" y="117999"/>
                  </a:cubicBezTo>
                  <a:cubicBezTo>
                    <a:pt x="186313" y="148449"/>
                    <a:pt x="186313" y="178899"/>
                    <a:pt x="186313" y="210272"/>
                  </a:cubicBezTo>
                  <a:cubicBezTo>
                    <a:pt x="185331" y="210272"/>
                    <a:pt x="184349" y="210272"/>
                    <a:pt x="183337" y="210272"/>
                  </a:cubicBezTo>
                  <a:cubicBezTo>
                    <a:pt x="183337" y="211254"/>
                    <a:pt x="183337" y="212236"/>
                    <a:pt x="183337" y="213248"/>
                  </a:cubicBezTo>
                  <a:cubicBezTo>
                    <a:pt x="181476" y="214458"/>
                    <a:pt x="181476" y="214458"/>
                    <a:pt x="179616" y="215481"/>
                  </a:cubicBezTo>
                  <a:cubicBezTo>
                    <a:pt x="179616" y="215972"/>
                    <a:pt x="179616" y="216463"/>
                    <a:pt x="179616" y="216969"/>
                  </a:cubicBezTo>
                  <a:cubicBezTo>
                    <a:pt x="179033" y="217061"/>
                    <a:pt x="178449" y="217153"/>
                    <a:pt x="177848" y="217248"/>
                  </a:cubicBezTo>
                  <a:cubicBezTo>
                    <a:pt x="176882" y="217478"/>
                    <a:pt x="176882" y="217478"/>
                    <a:pt x="175895" y="217713"/>
                  </a:cubicBezTo>
                  <a:cubicBezTo>
                    <a:pt x="175052" y="219214"/>
                    <a:pt x="175052" y="219214"/>
                    <a:pt x="174407" y="220690"/>
                  </a:cubicBezTo>
                  <a:cubicBezTo>
                    <a:pt x="173670" y="220690"/>
                    <a:pt x="172933" y="220690"/>
                    <a:pt x="172174" y="220690"/>
                  </a:cubicBezTo>
                  <a:cubicBezTo>
                    <a:pt x="172098" y="221150"/>
                    <a:pt x="172021" y="221611"/>
                    <a:pt x="171942" y="222085"/>
                  </a:cubicBezTo>
                  <a:cubicBezTo>
                    <a:pt x="171689" y="222868"/>
                    <a:pt x="171689" y="222868"/>
                    <a:pt x="171430" y="223666"/>
                  </a:cubicBezTo>
                  <a:cubicBezTo>
                    <a:pt x="169948" y="224181"/>
                    <a:pt x="168460" y="224678"/>
                    <a:pt x="166965" y="225155"/>
                  </a:cubicBezTo>
                  <a:cubicBezTo>
                    <a:pt x="166965" y="225891"/>
                    <a:pt x="166965" y="226628"/>
                    <a:pt x="166965" y="227387"/>
                  </a:cubicBezTo>
                  <a:cubicBezTo>
                    <a:pt x="166121" y="227449"/>
                    <a:pt x="165277" y="227510"/>
                    <a:pt x="164407" y="227573"/>
                  </a:cubicBezTo>
                  <a:cubicBezTo>
                    <a:pt x="163533" y="227757"/>
                    <a:pt x="162658" y="227942"/>
                    <a:pt x="161756" y="228131"/>
                  </a:cubicBezTo>
                  <a:cubicBezTo>
                    <a:pt x="161634" y="228638"/>
                    <a:pt x="161511" y="229144"/>
                    <a:pt x="161384" y="229666"/>
                  </a:cubicBezTo>
                  <a:cubicBezTo>
                    <a:pt x="161262" y="230142"/>
                    <a:pt x="161139" y="230618"/>
                    <a:pt x="161012" y="231108"/>
                  </a:cubicBezTo>
                  <a:cubicBezTo>
                    <a:pt x="158361" y="231294"/>
                    <a:pt x="158361" y="231294"/>
                    <a:pt x="155803" y="231108"/>
                  </a:cubicBezTo>
                  <a:cubicBezTo>
                    <a:pt x="155803" y="232090"/>
                    <a:pt x="155803" y="233072"/>
                    <a:pt x="155803" y="234084"/>
                  </a:cubicBezTo>
                  <a:cubicBezTo>
                    <a:pt x="154959" y="234146"/>
                    <a:pt x="154115" y="234207"/>
                    <a:pt x="153245" y="234270"/>
                  </a:cubicBezTo>
                  <a:cubicBezTo>
                    <a:pt x="152371" y="234455"/>
                    <a:pt x="151496" y="234639"/>
                    <a:pt x="150594" y="234829"/>
                  </a:cubicBezTo>
                  <a:cubicBezTo>
                    <a:pt x="150443" y="235570"/>
                    <a:pt x="150443" y="235570"/>
                    <a:pt x="150289" y="236326"/>
                  </a:cubicBezTo>
                  <a:cubicBezTo>
                    <a:pt x="150072" y="237058"/>
                    <a:pt x="150072" y="237058"/>
                    <a:pt x="149850" y="237805"/>
                  </a:cubicBezTo>
                  <a:cubicBezTo>
                    <a:pt x="148176" y="238180"/>
                    <a:pt x="148176" y="238180"/>
                    <a:pt x="146130" y="238224"/>
                  </a:cubicBezTo>
                  <a:cubicBezTo>
                    <a:pt x="144137" y="238224"/>
                    <a:pt x="144137" y="238224"/>
                    <a:pt x="142409" y="238549"/>
                  </a:cubicBezTo>
                  <a:cubicBezTo>
                    <a:pt x="142163" y="239286"/>
                    <a:pt x="141918" y="240023"/>
                    <a:pt x="141665" y="240782"/>
                  </a:cubicBezTo>
                  <a:cubicBezTo>
                    <a:pt x="139152" y="241103"/>
                    <a:pt x="136685" y="241110"/>
                    <a:pt x="134153" y="241151"/>
                  </a:cubicBezTo>
                  <a:cubicBezTo>
                    <a:pt x="133440" y="241275"/>
                    <a:pt x="132726" y="241398"/>
                    <a:pt x="131991" y="241526"/>
                  </a:cubicBezTo>
                  <a:cubicBezTo>
                    <a:pt x="131912" y="242017"/>
                    <a:pt x="131834" y="242508"/>
                    <a:pt x="131753" y="243014"/>
                  </a:cubicBezTo>
                  <a:cubicBezTo>
                    <a:pt x="131502" y="243751"/>
                    <a:pt x="131502" y="243751"/>
                    <a:pt x="131247" y="244502"/>
                  </a:cubicBezTo>
                  <a:cubicBezTo>
                    <a:pt x="129411" y="244875"/>
                    <a:pt x="129411" y="244875"/>
                    <a:pt x="126939" y="244876"/>
                  </a:cubicBezTo>
                  <a:cubicBezTo>
                    <a:pt x="125557" y="244886"/>
                    <a:pt x="125557" y="244886"/>
                    <a:pt x="124147" y="244897"/>
                  </a:cubicBezTo>
                  <a:cubicBezTo>
                    <a:pt x="123134" y="244889"/>
                    <a:pt x="122121" y="244881"/>
                    <a:pt x="121108" y="244872"/>
                  </a:cubicBezTo>
                  <a:cubicBezTo>
                    <a:pt x="120076" y="244872"/>
                    <a:pt x="119045" y="244873"/>
                    <a:pt x="118013" y="244875"/>
                  </a:cubicBezTo>
                  <a:cubicBezTo>
                    <a:pt x="115848" y="244876"/>
                    <a:pt x="113684" y="244866"/>
                    <a:pt x="111520" y="244850"/>
                  </a:cubicBezTo>
                  <a:cubicBezTo>
                    <a:pt x="108739" y="244828"/>
                    <a:pt x="105959" y="244830"/>
                    <a:pt x="103179" y="244840"/>
                  </a:cubicBezTo>
                  <a:cubicBezTo>
                    <a:pt x="101048" y="244845"/>
                    <a:pt x="98917" y="244839"/>
                    <a:pt x="96786" y="244830"/>
                  </a:cubicBezTo>
                  <a:cubicBezTo>
                    <a:pt x="95761" y="244827"/>
                    <a:pt x="94736" y="244827"/>
                    <a:pt x="93710" y="244829"/>
                  </a:cubicBezTo>
                  <a:cubicBezTo>
                    <a:pt x="92279" y="244832"/>
                    <a:pt x="90849" y="244818"/>
                    <a:pt x="89418" y="244803"/>
                  </a:cubicBezTo>
                  <a:cubicBezTo>
                    <a:pt x="88602" y="244799"/>
                    <a:pt x="87786" y="244795"/>
                    <a:pt x="86946" y="244791"/>
                  </a:cubicBezTo>
                  <a:cubicBezTo>
                    <a:pt x="86340" y="244696"/>
                    <a:pt x="85734" y="244600"/>
                    <a:pt x="85110" y="244502"/>
                  </a:cubicBezTo>
                  <a:cubicBezTo>
                    <a:pt x="84742" y="243397"/>
                    <a:pt x="84742" y="243397"/>
                    <a:pt x="84366" y="242270"/>
                  </a:cubicBezTo>
                  <a:cubicBezTo>
                    <a:pt x="82563" y="241707"/>
                    <a:pt x="80815" y="241539"/>
                    <a:pt x="78936" y="241398"/>
                  </a:cubicBezTo>
                  <a:cubicBezTo>
                    <a:pt x="78032" y="241323"/>
                    <a:pt x="78032" y="241323"/>
                    <a:pt x="77110" y="241247"/>
                  </a:cubicBezTo>
                  <a:cubicBezTo>
                    <a:pt x="76531" y="241210"/>
                    <a:pt x="75952" y="241174"/>
                    <a:pt x="75355" y="241136"/>
                  </a:cubicBezTo>
                  <a:cubicBezTo>
                    <a:pt x="74890" y="241019"/>
                    <a:pt x="74426" y="240902"/>
                    <a:pt x="73948" y="240782"/>
                  </a:cubicBezTo>
                  <a:cubicBezTo>
                    <a:pt x="73580" y="239677"/>
                    <a:pt x="73580" y="239677"/>
                    <a:pt x="73204" y="238549"/>
                  </a:cubicBezTo>
                  <a:cubicBezTo>
                    <a:pt x="71462" y="238231"/>
                    <a:pt x="69786" y="238222"/>
                    <a:pt x="68018" y="238180"/>
                  </a:cubicBezTo>
                  <a:cubicBezTo>
                    <a:pt x="67519" y="238056"/>
                    <a:pt x="67020" y="237933"/>
                    <a:pt x="66506" y="237805"/>
                  </a:cubicBezTo>
                  <a:cubicBezTo>
                    <a:pt x="66244" y="236817"/>
                    <a:pt x="65996" y="235824"/>
                    <a:pt x="65762" y="234829"/>
                  </a:cubicBezTo>
                  <a:cubicBezTo>
                    <a:pt x="64385" y="234387"/>
                    <a:pt x="64385" y="234387"/>
                    <a:pt x="62786" y="234410"/>
                  </a:cubicBezTo>
                  <a:cubicBezTo>
                    <a:pt x="61158" y="234361"/>
                    <a:pt x="61158" y="234361"/>
                    <a:pt x="59809" y="234084"/>
                  </a:cubicBezTo>
                  <a:cubicBezTo>
                    <a:pt x="59441" y="232979"/>
                    <a:pt x="59441" y="232979"/>
                    <a:pt x="59065" y="231852"/>
                  </a:cubicBezTo>
                  <a:cubicBezTo>
                    <a:pt x="58436" y="231745"/>
                    <a:pt x="57807" y="231637"/>
                    <a:pt x="57158" y="231526"/>
                  </a:cubicBezTo>
                  <a:cubicBezTo>
                    <a:pt x="56560" y="231388"/>
                    <a:pt x="55961" y="231250"/>
                    <a:pt x="55344" y="231108"/>
                  </a:cubicBezTo>
                  <a:cubicBezTo>
                    <a:pt x="55344" y="230126"/>
                    <a:pt x="55344" y="229143"/>
                    <a:pt x="55344" y="228131"/>
                  </a:cubicBezTo>
                  <a:cubicBezTo>
                    <a:pt x="54623" y="228085"/>
                    <a:pt x="53902" y="228039"/>
                    <a:pt x="53158" y="227992"/>
                  </a:cubicBezTo>
                  <a:cubicBezTo>
                    <a:pt x="52030" y="227692"/>
                    <a:pt x="52030" y="227692"/>
                    <a:pt x="50879" y="227387"/>
                  </a:cubicBezTo>
                  <a:cubicBezTo>
                    <a:pt x="50608" y="226152"/>
                    <a:pt x="50359" y="224911"/>
                    <a:pt x="50135" y="223666"/>
                  </a:cubicBezTo>
                  <a:cubicBezTo>
                    <a:pt x="48244" y="223356"/>
                    <a:pt x="48244" y="223356"/>
                    <a:pt x="46415" y="223666"/>
                  </a:cubicBezTo>
                  <a:cubicBezTo>
                    <a:pt x="46415" y="222930"/>
                    <a:pt x="46415" y="222193"/>
                    <a:pt x="46415" y="221434"/>
                  </a:cubicBezTo>
                  <a:cubicBezTo>
                    <a:pt x="45430" y="220923"/>
                    <a:pt x="44436" y="220431"/>
                    <a:pt x="43438" y="219946"/>
                  </a:cubicBezTo>
                  <a:cubicBezTo>
                    <a:pt x="39883" y="216721"/>
                    <a:pt x="39883" y="216721"/>
                    <a:pt x="38973" y="213993"/>
                  </a:cubicBezTo>
                  <a:cubicBezTo>
                    <a:pt x="38237" y="213747"/>
                    <a:pt x="37500" y="213501"/>
                    <a:pt x="36741" y="213248"/>
                  </a:cubicBezTo>
                  <a:cubicBezTo>
                    <a:pt x="36485" y="212258"/>
                    <a:pt x="36238" y="211266"/>
                    <a:pt x="35997" y="210272"/>
                  </a:cubicBezTo>
                  <a:cubicBezTo>
                    <a:pt x="35260" y="209781"/>
                    <a:pt x="34523" y="209290"/>
                    <a:pt x="33764" y="208784"/>
                  </a:cubicBezTo>
                  <a:cubicBezTo>
                    <a:pt x="33764" y="208047"/>
                    <a:pt x="33764" y="207310"/>
                    <a:pt x="33764" y="206551"/>
                  </a:cubicBezTo>
                  <a:cubicBezTo>
                    <a:pt x="33074" y="206229"/>
                    <a:pt x="33074" y="206229"/>
                    <a:pt x="32369" y="205900"/>
                  </a:cubicBezTo>
                  <a:cubicBezTo>
                    <a:pt x="30248" y="204777"/>
                    <a:pt x="30089" y="203542"/>
                    <a:pt x="29299" y="201342"/>
                  </a:cubicBezTo>
                  <a:cubicBezTo>
                    <a:pt x="28808" y="201097"/>
                    <a:pt x="28317" y="200851"/>
                    <a:pt x="27811" y="200598"/>
                  </a:cubicBezTo>
                  <a:cubicBezTo>
                    <a:pt x="27563" y="199358"/>
                    <a:pt x="27315" y="198118"/>
                    <a:pt x="27067" y="196877"/>
                  </a:cubicBezTo>
                  <a:cubicBezTo>
                    <a:pt x="26576" y="196632"/>
                    <a:pt x="26085" y="196386"/>
                    <a:pt x="25579" y="196133"/>
                  </a:cubicBezTo>
                  <a:cubicBezTo>
                    <a:pt x="25137" y="194162"/>
                    <a:pt x="25026" y="192195"/>
                    <a:pt x="24835" y="190180"/>
                  </a:cubicBezTo>
                  <a:cubicBezTo>
                    <a:pt x="24098" y="190180"/>
                    <a:pt x="23361" y="190180"/>
                    <a:pt x="22602" y="190180"/>
                  </a:cubicBezTo>
                  <a:cubicBezTo>
                    <a:pt x="22525" y="189459"/>
                    <a:pt x="22449" y="188737"/>
                    <a:pt x="22370" y="187994"/>
                  </a:cubicBezTo>
                  <a:cubicBezTo>
                    <a:pt x="22116" y="186866"/>
                    <a:pt x="22116" y="186866"/>
                    <a:pt x="21858" y="185715"/>
                  </a:cubicBezTo>
                  <a:cubicBezTo>
                    <a:pt x="21121" y="185470"/>
                    <a:pt x="20385" y="185224"/>
                    <a:pt x="19626" y="184971"/>
                  </a:cubicBezTo>
                  <a:cubicBezTo>
                    <a:pt x="19297" y="183297"/>
                    <a:pt x="19297" y="183297"/>
                    <a:pt x="19207" y="181250"/>
                  </a:cubicBezTo>
                  <a:cubicBezTo>
                    <a:pt x="19144" y="179261"/>
                    <a:pt x="19144" y="179261"/>
                    <a:pt x="18881" y="177530"/>
                  </a:cubicBezTo>
                  <a:cubicBezTo>
                    <a:pt x="18390" y="177284"/>
                    <a:pt x="17899" y="177039"/>
                    <a:pt x="17393" y="176786"/>
                  </a:cubicBezTo>
                  <a:cubicBezTo>
                    <a:pt x="17129" y="174668"/>
                    <a:pt x="17063" y="172569"/>
                    <a:pt x="16977" y="170437"/>
                  </a:cubicBezTo>
                  <a:cubicBezTo>
                    <a:pt x="16869" y="169831"/>
                    <a:pt x="16761" y="169225"/>
                    <a:pt x="16649" y="168600"/>
                  </a:cubicBezTo>
                  <a:cubicBezTo>
                    <a:pt x="15912" y="168354"/>
                    <a:pt x="15176" y="168109"/>
                    <a:pt x="14417" y="167856"/>
                  </a:cubicBezTo>
                  <a:cubicBezTo>
                    <a:pt x="14130" y="166554"/>
                    <a:pt x="14130" y="166554"/>
                    <a:pt x="14114" y="164879"/>
                  </a:cubicBezTo>
                  <a:cubicBezTo>
                    <a:pt x="14098" y="164281"/>
                    <a:pt x="14082" y="163682"/>
                    <a:pt x="14065" y="163066"/>
                  </a:cubicBezTo>
                  <a:cubicBezTo>
                    <a:pt x="14045" y="161159"/>
                    <a:pt x="14045" y="161159"/>
                    <a:pt x="14024" y="159252"/>
                  </a:cubicBezTo>
                  <a:cubicBezTo>
                    <a:pt x="14008" y="158653"/>
                    <a:pt x="13992" y="158055"/>
                    <a:pt x="13975" y="157438"/>
                  </a:cubicBezTo>
                  <a:cubicBezTo>
                    <a:pt x="13969" y="156885"/>
                    <a:pt x="13964" y="156333"/>
                    <a:pt x="13959" y="155764"/>
                  </a:cubicBezTo>
                  <a:cubicBezTo>
                    <a:pt x="13864" y="155334"/>
                    <a:pt x="13770" y="154904"/>
                    <a:pt x="13672" y="154461"/>
                  </a:cubicBezTo>
                  <a:cubicBezTo>
                    <a:pt x="12936" y="154216"/>
                    <a:pt x="12199" y="153970"/>
                    <a:pt x="11440" y="153717"/>
                  </a:cubicBezTo>
                  <a:cubicBezTo>
                    <a:pt x="11210" y="151836"/>
                    <a:pt x="11136" y="150133"/>
                    <a:pt x="11151" y="148248"/>
                  </a:cubicBezTo>
                  <a:cubicBezTo>
                    <a:pt x="11145" y="147390"/>
                    <a:pt x="11145" y="147390"/>
                    <a:pt x="11139" y="146514"/>
                  </a:cubicBezTo>
                  <a:cubicBezTo>
                    <a:pt x="11129" y="144613"/>
                    <a:pt x="11136" y="142712"/>
                    <a:pt x="11144" y="140811"/>
                  </a:cubicBezTo>
                  <a:cubicBezTo>
                    <a:pt x="11142" y="139496"/>
                    <a:pt x="11140" y="138181"/>
                    <a:pt x="11137" y="136866"/>
                  </a:cubicBezTo>
                  <a:cubicBezTo>
                    <a:pt x="11134" y="134105"/>
                    <a:pt x="11139" y="131346"/>
                    <a:pt x="11149" y="128585"/>
                  </a:cubicBezTo>
                  <a:cubicBezTo>
                    <a:pt x="11162" y="125039"/>
                    <a:pt x="11154" y="121494"/>
                    <a:pt x="11141" y="117947"/>
                  </a:cubicBezTo>
                  <a:cubicBezTo>
                    <a:pt x="11133" y="115230"/>
                    <a:pt x="11136" y="112514"/>
                    <a:pt x="11141" y="109797"/>
                  </a:cubicBezTo>
                  <a:cubicBezTo>
                    <a:pt x="11143" y="108489"/>
                    <a:pt x="11141" y="107181"/>
                    <a:pt x="11136" y="105873"/>
                  </a:cubicBezTo>
                  <a:cubicBezTo>
                    <a:pt x="11130" y="104048"/>
                    <a:pt x="11139" y="102224"/>
                    <a:pt x="11151" y="100399"/>
                  </a:cubicBezTo>
                  <a:cubicBezTo>
                    <a:pt x="11147" y="99853"/>
                    <a:pt x="11142" y="99308"/>
                    <a:pt x="11137" y="98745"/>
                  </a:cubicBezTo>
                  <a:cubicBezTo>
                    <a:pt x="11157" y="97246"/>
                    <a:pt x="11157" y="97246"/>
                    <a:pt x="11440" y="94930"/>
                  </a:cubicBezTo>
                  <a:cubicBezTo>
                    <a:pt x="12545" y="94562"/>
                    <a:pt x="12545" y="94562"/>
                    <a:pt x="13672" y="94186"/>
                  </a:cubicBezTo>
                  <a:cubicBezTo>
                    <a:pt x="14053" y="92824"/>
                    <a:pt x="14053" y="92824"/>
                    <a:pt x="14053" y="91183"/>
                  </a:cubicBezTo>
                  <a:cubicBezTo>
                    <a:pt x="14080" y="90581"/>
                    <a:pt x="14106" y="89979"/>
                    <a:pt x="14133" y="89359"/>
                  </a:cubicBezTo>
                  <a:cubicBezTo>
                    <a:pt x="14150" y="88727"/>
                    <a:pt x="14167" y="88094"/>
                    <a:pt x="14184" y="87442"/>
                  </a:cubicBezTo>
                  <a:cubicBezTo>
                    <a:pt x="14209" y="86807"/>
                    <a:pt x="14235" y="86171"/>
                    <a:pt x="14261" y="85516"/>
                  </a:cubicBezTo>
                  <a:cubicBezTo>
                    <a:pt x="14323" y="83942"/>
                    <a:pt x="14371" y="82367"/>
                    <a:pt x="14417" y="80791"/>
                  </a:cubicBezTo>
                  <a:cubicBezTo>
                    <a:pt x="14908" y="80791"/>
                    <a:pt x="15399" y="80791"/>
                    <a:pt x="15905" y="80791"/>
                  </a:cubicBezTo>
                  <a:cubicBezTo>
                    <a:pt x="17037" y="78528"/>
                    <a:pt x="16898" y="76159"/>
                    <a:pt x="17039" y="73655"/>
                  </a:cubicBezTo>
                  <a:cubicBezTo>
                    <a:pt x="17454" y="71554"/>
                    <a:pt x="18142" y="71089"/>
                    <a:pt x="19626" y="69629"/>
                  </a:cubicBezTo>
                  <a:cubicBezTo>
                    <a:pt x="19812" y="68147"/>
                    <a:pt x="19812" y="68147"/>
                    <a:pt x="19626" y="66606"/>
                  </a:cubicBezTo>
                  <a:cubicBezTo>
                    <a:pt x="19626" y="65639"/>
                    <a:pt x="19626" y="64672"/>
                    <a:pt x="19626" y="63676"/>
                  </a:cubicBezTo>
                  <a:cubicBezTo>
                    <a:pt x="20731" y="62940"/>
                    <a:pt x="20731" y="62940"/>
                    <a:pt x="21858" y="62188"/>
                  </a:cubicBezTo>
                  <a:cubicBezTo>
                    <a:pt x="22288" y="60727"/>
                    <a:pt x="22288" y="60727"/>
                    <a:pt x="22370" y="59118"/>
                  </a:cubicBezTo>
                  <a:cubicBezTo>
                    <a:pt x="22446" y="58167"/>
                    <a:pt x="22523" y="57215"/>
                    <a:pt x="22602" y="56235"/>
                  </a:cubicBezTo>
                  <a:cubicBezTo>
                    <a:pt x="23339" y="56235"/>
                    <a:pt x="24076" y="56235"/>
                    <a:pt x="24835" y="56235"/>
                  </a:cubicBezTo>
                  <a:cubicBezTo>
                    <a:pt x="25080" y="54270"/>
                    <a:pt x="25326" y="52306"/>
                    <a:pt x="25579" y="50282"/>
                  </a:cubicBezTo>
                  <a:cubicBezTo>
                    <a:pt x="26315" y="50282"/>
                    <a:pt x="27052" y="50282"/>
                    <a:pt x="27811" y="50282"/>
                  </a:cubicBezTo>
                  <a:cubicBezTo>
                    <a:pt x="27742" y="49430"/>
                    <a:pt x="27742" y="49430"/>
                    <a:pt x="27672" y="48561"/>
                  </a:cubicBezTo>
                  <a:cubicBezTo>
                    <a:pt x="27840" y="46148"/>
                    <a:pt x="28330" y="45910"/>
                    <a:pt x="30044" y="44329"/>
                  </a:cubicBezTo>
                  <a:cubicBezTo>
                    <a:pt x="30545" y="43090"/>
                    <a:pt x="31041" y="41850"/>
                    <a:pt x="31532" y="40608"/>
                  </a:cubicBezTo>
                  <a:cubicBezTo>
                    <a:pt x="32269" y="40240"/>
                    <a:pt x="32269" y="40240"/>
                    <a:pt x="33020" y="39864"/>
                  </a:cubicBezTo>
                  <a:cubicBezTo>
                    <a:pt x="33266" y="39373"/>
                    <a:pt x="33511" y="38881"/>
                    <a:pt x="33764" y="38375"/>
                  </a:cubicBezTo>
                  <a:cubicBezTo>
                    <a:pt x="34508" y="36887"/>
                    <a:pt x="34508" y="36887"/>
                    <a:pt x="35997" y="36143"/>
                  </a:cubicBezTo>
                  <a:cubicBezTo>
                    <a:pt x="36181" y="35406"/>
                    <a:pt x="36181" y="35406"/>
                    <a:pt x="36369" y="34655"/>
                  </a:cubicBezTo>
                  <a:cubicBezTo>
                    <a:pt x="36553" y="33918"/>
                    <a:pt x="36553" y="33918"/>
                    <a:pt x="36741" y="33166"/>
                  </a:cubicBezTo>
                  <a:cubicBezTo>
                    <a:pt x="37232" y="32921"/>
                    <a:pt x="37723" y="32675"/>
                    <a:pt x="38229" y="32422"/>
                  </a:cubicBezTo>
                  <a:cubicBezTo>
                    <a:pt x="38475" y="31686"/>
                    <a:pt x="38720" y="30949"/>
                    <a:pt x="38973" y="30190"/>
                  </a:cubicBezTo>
                  <a:cubicBezTo>
                    <a:pt x="39710" y="29944"/>
                    <a:pt x="40447" y="29699"/>
                    <a:pt x="41206" y="29446"/>
                  </a:cubicBezTo>
                  <a:cubicBezTo>
                    <a:pt x="41728" y="28467"/>
                    <a:pt x="42222" y="27473"/>
                    <a:pt x="42694" y="26469"/>
                  </a:cubicBezTo>
                  <a:cubicBezTo>
                    <a:pt x="43717" y="25353"/>
                    <a:pt x="43717" y="25353"/>
                    <a:pt x="44926" y="24237"/>
                  </a:cubicBezTo>
                  <a:cubicBezTo>
                    <a:pt x="47322" y="21995"/>
                    <a:pt x="47322" y="21995"/>
                    <a:pt x="48647" y="19028"/>
                  </a:cubicBezTo>
                  <a:cubicBezTo>
                    <a:pt x="49384" y="19043"/>
                    <a:pt x="50120" y="19059"/>
                    <a:pt x="50879" y="19074"/>
                  </a:cubicBezTo>
                  <a:cubicBezTo>
                    <a:pt x="51985" y="19051"/>
                    <a:pt x="51985" y="19051"/>
                    <a:pt x="53112" y="19028"/>
                  </a:cubicBezTo>
                  <a:cubicBezTo>
                    <a:pt x="53367" y="18038"/>
                    <a:pt x="53615" y="17045"/>
                    <a:pt x="53856" y="16051"/>
                  </a:cubicBezTo>
                  <a:cubicBezTo>
                    <a:pt x="56135" y="15493"/>
                    <a:pt x="56135" y="15493"/>
                    <a:pt x="58321" y="15307"/>
                  </a:cubicBezTo>
                  <a:cubicBezTo>
                    <a:pt x="58321" y="14325"/>
                    <a:pt x="58321" y="13343"/>
                    <a:pt x="58321" y="12331"/>
                  </a:cubicBezTo>
                  <a:cubicBezTo>
                    <a:pt x="60285" y="12331"/>
                    <a:pt x="62250" y="12331"/>
                    <a:pt x="64274" y="12331"/>
                  </a:cubicBezTo>
                  <a:cubicBezTo>
                    <a:pt x="64274" y="11103"/>
                    <a:pt x="64274" y="9875"/>
                    <a:pt x="64274" y="8610"/>
                  </a:cubicBezTo>
                  <a:cubicBezTo>
                    <a:pt x="64803" y="8582"/>
                    <a:pt x="65331" y="8554"/>
                    <a:pt x="65876" y="8526"/>
                  </a:cubicBezTo>
                  <a:cubicBezTo>
                    <a:pt x="66560" y="8477"/>
                    <a:pt x="67244" y="8428"/>
                    <a:pt x="67948" y="8377"/>
                  </a:cubicBezTo>
                  <a:cubicBezTo>
                    <a:pt x="68971" y="8313"/>
                    <a:pt x="68971" y="8313"/>
                    <a:pt x="70015" y="8246"/>
                  </a:cubicBezTo>
                  <a:cubicBezTo>
                    <a:pt x="70576" y="8121"/>
                    <a:pt x="71137" y="7995"/>
                    <a:pt x="71715" y="7866"/>
                  </a:cubicBezTo>
                  <a:cubicBezTo>
                    <a:pt x="71961" y="7129"/>
                    <a:pt x="72207" y="6392"/>
                    <a:pt x="72460" y="5633"/>
                  </a:cubicBezTo>
                  <a:cubicBezTo>
                    <a:pt x="74972" y="5312"/>
                    <a:pt x="77439" y="5305"/>
                    <a:pt x="79971" y="5264"/>
                  </a:cubicBezTo>
                  <a:cubicBezTo>
                    <a:pt x="80684" y="5140"/>
                    <a:pt x="81398" y="5017"/>
                    <a:pt x="82133" y="4889"/>
                  </a:cubicBezTo>
                  <a:cubicBezTo>
                    <a:pt x="82213" y="4398"/>
                    <a:pt x="82293" y="3907"/>
                    <a:pt x="82376" y="3401"/>
                  </a:cubicBezTo>
                  <a:cubicBezTo>
                    <a:pt x="82541" y="2910"/>
                    <a:pt x="82707" y="2419"/>
                    <a:pt x="82878" y="1913"/>
                  </a:cubicBezTo>
                  <a:close/>
                </a:path>
              </a:pathLst>
            </a:custGeom>
            <a:grpFill/>
            <a:ln w="744" cap="flat">
              <a:noFill/>
              <a:prstDash val="solid"/>
              <a:miter/>
            </a:ln>
          </p:spPr>
          <p:txBody>
            <a:bodyPr rtlCol="0" anchor="ctr"/>
            <a:lstStyle/>
            <a:p>
              <a:endParaRPr lang="zh-CN" altLang="en-US"/>
            </a:p>
          </p:txBody>
        </p:sp>
        <p:sp>
          <p:nvSpPr>
            <p:cNvPr id="182" name="任意多边形: 形状 181"/>
            <p:cNvSpPr/>
            <p:nvPr/>
          </p:nvSpPr>
          <p:spPr>
            <a:xfrm>
              <a:off x="9068916" y="1394101"/>
              <a:ext cx="180297" cy="236474"/>
            </a:xfrm>
            <a:custGeom>
              <a:avLst/>
              <a:gdLst>
                <a:gd name="connsiteX0" fmla="*/ 87083 w 180300"/>
                <a:gd name="connsiteY0" fmla="*/ 39879 h 236467"/>
                <a:gd name="connsiteX1" fmla="*/ 86339 w 180300"/>
                <a:gd name="connsiteY1" fmla="*/ 50297 h 236467"/>
                <a:gd name="connsiteX2" fmla="*/ 85595 w 180300"/>
                <a:gd name="connsiteY2" fmla="*/ 50297 h 236467"/>
                <a:gd name="connsiteX3" fmla="*/ 84054 w 180300"/>
                <a:gd name="connsiteY3" fmla="*/ 60151 h 236467"/>
                <a:gd name="connsiteX4" fmla="*/ 84106 w 180300"/>
                <a:gd name="connsiteY4" fmla="*/ 61459 h 236467"/>
                <a:gd name="connsiteX5" fmla="*/ 81874 w 180300"/>
                <a:gd name="connsiteY5" fmla="*/ 61459 h 236467"/>
                <a:gd name="connsiteX6" fmla="*/ 81790 w 180300"/>
                <a:gd name="connsiteY6" fmla="*/ 63523 h 236467"/>
                <a:gd name="connsiteX7" fmla="*/ 81641 w 180300"/>
                <a:gd name="connsiteY7" fmla="*/ 66203 h 236467"/>
                <a:gd name="connsiteX8" fmla="*/ 81130 w 180300"/>
                <a:gd name="connsiteY8" fmla="*/ 71133 h 236467"/>
                <a:gd name="connsiteX9" fmla="*/ 78897 w 180300"/>
                <a:gd name="connsiteY9" fmla="*/ 72621 h 236467"/>
                <a:gd name="connsiteX10" fmla="*/ 78679 w 180300"/>
                <a:gd name="connsiteY10" fmla="*/ 74557 h 236467"/>
                <a:gd name="connsiteX11" fmla="*/ 78758 w 180300"/>
                <a:gd name="connsiteY11" fmla="*/ 76807 h 236467"/>
                <a:gd name="connsiteX12" fmla="*/ 78819 w 180300"/>
                <a:gd name="connsiteY12" fmla="*/ 79068 h 236467"/>
                <a:gd name="connsiteX13" fmla="*/ 78897 w 180300"/>
                <a:gd name="connsiteY13" fmla="*/ 80807 h 236467"/>
                <a:gd name="connsiteX14" fmla="*/ 76665 w 180300"/>
                <a:gd name="connsiteY14" fmla="*/ 80807 h 236467"/>
                <a:gd name="connsiteX15" fmla="*/ 76014 w 180300"/>
                <a:gd name="connsiteY15" fmla="*/ 86062 h 236467"/>
                <a:gd name="connsiteX16" fmla="*/ 75921 w 180300"/>
                <a:gd name="connsiteY16" fmla="*/ 89736 h 236467"/>
                <a:gd name="connsiteX17" fmla="*/ 73688 w 180300"/>
                <a:gd name="connsiteY17" fmla="*/ 90481 h 236467"/>
                <a:gd name="connsiteX18" fmla="*/ 73316 w 180300"/>
                <a:gd name="connsiteY18" fmla="*/ 94201 h 236467"/>
                <a:gd name="connsiteX19" fmla="*/ 72944 w 180300"/>
                <a:gd name="connsiteY19" fmla="*/ 97922 h 236467"/>
                <a:gd name="connsiteX20" fmla="*/ 70712 w 180300"/>
                <a:gd name="connsiteY20" fmla="*/ 98666 h 236467"/>
                <a:gd name="connsiteX21" fmla="*/ 70494 w 180300"/>
                <a:gd name="connsiteY21" fmla="*/ 100692 h 236467"/>
                <a:gd name="connsiteX22" fmla="*/ 70572 w 180300"/>
                <a:gd name="connsiteY22" fmla="*/ 103177 h 236467"/>
                <a:gd name="connsiteX23" fmla="*/ 70633 w 180300"/>
                <a:gd name="connsiteY23" fmla="*/ 105669 h 236467"/>
                <a:gd name="connsiteX24" fmla="*/ 70712 w 180300"/>
                <a:gd name="connsiteY24" fmla="*/ 107596 h 236467"/>
                <a:gd name="connsiteX25" fmla="*/ 68479 w 180300"/>
                <a:gd name="connsiteY25" fmla="*/ 107596 h 236467"/>
                <a:gd name="connsiteX26" fmla="*/ 67828 w 180300"/>
                <a:gd name="connsiteY26" fmla="*/ 112479 h 236467"/>
                <a:gd name="connsiteX27" fmla="*/ 67735 w 180300"/>
                <a:gd name="connsiteY27" fmla="*/ 115781 h 236467"/>
                <a:gd name="connsiteX28" fmla="*/ 65503 w 180300"/>
                <a:gd name="connsiteY28" fmla="*/ 116525 h 236467"/>
                <a:gd name="connsiteX29" fmla="*/ 65201 w 180300"/>
                <a:gd name="connsiteY29" fmla="*/ 118336 h 236467"/>
                <a:gd name="connsiteX30" fmla="*/ 64759 w 180300"/>
                <a:gd name="connsiteY30" fmla="*/ 124711 h 236467"/>
                <a:gd name="connsiteX31" fmla="*/ 61038 w 180300"/>
                <a:gd name="connsiteY31" fmla="*/ 133641 h 236467"/>
                <a:gd name="connsiteX32" fmla="*/ 115360 w 180300"/>
                <a:gd name="connsiteY32" fmla="*/ 133641 h 236467"/>
                <a:gd name="connsiteX33" fmla="*/ 114616 w 180300"/>
                <a:gd name="connsiteY33" fmla="*/ 126199 h 236467"/>
                <a:gd name="connsiteX34" fmla="*/ 111640 w 180300"/>
                <a:gd name="connsiteY34" fmla="*/ 125455 h 236467"/>
                <a:gd name="connsiteX35" fmla="*/ 111427 w 180300"/>
                <a:gd name="connsiteY35" fmla="*/ 123455 h 236467"/>
                <a:gd name="connsiteX36" fmla="*/ 111640 w 180300"/>
                <a:gd name="connsiteY36" fmla="*/ 116525 h 236467"/>
                <a:gd name="connsiteX37" fmla="*/ 109407 w 180300"/>
                <a:gd name="connsiteY37" fmla="*/ 115781 h 236467"/>
                <a:gd name="connsiteX38" fmla="*/ 109407 w 180300"/>
                <a:gd name="connsiteY38" fmla="*/ 112479 h 236467"/>
                <a:gd name="connsiteX39" fmla="*/ 109407 w 180300"/>
                <a:gd name="connsiteY39" fmla="*/ 109084 h 236467"/>
                <a:gd name="connsiteX40" fmla="*/ 106820 w 180300"/>
                <a:gd name="connsiteY40" fmla="*/ 105875 h 236467"/>
                <a:gd name="connsiteX41" fmla="*/ 105686 w 180300"/>
                <a:gd name="connsiteY41" fmla="*/ 98666 h 236467"/>
                <a:gd name="connsiteX42" fmla="*/ 103454 w 180300"/>
                <a:gd name="connsiteY42" fmla="*/ 98666 h 236467"/>
                <a:gd name="connsiteX43" fmla="*/ 103533 w 180300"/>
                <a:gd name="connsiteY43" fmla="*/ 96902 h 236467"/>
                <a:gd name="connsiteX44" fmla="*/ 103594 w 180300"/>
                <a:gd name="connsiteY44" fmla="*/ 94620 h 236467"/>
                <a:gd name="connsiteX45" fmla="*/ 103454 w 180300"/>
                <a:gd name="connsiteY45" fmla="*/ 90481 h 236467"/>
                <a:gd name="connsiteX46" fmla="*/ 101222 w 180300"/>
                <a:gd name="connsiteY46" fmla="*/ 89736 h 236467"/>
                <a:gd name="connsiteX47" fmla="*/ 101030 w 180300"/>
                <a:gd name="connsiteY47" fmla="*/ 88088 h 236467"/>
                <a:gd name="connsiteX48" fmla="*/ 100477 w 180300"/>
                <a:gd name="connsiteY48" fmla="*/ 80807 h 236467"/>
                <a:gd name="connsiteX49" fmla="*/ 98245 w 180300"/>
                <a:gd name="connsiteY49" fmla="*/ 80807 h 236467"/>
                <a:gd name="connsiteX50" fmla="*/ 98324 w 180300"/>
                <a:gd name="connsiteY50" fmla="*/ 79068 h 236467"/>
                <a:gd name="connsiteX51" fmla="*/ 98385 w 180300"/>
                <a:gd name="connsiteY51" fmla="*/ 76807 h 236467"/>
                <a:gd name="connsiteX52" fmla="*/ 98245 w 180300"/>
                <a:gd name="connsiteY52" fmla="*/ 72621 h 236467"/>
                <a:gd name="connsiteX53" fmla="*/ 96013 w 180300"/>
                <a:gd name="connsiteY53" fmla="*/ 71133 h 236467"/>
                <a:gd name="connsiteX54" fmla="*/ 95641 w 180300"/>
                <a:gd name="connsiteY54" fmla="*/ 67366 h 236467"/>
                <a:gd name="connsiteX55" fmla="*/ 95268 w 180300"/>
                <a:gd name="connsiteY55" fmla="*/ 63691 h 236467"/>
                <a:gd name="connsiteX56" fmla="*/ 93036 w 180300"/>
                <a:gd name="connsiteY56" fmla="*/ 62947 h 236467"/>
                <a:gd name="connsiteX57" fmla="*/ 93083 w 180300"/>
                <a:gd name="connsiteY57" fmla="*/ 58901 h 236467"/>
                <a:gd name="connsiteX58" fmla="*/ 93036 w 180300"/>
                <a:gd name="connsiteY58" fmla="*/ 54762 h 236467"/>
                <a:gd name="connsiteX59" fmla="*/ 90059 w 180300"/>
                <a:gd name="connsiteY59" fmla="*/ 53274 h 236467"/>
                <a:gd name="connsiteX60" fmla="*/ 89795 w 180300"/>
                <a:gd name="connsiteY60" fmla="*/ 51227 h 236467"/>
                <a:gd name="connsiteX61" fmla="*/ 87083 w 180300"/>
                <a:gd name="connsiteY61" fmla="*/ 39879 h 236467"/>
                <a:gd name="connsiteX62" fmla="*/ 80254 w 180300"/>
                <a:gd name="connsiteY62" fmla="*/ 23 h 236467"/>
                <a:gd name="connsiteX63" fmla="*/ 82253 w 180300"/>
                <a:gd name="connsiteY63" fmla="*/ 39 h 236467"/>
                <a:gd name="connsiteX64" fmla="*/ 88599 w 180300"/>
                <a:gd name="connsiteY64" fmla="*/ 154 h 236467"/>
                <a:gd name="connsiteX65" fmla="*/ 92891 w 180300"/>
                <a:gd name="connsiteY65" fmla="*/ 205 h 236467"/>
                <a:gd name="connsiteX66" fmla="*/ 103436 w 180300"/>
                <a:gd name="connsiteY66" fmla="*/ 387 h 236467"/>
                <a:gd name="connsiteX67" fmla="*/ 104180 w 180300"/>
                <a:gd name="connsiteY67" fmla="*/ 7828 h 236467"/>
                <a:gd name="connsiteX68" fmla="*/ 106412 w 180300"/>
                <a:gd name="connsiteY68" fmla="*/ 7084 h 236467"/>
                <a:gd name="connsiteX69" fmla="*/ 106496 w 180300"/>
                <a:gd name="connsiteY69" fmla="*/ 8633 h 236467"/>
                <a:gd name="connsiteX70" fmla="*/ 106645 w 180300"/>
                <a:gd name="connsiteY70" fmla="*/ 10665 h 236467"/>
                <a:gd name="connsiteX71" fmla="*/ 106775 w 180300"/>
                <a:gd name="connsiteY71" fmla="*/ 12679 h 236467"/>
                <a:gd name="connsiteX72" fmla="*/ 108296 w 180300"/>
                <a:gd name="connsiteY72" fmla="*/ 15665 h 236467"/>
                <a:gd name="connsiteX73" fmla="*/ 109607 w 180300"/>
                <a:gd name="connsiteY73" fmla="*/ 18441 h 236467"/>
                <a:gd name="connsiteX74" fmla="*/ 109528 w 180300"/>
                <a:gd name="connsiteY74" fmla="*/ 20246 h 236467"/>
                <a:gd name="connsiteX75" fmla="*/ 109467 w 180300"/>
                <a:gd name="connsiteY75" fmla="*/ 22068 h 236467"/>
                <a:gd name="connsiteX76" fmla="*/ 109389 w 180300"/>
                <a:gd name="connsiteY76" fmla="*/ 23455 h 236467"/>
                <a:gd name="connsiteX77" fmla="*/ 111621 w 180300"/>
                <a:gd name="connsiteY77" fmla="*/ 23455 h 236467"/>
                <a:gd name="connsiteX78" fmla="*/ 111621 w 180300"/>
                <a:gd name="connsiteY78" fmla="*/ 31641 h 236467"/>
                <a:gd name="connsiteX79" fmla="*/ 114598 w 180300"/>
                <a:gd name="connsiteY79" fmla="*/ 31641 h 236467"/>
                <a:gd name="connsiteX80" fmla="*/ 114682 w 180300"/>
                <a:gd name="connsiteY80" fmla="*/ 33190 h 236467"/>
                <a:gd name="connsiteX81" fmla="*/ 114830 w 180300"/>
                <a:gd name="connsiteY81" fmla="*/ 35222 h 236467"/>
                <a:gd name="connsiteX82" fmla="*/ 114961 w 180300"/>
                <a:gd name="connsiteY82" fmla="*/ 37236 h 236467"/>
                <a:gd name="connsiteX83" fmla="*/ 117574 w 180300"/>
                <a:gd name="connsiteY83" fmla="*/ 41314 h 236467"/>
                <a:gd name="connsiteX84" fmla="*/ 117993 w 180300"/>
                <a:gd name="connsiteY84" fmla="*/ 44756 h 236467"/>
                <a:gd name="connsiteX85" fmla="*/ 118318 w 180300"/>
                <a:gd name="connsiteY85" fmla="*/ 48012 h 236467"/>
                <a:gd name="connsiteX86" fmla="*/ 119807 w 180300"/>
                <a:gd name="connsiteY86" fmla="*/ 48756 h 236467"/>
                <a:gd name="connsiteX87" fmla="*/ 120222 w 180300"/>
                <a:gd name="connsiteY87" fmla="*/ 53941 h 236467"/>
                <a:gd name="connsiteX88" fmla="*/ 120551 w 180300"/>
                <a:gd name="connsiteY88" fmla="*/ 55453 h 236467"/>
                <a:gd name="connsiteX89" fmla="*/ 122783 w 180300"/>
                <a:gd name="connsiteY89" fmla="*/ 56197 h 236467"/>
                <a:gd name="connsiteX90" fmla="*/ 123155 w 180300"/>
                <a:gd name="connsiteY90" fmla="*/ 59871 h 236467"/>
                <a:gd name="connsiteX91" fmla="*/ 123527 w 180300"/>
                <a:gd name="connsiteY91" fmla="*/ 63639 h 236467"/>
                <a:gd name="connsiteX92" fmla="*/ 125760 w 180300"/>
                <a:gd name="connsiteY92" fmla="*/ 65127 h 236467"/>
                <a:gd name="connsiteX93" fmla="*/ 125620 w 180300"/>
                <a:gd name="connsiteY93" fmla="*/ 70266 h 236467"/>
                <a:gd name="connsiteX94" fmla="*/ 125760 w 180300"/>
                <a:gd name="connsiteY94" fmla="*/ 71824 h 236467"/>
                <a:gd name="connsiteX95" fmla="*/ 127992 w 180300"/>
                <a:gd name="connsiteY95" fmla="*/ 73312 h 236467"/>
                <a:gd name="connsiteX96" fmla="*/ 128504 w 180300"/>
                <a:gd name="connsiteY96" fmla="*/ 77126 h 236467"/>
                <a:gd name="connsiteX97" fmla="*/ 128652 w 180300"/>
                <a:gd name="connsiteY97" fmla="*/ 79178 h 236467"/>
                <a:gd name="connsiteX98" fmla="*/ 128736 w 180300"/>
                <a:gd name="connsiteY98" fmla="*/ 80754 h 236467"/>
                <a:gd name="connsiteX99" fmla="*/ 130969 w 180300"/>
                <a:gd name="connsiteY99" fmla="*/ 80754 h 236467"/>
                <a:gd name="connsiteX100" fmla="*/ 131053 w 180300"/>
                <a:gd name="connsiteY100" fmla="*/ 82518 h 236467"/>
                <a:gd name="connsiteX101" fmla="*/ 131201 w 180300"/>
                <a:gd name="connsiteY101" fmla="*/ 84800 h 236467"/>
                <a:gd name="connsiteX102" fmla="*/ 131332 w 180300"/>
                <a:gd name="connsiteY102" fmla="*/ 87076 h 236467"/>
                <a:gd name="connsiteX103" fmla="*/ 131713 w 180300"/>
                <a:gd name="connsiteY103" fmla="*/ 88939 h 236467"/>
                <a:gd name="connsiteX104" fmla="*/ 133945 w 180300"/>
                <a:gd name="connsiteY104" fmla="*/ 89683 h 236467"/>
                <a:gd name="connsiteX105" fmla="*/ 133806 w 180300"/>
                <a:gd name="connsiteY105" fmla="*/ 94143 h 236467"/>
                <a:gd name="connsiteX106" fmla="*/ 135012 w 180300"/>
                <a:gd name="connsiteY106" fmla="*/ 96703 h 236467"/>
                <a:gd name="connsiteX107" fmla="*/ 136968 w 180300"/>
                <a:gd name="connsiteY107" fmla="*/ 101729 h 236467"/>
                <a:gd name="connsiteX108" fmla="*/ 137666 w 180300"/>
                <a:gd name="connsiteY108" fmla="*/ 105310 h 236467"/>
                <a:gd name="connsiteX109" fmla="*/ 139154 w 180300"/>
                <a:gd name="connsiteY109" fmla="*/ 105310 h 236467"/>
                <a:gd name="connsiteX110" fmla="*/ 139239 w 180300"/>
                <a:gd name="connsiteY110" fmla="*/ 107075 h 236467"/>
                <a:gd name="connsiteX111" fmla="*/ 139387 w 180300"/>
                <a:gd name="connsiteY111" fmla="*/ 109357 h 236467"/>
                <a:gd name="connsiteX112" fmla="*/ 139518 w 180300"/>
                <a:gd name="connsiteY112" fmla="*/ 111633 h 236467"/>
                <a:gd name="connsiteX113" fmla="*/ 139898 w 180300"/>
                <a:gd name="connsiteY113" fmla="*/ 113496 h 236467"/>
                <a:gd name="connsiteX114" fmla="*/ 142131 w 180300"/>
                <a:gd name="connsiteY114" fmla="*/ 114240 h 236467"/>
                <a:gd name="connsiteX115" fmla="*/ 142270 w 180300"/>
                <a:gd name="connsiteY115" fmla="*/ 118007 h 236467"/>
                <a:gd name="connsiteX116" fmla="*/ 142209 w 180300"/>
                <a:gd name="connsiteY116" fmla="*/ 120080 h 236467"/>
                <a:gd name="connsiteX117" fmla="*/ 142131 w 180300"/>
                <a:gd name="connsiteY117" fmla="*/ 121682 h 236467"/>
                <a:gd name="connsiteX118" fmla="*/ 144363 w 180300"/>
                <a:gd name="connsiteY118" fmla="*/ 121682 h 236467"/>
                <a:gd name="connsiteX119" fmla="*/ 145107 w 180300"/>
                <a:gd name="connsiteY119" fmla="*/ 130611 h 236467"/>
                <a:gd name="connsiteX120" fmla="*/ 147340 w 180300"/>
                <a:gd name="connsiteY120" fmla="*/ 130611 h 236467"/>
                <a:gd name="connsiteX121" fmla="*/ 147424 w 180300"/>
                <a:gd name="connsiteY121" fmla="*/ 132213 h 236467"/>
                <a:gd name="connsiteX122" fmla="*/ 147572 w 180300"/>
                <a:gd name="connsiteY122" fmla="*/ 134285 h 236467"/>
                <a:gd name="connsiteX123" fmla="*/ 147703 w 180300"/>
                <a:gd name="connsiteY123" fmla="*/ 136352 h 236467"/>
                <a:gd name="connsiteX124" fmla="*/ 148084 w 180300"/>
                <a:gd name="connsiteY124" fmla="*/ 138053 h 236467"/>
                <a:gd name="connsiteX125" fmla="*/ 150316 w 180300"/>
                <a:gd name="connsiteY125" fmla="*/ 138797 h 236467"/>
                <a:gd name="connsiteX126" fmla="*/ 150735 w 180300"/>
                <a:gd name="connsiteY126" fmla="*/ 142517 h 236467"/>
                <a:gd name="connsiteX127" fmla="*/ 151061 w 180300"/>
                <a:gd name="connsiteY127" fmla="*/ 146238 h 236467"/>
                <a:gd name="connsiteX128" fmla="*/ 152549 w 180300"/>
                <a:gd name="connsiteY128" fmla="*/ 146982 h 236467"/>
                <a:gd name="connsiteX129" fmla="*/ 152965 w 180300"/>
                <a:gd name="connsiteY129" fmla="*/ 152749 h 236467"/>
                <a:gd name="connsiteX130" fmla="*/ 153293 w 180300"/>
                <a:gd name="connsiteY130" fmla="*/ 154424 h 236467"/>
                <a:gd name="connsiteX131" fmla="*/ 155525 w 180300"/>
                <a:gd name="connsiteY131" fmla="*/ 155168 h 236467"/>
                <a:gd name="connsiteX132" fmla="*/ 155967 w 180300"/>
                <a:gd name="connsiteY132" fmla="*/ 160354 h 236467"/>
                <a:gd name="connsiteX133" fmla="*/ 156270 w 180300"/>
                <a:gd name="connsiteY133" fmla="*/ 161865 h 236467"/>
                <a:gd name="connsiteX134" fmla="*/ 158502 w 180300"/>
                <a:gd name="connsiteY134" fmla="*/ 162609 h 236467"/>
                <a:gd name="connsiteX135" fmla="*/ 158921 w 180300"/>
                <a:gd name="connsiteY135" fmla="*/ 166702 h 236467"/>
                <a:gd name="connsiteX136" fmla="*/ 159246 w 180300"/>
                <a:gd name="connsiteY136" fmla="*/ 170795 h 236467"/>
                <a:gd name="connsiteX137" fmla="*/ 160734 w 180300"/>
                <a:gd name="connsiteY137" fmla="*/ 171539 h 236467"/>
                <a:gd name="connsiteX138" fmla="*/ 161150 w 180300"/>
                <a:gd name="connsiteY138" fmla="*/ 176652 h 236467"/>
                <a:gd name="connsiteX139" fmla="*/ 163711 w 180300"/>
                <a:gd name="connsiteY139" fmla="*/ 179724 h 236467"/>
                <a:gd name="connsiteX140" fmla="*/ 164223 w 180300"/>
                <a:gd name="connsiteY140" fmla="*/ 183910 h 236467"/>
                <a:gd name="connsiteX141" fmla="*/ 164371 w 180300"/>
                <a:gd name="connsiteY141" fmla="*/ 186172 h 236467"/>
                <a:gd name="connsiteX142" fmla="*/ 164455 w 180300"/>
                <a:gd name="connsiteY142" fmla="*/ 187910 h 236467"/>
                <a:gd name="connsiteX143" fmla="*/ 166688 w 180300"/>
                <a:gd name="connsiteY143" fmla="*/ 187910 h 236467"/>
                <a:gd name="connsiteX144" fmla="*/ 166688 w 180300"/>
                <a:gd name="connsiteY144" fmla="*/ 196096 h 236467"/>
                <a:gd name="connsiteX145" fmla="*/ 168920 w 180300"/>
                <a:gd name="connsiteY145" fmla="*/ 196096 h 236467"/>
                <a:gd name="connsiteX146" fmla="*/ 169711 w 180300"/>
                <a:gd name="connsiteY146" fmla="*/ 199816 h 236467"/>
                <a:gd name="connsiteX147" fmla="*/ 170408 w 180300"/>
                <a:gd name="connsiteY147" fmla="*/ 203537 h 236467"/>
                <a:gd name="connsiteX148" fmla="*/ 171896 w 180300"/>
                <a:gd name="connsiteY148" fmla="*/ 203537 h 236467"/>
                <a:gd name="connsiteX149" fmla="*/ 171981 w 180300"/>
                <a:gd name="connsiteY149" fmla="*/ 205301 h 236467"/>
                <a:gd name="connsiteX150" fmla="*/ 172129 w 180300"/>
                <a:gd name="connsiteY150" fmla="*/ 207583 h 236467"/>
                <a:gd name="connsiteX151" fmla="*/ 172260 w 180300"/>
                <a:gd name="connsiteY151" fmla="*/ 209859 h 236467"/>
                <a:gd name="connsiteX152" fmla="*/ 172641 w 180300"/>
                <a:gd name="connsiteY152" fmla="*/ 211723 h 236467"/>
                <a:gd name="connsiteX153" fmla="*/ 174873 w 180300"/>
                <a:gd name="connsiteY153" fmla="*/ 212467 h 236467"/>
                <a:gd name="connsiteX154" fmla="*/ 174873 w 180300"/>
                <a:gd name="connsiteY154" fmla="*/ 217676 h 236467"/>
                <a:gd name="connsiteX155" fmla="*/ 177105 w 180300"/>
                <a:gd name="connsiteY155" fmla="*/ 220652 h 236467"/>
                <a:gd name="connsiteX156" fmla="*/ 177571 w 180300"/>
                <a:gd name="connsiteY156" fmla="*/ 225164 h 236467"/>
                <a:gd name="connsiteX157" fmla="*/ 177739 w 180300"/>
                <a:gd name="connsiteY157" fmla="*/ 227655 h 236467"/>
                <a:gd name="connsiteX158" fmla="*/ 177850 w 180300"/>
                <a:gd name="connsiteY158" fmla="*/ 229582 h 236467"/>
                <a:gd name="connsiteX159" fmla="*/ 180082 w 180300"/>
                <a:gd name="connsiteY159" fmla="*/ 229582 h 236467"/>
                <a:gd name="connsiteX160" fmla="*/ 180082 w 180300"/>
                <a:gd name="connsiteY160" fmla="*/ 235535 h 236467"/>
                <a:gd name="connsiteX161" fmla="*/ 170681 w 180300"/>
                <a:gd name="connsiteY161" fmla="*/ 236378 h 236467"/>
                <a:gd name="connsiteX162" fmla="*/ 168803 w 180300"/>
                <a:gd name="connsiteY162" fmla="*/ 236380 h 236467"/>
                <a:gd name="connsiteX163" fmla="*/ 164881 w 180300"/>
                <a:gd name="connsiteY163" fmla="*/ 236376 h 236467"/>
                <a:gd name="connsiteX164" fmla="*/ 158865 w 180300"/>
                <a:gd name="connsiteY164" fmla="*/ 236381 h 236467"/>
                <a:gd name="connsiteX165" fmla="*/ 155054 w 180300"/>
                <a:gd name="connsiteY165" fmla="*/ 236378 h 236467"/>
                <a:gd name="connsiteX166" fmla="*/ 153232 w 180300"/>
                <a:gd name="connsiteY166" fmla="*/ 236383 h 236467"/>
                <a:gd name="connsiteX167" fmla="*/ 147340 w 180300"/>
                <a:gd name="connsiteY167" fmla="*/ 235535 h 236467"/>
                <a:gd name="connsiteX168" fmla="*/ 147014 w 180300"/>
                <a:gd name="connsiteY168" fmla="*/ 233303 h 236467"/>
                <a:gd name="connsiteX169" fmla="*/ 146596 w 180300"/>
                <a:gd name="connsiteY169" fmla="*/ 231070 h 236467"/>
                <a:gd name="connsiteX170" fmla="*/ 144363 w 180300"/>
                <a:gd name="connsiteY170" fmla="*/ 230326 h 236467"/>
                <a:gd name="connsiteX171" fmla="*/ 143945 w 180300"/>
                <a:gd name="connsiteY171" fmla="*/ 226233 h 236467"/>
                <a:gd name="connsiteX172" fmla="*/ 143619 w 180300"/>
                <a:gd name="connsiteY172" fmla="*/ 222140 h 236467"/>
                <a:gd name="connsiteX173" fmla="*/ 142131 w 180300"/>
                <a:gd name="connsiteY173" fmla="*/ 221396 h 236467"/>
                <a:gd name="connsiteX174" fmla="*/ 141666 w 180300"/>
                <a:gd name="connsiteY174" fmla="*/ 216885 h 236467"/>
                <a:gd name="connsiteX175" fmla="*/ 141497 w 180300"/>
                <a:gd name="connsiteY175" fmla="*/ 214394 h 236467"/>
                <a:gd name="connsiteX176" fmla="*/ 141387 w 180300"/>
                <a:gd name="connsiteY176" fmla="*/ 212467 h 236467"/>
                <a:gd name="connsiteX177" fmla="*/ 139154 w 180300"/>
                <a:gd name="connsiteY177" fmla="*/ 212467 h 236467"/>
                <a:gd name="connsiteX178" fmla="*/ 139070 w 180300"/>
                <a:gd name="connsiteY178" fmla="*/ 210702 h 236467"/>
                <a:gd name="connsiteX179" fmla="*/ 138922 w 180300"/>
                <a:gd name="connsiteY179" fmla="*/ 208420 h 236467"/>
                <a:gd name="connsiteX180" fmla="*/ 138791 w 180300"/>
                <a:gd name="connsiteY180" fmla="*/ 206144 h 236467"/>
                <a:gd name="connsiteX181" fmla="*/ 138410 w 180300"/>
                <a:gd name="connsiteY181" fmla="*/ 204281 h 236467"/>
                <a:gd name="connsiteX182" fmla="*/ 136178 w 180300"/>
                <a:gd name="connsiteY182" fmla="*/ 203537 h 236467"/>
                <a:gd name="connsiteX183" fmla="*/ 135759 w 180300"/>
                <a:gd name="connsiteY183" fmla="*/ 199816 h 236467"/>
                <a:gd name="connsiteX184" fmla="*/ 135434 w 180300"/>
                <a:gd name="connsiteY184" fmla="*/ 196096 h 236467"/>
                <a:gd name="connsiteX185" fmla="*/ 133945 w 180300"/>
                <a:gd name="connsiteY185" fmla="*/ 195351 h 236467"/>
                <a:gd name="connsiteX186" fmla="*/ 133480 w 180300"/>
                <a:gd name="connsiteY186" fmla="*/ 190840 h 236467"/>
                <a:gd name="connsiteX187" fmla="*/ 133312 w 180300"/>
                <a:gd name="connsiteY187" fmla="*/ 188349 h 236467"/>
                <a:gd name="connsiteX188" fmla="*/ 133201 w 180300"/>
                <a:gd name="connsiteY188" fmla="*/ 186422 h 236467"/>
                <a:gd name="connsiteX189" fmla="*/ 130969 w 180300"/>
                <a:gd name="connsiteY189" fmla="*/ 186422 h 236467"/>
                <a:gd name="connsiteX190" fmla="*/ 130884 w 180300"/>
                <a:gd name="connsiteY190" fmla="*/ 184657 h 236467"/>
                <a:gd name="connsiteX191" fmla="*/ 130736 w 180300"/>
                <a:gd name="connsiteY191" fmla="*/ 182375 h 236467"/>
                <a:gd name="connsiteX192" fmla="*/ 130605 w 180300"/>
                <a:gd name="connsiteY192" fmla="*/ 180099 h 236467"/>
                <a:gd name="connsiteX193" fmla="*/ 130225 w 180300"/>
                <a:gd name="connsiteY193" fmla="*/ 178236 h 236467"/>
                <a:gd name="connsiteX194" fmla="*/ 127992 w 180300"/>
                <a:gd name="connsiteY194" fmla="*/ 177492 h 236467"/>
                <a:gd name="connsiteX195" fmla="*/ 127574 w 180300"/>
                <a:gd name="connsiteY195" fmla="*/ 173771 h 236467"/>
                <a:gd name="connsiteX196" fmla="*/ 127248 w 180300"/>
                <a:gd name="connsiteY196" fmla="*/ 170051 h 236467"/>
                <a:gd name="connsiteX197" fmla="*/ 125760 w 180300"/>
                <a:gd name="connsiteY197" fmla="*/ 169307 h 236467"/>
                <a:gd name="connsiteX198" fmla="*/ 125760 w 180300"/>
                <a:gd name="connsiteY198" fmla="*/ 164098 h 236467"/>
                <a:gd name="connsiteX199" fmla="*/ 51346 w 180300"/>
                <a:gd name="connsiteY199" fmla="*/ 164098 h 236467"/>
                <a:gd name="connsiteX200" fmla="*/ 51346 w 180300"/>
                <a:gd name="connsiteY200" fmla="*/ 170795 h 236467"/>
                <a:gd name="connsiteX201" fmla="*/ 49113 w 180300"/>
                <a:gd name="connsiteY201" fmla="*/ 170795 h 236467"/>
                <a:gd name="connsiteX202" fmla="*/ 49113 w 180300"/>
                <a:gd name="connsiteY202" fmla="*/ 181213 h 236467"/>
                <a:gd name="connsiteX203" fmla="*/ 46881 w 180300"/>
                <a:gd name="connsiteY203" fmla="*/ 180469 h 236467"/>
                <a:gd name="connsiteX204" fmla="*/ 46797 w 180300"/>
                <a:gd name="connsiteY204" fmla="*/ 182559 h 236467"/>
                <a:gd name="connsiteX205" fmla="*/ 46648 w 180300"/>
                <a:gd name="connsiteY205" fmla="*/ 185259 h 236467"/>
                <a:gd name="connsiteX206" fmla="*/ 46518 w 180300"/>
                <a:gd name="connsiteY206" fmla="*/ 187954 h 236467"/>
                <a:gd name="connsiteX207" fmla="*/ 46137 w 180300"/>
                <a:gd name="connsiteY207" fmla="*/ 190142 h 236467"/>
                <a:gd name="connsiteX208" fmla="*/ 43904 w 180300"/>
                <a:gd name="connsiteY208" fmla="*/ 190887 h 236467"/>
                <a:gd name="connsiteX209" fmla="*/ 43393 w 180300"/>
                <a:gd name="connsiteY209" fmla="*/ 194654 h 236467"/>
                <a:gd name="connsiteX210" fmla="*/ 43244 w 180300"/>
                <a:gd name="connsiteY210" fmla="*/ 196726 h 236467"/>
                <a:gd name="connsiteX211" fmla="*/ 43160 w 180300"/>
                <a:gd name="connsiteY211" fmla="*/ 198328 h 236467"/>
                <a:gd name="connsiteX212" fmla="*/ 41672 w 180300"/>
                <a:gd name="connsiteY212" fmla="*/ 198328 h 236467"/>
                <a:gd name="connsiteX213" fmla="*/ 41588 w 180300"/>
                <a:gd name="connsiteY213" fmla="*/ 200418 h 236467"/>
                <a:gd name="connsiteX214" fmla="*/ 41439 w 180300"/>
                <a:gd name="connsiteY214" fmla="*/ 203118 h 236467"/>
                <a:gd name="connsiteX215" fmla="*/ 41309 w 180300"/>
                <a:gd name="connsiteY215" fmla="*/ 205813 h 236467"/>
                <a:gd name="connsiteX216" fmla="*/ 40928 w 180300"/>
                <a:gd name="connsiteY216" fmla="*/ 208002 h 236467"/>
                <a:gd name="connsiteX217" fmla="*/ 38695 w 180300"/>
                <a:gd name="connsiteY217" fmla="*/ 208746 h 236467"/>
                <a:gd name="connsiteX218" fmla="*/ 38323 w 180300"/>
                <a:gd name="connsiteY218" fmla="*/ 213211 h 236467"/>
                <a:gd name="connsiteX219" fmla="*/ 37951 w 180300"/>
                <a:gd name="connsiteY219" fmla="*/ 217676 h 236467"/>
                <a:gd name="connsiteX220" fmla="*/ 35719 w 180300"/>
                <a:gd name="connsiteY220" fmla="*/ 218420 h 236467"/>
                <a:gd name="connsiteX221" fmla="*/ 35300 w 180300"/>
                <a:gd name="connsiteY221" fmla="*/ 222513 h 236467"/>
                <a:gd name="connsiteX222" fmla="*/ 34975 w 180300"/>
                <a:gd name="connsiteY222" fmla="*/ 226605 h 236467"/>
                <a:gd name="connsiteX223" fmla="*/ 33486 w 180300"/>
                <a:gd name="connsiteY223" fmla="*/ 227349 h 236467"/>
                <a:gd name="connsiteX224" fmla="*/ 33143 w 180300"/>
                <a:gd name="connsiteY224" fmla="*/ 233698 h 236467"/>
                <a:gd name="connsiteX225" fmla="*/ 32742 w 180300"/>
                <a:gd name="connsiteY225" fmla="*/ 235535 h 236467"/>
                <a:gd name="connsiteX226" fmla="*/ 23908 w 180300"/>
                <a:gd name="connsiteY226" fmla="*/ 236404 h 236467"/>
                <a:gd name="connsiteX227" fmla="*/ 22196 w 180300"/>
                <a:gd name="connsiteY227" fmla="*/ 236412 h 236467"/>
                <a:gd name="connsiteX228" fmla="*/ 18618 w 180300"/>
                <a:gd name="connsiteY228" fmla="*/ 236417 h 236467"/>
                <a:gd name="connsiteX229" fmla="*/ 13161 w 180300"/>
                <a:gd name="connsiteY229" fmla="*/ 236446 h 236467"/>
                <a:gd name="connsiteX230" fmla="*/ 9677 w 180300"/>
                <a:gd name="connsiteY230" fmla="*/ 236451 h 236467"/>
                <a:gd name="connsiteX231" fmla="*/ 8037 w 180300"/>
                <a:gd name="connsiteY231" fmla="*/ 236467 h 236467"/>
                <a:gd name="connsiteX232" fmla="*/ 0 w 180300"/>
                <a:gd name="connsiteY232" fmla="*/ 234791 h 236467"/>
                <a:gd name="connsiteX233" fmla="*/ 0 w 180300"/>
                <a:gd name="connsiteY233" fmla="*/ 231814 h 236467"/>
                <a:gd name="connsiteX234" fmla="*/ 1488 w 180300"/>
                <a:gd name="connsiteY234" fmla="*/ 231070 h 236467"/>
                <a:gd name="connsiteX235" fmla="*/ 1904 w 180300"/>
                <a:gd name="connsiteY235" fmla="*/ 225303 h 236467"/>
                <a:gd name="connsiteX236" fmla="*/ 2232 w 180300"/>
                <a:gd name="connsiteY236" fmla="*/ 223629 h 236467"/>
                <a:gd name="connsiteX237" fmla="*/ 4465 w 180300"/>
                <a:gd name="connsiteY237" fmla="*/ 222885 h 236467"/>
                <a:gd name="connsiteX238" fmla="*/ 4976 w 180300"/>
                <a:gd name="connsiteY238" fmla="*/ 218373 h 236467"/>
                <a:gd name="connsiteX239" fmla="*/ 5125 w 180300"/>
                <a:gd name="connsiteY239" fmla="*/ 215882 h 236467"/>
                <a:gd name="connsiteX240" fmla="*/ 5209 w 180300"/>
                <a:gd name="connsiteY240" fmla="*/ 213955 h 236467"/>
                <a:gd name="connsiteX241" fmla="*/ 7441 w 180300"/>
                <a:gd name="connsiteY241" fmla="*/ 213955 h 236467"/>
                <a:gd name="connsiteX242" fmla="*/ 7552 w 180300"/>
                <a:gd name="connsiteY242" fmla="*/ 212191 h 236467"/>
                <a:gd name="connsiteX243" fmla="*/ 7720 w 180300"/>
                <a:gd name="connsiteY243" fmla="*/ 209909 h 236467"/>
                <a:gd name="connsiteX244" fmla="*/ 7877 w 180300"/>
                <a:gd name="connsiteY244" fmla="*/ 207633 h 236467"/>
                <a:gd name="connsiteX245" fmla="*/ 8186 w 180300"/>
                <a:gd name="connsiteY245" fmla="*/ 205769 h 236467"/>
                <a:gd name="connsiteX246" fmla="*/ 9674 w 180300"/>
                <a:gd name="connsiteY246" fmla="*/ 205025 h 236467"/>
                <a:gd name="connsiteX247" fmla="*/ 10017 w 180300"/>
                <a:gd name="connsiteY247" fmla="*/ 198677 h 236467"/>
                <a:gd name="connsiteX248" fmla="*/ 10418 w 180300"/>
                <a:gd name="connsiteY248" fmla="*/ 196840 h 236467"/>
                <a:gd name="connsiteX249" fmla="*/ 13395 w 180300"/>
                <a:gd name="connsiteY249" fmla="*/ 196096 h 236467"/>
                <a:gd name="connsiteX250" fmla="*/ 13581 w 180300"/>
                <a:gd name="connsiteY250" fmla="*/ 192328 h 236467"/>
                <a:gd name="connsiteX251" fmla="*/ 13499 w 180300"/>
                <a:gd name="connsiteY251" fmla="*/ 190256 h 236467"/>
                <a:gd name="connsiteX252" fmla="*/ 13395 w 180300"/>
                <a:gd name="connsiteY252" fmla="*/ 188654 h 236467"/>
                <a:gd name="connsiteX253" fmla="*/ 15627 w 180300"/>
                <a:gd name="connsiteY253" fmla="*/ 188654 h 236467"/>
                <a:gd name="connsiteX254" fmla="*/ 15711 w 180300"/>
                <a:gd name="connsiteY254" fmla="*/ 186779 h 236467"/>
                <a:gd name="connsiteX255" fmla="*/ 15859 w 180300"/>
                <a:gd name="connsiteY255" fmla="*/ 184329 h 236467"/>
                <a:gd name="connsiteX256" fmla="*/ 15990 w 180300"/>
                <a:gd name="connsiteY256" fmla="*/ 181896 h 236467"/>
                <a:gd name="connsiteX257" fmla="*/ 18604 w 180300"/>
                <a:gd name="connsiteY257" fmla="*/ 177492 h 236467"/>
                <a:gd name="connsiteX258" fmla="*/ 18604 w 180300"/>
                <a:gd name="connsiteY258" fmla="*/ 174422 h 236467"/>
                <a:gd name="connsiteX259" fmla="*/ 18604 w 180300"/>
                <a:gd name="connsiteY259" fmla="*/ 171539 h 236467"/>
                <a:gd name="connsiteX260" fmla="*/ 20836 w 180300"/>
                <a:gd name="connsiteY260" fmla="*/ 170795 h 236467"/>
                <a:gd name="connsiteX261" fmla="*/ 21208 w 180300"/>
                <a:gd name="connsiteY261" fmla="*/ 166330 h 236467"/>
                <a:gd name="connsiteX262" fmla="*/ 21580 w 180300"/>
                <a:gd name="connsiteY262" fmla="*/ 161865 h 236467"/>
                <a:gd name="connsiteX263" fmla="*/ 23813 w 180300"/>
                <a:gd name="connsiteY263" fmla="*/ 161121 h 236467"/>
                <a:gd name="connsiteX264" fmla="*/ 24231 w 180300"/>
                <a:gd name="connsiteY264" fmla="*/ 157400 h 236467"/>
                <a:gd name="connsiteX265" fmla="*/ 24557 w 180300"/>
                <a:gd name="connsiteY265" fmla="*/ 153680 h 236467"/>
                <a:gd name="connsiteX266" fmla="*/ 26045 w 180300"/>
                <a:gd name="connsiteY266" fmla="*/ 152935 h 236467"/>
                <a:gd name="connsiteX267" fmla="*/ 26461 w 180300"/>
                <a:gd name="connsiteY267" fmla="*/ 146587 h 236467"/>
                <a:gd name="connsiteX268" fmla="*/ 26789 w 180300"/>
                <a:gd name="connsiteY268" fmla="*/ 144750 h 236467"/>
                <a:gd name="connsiteX269" fmla="*/ 29021 w 180300"/>
                <a:gd name="connsiteY269" fmla="*/ 144006 h 236467"/>
                <a:gd name="connsiteX270" fmla="*/ 29394 w 180300"/>
                <a:gd name="connsiteY270" fmla="*/ 139541 h 236467"/>
                <a:gd name="connsiteX271" fmla="*/ 29766 w 180300"/>
                <a:gd name="connsiteY271" fmla="*/ 135076 h 236467"/>
                <a:gd name="connsiteX272" fmla="*/ 31998 w 180300"/>
                <a:gd name="connsiteY272" fmla="*/ 134332 h 236467"/>
                <a:gd name="connsiteX273" fmla="*/ 32510 w 180300"/>
                <a:gd name="connsiteY273" fmla="*/ 130565 h 236467"/>
                <a:gd name="connsiteX274" fmla="*/ 32658 w 180300"/>
                <a:gd name="connsiteY274" fmla="*/ 128492 h 236467"/>
                <a:gd name="connsiteX275" fmla="*/ 32742 w 180300"/>
                <a:gd name="connsiteY275" fmla="*/ 126891 h 236467"/>
                <a:gd name="connsiteX276" fmla="*/ 34975 w 180300"/>
                <a:gd name="connsiteY276" fmla="*/ 126891 h 236467"/>
                <a:gd name="connsiteX277" fmla="*/ 34896 w 180300"/>
                <a:gd name="connsiteY277" fmla="*/ 125152 h 236467"/>
                <a:gd name="connsiteX278" fmla="*/ 34835 w 180300"/>
                <a:gd name="connsiteY278" fmla="*/ 122891 h 236467"/>
                <a:gd name="connsiteX279" fmla="*/ 34757 w 180300"/>
                <a:gd name="connsiteY279" fmla="*/ 120641 h 236467"/>
                <a:gd name="connsiteX280" fmla="*/ 34975 w 180300"/>
                <a:gd name="connsiteY280" fmla="*/ 118705 h 236467"/>
                <a:gd name="connsiteX281" fmla="*/ 37207 w 180300"/>
                <a:gd name="connsiteY281" fmla="*/ 117217 h 236467"/>
                <a:gd name="connsiteX282" fmla="*/ 37649 w 180300"/>
                <a:gd name="connsiteY282" fmla="*/ 111423 h 236467"/>
                <a:gd name="connsiteX283" fmla="*/ 37951 w 180300"/>
                <a:gd name="connsiteY283" fmla="*/ 109775 h 236467"/>
                <a:gd name="connsiteX284" fmla="*/ 40184 w 180300"/>
                <a:gd name="connsiteY284" fmla="*/ 109031 h 236467"/>
                <a:gd name="connsiteX285" fmla="*/ 40695 w 180300"/>
                <a:gd name="connsiteY285" fmla="*/ 104892 h 236467"/>
                <a:gd name="connsiteX286" fmla="*/ 40843 w 180300"/>
                <a:gd name="connsiteY286" fmla="*/ 102610 h 236467"/>
                <a:gd name="connsiteX287" fmla="*/ 40928 w 180300"/>
                <a:gd name="connsiteY287" fmla="*/ 100846 h 236467"/>
                <a:gd name="connsiteX288" fmla="*/ 43160 w 180300"/>
                <a:gd name="connsiteY288" fmla="*/ 100846 h 236467"/>
                <a:gd name="connsiteX289" fmla="*/ 43056 w 180300"/>
                <a:gd name="connsiteY289" fmla="*/ 99244 h 236467"/>
                <a:gd name="connsiteX290" fmla="*/ 42974 w 180300"/>
                <a:gd name="connsiteY290" fmla="*/ 97171 h 236467"/>
                <a:gd name="connsiteX291" fmla="*/ 42869 w 180300"/>
                <a:gd name="connsiteY291" fmla="*/ 95105 h 236467"/>
                <a:gd name="connsiteX292" fmla="*/ 43160 w 180300"/>
                <a:gd name="connsiteY292" fmla="*/ 93404 h 236467"/>
                <a:gd name="connsiteX293" fmla="*/ 44657 w 180300"/>
                <a:gd name="connsiteY293" fmla="*/ 93076 h 236467"/>
                <a:gd name="connsiteX294" fmla="*/ 46137 w 180300"/>
                <a:gd name="connsiteY294" fmla="*/ 92660 h 236467"/>
                <a:gd name="connsiteX295" fmla="*/ 46183 w 180300"/>
                <a:gd name="connsiteY295" fmla="*/ 88195 h 236467"/>
                <a:gd name="connsiteX296" fmla="*/ 46137 w 180300"/>
                <a:gd name="connsiteY296" fmla="*/ 83730 h 236467"/>
                <a:gd name="connsiteX297" fmla="*/ 48369 w 180300"/>
                <a:gd name="connsiteY297" fmla="*/ 82986 h 236467"/>
                <a:gd name="connsiteX298" fmla="*/ 48881 w 180300"/>
                <a:gd name="connsiteY298" fmla="*/ 78847 h 236467"/>
                <a:gd name="connsiteX299" fmla="*/ 49029 w 180300"/>
                <a:gd name="connsiteY299" fmla="*/ 76565 h 236467"/>
                <a:gd name="connsiteX300" fmla="*/ 49113 w 180300"/>
                <a:gd name="connsiteY300" fmla="*/ 74801 h 236467"/>
                <a:gd name="connsiteX301" fmla="*/ 51346 w 180300"/>
                <a:gd name="connsiteY301" fmla="*/ 74801 h 236467"/>
                <a:gd name="connsiteX302" fmla="*/ 51267 w 180300"/>
                <a:gd name="connsiteY302" fmla="*/ 73036 h 236467"/>
                <a:gd name="connsiteX303" fmla="*/ 51206 w 180300"/>
                <a:gd name="connsiteY303" fmla="*/ 70754 h 236467"/>
                <a:gd name="connsiteX304" fmla="*/ 51128 w 180300"/>
                <a:gd name="connsiteY304" fmla="*/ 68478 h 236467"/>
                <a:gd name="connsiteX305" fmla="*/ 51346 w 180300"/>
                <a:gd name="connsiteY305" fmla="*/ 66615 h 236467"/>
                <a:gd name="connsiteX306" fmla="*/ 53578 w 180300"/>
                <a:gd name="connsiteY306" fmla="*/ 65871 h 236467"/>
                <a:gd name="connsiteX307" fmla="*/ 54090 w 180300"/>
                <a:gd name="connsiteY307" fmla="*/ 61360 h 236467"/>
                <a:gd name="connsiteX308" fmla="*/ 54238 w 180300"/>
                <a:gd name="connsiteY308" fmla="*/ 58869 h 236467"/>
                <a:gd name="connsiteX309" fmla="*/ 54322 w 180300"/>
                <a:gd name="connsiteY309" fmla="*/ 56941 h 236467"/>
                <a:gd name="connsiteX310" fmla="*/ 56555 w 180300"/>
                <a:gd name="connsiteY310" fmla="*/ 56941 h 236467"/>
                <a:gd name="connsiteX311" fmla="*/ 56665 w 180300"/>
                <a:gd name="connsiteY311" fmla="*/ 55177 h 236467"/>
                <a:gd name="connsiteX312" fmla="*/ 56834 w 180300"/>
                <a:gd name="connsiteY312" fmla="*/ 52895 h 236467"/>
                <a:gd name="connsiteX313" fmla="*/ 56991 w 180300"/>
                <a:gd name="connsiteY313" fmla="*/ 50619 h 236467"/>
                <a:gd name="connsiteX314" fmla="*/ 57299 w 180300"/>
                <a:gd name="connsiteY314" fmla="*/ 48756 h 236467"/>
                <a:gd name="connsiteX315" fmla="*/ 58787 w 180300"/>
                <a:gd name="connsiteY315" fmla="*/ 48012 h 236467"/>
                <a:gd name="connsiteX316" fmla="*/ 59624 w 180300"/>
                <a:gd name="connsiteY316" fmla="*/ 43500 h 236467"/>
                <a:gd name="connsiteX317" fmla="*/ 60002 w 180300"/>
                <a:gd name="connsiteY317" fmla="*/ 41009 h 236467"/>
                <a:gd name="connsiteX318" fmla="*/ 60275 w 180300"/>
                <a:gd name="connsiteY318" fmla="*/ 39082 h 236467"/>
                <a:gd name="connsiteX319" fmla="*/ 62508 w 180300"/>
                <a:gd name="connsiteY319" fmla="*/ 39082 h 236467"/>
                <a:gd name="connsiteX320" fmla="*/ 62508 w 180300"/>
                <a:gd name="connsiteY320" fmla="*/ 31641 h 236467"/>
                <a:gd name="connsiteX321" fmla="*/ 64740 w 180300"/>
                <a:gd name="connsiteY321" fmla="*/ 31641 h 236467"/>
                <a:gd name="connsiteX322" fmla="*/ 65484 w 180300"/>
                <a:gd name="connsiteY322" fmla="*/ 21967 h 236467"/>
                <a:gd name="connsiteX323" fmla="*/ 66973 w 180300"/>
                <a:gd name="connsiteY323" fmla="*/ 21967 h 236467"/>
                <a:gd name="connsiteX324" fmla="*/ 67717 w 180300"/>
                <a:gd name="connsiteY324" fmla="*/ 18293 h 236467"/>
                <a:gd name="connsiteX325" fmla="*/ 68461 w 180300"/>
                <a:gd name="connsiteY325" fmla="*/ 14525 h 236467"/>
                <a:gd name="connsiteX326" fmla="*/ 69949 w 180300"/>
                <a:gd name="connsiteY326" fmla="*/ 13781 h 236467"/>
                <a:gd name="connsiteX327" fmla="*/ 70365 w 180300"/>
                <a:gd name="connsiteY327" fmla="*/ 6851 h 236467"/>
                <a:gd name="connsiteX328" fmla="*/ 70693 w 180300"/>
                <a:gd name="connsiteY328" fmla="*/ 4851 h 236467"/>
                <a:gd name="connsiteX329" fmla="*/ 72926 w 180300"/>
                <a:gd name="connsiteY329" fmla="*/ 4107 h 236467"/>
                <a:gd name="connsiteX330" fmla="*/ 73026 w 180300"/>
                <a:gd name="connsiteY330" fmla="*/ 2223 h 236467"/>
                <a:gd name="connsiteX331" fmla="*/ 73670 w 180300"/>
                <a:gd name="connsiteY331" fmla="*/ 387 h 236467"/>
                <a:gd name="connsiteX332" fmla="*/ 80254 w 180300"/>
                <a:gd name="connsiteY332" fmla="*/ 23 h 23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180300" h="236467">
                  <a:moveTo>
                    <a:pt x="87083" y="39879"/>
                  </a:moveTo>
                  <a:cubicBezTo>
                    <a:pt x="86830" y="43421"/>
                    <a:pt x="86584" y="46859"/>
                    <a:pt x="86339" y="50297"/>
                  </a:cubicBezTo>
                  <a:cubicBezTo>
                    <a:pt x="86086" y="50297"/>
                    <a:pt x="85840" y="50297"/>
                    <a:pt x="85595" y="50297"/>
                  </a:cubicBezTo>
                  <a:cubicBezTo>
                    <a:pt x="84131" y="53656"/>
                    <a:pt x="83971" y="56558"/>
                    <a:pt x="84054" y="60151"/>
                  </a:cubicBezTo>
                  <a:cubicBezTo>
                    <a:pt x="84072" y="60596"/>
                    <a:pt x="84089" y="61027"/>
                    <a:pt x="84106" y="61459"/>
                  </a:cubicBezTo>
                  <a:cubicBezTo>
                    <a:pt x="83347" y="61459"/>
                    <a:pt x="82611" y="61459"/>
                    <a:pt x="81874" y="61459"/>
                  </a:cubicBezTo>
                  <a:cubicBezTo>
                    <a:pt x="81845" y="62161"/>
                    <a:pt x="81817" y="62842"/>
                    <a:pt x="81790" y="63523"/>
                  </a:cubicBezTo>
                  <a:cubicBezTo>
                    <a:pt x="81739" y="64434"/>
                    <a:pt x="81690" y="65319"/>
                    <a:pt x="81641" y="66203"/>
                  </a:cubicBezTo>
                  <a:cubicBezTo>
                    <a:pt x="81566" y="68814"/>
                    <a:pt x="81566" y="68814"/>
                    <a:pt x="81130" y="71133"/>
                  </a:cubicBezTo>
                  <a:cubicBezTo>
                    <a:pt x="80371" y="71639"/>
                    <a:pt x="79634" y="72130"/>
                    <a:pt x="78897" y="72621"/>
                  </a:cubicBezTo>
                  <a:cubicBezTo>
                    <a:pt x="78823" y="73279"/>
                    <a:pt x="78751" y="73918"/>
                    <a:pt x="78679" y="74557"/>
                  </a:cubicBezTo>
                  <a:cubicBezTo>
                    <a:pt x="78719" y="75693"/>
                    <a:pt x="78719" y="75693"/>
                    <a:pt x="78758" y="76807"/>
                  </a:cubicBezTo>
                  <a:cubicBezTo>
                    <a:pt x="78779" y="77576"/>
                    <a:pt x="78799" y="78322"/>
                    <a:pt x="78819" y="79068"/>
                  </a:cubicBezTo>
                  <a:cubicBezTo>
                    <a:pt x="78859" y="79946"/>
                    <a:pt x="78859" y="79946"/>
                    <a:pt x="78897" y="80807"/>
                  </a:cubicBezTo>
                  <a:cubicBezTo>
                    <a:pt x="78138" y="80807"/>
                    <a:pt x="77402" y="80807"/>
                    <a:pt x="76665" y="80807"/>
                  </a:cubicBezTo>
                  <a:cubicBezTo>
                    <a:pt x="75857" y="82423"/>
                    <a:pt x="75857" y="82423"/>
                    <a:pt x="76014" y="86062"/>
                  </a:cubicBezTo>
                  <a:cubicBezTo>
                    <a:pt x="76165" y="88029"/>
                    <a:pt x="76165" y="88029"/>
                    <a:pt x="75921" y="89736"/>
                  </a:cubicBezTo>
                  <a:cubicBezTo>
                    <a:pt x="74793" y="90112"/>
                    <a:pt x="74793" y="90112"/>
                    <a:pt x="73688" y="90481"/>
                  </a:cubicBezTo>
                  <a:cubicBezTo>
                    <a:pt x="73386" y="92155"/>
                    <a:pt x="73386" y="92155"/>
                    <a:pt x="73316" y="94201"/>
                  </a:cubicBezTo>
                  <a:cubicBezTo>
                    <a:pt x="73298" y="96195"/>
                    <a:pt x="73298" y="96195"/>
                    <a:pt x="72944" y="97922"/>
                  </a:cubicBezTo>
                  <a:cubicBezTo>
                    <a:pt x="71817" y="98298"/>
                    <a:pt x="71817" y="98298"/>
                    <a:pt x="70712" y="98666"/>
                  </a:cubicBezTo>
                  <a:cubicBezTo>
                    <a:pt x="70602" y="99689"/>
                    <a:pt x="70602" y="99689"/>
                    <a:pt x="70494" y="100692"/>
                  </a:cubicBezTo>
                  <a:cubicBezTo>
                    <a:pt x="70521" y="101537"/>
                    <a:pt x="70546" y="102357"/>
                    <a:pt x="70572" y="103177"/>
                  </a:cubicBezTo>
                  <a:cubicBezTo>
                    <a:pt x="70603" y="104435"/>
                    <a:pt x="70603" y="104435"/>
                    <a:pt x="70633" y="105669"/>
                  </a:cubicBezTo>
                  <a:cubicBezTo>
                    <a:pt x="70660" y="106324"/>
                    <a:pt x="70686" y="106960"/>
                    <a:pt x="70712" y="107596"/>
                  </a:cubicBezTo>
                  <a:cubicBezTo>
                    <a:pt x="69953" y="107596"/>
                    <a:pt x="69216" y="107596"/>
                    <a:pt x="68479" y="107596"/>
                  </a:cubicBezTo>
                  <a:cubicBezTo>
                    <a:pt x="67671" y="109213"/>
                    <a:pt x="67671" y="109213"/>
                    <a:pt x="67828" y="112479"/>
                  </a:cubicBezTo>
                  <a:cubicBezTo>
                    <a:pt x="67980" y="114244"/>
                    <a:pt x="67980" y="114244"/>
                    <a:pt x="67735" y="115781"/>
                  </a:cubicBezTo>
                  <a:cubicBezTo>
                    <a:pt x="66608" y="116157"/>
                    <a:pt x="66608" y="116157"/>
                    <a:pt x="65503" y="116525"/>
                  </a:cubicBezTo>
                  <a:cubicBezTo>
                    <a:pt x="65400" y="117141"/>
                    <a:pt x="65300" y="117739"/>
                    <a:pt x="65201" y="118336"/>
                  </a:cubicBezTo>
                  <a:cubicBezTo>
                    <a:pt x="65133" y="120496"/>
                    <a:pt x="65097" y="122575"/>
                    <a:pt x="64759" y="124711"/>
                  </a:cubicBezTo>
                  <a:cubicBezTo>
                    <a:pt x="62526" y="126199"/>
                    <a:pt x="62526" y="126199"/>
                    <a:pt x="61038" y="133641"/>
                  </a:cubicBezTo>
                  <a:cubicBezTo>
                    <a:pt x="79508" y="133641"/>
                    <a:pt x="97434" y="133641"/>
                    <a:pt x="115360" y="133641"/>
                  </a:cubicBezTo>
                  <a:cubicBezTo>
                    <a:pt x="114984" y="129883"/>
                    <a:pt x="114984" y="129883"/>
                    <a:pt x="114616" y="126199"/>
                  </a:cubicBezTo>
                  <a:cubicBezTo>
                    <a:pt x="113113" y="125824"/>
                    <a:pt x="113113" y="125824"/>
                    <a:pt x="111640" y="125455"/>
                  </a:cubicBezTo>
                  <a:cubicBezTo>
                    <a:pt x="111567" y="124775"/>
                    <a:pt x="111497" y="124115"/>
                    <a:pt x="111427" y="123455"/>
                  </a:cubicBezTo>
                  <a:cubicBezTo>
                    <a:pt x="111584" y="121121"/>
                    <a:pt x="111772" y="118862"/>
                    <a:pt x="111640" y="116525"/>
                  </a:cubicBezTo>
                  <a:cubicBezTo>
                    <a:pt x="110512" y="116150"/>
                    <a:pt x="110512" y="116150"/>
                    <a:pt x="109407" y="115781"/>
                  </a:cubicBezTo>
                  <a:cubicBezTo>
                    <a:pt x="109220" y="114242"/>
                    <a:pt x="109220" y="114242"/>
                    <a:pt x="109407" y="112479"/>
                  </a:cubicBezTo>
                  <a:cubicBezTo>
                    <a:pt x="109547" y="110668"/>
                    <a:pt x="109547" y="110668"/>
                    <a:pt x="109407" y="109084"/>
                  </a:cubicBezTo>
                  <a:cubicBezTo>
                    <a:pt x="107021" y="107871"/>
                    <a:pt x="107021" y="107871"/>
                    <a:pt x="106820" y="105875"/>
                  </a:cubicBezTo>
                  <a:cubicBezTo>
                    <a:pt x="106681" y="103351"/>
                    <a:pt x="106827" y="100948"/>
                    <a:pt x="105686" y="98666"/>
                  </a:cubicBezTo>
                  <a:cubicBezTo>
                    <a:pt x="104927" y="98666"/>
                    <a:pt x="104191" y="98666"/>
                    <a:pt x="103454" y="98666"/>
                  </a:cubicBezTo>
                  <a:cubicBezTo>
                    <a:pt x="103481" y="98066"/>
                    <a:pt x="103507" y="97484"/>
                    <a:pt x="103533" y="96902"/>
                  </a:cubicBezTo>
                  <a:cubicBezTo>
                    <a:pt x="103563" y="95749"/>
                    <a:pt x="103563" y="95749"/>
                    <a:pt x="103594" y="94620"/>
                  </a:cubicBezTo>
                  <a:cubicBezTo>
                    <a:pt x="103672" y="92344"/>
                    <a:pt x="103672" y="92344"/>
                    <a:pt x="103454" y="90481"/>
                  </a:cubicBezTo>
                  <a:cubicBezTo>
                    <a:pt x="102695" y="90228"/>
                    <a:pt x="101958" y="89982"/>
                    <a:pt x="101222" y="89736"/>
                  </a:cubicBezTo>
                  <a:cubicBezTo>
                    <a:pt x="101156" y="89176"/>
                    <a:pt x="101093" y="88632"/>
                    <a:pt x="101030" y="88088"/>
                  </a:cubicBezTo>
                  <a:cubicBezTo>
                    <a:pt x="101155" y="85525"/>
                    <a:pt x="101643" y="83137"/>
                    <a:pt x="100477" y="80807"/>
                  </a:cubicBezTo>
                  <a:cubicBezTo>
                    <a:pt x="99718" y="80807"/>
                    <a:pt x="98982" y="80807"/>
                    <a:pt x="98245" y="80807"/>
                  </a:cubicBezTo>
                  <a:cubicBezTo>
                    <a:pt x="98272" y="80216"/>
                    <a:pt x="98298" y="79642"/>
                    <a:pt x="98324" y="79068"/>
                  </a:cubicBezTo>
                  <a:cubicBezTo>
                    <a:pt x="98354" y="77926"/>
                    <a:pt x="98354" y="77926"/>
                    <a:pt x="98385" y="76807"/>
                  </a:cubicBezTo>
                  <a:cubicBezTo>
                    <a:pt x="98463" y="74557"/>
                    <a:pt x="98463" y="74557"/>
                    <a:pt x="98245" y="72621"/>
                  </a:cubicBezTo>
                  <a:cubicBezTo>
                    <a:pt x="97486" y="72115"/>
                    <a:pt x="96749" y="71624"/>
                    <a:pt x="96013" y="71133"/>
                  </a:cubicBezTo>
                  <a:cubicBezTo>
                    <a:pt x="95663" y="69349"/>
                    <a:pt x="95663" y="69349"/>
                    <a:pt x="95641" y="67366"/>
                  </a:cubicBezTo>
                  <a:cubicBezTo>
                    <a:pt x="95571" y="65340"/>
                    <a:pt x="95571" y="65340"/>
                    <a:pt x="95268" y="63691"/>
                  </a:cubicBezTo>
                  <a:cubicBezTo>
                    <a:pt x="94509" y="63438"/>
                    <a:pt x="93773" y="63193"/>
                    <a:pt x="93036" y="62947"/>
                  </a:cubicBezTo>
                  <a:cubicBezTo>
                    <a:pt x="92878" y="61065"/>
                    <a:pt x="92878" y="61065"/>
                    <a:pt x="93083" y="58901"/>
                  </a:cubicBezTo>
                  <a:cubicBezTo>
                    <a:pt x="93248" y="56672"/>
                    <a:pt x="93248" y="56672"/>
                    <a:pt x="93036" y="54762"/>
                  </a:cubicBezTo>
                  <a:cubicBezTo>
                    <a:pt x="92039" y="54275"/>
                    <a:pt x="91047" y="53779"/>
                    <a:pt x="90059" y="53274"/>
                  </a:cubicBezTo>
                  <a:cubicBezTo>
                    <a:pt x="89970" y="52578"/>
                    <a:pt x="89882" y="51902"/>
                    <a:pt x="89795" y="51227"/>
                  </a:cubicBezTo>
                  <a:cubicBezTo>
                    <a:pt x="90065" y="46011"/>
                    <a:pt x="90296" y="44164"/>
                    <a:pt x="87083" y="39879"/>
                  </a:cubicBezTo>
                  <a:close/>
                  <a:moveTo>
                    <a:pt x="80254" y="23"/>
                  </a:moveTo>
                  <a:cubicBezTo>
                    <a:pt x="81243" y="31"/>
                    <a:pt x="81243" y="31"/>
                    <a:pt x="82253" y="39"/>
                  </a:cubicBezTo>
                  <a:cubicBezTo>
                    <a:pt x="84369" y="60"/>
                    <a:pt x="86484" y="107"/>
                    <a:pt x="88599" y="154"/>
                  </a:cubicBezTo>
                  <a:cubicBezTo>
                    <a:pt x="90030" y="173"/>
                    <a:pt x="91460" y="190"/>
                    <a:pt x="92891" y="205"/>
                  </a:cubicBezTo>
                  <a:cubicBezTo>
                    <a:pt x="96406" y="246"/>
                    <a:pt x="99921" y="310"/>
                    <a:pt x="103436" y="387"/>
                  </a:cubicBezTo>
                  <a:cubicBezTo>
                    <a:pt x="103681" y="2842"/>
                    <a:pt x="103927" y="5298"/>
                    <a:pt x="104180" y="7828"/>
                  </a:cubicBezTo>
                  <a:cubicBezTo>
                    <a:pt x="104916" y="7582"/>
                    <a:pt x="105653" y="7337"/>
                    <a:pt x="106412" y="7084"/>
                  </a:cubicBezTo>
                  <a:cubicBezTo>
                    <a:pt x="106454" y="7851"/>
                    <a:pt x="106454" y="7851"/>
                    <a:pt x="106496" y="8633"/>
                  </a:cubicBezTo>
                  <a:cubicBezTo>
                    <a:pt x="106545" y="9304"/>
                    <a:pt x="106594" y="9974"/>
                    <a:pt x="106645" y="10665"/>
                  </a:cubicBezTo>
                  <a:cubicBezTo>
                    <a:pt x="106709" y="11662"/>
                    <a:pt x="106709" y="11662"/>
                    <a:pt x="106775" y="12679"/>
                  </a:cubicBezTo>
                  <a:cubicBezTo>
                    <a:pt x="106988" y="14566"/>
                    <a:pt x="106988" y="14566"/>
                    <a:pt x="108296" y="15665"/>
                  </a:cubicBezTo>
                  <a:cubicBezTo>
                    <a:pt x="109389" y="16758"/>
                    <a:pt x="109389" y="16758"/>
                    <a:pt x="109607" y="18441"/>
                  </a:cubicBezTo>
                  <a:cubicBezTo>
                    <a:pt x="109581" y="19036"/>
                    <a:pt x="109555" y="19632"/>
                    <a:pt x="109528" y="20246"/>
                  </a:cubicBezTo>
                  <a:cubicBezTo>
                    <a:pt x="109498" y="21148"/>
                    <a:pt x="109498" y="21148"/>
                    <a:pt x="109467" y="22068"/>
                  </a:cubicBezTo>
                  <a:cubicBezTo>
                    <a:pt x="109441" y="22526"/>
                    <a:pt x="109415" y="22984"/>
                    <a:pt x="109389" y="23455"/>
                  </a:cubicBezTo>
                  <a:cubicBezTo>
                    <a:pt x="110125" y="23455"/>
                    <a:pt x="110862" y="23455"/>
                    <a:pt x="111621" y="23455"/>
                  </a:cubicBezTo>
                  <a:cubicBezTo>
                    <a:pt x="111621" y="26156"/>
                    <a:pt x="111621" y="28857"/>
                    <a:pt x="111621" y="31641"/>
                  </a:cubicBezTo>
                  <a:cubicBezTo>
                    <a:pt x="112603" y="31641"/>
                    <a:pt x="113586" y="31641"/>
                    <a:pt x="114598" y="31641"/>
                  </a:cubicBezTo>
                  <a:cubicBezTo>
                    <a:pt x="114639" y="32407"/>
                    <a:pt x="114639" y="32407"/>
                    <a:pt x="114682" y="33190"/>
                  </a:cubicBezTo>
                  <a:cubicBezTo>
                    <a:pt x="114731" y="33860"/>
                    <a:pt x="114780" y="34531"/>
                    <a:pt x="114830" y="35222"/>
                  </a:cubicBezTo>
                  <a:cubicBezTo>
                    <a:pt x="114895" y="36219"/>
                    <a:pt x="114895" y="36219"/>
                    <a:pt x="114961" y="37236"/>
                  </a:cubicBezTo>
                  <a:cubicBezTo>
                    <a:pt x="115402" y="39376"/>
                    <a:pt x="116060" y="39828"/>
                    <a:pt x="117574" y="41314"/>
                  </a:cubicBezTo>
                  <a:cubicBezTo>
                    <a:pt x="117903" y="42971"/>
                    <a:pt x="117903" y="42971"/>
                    <a:pt x="117993" y="44756"/>
                  </a:cubicBezTo>
                  <a:cubicBezTo>
                    <a:pt x="118055" y="46502"/>
                    <a:pt x="118055" y="46502"/>
                    <a:pt x="118318" y="48012"/>
                  </a:cubicBezTo>
                  <a:cubicBezTo>
                    <a:pt x="118809" y="48257"/>
                    <a:pt x="119301" y="48503"/>
                    <a:pt x="119807" y="48756"/>
                  </a:cubicBezTo>
                  <a:cubicBezTo>
                    <a:pt x="120069" y="50486"/>
                    <a:pt x="120137" y="52194"/>
                    <a:pt x="120222" y="53941"/>
                  </a:cubicBezTo>
                  <a:cubicBezTo>
                    <a:pt x="120331" y="54440"/>
                    <a:pt x="120439" y="54939"/>
                    <a:pt x="120551" y="55453"/>
                  </a:cubicBezTo>
                  <a:cubicBezTo>
                    <a:pt x="121287" y="55699"/>
                    <a:pt x="122024" y="55944"/>
                    <a:pt x="122783" y="56197"/>
                  </a:cubicBezTo>
                  <a:cubicBezTo>
                    <a:pt x="123086" y="57845"/>
                    <a:pt x="123086" y="57845"/>
                    <a:pt x="123155" y="59871"/>
                  </a:cubicBezTo>
                  <a:cubicBezTo>
                    <a:pt x="123178" y="61855"/>
                    <a:pt x="123178" y="61855"/>
                    <a:pt x="123527" y="63639"/>
                  </a:cubicBezTo>
                  <a:cubicBezTo>
                    <a:pt x="124264" y="64130"/>
                    <a:pt x="125001" y="64621"/>
                    <a:pt x="125760" y="65127"/>
                  </a:cubicBezTo>
                  <a:cubicBezTo>
                    <a:pt x="125917" y="66879"/>
                    <a:pt x="125757" y="68514"/>
                    <a:pt x="125620" y="70266"/>
                  </a:cubicBezTo>
                  <a:cubicBezTo>
                    <a:pt x="125666" y="70780"/>
                    <a:pt x="125712" y="71294"/>
                    <a:pt x="125760" y="71824"/>
                  </a:cubicBezTo>
                  <a:cubicBezTo>
                    <a:pt x="126496" y="72315"/>
                    <a:pt x="127233" y="72806"/>
                    <a:pt x="127992" y="73312"/>
                  </a:cubicBezTo>
                  <a:cubicBezTo>
                    <a:pt x="128373" y="75086"/>
                    <a:pt x="128373" y="75086"/>
                    <a:pt x="128504" y="77126"/>
                  </a:cubicBezTo>
                  <a:cubicBezTo>
                    <a:pt x="128553" y="77803"/>
                    <a:pt x="128602" y="78481"/>
                    <a:pt x="128652" y="79178"/>
                  </a:cubicBezTo>
                  <a:cubicBezTo>
                    <a:pt x="128694" y="79958"/>
                    <a:pt x="128694" y="79958"/>
                    <a:pt x="128736" y="80754"/>
                  </a:cubicBezTo>
                  <a:cubicBezTo>
                    <a:pt x="129473" y="80754"/>
                    <a:pt x="130210" y="80754"/>
                    <a:pt x="130969" y="80754"/>
                  </a:cubicBezTo>
                  <a:cubicBezTo>
                    <a:pt x="131010" y="81627"/>
                    <a:pt x="131010" y="81627"/>
                    <a:pt x="131053" y="82518"/>
                  </a:cubicBezTo>
                  <a:cubicBezTo>
                    <a:pt x="131102" y="83271"/>
                    <a:pt x="131151" y="84024"/>
                    <a:pt x="131201" y="84800"/>
                  </a:cubicBezTo>
                  <a:cubicBezTo>
                    <a:pt x="131266" y="85927"/>
                    <a:pt x="131266" y="85927"/>
                    <a:pt x="131332" y="87076"/>
                  </a:cubicBezTo>
                  <a:cubicBezTo>
                    <a:pt x="131458" y="87691"/>
                    <a:pt x="131583" y="88306"/>
                    <a:pt x="131713" y="88939"/>
                  </a:cubicBezTo>
                  <a:cubicBezTo>
                    <a:pt x="132450" y="89185"/>
                    <a:pt x="133186" y="89430"/>
                    <a:pt x="133945" y="89683"/>
                  </a:cubicBezTo>
                  <a:cubicBezTo>
                    <a:pt x="133945" y="91171"/>
                    <a:pt x="133937" y="92661"/>
                    <a:pt x="133806" y="94143"/>
                  </a:cubicBezTo>
                  <a:cubicBezTo>
                    <a:pt x="133792" y="95710"/>
                    <a:pt x="133792" y="95710"/>
                    <a:pt x="135012" y="96703"/>
                  </a:cubicBezTo>
                  <a:cubicBezTo>
                    <a:pt x="136586" y="98277"/>
                    <a:pt x="136645" y="99554"/>
                    <a:pt x="136968" y="101729"/>
                  </a:cubicBezTo>
                  <a:cubicBezTo>
                    <a:pt x="137229" y="103693"/>
                    <a:pt x="137229" y="103693"/>
                    <a:pt x="137666" y="105310"/>
                  </a:cubicBezTo>
                  <a:cubicBezTo>
                    <a:pt x="138157" y="105310"/>
                    <a:pt x="138648" y="105310"/>
                    <a:pt x="139154" y="105310"/>
                  </a:cubicBezTo>
                  <a:cubicBezTo>
                    <a:pt x="139196" y="106184"/>
                    <a:pt x="139196" y="106184"/>
                    <a:pt x="139239" y="107075"/>
                  </a:cubicBezTo>
                  <a:cubicBezTo>
                    <a:pt x="139312" y="108204"/>
                    <a:pt x="139312" y="108204"/>
                    <a:pt x="139387" y="109357"/>
                  </a:cubicBezTo>
                  <a:cubicBezTo>
                    <a:pt x="139452" y="110483"/>
                    <a:pt x="139452" y="110483"/>
                    <a:pt x="139518" y="111633"/>
                  </a:cubicBezTo>
                  <a:cubicBezTo>
                    <a:pt x="139643" y="112248"/>
                    <a:pt x="139769" y="112862"/>
                    <a:pt x="139898" y="113496"/>
                  </a:cubicBezTo>
                  <a:cubicBezTo>
                    <a:pt x="140635" y="113742"/>
                    <a:pt x="141372" y="113987"/>
                    <a:pt x="142131" y="114240"/>
                  </a:cubicBezTo>
                  <a:cubicBezTo>
                    <a:pt x="142349" y="115941"/>
                    <a:pt x="142349" y="115941"/>
                    <a:pt x="142270" y="118007"/>
                  </a:cubicBezTo>
                  <a:cubicBezTo>
                    <a:pt x="142240" y="119033"/>
                    <a:pt x="142240" y="119033"/>
                    <a:pt x="142209" y="120080"/>
                  </a:cubicBezTo>
                  <a:cubicBezTo>
                    <a:pt x="142183" y="120608"/>
                    <a:pt x="142158" y="121137"/>
                    <a:pt x="142131" y="121682"/>
                  </a:cubicBezTo>
                  <a:cubicBezTo>
                    <a:pt x="142868" y="121682"/>
                    <a:pt x="143604" y="121682"/>
                    <a:pt x="144363" y="121682"/>
                  </a:cubicBezTo>
                  <a:cubicBezTo>
                    <a:pt x="144609" y="124628"/>
                    <a:pt x="144854" y="127575"/>
                    <a:pt x="145107" y="130611"/>
                  </a:cubicBezTo>
                  <a:cubicBezTo>
                    <a:pt x="145844" y="130611"/>
                    <a:pt x="146581" y="130611"/>
                    <a:pt x="147340" y="130611"/>
                  </a:cubicBezTo>
                  <a:cubicBezTo>
                    <a:pt x="147382" y="131404"/>
                    <a:pt x="147382" y="131404"/>
                    <a:pt x="147424" y="132213"/>
                  </a:cubicBezTo>
                  <a:cubicBezTo>
                    <a:pt x="147473" y="132897"/>
                    <a:pt x="147522" y="133581"/>
                    <a:pt x="147572" y="134285"/>
                  </a:cubicBezTo>
                  <a:cubicBezTo>
                    <a:pt x="147637" y="135308"/>
                    <a:pt x="147637" y="135308"/>
                    <a:pt x="147703" y="136352"/>
                  </a:cubicBezTo>
                  <a:cubicBezTo>
                    <a:pt x="147829" y="136913"/>
                    <a:pt x="147955" y="137474"/>
                    <a:pt x="148084" y="138053"/>
                  </a:cubicBezTo>
                  <a:cubicBezTo>
                    <a:pt x="148821" y="138298"/>
                    <a:pt x="149557" y="138544"/>
                    <a:pt x="150316" y="138797"/>
                  </a:cubicBezTo>
                  <a:cubicBezTo>
                    <a:pt x="150645" y="140471"/>
                    <a:pt x="150645" y="140471"/>
                    <a:pt x="150735" y="142517"/>
                  </a:cubicBezTo>
                  <a:cubicBezTo>
                    <a:pt x="150798" y="144507"/>
                    <a:pt x="150798" y="144507"/>
                    <a:pt x="151061" y="146238"/>
                  </a:cubicBezTo>
                  <a:cubicBezTo>
                    <a:pt x="151552" y="146484"/>
                    <a:pt x="152043" y="146729"/>
                    <a:pt x="152549" y="146982"/>
                  </a:cubicBezTo>
                  <a:cubicBezTo>
                    <a:pt x="152813" y="148906"/>
                    <a:pt x="152879" y="150810"/>
                    <a:pt x="152965" y="152749"/>
                  </a:cubicBezTo>
                  <a:cubicBezTo>
                    <a:pt x="153073" y="153302"/>
                    <a:pt x="153181" y="153854"/>
                    <a:pt x="153293" y="154424"/>
                  </a:cubicBezTo>
                  <a:cubicBezTo>
                    <a:pt x="154030" y="154669"/>
                    <a:pt x="154766" y="154915"/>
                    <a:pt x="155525" y="155168"/>
                  </a:cubicBezTo>
                  <a:cubicBezTo>
                    <a:pt x="155873" y="156907"/>
                    <a:pt x="155900" y="158583"/>
                    <a:pt x="155967" y="160354"/>
                  </a:cubicBezTo>
                  <a:cubicBezTo>
                    <a:pt x="156067" y="160852"/>
                    <a:pt x="156167" y="161351"/>
                    <a:pt x="156270" y="161865"/>
                  </a:cubicBezTo>
                  <a:cubicBezTo>
                    <a:pt x="157006" y="162111"/>
                    <a:pt x="157743" y="162356"/>
                    <a:pt x="158502" y="162609"/>
                  </a:cubicBezTo>
                  <a:cubicBezTo>
                    <a:pt x="158830" y="164446"/>
                    <a:pt x="158830" y="164446"/>
                    <a:pt x="158921" y="166702"/>
                  </a:cubicBezTo>
                  <a:cubicBezTo>
                    <a:pt x="158983" y="168893"/>
                    <a:pt x="158983" y="168893"/>
                    <a:pt x="159246" y="170795"/>
                  </a:cubicBezTo>
                  <a:cubicBezTo>
                    <a:pt x="159737" y="171040"/>
                    <a:pt x="160228" y="171286"/>
                    <a:pt x="160734" y="171539"/>
                  </a:cubicBezTo>
                  <a:cubicBezTo>
                    <a:pt x="160998" y="173245"/>
                    <a:pt x="161064" y="174929"/>
                    <a:pt x="161150" y="176652"/>
                  </a:cubicBezTo>
                  <a:cubicBezTo>
                    <a:pt x="161345" y="178524"/>
                    <a:pt x="161345" y="178524"/>
                    <a:pt x="163711" y="179724"/>
                  </a:cubicBezTo>
                  <a:cubicBezTo>
                    <a:pt x="164092" y="181660"/>
                    <a:pt x="164092" y="181660"/>
                    <a:pt x="164223" y="183910"/>
                  </a:cubicBezTo>
                  <a:cubicBezTo>
                    <a:pt x="164271" y="184657"/>
                    <a:pt x="164320" y="185403"/>
                    <a:pt x="164371" y="186172"/>
                  </a:cubicBezTo>
                  <a:cubicBezTo>
                    <a:pt x="164413" y="187032"/>
                    <a:pt x="164413" y="187032"/>
                    <a:pt x="164455" y="187910"/>
                  </a:cubicBezTo>
                  <a:cubicBezTo>
                    <a:pt x="165192" y="187910"/>
                    <a:pt x="165928" y="187910"/>
                    <a:pt x="166688" y="187910"/>
                  </a:cubicBezTo>
                  <a:cubicBezTo>
                    <a:pt x="166688" y="190611"/>
                    <a:pt x="166688" y="193313"/>
                    <a:pt x="166688" y="196096"/>
                  </a:cubicBezTo>
                  <a:cubicBezTo>
                    <a:pt x="167424" y="196096"/>
                    <a:pt x="168161" y="196096"/>
                    <a:pt x="168920" y="196096"/>
                  </a:cubicBezTo>
                  <a:cubicBezTo>
                    <a:pt x="169411" y="197723"/>
                    <a:pt x="169411" y="197723"/>
                    <a:pt x="169711" y="199816"/>
                  </a:cubicBezTo>
                  <a:cubicBezTo>
                    <a:pt x="169973" y="201843"/>
                    <a:pt x="169973" y="201843"/>
                    <a:pt x="170408" y="203537"/>
                  </a:cubicBezTo>
                  <a:cubicBezTo>
                    <a:pt x="170899" y="203537"/>
                    <a:pt x="171390" y="203537"/>
                    <a:pt x="171896" y="203537"/>
                  </a:cubicBezTo>
                  <a:cubicBezTo>
                    <a:pt x="171938" y="204410"/>
                    <a:pt x="171938" y="204410"/>
                    <a:pt x="171981" y="205301"/>
                  </a:cubicBezTo>
                  <a:cubicBezTo>
                    <a:pt x="172030" y="206054"/>
                    <a:pt x="172079" y="206807"/>
                    <a:pt x="172129" y="207583"/>
                  </a:cubicBezTo>
                  <a:cubicBezTo>
                    <a:pt x="172194" y="208710"/>
                    <a:pt x="172194" y="208710"/>
                    <a:pt x="172260" y="209859"/>
                  </a:cubicBezTo>
                  <a:cubicBezTo>
                    <a:pt x="172386" y="210474"/>
                    <a:pt x="172511" y="211089"/>
                    <a:pt x="172641" y="211723"/>
                  </a:cubicBezTo>
                  <a:cubicBezTo>
                    <a:pt x="173377" y="211968"/>
                    <a:pt x="174114" y="212214"/>
                    <a:pt x="174873" y="212467"/>
                  </a:cubicBezTo>
                  <a:cubicBezTo>
                    <a:pt x="174966" y="214978"/>
                    <a:pt x="174966" y="214978"/>
                    <a:pt x="174873" y="217676"/>
                  </a:cubicBezTo>
                  <a:cubicBezTo>
                    <a:pt x="175354" y="219996"/>
                    <a:pt x="175354" y="219996"/>
                    <a:pt x="177105" y="220652"/>
                  </a:cubicBezTo>
                  <a:cubicBezTo>
                    <a:pt x="177414" y="222678"/>
                    <a:pt x="177414" y="222678"/>
                    <a:pt x="177571" y="225164"/>
                  </a:cubicBezTo>
                  <a:cubicBezTo>
                    <a:pt x="177654" y="226397"/>
                    <a:pt x="177654" y="226397"/>
                    <a:pt x="177739" y="227655"/>
                  </a:cubicBezTo>
                  <a:cubicBezTo>
                    <a:pt x="177776" y="228291"/>
                    <a:pt x="177812" y="228927"/>
                    <a:pt x="177850" y="229582"/>
                  </a:cubicBezTo>
                  <a:cubicBezTo>
                    <a:pt x="178586" y="229582"/>
                    <a:pt x="179323" y="229582"/>
                    <a:pt x="180082" y="229582"/>
                  </a:cubicBezTo>
                  <a:cubicBezTo>
                    <a:pt x="180373" y="234160"/>
                    <a:pt x="180373" y="234160"/>
                    <a:pt x="180082" y="235535"/>
                  </a:cubicBezTo>
                  <a:cubicBezTo>
                    <a:pt x="177028" y="236577"/>
                    <a:pt x="173870" y="236386"/>
                    <a:pt x="170681" y="236378"/>
                  </a:cubicBezTo>
                  <a:cubicBezTo>
                    <a:pt x="169752" y="236379"/>
                    <a:pt x="169752" y="236379"/>
                    <a:pt x="168803" y="236380"/>
                  </a:cubicBezTo>
                  <a:cubicBezTo>
                    <a:pt x="167496" y="236381"/>
                    <a:pt x="166189" y="236379"/>
                    <a:pt x="164881" y="236376"/>
                  </a:cubicBezTo>
                  <a:cubicBezTo>
                    <a:pt x="162876" y="236372"/>
                    <a:pt x="160871" y="236376"/>
                    <a:pt x="158865" y="236381"/>
                  </a:cubicBezTo>
                  <a:cubicBezTo>
                    <a:pt x="157595" y="236380"/>
                    <a:pt x="156325" y="236379"/>
                    <a:pt x="155054" y="236378"/>
                  </a:cubicBezTo>
                  <a:cubicBezTo>
                    <a:pt x="154453" y="236379"/>
                    <a:pt x="153851" y="236381"/>
                    <a:pt x="153232" y="236383"/>
                  </a:cubicBezTo>
                  <a:cubicBezTo>
                    <a:pt x="148999" y="236365"/>
                    <a:pt x="148999" y="236365"/>
                    <a:pt x="147340" y="235535"/>
                  </a:cubicBezTo>
                  <a:cubicBezTo>
                    <a:pt x="147179" y="234430"/>
                    <a:pt x="147179" y="234430"/>
                    <a:pt x="147014" y="233303"/>
                  </a:cubicBezTo>
                  <a:cubicBezTo>
                    <a:pt x="146876" y="232566"/>
                    <a:pt x="146738" y="231829"/>
                    <a:pt x="146596" y="231070"/>
                  </a:cubicBezTo>
                  <a:cubicBezTo>
                    <a:pt x="145859" y="230825"/>
                    <a:pt x="145122" y="230579"/>
                    <a:pt x="144363" y="230326"/>
                  </a:cubicBezTo>
                  <a:cubicBezTo>
                    <a:pt x="144035" y="228489"/>
                    <a:pt x="144035" y="228489"/>
                    <a:pt x="143945" y="226233"/>
                  </a:cubicBezTo>
                  <a:cubicBezTo>
                    <a:pt x="143882" y="224043"/>
                    <a:pt x="143882" y="224043"/>
                    <a:pt x="143619" y="222140"/>
                  </a:cubicBezTo>
                  <a:cubicBezTo>
                    <a:pt x="143128" y="221895"/>
                    <a:pt x="142637" y="221649"/>
                    <a:pt x="142131" y="221396"/>
                  </a:cubicBezTo>
                  <a:cubicBezTo>
                    <a:pt x="141823" y="219370"/>
                    <a:pt x="141823" y="219370"/>
                    <a:pt x="141666" y="216885"/>
                  </a:cubicBezTo>
                  <a:cubicBezTo>
                    <a:pt x="141582" y="215652"/>
                    <a:pt x="141582" y="215652"/>
                    <a:pt x="141497" y="214394"/>
                  </a:cubicBezTo>
                  <a:cubicBezTo>
                    <a:pt x="141461" y="213758"/>
                    <a:pt x="141424" y="213122"/>
                    <a:pt x="141387" y="212467"/>
                  </a:cubicBezTo>
                  <a:cubicBezTo>
                    <a:pt x="140650" y="212467"/>
                    <a:pt x="139913" y="212467"/>
                    <a:pt x="139154" y="212467"/>
                  </a:cubicBezTo>
                  <a:cubicBezTo>
                    <a:pt x="139126" y="211884"/>
                    <a:pt x="139099" y="211302"/>
                    <a:pt x="139070" y="210702"/>
                  </a:cubicBezTo>
                  <a:cubicBezTo>
                    <a:pt x="139021" y="209949"/>
                    <a:pt x="138972" y="209196"/>
                    <a:pt x="138922" y="208420"/>
                  </a:cubicBezTo>
                  <a:cubicBezTo>
                    <a:pt x="138857" y="207294"/>
                    <a:pt x="138857" y="207294"/>
                    <a:pt x="138791" y="206144"/>
                  </a:cubicBezTo>
                  <a:cubicBezTo>
                    <a:pt x="138665" y="205530"/>
                    <a:pt x="138540" y="204915"/>
                    <a:pt x="138410" y="204281"/>
                  </a:cubicBezTo>
                  <a:cubicBezTo>
                    <a:pt x="137673" y="204036"/>
                    <a:pt x="136937" y="203790"/>
                    <a:pt x="136178" y="203537"/>
                  </a:cubicBezTo>
                  <a:cubicBezTo>
                    <a:pt x="135849" y="201863"/>
                    <a:pt x="135849" y="201863"/>
                    <a:pt x="135759" y="199816"/>
                  </a:cubicBezTo>
                  <a:cubicBezTo>
                    <a:pt x="135696" y="197827"/>
                    <a:pt x="135696" y="197827"/>
                    <a:pt x="135434" y="196096"/>
                  </a:cubicBezTo>
                  <a:cubicBezTo>
                    <a:pt x="134942" y="195850"/>
                    <a:pt x="134451" y="195604"/>
                    <a:pt x="133945" y="195351"/>
                  </a:cubicBezTo>
                  <a:cubicBezTo>
                    <a:pt x="133637" y="193325"/>
                    <a:pt x="133637" y="193325"/>
                    <a:pt x="133480" y="190840"/>
                  </a:cubicBezTo>
                  <a:cubicBezTo>
                    <a:pt x="133397" y="189607"/>
                    <a:pt x="133397" y="189607"/>
                    <a:pt x="133312" y="188349"/>
                  </a:cubicBezTo>
                  <a:cubicBezTo>
                    <a:pt x="133275" y="187713"/>
                    <a:pt x="133239" y="187077"/>
                    <a:pt x="133201" y="186422"/>
                  </a:cubicBezTo>
                  <a:cubicBezTo>
                    <a:pt x="132464" y="186422"/>
                    <a:pt x="131728" y="186422"/>
                    <a:pt x="130969" y="186422"/>
                  </a:cubicBezTo>
                  <a:cubicBezTo>
                    <a:pt x="130941" y="185839"/>
                    <a:pt x="130913" y="185257"/>
                    <a:pt x="130884" y="184657"/>
                  </a:cubicBezTo>
                  <a:cubicBezTo>
                    <a:pt x="130811" y="183528"/>
                    <a:pt x="130811" y="183528"/>
                    <a:pt x="130736" y="182375"/>
                  </a:cubicBezTo>
                  <a:cubicBezTo>
                    <a:pt x="130671" y="181249"/>
                    <a:pt x="130671" y="181249"/>
                    <a:pt x="130605" y="180099"/>
                  </a:cubicBezTo>
                  <a:cubicBezTo>
                    <a:pt x="130480" y="179485"/>
                    <a:pt x="130354" y="178870"/>
                    <a:pt x="130225" y="178236"/>
                  </a:cubicBezTo>
                  <a:cubicBezTo>
                    <a:pt x="129488" y="177991"/>
                    <a:pt x="128751" y="177745"/>
                    <a:pt x="127992" y="177492"/>
                  </a:cubicBezTo>
                  <a:cubicBezTo>
                    <a:pt x="127664" y="175818"/>
                    <a:pt x="127664" y="175818"/>
                    <a:pt x="127574" y="173771"/>
                  </a:cubicBezTo>
                  <a:cubicBezTo>
                    <a:pt x="127511" y="171782"/>
                    <a:pt x="127511" y="171782"/>
                    <a:pt x="127248" y="170051"/>
                  </a:cubicBezTo>
                  <a:cubicBezTo>
                    <a:pt x="126757" y="169805"/>
                    <a:pt x="126266" y="169560"/>
                    <a:pt x="125760" y="169307"/>
                  </a:cubicBezTo>
                  <a:cubicBezTo>
                    <a:pt x="125760" y="167588"/>
                    <a:pt x="125760" y="165869"/>
                    <a:pt x="125760" y="164098"/>
                  </a:cubicBezTo>
                  <a:cubicBezTo>
                    <a:pt x="101203" y="164098"/>
                    <a:pt x="76646" y="164098"/>
                    <a:pt x="51346" y="164098"/>
                  </a:cubicBezTo>
                  <a:cubicBezTo>
                    <a:pt x="51346" y="166308"/>
                    <a:pt x="51346" y="168518"/>
                    <a:pt x="51346" y="170795"/>
                  </a:cubicBezTo>
                  <a:cubicBezTo>
                    <a:pt x="50609" y="170795"/>
                    <a:pt x="49872" y="170795"/>
                    <a:pt x="49113" y="170795"/>
                  </a:cubicBezTo>
                  <a:cubicBezTo>
                    <a:pt x="49113" y="174233"/>
                    <a:pt x="49113" y="177671"/>
                    <a:pt x="49113" y="181213"/>
                  </a:cubicBezTo>
                  <a:cubicBezTo>
                    <a:pt x="48377" y="180967"/>
                    <a:pt x="47640" y="180722"/>
                    <a:pt x="46881" y="180469"/>
                  </a:cubicBezTo>
                  <a:cubicBezTo>
                    <a:pt x="46839" y="181503"/>
                    <a:pt x="46839" y="181503"/>
                    <a:pt x="46797" y="182559"/>
                  </a:cubicBezTo>
                  <a:cubicBezTo>
                    <a:pt x="46748" y="183450"/>
                    <a:pt x="46699" y="184341"/>
                    <a:pt x="46648" y="185259"/>
                  </a:cubicBezTo>
                  <a:cubicBezTo>
                    <a:pt x="46584" y="186593"/>
                    <a:pt x="46584" y="186593"/>
                    <a:pt x="46518" y="187954"/>
                  </a:cubicBezTo>
                  <a:cubicBezTo>
                    <a:pt x="46329" y="189037"/>
                    <a:pt x="46329" y="189037"/>
                    <a:pt x="46137" y="190142"/>
                  </a:cubicBezTo>
                  <a:cubicBezTo>
                    <a:pt x="45400" y="190388"/>
                    <a:pt x="44663" y="190634"/>
                    <a:pt x="43904" y="190887"/>
                  </a:cubicBezTo>
                  <a:cubicBezTo>
                    <a:pt x="43466" y="192634"/>
                    <a:pt x="43466" y="192634"/>
                    <a:pt x="43393" y="194654"/>
                  </a:cubicBezTo>
                  <a:cubicBezTo>
                    <a:pt x="43344" y="195338"/>
                    <a:pt x="43295" y="196022"/>
                    <a:pt x="43244" y="196726"/>
                  </a:cubicBezTo>
                  <a:cubicBezTo>
                    <a:pt x="43217" y="197255"/>
                    <a:pt x="43189" y="197783"/>
                    <a:pt x="43160" y="198328"/>
                  </a:cubicBezTo>
                  <a:cubicBezTo>
                    <a:pt x="42669" y="198328"/>
                    <a:pt x="42178" y="198328"/>
                    <a:pt x="41672" y="198328"/>
                  </a:cubicBezTo>
                  <a:cubicBezTo>
                    <a:pt x="41644" y="199018"/>
                    <a:pt x="41616" y="199707"/>
                    <a:pt x="41588" y="200418"/>
                  </a:cubicBezTo>
                  <a:cubicBezTo>
                    <a:pt x="41539" y="201309"/>
                    <a:pt x="41490" y="202200"/>
                    <a:pt x="41439" y="203118"/>
                  </a:cubicBezTo>
                  <a:cubicBezTo>
                    <a:pt x="41375" y="204452"/>
                    <a:pt x="41375" y="204452"/>
                    <a:pt x="41309" y="205813"/>
                  </a:cubicBezTo>
                  <a:cubicBezTo>
                    <a:pt x="41183" y="206535"/>
                    <a:pt x="41057" y="207258"/>
                    <a:pt x="40928" y="208002"/>
                  </a:cubicBezTo>
                  <a:cubicBezTo>
                    <a:pt x="40191" y="208247"/>
                    <a:pt x="39454" y="208493"/>
                    <a:pt x="38695" y="208746"/>
                  </a:cubicBezTo>
                  <a:cubicBezTo>
                    <a:pt x="38341" y="210815"/>
                    <a:pt x="38341" y="210815"/>
                    <a:pt x="38323" y="213211"/>
                  </a:cubicBezTo>
                  <a:cubicBezTo>
                    <a:pt x="38253" y="215676"/>
                    <a:pt x="38253" y="215676"/>
                    <a:pt x="37951" y="217676"/>
                  </a:cubicBezTo>
                  <a:cubicBezTo>
                    <a:pt x="37214" y="217921"/>
                    <a:pt x="36478" y="218167"/>
                    <a:pt x="35719" y="218420"/>
                  </a:cubicBezTo>
                  <a:cubicBezTo>
                    <a:pt x="35336" y="220316"/>
                    <a:pt x="35336" y="220316"/>
                    <a:pt x="35300" y="222513"/>
                  </a:cubicBezTo>
                  <a:cubicBezTo>
                    <a:pt x="35204" y="224768"/>
                    <a:pt x="35204" y="224768"/>
                    <a:pt x="34975" y="226605"/>
                  </a:cubicBezTo>
                  <a:cubicBezTo>
                    <a:pt x="34483" y="226851"/>
                    <a:pt x="33992" y="227096"/>
                    <a:pt x="33486" y="227349"/>
                  </a:cubicBezTo>
                  <a:cubicBezTo>
                    <a:pt x="33252" y="229468"/>
                    <a:pt x="33204" y="231568"/>
                    <a:pt x="33143" y="233698"/>
                  </a:cubicBezTo>
                  <a:cubicBezTo>
                    <a:pt x="33011" y="234304"/>
                    <a:pt x="32879" y="234910"/>
                    <a:pt x="32742" y="235535"/>
                  </a:cubicBezTo>
                  <a:cubicBezTo>
                    <a:pt x="29981" y="236688"/>
                    <a:pt x="26855" y="236400"/>
                    <a:pt x="23908" y="236404"/>
                  </a:cubicBezTo>
                  <a:cubicBezTo>
                    <a:pt x="23343" y="236407"/>
                    <a:pt x="22778" y="236409"/>
                    <a:pt x="22196" y="236412"/>
                  </a:cubicBezTo>
                  <a:cubicBezTo>
                    <a:pt x="21003" y="236415"/>
                    <a:pt x="19811" y="236417"/>
                    <a:pt x="18618" y="236417"/>
                  </a:cubicBezTo>
                  <a:cubicBezTo>
                    <a:pt x="16799" y="236419"/>
                    <a:pt x="14980" y="236432"/>
                    <a:pt x="13161" y="236446"/>
                  </a:cubicBezTo>
                  <a:cubicBezTo>
                    <a:pt x="11999" y="236448"/>
                    <a:pt x="10838" y="236450"/>
                    <a:pt x="9677" y="236451"/>
                  </a:cubicBezTo>
                  <a:cubicBezTo>
                    <a:pt x="9136" y="236456"/>
                    <a:pt x="8594" y="236461"/>
                    <a:pt x="8037" y="236467"/>
                  </a:cubicBezTo>
                  <a:cubicBezTo>
                    <a:pt x="5077" y="236454"/>
                    <a:pt x="2558" y="236371"/>
                    <a:pt x="0" y="234791"/>
                  </a:cubicBezTo>
                  <a:cubicBezTo>
                    <a:pt x="0" y="233809"/>
                    <a:pt x="0" y="232826"/>
                    <a:pt x="0" y="231814"/>
                  </a:cubicBezTo>
                  <a:cubicBezTo>
                    <a:pt x="491" y="231569"/>
                    <a:pt x="982" y="231323"/>
                    <a:pt x="1488" y="231070"/>
                  </a:cubicBezTo>
                  <a:cubicBezTo>
                    <a:pt x="1752" y="229147"/>
                    <a:pt x="1819" y="227242"/>
                    <a:pt x="1904" y="225303"/>
                  </a:cubicBezTo>
                  <a:cubicBezTo>
                    <a:pt x="2012" y="224751"/>
                    <a:pt x="2121" y="224198"/>
                    <a:pt x="2232" y="223629"/>
                  </a:cubicBezTo>
                  <a:cubicBezTo>
                    <a:pt x="2969" y="223383"/>
                    <a:pt x="3706" y="223138"/>
                    <a:pt x="4465" y="222885"/>
                  </a:cubicBezTo>
                  <a:cubicBezTo>
                    <a:pt x="4904" y="220794"/>
                    <a:pt x="4904" y="220794"/>
                    <a:pt x="4976" y="218373"/>
                  </a:cubicBezTo>
                  <a:cubicBezTo>
                    <a:pt x="5025" y="217551"/>
                    <a:pt x="5074" y="216729"/>
                    <a:pt x="5125" y="215882"/>
                  </a:cubicBezTo>
                  <a:cubicBezTo>
                    <a:pt x="5153" y="215246"/>
                    <a:pt x="5180" y="214610"/>
                    <a:pt x="5209" y="213955"/>
                  </a:cubicBezTo>
                  <a:cubicBezTo>
                    <a:pt x="5946" y="213955"/>
                    <a:pt x="6682" y="213955"/>
                    <a:pt x="7441" y="213955"/>
                  </a:cubicBezTo>
                  <a:cubicBezTo>
                    <a:pt x="7496" y="213082"/>
                    <a:pt x="7496" y="213082"/>
                    <a:pt x="7552" y="212191"/>
                  </a:cubicBezTo>
                  <a:cubicBezTo>
                    <a:pt x="7608" y="211438"/>
                    <a:pt x="7663" y="210685"/>
                    <a:pt x="7720" y="209909"/>
                  </a:cubicBezTo>
                  <a:cubicBezTo>
                    <a:pt x="7772" y="209158"/>
                    <a:pt x="7824" y="208407"/>
                    <a:pt x="7877" y="207633"/>
                  </a:cubicBezTo>
                  <a:cubicBezTo>
                    <a:pt x="8030" y="206710"/>
                    <a:pt x="8030" y="206710"/>
                    <a:pt x="8186" y="205769"/>
                  </a:cubicBezTo>
                  <a:cubicBezTo>
                    <a:pt x="8677" y="205524"/>
                    <a:pt x="9168" y="205278"/>
                    <a:pt x="9674" y="205025"/>
                  </a:cubicBezTo>
                  <a:cubicBezTo>
                    <a:pt x="9908" y="202907"/>
                    <a:pt x="9956" y="200807"/>
                    <a:pt x="10017" y="198677"/>
                  </a:cubicBezTo>
                  <a:cubicBezTo>
                    <a:pt x="10215" y="197767"/>
                    <a:pt x="10215" y="197767"/>
                    <a:pt x="10418" y="196840"/>
                  </a:cubicBezTo>
                  <a:cubicBezTo>
                    <a:pt x="11408" y="196582"/>
                    <a:pt x="12400" y="196333"/>
                    <a:pt x="13395" y="196096"/>
                  </a:cubicBezTo>
                  <a:cubicBezTo>
                    <a:pt x="13758" y="194342"/>
                    <a:pt x="13758" y="194342"/>
                    <a:pt x="13581" y="192328"/>
                  </a:cubicBezTo>
                  <a:cubicBezTo>
                    <a:pt x="13554" y="191644"/>
                    <a:pt x="13527" y="190960"/>
                    <a:pt x="13499" y="190256"/>
                  </a:cubicBezTo>
                  <a:cubicBezTo>
                    <a:pt x="13465" y="189727"/>
                    <a:pt x="13430" y="189199"/>
                    <a:pt x="13395" y="188654"/>
                  </a:cubicBezTo>
                  <a:cubicBezTo>
                    <a:pt x="14131" y="188654"/>
                    <a:pt x="14868" y="188654"/>
                    <a:pt x="15627" y="188654"/>
                  </a:cubicBezTo>
                  <a:cubicBezTo>
                    <a:pt x="15655" y="188035"/>
                    <a:pt x="15683" y="187417"/>
                    <a:pt x="15711" y="186779"/>
                  </a:cubicBezTo>
                  <a:cubicBezTo>
                    <a:pt x="15760" y="185971"/>
                    <a:pt x="15809" y="185162"/>
                    <a:pt x="15859" y="184329"/>
                  </a:cubicBezTo>
                  <a:cubicBezTo>
                    <a:pt x="15903" y="183526"/>
                    <a:pt x="15946" y="182723"/>
                    <a:pt x="15990" y="181896"/>
                  </a:cubicBezTo>
                  <a:cubicBezTo>
                    <a:pt x="16413" y="179487"/>
                    <a:pt x="16901" y="179094"/>
                    <a:pt x="18604" y="177492"/>
                  </a:cubicBezTo>
                  <a:cubicBezTo>
                    <a:pt x="18790" y="175985"/>
                    <a:pt x="18790" y="175985"/>
                    <a:pt x="18604" y="174422"/>
                  </a:cubicBezTo>
                  <a:cubicBezTo>
                    <a:pt x="18604" y="173471"/>
                    <a:pt x="18604" y="172519"/>
                    <a:pt x="18604" y="171539"/>
                  </a:cubicBezTo>
                  <a:cubicBezTo>
                    <a:pt x="19340" y="171293"/>
                    <a:pt x="20077" y="171048"/>
                    <a:pt x="20836" y="170795"/>
                  </a:cubicBezTo>
                  <a:cubicBezTo>
                    <a:pt x="21190" y="168726"/>
                    <a:pt x="21190" y="168726"/>
                    <a:pt x="21208" y="166330"/>
                  </a:cubicBezTo>
                  <a:cubicBezTo>
                    <a:pt x="21278" y="163865"/>
                    <a:pt x="21278" y="163865"/>
                    <a:pt x="21580" y="161865"/>
                  </a:cubicBezTo>
                  <a:cubicBezTo>
                    <a:pt x="22317" y="161620"/>
                    <a:pt x="23053" y="161374"/>
                    <a:pt x="23813" y="161121"/>
                  </a:cubicBezTo>
                  <a:cubicBezTo>
                    <a:pt x="24194" y="159396"/>
                    <a:pt x="24194" y="159396"/>
                    <a:pt x="24231" y="157400"/>
                  </a:cubicBezTo>
                  <a:cubicBezTo>
                    <a:pt x="24327" y="155354"/>
                    <a:pt x="24327" y="155354"/>
                    <a:pt x="24557" y="153680"/>
                  </a:cubicBezTo>
                  <a:cubicBezTo>
                    <a:pt x="25048" y="153434"/>
                    <a:pt x="25539" y="153188"/>
                    <a:pt x="26045" y="152935"/>
                  </a:cubicBezTo>
                  <a:cubicBezTo>
                    <a:pt x="26310" y="150818"/>
                    <a:pt x="26375" y="148718"/>
                    <a:pt x="26461" y="146587"/>
                  </a:cubicBezTo>
                  <a:cubicBezTo>
                    <a:pt x="26569" y="145981"/>
                    <a:pt x="26677" y="145374"/>
                    <a:pt x="26789" y="144750"/>
                  </a:cubicBezTo>
                  <a:cubicBezTo>
                    <a:pt x="27526" y="144504"/>
                    <a:pt x="28262" y="144259"/>
                    <a:pt x="29021" y="144006"/>
                  </a:cubicBezTo>
                  <a:cubicBezTo>
                    <a:pt x="29376" y="141936"/>
                    <a:pt x="29376" y="141936"/>
                    <a:pt x="29394" y="139541"/>
                  </a:cubicBezTo>
                  <a:cubicBezTo>
                    <a:pt x="29463" y="137076"/>
                    <a:pt x="29463" y="137076"/>
                    <a:pt x="29766" y="135076"/>
                  </a:cubicBezTo>
                  <a:cubicBezTo>
                    <a:pt x="30502" y="134830"/>
                    <a:pt x="31239" y="134585"/>
                    <a:pt x="31998" y="134332"/>
                  </a:cubicBezTo>
                  <a:cubicBezTo>
                    <a:pt x="32436" y="132584"/>
                    <a:pt x="32436" y="132584"/>
                    <a:pt x="32510" y="130565"/>
                  </a:cubicBezTo>
                  <a:cubicBezTo>
                    <a:pt x="32559" y="129881"/>
                    <a:pt x="32607" y="129197"/>
                    <a:pt x="32658" y="128492"/>
                  </a:cubicBezTo>
                  <a:cubicBezTo>
                    <a:pt x="32686" y="127964"/>
                    <a:pt x="32714" y="127435"/>
                    <a:pt x="32742" y="126891"/>
                  </a:cubicBezTo>
                  <a:cubicBezTo>
                    <a:pt x="33479" y="126891"/>
                    <a:pt x="34216" y="126891"/>
                    <a:pt x="34975" y="126891"/>
                  </a:cubicBezTo>
                  <a:cubicBezTo>
                    <a:pt x="34949" y="126317"/>
                    <a:pt x="34923" y="125743"/>
                    <a:pt x="34896" y="125152"/>
                  </a:cubicBezTo>
                  <a:cubicBezTo>
                    <a:pt x="34876" y="124406"/>
                    <a:pt x="34856" y="123660"/>
                    <a:pt x="34835" y="122891"/>
                  </a:cubicBezTo>
                  <a:cubicBezTo>
                    <a:pt x="34809" y="122148"/>
                    <a:pt x="34783" y="121406"/>
                    <a:pt x="34757" y="120641"/>
                  </a:cubicBezTo>
                  <a:cubicBezTo>
                    <a:pt x="34865" y="119683"/>
                    <a:pt x="34865" y="119683"/>
                    <a:pt x="34975" y="118705"/>
                  </a:cubicBezTo>
                  <a:cubicBezTo>
                    <a:pt x="35711" y="118214"/>
                    <a:pt x="36448" y="117723"/>
                    <a:pt x="37207" y="117217"/>
                  </a:cubicBezTo>
                  <a:cubicBezTo>
                    <a:pt x="37543" y="115274"/>
                    <a:pt x="37581" y="113393"/>
                    <a:pt x="37649" y="111423"/>
                  </a:cubicBezTo>
                  <a:cubicBezTo>
                    <a:pt x="37749" y="110880"/>
                    <a:pt x="37848" y="110336"/>
                    <a:pt x="37951" y="109775"/>
                  </a:cubicBezTo>
                  <a:cubicBezTo>
                    <a:pt x="38688" y="109530"/>
                    <a:pt x="39425" y="109284"/>
                    <a:pt x="40184" y="109031"/>
                  </a:cubicBezTo>
                  <a:cubicBezTo>
                    <a:pt x="40622" y="107112"/>
                    <a:pt x="40622" y="107112"/>
                    <a:pt x="40695" y="104892"/>
                  </a:cubicBezTo>
                  <a:cubicBezTo>
                    <a:pt x="40744" y="104139"/>
                    <a:pt x="40793" y="103386"/>
                    <a:pt x="40843" y="102610"/>
                  </a:cubicBezTo>
                  <a:cubicBezTo>
                    <a:pt x="40885" y="101737"/>
                    <a:pt x="40885" y="101737"/>
                    <a:pt x="40928" y="100846"/>
                  </a:cubicBezTo>
                  <a:cubicBezTo>
                    <a:pt x="41664" y="100846"/>
                    <a:pt x="42401" y="100846"/>
                    <a:pt x="43160" y="100846"/>
                  </a:cubicBezTo>
                  <a:cubicBezTo>
                    <a:pt x="43126" y="100317"/>
                    <a:pt x="43091" y="99789"/>
                    <a:pt x="43056" y="99244"/>
                  </a:cubicBezTo>
                  <a:cubicBezTo>
                    <a:pt x="43015" y="98218"/>
                    <a:pt x="43015" y="98218"/>
                    <a:pt x="42974" y="97171"/>
                  </a:cubicBezTo>
                  <a:cubicBezTo>
                    <a:pt x="42940" y="96489"/>
                    <a:pt x="42905" y="95807"/>
                    <a:pt x="42869" y="95105"/>
                  </a:cubicBezTo>
                  <a:cubicBezTo>
                    <a:pt x="43013" y="94263"/>
                    <a:pt x="43013" y="94263"/>
                    <a:pt x="43160" y="93404"/>
                  </a:cubicBezTo>
                  <a:cubicBezTo>
                    <a:pt x="43901" y="93242"/>
                    <a:pt x="43901" y="93242"/>
                    <a:pt x="44657" y="93076"/>
                  </a:cubicBezTo>
                  <a:cubicBezTo>
                    <a:pt x="45145" y="92939"/>
                    <a:pt x="45634" y="92801"/>
                    <a:pt x="46137" y="92660"/>
                  </a:cubicBezTo>
                  <a:cubicBezTo>
                    <a:pt x="46415" y="90585"/>
                    <a:pt x="46415" y="90585"/>
                    <a:pt x="46183" y="88195"/>
                  </a:cubicBezTo>
                  <a:cubicBezTo>
                    <a:pt x="46023" y="85730"/>
                    <a:pt x="46023" y="85730"/>
                    <a:pt x="46137" y="83730"/>
                  </a:cubicBezTo>
                  <a:cubicBezTo>
                    <a:pt x="46873" y="83485"/>
                    <a:pt x="47610" y="83239"/>
                    <a:pt x="48369" y="82986"/>
                  </a:cubicBezTo>
                  <a:cubicBezTo>
                    <a:pt x="48808" y="81067"/>
                    <a:pt x="48808" y="81067"/>
                    <a:pt x="48881" y="78847"/>
                  </a:cubicBezTo>
                  <a:cubicBezTo>
                    <a:pt x="48930" y="78094"/>
                    <a:pt x="48979" y="77341"/>
                    <a:pt x="49029" y="76565"/>
                  </a:cubicBezTo>
                  <a:cubicBezTo>
                    <a:pt x="49057" y="75983"/>
                    <a:pt x="49085" y="75401"/>
                    <a:pt x="49113" y="74801"/>
                  </a:cubicBezTo>
                  <a:cubicBezTo>
                    <a:pt x="49850" y="74801"/>
                    <a:pt x="50587" y="74801"/>
                    <a:pt x="51346" y="74801"/>
                  </a:cubicBezTo>
                  <a:cubicBezTo>
                    <a:pt x="51320" y="74218"/>
                    <a:pt x="51294" y="73636"/>
                    <a:pt x="51267" y="73036"/>
                  </a:cubicBezTo>
                  <a:cubicBezTo>
                    <a:pt x="51247" y="72283"/>
                    <a:pt x="51227" y="71530"/>
                    <a:pt x="51206" y="70754"/>
                  </a:cubicBezTo>
                  <a:cubicBezTo>
                    <a:pt x="51167" y="69628"/>
                    <a:pt x="51167" y="69628"/>
                    <a:pt x="51128" y="68478"/>
                  </a:cubicBezTo>
                  <a:cubicBezTo>
                    <a:pt x="51200" y="67864"/>
                    <a:pt x="51272" y="67249"/>
                    <a:pt x="51346" y="66615"/>
                  </a:cubicBezTo>
                  <a:cubicBezTo>
                    <a:pt x="52082" y="66370"/>
                    <a:pt x="52819" y="66124"/>
                    <a:pt x="53578" y="65871"/>
                  </a:cubicBezTo>
                  <a:cubicBezTo>
                    <a:pt x="54017" y="63780"/>
                    <a:pt x="54017" y="63780"/>
                    <a:pt x="54090" y="61360"/>
                  </a:cubicBezTo>
                  <a:cubicBezTo>
                    <a:pt x="54139" y="60538"/>
                    <a:pt x="54188" y="59715"/>
                    <a:pt x="54238" y="58869"/>
                  </a:cubicBezTo>
                  <a:cubicBezTo>
                    <a:pt x="54266" y="58233"/>
                    <a:pt x="54294" y="57597"/>
                    <a:pt x="54322" y="56941"/>
                  </a:cubicBezTo>
                  <a:cubicBezTo>
                    <a:pt x="55059" y="56941"/>
                    <a:pt x="55796" y="56941"/>
                    <a:pt x="56555" y="56941"/>
                  </a:cubicBezTo>
                  <a:cubicBezTo>
                    <a:pt x="56609" y="56068"/>
                    <a:pt x="56609" y="56068"/>
                    <a:pt x="56665" y="55177"/>
                  </a:cubicBezTo>
                  <a:cubicBezTo>
                    <a:pt x="56721" y="54424"/>
                    <a:pt x="56776" y="53671"/>
                    <a:pt x="56834" y="52895"/>
                  </a:cubicBezTo>
                  <a:cubicBezTo>
                    <a:pt x="56886" y="52144"/>
                    <a:pt x="56937" y="51393"/>
                    <a:pt x="56991" y="50619"/>
                  </a:cubicBezTo>
                  <a:cubicBezTo>
                    <a:pt x="57143" y="49697"/>
                    <a:pt x="57143" y="49697"/>
                    <a:pt x="57299" y="48756"/>
                  </a:cubicBezTo>
                  <a:cubicBezTo>
                    <a:pt x="57790" y="48510"/>
                    <a:pt x="58281" y="48265"/>
                    <a:pt x="58787" y="48012"/>
                  </a:cubicBezTo>
                  <a:cubicBezTo>
                    <a:pt x="59302" y="45921"/>
                    <a:pt x="59302" y="45921"/>
                    <a:pt x="59624" y="43500"/>
                  </a:cubicBezTo>
                  <a:cubicBezTo>
                    <a:pt x="59749" y="42678"/>
                    <a:pt x="59874" y="41856"/>
                    <a:pt x="60002" y="41009"/>
                  </a:cubicBezTo>
                  <a:cubicBezTo>
                    <a:pt x="60137" y="40055"/>
                    <a:pt x="60137" y="40055"/>
                    <a:pt x="60275" y="39082"/>
                  </a:cubicBezTo>
                  <a:cubicBezTo>
                    <a:pt x="61012" y="39082"/>
                    <a:pt x="61749" y="39082"/>
                    <a:pt x="62508" y="39082"/>
                  </a:cubicBezTo>
                  <a:cubicBezTo>
                    <a:pt x="62508" y="36626"/>
                    <a:pt x="62508" y="34171"/>
                    <a:pt x="62508" y="31641"/>
                  </a:cubicBezTo>
                  <a:cubicBezTo>
                    <a:pt x="63245" y="31641"/>
                    <a:pt x="63981" y="31641"/>
                    <a:pt x="64740" y="31641"/>
                  </a:cubicBezTo>
                  <a:cubicBezTo>
                    <a:pt x="64986" y="28448"/>
                    <a:pt x="65231" y="25256"/>
                    <a:pt x="65484" y="21967"/>
                  </a:cubicBezTo>
                  <a:cubicBezTo>
                    <a:pt x="65976" y="21967"/>
                    <a:pt x="66467" y="21967"/>
                    <a:pt x="66973" y="21967"/>
                  </a:cubicBezTo>
                  <a:cubicBezTo>
                    <a:pt x="67437" y="20299"/>
                    <a:pt x="67437" y="20299"/>
                    <a:pt x="67717" y="18293"/>
                  </a:cubicBezTo>
                  <a:cubicBezTo>
                    <a:pt x="68042" y="16226"/>
                    <a:pt x="68042" y="16226"/>
                    <a:pt x="68461" y="14525"/>
                  </a:cubicBezTo>
                  <a:cubicBezTo>
                    <a:pt x="69198" y="14157"/>
                    <a:pt x="69198" y="14157"/>
                    <a:pt x="69949" y="13781"/>
                  </a:cubicBezTo>
                  <a:cubicBezTo>
                    <a:pt x="70215" y="11470"/>
                    <a:pt x="70280" y="9175"/>
                    <a:pt x="70365" y="6851"/>
                  </a:cubicBezTo>
                  <a:cubicBezTo>
                    <a:pt x="70527" y="5861"/>
                    <a:pt x="70527" y="5861"/>
                    <a:pt x="70693" y="4851"/>
                  </a:cubicBezTo>
                  <a:cubicBezTo>
                    <a:pt x="71430" y="4606"/>
                    <a:pt x="72167" y="4360"/>
                    <a:pt x="72926" y="4107"/>
                  </a:cubicBezTo>
                  <a:cubicBezTo>
                    <a:pt x="72959" y="3486"/>
                    <a:pt x="72992" y="2864"/>
                    <a:pt x="73026" y="2223"/>
                  </a:cubicBezTo>
                  <a:cubicBezTo>
                    <a:pt x="73238" y="1617"/>
                    <a:pt x="73451" y="1011"/>
                    <a:pt x="73670" y="387"/>
                  </a:cubicBezTo>
                  <a:cubicBezTo>
                    <a:pt x="75996" y="38"/>
                    <a:pt x="77926" y="-46"/>
                    <a:pt x="80254" y="23"/>
                  </a:cubicBezTo>
                  <a:close/>
                </a:path>
              </a:pathLst>
            </a:custGeom>
            <a:grpFill/>
            <a:ln w="744" cap="flat">
              <a:noFill/>
              <a:prstDash val="solid"/>
              <a:miter/>
            </a:ln>
          </p:spPr>
          <p:txBody>
            <a:bodyPr rtlCol="0" anchor="ctr"/>
            <a:lstStyle/>
            <a:p>
              <a:endParaRPr lang="zh-CN" altLang="en-US"/>
            </a:p>
          </p:txBody>
        </p:sp>
        <p:sp>
          <p:nvSpPr>
            <p:cNvPr id="183" name="任意多边形: 形状 182"/>
            <p:cNvSpPr/>
            <p:nvPr/>
          </p:nvSpPr>
          <p:spPr>
            <a:xfrm>
              <a:off x="6044430" y="1394488"/>
              <a:ext cx="181194" cy="236026"/>
            </a:xfrm>
            <a:custGeom>
              <a:avLst/>
              <a:gdLst>
                <a:gd name="connsiteX0" fmla="*/ 87826 w 181195"/>
                <a:gd name="connsiteY0" fmla="*/ 40237 h 236019"/>
                <a:gd name="connsiteX1" fmla="*/ 87742 w 181195"/>
                <a:gd name="connsiteY1" fmla="*/ 42301 h 236019"/>
                <a:gd name="connsiteX2" fmla="*/ 87593 w 181195"/>
                <a:gd name="connsiteY2" fmla="*/ 44981 h 236019"/>
                <a:gd name="connsiteX3" fmla="*/ 87082 w 181195"/>
                <a:gd name="connsiteY3" fmla="*/ 49911 h 236019"/>
                <a:gd name="connsiteX4" fmla="*/ 84849 w 181195"/>
                <a:gd name="connsiteY4" fmla="*/ 51399 h 236019"/>
                <a:gd name="connsiteX5" fmla="*/ 84631 w 181195"/>
                <a:gd name="connsiteY5" fmla="*/ 53661 h 236019"/>
                <a:gd name="connsiteX6" fmla="*/ 84710 w 181195"/>
                <a:gd name="connsiteY6" fmla="*/ 56329 h 236019"/>
                <a:gd name="connsiteX7" fmla="*/ 84771 w 181195"/>
                <a:gd name="connsiteY7" fmla="*/ 59009 h 236019"/>
                <a:gd name="connsiteX8" fmla="*/ 84849 w 181195"/>
                <a:gd name="connsiteY8" fmla="*/ 61073 h 236019"/>
                <a:gd name="connsiteX9" fmla="*/ 82617 w 181195"/>
                <a:gd name="connsiteY9" fmla="*/ 61073 h 236019"/>
                <a:gd name="connsiteX10" fmla="*/ 81966 w 181195"/>
                <a:gd name="connsiteY10" fmla="*/ 67119 h 236019"/>
                <a:gd name="connsiteX11" fmla="*/ 81873 w 181195"/>
                <a:gd name="connsiteY11" fmla="*/ 70747 h 236019"/>
                <a:gd name="connsiteX12" fmla="*/ 79640 w 181195"/>
                <a:gd name="connsiteY12" fmla="*/ 71491 h 236019"/>
                <a:gd name="connsiteX13" fmla="*/ 79687 w 181195"/>
                <a:gd name="connsiteY13" fmla="*/ 75956 h 236019"/>
                <a:gd name="connsiteX14" fmla="*/ 79640 w 181195"/>
                <a:gd name="connsiteY14" fmla="*/ 80421 h 236019"/>
                <a:gd name="connsiteX15" fmla="*/ 78184 w 181195"/>
                <a:gd name="connsiteY15" fmla="*/ 80836 h 236019"/>
                <a:gd name="connsiteX16" fmla="*/ 76664 w 181195"/>
                <a:gd name="connsiteY16" fmla="*/ 81165 h 236019"/>
                <a:gd name="connsiteX17" fmla="*/ 76210 w 181195"/>
                <a:gd name="connsiteY17" fmla="*/ 82865 h 236019"/>
                <a:gd name="connsiteX18" fmla="*/ 76106 w 181195"/>
                <a:gd name="connsiteY18" fmla="*/ 84932 h 236019"/>
                <a:gd name="connsiteX19" fmla="*/ 75978 w 181195"/>
                <a:gd name="connsiteY19" fmla="*/ 87004 h 236019"/>
                <a:gd name="connsiteX20" fmla="*/ 75920 w 181195"/>
                <a:gd name="connsiteY20" fmla="*/ 88606 h 236019"/>
                <a:gd name="connsiteX21" fmla="*/ 75176 w 181195"/>
                <a:gd name="connsiteY21" fmla="*/ 88606 h 236019"/>
                <a:gd name="connsiteX22" fmla="*/ 73670 w 181195"/>
                <a:gd name="connsiteY22" fmla="*/ 93080 h 236019"/>
                <a:gd name="connsiteX23" fmla="*/ 73687 w 181195"/>
                <a:gd name="connsiteY23" fmla="*/ 97536 h 236019"/>
                <a:gd name="connsiteX24" fmla="*/ 71455 w 181195"/>
                <a:gd name="connsiteY24" fmla="*/ 98280 h 236019"/>
                <a:gd name="connsiteX25" fmla="*/ 71501 w 181195"/>
                <a:gd name="connsiteY25" fmla="*/ 102745 h 236019"/>
                <a:gd name="connsiteX26" fmla="*/ 71455 w 181195"/>
                <a:gd name="connsiteY26" fmla="*/ 107210 h 236019"/>
                <a:gd name="connsiteX27" fmla="*/ 69975 w 181195"/>
                <a:gd name="connsiteY27" fmla="*/ 107625 h 236019"/>
                <a:gd name="connsiteX28" fmla="*/ 68478 w 181195"/>
                <a:gd name="connsiteY28" fmla="*/ 107954 h 236019"/>
                <a:gd name="connsiteX29" fmla="*/ 68188 w 181195"/>
                <a:gd name="connsiteY29" fmla="*/ 109654 h 236019"/>
                <a:gd name="connsiteX30" fmla="*/ 68292 w 181195"/>
                <a:gd name="connsiteY30" fmla="*/ 111721 h 236019"/>
                <a:gd name="connsiteX31" fmla="*/ 68374 w 181195"/>
                <a:gd name="connsiteY31" fmla="*/ 113794 h 236019"/>
                <a:gd name="connsiteX32" fmla="*/ 68478 w 181195"/>
                <a:gd name="connsiteY32" fmla="*/ 115395 h 236019"/>
                <a:gd name="connsiteX33" fmla="*/ 66246 w 181195"/>
                <a:gd name="connsiteY33" fmla="*/ 115395 h 236019"/>
                <a:gd name="connsiteX34" fmla="*/ 65595 w 181195"/>
                <a:gd name="connsiteY34" fmla="*/ 121069 h 236019"/>
                <a:gd name="connsiteX35" fmla="*/ 65502 w 181195"/>
                <a:gd name="connsiteY35" fmla="*/ 124325 h 236019"/>
                <a:gd name="connsiteX36" fmla="*/ 63269 w 181195"/>
                <a:gd name="connsiteY36" fmla="*/ 125069 h 236019"/>
                <a:gd name="connsiteX37" fmla="*/ 62804 w 181195"/>
                <a:gd name="connsiteY37" fmla="*/ 127674 h 236019"/>
                <a:gd name="connsiteX38" fmla="*/ 62525 w 181195"/>
                <a:gd name="connsiteY38" fmla="*/ 130278 h 236019"/>
                <a:gd name="connsiteX39" fmla="*/ 61781 w 181195"/>
                <a:gd name="connsiteY39" fmla="*/ 133255 h 236019"/>
                <a:gd name="connsiteX40" fmla="*/ 116103 w 181195"/>
                <a:gd name="connsiteY40" fmla="*/ 133255 h 236019"/>
                <a:gd name="connsiteX41" fmla="*/ 115359 w 181195"/>
                <a:gd name="connsiteY41" fmla="*/ 125813 h 236019"/>
                <a:gd name="connsiteX42" fmla="*/ 112383 w 181195"/>
                <a:gd name="connsiteY42" fmla="*/ 125069 h 236019"/>
                <a:gd name="connsiteX43" fmla="*/ 112197 w 181195"/>
                <a:gd name="connsiteY43" fmla="*/ 123069 h 236019"/>
                <a:gd name="connsiteX44" fmla="*/ 112383 w 181195"/>
                <a:gd name="connsiteY44" fmla="*/ 116139 h 236019"/>
                <a:gd name="connsiteX45" fmla="*/ 110900 w 181195"/>
                <a:gd name="connsiteY45" fmla="*/ 115721 h 236019"/>
                <a:gd name="connsiteX46" fmla="*/ 109406 w 181195"/>
                <a:gd name="connsiteY46" fmla="*/ 115395 h 236019"/>
                <a:gd name="connsiteX47" fmla="*/ 109168 w 181195"/>
                <a:gd name="connsiteY47" fmla="*/ 113721 h 236019"/>
                <a:gd name="connsiteX48" fmla="*/ 109406 w 181195"/>
                <a:gd name="connsiteY48" fmla="*/ 107954 h 236019"/>
                <a:gd name="connsiteX49" fmla="*/ 107918 w 181195"/>
                <a:gd name="connsiteY49" fmla="*/ 107210 h 236019"/>
                <a:gd name="connsiteX50" fmla="*/ 107220 w 181195"/>
                <a:gd name="connsiteY50" fmla="*/ 103117 h 236019"/>
                <a:gd name="connsiteX51" fmla="*/ 106429 w 181195"/>
                <a:gd name="connsiteY51" fmla="*/ 99024 h 236019"/>
                <a:gd name="connsiteX52" fmla="*/ 104197 w 181195"/>
                <a:gd name="connsiteY52" fmla="*/ 98280 h 236019"/>
                <a:gd name="connsiteX53" fmla="*/ 104197 w 181195"/>
                <a:gd name="connsiteY53" fmla="*/ 94652 h 236019"/>
                <a:gd name="connsiteX54" fmla="*/ 104337 w 181195"/>
                <a:gd name="connsiteY54" fmla="*/ 92658 h 236019"/>
                <a:gd name="connsiteX55" fmla="*/ 103104 w 181195"/>
                <a:gd name="connsiteY55" fmla="*/ 89722 h 236019"/>
                <a:gd name="connsiteX56" fmla="*/ 101593 w 181195"/>
                <a:gd name="connsiteY56" fmla="*/ 84792 h 236019"/>
                <a:gd name="connsiteX57" fmla="*/ 101220 w 181195"/>
                <a:gd name="connsiteY57" fmla="*/ 81165 h 236019"/>
                <a:gd name="connsiteX58" fmla="*/ 98988 w 181195"/>
                <a:gd name="connsiteY58" fmla="*/ 80421 h 236019"/>
                <a:gd name="connsiteX59" fmla="*/ 98895 w 181195"/>
                <a:gd name="connsiteY59" fmla="*/ 77584 h 236019"/>
                <a:gd name="connsiteX60" fmla="*/ 98244 w 181195"/>
                <a:gd name="connsiteY60" fmla="*/ 71491 h 236019"/>
                <a:gd name="connsiteX61" fmla="*/ 96011 w 181195"/>
                <a:gd name="connsiteY61" fmla="*/ 70747 h 236019"/>
                <a:gd name="connsiteX62" fmla="*/ 95820 w 181195"/>
                <a:gd name="connsiteY62" fmla="*/ 69261 h 236019"/>
                <a:gd name="connsiteX63" fmla="*/ 95267 w 181195"/>
                <a:gd name="connsiteY63" fmla="*/ 62561 h 236019"/>
                <a:gd name="connsiteX64" fmla="*/ 93035 w 181195"/>
                <a:gd name="connsiteY64" fmla="*/ 62561 h 236019"/>
                <a:gd name="connsiteX65" fmla="*/ 93113 w 181195"/>
                <a:gd name="connsiteY65" fmla="*/ 60634 h 236019"/>
                <a:gd name="connsiteX66" fmla="*/ 93174 w 181195"/>
                <a:gd name="connsiteY66" fmla="*/ 58143 h 236019"/>
                <a:gd name="connsiteX67" fmla="*/ 93035 w 181195"/>
                <a:gd name="connsiteY67" fmla="*/ 53632 h 236019"/>
                <a:gd name="connsiteX68" fmla="*/ 90802 w 181195"/>
                <a:gd name="connsiteY68" fmla="*/ 52887 h 236019"/>
                <a:gd name="connsiteX69" fmla="*/ 90849 w 181195"/>
                <a:gd name="connsiteY69" fmla="*/ 48609 h 236019"/>
                <a:gd name="connsiteX70" fmla="*/ 91015 w 181195"/>
                <a:gd name="connsiteY70" fmla="*/ 46248 h 236019"/>
                <a:gd name="connsiteX71" fmla="*/ 87826 w 181195"/>
                <a:gd name="connsiteY71" fmla="*/ 40237 h 236019"/>
                <a:gd name="connsiteX72" fmla="*/ 74414 w 181195"/>
                <a:gd name="connsiteY72" fmla="*/ 0 h 236019"/>
                <a:gd name="connsiteX73" fmla="*/ 104180 w 181195"/>
                <a:gd name="connsiteY73" fmla="*/ 0 h 236019"/>
                <a:gd name="connsiteX74" fmla="*/ 104924 w 181195"/>
                <a:gd name="connsiteY74" fmla="*/ 6697 h 236019"/>
                <a:gd name="connsiteX75" fmla="*/ 106412 w 181195"/>
                <a:gd name="connsiteY75" fmla="*/ 7441 h 236019"/>
                <a:gd name="connsiteX76" fmla="*/ 106877 w 181195"/>
                <a:gd name="connsiteY76" fmla="*/ 11209 h 236019"/>
                <a:gd name="connsiteX77" fmla="*/ 107046 w 181195"/>
                <a:gd name="connsiteY77" fmla="*/ 13281 h 236019"/>
                <a:gd name="connsiteX78" fmla="*/ 107156 w 181195"/>
                <a:gd name="connsiteY78" fmla="*/ 14883 h 236019"/>
                <a:gd name="connsiteX79" fmla="*/ 109389 w 181195"/>
                <a:gd name="connsiteY79" fmla="*/ 14883 h 236019"/>
                <a:gd name="connsiteX80" fmla="*/ 109499 w 181195"/>
                <a:gd name="connsiteY80" fmla="*/ 16296 h 236019"/>
                <a:gd name="connsiteX81" fmla="*/ 109668 w 181195"/>
                <a:gd name="connsiteY81" fmla="*/ 18138 h 236019"/>
                <a:gd name="connsiteX82" fmla="*/ 109825 w 181195"/>
                <a:gd name="connsiteY82" fmla="*/ 19970 h 236019"/>
                <a:gd name="connsiteX83" fmla="*/ 111621 w 181195"/>
                <a:gd name="connsiteY83" fmla="*/ 23068 h 236019"/>
                <a:gd name="connsiteX84" fmla="*/ 112365 w 181195"/>
                <a:gd name="connsiteY84" fmla="*/ 23068 h 236019"/>
                <a:gd name="connsiteX85" fmla="*/ 112450 w 181195"/>
                <a:gd name="connsiteY85" fmla="*/ 24807 h 236019"/>
                <a:gd name="connsiteX86" fmla="*/ 112598 w 181195"/>
                <a:gd name="connsiteY86" fmla="*/ 27068 h 236019"/>
                <a:gd name="connsiteX87" fmla="*/ 112729 w 181195"/>
                <a:gd name="connsiteY87" fmla="*/ 29318 h 236019"/>
                <a:gd name="connsiteX88" fmla="*/ 113109 w 181195"/>
                <a:gd name="connsiteY88" fmla="*/ 31254 h 236019"/>
                <a:gd name="connsiteX89" fmla="*/ 115342 w 181195"/>
                <a:gd name="connsiteY89" fmla="*/ 32742 h 236019"/>
                <a:gd name="connsiteX90" fmla="*/ 115481 w 181195"/>
                <a:gd name="connsiteY90" fmla="*/ 36184 h 236019"/>
                <a:gd name="connsiteX91" fmla="*/ 115420 w 181195"/>
                <a:gd name="connsiteY91" fmla="*/ 38027 h 236019"/>
                <a:gd name="connsiteX92" fmla="*/ 115342 w 181195"/>
                <a:gd name="connsiteY92" fmla="*/ 39439 h 236019"/>
                <a:gd name="connsiteX93" fmla="*/ 117574 w 181195"/>
                <a:gd name="connsiteY93" fmla="*/ 39439 h 236019"/>
                <a:gd name="connsiteX94" fmla="*/ 117659 w 181195"/>
                <a:gd name="connsiteY94" fmla="*/ 41041 h 236019"/>
                <a:gd name="connsiteX95" fmla="*/ 117807 w 181195"/>
                <a:gd name="connsiteY95" fmla="*/ 43114 h 236019"/>
                <a:gd name="connsiteX96" fmla="*/ 117938 w 181195"/>
                <a:gd name="connsiteY96" fmla="*/ 45180 h 236019"/>
                <a:gd name="connsiteX97" fmla="*/ 118318 w 181195"/>
                <a:gd name="connsiteY97" fmla="*/ 46881 h 236019"/>
                <a:gd name="connsiteX98" fmla="*/ 120551 w 181195"/>
                <a:gd name="connsiteY98" fmla="*/ 47625 h 236019"/>
                <a:gd name="connsiteX99" fmla="*/ 120411 w 181195"/>
                <a:gd name="connsiteY99" fmla="*/ 53973 h 236019"/>
                <a:gd name="connsiteX100" fmla="*/ 120551 w 181195"/>
                <a:gd name="connsiteY100" fmla="*/ 55811 h 236019"/>
                <a:gd name="connsiteX101" fmla="*/ 122783 w 181195"/>
                <a:gd name="connsiteY101" fmla="*/ 56555 h 236019"/>
                <a:gd name="connsiteX102" fmla="*/ 123574 w 181195"/>
                <a:gd name="connsiteY102" fmla="*/ 60322 h 236019"/>
                <a:gd name="connsiteX103" fmla="*/ 124271 w 181195"/>
                <a:gd name="connsiteY103" fmla="*/ 63996 h 236019"/>
                <a:gd name="connsiteX104" fmla="*/ 125760 w 181195"/>
                <a:gd name="connsiteY104" fmla="*/ 63996 h 236019"/>
                <a:gd name="connsiteX105" fmla="*/ 125844 w 181195"/>
                <a:gd name="connsiteY105" fmla="*/ 65761 h 236019"/>
                <a:gd name="connsiteX106" fmla="*/ 125992 w 181195"/>
                <a:gd name="connsiteY106" fmla="*/ 68042 h 236019"/>
                <a:gd name="connsiteX107" fmla="*/ 126123 w 181195"/>
                <a:gd name="connsiteY107" fmla="*/ 70318 h 236019"/>
                <a:gd name="connsiteX108" fmla="*/ 126504 w 181195"/>
                <a:gd name="connsiteY108" fmla="*/ 72182 h 236019"/>
                <a:gd name="connsiteX109" fmla="*/ 128736 w 181195"/>
                <a:gd name="connsiteY109" fmla="*/ 72926 h 236019"/>
                <a:gd name="connsiteX110" fmla="*/ 129108 w 181195"/>
                <a:gd name="connsiteY110" fmla="*/ 76181 h 236019"/>
                <a:gd name="connsiteX111" fmla="*/ 131713 w 181195"/>
                <a:gd name="connsiteY111" fmla="*/ 81855 h 236019"/>
                <a:gd name="connsiteX112" fmla="*/ 132131 w 181195"/>
                <a:gd name="connsiteY112" fmla="*/ 85297 h 236019"/>
                <a:gd name="connsiteX113" fmla="*/ 132457 w 181195"/>
                <a:gd name="connsiteY113" fmla="*/ 88553 h 236019"/>
                <a:gd name="connsiteX114" fmla="*/ 133945 w 181195"/>
                <a:gd name="connsiteY114" fmla="*/ 89297 h 236019"/>
                <a:gd name="connsiteX115" fmla="*/ 134361 w 181195"/>
                <a:gd name="connsiteY115" fmla="*/ 94483 h 236019"/>
                <a:gd name="connsiteX116" fmla="*/ 134689 w 181195"/>
                <a:gd name="connsiteY116" fmla="*/ 95994 h 236019"/>
                <a:gd name="connsiteX117" fmla="*/ 136922 w 181195"/>
                <a:gd name="connsiteY117" fmla="*/ 96738 h 236019"/>
                <a:gd name="connsiteX118" fmla="*/ 137294 w 181195"/>
                <a:gd name="connsiteY118" fmla="*/ 100412 h 236019"/>
                <a:gd name="connsiteX119" fmla="*/ 137666 w 181195"/>
                <a:gd name="connsiteY119" fmla="*/ 104180 h 236019"/>
                <a:gd name="connsiteX120" fmla="*/ 139898 w 181195"/>
                <a:gd name="connsiteY120" fmla="*/ 105668 h 236019"/>
                <a:gd name="connsiteX121" fmla="*/ 139759 w 181195"/>
                <a:gd name="connsiteY121" fmla="*/ 110807 h 236019"/>
                <a:gd name="connsiteX122" fmla="*/ 139898 w 181195"/>
                <a:gd name="connsiteY122" fmla="*/ 112365 h 236019"/>
                <a:gd name="connsiteX123" fmla="*/ 142131 w 181195"/>
                <a:gd name="connsiteY123" fmla="*/ 113854 h 236019"/>
                <a:gd name="connsiteX124" fmla="*/ 142642 w 181195"/>
                <a:gd name="connsiteY124" fmla="*/ 117667 h 236019"/>
                <a:gd name="connsiteX125" fmla="*/ 142791 w 181195"/>
                <a:gd name="connsiteY125" fmla="*/ 119719 h 236019"/>
                <a:gd name="connsiteX126" fmla="*/ 142875 w 181195"/>
                <a:gd name="connsiteY126" fmla="*/ 121295 h 236019"/>
                <a:gd name="connsiteX127" fmla="*/ 145107 w 181195"/>
                <a:gd name="connsiteY127" fmla="*/ 121295 h 236019"/>
                <a:gd name="connsiteX128" fmla="*/ 145192 w 181195"/>
                <a:gd name="connsiteY128" fmla="*/ 123059 h 236019"/>
                <a:gd name="connsiteX129" fmla="*/ 145340 w 181195"/>
                <a:gd name="connsiteY129" fmla="*/ 125341 h 236019"/>
                <a:gd name="connsiteX130" fmla="*/ 145471 w 181195"/>
                <a:gd name="connsiteY130" fmla="*/ 127617 h 236019"/>
                <a:gd name="connsiteX131" fmla="*/ 145852 w 181195"/>
                <a:gd name="connsiteY131" fmla="*/ 129480 h 236019"/>
                <a:gd name="connsiteX132" fmla="*/ 148084 w 181195"/>
                <a:gd name="connsiteY132" fmla="*/ 130225 h 236019"/>
                <a:gd name="connsiteX133" fmla="*/ 147944 w 181195"/>
                <a:gd name="connsiteY133" fmla="*/ 134684 h 236019"/>
                <a:gd name="connsiteX134" fmla="*/ 149151 w 181195"/>
                <a:gd name="connsiteY134" fmla="*/ 137245 h 236019"/>
                <a:gd name="connsiteX135" fmla="*/ 151107 w 181195"/>
                <a:gd name="connsiteY135" fmla="*/ 142270 h 236019"/>
                <a:gd name="connsiteX136" fmla="*/ 151805 w 181195"/>
                <a:gd name="connsiteY136" fmla="*/ 145852 h 236019"/>
                <a:gd name="connsiteX137" fmla="*/ 153293 w 181195"/>
                <a:gd name="connsiteY137" fmla="*/ 145852 h 236019"/>
                <a:gd name="connsiteX138" fmla="*/ 153377 w 181195"/>
                <a:gd name="connsiteY138" fmla="*/ 147616 h 236019"/>
                <a:gd name="connsiteX139" fmla="*/ 153526 w 181195"/>
                <a:gd name="connsiteY139" fmla="*/ 149898 h 236019"/>
                <a:gd name="connsiteX140" fmla="*/ 153656 w 181195"/>
                <a:gd name="connsiteY140" fmla="*/ 152174 h 236019"/>
                <a:gd name="connsiteX141" fmla="*/ 154037 w 181195"/>
                <a:gd name="connsiteY141" fmla="*/ 154037 h 236019"/>
                <a:gd name="connsiteX142" fmla="*/ 156270 w 181195"/>
                <a:gd name="connsiteY142" fmla="*/ 154781 h 236019"/>
                <a:gd name="connsiteX143" fmla="*/ 156409 w 181195"/>
                <a:gd name="connsiteY143" fmla="*/ 158548 h 236019"/>
                <a:gd name="connsiteX144" fmla="*/ 156348 w 181195"/>
                <a:gd name="connsiteY144" fmla="*/ 160621 h 236019"/>
                <a:gd name="connsiteX145" fmla="*/ 156270 w 181195"/>
                <a:gd name="connsiteY145" fmla="*/ 162223 h 236019"/>
                <a:gd name="connsiteX146" fmla="*/ 158502 w 181195"/>
                <a:gd name="connsiteY146" fmla="*/ 162223 h 236019"/>
                <a:gd name="connsiteX147" fmla="*/ 159246 w 181195"/>
                <a:gd name="connsiteY147" fmla="*/ 171152 h 236019"/>
                <a:gd name="connsiteX148" fmla="*/ 161479 w 181195"/>
                <a:gd name="connsiteY148" fmla="*/ 171152 h 236019"/>
                <a:gd name="connsiteX149" fmla="*/ 161563 w 181195"/>
                <a:gd name="connsiteY149" fmla="*/ 172754 h 236019"/>
                <a:gd name="connsiteX150" fmla="*/ 161711 w 181195"/>
                <a:gd name="connsiteY150" fmla="*/ 174827 h 236019"/>
                <a:gd name="connsiteX151" fmla="*/ 161842 w 181195"/>
                <a:gd name="connsiteY151" fmla="*/ 176893 h 236019"/>
                <a:gd name="connsiteX152" fmla="*/ 162223 w 181195"/>
                <a:gd name="connsiteY152" fmla="*/ 178594 h 236019"/>
                <a:gd name="connsiteX153" fmla="*/ 164455 w 181195"/>
                <a:gd name="connsiteY153" fmla="*/ 179338 h 236019"/>
                <a:gd name="connsiteX154" fmla="*/ 164874 w 181195"/>
                <a:gd name="connsiteY154" fmla="*/ 183059 h 236019"/>
                <a:gd name="connsiteX155" fmla="*/ 165199 w 181195"/>
                <a:gd name="connsiteY155" fmla="*/ 186779 h 236019"/>
                <a:gd name="connsiteX156" fmla="*/ 166688 w 181195"/>
                <a:gd name="connsiteY156" fmla="*/ 187523 h 236019"/>
                <a:gd name="connsiteX157" fmla="*/ 167103 w 181195"/>
                <a:gd name="connsiteY157" fmla="*/ 193291 h 236019"/>
                <a:gd name="connsiteX158" fmla="*/ 167432 w 181195"/>
                <a:gd name="connsiteY158" fmla="*/ 194965 h 236019"/>
                <a:gd name="connsiteX159" fmla="*/ 169664 w 181195"/>
                <a:gd name="connsiteY159" fmla="*/ 195709 h 236019"/>
                <a:gd name="connsiteX160" fmla="*/ 170036 w 181195"/>
                <a:gd name="connsiteY160" fmla="*/ 199011 h 236019"/>
                <a:gd name="connsiteX161" fmla="*/ 170408 w 181195"/>
                <a:gd name="connsiteY161" fmla="*/ 202406 h 236019"/>
                <a:gd name="connsiteX162" fmla="*/ 172641 w 181195"/>
                <a:gd name="connsiteY162" fmla="*/ 203895 h 236019"/>
                <a:gd name="connsiteX163" fmla="*/ 172780 w 181195"/>
                <a:gd name="connsiteY163" fmla="*/ 208080 h 236019"/>
                <a:gd name="connsiteX164" fmla="*/ 172719 w 181195"/>
                <a:gd name="connsiteY164" fmla="*/ 210342 h 236019"/>
                <a:gd name="connsiteX165" fmla="*/ 172641 w 181195"/>
                <a:gd name="connsiteY165" fmla="*/ 212080 h 236019"/>
                <a:gd name="connsiteX166" fmla="*/ 174873 w 181195"/>
                <a:gd name="connsiteY166" fmla="*/ 212080 h 236019"/>
                <a:gd name="connsiteX167" fmla="*/ 174957 w 181195"/>
                <a:gd name="connsiteY167" fmla="*/ 213493 h 236019"/>
                <a:gd name="connsiteX168" fmla="*/ 175106 w 181195"/>
                <a:gd name="connsiteY168" fmla="*/ 215336 h 236019"/>
                <a:gd name="connsiteX169" fmla="*/ 175236 w 181195"/>
                <a:gd name="connsiteY169" fmla="*/ 217167 h 236019"/>
                <a:gd name="connsiteX170" fmla="*/ 177850 w 181195"/>
                <a:gd name="connsiteY170" fmla="*/ 220266 h 236019"/>
                <a:gd name="connsiteX171" fmla="*/ 178291 w 181195"/>
                <a:gd name="connsiteY171" fmla="*/ 226640 h 236019"/>
                <a:gd name="connsiteX172" fmla="*/ 178594 w 181195"/>
                <a:gd name="connsiteY172" fmla="*/ 228451 h 236019"/>
                <a:gd name="connsiteX173" fmla="*/ 180826 w 181195"/>
                <a:gd name="connsiteY173" fmla="*/ 229195 h 236019"/>
                <a:gd name="connsiteX174" fmla="*/ 181152 w 181195"/>
                <a:gd name="connsiteY174" fmla="*/ 232172 h 236019"/>
                <a:gd name="connsiteX175" fmla="*/ 181195 w 181195"/>
                <a:gd name="connsiteY175" fmla="*/ 233800 h 236019"/>
                <a:gd name="connsiteX176" fmla="*/ 180826 w 181195"/>
                <a:gd name="connsiteY176" fmla="*/ 235148 h 236019"/>
                <a:gd name="connsiteX177" fmla="*/ 171426 w 181195"/>
                <a:gd name="connsiteY177" fmla="*/ 235991 h 236019"/>
                <a:gd name="connsiteX178" fmla="*/ 169547 w 181195"/>
                <a:gd name="connsiteY178" fmla="*/ 235994 h 236019"/>
                <a:gd name="connsiteX179" fmla="*/ 165625 w 181195"/>
                <a:gd name="connsiteY179" fmla="*/ 235990 h 236019"/>
                <a:gd name="connsiteX180" fmla="*/ 159609 w 181195"/>
                <a:gd name="connsiteY180" fmla="*/ 235994 h 236019"/>
                <a:gd name="connsiteX181" fmla="*/ 155799 w 181195"/>
                <a:gd name="connsiteY181" fmla="*/ 235991 h 236019"/>
                <a:gd name="connsiteX182" fmla="*/ 153976 w 181195"/>
                <a:gd name="connsiteY182" fmla="*/ 235996 h 236019"/>
                <a:gd name="connsiteX183" fmla="*/ 148084 w 181195"/>
                <a:gd name="connsiteY183" fmla="*/ 235148 h 236019"/>
                <a:gd name="connsiteX184" fmla="*/ 147340 w 181195"/>
                <a:gd name="connsiteY184" fmla="*/ 229939 h 236019"/>
                <a:gd name="connsiteX185" fmla="*/ 145107 w 181195"/>
                <a:gd name="connsiteY185" fmla="*/ 229939 h 236019"/>
                <a:gd name="connsiteX186" fmla="*/ 144363 w 181195"/>
                <a:gd name="connsiteY186" fmla="*/ 221010 h 236019"/>
                <a:gd name="connsiteX187" fmla="*/ 142131 w 181195"/>
                <a:gd name="connsiteY187" fmla="*/ 221010 h 236019"/>
                <a:gd name="connsiteX188" fmla="*/ 142020 w 181195"/>
                <a:gd name="connsiteY188" fmla="*/ 219245 h 236019"/>
                <a:gd name="connsiteX189" fmla="*/ 141852 w 181195"/>
                <a:gd name="connsiteY189" fmla="*/ 216963 h 236019"/>
                <a:gd name="connsiteX190" fmla="*/ 141695 w 181195"/>
                <a:gd name="connsiteY190" fmla="*/ 214687 h 236019"/>
                <a:gd name="connsiteX191" fmla="*/ 141387 w 181195"/>
                <a:gd name="connsiteY191" fmla="*/ 212824 h 236019"/>
                <a:gd name="connsiteX192" fmla="*/ 139898 w 181195"/>
                <a:gd name="connsiteY192" fmla="*/ 212080 h 236019"/>
                <a:gd name="connsiteX193" fmla="*/ 139483 w 181195"/>
                <a:gd name="connsiteY193" fmla="*/ 206386 h 236019"/>
                <a:gd name="connsiteX194" fmla="*/ 139154 w 181195"/>
                <a:gd name="connsiteY194" fmla="*/ 204639 h 236019"/>
                <a:gd name="connsiteX195" fmla="*/ 136922 w 181195"/>
                <a:gd name="connsiteY195" fmla="*/ 203150 h 236019"/>
                <a:gd name="connsiteX196" fmla="*/ 136410 w 181195"/>
                <a:gd name="connsiteY196" fmla="*/ 198965 h 236019"/>
                <a:gd name="connsiteX197" fmla="*/ 136262 w 181195"/>
                <a:gd name="connsiteY197" fmla="*/ 196703 h 236019"/>
                <a:gd name="connsiteX198" fmla="*/ 136178 w 181195"/>
                <a:gd name="connsiteY198" fmla="*/ 194965 h 236019"/>
                <a:gd name="connsiteX199" fmla="*/ 133945 w 181195"/>
                <a:gd name="connsiteY199" fmla="*/ 194965 h 236019"/>
                <a:gd name="connsiteX200" fmla="*/ 133835 w 181195"/>
                <a:gd name="connsiteY200" fmla="*/ 193200 h 236019"/>
                <a:gd name="connsiteX201" fmla="*/ 133666 w 181195"/>
                <a:gd name="connsiteY201" fmla="*/ 190919 h 236019"/>
                <a:gd name="connsiteX202" fmla="*/ 133509 w 181195"/>
                <a:gd name="connsiteY202" fmla="*/ 188643 h 236019"/>
                <a:gd name="connsiteX203" fmla="*/ 133201 w 181195"/>
                <a:gd name="connsiteY203" fmla="*/ 186779 h 236019"/>
                <a:gd name="connsiteX204" fmla="*/ 131713 w 181195"/>
                <a:gd name="connsiteY204" fmla="*/ 186035 h 236019"/>
                <a:gd name="connsiteX205" fmla="*/ 131248 w 181195"/>
                <a:gd name="connsiteY205" fmla="*/ 181524 h 236019"/>
                <a:gd name="connsiteX206" fmla="*/ 131079 w 181195"/>
                <a:gd name="connsiteY206" fmla="*/ 179033 h 236019"/>
                <a:gd name="connsiteX207" fmla="*/ 130969 w 181195"/>
                <a:gd name="connsiteY207" fmla="*/ 177105 h 236019"/>
                <a:gd name="connsiteX208" fmla="*/ 128736 w 181195"/>
                <a:gd name="connsiteY208" fmla="*/ 177105 h 236019"/>
                <a:gd name="connsiteX209" fmla="*/ 128652 w 181195"/>
                <a:gd name="connsiteY209" fmla="*/ 175504 h 236019"/>
                <a:gd name="connsiteX210" fmla="*/ 128504 w 181195"/>
                <a:gd name="connsiteY210" fmla="*/ 173431 h 236019"/>
                <a:gd name="connsiteX211" fmla="*/ 128373 w 181195"/>
                <a:gd name="connsiteY211" fmla="*/ 171365 h 236019"/>
                <a:gd name="connsiteX212" fmla="*/ 127992 w 181195"/>
                <a:gd name="connsiteY212" fmla="*/ 169664 h 236019"/>
                <a:gd name="connsiteX213" fmla="*/ 125760 w 181195"/>
                <a:gd name="connsiteY213" fmla="*/ 168920 h 236019"/>
                <a:gd name="connsiteX214" fmla="*/ 126504 w 181195"/>
                <a:gd name="connsiteY214" fmla="*/ 163711 h 236019"/>
                <a:gd name="connsiteX215" fmla="*/ 52090 w 181195"/>
                <a:gd name="connsiteY215" fmla="*/ 163711 h 236019"/>
                <a:gd name="connsiteX216" fmla="*/ 52090 w 181195"/>
                <a:gd name="connsiteY216" fmla="*/ 170408 h 236019"/>
                <a:gd name="connsiteX217" fmla="*/ 50602 w 181195"/>
                <a:gd name="connsiteY217" fmla="*/ 170408 h 236019"/>
                <a:gd name="connsiteX218" fmla="*/ 49395 w 181195"/>
                <a:gd name="connsiteY218" fmla="*/ 178271 h 236019"/>
                <a:gd name="connsiteX219" fmla="*/ 49113 w 181195"/>
                <a:gd name="connsiteY219" fmla="*/ 180082 h 236019"/>
                <a:gd name="connsiteX220" fmla="*/ 47625 w 181195"/>
                <a:gd name="connsiteY220" fmla="*/ 180826 h 236019"/>
                <a:gd name="connsiteX221" fmla="*/ 47209 w 181195"/>
                <a:gd name="connsiteY221" fmla="*/ 187756 h 236019"/>
                <a:gd name="connsiteX222" fmla="*/ 46881 w 181195"/>
                <a:gd name="connsiteY222" fmla="*/ 189756 h 236019"/>
                <a:gd name="connsiteX223" fmla="*/ 44648 w 181195"/>
                <a:gd name="connsiteY223" fmla="*/ 190500 h 236019"/>
                <a:gd name="connsiteX224" fmla="*/ 44137 w 181195"/>
                <a:gd name="connsiteY224" fmla="*/ 194639 h 236019"/>
                <a:gd name="connsiteX225" fmla="*/ 43989 w 181195"/>
                <a:gd name="connsiteY225" fmla="*/ 196921 h 236019"/>
                <a:gd name="connsiteX226" fmla="*/ 43904 w 181195"/>
                <a:gd name="connsiteY226" fmla="*/ 198686 h 236019"/>
                <a:gd name="connsiteX227" fmla="*/ 42416 w 181195"/>
                <a:gd name="connsiteY227" fmla="*/ 198686 h 236019"/>
                <a:gd name="connsiteX228" fmla="*/ 42143 w 181195"/>
                <a:gd name="connsiteY228" fmla="*/ 200613 h 236019"/>
                <a:gd name="connsiteX229" fmla="*/ 41765 w 181195"/>
                <a:gd name="connsiteY229" fmla="*/ 203104 h 236019"/>
                <a:gd name="connsiteX230" fmla="*/ 41399 w 181195"/>
                <a:gd name="connsiteY230" fmla="*/ 205589 h 236019"/>
                <a:gd name="connsiteX231" fmla="*/ 40928 w 181195"/>
                <a:gd name="connsiteY231" fmla="*/ 207615 h 236019"/>
                <a:gd name="connsiteX232" fmla="*/ 39439 w 181195"/>
                <a:gd name="connsiteY232" fmla="*/ 208359 h 236019"/>
                <a:gd name="connsiteX233" fmla="*/ 39024 w 181195"/>
                <a:gd name="connsiteY233" fmla="*/ 215289 h 236019"/>
                <a:gd name="connsiteX234" fmla="*/ 38695 w 181195"/>
                <a:gd name="connsiteY234" fmla="*/ 217289 h 236019"/>
                <a:gd name="connsiteX235" fmla="*/ 36463 w 181195"/>
                <a:gd name="connsiteY235" fmla="*/ 218033 h 236019"/>
                <a:gd name="connsiteX236" fmla="*/ 35951 w 181195"/>
                <a:gd name="connsiteY236" fmla="*/ 222545 h 236019"/>
                <a:gd name="connsiteX237" fmla="*/ 35803 w 181195"/>
                <a:gd name="connsiteY237" fmla="*/ 225036 h 236019"/>
                <a:gd name="connsiteX238" fmla="*/ 35719 w 181195"/>
                <a:gd name="connsiteY238" fmla="*/ 226963 h 236019"/>
                <a:gd name="connsiteX239" fmla="*/ 34230 w 181195"/>
                <a:gd name="connsiteY239" fmla="*/ 226963 h 236019"/>
                <a:gd name="connsiteX240" fmla="*/ 33169 w 181195"/>
                <a:gd name="connsiteY240" fmla="*/ 233663 h 236019"/>
                <a:gd name="connsiteX241" fmla="*/ 32742 w 181195"/>
                <a:gd name="connsiteY241" fmla="*/ 235148 h 236019"/>
                <a:gd name="connsiteX242" fmla="*/ 24071 w 181195"/>
                <a:gd name="connsiteY242" fmla="*/ 235991 h 236019"/>
                <a:gd name="connsiteX243" fmla="*/ 22409 w 181195"/>
                <a:gd name="connsiteY243" fmla="*/ 235994 h 236019"/>
                <a:gd name="connsiteX244" fmla="*/ 18936 w 181195"/>
                <a:gd name="connsiteY244" fmla="*/ 235990 h 236019"/>
                <a:gd name="connsiteX245" fmla="*/ 13640 w 181195"/>
                <a:gd name="connsiteY245" fmla="*/ 235994 h 236019"/>
                <a:gd name="connsiteX246" fmla="*/ 10258 w 181195"/>
                <a:gd name="connsiteY246" fmla="*/ 235991 h 236019"/>
                <a:gd name="connsiteX247" fmla="*/ 8668 w 181195"/>
                <a:gd name="connsiteY247" fmla="*/ 235996 h 236019"/>
                <a:gd name="connsiteX248" fmla="*/ 744 w 181195"/>
                <a:gd name="connsiteY248" fmla="*/ 235148 h 236019"/>
                <a:gd name="connsiteX249" fmla="*/ 0 w 181195"/>
                <a:gd name="connsiteY249" fmla="*/ 230684 h 236019"/>
                <a:gd name="connsiteX250" fmla="*/ 2232 w 181195"/>
                <a:gd name="connsiteY250" fmla="*/ 231428 h 236019"/>
                <a:gd name="connsiteX251" fmla="*/ 2317 w 181195"/>
                <a:gd name="connsiteY251" fmla="*/ 229663 h 236019"/>
                <a:gd name="connsiteX252" fmla="*/ 2465 w 181195"/>
                <a:gd name="connsiteY252" fmla="*/ 227381 h 236019"/>
                <a:gd name="connsiteX253" fmla="*/ 2596 w 181195"/>
                <a:gd name="connsiteY253" fmla="*/ 225105 h 236019"/>
                <a:gd name="connsiteX254" fmla="*/ 2977 w 181195"/>
                <a:gd name="connsiteY254" fmla="*/ 223242 h 236019"/>
                <a:gd name="connsiteX255" fmla="*/ 5209 w 181195"/>
                <a:gd name="connsiteY255" fmla="*/ 222498 h 236019"/>
                <a:gd name="connsiteX256" fmla="*/ 5628 w 181195"/>
                <a:gd name="connsiteY256" fmla="*/ 218033 h 236019"/>
                <a:gd name="connsiteX257" fmla="*/ 5953 w 181195"/>
                <a:gd name="connsiteY257" fmla="*/ 213568 h 236019"/>
                <a:gd name="connsiteX258" fmla="*/ 7441 w 181195"/>
                <a:gd name="connsiteY258" fmla="*/ 212824 h 236019"/>
                <a:gd name="connsiteX259" fmla="*/ 7857 w 181195"/>
                <a:gd name="connsiteY259" fmla="*/ 207057 h 236019"/>
                <a:gd name="connsiteX260" fmla="*/ 8186 w 181195"/>
                <a:gd name="connsiteY260" fmla="*/ 205383 h 236019"/>
                <a:gd name="connsiteX261" fmla="*/ 10418 w 181195"/>
                <a:gd name="connsiteY261" fmla="*/ 204639 h 236019"/>
                <a:gd name="connsiteX262" fmla="*/ 10790 w 181195"/>
                <a:gd name="connsiteY262" fmla="*/ 200174 h 236019"/>
                <a:gd name="connsiteX263" fmla="*/ 11162 w 181195"/>
                <a:gd name="connsiteY263" fmla="*/ 195709 h 236019"/>
                <a:gd name="connsiteX264" fmla="*/ 13395 w 181195"/>
                <a:gd name="connsiteY264" fmla="*/ 194965 h 236019"/>
                <a:gd name="connsiteX265" fmla="*/ 13813 w 181195"/>
                <a:gd name="connsiteY265" fmla="*/ 191616 h 236019"/>
                <a:gd name="connsiteX266" fmla="*/ 14139 w 181195"/>
                <a:gd name="connsiteY266" fmla="*/ 188268 h 236019"/>
                <a:gd name="connsiteX267" fmla="*/ 15627 w 181195"/>
                <a:gd name="connsiteY267" fmla="*/ 187523 h 236019"/>
                <a:gd name="connsiteX268" fmla="*/ 16043 w 181195"/>
                <a:gd name="connsiteY268" fmla="*/ 181175 h 236019"/>
                <a:gd name="connsiteX269" fmla="*/ 16371 w 181195"/>
                <a:gd name="connsiteY269" fmla="*/ 179338 h 236019"/>
                <a:gd name="connsiteX270" fmla="*/ 18604 w 181195"/>
                <a:gd name="connsiteY270" fmla="*/ 178594 h 236019"/>
                <a:gd name="connsiteX271" fmla="*/ 19115 w 181195"/>
                <a:gd name="connsiteY271" fmla="*/ 174827 h 236019"/>
                <a:gd name="connsiteX272" fmla="*/ 19263 w 181195"/>
                <a:gd name="connsiteY272" fmla="*/ 172754 h 236019"/>
                <a:gd name="connsiteX273" fmla="*/ 19348 w 181195"/>
                <a:gd name="connsiteY273" fmla="*/ 171152 h 236019"/>
                <a:gd name="connsiteX274" fmla="*/ 21580 w 181195"/>
                <a:gd name="connsiteY274" fmla="*/ 171152 h 236019"/>
                <a:gd name="connsiteX275" fmla="*/ 22324 w 181195"/>
                <a:gd name="connsiteY275" fmla="*/ 161478 h 236019"/>
                <a:gd name="connsiteX276" fmla="*/ 24557 w 181195"/>
                <a:gd name="connsiteY276" fmla="*/ 161478 h 236019"/>
                <a:gd name="connsiteX277" fmla="*/ 24557 w 181195"/>
                <a:gd name="connsiteY277" fmla="*/ 153293 h 236019"/>
                <a:gd name="connsiteX278" fmla="*/ 26789 w 181195"/>
                <a:gd name="connsiteY278" fmla="*/ 153293 h 236019"/>
                <a:gd name="connsiteX279" fmla="*/ 26873 w 181195"/>
                <a:gd name="connsiteY279" fmla="*/ 151366 h 236019"/>
                <a:gd name="connsiteX280" fmla="*/ 27022 w 181195"/>
                <a:gd name="connsiteY280" fmla="*/ 148875 h 236019"/>
                <a:gd name="connsiteX281" fmla="*/ 27152 w 181195"/>
                <a:gd name="connsiteY281" fmla="*/ 146389 h 236019"/>
                <a:gd name="connsiteX282" fmla="*/ 27533 w 181195"/>
                <a:gd name="connsiteY282" fmla="*/ 144363 h 236019"/>
                <a:gd name="connsiteX283" fmla="*/ 29766 w 181195"/>
                <a:gd name="connsiteY283" fmla="*/ 143619 h 236019"/>
                <a:gd name="connsiteX284" fmla="*/ 30184 w 181195"/>
                <a:gd name="connsiteY284" fmla="*/ 139526 h 236019"/>
                <a:gd name="connsiteX285" fmla="*/ 30510 w 181195"/>
                <a:gd name="connsiteY285" fmla="*/ 135434 h 236019"/>
                <a:gd name="connsiteX286" fmla="*/ 31998 w 181195"/>
                <a:gd name="connsiteY286" fmla="*/ 134689 h 236019"/>
                <a:gd name="connsiteX287" fmla="*/ 32649 w 181195"/>
                <a:gd name="connsiteY287" fmla="*/ 128969 h 236019"/>
                <a:gd name="connsiteX288" fmla="*/ 32742 w 181195"/>
                <a:gd name="connsiteY288" fmla="*/ 127248 h 236019"/>
                <a:gd name="connsiteX289" fmla="*/ 34975 w 181195"/>
                <a:gd name="connsiteY289" fmla="*/ 125760 h 236019"/>
                <a:gd name="connsiteX290" fmla="*/ 35486 w 181195"/>
                <a:gd name="connsiteY290" fmla="*/ 121574 h 236019"/>
                <a:gd name="connsiteX291" fmla="*/ 35634 w 181195"/>
                <a:gd name="connsiteY291" fmla="*/ 119312 h 236019"/>
                <a:gd name="connsiteX292" fmla="*/ 35719 w 181195"/>
                <a:gd name="connsiteY292" fmla="*/ 117574 h 236019"/>
                <a:gd name="connsiteX293" fmla="*/ 37951 w 181195"/>
                <a:gd name="connsiteY293" fmla="*/ 117574 h 236019"/>
                <a:gd name="connsiteX294" fmla="*/ 38695 w 181195"/>
                <a:gd name="connsiteY294" fmla="*/ 109389 h 236019"/>
                <a:gd name="connsiteX295" fmla="*/ 40928 w 181195"/>
                <a:gd name="connsiteY295" fmla="*/ 109389 h 236019"/>
                <a:gd name="connsiteX296" fmla="*/ 40849 w 181195"/>
                <a:gd name="connsiteY296" fmla="*/ 107650 h 236019"/>
                <a:gd name="connsiteX297" fmla="*/ 40788 w 181195"/>
                <a:gd name="connsiteY297" fmla="*/ 105389 h 236019"/>
                <a:gd name="connsiteX298" fmla="*/ 40710 w 181195"/>
                <a:gd name="connsiteY298" fmla="*/ 103139 h 236019"/>
                <a:gd name="connsiteX299" fmla="*/ 40928 w 181195"/>
                <a:gd name="connsiteY299" fmla="*/ 101203 h 236019"/>
                <a:gd name="connsiteX300" fmla="*/ 43160 w 181195"/>
                <a:gd name="connsiteY300" fmla="*/ 99715 h 236019"/>
                <a:gd name="connsiteX301" fmla="*/ 43602 w 181195"/>
                <a:gd name="connsiteY301" fmla="*/ 93922 h 236019"/>
                <a:gd name="connsiteX302" fmla="*/ 43904 w 181195"/>
                <a:gd name="connsiteY302" fmla="*/ 92273 h 236019"/>
                <a:gd name="connsiteX303" fmla="*/ 46137 w 181195"/>
                <a:gd name="connsiteY303" fmla="*/ 91529 h 236019"/>
                <a:gd name="connsiteX304" fmla="*/ 46509 w 181195"/>
                <a:gd name="connsiteY304" fmla="*/ 87483 h 236019"/>
                <a:gd name="connsiteX305" fmla="*/ 46881 w 181195"/>
                <a:gd name="connsiteY305" fmla="*/ 83344 h 236019"/>
                <a:gd name="connsiteX306" fmla="*/ 49113 w 181195"/>
                <a:gd name="connsiteY306" fmla="*/ 81855 h 236019"/>
                <a:gd name="connsiteX307" fmla="*/ 49113 w 181195"/>
                <a:gd name="connsiteY307" fmla="*/ 78507 h 236019"/>
                <a:gd name="connsiteX308" fmla="*/ 49113 w 181195"/>
                <a:gd name="connsiteY308" fmla="*/ 75158 h 236019"/>
                <a:gd name="connsiteX309" fmla="*/ 51346 w 181195"/>
                <a:gd name="connsiteY309" fmla="*/ 73670 h 236019"/>
                <a:gd name="connsiteX310" fmla="*/ 51857 w 181195"/>
                <a:gd name="connsiteY310" fmla="*/ 69484 h 236019"/>
                <a:gd name="connsiteX311" fmla="*/ 52006 w 181195"/>
                <a:gd name="connsiteY311" fmla="*/ 67223 h 236019"/>
                <a:gd name="connsiteX312" fmla="*/ 52090 w 181195"/>
                <a:gd name="connsiteY312" fmla="*/ 65484 h 236019"/>
                <a:gd name="connsiteX313" fmla="*/ 55066 w 181195"/>
                <a:gd name="connsiteY313" fmla="*/ 65484 h 236019"/>
                <a:gd name="connsiteX314" fmla="*/ 54988 w 181195"/>
                <a:gd name="connsiteY314" fmla="*/ 63609 h 236019"/>
                <a:gd name="connsiteX315" fmla="*/ 54927 w 181195"/>
                <a:gd name="connsiteY315" fmla="*/ 61159 h 236019"/>
                <a:gd name="connsiteX316" fmla="*/ 54848 w 181195"/>
                <a:gd name="connsiteY316" fmla="*/ 58726 h 236019"/>
                <a:gd name="connsiteX317" fmla="*/ 57299 w 181195"/>
                <a:gd name="connsiteY317" fmla="*/ 54322 h 236019"/>
                <a:gd name="connsiteX318" fmla="*/ 57299 w 181195"/>
                <a:gd name="connsiteY318" fmla="*/ 51671 h 236019"/>
                <a:gd name="connsiteX319" fmla="*/ 57299 w 181195"/>
                <a:gd name="connsiteY319" fmla="*/ 49113 h 236019"/>
                <a:gd name="connsiteX320" fmla="*/ 59531 w 181195"/>
                <a:gd name="connsiteY320" fmla="*/ 47625 h 236019"/>
                <a:gd name="connsiteX321" fmla="*/ 59973 w 181195"/>
                <a:gd name="connsiteY321" fmla="*/ 40669 h 236019"/>
                <a:gd name="connsiteX322" fmla="*/ 60275 w 181195"/>
                <a:gd name="connsiteY322" fmla="*/ 38695 h 236019"/>
                <a:gd name="connsiteX323" fmla="*/ 62508 w 181195"/>
                <a:gd name="connsiteY323" fmla="*/ 37951 h 236019"/>
                <a:gd name="connsiteX324" fmla="*/ 62926 w 181195"/>
                <a:gd name="connsiteY324" fmla="*/ 34603 h 236019"/>
                <a:gd name="connsiteX325" fmla="*/ 63252 w 181195"/>
                <a:gd name="connsiteY325" fmla="*/ 31254 h 236019"/>
                <a:gd name="connsiteX326" fmla="*/ 64740 w 181195"/>
                <a:gd name="connsiteY326" fmla="*/ 30510 h 236019"/>
                <a:gd name="connsiteX327" fmla="*/ 65737 w 181195"/>
                <a:gd name="connsiteY327" fmla="*/ 24161 h 236019"/>
                <a:gd name="connsiteX328" fmla="*/ 66229 w 181195"/>
                <a:gd name="connsiteY328" fmla="*/ 22324 h 236019"/>
                <a:gd name="connsiteX329" fmla="*/ 68461 w 181195"/>
                <a:gd name="connsiteY329" fmla="*/ 21580 h 236019"/>
                <a:gd name="connsiteX330" fmla="*/ 68600 w 181195"/>
                <a:gd name="connsiteY330" fmla="*/ 17813 h 236019"/>
                <a:gd name="connsiteX331" fmla="*/ 68539 w 181195"/>
                <a:gd name="connsiteY331" fmla="*/ 15740 h 236019"/>
                <a:gd name="connsiteX332" fmla="*/ 68461 w 181195"/>
                <a:gd name="connsiteY332" fmla="*/ 14139 h 236019"/>
                <a:gd name="connsiteX333" fmla="*/ 70693 w 181195"/>
                <a:gd name="connsiteY333" fmla="*/ 14139 h 236019"/>
                <a:gd name="connsiteX334" fmla="*/ 71438 w 181195"/>
                <a:gd name="connsiteY334" fmla="*/ 4465 h 236019"/>
                <a:gd name="connsiteX335" fmla="*/ 73670 w 181195"/>
                <a:gd name="connsiteY335" fmla="*/ 4465 h 236019"/>
                <a:gd name="connsiteX336" fmla="*/ 74414 w 181195"/>
                <a:gd name="connsiteY336" fmla="*/ 0 h 23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181195" h="236019">
                  <a:moveTo>
                    <a:pt x="87826" y="40237"/>
                  </a:moveTo>
                  <a:cubicBezTo>
                    <a:pt x="87797" y="40939"/>
                    <a:pt x="87769" y="41620"/>
                    <a:pt x="87742" y="42301"/>
                  </a:cubicBezTo>
                  <a:cubicBezTo>
                    <a:pt x="87691" y="43212"/>
                    <a:pt x="87642" y="44096"/>
                    <a:pt x="87593" y="44981"/>
                  </a:cubicBezTo>
                  <a:cubicBezTo>
                    <a:pt x="87518" y="47592"/>
                    <a:pt x="87518" y="47592"/>
                    <a:pt x="87082" y="49911"/>
                  </a:cubicBezTo>
                  <a:cubicBezTo>
                    <a:pt x="86323" y="50417"/>
                    <a:pt x="85586" y="50908"/>
                    <a:pt x="84849" y="51399"/>
                  </a:cubicBezTo>
                  <a:cubicBezTo>
                    <a:pt x="84775" y="52168"/>
                    <a:pt x="84703" y="52914"/>
                    <a:pt x="84631" y="53661"/>
                  </a:cubicBezTo>
                  <a:cubicBezTo>
                    <a:pt x="84658" y="54568"/>
                    <a:pt x="84684" y="55448"/>
                    <a:pt x="84710" y="56329"/>
                  </a:cubicBezTo>
                  <a:cubicBezTo>
                    <a:pt x="84731" y="57240"/>
                    <a:pt x="84751" y="58125"/>
                    <a:pt x="84771" y="59009"/>
                  </a:cubicBezTo>
                  <a:cubicBezTo>
                    <a:pt x="84811" y="60051"/>
                    <a:pt x="84811" y="60051"/>
                    <a:pt x="84849" y="61073"/>
                  </a:cubicBezTo>
                  <a:cubicBezTo>
                    <a:pt x="84090" y="61073"/>
                    <a:pt x="83354" y="61073"/>
                    <a:pt x="82617" y="61073"/>
                  </a:cubicBezTo>
                  <a:cubicBezTo>
                    <a:pt x="81856" y="63355"/>
                    <a:pt x="81862" y="64748"/>
                    <a:pt x="81966" y="67119"/>
                  </a:cubicBezTo>
                  <a:cubicBezTo>
                    <a:pt x="82117" y="69064"/>
                    <a:pt x="82117" y="69064"/>
                    <a:pt x="81873" y="70747"/>
                  </a:cubicBezTo>
                  <a:cubicBezTo>
                    <a:pt x="80745" y="71123"/>
                    <a:pt x="80745" y="71123"/>
                    <a:pt x="79640" y="71491"/>
                  </a:cubicBezTo>
                  <a:cubicBezTo>
                    <a:pt x="79527" y="73491"/>
                    <a:pt x="79527" y="73491"/>
                    <a:pt x="79687" y="75956"/>
                  </a:cubicBezTo>
                  <a:cubicBezTo>
                    <a:pt x="79918" y="78346"/>
                    <a:pt x="79918" y="78346"/>
                    <a:pt x="79640" y="80421"/>
                  </a:cubicBezTo>
                  <a:cubicBezTo>
                    <a:pt x="79145" y="80562"/>
                    <a:pt x="78665" y="80699"/>
                    <a:pt x="78184" y="80836"/>
                  </a:cubicBezTo>
                  <a:cubicBezTo>
                    <a:pt x="77667" y="80948"/>
                    <a:pt x="77165" y="81056"/>
                    <a:pt x="76664" y="81165"/>
                  </a:cubicBezTo>
                  <a:cubicBezTo>
                    <a:pt x="76510" y="81743"/>
                    <a:pt x="76360" y="82304"/>
                    <a:pt x="76210" y="82865"/>
                  </a:cubicBezTo>
                  <a:cubicBezTo>
                    <a:pt x="76175" y="83568"/>
                    <a:pt x="76140" y="84250"/>
                    <a:pt x="76106" y="84932"/>
                  </a:cubicBezTo>
                  <a:cubicBezTo>
                    <a:pt x="76062" y="85637"/>
                    <a:pt x="76020" y="86321"/>
                    <a:pt x="75978" y="87004"/>
                  </a:cubicBezTo>
                  <a:cubicBezTo>
                    <a:pt x="75958" y="87549"/>
                    <a:pt x="75939" y="88078"/>
                    <a:pt x="75920" y="88606"/>
                  </a:cubicBezTo>
                  <a:cubicBezTo>
                    <a:pt x="75667" y="88606"/>
                    <a:pt x="75421" y="88606"/>
                    <a:pt x="75176" y="88606"/>
                  </a:cubicBezTo>
                  <a:cubicBezTo>
                    <a:pt x="74123" y="90092"/>
                    <a:pt x="73691" y="91256"/>
                    <a:pt x="73670" y="93080"/>
                  </a:cubicBezTo>
                  <a:cubicBezTo>
                    <a:pt x="73728" y="94564"/>
                    <a:pt x="73712" y="96051"/>
                    <a:pt x="73687" y="97536"/>
                  </a:cubicBezTo>
                  <a:cubicBezTo>
                    <a:pt x="72560" y="97912"/>
                    <a:pt x="72560" y="97912"/>
                    <a:pt x="71455" y="98280"/>
                  </a:cubicBezTo>
                  <a:cubicBezTo>
                    <a:pt x="71341" y="100280"/>
                    <a:pt x="71341" y="100280"/>
                    <a:pt x="71501" y="102745"/>
                  </a:cubicBezTo>
                  <a:cubicBezTo>
                    <a:pt x="71733" y="105135"/>
                    <a:pt x="71733" y="105135"/>
                    <a:pt x="71455" y="107210"/>
                  </a:cubicBezTo>
                  <a:cubicBezTo>
                    <a:pt x="70952" y="107351"/>
                    <a:pt x="70464" y="107488"/>
                    <a:pt x="69975" y="107625"/>
                  </a:cubicBezTo>
                  <a:cubicBezTo>
                    <a:pt x="69466" y="107737"/>
                    <a:pt x="68972" y="107845"/>
                    <a:pt x="68478" y="107954"/>
                  </a:cubicBezTo>
                  <a:cubicBezTo>
                    <a:pt x="68331" y="108813"/>
                    <a:pt x="68331" y="108813"/>
                    <a:pt x="68188" y="109654"/>
                  </a:cubicBezTo>
                  <a:cubicBezTo>
                    <a:pt x="68240" y="110698"/>
                    <a:pt x="68240" y="110698"/>
                    <a:pt x="68292" y="111721"/>
                  </a:cubicBezTo>
                  <a:cubicBezTo>
                    <a:pt x="68320" y="112426"/>
                    <a:pt x="68347" y="113110"/>
                    <a:pt x="68374" y="113794"/>
                  </a:cubicBezTo>
                  <a:cubicBezTo>
                    <a:pt x="68426" y="114602"/>
                    <a:pt x="68426" y="114602"/>
                    <a:pt x="68478" y="115395"/>
                  </a:cubicBezTo>
                  <a:cubicBezTo>
                    <a:pt x="67719" y="115395"/>
                    <a:pt x="66983" y="115395"/>
                    <a:pt x="66246" y="115395"/>
                  </a:cubicBezTo>
                  <a:cubicBezTo>
                    <a:pt x="65515" y="117588"/>
                    <a:pt x="65484" y="118808"/>
                    <a:pt x="65595" y="121069"/>
                  </a:cubicBezTo>
                  <a:cubicBezTo>
                    <a:pt x="65746" y="122813"/>
                    <a:pt x="65746" y="122813"/>
                    <a:pt x="65502" y="124325"/>
                  </a:cubicBezTo>
                  <a:cubicBezTo>
                    <a:pt x="64374" y="124701"/>
                    <a:pt x="64374" y="124701"/>
                    <a:pt x="63269" y="125069"/>
                  </a:cubicBezTo>
                  <a:cubicBezTo>
                    <a:pt x="63111" y="125955"/>
                    <a:pt x="62958" y="126814"/>
                    <a:pt x="62804" y="127674"/>
                  </a:cubicBezTo>
                  <a:cubicBezTo>
                    <a:pt x="62709" y="128559"/>
                    <a:pt x="62617" y="129419"/>
                    <a:pt x="62525" y="130278"/>
                  </a:cubicBezTo>
                  <a:cubicBezTo>
                    <a:pt x="61781" y="131022"/>
                    <a:pt x="61781" y="131022"/>
                    <a:pt x="61781" y="133255"/>
                  </a:cubicBezTo>
                  <a:cubicBezTo>
                    <a:pt x="80251" y="133255"/>
                    <a:pt x="98177" y="133255"/>
                    <a:pt x="116103" y="133255"/>
                  </a:cubicBezTo>
                  <a:cubicBezTo>
                    <a:pt x="115727" y="129497"/>
                    <a:pt x="115727" y="129497"/>
                    <a:pt x="115359" y="125813"/>
                  </a:cubicBezTo>
                  <a:cubicBezTo>
                    <a:pt x="113856" y="125437"/>
                    <a:pt x="113856" y="125437"/>
                    <a:pt x="112383" y="125069"/>
                  </a:cubicBezTo>
                  <a:cubicBezTo>
                    <a:pt x="112319" y="124389"/>
                    <a:pt x="112258" y="123729"/>
                    <a:pt x="112197" y="123069"/>
                  </a:cubicBezTo>
                  <a:cubicBezTo>
                    <a:pt x="112374" y="120713"/>
                    <a:pt x="112602" y="118494"/>
                    <a:pt x="112383" y="116139"/>
                  </a:cubicBezTo>
                  <a:cubicBezTo>
                    <a:pt x="111634" y="115928"/>
                    <a:pt x="111634" y="115928"/>
                    <a:pt x="110900" y="115721"/>
                  </a:cubicBezTo>
                  <a:cubicBezTo>
                    <a:pt x="110146" y="115556"/>
                    <a:pt x="110146" y="115556"/>
                    <a:pt x="109406" y="115395"/>
                  </a:cubicBezTo>
                  <a:cubicBezTo>
                    <a:pt x="109325" y="114826"/>
                    <a:pt x="109246" y="114273"/>
                    <a:pt x="109168" y="113721"/>
                  </a:cubicBezTo>
                  <a:cubicBezTo>
                    <a:pt x="109305" y="111788"/>
                    <a:pt x="109453" y="109892"/>
                    <a:pt x="109406" y="107954"/>
                  </a:cubicBezTo>
                  <a:cubicBezTo>
                    <a:pt x="108900" y="107701"/>
                    <a:pt x="108409" y="107455"/>
                    <a:pt x="107918" y="107210"/>
                  </a:cubicBezTo>
                  <a:cubicBezTo>
                    <a:pt x="107488" y="105312"/>
                    <a:pt x="107488" y="105312"/>
                    <a:pt x="107220" y="103117"/>
                  </a:cubicBezTo>
                  <a:cubicBezTo>
                    <a:pt x="106921" y="100861"/>
                    <a:pt x="106921" y="100861"/>
                    <a:pt x="106429" y="99024"/>
                  </a:cubicBezTo>
                  <a:cubicBezTo>
                    <a:pt x="105670" y="98771"/>
                    <a:pt x="104934" y="98526"/>
                    <a:pt x="104197" y="98280"/>
                  </a:cubicBezTo>
                  <a:cubicBezTo>
                    <a:pt x="104010" y="96595"/>
                    <a:pt x="104010" y="96595"/>
                    <a:pt x="104197" y="94652"/>
                  </a:cubicBezTo>
                  <a:cubicBezTo>
                    <a:pt x="104267" y="93645"/>
                    <a:pt x="104267" y="93645"/>
                    <a:pt x="104337" y="92658"/>
                  </a:cubicBezTo>
                  <a:cubicBezTo>
                    <a:pt x="104197" y="90839"/>
                    <a:pt x="104197" y="90839"/>
                    <a:pt x="103104" y="89722"/>
                  </a:cubicBezTo>
                  <a:cubicBezTo>
                    <a:pt x="101588" y="87572"/>
                    <a:pt x="101588" y="87572"/>
                    <a:pt x="101593" y="84792"/>
                  </a:cubicBezTo>
                  <a:cubicBezTo>
                    <a:pt x="101523" y="82787"/>
                    <a:pt x="101523" y="82787"/>
                    <a:pt x="101220" y="81165"/>
                  </a:cubicBezTo>
                  <a:cubicBezTo>
                    <a:pt x="100461" y="80912"/>
                    <a:pt x="99725" y="80666"/>
                    <a:pt x="98988" y="80421"/>
                  </a:cubicBezTo>
                  <a:cubicBezTo>
                    <a:pt x="98956" y="79456"/>
                    <a:pt x="98926" y="78520"/>
                    <a:pt x="98895" y="77584"/>
                  </a:cubicBezTo>
                  <a:cubicBezTo>
                    <a:pt x="98969" y="75424"/>
                    <a:pt x="99133" y="73511"/>
                    <a:pt x="98244" y="71491"/>
                  </a:cubicBezTo>
                  <a:cubicBezTo>
                    <a:pt x="97485" y="71238"/>
                    <a:pt x="96748" y="70992"/>
                    <a:pt x="96011" y="70747"/>
                  </a:cubicBezTo>
                  <a:cubicBezTo>
                    <a:pt x="95946" y="70242"/>
                    <a:pt x="95883" y="69752"/>
                    <a:pt x="95820" y="69261"/>
                  </a:cubicBezTo>
                  <a:cubicBezTo>
                    <a:pt x="95951" y="66842"/>
                    <a:pt x="96367" y="64761"/>
                    <a:pt x="95267" y="62561"/>
                  </a:cubicBezTo>
                  <a:cubicBezTo>
                    <a:pt x="94508" y="62561"/>
                    <a:pt x="93772" y="62561"/>
                    <a:pt x="93035" y="62561"/>
                  </a:cubicBezTo>
                  <a:cubicBezTo>
                    <a:pt x="93062" y="61906"/>
                    <a:pt x="93087" y="61270"/>
                    <a:pt x="93113" y="60634"/>
                  </a:cubicBezTo>
                  <a:cubicBezTo>
                    <a:pt x="93144" y="59376"/>
                    <a:pt x="93144" y="59376"/>
                    <a:pt x="93174" y="58143"/>
                  </a:cubicBezTo>
                  <a:cubicBezTo>
                    <a:pt x="93253" y="55658"/>
                    <a:pt x="93253" y="55658"/>
                    <a:pt x="93035" y="53632"/>
                  </a:cubicBezTo>
                  <a:cubicBezTo>
                    <a:pt x="92276" y="53379"/>
                    <a:pt x="91539" y="53133"/>
                    <a:pt x="90802" y="52887"/>
                  </a:cubicBezTo>
                  <a:cubicBezTo>
                    <a:pt x="90644" y="50910"/>
                    <a:pt x="90644" y="50910"/>
                    <a:pt x="90849" y="48609"/>
                  </a:cubicBezTo>
                  <a:cubicBezTo>
                    <a:pt x="90905" y="47806"/>
                    <a:pt x="90960" y="47027"/>
                    <a:pt x="91015" y="46248"/>
                  </a:cubicBezTo>
                  <a:cubicBezTo>
                    <a:pt x="90752" y="43410"/>
                    <a:pt x="89754" y="42274"/>
                    <a:pt x="87826" y="40237"/>
                  </a:cubicBezTo>
                  <a:close/>
                  <a:moveTo>
                    <a:pt x="74414" y="0"/>
                  </a:moveTo>
                  <a:cubicBezTo>
                    <a:pt x="84237" y="0"/>
                    <a:pt x="94059" y="0"/>
                    <a:pt x="104180" y="0"/>
                  </a:cubicBezTo>
                  <a:cubicBezTo>
                    <a:pt x="104425" y="2210"/>
                    <a:pt x="104671" y="4420"/>
                    <a:pt x="104924" y="6697"/>
                  </a:cubicBezTo>
                  <a:cubicBezTo>
                    <a:pt x="105661" y="7066"/>
                    <a:pt x="105661" y="7066"/>
                    <a:pt x="106412" y="7441"/>
                  </a:cubicBezTo>
                  <a:cubicBezTo>
                    <a:pt x="106720" y="9142"/>
                    <a:pt x="106720" y="9142"/>
                    <a:pt x="106877" y="11209"/>
                  </a:cubicBezTo>
                  <a:cubicBezTo>
                    <a:pt x="106961" y="12235"/>
                    <a:pt x="106961" y="12235"/>
                    <a:pt x="107046" y="13281"/>
                  </a:cubicBezTo>
                  <a:cubicBezTo>
                    <a:pt x="107082" y="13810"/>
                    <a:pt x="107119" y="14338"/>
                    <a:pt x="107156" y="14883"/>
                  </a:cubicBezTo>
                  <a:cubicBezTo>
                    <a:pt x="107893" y="14883"/>
                    <a:pt x="108630" y="14883"/>
                    <a:pt x="109389" y="14883"/>
                  </a:cubicBezTo>
                  <a:cubicBezTo>
                    <a:pt x="109425" y="15349"/>
                    <a:pt x="109462" y="15815"/>
                    <a:pt x="109499" y="16296"/>
                  </a:cubicBezTo>
                  <a:cubicBezTo>
                    <a:pt x="109583" y="17208"/>
                    <a:pt x="109583" y="17208"/>
                    <a:pt x="109668" y="18138"/>
                  </a:cubicBezTo>
                  <a:cubicBezTo>
                    <a:pt x="109745" y="19045"/>
                    <a:pt x="109745" y="19045"/>
                    <a:pt x="109825" y="19970"/>
                  </a:cubicBezTo>
                  <a:cubicBezTo>
                    <a:pt x="110006" y="21731"/>
                    <a:pt x="110006" y="21731"/>
                    <a:pt x="111621" y="23068"/>
                  </a:cubicBezTo>
                  <a:cubicBezTo>
                    <a:pt x="111867" y="23068"/>
                    <a:pt x="112112" y="23068"/>
                    <a:pt x="112365" y="23068"/>
                  </a:cubicBezTo>
                  <a:cubicBezTo>
                    <a:pt x="112407" y="23929"/>
                    <a:pt x="112407" y="23929"/>
                    <a:pt x="112450" y="24807"/>
                  </a:cubicBezTo>
                  <a:cubicBezTo>
                    <a:pt x="112498" y="25553"/>
                    <a:pt x="112547" y="26299"/>
                    <a:pt x="112598" y="27068"/>
                  </a:cubicBezTo>
                  <a:cubicBezTo>
                    <a:pt x="112663" y="28182"/>
                    <a:pt x="112663" y="28182"/>
                    <a:pt x="112729" y="29318"/>
                  </a:cubicBezTo>
                  <a:cubicBezTo>
                    <a:pt x="112854" y="29957"/>
                    <a:pt x="112980" y="30596"/>
                    <a:pt x="113109" y="31254"/>
                  </a:cubicBezTo>
                  <a:cubicBezTo>
                    <a:pt x="113846" y="31745"/>
                    <a:pt x="114583" y="32236"/>
                    <a:pt x="115342" y="32742"/>
                  </a:cubicBezTo>
                  <a:cubicBezTo>
                    <a:pt x="115560" y="34353"/>
                    <a:pt x="115560" y="34353"/>
                    <a:pt x="115481" y="36184"/>
                  </a:cubicBezTo>
                  <a:cubicBezTo>
                    <a:pt x="115461" y="36792"/>
                    <a:pt x="115441" y="37400"/>
                    <a:pt x="115420" y="38027"/>
                  </a:cubicBezTo>
                  <a:cubicBezTo>
                    <a:pt x="115394" y="38493"/>
                    <a:pt x="115368" y="38959"/>
                    <a:pt x="115342" y="39439"/>
                  </a:cubicBezTo>
                  <a:cubicBezTo>
                    <a:pt x="116079" y="39439"/>
                    <a:pt x="116815" y="39439"/>
                    <a:pt x="117574" y="39439"/>
                  </a:cubicBezTo>
                  <a:cubicBezTo>
                    <a:pt x="117616" y="40232"/>
                    <a:pt x="117616" y="40232"/>
                    <a:pt x="117659" y="41041"/>
                  </a:cubicBezTo>
                  <a:cubicBezTo>
                    <a:pt x="117707" y="41725"/>
                    <a:pt x="117756" y="42409"/>
                    <a:pt x="117807" y="43114"/>
                  </a:cubicBezTo>
                  <a:cubicBezTo>
                    <a:pt x="117872" y="44137"/>
                    <a:pt x="117872" y="44137"/>
                    <a:pt x="117938" y="45180"/>
                  </a:cubicBezTo>
                  <a:cubicBezTo>
                    <a:pt x="118063" y="45742"/>
                    <a:pt x="118189" y="46303"/>
                    <a:pt x="118318" y="46881"/>
                  </a:cubicBezTo>
                  <a:cubicBezTo>
                    <a:pt x="119055" y="47126"/>
                    <a:pt x="119792" y="47372"/>
                    <a:pt x="120551" y="47625"/>
                  </a:cubicBezTo>
                  <a:cubicBezTo>
                    <a:pt x="120714" y="49769"/>
                    <a:pt x="120544" y="51828"/>
                    <a:pt x="120411" y="53973"/>
                  </a:cubicBezTo>
                  <a:cubicBezTo>
                    <a:pt x="120457" y="54580"/>
                    <a:pt x="120503" y="55186"/>
                    <a:pt x="120551" y="55811"/>
                  </a:cubicBezTo>
                  <a:cubicBezTo>
                    <a:pt x="121287" y="56056"/>
                    <a:pt x="122024" y="56302"/>
                    <a:pt x="122783" y="56555"/>
                  </a:cubicBezTo>
                  <a:cubicBezTo>
                    <a:pt x="123274" y="58255"/>
                    <a:pt x="123274" y="58255"/>
                    <a:pt x="123574" y="60322"/>
                  </a:cubicBezTo>
                  <a:cubicBezTo>
                    <a:pt x="123836" y="62327"/>
                    <a:pt x="123836" y="62327"/>
                    <a:pt x="124271" y="63996"/>
                  </a:cubicBezTo>
                  <a:cubicBezTo>
                    <a:pt x="124763" y="63996"/>
                    <a:pt x="125254" y="63996"/>
                    <a:pt x="125760" y="63996"/>
                  </a:cubicBezTo>
                  <a:cubicBezTo>
                    <a:pt x="125802" y="64869"/>
                    <a:pt x="125802" y="64869"/>
                    <a:pt x="125844" y="65761"/>
                  </a:cubicBezTo>
                  <a:cubicBezTo>
                    <a:pt x="125893" y="66514"/>
                    <a:pt x="125942" y="67267"/>
                    <a:pt x="125992" y="68042"/>
                  </a:cubicBezTo>
                  <a:cubicBezTo>
                    <a:pt x="126057" y="69169"/>
                    <a:pt x="126057" y="69169"/>
                    <a:pt x="126123" y="70318"/>
                  </a:cubicBezTo>
                  <a:cubicBezTo>
                    <a:pt x="126249" y="70933"/>
                    <a:pt x="126374" y="71548"/>
                    <a:pt x="126504" y="72182"/>
                  </a:cubicBezTo>
                  <a:cubicBezTo>
                    <a:pt x="127241" y="72427"/>
                    <a:pt x="127977" y="72673"/>
                    <a:pt x="128736" y="72926"/>
                  </a:cubicBezTo>
                  <a:cubicBezTo>
                    <a:pt x="129039" y="74385"/>
                    <a:pt x="129039" y="74385"/>
                    <a:pt x="129108" y="76181"/>
                  </a:cubicBezTo>
                  <a:cubicBezTo>
                    <a:pt x="129222" y="79079"/>
                    <a:pt x="129706" y="79853"/>
                    <a:pt x="131713" y="81855"/>
                  </a:cubicBezTo>
                  <a:cubicBezTo>
                    <a:pt x="132041" y="83512"/>
                    <a:pt x="132041" y="83512"/>
                    <a:pt x="132131" y="85297"/>
                  </a:cubicBezTo>
                  <a:cubicBezTo>
                    <a:pt x="132194" y="87043"/>
                    <a:pt x="132194" y="87043"/>
                    <a:pt x="132457" y="88553"/>
                  </a:cubicBezTo>
                  <a:cubicBezTo>
                    <a:pt x="132948" y="88798"/>
                    <a:pt x="133439" y="89044"/>
                    <a:pt x="133945" y="89297"/>
                  </a:cubicBezTo>
                  <a:cubicBezTo>
                    <a:pt x="134208" y="91027"/>
                    <a:pt x="134275" y="92735"/>
                    <a:pt x="134361" y="94483"/>
                  </a:cubicBezTo>
                  <a:cubicBezTo>
                    <a:pt x="134469" y="94981"/>
                    <a:pt x="134578" y="95480"/>
                    <a:pt x="134689" y="95994"/>
                  </a:cubicBezTo>
                  <a:cubicBezTo>
                    <a:pt x="135426" y="96240"/>
                    <a:pt x="136163" y="96485"/>
                    <a:pt x="136922" y="96738"/>
                  </a:cubicBezTo>
                  <a:cubicBezTo>
                    <a:pt x="137224" y="98386"/>
                    <a:pt x="137224" y="98386"/>
                    <a:pt x="137294" y="100412"/>
                  </a:cubicBezTo>
                  <a:cubicBezTo>
                    <a:pt x="137316" y="102396"/>
                    <a:pt x="137316" y="102396"/>
                    <a:pt x="137666" y="104180"/>
                  </a:cubicBezTo>
                  <a:cubicBezTo>
                    <a:pt x="138403" y="104671"/>
                    <a:pt x="139139" y="105162"/>
                    <a:pt x="139898" y="105668"/>
                  </a:cubicBezTo>
                  <a:cubicBezTo>
                    <a:pt x="140055" y="107420"/>
                    <a:pt x="139895" y="109055"/>
                    <a:pt x="139759" y="110807"/>
                  </a:cubicBezTo>
                  <a:cubicBezTo>
                    <a:pt x="139805" y="111321"/>
                    <a:pt x="139851" y="111835"/>
                    <a:pt x="139898" y="112365"/>
                  </a:cubicBezTo>
                  <a:cubicBezTo>
                    <a:pt x="140635" y="112856"/>
                    <a:pt x="141372" y="113347"/>
                    <a:pt x="142131" y="113854"/>
                  </a:cubicBezTo>
                  <a:cubicBezTo>
                    <a:pt x="142512" y="115627"/>
                    <a:pt x="142512" y="115627"/>
                    <a:pt x="142642" y="117667"/>
                  </a:cubicBezTo>
                  <a:cubicBezTo>
                    <a:pt x="142716" y="118683"/>
                    <a:pt x="142716" y="118683"/>
                    <a:pt x="142791" y="119719"/>
                  </a:cubicBezTo>
                  <a:cubicBezTo>
                    <a:pt x="142832" y="120499"/>
                    <a:pt x="142832" y="120499"/>
                    <a:pt x="142875" y="121295"/>
                  </a:cubicBezTo>
                  <a:cubicBezTo>
                    <a:pt x="143612" y="121295"/>
                    <a:pt x="144348" y="121295"/>
                    <a:pt x="145107" y="121295"/>
                  </a:cubicBezTo>
                  <a:cubicBezTo>
                    <a:pt x="145149" y="122168"/>
                    <a:pt x="145149" y="122168"/>
                    <a:pt x="145192" y="123059"/>
                  </a:cubicBezTo>
                  <a:cubicBezTo>
                    <a:pt x="145265" y="124189"/>
                    <a:pt x="145265" y="124189"/>
                    <a:pt x="145340" y="125341"/>
                  </a:cubicBezTo>
                  <a:cubicBezTo>
                    <a:pt x="145405" y="126468"/>
                    <a:pt x="145405" y="126468"/>
                    <a:pt x="145471" y="127617"/>
                  </a:cubicBezTo>
                  <a:cubicBezTo>
                    <a:pt x="145596" y="128232"/>
                    <a:pt x="145722" y="128847"/>
                    <a:pt x="145852" y="129480"/>
                  </a:cubicBezTo>
                  <a:cubicBezTo>
                    <a:pt x="146588" y="129726"/>
                    <a:pt x="147325" y="129972"/>
                    <a:pt x="148084" y="130225"/>
                  </a:cubicBezTo>
                  <a:cubicBezTo>
                    <a:pt x="148084" y="131712"/>
                    <a:pt x="148076" y="133202"/>
                    <a:pt x="147944" y="134684"/>
                  </a:cubicBezTo>
                  <a:cubicBezTo>
                    <a:pt x="147931" y="136251"/>
                    <a:pt x="147931" y="136251"/>
                    <a:pt x="149151" y="137245"/>
                  </a:cubicBezTo>
                  <a:cubicBezTo>
                    <a:pt x="150725" y="138818"/>
                    <a:pt x="150784" y="140095"/>
                    <a:pt x="151107" y="142270"/>
                  </a:cubicBezTo>
                  <a:cubicBezTo>
                    <a:pt x="151368" y="144234"/>
                    <a:pt x="151368" y="144234"/>
                    <a:pt x="151805" y="145852"/>
                  </a:cubicBezTo>
                  <a:cubicBezTo>
                    <a:pt x="152296" y="145852"/>
                    <a:pt x="152787" y="145852"/>
                    <a:pt x="153293" y="145852"/>
                  </a:cubicBezTo>
                  <a:cubicBezTo>
                    <a:pt x="153335" y="146725"/>
                    <a:pt x="153335" y="146725"/>
                    <a:pt x="153377" y="147616"/>
                  </a:cubicBezTo>
                  <a:cubicBezTo>
                    <a:pt x="153451" y="148745"/>
                    <a:pt x="153451" y="148745"/>
                    <a:pt x="153526" y="149898"/>
                  </a:cubicBezTo>
                  <a:cubicBezTo>
                    <a:pt x="153590" y="151024"/>
                    <a:pt x="153590" y="151024"/>
                    <a:pt x="153656" y="152174"/>
                  </a:cubicBezTo>
                  <a:cubicBezTo>
                    <a:pt x="153782" y="152789"/>
                    <a:pt x="153908" y="153404"/>
                    <a:pt x="154037" y="154037"/>
                  </a:cubicBezTo>
                  <a:cubicBezTo>
                    <a:pt x="154774" y="154283"/>
                    <a:pt x="155511" y="154528"/>
                    <a:pt x="156270" y="154781"/>
                  </a:cubicBezTo>
                  <a:cubicBezTo>
                    <a:pt x="156488" y="156482"/>
                    <a:pt x="156488" y="156482"/>
                    <a:pt x="156409" y="158548"/>
                  </a:cubicBezTo>
                  <a:cubicBezTo>
                    <a:pt x="156379" y="159574"/>
                    <a:pt x="156379" y="159574"/>
                    <a:pt x="156348" y="160621"/>
                  </a:cubicBezTo>
                  <a:cubicBezTo>
                    <a:pt x="156322" y="161150"/>
                    <a:pt x="156296" y="161678"/>
                    <a:pt x="156270" y="162223"/>
                  </a:cubicBezTo>
                  <a:cubicBezTo>
                    <a:pt x="157006" y="162223"/>
                    <a:pt x="157743" y="162223"/>
                    <a:pt x="158502" y="162223"/>
                  </a:cubicBezTo>
                  <a:cubicBezTo>
                    <a:pt x="158748" y="165169"/>
                    <a:pt x="158993" y="168116"/>
                    <a:pt x="159246" y="171152"/>
                  </a:cubicBezTo>
                  <a:cubicBezTo>
                    <a:pt x="159983" y="171152"/>
                    <a:pt x="160720" y="171152"/>
                    <a:pt x="161479" y="171152"/>
                  </a:cubicBezTo>
                  <a:cubicBezTo>
                    <a:pt x="161520" y="171945"/>
                    <a:pt x="161520" y="171945"/>
                    <a:pt x="161563" y="172754"/>
                  </a:cubicBezTo>
                  <a:cubicBezTo>
                    <a:pt x="161612" y="173438"/>
                    <a:pt x="161661" y="174122"/>
                    <a:pt x="161711" y="174827"/>
                  </a:cubicBezTo>
                  <a:cubicBezTo>
                    <a:pt x="161776" y="175850"/>
                    <a:pt x="161776" y="175850"/>
                    <a:pt x="161842" y="176893"/>
                  </a:cubicBezTo>
                  <a:cubicBezTo>
                    <a:pt x="161968" y="177454"/>
                    <a:pt x="162093" y="178016"/>
                    <a:pt x="162223" y="178594"/>
                  </a:cubicBezTo>
                  <a:cubicBezTo>
                    <a:pt x="162959" y="178839"/>
                    <a:pt x="163696" y="179085"/>
                    <a:pt x="164455" y="179338"/>
                  </a:cubicBezTo>
                  <a:cubicBezTo>
                    <a:pt x="164784" y="181012"/>
                    <a:pt x="164784" y="181012"/>
                    <a:pt x="164874" y="183059"/>
                  </a:cubicBezTo>
                  <a:cubicBezTo>
                    <a:pt x="164936" y="185048"/>
                    <a:pt x="164936" y="185048"/>
                    <a:pt x="165199" y="186779"/>
                  </a:cubicBezTo>
                  <a:cubicBezTo>
                    <a:pt x="165690" y="187025"/>
                    <a:pt x="166181" y="187270"/>
                    <a:pt x="166688" y="187523"/>
                  </a:cubicBezTo>
                  <a:cubicBezTo>
                    <a:pt x="166951" y="189447"/>
                    <a:pt x="167018" y="191351"/>
                    <a:pt x="167103" y="193291"/>
                  </a:cubicBezTo>
                  <a:cubicBezTo>
                    <a:pt x="167212" y="193843"/>
                    <a:pt x="167320" y="194396"/>
                    <a:pt x="167432" y="194965"/>
                  </a:cubicBezTo>
                  <a:cubicBezTo>
                    <a:pt x="168168" y="195210"/>
                    <a:pt x="168905" y="195456"/>
                    <a:pt x="169664" y="195709"/>
                  </a:cubicBezTo>
                  <a:cubicBezTo>
                    <a:pt x="169966" y="197194"/>
                    <a:pt x="169966" y="197194"/>
                    <a:pt x="170036" y="199011"/>
                  </a:cubicBezTo>
                  <a:cubicBezTo>
                    <a:pt x="170060" y="200794"/>
                    <a:pt x="170060" y="200794"/>
                    <a:pt x="170408" y="202406"/>
                  </a:cubicBezTo>
                  <a:cubicBezTo>
                    <a:pt x="171145" y="202897"/>
                    <a:pt x="171882" y="203388"/>
                    <a:pt x="172641" y="203895"/>
                  </a:cubicBezTo>
                  <a:cubicBezTo>
                    <a:pt x="172859" y="205830"/>
                    <a:pt x="172859" y="205830"/>
                    <a:pt x="172780" y="208080"/>
                  </a:cubicBezTo>
                  <a:cubicBezTo>
                    <a:pt x="172750" y="209200"/>
                    <a:pt x="172750" y="209200"/>
                    <a:pt x="172719" y="210342"/>
                  </a:cubicBezTo>
                  <a:cubicBezTo>
                    <a:pt x="172693" y="210915"/>
                    <a:pt x="172667" y="211489"/>
                    <a:pt x="172641" y="212080"/>
                  </a:cubicBezTo>
                  <a:cubicBezTo>
                    <a:pt x="173377" y="212080"/>
                    <a:pt x="174114" y="212080"/>
                    <a:pt x="174873" y="212080"/>
                  </a:cubicBezTo>
                  <a:cubicBezTo>
                    <a:pt x="174901" y="212546"/>
                    <a:pt x="174929" y="213012"/>
                    <a:pt x="174957" y="213493"/>
                  </a:cubicBezTo>
                  <a:cubicBezTo>
                    <a:pt x="175006" y="214101"/>
                    <a:pt x="175055" y="214709"/>
                    <a:pt x="175106" y="215336"/>
                  </a:cubicBezTo>
                  <a:cubicBezTo>
                    <a:pt x="175170" y="216242"/>
                    <a:pt x="175170" y="216242"/>
                    <a:pt x="175236" y="217167"/>
                  </a:cubicBezTo>
                  <a:cubicBezTo>
                    <a:pt x="175491" y="219060"/>
                    <a:pt x="175491" y="219060"/>
                    <a:pt x="177850" y="220266"/>
                  </a:cubicBezTo>
                  <a:cubicBezTo>
                    <a:pt x="178188" y="222401"/>
                    <a:pt x="178224" y="224480"/>
                    <a:pt x="178291" y="226640"/>
                  </a:cubicBezTo>
                  <a:cubicBezTo>
                    <a:pt x="178391" y="227238"/>
                    <a:pt x="178491" y="227835"/>
                    <a:pt x="178594" y="228451"/>
                  </a:cubicBezTo>
                  <a:cubicBezTo>
                    <a:pt x="179330" y="228697"/>
                    <a:pt x="180067" y="228942"/>
                    <a:pt x="180826" y="229195"/>
                  </a:cubicBezTo>
                  <a:cubicBezTo>
                    <a:pt x="181149" y="230544"/>
                    <a:pt x="181149" y="230544"/>
                    <a:pt x="181152" y="232172"/>
                  </a:cubicBezTo>
                  <a:cubicBezTo>
                    <a:pt x="181166" y="232709"/>
                    <a:pt x="181181" y="233246"/>
                    <a:pt x="181195" y="233800"/>
                  </a:cubicBezTo>
                  <a:cubicBezTo>
                    <a:pt x="181074" y="234245"/>
                    <a:pt x="180952" y="234690"/>
                    <a:pt x="180826" y="235148"/>
                  </a:cubicBezTo>
                  <a:cubicBezTo>
                    <a:pt x="177769" y="236184"/>
                    <a:pt x="174616" y="235999"/>
                    <a:pt x="171426" y="235991"/>
                  </a:cubicBezTo>
                  <a:cubicBezTo>
                    <a:pt x="170496" y="235992"/>
                    <a:pt x="170496" y="235992"/>
                    <a:pt x="169547" y="235994"/>
                  </a:cubicBezTo>
                  <a:cubicBezTo>
                    <a:pt x="168240" y="235994"/>
                    <a:pt x="166933" y="235993"/>
                    <a:pt x="165625" y="235990"/>
                  </a:cubicBezTo>
                  <a:cubicBezTo>
                    <a:pt x="163620" y="235986"/>
                    <a:pt x="161615" y="235990"/>
                    <a:pt x="159609" y="235994"/>
                  </a:cubicBezTo>
                  <a:cubicBezTo>
                    <a:pt x="158339" y="235994"/>
                    <a:pt x="157069" y="235993"/>
                    <a:pt x="155799" y="235991"/>
                  </a:cubicBezTo>
                  <a:cubicBezTo>
                    <a:pt x="155197" y="235993"/>
                    <a:pt x="154596" y="235994"/>
                    <a:pt x="153976" y="235996"/>
                  </a:cubicBezTo>
                  <a:cubicBezTo>
                    <a:pt x="149743" y="235978"/>
                    <a:pt x="149743" y="235978"/>
                    <a:pt x="148084" y="235148"/>
                  </a:cubicBezTo>
                  <a:cubicBezTo>
                    <a:pt x="147781" y="233421"/>
                    <a:pt x="147530" y="231683"/>
                    <a:pt x="147340" y="229939"/>
                  </a:cubicBezTo>
                  <a:cubicBezTo>
                    <a:pt x="146603" y="229939"/>
                    <a:pt x="145866" y="229939"/>
                    <a:pt x="145107" y="229939"/>
                  </a:cubicBezTo>
                  <a:cubicBezTo>
                    <a:pt x="144862" y="226993"/>
                    <a:pt x="144616" y="224046"/>
                    <a:pt x="144363" y="221010"/>
                  </a:cubicBezTo>
                  <a:cubicBezTo>
                    <a:pt x="143627" y="221010"/>
                    <a:pt x="142890" y="221010"/>
                    <a:pt x="142131" y="221010"/>
                  </a:cubicBezTo>
                  <a:cubicBezTo>
                    <a:pt x="142094" y="220427"/>
                    <a:pt x="142058" y="219845"/>
                    <a:pt x="142020" y="219245"/>
                  </a:cubicBezTo>
                  <a:cubicBezTo>
                    <a:pt x="141937" y="218116"/>
                    <a:pt x="141937" y="218116"/>
                    <a:pt x="141852" y="216963"/>
                  </a:cubicBezTo>
                  <a:cubicBezTo>
                    <a:pt x="141774" y="215837"/>
                    <a:pt x="141774" y="215837"/>
                    <a:pt x="141695" y="214687"/>
                  </a:cubicBezTo>
                  <a:cubicBezTo>
                    <a:pt x="141593" y="214073"/>
                    <a:pt x="141491" y="213458"/>
                    <a:pt x="141387" y="212824"/>
                  </a:cubicBezTo>
                  <a:cubicBezTo>
                    <a:pt x="140896" y="212579"/>
                    <a:pt x="140404" y="212333"/>
                    <a:pt x="139898" y="212080"/>
                  </a:cubicBezTo>
                  <a:cubicBezTo>
                    <a:pt x="139634" y="210181"/>
                    <a:pt x="139568" y="208301"/>
                    <a:pt x="139483" y="206386"/>
                  </a:cubicBezTo>
                  <a:cubicBezTo>
                    <a:pt x="139374" y="205809"/>
                    <a:pt x="139266" y="205233"/>
                    <a:pt x="139154" y="204639"/>
                  </a:cubicBezTo>
                  <a:cubicBezTo>
                    <a:pt x="138418" y="204148"/>
                    <a:pt x="137681" y="203656"/>
                    <a:pt x="136922" y="203150"/>
                  </a:cubicBezTo>
                  <a:cubicBezTo>
                    <a:pt x="136541" y="201214"/>
                    <a:pt x="136541" y="201214"/>
                    <a:pt x="136410" y="198965"/>
                  </a:cubicBezTo>
                  <a:cubicBezTo>
                    <a:pt x="136337" y="197845"/>
                    <a:pt x="136337" y="197845"/>
                    <a:pt x="136262" y="196703"/>
                  </a:cubicBezTo>
                  <a:cubicBezTo>
                    <a:pt x="136220" y="195843"/>
                    <a:pt x="136220" y="195843"/>
                    <a:pt x="136178" y="194965"/>
                  </a:cubicBezTo>
                  <a:cubicBezTo>
                    <a:pt x="135441" y="194965"/>
                    <a:pt x="134704" y="194965"/>
                    <a:pt x="133945" y="194965"/>
                  </a:cubicBezTo>
                  <a:cubicBezTo>
                    <a:pt x="133909" y="194383"/>
                    <a:pt x="133872" y="193800"/>
                    <a:pt x="133835" y="193200"/>
                  </a:cubicBezTo>
                  <a:cubicBezTo>
                    <a:pt x="133751" y="192071"/>
                    <a:pt x="133751" y="192071"/>
                    <a:pt x="133666" y="190919"/>
                  </a:cubicBezTo>
                  <a:cubicBezTo>
                    <a:pt x="133589" y="189792"/>
                    <a:pt x="133589" y="189792"/>
                    <a:pt x="133509" y="188643"/>
                  </a:cubicBezTo>
                  <a:cubicBezTo>
                    <a:pt x="133408" y="188028"/>
                    <a:pt x="133306" y="187413"/>
                    <a:pt x="133201" y="186779"/>
                  </a:cubicBezTo>
                  <a:cubicBezTo>
                    <a:pt x="132710" y="186534"/>
                    <a:pt x="132219" y="186288"/>
                    <a:pt x="131713" y="186035"/>
                  </a:cubicBezTo>
                  <a:cubicBezTo>
                    <a:pt x="131405" y="184009"/>
                    <a:pt x="131405" y="184009"/>
                    <a:pt x="131248" y="181524"/>
                  </a:cubicBezTo>
                  <a:cubicBezTo>
                    <a:pt x="131164" y="180291"/>
                    <a:pt x="131164" y="180291"/>
                    <a:pt x="131079" y="179033"/>
                  </a:cubicBezTo>
                  <a:cubicBezTo>
                    <a:pt x="131043" y="178397"/>
                    <a:pt x="131006" y="177761"/>
                    <a:pt x="130969" y="177105"/>
                  </a:cubicBezTo>
                  <a:cubicBezTo>
                    <a:pt x="130232" y="177105"/>
                    <a:pt x="129495" y="177105"/>
                    <a:pt x="128736" y="177105"/>
                  </a:cubicBezTo>
                  <a:cubicBezTo>
                    <a:pt x="128695" y="176313"/>
                    <a:pt x="128695" y="176313"/>
                    <a:pt x="128652" y="175504"/>
                  </a:cubicBezTo>
                  <a:cubicBezTo>
                    <a:pt x="128603" y="174820"/>
                    <a:pt x="128554" y="174136"/>
                    <a:pt x="128504" y="173431"/>
                  </a:cubicBezTo>
                  <a:cubicBezTo>
                    <a:pt x="128439" y="172408"/>
                    <a:pt x="128439" y="172408"/>
                    <a:pt x="128373" y="171365"/>
                  </a:cubicBezTo>
                  <a:cubicBezTo>
                    <a:pt x="128247" y="170803"/>
                    <a:pt x="128122" y="170242"/>
                    <a:pt x="127992" y="169664"/>
                  </a:cubicBezTo>
                  <a:cubicBezTo>
                    <a:pt x="127255" y="169418"/>
                    <a:pt x="126519" y="169173"/>
                    <a:pt x="125760" y="168920"/>
                  </a:cubicBezTo>
                  <a:cubicBezTo>
                    <a:pt x="126005" y="167201"/>
                    <a:pt x="126251" y="165482"/>
                    <a:pt x="126504" y="163711"/>
                  </a:cubicBezTo>
                  <a:cubicBezTo>
                    <a:pt x="101947" y="163711"/>
                    <a:pt x="77391" y="163711"/>
                    <a:pt x="52090" y="163711"/>
                  </a:cubicBezTo>
                  <a:cubicBezTo>
                    <a:pt x="52090" y="165921"/>
                    <a:pt x="52090" y="168131"/>
                    <a:pt x="52090" y="170408"/>
                  </a:cubicBezTo>
                  <a:cubicBezTo>
                    <a:pt x="51599" y="170408"/>
                    <a:pt x="51108" y="170408"/>
                    <a:pt x="50602" y="170408"/>
                  </a:cubicBezTo>
                  <a:cubicBezTo>
                    <a:pt x="49378" y="172856"/>
                    <a:pt x="49560" y="175567"/>
                    <a:pt x="49395" y="178271"/>
                  </a:cubicBezTo>
                  <a:cubicBezTo>
                    <a:pt x="49302" y="178869"/>
                    <a:pt x="49209" y="179466"/>
                    <a:pt x="49113" y="180082"/>
                  </a:cubicBezTo>
                  <a:cubicBezTo>
                    <a:pt x="48622" y="180328"/>
                    <a:pt x="48131" y="180573"/>
                    <a:pt x="47625" y="180826"/>
                  </a:cubicBezTo>
                  <a:cubicBezTo>
                    <a:pt x="47360" y="183137"/>
                    <a:pt x="47294" y="185432"/>
                    <a:pt x="47209" y="187756"/>
                  </a:cubicBezTo>
                  <a:cubicBezTo>
                    <a:pt x="47101" y="188416"/>
                    <a:pt x="46993" y="189076"/>
                    <a:pt x="46881" y="189756"/>
                  </a:cubicBezTo>
                  <a:cubicBezTo>
                    <a:pt x="46144" y="190001"/>
                    <a:pt x="45407" y="190247"/>
                    <a:pt x="44648" y="190500"/>
                  </a:cubicBezTo>
                  <a:cubicBezTo>
                    <a:pt x="44210" y="192419"/>
                    <a:pt x="44210" y="192419"/>
                    <a:pt x="44137" y="194639"/>
                  </a:cubicBezTo>
                  <a:cubicBezTo>
                    <a:pt x="44088" y="195392"/>
                    <a:pt x="44039" y="196145"/>
                    <a:pt x="43989" y="196921"/>
                  </a:cubicBezTo>
                  <a:cubicBezTo>
                    <a:pt x="43961" y="197503"/>
                    <a:pt x="43933" y="198086"/>
                    <a:pt x="43904" y="198686"/>
                  </a:cubicBezTo>
                  <a:cubicBezTo>
                    <a:pt x="43413" y="198686"/>
                    <a:pt x="42922" y="198686"/>
                    <a:pt x="42416" y="198686"/>
                  </a:cubicBezTo>
                  <a:cubicBezTo>
                    <a:pt x="42326" y="199321"/>
                    <a:pt x="42236" y="199957"/>
                    <a:pt x="42143" y="200613"/>
                  </a:cubicBezTo>
                  <a:cubicBezTo>
                    <a:pt x="42018" y="201435"/>
                    <a:pt x="41893" y="202257"/>
                    <a:pt x="41765" y="203104"/>
                  </a:cubicBezTo>
                  <a:cubicBezTo>
                    <a:pt x="41644" y="203924"/>
                    <a:pt x="41523" y="204744"/>
                    <a:pt x="41399" y="205589"/>
                  </a:cubicBezTo>
                  <a:cubicBezTo>
                    <a:pt x="41243" y="206258"/>
                    <a:pt x="41088" y="206926"/>
                    <a:pt x="40928" y="207615"/>
                  </a:cubicBezTo>
                  <a:cubicBezTo>
                    <a:pt x="40437" y="207861"/>
                    <a:pt x="39945" y="208106"/>
                    <a:pt x="39439" y="208359"/>
                  </a:cubicBezTo>
                  <a:cubicBezTo>
                    <a:pt x="39174" y="210670"/>
                    <a:pt x="39109" y="212965"/>
                    <a:pt x="39024" y="215289"/>
                  </a:cubicBezTo>
                  <a:cubicBezTo>
                    <a:pt x="38915" y="215949"/>
                    <a:pt x="38807" y="216609"/>
                    <a:pt x="38695" y="217289"/>
                  </a:cubicBezTo>
                  <a:cubicBezTo>
                    <a:pt x="37959" y="217535"/>
                    <a:pt x="37222" y="217780"/>
                    <a:pt x="36463" y="218033"/>
                  </a:cubicBezTo>
                  <a:cubicBezTo>
                    <a:pt x="36024" y="220124"/>
                    <a:pt x="36024" y="220124"/>
                    <a:pt x="35951" y="222545"/>
                  </a:cubicBezTo>
                  <a:cubicBezTo>
                    <a:pt x="35878" y="223778"/>
                    <a:pt x="35878" y="223778"/>
                    <a:pt x="35803" y="225036"/>
                  </a:cubicBezTo>
                  <a:cubicBezTo>
                    <a:pt x="35761" y="225990"/>
                    <a:pt x="35761" y="225990"/>
                    <a:pt x="35719" y="226963"/>
                  </a:cubicBezTo>
                  <a:cubicBezTo>
                    <a:pt x="35228" y="226963"/>
                    <a:pt x="34736" y="226963"/>
                    <a:pt x="34230" y="226963"/>
                  </a:cubicBezTo>
                  <a:cubicBezTo>
                    <a:pt x="33154" y="229116"/>
                    <a:pt x="33280" y="231279"/>
                    <a:pt x="33169" y="233663"/>
                  </a:cubicBezTo>
                  <a:cubicBezTo>
                    <a:pt x="33028" y="234153"/>
                    <a:pt x="32887" y="234643"/>
                    <a:pt x="32742" y="235148"/>
                  </a:cubicBezTo>
                  <a:cubicBezTo>
                    <a:pt x="29989" y="236238"/>
                    <a:pt x="26987" y="236000"/>
                    <a:pt x="24071" y="235991"/>
                  </a:cubicBezTo>
                  <a:cubicBezTo>
                    <a:pt x="23248" y="235992"/>
                    <a:pt x="23248" y="235992"/>
                    <a:pt x="22409" y="235994"/>
                  </a:cubicBezTo>
                  <a:cubicBezTo>
                    <a:pt x="21251" y="235994"/>
                    <a:pt x="20094" y="235993"/>
                    <a:pt x="18936" y="235990"/>
                  </a:cubicBezTo>
                  <a:cubicBezTo>
                    <a:pt x="17171" y="235986"/>
                    <a:pt x="15405" y="235990"/>
                    <a:pt x="13640" y="235994"/>
                  </a:cubicBezTo>
                  <a:cubicBezTo>
                    <a:pt x="12513" y="235994"/>
                    <a:pt x="11385" y="235993"/>
                    <a:pt x="10258" y="235991"/>
                  </a:cubicBezTo>
                  <a:cubicBezTo>
                    <a:pt x="9471" y="235994"/>
                    <a:pt x="9471" y="235994"/>
                    <a:pt x="8668" y="235996"/>
                  </a:cubicBezTo>
                  <a:cubicBezTo>
                    <a:pt x="3228" y="235970"/>
                    <a:pt x="3228" y="235970"/>
                    <a:pt x="744" y="235148"/>
                  </a:cubicBezTo>
                  <a:cubicBezTo>
                    <a:pt x="140" y="232869"/>
                    <a:pt x="140" y="232869"/>
                    <a:pt x="0" y="230684"/>
                  </a:cubicBezTo>
                  <a:cubicBezTo>
                    <a:pt x="737" y="230929"/>
                    <a:pt x="1473" y="231175"/>
                    <a:pt x="2232" y="231428"/>
                  </a:cubicBezTo>
                  <a:cubicBezTo>
                    <a:pt x="2260" y="230845"/>
                    <a:pt x="2288" y="230263"/>
                    <a:pt x="2317" y="229663"/>
                  </a:cubicBezTo>
                  <a:cubicBezTo>
                    <a:pt x="2366" y="228910"/>
                    <a:pt x="2415" y="228157"/>
                    <a:pt x="2465" y="227381"/>
                  </a:cubicBezTo>
                  <a:cubicBezTo>
                    <a:pt x="2530" y="226255"/>
                    <a:pt x="2530" y="226255"/>
                    <a:pt x="2596" y="225105"/>
                  </a:cubicBezTo>
                  <a:cubicBezTo>
                    <a:pt x="2784" y="224183"/>
                    <a:pt x="2784" y="224183"/>
                    <a:pt x="2977" y="223242"/>
                  </a:cubicBezTo>
                  <a:cubicBezTo>
                    <a:pt x="3713" y="222997"/>
                    <a:pt x="4450" y="222751"/>
                    <a:pt x="5209" y="222498"/>
                  </a:cubicBezTo>
                  <a:cubicBezTo>
                    <a:pt x="5592" y="220430"/>
                    <a:pt x="5592" y="220430"/>
                    <a:pt x="5628" y="218033"/>
                  </a:cubicBezTo>
                  <a:cubicBezTo>
                    <a:pt x="5723" y="215568"/>
                    <a:pt x="5723" y="215568"/>
                    <a:pt x="5953" y="213568"/>
                  </a:cubicBezTo>
                  <a:cubicBezTo>
                    <a:pt x="6444" y="213323"/>
                    <a:pt x="6935" y="213077"/>
                    <a:pt x="7441" y="212824"/>
                  </a:cubicBezTo>
                  <a:cubicBezTo>
                    <a:pt x="7705" y="210901"/>
                    <a:pt x="7772" y="208996"/>
                    <a:pt x="7857" y="207057"/>
                  </a:cubicBezTo>
                  <a:cubicBezTo>
                    <a:pt x="7965" y="206505"/>
                    <a:pt x="8074" y="205952"/>
                    <a:pt x="8186" y="205383"/>
                  </a:cubicBezTo>
                  <a:cubicBezTo>
                    <a:pt x="8922" y="205137"/>
                    <a:pt x="9659" y="204892"/>
                    <a:pt x="10418" y="204639"/>
                  </a:cubicBezTo>
                  <a:cubicBezTo>
                    <a:pt x="10772" y="202569"/>
                    <a:pt x="10772" y="202569"/>
                    <a:pt x="10790" y="200174"/>
                  </a:cubicBezTo>
                  <a:cubicBezTo>
                    <a:pt x="10860" y="197709"/>
                    <a:pt x="10860" y="197709"/>
                    <a:pt x="11162" y="195709"/>
                  </a:cubicBezTo>
                  <a:cubicBezTo>
                    <a:pt x="11899" y="195463"/>
                    <a:pt x="12636" y="195218"/>
                    <a:pt x="13395" y="194965"/>
                  </a:cubicBezTo>
                  <a:cubicBezTo>
                    <a:pt x="13775" y="193411"/>
                    <a:pt x="13775" y="193411"/>
                    <a:pt x="13813" y="191616"/>
                  </a:cubicBezTo>
                  <a:cubicBezTo>
                    <a:pt x="13909" y="189779"/>
                    <a:pt x="13909" y="189779"/>
                    <a:pt x="14139" y="188268"/>
                  </a:cubicBezTo>
                  <a:cubicBezTo>
                    <a:pt x="14630" y="188022"/>
                    <a:pt x="15121" y="187776"/>
                    <a:pt x="15627" y="187523"/>
                  </a:cubicBezTo>
                  <a:cubicBezTo>
                    <a:pt x="15892" y="185406"/>
                    <a:pt x="15957" y="183306"/>
                    <a:pt x="16043" y="181175"/>
                  </a:cubicBezTo>
                  <a:cubicBezTo>
                    <a:pt x="16151" y="180569"/>
                    <a:pt x="16259" y="179962"/>
                    <a:pt x="16371" y="179338"/>
                  </a:cubicBezTo>
                  <a:cubicBezTo>
                    <a:pt x="17108" y="179092"/>
                    <a:pt x="17844" y="178847"/>
                    <a:pt x="18604" y="178594"/>
                  </a:cubicBezTo>
                  <a:cubicBezTo>
                    <a:pt x="19041" y="176846"/>
                    <a:pt x="19041" y="176846"/>
                    <a:pt x="19115" y="174827"/>
                  </a:cubicBezTo>
                  <a:cubicBezTo>
                    <a:pt x="19164" y="174143"/>
                    <a:pt x="19213" y="173459"/>
                    <a:pt x="19263" y="172754"/>
                  </a:cubicBezTo>
                  <a:cubicBezTo>
                    <a:pt x="19291" y="172225"/>
                    <a:pt x="19319" y="171697"/>
                    <a:pt x="19348" y="171152"/>
                  </a:cubicBezTo>
                  <a:cubicBezTo>
                    <a:pt x="20084" y="171152"/>
                    <a:pt x="20821" y="171152"/>
                    <a:pt x="21580" y="171152"/>
                  </a:cubicBezTo>
                  <a:cubicBezTo>
                    <a:pt x="21826" y="167960"/>
                    <a:pt x="22071" y="164768"/>
                    <a:pt x="22324" y="161478"/>
                  </a:cubicBezTo>
                  <a:cubicBezTo>
                    <a:pt x="23061" y="161478"/>
                    <a:pt x="23798" y="161478"/>
                    <a:pt x="24557" y="161478"/>
                  </a:cubicBezTo>
                  <a:cubicBezTo>
                    <a:pt x="24557" y="158777"/>
                    <a:pt x="24557" y="156076"/>
                    <a:pt x="24557" y="153293"/>
                  </a:cubicBezTo>
                  <a:cubicBezTo>
                    <a:pt x="25293" y="153293"/>
                    <a:pt x="26030" y="153293"/>
                    <a:pt x="26789" y="153293"/>
                  </a:cubicBezTo>
                  <a:cubicBezTo>
                    <a:pt x="26817" y="152657"/>
                    <a:pt x="26845" y="152021"/>
                    <a:pt x="26873" y="151366"/>
                  </a:cubicBezTo>
                  <a:cubicBezTo>
                    <a:pt x="26947" y="150133"/>
                    <a:pt x="26947" y="150133"/>
                    <a:pt x="27022" y="148875"/>
                  </a:cubicBezTo>
                  <a:cubicBezTo>
                    <a:pt x="27086" y="147644"/>
                    <a:pt x="27086" y="147644"/>
                    <a:pt x="27152" y="146389"/>
                  </a:cubicBezTo>
                  <a:cubicBezTo>
                    <a:pt x="27278" y="145721"/>
                    <a:pt x="27404" y="145052"/>
                    <a:pt x="27533" y="144363"/>
                  </a:cubicBezTo>
                  <a:cubicBezTo>
                    <a:pt x="28270" y="144118"/>
                    <a:pt x="29007" y="143872"/>
                    <a:pt x="29766" y="143619"/>
                  </a:cubicBezTo>
                  <a:cubicBezTo>
                    <a:pt x="30148" y="141722"/>
                    <a:pt x="30148" y="141722"/>
                    <a:pt x="30184" y="139526"/>
                  </a:cubicBezTo>
                  <a:cubicBezTo>
                    <a:pt x="30280" y="137271"/>
                    <a:pt x="30280" y="137271"/>
                    <a:pt x="30510" y="135434"/>
                  </a:cubicBezTo>
                  <a:cubicBezTo>
                    <a:pt x="31001" y="135188"/>
                    <a:pt x="31492" y="134942"/>
                    <a:pt x="31998" y="134689"/>
                  </a:cubicBezTo>
                  <a:cubicBezTo>
                    <a:pt x="32552" y="132696"/>
                    <a:pt x="32745" y="131039"/>
                    <a:pt x="32649" y="128969"/>
                  </a:cubicBezTo>
                  <a:cubicBezTo>
                    <a:pt x="32680" y="128401"/>
                    <a:pt x="32711" y="127833"/>
                    <a:pt x="32742" y="127248"/>
                  </a:cubicBezTo>
                  <a:cubicBezTo>
                    <a:pt x="33479" y="126757"/>
                    <a:pt x="34216" y="126266"/>
                    <a:pt x="34975" y="125760"/>
                  </a:cubicBezTo>
                  <a:cubicBezTo>
                    <a:pt x="35409" y="123784"/>
                    <a:pt x="35409" y="123784"/>
                    <a:pt x="35486" y="121574"/>
                  </a:cubicBezTo>
                  <a:cubicBezTo>
                    <a:pt x="35560" y="120455"/>
                    <a:pt x="35560" y="120455"/>
                    <a:pt x="35634" y="119312"/>
                  </a:cubicBezTo>
                  <a:cubicBezTo>
                    <a:pt x="35676" y="118452"/>
                    <a:pt x="35676" y="118452"/>
                    <a:pt x="35719" y="117574"/>
                  </a:cubicBezTo>
                  <a:cubicBezTo>
                    <a:pt x="36455" y="117574"/>
                    <a:pt x="37192" y="117574"/>
                    <a:pt x="37951" y="117574"/>
                  </a:cubicBezTo>
                  <a:cubicBezTo>
                    <a:pt x="38197" y="114873"/>
                    <a:pt x="38442" y="112172"/>
                    <a:pt x="38695" y="109389"/>
                  </a:cubicBezTo>
                  <a:cubicBezTo>
                    <a:pt x="39432" y="109389"/>
                    <a:pt x="40169" y="109389"/>
                    <a:pt x="40928" y="109389"/>
                  </a:cubicBezTo>
                  <a:cubicBezTo>
                    <a:pt x="40902" y="108815"/>
                    <a:pt x="40876" y="108241"/>
                    <a:pt x="40849" y="107650"/>
                  </a:cubicBezTo>
                  <a:cubicBezTo>
                    <a:pt x="40829" y="106904"/>
                    <a:pt x="40809" y="106158"/>
                    <a:pt x="40788" y="105389"/>
                  </a:cubicBezTo>
                  <a:cubicBezTo>
                    <a:pt x="40762" y="104646"/>
                    <a:pt x="40736" y="103904"/>
                    <a:pt x="40710" y="103139"/>
                  </a:cubicBezTo>
                  <a:cubicBezTo>
                    <a:pt x="40818" y="102181"/>
                    <a:pt x="40818" y="102181"/>
                    <a:pt x="40928" y="101203"/>
                  </a:cubicBezTo>
                  <a:cubicBezTo>
                    <a:pt x="41664" y="100712"/>
                    <a:pt x="42401" y="100221"/>
                    <a:pt x="43160" y="99715"/>
                  </a:cubicBezTo>
                  <a:cubicBezTo>
                    <a:pt x="43496" y="97772"/>
                    <a:pt x="43534" y="95891"/>
                    <a:pt x="43602" y="93922"/>
                  </a:cubicBezTo>
                  <a:cubicBezTo>
                    <a:pt x="43702" y="93378"/>
                    <a:pt x="43802" y="92834"/>
                    <a:pt x="43904" y="92273"/>
                  </a:cubicBezTo>
                  <a:cubicBezTo>
                    <a:pt x="44641" y="92028"/>
                    <a:pt x="45378" y="91782"/>
                    <a:pt x="46137" y="91529"/>
                  </a:cubicBezTo>
                  <a:cubicBezTo>
                    <a:pt x="46491" y="89657"/>
                    <a:pt x="46491" y="89657"/>
                    <a:pt x="46509" y="87483"/>
                  </a:cubicBezTo>
                  <a:cubicBezTo>
                    <a:pt x="46579" y="85254"/>
                    <a:pt x="46579" y="85254"/>
                    <a:pt x="46881" y="83344"/>
                  </a:cubicBezTo>
                  <a:cubicBezTo>
                    <a:pt x="47986" y="82607"/>
                    <a:pt x="47986" y="82607"/>
                    <a:pt x="49113" y="81855"/>
                  </a:cubicBezTo>
                  <a:cubicBezTo>
                    <a:pt x="49300" y="80259"/>
                    <a:pt x="49300" y="80259"/>
                    <a:pt x="49113" y="78507"/>
                  </a:cubicBezTo>
                  <a:cubicBezTo>
                    <a:pt x="48974" y="76716"/>
                    <a:pt x="48974" y="76716"/>
                    <a:pt x="49113" y="75158"/>
                  </a:cubicBezTo>
                  <a:cubicBezTo>
                    <a:pt x="49850" y="74667"/>
                    <a:pt x="50587" y="74176"/>
                    <a:pt x="51346" y="73670"/>
                  </a:cubicBezTo>
                  <a:cubicBezTo>
                    <a:pt x="51780" y="71694"/>
                    <a:pt x="51780" y="71694"/>
                    <a:pt x="51857" y="69484"/>
                  </a:cubicBezTo>
                  <a:cubicBezTo>
                    <a:pt x="51906" y="68738"/>
                    <a:pt x="51955" y="67992"/>
                    <a:pt x="52006" y="67223"/>
                  </a:cubicBezTo>
                  <a:cubicBezTo>
                    <a:pt x="52033" y="66649"/>
                    <a:pt x="52061" y="66075"/>
                    <a:pt x="52090" y="65484"/>
                  </a:cubicBezTo>
                  <a:cubicBezTo>
                    <a:pt x="53072" y="65484"/>
                    <a:pt x="54054" y="65484"/>
                    <a:pt x="55066" y="65484"/>
                  </a:cubicBezTo>
                  <a:cubicBezTo>
                    <a:pt x="55028" y="64556"/>
                    <a:pt x="55028" y="64556"/>
                    <a:pt x="54988" y="63609"/>
                  </a:cubicBezTo>
                  <a:cubicBezTo>
                    <a:pt x="54968" y="62801"/>
                    <a:pt x="54948" y="61992"/>
                    <a:pt x="54927" y="61159"/>
                  </a:cubicBezTo>
                  <a:cubicBezTo>
                    <a:pt x="54901" y="60356"/>
                    <a:pt x="54875" y="59553"/>
                    <a:pt x="54848" y="58726"/>
                  </a:cubicBezTo>
                  <a:cubicBezTo>
                    <a:pt x="55097" y="56252"/>
                    <a:pt x="55529" y="55911"/>
                    <a:pt x="57299" y="54322"/>
                  </a:cubicBezTo>
                  <a:cubicBezTo>
                    <a:pt x="57299" y="53447"/>
                    <a:pt x="57299" y="52573"/>
                    <a:pt x="57299" y="51671"/>
                  </a:cubicBezTo>
                  <a:cubicBezTo>
                    <a:pt x="57299" y="50827"/>
                    <a:pt x="57299" y="49983"/>
                    <a:pt x="57299" y="49113"/>
                  </a:cubicBezTo>
                  <a:cubicBezTo>
                    <a:pt x="58036" y="48622"/>
                    <a:pt x="58772" y="48131"/>
                    <a:pt x="59531" y="47625"/>
                  </a:cubicBezTo>
                  <a:cubicBezTo>
                    <a:pt x="59871" y="45297"/>
                    <a:pt x="59906" y="43020"/>
                    <a:pt x="59973" y="40669"/>
                  </a:cubicBezTo>
                  <a:cubicBezTo>
                    <a:pt x="60073" y="40018"/>
                    <a:pt x="60173" y="39366"/>
                    <a:pt x="60275" y="38695"/>
                  </a:cubicBezTo>
                  <a:cubicBezTo>
                    <a:pt x="61012" y="38450"/>
                    <a:pt x="61749" y="38204"/>
                    <a:pt x="62508" y="37951"/>
                  </a:cubicBezTo>
                  <a:cubicBezTo>
                    <a:pt x="62889" y="36398"/>
                    <a:pt x="62889" y="36398"/>
                    <a:pt x="62926" y="34603"/>
                  </a:cubicBezTo>
                  <a:cubicBezTo>
                    <a:pt x="63022" y="32765"/>
                    <a:pt x="63022" y="32765"/>
                    <a:pt x="63252" y="31254"/>
                  </a:cubicBezTo>
                  <a:cubicBezTo>
                    <a:pt x="63743" y="31008"/>
                    <a:pt x="64234" y="30763"/>
                    <a:pt x="64740" y="30510"/>
                  </a:cubicBezTo>
                  <a:cubicBezTo>
                    <a:pt x="65190" y="28404"/>
                    <a:pt x="65454" y="26296"/>
                    <a:pt x="65737" y="24161"/>
                  </a:cubicBezTo>
                  <a:cubicBezTo>
                    <a:pt x="65980" y="23252"/>
                    <a:pt x="65980" y="23252"/>
                    <a:pt x="66229" y="22324"/>
                  </a:cubicBezTo>
                  <a:cubicBezTo>
                    <a:pt x="66965" y="22079"/>
                    <a:pt x="67702" y="21833"/>
                    <a:pt x="68461" y="21580"/>
                  </a:cubicBezTo>
                  <a:cubicBezTo>
                    <a:pt x="68734" y="19823"/>
                    <a:pt x="68734" y="19823"/>
                    <a:pt x="68600" y="17813"/>
                  </a:cubicBezTo>
                  <a:cubicBezTo>
                    <a:pt x="68580" y="17129"/>
                    <a:pt x="68560" y="16445"/>
                    <a:pt x="68539" y="15740"/>
                  </a:cubicBezTo>
                  <a:cubicBezTo>
                    <a:pt x="68501" y="14948"/>
                    <a:pt x="68501" y="14948"/>
                    <a:pt x="68461" y="14139"/>
                  </a:cubicBezTo>
                  <a:cubicBezTo>
                    <a:pt x="69198" y="14139"/>
                    <a:pt x="69934" y="14139"/>
                    <a:pt x="70693" y="14139"/>
                  </a:cubicBezTo>
                  <a:cubicBezTo>
                    <a:pt x="71062" y="9350"/>
                    <a:pt x="71062" y="9350"/>
                    <a:pt x="71438" y="4465"/>
                  </a:cubicBezTo>
                  <a:cubicBezTo>
                    <a:pt x="72174" y="4465"/>
                    <a:pt x="72911" y="4465"/>
                    <a:pt x="73670" y="4465"/>
                  </a:cubicBezTo>
                  <a:cubicBezTo>
                    <a:pt x="73915" y="2991"/>
                    <a:pt x="74161" y="1518"/>
                    <a:pt x="74414" y="0"/>
                  </a:cubicBezTo>
                  <a:close/>
                </a:path>
              </a:pathLst>
            </a:custGeom>
            <a:grpFill/>
            <a:ln w="744" cap="flat">
              <a:noFill/>
              <a:prstDash val="solid"/>
              <a:miter/>
            </a:ln>
          </p:spPr>
          <p:txBody>
            <a:bodyPr rtlCol="0" anchor="ctr"/>
            <a:lstStyle/>
            <a:p>
              <a:endParaRPr lang="zh-CN" altLang="en-US"/>
            </a:p>
          </p:txBody>
        </p:sp>
        <p:sp>
          <p:nvSpPr>
            <p:cNvPr id="184" name="任意多边形: 形状 183"/>
            <p:cNvSpPr/>
            <p:nvPr/>
          </p:nvSpPr>
          <p:spPr>
            <a:xfrm>
              <a:off x="10160359" y="1393725"/>
              <a:ext cx="180526" cy="236846"/>
            </a:xfrm>
            <a:custGeom>
              <a:avLst/>
              <a:gdLst>
                <a:gd name="connsiteX0" fmla="*/ 88001 w 180527"/>
                <a:gd name="connsiteY0" fmla="*/ 40997 h 236840"/>
                <a:gd name="connsiteX1" fmla="*/ 87257 w 180527"/>
                <a:gd name="connsiteY1" fmla="*/ 41741 h 236840"/>
                <a:gd name="connsiteX2" fmla="*/ 87350 w 180527"/>
                <a:gd name="connsiteY2" fmla="*/ 45741 h 236840"/>
                <a:gd name="connsiteX3" fmla="*/ 87257 w 180527"/>
                <a:gd name="connsiteY3" fmla="*/ 49927 h 236840"/>
                <a:gd name="connsiteX4" fmla="*/ 85025 w 180527"/>
                <a:gd name="connsiteY4" fmla="*/ 52159 h 236840"/>
                <a:gd name="connsiteX5" fmla="*/ 85071 w 180527"/>
                <a:gd name="connsiteY5" fmla="*/ 57089 h 236840"/>
                <a:gd name="connsiteX6" fmla="*/ 85025 w 180527"/>
                <a:gd name="connsiteY6" fmla="*/ 61833 h 236840"/>
                <a:gd name="connsiteX7" fmla="*/ 83536 w 180527"/>
                <a:gd name="connsiteY7" fmla="*/ 62222 h 236840"/>
                <a:gd name="connsiteX8" fmla="*/ 82048 w 180527"/>
                <a:gd name="connsiteY8" fmla="*/ 62577 h 236840"/>
                <a:gd name="connsiteX9" fmla="*/ 81836 w 180527"/>
                <a:gd name="connsiteY9" fmla="*/ 64577 h 236840"/>
                <a:gd name="connsiteX10" fmla="*/ 82048 w 180527"/>
                <a:gd name="connsiteY10" fmla="*/ 71507 h 236840"/>
                <a:gd name="connsiteX11" fmla="*/ 79816 w 180527"/>
                <a:gd name="connsiteY11" fmla="*/ 72251 h 236840"/>
                <a:gd name="connsiteX12" fmla="*/ 79513 w 180527"/>
                <a:gd name="connsiteY12" fmla="*/ 74062 h 236840"/>
                <a:gd name="connsiteX13" fmla="*/ 79071 w 180527"/>
                <a:gd name="connsiteY13" fmla="*/ 80436 h 236840"/>
                <a:gd name="connsiteX14" fmla="*/ 76839 w 180527"/>
                <a:gd name="connsiteY14" fmla="*/ 81925 h 236840"/>
                <a:gd name="connsiteX15" fmla="*/ 76537 w 180527"/>
                <a:gd name="connsiteY15" fmla="*/ 83619 h 236840"/>
                <a:gd name="connsiteX16" fmla="*/ 76095 w 180527"/>
                <a:gd name="connsiteY16" fmla="*/ 89366 h 236840"/>
                <a:gd name="connsiteX17" fmla="*/ 73862 w 180527"/>
                <a:gd name="connsiteY17" fmla="*/ 91599 h 236840"/>
                <a:gd name="connsiteX18" fmla="*/ 73909 w 180527"/>
                <a:gd name="connsiteY18" fmla="*/ 94994 h 236840"/>
                <a:gd name="connsiteX19" fmla="*/ 73862 w 180527"/>
                <a:gd name="connsiteY19" fmla="*/ 98296 h 236840"/>
                <a:gd name="connsiteX20" fmla="*/ 70886 w 180527"/>
                <a:gd name="connsiteY20" fmla="*/ 99784 h 236840"/>
                <a:gd name="connsiteX21" fmla="*/ 70674 w 180527"/>
                <a:gd name="connsiteY21" fmla="*/ 101694 h 236840"/>
                <a:gd name="connsiteX22" fmla="*/ 70886 w 180527"/>
                <a:gd name="connsiteY22" fmla="*/ 107970 h 236840"/>
                <a:gd name="connsiteX23" fmla="*/ 68653 w 180527"/>
                <a:gd name="connsiteY23" fmla="*/ 108714 h 236840"/>
                <a:gd name="connsiteX24" fmla="*/ 68435 w 180527"/>
                <a:gd name="connsiteY24" fmla="*/ 110414 h 236840"/>
                <a:gd name="connsiteX25" fmla="*/ 68514 w 180527"/>
                <a:gd name="connsiteY25" fmla="*/ 112481 h 236840"/>
                <a:gd name="connsiteX26" fmla="*/ 68575 w 180527"/>
                <a:gd name="connsiteY26" fmla="*/ 114554 h 236840"/>
                <a:gd name="connsiteX27" fmla="*/ 68653 w 180527"/>
                <a:gd name="connsiteY27" fmla="*/ 116155 h 236840"/>
                <a:gd name="connsiteX28" fmla="*/ 66421 w 180527"/>
                <a:gd name="connsiteY28" fmla="*/ 116155 h 236840"/>
                <a:gd name="connsiteX29" fmla="*/ 65770 w 180527"/>
                <a:gd name="connsiteY29" fmla="*/ 121411 h 236840"/>
                <a:gd name="connsiteX30" fmla="*/ 65677 w 180527"/>
                <a:gd name="connsiteY30" fmla="*/ 125085 h 236840"/>
                <a:gd name="connsiteX31" fmla="*/ 63444 w 180527"/>
                <a:gd name="connsiteY31" fmla="*/ 125829 h 236840"/>
                <a:gd name="connsiteX32" fmla="*/ 62738 w 180527"/>
                <a:gd name="connsiteY32" fmla="*/ 127692 h 236840"/>
                <a:gd name="connsiteX33" fmla="*/ 62189 w 180527"/>
                <a:gd name="connsiteY33" fmla="*/ 129968 h 236840"/>
                <a:gd name="connsiteX34" fmla="*/ 61212 w 180527"/>
                <a:gd name="connsiteY34" fmla="*/ 134015 h 236840"/>
                <a:gd name="connsiteX35" fmla="*/ 80486 w 180527"/>
                <a:gd name="connsiteY35" fmla="*/ 134051 h 236840"/>
                <a:gd name="connsiteX36" fmla="*/ 90301 w 180527"/>
                <a:gd name="connsiteY36" fmla="*/ 134066 h 236840"/>
                <a:gd name="connsiteX37" fmla="*/ 99928 w 180527"/>
                <a:gd name="connsiteY37" fmla="*/ 134084 h 236840"/>
                <a:gd name="connsiteX38" fmla="*/ 103579 w 180527"/>
                <a:gd name="connsiteY38" fmla="*/ 134087 h 236840"/>
                <a:gd name="connsiteX39" fmla="*/ 108857 w 180527"/>
                <a:gd name="connsiteY39" fmla="*/ 134099 h 236840"/>
                <a:gd name="connsiteX40" fmla="*/ 110463 w 180527"/>
                <a:gd name="connsiteY40" fmla="*/ 134099 h 236840"/>
                <a:gd name="connsiteX41" fmla="*/ 113382 w 180527"/>
                <a:gd name="connsiteY41" fmla="*/ 134104 h 236840"/>
                <a:gd name="connsiteX42" fmla="*/ 116278 w 180527"/>
                <a:gd name="connsiteY42" fmla="*/ 133270 h 236840"/>
                <a:gd name="connsiteX43" fmla="*/ 116104 w 180527"/>
                <a:gd name="connsiteY43" fmla="*/ 131570 h 236840"/>
                <a:gd name="connsiteX44" fmla="*/ 115720 w 180527"/>
                <a:gd name="connsiteY44" fmla="*/ 129503 h 236840"/>
                <a:gd name="connsiteX45" fmla="*/ 114790 w 180527"/>
                <a:gd name="connsiteY45" fmla="*/ 125829 h 236840"/>
                <a:gd name="connsiteX46" fmla="*/ 112558 w 180527"/>
                <a:gd name="connsiteY46" fmla="*/ 125829 h 236840"/>
                <a:gd name="connsiteX47" fmla="*/ 112584 w 180527"/>
                <a:gd name="connsiteY47" fmla="*/ 124091 h 236840"/>
                <a:gd name="connsiteX48" fmla="*/ 112604 w 180527"/>
                <a:gd name="connsiteY48" fmla="*/ 121829 h 236840"/>
                <a:gd name="connsiteX49" fmla="*/ 111814 w 180527"/>
                <a:gd name="connsiteY49" fmla="*/ 116155 h 236840"/>
                <a:gd name="connsiteX50" fmla="*/ 109581 w 180527"/>
                <a:gd name="connsiteY50" fmla="*/ 116155 h 236840"/>
                <a:gd name="connsiteX51" fmla="*/ 109660 w 180527"/>
                <a:gd name="connsiteY51" fmla="*/ 114742 h 236840"/>
                <a:gd name="connsiteX52" fmla="*/ 109721 w 180527"/>
                <a:gd name="connsiteY52" fmla="*/ 112900 h 236840"/>
                <a:gd name="connsiteX53" fmla="*/ 109581 w 180527"/>
                <a:gd name="connsiteY53" fmla="*/ 109458 h 236840"/>
                <a:gd name="connsiteX54" fmla="*/ 107349 w 180527"/>
                <a:gd name="connsiteY54" fmla="*/ 107970 h 236840"/>
                <a:gd name="connsiteX55" fmla="*/ 106977 w 180527"/>
                <a:gd name="connsiteY55" fmla="*/ 103830 h 236840"/>
                <a:gd name="connsiteX56" fmla="*/ 106605 w 180527"/>
                <a:gd name="connsiteY56" fmla="*/ 99784 h 236840"/>
                <a:gd name="connsiteX57" fmla="*/ 104372 w 180527"/>
                <a:gd name="connsiteY57" fmla="*/ 99040 h 236840"/>
                <a:gd name="connsiteX58" fmla="*/ 104180 w 180527"/>
                <a:gd name="connsiteY58" fmla="*/ 97581 h 236840"/>
                <a:gd name="connsiteX59" fmla="*/ 103628 w 180527"/>
                <a:gd name="connsiteY59" fmla="*/ 90110 h 236840"/>
                <a:gd name="connsiteX60" fmla="*/ 102140 w 180527"/>
                <a:gd name="connsiteY60" fmla="*/ 89366 h 236840"/>
                <a:gd name="connsiteX61" fmla="*/ 101861 w 180527"/>
                <a:gd name="connsiteY61" fmla="*/ 85645 h 236840"/>
                <a:gd name="connsiteX62" fmla="*/ 101396 w 180527"/>
                <a:gd name="connsiteY62" fmla="*/ 81925 h 236840"/>
                <a:gd name="connsiteX63" fmla="*/ 98419 w 180527"/>
                <a:gd name="connsiteY63" fmla="*/ 81181 h 236840"/>
                <a:gd name="connsiteX64" fmla="*/ 98207 w 180527"/>
                <a:gd name="connsiteY64" fmla="*/ 79181 h 236840"/>
                <a:gd name="connsiteX65" fmla="*/ 98419 w 180527"/>
                <a:gd name="connsiteY65" fmla="*/ 72251 h 236840"/>
                <a:gd name="connsiteX66" fmla="*/ 96187 w 180527"/>
                <a:gd name="connsiteY66" fmla="*/ 71507 h 236840"/>
                <a:gd name="connsiteX67" fmla="*/ 96233 w 180527"/>
                <a:gd name="connsiteY67" fmla="*/ 68205 h 236840"/>
                <a:gd name="connsiteX68" fmla="*/ 96187 w 180527"/>
                <a:gd name="connsiteY68" fmla="*/ 64809 h 236840"/>
                <a:gd name="connsiteX69" fmla="*/ 93210 w 180527"/>
                <a:gd name="connsiteY69" fmla="*/ 63321 h 236840"/>
                <a:gd name="connsiteX70" fmla="*/ 92998 w 180527"/>
                <a:gd name="connsiteY70" fmla="*/ 61249 h 236840"/>
                <a:gd name="connsiteX71" fmla="*/ 93210 w 180527"/>
                <a:gd name="connsiteY71" fmla="*/ 54392 h 236840"/>
                <a:gd name="connsiteX72" fmla="*/ 90978 w 180527"/>
                <a:gd name="connsiteY72" fmla="*/ 53647 h 236840"/>
                <a:gd name="connsiteX73" fmla="*/ 90675 w 180527"/>
                <a:gd name="connsiteY73" fmla="*/ 51563 h 236840"/>
                <a:gd name="connsiteX74" fmla="*/ 88001 w 180527"/>
                <a:gd name="connsiteY74" fmla="*/ 40997 h 236840"/>
                <a:gd name="connsiteX75" fmla="*/ 99017 w 180527"/>
                <a:gd name="connsiteY75" fmla="*/ 1 h 236840"/>
                <a:gd name="connsiteX76" fmla="*/ 103610 w 180527"/>
                <a:gd name="connsiteY76" fmla="*/ 760 h 236840"/>
                <a:gd name="connsiteX77" fmla="*/ 104856 w 180527"/>
                <a:gd name="connsiteY77" fmla="*/ 5942 h 236840"/>
                <a:gd name="connsiteX78" fmla="*/ 105098 w 180527"/>
                <a:gd name="connsiteY78" fmla="*/ 7457 h 236840"/>
                <a:gd name="connsiteX79" fmla="*/ 106587 w 180527"/>
                <a:gd name="connsiteY79" fmla="*/ 8201 h 236840"/>
                <a:gd name="connsiteX80" fmla="*/ 107002 w 180527"/>
                <a:gd name="connsiteY80" fmla="*/ 13387 h 236840"/>
                <a:gd name="connsiteX81" fmla="*/ 107331 w 180527"/>
                <a:gd name="connsiteY81" fmla="*/ 14899 h 236840"/>
                <a:gd name="connsiteX82" fmla="*/ 109563 w 180527"/>
                <a:gd name="connsiteY82" fmla="*/ 15643 h 236840"/>
                <a:gd name="connsiteX83" fmla="*/ 110005 w 180527"/>
                <a:gd name="connsiteY83" fmla="*/ 21410 h 236840"/>
                <a:gd name="connsiteX84" fmla="*/ 110307 w 180527"/>
                <a:gd name="connsiteY84" fmla="*/ 23084 h 236840"/>
                <a:gd name="connsiteX85" fmla="*/ 112540 w 180527"/>
                <a:gd name="connsiteY85" fmla="*/ 23828 h 236840"/>
                <a:gd name="connsiteX86" fmla="*/ 112400 w 180527"/>
                <a:gd name="connsiteY86" fmla="*/ 28869 h 236840"/>
                <a:gd name="connsiteX87" fmla="*/ 114772 w 180527"/>
                <a:gd name="connsiteY87" fmla="*/ 32758 h 236840"/>
                <a:gd name="connsiteX88" fmla="*/ 115284 w 180527"/>
                <a:gd name="connsiteY88" fmla="*/ 36618 h 236840"/>
                <a:gd name="connsiteX89" fmla="*/ 115432 w 180527"/>
                <a:gd name="connsiteY89" fmla="*/ 38650 h 236840"/>
                <a:gd name="connsiteX90" fmla="*/ 115516 w 180527"/>
                <a:gd name="connsiteY90" fmla="*/ 40199 h 236840"/>
                <a:gd name="connsiteX91" fmla="*/ 117749 w 180527"/>
                <a:gd name="connsiteY91" fmla="*/ 40199 h 236840"/>
                <a:gd name="connsiteX92" fmla="*/ 117833 w 180527"/>
                <a:gd name="connsiteY92" fmla="*/ 41964 h 236840"/>
                <a:gd name="connsiteX93" fmla="*/ 117981 w 180527"/>
                <a:gd name="connsiteY93" fmla="*/ 44246 h 236840"/>
                <a:gd name="connsiteX94" fmla="*/ 118112 w 180527"/>
                <a:gd name="connsiteY94" fmla="*/ 46522 h 236840"/>
                <a:gd name="connsiteX95" fmla="*/ 118493 w 180527"/>
                <a:gd name="connsiteY95" fmla="*/ 48385 h 236840"/>
                <a:gd name="connsiteX96" fmla="*/ 120725 w 180527"/>
                <a:gd name="connsiteY96" fmla="*/ 49129 h 236840"/>
                <a:gd name="connsiteX97" fmla="*/ 120865 w 180527"/>
                <a:gd name="connsiteY97" fmla="*/ 52896 h 236840"/>
                <a:gd name="connsiteX98" fmla="*/ 120804 w 180527"/>
                <a:gd name="connsiteY98" fmla="*/ 54969 h 236840"/>
                <a:gd name="connsiteX99" fmla="*/ 120725 w 180527"/>
                <a:gd name="connsiteY99" fmla="*/ 56570 h 236840"/>
                <a:gd name="connsiteX100" fmla="*/ 122958 w 180527"/>
                <a:gd name="connsiteY100" fmla="*/ 56570 h 236840"/>
                <a:gd name="connsiteX101" fmla="*/ 124446 w 180527"/>
                <a:gd name="connsiteY101" fmla="*/ 64756 h 236840"/>
                <a:gd name="connsiteX102" fmla="*/ 125934 w 180527"/>
                <a:gd name="connsiteY102" fmla="*/ 64756 h 236840"/>
                <a:gd name="connsiteX103" fmla="*/ 126018 w 180527"/>
                <a:gd name="connsiteY103" fmla="*/ 66520 h 236840"/>
                <a:gd name="connsiteX104" fmla="*/ 126167 w 180527"/>
                <a:gd name="connsiteY104" fmla="*/ 68802 h 236840"/>
                <a:gd name="connsiteX105" fmla="*/ 126298 w 180527"/>
                <a:gd name="connsiteY105" fmla="*/ 71078 h 236840"/>
                <a:gd name="connsiteX106" fmla="*/ 126678 w 180527"/>
                <a:gd name="connsiteY106" fmla="*/ 72942 h 236840"/>
                <a:gd name="connsiteX107" fmla="*/ 128911 w 180527"/>
                <a:gd name="connsiteY107" fmla="*/ 73686 h 236840"/>
                <a:gd name="connsiteX108" fmla="*/ 129329 w 180527"/>
                <a:gd name="connsiteY108" fmla="*/ 77034 h 236840"/>
                <a:gd name="connsiteX109" fmla="*/ 129655 w 180527"/>
                <a:gd name="connsiteY109" fmla="*/ 80383 h 236840"/>
                <a:gd name="connsiteX110" fmla="*/ 131143 w 180527"/>
                <a:gd name="connsiteY110" fmla="*/ 81127 h 236840"/>
                <a:gd name="connsiteX111" fmla="*/ 131608 w 180527"/>
                <a:gd name="connsiteY111" fmla="*/ 85638 h 236840"/>
                <a:gd name="connsiteX112" fmla="*/ 131777 w 180527"/>
                <a:gd name="connsiteY112" fmla="*/ 88130 h 236840"/>
                <a:gd name="connsiteX113" fmla="*/ 131887 w 180527"/>
                <a:gd name="connsiteY113" fmla="*/ 90057 h 236840"/>
                <a:gd name="connsiteX114" fmla="*/ 134120 w 180527"/>
                <a:gd name="connsiteY114" fmla="*/ 90057 h 236840"/>
                <a:gd name="connsiteX115" fmla="*/ 134120 w 180527"/>
                <a:gd name="connsiteY115" fmla="*/ 97498 h 236840"/>
                <a:gd name="connsiteX116" fmla="*/ 137096 w 180527"/>
                <a:gd name="connsiteY116" fmla="*/ 97498 h 236840"/>
                <a:gd name="connsiteX117" fmla="*/ 137207 w 180527"/>
                <a:gd name="connsiteY117" fmla="*/ 99263 h 236840"/>
                <a:gd name="connsiteX118" fmla="*/ 137375 w 180527"/>
                <a:gd name="connsiteY118" fmla="*/ 101544 h 236840"/>
                <a:gd name="connsiteX119" fmla="*/ 137532 w 180527"/>
                <a:gd name="connsiteY119" fmla="*/ 103820 h 236840"/>
                <a:gd name="connsiteX120" fmla="*/ 137840 w 180527"/>
                <a:gd name="connsiteY120" fmla="*/ 105684 h 236840"/>
                <a:gd name="connsiteX121" fmla="*/ 139329 w 180527"/>
                <a:gd name="connsiteY121" fmla="*/ 106428 h 236840"/>
                <a:gd name="connsiteX122" fmla="*/ 139744 w 180527"/>
                <a:gd name="connsiteY122" fmla="*/ 112195 h 236840"/>
                <a:gd name="connsiteX123" fmla="*/ 140073 w 180527"/>
                <a:gd name="connsiteY123" fmla="*/ 113869 h 236840"/>
                <a:gd name="connsiteX124" fmla="*/ 142305 w 180527"/>
                <a:gd name="connsiteY124" fmla="*/ 114613 h 236840"/>
                <a:gd name="connsiteX125" fmla="*/ 142747 w 180527"/>
                <a:gd name="connsiteY125" fmla="*/ 119799 h 236840"/>
                <a:gd name="connsiteX126" fmla="*/ 143049 w 180527"/>
                <a:gd name="connsiteY126" fmla="*/ 121311 h 236840"/>
                <a:gd name="connsiteX127" fmla="*/ 145282 w 180527"/>
                <a:gd name="connsiteY127" fmla="*/ 122055 h 236840"/>
                <a:gd name="connsiteX128" fmla="*/ 145700 w 180527"/>
                <a:gd name="connsiteY128" fmla="*/ 126148 h 236840"/>
                <a:gd name="connsiteX129" fmla="*/ 146026 w 180527"/>
                <a:gd name="connsiteY129" fmla="*/ 130240 h 236840"/>
                <a:gd name="connsiteX130" fmla="*/ 147514 w 180527"/>
                <a:gd name="connsiteY130" fmla="*/ 130985 h 236840"/>
                <a:gd name="connsiteX131" fmla="*/ 147930 w 180527"/>
                <a:gd name="connsiteY131" fmla="*/ 136098 h 236840"/>
                <a:gd name="connsiteX132" fmla="*/ 150491 w 180527"/>
                <a:gd name="connsiteY132" fmla="*/ 139170 h 236840"/>
                <a:gd name="connsiteX133" fmla="*/ 150933 w 180527"/>
                <a:gd name="connsiteY133" fmla="*/ 144382 h 236840"/>
                <a:gd name="connsiteX134" fmla="*/ 151235 w 180527"/>
                <a:gd name="connsiteY134" fmla="*/ 145867 h 236840"/>
                <a:gd name="connsiteX135" fmla="*/ 153467 w 180527"/>
                <a:gd name="connsiteY135" fmla="*/ 146611 h 236840"/>
                <a:gd name="connsiteX136" fmla="*/ 153328 w 180527"/>
                <a:gd name="connsiteY136" fmla="*/ 151652 h 236840"/>
                <a:gd name="connsiteX137" fmla="*/ 155700 w 180527"/>
                <a:gd name="connsiteY137" fmla="*/ 155541 h 236840"/>
                <a:gd name="connsiteX138" fmla="*/ 156490 w 180527"/>
                <a:gd name="connsiteY138" fmla="*/ 159401 h 236840"/>
                <a:gd name="connsiteX139" fmla="*/ 157188 w 180527"/>
                <a:gd name="connsiteY139" fmla="*/ 162983 h 236840"/>
                <a:gd name="connsiteX140" fmla="*/ 158676 w 180527"/>
                <a:gd name="connsiteY140" fmla="*/ 162983 h 236840"/>
                <a:gd name="connsiteX141" fmla="*/ 158761 w 180527"/>
                <a:gd name="connsiteY141" fmla="*/ 164747 h 236840"/>
                <a:gd name="connsiteX142" fmla="*/ 158909 w 180527"/>
                <a:gd name="connsiteY142" fmla="*/ 167029 h 236840"/>
                <a:gd name="connsiteX143" fmla="*/ 159040 w 180527"/>
                <a:gd name="connsiteY143" fmla="*/ 169305 h 236840"/>
                <a:gd name="connsiteX144" fmla="*/ 159421 w 180527"/>
                <a:gd name="connsiteY144" fmla="*/ 171168 h 236840"/>
                <a:gd name="connsiteX145" fmla="*/ 161653 w 180527"/>
                <a:gd name="connsiteY145" fmla="*/ 171912 h 236840"/>
                <a:gd name="connsiteX146" fmla="*/ 162072 w 180527"/>
                <a:gd name="connsiteY146" fmla="*/ 175633 h 236840"/>
                <a:gd name="connsiteX147" fmla="*/ 162397 w 180527"/>
                <a:gd name="connsiteY147" fmla="*/ 179354 h 236840"/>
                <a:gd name="connsiteX148" fmla="*/ 163885 w 180527"/>
                <a:gd name="connsiteY148" fmla="*/ 180098 h 236840"/>
                <a:gd name="connsiteX149" fmla="*/ 164955 w 180527"/>
                <a:gd name="connsiteY149" fmla="*/ 185938 h 236840"/>
                <a:gd name="connsiteX150" fmla="*/ 165374 w 180527"/>
                <a:gd name="connsiteY150" fmla="*/ 187539 h 236840"/>
                <a:gd name="connsiteX151" fmla="*/ 166862 w 180527"/>
                <a:gd name="connsiteY151" fmla="*/ 187539 h 236840"/>
                <a:gd name="connsiteX152" fmla="*/ 166946 w 180527"/>
                <a:gd name="connsiteY152" fmla="*/ 189304 h 236840"/>
                <a:gd name="connsiteX153" fmla="*/ 167094 w 180527"/>
                <a:gd name="connsiteY153" fmla="*/ 191585 h 236840"/>
                <a:gd name="connsiteX154" fmla="*/ 167225 w 180527"/>
                <a:gd name="connsiteY154" fmla="*/ 193861 h 236840"/>
                <a:gd name="connsiteX155" fmla="*/ 167606 w 180527"/>
                <a:gd name="connsiteY155" fmla="*/ 195725 h 236840"/>
                <a:gd name="connsiteX156" fmla="*/ 169838 w 180527"/>
                <a:gd name="connsiteY156" fmla="*/ 196469 h 236840"/>
                <a:gd name="connsiteX157" fmla="*/ 170257 w 180527"/>
                <a:gd name="connsiteY157" fmla="*/ 200190 h 236840"/>
                <a:gd name="connsiteX158" fmla="*/ 170583 w 180527"/>
                <a:gd name="connsiteY158" fmla="*/ 203910 h 236840"/>
                <a:gd name="connsiteX159" fmla="*/ 172071 w 180527"/>
                <a:gd name="connsiteY159" fmla="*/ 204654 h 236840"/>
                <a:gd name="connsiteX160" fmla="*/ 172536 w 180527"/>
                <a:gd name="connsiteY160" fmla="*/ 208794 h 236840"/>
                <a:gd name="connsiteX161" fmla="*/ 172705 w 180527"/>
                <a:gd name="connsiteY161" fmla="*/ 211076 h 236840"/>
                <a:gd name="connsiteX162" fmla="*/ 172815 w 180527"/>
                <a:gd name="connsiteY162" fmla="*/ 212840 h 236840"/>
                <a:gd name="connsiteX163" fmla="*/ 175047 w 180527"/>
                <a:gd name="connsiteY163" fmla="*/ 212840 h 236840"/>
                <a:gd name="connsiteX164" fmla="*/ 175792 w 180527"/>
                <a:gd name="connsiteY164" fmla="*/ 220281 h 236840"/>
                <a:gd name="connsiteX165" fmla="*/ 178024 w 180527"/>
                <a:gd name="connsiteY165" fmla="*/ 220281 h 236840"/>
                <a:gd name="connsiteX166" fmla="*/ 178134 w 180527"/>
                <a:gd name="connsiteY166" fmla="*/ 222209 h 236840"/>
                <a:gd name="connsiteX167" fmla="*/ 178303 w 180527"/>
                <a:gd name="connsiteY167" fmla="*/ 224700 h 236840"/>
                <a:gd name="connsiteX168" fmla="*/ 178460 w 180527"/>
                <a:gd name="connsiteY168" fmla="*/ 227185 h 236840"/>
                <a:gd name="connsiteX169" fmla="*/ 178768 w 180527"/>
                <a:gd name="connsiteY169" fmla="*/ 229211 h 236840"/>
                <a:gd name="connsiteX170" fmla="*/ 180256 w 180527"/>
                <a:gd name="connsiteY170" fmla="*/ 229955 h 236840"/>
                <a:gd name="connsiteX171" fmla="*/ 180489 w 180527"/>
                <a:gd name="connsiteY171" fmla="*/ 232932 h 236840"/>
                <a:gd name="connsiteX172" fmla="*/ 180527 w 180527"/>
                <a:gd name="connsiteY172" fmla="*/ 234560 h 236840"/>
                <a:gd name="connsiteX173" fmla="*/ 180256 w 180527"/>
                <a:gd name="connsiteY173" fmla="*/ 235908 h 236840"/>
                <a:gd name="connsiteX174" fmla="*/ 171673 w 180527"/>
                <a:gd name="connsiteY174" fmla="*/ 236751 h 236840"/>
                <a:gd name="connsiteX175" fmla="*/ 169791 w 180527"/>
                <a:gd name="connsiteY175" fmla="*/ 236753 h 236840"/>
                <a:gd name="connsiteX176" fmla="*/ 165856 w 180527"/>
                <a:gd name="connsiteY176" fmla="*/ 236749 h 236840"/>
                <a:gd name="connsiteX177" fmla="*/ 159820 w 180527"/>
                <a:gd name="connsiteY177" fmla="*/ 236754 h 236840"/>
                <a:gd name="connsiteX178" fmla="*/ 155999 w 180527"/>
                <a:gd name="connsiteY178" fmla="*/ 236751 h 236840"/>
                <a:gd name="connsiteX179" fmla="*/ 154169 w 180527"/>
                <a:gd name="connsiteY179" fmla="*/ 236756 h 236840"/>
                <a:gd name="connsiteX180" fmla="*/ 148258 w 180527"/>
                <a:gd name="connsiteY180" fmla="*/ 235908 h 236840"/>
                <a:gd name="connsiteX181" fmla="*/ 146770 w 180527"/>
                <a:gd name="connsiteY181" fmla="*/ 231443 h 236840"/>
                <a:gd name="connsiteX182" fmla="*/ 145282 w 180527"/>
                <a:gd name="connsiteY182" fmla="*/ 230699 h 236840"/>
                <a:gd name="connsiteX183" fmla="*/ 144910 w 180527"/>
                <a:gd name="connsiteY183" fmla="*/ 227397 h 236840"/>
                <a:gd name="connsiteX184" fmla="*/ 143049 w 180527"/>
                <a:gd name="connsiteY184" fmla="*/ 222514 h 236840"/>
                <a:gd name="connsiteX185" fmla="*/ 142305 w 180527"/>
                <a:gd name="connsiteY185" fmla="*/ 222514 h 236840"/>
                <a:gd name="connsiteX186" fmla="*/ 142221 w 180527"/>
                <a:gd name="connsiteY186" fmla="*/ 220613 h 236840"/>
                <a:gd name="connsiteX187" fmla="*/ 142073 w 180527"/>
                <a:gd name="connsiteY187" fmla="*/ 218142 h 236840"/>
                <a:gd name="connsiteX188" fmla="*/ 141942 w 180527"/>
                <a:gd name="connsiteY188" fmla="*/ 215683 h 236840"/>
                <a:gd name="connsiteX189" fmla="*/ 141561 w 180527"/>
                <a:gd name="connsiteY189" fmla="*/ 213584 h 236840"/>
                <a:gd name="connsiteX190" fmla="*/ 139329 w 180527"/>
                <a:gd name="connsiteY190" fmla="*/ 212096 h 236840"/>
                <a:gd name="connsiteX191" fmla="*/ 139468 w 180527"/>
                <a:gd name="connsiteY191" fmla="*/ 207611 h 236840"/>
                <a:gd name="connsiteX192" fmla="*/ 138244 w 180527"/>
                <a:gd name="connsiteY192" fmla="*/ 205102 h 236840"/>
                <a:gd name="connsiteX193" fmla="*/ 136585 w 180527"/>
                <a:gd name="connsiteY193" fmla="*/ 199678 h 236840"/>
                <a:gd name="connsiteX194" fmla="*/ 136436 w 180527"/>
                <a:gd name="connsiteY194" fmla="*/ 197437 h 236840"/>
                <a:gd name="connsiteX195" fmla="*/ 136352 w 180527"/>
                <a:gd name="connsiteY195" fmla="*/ 195725 h 236840"/>
                <a:gd name="connsiteX196" fmla="*/ 134120 w 180527"/>
                <a:gd name="connsiteY196" fmla="*/ 195725 h 236840"/>
                <a:gd name="connsiteX197" fmla="*/ 134035 w 180527"/>
                <a:gd name="connsiteY197" fmla="*/ 193960 h 236840"/>
                <a:gd name="connsiteX198" fmla="*/ 133887 w 180527"/>
                <a:gd name="connsiteY198" fmla="*/ 191678 h 236840"/>
                <a:gd name="connsiteX199" fmla="*/ 133756 w 180527"/>
                <a:gd name="connsiteY199" fmla="*/ 189402 h 236840"/>
                <a:gd name="connsiteX200" fmla="*/ 133376 w 180527"/>
                <a:gd name="connsiteY200" fmla="*/ 187539 h 236840"/>
                <a:gd name="connsiteX201" fmla="*/ 131143 w 180527"/>
                <a:gd name="connsiteY201" fmla="*/ 186795 h 236840"/>
                <a:gd name="connsiteX202" fmla="*/ 131004 w 180527"/>
                <a:gd name="connsiteY202" fmla="*/ 182284 h 236840"/>
                <a:gd name="connsiteX203" fmla="*/ 131065 w 180527"/>
                <a:gd name="connsiteY203" fmla="*/ 179793 h 236840"/>
                <a:gd name="connsiteX204" fmla="*/ 131143 w 180527"/>
                <a:gd name="connsiteY204" fmla="*/ 177865 h 236840"/>
                <a:gd name="connsiteX205" fmla="*/ 128911 w 180527"/>
                <a:gd name="connsiteY205" fmla="*/ 177865 h 236840"/>
                <a:gd name="connsiteX206" fmla="*/ 128167 w 180527"/>
                <a:gd name="connsiteY206" fmla="*/ 169680 h 236840"/>
                <a:gd name="connsiteX207" fmla="*/ 125934 w 180527"/>
                <a:gd name="connsiteY207" fmla="*/ 169680 h 236840"/>
                <a:gd name="connsiteX208" fmla="*/ 125934 w 180527"/>
                <a:gd name="connsiteY208" fmla="*/ 165215 h 236840"/>
                <a:gd name="connsiteX209" fmla="*/ 52264 w 180527"/>
                <a:gd name="connsiteY209" fmla="*/ 165215 h 236840"/>
                <a:gd name="connsiteX210" fmla="*/ 52264 w 180527"/>
                <a:gd name="connsiteY210" fmla="*/ 171168 h 236840"/>
                <a:gd name="connsiteX211" fmla="*/ 50032 w 180527"/>
                <a:gd name="connsiteY211" fmla="*/ 171912 h 236840"/>
                <a:gd name="connsiteX212" fmla="*/ 49613 w 180527"/>
                <a:gd name="connsiteY212" fmla="*/ 176377 h 236840"/>
                <a:gd name="connsiteX213" fmla="*/ 49288 w 180527"/>
                <a:gd name="connsiteY213" fmla="*/ 180842 h 236840"/>
                <a:gd name="connsiteX214" fmla="*/ 47799 w 180527"/>
                <a:gd name="connsiteY214" fmla="*/ 181586 h 236840"/>
                <a:gd name="connsiteX215" fmla="*/ 46962 w 180527"/>
                <a:gd name="connsiteY215" fmla="*/ 186097 h 236840"/>
                <a:gd name="connsiteX216" fmla="*/ 46584 w 180527"/>
                <a:gd name="connsiteY216" fmla="*/ 188589 h 236840"/>
                <a:gd name="connsiteX217" fmla="*/ 46311 w 180527"/>
                <a:gd name="connsiteY217" fmla="*/ 190516 h 236840"/>
                <a:gd name="connsiteX218" fmla="*/ 44079 w 180527"/>
                <a:gd name="connsiteY218" fmla="*/ 190516 h 236840"/>
                <a:gd name="connsiteX219" fmla="*/ 44079 w 180527"/>
                <a:gd name="connsiteY219" fmla="*/ 199445 h 236840"/>
                <a:gd name="connsiteX220" fmla="*/ 42590 w 180527"/>
                <a:gd name="connsiteY220" fmla="*/ 199445 h 236840"/>
                <a:gd name="connsiteX221" fmla="*/ 41428 w 180527"/>
                <a:gd name="connsiteY221" fmla="*/ 204747 h 236840"/>
                <a:gd name="connsiteX222" fmla="*/ 41239 w 180527"/>
                <a:gd name="connsiteY222" fmla="*/ 206800 h 236840"/>
                <a:gd name="connsiteX223" fmla="*/ 41102 w 180527"/>
                <a:gd name="connsiteY223" fmla="*/ 208375 h 236840"/>
                <a:gd name="connsiteX224" fmla="*/ 38870 w 180527"/>
                <a:gd name="connsiteY224" fmla="*/ 208375 h 236840"/>
                <a:gd name="connsiteX225" fmla="*/ 38126 w 180527"/>
                <a:gd name="connsiteY225" fmla="*/ 218049 h 236840"/>
                <a:gd name="connsiteX226" fmla="*/ 35893 w 180527"/>
                <a:gd name="connsiteY226" fmla="*/ 218049 h 236840"/>
                <a:gd name="connsiteX227" fmla="*/ 35972 w 180527"/>
                <a:gd name="connsiteY227" fmla="*/ 220139 h 236840"/>
                <a:gd name="connsiteX228" fmla="*/ 36033 w 180527"/>
                <a:gd name="connsiteY228" fmla="*/ 222839 h 236840"/>
                <a:gd name="connsiteX229" fmla="*/ 36111 w 180527"/>
                <a:gd name="connsiteY229" fmla="*/ 225534 h 236840"/>
                <a:gd name="connsiteX230" fmla="*/ 35893 w 180527"/>
                <a:gd name="connsiteY230" fmla="*/ 227723 h 236840"/>
                <a:gd name="connsiteX231" fmla="*/ 33661 w 180527"/>
                <a:gd name="connsiteY231" fmla="*/ 228467 h 236840"/>
                <a:gd name="connsiteX232" fmla="*/ 33292 w 180527"/>
                <a:gd name="connsiteY232" fmla="*/ 234234 h 236840"/>
                <a:gd name="connsiteX233" fmla="*/ 32917 w 180527"/>
                <a:gd name="connsiteY233" fmla="*/ 235908 h 236840"/>
                <a:gd name="connsiteX234" fmla="*/ 24083 w 180527"/>
                <a:gd name="connsiteY234" fmla="*/ 236777 h 236840"/>
                <a:gd name="connsiteX235" fmla="*/ 22371 w 180527"/>
                <a:gd name="connsiteY235" fmla="*/ 236785 h 236840"/>
                <a:gd name="connsiteX236" fmla="*/ 18792 w 180527"/>
                <a:gd name="connsiteY236" fmla="*/ 236790 h 236840"/>
                <a:gd name="connsiteX237" fmla="*/ 13335 w 180527"/>
                <a:gd name="connsiteY237" fmla="*/ 236820 h 236840"/>
                <a:gd name="connsiteX238" fmla="*/ 9851 w 180527"/>
                <a:gd name="connsiteY238" fmla="*/ 236824 h 236840"/>
                <a:gd name="connsiteX239" fmla="*/ 8211 w 180527"/>
                <a:gd name="connsiteY239" fmla="*/ 236840 h 236840"/>
                <a:gd name="connsiteX240" fmla="*/ 174 w 180527"/>
                <a:gd name="connsiteY240" fmla="*/ 235164 h 236840"/>
                <a:gd name="connsiteX241" fmla="*/ 174 w 180527"/>
                <a:gd name="connsiteY241" fmla="*/ 231443 h 236840"/>
                <a:gd name="connsiteX242" fmla="*/ 1663 w 180527"/>
                <a:gd name="connsiteY242" fmla="*/ 231443 h 236840"/>
                <a:gd name="connsiteX243" fmla="*/ 2660 w 180527"/>
                <a:gd name="connsiteY243" fmla="*/ 225775 h 236840"/>
                <a:gd name="connsiteX244" fmla="*/ 5383 w 180527"/>
                <a:gd name="connsiteY244" fmla="*/ 222514 h 236840"/>
                <a:gd name="connsiteX245" fmla="*/ 5383 w 180527"/>
                <a:gd name="connsiteY245" fmla="*/ 218793 h 236840"/>
                <a:gd name="connsiteX246" fmla="*/ 5383 w 180527"/>
                <a:gd name="connsiteY246" fmla="*/ 215072 h 236840"/>
                <a:gd name="connsiteX247" fmla="*/ 7616 w 180527"/>
                <a:gd name="connsiteY247" fmla="*/ 213584 h 236840"/>
                <a:gd name="connsiteX248" fmla="*/ 8127 w 180527"/>
                <a:gd name="connsiteY248" fmla="*/ 209770 h 236840"/>
                <a:gd name="connsiteX249" fmla="*/ 8276 w 180527"/>
                <a:gd name="connsiteY249" fmla="*/ 207718 h 236840"/>
                <a:gd name="connsiteX250" fmla="*/ 8360 w 180527"/>
                <a:gd name="connsiteY250" fmla="*/ 206143 h 236840"/>
                <a:gd name="connsiteX251" fmla="*/ 10592 w 180527"/>
                <a:gd name="connsiteY251" fmla="*/ 206143 h 236840"/>
                <a:gd name="connsiteX252" fmla="*/ 11337 w 180527"/>
                <a:gd name="connsiteY252" fmla="*/ 196469 h 236840"/>
                <a:gd name="connsiteX253" fmla="*/ 12825 w 180527"/>
                <a:gd name="connsiteY253" fmla="*/ 196469 h 236840"/>
                <a:gd name="connsiteX254" fmla="*/ 13569 w 180527"/>
                <a:gd name="connsiteY254" fmla="*/ 192748 h 236840"/>
                <a:gd name="connsiteX255" fmla="*/ 14313 w 180527"/>
                <a:gd name="connsiteY255" fmla="*/ 189027 h 236840"/>
                <a:gd name="connsiteX256" fmla="*/ 15801 w 180527"/>
                <a:gd name="connsiteY256" fmla="*/ 188283 h 236840"/>
                <a:gd name="connsiteX257" fmla="*/ 16217 w 180527"/>
                <a:gd name="connsiteY257" fmla="*/ 181354 h 236840"/>
                <a:gd name="connsiteX258" fmla="*/ 16546 w 180527"/>
                <a:gd name="connsiteY258" fmla="*/ 179354 h 236840"/>
                <a:gd name="connsiteX259" fmla="*/ 18778 w 180527"/>
                <a:gd name="connsiteY259" fmla="*/ 178609 h 236840"/>
                <a:gd name="connsiteX260" fmla="*/ 19290 w 180527"/>
                <a:gd name="connsiteY260" fmla="*/ 175214 h 236840"/>
                <a:gd name="connsiteX261" fmla="*/ 19438 w 180527"/>
                <a:gd name="connsiteY261" fmla="*/ 173351 h 236840"/>
                <a:gd name="connsiteX262" fmla="*/ 19522 w 180527"/>
                <a:gd name="connsiteY262" fmla="*/ 171912 h 236840"/>
                <a:gd name="connsiteX263" fmla="*/ 21754 w 180527"/>
                <a:gd name="connsiteY263" fmla="*/ 171912 h 236840"/>
                <a:gd name="connsiteX264" fmla="*/ 21728 w 180527"/>
                <a:gd name="connsiteY264" fmla="*/ 170174 h 236840"/>
                <a:gd name="connsiteX265" fmla="*/ 21708 w 180527"/>
                <a:gd name="connsiteY265" fmla="*/ 167912 h 236840"/>
                <a:gd name="connsiteX266" fmla="*/ 21682 w 180527"/>
                <a:gd name="connsiteY266" fmla="*/ 165663 h 236840"/>
                <a:gd name="connsiteX267" fmla="*/ 22499 w 180527"/>
                <a:gd name="connsiteY267" fmla="*/ 162238 h 236840"/>
                <a:gd name="connsiteX268" fmla="*/ 24731 w 180527"/>
                <a:gd name="connsiteY268" fmla="*/ 162238 h 236840"/>
                <a:gd name="connsiteX269" fmla="*/ 24731 w 180527"/>
                <a:gd name="connsiteY269" fmla="*/ 153309 h 236840"/>
                <a:gd name="connsiteX270" fmla="*/ 26963 w 180527"/>
                <a:gd name="connsiteY270" fmla="*/ 154053 h 236840"/>
                <a:gd name="connsiteX271" fmla="*/ 27048 w 180527"/>
                <a:gd name="connsiteY271" fmla="*/ 152126 h 236840"/>
                <a:gd name="connsiteX272" fmla="*/ 27196 w 180527"/>
                <a:gd name="connsiteY272" fmla="*/ 149635 h 236840"/>
                <a:gd name="connsiteX273" fmla="*/ 27327 w 180527"/>
                <a:gd name="connsiteY273" fmla="*/ 147149 h 236840"/>
                <a:gd name="connsiteX274" fmla="*/ 27708 w 180527"/>
                <a:gd name="connsiteY274" fmla="*/ 145123 h 236840"/>
                <a:gd name="connsiteX275" fmla="*/ 29940 w 180527"/>
                <a:gd name="connsiteY275" fmla="*/ 144379 h 236840"/>
                <a:gd name="connsiteX276" fmla="*/ 30359 w 180527"/>
                <a:gd name="connsiteY276" fmla="*/ 140286 h 236840"/>
                <a:gd name="connsiteX277" fmla="*/ 30684 w 180527"/>
                <a:gd name="connsiteY277" fmla="*/ 136193 h 236840"/>
                <a:gd name="connsiteX278" fmla="*/ 32172 w 180527"/>
                <a:gd name="connsiteY278" fmla="*/ 135449 h 236840"/>
                <a:gd name="connsiteX279" fmla="*/ 32588 w 180527"/>
                <a:gd name="connsiteY279" fmla="*/ 129101 h 236840"/>
                <a:gd name="connsiteX280" fmla="*/ 32917 w 180527"/>
                <a:gd name="connsiteY280" fmla="*/ 127264 h 236840"/>
                <a:gd name="connsiteX281" fmla="*/ 35149 w 180527"/>
                <a:gd name="connsiteY281" fmla="*/ 126520 h 236840"/>
                <a:gd name="connsiteX282" fmla="*/ 35661 w 180527"/>
                <a:gd name="connsiteY282" fmla="*/ 122380 h 236840"/>
                <a:gd name="connsiteX283" fmla="*/ 35809 w 180527"/>
                <a:gd name="connsiteY283" fmla="*/ 120099 h 236840"/>
                <a:gd name="connsiteX284" fmla="*/ 35893 w 180527"/>
                <a:gd name="connsiteY284" fmla="*/ 118334 h 236840"/>
                <a:gd name="connsiteX285" fmla="*/ 38126 w 180527"/>
                <a:gd name="connsiteY285" fmla="*/ 118334 h 236840"/>
                <a:gd name="connsiteX286" fmla="*/ 38870 w 180527"/>
                <a:gd name="connsiteY286" fmla="*/ 110149 h 236840"/>
                <a:gd name="connsiteX287" fmla="*/ 41102 w 180527"/>
                <a:gd name="connsiteY287" fmla="*/ 110149 h 236840"/>
                <a:gd name="connsiteX288" fmla="*/ 41024 w 180527"/>
                <a:gd name="connsiteY288" fmla="*/ 108221 h 236840"/>
                <a:gd name="connsiteX289" fmla="*/ 40963 w 180527"/>
                <a:gd name="connsiteY289" fmla="*/ 105730 h 236840"/>
                <a:gd name="connsiteX290" fmla="*/ 40884 w 180527"/>
                <a:gd name="connsiteY290" fmla="*/ 103245 h 236840"/>
                <a:gd name="connsiteX291" fmla="*/ 41102 w 180527"/>
                <a:gd name="connsiteY291" fmla="*/ 101219 h 236840"/>
                <a:gd name="connsiteX292" fmla="*/ 43335 w 180527"/>
                <a:gd name="connsiteY292" fmla="*/ 100475 h 236840"/>
                <a:gd name="connsiteX293" fmla="*/ 43846 w 180527"/>
                <a:gd name="connsiteY293" fmla="*/ 96708 h 236840"/>
                <a:gd name="connsiteX294" fmla="*/ 43994 w 180527"/>
                <a:gd name="connsiteY294" fmla="*/ 94635 h 236840"/>
                <a:gd name="connsiteX295" fmla="*/ 44079 w 180527"/>
                <a:gd name="connsiteY295" fmla="*/ 93033 h 236840"/>
                <a:gd name="connsiteX296" fmla="*/ 45567 w 180527"/>
                <a:gd name="connsiteY296" fmla="*/ 93033 h 236840"/>
                <a:gd name="connsiteX297" fmla="*/ 45840 w 180527"/>
                <a:gd name="connsiteY297" fmla="*/ 91106 h 236840"/>
                <a:gd name="connsiteX298" fmla="*/ 46218 w 180527"/>
                <a:gd name="connsiteY298" fmla="*/ 88615 h 236840"/>
                <a:gd name="connsiteX299" fmla="*/ 46584 w 180527"/>
                <a:gd name="connsiteY299" fmla="*/ 86130 h 236840"/>
                <a:gd name="connsiteX300" fmla="*/ 47055 w 180527"/>
                <a:gd name="connsiteY300" fmla="*/ 84104 h 236840"/>
                <a:gd name="connsiteX301" fmla="*/ 48544 w 180527"/>
                <a:gd name="connsiteY301" fmla="*/ 83360 h 236840"/>
                <a:gd name="connsiteX302" fmla="*/ 49009 w 180527"/>
                <a:gd name="connsiteY302" fmla="*/ 79220 h 236840"/>
                <a:gd name="connsiteX303" fmla="*/ 49177 w 180527"/>
                <a:gd name="connsiteY303" fmla="*/ 76938 h 236840"/>
                <a:gd name="connsiteX304" fmla="*/ 49288 w 180527"/>
                <a:gd name="connsiteY304" fmla="*/ 75174 h 236840"/>
                <a:gd name="connsiteX305" fmla="*/ 51520 w 180527"/>
                <a:gd name="connsiteY305" fmla="*/ 75174 h 236840"/>
                <a:gd name="connsiteX306" fmla="*/ 51604 w 180527"/>
                <a:gd name="connsiteY306" fmla="*/ 73247 h 236840"/>
                <a:gd name="connsiteX307" fmla="*/ 51753 w 180527"/>
                <a:gd name="connsiteY307" fmla="*/ 70756 h 236840"/>
                <a:gd name="connsiteX308" fmla="*/ 51883 w 180527"/>
                <a:gd name="connsiteY308" fmla="*/ 68270 h 236840"/>
                <a:gd name="connsiteX309" fmla="*/ 52264 w 180527"/>
                <a:gd name="connsiteY309" fmla="*/ 66244 h 236840"/>
                <a:gd name="connsiteX310" fmla="*/ 54497 w 180527"/>
                <a:gd name="connsiteY310" fmla="*/ 65500 h 236840"/>
                <a:gd name="connsiteX311" fmla="*/ 54915 w 180527"/>
                <a:gd name="connsiteY311" fmla="*/ 61407 h 236840"/>
                <a:gd name="connsiteX312" fmla="*/ 55241 w 180527"/>
                <a:gd name="connsiteY312" fmla="*/ 57315 h 236840"/>
                <a:gd name="connsiteX313" fmla="*/ 56729 w 180527"/>
                <a:gd name="connsiteY313" fmla="*/ 56570 h 236840"/>
                <a:gd name="connsiteX314" fmla="*/ 57194 w 180527"/>
                <a:gd name="connsiteY314" fmla="*/ 52431 h 236840"/>
                <a:gd name="connsiteX315" fmla="*/ 57363 w 180527"/>
                <a:gd name="connsiteY315" fmla="*/ 50149 h 236840"/>
                <a:gd name="connsiteX316" fmla="*/ 57473 w 180527"/>
                <a:gd name="connsiteY316" fmla="*/ 48385 h 236840"/>
                <a:gd name="connsiteX317" fmla="*/ 59706 w 180527"/>
                <a:gd name="connsiteY317" fmla="*/ 49129 h 236840"/>
                <a:gd name="connsiteX318" fmla="*/ 60450 w 180527"/>
                <a:gd name="connsiteY318" fmla="*/ 39455 h 236840"/>
                <a:gd name="connsiteX319" fmla="*/ 62682 w 180527"/>
                <a:gd name="connsiteY319" fmla="*/ 39455 h 236840"/>
                <a:gd name="connsiteX320" fmla="*/ 62793 w 180527"/>
                <a:gd name="connsiteY320" fmla="*/ 37854 h 236840"/>
                <a:gd name="connsiteX321" fmla="*/ 62961 w 180527"/>
                <a:gd name="connsiteY321" fmla="*/ 35781 h 236840"/>
                <a:gd name="connsiteX322" fmla="*/ 63118 w 180527"/>
                <a:gd name="connsiteY322" fmla="*/ 33714 h 236840"/>
                <a:gd name="connsiteX323" fmla="*/ 63426 w 180527"/>
                <a:gd name="connsiteY323" fmla="*/ 32014 h 236840"/>
                <a:gd name="connsiteX324" fmla="*/ 64915 w 180527"/>
                <a:gd name="connsiteY324" fmla="*/ 31270 h 236840"/>
                <a:gd name="connsiteX325" fmla="*/ 65330 w 180527"/>
                <a:gd name="connsiteY325" fmla="*/ 24340 h 236840"/>
                <a:gd name="connsiteX326" fmla="*/ 65659 w 180527"/>
                <a:gd name="connsiteY326" fmla="*/ 22340 h 236840"/>
                <a:gd name="connsiteX327" fmla="*/ 67891 w 180527"/>
                <a:gd name="connsiteY327" fmla="*/ 21596 h 236840"/>
                <a:gd name="connsiteX328" fmla="*/ 68403 w 180527"/>
                <a:gd name="connsiteY328" fmla="*/ 18201 h 236840"/>
                <a:gd name="connsiteX329" fmla="*/ 68551 w 180527"/>
                <a:gd name="connsiteY329" fmla="*/ 16337 h 236840"/>
                <a:gd name="connsiteX330" fmla="*/ 68635 w 180527"/>
                <a:gd name="connsiteY330" fmla="*/ 14899 h 236840"/>
                <a:gd name="connsiteX331" fmla="*/ 70868 w 180527"/>
                <a:gd name="connsiteY331" fmla="*/ 14899 h 236840"/>
                <a:gd name="connsiteX332" fmla="*/ 71612 w 180527"/>
                <a:gd name="connsiteY332" fmla="*/ 5225 h 236840"/>
                <a:gd name="connsiteX333" fmla="*/ 73844 w 180527"/>
                <a:gd name="connsiteY333" fmla="*/ 5225 h 236840"/>
                <a:gd name="connsiteX334" fmla="*/ 74588 w 180527"/>
                <a:gd name="connsiteY334" fmla="*/ 760 h 236840"/>
                <a:gd name="connsiteX335" fmla="*/ 86906 w 180527"/>
                <a:gd name="connsiteY335" fmla="*/ 392 h 236840"/>
                <a:gd name="connsiteX336" fmla="*/ 91098 w 180527"/>
                <a:gd name="connsiteY336" fmla="*/ 255 h 236840"/>
                <a:gd name="connsiteX337" fmla="*/ 97116 w 180527"/>
                <a:gd name="connsiteY337" fmla="*/ 106 h 236840"/>
                <a:gd name="connsiteX338" fmla="*/ 99017 w 180527"/>
                <a:gd name="connsiteY338" fmla="*/ 1 h 236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180527" h="236840">
                  <a:moveTo>
                    <a:pt x="88001" y="40997"/>
                  </a:moveTo>
                  <a:cubicBezTo>
                    <a:pt x="87748" y="41250"/>
                    <a:pt x="87502" y="41496"/>
                    <a:pt x="87257" y="41741"/>
                  </a:cubicBezTo>
                  <a:cubicBezTo>
                    <a:pt x="87261" y="43075"/>
                    <a:pt x="87297" y="44408"/>
                    <a:pt x="87350" y="45741"/>
                  </a:cubicBezTo>
                  <a:cubicBezTo>
                    <a:pt x="87499" y="47910"/>
                    <a:pt x="87499" y="47910"/>
                    <a:pt x="87257" y="49927"/>
                  </a:cubicBezTo>
                  <a:cubicBezTo>
                    <a:pt x="86494" y="50652"/>
                    <a:pt x="85750" y="51397"/>
                    <a:pt x="85025" y="52159"/>
                  </a:cubicBezTo>
                  <a:cubicBezTo>
                    <a:pt x="84911" y="54467"/>
                    <a:pt x="84911" y="54467"/>
                    <a:pt x="85071" y="57089"/>
                  </a:cubicBezTo>
                  <a:cubicBezTo>
                    <a:pt x="85303" y="59638"/>
                    <a:pt x="85303" y="59638"/>
                    <a:pt x="85025" y="61833"/>
                  </a:cubicBezTo>
                  <a:cubicBezTo>
                    <a:pt x="84518" y="61965"/>
                    <a:pt x="84027" y="62094"/>
                    <a:pt x="83536" y="62222"/>
                  </a:cubicBezTo>
                  <a:cubicBezTo>
                    <a:pt x="83030" y="62343"/>
                    <a:pt x="82539" y="62460"/>
                    <a:pt x="82048" y="62577"/>
                  </a:cubicBezTo>
                  <a:cubicBezTo>
                    <a:pt x="81941" y="63587"/>
                    <a:pt x="81941" y="63587"/>
                    <a:pt x="81836" y="64577"/>
                  </a:cubicBezTo>
                  <a:cubicBezTo>
                    <a:pt x="81993" y="66911"/>
                    <a:pt x="82180" y="69170"/>
                    <a:pt x="82048" y="71507"/>
                  </a:cubicBezTo>
                  <a:cubicBezTo>
                    <a:pt x="80921" y="71883"/>
                    <a:pt x="80921" y="71883"/>
                    <a:pt x="79816" y="72251"/>
                  </a:cubicBezTo>
                  <a:cubicBezTo>
                    <a:pt x="79713" y="72867"/>
                    <a:pt x="79613" y="73464"/>
                    <a:pt x="79513" y="74062"/>
                  </a:cubicBezTo>
                  <a:cubicBezTo>
                    <a:pt x="79446" y="76222"/>
                    <a:pt x="79409" y="78301"/>
                    <a:pt x="79071" y="80436"/>
                  </a:cubicBezTo>
                  <a:cubicBezTo>
                    <a:pt x="78312" y="80942"/>
                    <a:pt x="77576" y="81434"/>
                    <a:pt x="76839" y="81925"/>
                  </a:cubicBezTo>
                  <a:cubicBezTo>
                    <a:pt x="76736" y="82501"/>
                    <a:pt x="76636" y="83060"/>
                    <a:pt x="76537" y="83619"/>
                  </a:cubicBezTo>
                  <a:cubicBezTo>
                    <a:pt x="76468" y="85573"/>
                    <a:pt x="76420" y="87437"/>
                    <a:pt x="76095" y="89366"/>
                  </a:cubicBezTo>
                  <a:cubicBezTo>
                    <a:pt x="75350" y="90109"/>
                    <a:pt x="74606" y="90853"/>
                    <a:pt x="73862" y="91599"/>
                  </a:cubicBezTo>
                  <a:cubicBezTo>
                    <a:pt x="73749" y="93229"/>
                    <a:pt x="73749" y="93229"/>
                    <a:pt x="73909" y="94994"/>
                  </a:cubicBezTo>
                  <a:cubicBezTo>
                    <a:pt x="74139" y="96727"/>
                    <a:pt x="74139" y="96727"/>
                    <a:pt x="73862" y="98296"/>
                  </a:cubicBezTo>
                  <a:cubicBezTo>
                    <a:pt x="72856" y="98763"/>
                    <a:pt x="71864" y="99261"/>
                    <a:pt x="70886" y="99784"/>
                  </a:cubicBezTo>
                  <a:cubicBezTo>
                    <a:pt x="70779" y="100749"/>
                    <a:pt x="70779" y="100749"/>
                    <a:pt x="70674" y="101694"/>
                  </a:cubicBezTo>
                  <a:cubicBezTo>
                    <a:pt x="70831" y="103812"/>
                    <a:pt x="71019" y="105848"/>
                    <a:pt x="70886" y="107970"/>
                  </a:cubicBezTo>
                  <a:cubicBezTo>
                    <a:pt x="69758" y="108345"/>
                    <a:pt x="69758" y="108345"/>
                    <a:pt x="68653" y="108714"/>
                  </a:cubicBezTo>
                  <a:cubicBezTo>
                    <a:pt x="68543" y="109573"/>
                    <a:pt x="68543" y="109573"/>
                    <a:pt x="68435" y="110414"/>
                  </a:cubicBezTo>
                  <a:cubicBezTo>
                    <a:pt x="68475" y="111458"/>
                    <a:pt x="68475" y="111458"/>
                    <a:pt x="68514" y="112481"/>
                  </a:cubicBezTo>
                  <a:cubicBezTo>
                    <a:pt x="68545" y="113528"/>
                    <a:pt x="68545" y="113528"/>
                    <a:pt x="68575" y="114554"/>
                  </a:cubicBezTo>
                  <a:cubicBezTo>
                    <a:pt x="68602" y="115098"/>
                    <a:pt x="68628" y="115627"/>
                    <a:pt x="68653" y="116155"/>
                  </a:cubicBezTo>
                  <a:cubicBezTo>
                    <a:pt x="67894" y="116155"/>
                    <a:pt x="67158" y="116155"/>
                    <a:pt x="66421" y="116155"/>
                  </a:cubicBezTo>
                  <a:cubicBezTo>
                    <a:pt x="65613" y="117772"/>
                    <a:pt x="65613" y="117772"/>
                    <a:pt x="65770" y="121411"/>
                  </a:cubicBezTo>
                  <a:cubicBezTo>
                    <a:pt x="65921" y="123377"/>
                    <a:pt x="65921" y="123377"/>
                    <a:pt x="65677" y="125085"/>
                  </a:cubicBezTo>
                  <a:cubicBezTo>
                    <a:pt x="64549" y="125461"/>
                    <a:pt x="64549" y="125461"/>
                    <a:pt x="63444" y="125829"/>
                  </a:cubicBezTo>
                  <a:cubicBezTo>
                    <a:pt x="63204" y="126463"/>
                    <a:pt x="62971" y="127077"/>
                    <a:pt x="62738" y="127692"/>
                  </a:cubicBezTo>
                  <a:cubicBezTo>
                    <a:pt x="62461" y="128842"/>
                    <a:pt x="62461" y="128842"/>
                    <a:pt x="62189" y="129968"/>
                  </a:cubicBezTo>
                  <a:cubicBezTo>
                    <a:pt x="61854" y="131315"/>
                    <a:pt x="61526" y="132663"/>
                    <a:pt x="61212" y="134015"/>
                  </a:cubicBezTo>
                  <a:cubicBezTo>
                    <a:pt x="67637" y="134030"/>
                    <a:pt x="74061" y="134043"/>
                    <a:pt x="80486" y="134051"/>
                  </a:cubicBezTo>
                  <a:cubicBezTo>
                    <a:pt x="83758" y="134055"/>
                    <a:pt x="87029" y="134058"/>
                    <a:pt x="90301" y="134066"/>
                  </a:cubicBezTo>
                  <a:cubicBezTo>
                    <a:pt x="93510" y="134074"/>
                    <a:pt x="96719" y="134081"/>
                    <a:pt x="99928" y="134084"/>
                  </a:cubicBezTo>
                  <a:cubicBezTo>
                    <a:pt x="101145" y="134085"/>
                    <a:pt x="102362" y="134086"/>
                    <a:pt x="103579" y="134087"/>
                  </a:cubicBezTo>
                  <a:cubicBezTo>
                    <a:pt x="105338" y="134093"/>
                    <a:pt x="107098" y="134099"/>
                    <a:pt x="108857" y="134099"/>
                  </a:cubicBezTo>
                  <a:cubicBezTo>
                    <a:pt x="109668" y="134099"/>
                    <a:pt x="109668" y="134099"/>
                    <a:pt x="110463" y="134099"/>
                  </a:cubicBezTo>
                  <a:cubicBezTo>
                    <a:pt x="111456" y="134101"/>
                    <a:pt x="112419" y="134102"/>
                    <a:pt x="113382" y="134104"/>
                  </a:cubicBezTo>
                  <a:cubicBezTo>
                    <a:pt x="115534" y="134015"/>
                    <a:pt x="115534" y="134015"/>
                    <a:pt x="116278" y="133270"/>
                  </a:cubicBezTo>
                  <a:cubicBezTo>
                    <a:pt x="116190" y="132412"/>
                    <a:pt x="116190" y="132412"/>
                    <a:pt x="116104" y="131570"/>
                  </a:cubicBezTo>
                  <a:cubicBezTo>
                    <a:pt x="115974" y="130867"/>
                    <a:pt x="115847" y="130185"/>
                    <a:pt x="115720" y="129503"/>
                  </a:cubicBezTo>
                  <a:cubicBezTo>
                    <a:pt x="115360" y="127431"/>
                    <a:pt x="115360" y="127431"/>
                    <a:pt x="114790" y="125829"/>
                  </a:cubicBezTo>
                  <a:cubicBezTo>
                    <a:pt x="114031" y="125829"/>
                    <a:pt x="113294" y="125829"/>
                    <a:pt x="112558" y="125829"/>
                  </a:cubicBezTo>
                  <a:cubicBezTo>
                    <a:pt x="112567" y="125238"/>
                    <a:pt x="112575" y="124664"/>
                    <a:pt x="112584" y="124091"/>
                  </a:cubicBezTo>
                  <a:cubicBezTo>
                    <a:pt x="112591" y="123322"/>
                    <a:pt x="112598" y="122576"/>
                    <a:pt x="112604" y="121829"/>
                  </a:cubicBezTo>
                  <a:cubicBezTo>
                    <a:pt x="112630" y="119636"/>
                    <a:pt x="112798" y="118123"/>
                    <a:pt x="111814" y="116155"/>
                  </a:cubicBezTo>
                  <a:cubicBezTo>
                    <a:pt x="111055" y="116155"/>
                    <a:pt x="110318" y="116155"/>
                    <a:pt x="109581" y="116155"/>
                  </a:cubicBezTo>
                  <a:cubicBezTo>
                    <a:pt x="109608" y="115675"/>
                    <a:pt x="109634" y="115209"/>
                    <a:pt x="109660" y="114742"/>
                  </a:cubicBezTo>
                  <a:cubicBezTo>
                    <a:pt x="109690" y="113812"/>
                    <a:pt x="109690" y="113812"/>
                    <a:pt x="109721" y="112900"/>
                  </a:cubicBezTo>
                  <a:cubicBezTo>
                    <a:pt x="109799" y="111068"/>
                    <a:pt x="109799" y="111068"/>
                    <a:pt x="109581" y="109458"/>
                  </a:cubicBezTo>
                  <a:cubicBezTo>
                    <a:pt x="108822" y="108952"/>
                    <a:pt x="108085" y="108461"/>
                    <a:pt x="107349" y="107970"/>
                  </a:cubicBezTo>
                  <a:cubicBezTo>
                    <a:pt x="106998" y="106015"/>
                    <a:pt x="106998" y="106015"/>
                    <a:pt x="106977" y="103830"/>
                  </a:cubicBezTo>
                  <a:cubicBezTo>
                    <a:pt x="106907" y="101595"/>
                    <a:pt x="106907" y="101595"/>
                    <a:pt x="106605" y="99784"/>
                  </a:cubicBezTo>
                  <a:cubicBezTo>
                    <a:pt x="105846" y="99531"/>
                    <a:pt x="105109" y="99286"/>
                    <a:pt x="104372" y="99040"/>
                  </a:cubicBezTo>
                  <a:cubicBezTo>
                    <a:pt x="104307" y="98544"/>
                    <a:pt x="104244" y="98062"/>
                    <a:pt x="104180" y="97581"/>
                  </a:cubicBezTo>
                  <a:cubicBezTo>
                    <a:pt x="104332" y="94830"/>
                    <a:pt x="104509" y="92753"/>
                    <a:pt x="103628" y="90110"/>
                  </a:cubicBezTo>
                  <a:cubicBezTo>
                    <a:pt x="102876" y="89734"/>
                    <a:pt x="102876" y="89734"/>
                    <a:pt x="102140" y="89366"/>
                  </a:cubicBezTo>
                  <a:cubicBezTo>
                    <a:pt x="101905" y="87634"/>
                    <a:pt x="101905" y="87634"/>
                    <a:pt x="101861" y="85645"/>
                  </a:cubicBezTo>
                  <a:cubicBezTo>
                    <a:pt x="101797" y="83599"/>
                    <a:pt x="101797" y="83599"/>
                    <a:pt x="101396" y="81925"/>
                  </a:cubicBezTo>
                  <a:cubicBezTo>
                    <a:pt x="100396" y="81710"/>
                    <a:pt x="99402" y="81462"/>
                    <a:pt x="98419" y="81181"/>
                  </a:cubicBezTo>
                  <a:cubicBezTo>
                    <a:pt x="98312" y="80171"/>
                    <a:pt x="98312" y="80171"/>
                    <a:pt x="98207" y="79181"/>
                  </a:cubicBezTo>
                  <a:cubicBezTo>
                    <a:pt x="98364" y="76847"/>
                    <a:pt x="98552" y="74588"/>
                    <a:pt x="98419" y="72251"/>
                  </a:cubicBezTo>
                  <a:cubicBezTo>
                    <a:pt x="97660" y="71998"/>
                    <a:pt x="96923" y="71752"/>
                    <a:pt x="96187" y="71507"/>
                  </a:cubicBezTo>
                  <a:cubicBezTo>
                    <a:pt x="96028" y="69966"/>
                    <a:pt x="96028" y="69966"/>
                    <a:pt x="96233" y="68205"/>
                  </a:cubicBezTo>
                  <a:cubicBezTo>
                    <a:pt x="96399" y="66394"/>
                    <a:pt x="96399" y="66394"/>
                    <a:pt x="96187" y="64809"/>
                  </a:cubicBezTo>
                  <a:cubicBezTo>
                    <a:pt x="94680" y="64149"/>
                    <a:pt x="94680" y="64149"/>
                    <a:pt x="93210" y="63321"/>
                  </a:cubicBezTo>
                  <a:cubicBezTo>
                    <a:pt x="93138" y="62617"/>
                    <a:pt x="93068" y="61933"/>
                    <a:pt x="92998" y="61249"/>
                  </a:cubicBezTo>
                  <a:cubicBezTo>
                    <a:pt x="93155" y="58939"/>
                    <a:pt x="93343" y="56704"/>
                    <a:pt x="93210" y="54392"/>
                  </a:cubicBezTo>
                  <a:cubicBezTo>
                    <a:pt x="92451" y="54139"/>
                    <a:pt x="91714" y="53893"/>
                    <a:pt x="90978" y="53647"/>
                  </a:cubicBezTo>
                  <a:cubicBezTo>
                    <a:pt x="90825" y="52595"/>
                    <a:pt x="90825" y="52595"/>
                    <a:pt x="90675" y="51563"/>
                  </a:cubicBezTo>
                  <a:cubicBezTo>
                    <a:pt x="90564" y="47408"/>
                    <a:pt x="90961" y="44186"/>
                    <a:pt x="88001" y="40997"/>
                  </a:cubicBezTo>
                  <a:close/>
                  <a:moveTo>
                    <a:pt x="99017" y="1"/>
                  </a:moveTo>
                  <a:cubicBezTo>
                    <a:pt x="100777" y="0"/>
                    <a:pt x="100777" y="0"/>
                    <a:pt x="103610" y="760"/>
                  </a:cubicBezTo>
                  <a:cubicBezTo>
                    <a:pt x="104398" y="2513"/>
                    <a:pt x="104660" y="4034"/>
                    <a:pt x="104856" y="5942"/>
                  </a:cubicBezTo>
                  <a:cubicBezTo>
                    <a:pt x="104936" y="6442"/>
                    <a:pt x="105016" y="6942"/>
                    <a:pt x="105098" y="7457"/>
                  </a:cubicBezTo>
                  <a:cubicBezTo>
                    <a:pt x="105835" y="7826"/>
                    <a:pt x="105835" y="7826"/>
                    <a:pt x="106587" y="8201"/>
                  </a:cubicBezTo>
                  <a:cubicBezTo>
                    <a:pt x="106849" y="9931"/>
                    <a:pt x="106916" y="11640"/>
                    <a:pt x="107002" y="13387"/>
                  </a:cubicBezTo>
                  <a:cubicBezTo>
                    <a:pt x="107165" y="14135"/>
                    <a:pt x="107165" y="14135"/>
                    <a:pt x="107331" y="14899"/>
                  </a:cubicBezTo>
                  <a:cubicBezTo>
                    <a:pt x="108067" y="15144"/>
                    <a:pt x="108804" y="15390"/>
                    <a:pt x="109563" y="15643"/>
                  </a:cubicBezTo>
                  <a:cubicBezTo>
                    <a:pt x="109912" y="17575"/>
                    <a:pt x="109938" y="19449"/>
                    <a:pt x="110005" y="21410"/>
                  </a:cubicBezTo>
                  <a:cubicBezTo>
                    <a:pt x="110155" y="22239"/>
                    <a:pt x="110155" y="22239"/>
                    <a:pt x="110307" y="23084"/>
                  </a:cubicBezTo>
                  <a:cubicBezTo>
                    <a:pt x="111044" y="23330"/>
                    <a:pt x="111781" y="23575"/>
                    <a:pt x="112540" y="23828"/>
                  </a:cubicBezTo>
                  <a:cubicBezTo>
                    <a:pt x="112704" y="25543"/>
                    <a:pt x="112534" y="27153"/>
                    <a:pt x="112400" y="28869"/>
                  </a:cubicBezTo>
                  <a:cubicBezTo>
                    <a:pt x="112578" y="30977"/>
                    <a:pt x="113311" y="31305"/>
                    <a:pt x="114772" y="32758"/>
                  </a:cubicBezTo>
                  <a:cubicBezTo>
                    <a:pt x="115153" y="34604"/>
                    <a:pt x="115153" y="34604"/>
                    <a:pt x="115284" y="36618"/>
                  </a:cubicBezTo>
                  <a:cubicBezTo>
                    <a:pt x="115333" y="37289"/>
                    <a:pt x="115382" y="37959"/>
                    <a:pt x="115432" y="38650"/>
                  </a:cubicBezTo>
                  <a:cubicBezTo>
                    <a:pt x="115474" y="39417"/>
                    <a:pt x="115474" y="39417"/>
                    <a:pt x="115516" y="40199"/>
                  </a:cubicBezTo>
                  <a:cubicBezTo>
                    <a:pt x="116253" y="40199"/>
                    <a:pt x="116990" y="40199"/>
                    <a:pt x="117749" y="40199"/>
                  </a:cubicBezTo>
                  <a:cubicBezTo>
                    <a:pt x="117790" y="41073"/>
                    <a:pt x="117790" y="41073"/>
                    <a:pt x="117833" y="41964"/>
                  </a:cubicBezTo>
                  <a:cubicBezTo>
                    <a:pt x="117882" y="42717"/>
                    <a:pt x="117931" y="43470"/>
                    <a:pt x="117981" y="44246"/>
                  </a:cubicBezTo>
                  <a:cubicBezTo>
                    <a:pt x="118046" y="45372"/>
                    <a:pt x="118046" y="45372"/>
                    <a:pt x="118112" y="46522"/>
                  </a:cubicBezTo>
                  <a:cubicBezTo>
                    <a:pt x="118238" y="47137"/>
                    <a:pt x="118363" y="47751"/>
                    <a:pt x="118493" y="48385"/>
                  </a:cubicBezTo>
                  <a:cubicBezTo>
                    <a:pt x="119229" y="48630"/>
                    <a:pt x="119966" y="48876"/>
                    <a:pt x="120725" y="49129"/>
                  </a:cubicBezTo>
                  <a:cubicBezTo>
                    <a:pt x="120943" y="50830"/>
                    <a:pt x="120943" y="50830"/>
                    <a:pt x="120865" y="52896"/>
                  </a:cubicBezTo>
                  <a:cubicBezTo>
                    <a:pt x="120835" y="53922"/>
                    <a:pt x="120835" y="53922"/>
                    <a:pt x="120804" y="54969"/>
                  </a:cubicBezTo>
                  <a:cubicBezTo>
                    <a:pt x="120778" y="55497"/>
                    <a:pt x="120752" y="56026"/>
                    <a:pt x="120725" y="56570"/>
                  </a:cubicBezTo>
                  <a:cubicBezTo>
                    <a:pt x="121462" y="56570"/>
                    <a:pt x="122199" y="56570"/>
                    <a:pt x="122958" y="56570"/>
                  </a:cubicBezTo>
                  <a:cubicBezTo>
                    <a:pt x="123694" y="60622"/>
                    <a:pt x="123694" y="60622"/>
                    <a:pt x="124446" y="64756"/>
                  </a:cubicBezTo>
                  <a:cubicBezTo>
                    <a:pt x="124937" y="64756"/>
                    <a:pt x="125428" y="64756"/>
                    <a:pt x="125934" y="64756"/>
                  </a:cubicBezTo>
                  <a:cubicBezTo>
                    <a:pt x="125976" y="65629"/>
                    <a:pt x="125976" y="65629"/>
                    <a:pt x="126018" y="66520"/>
                  </a:cubicBezTo>
                  <a:cubicBezTo>
                    <a:pt x="126067" y="67273"/>
                    <a:pt x="126116" y="68026"/>
                    <a:pt x="126167" y="68802"/>
                  </a:cubicBezTo>
                  <a:cubicBezTo>
                    <a:pt x="126231" y="69929"/>
                    <a:pt x="126231" y="69929"/>
                    <a:pt x="126298" y="71078"/>
                  </a:cubicBezTo>
                  <a:cubicBezTo>
                    <a:pt x="126423" y="71693"/>
                    <a:pt x="126549" y="72308"/>
                    <a:pt x="126678" y="72942"/>
                  </a:cubicBezTo>
                  <a:cubicBezTo>
                    <a:pt x="127415" y="73187"/>
                    <a:pt x="128152" y="73433"/>
                    <a:pt x="128911" y="73686"/>
                  </a:cubicBezTo>
                  <a:cubicBezTo>
                    <a:pt x="129239" y="75197"/>
                    <a:pt x="129239" y="75197"/>
                    <a:pt x="129329" y="77034"/>
                  </a:cubicBezTo>
                  <a:cubicBezTo>
                    <a:pt x="129392" y="78823"/>
                    <a:pt x="129392" y="78823"/>
                    <a:pt x="129655" y="80383"/>
                  </a:cubicBezTo>
                  <a:cubicBezTo>
                    <a:pt x="130146" y="80629"/>
                    <a:pt x="130637" y="80874"/>
                    <a:pt x="131143" y="81127"/>
                  </a:cubicBezTo>
                  <a:cubicBezTo>
                    <a:pt x="131451" y="83153"/>
                    <a:pt x="131451" y="83153"/>
                    <a:pt x="131608" y="85638"/>
                  </a:cubicBezTo>
                  <a:cubicBezTo>
                    <a:pt x="131664" y="86461"/>
                    <a:pt x="131720" y="87283"/>
                    <a:pt x="131777" y="88130"/>
                  </a:cubicBezTo>
                  <a:cubicBezTo>
                    <a:pt x="131813" y="88766"/>
                    <a:pt x="131850" y="89402"/>
                    <a:pt x="131887" y="90057"/>
                  </a:cubicBezTo>
                  <a:cubicBezTo>
                    <a:pt x="132624" y="90057"/>
                    <a:pt x="133361" y="90057"/>
                    <a:pt x="134120" y="90057"/>
                  </a:cubicBezTo>
                  <a:cubicBezTo>
                    <a:pt x="134120" y="92512"/>
                    <a:pt x="134120" y="94968"/>
                    <a:pt x="134120" y="97498"/>
                  </a:cubicBezTo>
                  <a:cubicBezTo>
                    <a:pt x="135102" y="97498"/>
                    <a:pt x="136084" y="97498"/>
                    <a:pt x="137096" y="97498"/>
                  </a:cubicBezTo>
                  <a:cubicBezTo>
                    <a:pt x="137133" y="98080"/>
                    <a:pt x="137169" y="98663"/>
                    <a:pt x="137207" y="99263"/>
                  </a:cubicBezTo>
                  <a:cubicBezTo>
                    <a:pt x="137262" y="100016"/>
                    <a:pt x="137318" y="100769"/>
                    <a:pt x="137375" y="101544"/>
                  </a:cubicBezTo>
                  <a:cubicBezTo>
                    <a:pt x="137453" y="102671"/>
                    <a:pt x="137453" y="102671"/>
                    <a:pt x="137532" y="103820"/>
                  </a:cubicBezTo>
                  <a:cubicBezTo>
                    <a:pt x="137634" y="104435"/>
                    <a:pt x="137736" y="105050"/>
                    <a:pt x="137840" y="105684"/>
                  </a:cubicBezTo>
                  <a:cubicBezTo>
                    <a:pt x="138332" y="105929"/>
                    <a:pt x="138823" y="106175"/>
                    <a:pt x="139329" y="106428"/>
                  </a:cubicBezTo>
                  <a:cubicBezTo>
                    <a:pt x="139593" y="108351"/>
                    <a:pt x="139659" y="110256"/>
                    <a:pt x="139744" y="112195"/>
                  </a:cubicBezTo>
                  <a:cubicBezTo>
                    <a:pt x="139853" y="112747"/>
                    <a:pt x="139961" y="113300"/>
                    <a:pt x="140073" y="113869"/>
                  </a:cubicBezTo>
                  <a:cubicBezTo>
                    <a:pt x="140810" y="114115"/>
                    <a:pt x="141546" y="114360"/>
                    <a:pt x="142305" y="114613"/>
                  </a:cubicBezTo>
                  <a:cubicBezTo>
                    <a:pt x="142653" y="116353"/>
                    <a:pt x="142680" y="118028"/>
                    <a:pt x="142747" y="119799"/>
                  </a:cubicBezTo>
                  <a:cubicBezTo>
                    <a:pt x="142847" y="120298"/>
                    <a:pt x="142947" y="120797"/>
                    <a:pt x="143049" y="121311"/>
                  </a:cubicBezTo>
                  <a:cubicBezTo>
                    <a:pt x="143786" y="121556"/>
                    <a:pt x="144523" y="121802"/>
                    <a:pt x="145282" y="122055"/>
                  </a:cubicBezTo>
                  <a:cubicBezTo>
                    <a:pt x="145610" y="123892"/>
                    <a:pt x="145610" y="123892"/>
                    <a:pt x="145700" y="126148"/>
                  </a:cubicBezTo>
                  <a:cubicBezTo>
                    <a:pt x="145763" y="128338"/>
                    <a:pt x="145763" y="128338"/>
                    <a:pt x="146026" y="130240"/>
                  </a:cubicBezTo>
                  <a:cubicBezTo>
                    <a:pt x="146517" y="130486"/>
                    <a:pt x="147008" y="130731"/>
                    <a:pt x="147514" y="130985"/>
                  </a:cubicBezTo>
                  <a:cubicBezTo>
                    <a:pt x="147778" y="132690"/>
                    <a:pt x="147844" y="134374"/>
                    <a:pt x="147930" y="136098"/>
                  </a:cubicBezTo>
                  <a:cubicBezTo>
                    <a:pt x="148125" y="137970"/>
                    <a:pt x="148125" y="137970"/>
                    <a:pt x="150491" y="139170"/>
                  </a:cubicBezTo>
                  <a:cubicBezTo>
                    <a:pt x="150825" y="140921"/>
                    <a:pt x="150864" y="142602"/>
                    <a:pt x="150933" y="144382"/>
                  </a:cubicBezTo>
                  <a:cubicBezTo>
                    <a:pt x="151032" y="144872"/>
                    <a:pt x="151132" y="145362"/>
                    <a:pt x="151235" y="145867"/>
                  </a:cubicBezTo>
                  <a:cubicBezTo>
                    <a:pt x="151972" y="146113"/>
                    <a:pt x="152708" y="146358"/>
                    <a:pt x="153467" y="146611"/>
                  </a:cubicBezTo>
                  <a:cubicBezTo>
                    <a:pt x="153631" y="148326"/>
                    <a:pt x="153462" y="149936"/>
                    <a:pt x="153328" y="151652"/>
                  </a:cubicBezTo>
                  <a:cubicBezTo>
                    <a:pt x="153506" y="153762"/>
                    <a:pt x="154225" y="154096"/>
                    <a:pt x="155700" y="155541"/>
                  </a:cubicBezTo>
                  <a:cubicBezTo>
                    <a:pt x="156191" y="157387"/>
                    <a:pt x="156191" y="157387"/>
                    <a:pt x="156490" y="159401"/>
                  </a:cubicBezTo>
                  <a:cubicBezTo>
                    <a:pt x="156751" y="161365"/>
                    <a:pt x="156751" y="161365"/>
                    <a:pt x="157188" y="162983"/>
                  </a:cubicBezTo>
                  <a:cubicBezTo>
                    <a:pt x="157679" y="162983"/>
                    <a:pt x="158170" y="162983"/>
                    <a:pt x="158676" y="162983"/>
                  </a:cubicBezTo>
                  <a:cubicBezTo>
                    <a:pt x="158718" y="163856"/>
                    <a:pt x="158718" y="163856"/>
                    <a:pt x="158761" y="164747"/>
                  </a:cubicBezTo>
                  <a:cubicBezTo>
                    <a:pt x="158834" y="165876"/>
                    <a:pt x="158834" y="165876"/>
                    <a:pt x="158909" y="167029"/>
                  </a:cubicBezTo>
                  <a:cubicBezTo>
                    <a:pt x="158974" y="168155"/>
                    <a:pt x="158974" y="168155"/>
                    <a:pt x="159040" y="169305"/>
                  </a:cubicBezTo>
                  <a:cubicBezTo>
                    <a:pt x="159165" y="169920"/>
                    <a:pt x="159291" y="170535"/>
                    <a:pt x="159421" y="171168"/>
                  </a:cubicBezTo>
                  <a:cubicBezTo>
                    <a:pt x="160157" y="171414"/>
                    <a:pt x="160894" y="171659"/>
                    <a:pt x="161653" y="171912"/>
                  </a:cubicBezTo>
                  <a:cubicBezTo>
                    <a:pt x="161981" y="173587"/>
                    <a:pt x="161981" y="173587"/>
                    <a:pt x="162072" y="175633"/>
                  </a:cubicBezTo>
                  <a:cubicBezTo>
                    <a:pt x="162134" y="177622"/>
                    <a:pt x="162134" y="177622"/>
                    <a:pt x="162397" y="179354"/>
                  </a:cubicBezTo>
                  <a:cubicBezTo>
                    <a:pt x="162888" y="179599"/>
                    <a:pt x="163379" y="179845"/>
                    <a:pt x="163885" y="180098"/>
                  </a:cubicBezTo>
                  <a:cubicBezTo>
                    <a:pt x="164361" y="182032"/>
                    <a:pt x="164646" y="183970"/>
                    <a:pt x="164955" y="185938"/>
                  </a:cubicBezTo>
                  <a:cubicBezTo>
                    <a:pt x="165093" y="186466"/>
                    <a:pt x="165231" y="186995"/>
                    <a:pt x="165374" y="187539"/>
                  </a:cubicBezTo>
                  <a:cubicBezTo>
                    <a:pt x="165865" y="187539"/>
                    <a:pt x="166356" y="187539"/>
                    <a:pt x="166862" y="187539"/>
                  </a:cubicBezTo>
                  <a:cubicBezTo>
                    <a:pt x="166904" y="188413"/>
                    <a:pt x="166904" y="188413"/>
                    <a:pt x="166946" y="189304"/>
                  </a:cubicBezTo>
                  <a:cubicBezTo>
                    <a:pt x="167020" y="190433"/>
                    <a:pt x="167020" y="190433"/>
                    <a:pt x="167094" y="191585"/>
                  </a:cubicBezTo>
                  <a:cubicBezTo>
                    <a:pt x="167159" y="192712"/>
                    <a:pt x="167159" y="192712"/>
                    <a:pt x="167225" y="193861"/>
                  </a:cubicBezTo>
                  <a:cubicBezTo>
                    <a:pt x="167351" y="194476"/>
                    <a:pt x="167477" y="195091"/>
                    <a:pt x="167606" y="195725"/>
                  </a:cubicBezTo>
                  <a:cubicBezTo>
                    <a:pt x="168343" y="195970"/>
                    <a:pt x="169079" y="196216"/>
                    <a:pt x="169838" y="196469"/>
                  </a:cubicBezTo>
                  <a:cubicBezTo>
                    <a:pt x="170167" y="198143"/>
                    <a:pt x="170167" y="198143"/>
                    <a:pt x="170257" y="200190"/>
                  </a:cubicBezTo>
                  <a:cubicBezTo>
                    <a:pt x="170320" y="202179"/>
                    <a:pt x="170320" y="202179"/>
                    <a:pt x="170583" y="203910"/>
                  </a:cubicBezTo>
                  <a:cubicBezTo>
                    <a:pt x="171074" y="204156"/>
                    <a:pt x="171565" y="204401"/>
                    <a:pt x="172071" y="204654"/>
                  </a:cubicBezTo>
                  <a:cubicBezTo>
                    <a:pt x="172379" y="206518"/>
                    <a:pt x="172379" y="206518"/>
                    <a:pt x="172536" y="208794"/>
                  </a:cubicBezTo>
                  <a:cubicBezTo>
                    <a:pt x="172619" y="209923"/>
                    <a:pt x="172619" y="209923"/>
                    <a:pt x="172705" y="211076"/>
                  </a:cubicBezTo>
                  <a:cubicBezTo>
                    <a:pt x="172741" y="211658"/>
                    <a:pt x="172777" y="212240"/>
                    <a:pt x="172815" y="212840"/>
                  </a:cubicBezTo>
                  <a:cubicBezTo>
                    <a:pt x="173552" y="212840"/>
                    <a:pt x="174288" y="212840"/>
                    <a:pt x="175047" y="212840"/>
                  </a:cubicBezTo>
                  <a:cubicBezTo>
                    <a:pt x="175293" y="215296"/>
                    <a:pt x="175539" y="217751"/>
                    <a:pt x="175792" y="220281"/>
                  </a:cubicBezTo>
                  <a:cubicBezTo>
                    <a:pt x="176528" y="220281"/>
                    <a:pt x="177265" y="220281"/>
                    <a:pt x="178024" y="220281"/>
                  </a:cubicBezTo>
                  <a:cubicBezTo>
                    <a:pt x="178060" y="220917"/>
                    <a:pt x="178097" y="221553"/>
                    <a:pt x="178134" y="222209"/>
                  </a:cubicBezTo>
                  <a:cubicBezTo>
                    <a:pt x="178218" y="223442"/>
                    <a:pt x="178218" y="223442"/>
                    <a:pt x="178303" y="224700"/>
                  </a:cubicBezTo>
                  <a:cubicBezTo>
                    <a:pt x="178355" y="225520"/>
                    <a:pt x="178407" y="226340"/>
                    <a:pt x="178460" y="227185"/>
                  </a:cubicBezTo>
                  <a:cubicBezTo>
                    <a:pt x="178562" y="227854"/>
                    <a:pt x="178663" y="228522"/>
                    <a:pt x="178768" y="229211"/>
                  </a:cubicBezTo>
                  <a:cubicBezTo>
                    <a:pt x="179259" y="229457"/>
                    <a:pt x="179750" y="229702"/>
                    <a:pt x="180256" y="229955"/>
                  </a:cubicBezTo>
                  <a:cubicBezTo>
                    <a:pt x="180480" y="231304"/>
                    <a:pt x="180480" y="231304"/>
                    <a:pt x="180489" y="232932"/>
                  </a:cubicBezTo>
                  <a:cubicBezTo>
                    <a:pt x="180501" y="233469"/>
                    <a:pt x="180514" y="234006"/>
                    <a:pt x="180527" y="234560"/>
                  </a:cubicBezTo>
                  <a:cubicBezTo>
                    <a:pt x="180438" y="235005"/>
                    <a:pt x="180348" y="235450"/>
                    <a:pt x="180256" y="235908"/>
                  </a:cubicBezTo>
                  <a:cubicBezTo>
                    <a:pt x="177383" y="236866"/>
                    <a:pt x="174666" y="236759"/>
                    <a:pt x="171673" y="236751"/>
                  </a:cubicBezTo>
                  <a:cubicBezTo>
                    <a:pt x="171052" y="236752"/>
                    <a:pt x="170431" y="236753"/>
                    <a:pt x="169791" y="236753"/>
                  </a:cubicBezTo>
                  <a:cubicBezTo>
                    <a:pt x="168479" y="236754"/>
                    <a:pt x="167168" y="236753"/>
                    <a:pt x="165856" y="236749"/>
                  </a:cubicBezTo>
                  <a:cubicBezTo>
                    <a:pt x="163844" y="236745"/>
                    <a:pt x="161832" y="236749"/>
                    <a:pt x="159820" y="236754"/>
                  </a:cubicBezTo>
                  <a:cubicBezTo>
                    <a:pt x="158547" y="236754"/>
                    <a:pt x="157273" y="236753"/>
                    <a:pt x="155999" y="236751"/>
                  </a:cubicBezTo>
                  <a:cubicBezTo>
                    <a:pt x="155395" y="236753"/>
                    <a:pt x="154792" y="236754"/>
                    <a:pt x="154169" y="236756"/>
                  </a:cubicBezTo>
                  <a:cubicBezTo>
                    <a:pt x="149918" y="236738"/>
                    <a:pt x="149918" y="236738"/>
                    <a:pt x="148258" y="235908"/>
                  </a:cubicBezTo>
                  <a:cubicBezTo>
                    <a:pt x="147762" y="234420"/>
                    <a:pt x="147266" y="232932"/>
                    <a:pt x="146770" y="231443"/>
                  </a:cubicBezTo>
                  <a:cubicBezTo>
                    <a:pt x="146279" y="231198"/>
                    <a:pt x="145788" y="230952"/>
                    <a:pt x="145282" y="230699"/>
                  </a:cubicBezTo>
                  <a:cubicBezTo>
                    <a:pt x="145026" y="229214"/>
                    <a:pt x="145026" y="229214"/>
                    <a:pt x="144910" y="227397"/>
                  </a:cubicBezTo>
                  <a:cubicBezTo>
                    <a:pt x="144797" y="224623"/>
                    <a:pt x="144797" y="224623"/>
                    <a:pt x="143049" y="222514"/>
                  </a:cubicBezTo>
                  <a:cubicBezTo>
                    <a:pt x="142804" y="222514"/>
                    <a:pt x="142558" y="222514"/>
                    <a:pt x="142305" y="222514"/>
                  </a:cubicBezTo>
                  <a:cubicBezTo>
                    <a:pt x="142277" y="221886"/>
                    <a:pt x="142250" y="221259"/>
                    <a:pt x="142221" y="220613"/>
                  </a:cubicBezTo>
                  <a:cubicBezTo>
                    <a:pt x="142172" y="219797"/>
                    <a:pt x="142123" y="218982"/>
                    <a:pt x="142073" y="218142"/>
                  </a:cubicBezTo>
                  <a:cubicBezTo>
                    <a:pt x="142008" y="216925"/>
                    <a:pt x="142008" y="216925"/>
                    <a:pt x="141942" y="215683"/>
                  </a:cubicBezTo>
                  <a:cubicBezTo>
                    <a:pt x="141816" y="214990"/>
                    <a:pt x="141691" y="214298"/>
                    <a:pt x="141561" y="213584"/>
                  </a:cubicBezTo>
                  <a:cubicBezTo>
                    <a:pt x="140824" y="213093"/>
                    <a:pt x="140088" y="212602"/>
                    <a:pt x="139329" y="212096"/>
                  </a:cubicBezTo>
                  <a:cubicBezTo>
                    <a:pt x="139329" y="210600"/>
                    <a:pt x="139335" y="209100"/>
                    <a:pt x="139468" y="207611"/>
                  </a:cubicBezTo>
                  <a:cubicBezTo>
                    <a:pt x="139482" y="206064"/>
                    <a:pt x="139482" y="206064"/>
                    <a:pt x="138244" y="205102"/>
                  </a:cubicBezTo>
                  <a:cubicBezTo>
                    <a:pt x="136603" y="203398"/>
                    <a:pt x="136721" y="202001"/>
                    <a:pt x="136585" y="199678"/>
                  </a:cubicBezTo>
                  <a:cubicBezTo>
                    <a:pt x="136536" y="198938"/>
                    <a:pt x="136487" y="198199"/>
                    <a:pt x="136436" y="197437"/>
                  </a:cubicBezTo>
                  <a:cubicBezTo>
                    <a:pt x="136409" y="196872"/>
                    <a:pt x="136381" y="196307"/>
                    <a:pt x="136352" y="195725"/>
                  </a:cubicBezTo>
                  <a:cubicBezTo>
                    <a:pt x="135615" y="195725"/>
                    <a:pt x="134879" y="195725"/>
                    <a:pt x="134120" y="195725"/>
                  </a:cubicBezTo>
                  <a:cubicBezTo>
                    <a:pt x="134092" y="195142"/>
                    <a:pt x="134064" y="194560"/>
                    <a:pt x="134035" y="193960"/>
                  </a:cubicBezTo>
                  <a:cubicBezTo>
                    <a:pt x="133987" y="193207"/>
                    <a:pt x="133938" y="192454"/>
                    <a:pt x="133887" y="191678"/>
                  </a:cubicBezTo>
                  <a:cubicBezTo>
                    <a:pt x="133822" y="190552"/>
                    <a:pt x="133822" y="190552"/>
                    <a:pt x="133756" y="189402"/>
                  </a:cubicBezTo>
                  <a:cubicBezTo>
                    <a:pt x="133631" y="188788"/>
                    <a:pt x="133505" y="188173"/>
                    <a:pt x="133376" y="187539"/>
                  </a:cubicBezTo>
                  <a:cubicBezTo>
                    <a:pt x="132639" y="187294"/>
                    <a:pt x="131902" y="187048"/>
                    <a:pt x="131143" y="186795"/>
                  </a:cubicBezTo>
                  <a:cubicBezTo>
                    <a:pt x="130925" y="184769"/>
                    <a:pt x="130925" y="184769"/>
                    <a:pt x="131004" y="182284"/>
                  </a:cubicBezTo>
                  <a:cubicBezTo>
                    <a:pt x="131034" y="181051"/>
                    <a:pt x="131034" y="181051"/>
                    <a:pt x="131065" y="179793"/>
                  </a:cubicBezTo>
                  <a:cubicBezTo>
                    <a:pt x="131091" y="179157"/>
                    <a:pt x="131116" y="178521"/>
                    <a:pt x="131143" y="177865"/>
                  </a:cubicBezTo>
                  <a:cubicBezTo>
                    <a:pt x="130406" y="177865"/>
                    <a:pt x="129670" y="177865"/>
                    <a:pt x="128911" y="177865"/>
                  </a:cubicBezTo>
                  <a:cubicBezTo>
                    <a:pt x="128665" y="175164"/>
                    <a:pt x="128420" y="172463"/>
                    <a:pt x="128167" y="169680"/>
                  </a:cubicBezTo>
                  <a:cubicBezTo>
                    <a:pt x="127430" y="169680"/>
                    <a:pt x="126693" y="169680"/>
                    <a:pt x="125934" y="169680"/>
                  </a:cubicBezTo>
                  <a:cubicBezTo>
                    <a:pt x="125934" y="168206"/>
                    <a:pt x="125934" y="166733"/>
                    <a:pt x="125934" y="165215"/>
                  </a:cubicBezTo>
                  <a:cubicBezTo>
                    <a:pt x="101623" y="165215"/>
                    <a:pt x="77312" y="165215"/>
                    <a:pt x="52264" y="165215"/>
                  </a:cubicBezTo>
                  <a:cubicBezTo>
                    <a:pt x="52264" y="167179"/>
                    <a:pt x="52264" y="169144"/>
                    <a:pt x="52264" y="171168"/>
                  </a:cubicBezTo>
                  <a:cubicBezTo>
                    <a:pt x="51528" y="171414"/>
                    <a:pt x="50791" y="171659"/>
                    <a:pt x="50032" y="171912"/>
                  </a:cubicBezTo>
                  <a:cubicBezTo>
                    <a:pt x="49649" y="173980"/>
                    <a:pt x="49649" y="173980"/>
                    <a:pt x="49613" y="176377"/>
                  </a:cubicBezTo>
                  <a:cubicBezTo>
                    <a:pt x="49517" y="178842"/>
                    <a:pt x="49517" y="178842"/>
                    <a:pt x="49288" y="180842"/>
                  </a:cubicBezTo>
                  <a:cubicBezTo>
                    <a:pt x="48797" y="181087"/>
                    <a:pt x="48305" y="181333"/>
                    <a:pt x="47799" y="181586"/>
                  </a:cubicBezTo>
                  <a:cubicBezTo>
                    <a:pt x="47284" y="183677"/>
                    <a:pt x="47284" y="183677"/>
                    <a:pt x="46962" y="186097"/>
                  </a:cubicBezTo>
                  <a:cubicBezTo>
                    <a:pt x="46775" y="187331"/>
                    <a:pt x="46775" y="187331"/>
                    <a:pt x="46584" y="188589"/>
                  </a:cubicBezTo>
                  <a:cubicBezTo>
                    <a:pt x="46449" y="189542"/>
                    <a:pt x="46449" y="189542"/>
                    <a:pt x="46311" y="190516"/>
                  </a:cubicBezTo>
                  <a:cubicBezTo>
                    <a:pt x="45574" y="190516"/>
                    <a:pt x="44838" y="190516"/>
                    <a:pt x="44079" y="190516"/>
                  </a:cubicBezTo>
                  <a:cubicBezTo>
                    <a:pt x="44079" y="193463"/>
                    <a:pt x="44079" y="196409"/>
                    <a:pt x="44079" y="199445"/>
                  </a:cubicBezTo>
                  <a:cubicBezTo>
                    <a:pt x="43588" y="199445"/>
                    <a:pt x="43096" y="199445"/>
                    <a:pt x="42590" y="199445"/>
                  </a:cubicBezTo>
                  <a:cubicBezTo>
                    <a:pt x="41685" y="201257"/>
                    <a:pt x="41608" y="202733"/>
                    <a:pt x="41428" y="204747"/>
                  </a:cubicBezTo>
                  <a:cubicBezTo>
                    <a:pt x="41365" y="205425"/>
                    <a:pt x="41303" y="206102"/>
                    <a:pt x="41239" y="206800"/>
                  </a:cubicBezTo>
                  <a:cubicBezTo>
                    <a:pt x="41171" y="207579"/>
                    <a:pt x="41171" y="207579"/>
                    <a:pt x="41102" y="208375"/>
                  </a:cubicBezTo>
                  <a:cubicBezTo>
                    <a:pt x="40365" y="208375"/>
                    <a:pt x="39629" y="208375"/>
                    <a:pt x="38870" y="208375"/>
                  </a:cubicBezTo>
                  <a:cubicBezTo>
                    <a:pt x="38624" y="211567"/>
                    <a:pt x="38379" y="214760"/>
                    <a:pt x="38126" y="218049"/>
                  </a:cubicBezTo>
                  <a:cubicBezTo>
                    <a:pt x="37389" y="218049"/>
                    <a:pt x="36652" y="218049"/>
                    <a:pt x="35893" y="218049"/>
                  </a:cubicBezTo>
                  <a:cubicBezTo>
                    <a:pt x="35919" y="218739"/>
                    <a:pt x="35945" y="219428"/>
                    <a:pt x="35972" y="220139"/>
                  </a:cubicBezTo>
                  <a:cubicBezTo>
                    <a:pt x="36002" y="221476"/>
                    <a:pt x="36002" y="221476"/>
                    <a:pt x="36033" y="222839"/>
                  </a:cubicBezTo>
                  <a:cubicBezTo>
                    <a:pt x="36072" y="224173"/>
                    <a:pt x="36072" y="224173"/>
                    <a:pt x="36111" y="225534"/>
                  </a:cubicBezTo>
                  <a:cubicBezTo>
                    <a:pt x="36039" y="226256"/>
                    <a:pt x="35967" y="226979"/>
                    <a:pt x="35893" y="227723"/>
                  </a:cubicBezTo>
                  <a:cubicBezTo>
                    <a:pt x="35156" y="227968"/>
                    <a:pt x="34420" y="228214"/>
                    <a:pt x="33661" y="228467"/>
                  </a:cubicBezTo>
                  <a:cubicBezTo>
                    <a:pt x="33342" y="230401"/>
                    <a:pt x="33333" y="232276"/>
                    <a:pt x="33292" y="234234"/>
                  </a:cubicBezTo>
                  <a:cubicBezTo>
                    <a:pt x="33168" y="234787"/>
                    <a:pt x="33044" y="235339"/>
                    <a:pt x="32917" y="235908"/>
                  </a:cubicBezTo>
                  <a:cubicBezTo>
                    <a:pt x="30141" y="237044"/>
                    <a:pt x="27035" y="236773"/>
                    <a:pt x="24083" y="236777"/>
                  </a:cubicBezTo>
                  <a:cubicBezTo>
                    <a:pt x="23518" y="236780"/>
                    <a:pt x="22953" y="236782"/>
                    <a:pt x="22371" y="236785"/>
                  </a:cubicBezTo>
                  <a:cubicBezTo>
                    <a:pt x="21178" y="236789"/>
                    <a:pt x="19985" y="236790"/>
                    <a:pt x="18792" y="236790"/>
                  </a:cubicBezTo>
                  <a:cubicBezTo>
                    <a:pt x="16973" y="236792"/>
                    <a:pt x="15154" y="236805"/>
                    <a:pt x="13335" y="236820"/>
                  </a:cubicBezTo>
                  <a:cubicBezTo>
                    <a:pt x="12174" y="236822"/>
                    <a:pt x="11012" y="236823"/>
                    <a:pt x="9851" y="236824"/>
                  </a:cubicBezTo>
                  <a:cubicBezTo>
                    <a:pt x="9310" y="236829"/>
                    <a:pt x="8769" y="236835"/>
                    <a:pt x="8211" y="236840"/>
                  </a:cubicBezTo>
                  <a:cubicBezTo>
                    <a:pt x="5233" y="236827"/>
                    <a:pt x="2793" y="236655"/>
                    <a:pt x="174" y="235164"/>
                  </a:cubicBezTo>
                  <a:cubicBezTo>
                    <a:pt x="-58" y="233211"/>
                    <a:pt x="-58" y="233211"/>
                    <a:pt x="174" y="231443"/>
                  </a:cubicBezTo>
                  <a:cubicBezTo>
                    <a:pt x="666" y="231443"/>
                    <a:pt x="1157" y="231443"/>
                    <a:pt x="1663" y="231443"/>
                  </a:cubicBezTo>
                  <a:cubicBezTo>
                    <a:pt x="2130" y="229568"/>
                    <a:pt x="2379" y="227687"/>
                    <a:pt x="2660" y="225775"/>
                  </a:cubicBezTo>
                  <a:cubicBezTo>
                    <a:pt x="3151" y="224002"/>
                    <a:pt x="3151" y="224002"/>
                    <a:pt x="5383" y="222514"/>
                  </a:cubicBezTo>
                  <a:cubicBezTo>
                    <a:pt x="5570" y="220747"/>
                    <a:pt x="5570" y="220747"/>
                    <a:pt x="5383" y="218793"/>
                  </a:cubicBezTo>
                  <a:cubicBezTo>
                    <a:pt x="5244" y="216793"/>
                    <a:pt x="5244" y="216793"/>
                    <a:pt x="5383" y="215072"/>
                  </a:cubicBezTo>
                  <a:cubicBezTo>
                    <a:pt x="6120" y="214581"/>
                    <a:pt x="6857" y="214090"/>
                    <a:pt x="7616" y="213584"/>
                  </a:cubicBezTo>
                  <a:cubicBezTo>
                    <a:pt x="8049" y="211779"/>
                    <a:pt x="8049" y="211779"/>
                    <a:pt x="8127" y="209770"/>
                  </a:cubicBezTo>
                  <a:cubicBezTo>
                    <a:pt x="8176" y="209093"/>
                    <a:pt x="8225" y="208416"/>
                    <a:pt x="8276" y="207718"/>
                  </a:cubicBezTo>
                  <a:cubicBezTo>
                    <a:pt x="8303" y="207198"/>
                    <a:pt x="8331" y="206678"/>
                    <a:pt x="8360" y="206143"/>
                  </a:cubicBezTo>
                  <a:cubicBezTo>
                    <a:pt x="9097" y="206143"/>
                    <a:pt x="9833" y="206143"/>
                    <a:pt x="10592" y="206143"/>
                  </a:cubicBezTo>
                  <a:cubicBezTo>
                    <a:pt x="10838" y="202950"/>
                    <a:pt x="11084" y="199758"/>
                    <a:pt x="11337" y="196469"/>
                  </a:cubicBezTo>
                  <a:cubicBezTo>
                    <a:pt x="11828" y="196469"/>
                    <a:pt x="12319" y="196469"/>
                    <a:pt x="12825" y="196469"/>
                  </a:cubicBezTo>
                  <a:cubicBezTo>
                    <a:pt x="13288" y="194776"/>
                    <a:pt x="13288" y="194776"/>
                    <a:pt x="13569" y="192748"/>
                  </a:cubicBezTo>
                  <a:cubicBezTo>
                    <a:pt x="13895" y="190702"/>
                    <a:pt x="13895" y="190702"/>
                    <a:pt x="14313" y="189027"/>
                  </a:cubicBezTo>
                  <a:cubicBezTo>
                    <a:pt x="14804" y="188782"/>
                    <a:pt x="15295" y="188536"/>
                    <a:pt x="15801" y="188283"/>
                  </a:cubicBezTo>
                  <a:cubicBezTo>
                    <a:pt x="16067" y="185972"/>
                    <a:pt x="16132" y="183678"/>
                    <a:pt x="16217" y="181354"/>
                  </a:cubicBezTo>
                  <a:cubicBezTo>
                    <a:pt x="16325" y="180694"/>
                    <a:pt x="16434" y="180034"/>
                    <a:pt x="16546" y="179354"/>
                  </a:cubicBezTo>
                  <a:cubicBezTo>
                    <a:pt x="17282" y="179108"/>
                    <a:pt x="18019" y="178862"/>
                    <a:pt x="18778" y="178609"/>
                  </a:cubicBezTo>
                  <a:cubicBezTo>
                    <a:pt x="19215" y="177034"/>
                    <a:pt x="19215" y="177034"/>
                    <a:pt x="19290" y="175214"/>
                  </a:cubicBezTo>
                  <a:cubicBezTo>
                    <a:pt x="19338" y="174599"/>
                    <a:pt x="19387" y="173985"/>
                    <a:pt x="19438" y="173351"/>
                  </a:cubicBezTo>
                  <a:cubicBezTo>
                    <a:pt x="19466" y="172876"/>
                    <a:pt x="19493" y="172401"/>
                    <a:pt x="19522" y="171912"/>
                  </a:cubicBezTo>
                  <a:cubicBezTo>
                    <a:pt x="20259" y="171912"/>
                    <a:pt x="20995" y="171912"/>
                    <a:pt x="21754" y="171912"/>
                  </a:cubicBezTo>
                  <a:cubicBezTo>
                    <a:pt x="21746" y="171339"/>
                    <a:pt x="21737" y="170765"/>
                    <a:pt x="21728" y="170174"/>
                  </a:cubicBezTo>
                  <a:cubicBezTo>
                    <a:pt x="21722" y="169428"/>
                    <a:pt x="21715" y="168681"/>
                    <a:pt x="21708" y="167912"/>
                  </a:cubicBezTo>
                  <a:cubicBezTo>
                    <a:pt x="21699" y="167170"/>
                    <a:pt x="21691" y="166428"/>
                    <a:pt x="21682" y="165663"/>
                  </a:cubicBezTo>
                  <a:cubicBezTo>
                    <a:pt x="21754" y="163727"/>
                    <a:pt x="21754" y="163727"/>
                    <a:pt x="22499" y="162238"/>
                  </a:cubicBezTo>
                  <a:cubicBezTo>
                    <a:pt x="23235" y="162238"/>
                    <a:pt x="23972" y="162238"/>
                    <a:pt x="24731" y="162238"/>
                  </a:cubicBezTo>
                  <a:cubicBezTo>
                    <a:pt x="24731" y="159292"/>
                    <a:pt x="24731" y="156345"/>
                    <a:pt x="24731" y="153309"/>
                  </a:cubicBezTo>
                  <a:cubicBezTo>
                    <a:pt x="25468" y="153554"/>
                    <a:pt x="26204" y="153800"/>
                    <a:pt x="26963" y="154053"/>
                  </a:cubicBezTo>
                  <a:cubicBezTo>
                    <a:pt x="26991" y="153417"/>
                    <a:pt x="27019" y="152781"/>
                    <a:pt x="27048" y="152126"/>
                  </a:cubicBezTo>
                  <a:cubicBezTo>
                    <a:pt x="27121" y="150893"/>
                    <a:pt x="27121" y="150893"/>
                    <a:pt x="27196" y="149635"/>
                  </a:cubicBezTo>
                  <a:cubicBezTo>
                    <a:pt x="27261" y="148404"/>
                    <a:pt x="27261" y="148404"/>
                    <a:pt x="27327" y="147149"/>
                  </a:cubicBezTo>
                  <a:cubicBezTo>
                    <a:pt x="27452" y="146481"/>
                    <a:pt x="27578" y="145812"/>
                    <a:pt x="27708" y="145123"/>
                  </a:cubicBezTo>
                  <a:cubicBezTo>
                    <a:pt x="28444" y="144878"/>
                    <a:pt x="29181" y="144632"/>
                    <a:pt x="29940" y="144379"/>
                  </a:cubicBezTo>
                  <a:cubicBezTo>
                    <a:pt x="30322" y="142482"/>
                    <a:pt x="30322" y="142482"/>
                    <a:pt x="30359" y="140286"/>
                  </a:cubicBezTo>
                  <a:cubicBezTo>
                    <a:pt x="30455" y="138031"/>
                    <a:pt x="30455" y="138031"/>
                    <a:pt x="30684" y="136193"/>
                  </a:cubicBezTo>
                  <a:cubicBezTo>
                    <a:pt x="31175" y="135948"/>
                    <a:pt x="31666" y="135702"/>
                    <a:pt x="32172" y="135449"/>
                  </a:cubicBezTo>
                  <a:cubicBezTo>
                    <a:pt x="32437" y="133332"/>
                    <a:pt x="32503" y="131232"/>
                    <a:pt x="32588" y="129101"/>
                  </a:cubicBezTo>
                  <a:cubicBezTo>
                    <a:pt x="32697" y="128495"/>
                    <a:pt x="32805" y="127888"/>
                    <a:pt x="32917" y="127264"/>
                  </a:cubicBezTo>
                  <a:cubicBezTo>
                    <a:pt x="33653" y="127018"/>
                    <a:pt x="34390" y="126773"/>
                    <a:pt x="35149" y="126520"/>
                  </a:cubicBezTo>
                  <a:cubicBezTo>
                    <a:pt x="35588" y="124601"/>
                    <a:pt x="35588" y="124601"/>
                    <a:pt x="35661" y="122380"/>
                  </a:cubicBezTo>
                  <a:cubicBezTo>
                    <a:pt x="35710" y="121627"/>
                    <a:pt x="35758" y="120874"/>
                    <a:pt x="35809" y="120099"/>
                  </a:cubicBezTo>
                  <a:cubicBezTo>
                    <a:pt x="35851" y="119225"/>
                    <a:pt x="35851" y="119225"/>
                    <a:pt x="35893" y="118334"/>
                  </a:cubicBezTo>
                  <a:cubicBezTo>
                    <a:pt x="36630" y="118334"/>
                    <a:pt x="37367" y="118334"/>
                    <a:pt x="38126" y="118334"/>
                  </a:cubicBezTo>
                  <a:cubicBezTo>
                    <a:pt x="38371" y="115633"/>
                    <a:pt x="38617" y="112932"/>
                    <a:pt x="38870" y="110149"/>
                  </a:cubicBezTo>
                  <a:cubicBezTo>
                    <a:pt x="39606" y="110149"/>
                    <a:pt x="40343" y="110149"/>
                    <a:pt x="41102" y="110149"/>
                  </a:cubicBezTo>
                  <a:cubicBezTo>
                    <a:pt x="41063" y="109195"/>
                    <a:pt x="41063" y="109195"/>
                    <a:pt x="41024" y="108221"/>
                  </a:cubicBezTo>
                  <a:cubicBezTo>
                    <a:pt x="41004" y="107399"/>
                    <a:pt x="40983" y="106577"/>
                    <a:pt x="40963" y="105730"/>
                  </a:cubicBezTo>
                  <a:cubicBezTo>
                    <a:pt x="40924" y="104500"/>
                    <a:pt x="40924" y="104500"/>
                    <a:pt x="40884" y="103245"/>
                  </a:cubicBezTo>
                  <a:cubicBezTo>
                    <a:pt x="40956" y="102576"/>
                    <a:pt x="41028" y="101908"/>
                    <a:pt x="41102" y="101219"/>
                  </a:cubicBezTo>
                  <a:cubicBezTo>
                    <a:pt x="41839" y="100973"/>
                    <a:pt x="42576" y="100728"/>
                    <a:pt x="43335" y="100475"/>
                  </a:cubicBezTo>
                  <a:cubicBezTo>
                    <a:pt x="43772" y="98727"/>
                    <a:pt x="43772" y="98727"/>
                    <a:pt x="43846" y="96708"/>
                  </a:cubicBezTo>
                  <a:cubicBezTo>
                    <a:pt x="43895" y="96024"/>
                    <a:pt x="43944" y="95340"/>
                    <a:pt x="43994" y="94635"/>
                  </a:cubicBezTo>
                  <a:cubicBezTo>
                    <a:pt x="44022" y="94106"/>
                    <a:pt x="44050" y="93578"/>
                    <a:pt x="44079" y="93033"/>
                  </a:cubicBezTo>
                  <a:cubicBezTo>
                    <a:pt x="44570" y="93033"/>
                    <a:pt x="45061" y="93033"/>
                    <a:pt x="45567" y="93033"/>
                  </a:cubicBezTo>
                  <a:cubicBezTo>
                    <a:pt x="45702" y="92079"/>
                    <a:pt x="45702" y="92079"/>
                    <a:pt x="45840" y="91106"/>
                  </a:cubicBezTo>
                  <a:cubicBezTo>
                    <a:pt x="45965" y="90284"/>
                    <a:pt x="46090" y="89462"/>
                    <a:pt x="46218" y="88615"/>
                  </a:cubicBezTo>
                  <a:cubicBezTo>
                    <a:pt x="46339" y="87795"/>
                    <a:pt x="46460" y="86975"/>
                    <a:pt x="46584" y="86130"/>
                  </a:cubicBezTo>
                  <a:cubicBezTo>
                    <a:pt x="46740" y="85461"/>
                    <a:pt x="46895" y="84792"/>
                    <a:pt x="47055" y="84104"/>
                  </a:cubicBezTo>
                  <a:cubicBezTo>
                    <a:pt x="47546" y="83858"/>
                    <a:pt x="48038" y="83613"/>
                    <a:pt x="48544" y="83360"/>
                  </a:cubicBezTo>
                  <a:cubicBezTo>
                    <a:pt x="48892" y="81435"/>
                    <a:pt x="48892" y="81435"/>
                    <a:pt x="49009" y="79220"/>
                  </a:cubicBezTo>
                  <a:cubicBezTo>
                    <a:pt x="49064" y="78467"/>
                    <a:pt x="49120" y="77714"/>
                    <a:pt x="49177" y="76938"/>
                  </a:cubicBezTo>
                  <a:cubicBezTo>
                    <a:pt x="49232" y="76065"/>
                    <a:pt x="49232" y="76065"/>
                    <a:pt x="49288" y="75174"/>
                  </a:cubicBezTo>
                  <a:cubicBezTo>
                    <a:pt x="50024" y="75174"/>
                    <a:pt x="50761" y="75174"/>
                    <a:pt x="51520" y="75174"/>
                  </a:cubicBezTo>
                  <a:cubicBezTo>
                    <a:pt x="51548" y="74538"/>
                    <a:pt x="51576" y="73902"/>
                    <a:pt x="51604" y="73247"/>
                  </a:cubicBezTo>
                  <a:cubicBezTo>
                    <a:pt x="51653" y="72425"/>
                    <a:pt x="51702" y="71603"/>
                    <a:pt x="51753" y="70756"/>
                  </a:cubicBezTo>
                  <a:cubicBezTo>
                    <a:pt x="51796" y="69935"/>
                    <a:pt x="51839" y="69115"/>
                    <a:pt x="51883" y="68270"/>
                  </a:cubicBezTo>
                  <a:cubicBezTo>
                    <a:pt x="52072" y="67267"/>
                    <a:pt x="52072" y="67267"/>
                    <a:pt x="52264" y="66244"/>
                  </a:cubicBezTo>
                  <a:cubicBezTo>
                    <a:pt x="53001" y="65999"/>
                    <a:pt x="53738" y="65753"/>
                    <a:pt x="54497" y="65500"/>
                  </a:cubicBezTo>
                  <a:cubicBezTo>
                    <a:pt x="54879" y="63603"/>
                    <a:pt x="54879" y="63603"/>
                    <a:pt x="54915" y="61407"/>
                  </a:cubicBezTo>
                  <a:cubicBezTo>
                    <a:pt x="55011" y="59152"/>
                    <a:pt x="55011" y="59152"/>
                    <a:pt x="55241" y="57315"/>
                  </a:cubicBezTo>
                  <a:cubicBezTo>
                    <a:pt x="55732" y="57069"/>
                    <a:pt x="56223" y="56823"/>
                    <a:pt x="56729" y="56570"/>
                  </a:cubicBezTo>
                  <a:cubicBezTo>
                    <a:pt x="57078" y="54646"/>
                    <a:pt x="57078" y="54646"/>
                    <a:pt x="57194" y="52431"/>
                  </a:cubicBezTo>
                  <a:cubicBezTo>
                    <a:pt x="57250" y="51678"/>
                    <a:pt x="57305" y="50925"/>
                    <a:pt x="57363" y="50149"/>
                  </a:cubicBezTo>
                  <a:cubicBezTo>
                    <a:pt x="57417" y="49276"/>
                    <a:pt x="57417" y="49276"/>
                    <a:pt x="57473" y="48385"/>
                  </a:cubicBezTo>
                  <a:cubicBezTo>
                    <a:pt x="58578" y="48753"/>
                    <a:pt x="58578" y="48753"/>
                    <a:pt x="59706" y="49129"/>
                  </a:cubicBezTo>
                  <a:cubicBezTo>
                    <a:pt x="59951" y="45937"/>
                    <a:pt x="60197" y="42744"/>
                    <a:pt x="60450" y="39455"/>
                  </a:cubicBezTo>
                  <a:cubicBezTo>
                    <a:pt x="61187" y="39455"/>
                    <a:pt x="61923" y="39455"/>
                    <a:pt x="62682" y="39455"/>
                  </a:cubicBezTo>
                  <a:cubicBezTo>
                    <a:pt x="62737" y="38662"/>
                    <a:pt x="62737" y="38662"/>
                    <a:pt x="62793" y="37854"/>
                  </a:cubicBezTo>
                  <a:cubicBezTo>
                    <a:pt x="62848" y="37170"/>
                    <a:pt x="62904" y="36486"/>
                    <a:pt x="62961" y="35781"/>
                  </a:cubicBezTo>
                  <a:cubicBezTo>
                    <a:pt x="63039" y="34758"/>
                    <a:pt x="63039" y="34758"/>
                    <a:pt x="63118" y="33714"/>
                  </a:cubicBezTo>
                  <a:cubicBezTo>
                    <a:pt x="63271" y="32873"/>
                    <a:pt x="63271" y="32873"/>
                    <a:pt x="63426" y="32014"/>
                  </a:cubicBezTo>
                  <a:cubicBezTo>
                    <a:pt x="63917" y="31768"/>
                    <a:pt x="64409" y="31523"/>
                    <a:pt x="64915" y="31270"/>
                  </a:cubicBezTo>
                  <a:cubicBezTo>
                    <a:pt x="65180" y="28959"/>
                    <a:pt x="65245" y="26664"/>
                    <a:pt x="65330" y="24340"/>
                  </a:cubicBezTo>
                  <a:cubicBezTo>
                    <a:pt x="65493" y="23350"/>
                    <a:pt x="65493" y="23350"/>
                    <a:pt x="65659" y="22340"/>
                  </a:cubicBezTo>
                  <a:cubicBezTo>
                    <a:pt x="66395" y="22094"/>
                    <a:pt x="67132" y="21849"/>
                    <a:pt x="67891" y="21596"/>
                  </a:cubicBezTo>
                  <a:cubicBezTo>
                    <a:pt x="68328" y="20020"/>
                    <a:pt x="68328" y="20020"/>
                    <a:pt x="68403" y="18201"/>
                  </a:cubicBezTo>
                  <a:cubicBezTo>
                    <a:pt x="68452" y="17586"/>
                    <a:pt x="68501" y="16971"/>
                    <a:pt x="68551" y="16337"/>
                  </a:cubicBezTo>
                  <a:cubicBezTo>
                    <a:pt x="68579" y="15863"/>
                    <a:pt x="68607" y="15388"/>
                    <a:pt x="68635" y="14899"/>
                  </a:cubicBezTo>
                  <a:cubicBezTo>
                    <a:pt x="69372" y="14899"/>
                    <a:pt x="70109" y="14899"/>
                    <a:pt x="70868" y="14899"/>
                  </a:cubicBezTo>
                  <a:cubicBezTo>
                    <a:pt x="71236" y="10110"/>
                    <a:pt x="71236" y="10110"/>
                    <a:pt x="71612" y="5225"/>
                  </a:cubicBezTo>
                  <a:cubicBezTo>
                    <a:pt x="72349" y="5225"/>
                    <a:pt x="73085" y="5225"/>
                    <a:pt x="73844" y="5225"/>
                  </a:cubicBezTo>
                  <a:cubicBezTo>
                    <a:pt x="74090" y="3751"/>
                    <a:pt x="74335" y="2278"/>
                    <a:pt x="74588" y="760"/>
                  </a:cubicBezTo>
                  <a:cubicBezTo>
                    <a:pt x="78694" y="595"/>
                    <a:pt x="82798" y="473"/>
                    <a:pt x="86906" y="392"/>
                  </a:cubicBezTo>
                  <a:cubicBezTo>
                    <a:pt x="88304" y="358"/>
                    <a:pt x="89701" y="313"/>
                    <a:pt x="91098" y="255"/>
                  </a:cubicBezTo>
                  <a:cubicBezTo>
                    <a:pt x="93105" y="174"/>
                    <a:pt x="95108" y="136"/>
                    <a:pt x="97116" y="106"/>
                  </a:cubicBezTo>
                  <a:cubicBezTo>
                    <a:pt x="97743" y="71"/>
                    <a:pt x="98370" y="37"/>
                    <a:pt x="99017" y="1"/>
                  </a:cubicBezTo>
                  <a:close/>
                </a:path>
              </a:pathLst>
            </a:custGeom>
            <a:grpFill/>
            <a:ln w="744" cap="flat">
              <a:noFill/>
              <a:prstDash val="solid"/>
              <a:miter/>
            </a:ln>
          </p:spPr>
          <p:txBody>
            <a:bodyPr rtlCol="0" anchor="ctr"/>
            <a:lstStyle/>
            <a:p>
              <a:endParaRPr lang="zh-CN" altLang="en-US"/>
            </a:p>
          </p:txBody>
        </p:sp>
        <p:sp>
          <p:nvSpPr>
            <p:cNvPr id="185" name="任意多边形: 形状 184"/>
            <p:cNvSpPr/>
            <p:nvPr/>
          </p:nvSpPr>
          <p:spPr>
            <a:xfrm>
              <a:off x="9992661" y="1392833"/>
              <a:ext cx="145934" cy="236243"/>
            </a:xfrm>
            <a:custGeom>
              <a:avLst/>
              <a:gdLst>
                <a:gd name="connsiteX0" fmla="*/ 18764 w 145935"/>
                <a:gd name="connsiteY0" fmla="*/ 1556 h 236236"/>
                <a:gd name="connsiteX1" fmla="*/ 20398 w 145935"/>
                <a:gd name="connsiteY1" fmla="*/ 1563 h 236236"/>
                <a:gd name="connsiteX2" fmla="*/ 22122 w 145935"/>
                <a:gd name="connsiteY2" fmla="*/ 1561 h 236236"/>
                <a:gd name="connsiteX3" fmla="*/ 27884 w 145935"/>
                <a:gd name="connsiteY3" fmla="*/ 1568 h 236236"/>
                <a:gd name="connsiteX4" fmla="*/ 31997 w 145935"/>
                <a:gd name="connsiteY4" fmla="*/ 1568 h 236236"/>
                <a:gd name="connsiteX5" fmla="*/ 43201 w 145935"/>
                <a:gd name="connsiteY5" fmla="*/ 1577 h 236236"/>
                <a:gd name="connsiteX6" fmla="*/ 54895 w 145935"/>
                <a:gd name="connsiteY6" fmla="*/ 1583 h 236236"/>
                <a:gd name="connsiteX7" fmla="*/ 77056 w 145935"/>
                <a:gd name="connsiteY7" fmla="*/ 1599 h 236236"/>
                <a:gd name="connsiteX8" fmla="*/ 102279 w 145935"/>
                <a:gd name="connsiteY8" fmla="*/ 1615 h 236236"/>
                <a:gd name="connsiteX9" fmla="*/ 154180 w 145935"/>
                <a:gd name="connsiteY9" fmla="*/ 1652 h 236236"/>
                <a:gd name="connsiteX10" fmla="*/ 154221 w 145935"/>
                <a:gd name="connsiteY10" fmla="*/ 14329 h 236236"/>
                <a:gd name="connsiteX11" fmla="*/ 154236 w 145935"/>
                <a:gd name="connsiteY11" fmla="*/ 18645 h 236236"/>
                <a:gd name="connsiteX12" fmla="*/ 154253 w 145935"/>
                <a:gd name="connsiteY12" fmla="*/ 24834 h 236236"/>
                <a:gd name="connsiteX13" fmla="*/ 154264 w 145935"/>
                <a:gd name="connsiteY13" fmla="*/ 26796 h 236236"/>
                <a:gd name="connsiteX14" fmla="*/ 154180 w 145935"/>
                <a:gd name="connsiteY14" fmla="*/ 31418 h 236236"/>
                <a:gd name="connsiteX15" fmla="*/ 151636 w 145935"/>
                <a:gd name="connsiteY15" fmla="*/ 32254 h 236236"/>
                <a:gd name="connsiteX16" fmla="*/ 149194 w 145935"/>
                <a:gd name="connsiteY16" fmla="*/ 32252 h 236236"/>
                <a:gd name="connsiteX17" fmla="*/ 146401 w 145935"/>
                <a:gd name="connsiteY17" fmla="*/ 32255 h 236236"/>
                <a:gd name="connsiteX18" fmla="*/ 143310 w 145935"/>
                <a:gd name="connsiteY18" fmla="*/ 32247 h 236236"/>
                <a:gd name="connsiteX19" fmla="*/ 140077 w 145935"/>
                <a:gd name="connsiteY19" fmla="*/ 32247 h 236236"/>
                <a:gd name="connsiteX20" fmla="*/ 131272 w 145935"/>
                <a:gd name="connsiteY20" fmla="*/ 32238 h 236236"/>
                <a:gd name="connsiteX21" fmla="*/ 122080 w 145935"/>
                <a:gd name="connsiteY21" fmla="*/ 32232 h 236236"/>
                <a:gd name="connsiteX22" fmla="*/ 104663 w 145935"/>
                <a:gd name="connsiteY22" fmla="*/ 32216 h 236236"/>
                <a:gd name="connsiteX23" fmla="*/ 84838 w 145935"/>
                <a:gd name="connsiteY23" fmla="*/ 32200 h 236236"/>
                <a:gd name="connsiteX24" fmla="*/ 44047 w 145935"/>
                <a:gd name="connsiteY24" fmla="*/ 32162 h 236236"/>
                <a:gd name="connsiteX25" fmla="*/ 44414 w 145935"/>
                <a:gd name="connsiteY25" fmla="*/ 33481 h 236236"/>
                <a:gd name="connsiteX26" fmla="*/ 44888 w 145935"/>
                <a:gd name="connsiteY26" fmla="*/ 41167 h 236236"/>
                <a:gd name="connsiteX27" fmla="*/ 44892 w 145935"/>
                <a:gd name="connsiteY27" fmla="*/ 43002 h 236236"/>
                <a:gd name="connsiteX28" fmla="*/ 44890 w 145935"/>
                <a:gd name="connsiteY28" fmla="*/ 48998 h 236236"/>
                <a:gd name="connsiteX29" fmla="*/ 44892 w 145935"/>
                <a:gd name="connsiteY29" fmla="*/ 53169 h 236236"/>
                <a:gd name="connsiteX30" fmla="*/ 44888 w 145935"/>
                <a:gd name="connsiteY30" fmla="*/ 61906 h 236236"/>
                <a:gd name="connsiteX31" fmla="*/ 44891 w 145935"/>
                <a:gd name="connsiteY31" fmla="*/ 73106 h 236236"/>
                <a:gd name="connsiteX32" fmla="*/ 44891 w 145935"/>
                <a:gd name="connsiteY32" fmla="*/ 81717 h 236236"/>
                <a:gd name="connsiteX33" fmla="*/ 44893 w 145935"/>
                <a:gd name="connsiteY33" fmla="*/ 85847 h 236236"/>
                <a:gd name="connsiteX34" fmla="*/ 44888 w 145935"/>
                <a:gd name="connsiteY34" fmla="*/ 91618 h 236236"/>
                <a:gd name="connsiteX35" fmla="*/ 44892 w 145935"/>
                <a:gd name="connsiteY35" fmla="*/ 93342 h 236236"/>
                <a:gd name="connsiteX36" fmla="*/ 44047 w 145935"/>
                <a:gd name="connsiteY36" fmla="*/ 100623 h 236236"/>
                <a:gd name="connsiteX37" fmla="*/ 45647 w 145935"/>
                <a:gd name="connsiteY37" fmla="*/ 100621 h 236236"/>
                <a:gd name="connsiteX38" fmla="*/ 84138 w 145935"/>
                <a:gd name="connsiteY38" fmla="*/ 100585 h 236236"/>
                <a:gd name="connsiteX39" fmla="*/ 102752 w 145935"/>
                <a:gd name="connsiteY39" fmla="*/ 100567 h 236236"/>
                <a:gd name="connsiteX40" fmla="*/ 118971 w 145935"/>
                <a:gd name="connsiteY40" fmla="*/ 100553 h 236236"/>
                <a:gd name="connsiteX41" fmla="*/ 127563 w 145935"/>
                <a:gd name="connsiteY41" fmla="*/ 100544 h 236236"/>
                <a:gd name="connsiteX42" fmla="*/ 135644 w 145935"/>
                <a:gd name="connsiteY42" fmla="*/ 100539 h 236236"/>
                <a:gd name="connsiteX43" fmla="*/ 140037 w 145935"/>
                <a:gd name="connsiteY43" fmla="*/ 100531 h 236236"/>
                <a:gd name="connsiteX44" fmla="*/ 142661 w 145935"/>
                <a:gd name="connsiteY44" fmla="*/ 100534 h 236236"/>
                <a:gd name="connsiteX45" fmla="*/ 144952 w 145935"/>
                <a:gd name="connsiteY45" fmla="*/ 100532 h 236236"/>
                <a:gd name="connsiteX46" fmla="*/ 148227 w 145935"/>
                <a:gd name="connsiteY46" fmla="*/ 101367 h 236236"/>
                <a:gd name="connsiteX47" fmla="*/ 148425 w 145935"/>
                <a:gd name="connsiteY47" fmla="*/ 107762 h 236236"/>
                <a:gd name="connsiteX48" fmla="*/ 148429 w 145935"/>
                <a:gd name="connsiteY48" fmla="*/ 109706 h 236236"/>
                <a:gd name="connsiteX49" fmla="*/ 148421 w 145935"/>
                <a:gd name="connsiteY49" fmla="*/ 113782 h 236236"/>
                <a:gd name="connsiteX50" fmla="*/ 148431 w 145935"/>
                <a:gd name="connsiteY50" fmla="*/ 120043 h 236236"/>
                <a:gd name="connsiteX51" fmla="*/ 148425 w 145935"/>
                <a:gd name="connsiteY51" fmla="*/ 123994 h 236236"/>
                <a:gd name="connsiteX52" fmla="*/ 148434 w 145935"/>
                <a:gd name="connsiteY52" fmla="*/ 125899 h 236236"/>
                <a:gd name="connsiteX53" fmla="*/ 148227 w 145935"/>
                <a:gd name="connsiteY53" fmla="*/ 130389 h 236236"/>
                <a:gd name="connsiteX54" fmla="*/ 142661 w 145935"/>
                <a:gd name="connsiteY54" fmla="*/ 131222 h 236236"/>
                <a:gd name="connsiteX55" fmla="*/ 140037 w 145935"/>
                <a:gd name="connsiteY55" fmla="*/ 131225 h 236236"/>
                <a:gd name="connsiteX56" fmla="*/ 137143 w 145935"/>
                <a:gd name="connsiteY56" fmla="*/ 131217 h 236236"/>
                <a:gd name="connsiteX57" fmla="*/ 134107 w 145935"/>
                <a:gd name="connsiteY57" fmla="*/ 131218 h 236236"/>
                <a:gd name="connsiteX58" fmla="*/ 125851 w 145935"/>
                <a:gd name="connsiteY58" fmla="*/ 131208 h 236236"/>
                <a:gd name="connsiteX59" fmla="*/ 117229 w 145935"/>
                <a:gd name="connsiteY59" fmla="*/ 131202 h 236236"/>
                <a:gd name="connsiteX60" fmla="*/ 100895 w 145935"/>
                <a:gd name="connsiteY60" fmla="*/ 131186 h 236236"/>
                <a:gd name="connsiteX61" fmla="*/ 82301 w 145935"/>
                <a:gd name="connsiteY61" fmla="*/ 131170 h 236236"/>
                <a:gd name="connsiteX62" fmla="*/ 44047 w 145935"/>
                <a:gd name="connsiteY62" fmla="*/ 131133 h 236236"/>
                <a:gd name="connsiteX63" fmla="*/ 44414 w 145935"/>
                <a:gd name="connsiteY63" fmla="*/ 132434 h 236236"/>
                <a:gd name="connsiteX64" fmla="*/ 44886 w 145935"/>
                <a:gd name="connsiteY64" fmla="*/ 137108 h 236236"/>
                <a:gd name="connsiteX65" fmla="*/ 44892 w 145935"/>
                <a:gd name="connsiteY65" fmla="*/ 138894 h 236236"/>
                <a:gd name="connsiteX66" fmla="*/ 44888 w 145935"/>
                <a:gd name="connsiteY66" fmla="*/ 140833 h 236236"/>
                <a:gd name="connsiteX67" fmla="*/ 44892 w 145935"/>
                <a:gd name="connsiteY67" fmla="*/ 142891 h 236236"/>
                <a:gd name="connsiteX68" fmla="*/ 44890 w 145935"/>
                <a:gd name="connsiteY68" fmla="*/ 149623 h 236236"/>
                <a:gd name="connsiteX69" fmla="*/ 44892 w 145935"/>
                <a:gd name="connsiteY69" fmla="*/ 154299 h 236236"/>
                <a:gd name="connsiteX70" fmla="*/ 44888 w 145935"/>
                <a:gd name="connsiteY70" fmla="*/ 164097 h 236236"/>
                <a:gd name="connsiteX71" fmla="*/ 44891 w 145935"/>
                <a:gd name="connsiteY71" fmla="*/ 176669 h 236236"/>
                <a:gd name="connsiteX72" fmla="*/ 44891 w 145935"/>
                <a:gd name="connsiteY72" fmla="*/ 186323 h 236236"/>
                <a:gd name="connsiteX73" fmla="*/ 44893 w 145935"/>
                <a:gd name="connsiteY73" fmla="*/ 190959 h 236236"/>
                <a:gd name="connsiteX74" fmla="*/ 44888 w 145935"/>
                <a:gd name="connsiteY74" fmla="*/ 197431 h 236236"/>
                <a:gd name="connsiteX75" fmla="*/ 44892 w 145935"/>
                <a:gd name="connsiteY75" fmla="*/ 199375 h 236236"/>
                <a:gd name="connsiteX76" fmla="*/ 44047 w 145935"/>
                <a:gd name="connsiteY76" fmla="*/ 206291 h 236236"/>
                <a:gd name="connsiteX77" fmla="*/ 45835 w 145935"/>
                <a:gd name="connsiteY77" fmla="*/ 206289 h 236236"/>
                <a:gd name="connsiteX78" fmla="*/ 88834 w 145935"/>
                <a:gd name="connsiteY78" fmla="*/ 206253 h 236236"/>
                <a:gd name="connsiteX79" fmla="*/ 109627 w 145935"/>
                <a:gd name="connsiteY79" fmla="*/ 206235 h 236236"/>
                <a:gd name="connsiteX80" fmla="*/ 127744 w 145935"/>
                <a:gd name="connsiteY80" fmla="*/ 206221 h 236236"/>
                <a:gd name="connsiteX81" fmla="*/ 137343 w 145935"/>
                <a:gd name="connsiteY81" fmla="*/ 206212 h 236236"/>
                <a:gd name="connsiteX82" fmla="*/ 146367 w 145935"/>
                <a:gd name="connsiteY82" fmla="*/ 206207 h 236236"/>
                <a:gd name="connsiteX83" fmla="*/ 149689 w 145935"/>
                <a:gd name="connsiteY83" fmla="*/ 206202 h 236236"/>
                <a:gd name="connsiteX84" fmla="*/ 154205 w 145935"/>
                <a:gd name="connsiteY84" fmla="*/ 206202 h 236236"/>
                <a:gd name="connsiteX85" fmla="*/ 156764 w 145935"/>
                <a:gd name="connsiteY85" fmla="*/ 206200 h 236236"/>
                <a:gd name="connsiteX86" fmla="*/ 159389 w 145935"/>
                <a:gd name="connsiteY86" fmla="*/ 207035 h 236236"/>
                <a:gd name="connsiteX87" fmla="*/ 159650 w 145935"/>
                <a:gd name="connsiteY87" fmla="*/ 219768 h 236236"/>
                <a:gd name="connsiteX88" fmla="*/ 159711 w 145935"/>
                <a:gd name="connsiteY88" fmla="*/ 224068 h 236236"/>
                <a:gd name="connsiteX89" fmla="*/ 159779 w 145935"/>
                <a:gd name="connsiteY89" fmla="*/ 230243 h 236236"/>
                <a:gd name="connsiteX90" fmla="*/ 159830 w 145935"/>
                <a:gd name="connsiteY90" fmla="*/ 232197 h 236236"/>
                <a:gd name="connsiteX91" fmla="*/ 159389 w 145935"/>
                <a:gd name="connsiteY91" fmla="*/ 236801 h 236236"/>
                <a:gd name="connsiteX92" fmla="*/ 149986 w 145935"/>
                <a:gd name="connsiteY92" fmla="*/ 237644 h 236236"/>
                <a:gd name="connsiteX93" fmla="*/ 148270 w 145935"/>
                <a:gd name="connsiteY93" fmla="*/ 237650 h 236236"/>
                <a:gd name="connsiteX94" fmla="*/ 142588 w 145935"/>
                <a:gd name="connsiteY94" fmla="*/ 237653 h 236236"/>
                <a:gd name="connsiteX95" fmla="*/ 138510 w 145935"/>
                <a:gd name="connsiteY95" fmla="*/ 237661 h 236236"/>
                <a:gd name="connsiteX96" fmla="*/ 127440 w 145935"/>
                <a:gd name="connsiteY96" fmla="*/ 237669 h 236236"/>
                <a:gd name="connsiteX97" fmla="*/ 118203 w 145935"/>
                <a:gd name="connsiteY97" fmla="*/ 237676 h 236236"/>
                <a:gd name="connsiteX98" fmla="*/ 96416 w 145935"/>
                <a:gd name="connsiteY98" fmla="*/ 237683 h 236236"/>
                <a:gd name="connsiteX99" fmla="*/ 73926 w 145935"/>
                <a:gd name="connsiteY99" fmla="*/ 237702 h 236236"/>
                <a:gd name="connsiteX100" fmla="*/ 54624 w 145935"/>
                <a:gd name="connsiteY100" fmla="*/ 237715 h 236236"/>
                <a:gd name="connsiteX101" fmla="*/ 43092 w 145935"/>
                <a:gd name="connsiteY101" fmla="*/ 237725 h 236236"/>
                <a:gd name="connsiteX102" fmla="*/ 32254 w 145935"/>
                <a:gd name="connsiteY102" fmla="*/ 237727 h 236236"/>
                <a:gd name="connsiteX103" fmla="*/ 28273 w 145935"/>
                <a:gd name="connsiteY103" fmla="*/ 237732 h 236236"/>
                <a:gd name="connsiteX104" fmla="*/ 22846 w 145935"/>
                <a:gd name="connsiteY104" fmla="*/ 237729 h 236236"/>
                <a:gd name="connsiteX105" fmla="*/ 21248 w 145935"/>
                <a:gd name="connsiteY105" fmla="*/ 237741 h 236236"/>
                <a:gd name="connsiteX106" fmla="*/ 14282 w 145935"/>
                <a:gd name="connsiteY106" fmla="*/ 236057 h 236236"/>
                <a:gd name="connsiteX107" fmla="*/ 13913 w 145935"/>
                <a:gd name="connsiteY107" fmla="*/ 232227 h 236236"/>
                <a:gd name="connsiteX108" fmla="*/ 13894 w 145935"/>
                <a:gd name="connsiteY108" fmla="*/ 229752 h 236236"/>
                <a:gd name="connsiteX109" fmla="*/ 13919 w 145935"/>
                <a:gd name="connsiteY109" fmla="*/ 227012 h 236236"/>
                <a:gd name="connsiteX110" fmla="*/ 13909 w 145935"/>
                <a:gd name="connsiteY110" fmla="*/ 224118 h 236236"/>
                <a:gd name="connsiteX111" fmla="*/ 13925 w 145935"/>
                <a:gd name="connsiteY111" fmla="*/ 216141 h 236236"/>
                <a:gd name="connsiteX112" fmla="*/ 13927 w 145935"/>
                <a:gd name="connsiteY112" fmla="*/ 207547 h 236236"/>
                <a:gd name="connsiteX113" fmla="*/ 13950 w 145935"/>
                <a:gd name="connsiteY113" fmla="*/ 190703 h 236236"/>
                <a:gd name="connsiteX114" fmla="*/ 13972 w 145935"/>
                <a:gd name="connsiteY114" fmla="*/ 171107 h 236236"/>
                <a:gd name="connsiteX115" fmla="*/ 14016 w 145935"/>
                <a:gd name="connsiteY115" fmla="*/ 136155 h 236236"/>
                <a:gd name="connsiteX116" fmla="*/ 14062 w 145935"/>
                <a:gd name="connsiteY116" fmla="*/ 102201 h 236236"/>
                <a:gd name="connsiteX117" fmla="*/ 14063 w 145935"/>
                <a:gd name="connsiteY117" fmla="*/ 100089 h 236236"/>
                <a:gd name="connsiteX118" fmla="*/ 14067 w 145935"/>
                <a:gd name="connsiteY118" fmla="*/ 91684 h 236236"/>
                <a:gd name="connsiteX119" fmla="*/ 14098 w 145935"/>
                <a:gd name="connsiteY119" fmla="*/ 59379 h 236236"/>
                <a:gd name="connsiteX120" fmla="*/ 14108 w 145935"/>
                <a:gd name="connsiteY120" fmla="*/ 49606 h 236236"/>
                <a:gd name="connsiteX121" fmla="*/ 14139 w 145935"/>
                <a:gd name="connsiteY121" fmla="*/ 29050 h 236236"/>
                <a:gd name="connsiteX122" fmla="*/ 14153 w 145935"/>
                <a:gd name="connsiteY122" fmla="*/ 20545 h 236236"/>
                <a:gd name="connsiteX123" fmla="*/ 14172 w 145935"/>
                <a:gd name="connsiteY123" fmla="*/ 11347 h 236236"/>
                <a:gd name="connsiteX124" fmla="*/ 14172 w 145935"/>
                <a:gd name="connsiteY124" fmla="*/ 8601 h 236236"/>
                <a:gd name="connsiteX125" fmla="*/ 14182 w 145935"/>
                <a:gd name="connsiteY125" fmla="*/ 6133 h 236236"/>
                <a:gd name="connsiteX126" fmla="*/ 14186 w 145935"/>
                <a:gd name="connsiteY126" fmla="*/ 3986 h 236236"/>
                <a:gd name="connsiteX127" fmla="*/ 18764 w 145935"/>
                <a:gd name="connsiteY127" fmla="*/ 1556 h 236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45935" h="236236">
                  <a:moveTo>
                    <a:pt x="18764" y="1556"/>
                  </a:moveTo>
                  <a:cubicBezTo>
                    <a:pt x="19303" y="1559"/>
                    <a:pt x="19843" y="1561"/>
                    <a:pt x="20398" y="1563"/>
                  </a:cubicBezTo>
                  <a:cubicBezTo>
                    <a:pt x="20967" y="1562"/>
                    <a:pt x="21536" y="1562"/>
                    <a:pt x="22122" y="1561"/>
                  </a:cubicBezTo>
                  <a:cubicBezTo>
                    <a:pt x="24043" y="1560"/>
                    <a:pt x="25964" y="1564"/>
                    <a:pt x="27884" y="1568"/>
                  </a:cubicBezTo>
                  <a:cubicBezTo>
                    <a:pt x="29255" y="1568"/>
                    <a:pt x="30626" y="1568"/>
                    <a:pt x="31997" y="1568"/>
                  </a:cubicBezTo>
                  <a:cubicBezTo>
                    <a:pt x="35732" y="1567"/>
                    <a:pt x="39466" y="1572"/>
                    <a:pt x="43201" y="1577"/>
                  </a:cubicBezTo>
                  <a:cubicBezTo>
                    <a:pt x="47099" y="1582"/>
                    <a:pt x="50997" y="1582"/>
                    <a:pt x="54895" y="1583"/>
                  </a:cubicBezTo>
                  <a:cubicBezTo>
                    <a:pt x="62282" y="1585"/>
                    <a:pt x="69669" y="1591"/>
                    <a:pt x="77056" y="1599"/>
                  </a:cubicBezTo>
                  <a:cubicBezTo>
                    <a:pt x="85464" y="1607"/>
                    <a:pt x="93872" y="1611"/>
                    <a:pt x="102279" y="1615"/>
                  </a:cubicBezTo>
                  <a:cubicBezTo>
                    <a:pt x="119580" y="1623"/>
                    <a:pt x="136880" y="1636"/>
                    <a:pt x="154180" y="1652"/>
                  </a:cubicBezTo>
                  <a:cubicBezTo>
                    <a:pt x="154198" y="5878"/>
                    <a:pt x="154212" y="10103"/>
                    <a:pt x="154221" y="14329"/>
                  </a:cubicBezTo>
                  <a:cubicBezTo>
                    <a:pt x="154225" y="15767"/>
                    <a:pt x="154230" y="17206"/>
                    <a:pt x="154236" y="18645"/>
                  </a:cubicBezTo>
                  <a:cubicBezTo>
                    <a:pt x="154245" y="20708"/>
                    <a:pt x="154250" y="22771"/>
                    <a:pt x="154253" y="24834"/>
                  </a:cubicBezTo>
                  <a:cubicBezTo>
                    <a:pt x="154257" y="25481"/>
                    <a:pt x="154261" y="26129"/>
                    <a:pt x="154264" y="26796"/>
                  </a:cubicBezTo>
                  <a:cubicBezTo>
                    <a:pt x="154265" y="28337"/>
                    <a:pt x="154226" y="29878"/>
                    <a:pt x="154180" y="31418"/>
                  </a:cubicBezTo>
                  <a:cubicBezTo>
                    <a:pt x="153436" y="32162"/>
                    <a:pt x="153436" y="32162"/>
                    <a:pt x="151636" y="32254"/>
                  </a:cubicBezTo>
                  <a:cubicBezTo>
                    <a:pt x="150427" y="32253"/>
                    <a:pt x="150427" y="32253"/>
                    <a:pt x="149194" y="32252"/>
                  </a:cubicBezTo>
                  <a:cubicBezTo>
                    <a:pt x="148272" y="32253"/>
                    <a:pt x="147351" y="32254"/>
                    <a:pt x="146401" y="32255"/>
                  </a:cubicBezTo>
                  <a:cubicBezTo>
                    <a:pt x="145371" y="32252"/>
                    <a:pt x="144340" y="32249"/>
                    <a:pt x="143310" y="32247"/>
                  </a:cubicBezTo>
                  <a:cubicBezTo>
                    <a:pt x="142232" y="32246"/>
                    <a:pt x="141154" y="32247"/>
                    <a:pt x="140077" y="32247"/>
                  </a:cubicBezTo>
                  <a:cubicBezTo>
                    <a:pt x="137142" y="32247"/>
                    <a:pt x="134207" y="32243"/>
                    <a:pt x="131272" y="32238"/>
                  </a:cubicBezTo>
                  <a:cubicBezTo>
                    <a:pt x="128208" y="32233"/>
                    <a:pt x="125144" y="32233"/>
                    <a:pt x="122080" y="32232"/>
                  </a:cubicBezTo>
                  <a:cubicBezTo>
                    <a:pt x="116274" y="32229"/>
                    <a:pt x="110468" y="32223"/>
                    <a:pt x="104663" y="32216"/>
                  </a:cubicBezTo>
                  <a:cubicBezTo>
                    <a:pt x="98055" y="32207"/>
                    <a:pt x="91446" y="32203"/>
                    <a:pt x="84838" y="32200"/>
                  </a:cubicBezTo>
                  <a:cubicBezTo>
                    <a:pt x="71241" y="32192"/>
                    <a:pt x="57644" y="32179"/>
                    <a:pt x="44047" y="32162"/>
                  </a:cubicBezTo>
                  <a:cubicBezTo>
                    <a:pt x="44168" y="32597"/>
                    <a:pt x="44289" y="33033"/>
                    <a:pt x="44414" y="33481"/>
                  </a:cubicBezTo>
                  <a:cubicBezTo>
                    <a:pt x="44993" y="36023"/>
                    <a:pt x="44895" y="38574"/>
                    <a:pt x="44888" y="41167"/>
                  </a:cubicBezTo>
                  <a:cubicBezTo>
                    <a:pt x="44889" y="41773"/>
                    <a:pt x="44890" y="42378"/>
                    <a:pt x="44892" y="43002"/>
                  </a:cubicBezTo>
                  <a:cubicBezTo>
                    <a:pt x="44895" y="45001"/>
                    <a:pt x="44893" y="47000"/>
                    <a:pt x="44890" y="48998"/>
                  </a:cubicBezTo>
                  <a:cubicBezTo>
                    <a:pt x="44891" y="50388"/>
                    <a:pt x="44892" y="51778"/>
                    <a:pt x="44892" y="53169"/>
                  </a:cubicBezTo>
                  <a:cubicBezTo>
                    <a:pt x="44894" y="56081"/>
                    <a:pt x="44892" y="58994"/>
                    <a:pt x="44888" y="61906"/>
                  </a:cubicBezTo>
                  <a:cubicBezTo>
                    <a:pt x="44884" y="65639"/>
                    <a:pt x="44887" y="69373"/>
                    <a:pt x="44891" y="73106"/>
                  </a:cubicBezTo>
                  <a:cubicBezTo>
                    <a:pt x="44894" y="75976"/>
                    <a:pt x="44893" y="78847"/>
                    <a:pt x="44891" y="81717"/>
                  </a:cubicBezTo>
                  <a:cubicBezTo>
                    <a:pt x="44891" y="83093"/>
                    <a:pt x="44891" y="84470"/>
                    <a:pt x="44893" y="85847"/>
                  </a:cubicBezTo>
                  <a:cubicBezTo>
                    <a:pt x="44895" y="87770"/>
                    <a:pt x="44892" y="89694"/>
                    <a:pt x="44888" y="91618"/>
                  </a:cubicBezTo>
                  <a:cubicBezTo>
                    <a:pt x="44889" y="92187"/>
                    <a:pt x="44891" y="92756"/>
                    <a:pt x="44892" y="93342"/>
                  </a:cubicBezTo>
                  <a:cubicBezTo>
                    <a:pt x="44882" y="95899"/>
                    <a:pt x="44730" y="98164"/>
                    <a:pt x="44047" y="100623"/>
                  </a:cubicBezTo>
                  <a:cubicBezTo>
                    <a:pt x="44575" y="100622"/>
                    <a:pt x="45103" y="100622"/>
                    <a:pt x="45647" y="100621"/>
                  </a:cubicBezTo>
                  <a:cubicBezTo>
                    <a:pt x="58477" y="100605"/>
                    <a:pt x="71308" y="100592"/>
                    <a:pt x="84138" y="100585"/>
                  </a:cubicBezTo>
                  <a:cubicBezTo>
                    <a:pt x="90343" y="100581"/>
                    <a:pt x="96547" y="100575"/>
                    <a:pt x="102752" y="100567"/>
                  </a:cubicBezTo>
                  <a:cubicBezTo>
                    <a:pt x="108158" y="100560"/>
                    <a:pt x="113565" y="100555"/>
                    <a:pt x="118971" y="100553"/>
                  </a:cubicBezTo>
                  <a:cubicBezTo>
                    <a:pt x="121835" y="100552"/>
                    <a:pt x="124699" y="100550"/>
                    <a:pt x="127563" y="100544"/>
                  </a:cubicBezTo>
                  <a:cubicBezTo>
                    <a:pt x="130257" y="100539"/>
                    <a:pt x="132950" y="100538"/>
                    <a:pt x="135644" y="100539"/>
                  </a:cubicBezTo>
                  <a:cubicBezTo>
                    <a:pt x="137108" y="100539"/>
                    <a:pt x="138572" y="100535"/>
                    <a:pt x="140037" y="100531"/>
                  </a:cubicBezTo>
                  <a:cubicBezTo>
                    <a:pt x="140903" y="100532"/>
                    <a:pt x="141769" y="100533"/>
                    <a:pt x="142661" y="100534"/>
                  </a:cubicBezTo>
                  <a:cubicBezTo>
                    <a:pt x="143795" y="100533"/>
                    <a:pt x="143795" y="100533"/>
                    <a:pt x="144952" y="100532"/>
                  </a:cubicBezTo>
                  <a:cubicBezTo>
                    <a:pt x="146739" y="100623"/>
                    <a:pt x="146739" y="100623"/>
                    <a:pt x="148227" y="101367"/>
                  </a:cubicBezTo>
                  <a:cubicBezTo>
                    <a:pt x="148379" y="103523"/>
                    <a:pt x="148435" y="105606"/>
                    <a:pt x="148425" y="107762"/>
                  </a:cubicBezTo>
                  <a:cubicBezTo>
                    <a:pt x="148426" y="108404"/>
                    <a:pt x="148428" y="109045"/>
                    <a:pt x="148429" y="109706"/>
                  </a:cubicBezTo>
                  <a:cubicBezTo>
                    <a:pt x="148430" y="111064"/>
                    <a:pt x="148427" y="112423"/>
                    <a:pt x="148421" y="113782"/>
                  </a:cubicBezTo>
                  <a:cubicBezTo>
                    <a:pt x="148413" y="115869"/>
                    <a:pt x="148421" y="117956"/>
                    <a:pt x="148431" y="120043"/>
                  </a:cubicBezTo>
                  <a:cubicBezTo>
                    <a:pt x="148430" y="121360"/>
                    <a:pt x="148428" y="122677"/>
                    <a:pt x="148425" y="123994"/>
                  </a:cubicBezTo>
                  <a:cubicBezTo>
                    <a:pt x="148428" y="124622"/>
                    <a:pt x="148431" y="125251"/>
                    <a:pt x="148434" y="125899"/>
                  </a:cubicBezTo>
                  <a:cubicBezTo>
                    <a:pt x="148422" y="127397"/>
                    <a:pt x="148332" y="128894"/>
                    <a:pt x="148227" y="130389"/>
                  </a:cubicBezTo>
                  <a:cubicBezTo>
                    <a:pt x="146277" y="131364"/>
                    <a:pt x="144846" y="131224"/>
                    <a:pt x="142661" y="131222"/>
                  </a:cubicBezTo>
                  <a:cubicBezTo>
                    <a:pt x="141795" y="131223"/>
                    <a:pt x="140929" y="131224"/>
                    <a:pt x="140037" y="131225"/>
                  </a:cubicBezTo>
                  <a:cubicBezTo>
                    <a:pt x="138604" y="131221"/>
                    <a:pt x="138604" y="131221"/>
                    <a:pt x="137143" y="131217"/>
                  </a:cubicBezTo>
                  <a:cubicBezTo>
                    <a:pt x="136131" y="131217"/>
                    <a:pt x="135119" y="131217"/>
                    <a:pt x="134107" y="131218"/>
                  </a:cubicBezTo>
                  <a:cubicBezTo>
                    <a:pt x="131355" y="131218"/>
                    <a:pt x="128603" y="131214"/>
                    <a:pt x="125851" y="131208"/>
                  </a:cubicBezTo>
                  <a:cubicBezTo>
                    <a:pt x="122977" y="131204"/>
                    <a:pt x="120103" y="131203"/>
                    <a:pt x="117229" y="131202"/>
                  </a:cubicBezTo>
                  <a:cubicBezTo>
                    <a:pt x="111784" y="131200"/>
                    <a:pt x="106339" y="131194"/>
                    <a:pt x="100895" y="131186"/>
                  </a:cubicBezTo>
                  <a:cubicBezTo>
                    <a:pt x="94697" y="131178"/>
                    <a:pt x="88499" y="131174"/>
                    <a:pt x="82301" y="131170"/>
                  </a:cubicBezTo>
                  <a:cubicBezTo>
                    <a:pt x="69550" y="131163"/>
                    <a:pt x="56799" y="131149"/>
                    <a:pt x="44047" y="131133"/>
                  </a:cubicBezTo>
                  <a:cubicBezTo>
                    <a:pt x="44168" y="131562"/>
                    <a:pt x="44289" y="131991"/>
                    <a:pt x="44414" y="132434"/>
                  </a:cubicBezTo>
                  <a:cubicBezTo>
                    <a:pt x="44780" y="134059"/>
                    <a:pt x="44885" y="135447"/>
                    <a:pt x="44886" y="137108"/>
                  </a:cubicBezTo>
                  <a:cubicBezTo>
                    <a:pt x="44888" y="137697"/>
                    <a:pt x="44890" y="138287"/>
                    <a:pt x="44892" y="138894"/>
                  </a:cubicBezTo>
                  <a:cubicBezTo>
                    <a:pt x="44891" y="139534"/>
                    <a:pt x="44889" y="140174"/>
                    <a:pt x="44888" y="140833"/>
                  </a:cubicBezTo>
                  <a:cubicBezTo>
                    <a:pt x="44889" y="141512"/>
                    <a:pt x="44890" y="142191"/>
                    <a:pt x="44892" y="142891"/>
                  </a:cubicBezTo>
                  <a:cubicBezTo>
                    <a:pt x="44895" y="145135"/>
                    <a:pt x="44893" y="147379"/>
                    <a:pt x="44890" y="149623"/>
                  </a:cubicBezTo>
                  <a:cubicBezTo>
                    <a:pt x="44891" y="151182"/>
                    <a:pt x="44892" y="152740"/>
                    <a:pt x="44892" y="154299"/>
                  </a:cubicBezTo>
                  <a:cubicBezTo>
                    <a:pt x="44894" y="157565"/>
                    <a:pt x="44892" y="160831"/>
                    <a:pt x="44888" y="164097"/>
                  </a:cubicBezTo>
                  <a:cubicBezTo>
                    <a:pt x="44884" y="168288"/>
                    <a:pt x="44887" y="172478"/>
                    <a:pt x="44891" y="176669"/>
                  </a:cubicBezTo>
                  <a:cubicBezTo>
                    <a:pt x="44894" y="179887"/>
                    <a:pt x="44893" y="183105"/>
                    <a:pt x="44891" y="186323"/>
                  </a:cubicBezTo>
                  <a:cubicBezTo>
                    <a:pt x="44891" y="187868"/>
                    <a:pt x="44891" y="189414"/>
                    <a:pt x="44893" y="190959"/>
                  </a:cubicBezTo>
                  <a:cubicBezTo>
                    <a:pt x="44895" y="193117"/>
                    <a:pt x="44892" y="195274"/>
                    <a:pt x="44888" y="197431"/>
                  </a:cubicBezTo>
                  <a:cubicBezTo>
                    <a:pt x="44889" y="198073"/>
                    <a:pt x="44891" y="198714"/>
                    <a:pt x="44892" y="199375"/>
                  </a:cubicBezTo>
                  <a:cubicBezTo>
                    <a:pt x="44883" y="201867"/>
                    <a:pt x="44841" y="203910"/>
                    <a:pt x="44047" y="206291"/>
                  </a:cubicBezTo>
                  <a:cubicBezTo>
                    <a:pt x="44932" y="206290"/>
                    <a:pt x="44932" y="206290"/>
                    <a:pt x="45835" y="206289"/>
                  </a:cubicBezTo>
                  <a:cubicBezTo>
                    <a:pt x="60168" y="206273"/>
                    <a:pt x="74501" y="206260"/>
                    <a:pt x="88834" y="206253"/>
                  </a:cubicBezTo>
                  <a:cubicBezTo>
                    <a:pt x="95765" y="206249"/>
                    <a:pt x="102696" y="206243"/>
                    <a:pt x="109627" y="206235"/>
                  </a:cubicBezTo>
                  <a:cubicBezTo>
                    <a:pt x="115666" y="206228"/>
                    <a:pt x="121705" y="206223"/>
                    <a:pt x="127744" y="206221"/>
                  </a:cubicBezTo>
                  <a:cubicBezTo>
                    <a:pt x="130944" y="206220"/>
                    <a:pt x="134144" y="206218"/>
                    <a:pt x="137343" y="206212"/>
                  </a:cubicBezTo>
                  <a:cubicBezTo>
                    <a:pt x="140351" y="206207"/>
                    <a:pt x="143359" y="206206"/>
                    <a:pt x="146367" y="206207"/>
                  </a:cubicBezTo>
                  <a:cubicBezTo>
                    <a:pt x="147475" y="206207"/>
                    <a:pt x="148582" y="206205"/>
                    <a:pt x="149689" y="206202"/>
                  </a:cubicBezTo>
                  <a:cubicBezTo>
                    <a:pt x="151194" y="206199"/>
                    <a:pt x="152700" y="206200"/>
                    <a:pt x="154205" y="206202"/>
                  </a:cubicBezTo>
                  <a:cubicBezTo>
                    <a:pt x="155049" y="206201"/>
                    <a:pt x="155894" y="206200"/>
                    <a:pt x="156764" y="206200"/>
                  </a:cubicBezTo>
                  <a:cubicBezTo>
                    <a:pt x="158645" y="206291"/>
                    <a:pt x="158645" y="206291"/>
                    <a:pt x="159389" y="207035"/>
                  </a:cubicBezTo>
                  <a:cubicBezTo>
                    <a:pt x="159606" y="211277"/>
                    <a:pt x="159623" y="215521"/>
                    <a:pt x="159650" y="219768"/>
                  </a:cubicBezTo>
                  <a:cubicBezTo>
                    <a:pt x="159662" y="221201"/>
                    <a:pt x="159682" y="222635"/>
                    <a:pt x="159711" y="224068"/>
                  </a:cubicBezTo>
                  <a:cubicBezTo>
                    <a:pt x="159751" y="226127"/>
                    <a:pt x="159768" y="228184"/>
                    <a:pt x="159779" y="230243"/>
                  </a:cubicBezTo>
                  <a:cubicBezTo>
                    <a:pt x="159796" y="230888"/>
                    <a:pt x="159812" y="231533"/>
                    <a:pt x="159830" y="232197"/>
                  </a:cubicBezTo>
                  <a:cubicBezTo>
                    <a:pt x="159823" y="233996"/>
                    <a:pt x="159823" y="233996"/>
                    <a:pt x="159389" y="236801"/>
                  </a:cubicBezTo>
                  <a:cubicBezTo>
                    <a:pt x="156384" y="237862"/>
                    <a:pt x="153143" y="237651"/>
                    <a:pt x="149986" y="237644"/>
                  </a:cubicBezTo>
                  <a:cubicBezTo>
                    <a:pt x="149420" y="237646"/>
                    <a:pt x="148854" y="237648"/>
                    <a:pt x="148270" y="237650"/>
                  </a:cubicBezTo>
                  <a:cubicBezTo>
                    <a:pt x="146376" y="237654"/>
                    <a:pt x="144482" y="237654"/>
                    <a:pt x="142588" y="237653"/>
                  </a:cubicBezTo>
                  <a:cubicBezTo>
                    <a:pt x="141228" y="237655"/>
                    <a:pt x="139869" y="237658"/>
                    <a:pt x="138510" y="237661"/>
                  </a:cubicBezTo>
                  <a:cubicBezTo>
                    <a:pt x="134820" y="237667"/>
                    <a:pt x="131130" y="237669"/>
                    <a:pt x="127440" y="237669"/>
                  </a:cubicBezTo>
                  <a:cubicBezTo>
                    <a:pt x="124361" y="237670"/>
                    <a:pt x="121282" y="237673"/>
                    <a:pt x="118203" y="237676"/>
                  </a:cubicBezTo>
                  <a:cubicBezTo>
                    <a:pt x="110940" y="237682"/>
                    <a:pt x="103678" y="237683"/>
                    <a:pt x="96416" y="237683"/>
                  </a:cubicBezTo>
                  <a:cubicBezTo>
                    <a:pt x="88919" y="237682"/>
                    <a:pt x="81423" y="237690"/>
                    <a:pt x="73926" y="237702"/>
                  </a:cubicBezTo>
                  <a:cubicBezTo>
                    <a:pt x="67492" y="237712"/>
                    <a:pt x="61058" y="237716"/>
                    <a:pt x="54624" y="237715"/>
                  </a:cubicBezTo>
                  <a:cubicBezTo>
                    <a:pt x="50780" y="237715"/>
                    <a:pt x="46936" y="237717"/>
                    <a:pt x="43092" y="237725"/>
                  </a:cubicBezTo>
                  <a:cubicBezTo>
                    <a:pt x="39479" y="237732"/>
                    <a:pt x="35867" y="237732"/>
                    <a:pt x="32254" y="237727"/>
                  </a:cubicBezTo>
                  <a:cubicBezTo>
                    <a:pt x="30927" y="237726"/>
                    <a:pt x="29600" y="237728"/>
                    <a:pt x="28273" y="237732"/>
                  </a:cubicBezTo>
                  <a:cubicBezTo>
                    <a:pt x="26464" y="237738"/>
                    <a:pt x="24655" y="237735"/>
                    <a:pt x="22846" y="237729"/>
                  </a:cubicBezTo>
                  <a:cubicBezTo>
                    <a:pt x="22318" y="237733"/>
                    <a:pt x="21791" y="237737"/>
                    <a:pt x="21248" y="237741"/>
                  </a:cubicBezTo>
                  <a:cubicBezTo>
                    <a:pt x="18540" y="237721"/>
                    <a:pt x="16509" y="237656"/>
                    <a:pt x="14282" y="236057"/>
                  </a:cubicBezTo>
                  <a:cubicBezTo>
                    <a:pt x="13911" y="234374"/>
                    <a:pt x="13911" y="234374"/>
                    <a:pt x="13913" y="232227"/>
                  </a:cubicBezTo>
                  <a:cubicBezTo>
                    <a:pt x="13907" y="231410"/>
                    <a:pt x="13901" y="230594"/>
                    <a:pt x="13894" y="229752"/>
                  </a:cubicBezTo>
                  <a:cubicBezTo>
                    <a:pt x="13906" y="228396"/>
                    <a:pt x="13906" y="228396"/>
                    <a:pt x="13919" y="227012"/>
                  </a:cubicBezTo>
                  <a:cubicBezTo>
                    <a:pt x="13916" y="226057"/>
                    <a:pt x="13913" y="225102"/>
                    <a:pt x="13909" y="224118"/>
                  </a:cubicBezTo>
                  <a:cubicBezTo>
                    <a:pt x="13901" y="221459"/>
                    <a:pt x="13912" y="218800"/>
                    <a:pt x="13925" y="216141"/>
                  </a:cubicBezTo>
                  <a:cubicBezTo>
                    <a:pt x="13937" y="213276"/>
                    <a:pt x="13931" y="210412"/>
                    <a:pt x="13927" y="207547"/>
                  </a:cubicBezTo>
                  <a:cubicBezTo>
                    <a:pt x="13922" y="201932"/>
                    <a:pt x="13934" y="196318"/>
                    <a:pt x="13950" y="190703"/>
                  </a:cubicBezTo>
                  <a:cubicBezTo>
                    <a:pt x="13968" y="184171"/>
                    <a:pt x="13970" y="177639"/>
                    <a:pt x="13972" y="171107"/>
                  </a:cubicBezTo>
                  <a:cubicBezTo>
                    <a:pt x="13975" y="159456"/>
                    <a:pt x="13991" y="147806"/>
                    <a:pt x="14016" y="136155"/>
                  </a:cubicBezTo>
                  <a:cubicBezTo>
                    <a:pt x="14040" y="124837"/>
                    <a:pt x="14056" y="113519"/>
                    <a:pt x="14062" y="102201"/>
                  </a:cubicBezTo>
                  <a:cubicBezTo>
                    <a:pt x="14062" y="101504"/>
                    <a:pt x="14063" y="100807"/>
                    <a:pt x="14063" y="100089"/>
                  </a:cubicBezTo>
                  <a:cubicBezTo>
                    <a:pt x="14065" y="97287"/>
                    <a:pt x="14066" y="94485"/>
                    <a:pt x="14067" y="91684"/>
                  </a:cubicBezTo>
                  <a:cubicBezTo>
                    <a:pt x="14073" y="80915"/>
                    <a:pt x="14085" y="70147"/>
                    <a:pt x="14098" y="59379"/>
                  </a:cubicBezTo>
                  <a:cubicBezTo>
                    <a:pt x="14101" y="56121"/>
                    <a:pt x="14105" y="52863"/>
                    <a:pt x="14108" y="49606"/>
                  </a:cubicBezTo>
                  <a:cubicBezTo>
                    <a:pt x="14115" y="42754"/>
                    <a:pt x="14124" y="35902"/>
                    <a:pt x="14139" y="29050"/>
                  </a:cubicBezTo>
                  <a:cubicBezTo>
                    <a:pt x="14146" y="26215"/>
                    <a:pt x="14151" y="23380"/>
                    <a:pt x="14153" y="20545"/>
                  </a:cubicBezTo>
                  <a:cubicBezTo>
                    <a:pt x="14155" y="17479"/>
                    <a:pt x="14163" y="14413"/>
                    <a:pt x="14172" y="11347"/>
                  </a:cubicBezTo>
                  <a:cubicBezTo>
                    <a:pt x="14172" y="10441"/>
                    <a:pt x="14172" y="9535"/>
                    <a:pt x="14172" y="8601"/>
                  </a:cubicBezTo>
                  <a:cubicBezTo>
                    <a:pt x="14175" y="7787"/>
                    <a:pt x="14178" y="6972"/>
                    <a:pt x="14182" y="6133"/>
                  </a:cubicBezTo>
                  <a:cubicBezTo>
                    <a:pt x="14183" y="5424"/>
                    <a:pt x="14184" y="4716"/>
                    <a:pt x="14186" y="3986"/>
                  </a:cubicBezTo>
                  <a:cubicBezTo>
                    <a:pt x="14371" y="913"/>
                    <a:pt x="16100" y="1565"/>
                    <a:pt x="18764" y="1556"/>
                  </a:cubicBezTo>
                  <a:close/>
                </a:path>
              </a:pathLst>
            </a:custGeom>
            <a:grpFill/>
            <a:ln w="744" cap="flat">
              <a:noFill/>
              <a:prstDash val="solid"/>
              <a:miter/>
            </a:ln>
          </p:spPr>
          <p:txBody>
            <a:bodyPr rtlCol="0" anchor="ctr"/>
            <a:lstStyle/>
            <a:p>
              <a:endParaRPr lang="zh-CN" altLang="en-US"/>
            </a:p>
          </p:txBody>
        </p:sp>
        <p:sp>
          <p:nvSpPr>
            <p:cNvPr id="186" name="任意多边形: 形状 185"/>
            <p:cNvSpPr/>
            <p:nvPr/>
          </p:nvSpPr>
          <p:spPr>
            <a:xfrm>
              <a:off x="8456776" y="1392833"/>
              <a:ext cx="145934" cy="236167"/>
            </a:xfrm>
            <a:custGeom>
              <a:avLst/>
              <a:gdLst>
                <a:gd name="connsiteX0" fmla="*/ 16677 w 145935"/>
                <a:gd name="connsiteY0" fmla="*/ 1553 h 236159"/>
                <a:gd name="connsiteX1" fmla="*/ 18301 w 145935"/>
                <a:gd name="connsiteY1" fmla="*/ 1558 h 236159"/>
                <a:gd name="connsiteX2" fmla="*/ 20014 w 145935"/>
                <a:gd name="connsiteY2" fmla="*/ 1554 h 236159"/>
                <a:gd name="connsiteX3" fmla="*/ 25740 w 145935"/>
                <a:gd name="connsiteY3" fmla="*/ 1556 h 236159"/>
                <a:gd name="connsiteX4" fmla="*/ 29828 w 145935"/>
                <a:gd name="connsiteY4" fmla="*/ 1552 h 236159"/>
                <a:gd name="connsiteX5" fmla="*/ 40962 w 145935"/>
                <a:gd name="connsiteY5" fmla="*/ 1552 h 236159"/>
                <a:gd name="connsiteX6" fmla="*/ 52587 w 145935"/>
                <a:gd name="connsiteY6" fmla="*/ 1551 h 236159"/>
                <a:gd name="connsiteX7" fmla="*/ 72112 w 145935"/>
                <a:gd name="connsiteY7" fmla="*/ 1555 h 236159"/>
                <a:gd name="connsiteX8" fmla="*/ 94721 w 145935"/>
                <a:gd name="connsiteY8" fmla="*/ 1554 h 236159"/>
                <a:gd name="connsiteX9" fmla="*/ 114095 w 145935"/>
                <a:gd name="connsiteY9" fmla="*/ 1552 h 236159"/>
                <a:gd name="connsiteX10" fmla="*/ 125683 w 145935"/>
                <a:gd name="connsiteY10" fmla="*/ 1551 h 236159"/>
                <a:gd name="connsiteX11" fmla="*/ 136574 w 145935"/>
                <a:gd name="connsiteY11" fmla="*/ 1554 h 236159"/>
                <a:gd name="connsiteX12" fmla="*/ 140584 w 145935"/>
                <a:gd name="connsiteY12" fmla="*/ 1553 h 236159"/>
                <a:gd name="connsiteX13" fmla="*/ 146033 w 145935"/>
                <a:gd name="connsiteY13" fmla="*/ 1558 h 236159"/>
                <a:gd name="connsiteX14" fmla="*/ 147657 w 145935"/>
                <a:gd name="connsiteY14" fmla="*/ 1553 h 236159"/>
                <a:gd name="connsiteX15" fmla="*/ 152116 w 145935"/>
                <a:gd name="connsiteY15" fmla="*/ 2396 h 236159"/>
                <a:gd name="connsiteX16" fmla="*/ 152215 w 145935"/>
                <a:gd name="connsiteY16" fmla="*/ 8791 h 236159"/>
                <a:gd name="connsiteX17" fmla="*/ 152217 w 145935"/>
                <a:gd name="connsiteY17" fmla="*/ 10735 h 236159"/>
                <a:gd name="connsiteX18" fmla="*/ 152213 w 145935"/>
                <a:gd name="connsiteY18" fmla="*/ 14811 h 236159"/>
                <a:gd name="connsiteX19" fmla="*/ 152218 w 145935"/>
                <a:gd name="connsiteY19" fmla="*/ 21072 h 236159"/>
                <a:gd name="connsiteX20" fmla="*/ 152215 w 145935"/>
                <a:gd name="connsiteY20" fmla="*/ 25023 h 236159"/>
                <a:gd name="connsiteX21" fmla="*/ 152220 w 145935"/>
                <a:gd name="connsiteY21" fmla="*/ 26928 h 236159"/>
                <a:gd name="connsiteX22" fmla="*/ 151372 w 145935"/>
                <a:gd name="connsiteY22" fmla="*/ 32162 h 236159"/>
                <a:gd name="connsiteX23" fmla="*/ 147130 w 145935"/>
                <a:gd name="connsiteY23" fmla="*/ 32251 h 236159"/>
                <a:gd name="connsiteX24" fmla="*/ 144337 w 145935"/>
                <a:gd name="connsiteY24" fmla="*/ 32254 h 236159"/>
                <a:gd name="connsiteX25" fmla="*/ 141246 w 145935"/>
                <a:gd name="connsiteY25" fmla="*/ 32246 h 236159"/>
                <a:gd name="connsiteX26" fmla="*/ 138013 w 145935"/>
                <a:gd name="connsiteY26" fmla="*/ 32247 h 236159"/>
                <a:gd name="connsiteX27" fmla="*/ 129208 w 145935"/>
                <a:gd name="connsiteY27" fmla="*/ 32237 h 236159"/>
                <a:gd name="connsiteX28" fmla="*/ 120016 w 145935"/>
                <a:gd name="connsiteY28" fmla="*/ 32231 h 236159"/>
                <a:gd name="connsiteX29" fmla="*/ 102599 w 145935"/>
                <a:gd name="connsiteY29" fmla="*/ 32215 h 236159"/>
                <a:gd name="connsiteX30" fmla="*/ 82774 w 145935"/>
                <a:gd name="connsiteY30" fmla="*/ 32199 h 236159"/>
                <a:gd name="connsiteX31" fmla="*/ 41983 w 145935"/>
                <a:gd name="connsiteY31" fmla="*/ 32162 h 236159"/>
                <a:gd name="connsiteX32" fmla="*/ 42349 w 145935"/>
                <a:gd name="connsiteY32" fmla="*/ 33481 h 236159"/>
                <a:gd name="connsiteX33" fmla="*/ 42824 w 145935"/>
                <a:gd name="connsiteY33" fmla="*/ 41167 h 236159"/>
                <a:gd name="connsiteX34" fmla="*/ 42828 w 145935"/>
                <a:gd name="connsiteY34" fmla="*/ 43001 h 236159"/>
                <a:gd name="connsiteX35" fmla="*/ 42826 w 145935"/>
                <a:gd name="connsiteY35" fmla="*/ 48998 h 236159"/>
                <a:gd name="connsiteX36" fmla="*/ 42828 w 145935"/>
                <a:gd name="connsiteY36" fmla="*/ 53168 h 236159"/>
                <a:gd name="connsiteX37" fmla="*/ 42824 w 145935"/>
                <a:gd name="connsiteY37" fmla="*/ 61906 h 236159"/>
                <a:gd name="connsiteX38" fmla="*/ 42827 w 145935"/>
                <a:gd name="connsiteY38" fmla="*/ 73106 h 236159"/>
                <a:gd name="connsiteX39" fmla="*/ 42827 w 145935"/>
                <a:gd name="connsiteY39" fmla="*/ 81716 h 236159"/>
                <a:gd name="connsiteX40" fmla="*/ 42829 w 145935"/>
                <a:gd name="connsiteY40" fmla="*/ 85846 h 236159"/>
                <a:gd name="connsiteX41" fmla="*/ 42824 w 145935"/>
                <a:gd name="connsiteY41" fmla="*/ 91618 h 236159"/>
                <a:gd name="connsiteX42" fmla="*/ 42828 w 145935"/>
                <a:gd name="connsiteY42" fmla="*/ 93342 h 236159"/>
                <a:gd name="connsiteX43" fmla="*/ 41983 w 145935"/>
                <a:gd name="connsiteY43" fmla="*/ 100623 h 236159"/>
                <a:gd name="connsiteX44" fmla="*/ 43583 w 145935"/>
                <a:gd name="connsiteY44" fmla="*/ 100621 h 236159"/>
                <a:gd name="connsiteX45" fmla="*/ 82074 w 145935"/>
                <a:gd name="connsiteY45" fmla="*/ 100584 h 236159"/>
                <a:gd name="connsiteX46" fmla="*/ 100688 w 145935"/>
                <a:gd name="connsiteY46" fmla="*/ 100567 h 236159"/>
                <a:gd name="connsiteX47" fmla="*/ 116907 w 145935"/>
                <a:gd name="connsiteY47" fmla="*/ 100553 h 236159"/>
                <a:gd name="connsiteX48" fmla="*/ 125499 w 145935"/>
                <a:gd name="connsiteY48" fmla="*/ 100544 h 236159"/>
                <a:gd name="connsiteX49" fmla="*/ 133580 w 145935"/>
                <a:gd name="connsiteY49" fmla="*/ 100539 h 236159"/>
                <a:gd name="connsiteX50" fmla="*/ 137973 w 145935"/>
                <a:gd name="connsiteY50" fmla="*/ 100530 h 236159"/>
                <a:gd name="connsiteX51" fmla="*/ 140597 w 145935"/>
                <a:gd name="connsiteY51" fmla="*/ 100533 h 236159"/>
                <a:gd name="connsiteX52" fmla="*/ 142888 w 145935"/>
                <a:gd name="connsiteY52" fmla="*/ 100531 h 236159"/>
                <a:gd name="connsiteX53" fmla="*/ 146163 w 145935"/>
                <a:gd name="connsiteY53" fmla="*/ 101367 h 236159"/>
                <a:gd name="connsiteX54" fmla="*/ 146361 w 145935"/>
                <a:gd name="connsiteY54" fmla="*/ 107762 h 236159"/>
                <a:gd name="connsiteX55" fmla="*/ 146365 w 145935"/>
                <a:gd name="connsiteY55" fmla="*/ 109705 h 236159"/>
                <a:gd name="connsiteX56" fmla="*/ 146357 w 145935"/>
                <a:gd name="connsiteY56" fmla="*/ 113782 h 236159"/>
                <a:gd name="connsiteX57" fmla="*/ 146366 w 145935"/>
                <a:gd name="connsiteY57" fmla="*/ 120043 h 236159"/>
                <a:gd name="connsiteX58" fmla="*/ 146361 w 145935"/>
                <a:gd name="connsiteY58" fmla="*/ 123993 h 236159"/>
                <a:gd name="connsiteX59" fmla="*/ 146370 w 145935"/>
                <a:gd name="connsiteY59" fmla="*/ 125898 h 236159"/>
                <a:gd name="connsiteX60" fmla="*/ 146163 w 145935"/>
                <a:gd name="connsiteY60" fmla="*/ 130388 h 236159"/>
                <a:gd name="connsiteX61" fmla="*/ 140597 w 145935"/>
                <a:gd name="connsiteY61" fmla="*/ 131222 h 236159"/>
                <a:gd name="connsiteX62" fmla="*/ 137973 w 145935"/>
                <a:gd name="connsiteY62" fmla="*/ 131225 h 236159"/>
                <a:gd name="connsiteX63" fmla="*/ 135079 w 145935"/>
                <a:gd name="connsiteY63" fmla="*/ 131217 h 236159"/>
                <a:gd name="connsiteX64" fmla="*/ 132043 w 145935"/>
                <a:gd name="connsiteY64" fmla="*/ 131217 h 236159"/>
                <a:gd name="connsiteX65" fmla="*/ 123787 w 145935"/>
                <a:gd name="connsiteY65" fmla="*/ 131208 h 236159"/>
                <a:gd name="connsiteX66" fmla="*/ 115165 w 145935"/>
                <a:gd name="connsiteY66" fmla="*/ 131202 h 236159"/>
                <a:gd name="connsiteX67" fmla="*/ 98831 w 145935"/>
                <a:gd name="connsiteY67" fmla="*/ 131186 h 236159"/>
                <a:gd name="connsiteX68" fmla="*/ 80237 w 145935"/>
                <a:gd name="connsiteY68" fmla="*/ 131170 h 236159"/>
                <a:gd name="connsiteX69" fmla="*/ 41983 w 145935"/>
                <a:gd name="connsiteY69" fmla="*/ 131133 h 236159"/>
                <a:gd name="connsiteX70" fmla="*/ 42349 w 145935"/>
                <a:gd name="connsiteY70" fmla="*/ 132436 h 236159"/>
                <a:gd name="connsiteX71" fmla="*/ 42824 w 145935"/>
                <a:gd name="connsiteY71" fmla="*/ 140753 h 236159"/>
                <a:gd name="connsiteX72" fmla="*/ 42828 w 145935"/>
                <a:gd name="connsiteY72" fmla="*/ 142785 h 236159"/>
                <a:gd name="connsiteX73" fmla="*/ 42826 w 145935"/>
                <a:gd name="connsiteY73" fmla="*/ 149434 h 236159"/>
                <a:gd name="connsiteX74" fmla="*/ 42828 w 145935"/>
                <a:gd name="connsiteY74" fmla="*/ 154054 h 236159"/>
                <a:gd name="connsiteX75" fmla="*/ 42824 w 145935"/>
                <a:gd name="connsiteY75" fmla="*/ 163738 h 236159"/>
                <a:gd name="connsiteX76" fmla="*/ 42827 w 145935"/>
                <a:gd name="connsiteY76" fmla="*/ 176154 h 236159"/>
                <a:gd name="connsiteX77" fmla="*/ 42827 w 145935"/>
                <a:gd name="connsiteY77" fmla="*/ 185695 h 236159"/>
                <a:gd name="connsiteX78" fmla="*/ 42829 w 145935"/>
                <a:gd name="connsiteY78" fmla="*/ 190274 h 236159"/>
                <a:gd name="connsiteX79" fmla="*/ 42824 w 145935"/>
                <a:gd name="connsiteY79" fmla="*/ 196671 h 236159"/>
                <a:gd name="connsiteX80" fmla="*/ 42828 w 145935"/>
                <a:gd name="connsiteY80" fmla="*/ 198585 h 236159"/>
                <a:gd name="connsiteX81" fmla="*/ 41983 w 145935"/>
                <a:gd name="connsiteY81" fmla="*/ 206291 h 236159"/>
                <a:gd name="connsiteX82" fmla="*/ 43771 w 145935"/>
                <a:gd name="connsiteY82" fmla="*/ 206289 h 236159"/>
                <a:gd name="connsiteX83" fmla="*/ 86770 w 145935"/>
                <a:gd name="connsiteY83" fmla="*/ 206252 h 236159"/>
                <a:gd name="connsiteX84" fmla="*/ 107563 w 145935"/>
                <a:gd name="connsiteY84" fmla="*/ 206235 h 236159"/>
                <a:gd name="connsiteX85" fmla="*/ 125680 w 145935"/>
                <a:gd name="connsiteY85" fmla="*/ 206221 h 236159"/>
                <a:gd name="connsiteX86" fmla="*/ 135279 w 145935"/>
                <a:gd name="connsiteY86" fmla="*/ 206212 h 236159"/>
                <a:gd name="connsiteX87" fmla="*/ 144303 w 145935"/>
                <a:gd name="connsiteY87" fmla="*/ 206207 h 236159"/>
                <a:gd name="connsiteX88" fmla="*/ 147625 w 145935"/>
                <a:gd name="connsiteY88" fmla="*/ 206202 h 236159"/>
                <a:gd name="connsiteX89" fmla="*/ 152141 w 145935"/>
                <a:gd name="connsiteY89" fmla="*/ 206201 h 236159"/>
                <a:gd name="connsiteX90" fmla="*/ 154700 w 145935"/>
                <a:gd name="connsiteY90" fmla="*/ 206199 h 236159"/>
                <a:gd name="connsiteX91" fmla="*/ 157325 w 145935"/>
                <a:gd name="connsiteY91" fmla="*/ 207035 h 236159"/>
                <a:gd name="connsiteX92" fmla="*/ 157586 w 145935"/>
                <a:gd name="connsiteY92" fmla="*/ 219767 h 236159"/>
                <a:gd name="connsiteX93" fmla="*/ 157647 w 145935"/>
                <a:gd name="connsiteY93" fmla="*/ 224068 h 236159"/>
                <a:gd name="connsiteX94" fmla="*/ 157715 w 145935"/>
                <a:gd name="connsiteY94" fmla="*/ 230243 h 236159"/>
                <a:gd name="connsiteX95" fmla="*/ 157766 w 145935"/>
                <a:gd name="connsiteY95" fmla="*/ 232197 h 236159"/>
                <a:gd name="connsiteX96" fmla="*/ 157325 w 145935"/>
                <a:gd name="connsiteY96" fmla="*/ 236801 h 236159"/>
                <a:gd name="connsiteX97" fmla="*/ 147922 w 145935"/>
                <a:gd name="connsiteY97" fmla="*/ 237639 h 236159"/>
                <a:gd name="connsiteX98" fmla="*/ 146206 w 145935"/>
                <a:gd name="connsiteY98" fmla="*/ 237643 h 236159"/>
                <a:gd name="connsiteX99" fmla="*/ 140524 w 145935"/>
                <a:gd name="connsiteY99" fmla="*/ 237641 h 236159"/>
                <a:gd name="connsiteX100" fmla="*/ 136446 w 145935"/>
                <a:gd name="connsiteY100" fmla="*/ 237645 h 236159"/>
                <a:gd name="connsiteX101" fmla="*/ 125376 w 145935"/>
                <a:gd name="connsiteY101" fmla="*/ 237645 h 236159"/>
                <a:gd name="connsiteX102" fmla="*/ 113796 w 145935"/>
                <a:gd name="connsiteY102" fmla="*/ 237646 h 236159"/>
                <a:gd name="connsiteX103" fmla="*/ 94352 w 145935"/>
                <a:gd name="connsiteY103" fmla="*/ 237642 h 236159"/>
                <a:gd name="connsiteX104" fmla="*/ 71862 w 145935"/>
                <a:gd name="connsiteY104" fmla="*/ 237643 h 236159"/>
                <a:gd name="connsiteX105" fmla="*/ 52560 w 145935"/>
                <a:gd name="connsiteY105" fmla="*/ 237645 h 236159"/>
                <a:gd name="connsiteX106" fmla="*/ 41028 w 145935"/>
                <a:gd name="connsiteY106" fmla="*/ 237646 h 236159"/>
                <a:gd name="connsiteX107" fmla="*/ 30190 w 145935"/>
                <a:gd name="connsiteY107" fmla="*/ 237642 h 236159"/>
                <a:gd name="connsiteX108" fmla="*/ 26209 w 145935"/>
                <a:gd name="connsiteY108" fmla="*/ 237643 h 236159"/>
                <a:gd name="connsiteX109" fmla="*/ 20782 w 145935"/>
                <a:gd name="connsiteY109" fmla="*/ 237639 h 236159"/>
                <a:gd name="connsiteX110" fmla="*/ 19184 w 145935"/>
                <a:gd name="connsiteY110" fmla="*/ 237644 h 236159"/>
                <a:gd name="connsiteX111" fmla="*/ 12218 w 145935"/>
                <a:gd name="connsiteY111" fmla="*/ 236801 h 236159"/>
                <a:gd name="connsiteX112" fmla="*/ 11849 w 145935"/>
                <a:gd name="connsiteY112" fmla="*/ 233050 h 236159"/>
                <a:gd name="connsiteX113" fmla="*/ 11830 w 145935"/>
                <a:gd name="connsiteY113" fmla="*/ 230573 h 236159"/>
                <a:gd name="connsiteX114" fmla="*/ 11855 w 145935"/>
                <a:gd name="connsiteY114" fmla="*/ 227817 h 236159"/>
                <a:gd name="connsiteX115" fmla="*/ 11845 w 145935"/>
                <a:gd name="connsiteY115" fmla="*/ 224916 h 236159"/>
                <a:gd name="connsiteX116" fmla="*/ 11861 w 145935"/>
                <a:gd name="connsiteY116" fmla="*/ 216908 h 236159"/>
                <a:gd name="connsiteX117" fmla="*/ 11863 w 145935"/>
                <a:gd name="connsiteY117" fmla="*/ 208285 h 236159"/>
                <a:gd name="connsiteX118" fmla="*/ 11886 w 145935"/>
                <a:gd name="connsiteY118" fmla="*/ 191380 h 236159"/>
                <a:gd name="connsiteX119" fmla="*/ 11908 w 145935"/>
                <a:gd name="connsiteY119" fmla="*/ 171714 h 236159"/>
                <a:gd name="connsiteX120" fmla="*/ 11952 w 145935"/>
                <a:gd name="connsiteY120" fmla="*/ 136637 h 236159"/>
                <a:gd name="connsiteX121" fmla="*/ 11998 w 145935"/>
                <a:gd name="connsiteY121" fmla="*/ 102560 h 236159"/>
                <a:gd name="connsiteX122" fmla="*/ 11999 w 145935"/>
                <a:gd name="connsiteY122" fmla="*/ 100440 h 236159"/>
                <a:gd name="connsiteX123" fmla="*/ 12003 w 145935"/>
                <a:gd name="connsiteY123" fmla="*/ 92006 h 236159"/>
                <a:gd name="connsiteX124" fmla="*/ 12034 w 145935"/>
                <a:gd name="connsiteY124" fmla="*/ 59588 h 236159"/>
                <a:gd name="connsiteX125" fmla="*/ 12044 w 145935"/>
                <a:gd name="connsiteY125" fmla="*/ 49780 h 236159"/>
                <a:gd name="connsiteX126" fmla="*/ 12075 w 145935"/>
                <a:gd name="connsiteY126" fmla="*/ 29148 h 236159"/>
                <a:gd name="connsiteX127" fmla="*/ 12089 w 145935"/>
                <a:gd name="connsiteY127" fmla="*/ 20612 h 236159"/>
                <a:gd name="connsiteX128" fmla="*/ 12108 w 145935"/>
                <a:gd name="connsiteY128" fmla="*/ 11380 h 236159"/>
                <a:gd name="connsiteX129" fmla="*/ 12108 w 145935"/>
                <a:gd name="connsiteY129" fmla="*/ 8624 h 236159"/>
                <a:gd name="connsiteX130" fmla="*/ 12118 w 145935"/>
                <a:gd name="connsiteY130" fmla="*/ 6147 h 236159"/>
                <a:gd name="connsiteX131" fmla="*/ 12122 w 145935"/>
                <a:gd name="connsiteY131" fmla="*/ 3991 h 236159"/>
                <a:gd name="connsiteX132" fmla="*/ 16677 w 145935"/>
                <a:gd name="connsiteY132" fmla="*/ 1553 h 236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145935" h="236159">
                  <a:moveTo>
                    <a:pt x="16677" y="1553"/>
                  </a:moveTo>
                  <a:cubicBezTo>
                    <a:pt x="17213" y="1554"/>
                    <a:pt x="17749" y="1556"/>
                    <a:pt x="18301" y="1558"/>
                  </a:cubicBezTo>
                  <a:cubicBezTo>
                    <a:pt x="18866" y="1556"/>
                    <a:pt x="19432" y="1555"/>
                    <a:pt x="20014" y="1554"/>
                  </a:cubicBezTo>
                  <a:cubicBezTo>
                    <a:pt x="21923" y="1551"/>
                    <a:pt x="23831" y="1554"/>
                    <a:pt x="25740" y="1556"/>
                  </a:cubicBezTo>
                  <a:cubicBezTo>
                    <a:pt x="27103" y="1555"/>
                    <a:pt x="28465" y="1554"/>
                    <a:pt x="29828" y="1552"/>
                  </a:cubicBezTo>
                  <a:cubicBezTo>
                    <a:pt x="33539" y="1548"/>
                    <a:pt x="37250" y="1550"/>
                    <a:pt x="40962" y="1552"/>
                  </a:cubicBezTo>
                  <a:cubicBezTo>
                    <a:pt x="44837" y="1554"/>
                    <a:pt x="48712" y="1552"/>
                    <a:pt x="52587" y="1551"/>
                  </a:cubicBezTo>
                  <a:cubicBezTo>
                    <a:pt x="59095" y="1550"/>
                    <a:pt x="65604" y="1552"/>
                    <a:pt x="72112" y="1555"/>
                  </a:cubicBezTo>
                  <a:cubicBezTo>
                    <a:pt x="79649" y="1559"/>
                    <a:pt x="87185" y="1558"/>
                    <a:pt x="94721" y="1554"/>
                  </a:cubicBezTo>
                  <a:cubicBezTo>
                    <a:pt x="101179" y="1550"/>
                    <a:pt x="107637" y="1550"/>
                    <a:pt x="114095" y="1552"/>
                  </a:cubicBezTo>
                  <a:cubicBezTo>
                    <a:pt x="117958" y="1553"/>
                    <a:pt x="121820" y="1553"/>
                    <a:pt x="125683" y="1551"/>
                  </a:cubicBezTo>
                  <a:cubicBezTo>
                    <a:pt x="129313" y="1549"/>
                    <a:pt x="132944" y="1550"/>
                    <a:pt x="136574" y="1554"/>
                  </a:cubicBezTo>
                  <a:cubicBezTo>
                    <a:pt x="137911" y="1555"/>
                    <a:pt x="139247" y="1555"/>
                    <a:pt x="140584" y="1553"/>
                  </a:cubicBezTo>
                  <a:cubicBezTo>
                    <a:pt x="142400" y="1551"/>
                    <a:pt x="144217" y="1554"/>
                    <a:pt x="146033" y="1558"/>
                  </a:cubicBezTo>
                  <a:cubicBezTo>
                    <a:pt x="146569" y="1556"/>
                    <a:pt x="147105" y="1554"/>
                    <a:pt x="147657" y="1553"/>
                  </a:cubicBezTo>
                  <a:cubicBezTo>
                    <a:pt x="151287" y="1567"/>
                    <a:pt x="151287" y="1567"/>
                    <a:pt x="152116" y="2396"/>
                  </a:cubicBezTo>
                  <a:cubicBezTo>
                    <a:pt x="152191" y="4534"/>
                    <a:pt x="152220" y="6653"/>
                    <a:pt x="152215" y="8791"/>
                  </a:cubicBezTo>
                  <a:cubicBezTo>
                    <a:pt x="152216" y="9433"/>
                    <a:pt x="152216" y="10074"/>
                    <a:pt x="152217" y="10735"/>
                  </a:cubicBezTo>
                  <a:cubicBezTo>
                    <a:pt x="152218" y="12093"/>
                    <a:pt x="152216" y="13452"/>
                    <a:pt x="152213" y="14811"/>
                  </a:cubicBezTo>
                  <a:cubicBezTo>
                    <a:pt x="152209" y="16898"/>
                    <a:pt x="152213" y="18985"/>
                    <a:pt x="152218" y="21072"/>
                  </a:cubicBezTo>
                  <a:cubicBezTo>
                    <a:pt x="152217" y="22389"/>
                    <a:pt x="152216" y="23706"/>
                    <a:pt x="152215" y="25023"/>
                  </a:cubicBezTo>
                  <a:cubicBezTo>
                    <a:pt x="152216" y="25651"/>
                    <a:pt x="152218" y="26280"/>
                    <a:pt x="152220" y="26928"/>
                  </a:cubicBezTo>
                  <a:cubicBezTo>
                    <a:pt x="152202" y="31332"/>
                    <a:pt x="152202" y="31332"/>
                    <a:pt x="151372" y="32162"/>
                  </a:cubicBezTo>
                  <a:cubicBezTo>
                    <a:pt x="149959" y="32234"/>
                    <a:pt x="148544" y="32253"/>
                    <a:pt x="147130" y="32251"/>
                  </a:cubicBezTo>
                  <a:cubicBezTo>
                    <a:pt x="146208" y="32252"/>
                    <a:pt x="145287" y="32253"/>
                    <a:pt x="144337" y="32254"/>
                  </a:cubicBezTo>
                  <a:cubicBezTo>
                    <a:pt x="143307" y="32252"/>
                    <a:pt x="142276" y="32249"/>
                    <a:pt x="141246" y="32246"/>
                  </a:cubicBezTo>
                  <a:cubicBezTo>
                    <a:pt x="140168" y="32246"/>
                    <a:pt x="139090" y="32246"/>
                    <a:pt x="138013" y="32247"/>
                  </a:cubicBezTo>
                  <a:cubicBezTo>
                    <a:pt x="135078" y="32247"/>
                    <a:pt x="132143" y="32243"/>
                    <a:pt x="129208" y="32237"/>
                  </a:cubicBezTo>
                  <a:cubicBezTo>
                    <a:pt x="126144" y="32233"/>
                    <a:pt x="123080" y="32232"/>
                    <a:pt x="120016" y="32231"/>
                  </a:cubicBezTo>
                  <a:cubicBezTo>
                    <a:pt x="114210" y="32229"/>
                    <a:pt x="108404" y="32223"/>
                    <a:pt x="102599" y="32215"/>
                  </a:cubicBezTo>
                  <a:cubicBezTo>
                    <a:pt x="95991" y="32207"/>
                    <a:pt x="89382" y="32203"/>
                    <a:pt x="82774" y="32199"/>
                  </a:cubicBezTo>
                  <a:cubicBezTo>
                    <a:pt x="69177" y="32192"/>
                    <a:pt x="55580" y="32178"/>
                    <a:pt x="41983" y="32162"/>
                  </a:cubicBezTo>
                  <a:cubicBezTo>
                    <a:pt x="42104" y="32597"/>
                    <a:pt x="42225" y="33032"/>
                    <a:pt x="42349" y="33481"/>
                  </a:cubicBezTo>
                  <a:cubicBezTo>
                    <a:pt x="42929" y="36023"/>
                    <a:pt x="42831" y="38573"/>
                    <a:pt x="42824" y="41167"/>
                  </a:cubicBezTo>
                  <a:cubicBezTo>
                    <a:pt x="42825" y="41772"/>
                    <a:pt x="42826" y="42378"/>
                    <a:pt x="42828" y="43001"/>
                  </a:cubicBezTo>
                  <a:cubicBezTo>
                    <a:pt x="42831" y="45000"/>
                    <a:pt x="42829" y="46999"/>
                    <a:pt x="42826" y="48998"/>
                  </a:cubicBezTo>
                  <a:cubicBezTo>
                    <a:pt x="42827" y="50388"/>
                    <a:pt x="42828" y="51778"/>
                    <a:pt x="42828" y="53168"/>
                  </a:cubicBezTo>
                  <a:cubicBezTo>
                    <a:pt x="42830" y="56081"/>
                    <a:pt x="42828" y="58993"/>
                    <a:pt x="42824" y="61906"/>
                  </a:cubicBezTo>
                  <a:cubicBezTo>
                    <a:pt x="42820" y="65639"/>
                    <a:pt x="42823" y="69373"/>
                    <a:pt x="42827" y="73106"/>
                  </a:cubicBezTo>
                  <a:cubicBezTo>
                    <a:pt x="42830" y="75976"/>
                    <a:pt x="42829" y="78846"/>
                    <a:pt x="42827" y="81716"/>
                  </a:cubicBezTo>
                  <a:cubicBezTo>
                    <a:pt x="42827" y="83093"/>
                    <a:pt x="42827" y="84470"/>
                    <a:pt x="42829" y="85846"/>
                  </a:cubicBezTo>
                  <a:cubicBezTo>
                    <a:pt x="42831" y="87770"/>
                    <a:pt x="42828" y="89694"/>
                    <a:pt x="42824" y="91618"/>
                  </a:cubicBezTo>
                  <a:cubicBezTo>
                    <a:pt x="42825" y="92187"/>
                    <a:pt x="42827" y="92756"/>
                    <a:pt x="42828" y="93342"/>
                  </a:cubicBezTo>
                  <a:cubicBezTo>
                    <a:pt x="42818" y="95898"/>
                    <a:pt x="42666" y="98164"/>
                    <a:pt x="41983" y="100623"/>
                  </a:cubicBezTo>
                  <a:cubicBezTo>
                    <a:pt x="42511" y="100622"/>
                    <a:pt x="43039" y="100621"/>
                    <a:pt x="43583" y="100621"/>
                  </a:cubicBezTo>
                  <a:cubicBezTo>
                    <a:pt x="56413" y="100604"/>
                    <a:pt x="69244" y="100592"/>
                    <a:pt x="82074" y="100584"/>
                  </a:cubicBezTo>
                  <a:cubicBezTo>
                    <a:pt x="88279" y="100580"/>
                    <a:pt x="94483" y="100575"/>
                    <a:pt x="100688" y="100567"/>
                  </a:cubicBezTo>
                  <a:cubicBezTo>
                    <a:pt x="106094" y="100559"/>
                    <a:pt x="111501" y="100554"/>
                    <a:pt x="116907" y="100553"/>
                  </a:cubicBezTo>
                  <a:cubicBezTo>
                    <a:pt x="119771" y="100552"/>
                    <a:pt x="122635" y="100550"/>
                    <a:pt x="125499" y="100544"/>
                  </a:cubicBezTo>
                  <a:cubicBezTo>
                    <a:pt x="128193" y="100539"/>
                    <a:pt x="130886" y="100538"/>
                    <a:pt x="133580" y="100539"/>
                  </a:cubicBezTo>
                  <a:cubicBezTo>
                    <a:pt x="135044" y="100538"/>
                    <a:pt x="136508" y="100534"/>
                    <a:pt x="137973" y="100530"/>
                  </a:cubicBezTo>
                  <a:cubicBezTo>
                    <a:pt x="138839" y="100531"/>
                    <a:pt x="139705" y="100532"/>
                    <a:pt x="140597" y="100533"/>
                  </a:cubicBezTo>
                  <a:cubicBezTo>
                    <a:pt x="141731" y="100532"/>
                    <a:pt x="141731" y="100532"/>
                    <a:pt x="142888" y="100531"/>
                  </a:cubicBezTo>
                  <a:cubicBezTo>
                    <a:pt x="144675" y="100623"/>
                    <a:pt x="144675" y="100623"/>
                    <a:pt x="146163" y="101367"/>
                  </a:cubicBezTo>
                  <a:cubicBezTo>
                    <a:pt x="146315" y="103522"/>
                    <a:pt x="146371" y="105605"/>
                    <a:pt x="146361" y="107762"/>
                  </a:cubicBezTo>
                  <a:cubicBezTo>
                    <a:pt x="146362" y="108403"/>
                    <a:pt x="146364" y="109045"/>
                    <a:pt x="146365" y="109705"/>
                  </a:cubicBezTo>
                  <a:cubicBezTo>
                    <a:pt x="146366" y="111064"/>
                    <a:pt x="146363" y="112423"/>
                    <a:pt x="146357" y="113782"/>
                  </a:cubicBezTo>
                  <a:cubicBezTo>
                    <a:pt x="146349" y="115869"/>
                    <a:pt x="146357" y="117956"/>
                    <a:pt x="146366" y="120043"/>
                  </a:cubicBezTo>
                  <a:cubicBezTo>
                    <a:pt x="146365" y="121360"/>
                    <a:pt x="146364" y="122677"/>
                    <a:pt x="146361" y="123993"/>
                  </a:cubicBezTo>
                  <a:cubicBezTo>
                    <a:pt x="146364" y="124622"/>
                    <a:pt x="146367" y="125251"/>
                    <a:pt x="146370" y="125898"/>
                  </a:cubicBezTo>
                  <a:cubicBezTo>
                    <a:pt x="146358" y="127397"/>
                    <a:pt x="146268" y="128894"/>
                    <a:pt x="146163" y="130388"/>
                  </a:cubicBezTo>
                  <a:cubicBezTo>
                    <a:pt x="144213" y="131364"/>
                    <a:pt x="142782" y="131224"/>
                    <a:pt x="140597" y="131222"/>
                  </a:cubicBezTo>
                  <a:cubicBezTo>
                    <a:pt x="139731" y="131223"/>
                    <a:pt x="138865" y="131224"/>
                    <a:pt x="137973" y="131225"/>
                  </a:cubicBezTo>
                  <a:cubicBezTo>
                    <a:pt x="136540" y="131221"/>
                    <a:pt x="136540" y="131221"/>
                    <a:pt x="135079" y="131217"/>
                  </a:cubicBezTo>
                  <a:cubicBezTo>
                    <a:pt x="134067" y="131217"/>
                    <a:pt x="133055" y="131217"/>
                    <a:pt x="132043" y="131217"/>
                  </a:cubicBezTo>
                  <a:cubicBezTo>
                    <a:pt x="129291" y="131218"/>
                    <a:pt x="126539" y="131213"/>
                    <a:pt x="123787" y="131208"/>
                  </a:cubicBezTo>
                  <a:cubicBezTo>
                    <a:pt x="120913" y="131203"/>
                    <a:pt x="118039" y="131203"/>
                    <a:pt x="115165" y="131202"/>
                  </a:cubicBezTo>
                  <a:cubicBezTo>
                    <a:pt x="109720" y="131200"/>
                    <a:pt x="104275" y="131194"/>
                    <a:pt x="98831" y="131186"/>
                  </a:cubicBezTo>
                  <a:cubicBezTo>
                    <a:pt x="92633" y="131178"/>
                    <a:pt x="86435" y="131174"/>
                    <a:pt x="80237" y="131170"/>
                  </a:cubicBezTo>
                  <a:cubicBezTo>
                    <a:pt x="67486" y="131162"/>
                    <a:pt x="54735" y="131149"/>
                    <a:pt x="41983" y="131133"/>
                  </a:cubicBezTo>
                  <a:cubicBezTo>
                    <a:pt x="42104" y="131563"/>
                    <a:pt x="42225" y="131993"/>
                    <a:pt x="42349" y="132436"/>
                  </a:cubicBezTo>
                  <a:cubicBezTo>
                    <a:pt x="42968" y="135176"/>
                    <a:pt x="42830" y="137957"/>
                    <a:pt x="42824" y="140753"/>
                  </a:cubicBezTo>
                  <a:cubicBezTo>
                    <a:pt x="42825" y="141423"/>
                    <a:pt x="42826" y="142094"/>
                    <a:pt x="42828" y="142785"/>
                  </a:cubicBezTo>
                  <a:cubicBezTo>
                    <a:pt x="42831" y="145001"/>
                    <a:pt x="42829" y="147217"/>
                    <a:pt x="42826" y="149434"/>
                  </a:cubicBezTo>
                  <a:cubicBezTo>
                    <a:pt x="42827" y="150974"/>
                    <a:pt x="42828" y="152514"/>
                    <a:pt x="42828" y="154054"/>
                  </a:cubicBezTo>
                  <a:cubicBezTo>
                    <a:pt x="42830" y="157282"/>
                    <a:pt x="42828" y="160510"/>
                    <a:pt x="42824" y="163738"/>
                  </a:cubicBezTo>
                  <a:cubicBezTo>
                    <a:pt x="42820" y="167877"/>
                    <a:pt x="42823" y="172015"/>
                    <a:pt x="42827" y="176154"/>
                  </a:cubicBezTo>
                  <a:cubicBezTo>
                    <a:pt x="42830" y="179335"/>
                    <a:pt x="42829" y="182515"/>
                    <a:pt x="42827" y="185695"/>
                  </a:cubicBezTo>
                  <a:cubicBezTo>
                    <a:pt x="42827" y="187222"/>
                    <a:pt x="42827" y="188748"/>
                    <a:pt x="42829" y="190274"/>
                  </a:cubicBezTo>
                  <a:cubicBezTo>
                    <a:pt x="42831" y="192406"/>
                    <a:pt x="42828" y="194538"/>
                    <a:pt x="42824" y="196671"/>
                  </a:cubicBezTo>
                  <a:cubicBezTo>
                    <a:pt x="42825" y="197302"/>
                    <a:pt x="42827" y="197934"/>
                    <a:pt x="42828" y="198585"/>
                  </a:cubicBezTo>
                  <a:cubicBezTo>
                    <a:pt x="42819" y="201279"/>
                    <a:pt x="42712" y="203698"/>
                    <a:pt x="41983" y="206291"/>
                  </a:cubicBezTo>
                  <a:cubicBezTo>
                    <a:pt x="42868" y="206290"/>
                    <a:pt x="42868" y="206290"/>
                    <a:pt x="43771" y="206289"/>
                  </a:cubicBezTo>
                  <a:cubicBezTo>
                    <a:pt x="58104" y="206272"/>
                    <a:pt x="72437" y="206260"/>
                    <a:pt x="86770" y="206252"/>
                  </a:cubicBezTo>
                  <a:cubicBezTo>
                    <a:pt x="93701" y="206248"/>
                    <a:pt x="100632" y="206243"/>
                    <a:pt x="107563" y="206235"/>
                  </a:cubicBezTo>
                  <a:cubicBezTo>
                    <a:pt x="113602" y="206227"/>
                    <a:pt x="119641" y="206222"/>
                    <a:pt x="125680" y="206221"/>
                  </a:cubicBezTo>
                  <a:cubicBezTo>
                    <a:pt x="128880" y="206220"/>
                    <a:pt x="132080" y="206217"/>
                    <a:pt x="135279" y="206212"/>
                  </a:cubicBezTo>
                  <a:cubicBezTo>
                    <a:pt x="138287" y="206207"/>
                    <a:pt x="141295" y="206205"/>
                    <a:pt x="144303" y="206207"/>
                  </a:cubicBezTo>
                  <a:cubicBezTo>
                    <a:pt x="145411" y="206206"/>
                    <a:pt x="146518" y="206205"/>
                    <a:pt x="147625" y="206202"/>
                  </a:cubicBezTo>
                  <a:cubicBezTo>
                    <a:pt x="149130" y="206198"/>
                    <a:pt x="150636" y="206200"/>
                    <a:pt x="152141" y="206201"/>
                  </a:cubicBezTo>
                  <a:cubicBezTo>
                    <a:pt x="152985" y="206201"/>
                    <a:pt x="153830" y="206200"/>
                    <a:pt x="154700" y="206199"/>
                  </a:cubicBezTo>
                  <a:cubicBezTo>
                    <a:pt x="156581" y="206291"/>
                    <a:pt x="156581" y="206291"/>
                    <a:pt x="157325" y="207035"/>
                  </a:cubicBezTo>
                  <a:cubicBezTo>
                    <a:pt x="157542" y="211277"/>
                    <a:pt x="157559" y="215521"/>
                    <a:pt x="157586" y="219767"/>
                  </a:cubicBezTo>
                  <a:cubicBezTo>
                    <a:pt x="157598" y="221201"/>
                    <a:pt x="157618" y="222635"/>
                    <a:pt x="157647" y="224068"/>
                  </a:cubicBezTo>
                  <a:cubicBezTo>
                    <a:pt x="157687" y="226127"/>
                    <a:pt x="157704" y="228184"/>
                    <a:pt x="157715" y="230243"/>
                  </a:cubicBezTo>
                  <a:cubicBezTo>
                    <a:pt x="157731" y="230888"/>
                    <a:pt x="157748" y="231533"/>
                    <a:pt x="157766" y="232197"/>
                  </a:cubicBezTo>
                  <a:cubicBezTo>
                    <a:pt x="157759" y="233995"/>
                    <a:pt x="157759" y="233995"/>
                    <a:pt x="157325" y="236801"/>
                  </a:cubicBezTo>
                  <a:cubicBezTo>
                    <a:pt x="154320" y="237862"/>
                    <a:pt x="151079" y="237649"/>
                    <a:pt x="147922" y="237639"/>
                  </a:cubicBezTo>
                  <a:cubicBezTo>
                    <a:pt x="147356" y="237640"/>
                    <a:pt x="146790" y="237641"/>
                    <a:pt x="146206" y="237643"/>
                  </a:cubicBezTo>
                  <a:cubicBezTo>
                    <a:pt x="144312" y="237646"/>
                    <a:pt x="142418" y="237643"/>
                    <a:pt x="140524" y="237641"/>
                  </a:cubicBezTo>
                  <a:cubicBezTo>
                    <a:pt x="139164" y="237642"/>
                    <a:pt x="137805" y="237643"/>
                    <a:pt x="136446" y="237645"/>
                  </a:cubicBezTo>
                  <a:cubicBezTo>
                    <a:pt x="132756" y="237648"/>
                    <a:pt x="129066" y="237647"/>
                    <a:pt x="125376" y="237645"/>
                  </a:cubicBezTo>
                  <a:cubicBezTo>
                    <a:pt x="121516" y="237643"/>
                    <a:pt x="117656" y="237644"/>
                    <a:pt x="113796" y="237646"/>
                  </a:cubicBezTo>
                  <a:cubicBezTo>
                    <a:pt x="107315" y="237647"/>
                    <a:pt x="100833" y="237645"/>
                    <a:pt x="94352" y="237642"/>
                  </a:cubicBezTo>
                  <a:cubicBezTo>
                    <a:pt x="86855" y="237638"/>
                    <a:pt x="79359" y="237639"/>
                    <a:pt x="71862" y="237643"/>
                  </a:cubicBezTo>
                  <a:cubicBezTo>
                    <a:pt x="65428" y="237646"/>
                    <a:pt x="58994" y="237647"/>
                    <a:pt x="52560" y="237645"/>
                  </a:cubicBezTo>
                  <a:cubicBezTo>
                    <a:pt x="48716" y="237644"/>
                    <a:pt x="44872" y="237644"/>
                    <a:pt x="41028" y="237646"/>
                  </a:cubicBezTo>
                  <a:cubicBezTo>
                    <a:pt x="37415" y="237648"/>
                    <a:pt x="33803" y="237647"/>
                    <a:pt x="30190" y="237642"/>
                  </a:cubicBezTo>
                  <a:cubicBezTo>
                    <a:pt x="28863" y="237641"/>
                    <a:pt x="27536" y="237642"/>
                    <a:pt x="26209" y="237643"/>
                  </a:cubicBezTo>
                  <a:cubicBezTo>
                    <a:pt x="24400" y="237645"/>
                    <a:pt x="22591" y="237643"/>
                    <a:pt x="20782" y="237639"/>
                  </a:cubicBezTo>
                  <a:cubicBezTo>
                    <a:pt x="20254" y="237641"/>
                    <a:pt x="19727" y="237642"/>
                    <a:pt x="19184" y="237644"/>
                  </a:cubicBezTo>
                  <a:cubicBezTo>
                    <a:pt x="14074" y="237624"/>
                    <a:pt x="14074" y="237624"/>
                    <a:pt x="12218" y="236801"/>
                  </a:cubicBezTo>
                  <a:cubicBezTo>
                    <a:pt x="11847" y="235206"/>
                    <a:pt x="11847" y="235206"/>
                    <a:pt x="11849" y="233050"/>
                  </a:cubicBezTo>
                  <a:cubicBezTo>
                    <a:pt x="11843" y="232233"/>
                    <a:pt x="11837" y="231415"/>
                    <a:pt x="11830" y="230573"/>
                  </a:cubicBezTo>
                  <a:cubicBezTo>
                    <a:pt x="11838" y="229663"/>
                    <a:pt x="11846" y="228754"/>
                    <a:pt x="11855" y="227817"/>
                  </a:cubicBezTo>
                  <a:cubicBezTo>
                    <a:pt x="11852" y="226860"/>
                    <a:pt x="11849" y="225903"/>
                    <a:pt x="11845" y="224916"/>
                  </a:cubicBezTo>
                  <a:cubicBezTo>
                    <a:pt x="11837" y="222247"/>
                    <a:pt x="11848" y="219577"/>
                    <a:pt x="11861" y="216908"/>
                  </a:cubicBezTo>
                  <a:cubicBezTo>
                    <a:pt x="11873" y="214034"/>
                    <a:pt x="11867" y="211160"/>
                    <a:pt x="11863" y="208285"/>
                  </a:cubicBezTo>
                  <a:cubicBezTo>
                    <a:pt x="11858" y="202650"/>
                    <a:pt x="11870" y="197015"/>
                    <a:pt x="11886" y="191380"/>
                  </a:cubicBezTo>
                  <a:cubicBezTo>
                    <a:pt x="11904" y="184824"/>
                    <a:pt x="11906" y="178269"/>
                    <a:pt x="11908" y="171714"/>
                  </a:cubicBezTo>
                  <a:cubicBezTo>
                    <a:pt x="11911" y="160021"/>
                    <a:pt x="11927" y="148329"/>
                    <a:pt x="11952" y="136637"/>
                  </a:cubicBezTo>
                  <a:cubicBezTo>
                    <a:pt x="11976" y="125278"/>
                    <a:pt x="11992" y="113919"/>
                    <a:pt x="11998" y="102560"/>
                  </a:cubicBezTo>
                  <a:cubicBezTo>
                    <a:pt x="11998" y="101860"/>
                    <a:pt x="11999" y="101161"/>
                    <a:pt x="11999" y="100440"/>
                  </a:cubicBezTo>
                  <a:cubicBezTo>
                    <a:pt x="12001" y="97629"/>
                    <a:pt x="12002" y="94817"/>
                    <a:pt x="12003" y="92006"/>
                  </a:cubicBezTo>
                  <a:cubicBezTo>
                    <a:pt x="12009" y="81200"/>
                    <a:pt x="12021" y="70394"/>
                    <a:pt x="12034" y="59588"/>
                  </a:cubicBezTo>
                  <a:cubicBezTo>
                    <a:pt x="12037" y="56319"/>
                    <a:pt x="12041" y="53050"/>
                    <a:pt x="12044" y="49780"/>
                  </a:cubicBezTo>
                  <a:cubicBezTo>
                    <a:pt x="12051" y="42903"/>
                    <a:pt x="12060" y="36026"/>
                    <a:pt x="12075" y="29148"/>
                  </a:cubicBezTo>
                  <a:cubicBezTo>
                    <a:pt x="12082" y="26303"/>
                    <a:pt x="12087" y="23458"/>
                    <a:pt x="12089" y="20612"/>
                  </a:cubicBezTo>
                  <a:cubicBezTo>
                    <a:pt x="12091" y="17535"/>
                    <a:pt x="12099" y="14457"/>
                    <a:pt x="12108" y="11380"/>
                  </a:cubicBezTo>
                  <a:cubicBezTo>
                    <a:pt x="12108" y="10470"/>
                    <a:pt x="12108" y="9561"/>
                    <a:pt x="12108" y="8624"/>
                  </a:cubicBezTo>
                  <a:cubicBezTo>
                    <a:pt x="12111" y="7806"/>
                    <a:pt x="12114" y="6989"/>
                    <a:pt x="12118" y="6147"/>
                  </a:cubicBezTo>
                  <a:cubicBezTo>
                    <a:pt x="12119" y="5435"/>
                    <a:pt x="12120" y="4724"/>
                    <a:pt x="12122" y="3991"/>
                  </a:cubicBezTo>
                  <a:cubicBezTo>
                    <a:pt x="12306" y="922"/>
                    <a:pt x="14012" y="1563"/>
                    <a:pt x="16677" y="1553"/>
                  </a:cubicBezTo>
                  <a:close/>
                </a:path>
              </a:pathLst>
            </a:custGeom>
            <a:grpFill/>
            <a:ln w="744" cap="flat">
              <a:noFill/>
              <a:prstDash val="solid"/>
              <a:miter/>
            </a:ln>
          </p:spPr>
          <p:txBody>
            <a:bodyPr rtlCol="0" anchor="ctr"/>
            <a:lstStyle/>
            <a:p>
              <a:endParaRPr lang="zh-CN" altLang="en-US"/>
            </a:p>
          </p:txBody>
        </p:sp>
        <p:sp>
          <p:nvSpPr>
            <p:cNvPr id="187" name="任意多边形: 形状 186"/>
            <p:cNvSpPr/>
            <p:nvPr/>
          </p:nvSpPr>
          <p:spPr>
            <a:xfrm>
              <a:off x="5710190" y="1392886"/>
              <a:ext cx="145931" cy="236114"/>
            </a:xfrm>
            <a:custGeom>
              <a:avLst/>
              <a:gdLst>
                <a:gd name="connsiteX0" fmla="*/ 8517 w 145932"/>
                <a:gd name="connsiteY0" fmla="*/ 1600 h 236107"/>
                <a:gd name="connsiteX1" fmla="*/ 62909 w 145932"/>
                <a:gd name="connsiteY1" fmla="*/ 1561 h 236107"/>
                <a:gd name="connsiteX2" fmla="*/ 88162 w 145932"/>
                <a:gd name="connsiteY2" fmla="*/ 1544 h 236107"/>
                <a:gd name="connsiteX3" fmla="*/ 110164 w 145932"/>
                <a:gd name="connsiteY3" fmla="*/ 1530 h 236107"/>
                <a:gd name="connsiteX4" fmla="*/ 121822 w 145932"/>
                <a:gd name="connsiteY4" fmla="*/ 1521 h 236107"/>
                <a:gd name="connsiteX5" fmla="*/ 132781 w 145932"/>
                <a:gd name="connsiteY5" fmla="*/ 1516 h 236107"/>
                <a:gd name="connsiteX6" fmla="*/ 136816 w 145932"/>
                <a:gd name="connsiteY6" fmla="*/ 1511 h 236107"/>
                <a:gd name="connsiteX7" fmla="*/ 142299 w 145932"/>
                <a:gd name="connsiteY7" fmla="*/ 1511 h 236107"/>
                <a:gd name="connsiteX8" fmla="*/ 143933 w 145932"/>
                <a:gd name="connsiteY8" fmla="*/ 1504 h 236107"/>
                <a:gd name="connsiteX9" fmla="*/ 148416 w 145932"/>
                <a:gd name="connsiteY9" fmla="*/ 2344 h 236107"/>
                <a:gd name="connsiteX10" fmla="*/ 148514 w 145932"/>
                <a:gd name="connsiteY10" fmla="*/ 8550 h 236107"/>
                <a:gd name="connsiteX11" fmla="*/ 148517 w 145932"/>
                <a:gd name="connsiteY11" fmla="*/ 10438 h 236107"/>
                <a:gd name="connsiteX12" fmla="*/ 148513 w 145932"/>
                <a:gd name="connsiteY12" fmla="*/ 14400 h 236107"/>
                <a:gd name="connsiteX13" fmla="*/ 148517 w 145932"/>
                <a:gd name="connsiteY13" fmla="*/ 20475 h 236107"/>
                <a:gd name="connsiteX14" fmla="*/ 148514 w 145932"/>
                <a:gd name="connsiteY14" fmla="*/ 24317 h 236107"/>
                <a:gd name="connsiteX15" fmla="*/ 148519 w 145932"/>
                <a:gd name="connsiteY15" fmla="*/ 26161 h 236107"/>
                <a:gd name="connsiteX16" fmla="*/ 147672 w 145932"/>
                <a:gd name="connsiteY16" fmla="*/ 32110 h 236107"/>
                <a:gd name="connsiteX17" fmla="*/ 143429 w 145932"/>
                <a:gd name="connsiteY17" fmla="*/ 32289 h 236107"/>
                <a:gd name="connsiteX18" fmla="*/ 140637 w 145932"/>
                <a:gd name="connsiteY18" fmla="*/ 32295 h 236107"/>
                <a:gd name="connsiteX19" fmla="*/ 137546 w 145932"/>
                <a:gd name="connsiteY19" fmla="*/ 32279 h 236107"/>
                <a:gd name="connsiteX20" fmla="*/ 134312 w 145932"/>
                <a:gd name="connsiteY20" fmla="*/ 32279 h 236107"/>
                <a:gd name="connsiteX21" fmla="*/ 125507 w 145932"/>
                <a:gd name="connsiteY21" fmla="*/ 32261 h 236107"/>
                <a:gd name="connsiteX22" fmla="*/ 116316 w 145932"/>
                <a:gd name="connsiteY22" fmla="*/ 32249 h 236107"/>
                <a:gd name="connsiteX23" fmla="*/ 98898 w 145932"/>
                <a:gd name="connsiteY23" fmla="*/ 32217 h 236107"/>
                <a:gd name="connsiteX24" fmla="*/ 79074 w 145932"/>
                <a:gd name="connsiteY24" fmla="*/ 32185 h 236107"/>
                <a:gd name="connsiteX25" fmla="*/ 38283 w 145932"/>
                <a:gd name="connsiteY25" fmla="*/ 32110 h 236107"/>
                <a:gd name="connsiteX26" fmla="*/ 38649 w 145932"/>
                <a:gd name="connsiteY26" fmla="*/ 33429 h 236107"/>
                <a:gd name="connsiteX27" fmla="*/ 39123 w 145932"/>
                <a:gd name="connsiteY27" fmla="*/ 41115 h 236107"/>
                <a:gd name="connsiteX28" fmla="*/ 39127 w 145932"/>
                <a:gd name="connsiteY28" fmla="*/ 42949 h 236107"/>
                <a:gd name="connsiteX29" fmla="*/ 39126 w 145932"/>
                <a:gd name="connsiteY29" fmla="*/ 48946 h 236107"/>
                <a:gd name="connsiteX30" fmla="*/ 39128 w 145932"/>
                <a:gd name="connsiteY30" fmla="*/ 53116 h 236107"/>
                <a:gd name="connsiteX31" fmla="*/ 39124 w 145932"/>
                <a:gd name="connsiteY31" fmla="*/ 61854 h 236107"/>
                <a:gd name="connsiteX32" fmla="*/ 39127 w 145932"/>
                <a:gd name="connsiteY32" fmla="*/ 73054 h 236107"/>
                <a:gd name="connsiteX33" fmla="*/ 39127 w 145932"/>
                <a:gd name="connsiteY33" fmla="*/ 81664 h 236107"/>
                <a:gd name="connsiteX34" fmla="*/ 39128 w 145932"/>
                <a:gd name="connsiteY34" fmla="*/ 85794 h 236107"/>
                <a:gd name="connsiteX35" fmla="*/ 39123 w 145932"/>
                <a:gd name="connsiteY35" fmla="*/ 91565 h 236107"/>
                <a:gd name="connsiteX36" fmla="*/ 39128 w 145932"/>
                <a:gd name="connsiteY36" fmla="*/ 93290 h 236107"/>
                <a:gd name="connsiteX37" fmla="*/ 38283 w 145932"/>
                <a:gd name="connsiteY37" fmla="*/ 100571 h 236107"/>
                <a:gd name="connsiteX38" fmla="*/ 39882 w 145932"/>
                <a:gd name="connsiteY38" fmla="*/ 100569 h 236107"/>
                <a:gd name="connsiteX39" fmla="*/ 78374 w 145932"/>
                <a:gd name="connsiteY39" fmla="*/ 100532 h 236107"/>
                <a:gd name="connsiteX40" fmla="*/ 96987 w 145932"/>
                <a:gd name="connsiteY40" fmla="*/ 100515 h 236107"/>
                <a:gd name="connsiteX41" fmla="*/ 113207 w 145932"/>
                <a:gd name="connsiteY41" fmla="*/ 100501 h 236107"/>
                <a:gd name="connsiteX42" fmla="*/ 121799 w 145932"/>
                <a:gd name="connsiteY42" fmla="*/ 100492 h 236107"/>
                <a:gd name="connsiteX43" fmla="*/ 129879 w 145932"/>
                <a:gd name="connsiteY43" fmla="*/ 100487 h 236107"/>
                <a:gd name="connsiteX44" fmla="*/ 134272 w 145932"/>
                <a:gd name="connsiteY44" fmla="*/ 100478 h 236107"/>
                <a:gd name="connsiteX45" fmla="*/ 136897 w 145932"/>
                <a:gd name="connsiteY45" fmla="*/ 100481 h 236107"/>
                <a:gd name="connsiteX46" fmla="*/ 139187 w 145932"/>
                <a:gd name="connsiteY46" fmla="*/ 100479 h 236107"/>
                <a:gd name="connsiteX47" fmla="*/ 142463 w 145932"/>
                <a:gd name="connsiteY47" fmla="*/ 101315 h 236107"/>
                <a:gd name="connsiteX48" fmla="*/ 142660 w 145932"/>
                <a:gd name="connsiteY48" fmla="*/ 107710 h 236107"/>
                <a:gd name="connsiteX49" fmla="*/ 142665 w 145932"/>
                <a:gd name="connsiteY49" fmla="*/ 109653 h 236107"/>
                <a:gd name="connsiteX50" fmla="*/ 142657 w 145932"/>
                <a:gd name="connsiteY50" fmla="*/ 113729 h 236107"/>
                <a:gd name="connsiteX51" fmla="*/ 142666 w 145932"/>
                <a:gd name="connsiteY51" fmla="*/ 119991 h 236107"/>
                <a:gd name="connsiteX52" fmla="*/ 142660 w 145932"/>
                <a:gd name="connsiteY52" fmla="*/ 123941 h 236107"/>
                <a:gd name="connsiteX53" fmla="*/ 142669 w 145932"/>
                <a:gd name="connsiteY53" fmla="*/ 125846 h 236107"/>
                <a:gd name="connsiteX54" fmla="*/ 142463 w 145932"/>
                <a:gd name="connsiteY54" fmla="*/ 130336 h 236107"/>
                <a:gd name="connsiteX55" fmla="*/ 136897 w 145932"/>
                <a:gd name="connsiteY55" fmla="*/ 131170 h 236107"/>
                <a:gd name="connsiteX56" fmla="*/ 134272 w 145932"/>
                <a:gd name="connsiteY56" fmla="*/ 131173 h 236107"/>
                <a:gd name="connsiteX57" fmla="*/ 131379 w 145932"/>
                <a:gd name="connsiteY57" fmla="*/ 131165 h 236107"/>
                <a:gd name="connsiteX58" fmla="*/ 128343 w 145932"/>
                <a:gd name="connsiteY58" fmla="*/ 131165 h 236107"/>
                <a:gd name="connsiteX59" fmla="*/ 120087 w 145932"/>
                <a:gd name="connsiteY59" fmla="*/ 131156 h 236107"/>
                <a:gd name="connsiteX60" fmla="*/ 111464 w 145932"/>
                <a:gd name="connsiteY60" fmla="*/ 131150 h 236107"/>
                <a:gd name="connsiteX61" fmla="*/ 95130 w 145932"/>
                <a:gd name="connsiteY61" fmla="*/ 131134 h 236107"/>
                <a:gd name="connsiteX62" fmla="*/ 76537 w 145932"/>
                <a:gd name="connsiteY62" fmla="*/ 131118 h 236107"/>
                <a:gd name="connsiteX63" fmla="*/ 38283 w 145932"/>
                <a:gd name="connsiteY63" fmla="*/ 131081 h 236107"/>
                <a:gd name="connsiteX64" fmla="*/ 38649 w 145932"/>
                <a:gd name="connsiteY64" fmla="*/ 132383 h 236107"/>
                <a:gd name="connsiteX65" fmla="*/ 39123 w 145932"/>
                <a:gd name="connsiteY65" fmla="*/ 140701 h 236107"/>
                <a:gd name="connsiteX66" fmla="*/ 39127 w 145932"/>
                <a:gd name="connsiteY66" fmla="*/ 142733 h 236107"/>
                <a:gd name="connsiteX67" fmla="*/ 39126 w 145932"/>
                <a:gd name="connsiteY67" fmla="*/ 149382 h 236107"/>
                <a:gd name="connsiteX68" fmla="*/ 39128 w 145932"/>
                <a:gd name="connsiteY68" fmla="*/ 154002 h 236107"/>
                <a:gd name="connsiteX69" fmla="*/ 39124 w 145932"/>
                <a:gd name="connsiteY69" fmla="*/ 163686 h 236107"/>
                <a:gd name="connsiteX70" fmla="*/ 39127 w 145932"/>
                <a:gd name="connsiteY70" fmla="*/ 176102 h 236107"/>
                <a:gd name="connsiteX71" fmla="*/ 39127 w 145932"/>
                <a:gd name="connsiteY71" fmla="*/ 185643 h 236107"/>
                <a:gd name="connsiteX72" fmla="*/ 39128 w 145932"/>
                <a:gd name="connsiteY72" fmla="*/ 190222 h 236107"/>
                <a:gd name="connsiteX73" fmla="*/ 39123 w 145932"/>
                <a:gd name="connsiteY73" fmla="*/ 196619 h 236107"/>
                <a:gd name="connsiteX74" fmla="*/ 39128 w 145932"/>
                <a:gd name="connsiteY74" fmla="*/ 198533 h 236107"/>
                <a:gd name="connsiteX75" fmla="*/ 38283 w 145932"/>
                <a:gd name="connsiteY75" fmla="*/ 206239 h 236107"/>
                <a:gd name="connsiteX76" fmla="*/ 40070 w 145932"/>
                <a:gd name="connsiteY76" fmla="*/ 206237 h 236107"/>
                <a:gd name="connsiteX77" fmla="*/ 83069 w 145932"/>
                <a:gd name="connsiteY77" fmla="*/ 206200 h 236107"/>
                <a:gd name="connsiteX78" fmla="*/ 103863 w 145932"/>
                <a:gd name="connsiteY78" fmla="*/ 206183 h 236107"/>
                <a:gd name="connsiteX79" fmla="*/ 121980 w 145932"/>
                <a:gd name="connsiteY79" fmla="*/ 206169 h 236107"/>
                <a:gd name="connsiteX80" fmla="*/ 131579 w 145932"/>
                <a:gd name="connsiteY80" fmla="*/ 206160 h 236107"/>
                <a:gd name="connsiteX81" fmla="*/ 140603 w 145932"/>
                <a:gd name="connsiteY81" fmla="*/ 206155 h 236107"/>
                <a:gd name="connsiteX82" fmla="*/ 143925 w 145932"/>
                <a:gd name="connsiteY82" fmla="*/ 206150 h 236107"/>
                <a:gd name="connsiteX83" fmla="*/ 148440 w 145932"/>
                <a:gd name="connsiteY83" fmla="*/ 206149 h 236107"/>
                <a:gd name="connsiteX84" fmla="*/ 150999 w 145932"/>
                <a:gd name="connsiteY84" fmla="*/ 206147 h 236107"/>
                <a:gd name="connsiteX85" fmla="*/ 153625 w 145932"/>
                <a:gd name="connsiteY85" fmla="*/ 206983 h 236107"/>
                <a:gd name="connsiteX86" fmla="*/ 153885 w 145932"/>
                <a:gd name="connsiteY86" fmla="*/ 219715 h 236107"/>
                <a:gd name="connsiteX87" fmla="*/ 153946 w 145932"/>
                <a:gd name="connsiteY87" fmla="*/ 224016 h 236107"/>
                <a:gd name="connsiteX88" fmla="*/ 154014 w 145932"/>
                <a:gd name="connsiteY88" fmla="*/ 230191 h 236107"/>
                <a:gd name="connsiteX89" fmla="*/ 154065 w 145932"/>
                <a:gd name="connsiteY89" fmla="*/ 232145 h 236107"/>
                <a:gd name="connsiteX90" fmla="*/ 153625 w 145932"/>
                <a:gd name="connsiteY90" fmla="*/ 236748 h 236107"/>
                <a:gd name="connsiteX91" fmla="*/ 144222 w 145932"/>
                <a:gd name="connsiteY91" fmla="*/ 237587 h 236107"/>
                <a:gd name="connsiteX92" fmla="*/ 142506 w 145932"/>
                <a:gd name="connsiteY92" fmla="*/ 237591 h 236107"/>
                <a:gd name="connsiteX93" fmla="*/ 136823 w 145932"/>
                <a:gd name="connsiteY93" fmla="*/ 237589 h 236107"/>
                <a:gd name="connsiteX94" fmla="*/ 132745 w 145932"/>
                <a:gd name="connsiteY94" fmla="*/ 237593 h 236107"/>
                <a:gd name="connsiteX95" fmla="*/ 121676 w 145932"/>
                <a:gd name="connsiteY95" fmla="*/ 237593 h 236107"/>
                <a:gd name="connsiteX96" fmla="*/ 110096 w 145932"/>
                <a:gd name="connsiteY96" fmla="*/ 237594 h 236107"/>
                <a:gd name="connsiteX97" fmla="*/ 90652 w 145932"/>
                <a:gd name="connsiteY97" fmla="*/ 237590 h 236107"/>
                <a:gd name="connsiteX98" fmla="*/ 68162 w 145932"/>
                <a:gd name="connsiteY98" fmla="*/ 237591 h 236107"/>
                <a:gd name="connsiteX99" fmla="*/ 48859 w 145932"/>
                <a:gd name="connsiteY99" fmla="*/ 237593 h 236107"/>
                <a:gd name="connsiteX100" fmla="*/ 37328 w 145932"/>
                <a:gd name="connsiteY100" fmla="*/ 237594 h 236107"/>
                <a:gd name="connsiteX101" fmla="*/ 26489 w 145932"/>
                <a:gd name="connsiteY101" fmla="*/ 237590 h 236107"/>
                <a:gd name="connsiteX102" fmla="*/ 22508 w 145932"/>
                <a:gd name="connsiteY102" fmla="*/ 237591 h 236107"/>
                <a:gd name="connsiteX103" fmla="*/ 17081 w 145932"/>
                <a:gd name="connsiteY103" fmla="*/ 237587 h 236107"/>
                <a:gd name="connsiteX104" fmla="*/ 15483 w 145932"/>
                <a:gd name="connsiteY104" fmla="*/ 237592 h 236107"/>
                <a:gd name="connsiteX105" fmla="*/ 8517 w 145932"/>
                <a:gd name="connsiteY105" fmla="*/ 236748 h 236107"/>
                <a:gd name="connsiteX106" fmla="*/ 8151 w 145932"/>
                <a:gd name="connsiteY106" fmla="*/ 232984 h 236107"/>
                <a:gd name="connsiteX107" fmla="*/ 8133 w 145932"/>
                <a:gd name="connsiteY107" fmla="*/ 230498 h 236107"/>
                <a:gd name="connsiteX108" fmla="*/ 8159 w 145932"/>
                <a:gd name="connsiteY108" fmla="*/ 227732 h 236107"/>
                <a:gd name="connsiteX109" fmla="*/ 8152 w 145932"/>
                <a:gd name="connsiteY109" fmla="*/ 224820 h 236107"/>
                <a:gd name="connsiteX110" fmla="*/ 8172 w 145932"/>
                <a:gd name="connsiteY110" fmla="*/ 216782 h 236107"/>
                <a:gd name="connsiteX111" fmla="*/ 8178 w 145932"/>
                <a:gd name="connsiteY111" fmla="*/ 208128 h 236107"/>
                <a:gd name="connsiteX112" fmla="*/ 8203 w 145932"/>
                <a:gd name="connsiteY112" fmla="*/ 193121 h 236107"/>
                <a:gd name="connsiteX113" fmla="*/ 8238 w 145932"/>
                <a:gd name="connsiteY113" fmla="*/ 171424 h 236107"/>
                <a:gd name="connsiteX114" fmla="*/ 8293 w 145932"/>
                <a:gd name="connsiteY114" fmla="*/ 136226 h 236107"/>
                <a:gd name="connsiteX115" fmla="*/ 8354 w 145932"/>
                <a:gd name="connsiteY115" fmla="*/ 102025 h 236107"/>
                <a:gd name="connsiteX116" fmla="*/ 8356 w 145932"/>
                <a:gd name="connsiteY116" fmla="*/ 99898 h 236107"/>
                <a:gd name="connsiteX117" fmla="*/ 8367 w 145932"/>
                <a:gd name="connsiteY117" fmla="*/ 89330 h 236107"/>
                <a:gd name="connsiteX118" fmla="*/ 8517 w 145932"/>
                <a:gd name="connsiteY118" fmla="*/ 1600 h 23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45932" h="236107">
                  <a:moveTo>
                    <a:pt x="8517" y="1600"/>
                  </a:moveTo>
                  <a:cubicBezTo>
                    <a:pt x="26648" y="1583"/>
                    <a:pt x="44778" y="1570"/>
                    <a:pt x="62909" y="1561"/>
                  </a:cubicBezTo>
                  <a:cubicBezTo>
                    <a:pt x="71327" y="1558"/>
                    <a:pt x="79745" y="1552"/>
                    <a:pt x="88162" y="1544"/>
                  </a:cubicBezTo>
                  <a:cubicBezTo>
                    <a:pt x="95496" y="1537"/>
                    <a:pt x="102830" y="1532"/>
                    <a:pt x="110164" y="1530"/>
                  </a:cubicBezTo>
                  <a:cubicBezTo>
                    <a:pt x="114050" y="1529"/>
                    <a:pt x="117936" y="1527"/>
                    <a:pt x="121822" y="1521"/>
                  </a:cubicBezTo>
                  <a:cubicBezTo>
                    <a:pt x="125475" y="1516"/>
                    <a:pt x="129128" y="1515"/>
                    <a:pt x="132781" y="1516"/>
                  </a:cubicBezTo>
                  <a:cubicBezTo>
                    <a:pt x="134126" y="1516"/>
                    <a:pt x="135471" y="1514"/>
                    <a:pt x="136816" y="1511"/>
                  </a:cubicBezTo>
                  <a:cubicBezTo>
                    <a:pt x="138644" y="1508"/>
                    <a:pt x="140471" y="1509"/>
                    <a:pt x="142299" y="1511"/>
                  </a:cubicBezTo>
                  <a:cubicBezTo>
                    <a:pt x="143108" y="1507"/>
                    <a:pt x="143108" y="1507"/>
                    <a:pt x="143933" y="1504"/>
                  </a:cubicBezTo>
                  <a:cubicBezTo>
                    <a:pt x="147587" y="1515"/>
                    <a:pt x="147587" y="1515"/>
                    <a:pt x="148416" y="2344"/>
                  </a:cubicBezTo>
                  <a:cubicBezTo>
                    <a:pt x="148491" y="4419"/>
                    <a:pt x="148520" y="6475"/>
                    <a:pt x="148514" y="8550"/>
                  </a:cubicBezTo>
                  <a:cubicBezTo>
                    <a:pt x="148515" y="9173"/>
                    <a:pt x="148516" y="9796"/>
                    <a:pt x="148517" y="10438"/>
                  </a:cubicBezTo>
                  <a:cubicBezTo>
                    <a:pt x="148517" y="11759"/>
                    <a:pt x="148516" y="13079"/>
                    <a:pt x="148513" y="14400"/>
                  </a:cubicBezTo>
                  <a:cubicBezTo>
                    <a:pt x="148509" y="16425"/>
                    <a:pt x="148513" y="18450"/>
                    <a:pt x="148517" y="20475"/>
                  </a:cubicBezTo>
                  <a:cubicBezTo>
                    <a:pt x="148517" y="21756"/>
                    <a:pt x="148516" y="23036"/>
                    <a:pt x="148514" y="24317"/>
                  </a:cubicBezTo>
                  <a:cubicBezTo>
                    <a:pt x="148516" y="24925"/>
                    <a:pt x="148518" y="25534"/>
                    <a:pt x="148519" y="26161"/>
                  </a:cubicBezTo>
                  <a:cubicBezTo>
                    <a:pt x="148501" y="30450"/>
                    <a:pt x="148501" y="30450"/>
                    <a:pt x="147672" y="32110"/>
                  </a:cubicBezTo>
                  <a:cubicBezTo>
                    <a:pt x="145872" y="32293"/>
                    <a:pt x="145872" y="32293"/>
                    <a:pt x="143429" y="32289"/>
                  </a:cubicBezTo>
                  <a:cubicBezTo>
                    <a:pt x="142508" y="32291"/>
                    <a:pt x="141586" y="32293"/>
                    <a:pt x="140637" y="32295"/>
                  </a:cubicBezTo>
                  <a:cubicBezTo>
                    <a:pt x="139606" y="32290"/>
                    <a:pt x="138576" y="32284"/>
                    <a:pt x="137546" y="32279"/>
                  </a:cubicBezTo>
                  <a:cubicBezTo>
                    <a:pt x="136468" y="32278"/>
                    <a:pt x="135390" y="32279"/>
                    <a:pt x="134312" y="32279"/>
                  </a:cubicBezTo>
                  <a:cubicBezTo>
                    <a:pt x="131377" y="32280"/>
                    <a:pt x="128442" y="32271"/>
                    <a:pt x="125507" y="32261"/>
                  </a:cubicBezTo>
                  <a:cubicBezTo>
                    <a:pt x="122443" y="32251"/>
                    <a:pt x="119380" y="32251"/>
                    <a:pt x="116316" y="32249"/>
                  </a:cubicBezTo>
                  <a:cubicBezTo>
                    <a:pt x="110510" y="32244"/>
                    <a:pt x="104704" y="32232"/>
                    <a:pt x="98898" y="32217"/>
                  </a:cubicBezTo>
                  <a:cubicBezTo>
                    <a:pt x="92290" y="32200"/>
                    <a:pt x="85682" y="32192"/>
                    <a:pt x="79074" y="32185"/>
                  </a:cubicBezTo>
                  <a:cubicBezTo>
                    <a:pt x="65477" y="32169"/>
                    <a:pt x="51880" y="32143"/>
                    <a:pt x="38283" y="32110"/>
                  </a:cubicBezTo>
                  <a:cubicBezTo>
                    <a:pt x="38404" y="32545"/>
                    <a:pt x="38525" y="32980"/>
                    <a:pt x="38649" y="33429"/>
                  </a:cubicBezTo>
                  <a:cubicBezTo>
                    <a:pt x="39229" y="35971"/>
                    <a:pt x="39130" y="38521"/>
                    <a:pt x="39123" y="41115"/>
                  </a:cubicBezTo>
                  <a:cubicBezTo>
                    <a:pt x="39125" y="41720"/>
                    <a:pt x="39126" y="42326"/>
                    <a:pt x="39127" y="42949"/>
                  </a:cubicBezTo>
                  <a:cubicBezTo>
                    <a:pt x="39130" y="44948"/>
                    <a:pt x="39128" y="46947"/>
                    <a:pt x="39126" y="48946"/>
                  </a:cubicBezTo>
                  <a:cubicBezTo>
                    <a:pt x="39126" y="50336"/>
                    <a:pt x="39127" y="51726"/>
                    <a:pt x="39128" y="53116"/>
                  </a:cubicBezTo>
                  <a:cubicBezTo>
                    <a:pt x="39129" y="56029"/>
                    <a:pt x="39127" y="58941"/>
                    <a:pt x="39124" y="61854"/>
                  </a:cubicBezTo>
                  <a:cubicBezTo>
                    <a:pt x="39120" y="65587"/>
                    <a:pt x="39122" y="69320"/>
                    <a:pt x="39127" y="73054"/>
                  </a:cubicBezTo>
                  <a:cubicBezTo>
                    <a:pt x="39129" y="75924"/>
                    <a:pt x="39128" y="78794"/>
                    <a:pt x="39127" y="81664"/>
                  </a:cubicBezTo>
                  <a:cubicBezTo>
                    <a:pt x="39126" y="83041"/>
                    <a:pt x="39127" y="84418"/>
                    <a:pt x="39128" y="85794"/>
                  </a:cubicBezTo>
                  <a:cubicBezTo>
                    <a:pt x="39130" y="87718"/>
                    <a:pt x="39127" y="89642"/>
                    <a:pt x="39123" y="91565"/>
                  </a:cubicBezTo>
                  <a:cubicBezTo>
                    <a:pt x="39125" y="92135"/>
                    <a:pt x="39126" y="92704"/>
                    <a:pt x="39128" y="93290"/>
                  </a:cubicBezTo>
                  <a:cubicBezTo>
                    <a:pt x="39118" y="95846"/>
                    <a:pt x="38966" y="98112"/>
                    <a:pt x="38283" y="100571"/>
                  </a:cubicBezTo>
                  <a:cubicBezTo>
                    <a:pt x="38811" y="100570"/>
                    <a:pt x="39339" y="100569"/>
                    <a:pt x="39882" y="100569"/>
                  </a:cubicBezTo>
                  <a:cubicBezTo>
                    <a:pt x="52713" y="100552"/>
                    <a:pt x="65543" y="100540"/>
                    <a:pt x="78374" y="100532"/>
                  </a:cubicBezTo>
                  <a:cubicBezTo>
                    <a:pt x="84578" y="100528"/>
                    <a:pt x="90783" y="100523"/>
                    <a:pt x="96987" y="100515"/>
                  </a:cubicBezTo>
                  <a:cubicBezTo>
                    <a:pt x="102394" y="100507"/>
                    <a:pt x="107800" y="100502"/>
                    <a:pt x="113207" y="100501"/>
                  </a:cubicBezTo>
                  <a:cubicBezTo>
                    <a:pt x="116071" y="100500"/>
                    <a:pt x="118935" y="100497"/>
                    <a:pt x="121799" y="100492"/>
                  </a:cubicBezTo>
                  <a:cubicBezTo>
                    <a:pt x="124492" y="100487"/>
                    <a:pt x="127186" y="100485"/>
                    <a:pt x="129879" y="100487"/>
                  </a:cubicBezTo>
                  <a:cubicBezTo>
                    <a:pt x="131344" y="100486"/>
                    <a:pt x="132808" y="100482"/>
                    <a:pt x="134272" y="100478"/>
                  </a:cubicBezTo>
                  <a:cubicBezTo>
                    <a:pt x="135138" y="100479"/>
                    <a:pt x="136004" y="100480"/>
                    <a:pt x="136897" y="100481"/>
                  </a:cubicBezTo>
                  <a:cubicBezTo>
                    <a:pt x="138031" y="100480"/>
                    <a:pt x="138031" y="100480"/>
                    <a:pt x="139187" y="100479"/>
                  </a:cubicBezTo>
                  <a:cubicBezTo>
                    <a:pt x="140974" y="100571"/>
                    <a:pt x="140974" y="100571"/>
                    <a:pt x="142463" y="101315"/>
                  </a:cubicBezTo>
                  <a:cubicBezTo>
                    <a:pt x="142614" y="103470"/>
                    <a:pt x="142671" y="105553"/>
                    <a:pt x="142660" y="107710"/>
                  </a:cubicBezTo>
                  <a:cubicBezTo>
                    <a:pt x="142662" y="108351"/>
                    <a:pt x="142663" y="108993"/>
                    <a:pt x="142665" y="109653"/>
                  </a:cubicBezTo>
                  <a:cubicBezTo>
                    <a:pt x="142666" y="111012"/>
                    <a:pt x="142663" y="112371"/>
                    <a:pt x="142657" y="113729"/>
                  </a:cubicBezTo>
                  <a:cubicBezTo>
                    <a:pt x="142649" y="115817"/>
                    <a:pt x="142656" y="117904"/>
                    <a:pt x="142666" y="119991"/>
                  </a:cubicBezTo>
                  <a:cubicBezTo>
                    <a:pt x="142665" y="121308"/>
                    <a:pt x="142663" y="122625"/>
                    <a:pt x="142660" y="123941"/>
                  </a:cubicBezTo>
                  <a:cubicBezTo>
                    <a:pt x="142663" y="124570"/>
                    <a:pt x="142666" y="125199"/>
                    <a:pt x="142669" y="125846"/>
                  </a:cubicBezTo>
                  <a:cubicBezTo>
                    <a:pt x="142657" y="127345"/>
                    <a:pt x="142568" y="128842"/>
                    <a:pt x="142463" y="130336"/>
                  </a:cubicBezTo>
                  <a:cubicBezTo>
                    <a:pt x="140512" y="131311"/>
                    <a:pt x="139081" y="131172"/>
                    <a:pt x="136897" y="131170"/>
                  </a:cubicBezTo>
                  <a:cubicBezTo>
                    <a:pt x="136031" y="131171"/>
                    <a:pt x="135165" y="131172"/>
                    <a:pt x="134272" y="131173"/>
                  </a:cubicBezTo>
                  <a:cubicBezTo>
                    <a:pt x="132840" y="131169"/>
                    <a:pt x="132840" y="131169"/>
                    <a:pt x="131379" y="131165"/>
                  </a:cubicBezTo>
                  <a:cubicBezTo>
                    <a:pt x="130367" y="131165"/>
                    <a:pt x="129355" y="131165"/>
                    <a:pt x="128343" y="131165"/>
                  </a:cubicBezTo>
                  <a:cubicBezTo>
                    <a:pt x="125591" y="131166"/>
                    <a:pt x="122839" y="131161"/>
                    <a:pt x="120087" y="131156"/>
                  </a:cubicBezTo>
                  <a:cubicBezTo>
                    <a:pt x="117213" y="131151"/>
                    <a:pt x="114339" y="131151"/>
                    <a:pt x="111464" y="131150"/>
                  </a:cubicBezTo>
                  <a:cubicBezTo>
                    <a:pt x="106020" y="131148"/>
                    <a:pt x="100575" y="131142"/>
                    <a:pt x="95130" y="131134"/>
                  </a:cubicBezTo>
                  <a:cubicBezTo>
                    <a:pt x="88932" y="131126"/>
                    <a:pt x="82735" y="131122"/>
                    <a:pt x="76537" y="131118"/>
                  </a:cubicBezTo>
                  <a:cubicBezTo>
                    <a:pt x="63785" y="131110"/>
                    <a:pt x="51034" y="131097"/>
                    <a:pt x="38283" y="131081"/>
                  </a:cubicBezTo>
                  <a:cubicBezTo>
                    <a:pt x="38404" y="131510"/>
                    <a:pt x="38525" y="131940"/>
                    <a:pt x="38649" y="132383"/>
                  </a:cubicBezTo>
                  <a:cubicBezTo>
                    <a:pt x="39268" y="135124"/>
                    <a:pt x="39130" y="137905"/>
                    <a:pt x="39123" y="140701"/>
                  </a:cubicBezTo>
                  <a:cubicBezTo>
                    <a:pt x="39125" y="141371"/>
                    <a:pt x="39126" y="142042"/>
                    <a:pt x="39127" y="142733"/>
                  </a:cubicBezTo>
                  <a:cubicBezTo>
                    <a:pt x="39131" y="144949"/>
                    <a:pt x="39128" y="147165"/>
                    <a:pt x="39126" y="149382"/>
                  </a:cubicBezTo>
                  <a:cubicBezTo>
                    <a:pt x="39126" y="150922"/>
                    <a:pt x="39127" y="152462"/>
                    <a:pt x="39128" y="154002"/>
                  </a:cubicBezTo>
                  <a:cubicBezTo>
                    <a:pt x="39129" y="157230"/>
                    <a:pt x="39127" y="160458"/>
                    <a:pt x="39124" y="163686"/>
                  </a:cubicBezTo>
                  <a:cubicBezTo>
                    <a:pt x="39120" y="167825"/>
                    <a:pt x="39122" y="171963"/>
                    <a:pt x="39127" y="176102"/>
                  </a:cubicBezTo>
                  <a:cubicBezTo>
                    <a:pt x="39129" y="179283"/>
                    <a:pt x="39128" y="182463"/>
                    <a:pt x="39127" y="185643"/>
                  </a:cubicBezTo>
                  <a:cubicBezTo>
                    <a:pt x="39126" y="187170"/>
                    <a:pt x="39127" y="188696"/>
                    <a:pt x="39128" y="190222"/>
                  </a:cubicBezTo>
                  <a:cubicBezTo>
                    <a:pt x="39130" y="192354"/>
                    <a:pt x="39127" y="194486"/>
                    <a:pt x="39123" y="196619"/>
                  </a:cubicBezTo>
                  <a:cubicBezTo>
                    <a:pt x="39125" y="197250"/>
                    <a:pt x="39126" y="197882"/>
                    <a:pt x="39128" y="198533"/>
                  </a:cubicBezTo>
                  <a:cubicBezTo>
                    <a:pt x="39118" y="201227"/>
                    <a:pt x="39011" y="203646"/>
                    <a:pt x="38283" y="206239"/>
                  </a:cubicBezTo>
                  <a:cubicBezTo>
                    <a:pt x="39168" y="206238"/>
                    <a:pt x="39168" y="206238"/>
                    <a:pt x="40070" y="206237"/>
                  </a:cubicBezTo>
                  <a:cubicBezTo>
                    <a:pt x="54403" y="206220"/>
                    <a:pt x="68736" y="206208"/>
                    <a:pt x="83069" y="206200"/>
                  </a:cubicBezTo>
                  <a:cubicBezTo>
                    <a:pt x="90001" y="206196"/>
                    <a:pt x="96932" y="206191"/>
                    <a:pt x="103863" y="206183"/>
                  </a:cubicBezTo>
                  <a:cubicBezTo>
                    <a:pt x="109902" y="206175"/>
                    <a:pt x="115941" y="206170"/>
                    <a:pt x="121980" y="206169"/>
                  </a:cubicBezTo>
                  <a:cubicBezTo>
                    <a:pt x="125180" y="206168"/>
                    <a:pt x="128379" y="206165"/>
                    <a:pt x="131579" y="206160"/>
                  </a:cubicBezTo>
                  <a:cubicBezTo>
                    <a:pt x="134587" y="206155"/>
                    <a:pt x="137595" y="206153"/>
                    <a:pt x="140603" y="206155"/>
                  </a:cubicBezTo>
                  <a:cubicBezTo>
                    <a:pt x="141710" y="206154"/>
                    <a:pt x="142818" y="206153"/>
                    <a:pt x="143925" y="206150"/>
                  </a:cubicBezTo>
                  <a:cubicBezTo>
                    <a:pt x="145430" y="206146"/>
                    <a:pt x="146935" y="206148"/>
                    <a:pt x="148440" y="206149"/>
                  </a:cubicBezTo>
                  <a:cubicBezTo>
                    <a:pt x="149285" y="206149"/>
                    <a:pt x="150129" y="206148"/>
                    <a:pt x="150999" y="206147"/>
                  </a:cubicBezTo>
                  <a:cubicBezTo>
                    <a:pt x="152881" y="206239"/>
                    <a:pt x="152881" y="206239"/>
                    <a:pt x="153625" y="206983"/>
                  </a:cubicBezTo>
                  <a:cubicBezTo>
                    <a:pt x="153842" y="211225"/>
                    <a:pt x="153858" y="215468"/>
                    <a:pt x="153885" y="219715"/>
                  </a:cubicBezTo>
                  <a:cubicBezTo>
                    <a:pt x="153898" y="221149"/>
                    <a:pt x="153918" y="222583"/>
                    <a:pt x="153946" y="224016"/>
                  </a:cubicBezTo>
                  <a:cubicBezTo>
                    <a:pt x="153987" y="226074"/>
                    <a:pt x="154003" y="228132"/>
                    <a:pt x="154014" y="230191"/>
                  </a:cubicBezTo>
                  <a:cubicBezTo>
                    <a:pt x="154031" y="230836"/>
                    <a:pt x="154048" y="231481"/>
                    <a:pt x="154065" y="232145"/>
                  </a:cubicBezTo>
                  <a:cubicBezTo>
                    <a:pt x="154059" y="233943"/>
                    <a:pt x="154059" y="233943"/>
                    <a:pt x="153625" y="236748"/>
                  </a:cubicBezTo>
                  <a:cubicBezTo>
                    <a:pt x="150619" y="237810"/>
                    <a:pt x="147379" y="237597"/>
                    <a:pt x="144222" y="237587"/>
                  </a:cubicBezTo>
                  <a:cubicBezTo>
                    <a:pt x="143656" y="237588"/>
                    <a:pt x="143089" y="237589"/>
                    <a:pt x="142506" y="237591"/>
                  </a:cubicBezTo>
                  <a:cubicBezTo>
                    <a:pt x="140612" y="237594"/>
                    <a:pt x="138717" y="237591"/>
                    <a:pt x="136823" y="237589"/>
                  </a:cubicBezTo>
                  <a:cubicBezTo>
                    <a:pt x="135464" y="237590"/>
                    <a:pt x="134104" y="237591"/>
                    <a:pt x="132745" y="237593"/>
                  </a:cubicBezTo>
                  <a:cubicBezTo>
                    <a:pt x="129055" y="237596"/>
                    <a:pt x="125365" y="237595"/>
                    <a:pt x="121676" y="237593"/>
                  </a:cubicBezTo>
                  <a:cubicBezTo>
                    <a:pt x="117816" y="237591"/>
                    <a:pt x="113956" y="237592"/>
                    <a:pt x="110096" y="237594"/>
                  </a:cubicBezTo>
                  <a:cubicBezTo>
                    <a:pt x="103614" y="237595"/>
                    <a:pt x="97133" y="237593"/>
                    <a:pt x="90652" y="237590"/>
                  </a:cubicBezTo>
                  <a:cubicBezTo>
                    <a:pt x="83155" y="237586"/>
                    <a:pt x="75658" y="237587"/>
                    <a:pt x="68162" y="237591"/>
                  </a:cubicBezTo>
                  <a:cubicBezTo>
                    <a:pt x="61728" y="237594"/>
                    <a:pt x="55294" y="237595"/>
                    <a:pt x="48859" y="237593"/>
                  </a:cubicBezTo>
                  <a:cubicBezTo>
                    <a:pt x="45016" y="237592"/>
                    <a:pt x="41172" y="237592"/>
                    <a:pt x="37328" y="237594"/>
                  </a:cubicBezTo>
                  <a:cubicBezTo>
                    <a:pt x="33715" y="237596"/>
                    <a:pt x="30102" y="237595"/>
                    <a:pt x="26489" y="237590"/>
                  </a:cubicBezTo>
                  <a:cubicBezTo>
                    <a:pt x="25162" y="237589"/>
                    <a:pt x="23835" y="237590"/>
                    <a:pt x="22508" y="237591"/>
                  </a:cubicBezTo>
                  <a:cubicBezTo>
                    <a:pt x="20699" y="237593"/>
                    <a:pt x="18890" y="237591"/>
                    <a:pt x="17081" y="237587"/>
                  </a:cubicBezTo>
                  <a:cubicBezTo>
                    <a:pt x="16554" y="237589"/>
                    <a:pt x="16027" y="237590"/>
                    <a:pt x="15483" y="237592"/>
                  </a:cubicBezTo>
                  <a:cubicBezTo>
                    <a:pt x="10370" y="237572"/>
                    <a:pt x="10370" y="237572"/>
                    <a:pt x="8517" y="236748"/>
                  </a:cubicBezTo>
                  <a:cubicBezTo>
                    <a:pt x="8148" y="235148"/>
                    <a:pt x="8148" y="235148"/>
                    <a:pt x="8151" y="232984"/>
                  </a:cubicBezTo>
                  <a:cubicBezTo>
                    <a:pt x="8145" y="232164"/>
                    <a:pt x="8139" y="231343"/>
                    <a:pt x="8133" y="230498"/>
                  </a:cubicBezTo>
                  <a:cubicBezTo>
                    <a:pt x="8142" y="229585"/>
                    <a:pt x="8150" y="228672"/>
                    <a:pt x="8159" y="227732"/>
                  </a:cubicBezTo>
                  <a:cubicBezTo>
                    <a:pt x="8157" y="226771"/>
                    <a:pt x="8154" y="225810"/>
                    <a:pt x="8152" y="224820"/>
                  </a:cubicBezTo>
                  <a:cubicBezTo>
                    <a:pt x="8145" y="222141"/>
                    <a:pt x="8157" y="219461"/>
                    <a:pt x="8172" y="216782"/>
                  </a:cubicBezTo>
                  <a:cubicBezTo>
                    <a:pt x="8185" y="213897"/>
                    <a:pt x="8180" y="211012"/>
                    <a:pt x="8178" y="208128"/>
                  </a:cubicBezTo>
                  <a:cubicBezTo>
                    <a:pt x="8176" y="203125"/>
                    <a:pt x="8186" y="198123"/>
                    <a:pt x="8203" y="193121"/>
                  </a:cubicBezTo>
                  <a:cubicBezTo>
                    <a:pt x="8227" y="185889"/>
                    <a:pt x="8234" y="178657"/>
                    <a:pt x="8238" y="171424"/>
                  </a:cubicBezTo>
                  <a:cubicBezTo>
                    <a:pt x="8245" y="159692"/>
                    <a:pt x="8265" y="147959"/>
                    <a:pt x="8293" y="136226"/>
                  </a:cubicBezTo>
                  <a:cubicBezTo>
                    <a:pt x="8320" y="124826"/>
                    <a:pt x="8341" y="113426"/>
                    <a:pt x="8354" y="102025"/>
                  </a:cubicBezTo>
                  <a:cubicBezTo>
                    <a:pt x="8354" y="101323"/>
                    <a:pt x="8355" y="100621"/>
                    <a:pt x="8356" y="99898"/>
                  </a:cubicBezTo>
                  <a:cubicBezTo>
                    <a:pt x="8360" y="96375"/>
                    <a:pt x="8364" y="92852"/>
                    <a:pt x="8367" y="89330"/>
                  </a:cubicBezTo>
                  <a:cubicBezTo>
                    <a:pt x="8398" y="60087"/>
                    <a:pt x="8451" y="30843"/>
                    <a:pt x="8517" y="1600"/>
                  </a:cubicBezTo>
                  <a:close/>
                </a:path>
              </a:pathLst>
            </a:custGeom>
            <a:grpFill/>
            <a:ln w="744" cap="flat">
              <a:noFill/>
              <a:prstDash val="solid"/>
              <a:miter/>
            </a:ln>
          </p:spPr>
          <p:txBody>
            <a:bodyPr rtlCol="0" anchor="ctr"/>
            <a:lstStyle/>
            <a:p>
              <a:endParaRPr lang="zh-CN" altLang="en-US"/>
            </a:p>
          </p:txBody>
        </p:sp>
        <p:sp>
          <p:nvSpPr>
            <p:cNvPr id="188" name="任意多边形: 形状 187"/>
            <p:cNvSpPr/>
            <p:nvPr/>
          </p:nvSpPr>
          <p:spPr>
            <a:xfrm>
              <a:off x="9812885" y="1388848"/>
              <a:ext cx="153606" cy="243356"/>
            </a:xfrm>
            <a:custGeom>
              <a:avLst/>
              <a:gdLst>
                <a:gd name="connsiteX0" fmla="*/ 66635 w 153607"/>
                <a:gd name="connsiteY0" fmla="*/ 1913 h 243348"/>
                <a:gd name="connsiteX1" fmla="*/ 70807 w 153607"/>
                <a:gd name="connsiteY1" fmla="*/ 1527 h 243348"/>
                <a:gd name="connsiteX2" fmla="*/ 73508 w 153607"/>
                <a:gd name="connsiteY2" fmla="*/ 1499 h 243348"/>
                <a:gd name="connsiteX3" fmla="*/ 76449 w 153607"/>
                <a:gd name="connsiteY3" fmla="*/ 1517 h 243348"/>
                <a:gd name="connsiteX4" fmla="*/ 79443 w 153607"/>
                <a:gd name="connsiteY4" fmla="*/ 1509 h 243348"/>
                <a:gd name="connsiteX5" fmla="*/ 85727 w 153607"/>
                <a:gd name="connsiteY5" fmla="*/ 1525 h 243348"/>
                <a:gd name="connsiteX6" fmla="*/ 93797 w 153607"/>
                <a:gd name="connsiteY6" fmla="*/ 1514 h 243348"/>
                <a:gd name="connsiteX7" fmla="*/ 99983 w 153607"/>
                <a:gd name="connsiteY7" fmla="*/ 1514 h 243348"/>
                <a:gd name="connsiteX8" fmla="*/ 104411 w 153607"/>
                <a:gd name="connsiteY8" fmla="*/ 1499 h 243348"/>
                <a:gd name="connsiteX9" fmla="*/ 107113 w 153607"/>
                <a:gd name="connsiteY9" fmla="*/ 1527 h 243348"/>
                <a:gd name="connsiteX10" fmla="*/ 109504 w 153607"/>
                <a:gd name="connsiteY10" fmla="*/ 1535 h 243348"/>
                <a:gd name="connsiteX11" fmla="*/ 111284 w 153607"/>
                <a:gd name="connsiteY11" fmla="*/ 1913 h 243348"/>
                <a:gd name="connsiteX12" fmla="*/ 112028 w 153607"/>
                <a:gd name="connsiteY12" fmla="*/ 4889 h 243348"/>
                <a:gd name="connsiteX13" fmla="*/ 116911 w 153607"/>
                <a:gd name="connsiteY13" fmla="*/ 5447 h 243348"/>
                <a:gd name="connsiteX14" fmla="*/ 119612 w 153607"/>
                <a:gd name="connsiteY14" fmla="*/ 5575 h 243348"/>
                <a:gd name="connsiteX15" fmla="*/ 121702 w 153607"/>
                <a:gd name="connsiteY15" fmla="*/ 5633 h 243348"/>
                <a:gd name="connsiteX16" fmla="*/ 121702 w 153607"/>
                <a:gd name="connsiteY16" fmla="*/ 8610 h 243348"/>
                <a:gd name="connsiteX17" fmla="*/ 124632 w 153607"/>
                <a:gd name="connsiteY17" fmla="*/ 8424 h 243348"/>
                <a:gd name="connsiteX18" fmla="*/ 127655 w 153607"/>
                <a:gd name="connsiteY18" fmla="*/ 8610 h 243348"/>
                <a:gd name="connsiteX19" fmla="*/ 128399 w 153607"/>
                <a:gd name="connsiteY19" fmla="*/ 11586 h 243348"/>
                <a:gd name="connsiteX20" fmla="*/ 131004 w 153607"/>
                <a:gd name="connsiteY20" fmla="*/ 11958 h 243348"/>
                <a:gd name="connsiteX21" fmla="*/ 133608 w 153607"/>
                <a:gd name="connsiteY21" fmla="*/ 12331 h 243348"/>
                <a:gd name="connsiteX22" fmla="*/ 134352 w 153607"/>
                <a:gd name="connsiteY22" fmla="*/ 15307 h 243348"/>
                <a:gd name="connsiteX23" fmla="*/ 138073 w 153607"/>
                <a:gd name="connsiteY23" fmla="*/ 16051 h 243348"/>
                <a:gd name="connsiteX24" fmla="*/ 138817 w 153607"/>
                <a:gd name="connsiteY24" fmla="*/ 18284 h 243348"/>
                <a:gd name="connsiteX25" fmla="*/ 140352 w 153607"/>
                <a:gd name="connsiteY25" fmla="*/ 18981 h 243348"/>
                <a:gd name="connsiteX26" fmla="*/ 141794 w 153607"/>
                <a:gd name="connsiteY26" fmla="*/ 19772 h 243348"/>
                <a:gd name="connsiteX27" fmla="*/ 141794 w 153607"/>
                <a:gd name="connsiteY27" fmla="*/ 22749 h 243348"/>
                <a:gd name="connsiteX28" fmla="*/ 144770 w 153607"/>
                <a:gd name="connsiteY28" fmla="*/ 24237 h 243348"/>
                <a:gd name="connsiteX29" fmla="*/ 144770 w 153607"/>
                <a:gd name="connsiteY29" fmla="*/ 26469 h 243348"/>
                <a:gd name="connsiteX30" fmla="*/ 147003 w 153607"/>
                <a:gd name="connsiteY30" fmla="*/ 27213 h 243348"/>
                <a:gd name="connsiteX31" fmla="*/ 147747 w 153607"/>
                <a:gd name="connsiteY31" fmla="*/ 30190 h 243348"/>
                <a:gd name="connsiteX32" fmla="*/ 149979 w 153607"/>
                <a:gd name="connsiteY32" fmla="*/ 30934 h 243348"/>
                <a:gd name="connsiteX33" fmla="*/ 151468 w 153607"/>
                <a:gd name="connsiteY33" fmla="*/ 35399 h 243348"/>
                <a:gd name="connsiteX34" fmla="*/ 152956 w 153607"/>
                <a:gd name="connsiteY34" fmla="*/ 35399 h 243348"/>
                <a:gd name="connsiteX35" fmla="*/ 154444 w 153607"/>
                <a:gd name="connsiteY35" fmla="*/ 40608 h 243348"/>
                <a:gd name="connsiteX36" fmla="*/ 155932 w 153607"/>
                <a:gd name="connsiteY36" fmla="*/ 40608 h 243348"/>
                <a:gd name="connsiteX37" fmla="*/ 156017 w 153607"/>
                <a:gd name="connsiteY37" fmla="*/ 42535 h 243348"/>
                <a:gd name="connsiteX38" fmla="*/ 156165 w 153607"/>
                <a:gd name="connsiteY38" fmla="*/ 45026 h 243348"/>
                <a:gd name="connsiteX39" fmla="*/ 156296 w 153607"/>
                <a:gd name="connsiteY39" fmla="*/ 47512 h 243348"/>
                <a:gd name="connsiteX40" fmla="*/ 156676 w 153607"/>
                <a:gd name="connsiteY40" fmla="*/ 49538 h 243348"/>
                <a:gd name="connsiteX41" fmla="*/ 158909 w 153607"/>
                <a:gd name="connsiteY41" fmla="*/ 50282 h 243348"/>
                <a:gd name="connsiteX42" fmla="*/ 159327 w 153607"/>
                <a:gd name="connsiteY42" fmla="*/ 56235 h 243348"/>
                <a:gd name="connsiteX43" fmla="*/ 159653 w 153607"/>
                <a:gd name="connsiteY43" fmla="*/ 62188 h 243348"/>
                <a:gd name="connsiteX44" fmla="*/ 161141 w 153607"/>
                <a:gd name="connsiteY44" fmla="*/ 62932 h 243348"/>
                <a:gd name="connsiteX45" fmla="*/ 161420 w 153607"/>
                <a:gd name="connsiteY45" fmla="*/ 68141 h 243348"/>
                <a:gd name="connsiteX46" fmla="*/ 161484 w 153607"/>
                <a:gd name="connsiteY46" fmla="*/ 71025 h 243348"/>
                <a:gd name="connsiteX47" fmla="*/ 161141 w 153607"/>
                <a:gd name="connsiteY47" fmla="*/ 73350 h 243348"/>
                <a:gd name="connsiteX48" fmla="*/ 152770 w 153607"/>
                <a:gd name="connsiteY48" fmla="*/ 74193 h 243348"/>
                <a:gd name="connsiteX49" fmla="*/ 151202 w 153607"/>
                <a:gd name="connsiteY49" fmla="*/ 74195 h 243348"/>
                <a:gd name="connsiteX50" fmla="*/ 147930 w 153607"/>
                <a:gd name="connsiteY50" fmla="*/ 74191 h 243348"/>
                <a:gd name="connsiteX51" fmla="*/ 142933 w 153607"/>
                <a:gd name="connsiteY51" fmla="*/ 74196 h 243348"/>
                <a:gd name="connsiteX52" fmla="*/ 139747 w 153607"/>
                <a:gd name="connsiteY52" fmla="*/ 74193 h 243348"/>
                <a:gd name="connsiteX53" fmla="*/ 136829 w 153607"/>
                <a:gd name="connsiteY53" fmla="*/ 74191 h 243348"/>
                <a:gd name="connsiteX54" fmla="*/ 131376 w 153607"/>
                <a:gd name="connsiteY54" fmla="*/ 73350 h 243348"/>
                <a:gd name="connsiteX55" fmla="*/ 130957 w 153607"/>
                <a:gd name="connsiteY55" fmla="*/ 67071 h 243348"/>
                <a:gd name="connsiteX56" fmla="*/ 130632 w 153607"/>
                <a:gd name="connsiteY56" fmla="*/ 60700 h 243348"/>
                <a:gd name="connsiteX57" fmla="*/ 128399 w 153607"/>
                <a:gd name="connsiteY57" fmla="*/ 59211 h 243348"/>
                <a:gd name="connsiteX58" fmla="*/ 127981 w 153607"/>
                <a:gd name="connsiteY58" fmla="*/ 56188 h 243348"/>
                <a:gd name="connsiteX59" fmla="*/ 127655 w 153607"/>
                <a:gd name="connsiteY59" fmla="*/ 53258 h 243348"/>
                <a:gd name="connsiteX60" fmla="*/ 126167 w 153607"/>
                <a:gd name="connsiteY60" fmla="*/ 52514 h 243348"/>
                <a:gd name="connsiteX61" fmla="*/ 125841 w 153607"/>
                <a:gd name="connsiteY61" fmla="*/ 51119 h 243348"/>
                <a:gd name="connsiteX62" fmla="*/ 123190 w 153607"/>
                <a:gd name="connsiteY62" fmla="*/ 47305 h 243348"/>
                <a:gd name="connsiteX63" fmla="*/ 123190 w 153607"/>
                <a:gd name="connsiteY63" fmla="*/ 45817 h 243348"/>
                <a:gd name="connsiteX64" fmla="*/ 120958 w 153607"/>
                <a:gd name="connsiteY64" fmla="*/ 45073 h 243348"/>
                <a:gd name="connsiteX65" fmla="*/ 120958 w 153607"/>
                <a:gd name="connsiteY65" fmla="*/ 42840 h 243348"/>
                <a:gd name="connsiteX66" fmla="*/ 119469 w 153607"/>
                <a:gd name="connsiteY66" fmla="*/ 42468 h 243348"/>
                <a:gd name="connsiteX67" fmla="*/ 117981 w 153607"/>
                <a:gd name="connsiteY67" fmla="*/ 42096 h 243348"/>
                <a:gd name="connsiteX68" fmla="*/ 117981 w 153607"/>
                <a:gd name="connsiteY68" fmla="*/ 39864 h 243348"/>
                <a:gd name="connsiteX69" fmla="*/ 116542 w 153607"/>
                <a:gd name="connsiteY69" fmla="*/ 39968 h 243348"/>
                <a:gd name="connsiteX70" fmla="*/ 114679 w 153607"/>
                <a:gd name="connsiteY70" fmla="*/ 40050 h 243348"/>
                <a:gd name="connsiteX71" fmla="*/ 112822 w 153607"/>
                <a:gd name="connsiteY71" fmla="*/ 40154 h 243348"/>
                <a:gd name="connsiteX72" fmla="*/ 111284 w 153607"/>
                <a:gd name="connsiteY72" fmla="*/ 39864 h 243348"/>
                <a:gd name="connsiteX73" fmla="*/ 111048 w 153607"/>
                <a:gd name="connsiteY73" fmla="*/ 38387 h 243348"/>
                <a:gd name="connsiteX74" fmla="*/ 110540 w 153607"/>
                <a:gd name="connsiteY74" fmla="*/ 36887 h 243348"/>
                <a:gd name="connsiteX75" fmla="*/ 104959 w 153607"/>
                <a:gd name="connsiteY75" fmla="*/ 36515 h 243348"/>
                <a:gd name="connsiteX76" fmla="*/ 99378 w 153607"/>
                <a:gd name="connsiteY76" fmla="*/ 36143 h 243348"/>
                <a:gd name="connsiteX77" fmla="*/ 99117 w 153607"/>
                <a:gd name="connsiteY77" fmla="*/ 34658 h 243348"/>
                <a:gd name="connsiteX78" fmla="*/ 98634 w 153607"/>
                <a:gd name="connsiteY78" fmla="*/ 33166 h 243348"/>
                <a:gd name="connsiteX79" fmla="*/ 94355 w 153607"/>
                <a:gd name="connsiteY79" fmla="*/ 32771 h 243348"/>
                <a:gd name="connsiteX80" fmla="*/ 91727 w 153607"/>
                <a:gd name="connsiteY80" fmla="*/ 32760 h 243348"/>
                <a:gd name="connsiteX81" fmla="*/ 88960 w 153607"/>
                <a:gd name="connsiteY81" fmla="*/ 32794 h 243348"/>
                <a:gd name="connsiteX82" fmla="*/ 86192 w 153607"/>
                <a:gd name="connsiteY82" fmla="*/ 32760 h 243348"/>
                <a:gd name="connsiteX83" fmla="*/ 83565 w 153607"/>
                <a:gd name="connsiteY83" fmla="*/ 32771 h 243348"/>
                <a:gd name="connsiteX84" fmla="*/ 81135 w 153607"/>
                <a:gd name="connsiteY84" fmla="*/ 32781 h 243348"/>
                <a:gd name="connsiteX85" fmla="*/ 79286 w 153607"/>
                <a:gd name="connsiteY85" fmla="*/ 33166 h 243348"/>
                <a:gd name="connsiteX86" fmla="*/ 78542 w 153607"/>
                <a:gd name="connsiteY86" fmla="*/ 36143 h 243348"/>
                <a:gd name="connsiteX87" fmla="*/ 73379 w 153607"/>
                <a:gd name="connsiteY87" fmla="*/ 36515 h 243348"/>
                <a:gd name="connsiteX88" fmla="*/ 68124 w 153607"/>
                <a:gd name="connsiteY88" fmla="*/ 36887 h 243348"/>
                <a:gd name="connsiteX89" fmla="*/ 66635 w 153607"/>
                <a:gd name="connsiteY89" fmla="*/ 39864 h 243348"/>
                <a:gd name="connsiteX90" fmla="*/ 61426 w 153607"/>
                <a:gd name="connsiteY90" fmla="*/ 39864 h 243348"/>
                <a:gd name="connsiteX91" fmla="*/ 61426 w 153607"/>
                <a:gd name="connsiteY91" fmla="*/ 42840 h 243348"/>
                <a:gd name="connsiteX92" fmla="*/ 57706 w 153607"/>
                <a:gd name="connsiteY92" fmla="*/ 43584 h 243348"/>
                <a:gd name="connsiteX93" fmla="*/ 56217 w 153607"/>
                <a:gd name="connsiteY93" fmla="*/ 45817 h 243348"/>
                <a:gd name="connsiteX94" fmla="*/ 54729 w 153607"/>
                <a:gd name="connsiteY94" fmla="*/ 45817 h 243348"/>
                <a:gd name="connsiteX95" fmla="*/ 54357 w 153607"/>
                <a:gd name="connsiteY95" fmla="*/ 47677 h 243348"/>
                <a:gd name="connsiteX96" fmla="*/ 53985 w 153607"/>
                <a:gd name="connsiteY96" fmla="*/ 49538 h 243348"/>
                <a:gd name="connsiteX97" fmla="*/ 52497 w 153607"/>
                <a:gd name="connsiteY97" fmla="*/ 49538 h 243348"/>
                <a:gd name="connsiteX98" fmla="*/ 51753 w 153607"/>
                <a:gd name="connsiteY98" fmla="*/ 55491 h 243348"/>
                <a:gd name="connsiteX99" fmla="*/ 49520 w 153607"/>
                <a:gd name="connsiteY99" fmla="*/ 55491 h 243348"/>
                <a:gd name="connsiteX100" fmla="*/ 49799 w 153607"/>
                <a:gd name="connsiteY100" fmla="*/ 65118 h 243348"/>
                <a:gd name="connsiteX101" fmla="*/ 49869 w 153607"/>
                <a:gd name="connsiteY101" fmla="*/ 67895 h 243348"/>
                <a:gd name="connsiteX102" fmla="*/ 49956 w 153607"/>
                <a:gd name="connsiteY102" fmla="*/ 70533 h 243348"/>
                <a:gd name="connsiteX103" fmla="*/ 50027 w 153607"/>
                <a:gd name="connsiteY103" fmla="*/ 72978 h 243348"/>
                <a:gd name="connsiteX104" fmla="*/ 50264 w 153607"/>
                <a:gd name="connsiteY104" fmla="*/ 74838 h 243348"/>
                <a:gd name="connsiteX105" fmla="*/ 51753 w 153607"/>
                <a:gd name="connsiteY105" fmla="*/ 75582 h 243348"/>
                <a:gd name="connsiteX106" fmla="*/ 52078 w 153607"/>
                <a:gd name="connsiteY106" fmla="*/ 78094 h 243348"/>
                <a:gd name="connsiteX107" fmla="*/ 54729 w 153607"/>
                <a:gd name="connsiteY107" fmla="*/ 83024 h 243348"/>
                <a:gd name="connsiteX108" fmla="*/ 54729 w 153607"/>
                <a:gd name="connsiteY108" fmla="*/ 84512 h 243348"/>
                <a:gd name="connsiteX109" fmla="*/ 56962 w 153607"/>
                <a:gd name="connsiteY109" fmla="*/ 84512 h 243348"/>
                <a:gd name="connsiteX110" fmla="*/ 56962 w 153607"/>
                <a:gd name="connsiteY110" fmla="*/ 87489 h 243348"/>
                <a:gd name="connsiteX111" fmla="*/ 59520 w 153607"/>
                <a:gd name="connsiteY111" fmla="*/ 87303 h 243348"/>
                <a:gd name="connsiteX112" fmla="*/ 62171 w 153607"/>
                <a:gd name="connsiteY112" fmla="*/ 87489 h 243348"/>
                <a:gd name="connsiteX113" fmla="*/ 62499 w 153607"/>
                <a:gd name="connsiteY113" fmla="*/ 88962 h 243348"/>
                <a:gd name="connsiteX114" fmla="*/ 62915 w 153607"/>
                <a:gd name="connsiteY114" fmla="*/ 90465 h 243348"/>
                <a:gd name="connsiteX115" fmla="*/ 66263 w 153607"/>
                <a:gd name="connsiteY115" fmla="*/ 90884 h 243348"/>
                <a:gd name="connsiteX116" fmla="*/ 69612 w 153607"/>
                <a:gd name="connsiteY116" fmla="*/ 91209 h 243348"/>
                <a:gd name="connsiteX117" fmla="*/ 70356 w 153607"/>
                <a:gd name="connsiteY117" fmla="*/ 93442 h 243348"/>
                <a:gd name="connsiteX118" fmla="*/ 76705 w 153607"/>
                <a:gd name="connsiteY118" fmla="*/ 93811 h 243348"/>
                <a:gd name="connsiteX119" fmla="*/ 78542 w 153607"/>
                <a:gd name="connsiteY119" fmla="*/ 94186 h 243348"/>
                <a:gd name="connsiteX120" fmla="*/ 78844 w 153607"/>
                <a:gd name="connsiteY120" fmla="*/ 95677 h 243348"/>
                <a:gd name="connsiteX121" fmla="*/ 79286 w 153607"/>
                <a:gd name="connsiteY121" fmla="*/ 97163 h 243348"/>
                <a:gd name="connsiteX122" fmla="*/ 84495 w 153607"/>
                <a:gd name="connsiteY122" fmla="*/ 97535 h 243348"/>
                <a:gd name="connsiteX123" fmla="*/ 89704 w 153607"/>
                <a:gd name="connsiteY123" fmla="*/ 97907 h 243348"/>
                <a:gd name="connsiteX124" fmla="*/ 90076 w 153607"/>
                <a:gd name="connsiteY124" fmla="*/ 99418 h 243348"/>
                <a:gd name="connsiteX125" fmla="*/ 90448 w 153607"/>
                <a:gd name="connsiteY125" fmla="*/ 100883 h 243348"/>
                <a:gd name="connsiteX126" fmla="*/ 95657 w 153607"/>
                <a:gd name="connsiteY126" fmla="*/ 100883 h 243348"/>
                <a:gd name="connsiteX127" fmla="*/ 100866 w 153607"/>
                <a:gd name="connsiteY127" fmla="*/ 100883 h 243348"/>
                <a:gd name="connsiteX128" fmla="*/ 101610 w 153607"/>
                <a:gd name="connsiteY128" fmla="*/ 103860 h 243348"/>
                <a:gd name="connsiteX129" fmla="*/ 106866 w 153607"/>
                <a:gd name="connsiteY129" fmla="*/ 104418 h 243348"/>
                <a:gd name="connsiteX130" fmla="*/ 109775 w 153607"/>
                <a:gd name="connsiteY130" fmla="*/ 104546 h 243348"/>
                <a:gd name="connsiteX131" fmla="*/ 112028 w 153607"/>
                <a:gd name="connsiteY131" fmla="*/ 104604 h 243348"/>
                <a:gd name="connsiteX132" fmla="*/ 112028 w 153607"/>
                <a:gd name="connsiteY132" fmla="*/ 107581 h 243348"/>
                <a:gd name="connsiteX133" fmla="*/ 114118 w 153607"/>
                <a:gd name="connsiteY133" fmla="*/ 107639 h 243348"/>
                <a:gd name="connsiteX134" fmla="*/ 116818 w 153607"/>
                <a:gd name="connsiteY134" fmla="*/ 107767 h 243348"/>
                <a:gd name="connsiteX135" fmla="*/ 119513 w 153607"/>
                <a:gd name="connsiteY135" fmla="*/ 107871 h 243348"/>
                <a:gd name="connsiteX136" fmla="*/ 121702 w 153607"/>
                <a:gd name="connsiteY136" fmla="*/ 108325 h 243348"/>
                <a:gd name="connsiteX137" fmla="*/ 122446 w 153607"/>
                <a:gd name="connsiteY137" fmla="*/ 111301 h 243348"/>
                <a:gd name="connsiteX138" fmla="*/ 128140 w 153607"/>
                <a:gd name="connsiteY138" fmla="*/ 111115 h 243348"/>
                <a:gd name="connsiteX139" fmla="*/ 129887 w 153607"/>
                <a:gd name="connsiteY139" fmla="*/ 111301 h 243348"/>
                <a:gd name="connsiteX140" fmla="*/ 131376 w 153607"/>
                <a:gd name="connsiteY140" fmla="*/ 114278 h 243348"/>
                <a:gd name="connsiteX141" fmla="*/ 135841 w 153607"/>
                <a:gd name="connsiteY141" fmla="*/ 115022 h 243348"/>
                <a:gd name="connsiteX142" fmla="*/ 135841 w 153607"/>
                <a:gd name="connsiteY142" fmla="*/ 117999 h 243348"/>
                <a:gd name="connsiteX143" fmla="*/ 138399 w 153607"/>
                <a:gd name="connsiteY143" fmla="*/ 117812 h 243348"/>
                <a:gd name="connsiteX144" fmla="*/ 141050 w 153607"/>
                <a:gd name="connsiteY144" fmla="*/ 117999 h 243348"/>
                <a:gd name="connsiteX145" fmla="*/ 141794 w 153607"/>
                <a:gd name="connsiteY145" fmla="*/ 120975 h 243348"/>
                <a:gd name="connsiteX146" fmla="*/ 143328 w 153607"/>
                <a:gd name="connsiteY146" fmla="*/ 121347 h 243348"/>
                <a:gd name="connsiteX147" fmla="*/ 144770 w 153607"/>
                <a:gd name="connsiteY147" fmla="*/ 121719 h 243348"/>
                <a:gd name="connsiteX148" fmla="*/ 144770 w 153607"/>
                <a:gd name="connsiteY148" fmla="*/ 124696 h 243348"/>
                <a:gd name="connsiteX149" fmla="*/ 146910 w 153607"/>
                <a:gd name="connsiteY149" fmla="*/ 124882 h 243348"/>
                <a:gd name="connsiteX150" fmla="*/ 150119 w 153607"/>
                <a:gd name="connsiteY150" fmla="*/ 126835 h 243348"/>
                <a:gd name="connsiteX151" fmla="*/ 150723 w 153607"/>
                <a:gd name="connsiteY151" fmla="*/ 128416 h 243348"/>
                <a:gd name="connsiteX152" fmla="*/ 152956 w 153607"/>
                <a:gd name="connsiteY152" fmla="*/ 130649 h 243348"/>
                <a:gd name="connsiteX153" fmla="*/ 156676 w 153607"/>
                <a:gd name="connsiteY153" fmla="*/ 137346 h 243348"/>
                <a:gd name="connsiteX154" fmla="*/ 158165 w 153607"/>
                <a:gd name="connsiteY154" fmla="*/ 138090 h 243348"/>
                <a:gd name="connsiteX155" fmla="*/ 158909 w 153607"/>
                <a:gd name="connsiteY155" fmla="*/ 143299 h 243348"/>
                <a:gd name="connsiteX156" fmla="*/ 161141 w 153607"/>
                <a:gd name="connsiteY156" fmla="*/ 143299 h 243348"/>
                <a:gd name="connsiteX157" fmla="*/ 161505 w 153607"/>
                <a:gd name="connsiteY157" fmla="*/ 147877 h 243348"/>
                <a:gd name="connsiteX158" fmla="*/ 161885 w 153607"/>
                <a:gd name="connsiteY158" fmla="*/ 149252 h 243348"/>
                <a:gd name="connsiteX159" fmla="*/ 164118 w 153607"/>
                <a:gd name="connsiteY159" fmla="*/ 149997 h 243348"/>
                <a:gd name="connsiteX160" fmla="*/ 164560 w 153607"/>
                <a:gd name="connsiteY160" fmla="*/ 158089 h 243348"/>
                <a:gd name="connsiteX161" fmla="*/ 164862 w 153607"/>
                <a:gd name="connsiteY161" fmla="*/ 160415 h 243348"/>
                <a:gd name="connsiteX162" fmla="*/ 167094 w 153607"/>
                <a:gd name="connsiteY162" fmla="*/ 161159 h 243348"/>
                <a:gd name="connsiteX163" fmla="*/ 167312 w 153607"/>
                <a:gd name="connsiteY163" fmla="*/ 166603 h 243348"/>
                <a:gd name="connsiteX164" fmla="*/ 167303 w 153607"/>
                <a:gd name="connsiteY164" fmla="*/ 168252 h 243348"/>
                <a:gd name="connsiteX165" fmla="*/ 167234 w 153607"/>
                <a:gd name="connsiteY165" fmla="*/ 173483 h 243348"/>
                <a:gd name="connsiteX166" fmla="*/ 167203 w 153607"/>
                <a:gd name="connsiteY166" fmla="*/ 177023 h 243348"/>
                <a:gd name="connsiteX167" fmla="*/ 167094 w 153607"/>
                <a:gd name="connsiteY167" fmla="*/ 185715 h 243348"/>
                <a:gd name="connsiteX168" fmla="*/ 164862 w 153607"/>
                <a:gd name="connsiteY168" fmla="*/ 184971 h 243348"/>
                <a:gd name="connsiteX169" fmla="*/ 164118 w 153607"/>
                <a:gd name="connsiteY169" fmla="*/ 197622 h 243348"/>
                <a:gd name="connsiteX170" fmla="*/ 162630 w 153607"/>
                <a:gd name="connsiteY170" fmla="*/ 197622 h 243348"/>
                <a:gd name="connsiteX171" fmla="*/ 161885 w 153607"/>
                <a:gd name="connsiteY171" fmla="*/ 200552 h 243348"/>
                <a:gd name="connsiteX172" fmla="*/ 161141 w 153607"/>
                <a:gd name="connsiteY172" fmla="*/ 203575 h 243348"/>
                <a:gd name="connsiteX173" fmla="*/ 159653 w 153607"/>
                <a:gd name="connsiteY173" fmla="*/ 204319 h 243348"/>
                <a:gd name="connsiteX174" fmla="*/ 158909 w 153607"/>
                <a:gd name="connsiteY174" fmla="*/ 207295 h 243348"/>
                <a:gd name="connsiteX175" fmla="*/ 158165 w 153607"/>
                <a:gd name="connsiteY175" fmla="*/ 210272 h 243348"/>
                <a:gd name="connsiteX176" fmla="*/ 156676 w 153607"/>
                <a:gd name="connsiteY176" fmla="*/ 211016 h 243348"/>
                <a:gd name="connsiteX177" fmla="*/ 156351 w 153607"/>
                <a:gd name="connsiteY177" fmla="*/ 212783 h 243348"/>
                <a:gd name="connsiteX178" fmla="*/ 153700 w 153607"/>
                <a:gd name="connsiteY178" fmla="*/ 216969 h 243348"/>
                <a:gd name="connsiteX179" fmla="*/ 150305 w 153607"/>
                <a:gd name="connsiteY179" fmla="*/ 221062 h 243348"/>
                <a:gd name="connsiteX180" fmla="*/ 148535 w 153607"/>
                <a:gd name="connsiteY180" fmla="*/ 223225 h 243348"/>
                <a:gd name="connsiteX181" fmla="*/ 145514 w 153607"/>
                <a:gd name="connsiteY181" fmla="*/ 227387 h 243348"/>
                <a:gd name="connsiteX182" fmla="*/ 143980 w 153607"/>
                <a:gd name="connsiteY182" fmla="*/ 227759 h 243348"/>
                <a:gd name="connsiteX183" fmla="*/ 142538 w 153607"/>
                <a:gd name="connsiteY183" fmla="*/ 228131 h 243348"/>
                <a:gd name="connsiteX184" fmla="*/ 141794 w 153607"/>
                <a:gd name="connsiteY184" fmla="*/ 230364 h 243348"/>
                <a:gd name="connsiteX185" fmla="*/ 138817 w 153607"/>
                <a:gd name="connsiteY185" fmla="*/ 231852 h 243348"/>
                <a:gd name="connsiteX186" fmla="*/ 138073 w 153607"/>
                <a:gd name="connsiteY186" fmla="*/ 234084 h 243348"/>
                <a:gd name="connsiteX187" fmla="*/ 135841 w 153607"/>
                <a:gd name="connsiteY187" fmla="*/ 234410 h 243348"/>
                <a:gd name="connsiteX188" fmla="*/ 133608 w 153607"/>
                <a:gd name="connsiteY188" fmla="*/ 234829 h 243348"/>
                <a:gd name="connsiteX189" fmla="*/ 133306 w 153607"/>
                <a:gd name="connsiteY189" fmla="*/ 236317 h 243348"/>
                <a:gd name="connsiteX190" fmla="*/ 132864 w 153607"/>
                <a:gd name="connsiteY190" fmla="*/ 237805 h 243348"/>
                <a:gd name="connsiteX191" fmla="*/ 129515 w 153607"/>
                <a:gd name="connsiteY191" fmla="*/ 238224 h 243348"/>
                <a:gd name="connsiteX192" fmla="*/ 126167 w 153607"/>
                <a:gd name="connsiteY192" fmla="*/ 238549 h 243348"/>
                <a:gd name="connsiteX193" fmla="*/ 125423 w 153607"/>
                <a:gd name="connsiteY193" fmla="*/ 240782 h 243348"/>
                <a:gd name="connsiteX194" fmla="*/ 119728 w 153607"/>
                <a:gd name="connsiteY194" fmla="*/ 241151 h 243348"/>
                <a:gd name="connsiteX195" fmla="*/ 117981 w 153607"/>
                <a:gd name="connsiteY195" fmla="*/ 241526 h 243348"/>
                <a:gd name="connsiteX196" fmla="*/ 117407 w 153607"/>
                <a:gd name="connsiteY196" fmla="*/ 243016 h 243348"/>
                <a:gd name="connsiteX197" fmla="*/ 116493 w 153607"/>
                <a:gd name="connsiteY197" fmla="*/ 244502 h 243348"/>
                <a:gd name="connsiteX198" fmla="*/ 112020 w 153607"/>
                <a:gd name="connsiteY198" fmla="*/ 244840 h 243348"/>
                <a:gd name="connsiteX199" fmla="*/ 109177 w 153607"/>
                <a:gd name="connsiteY199" fmla="*/ 244840 h 243348"/>
                <a:gd name="connsiteX200" fmla="*/ 106092 w 153607"/>
                <a:gd name="connsiteY200" fmla="*/ 244793 h 243348"/>
                <a:gd name="connsiteX201" fmla="*/ 102946 w 153607"/>
                <a:gd name="connsiteY201" fmla="*/ 244780 h 243348"/>
                <a:gd name="connsiteX202" fmla="*/ 94659 w 153607"/>
                <a:gd name="connsiteY202" fmla="*/ 244707 h 243348"/>
                <a:gd name="connsiteX203" fmla="*/ 86204 w 153607"/>
                <a:gd name="connsiteY203" fmla="*/ 244648 h 243348"/>
                <a:gd name="connsiteX204" fmla="*/ 69612 w 153607"/>
                <a:gd name="connsiteY204" fmla="*/ 244502 h 243348"/>
                <a:gd name="connsiteX205" fmla="*/ 69612 w 153607"/>
                <a:gd name="connsiteY205" fmla="*/ 241526 h 243348"/>
                <a:gd name="connsiteX206" fmla="*/ 66961 w 153607"/>
                <a:gd name="connsiteY206" fmla="*/ 241572 h 243348"/>
                <a:gd name="connsiteX207" fmla="*/ 58450 w 153607"/>
                <a:gd name="connsiteY207" fmla="*/ 240782 h 243348"/>
                <a:gd name="connsiteX208" fmla="*/ 58450 w 153607"/>
                <a:gd name="connsiteY208" fmla="*/ 237805 h 243348"/>
                <a:gd name="connsiteX209" fmla="*/ 52497 w 153607"/>
                <a:gd name="connsiteY209" fmla="*/ 237805 h 243348"/>
                <a:gd name="connsiteX210" fmla="*/ 52497 w 153607"/>
                <a:gd name="connsiteY210" fmla="*/ 234829 h 243348"/>
                <a:gd name="connsiteX211" fmla="*/ 49939 w 153607"/>
                <a:gd name="connsiteY211" fmla="*/ 234596 h 243348"/>
                <a:gd name="connsiteX212" fmla="*/ 47288 w 153607"/>
                <a:gd name="connsiteY212" fmla="*/ 234084 h 243348"/>
                <a:gd name="connsiteX213" fmla="*/ 46544 w 153607"/>
                <a:gd name="connsiteY213" fmla="*/ 231852 h 243348"/>
                <a:gd name="connsiteX214" fmla="*/ 44311 w 153607"/>
                <a:gd name="connsiteY214" fmla="*/ 231108 h 243348"/>
                <a:gd name="connsiteX215" fmla="*/ 42079 w 153607"/>
                <a:gd name="connsiteY215" fmla="*/ 230364 h 243348"/>
                <a:gd name="connsiteX216" fmla="*/ 41335 w 153607"/>
                <a:gd name="connsiteY216" fmla="*/ 228131 h 243348"/>
                <a:gd name="connsiteX217" fmla="*/ 39846 w 153607"/>
                <a:gd name="connsiteY217" fmla="*/ 227806 h 243348"/>
                <a:gd name="connsiteX218" fmla="*/ 38358 w 153607"/>
                <a:gd name="connsiteY218" fmla="*/ 227387 h 243348"/>
                <a:gd name="connsiteX219" fmla="*/ 37614 w 153607"/>
                <a:gd name="connsiteY219" fmla="*/ 224411 h 243348"/>
                <a:gd name="connsiteX220" fmla="*/ 35382 w 153607"/>
                <a:gd name="connsiteY220" fmla="*/ 223666 h 243348"/>
                <a:gd name="connsiteX221" fmla="*/ 34637 w 153607"/>
                <a:gd name="connsiteY221" fmla="*/ 221434 h 243348"/>
                <a:gd name="connsiteX222" fmla="*/ 32405 w 153607"/>
                <a:gd name="connsiteY222" fmla="*/ 219946 h 243348"/>
                <a:gd name="connsiteX223" fmla="*/ 32405 w 153607"/>
                <a:gd name="connsiteY223" fmla="*/ 217713 h 243348"/>
                <a:gd name="connsiteX224" fmla="*/ 30173 w 153607"/>
                <a:gd name="connsiteY224" fmla="*/ 217713 h 243348"/>
                <a:gd name="connsiteX225" fmla="*/ 29428 w 153607"/>
                <a:gd name="connsiteY225" fmla="*/ 213993 h 243348"/>
                <a:gd name="connsiteX226" fmla="*/ 27940 w 153607"/>
                <a:gd name="connsiteY226" fmla="*/ 213248 h 243348"/>
                <a:gd name="connsiteX227" fmla="*/ 27615 w 153607"/>
                <a:gd name="connsiteY227" fmla="*/ 211342 h 243348"/>
                <a:gd name="connsiteX228" fmla="*/ 27196 w 153607"/>
                <a:gd name="connsiteY228" fmla="*/ 209528 h 243348"/>
                <a:gd name="connsiteX229" fmla="*/ 24964 w 153607"/>
                <a:gd name="connsiteY229" fmla="*/ 209528 h 243348"/>
                <a:gd name="connsiteX230" fmla="*/ 23475 w 153607"/>
                <a:gd name="connsiteY230" fmla="*/ 204319 h 243348"/>
                <a:gd name="connsiteX231" fmla="*/ 21987 w 153607"/>
                <a:gd name="connsiteY231" fmla="*/ 204319 h 243348"/>
                <a:gd name="connsiteX232" fmla="*/ 21754 w 153607"/>
                <a:gd name="connsiteY232" fmla="*/ 201761 h 243348"/>
                <a:gd name="connsiteX233" fmla="*/ 21243 w 153607"/>
                <a:gd name="connsiteY233" fmla="*/ 199110 h 243348"/>
                <a:gd name="connsiteX234" fmla="*/ 19010 w 153607"/>
                <a:gd name="connsiteY234" fmla="*/ 198366 h 243348"/>
                <a:gd name="connsiteX235" fmla="*/ 18592 w 153607"/>
                <a:gd name="connsiteY235" fmla="*/ 194645 h 243348"/>
                <a:gd name="connsiteX236" fmla="*/ 18266 w 153607"/>
                <a:gd name="connsiteY236" fmla="*/ 190924 h 243348"/>
                <a:gd name="connsiteX237" fmla="*/ 16778 w 153607"/>
                <a:gd name="connsiteY237" fmla="*/ 190180 h 243348"/>
                <a:gd name="connsiteX238" fmla="*/ 16406 w 153607"/>
                <a:gd name="connsiteY238" fmla="*/ 185808 h 243348"/>
                <a:gd name="connsiteX239" fmla="*/ 14546 w 153607"/>
                <a:gd name="connsiteY239" fmla="*/ 179018 h 243348"/>
                <a:gd name="connsiteX240" fmla="*/ 13801 w 153607"/>
                <a:gd name="connsiteY240" fmla="*/ 179018 h 243348"/>
                <a:gd name="connsiteX241" fmla="*/ 13755 w 153607"/>
                <a:gd name="connsiteY241" fmla="*/ 169391 h 243348"/>
                <a:gd name="connsiteX242" fmla="*/ 13736 w 153607"/>
                <a:gd name="connsiteY242" fmla="*/ 166613 h 243348"/>
                <a:gd name="connsiteX243" fmla="*/ 13729 w 153607"/>
                <a:gd name="connsiteY243" fmla="*/ 163975 h 243348"/>
                <a:gd name="connsiteX244" fmla="*/ 13717 w 153607"/>
                <a:gd name="connsiteY244" fmla="*/ 161531 h 243348"/>
                <a:gd name="connsiteX245" fmla="*/ 14546 w 153607"/>
                <a:gd name="connsiteY245" fmla="*/ 158926 h 243348"/>
                <a:gd name="connsiteX246" fmla="*/ 20289 w 153607"/>
                <a:gd name="connsiteY246" fmla="*/ 158827 h 243348"/>
                <a:gd name="connsiteX247" fmla="*/ 22033 w 153607"/>
                <a:gd name="connsiteY247" fmla="*/ 158825 h 243348"/>
                <a:gd name="connsiteX248" fmla="*/ 25688 w 153607"/>
                <a:gd name="connsiteY248" fmla="*/ 158829 h 243348"/>
                <a:gd name="connsiteX249" fmla="*/ 31303 w 153607"/>
                <a:gd name="connsiteY249" fmla="*/ 158824 h 243348"/>
                <a:gd name="connsiteX250" fmla="*/ 34847 w 153607"/>
                <a:gd name="connsiteY250" fmla="*/ 158827 h 243348"/>
                <a:gd name="connsiteX251" fmla="*/ 36554 w 153607"/>
                <a:gd name="connsiteY251" fmla="*/ 158823 h 243348"/>
                <a:gd name="connsiteX252" fmla="*/ 41335 w 153607"/>
                <a:gd name="connsiteY252" fmla="*/ 159670 h 243348"/>
                <a:gd name="connsiteX253" fmla="*/ 41381 w 153607"/>
                <a:gd name="connsiteY253" fmla="*/ 163810 h 243348"/>
                <a:gd name="connsiteX254" fmla="*/ 41361 w 153607"/>
                <a:gd name="connsiteY254" fmla="*/ 166091 h 243348"/>
                <a:gd name="connsiteX255" fmla="*/ 41335 w 153607"/>
                <a:gd name="connsiteY255" fmla="*/ 167856 h 243348"/>
                <a:gd name="connsiteX256" fmla="*/ 43567 w 153607"/>
                <a:gd name="connsiteY256" fmla="*/ 167856 h 243348"/>
                <a:gd name="connsiteX257" fmla="*/ 43651 w 153607"/>
                <a:gd name="connsiteY257" fmla="*/ 170056 h 243348"/>
                <a:gd name="connsiteX258" fmla="*/ 43800 w 153607"/>
                <a:gd name="connsiteY258" fmla="*/ 172925 h 243348"/>
                <a:gd name="connsiteX259" fmla="*/ 43930 w 153607"/>
                <a:gd name="connsiteY259" fmla="*/ 175777 h 243348"/>
                <a:gd name="connsiteX260" fmla="*/ 46544 w 153607"/>
                <a:gd name="connsiteY260" fmla="*/ 180506 h 243348"/>
                <a:gd name="connsiteX261" fmla="*/ 46962 w 153607"/>
                <a:gd name="connsiteY261" fmla="*/ 183576 h 243348"/>
                <a:gd name="connsiteX262" fmla="*/ 47288 w 153607"/>
                <a:gd name="connsiteY262" fmla="*/ 186459 h 243348"/>
                <a:gd name="connsiteX263" fmla="*/ 48776 w 153607"/>
                <a:gd name="connsiteY263" fmla="*/ 187204 h 243348"/>
                <a:gd name="connsiteX264" fmla="*/ 49776 w 153607"/>
                <a:gd name="connsiteY264" fmla="*/ 189212 h 243348"/>
                <a:gd name="connsiteX265" fmla="*/ 54357 w 153607"/>
                <a:gd name="connsiteY265" fmla="*/ 195994 h 243348"/>
                <a:gd name="connsiteX266" fmla="*/ 56101 w 153607"/>
                <a:gd name="connsiteY266" fmla="*/ 198148 h 243348"/>
                <a:gd name="connsiteX267" fmla="*/ 59938 w 153607"/>
                <a:gd name="connsiteY267" fmla="*/ 200598 h 243348"/>
                <a:gd name="connsiteX268" fmla="*/ 60682 w 153607"/>
                <a:gd name="connsiteY268" fmla="*/ 202831 h 243348"/>
                <a:gd name="connsiteX269" fmla="*/ 62496 w 153607"/>
                <a:gd name="connsiteY269" fmla="*/ 203156 h 243348"/>
                <a:gd name="connsiteX270" fmla="*/ 64403 w 153607"/>
                <a:gd name="connsiteY270" fmla="*/ 203575 h 243348"/>
                <a:gd name="connsiteX271" fmla="*/ 65054 w 153607"/>
                <a:gd name="connsiteY271" fmla="*/ 205063 h 243348"/>
                <a:gd name="connsiteX272" fmla="*/ 65891 w 153607"/>
                <a:gd name="connsiteY272" fmla="*/ 206551 h 243348"/>
                <a:gd name="connsiteX273" fmla="*/ 69286 w 153607"/>
                <a:gd name="connsiteY273" fmla="*/ 206970 h 243348"/>
                <a:gd name="connsiteX274" fmla="*/ 72589 w 153607"/>
                <a:gd name="connsiteY274" fmla="*/ 207295 h 243348"/>
                <a:gd name="connsiteX275" fmla="*/ 73333 w 153607"/>
                <a:gd name="connsiteY275" fmla="*/ 209528 h 243348"/>
                <a:gd name="connsiteX276" fmla="*/ 78960 w 153607"/>
                <a:gd name="connsiteY276" fmla="*/ 210039 h 243348"/>
                <a:gd name="connsiteX277" fmla="*/ 80563 w 153607"/>
                <a:gd name="connsiteY277" fmla="*/ 210116 h 243348"/>
                <a:gd name="connsiteX278" fmla="*/ 84495 w 153607"/>
                <a:gd name="connsiteY278" fmla="*/ 210272 h 243348"/>
                <a:gd name="connsiteX279" fmla="*/ 84495 w 153607"/>
                <a:gd name="connsiteY279" fmla="*/ 213993 h 243348"/>
                <a:gd name="connsiteX280" fmla="*/ 93332 w 153607"/>
                <a:gd name="connsiteY280" fmla="*/ 213807 h 243348"/>
                <a:gd name="connsiteX281" fmla="*/ 95875 w 153607"/>
                <a:gd name="connsiteY281" fmla="*/ 213775 h 243348"/>
                <a:gd name="connsiteX282" fmla="*/ 98302 w 153607"/>
                <a:gd name="connsiteY282" fmla="*/ 213702 h 243348"/>
                <a:gd name="connsiteX283" fmla="*/ 100546 w 153607"/>
                <a:gd name="connsiteY283" fmla="*/ 213655 h 243348"/>
                <a:gd name="connsiteX284" fmla="*/ 102354 w 153607"/>
                <a:gd name="connsiteY284" fmla="*/ 213248 h 243348"/>
                <a:gd name="connsiteX285" fmla="*/ 103842 w 153607"/>
                <a:gd name="connsiteY285" fmla="*/ 210272 h 243348"/>
                <a:gd name="connsiteX286" fmla="*/ 109889 w 153607"/>
                <a:gd name="connsiteY286" fmla="*/ 210086 h 243348"/>
                <a:gd name="connsiteX287" fmla="*/ 111589 w 153607"/>
                <a:gd name="connsiteY287" fmla="*/ 210127 h 243348"/>
                <a:gd name="connsiteX288" fmla="*/ 115749 w 153607"/>
                <a:gd name="connsiteY288" fmla="*/ 210272 h 243348"/>
                <a:gd name="connsiteX289" fmla="*/ 115749 w 153607"/>
                <a:gd name="connsiteY289" fmla="*/ 207295 h 243348"/>
                <a:gd name="connsiteX290" fmla="*/ 118307 w 153607"/>
                <a:gd name="connsiteY290" fmla="*/ 207109 h 243348"/>
                <a:gd name="connsiteX291" fmla="*/ 120958 w 153607"/>
                <a:gd name="connsiteY291" fmla="*/ 206551 h 243348"/>
                <a:gd name="connsiteX292" fmla="*/ 121702 w 153607"/>
                <a:gd name="connsiteY292" fmla="*/ 203575 h 243348"/>
                <a:gd name="connsiteX293" fmla="*/ 126167 w 153607"/>
                <a:gd name="connsiteY293" fmla="*/ 203575 h 243348"/>
                <a:gd name="connsiteX294" fmla="*/ 126911 w 153607"/>
                <a:gd name="connsiteY294" fmla="*/ 200598 h 243348"/>
                <a:gd name="connsiteX295" fmla="*/ 130632 w 153607"/>
                <a:gd name="connsiteY295" fmla="*/ 196877 h 243348"/>
                <a:gd name="connsiteX296" fmla="*/ 134352 w 153607"/>
                <a:gd name="connsiteY296" fmla="*/ 187948 h 243348"/>
                <a:gd name="connsiteX297" fmla="*/ 136585 w 153607"/>
                <a:gd name="connsiteY297" fmla="*/ 187948 h 243348"/>
                <a:gd name="connsiteX298" fmla="*/ 136349 w 153607"/>
                <a:gd name="connsiteY298" fmla="*/ 177497 h 243348"/>
                <a:gd name="connsiteX299" fmla="*/ 136271 w 153607"/>
                <a:gd name="connsiteY299" fmla="*/ 173939 h 243348"/>
                <a:gd name="connsiteX300" fmla="*/ 136149 w 153607"/>
                <a:gd name="connsiteY300" fmla="*/ 168836 h 243348"/>
                <a:gd name="connsiteX301" fmla="*/ 136123 w 153607"/>
                <a:gd name="connsiteY301" fmla="*/ 167219 h 243348"/>
                <a:gd name="connsiteX302" fmla="*/ 135841 w 153607"/>
                <a:gd name="connsiteY302" fmla="*/ 163391 h 243348"/>
                <a:gd name="connsiteX303" fmla="*/ 134352 w 153607"/>
                <a:gd name="connsiteY303" fmla="*/ 162647 h 243348"/>
                <a:gd name="connsiteX304" fmla="*/ 134027 w 153607"/>
                <a:gd name="connsiteY304" fmla="*/ 160880 h 243348"/>
                <a:gd name="connsiteX305" fmla="*/ 131376 w 153607"/>
                <a:gd name="connsiteY305" fmla="*/ 156694 h 243348"/>
                <a:gd name="connsiteX306" fmla="*/ 131376 w 153607"/>
                <a:gd name="connsiteY306" fmla="*/ 155206 h 243348"/>
                <a:gd name="connsiteX307" fmla="*/ 129143 w 153607"/>
                <a:gd name="connsiteY307" fmla="*/ 154461 h 243348"/>
                <a:gd name="connsiteX308" fmla="*/ 129143 w 153607"/>
                <a:gd name="connsiteY308" fmla="*/ 152229 h 243348"/>
                <a:gd name="connsiteX309" fmla="*/ 127004 w 153607"/>
                <a:gd name="connsiteY309" fmla="*/ 152415 h 243348"/>
                <a:gd name="connsiteX310" fmla="*/ 124678 w 153607"/>
                <a:gd name="connsiteY310" fmla="*/ 152229 h 243348"/>
                <a:gd name="connsiteX311" fmla="*/ 123190 w 153607"/>
                <a:gd name="connsiteY311" fmla="*/ 149252 h 243348"/>
                <a:gd name="connsiteX312" fmla="*/ 118725 w 153607"/>
                <a:gd name="connsiteY312" fmla="*/ 148508 h 243348"/>
                <a:gd name="connsiteX313" fmla="*/ 118725 w 153607"/>
                <a:gd name="connsiteY313" fmla="*/ 145532 h 243348"/>
                <a:gd name="connsiteX314" fmla="*/ 117150 w 153607"/>
                <a:gd name="connsiteY314" fmla="*/ 145636 h 243348"/>
                <a:gd name="connsiteX315" fmla="*/ 115098 w 153607"/>
                <a:gd name="connsiteY315" fmla="*/ 145718 h 243348"/>
                <a:gd name="connsiteX316" fmla="*/ 113057 w 153607"/>
                <a:gd name="connsiteY316" fmla="*/ 145822 h 243348"/>
                <a:gd name="connsiteX317" fmla="*/ 111284 w 153607"/>
                <a:gd name="connsiteY317" fmla="*/ 145532 h 243348"/>
                <a:gd name="connsiteX318" fmla="*/ 109796 w 153607"/>
                <a:gd name="connsiteY318" fmla="*/ 142555 h 243348"/>
                <a:gd name="connsiteX319" fmla="*/ 106028 w 153607"/>
                <a:gd name="connsiteY319" fmla="*/ 142137 h 243348"/>
                <a:gd name="connsiteX320" fmla="*/ 102354 w 153607"/>
                <a:gd name="connsiteY320" fmla="*/ 141811 h 243348"/>
                <a:gd name="connsiteX321" fmla="*/ 101610 w 153607"/>
                <a:gd name="connsiteY321" fmla="*/ 139579 h 243348"/>
                <a:gd name="connsiteX322" fmla="*/ 93518 w 153607"/>
                <a:gd name="connsiteY322" fmla="*/ 139209 h 243348"/>
                <a:gd name="connsiteX323" fmla="*/ 91192 w 153607"/>
                <a:gd name="connsiteY323" fmla="*/ 138834 h 243348"/>
                <a:gd name="connsiteX324" fmla="*/ 90448 w 153607"/>
                <a:gd name="connsiteY324" fmla="*/ 135858 h 243348"/>
                <a:gd name="connsiteX325" fmla="*/ 85239 w 153607"/>
                <a:gd name="connsiteY325" fmla="*/ 135439 h 243348"/>
                <a:gd name="connsiteX326" fmla="*/ 80030 w 153607"/>
                <a:gd name="connsiteY326" fmla="*/ 135114 h 243348"/>
                <a:gd name="connsiteX327" fmla="*/ 79286 w 153607"/>
                <a:gd name="connsiteY327" fmla="*/ 132881 h 243348"/>
                <a:gd name="connsiteX328" fmla="*/ 71775 w 153607"/>
                <a:gd name="connsiteY328" fmla="*/ 132585 h 243348"/>
                <a:gd name="connsiteX329" fmla="*/ 69612 w 153607"/>
                <a:gd name="connsiteY329" fmla="*/ 132137 h 243348"/>
                <a:gd name="connsiteX330" fmla="*/ 68868 w 153607"/>
                <a:gd name="connsiteY330" fmla="*/ 128416 h 243348"/>
                <a:gd name="connsiteX331" fmla="*/ 64729 w 153607"/>
                <a:gd name="connsiteY331" fmla="*/ 128184 h 243348"/>
                <a:gd name="connsiteX332" fmla="*/ 62447 w 153607"/>
                <a:gd name="connsiteY332" fmla="*/ 128286 h 243348"/>
                <a:gd name="connsiteX333" fmla="*/ 60682 w 153607"/>
                <a:gd name="connsiteY333" fmla="*/ 128416 h 243348"/>
                <a:gd name="connsiteX334" fmla="*/ 60682 w 153607"/>
                <a:gd name="connsiteY334" fmla="*/ 125440 h 243348"/>
                <a:gd name="connsiteX335" fmla="*/ 59081 w 153607"/>
                <a:gd name="connsiteY335" fmla="*/ 125356 h 243348"/>
                <a:gd name="connsiteX336" fmla="*/ 57008 w 153607"/>
                <a:gd name="connsiteY336" fmla="*/ 125207 h 243348"/>
                <a:gd name="connsiteX337" fmla="*/ 54941 w 153607"/>
                <a:gd name="connsiteY337" fmla="*/ 125077 h 243348"/>
                <a:gd name="connsiteX338" fmla="*/ 53241 w 153607"/>
                <a:gd name="connsiteY338" fmla="*/ 124696 h 243348"/>
                <a:gd name="connsiteX339" fmla="*/ 52497 w 153607"/>
                <a:gd name="connsiteY339" fmla="*/ 122463 h 243348"/>
                <a:gd name="connsiteX340" fmla="*/ 49892 w 153607"/>
                <a:gd name="connsiteY340" fmla="*/ 122138 h 243348"/>
                <a:gd name="connsiteX341" fmla="*/ 47288 w 153607"/>
                <a:gd name="connsiteY341" fmla="*/ 121719 h 243348"/>
                <a:gd name="connsiteX342" fmla="*/ 46544 w 153607"/>
                <a:gd name="connsiteY342" fmla="*/ 118743 h 243348"/>
                <a:gd name="connsiteX343" fmla="*/ 44311 w 153607"/>
                <a:gd name="connsiteY343" fmla="*/ 118371 h 243348"/>
                <a:gd name="connsiteX344" fmla="*/ 42079 w 153607"/>
                <a:gd name="connsiteY344" fmla="*/ 117999 h 243348"/>
                <a:gd name="connsiteX345" fmla="*/ 41335 w 153607"/>
                <a:gd name="connsiteY345" fmla="*/ 115022 h 243348"/>
                <a:gd name="connsiteX346" fmla="*/ 39102 w 153607"/>
                <a:gd name="connsiteY346" fmla="*/ 114278 h 243348"/>
                <a:gd name="connsiteX347" fmla="*/ 37614 w 153607"/>
                <a:gd name="connsiteY347" fmla="*/ 111301 h 243348"/>
                <a:gd name="connsiteX348" fmla="*/ 36405 w 153607"/>
                <a:gd name="connsiteY348" fmla="*/ 110092 h 243348"/>
                <a:gd name="connsiteX349" fmla="*/ 35382 w 153607"/>
                <a:gd name="connsiteY349" fmla="*/ 107581 h 243348"/>
                <a:gd name="connsiteX350" fmla="*/ 33149 w 153607"/>
                <a:gd name="connsiteY350" fmla="*/ 107581 h 243348"/>
                <a:gd name="connsiteX351" fmla="*/ 32405 w 153607"/>
                <a:gd name="connsiteY351" fmla="*/ 105348 h 243348"/>
                <a:gd name="connsiteX352" fmla="*/ 30173 w 153607"/>
                <a:gd name="connsiteY352" fmla="*/ 103860 h 243348"/>
                <a:gd name="connsiteX353" fmla="*/ 29428 w 153607"/>
                <a:gd name="connsiteY353" fmla="*/ 100883 h 243348"/>
                <a:gd name="connsiteX354" fmla="*/ 27940 w 153607"/>
                <a:gd name="connsiteY354" fmla="*/ 100139 h 243348"/>
                <a:gd name="connsiteX355" fmla="*/ 27196 w 153607"/>
                <a:gd name="connsiteY355" fmla="*/ 97488 h 243348"/>
                <a:gd name="connsiteX356" fmla="*/ 26452 w 153607"/>
                <a:gd name="connsiteY356" fmla="*/ 94930 h 243348"/>
                <a:gd name="connsiteX357" fmla="*/ 24964 w 153607"/>
                <a:gd name="connsiteY357" fmla="*/ 94930 h 243348"/>
                <a:gd name="connsiteX358" fmla="*/ 23894 w 153607"/>
                <a:gd name="connsiteY358" fmla="*/ 89698 h 243348"/>
                <a:gd name="connsiteX359" fmla="*/ 23475 w 153607"/>
                <a:gd name="connsiteY359" fmla="*/ 88233 h 243348"/>
                <a:gd name="connsiteX360" fmla="*/ 21987 w 153607"/>
                <a:gd name="connsiteY360" fmla="*/ 88233 h 243348"/>
                <a:gd name="connsiteX361" fmla="*/ 21942 w 153607"/>
                <a:gd name="connsiteY361" fmla="*/ 86970 h 243348"/>
                <a:gd name="connsiteX362" fmla="*/ 21708 w 153607"/>
                <a:gd name="connsiteY362" fmla="*/ 81303 h 243348"/>
                <a:gd name="connsiteX363" fmla="*/ 21638 w 153607"/>
                <a:gd name="connsiteY363" fmla="*/ 79316 h 243348"/>
                <a:gd name="connsiteX364" fmla="*/ 21551 w 153607"/>
                <a:gd name="connsiteY364" fmla="*/ 77405 h 243348"/>
                <a:gd name="connsiteX365" fmla="*/ 21480 w 153607"/>
                <a:gd name="connsiteY365" fmla="*/ 75646 h 243348"/>
                <a:gd name="connsiteX366" fmla="*/ 19755 w 153607"/>
                <a:gd name="connsiteY366" fmla="*/ 71862 h 243348"/>
                <a:gd name="connsiteX367" fmla="*/ 19010 w 153607"/>
                <a:gd name="connsiteY367" fmla="*/ 71862 h 243348"/>
                <a:gd name="connsiteX368" fmla="*/ 19010 w 153607"/>
                <a:gd name="connsiteY368" fmla="*/ 62188 h 243348"/>
                <a:gd name="connsiteX369" fmla="*/ 21243 w 153607"/>
                <a:gd name="connsiteY369" fmla="*/ 62188 h 243348"/>
                <a:gd name="connsiteX370" fmla="*/ 21987 w 153607"/>
                <a:gd name="connsiteY370" fmla="*/ 46561 h 243348"/>
                <a:gd name="connsiteX371" fmla="*/ 23475 w 153607"/>
                <a:gd name="connsiteY371" fmla="*/ 46561 h 243348"/>
                <a:gd name="connsiteX372" fmla="*/ 24219 w 153607"/>
                <a:gd name="connsiteY372" fmla="*/ 42887 h 243348"/>
                <a:gd name="connsiteX373" fmla="*/ 24964 w 153607"/>
                <a:gd name="connsiteY373" fmla="*/ 39120 h 243348"/>
                <a:gd name="connsiteX374" fmla="*/ 26452 w 153607"/>
                <a:gd name="connsiteY374" fmla="*/ 38375 h 243348"/>
                <a:gd name="connsiteX375" fmla="*/ 27196 w 153607"/>
                <a:gd name="connsiteY375" fmla="*/ 36143 h 243348"/>
                <a:gd name="connsiteX376" fmla="*/ 29428 w 153607"/>
                <a:gd name="connsiteY376" fmla="*/ 33166 h 243348"/>
                <a:gd name="connsiteX377" fmla="*/ 30173 w 153607"/>
                <a:gd name="connsiteY377" fmla="*/ 28702 h 243348"/>
                <a:gd name="connsiteX378" fmla="*/ 31661 w 153607"/>
                <a:gd name="connsiteY378" fmla="*/ 28702 h 243348"/>
                <a:gd name="connsiteX379" fmla="*/ 32265 w 153607"/>
                <a:gd name="connsiteY379" fmla="*/ 27074 h 243348"/>
                <a:gd name="connsiteX380" fmla="*/ 36870 w 153607"/>
                <a:gd name="connsiteY380" fmla="*/ 21260 h 243348"/>
                <a:gd name="connsiteX381" fmla="*/ 37614 w 153607"/>
                <a:gd name="connsiteY381" fmla="*/ 19028 h 243348"/>
                <a:gd name="connsiteX382" fmla="*/ 40591 w 153607"/>
                <a:gd name="connsiteY382" fmla="*/ 18284 h 243348"/>
                <a:gd name="connsiteX383" fmla="*/ 41335 w 153607"/>
                <a:gd name="connsiteY383" fmla="*/ 16051 h 243348"/>
                <a:gd name="connsiteX384" fmla="*/ 44311 w 153607"/>
                <a:gd name="connsiteY384" fmla="*/ 14563 h 243348"/>
                <a:gd name="connsiteX385" fmla="*/ 45055 w 153607"/>
                <a:gd name="connsiteY385" fmla="*/ 12331 h 243348"/>
                <a:gd name="connsiteX386" fmla="*/ 47288 w 153607"/>
                <a:gd name="connsiteY386" fmla="*/ 12005 h 243348"/>
                <a:gd name="connsiteX387" fmla="*/ 49520 w 153607"/>
                <a:gd name="connsiteY387" fmla="*/ 11586 h 243348"/>
                <a:gd name="connsiteX388" fmla="*/ 49799 w 153607"/>
                <a:gd name="connsiteY388" fmla="*/ 10098 h 243348"/>
                <a:gd name="connsiteX389" fmla="*/ 50264 w 153607"/>
                <a:gd name="connsiteY389" fmla="*/ 8610 h 243348"/>
                <a:gd name="connsiteX390" fmla="*/ 54869 w 153607"/>
                <a:gd name="connsiteY390" fmla="*/ 8142 h 243348"/>
                <a:gd name="connsiteX391" fmla="*/ 56217 w 153607"/>
                <a:gd name="connsiteY391" fmla="*/ 7866 h 243348"/>
                <a:gd name="connsiteX392" fmla="*/ 56962 w 153607"/>
                <a:gd name="connsiteY392" fmla="*/ 5633 h 243348"/>
                <a:gd name="connsiteX393" fmla="*/ 63891 w 153607"/>
                <a:gd name="connsiteY393" fmla="*/ 5264 h 243348"/>
                <a:gd name="connsiteX394" fmla="*/ 65891 w 153607"/>
                <a:gd name="connsiteY394" fmla="*/ 4889 h 243348"/>
                <a:gd name="connsiteX395" fmla="*/ 66128 w 153607"/>
                <a:gd name="connsiteY395" fmla="*/ 3401 h 243348"/>
                <a:gd name="connsiteX396" fmla="*/ 66635 w 153607"/>
                <a:gd name="connsiteY396" fmla="*/ 1913 h 24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53607" h="243348">
                  <a:moveTo>
                    <a:pt x="66635" y="1913"/>
                  </a:moveTo>
                  <a:cubicBezTo>
                    <a:pt x="68415" y="1535"/>
                    <a:pt x="68415" y="1535"/>
                    <a:pt x="70807" y="1527"/>
                  </a:cubicBezTo>
                  <a:cubicBezTo>
                    <a:pt x="71698" y="1518"/>
                    <a:pt x="72590" y="1509"/>
                    <a:pt x="73508" y="1499"/>
                  </a:cubicBezTo>
                  <a:cubicBezTo>
                    <a:pt x="74479" y="1505"/>
                    <a:pt x="75449" y="1511"/>
                    <a:pt x="76449" y="1517"/>
                  </a:cubicBezTo>
                  <a:cubicBezTo>
                    <a:pt x="77447" y="1515"/>
                    <a:pt x="78445" y="1512"/>
                    <a:pt x="79443" y="1509"/>
                  </a:cubicBezTo>
                  <a:cubicBezTo>
                    <a:pt x="81538" y="1504"/>
                    <a:pt x="83632" y="1511"/>
                    <a:pt x="85727" y="1525"/>
                  </a:cubicBezTo>
                  <a:cubicBezTo>
                    <a:pt x="88417" y="1541"/>
                    <a:pt x="91107" y="1532"/>
                    <a:pt x="93797" y="1514"/>
                  </a:cubicBezTo>
                  <a:cubicBezTo>
                    <a:pt x="95859" y="1503"/>
                    <a:pt x="97921" y="1507"/>
                    <a:pt x="99983" y="1514"/>
                  </a:cubicBezTo>
                  <a:cubicBezTo>
                    <a:pt x="101459" y="1517"/>
                    <a:pt x="102935" y="1508"/>
                    <a:pt x="104411" y="1499"/>
                  </a:cubicBezTo>
                  <a:cubicBezTo>
                    <a:pt x="105303" y="1508"/>
                    <a:pt x="106194" y="1518"/>
                    <a:pt x="107113" y="1527"/>
                  </a:cubicBezTo>
                  <a:cubicBezTo>
                    <a:pt x="107902" y="1530"/>
                    <a:pt x="108691" y="1532"/>
                    <a:pt x="109504" y="1535"/>
                  </a:cubicBezTo>
                  <a:cubicBezTo>
                    <a:pt x="110385" y="1722"/>
                    <a:pt x="110385" y="1722"/>
                    <a:pt x="111284" y="1913"/>
                  </a:cubicBezTo>
                  <a:cubicBezTo>
                    <a:pt x="111780" y="3397"/>
                    <a:pt x="111780" y="3397"/>
                    <a:pt x="112028" y="4889"/>
                  </a:cubicBezTo>
                  <a:cubicBezTo>
                    <a:pt x="114285" y="5419"/>
                    <a:pt x="114285" y="5419"/>
                    <a:pt x="116911" y="5447"/>
                  </a:cubicBezTo>
                  <a:cubicBezTo>
                    <a:pt x="118248" y="5511"/>
                    <a:pt x="118248" y="5511"/>
                    <a:pt x="119612" y="5575"/>
                  </a:cubicBezTo>
                  <a:cubicBezTo>
                    <a:pt x="120302" y="5594"/>
                    <a:pt x="120991" y="5614"/>
                    <a:pt x="121702" y="5633"/>
                  </a:cubicBezTo>
                  <a:cubicBezTo>
                    <a:pt x="121702" y="6616"/>
                    <a:pt x="121702" y="7598"/>
                    <a:pt x="121702" y="8610"/>
                  </a:cubicBezTo>
                  <a:cubicBezTo>
                    <a:pt x="123152" y="8518"/>
                    <a:pt x="123152" y="8518"/>
                    <a:pt x="124632" y="8424"/>
                  </a:cubicBezTo>
                  <a:cubicBezTo>
                    <a:pt x="126300" y="8415"/>
                    <a:pt x="126300" y="8415"/>
                    <a:pt x="127655" y="8610"/>
                  </a:cubicBezTo>
                  <a:cubicBezTo>
                    <a:pt x="128074" y="10052"/>
                    <a:pt x="128074" y="10052"/>
                    <a:pt x="128399" y="11586"/>
                  </a:cubicBezTo>
                  <a:cubicBezTo>
                    <a:pt x="129259" y="11709"/>
                    <a:pt x="130118" y="11832"/>
                    <a:pt x="131004" y="11958"/>
                  </a:cubicBezTo>
                  <a:cubicBezTo>
                    <a:pt x="131863" y="12081"/>
                    <a:pt x="132723" y="12204"/>
                    <a:pt x="133608" y="12331"/>
                  </a:cubicBezTo>
                  <a:cubicBezTo>
                    <a:pt x="134073" y="13819"/>
                    <a:pt x="134073" y="13819"/>
                    <a:pt x="134352" y="15307"/>
                  </a:cubicBezTo>
                  <a:cubicBezTo>
                    <a:pt x="135586" y="15585"/>
                    <a:pt x="136827" y="15833"/>
                    <a:pt x="138073" y="16051"/>
                  </a:cubicBezTo>
                  <a:cubicBezTo>
                    <a:pt x="138319" y="16788"/>
                    <a:pt x="138564" y="17525"/>
                    <a:pt x="138817" y="18284"/>
                  </a:cubicBezTo>
                  <a:cubicBezTo>
                    <a:pt x="139324" y="18514"/>
                    <a:pt x="139830" y="18744"/>
                    <a:pt x="140352" y="18981"/>
                  </a:cubicBezTo>
                  <a:cubicBezTo>
                    <a:pt x="140828" y="19242"/>
                    <a:pt x="141303" y="19503"/>
                    <a:pt x="141794" y="19772"/>
                  </a:cubicBezTo>
                  <a:cubicBezTo>
                    <a:pt x="141794" y="20754"/>
                    <a:pt x="141794" y="21736"/>
                    <a:pt x="141794" y="22749"/>
                  </a:cubicBezTo>
                  <a:cubicBezTo>
                    <a:pt x="142773" y="23269"/>
                    <a:pt x="143766" y="23766"/>
                    <a:pt x="144770" y="24237"/>
                  </a:cubicBezTo>
                  <a:cubicBezTo>
                    <a:pt x="144770" y="24973"/>
                    <a:pt x="144770" y="25710"/>
                    <a:pt x="144770" y="26469"/>
                  </a:cubicBezTo>
                  <a:cubicBezTo>
                    <a:pt x="145507" y="26715"/>
                    <a:pt x="146244" y="26960"/>
                    <a:pt x="147003" y="27213"/>
                  </a:cubicBezTo>
                  <a:cubicBezTo>
                    <a:pt x="147251" y="28206"/>
                    <a:pt x="147499" y="29198"/>
                    <a:pt x="147747" y="30190"/>
                  </a:cubicBezTo>
                  <a:cubicBezTo>
                    <a:pt x="148483" y="30435"/>
                    <a:pt x="149220" y="30681"/>
                    <a:pt x="149979" y="30934"/>
                  </a:cubicBezTo>
                  <a:cubicBezTo>
                    <a:pt x="150493" y="32416"/>
                    <a:pt x="150991" y="33904"/>
                    <a:pt x="151468" y="35399"/>
                  </a:cubicBezTo>
                  <a:cubicBezTo>
                    <a:pt x="151959" y="35399"/>
                    <a:pt x="152450" y="35399"/>
                    <a:pt x="152956" y="35399"/>
                  </a:cubicBezTo>
                  <a:cubicBezTo>
                    <a:pt x="153452" y="37135"/>
                    <a:pt x="153948" y="38872"/>
                    <a:pt x="154444" y="40608"/>
                  </a:cubicBezTo>
                  <a:cubicBezTo>
                    <a:pt x="154935" y="40608"/>
                    <a:pt x="155426" y="40608"/>
                    <a:pt x="155932" y="40608"/>
                  </a:cubicBezTo>
                  <a:cubicBezTo>
                    <a:pt x="155974" y="41562"/>
                    <a:pt x="155974" y="41562"/>
                    <a:pt x="156017" y="42535"/>
                  </a:cubicBezTo>
                  <a:cubicBezTo>
                    <a:pt x="156066" y="43357"/>
                    <a:pt x="156114" y="44179"/>
                    <a:pt x="156165" y="45026"/>
                  </a:cubicBezTo>
                  <a:cubicBezTo>
                    <a:pt x="156230" y="46256"/>
                    <a:pt x="156230" y="46256"/>
                    <a:pt x="156296" y="47512"/>
                  </a:cubicBezTo>
                  <a:cubicBezTo>
                    <a:pt x="156421" y="48180"/>
                    <a:pt x="156547" y="48849"/>
                    <a:pt x="156676" y="49538"/>
                  </a:cubicBezTo>
                  <a:cubicBezTo>
                    <a:pt x="157413" y="49783"/>
                    <a:pt x="158150" y="50029"/>
                    <a:pt x="158909" y="50282"/>
                  </a:cubicBezTo>
                  <a:cubicBezTo>
                    <a:pt x="159160" y="52310"/>
                    <a:pt x="159291" y="54201"/>
                    <a:pt x="159327" y="56235"/>
                  </a:cubicBezTo>
                  <a:cubicBezTo>
                    <a:pt x="159374" y="58238"/>
                    <a:pt x="159480" y="60188"/>
                    <a:pt x="159653" y="62188"/>
                  </a:cubicBezTo>
                  <a:cubicBezTo>
                    <a:pt x="160144" y="62434"/>
                    <a:pt x="160635" y="62679"/>
                    <a:pt x="161141" y="62932"/>
                  </a:cubicBezTo>
                  <a:cubicBezTo>
                    <a:pt x="161391" y="65258"/>
                    <a:pt x="161391" y="65258"/>
                    <a:pt x="161420" y="68141"/>
                  </a:cubicBezTo>
                  <a:cubicBezTo>
                    <a:pt x="161441" y="69093"/>
                    <a:pt x="161463" y="70044"/>
                    <a:pt x="161484" y="71025"/>
                  </a:cubicBezTo>
                  <a:cubicBezTo>
                    <a:pt x="161371" y="71792"/>
                    <a:pt x="161258" y="72559"/>
                    <a:pt x="161141" y="73350"/>
                  </a:cubicBezTo>
                  <a:cubicBezTo>
                    <a:pt x="158534" y="74487"/>
                    <a:pt x="155562" y="74191"/>
                    <a:pt x="152770" y="74193"/>
                  </a:cubicBezTo>
                  <a:cubicBezTo>
                    <a:pt x="152252" y="74194"/>
                    <a:pt x="151735" y="74194"/>
                    <a:pt x="151202" y="74195"/>
                  </a:cubicBezTo>
                  <a:cubicBezTo>
                    <a:pt x="150111" y="74196"/>
                    <a:pt x="149021" y="74194"/>
                    <a:pt x="147930" y="74191"/>
                  </a:cubicBezTo>
                  <a:cubicBezTo>
                    <a:pt x="146264" y="74187"/>
                    <a:pt x="144599" y="74191"/>
                    <a:pt x="142933" y="74196"/>
                  </a:cubicBezTo>
                  <a:cubicBezTo>
                    <a:pt x="141871" y="74195"/>
                    <a:pt x="140809" y="74195"/>
                    <a:pt x="139747" y="74193"/>
                  </a:cubicBezTo>
                  <a:cubicBezTo>
                    <a:pt x="138784" y="74192"/>
                    <a:pt x="137821" y="74191"/>
                    <a:pt x="136829" y="74191"/>
                  </a:cubicBezTo>
                  <a:cubicBezTo>
                    <a:pt x="132868" y="74037"/>
                    <a:pt x="132868" y="74037"/>
                    <a:pt x="131376" y="73350"/>
                  </a:cubicBezTo>
                  <a:cubicBezTo>
                    <a:pt x="131084" y="71183"/>
                    <a:pt x="130959" y="69242"/>
                    <a:pt x="130957" y="67071"/>
                  </a:cubicBezTo>
                  <a:cubicBezTo>
                    <a:pt x="130945" y="64910"/>
                    <a:pt x="130838" y="62860"/>
                    <a:pt x="130632" y="60700"/>
                  </a:cubicBezTo>
                  <a:cubicBezTo>
                    <a:pt x="129895" y="60209"/>
                    <a:pt x="129158" y="59717"/>
                    <a:pt x="128399" y="59211"/>
                  </a:cubicBezTo>
                  <a:cubicBezTo>
                    <a:pt x="128071" y="57790"/>
                    <a:pt x="128071" y="57790"/>
                    <a:pt x="127981" y="56188"/>
                  </a:cubicBezTo>
                  <a:cubicBezTo>
                    <a:pt x="127819" y="54738"/>
                    <a:pt x="127819" y="54738"/>
                    <a:pt x="127655" y="53258"/>
                  </a:cubicBezTo>
                  <a:cubicBezTo>
                    <a:pt x="127164" y="53013"/>
                    <a:pt x="126673" y="52767"/>
                    <a:pt x="126167" y="52514"/>
                  </a:cubicBezTo>
                  <a:cubicBezTo>
                    <a:pt x="126059" y="52054"/>
                    <a:pt x="125952" y="51593"/>
                    <a:pt x="125841" y="51119"/>
                  </a:cubicBezTo>
                  <a:cubicBezTo>
                    <a:pt x="125347" y="49253"/>
                    <a:pt x="124559" y="48615"/>
                    <a:pt x="123190" y="47305"/>
                  </a:cubicBezTo>
                  <a:cubicBezTo>
                    <a:pt x="123190" y="46814"/>
                    <a:pt x="123190" y="46323"/>
                    <a:pt x="123190" y="45817"/>
                  </a:cubicBezTo>
                  <a:cubicBezTo>
                    <a:pt x="122453" y="45571"/>
                    <a:pt x="121717" y="45326"/>
                    <a:pt x="120958" y="45073"/>
                  </a:cubicBezTo>
                  <a:cubicBezTo>
                    <a:pt x="120958" y="44336"/>
                    <a:pt x="120958" y="43599"/>
                    <a:pt x="120958" y="42840"/>
                  </a:cubicBezTo>
                  <a:cubicBezTo>
                    <a:pt x="120467" y="42718"/>
                    <a:pt x="119975" y="42595"/>
                    <a:pt x="119469" y="42468"/>
                  </a:cubicBezTo>
                  <a:cubicBezTo>
                    <a:pt x="118978" y="42345"/>
                    <a:pt x="118487" y="42223"/>
                    <a:pt x="117981" y="42096"/>
                  </a:cubicBezTo>
                  <a:cubicBezTo>
                    <a:pt x="117981" y="41359"/>
                    <a:pt x="117981" y="40623"/>
                    <a:pt x="117981" y="39864"/>
                  </a:cubicBezTo>
                  <a:cubicBezTo>
                    <a:pt x="117506" y="39898"/>
                    <a:pt x="117032" y="39933"/>
                    <a:pt x="116542" y="39968"/>
                  </a:cubicBezTo>
                  <a:cubicBezTo>
                    <a:pt x="115620" y="40009"/>
                    <a:pt x="115620" y="40009"/>
                    <a:pt x="114679" y="40050"/>
                  </a:cubicBezTo>
                  <a:cubicBezTo>
                    <a:pt x="114066" y="40084"/>
                    <a:pt x="113453" y="40119"/>
                    <a:pt x="112822" y="40154"/>
                  </a:cubicBezTo>
                  <a:cubicBezTo>
                    <a:pt x="112060" y="40011"/>
                    <a:pt x="112060" y="40011"/>
                    <a:pt x="111284" y="39864"/>
                  </a:cubicBezTo>
                  <a:cubicBezTo>
                    <a:pt x="111206" y="39376"/>
                    <a:pt x="111129" y="38889"/>
                    <a:pt x="111048" y="38387"/>
                  </a:cubicBezTo>
                  <a:cubicBezTo>
                    <a:pt x="110881" y="37892"/>
                    <a:pt x="110713" y="37397"/>
                    <a:pt x="110540" y="36887"/>
                  </a:cubicBezTo>
                  <a:cubicBezTo>
                    <a:pt x="108601" y="36615"/>
                    <a:pt x="106900" y="36504"/>
                    <a:pt x="104959" y="36515"/>
                  </a:cubicBezTo>
                  <a:cubicBezTo>
                    <a:pt x="103018" y="36526"/>
                    <a:pt x="101317" y="36415"/>
                    <a:pt x="99378" y="36143"/>
                  </a:cubicBezTo>
                  <a:cubicBezTo>
                    <a:pt x="99292" y="35653"/>
                    <a:pt x="99206" y="35163"/>
                    <a:pt x="99117" y="34658"/>
                  </a:cubicBezTo>
                  <a:cubicBezTo>
                    <a:pt x="98958" y="34166"/>
                    <a:pt x="98798" y="33673"/>
                    <a:pt x="98634" y="33166"/>
                  </a:cubicBezTo>
                  <a:cubicBezTo>
                    <a:pt x="96703" y="32700"/>
                    <a:pt x="96703" y="32700"/>
                    <a:pt x="94355" y="32771"/>
                  </a:cubicBezTo>
                  <a:cubicBezTo>
                    <a:pt x="93488" y="32767"/>
                    <a:pt x="92620" y="32763"/>
                    <a:pt x="91727" y="32760"/>
                  </a:cubicBezTo>
                  <a:cubicBezTo>
                    <a:pt x="90357" y="32777"/>
                    <a:pt x="90357" y="32777"/>
                    <a:pt x="88960" y="32794"/>
                  </a:cubicBezTo>
                  <a:cubicBezTo>
                    <a:pt x="88046" y="32783"/>
                    <a:pt x="87133" y="32771"/>
                    <a:pt x="86192" y="32760"/>
                  </a:cubicBezTo>
                  <a:cubicBezTo>
                    <a:pt x="85325" y="32763"/>
                    <a:pt x="84458" y="32767"/>
                    <a:pt x="83565" y="32771"/>
                  </a:cubicBezTo>
                  <a:cubicBezTo>
                    <a:pt x="82763" y="32775"/>
                    <a:pt x="81961" y="32778"/>
                    <a:pt x="81135" y="32781"/>
                  </a:cubicBezTo>
                  <a:cubicBezTo>
                    <a:pt x="80219" y="32972"/>
                    <a:pt x="80219" y="32972"/>
                    <a:pt x="79286" y="33166"/>
                  </a:cubicBezTo>
                  <a:cubicBezTo>
                    <a:pt x="78754" y="34638"/>
                    <a:pt x="78754" y="34638"/>
                    <a:pt x="78542" y="36143"/>
                  </a:cubicBezTo>
                  <a:cubicBezTo>
                    <a:pt x="76242" y="36492"/>
                    <a:pt x="76242" y="36492"/>
                    <a:pt x="73379" y="36515"/>
                  </a:cubicBezTo>
                  <a:cubicBezTo>
                    <a:pt x="70589" y="36473"/>
                    <a:pt x="70589" y="36473"/>
                    <a:pt x="68124" y="36887"/>
                  </a:cubicBezTo>
                  <a:cubicBezTo>
                    <a:pt x="67190" y="38342"/>
                    <a:pt x="67190" y="38342"/>
                    <a:pt x="66635" y="39864"/>
                  </a:cubicBezTo>
                  <a:cubicBezTo>
                    <a:pt x="63938" y="40050"/>
                    <a:pt x="63938" y="40050"/>
                    <a:pt x="61426" y="39864"/>
                  </a:cubicBezTo>
                  <a:cubicBezTo>
                    <a:pt x="61426" y="40846"/>
                    <a:pt x="61426" y="41828"/>
                    <a:pt x="61426" y="42840"/>
                  </a:cubicBezTo>
                  <a:cubicBezTo>
                    <a:pt x="60196" y="43132"/>
                    <a:pt x="58953" y="43377"/>
                    <a:pt x="57706" y="43584"/>
                  </a:cubicBezTo>
                  <a:cubicBezTo>
                    <a:pt x="57215" y="44321"/>
                    <a:pt x="56724" y="45058"/>
                    <a:pt x="56217" y="45817"/>
                  </a:cubicBezTo>
                  <a:cubicBezTo>
                    <a:pt x="55726" y="45817"/>
                    <a:pt x="55235" y="45817"/>
                    <a:pt x="54729" y="45817"/>
                  </a:cubicBezTo>
                  <a:cubicBezTo>
                    <a:pt x="54606" y="46431"/>
                    <a:pt x="54484" y="47045"/>
                    <a:pt x="54357" y="47677"/>
                  </a:cubicBezTo>
                  <a:cubicBezTo>
                    <a:pt x="54234" y="48291"/>
                    <a:pt x="54112" y="48905"/>
                    <a:pt x="53985" y="49538"/>
                  </a:cubicBezTo>
                  <a:cubicBezTo>
                    <a:pt x="53494" y="49538"/>
                    <a:pt x="53003" y="49538"/>
                    <a:pt x="52497" y="49538"/>
                  </a:cubicBezTo>
                  <a:cubicBezTo>
                    <a:pt x="52251" y="51502"/>
                    <a:pt x="52006" y="53467"/>
                    <a:pt x="51753" y="55491"/>
                  </a:cubicBezTo>
                  <a:cubicBezTo>
                    <a:pt x="51016" y="55491"/>
                    <a:pt x="50279" y="55491"/>
                    <a:pt x="49520" y="55491"/>
                  </a:cubicBezTo>
                  <a:cubicBezTo>
                    <a:pt x="49602" y="58700"/>
                    <a:pt x="49699" y="61909"/>
                    <a:pt x="49799" y="65118"/>
                  </a:cubicBezTo>
                  <a:cubicBezTo>
                    <a:pt x="49822" y="66035"/>
                    <a:pt x="49845" y="66951"/>
                    <a:pt x="49869" y="67895"/>
                  </a:cubicBezTo>
                  <a:cubicBezTo>
                    <a:pt x="49912" y="69201"/>
                    <a:pt x="49912" y="69201"/>
                    <a:pt x="49956" y="70533"/>
                  </a:cubicBezTo>
                  <a:cubicBezTo>
                    <a:pt x="49980" y="71340"/>
                    <a:pt x="50003" y="72147"/>
                    <a:pt x="50027" y="72978"/>
                  </a:cubicBezTo>
                  <a:cubicBezTo>
                    <a:pt x="50105" y="73592"/>
                    <a:pt x="50184" y="74206"/>
                    <a:pt x="50264" y="74838"/>
                  </a:cubicBezTo>
                  <a:cubicBezTo>
                    <a:pt x="51001" y="75207"/>
                    <a:pt x="51001" y="75207"/>
                    <a:pt x="51753" y="75582"/>
                  </a:cubicBezTo>
                  <a:cubicBezTo>
                    <a:pt x="51860" y="76411"/>
                    <a:pt x="51968" y="77240"/>
                    <a:pt x="52078" y="78094"/>
                  </a:cubicBezTo>
                  <a:cubicBezTo>
                    <a:pt x="52504" y="80836"/>
                    <a:pt x="52707" y="81353"/>
                    <a:pt x="54729" y="83024"/>
                  </a:cubicBezTo>
                  <a:cubicBezTo>
                    <a:pt x="54729" y="83515"/>
                    <a:pt x="54729" y="84006"/>
                    <a:pt x="54729" y="84512"/>
                  </a:cubicBezTo>
                  <a:cubicBezTo>
                    <a:pt x="55466" y="84512"/>
                    <a:pt x="56203" y="84512"/>
                    <a:pt x="56962" y="84512"/>
                  </a:cubicBezTo>
                  <a:cubicBezTo>
                    <a:pt x="56962" y="85494"/>
                    <a:pt x="56962" y="86477"/>
                    <a:pt x="56962" y="87489"/>
                  </a:cubicBezTo>
                  <a:cubicBezTo>
                    <a:pt x="57806" y="87427"/>
                    <a:pt x="58650" y="87366"/>
                    <a:pt x="59520" y="87303"/>
                  </a:cubicBezTo>
                  <a:cubicBezTo>
                    <a:pt x="60394" y="87364"/>
                    <a:pt x="61269" y="87425"/>
                    <a:pt x="62171" y="87489"/>
                  </a:cubicBezTo>
                  <a:cubicBezTo>
                    <a:pt x="62333" y="88218"/>
                    <a:pt x="62333" y="88218"/>
                    <a:pt x="62499" y="88962"/>
                  </a:cubicBezTo>
                  <a:cubicBezTo>
                    <a:pt x="62636" y="89458"/>
                    <a:pt x="62773" y="89954"/>
                    <a:pt x="62915" y="90465"/>
                  </a:cubicBezTo>
                  <a:cubicBezTo>
                    <a:pt x="64464" y="90908"/>
                    <a:pt x="64464" y="90908"/>
                    <a:pt x="66263" y="90884"/>
                  </a:cubicBezTo>
                  <a:cubicBezTo>
                    <a:pt x="68100" y="90933"/>
                    <a:pt x="68100" y="90933"/>
                    <a:pt x="69612" y="91209"/>
                  </a:cubicBezTo>
                  <a:cubicBezTo>
                    <a:pt x="69858" y="91946"/>
                    <a:pt x="70103" y="92683"/>
                    <a:pt x="70356" y="93442"/>
                  </a:cubicBezTo>
                  <a:cubicBezTo>
                    <a:pt x="72483" y="93762"/>
                    <a:pt x="74556" y="93769"/>
                    <a:pt x="76705" y="93811"/>
                  </a:cubicBezTo>
                  <a:cubicBezTo>
                    <a:pt x="77311" y="93935"/>
                    <a:pt x="77917" y="94059"/>
                    <a:pt x="78542" y="94186"/>
                  </a:cubicBezTo>
                  <a:cubicBezTo>
                    <a:pt x="78691" y="94924"/>
                    <a:pt x="78691" y="94924"/>
                    <a:pt x="78844" y="95677"/>
                  </a:cubicBezTo>
                  <a:cubicBezTo>
                    <a:pt x="78990" y="96167"/>
                    <a:pt x="79136" y="96658"/>
                    <a:pt x="79286" y="97163"/>
                  </a:cubicBezTo>
                  <a:cubicBezTo>
                    <a:pt x="81695" y="97580"/>
                    <a:pt x="81695" y="97580"/>
                    <a:pt x="84495" y="97535"/>
                  </a:cubicBezTo>
                  <a:cubicBezTo>
                    <a:pt x="87378" y="97558"/>
                    <a:pt x="87378" y="97558"/>
                    <a:pt x="89704" y="97907"/>
                  </a:cubicBezTo>
                  <a:cubicBezTo>
                    <a:pt x="89827" y="98406"/>
                    <a:pt x="89949" y="98904"/>
                    <a:pt x="90076" y="99418"/>
                  </a:cubicBezTo>
                  <a:cubicBezTo>
                    <a:pt x="90199" y="99902"/>
                    <a:pt x="90321" y="100385"/>
                    <a:pt x="90448" y="100883"/>
                  </a:cubicBezTo>
                  <a:cubicBezTo>
                    <a:pt x="92865" y="101133"/>
                    <a:pt x="92865" y="101133"/>
                    <a:pt x="95657" y="100883"/>
                  </a:cubicBezTo>
                  <a:cubicBezTo>
                    <a:pt x="98540" y="100697"/>
                    <a:pt x="98540" y="100697"/>
                    <a:pt x="100866" y="100883"/>
                  </a:cubicBezTo>
                  <a:cubicBezTo>
                    <a:pt x="101118" y="101875"/>
                    <a:pt x="101366" y="102867"/>
                    <a:pt x="101610" y="103860"/>
                  </a:cubicBezTo>
                  <a:cubicBezTo>
                    <a:pt x="104038" y="104391"/>
                    <a:pt x="104038" y="104391"/>
                    <a:pt x="106866" y="104418"/>
                  </a:cubicBezTo>
                  <a:cubicBezTo>
                    <a:pt x="107826" y="104460"/>
                    <a:pt x="108786" y="104502"/>
                    <a:pt x="109775" y="104546"/>
                  </a:cubicBezTo>
                  <a:cubicBezTo>
                    <a:pt x="110519" y="104565"/>
                    <a:pt x="111262" y="104584"/>
                    <a:pt x="112028" y="104604"/>
                  </a:cubicBezTo>
                  <a:cubicBezTo>
                    <a:pt x="112028" y="105586"/>
                    <a:pt x="112028" y="106569"/>
                    <a:pt x="112028" y="107581"/>
                  </a:cubicBezTo>
                  <a:cubicBezTo>
                    <a:pt x="112718" y="107600"/>
                    <a:pt x="113407" y="107619"/>
                    <a:pt x="114118" y="107639"/>
                  </a:cubicBezTo>
                  <a:cubicBezTo>
                    <a:pt x="115009" y="107681"/>
                    <a:pt x="115900" y="107723"/>
                    <a:pt x="116818" y="107767"/>
                  </a:cubicBezTo>
                  <a:cubicBezTo>
                    <a:pt x="117708" y="107801"/>
                    <a:pt x="118597" y="107836"/>
                    <a:pt x="119513" y="107871"/>
                  </a:cubicBezTo>
                  <a:cubicBezTo>
                    <a:pt x="120235" y="108021"/>
                    <a:pt x="120958" y="108171"/>
                    <a:pt x="121702" y="108325"/>
                  </a:cubicBezTo>
                  <a:cubicBezTo>
                    <a:pt x="122150" y="109848"/>
                    <a:pt x="122150" y="109848"/>
                    <a:pt x="122446" y="111301"/>
                  </a:cubicBezTo>
                  <a:cubicBezTo>
                    <a:pt x="124398" y="111522"/>
                    <a:pt x="126187" y="111295"/>
                    <a:pt x="128140" y="111115"/>
                  </a:cubicBezTo>
                  <a:cubicBezTo>
                    <a:pt x="128717" y="111177"/>
                    <a:pt x="129293" y="111238"/>
                    <a:pt x="129887" y="111301"/>
                  </a:cubicBezTo>
                  <a:cubicBezTo>
                    <a:pt x="130722" y="112755"/>
                    <a:pt x="130722" y="112755"/>
                    <a:pt x="131376" y="114278"/>
                  </a:cubicBezTo>
                  <a:cubicBezTo>
                    <a:pt x="133652" y="114885"/>
                    <a:pt x="133652" y="114885"/>
                    <a:pt x="135841" y="115022"/>
                  </a:cubicBezTo>
                  <a:cubicBezTo>
                    <a:pt x="135841" y="116004"/>
                    <a:pt x="135841" y="116986"/>
                    <a:pt x="135841" y="117999"/>
                  </a:cubicBezTo>
                  <a:cubicBezTo>
                    <a:pt x="136685" y="117937"/>
                    <a:pt x="137529" y="117876"/>
                    <a:pt x="138399" y="117812"/>
                  </a:cubicBezTo>
                  <a:cubicBezTo>
                    <a:pt x="139273" y="117874"/>
                    <a:pt x="140148" y="117935"/>
                    <a:pt x="141050" y="117999"/>
                  </a:cubicBezTo>
                  <a:cubicBezTo>
                    <a:pt x="141561" y="119440"/>
                    <a:pt x="141561" y="119440"/>
                    <a:pt x="141794" y="120975"/>
                  </a:cubicBezTo>
                  <a:cubicBezTo>
                    <a:pt x="142300" y="121098"/>
                    <a:pt x="142807" y="121221"/>
                    <a:pt x="143328" y="121347"/>
                  </a:cubicBezTo>
                  <a:cubicBezTo>
                    <a:pt x="143804" y="121470"/>
                    <a:pt x="144280" y="121593"/>
                    <a:pt x="144770" y="121719"/>
                  </a:cubicBezTo>
                  <a:cubicBezTo>
                    <a:pt x="144770" y="122701"/>
                    <a:pt x="144770" y="123684"/>
                    <a:pt x="144770" y="124696"/>
                  </a:cubicBezTo>
                  <a:cubicBezTo>
                    <a:pt x="145476" y="124757"/>
                    <a:pt x="146182" y="124819"/>
                    <a:pt x="146910" y="124882"/>
                  </a:cubicBezTo>
                  <a:cubicBezTo>
                    <a:pt x="149235" y="125440"/>
                    <a:pt x="149235" y="125440"/>
                    <a:pt x="150119" y="126835"/>
                  </a:cubicBezTo>
                  <a:cubicBezTo>
                    <a:pt x="150318" y="127357"/>
                    <a:pt x="150518" y="127879"/>
                    <a:pt x="150723" y="128416"/>
                  </a:cubicBezTo>
                  <a:cubicBezTo>
                    <a:pt x="151451" y="129177"/>
                    <a:pt x="152197" y="129919"/>
                    <a:pt x="152956" y="130649"/>
                  </a:cubicBezTo>
                  <a:cubicBezTo>
                    <a:pt x="154908" y="132888"/>
                    <a:pt x="156057" y="134454"/>
                    <a:pt x="156676" y="137346"/>
                  </a:cubicBezTo>
                  <a:cubicBezTo>
                    <a:pt x="157168" y="137592"/>
                    <a:pt x="157659" y="137837"/>
                    <a:pt x="158165" y="138090"/>
                  </a:cubicBezTo>
                  <a:cubicBezTo>
                    <a:pt x="158468" y="139818"/>
                    <a:pt x="158719" y="141556"/>
                    <a:pt x="158909" y="143299"/>
                  </a:cubicBezTo>
                  <a:cubicBezTo>
                    <a:pt x="159646" y="143299"/>
                    <a:pt x="160382" y="143299"/>
                    <a:pt x="161141" y="143299"/>
                  </a:cubicBezTo>
                  <a:cubicBezTo>
                    <a:pt x="161262" y="144825"/>
                    <a:pt x="161384" y="146351"/>
                    <a:pt x="161505" y="147877"/>
                  </a:cubicBezTo>
                  <a:cubicBezTo>
                    <a:pt x="161630" y="148331"/>
                    <a:pt x="161756" y="148785"/>
                    <a:pt x="161885" y="149252"/>
                  </a:cubicBezTo>
                  <a:cubicBezTo>
                    <a:pt x="162622" y="149498"/>
                    <a:pt x="163359" y="149744"/>
                    <a:pt x="164118" y="149997"/>
                  </a:cubicBezTo>
                  <a:cubicBezTo>
                    <a:pt x="164469" y="152701"/>
                    <a:pt x="164494" y="155364"/>
                    <a:pt x="164560" y="158089"/>
                  </a:cubicBezTo>
                  <a:cubicBezTo>
                    <a:pt x="164709" y="159240"/>
                    <a:pt x="164709" y="159240"/>
                    <a:pt x="164862" y="160415"/>
                  </a:cubicBezTo>
                  <a:cubicBezTo>
                    <a:pt x="165599" y="160660"/>
                    <a:pt x="166335" y="160906"/>
                    <a:pt x="167094" y="161159"/>
                  </a:cubicBezTo>
                  <a:cubicBezTo>
                    <a:pt x="167298" y="163034"/>
                    <a:pt x="167353" y="164728"/>
                    <a:pt x="167312" y="166603"/>
                  </a:cubicBezTo>
                  <a:cubicBezTo>
                    <a:pt x="167309" y="167147"/>
                    <a:pt x="167306" y="167691"/>
                    <a:pt x="167303" y="168252"/>
                  </a:cubicBezTo>
                  <a:cubicBezTo>
                    <a:pt x="167290" y="169996"/>
                    <a:pt x="167262" y="171739"/>
                    <a:pt x="167234" y="173483"/>
                  </a:cubicBezTo>
                  <a:cubicBezTo>
                    <a:pt x="167223" y="174663"/>
                    <a:pt x="167213" y="175843"/>
                    <a:pt x="167203" y="177023"/>
                  </a:cubicBezTo>
                  <a:cubicBezTo>
                    <a:pt x="167179" y="179920"/>
                    <a:pt x="167140" y="182818"/>
                    <a:pt x="167094" y="185715"/>
                  </a:cubicBezTo>
                  <a:cubicBezTo>
                    <a:pt x="166358" y="185470"/>
                    <a:pt x="165621" y="185224"/>
                    <a:pt x="164862" y="184971"/>
                  </a:cubicBezTo>
                  <a:cubicBezTo>
                    <a:pt x="164616" y="189146"/>
                    <a:pt x="164371" y="193320"/>
                    <a:pt x="164118" y="197622"/>
                  </a:cubicBezTo>
                  <a:cubicBezTo>
                    <a:pt x="163627" y="197622"/>
                    <a:pt x="163136" y="197622"/>
                    <a:pt x="162630" y="197622"/>
                  </a:cubicBezTo>
                  <a:cubicBezTo>
                    <a:pt x="162167" y="198945"/>
                    <a:pt x="162167" y="198945"/>
                    <a:pt x="161885" y="200552"/>
                  </a:cubicBezTo>
                  <a:cubicBezTo>
                    <a:pt x="161560" y="202200"/>
                    <a:pt x="161560" y="202200"/>
                    <a:pt x="161141" y="203575"/>
                  </a:cubicBezTo>
                  <a:cubicBezTo>
                    <a:pt x="160650" y="203820"/>
                    <a:pt x="160159" y="204066"/>
                    <a:pt x="159653" y="204319"/>
                  </a:cubicBezTo>
                  <a:cubicBezTo>
                    <a:pt x="159199" y="205701"/>
                    <a:pt x="159199" y="205701"/>
                    <a:pt x="158909" y="207295"/>
                  </a:cubicBezTo>
                  <a:cubicBezTo>
                    <a:pt x="158583" y="208923"/>
                    <a:pt x="158583" y="208923"/>
                    <a:pt x="158165" y="210272"/>
                  </a:cubicBezTo>
                  <a:cubicBezTo>
                    <a:pt x="157674" y="210517"/>
                    <a:pt x="157183" y="210763"/>
                    <a:pt x="156676" y="211016"/>
                  </a:cubicBezTo>
                  <a:cubicBezTo>
                    <a:pt x="156569" y="211599"/>
                    <a:pt x="156462" y="212183"/>
                    <a:pt x="156351" y="212783"/>
                  </a:cubicBezTo>
                  <a:cubicBezTo>
                    <a:pt x="155860" y="215074"/>
                    <a:pt x="155352" y="215383"/>
                    <a:pt x="153700" y="216969"/>
                  </a:cubicBezTo>
                  <a:cubicBezTo>
                    <a:pt x="152556" y="218323"/>
                    <a:pt x="151425" y="219689"/>
                    <a:pt x="150305" y="221062"/>
                  </a:cubicBezTo>
                  <a:cubicBezTo>
                    <a:pt x="149721" y="221776"/>
                    <a:pt x="149136" y="222489"/>
                    <a:pt x="148535" y="223225"/>
                  </a:cubicBezTo>
                  <a:cubicBezTo>
                    <a:pt x="146952" y="225163"/>
                    <a:pt x="146952" y="225163"/>
                    <a:pt x="145514" y="227387"/>
                  </a:cubicBezTo>
                  <a:cubicBezTo>
                    <a:pt x="145008" y="227510"/>
                    <a:pt x="144501" y="227633"/>
                    <a:pt x="143980" y="227759"/>
                  </a:cubicBezTo>
                  <a:cubicBezTo>
                    <a:pt x="143504" y="227882"/>
                    <a:pt x="143028" y="228005"/>
                    <a:pt x="142538" y="228131"/>
                  </a:cubicBezTo>
                  <a:cubicBezTo>
                    <a:pt x="142292" y="228868"/>
                    <a:pt x="142047" y="229605"/>
                    <a:pt x="141794" y="230364"/>
                  </a:cubicBezTo>
                  <a:cubicBezTo>
                    <a:pt x="140801" y="230860"/>
                    <a:pt x="139809" y="231356"/>
                    <a:pt x="138817" y="231852"/>
                  </a:cubicBezTo>
                  <a:cubicBezTo>
                    <a:pt x="138572" y="232589"/>
                    <a:pt x="138326" y="233325"/>
                    <a:pt x="138073" y="234084"/>
                  </a:cubicBezTo>
                  <a:cubicBezTo>
                    <a:pt x="137336" y="234192"/>
                    <a:pt x="136600" y="234299"/>
                    <a:pt x="135841" y="234410"/>
                  </a:cubicBezTo>
                  <a:cubicBezTo>
                    <a:pt x="135104" y="234548"/>
                    <a:pt x="134367" y="234686"/>
                    <a:pt x="133608" y="234829"/>
                  </a:cubicBezTo>
                  <a:cubicBezTo>
                    <a:pt x="133508" y="235320"/>
                    <a:pt x="133409" y="235811"/>
                    <a:pt x="133306" y="236317"/>
                  </a:cubicBezTo>
                  <a:cubicBezTo>
                    <a:pt x="133160" y="236808"/>
                    <a:pt x="133014" y="237299"/>
                    <a:pt x="132864" y="237805"/>
                  </a:cubicBezTo>
                  <a:cubicBezTo>
                    <a:pt x="131352" y="238180"/>
                    <a:pt x="131352" y="238180"/>
                    <a:pt x="129515" y="238224"/>
                  </a:cubicBezTo>
                  <a:cubicBezTo>
                    <a:pt x="127724" y="238225"/>
                    <a:pt x="127724" y="238225"/>
                    <a:pt x="126167" y="238549"/>
                  </a:cubicBezTo>
                  <a:cubicBezTo>
                    <a:pt x="125921" y="239286"/>
                    <a:pt x="125676" y="240023"/>
                    <a:pt x="125423" y="240782"/>
                  </a:cubicBezTo>
                  <a:cubicBezTo>
                    <a:pt x="123513" y="241102"/>
                    <a:pt x="121662" y="241109"/>
                    <a:pt x="119728" y="241151"/>
                  </a:cubicBezTo>
                  <a:cubicBezTo>
                    <a:pt x="119152" y="241275"/>
                    <a:pt x="118575" y="241398"/>
                    <a:pt x="117981" y="241526"/>
                  </a:cubicBezTo>
                  <a:cubicBezTo>
                    <a:pt x="117792" y="242018"/>
                    <a:pt x="117602" y="242510"/>
                    <a:pt x="117407" y="243016"/>
                  </a:cubicBezTo>
                  <a:cubicBezTo>
                    <a:pt x="117106" y="243507"/>
                    <a:pt x="116804" y="243997"/>
                    <a:pt x="116493" y="244502"/>
                  </a:cubicBezTo>
                  <a:cubicBezTo>
                    <a:pt x="114534" y="244860"/>
                    <a:pt x="114534" y="244860"/>
                    <a:pt x="112020" y="244840"/>
                  </a:cubicBezTo>
                  <a:cubicBezTo>
                    <a:pt x="111082" y="244840"/>
                    <a:pt x="110143" y="244840"/>
                    <a:pt x="109177" y="244840"/>
                  </a:cubicBezTo>
                  <a:cubicBezTo>
                    <a:pt x="108148" y="244824"/>
                    <a:pt x="107120" y="244809"/>
                    <a:pt x="106092" y="244793"/>
                  </a:cubicBezTo>
                  <a:cubicBezTo>
                    <a:pt x="105043" y="244788"/>
                    <a:pt x="103994" y="244783"/>
                    <a:pt x="102946" y="244780"/>
                  </a:cubicBezTo>
                  <a:cubicBezTo>
                    <a:pt x="100183" y="244769"/>
                    <a:pt x="97421" y="244740"/>
                    <a:pt x="94659" y="244707"/>
                  </a:cubicBezTo>
                  <a:cubicBezTo>
                    <a:pt x="91840" y="244676"/>
                    <a:pt x="89022" y="244663"/>
                    <a:pt x="86204" y="244648"/>
                  </a:cubicBezTo>
                  <a:cubicBezTo>
                    <a:pt x="80673" y="244616"/>
                    <a:pt x="75143" y="244565"/>
                    <a:pt x="69612" y="244502"/>
                  </a:cubicBezTo>
                  <a:cubicBezTo>
                    <a:pt x="69612" y="243520"/>
                    <a:pt x="69612" y="242538"/>
                    <a:pt x="69612" y="241526"/>
                  </a:cubicBezTo>
                  <a:cubicBezTo>
                    <a:pt x="68300" y="241549"/>
                    <a:pt x="68300" y="241549"/>
                    <a:pt x="66961" y="241572"/>
                  </a:cubicBezTo>
                  <a:cubicBezTo>
                    <a:pt x="64050" y="241578"/>
                    <a:pt x="61319" y="241260"/>
                    <a:pt x="58450" y="240782"/>
                  </a:cubicBezTo>
                  <a:cubicBezTo>
                    <a:pt x="58450" y="239799"/>
                    <a:pt x="58450" y="238817"/>
                    <a:pt x="58450" y="237805"/>
                  </a:cubicBezTo>
                  <a:cubicBezTo>
                    <a:pt x="56485" y="237805"/>
                    <a:pt x="54521" y="237805"/>
                    <a:pt x="52497" y="237805"/>
                  </a:cubicBezTo>
                  <a:cubicBezTo>
                    <a:pt x="52497" y="236823"/>
                    <a:pt x="52497" y="235841"/>
                    <a:pt x="52497" y="234829"/>
                  </a:cubicBezTo>
                  <a:cubicBezTo>
                    <a:pt x="51653" y="234752"/>
                    <a:pt x="50809" y="234675"/>
                    <a:pt x="49939" y="234596"/>
                  </a:cubicBezTo>
                  <a:cubicBezTo>
                    <a:pt x="49064" y="234427"/>
                    <a:pt x="48189" y="234258"/>
                    <a:pt x="47288" y="234084"/>
                  </a:cubicBezTo>
                  <a:cubicBezTo>
                    <a:pt x="46919" y="232979"/>
                    <a:pt x="46919" y="232979"/>
                    <a:pt x="46544" y="231852"/>
                  </a:cubicBezTo>
                  <a:cubicBezTo>
                    <a:pt x="45807" y="231606"/>
                    <a:pt x="45070" y="231361"/>
                    <a:pt x="44311" y="231108"/>
                  </a:cubicBezTo>
                  <a:cubicBezTo>
                    <a:pt x="43575" y="230862"/>
                    <a:pt x="42838" y="230617"/>
                    <a:pt x="42079" y="230364"/>
                  </a:cubicBezTo>
                  <a:cubicBezTo>
                    <a:pt x="41710" y="229259"/>
                    <a:pt x="41710" y="229259"/>
                    <a:pt x="41335" y="228131"/>
                  </a:cubicBezTo>
                  <a:cubicBezTo>
                    <a:pt x="40844" y="228024"/>
                    <a:pt x="40352" y="227916"/>
                    <a:pt x="39846" y="227806"/>
                  </a:cubicBezTo>
                  <a:cubicBezTo>
                    <a:pt x="39355" y="227668"/>
                    <a:pt x="38864" y="227529"/>
                    <a:pt x="38358" y="227387"/>
                  </a:cubicBezTo>
                  <a:cubicBezTo>
                    <a:pt x="38081" y="226403"/>
                    <a:pt x="37833" y="225410"/>
                    <a:pt x="37614" y="224411"/>
                  </a:cubicBezTo>
                  <a:cubicBezTo>
                    <a:pt x="36877" y="224165"/>
                    <a:pt x="36141" y="223919"/>
                    <a:pt x="35382" y="223666"/>
                  </a:cubicBezTo>
                  <a:cubicBezTo>
                    <a:pt x="35136" y="222930"/>
                    <a:pt x="34890" y="222193"/>
                    <a:pt x="34637" y="221434"/>
                  </a:cubicBezTo>
                  <a:cubicBezTo>
                    <a:pt x="33901" y="220943"/>
                    <a:pt x="33164" y="220452"/>
                    <a:pt x="32405" y="219946"/>
                  </a:cubicBezTo>
                  <a:cubicBezTo>
                    <a:pt x="32405" y="219209"/>
                    <a:pt x="32405" y="218472"/>
                    <a:pt x="32405" y="217713"/>
                  </a:cubicBezTo>
                  <a:cubicBezTo>
                    <a:pt x="31668" y="217713"/>
                    <a:pt x="30932" y="217713"/>
                    <a:pt x="30173" y="217713"/>
                  </a:cubicBezTo>
                  <a:cubicBezTo>
                    <a:pt x="29888" y="216481"/>
                    <a:pt x="29641" y="215239"/>
                    <a:pt x="29428" y="213993"/>
                  </a:cubicBezTo>
                  <a:cubicBezTo>
                    <a:pt x="28937" y="213747"/>
                    <a:pt x="28446" y="213501"/>
                    <a:pt x="27940" y="213248"/>
                  </a:cubicBezTo>
                  <a:cubicBezTo>
                    <a:pt x="27833" y="212619"/>
                    <a:pt x="27725" y="211990"/>
                    <a:pt x="27615" y="211342"/>
                  </a:cubicBezTo>
                  <a:cubicBezTo>
                    <a:pt x="27476" y="210743"/>
                    <a:pt x="27338" y="210144"/>
                    <a:pt x="27196" y="209528"/>
                  </a:cubicBezTo>
                  <a:cubicBezTo>
                    <a:pt x="26459" y="209528"/>
                    <a:pt x="25723" y="209528"/>
                    <a:pt x="24964" y="209528"/>
                  </a:cubicBezTo>
                  <a:cubicBezTo>
                    <a:pt x="24439" y="207800"/>
                    <a:pt x="23943" y="206063"/>
                    <a:pt x="23475" y="204319"/>
                  </a:cubicBezTo>
                  <a:cubicBezTo>
                    <a:pt x="22984" y="204319"/>
                    <a:pt x="22493" y="204319"/>
                    <a:pt x="21987" y="204319"/>
                  </a:cubicBezTo>
                  <a:cubicBezTo>
                    <a:pt x="21910" y="203475"/>
                    <a:pt x="21834" y="202631"/>
                    <a:pt x="21754" y="201761"/>
                  </a:cubicBezTo>
                  <a:cubicBezTo>
                    <a:pt x="21586" y="200886"/>
                    <a:pt x="21417" y="200011"/>
                    <a:pt x="21243" y="199110"/>
                  </a:cubicBezTo>
                  <a:cubicBezTo>
                    <a:pt x="20506" y="198864"/>
                    <a:pt x="19769" y="198619"/>
                    <a:pt x="19010" y="198366"/>
                  </a:cubicBezTo>
                  <a:cubicBezTo>
                    <a:pt x="18682" y="196691"/>
                    <a:pt x="18682" y="196691"/>
                    <a:pt x="18592" y="194645"/>
                  </a:cubicBezTo>
                  <a:cubicBezTo>
                    <a:pt x="18529" y="192656"/>
                    <a:pt x="18529" y="192656"/>
                    <a:pt x="18266" y="190924"/>
                  </a:cubicBezTo>
                  <a:cubicBezTo>
                    <a:pt x="17775" y="190679"/>
                    <a:pt x="17284" y="190433"/>
                    <a:pt x="16778" y="190180"/>
                  </a:cubicBezTo>
                  <a:cubicBezTo>
                    <a:pt x="16522" y="188233"/>
                    <a:pt x="16522" y="188233"/>
                    <a:pt x="16406" y="185808"/>
                  </a:cubicBezTo>
                  <a:cubicBezTo>
                    <a:pt x="16252" y="182184"/>
                    <a:pt x="16252" y="182184"/>
                    <a:pt x="14546" y="179018"/>
                  </a:cubicBezTo>
                  <a:cubicBezTo>
                    <a:pt x="14300" y="179018"/>
                    <a:pt x="14054" y="179018"/>
                    <a:pt x="13801" y="179018"/>
                  </a:cubicBezTo>
                  <a:cubicBezTo>
                    <a:pt x="13780" y="175809"/>
                    <a:pt x="13767" y="172600"/>
                    <a:pt x="13755" y="169391"/>
                  </a:cubicBezTo>
                  <a:cubicBezTo>
                    <a:pt x="13749" y="168474"/>
                    <a:pt x="13743" y="167558"/>
                    <a:pt x="13736" y="166613"/>
                  </a:cubicBezTo>
                  <a:cubicBezTo>
                    <a:pt x="13734" y="165743"/>
                    <a:pt x="13731" y="164872"/>
                    <a:pt x="13729" y="163975"/>
                  </a:cubicBezTo>
                  <a:cubicBezTo>
                    <a:pt x="13725" y="163169"/>
                    <a:pt x="13721" y="162362"/>
                    <a:pt x="13717" y="161531"/>
                  </a:cubicBezTo>
                  <a:cubicBezTo>
                    <a:pt x="13801" y="159670"/>
                    <a:pt x="13801" y="159670"/>
                    <a:pt x="14546" y="158926"/>
                  </a:cubicBezTo>
                  <a:cubicBezTo>
                    <a:pt x="16467" y="158851"/>
                    <a:pt x="18368" y="158822"/>
                    <a:pt x="20289" y="158827"/>
                  </a:cubicBezTo>
                  <a:cubicBezTo>
                    <a:pt x="20865" y="158827"/>
                    <a:pt x="21440" y="158826"/>
                    <a:pt x="22033" y="158825"/>
                  </a:cubicBezTo>
                  <a:cubicBezTo>
                    <a:pt x="23251" y="158825"/>
                    <a:pt x="24470" y="158826"/>
                    <a:pt x="25688" y="158829"/>
                  </a:cubicBezTo>
                  <a:cubicBezTo>
                    <a:pt x="27560" y="158833"/>
                    <a:pt x="29432" y="158829"/>
                    <a:pt x="31303" y="158824"/>
                  </a:cubicBezTo>
                  <a:cubicBezTo>
                    <a:pt x="32484" y="158825"/>
                    <a:pt x="33666" y="158826"/>
                    <a:pt x="34847" y="158827"/>
                  </a:cubicBezTo>
                  <a:cubicBezTo>
                    <a:pt x="35692" y="158825"/>
                    <a:pt x="35692" y="158825"/>
                    <a:pt x="36554" y="158823"/>
                  </a:cubicBezTo>
                  <a:cubicBezTo>
                    <a:pt x="40505" y="158841"/>
                    <a:pt x="40505" y="158841"/>
                    <a:pt x="41335" y="159670"/>
                  </a:cubicBezTo>
                  <a:cubicBezTo>
                    <a:pt x="41388" y="161049"/>
                    <a:pt x="41397" y="162430"/>
                    <a:pt x="41381" y="163810"/>
                  </a:cubicBezTo>
                  <a:cubicBezTo>
                    <a:pt x="41374" y="164563"/>
                    <a:pt x="41368" y="165316"/>
                    <a:pt x="41361" y="166091"/>
                  </a:cubicBezTo>
                  <a:cubicBezTo>
                    <a:pt x="41352" y="166674"/>
                    <a:pt x="41344" y="167256"/>
                    <a:pt x="41335" y="167856"/>
                  </a:cubicBezTo>
                  <a:cubicBezTo>
                    <a:pt x="42071" y="167856"/>
                    <a:pt x="42808" y="167856"/>
                    <a:pt x="43567" y="167856"/>
                  </a:cubicBezTo>
                  <a:cubicBezTo>
                    <a:pt x="43609" y="168945"/>
                    <a:pt x="43609" y="168945"/>
                    <a:pt x="43651" y="170056"/>
                  </a:cubicBezTo>
                  <a:cubicBezTo>
                    <a:pt x="43700" y="171003"/>
                    <a:pt x="43749" y="171950"/>
                    <a:pt x="43800" y="172925"/>
                  </a:cubicBezTo>
                  <a:cubicBezTo>
                    <a:pt x="43843" y="173866"/>
                    <a:pt x="43886" y="174807"/>
                    <a:pt x="43930" y="175777"/>
                  </a:cubicBezTo>
                  <a:cubicBezTo>
                    <a:pt x="44336" y="178437"/>
                    <a:pt x="44632" y="178830"/>
                    <a:pt x="46544" y="180506"/>
                  </a:cubicBezTo>
                  <a:cubicBezTo>
                    <a:pt x="46872" y="182000"/>
                    <a:pt x="46872" y="182000"/>
                    <a:pt x="46962" y="183576"/>
                  </a:cubicBezTo>
                  <a:cubicBezTo>
                    <a:pt x="47070" y="184527"/>
                    <a:pt x="47177" y="185479"/>
                    <a:pt x="47288" y="186459"/>
                  </a:cubicBezTo>
                  <a:cubicBezTo>
                    <a:pt x="47779" y="186705"/>
                    <a:pt x="48270" y="186951"/>
                    <a:pt x="48776" y="187204"/>
                  </a:cubicBezTo>
                  <a:cubicBezTo>
                    <a:pt x="49106" y="187866"/>
                    <a:pt x="49436" y="188529"/>
                    <a:pt x="49776" y="189212"/>
                  </a:cubicBezTo>
                  <a:cubicBezTo>
                    <a:pt x="51063" y="191776"/>
                    <a:pt x="52540" y="193780"/>
                    <a:pt x="54357" y="195994"/>
                  </a:cubicBezTo>
                  <a:cubicBezTo>
                    <a:pt x="54933" y="196705"/>
                    <a:pt x="55508" y="197415"/>
                    <a:pt x="56101" y="198148"/>
                  </a:cubicBezTo>
                  <a:cubicBezTo>
                    <a:pt x="57604" y="200016"/>
                    <a:pt x="57604" y="200016"/>
                    <a:pt x="59938" y="200598"/>
                  </a:cubicBezTo>
                  <a:cubicBezTo>
                    <a:pt x="60307" y="201703"/>
                    <a:pt x="60307" y="201703"/>
                    <a:pt x="60682" y="202831"/>
                  </a:cubicBezTo>
                  <a:cubicBezTo>
                    <a:pt x="61281" y="202938"/>
                    <a:pt x="61879" y="203045"/>
                    <a:pt x="62496" y="203156"/>
                  </a:cubicBezTo>
                  <a:cubicBezTo>
                    <a:pt x="63125" y="203294"/>
                    <a:pt x="63755" y="203432"/>
                    <a:pt x="64403" y="203575"/>
                  </a:cubicBezTo>
                  <a:cubicBezTo>
                    <a:pt x="64618" y="204066"/>
                    <a:pt x="64833" y="204557"/>
                    <a:pt x="65054" y="205063"/>
                  </a:cubicBezTo>
                  <a:cubicBezTo>
                    <a:pt x="65330" y="205554"/>
                    <a:pt x="65607" y="206045"/>
                    <a:pt x="65891" y="206551"/>
                  </a:cubicBezTo>
                  <a:cubicBezTo>
                    <a:pt x="67498" y="206989"/>
                    <a:pt x="67498" y="206989"/>
                    <a:pt x="69286" y="206970"/>
                  </a:cubicBezTo>
                  <a:cubicBezTo>
                    <a:pt x="71103" y="207019"/>
                    <a:pt x="71103" y="207019"/>
                    <a:pt x="72589" y="207295"/>
                  </a:cubicBezTo>
                  <a:cubicBezTo>
                    <a:pt x="72957" y="208400"/>
                    <a:pt x="72957" y="208400"/>
                    <a:pt x="73333" y="209528"/>
                  </a:cubicBezTo>
                  <a:cubicBezTo>
                    <a:pt x="75260" y="209820"/>
                    <a:pt x="77024" y="209978"/>
                    <a:pt x="78960" y="210039"/>
                  </a:cubicBezTo>
                  <a:cubicBezTo>
                    <a:pt x="79489" y="210065"/>
                    <a:pt x="80018" y="210090"/>
                    <a:pt x="80563" y="210116"/>
                  </a:cubicBezTo>
                  <a:cubicBezTo>
                    <a:pt x="81873" y="210178"/>
                    <a:pt x="83184" y="210226"/>
                    <a:pt x="84495" y="210272"/>
                  </a:cubicBezTo>
                  <a:cubicBezTo>
                    <a:pt x="84495" y="211500"/>
                    <a:pt x="84495" y="212728"/>
                    <a:pt x="84495" y="213993"/>
                  </a:cubicBezTo>
                  <a:cubicBezTo>
                    <a:pt x="87441" y="213954"/>
                    <a:pt x="90386" y="213883"/>
                    <a:pt x="93332" y="213807"/>
                  </a:cubicBezTo>
                  <a:cubicBezTo>
                    <a:pt x="94171" y="213796"/>
                    <a:pt x="95010" y="213786"/>
                    <a:pt x="95875" y="213775"/>
                  </a:cubicBezTo>
                  <a:cubicBezTo>
                    <a:pt x="96676" y="213751"/>
                    <a:pt x="97477" y="213727"/>
                    <a:pt x="98302" y="213702"/>
                  </a:cubicBezTo>
                  <a:cubicBezTo>
                    <a:pt x="99043" y="213686"/>
                    <a:pt x="99783" y="213671"/>
                    <a:pt x="100546" y="213655"/>
                  </a:cubicBezTo>
                  <a:cubicBezTo>
                    <a:pt x="101143" y="213521"/>
                    <a:pt x="101739" y="213387"/>
                    <a:pt x="102354" y="213248"/>
                  </a:cubicBezTo>
                  <a:cubicBezTo>
                    <a:pt x="103193" y="211774"/>
                    <a:pt x="103193" y="211774"/>
                    <a:pt x="103842" y="210272"/>
                  </a:cubicBezTo>
                  <a:cubicBezTo>
                    <a:pt x="105961" y="210048"/>
                    <a:pt x="107783" y="209991"/>
                    <a:pt x="109889" y="210086"/>
                  </a:cubicBezTo>
                  <a:cubicBezTo>
                    <a:pt x="110450" y="210099"/>
                    <a:pt x="111011" y="210113"/>
                    <a:pt x="111589" y="210127"/>
                  </a:cubicBezTo>
                  <a:cubicBezTo>
                    <a:pt x="112976" y="210162"/>
                    <a:pt x="114363" y="210215"/>
                    <a:pt x="115749" y="210272"/>
                  </a:cubicBezTo>
                  <a:cubicBezTo>
                    <a:pt x="115749" y="209290"/>
                    <a:pt x="115749" y="208307"/>
                    <a:pt x="115749" y="207295"/>
                  </a:cubicBezTo>
                  <a:cubicBezTo>
                    <a:pt x="116593" y="207234"/>
                    <a:pt x="117437" y="207173"/>
                    <a:pt x="118307" y="207109"/>
                  </a:cubicBezTo>
                  <a:cubicBezTo>
                    <a:pt x="119182" y="206925"/>
                    <a:pt x="120056" y="206741"/>
                    <a:pt x="120958" y="206551"/>
                  </a:cubicBezTo>
                  <a:cubicBezTo>
                    <a:pt x="121227" y="205565"/>
                    <a:pt x="121477" y="204572"/>
                    <a:pt x="121702" y="203575"/>
                  </a:cubicBezTo>
                  <a:cubicBezTo>
                    <a:pt x="123190" y="203575"/>
                    <a:pt x="124678" y="203575"/>
                    <a:pt x="126167" y="203575"/>
                  </a:cubicBezTo>
                  <a:cubicBezTo>
                    <a:pt x="126637" y="202259"/>
                    <a:pt x="126637" y="202259"/>
                    <a:pt x="126911" y="200598"/>
                  </a:cubicBezTo>
                  <a:cubicBezTo>
                    <a:pt x="128118" y="199326"/>
                    <a:pt x="129362" y="198088"/>
                    <a:pt x="130632" y="196877"/>
                  </a:cubicBezTo>
                  <a:cubicBezTo>
                    <a:pt x="133376" y="193980"/>
                    <a:pt x="134040" y="191924"/>
                    <a:pt x="134352" y="187948"/>
                  </a:cubicBezTo>
                  <a:cubicBezTo>
                    <a:pt x="135089" y="187948"/>
                    <a:pt x="135826" y="187948"/>
                    <a:pt x="136585" y="187948"/>
                  </a:cubicBezTo>
                  <a:cubicBezTo>
                    <a:pt x="136515" y="184464"/>
                    <a:pt x="136436" y="180980"/>
                    <a:pt x="136349" y="177497"/>
                  </a:cubicBezTo>
                  <a:cubicBezTo>
                    <a:pt x="136320" y="176311"/>
                    <a:pt x="136294" y="175125"/>
                    <a:pt x="136271" y="173939"/>
                  </a:cubicBezTo>
                  <a:cubicBezTo>
                    <a:pt x="136237" y="172238"/>
                    <a:pt x="136194" y="170537"/>
                    <a:pt x="136149" y="168836"/>
                  </a:cubicBezTo>
                  <a:cubicBezTo>
                    <a:pt x="136136" y="168036"/>
                    <a:pt x="136136" y="168036"/>
                    <a:pt x="136123" y="167219"/>
                  </a:cubicBezTo>
                  <a:cubicBezTo>
                    <a:pt x="136084" y="165940"/>
                    <a:pt x="135970" y="164664"/>
                    <a:pt x="135841" y="163391"/>
                  </a:cubicBezTo>
                  <a:cubicBezTo>
                    <a:pt x="135349" y="163146"/>
                    <a:pt x="134858" y="162900"/>
                    <a:pt x="134352" y="162647"/>
                  </a:cubicBezTo>
                  <a:cubicBezTo>
                    <a:pt x="134191" y="161772"/>
                    <a:pt x="134191" y="161772"/>
                    <a:pt x="134027" y="160880"/>
                  </a:cubicBezTo>
                  <a:cubicBezTo>
                    <a:pt x="133560" y="158703"/>
                    <a:pt x="132971" y="158150"/>
                    <a:pt x="131376" y="156694"/>
                  </a:cubicBezTo>
                  <a:cubicBezTo>
                    <a:pt x="131376" y="156203"/>
                    <a:pt x="131376" y="155712"/>
                    <a:pt x="131376" y="155206"/>
                  </a:cubicBezTo>
                  <a:cubicBezTo>
                    <a:pt x="130639" y="154960"/>
                    <a:pt x="129902" y="154714"/>
                    <a:pt x="129143" y="154461"/>
                  </a:cubicBezTo>
                  <a:cubicBezTo>
                    <a:pt x="129143" y="153725"/>
                    <a:pt x="129143" y="152988"/>
                    <a:pt x="129143" y="152229"/>
                  </a:cubicBezTo>
                  <a:cubicBezTo>
                    <a:pt x="128437" y="152290"/>
                    <a:pt x="127731" y="152352"/>
                    <a:pt x="127004" y="152415"/>
                  </a:cubicBezTo>
                  <a:cubicBezTo>
                    <a:pt x="126236" y="152354"/>
                    <a:pt x="125469" y="152292"/>
                    <a:pt x="124678" y="152229"/>
                  </a:cubicBezTo>
                  <a:cubicBezTo>
                    <a:pt x="124170" y="151243"/>
                    <a:pt x="123674" y="150251"/>
                    <a:pt x="123190" y="149252"/>
                  </a:cubicBezTo>
                  <a:cubicBezTo>
                    <a:pt x="120914" y="148645"/>
                    <a:pt x="120914" y="148645"/>
                    <a:pt x="118725" y="148508"/>
                  </a:cubicBezTo>
                  <a:cubicBezTo>
                    <a:pt x="118725" y="147526"/>
                    <a:pt x="118725" y="146544"/>
                    <a:pt x="118725" y="145532"/>
                  </a:cubicBezTo>
                  <a:cubicBezTo>
                    <a:pt x="118205" y="145566"/>
                    <a:pt x="117685" y="145601"/>
                    <a:pt x="117150" y="145636"/>
                  </a:cubicBezTo>
                  <a:cubicBezTo>
                    <a:pt x="116473" y="145663"/>
                    <a:pt x="115795" y="145690"/>
                    <a:pt x="115098" y="145718"/>
                  </a:cubicBezTo>
                  <a:cubicBezTo>
                    <a:pt x="114424" y="145752"/>
                    <a:pt x="113751" y="145787"/>
                    <a:pt x="113057" y="145822"/>
                  </a:cubicBezTo>
                  <a:cubicBezTo>
                    <a:pt x="112472" y="145726"/>
                    <a:pt x="111887" y="145631"/>
                    <a:pt x="111284" y="145532"/>
                  </a:cubicBezTo>
                  <a:cubicBezTo>
                    <a:pt x="110782" y="144542"/>
                    <a:pt x="110286" y="143550"/>
                    <a:pt x="109796" y="142555"/>
                  </a:cubicBezTo>
                  <a:cubicBezTo>
                    <a:pt x="108017" y="142116"/>
                    <a:pt x="108017" y="142116"/>
                    <a:pt x="106028" y="142137"/>
                  </a:cubicBezTo>
                  <a:cubicBezTo>
                    <a:pt x="104002" y="142087"/>
                    <a:pt x="104002" y="142087"/>
                    <a:pt x="102354" y="141811"/>
                  </a:cubicBezTo>
                  <a:cubicBezTo>
                    <a:pt x="102109" y="141074"/>
                    <a:pt x="101863" y="140338"/>
                    <a:pt x="101610" y="139579"/>
                  </a:cubicBezTo>
                  <a:cubicBezTo>
                    <a:pt x="98905" y="139257"/>
                    <a:pt x="96241" y="139251"/>
                    <a:pt x="93518" y="139209"/>
                  </a:cubicBezTo>
                  <a:cubicBezTo>
                    <a:pt x="92750" y="139086"/>
                    <a:pt x="91983" y="138962"/>
                    <a:pt x="91192" y="138834"/>
                  </a:cubicBezTo>
                  <a:cubicBezTo>
                    <a:pt x="90944" y="137842"/>
                    <a:pt x="90696" y="136850"/>
                    <a:pt x="90448" y="135858"/>
                  </a:cubicBezTo>
                  <a:cubicBezTo>
                    <a:pt x="88041" y="135412"/>
                    <a:pt x="88041" y="135412"/>
                    <a:pt x="85239" y="135439"/>
                  </a:cubicBezTo>
                  <a:cubicBezTo>
                    <a:pt x="82355" y="135390"/>
                    <a:pt x="82355" y="135390"/>
                    <a:pt x="80030" y="135114"/>
                  </a:cubicBezTo>
                  <a:cubicBezTo>
                    <a:pt x="79784" y="134377"/>
                    <a:pt x="79539" y="133640"/>
                    <a:pt x="79286" y="132881"/>
                  </a:cubicBezTo>
                  <a:cubicBezTo>
                    <a:pt x="76772" y="132591"/>
                    <a:pt x="74304" y="132601"/>
                    <a:pt x="71775" y="132585"/>
                  </a:cubicBezTo>
                  <a:cubicBezTo>
                    <a:pt x="71061" y="132437"/>
                    <a:pt x="70347" y="132289"/>
                    <a:pt x="69612" y="132137"/>
                  </a:cubicBezTo>
                  <a:cubicBezTo>
                    <a:pt x="69338" y="130902"/>
                    <a:pt x="69089" y="129662"/>
                    <a:pt x="68868" y="128416"/>
                  </a:cubicBezTo>
                  <a:cubicBezTo>
                    <a:pt x="66948" y="127962"/>
                    <a:pt x="66948" y="127962"/>
                    <a:pt x="64729" y="128184"/>
                  </a:cubicBezTo>
                  <a:cubicBezTo>
                    <a:pt x="63976" y="128218"/>
                    <a:pt x="63223" y="128251"/>
                    <a:pt x="62447" y="128286"/>
                  </a:cubicBezTo>
                  <a:cubicBezTo>
                    <a:pt x="61865" y="128329"/>
                    <a:pt x="61282" y="128372"/>
                    <a:pt x="60682" y="128416"/>
                  </a:cubicBezTo>
                  <a:cubicBezTo>
                    <a:pt x="60682" y="127434"/>
                    <a:pt x="60682" y="126452"/>
                    <a:pt x="60682" y="125440"/>
                  </a:cubicBezTo>
                  <a:cubicBezTo>
                    <a:pt x="60154" y="125412"/>
                    <a:pt x="59625" y="125384"/>
                    <a:pt x="59081" y="125356"/>
                  </a:cubicBezTo>
                  <a:cubicBezTo>
                    <a:pt x="58055" y="125282"/>
                    <a:pt x="58055" y="125282"/>
                    <a:pt x="57008" y="125207"/>
                  </a:cubicBezTo>
                  <a:cubicBezTo>
                    <a:pt x="55985" y="125143"/>
                    <a:pt x="55985" y="125143"/>
                    <a:pt x="54941" y="125077"/>
                  </a:cubicBezTo>
                  <a:cubicBezTo>
                    <a:pt x="54380" y="124951"/>
                    <a:pt x="53819" y="124825"/>
                    <a:pt x="53241" y="124696"/>
                  </a:cubicBezTo>
                  <a:cubicBezTo>
                    <a:pt x="52995" y="123959"/>
                    <a:pt x="52750" y="123222"/>
                    <a:pt x="52497" y="122463"/>
                  </a:cubicBezTo>
                  <a:cubicBezTo>
                    <a:pt x="51637" y="122356"/>
                    <a:pt x="50778" y="122248"/>
                    <a:pt x="49892" y="122138"/>
                  </a:cubicBezTo>
                  <a:cubicBezTo>
                    <a:pt x="49033" y="122000"/>
                    <a:pt x="48173" y="121862"/>
                    <a:pt x="47288" y="121719"/>
                  </a:cubicBezTo>
                  <a:cubicBezTo>
                    <a:pt x="47011" y="120735"/>
                    <a:pt x="46762" y="119742"/>
                    <a:pt x="46544" y="118743"/>
                  </a:cubicBezTo>
                  <a:cubicBezTo>
                    <a:pt x="45807" y="118620"/>
                    <a:pt x="45070" y="118497"/>
                    <a:pt x="44311" y="118371"/>
                  </a:cubicBezTo>
                  <a:cubicBezTo>
                    <a:pt x="43575" y="118248"/>
                    <a:pt x="42838" y="118125"/>
                    <a:pt x="42079" y="117999"/>
                  </a:cubicBezTo>
                  <a:cubicBezTo>
                    <a:pt x="41567" y="116510"/>
                    <a:pt x="41567" y="116510"/>
                    <a:pt x="41335" y="115022"/>
                  </a:cubicBezTo>
                  <a:cubicBezTo>
                    <a:pt x="40598" y="114776"/>
                    <a:pt x="39861" y="114531"/>
                    <a:pt x="39102" y="114278"/>
                  </a:cubicBezTo>
                  <a:cubicBezTo>
                    <a:pt x="38580" y="113299"/>
                    <a:pt x="38086" y="112305"/>
                    <a:pt x="37614" y="111301"/>
                  </a:cubicBezTo>
                  <a:cubicBezTo>
                    <a:pt x="37015" y="110703"/>
                    <a:pt x="37015" y="110703"/>
                    <a:pt x="36405" y="110092"/>
                  </a:cubicBezTo>
                  <a:cubicBezTo>
                    <a:pt x="35382" y="109069"/>
                    <a:pt x="35382" y="109069"/>
                    <a:pt x="35382" y="107581"/>
                  </a:cubicBezTo>
                  <a:cubicBezTo>
                    <a:pt x="34645" y="107581"/>
                    <a:pt x="33908" y="107581"/>
                    <a:pt x="33149" y="107581"/>
                  </a:cubicBezTo>
                  <a:cubicBezTo>
                    <a:pt x="32904" y="106844"/>
                    <a:pt x="32658" y="106107"/>
                    <a:pt x="32405" y="105348"/>
                  </a:cubicBezTo>
                  <a:cubicBezTo>
                    <a:pt x="31300" y="104611"/>
                    <a:pt x="31300" y="104611"/>
                    <a:pt x="30173" y="103860"/>
                  </a:cubicBezTo>
                  <a:cubicBezTo>
                    <a:pt x="29903" y="102873"/>
                    <a:pt x="29654" y="101881"/>
                    <a:pt x="29428" y="100883"/>
                  </a:cubicBezTo>
                  <a:cubicBezTo>
                    <a:pt x="28937" y="100638"/>
                    <a:pt x="28446" y="100392"/>
                    <a:pt x="27940" y="100139"/>
                  </a:cubicBezTo>
                  <a:cubicBezTo>
                    <a:pt x="27572" y="98827"/>
                    <a:pt x="27572" y="98827"/>
                    <a:pt x="27196" y="97488"/>
                  </a:cubicBezTo>
                  <a:cubicBezTo>
                    <a:pt x="26950" y="96644"/>
                    <a:pt x="26705" y="95800"/>
                    <a:pt x="26452" y="94930"/>
                  </a:cubicBezTo>
                  <a:cubicBezTo>
                    <a:pt x="25961" y="94930"/>
                    <a:pt x="25470" y="94930"/>
                    <a:pt x="24964" y="94930"/>
                  </a:cubicBezTo>
                  <a:cubicBezTo>
                    <a:pt x="24470" y="93202"/>
                    <a:pt x="24200" y="91468"/>
                    <a:pt x="23894" y="89698"/>
                  </a:cubicBezTo>
                  <a:cubicBezTo>
                    <a:pt x="23756" y="89214"/>
                    <a:pt x="23618" y="88731"/>
                    <a:pt x="23475" y="88233"/>
                  </a:cubicBezTo>
                  <a:cubicBezTo>
                    <a:pt x="22984" y="88233"/>
                    <a:pt x="22493" y="88233"/>
                    <a:pt x="21987" y="88233"/>
                  </a:cubicBezTo>
                  <a:cubicBezTo>
                    <a:pt x="21972" y="87816"/>
                    <a:pt x="21958" y="87400"/>
                    <a:pt x="21942" y="86970"/>
                  </a:cubicBezTo>
                  <a:cubicBezTo>
                    <a:pt x="21871" y="85081"/>
                    <a:pt x="21790" y="83192"/>
                    <a:pt x="21708" y="81303"/>
                  </a:cubicBezTo>
                  <a:cubicBezTo>
                    <a:pt x="21685" y="80647"/>
                    <a:pt x="21662" y="79992"/>
                    <a:pt x="21638" y="79316"/>
                  </a:cubicBezTo>
                  <a:cubicBezTo>
                    <a:pt x="21609" y="78686"/>
                    <a:pt x="21581" y="78055"/>
                    <a:pt x="21551" y="77405"/>
                  </a:cubicBezTo>
                  <a:cubicBezTo>
                    <a:pt x="21528" y="76824"/>
                    <a:pt x="21504" y="76244"/>
                    <a:pt x="21480" y="75646"/>
                  </a:cubicBezTo>
                  <a:cubicBezTo>
                    <a:pt x="21320" y="73870"/>
                    <a:pt x="21320" y="73870"/>
                    <a:pt x="19755" y="71862"/>
                  </a:cubicBezTo>
                  <a:cubicBezTo>
                    <a:pt x="19509" y="71862"/>
                    <a:pt x="19263" y="71862"/>
                    <a:pt x="19010" y="71862"/>
                  </a:cubicBezTo>
                  <a:cubicBezTo>
                    <a:pt x="19010" y="68669"/>
                    <a:pt x="19010" y="65477"/>
                    <a:pt x="19010" y="62188"/>
                  </a:cubicBezTo>
                  <a:cubicBezTo>
                    <a:pt x="19747" y="62188"/>
                    <a:pt x="20484" y="62188"/>
                    <a:pt x="21243" y="62188"/>
                  </a:cubicBezTo>
                  <a:cubicBezTo>
                    <a:pt x="21488" y="57031"/>
                    <a:pt x="21734" y="51874"/>
                    <a:pt x="21987" y="46561"/>
                  </a:cubicBezTo>
                  <a:cubicBezTo>
                    <a:pt x="22478" y="46561"/>
                    <a:pt x="22969" y="46561"/>
                    <a:pt x="23475" y="46561"/>
                  </a:cubicBezTo>
                  <a:cubicBezTo>
                    <a:pt x="23939" y="44894"/>
                    <a:pt x="23939" y="44894"/>
                    <a:pt x="24219" y="42887"/>
                  </a:cubicBezTo>
                  <a:cubicBezTo>
                    <a:pt x="24545" y="40820"/>
                    <a:pt x="24545" y="40820"/>
                    <a:pt x="24964" y="39120"/>
                  </a:cubicBezTo>
                  <a:cubicBezTo>
                    <a:pt x="25700" y="38751"/>
                    <a:pt x="25700" y="38751"/>
                    <a:pt x="26452" y="38375"/>
                  </a:cubicBezTo>
                  <a:cubicBezTo>
                    <a:pt x="26697" y="37639"/>
                    <a:pt x="26943" y="36902"/>
                    <a:pt x="27196" y="36143"/>
                  </a:cubicBezTo>
                  <a:cubicBezTo>
                    <a:pt x="27940" y="33911"/>
                    <a:pt x="27940" y="33911"/>
                    <a:pt x="29428" y="33166"/>
                  </a:cubicBezTo>
                  <a:cubicBezTo>
                    <a:pt x="29918" y="30912"/>
                    <a:pt x="29918" y="30912"/>
                    <a:pt x="30173" y="28702"/>
                  </a:cubicBezTo>
                  <a:cubicBezTo>
                    <a:pt x="30664" y="28702"/>
                    <a:pt x="31155" y="28702"/>
                    <a:pt x="31661" y="28702"/>
                  </a:cubicBezTo>
                  <a:cubicBezTo>
                    <a:pt x="31860" y="28164"/>
                    <a:pt x="32060" y="27627"/>
                    <a:pt x="32265" y="27074"/>
                  </a:cubicBezTo>
                  <a:cubicBezTo>
                    <a:pt x="33341" y="24528"/>
                    <a:pt x="34906" y="23174"/>
                    <a:pt x="36870" y="21260"/>
                  </a:cubicBezTo>
                  <a:cubicBezTo>
                    <a:pt x="37115" y="20524"/>
                    <a:pt x="37361" y="19787"/>
                    <a:pt x="37614" y="19028"/>
                  </a:cubicBezTo>
                  <a:cubicBezTo>
                    <a:pt x="38606" y="18780"/>
                    <a:pt x="39598" y="18532"/>
                    <a:pt x="40591" y="18284"/>
                  </a:cubicBezTo>
                  <a:cubicBezTo>
                    <a:pt x="40959" y="17179"/>
                    <a:pt x="40959" y="17179"/>
                    <a:pt x="41335" y="16051"/>
                  </a:cubicBezTo>
                  <a:cubicBezTo>
                    <a:pt x="42327" y="15555"/>
                    <a:pt x="43319" y="15059"/>
                    <a:pt x="44311" y="14563"/>
                  </a:cubicBezTo>
                  <a:cubicBezTo>
                    <a:pt x="44680" y="13458"/>
                    <a:pt x="44680" y="13458"/>
                    <a:pt x="45055" y="12331"/>
                  </a:cubicBezTo>
                  <a:cubicBezTo>
                    <a:pt x="45792" y="12223"/>
                    <a:pt x="46529" y="12116"/>
                    <a:pt x="47288" y="12005"/>
                  </a:cubicBezTo>
                  <a:cubicBezTo>
                    <a:pt x="48393" y="11798"/>
                    <a:pt x="48393" y="11798"/>
                    <a:pt x="49520" y="11586"/>
                  </a:cubicBezTo>
                  <a:cubicBezTo>
                    <a:pt x="49658" y="10850"/>
                    <a:pt x="49658" y="10850"/>
                    <a:pt x="49799" y="10098"/>
                  </a:cubicBezTo>
                  <a:cubicBezTo>
                    <a:pt x="49953" y="9607"/>
                    <a:pt x="50106" y="9116"/>
                    <a:pt x="50264" y="8610"/>
                  </a:cubicBezTo>
                  <a:cubicBezTo>
                    <a:pt x="51812" y="8282"/>
                    <a:pt x="53288" y="8190"/>
                    <a:pt x="54869" y="8142"/>
                  </a:cubicBezTo>
                  <a:cubicBezTo>
                    <a:pt x="55314" y="8051"/>
                    <a:pt x="55759" y="7960"/>
                    <a:pt x="56217" y="7866"/>
                  </a:cubicBezTo>
                  <a:cubicBezTo>
                    <a:pt x="56463" y="7129"/>
                    <a:pt x="56709" y="6392"/>
                    <a:pt x="56962" y="5633"/>
                  </a:cubicBezTo>
                  <a:cubicBezTo>
                    <a:pt x="59281" y="5313"/>
                    <a:pt x="61552" y="5306"/>
                    <a:pt x="63891" y="5264"/>
                  </a:cubicBezTo>
                  <a:cubicBezTo>
                    <a:pt x="64551" y="5140"/>
                    <a:pt x="65211" y="5017"/>
                    <a:pt x="65891" y="4889"/>
                  </a:cubicBezTo>
                  <a:cubicBezTo>
                    <a:pt x="65969" y="4398"/>
                    <a:pt x="66047" y="3907"/>
                    <a:pt x="66128" y="3401"/>
                  </a:cubicBezTo>
                  <a:cubicBezTo>
                    <a:pt x="66295" y="2910"/>
                    <a:pt x="66463" y="2419"/>
                    <a:pt x="66635" y="1913"/>
                  </a:cubicBezTo>
                  <a:close/>
                </a:path>
              </a:pathLst>
            </a:custGeom>
            <a:grpFill/>
            <a:ln w="744" cap="flat">
              <a:noFill/>
              <a:prstDash val="solid"/>
              <a:miter/>
            </a:ln>
          </p:spPr>
          <p:txBody>
            <a:bodyPr rtlCol="0" anchor="ctr"/>
            <a:lstStyle/>
            <a:p>
              <a:endParaRPr lang="zh-CN" altLang="en-US"/>
            </a:p>
          </p:txBody>
        </p:sp>
        <p:sp>
          <p:nvSpPr>
            <p:cNvPr id="189" name="任意多边形: 形状 188"/>
            <p:cNvSpPr/>
            <p:nvPr/>
          </p:nvSpPr>
          <p:spPr>
            <a:xfrm>
              <a:off x="9645900" y="1392981"/>
              <a:ext cx="145679" cy="236019"/>
            </a:xfrm>
            <a:custGeom>
              <a:avLst/>
              <a:gdLst>
                <a:gd name="connsiteX0" fmla="*/ 13806 w 145681"/>
                <a:gd name="connsiteY0" fmla="*/ 1504 h 236010"/>
                <a:gd name="connsiteX1" fmla="*/ 152961 w 145681"/>
                <a:gd name="connsiteY1" fmla="*/ 1504 h 236010"/>
                <a:gd name="connsiteX2" fmla="*/ 152961 w 145681"/>
                <a:gd name="connsiteY2" fmla="*/ 32014 h 236010"/>
                <a:gd name="connsiteX3" fmla="*/ 43572 w 145681"/>
                <a:gd name="connsiteY3" fmla="*/ 32014 h 236010"/>
                <a:gd name="connsiteX4" fmla="*/ 43572 w 145681"/>
                <a:gd name="connsiteY4" fmla="*/ 100475 h 236010"/>
                <a:gd name="connsiteX5" fmla="*/ 65983 w 145681"/>
                <a:gd name="connsiteY5" fmla="*/ 100422 h 236010"/>
                <a:gd name="connsiteX6" fmla="*/ 80003 w 145681"/>
                <a:gd name="connsiteY6" fmla="*/ 100402 h 236010"/>
                <a:gd name="connsiteX7" fmla="*/ 102276 w 145681"/>
                <a:gd name="connsiteY7" fmla="*/ 100362 h 236010"/>
                <a:gd name="connsiteX8" fmla="*/ 118496 w 145681"/>
                <a:gd name="connsiteY8" fmla="*/ 100335 h 236010"/>
                <a:gd name="connsiteX9" fmla="*/ 127088 w 145681"/>
                <a:gd name="connsiteY9" fmla="*/ 100317 h 236010"/>
                <a:gd name="connsiteX10" fmla="*/ 135168 w 145681"/>
                <a:gd name="connsiteY10" fmla="*/ 100306 h 236010"/>
                <a:gd name="connsiteX11" fmla="*/ 139561 w 145681"/>
                <a:gd name="connsiteY11" fmla="*/ 100290 h 236010"/>
                <a:gd name="connsiteX12" fmla="*/ 142186 w 145681"/>
                <a:gd name="connsiteY12" fmla="*/ 100296 h 236010"/>
                <a:gd name="connsiteX13" fmla="*/ 144476 w 145681"/>
                <a:gd name="connsiteY13" fmla="*/ 100292 h 236010"/>
                <a:gd name="connsiteX14" fmla="*/ 147752 w 145681"/>
                <a:gd name="connsiteY14" fmla="*/ 101963 h 236010"/>
                <a:gd name="connsiteX15" fmla="*/ 147949 w 145681"/>
                <a:gd name="connsiteY15" fmla="*/ 108079 h 236010"/>
                <a:gd name="connsiteX16" fmla="*/ 147954 w 145681"/>
                <a:gd name="connsiteY16" fmla="*/ 109914 h 236010"/>
                <a:gd name="connsiteX17" fmla="*/ 147946 w 145681"/>
                <a:gd name="connsiteY17" fmla="*/ 113757 h 236010"/>
                <a:gd name="connsiteX18" fmla="*/ 147955 w 145681"/>
                <a:gd name="connsiteY18" fmla="*/ 119651 h 236010"/>
                <a:gd name="connsiteX19" fmla="*/ 147949 w 145681"/>
                <a:gd name="connsiteY19" fmla="*/ 123380 h 236010"/>
                <a:gd name="connsiteX20" fmla="*/ 147958 w 145681"/>
                <a:gd name="connsiteY20" fmla="*/ 125168 h 236010"/>
                <a:gd name="connsiteX21" fmla="*/ 146263 w 145681"/>
                <a:gd name="connsiteY21" fmla="*/ 130984 h 236010"/>
                <a:gd name="connsiteX22" fmla="*/ 142186 w 145681"/>
                <a:gd name="connsiteY22" fmla="*/ 131163 h 236010"/>
                <a:gd name="connsiteX23" fmla="*/ 139561 w 145681"/>
                <a:gd name="connsiteY23" fmla="*/ 131170 h 236010"/>
                <a:gd name="connsiteX24" fmla="*/ 136668 w 145681"/>
                <a:gd name="connsiteY24" fmla="*/ 131153 h 236010"/>
                <a:gd name="connsiteX25" fmla="*/ 133632 w 145681"/>
                <a:gd name="connsiteY25" fmla="*/ 131154 h 236010"/>
                <a:gd name="connsiteX26" fmla="*/ 125376 w 145681"/>
                <a:gd name="connsiteY26" fmla="*/ 131135 h 236010"/>
                <a:gd name="connsiteX27" fmla="*/ 116753 w 145681"/>
                <a:gd name="connsiteY27" fmla="*/ 131123 h 236010"/>
                <a:gd name="connsiteX28" fmla="*/ 100419 w 145681"/>
                <a:gd name="connsiteY28" fmla="*/ 131092 h 236010"/>
                <a:gd name="connsiteX29" fmla="*/ 78351 w 145681"/>
                <a:gd name="connsiteY29" fmla="*/ 131055 h 236010"/>
                <a:gd name="connsiteX30" fmla="*/ 43572 w 145681"/>
                <a:gd name="connsiteY30" fmla="*/ 130984 h 236010"/>
                <a:gd name="connsiteX31" fmla="*/ 43572 w 145681"/>
                <a:gd name="connsiteY31" fmla="*/ 206143 h 236010"/>
                <a:gd name="connsiteX32" fmla="*/ 68425 w 145681"/>
                <a:gd name="connsiteY32" fmla="*/ 206064 h 236010"/>
                <a:gd name="connsiteX33" fmla="*/ 83971 w 145681"/>
                <a:gd name="connsiteY33" fmla="*/ 206034 h 236010"/>
                <a:gd name="connsiteX34" fmla="*/ 108670 w 145681"/>
                <a:gd name="connsiteY34" fmla="*/ 205974 h 236010"/>
                <a:gd name="connsiteX35" fmla="*/ 126655 w 145681"/>
                <a:gd name="connsiteY35" fmla="*/ 205933 h 236010"/>
                <a:gd name="connsiteX36" fmla="*/ 136183 w 145681"/>
                <a:gd name="connsiteY36" fmla="*/ 205907 h 236010"/>
                <a:gd name="connsiteX37" fmla="*/ 145143 w 145681"/>
                <a:gd name="connsiteY37" fmla="*/ 205890 h 236010"/>
                <a:gd name="connsiteX38" fmla="*/ 148438 w 145681"/>
                <a:gd name="connsiteY38" fmla="*/ 205877 h 236010"/>
                <a:gd name="connsiteX39" fmla="*/ 152924 w 145681"/>
                <a:gd name="connsiteY39" fmla="*/ 205874 h 236010"/>
                <a:gd name="connsiteX40" fmla="*/ 155464 w 145681"/>
                <a:gd name="connsiteY40" fmla="*/ 205868 h 236010"/>
                <a:gd name="connsiteX41" fmla="*/ 157425 w 145681"/>
                <a:gd name="connsiteY41" fmla="*/ 206143 h 236010"/>
                <a:gd name="connsiteX42" fmla="*/ 159085 w 145681"/>
                <a:gd name="connsiteY42" fmla="*/ 214401 h 236010"/>
                <a:gd name="connsiteX43" fmla="*/ 159084 w 145681"/>
                <a:gd name="connsiteY43" fmla="*/ 216182 h 236010"/>
                <a:gd name="connsiteX44" fmla="*/ 159067 w 145681"/>
                <a:gd name="connsiteY44" fmla="*/ 219907 h 236010"/>
                <a:gd name="connsiteX45" fmla="*/ 159052 w 145681"/>
                <a:gd name="connsiteY45" fmla="*/ 225620 h 236010"/>
                <a:gd name="connsiteX46" fmla="*/ 159039 w 145681"/>
                <a:gd name="connsiteY46" fmla="*/ 229237 h 236010"/>
                <a:gd name="connsiteX47" fmla="*/ 159036 w 145681"/>
                <a:gd name="connsiteY47" fmla="*/ 230968 h 236010"/>
                <a:gd name="connsiteX48" fmla="*/ 158170 w 145681"/>
                <a:gd name="connsiteY48" fmla="*/ 236652 h 236010"/>
                <a:gd name="connsiteX49" fmla="*/ 149600 w 145681"/>
                <a:gd name="connsiteY49" fmla="*/ 237491 h 236010"/>
                <a:gd name="connsiteX50" fmla="*/ 147886 w 145681"/>
                <a:gd name="connsiteY50" fmla="*/ 237495 h 236010"/>
                <a:gd name="connsiteX51" fmla="*/ 142197 w 145681"/>
                <a:gd name="connsiteY51" fmla="*/ 237493 h 236010"/>
                <a:gd name="connsiteX52" fmla="*/ 138119 w 145681"/>
                <a:gd name="connsiteY52" fmla="*/ 237497 h 236010"/>
                <a:gd name="connsiteX53" fmla="*/ 127040 w 145681"/>
                <a:gd name="connsiteY53" fmla="*/ 237497 h 236010"/>
                <a:gd name="connsiteX54" fmla="*/ 115454 w 145681"/>
                <a:gd name="connsiteY54" fmla="*/ 237498 h 236010"/>
                <a:gd name="connsiteX55" fmla="*/ 95997 w 145681"/>
                <a:gd name="connsiteY55" fmla="*/ 237494 h 236010"/>
                <a:gd name="connsiteX56" fmla="*/ 73490 w 145681"/>
                <a:gd name="connsiteY56" fmla="*/ 237495 h 236010"/>
                <a:gd name="connsiteX57" fmla="*/ 54179 w 145681"/>
                <a:gd name="connsiteY57" fmla="*/ 237497 h 236010"/>
                <a:gd name="connsiteX58" fmla="*/ 42640 w 145681"/>
                <a:gd name="connsiteY58" fmla="*/ 237498 h 236010"/>
                <a:gd name="connsiteX59" fmla="*/ 31792 w 145681"/>
                <a:gd name="connsiteY59" fmla="*/ 237494 h 236010"/>
                <a:gd name="connsiteX60" fmla="*/ 27807 w 145681"/>
                <a:gd name="connsiteY60" fmla="*/ 237495 h 236010"/>
                <a:gd name="connsiteX61" fmla="*/ 22375 w 145681"/>
                <a:gd name="connsiteY61" fmla="*/ 237491 h 236010"/>
                <a:gd name="connsiteX62" fmla="*/ 20776 w 145681"/>
                <a:gd name="connsiteY62" fmla="*/ 237496 h 236010"/>
                <a:gd name="connsiteX63" fmla="*/ 13806 w 145681"/>
                <a:gd name="connsiteY63" fmla="*/ 236652 h 236010"/>
                <a:gd name="connsiteX64" fmla="*/ 13440 w 145681"/>
                <a:gd name="connsiteY64" fmla="*/ 232888 h 236010"/>
                <a:gd name="connsiteX65" fmla="*/ 13422 w 145681"/>
                <a:gd name="connsiteY65" fmla="*/ 230402 h 236010"/>
                <a:gd name="connsiteX66" fmla="*/ 13448 w 145681"/>
                <a:gd name="connsiteY66" fmla="*/ 227636 h 236010"/>
                <a:gd name="connsiteX67" fmla="*/ 13441 w 145681"/>
                <a:gd name="connsiteY67" fmla="*/ 224724 h 236010"/>
                <a:gd name="connsiteX68" fmla="*/ 13461 w 145681"/>
                <a:gd name="connsiteY68" fmla="*/ 216686 h 236010"/>
                <a:gd name="connsiteX69" fmla="*/ 13467 w 145681"/>
                <a:gd name="connsiteY69" fmla="*/ 208032 h 236010"/>
                <a:gd name="connsiteX70" fmla="*/ 13492 w 145681"/>
                <a:gd name="connsiteY70" fmla="*/ 193025 h 236010"/>
                <a:gd name="connsiteX71" fmla="*/ 13527 w 145681"/>
                <a:gd name="connsiteY71" fmla="*/ 171328 h 236010"/>
                <a:gd name="connsiteX72" fmla="*/ 13582 w 145681"/>
                <a:gd name="connsiteY72" fmla="*/ 136130 h 236010"/>
                <a:gd name="connsiteX73" fmla="*/ 13643 w 145681"/>
                <a:gd name="connsiteY73" fmla="*/ 101929 h 236010"/>
                <a:gd name="connsiteX74" fmla="*/ 13645 w 145681"/>
                <a:gd name="connsiteY74" fmla="*/ 99780 h 236010"/>
                <a:gd name="connsiteX75" fmla="*/ 13663 w 145681"/>
                <a:gd name="connsiteY75" fmla="*/ 83138 h 236010"/>
                <a:gd name="connsiteX76" fmla="*/ 13806 w 145681"/>
                <a:gd name="connsiteY76" fmla="*/ 1504 h 23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45681" h="236010">
                  <a:moveTo>
                    <a:pt x="13806" y="1504"/>
                  </a:moveTo>
                  <a:cubicBezTo>
                    <a:pt x="59727" y="1504"/>
                    <a:pt x="105648" y="1504"/>
                    <a:pt x="152961" y="1504"/>
                  </a:cubicBezTo>
                  <a:cubicBezTo>
                    <a:pt x="152961" y="11572"/>
                    <a:pt x="152961" y="21640"/>
                    <a:pt x="152961" y="32014"/>
                  </a:cubicBezTo>
                  <a:cubicBezTo>
                    <a:pt x="116862" y="32014"/>
                    <a:pt x="80764" y="32014"/>
                    <a:pt x="43572" y="32014"/>
                  </a:cubicBezTo>
                  <a:cubicBezTo>
                    <a:pt x="43572" y="54606"/>
                    <a:pt x="43572" y="77198"/>
                    <a:pt x="43572" y="100475"/>
                  </a:cubicBezTo>
                  <a:cubicBezTo>
                    <a:pt x="50968" y="100457"/>
                    <a:pt x="58363" y="100440"/>
                    <a:pt x="65983" y="100422"/>
                  </a:cubicBezTo>
                  <a:cubicBezTo>
                    <a:pt x="70656" y="100415"/>
                    <a:pt x="75330" y="100408"/>
                    <a:pt x="80003" y="100402"/>
                  </a:cubicBezTo>
                  <a:cubicBezTo>
                    <a:pt x="87427" y="100393"/>
                    <a:pt x="94852" y="100383"/>
                    <a:pt x="102276" y="100362"/>
                  </a:cubicBezTo>
                  <a:cubicBezTo>
                    <a:pt x="107683" y="100348"/>
                    <a:pt x="113089" y="100338"/>
                    <a:pt x="118496" y="100335"/>
                  </a:cubicBezTo>
                  <a:cubicBezTo>
                    <a:pt x="121360" y="100333"/>
                    <a:pt x="124224" y="100328"/>
                    <a:pt x="127088" y="100317"/>
                  </a:cubicBezTo>
                  <a:cubicBezTo>
                    <a:pt x="129781" y="100307"/>
                    <a:pt x="132475" y="100304"/>
                    <a:pt x="135168" y="100306"/>
                  </a:cubicBezTo>
                  <a:cubicBezTo>
                    <a:pt x="136633" y="100306"/>
                    <a:pt x="138097" y="100298"/>
                    <a:pt x="139561" y="100290"/>
                  </a:cubicBezTo>
                  <a:cubicBezTo>
                    <a:pt x="140860" y="100293"/>
                    <a:pt x="140860" y="100293"/>
                    <a:pt x="142186" y="100296"/>
                  </a:cubicBezTo>
                  <a:cubicBezTo>
                    <a:pt x="142942" y="100294"/>
                    <a:pt x="143698" y="100293"/>
                    <a:pt x="144476" y="100292"/>
                  </a:cubicBezTo>
                  <a:cubicBezTo>
                    <a:pt x="146263" y="100475"/>
                    <a:pt x="146263" y="100475"/>
                    <a:pt x="147752" y="101963"/>
                  </a:cubicBezTo>
                  <a:cubicBezTo>
                    <a:pt x="147900" y="104027"/>
                    <a:pt x="147960" y="106015"/>
                    <a:pt x="147949" y="108079"/>
                  </a:cubicBezTo>
                  <a:cubicBezTo>
                    <a:pt x="147951" y="108684"/>
                    <a:pt x="147952" y="109290"/>
                    <a:pt x="147954" y="109914"/>
                  </a:cubicBezTo>
                  <a:cubicBezTo>
                    <a:pt x="147955" y="111195"/>
                    <a:pt x="147952" y="112476"/>
                    <a:pt x="147946" y="113757"/>
                  </a:cubicBezTo>
                  <a:cubicBezTo>
                    <a:pt x="147938" y="115722"/>
                    <a:pt x="147945" y="117686"/>
                    <a:pt x="147955" y="119651"/>
                  </a:cubicBezTo>
                  <a:cubicBezTo>
                    <a:pt x="147954" y="120894"/>
                    <a:pt x="147952" y="122137"/>
                    <a:pt x="147949" y="123380"/>
                  </a:cubicBezTo>
                  <a:cubicBezTo>
                    <a:pt x="147952" y="123970"/>
                    <a:pt x="147955" y="124560"/>
                    <a:pt x="147958" y="125168"/>
                  </a:cubicBezTo>
                  <a:cubicBezTo>
                    <a:pt x="147923" y="129325"/>
                    <a:pt x="147923" y="129325"/>
                    <a:pt x="146263" y="130984"/>
                  </a:cubicBezTo>
                  <a:cubicBezTo>
                    <a:pt x="144476" y="131168"/>
                    <a:pt x="144476" y="131168"/>
                    <a:pt x="142186" y="131163"/>
                  </a:cubicBezTo>
                  <a:cubicBezTo>
                    <a:pt x="140887" y="131166"/>
                    <a:pt x="140887" y="131166"/>
                    <a:pt x="139561" y="131170"/>
                  </a:cubicBezTo>
                  <a:cubicBezTo>
                    <a:pt x="138606" y="131164"/>
                    <a:pt x="137651" y="131159"/>
                    <a:pt x="136668" y="131153"/>
                  </a:cubicBezTo>
                  <a:cubicBezTo>
                    <a:pt x="135656" y="131153"/>
                    <a:pt x="134644" y="131153"/>
                    <a:pt x="133632" y="131154"/>
                  </a:cubicBezTo>
                  <a:cubicBezTo>
                    <a:pt x="130880" y="131155"/>
                    <a:pt x="128128" y="131146"/>
                    <a:pt x="125376" y="131135"/>
                  </a:cubicBezTo>
                  <a:cubicBezTo>
                    <a:pt x="122502" y="131126"/>
                    <a:pt x="119628" y="131125"/>
                    <a:pt x="116753" y="131123"/>
                  </a:cubicBezTo>
                  <a:cubicBezTo>
                    <a:pt x="111309" y="131119"/>
                    <a:pt x="105864" y="131107"/>
                    <a:pt x="100419" y="131092"/>
                  </a:cubicBezTo>
                  <a:cubicBezTo>
                    <a:pt x="93063" y="131072"/>
                    <a:pt x="85707" y="131064"/>
                    <a:pt x="78351" y="131055"/>
                  </a:cubicBezTo>
                  <a:cubicBezTo>
                    <a:pt x="66758" y="131041"/>
                    <a:pt x="55165" y="131012"/>
                    <a:pt x="43572" y="130984"/>
                  </a:cubicBezTo>
                  <a:cubicBezTo>
                    <a:pt x="43572" y="155787"/>
                    <a:pt x="43572" y="180589"/>
                    <a:pt x="43572" y="206143"/>
                  </a:cubicBezTo>
                  <a:cubicBezTo>
                    <a:pt x="51773" y="206117"/>
                    <a:pt x="59975" y="206091"/>
                    <a:pt x="68425" y="206064"/>
                  </a:cubicBezTo>
                  <a:cubicBezTo>
                    <a:pt x="73607" y="206053"/>
                    <a:pt x="78789" y="206042"/>
                    <a:pt x="83971" y="206034"/>
                  </a:cubicBezTo>
                  <a:cubicBezTo>
                    <a:pt x="92204" y="206020"/>
                    <a:pt x="100437" y="206005"/>
                    <a:pt x="108670" y="205974"/>
                  </a:cubicBezTo>
                  <a:cubicBezTo>
                    <a:pt x="114665" y="205952"/>
                    <a:pt x="120660" y="205938"/>
                    <a:pt x="126655" y="205933"/>
                  </a:cubicBezTo>
                  <a:cubicBezTo>
                    <a:pt x="129831" y="205930"/>
                    <a:pt x="133007" y="205923"/>
                    <a:pt x="136183" y="205907"/>
                  </a:cubicBezTo>
                  <a:cubicBezTo>
                    <a:pt x="139170" y="205892"/>
                    <a:pt x="142156" y="205887"/>
                    <a:pt x="145143" y="205890"/>
                  </a:cubicBezTo>
                  <a:cubicBezTo>
                    <a:pt x="146241" y="205890"/>
                    <a:pt x="147340" y="205885"/>
                    <a:pt x="148438" y="205877"/>
                  </a:cubicBezTo>
                  <a:cubicBezTo>
                    <a:pt x="149934" y="205865"/>
                    <a:pt x="151429" y="205869"/>
                    <a:pt x="152924" y="205874"/>
                  </a:cubicBezTo>
                  <a:cubicBezTo>
                    <a:pt x="153762" y="205872"/>
                    <a:pt x="154601" y="205870"/>
                    <a:pt x="155464" y="205868"/>
                  </a:cubicBezTo>
                  <a:cubicBezTo>
                    <a:pt x="156111" y="205959"/>
                    <a:pt x="156759" y="206049"/>
                    <a:pt x="157425" y="206143"/>
                  </a:cubicBezTo>
                  <a:cubicBezTo>
                    <a:pt x="159294" y="208946"/>
                    <a:pt x="159116" y="211156"/>
                    <a:pt x="159085" y="214401"/>
                  </a:cubicBezTo>
                  <a:cubicBezTo>
                    <a:pt x="159085" y="214989"/>
                    <a:pt x="159084" y="215577"/>
                    <a:pt x="159084" y="216182"/>
                  </a:cubicBezTo>
                  <a:cubicBezTo>
                    <a:pt x="159082" y="217424"/>
                    <a:pt x="159076" y="218666"/>
                    <a:pt x="159067" y="219907"/>
                  </a:cubicBezTo>
                  <a:cubicBezTo>
                    <a:pt x="159053" y="221811"/>
                    <a:pt x="159052" y="223715"/>
                    <a:pt x="159052" y="225620"/>
                  </a:cubicBezTo>
                  <a:cubicBezTo>
                    <a:pt x="159048" y="226825"/>
                    <a:pt x="159044" y="228031"/>
                    <a:pt x="159039" y="229237"/>
                  </a:cubicBezTo>
                  <a:cubicBezTo>
                    <a:pt x="159038" y="229808"/>
                    <a:pt x="159037" y="230380"/>
                    <a:pt x="159036" y="230968"/>
                  </a:cubicBezTo>
                  <a:cubicBezTo>
                    <a:pt x="159000" y="234991"/>
                    <a:pt x="159000" y="234991"/>
                    <a:pt x="158170" y="236652"/>
                  </a:cubicBezTo>
                  <a:cubicBezTo>
                    <a:pt x="155432" y="237713"/>
                    <a:pt x="152493" y="237500"/>
                    <a:pt x="149600" y="237491"/>
                  </a:cubicBezTo>
                  <a:cubicBezTo>
                    <a:pt x="149035" y="237492"/>
                    <a:pt x="148469" y="237493"/>
                    <a:pt x="147886" y="237495"/>
                  </a:cubicBezTo>
                  <a:cubicBezTo>
                    <a:pt x="145990" y="237498"/>
                    <a:pt x="144093" y="237495"/>
                    <a:pt x="142197" y="237493"/>
                  </a:cubicBezTo>
                  <a:cubicBezTo>
                    <a:pt x="140837" y="237494"/>
                    <a:pt x="139478" y="237495"/>
                    <a:pt x="138119" y="237497"/>
                  </a:cubicBezTo>
                  <a:cubicBezTo>
                    <a:pt x="134426" y="237500"/>
                    <a:pt x="130733" y="237499"/>
                    <a:pt x="127040" y="237497"/>
                  </a:cubicBezTo>
                  <a:cubicBezTo>
                    <a:pt x="123178" y="237495"/>
                    <a:pt x="119316" y="237496"/>
                    <a:pt x="115454" y="237498"/>
                  </a:cubicBezTo>
                  <a:cubicBezTo>
                    <a:pt x="108968" y="237499"/>
                    <a:pt x="102483" y="237497"/>
                    <a:pt x="95997" y="237494"/>
                  </a:cubicBezTo>
                  <a:cubicBezTo>
                    <a:pt x="88495" y="237490"/>
                    <a:pt x="80993" y="237491"/>
                    <a:pt x="73490" y="237495"/>
                  </a:cubicBezTo>
                  <a:cubicBezTo>
                    <a:pt x="67053" y="237498"/>
                    <a:pt x="60616" y="237499"/>
                    <a:pt x="54179" y="237497"/>
                  </a:cubicBezTo>
                  <a:cubicBezTo>
                    <a:pt x="50332" y="237496"/>
                    <a:pt x="46486" y="237496"/>
                    <a:pt x="42640" y="237498"/>
                  </a:cubicBezTo>
                  <a:cubicBezTo>
                    <a:pt x="39024" y="237500"/>
                    <a:pt x="35408" y="237499"/>
                    <a:pt x="31792" y="237494"/>
                  </a:cubicBezTo>
                  <a:cubicBezTo>
                    <a:pt x="30464" y="237493"/>
                    <a:pt x="29135" y="237494"/>
                    <a:pt x="27807" y="237495"/>
                  </a:cubicBezTo>
                  <a:cubicBezTo>
                    <a:pt x="25996" y="237497"/>
                    <a:pt x="24186" y="237495"/>
                    <a:pt x="22375" y="237491"/>
                  </a:cubicBezTo>
                  <a:cubicBezTo>
                    <a:pt x="21847" y="237493"/>
                    <a:pt x="21320" y="237494"/>
                    <a:pt x="20776" y="237496"/>
                  </a:cubicBezTo>
                  <a:cubicBezTo>
                    <a:pt x="15659" y="237476"/>
                    <a:pt x="15659" y="237476"/>
                    <a:pt x="13806" y="236652"/>
                  </a:cubicBezTo>
                  <a:cubicBezTo>
                    <a:pt x="13437" y="235052"/>
                    <a:pt x="13437" y="235052"/>
                    <a:pt x="13440" y="232888"/>
                  </a:cubicBezTo>
                  <a:cubicBezTo>
                    <a:pt x="13434" y="232068"/>
                    <a:pt x="13428" y="231247"/>
                    <a:pt x="13422" y="230402"/>
                  </a:cubicBezTo>
                  <a:cubicBezTo>
                    <a:pt x="13431" y="229489"/>
                    <a:pt x="13439" y="228576"/>
                    <a:pt x="13448" y="227636"/>
                  </a:cubicBezTo>
                  <a:cubicBezTo>
                    <a:pt x="13446" y="226675"/>
                    <a:pt x="13443" y="225714"/>
                    <a:pt x="13441" y="224724"/>
                  </a:cubicBezTo>
                  <a:cubicBezTo>
                    <a:pt x="13434" y="222045"/>
                    <a:pt x="13446" y="219365"/>
                    <a:pt x="13461" y="216686"/>
                  </a:cubicBezTo>
                  <a:cubicBezTo>
                    <a:pt x="13474" y="213801"/>
                    <a:pt x="13469" y="210916"/>
                    <a:pt x="13467" y="208032"/>
                  </a:cubicBezTo>
                  <a:cubicBezTo>
                    <a:pt x="13465" y="203029"/>
                    <a:pt x="13475" y="198027"/>
                    <a:pt x="13492" y="193025"/>
                  </a:cubicBezTo>
                  <a:cubicBezTo>
                    <a:pt x="13516" y="185793"/>
                    <a:pt x="13523" y="178561"/>
                    <a:pt x="13527" y="171328"/>
                  </a:cubicBezTo>
                  <a:cubicBezTo>
                    <a:pt x="13534" y="159595"/>
                    <a:pt x="13554" y="147863"/>
                    <a:pt x="13582" y="136130"/>
                  </a:cubicBezTo>
                  <a:cubicBezTo>
                    <a:pt x="13609" y="124730"/>
                    <a:pt x="13630" y="113330"/>
                    <a:pt x="13643" y="101929"/>
                  </a:cubicBezTo>
                  <a:cubicBezTo>
                    <a:pt x="13644" y="101220"/>
                    <a:pt x="13644" y="100511"/>
                    <a:pt x="13645" y="99780"/>
                  </a:cubicBezTo>
                  <a:cubicBezTo>
                    <a:pt x="13651" y="94232"/>
                    <a:pt x="13657" y="88685"/>
                    <a:pt x="13663" y="83138"/>
                  </a:cubicBezTo>
                  <a:cubicBezTo>
                    <a:pt x="13691" y="55927"/>
                    <a:pt x="13751" y="28715"/>
                    <a:pt x="13806" y="1504"/>
                  </a:cubicBezTo>
                  <a:close/>
                </a:path>
              </a:pathLst>
            </a:custGeom>
            <a:grpFill/>
            <a:ln w="744" cap="flat">
              <a:noFill/>
              <a:prstDash val="solid"/>
              <a:miter/>
            </a:ln>
          </p:spPr>
          <p:txBody>
            <a:bodyPr rtlCol="0" anchor="ctr"/>
            <a:lstStyle/>
            <a:p>
              <a:endParaRPr lang="zh-CN" altLang="en-US"/>
            </a:p>
          </p:txBody>
        </p:sp>
        <p:sp>
          <p:nvSpPr>
            <p:cNvPr id="190" name="任意多边形: 形状 189"/>
            <p:cNvSpPr/>
            <p:nvPr/>
          </p:nvSpPr>
          <p:spPr>
            <a:xfrm>
              <a:off x="7243844" y="1392981"/>
              <a:ext cx="145185" cy="236019"/>
            </a:xfrm>
            <a:custGeom>
              <a:avLst/>
              <a:gdLst>
                <a:gd name="connsiteX0" fmla="*/ 10578 w 145188"/>
                <a:gd name="connsiteY0" fmla="*/ 1504 h 236010"/>
                <a:gd name="connsiteX1" fmla="*/ 149733 w 145188"/>
                <a:gd name="connsiteY1" fmla="*/ 1504 h 236010"/>
                <a:gd name="connsiteX2" fmla="*/ 149733 w 145188"/>
                <a:gd name="connsiteY2" fmla="*/ 32014 h 236010"/>
                <a:gd name="connsiteX3" fmla="*/ 40344 w 145188"/>
                <a:gd name="connsiteY3" fmla="*/ 32758 h 236010"/>
                <a:gd name="connsiteX4" fmla="*/ 40344 w 145188"/>
                <a:gd name="connsiteY4" fmla="*/ 99731 h 236010"/>
                <a:gd name="connsiteX5" fmla="*/ 62592 w 145188"/>
                <a:gd name="connsiteY5" fmla="*/ 99867 h 236010"/>
                <a:gd name="connsiteX6" fmla="*/ 76510 w 145188"/>
                <a:gd name="connsiteY6" fmla="*/ 99959 h 236010"/>
                <a:gd name="connsiteX7" fmla="*/ 98622 w 145188"/>
                <a:gd name="connsiteY7" fmla="*/ 100101 h 236010"/>
                <a:gd name="connsiteX8" fmla="*/ 114724 w 145188"/>
                <a:gd name="connsiteY8" fmla="*/ 100204 h 236010"/>
                <a:gd name="connsiteX9" fmla="*/ 123254 w 145188"/>
                <a:gd name="connsiteY9" fmla="*/ 100258 h 236010"/>
                <a:gd name="connsiteX10" fmla="*/ 131275 w 145188"/>
                <a:gd name="connsiteY10" fmla="*/ 100311 h 236010"/>
                <a:gd name="connsiteX11" fmla="*/ 135636 w 145188"/>
                <a:gd name="connsiteY11" fmla="*/ 100335 h 236010"/>
                <a:gd name="connsiteX12" fmla="*/ 138242 w 145188"/>
                <a:gd name="connsiteY12" fmla="*/ 100357 h 236010"/>
                <a:gd name="connsiteX13" fmla="*/ 140516 w 145188"/>
                <a:gd name="connsiteY13" fmla="*/ 100371 h 236010"/>
                <a:gd name="connsiteX14" fmla="*/ 143779 w 145188"/>
                <a:gd name="connsiteY14" fmla="*/ 101219 h 236010"/>
                <a:gd name="connsiteX15" fmla="*/ 143977 w 145188"/>
                <a:gd name="connsiteY15" fmla="*/ 107614 h 236010"/>
                <a:gd name="connsiteX16" fmla="*/ 143981 w 145188"/>
                <a:gd name="connsiteY16" fmla="*/ 109557 h 236010"/>
                <a:gd name="connsiteX17" fmla="*/ 143973 w 145188"/>
                <a:gd name="connsiteY17" fmla="*/ 113633 h 236010"/>
                <a:gd name="connsiteX18" fmla="*/ 143983 w 145188"/>
                <a:gd name="connsiteY18" fmla="*/ 119895 h 236010"/>
                <a:gd name="connsiteX19" fmla="*/ 143977 w 145188"/>
                <a:gd name="connsiteY19" fmla="*/ 123845 h 236010"/>
                <a:gd name="connsiteX20" fmla="*/ 143986 w 145188"/>
                <a:gd name="connsiteY20" fmla="*/ 125750 h 236010"/>
                <a:gd name="connsiteX21" fmla="*/ 143779 w 145188"/>
                <a:gd name="connsiteY21" fmla="*/ 130240 h 236010"/>
                <a:gd name="connsiteX22" fmla="*/ 138242 w 145188"/>
                <a:gd name="connsiteY22" fmla="*/ 131102 h 236010"/>
                <a:gd name="connsiteX23" fmla="*/ 135636 w 145188"/>
                <a:gd name="connsiteY23" fmla="*/ 131124 h 236010"/>
                <a:gd name="connsiteX24" fmla="*/ 132764 w 145188"/>
                <a:gd name="connsiteY24" fmla="*/ 131137 h 236010"/>
                <a:gd name="connsiteX25" fmla="*/ 129750 w 145188"/>
                <a:gd name="connsiteY25" fmla="*/ 131160 h 236010"/>
                <a:gd name="connsiteX26" fmla="*/ 121554 w 145188"/>
                <a:gd name="connsiteY26" fmla="*/ 131210 h 236010"/>
                <a:gd name="connsiteX27" fmla="*/ 112994 w 145188"/>
                <a:gd name="connsiteY27" fmla="*/ 131267 h 236010"/>
                <a:gd name="connsiteX28" fmla="*/ 96778 w 145188"/>
                <a:gd name="connsiteY28" fmla="*/ 131369 h 236010"/>
                <a:gd name="connsiteX29" fmla="*/ 78320 w 145188"/>
                <a:gd name="connsiteY29" fmla="*/ 131488 h 236010"/>
                <a:gd name="connsiteX30" fmla="*/ 40344 w 145188"/>
                <a:gd name="connsiteY30" fmla="*/ 131729 h 236010"/>
                <a:gd name="connsiteX31" fmla="*/ 40349 w 145188"/>
                <a:gd name="connsiteY31" fmla="*/ 134454 h 236010"/>
                <a:gd name="connsiteX32" fmla="*/ 40382 w 145188"/>
                <a:gd name="connsiteY32" fmla="*/ 159847 h 236010"/>
                <a:gd name="connsiteX33" fmla="*/ 40400 w 145188"/>
                <a:gd name="connsiteY33" fmla="*/ 172902 h 236010"/>
                <a:gd name="connsiteX34" fmla="*/ 40414 w 145188"/>
                <a:gd name="connsiteY34" fmla="*/ 185496 h 236010"/>
                <a:gd name="connsiteX35" fmla="*/ 40423 w 145188"/>
                <a:gd name="connsiteY35" fmla="*/ 190306 h 236010"/>
                <a:gd name="connsiteX36" fmla="*/ 40428 w 145188"/>
                <a:gd name="connsiteY36" fmla="*/ 197031 h 236010"/>
                <a:gd name="connsiteX37" fmla="*/ 40436 w 145188"/>
                <a:gd name="connsiteY37" fmla="*/ 199052 h 236010"/>
                <a:gd name="connsiteX38" fmla="*/ 40433 w 145188"/>
                <a:gd name="connsiteY38" fmla="*/ 200901 h 236010"/>
                <a:gd name="connsiteX39" fmla="*/ 40435 w 145188"/>
                <a:gd name="connsiteY39" fmla="*/ 202508 h 236010"/>
                <a:gd name="connsiteX40" fmla="*/ 39600 w 145188"/>
                <a:gd name="connsiteY40" fmla="*/ 206143 h 236010"/>
                <a:gd name="connsiteX41" fmla="*/ 41387 w 145188"/>
                <a:gd name="connsiteY41" fmla="*/ 206141 h 236010"/>
                <a:gd name="connsiteX42" fmla="*/ 84386 w 145188"/>
                <a:gd name="connsiteY42" fmla="*/ 206104 h 236010"/>
                <a:gd name="connsiteX43" fmla="*/ 105180 w 145188"/>
                <a:gd name="connsiteY43" fmla="*/ 206087 h 236010"/>
                <a:gd name="connsiteX44" fmla="*/ 123297 w 145188"/>
                <a:gd name="connsiteY44" fmla="*/ 206073 h 236010"/>
                <a:gd name="connsiteX45" fmla="*/ 132896 w 145188"/>
                <a:gd name="connsiteY45" fmla="*/ 206064 h 236010"/>
                <a:gd name="connsiteX46" fmla="*/ 141920 w 145188"/>
                <a:gd name="connsiteY46" fmla="*/ 206058 h 236010"/>
                <a:gd name="connsiteX47" fmla="*/ 145242 w 145188"/>
                <a:gd name="connsiteY47" fmla="*/ 206054 h 236010"/>
                <a:gd name="connsiteX48" fmla="*/ 149757 w 145188"/>
                <a:gd name="connsiteY48" fmla="*/ 206053 h 236010"/>
                <a:gd name="connsiteX49" fmla="*/ 152316 w 145188"/>
                <a:gd name="connsiteY49" fmla="*/ 206051 h 236010"/>
                <a:gd name="connsiteX50" fmla="*/ 154942 w 145188"/>
                <a:gd name="connsiteY50" fmla="*/ 206887 h 236010"/>
                <a:gd name="connsiteX51" fmla="*/ 155202 w 145188"/>
                <a:gd name="connsiteY51" fmla="*/ 219619 h 236010"/>
                <a:gd name="connsiteX52" fmla="*/ 155263 w 145188"/>
                <a:gd name="connsiteY52" fmla="*/ 223920 h 236010"/>
                <a:gd name="connsiteX53" fmla="*/ 155331 w 145188"/>
                <a:gd name="connsiteY53" fmla="*/ 230095 h 236010"/>
                <a:gd name="connsiteX54" fmla="*/ 155382 w 145188"/>
                <a:gd name="connsiteY54" fmla="*/ 232049 h 236010"/>
                <a:gd name="connsiteX55" fmla="*/ 154942 w 145188"/>
                <a:gd name="connsiteY55" fmla="*/ 236652 h 236010"/>
                <a:gd name="connsiteX56" fmla="*/ 145567 w 145188"/>
                <a:gd name="connsiteY56" fmla="*/ 237491 h 236010"/>
                <a:gd name="connsiteX57" fmla="*/ 143860 w 145188"/>
                <a:gd name="connsiteY57" fmla="*/ 237495 h 236010"/>
                <a:gd name="connsiteX58" fmla="*/ 138208 w 145188"/>
                <a:gd name="connsiteY58" fmla="*/ 237493 h 236010"/>
                <a:gd name="connsiteX59" fmla="*/ 134152 w 145188"/>
                <a:gd name="connsiteY59" fmla="*/ 237497 h 236010"/>
                <a:gd name="connsiteX60" fmla="*/ 123143 w 145188"/>
                <a:gd name="connsiteY60" fmla="*/ 237497 h 236010"/>
                <a:gd name="connsiteX61" fmla="*/ 111625 w 145188"/>
                <a:gd name="connsiteY61" fmla="*/ 237498 h 236010"/>
                <a:gd name="connsiteX62" fmla="*/ 92286 w 145188"/>
                <a:gd name="connsiteY62" fmla="*/ 237494 h 236010"/>
                <a:gd name="connsiteX63" fmla="*/ 69918 w 145188"/>
                <a:gd name="connsiteY63" fmla="*/ 237495 h 236010"/>
                <a:gd name="connsiteX64" fmla="*/ 50720 w 145188"/>
                <a:gd name="connsiteY64" fmla="*/ 237497 h 236010"/>
                <a:gd name="connsiteX65" fmla="*/ 39251 w 145188"/>
                <a:gd name="connsiteY65" fmla="*/ 237498 h 236010"/>
                <a:gd name="connsiteX66" fmla="*/ 28471 w 145188"/>
                <a:gd name="connsiteY66" fmla="*/ 237494 h 236010"/>
                <a:gd name="connsiteX67" fmla="*/ 24511 w 145188"/>
                <a:gd name="connsiteY67" fmla="*/ 237495 h 236010"/>
                <a:gd name="connsiteX68" fmla="*/ 19114 w 145188"/>
                <a:gd name="connsiteY68" fmla="*/ 237491 h 236010"/>
                <a:gd name="connsiteX69" fmla="*/ 17525 w 145188"/>
                <a:gd name="connsiteY69" fmla="*/ 237496 h 236010"/>
                <a:gd name="connsiteX70" fmla="*/ 10578 w 145188"/>
                <a:gd name="connsiteY70" fmla="*/ 236652 h 236010"/>
                <a:gd name="connsiteX71" fmla="*/ 10212 w 145188"/>
                <a:gd name="connsiteY71" fmla="*/ 232888 h 236010"/>
                <a:gd name="connsiteX72" fmla="*/ 10194 w 145188"/>
                <a:gd name="connsiteY72" fmla="*/ 230402 h 236010"/>
                <a:gd name="connsiteX73" fmla="*/ 10220 w 145188"/>
                <a:gd name="connsiteY73" fmla="*/ 227636 h 236010"/>
                <a:gd name="connsiteX74" fmla="*/ 10213 w 145188"/>
                <a:gd name="connsiteY74" fmla="*/ 224724 h 236010"/>
                <a:gd name="connsiteX75" fmla="*/ 10233 w 145188"/>
                <a:gd name="connsiteY75" fmla="*/ 216686 h 236010"/>
                <a:gd name="connsiteX76" fmla="*/ 10239 w 145188"/>
                <a:gd name="connsiteY76" fmla="*/ 208032 h 236010"/>
                <a:gd name="connsiteX77" fmla="*/ 10264 w 145188"/>
                <a:gd name="connsiteY77" fmla="*/ 193025 h 236010"/>
                <a:gd name="connsiteX78" fmla="*/ 10299 w 145188"/>
                <a:gd name="connsiteY78" fmla="*/ 171328 h 236010"/>
                <a:gd name="connsiteX79" fmla="*/ 10354 w 145188"/>
                <a:gd name="connsiteY79" fmla="*/ 136130 h 236010"/>
                <a:gd name="connsiteX80" fmla="*/ 10415 w 145188"/>
                <a:gd name="connsiteY80" fmla="*/ 101929 h 236010"/>
                <a:gd name="connsiteX81" fmla="*/ 10417 w 145188"/>
                <a:gd name="connsiteY81" fmla="*/ 99780 h 236010"/>
                <a:gd name="connsiteX82" fmla="*/ 10435 w 145188"/>
                <a:gd name="connsiteY82" fmla="*/ 83138 h 236010"/>
                <a:gd name="connsiteX83" fmla="*/ 10578 w 145188"/>
                <a:gd name="connsiteY83" fmla="*/ 1504 h 23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45188" h="236010">
                  <a:moveTo>
                    <a:pt x="10578" y="1504"/>
                  </a:moveTo>
                  <a:cubicBezTo>
                    <a:pt x="56499" y="1504"/>
                    <a:pt x="102420" y="1504"/>
                    <a:pt x="149733" y="1504"/>
                  </a:cubicBezTo>
                  <a:cubicBezTo>
                    <a:pt x="149733" y="11572"/>
                    <a:pt x="149733" y="21640"/>
                    <a:pt x="149733" y="32014"/>
                  </a:cubicBezTo>
                  <a:cubicBezTo>
                    <a:pt x="113634" y="32259"/>
                    <a:pt x="77536" y="32505"/>
                    <a:pt x="40344" y="32758"/>
                  </a:cubicBezTo>
                  <a:cubicBezTo>
                    <a:pt x="40344" y="54859"/>
                    <a:pt x="40344" y="76960"/>
                    <a:pt x="40344" y="99731"/>
                  </a:cubicBezTo>
                  <a:cubicBezTo>
                    <a:pt x="51357" y="99798"/>
                    <a:pt x="51357" y="99798"/>
                    <a:pt x="62592" y="99867"/>
                  </a:cubicBezTo>
                  <a:cubicBezTo>
                    <a:pt x="67232" y="99897"/>
                    <a:pt x="71871" y="99928"/>
                    <a:pt x="76510" y="99959"/>
                  </a:cubicBezTo>
                  <a:cubicBezTo>
                    <a:pt x="83881" y="100008"/>
                    <a:pt x="91252" y="100057"/>
                    <a:pt x="98622" y="100101"/>
                  </a:cubicBezTo>
                  <a:cubicBezTo>
                    <a:pt x="103990" y="100133"/>
                    <a:pt x="109357" y="100167"/>
                    <a:pt x="114724" y="100204"/>
                  </a:cubicBezTo>
                  <a:cubicBezTo>
                    <a:pt x="117567" y="100224"/>
                    <a:pt x="120410" y="100243"/>
                    <a:pt x="123254" y="100258"/>
                  </a:cubicBezTo>
                  <a:cubicBezTo>
                    <a:pt x="125928" y="100273"/>
                    <a:pt x="128601" y="100291"/>
                    <a:pt x="131275" y="100311"/>
                  </a:cubicBezTo>
                  <a:cubicBezTo>
                    <a:pt x="132729" y="100322"/>
                    <a:pt x="134183" y="100328"/>
                    <a:pt x="135636" y="100335"/>
                  </a:cubicBezTo>
                  <a:cubicBezTo>
                    <a:pt x="136926" y="100346"/>
                    <a:pt x="136926" y="100346"/>
                    <a:pt x="138242" y="100357"/>
                  </a:cubicBezTo>
                  <a:cubicBezTo>
                    <a:pt x="138992" y="100362"/>
                    <a:pt x="139743" y="100367"/>
                    <a:pt x="140516" y="100371"/>
                  </a:cubicBezTo>
                  <a:cubicBezTo>
                    <a:pt x="142291" y="100475"/>
                    <a:pt x="142291" y="100475"/>
                    <a:pt x="143779" y="101219"/>
                  </a:cubicBezTo>
                  <a:cubicBezTo>
                    <a:pt x="143931" y="103374"/>
                    <a:pt x="143987" y="105457"/>
                    <a:pt x="143977" y="107614"/>
                  </a:cubicBezTo>
                  <a:cubicBezTo>
                    <a:pt x="143978" y="108255"/>
                    <a:pt x="143980" y="108896"/>
                    <a:pt x="143981" y="109557"/>
                  </a:cubicBezTo>
                  <a:cubicBezTo>
                    <a:pt x="143982" y="110916"/>
                    <a:pt x="143980" y="112275"/>
                    <a:pt x="143973" y="113633"/>
                  </a:cubicBezTo>
                  <a:cubicBezTo>
                    <a:pt x="143965" y="115721"/>
                    <a:pt x="143973" y="117808"/>
                    <a:pt x="143983" y="119895"/>
                  </a:cubicBezTo>
                  <a:cubicBezTo>
                    <a:pt x="143982" y="121212"/>
                    <a:pt x="143980" y="122529"/>
                    <a:pt x="143977" y="123845"/>
                  </a:cubicBezTo>
                  <a:cubicBezTo>
                    <a:pt x="143980" y="124474"/>
                    <a:pt x="143983" y="125103"/>
                    <a:pt x="143986" y="125750"/>
                  </a:cubicBezTo>
                  <a:cubicBezTo>
                    <a:pt x="143974" y="127249"/>
                    <a:pt x="143885" y="128746"/>
                    <a:pt x="143779" y="130240"/>
                  </a:cubicBezTo>
                  <a:cubicBezTo>
                    <a:pt x="141841" y="131210"/>
                    <a:pt x="140414" y="131088"/>
                    <a:pt x="138242" y="131102"/>
                  </a:cubicBezTo>
                  <a:cubicBezTo>
                    <a:pt x="136952" y="131113"/>
                    <a:pt x="136952" y="131113"/>
                    <a:pt x="135636" y="131124"/>
                  </a:cubicBezTo>
                  <a:cubicBezTo>
                    <a:pt x="134688" y="131129"/>
                    <a:pt x="133740" y="131133"/>
                    <a:pt x="132764" y="131137"/>
                  </a:cubicBezTo>
                  <a:cubicBezTo>
                    <a:pt x="131759" y="131144"/>
                    <a:pt x="130754" y="131152"/>
                    <a:pt x="129750" y="131160"/>
                  </a:cubicBezTo>
                  <a:cubicBezTo>
                    <a:pt x="127018" y="131180"/>
                    <a:pt x="124286" y="131195"/>
                    <a:pt x="121554" y="131210"/>
                  </a:cubicBezTo>
                  <a:cubicBezTo>
                    <a:pt x="118701" y="131226"/>
                    <a:pt x="115847" y="131247"/>
                    <a:pt x="112994" y="131267"/>
                  </a:cubicBezTo>
                  <a:cubicBezTo>
                    <a:pt x="107589" y="131304"/>
                    <a:pt x="102184" y="131337"/>
                    <a:pt x="96778" y="131369"/>
                  </a:cubicBezTo>
                  <a:cubicBezTo>
                    <a:pt x="90626" y="131406"/>
                    <a:pt x="84473" y="131447"/>
                    <a:pt x="78320" y="131488"/>
                  </a:cubicBezTo>
                  <a:cubicBezTo>
                    <a:pt x="65661" y="131573"/>
                    <a:pt x="53003" y="131653"/>
                    <a:pt x="40344" y="131729"/>
                  </a:cubicBezTo>
                  <a:cubicBezTo>
                    <a:pt x="40345" y="132628"/>
                    <a:pt x="40347" y="133527"/>
                    <a:pt x="40349" y="134454"/>
                  </a:cubicBezTo>
                  <a:cubicBezTo>
                    <a:pt x="40364" y="142918"/>
                    <a:pt x="40375" y="151383"/>
                    <a:pt x="40382" y="159847"/>
                  </a:cubicBezTo>
                  <a:cubicBezTo>
                    <a:pt x="40386" y="164199"/>
                    <a:pt x="40392" y="168551"/>
                    <a:pt x="40400" y="172902"/>
                  </a:cubicBezTo>
                  <a:cubicBezTo>
                    <a:pt x="40408" y="177100"/>
                    <a:pt x="40413" y="181298"/>
                    <a:pt x="40414" y="185496"/>
                  </a:cubicBezTo>
                  <a:cubicBezTo>
                    <a:pt x="40416" y="187099"/>
                    <a:pt x="40419" y="188703"/>
                    <a:pt x="40423" y="190306"/>
                  </a:cubicBezTo>
                  <a:cubicBezTo>
                    <a:pt x="40428" y="192548"/>
                    <a:pt x="40429" y="194789"/>
                    <a:pt x="40428" y="197031"/>
                  </a:cubicBezTo>
                  <a:cubicBezTo>
                    <a:pt x="40431" y="197698"/>
                    <a:pt x="40434" y="198365"/>
                    <a:pt x="40436" y="199052"/>
                  </a:cubicBezTo>
                  <a:cubicBezTo>
                    <a:pt x="40435" y="199662"/>
                    <a:pt x="40434" y="200273"/>
                    <a:pt x="40433" y="200901"/>
                  </a:cubicBezTo>
                  <a:cubicBezTo>
                    <a:pt x="40434" y="201432"/>
                    <a:pt x="40435" y="201962"/>
                    <a:pt x="40435" y="202508"/>
                  </a:cubicBezTo>
                  <a:cubicBezTo>
                    <a:pt x="40344" y="203910"/>
                    <a:pt x="40344" y="203910"/>
                    <a:pt x="39600" y="206143"/>
                  </a:cubicBezTo>
                  <a:cubicBezTo>
                    <a:pt x="40485" y="206142"/>
                    <a:pt x="40485" y="206142"/>
                    <a:pt x="41387" y="206141"/>
                  </a:cubicBezTo>
                  <a:cubicBezTo>
                    <a:pt x="55720" y="206124"/>
                    <a:pt x="70053" y="206112"/>
                    <a:pt x="84386" y="206104"/>
                  </a:cubicBezTo>
                  <a:cubicBezTo>
                    <a:pt x="91317" y="206100"/>
                    <a:pt x="98249" y="206095"/>
                    <a:pt x="105180" y="206087"/>
                  </a:cubicBezTo>
                  <a:cubicBezTo>
                    <a:pt x="111219" y="206079"/>
                    <a:pt x="117258" y="206074"/>
                    <a:pt x="123297" y="206073"/>
                  </a:cubicBezTo>
                  <a:cubicBezTo>
                    <a:pt x="126496" y="206072"/>
                    <a:pt x="129696" y="206069"/>
                    <a:pt x="132896" y="206064"/>
                  </a:cubicBezTo>
                  <a:cubicBezTo>
                    <a:pt x="135904" y="206059"/>
                    <a:pt x="138912" y="206057"/>
                    <a:pt x="141920" y="206058"/>
                  </a:cubicBezTo>
                  <a:cubicBezTo>
                    <a:pt x="143027" y="206058"/>
                    <a:pt x="144134" y="206057"/>
                    <a:pt x="145242" y="206054"/>
                  </a:cubicBezTo>
                  <a:cubicBezTo>
                    <a:pt x="146747" y="206050"/>
                    <a:pt x="148252" y="206052"/>
                    <a:pt x="149757" y="206053"/>
                  </a:cubicBezTo>
                  <a:cubicBezTo>
                    <a:pt x="150602" y="206052"/>
                    <a:pt x="151446" y="206052"/>
                    <a:pt x="152316" y="206051"/>
                  </a:cubicBezTo>
                  <a:cubicBezTo>
                    <a:pt x="154197" y="206143"/>
                    <a:pt x="154197" y="206143"/>
                    <a:pt x="154942" y="206887"/>
                  </a:cubicBezTo>
                  <a:cubicBezTo>
                    <a:pt x="155159" y="211129"/>
                    <a:pt x="155175" y="215372"/>
                    <a:pt x="155202" y="219619"/>
                  </a:cubicBezTo>
                  <a:cubicBezTo>
                    <a:pt x="155214" y="221053"/>
                    <a:pt x="155235" y="222487"/>
                    <a:pt x="155263" y="223920"/>
                  </a:cubicBezTo>
                  <a:cubicBezTo>
                    <a:pt x="155304" y="225978"/>
                    <a:pt x="155320" y="228036"/>
                    <a:pt x="155331" y="230095"/>
                  </a:cubicBezTo>
                  <a:cubicBezTo>
                    <a:pt x="155348" y="230740"/>
                    <a:pt x="155365" y="231384"/>
                    <a:pt x="155382" y="232049"/>
                  </a:cubicBezTo>
                  <a:cubicBezTo>
                    <a:pt x="155376" y="233847"/>
                    <a:pt x="155376" y="233847"/>
                    <a:pt x="154942" y="236652"/>
                  </a:cubicBezTo>
                  <a:cubicBezTo>
                    <a:pt x="151944" y="237710"/>
                    <a:pt x="148715" y="237501"/>
                    <a:pt x="145567" y="237491"/>
                  </a:cubicBezTo>
                  <a:cubicBezTo>
                    <a:pt x="145004" y="237492"/>
                    <a:pt x="144441" y="237493"/>
                    <a:pt x="143860" y="237495"/>
                  </a:cubicBezTo>
                  <a:cubicBezTo>
                    <a:pt x="141976" y="237498"/>
                    <a:pt x="140092" y="237495"/>
                    <a:pt x="138208" y="237493"/>
                  </a:cubicBezTo>
                  <a:cubicBezTo>
                    <a:pt x="136856" y="237494"/>
                    <a:pt x="135504" y="237495"/>
                    <a:pt x="134152" y="237497"/>
                  </a:cubicBezTo>
                  <a:cubicBezTo>
                    <a:pt x="130482" y="237500"/>
                    <a:pt x="126813" y="237499"/>
                    <a:pt x="123143" y="237497"/>
                  </a:cubicBezTo>
                  <a:cubicBezTo>
                    <a:pt x="119304" y="237495"/>
                    <a:pt x="115465" y="237496"/>
                    <a:pt x="111625" y="237498"/>
                  </a:cubicBezTo>
                  <a:cubicBezTo>
                    <a:pt x="105179" y="237499"/>
                    <a:pt x="98733" y="237497"/>
                    <a:pt x="92286" y="237494"/>
                  </a:cubicBezTo>
                  <a:cubicBezTo>
                    <a:pt x="84830" y="237490"/>
                    <a:pt x="77374" y="237491"/>
                    <a:pt x="69918" y="237495"/>
                  </a:cubicBezTo>
                  <a:cubicBezTo>
                    <a:pt x="63519" y="237498"/>
                    <a:pt x="57120" y="237499"/>
                    <a:pt x="50720" y="237497"/>
                  </a:cubicBezTo>
                  <a:cubicBezTo>
                    <a:pt x="46897" y="237496"/>
                    <a:pt x="43074" y="237496"/>
                    <a:pt x="39251" y="237498"/>
                  </a:cubicBezTo>
                  <a:cubicBezTo>
                    <a:pt x="35658" y="237500"/>
                    <a:pt x="32064" y="237499"/>
                    <a:pt x="28471" y="237494"/>
                  </a:cubicBezTo>
                  <a:cubicBezTo>
                    <a:pt x="27151" y="237493"/>
                    <a:pt x="25831" y="237494"/>
                    <a:pt x="24511" y="237495"/>
                  </a:cubicBezTo>
                  <a:cubicBezTo>
                    <a:pt x="22712" y="237497"/>
                    <a:pt x="20913" y="237495"/>
                    <a:pt x="19114" y="237491"/>
                  </a:cubicBezTo>
                  <a:cubicBezTo>
                    <a:pt x="18590" y="237493"/>
                    <a:pt x="18065" y="237494"/>
                    <a:pt x="17525" y="237496"/>
                  </a:cubicBezTo>
                  <a:cubicBezTo>
                    <a:pt x="12432" y="237476"/>
                    <a:pt x="12432" y="237476"/>
                    <a:pt x="10578" y="236652"/>
                  </a:cubicBezTo>
                  <a:cubicBezTo>
                    <a:pt x="10209" y="235052"/>
                    <a:pt x="10209" y="235052"/>
                    <a:pt x="10212" y="232888"/>
                  </a:cubicBezTo>
                  <a:cubicBezTo>
                    <a:pt x="10206" y="232068"/>
                    <a:pt x="10200" y="231247"/>
                    <a:pt x="10194" y="230402"/>
                  </a:cubicBezTo>
                  <a:cubicBezTo>
                    <a:pt x="10203" y="229489"/>
                    <a:pt x="10211" y="228576"/>
                    <a:pt x="10220" y="227636"/>
                  </a:cubicBezTo>
                  <a:cubicBezTo>
                    <a:pt x="10218" y="226675"/>
                    <a:pt x="10215" y="225714"/>
                    <a:pt x="10213" y="224724"/>
                  </a:cubicBezTo>
                  <a:cubicBezTo>
                    <a:pt x="10206" y="222045"/>
                    <a:pt x="10218" y="219365"/>
                    <a:pt x="10233" y="216686"/>
                  </a:cubicBezTo>
                  <a:cubicBezTo>
                    <a:pt x="10246" y="213801"/>
                    <a:pt x="10241" y="210916"/>
                    <a:pt x="10239" y="208032"/>
                  </a:cubicBezTo>
                  <a:cubicBezTo>
                    <a:pt x="10237" y="203029"/>
                    <a:pt x="10247" y="198027"/>
                    <a:pt x="10264" y="193025"/>
                  </a:cubicBezTo>
                  <a:cubicBezTo>
                    <a:pt x="10288" y="185793"/>
                    <a:pt x="10295" y="178561"/>
                    <a:pt x="10299" y="171328"/>
                  </a:cubicBezTo>
                  <a:cubicBezTo>
                    <a:pt x="10306" y="159595"/>
                    <a:pt x="10326" y="147863"/>
                    <a:pt x="10354" y="136130"/>
                  </a:cubicBezTo>
                  <a:cubicBezTo>
                    <a:pt x="10381" y="124730"/>
                    <a:pt x="10402" y="113330"/>
                    <a:pt x="10415" y="101929"/>
                  </a:cubicBezTo>
                  <a:cubicBezTo>
                    <a:pt x="10416" y="101220"/>
                    <a:pt x="10416" y="100511"/>
                    <a:pt x="10417" y="99780"/>
                  </a:cubicBezTo>
                  <a:cubicBezTo>
                    <a:pt x="10423" y="94232"/>
                    <a:pt x="10429" y="88685"/>
                    <a:pt x="10435" y="83138"/>
                  </a:cubicBezTo>
                  <a:cubicBezTo>
                    <a:pt x="10463" y="55927"/>
                    <a:pt x="10523" y="28715"/>
                    <a:pt x="10578" y="1504"/>
                  </a:cubicBezTo>
                  <a:close/>
                </a:path>
              </a:pathLst>
            </a:custGeom>
            <a:grpFill/>
            <a:ln w="744" cap="flat">
              <a:noFill/>
              <a:prstDash val="solid"/>
              <a:miter/>
            </a:ln>
          </p:spPr>
          <p:txBody>
            <a:bodyPr rtlCol="0" anchor="ctr"/>
            <a:lstStyle/>
            <a:p>
              <a:endParaRPr lang="zh-CN" altLang="en-US"/>
            </a:p>
          </p:txBody>
        </p:sp>
        <p:sp>
          <p:nvSpPr>
            <p:cNvPr id="191" name="任意多边形: 形状 190"/>
            <p:cNvSpPr/>
            <p:nvPr/>
          </p:nvSpPr>
          <p:spPr>
            <a:xfrm>
              <a:off x="10528341" y="1392776"/>
              <a:ext cx="150991" cy="236296"/>
            </a:xfrm>
            <a:custGeom>
              <a:avLst/>
              <a:gdLst>
                <a:gd name="connsiteX0" fmla="*/ 20333 w 150992"/>
                <a:gd name="connsiteY0" fmla="*/ 1608 h 236287"/>
                <a:gd name="connsiteX1" fmla="*/ 22238 w 150992"/>
                <a:gd name="connsiteY1" fmla="*/ 1612 h 236287"/>
                <a:gd name="connsiteX2" fmla="*/ 24181 w 150992"/>
                <a:gd name="connsiteY2" fmla="*/ 1610 h 236287"/>
                <a:gd name="connsiteX3" fmla="*/ 28257 w 150992"/>
                <a:gd name="connsiteY3" fmla="*/ 1614 h 236287"/>
                <a:gd name="connsiteX4" fmla="*/ 34519 w 150992"/>
                <a:gd name="connsiteY4" fmla="*/ 1609 h 236287"/>
                <a:gd name="connsiteX5" fmla="*/ 38469 w 150992"/>
                <a:gd name="connsiteY5" fmla="*/ 1612 h 236287"/>
                <a:gd name="connsiteX6" fmla="*/ 40374 w 150992"/>
                <a:gd name="connsiteY6" fmla="*/ 1608 h 236287"/>
                <a:gd name="connsiteX7" fmla="*/ 45609 w 150992"/>
                <a:gd name="connsiteY7" fmla="*/ 2455 h 236287"/>
                <a:gd name="connsiteX8" fmla="*/ 45698 w 150992"/>
                <a:gd name="connsiteY8" fmla="*/ 6133 h 236287"/>
                <a:gd name="connsiteX9" fmla="*/ 45701 w 150992"/>
                <a:gd name="connsiteY9" fmla="*/ 8545 h 236287"/>
                <a:gd name="connsiteX10" fmla="*/ 45693 w 150992"/>
                <a:gd name="connsiteY10" fmla="*/ 11215 h 236287"/>
                <a:gd name="connsiteX11" fmla="*/ 45693 w 150992"/>
                <a:gd name="connsiteY11" fmla="*/ 14009 h 236287"/>
                <a:gd name="connsiteX12" fmla="*/ 45684 w 150992"/>
                <a:gd name="connsiteY12" fmla="*/ 21614 h 236287"/>
                <a:gd name="connsiteX13" fmla="*/ 45678 w 150992"/>
                <a:gd name="connsiteY13" fmla="*/ 29555 h 236287"/>
                <a:gd name="connsiteX14" fmla="*/ 45662 w 150992"/>
                <a:gd name="connsiteY14" fmla="*/ 44600 h 236287"/>
                <a:gd name="connsiteX15" fmla="*/ 45644 w 150992"/>
                <a:gd name="connsiteY15" fmla="*/ 64925 h 236287"/>
                <a:gd name="connsiteX16" fmla="*/ 45609 w 150992"/>
                <a:gd name="connsiteY16" fmla="*/ 96961 h 236287"/>
                <a:gd name="connsiteX17" fmla="*/ 137882 w 150992"/>
                <a:gd name="connsiteY17" fmla="*/ 96961 h 236287"/>
                <a:gd name="connsiteX18" fmla="*/ 135650 w 150992"/>
                <a:gd name="connsiteY18" fmla="*/ 93985 h 236287"/>
                <a:gd name="connsiteX19" fmla="*/ 135461 w 150992"/>
                <a:gd name="connsiteY19" fmla="*/ 90425 h 236287"/>
                <a:gd name="connsiteX20" fmla="*/ 135448 w 150992"/>
                <a:gd name="connsiteY20" fmla="*/ 88092 h 236287"/>
                <a:gd name="connsiteX21" fmla="*/ 135457 w 150992"/>
                <a:gd name="connsiteY21" fmla="*/ 85510 h 236287"/>
                <a:gd name="connsiteX22" fmla="*/ 135449 w 150992"/>
                <a:gd name="connsiteY22" fmla="*/ 82808 h 236287"/>
                <a:gd name="connsiteX23" fmla="*/ 135450 w 150992"/>
                <a:gd name="connsiteY23" fmla="*/ 75451 h 236287"/>
                <a:gd name="connsiteX24" fmla="*/ 135448 w 150992"/>
                <a:gd name="connsiteY24" fmla="*/ 67768 h 236287"/>
                <a:gd name="connsiteX25" fmla="*/ 135456 w 150992"/>
                <a:gd name="connsiteY25" fmla="*/ 54864 h 236287"/>
                <a:gd name="connsiteX26" fmla="*/ 135453 w 150992"/>
                <a:gd name="connsiteY26" fmla="*/ 39924 h 236287"/>
                <a:gd name="connsiteX27" fmla="*/ 135449 w 150992"/>
                <a:gd name="connsiteY27" fmla="*/ 27120 h 236287"/>
                <a:gd name="connsiteX28" fmla="*/ 135447 w 150992"/>
                <a:gd name="connsiteY28" fmla="*/ 19462 h 236287"/>
                <a:gd name="connsiteX29" fmla="*/ 135457 w 150992"/>
                <a:gd name="connsiteY29" fmla="*/ 10930 h 236287"/>
                <a:gd name="connsiteX30" fmla="*/ 135448 w 150992"/>
                <a:gd name="connsiteY30" fmla="*/ 8348 h 236287"/>
                <a:gd name="connsiteX31" fmla="*/ 135461 w 150992"/>
                <a:gd name="connsiteY31" fmla="*/ 6015 h 236287"/>
                <a:gd name="connsiteX32" fmla="*/ 135462 w 150992"/>
                <a:gd name="connsiteY32" fmla="*/ 3974 h 236287"/>
                <a:gd name="connsiteX33" fmla="*/ 135650 w 150992"/>
                <a:gd name="connsiteY33" fmla="*/ 2455 h 236287"/>
                <a:gd name="connsiteX34" fmla="*/ 143469 w 150992"/>
                <a:gd name="connsiteY34" fmla="*/ 1639 h 236287"/>
                <a:gd name="connsiteX35" fmla="*/ 145364 w 150992"/>
                <a:gd name="connsiteY35" fmla="*/ 1642 h 236287"/>
                <a:gd name="connsiteX36" fmla="*/ 151370 w 150992"/>
                <a:gd name="connsiteY36" fmla="*/ 1665 h 236287"/>
                <a:gd name="connsiteX37" fmla="*/ 155436 w 150992"/>
                <a:gd name="connsiteY37" fmla="*/ 1675 h 236287"/>
                <a:gd name="connsiteX38" fmla="*/ 165415 w 150992"/>
                <a:gd name="connsiteY38" fmla="*/ 1711 h 236287"/>
                <a:gd name="connsiteX39" fmla="*/ 165491 w 150992"/>
                <a:gd name="connsiteY39" fmla="*/ 91543 h 236287"/>
                <a:gd name="connsiteX40" fmla="*/ 165497 w 150992"/>
                <a:gd name="connsiteY40" fmla="*/ 102137 h 236287"/>
                <a:gd name="connsiteX41" fmla="*/ 165498 w 150992"/>
                <a:gd name="connsiteY41" fmla="*/ 104267 h 236287"/>
                <a:gd name="connsiteX42" fmla="*/ 165530 w 150992"/>
                <a:gd name="connsiteY42" fmla="*/ 138464 h 236287"/>
                <a:gd name="connsiteX43" fmla="*/ 165555 w 150992"/>
                <a:gd name="connsiteY43" fmla="*/ 173527 h 236287"/>
                <a:gd name="connsiteX44" fmla="*/ 165576 w 150992"/>
                <a:gd name="connsiteY44" fmla="*/ 195180 h 236287"/>
                <a:gd name="connsiteX45" fmla="*/ 165584 w 150992"/>
                <a:gd name="connsiteY45" fmla="*/ 210008 h 236287"/>
                <a:gd name="connsiteX46" fmla="*/ 165593 w 150992"/>
                <a:gd name="connsiteY46" fmla="*/ 218576 h 236287"/>
                <a:gd name="connsiteX47" fmla="*/ 165594 w 150992"/>
                <a:gd name="connsiteY47" fmla="*/ 227843 h 236287"/>
                <a:gd name="connsiteX48" fmla="*/ 165607 w 150992"/>
                <a:gd name="connsiteY48" fmla="*/ 230609 h 236287"/>
                <a:gd name="connsiteX49" fmla="*/ 165598 w 150992"/>
                <a:gd name="connsiteY49" fmla="*/ 233096 h 236287"/>
                <a:gd name="connsiteX50" fmla="*/ 165600 w 150992"/>
                <a:gd name="connsiteY50" fmla="*/ 235259 h 236287"/>
                <a:gd name="connsiteX51" fmla="*/ 165415 w 150992"/>
                <a:gd name="connsiteY51" fmla="*/ 236860 h 236287"/>
                <a:gd name="connsiteX52" fmla="*/ 158541 w 150992"/>
                <a:gd name="connsiteY52" fmla="*/ 237729 h 236287"/>
                <a:gd name="connsiteX53" fmla="*/ 156922 w 150992"/>
                <a:gd name="connsiteY53" fmla="*/ 237736 h 236287"/>
                <a:gd name="connsiteX54" fmla="*/ 153527 w 150992"/>
                <a:gd name="connsiteY54" fmla="*/ 237742 h 236287"/>
                <a:gd name="connsiteX55" fmla="*/ 148354 w 150992"/>
                <a:gd name="connsiteY55" fmla="*/ 237771 h 236287"/>
                <a:gd name="connsiteX56" fmla="*/ 145053 w 150992"/>
                <a:gd name="connsiteY56" fmla="*/ 237775 h 236287"/>
                <a:gd name="connsiteX57" fmla="*/ 143498 w 150992"/>
                <a:gd name="connsiteY57" fmla="*/ 237791 h 236287"/>
                <a:gd name="connsiteX58" fmla="*/ 135650 w 150992"/>
                <a:gd name="connsiteY58" fmla="*/ 236115 h 236287"/>
                <a:gd name="connsiteX59" fmla="*/ 135192 w 150992"/>
                <a:gd name="connsiteY59" fmla="*/ 231958 h 236287"/>
                <a:gd name="connsiteX60" fmla="*/ 135170 w 150992"/>
                <a:gd name="connsiteY60" fmla="*/ 229280 h 236287"/>
                <a:gd name="connsiteX61" fmla="*/ 135204 w 150992"/>
                <a:gd name="connsiteY61" fmla="*/ 226327 h 236287"/>
                <a:gd name="connsiteX62" fmla="*/ 135195 w 150992"/>
                <a:gd name="connsiteY62" fmla="*/ 223228 h 236287"/>
                <a:gd name="connsiteX63" fmla="*/ 135223 w 150992"/>
                <a:gd name="connsiteY63" fmla="*/ 214802 h 236287"/>
                <a:gd name="connsiteX64" fmla="*/ 135239 w 150992"/>
                <a:gd name="connsiteY64" fmla="*/ 205999 h 236287"/>
                <a:gd name="connsiteX65" fmla="*/ 135287 w 150992"/>
                <a:gd name="connsiteY65" fmla="*/ 191216 h 236287"/>
                <a:gd name="connsiteX66" fmla="*/ 135334 w 150992"/>
                <a:gd name="connsiteY66" fmla="*/ 174101 h 236287"/>
                <a:gd name="connsiteX67" fmla="*/ 135369 w 150992"/>
                <a:gd name="connsiteY67" fmla="*/ 155912 h 236287"/>
                <a:gd name="connsiteX68" fmla="*/ 135378 w 150992"/>
                <a:gd name="connsiteY68" fmla="*/ 150656 h 236287"/>
                <a:gd name="connsiteX69" fmla="*/ 135413 w 150992"/>
                <a:gd name="connsiteY69" fmla="*/ 142413 h 236287"/>
                <a:gd name="connsiteX70" fmla="*/ 135423 w 150992"/>
                <a:gd name="connsiteY70" fmla="*/ 137926 h 236287"/>
                <a:gd name="connsiteX71" fmla="*/ 135446 w 150992"/>
                <a:gd name="connsiteY71" fmla="*/ 135254 h 236287"/>
                <a:gd name="connsiteX72" fmla="*/ 135456 w 150992"/>
                <a:gd name="connsiteY72" fmla="*/ 132918 h 236287"/>
                <a:gd name="connsiteX73" fmla="*/ 135650 w 150992"/>
                <a:gd name="connsiteY73" fmla="*/ 131192 h 236287"/>
                <a:gd name="connsiteX74" fmla="*/ 137138 w 150992"/>
                <a:gd name="connsiteY74" fmla="*/ 130448 h 236287"/>
                <a:gd name="connsiteX75" fmla="*/ 137882 w 150992"/>
                <a:gd name="connsiteY75" fmla="*/ 128215 h 236287"/>
                <a:gd name="connsiteX76" fmla="*/ 45609 w 150992"/>
                <a:gd name="connsiteY76" fmla="*/ 128215 h 236287"/>
                <a:gd name="connsiteX77" fmla="*/ 45687 w 150992"/>
                <a:gd name="connsiteY77" fmla="*/ 151955 h 236287"/>
                <a:gd name="connsiteX78" fmla="*/ 45718 w 150992"/>
                <a:gd name="connsiteY78" fmla="*/ 166799 h 236287"/>
                <a:gd name="connsiteX79" fmla="*/ 45777 w 150992"/>
                <a:gd name="connsiteY79" fmla="*/ 190386 h 236287"/>
                <a:gd name="connsiteX80" fmla="*/ 45819 w 150992"/>
                <a:gd name="connsiteY80" fmla="*/ 207561 h 236287"/>
                <a:gd name="connsiteX81" fmla="*/ 45845 w 150992"/>
                <a:gd name="connsiteY81" fmla="*/ 216660 h 236287"/>
                <a:gd name="connsiteX82" fmla="*/ 45861 w 150992"/>
                <a:gd name="connsiteY82" fmla="*/ 225216 h 236287"/>
                <a:gd name="connsiteX83" fmla="*/ 45875 w 150992"/>
                <a:gd name="connsiteY83" fmla="*/ 228365 h 236287"/>
                <a:gd name="connsiteX84" fmla="*/ 45877 w 150992"/>
                <a:gd name="connsiteY84" fmla="*/ 232646 h 236287"/>
                <a:gd name="connsiteX85" fmla="*/ 45883 w 150992"/>
                <a:gd name="connsiteY85" fmla="*/ 235071 h 236287"/>
                <a:gd name="connsiteX86" fmla="*/ 45609 w 150992"/>
                <a:gd name="connsiteY86" fmla="*/ 236860 h 236287"/>
                <a:gd name="connsiteX87" fmla="*/ 37917 w 150992"/>
                <a:gd name="connsiteY87" fmla="*/ 237703 h 236287"/>
                <a:gd name="connsiteX88" fmla="*/ 36302 w 150992"/>
                <a:gd name="connsiteY88" fmla="*/ 237705 h 236287"/>
                <a:gd name="connsiteX89" fmla="*/ 32920 w 150992"/>
                <a:gd name="connsiteY89" fmla="*/ 237701 h 236287"/>
                <a:gd name="connsiteX90" fmla="*/ 27767 w 150992"/>
                <a:gd name="connsiteY90" fmla="*/ 237706 h 236287"/>
                <a:gd name="connsiteX91" fmla="*/ 24476 w 150992"/>
                <a:gd name="connsiteY91" fmla="*/ 237703 h 236287"/>
                <a:gd name="connsiteX92" fmla="*/ 22928 w 150992"/>
                <a:gd name="connsiteY92" fmla="*/ 237707 h 236287"/>
                <a:gd name="connsiteX93" fmla="*/ 15099 w 150992"/>
                <a:gd name="connsiteY93" fmla="*/ 236860 h 236287"/>
                <a:gd name="connsiteX94" fmla="*/ 14639 w 150992"/>
                <a:gd name="connsiteY94" fmla="*/ 233109 h 236287"/>
                <a:gd name="connsiteX95" fmla="*/ 14615 w 150992"/>
                <a:gd name="connsiteY95" fmla="*/ 230632 h 236287"/>
                <a:gd name="connsiteX96" fmla="*/ 14646 w 150992"/>
                <a:gd name="connsiteY96" fmla="*/ 227876 h 236287"/>
                <a:gd name="connsiteX97" fmla="*/ 14635 w 150992"/>
                <a:gd name="connsiteY97" fmla="*/ 224975 h 236287"/>
                <a:gd name="connsiteX98" fmla="*/ 14656 w 150992"/>
                <a:gd name="connsiteY98" fmla="*/ 216967 h 236287"/>
                <a:gd name="connsiteX99" fmla="*/ 14659 w 150992"/>
                <a:gd name="connsiteY99" fmla="*/ 208345 h 236287"/>
                <a:gd name="connsiteX100" fmla="*/ 14690 w 150992"/>
                <a:gd name="connsiteY100" fmla="*/ 191439 h 236287"/>
                <a:gd name="connsiteX101" fmla="*/ 14719 w 150992"/>
                <a:gd name="connsiteY101" fmla="*/ 171773 h 236287"/>
                <a:gd name="connsiteX102" fmla="*/ 14777 w 150992"/>
                <a:gd name="connsiteY102" fmla="*/ 136696 h 236287"/>
                <a:gd name="connsiteX103" fmla="*/ 14838 w 150992"/>
                <a:gd name="connsiteY103" fmla="*/ 102619 h 236287"/>
                <a:gd name="connsiteX104" fmla="*/ 14840 w 150992"/>
                <a:gd name="connsiteY104" fmla="*/ 100499 h 236287"/>
                <a:gd name="connsiteX105" fmla="*/ 14846 w 150992"/>
                <a:gd name="connsiteY105" fmla="*/ 92065 h 236287"/>
                <a:gd name="connsiteX106" fmla="*/ 14892 w 150992"/>
                <a:gd name="connsiteY106" fmla="*/ 55735 h 236287"/>
                <a:gd name="connsiteX107" fmla="*/ 14901 w 150992"/>
                <a:gd name="connsiteY107" fmla="*/ 49839 h 236287"/>
                <a:gd name="connsiteX108" fmla="*/ 14942 w 150992"/>
                <a:gd name="connsiteY108" fmla="*/ 29208 h 236287"/>
                <a:gd name="connsiteX109" fmla="*/ 14960 w 150992"/>
                <a:gd name="connsiteY109" fmla="*/ 20671 h 236287"/>
                <a:gd name="connsiteX110" fmla="*/ 14984 w 150992"/>
                <a:gd name="connsiteY110" fmla="*/ 11439 h 236287"/>
                <a:gd name="connsiteX111" fmla="*/ 14985 w 150992"/>
                <a:gd name="connsiteY111" fmla="*/ 8683 h 236287"/>
                <a:gd name="connsiteX112" fmla="*/ 14997 w 150992"/>
                <a:gd name="connsiteY112" fmla="*/ 6206 h 236287"/>
                <a:gd name="connsiteX113" fmla="*/ 15002 w 150992"/>
                <a:gd name="connsiteY113" fmla="*/ 4050 h 236287"/>
                <a:gd name="connsiteX114" fmla="*/ 20333 w 150992"/>
                <a:gd name="connsiteY114" fmla="*/ 1608 h 23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50992" h="236287">
                  <a:moveTo>
                    <a:pt x="20333" y="1608"/>
                  </a:moveTo>
                  <a:cubicBezTo>
                    <a:pt x="20962" y="1609"/>
                    <a:pt x="21590" y="1611"/>
                    <a:pt x="22238" y="1612"/>
                  </a:cubicBezTo>
                  <a:cubicBezTo>
                    <a:pt x="22879" y="1612"/>
                    <a:pt x="23521" y="1611"/>
                    <a:pt x="24181" y="1610"/>
                  </a:cubicBezTo>
                  <a:cubicBezTo>
                    <a:pt x="25540" y="1610"/>
                    <a:pt x="26899" y="1611"/>
                    <a:pt x="28257" y="1614"/>
                  </a:cubicBezTo>
                  <a:cubicBezTo>
                    <a:pt x="30345" y="1618"/>
                    <a:pt x="32432" y="1614"/>
                    <a:pt x="34519" y="1609"/>
                  </a:cubicBezTo>
                  <a:cubicBezTo>
                    <a:pt x="35836" y="1610"/>
                    <a:pt x="37153" y="1611"/>
                    <a:pt x="38469" y="1612"/>
                  </a:cubicBezTo>
                  <a:cubicBezTo>
                    <a:pt x="39098" y="1611"/>
                    <a:pt x="39727" y="1609"/>
                    <a:pt x="40374" y="1608"/>
                  </a:cubicBezTo>
                  <a:cubicBezTo>
                    <a:pt x="44779" y="1626"/>
                    <a:pt x="44779" y="1626"/>
                    <a:pt x="45609" y="2455"/>
                  </a:cubicBezTo>
                  <a:cubicBezTo>
                    <a:pt x="45680" y="3679"/>
                    <a:pt x="45699" y="4907"/>
                    <a:pt x="45698" y="6133"/>
                  </a:cubicBezTo>
                  <a:cubicBezTo>
                    <a:pt x="45699" y="6929"/>
                    <a:pt x="45700" y="7725"/>
                    <a:pt x="45701" y="8545"/>
                  </a:cubicBezTo>
                  <a:cubicBezTo>
                    <a:pt x="45697" y="9867"/>
                    <a:pt x="45697" y="9867"/>
                    <a:pt x="45693" y="11215"/>
                  </a:cubicBezTo>
                  <a:cubicBezTo>
                    <a:pt x="45693" y="12137"/>
                    <a:pt x="45693" y="13059"/>
                    <a:pt x="45693" y="14009"/>
                  </a:cubicBezTo>
                  <a:cubicBezTo>
                    <a:pt x="45693" y="16544"/>
                    <a:pt x="45689" y="19079"/>
                    <a:pt x="45684" y="21614"/>
                  </a:cubicBezTo>
                  <a:cubicBezTo>
                    <a:pt x="45679" y="24261"/>
                    <a:pt x="45679" y="26908"/>
                    <a:pt x="45678" y="29555"/>
                  </a:cubicBezTo>
                  <a:cubicBezTo>
                    <a:pt x="45676" y="34570"/>
                    <a:pt x="45670" y="39585"/>
                    <a:pt x="45662" y="44600"/>
                  </a:cubicBezTo>
                  <a:cubicBezTo>
                    <a:pt x="45652" y="51375"/>
                    <a:pt x="45648" y="58150"/>
                    <a:pt x="45644" y="64925"/>
                  </a:cubicBezTo>
                  <a:cubicBezTo>
                    <a:pt x="45637" y="75603"/>
                    <a:pt x="45622" y="86282"/>
                    <a:pt x="45609" y="96961"/>
                  </a:cubicBezTo>
                  <a:cubicBezTo>
                    <a:pt x="76059" y="96961"/>
                    <a:pt x="106509" y="96961"/>
                    <a:pt x="137882" y="96961"/>
                  </a:cubicBezTo>
                  <a:cubicBezTo>
                    <a:pt x="137401" y="94641"/>
                    <a:pt x="137401" y="94641"/>
                    <a:pt x="135650" y="93985"/>
                  </a:cubicBezTo>
                  <a:cubicBezTo>
                    <a:pt x="135462" y="92466"/>
                    <a:pt x="135462" y="92466"/>
                    <a:pt x="135461" y="90425"/>
                  </a:cubicBezTo>
                  <a:cubicBezTo>
                    <a:pt x="135454" y="89270"/>
                    <a:pt x="135454" y="89270"/>
                    <a:pt x="135448" y="88092"/>
                  </a:cubicBezTo>
                  <a:cubicBezTo>
                    <a:pt x="135452" y="86814"/>
                    <a:pt x="135452" y="86814"/>
                    <a:pt x="135457" y="85510"/>
                  </a:cubicBezTo>
                  <a:cubicBezTo>
                    <a:pt x="135453" y="84172"/>
                    <a:pt x="135453" y="84172"/>
                    <a:pt x="135449" y="82808"/>
                  </a:cubicBezTo>
                  <a:cubicBezTo>
                    <a:pt x="135444" y="80356"/>
                    <a:pt x="135445" y="77904"/>
                    <a:pt x="135450" y="75451"/>
                  </a:cubicBezTo>
                  <a:cubicBezTo>
                    <a:pt x="135453" y="72890"/>
                    <a:pt x="135450" y="70329"/>
                    <a:pt x="135448" y="67768"/>
                  </a:cubicBezTo>
                  <a:cubicBezTo>
                    <a:pt x="135445" y="63467"/>
                    <a:pt x="135448" y="59165"/>
                    <a:pt x="135456" y="54864"/>
                  </a:cubicBezTo>
                  <a:cubicBezTo>
                    <a:pt x="135464" y="49884"/>
                    <a:pt x="135461" y="44904"/>
                    <a:pt x="135453" y="39924"/>
                  </a:cubicBezTo>
                  <a:cubicBezTo>
                    <a:pt x="135446" y="35656"/>
                    <a:pt x="135445" y="31388"/>
                    <a:pt x="135449" y="27120"/>
                  </a:cubicBezTo>
                  <a:cubicBezTo>
                    <a:pt x="135451" y="24567"/>
                    <a:pt x="135452" y="22015"/>
                    <a:pt x="135447" y="19462"/>
                  </a:cubicBezTo>
                  <a:cubicBezTo>
                    <a:pt x="135442" y="16618"/>
                    <a:pt x="135449" y="13774"/>
                    <a:pt x="135457" y="10930"/>
                  </a:cubicBezTo>
                  <a:cubicBezTo>
                    <a:pt x="135454" y="10078"/>
                    <a:pt x="135451" y="9226"/>
                    <a:pt x="135448" y="8348"/>
                  </a:cubicBezTo>
                  <a:cubicBezTo>
                    <a:pt x="135452" y="7578"/>
                    <a:pt x="135456" y="6808"/>
                    <a:pt x="135461" y="6015"/>
                  </a:cubicBezTo>
                  <a:cubicBezTo>
                    <a:pt x="135461" y="5005"/>
                    <a:pt x="135461" y="5005"/>
                    <a:pt x="135462" y="3974"/>
                  </a:cubicBezTo>
                  <a:cubicBezTo>
                    <a:pt x="135524" y="3473"/>
                    <a:pt x="135586" y="2972"/>
                    <a:pt x="135650" y="2455"/>
                  </a:cubicBezTo>
                  <a:cubicBezTo>
                    <a:pt x="138090" y="1235"/>
                    <a:pt x="140789" y="1622"/>
                    <a:pt x="143469" y="1639"/>
                  </a:cubicBezTo>
                  <a:cubicBezTo>
                    <a:pt x="144094" y="1640"/>
                    <a:pt x="144720" y="1641"/>
                    <a:pt x="145364" y="1642"/>
                  </a:cubicBezTo>
                  <a:cubicBezTo>
                    <a:pt x="147366" y="1646"/>
                    <a:pt x="149368" y="1655"/>
                    <a:pt x="151370" y="1665"/>
                  </a:cubicBezTo>
                  <a:cubicBezTo>
                    <a:pt x="152725" y="1668"/>
                    <a:pt x="154081" y="1672"/>
                    <a:pt x="155436" y="1675"/>
                  </a:cubicBezTo>
                  <a:cubicBezTo>
                    <a:pt x="158763" y="1683"/>
                    <a:pt x="162089" y="1696"/>
                    <a:pt x="165415" y="1711"/>
                  </a:cubicBezTo>
                  <a:cubicBezTo>
                    <a:pt x="165449" y="31655"/>
                    <a:pt x="165475" y="61599"/>
                    <a:pt x="165491" y="91543"/>
                  </a:cubicBezTo>
                  <a:cubicBezTo>
                    <a:pt x="165493" y="95074"/>
                    <a:pt x="165495" y="98605"/>
                    <a:pt x="165497" y="102137"/>
                  </a:cubicBezTo>
                  <a:cubicBezTo>
                    <a:pt x="165497" y="102840"/>
                    <a:pt x="165498" y="103543"/>
                    <a:pt x="165498" y="104267"/>
                  </a:cubicBezTo>
                  <a:cubicBezTo>
                    <a:pt x="165505" y="115666"/>
                    <a:pt x="165516" y="127065"/>
                    <a:pt x="165530" y="138464"/>
                  </a:cubicBezTo>
                  <a:cubicBezTo>
                    <a:pt x="165544" y="150152"/>
                    <a:pt x="165552" y="161839"/>
                    <a:pt x="165555" y="173527"/>
                  </a:cubicBezTo>
                  <a:cubicBezTo>
                    <a:pt x="165557" y="180745"/>
                    <a:pt x="165564" y="187963"/>
                    <a:pt x="165576" y="195180"/>
                  </a:cubicBezTo>
                  <a:cubicBezTo>
                    <a:pt x="165584" y="200123"/>
                    <a:pt x="165586" y="205066"/>
                    <a:pt x="165584" y="210008"/>
                  </a:cubicBezTo>
                  <a:cubicBezTo>
                    <a:pt x="165583" y="212864"/>
                    <a:pt x="165585" y="215720"/>
                    <a:pt x="165593" y="218576"/>
                  </a:cubicBezTo>
                  <a:cubicBezTo>
                    <a:pt x="165601" y="221665"/>
                    <a:pt x="165598" y="224754"/>
                    <a:pt x="165594" y="227843"/>
                  </a:cubicBezTo>
                  <a:cubicBezTo>
                    <a:pt x="165599" y="228756"/>
                    <a:pt x="165603" y="229669"/>
                    <a:pt x="165607" y="230609"/>
                  </a:cubicBezTo>
                  <a:cubicBezTo>
                    <a:pt x="165604" y="231430"/>
                    <a:pt x="165601" y="232250"/>
                    <a:pt x="165598" y="233096"/>
                  </a:cubicBezTo>
                  <a:cubicBezTo>
                    <a:pt x="165599" y="233810"/>
                    <a:pt x="165599" y="234524"/>
                    <a:pt x="165600" y="235259"/>
                  </a:cubicBezTo>
                  <a:cubicBezTo>
                    <a:pt x="165539" y="235787"/>
                    <a:pt x="165478" y="236316"/>
                    <a:pt x="165415" y="236860"/>
                  </a:cubicBezTo>
                  <a:cubicBezTo>
                    <a:pt x="163209" y="237963"/>
                    <a:pt x="160960" y="237725"/>
                    <a:pt x="158541" y="237729"/>
                  </a:cubicBezTo>
                  <a:cubicBezTo>
                    <a:pt x="158006" y="237731"/>
                    <a:pt x="157472" y="237734"/>
                    <a:pt x="156922" y="237736"/>
                  </a:cubicBezTo>
                  <a:cubicBezTo>
                    <a:pt x="155790" y="237740"/>
                    <a:pt x="154659" y="237742"/>
                    <a:pt x="153527" y="237742"/>
                  </a:cubicBezTo>
                  <a:cubicBezTo>
                    <a:pt x="151803" y="237743"/>
                    <a:pt x="150078" y="237757"/>
                    <a:pt x="148354" y="237771"/>
                  </a:cubicBezTo>
                  <a:cubicBezTo>
                    <a:pt x="147254" y="237773"/>
                    <a:pt x="146153" y="237775"/>
                    <a:pt x="145053" y="237775"/>
                  </a:cubicBezTo>
                  <a:cubicBezTo>
                    <a:pt x="144540" y="237781"/>
                    <a:pt x="144027" y="237786"/>
                    <a:pt x="143498" y="237791"/>
                  </a:cubicBezTo>
                  <a:cubicBezTo>
                    <a:pt x="140542" y="237778"/>
                    <a:pt x="138228" y="237601"/>
                    <a:pt x="135650" y="236115"/>
                  </a:cubicBezTo>
                  <a:cubicBezTo>
                    <a:pt x="135188" y="234296"/>
                    <a:pt x="135188" y="234296"/>
                    <a:pt x="135192" y="231958"/>
                  </a:cubicBezTo>
                  <a:cubicBezTo>
                    <a:pt x="135185" y="231074"/>
                    <a:pt x="135178" y="230191"/>
                    <a:pt x="135170" y="229280"/>
                  </a:cubicBezTo>
                  <a:cubicBezTo>
                    <a:pt x="135181" y="228305"/>
                    <a:pt x="135192" y="227331"/>
                    <a:pt x="135204" y="226327"/>
                  </a:cubicBezTo>
                  <a:cubicBezTo>
                    <a:pt x="135202" y="225294"/>
                    <a:pt x="135199" y="224261"/>
                    <a:pt x="135195" y="223228"/>
                  </a:cubicBezTo>
                  <a:cubicBezTo>
                    <a:pt x="135187" y="220419"/>
                    <a:pt x="135203" y="217611"/>
                    <a:pt x="135223" y="214802"/>
                  </a:cubicBezTo>
                  <a:cubicBezTo>
                    <a:pt x="135241" y="211868"/>
                    <a:pt x="135239" y="208933"/>
                    <a:pt x="135239" y="205999"/>
                  </a:cubicBezTo>
                  <a:cubicBezTo>
                    <a:pt x="135243" y="201071"/>
                    <a:pt x="135260" y="196143"/>
                    <a:pt x="135287" y="191216"/>
                  </a:cubicBezTo>
                  <a:cubicBezTo>
                    <a:pt x="135318" y="185511"/>
                    <a:pt x="135331" y="179806"/>
                    <a:pt x="135334" y="174101"/>
                  </a:cubicBezTo>
                  <a:cubicBezTo>
                    <a:pt x="135336" y="168038"/>
                    <a:pt x="135350" y="161975"/>
                    <a:pt x="135369" y="155912"/>
                  </a:cubicBezTo>
                  <a:cubicBezTo>
                    <a:pt x="135373" y="154160"/>
                    <a:pt x="135376" y="152408"/>
                    <a:pt x="135378" y="150656"/>
                  </a:cubicBezTo>
                  <a:cubicBezTo>
                    <a:pt x="135383" y="147908"/>
                    <a:pt x="135395" y="145161"/>
                    <a:pt x="135413" y="142413"/>
                  </a:cubicBezTo>
                  <a:cubicBezTo>
                    <a:pt x="135421" y="140917"/>
                    <a:pt x="135422" y="139422"/>
                    <a:pt x="135423" y="137926"/>
                  </a:cubicBezTo>
                  <a:cubicBezTo>
                    <a:pt x="135434" y="136604"/>
                    <a:pt x="135434" y="136604"/>
                    <a:pt x="135446" y="135254"/>
                  </a:cubicBezTo>
                  <a:cubicBezTo>
                    <a:pt x="135449" y="134483"/>
                    <a:pt x="135452" y="133712"/>
                    <a:pt x="135456" y="132918"/>
                  </a:cubicBezTo>
                  <a:cubicBezTo>
                    <a:pt x="135552" y="132063"/>
                    <a:pt x="135552" y="132063"/>
                    <a:pt x="135650" y="131192"/>
                  </a:cubicBezTo>
                  <a:cubicBezTo>
                    <a:pt x="136141" y="130946"/>
                    <a:pt x="136632" y="130701"/>
                    <a:pt x="137138" y="130448"/>
                  </a:cubicBezTo>
                  <a:cubicBezTo>
                    <a:pt x="137383" y="129711"/>
                    <a:pt x="137629" y="128974"/>
                    <a:pt x="137882" y="128215"/>
                  </a:cubicBezTo>
                  <a:cubicBezTo>
                    <a:pt x="107432" y="128215"/>
                    <a:pt x="76982" y="128215"/>
                    <a:pt x="45609" y="128215"/>
                  </a:cubicBezTo>
                  <a:cubicBezTo>
                    <a:pt x="45634" y="136049"/>
                    <a:pt x="45660" y="143883"/>
                    <a:pt x="45687" y="151955"/>
                  </a:cubicBezTo>
                  <a:cubicBezTo>
                    <a:pt x="45698" y="156903"/>
                    <a:pt x="45709" y="161851"/>
                    <a:pt x="45718" y="166799"/>
                  </a:cubicBezTo>
                  <a:cubicBezTo>
                    <a:pt x="45731" y="174661"/>
                    <a:pt x="45746" y="182523"/>
                    <a:pt x="45777" y="190386"/>
                  </a:cubicBezTo>
                  <a:cubicBezTo>
                    <a:pt x="45799" y="196111"/>
                    <a:pt x="45814" y="201836"/>
                    <a:pt x="45819" y="207561"/>
                  </a:cubicBezTo>
                  <a:cubicBezTo>
                    <a:pt x="45822" y="210594"/>
                    <a:pt x="45828" y="213627"/>
                    <a:pt x="45845" y="216660"/>
                  </a:cubicBezTo>
                  <a:cubicBezTo>
                    <a:pt x="45860" y="219512"/>
                    <a:pt x="45864" y="222364"/>
                    <a:pt x="45861" y="225216"/>
                  </a:cubicBezTo>
                  <a:cubicBezTo>
                    <a:pt x="45862" y="226265"/>
                    <a:pt x="45866" y="227315"/>
                    <a:pt x="45875" y="228365"/>
                  </a:cubicBezTo>
                  <a:cubicBezTo>
                    <a:pt x="45886" y="229791"/>
                    <a:pt x="45882" y="231219"/>
                    <a:pt x="45877" y="232646"/>
                  </a:cubicBezTo>
                  <a:cubicBezTo>
                    <a:pt x="45879" y="233446"/>
                    <a:pt x="45881" y="234247"/>
                    <a:pt x="45883" y="235071"/>
                  </a:cubicBezTo>
                  <a:cubicBezTo>
                    <a:pt x="45793" y="235661"/>
                    <a:pt x="45702" y="236252"/>
                    <a:pt x="45609" y="236860"/>
                  </a:cubicBezTo>
                  <a:cubicBezTo>
                    <a:pt x="42994" y="237731"/>
                    <a:pt x="40637" y="237711"/>
                    <a:pt x="37917" y="237703"/>
                  </a:cubicBezTo>
                  <a:cubicBezTo>
                    <a:pt x="37384" y="237703"/>
                    <a:pt x="36851" y="237704"/>
                    <a:pt x="36302" y="237705"/>
                  </a:cubicBezTo>
                  <a:cubicBezTo>
                    <a:pt x="35175" y="237705"/>
                    <a:pt x="34047" y="237704"/>
                    <a:pt x="32920" y="237701"/>
                  </a:cubicBezTo>
                  <a:cubicBezTo>
                    <a:pt x="31202" y="237697"/>
                    <a:pt x="29485" y="237701"/>
                    <a:pt x="27767" y="237706"/>
                  </a:cubicBezTo>
                  <a:cubicBezTo>
                    <a:pt x="26670" y="237705"/>
                    <a:pt x="25573" y="237704"/>
                    <a:pt x="24476" y="237703"/>
                  </a:cubicBezTo>
                  <a:cubicBezTo>
                    <a:pt x="23710" y="237705"/>
                    <a:pt x="23710" y="237705"/>
                    <a:pt x="22928" y="237707"/>
                  </a:cubicBezTo>
                  <a:cubicBezTo>
                    <a:pt x="17456" y="237681"/>
                    <a:pt x="17456" y="237681"/>
                    <a:pt x="15099" y="236860"/>
                  </a:cubicBezTo>
                  <a:cubicBezTo>
                    <a:pt x="14636" y="235265"/>
                    <a:pt x="14636" y="235265"/>
                    <a:pt x="14639" y="233109"/>
                  </a:cubicBezTo>
                  <a:cubicBezTo>
                    <a:pt x="14631" y="232292"/>
                    <a:pt x="14623" y="231474"/>
                    <a:pt x="14615" y="230632"/>
                  </a:cubicBezTo>
                  <a:cubicBezTo>
                    <a:pt x="14625" y="229723"/>
                    <a:pt x="14636" y="228813"/>
                    <a:pt x="14646" y="227876"/>
                  </a:cubicBezTo>
                  <a:cubicBezTo>
                    <a:pt x="14643" y="226919"/>
                    <a:pt x="14639" y="225962"/>
                    <a:pt x="14635" y="224975"/>
                  </a:cubicBezTo>
                  <a:cubicBezTo>
                    <a:pt x="14625" y="222306"/>
                    <a:pt x="14639" y="219637"/>
                    <a:pt x="14656" y="216967"/>
                  </a:cubicBezTo>
                  <a:cubicBezTo>
                    <a:pt x="14671" y="214093"/>
                    <a:pt x="14664" y="211219"/>
                    <a:pt x="14659" y="208345"/>
                  </a:cubicBezTo>
                  <a:cubicBezTo>
                    <a:pt x="14654" y="202709"/>
                    <a:pt x="14669" y="197074"/>
                    <a:pt x="14690" y="191439"/>
                  </a:cubicBezTo>
                  <a:cubicBezTo>
                    <a:pt x="14714" y="184883"/>
                    <a:pt x="14717" y="178328"/>
                    <a:pt x="14719" y="171773"/>
                  </a:cubicBezTo>
                  <a:cubicBezTo>
                    <a:pt x="14724" y="160081"/>
                    <a:pt x="14745" y="148388"/>
                    <a:pt x="14777" y="136696"/>
                  </a:cubicBezTo>
                  <a:cubicBezTo>
                    <a:pt x="14808" y="125337"/>
                    <a:pt x="14829" y="113978"/>
                    <a:pt x="14838" y="102619"/>
                  </a:cubicBezTo>
                  <a:cubicBezTo>
                    <a:pt x="14839" y="101919"/>
                    <a:pt x="14839" y="101220"/>
                    <a:pt x="14840" y="100499"/>
                  </a:cubicBezTo>
                  <a:cubicBezTo>
                    <a:pt x="14842" y="97688"/>
                    <a:pt x="14844" y="94876"/>
                    <a:pt x="14846" y="92065"/>
                  </a:cubicBezTo>
                  <a:cubicBezTo>
                    <a:pt x="14856" y="79955"/>
                    <a:pt x="14874" y="67845"/>
                    <a:pt x="14892" y="55735"/>
                  </a:cubicBezTo>
                  <a:cubicBezTo>
                    <a:pt x="14895" y="53770"/>
                    <a:pt x="14898" y="51804"/>
                    <a:pt x="14901" y="49839"/>
                  </a:cubicBezTo>
                  <a:cubicBezTo>
                    <a:pt x="14910" y="42962"/>
                    <a:pt x="14923" y="36085"/>
                    <a:pt x="14942" y="29208"/>
                  </a:cubicBezTo>
                  <a:cubicBezTo>
                    <a:pt x="14950" y="26362"/>
                    <a:pt x="14956" y="23517"/>
                    <a:pt x="14960" y="20671"/>
                  </a:cubicBezTo>
                  <a:cubicBezTo>
                    <a:pt x="14964" y="17594"/>
                    <a:pt x="14974" y="14516"/>
                    <a:pt x="14984" y="11439"/>
                  </a:cubicBezTo>
                  <a:cubicBezTo>
                    <a:pt x="14985" y="10529"/>
                    <a:pt x="14985" y="9620"/>
                    <a:pt x="14985" y="8683"/>
                  </a:cubicBezTo>
                  <a:cubicBezTo>
                    <a:pt x="14989" y="7865"/>
                    <a:pt x="14993" y="7048"/>
                    <a:pt x="14997" y="6206"/>
                  </a:cubicBezTo>
                  <a:cubicBezTo>
                    <a:pt x="14999" y="5494"/>
                    <a:pt x="15000" y="4783"/>
                    <a:pt x="15002" y="4050"/>
                  </a:cubicBezTo>
                  <a:cubicBezTo>
                    <a:pt x="15204" y="713"/>
                    <a:pt x="17524" y="1619"/>
                    <a:pt x="20333" y="1608"/>
                  </a:cubicBezTo>
                  <a:close/>
                </a:path>
              </a:pathLst>
            </a:custGeom>
            <a:grpFill/>
            <a:ln w="744" cap="flat">
              <a:noFill/>
              <a:prstDash val="solid"/>
              <a:miter/>
            </a:ln>
          </p:spPr>
          <p:txBody>
            <a:bodyPr rtlCol="0" anchor="ctr"/>
            <a:lstStyle/>
            <a:p>
              <a:endParaRPr lang="zh-CN" altLang="en-US"/>
            </a:p>
          </p:txBody>
        </p:sp>
        <p:sp>
          <p:nvSpPr>
            <p:cNvPr id="192" name="任意多边形: 形状 191"/>
            <p:cNvSpPr/>
            <p:nvPr/>
          </p:nvSpPr>
          <p:spPr>
            <a:xfrm>
              <a:off x="5525285" y="1392829"/>
              <a:ext cx="149763" cy="239416"/>
            </a:xfrm>
            <a:custGeom>
              <a:avLst/>
              <a:gdLst>
                <a:gd name="connsiteX0" fmla="*/ 7884 w 149764"/>
                <a:gd name="connsiteY0" fmla="*/ 1657 h 239409"/>
                <a:gd name="connsiteX1" fmla="*/ 37650 w 149764"/>
                <a:gd name="connsiteY1" fmla="*/ 1657 h 239409"/>
                <a:gd name="connsiteX2" fmla="*/ 37663 w 149764"/>
                <a:gd name="connsiteY2" fmla="*/ 7942 h 239409"/>
                <a:gd name="connsiteX3" fmla="*/ 37825 w 149764"/>
                <a:gd name="connsiteY3" fmla="*/ 66450 h 239409"/>
                <a:gd name="connsiteX4" fmla="*/ 37845 w 149764"/>
                <a:gd name="connsiteY4" fmla="*/ 72433 h 239409"/>
                <a:gd name="connsiteX5" fmla="*/ 37850 w 149764"/>
                <a:gd name="connsiteY5" fmla="*/ 73935 h 239409"/>
                <a:gd name="connsiteX6" fmla="*/ 37910 w 149764"/>
                <a:gd name="connsiteY6" fmla="*/ 98032 h 239409"/>
                <a:gd name="connsiteX7" fmla="*/ 37984 w 149764"/>
                <a:gd name="connsiteY7" fmla="*/ 122746 h 239409"/>
                <a:gd name="connsiteX8" fmla="*/ 38020 w 149764"/>
                <a:gd name="connsiteY8" fmla="*/ 136632 h 239409"/>
                <a:gd name="connsiteX9" fmla="*/ 38062 w 149764"/>
                <a:gd name="connsiteY9" fmla="*/ 149691 h 239409"/>
                <a:gd name="connsiteX10" fmla="*/ 38070 w 149764"/>
                <a:gd name="connsiteY10" fmla="*/ 154494 h 239409"/>
                <a:gd name="connsiteX11" fmla="*/ 38097 w 149764"/>
                <a:gd name="connsiteY11" fmla="*/ 161032 h 239409"/>
                <a:gd name="connsiteX12" fmla="*/ 38086 w 149764"/>
                <a:gd name="connsiteY12" fmla="*/ 162969 h 239409"/>
                <a:gd name="connsiteX13" fmla="*/ 39519 w 149764"/>
                <a:gd name="connsiteY13" fmla="*/ 168765 h 239409"/>
                <a:gd name="connsiteX14" fmla="*/ 40626 w 149764"/>
                <a:gd name="connsiteY14" fmla="*/ 169833 h 239409"/>
                <a:gd name="connsiteX15" fmla="*/ 40487 w 149764"/>
                <a:gd name="connsiteY15" fmla="*/ 176670 h 239409"/>
                <a:gd name="connsiteX16" fmla="*/ 42859 w 149764"/>
                <a:gd name="connsiteY16" fmla="*/ 180995 h 239409"/>
                <a:gd name="connsiteX17" fmla="*/ 43300 w 149764"/>
                <a:gd name="connsiteY17" fmla="*/ 186233 h 239409"/>
                <a:gd name="connsiteX18" fmla="*/ 43603 w 149764"/>
                <a:gd name="connsiteY18" fmla="*/ 187692 h 239409"/>
                <a:gd name="connsiteX19" fmla="*/ 45835 w 149764"/>
                <a:gd name="connsiteY19" fmla="*/ 188436 h 239409"/>
                <a:gd name="connsiteX20" fmla="*/ 45835 w 149764"/>
                <a:gd name="connsiteY20" fmla="*/ 192901 h 239409"/>
                <a:gd name="connsiteX21" fmla="*/ 48068 w 149764"/>
                <a:gd name="connsiteY21" fmla="*/ 192901 h 239409"/>
                <a:gd name="connsiteX22" fmla="*/ 49556 w 149764"/>
                <a:gd name="connsiteY22" fmla="*/ 195878 h 239409"/>
                <a:gd name="connsiteX23" fmla="*/ 54160 w 149764"/>
                <a:gd name="connsiteY23" fmla="*/ 199180 h 239409"/>
                <a:gd name="connsiteX24" fmla="*/ 55509 w 149764"/>
                <a:gd name="connsiteY24" fmla="*/ 199598 h 239409"/>
                <a:gd name="connsiteX25" fmla="*/ 55742 w 149764"/>
                <a:gd name="connsiteY25" fmla="*/ 201505 h 239409"/>
                <a:gd name="connsiteX26" fmla="*/ 56253 w 149764"/>
                <a:gd name="connsiteY26" fmla="*/ 203319 h 239409"/>
                <a:gd name="connsiteX27" fmla="*/ 61462 w 149764"/>
                <a:gd name="connsiteY27" fmla="*/ 203319 h 239409"/>
                <a:gd name="connsiteX28" fmla="*/ 61462 w 149764"/>
                <a:gd name="connsiteY28" fmla="*/ 206296 h 239409"/>
                <a:gd name="connsiteX29" fmla="*/ 72624 w 149764"/>
                <a:gd name="connsiteY29" fmla="*/ 206296 h 239409"/>
                <a:gd name="connsiteX30" fmla="*/ 72624 w 149764"/>
                <a:gd name="connsiteY30" fmla="*/ 210016 h 239409"/>
                <a:gd name="connsiteX31" fmla="*/ 92716 w 149764"/>
                <a:gd name="connsiteY31" fmla="*/ 210016 h 239409"/>
                <a:gd name="connsiteX32" fmla="*/ 92716 w 149764"/>
                <a:gd name="connsiteY32" fmla="*/ 206296 h 239409"/>
                <a:gd name="connsiteX33" fmla="*/ 95132 w 149764"/>
                <a:gd name="connsiteY33" fmla="*/ 206211 h 239409"/>
                <a:gd name="connsiteX34" fmla="*/ 98251 w 149764"/>
                <a:gd name="connsiteY34" fmla="*/ 206063 h 239409"/>
                <a:gd name="connsiteX35" fmla="*/ 99845 w 149764"/>
                <a:gd name="connsiteY35" fmla="*/ 206012 h 239409"/>
                <a:gd name="connsiteX36" fmla="*/ 103878 w 149764"/>
                <a:gd name="connsiteY36" fmla="*/ 205552 h 239409"/>
                <a:gd name="connsiteX37" fmla="*/ 104622 w 149764"/>
                <a:gd name="connsiteY37" fmla="*/ 203319 h 239409"/>
                <a:gd name="connsiteX38" fmla="*/ 109299 w 149764"/>
                <a:gd name="connsiteY38" fmla="*/ 202296 h 239409"/>
                <a:gd name="connsiteX39" fmla="*/ 110575 w 149764"/>
                <a:gd name="connsiteY39" fmla="*/ 201831 h 239409"/>
                <a:gd name="connsiteX40" fmla="*/ 110575 w 149764"/>
                <a:gd name="connsiteY40" fmla="*/ 199598 h 239409"/>
                <a:gd name="connsiteX41" fmla="*/ 112529 w 149764"/>
                <a:gd name="connsiteY41" fmla="*/ 199087 h 239409"/>
                <a:gd name="connsiteX42" fmla="*/ 118467 w 149764"/>
                <a:gd name="connsiteY42" fmla="*/ 193625 h 239409"/>
                <a:gd name="connsiteX43" fmla="*/ 120729 w 149764"/>
                <a:gd name="connsiteY43" fmla="*/ 191041 h 239409"/>
                <a:gd name="connsiteX44" fmla="*/ 122110 w 149764"/>
                <a:gd name="connsiteY44" fmla="*/ 186902 h 239409"/>
                <a:gd name="connsiteX45" fmla="*/ 122482 w 149764"/>
                <a:gd name="connsiteY45" fmla="*/ 183972 h 239409"/>
                <a:gd name="connsiteX46" fmla="*/ 124714 w 149764"/>
                <a:gd name="connsiteY46" fmla="*/ 182483 h 239409"/>
                <a:gd name="connsiteX47" fmla="*/ 124575 w 149764"/>
                <a:gd name="connsiteY47" fmla="*/ 176254 h 239409"/>
                <a:gd name="connsiteX48" fmla="*/ 125821 w 149764"/>
                <a:gd name="connsiteY48" fmla="*/ 173241 h 239409"/>
                <a:gd name="connsiteX49" fmla="*/ 127233 w 149764"/>
                <a:gd name="connsiteY49" fmla="*/ 165394 h 239409"/>
                <a:gd name="connsiteX50" fmla="*/ 127245 w 149764"/>
                <a:gd name="connsiteY50" fmla="*/ 163301 h 239409"/>
                <a:gd name="connsiteX51" fmla="*/ 127245 w 149764"/>
                <a:gd name="connsiteY51" fmla="*/ 156329 h 239409"/>
                <a:gd name="connsiteX52" fmla="*/ 127260 w 149764"/>
                <a:gd name="connsiteY52" fmla="*/ 151343 h 239409"/>
                <a:gd name="connsiteX53" fmla="*/ 127275 w 149764"/>
                <a:gd name="connsiteY53" fmla="*/ 140591 h 239409"/>
                <a:gd name="connsiteX54" fmla="*/ 127305 w 149764"/>
                <a:gd name="connsiteY54" fmla="*/ 123607 h 239409"/>
                <a:gd name="connsiteX55" fmla="*/ 127351 w 149764"/>
                <a:gd name="connsiteY55" fmla="*/ 99808 h 239409"/>
                <a:gd name="connsiteX56" fmla="*/ 127353 w 149764"/>
                <a:gd name="connsiteY56" fmla="*/ 98282 h 239409"/>
                <a:gd name="connsiteX57" fmla="*/ 127360 w 149764"/>
                <a:gd name="connsiteY57" fmla="*/ 92161 h 239409"/>
                <a:gd name="connsiteX58" fmla="*/ 127383 w 149764"/>
                <a:gd name="connsiteY58" fmla="*/ 75305 h 239409"/>
                <a:gd name="connsiteX59" fmla="*/ 127385 w 149764"/>
                <a:gd name="connsiteY59" fmla="*/ 73781 h 239409"/>
                <a:gd name="connsiteX60" fmla="*/ 127441 w 149764"/>
                <a:gd name="connsiteY60" fmla="*/ 48640 h 239409"/>
                <a:gd name="connsiteX61" fmla="*/ 127464 w 149764"/>
                <a:gd name="connsiteY61" fmla="*/ 31739 h 239409"/>
                <a:gd name="connsiteX62" fmla="*/ 127484 w 149764"/>
                <a:gd name="connsiteY62" fmla="*/ 21246 h 239409"/>
                <a:gd name="connsiteX63" fmla="*/ 127486 w 149764"/>
                <a:gd name="connsiteY63" fmla="*/ 16363 h 239409"/>
                <a:gd name="connsiteX64" fmla="*/ 127498 w 149764"/>
                <a:gd name="connsiteY64" fmla="*/ 9722 h 239409"/>
                <a:gd name="connsiteX65" fmla="*/ 127489 w 149764"/>
                <a:gd name="connsiteY65" fmla="*/ 7748 h 239409"/>
                <a:gd name="connsiteX66" fmla="*/ 129179 w 149764"/>
                <a:gd name="connsiteY66" fmla="*/ 1657 h 239409"/>
                <a:gd name="connsiteX67" fmla="*/ 135510 w 149764"/>
                <a:gd name="connsiteY67" fmla="*/ 1512 h 239409"/>
                <a:gd name="connsiteX68" fmla="*/ 137406 w 149764"/>
                <a:gd name="connsiteY68" fmla="*/ 1518 h 239409"/>
                <a:gd name="connsiteX69" fmla="*/ 143411 w 149764"/>
                <a:gd name="connsiteY69" fmla="*/ 1564 h 239409"/>
                <a:gd name="connsiteX70" fmla="*/ 147477 w 149764"/>
                <a:gd name="connsiteY70" fmla="*/ 1584 h 239409"/>
                <a:gd name="connsiteX71" fmla="*/ 157456 w 149764"/>
                <a:gd name="connsiteY71" fmla="*/ 1657 h 239409"/>
                <a:gd name="connsiteX72" fmla="*/ 157532 w 149764"/>
                <a:gd name="connsiteY72" fmla="*/ 67315 h 239409"/>
                <a:gd name="connsiteX73" fmla="*/ 157538 w 149764"/>
                <a:gd name="connsiteY73" fmla="*/ 75058 h 239409"/>
                <a:gd name="connsiteX74" fmla="*/ 157539 w 149764"/>
                <a:gd name="connsiteY74" fmla="*/ 76616 h 239409"/>
                <a:gd name="connsiteX75" fmla="*/ 157571 w 149764"/>
                <a:gd name="connsiteY75" fmla="*/ 101610 h 239409"/>
                <a:gd name="connsiteX76" fmla="*/ 157596 w 149764"/>
                <a:gd name="connsiteY76" fmla="*/ 127238 h 239409"/>
                <a:gd name="connsiteX77" fmla="*/ 157614 w 149764"/>
                <a:gd name="connsiteY77" fmla="*/ 141640 h 239409"/>
                <a:gd name="connsiteX78" fmla="*/ 157625 w 149764"/>
                <a:gd name="connsiteY78" fmla="*/ 155179 h 239409"/>
                <a:gd name="connsiteX79" fmla="*/ 157634 w 149764"/>
                <a:gd name="connsiteY79" fmla="*/ 160164 h 239409"/>
                <a:gd name="connsiteX80" fmla="*/ 157635 w 149764"/>
                <a:gd name="connsiteY80" fmla="*/ 166938 h 239409"/>
                <a:gd name="connsiteX81" fmla="*/ 157648 w 149764"/>
                <a:gd name="connsiteY81" fmla="*/ 168958 h 239409"/>
                <a:gd name="connsiteX82" fmla="*/ 157456 w 149764"/>
                <a:gd name="connsiteY82" fmla="*/ 173554 h 239409"/>
                <a:gd name="connsiteX83" fmla="*/ 155968 w 149764"/>
                <a:gd name="connsiteY83" fmla="*/ 174298 h 239409"/>
                <a:gd name="connsiteX84" fmla="*/ 155660 w 149764"/>
                <a:gd name="connsiteY84" fmla="*/ 177463 h 239409"/>
                <a:gd name="connsiteX85" fmla="*/ 155573 w 149764"/>
                <a:gd name="connsiteY85" fmla="*/ 179389 h 239409"/>
                <a:gd name="connsiteX86" fmla="*/ 155503 w 149764"/>
                <a:gd name="connsiteY86" fmla="*/ 181414 h 239409"/>
                <a:gd name="connsiteX87" fmla="*/ 155416 w 149764"/>
                <a:gd name="connsiteY87" fmla="*/ 183447 h 239409"/>
                <a:gd name="connsiteX88" fmla="*/ 155224 w 149764"/>
                <a:gd name="connsiteY88" fmla="*/ 188436 h 239409"/>
                <a:gd name="connsiteX89" fmla="*/ 152247 w 149764"/>
                <a:gd name="connsiteY89" fmla="*/ 188436 h 239409"/>
                <a:gd name="connsiteX90" fmla="*/ 152326 w 149764"/>
                <a:gd name="connsiteY90" fmla="*/ 190311 h 239409"/>
                <a:gd name="connsiteX91" fmla="*/ 152387 w 149764"/>
                <a:gd name="connsiteY91" fmla="*/ 192762 h 239409"/>
                <a:gd name="connsiteX92" fmla="*/ 152465 w 149764"/>
                <a:gd name="connsiteY92" fmla="*/ 195195 h 239409"/>
                <a:gd name="connsiteX93" fmla="*/ 150015 w 149764"/>
                <a:gd name="connsiteY93" fmla="*/ 199598 h 239409"/>
                <a:gd name="connsiteX94" fmla="*/ 149271 w 149764"/>
                <a:gd name="connsiteY94" fmla="*/ 203319 h 239409"/>
                <a:gd name="connsiteX95" fmla="*/ 147782 w 149764"/>
                <a:gd name="connsiteY95" fmla="*/ 204063 h 239409"/>
                <a:gd name="connsiteX96" fmla="*/ 147085 w 149764"/>
                <a:gd name="connsiteY96" fmla="*/ 206296 h 239409"/>
                <a:gd name="connsiteX97" fmla="*/ 146294 w 149764"/>
                <a:gd name="connsiteY97" fmla="*/ 208528 h 239409"/>
                <a:gd name="connsiteX98" fmla="*/ 144062 w 149764"/>
                <a:gd name="connsiteY98" fmla="*/ 209272 h 239409"/>
                <a:gd name="connsiteX99" fmla="*/ 144062 w 149764"/>
                <a:gd name="connsiteY99" fmla="*/ 212993 h 239409"/>
                <a:gd name="connsiteX100" fmla="*/ 141829 w 149764"/>
                <a:gd name="connsiteY100" fmla="*/ 212993 h 239409"/>
                <a:gd name="connsiteX101" fmla="*/ 141457 w 149764"/>
                <a:gd name="connsiteY101" fmla="*/ 214853 h 239409"/>
                <a:gd name="connsiteX102" fmla="*/ 141085 w 149764"/>
                <a:gd name="connsiteY102" fmla="*/ 216714 h 239409"/>
                <a:gd name="connsiteX103" fmla="*/ 138853 w 149764"/>
                <a:gd name="connsiteY103" fmla="*/ 216714 h 239409"/>
                <a:gd name="connsiteX104" fmla="*/ 138853 w 149764"/>
                <a:gd name="connsiteY104" fmla="*/ 219690 h 239409"/>
                <a:gd name="connsiteX105" fmla="*/ 135876 w 149764"/>
                <a:gd name="connsiteY105" fmla="*/ 219690 h 239409"/>
                <a:gd name="connsiteX106" fmla="*/ 134388 w 149764"/>
                <a:gd name="connsiteY106" fmla="*/ 223411 h 239409"/>
                <a:gd name="connsiteX107" fmla="*/ 132900 w 149764"/>
                <a:gd name="connsiteY107" fmla="*/ 224155 h 239409"/>
                <a:gd name="connsiteX108" fmla="*/ 132155 w 149764"/>
                <a:gd name="connsiteY108" fmla="*/ 226388 h 239409"/>
                <a:gd name="connsiteX109" fmla="*/ 130295 w 149764"/>
                <a:gd name="connsiteY109" fmla="*/ 226713 h 239409"/>
                <a:gd name="connsiteX110" fmla="*/ 128435 w 149764"/>
                <a:gd name="connsiteY110" fmla="*/ 227132 h 239409"/>
                <a:gd name="connsiteX111" fmla="*/ 127691 w 149764"/>
                <a:gd name="connsiteY111" fmla="*/ 230108 h 239409"/>
                <a:gd name="connsiteX112" fmla="*/ 123970 w 149764"/>
                <a:gd name="connsiteY112" fmla="*/ 231596 h 239409"/>
                <a:gd name="connsiteX113" fmla="*/ 123226 w 149764"/>
                <a:gd name="connsiteY113" fmla="*/ 233829 h 239409"/>
                <a:gd name="connsiteX114" fmla="*/ 118040 w 149764"/>
                <a:gd name="connsiteY114" fmla="*/ 234271 h 239409"/>
                <a:gd name="connsiteX115" fmla="*/ 116529 w 149764"/>
                <a:gd name="connsiteY115" fmla="*/ 234573 h 239409"/>
                <a:gd name="connsiteX116" fmla="*/ 115784 w 149764"/>
                <a:gd name="connsiteY116" fmla="*/ 236805 h 239409"/>
                <a:gd name="connsiteX117" fmla="*/ 111320 w 149764"/>
                <a:gd name="connsiteY117" fmla="*/ 237550 h 239409"/>
                <a:gd name="connsiteX118" fmla="*/ 107599 w 149764"/>
                <a:gd name="connsiteY118" fmla="*/ 238294 h 239409"/>
                <a:gd name="connsiteX119" fmla="*/ 106855 w 149764"/>
                <a:gd name="connsiteY119" fmla="*/ 240526 h 239409"/>
                <a:gd name="connsiteX120" fmla="*/ 102479 w 149764"/>
                <a:gd name="connsiteY120" fmla="*/ 240827 h 239409"/>
                <a:gd name="connsiteX121" fmla="*/ 99642 w 149764"/>
                <a:gd name="connsiteY121" fmla="*/ 240855 h 239409"/>
                <a:gd name="connsiteX122" fmla="*/ 96553 w 149764"/>
                <a:gd name="connsiteY122" fmla="*/ 240849 h 239409"/>
                <a:gd name="connsiteX123" fmla="*/ 93408 w 149764"/>
                <a:gd name="connsiteY123" fmla="*/ 240861 h 239409"/>
                <a:gd name="connsiteX124" fmla="*/ 86810 w 149764"/>
                <a:gd name="connsiteY124" fmla="*/ 240858 h 239409"/>
                <a:gd name="connsiteX125" fmla="*/ 78334 w 149764"/>
                <a:gd name="connsiteY125" fmla="*/ 240886 h 239409"/>
                <a:gd name="connsiteX126" fmla="*/ 71838 w 149764"/>
                <a:gd name="connsiteY126" fmla="*/ 240896 h 239409"/>
                <a:gd name="connsiteX127" fmla="*/ 68712 w 149764"/>
                <a:gd name="connsiteY127" fmla="*/ 240909 h 239409"/>
                <a:gd name="connsiteX128" fmla="*/ 64350 w 149764"/>
                <a:gd name="connsiteY128" fmla="*/ 240900 h 239409"/>
                <a:gd name="connsiteX129" fmla="*/ 61838 w 149764"/>
                <a:gd name="connsiteY129" fmla="*/ 240899 h 239409"/>
                <a:gd name="connsiteX130" fmla="*/ 59974 w 149764"/>
                <a:gd name="connsiteY130" fmla="*/ 240526 h 239409"/>
                <a:gd name="connsiteX131" fmla="*/ 59230 w 149764"/>
                <a:gd name="connsiteY131" fmla="*/ 237550 h 239409"/>
                <a:gd name="connsiteX132" fmla="*/ 54393 w 149764"/>
                <a:gd name="connsiteY132" fmla="*/ 237131 h 239409"/>
                <a:gd name="connsiteX133" fmla="*/ 49556 w 149764"/>
                <a:gd name="connsiteY133" fmla="*/ 236805 h 239409"/>
                <a:gd name="connsiteX134" fmla="*/ 48812 w 149764"/>
                <a:gd name="connsiteY134" fmla="*/ 234573 h 239409"/>
                <a:gd name="connsiteX135" fmla="*/ 45835 w 149764"/>
                <a:gd name="connsiteY135" fmla="*/ 234201 h 239409"/>
                <a:gd name="connsiteX136" fmla="*/ 42859 w 149764"/>
                <a:gd name="connsiteY136" fmla="*/ 233829 h 239409"/>
                <a:gd name="connsiteX137" fmla="*/ 42114 w 149764"/>
                <a:gd name="connsiteY137" fmla="*/ 231596 h 239409"/>
                <a:gd name="connsiteX138" fmla="*/ 39836 w 149764"/>
                <a:gd name="connsiteY138" fmla="*/ 230899 h 239409"/>
                <a:gd name="connsiteX139" fmla="*/ 37650 w 149764"/>
                <a:gd name="connsiteY139" fmla="*/ 230108 h 239409"/>
                <a:gd name="connsiteX140" fmla="*/ 37650 w 149764"/>
                <a:gd name="connsiteY140" fmla="*/ 227132 h 239409"/>
                <a:gd name="connsiteX141" fmla="*/ 35882 w 149764"/>
                <a:gd name="connsiteY141" fmla="*/ 227318 h 239409"/>
                <a:gd name="connsiteX142" fmla="*/ 33929 w 149764"/>
                <a:gd name="connsiteY142" fmla="*/ 227132 h 239409"/>
                <a:gd name="connsiteX143" fmla="*/ 32441 w 149764"/>
                <a:gd name="connsiteY143" fmla="*/ 224155 h 239409"/>
                <a:gd name="connsiteX144" fmla="*/ 30859 w 149764"/>
                <a:gd name="connsiteY144" fmla="*/ 222574 h 239409"/>
                <a:gd name="connsiteX145" fmla="*/ 29464 w 149764"/>
                <a:gd name="connsiteY145" fmla="*/ 219690 h 239409"/>
                <a:gd name="connsiteX146" fmla="*/ 27232 w 149764"/>
                <a:gd name="connsiteY146" fmla="*/ 219690 h 239409"/>
                <a:gd name="connsiteX147" fmla="*/ 26488 w 149764"/>
                <a:gd name="connsiteY147" fmla="*/ 215970 h 239409"/>
                <a:gd name="connsiteX148" fmla="*/ 24255 w 149764"/>
                <a:gd name="connsiteY148" fmla="*/ 215970 h 239409"/>
                <a:gd name="connsiteX149" fmla="*/ 23511 w 149764"/>
                <a:gd name="connsiteY149" fmla="*/ 212993 h 239409"/>
                <a:gd name="connsiteX150" fmla="*/ 21279 w 149764"/>
                <a:gd name="connsiteY150" fmla="*/ 212249 h 239409"/>
                <a:gd name="connsiteX151" fmla="*/ 20534 w 149764"/>
                <a:gd name="connsiteY151" fmla="*/ 207784 h 239409"/>
                <a:gd name="connsiteX152" fmla="*/ 18302 w 149764"/>
                <a:gd name="connsiteY152" fmla="*/ 207784 h 239409"/>
                <a:gd name="connsiteX153" fmla="*/ 18023 w 149764"/>
                <a:gd name="connsiteY153" fmla="*/ 205226 h 239409"/>
                <a:gd name="connsiteX154" fmla="*/ 17558 w 149764"/>
                <a:gd name="connsiteY154" fmla="*/ 202575 h 239409"/>
                <a:gd name="connsiteX155" fmla="*/ 16070 w 149764"/>
                <a:gd name="connsiteY155" fmla="*/ 201831 h 239409"/>
                <a:gd name="connsiteX156" fmla="*/ 15654 w 149764"/>
                <a:gd name="connsiteY156" fmla="*/ 197299 h 239409"/>
                <a:gd name="connsiteX157" fmla="*/ 13093 w 149764"/>
                <a:gd name="connsiteY157" fmla="*/ 194389 h 239409"/>
                <a:gd name="connsiteX158" fmla="*/ 12651 w 149764"/>
                <a:gd name="connsiteY158" fmla="*/ 186852 h 239409"/>
                <a:gd name="connsiteX159" fmla="*/ 12349 w 149764"/>
                <a:gd name="connsiteY159" fmla="*/ 184716 h 239409"/>
                <a:gd name="connsiteX160" fmla="*/ 10116 w 149764"/>
                <a:gd name="connsiteY160" fmla="*/ 183972 h 239409"/>
                <a:gd name="connsiteX161" fmla="*/ 9736 w 149764"/>
                <a:gd name="connsiteY161" fmla="*/ 179504 h 239409"/>
                <a:gd name="connsiteX162" fmla="*/ 9656 w 149764"/>
                <a:gd name="connsiteY162" fmla="*/ 176764 h 239409"/>
                <a:gd name="connsiteX163" fmla="*/ 9605 w 149764"/>
                <a:gd name="connsiteY163" fmla="*/ 173879 h 239409"/>
                <a:gd name="connsiteX164" fmla="*/ 9528 w 149764"/>
                <a:gd name="connsiteY164" fmla="*/ 170985 h 239409"/>
                <a:gd name="connsiteX165" fmla="*/ 9372 w 149764"/>
                <a:gd name="connsiteY165" fmla="*/ 163880 h 239409"/>
                <a:gd name="connsiteX166" fmla="*/ 7884 w 149764"/>
                <a:gd name="connsiteY166" fmla="*/ 163880 h 239409"/>
                <a:gd name="connsiteX167" fmla="*/ 7884 w 149764"/>
                <a:gd name="connsiteY167" fmla="*/ 1657 h 23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49764" h="239409">
                  <a:moveTo>
                    <a:pt x="7884" y="1657"/>
                  </a:moveTo>
                  <a:cubicBezTo>
                    <a:pt x="17707" y="1657"/>
                    <a:pt x="27529" y="1657"/>
                    <a:pt x="37650" y="1657"/>
                  </a:cubicBezTo>
                  <a:cubicBezTo>
                    <a:pt x="37654" y="3731"/>
                    <a:pt x="37658" y="5805"/>
                    <a:pt x="37663" y="7942"/>
                  </a:cubicBezTo>
                  <a:cubicBezTo>
                    <a:pt x="37705" y="27445"/>
                    <a:pt x="37759" y="46948"/>
                    <a:pt x="37825" y="66450"/>
                  </a:cubicBezTo>
                  <a:cubicBezTo>
                    <a:pt x="37832" y="68445"/>
                    <a:pt x="37838" y="70439"/>
                    <a:pt x="37845" y="72433"/>
                  </a:cubicBezTo>
                  <a:cubicBezTo>
                    <a:pt x="37847" y="72929"/>
                    <a:pt x="37848" y="73424"/>
                    <a:pt x="37850" y="73935"/>
                  </a:cubicBezTo>
                  <a:cubicBezTo>
                    <a:pt x="37876" y="81967"/>
                    <a:pt x="37895" y="89999"/>
                    <a:pt x="37910" y="98032"/>
                  </a:cubicBezTo>
                  <a:cubicBezTo>
                    <a:pt x="37927" y="106270"/>
                    <a:pt x="37951" y="114508"/>
                    <a:pt x="37984" y="122746"/>
                  </a:cubicBezTo>
                  <a:cubicBezTo>
                    <a:pt x="38001" y="127375"/>
                    <a:pt x="38015" y="132004"/>
                    <a:pt x="38020" y="136632"/>
                  </a:cubicBezTo>
                  <a:cubicBezTo>
                    <a:pt x="38024" y="140985"/>
                    <a:pt x="38039" y="145338"/>
                    <a:pt x="38062" y="149691"/>
                  </a:cubicBezTo>
                  <a:cubicBezTo>
                    <a:pt x="38069" y="151292"/>
                    <a:pt x="38071" y="152893"/>
                    <a:pt x="38070" y="154494"/>
                  </a:cubicBezTo>
                  <a:cubicBezTo>
                    <a:pt x="38069" y="156674"/>
                    <a:pt x="38081" y="158853"/>
                    <a:pt x="38097" y="161032"/>
                  </a:cubicBezTo>
                  <a:cubicBezTo>
                    <a:pt x="38093" y="161671"/>
                    <a:pt x="38090" y="162310"/>
                    <a:pt x="38086" y="162969"/>
                  </a:cubicBezTo>
                  <a:cubicBezTo>
                    <a:pt x="37981" y="166154"/>
                    <a:pt x="37981" y="166154"/>
                    <a:pt x="39519" y="168765"/>
                  </a:cubicBezTo>
                  <a:cubicBezTo>
                    <a:pt x="39884" y="169117"/>
                    <a:pt x="40250" y="169470"/>
                    <a:pt x="40626" y="169833"/>
                  </a:cubicBezTo>
                  <a:cubicBezTo>
                    <a:pt x="40780" y="172143"/>
                    <a:pt x="40623" y="174360"/>
                    <a:pt x="40487" y="176670"/>
                  </a:cubicBezTo>
                  <a:cubicBezTo>
                    <a:pt x="40651" y="179139"/>
                    <a:pt x="41120" y="179390"/>
                    <a:pt x="42859" y="180995"/>
                  </a:cubicBezTo>
                  <a:cubicBezTo>
                    <a:pt x="43180" y="182757"/>
                    <a:pt x="43231" y="184445"/>
                    <a:pt x="43300" y="186233"/>
                  </a:cubicBezTo>
                  <a:cubicBezTo>
                    <a:pt x="43400" y="186715"/>
                    <a:pt x="43500" y="187196"/>
                    <a:pt x="43603" y="187692"/>
                  </a:cubicBezTo>
                  <a:cubicBezTo>
                    <a:pt x="44339" y="187938"/>
                    <a:pt x="45076" y="188183"/>
                    <a:pt x="45835" y="188436"/>
                  </a:cubicBezTo>
                  <a:cubicBezTo>
                    <a:pt x="45975" y="190715"/>
                    <a:pt x="45975" y="190715"/>
                    <a:pt x="45835" y="192901"/>
                  </a:cubicBezTo>
                  <a:cubicBezTo>
                    <a:pt x="46572" y="192901"/>
                    <a:pt x="47309" y="192901"/>
                    <a:pt x="48068" y="192901"/>
                  </a:cubicBezTo>
                  <a:cubicBezTo>
                    <a:pt x="48591" y="193879"/>
                    <a:pt x="49082" y="194875"/>
                    <a:pt x="49556" y="195878"/>
                  </a:cubicBezTo>
                  <a:cubicBezTo>
                    <a:pt x="51465" y="198170"/>
                    <a:pt x="51465" y="198170"/>
                    <a:pt x="54160" y="199180"/>
                  </a:cubicBezTo>
                  <a:cubicBezTo>
                    <a:pt x="54605" y="199318"/>
                    <a:pt x="55050" y="199456"/>
                    <a:pt x="55509" y="199598"/>
                  </a:cubicBezTo>
                  <a:cubicBezTo>
                    <a:pt x="55586" y="200228"/>
                    <a:pt x="55662" y="200857"/>
                    <a:pt x="55742" y="201505"/>
                  </a:cubicBezTo>
                  <a:cubicBezTo>
                    <a:pt x="55910" y="202104"/>
                    <a:pt x="56079" y="202702"/>
                    <a:pt x="56253" y="203319"/>
                  </a:cubicBezTo>
                  <a:cubicBezTo>
                    <a:pt x="58889" y="203629"/>
                    <a:pt x="58889" y="203629"/>
                    <a:pt x="61462" y="203319"/>
                  </a:cubicBezTo>
                  <a:cubicBezTo>
                    <a:pt x="61462" y="204301"/>
                    <a:pt x="61462" y="205284"/>
                    <a:pt x="61462" y="206296"/>
                  </a:cubicBezTo>
                  <a:cubicBezTo>
                    <a:pt x="65146" y="206296"/>
                    <a:pt x="68829" y="206296"/>
                    <a:pt x="72624" y="206296"/>
                  </a:cubicBezTo>
                  <a:cubicBezTo>
                    <a:pt x="72624" y="207524"/>
                    <a:pt x="72624" y="208751"/>
                    <a:pt x="72624" y="210016"/>
                  </a:cubicBezTo>
                  <a:cubicBezTo>
                    <a:pt x="79255" y="210016"/>
                    <a:pt x="85885" y="210016"/>
                    <a:pt x="92716" y="210016"/>
                  </a:cubicBezTo>
                  <a:cubicBezTo>
                    <a:pt x="92716" y="208789"/>
                    <a:pt x="92716" y="207561"/>
                    <a:pt x="92716" y="206296"/>
                  </a:cubicBezTo>
                  <a:cubicBezTo>
                    <a:pt x="93513" y="206268"/>
                    <a:pt x="94310" y="206240"/>
                    <a:pt x="95132" y="206211"/>
                  </a:cubicBezTo>
                  <a:cubicBezTo>
                    <a:pt x="96171" y="206163"/>
                    <a:pt x="97211" y="206113"/>
                    <a:pt x="98251" y="206063"/>
                  </a:cubicBezTo>
                  <a:cubicBezTo>
                    <a:pt x="98777" y="206046"/>
                    <a:pt x="99303" y="206030"/>
                    <a:pt x="99845" y="206012"/>
                  </a:cubicBezTo>
                  <a:cubicBezTo>
                    <a:pt x="101536" y="205948"/>
                    <a:pt x="101536" y="205948"/>
                    <a:pt x="103878" y="205552"/>
                  </a:cubicBezTo>
                  <a:cubicBezTo>
                    <a:pt x="104124" y="204815"/>
                    <a:pt x="104369" y="204078"/>
                    <a:pt x="104622" y="203319"/>
                  </a:cubicBezTo>
                  <a:cubicBezTo>
                    <a:pt x="106170" y="202796"/>
                    <a:pt x="107690" y="202568"/>
                    <a:pt x="109299" y="202296"/>
                  </a:cubicBezTo>
                  <a:cubicBezTo>
                    <a:pt x="109931" y="202066"/>
                    <a:pt x="109931" y="202066"/>
                    <a:pt x="110575" y="201831"/>
                  </a:cubicBezTo>
                  <a:cubicBezTo>
                    <a:pt x="110575" y="201094"/>
                    <a:pt x="110575" y="200357"/>
                    <a:pt x="110575" y="199598"/>
                  </a:cubicBezTo>
                  <a:cubicBezTo>
                    <a:pt x="111542" y="199345"/>
                    <a:pt x="111542" y="199345"/>
                    <a:pt x="112529" y="199087"/>
                  </a:cubicBezTo>
                  <a:cubicBezTo>
                    <a:pt x="115654" y="197872"/>
                    <a:pt x="116629" y="196334"/>
                    <a:pt x="118467" y="193625"/>
                  </a:cubicBezTo>
                  <a:cubicBezTo>
                    <a:pt x="119505" y="192157"/>
                    <a:pt x="119505" y="192157"/>
                    <a:pt x="120729" y="191041"/>
                  </a:cubicBezTo>
                  <a:cubicBezTo>
                    <a:pt x="122008" y="189625"/>
                    <a:pt x="122025" y="188782"/>
                    <a:pt x="122110" y="186902"/>
                  </a:cubicBezTo>
                  <a:cubicBezTo>
                    <a:pt x="122232" y="185935"/>
                    <a:pt x="122355" y="184968"/>
                    <a:pt x="122482" y="183972"/>
                  </a:cubicBezTo>
                  <a:cubicBezTo>
                    <a:pt x="123218" y="183480"/>
                    <a:pt x="123955" y="182989"/>
                    <a:pt x="124714" y="182483"/>
                  </a:cubicBezTo>
                  <a:cubicBezTo>
                    <a:pt x="124872" y="180376"/>
                    <a:pt x="124709" y="178362"/>
                    <a:pt x="124575" y="176254"/>
                  </a:cubicBezTo>
                  <a:cubicBezTo>
                    <a:pt x="124714" y="174298"/>
                    <a:pt x="124714" y="174298"/>
                    <a:pt x="125821" y="173241"/>
                  </a:cubicBezTo>
                  <a:cubicBezTo>
                    <a:pt x="127824" y="171148"/>
                    <a:pt x="127253" y="168145"/>
                    <a:pt x="127233" y="165394"/>
                  </a:cubicBezTo>
                  <a:cubicBezTo>
                    <a:pt x="127237" y="164703"/>
                    <a:pt x="127241" y="164013"/>
                    <a:pt x="127245" y="163301"/>
                  </a:cubicBezTo>
                  <a:cubicBezTo>
                    <a:pt x="127255" y="160977"/>
                    <a:pt x="127250" y="158653"/>
                    <a:pt x="127245" y="156329"/>
                  </a:cubicBezTo>
                  <a:cubicBezTo>
                    <a:pt x="127249" y="154667"/>
                    <a:pt x="127254" y="153005"/>
                    <a:pt x="127260" y="151343"/>
                  </a:cubicBezTo>
                  <a:cubicBezTo>
                    <a:pt x="127272" y="147759"/>
                    <a:pt x="127276" y="144175"/>
                    <a:pt x="127275" y="140591"/>
                  </a:cubicBezTo>
                  <a:cubicBezTo>
                    <a:pt x="127273" y="134930"/>
                    <a:pt x="127288" y="129268"/>
                    <a:pt x="127305" y="123607"/>
                  </a:cubicBezTo>
                  <a:cubicBezTo>
                    <a:pt x="127327" y="115674"/>
                    <a:pt x="127342" y="107741"/>
                    <a:pt x="127351" y="99808"/>
                  </a:cubicBezTo>
                  <a:cubicBezTo>
                    <a:pt x="127352" y="99053"/>
                    <a:pt x="127352" y="99053"/>
                    <a:pt x="127353" y="98282"/>
                  </a:cubicBezTo>
                  <a:cubicBezTo>
                    <a:pt x="127355" y="96242"/>
                    <a:pt x="127357" y="94202"/>
                    <a:pt x="127360" y="92161"/>
                  </a:cubicBezTo>
                  <a:cubicBezTo>
                    <a:pt x="127366" y="86543"/>
                    <a:pt x="127374" y="80924"/>
                    <a:pt x="127383" y="75305"/>
                  </a:cubicBezTo>
                  <a:cubicBezTo>
                    <a:pt x="127384" y="74802"/>
                    <a:pt x="127385" y="74299"/>
                    <a:pt x="127385" y="73781"/>
                  </a:cubicBezTo>
                  <a:cubicBezTo>
                    <a:pt x="127399" y="65400"/>
                    <a:pt x="127418" y="57020"/>
                    <a:pt x="127441" y="48640"/>
                  </a:cubicBezTo>
                  <a:cubicBezTo>
                    <a:pt x="127456" y="43006"/>
                    <a:pt x="127463" y="37373"/>
                    <a:pt x="127464" y="31739"/>
                  </a:cubicBezTo>
                  <a:cubicBezTo>
                    <a:pt x="127466" y="28242"/>
                    <a:pt x="127474" y="24744"/>
                    <a:pt x="127484" y="21246"/>
                  </a:cubicBezTo>
                  <a:cubicBezTo>
                    <a:pt x="127487" y="19618"/>
                    <a:pt x="127488" y="17991"/>
                    <a:pt x="127486" y="16363"/>
                  </a:cubicBezTo>
                  <a:cubicBezTo>
                    <a:pt x="127483" y="14149"/>
                    <a:pt x="127490" y="11936"/>
                    <a:pt x="127498" y="9722"/>
                  </a:cubicBezTo>
                  <a:cubicBezTo>
                    <a:pt x="127495" y="9071"/>
                    <a:pt x="127493" y="8419"/>
                    <a:pt x="127489" y="7748"/>
                  </a:cubicBezTo>
                  <a:cubicBezTo>
                    <a:pt x="127521" y="3315"/>
                    <a:pt x="127521" y="3315"/>
                    <a:pt x="129179" y="1657"/>
                  </a:cubicBezTo>
                  <a:cubicBezTo>
                    <a:pt x="131314" y="1527"/>
                    <a:pt x="133376" y="1485"/>
                    <a:pt x="135510" y="1512"/>
                  </a:cubicBezTo>
                  <a:cubicBezTo>
                    <a:pt x="136135" y="1514"/>
                    <a:pt x="136761" y="1516"/>
                    <a:pt x="137406" y="1518"/>
                  </a:cubicBezTo>
                  <a:cubicBezTo>
                    <a:pt x="139407" y="1526"/>
                    <a:pt x="141409" y="1545"/>
                    <a:pt x="143411" y="1564"/>
                  </a:cubicBezTo>
                  <a:cubicBezTo>
                    <a:pt x="144766" y="1572"/>
                    <a:pt x="146122" y="1578"/>
                    <a:pt x="147477" y="1584"/>
                  </a:cubicBezTo>
                  <a:cubicBezTo>
                    <a:pt x="150804" y="1601"/>
                    <a:pt x="154130" y="1627"/>
                    <a:pt x="157456" y="1657"/>
                  </a:cubicBezTo>
                  <a:cubicBezTo>
                    <a:pt x="157490" y="23543"/>
                    <a:pt x="157517" y="45429"/>
                    <a:pt x="157532" y="67315"/>
                  </a:cubicBezTo>
                  <a:cubicBezTo>
                    <a:pt x="157534" y="69896"/>
                    <a:pt x="157536" y="72477"/>
                    <a:pt x="157538" y="75058"/>
                  </a:cubicBezTo>
                  <a:cubicBezTo>
                    <a:pt x="157538" y="75572"/>
                    <a:pt x="157539" y="76086"/>
                    <a:pt x="157539" y="76616"/>
                  </a:cubicBezTo>
                  <a:cubicBezTo>
                    <a:pt x="157546" y="84947"/>
                    <a:pt x="157557" y="93278"/>
                    <a:pt x="157571" y="101610"/>
                  </a:cubicBezTo>
                  <a:cubicBezTo>
                    <a:pt x="157585" y="110153"/>
                    <a:pt x="157593" y="118695"/>
                    <a:pt x="157596" y="127238"/>
                  </a:cubicBezTo>
                  <a:cubicBezTo>
                    <a:pt x="157598" y="132039"/>
                    <a:pt x="157603" y="136839"/>
                    <a:pt x="157614" y="141640"/>
                  </a:cubicBezTo>
                  <a:cubicBezTo>
                    <a:pt x="157624" y="146153"/>
                    <a:pt x="157627" y="150666"/>
                    <a:pt x="157625" y="155179"/>
                  </a:cubicBezTo>
                  <a:cubicBezTo>
                    <a:pt x="157625" y="156841"/>
                    <a:pt x="157628" y="158503"/>
                    <a:pt x="157634" y="160164"/>
                  </a:cubicBezTo>
                  <a:cubicBezTo>
                    <a:pt x="157641" y="162422"/>
                    <a:pt x="157639" y="164680"/>
                    <a:pt x="157635" y="166938"/>
                  </a:cubicBezTo>
                  <a:cubicBezTo>
                    <a:pt x="157640" y="167605"/>
                    <a:pt x="157644" y="168272"/>
                    <a:pt x="157648" y="168958"/>
                  </a:cubicBezTo>
                  <a:cubicBezTo>
                    <a:pt x="157641" y="170491"/>
                    <a:pt x="157557" y="172024"/>
                    <a:pt x="157456" y="173554"/>
                  </a:cubicBezTo>
                  <a:cubicBezTo>
                    <a:pt x="156965" y="173799"/>
                    <a:pt x="156474" y="174045"/>
                    <a:pt x="155968" y="174298"/>
                  </a:cubicBezTo>
                  <a:cubicBezTo>
                    <a:pt x="155690" y="175740"/>
                    <a:pt x="155690" y="175740"/>
                    <a:pt x="155660" y="177463"/>
                  </a:cubicBezTo>
                  <a:cubicBezTo>
                    <a:pt x="155617" y="178416"/>
                    <a:pt x="155617" y="178416"/>
                    <a:pt x="155573" y="179389"/>
                  </a:cubicBezTo>
                  <a:cubicBezTo>
                    <a:pt x="155550" y="180057"/>
                    <a:pt x="155527" y="180725"/>
                    <a:pt x="155503" y="181414"/>
                  </a:cubicBezTo>
                  <a:cubicBezTo>
                    <a:pt x="155460" y="182420"/>
                    <a:pt x="155460" y="182420"/>
                    <a:pt x="155416" y="183447"/>
                  </a:cubicBezTo>
                  <a:cubicBezTo>
                    <a:pt x="155345" y="185110"/>
                    <a:pt x="155282" y="186773"/>
                    <a:pt x="155224" y="188436"/>
                  </a:cubicBezTo>
                  <a:cubicBezTo>
                    <a:pt x="154242" y="188436"/>
                    <a:pt x="153259" y="188436"/>
                    <a:pt x="152247" y="188436"/>
                  </a:cubicBezTo>
                  <a:cubicBezTo>
                    <a:pt x="152273" y="189055"/>
                    <a:pt x="152299" y="189674"/>
                    <a:pt x="152326" y="190311"/>
                  </a:cubicBezTo>
                  <a:cubicBezTo>
                    <a:pt x="152346" y="191120"/>
                    <a:pt x="152366" y="191929"/>
                    <a:pt x="152387" y="192762"/>
                  </a:cubicBezTo>
                  <a:cubicBezTo>
                    <a:pt x="152413" y="193565"/>
                    <a:pt x="152439" y="194367"/>
                    <a:pt x="152465" y="195195"/>
                  </a:cubicBezTo>
                  <a:cubicBezTo>
                    <a:pt x="152220" y="197641"/>
                    <a:pt x="151831" y="198076"/>
                    <a:pt x="150015" y="199598"/>
                  </a:cubicBezTo>
                  <a:cubicBezTo>
                    <a:pt x="149750" y="200835"/>
                    <a:pt x="149500" y="202075"/>
                    <a:pt x="149271" y="203319"/>
                  </a:cubicBezTo>
                  <a:cubicBezTo>
                    <a:pt x="148780" y="203565"/>
                    <a:pt x="148288" y="203810"/>
                    <a:pt x="147782" y="204063"/>
                  </a:cubicBezTo>
                  <a:cubicBezTo>
                    <a:pt x="147552" y="204800"/>
                    <a:pt x="147322" y="205537"/>
                    <a:pt x="147085" y="206296"/>
                  </a:cubicBezTo>
                  <a:cubicBezTo>
                    <a:pt x="146824" y="207032"/>
                    <a:pt x="146563" y="207769"/>
                    <a:pt x="146294" y="208528"/>
                  </a:cubicBezTo>
                  <a:cubicBezTo>
                    <a:pt x="145557" y="208774"/>
                    <a:pt x="144821" y="209019"/>
                    <a:pt x="144062" y="209272"/>
                  </a:cubicBezTo>
                  <a:cubicBezTo>
                    <a:pt x="143876" y="211164"/>
                    <a:pt x="143876" y="211164"/>
                    <a:pt x="144062" y="212993"/>
                  </a:cubicBezTo>
                  <a:cubicBezTo>
                    <a:pt x="143325" y="212993"/>
                    <a:pt x="142588" y="212993"/>
                    <a:pt x="141829" y="212993"/>
                  </a:cubicBezTo>
                  <a:cubicBezTo>
                    <a:pt x="141707" y="213607"/>
                    <a:pt x="141584" y="214221"/>
                    <a:pt x="141457" y="214853"/>
                  </a:cubicBezTo>
                  <a:cubicBezTo>
                    <a:pt x="141334" y="215467"/>
                    <a:pt x="141212" y="216081"/>
                    <a:pt x="141085" y="216714"/>
                  </a:cubicBezTo>
                  <a:cubicBezTo>
                    <a:pt x="140348" y="216714"/>
                    <a:pt x="139612" y="216714"/>
                    <a:pt x="138853" y="216714"/>
                  </a:cubicBezTo>
                  <a:cubicBezTo>
                    <a:pt x="138853" y="217696"/>
                    <a:pt x="138853" y="218678"/>
                    <a:pt x="138853" y="219690"/>
                  </a:cubicBezTo>
                  <a:cubicBezTo>
                    <a:pt x="137870" y="219690"/>
                    <a:pt x="136888" y="219690"/>
                    <a:pt x="135876" y="219690"/>
                  </a:cubicBezTo>
                  <a:cubicBezTo>
                    <a:pt x="135006" y="221494"/>
                    <a:pt x="135006" y="221494"/>
                    <a:pt x="134388" y="223411"/>
                  </a:cubicBezTo>
                  <a:cubicBezTo>
                    <a:pt x="133897" y="223657"/>
                    <a:pt x="133406" y="223902"/>
                    <a:pt x="132900" y="224155"/>
                  </a:cubicBezTo>
                  <a:cubicBezTo>
                    <a:pt x="132654" y="224892"/>
                    <a:pt x="132408" y="225628"/>
                    <a:pt x="132155" y="226388"/>
                  </a:cubicBezTo>
                  <a:cubicBezTo>
                    <a:pt x="131542" y="226495"/>
                    <a:pt x="130928" y="226602"/>
                    <a:pt x="130295" y="226713"/>
                  </a:cubicBezTo>
                  <a:cubicBezTo>
                    <a:pt x="129681" y="226851"/>
                    <a:pt x="129067" y="226989"/>
                    <a:pt x="128435" y="227132"/>
                  </a:cubicBezTo>
                  <a:cubicBezTo>
                    <a:pt x="128179" y="228122"/>
                    <a:pt x="127932" y="229114"/>
                    <a:pt x="127691" y="230108"/>
                  </a:cubicBezTo>
                  <a:cubicBezTo>
                    <a:pt x="126461" y="230631"/>
                    <a:pt x="125221" y="231127"/>
                    <a:pt x="123970" y="231596"/>
                  </a:cubicBezTo>
                  <a:cubicBezTo>
                    <a:pt x="123724" y="232333"/>
                    <a:pt x="123479" y="233070"/>
                    <a:pt x="123226" y="233829"/>
                  </a:cubicBezTo>
                  <a:cubicBezTo>
                    <a:pt x="121486" y="234177"/>
                    <a:pt x="119811" y="234204"/>
                    <a:pt x="118040" y="234271"/>
                  </a:cubicBezTo>
                  <a:cubicBezTo>
                    <a:pt x="117541" y="234371"/>
                    <a:pt x="117042" y="234470"/>
                    <a:pt x="116529" y="234573"/>
                  </a:cubicBezTo>
                  <a:cubicBezTo>
                    <a:pt x="116283" y="235310"/>
                    <a:pt x="116037" y="236046"/>
                    <a:pt x="115784" y="236805"/>
                  </a:cubicBezTo>
                  <a:cubicBezTo>
                    <a:pt x="113738" y="237271"/>
                    <a:pt x="113738" y="237271"/>
                    <a:pt x="111320" y="237550"/>
                  </a:cubicBezTo>
                  <a:cubicBezTo>
                    <a:pt x="109285" y="237769"/>
                    <a:pt x="109285" y="237769"/>
                    <a:pt x="107599" y="238294"/>
                  </a:cubicBezTo>
                  <a:cubicBezTo>
                    <a:pt x="107353" y="239030"/>
                    <a:pt x="107108" y="239767"/>
                    <a:pt x="106855" y="240526"/>
                  </a:cubicBezTo>
                  <a:cubicBezTo>
                    <a:pt x="104990" y="240815"/>
                    <a:pt x="104990" y="240815"/>
                    <a:pt x="102479" y="240827"/>
                  </a:cubicBezTo>
                  <a:cubicBezTo>
                    <a:pt x="101074" y="240841"/>
                    <a:pt x="101074" y="240841"/>
                    <a:pt x="99642" y="240855"/>
                  </a:cubicBezTo>
                  <a:cubicBezTo>
                    <a:pt x="98612" y="240854"/>
                    <a:pt x="97583" y="240852"/>
                    <a:pt x="96553" y="240849"/>
                  </a:cubicBezTo>
                  <a:cubicBezTo>
                    <a:pt x="95505" y="240852"/>
                    <a:pt x="94457" y="240856"/>
                    <a:pt x="93408" y="240861"/>
                  </a:cubicBezTo>
                  <a:cubicBezTo>
                    <a:pt x="91209" y="240867"/>
                    <a:pt x="89009" y="240865"/>
                    <a:pt x="86810" y="240858"/>
                  </a:cubicBezTo>
                  <a:cubicBezTo>
                    <a:pt x="83984" y="240850"/>
                    <a:pt x="81159" y="240865"/>
                    <a:pt x="78334" y="240886"/>
                  </a:cubicBezTo>
                  <a:cubicBezTo>
                    <a:pt x="76169" y="240900"/>
                    <a:pt x="74003" y="240900"/>
                    <a:pt x="71838" y="240896"/>
                  </a:cubicBezTo>
                  <a:cubicBezTo>
                    <a:pt x="70796" y="240895"/>
                    <a:pt x="69754" y="240900"/>
                    <a:pt x="68712" y="240909"/>
                  </a:cubicBezTo>
                  <a:cubicBezTo>
                    <a:pt x="67258" y="240920"/>
                    <a:pt x="65804" y="240910"/>
                    <a:pt x="64350" y="240900"/>
                  </a:cubicBezTo>
                  <a:cubicBezTo>
                    <a:pt x="63521" y="240899"/>
                    <a:pt x="62692" y="240899"/>
                    <a:pt x="61838" y="240899"/>
                  </a:cubicBezTo>
                  <a:cubicBezTo>
                    <a:pt x="61223" y="240776"/>
                    <a:pt x="60608" y="240653"/>
                    <a:pt x="59974" y="240526"/>
                  </a:cubicBezTo>
                  <a:cubicBezTo>
                    <a:pt x="59463" y="239038"/>
                    <a:pt x="59463" y="239038"/>
                    <a:pt x="59230" y="237550"/>
                  </a:cubicBezTo>
                  <a:cubicBezTo>
                    <a:pt x="56994" y="237104"/>
                    <a:pt x="56994" y="237104"/>
                    <a:pt x="54393" y="237131"/>
                  </a:cubicBezTo>
                  <a:cubicBezTo>
                    <a:pt x="51719" y="237082"/>
                    <a:pt x="51719" y="237082"/>
                    <a:pt x="49556" y="236805"/>
                  </a:cubicBezTo>
                  <a:cubicBezTo>
                    <a:pt x="49188" y="235700"/>
                    <a:pt x="49188" y="235700"/>
                    <a:pt x="48812" y="234573"/>
                  </a:cubicBezTo>
                  <a:cubicBezTo>
                    <a:pt x="47428" y="234221"/>
                    <a:pt x="47428" y="234221"/>
                    <a:pt x="45835" y="234201"/>
                  </a:cubicBezTo>
                  <a:cubicBezTo>
                    <a:pt x="44207" y="234131"/>
                    <a:pt x="44207" y="234131"/>
                    <a:pt x="42859" y="233829"/>
                  </a:cubicBezTo>
                  <a:cubicBezTo>
                    <a:pt x="42490" y="232724"/>
                    <a:pt x="42490" y="232724"/>
                    <a:pt x="42114" y="231596"/>
                  </a:cubicBezTo>
                  <a:cubicBezTo>
                    <a:pt x="40986" y="231251"/>
                    <a:pt x="40986" y="231251"/>
                    <a:pt x="39836" y="230899"/>
                  </a:cubicBezTo>
                  <a:cubicBezTo>
                    <a:pt x="39114" y="230638"/>
                    <a:pt x="38393" y="230377"/>
                    <a:pt x="37650" y="230108"/>
                  </a:cubicBezTo>
                  <a:cubicBezTo>
                    <a:pt x="37650" y="229126"/>
                    <a:pt x="37650" y="228144"/>
                    <a:pt x="37650" y="227132"/>
                  </a:cubicBezTo>
                  <a:cubicBezTo>
                    <a:pt x="37066" y="227193"/>
                    <a:pt x="36483" y="227254"/>
                    <a:pt x="35882" y="227318"/>
                  </a:cubicBezTo>
                  <a:cubicBezTo>
                    <a:pt x="35238" y="227256"/>
                    <a:pt x="34593" y="227195"/>
                    <a:pt x="33929" y="227132"/>
                  </a:cubicBezTo>
                  <a:cubicBezTo>
                    <a:pt x="33138" y="225829"/>
                    <a:pt x="33138" y="225829"/>
                    <a:pt x="32441" y="224155"/>
                  </a:cubicBezTo>
                  <a:cubicBezTo>
                    <a:pt x="31919" y="223633"/>
                    <a:pt x="31397" y="223111"/>
                    <a:pt x="30859" y="222574"/>
                  </a:cubicBezTo>
                  <a:cubicBezTo>
                    <a:pt x="29464" y="221179"/>
                    <a:pt x="29464" y="221179"/>
                    <a:pt x="29464" y="219690"/>
                  </a:cubicBezTo>
                  <a:cubicBezTo>
                    <a:pt x="28727" y="219690"/>
                    <a:pt x="27991" y="219690"/>
                    <a:pt x="27232" y="219690"/>
                  </a:cubicBezTo>
                  <a:cubicBezTo>
                    <a:pt x="26984" y="218450"/>
                    <a:pt x="26736" y="217210"/>
                    <a:pt x="26488" y="215970"/>
                  </a:cubicBezTo>
                  <a:cubicBezTo>
                    <a:pt x="25751" y="215970"/>
                    <a:pt x="25014" y="215970"/>
                    <a:pt x="24255" y="215970"/>
                  </a:cubicBezTo>
                  <a:cubicBezTo>
                    <a:pt x="24000" y="214979"/>
                    <a:pt x="23752" y="213987"/>
                    <a:pt x="23511" y="212993"/>
                  </a:cubicBezTo>
                  <a:cubicBezTo>
                    <a:pt x="22774" y="212747"/>
                    <a:pt x="22038" y="212502"/>
                    <a:pt x="21279" y="212249"/>
                  </a:cubicBezTo>
                  <a:cubicBezTo>
                    <a:pt x="20767" y="209970"/>
                    <a:pt x="20767" y="209970"/>
                    <a:pt x="20534" y="207784"/>
                  </a:cubicBezTo>
                  <a:cubicBezTo>
                    <a:pt x="19798" y="207784"/>
                    <a:pt x="19061" y="207784"/>
                    <a:pt x="18302" y="207784"/>
                  </a:cubicBezTo>
                  <a:cubicBezTo>
                    <a:pt x="18210" y="206940"/>
                    <a:pt x="18118" y="206096"/>
                    <a:pt x="18023" y="205226"/>
                  </a:cubicBezTo>
                  <a:cubicBezTo>
                    <a:pt x="17869" y="204351"/>
                    <a:pt x="17716" y="203476"/>
                    <a:pt x="17558" y="202575"/>
                  </a:cubicBezTo>
                  <a:cubicBezTo>
                    <a:pt x="17067" y="202329"/>
                    <a:pt x="16576" y="202084"/>
                    <a:pt x="16070" y="201831"/>
                  </a:cubicBezTo>
                  <a:cubicBezTo>
                    <a:pt x="15902" y="200323"/>
                    <a:pt x="15739" y="198814"/>
                    <a:pt x="15654" y="197299"/>
                  </a:cubicBezTo>
                  <a:cubicBezTo>
                    <a:pt x="15427" y="195577"/>
                    <a:pt x="15427" y="195577"/>
                    <a:pt x="13093" y="194389"/>
                  </a:cubicBezTo>
                  <a:cubicBezTo>
                    <a:pt x="12752" y="191868"/>
                    <a:pt x="12718" y="189394"/>
                    <a:pt x="12651" y="186852"/>
                  </a:cubicBezTo>
                  <a:cubicBezTo>
                    <a:pt x="12551" y="186147"/>
                    <a:pt x="12452" y="185442"/>
                    <a:pt x="12349" y="184716"/>
                  </a:cubicBezTo>
                  <a:cubicBezTo>
                    <a:pt x="11612" y="184470"/>
                    <a:pt x="10875" y="184225"/>
                    <a:pt x="10116" y="183972"/>
                  </a:cubicBezTo>
                  <a:cubicBezTo>
                    <a:pt x="9795" y="182043"/>
                    <a:pt x="9795" y="182043"/>
                    <a:pt x="9736" y="179504"/>
                  </a:cubicBezTo>
                  <a:cubicBezTo>
                    <a:pt x="9709" y="178600"/>
                    <a:pt x="9683" y="177696"/>
                    <a:pt x="9656" y="176764"/>
                  </a:cubicBezTo>
                  <a:cubicBezTo>
                    <a:pt x="9631" y="175336"/>
                    <a:pt x="9631" y="175336"/>
                    <a:pt x="9605" y="173879"/>
                  </a:cubicBezTo>
                  <a:cubicBezTo>
                    <a:pt x="9579" y="172924"/>
                    <a:pt x="9554" y="171969"/>
                    <a:pt x="9528" y="170985"/>
                  </a:cubicBezTo>
                  <a:cubicBezTo>
                    <a:pt x="9466" y="168617"/>
                    <a:pt x="9415" y="166249"/>
                    <a:pt x="9372" y="163880"/>
                  </a:cubicBezTo>
                  <a:cubicBezTo>
                    <a:pt x="8881" y="163880"/>
                    <a:pt x="8390" y="163880"/>
                    <a:pt x="7884" y="163880"/>
                  </a:cubicBezTo>
                  <a:cubicBezTo>
                    <a:pt x="7884" y="110346"/>
                    <a:pt x="7884" y="56813"/>
                    <a:pt x="7884" y="1657"/>
                  </a:cubicBezTo>
                  <a:close/>
                </a:path>
              </a:pathLst>
            </a:custGeom>
            <a:grpFill/>
            <a:ln w="744" cap="flat">
              <a:noFill/>
              <a:prstDash val="solid"/>
              <a:miter/>
            </a:ln>
          </p:spPr>
          <p:txBody>
            <a:bodyPr rtlCol="0" anchor="ctr"/>
            <a:lstStyle/>
            <a:p>
              <a:endParaRPr lang="zh-CN" altLang="en-US"/>
            </a:p>
          </p:txBody>
        </p:sp>
        <p:sp>
          <p:nvSpPr>
            <p:cNvPr id="193" name="任意多边形: 形状 192"/>
            <p:cNvSpPr/>
            <p:nvPr/>
          </p:nvSpPr>
          <p:spPr>
            <a:xfrm>
              <a:off x="8881110" y="1388848"/>
              <a:ext cx="169257" cy="243424"/>
            </a:xfrm>
            <a:custGeom>
              <a:avLst/>
              <a:gdLst>
                <a:gd name="connsiteX0" fmla="*/ 81899 w 169259"/>
                <a:gd name="connsiteY0" fmla="*/ 1913 h 243416"/>
                <a:gd name="connsiteX1" fmla="*/ 85797 w 169259"/>
                <a:gd name="connsiteY1" fmla="*/ 1527 h 243416"/>
                <a:gd name="connsiteX2" fmla="*/ 88318 w 169259"/>
                <a:gd name="connsiteY2" fmla="*/ 1499 h 243416"/>
                <a:gd name="connsiteX3" fmla="*/ 91061 w 169259"/>
                <a:gd name="connsiteY3" fmla="*/ 1517 h 243416"/>
                <a:gd name="connsiteX4" fmla="*/ 93855 w 169259"/>
                <a:gd name="connsiteY4" fmla="*/ 1509 h 243416"/>
                <a:gd name="connsiteX5" fmla="*/ 99718 w 169259"/>
                <a:gd name="connsiteY5" fmla="*/ 1525 h 243416"/>
                <a:gd name="connsiteX6" fmla="*/ 107248 w 169259"/>
                <a:gd name="connsiteY6" fmla="*/ 1514 h 243416"/>
                <a:gd name="connsiteX7" fmla="*/ 114409 w 169259"/>
                <a:gd name="connsiteY7" fmla="*/ 1517 h 243416"/>
                <a:gd name="connsiteX8" fmla="*/ 117152 w 169259"/>
                <a:gd name="connsiteY8" fmla="*/ 1499 h 243416"/>
                <a:gd name="connsiteX9" fmla="*/ 119673 w 169259"/>
                <a:gd name="connsiteY9" fmla="*/ 1527 h 243416"/>
                <a:gd name="connsiteX10" fmla="*/ 121904 w 169259"/>
                <a:gd name="connsiteY10" fmla="*/ 1535 h 243416"/>
                <a:gd name="connsiteX11" fmla="*/ 123571 w 169259"/>
                <a:gd name="connsiteY11" fmla="*/ 1913 h 243416"/>
                <a:gd name="connsiteX12" fmla="*/ 124315 w 169259"/>
                <a:gd name="connsiteY12" fmla="*/ 4889 h 243416"/>
                <a:gd name="connsiteX13" fmla="*/ 129152 w 169259"/>
                <a:gd name="connsiteY13" fmla="*/ 5308 h 243416"/>
                <a:gd name="connsiteX14" fmla="*/ 133989 w 169259"/>
                <a:gd name="connsiteY14" fmla="*/ 5633 h 243416"/>
                <a:gd name="connsiteX15" fmla="*/ 134733 w 169259"/>
                <a:gd name="connsiteY15" fmla="*/ 7866 h 243416"/>
                <a:gd name="connsiteX16" fmla="*/ 137337 w 169259"/>
                <a:gd name="connsiteY16" fmla="*/ 8191 h 243416"/>
                <a:gd name="connsiteX17" fmla="*/ 139942 w 169259"/>
                <a:gd name="connsiteY17" fmla="*/ 8610 h 243416"/>
                <a:gd name="connsiteX18" fmla="*/ 140686 w 169259"/>
                <a:gd name="connsiteY18" fmla="*/ 11586 h 243416"/>
                <a:gd name="connsiteX19" fmla="*/ 145151 w 169259"/>
                <a:gd name="connsiteY19" fmla="*/ 12331 h 243416"/>
                <a:gd name="connsiteX20" fmla="*/ 146639 w 169259"/>
                <a:gd name="connsiteY20" fmla="*/ 15307 h 243416"/>
                <a:gd name="connsiteX21" fmla="*/ 148499 w 169259"/>
                <a:gd name="connsiteY21" fmla="*/ 15679 h 243416"/>
                <a:gd name="connsiteX22" fmla="*/ 150360 w 169259"/>
                <a:gd name="connsiteY22" fmla="*/ 16051 h 243416"/>
                <a:gd name="connsiteX23" fmla="*/ 151848 w 169259"/>
                <a:gd name="connsiteY23" fmla="*/ 19028 h 243416"/>
                <a:gd name="connsiteX24" fmla="*/ 153057 w 169259"/>
                <a:gd name="connsiteY24" fmla="*/ 20237 h 243416"/>
                <a:gd name="connsiteX25" fmla="*/ 154081 w 169259"/>
                <a:gd name="connsiteY25" fmla="*/ 22749 h 243416"/>
                <a:gd name="connsiteX26" fmla="*/ 156313 w 169259"/>
                <a:gd name="connsiteY26" fmla="*/ 22749 h 243416"/>
                <a:gd name="connsiteX27" fmla="*/ 157057 w 169259"/>
                <a:gd name="connsiteY27" fmla="*/ 26469 h 243416"/>
                <a:gd name="connsiteX28" fmla="*/ 159290 w 169259"/>
                <a:gd name="connsiteY28" fmla="*/ 26469 h 243416"/>
                <a:gd name="connsiteX29" fmla="*/ 160778 w 169259"/>
                <a:gd name="connsiteY29" fmla="*/ 29446 h 243416"/>
                <a:gd name="connsiteX30" fmla="*/ 162266 w 169259"/>
                <a:gd name="connsiteY30" fmla="*/ 30190 h 243416"/>
                <a:gd name="connsiteX31" fmla="*/ 163754 w 169259"/>
                <a:gd name="connsiteY31" fmla="*/ 33166 h 243416"/>
                <a:gd name="connsiteX32" fmla="*/ 165243 w 169259"/>
                <a:gd name="connsiteY32" fmla="*/ 33911 h 243416"/>
                <a:gd name="connsiteX33" fmla="*/ 165987 w 169259"/>
                <a:gd name="connsiteY33" fmla="*/ 38375 h 243416"/>
                <a:gd name="connsiteX34" fmla="*/ 168219 w 169259"/>
                <a:gd name="connsiteY34" fmla="*/ 38375 h 243416"/>
                <a:gd name="connsiteX35" fmla="*/ 168452 w 169259"/>
                <a:gd name="connsiteY35" fmla="*/ 40840 h 243416"/>
                <a:gd name="connsiteX36" fmla="*/ 171196 w 169259"/>
                <a:gd name="connsiteY36" fmla="*/ 45817 h 243416"/>
                <a:gd name="connsiteX37" fmla="*/ 171940 w 169259"/>
                <a:gd name="connsiteY37" fmla="*/ 48793 h 243416"/>
                <a:gd name="connsiteX38" fmla="*/ 173428 w 169259"/>
                <a:gd name="connsiteY38" fmla="*/ 49538 h 243416"/>
                <a:gd name="connsiteX39" fmla="*/ 173844 w 169259"/>
                <a:gd name="connsiteY39" fmla="*/ 54723 h 243416"/>
                <a:gd name="connsiteX40" fmla="*/ 174172 w 169259"/>
                <a:gd name="connsiteY40" fmla="*/ 56235 h 243416"/>
                <a:gd name="connsiteX41" fmla="*/ 176405 w 169259"/>
                <a:gd name="connsiteY41" fmla="*/ 56979 h 243416"/>
                <a:gd name="connsiteX42" fmla="*/ 176847 w 169259"/>
                <a:gd name="connsiteY42" fmla="*/ 62746 h 243416"/>
                <a:gd name="connsiteX43" fmla="*/ 177149 w 169259"/>
                <a:gd name="connsiteY43" fmla="*/ 64420 h 243416"/>
                <a:gd name="connsiteX44" fmla="*/ 179381 w 169259"/>
                <a:gd name="connsiteY44" fmla="*/ 65165 h 243416"/>
                <a:gd name="connsiteX45" fmla="*/ 179707 w 169259"/>
                <a:gd name="connsiteY45" fmla="*/ 68839 h 243416"/>
                <a:gd name="connsiteX46" fmla="*/ 179750 w 169259"/>
                <a:gd name="connsiteY46" fmla="*/ 70859 h 243416"/>
                <a:gd name="connsiteX47" fmla="*/ 178059 w 169259"/>
                <a:gd name="connsiteY47" fmla="*/ 73586 h 243416"/>
                <a:gd name="connsiteX48" fmla="*/ 173428 w 169259"/>
                <a:gd name="connsiteY48" fmla="*/ 74094 h 243416"/>
                <a:gd name="connsiteX49" fmla="*/ 173428 w 169259"/>
                <a:gd name="connsiteY49" fmla="*/ 77071 h 243416"/>
                <a:gd name="connsiteX50" fmla="*/ 162266 w 169259"/>
                <a:gd name="connsiteY50" fmla="*/ 77071 h 243416"/>
                <a:gd name="connsiteX51" fmla="*/ 162266 w 169259"/>
                <a:gd name="connsiteY51" fmla="*/ 80791 h 243416"/>
                <a:gd name="connsiteX52" fmla="*/ 155987 w 169259"/>
                <a:gd name="connsiteY52" fmla="*/ 80838 h 243416"/>
                <a:gd name="connsiteX53" fmla="*/ 154178 w 169259"/>
                <a:gd name="connsiteY53" fmla="*/ 80857 h 243416"/>
                <a:gd name="connsiteX54" fmla="*/ 149616 w 169259"/>
                <a:gd name="connsiteY54" fmla="*/ 80791 h 243416"/>
                <a:gd name="connsiteX55" fmla="*/ 148409 w 169259"/>
                <a:gd name="connsiteY55" fmla="*/ 73118 h 243416"/>
                <a:gd name="connsiteX56" fmla="*/ 148127 w 169259"/>
                <a:gd name="connsiteY56" fmla="*/ 71118 h 243416"/>
                <a:gd name="connsiteX57" fmla="*/ 146639 w 169259"/>
                <a:gd name="connsiteY57" fmla="*/ 70374 h 243416"/>
                <a:gd name="connsiteX58" fmla="*/ 146223 w 169259"/>
                <a:gd name="connsiteY58" fmla="*/ 65842 h 243416"/>
                <a:gd name="connsiteX59" fmla="*/ 143663 w 169259"/>
                <a:gd name="connsiteY59" fmla="*/ 62932 h 243416"/>
                <a:gd name="connsiteX60" fmla="*/ 143290 w 169259"/>
                <a:gd name="connsiteY60" fmla="*/ 60281 h 243416"/>
                <a:gd name="connsiteX61" fmla="*/ 142918 w 169259"/>
                <a:gd name="connsiteY61" fmla="*/ 57723 h 243416"/>
                <a:gd name="connsiteX62" fmla="*/ 140686 w 169259"/>
                <a:gd name="connsiteY62" fmla="*/ 56979 h 243416"/>
                <a:gd name="connsiteX63" fmla="*/ 140686 w 169259"/>
                <a:gd name="connsiteY63" fmla="*/ 53258 h 243416"/>
                <a:gd name="connsiteX64" fmla="*/ 138454 w 169259"/>
                <a:gd name="connsiteY64" fmla="*/ 52514 h 243416"/>
                <a:gd name="connsiteX65" fmla="*/ 138454 w 169259"/>
                <a:gd name="connsiteY65" fmla="*/ 49538 h 243416"/>
                <a:gd name="connsiteX66" fmla="*/ 136221 w 169259"/>
                <a:gd name="connsiteY66" fmla="*/ 48793 h 243416"/>
                <a:gd name="connsiteX67" fmla="*/ 135849 w 169259"/>
                <a:gd name="connsiteY67" fmla="*/ 47259 h 243416"/>
                <a:gd name="connsiteX68" fmla="*/ 135477 w 169259"/>
                <a:gd name="connsiteY68" fmla="*/ 45817 h 243416"/>
                <a:gd name="connsiteX69" fmla="*/ 133245 w 169259"/>
                <a:gd name="connsiteY69" fmla="*/ 45817 h 243416"/>
                <a:gd name="connsiteX70" fmla="*/ 133012 w 169259"/>
                <a:gd name="connsiteY70" fmla="*/ 44329 h 243416"/>
                <a:gd name="connsiteX71" fmla="*/ 132500 w 169259"/>
                <a:gd name="connsiteY71" fmla="*/ 42840 h 243416"/>
                <a:gd name="connsiteX72" fmla="*/ 130268 w 169259"/>
                <a:gd name="connsiteY72" fmla="*/ 42840 h 243416"/>
                <a:gd name="connsiteX73" fmla="*/ 128036 w 169259"/>
                <a:gd name="connsiteY73" fmla="*/ 42840 h 243416"/>
                <a:gd name="connsiteX74" fmla="*/ 127291 w 169259"/>
                <a:gd name="connsiteY74" fmla="*/ 39864 h 243416"/>
                <a:gd name="connsiteX75" fmla="*/ 125059 w 169259"/>
                <a:gd name="connsiteY75" fmla="*/ 39864 h 243416"/>
                <a:gd name="connsiteX76" fmla="*/ 122827 w 169259"/>
                <a:gd name="connsiteY76" fmla="*/ 39864 h 243416"/>
                <a:gd name="connsiteX77" fmla="*/ 122641 w 169259"/>
                <a:gd name="connsiteY77" fmla="*/ 38399 h 243416"/>
                <a:gd name="connsiteX78" fmla="*/ 122082 w 169259"/>
                <a:gd name="connsiteY78" fmla="*/ 36887 h 243416"/>
                <a:gd name="connsiteX79" fmla="*/ 116873 w 169259"/>
                <a:gd name="connsiteY79" fmla="*/ 36515 h 243416"/>
                <a:gd name="connsiteX80" fmla="*/ 111664 w 169259"/>
                <a:gd name="connsiteY80" fmla="*/ 36143 h 243416"/>
                <a:gd name="connsiteX81" fmla="*/ 111374 w 169259"/>
                <a:gd name="connsiteY81" fmla="*/ 34658 h 243416"/>
                <a:gd name="connsiteX82" fmla="*/ 110920 w 169259"/>
                <a:gd name="connsiteY82" fmla="*/ 33166 h 243416"/>
                <a:gd name="connsiteX83" fmla="*/ 107293 w 169259"/>
                <a:gd name="connsiteY83" fmla="*/ 32771 h 243416"/>
                <a:gd name="connsiteX84" fmla="*/ 105072 w 169259"/>
                <a:gd name="connsiteY84" fmla="*/ 32760 h 243416"/>
                <a:gd name="connsiteX85" fmla="*/ 102735 w 169259"/>
                <a:gd name="connsiteY85" fmla="*/ 32794 h 243416"/>
                <a:gd name="connsiteX86" fmla="*/ 100398 w 169259"/>
                <a:gd name="connsiteY86" fmla="*/ 32760 h 243416"/>
                <a:gd name="connsiteX87" fmla="*/ 98177 w 169259"/>
                <a:gd name="connsiteY87" fmla="*/ 32771 h 243416"/>
                <a:gd name="connsiteX88" fmla="*/ 96125 w 169259"/>
                <a:gd name="connsiteY88" fmla="*/ 32781 h 243416"/>
                <a:gd name="connsiteX89" fmla="*/ 94549 w 169259"/>
                <a:gd name="connsiteY89" fmla="*/ 33166 h 243416"/>
                <a:gd name="connsiteX90" fmla="*/ 93805 w 169259"/>
                <a:gd name="connsiteY90" fmla="*/ 36143 h 243416"/>
                <a:gd name="connsiteX91" fmla="*/ 86640 w 169259"/>
                <a:gd name="connsiteY91" fmla="*/ 36506 h 243416"/>
                <a:gd name="connsiteX92" fmla="*/ 82643 w 169259"/>
                <a:gd name="connsiteY92" fmla="*/ 36887 h 243416"/>
                <a:gd name="connsiteX93" fmla="*/ 81899 w 169259"/>
                <a:gd name="connsiteY93" fmla="*/ 39864 h 243416"/>
                <a:gd name="connsiteX94" fmla="*/ 76713 w 169259"/>
                <a:gd name="connsiteY94" fmla="*/ 39678 h 243416"/>
                <a:gd name="connsiteX95" fmla="*/ 75202 w 169259"/>
                <a:gd name="connsiteY95" fmla="*/ 39864 h 243416"/>
                <a:gd name="connsiteX96" fmla="*/ 74457 w 169259"/>
                <a:gd name="connsiteY96" fmla="*/ 42840 h 243416"/>
                <a:gd name="connsiteX97" fmla="*/ 69993 w 169259"/>
                <a:gd name="connsiteY97" fmla="*/ 43584 h 243416"/>
                <a:gd name="connsiteX98" fmla="*/ 69248 w 169259"/>
                <a:gd name="connsiteY98" fmla="*/ 46561 h 243416"/>
                <a:gd name="connsiteX99" fmla="*/ 67016 w 169259"/>
                <a:gd name="connsiteY99" fmla="*/ 47305 h 243416"/>
                <a:gd name="connsiteX100" fmla="*/ 65528 w 169259"/>
                <a:gd name="connsiteY100" fmla="*/ 49538 h 243416"/>
                <a:gd name="connsiteX101" fmla="*/ 64039 w 169259"/>
                <a:gd name="connsiteY101" fmla="*/ 49538 h 243416"/>
                <a:gd name="connsiteX102" fmla="*/ 63807 w 169259"/>
                <a:gd name="connsiteY102" fmla="*/ 50793 h 243416"/>
                <a:gd name="connsiteX103" fmla="*/ 59575 w 169259"/>
                <a:gd name="connsiteY103" fmla="*/ 56235 h 243416"/>
                <a:gd name="connsiteX104" fmla="*/ 58086 w 169259"/>
                <a:gd name="connsiteY104" fmla="*/ 59211 h 243416"/>
                <a:gd name="connsiteX105" fmla="*/ 56598 w 169259"/>
                <a:gd name="connsiteY105" fmla="*/ 59956 h 243416"/>
                <a:gd name="connsiteX106" fmla="*/ 56226 w 169259"/>
                <a:gd name="connsiteY106" fmla="*/ 61816 h 243416"/>
                <a:gd name="connsiteX107" fmla="*/ 55854 w 169259"/>
                <a:gd name="connsiteY107" fmla="*/ 63676 h 243416"/>
                <a:gd name="connsiteX108" fmla="*/ 54366 w 169259"/>
                <a:gd name="connsiteY108" fmla="*/ 64420 h 243416"/>
                <a:gd name="connsiteX109" fmla="*/ 53901 w 169259"/>
                <a:gd name="connsiteY109" fmla="*/ 67443 h 243416"/>
                <a:gd name="connsiteX110" fmla="*/ 53622 w 169259"/>
                <a:gd name="connsiteY110" fmla="*/ 70374 h 243416"/>
                <a:gd name="connsiteX111" fmla="*/ 51389 w 169259"/>
                <a:gd name="connsiteY111" fmla="*/ 70374 h 243416"/>
                <a:gd name="connsiteX112" fmla="*/ 51305 w 169259"/>
                <a:gd name="connsiteY112" fmla="*/ 72301 h 243416"/>
                <a:gd name="connsiteX113" fmla="*/ 51157 w 169259"/>
                <a:gd name="connsiteY113" fmla="*/ 74792 h 243416"/>
                <a:gd name="connsiteX114" fmla="*/ 51026 w 169259"/>
                <a:gd name="connsiteY114" fmla="*/ 77277 h 243416"/>
                <a:gd name="connsiteX115" fmla="*/ 50645 w 169259"/>
                <a:gd name="connsiteY115" fmla="*/ 79303 h 243416"/>
                <a:gd name="connsiteX116" fmla="*/ 48413 w 169259"/>
                <a:gd name="connsiteY116" fmla="*/ 80047 h 243416"/>
                <a:gd name="connsiteX117" fmla="*/ 47901 w 169259"/>
                <a:gd name="connsiteY117" fmla="*/ 85303 h 243416"/>
                <a:gd name="connsiteX118" fmla="*/ 47753 w 169259"/>
                <a:gd name="connsiteY118" fmla="*/ 88213 h 243416"/>
                <a:gd name="connsiteX119" fmla="*/ 47668 w 169259"/>
                <a:gd name="connsiteY119" fmla="*/ 90465 h 243416"/>
                <a:gd name="connsiteX120" fmla="*/ 46180 w 169259"/>
                <a:gd name="connsiteY120" fmla="*/ 90465 h 243416"/>
                <a:gd name="connsiteX121" fmla="*/ 46103 w 169259"/>
                <a:gd name="connsiteY121" fmla="*/ 115168 h 243416"/>
                <a:gd name="connsiteX122" fmla="*/ 46068 w 169259"/>
                <a:gd name="connsiteY122" fmla="*/ 126637 h 243416"/>
                <a:gd name="connsiteX123" fmla="*/ 46039 w 169259"/>
                <a:gd name="connsiteY123" fmla="*/ 137696 h 243416"/>
                <a:gd name="connsiteX124" fmla="*/ 46023 w 169259"/>
                <a:gd name="connsiteY124" fmla="*/ 141925 h 243416"/>
                <a:gd name="connsiteX125" fmla="*/ 46011 w 169259"/>
                <a:gd name="connsiteY125" fmla="*/ 147826 h 243416"/>
                <a:gd name="connsiteX126" fmla="*/ 45995 w 169259"/>
                <a:gd name="connsiteY126" fmla="*/ 149611 h 243416"/>
                <a:gd name="connsiteX127" fmla="*/ 46180 w 169259"/>
                <a:gd name="connsiteY127" fmla="*/ 153717 h 243416"/>
                <a:gd name="connsiteX128" fmla="*/ 47668 w 169259"/>
                <a:gd name="connsiteY128" fmla="*/ 154461 h 243416"/>
                <a:gd name="connsiteX129" fmla="*/ 48024 w 169259"/>
                <a:gd name="connsiteY129" fmla="*/ 162106 h 243416"/>
                <a:gd name="connsiteX130" fmla="*/ 48413 w 169259"/>
                <a:gd name="connsiteY130" fmla="*/ 166368 h 243416"/>
                <a:gd name="connsiteX131" fmla="*/ 50645 w 169259"/>
                <a:gd name="connsiteY131" fmla="*/ 167112 h 243416"/>
                <a:gd name="connsiteX132" fmla="*/ 51157 w 169259"/>
                <a:gd name="connsiteY132" fmla="*/ 171623 h 243416"/>
                <a:gd name="connsiteX133" fmla="*/ 51305 w 169259"/>
                <a:gd name="connsiteY133" fmla="*/ 174114 h 243416"/>
                <a:gd name="connsiteX134" fmla="*/ 51389 w 169259"/>
                <a:gd name="connsiteY134" fmla="*/ 176041 h 243416"/>
                <a:gd name="connsiteX135" fmla="*/ 53622 w 169259"/>
                <a:gd name="connsiteY135" fmla="*/ 176041 h 243416"/>
                <a:gd name="connsiteX136" fmla="*/ 53622 w 169259"/>
                <a:gd name="connsiteY136" fmla="*/ 182739 h 243416"/>
                <a:gd name="connsiteX137" fmla="*/ 55854 w 169259"/>
                <a:gd name="connsiteY137" fmla="*/ 182739 h 243416"/>
                <a:gd name="connsiteX138" fmla="*/ 56598 w 169259"/>
                <a:gd name="connsiteY138" fmla="*/ 186459 h 243416"/>
                <a:gd name="connsiteX139" fmla="*/ 58831 w 169259"/>
                <a:gd name="connsiteY139" fmla="*/ 188692 h 243416"/>
                <a:gd name="connsiteX140" fmla="*/ 63415 w 169259"/>
                <a:gd name="connsiteY140" fmla="*/ 195093 h 243416"/>
                <a:gd name="connsiteX141" fmla="*/ 66272 w 169259"/>
                <a:gd name="connsiteY141" fmla="*/ 197622 h 243416"/>
                <a:gd name="connsiteX142" fmla="*/ 67016 w 169259"/>
                <a:gd name="connsiteY142" fmla="*/ 199854 h 243416"/>
                <a:gd name="connsiteX143" fmla="*/ 68504 w 169259"/>
                <a:gd name="connsiteY143" fmla="*/ 200226 h 243416"/>
                <a:gd name="connsiteX144" fmla="*/ 69993 w 169259"/>
                <a:gd name="connsiteY144" fmla="*/ 200598 h 243416"/>
                <a:gd name="connsiteX145" fmla="*/ 70737 w 169259"/>
                <a:gd name="connsiteY145" fmla="*/ 202831 h 243416"/>
                <a:gd name="connsiteX146" fmla="*/ 72969 w 169259"/>
                <a:gd name="connsiteY146" fmla="*/ 203156 h 243416"/>
                <a:gd name="connsiteX147" fmla="*/ 75202 w 169259"/>
                <a:gd name="connsiteY147" fmla="*/ 203575 h 243416"/>
                <a:gd name="connsiteX148" fmla="*/ 75481 w 169259"/>
                <a:gd name="connsiteY148" fmla="*/ 205063 h 243416"/>
                <a:gd name="connsiteX149" fmla="*/ 75946 w 169259"/>
                <a:gd name="connsiteY149" fmla="*/ 206551 h 243416"/>
                <a:gd name="connsiteX150" fmla="*/ 80550 w 169259"/>
                <a:gd name="connsiteY150" fmla="*/ 207019 h 243416"/>
                <a:gd name="connsiteX151" fmla="*/ 81899 w 169259"/>
                <a:gd name="connsiteY151" fmla="*/ 207295 h 243416"/>
                <a:gd name="connsiteX152" fmla="*/ 82643 w 169259"/>
                <a:gd name="connsiteY152" fmla="*/ 209528 h 243416"/>
                <a:gd name="connsiteX153" fmla="*/ 90736 w 169259"/>
                <a:gd name="connsiteY153" fmla="*/ 209897 h 243416"/>
                <a:gd name="connsiteX154" fmla="*/ 93061 w 169259"/>
                <a:gd name="connsiteY154" fmla="*/ 210272 h 243416"/>
                <a:gd name="connsiteX155" fmla="*/ 93372 w 169259"/>
                <a:gd name="connsiteY155" fmla="*/ 211759 h 243416"/>
                <a:gd name="connsiteX156" fmla="*/ 93805 w 169259"/>
                <a:gd name="connsiteY156" fmla="*/ 213248 h 243416"/>
                <a:gd name="connsiteX157" fmla="*/ 97107 w 169259"/>
                <a:gd name="connsiteY157" fmla="*/ 213644 h 243416"/>
                <a:gd name="connsiteX158" fmla="*/ 99125 w 169259"/>
                <a:gd name="connsiteY158" fmla="*/ 213655 h 243416"/>
                <a:gd name="connsiteX159" fmla="*/ 101247 w 169259"/>
                <a:gd name="connsiteY159" fmla="*/ 213621 h 243416"/>
                <a:gd name="connsiteX160" fmla="*/ 103368 w 169259"/>
                <a:gd name="connsiteY160" fmla="*/ 213655 h 243416"/>
                <a:gd name="connsiteX161" fmla="*/ 105386 w 169259"/>
                <a:gd name="connsiteY161" fmla="*/ 213644 h 243416"/>
                <a:gd name="connsiteX162" fmla="*/ 107249 w 169259"/>
                <a:gd name="connsiteY162" fmla="*/ 213634 h 243416"/>
                <a:gd name="connsiteX163" fmla="*/ 108688 w 169259"/>
                <a:gd name="connsiteY163" fmla="*/ 213248 h 243416"/>
                <a:gd name="connsiteX164" fmla="*/ 109432 w 169259"/>
                <a:gd name="connsiteY164" fmla="*/ 210272 h 243416"/>
                <a:gd name="connsiteX165" fmla="*/ 114641 w 169259"/>
                <a:gd name="connsiteY165" fmla="*/ 209853 h 243416"/>
                <a:gd name="connsiteX166" fmla="*/ 119850 w 169259"/>
                <a:gd name="connsiteY166" fmla="*/ 209528 h 243416"/>
                <a:gd name="connsiteX167" fmla="*/ 120594 w 169259"/>
                <a:gd name="connsiteY167" fmla="*/ 207295 h 243416"/>
                <a:gd name="connsiteX168" fmla="*/ 125271 w 169259"/>
                <a:gd name="connsiteY168" fmla="*/ 206272 h 243416"/>
                <a:gd name="connsiteX169" fmla="*/ 126547 w 169259"/>
                <a:gd name="connsiteY169" fmla="*/ 205807 h 243416"/>
                <a:gd name="connsiteX170" fmla="*/ 126547 w 169259"/>
                <a:gd name="connsiteY170" fmla="*/ 203575 h 243416"/>
                <a:gd name="connsiteX171" fmla="*/ 130268 w 169259"/>
                <a:gd name="connsiteY171" fmla="*/ 202831 h 243416"/>
                <a:gd name="connsiteX172" fmla="*/ 131012 w 169259"/>
                <a:gd name="connsiteY172" fmla="*/ 200598 h 243416"/>
                <a:gd name="connsiteX173" fmla="*/ 134733 w 169259"/>
                <a:gd name="connsiteY173" fmla="*/ 199110 h 243416"/>
                <a:gd name="connsiteX174" fmla="*/ 135477 w 169259"/>
                <a:gd name="connsiteY174" fmla="*/ 196877 h 243416"/>
                <a:gd name="connsiteX175" fmla="*/ 137709 w 169259"/>
                <a:gd name="connsiteY175" fmla="*/ 196133 h 243416"/>
                <a:gd name="connsiteX176" fmla="*/ 138454 w 169259"/>
                <a:gd name="connsiteY176" fmla="*/ 193157 h 243416"/>
                <a:gd name="connsiteX177" fmla="*/ 139942 w 169259"/>
                <a:gd name="connsiteY177" fmla="*/ 192413 h 243416"/>
                <a:gd name="connsiteX178" fmla="*/ 140267 w 169259"/>
                <a:gd name="connsiteY178" fmla="*/ 191017 h 243416"/>
                <a:gd name="connsiteX179" fmla="*/ 142918 w 169259"/>
                <a:gd name="connsiteY179" fmla="*/ 187204 h 243416"/>
                <a:gd name="connsiteX180" fmla="*/ 143709 w 169259"/>
                <a:gd name="connsiteY180" fmla="*/ 185622 h 243416"/>
                <a:gd name="connsiteX181" fmla="*/ 145895 w 169259"/>
                <a:gd name="connsiteY181" fmla="*/ 183483 h 243416"/>
                <a:gd name="connsiteX182" fmla="*/ 146267 w 169259"/>
                <a:gd name="connsiteY182" fmla="*/ 180506 h 243416"/>
                <a:gd name="connsiteX183" fmla="*/ 146639 w 169259"/>
                <a:gd name="connsiteY183" fmla="*/ 177530 h 243416"/>
                <a:gd name="connsiteX184" fmla="*/ 148127 w 169259"/>
                <a:gd name="connsiteY184" fmla="*/ 176786 h 243416"/>
                <a:gd name="connsiteX185" fmla="*/ 148543 w 169259"/>
                <a:gd name="connsiteY185" fmla="*/ 170437 h 243416"/>
                <a:gd name="connsiteX186" fmla="*/ 148872 w 169259"/>
                <a:gd name="connsiteY186" fmla="*/ 168600 h 243416"/>
                <a:gd name="connsiteX187" fmla="*/ 151104 w 169259"/>
                <a:gd name="connsiteY187" fmla="*/ 167856 h 243416"/>
                <a:gd name="connsiteX188" fmla="*/ 151616 w 169259"/>
                <a:gd name="connsiteY188" fmla="*/ 161856 h 243416"/>
                <a:gd name="connsiteX189" fmla="*/ 151693 w 169259"/>
                <a:gd name="connsiteY189" fmla="*/ 160146 h 243416"/>
                <a:gd name="connsiteX190" fmla="*/ 151848 w 169259"/>
                <a:gd name="connsiteY190" fmla="*/ 155950 h 243416"/>
                <a:gd name="connsiteX191" fmla="*/ 158080 w 169259"/>
                <a:gd name="connsiteY191" fmla="*/ 155764 h 243416"/>
                <a:gd name="connsiteX192" fmla="*/ 159871 w 169259"/>
                <a:gd name="connsiteY192" fmla="*/ 155688 h 243416"/>
                <a:gd name="connsiteX193" fmla="*/ 164498 w 169259"/>
                <a:gd name="connsiteY193" fmla="*/ 155950 h 243416"/>
                <a:gd name="connsiteX194" fmla="*/ 165987 w 169259"/>
                <a:gd name="connsiteY194" fmla="*/ 158926 h 243416"/>
                <a:gd name="connsiteX195" fmla="*/ 170917 w 169259"/>
                <a:gd name="connsiteY195" fmla="*/ 159112 h 243416"/>
                <a:gd name="connsiteX196" fmla="*/ 173597 w 169259"/>
                <a:gd name="connsiteY196" fmla="*/ 159031 h 243416"/>
                <a:gd name="connsiteX197" fmla="*/ 175661 w 169259"/>
                <a:gd name="connsiteY197" fmla="*/ 158926 h 243416"/>
                <a:gd name="connsiteX198" fmla="*/ 175661 w 169259"/>
                <a:gd name="connsiteY198" fmla="*/ 162647 h 243416"/>
                <a:gd name="connsiteX199" fmla="*/ 181614 w 169259"/>
                <a:gd name="connsiteY199" fmla="*/ 162647 h 243416"/>
                <a:gd name="connsiteX200" fmla="*/ 181707 w 169259"/>
                <a:gd name="connsiteY200" fmla="*/ 168181 h 243416"/>
                <a:gd name="connsiteX201" fmla="*/ 181745 w 169259"/>
                <a:gd name="connsiteY201" fmla="*/ 169776 h 243416"/>
                <a:gd name="connsiteX202" fmla="*/ 181614 w 169259"/>
                <a:gd name="connsiteY202" fmla="*/ 173809 h 243416"/>
                <a:gd name="connsiteX203" fmla="*/ 180125 w 169259"/>
                <a:gd name="connsiteY203" fmla="*/ 174553 h 243416"/>
                <a:gd name="connsiteX204" fmla="*/ 179474 w 169259"/>
                <a:gd name="connsiteY204" fmla="*/ 181064 h 243416"/>
                <a:gd name="connsiteX205" fmla="*/ 179381 w 169259"/>
                <a:gd name="connsiteY205" fmla="*/ 183483 h 243416"/>
                <a:gd name="connsiteX206" fmla="*/ 177149 w 169259"/>
                <a:gd name="connsiteY206" fmla="*/ 184227 h 243416"/>
                <a:gd name="connsiteX207" fmla="*/ 176637 w 169259"/>
                <a:gd name="connsiteY207" fmla="*/ 187994 h 243416"/>
                <a:gd name="connsiteX208" fmla="*/ 176489 w 169259"/>
                <a:gd name="connsiteY208" fmla="*/ 190067 h 243416"/>
                <a:gd name="connsiteX209" fmla="*/ 176405 w 169259"/>
                <a:gd name="connsiteY209" fmla="*/ 191668 h 243416"/>
                <a:gd name="connsiteX210" fmla="*/ 174172 w 169259"/>
                <a:gd name="connsiteY210" fmla="*/ 191668 h 243416"/>
                <a:gd name="connsiteX211" fmla="*/ 173893 w 169259"/>
                <a:gd name="connsiteY211" fmla="*/ 194598 h 243416"/>
                <a:gd name="connsiteX212" fmla="*/ 173428 w 169259"/>
                <a:gd name="connsiteY212" fmla="*/ 197622 h 243416"/>
                <a:gd name="connsiteX213" fmla="*/ 171940 w 169259"/>
                <a:gd name="connsiteY213" fmla="*/ 198366 h 243416"/>
                <a:gd name="connsiteX214" fmla="*/ 170824 w 169259"/>
                <a:gd name="connsiteY214" fmla="*/ 201017 h 243416"/>
                <a:gd name="connsiteX215" fmla="*/ 169707 w 169259"/>
                <a:gd name="connsiteY215" fmla="*/ 203575 h 243416"/>
                <a:gd name="connsiteX216" fmla="*/ 168219 w 169259"/>
                <a:gd name="connsiteY216" fmla="*/ 203575 h 243416"/>
                <a:gd name="connsiteX217" fmla="*/ 168359 w 169259"/>
                <a:gd name="connsiteY217" fmla="*/ 205389 h 243416"/>
                <a:gd name="connsiteX218" fmla="*/ 168219 w 169259"/>
                <a:gd name="connsiteY218" fmla="*/ 207295 h 243416"/>
                <a:gd name="connsiteX219" fmla="*/ 165987 w 169259"/>
                <a:gd name="connsiteY219" fmla="*/ 208040 h 243416"/>
                <a:gd name="connsiteX220" fmla="*/ 164498 w 169259"/>
                <a:gd name="connsiteY220" fmla="*/ 213248 h 243416"/>
                <a:gd name="connsiteX221" fmla="*/ 163010 w 169259"/>
                <a:gd name="connsiteY221" fmla="*/ 213993 h 243416"/>
                <a:gd name="connsiteX222" fmla="*/ 162266 w 169259"/>
                <a:gd name="connsiteY222" fmla="*/ 216225 h 243416"/>
                <a:gd name="connsiteX223" fmla="*/ 160034 w 169259"/>
                <a:gd name="connsiteY223" fmla="*/ 217713 h 243416"/>
                <a:gd name="connsiteX224" fmla="*/ 159290 w 169259"/>
                <a:gd name="connsiteY224" fmla="*/ 219946 h 243416"/>
                <a:gd name="connsiteX225" fmla="*/ 157057 w 169259"/>
                <a:gd name="connsiteY225" fmla="*/ 222178 h 243416"/>
                <a:gd name="connsiteX226" fmla="*/ 155894 w 169259"/>
                <a:gd name="connsiteY226" fmla="*/ 223434 h 243416"/>
                <a:gd name="connsiteX227" fmla="*/ 153336 w 169259"/>
                <a:gd name="connsiteY227" fmla="*/ 224411 h 243416"/>
                <a:gd name="connsiteX228" fmla="*/ 153057 w 169259"/>
                <a:gd name="connsiteY228" fmla="*/ 225852 h 243416"/>
                <a:gd name="connsiteX229" fmla="*/ 152592 w 169259"/>
                <a:gd name="connsiteY229" fmla="*/ 227387 h 243416"/>
                <a:gd name="connsiteX230" fmla="*/ 149616 w 169259"/>
                <a:gd name="connsiteY230" fmla="*/ 228131 h 243416"/>
                <a:gd name="connsiteX231" fmla="*/ 149244 w 169259"/>
                <a:gd name="connsiteY231" fmla="*/ 229620 h 243416"/>
                <a:gd name="connsiteX232" fmla="*/ 148872 w 169259"/>
                <a:gd name="connsiteY232" fmla="*/ 231108 h 243416"/>
                <a:gd name="connsiteX233" fmla="*/ 145895 w 169259"/>
                <a:gd name="connsiteY233" fmla="*/ 231852 h 243416"/>
                <a:gd name="connsiteX234" fmla="*/ 145151 w 169259"/>
                <a:gd name="connsiteY234" fmla="*/ 234084 h 243416"/>
                <a:gd name="connsiteX235" fmla="*/ 142918 w 169259"/>
                <a:gd name="connsiteY235" fmla="*/ 234410 h 243416"/>
                <a:gd name="connsiteX236" fmla="*/ 140686 w 169259"/>
                <a:gd name="connsiteY236" fmla="*/ 234829 h 243416"/>
                <a:gd name="connsiteX237" fmla="*/ 140360 w 169259"/>
                <a:gd name="connsiteY237" fmla="*/ 236317 h 243416"/>
                <a:gd name="connsiteX238" fmla="*/ 139942 w 169259"/>
                <a:gd name="connsiteY238" fmla="*/ 237805 h 243416"/>
                <a:gd name="connsiteX239" fmla="*/ 134733 w 169259"/>
                <a:gd name="connsiteY239" fmla="*/ 238549 h 243416"/>
                <a:gd name="connsiteX240" fmla="*/ 133989 w 169259"/>
                <a:gd name="connsiteY240" fmla="*/ 240782 h 243416"/>
                <a:gd name="connsiteX241" fmla="*/ 126478 w 169259"/>
                <a:gd name="connsiteY241" fmla="*/ 241151 h 243416"/>
                <a:gd name="connsiteX242" fmla="*/ 124315 w 169259"/>
                <a:gd name="connsiteY242" fmla="*/ 241526 h 243416"/>
                <a:gd name="connsiteX243" fmla="*/ 124068 w 169259"/>
                <a:gd name="connsiteY243" fmla="*/ 243013 h 243416"/>
                <a:gd name="connsiteX244" fmla="*/ 123571 w 169259"/>
                <a:gd name="connsiteY244" fmla="*/ 244502 h 243416"/>
                <a:gd name="connsiteX245" fmla="*/ 119399 w 169259"/>
                <a:gd name="connsiteY245" fmla="*/ 244888 h 243416"/>
                <a:gd name="connsiteX246" fmla="*/ 116698 w 169259"/>
                <a:gd name="connsiteY246" fmla="*/ 244916 h 243416"/>
                <a:gd name="connsiteX247" fmla="*/ 113757 w 169259"/>
                <a:gd name="connsiteY247" fmla="*/ 244898 h 243416"/>
                <a:gd name="connsiteX248" fmla="*/ 110763 w 169259"/>
                <a:gd name="connsiteY248" fmla="*/ 244906 h 243416"/>
                <a:gd name="connsiteX249" fmla="*/ 104480 w 169259"/>
                <a:gd name="connsiteY249" fmla="*/ 244890 h 243416"/>
                <a:gd name="connsiteX250" fmla="*/ 96409 w 169259"/>
                <a:gd name="connsiteY250" fmla="*/ 244901 h 243416"/>
                <a:gd name="connsiteX251" fmla="*/ 90223 w 169259"/>
                <a:gd name="connsiteY251" fmla="*/ 244901 h 243416"/>
                <a:gd name="connsiteX252" fmla="*/ 85795 w 169259"/>
                <a:gd name="connsiteY252" fmla="*/ 244916 h 243416"/>
                <a:gd name="connsiteX253" fmla="*/ 83094 w 169259"/>
                <a:gd name="connsiteY253" fmla="*/ 244888 h 243416"/>
                <a:gd name="connsiteX254" fmla="*/ 80702 w 169259"/>
                <a:gd name="connsiteY254" fmla="*/ 244880 h 243416"/>
                <a:gd name="connsiteX255" fmla="*/ 78922 w 169259"/>
                <a:gd name="connsiteY255" fmla="*/ 244502 h 243416"/>
                <a:gd name="connsiteX256" fmla="*/ 78178 w 169259"/>
                <a:gd name="connsiteY256" fmla="*/ 241526 h 243416"/>
                <a:gd name="connsiteX257" fmla="*/ 73341 w 169259"/>
                <a:gd name="connsiteY257" fmla="*/ 241107 h 243416"/>
                <a:gd name="connsiteX258" fmla="*/ 68504 w 169259"/>
                <a:gd name="connsiteY258" fmla="*/ 240782 h 243416"/>
                <a:gd name="connsiteX259" fmla="*/ 67760 w 169259"/>
                <a:gd name="connsiteY259" fmla="*/ 238549 h 243416"/>
                <a:gd name="connsiteX260" fmla="*/ 64737 w 169259"/>
                <a:gd name="connsiteY260" fmla="*/ 238038 h 243416"/>
                <a:gd name="connsiteX261" fmla="*/ 61807 w 169259"/>
                <a:gd name="connsiteY261" fmla="*/ 237805 h 243416"/>
                <a:gd name="connsiteX262" fmla="*/ 61807 w 169259"/>
                <a:gd name="connsiteY262" fmla="*/ 234829 h 243416"/>
                <a:gd name="connsiteX263" fmla="*/ 59249 w 169259"/>
                <a:gd name="connsiteY263" fmla="*/ 234596 h 243416"/>
                <a:gd name="connsiteX264" fmla="*/ 56598 w 169259"/>
                <a:gd name="connsiteY264" fmla="*/ 234084 h 243416"/>
                <a:gd name="connsiteX265" fmla="*/ 55854 w 169259"/>
                <a:gd name="connsiteY265" fmla="*/ 231852 h 243416"/>
                <a:gd name="connsiteX266" fmla="*/ 53622 w 169259"/>
                <a:gd name="connsiteY266" fmla="*/ 231108 h 243416"/>
                <a:gd name="connsiteX267" fmla="*/ 51389 w 169259"/>
                <a:gd name="connsiteY267" fmla="*/ 230364 h 243416"/>
                <a:gd name="connsiteX268" fmla="*/ 50645 w 169259"/>
                <a:gd name="connsiteY268" fmla="*/ 228131 h 243416"/>
                <a:gd name="connsiteX269" fmla="*/ 48413 w 169259"/>
                <a:gd name="connsiteY269" fmla="*/ 227387 h 243416"/>
                <a:gd name="connsiteX270" fmla="*/ 46924 w 169259"/>
                <a:gd name="connsiteY270" fmla="*/ 224411 h 243416"/>
                <a:gd name="connsiteX271" fmla="*/ 44692 w 169259"/>
                <a:gd name="connsiteY271" fmla="*/ 223666 h 243416"/>
                <a:gd name="connsiteX272" fmla="*/ 43948 w 169259"/>
                <a:gd name="connsiteY272" fmla="*/ 221434 h 243416"/>
                <a:gd name="connsiteX273" fmla="*/ 42134 w 169259"/>
                <a:gd name="connsiteY273" fmla="*/ 219620 h 243416"/>
                <a:gd name="connsiteX274" fmla="*/ 38739 w 169259"/>
                <a:gd name="connsiteY274" fmla="*/ 214737 h 243416"/>
                <a:gd name="connsiteX275" fmla="*/ 37250 w 169259"/>
                <a:gd name="connsiteY275" fmla="*/ 214737 h 243416"/>
                <a:gd name="connsiteX276" fmla="*/ 36925 w 169259"/>
                <a:gd name="connsiteY276" fmla="*/ 212876 h 243416"/>
                <a:gd name="connsiteX277" fmla="*/ 36506 w 169259"/>
                <a:gd name="connsiteY277" fmla="*/ 211016 h 243416"/>
                <a:gd name="connsiteX278" fmla="*/ 34274 w 169259"/>
                <a:gd name="connsiteY278" fmla="*/ 211016 h 243416"/>
                <a:gd name="connsiteX279" fmla="*/ 34041 w 169259"/>
                <a:gd name="connsiteY279" fmla="*/ 208923 h 243416"/>
                <a:gd name="connsiteX280" fmla="*/ 31297 w 169259"/>
                <a:gd name="connsiteY280" fmla="*/ 204319 h 243416"/>
                <a:gd name="connsiteX281" fmla="*/ 30553 w 169259"/>
                <a:gd name="connsiteY281" fmla="*/ 202086 h 243416"/>
                <a:gd name="connsiteX282" fmla="*/ 29065 w 169259"/>
                <a:gd name="connsiteY282" fmla="*/ 201342 h 243416"/>
                <a:gd name="connsiteX283" fmla="*/ 27577 w 169259"/>
                <a:gd name="connsiteY283" fmla="*/ 196133 h 243416"/>
                <a:gd name="connsiteX284" fmla="*/ 26088 w 169259"/>
                <a:gd name="connsiteY284" fmla="*/ 195389 h 243416"/>
                <a:gd name="connsiteX285" fmla="*/ 25673 w 169259"/>
                <a:gd name="connsiteY285" fmla="*/ 190785 h 243416"/>
                <a:gd name="connsiteX286" fmla="*/ 25344 w 169259"/>
                <a:gd name="connsiteY286" fmla="*/ 189436 h 243416"/>
                <a:gd name="connsiteX287" fmla="*/ 23112 w 169259"/>
                <a:gd name="connsiteY287" fmla="*/ 188692 h 243416"/>
                <a:gd name="connsiteX288" fmla="*/ 22693 w 169259"/>
                <a:gd name="connsiteY288" fmla="*/ 185343 h 243416"/>
                <a:gd name="connsiteX289" fmla="*/ 22368 w 169259"/>
                <a:gd name="connsiteY289" fmla="*/ 181995 h 243416"/>
                <a:gd name="connsiteX290" fmla="*/ 20879 w 169259"/>
                <a:gd name="connsiteY290" fmla="*/ 181250 h 243416"/>
                <a:gd name="connsiteX291" fmla="*/ 20464 w 169259"/>
                <a:gd name="connsiteY291" fmla="*/ 174321 h 243416"/>
                <a:gd name="connsiteX292" fmla="*/ 20135 w 169259"/>
                <a:gd name="connsiteY292" fmla="*/ 172321 h 243416"/>
                <a:gd name="connsiteX293" fmla="*/ 17903 w 169259"/>
                <a:gd name="connsiteY293" fmla="*/ 171577 h 243416"/>
                <a:gd name="connsiteX294" fmla="*/ 17522 w 169259"/>
                <a:gd name="connsiteY294" fmla="*/ 168574 h 243416"/>
                <a:gd name="connsiteX295" fmla="*/ 17442 w 169259"/>
                <a:gd name="connsiteY295" fmla="*/ 166750 h 243416"/>
                <a:gd name="connsiteX296" fmla="*/ 17391 w 169259"/>
                <a:gd name="connsiteY296" fmla="*/ 164833 h 243416"/>
                <a:gd name="connsiteX297" fmla="*/ 17314 w 169259"/>
                <a:gd name="connsiteY297" fmla="*/ 162907 h 243416"/>
                <a:gd name="connsiteX298" fmla="*/ 17159 w 169259"/>
                <a:gd name="connsiteY298" fmla="*/ 158182 h 243416"/>
                <a:gd name="connsiteX299" fmla="*/ 14926 w 169259"/>
                <a:gd name="connsiteY299" fmla="*/ 158926 h 243416"/>
                <a:gd name="connsiteX300" fmla="*/ 14882 w 169259"/>
                <a:gd name="connsiteY300" fmla="*/ 157230 h 243416"/>
                <a:gd name="connsiteX301" fmla="*/ 14647 w 169259"/>
                <a:gd name="connsiteY301" fmla="*/ 149671 h 243416"/>
                <a:gd name="connsiteX302" fmla="*/ 14577 w 169259"/>
                <a:gd name="connsiteY302" fmla="*/ 147001 h 243416"/>
                <a:gd name="connsiteX303" fmla="*/ 14490 w 169259"/>
                <a:gd name="connsiteY303" fmla="*/ 144465 h 243416"/>
                <a:gd name="connsiteX304" fmla="*/ 14419 w 169259"/>
                <a:gd name="connsiteY304" fmla="*/ 142115 h 243416"/>
                <a:gd name="connsiteX305" fmla="*/ 14182 w 169259"/>
                <a:gd name="connsiteY305" fmla="*/ 140323 h 243416"/>
                <a:gd name="connsiteX306" fmla="*/ 12694 w 169259"/>
                <a:gd name="connsiteY306" fmla="*/ 139579 h 243416"/>
                <a:gd name="connsiteX307" fmla="*/ 12501 w 169259"/>
                <a:gd name="connsiteY307" fmla="*/ 136227 h 243416"/>
                <a:gd name="connsiteX308" fmla="*/ 12487 w 169259"/>
                <a:gd name="connsiteY308" fmla="*/ 134067 h 243416"/>
                <a:gd name="connsiteX309" fmla="*/ 12496 w 169259"/>
                <a:gd name="connsiteY309" fmla="*/ 131719 h 243416"/>
                <a:gd name="connsiteX310" fmla="*/ 12492 w 169259"/>
                <a:gd name="connsiteY310" fmla="*/ 129325 h 243416"/>
                <a:gd name="connsiteX311" fmla="*/ 12500 w 169259"/>
                <a:gd name="connsiteY311" fmla="*/ 124303 h 243416"/>
                <a:gd name="connsiteX312" fmla="*/ 12490 w 169259"/>
                <a:gd name="connsiteY312" fmla="*/ 116586 h 243416"/>
                <a:gd name="connsiteX313" fmla="*/ 12496 w 169259"/>
                <a:gd name="connsiteY313" fmla="*/ 111720 h 243416"/>
                <a:gd name="connsiteX314" fmla="*/ 12487 w 169259"/>
                <a:gd name="connsiteY314" fmla="*/ 109371 h 243416"/>
                <a:gd name="connsiteX315" fmla="*/ 12501 w 169259"/>
                <a:gd name="connsiteY315" fmla="*/ 107211 h 243416"/>
                <a:gd name="connsiteX316" fmla="*/ 12505 w 169259"/>
                <a:gd name="connsiteY316" fmla="*/ 105300 h 243416"/>
                <a:gd name="connsiteX317" fmla="*/ 12694 w 169259"/>
                <a:gd name="connsiteY317" fmla="*/ 103860 h 243416"/>
                <a:gd name="connsiteX318" fmla="*/ 14182 w 169259"/>
                <a:gd name="connsiteY318" fmla="*/ 103116 h 243416"/>
                <a:gd name="connsiteX319" fmla="*/ 14412 w 169259"/>
                <a:gd name="connsiteY319" fmla="*/ 99000 h 243416"/>
                <a:gd name="connsiteX320" fmla="*/ 14468 w 169259"/>
                <a:gd name="connsiteY320" fmla="*/ 96474 h 243416"/>
                <a:gd name="connsiteX321" fmla="*/ 14538 w 169259"/>
                <a:gd name="connsiteY321" fmla="*/ 91154 h 243416"/>
                <a:gd name="connsiteX322" fmla="*/ 14598 w 169259"/>
                <a:gd name="connsiteY322" fmla="*/ 88628 h 243416"/>
                <a:gd name="connsiteX323" fmla="*/ 14628 w 169259"/>
                <a:gd name="connsiteY323" fmla="*/ 86293 h 243416"/>
                <a:gd name="connsiteX324" fmla="*/ 14926 w 169259"/>
                <a:gd name="connsiteY324" fmla="*/ 84512 h 243416"/>
                <a:gd name="connsiteX325" fmla="*/ 17159 w 169259"/>
                <a:gd name="connsiteY325" fmla="*/ 83768 h 243416"/>
                <a:gd name="connsiteX326" fmla="*/ 17531 w 169259"/>
                <a:gd name="connsiteY326" fmla="*/ 78280 h 243416"/>
                <a:gd name="connsiteX327" fmla="*/ 19010 w 169259"/>
                <a:gd name="connsiteY327" fmla="*/ 71353 h 243416"/>
                <a:gd name="connsiteX328" fmla="*/ 20135 w 169259"/>
                <a:gd name="connsiteY328" fmla="*/ 70374 h 243416"/>
                <a:gd name="connsiteX329" fmla="*/ 20647 w 169259"/>
                <a:gd name="connsiteY329" fmla="*/ 66885 h 243416"/>
                <a:gd name="connsiteX330" fmla="*/ 20795 w 169259"/>
                <a:gd name="connsiteY330" fmla="*/ 65063 h 243416"/>
                <a:gd name="connsiteX331" fmla="*/ 20879 w 169259"/>
                <a:gd name="connsiteY331" fmla="*/ 63676 h 243416"/>
                <a:gd name="connsiteX332" fmla="*/ 23112 w 169259"/>
                <a:gd name="connsiteY332" fmla="*/ 63676 h 243416"/>
                <a:gd name="connsiteX333" fmla="*/ 22972 w 169259"/>
                <a:gd name="connsiteY333" fmla="*/ 60793 h 243416"/>
                <a:gd name="connsiteX334" fmla="*/ 23112 w 169259"/>
                <a:gd name="connsiteY334" fmla="*/ 57723 h 243416"/>
                <a:gd name="connsiteX335" fmla="*/ 25344 w 169259"/>
                <a:gd name="connsiteY335" fmla="*/ 56235 h 243416"/>
                <a:gd name="connsiteX336" fmla="*/ 25716 w 169259"/>
                <a:gd name="connsiteY336" fmla="*/ 53584 h 243416"/>
                <a:gd name="connsiteX337" fmla="*/ 26088 w 169259"/>
                <a:gd name="connsiteY337" fmla="*/ 51026 h 243416"/>
                <a:gd name="connsiteX338" fmla="*/ 28321 w 169259"/>
                <a:gd name="connsiteY338" fmla="*/ 50282 h 243416"/>
                <a:gd name="connsiteX339" fmla="*/ 29065 w 169259"/>
                <a:gd name="connsiteY339" fmla="*/ 45073 h 243416"/>
                <a:gd name="connsiteX340" fmla="*/ 31297 w 169259"/>
                <a:gd name="connsiteY340" fmla="*/ 42840 h 243416"/>
                <a:gd name="connsiteX341" fmla="*/ 32041 w 169259"/>
                <a:gd name="connsiteY341" fmla="*/ 40608 h 243416"/>
                <a:gd name="connsiteX342" fmla="*/ 35437 w 169259"/>
                <a:gd name="connsiteY342" fmla="*/ 37306 h 243416"/>
                <a:gd name="connsiteX343" fmla="*/ 37297 w 169259"/>
                <a:gd name="connsiteY343" fmla="*/ 34562 h 243416"/>
                <a:gd name="connsiteX344" fmla="*/ 39483 w 169259"/>
                <a:gd name="connsiteY344" fmla="*/ 32422 h 243416"/>
                <a:gd name="connsiteX345" fmla="*/ 40227 w 169259"/>
                <a:gd name="connsiteY345" fmla="*/ 30190 h 243416"/>
                <a:gd name="connsiteX346" fmla="*/ 42459 w 169259"/>
                <a:gd name="connsiteY346" fmla="*/ 28702 h 243416"/>
                <a:gd name="connsiteX347" fmla="*/ 43204 w 169259"/>
                <a:gd name="connsiteY347" fmla="*/ 26469 h 243416"/>
                <a:gd name="connsiteX348" fmla="*/ 45436 w 169259"/>
                <a:gd name="connsiteY348" fmla="*/ 24981 h 243416"/>
                <a:gd name="connsiteX349" fmla="*/ 46180 w 169259"/>
                <a:gd name="connsiteY349" fmla="*/ 22749 h 243416"/>
                <a:gd name="connsiteX350" fmla="*/ 49157 w 169259"/>
                <a:gd name="connsiteY350" fmla="*/ 21260 h 243416"/>
                <a:gd name="connsiteX351" fmla="*/ 49901 w 169259"/>
                <a:gd name="connsiteY351" fmla="*/ 19028 h 243416"/>
                <a:gd name="connsiteX352" fmla="*/ 53622 w 169259"/>
                <a:gd name="connsiteY352" fmla="*/ 18284 h 243416"/>
                <a:gd name="connsiteX353" fmla="*/ 54366 w 169259"/>
                <a:gd name="connsiteY353" fmla="*/ 16051 h 243416"/>
                <a:gd name="connsiteX354" fmla="*/ 56645 w 169259"/>
                <a:gd name="connsiteY354" fmla="*/ 15307 h 243416"/>
                <a:gd name="connsiteX355" fmla="*/ 58831 w 169259"/>
                <a:gd name="connsiteY355" fmla="*/ 14563 h 243416"/>
                <a:gd name="connsiteX356" fmla="*/ 58831 w 169259"/>
                <a:gd name="connsiteY356" fmla="*/ 12331 h 243416"/>
                <a:gd name="connsiteX357" fmla="*/ 61761 w 169259"/>
                <a:gd name="connsiteY357" fmla="*/ 12563 h 243416"/>
                <a:gd name="connsiteX358" fmla="*/ 64784 w 169259"/>
                <a:gd name="connsiteY358" fmla="*/ 12331 h 243416"/>
                <a:gd name="connsiteX359" fmla="*/ 65528 w 169259"/>
                <a:gd name="connsiteY359" fmla="*/ 8610 h 243416"/>
                <a:gd name="connsiteX360" fmla="*/ 70737 w 169259"/>
                <a:gd name="connsiteY360" fmla="*/ 7866 h 243416"/>
                <a:gd name="connsiteX361" fmla="*/ 71481 w 169259"/>
                <a:gd name="connsiteY361" fmla="*/ 5633 h 243416"/>
                <a:gd name="connsiteX362" fmla="*/ 78992 w 169259"/>
                <a:gd name="connsiteY362" fmla="*/ 5264 h 243416"/>
                <a:gd name="connsiteX363" fmla="*/ 81155 w 169259"/>
                <a:gd name="connsiteY363" fmla="*/ 4889 h 243416"/>
                <a:gd name="connsiteX364" fmla="*/ 81418 w 169259"/>
                <a:gd name="connsiteY364" fmla="*/ 3401 h 243416"/>
                <a:gd name="connsiteX365" fmla="*/ 81899 w 169259"/>
                <a:gd name="connsiteY365" fmla="*/ 1913 h 24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Lst>
              <a:rect l="l" t="t" r="r" b="b"/>
              <a:pathLst>
                <a:path w="169259" h="243416">
                  <a:moveTo>
                    <a:pt x="81899" y="1913"/>
                  </a:moveTo>
                  <a:cubicBezTo>
                    <a:pt x="83565" y="1535"/>
                    <a:pt x="83565" y="1535"/>
                    <a:pt x="85797" y="1527"/>
                  </a:cubicBezTo>
                  <a:cubicBezTo>
                    <a:pt x="86629" y="1518"/>
                    <a:pt x="87461" y="1509"/>
                    <a:pt x="88318" y="1499"/>
                  </a:cubicBezTo>
                  <a:cubicBezTo>
                    <a:pt x="89223" y="1505"/>
                    <a:pt x="90128" y="1511"/>
                    <a:pt x="91061" y="1517"/>
                  </a:cubicBezTo>
                  <a:cubicBezTo>
                    <a:pt x="92444" y="1513"/>
                    <a:pt x="92444" y="1513"/>
                    <a:pt x="93855" y="1509"/>
                  </a:cubicBezTo>
                  <a:cubicBezTo>
                    <a:pt x="95810" y="1507"/>
                    <a:pt x="97764" y="1511"/>
                    <a:pt x="99718" y="1525"/>
                  </a:cubicBezTo>
                  <a:cubicBezTo>
                    <a:pt x="102229" y="1541"/>
                    <a:pt x="104738" y="1532"/>
                    <a:pt x="107248" y="1514"/>
                  </a:cubicBezTo>
                  <a:cubicBezTo>
                    <a:pt x="109635" y="1501"/>
                    <a:pt x="112022" y="1510"/>
                    <a:pt x="114409" y="1517"/>
                  </a:cubicBezTo>
                  <a:cubicBezTo>
                    <a:pt x="115314" y="1511"/>
                    <a:pt x="116219" y="1505"/>
                    <a:pt x="117152" y="1499"/>
                  </a:cubicBezTo>
                  <a:cubicBezTo>
                    <a:pt x="118400" y="1513"/>
                    <a:pt x="118400" y="1513"/>
                    <a:pt x="119673" y="1527"/>
                  </a:cubicBezTo>
                  <a:cubicBezTo>
                    <a:pt x="120409" y="1530"/>
                    <a:pt x="121146" y="1532"/>
                    <a:pt x="121904" y="1535"/>
                  </a:cubicBezTo>
                  <a:cubicBezTo>
                    <a:pt x="122454" y="1659"/>
                    <a:pt x="123004" y="1784"/>
                    <a:pt x="123571" y="1913"/>
                  </a:cubicBezTo>
                  <a:cubicBezTo>
                    <a:pt x="124051" y="3401"/>
                    <a:pt x="124051" y="3401"/>
                    <a:pt x="124315" y="4889"/>
                  </a:cubicBezTo>
                  <a:cubicBezTo>
                    <a:pt x="126551" y="5334"/>
                    <a:pt x="126551" y="5334"/>
                    <a:pt x="129152" y="5308"/>
                  </a:cubicBezTo>
                  <a:cubicBezTo>
                    <a:pt x="131826" y="5357"/>
                    <a:pt x="131826" y="5357"/>
                    <a:pt x="133989" y="5633"/>
                  </a:cubicBezTo>
                  <a:cubicBezTo>
                    <a:pt x="134234" y="6370"/>
                    <a:pt x="134480" y="7107"/>
                    <a:pt x="134733" y="7866"/>
                  </a:cubicBezTo>
                  <a:cubicBezTo>
                    <a:pt x="135592" y="7973"/>
                    <a:pt x="136452" y="8081"/>
                    <a:pt x="137337" y="8191"/>
                  </a:cubicBezTo>
                  <a:cubicBezTo>
                    <a:pt x="138197" y="8329"/>
                    <a:pt x="139056" y="8468"/>
                    <a:pt x="139942" y="8610"/>
                  </a:cubicBezTo>
                  <a:cubicBezTo>
                    <a:pt x="140219" y="9594"/>
                    <a:pt x="140467" y="10587"/>
                    <a:pt x="140686" y="11586"/>
                  </a:cubicBezTo>
                  <a:cubicBezTo>
                    <a:pt x="142173" y="11840"/>
                    <a:pt x="143662" y="12087"/>
                    <a:pt x="145151" y="12331"/>
                  </a:cubicBezTo>
                  <a:cubicBezTo>
                    <a:pt x="145671" y="13310"/>
                    <a:pt x="146168" y="14303"/>
                    <a:pt x="146639" y="15307"/>
                  </a:cubicBezTo>
                  <a:cubicBezTo>
                    <a:pt x="147253" y="15430"/>
                    <a:pt x="147867" y="15553"/>
                    <a:pt x="148499" y="15679"/>
                  </a:cubicBezTo>
                  <a:cubicBezTo>
                    <a:pt x="149113" y="15802"/>
                    <a:pt x="149727" y="15925"/>
                    <a:pt x="150360" y="16051"/>
                  </a:cubicBezTo>
                  <a:cubicBezTo>
                    <a:pt x="151197" y="17447"/>
                    <a:pt x="151197" y="17447"/>
                    <a:pt x="151848" y="19028"/>
                  </a:cubicBezTo>
                  <a:cubicBezTo>
                    <a:pt x="152447" y="19626"/>
                    <a:pt x="152447" y="19626"/>
                    <a:pt x="153057" y="20237"/>
                  </a:cubicBezTo>
                  <a:cubicBezTo>
                    <a:pt x="154081" y="21260"/>
                    <a:pt x="154081" y="21260"/>
                    <a:pt x="154081" y="22749"/>
                  </a:cubicBezTo>
                  <a:cubicBezTo>
                    <a:pt x="154817" y="22749"/>
                    <a:pt x="155554" y="22749"/>
                    <a:pt x="156313" y="22749"/>
                  </a:cubicBezTo>
                  <a:cubicBezTo>
                    <a:pt x="156561" y="23989"/>
                    <a:pt x="156809" y="25229"/>
                    <a:pt x="157057" y="26469"/>
                  </a:cubicBezTo>
                  <a:cubicBezTo>
                    <a:pt x="157794" y="26469"/>
                    <a:pt x="158530" y="26469"/>
                    <a:pt x="159290" y="26469"/>
                  </a:cubicBezTo>
                  <a:cubicBezTo>
                    <a:pt x="160080" y="27911"/>
                    <a:pt x="160080" y="27911"/>
                    <a:pt x="160778" y="29446"/>
                  </a:cubicBezTo>
                  <a:cubicBezTo>
                    <a:pt x="161269" y="29691"/>
                    <a:pt x="161760" y="29937"/>
                    <a:pt x="162266" y="30190"/>
                  </a:cubicBezTo>
                  <a:cubicBezTo>
                    <a:pt x="162762" y="31182"/>
                    <a:pt x="163258" y="32174"/>
                    <a:pt x="163754" y="33166"/>
                  </a:cubicBezTo>
                  <a:cubicBezTo>
                    <a:pt x="164245" y="33412"/>
                    <a:pt x="164737" y="33658"/>
                    <a:pt x="165243" y="33911"/>
                  </a:cubicBezTo>
                  <a:cubicBezTo>
                    <a:pt x="165708" y="36190"/>
                    <a:pt x="165708" y="36190"/>
                    <a:pt x="165987" y="38375"/>
                  </a:cubicBezTo>
                  <a:cubicBezTo>
                    <a:pt x="166723" y="38375"/>
                    <a:pt x="167460" y="38375"/>
                    <a:pt x="168219" y="38375"/>
                  </a:cubicBezTo>
                  <a:cubicBezTo>
                    <a:pt x="168296" y="39189"/>
                    <a:pt x="168373" y="40002"/>
                    <a:pt x="168452" y="40840"/>
                  </a:cubicBezTo>
                  <a:cubicBezTo>
                    <a:pt x="168975" y="43647"/>
                    <a:pt x="169191" y="44063"/>
                    <a:pt x="171196" y="45817"/>
                  </a:cubicBezTo>
                  <a:cubicBezTo>
                    <a:pt x="171457" y="46806"/>
                    <a:pt x="171708" y="47797"/>
                    <a:pt x="171940" y="48793"/>
                  </a:cubicBezTo>
                  <a:cubicBezTo>
                    <a:pt x="172431" y="49039"/>
                    <a:pt x="172922" y="49285"/>
                    <a:pt x="173428" y="49538"/>
                  </a:cubicBezTo>
                  <a:cubicBezTo>
                    <a:pt x="173691" y="51268"/>
                    <a:pt x="173758" y="52976"/>
                    <a:pt x="173844" y="54723"/>
                  </a:cubicBezTo>
                  <a:cubicBezTo>
                    <a:pt x="173952" y="55222"/>
                    <a:pt x="174061" y="55721"/>
                    <a:pt x="174172" y="56235"/>
                  </a:cubicBezTo>
                  <a:cubicBezTo>
                    <a:pt x="174909" y="56480"/>
                    <a:pt x="175646" y="56726"/>
                    <a:pt x="176405" y="56979"/>
                  </a:cubicBezTo>
                  <a:cubicBezTo>
                    <a:pt x="176754" y="58911"/>
                    <a:pt x="176780" y="60785"/>
                    <a:pt x="176847" y="62746"/>
                  </a:cubicBezTo>
                  <a:cubicBezTo>
                    <a:pt x="176946" y="63299"/>
                    <a:pt x="177046" y="63851"/>
                    <a:pt x="177149" y="64420"/>
                  </a:cubicBezTo>
                  <a:cubicBezTo>
                    <a:pt x="177886" y="64666"/>
                    <a:pt x="178622" y="64912"/>
                    <a:pt x="179381" y="65165"/>
                  </a:cubicBezTo>
                  <a:cubicBezTo>
                    <a:pt x="179704" y="66813"/>
                    <a:pt x="179704" y="66813"/>
                    <a:pt x="179707" y="68839"/>
                  </a:cubicBezTo>
                  <a:cubicBezTo>
                    <a:pt x="179721" y="69505"/>
                    <a:pt x="179736" y="70172"/>
                    <a:pt x="179750" y="70859"/>
                  </a:cubicBezTo>
                  <a:cubicBezTo>
                    <a:pt x="179381" y="72606"/>
                    <a:pt x="179381" y="72606"/>
                    <a:pt x="178059" y="73586"/>
                  </a:cubicBezTo>
                  <a:cubicBezTo>
                    <a:pt x="176405" y="74094"/>
                    <a:pt x="176405" y="74094"/>
                    <a:pt x="173428" y="74094"/>
                  </a:cubicBezTo>
                  <a:cubicBezTo>
                    <a:pt x="173428" y="75076"/>
                    <a:pt x="173428" y="76059"/>
                    <a:pt x="173428" y="77071"/>
                  </a:cubicBezTo>
                  <a:cubicBezTo>
                    <a:pt x="169745" y="77071"/>
                    <a:pt x="166061" y="77071"/>
                    <a:pt x="162266" y="77071"/>
                  </a:cubicBezTo>
                  <a:cubicBezTo>
                    <a:pt x="162266" y="78299"/>
                    <a:pt x="162266" y="79526"/>
                    <a:pt x="162266" y="80791"/>
                  </a:cubicBezTo>
                  <a:cubicBezTo>
                    <a:pt x="160173" y="80811"/>
                    <a:pt x="158080" y="80826"/>
                    <a:pt x="155987" y="80838"/>
                  </a:cubicBezTo>
                  <a:cubicBezTo>
                    <a:pt x="155390" y="80844"/>
                    <a:pt x="154793" y="80850"/>
                    <a:pt x="154178" y="80857"/>
                  </a:cubicBezTo>
                  <a:cubicBezTo>
                    <a:pt x="152657" y="80863"/>
                    <a:pt x="151136" y="80830"/>
                    <a:pt x="149616" y="80791"/>
                  </a:cubicBezTo>
                  <a:cubicBezTo>
                    <a:pt x="147961" y="79137"/>
                    <a:pt x="148534" y="75358"/>
                    <a:pt x="148409" y="73118"/>
                  </a:cubicBezTo>
                  <a:cubicBezTo>
                    <a:pt x="148316" y="72458"/>
                    <a:pt x="148223" y="71798"/>
                    <a:pt x="148127" y="71118"/>
                  </a:cubicBezTo>
                  <a:cubicBezTo>
                    <a:pt x="147636" y="70872"/>
                    <a:pt x="147145" y="70627"/>
                    <a:pt x="146639" y="70374"/>
                  </a:cubicBezTo>
                  <a:cubicBezTo>
                    <a:pt x="146472" y="68866"/>
                    <a:pt x="146309" y="67356"/>
                    <a:pt x="146223" y="65842"/>
                  </a:cubicBezTo>
                  <a:cubicBezTo>
                    <a:pt x="145997" y="64120"/>
                    <a:pt x="145997" y="64120"/>
                    <a:pt x="143663" y="62932"/>
                  </a:cubicBezTo>
                  <a:cubicBezTo>
                    <a:pt x="143540" y="62057"/>
                    <a:pt x="143417" y="61182"/>
                    <a:pt x="143290" y="60281"/>
                  </a:cubicBezTo>
                  <a:cubicBezTo>
                    <a:pt x="143168" y="59437"/>
                    <a:pt x="143045" y="58593"/>
                    <a:pt x="142918" y="57723"/>
                  </a:cubicBezTo>
                  <a:cubicBezTo>
                    <a:pt x="142182" y="57478"/>
                    <a:pt x="141445" y="57232"/>
                    <a:pt x="140686" y="56979"/>
                  </a:cubicBezTo>
                  <a:cubicBezTo>
                    <a:pt x="140686" y="55739"/>
                    <a:pt x="140686" y="54499"/>
                    <a:pt x="140686" y="53258"/>
                  </a:cubicBezTo>
                  <a:cubicBezTo>
                    <a:pt x="139949" y="53013"/>
                    <a:pt x="139213" y="52767"/>
                    <a:pt x="138454" y="52514"/>
                  </a:cubicBezTo>
                  <a:cubicBezTo>
                    <a:pt x="138454" y="51532"/>
                    <a:pt x="138454" y="50550"/>
                    <a:pt x="138454" y="49538"/>
                  </a:cubicBezTo>
                  <a:cubicBezTo>
                    <a:pt x="137717" y="49292"/>
                    <a:pt x="136980" y="49046"/>
                    <a:pt x="136221" y="48793"/>
                  </a:cubicBezTo>
                  <a:cubicBezTo>
                    <a:pt x="136098" y="48287"/>
                    <a:pt x="135976" y="47780"/>
                    <a:pt x="135849" y="47259"/>
                  </a:cubicBezTo>
                  <a:cubicBezTo>
                    <a:pt x="135726" y="46783"/>
                    <a:pt x="135604" y="46307"/>
                    <a:pt x="135477" y="45817"/>
                  </a:cubicBezTo>
                  <a:cubicBezTo>
                    <a:pt x="134740" y="45817"/>
                    <a:pt x="134004" y="45817"/>
                    <a:pt x="133245" y="45817"/>
                  </a:cubicBezTo>
                  <a:cubicBezTo>
                    <a:pt x="133168" y="45326"/>
                    <a:pt x="133091" y="44835"/>
                    <a:pt x="133012" y="44329"/>
                  </a:cubicBezTo>
                  <a:cubicBezTo>
                    <a:pt x="132843" y="43837"/>
                    <a:pt x="132674" y="43346"/>
                    <a:pt x="132500" y="42840"/>
                  </a:cubicBezTo>
                  <a:cubicBezTo>
                    <a:pt x="131764" y="42840"/>
                    <a:pt x="131027" y="42840"/>
                    <a:pt x="130268" y="42840"/>
                  </a:cubicBezTo>
                  <a:cubicBezTo>
                    <a:pt x="129531" y="42840"/>
                    <a:pt x="128795" y="42840"/>
                    <a:pt x="128036" y="42840"/>
                  </a:cubicBezTo>
                  <a:cubicBezTo>
                    <a:pt x="127788" y="41848"/>
                    <a:pt x="127539" y="40856"/>
                    <a:pt x="127291" y="39864"/>
                  </a:cubicBezTo>
                  <a:cubicBezTo>
                    <a:pt x="126555" y="39864"/>
                    <a:pt x="125818" y="39864"/>
                    <a:pt x="125059" y="39864"/>
                  </a:cubicBezTo>
                  <a:cubicBezTo>
                    <a:pt x="124322" y="39864"/>
                    <a:pt x="123586" y="39864"/>
                    <a:pt x="122827" y="39864"/>
                  </a:cubicBezTo>
                  <a:cubicBezTo>
                    <a:pt x="122765" y="39380"/>
                    <a:pt x="122704" y="38897"/>
                    <a:pt x="122641" y="38399"/>
                  </a:cubicBezTo>
                  <a:cubicBezTo>
                    <a:pt x="122456" y="37900"/>
                    <a:pt x="122272" y="37401"/>
                    <a:pt x="122082" y="36887"/>
                  </a:cubicBezTo>
                  <a:cubicBezTo>
                    <a:pt x="119674" y="36470"/>
                    <a:pt x="119674" y="36470"/>
                    <a:pt x="116873" y="36515"/>
                  </a:cubicBezTo>
                  <a:cubicBezTo>
                    <a:pt x="113990" y="36492"/>
                    <a:pt x="113990" y="36492"/>
                    <a:pt x="111664" y="36143"/>
                  </a:cubicBezTo>
                  <a:cubicBezTo>
                    <a:pt x="111569" y="35653"/>
                    <a:pt x="111473" y="35163"/>
                    <a:pt x="111374" y="34658"/>
                  </a:cubicBezTo>
                  <a:cubicBezTo>
                    <a:pt x="111224" y="34166"/>
                    <a:pt x="111075" y="33673"/>
                    <a:pt x="110920" y="33166"/>
                  </a:cubicBezTo>
                  <a:cubicBezTo>
                    <a:pt x="109283" y="32701"/>
                    <a:pt x="109283" y="32701"/>
                    <a:pt x="107293" y="32771"/>
                  </a:cubicBezTo>
                  <a:cubicBezTo>
                    <a:pt x="106560" y="32767"/>
                    <a:pt x="105827" y="32763"/>
                    <a:pt x="105072" y="32760"/>
                  </a:cubicBezTo>
                  <a:cubicBezTo>
                    <a:pt x="104301" y="32771"/>
                    <a:pt x="103529" y="32783"/>
                    <a:pt x="102735" y="32794"/>
                  </a:cubicBezTo>
                  <a:cubicBezTo>
                    <a:pt x="101964" y="32783"/>
                    <a:pt x="101192" y="32771"/>
                    <a:pt x="100398" y="32760"/>
                  </a:cubicBezTo>
                  <a:cubicBezTo>
                    <a:pt x="99665" y="32763"/>
                    <a:pt x="98932" y="32767"/>
                    <a:pt x="98177" y="32771"/>
                  </a:cubicBezTo>
                  <a:cubicBezTo>
                    <a:pt x="97500" y="32775"/>
                    <a:pt x="96822" y="32778"/>
                    <a:pt x="96125" y="32781"/>
                  </a:cubicBezTo>
                  <a:cubicBezTo>
                    <a:pt x="95605" y="32908"/>
                    <a:pt x="95085" y="33036"/>
                    <a:pt x="94549" y="33166"/>
                  </a:cubicBezTo>
                  <a:cubicBezTo>
                    <a:pt x="94085" y="34646"/>
                    <a:pt x="94085" y="34646"/>
                    <a:pt x="93805" y="36143"/>
                  </a:cubicBezTo>
                  <a:cubicBezTo>
                    <a:pt x="91370" y="36484"/>
                    <a:pt x="89090" y="36520"/>
                    <a:pt x="86640" y="36506"/>
                  </a:cubicBezTo>
                  <a:cubicBezTo>
                    <a:pt x="84962" y="36512"/>
                    <a:pt x="84962" y="36512"/>
                    <a:pt x="82643" y="36887"/>
                  </a:cubicBezTo>
                  <a:cubicBezTo>
                    <a:pt x="82094" y="38370"/>
                    <a:pt x="82094" y="38370"/>
                    <a:pt x="81899" y="39864"/>
                  </a:cubicBezTo>
                  <a:cubicBezTo>
                    <a:pt x="80111" y="40084"/>
                    <a:pt x="78502" y="39859"/>
                    <a:pt x="76713" y="39678"/>
                  </a:cubicBezTo>
                  <a:cubicBezTo>
                    <a:pt x="76214" y="39739"/>
                    <a:pt x="75716" y="39800"/>
                    <a:pt x="75202" y="39864"/>
                  </a:cubicBezTo>
                  <a:cubicBezTo>
                    <a:pt x="74736" y="41325"/>
                    <a:pt x="74736" y="41325"/>
                    <a:pt x="74457" y="42840"/>
                  </a:cubicBezTo>
                  <a:cubicBezTo>
                    <a:pt x="72969" y="43088"/>
                    <a:pt x="71481" y="43336"/>
                    <a:pt x="69993" y="43584"/>
                  </a:cubicBezTo>
                  <a:cubicBezTo>
                    <a:pt x="69440" y="45051"/>
                    <a:pt x="69440" y="45051"/>
                    <a:pt x="69248" y="46561"/>
                  </a:cubicBezTo>
                  <a:cubicBezTo>
                    <a:pt x="68143" y="46929"/>
                    <a:pt x="68143" y="46929"/>
                    <a:pt x="67016" y="47305"/>
                  </a:cubicBezTo>
                  <a:cubicBezTo>
                    <a:pt x="66525" y="48042"/>
                    <a:pt x="66034" y="48779"/>
                    <a:pt x="65528" y="49538"/>
                  </a:cubicBezTo>
                  <a:cubicBezTo>
                    <a:pt x="65037" y="49538"/>
                    <a:pt x="64546" y="49538"/>
                    <a:pt x="64039" y="49538"/>
                  </a:cubicBezTo>
                  <a:cubicBezTo>
                    <a:pt x="63963" y="49952"/>
                    <a:pt x="63886" y="50366"/>
                    <a:pt x="63807" y="50793"/>
                  </a:cubicBezTo>
                  <a:cubicBezTo>
                    <a:pt x="63073" y="53263"/>
                    <a:pt x="61397" y="54457"/>
                    <a:pt x="59575" y="56235"/>
                  </a:cubicBezTo>
                  <a:cubicBezTo>
                    <a:pt x="59057" y="57216"/>
                    <a:pt x="58554" y="58205"/>
                    <a:pt x="58086" y="59211"/>
                  </a:cubicBezTo>
                  <a:cubicBezTo>
                    <a:pt x="57350" y="59580"/>
                    <a:pt x="57350" y="59580"/>
                    <a:pt x="56598" y="59956"/>
                  </a:cubicBezTo>
                  <a:cubicBezTo>
                    <a:pt x="56475" y="60569"/>
                    <a:pt x="56353" y="61183"/>
                    <a:pt x="56226" y="61816"/>
                  </a:cubicBezTo>
                  <a:cubicBezTo>
                    <a:pt x="56103" y="62430"/>
                    <a:pt x="55980" y="63044"/>
                    <a:pt x="55854" y="63676"/>
                  </a:cubicBezTo>
                  <a:cubicBezTo>
                    <a:pt x="55117" y="64045"/>
                    <a:pt x="55117" y="64045"/>
                    <a:pt x="54366" y="64420"/>
                  </a:cubicBezTo>
                  <a:cubicBezTo>
                    <a:pt x="54019" y="65831"/>
                    <a:pt x="54019" y="65831"/>
                    <a:pt x="53901" y="67443"/>
                  </a:cubicBezTo>
                  <a:cubicBezTo>
                    <a:pt x="53762" y="68894"/>
                    <a:pt x="53762" y="68894"/>
                    <a:pt x="53622" y="70374"/>
                  </a:cubicBezTo>
                  <a:cubicBezTo>
                    <a:pt x="52885" y="70374"/>
                    <a:pt x="52148" y="70374"/>
                    <a:pt x="51389" y="70374"/>
                  </a:cubicBezTo>
                  <a:cubicBezTo>
                    <a:pt x="51361" y="71009"/>
                    <a:pt x="51333" y="71645"/>
                    <a:pt x="51305" y="72301"/>
                  </a:cubicBezTo>
                  <a:cubicBezTo>
                    <a:pt x="51256" y="73123"/>
                    <a:pt x="51207" y="73945"/>
                    <a:pt x="51157" y="74792"/>
                  </a:cubicBezTo>
                  <a:cubicBezTo>
                    <a:pt x="51092" y="76022"/>
                    <a:pt x="51092" y="76022"/>
                    <a:pt x="51026" y="77277"/>
                  </a:cubicBezTo>
                  <a:cubicBezTo>
                    <a:pt x="50837" y="78280"/>
                    <a:pt x="50837" y="78280"/>
                    <a:pt x="50645" y="79303"/>
                  </a:cubicBezTo>
                  <a:cubicBezTo>
                    <a:pt x="49908" y="79549"/>
                    <a:pt x="49172" y="79794"/>
                    <a:pt x="48413" y="80047"/>
                  </a:cubicBezTo>
                  <a:cubicBezTo>
                    <a:pt x="47972" y="82481"/>
                    <a:pt x="47972" y="82481"/>
                    <a:pt x="47901" y="85303"/>
                  </a:cubicBezTo>
                  <a:cubicBezTo>
                    <a:pt x="47852" y="86263"/>
                    <a:pt x="47803" y="87223"/>
                    <a:pt x="47753" y="88213"/>
                  </a:cubicBezTo>
                  <a:cubicBezTo>
                    <a:pt x="47725" y="88956"/>
                    <a:pt x="47697" y="89699"/>
                    <a:pt x="47668" y="90465"/>
                  </a:cubicBezTo>
                  <a:cubicBezTo>
                    <a:pt x="47177" y="90465"/>
                    <a:pt x="46686" y="90465"/>
                    <a:pt x="46180" y="90465"/>
                  </a:cubicBezTo>
                  <a:cubicBezTo>
                    <a:pt x="46146" y="98699"/>
                    <a:pt x="46119" y="106934"/>
                    <a:pt x="46103" y="115168"/>
                  </a:cubicBezTo>
                  <a:cubicBezTo>
                    <a:pt x="46095" y="118991"/>
                    <a:pt x="46085" y="122814"/>
                    <a:pt x="46068" y="126637"/>
                  </a:cubicBezTo>
                  <a:cubicBezTo>
                    <a:pt x="46052" y="130323"/>
                    <a:pt x="46043" y="134009"/>
                    <a:pt x="46039" y="137696"/>
                  </a:cubicBezTo>
                  <a:cubicBezTo>
                    <a:pt x="46036" y="139105"/>
                    <a:pt x="46031" y="140515"/>
                    <a:pt x="46023" y="141925"/>
                  </a:cubicBezTo>
                  <a:cubicBezTo>
                    <a:pt x="46012" y="143892"/>
                    <a:pt x="46010" y="145859"/>
                    <a:pt x="46011" y="147826"/>
                  </a:cubicBezTo>
                  <a:cubicBezTo>
                    <a:pt x="46006" y="148415"/>
                    <a:pt x="46000" y="149004"/>
                    <a:pt x="45995" y="149611"/>
                  </a:cubicBezTo>
                  <a:cubicBezTo>
                    <a:pt x="46000" y="150981"/>
                    <a:pt x="46082" y="152351"/>
                    <a:pt x="46180" y="153717"/>
                  </a:cubicBezTo>
                  <a:cubicBezTo>
                    <a:pt x="46671" y="153963"/>
                    <a:pt x="47162" y="154208"/>
                    <a:pt x="47668" y="154461"/>
                  </a:cubicBezTo>
                  <a:cubicBezTo>
                    <a:pt x="47890" y="157018"/>
                    <a:pt x="47978" y="159543"/>
                    <a:pt x="48024" y="162106"/>
                  </a:cubicBezTo>
                  <a:cubicBezTo>
                    <a:pt x="48068" y="163895"/>
                    <a:pt x="48068" y="163895"/>
                    <a:pt x="48413" y="166368"/>
                  </a:cubicBezTo>
                  <a:cubicBezTo>
                    <a:pt x="49149" y="166613"/>
                    <a:pt x="49886" y="166859"/>
                    <a:pt x="50645" y="167112"/>
                  </a:cubicBezTo>
                  <a:cubicBezTo>
                    <a:pt x="51026" y="169138"/>
                    <a:pt x="51026" y="169138"/>
                    <a:pt x="51157" y="171623"/>
                  </a:cubicBezTo>
                  <a:cubicBezTo>
                    <a:pt x="51205" y="172445"/>
                    <a:pt x="51254" y="173267"/>
                    <a:pt x="51305" y="174114"/>
                  </a:cubicBezTo>
                  <a:cubicBezTo>
                    <a:pt x="51347" y="175068"/>
                    <a:pt x="51347" y="175068"/>
                    <a:pt x="51389" y="176041"/>
                  </a:cubicBezTo>
                  <a:cubicBezTo>
                    <a:pt x="52126" y="176041"/>
                    <a:pt x="52863" y="176041"/>
                    <a:pt x="53622" y="176041"/>
                  </a:cubicBezTo>
                  <a:cubicBezTo>
                    <a:pt x="53622" y="178252"/>
                    <a:pt x="53622" y="180462"/>
                    <a:pt x="53622" y="182739"/>
                  </a:cubicBezTo>
                  <a:cubicBezTo>
                    <a:pt x="54358" y="182739"/>
                    <a:pt x="55095" y="182739"/>
                    <a:pt x="55854" y="182739"/>
                  </a:cubicBezTo>
                  <a:cubicBezTo>
                    <a:pt x="56121" y="183975"/>
                    <a:pt x="56367" y="185216"/>
                    <a:pt x="56598" y="186459"/>
                  </a:cubicBezTo>
                  <a:cubicBezTo>
                    <a:pt x="57331" y="187215"/>
                    <a:pt x="58078" y="187956"/>
                    <a:pt x="58831" y="188692"/>
                  </a:cubicBezTo>
                  <a:cubicBezTo>
                    <a:pt x="60393" y="190802"/>
                    <a:pt x="61902" y="192946"/>
                    <a:pt x="63415" y="195093"/>
                  </a:cubicBezTo>
                  <a:cubicBezTo>
                    <a:pt x="64617" y="196930"/>
                    <a:pt x="64617" y="196930"/>
                    <a:pt x="66272" y="197622"/>
                  </a:cubicBezTo>
                  <a:cubicBezTo>
                    <a:pt x="66640" y="198727"/>
                    <a:pt x="66640" y="198727"/>
                    <a:pt x="67016" y="199854"/>
                  </a:cubicBezTo>
                  <a:cubicBezTo>
                    <a:pt x="67507" y="199977"/>
                    <a:pt x="67998" y="200100"/>
                    <a:pt x="68504" y="200226"/>
                  </a:cubicBezTo>
                  <a:cubicBezTo>
                    <a:pt x="68995" y="200349"/>
                    <a:pt x="69487" y="200472"/>
                    <a:pt x="69993" y="200598"/>
                  </a:cubicBezTo>
                  <a:cubicBezTo>
                    <a:pt x="70361" y="201703"/>
                    <a:pt x="70361" y="201703"/>
                    <a:pt x="70737" y="202831"/>
                  </a:cubicBezTo>
                  <a:cubicBezTo>
                    <a:pt x="71473" y="202938"/>
                    <a:pt x="72210" y="203045"/>
                    <a:pt x="72969" y="203156"/>
                  </a:cubicBezTo>
                  <a:cubicBezTo>
                    <a:pt x="73706" y="203294"/>
                    <a:pt x="74443" y="203432"/>
                    <a:pt x="75202" y="203575"/>
                  </a:cubicBezTo>
                  <a:cubicBezTo>
                    <a:pt x="75294" y="204066"/>
                    <a:pt x="75386" y="204557"/>
                    <a:pt x="75481" y="205063"/>
                  </a:cubicBezTo>
                  <a:cubicBezTo>
                    <a:pt x="75634" y="205554"/>
                    <a:pt x="75788" y="206045"/>
                    <a:pt x="75946" y="206551"/>
                  </a:cubicBezTo>
                  <a:cubicBezTo>
                    <a:pt x="77494" y="206879"/>
                    <a:pt x="78970" y="206971"/>
                    <a:pt x="80550" y="207019"/>
                  </a:cubicBezTo>
                  <a:cubicBezTo>
                    <a:pt x="80995" y="207110"/>
                    <a:pt x="81440" y="207201"/>
                    <a:pt x="81899" y="207295"/>
                  </a:cubicBezTo>
                  <a:cubicBezTo>
                    <a:pt x="82267" y="208400"/>
                    <a:pt x="82267" y="208400"/>
                    <a:pt x="82643" y="209528"/>
                  </a:cubicBezTo>
                  <a:cubicBezTo>
                    <a:pt x="85349" y="209849"/>
                    <a:pt x="88012" y="209856"/>
                    <a:pt x="90736" y="209897"/>
                  </a:cubicBezTo>
                  <a:cubicBezTo>
                    <a:pt x="91503" y="210021"/>
                    <a:pt x="92270" y="210144"/>
                    <a:pt x="93061" y="210272"/>
                  </a:cubicBezTo>
                  <a:cubicBezTo>
                    <a:pt x="93164" y="210763"/>
                    <a:pt x="93266" y="211253"/>
                    <a:pt x="93372" y="211759"/>
                  </a:cubicBezTo>
                  <a:cubicBezTo>
                    <a:pt x="93586" y="212496"/>
                    <a:pt x="93586" y="212496"/>
                    <a:pt x="93805" y="213248"/>
                  </a:cubicBezTo>
                  <a:cubicBezTo>
                    <a:pt x="95296" y="213713"/>
                    <a:pt x="95296" y="213713"/>
                    <a:pt x="97107" y="213644"/>
                  </a:cubicBezTo>
                  <a:cubicBezTo>
                    <a:pt x="97773" y="213648"/>
                    <a:pt x="98439" y="213651"/>
                    <a:pt x="99125" y="213655"/>
                  </a:cubicBezTo>
                  <a:cubicBezTo>
                    <a:pt x="99825" y="213644"/>
                    <a:pt x="100525" y="213632"/>
                    <a:pt x="101247" y="213621"/>
                  </a:cubicBezTo>
                  <a:cubicBezTo>
                    <a:pt x="101947" y="213632"/>
                    <a:pt x="102647" y="213644"/>
                    <a:pt x="103368" y="213655"/>
                  </a:cubicBezTo>
                  <a:cubicBezTo>
                    <a:pt x="104034" y="213652"/>
                    <a:pt x="104700" y="213648"/>
                    <a:pt x="105386" y="213644"/>
                  </a:cubicBezTo>
                  <a:cubicBezTo>
                    <a:pt x="106001" y="213640"/>
                    <a:pt x="106616" y="213637"/>
                    <a:pt x="107249" y="213634"/>
                  </a:cubicBezTo>
                  <a:cubicBezTo>
                    <a:pt x="107724" y="213507"/>
                    <a:pt x="108199" y="213379"/>
                    <a:pt x="108688" y="213248"/>
                  </a:cubicBezTo>
                  <a:cubicBezTo>
                    <a:pt x="109139" y="211769"/>
                    <a:pt x="109139" y="211769"/>
                    <a:pt x="109432" y="210272"/>
                  </a:cubicBezTo>
                  <a:cubicBezTo>
                    <a:pt x="111758" y="209897"/>
                    <a:pt x="111758" y="209897"/>
                    <a:pt x="114641" y="209853"/>
                  </a:cubicBezTo>
                  <a:cubicBezTo>
                    <a:pt x="117438" y="209854"/>
                    <a:pt x="117438" y="209854"/>
                    <a:pt x="119850" y="209528"/>
                  </a:cubicBezTo>
                  <a:cubicBezTo>
                    <a:pt x="120096" y="208791"/>
                    <a:pt x="120341" y="208054"/>
                    <a:pt x="120594" y="207295"/>
                  </a:cubicBezTo>
                  <a:cubicBezTo>
                    <a:pt x="122142" y="206772"/>
                    <a:pt x="123662" y="206544"/>
                    <a:pt x="125271" y="206272"/>
                  </a:cubicBezTo>
                  <a:cubicBezTo>
                    <a:pt x="125903" y="206042"/>
                    <a:pt x="125903" y="206042"/>
                    <a:pt x="126547" y="205807"/>
                  </a:cubicBezTo>
                  <a:cubicBezTo>
                    <a:pt x="126547" y="205070"/>
                    <a:pt x="126547" y="204334"/>
                    <a:pt x="126547" y="203575"/>
                  </a:cubicBezTo>
                  <a:cubicBezTo>
                    <a:pt x="127786" y="203321"/>
                    <a:pt x="129027" y="203073"/>
                    <a:pt x="130268" y="202831"/>
                  </a:cubicBezTo>
                  <a:cubicBezTo>
                    <a:pt x="130514" y="202094"/>
                    <a:pt x="130759" y="201357"/>
                    <a:pt x="131012" y="200598"/>
                  </a:cubicBezTo>
                  <a:cubicBezTo>
                    <a:pt x="132252" y="200102"/>
                    <a:pt x="133493" y="199606"/>
                    <a:pt x="134733" y="199110"/>
                  </a:cubicBezTo>
                  <a:cubicBezTo>
                    <a:pt x="134978" y="198373"/>
                    <a:pt x="135224" y="197636"/>
                    <a:pt x="135477" y="196877"/>
                  </a:cubicBezTo>
                  <a:cubicBezTo>
                    <a:pt x="136214" y="196632"/>
                    <a:pt x="136950" y="196386"/>
                    <a:pt x="137709" y="196133"/>
                  </a:cubicBezTo>
                  <a:cubicBezTo>
                    <a:pt x="137986" y="195149"/>
                    <a:pt x="138235" y="194156"/>
                    <a:pt x="138454" y="193157"/>
                  </a:cubicBezTo>
                  <a:cubicBezTo>
                    <a:pt x="138945" y="192911"/>
                    <a:pt x="139436" y="192666"/>
                    <a:pt x="139942" y="192413"/>
                  </a:cubicBezTo>
                  <a:cubicBezTo>
                    <a:pt x="140049" y="191952"/>
                    <a:pt x="140157" y="191492"/>
                    <a:pt x="140267" y="191017"/>
                  </a:cubicBezTo>
                  <a:cubicBezTo>
                    <a:pt x="140768" y="189126"/>
                    <a:pt x="141527" y="188539"/>
                    <a:pt x="142918" y="187204"/>
                  </a:cubicBezTo>
                  <a:cubicBezTo>
                    <a:pt x="143179" y="186682"/>
                    <a:pt x="143440" y="186160"/>
                    <a:pt x="143709" y="185622"/>
                  </a:cubicBezTo>
                  <a:cubicBezTo>
                    <a:pt x="144407" y="184227"/>
                    <a:pt x="144407" y="184227"/>
                    <a:pt x="145895" y="183483"/>
                  </a:cubicBezTo>
                  <a:cubicBezTo>
                    <a:pt x="146185" y="182095"/>
                    <a:pt x="146185" y="182095"/>
                    <a:pt x="146267" y="180506"/>
                  </a:cubicBezTo>
                  <a:cubicBezTo>
                    <a:pt x="146383" y="178879"/>
                    <a:pt x="146383" y="178879"/>
                    <a:pt x="146639" y="177530"/>
                  </a:cubicBezTo>
                  <a:cubicBezTo>
                    <a:pt x="147130" y="177284"/>
                    <a:pt x="147621" y="177039"/>
                    <a:pt x="148127" y="176786"/>
                  </a:cubicBezTo>
                  <a:cubicBezTo>
                    <a:pt x="148392" y="174668"/>
                    <a:pt x="148458" y="172569"/>
                    <a:pt x="148543" y="170437"/>
                  </a:cubicBezTo>
                  <a:cubicBezTo>
                    <a:pt x="148651" y="169831"/>
                    <a:pt x="148760" y="169225"/>
                    <a:pt x="148872" y="168600"/>
                  </a:cubicBezTo>
                  <a:cubicBezTo>
                    <a:pt x="149608" y="168354"/>
                    <a:pt x="150345" y="168109"/>
                    <a:pt x="151104" y="167856"/>
                  </a:cubicBezTo>
                  <a:cubicBezTo>
                    <a:pt x="151395" y="165808"/>
                    <a:pt x="151554" y="163913"/>
                    <a:pt x="151616" y="161856"/>
                  </a:cubicBezTo>
                  <a:cubicBezTo>
                    <a:pt x="151641" y="161292"/>
                    <a:pt x="151666" y="160727"/>
                    <a:pt x="151693" y="160146"/>
                  </a:cubicBezTo>
                  <a:cubicBezTo>
                    <a:pt x="151754" y="158747"/>
                    <a:pt x="151802" y="157349"/>
                    <a:pt x="151848" y="155950"/>
                  </a:cubicBezTo>
                  <a:cubicBezTo>
                    <a:pt x="153926" y="155870"/>
                    <a:pt x="156001" y="155810"/>
                    <a:pt x="158080" y="155764"/>
                  </a:cubicBezTo>
                  <a:cubicBezTo>
                    <a:pt x="158671" y="155739"/>
                    <a:pt x="159262" y="155714"/>
                    <a:pt x="159871" y="155688"/>
                  </a:cubicBezTo>
                  <a:cubicBezTo>
                    <a:pt x="161586" y="155659"/>
                    <a:pt x="161586" y="155659"/>
                    <a:pt x="164498" y="155950"/>
                  </a:cubicBezTo>
                  <a:cubicBezTo>
                    <a:pt x="165336" y="157438"/>
                    <a:pt x="165336" y="157438"/>
                    <a:pt x="165987" y="158926"/>
                  </a:cubicBezTo>
                  <a:cubicBezTo>
                    <a:pt x="168310" y="159289"/>
                    <a:pt x="168310" y="159289"/>
                    <a:pt x="170917" y="159112"/>
                  </a:cubicBezTo>
                  <a:cubicBezTo>
                    <a:pt x="171801" y="159085"/>
                    <a:pt x="172686" y="159059"/>
                    <a:pt x="173597" y="159031"/>
                  </a:cubicBezTo>
                  <a:cubicBezTo>
                    <a:pt x="174278" y="158996"/>
                    <a:pt x="174959" y="158962"/>
                    <a:pt x="175661" y="158926"/>
                  </a:cubicBezTo>
                  <a:cubicBezTo>
                    <a:pt x="175661" y="160154"/>
                    <a:pt x="175661" y="161382"/>
                    <a:pt x="175661" y="162647"/>
                  </a:cubicBezTo>
                  <a:cubicBezTo>
                    <a:pt x="177625" y="162647"/>
                    <a:pt x="179590" y="162647"/>
                    <a:pt x="181614" y="162647"/>
                  </a:cubicBezTo>
                  <a:cubicBezTo>
                    <a:pt x="181654" y="164492"/>
                    <a:pt x="181683" y="166336"/>
                    <a:pt x="181707" y="168181"/>
                  </a:cubicBezTo>
                  <a:cubicBezTo>
                    <a:pt x="181719" y="168708"/>
                    <a:pt x="181732" y="169234"/>
                    <a:pt x="181745" y="169776"/>
                  </a:cubicBezTo>
                  <a:cubicBezTo>
                    <a:pt x="181757" y="171121"/>
                    <a:pt x="181691" y="172466"/>
                    <a:pt x="181614" y="173809"/>
                  </a:cubicBezTo>
                  <a:cubicBezTo>
                    <a:pt x="181123" y="174055"/>
                    <a:pt x="180631" y="174300"/>
                    <a:pt x="180125" y="174553"/>
                  </a:cubicBezTo>
                  <a:cubicBezTo>
                    <a:pt x="179455" y="176833"/>
                    <a:pt x="179395" y="178673"/>
                    <a:pt x="179474" y="181064"/>
                  </a:cubicBezTo>
                  <a:cubicBezTo>
                    <a:pt x="179444" y="181863"/>
                    <a:pt x="179413" y="182661"/>
                    <a:pt x="179381" y="183483"/>
                  </a:cubicBezTo>
                  <a:cubicBezTo>
                    <a:pt x="178645" y="183728"/>
                    <a:pt x="177908" y="183974"/>
                    <a:pt x="177149" y="184227"/>
                  </a:cubicBezTo>
                  <a:cubicBezTo>
                    <a:pt x="176711" y="185974"/>
                    <a:pt x="176711" y="185974"/>
                    <a:pt x="176637" y="187994"/>
                  </a:cubicBezTo>
                  <a:cubicBezTo>
                    <a:pt x="176564" y="189020"/>
                    <a:pt x="176564" y="189020"/>
                    <a:pt x="176489" y="190067"/>
                  </a:cubicBezTo>
                  <a:cubicBezTo>
                    <a:pt x="176461" y="190595"/>
                    <a:pt x="176433" y="191124"/>
                    <a:pt x="176405" y="191668"/>
                  </a:cubicBezTo>
                  <a:cubicBezTo>
                    <a:pt x="175668" y="191668"/>
                    <a:pt x="174931" y="191668"/>
                    <a:pt x="174172" y="191668"/>
                  </a:cubicBezTo>
                  <a:cubicBezTo>
                    <a:pt x="174034" y="193119"/>
                    <a:pt x="174034" y="193119"/>
                    <a:pt x="173893" y="194598"/>
                  </a:cubicBezTo>
                  <a:cubicBezTo>
                    <a:pt x="173736" y="196247"/>
                    <a:pt x="173736" y="196247"/>
                    <a:pt x="173428" y="197622"/>
                  </a:cubicBezTo>
                  <a:cubicBezTo>
                    <a:pt x="172937" y="197867"/>
                    <a:pt x="172446" y="198113"/>
                    <a:pt x="171940" y="198366"/>
                  </a:cubicBezTo>
                  <a:cubicBezTo>
                    <a:pt x="171572" y="199241"/>
                    <a:pt x="171203" y="200115"/>
                    <a:pt x="170824" y="201017"/>
                  </a:cubicBezTo>
                  <a:cubicBezTo>
                    <a:pt x="170455" y="201861"/>
                    <a:pt x="170087" y="202705"/>
                    <a:pt x="169707" y="203575"/>
                  </a:cubicBezTo>
                  <a:cubicBezTo>
                    <a:pt x="169216" y="203575"/>
                    <a:pt x="168725" y="203575"/>
                    <a:pt x="168219" y="203575"/>
                  </a:cubicBezTo>
                  <a:cubicBezTo>
                    <a:pt x="168265" y="204173"/>
                    <a:pt x="168311" y="204772"/>
                    <a:pt x="168359" y="205389"/>
                  </a:cubicBezTo>
                  <a:cubicBezTo>
                    <a:pt x="168313" y="206018"/>
                    <a:pt x="168267" y="206647"/>
                    <a:pt x="168219" y="207295"/>
                  </a:cubicBezTo>
                  <a:cubicBezTo>
                    <a:pt x="167482" y="207541"/>
                    <a:pt x="166746" y="207787"/>
                    <a:pt x="165987" y="208040"/>
                  </a:cubicBezTo>
                  <a:cubicBezTo>
                    <a:pt x="165462" y="209767"/>
                    <a:pt x="164966" y="211504"/>
                    <a:pt x="164498" y="213248"/>
                  </a:cubicBezTo>
                  <a:cubicBezTo>
                    <a:pt x="164007" y="213494"/>
                    <a:pt x="163516" y="213740"/>
                    <a:pt x="163010" y="213993"/>
                  </a:cubicBezTo>
                  <a:cubicBezTo>
                    <a:pt x="162765" y="214729"/>
                    <a:pt x="162519" y="215466"/>
                    <a:pt x="162266" y="216225"/>
                  </a:cubicBezTo>
                  <a:cubicBezTo>
                    <a:pt x="161529" y="216716"/>
                    <a:pt x="160793" y="217207"/>
                    <a:pt x="160034" y="217713"/>
                  </a:cubicBezTo>
                  <a:cubicBezTo>
                    <a:pt x="159788" y="218450"/>
                    <a:pt x="159543" y="219187"/>
                    <a:pt x="159290" y="219946"/>
                  </a:cubicBezTo>
                  <a:cubicBezTo>
                    <a:pt x="158266" y="221062"/>
                    <a:pt x="158266" y="221062"/>
                    <a:pt x="157057" y="222178"/>
                  </a:cubicBezTo>
                  <a:cubicBezTo>
                    <a:pt x="156482" y="222800"/>
                    <a:pt x="156482" y="222800"/>
                    <a:pt x="155894" y="223434"/>
                  </a:cubicBezTo>
                  <a:cubicBezTo>
                    <a:pt x="154825" y="224411"/>
                    <a:pt x="154825" y="224411"/>
                    <a:pt x="153336" y="224411"/>
                  </a:cubicBezTo>
                  <a:cubicBezTo>
                    <a:pt x="153244" y="224886"/>
                    <a:pt x="153152" y="225362"/>
                    <a:pt x="153057" y="225852"/>
                  </a:cubicBezTo>
                  <a:cubicBezTo>
                    <a:pt x="152904" y="226359"/>
                    <a:pt x="152750" y="226865"/>
                    <a:pt x="152592" y="227387"/>
                  </a:cubicBezTo>
                  <a:cubicBezTo>
                    <a:pt x="151600" y="227635"/>
                    <a:pt x="150608" y="227883"/>
                    <a:pt x="149616" y="228131"/>
                  </a:cubicBezTo>
                  <a:cubicBezTo>
                    <a:pt x="149493" y="228622"/>
                    <a:pt x="149370" y="229114"/>
                    <a:pt x="149244" y="229620"/>
                  </a:cubicBezTo>
                  <a:cubicBezTo>
                    <a:pt x="149121" y="230111"/>
                    <a:pt x="148998" y="230602"/>
                    <a:pt x="148872" y="231108"/>
                  </a:cubicBezTo>
                  <a:cubicBezTo>
                    <a:pt x="147887" y="231385"/>
                    <a:pt x="146894" y="231633"/>
                    <a:pt x="145895" y="231852"/>
                  </a:cubicBezTo>
                  <a:cubicBezTo>
                    <a:pt x="145649" y="232589"/>
                    <a:pt x="145404" y="233325"/>
                    <a:pt x="145151" y="234084"/>
                  </a:cubicBezTo>
                  <a:cubicBezTo>
                    <a:pt x="144414" y="234192"/>
                    <a:pt x="143677" y="234299"/>
                    <a:pt x="142918" y="234410"/>
                  </a:cubicBezTo>
                  <a:cubicBezTo>
                    <a:pt x="142182" y="234548"/>
                    <a:pt x="141445" y="234686"/>
                    <a:pt x="140686" y="234829"/>
                  </a:cubicBezTo>
                  <a:cubicBezTo>
                    <a:pt x="140579" y="235320"/>
                    <a:pt x="140471" y="235811"/>
                    <a:pt x="140360" y="236317"/>
                  </a:cubicBezTo>
                  <a:cubicBezTo>
                    <a:pt x="140222" y="236808"/>
                    <a:pt x="140084" y="237299"/>
                    <a:pt x="139942" y="237805"/>
                  </a:cubicBezTo>
                  <a:cubicBezTo>
                    <a:pt x="138210" y="238083"/>
                    <a:pt x="136473" y="238332"/>
                    <a:pt x="134733" y="238549"/>
                  </a:cubicBezTo>
                  <a:cubicBezTo>
                    <a:pt x="134487" y="239286"/>
                    <a:pt x="134242" y="240023"/>
                    <a:pt x="133989" y="240782"/>
                  </a:cubicBezTo>
                  <a:cubicBezTo>
                    <a:pt x="131476" y="241103"/>
                    <a:pt x="129009" y="241110"/>
                    <a:pt x="126478" y="241151"/>
                  </a:cubicBezTo>
                  <a:cubicBezTo>
                    <a:pt x="125764" y="241275"/>
                    <a:pt x="125050" y="241398"/>
                    <a:pt x="124315" y="241526"/>
                  </a:cubicBezTo>
                  <a:cubicBezTo>
                    <a:pt x="124234" y="242017"/>
                    <a:pt x="124152" y="242508"/>
                    <a:pt x="124068" y="243013"/>
                  </a:cubicBezTo>
                  <a:cubicBezTo>
                    <a:pt x="123904" y="243505"/>
                    <a:pt x="123740" y="243996"/>
                    <a:pt x="123571" y="244502"/>
                  </a:cubicBezTo>
                  <a:cubicBezTo>
                    <a:pt x="121791" y="244880"/>
                    <a:pt x="121791" y="244880"/>
                    <a:pt x="119399" y="244888"/>
                  </a:cubicBezTo>
                  <a:cubicBezTo>
                    <a:pt x="118508" y="244897"/>
                    <a:pt x="117617" y="244906"/>
                    <a:pt x="116698" y="244916"/>
                  </a:cubicBezTo>
                  <a:cubicBezTo>
                    <a:pt x="115728" y="244910"/>
                    <a:pt x="114757" y="244904"/>
                    <a:pt x="113757" y="244898"/>
                  </a:cubicBezTo>
                  <a:cubicBezTo>
                    <a:pt x="112759" y="244900"/>
                    <a:pt x="111761" y="244903"/>
                    <a:pt x="110763" y="244906"/>
                  </a:cubicBezTo>
                  <a:cubicBezTo>
                    <a:pt x="108668" y="244911"/>
                    <a:pt x="106574" y="244904"/>
                    <a:pt x="104480" y="244890"/>
                  </a:cubicBezTo>
                  <a:cubicBezTo>
                    <a:pt x="101789" y="244873"/>
                    <a:pt x="99100" y="244883"/>
                    <a:pt x="96409" y="244901"/>
                  </a:cubicBezTo>
                  <a:cubicBezTo>
                    <a:pt x="94347" y="244912"/>
                    <a:pt x="92285" y="244908"/>
                    <a:pt x="90223" y="244901"/>
                  </a:cubicBezTo>
                  <a:cubicBezTo>
                    <a:pt x="88747" y="244898"/>
                    <a:pt x="87271" y="244907"/>
                    <a:pt x="85795" y="244916"/>
                  </a:cubicBezTo>
                  <a:cubicBezTo>
                    <a:pt x="84903" y="244907"/>
                    <a:pt x="84012" y="244897"/>
                    <a:pt x="83094" y="244888"/>
                  </a:cubicBezTo>
                  <a:cubicBezTo>
                    <a:pt x="82304" y="244885"/>
                    <a:pt x="81515" y="244883"/>
                    <a:pt x="80702" y="244880"/>
                  </a:cubicBezTo>
                  <a:cubicBezTo>
                    <a:pt x="79821" y="244693"/>
                    <a:pt x="79821" y="244693"/>
                    <a:pt x="78922" y="244502"/>
                  </a:cubicBezTo>
                  <a:cubicBezTo>
                    <a:pt x="78425" y="243013"/>
                    <a:pt x="78425" y="243013"/>
                    <a:pt x="78178" y="241526"/>
                  </a:cubicBezTo>
                  <a:cubicBezTo>
                    <a:pt x="75942" y="241081"/>
                    <a:pt x="75942" y="241081"/>
                    <a:pt x="73341" y="241107"/>
                  </a:cubicBezTo>
                  <a:cubicBezTo>
                    <a:pt x="70667" y="241058"/>
                    <a:pt x="70667" y="241058"/>
                    <a:pt x="68504" y="240782"/>
                  </a:cubicBezTo>
                  <a:cubicBezTo>
                    <a:pt x="68136" y="239677"/>
                    <a:pt x="68136" y="239677"/>
                    <a:pt x="67760" y="238549"/>
                  </a:cubicBezTo>
                  <a:cubicBezTo>
                    <a:pt x="66357" y="238114"/>
                    <a:pt x="66357" y="238114"/>
                    <a:pt x="64737" y="238038"/>
                  </a:cubicBezTo>
                  <a:cubicBezTo>
                    <a:pt x="63770" y="237961"/>
                    <a:pt x="62803" y="237884"/>
                    <a:pt x="61807" y="237805"/>
                  </a:cubicBezTo>
                  <a:cubicBezTo>
                    <a:pt x="61807" y="236823"/>
                    <a:pt x="61807" y="235841"/>
                    <a:pt x="61807" y="234829"/>
                  </a:cubicBezTo>
                  <a:cubicBezTo>
                    <a:pt x="60963" y="234752"/>
                    <a:pt x="60119" y="234675"/>
                    <a:pt x="59249" y="234596"/>
                  </a:cubicBezTo>
                  <a:cubicBezTo>
                    <a:pt x="58374" y="234427"/>
                    <a:pt x="57499" y="234258"/>
                    <a:pt x="56598" y="234084"/>
                  </a:cubicBezTo>
                  <a:cubicBezTo>
                    <a:pt x="56230" y="232979"/>
                    <a:pt x="56230" y="232979"/>
                    <a:pt x="55854" y="231852"/>
                  </a:cubicBezTo>
                  <a:cubicBezTo>
                    <a:pt x="55117" y="231606"/>
                    <a:pt x="54381" y="231361"/>
                    <a:pt x="53622" y="231108"/>
                  </a:cubicBezTo>
                  <a:cubicBezTo>
                    <a:pt x="52885" y="230862"/>
                    <a:pt x="52148" y="230617"/>
                    <a:pt x="51389" y="230364"/>
                  </a:cubicBezTo>
                  <a:cubicBezTo>
                    <a:pt x="51021" y="229259"/>
                    <a:pt x="51021" y="229259"/>
                    <a:pt x="50645" y="228131"/>
                  </a:cubicBezTo>
                  <a:cubicBezTo>
                    <a:pt x="49908" y="227886"/>
                    <a:pt x="49172" y="227640"/>
                    <a:pt x="48413" y="227387"/>
                  </a:cubicBezTo>
                  <a:cubicBezTo>
                    <a:pt x="47916" y="226395"/>
                    <a:pt x="47420" y="225403"/>
                    <a:pt x="46924" y="224411"/>
                  </a:cubicBezTo>
                  <a:cubicBezTo>
                    <a:pt x="46188" y="224165"/>
                    <a:pt x="45451" y="223919"/>
                    <a:pt x="44692" y="223666"/>
                  </a:cubicBezTo>
                  <a:cubicBezTo>
                    <a:pt x="44323" y="222561"/>
                    <a:pt x="44323" y="222561"/>
                    <a:pt x="43948" y="221434"/>
                  </a:cubicBezTo>
                  <a:cubicBezTo>
                    <a:pt x="43349" y="220835"/>
                    <a:pt x="42751" y="220237"/>
                    <a:pt x="42134" y="219620"/>
                  </a:cubicBezTo>
                  <a:cubicBezTo>
                    <a:pt x="40460" y="217947"/>
                    <a:pt x="39734" y="216804"/>
                    <a:pt x="38739" y="214737"/>
                  </a:cubicBezTo>
                  <a:cubicBezTo>
                    <a:pt x="38248" y="214737"/>
                    <a:pt x="37756" y="214737"/>
                    <a:pt x="37250" y="214737"/>
                  </a:cubicBezTo>
                  <a:cubicBezTo>
                    <a:pt x="37143" y="214123"/>
                    <a:pt x="37036" y="213509"/>
                    <a:pt x="36925" y="212876"/>
                  </a:cubicBezTo>
                  <a:cubicBezTo>
                    <a:pt x="36787" y="212262"/>
                    <a:pt x="36649" y="211649"/>
                    <a:pt x="36506" y="211016"/>
                  </a:cubicBezTo>
                  <a:cubicBezTo>
                    <a:pt x="35770" y="211016"/>
                    <a:pt x="35033" y="211016"/>
                    <a:pt x="34274" y="211016"/>
                  </a:cubicBezTo>
                  <a:cubicBezTo>
                    <a:pt x="34197" y="210325"/>
                    <a:pt x="34120" y="209635"/>
                    <a:pt x="34041" y="208923"/>
                  </a:cubicBezTo>
                  <a:cubicBezTo>
                    <a:pt x="33506" y="206439"/>
                    <a:pt x="33125" y="205918"/>
                    <a:pt x="31297" y="204319"/>
                  </a:cubicBezTo>
                  <a:cubicBezTo>
                    <a:pt x="31052" y="203582"/>
                    <a:pt x="30806" y="202845"/>
                    <a:pt x="30553" y="202086"/>
                  </a:cubicBezTo>
                  <a:cubicBezTo>
                    <a:pt x="30062" y="201841"/>
                    <a:pt x="29571" y="201595"/>
                    <a:pt x="29065" y="201342"/>
                  </a:cubicBezTo>
                  <a:cubicBezTo>
                    <a:pt x="28569" y="199606"/>
                    <a:pt x="28073" y="197870"/>
                    <a:pt x="27577" y="196133"/>
                  </a:cubicBezTo>
                  <a:cubicBezTo>
                    <a:pt x="27085" y="195888"/>
                    <a:pt x="26594" y="195642"/>
                    <a:pt x="26088" y="195389"/>
                  </a:cubicBezTo>
                  <a:cubicBezTo>
                    <a:pt x="25827" y="193853"/>
                    <a:pt x="25759" y="192340"/>
                    <a:pt x="25673" y="190785"/>
                  </a:cubicBezTo>
                  <a:cubicBezTo>
                    <a:pt x="25564" y="190340"/>
                    <a:pt x="25456" y="189895"/>
                    <a:pt x="25344" y="189436"/>
                  </a:cubicBezTo>
                  <a:cubicBezTo>
                    <a:pt x="24607" y="189190"/>
                    <a:pt x="23871" y="188945"/>
                    <a:pt x="23112" y="188692"/>
                  </a:cubicBezTo>
                  <a:cubicBezTo>
                    <a:pt x="22783" y="187180"/>
                    <a:pt x="22783" y="187180"/>
                    <a:pt x="22693" y="185343"/>
                  </a:cubicBezTo>
                  <a:cubicBezTo>
                    <a:pt x="22630" y="183555"/>
                    <a:pt x="22630" y="183555"/>
                    <a:pt x="22368" y="181995"/>
                  </a:cubicBezTo>
                  <a:cubicBezTo>
                    <a:pt x="21876" y="181749"/>
                    <a:pt x="21385" y="181503"/>
                    <a:pt x="20879" y="181250"/>
                  </a:cubicBezTo>
                  <a:cubicBezTo>
                    <a:pt x="20614" y="178940"/>
                    <a:pt x="20549" y="176645"/>
                    <a:pt x="20464" y="174321"/>
                  </a:cubicBezTo>
                  <a:cubicBezTo>
                    <a:pt x="20355" y="173661"/>
                    <a:pt x="20247" y="173001"/>
                    <a:pt x="20135" y="172321"/>
                  </a:cubicBezTo>
                  <a:cubicBezTo>
                    <a:pt x="19399" y="172075"/>
                    <a:pt x="18662" y="171830"/>
                    <a:pt x="17903" y="171577"/>
                  </a:cubicBezTo>
                  <a:cubicBezTo>
                    <a:pt x="17581" y="170263"/>
                    <a:pt x="17581" y="170263"/>
                    <a:pt x="17522" y="168574"/>
                  </a:cubicBezTo>
                  <a:cubicBezTo>
                    <a:pt x="17496" y="167972"/>
                    <a:pt x="17469" y="167370"/>
                    <a:pt x="17442" y="166750"/>
                  </a:cubicBezTo>
                  <a:cubicBezTo>
                    <a:pt x="17425" y="166117"/>
                    <a:pt x="17408" y="165485"/>
                    <a:pt x="17391" y="164833"/>
                  </a:cubicBezTo>
                  <a:cubicBezTo>
                    <a:pt x="17366" y="164197"/>
                    <a:pt x="17340" y="163562"/>
                    <a:pt x="17314" y="162907"/>
                  </a:cubicBezTo>
                  <a:cubicBezTo>
                    <a:pt x="17253" y="161332"/>
                    <a:pt x="17204" y="159757"/>
                    <a:pt x="17159" y="158182"/>
                  </a:cubicBezTo>
                  <a:cubicBezTo>
                    <a:pt x="16422" y="158428"/>
                    <a:pt x="15685" y="158673"/>
                    <a:pt x="14926" y="158926"/>
                  </a:cubicBezTo>
                  <a:cubicBezTo>
                    <a:pt x="14904" y="158087"/>
                    <a:pt x="14904" y="158087"/>
                    <a:pt x="14882" y="157230"/>
                  </a:cubicBezTo>
                  <a:cubicBezTo>
                    <a:pt x="14811" y="154710"/>
                    <a:pt x="14729" y="152191"/>
                    <a:pt x="14647" y="149671"/>
                  </a:cubicBezTo>
                  <a:cubicBezTo>
                    <a:pt x="14613" y="148349"/>
                    <a:pt x="14613" y="148349"/>
                    <a:pt x="14577" y="147001"/>
                  </a:cubicBezTo>
                  <a:cubicBezTo>
                    <a:pt x="14549" y="146164"/>
                    <a:pt x="14520" y="145327"/>
                    <a:pt x="14490" y="144465"/>
                  </a:cubicBezTo>
                  <a:cubicBezTo>
                    <a:pt x="14455" y="143302"/>
                    <a:pt x="14455" y="143302"/>
                    <a:pt x="14419" y="142115"/>
                  </a:cubicBezTo>
                  <a:cubicBezTo>
                    <a:pt x="14341" y="141524"/>
                    <a:pt x="14263" y="140932"/>
                    <a:pt x="14182" y="140323"/>
                  </a:cubicBezTo>
                  <a:cubicBezTo>
                    <a:pt x="13691" y="140077"/>
                    <a:pt x="13200" y="139832"/>
                    <a:pt x="12694" y="139579"/>
                  </a:cubicBezTo>
                  <a:cubicBezTo>
                    <a:pt x="12505" y="138138"/>
                    <a:pt x="12505" y="138138"/>
                    <a:pt x="12501" y="136227"/>
                  </a:cubicBezTo>
                  <a:cubicBezTo>
                    <a:pt x="12497" y="135514"/>
                    <a:pt x="12492" y="134802"/>
                    <a:pt x="12487" y="134067"/>
                  </a:cubicBezTo>
                  <a:cubicBezTo>
                    <a:pt x="12490" y="133292"/>
                    <a:pt x="12493" y="132517"/>
                    <a:pt x="12496" y="131719"/>
                  </a:cubicBezTo>
                  <a:cubicBezTo>
                    <a:pt x="12495" y="130929"/>
                    <a:pt x="12493" y="130139"/>
                    <a:pt x="12492" y="129325"/>
                  </a:cubicBezTo>
                  <a:cubicBezTo>
                    <a:pt x="12491" y="127651"/>
                    <a:pt x="12494" y="125977"/>
                    <a:pt x="12500" y="124303"/>
                  </a:cubicBezTo>
                  <a:cubicBezTo>
                    <a:pt x="12508" y="121730"/>
                    <a:pt x="12500" y="119158"/>
                    <a:pt x="12490" y="116586"/>
                  </a:cubicBezTo>
                  <a:cubicBezTo>
                    <a:pt x="12491" y="114964"/>
                    <a:pt x="12493" y="113342"/>
                    <a:pt x="12496" y="111720"/>
                  </a:cubicBezTo>
                  <a:cubicBezTo>
                    <a:pt x="12493" y="110945"/>
                    <a:pt x="12490" y="110170"/>
                    <a:pt x="12487" y="109371"/>
                  </a:cubicBezTo>
                  <a:cubicBezTo>
                    <a:pt x="12492" y="108658"/>
                    <a:pt x="12496" y="107946"/>
                    <a:pt x="12501" y="107211"/>
                  </a:cubicBezTo>
                  <a:cubicBezTo>
                    <a:pt x="12502" y="106581"/>
                    <a:pt x="12504" y="105950"/>
                    <a:pt x="12505" y="105300"/>
                  </a:cubicBezTo>
                  <a:cubicBezTo>
                    <a:pt x="12567" y="104825"/>
                    <a:pt x="12630" y="104350"/>
                    <a:pt x="12694" y="103860"/>
                  </a:cubicBezTo>
                  <a:cubicBezTo>
                    <a:pt x="13185" y="103614"/>
                    <a:pt x="13676" y="103369"/>
                    <a:pt x="14182" y="103116"/>
                  </a:cubicBezTo>
                  <a:cubicBezTo>
                    <a:pt x="14424" y="101247"/>
                    <a:pt x="14424" y="101247"/>
                    <a:pt x="14412" y="99000"/>
                  </a:cubicBezTo>
                  <a:cubicBezTo>
                    <a:pt x="14440" y="97749"/>
                    <a:pt x="14440" y="97749"/>
                    <a:pt x="14468" y="96474"/>
                  </a:cubicBezTo>
                  <a:cubicBezTo>
                    <a:pt x="14495" y="94701"/>
                    <a:pt x="14518" y="92927"/>
                    <a:pt x="14538" y="91154"/>
                  </a:cubicBezTo>
                  <a:cubicBezTo>
                    <a:pt x="14558" y="90321"/>
                    <a:pt x="14577" y="89487"/>
                    <a:pt x="14598" y="88628"/>
                  </a:cubicBezTo>
                  <a:cubicBezTo>
                    <a:pt x="14608" y="87857"/>
                    <a:pt x="14618" y="87087"/>
                    <a:pt x="14628" y="86293"/>
                  </a:cubicBezTo>
                  <a:cubicBezTo>
                    <a:pt x="14776" y="85411"/>
                    <a:pt x="14776" y="85411"/>
                    <a:pt x="14926" y="84512"/>
                  </a:cubicBezTo>
                  <a:cubicBezTo>
                    <a:pt x="16031" y="84144"/>
                    <a:pt x="16031" y="84144"/>
                    <a:pt x="17159" y="83768"/>
                  </a:cubicBezTo>
                  <a:cubicBezTo>
                    <a:pt x="17391" y="81895"/>
                    <a:pt x="17506" y="80158"/>
                    <a:pt x="17531" y="78280"/>
                  </a:cubicBezTo>
                  <a:cubicBezTo>
                    <a:pt x="17601" y="72947"/>
                    <a:pt x="17601" y="72947"/>
                    <a:pt x="19010" y="71353"/>
                  </a:cubicBezTo>
                  <a:cubicBezTo>
                    <a:pt x="19567" y="70868"/>
                    <a:pt x="19567" y="70868"/>
                    <a:pt x="20135" y="70374"/>
                  </a:cubicBezTo>
                  <a:cubicBezTo>
                    <a:pt x="20562" y="68683"/>
                    <a:pt x="20562" y="68683"/>
                    <a:pt x="20647" y="66885"/>
                  </a:cubicBezTo>
                  <a:cubicBezTo>
                    <a:pt x="20696" y="66284"/>
                    <a:pt x="20745" y="65682"/>
                    <a:pt x="20795" y="65063"/>
                  </a:cubicBezTo>
                  <a:cubicBezTo>
                    <a:pt x="20823" y="64605"/>
                    <a:pt x="20851" y="64148"/>
                    <a:pt x="20879" y="63676"/>
                  </a:cubicBezTo>
                  <a:cubicBezTo>
                    <a:pt x="21616" y="63676"/>
                    <a:pt x="22353" y="63676"/>
                    <a:pt x="23112" y="63676"/>
                  </a:cubicBezTo>
                  <a:cubicBezTo>
                    <a:pt x="23066" y="62725"/>
                    <a:pt x="23020" y="61773"/>
                    <a:pt x="22972" y="60793"/>
                  </a:cubicBezTo>
                  <a:cubicBezTo>
                    <a:pt x="22894" y="59171"/>
                    <a:pt x="22894" y="59171"/>
                    <a:pt x="23112" y="57723"/>
                  </a:cubicBezTo>
                  <a:cubicBezTo>
                    <a:pt x="24217" y="56986"/>
                    <a:pt x="24217" y="56986"/>
                    <a:pt x="25344" y="56235"/>
                  </a:cubicBezTo>
                  <a:cubicBezTo>
                    <a:pt x="25467" y="55360"/>
                    <a:pt x="25590" y="54485"/>
                    <a:pt x="25716" y="53584"/>
                  </a:cubicBezTo>
                  <a:cubicBezTo>
                    <a:pt x="25839" y="52740"/>
                    <a:pt x="25962" y="51896"/>
                    <a:pt x="26088" y="51026"/>
                  </a:cubicBezTo>
                  <a:cubicBezTo>
                    <a:pt x="27193" y="50658"/>
                    <a:pt x="27193" y="50658"/>
                    <a:pt x="28321" y="50282"/>
                  </a:cubicBezTo>
                  <a:cubicBezTo>
                    <a:pt x="28578" y="48547"/>
                    <a:pt x="28825" y="46810"/>
                    <a:pt x="29065" y="45073"/>
                  </a:cubicBezTo>
                  <a:cubicBezTo>
                    <a:pt x="30181" y="43770"/>
                    <a:pt x="30181" y="43770"/>
                    <a:pt x="31297" y="42840"/>
                  </a:cubicBezTo>
                  <a:cubicBezTo>
                    <a:pt x="31543" y="42104"/>
                    <a:pt x="31788" y="41367"/>
                    <a:pt x="32041" y="40608"/>
                  </a:cubicBezTo>
                  <a:cubicBezTo>
                    <a:pt x="33117" y="39435"/>
                    <a:pt x="34266" y="38383"/>
                    <a:pt x="35437" y="37306"/>
                  </a:cubicBezTo>
                  <a:cubicBezTo>
                    <a:pt x="36588" y="36162"/>
                    <a:pt x="36588" y="36162"/>
                    <a:pt x="37297" y="34562"/>
                  </a:cubicBezTo>
                  <a:cubicBezTo>
                    <a:pt x="37995" y="33166"/>
                    <a:pt x="37995" y="33166"/>
                    <a:pt x="39483" y="32422"/>
                  </a:cubicBezTo>
                  <a:cubicBezTo>
                    <a:pt x="39728" y="31686"/>
                    <a:pt x="39974" y="30949"/>
                    <a:pt x="40227" y="30190"/>
                  </a:cubicBezTo>
                  <a:cubicBezTo>
                    <a:pt x="40964" y="29699"/>
                    <a:pt x="41700" y="29208"/>
                    <a:pt x="42459" y="28702"/>
                  </a:cubicBezTo>
                  <a:cubicBezTo>
                    <a:pt x="42705" y="27965"/>
                    <a:pt x="42951" y="27228"/>
                    <a:pt x="43204" y="26469"/>
                  </a:cubicBezTo>
                  <a:cubicBezTo>
                    <a:pt x="43940" y="25978"/>
                    <a:pt x="44677" y="25487"/>
                    <a:pt x="45436" y="24981"/>
                  </a:cubicBezTo>
                  <a:cubicBezTo>
                    <a:pt x="45804" y="23876"/>
                    <a:pt x="45804" y="23876"/>
                    <a:pt x="46180" y="22749"/>
                  </a:cubicBezTo>
                  <a:cubicBezTo>
                    <a:pt x="47172" y="22252"/>
                    <a:pt x="48164" y="21756"/>
                    <a:pt x="49157" y="21260"/>
                  </a:cubicBezTo>
                  <a:cubicBezTo>
                    <a:pt x="49525" y="20155"/>
                    <a:pt x="49525" y="20155"/>
                    <a:pt x="49901" y="19028"/>
                  </a:cubicBezTo>
                  <a:cubicBezTo>
                    <a:pt x="51141" y="18780"/>
                    <a:pt x="52381" y="18532"/>
                    <a:pt x="53622" y="18284"/>
                  </a:cubicBezTo>
                  <a:cubicBezTo>
                    <a:pt x="53990" y="17179"/>
                    <a:pt x="53990" y="17179"/>
                    <a:pt x="54366" y="16051"/>
                  </a:cubicBezTo>
                  <a:cubicBezTo>
                    <a:pt x="55118" y="15806"/>
                    <a:pt x="55870" y="15560"/>
                    <a:pt x="56645" y="15307"/>
                  </a:cubicBezTo>
                  <a:cubicBezTo>
                    <a:pt x="57366" y="15062"/>
                    <a:pt x="58087" y="14816"/>
                    <a:pt x="58831" y="14563"/>
                  </a:cubicBezTo>
                  <a:cubicBezTo>
                    <a:pt x="58831" y="13826"/>
                    <a:pt x="58831" y="13090"/>
                    <a:pt x="58831" y="12331"/>
                  </a:cubicBezTo>
                  <a:cubicBezTo>
                    <a:pt x="60281" y="12446"/>
                    <a:pt x="60281" y="12446"/>
                    <a:pt x="61761" y="12563"/>
                  </a:cubicBezTo>
                  <a:cubicBezTo>
                    <a:pt x="63385" y="12626"/>
                    <a:pt x="63385" y="12626"/>
                    <a:pt x="64784" y="12331"/>
                  </a:cubicBezTo>
                  <a:cubicBezTo>
                    <a:pt x="65068" y="11098"/>
                    <a:pt x="65315" y="9857"/>
                    <a:pt x="65528" y="8610"/>
                  </a:cubicBezTo>
                  <a:cubicBezTo>
                    <a:pt x="67254" y="8302"/>
                    <a:pt x="68993" y="8053"/>
                    <a:pt x="70737" y="7866"/>
                  </a:cubicBezTo>
                  <a:cubicBezTo>
                    <a:pt x="70982" y="7129"/>
                    <a:pt x="71228" y="6392"/>
                    <a:pt x="71481" y="5633"/>
                  </a:cubicBezTo>
                  <a:cubicBezTo>
                    <a:pt x="73993" y="5312"/>
                    <a:pt x="76461" y="5305"/>
                    <a:pt x="78992" y="5264"/>
                  </a:cubicBezTo>
                  <a:cubicBezTo>
                    <a:pt x="79706" y="5140"/>
                    <a:pt x="80419" y="5017"/>
                    <a:pt x="81155" y="4889"/>
                  </a:cubicBezTo>
                  <a:cubicBezTo>
                    <a:pt x="81242" y="4398"/>
                    <a:pt x="81329" y="3907"/>
                    <a:pt x="81418" y="3401"/>
                  </a:cubicBezTo>
                  <a:cubicBezTo>
                    <a:pt x="81577" y="2910"/>
                    <a:pt x="81735" y="2419"/>
                    <a:pt x="81899" y="1913"/>
                  </a:cubicBezTo>
                  <a:close/>
                </a:path>
              </a:pathLst>
            </a:custGeom>
            <a:grpFill/>
            <a:ln w="744" cap="flat">
              <a:noFill/>
              <a:prstDash val="solid"/>
              <a:miter/>
            </a:ln>
          </p:spPr>
          <p:txBody>
            <a:bodyPr rtlCol="0" anchor="ctr"/>
            <a:lstStyle/>
            <a:p>
              <a:endParaRPr lang="zh-CN" altLang="en-US"/>
            </a:p>
          </p:txBody>
        </p:sp>
        <p:sp>
          <p:nvSpPr>
            <p:cNvPr id="194" name="任意多边形: 形状 193"/>
            <p:cNvSpPr/>
            <p:nvPr/>
          </p:nvSpPr>
          <p:spPr>
            <a:xfrm>
              <a:off x="10332195" y="1388764"/>
              <a:ext cx="169958" cy="243591"/>
            </a:xfrm>
            <a:custGeom>
              <a:avLst/>
              <a:gdLst>
                <a:gd name="connsiteX0" fmla="*/ 83821 w 169960"/>
                <a:gd name="connsiteY0" fmla="*/ 1997 h 243585"/>
                <a:gd name="connsiteX1" fmla="*/ 87719 w 169960"/>
                <a:gd name="connsiteY1" fmla="*/ 1600 h 243585"/>
                <a:gd name="connsiteX2" fmla="*/ 90240 w 169960"/>
                <a:gd name="connsiteY2" fmla="*/ 1564 h 243585"/>
                <a:gd name="connsiteX3" fmla="*/ 92983 w 169960"/>
                <a:gd name="connsiteY3" fmla="*/ 1575 h 243585"/>
                <a:gd name="connsiteX4" fmla="*/ 95778 w 169960"/>
                <a:gd name="connsiteY4" fmla="*/ 1561 h 243585"/>
                <a:gd name="connsiteX5" fmla="*/ 101640 w 169960"/>
                <a:gd name="connsiteY5" fmla="*/ 1568 h 243585"/>
                <a:gd name="connsiteX6" fmla="*/ 109170 w 169960"/>
                <a:gd name="connsiteY6" fmla="*/ 1537 h 243585"/>
                <a:gd name="connsiteX7" fmla="*/ 116331 w 169960"/>
                <a:gd name="connsiteY7" fmla="*/ 1529 h 243585"/>
                <a:gd name="connsiteX8" fmla="*/ 119074 w 169960"/>
                <a:gd name="connsiteY8" fmla="*/ 1499 h 243585"/>
                <a:gd name="connsiteX9" fmla="*/ 121595 w 169960"/>
                <a:gd name="connsiteY9" fmla="*/ 1527 h 243585"/>
                <a:gd name="connsiteX10" fmla="*/ 123826 w 169960"/>
                <a:gd name="connsiteY10" fmla="*/ 1529 h 243585"/>
                <a:gd name="connsiteX11" fmla="*/ 125493 w 169960"/>
                <a:gd name="connsiteY11" fmla="*/ 1997 h 243585"/>
                <a:gd name="connsiteX12" fmla="*/ 126237 w 169960"/>
                <a:gd name="connsiteY12" fmla="*/ 5718 h 243585"/>
                <a:gd name="connsiteX13" fmla="*/ 131493 w 169960"/>
                <a:gd name="connsiteY13" fmla="*/ 5950 h 243585"/>
                <a:gd name="connsiteX14" fmla="*/ 134402 w 169960"/>
                <a:gd name="connsiteY14" fmla="*/ 5848 h 243585"/>
                <a:gd name="connsiteX15" fmla="*/ 136655 w 169960"/>
                <a:gd name="connsiteY15" fmla="*/ 5718 h 243585"/>
                <a:gd name="connsiteX16" fmla="*/ 136655 w 169960"/>
                <a:gd name="connsiteY16" fmla="*/ 7950 h 243585"/>
                <a:gd name="connsiteX17" fmla="*/ 139213 w 169960"/>
                <a:gd name="connsiteY17" fmla="*/ 8136 h 243585"/>
                <a:gd name="connsiteX18" fmla="*/ 141864 w 169960"/>
                <a:gd name="connsiteY18" fmla="*/ 8694 h 243585"/>
                <a:gd name="connsiteX19" fmla="*/ 142608 w 169960"/>
                <a:gd name="connsiteY19" fmla="*/ 11671 h 243585"/>
                <a:gd name="connsiteX20" fmla="*/ 145213 w 169960"/>
                <a:gd name="connsiteY20" fmla="*/ 12043 h 243585"/>
                <a:gd name="connsiteX21" fmla="*/ 147817 w 169960"/>
                <a:gd name="connsiteY21" fmla="*/ 12415 h 243585"/>
                <a:gd name="connsiteX22" fmla="*/ 148561 w 169960"/>
                <a:gd name="connsiteY22" fmla="*/ 15391 h 243585"/>
                <a:gd name="connsiteX23" fmla="*/ 152282 w 169960"/>
                <a:gd name="connsiteY23" fmla="*/ 16136 h 243585"/>
                <a:gd name="connsiteX24" fmla="*/ 153026 w 169960"/>
                <a:gd name="connsiteY24" fmla="*/ 18368 h 243585"/>
                <a:gd name="connsiteX25" fmla="*/ 156003 w 169960"/>
                <a:gd name="connsiteY25" fmla="*/ 20972 h 243585"/>
                <a:gd name="connsiteX26" fmla="*/ 159723 w 169960"/>
                <a:gd name="connsiteY26" fmla="*/ 25809 h 243585"/>
                <a:gd name="connsiteX27" fmla="*/ 163119 w 169960"/>
                <a:gd name="connsiteY27" fmla="*/ 29112 h 243585"/>
                <a:gd name="connsiteX28" fmla="*/ 165677 w 169960"/>
                <a:gd name="connsiteY28" fmla="*/ 33251 h 243585"/>
                <a:gd name="connsiteX29" fmla="*/ 167165 w 169960"/>
                <a:gd name="connsiteY29" fmla="*/ 33995 h 243585"/>
                <a:gd name="connsiteX30" fmla="*/ 167909 w 169960"/>
                <a:gd name="connsiteY30" fmla="*/ 38460 h 243585"/>
                <a:gd name="connsiteX31" fmla="*/ 170141 w 169960"/>
                <a:gd name="connsiteY31" fmla="*/ 38460 h 243585"/>
                <a:gd name="connsiteX32" fmla="*/ 170374 w 169960"/>
                <a:gd name="connsiteY32" fmla="*/ 40971 h 243585"/>
                <a:gd name="connsiteX33" fmla="*/ 170886 w 169960"/>
                <a:gd name="connsiteY33" fmla="*/ 43669 h 243585"/>
                <a:gd name="connsiteX34" fmla="*/ 173118 w 169960"/>
                <a:gd name="connsiteY34" fmla="*/ 45157 h 243585"/>
                <a:gd name="connsiteX35" fmla="*/ 173862 w 169960"/>
                <a:gd name="connsiteY35" fmla="*/ 48878 h 243585"/>
                <a:gd name="connsiteX36" fmla="*/ 175350 w 169960"/>
                <a:gd name="connsiteY36" fmla="*/ 49622 h 243585"/>
                <a:gd name="connsiteX37" fmla="*/ 175815 w 169960"/>
                <a:gd name="connsiteY37" fmla="*/ 53389 h 243585"/>
                <a:gd name="connsiteX38" fmla="*/ 175984 w 169960"/>
                <a:gd name="connsiteY38" fmla="*/ 55462 h 243585"/>
                <a:gd name="connsiteX39" fmla="*/ 176094 w 169960"/>
                <a:gd name="connsiteY39" fmla="*/ 57063 h 243585"/>
                <a:gd name="connsiteX40" fmla="*/ 178327 w 169960"/>
                <a:gd name="connsiteY40" fmla="*/ 57063 h 243585"/>
                <a:gd name="connsiteX41" fmla="*/ 178411 w 169960"/>
                <a:gd name="connsiteY41" fmla="*/ 58665 h 243585"/>
                <a:gd name="connsiteX42" fmla="*/ 178559 w 169960"/>
                <a:gd name="connsiteY42" fmla="*/ 60737 h 243585"/>
                <a:gd name="connsiteX43" fmla="*/ 178690 w 169960"/>
                <a:gd name="connsiteY43" fmla="*/ 62804 h 243585"/>
                <a:gd name="connsiteX44" fmla="*/ 179071 w 169960"/>
                <a:gd name="connsiteY44" fmla="*/ 64505 h 243585"/>
                <a:gd name="connsiteX45" fmla="*/ 181303 w 169960"/>
                <a:gd name="connsiteY45" fmla="*/ 65249 h 243585"/>
                <a:gd name="connsiteX46" fmla="*/ 181443 w 169960"/>
                <a:gd name="connsiteY46" fmla="*/ 69388 h 243585"/>
                <a:gd name="connsiteX47" fmla="*/ 181382 w 169960"/>
                <a:gd name="connsiteY47" fmla="*/ 71670 h 243585"/>
                <a:gd name="connsiteX48" fmla="*/ 181303 w 169960"/>
                <a:gd name="connsiteY48" fmla="*/ 73434 h 243585"/>
                <a:gd name="connsiteX49" fmla="*/ 175350 w 169960"/>
                <a:gd name="connsiteY49" fmla="*/ 74179 h 243585"/>
                <a:gd name="connsiteX50" fmla="*/ 175350 w 169960"/>
                <a:gd name="connsiteY50" fmla="*/ 77155 h 243585"/>
                <a:gd name="connsiteX51" fmla="*/ 164188 w 169960"/>
                <a:gd name="connsiteY51" fmla="*/ 77155 h 243585"/>
                <a:gd name="connsiteX52" fmla="*/ 164188 w 169960"/>
                <a:gd name="connsiteY52" fmla="*/ 80876 h 243585"/>
                <a:gd name="connsiteX53" fmla="*/ 151538 w 169960"/>
                <a:gd name="connsiteY53" fmla="*/ 80876 h 243585"/>
                <a:gd name="connsiteX54" fmla="*/ 150050 w 169960"/>
                <a:gd name="connsiteY54" fmla="*/ 71202 h 243585"/>
                <a:gd name="connsiteX55" fmla="*/ 148561 w 169960"/>
                <a:gd name="connsiteY55" fmla="*/ 71202 h 243585"/>
                <a:gd name="connsiteX56" fmla="*/ 148477 w 169960"/>
                <a:gd name="connsiteY56" fmla="*/ 69600 h 243585"/>
                <a:gd name="connsiteX57" fmla="*/ 148329 w 169960"/>
                <a:gd name="connsiteY57" fmla="*/ 67528 h 243585"/>
                <a:gd name="connsiteX58" fmla="*/ 148198 w 169960"/>
                <a:gd name="connsiteY58" fmla="*/ 65461 h 243585"/>
                <a:gd name="connsiteX59" fmla="*/ 147817 w 169960"/>
                <a:gd name="connsiteY59" fmla="*/ 63761 h 243585"/>
                <a:gd name="connsiteX60" fmla="*/ 145585 w 169960"/>
                <a:gd name="connsiteY60" fmla="*/ 63016 h 243585"/>
                <a:gd name="connsiteX61" fmla="*/ 144841 w 169960"/>
                <a:gd name="connsiteY61" fmla="*/ 58552 h 243585"/>
                <a:gd name="connsiteX62" fmla="*/ 142608 w 169960"/>
                <a:gd name="connsiteY62" fmla="*/ 56319 h 243585"/>
                <a:gd name="connsiteX63" fmla="*/ 142608 w 169960"/>
                <a:gd name="connsiteY63" fmla="*/ 53343 h 243585"/>
                <a:gd name="connsiteX64" fmla="*/ 140376 w 169960"/>
                <a:gd name="connsiteY64" fmla="*/ 52598 h 243585"/>
                <a:gd name="connsiteX65" fmla="*/ 140376 w 169960"/>
                <a:gd name="connsiteY65" fmla="*/ 49622 h 243585"/>
                <a:gd name="connsiteX66" fmla="*/ 138143 w 169960"/>
                <a:gd name="connsiteY66" fmla="*/ 48878 h 243585"/>
                <a:gd name="connsiteX67" fmla="*/ 137771 w 169960"/>
                <a:gd name="connsiteY67" fmla="*/ 47343 h 243585"/>
                <a:gd name="connsiteX68" fmla="*/ 137399 w 169960"/>
                <a:gd name="connsiteY68" fmla="*/ 45901 h 243585"/>
                <a:gd name="connsiteX69" fmla="*/ 135167 w 169960"/>
                <a:gd name="connsiteY69" fmla="*/ 45901 h 243585"/>
                <a:gd name="connsiteX70" fmla="*/ 134423 w 169960"/>
                <a:gd name="connsiteY70" fmla="*/ 43669 h 243585"/>
                <a:gd name="connsiteX71" fmla="*/ 132190 w 169960"/>
                <a:gd name="connsiteY71" fmla="*/ 42925 h 243585"/>
                <a:gd name="connsiteX72" fmla="*/ 129958 w 169960"/>
                <a:gd name="connsiteY72" fmla="*/ 42180 h 243585"/>
                <a:gd name="connsiteX73" fmla="*/ 129214 w 169960"/>
                <a:gd name="connsiteY73" fmla="*/ 39948 h 243585"/>
                <a:gd name="connsiteX74" fmla="*/ 126981 w 169960"/>
                <a:gd name="connsiteY74" fmla="*/ 39995 h 243585"/>
                <a:gd name="connsiteX75" fmla="*/ 124749 w 169960"/>
                <a:gd name="connsiteY75" fmla="*/ 39948 h 243585"/>
                <a:gd name="connsiteX76" fmla="*/ 124563 w 169960"/>
                <a:gd name="connsiteY76" fmla="*/ 38480 h 243585"/>
                <a:gd name="connsiteX77" fmla="*/ 124005 w 169960"/>
                <a:gd name="connsiteY77" fmla="*/ 36971 h 243585"/>
                <a:gd name="connsiteX78" fmla="*/ 118796 w 169960"/>
                <a:gd name="connsiteY78" fmla="*/ 36599 h 243585"/>
                <a:gd name="connsiteX79" fmla="*/ 113587 w 169960"/>
                <a:gd name="connsiteY79" fmla="*/ 36227 h 243585"/>
                <a:gd name="connsiteX80" fmla="*/ 113296 w 169960"/>
                <a:gd name="connsiteY80" fmla="*/ 34742 h 243585"/>
                <a:gd name="connsiteX81" fmla="*/ 112843 w 169960"/>
                <a:gd name="connsiteY81" fmla="*/ 33251 h 243585"/>
                <a:gd name="connsiteX82" fmla="*/ 109215 w 169960"/>
                <a:gd name="connsiteY82" fmla="*/ 32855 h 243585"/>
                <a:gd name="connsiteX83" fmla="*/ 106994 w 169960"/>
                <a:gd name="connsiteY83" fmla="*/ 32844 h 243585"/>
                <a:gd name="connsiteX84" fmla="*/ 104657 w 169960"/>
                <a:gd name="connsiteY84" fmla="*/ 32879 h 243585"/>
                <a:gd name="connsiteX85" fmla="*/ 102320 w 169960"/>
                <a:gd name="connsiteY85" fmla="*/ 32844 h 243585"/>
                <a:gd name="connsiteX86" fmla="*/ 100099 w 169960"/>
                <a:gd name="connsiteY86" fmla="*/ 32855 h 243585"/>
                <a:gd name="connsiteX87" fmla="*/ 98047 w 169960"/>
                <a:gd name="connsiteY87" fmla="*/ 32866 h 243585"/>
                <a:gd name="connsiteX88" fmla="*/ 96471 w 169960"/>
                <a:gd name="connsiteY88" fmla="*/ 33251 h 243585"/>
                <a:gd name="connsiteX89" fmla="*/ 95727 w 169960"/>
                <a:gd name="connsiteY89" fmla="*/ 36227 h 243585"/>
                <a:gd name="connsiteX90" fmla="*/ 88562 w 169960"/>
                <a:gd name="connsiteY90" fmla="*/ 36046 h 243585"/>
                <a:gd name="connsiteX91" fmla="*/ 84565 w 169960"/>
                <a:gd name="connsiteY91" fmla="*/ 36227 h 243585"/>
                <a:gd name="connsiteX92" fmla="*/ 83821 w 169960"/>
                <a:gd name="connsiteY92" fmla="*/ 39948 h 243585"/>
                <a:gd name="connsiteX93" fmla="*/ 77124 w 169960"/>
                <a:gd name="connsiteY93" fmla="*/ 39204 h 243585"/>
                <a:gd name="connsiteX94" fmla="*/ 76984 w 169960"/>
                <a:gd name="connsiteY94" fmla="*/ 40971 h 243585"/>
                <a:gd name="connsiteX95" fmla="*/ 76380 w 169960"/>
                <a:gd name="connsiteY95" fmla="*/ 42925 h 243585"/>
                <a:gd name="connsiteX96" fmla="*/ 72659 w 169960"/>
                <a:gd name="connsiteY96" fmla="*/ 44413 h 243585"/>
                <a:gd name="connsiteX97" fmla="*/ 71171 w 169960"/>
                <a:gd name="connsiteY97" fmla="*/ 46645 h 243585"/>
                <a:gd name="connsiteX98" fmla="*/ 68938 w 169960"/>
                <a:gd name="connsiteY98" fmla="*/ 47389 h 243585"/>
                <a:gd name="connsiteX99" fmla="*/ 67450 w 169960"/>
                <a:gd name="connsiteY99" fmla="*/ 49622 h 243585"/>
                <a:gd name="connsiteX100" fmla="*/ 65962 w 169960"/>
                <a:gd name="connsiteY100" fmla="*/ 49622 h 243585"/>
                <a:gd name="connsiteX101" fmla="*/ 65590 w 169960"/>
                <a:gd name="connsiteY101" fmla="*/ 51110 h 243585"/>
                <a:gd name="connsiteX102" fmla="*/ 65218 w 169960"/>
                <a:gd name="connsiteY102" fmla="*/ 52598 h 243585"/>
                <a:gd name="connsiteX103" fmla="*/ 63729 w 169960"/>
                <a:gd name="connsiteY103" fmla="*/ 52598 h 243585"/>
                <a:gd name="connsiteX104" fmla="*/ 62985 w 169960"/>
                <a:gd name="connsiteY104" fmla="*/ 55575 h 243585"/>
                <a:gd name="connsiteX105" fmla="*/ 61497 w 169960"/>
                <a:gd name="connsiteY105" fmla="*/ 56319 h 243585"/>
                <a:gd name="connsiteX106" fmla="*/ 60753 w 169960"/>
                <a:gd name="connsiteY106" fmla="*/ 57807 h 243585"/>
                <a:gd name="connsiteX107" fmla="*/ 58520 w 169960"/>
                <a:gd name="connsiteY107" fmla="*/ 60040 h 243585"/>
                <a:gd name="connsiteX108" fmla="*/ 58148 w 169960"/>
                <a:gd name="connsiteY108" fmla="*/ 61900 h 243585"/>
                <a:gd name="connsiteX109" fmla="*/ 57776 w 169960"/>
                <a:gd name="connsiteY109" fmla="*/ 63761 h 243585"/>
                <a:gd name="connsiteX110" fmla="*/ 56288 w 169960"/>
                <a:gd name="connsiteY110" fmla="*/ 64505 h 243585"/>
                <a:gd name="connsiteX111" fmla="*/ 55823 w 169960"/>
                <a:gd name="connsiteY111" fmla="*/ 67900 h 243585"/>
                <a:gd name="connsiteX112" fmla="*/ 55654 w 169960"/>
                <a:gd name="connsiteY112" fmla="*/ 69763 h 243585"/>
                <a:gd name="connsiteX113" fmla="*/ 55544 w 169960"/>
                <a:gd name="connsiteY113" fmla="*/ 71202 h 243585"/>
                <a:gd name="connsiteX114" fmla="*/ 54055 w 169960"/>
                <a:gd name="connsiteY114" fmla="*/ 71202 h 243585"/>
                <a:gd name="connsiteX115" fmla="*/ 52893 w 169960"/>
                <a:gd name="connsiteY115" fmla="*/ 76132 h 243585"/>
                <a:gd name="connsiteX116" fmla="*/ 52704 w 169960"/>
                <a:gd name="connsiteY116" fmla="*/ 77975 h 243585"/>
                <a:gd name="connsiteX117" fmla="*/ 52567 w 169960"/>
                <a:gd name="connsiteY117" fmla="*/ 79388 h 243585"/>
                <a:gd name="connsiteX118" fmla="*/ 51079 w 169960"/>
                <a:gd name="connsiteY118" fmla="*/ 79388 h 243585"/>
                <a:gd name="connsiteX119" fmla="*/ 50428 w 169960"/>
                <a:gd name="connsiteY119" fmla="*/ 86178 h 243585"/>
                <a:gd name="connsiteX120" fmla="*/ 49230 w 169960"/>
                <a:gd name="connsiteY120" fmla="*/ 89560 h 243585"/>
                <a:gd name="connsiteX121" fmla="*/ 47825 w 169960"/>
                <a:gd name="connsiteY121" fmla="*/ 97358 h 243585"/>
                <a:gd name="connsiteX122" fmla="*/ 47817 w 169960"/>
                <a:gd name="connsiteY122" fmla="*/ 99203 h 243585"/>
                <a:gd name="connsiteX123" fmla="*/ 47832 w 169960"/>
                <a:gd name="connsiteY123" fmla="*/ 105232 h 243585"/>
                <a:gd name="connsiteX124" fmla="*/ 47831 w 169960"/>
                <a:gd name="connsiteY124" fmla="*/ 109418 h 243585"/>
                <a:gd name="connsiteX125" fmla="*/ 47852 w 169960"/>
                <a:gd name="connsiteY125" fmla="*/ 118184 h 243585"/>
                <a:gd name="connsiteX126" fmla="*/ 47864 w 169960"/>
                <a:gd name="connsiteY126" fmla="*/ 129445 h 243585"/>
                <a:gd name="connsiteX127" fmla="*/ 47874 w 169960"/>
                <a:gd name="connsiteY127" fmla="*/ 138084 h 243585"/>
                <a:gd name="connsiteX128" fmla="*/ 47877 w 169960"/>
                <a:gd name="connsiteY128" fmla="*/ 142238 h 243585"/>
                <a:gd name="connsiteX129" fmla="*/ 47898 w 169960"/>
                <a:gd name="connsiteY129" fmla="*/ 148026 h 243585"/>
                <a:gd name="connsiteX130" fmla="*/ 47892 w 169960"/>
                <a:gd name="connsiteY130" fmla="*/ 149775 h 243585"/>
                <a:gd name="connsiteX131" fmla="*/ 48102 w 169960"/>
                <a:gd name="connsiteY131" fmla="*/ 153802 h 243585"/>
                <a:gd name="connsiteX132" fmla="*/ 49591 w 169960"/>
                <a:gd name="connsiteY132" fmla="*/ 154546 h 243585"/>
                <a:gd name="connsiteX133" fmla="*/ 50381 w 169960"/>
                <a:gd name="connsiteY133" fmla="*/ 162127 h 243585"/>
                <a:gd name="connsiteX134" fmla="*/ 50361 w 169960"/>
                <a:gd name="connsiteY134" fmla="*/ 164996 h 243585"/>
                <a:gd name="connsiteX135" fmla="*/ 50335 w 169960"/>
                <a:gd name="connsiteY135" fmla="*/ 167196 h 243585"/>
                <a:gd name="connsiteX136" fmla="*/ 52567 w 169960"/>
                <a:gd name="connsiteY136" fmla="*/ 167196 h 243585"/>
                <a:gd name="connsiteX137" fmla="*/ 53311 w 169960"/>
                <a:gd name="connsiteY137" fmla="*/ 176126 h 243585"/>
                <a:gd name="connsiteX138" fmla="*/ 55544 w 169960"/>
                <a:gd name="connsiteY138" fmla="*/ 176126 h 243585"/>
                <a:gd name="connsiteX139" fmla="*/ 55980 w 169960"/>
                <a:gd name="connsiteY139" fmla="*/ 180704 h 243585"/>
                <a:gd name="connsiteX140" fmla="*/ 56288 w 169960"/>
                <a:gd name="connsiteY140" fmla="*/ 182079 h 243585"/>
                <a:gd name="connsiteX141" fmla="*/ 57776 w 169960"/>
                <a:gd name="connsiteY141" fmla="*/ 182823 h 243585"/>
                <a:gd name="connsiteX142" fmla="*/ 58102 w 169960"/>
                <a:gd name="connsiteY142" fmla="*/ 184637 h 243585"/>
                <a:gd name="connsiteX143" fmla="*/ 60753 w 169960"/>
                <a:gd name="connsiteY143" fmla="*/ 188032 h 243585"/>
                <a:gd name="connsiteX144" fmla="*/ 63008 w 169960"/>
                <a:gd name="connsiteY144" fmla="*/ 192000 h 243585"/>
                <a:gd name="connsiteX145" fmla="*/ 65962 w 169960"/>
                <a:gd name="connsiteY145" fmla="*/ 195473 h 243585"/>
                <a:gd name="connsiteX146" fmla="*/ 68938 w 169960"/>
                <a:gd name="connsiteY146" fmla="*/ 200682 h 243585"/>
                <a:gd name="connsiteX147" fmla="*/ 71915 w 169960"/>
                <a:gd name="connsiteY147" fmla="*/ 200682 h 243585"/>
                <a:gd name="connsiteX148" fmla="*/ 72659 w 169960"/>
                <a:gd name="connsiteY148" fmla="*/ 202915 h 243585"/>
                <a:gd name="connsiteX149" fmla="*/ 74891 w 169960"/>
                <a:gd name="connsiteY149" fmla="*/ 203240 h 243585"/>
                <a:gd name="connsiteX150" fmla="*/ 77124 w 169960"/>
                <a:gd name="connsiteY150" fmla="*/ 203659 h 243585"/>
                <a:gd name="connsiteX151" fmla="*/ 77423 w 169960"/>
                <a:gd name="connsiteY151" fmla="*/ 205139 h 243585"/>
                <a:gd name="connsiteX152" fmla="*/ 77868 w 169960"/>
                <a:gd name="connsiteY152" fmla="*/ 206636 h 243585"/>
                <a:gd name="connsiteX153" fmla="*/ 81263 w 169960"/>
                <a:gd name="connsiteY153" fmla="*/ 207194 h 243585"/>
                <a:gd name="connsiteX154" fmla="*/ 83126 w 169960"/>
                <a:gd name="connsiteY154" fmla="*/ 207322 h 243585"/>
                <a:gd name="connsiteX155" fmla="*/ 84565 w 169960"/>
                <a:gd name="connsiteY155" fmla="*/ 207380 h 243585"/>
                <a:gd name="connsiteX156" fmla="*/ 84565 w 169960"/>
                <a:gd name="connsiteY156" fmla="*/ 210356 h 243585"/>
                <a:gd name="connsiteX157" fmla="*/ 86818 w 169960"/>
                <a:gd name="connsiteY157" fmla="*/ 210225 h 243585"/>
                <a:gd name="connsiteX158" fmla="*/ 89728 w 169960"/>
                <a:gd name="connsiteY158" fmla="*/ 210124 h 243585"/>
                <a:gd name="connsiteX159" fmla="*/ 92632 w 169960"/>
                <a:gd name="connsiteY159" fmla="*/ 209993 h 243585"/>
                <a:gd name="connsiteX160" fmla="*/ 94983 w 169960"/>
                <a:gd name="connsiteY160" fmla="*/ 210356 h 243585"/>
                <a:gd name="connsiteX161" fmla="*/ 95727 w 169960"/>
                <a:gd name="connsiteY161" fmla="*/ 214077 h 243585"/>
                <a:gd name="connsiteX162" fmla="*/ 103122 w 169960"/>
                <a:gd name="connsiteY162" fmla="*/ 213891 h 243585"/>
                <a:gd name="connsiteX163" fmla="*/ 105254 w 169960"/>
                <a:gd name="connsiteY163" fmla="*/ 213859 h 243585"/>
                <a:gd name="connsiteX164" fmla="*/ 107282 w 169960"/>
                <a:gd name="connsiteY164" fmla="*/ 213786 h 243585"/>
                <a:gd name="connsiteX165" fmla="*/ 109159 w 169960"/>
                <a:gd name="connsiteY165" fmla="*/ 213739 h 243585"/>
                <a:gd name="connsiteX166" fmla="*/ 110610 w 169960"/>
                <a:gd name="connsiteY166" fmla="*/ 213333 h 243585"/>
                <a:gd name="connsiteX167" fmla="*/ 111354 w 169960"/>
                <a:gd name="connsiteY167" fmla="*/ 210356 h 243585"/>
                <a:gd name="connsiteX168" fmla="*/ 116563 w 169960"/>
                <a:gd name="connsiteY168" fmla="*/ 209938 h 243585"/>
                <a:gd name="connsiteX169" fmla="*/ 121772 w 169960"/>
                <a:gd name="connsiteY169" fmla="*/ 209612 h 243585"/>
                <a:gd name="connsiteX170" fmla="*/ 122516 w 169960"/>
                <a:gd name="connsiteY170" fmla="*/ 207380 h 243585"/>
                <a:gd name="connsiteX171" fmla="*/ 127121 w 169960"/>
                <a:gd name="connsiteY171" fmla="*/ 206356 h 243585"/>
                <a:gd name="connsiteX172" fmla="*/ 128469 w 169960"/>
                <a:gd name="connsiteY172" fmla="*/ 205891 h 243585"/>
                <a:gd name="connsiteX173" fmla="*/ 129214 w 169960"/>
                <a:gd name="connsiteY173" fmla="*/ 203659 h 243585"/>
                <a:gd name="connsiteX174" fmla="*/ 130609 w 169960"/>
                <a:gd name="connsiteY174" fmla="*/ 203333 h 243585"/>
                <a:gd name="connsiteX175" fmla="*/ 134423 w 169960"/>
                <a:gd name="connsiteY175" fmla="*/ 199938 h 243585"/>
                <a:gd name="connsiteX176" fmla="*/ 136655 w 169960"/>
                <a:gd name="connsiteY176" fmla="*/ 199194 h 243585"/>
                <a:gd name="connsiteX177" fmla="*/ 137399 w 169960"/>
                <a:gd name="connsiteY177" fmla="*/ 196962 h 243585"/>
                <a:gd name="connsiteX178" fmla="*/ 139632 w 169960"/>
                <a:gd name="connsiteY178" fmla="*/ 196218 h 243585"/>
                <a:gd name="connsiteX179" fmla="*/ 140376 w 169960"/>
                <a:gd name="connsiteY179" fmla="*/ 193241 h 243585"/>
                <a:gd name="connsiteX180" fmla="*/ 141864 w 169960"/>
                <a:gd name="connsiteY180" fmla="*/ 192497 h 243585"/>
                <a:gd name="connsiteX181" fmla="*/ 145259 w 169960"/>
                <a:gd name="connsiteY181" fmla="*/ 186358 h 243585"/>
                <a:gd name="connsiteX182" fmla="*/ 147817 w 169960"/>
                <a:gd name="connsiteY182" fmla="*/ 183567 h 243585"/>
                <a:gd name="connsiteX183" fmla="*/ 148282 w 169960"/>
                <a:gd name="connsiteY183" fmla="*/ 180544 h 243585"/>
                <a:gd name="connsiteX184" fmla="*/ 148561 w 169960"/>
                <a:gd name="connsiteY184" fmla="*/ 177614 h 243585"/>
                <a:gd name="connsiteX185" fmla="*/ 150794 w 169960"/>
                <a:gd name="connsiteY185" fmla="*/ 177614 h 243585"/>
                <a:gd name="connsiteX186" fmla="*/ 150768 w 169960"/>
                <a:gd name="connsiteY186" fmla="*/ 176201 h 243585"/>
                <a:gd name="connsiteX187" fmla="*/ 150747 w 169960"/>
                <a:gd name="connsiteY187" fmla="*/ 174358 h 243585"/>
                <a:gd name="connsiteX188" fmla="*/ 150721 w 169960"/>
                <a:gd name="connsiteY188" fmla="*/ 172527 h 243585"/>
                <a:gd name="connsiteX189" fmla="*/ 151538 w 169960"/>
                <a:gd name="connsiteY189" fmla="*/ 169429 h 243585"/>
                <a:gd name="connsiteX190" fmla="*/ 153026 w 169960"/>
                <a:gd name="connsiteY190" fmla="*/ 169429 h 243585"/>
                <a:gd name="connsiteX191" fmla="*/ 153770 w 169960"/>
                <a:gd name="connsiteY191" fmla="*/ 156034 h 243585"/>
                <a:gd name="connsiteX192" fmla="*/ 160002 w 169960"/>
                <a:gd name="connsiteY192" fmla="*/ 155848 h 243585"/>
                <a:gd name="connsiteX193" fmla="*/ 161963 w 169960"/>
                <a:gd name="connsiteY193" fmla="*/ 155766 h 243585"/>
                <a:gd name="connsiteX194" fmla="*/ 166421 w 169960"/>
                <a:gd name="connsiteY194" fmla="*/ 156034 h 243585"/>
                <a:gd name="connsiteX195" fmla="*/ 167909 w 169960"/>
                <a:gd name="connsiteY195" fmla="*/ 159011 h 243585"/>
                <a:gd name="connsiteX196" fmla="*/ 172792 w 169960"/>
                <a:gd name="connsiteY196" fmla="*/ 159011 h 243585"/>
                <a:gd name="connsiteX197" fmla="*/ 177583 w 169960"/>
                <a:gd name="connsiteY197" fmla="*/ 159011 h 243585"/>
                <a:gd name="connsiteX198" fmla="*/ 178327 w 169960"/>
                <a:gd name="connsiteY198" fmla="*/ 161987 h 243585"/>
                <a:gd name="connsiteX199" fmla="*/ 183536 w 169960"/>
                <a:gd name="connsiteY199" fmla="*/ 162731 h 243585"/>
                <a:gd name="connsiteX200" fmla="*/ 183536 w 169960"/>
                <a:gd name="connsiteY200" fmla="*/ 173893 h 243585"/>
                <a:gd name="connsiteX201" fmla="*/ 182048 w 169960"/>
                <a:gd name="connsiteY201" fmla="*/ 174637 h 243585"/>
                <a:gd name="connsiteX202" fmla="*/ 181583 w 169960"/>
                <a:gd name="connsiteY202" fmla="*/ 179149 h 243585"/>
                <a:gd name="connsiteX203" fmla="*/ 181414 w 169960"/>
                <a:gd name="connsiteY203" fmla="*/ 181640 h 243585"/>
                <a:gd name="connsiteX204" fmla="*/ 181303 w 169960"/>
                <a:gd name="connsiteY204" fmla="*/ 183567 h 243585"/>
                <a:gd name="connsiteX205" fmla="*/ 179071 w 169960"/>
                <a:gd name="connsiteY205" fmla="*/ 183567 h 243585"/>
                <a:gd name="connsiteX206" fmla="*/ 178327 w 169960"/>
                <a:gd name="connsiteY206" fmla="*/ 191753 h 243585"/>
                <a:gd name="connsiteX207" fmla="*/ 176094 w 169960"/>
                <a:gd name="connsiteY207" fmla="*/ 191753 h 243585"/>
                <a:gd name="connsiteX208" fmla="*/ 175350 w 169960"/>
                <a:gd name="connsiteY208" fmla="*/ 197706 h 243585"/>
                <a:gd name="connsiteX209" fmla="*/ 173862 w 169960"/>
                <a:gd name="connsiteY209" fmla="*/ 197706 h 243585"/>
                <a:gd name="connsiteX210" fmla="*/ 172374 w 169960"/>
                <a:gd name="connsiteY210" fmla="*/ 202915 h 243585"/>
                <a:gd name="connsiteX211" fmla="*/ 170886 w 169960"/>
                <a:gd name="connsiteY211" fmla="*/ 204403 h 243585"/>
                <a:gd name="connsiteX212" fmla="*/ 170560 w 169960"/>
                <a:gd name="connsiteY212" fmla="*/ 206217 h 243585"/>
                <a:gd name="connsiteX213" fmla="*/ 167909 w 169960"/>
                <a:gd name="connsiteY213" fmla="*/ 210356 h 243585"/>
                <a:gd name="connsiteX214" fmla="*/ 167537 w 169960"/>
                <a:gd name="connsiteY214" fmla="*/ 211938 h 243585"/>
                <a:gd name="connsiteX215" fmla="*/ 167165 w 169960"/>
                <a:gd name="connsiteY215" fmla="*/ 213333 h 243585"/>
                <a:gd name="connsiteX216" fmla="*/ 164932 w 169960"/>
                <a:gd name="connsiteY216" fmla="*/ 214077 h 243585"/>
                <a:gd name="connsiteX217" fmla="*/ 164188 w 169960"/>
                <a:gd name="connsiteY217" fmla="*/ 216309 h 243585"/>
                <a:gd name="connsiteX218" fmla="*/ 160793 w 169960"/>
                <a:gd name="connsiteY218" fmla="*/ 219611 h 243585"/>
                <a:gd name="connsiteX219" fmla="*/ 159075 w 169960"/>
                <a:gd name="connsiteY219" fmla="*/ 222184 h 243585"/>
                <a:gd name="connsiteX220" fmla="*/ 155631 w 169960"/>
                <a:gd name="connsiteY220" fmla="*/ 226169 h 243585"/>
                <a:gd name="connsiteX221" fmla="*/ 154259 w 169960"/>
                <a:gd name="connsiteY221" fmla="*/ 227344 h 243585"/>
                <a:gd name="connsiteX222" fmla="*/ 151538 w 169960"/>
                <a:gd name="connsiteY222" fmla="*/ 228216 h 243585"/>
                <a:gd name="connsiteX223" fmla="*/ 151259 w 169960"/>
                <a:gd name="connsiteY223" fmla="*/ 229657 h 243585"/>
                <a:gd name="connsiteX224" fmla="*/ 150794 w 169960"/>
                <a:gd name="connsiteY224" fmla="*/ 231192 h 243585"/>
                <a:gd name="connsiteX225" fmla="*/ 147817 w 169960"/>
                <a:gd name="connsiteY225" fmla="*/ 231936 h 243585"/>
                <a:gd name="connsiteX226" fmla="*/ 147073 w 169960"/>
                <a:gd name="connsiteY226" fmla="*/ 234169 h 243585"/>
                <a:gd name="connsiteX227" fmla="*/ 144841 w 169960"/>
                <a:gd name="connsiteY227" fmla="*/ 234494 h 243585"/>
                <a:gd name="connsiteX228" fmla="*/ 142608 w 169960"/>
                <a:gd name="connsiteY228" fmla="*/ 234913 h 243585"/>
                <a:gd name="connsiteX229" fmla="*/ 142283 w 169960"/>
                <a:gd name="connsiteY229" fmla="*/ 236401 h 243585"/>
                <a:gd name="connsiteX230" fmla="*/ 141864 w 169960"/>
                <a:gd name="connsiteY230" fmla="*/ 237889 h 243585"/>
                <a:gd name="connsiteX231" fmla="*/ 136655 w 169960"/>
                <a:gd name="connsiteY231" fmla="*/ 238634 h 243585"/>
                <a:gd name="connsiteX232" fmla="*/ 135911 w 169960"/>
                <a:gd name="connsiteY232" fmla="*/ 240866 h 243585"/>
                <a:gd name="connsiteX233" fmla="*/ 132702 w 169960"/>
                <a:gd name="connsiteY233" fmla="*/ 241424 h 243585"/>
                <a:gd name="connsiteX234" fmla="*/ 130943 w 169960"/>
                <a:gd name="connsiteY234" fmla="*/ 241599 h 243585"/>
                <a:gd name="connsiteX235" fmla="*/ 126237 w 169960"/>
                <a:gd name="connsiteY235" fmla="*/ 240866 h 243585"/>
                <a:gd name="connsiteX236" fmla="*/ 126126 w 169960"/>
                <a:gd name="connsiteY236" fmla="*/ 242697 h 243585"/>
                <a:gd name="connsiteX237" fmla="*/ 125493 w 169960"/>
                <a:gd name="connsiteY237" fmla="*/ 244587 h 243585"/>
                <a:gd name="connsiteX238" fmla="*/ 121322 w 169960"/>
                <a:gd name="connsiteY238" fmla="*/ 245056 h 243585"/>
                <a:gd name="connsiteX239" fmla="*/ 118620 w 169960"/>
                <a:gd name="connsiteY239" fmla="*/ 245085 h 243585"/>
                <a:gd name="connsiteX240" fmla="*/ 115680 w 169960"/>
                <a:gd name="connsiteY240" fmla="*/ 245055 h 243585"/>
                <a:gd name="connsiteX241" fmla="*/ 112685 w 169960"/>
                <a:gd name="connsiteY241" fmla="*/ 245060 h 243585"/>
                <a:gd name="connsiteX242" fmla="*/ 106402 w 169960"/>
                <a:gd name="connsiteY242" fmla="*/ 245031 h 243585"/>
                <a:gd name="connsiteX243" fmla="*/ 98331 w 169960"/>
                <a:gd name="connsiteY243" fmla="*/ 245024 h 243585"/>
                <a:gd name="connsiteX244" fmla="*/ 92146 w 169960"/>
                <a:gd name="connsiteY244" fmla="*/ 245014 h 243585"/>
                <a:gd name="connsiteX245" fmla="*/ 87717 w 169960"/>
                <a:gd name="connsiteY245" fmla="*/ 245019 h 243585"/>
                <a:gd name="connsiteX246" fmla="*/ 85016 w 169960"/>
                <a:gd name="connsiteY246" fmla="*/ 244984 h 243585"/>
                <a:gd name="connsiteX247" fmla="*/ 82624 w 169960"/>
                <a:gd name="connsiteY247" fmla="*/ 244970 h 243585"/>
                <a:gd name="connsiteX248" fmla="*/ 80844 w 169960"/>
                <a:gd name="connsiteY248" fmla="*/ 244587 h 243585"/>
                <a:gd name="connsiteX249" fmla="*/ 80100 w 169960"/>
                <a:gd name="connsiteY249" fmla="*/ 241610 h 243585"/>
                <a:gd name="connsiteX250" fmla="*/ 75263 w 169960"/>
                <a:gd name="connsiteY250" fmla="*/ 241192 h 243585"/>
                <a:gd name="connsiteX251" fmla="*/ 70427 w 169960"/>
                <a:gd name="connsiteY251" fmla="*/ 240866 h 243585"/>
                <a:gd name="connsiteX252" fmla="*/ 69682 w 169960"/>
                <a:gd name="connsiteY252" fmla="*/ 238634 h 243585"/>
                <a:gd name="connsiteX253" fmla="*/ 66706 w 169960"/>
                <a:gd name="connsiteY253" fmla="*/ 238308 h 243585"/>
                <a:gd name="connsiteX254" fmla="*/ 63729 w 169960"/>
                <a:gd name="connsiteY254" fmla="*/ 237889 h 243585"/>
                <a:gd name="connsiteX255" fmla="*/ 62985 w 169960"/>
                <a:gd name="connsiteY255" fmla="*/ 234913 h 243585"/>
                <a:gd name="connsiteX256" fmla="*/ 58520 w 169960"/>
                <a:gd name="connsiteY256" fmla="*/ 234169 h 243585"/>
                <a:gd name="connsiteX257" fmla="*/ 58520 w 169960"/>
                <a:gd name="connsiteY257" fmla="*/ 231192 h 243585"/>
                <a:gd name="connsiteX258" fmla="*/ 56753 w 169960"/>
                <a:gd name="connsiteY258" fmla="*/ 231285 h 243585"/>
                <a:gd name="connsiteX259" fmla="*/ 53311 w 169960"/>
                <a:gd name="connsiteY259" fmla="*/ 229704 h 243585"/>
                <a:gd name="connsiteX260" fmla="*/ 53311 w 169960"/>
                <a:gd name="connsiteY260" fmla="*/ 227471 h 243585"/>
                <a:gd name="connsiteX261" fmla="*/ 50335 w 169960"/>
                <a:gd name="connsiteY261" fmla="*/ 227471 h 243585"/>
                <a:gd name="connsiteX262" fmla="*/ 50335 w 169960"/>
                <a:gd name="connsiteY262" fmla="*/ 224495 h 243585"/>
                <a:gd name="connsiteX263" fmla="*/ 47358 w 169960"/>
                <a:gd name="connsiteY263" fmla="*/ 224495 h 243585"/>
                <a:gd name="connsiteX264" fmla="*/ 46614 w 169960"/>
                <a:gd name="connsiteY264" fmla="*/ 220774 h 243585"/>
                <a:gd name="connsiteX265" fmla="*/ 45265 w 169960"/>
                <a:gd name="connsiteY265" fmla="*/ 220449 h 243585"/>
                <a:gd name="connsiteX266" fmla="*/ 40661 w 169960"/>
                <a:gd name="connsiteY266" fmla="*/ 215565 h 243585"/>
                <a:gd name="connsiteX267" fmla="*/ 39173 w 169960"/>
                <a:gd name="connsiteY267" fmla="*/ 214821 h 243585"/>
                <a:gd name="connsiteX268" fmla="*/ 38847 w 169960"/>
                <a:gd name="connsiteY268" fmla="*/ 212914 h 243585"/>
                <a:gd name="connsiteX269" fmla="*/ 38428 w 169960"/>
                <a:gd name="connsiteY269" fmla="*/ 211100 h 243585"/>
                <a:gd name="connsiteX270" fmla="*/ 36196 w 169960"/>
                <a:gd name="connsiteY270" fmla="*/ 211100 h 243585"/>
                <a:gd name="connsiteX271" fmla="*/ 35917 w 169960"/>
                <a:gd name="connsiteY271" fmla="*/ 208914 h 243585"/>
                <a:gd name="connsiteX272" fmla="*/ 35452 w 169960"/>
                <a:gd name="connsiteY272" fmla="*/ 206636 h 243585"/>
                <a:gd name="connsiteX273" fmla="*/ 33964 w 169960"/>
                <a:gd name="connsiteY273" fmla="*/ 205891 h 243585"/>
                <a:gd name="connsiteX274" fmla="*/ 33219 w 169960"/>
                <a:gd name="connsiteY274" fmla="*/ 201427 h 243585"/>
                <a:gd name="connsiteX275" fmla="*/ 30987 w 169960"/>
                <a:gd name="connsiteY275" fmla="*/ 201427 h 243585"/>
                <a:gd name="connsiteX276" fmla="*/ 30755 w 169960"/>
                <a:gd name="connsiteY276" fmla="*/ 198869 h 243585"/>
                <a:gd name="connsiteX277" fmla="*/ 30243 w 169960"/>
                <a:gd name="connsiteY277" fmla="*/ 196218 h 243585"/>
                <a:gd name="connsiteX278" fmla="*/ 28011 w 169960"/>
                <a:gd name="connsiteY278" fmla="*/ 195473 h 243585"/>
                <a:gd name="connsiteX279" fmla="*/ 27592 w 169960"/>
                <a:gd name="connsiteY279" fmla="*/ 192497 h 243585"/>
                <a:gd name="connsiteX280" fmla="*/ 27266 w 169960"/>
                <a:gd name="connsiteY280" fmla="*/ 189520 h 243585"/>
                <a:gd name="connsiteX281" fmla="*/ 25778 w 169960"/>
                <a:gd name="connsiteY281" fmla="*/ 188776 h 243585"/>
                <a:gd name="connsiteX282" fmla="*/ 25362 w 169960"/>
                <a:gd name="connsiteY282" fmla="*/ 184244 h 243585"/>
                <a:gd name="connsiteX283" fmla="*/ 22802 w 169960"/>
                <a:gd name="connsiteY283" fmla="*/ 181335 h 243585"/>
                <a:gd name="connsiteX284" fmla="*/ 22360 w 169960"/>
                <a:gd name="connsiteY284" fmla="*/ 174379 h 243585"/>
                <a:gd name="connsiteX285" fmla="*/ 22057 w 169960"/>
                <a:gd name="connsiteY285" fmla="*/ 172405 h 243585"/>
                <a:gd name="connsiteX286" fmla="*/ 19825 w 169960"/>
                <a:gd name="connsiteY286" fmla="*/ 171661 h 243585"/>
                <a:gd name="connsiteX287" fmla="*/ 19406 w 169960"/>
                <a:gd name="connsiteY287" fmla="*/ 165336 h 243585"/>
                <a:gd name="connsiteX288" fmla="*/ 19081 w 169960"/>
                <a:gd name="connsiteY288" fmla="*/ 159011 h 243585"/>
                <a:gd name="connsiteX289" fmla="*/ 17593 w 169960"/>
                <a:gd name="connsiteY289" fmla="*/ 158266 h 243585"/>
                <a:gd name="connsiteX290" fmla="*/ 16968 w 169960"/>
                <a:gd name="connsiteY290" fmla="*/ 145026 h 243585"/>
                <a:gd name="connsiteX291" fmla="*/ 15360 w 169960"/>
                <a:gd name="connsiteY291" fmla="*/ 139663 h 243585"/>
                <a:gd name="connsiteX292" fmla="*/ 14616 w 169960"/>
                <a:gd name="connsiteY292" fmla="*/ 139663 h 243585"/>
                <a:gd name="connsiteX293" fmla="*/ 14534 w 169960"/>
                <a:gd name="connsiteY293" fmla="*/ 124443 h 243585"/>
                <a:gd name="connsiteX294" fmla="*/ 14504 w 169960"/>
                <a:gd name="connsiteY294" fmla="*/ 119261 h 243585"/>
                <a:gd name="connsiteX295" fmla="*/ 14471 w 169960"/>
                <a:gd name="connsiteY295" fmla="*/ 111830 h 243585"/>
                <a:gd name="connsiteX296" fmla="*/ 14447 w 169960"/>
                <a:gd name="connsiteY296" fmla="*/ 109474 h 243585"/>
                <a:gd name="connsiteX297" fmla="*/ 14447 w 169960"/>
                <a:gd name="connsiteY297" fmla="*/ 107307 h 243585"/>
                <a:gd name="connsiteX298" fmla="*/ 14437 w 169960"/>
                <a:gd name="connsiteY298" fmla="*/ 105390 h 243585"/>
                <a:gd name="connsiteX299" fmla="*/ 14616 w 169960"/>
                <a:gd name="connsiteY299" fmla="*/ 103944 h 243585"/>
                <a:gd name="connsiteX300" fmla="*/ 16104 w 169960"/>
                <a:gd name="connsiteY300" fmla="*/ 103200 h 243585"/>
                <a:gd name="connsiteX301" fmla="*/ 16848 w 169960"/>
                <a:gd name="connsiteY301" fmla="*/ 94317 h 243585"/>
                <a:gd name="connsiteX302" fmla="*/ 17593 w 169960"/>
                <a:gd name="connsiteY302" fmla="*/ 84596 h 243585"/>
                <a:gd name="connsiteX303" fmla="*/ 19081 w 169960"/>
                <a:gd name="connsiteY303" fmla="*/ 83852 h 243585"/>
                <a:gd name="connsiteX304" fmla="*/ 19437 w 169960"/>
                <a:gd name="connsiteY304" fmla="*/ 76207 h 243585"/>
                <a:gd name="connsiteX305" fmla="*/ 19825 w 169960"/>
                <a:gd name="connsiteY305" fmla="*/ 71946 h 243585"/>
                <a:gd name="connsiteX306" fmla="*/ 22057 w 169960"/>
                <a:gd name="connsiteY306" fmla="*/ 71202 h 243585"/>
                <a:gd name="connsiteX307" fmla="*/ 22569 w 169960"/>
                <a:gd name="connsiteY307" fmla="*/ 67435 h 243585"/>
                <a:gd name="connsiteX308" fmla="*/ 22717 w 169960"/>
                <a:gd name="connsiteY308" fmla="*/ 65362 h 243585"/>
                <a:gd name="connsiteX309" fmla="*/ 22802 w 169960"/>
                <a:gd name="connsiteY309" fmla="*/ 63761 h 243585"/>
                <a:gd name="connsiteX310" fmla="*/ 24290 w 169960"/>
                <a:gd name="connsiteY310" fmla="*/ 63761 h 243585"/>
                <a:gd name="connsiteX311" fmla="*/ 25287 w 169960"/>
                <a:gd name="connsiteY311" fmla="*/ 58528 h 243585"/>
                <a:gd name="connsiteX312" fmla="*/ 25778 w 169960"/>
                <a:gd name="connsiteY312" fmla="*/ 57063 h 243585"/>
                <a:gd name="connsiteX313" fmla="*/ 28011 w 169960"/>
                <a:gd name="connsiteY313" fmla="*/ 57063 h 243585"/>
                <a:gd name="connsiteX314" fmla="*/ 27871 w 169960"/>
                <a:gd name="connsiteY314" fmla="*/ 54133 h 243585"/>
                <a:gd name="connsiteX315" fmla="*/ 28011 w 169960"/>
                <a:gd name="connsiteY315" fmla="*/ 51110 h 243585"/>
                <a:gd name="connsiteX316" fmla="*/ 30243 w 169960"/>
                <a:gd name="connsiteY316" fmla="*/ 50366 h 243585"/>
                <a:gd name="connsiteX317" fmla="*/ 30987 w 169960"/>
                <a:gd name="connsiteY317" fmla="*/ 45157 h 243585"/>
                <a:gd name="connsiteX318" fmla="*/ 33219 w 169960"/>
                <a:gd name="connsiteY318" fmla="*/ 45157 h 243585"/>
                <a:gd name="connsiteX319" fmla="*/ 33452 w 169960"/>
                <a:gd name="connsiteY319" fmla="*/ 43018 h 243585"/>
                <a:gd name="connsiteX320" fmla="*/ 36196 w 169960"/>
                <a:gd name="connsiteY320" fmla="*/ 39204 h 243585"/>
                <a:gd name="connsiteX321" fmla="*/ 36940 w 169960"/>
                <a:gd name="connsiteY321" fmla="*/ 36971 h 243585"/>
                <a:gd name="connsiteX322" fmla="*/ 40382 w 169960"/>
                <a:gd name="connsiteY322" fmla="*/ 33623 h 243585"/>
                <a:gd name="connsiteX323" fmla="*/ 42149 w 169960"/>
                <a:gd name="connsiteY323" fmla="*/ 30274 h 243585"/>
                <a:gd name="connsiteX324" fmla="*/ 44382 w 169960"/>
                <a:gd name="connsiteY324" fmla="*/ 28786 h 243585"/>
                <a:gd name="connsiteX325" fmla="*/ 45126 w 169960"/>
                <a:gd name="connsiteY325" fmla="*/ 26554 h 243585"/>
                <a:gd name="connsiteX326" fmla="*/ 47358 w 169960"/>
                <a:gd name="connsiteY326" fmla="*/ 26554 h 243585"/>
                <a:gd name="connsiteX327" fmla="*/ 47684 w 169960"/>
                <a:gd name="connsiteY327" fmla="*/ 24786 h 243585"/>
                <a:gd name="connsiteX328" fmla="*/ 48102 w 169960"/>
                <a:gd name="connsiteY328" fmla="*/ 22833 h 243585"/>
                <a:gd name="connsiteX329" fmla="*/ 51079 w 169960"/>
                <a:gd name="connsiteY329" fmla="*/ 21345 h 243585"/>
                <a:gd name="connsiteX330" fmla="*/ 51823 w 169960"/>
                <a:gd name="connsiteY330" fmla="*/ 19112 h 243585"/>
                <a:gd name="connsiteX331" fmla="*/ 55544 w 169960"/>
                <a:gd name="connsiteY331" fmla="*/ 18368 h 243585"/>
                <a:gd name="connsiteX332" fmla="*/ 56288 w 169960"/>
                <a:gd name="connsiteY332" fmla="*/ 16136 h 243585"/>
                <a:gd name="connsiteX333" fmla="*/ 60753 w 169960"/>
                <a:gd name="connsiteY333" fmla="*/ 14647 h 243585"/>
                <a:gd name="connsiteX334" fmla="*/ 61497 w 169960"/>
                <a:gd name="connsiteY334" fmla="*/ 12415 h 243585"/>
                <a:gd name="connsiteX335" fmla="*/ 64101 w 169960"/>
                <a:gd name="connsiteY335" fmla="*/ 12089 h 243585"/>
                <a:gd name="connsiteX336" fmla="*/ 66706 w 169960"/>
                <a:gd name="connsiteY336" fmla="*/ 11671 h 243585"/>
                <a:gd name="connsiteX337" fmla="*/ 67078 w 169960"/>
                <a:gd name="connsiteY337" fmla="*/ 10182 h 243585"/>
                <a:gd name="connsiteX338" fmla="*/ 67450 w 169960"/>
                <a:gd name="connsiteY338" fmla="*/ 8694 h 243585"/>
                <a:gd name="connsiteX339" fmla="*/ 72659 w 169960"/>
                <a:gd name="connsiteY339" fmla="*/ 7950 h 243585"/>
                <a:gd name="connsiteX340" fmla="*/ 73403 w 169960"/>
                <a:gd name="connsiteY340" fmla="*/ 5718 h 243585"/>
                <a:gd name="connsiteX341" fmla="*/ 80914 w 169960"/>
                <a:gd name="connsiteY341" fmla="*/ 5348 h 243585"/>
                <a:gd name="connsiteX342" fmla="*/ 83077 w 169960"/>
                <a:gd name="connsiteY342" fmla="*/ 4973 h 243585"/>
                <a:gd name="connsiteX343" fmla="*/ 83341 w 169960"/>
                <a:gd name="connsiteY343" fmla="*/ 3487 h 243585"/>
                <a:gd name="connsiteX344" fmla="*/ 83821 w 169960"/>
                <a:gd name="connsiteY344" fmla="*/ 1997 h 2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69960" h="243585">
                  <a:moveTo>
                    <a:pt x="83821" y="1997"/>
                  </a:moveTo>
                  <a:cubicBezTo>
                    <a:pt x="85488" y="1614"/>
                    <a:pt x="85488" y="1614"/>
                    <a:pt x="87719" y="1600"/>
                  </a:cubicBezTo>
                  <a:cubicBezTo>
                    <a:pt x="88551" y="1588"/>
                    <a:pt x="89383" y="1576"/>
                    <a:pt x="90240" y="1564"/>
                  </a:cubicBezTo>
                  <a:cubicBezTo>
                    <a:pt x="91145" y="1568"/>
                    <a:pt x="92051" y="1572"/>
                    <a:pt x="92983" y="1575"/>
                  </a:cubicBezTo>
                  <a:cubicBezTo>
                    <a:pt x="94366" y="1568"/>
                    <a:pt x="94366" y="1568"/>
                    <a:pt x="95778" y="1561"/>
                  </a:cubicBezTo>
                  <a:cubicBezTo>
                    <a:pt x="97732" y="1556"/>
                    <a:pt x="99686" y="1557"/>
                    <a:pt x="101640" y="1568"/>
                  </a:cubicBezTo>
                  <a:cubicBezTo>
                    <a:pt x="104151" y="1581"/>
                    <a:pt x="106660" y="1563"/>
                    <a:pt x="109170" y="1537"/>
                  </a:cubicBezTo>
                  <a:cubicBezTo>
                    <a:pt x="111557" y="1517"/>
                    <a:pt x="113944" y="1524"/>
                    <a:pt x="116331" y="1529"/>
                  </a:cubicBezTo>
                  <a:cubicBezTo>
                    <a:pt x="117689" y="1514"/>
                    <a:pt x="117689" y="1514"/>
                    <a:pt x="119074" y="1499"/>
                  </a:cubicBezTo>
                  <a:cubicBezTo>
                    <a:pt x="119906" y="1508"/>
                    <a:pt x="120738" y="1518"/>
                    <a:pt x="121595" y="1527"/>
                  </a:cubicBezTo>
                  <a:cubicBezTo>
                    <a:pt x="122331" y="1528"/>
                    <a:pt x="123068" y="1529"/>
                    <a:pt x="123826" y="1529"/>
                  </a:cubicBezTo>
                  <a:cubicBezTo>
                    <a:pt x="124376" y="1684"/>
                    <a:pt x="124926" y="1838"/>
                    <a:pt x="125493" y="1997"/>
                  </a:cubicBezTo>
                  <a:cubicBezTo>
                    <a:pt x="125962" y="3864"/>
                    <a:pt x="125962" y="3864"/>
                    <a:pt x="126237" y="5718"/>
                  </a:cubicBezTo>
                  <a:cubicBezTo>
                    <a:pt x="128671" y="6173"/>
                    <a:pt x="128671" y="6173"/>
                    <a:pt x="131493" y="5950"/>
                  </a:cubicBezTo>
                  <a:cubicBezTo>
                    <a:pt x="132933" y="5900"/>
                    <a:pt x="132933" y="5900"/>
                    <a:pt x="134402" y="5848"/>
                  </a:cubicBezTo>
                  <a:cubicBezTo>
                    <a:pt x="135146" y="5805"/>
                    <a:pt x="135889" y="5762"/>
                    <a:pt x="136655" y="5718"/>
                  </a:cubicBezTo>
                  <a:cubicBezTo>
                    <a:pt x="136655" y="6454"/>
                    <a:pt x="136655" y="7191"/>
                    <a:pt x="136655" y="7950"/>
                  </a:cubicBezTo>
                  <a:cubicBezTo>
                    <a:pt x="137499" y="8011"/>
                    <a:pt x="138343" y="8073"/>
                    <a:pt x="139213" y="8136"/>
                  </a:cubicBezTo>
                  <a:cubicBezTo>
                    <a:pt x="140088" y="8320"/>
                    <a:pt x="140963" y="8504"/>
                    <a:pt x="141864" y="8694"/>
                  </a:cubicBezTo>
                  <a:cubicBezTo>
                    <a:pt x="142112" y="9686"/>
                    <a:pt x="142360" y="10679"/>
                    <a:pt x="142608" y="11671"/>
                  </a:cubicBezTo>
                  <a:cubicBezTo>
                    <a:pt x="143468" y="11794"/>
                    <a:pt x="144327" y="11916"/>
                    <a:pt x="145213" y="12043"/>
                  </a:cubicBezTo>
                  <a:cubicBezTo>
                    <a:pt x="146072" y="12166"/>
                    <a:pt x="146932" y="12288"/>
                    <a:pt x="147817" y="12415"/>
                  </a:cubicBezTo>
                  <a:cubicBezTo>
                    <a:pt x="148282" y="13903"/>
                    <a:pt x="148282" y="13903"/>
                    <a:pt x="148561" y="15391"/>
                  </a:cubicBezTo>
                  <a:cubicBezTo>
                    <a:pt x="149795" y="15669"/>
                    <a:pt x="151036" y="15918"/>
                    <a:pt x="152282" y="16136"/>
                  </a:cubicBezTo>
                  <a:cubicBezTo>
                    <a:pt x="152528" y="16872"/>
                    <a:pt x="152773" y="17609"/>
                    <a:pt x="153026" y="18368"/>
                  </a:cubicBezTo>
                  <a:cubicBezTo>
                    <a:pt x="154389" y="19692"/>
                    <a:pt x="154389" y="19692"/>
                    <a:pt x="156003" y="20972"/>
                  </a:cubicBezTo>
                  <a:cubicBezTo>
                    <a:pt x="158897" y="23329"/>
                    <a:pt x="158897" y="23329"/>
                    <a:pt x="159723" y="25809"/>
                  </a:cubicBezTo>
                  <a:cubicBezTo>
                    <a:pt x="160798" y="26982"/>
                    <a:pt x="161948" y="28035"/>
                    <a:pt x="163119" y="29112"/>
                  </a:cubicBezTo>
                  <a:cubicBezTo>
                    <a:pt x="164300" y="30395"/>
                    <a:pt x="164901" y="31699"/>
                    <a:pt x="165677" y="33251"/>
                  </a:cubicBezTo>
                  <a:cubicBezTo>
                    <a:pt x="166168" y="33496"/>
                    <a:pt x="166659" y="33742"/>
                    <a:pt x="167165" y="33995"/>
                  </a:cubicBezTo>
                  <a:cubicBezTo>
                    <a:pt x="167630" y="36274"/>
                    <a:pt x="167630" y="36274"/>
                    <a:pt x="167909" y="38460"/>
                  </a:cubicBezTo>
                  <a:cubicBezTo>
                    <a:pt x="168646" y="38460"/>
                    <a:pt x="169382" y="38460"/>
                    <a:pt x="170141" y="38460"/>
                  </a:cubicBezTo>
                  <a:cubicBezTo>
                    <a:pt x="170256" y="39703"/>
                    <a:pt x="170256" y="39703"/>
                    <a:pt x="170374" y="40971"/>
                  </a:cubicBezTo>
                  <a:cubicBezTo>
                    <a:pt x="170543" y="41861"/>
                    <a:pt x="170712" y="42752"/>
                    <a:pt x="170886" y="43669"/>
                  </a:cubicBezTo>
                  <a:cubicBezTo>
                    <a:pt x="171622" y="44160"/>
                    <a:pt x="172359" y="44651"/>
                    <a:pt x="173118" y="45157"/>
                  </a:cubicBezTo>
                  <a:cubicBezTo>
                    <a:pt x="173389" y="46392"/>
                    <a:pt x="173639" y="47633"/>
                    <a:pt x="173862" y="48878"/>
                  </a:cubicBezTo>
                  <a:cubicBezTo>
                    <a:pt x="174353" y="49123"/>
                    <a:pt x="174844" y="49369"/>
                    <a:pt x="175350" y="49622"/>
                  </a:cubicBezTo>
                  <a:cubicBezTo>
                    <a:pt x="175658" y="51322"/>
                    <a:pt x="175658" y="51322"/>
                    <a:pt x="175815" y="53389"/>
                  </a:cubicBezTo>
                  <a:cubicBezTo>
                    <a:pt x="175899" y="54415"/>
                    <a:pt x="175899" y="54415"/>
                    <a:pt x="175984" y="55462"/>
                  </a:cubicBezTo>
                  <a:cubicBezTo>
                    <a:pt x="176039" y="56254"/>
                    <a:pt x="176039" y="56254"/>
                    <a:pt x="176094" y="57063"/>
                  </a:cubicBezTo>
                  <a:cubicBezTo>
                    <a:pt x="176831" y="57063"/>
                    <a:pt x="177568" y="57063"/>
                    <a:pt x="178327" y="57063"/>
                  </a:cubicBezTo>
                  <a:cubicBezTo>
                    <a:pt x="178355" y="57592"/>
                    <a:pt x="178383" y="58120"/>
                    <a:pt x="178411" y="58665"/>
                  </a:cubicBezTo>
                  <a:cubicBezTo>
                    <a:pt x="178460" y="59349"/>
                    <a:pt x="178509" y="60033"/>
                    <a:pt x="178559" y="60737"/>
                  </a:cubicBezTo>
                  <a:cubicBezTo>
                    <a:pt x="178603" y="61420"/>
                    <a:pt x="178646" y="62102"/>
                    <a:pt x="178690" y="62804"/>
                  </a:cubicBezTo>
                  <a:cubicBezTo>
                    <a:pt x="178816" y="63365"/>
                    <a:pt x="178942" y="63927"/>
                    <a:pt x="179071" y="64505"/>
                  </a:cubicBezTo>
                  <a:cubicBezTo>
                    <a:pt x="179808" y="64750"/>
                    <a:pt x="180544" y="64996"/>
                    <a:pt x="181303" y="65249"/>
                  </a:cubicBezTo>
                  <a:cubicBezTo>
                    <a:pt x="181521" y="67112"/>
                    <a:pt x="181521" y="67112"/>
                    <a:pt x="181443" y="69388"/>
                  </a:cubicBezTo>
                  <a:cubicBezTo>
                    <a:pt x="181413" y="70518"/>
                    <a:pt x="181413" y="70518"/>
                    <a:pt x="181382" y="71670"/>
                  </a:cubicBezTo>
                  <a:cubicBezTo>
                    <a:pt x="181356" y="72252"/>
                    <a:pt x="181330" y="72834"/>
                    <a:pt x="181303" y="73434"/>
                  </a:cubicBezTo>
                  <a:cubicBezTo>
                    <a:pt x="179339" y="73680"/>
                    <a:pt x="177374" y="73926"/>
                    <a:pt x="175350" y="74179"/>
                  </a:cubicBezTo>
                  <a:cubicBezTo>
                    <a:pt x="175350" y="75161"/>
                    <a:pt x="175350" y="76143"/>
                    <a:pt x="175350" y="77155"/>
                  </a:cubicBezTo>
                  <a:cubicBezTo>
                    <a:pt x="171667" y="77155"/>
                    <a:pt x="167983" y="77155"/>
                    <a:pt x="164188" y="77155"/>
                  </a:cubicBezTo>
                  <a:cubicBezTo>
                    <a:pt x="164188" y="78383"/>
                    <a:pt x="164188" y="79611"/>
                    <a:pt x="164188" y="80876"/>
                  </a:cubicBezTo>
                  <a:cubicBezTo>
                    <a:pt x="160014" y="80876"/>
                    <a:pt x="155839" y="80876"/>
                    <a:pt x="151538" y="80876"/>
                  </a:cubicBezTo>
                  <a:cubicBezTo>
                    <a:pt x="151047" y="77683"/>
                    <a:pt x="150556" y="74491"/>
                    <a:pt x="150050" y="71202"/>
                  </a:cubicBezTo>
                  <a:cubicBezTo>
                    <a:pt x="149558" y="71202"/>
                    <a:pt x="149067" y="71202"/>
                    <a:pt x="148561" y="71202"/>
                  </a:cubicBezTo>
                  <a:cubicBezTo>
                    <a:pt x="148533" y="70673"/>
                    <a:pt x="148506" y="70145"/>
                    <a:pt x="148477" y="69600"/>
                  </a:cubicBezTo>
                  <a:cubicBezTo>
                    <a:pt x="148428" y="68916"/>
                    <a:pt x="148379" y="68232"/>
                    <a:pt x="148329" y="67528"/>
                  </a:cubicBezTo>
                  <a:cubicBezTo>
                    <a:pt x="148286" y="66846"/>
                    <a:pt x="148242" y="66164"/>
                    <a:pt x="148198" y="65461"/>
                  </a:cubicBezTo>
                  <a:cubicBezTo>
                    <a:pt x="148072" y="64900"/>
                    <a:pt x="147947" y="64339"/>
                    <a:pt x="147817" y="63761"/>
                  </a:cubicBezTo>
                  <a:cubicBezTo>
                    <a:pt x="147080" y="63515"/>
                    <a:pt x="146344" y="63269"/>
                    <a:pt x="145585" y="63016"/>
                  </a:cubicBezTo>
                  <a:cubicBezTo>
                    <a:pt x="145326" y="61530"/>
                    <a:pt x="145079" y="60041"/>
                    <a:pt x="144841" y="58552"/>
                  </a:cubicBezTo>
                  <a:cubicBezTo>
                    <a:pt x="144111" y="57793"/>
                    <a:pt x="143369" y="57047"/>
                    <a:pt x="142608" y="56319"/>
                  </a:cubicBezTo>
                  <a:cubicBezTo>
                    <a:pt x="142608" y="55337"/>
                    <a:pt x="142608" y="54355"/>
                    <a:pt x="142608" y="53343"/>
                  </a:cubicBezTo>
                  <a:cubicBezTo>
                    <a:pt x="141871" y="53097"/>
                    <a:pt x="141135" y="52851"/>
                    <a:pt x="140376" y="52598"/>
                  </a:cubicBezTo>
                  <a:cubicBezTo>
                    <a:pt x="140376" y="51616"/>
                    <a:pt x="140376" y="50634"/>
                    <a:pt x="140376" y="49622"/>
                  </a:cubicBezTo>
                  <a:cubicBezTo>
                    <a:pt x="139639" y="49376"/>
                    <a:pt x="138902" y="49131"/>
                    <a:pt x="138143" y="48878"/>
                  </a:cubicBezTo>
                  <a:cubicBezTo>
                    <a:pt x="138021" y="48371"/>
                    <a:pt x="137898" y="47865"/>
                    <a:pt x="137771" y="47343"/>
                  </a:cubicBezTo>
                  <a:cubicBezTo>
                    <a:pt x="137648" y="46867"/>
                    <a:pt x="137526" y="46391"/>
                    <a:pt x="137399" y="45901"/>
                  </a:cubicBezTo>
                  <a:cubicBezTo>
                    <a:pt x="136662" y="45901"/>
                    <a:pt x="135926" y="45901"/>
                    <a:pt x="135167" y="45901"/>
                  </a:cubicBezTo>
                  <a:cubicBezTo>
                    <a:pt x="134921" y="45164"/>
                    <a:pt x="134676" y="44428"/>
                    <a:pt x="134423" y="43669"/>
                  </a:cubicBezTo>
                  <a:cubicBezTo>
                    <a:pt x="133686" y="43423"/>
                    <a:pt x="132949" y="43178"/>
                    <a:pt x="132190" y="42925"/>
                  </a:cubicBezTo>
                  <a:cubicBezTo>
                    <a:pt x="131454" y="42679"/>
                    <a:pt x="130717" y="42433"/>
                    <a:pt x="129958" y="42180"/>
                  </a:cubicBezTo>
                  <a:cubicBezTo>
                    <a:pt x="129712" y="41444"/>
                    <a:pt x="129467" y="40707"/>
                    <a:pt x="129214" y="39948"/>
                  </a:cubicBezTo>
                  <a:cubicBezTo>
                    <a:pt x="128477" y="39963"/>
                    <a:pt x="127740" y="39979"/>
                    <a:pt x="126981" y="39995"/>
                  </a:cubicBezTo>
                  <a:cubicBezTo>
                    <a:pt x="126245" y="39979"/>
                    <a:pt x="125508" y="39964"/>
                    <a:pt x="124749" y="39948"/>
                  </a:cubicBezTo>
                  <a:cubicBezTo>
                    <a:pt x="124687" y="39464"/>
                    <a:pt x="124626" y="38979"/>
                    <a:pt x="124563" y="38480"/>
                  </a:cubicBezTo>
                  <a:cubicBezTo>
                    <a:pt x="124379" y="37982"/>
                    <a:pt x="124194" y="37484"/>
                    <a:pt x="124005" y="36971"/>
                  </a:cubicBezTo>
                  <a:cubicBezTo>
                    <a:pt x="121596" y="36555"/>
                    <a:pt x="121596" y="36555"/>
                    <a:pt x="118796" y="36599"/>
                  </a:cubicBezTo>
                  <a:cubicBezTo>
                    <a:pt x="115912" y="36576"/>
                    <a:pt x="115912" y="36576"/>
                    <a:pt x="113587" y="36227"/>
                  </a:cubicBezTo>
                  <a:cubicBezTo>
                    <a:pt x="113491" y="35737"/>
                    <a:pt x="113395" y="35247"/>
                    <a:pt x="113296" y="34742"/>
                  </a:cubicBezTo>
                  <a:cubicBezTo>
                    <a:pt x="113146" y="34250"/>
                    <a:pt x="112997" y="33758"/>
                    <a:pt x="112843" y="33251"/>
                  </a:cubicBezTo>
                  <a:cubicBezTo>
                    <a:pt x="111205" y="32786"/>
                    <a:pt x="111205" y="32786"/>
                    <a:pt x="109215" y="32855"/>
                  </a:cubicBezTo>
                  <a:cubicBezTo>
                    <a:pt x="108482" y="32852"/>
                    <a:pt x="107749" y="32848"/>
                    <a:pt x="106994" y="32844"/>
                  </a:cubicBezTo>
                  <a:cubicBezTo>
                    <a:pt x="106223" y="32855"/>
                    <a:pt x="105452" y="32867"/>
                    <a:pt x="104657" y="32879"/>
                  </a:cubicBezTo>
                  <a:cubicBezTo>
                    <a:pt x="103886" y="32867"/>
                    <a:pt x="103115" y="32856"/>
                    <a:pt x="102320" y="32844"/>
                  </a:cubicBezTo>
                  <a:cubicBezTo>
                    <a:pt x="101587" y="32848"/>
                    <a:pt x="100854" y="32852"/>
                    <a:pt x="100099" y="32855"/>
                  </a:cubicBezTo>
                  <a:cubicBezTo>
                    <a:pt x="99422" y="32859"/>
                    <a:pt x="98745" y="32862"/>
                    <a:pt x="98047" y="32866"/>
                  </a:cubicBezTo>
                  <a:cubicBezTo>
                    <a:pt x="97527" y="32993"/>
                    <a:pt x="97007" y="33120"/>
                    <a:pt x="96471" y="33251"/>
                  </a:cubicBezTo>
                  <a:cubicBezTo>
                    <a:pt x="96009" y="34738"/>
                    <a:pt x="96009" y="34738"/>
                    <a:pt x="95727" y="36227"/>
                  </a:cubicBezTo>
                  <a:cubicBezTo>
                    <a:pt x="93276" y="36385"/>
                    <a:pt x="91001" y="36254"/>
                    <a:pt x="88562" y="36046"/>
                  </a:cubicBezTo>
                  <a:cubicBezTo>
                    <a:pt x="86887" y="35921"/>
                    <a:pt x="86887" y="35921"/>
                    <a:pt x="84565" y="36227"/>
                  </a:cubicBezTo>
                  <a:cubicBezTo>
                    <a:pt x="83737" y="38046"/>
                    <a:pt x="83737" y="38046"/>
                    <a:pt x="83821" y="39948"/>
                  </a:cubicBezTo>
                  <a:cubicBezTo>
                    <a:pt x="81611" y="39702"/>
                    <a:pt x="79401" y="39457"/>
                    <a:pt x="77124" y="39204"/>
                  </a:cubicBezTo>
                  <a:cubicBezTo>
                    <a:pt x="77078" y="39787"/>
                    <a:pt x="77032" y="40370"/>
                    <a:pt x="76984" y="40971"/>
                  </a:cubicBezTo>
                  <a:cubicBezTo>
                    <a:pt x="76785" y="41616"/>
                    <a:pt x="76585" y="42260"/>
                    <a:pt x="76380" y="42925"/>
                  </a:cubicBezTo>
                  <a:cubicBezTo>
                    <a:pt x="74566" y="43762"/>
                    <a:pt x="74566" y="43762"/>
                    <a:pt x="72659" y="44413"/>
                  </a:cubicBezTo>
                  <a:cubicBezTo>
                    <a:pt x="72168" y="45150"/>
                    <a:pt x="71677" y="45886"/>
                    <a:pt x="71171" y="46645"/>
                  </a:cubicBezTo>
                  <a:cubicBezTo>
                    <a:pt x="70066" y="47014"/>
                    <a:pt x="70066" y="47014"/>
                    <a:pt x="68938" y="47389"/>
                  </a:cubicBezTo>
                  <a:cubicBezTo>
                    <a:pt x="68447" y="48126"/>
                    <a:pt x="67956" y="48863"/>
                    <a:pt x="67450" y="49622"/>
                  </a:cubicBezTo>
                  <a:cubicBezTo>
                    <a:pt x="66959" y="49622"/>
                    <a:pt x="66468" y="49622"/>
                    <a:pt x="65962" y="49622"/>
                  </a:cubicBezTo>
                  <a:cubicBezTo>
                    <a:pt x="65839" y="50113"/>
                    <a:pt x="65716" y="50604"/>
                    <a:pt x="65590" y="51110"/>
                  </a:cubicBezTo>
                  <a:cubicBezTo>
                    <a:pt x="65467" y="51601"/>
                    <a:pt x="65344" y="52092"/>
                    <a:pt x="65218" y="52598"/>
                  </a:cubicBezTo>
                  <a:cubicBezTo>
                    <a:pt x="64726" y="52598"/>
                    <a:pt x="64235" y="52598"/>
                    <a:pt x="63729" y="52598"/>
                  </a:cubicBezTo>
                  <a:cubicBezTo>
                    <a:pt x="63474" y="53589"/>
                    <a:pt x="63226" y="54581"/>
                    <a:pt x="62985" y="55575"/>
                  </a:cubicBezTo>
                  <a:cubicBezTo>
                    <a:pt x="62248" y="55943"/>
                    <a:pt x="62248" y="55943"/>
                    <a:pt x="61497" y="56319"/>
                  </a:cubicBezTo>
                  <a:cubicBezTo>
                    <a:pt x="61251" y="56810"/>
                    <a:pt x="61006" y="57301"/>
                    <a:pt x="60753" y="57807"/>
                  </a:cubicBezTo>
                  <a:cubicBezTo>
                    <a:pt x="60009" y="59296"/>
                    <a:pt x="60009" y="59296"/>
                    <a:pt x="58520" y="60040"/>
                  </a:cubicBezTo>
                  <a:cubicBezTo>
                    <a:pt x="58397" y="60654"/>
                    <a:pt x="58275" y="61268"/>
                    <a:pt x="58148" y="61900"/>
                  </a:cubicBezTo>
                  <a:cubicBezTo>
                    <a:pt x="58025" y="62514"/>
                    <a:pt x="57903" y="63128"/>
                    <a:pt x="57776" y="63761"/>
                  </a:cubicBezTo>
                  <a:cubicBezTo>
                    <a:pt x="57039" y="64129"/>
                    <a:pt x="57039" y="64129"/>
                    <a:pt x="56288" y="64505"/>
                  </a:cubicBezTo>
                  <a:cubicBezTo>
                    <a:pt x="55941" y="66087"/>
                    <a:pt x="55941" y="66087"/>
                    <a:pt x="55823" y="67900"/>
                  </a:cubicBezTo>
                  <a:cubicBezTo>
                    <a:pt x="55767" y="68515"/>
                    <a:pt x="55711" y="69130"/>
                    <a:pt x="55654" y="69763"/>
                  </a:cubicBezTo>
                  <a:cubicBezTo>
                    <a:pt x="55618" y="70238"/>
                    <a:pt x="55581" y="70713"/>
                    <a:pt x="55544" y="71202"/>
                  </a:cubicBezTo>
                  <a:cubicBezTo>
                    <a:pt x="55053" y="71202"/>
                    <a:pt x="54561" y="71202"/>
                    <a:pt x="54055" y="71202"/>
                  </a:cubicBezTo>
                  <a:cubicBezTo>
                    <a:pt x="53201" y="72911"/>
                    <a:pt x="53082" y="74236"/>
                    <a:pt x="52893" y="76132"/>
                  </a:cubicBezTo>
                  <a:cubicBezTo>
                    <a:pt x="52830" y="76740"/>
                    <a:pt x="52768" y="77348"/>
                    <a:pt x="52704" y="77975"/>
                  </a:cubicBezTo>
                  <a:cubicBezTo>
                    <a:pt x="52636" y="78674"/>
                    <a:pt x="52636" y="78674"/>
                    <a:pt x="52567" y="79388"/>
                  </a:cubicBezTo>
                  <a:cubicBezTo>
                    <a:pt x="52076" y="79388"/>
                    <a:pt x="51585" y="79388"/>
                    <a:pt x="51079" y="79388"/>
                  </a:cubicBezTo>
                  <a:cubicBezTo>
                    <a:pt x="50635" y="81719"/>
                    <a:pt x="50333" y="83799"/>
                    <a:pt x="50428" y="86178"/>
                  </a:cubicBezTo>
                  <a:cubicBezTo>
                    <a:pt x="50335" y="88317"/>
                    <a:pt x="50335" y="88317"/>
                    <a:pt x="49230" y="89560"/>
                  </a:cubicBezTo>
                  <a:cubicBezTo>
                    <a:pt x="47603" y="92061"/>
                    <a:pt x="47797" y="94471"/>
                    <a:pt x="47825" y="97358"/>
                  </a:cubicBezTo>
                  <a:cubicBezTo>
                    <a:pt x="47823" y="97967"/>
                    <a:pt x="47820" y="98576"/>
                    <a:pt x="47817" y="99203"/>
                  </a:cubicBezTo>
                  <a:cubicBezTo>
                    <a:pt x="47811" y="101213"/>
                    <a:pt x="47821" y="103222"/>
                    <a:pt x="47832" y="105232"/>
                  </a:cubicBezTo>
                  <a:cubicBezTo>
                    <a:pt x="47832" y="106627"/>
                    <a:pt x="47832" y="108023"/>
                    <a:pt x="47831" y="109418"/>
                  </a:cubicBezTo>
                  <a:cubicBezTo>
                    <a:pt x="47831" y="112340"/>
                    <a:pt x="47839" y="115262"/>
                    <a:pt x="47852" y="118184"/>
                  </a:cubicBezTo>
                  <a:cubicBezTo>
                    <a:pt x="47869" y="121937"/>
                    <a:pt x="47869" y="125691"/>
                    <a:pt x="47864" y="129445"/>
                  </a:cubicBezTo>
                  <a:cubicBezTo>
                    <a:pt x="47862" y="132324"/>
                    <a:pt x="47867" y="135204"/>
                    <a:pt x="47874" y="138084"/>
                  </a:cubicBezTo>
                  <a:cubicBezTo>
                    <a:pt x="47877" y="139468"/>
                    <a:pt x="47878" y="140853"/>
                    <a:pt x="47877" y="142238"/>
                  </a:cubicBezTo>
                  <a:cubicBezTo>
                    <a:pt x="47876" y="144167"/>
                    <a:pt x="47886" y="146097"/>
                    <a:pt x="47898" y="148026"/>
                  </a:cubicBezTo>
                  <a:cubicBezTo>
                    <a:pt x="47896" y="148603"/>
                    <a:pt x="47894" y="149181"/>
                    <a:pt x="47892" y="149775"/>
                  </a:cubicBezTo>
                  <a:cubicBezTo>
                    <a:pt x="47906" y="151119"/>
                    <a:pt x="47996" y="152462"/>
                    <a:pt x="48102" y="153802"/>
                  </a:cubicBezTo>
                  <a:cubicBezTo>
                    <a:pt x="48593" y="154047"/>
                    <a:pt x="49085" y="154293"/>
                    <a:pt x="49591" y="154546"/>
                  </a:cubicBezTo>
                  <a:cubicBezTo>
                    <a:pt x="50474" y="157195"/>
                    <a:pt x="50407" y="159337"/>
                    <a:pt x="50381" y="162127"/>
                  </a:cubicBezTo>
                  <a:cubicBezTo>
                    <a:pt x="50375" y="163073"/>
                    <a:pt x="50368" y="164020"/>
                    <a:pt x="50361" y="164996"/>
                  </a:cubicBezTo>
                  <a:cubicBezTo>
                    <a:pt x="50352" y="165722"/>
                    <a:pt x="50344" y="166448"/>
                    <a:pt x="50335" y="167196"/>
                  </a:cubicBezTo>
                  <a:cubicBezTo>
                    <a:pt x="51071" y="167196"/>
                    <a:pt x="51808" y="167196"/>
                    <a:pt x="52567" y="167196"/>
                  </a:cubicBezTo>
                  <a:cubicBezTo>
                    <a:pt x="52813" y="170143"/>
                    <a:pt x="53058" y="173090"/>
                    <a:pt x="53311" y="176126"/>
                  </a:cubicBezTo>
                  <a:cubicBezTo>
                    <a:pt x="54048" y="176126"/>
                    <a:pt x="54785" y="176126"/>
                    <a:pt x="55544" y="176126"/>
                  </a:cubicBezTo>
                  <a:cubicBezTo>
                    <a:pt x="55689" y="177652"/>
                    <a:pt x="55834" y="179178"/>
                    <a:pt x="55980" y="180704"/>
                  </a:cubicBezTo>
                  <a:cubicBezTo>
                    <a:pt x="56081" y="181158"/>
                    <a:pt x="56183" y="181611"/>
                    <a:pt x="56288" y="182079"/>
                  </a:cubicBezTo>
                  <a:cubicBezTo>
                    <a:pt x="56779" y="182324"/>
                    <a:pt x="57270" y="182570"/>
                    <a:pt x="57776" y="182823"/>
                  </a:cubicBezTo>
                  <a:cubicBezTo>
                    <a:pt x="57884" y="183422"/>
                    <a:pt x="57991" y="184020"/>
                    <a:pt x="58102" y="184637"/>
                  </a:cubicBezTo>
                  <a:cubicBezTo>
                    <a:pt x="58345" y="186800"/>
                    <a:pt x="58345" y="186800"/>
                    <a:pt x="60753" y="188032"/>
                  </a:cubicBezTo>
                  <a:cubicBezTo>
                    <a:pt x="61518" y="189347"/>
                    <a:pt x="62281" y="190664"/>
                    <a:pt x="63008" y="192000"/>
                  </a:cubicBezTo>
                  <a:cubicBezTo>
                    <a:pt x="63826" y="193408"/>
                    <a:pt x="64764" y="194376"/>
                    <a:pt x="65962" y="195473"/>
                  </a:cubicBezTo>
                  <a:cubicBezTo>
                    <a:pt x="68938" y="198960"/>
                    <a:pt x="68938" y="198960"/>
                    <a:pt x="68938" y="200682"/>
                  </a:cubicBezTo>
                  <a:cubicBezTo>
                    <a:pt x="69921" y="200682"/>
                    <a:pt x="70903" y="200682"/>
                    <a:pt x="71915" y="200682"/>
                  </a:cubicBezTo>
                  <a:cubicBezTo>
                    <a:pt x="72283" y="201787"/>
                    <a:pt x="72283" y="201787"/>
                    <a:pt x="72659" y="202915"/>
                  </a:cubicBezTo>
                  <a:cubicBezTo>
                    <a:pt x="73396" y="203022"/>
                    <a:pt x="74132" y="203130"/>
                    <a:pt x="74891" y="203240"/>
                  </a:cubicBezTo>
                  <a:cubicBezTo>
                    <a:pt x="75628" y="203379"/>
                    <a:pt x="76365" y="203517"/>
                    <a:pt x="77124" y="203659"/>
                  </a:cubicBezTo>
                  <a:cubicBezTo>
                    <a:pt x="77223" y="204147"/>
                    <a:pt x="77321" y="204635"/>
                    <a:pt x="77423" y="205139"/>
                  </a:cubicBezTo>
                  <a:cubicBezTo>
                    <a:pt x="77570" y="205633"/>
                    <a:pt x="77717" y="206127"/>
                    <a:pt x="77868" y="206636"/>
                  </a:cubicBezTo>
                  <a:cubicBezTo>
                    <a:pt x="79436" y="207162"/>
                    <a:pt x="79436" y="207162"/>
                    <a:pt x="81263" y="207194"/>
                  </a:cubicBezTo>
                  <a:cubicBezTo>
                    <a:pt x="81878" y="207236"/>
                    <a:pt x="82493" y="207278"/>
                    <a:pt x="83126" y="207322"/>
                  </a:cubicBezTo>
                  <a:cubicBezTo>
                    <a:pt x="83601" y="207341"/>
                    <a:pt x="84076" y="207360"/>
                    <a:pt x="84565" y="207380"/>
                  </a:cubicBezTo>
                  <a:cubicBezTo>
                    <a:pt x="84565" y="208362"/>
                    <a:pt x="84565" y="209344"/>
                    <a:pt x="84565" y="210356"/>
                  </a:cubicBezTo>
                  <a:cubicBezTo>
                    <a:pt x="85309" y="210313"/>
                    <a:pt x="86052" y="210270"/>
                    <a:pt x="86818" y="210225"/>
                  </a:cubicBezTo>
                  <a:cubicBezTo>
                    <a:pt x="88258" y="210175"/>
                    <a:pt x="88258" y="210175"/>
                    <a:pt x="89728" y="210124"/>
                  </a:cubicBezTo>
                  <a:cubicBezTo>
                    <a:pt x="90686" y="210081"/>
                    <a:pt x="91644" y="210037"/>
                    <a:pt x="92632" y="209993"/>
                  </a:cubicBezTo>
                  <a:cubicBezTo>
                    <a:pt x="93408" y="210113"/>
                    <a:pt x="94184" y="210233"/>
                    <a:pt x="94983" y="210356"/>
                  </a:cubicBezTo>
                  <a:cubicBezTo>
                    <a:pt x="95684" y="212231"/>
                    <a:pt x="95684" y="212231"/>
                    <a:pt x="95727" y="214077"/>
                  </a:cubicBezTo>
                  <a:cubicBezTo>
                    <a:pt x="98193" y="214039"/>
                    <a:pt x="100657" y="213968"/>
                    <a:pt x="103122" y="213891"/>
                  </a:cubicBezTo>
                  <a:cubicBezTo>
                    <a:pt x="103826" y="213880"/>
                    <a:pt x="104529" y="213870"/>
                    <a:pt x="105254" y="213859"/>
                  </a:cubicBezTo>
                  <a:cubicBezTo>
                    <a:pt x="106258" y="213823"/>
                    <a:pt x="106258" y="213823"/>
                    <a:pt x="107282" y="213786"/>
                  </a:cubicBezTo>
                  <a:cubicBezTo>
                    <a:pt x="107901" y="213771"/>
                    <a:pt x="108521" y="213755"/>
                    <a:pt x="109159" y="213739"/>
                  </a:cubicBezTo>
                  <a:cubicBezTo>
                    <a:pt x="109638" y="213605"/>
                    <a:pt x="110117" y="213471"/>
                    <a:pt x="110610" y="213333"/>
                  </a:cubicBezTo>
                  <a:cubicBezTo>
                    <a:pt x="111063" y="211851"/>
                    <a:pt x="111063" y="211851"/>
                    <a:pt x="111354" y="210356"/>
                  </a:cubicBezTo>
                  <a:cubicBezTo>
                    <a:pt x="113680" y="209981"/>
                    <a:pt x="113680" y="209981"/>
                    <a:pt x="116563" y="209938"/>
                  </a:cubicBezTo>
                  <a:cubicBezTo>
                    <a:pt x="119360" y="209938"/>
                    <a:pt x="119360" y="209938"/>
                    <a:pt x="121772" y="209612"/>
                  </a:cubicBezTo>
                  <a:cubicBezTo>
                    <a:pt x="122018" y="208875"/>
                    <a:pt x="122263" y="208139"/>
                    <a:pt x="122516" y="207380"/>
                  </a:cubicBezTo>
                  <a:cubicBezTo>
                    <a:pt x="124039" y="206855"/>
                    <a:pt x="125535" y="206628"/>
                    <a:pt x="127121" y="206356"/>
                  </a:cubicBezTo>
                  <a:cubicBezTo>
                    <a:pt x="127788" y="206126"/>
                    <a:pt x="127788" y="206126"/>
                    <a:pt x="128469" y="205891"/>
                  </a:cubicBezTo>
                  <a:cubicBezTo>
                    <a:pt x="128715" y="205155"/>
                    <a:pt x="128961" y="204418"/>
                    <a:pt x="129214" y="203659"/>
                  </a:cubicBezTo>
                  <a:cubicBezTo>
                    <a:pt x="129674" y="203552"/>
                    <a:pt x="130135" y="203444"/>
                    <a:pt x="130609" y="203333"/>
                  </a:cubicBezTo>
                  <a:cubicBezTo>
                    <a:pt x="132724" y="202774"/>
                    <a:pt x="133174" y="201675"/>
                    <a:pt x="134423" y="199938"/>
                  </a:cubicBezTo>
                  <a:cubicBezTo>
                    <a:pt x="135159" y="199693"/>
                    <a:pt x="135896" y="199447"/>
                    <a:pt x="136655" y="199194"/>
                  </a:cubicBezTo>
                  <a:cubicBezTo>
                    <a:pt x="136901" y="198457"/>
                    <a:pt x="137146" y="197721"/>
                    <a:pt x="137399" y="196962"/>
                  </a:cubicBezTo>
                  <a:cubicBezTo>
                    <a:pt x="138136" y="196716"/>
                    <a:pt x="138873" y="196471"/>
                    <a:pt x="139632" y="196218"/>
                  </a:cubicBezTo>
                  <a:cubicBezTo>
                    <a:pt x="139909" y="195233"/>
                    <a:pt x="140157" y="194240"/>
                    <a:pt x="140376" y="193241"/>
                  </a:cubicBezTo>
                  <a:cubicBezTo>
                    <a:pt x="140867" y="192995"/>
                    <a:pt x="141358" y="192750"/>
                    <a:pt x="141864" y="192497"/>
                  </a:cubicBezTo>
                  <a:cubicBezTo>
                    <a:pt x="143169" y="190511"/>
                    <a:pt x="144229" y="188500"/>
                    <a:pt x="145259" y="186358"/>
                  </a:cubicBezTo>
                  <a:cubicBezTo>
                    <a:pt x="146329" y="184311"/>
                    <a:pt x="146329" y="184311"/>
                    <a:pt x="147817" y="183567"/>
                  </a:cubicBezTo>
                  <a:cubicBezTo>
                    <a:pt x="148163" y="182157"/>
                    <a:pt x="148163" y="182157"/>
                    <a:pt x="148282" y="180544"/>
                  </a:cubicBezTo>
                  <a:cubicBezTo>
                    <a:pt x="148420" y="179094"/>
                    <a:pt x="148420" y="179094"/>
                    <a:pt x="148561" y="177614"/>
                  </a:cubicBezTo>
                  <a:cubicBezTo>
                    <a:pt x="149298" y="177614"/>
                    <a:pt x="150035" y="177614"/>
                    <a:pt x="150794" y="177614"/>
                  </a:cubicBezTo>
                  <a:cubicBezTo>
                    <a:pt x="150785" y="177148"/>
                    <a:pt x="150776" y="176682"/>
                    <a:pt x="150768" y="176201"/>
                  </a:cubicBezTo>
                  <a:cubicBezTo>
                    <a:pt x="150761" y="175593"/>
                    <a:pt x="150754" y="174985"/>
                    <a:pt x="150747" y="174358"/>
                  </a:cubicBezTo>
                  <a:cubicBezTo>
                    <a:pt x="150739" y="173754"/>
                    <a:pt x="150730" y="173150"/>
                    <a:pt x="150721" y="172527"/>
                  </a:cubicBezTo>
                  <a:cubicBezTo>
                    <a:pt x="150794" y="170917"/>
                    <a:pt x="150794" y="170917"/>
                    <a:pt x="151538" y="169429"/>
                  </a:cubicBezTo>
                  <a:cubicBezTo>
                    <a:pt x="152029" y="169429"/>
                    <a:pt x="152520" y="169429"/>
                    <a:pt x="153026" y="169429"/>
                  </a:cubicBezTo>
                  <a:cubicBezTo>
                    <a:pt x="153272" y="165008"/>
                    <a:pt x="153517" y="160588"/>
                    <a:pt x="153770" y="156034"/>
                  </a:cubicBezTo>
                  <a:cubicBezTo>
                    <a:pt x="155827" y="155973"/>
                    <a:pt x="157884" y="155911"/>
                    <a:pt x="160002" y="155848"/>
                  </a:cubicBezTo>
                  <a:cubicBezTo>
                    <a:pt x="160649" y="155821"/>
                    <a:pt x="161296" y="155794"/>
                    <a:pt x="161963" y="155766"/>
                  </a:cubicBezTo>
                  <a:cubicBezTo>
                    <a:pt x="163508" y="155743"/>
                    <a:pt x="163508" y="155743"/>
                    <a:pt x="166421" y="156034"/>
                  </a:cubicBezTo>
                  <a:cubicBezTo>
                    <a:pt x="167261" y="157534"/>
                    <a:pt x="167261" y="157534"/>
                    <a:pt x="167909" y="159011"/>
                  </a:cubicBezTo>
                  <a:cubicBezTo>
                    <a:pt x="170212" y="159259"/>
                    <a:pt x="170212" y="159259"/>
                    <a:pt x="172792" y="159011"/>
                  </a:cubicBezTo>
                  <a:cubicBezTo>
                    <a:pt x="175446" y="158825"/>
                    <a:pt x="175446" y="158825"/>
                    <a:pt x="177583" y="159011"/>
                  </a:cubicBezTo>
                  <a:cubicBezTo>
                    <a:pt x="178091" y="160473"/>
                    <a:pt x="178091" y="160473"/>
                    <a:pt x="178327" y="161987"/>
                  </a:cubicBezTo>
                  <a:cubicBezTo>
                    <a:pt x="180059" y="162265"/>
                    <a:pt x="181795" y="162514"/>
                    <a:pt x="183536" y="162731"/>
                  </a:cubicBezTo>
                  <a:cubicBezTo>
                    <a:pt x="184750" y="166373"/>
                    <a:pt x="184619" y="170210"/>
                    <a:pt x="183536" y="173893"/>
                  </a:cubicBezTo>
                  <a:cubicBezTo>
                    <a:pt x="183045" y="174139"/>
                    <a:pt x="182554" y="174384"/>
                    <a:pt x="182048" y="174637"/>
                  </a:cubicBezTo>
                  <a:cubicBezTo>
                    <a:pt x="181699" y="176733"/>
                    <a:pt x="181699" y="176733"/>
                    <a:pt x="181583" y="179149"/>
                  </a:cubicBezTo>
                  <a:cubicBezTo>
                    <a:pt x="181499" y="180382"/>
                    <a:pt x="181499" y="180382"/>
                    <a:pt x="181414" y="181640"/>
                  </a:cubicBezTo>
                  <a:cubicBezTo>
                    <a:pt x="181359" y="182594"/>
                    <a:pt x="181359" y="182594"/>
                    <a:pt x="181303" y="183567"/>
                  </a:cubicBezTo>
                  <a:cubicBezTo>
                    <a:pt x="180567" y="183567"/>
                    <a:pt x="179830" y="183567"/>
                    <a:pt x="179071" y="183567"/>
                  </a:cubicBezTo>
                  <a:cubicBezTo>
                    <a:pt x="178825" y="186268"/>
                    <a:pt x="178580" y="188970"/>
                    <a:pt x="178327" y="191753"/>
                  </a:cubicBezTo>
                  <a:cubicBezTo>
                    <a:pt x="177590" y="191753"/>
                    <a:pt x="176854" y="191753"/>
                    <a:pt x="176094" y="191753"/>
                  </a:cubicBezTo>
                  <a:cubicBezTo>
                    <a:pt x="175849" y="193717"/>
                    <a:pt x="175603" y="195682"/>
                    <a:pt x="175350" y="197706"/>
                  </a:cubicBezTo>
                  <a:cubicBezTo>
                    <a:pt x="174859" y="197706"/>
                    <a:pt x="174368" y="197706"/>
                    <a:pt x="173862" y="197706"/>
                  </a:cubicBezTo>
                  <a:cubicBezTo>
                    <a:pt x="173349" y="199437"/>
                    <a:pt x="172854" y="201174"/>
                    <a:pt x="172374" y="202915"/>
                  </a:cubicBezTo>
                  <a:cubicBezTo>
                    <a:pt x="171883" y="203406"/>
                    <a:pt x="171392" y="203897"/>
                    <a:pt x="170886" y="204403"/>
                  </a:cubicBezTo>
                  <a:cubicBezTo>
                    <a:pt x="170778" y="205002"/>
                    <a:pt x="170671" y="205600"/>
                    <a:pt x="170560" y="206217"/>
                  </a:cubicBezTo>
                  <a:cubicBezTo>
                    <a:pt x="170084" y="208385"/>
                    <a:pt x="169464" y="208866"/>
                    <a:pt x="167909" y="210356"/>
                  </a:cubicBezTo>
                  <a:cubicBezTo>
                    <a:pt x="167786" y="210878"/>
                    <a:pt x="167663" y="211400"/>
                    <a:pt x="167537" y="211938"/>
                  </a:cubicBezTo>
                  <a:cubicBezTo>
                    <a:pt x="167414" y="212398"/>
                    <a:pt x="167291" y="212858"/>
                    <a:pt x="167165" y="213333"/>
                  </a:cubicBezTo>
                  <a:cubicBezTo>
                    <a:pt x="166428" y="213578"/>
                    <a:pt x="165691" y="213824"/>
                    <a:pt x="164932" y="214077"/>
                  </a:cubicBezTo>
                  <a:cubicBezTo>
                    <a:pt x="164687" y="214814"/>
                    <a:pt x="164441" y="215550"/>
                    <a:pt x="164188" y="216309"/>
                  </a:cubicBezTo>
                  <a:cubicBezTo>
                    <a:pt x="163113" y="217482"/>
                    <a:pt x="161964" y="218535"/>
                    <a:pt x="160793" y="219611"/>
                  </a:cubicBezTo>
                  <a:cubicBezTo>
                    <a:pt x="159658" y="220725"/>
                    <a:pt x="159658" y="220725"/>
                    <a:pt x="159075" y="222184"/>
                  </a:cubicBezTo>
                  <a:cubicBezTo>
                    <a:pt x="158137" y="223934"/>
                    <a:pt x="157146" y="224898"/>
                    <a:pt x="155631" y="226169"/>
                  </a:cubicBezTo>
                  <a:cubicBezTo>
                    <a:pt x="155178" y="226557"/>
                    <a:pt x="154725" y="226944"/>
                    <a:pt x="154259" y="227344"/>
                  </a:cubicBezTo>
                  <a:cubicBezTo>
                    <a:pt x="153026" y="228216"/>
                    <a:pt x="153026" y="228216"/>
                    <a:pt x="151538" y="228216"/>
                  </a:cubicBezTo>
                  <a:cubicBezTo>
                    <a:pt x="151446" y="228691"/>
                    <a:pt x="151354" y="229167"/>
                    <a:pt x="151259" y="229657"/>
                  </a:cubicBezTo>
                  <a:cubicBezTo>
                    <a:pt x="151105" y="230164"/>
                    <a:pt x="150952" y="230670"/>
                    <a:pt x="150794" y="231192"/>
                  </a:cubicBezTo>
                  <a:cubicBezTo>
                    <a:pt x="149809" y="231469"/>
                    <a:pt x="148816" y="231718"/>
                    <a:pt x="147817" y="231936"/>
                  </a:cubicBezTo>
                  <a:cubicBezTo>
                    <a:pt x="147572" y="232673"/>
                    <a:pt x="147326" y="233410"/>
                    <a:pt x="147073" y="234169"/>
                  </a:cubicBezTo>
                  <a:cubicBezTo>
                    <a:pt x="146336" y="234276"/>
                    <a:pt x="145600" y="234384"/>
                    <a:pt x="144841" y="234494"/>
                  </a:cubicBezTo>
                  <a:cubicBezTo>
                    <a:pt x="144104" y="234632"/>
                    <a:pt x="143367" y="234771"/>
                    <a:pt x="142608" y="234913"/>
                  </a:cubicBezTo>
                  <a:cubicBezTo>
                    <a:pt x="142501" y="235404"/>
                    <a:pt x="142393" y="235895"/>
                    <a:pt x="142283" y="236401"/>
                  </a:cubicBezTo>
                  <a:cubicBezTo>
                    <a:pt x="142144" y="236892"/>
                    <a:pt x="142006" y="237383"/>
                    <a:pt x="141864" y="237889"/>
                  </a:cubicBezTo>
                  <a:cubicBezTo>
                    <a:pt x="140132" y="238168"/>
                    <a:pt x="138395" y="238416"/>
                    <a:pt x="136655" y="238634"/>
                  </a:cubicBezTo>
                  <a:cubicBezTo>
                    <a:pt x="136409" y="239370"/>
                    <a:pt x="136164" y="240107"/>
                    <a:pt x="135911" y="240866"/>
                  </a:cubicBezTo>
                  <a:cubicBezTo>
                    <a:pt x="134478" y="241273"/>
                    <a:pt x="134478" y="241273"/>
                    <a:pt x="132702" y="241424"/>
                  </a:cubicBezTo>
                  <a:cubicBezTo>
                    <a:pt x="132121" y="241482"/>
                    <a:pt x="131541" y="241539"/>
                    <a:pt x="130943" y="241599"/>
                  </a:cubicBezTo>
                  <a:cubicBezTo>
                    <a:pt x="129231" y="241610"/>
                    <a:pt x="127870" y="241359"/>
                    <a:pt x="126237" y="240866"/>
                  </a:cubicBezTo>
                  <a:cubicBezTo>
                    <a:pt x="126200" y="241470"/>
                    <a:pt x="126164" y="242074"/>
                    <a:pt x="126126" y="242697"/>
                  </a:cubicBezTo>
                  <a:cubicBezTo>
                    <a:pt x="125812" y="243632"/>
                    <a:pt x="125812" y="243632"/>
                    <a:pt x="125493" y="244587"/>
                  </a:cubicBezTo>
                  <a:cubicBezTo>
                    <a:pt x="123713" y="245054"/>
                    <a:pt x="123713" y="245054"/>
                    <a:pt x="121322" y="245056"/>
                  </a:cubicBezTo>
                  <a:cubicBezTo>
                    <a:pt x="120430" y="245066"/>
                    <a:pt x="119539" y="245075"/>
                    <a:pt x="118620" y="245085"/>
                  </a:cubicBezTo>
                  <a:cubicBezTo>
                    <a:pt x="117650" y="245075"/>
                    <a:pt x="116679" y="245065"/>
                    <a:pt x="115680" y="245055"/>
                  </a:cubicBezTo>
                  <a:cubicBezTo>
                    <a:pt x="114681" y="245055"/>
                    <a:pt x="113683" y="245057"/>
                    <a:pt x="112685" y="245060"/>
                  </a:cubicBezTo>
                  <a:cubicBezTo>
                    <a:pt x="110590" y="245062"/>
                    <a:pt x="108496" y="245051"/>
                    <a:pt x="106402" y="245031"/>
                  </a:cubicBezTo>
                  <a:cubicBezTo>
                    <a:pt x="103711" y="245006"/>
                    <a:pt x="101022" y="245010"/>
                    <a:pt x="98331" y="245024"/>
                  </a:cubicBezTo>
                  <a:cubicBezTo>
                    <a:pt x="96269" y="245032"/>
                    <a:pt x="94208" y="245025"/>
                    <a:pt x="92146" y="245014"/>
                  </a:cubicBezTo>
                  <a:cubicBezTo>
                    <a:pt x="90669" y="245008"/>
                    <a:pt x="89193" y="245014"/>
                    <a:pt x="87717" y="245019"/>
                  </a:cubicBezTo>
                  <a:cubicBezTo>
                    <a:pt x="86826" y="245008"/>
                    <a:pt x="85934" y="244996"/>
                    <a:pt x="85016" y="244984"/>
                  </a:cubicBezTo>
                  <a:cubicBezTo>
                    <a:pt x="83832" y="244977"/>
                    <a:pt x="83832" y="244977"/>
                    <a:pt x="82624" y="244970"/>
                  </a:cubicBezTo>
                  <a:cubicBezTo>
                    <a:pt x="82037" y="244843"/>
                    <a:pt x="81450" y="244717"/>
                    <a:pt x="80844" y="244587"/>
                  </a:cubicBezTo>
                  <a:cubicBezTo>
                    <a:pt x="80347" y="243097"/>
                    <a:pt x="80347" y="243097"/>
                    <a:pt x="80100" y="241610"/>
                  </a:cubicBezTo>
                  <a:cubicBezTo>
                    <a:pt x="77864" y="241165"/>
                    <a:pt x="77864" y="241165"/>
                    <a:pt x="75263" y="241192"/>
                  </a:cubicBezTo>
                  <a:cubicBezTo>
                    <a:pt x="72589" y="241142"/>
                    <a:pt x="72589" y="241142"/>
                    <a:pt x="70427" y="240866"/>
                  </a:cubicBezTo>
                  <a:cubicBezTo>
                    <a:pt x="70058" y="239761"/>
                    <a:pt x="70058" y="239761"/>
                    <a:pt x="69682" y="238634"/>
                  </a:cubicBezTo>
                  <a:cubicBezTo>
                    <a:pt x="68297" y="238310"/>
                    <a:pt x="68297" y="238310"/>
                    <a:pt x="66706" y="238308"/>
                  </a:cubicBezTo>
                  <a:cubicBezTo>
                    <a:pt x="65061" y="238171"/>
                    <a:pt x="65061" y="238171"/>
                    <a:pt x="63729" y="237889"/>
                  </a:cubicBezTo>
                  <a:cubicBezTo>
                    <a:pt x="63264" y="236401"/>
                    <a:pt x="63264" y="236401"/>
                    <a:pt x="62985" y="234913"/>
                  </a:cubicBezTo>
                  <a:cubicBezTo>
                    <a:pt x="60741" y="234301"/>
                    <a:pt x="60741" y="234301"/>
                    <a:pt x="58520" y="234169"/>
                  </a:cubicBezTo>
                  <a:cubicBezTo>
                    <a:pt x="58520" y="233186"/>
                    <a:pt x="58520" y="232204"/>
                    <a:pt x="58520" y="231192"/>
                  </a:cubicBezTo>
                  <a:cubicBezTo>
                    <a:pt x="57645" y="231238"/>
                    <a:pt x="57645" y="231238"/>
                    <a:pt x="56753" y="231285"/>
                  </a:cubicBezTo>
                  <a:cubicBezTo>
                    <a:pt x="54800" y="231192"/>
                    <a:pt x="54800" y="231192"/>
                    <a:pt x="53311" y="229704"/>
                  </a:cubicBezTo>
                  <a:cubicBezTo>
                    <a:pt x="53311" y="228967"/>
                    <a:pt x="53311" y="228230"/>
                    <a:pt x="53311" y="227471"/>
                  </a:cubicBezTo>
                  <a:cubicBezTo>
                    <a:pt x="52329" y="227471"/>
                    <a:pt x="51347" y="227471"/>
                    <a:pt x="50335" y="227471"/>
                  </a:cubicBezTo>
                  <a:cubicBezTo>
                    <a:pt x="50335" y="226489"/>
                    <a:pt x="50335" y="225507"/>
                    <a:pt x="50335" y="224495"/>
                  </a:cubicBezTo>
                  <a:cubicBezTo>
                    <a:pt x="49352" y="224495"/>
                    <a:pt x="48370" y="224495"/>
                    <a:pt x="47358" y="224495"/>
                  </a:cubicBezTo>
                  <a:cubicBezTo>
                    <a:pt x="47104" y="223256"/>
                    <a:pt x="46856" y="222016"/>
                    <a:pt x="46614" y="220774"/>
                  </a:cubicBezTo>
                  <a:cubicBezTo>
                    <a:pt x="46169" y="220667"/>
                    <a:pt x="45724" y="220559"/>
                    <a:pt x="45265" y="220449"/>
                  </a:cubicBezTo>
                  <a:cubicBezTo>
                    <a:pt x="42687" y="219786"/>
                    <a:pt x="42019" y="217739"/>
                    <a:pt x="40661" y="215565"/>
                  </a:cubicBezTo>
                  <a:cubicBezTo>
                    <a:pt x="40170" y="215320"/>
                    <a:pt x="39679" y="215074"/>
                    <a:pt x="39173" y="214821"/>
                  </a:cubicBezTo>
                  <a:cubicBezTo>
                    <a:pt x="39011" y="213877"/>
                    <a:pt x="39011" y="213877"/>
                    <a:pt x="38847" y="212914"/>
                  </a:cubicBezTo>
                  <a:cubicBezTo>
                    <a:pt x="38709" y="212316"/>
                    <a:pt x="38571" y="211717"/>
                    <a:pt x="38428" y="211100"/>
                  </a:cubicBezTo>
                  <a:cubicBezTo>
                    <a:pt x="37692" y="211100"/>
                    <a:pt x="36955" y="211100"/>
                    <a:pt x="36196" y="211100"/>
                  </a:cubicBezTo>
                  <a:cubicBezTo>
                    <a:pt x="36058" y="210018"/>
                    <a:pt x="36058" y="210018"/>
                    <a:pt x="35917" y="208914"/>
                  </a:cubicBezTo>
                  <a:cubicBezTo>
                    <a:pt x="35687" y="207786"/>
                    <a:pt x="35687" y="207786"/>
                    <a:pt x="35452" y="206636"/>
                  </a:cubicBezTo>
                  <a:cubicBezTo>
                    <a:pt x="34961" y="206390"/>
                    <a:pt x="34470" y="206144"/>
                    <a:pt x="33964" y="205891"/>
                  </a:cubicBezTo>
                  <a:cubicBezTo>
                    <a:pt x="33499" y="203612"/>
                    <a:pt x="33499" y="203612"/>
                    <a:pt x="33219" y="201427"/>
                  </a:cubicBezTo>
                  <a:cubicBezTo>
                    <a:pt x="32483" y="201427"/>
                    <a:pt x="31746" y="201427"/>
                    <a:pt x="30987" y="201427"/>
                  </a:cubicBezTo>
                  <a:cubicBezTo>
                    <a:pt x="30910" y="200582"/>
                    <a:pt x="30834" y="199738"/>
                    <a:pt x="30755" y="198869"/>
                  </a:cubicBezTo>
                  <a:cubicBezTo>
                    <a:pt x="30586" y="197994"/>
                    <a:pt x="30417" y="197119"/>
                    <a:pt x="30243" y="196218"/>
                  </a:cubicBezTo>
                  <a:cubicBezTo>
                    <a:pt x="29506" y="195972"/>
                    <a:pt x="28770" y="195726"/>
                    <a:pt x="28011" y="195473"/>
                  </a:cubicBezTo>
                  <a:cubicBezTo>
                    <a:pt x="27682" y="194125"/>
                    <a:pt x="27682" y="194125"/>
                    <a:pt x="27592" y="192497"/>
                  </a:cubicBezTo>
                  <a:cubicBezTo>
                    <a:pt x="27528" y="190909"/>
                    <a:pt x="27528" y="190909"/>
                    <a:pt x="27266" y="189520"/>
                  </a:cubicBezTo>
                  <a:cubicBezTo>
                    <a:pt x="26775" y="189275"/>
                    <a:pt x="26284" y="189029"/>
                    <a:pt x="25778" y="188776"/>
                  </a:cubicBezTo>
                  <a:cubicBezTo>
                    <a:pt x="25611" y="187269"/>
                    <a:pt x="25448" y="185759"/>
                    <a:pt x="25362" y="184244"/>
                  </a:cubicBezTo>
                  <a:cubicBezTo>
                    <a:pt x="25136" y="182522"/>
                    <a:pt x="25136" y="182522"/>
                    <a:pt x="22802" y="181335"/>
                  </a:cubicBezTo>
                  <a:cubicBezTo>
                    <a:pt x="22462" y="179006"/>
                    <a:pt x="22427" y="176730"/>
                    <a:pt x="22360" y="174379"/>
                  </a:cubicBezTo>
                  <a:cubicBezTo>
                    <a:pt x="22260" y="173727"/>
                    <a:pt x="22160" y="173076"/>
                    <a:pt x="22057" y="172405"/>
                  </a:cubicBezTo>
                  <a:cubicBezTo>
                    <a:pt x="21321" y="172160"/>
                    <a:pt x="20584" y="171914"/>
                    <a:pt x="19825" y="171661"/>
                  </a:cubicBezTo>
                  <a:cubicBezTo>
                    <a:pt x="19574" y="169511"/>
                    <a:pt x="19443" y="167490"/>
                    <a:pt x="19406" y="165336"/>
                  </a:cubicBezTo>
                  <a:cubicBezTo>
                    <a:pt x="19360" y="163210"/>
                    <a:pt x="19254" y="161133"/>
                    <a:pt x="19081" y="159011"/>
                  </a:cubicBezTo>
                  <a:cubicBezTo>
                    <a:pt x="18590" y="158765"/>
                    <a:pt x="18099" y="158519"/>
                    <a:pt x="17593" y="158266"/>
                  </a:cubicBezTo>
                  <a:cubicBezTo>
                    <a:pt x="16575" y="153892"/>
                    <a:pt x="16847" y="149493"/>
                    <a:pt x="16968" y="145026"/>
                  </a:cubicBezTo>
                  <a:cubicBezTo>
                    <a:pt x="16854" y="142751"/>
                    <a:pt x="16618" y="141533"/>
                    <a:pt x="15360" y="139663"/>
                  </a:cubicBezTo>
                  <a:cubicBezTo>
                    <a:pt x="15115" y="139663"/>
                    <a:pt x="14869" y="139663"/>
                    <a:pt x="14616" y="139663"/>
                  </a:cubicBezTo>
                  <a:cubicBezTo>
                    <a:pt x="14578" y="134590"/>
                    <a:pt x="14552" y="129516"/>
                    <a:pt x="14534" y="124443"/>
                  </a:cubicBezTo>
                  <a:cubicBezTo>
                    <a:pt x="14527" y="122716"/>
                    <a:pt x="14517" y="120988"/>
                    <a:pt x="14504" y="119261"/>
                  </a:cubicBezTo>
                  <a:cubicBezTo>
                    <a:pt x="14486" y="116784"/>
                    <a:pt x="14477" y="114307"/>
                    <a:pt x="14471" y="111830"/>
                  </a:cubicBezTo>
                  <a:cubicBezTo>
                    <a:pt x="14463" y="111053"/>
                    <a:pt x="14455" y="110275"/>
                    <a:pt x="14447" y="109474"/>
                  </a:cubicBezTo>
                  <a:cubicBezTo>
                    <a:pt x="14447" y="108759"/>
                    <a:pt x="14447" y="108044"/>
                    <a:pt x="14447" y="107307"/>
                  </a:cubicBezTo>
                  <a:cubicBezTo>
                    <a:pt x="14444" y="106675"/>
                    <a:pt x="14440" y="106042"/>
                    <a:pt x="14437" y="105390"/>
                  </a:cubicBezTo>
                  <a:cubicBezTo>
                    <a:pt x="14496" y="104913"/>
                    <a:pt x="14555" y="104436"/>
                    <a:pt x="14616" y="103944"/>
                  </a:cubicBezTo>
                  <a:cubicBezTo>
                    <a:pt x="15107" y="103699"/>
                    <a:pt x="15598" y="103453"/>
                    <a:pt x="16104" y="103200"/>
                  </a:cubicBezTo>
                  <a:cubicBezTo>
                    <a:pt x="16742" y="100200"/>
                    <a:pt x="16877" y="97379"/>
                    <a:pt x="16848" y="94317"/>
                  </a:cubicBezTo>
                  <a:cubicBezTo>
                    <a:pt x="16818" y="90990"/>
                    <a:pt x="16997" y="87874"/>
                    <a:pt x="17593" y="84596"/>
                  </a:cubicBezTo>
                  <a:cubicBezTo>
                    <a:pt x="18329" y="84228"/>
                    <a:pt x="18329" y="84228"/>
                    <a:pt x="19081" y="83852"/>
                  </a:cubicBezTo>
                  <a:cubicBezTo>
                    <a:pt x="19302" y="81296"/>
                    <a:pt x="19391" y="78771"/>
                    <a:pt x="19437" y="76207"/>
                  </a:cubicBezTo>
                  <a:cubicBezTo>
                    <a:pt x="19496" y="74597"/>
                    <a:pt x="19496" y="74597"/>
                    <a:pt x="19825" y="71946"/>
                  </a:cubicBezTo>
                  <a:cubicBezTo>
                    <a:pt x="20930" y="71578"/>
                    <a:pt x="20930" y="71578"/>
                    <a:pt x="22057" y="71202"/>
                  </a:cubicBezTo>
                  <a:cubicBezTo>
                    <a:pt x="22495" y="69455"/>
                    <a:pt x="22495" y="69455"/>
                    <a:pt x="22569" y="67435"/>
                  </a:cubicBezTo>
                  <a:cubicBezTo>
                    <a:pt x="22618" y="66751"/>
                    <a:pt x="22667" y="66067"/>
                    <a:pt x="22717" y="65362"/>
                  </a:cubicBezTo>
                  <a:cubicBezTo>
                    <a:pt x="22745" y="64834"/>
                    <a:pt x="22773" y="64305"/>
                    <a:pt x="22802" y="63761"/>
                  </a:cubicBezTo>
                  <a:cubicBezTo>
                    <a:pt x="23293" y="63761"/>
                    <a:pt x="23784" y="63761"/>
                    <a:pt x="24290" y="63761"/>
                  </a:cubicBezTo>
                  <a:cubicBezTo>
                    <a:pt x="24753" y="62031"/>
                    <a:pt x="25006" y="60296"/>
                    <a:pt x="25287" y="58528"/>
                  </a:cubicBezTo>
                  <a:cubicBezTo>
                    <a:pt x="25449" y="58045"/>
                    <a:pt x="25611" y="57561"/>
                    <a:pt x="25778" y="57063"/>
                  </a:cubicBezTo>
                  <a:cubicBezTo>
                    <a:pt x="26515" y="57063"/>
                    <a:pt x="27251" y="57063"/>
                    <a:pt x="28011" y="57063"/>
                  </a:cubicBezTo>
                  <a:cubicBezTo>
                    <a:pt x="27964" y="56096"/>
                    <a:pt x="27918" y="55129"/>
                    <a:pt x="27871" y="54133"/>
                  </a:cubicBezTo>
                  <a:cubicBezTo>
                    <a:pt x="27792" y="52485"/>
                    <a:pt x="27792" y="52485"/>
                    <a:pt x="28011" y="51110"/>
                  </a:cubicBezTo>
                  <a:cubicBezTo>
                    <a:pt x="29116" y="50742"/>
                    <a:pt x="29116" y="50742"/>
                    <a:pt x="30243" y="50366"/>
                  </a:cubicBezTo>
                  <a:cubicBezTo>
                    <a:pt x="30795" y="47743"/>
                    <a:pt x="30795" y="47743"/>
                    <a:pt x="30987" y="45157"/>
                  </a:cubicBezTo>
                  <a:cubicBezTo>
                    <a:pt x="31724" y="45157"/>
                    <a:pt x="32460" y="45157"/>
                    <a:pt x="33219" y="45157"/>
                  </a:cubicBezTo>
                  <a:cubicBezTo>
                    <a:pt x="33296" y="44451"/>
                    <a:pt x="33373" y="43745"/>
                    <a:pt x="33452" y="43018"/>
                  </a:cubicBezTo>
                  <a:cubicBezTo>
                    <a:pt x="33964" y="40692"/>
                    <a:pt x="33964" y="40692"/>
                    <a:pt x="36196" y="39204"/>
                  </a:cubicBezTo>
                  <a:cubicBezTo>
                    <a:pt x="36442" y="38467"/>
                    <a:pt x="36687" y="37731"/>
                    <a:pt x="36940" y="36971"/>
                  </a:cubicBezTo>
                  <a:cubicBezTo>
                    <a:pt x="38030" y="35783"/>
                    <a:pt x="39197" y="34716"/>
                    <a:pt x="40382" y="33623"/>
                  </a:cubicBezTo>
                  <a:cubicBezTo>
                    <a:pt x="41590" y="32457"/>
                    <a:pt x="41590" y="32457"/>
                    <a:pt x="42149" y="30274"/>
                  </a:cubicBezTo>
                  <a:cubicBezTo>
                    <a:pt x="42886" y="29783"/>
                    <a:pt x="43623" y="29292"/>
                    <a:pt x="44382" y="28786"/>
                  </a:cubicBezTo>
                  <a:cubicBezTo>
                    <a:pt x="44627" y="28049"/>
                    <a:pt x="44873" y="27313"/>
                    <a:pt x="45126" y="26554"/>
                  </a:cubicBezTo>
                  <a:cubicBezTo>
                    <a:pt x="45862" y="26554"/>
                    <a:pt x="46599" y="26554"/>
                    <a:pt x="47358" y="26554"/>
                  </a:cubicBezTo>
                  <a:cubicBezTo>
                    <a:pt x="47466" y="25970"/>
                    <a:pt x="47573" y="25387"/>
                    <a:pt x="47684" y="24786"/>
                  </a:cubicBezTo>
                  <a:cubicBezTo>
                    <a:pt x="47891" y="23819"/>
                    <a:pt x="47891" y="23819"/>
                    <a:pt x="48102" y="22833"/>
                  </a:cubicBezTo>
                  <a:cubicBezTo>
                    <a:pt x="49591" y="21996"/>
                    <a:pt x="49591" y="21996"/>
                    <a:pt x="51079" y="21345"/>
                  </a:cubicBezTo>
                  <a:cubicBezTo>
                    <a:pt x="51447" y="20239"/>
                    <a:pt x="51447" y="20239"/>
                    <a:pt x="51823" y="19112"/>
                  </a:cubicBezTo>
                  <a:cubicBezTo>
                    <a:pt x="53063" y="18864"/>
                    <a:pt x="54303" y="18616"/>
                    <a:pt x="55544" y="18368"/>
                  </a:cubicBezTo>
                  <a:cubicBezTo>
                    <a:pt x="55912" y="17263"/>
                    <a:pt x="55912" y="17263"/>
                    <a:pt x="56288" y="16136"/>
                  </a:cubicBezTo>
                  <a:cubicBezTo>
                    <a:pt x="57776" y="15639"/>
                    <a:pt x="59264" y="15143"/>
                    <a:pt x="60753" y="14647"/>
                  </a:cubicBezTo>
                  <a:cubicBezTo>
                    <a:pt x="61121" y="13542"/>
                    <a:pt x="61121" y="13542"/>
                    <a:pt x="61497" y="12415"/>
                  </a:cubicBezTo>
                  <a:cubicBezTo>
                    <a:pt x="62356" y="12307"/>
                    <a:pt x="63216" y="12200"/>
                    <a:pt x="64101" y="12089"/>
                  </a:cubicBezTo>
                  <a:cubicBezTo>
                    <a:pt x="65391" y="11882"/>
                    <a:pt x="65391" y="11882"/>
                    <a:pt x="66706" y="11671"/>
                  </a:cubicBezTo>
                  <a:cubicBezTo>
                    <a:pt x="66829" y="11180"/>
                    <a:pt x="66951" y="10688"/>
                    <a:pt x="67078" y="10182"/>
                  </a:cubicBezTo>
                  <a:cubicBezTo>
                    <a:pt x="67201" y="9691"/>
                    <a:pt x="67323" y="9200"/>
                    <a:pt x="67450" y="8694"/>
                  </a:cubicBezTo>
                  <a:cubicBezTo>
                    <a:pt x="69182" y="8416"/>
                    <a:pt x="70919" y="8168"/>
                    <a:pt x="72659" y="7950"/>
                  </a:cubicBezTo>
                  <a:cubicBezTo>
                    <a:pt x="72905" y="7213"/>
                    <a:pt x="73150" y="6477"/>
                    <a:pt x="73403" y="5718"/>
                  </a:cubicBezTo>
                  <a:cubicBezTo>
                    <a:pt x="75916" y="5397"/>
                    <a:pt x="78383" y="5390"/>
                    <a:pt x="80914" y="5348"/>
                  </a:cubicBezTo>
                  <a:cubicBezTo>
                    <a:pt x="81628" y="5225"/>
                    <a:pt x="82342" y="5101"/>
                    <a:pt x="83077" y="4973"/>
                  </a:cubicBezTo>
                  <a:cubicBezTo>
                    <a:pt x="83164" y="4483"/>
                    <a:pt x="83251" y="3992"/>
                    <a:pt x="83341" y="3487"/>
                  </a:cubicBezTo>
                  <a:cubicBezTo>
                    <a:pt x="83499" y="2995"/>
                    <a:pt x="83658" y="2503"/>
                    <a:pt x="83821" y="1997"/>
                  </a:cubicBezTo>
                  <a:close/>
                </a:path>
              </a:pathLst>
            </a:custGeom>
            <a:grpFill/>
            <a:ln w="744" cap="flat">
              <a:noFill/>
              <a:prstDash val="solid"/>
              <a:miter/>
            </a:ln>
          </p:spPr>
          <p:txBody>
            <a:bodyPr rtlCol="0" anchor="ctr"/>
            <a:lstStyle/>
            <a:p>
              <a:endParaRPr lang="zh-CN" altLang="en-US"/>
            </a:p>
          </p:txBody>
        </p:sp>
        <p:sp>
          <p:nvSpPr>
            <p:cNvPr id="195" name="任意多边形: 形状 194"/>
            <p:cNvSpPr/>
            <p:nvPr/>
          </p:nvSpPr>
          <p:spPr>
            <a:xfrm>
              <a:off x="10780340" y="1388916"/>
              <a:ext cx="169868" cy="243356"/>
            </a:xfrm>
            <a:custGeom>
              <a:avLst/>
              <a:gdLst>
                <a:gd name="connsiteX0" fmla="*/ 84244 w 169869"/>
                <a:gd name="connsiteY0" fmla="*/ 1844 h 243348"/>
                <a:gd name="connsiteX1" fmla="*/ 88222 w 169869"/>
                <a:gd name="connsiteY1" fmla="*/ 1506 h 243348"/>
                <a:gd name="connsiteX2" fmla="*/ 90795 w 169869"/>
                <a:gd name="connsiteY2" fmla="*/ 1507 h 243348"/>
                <a:gd name="connsiteX3" fmla="*/ 93595 w 169869"/>
                <a:gd name="connsiteY3" fmla="*/ 1553 h 243348"/>
                <a:gd name="connsiteX4" fmla="*/ 96445 w 169869"/>
                <a:gd name="connsiteY4" fmla="*/ 1566 h 243348"/>
                <a:gd name="connsiteX5" fmla="*/ 103958 w 169869"/>
                <a:gd name="connsiteY5" fmla="*/ 1639 h 243348"/>
                <a:gd name="connsiteX6" fmla="*/ 111619 w 169869"/>
                <a:gd name="connsiteY6" fmla="*/ 1699 h 243348"/>
                <a:gd name="connsiteX7" fmla="*/ 126660 w 169869"/>
                <a:gd name="connsiteY7" fmla="*/ 1844 h 243348"/>
                <a:gd name="connsiteX8" fmla="*/ 126660 w 169869"/>
                <a:gd name="connsiteY8" fmla="*/ 5565 h 243348"/>
                <a:gd name="connsiteX9" fmla="*/ 137078 w 169869"/>
                <a:gd name="connsiteY9" fmla="*/ 5565 h 243348"/>
                <a:gd name="connsiteX10" fmla="*/ 137078 w 169869"/>
                <a:gd name="connsiteY10" fmla="*/ 8541 h 243348"/>
                <a:gd name="connsiteX11" fmla="*/ 143031 w 169869"/>
                <a:gd name="connsiteY11" fmla="*/ 8541 h 243348"/>
                <a:gd name="connsiteX12" fmla="*/ 143031 w 169869"/>
                <a:gd name="connsiteY12" fmla="*/ 12262 h 243348"/>
                <a:gd name="connsiteX13" fmla="*/ 145589 w 169869"/>
                <a:gd name="connsiteY13" fmla="*/ 12076 h 243348"/>
                <a:gd name="connsiteX14" fmla="*/ 148240 w 169869"/>
                <a:gd name="connsiteY14" fmla="*/ 12262 h 243348"/>
                <a:gd name="connsiteX15" fmla="*/ 148984 w 169869"/>
                <a:gd name="connsiteY15" fmla="*/ 15238 h 243348"/>
                <a:gd name="connsiteX16" fmla="*/ 152705 w 169869"/>
                <a:gd name="connsiteY16" fmla="*/ 15983 h 243348"/>
                <a:gd name="connsiteX17" fmla="*/ 152705 w 169869"/>
                <a:gd name="connsiteY17" fmla="*/ 18215 h 243348"/>
                <a:gd name="connsiteX18" fmla="*/ 155682 w 169869"/>
                <a:gd name="connsiteY18" fmla="*/ 19703 h 243348"/>
                <a:gd name="connsiteX19" fmla="*/ 160146 w 169869"/>
                <a:gd name="connsiteY19" fmla="*/ 25656 h 243348"/>
                <a:gd name="connsiteX20" fmla="*/ 162379 w 169869"/>
                <a:gd name="connsiteY20" fmla="*/ 27145 h 243348"/>
                <a:gd name="connsiteX21" fmla="*/ 163123 w 169869"/>
                <a:gd name="connsiteY21" fmla="*/ 29377 h 243348"/>
                <a:gd name="connsiteX22" fmla="*/ 164286 w 169869"/>
                <a:gd name="connsiteY22" fmla="*/ 30540 h 243348"/>
                <a:gd name="connsiteX23" fmla="*/ 165355 w 169869"/>
                <a:gd name="connsiteY23" fmla="*/ 33098 h 243348"/>
                <a:gd name="connsiteX24" fmla="*/ 167588 w 169869"/>
                <a:gd name="connsiteY24" fmla="*/ 33842 h 243348"/>
                <a:gd name="connsiteX25" fmla="*/ 169076 w 169869"/>
                <a:gd name="connsiteY25" fmla="*/ 37563 h 243348"/>
                <a:gd name="connsiteX26" fmla="*/ 170564 w 169869"/>
                <a:gd name="connsiteY26" fmla="*/ 38307 h 243348"/>
                <a:gd name="connsiteX27" fmla="*/ 172053 w 169869"/>
                <a:gd name="connsiteY27" fmla="*/ 43516 h 243348"/>
                <a:gd name="connsiteX28" fmla="*/ 173541 w 169869"/>
                <a:gd name="connsiteY28" fmla="*/ 44260 h 243348"/>
                <a:gd name="connsiteX29" fmla="*/ 174285 w 169869"/>
                <a:gd name="connsiteY29" fmla="*/ 49469 h 243348"/>
                <a:gd name="connsiteX30" fmla="*/ 176518 w 169869"/>
                <a:gd name="connsiteY30" fmla="*/ 49469 h 243348"/>
                <a:gd name="connsiteX31" fmla="*/ 176518 w 169869"/>
                <a:gd name="connsiteY31" fmla="*/ 56910 h 243348"/>
                <a:gd name="connsiteX32" fmla="*/ 178750 w 169869"/>
                <a:gd name="connsiteY32" fmla="*/ 56910 h 243348"/>
                <a:gd name="connsiteX33" fmla="*/ 179494 w 169869"/>
                <a:gd name="connsiteY33" fmla="*/ 65096 h 243348"/>
                <a:gd name="connsiteX34" fmla="*/ 181727 w 169869"/>
                <a:gd name="connsiteY34" fmla="*/ 65096 h 243348"/>
                <a:gd name="connsiteX35" fmla="*/ 181727 w 169869"/>
                <a:gd name="connsiteY35" fmla="*/ 73281 h 243348"/>
                <a:gd name="connsiteX36" fmla="*/ 176518 w 169869"/>
                <a:gd name="connsiteY36" fmla="*/ 74770 h 243348"/>
                <a:gd name="connsiteX37" fmla="*/ 175773 w 169869"/>
                <a:gd name="connsiteY37" fmla="*/ 77002 h 243348"/>
                <a:gd name="connsiteX38" fmla="*/ 167681 w 169869"/>
                <a:gd name="connsiteY38" fmla="*/ 77371 h 243348"/>
                <a:gd name="connsiteX39" fmla="*/ 165355 w 169869"/>
                <a:gd name="connsiteY39" fmla="*/ 77746 h 243348"/>
                <a:gd name="connsiteX40" fmla="*/ 165030 w 169869"/>
                <a:gd name="connsiteY40" fmla="*/ 79246 h 243348"/>
                <a:gd name="connsiteX41" fmla="*/ 164611 w 169869"/>
                <a:gd name="connsiteY41" fmla="*/ 80723 h 243348"/>
                <a:gd name="connsiteX42" fmla="*/ 158658 w 169869"/>
                <a:gd name="connsiteY42" fmla="*/ 80955 h 243348"/>
                <a:gd name="connsiteX43" fmla="*/ 156966 w 169869"/>
                <a:gd name="connsiteY43" fmla="*/ 80933 h 243348"/>
                <a:gd name="connsiteX44" fmla="*/ 151961 w 169869"/>
                <a:gd name="connsiteY44" fmla="*/ 79979 h 243348"/>
                <a:gd name="connsiteX45" fmla="*/ 151499 w 169869"/>
                <a:gd name="connsiteY45" fmla="*/ 74284 h 243348"/>
                <a:gd name="connsiteX46" fmla="*/ 149728 w 169869"/>
                <a:gd name="connsiteY46" fmla="*/ 71049 h 243348"/>
                <a:gd name="connsiteX47" fmla="*/ 148984 w 169869"/>
                <a:gd name="connsiteY47" fmla="*/ 71049 h 243348"/>
                <a:gd name="connsiteX48" fmla="*/ 148874 w 169869"/>
                <a:gd name="connsiteY48" fmla="*/ 69447 h 243348"/>
                <a:gd name="connsiteX49" fmla="*/ 148705 w 169869"/>
                <a:gd name="connsiteY49" fmla="*/ 67375 h 243348"/>
                <a:gd name="connsiteX50" fmla="*/ 148548 w 169869"/>
                <a:gd name="connsiteY50" fmla="*/ 65308 h 243348"/>
                <a:gd name="connsiteX51" fmla="*/ 148240 w 169869"/>
                <a:gd name="connsiteY51" fmla="*/ 63608 h 243348"/>
                <a:gd name="connsiteX52" fmla="*/ 146752 w 169869"/>
                <a:gd name="connsiteY52" fmla="*/ 62863 h 243348"/>
                <a:gd name="connsiteX53" fmla="*/ 146008 w 169869"/>
                <a:gd name="connsiteY53" fmla="*/ 57654 h 243348"/>
                <a:gd name="connsiteX54" fmla="*/ 143775 w 169869"/>
                <a:gd name="connsiteY54" fmla="*/ 57654 h 243348"/>
                <a:gd name="connsiteX55" fmla="*/ 143031 w 169869"/>
                <a:gd name="connsiteY55" fmla="*/ 53934 h 243348"/>
                <a:gd name="connsiteX56" fmla="*/ 141543 w 169869"/>
                <a:gd name="connsiteY56" fmla="*/ 53190 h 243348"/>
                <a:gd name="connsiteX57" fmla="*/ 140055 w 169869"/>
                <a:gd name="connsiteY57" fmla="*/ 49469 h 243348"/>
                <a:gd name="connsiteX58" fmla="*/ 138566 w 169869"/>
                <a:gd name="connsiteY58" fmla="*/ 48725 h 243348"/>
                <a:gd name="connsiteX59" fmla="*/ 137822 w 169869"/>
                <a:gd name="connsiteY59" fmla="*/ 46492 h 243348"/>
                <a:gd name="connsiteX60" fmla="*/ 135590 w 169869"/>
                <a:gd name="connsiteY60" fmla="*/ 45748 h 243348"/>
                <a:gd name="connsiteX61" fmla="*/ 134846 w 169869"/>
                <a:gd name="connsiteY61" fmla="*/ 43516 h 243348"/>
                <a:gd name="connsiteX62" fmla="*/ 133032 w 169869"/>
                <a:gd name="connsiteY62" fmla="*/ 43190 h 243348"/>
                <a:gd name="connsiteX63" fmla="*/ 131125 w 169869"/>
                <a:gd name="connsiteY63" fmla="*/ 42772 h 243348"/>
                <a:gd name="connsiteX64" fmla="*/ 130427 w 169869"/>
                <a:gd name="connsiteY64" fmla="*/ 41237 h 243348"/>
                <a:gd name="connsiteX65" fmla="*/ 129637 w 169869"/>
                <a:gd name="connsiteY65" fmla="*/ 39795 h 243348"/>
                <a:gd name="connsiteX66" fmla="*/ 125172 w 169869"/>
                <a:gd name="connsiteY66" fmla="*/ 39795 h 243348"/>
                <a:gd name="connsiteX67" fmla="*/ 125172 w 169869"/>
                <a:gd name="connsiteY67" fmla="*/ 36074 h 243348"/>
                <a:gd name="connsiteX68" fmla="*/ 122756 w 169869"/>
                <a:gd name="connsiteY68" fmla="*/ 36179 h 243348"/>
                <a:gd name="connsiteX69" fmla="*/ 119637 w 169869"/>
                <a:gd name="connsiteY69" fmla="*/ 36260 h 243348"/>
                <a:gd name="connsiteX70" fmla="*/ 118043 w 169869"/>
                <a:gd name="connsiteY70" fmla="*/ 36336 h 243348"/>
                <a:gd name="connsiteX71" fmla="*/ 114010 w 169869"/>
                <a:gd name="connsiteY71" fmla="*/ 36074 h 243348"/>
                <a:gd name="connsiteX72" fmla="*/ 113707 w 169869"/>
                <a:gd name="connsiteY72" fmla="*/ 34593 h 243348"/>
                <a:gd name="connsiteX73" fmla="*/ 113266 w 169869"/>
                <a:gd name="connsiteY73" fmla="*/ 33098 h 243348"/>
                <a:gd name="connsiteX74" fmla="*/ 109638 w 169869"/>
                <a:gd name="connsiteY74" fmla="*/ 32702 h 243348"/>
                <a:gd name="connsiteX75" fmla="*/ 107417 w 169869"/>
                <a:gd name="connsiteY75" fmla="*/ 32691 h 243348"/>
                <a:gd name="connsiteX76" fmla="*/ 105080 w 169869"/>
                <a:gd name="connsiteY76" fmla="*/ 32726 h 243348"/>
                <a:gd name="connsiteX77" fmla="*/ 102743 w 169869"/>
                <a:gd name="connsiteY77" fmla="*/ 32691 h 243348"/>
                <a:gd name="connsiteX78" fmla="*/ 100522 w 169869"/>
                <a:gd name="connsiteY78" fmla="*/ 32702 h 243348"/>
                <a:gd name="connsiteX79" fmla="*/ 98470 w 169869"/>
                <a:gd name="connsiteY79" fmla="*/ 32713 h 243348"/>
                <a:gd name="connsiteX80" fmla="*/ 96894 w 169869"/>
                <a:gd name="connsiteY80" fmla="*/ 33098 h 243348"/>
                <a:gd name="connsiteX81" fmla="*/ 96150 w 169869"/>
                <a:gd name="connsiteY81" fmla="*/ 36074 h 243348"/>
                <a:gd name="connsiteX82" fmla="*/ 90988 w 169869"/>
                <a:gd name="connsiteY82" fmla="*/ 36446 h 243348"/>
                <a:gd name="connsiteX83" fmla="*/ 85732 w 169869"/>
                <a:gd name="connsiteY83" fmla="*/ 36818 h 243348"/>
                <a:gd name="connsiteX84" fmla="*/ 84244 w 169869"/>
                <a:gd name="connsiteY84" fmla="*/ 39795 h 243348"/>
                <a:gd name="connsiteX85" fmla="*/ 78291 w 169869"/>
                <a:gd name="connsiteY85" fmla="*/ 39795 h 243348"/>
                <a:gd name="connsiteX86" fmla="*/ 76803 w 169869"/>
                <a:gd name="connsiteY86" fmla="*/ 42772 h 243348"/>
                <a:gd name="connsiteX87" fmla="*/ 73082 w 169869"/>
                <a:gd name="connsiteY87" fmla="*/ 44260 h 243348"/>
                <a:gd name="connsiteX88" fmla="*/ 72338 w 169869"/>
                <a:gd name="connsiteY88" fmla="*/ 45748 h 243348"/>
                <a:gd name="connsiteX89" fmla="*/ 70105 w 169869"/>
                <a:gd name="connsiteY89" fmla="*/ 46492 h 243348"/>
                <a:gd name="connsiteX90" fmla="*/ 69454 w 169869"/>
                <a:gd name="connsiteY90" fmla="*/ 47795 h 243348"/>
                <a:gd name="connsiteX91" fmla="*/ 64896 w 169869"/>
                <a:gd name="connsiteY91" fmla="*/ 53190 h 243348"/>
                <a:gd name="connsiteX92" fmla="*/ 61176 w 169869"/>
                <a:gd name="connsiteY92" fmla="*/ 59143 h 243348"/>
                <a:gd name="connsiteX93" fmla="*/ 58943 w 169869"/>
                <a:gd name="connsiteY93" fmla="*/ 59143 h 243348"/>
                <a:gd name="connsiteX94" fmla="*/ 58943 w 169869"/>
                <a:gd name="connsiteY94" fmla="*/ 63608 h 243348"/>
                <a:gd name="connsiteX95" fmla="*/ 56711 w 169869"/>
                <a:gd name="connsiteY95" fmla="*/ 63608 h 243348"/>
                <a:gd name="connsiteX96" fmla="*/ 56600 w 169869"/>
                <a:gd name="connsiteY96" fmla="*/ 65046 h 243348"/>
                <a:gd name="connsiteX97" fmla="*/ 56432 w 169869"/>
                <a:gd name="connsiteY97" fmla="*/ 66910 h 243348"/>
                <a:gd name="connsiteX98" fmla="*/ 56275 w 169869"/>
                <a:gd name="connsiteY98" fmla="*/ 68767 h 243348"/>
                <a:gd name="connsiteX99" fmla="*/ 55967 w 169869"/>
                <a:gd name="connsiteY99" fmla="*/ 70305 h 243348"/>
                <a:gd name="connsiteX100" fmla="*/ 54478 w 169869"/>
                <a:gd name="connsiteY100" fmla="*/ 71049 h 243348"/>
                <a:gd name="connsiteX101" fmla="*/ 53734 w 169869"/>
                <a:gd name="connsiteY101" fmla="*/ 74770 h 243348"/>
                <a:gd name="connsiteX102" fmla="*/ 52990 w 169869"/>
                <a:gd name="connsiteY102" fmla="*/ 78490 h 243348"/>
                <a:gd name="connsiteX103" fmla="*/ 51502 w 169869"/>
                <a:gd name="connsiteY103" fmla="*/ 79234 h 243348"/>
                <a:gd name="connsiteX104" fmla="*/ 51037 w 169869"/>
                <a:gd name="connsiteY104" fmla="*/ 84862 h 243348"/>
                <a:gd name="connsiteX105" fmla="*/ 50950 w 169869"/>
                <a:gd name="connsiteY105" fmla="*/ 86465 h 243348"/>
                <a:gd name="connsiteX106" fmla="*/ 50758 w 169869"/>
                <a:gd name="connsiteY106" fmla="*/ 90397 h 243348"/>
                <a:gd name="connsiteX107" fmla="*/ 49269 w 169869"/>
                <a:gd name="connsiteY107" fmla="*/ 90397 h 243348"/>
                <a:gd name="connsiteX108" fmla="*/ 48441 w 169869"/>
                <a:gd name="connsiteY108" fmla="*/ 97792 h 243348"/>
                <a:gd name="connsiteX109" fmla="*/ 48441 w 169869"/>
                <a:gd name="connsiteY109" fmla="*/ 99640 h 243348"/>
                <a:gd name="connsiteX110" fmla="*/ 48453 w 169869"/>
                <a:gd name="connsiteY110" fmla="*/ 105704 h 243348"/>
                <a:gd name="connsiteX111" fmla="*/ 48456 w 169869"/>
                <a:gd name="connsiteY111" fmla="*/ 109902 h 243348"/>
                <a:gd name="connsiteX112" fmla="*/ 48474 w 169869"/>
                <a:gd name="connsiteY112" fmla="*/ 120963 h 243348"/>
                <a:gd name="connsiteX113" fmla="*/ 48489 w 169869"/>
                <a:gd name="connsiteY113" fmla="*/ 132246 h 243348"/>
                <a:gd name="connsiteX114" fmla="*/ 48525 w 169869"/>
                <a:gd name="connsiteY114" fmla="*/ 154393 h 243348"/>
                <a:gd name="connsiteX115" fmla="*/ 50758 w 169869"/>
                <a:gd name="connsiteY115" fmla="*/ 154393 h 243348"/>
                <a:gd name="connsiteX116" fmla="*/ 50758 w 169869"/>
                <a:gd name="connsiteY116" fmla="*/ 167043 h 243348"/>
                <a:gd name="connsiteX117" fmla="*/ 52990 w 169869"/>
                <a:gd name="connsiteY117" fmla="*/ 167043 h 243348"/>
                <a:gd name="connsiteX118" fmla="*/ 53316 w 169869"/>
                <a:gd name="connsiteY118" fmla="*/ 169462 h 243348"/>
                <a:gd name="connsiteX119" fmla="*/ 54478 w 169869"/>
                <a:gd name="connsiteY119" fmla="*/ 175229 h 243348"/>
                <a:gd name="connsiteX120" fmla="*/ 55967 w 169869"/>
                <a:gd name="connsiteY120" fmla="*/ 175973 h 243348"/>
                <a:gd name="connsiteX121" fmla="*/ 56432 w 169869"/>
                <a:gd name="connsiteY121" fmla="*/ 179368 h 243348"/>
                <a:gd name="connsiteX122" fmla="*/ 56600 w 169869"/>
                <a:gd name="connsiteY122" fmla="*/ 181231 h 243348"/>
                <a:gd name="connsiteX123" fmla="*/ 56711 w 169869"/>
                <a:gd name="connsiteY123" fmla="*/ 182670 h 243348"/>
                <a:gd name="connsiteX124" fmla="*/ 58943 w 169869"/>
                <a:gd name="connsiteY124" fmla="*/ 182670 h 243348"/>
                <a:gd name="connsiteX125" fmla="*/ 58804 w 169869"/>
                <a:gd name="connsiteY125" fmla="*/ 184856 h 243348"/>
                <a:gd name="connsiteX126" fmla="*/ 58943 w 169869"/>
                <a:gd name="connsiteY126" fmla="*/ 187135 h 243348"/>
                <a:gd name="connsiteX127" fmla="*/ 61176 w 169869"/>
                <a:gd name="connsiteY127" fmla="*/ 187879 h 243348"/>
                <a:gd name="connsiteX128" fmla="*/ 61920 w 169869"/>
                <a:gd name="connsiteY128" fmla="*/ 190111 h 243348"/>
                <a:gd name="connsiteX129" fmla="*/ 63083 w 169869"/>
                <a:gd name="connsiteY129" fmla="*/ 191274 h 243348"/>
                <a:gd name="connsiteX130" fmla="*/ 64152 w 169869"/>
                <a:gd name="connsiteY130" fmla="*/ 193832 h 243348"/>
                <a:gd name="connsiteX131" fmla="*/ 66385 w 169869"/>
                <a:gd name="connsiteY131" fmla="*/ 194576 h 243348"/>
                <a:gd name="connsiteX132" fmla="*/ 68199 w 169869"/>
                <a:gd name="connsiteY132" fmla="*/ 197134 h 243348"/>
                <a:gd name="connsiteX133" fmla="*/ 73082 w 169869"/>
                <a:gd name="connsiteY133" fmla="*/ 201274 h 243348"/>
                <a:gd name="connsiteX134" fmla="*/ 73826 w 169869"/>
                <a:gd name="connsiteY134" fmla="*/ 202762 h 243348"/>
                <a:gd name="connsiteX135" fmla="*/ 75733 w 169869"/>
                <a:gd name="connsiteY135" fmla="*/ 203041 h 243348"/>
                <a:gd name="connsiteX136" fmla="*/ 77547 w 169869"/>
                <a:gd name="connsiteY136" fmla="*/ 203506 h 243348"/>
                <a:gd name="connsiteX137" fmla="*/ 77547 w 169869"/>
                <a:gd name="connsiteY137" fmla="*/ 206482 h 243348"/>
                <a:gd name="connsiteX138" fmla="*/ 84988 w 169869"/>
                <a:gd name="connsiteY138" fmla="*/ 207227 h 243348"/>
                <a:gd name="connsiteX139" fmla="*/ 84988 w 169869"/>
                <a:gd name="connsiteY139" fmla="*/ 210203 h 243348"/>
                <a:gd name="connsiteX140" fmla="*/ 87404 w 169869"/>
                <a:gd name="connsiteY140" fmla="*/ 210099 h 243348"/>
                <a:gd name="connsiteX141" fmla="*/ 90523 w 169869"/>
                <a:gd name="connsiteY141" fmla="*/ 210017 h 243348"/>
                <a:gd name="connsiteX142" fmla="*/ 92117 w 169869"/>
                <a:gd name="connsiteY142" fmla="*/ 209942 h 243348"/>
                <a:gd name="connsiteX143" fmla="*/ 96150 w 169869"/>
                <a:gd name="connsiteY143" fmla="*/ 210203 h 243348"/>
                <a:gd name="connsiteX144" fmla="*/ 96483 w 169869"/>
                <a:gd name="connsiteY144" fmla="*/ 211685 h 243348"/>
                <a:gd name="connsiteX145" fmla="*/ 96894 w 169869"/>
                <a:gd name="connsiteY145" fmla="*/ 213180 h 243348"/>
                <a:gd name="connsiteX146" fmla="*/ 100034 w 169869"/>
                <a:gd name="connsiteY146" fmla="*/ 213575 h 243348"/>
                <a:gd name="connsiteX147" fmla="*/ 101949 w 169869"/>
                <a:gd name="connsiteY147" fmla="*/ 213587 h 243348"/>
                <a:gd name="connsiteX148" fmla="*/ 103964 w 169869"/>
                <a:gd name="connsiteY148" fmla="*/ 213552 h 243348"/>
                <a:gd name="connsiteX149" fmla="*/ 105978 w 169869"/>
                <a:gd name="connsiteY149" fmla="*/ 213587 h 243348"/>
                <a:gd name="connsiteX150" fmla="*/ 107894 w 169869"/>
                <a:gd name="connsiteY150" fmla="*/ 213575 h 243348"/>
                <a:gd name="connsiteX151" fmla="*/ 109663 w 169869"/>
                <a:gd name="connsiteY151" fmla="*/ 213565 h 243348"/>
                <a:gd name="connsiteX152" fmla="*/ 111033 w 169869"/>
                <a:gd name="connsiteY152" fmla="*/ 213180 h 243348"/>
                <a:gd name="connsiteX153" fmla="*/ 111777 w 169869"/>
                <a:gd name="connsiteY153" fmla="*/ 210203 h 243348"/>
                <a:gd name="connsiteX154" fmla="*/ 117405 w 169869"/>
                <a:gd name="connsiteY154" fmla="*/ 210017 h 243348"/>
                <a:gd name="connsiteX155" fmla="*/ 119008 w 169869"/>
                <a:gd name="connsiteY155" fmla="*/ 210058 h 243348"/>
                <a:gd name="connsiteX156" fmla="*/ 122939 w 169869"/>
                <a:gd name="connsiteY156" fmla="*/ 210203 h 243348"/>
                <a:gd name="connsiteX157" fmla="*/ 122939 w 169869"/>
                <a:gd name="connsiteY157" fmla="*/ 207227 h 243348"/>
                <a:gd name="connsiteX158" fmla="*/ 129637 w 169869"/>
                <a:gd name="connsiteY158" fmla="*/ 206482 h 243348"/>
                <a:gd name="connsiteX159" fmla="*/ 129637 w 169869"/>
                <a:gd name="connsiteY159" fmla="*/ 203506 h 243348"/>
                <a:gd name="connsiteX160" fmla="*/ 131451 w 169869"/>
                <a:gd name="connsiteY160" fmla="*/ 203692 h 243348"/>
                <a:gd name="connsiteX161" fmla="*/ 133357 w 169869"/>
                <a:gd name="connsiteY161" fmla="*/ 203506 h 243348"/>
                <a:gd name="connsiteX162" fmla="*/ 134102 w 169869"/>
                <a:gd name="connsiteY162" fmla="*/ 200529 h 243348"/>
                <a:gd name="connsiteX163" fmla="*/ 136008 w 169869"/>
                <a:gd name="connsiteY163" fmla="*/ 200157 h 243348"/>
                <a:gd name="connsiteX164" fmla="*/ 137822 w 169869"/>
                <a:gd name="connsiteY164" fmla="*/ 199785 h 243348"/>
                <a:gd name="connsiteX165" fmla="*/ 137822 w 169869"/>
                <a:gd name="connsiteY165" fmla="*/ 196809 h 243348"/>
                <a:gd name="connsiteX166" fmla="*/ 140799 w 169869"/>
                <a:gd name="connsiteY166" fmla="*/ 196809 h 243348"/>
                <a:gd name="connsiteX167" fmla="*/ 140799 w 169869"/>
                <a:gd name="connsiteY167" fmla="*/ 193088 h 243348"/>
                <a:gd name="connsiteX168" fmla="*/ 143031 w 169869"/>
                <a:gd name="connsiteY168" fmla="*/ 193088 h 243348"/>
                <a:gd name="connsiteX169" fmla="*/ 143775 w 169869"/>
                <a:gd name="connsiteY169" fmla="*/ 189367 h 243348"/>
                <a:gd name="connsiteX170" fmla="*/ 145264 w 169869"/>
                <a:gd name="connsiteY170" fmla="*/ 188623 h 243348"/>
                <a:gd name="connsiteX171" fmla="*/ 146008 w 169869"/>
                <a:gd name="connsiteY171" fmla="*/ 186391 h 243348"/>
                <a:gd name="connsiteX172" fmla="*/ 148240 w 169869"/>
                <a:gd name="connsiteY172" fmla="*/ 183414 h 243348"/>
                <a:gd name="connsiteX173" fmla="*/ 148656 w 169869"/>
                <a:gd name="connsiteY173" fmla="*/ 178810 h 243348"/>
                <a:gd name="connsiteX174" fmla="*/ 148984 w 169869"/>
                <a:gd name="connsiteY174" fmla="*/ 177461 h 243348"/>
                <a:gd name="connsiteX175" fmla="*/ 151217 w 169869"/>
                <a:gd name="connsiteY175" fmla="*/ 176717 h 243348"/>
                <a:gd name="connsiteX176" fmla="*/ 151635 w 169869"/>
                <a:gd name="connsiteY176" fmla="*/ 172996 h 243348"/>
                <a:gd name="connsiteX177" fmla="*/ 151961 w 169869"/>
                <a:gd name="connsiteY177" fmla="*/ 169275 h 243348"/>
                <a:gd name="connsiteX178" fmla="*/ 153449 w 169869"/>
                <a:gd name="connsiteY178" fmla="*/ 168531 h 243348"/>
                <a:gd name="connsiteX179" fmla="*/ 154193 w 169869"/>
                <a:gd name="connsiteY179" fmla="*/ 160532 h 243348"/>
                <a:gd name="connsiteX180" fmla="*/ 154937 w 169869"/>
                <a:gd name="connsiteY180" fmla="*/ 155881 h 243348"/>
                <a:gd name="connsiteX181" fmla="*/ 161263 w 169869"/>
                <a:gd name="connsiteY181" fmla="*/ 155555 h 243348"/>
                <a:gd name="connsiteX182" fmla="*/ 163062 w 169869"/>
                <a:gd name="connsiteY182" fmla="*/ 155510 h 243348"/>
                <a:gd name="connsiteX183" fmla="*/ 167588 w 169869"/>
                <a:gd name="connsiteY183" fmla="*/ 155881 h 243348"/>
                <a:gd name="connsiteX184" fmla="*/ 168332 w 169869"/>
                <a:gd name="connsiteY184" fmla="*/ 158857 h 243348"/>
                <a:gd name="connsiteX185" fmla="*/ 175843 w 169869"/>
                <a:gd name="connsiteY185" fmla="*/ 158599 h 243348"/>
                <a:gd name="connsiteX186" fmla="*/ 178006 w 169869"/>
                <a:gd name="connsiteY186" fmla="*/ 158857 h 243348"/>
                <a:gd name="connsiteX187" fmla="*/ 178308 w 169869"/>
                <a:gd name="connsiteY187" fmla="*/ 160721 h 243348"/>
                <a:gd name="connsiteX188" fmla="*/ 178750 w 169869"/>
                <a:gd name="connsiteY188" fmla="*/ 162578 h 243348"/>
                <a:gd name="connsiteX189" fmla="*/ 184703 w 169869"/>
                <a:gd name="connsiteY189" fmla="*/ 162578 h 243348"/>
                <a:gd name="connsiteX190" fmla="*/ 184843 w 169869"/>
                <a:gd name="connsiteY190" fmla="*/ 168485 h 243348"/>
                <a:gd name="connsiteX191" fmla="*/ 184899 w 169869"/>
                <a:gd name="connsiteY191" fmla="*/ 170187 h 243348"/>
                <a:gd name="connsiteX192" fmla="*/ 184703 w 169869"/>
                <a:gd name="connsiteY192" fmla="*/ 174484 h 243348"/>
                <a:gd name="connsiteX193" fmla="*/ 182471 w 169869"/>
                <a:gd name="connsiteY193" fmla="*/ 175229 h 243348"/>
                <a:gd name="connsiteX194" fmla="*/ 182052 w 169869"/>
                <a:gd name="connsiteY194" fmla="*/ 179321 h 243348"/>
                <a:gd name="connsiteX195" fmla="*/ 181727 w 169869"/>
                <a:gd name="connsiteY195" fmla="*/ 183414 h 243348"/>
                <a:gd name="connsiteX196" fmla="*/ 180238 w 169869"/>
                <a:gd name="connsiteY196" fmla="*/ 184158 h 243348"/>
                <a:gd name="connsiteX197" fmla="*/ 179494 w 169869"/>
                <a:gd name="connsiteY197" fmla="*/ 187879 h 243348"/>
                <a:gd name="connsiteX198" fmla="*/ 178750 w 169869"/>
                <a:gd name="connsiteY198" fmla="*/ 191600 h 243348"/>
                <a:gd name="connsiteX199" fmla="*/ 177262 w 169869"/>
                <a:gd name="connsiteY199" fmla="*/ 192344 h 243348"/>
                <a:gd name="connsiteX200" fmla="*/ 176846 w 169869"/>
                <a:gd name="connsiteY200" fmla="*/ 196948 h 243348"/>
                <a:gd name="connsiteX201" fmla="*/ 176518 w 169869"/>
                <a:gd name="connsiteY201" fmla="*/ 198297 h 243348"/>
                <a:gd name="connsiteX202" fmla="*/ 174285 w 169869"/>
                <a:gd name="connsiteY202" fmla="*/ 199041 h 243348"/>
                <a:gd name="connsiteX203" fmla="*/ 173541 w 169869"/>
                <a:gd name="connsiteY203" fmla="*/ 202762 h 243348"/>
                <a:gd name="connsiteX204" fmla="*/ 171309 w 169869"/>
                <a:gd name="connsiteY204" fmla="*/ 204994 h 243348"/>
                <a:gd name="connsiteX205" fmla="*/ 170564 w 169869"/>
                <a:gd name="connsiteY205" fmla="*/ 207971 h 243348"/>
                <a:gd name="connsiteX206" fmla="*/ 169076 w 169869"/>
                <a:gd name="connsiteY206" fmla="*/ 208715 h 243348"/>
                <a:gd name="connsiteX207" fmla="*/ 168378 w 169869"/>
                <a:gd name="connsiteY207" fmla="*/ 210994 h 243348"/>
                <a:gd name="connsiteX208" fmla="*/ 167588 w 169869"/>
                <a:gd name="connsiteY208" fmla="*/ 213180 h 243348"/>
                <a:gd name="connsiteX209" fmla="*/ 165355 w 169869"/>
                <a:gd name="connsiteY209" fmla="*/ 213180 h 243348"/>
                <a:gd name="connsiteX210" fmla="*/ 163867 w 169869"/>
                <a:gd name="connsiteY210" fmla="*/ 216900 h 243348"/>
                <a:gd name="connsiteX211" fmla="*/ 162379 w 169869"/>
                <a:gd name="connsiteY211" fmla="*/ 216900 h 243348"/>
                <a:gd name="connsiteX212" fmla="*/ 161635 w 169869"/>
                <a:gd name="connsiteY212" fmla="*/ 219877 h 243348"/>
                <a:gd name="connsiteX213" fmla="*/ 160146 w 169869"/>
                <a:gd name="connsiteY213" fmla="*/ 220621 h 243348"/>
                <a:gd name="connsiteX214" fmla="*/ 159867 w 169869"/>
                <a:gd name="connsiteY214" fmla="*/ 222063 h 243348"/>
                <a:gd name="connsiteX215" fmla="*/ 158100 w 169869"/>
                <a:gd name="connsiteY215" fmla="*/ 224295 h 243348"/>
                <a:gd name="connsiteX216" fmla="*/ 156426 w 169869"/>
                <a:gd name="connsiteY216" fmla="*/ 225086 h 243348"/>
                <a:gd name="connsiteX217" fmla="*/ 151217 w 169869"/>
                <a:gd name="connsiteY217" fmla="*/ 231039 h 243348"/>
                <a:gd name="connsiteX218" fmla="*/ 148240 w 169869"/>
                <a:gd name="connsiteY218" fmla="*/ 231039 h 243348"/>
                <a:gd name="connsiteX219" fmla="*/ 148240 w 169869"/>
                <a:gd name="connsiteY219" fmla="*/ 234016 h 243348"/>
                <a:gd name="connsiteX220" fmla="*/ 146054 w 169869"/>
                <a:gd name="connsiteY220" fmla="*/ 234202 h 243348"/>
                <a:gd name="connsiteX221" fmla="*/ 143775 w 169869"/>
                <a:gd name="connsiteY221" fmla="*/ 234760 h 243348"/>
                <a:gd name="connsiteX222" fmla="*/ 143496 w 169869"/>
                <a:gd name="connsiteY222" fmla="*/ 236248 h 243348"/>
                <a:gd name="connsiteX223" fmla="*/ 143031 w 169869"/>
                <a:gd name="connsiteY223" fmla="*/ 237736 h 243348"/>
                <a:gd name="connsiteX224" fmla="*/ 138427 w 169869"/>
                <a:gd name="connsiteY224" fmla="*/ 238204 h 243348"/>
                <a:gd name="connsiteX225" fmla="*/ 137078 w 169869"/>
                <a:gd name="connsiteY225" fmla="*/ 238481 h 243348"/>
                <a:gd name="connsiteX226" fmla="*/ 136334 w 169869"/>
                <a:gd name="connsiteY226" fmla="*/ 240713 h 243348"/>
                <a:gd name="connsiteX227" fmla="*/ 133078 w 169869"/>
                <a:gd name="connsiteY227" fmla="*/ 241225 h 243348"/>
                <a:gd name="connsiteX228" fmla="*/ 131294 w 169869"/>
                <a:gd name="connsiteY228" fmla="*/ 241373 h 243348"/>
                <a:gd name="connsiteX229" fmla="*/ 127404 w 169869"/>
                <a:gd name="connsiteY229" fmla="*/ 241457 h 243348"/>
                <a:gd name="connsiteX230" fmla="*/ 127158 w 169869"/>
                <a:gd name="connsiteY230" fmla="*/ 242921 h 243348"/>
                <a:gd name="connsiteX231" fmla="*/ 126660 w 169869"/>
                <a:gd name="connsiteY231" fmla="*/ 244434 h 243348"/>
                <a:gd name="connsiteX232" fmla="*/ 122421 w 169869"/>
                <a:gd name="connsiteY232" fmla="*/ 244819 h 243348"/>
                <a:gd name="connsiteX233" fmla="*/ 119674 w 169869"/>
                <a:gd name="connsiteY233" fmla="*/ 244847 h 243348"/>
                <a:gd name="connsiteX234" fmla="*/ 116684 w 169869"/>
                <a:gd name="connsiteY234" fmla="*/ 244829 h 243348"/>
                <a:gd name="connsiteX235" fmla="*/ 113639 w 169869"/>
                <a:gd name="connsiteY235" fmla="*/ 244838 h 243348"/>
                <a:gd name="connsiteX236" fmla="*/ 107251 w 169869"/>
                <a:gd name="connsiteY236" fmla="*/ 244822 h 243348"/>
                <a:gd name="connsiteX237" fmla="*/ 99045 w 169869"/>
                <a:gd name="connsiteY237" fmla="*/ 244832 h 243348"/>
                <a:gd name="connsiteX238" fmla="*/ 92756 w 169869"/>
                <a:gd name="connsiteY238" fmla="*/ 244832 h 243348"/>
                <a:gd name="connsiteX239" fmla="*/ 89730 w 169869"/>
                <a:gd name="connsiteY239" fmla="*/ 244839 h 243348"/>
                <a:gd name="connsiteX240" fmla="*/ 85507 w 169869"/>
                <a:gd name="connsiteY240" fmla="*/ 244819 h 243348"/>
                <a:gd name="connsiteX241" fmla="*/ 83075 w 169869"/>
                <a:gd name="connsiteY241" fmla="*/ 244812 h 243348"/>
                <a:gd name="connsiteX242" fmla="*/ 81268 w 169869"/>
                <a:gd name="connsiteY242" fmla="*/ 244434 h 243348"/>
                <a:gd name="connsiteX243" fmla="*/ 80523 w 169869"/>
                <a:gd name="connsiteY243" fmla="*/ 241457 h 243348"/>
                <a:gd name="connsiteX244" fmla="*/ 75640 w 169869"/>
                <a:gd name="connsiteY244" fmla="*/ 240899 h 243348"/>
                <a:gd name="connsiteX245" fmla="*/ 72940 w 169869"/>
                <a:gd name="connsiteY245" fmla="*/ 240771 h 243348"/>
                <a:gd name="connsiteX246" fmla="*/ 70850 w 169869"/>
                <a:gd name="connsiteY246" fmla="*/ 240713 h 243348"/>
                <a:gd name="connsiteX247" fmla="*/ 70850 w 169869"/>
                <a:gd name="connsiteY247" fmla="*/ 237736 h 243348"/>
                <a:gd name="connsiteX248" fmla="*/ 64896 w 169869"/>
                <a:gd name="connsiteY248" fmla="*/ 237736 h 243348"/>
                <a:gd name="connsiteX249" fmla="*/ 64896 w 169869"/>
                <a:gd name="connsiteY249" fmla="*/ 234760 h 243348"/>
                <a:gd name="connsiteX250" fmla="*/ 58943 w 169869"/>
                <a:gd name="connsiteY250" fmla="*/ 234016 h 243348"/>
                <a:gd name="connsiteX251" fmla="*/ 58943 w 169869"/>
                <a:gd name="connsiteY251" fmla="*/ 231039 h 243348"/>
                <a:gd name="connsiteX252" fmla="*/ 57176 w 169869"/>
                <a:gd name="connsiteY252" fmla="*/ 231225 h 243348"/>
                <a:gd name="connsiteX253" fmla="*/ 55223 w 169869"/>
                <a:gd name="connsiteY253" fmla="*/ 231039 h 243348"/>
                <a:gd name="connsiteX254" fmla="*/ 53734 w 169869"/>
                <a:gd name="connsiteY254" fmla="*/ 228063 h 243348"/>
                <a:gd name="connsiteX255" fmla="*/ 52153 w 169869"/>
                <a:gd name="connsiteY255" fmla="*/ 227690 h 243348"/>
                <a:gd name="connsiteX256" fmla="*/ 50758 w 169869"/>
                <a:gd name="connsiteY256" fmla="*/ 227318 h 243348"/>
                <a:gd name="connsiteX257" fmla="*/ 50758 w 169869"/>
                <a:gd name="connsiteY257" fmla="*/ 224342 h 243348"/>
                <a:gd name="connsiteX258" fmla="*/ 47781 w 169869"/>
                <a:gd name="connsiteY258" fmla="*/ 224342 h 243348"/>
                <a:gd name="connsiteX259" fmla="*/ 47037 w 169869"/>
                <a:gd name="connsiteY259" fmla="*/ 221365 h 243348"/>
                <a:gd name="connsiteX260" fmla="*/ 44805 w 169869"/>
                <a:gd name="connsiteY260" fmla="*/ 220621 h 243348"/>
                <a:gd name="connsiteX261" fmla="*/ 44060 w 169869"/>
                <a:gd name="connsiteY261" fmla="*/ 217645 h 243348"/>
                <a:gd name="connsiteX262" fmla="*/ 41828 w 169869"/>
                <a:gd name="connsiteY262" fmla="*/ 216900 h 243348"/>
                <a:gd name="connsiteX263" fmla="*/ 40293 w 169869"/>
                <a:gd name="connsiteY263" fmla="*/ 214296 h 243348"/>
                <a:gd name="connsiteX264" fmla="*/ 37363 w 169869"/>
                <a:gd name="connsiteY264" fmla="*/ 210947 h 243348"/>
                <a:gd name="connsiteX265" fmla="*/ 35875 w 169869"/>
                <a:gd name="connsiteY265" fmla="*/ 206482 h 243348"/>
                <a:gd name="connsiteX266" fmla="*/ 34387 w 169869"/>
                <a:gd name="connsiteY266" fmla="*/ 205738 h 243348"/>
                <a:gd name="connsiteX267" fmla="*/ 33643 w 169869"/>
                <a:gd name="connsiteY267" fmla="*/ 201274 h 243348"/>
                <a:gd name="connsiteX268" fmla="*/ 31410 w 169869"/>
                <a:gd name="connsiteY268" fmla="*/ 201274 h 243348"/>
                <a:gd name="connsiteX269" fmla="*/ 31131 w 169869"/>
                <a:gd name="connsiteY269" fmla="*/ 198716 h 243348"/>
                <a:gd name="connsiteX270" fmla="*/ 30666 w 169869"/>
                <a:gd name="connsiteY270" fmla="*/ 196065 h 243348"/>
                <a:gd name="connsiteX271" fmla="*/ 29178 w 169869"/>
                <a:gd name="connsiteY271" fmla="*/ 195320 h 243348"/>
                <a:gd name="connsiteX272" fmla="*/ 28713 w 169869"/>
                <a:gd name="connsiteY272" fmla="*/ 191925 h 243348"/>
                <a:gd name="connsiteX273" fmla="*/ 28544 w 169869"/>
                <a:gd name="connsiteY273" fmla="*/ 190062 h 243348"/>
                <a:gd name="connsiteX274" fmla="*/ 28434 w 169869"/>
                <a:gd name="connsiteY274" fmla="*/ 188623 h 243348"/>
                <a:gd name="connsiteX275" fmla="*/ 26201 w 169869"/>
                <a:gd name="connsiteY275" fmla="*/ 188623 h 243348"/>
                <a:gd name="connsiteX276" fmla="*/ 25457 w 169869"/>
                <a:gd name="connsiteY276" fmla="*/ 181182 h 243348"/>
                <a:gd name="connsiteX277" fmla="*/ 23225 w 169869"/>
                <a:gd name="connsiteY277" fmla="*/ 181926 h 243348"/>
                <a:gd name="connsiteX278" fmla="*/ 23114 w 169869"/>
                <a:gd name="connsiteY278" fmla="*/ 179836 h 243348"/>
                <a:gd name="connsiteX279" fmla="*/ 22945 w 169869"/>
                <a:gd name="connsiteY279" fmla="*/ 177135 h 243348"/>
                <a:gd name="connsiteX280" fmla="*/ 22789 w 169869"/>
                <a:gd name="connsiteY280" fmla="*/ 174441 h 243348"/>
                <a:gd name="connsiteX281" fmla="*/ 22480 w 169869"/>
                <a:gd name="connsiteY281" fmla="*/ 172252 h 243348"/>
                <a:gd name="connsiteX282" fmla="*/ 20992 w 169869"/>
                <a:gd name="connsiteY282" fmla="*/ 171508 h 243348"/>
                <a:gd name="connsiteX283" fmla="*/ 20091 w 169869"/>
                <a:gd name="connsiteY283" fmla="*/ 163383 h 243348"/>
                <a:gd name="connsiteX284" fmla="*/ 19504 w 169869"/>
                <a:gd name="connsiteY284" fmla="*/ 158857 h 243348"/>
                <a:gd name="connsiteX285" fmla="*/ 18016 w 169869"/>
                <a:gd name="connsiteY285" fmla="*/ 158113 h 243348"/>
                <a:gd name="connsiteX286" fmla="*/ 17760 w 169869"/>
                <a:gd name="connsiteY286" fmla="*/ 154349 h 243348"/>
                <a:gd name="connsiteX287" fmla="*/ 17693 w 169869"/>
                <a:gd name="connsiteY287" fmla="*/ 152037 h 243348"/>
                <a:gd name="connsiteX288" fmla="*/ 17643 w 169869"/>
                <a:gd name="connsiteY288" fmla="*/ 149602 h 243348"/>
                <a:gd name="connsiteX289" fmla="*/ 17527 w 169869"/>
                <a:gd name="connsiteY289" fmla="*/ 144861 h 243348"/>
                <a:gd name="connsiteX290" fmla="*/ 17485 w 169869"/>
                <a:gd name="connsiteY290" fmla="*/ 142726 h 243348"/>
                <a:gd name="connsiteX291" fmla="*/ 15783 w 169869"/>
                <a:gd name="connsiteY291" fmla="*/ 139510 h 243348"/>
                <a:gd name="connsiteX292" fmla="*/ 15039 w 169869"/>
                <a:gd name="connsiteY292" fmla="*/ 139510 h 243348"/>
                <a:gd name="connsiteX293" fmla="*/ 15039 w 169869"/>
                <a:gd name="connsiteY293" fmla="*/ 103791 h 243348"/>
                <a:gd name="connsiteX294" fmla="*/ 17271 w 169869"/>
                <a:gd name="connsiteY294" fmla="*/ 103791 h 243348"/>
                <a:gd name="connsiteX295" fmla="*/ 18016 w 169869"/>
                <a:gd name="connsiteY295" fmla="*/ 84443 h 243348"/>
                <a:gd name="connsiteX296" fmla="*/ 20248 w 169869"/>
                <a:gd name="connsiteY296" fmla="*/ 84443 h 243348"/>
                <a:gd name="connsiteX297" fmla="*/ 20358 w 169869"/>
                <a:gd name="connsiteY297" fmla="*/ 81865 h 243348"/>
                <a:gd name="connsiteX298" fmla="*/ 20527 w 169869"/>
                <a:gd name="connsiteY298" fmla="*/ 78537 h 243348"/>
                <a:gd name="connsiteX299" fmla="*/ 20597 w 169869"/>
                <a:gd name="connsiteY299" fmla="*/ 76835 h 243348"/>
                <a:gd name="connsiteX300" fmla="*/ 20992 w 169869"/>
                <a:gd name="connsiteY300" fmla="*/ 72537 h 243348"/>
                <a:gd name="connsiteX301" fmla="*/ 22480 w 169869"/>
                <a:gd name="connsiteY301" fmla="*/ 71793 h 243348"/>
                <a:gd name="connsiteX302" fmla="*/ 22896 w 169869"/>
                <a:gd name="connsiteY302" fmla="*/ 65445 h 243348"/>
                <a:gd name="connsiteX303" fmla="*/ 23225 w 169869"/>
                <a:gd name="connsiteY303" fmla="*/ 63608 h 243348"/>
                <a:gd name="connsiteX304" fmla="*/ 25457 w 169869"/>
                <a:gd name="connsiteY304" fmla="*/ 62863 h 243348"/>
                <a:gd name="connsiteX305" fmla="*/ 25969 w 169869"/>
                <a:gd name="connsiteY305" fmla="*/ 59840 h 243348"/>
                <a:gd name="connsiteX306" fmla="*/ 26201 w 169869"/>
                <a:gd name="connsiteY306" fmla="*/ 56910 h 243348"/>
                <a:gd name="connsiteX307" fmla="*/ 28434 w 169869"/>
                <a:gd name="connsiteY307" fmla="*/ 56910 h 243348"/>
                <a:gd name="connsiteX308" fmla="*/ 28666 w 169869"/>
                <a:gd name="connsiteY308" fmla="*/ 54073 h 243348"/>
                <a:gd name="connsiteX309" fmla="*/ 31410 w 169869"/>
                <a:gd name="connsiteY309" fmla="*/ 48725 h 243348"/>
                <a:gd name="connsiteX310" fmla="*/ 31410 w 169869"/>
                <a:gd name="connsiteY310" fmla="*/ 45004 h 243348"/>
                <a:gd name="connsiteX311" fmla="*/ 33643 w 169869"/>
                <a:gd name="connsiteY311" fmla="*/ 45004 h 243348"/>
                <a:gd name="connsiteX312" fmla="*/ 33875 w 169869"/>
                <a:gd name="connsiteY312" fmla="*/ 42818 h 243348"/>
                <a:gd name="connsiteX313" fmla="*/ 34387 w 169869"/>
                <a:gd name="connsiteY313" fmla="*/ 40539 h 243348"/>
                <a:gd name="connsiteX314" fmla="*/ 36619 w 169869"/>
                <a:gd name="connsiteY314" fmla="*/ 39795 h 243348"/>
                <a:gd name="connsiteX315" fmla="*/ 38107 w 169869"/>
                <a:gd name="connsiteY315" fmla="*/ 36818 h 243348"/>
                <a:gd name="connsiteX316" fmla="*/ 39596 w 169869"/>
                <a:gd name="connsiteY316" fmla="*/ 36818 h 243348"/>
                <a:gd name="connsiteX317" fmla="*/ 39921 w 169869"/>
                <a:gd name="connsiteY317" fmla="*/ 34958 h 243348"/>
                <a:gd name="connsiteX318" fmla="*/ 40340 w 169869"/>
                <a:gd name="connsiteY318" fmla="*/ 33098 h 243348"/>
                <a:gd name="connsiteX319" fmla="*/ 42572 w 169869"/>
                <a:gd name="connsiteY319" fmla="*/ 33098 h 243348"/>
                <a:gd name="connsiteX320" fmla="*/ 43316 w 169869"/>
                <a:gd name="connsiteY320" fmla="*/ 30121 h 243348"/>
                <a:gd name="connsiteX321" fmla="*/ 44805 w 169869"/>
                <a:gd name="connsiteY321" fmla="*/ 29377 h 243348"/>
                <a:gd name="connsiteX322" fmla="*/ 45549 w 169869"/>
                <a:gd name="connsiteY322" fmla="*/ 27889 h 243348"/>
                <a:gd name="connsiteX323" fmla="*/ 47781 w 169869"/>
                <a:gd name="connsiteY323" fmla="*/ 25656 h 243348"/>
                <a:gd name="connsiteX324" fmla="*/ 48432 w 169869"/>
                <a:gd name="connsiteY324" fmla="*/ 24168 h 243348"/>
                <a:gd name="connsiteX325" fmla="*/ 49269 w 169869"/>
                <a:gd name="connsiteY325" fmla="*/ 22680 h 243348"/>
                <a:gd name="connsiteX326" fmla="*/ 50851 w 169869"/>
                <a:gd name="connsiteY326" fmla="*/ 22308 h 243348"/>
                <a:gd name="connsiteX327" fmla="*/ 52246 w 169869"/>
                <a:gd name="connsiteY327" fmla="*/ 21936 h 243348"/>
                <a:gd name="connsiteX328" fmla="*/ 52246 w 169869"/>
                <a:gd name="connsiteY328" fmla="*/ 18959 h 243348"/>
                <a:gd name="connsiteX329" fmla="*/ 56711 w 169869"/>
                <a:gd name="connsiteY329" fmla="*/ 18959 h 243348"/>
                <a:gd name="connsiteX330" fmla="*/ 56711 w 169869"/>
                <a:gd name="connsiteY330" fmla="*/ 15983 h 243348"/>
                <a:gd name="connsiteX331" fmla="*/ 61920 w 169869"/>
                <a:gd name="connsiteY331" fmla="*/ 15238 h 243348"/>
                <a:gd name="connsiteX332" fmla="*/ 61920 w 169869"/>
                <a:gd name="connsiteY332" fmla="*/ 12262 h 243348"/>
                <a:gd name="connsiteX333" fmla="*/ 64478 w 169869"/>
                <a:gd name="connsiteY333" fmla="*/ 12076 h 243348"/>
                <a:gd name="connsiteX334" fmla="*/ 67129 w 169869"/>
                <a:gd name="connsiteY334" fmla="*/ 11518 h 243348"/>
                <a:gd name="connsiteX335" fmla="*/ 67454 w 169869"/>
                <a:gd name="connsiteY335" fmla="*/ 9983 h 243348"/>
                <a:gd name="connsiteX336" fmla="*/ 67873 w 169869"/>
                <a:gd name="connsiteY336" fmla="*/ 8541 h 243348"/>
                <a:gd name="connsiteX337" fmla="*/ 73826 w 169869"/>
                <a:gd name="connsiteY337" fmla="*/ 8541 h 243348"/>
                <a:gd name="connsiteX338" fmla="*/ 73826 w 169869"/>
                <a:gd name="connsiteY338" fmla="*/ 5565 h 243348"/>
                <a:gd name="connsiteX339" fmla="*/ 75916 w 169869"/>
                <a:gd name="connsiteY339" fmla="*/ 5506 h 243348"/>
                <a:gd name="connsiteX340" fmla="*/ 78617 w 169869"/>
                <a:gd name="connsiteY340" fmla="*/ 5379 h 243348"/>
                <a:gd name="connsiteX341" fmla="*/ 81311 w 169869"/>
                <a:gd name="connsiteY341" fmla="*/ 5274 h 243348"/>
                <a:gd name="connsiteX342" fmla="*/ 83500 w 169869"/>
                <a:gd name="connsiteY342" fmla="*/ 4820 h 243348"/>
                <a:gd name="connsiteX343" fmla="*/ 83760 w 169869"/>
                <a:gd name="connsiteY343" fmla="*/ 3325 h 243348"/>
                <a:gd name="connsiteX344" fmla="*/ 84244 w 169869"/>
                <a:gd name="connsiteY344" fmla="*/ 1844 h 24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69869" h="243348">
                  <a:moveTo>
                    <a:pt x="84244" y="1844"/>
                  </a:moveTo>
                  <a:cubicBezTo>
                    <a:pt x="85944" y="1486"/>
                    <a:pt x="85944" y="1486"/>
                    <a:pt x="88222" y="1506"/>
                  </a:cubicBezTo>
                  <a:cubicBezTo>
                    <a:pt x="89071" y="1506"/>
                    <a:pt x="89921" y="1506"/>
                    <a:pt x="90795" y="1507"/>
                  </a:cubicBezTo>
                  <a:cubicBezTo>
                    <a:pt x="92181" y="1530"/>
                    <a:pt x="92181" y="1530"/>
                    <a:pt x="93595" y="1553"/>
                  </a:cubicBezTo>
                  <a:cubicBezTo>
                    <a:pt x="95006" y="1559"/>
                    <a:pt x="95006" y="1559"/>
                    <a:pt x="96445" y="1566"/>
                  </a:cubicBezTo>
                  <a:cubicBezTo>
                    <a:pt x="98950" y="1580"/>
                    <a:pt x="101453" y="1607"/>
                    <a:pt x="103958" y="1639"/>
                  </a:cubicBezTo>
                  <a:cubicBezTo>
                    <a:pt x="106511" y="1670"/>
                    <a:pt x="109065" y="1683"/>
                    <a:pt x="111619" y="1699"/>
                  </a:cubicBezTo>
                  <a:cubicBezTo>
                    <a:pt x="116633" y="1731"/>
                    <a:pt x="121646" y="1781"/>
                    <a:pt x="126660" y="1844"/>
                  </a:cubicBezTo>
                  <a:cubicBezTo>
                    <a:pt x="126660" y="3072"/>
                    <a:pt x="126660" y="4300"/>
                    <a:pt x="126660" y="5565"/>
                  </a:cubicBezTo>
                  <a:cubicBezTo>
                    <a:pt x="130098" y="5565"/>
                    <a:pt x="133536" y="5565"/>
                    <a:pt x="137078" y="5565"/>
                  </a:cubicBezTo>
                  <a:cubicBezTo>
                    <a:pt x="137078" y="6547"/>
                    <a:pt x="137078" y="7529"/>
                    <a:pt x="137078" y="8541"/>
                  </a:cubicBezTo>
                  <a:cubicBezTo>
                    <a:pt x="139043" y="8541"/>
                    <a:pt x="141007" y="8541"/>
                    <a:pt x="143031" y="8541"/>
                  </a:cubicBezTo>
                  <a:cubicBezTo>
                    <a:pt x="143031" y="9769"/>
                    <a:pt x="143031" y="10997"/>
                    <a:pt x="143031" y="12262"/>
                  </a:cubicBezTo>
                  <a:cubicBezTo>
                    <a:pt x="144297" y="12170"/>
                    <a:pt x="144297" y="12170"/>
                    <a:pt x="145589" y="12076"/>
                  </a:cubicBezTo>
                  <a:cubicBezTo>
                    <a:pt x="146464" y="12137"/>
                    <a:pt x="147339" y="12199"/>
                    <a:pt x="148240" y="12262"/>
                  </a:cubicBezTo>
                  <a:cubicBezTo>
                    <a:pt x="148705" y="13704"/>
                    <a:pt x="148705" y="13704"/>
                    <a:pt x="148984" y="15238"/>
                  </a:cubicBezTo>
                  <a:cubicBezTo>
                    <a:pt x="150220" y="15510"/>
                    <a:pt x="151460" y="15759"/>
                    <a:pt x="152705" y="15983"/>
                  </a:cubicBezTo>
                  <a:cubicBezTo>
                    <a:pt x="152705" y="16719"/>
                    <a:pt x="152705" y="17456"/>
                    <a:pt x="152705" y="18215"/>
                  </a:cubicBezTo>
                  <a:cubicBezTo>
                    <a:pt x="153690" y="18726"/>
                    <a:pt x="154684" y="19218"/>
                    <a:pt x="155682" y="19703"/>
                  </a:cubicBezTo>
                  <a:cubicBezTo>
                    <a:pt x="159237" y="22928"/>
                    <a:pt x="159237" y="22928"/>
                    <a:pt x="160146" y="25656"/>
                  </a:cubicBezTo>
                  <a:cubicBezTo>
                    <a:pt x="160883" y="26147"/>
                    <a:pt x="161620" y="26639"/>
                    <a:pt x="162379" y="27145"/>
                  </a:cubicBezTo>
                  <a:cubicBezTo>
                    <a:pt x="162624" y="27881"/>
                    <a:pt x="162870" y="28618"/>
                    <a:pt x="163123" y="29377"/>
                  </a:cubicBezTo>
                  <a:cubicBezTo>
                    <a:pt x="163507" y="29761"/>
                    <a:pt x="163890" y="30144"/>
                    <a:pt x="164286" y="30540"/>
                  </a:cubicBezTo>
                  <a:cubicBezTo>
                    <a:pt x="165355" y="31609"/>
                    <a:pt x="165355" y="31609"/>
                    <a:pt x="165355" y="33098"/>
                  </a:cubicBezTo>
                  <a:cubicBezTo>
                    <a:pt x="166092" y="33343"/>
                    <a:pt x="166829" y="33589"/>
                    <a:pt x="167588" y="33842"/>
                  </a:cubicBezTo>
                  <a:cubicBezTo>
                    <a:pt x="168110" y="35071"/>
                    <a:pt x="168607" y="36312"/>
                    <a:pt x="169076" y="37563"/>
                  </a:cubicBezTo>
                  <a:cubicBezTo>
                    <a:pt x="169567" y="37808"/>
                    <a:pt x="170058" y="38054"/>
                    <a:pt x="170564" y="38307"/>
                  </a:cubicBezTo>
                  <a:cubicBezTo>
                    <a:pt x="171060" y="40043"/>
                    <a:pt x="171557" y="41779"/>
                    <a:pt x="172053" y="43516"/>
                  </a:cubicBezTo>
                  <a:cubicBezTo>
                    <a:pt x="172544" y="43761"/>
                    <a:pt x="173035" y="44007"/>
                    <a:pt x="173541" y="44260"/>
                  </a:cubicBezTo>
                  <a:cubicBezTo>
                    <a:pt x="173844" y="45987"/>
                    <a:pt x="174095" y="47725"/>
                    <a:pt x="174285" y="49469"/>
                  </a:cubicBezTo>
                  <a:cubicBezTo>
                    <a:pt x="175022" y="49469"/>
                    <a:pt x="175759" y="49469"/>
                    <a:pt x="176518" y="49469"/>
                  </a:cubicBezTo>
                  <a:cubicBezTo>
                    <a:pt x="176518" y="51925"/>
                    <a:pt x="176518" y="54380"/>
                    <a:pt x="176518" y="56910"/>
                  </a:cubicBezTo>
                  <a:cubicBezTo>
                    <a:pt x="177254" y="56910"/>
                    <a:pt x="177991" y="56910"/>
                    <a:pt x="178750" y="56910"/>
                  </a:cubicBezTo>
                  <a:cubicBezTo>
                    <a:pt x="178996" y="59611"/>
                    <a:pt x="179241" y="62313"/>
                    <a:pt x="179494" y="65096"/>
                  </a:cubicBezTo>
                  <a:cubicBezTo>
                    <a:pt x="180231" y="65096"/>
                    <a:pt x="180967" y="65096"/>
                    <a:pt x="181727" y="65096"/>
                  </a:cubicBezTo>
                  <a:cubicBezTo>
                    <a:pt x="182020" y="67878"/>
                    <a:pt x="182222" y="70517"/>
                    <a:pt x="181727" y="73281"/>
                  </a:cubicBezTo>
                  <a:cubicBezTo>
                    <a:pt x="179169" y="74398"/>
                    <a:pt x="179169" y="74398"/>
                    <a:pt x="176518" y="74770"/>
                  </a:cubicBezTo>
                  <a:cubicBezTo>
                    <a:pt x="176272" y="75506"/>
                    <a:pt x="176026" y="76243"/>
                    <a:pt x="175773" y="77002"/>
                  </a:cubicBezTo>
                  <a:cubicBezTo>
                    <a:pt x="173068" y="77323"/>
                    <a:pt x="170404" y="77330"/>
                    <a:pt x="167681" y="77371"/>
                  </a:cubicBezTo>
                  <a:cubicBezTo>
                    <a:pt x="166530" y="77557"/>
                    <a:pt x="166530" y="77557"/>
                    <a:pt x="165355" y="77746"/>
                  </a:cubicBezTo>
                  <a:cubicBezTo>
                    <a:pt x="165194" y="78489"/>
                    <a:pt x="165194" y="78489"/>
                    <a:pt x="165030" y="79246"/>
                  </a:cubicBezTo>
                  <a:cubicBezTo>
                    <a:pt x="164892" y="79733"/>
                    <a:pt x="164754" y="80221"/>
                    <a:pt x="164611" y="80723"/>
                  </a:cubicBezTo>
                  <a:cubicBezTo>
                    <a:pt x="162523" y="80972"/>
                    <a:pt x="160739" y="81036"/>
                    <a:pt x="158658" y="80955"/>
                  </a:cubicBezTo>
                  <a:cubicBezTo>
                    <a:pt x="158100" y="80948"/>
                    <a:pt x="157542" y="80941"/>
                    <a:pt x="156966" y="80933"/>
                  </a:cubicBezTo>
                  <a:cubicBezTo>
                    <a:pt x="152830" y="80848"/>
                    <a:pt x="152830" y="80848"/>
                    <a:pt x="151961" y="79979"/>
                  </a:cubicBezTo>
                  <a:cubicBezTo>
                    <a:pt x="151750" y="78083"/>
                    <a:pt x="151627" y="76187"/>
                    <a:pt x="151499" y="74284"/>
                  </a:cubicBezTo>
                  <a:cubicBezTo>
                    <a:pt x="151369" y="72399"/>
                    <a:pt x="151369" y="72399"/>
                    <a:pt x="149728" y="71049"/>
                  </a:cubicBezTo>
                  <a:cubicBezTo>
                    <a:pt x="149483" y="71049"/>
                    <a:pt x="149237" y="71049"/>
                    <a:pt x="148984" y="71049"/>
                  </a:cubicBezTo>
                  <a:cubicBezTo>
                    <a:pt x="148930" y="70256"/>
                    <a:pt x="148930" y="70256"/>
                    <a:pt x="148874" y="69447"/>
                  </a:cubicBezTo>
                  <a:cubicBezTo>
                    <a:pt x="148790" y="68421"/>
                    <a:pt x="148790" y="68421"/>
                    <a:pt x="148705" y="67375"/>
                  </a:cubicBezTo>
                  <a:cubicBezTo>
                    <a:pt x="148653" y="66693"/>
                    <a:pt x="148602" y="66011"/>
                    <a:pt x="148548" y="65308"/>
                  </a:cubicBezTo>
                  <a:cubicBezTo>
                    <a:pt x="148447" y="64747"/>
                    <a:pt x="148345" y="64186"/>
                    <a:pt x="148240" y="63608"/>
                  </a:cubicBezTo>
                  <a:cubicBezTo>
                    <a:pt x="147749" y="63362"/>
                    <a:pt x="147258" y="63116"/>
                    <a:pt x="146752" y="62863"/>
                  </a:cubicBezTo>
                  <a:cubicBezTo>
                    <a:pt x="146449" y="61136"/>
                    <a:pt x="146198" y="59398"/>
                    <a:pt x="146008" y="57654"/>
                  </a:cubicBezTo>
                  <a:cubicBezTo>
                    <a:pt x="145271" y="57654"/>
                    <a:pt x="144534" y="57654"/>
                    <a:pt x="143775" y="57654"/>
                  </a:cubicBezTo>
                  <a:cubicBezTo>
                    <a:pt x="143491" y="56422"/>
                    <a:pt x="143244" y="55180"/>
                    <a:pt x="143031" y="53934"/>
                  </a:cubicBezTo>
                  <a:cubicBezTo>
                    <a:pt x="142540" y="53688"/>
                    <a:pt x="142049" y="53443"/>
                    <a:pt x="141543" y="53190"/>
                  </a:cubicBezTo>
                  <a:cubicBezTo>
                    <a:pt x="141047" y="51949"/>
                    <a:pt x="140551" y="50709"/>
                    <a:pt x="140055" y="49469"/>
                  </a:cubicBezTo>
                  <a:cubicBezTo>
                    <a:pt x="139563" y="49223"/>
                    <a:pt x="139072" y="48978"/>
                    <a:pt x="138566" y="48725"/>
                  </a:cubicBezTo>
                  <a:cubicBezTo>
                    <a:pt x="138321" y="47988"/>
                    <a:pt x="138075" y="47251"/>
                    <a:pt x="137822" y="46492"/>
                  </a:cubicBezTo>
                  <a:cubicBezTo>
                    <a:pt x="137086" y="46247"/>
                    <a:pt x="136349" y="46001"/>
                    <a:pt x="135590" y="45748"/>
                  </a:cubicBezTo>
                  <a:cubicBezTo>
                    <a:pt x="135344" y="45011"/>
                    <a:pt x="135099" y="44275"/>
                    <a:pt x="134846" y="43516"/>
                  </a:cubicBezTo>
                  <a:cubicBezTo>
                    <a:pt x="134247" y="43408"/>
                    <a:pt x="133649" y="43301"/>
                    <a:pt x="133032" y="43190"/>
                  </a:cubicBezTo>
                  <a:cubicBezTo>
                    <a:pt x="132403" y="43052"/>
                    <a:pt x="131773" y="42914"/>
                    <a:pt x="131125" y="42772"/>
                  </a:cubicBezTo>
                  <a:cubicBezTo>
                    <a:pt x="130895" y="42265"/>
                    <a:pt x="130665" y="41759"/>
                    <a:pt x="130427" y="41237"/>
                  </a:cubicBezTo>
                  <a:cubicBezTo>
                    <a:pt x="130166" y="40761"/>
                    <a:pt x="129905" y="40285"/>
                    <a:pt x="129637" y="39795"/>
                  </a:cubicBezTo>
                  <a:cubicBezTo>
                    <a:pt x="127342" y="39547"/>
                    <a:pt x="127342" y="39547"/>
                    <a:pt x="125172" y="39795"/>
                  </a:cubicBezTo>
                  <a:cubicBezTo>
                    <a:pt x="125172" y="38567"/>
                    <a:pt x="125172" y="37339"/>
                    <a:pt x="125172" y="36074"/>
                  </a:cubicBezTo>
                  <a:cubicBezTo>
                    <a:pt x="124375" y="36109"/>
                    <a:pt x="123578" y="36143"/>
                    <a:pt x="122756" y="36179"/>
                  </a:cubicBezTo>
                  <a:cubicBezTo>
                    <a:pt x="121717" y="36207"/>
                    <a:pt x="120677" y="36234"/>
                    <a:pt x="119637" y="36260"/>
                  </a:cubicBezTo>
                  <a:cubicBezTo>
                    <a:pt x="119111" y="36285"/>
                    <a:pt x="118585" y="36310"/>
                    <a:pt x="118043" y="36336"/>
                  </a:cubicBezTo>
                  <a:cubicBezTo>
                    <a:pt x="116524" y="36365"/>
                    <a:pt x="116524" y="36365"/>
                    <a:pt x="114010" y="36074"/>
                  </a:cubicBezTo>
                  <a:cubicBezTo>
                    <a:pt x="113910" y="35585"/>
                    <a:pt x="113810" y="35096"/>
                    <a:pt x="113707" y="34593"/>
                  </a:cubicBezTo>
                  <a:cubicBezTo>
                    <a:pt x="113489" y="33853"/>
                    <a:pt x="113489" y="33853"/>
                    <a:pt x="113266" y="33098"/>
                  </a:cubicBezTo>
                  <a:cubicBezTo>
                    <a:pt x="111628" y="32633"/>
                    <a:pt x="111628" y="32633"/>
                    <a:pt x="109638" y="32702"/>
                  </a:cubicBezTo>
                  <a:cubicBezTo>
                    <a:pt x="108905" y="32699"/>
                    <a:pt x="108172" y="32695"/>
                    <a:pt x="107417" y="32691"/>
                  </a:cubicBezTo>
                  <a:cubicBezTo>
                    <a:pt x="106646" y="32702"/>
                    <a:pt x="105875" y="32714"/>
                    <a:pt x="105080" y="32726"/>
                  </a:cubicBezTo>
                  <a:cubicBezTo>
                    <a:pt x="104309" y="32714"/>
                    <a:pt x="103538" y="32703"/>
                    <a:pt x="102743" y="32691"/>
                  </a:cubicBezTo>
                  <a:cubicBezTo>
                    <a:pt x="102010" y="32695"/>
                    <a:pt x="101277" y="32698"/>
                    <a:pt x="100522" y="32702"/>
                  </a:cubicBezTo>
                  <a:cubicBezTo>
                    <a:pt x="99845" y="32706"/>
                    <a:pt x="99168" y="32709"/>
                    <a:pt x="98470" y="32713"/>
                  </a:cubicBezTo>
                  <a:cubicBezTo>
                    <a:pt x="97950" y="32840"/>
                    <a:pt x="97430" y="32967"/>
                    <a:pt x="96894" y="33098"/>
                  </a:cubicBezTo>
                  <a:cubicBezTo>
                    <a:pt x="96415" y="34575"/>
                    <a:pt x="96415" y="34575"/>
                    <a:pt x="96150" y="36074"/>
                  </a:cubicBezTo>
                  <a:cubicBezTo>
                    <a:pt x="93851" y="36423"/>
                    <a:pt x="93851" y="36423"/>
                    <a:pt x="90988" y="36446"/>
                  </a:cubicBezTo>
                  <a:cubicBezTo>
                    <a:pt x="88198" y="36404"/>
                    <a:pt x="88198" y="36404"/>
                    <a:pt x="85732" y="36818"/>
                  </a:cubicBezTo>
                  <a:cubicBezTo>
                    <a:pt x="84823" y="38288"/>
                    <a:pt x="84823" y="38288"/>
                    <a:pt x="84244" y="39795"/>
                  </a:cubicBezTo>
                  <a:cubicBezTo>
                    <a:pt x="82260" y="39795"/>
                    <a:pt x="80275" y="39795"/>
                    <a:pt x="78291" y="39795"/>
                  </a:cubicBezTo>
                  <a:cubicBezTo>
                    <a:pt x="77355" y="41172"/>
                    <a:pt x="77355" y="41172"/>
                    <a:pt x="76803" y="42772"/>
                  </a:cubicBezTo>
                  <a:cubicBezTo>
                    <a:pt x="75580" y="43309"/>
                    <a:pt x="74339" y="43809"/>
                    <a:pt x="73082" y="44260"/>
                  </a:cubicBezTo>
                  <a:cubicBezTo>
                    <a:pt x="72714" y="44997"/>
                    <a:pt x="72714" y="44997"/>
                    <a:pt x="72338" y="45748"/>
                  </a:cubicBezTo>
                  <a:cubicBezTo>
                    <a:pt x="71233" y="46116"/>
                    <a:pt x="71233" y="46116"/>
                    <a:pt x="70105" y="46492"/>
                  </a:cubicBezTo>
                  <a:cubicBezTo>
                    <a:pt x="69891" y="46922"/>
                    <a:pt x="69676" y="47352"/>
                    <a:pt x="69454" y="47795"/>
                  </a:cubicBezTo>
                  <a:cubicBezTo>
                    <a:pt x="68331" y="50041"/>
                    <a:pt x="66688" y="51440"/>
                    <a:pt x="64896" y="53190"/>
                  </a:cubicBezTo>
                  <a:cubicBezTo>
                    <a:pt x="63145" y="55233"/>
                    <a:pt x="62028" y="56585"/>
                    <a:pt x="61176" y="59143"/>
                  </a:cubicBezTo>
                  <a:cubicBezTo>
                    <a:pt x="60439" y="59143"/>
                    <a:pt x="59702" y="59143"/>
                    <a:pt x="58943" y="59143"/>
                  </a:cubicBezTo>
                  <a:cubicBezTo>
                    <a:pt x="58943" y="60616"/>
                    <a:pt x="58943" y="62089"/>
                    <a:pt x="58943" y="63608"/>
                  </a:cubicBezTo>
                  <a:cubicBezTo>
                    <a:pt x="58207" y="63608"/>
                    <a:pt x="57470" y="63608"/>
                    <a:pt x="56711" y="63608"/>
                  </a:cubicBezTo>
                  <a:cubicBezTo>
                    <a:pt x="56674" y="64082"/>
                    <a:pt x="56638" y="64557"/>
                    <a:pt x="56600" y="65046"/>
                  </a:cubicBezTo>
                  <a:cubicBezTo>
                    <a:pt x="56545" y="65661"/>
                    <a:pt x="56489" y="66276"/>
                    <a:pt x="56432" y="66910"/>
                  </a:cubicBezTo>
                  <a:cubicBezTo>
                    <a:pt x="56354" y="67829"/>
                    <a:pt x="56354" y="67829"/>
                    <a:pt x="56275" y="68767"/>
                  </a:cubicBezTo>
                  <a:cubicBezTo>
                    <a:pt x="56173" y="69275"/>
                    <a:pt x="56071" y="69782"/>
                    <a:pt x="55967" y="70305"/>
                  </a:cubicBezTo>
                  <a:cubicBezTo>
                    <a:pt x="55230" y="70673"/>
                    <a:pt x="55230" y="70673"/>
                    <a:pt x="54478" y="71049"/>
                  </a:cubicBezTo>
                  <a:cubicBezTo>
                    <a:pt x="54021" y="72774"/>
                    <a:pt x="54021" y="72774"/>
                    <a:pt x="53734" y="74770"/>
                  </a:cubicBezTo>
                  <a:cubicBezTo>
                    <a:pt x="53409" y="76816"/>
                    <a:pt x="53409" y="76816"/>
                    <a:pt x="52990" y="78490"/>
                  </a:cubicBezTo>
                  <a:cubicBezTo>
                    <a:pt x="52253" y="78859"/>
                    <a:pt x="52253" y="78859"/>
                    <a:pt x="51502" y="79234"/>
                  </a:cubicBezTo>
                  <a:cubicBezTo>
                    <a:pt x="51269" y="81132"/>
                    <a:pt x="51120" y="82958"/>
                    <a:pt x="51037" y="84862"/>
                  </a:cubicBezTo>
                  <a:cubicBezTo>
                    <a:pt x="50994" y="85656"/>
                    <a:pt x="50994" y="85656"/>
                    <a:pt x="50950" y="86465"/>
                  </a:cubicBezTo>
                  <a:cubicBezTo>
                    <a:pt x="50879" y="87775"/>
                    <a:pt x="50818" y="89086"/>
                    <a:pt x="50758" y="90397"/>
                  </a:cubicBezTo>
                  <a:cubicBezTo>
                    <a:pt x="50267" y="90397"/>
                    <a:pt x="49775" y="90397"/>
                    <a:pt x="49269" y="90397"/>
                  </a:cubicBezTo>
                  <a:cubicBezTo>
                    <a:pt x="48101" y="92733"/>
                    <a:pt x="48429" y="95227"/>
                    <a:pt x="48441" y="97792"/>
                  </a:cubicBezTo>
                  <a:cubicBezTo>
                    <a:pt x="48441" y="98402"/>
                    <a:pt x="48441" y="99012"/>
                    <a:pt x="48441" y="99640"/>
                  </a:cubicBezTo>
                  <a:cubicBezTo>
                    <a:pt x="48441" y="101661"/>
                    <a:pt x="48447" y="103683"/>
                    <a:pt x="48453" y="105704"/>
                  </a:cubicBezTo>
                  <a:cubicBezTo>
                    <a:pt x="48454" y="107103"/>
                    <a:pt x="48455" y="108502"/>
                    <a:pt x="48456" y="109902"/>
                  </a:cubicBezTo>
                  <a:cubicBezTo>
                    <a:pt x="48459" y="113589"/>
                    <a:pt x="48466" y="117276"/>
                    <a:pt x="48474" y="120963"/>
                  </a:cubicBezTo>
                  <a:cubicBezTo>
                    <a:pt x="48482" y="124724"/>
                    <a:pt x="48485" y="128485"/>
                    <a:pt x="48489" y="132246"/>
                  </a:cubicBezTo>
                  <a:cubicBezTo>
                    <a:pt x="48497" y="139628"/>
                    <a:pt x="48510" y="147010"/>
                    <a:pt x="48525" y="154393"/>
                  </a:cubicBezTo>
                  <a:cubicBezTo>
                    <a:pt x="49262" y="154393"/>
                    <a:pt x="49999" y="154393"/>
                    <a:pt x="50758" y="154393"/>
                  </a:cubicBezTo>
                  <a:cubicBezTo>
                    <a:pt x="50758" y="158567"/>
                    <a:pt x="50758" y="162742"/>
                    <a:pt x="50758" y="167043"/>
                  </a:cubicBezTo>
                  <a:cubicBezTo>
                    <a:pt x="51494" y="167043"/>
                    <a:pt x="52231" y="167043"/>
                    <a:pt x="52990" y="167043"/>
                  </a:cubicBezTo>
                  <a:cubicBezTo>
                    <a:pt x="53098" y="167841"/>
                    <a:pt x="53205" y="168639"/>
                    <a:pt x="53316" y="169462"/>
                  </a:cubicBezTo>
                  <a:cubicBezTo>
                    <a:pt x="53719" y="172391"/>
                    <a:pt x="53719" y="172391"/>
                    <a:pt x="54478" y="175229"/>
                  </a:cubicBezTo>
                  <a:cubicBezTo>
                    <a:pt x="54970" y="175474"/>
                    <a:pt x="55461" y="175720"/>
                    <a:pt x="55967" y="175973"/>
                  </a:cubicBezTo>
                  <a:cubicBezTo>
                    <a:pt x="56275" y="177510"/>
                    <a:pt x="56275" y="177510"/>
                    <a:pt x="56432" y="179368"/>
                  </a:cubicBezTo>
                  <a:cubicBezTo>
                    <a:pt x="56487" y="179983"/>
                    <a:pt x="56543" y="180598"/>
                    <a:pt x="56600" y="181231"/>
                  </a:cubicBezTo>
                  <a:cubicBezTo>
                    <a:pt x="56637" y="181706"/>
                    <a:pt x="56673" y="182181"/>
                    <a:pt x="56711" y="182670"/>
                  </a:cubicBezTo>
                  <a:cubicBezTo>
                    <a:pt x="57448" y="182670"/>
                    <a:pt x="58184" y="182670"/>
                    <a:pt x="58943" y="182670"/>
                  </a:cubicBezTo>
                  <a:cubicBezTo>
                    <a:pt x="58897" y="183391"/>
                    <a:pt x="58851" y="184113"/>
                    <a:pt x="58804" y="184856"/>
                  </a:cubicBezTo>
                  <a:cubicBezTo>
                    <a:pt x="58850" y="185608"/>
                    <a:pt x="58896" y="186360"/>
                    <a:pt x="58943" y="187135"/>
                  </a:cubicBezTo>
                  <a:cubicBezTo>
                    <a:pt x="59680" y="187380"/>
                    <a:pt x="60417" y="187626"/>
                    <a:pt x="61176" y="187879"/>
                  </a:cubicBezTo>
                  <a:cubicBezTo>
                    <a:pt x="61421" y="188616"/>
                    <a:pt x="61667" y="189352"/>
                    <a:pt x="61920" y="190111"/>
                  </a:cubicBezTo>
                  <a:cubicBezTo>
                    <a:pt x="62304" y="190495"/>
                    <a:pt x="62687" y="190879"/>
                    <a:pt x="63083" y="191274"/>
                  </a:cubicBezTo>
                  <a:cubicBezTo>
                    <a:pt x="64152" y="192344"/>
                    <a:pt x="64152" y="192344"/>
                    <a:pt x="64152" y="193832"/>
                  </a:cubicBezTo>
                  <a:cubicBezTo>
                    <a:pt x="64889" y="194078"/>
                    <a:pt x="65626" y="194323"/>
                    <a:pt x="66385" y="194576"/>
                  </a:cubicBezTo>
                  <a:cubicBezTo>
                    <a:pt x="67312" y="195736"/>
                    <a:pt x="67312" y="195736"/>
                    <a:pt x="68199" y="197134"/>
                  </a:cubicBezTo>
                  <a:cubicBezTo>
                    <a:pt x="69630" y="199253"/>
                    <a:pt x="70657" y="200321"/>
                    <a:pt x="73082" y="201274"/>
                  </a:cubicBezTo>
                  <a:cubicBezTo>
                    <a:pt x="73328" y="201765"/>
                    <a:pt x="73573" y="202256"/>
                    <a:pt x="73826" y="202762"/>
                  </a:cubicBezTo>
                  <a:cubicBezTo>
                    <a:pt x="74455" y="202854"/>
                    <a:pt x="75085" y="202946"/>
                    <a:pt x="75733" y="203041"/>
                  </a:cubicBezTo>
                  <a:cubicBezTo>
                    <a:pt x="76332" y="203194"/>
                    <a:pt x="76930" y="203348"/>
                    <a:pt x="77547" y="203506"/>
                  </a:cubicBezTo>
                  <a:cubicBezTo>
                    <a:pt x="77547" y="204488"/>
                    <a:pt x="77547" y="205470"/>
                    <a:pt x="77547" y="206482"/>
                  </a:cubicBezTo>
                  <a:cubicBezTo>
                    <a:pt x="80002" y="206728"/>
                    <a:pt x="82458" y="206974"/>
                    <a:pt x="84988" y="207227"/>
                  </a:cubicBezTo>
                  <a:cubicBezTo>
                    <a:pt x="84988" y="208209"/>
                    <a:pt x="84988" y="209191"/>
                    <a:pt x="84988" y="210203"/>
                  </a:cubicBezTo>
                  <a:cubicBezTo>
                    <a:pt x="85785" y="210169"/>
                    <a:pt x="86582" y="210134"/>
                    <a:pt x="87404" y="210099"/>
                  </a:cubicBezTo>
                  <a:cubicBezTo>
                    <a:pt x="88443" y="210071"/>
                    <a:pt x="89483" y="210044"/>
                    <a:pt x="90523" y="210017"/>
                  </a:cubicBezTo>
                  <a:cubicBezTo>
                    <a:pt x="91049" y="209992"/>
                    <a:pt x="91575" y="209967"/>
                    <a:pt x="92117" y="209942"/>
                  </a:cubicBezTo>
                  <a:cubicBezTo>
                    <a:pt x="93636" y="209913"/>
                    <a:pt x="93636" y="209913"/>
                    <a:pt x="96150" y="210203"/>
                  </a:cubicBezTo>
                  <a:cubicBezTo>
                    <a:pt x="96260" y="210692"/>
                    <a:pt x="96370" y="211181"/>
                    <a:pt x="96483" y="211685"/>
                  </a:cubicBezTo>
                  <a:cubicBezTo>
                    <a:pt x="96619" y="212178"/>
                    <a:pt x="96755" y="212672"/>
                    <a:pt x="96894" y="213180"/>
                  </a:cubicBezTo>
                  <a:cubicBezTo>
                    <a:pt x="98312" y="213643"/>
                    <a:pt x="98312" y="213643"/>
                    <a:pt x="100034" y="213575"/>
                  </a:cubicBezTo>
                  <a:cubicBezTo>
                    <a:pt x="100666" y="213579"/>
                    <a:pt x="101298" y="213583"/>
                    <a:pt x="101949" y="213587"/>
                  </a:cubicBezTo>
                  <a:cubicBezTo>
                    <a:pt x="102614" y="213575"/>
                    <a:pt x="103279" y="213564"/>
                    <a:pt x="103964" y="213552"/>
                  </a:cubicBezTo>
                  <a:cubicBezTo>
                    <a:pt x="104629" y="213563"/>
                    <a:pt x="105293" y="213575"/>
                    <a:pt x="105978" y="213587"/>
                  </a:cubicBezTo>
                  <a:cubicBezTo>
                    <a:pt x="106610" y="213583"/>
                    <a:pt x="107243" y="213579"/>
                    <a:pt x="107894" y="213575"/>
                  </a:cubicBezTo>
                  <a:cubicBezTo>
                    <a:pt x="108478" y="213572"/>
                    <a:pt x="109061" y="213568"/>
                    <a:pt x="109663" y="213565"/>
                  </a:cubicBezTo>
                  <a:cubicBezTo>
                    <a:pt x="110115" y="213438"/>
                    <a:pt x="110567" y="213311"/>
                    <a:pt x="111033" y="213180"/>
                  </a:cubicBezTo>
                  <a:cubicBezTo>
                    <a:pt x="111304" y="212194"/>
                    <a:pt x="111553" y="211201"/>
                    <a:pt x="111777" y="210203"/>
                  </a:cubicBezTo>
                  <a:cubicBezTo>
                    <a:pt x="113759" y="209974"/>
                    <a:pt x="115434" y="209924"/>
                    <a:pt x="117405" y="210017"/>
                  </a:cubicBezTo>
                  <a:cubicBezTo>
                    <a:pt x="117934" y="210031"/>
                    <a:pt x="118463" y="210044"/>
                    <a:pt x="119008" y="210058"/>
                  </a:cubicBezTo>
                  <a:cubicBezTo>
                    <a:pt x="120319" y="210093"/>
                    <a:pt x="121629" y="210146"/>
                    <a:pt x="122939" y="210203"/>
                  </a:cubicBezTo>
                  <a:cubicBezTo>
                    <a:pt x="122939" y="209221"/>
                    <a:pt x="122939" y="208239"/>
                    <a:pt x="122939" y="207227"/>
                  </a:cubicBezTo>
                  <a:cubicBezTo>
                    <a:pt x="125149" y="206981"/>
                    <a:pt x="127360" y="206735"/>
                    <a:pt x="129637" y="206482"/>
                  </a:cubicBezTo>
                  <a:cubicBezTo>
                    <a:pt x="129637" y="205500"/>
                    <a:pt x="129637" y="204518"/>
                    <a:pt x="129637" y="203506"/>
                  </a:cubicBezTo>
                  <a:cubicBezTo>
                    <a:pt x="130235" y="203567"/>
                    <a:pt x="130834" y="203629"/>
                    <a:pt x="131451" y="203692"/>
                  </a:cubicBezTo>
                  <a:cubicBezTo>
                    <a:pt x="132080" y="203631"/>
                    <a:pt x="132709" y="203569"/>
                    <a:pt x="133357" y="203506"/>
                  </a:cubicBezTo>
                  <a:cubicBezTo>
                    <a:pt x="133613" y="202516"/>
                    <a:pt x="133861" y="201523"/>
                    <a:pt x="134102" y="200529"/>
                  </a:cubicBezTo>
                  <a:cubicBezTo>
                    <a:pt x="134731" y="200407"/>
                    <a:pt x="135360" y="200284"/>
                    <a:pt x="136008" y="200157"/>
                  </a:cubicBezTo>
                  <a:cubicBezTo>
                    <a:pt x="136607" y="200035"/>
                    <a:pt x="137206" y="199912"/>
                    <a:pt x="137822" y="199785"/>
                  </a:cubicBezTo>
                  <a:cubicBezTo>
                    <a:pt x="137822" y="198803"/>
                    <a:pt x="137822" y="197821"/>
                    <a:pt x="137822" y="196809"/>
                  </a:cubicBezTo>
                  <a:cubicBezTo>
                    <a:pt x="138804" y="196809"/>
                    <a:pt x="139787" y="196809"/>
                    <a:pt x="140799" y="196809"/>
                  </a:cubicBezTo>
                  <a:cubicBezTo>
                    <a:pt x="140799" y="195581"/>
                    <a:pt x="140799" y="194353"/>
                    <a:pt x="140799" y="193088"/>
                  </a:cubicBezTo>
                  <a:cubicBezTo>
                    <a:pt x="141535" y="193088"/>
                    <a:pt x="142272" y="193088"/>
                    <a:pt x="143031" y="193088"/>
                  </a:cubicBezTo>
                  <a:cubicBezTo>
                    <a:pt x="143316" y="191856"/>
                    <a:pt x="143562" y="190614"/>
                    <a:pt x="143775" y="189367"/>
                  </a:cubicBezTo>
                  <a:cubicBezTo>
                    <a:pt x="144266" y="189122"/>
                    <a:pt x="144758" y="188876"/>
                    <a:pt x="145264" y="188623"/>
                  </a:cubicBezTo>
                  <a:cubicBezTo>
                    <a:pt x="145509" y="187886"/>
                    <a:pt x="145755" y="187150"/>
                    <a:pt x="146008" y="186391"/>
                  </a:cubicBezTo>
                  <a:cubicBezTo>
                    <a:pt x="146752" y="184158"/>
                    <a:pt x="146752" y="184158"/>
                    <a:pt x="148240" y="183414"/>
                  </a:cubicBezTo>
                  <a:cubicBezTo>
                    <a:pt x="148502" y="181878"/>
                    <a:pt x="148570" y="180365"/>
                    <a:pt x="148656" y="178810"/>
                  </a:cubicBezTo>
                  <a:cubicBezTo>
                    <a:pt x="148818" y="178142"/>
                    <a:pt x="148818" y="178142"/>
                    <a:pt x="148984" y="177461"/>
                  </a:cubicBezTo>
                  <a:cubicBezTo>
                    <a:pt x="149721" y="177215"/>
                    <a:pt x="150458" y="176970"/>
                    <a:pt x="151217" y="176717"/>
                  </a:cubicBezTo>
                  <a:cubicBezTo>
                    <a:pt x="151598" y="174992"/>
                    <a:pt x="151598" y="174992"/>
                    <a:pt x="151635" y="172996"/>
                  </a:cubicBezTo>
                  <a:cubicBezTo>
                    <a:pt x="151731" y="170950"/>
                    <a:pt x="151731" y="170950"/>
                    <a:pt x="151961" y="169275"/>
                  </a:cubicBezTo>
                  <a:cubicBezTo>
                    <a:pt x="152452" y="169030"/>
                    <a:pt x="152943" y="168784"/>
                    <a:pt x="153449" y="168531"/>
                  </a:cubicBezTo>
                  <a:cubicBezTo>
                    <a:pt x="153991" y="165824"/>
                    <a:pt x="154193" y="163294"/>
                    <a:pt x="154193" y="160532"/>
                  </a:cubicBezTo>
                  <a:cubicBezTo>
                    <a:pt x="154193" y="158113"/>
                    <a:pt x="154193" y="158113"/>
                    <a:pt x="154937" y="155881"/>
                  </a:cubicBezTo>
                  <a:cubicBezTo>
                    <a:pt x="157113" y="155631"/>
                    <a:pt x="159087" y="155536"/>
                    <a:pt x="161263" y="155555"/>
                  </a:cubicBezTo>
                  <a:cubicBezTo>
                    <a:pt x="161856" y="155541"/>
                    <a:pt x="162450" y="155526"/>
                    <a:pt x="163062" y="155510"/>
                  </a:cubicBezTo>
                  <a:cubicBezTo>
                    <a:pt x="164774" y="155512"/>
                    <a:pt x="164774" y="155512"/>
                    <a:pt x="167588" y="155881"/>
                  </a:cubicBezTo>
                  <a:cubicBezTo>
                    <a:pt x="167859" y="156867"/>
                    <a:pt x="168108" y="157860"/>
                    <a:pt x="168332" y="158857"/>
                  </a:cubicBezTo>
                  <a:cubicBezTo>
                    <a:pt x="170879" y="159046"/>
                    <a:pt x="173300" y="158801"/>
                    <a:pt x="175843" y="158599"/>
                  </a:cubicBezTo>
                  <a:cubicBezTo>
                    <a:pt x="176557" y="158684"/>
                    <a:pt x="177270" y="158770"/>
                    <a:pt x="178006" y="158857"/>
                  </a:cubicBezTo>
                  <a:cubicBezTo>
                    <a:pt x="178155" y="159780"/>
                    <a:pt x="178155" y="159780"/>
                    <a:pt x="178308" y="160721"/>
                  </a:cubicBezTo>
                  <a:cubicBezTo>
                    <a:pt x="178454" y="161334"/>
                    <a:pt x="178600" y="161947"/>
                    <a:pt x="178750" y="162578"/>
                  </a:cubicBezTo>
                  <a:cubicBezTo>
                    <a:pt x="180812" y="162954"/>
                    <a:pt x="182590" y="162746"/>
                    <a:pt x="184703" y="162578"/>
                  </a:cubicBezTo>
                  <a:cubicBezTo>
                    <a:pt x="184763" y="164548"/>
                    <a:pt x="184807" y="166515"/>
                    <a:pt x="184843" y="168485"/>
                  </a:cubicBezTo>
                  <a:cubicBezTo>
                    <a:pt x="184861" y="169046"/>
                    <a:pt x="184880" y="169608"/>
                    <a:pt x="184899" y="170187"/>
                  </a:cubicBezTo>
                  <a:cubicBezTo>
                    <a:pt x="184921" y="171807"/>
                    <a:pt x="184921" y="171807"/>
                    <a:pt x="184703" y="174484"/>
                  </a:cubicBezTo>
                  <a:cubicBezTo>
                    <a:pt x="183966" y="174730"/>
                    <a:pt x="183230" y="174976"/>
                    <a:pt x="182471" y="175229"/>
                  </a:cubicBezTo>
                  <a:cubicBezTo>
                    <a:pt x="182088" y="177125"/>
                    <a:pt x="182088" y="177125"/>
                    <a:pt x="182052" y="179321"/>
                  </a:cubicBezTo>
                  <a:cubicBezTo>
                    <a:pt x="181956" y="181577"/>
                    <a:pt x="181956" y="181577"/>
                    <a:pt x="181727" y="183414"/>
                  </a:cubicBezTo>
                  <a:cubicBezTo>
                    <a:pt x="181235" y="183660"/>
                    <a:pt x="180744" y="183905"/>
                    <a:pt x="180238" y="184158"/>
                  </a:cubicBezTo>
                  <a:cubicBezTo>
                    <a:pt x="179781" y="185884"/>
                    <a:pt x="179781" y="185884"/>
                    <a:pt x="179494" y="187879"/>
                  </a:cubicBezTo>
                  <a:cubicBezTo>
                    <a:pt x="179169" y="189925"/>
                    <a:pt x="179169" y="189925"/>
                    <a:pt x="178750" y="191600"/>
                  </a:cubicBezTo>
                  <a:cubicBezTo>
                    <a:pt x="178259" y="191845"/>
                    <a:pt x="177768" y="192091"/>
                    <a:pt x="177262" y="192344"/>
                  </a:cubicBezTo>
                  <a:cubicBezTo>
                    <a:pt x="177000" y="193880"/>
                    <a:pt x="176932" y="195393"/>
                    <a:pt x="176846" y="196948"/>
                  </a:cubicBezTo>
                  <a:cubicBezTo>
                    <a:pt x="176738" y="197393"/>
                    <a:pt x="176629" y="197838"/>
                    <a:pt x="176518" y="198297"/>
                  </a:cubicBezTo>
                  <a:cubicBezTo>
                    <a:pt x="175781" y="198543"/>
                    <a:pt x="175044" y="198788"/>
                    <a:pt x="174285" y="199041"/>
                  </a:cubicBezTo>
                  <a:cubicBezTo>
                    <a:pt x="174025" y="200279"/>
                    <a:pt x="173778" y="201519"/>
                    <a:pt x="173541" y="202762"/>
                  </a:cubicBezTo>
                  <a:cubicBezTo>
                    <a:pt x="172812" y="203521"/>
                    <a:pt x="172068" y="204266"/>
                    <a:pt x="171309" y="204994"/>
                  </a:cubicBezTo>
                  <a:cubicBezTo>
                    <a:pt x="171047" y="205983"/>
                    <a:pt x="170797" y="206975"/>
                    <a:pt x="170564" y="207971"/>
                  </a:cubicBezTo>
                  <a:cubicBezTo>
                    <a:pt x="170073" y="208216"/>
                    <a:pt x="169582" y="208462"/>
                    <a:pt x="169076" y="208715"/>
                  </a:cubicBezTo>
                  <a:cubicBezTo>
                    <a:pt x="168846" y="209467"/>
                    <a:pt x="168616" y="210219"/>
                    <a:pt x="168378" y="210994"/>
                  </a:cubicBezTo>
                  <a:cubicBezTo>
                    <a:pt x="168118" y="211715"/>
                    <a:pt x="167857" y="212437"/>
                    <a:pt x="167588" y="213180"/>
                  </a:cubicBezTo>
                  <a:cubicBezTo>
                    <a:pt x="166851" y="213180"/>
                    <a:pt x="166114" y="213180"/>
                    <a:pt x="165355" y="213180"/>
                  </a:cubicBezTo>
                  <a:cubicBezTo>
                    <a:pt x="164833" y="214409"/>
                    <a:pt x="164336" y="215650"/>
                    <a:pt x="163867" y="216900"/>
                  </a:cubicBezTo>
                  <a:cubicBezTo>
                    <a:pt x="163376" y="216900"/>
                    <a:pt x="162885" y="216900"/>
                    <a:pt x="162379" y="216900"/>
                  </a:cubicBezTo>
                  <a:cubicBezTo>
                    <a:pt x="162123" y="217891"/>
                    <a:pt x="161876" y="218883"/>
                    <a:pt x="161635" y="219877"/>
                  </a:cubicBezTo>
                  <a:cubicBezTo>
                    <a:pt x="161144" y="220123"/>
                    <a:pt x="160652" y="220368"/>
                    <a:pt x="160146" y="220621"/>
                  </a:cubicBezTo>
                  <a:cubicBezTo>
                    <a:pt x="160054" y="221097"/>
                    <a:pt x="159962" y="221573"/>
                    <a:pt x="159867" y="222063"/>
                  </a:cubicBezTo>
                  <a:cubicBezTo>
                    <a:pt x="159402" y="223598"/>
                    <a:pt x="159402" y="223598"/>
                    <a:pt x="158100" y="224295"/>
                  </a:cubicBezTo>
                  <a:cubicBezTo>
                    <a:pt x="157548" y="224556"/>
                    <a:pt x="156995" y="224817"/>
                    <a:pt x="156426" y="225086"/>
                  </a:cubicBezTo>
                  <a:cubicBezTo>
                    <a:pt x="154384" y="226981"/>
                    <a:pt x="152764" y="228718"/>
                    <a:pt x="151217" y="231039"/>
                  </a:cubicBezTo>
                  <a:cubicBezTo>
                    <a:pt x="150234" y="231039"/>
                    <a:pt x="149252" y="231039"/>
                    <a:pt x="148240" y="231039"/>
                  </a:cubicBezTo>
                  <a:cubicBezTo>
                    <a:pt x="148240" y="232021"/>
                    <a:pt x="148240" y="233004"/>
                    <a:pt x="148240" y="234016"/>
                  </a:cubicBezTo>
                  <a:cubicBezTo>
                    <a:pt x="147519" y="234077"/>
                    <a:pt x="146797" y="234138"/>
                    <a:pt x="146054" y="234202"/>
                  </a:cubicBezTo>
                  <a:cubicBezTo>
                    <a:pt x="145302" y="234386"/>
                    <a:pt x="144550" y="234570"/>
                    <a:pt x="143775" y="234760"/>
                  </a:cubicBezTo>
                  <a:cubicBezTo>
                    <a:pt x="143683" y="235251"/>
                    <a:pt x="143591" y="235742"/>
                    <a:pt x="143496" y="236248"/>
                  </a:cubicBezTo>
                  <a:cubicBezTo>
                    <a:pt x="143343" y="236739"/>
                    <a:pt x="143189" y="237230"/>
                    <a:pt x="143031" y="237736"/>
                  </a:cubicBezTo>
                  <a:cubicBezTo>
                    <a:pt x="141483" y="238064"/>
                    <a:pt x="140007" y="238156"/>
                    <a:pt x="138427" y="238204"/>
                  </a:cubicBezTo>
                  <a:cubicBezTo>
                    <a:pt x="137982" y="238296"/>
                    <a:pt x="137537" y="238387"/>
                    <a:pt x="137078" y="238481"/>
                  </a:cubicBezTo>
                  <a:cubicBezTo>
                    <a:pt x="136833" y="239217"/>
                    <a:pt x="136587" y="239954"/>
                    <a:pt x="136334" y="240713"/>
                  </a:cubicBezTo>
                  <a:cubicBezTo>
                    <a:pt x="134875" y="241094"/>
                    <a:pt x="134875" y="241094"/>
                    <a:pt x="133078" y="241225"/>
                  </a:cubicBezTo>
                  <a:cubicBezTo>
                    <a:pt x="132195" y="241298"/>
                    <a:pt x="132195" y="241298"/>
                    <a:pt x="131294" y="241373"/>
                  </a:cubicBezTo>
                  <a:cubicBezTo>
                    <a:pt x="129998" y="241439"/>
                    <a:pt x="128701" y="241457"/>
                    <a:pt x="127404" y="241457"/>
                  </a:cubicBezTo>
                  <a:cubicBezTo>
                    <a:pt x="127323" y="241940"/>
                    <a:pt x="127241" y="242423"/>
                    <a:pt x="127158" y="242921"/>
                  </a:cubicBezTo>
                  <a:cubicBezTo>
                    <a:pt x="126993" y="243420"/>
                    <a:pt x="126829" y="243919"/>
                    <a:pt x="126660" y="244434"/>
                  </a:cubicBezTo>
                  <a:cubicBezTo>
                    <a:pt x="124852" y="244812"/>
                    <a:pt x="124852" y="244812"/>
                    <a:pt x="122421" y="244819"/>
                  </a:cubicBezTo>
                  <a:cubicBezTo>
                    <a:pt x="121514" y="244828"/>
                    <a:pt x="120608" y="244838"/>
                    <a:pt x="119674" y="244847"/>
                  </a:cubicBezTo>
                  <a:cubicBezTo>
                    <a:pt x="118677" y="244842"/>
                    <a:pt x="117681" y="244836"/>
                    <a:pt x="116684" y="244829"/>
                  </a:cubicBezTo>
                  <a:cubicBezTo>
                    <a:pt x="115669" y="244831"/>
                    <a:pt x="114654" y="244834"/>
                    <a:pt x="113639" y="244838"/>
                  </a:cubicBezTo>
                  <a:cubicBezTo>
                    <a:pt x="111510" y="244842"/>
                    <a:pt x="109381" y="244836"/>
                    <a:pt x="107251" y="244822"/>
                  </a:cubicBezTo>
                  <a:cubicBezTo>
                    <a:pt x="104516" y="244805"/>
                    <a:pt x="101781" y="244815"/>
                    <a:pt x="99045" y="244832"/>
                  </a:cubicBezTo>
                  <a:cubicBezTo>
                    <a:pt x="96949" y="244843"/>
                    <a:pt x="94853" y="244840"/>
                    <a:pt x="92756" y="244832"/>
                  </a:cubicBezTo>
                  <a:cubicBezTo>
                    <a:pt x="91748" y="244830"/>
                    <a:pt x="90739" y="244832"/>
                    <a:pt x="89730" y="244839"/>
                  </a:cubicBezTo>
                  <a:cubicBezTo>
                    <a:pt x="88322" y="244847"/>
                    <a:pt x="86915" y="244833"/>
                    <a:pt x="85507" y="244819"/>
                  </a:cubicBezTo>
                  <a:cubicBezTo>
                    <a:pt x="84705" y="244816"/>
                    <a:pt x="83902" y="244814"/>
                    <a:pt x="83075" y="244812"/>
                  </a:cubicBezTo>
                  <a:cubicBezTo>
                    <a:pt x="82180" y="244625"/>
                    <a:pt x="82180" y="244625"/>
                    <a:pt x="81268" y="244434"/>
                  </a:cubicBezTo>
                  <a:cubicBezTo>
                    <a:pt x="80767" y="242950"/>
                    <a:pt x="80767" y="242950"/>
                    <a:pt x="80523" y="241457"/>
                  </a:cubicBezTo>
                  <a:cubicBezTo>
                    <a:pt x="78267" y="240927"/>
                    <a:pt x="78267" y="240927"/>
                    <a:pt x="75640" y="240899"/>
                  </a:cubicBezTo>
                  <a:cubicBezTo>
                    <a:pt x="74749" y="240857"/>
                    <a:pt x="73858" y="240815"/>
                    <a:pt x="72940" y="240771"/>
                  </a:cubicBezTo>
                  <a:cubicBezTo>
                    <a:pt x="72250" y="240752"/>
                    <a:pt x="71560" y="240733"/>
                    <a:pt x="70850" y="240713"/>
                  </a:cubicBezTo>
                  <a:cubicBezTo>
                    <a:pt x="70850" y="239731"/>
                    <a:pt x="70850" y="238748"/>
                    <a:pt x="70850" y="237736"/>
                  </a:cubicBezTo>
                  <a:cubicBezTo>
                    <a:pt x="68885" y="237736"/>
                    <a:pt x="66920" y="237736"/>
                    <a:pt x="64896" y="237736"/>
                  </a:cubicBezTo>
                  <a:cubicBezTo>
                    <a:pt x="64896" y="236754"/>
                    <a:pt x="64896" y="235772"/>
                    <a:pt x="64896" y="234760"/>
                  </a:cubicBezTo>
                  <a:cubicBezTo>
                    <a:pt x="62932" y="234514"/>
                    <a:pt x="60967" y="234269"/>
                    <a:pt x="58943" y="234016"/>
                  </a:cubicBezTo>
                  <a:cubicBezTo>
                    <a:pt x="58943" y="233033"/>
                    <a:pt x="58943" y="232051"/>
                    <a:pt x="58943" y="231039"/>
                  </a:cubicBezTo>
                  <a:cubicBezTo>
                    <a:pt x="58360" y="231101"/>
                    <a:pt x="57777" y="231162"/>
                    <a:pt x="57176" y="231225"/>
                  </a:cubicBezTo>
                  <a:cubicBezTo>
                    <a:pt x="56531" y="231164"/>
                    <a:pt x="55887" y="231102"/>
                    <a:pt x="55223" y="231039"/>
                  </a:cubicBezTo>
                  <a:cubicBezTo>
                    <a:pt x="54432" y="229597"/>
                    <a:pt x="54432" y="229597"/>
                    <a:pt x="53734" y="228063"/>
                  </a:cubicBezTo>
                  <a:cubicBezTo>
                    <a:pt x="53212" y="227940"/>
                    <a:pt x="52691" y="227817"/>
                    <a:pt x="52153" y="227690"/>
                  </a:cubicBezTo>
                  <a:cubicBezTo>
                    <a:pt x="51693" y="227568"/>
                    <a:pt x="51232" y="227445"/>
                    <a:pt x="50758" y="227318"/>
                  </a:cubicBezTo>
                  <a:cubicBezTo>
                    <a:pt x="50758" y="226336"/>
                    <a:pt x="50758" y="225354"/>
                    <a:pt x="50758" y="224342"/>
                  </a:cubicBezTo>
                  <a:cubicBezTo>
                    <a:pt x="49775" y="224342"/>
                    <a:pt x="48793" y="224342"/>
                    <a:pt x="47781" y="224342"/>
                  </a:cubicBezTo>
                  <a:cubicBezTo>
                    <a:pt x="47363" y="222900"/>
                    <a:pt x="47363" y="222900"/>
                    <a:pt x="47037" y="221365"/>
                  </a:cubicBezTo>
                  <a:cubicBezTo>
                    <a:pt x="46300" y="221120"/>
                    <a:pt x="45564" y="220874"/>
                    <a:pt x="44805" y="220621"/>
                  </a:cubicBezTo>
                  <a:cubicBezTo>
                    <a:pt x="44557" y="219629"/>
                    <a:pt x="44309" y="218637"/>
                    <a:pt x="44060" y="217645"/>
                  </a:cubicBezTo>
                  <a:cubicBezTo>
                    <a:pt x="43324" y="217399"/>
                    <a:pt x="42587" y="217153"/>
                    <a:pt x="41828" y="216900"/>
                  </a:cubicBezTo>
                  <a:cubicBezTo>
                    <a:pt x="41011" y="215714"/>
                    <a:pt x="41011" y="215714"/>
                    <a:pt x="40293" y="214296"/>
                  </a:cubicBezTo>
                  <a:cubicBezTo>
                    <a:pt x="39280" y="212190"/>
                    <a:pt x="39280" y="212190"/>
                    <a:pt x="37363" y="210947"/>
                  </a:cubicBezTo>
                  <a:cubicBezTo>
                    <a:pt x="36867" y="209459"/>
                    <a:pt x="36371" y="207971"/>
                    <a:pt x="35875" y="206482"/>
                  </a:cubicBezTo>
                  <a:cubicBezTo>
                    <a:pt x="35384" y="206237"/>
                    <a:pt x="34893" y="205991"/>
                    <a:pt x="34387" y="205738"/>
                  </a:cubicBezTo>
                  <a:cubicBezTo>
                    <a:pt x="33922" y="203459"/>
                    <a:pt x="33922" y="203459"/>
                    <a:pt x="33643" y="201274"/>
                  </a:cubicBezTo>
                  <a:cubicBezTo>
                    <a:pt x="32906" y="201274"/>
                    <a:pt x="32169" y="201274"/>
                    <a:pt x="31410" y="201274"/>
                  </a:cubicBezTo>
                  <a:cubicBezTo>
                    <a:pt x="31318" y="200429"/>
                    <a:pt x="31226" y="199585"/>
                    <a:pt x="31131" y="198716"/>
                  </a:cubicBezTo>
                  <a:cubicBezTo>
                    <a:pt x="30978" y="197841"/>
                    <a:pt x="30824" y="196966"/>
                    <a:pt x="30666" y="196065"/>
                  </a:cubicBezTo>
                  <a:cubicBezTo>
                    <a:pt x="30175" y="195819"/>
                    <a:pt x="29684" y="195573"/>
                    <a:pt x="29178" y="195320"/>
                  </a:cubicBezTo>
                  <a:cubicBezTo>
                    <a:pt x="28870" y="193783"/>
                    <a:pt x="28870" y="193783"/>
                    <a:pt x="28713" y="191925"/>
                  </a:cubicBezTo>
                  <a:cubicBezTo>
                    <a:pt x="28657" y="191310"/>
                    <a:pt x="28601" y="190695"/>
                    <a:pt x="28544" y="190062"/>
                  </a:cubicBezTo>
                  <a:cubicBezTo>
                    <a:pt x="28508" y="189587"/>
                    <a:pt x="28471" y="189112"/>
                    <a:pt x="28434" y="188623"/>
                  </a:cubicBezTo>
                  <a:cubicBezTo>
                    <a:pt x="27697" y="188623"/>
                    <a:pt x="26960" y="188623"/>
                    <a:pt x="26201" y="188623"/>
                  </a:cubicBezTo>
                  <a:cubicBezTo>
                    <a:pt x="25833" y="184940"/>
                    <a:pt x="25833" y="184940"/>
                    <a:pt x="25457" y="181182"/>
                  </a:cubicBezTo>
                  <a:cubicBezTo>
                    <a:pt x="24720" y="181427"/>
                    <a:pt x="23984" y="181673"/>
                    <a:pt x="23225" y="181926"/>
                  </a:cubicBezTo>
                  <a:cubicBezTo>
                    <a:pt x="23188" y="181236"/>
                    <a:pt x="23152" y="180546"/>
                    <a:pt x="23114" y="179836"/>
                  </a:cubicBezTo>
                  <a:cubicBezTo>
                    <a:pt x="23031" y="178499"/>
                    <a:pt x="23031" y="178499"/>
                    <a:pt x="22945" y="177135"/>
                  </a:cubicBezTo>
                  <a:cubicBezTo>
                    <a:pt x="22894" y="176246"/>
                    <a:pt x="22842" y="175357"/>
                    <a:pt x="22789" y="174441"/>
                  </a:cubicBezTo>
                  <a:cubicBezTo>
                    <a:pt x="22687" y="173719"/>
                    <a:pt x="22585" y="172996"/>
                    <a:pt x="22480" y="172252"/>
                  </a:cubicBezTo>
                  <a:cubicBezTo>
                    <a:pt x="21989" y="172006"/>
                    <a:pt x="21498" y="171761"/>
                    <a:pt x="20992" y="171508"/>
                  </a:cubicBezTo>
                  <a:cubicBezTo>
                    <a:pt x="20589" y="168799"/>
                    <a:pt x="20329" y="166110"/>
                    <a:pt x="20091" y="163383"/>
                  </a:cubicBezTo>
                  <a:cubicBezTo>
                    <a:pt x="19942" y="161869"/>
                    <a:pt x="19728" y="160362"/>
                    <a:pt x="19504" y="158857"/>
                  </a:cubicBezTo>
                  <a:cubicBezTo>
                    <a:pt x="19013" y="158612"/>
                    <a:pt x="18522" y="158366"/>
                    <a:pt x="18016" y="158113"/>
                  </a:cubicBezTo>
                  <a:cubicBezTo>
                    <a:pt x="17802" y="156481"/>
                    <a:pt x="17802" y="156481"/>
                    <a:pt x="17760" y="154349"/>
                  </a:cubicBezTo>
                  <a:cubicBezTo>
                    <a:pt x="17738" y="153586"/>
                    <a:pt x="17716" y="152823"/>
                    <a:pt x="17693" y="152037"/>
                  </a:cubicBezTo>
                  <a:cubicBezTo>
                    <a:pt x="17677" y="151233"/>
                    <a:pt x="17660" y="150430"/>
                    <a:pt x="17643" y="149602"/>
                  </a:cubicBezTo>
                  <a:cubicBezTo>
                    <a:pt x="17611" y="148022"/>
                    <a:pt x="17573" y="146441"/>
                    <a:pt x="17527" y="144861"/>
                  </a:cubicBezTo>
                  <a:cubicBezTo>
                    <a:pt x="17513" y="144157"/>
                    <a:pt x="17499" y="143452"/>
                    <a:pt x="17485" y="142726"/>
                  </a:cubicBezTo>
                  <a:cubicBezTo>
                    <a:pt x="17434" y="140855"/>
                    <a:pt x="17434" y="140855"/>
                    <a:pt x="15783" y="139510"/>
                  </a:cubicBezTo>
                  <a:cubicBezTo>
                    <a:pt x="15538" y="139510"/>
                    <a:pt x="15292" y="139510"/>
                    <a:pt x="15039" y="139510"/>
                  </a:cubicBezTo>
                  <a:cubicBezTo>
                    <a:pt x="15039" y="127723"/>
                    <a:pt x="15039" y="115935"/>
                    <a:pt x="15039" y="103791"/>
                  </a:cubicBezTo>
                  <a:cubicBezTo>
                    <a:pt x="15776" y="103791"/>
                    <a:pt x="16512" y="103791"/>
                    <a:pt x="17271" y="103791"/>
                  </a:cubicBezTo>
                  <a:cubicBezTo>
                    <a:pt x="17517" y="97406"/>
                    <a:pt x="17763" y="91022"/>
                    <a:pt x="18016" y="84443"/>
                  </a:cubicBezTo>
                  <a:cubicBezTo>
                    <a:pt x="18752" y="84443"/>
                    <a:pt x="19489" y="84443"/>
                    <a:pt x="20248" y="84443"/>
                  </a:cubicBezTo>
                  <a:cubicBezTo>
                    <a:pt x="20284" y="83593"/>
                    <a:pt x="20321" y="82742"/>
                    <a:pt x="20358" y="81865"/>
                  </a:cubicBezTo>
                  <a:cubicBezTo>
                    <a:pt x="20414" y="80756"/>
                    <a:pt x="20470" y="79646"/>
                    <a:pt x="20527" y="78537"/>
                  </a:cubicBezTo>
                  <a:cubicBezTo>
                    <a:pt x="20562" y="77694"/>
                    <a:pt x="20562" y="77694"/>
                    <a:pt x="20597" y="76835"/>
                  </a:cubicBezTo>
                  <a:cubicBezTo>
                    <a:pt x="20674" y="75398"/>
                    <a:pt x="20828" y="73966"/>
                    <a:pt x="20992" y="72537"/>
                  </a:cubicBezTo>
                  <a:cubicBezTo>
                    <a:pt x="21729" y="72169"/>
                    <a:pt x="21729" y="72169"/>
                    <a:pt x="22480" y="71793"/>
                  </a:cubicBezTo>
                  <a:cubicBezTo>
                    <a:pt x="22745" y="69676"/>
                    <a:pt x="22811" y="67576"/>
                    <a:pt x="22896" y="65445"/>
                  </a:cubicBezTo>
                  <a:cubicBezTo>
                    <a:pt x="23004" y="64838"/>
                    <a:pt x="23113" y="64232"/>
                    <a:pt x="23225" y="63608"/>
                  </a:cubicBezTo>
                  <a:cubicBezTo>
                    <a:pt x="24330" y="63239"/>
                    <a:pt x="24330" y="63239"/>
                    <a:pt x="25457" y="62863"/>
                  </a:cubicBezTo>
                  <a:cubicBezTo>
                    <a:pt x="25892" y="61460"/>
                    <a:pt x="25892" y="61460"/>
                    <a:pt x="25969" y="59840"/>
                  </a:cubicBezTo>
                  <a:cubicBezTo>
                    <a:pt x="26045" y="58873"/>
                    <a:pt x="26122" y="57906"/>
                    <a:pt x="26201" y="56910"/>
                  </a:cubicBezTo>
                  <a:cubicBezTo>
                    <a:pt x="26938" y="56910"/>
                    <a:pt x="27675" y="56910"/>
                    <a:pt x="28434" y="56910"/>
                  </a:cubicBezTo>
                  <a:cubicBezTo>
                    <a:pt x="28510" y="55974"/>
                    <a:pt x="28587" y="55038"/>
                    <a:pt x="28666" y="54073"/>
                  </a:cubicBezTo>
                  <a:cubicBezTo>
                    <a:pt x="28980" y="51443"/>
                    <a:pt x="29447" y="50517"/>
                    <a:pt x="31410" y="48725"/>
                  </a:cubicBezTo>
                  <a:cubicBezTo>
                    <a:pt x="31597" y="46771"/>
                    <a:pt x="31597" y="46771"/>
                    <a:pt x="31410" y="45004"/>
                  </a:cubicBezTo>
                  <a:cubicBezTo>
                    <a:pt x="32147" y="45004"/>
                    <a:pt x="32883" y="45004"/>
                    <a:pt x="33643" y="45004"/>
                  </a:cubicBezTo>
                  <a:cubicBezTo>
                    <a:pt x="33719" y="44283"/>
                    <a:pt x="33796" y="43561"/>
                    <a:pt x="33875" y="42818"/>
                  </a:cubicBezTo>
                  <a:cubicBezTo>
                    <a:pt x="34044" y="42066"/>
                    <a:pt x="34213" y="41314"/>
                    <a:pt x="34387" y="40539"/>
                  </a:cubicBezTo>
                  <a:cubicBezTo>
                    <a:pt x="35492" y="40171"/>
                    <a:pt x="35492" y="40171"/>
                    <a:pt x="36619" y="39795"/>
                  </a:cubicBezTo>
                  <a:cubicBezTo>
                    <a:pt x="37127" y="38809"/>
                    <a:pt x="37624" y="37817"/>
                    <a:pt x="38107" y="36818"/>
                  </a:cubicBezTo>
                  <a:cubicBezTo>
                    <a:pt x="38598" y="36818"/>
                    <a:pt x="39090" y="36818"/>
                    <a:pt x="39596" y="36818"/>
                  </a:cubicBezTo>
                  <a:cubicBezTo>
                    <a:pt x="39703" y="36205"/>
                    <a:pt x="39811" y="35591"/>
                    <a:pt x="39921" y="34958"/>
                  </a:cubicBezTo>
                  <a:cubicBezTo>
                    <a:pt x="40128" y="34037"/>
                    <a:pt x="40128" y="34037"/>
                    <a:pt x="40340" y="33098"/>
                  </a:cubicBezTo>
                  <a:cubicBezTo>
                    <a:pt x="41076" y="33098"/>
                    <a:pt x="41813" y="33098"/>
                    <a:pt x="42572" y="33098"/>
                  </a:cubicBezTo>
                  <a:cubicBezTo>
                    <a:pt x="43012" y="31650"/>
                    <a:pt x="43012" y="31650"/>
                    <a:pt x="43316" y="30121"/>
                  </a:cubicBezTo>
                  <a:cubicBezTo>
                    <a:pt x="43807" y="29876"/>
                    <a:pt x="44299" y="29630"/>
                    <a:pt x="44805" y="29377"/>
                  </a:cubicBezTo>
                  <a:cubicBezTo>
                    <a:pt x="45173" y="28640"/>
                    <a:pt x="45173" y="28640"/>
                    <a:pt x="45549" y="27889"/>
                  </a:cubicBezTo>
                  <a:cubicBezTo>
                    <a:pt x="46293" y="26400"/>
                    <a:pt x="46293" y="26400"/>
                    <a:pt x="47781" y="25656"/>
                  </a:cubicBezTo>
                  <a:cubicBezTo>
                    <a:pt x="47996" y="25165"/>
                    <a:pt x="48211" y="24674"/>
                    <a:pt x="48432" y="24168"/>
                  </a:cubicBezTo>
                  <a:cubicBezTo>
                    <a:pt x="48709" y="23677"/>
                    <a:pt x="48985" y="23186"/>
                    <a:pt x="49269" y="22680"/>
                  </a:cubicBezTo>
                  <a:cubicBezTo>
                    <a:pt x="50052" y="22496"/>
                    <a:pt x="50052" y="22496"/>
                    <a:pt x="50851" y="22308"/>
                  </a:cubicBezTo>
                  <a:cubicBezTo>
                    <a:pt x="51311" y="22185"/>
                    <a:pt x="51772" y="22062"/>
                    <a:pt x="52246" y="21936"/>
                  </a:cubicBezTo>
                  <a:cubicBezTo>
                    <a:pt x="52246" y="20953"/>
                    <a:pt x="52246" y="19971"/>
                    <a:pt x="52246" y="18959"/>
                  </a:cubicBezTo>
                  <a:cubicBezTo>
                    <a:pt x="53719" y="18959"/>
                    <a:pt x="55193" y="18959"/>
                    <a:pt x="56711" y="18959"/>
                  </a:cubicBezTo>
                  <a:cubicBezTo>
                    <a:pt x="56711" y="17977"/>
                    <a:pt x="56711" y="16995"/>
                    <a:pt x="56711" y="15983"/>
                  </a:cubicBezTo>
                  <a:cubicBezTo>
                    <a:pt x="58430" y="15737"/>
                    <a:pt x="60149" y="15491"/>
                    <a:pt x="61920" y="15238"/>
                  </a:cubicBezTo>
                  <a:cubicBezTo>
                    <a:pt x="61920" y="14256"/>
                    <a:pt x="61920" y="13274"/>
                    <a:pt x="61920" y="12262"/>
                  </a:cubicBezTo>
                  <a:cubicBezTo>
                    <a:pt x="62764" y="12200"/>
                    <a:pt x="63608" y="12139"/>
                    <a:pt x="64478" y="12076"/>
                  </a:cubicBezTo>
                  <a:cubicBezTo>
                    <a:pt x="65353" y="11892"/>
                    <a:pt x="66228" y="11707"/>
                    <a:pt x="67129" y="11518"/>
                  </a:cubicBezTo>
                  <a:cubicBezTo>
                    <a:pt x="67236" y="11011"/>
                    <a:pt x="67344" y="10505"/>
                    <a:pt x="67454" y="9983"/>
                  </a:cubicBezTo>
                  <a:cubicBezTo>
                    <a:pt x="67662" y="9269"/>
                    <a:pt x="67662" y="9269"/>
                    <a:pt x="67873" y="8541"/>
                  </a:cubicBezTo>
                  <a:cubicBezTo>
                    <a:pt x="69911" y="8248"/>
                    <a:pt x="71755" y="8410"/>
                    <a:pt x="73826" y="8541"/>
                  </a:cubicBezTo>
                  <a:cubicBezTo>
                    <a:pt x="73826" y="7559"/>
                    <a:pt x="73826" y="6577"/>
                    <a:pt x="73826" y="5565"/>
                  </a:cubicBezTo>
                  <a:cubicBezTo>
                    <a:pt x="74516" y="5545"/>
                    <a:pt x="75206" y="5526"/>
                    <a:pt x="75916" y="5506"/>
                  </a:cubicBezTo>
                  <a:cubicBezTo>
                    <a:pt x="76807" y="5464"/>
                    <a:pt x="77698" y="5422"/>
                    <a:pt x="78617" y="5379"/>
                  </a:cubicBezTo>
                  <a:cubicBezTo>
                    <a:pt x="79506" y="5344"/>
                    <a:pt x="80395" y="5309"/>
                    <a:pt x="81311" y="5274"/>
                  </a:cubicBezTo>
                  <a:cubicBezTo>
                    <a:pt x="82033" y="5124"/>
                    <a:pt x="82756" y="4975"/>
                    <a:pt x="83500" y="4820"/>
                  </a:cubicBezTo>
                  <a:cubicBezTo>
                    <a:pt x="83586" y="4327"/>
                    <a:pt x="83672" y="3833"/>
                    <a:pt x="83760" y="3325"/>
                  </a:cubicBezTo>
                  <a:cubicBezTo>
                    <a:pt x="83920" y="2836"/>
                    <a:pt x="84080" y="2347"/>
                    <a:pt x="84244" y="1844"/>
                  </a:cubicBezTo>
                  <a:close/>
                </a:path>
              </a:pathLst>
            </a:custGeom>
            <a:grpFill/>
            <a:ln w="744" cap="flat">
              <a:noFill/>
              <a:prstDash val="solid"/>
              <a:miter/>
            </a:ln>
          </p:spPr>
          <p:txBody>
            <a:bodyPr rtlCol="0" anchor="ctr"/>
            <a:lstStyle/>
            <a:p>
              <a:endParaRPr lang="zh-CN" altLang="en-US"/>
            </a:p>
          </p:txBody>
        </p:sp>
        <p:sp>
          <p:nvSpPr>
            <p:cNvPr id="196" name="任意多边形: 形状 195"/>
            <p:cNvSpPr/>
            <p:nvPr/>
          </p:nvSpPr>
          <p:spPr>
            <a:xfrm>
              <a:off x="5319808" y="733488"/>
              <a:ext cx="60466" cy="211506"/>
            </a:xfrm>
            <a:custGeom>
              <a:avLst/>
              <a:gdLst>
                <a:gd name="connsiteX0" fmla="*/ 12269 w 60467"/>
                <a:gd name="connsiteY0" fmla="*/ 681 h 211499"/>
                <a:gd name="connsiteX1" fmla="*/ 13923 w 60467"/>
                <a:gd name="connsiteY1" fmla="*/ 686 h 211499"/>
                <a:gd name="connsiteX2" fmla="*/ 15658 w 60467"/>
                <a:gd name="connsiteY2" fmla="*/ 682 h 211499"/>
                <a:gd name="connsiteX3" fmla="*/ 21361 w 60467"/>
                <a:gd name="connsiteY3" fmla="*/ 683 h 211499"/>
                <a:gd name="connsiteX4" fmla="*/ 25306 w 60467"/>
                <a:gd name="connsiteY4" fmla="*/ 681 h 211499"/>
                <a:gd name="connsiteX5" fmla="*/ 33586 w 60467"/>
                <a:gd name="connsiteY5" fmla="*/ 685 h 211499"/>
                <a:gd name="connsiteX6" fmla="*/ 44224 w 60467"/>
                <a:gd name="connsiteY6" fmla="*/ 682 h 211499"/>
                <a:gd name="connsiteX7" fmla="*/ 52375 w 60467"/>
                <a:gd name="connsiteY7" fmla="*/ 682 h 211499"/>
                <a:gd name="connsiteX8" fmla="*/ 56298 w 60467"/>
                <a:gd name="connsiteY8" fmla="*/ 680 h 211499"/>
                <a:gd name="connsiteX9" fmla="*/ 61772 w 60467"/>
                <a:gd name="connsiteY9" fmla="*/ 686 h 211499"/>
                <a:gd name="connsiteX10" fmla="*/ 63426 w 60467"/>
                <a:gd name="connsiteY10" fmla="*/ 681 h 211499"/>
                <a:gd name="connsiteX11" fmla="*/ 67986 w 60467"/>
                <a:gd name="connsiteY11" fmla="*/ 1526 h 211499"/>
                <a:gd name="connsiteX12" fmla="*/ 68077 w 60467"/>
                <a:gd name="connsiteY12" fmla="*/ 4906 h 211499"/>
                <a:gd name="connsiteX13" fmla="*/ 68082 w 60467"/>
                <a:gd name="connsiteY13" fmla="*/ 7134 h 211499"/>
                <a:gd name="connsiteX14" fmla="*/ 68075 w 60467"/>
                <a:gd name="connsiteY14" fmla="*/ 9610 h 211499"/>
                <a:gd name="connsiteX15" fmla="*/ 68077 w 60467"/>
                <a:gd name="connsiteY15" fmla="*/ 12218 h 211499"/>
                <a:gd name="connsiteX16" fmla="*/ 68072 w 60467"/>
                <a:gd name="connsiteY16" fmla="*/ 19416 h 211499"/>
                <a:gd name="connsiteX17" fmla="*/ 68070 w 60467"/>
                <a:gd name="connsiteY17" fmla="*/ 27167 h 211499"/>
                <a:gd name="connsiteX18" fmla="*/ 68064 w 60467"/>
                <a:gd name="connsiteY18" fmla="*/ 40605 h 211499"/>
                <a:gd name="connsiteX19" fmla="*/ 68055 w 60467"/>
                <a:gd name="connsiteY19" fmla="*/ 60036 h 211499"/>
                <a:gd name="connsiteX20" fmla="*/ 68042 w 60467"/>
                <a:gd name="connsiteY20" fmla="*/ 91557 h 211499"/>
                <a:gd name="connsiteX21" fmla="*/ 68026 w 60467"/>
                <a:gd name="connsiteY21" fmla="*/ 122184 h 211499"/>
                <a:gd name="connsiteX22" fmla="*/ 68026 w 60467"/>
                <a:gd name="connsiteY22" fmla="*/ 124090 h 211499"/>
                <a:gd name="connsiteX23" fmla="*/ 68023 w 60467"/>
                <a:gd name="connsiteY23" fmla="*/ 133553 h 211499"/>
                <a:gd name="connsiteX24" fmla="*/ 67986 w 60467"/>
                <a:gd name="connsiteY24" fmla="*/ 212118 h 211499"/>
                <a:gd name="connsiteX25" fmla="*/ 7710 w 60467"/>
                <a:gd name="connsiteY25" fmla="*/ 212118 h 211499"/>
                <a:gd name="connsiteX26" fmla="*/ 7672 w 60467"/>
                <a:gd name="connsiteY26" fmla="*/ 131671 h 211499"/>
                <a:gd name="connsiteX27" fmla="*/ 7669 w 60467"/>
                <a:gd name="connsiteY27" fmla="*/ 122184 h 211499"/>
                <a:gd name="connsiteX28" fmla="*/ 7669 w 60467"/>
                <a:gd name="connsiteY28" fmla="*/ 120276 h 211499"/>
                <a:gd name="connsiteX29" fmla="*/ 7653 w 60467"/>
                <a:gd name="connsiteY29" fmla="*/ 89652 h 211499"/>
                <a:gd name="connsiteX30" fmla="*/ 7640 w 60467"/>
                <a:gd name="connsiteY30" fmla="*/ 58252 h 211499"/>
                <a:gd name="connsiteX31" fmla="*/ 7630 w 60467"/>
                <a:gd name="connsiteY31" fmla="*/ 38861 h 211499"/>
                <a:gd name="connsiteX32" fmla="*/ 7626 w 60467"/>
                <a:gd name="connsiteY32" fmla="*/ 25582 h 211499"/>
                <a:gd name="connsiteX33" fmla="*/ 7621 w 60467"/>
                <a:gd name="connsiteY33" fmla="*/ 17909 h 211499"/>
                <a:gd name="connsiteX34" fmla="*/ 7621 w 60467"/>
                <a:gd name="connsiteY34" fmla="*/ 9610 h 211499"/>
                <a:gd name="connsiteX35" fmla="*/ 7614 w 60467"/>
                <a:gd name="connsiteY35" fmla="*/ 7134 h 211499"/>
                <a:gd name="connsiteX36" fmla="*/ 7619 w 60467"/>
                <a:gd name="connsiteY36" fmla="*/ 4906 h 211499"/>
                <a:gd name="connsiteX37" fmla="*/ 7618 w 60467"/>
                <a:gd name="connsiteY37" fmla="*/ 2969 h 211499"/>
                <a:gd name="connsiteX38" fmla="*/ 12269 w 60467"/>
                <a:gd name="connsiteY38" fmla="*/ 681 h 211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467" h="211499">
                  <a:moveTo>
                    <a:pt x="12269" y="681"/>
                  </a:moveTo>
                  <a:cubicBezTo>
                    <a:pt x="13088" y="683"/>
                    <a:pt x="13088" y="683"/>
                    <a:pt x="13923" y="686"/>
                  </a:cubicBezTo>
                  <a:cubicBezTo>
                    <a:pt x="14496" y="684"/>
                    <a:pt x="15068" y="683"/>
                    <a:pt x="15658" y="682"/>
                  </a:cubicBezTo>
                  <a:cubicBezTo>
                    <a:pt x="17559" y="678"/>
                    <a:pt x="19460" y="681"/>
                    <a:pt x="21361" y="683"/>
                  </a:cubicBezTo>
                  <a:cubicBezTo>
                    <a:pt x="22676" y="683"/>
                    <a:pt x="23991" y="682"/>
                    <a:pt x="25306" y="681"/>
                  </a:cubicBezTo>
                  <a:cubicBezTo>
                    <a:pt x="28066" y="680"/>
                    <a:pt x="30826" y="681"/>
                    <a:pt x="33586" y="685"/>
                  </a:cubicBezTo>
                  <a:cubicBezTo>
                    <a:pt x="37132" y="689"/>
                    <a:pt x="40678" y="687"/>
                    <a:pt x="44224" y="682"/>
                  </a:cubicBezTo>
                  <a:cubicBezTo>
                    <a:pt x="46941" y="680"/>
                    <a:pt x="49658" y="680"/>
                    <a:pt x="52375" y="682"/>
                  </a:cubicBezTo>
                  <a:cubicBezTo>
                    <a:pt x="53683" y="683"/>
                    <a:pt x="54990" y="682"/>
                    <a:pt x="56298" y="680"/>
                  </a:cubicBezTo>
                  <a:cubicBezTo>
                    <a:pt x="58123" y="679"/>
                    <a:pt x="59948" y="681"/>
                    <a:pt x="61772" y="686"/>
                  </a:cubicBezTo>
                  <a:cubicBezTo>
                    <a:pt x="62318" y="684"/>
                    <a:pt x="62864" y="683"/>
                    <a:pt x="63426" y="681"/>
                  </a:cubicBezTo>
                  <a:cubicBezTo>
                    <a:pt x="67156" y="697"/>
                    <a:pt x="67156" y="697"/>
                    <a:pt x="67986" y="1526"/>
                  </a:cubicBezTo>
                  <a:cubicBezTo>
                    <a:pt x="68058" y="2651"/>
                    <a:pt x="68078" y="3779"/>
                    <a:pt x="68077" y="4906"/>
                  </a:cubicBezTo>
                  <a:cubicBezTo>
                    <a:pt x="68079" y="5642"/>
                    <a:pt x="68080" y="6377"/>
                    <a:pt x="68082" y="7134"/>
                  </a:cubicBezTo>
                  <a:cubicBezTo>
                    <a:pt x="68079" y="7951"/>
                    <a:pt x="68077" y="8768"/>
                    <a:pt x="68075" y="9610"/>
                  </a:cubicBezTo>
                  <a:cubicBezTo>
                    <a:pt x="68076" y="10471"/>
                    <a:pt x="68076" y="11332"/>
                    <a:pt x="68077" y="12218"/>
                  </a:cubicBezTo>
                  <a:cubicBezTo>
                    <a:pt x="68078" y="14618"/>
                    <a:pt x="68076" y="17017"/>
                    <a:pt x="68072" y="19416"/>
                  </a:cubicBezTo>
                  <a:cubicBezTo>
                    <a:pt x="68069" y="22000"/>
                    <a:pt x="68070" y="24583"/>
                    <a:pt x="68070" y="27167"/>
                  </a:cubicBezTo>
                  <a:cubicBezTo>
                    <a:pt x="68071" y="31646"/>
                    <a:pt x="68068" y="36126"/>
                    <a:pt x="68064" y="40605"/>
                  </a:cubicBezTo>
                  <a:cubicBezTo>
                    <a:pt x="68058" y="47082"/>
                    <a:pt x="68056" y="53559"/>
                    <a:pt x="68055" y="60036"/>
                  </a:cubicBezTo>
                  <a:cubicBezTo>
                    <a:pt x="68054" y="70543"/>
                    <a:pt x="68049" y="81050"/>
                    <a:pt x="68042" y="91557"/>
                  </a:cubicBezTo>
                  <a:cubicBezTo>
                    <a:pt x="68035" y="101766"/>
                    <a:pt x="68030" y="111975"/>
                    <a:pt x="68026" y="122184"/>
                  </a:cubicBezTo>
                  <a:cubicBezTo>
                    <a:pt x="68026" y="122813"/>
                    <a:pt x="68026" y="123442"/>
                    <a:pt x="68026" y="124090"/>
                  </a:cubicBezTo>
                  <a:cubicBezTo>
                    <a:pt x="68025" y="127244"/>
                    <a:pt x="68024" y="130399"/>
                    <a:pt x="68023" y="133553"/>
                  </a:cubicBezTo>
                  <a:cubicBezTo>
                    <a:pt x="68015" y="159742"/>
                    <a:pt x="68002" y="185930"/>
                    <a:pt x="67986" y="212118"/>
                  </a:cubicBezTo>
                  <a:cubicBezTo>
                    <a:pt x="48095" y="212118"/>
                    <a:pt x="28204" y="212118"/>
                    <a:pt x="7710" y="212118"/>
                  </a:cubicBezTo>
                  <a:cubicBezTo>
                    <a:pt x="7694" y="185302"/>
                    <a:pt x="7680" y="158487"/>
                    <a:pt x="7672" y="131671"/>
                  </a:cubicBezTo>
                  <a:cubicBezTo>
                    <a:pt x="7671" y="128509"/>
                    <a:pt x="7670" y="125347"/>
                    <a:pt x="7669" y="122184"/>
                  </a:cubicBezTo>
                  <a:cubicBezTo>
                    <a:pt x="7669" y="121555"/>
                    <a:pt x="7669" y="120925"/>
                    <a:pt x="7669" y="120276"/>
                  </a:cubicBezTo>
                  <a:cubicBezTo>
                    <a:pt x="7665" y="110068"/>
                    <a:pt x="7660" y="99860"/>
                    <a:pt x="7653" y="89652"/>
                  </a:cubicBezTo>
                  <a:cubicBezTo>
                    <a:pt x="7646" y="79185"/>
                    <a:pt x="7642" y="68719"/>
                    <a:pt x="7640" y="58252"/>
                  </a:cubicBezTo>
                  <a:cubicBezTo>
                    <a:pt x="7639" y="51788"/>
                    <a:pt x="7636" y="45325"/>
                    <a:pt x="7630" y="38861"/>
                  </a:cubicBezTo>
                  <a:cubicBezTo>
                    <a:pt x="7626" y="34435"/>
                    <a:pt x="7625" y="30008"/>
                    <a:pt x="7626" y="25582"/>
                  </a:cubicBezTo>
                  <a:cubicBezTo>
                    <a:pt x="7626" y="23025"/>
                    <a:pt x="7625" y="20467"/>
                    <a:pt x="7621" y="17909"/>
                  </a:cubicBezTo>
                  <a:cubicBezTo>
                    <a:pt x="7618" y="15143"/>
                    <a:pt x="7619" y="12377"/>
                    <a:pt x="7621" y="9610"/>
                  </a:cubicBezTo>
                  <a:cubicBezTo>
                    <a:pt x="7619" y="8793"/>
                    <a:pt x="7616" y="7976"/>
                    <a:pt x="7614" y="7134"/>
                  </a:cubicBezTo>
                  <a:cubicBezTo>
                    <a:pt x="7616" y="6399"/>
                    <a:pt x="7617" y="5664"/>
                    <a:pt x="7619" y="4906"/>
                  </a:cubicBezTo>
                  <a:cubicBezTo>
                    <a:pt x="7618" y="4267"/>
                    <a:pt x="7618" y="3628"/>
                    <a:pt x="7618" y="2969"/>
                  </a:cubicBezTo>
                  <a:cubicBezTo>
                    <a:pt x="7808" y="-3"/>
                    <a:pt x="9748" y="692"/>
                    <a:pt x="12269" y="681"/>
                  </a:cubicBezTo>
                  <a:close/>
                </a:path>
              </a:pathLst>
            </a:custGeom>
            <a:grpFill/>
            <a:ln w="744" cap="flat">
              <a:noFill/>
              <a:prstDash val="solid"/>
              <a:miter/>
            </a:ln>
          </p:spPr>
          <p:txBody>
            <a:bodyPr rtlCol="0" anchor="ctr"/>
            <a:lstStyle/>
            <a:p>
              <a:endParaRPr lang="zh-CN" altLang="en-US"/>
            </a:p>
          </p:txBody>
        </p:sp>
        <p:sp>
          <p:nvSpPr>
            <p:cNvPr id="197" name="任意多边形: 形状 196"/>
            <p:cNvSpPr/>
            <p:nvPr/>
          </p:nvSpPr>
          <p:spPr>
            <a:xfrm>
              <a:off x="9487659" y="732907"/>
              <a:ext cx="186536" cy="140753"/>
            </a:xfrm>
            <a:custGeom>
              <a:avLst/>
              <a:gdLst>
                <a:gd name="connsiteX0" fmla="*/ 154305 w 186537"/>
                <a:gd name="connsiteY0" fmla="*/ 806 h 140750"/>
                <a:gd name="connsiteX1" fmla="*/ 156291 w 186537"/>
                <a:gd name="connsiteY1" fmla="*/ 958 h 140750"/>
                <a:gd name="connsiteX2" fmla="*/ 157886 w 186537"/>
                <a:gd name="connsiteY2" fmla="*/ 1364 h 140750"/>
                <a:gd name="connsiteX3" fmla="*/ 158631 w 186537"/>
                <a:gd name="connsiteY3" fmla="*/ 3597 h 140750"/>
                <a:gd name="connsiteX4" fmla="*/ 162351 w 186537"/>
                <a:gd name="connsiteY4" fmla="*/ 5085 h 140750"/>
                <a:gd name="connsiteX5" fmla="*/ 163840 w 186537"/>
                <a:gd name="connsiteY5" fmla="*/ 7318 h 140750"/>
                <a:gd name="connsiteX6" fmla="*/ 165746 w 186537"/>
                <a:gd name="connsiteY6" fmla="*/ 7690 h 140750"/>
                <a:gd name="connsiteX7" fmla="*/ 167560 w 186537"/>
                <a:gd name="connsiteY7" fmla="*/ 8062 h 140750"/>
                <a:gd name="connsiteX8" fmla="*/ 168304 w 186537"/>
                <a:gd name="connsiteY8" fmla="*/ 10294 h 140750"/>
                <a:gd name="connsiteX9" fmla="*/ 169793 w 186537"/>
                <a:gd name="connsiteY9" fmla="*/ 10992 h 140750"/>
                <a:gd name="connsiteX10" fmla="*/ 171281 w 186537"/>
                <a:gd name="connsiteY10" fmla="*/ 11782 h 140750"/>
                <a:gd name="connsiteX11" fmla="*/ 171560 w 186537"/>
                <a:gd name="connsiteY11" fmla="*/ 13364 h 140750"/>
                <a:gd name="connsiteX12" fmla="*/ 172025 w 186537"/>
                <a:gd name="connsiteY12" fmla="*/ 14759 h 140750"/>
                <a:gd name="connsiteX13" fmla="*/ 174257 w 186537"/>
                <a:gd name="connsiteY13" fmla="*/ 14759 h 140750"/>
                <a:gd name="connsiteX14" fmla="*/ 176490 w 186537"/>
                <a:gd name="connsiteY14" fmla="*/ 14759 h 140750"/>
                <a:gd name="connsiteX15" fmla="*/ 177234 w 186537"/>
                <a:gd name="connsiteY15" fmla="*/ 17736 h 140750"/>
                <a:gd name="connsiteX16" fmla="*/ 181699 w 186537"/>
                <a:gd name="connsiteY16" fmla="*/ 18480 h 140750"/>
                <a:gd name="connsiteX17" fmla="*/ 182443 w 186537"/>
                <a:gd name="connsiteY17" fmla="*/ 20712 h 140750"/>
                <a:gd name="connsiteX18" fmla="*/ 183931 w 186537"/>
                <a:gd name="connsiteY18" fmla="*/ 21456 h 140750"/>
                <a:gd name="connsiteX19" fmla="*/ 186164 w 186537"/>
                <a:gd name="connsiteY19" fmla="*/ 24433 h 140750"/>
                <a:gd name="connsiteX20" fmla="*/ 187978 w 186537"/>
                <a:gd name="connsiteY20" fmla="*/ 24758 h 140750"/>
                <a:gd name="connsiteX21" fmla="*/ 189884 w 186537"/>
                <a:gd name="connsiteY21" fmla="*/ 25177 h 140750"/>
                <a:gd name="connsiteX22" fmla="*/ 190629 w 186537"/>
                <a:gd name="connsiteY22" fmla="*/ 26712 h 140750"/>
                <a:gd name="connsiteX23" fmla="*/ 191373 w 186537"/>
                <a:gd name="connsiteY23" fmla="*/ 28154 h 140750"/>
                <a:gd name="connsiteX24" fmla="*/ 193280 w 186537"/>
                <a:gd name="connsiteY24" fmla="*/ 28107 h 140750"/>
                <a:gd name="connsiteX25" fmla="*/ 195093 w 186537"/>
                <a:gd name="connsiteY25" fmla="*/ 28154 h 140750"/>
                <a:gd name="connsiteX26" fmla="*/ 195838 w 186537"/>
                <a:gd name="connsiteY26" fmla="*/ 31874 h 140750"/>
                <a:gd name="connsiteX27" fmla="*/ 197744 w 186537"/>
                <a:gd name="connsiteY27" fmla="*/ 32107 h 140750"/>
                <a:gd name="connsiteX28" fmla="*/ 199558 w 186537"/>
                <a:gd name="connsiteY28" fmla="*/ 32618 h 140750"/>
                <a:gd name="connsiteX29" fmla="*/ 199558 w 186537"/>
                <a:gd name="connsiteY29" fmla="*/ 38571 h 140750"/>
                <a:gd name="connsiteX30" fmla="*/ 197326 w 186537"/>
                <a:gd name="connsiteY30" fmla="*/ 39316 h 140750"/>
                <a:gd name="connsiteX31" fmla="*/ 196582 w 186537"/>
                <a:gd name="connsiteY31" fmla="*/ 41548 h 140750"/>
                <a:gd name="connsiteX32" fmla="*/ 193605 w 186537"/>
                <a:gd name="connsiteY32" fmla="*/ 43036 h 140750"/>
                <a:gd name="connsiteX33" fmla="*/ 192024 w 186537"/>
                <a:gd name="connsiteY33" fmla="*/ 44618 h 140750"/>
                <a:gd name="connsiteX34" fmla="*/ 189140 w 186537"/>
                <a:gd name="connsiteY34" fmla="*/ 46013 h 140750"/>
                <a:gd name="connsiteX35" fmla="*/ 188861 w 186537"/>
                <a:gd name="connsiteY35" fmla="*/ 47501 h 140750"/>
                <a:gd name="connsiteX36" fmla="*/ 188396 w 186537"/>
                <a:gd name="connsiteY36" fmla="*/ 48989 h 140750"/>
                <a:gd name="connsiteX37" fmla="*/ 185420 w 186537"/>
                <a:gd name="connsiteY37" fmla="*/ 48989 h 140750"/>
                <a:gd name="connsiteX38" fmla="*/ 185420 w 186537"/>
                <a:gd name="connsiteY38" fmla="*/ 51966 h 140750"/>
                <a:gd name="connsiteX39" fmla="*/ 182443 w 186537"/>
                <a:gd name="connsiteY39" fmla="*/ 53454 h 140750"/>
                <a:gd name="connsiteX40" fmla="*/ 180955 w 186537"/>
                <a:gd name="connsiteY40" fmla="*/ 55687 h 140750"/>
                <a:gd name="connsiteX41" fmla="*/ 177978 w 186537"/>
                <a:gd name="connsiteY41" fmla="*/ 57175 h 140750"/>
                <a:gd name="connsiteX42" fmla="*/ 177978 w 186537"/>
                <a:gd name="connsiteY42" fmla="*/ 58663 h 140750"/>
                <a:gd name="connsiteX43" fmla="*/ 176583 w 186537"/>
                <a:gd name="connsiteY43" fmla="*/ 58942 h 140750"/>
                <a:gd name="connsiteX44" fmla="*/ 175002 w 186537"/>
                <a:gd name="connsiteY44" fmla="*/ 59407 h 140750"/>
                <a:gd name="connsiteX45" fmla="*/ 173513 w 186537"/>
                <a:gd name="connsiteY45" fmla="*/ 62384 h 140750"/>
                <a:gd name="connsiteX46" fmla="*/ 170537 w 186537"/>
                <a:gd name="connsiteY46" fmla="*/ 63872 h 140750"/>
                <a:gd name="connsiteX47" fmla="*/ 169048 w 186537"/>
                <a:gd name="connsiteY47" fmla="*/ 66105 h 140750"/>
                <a:gd name="connsiteX48" fmla="*/ 166816 w 186537"/>
                <a:gd name="connsiteY48" fmla="*/ 66105 h 140750"/>
                <a:gd name="connsiteX49" fmla="*/ 166118 w 186537"/>
                <a:gd name="connsiteY49" fmla="*/ 67500 h 140750"/>
                <a:gd name="connsiteX50" fmla="*/ 162351 w 186537"/>
                <a:gd name="connsiteY50" fmla="*/ 70570 h 140750"/>
                <a:gd name="connsiteX51" fmla="*/ 162351 w 186537"/>
                <a:gd name="connsiteY51" fmla="*/ 72802 h 140750"/>
                <a:gd name="connsiteX52" fmla="*/ 160165 w 186537"/>
                <a:gd name="connsiteY52" fmla="*/ 72616 h 140750"/>
                <a:gd name="connsiteX53" fmla="*/ 157886 w 186537"/>
                <a:gd name="connsiteY53" fmla="*/ 72802 h 140750"/>
                <a:gd name="connsiteX54" fmla="*/ 157142 w 186537"/>
                <a:gd name="connsiteY54" fmla="*/ 75779 h 140750"/>
                <a:gd name="connsiteX55" fmla="*/ 155235 w 186537"/>
                <a:gd name="connsiteY55" fmla="*/ 76151 h 140750"/>
                <a:gd name="connsiteX56" fmla="*/ 153422 w 186537"/>
                <a:gd name="connsiteY56" fmla="*/ 76523 h 140750"/>
                <a:gd name="connsiteX57" fmla="*/ 153422 w 186537"/>
                <a:gd name="connsiteY57" fmla="*/ 79499 h 140750"/>
                <a:gd name="connsiteX58" fmla="*/ 149701 w 186537"/>
                <a:gd name="connsiteY58" fmla="*/ 80243 h 140750"/>
                <a:gd name="connsiteX59" fmla="*/ 148957 w 186537"/>
                <a:gd name="connsiteY59" fmla="*/ 81778 h 140750"/>
                <a:gd name="connsiteX60" fmla="*/ 148213 w 186537"/>
                <a:gd name="connsiteY60" fmla="*/ 83220 h 140750"/>
                <a:gd name="connsiteX61" fmla="*/ 144492 w 186537"/>
                <a:gd name="connsiteY61" fmla="*/ 83220 h 140750"/>
                <a:gd name="connsiteX62" fmla="*/ 144492 w 186537"/>
                <a:gd name="connsiteY62" fmla="*/ 86196 h 140750"/>
                <a:gd name="connsiteX63" fmla="*/ 139283 w 186537"/>
                <a:gd name="connsiteY63" fmla="*/ 86941 h 140750"/>
                <a:gd name="connsiteX64" fmla="*/ 139283 w 186537"/>
                <a:gd name="connsiteY64" fmla="*/ 89917 h 140750"/>
                <a:gd name="connsiteX65" fmla="*/ 135562 w 186537"/>
                <a:gd name="connsiteY65" fmla="*/ 90661 h 140750"/>
                <a:gd name="connsiteX66" fmla="*/ 134818 w 186537"/>
                <a:gd name="connsiteY66" fmla="*/ 92894 h 140750"/>
                <a:gd name="connsiteX67" fmla="*/ 133004 w 186537"/>
                <a:gd name="connsiteY67" fmla="*/ 93219 h 140750"/>
                <a:gd name="connsiteX68" fmla="*/ 131097 w 186537"/>
                <a:gd name="connsiteY68" fmla="*/ 93638 h 140750"/>
                <a:gd name="connsiteX69" fmla="*/ 130353 w 186537"/>
                <a:gd name="connsiteY69" fmla="*/ 95126 h 140750"/>
                <a:gd name="connsiteX70" fmla="*/ 129609 w 186537"/>
                <a:gd name="connsiteY70" fmla="*/ 96614 h 140750"/>
                <a:gd name="connsiteX71" fmla="*/ 125888 w 186537"/>
                <a:gd name="connsiteY71" fmla="*/ 97359 h 140750"/>
                <a:gd name="connsiteX72" fmla="*/ 125191 w 186537"/>
                <a:gd name="connsiteY72" fmla="*/ 98893 h 140750"/>
                <a:gd name="connsiteX73" fmla="*/ 124400 w 186537"/>
                <a:gd name="connsiteY73" fmla="*/ 100335 h 140750"/>
                <a:gd name="connsiteX74" fmla="*/ 119935 w 186537"/>
                <a:gd name="connsiteY74" fmla="*/ 100335 h 140750"/>
                <a:gd name="connsiteX75" fmla="*/ 119935 w 186537"/>
                <a:gd name="connsiteY75" fmla="*/ 103312 h 140750"/>
                <a:gd name="connsiteX76" fmla="*/ 114726 w 186537"/>
                <a:gd name="connsiteY76" fmla="*/ 104056 h 140750"/>
                <a:gd name="connsiteX77" fmla="*/ 114726 w 186537"/>
                <a:gd name="connsiteY77" fmla="*/ 107032 h 140750"/>
                <a:gd name="connsiteX78" fmla="*/ 112540 w 186537"/>
                <a:gd name="connsiteY78" fmla="*/ 107265 h 140750"/>
                <a:gd name="connsiteX79" fmla="*/ 110261 w 186537"/>
                <a:gd name="connsiteY79" fmla="*/ 107777 h 140750"/>
                <a:gd name="connsiteX80" fmla="*/ 109517 w 186537"/>
                <a:gd name="connsiteY80" fmla="*/ 110009 h 140750"/>
                <a:gd name="connsiteX81" fmla="*/ 106866 w 186537"/>
                <a:gd name="connsiteY81" fmla="*/ 110753 h 140750"/>
                <a:gd name="connsiteX82" fmla="*/ 104308 w 186537"/>
                <a:gd name="connsiteY82" fmla="*/ 111497 h 140750"/>
                <a:gd name="connsiteX83" fmla="*/ 104308 w 186537"/>
                <a:gd name="connsiteY83" fmla="*/ 113730 h 140750"/>
                <a:gd name="connsiteX84" fmla="*/ 101797 w 186537"/>
                <a:gd name="connsiteY84" fmla="*/ 113916 h 140750"/>
                <a:gd name="connsiteX85" fmla="*/ 99099 w 186537"/>
                <a:gd name="connsiteY85" fmla="*/ 114474 h 140750"/>
                <a:gd name="connsiteX86" fmla="*/ 97611 w 186537"/>
                <a:gd name="connsiteY86" fmla="*/ 117450 h 140750"/>
                <a:gd name="connsiteX87" fmla="*/ 93890 w 186537"/>
                <a:gd name="connsiteY87" fmla="*/ 118195 h 140750"/>
                <a:gd name="connsiteX88" fmla="*/ 93146 w 186537"/>
                <a:gd name="connsiteY88" fmla="*/ 120427 h 140750"/>
                <a:gd name="connsiteX89" fmla="*/ 90542 w 186537"/>
                <a:gd name="connsiteY89" fmla="*/ 120753 h 140750"/>
                <a:gd name="connsiteX90" fmla="*/ 87937 w 186537"/>
                <a:gd name="connsiteY90" fmla="*/ 121171 h 140750"/>
                <a:gd name="connsiteX91" fmla="*/ 87612 w 186537"/>
                <a:gd name="connsiteY91" fmla="*/ 122706 h 140750"/>
                <a:gd name="connsiteX92" fmla="*/ 87193 w 186537"/>
                <a:gd name="connsiteY92" fmla="*/ 124148 h 140750"/>
                <a:gd name="connsiteX93" fmla="*/ 81240 w 186537"/>
                <a:gd name="connsiteY93" fmla="*/ 124148 h 140750"/>
                <a:gd name="connsiteX94" fmla="*/ 80496 w 186537"/>
                <a:gd name="connsiteY94" fmla="*/ 127124 h 140750"/>
                <a:gd name="connsiteX95" fmla="*/ 74543 w 186537"/>
                <a:gd name="connsiteY95" fmla="*/ 127868 h 140750"/>
                <a:gd name="connsiteX96" fmla="*/ 74543 w 186537"/>
                <a:gd name="connsiteY96" fmla="*/ 130845 h 140750"/>
                <a:gd name="connsiteX97" fmla="*/ 71659 w 186537"/>
                <a:gd name="connsiteY97" fmla="*/ 131031 h 140750"/>
                <a:gd name="connsiteX98" fmla="*/ 68589 w 186537"/>
                <a:gd name="connsiteY98" fmla="*/ 131589 h 140750"/>
                <a:gd name="connsiteX99" fmla="*/ 67845 w 186537"/>
                <a:gd name="connsiteY99" fmla="*/ 133124 h 140750"/>
                <a:gd name="connsiteX100" fmla="*/ 67101 w 186537"/>
                <a:gd name="connsiteY100" fmla="*/ 134566 h 140750"/>
                <a:gd name="connsiteX101" fmla="*/ 61148 w 186537"/>
                <a:gd name="connsiteY101" fmla="*/ 134566 h 140750"/>
                <a:gd name="connsiteX102" fmla="*/ 61148 w 186537"/>
                <a:gd name="connsiteY102" fmla="*/ 137542 h 140750"/>
                <a:gd name="connsiteX103" fmla="*/ 53707 w 186537"/>
                <a:gd name="connsiteY103" fmla="*/ 137542 h 140750"/>
                <a:gd name="connsiteX104" fmla="*/ 53707 w 186537"/>
                <a:gd name="connsiteY104" fmla="*/ 141263 h 140750"/>
                <a:gd name="connsiteX105" fmla="*/ 49242 w 186537"/>
                <a:gd name="connsiteY105" fmla="*/ 141263 h 140750"/>
                <a:gd name="connsiteX106" fmla="*/ 48498 w 186537"/>
                <a:gd name="connsiteY106" fmla="*/ 139030 h 140750"/>
                <a:gd name="connsiteX107" fmla="*/ 46265 w 186537"/>
                <a:gd name="connsiteY107" fmla="*/ 138286 h 140750"/>
                <a:gd name="connsiteX108" fmla="*/ 46265 w 186537"/>
                <a:gd name="connsiteY108" fmla="*/ 133821 h 140750"/>
                <a:gd name="connsiteX109" fmla="*/ 44033 w 186537"/>
                <a:gd name="connsiteY109" fmla="*/ 133821 h 140750"/>
                <a:gd name="connsiteX110" fmla="*/ 43289 w 186537"/>
                <a:gd name="connsiteY110" fmla="*/ 130845 h 140750"/>
                <a:gd name="connsiteX111" fmla="*/ 41056 w 186537"/>
                <a:gd name="connsiteY111" fmla="*/ 128612 h 140750"/>
                <a:gd name="connsiteX112" fmla="*/ 37336 w 186537"/>
                <a:gd name="connsiteY112" fmla="*/ 121915 h 140750"/>
                <a:gd name="connsiteX113" fmla="*/ 35847 w 186537"/>
                <a:gd name="connsiteY113" fmla="*/ 121915 h 140750"/>
                <a:gd name="connsiteX114" fmla="*/ 34359 w 186537"/>
                <a:gd name="connsiteY114" fmla="*/ 118939 h 140750"/>
                <a:gd name="connsiteX115" fmla="*/ 32871 w 186537"/>
                <a:gd name="connsiteY115" fmla="*/ 118195 h 140750"/>
                <a:gd name="connsiteX116" fmla="*/ 32545 w 186537"/>
                <a:gd name="connsiteY116" fmla="*/ 116334 h 140750"/>
                <a:gd name="connsiteX117" fmla="*/ 32127 w 186537"/>
                <a:gd name="connsiteY117" fmla="*/ 114474 h 140750"/>
                <a:gd name="connsiteX118" fmla="*/ 29894 w 186537"/>
                <a:gd name="connsiteY118" fmla="*/ 113730 h 140750"/>
                <a:gd name="connsiteX119" fmla="*/ 29150 w 186537"/>
                <a:gd name="connsiteY119" fmla="*/ 110753 h 140750"/>
                <a:gd name="connsiteX120" fmla="*/ 27662 w 186537"/>
                <a:gd name="connsiteY120" fmla="*/ 110009 h 140750"/>
                <a:gd name="connsiteX121" fmla="*/ 27336 w 186537"/>
                <a:gd name="connsiteY121" fmla="*/ 108567 h 140750"/>
                <a:gd name="connsiteX122" fmla="*/ 24685 w 186537"/>
                <a:gd name="connsiteY122" fmla="*/ 105544 h 140750"/>
                <a:gd name="connsiteX123" fmla="*/ 24685 w 186537"/>
                <a:gd name="connsiteY123" fmla="*/ 103312 h 140750"/>
                <a:gd name="connsiteX124" fmla="*/ 23383 w 186537"/>
                <a:gd name="connsiteY124" fmla="*/ 102754 h 140750"/>
                <a:gd name="connsiteX125" fmla="*/ 19497 w 186537"/>
                <a:gd name="connsiteY125" fmla="*/ 97847 h 140750"/>
                <a:gd name="connsiteX126" fmla="*/ 16500 w 186537"/>
                <a:gd name="connsiteY126" fmla="*/ 95126 h 140750"/>
                <a:gd name="connsiteX127" fmla="*/ 15011 w 186537"/>
                <a:gd name="connsiteY127" fmla="*/ 91405 h 140750"/>
                <a:gd name="connsiteX128" fmla="*/ 13523 w 186537"/>
                <a:gd name="connsiteY128" fmla="*/ 90661 h 140750"/>
                <a:gd name="connsiteX129" fmla="*/ 13430 w 186537"/>
                <a:gd name="connsiteY129" fmla="*/ 86894 h 140750"/>
                <a:gd name="connsiteX130" fmla="*/ 13471 w 186537"/>
                <a:gd name="connsiteY130" fmla="*/ 84822 h 140750"/>
                <a:gd name="connsiteX131" fmla="*/ 13523 w 186537"/>
                <a:gd name="connsiteY131" fmla="*/ 83220 h 140750"/>
                <a:gd name="connsiteX132" fmla="*/ 17988 w 186537"/>
                <a:gd name="connsiteY132" fmla="*/ 82476 h 140750"/>
                <a:gd name="connsiteX133" fmla="*/ 17988 w 186537"/>
                <a:gd name="connsiteY133" fmla="*/ 79499 h 140750"/>
                <a:gd name="connsiteX134" fmla="*/ 19590 w 186537"/>
                <a:gd name="connsiteY134" fmla="*/ 79604 h 140750"/>
                <a:gd name="connsiteX135" fmla="*/ 21662 w 186537"/>
                <a:gd name="connsiteY135" fmla="*/ 79685 h 140750"/>
                <a:gd name="connsiteX136" fmla="*/ 23729 w 186537"/>
                <a:gd name="connsiteY136" fmla="*/ 79790 h 140750"/>
                <a:gd name="connsiteX137" fmla="*/ 25429 w 186537"/>
                <a:gd name="connsiteY137" fmla="*/ 79499 h 140750"/>
                <a:gd name="connsiteX138" fmla="*/ 26173 w 186537"/>
                <a:gd name="connsiteY138" fmla="*/ 76523 h 140750"/>
                <a:gd name="connsiteX139" fmla="*/ 31359 w 186537"/>
                <a:gd name="connsiteY139" fmla="*/ 76127 h 140750"/>
                <a:gd name="connsiteX140" fmla="*/ 32871 w 186537"/>
                <a:gd name="connsiteY140" fmla="*/ 75779 h 140750"/>
                <a:gd name="connsiteX141" fmla="*/ 33615 w 186537"/>
                <a:gd name="connsiteY141" fmla="*/ 72802 h 140750"/>
                <a:gd name="connsiteX142" fmla="*/ 36917 w 186537"/>
                <a:gd name="connsiteY142" fmla="*/ 72430 h 140750"/>
                <a:gd name="connsiteX143" fmla="*/ 40312 w 186537"/>
                <a:gd name="connsiteY143" fmla="*/ 72058 h 140750"/>
                <a:gd name="connsiteX144" fmla="*/ 41800 w 186537"/>
                <a:gd name="connsiteY144" fmla="*/ 69081 h 140750"/>
                <a:gd name="connsiteX145" fmla="*/ 46265 w 186537"/>
                <a:gd name="connsiteY145" fmla="*/ 69081 h 140750"/>
                <a:gd name="connsiteX146" fmla="*/ 46916 w 186537"/>
                <a:gd name="connsiteY146" fmla="*/ 67639 h 140750"/>
                <a:gd name="connsiteX147" fmla="*/ 47754 w 186537"/>
                <a:gd name="connsiteY147" fmla="*/ 66105 h 140750"/>
                <a:gd name="connsiteX148" fmla="*/ 50730 w 186537"/>
                <a:gd name="connsiteY148" fmla="*/ 65733 h 140750"/>
                <a:gd name="connsiteX149" fmla="*/ 53707 w 186537"/>
                <a:gd name="connsiteY149" fmla="*/ 65361 h 140750"/>
                <a:gd name="connsiteX150" fmla="*/ 55195 w 186537"/>
                <a:gd name="connsiteY150" fmla="*/ 62384 h 140750"/>
                <a:gd name="connsiteX151" fmla="*/ 60404 w 186537"/>
                <a:gd name="connsiteY151" fmla="*/ 61640 h 140750"/>
                <a:gd name="connsiteX152" fmla="*/ 61148 w 186537"/>
                <a:gd name="connsiteY152" fmla="*/ 59407 h 140750"/>
                <a:gd name="connsiteX153" fmla="*/ 64543 w 186537"/>
                <a:gd name="connsiteY153" fmla="*/ 58896 h 140750"/>
                <a:gd name="connsiteX154" fmla="*/ 66406 w 186537"/>
                <a:gd name="connsiteY154" fmla="*/ 58748 h 140750"/>
                <a:gd name="connsiteX155" fmla="*/ 67845 w 186537"/>
                <a:gd name="connsiteY155" fmla="*/ 58663 h 140750"/>
                <a:gd name="connsiteX156" fmla="*/ 67845 w 186537"/>
                <a:gd name="connsiteY156" fmla="*/ 55687 h 140750"/>
                <a:gd name="connsiteX157" fmla="*/ 70403 w 186537"/>
                <a:gd name="connsiteY157" fmla="*/ 55454 h 140750"/>
                <a:gd name="connsiteX158" fmla="*/ 73054 w 186537"/>
                <a:gd name="connsiteY158" fmla="*/ 54943 h 140750"/>
                <a:gd name="connsiteX159" fmla="*/ 73798 w 186537"/>
                <a:gd name="connsiteY159" fmla="*/ 52710 h 140750"/>
                <a:gd name="connsiteX160" fmla="*/ 79007 w 186537"/>
                <a:gd name="connsiteY160" fmla="*/ 51222 h 140750"/>
                <a:gd name="connsiteX161" fmla="*/ 79752 w 186537"/>
                <a:gd name="connsiteY161" fmla="*/ 48989 h 140750"/>
                <a:gd name="connsiteX162" fmla="*/ 82356 w 186537"/>
                <a:gd name="connsiteY162" fmla="*/ 48664 h 140750"/>
                <a:gd name="connsiteX163" fmla="*/ 84961 w 186537"/>
                <a:gd name="connsiteY163" fmla="*/ 48245 h 140750"/>
                <a:gd name="connsiteX164" fmla="*/ 85333 w 186537"/>
                <a:gd name="connsiteY164" fmla="*/ 46711 h 140750"/>
                <a:gd name="connsiteX165" fmla="*/ 85705 w 186537"/>
                <a:gd name="connsiteY165" fmla="*/ 45269 h 140750"/>
                <a:gd name="connsiteX166" fmla="*/ 90914 w 186537"/>
                <a:gd name="connsiteY166" fmla="*/ 45269 h 140750"/>
                <a:gd name="connsiteX167" fmla="*/ 90914 w 186537"/>
                <a:gd name="connsiteY167" fmla="*/ 42292 h 140750"/>
                <a:gd name="connsiteX168" fmla="*/ 93100 w 186537"/>
                <a:gd name="connsiteY168" fmla="*/ 42106 h 140750"/>
                <a:gd name="connsiteX169" fmla="*/ 95379 w 186537"/>
                <a:gd name="connsiteY169" fmla="*/ 41548 h 140750"/>
                <a:gd name="connsiteX170" fmla="*/ 95704 w 186537"/>
                <a:gd name="connsiteY170" fmla="*/ 40060 h 140750"/>
                <a:gd name="connsiteX171" fmla="*/ 96123 w 186537"/>
                <a:gd name="connsiteY171" fmla="*/ 38571 h 140750"/>
                <a:gd name="connsiteX172" fmla="*/ 101332 w 186537"/>
                <a:gd name="connsiteY172" fmla="*/ 37827 h 140750"/>
                <a:gd name="connsiteX173" fmla="*/ 102076 w 186537"/>
                <a:gd name="connsiteY173" fmla="*/ 35595 h 140750"/>
                <a:gd name="connsiteX174" fmla="*/ 104308 w 186537"/>
                <a:gd name="connsiteY174" fmla="*/ 35269 h 140750"/>
                <a:gd name="connsiteX175" fmla="*/ 106541 w 186537"/>
                <a:gd name="connsiteY175" fmla="*/ 34851 h 140750"/>
                <a:gd name="connsiteX176" fmla="*/ 106913 w 186537"/>
                <a:gd name="connsiteY176" fmla="*/ 33316 h 140750"/>
                <a:gd name="connsiteX177" fmla="*/ 107285 w 186537"/>
                <a:gd name="connsiteY177" fmla="*/ 31874 h 140750"/>
                <a:gd name="connsiteX178" fmla="*/ 111750 w 186537"/>
                <a:gd name="connsiteY178" fmla="*/ 31874 h 140750"/>
                <a:gd name="connsiteX179" fmla="*/ 112494 w 186537"/>
                <a:gd name="connsiteY179" fmla="*/ 28898 h 140750"/>
                <a:gd name="connsiteX180" fmla="*/ 116959 w 186537"/>
                <a:gd name="connsiteY180" fmla="*/ 28154 h 140750"/>
                <a:gd name="connsiteX181" fmla="*/ 116959 w 186537"/>
                <a:gd name="connsiteY181" fmla="*/ 25177 h 140750"/>
                <a:gd name="connsiteX182" fmla="*/ 120679 w 186537"/>
                <a:gd name="connsiteY182" fmla="*/ 24433 h 140750"/>
                <a:gd name="connsiteX183" fmla="*/ 121005 w 186537"/>
                <a:gd name="connsiteY183" fmla="*/ 22945 h 140750"/>
                <a:gd name="connsiteX184" fmla="*/ 121423 w 186537"/>
                <a:gd name="connsiteY184" fmla="*/ 21456 h 140750"/>
                <a:gd name="connsiteX185" fmla="*/ 125888 w 186537"/>
                <a:gd name="connsiteY185" fmla="*/ 20712 h 140750"/>
                <a:gd name="connsiteX186" fmla="*/ 126632 w 186537"/>
                <a:gd name="connsiteY186" fmla="*/ 18480 h 140750"/>
                <a:gd name="connsiteX187" fmla="*/ 128539 w 186537"/>
                <a:gd name="connsiteY187" fmla="*/ 17736 h 140750"/>
                <a:gd name="connsiteX188" fmla="*/ 130353 w 186537"/>
                <a:gd name="connsiteY188" fmla="*/ 16991 h 140750"/>
                <a:gd name="connsiteX189" fmla="*/ 130353 w 186537"/>
                <a:gd name="connsiteY189" fmla="*/ 14759 h 140750"/>
                <a:gd name="connsiteX190" fmla="*/ 134074 w 186537"/>
                <a:gd name="connsiteY190" fmla="*/ 14015 h 140750"/>
                <a:gd name="connsiteX191" fmla="*/ 134818 w 186537"/>
                <a:gd name="connsiteY191" fmla="*/ 11782 h 140750"/>
                <a:gd name="connsiteX192" fmla="*/ 139283 w 186537"/>
                <a:gd name="connsiteY192" fmla="*/ 11038 h 140750"/>
                <a:gd name="connsiteX193" fmla="*/ 139283 w 186537"/>
                <a:gd name="connsiteY193" fmla="*/ 8062 h 140750"/>
                <a:gd name="connsiteX194" fmla="*/ 143004 w 186537"/>
                <a:gd name="connsiteY194" fmla="*/ 6573 h 140750"/>
                <a:gd name="connsiteX195" fmla="*/ 144492 w 186537"/>
                <a:gd name="connsiteY195" fmla="*/ 4341 h 140750"/>
                <a:gd name="connsiteX196" fmla="*/ 147468 w 186537"/>
                <a:gd name="connsiteY196" fmla="*/ 4341 h 140750"/>
                <a:gd name="connsiteX197" fmla="*/ 147468 w 186537"/>
                <a:gd name="connsiteY197" fmla="*/ 1364 h 140750"/>
                <a:gd name="connsiteX198" fmla="*/ 154305 w 186537"/>
                <a:gd name="connsiteY198" fmla="*/ 806 h 14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86537" h="140750">
                  <a:moveTo>
                    <a:pt x="154305" y="806"/>
                  </a:moveTo>
                  <a:cubicBezTo>
                    <a:pt x="155288" y="881"/>
                    <a:pt x="155288" y="881"/>
                    <a:pt x="156291" y="958"/>
                  </a:cubicBezTo>
                  <a:cubicBezTo>
                    <a:pt x="157080" y="1159"/>
                    <a:pt x="157080" y="1159"/>
                    <a:pt x="157886" y="1364"/>
                  </a:cubicBezTo>
                  <a:cubicBezTo>
                    <a:pt x="158132" y="2101"/>
                    <a:pt x="158378" y="2838"/>
                    <a:pt x="158631" y="3597"/>
                  </a:cubicBezTo>
                  <a:cubicBezTo>
                    <a:pt x="159866" y="4104"/>
                    <a:pt x="161107" y="4600"/>
                    <a:pt x="162351" y="5085"/>
                  </a:cubicBezTo>
                  <a:cubicBezTo>
                    <a:pt x="163088" y="6190"/>
                    <a:pt x="163088" y="6190"/>
                    <a:pt x="163840" y="7318"/>
                  </a:cubicBezTo>
                  <a:cubicBezTo>
                    <a:pt x="164469" y="7440"/>
                    <a:pt x="165098" y="7563"/>
                    <a:pt x="165746" y="7690"/>
                  </a:cubicBezTo>
                  <a:cubicBezTo>
                    <a:pt x="166644" y="7874"/>
                    <a:pt x="166644" y="7874"/>
                    <a:pt x="167560" y="8062"/>
                  </a:cubicBezTo>
                  <a:cubicBezTo>
                    <a:pt x="167806" y="8798"/>
                    <a:pt x="168051" y="9535"/>
                    <a:pt x="168304" y="10294"/>
                  </a:cubicBezTo>
                  <a:cubicBezTo>
                    <a:pt x="169041" y="10639"/>
                    <a:pt x="169041" y="10639"/>
                    <a:pt x="169793" y="10992"/>
                  </a:cubicBezTo>
                  <a:cubicBezTo>
                    <a:pt x="170284" y="11253"/>
                    <a:pt x="170775" y="11514"/>
                    <a:pt x="171281" y="11782"/>
                  </a:cubicBezTo>
                  <a:cubicBezTo>
                    <a:pt x="171373" y="12304"/>
                    <a:pt x="171465" y="12826"/>
                    <a:pt x="171560" y="13364"/>
                  </a:cubicBezTo>
                  <a:cubicBezTo>
                    <a:pt x="171713" y="13824"/>
                    <a:pt x="171867" y="14285"/>
                    <a:pt x="172025" y="14759"/>
                  </a:cubicBezTo>
                  <a:cubicBezTo>
                    <a:pt x="172762" y="14759"/>
                    <a:pt x="173498" y="14759"/>
                    <a:pt x="174257" y="14759"/>
                  </a:cubicBezTo>
                  <a:cubicBezTo>
                    <a:pt x="174994" y="14759"/>
                    <a:pt x="175731" y="14759"/>
                    <a:pt x="176490" y="14759"/>
                  </a:cubicBezTo>
                  <a:cubicBezTo>
                    <a:pt x="176745" y="15749"/>
                    <a:pt x="176993" y="16742"/>
                    <a:pt x="177234" y="17736"/>
                  </a:cubicBezTo>
                  <a:cubicBezTo>
                    <a:pt x="178717" y="18014"/>
                    <a:pt x="180206" y="18262"/>
                    <a:pt x="181699" y="18480"/>
                  </a:cubicBezTo>
                  <a:cubicBezTo>
                    <a:pt x="181944" y="19216"/>
                    <a:pt x="182190" y="19953"/>
                    <a:pt x="182443" y="20712"/>
                  </a:cubicBezTo>
                  <a:cubicBezTo>
                    <a:pt x="182934" y="20958"/>
                    <a:pt x="183425" y="21203"/>
                    <a:pt x="183931" y="21456"/>
                  </a:cubicBezTo>
                  <a:cubicBezTo>
                    <a:pt x="185420" y="22200"/>
                    <a:pt x="185420" y="22200"/>
                    <a:pt x="186164" y="24433"/>
                  </a:cubicBezTo>
                  <a:cubicBezTo>
                    <a:pt x="186762" y="24540"/>
                    <a:pt x="187361" y="24648"/>
                    <a:pt x="187978" y="24758"/>
                  </a:cubicBezTo>
                  <a:cubicBezTo>
                    <a:pt x="188607" y="24897"/>
                    <a:pt x="189236" y="25035"/>
                    <a:pt x="189884" y="25177"/>
                  </a:cubicBezTo>
                  <a:cubicBezTo>
                    <a:pt x="190130" y="25683"/>
                    <a:pt x="190376" y="26190"/>
                    <a:pt x="190629" y="26712"/>
                  </a:cubicBezTo>
                  <a:cubicBezTo>
                    <a:pt x="190874" y="27188"/>
                    <a:pt x="191120" y="27663"/>
                    <a:pt x="191373" y="28154"/>
                  </a:cubicBezTo>
                  <a:cubicBezTo>
                    <a:pt x="192002" y="28138"/>
                    <a:pt x="192631" y="28123"/>
                    <a:pt x="193280" y="28107"/>
                  </a:cubicBezTo>
                  <a:cubicBezTo>
                    <a:pt x="193878" y="28122"/>
                    <a:pt x="194477" y="28138"/>
                    <a:pt x="195093" y="28154"/>
                  </a:cubicBezTo>
                  <a:cubicBezTo>
                    <a:pt x="195348" y="29393"/>
                    <a:pt x="195595" y="30633"/>
                    <a:pt x="195838" y="31874"/>
                  </a:cubicBezTo>
                  <a:cubicBezTo>
                    <a:pt x="196467" y="31951"/>
                    <a:pt x="197096" y="32028"/>
                    <a:pt x="197744" y="32107"/>
                  </a:cubicBezTo>
                  <a:cubicBezTo>
                    <a:pt x="198642" y="32360"/>
                    <a:pt x="198642" y="32360"/>
                    <a:pt x="199558" y="32618"/>
                  </a:cubicBezTo>
                  <a:cubicBezTo>
                    <a:pt x="200046" y="34634"/>
                    <a:pt x="200078" y="36563"/>
                    <a:pt x="199558" y="38571"/>
                  </a:cubicBezTo>
                  <a:cubicBezTo>
                    <a:pt x="198822" y="38817"/>
                    <a:pt x="198085" y="39063"/>
                    <a:pt x="197326" y="39316"/>
                  </a:cubicBezTo>
                  <a:cubicBezTo>
                    <a:pt x="197080" y="40052"/>
                    <a:pt x="196835" y="40789"/>
                    <a:pt x="196582" y="41548"/>
                  </a:cubicBezTo>
                  <a:cubicBezTo>
                    <a:pt x="195596" y="42058"/>
                    <a:pt x="194603" y="42552"/>
                    <a:pt x="193605" y="43036"/>
                  </a:cubicBezTo>
                  <a:cubicBezTo>
                    <a:pt x="193083" y="43558"/>
                    <a:pt x="192561" y="44080"/>
                    <a:pt x="192024" y="44618"/>
                  </a:cubicBezTo>
                  <a:cubicBezTo>
                    <a:pt x="190629" y="46013"/>
                    <a:pt x="190629" y="46013"/>
                    <a:pt x="189140" y="46013"/>
                  </a:cubicBezTo>
                  <a:cubicBezTo>
                    <a:pt x="189048" y="46504"/>
                    <a:pt x="188956" y="46995"/>
                    <a:pt x="188861" y="47501"/>
                  </a:cubicBezTo>
                  <a:cubicBezTo>
                    <a:pt x="188708" y="47992"/>
                    <a:pt x="188554" y="48483"/>
                    <a:pt x="188396" y="48989"/>
                  </a:cubicBezTo>
                  <a:cubicBezTo>
                    <a:pt x="187414" y="48989"/>
                    <a:pt x="186432" y="48989"/>
                    <a:pt x="185420" y="48989"/>
                  </a:cubicBezTo>
                  <a:cubicBezTo>
                    <a:pt x="185420" y="49972"/>
                    <a:pt x="185420" y="50954"/>
                    <a:pt x="185420" y="51966"/>
                  </a:cubicBezTo>
                  <a:cubicBezTo>
                    <a:pt x="184024" y="52757"/>
                    <a:pt x="184024" y="52757"/>
                    <a:pt x="182443" y="53454"/>
                  </a:cubicBezTo>
                  <a:cubicBezTo>
                    <a:pt x="181952" y="54191"/>
                    <a:pt x="181461" y="54928"/>
                    <a:pt x="180955" y="55687"/>
                  </a:cubicBezTo>
                  <a:cubicBezTo>
                    <a:pt x="179963" y="56183"/>
                    <a:pt x="178970" y="56679"/>
                    <a:pt x="177978" y="57175"/>
                  </a:cubicBezTo>
                  <a:cubicBezTo>
                    <a:pt x="177978" y="57666"/>
                    <a:pt x="177978" y="58157"/>
                    <a:pt x="177978" y="58663"/>
                  </a:cubicBezTo>
                  <a:cubicBezTo>
                    <a:pt x="177288" y="58801"/>
                    <a:pt x="177288" y="58801"/>
                    <a:pt x="176583" y="58942"/>
                  </a:cubicBezTo>
                  <a:cubicBezTo>
                    <a:pt x="176061" y="59096"/>
                    <a:pt x="175539" y="59249"/>
                    <a:pt x="175002" y="59407"/>
                  </a:cubicBezTo>
                  <a:cubicBezTo>
                    <a:pt x="174493" y="60393"/>
                    <a:pt x="173997" y="61386"/>
                    <a:pt x="173513" y="62384"/>
                  </a:cubicBezTo>
                  <a:cubicBezTo>
                    <a:pt x="172534" y="62904"/>
                    <a:pt x="171541" y="63401"/>
                    <a:pt x="170537" y="63872"/>
                  </a:cubicBezTo>
                  <a:cubicBezTo>
                    <a:pt x="170046" y="64609"/>
                    <a:pt x="169555" y="65346"/>
                    <a:pt x="169048" y="66105"/>
                  </a:cubicBezTo>
                  <a:cubicBezTo>
                    <a:pt x="168312" y="66105"/>
                    <a:pt x="167575" y="66105"/>
                    <a:pt x="166816" y="66105"/>
                  </a:cubicBezTo>
                  <a:cubicBezTo>
                    <a:pt x="166586" y="66565"/>
                    <a:pt x="166356" y="67026"/>
                    <a:pt x="166118" y="67500"/>
                  </a:cubicBezTo>
                  <a:cubicBezTo>
                    <a:pt x="165147" y="69443"/>
                    <a:pt x="164237" y="69627"/>
                    <a:pt x="162351" y="70570"/>
                  </a:cubicBezTo>
                  <a:cubicBezTo>
                    <a:pt x="162351" y="71306"/>
                    <a:pt x="162351" y="72043"/>
                    <a:pt x="162351" y="72802"/>
                  </a:cubicBezTo>
                  <a:cubicBezTo>
                    <a:pt x="161630" y="72741"/>
                    <a:pt x="160909" y="72679"/>
                    <a:pt x="160165" y="72616"/>
                  </a:cubicBezTo>
                  <a:cubicBezTo>
                    <a:pt x="159413" y="72677"/>
                    <a:pt x="158661" y="72739"/>
                    <a:pt x="157886" y="72802"/>
                  </a:cubicBezTo>
                  <a:cubicBezTo>
                    <a:pt x="157447" y="74250"/>
                    <a:pt x="157447" y="74250"/>
                    <a:pt x="157142" y="75779"/>
                  </a:cubicBezTo>
                  <a:cubicBezTo>
                    <a:pt x="156513" y="75901"/>
                    <a:pt x="155884" y="76024"/>
                    <a:pt x="155235" y="76151"/>
                  </a:cubicBezTo>
                  <a:cubicBezTo>
                    <a:pt x="154637" y="76273"/>
                    <a:pt x="154038" y="76396"/>
                    <a:pt x="153422" y="76523"/>
                  </a:cubicBezTo>
                  <a:cubicBezTo>
                    <a:pt x="153422" y="77505"/>
                    <a:pt x="153422" y="78487"/>
                    <a:pt x="153422" y="79499"/>
                  </a:cubicBezTo>
                  <a:cubicBezTo>
                    <a:pt x="152184" y="79760"/>
                    <a:pt x="150943" y="80007"/>
                    <a:pt x="149701" y="80243"/>
                  </a:cubicBezTo>
                  <a:cubicBezTo>
                    <a:pt x="149455" y="80750"/>
                    <a:pt x="149210" y="81256"/>
                    <a:pt x="148957" y="81778"/>
                  </a:cubicBezTo>
                  <a:cubicBezTo>
                    <a:pt x="148711" y="82254"/>
                    <a:pt x="148466" y="82730"/>
                    <a:pt x="148213" y="83220"/>
                  </a:cubicBezTo>
                  <a:cubicBezTo>
                    <a:pt x="146259" y="83406"/>
                    <a:pt x="146259" y="83406"/>
                    <a:pt x="144492" y="83220"/>
                  </a:cubicBezTo>
                  <a:cubicBezTo>
                    <a:pt x="144492" y="84202"/>
                    <a:pt x="144492" y="85184"/>
                    <a:pt x="144492" y="86196"/>
                  </a:cubicBezTo>
                  <a:cubicBezTo>
                    <a:pt x="141913" y="86565"/>
                    <a:pt x="141913" y="86565"/>
                    <a:pt x="139283" y="86941"/>
                  </a:cubicBezTo>
                  <a:cubicBezTo>
                    <a:pt x="139283" y="87923"/>
                    <a:pt x="139283" y="88905"/>
                    <a:pt x="139283" y="89917"/>
                  </a:cubicBezTo>
                  <a:cubicBezTo>
                    <a:pt x="138050" y="90202"/>
                    <a:pt x="136809" y="90448"/>
                    <a:pt x="135562" y="90661"/>
                  </a:cubicBezTo>
                  <a:cubicBezTo>
                    <a:pt x="135317" y="91398"/>
                    <a:pt x="135071" y="92135"/>
                    <a:pt x="134818" y="92894"/>
                  </a:cubicBezTo>
                  <a:cubicBezTo>
                    <a:pt x="133920" y="93055"/>
                    <a:pt x="133920" y="93055"/>
                    <a:pt x="133004" y="93219"/>
                  </a:cubicBezTo>
                  <a:cubicBezTo>
                    <a:pt x="132375" y="93357"/>
                    <a:pt x="131746" y="93496"/>
                    <a:pt x="131097" y="93638"/>
                  </a:cubicBezTo>
                  <a:cubicBezTo>
                    <a:pt x="130852" y="94129"/>
                    <a:pt x="130606" y="94620"/>
                    <a:pt x="130353" y="95126"/>
                  </a:cubicBezTo>
                  <a:cubicBezTo>
                    <a:pt x="130108" y="95617"/>
                    <a:pt x="129862" y="96108"/>
                    <a:pt x="129609" y="96614"/>
                  </a:cubicBezTo>
                  <a:cubicBezTo>
                    <a:pt x="128369" y="96862"/>
                    <a:pt x="127129" y="97111"/>
                    <a:pt x="125888" y="97359"/>
                  </a:cubicBezTo>
                  <a:cubicBezTo>
                    <a:pt x="125658" y="97865"/>
                    <a:pt x="125428" y="98372"/>
                    <a:pt x="125191" y="98893"/>
                  </a:cubicBezTo>
                  <a:cubicBezTo>
                    <a:pt x="124930" y="99369"/>
                    <a:pt x="124669" y="99845"/>
                    <a:pt x="124400" y="100335"/>
                  </a:cubicBezTo>
                  <a:cubicBezTo>
                    <a:pt x="122075" y="100521"/>
                    <a:pt x="122075" y="100521"/>
                    <a:pt x="119935" y="100335"/>
                  </a:cubicBezTo>
                  <a:cubicBezTo>
                    <a:pt x="119935" y="101317"/>
                    <a:pt x="119935" y="102300"/>
                    <a:pt x="119935" y="103312"/>
                  </a:cubicBezTo>
                  <a:cubicBezTo>
                    <a:pt x="118216" y="103557"/>
                    <a:pt x="116497" y="103803"/>
                    <a:pt x="114726" y="104056"/>
                  </a:cubicBezTo>
                  <a:cubicBezTo>
                    <a:pt x="114726" y="105038"/>
                    <a:pt x="114726" y="106020"/>
                    <a:pt x="114726" y="107032"/>
                  </a:cubicBezTo>
                  <a:cubicBezTo>
                    <a:pt x="113644" y="107148"/>
                    <a:pt x="113644" y="107148"/>
                    <a:pt x="112540" y="107265"/>
                  </a:cubicBezTo>
                  <a:cubicBezTo>
                    <a:pt x="111788" y="107434"/>
                    <a:pt x="111036" y="107603"/>
                    <a:pt x="110261" y="107777"/>
                  </a:cubicBezTo>
                  <a:cubicBezTo>
                    <a:pt x="110016" y="108513"/>
                    <a:pt x="109770" y="109250"/>
                    <a:pt x="109517" y="110009"/>
                  </a:cubicBezTo>
                  <a:cubicBezTo>
                    <a:pt x="108642" y="110255"/>
                    <a:pt x="107768" y="110500"/>
                    <a:pt x="106866" y="110753"/>
                  </a:cubicBezTo>
                  <a:cubicBezTo>
                    <a:pt x="106022" y="110999"/>
                    <a:pt x="105178" y="111244"/>
                    <a:pt x="104308" y="111497"/>
                  </a:cubicBezTo>
                  <a:cubicBezTo>
                    <a:pt x="104308" y="112234"/>
                    <a:pt x="104308" y="112971"/>
                    <a:pt x="104308" y="113730"/>
                  </a:cubicBezTo>
                  <a:cubicBezTo>
                    <a:pt x="103479" y="113791"/>
                    <a:pt x="102651" y="113852"/>
                    <a:pt x="101797" y="113916"/>
                  </a:cubicBezTo>
                  <a:cubicBezTo>
                    <a:pt x="100462" y="114192"/>
                    <a:pt x="100462" y="114192"/>
                    <a:pt x="99099" y="114474"/>
                  </a:cubicBezTo>
                  <a:cubicBezTo>
                    <a:pt x="98243" y="115937"/>
                    <a:pt x="98243" y="115937"/>
                    <a:pt x="97611" y="117450"/>
                  </a:cubicBezTo>
                  <a:cubicBezTo>
                    <a:pt x="96376" y="117722"/>
                    <a:pt x="95135" y="117971"/>
                    <a:pt x="93890" y="118195"/>
                  </a:cubicBezTo>
                  <a:cubicBezTo>
                    <a:pt x="93645" y="118931"/>
                    <a:pt x="93399" y="119668"/>
                    <a:pt x="93146" y="120427"/>
                  </a:cubicBezTo>
                  <a:cubicBezTo>
                    <a:pt x="91857" y="120588"/>
                    <a:pt x="91857" y="120588"/>
                    <a:pt x="90542" y="120753"/>
                  </a:cubicBezTo>
                  <a:cubicBezTo>
                    <a:pt x="89682" y="120891"/>
                    <a:pt x="88823" y="121029"/>
                    <a:pt x="87937" y="121171"/>
                  </a:cubicBezTo>
                  <a:cubicBezTo>
                    <a:pt x="87776" y="121931"/>
                    <a:pt x="87776" y="121931"/>
                    <a:pt x="87612" y="122706"/>
                  </a:cubicBezTo>
                  <a:cubicBezTo>
                    <a:pt x="87404" y="123420"/>
                    <a:pt x="87404" y="123420"/>
                    <a:pt x="87193" y="124148"/>
                  </a:cubicBezTo>
                  <a:cubicBezTo>
                    <a:pt x="85209" y="124148"/>
                    <a:pt x="83224" y="124148"/>
                    <a:pt x="81240" y="124148"/>
                  </a:cubicBezTo>
                  <a:cubicBezTo>
                    <a:pt x="80984" y="125138"/>
                    <a:pt x="80737" y="126130"/>
                    <a:pt x="80496" y="127124"/>
                  </a:cubicBezTo>
                  <a:cubicBezTo>
                    <a:pt x="78496" y="127662"/>
                    <a:pt x="76624" y="127736"/>
                    <a:pt x="74543" y="127868"/>
                  </a:cubicBezTo>
                  <a:cubicBezTo>
                    <a:pt x="74543" y="128851"/>
                    <a:pt x="74543" y="129833"/>
                    <a:pt x="74543" y="130845"/>
                  </a:cubicBezTo>
                  <a:cubicBezTo>
                    <a:pt x="73591" y="130906"/>
                    <a:pt x="72639" y="130968"/>
                    <a:pt x="71659" y="131031"/>
                  </a:cubicBezTo>
                  <a:cubicBezTo>
                    <a:pt x="70022" y="131183"/>
                    <a:pt x="70022" y="131183"/>
                    <a:pt x="68589" y="131589"/>
                  </a:cubicBezTo>
                  <a:cubicBezTo>
                    <a:pt x="68344" y="132096"/>
                    <a:pt x="68098" y="132602"/>
                    <a:pt x="67845" y="133124"/>
                  </a:cubicBezTo>
                  <a:cubicBezTo>
                    <a:pt x="67600" y="133600"/>
                    <a:pt x="67354" y="134075"/>
                    <a:pt x="67101" y="134566"/>
                  </a:cubicBezTo>
                  <a:cubicBezTo>
                    <a:pt x="65059" y="134850"/>
                    <a:pt x="63222" y="134699"/>
                    <a:pt x="61148" y="134566"/>
                  </a:cubicBezTo>
                  <a:cubicBezTo>
                    <a:pt x="61148" y="135548"/>
                    <a:pt x="61148" y="136530"/>
                    <a:pt x="61148" y="137542"/>
                  </a:cubicBezTo>
                  <a:cubicBezTo>
                    <a:pt x="58692" y="137542"/>
                    <a:pt x="56237" y="137542"/>
                    <a:pt x="53707" y="137542"/>
                  </a:cubicBezTo>
                  <a:cubicBezTo>
                    <a:pt x="53707" y="138770"/>
                    <a:pt x="53707" y="139998"/>
                    <a:pt x="53707" y="141263"/>
                  </a:cubicBezTo>
                  <a:cubicBezTo>
                    <a:pt x="51521" y="141402"/>
                    <a:pt x="51521" y="141402"/>
                    <a:pt x="49242" y="141263"/>
                  </a:cubicBezTo>
                  <a:cubicBezTo>
                    <a:pt x="48996" y="140526"/>
                    <a:pt x="48751" y="139789"/>
                    <a:pt x="48498" y="139030"/>
                  </a:cubicBezTo>
                  <a:cubicBezTo>
                    <a:pt x="47761" y="138785"/>
                    <a:pt x="47024" y="138539"/>
                    <a:pt x="46265" y="138286"/>
                  </a:cubicBezTo>
                  <a:cubicBezTo>
                    <a:pt x="46126" y="136007"/>
                    <a:pt x="46126" y="136007"/>
                    <a:pt x="46265" y="133821"/>
                  </a:cubicBezTo>
                  <a:cubicBezTo>
                    <a:pt x="45529" y="133821"/>
                    <a:pt x="44792" y="133821"/>
                    <a:pt x="44033" y="133821"/>
                  </a:cubicBezTo>
                  <a:cubicBezTo>
                    <a:pt x="43761" y="132836"/>
                    <a:pt x="43517" y="131842"/>
                    <a:pt x="43289" y="130845"/>
                  </a:cubicBezTo>
                  <a:cubicBezTo>
                    <a:pt x="42297" y="129729"/>
                    <a:pt x="42297" y="129729"/>
                    <a:pt x="41056" y="128612"/>
                  </a:cubicBezTo>
                  <a:cubicBezTo>
                    <a:pt x="39099" y="126367"/>
                    <a:pt x="37978" y="124807"/>
                    <a:pt x="37336" y="121915"/>
                  </a:cubicBezTo>
                  <a:cubicBezTo>
                    <a:pt x="36844" y="121915"/>
                    <a:pt x="36353" y="121915"/>
                    <a:pt x="35847" y="121915"/>
                  </a:cubicBezTo>
                  <a:cubicBezTo>
                    <a:pt x="35339" y="120929"/>
                    <a:pt x="34843" y="119937"/>
                    <a:pt x="34359" y="118939"/>
                  </a:cubicBezTo>
                  <a:cubicBezTo>
                    <a:pt x="33868" y="118693"/>
                    <a:pt x="33377" y="118448"/>
                    <a:pt x="32871" y="118195"/>
                  </a:cubicBezTo>
                  <a:cubicBezTo>
                    <a:pt x="32763" y="117581"/>
                    <a:pt x="32656" y="116967"/>
                    <a:pt x="32545" y="116334"/>
                  </a:cubicBezTo>
                  <a:cubicBezTo>
                    <a:pt x="32407" y="115720"/>
                    <a:pt x="32269" y="115106"/>
                    <a:pt x="32127" y="114474"/>
                  </a:cubicBezTo>
                  <a:cubicBezTo>
                    <a:pt x="31390" y="114228"/>
                    <a:pt x="30653" y="113983"/>
                    <a:pt x="29894" y="113730"/>
                  </a:cubicBezTo>
                  <a:cubicBezTo>
                    <a:pt x="29617" y="112745"/>
                    <a:pt x="29369" y="111752"/>
                    <a:pt x="29150" y="110753"/>
                  </a:cubicBezTo>
                  <a:cubicBezTo>
                    <a:pt x="28659" y="110508"/>
                    <a:pt x="28168" y="110262"/>
                    <a:pt x="27662" y="110009"/>
                  </a:cubicBezTo>
                  <a:cubicBezTo>
                    <a:pt x="27554" y="109533"/>
                    <a:pt x="27447" y="109057"/>
                    <a:pt x="27336" y="108567"/>
                  </a:cubicBezTo>
                  <a:cubicBezTo>
                    <a:pt x="27021" y="106748"/>
                    <a:pt x="27021" y="106748"/>
                    <a:pt x="24685" y="105544"/>
                  </a:cubicBezTo>
                  <a:cubicBezTo>
                    <a:pt x="24685" y="104807"/>
                    <a:pt x="24685" y="104071"/>
                    <a:pt x="24685" y="103312"/>
                  </a:cubicBezTo>
                  <a:cubicBezTo>
                    <a:pt x="24041" y="103035"/>
                    <a:pt x="24041" y="103035"/>
                    <a:pt x="23383" y="102754"/>
                  </a:cubicBezTo>
                  <a:cubicBezTo>
                    <a:pt x="21182" y="101531"/>
                    <a:pt x="20589" y="100060"/>
                    <a:pt x="19497" y="97847"/>
                  </a:cubicBezTo>
                  <a:cubicBezTo>
                    <a:pt x="18697" y="96369"/>
                    <a:pt x="18697" y="96369"/>
                    <a:pt x="16500" y="95126"/>
                  </a:cubicBezTo>
                  <a:cubicBezTo>
                    <a:pt x="15988" y="93892"/>
                    <a:pt x="15491" y="92652"/>
                    <a:pt x="15011" y="91405"/>
                  </a:cubicBezTo>
                  <a:cubicBezTo>
                    <a:pt x="14520" y="91160"/>
                    <a:pt x="14029" y="90914"/>
                    <a:pt x="13523" y="90661"/>
                  </a:cubicBezTo>
                  <a:cubicBezTo>
                    <a:pt x="13378" y="88961"/>
                    <a:pt x="13378" y="88961"/>
                    <a:pt x="13430" y="86894"/>
                  </a:cubicBezTo>
                  <a:cubicBezTo>
                    <a:pt x="13444" y="86210"/>
                    <a:pt x="13457" y="85526"/>
                    <a:pt x="13471" y="84822"/>
                  </a:cubicBezTo>
                  <a:cubicBezTo>
                    <a:pt x="13488" y="84293"/>
                    <a:pt x="13505" y="83764"/>
                    <a:pt x="13523" y="83220"/>
                  </a:cubicBezTo>
                  <a:cubicBezTo>
                    <a:pt x="15733" y="82852"/>
                    <a:pt x="15733" y="82852"/>
                    <a:pt x="17988" y="82476"/>
                  </a:cubicBezTo>
                  <a:cubicBezTo>
                    <a:pt x="17988" y="81494"/>
                    <a:pt x="17988" y="80511"/>
                    <a:pt x="17988" y="79499"/>
                  </a:cubicBezTo>
                  <a:cubicBezTo>
                    <a:pt x="18516" y="79534"/>
                    <a:pt x="19045" y="79568"/>
                    <a:pt x="19590" y="79604"/>
                  </a:cubicBezTo>
                  <a:cubicBezTo>
                    <a:pt x="20274" y="79631"/>
                    <a:pt x="20957" y="79658"/>
                    <a:pt x="21662" y="79685"/>
                  </a:cubicBezTo>
                  <a:cubicBezTo>
                    <a:pt x="22344" y="79720"/>
                    <a:pt x="23026" y="79754"/>
                    <a:pt x="23729" y="79790"/>
                  </a:cubicBezTo>
                  <a:cubicBezTo>
                    <a:pt x="24290" y="79694"/>
                    <a:pt x="24851" y="79598"/>
                    <a:pt x="25429" y="79499"/>
                  </a:cubicBezTo>
                  <a:cubicBezTo>
                    <a:pt x="25696" y="78512"/>
                    <a:pt x="25944" y="77519"/>
                    <a:pt x="26173" y="76523"/>
                  </a:cubicBezTo>
                  <a:cubicBezTo>
                    <a:pt x="27930" y="76117"/>
                    <a:pt x="29559" y="76150"/>
                    <a:pt x="31359" y="76127"/>
                  </a:cubicBezTo>
                  <a:cubicBezTo>
                    <a:pt x="31858" y="76012"/>
                    <a:pt x="32357" y="75897"/>
                    <a:pt x="32871" y="75779"/>
                  </a:cubicBezTo>
                  <a:cubicBezTo>
                    <a:pt x="33121" y="74787"/>
                    <a:pt x="33369" y="73795"/>
                    <a:pt x="33615" y="72802"/>
                  </a:cubicBezTo>
                  <a:cubicBezTo>
                    <a:pt x="35100" y="72453"/>
                    <a:pt x="35100" y="72453"/>
                    <a:pt x="36917" y="72430"/>
                  </a:cubicBezTo>
                  <a:cubicBezTo>
                    <a:pt x="38704" y="72468"/>
                    <a:pt x="38704" y="72468"/>
                    <a:pt x="40312" y="72058"/>
                  </a:cubicBezTo>
                  <a:cubicBezTo>
                    <a:pt x="40840" y="71082"/>
                    <a:pt x="41338" y="70090"/>
                    <a:pt x="41800" y="69081"/>
                  </a:cubicBezTo>
                  <a:cubicBezTo>
                    <a:pt x="43289" y="69081"/>
                    <a:pt x="44777" y="69081"/>
                    <a:pt x="46265" y="69081"/>
                  </a:cubicBezTo>
                  <a:cubicBezTo>
                    <a:pt x="46480" y="68605"/>
                    <a:pt x="46695" y="68130"/>
                    <a:pt x="46916" y="67639"/>
                  </a:cubicBezTo>
                  <a:cubicBezTo>
                    <a:pt x="47193" y="67133"/>
                    <a:pt x="47469" y="66627"/>
                    <a:pt x="47754" y="66105"/>
                  </a:cubicBezTo>
                  <a:cubicBezTo>
                    <a:pt x="49108" y="65846"/>
                    <a:pt x="49108" y="65846"/>
                    <a:pt x="50730" y="65733"/>
                  </a:cubicBezTo>
                  <a:cubicBezTo>
                    <a:pt x="52317" y="65650"/>
                    <a:pt x="52317" y="65650"/>
                    <a:pt x="53707" y="65361"/>
                  </a:cubicBezTo>
                  <a:cubicBezTo>
                    <a:pt x="54227" y="64381"/>
                    <a:pt x="54724" y="63388"/>
                    <a:pt x="55195" y="62384"/>
                  </a:cubicBezTo>
                  <a:cubicBezTo>
                    <a:pt x="56927" y="62110"/>
                    <a:pt x="58664" y="61861"/>
                    <a:pt x="60404" y="61640"/>
                  </a:cubicBezTo>
                  <a:cubicBezTo>
                    <a:pt x="60772" y="60535"/>
                    <a:pt x="60772" y="60535"/>
                    <a:pt x="61148" y="59407"/>
                  </a:cubicBezTo>
                  <a:cubicBezTo>
                    <a:pt x="62686" y="59027"/>
                    <a:pt x="62686" y="59027"/>
                    <a:pt x="64543" y="58896"/>
                  </a:cubicBezTo>
                  <a:cubicBezTo>
                    <a:pt x="65158" y="58847"/>
                    <a:pt x="65773" y="58798"/>
                    <a:pt x="66406" y="58748"/>
                  </a:cubicBezTo>
                  <a:cubicBezTo>
                    <a:pt x="66881" y="58720"/>
                    <a:pt x="67356" y="58692"/>
                    <a:pt x="67845" y="58663"/>
                  </a:cubicBezTo>
                  <a:cubicBezTo>
                    <a:pt x="67845" y="57681"/>
                    <a:pt x="67845" y="56699"/>
                    <a:pt x="67845" y="55687"/>
                  </a:cubicBezTo>
                  <a:cubicBezTo>
                    <a:pt x="68689" y="55610"/>
                    <a:pt x="69534" y="55533"/>
                    <a:pt x="70403" y="55454"/>
                  </a:cubicBezTo>
                  <a:cubicBezTo>
                    <a:pt x="71278" y="55285"/>
                    <a:pt x="72153" y="55117"/>
                    <a:pt x="73054" y="54943"/>
                  </a:cubicBezTo>
                  <a:cubicBezTo>
                    <a:pt x="73423" y="53838"/>
                    <a:pt x="73423" y="53838"/>
                    <a:pt x="73798" y="52710"/>
                  </a:cubicBezTo>
                  <a:cubicBezTo>
                    <a:pt x="75535" y="52214"/>
                    <a:pt x="77271" y="51718"/>
                    <a:pt x="79007" y="51222"/>
                  </a:cubicBezTo>
                  <a:cubicBezTo>
                    <a:pt x="79376" y="50117"/>
                    <a:pt x="79376" y="50117"/>
                    <a:pt x="79752" y="48989"/>
                  </a:cubicBezTo>
                  <a:cubicBezTo>
                    <a:pt x="81041" y="48828"/>
                    <a:pt x="81041" y="48828"/>
                    <a:pt x="82356" y="48664"/>
                  </a:cubicBezTo>
                  <a:cubicBezTo>
                    <a:pt x="83216" y="48526"/>
                    <a:pt x="84075" y="48388"/>
                    <a:pt x="84961" y="48245"/>
                  </a:cubicBezTo>
                  <a:cubicBezTo>
                    <a:pt x="85083" y="47739"/>
                    <a:pt x="85206" y="47232"/>
                    <a:pt x="85333" y="46711"/>
                  </a:cubicBezTo>
                  <a:cubicBezTo>
                    <a:pt x="85455" y="46235"/>
                    <a:pt x="85578" y="45759"/>
                    <a:pt x="85705" y="45269"/>
                  </a:cubicBezTo>
                  <a:cubicBezTo>
                    <a:pt x="88356" y="45083"/>
                    <a:pt x="88356" y="45083"/>
                    <a:pt x="90914" y="45269"/>
                  </a:cubicBezTo>
                  <a:cubicBezTo>
                    <a:pt x="90914" y="44286"/>
                    <a:pt x="90914" y="43304"/>
                    <a:pt x="90914" y="42292"/>
                  </a:cubicBezTo>
                  <a:cubicBezTo>
                    <a:pt x="91635" y="42231"/>
                    <a:pt x="92356" y="42169"/>
                    <a:pt x="93100" y="42106"/>
                  </a:cubicBezTo>
                  <a:cubicBezTo>
                    <a:pt x="93852" y="41922"/>
                    <a:pt x="94604" y="41738"/>
                    <a:pt x="95379" y="41548"/>
                  </a:cubicBezTo>
                  <a:cubicBezTo>
                    <a:pt x="95540" y="40811"/>
                    <a:pt x="95540" y="40811"/>
                    <a:pt x="95704" y="40060"/>
                  </a:cubicBezTo>
                  <a:cubicBezTo>
                    <a:pt x="95842" y="39569"/>
                    <a:pt x="95980" y="39078"/>
                    <a:pt x="96123" y="38571"/>
                  </a:cubicBezTo>
                  <a:cubicBezTo>
                    <a:pt x="97854" y="38293"/>
                    <a:pt x="99591" y="38045"/>
                    <a:pt x="101332" y="37827"/>
                  </a:cubicBezTo>
                  <a:cubicBezTo>
                    <a:pt x="101577" y="37091"/>
                    <a:pt x="101823" y="36354"/>
                    <a:pt x="102076" y="35595"/>
                  </a:cubicBezTo>
                  <a:cubicBezTo>
                    <a:pt x="102813" y="35487"/>
                    <a:pt x="103549" y="35380"/>
                    <a:pt x="104308" y="35269"/>
                  </a:cubicBezTo>
                  <a:cubicBezTo>
                    <a:pt x="105045" y="35131"/>
                    <a:pt x="105782" y="34993"/>
                    <a:pt x="106541" y="34851"/>
                  </a:cubicBezTo>
                  <a:cubicBezTo>
                    <a:pt x="106663" y="34344"/>
                    <a:pt x="106786" y="33838"/>
                    <a:pt x="106913" y="33316"/>
                  </a:cubicBezTo>
                  <a:cubicBezTo>
                    <a:pt x="107036" y="32840"/>
                    <a:pt x="107158" y="32364"/>
                    <a:pt x="107285" y="31874"/>
                  </a:cubicBezTo>
                  <a:cubicBezTo>
                    <a:pt x="108773" y="31874"/>
                    <a:pt x="110261" y="31874"/>
                    <a:pt x="111750" y="31874"/>
                  </a:cubicBezTo>
                  <a:cubicBezTo>
                    <a:pt x="112005" y="30884"/>
                    <a:pt x="112253" y="29892"/>
                    <a:pt x="112494" y="28898"/>
                  </a:cubicBezTo>
                  <a:cubicBezTo>
                    <a:pt x="114773" y="28340"/>
                    <a:pt x="114773" y="28340"/>
                    <a:pt x="116959" y="28154"/>
                  </a:cubicBezTo>
                  <a:cubicBezTo>
                    <a:pt x="116959" y="27171"/>
                    <a:pt x="116959" y="26189"/>
                    <a:pt x="116959" y="25177"/>
                  </a:cubicBezTo>
                  <a:cubicBezTo>
                    <a:pt x="118198" y="24923"/>
                    <a:pt x="119438" y="24675"/>
                    <a:pt x="120679" y="24433"/>
                  </a:cubicBezTo>
                  <a:cubicBezTo>
                    <a:pt x="120787" y="23942"/>
                    <a:pt x="120894" y="23451"/>
                    <a:pt x="121005" y="22945"/>
                  </a:cubicBezTo>
                  <a:cubicBezTo>
                    <a:pt x="121143" y="22453"/>
                    <a:pt x="121281" y="21962"/>
                    <a:pt x="121423" y="21456"/>
                  </a:cubicBezTo>
                  <a:cubicBezTo>
                    <a:pt x="122906" y="21178"/>
                    <a:pt x="124395" y="20930"/>
                    <a:pt x="125888" y="20712"/>
                  </a:cubicBezTo>
                  <a:cubicBezTo>
                    <a:pt x="126134" y="19975"/>
                    <a:pt x="126379" y="19239"/>
                    <a:pt x="126632" y="18480"/>
                  </a:cubicBezTo>
                  <a:cubicBezTo>
                    <a:pt x="127262" y="18234"/>
                    <a:pt x="127891" y="17989"/>
                    <a:pt x="128539" y="17736"/>
                  </a:cubicBezTo>
                  <a:cubicBezTo>
                    <a:pt x="129437" y="17367"/>
                    <a:pt x="129437" y="17367"/>
                    <a:pt x="130353" y="16991"/>
                  </a:cubicBezTo>
                  <a:cubicBezTo>
                    <a:pt x="130353" y="16255"/>
                    <a:pt x="130353" y="15518"/>
                    <a:pt x="130353" y="14759"/>
                  </a:cubicBezTo>
                  <a:cubicBezTo>
                    <a:pt x="131592" y="14505"/>
                    <a:pt x="132832" y="14257"/>
                    <a:pt x="134074" y="14015"/>
                  </a:cubicBezTo>
                  <a:cubicBezTo>
                    <a:pt x="134319" y="13278"/>
                    <a:pt x="134565" y="12541"/>
                    <a:pt x="134818" y="11782"/>
                  </a:cubicBezTo>
                  <a:cubicBezTo>
                    <a:pt x="137097" y="11271"/>
                    <a:pt x="137097" y="11271"/>
                    <a:pt x="139283" y="11038"/>
                  </a:cubicBezTo>
                  <a:cubicBezTo>
                    <a:pt x="139283" y="10056"/>
                    <a:pt x="139283" y="9074"/>
                    <a:pt x="139283" y="8062"/>
                  </a:cubicBezTo>
                  <a:cubicBezTo>
                    <a:pt x="141050" y="7271"/>
                    <a:pt x="141050" y="7271"/>
                    <a:pt x="143004" y="6573"/>
                  </a:cubicBezTo>
                  <a:cubicBezTo>
                    <a:pt x="143495" y="5837"/>
                    <a:pt x="143986" y="5100"/>
                    <a:pt x="144492" y="4341"/>
                  </a:cubicBezTo>
                  <a:cubicBezTo>
                    <a:pt x="145474" y="4341"/>
                    <a:pt x="146456" y="4341"/>
                    <a:pt x="147468" y="4341"/>
                  </a:cubicBezTo>
                  <a:cubicBezTo>
                    <a:pt x="147468" y="3359"/>
                    <a:pt x="147468" y="2376"/>
                    <a:pt x="147468" y="1364"/>
                  </a:cubicBezTo>
                  <a:cubicBezTo>
                    <a:pt x="149691" y="349"/>
                    <a:pt x="151914" y="594"/>
                    <a:pt x="154305" y="806"/>
                  </a:cubicBezTo>
                  <a:close/>
                </a:path>
              </a:pathLst>
            </a:custGeom>
            <a:grpFill/>
            <a:ln w="744" cap="flat">
              <a:noFill/>
              <a:prstDash val="solid"/>
              <a:miter/>
            </a:ln>
          </p:spPr>
          <p:txBody>
            <a:bodyPr rtlCol="0" anchor="ctr"/>
            <a:lstStyle/>
            <a:p>
              <a:endParaRPr lang="zh-CN" altLang="en-US"/>
            </a:p>
          </p:txBody>
        </p:sp>
        <p:sp>
          <p:nvSpPr>
            <p:cNvPr id="198" name="任意多边形: 形状 197"/>
            <p:cNvSpPr/>
            <p:nvPr/>
          </p:nvSpPr>
          <p:spPr>
            <a:xfrm>
              <a:off x="5232739" y="753643"/>
              <a:ext cx="59735" cy="181117"/>
            </a:xfrm>
            <a:custGeom>
              <a:avLst/>
              <a:gdLst>
                <a:gd name="connsiteX0" fmla="*/ 12111 w 59736"/>
                <a:gd name="connsiteY0" fmla="*/ 646 h 181113"/>
                <a:gd name="connsiteX1" fmla="*/ 13744 w 59736"/>
                <a:gd name="connsiteY1" fmla="*/ 651 h 181113"/>
                <a:gd name="connsiteX2" fmla="*/ 15457 w 59736"/>
                <a:gd name="connsiteY2" fmla="*/ 647 h 181113"/>
                <a:gd name="connsiteX3" fmla="*/ 21087 w 59736"/>
                <a:gd name="connsiteY3" fmla="*/ 648 h 181113"/>
                <a:gd name="connsiteX4" fmla="*/ 24982 w 59736"/>
                <a:gd name="connsiteY4" fmla="*/ 646 h 181113"/>
                <a:gd name="connsiteX5" fmla="*/ 33158 w 59736"/>
                <a:gd name="connsiteY5" fmla="*/ 650 h 181113"/>
                <a:gd name="connsiteX6" fmla="*/ 43660 w 59736"/>
                <a:gd name="connsiteY6" fmla="*/ 647 h 181113"/>
                <a:gd name="connsiteX7" fmla="*/ 51708 w 59736"/>
                <a:gd name="connsiteY7" fmla="*/ 647 h 181113"/>
                <a:gd name="connsiteX8" fmla="*/ 55581 w 59736"/>
                <a:gd name="connsiteY8" fmla="*/ 645 h 181113"/>
                <a:gd name="connsiteX9" fmla="*/ 60986 w 59736"/>
                <a:gd name="connsiteY9" fmla="*/ 651 h 181113"/>
                <a:gd name="connsiteX10" fmla="*/ 62619 w 59736"/>
                <a:gd name="connsiteY10" fmla="*/ 646 h 181113"/>
                <a:gd name="connsiteX11" fmla="*/ 67131 w 59736"/>
                <a:gd name="connsiteY11" fmla="*/ 1491 h 181113"/>
                <a:gd name="connsiteX12" fmla="*/ 67225 w 59736"/>
                <a:gd name="connsiteY12" fmla="*/ 8351 h 181113"/>
                <a:gd name="connsiteX13" fmla="*/ 67229 w 59736"/>
                <a:gd name="connsiteY13" fmla="*/ 10559 h 181113"/>
                <a:gd name="connsiteX14" fmla="*/ 67227 w 59736"/>
                <a:gd name="connsiteY14" fmla="*/ 17946 h 181113"/>
                <a:gd name="connsiteX15" fmla="*/ 67231 w 59736"/>
                <a:gd name="connsiteY15" fmla="*/ 23218 h 181113"/>
                <a:gd name="connsiteX16" fmla="*/ 67231 w 59736"/>
                <a:gd name="connsiteY16" fmla="*/ 36086 h 181113"/>
                <a:gd name="connsiteX17" fmla="*/ 67230 w 59736"/>
                <a:gd name="connsiteY17" fmla="*/ 46542 h 181113"/>
                <a:gd name="connsiteX18" fmla="*/ 67231 w 59736"/>
                <a:gd name="connsiteY18" fmla="*/ 48042 h 181113"/>
                <a:gd name="connsiteX19" fmla="*/ 67231 w 59736"/>
                <a:gd name="connsiteY19" fmla="*/ 51059 h 181113"/>
                <a:gd name="connsiteX20" fmla="*/ 67227 w 59736"/>
                <a:gd name="connsiteY20" fmla="*/ 79385 h 181113"/>
                <a:gd name="connsiteX21" fmla="*/ 67228 w 59736"/>
                <a:gd name="connsiteY21" fmla="*/ 103710 h 181113"/>
                <a:gd name="connsiteX22" fmla="*/ 67231 w 59736"/>
                <a:gd name="connsiteY22" fmla="*/ 131927 h 181113"/>
                <a:gd name="connsiteX23" fmla="*/ 67230 w 59736"/>
                <a:gd name="connsiteY23" fmla="*/ 134934 h 181113"/>
                <a:gd name="connsiteX24" fmla="*/ 67230 w 59736"/>
                <a:gd name="connsiteY24" fmla="*/ 136429 h 181113"/>
                <a:gd name="connsiteX25" fmla="*/ 67232 w 59736"/>
                <a:gd name="connsiteY25" fmla="*/ 146875 h 181113"/>
                <a:gd name="connsiteX26" fmla="*/ 67229 w 59736"/>
                <a:gd name="connsiteY26" fmla="*/ 160927 h 181113"/>
                <a:gd name="connsiteX27" fmla="*/ 67229 w 59736"/>
                <a:gd name="connsiteY27" fmla="*/ 166099 h 181113"/>
                <a:gd name="connsiteX28" fmla="*/ 67225 w 59736"/>
                <a:gd name="connsiteY28" fmla="*/ 173131 h 181113"/>
                <a:gd name="connsiteX29" fmla="*/ 67230 w 59736"/>
                <a:gd name="connsiteY29" fmla="*/ 175222 h 181113"/>
                <a:gd name="connsiteX30" fmla="*/ 66387 w 59736"/>
                <a:gd name="connsiteY30" fmla="*/ 181573 h 181113"/>
                <a:gd name="connsiteX31" fmla="*/ 60986 w 59736"/>
                <a:gd name="connsiteY31" fmla="*/ 181754 h 181113"/>
                <a:gd name="connsiteX32" fmla="*/ 59274 w 59736"/>
                <a:gd name="connsiteY32" fmla="*/ 181758 h 181113"/>
                <a:gd name="connsiteX33" fmla="*/ 53643 w 59736"/>
                <a:gd name="connsiteY33" fmla="*/ 181745 h 181113"/>
                <a:gd name="connsiteX34" fmla="*/ 49748 w 59736"/>
                <a:gd name="connsiteY34" fmla="*/ 181743 h 181113"/>
                <a:gd name="connsiteX35" fmla="*/ 41573 w 59736"/>
                <a:gd name="connsiteY35" fmla="*/ 181726 h 181113"/>
                <a:gd name="connsiteX36" fmla="*/ 31070 w 59736"/>
                <a:gd name="connsiteY36" fmla="*/ 181711 h 181113"/>
                <a:gd name="connsiteX37" fmla="*/ 23023 w 59736"/>
                <a:gd name="connsiteY37" fmla="*/ 181702 h 181113"/>
                <a:gd name="connsiteX38" fmla="*/ 19149 w 59736"/>
                <a:gd name="connsiteY38" fmla="*/ 181697 h 181113"/>
                <a:gd name="connsiteX39" fmla="*/ 13744 w 59736"/>
                <a:gd name="connsiteY39" fmla="*/ 181681 h 181113"/>
                <a:gd name="connsiteX40" fmla="*/ 12111 w 59736"/>
                <a:gd name="connsiteY40" fmla="*/ 181682 h 181113"/>
                <a:gd name="connsiteX41" fmla="*/ 7599 w 59736"/>
                <a:gd name="connsiteY41" fmla="*/ 180829 h 181113"/>
                <a:gd name="connsiteX42" fmla="*/ 7505 w 59736"/>
                <a:gd name="connsiteY42" fmla="*/ 173936 h 181113"/>
                <a:gd name="connsiteX43" fmla="*/ 7501 w 59736"/>
                <a:gd name="connsiteY43" fmla="*/ 171717 h 181113"/>
                <a:gd name="connsiteX44" fmla="*/ 7503 w 59736"/>
                <a:gd name="connsiteY44" fmla="*/ 164294 h 181113"/>
                <a:gd name="connsiteX45" fmla="*/ 7499 w 59736"/>
                <a:gd name="connsiteY45" fmla="*/ 158996 h 181113"/>
                <a:gd name="connsiteX46" fmla="*/ 7499 w 59736"/>
                <a:gd name="connsiteY46" fmla="*/ 146066 h 181113"/>
                <a:gd name="connsiteX47" fmla="*/ 7500 w 59736"/>
                <a:gd name="connsiteY47" fmla="*/ 135561 h 181113"/>
                <a:gd name="connsiteX48" fmla="*/ 7500 w 59736"/>
                <a:gd name="connsiteY48" fmla="*/ 134054 h 181113"/>
                <a:gd name="connsiteX49" fmla="*/ 7499 w 59736"/>
                <a:gd name="connsiteY49" fmla="*/ 131023 h 181113"/>
                <a:gd name="connsiteX50" fmla="*/ 7503 w 59736"/>
                <a:gd name="connsiteY50" fmla="*/ 102569 h 181113"/>
                <a:gd name="connsiteX51" fmla="*/ 7502 w 59736"/>
                <a:gd name="connsiteY51" fmla="*/ 78128 h 181113"/>
                <a:gd name="connsiteX52" fmla="*/ 7499 w 59736"/>
                <a:gd name="connsiteY52" fmla="*/ 49779 h 181113"/>
                <a:gd name="connsiteX53" fmla="*/ 7500 w 59736"/>
                <a:gd name="connsiteY53" fmla="*/ 46758 h 181113"/>
                <a:gd name="connsiteX54" fmla="*/ 7500 w 59736"/>
                <a:gd name="connsiteY54" fmla="*/ 45257 h 181113"/>
                <a:gd name="connsiteX55" fmla="*/ 7498 w 59736"/>
                <a:gd name="connsiteY55" fmla="*/ 34760 h 181113"/>
                <a:gd name="connsiteX56" fmla="*/ 7502 w 59736"/>
                <a:gd name="connsiteY56" fmla="*/ 20643 h 181113"/>
                <a:gd name="connsiteX57" fmla="*/ 7501 w 59736"/>
                <a:gd name="connsiteY57" fmla="*/ 15446 h 181113"/>
                <a:gd name="connsiteX58" fmla="*/ 7505 w 59736"/>
                <a:gd name="connsiteY58" fmla="*/ 8384 h 181113"/>
                <a:gd name="connsiteX59" fmla="*/ 7500 w 59736"/>
                <a:gd name="connsiteY59" fmla="*/ 6277 h 181113"/>
                <a:gd name="connsiteX60" fmla="*/ 12111 w 59736"/>
                <a:gd name="connsiteY60" fmla="*/ 646 h 18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9736" h="181113">
                  <a:moveTo>
                    <a:pt x="12111" y="646"/>
                  </a:moveTo>
                  <a:cubicBezTo>
                    <a:pt x="12920" y="648"/>
                    <a:pt x="12920" y="648"/>
                    <a:pt x="13744" y="651"/>
                  </a:cubicBezTo>
                  <a:cubicBezTo>
                    <a:pt x="14592" y="649"/>
                    <a:pt x="14592" y="649"/>
                    <a:pt x="15457" y="647"/>
                  </a:cubicBezTo>
                  <a:cubicBezTo>
                    <a:pt x="17333" y="643"/>
                    <a:pt x="19210" y="646"/>
                    <a:pt x="21087" y="648"/>
                  </a:cubicBezTo>
                  <a:cubicBezTo>
                    <a:pt x="22386" y="648"/>
                    <a:pt x="23684" y="647"/>
                    <a:pt x="24982" y="646"/>
                  </a:cubicBezTo>
                  <a:cubicBezTo>
                    <a:pt x="27708" y="645"/>
                    <a:pt x="30432" y="646"/>
                    <a:pt x="33158" y="650"/>
                  </a:cubicBezTo>
                  <a:cubicBezTo>
                    <a:pt x="36658" y="654"/>
                    <a:pt x="40159" y="652"/>
                    <a:pt x="43660" y="647"/>
                  </a:cubicBezTo>
                  <a:cubicBezTo>
                    <a:pt x="46343" y="645"/>
                    <a:pt x="49025" y="645"/>
                    <a:pt x="51708" y="647"/>
                  </a:cubicBezTo>
                  <a:cubicBezTo>
                    <a:pt x="52999" y="648"/>
                    <a:pt x="54290" y="647"/>
                    <a:pt x="55581" y="645"/>
                  </a:cubicBezTo>
                  <a:cubicBezTo>
                    <a:pt x="57383" y="644"/>
                    <a:pt x="59184" y="646"/>
                    <a:pt x="60986" y="651"/>
                  </a:cubicBezTo>
                  <a:cubicBezTo>
                    <a:pt x="61525" y="649"/>
                    <a:pt x="62064" y="648"/>
                    <a:pt x="62619" y="646"/>
                  </a:cubicBezTo>
                  <a:cubicBezTo>
                    <a:pt x="66302" y="662"/>
                    <a:pt x="66302" y="662"/>
                    <a:pt x="67131" y="1491"/>
                  </a:cubicBezTo>
                  <a:cubicBezTo>
                    <a:pt x="67205" y="3783"/>
                    <a:pt x="67231" y="6058"/>
                    <a:pt x="67225" y="8351"/>
                  </a:cubicBezTo>
                  <a:cubicBezTo>
                    <a:pt x="67227" y="9444"/>
                    <a:pt x="67227" y="9444"/>
                    <a:pt x="67229" y="10559"/>
                  </a:cubicBezTo>
                  <a:cubicBezTo>
                    <a:pt x="67232" y="13022"/>
                    <a:pt x="67229" y="15484"/>
                    <a:pt x="67227" y="17946"/>
                  </a:cubicBezTo>
                  <a:cubicBezTo>
                    <a:pt x="67228" y="19703"/>
                    <a:pt x="67229" y="21461"/>
                    <a:pt x="67231" y="23218"/>
                  </a:cubicBezTo>
                  <a:cubicBezTo>
                    <a:pt x="67234" y="27507"/>
                    <a:pt x="67234" y="31797"/>
                    <a:pt x="67231" y="36086"/>
                  </a:cubicBezTo>
                  <a:cubicBezTo>
                    <a:pt x="67230" y="39572"/>
                    <a:pt x="67229" y="43057"/>
                    <a:pt x="67230" y="46542"/>
                  </a:cubicBezTo>
                  <a:cubicBezTo>
                    <a:pt x="67230" y="47037"/>
                    <a:pt x="67231" y="47532"/>
                    <a:pt x="67231" y="48042"/>
                  </a:cubicBezTo>
                  <a:cubicBezTo>
                    <a:pt x="67231" y="49048"/>
                    <a:pt x="67231" y="50054"/>
                    <a:pt x="67231" y="51059"/>
                  </a:cubicBezTo>
                  <a:cubicBezTo>
                    <a:pt x="67233" y="60501"/>
                    <a:pt x="67231" y="69943"/>
                    <a:pt x="67227" y="79385"/>
                  </a:cubicBezTo>
                  <a:cubicBezTo>
                    <a:pt x="67224" y="87493"/>
                    <a:pt x="67224" y="95602"/>
                    <a:pt x="67228" y="103710"/>
                  </a:cubicBezTo>
                  <a:cubicBezTo>
                    <a:pt x="67232" y="113116"/>
                    <a:pt x="67233" y="122522"/>
                    <a:pt x="67231" y="131927"/>
                  </a:cubicBezTo>
                  <a:cubicBezTo>
                    <a:pt x="67231" y="132930"/>
                    <a:pt x="67231" y="133932"/>
                    <a:pt x="67230" y="134934"/>
                  </a:cubicBezTo>
                  <a:cubicBezTo>
                    <a:pt x="67230" y="135674"/>
                    <a:pt x="67230" y="135674"/>
                    <a:pt x="67230" y="136429"/>
                  </a:cubicBezTo>
                  <a:cubicBezTo>
                    <a:pt x="67229" y="139911"/>
                    <a:pt x="67230" y="143393"/>
                    <a:pt x="67232" y="146875"/>
                  </a:cubicBezTo>
                  <a:cubicBezTo>
                    <a:pt x="67234" y="151559"/>
                    <a:pt x="67233" y="156243"/>
                    <a:pt x="67229" y="160927"/>
                  </a:cubicBezTo>
                  <a:cubicBezTo>
                    <a:pt x="67228" y="162651"/>
                    <a:pt x="67228" y="164375"/>
                    <a:pt x="67229" y="166099"/>
                  </a:cubicBezTo>
                  <a:cubicBezTo>
                    <a:pt x="67231" y="168443"/>
                    <a:pt x="67229" y="170787"/>
                    <a:pt x="67225" y="173131"/>
                  </a:cubicBezTo>
                  <a:cubicBezTo>
                    <a:pt x="67228" y="174166"/>
                    <a:pt x="67228" y="174166"/>
                    <a:pt x="67230" y="175222"/>
                  </a:cubicBezTo>
                  <a:cubicBezTo>
                    <a:pt x="67216" y="179915"/>
                    <a:pt x="67216" y="179915"/>
                    <a:pt x="66387" y="181573"/>
                  </a:cubicBezTo>
                  <a:cubicBezTo>
                    <a:pt x="64559" y="181720"/>
                    <a:pt x="62815" y="181768"/>
                    <a:pt x="60986" y="181754"/>
                  </a:cubicBezTo>
                  <a:cubicBezTo>
                    <a:pt x="60421" y="181755"/>
                    <a:pt x="59856" y="181757"/>
                    <a:pt x="59274" y="181758"/>
                  </a:cubicBezTo>
                  <a:cubicBezTo>
                    <a:pt x="57397" y="181761"/>
                    <a:pt x="55520" y="181753"/>
                    <a:pt x="53643" y="181745"/>
                  </a:cubicBezTo>
                  <a:cubicBezTo>
                    <a:pt x="52345" y="181744"/>
                    <a:pt x="51046" y="181743"/>
                    <a:pt x="49748" y="181743"/>
                  </a:cubicBezTo>
                  <a:cubicBezTo>
                    <a:pt x="47023" y="181742"/>
                    <a:pt x="44298" y="181736"/>
                    <a:pt x="41573" y="181726"/>
                  </a:cubicBezTo>
                  <a:cubicBezTo>
                    <a:pt x="38072" y="181714"/>
                    <a:pt x="34571" y="181711"/>
                    <a:pt x="31070" y="181711"/>
                  </a:cubicBezTo>
                  <a:cubicBezTo>
                    <a:pt x="28387" y="181711"/>
                    <a:pt x="25705" y="181707"/>
                    <a:pt x="23023" y="181702"/>
                  </a:cubicBezTo>
                  <a:cubicBezTo>
                    <a:pt x="21731" y="181699"/>
                    <a:pt x="20440" y="181698"/>
                    <a:pt x="19149" y="181697"/>
                  </a:cubicBezTo>
                  <a:cubicBezTo>
                    <a:pt x="17347" y="181696"/>
                    <a:pt x="15546" y="181689"/>
                    <a:pt x="13744" y="181681"/>
                  </a:cubicBezTo>
                  <a:cubicBezTo>
                    <a:pt x="13206" y="181681"/>
                    <a:pt x="12667" y="181682"/>
                    <a:pt x="12111" y="181682"/>
                  </a:cubicBezTo>
                  <a:cubicBezTo>
                    <a:pt x="8429" y="181658"/>
                    <a:pt x="8429" y="181658"/>
                    <a:pt x="7599" y="180829"/>
                  </a:cubicBezTo>
                  <a:cubicBezTo>
                    <a:pt x="7525" y="178526"/>
                    <a:pt x="7499" y="176239"/>
                    <a:pt x="7505" y="173936"/>
                  </a:cubicBezTo>
                  <a:cubicBezTo>
                    <a:pt x="7504" y="173204"/>
                    <a:pt x="7503" y="172471"/>
                    <a:pt x="7501" y="171717"/>
                  </a:cubicBezTo>
                  <a:cubicBezTo>
                    <a:pt x="7498" y="169242"/>
                    <a:pt x="7501" y="166768"/>
                    <a:pt x="7503" y="164294"/>
                  </a:cubicBezTo>
                  <a:cubicBezTo>
                    <a:pt x="7502" y="162528"/>
                    <a:pt x="7501" y="160762"/>
                    <a:pt x="7499" y="158996"/>
                  </a:cubicBezTo>
                  <a:cubicBezTo>
                    <a:pt x="7496" y="154686"/>
                    <a:pt x="7497" y="150376"/>
                    <a:pt x="7499" y="146066"/>
                  </a:cubicBezTo>
                  <a:cubicBezTo>
                    <a:pt x="7500" y="142564"/>
                    <a:pt x="7501" y="139063"/>
                    <a:pt x="7500" y="135561"/>
                  </a:cubicBezTo>
                  <a:cubicBezTo>
                    <a:pt x="7500" y="134815"/>
                    <a:pt x="7500" y="134815"/>
                    <a:pt x="7500" y="134054"/>
                  </a:cubicBezTo>
                  <a:cubicBezTo>
                    <a:pt x="7499" y="133044"/>
                    <a:pt x="7499" y="132034"/>
                    <a:pt x="7499" y="131023"/>
                  </a:cubicBezTo>
                  <a:cubicBezTo>
                    <a:pt x="7497" y="121538"/>
                    <a:pt x="7499" y="112054"/>
                    <a:pt x="7503" y="102569"/>
                  </a:cubicBezTo>
                  <a:cubicBezTo>
                    <a:pt x="7506" y="94422"/>
                    <a:pt x="7506" y="86275"/>
                    <a:pt x="7502" y="78128"/>
                  </a:cubicBezTo>
                  <a:cubicBezTo>
                    <a:pt x="7498" y="68678"/>
                    <a:pt x="7497" y="59228"/>
                    <a:pt x="7499" y="49779"/>
                  </a:cubicBezTo>
                  <a:cubicBezTo>
                    <a:pt x="7499" y="48772"/>
                    <a:pt x="7500" y="47765"/>
                    <a:pt x="7500" y="46758"/>
                  </a:cubicBezTo>
                  <a:cubicBezTo>
                    <a:pt x="7500" y="46015"/>
                    <a:pt x="7500" y="46015"/>
                    <a:pt x="7500" y="45257"/>
                  </a:cubicBezTo>
                  <a:cubicBezTo>
                    <a:pt x="7501" y="41758"/>
                    <a:pt x="7500" y="38259"/>
                    <a:pt x="7498" y="34760"/>
                  </a:cubicBezTo>
                  <a:cubicBezTo>
                    <a:pt x="7496" y="30054"/>
                    <a:pt x="7497" y="25349"/>
                    <a:pt x="7502" y="20643"/>
                  </a:cubicBezTo>
                  <a:cubicBezTo>
                    <a:pt x="7503" y="18911"/>
                    <a:pt x="7502" y="17178"/>
                    <a:pt x="7501" y="15446"/>
                  </a:cubicBezTo>
                  <a:cubicBezTo>
                    <a:pt x="7499" y="13092"/>
                    <a:pt x="7501" y="10738"/>
                    <a:pt x="7505" y="8384"/>
                  </a:cubicBezTo>
                  <a:cubicBezTo>
                    <a:pt x="7502" y="7341"/>
                    <a:pt x="7502" y="7341"/>
                    <a:pt x="7500" y="6277"/>
                  </a:cubicBezTo>
                  <a:cubicBezTo>
                    <a:pt x="7517" y="666"/>
                    <a:pt x="7517" y="666"/>
                    <a:pt x="12111" y="646"/>
                  </a:cubicBezTo>
                  <a:close/>
                </a:path>
              </a:pathLst>
            </a:custGeom>
            <a:grpFill/>
            <a:ln w="744" cap="flat">
              <a:noFill/>
              <a:prstDash val="solid"/>
              <a:miter/>
            </a:ln>
          </p:spPr>
          <p:txBody>
            <a:bodyPr rtlCol="0" anchor="ctr"/>
            <a:lstStyle/>
            <a:p>
              <a:endParaRPr lang="zh-CN" altLang="en-US"/>
            </a:p>
          </p:txBody>
        </p:sp>
        <p:sp>
          <p:nvSpPr>
            <p:cNvPr id="199" name="任意多边形: 形状 198"/>
            <p:cNvSpPr/>
            <p:nvPr/>
          </p:nvSpPr>
          <p:spPr>
            <a:xfrm>
              <a:off x="11433687" y="1392886"/>
              <a:ext cx="152733" cy="236098"/>
            </a:xfrm>
            <a:custGeom>
              <a:avLst/>
              <a:gdLst>
                <a:gd name="connsiteX0" fmla="*/ 15824 w 152736"/>
                <a:gd name="connsiteY0" fmla="*/ 1600 h 236091"/>
                <a:gd name="connsiteX1" fmla="*/ 75164 w 152736"/>
                <a:gd name="connsiteY1" fmla="*/ 1561 h 236091"/>
                <a:gd name="connsiteX2" fmla="*/ 102715 w 152736"/>
                <a:gd name="connsiteY2" fmla="*/ 1544 h 236091"/>
                <a:gd name="connsiteX3" fmla="*/ 126718 w 152736"/>
                <a:gd name="connsiteY3" fmla="*/ 1530 h 236091"/>
                <a:gd name="connsiteX4" fmla="*/ 139436 w 152736"/>
                <a:gd name="connsiteY4" fmla="*/ 1521 h 236091"/>
                <a:gd name="connsiteX5" fmla="*/ 151392 w 152736"/>
                <a:gd name="connsiteY5" fmla="*/ 1516 h 236091"/>
                <a:gd name="connsiteX6" fmla="*/ 155794 w 152736"/>
                <a:gd name="connsiteY6" fmla="*/ 1511 h 236091"/>
                <a:gd name="connsiteX7" fmla="*/ 161776 w 152736"/>
                <a:gd name="connsiteY7" fmla="*/ 1511 h 236091"/>
                <a:gd name="connsiteX8" fmla="*/ 163559 w 152736"/>
                <a:gd name="connsiteY8" fmla="*/ 1504 h 236091"/>
                <a:gd name="connsiteX9" fmla="*/ 168373 w 152736"/>
                <a:gd name="connsiteY9" fmla="*/ 2344 h 236091"/>
                <a:gd name="connsiteX10" fmla="*/ 168498 w 152736"/>
                <a:gd name="connsiteY10" fmla="*/ 8739 h 236091"/>
                <a:gd name="connsiteX11" fmla="*/ 168505 w 152736"/>
                <a:gd name="connsiteY11" fmla="*/ 10683 h 236091"/>
                <a:gd name="connsiteX12" fmla="*/ 168511 w 152736"/>
                <a:gd name="connsiteY12" fmla="*/ 14759 h 236091"/>
                <a:gd name="connsiteX13" fmla="*/ 168540 w 152736"/>
                <a:gd name="connsiteY13" fmla="*/ 21020 h 236091"/>
                <a:gd name="connsiteX14" fmla="*/ 168544 w 152736"/>
                <a:gd name="connsiteY14" fmla="*/ 24971 h 236091"/>
                <a:gd name="connsiteX15" fmla="*/ 168561 w 152736"/>
                <a:gd name="connsiteY15" fmla="*/ 26876 h 236091"/>
                <a:gd name="connsiteX16" fmla="*/ 168373 w 152736"/>
                <a:gd name="connsiteY16" fmla="*/ 31366 h 236091"/>
                <a:gd name="connsiteX17" fmla="*/ 161114 w 152736"/>
                <a:gd name="connsiteY17" fmla="*/ 32263 h 236091"/>
                <a:gd name="connsiteX18" fmla="*/ 159310 w 152736"/>
                <a:gd name="connsiteY18" fmla="*/ 32285 h 236091"/>
                <a:gd name="connsiteX19" fmla="*/ 153391 w 152736"/>
                <a:gd name="connsiteY19" fmla="*/ 32345 h 236091"/>
                <a:gd name="connsiteX20" fmla="*/ 149293 w 152736"/>
                <a:gd name="connsiteY20" fmla="*/ 32392 h 236091"/>
                <a:gd name="connsiteX21" fmla="*/ 138496 w 152736"/>
                <a:gd name="connsiteY21" fmla="*/ 32506 h 236091"/>
                <a:gd name="connsiteX22" fmla="*/ 127483 w 152736"/>
                <a:gd name="connsiteY22" fmla="*/ 32626 h 236091"/>
                <a:gd name="connsiteX23" fmla="*/ 105865 w 152736"/>
                <a:gd name="connsiteY23" fmla="*/ 32854 h 236091"/>
                <a:gd name="connsiteX24" fmla="*/ 105868 w 152736"/>
                <a:gd name="connsiteY24" fmla="*/ 34160 h 236091"/>
                <a:gd name="connsiteX25" fmla="*/ 105979 w 152736"/>
                <a:gd name="connsiteY25" fmla="*/ 110741 h 236091"/>
                <a:gd name="connsiteX26" fmla="*/ 105988 w 152736"/>
                <a:gd name="connsiteY26" fmla="*/ 119926 h 236091"/>
                <a:gd name="connsiteX27" fmla="*/ 105989 w 152736"/>
                <a:gd name="connsiteY27" fmla="*/ 121773 h 236091"/>
                <a:gd name="connsiteX28" fmla="*/ 106037 w 152736"/>
                <a:gd name="connsiteY28" fmla="*/ 151423 h 236091"/>
                <a:gd name="connsiteX29" fmla="*/ 106075 w 152736"/>
                <a:gd name="connsiteY29" fmla="*/ 181824 h 236091"/>
                <a:gd name="connsiteX30" fmla="*/ 106106 w 152736"/>
                <a:gd name="connsiteY30" fmla="*/ 200598 h 236091"/>
                <a:gd name="connsiteX31" fmla="*/ 106118 w 152736"/>
                <a:gd name="connsiteY31" fmla="*/ 213455 h 236091"/>
                <a:gd name="connsiteX32" fmla="*/ 106131 w 152736"/>
                <a:gd name="connsiteY32" fmla="*/ 220883 h 236091"/>
                <a:gd name="connsiteX33" fmla="*/ 106133 w 152736"/>
                <a:gd name="connsiteY33" fmla="*/ 228918 h 236091"/>
                <a:gd name="connsiteX34" fmla="*/ 106153 w 152736"/>
                <a:gd name="connsiteY34" fmla="*/ 231316 h 236091"/>
                <a:gd name="connsiteX35" fmla="*/ 106140 w 152736"/>
                <a:gd name="connsiteY35" fmla="*/ 233473 h 236091"/>
                <a:gd name="connsiteX36" fmla="*/ 106142 w 152736"/>
                <a:gd name="connsiteY36" fmla="*/ 235349 h 236091"/>
                <a:gd name="connsiteX37" fmla="*/ 105865 w 152736"/>
                <a:gd name="connsiteY37" fmla="*/ 236748 h 236091"/>
                <a:gd name="connsiteX38" fmla="*/ 98147 w 152736"/>
                <a:gd name="connsiteY38" fmla="*/ 237591 h 236091"/>
                <a:gd name="connsiteX39" fmla="*/ 96527 w 152736"/>
                <a:gd name="connsiteY39" fmla="*/ 237594 h 236091"/>
                <a:gd name="connsiteX40" fmla="*/ 93136 w 152736"/>
                <a:gd name="connsiteY40" fmla="*/ 237590 h 236091"/>
                <a:gd name="connsiteX41" fmla="*/ 87958 w 152736"/>
                <a:gd name="connsiteY41" fmla="*/ 237594 h 236091"/>
                <a:gd name="connsiteX42" fmla="*/ 84660 w 152736"/>
                <a:gd name="connsiteY42" fmla="*/ 237591 h 236091"/>
                <a:gd name="connsiteX43" fmla="*/ 83100 w 152736"/>
                <a:gd name="connsiteY43" fmla="*/ 237596 h 236091"/>
                <a:gd name="connsiteX44" fmla="*/ 76099 w 152736"/>
                <a:gd name="connsiteY44" fmla="*/ 236748 h 236091"/>
                <a:gd name="connsiteX45" fmla="*/ 75733 w 152736"/>
                <a:gd name="connsiteY45" fmla="*/ 233473 h 236091"/>
                <a:gd name="connsiteX46" fmla="*/ 75715 w 152736"/>
                <a:gd name="connsiteY46" fmla="*/ 231316 h 236091"/>
                <a:gd name="connsiteX47" fmla="*/ 75741 w 152736"/>
                <a:gd name="connsiteY47" fmla="*/ 228918 h 236091"/>
                <a:gd name="connsiteX48" fmla="*/ 75734 w 152736"/>
                <a:gd name="connsiteY48" fmla="*/ 226393 h 236091"/>
                <a:gd name="connsiteX49" fmla="*/ 75761 w 152736"/>
                <a:gd name="connsiteY49" fmla="*/ 217947 h 236091"/>
                <a:gd name="connsiteX50" fmla="*/ 75760 w 152736"/>
                <a:gd name="connsiteY50" fmla="*/ 211920 h 236091"/>
                <a:gd name="connsiteX51" fmla="*/ 75785 w 152736"/>
                <a:gd name="connsiteY51" fmla="*/ 198909 h 236091"/>
                <a:gd name="connsiteX52" fmla="*/ 75820 w 152736"/>
                <a:gd name="connsiteY52" fmla="*/ 180097 h 236091"/>
                <a:gd name="connsiteX53" fmla="*/ 75875 w 152736"/>
                <a:gd name="connsiteY53" fmla="*/ 149579 h 236091"/>
                <a:gd name="connsiteX54" fmla="*/ 75936 w 152736"/>
                <a:gd name="connsiteY54" fmla="*/ 119926 h 236091"/>
                <a:gd name="connsiteX55" fmla="*/ 75938 w 152736"/>
                <a:gd name="connsiteY55" fmla="*/ 118081 h 236091"/>
                <a:gd name="connsiteX56" fmla="*/ 75950 w 152736"/>
                <a:gd name="connsiteY56" fmla="*/ 108919 h 236091"/>
                <a:gd name="connsiteX57" fmla="*/ 76099 w 152736"/>
                <a:gd name="connsiteY57" fmla="*/ 32854 h 236091"/>
                <a:gd name="connsiteX58" fmla="*/ 15824 w 152736"/>
                <a:gd name="connsiteY58" fmla="*/ 32110 h 236091"/>
                <a:gd name="connsiteX59" fmla="*/ 15824 w 152736"/>
                <a:gd name="connsiteY59" fmla="*/ 1600 h 23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736" h="236091">
                  <a:moveTo>
                    <a:pt x="15824" y="1600"/>
                  </a:moveTo>
                  <a:cubicBezTo>
                    <a:pt x="35604" y="1583"/>
                    <a:pt x="55384" y="1570"/>
                    <a:pt x="75164" y="1561"/>
                  </a:cubicBezTo>
                  <a:cubicBezTo>
                    <a:pt x="84348" y="1558"/>
                    <a:pt x="93531" y="1552"/>
                    <a:pt x="102715" y="1544"/>
                  </a:cubicBezTo>
                  <a:cubicBezTo>
                    <a:pt x="110716" y="1537"/>
                    <a:pt x="118717" y="1532"/>
                    <a:pt x="126718" y="1530"/>
                  </a:cubicBezTo>
                  <a:cubicBezTo>
                    <a:pt x="130958" y="1529"/>
                    <a:pt x="135197" y="1527"/>
                    <a:pt x="139436" y="1521"/>
                  </a:cubicBezTo>
                  <a:cubicBezTo>
                    <a:pt x="143422" y="1516"/>
                    <a:pt x="147407" y="1515"/>
                    <a:pt x="151392" y="1516"/>
                  </a:cubicBezTo>
                  <a:cubicBezTo>
                    <a:pt x="152860" y="1516"/>
                    <a:pt x="154327" y="1514"/>
                    <a:pt x="155794" y="1511"/>
                  </a:cubicBezTo>
                  <a:cubicBezTo>
                    <a:pt x="157788" y="1508"/>
                    <a:pt x="159782" y="1509"/>
                    <a:pt x="161776" y="1511"/>
                  </a:cubicBezTo>
                  <a:cubicBezTo>
                    <a:pt x="162365" y="1508"/>
                    <a:pt x="162953" y="1506"/>
                    <a:pt x="163559" y="1504"/>
                  </a:cubicBezTo>
                  <a:cubicBezTo>
                    <a:pt x="167544" y="1515"/>
                    <a:pt x="167544" y="1515"/>
                    <a:pt x="168373" y="2344"/>
                  </a:cubicBezTo>
                  <a:cubicBezTo>
                    <a:pt x="168457" y="4482"/>
                    <a:pt x="168495" y="6601"/>
                    <a:pt x="168498" y="8739"/>
                  </a:cubicBezTo>
                  <a:cubicBezTo>
                    <a:pt x="168500" y="9380"/>
                    <a:pt x="168503" y="10022"/>
                    <a:pt x="168505" y="10683"/>
                  </a:cubicBezTo>
                  <a:cubicBezTo>
                    <a:pt x="168509" y="12041"/>
                    <a:pt x="168511" y="13400"/>
                    <a:pt x="168511" y="14759"/>
                  </a:cubicBezTo>
                  <a:cubicBezTo>
                    <a:pt x="168512" y="16846"/>
                    <a:pt x="168526" y="18933"/>
                    <a:pt x="168540" y="21020"/>
                  </a:cubicBezTo>
                  <a:cubicBezTo>
                    <a:pt x="168542" y="22337"/>
                    <a:pt x="168544" y="23654"/>
                    <a:pt x="168544" y="24971"/>
                  </a:cubicBezTo>
                  <a:cubicBezTo>
                    <a:pt x="168550" y="25599"/>
                    <a:pt x="168555" y="26228"/>
                    <a:pt x="168561" y="26876"/>
                  </a:cubicBezTo>
                  <a:cubicBezTo>
                    <a:pt x="168555" y="28374"/>
                    <a:pt x="168472" y="29871"/>
                    <a:pt x="168373" y="31366"/>
                  </a:cubicBezTo>
                  <a:cubicBezTo>
                    <a:pt x="166073" y="32516"/>
                    <a:pt x="163640" y="32243"/>
                    <a:pt x="161114" y="32263"/>
                  </a:cubicBezTo>
                  <a:cubicBezTo>
                    <a:pt x="160519" y="32270"/>
                    <a:pt x="159923" y="32277"/>
                    <a:pt x="159310" y="32285"/>
                  </a:cubicBezTo>
                  <a:cubicBezTo>
                    <a:pt x="157337" y="32308"/>
                    <a:pt x="155364" y="32327"/>
                    <a:pt x="153391" y="32345"/>
                  </a:cubicBezTo>
                  <a:cubicBezTo>
                    <a:pt x="152025" y="32361"/>
                    <a:pt x="150659" y="32376"/>
                    <a:pt x="149293" y="32392"/>
                  </a:cubicBezTo>
                  <a:cubicBezTo>
                    <a:pt x="145694" y="32433"/>
                    <a:pt x="142095" y="32470"/>
                    <a:pt x="138496" y="32506"/>
                  </a:cubicBezTo>
                  <a:cubicBezTo>
                    <a:pt x="134825" y="32543"/>
                    <a:pt x="131154" y="32585"/>
                    <a:pt x="127483" y="32626"/>
                  </a:cubicBezTo>
                  <a:cubicBezTo>
                    <a:pt x="120277" y="32706"/>
                    <a:pt x="113071" y="32781"/>
                    <a:pt x="105865" y="32854"/>
                  </a:cubicBezTo>
                  <a:cubicBezTo>
                    <a:pt x="105866" y="33285"/>
                    <a:pt x="105867" y="33716"/>
                    <a:pt x="105868" y="34160"/>
                  </a:cubicBezTo>
                  <a:cubicBezTo>
                    <a:pt x="105917" y="59687"/>
                    <a:pt x="105956" y="85214"/>
                    <a:pt x="105979" y="110741"/>
                  </a:cubicBezTo>
                  <a:cubicBezTo>
                    <a:pt x="105982" y="113803"/>
                    <a:pt x="105985" y="116864"/>
                    <a:pt x="105988" y="119926"/>
                  </a:cubicBezTo>
                  <a:cubicBezTo>
                    <a:pt x="105988" y="120536"/>
                    <a:pt x="105989" y="121145"/>
                    <a:pt x="105989" y="121773"/>
                  </a:cubicBezTo>
                  <a:cubicBezTo>
                    <a:pt x="105999" y="131657"/>
                    <a:pt x="106017" y="141540"/>
                    <a:pt x="106037" y="151423"/>
                  </a:cubicBezTo>
                  <a:cubicBezTo>
                    <a:pt x="106058" y="161557"/>
                    <a:pt x="106071" y="171691"/>
                    <a:pt x="106075" y="181824"/>
                  </a:cubicBezTo>
                  <a:cubicBezTo>
                    <a:pt x="106078" y="188082"/>
                    <a:pt x="106088" y="194340"/>
                    <a:pt x="106106" y="200598"/>
                  </a:cubicBezTo>
                  <a:cubicBezTo>
                    <a:pt x="106118" y="204884"/>
                    <a:pt x="106121" y="209169"/>
                    <a:pt x="106118" y="213455"/>
                  </a:cubicBezTo>
                  <a:cubicBezTo>
                    <a:pt x="106117" y="215931"/>
                    <a:pt x="106120" y="218407"/>
                    <a:pt x="106131" y="220883"/>
                  </a:cubicBezTo>
                  <a:cubicBezTo>
                    <a:pt x="106142" y="223562"/>
                    <a:pt x="106140" y="226240"/>
                    <a:pt x="106133" y="228918"/>
                  </a:cubicBezTo>
                  <a:cubicBezTo>
                    <a:pt x="106140" y="229710"/>
                    <a:pt x="106146" y="230501"/>
                    <a:pt x="106153" y="231316"/>
                  </a:cubicBezTo>
                  <a:cubicBezTo>
                    <a:pt x="106147" y="232383"/>
                    <a:pt x="106147" y="232383"/>
                    <a:pt x="106140" y="233473"/>
                  </a:cubicBezTo>
                  <a:cubicBezTo>
                    <a:pt x="106141" y="234092"/>
                    <a:pt x="106141" y="234711"/>
                    <a:pt x="106142" y="235349"/>
                  </a:cubicBezTo>
                  <a:cubicBezTo>
                    <a:pt x="106051" y="235811"/>
                    <a:pt x="105959" y="236273"/>
                    <a:pt x="105865" y="236748"/>
                  </a:cubicBezTo>
                  <a:cubicBezTo>
                    <a:pt x="103243" y="237623"/>
                    <a:pt x="100875" y="237599"/>
                    <a:pt x="98147" y="237591"/>
                  </a:cubicBezTo>
                  <a:cubicBezTo>
                    <a:pt x="97613" y="237592"/>
                    <a:pt x="97078" y="237593"/>
                    <a:pt x="96527" y="237594"/>
                  </a:cubicBezTo>
                  <a:cubicBezTo>
                    <a:pt x="95396" y="237594"/>
                    <a:pt x="94266" y="237593"/>
                    <a:pt x="93136" y="237590"/>
                  </a:cubicBezTo>
                  <a:cubicBezTo>
                    <a:pt x="91410" y="237586"/>
                    <a:pt x="89684" y="237590"/>
                    <a:pt x="87958" y="237594"/>
                  </a:cubicBezTo>
                  <a:cubicBezTo>
                    <a:pt x="86858" y="237594"/>
                    <a:pt x="85759" y="237593"/>
                    <a:pt x="84660" y="237591"/>
                  </a:cubicBezTo>
                  <a:cubicBezTo>
                    <a:pt x="84145" y="237593"/>
                    <a:pt x="83630" y="237594"/>
                    <a:pt x="83100" y="237596"/>
                  </a:cubicBezTo>
                  <a:cubicBezTo>
                    <a:pt x="78048" y="237572"/>
                    <a:pt x="78048" y="237572"/>
                    <a:pt x="76099" y="236748"/>
                  </a:cubicBezTo>
                  <a:cubicBezTo>
                    <a:pt x="75730" y="235349"/>
                    <a:pt x="75730" y="235349"/>
                    <a:pt x="75733" y="233473"/>
                  </a:cubicBezTo>
                  <a:cubicBezTo>
                    <a:pt x="75727" y="232761"/>
                    <a:pt x="75721" y="232049"/>
                    <a:pt x="75715" y="231316"/>
                  </a:cubicBezTo>
                  <a:cubicBezTo>
                    <a:pt x="75728" y="230129"/>
                    <a:pt x="75728" y="230129"/>
                    <a:pt x="75741" y="228918"/>
                  </a:cubicBezTo>
                  <a:cubicBezTo>
                    <a:pt x="75739" y="228085"/>
                    <a:pt x="75736" y="227252"/>
                    <a:pt x="75734" y="226393"/>
                  </a:cubicBezTo>
                  <a:cubicBezTo>
                    <a:pt x="75729" y="223578"/>
                    <a:pt x="75745" y="220763"/>
                    <a:pt x="75761" y="217947"/>
                  </a:cubicBezTo>
                  <a:cubicBezTo>
                    <a:pt x="75764" y="215938"/>
                    <a:pt x="75762" y="213929"/>
                    <a:pt x="75760" y="211920"/>
                  </a:cubicBezTo>
                  <a:cubicBezTo>
                    <a:pt x="75759" y="207583"/>
                    <a:pt x="75768" y="203246"/>
                    <a:pt x="75785" y="198909"/>
                  </a:cubicBezTo>
                  <a:cubicBezTo>
                    <a:pt x="75809" y="192639"/>
                    <a:pt x="75817" y="186368"/>
                    <a:pt x="75820" y="180097"/>
                  </a:cubicBezTo>
                  <a:cubicBezTo>
                    <a:pt x="75827" y="169925"/>
                    <a:pt x="75847" y="159752"/>
                    <a:pt x="75875" y="149579"/>
                  </a:cubicBezTo>
                  <a:cubicBezTo>
                    <a:pt x="75902" y="139695"/>
                    <a:pt x="75923" y="129811"/>
                    <a:pt x="75936" y="119926"/>
                  </a:cubicBezTo>
                  <a:cubicBezTo>
                    <a:pt x="75937" y="119013"/>
                    <a:pt x="75937" y="119013"/>
                    <a:pt x="75938" y="118081"/>
                  </a:cubicBezTo>
                  <a:cubicBezTo>
                    <a:pt x="75942" y="115027"/>
                    <a:pt x="75946" y="111973"/>
                    <a:pt x="75950" y="108919"/>
                  </a:cubicBezTo>
                  <a:cubicBezTo>
                    <a:pt x="75980" y="83564"/>
                    <a:pt x="76035" y="58209"/>
                    <a:pt x="76099" y="32854"/>
                  </a:cubicBezTo>
                  <a:cubicBezTo>
                    <a:pt x="56209" y="32608"/>
                    <a:pt x="36318" y="32363"/>
                    <a:pt x="15824" y="32110"/>
                  </a:cubicBezTo>
                  <a:cubicBezTo>
                    <a:pt x="15824" y="22042"/>
                    <a:pt x="15824" y="11973"/>
                    <a:pt x="15824" y="1600"/>
                  </a:cubicBezTo>
                  <a:close/>
                </a:path>
              </a:pathLst>
            </a:custGeom>
            <a:grpFill/>
            <a:ln w="744" cap="flat">
              <a:noFill/>
              <a:prstDash val="solid"/>
              <a:miter/>
            </a:ln>
          </p:spPr>
          <p:txBody>
            <a:bodyPr rtlCol="0" anchor="ctr"/>
            <a:lstStyle/>
            <a:p>
              <a:endParaRPr lang="zh-CN" altLang="en-US"/>
            </a:p>
          </p:txBody>
        </p:sp>
        <p:sp>
          <p:nvSpPr>
            <p:cNvPr id="200" name="任意多边形: 形状 199"/>
            <p:cNvSpPr/>
            <p:nvPr/>
          </p:nvSpPr>
          <p:spPr>
            <a:xfrm>
              <a:off x="7626602" y="979227"/>
              <a:ext cx="134422" cy="171381"/>
            </a:xfrm>
            <a:custGeom>
              <a:avLst/>
              <a:gdLst>
                <a:gd name="connsiteX0" fmla="*/ 58507 w 134424"/>
                <a:gd name="connsiteY0" fmla="*/ 948 h 171375"/>
                <a:gd name="connsiteX1" fmla="*/ 61483 w 134424"/>
                <a:gd name="connsiteY1" fmla="*/ 948 h 171375"/>
                <a:gd name="connsiteX2" fmla="*/ 62227 w 134424"/>
                <a:gd name="connsiteY2" fmla="*/ 4669 h 171375"/>
                <a:gd name="connsiteX3" fmla="*/ 65204 w 134424"/>
                <a:gd name="connsiteY3" fmla="*/ 5413 h 171375"/>
                <a:gd name="connsiteX4" fmla="*/ 65204 w 134424"/>
                <a:gd name="connsiteY4" fmla="*/ 8389 h 171375"/>
                <a:gd name="connsiteX5" fmla="*/ 67436 w 134424"/>
                <a:gd name="connsiteY5" fmla="*/ 9134 h 171375"/>
                <a:gd name="connsiteX6" fmla="*/ 68180 w 134424"/>
                <a:gd name="connsiteY6" fmla="*/ 12110 h 171375"/>
                <a:gd name="connsiteX7" fmla="*/ 70413 w 134424"/>
                <a:gd name="connsiteY7" fmla="*/ 12854 h 171375"/>
                <a:gd name="connsiteX8" fmla="*/ 74878 w 134424"/>
                <a:gd name="connsiteY8" fmla="*/ 20296 h 171375"/>
                <a:gd name="connsiteX9" fmla="*/ 77110 w 134424"/>
                <a:gd name="connsiteY9" fmla="*/ 22528 h 171375"/>
                <a:gd name="connsiteX10" fmla="*/ 82319 w 134424"/>
                <a:gd name="connsiteY10" fmla="*/ 31458 h 171375"/>
                <a:gd name="connsiteX11" fmla="*/ 84552 w 134424"/>
                <a:gd name="connsiteY11" fmla="*/ 32202 h 171375"/>
                <a:gd name="connsiteX12" fmla="*/ 84552 w 134424"/>
                <a:gd name="connsiteY12" fmla="*/ 35178 h 171375"/>
                <a:gd name="connsiteX13" fmla="*/ 86784 w 134424"/>
                <a:gd name="connsiteY13" fmla="*/ 35178 h 171375"/>
                <a:gd name="connsiteX14" fmla="*/ 87389 w 134424"/>
                <a:gd name="connsiteY14" fmla="*/ 36713 h 171375"/>
                <a:gd name="connsiteX15" fmla="*/ 90226 w 134424"/>
                <a:gd name="connsiteY15" fmla="*/ 41225 h 171375"/>
                <a:gd name="connsiteX16" fmla="*/ 98690 w 134424"/>
                <a:gd name="connsiteY16" fmla="*/ 52294 h 171375"/>
                <a:gd name="connsiteX17" fmla="*/ 99731 w 134424"/>
                <a:gd name="connsiteY17" fmla="*/ 53759 h 171375"/>
                <a:gd name="connsiteX18" fmla="*/ 101667 w 134424"/>
                <a:gd name="connsiteY18" fmla="*/ 58247 h 171375"/>
                <a:gd name="connsiteX19" fmla="*/ 103899 w 134424"/>
                <a:gd name="connsiteY19" fmla="*/ 58991 h 171375"/>
                <a:gd name="connsiteX20" fmla="*/ 103899 w 134424"/>
                <a:gd name="connsiteY20" fmla="*/ 62712 h 171375"/>
                <a:gd name="connsiteX21" fmla="*/ 106132 w 134424"/>
                <a:gd name="connsiteY21" fmla="*/ 62712 h 171375"/>
                <a:gd name="connsiteX22" fmla="*/ 106876 w 134424"/>
                <a:gd name="connsiteY22" fmla="*/ 65688 h 171375"/>
                <a:gd name="connsiteX23" fmla="*/ 109108 w 134424"/>
                <a:gd name="connsiteY23" fmla="*/ 67921 h 171375"/>
                <a:gd name="connsiteX24" fmla="*/ 112364 w 134424"/>
                <a:gd name="connsiteY24" fmla="*/ 71874 h 171375"/>
                <a:gd name="connsiteX25" fmla="*/ 115526 w 134424"/>
                <a:gd name="connsiteY25" fmla="*/ 76106 h 171375"/>
                <a:gd name="connsiteX26" fmla="*/ 118038 w 134424"/>
                <a:gd name="connsiteY26" fmla="*/ 82059 h 171375"/>
                <a:gd name="connsiteX27" fmla="*/ 120270 w 134424"/>
                <a:gd name="connsiteY27" fmla="*/ 82803 h 171375"/>
                <a:gd name="connsiteX28" fmla="*/ 120270 w 134424"/>
                <a:gd name="connsiteY28" fmla="*/ 86524 h 171375"/>
                <a:gd name="connsiteX29" fmla="*/ 122503 w 134424"/>
                <a:gd name="connsiteY29" fmla="*/ 86524 h 171375"/>
                <a:gd name="connsiteX30" fmla="*/ 123247 w 134424"/>
                <a:gd name="connsiteY30" fmla="*/ 90245 h 171375"/>
                <a:gd name="connsiteX31" fmla="*/ 124735 w 134424"/>
                <a:gd name="connsiteY31" fmla="*/ 90245 h 171375"/>
                <a:gd name="connsiteX32" fmla="*/ 125061 w 134424"/>
                <a:gd name="connsiteY32" fmla="*/ 92105 h 171375"/>
                <a:gd name="connsiteX33" fmla="*/ 125479 w 134424"/>
                <a:gd name="connsiteY33" fmla="*/ 93966 h 171375"/>
                <a:gd name="connsiteX34" fmla="*/ 127712 w 134424"/>
                <a:gd name="connsiteY34" fmla="*/ 93966 h 171375"/>
                <a:gd name="connsiteX35" fmla="*/ 129200 w 134424"/>
                <a:gd name="connsiteY35" fmla="*/ 97686 h 171375"/>
                <a:gd name="connsiteX36" fmla="*/ 130688 w 134424"/>
                <a:gd name="connsiteY36" fmla="*/ 98430 h 171375"/>
                <a:gd name="connsiteX37" fmla="*/ 132177 w 134424"/>
                <a:gd name="connsiteY37" fmla="*/ 102895 h 171375"/>
                <a:gd name="connsiteX38" fmla="*/ 133665 w 134424"/>
                <a:gd name="connsiteY38" fmla="*/ 103639 h 171375"/>
                <a:gd name="connsiteX39" fmla="*/ 134409 w 134424"/>
                <a:gd name="connsiteY39" fmla="*/ 106616 h 171375"/>
                <a:gd name="connsiteX40" fmla="*/ 135897 w 134424"/>
                <a:gd name="connsiteY40" fmla="*/ 107360 h 171375"/>
                <a:gd name="connsiteX41" fmla="*/ 137386 w 134424"/>
                <a:gd name="connsiteY41" fmla="*/ 111081 h 171375"/>
                <a:gd name="connsiteX42" fmla="*/ 138874 w 134424"/>
                <a:gd name="connsiteY42" fmla="*/ 111825 h 171375"/>
                <a:gd name="connsiteX43" fmla="*/ 140362 w 134424"/>
                <a:gd name="connsiteY43" fmla="*/ 115546 h 171375"/>
                <a:gd name="connsiteX44" fmla="*/ 141850 w 134424"/>
                <a:gd name="connsiteY44" fmla="*/ 116290 h 171375"/>
                <a:gd name="connsiteX45" fmla="*/ 142176 w 134424"/>
                <a:gd name="connsiteY45" fmla="*/ 118522 h 171375"/>
                <a:gd name="connsiteX46" fmla="*/ 142595 w 134424"/>
                <a:gd name="connsiteY46" fmla="*/ 120755 h 171375"/>
                <a:gd name="connsiteX47" fmla="*/ 144827 w 134424"/>
                <a:gd name="connsiteY47" fmla="*/ 121499 h 171375"/>
                <a:gd name="connsiteX48" fmla="*/ 145152 w 134424"/>
                <a:gd name="connsiteY48" fmla="*/ 125964 h 171375"/>
                <a:gd name="connsiteX49" fmla="*/ 145196 w 134424"/>
                <a:gd name="connsiteY49" fmla="*/ 128429 h 171375"/>
                <a:gd name="connsiteX50" fmla="*/ 144827 w 134424"/>
                <a:gd name="connsiteY50" fmla="*/ 130428 h 171375"/>
                <a:gd name="connsiteX51" fmla="*/ 141850 w 134424"/>
                <a:gd name="connsiteY51" fmla="*/ 131173 h 171375"/>
                <a:gd name="connsiteX52" fmla="*/ 141850 w 134424"/>
                <a:gd name="connsiteY52" fmla="*/ 134149 h 171375"/>
                <a:gd name="connsiteX53" fmla="*/ 138874 w 134424"/>
                <a:gd name="connsiteY53" fmla="*/ 134893 h 171375"/>
                <a:gd name="connsiteX54" fmla="*/ 138176 w 134424"/>
                <a:gd name="connsiteY54" fmla="*/ 136428 h 171375"/>
                <a:gd name="connsiteX55" fmla="*/ 137386 w 134424"/>
                <a:gd name="connsiteY55" fmla="*/ 137870 h 171375"/>
                <a:gd name="connsiteX56" fmla="*/ 133665 w 134424"/>
                <a:gd name="connsiteY56" fmla="*/ 137870 h 171375"/>
                <a:gd name="connsiteX57" fmla="*/ 133665 w 134424"/>
                <a:gd name="connsiteY57" fmla="*/ 140846 h 171375"/>
                <a:gd name="connsiteX58" fmla="*/ 130688 w 134424"/>
                <a:gd name="connsiteY58" fmla="*/ 141591 h 171375"/>
                <a:gd name="connsiteX59" fmla="*/ 129991 w 134424"/>
                <a:gd name="connsiteY59" fmla="*/ 143125 h 171375"/>
                <a:gd name="connsiteX60" fmla="*/ 129200 w 134424"/>
                <a:gd name="connsiteY60" fmla="*/ 144567 h 171375"/>
                <a:gd name="connsiteX61" fmla="*/ 125479 w 134424"/>
                <a:gd name="connsiteY61" fmla="*/ 144567 h 171375"/>
                <a:gd name="connsiteX62" fmla="*/ 125479 w 134424"/>
                <a:gd name="connsiteY62" fmla="*/ 147544 h 171375"/>
                <a:gd name="connsiteX63" fmla="*/ 122503 w 134424"/>
                <a:gd name="connsiteY63" fmla="*/ 148288 h 171375"/>
                <a:gd name="connsiteX64" fmla="*/ 121805 w 134424"/>
                <a:gd name="connsiteY64" fmla="*/ 149823 h 171375"/>
                <a:gd name="connsiteX65" fmla="*/ 121014 w 134424"/>
                <a:gd name="connsiteY65" fmla="*/ 151264 h 171375"/>
                <a:gd name="connsiteX66" fmla="*/ 117294 w 134424"/>
                <a:gd name="connsiteY66" fmla="*/ 151264 h 171375"/>
                <a:gd name="connsiteX67" fmla="*/ 117294 w 134424"/>
                <a:gd name="connsiteY67" fmla="*/ 154241 h 171375"/>
                <a:gd name="connsiteX68" fmla="*/ 113573 w 134424"/>
                <a:gd name="connsiteY68" fmla="*/ 154985 h 171375"/>
                <a:gd name="connsiteX69" fmla="*/ 113573 w 134424"/>
                <a:gd name="connsiteY69" fmla="*/ 157962 h 171375"/>
                <a:gd name="connsiteX70" fmla="*/ 109852 w 134424"/>
                <a:gd name="connsiteY70" fmla="*/ 158706 h 171375"/>
                <a:gd name="connsiteX71" fmla="*/ 109108 w 134424"/>
                <a:gd name="connsiteY71" fmla="*/ 160938 h 171375"/>
                <a:gd name="connsiteX72" fmla="*/ 106132 w 134424"/>
                <a:gd name="connsiteY72" fmla="*/ 162426 h 171375"/>
                <a:gd name="connsiteX73" fmla="*/ 105387 w 134424"/>
                <a:gd name="connsiteY73" fmla="*/ 164659 h 171375"/>
                <a:gd name="connsiteX74" fmla="*/ 103527 w 134424"/>
                <a:gd name="connsiteY74" fmla="*/ 164984 h 171375"/>
                <a:gd name="connsiteX75" fmla="*/ 101667 w 134424"/>
                <a:gd name="connsiteY75" fmla="*/ 165403 h 171375"/>
                <a:gd name="connsiteX76" fmla="*/ 100923 w 134424"/>
                <a:gd name="connsiteY76" fmla="*/ 168380 h 171375"/>
                <a:gd name="connsiteX77" fmla="*/ 97946 w 134424"/>
                <a:gd name="connsiteY77" fmla="*/ 169124 h 171375"/>
                <a:gd name="connsiteX78" fmla="*/ 97693 w 134424"/>
                <a:gd name="connsiteY78" fmla="*/ 170624 h 171375"/>
                <a:gd name="connsiteX79" fmla="*/ 97202 w 134424"/>
                <a:gd name="connsiteY79" fmla="*/ 172100 h 171375"/>
                <a:gd name="connsiteX80" fmla="*/ 90505 w 134424"/>
                <a:gd name="connsiteY80" fmla="*/ 172100 h 171375"/>
                <a:gd name="connsiteX81" fmla="*/ 89761 w 134424"/>
                <a:gd name="connsiteY81" fmla="*/ 165403 h 171375"/>
                <a:gd name="connsiteX82" fmla="*/ 87528 w 134424"/>
                <a:gd name="connsiteY82" fmla="*/ 165403 h 171375"/>
                <a:gd name="connsiteX83" fmla="*/ 86040 w 134424"/>
                <a:gd name="connsiteY83" fmla="*/ 160938 h 171375"/>
                <a:gd name="connsiteX84" fmla="*/ 84552 w 134424"/>
                <a:gd name="connsiteY84" fmla="*/ 160194 h 171375"/>
                <a:gd name="connsiteX85" fmla="*/ 84226 w 134424"/>
                <a:gd name="connsiteY85" fmla="*/ 158008 h 171375"/>
                <a:gd name="connsiteX86" fmla="*/ 83807 w 134424"/>
                <a:gd name="connsiteY86" fmla="*/ 155729 h 171375"/>
                <a:gd name="connsiteX87" fmla="*/ 81575 w 134424"/>
                <a:gd name="connsiteY87" fmla="*/ 154241 h 171375"/>
                <a:gd name="connsiteX88" fmla="*/ 81575 w 134424"/>
                <a:gd name="connsiteY88" fmla="*/ 150520 h 171375"/>
                <a:gd name="connsiteX89" fmla="*/ 79343 w 134424"/>
                <a:gd name="connsiteY89" fmla="*/ 149776 h 171375"/>
                <a:gd name="connsiteX90" fmla="*/ 77854 w 134424"/>
                <a:gd name="connsiteY90" fmla="*/ 146055 h 171375"/>
                <a:gd name="connsiteX91" fmla="*/ 76366 w 134424"/>
                <a:gd name="connsiteY91" fmla="*/ 146055 h 171375"/>
                <a:gd name="connsiteX92" fmla="*/ 76087 w 134424"/>
                <a:gd name="connsiteY92" fmla="*/ 143497 h 171375"/>
                <a:gd name="connsiteX93" fmla="*/ 75622 w 134424"/>
                <a:gd name="connsiteY93" fmla="*/ 140846 h 171375"/>
                <a:gd name="connsiteX94" fmla="*/ 74134 w 134424"/>
                <a:gd name="connsiteY94" fmla="*/ 140102 h 171375"/>
                <a:gd name="connsiteX95" fmla="*/ 71901 w 134424"/>
                <a:gd name="connsiteY95" fmla="*/ 136382 h 171375"/>
                <a:gd name="connsiteX96" fmla="*/ 71017 w 134424"/>
                <a:gd name="connsiteY96" fmla="*/ 134800 h 171375"/>
                <a:gd name="connsiteX97" fmla="*/ 70413 w 134424"/>
                <a:gd name="connsiteY97" fmla="*/ 131173 h 171375"/>
                <a:gd name="connsiteX98" fmla="*/ 68180 w 134424"/>
                <a:gd name="connsiteY98" fmla="*/ 131173 h 171375"/>
                <a:gd name="connsiteX99" fmla="*/ 68180 w 134424"/>
                <a:gd name="connsiteY99" fmla="*/ 126708 h 171375"/>
                <a:gd name="connsiteX100" fmla="*/ 65948 w 134424"/>
                <a:gd name="connsiteY100" fmla="*/ 126708 h 171375"/>
                <a:gd name="connsiteX101" fmla="*/ 65204 w 134424"/>
                <a:gd name="connsiteY101" fmla="*/ 122987 h 171375"/>
                <a:gd name="connsiteX102" fmla="*/ 62971 w 134424"/>
                <a:gd name="connsiteY102" fmla="*/ 122243 h 171375"/>
                <a:gd name="connsiteX103" fmla="*/ 61483 w 134424"/>
                <a:gd name="connsiteY103" fmla="*/ 118522 h 171375"/>
                <a:gd name="connsiteX104" fmla="*/ 59995 w 134424"/>
                <a:gd name="connsiteY104" fmla="*/ 117778 h 171375"/>
                <a:gd name="connsiteX105" fmla="*/ 59251 w 134424"/>
                <a:gd name="connsiteY105" fmla="*/ 114057 h 171375"/>
                <a:gd name="connsiteX106" fmla="*/ 57762 w 134424"/>
                <a:gd name="connsiteY106" fmla="*/ 113313 h 171375"/>
                <a:gd name="connsiteX107" fmla="*/ 57437 w 134424"/>
                <a:gd name="connsiteY107" fmla="*/ 111453 h 171375"/>
                <a:gd name="connsiteX108" fmla="*/ 57018 w 134424"/>
                <a:gd name="connsiteY108" fmla="*/ 109593 h 171375"/>
                <a:gd name="connsiteX109" fmla="*/ 54786 w 134424"/>
                <a:gd name="connsiteY109" fmla="*/ 108848 h 171375"/>
                <a:gd name="connsiteX110" fmla="*/ 52553 w 134424"/>
                <a:gd name="connsiteY110" fmla="*/ 105128 h 171375"/>
                <a:gd name="connsiteX111" fmla="*/ 48833 w 134424"/>
                <a:gd name="connsiteY111" fmla="*/ 100663 h 171375"/>
                <a:gd name="connsiteX112" fmla="*/ 48089 w 134424"/>
                <a:gd name="connsiteY112" fmla="*/ 96942 h 171375"/>
                <a:gd name="connsiteX113" fmla="*/ 46600 w 134424"/>
                <a:gd name="connsiteY113" fmla="*/ 96198 h 171375"/>
                <a:gd name="connsiteX114" fmla="*/ 46275 w 134424"/>
                <a:gd name="connsiteY114" fmla="*/ 94756 h 171375"/>
                <a:gd name="connsiteX115" fmla="*/ 43624 w 134424"/>
                <a:gd name="connsiteY115" fmla="*/ 91733 h 171375"/>
                <a:gd name="connsiteX116" fmla="*/ 42880 w 134424"/>
                <a:gd name="connsiteY116" fmla="*/ 89501 h 171375"/>
                <a:gd name="connsiteX117" fmla="*/ 41391 w 134424"/>
                <a:gd name="connsiteY117" fmla="*/ 88757 h 171375"/>
                <a:gd name="connsiteX118" fmla="*/ 40647 w 134424"/>
                <a:gd name="connsiteY118" fmla="*/ 86478 h 171375"/>
                <a:gd name="connsiteX119" fmla="*/ 39903 w 134424"/>
                <a:gd name="connsiteY119" fmla="*/ 84292 h 171375"/>
                <a:gd name="connsiteX120" fmla="*/ 38415 w 134424"/>
                <a:gd name="connsiteY120" fmla="*/ 84292 h 171375"/>
                <a:gd name="connsiteX121" fmla="*/ 36927 w 134424"/>
                <a:gd name="connsiteY121" fmla="*/ 81315 h 171375"/>
                <a:gd name="connsiteX122" fmla="*/ 35438 w 134424"/>
                <a:gd name="connsiteY122" fmla="*/ 80571 h 171375"/>
                <a:gd name="connsiteX123" fmla="*/ 34694 w 134424"/>
                <a:gd name="connsiteY123" fmla="*/ 76850 h 171375"/>
                <a:gd name="connsiteX124" fmla="*/ 33206 w 134424"/>
                <a:gd name="connsiteY124" fmla="*/ 76106 h 171375"/>
                <a:gd name="connsiteX125" fmla="*/ 31718 w 134424"/>
                <a:gd name="connsiteY125" fmla="*/ 72385 h 171375"/>
                <a:gd name="connsiteX126" fmla="*/ 30229 w 134424"/>
                <a:gd name="connsiteY126" fmla="*/ 71641 h 171375"/>
                <a:gd name="connsiteX127" fmla="*/ 29485 w 134424"/>
                <a:gd name="connsiteY127" fmla="*/ 69409 h 171375"/>
                <a:gd name="connsiteX128" fmla="*/ 27253 w 134424"/>
                <a:gd name="connsiteY128" fmla="*/ 67177 h 171375"/>
                <a:gd name="connsiteX129" fmla="*/ 24183 w 134424"/>
                <a:gd name="connsiteY129" fmla="*/ 63084 h 171375"/>
                <a:gd name="connsiteX130" fmla="*/ 22596 w 134424"/>
                <a:gd name="connsiteY130" fmla="*/ 60921 h 171375"/>
                <a:gd name="connsiteX131" fmla="*/ 20555 w 134424"/>
                <a:gd name="connsiteY131" fmla="*/ 56759 h 171375"/>
                <a:gd name="connsiteX132" fmla="*/ 18323 w 134424"/>
                <a:gd name="connsiteY132" fmla="*/ 54991 h 171375"/>
                <a:gd name="connsiteX133" fmla="*/ 15346 w 134424"/>
                <a:gd name="connsiteY133" fmla="*/ 49317 h 171375"/>
                <a:gd name="connsiteX134" fmla="*/ 13858 w 134424"/>
                <a:gd name="connsiteY134" fmla="*/ 48573 h 171375"/>
                <a:gd name="connsiteX135" fmla="*/ 12370 w 134424"/>
                <a:gd name="connsiteY135" fmla="*/ 45596 h 171375"/>
                <a:gd name="connsiteX136" fmla="*/ 10882 w 134424"/>
                <a:gd name="connsiteY136" fmla="*/ 44852 h 171375"/>
                <a:gd name="connsiteX137" fmla="*/ 10882 w 134424"/>
                <a:gd name="connsiteY137" fmla="*/ 38899 h 171375"/>
                <a:gd name="connsiteX138" fmla="*/ 13858 w 134424"/>
                <a:gd name="connsiteY138" fmla="*/ 38899 h 171375"/>
                <a:gd name="connsiteX139" fmla="*/ 14184 w 134424"/>
                <a:gd name="connsiteY139" fmla="*/ 37085 h 171375"/>
                <a:gd name="connsiteX140" fmla="*/ 14602 w 134424"/>
                <a:gd name="connsiteY140" fmla="*/ 35178 h 171375"/>
                <a:gd name="connsiteX141" fmla="*/ 18323 w 134424"/>
                <a:gd name="connsiteY141" fmla="*/ 34434 h 171375"/>
                <a:gd name="connsiteX142" fmla="*/ 19067 w 134424"/>
                <a:gd name="connsiteY142" fmla="*/ 32202 h 171375"/>
                <a:gd name="connsiteX143" fmla="*/ 20928 w 134424"/>
                <a:gd name="connsiteY143" fmla="*/ 31876 h 171375"/>
                <a:gd name="connsiteX144" fmla="*/ 22788 w 134424"/>
                <a:gd name="connsiteY144" fmla="*/ 31458 h 171375"/>
                <a:gd name="connsiteX145" fmla="*/ 23532 w 134424"/>
                <a:gd name="connsiteY145" fmla="*/ 28481 h 171375"/>
                <a:gd name="connsiteX146" fmla="*/ 26509 w 134424"/>
                <a:gd name="connsiteY146" fmla="*/ 27737 h 171375"/>
                <a:gd name="connsiteX147" fmla="*/ 27253 w 134424"/>
                <a:gd name="connsiteY147" fmla="*/ 25505 h 171375"/>
                <a:gd name="connsiteX148" fmla="*/ 30973 w 134424"/>
                <a:gd name="connsiteY148" fmla="*/ 24016 h 171375"/>
                <a:gd name="connsiteX149" fmla="*/ 31718 w 134424"/>
                <a:gd name="connsiteY149" fmla="*/ 21784 h 171375"/>
                <a:gd name="connsiteX150" fmla="*/ 33578 w 134424"/>
                <a:gd name="connsiteY150" fmla="*/ 21458 h 171375"/>
                <a:gd name="connsiteX151" fmla="*/ 35438 w 134424"/>
                <a:gd name="connsiteY151" fmla="*/ 21040 h 171375"/>
                <a:gd name="connsiteX152" fmla="*/ 35764 w 134424"/>
                <a:gd name="connsiteY152" fmla="*/ 19552 h 171375"/>
                <a:gd name="connsiteX153" fmla="*/ 36182 w 134424"/>
                <a:gd name="connsiteY153" fmla="*/ 18063 h 171375"/>
                <a:gd name="connsiteX154" fmla="*/ 40647 w 134424"/>
                <a:gd name="connsiteY154" fmla="*/ 17319 h 171375"/>
                <a:gd name="connsiteX155" fmla="*/ 41391 w 134424"/>
                <a:gd name="connsiteY155" fmla="*/ 15087 h 171375"/>
                <a:gd name="connsiteX156" fmla="*/ 44368 w 134424"/>
                <a:gd name="connsiteY156" fmla="*/ 13598 h 171375"/>
                <a:gd name="connsiteX157" fmla="*/ 45112 w 134424"/>
                <a:gd name="connsiteY157" fmla="*/ 11366 h 171375"/>
                <a:gd name="connsiteX158" fmla="*/ 49577 w 134424"/>
                <a:gd name="connsiteY158" fmla="*/ 11366 h 171375"/>
                <a:gd name="connsiteX159" fmla="*/ 49577 w 134424"/>
                <a:gd name="connsiteY159" fmla="*/ 8389 h 171375"/>
                <a:gd name="connsiteX160" fmla="*/ 54042 w 134424"/>
                <a:gd name="connsiteY160" fmla="*/ 7645 h 171375"/>
                <a:gd name="connsiteX161" fmla="*/ 54042 w 134424"/>
                <a:gd name="connsiteY161" fmla="*/ 4669 h 171375"/>
                <a:gd name="connsiteX162" fmla="*/ 55856 w 134424"/>
                <a:gd name="connsiteY162" fmla="*/ 4901 h 171375"/>
                <a:gd name="connsiteX163" fmla="*/ 57762 w 134424"/>
                <a:gd name="connsiteY163" fmla="*/ 4669 h 171375"/>
                <a:gd name="connsiteX164" fmla="*/ 58507 w 134424"/>
                <a:gd name="connsiteY164" fmla="*/ 948 h 17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4424" h="171375">
                  <a:moveTo>
                    <a:pt x="58507" y="948"/>
                  </a:moveTo>
                  <a:cubicBezTo>
                    <a:pt x="59489" y="948"/>
                    <a:pt x="60471" y="948"/>
                    <a:pt x="61483" y="948"/>
                  </a:cubicBezTo>
                  <a:cubicBezTo>
                    <a:pt x="61737" y="2187"/>
                    <a:pt x="61985" y="3427"/>
                    <a:pt x="62227" y="4669"/>
                  </a:cubicBezTo>
                  <a:cubicBezTo>
                    <a:pt x="63214" y="4938"/>
                    <a:pt x="64206" y="5188"/>
                    <a:pt x="65204" y="5413"/>
                  </a:cubicBezTo>
                  <a:cubicBezTo>
                    <a:pt x="65204" y="6395"/>
                    <a:pt x="65204" y="7377"/>
                    <a:pt x="65204" y="8389"/>
                  </a:cubicBezTo>
                  <a:cubicBezTo>
                    <a:pt x="65941" y="8635"/>
                    <a:pt x="66677" y="8881"/>
                    <a:pt x="67436" y="9134"/>
                  </a:cubicBezTo>
                  <a:cubicBezTo>
                    <a:pt x="67684" y="10126"/>
                    <a:pt x="67932" y="11118"/>
                    <a:pt x="68180" y="12110"/>
                  </a:cubicBezTo>
                  <a:cubicBezTo>
                    <a:pt x="68917" y="12356"/>
                    <a:pt x="69654" y="12601"/>
                    <a:pt x="70413" y="12854"/>
                  </a:cubicBezTo>
                  <a:cubicBezTo>
                    <a:pt x="73111" y="15062"/>
                    <a:pt x="73836" y="17032"/>
                    <a:pt x="74878" y="20296"/>
                  </a:cubicBezTo>
                  <a:cubicBezTo>
                    <a:pt x="75899" y="21425"/>
                    <a:pt x="75899" y="21425"/>
                    <a:pt x="77110" y="22528"/>
                  </a:cubicBezTo>
                  <a:cubicBezTo>
                    <a:pt x="79862" y="25417"/>
                    <a:pt x="81724" y="27409"/>
                    <a:pt x="82319" y="31458"/>
                  </a:cubicBezTo>
                  <a:cubicBezTo>
                    <a:pt x="83424" y="31826"/>
                    <a:pt x="83424" y="31826"/>
                    <a:pt x="84552" y="32202"/>
                  </a:cubicBezTo>
                  <a:cubicBezTo>
                    <a:pt x="84552" y="33184"/>
                    <a:pt x="84552" y="34166"/>
                    <a:pt x="84552" y="35178"/>
                  </a:cubicBezTo>
                  <a:cubicBezTo>
                    <a:pt x="85288" y="35178"/>
                    <a:pt x="86025" y="35178"/>
                    <a:pt x="86784" y="35178"/>
                  </a:cubicBezTo>
                  <a:cubicBezTo>
                    <a:pt x="87083" y="35938"/>
                    <a:pt x="87083" y="35938"/>
                    <a:pt x="87389" y="36713"/>
                  </a:cubicBezTo>
                  <a:cubicBezTo>
                    <a:pt x="88204" y="38730"/>
                    <a:pt x="88818" y="39650"/>
                    <a:pt x="90226" y="41225"/>
                  </a:cubicBezTo>
                  <a:cubicBezTo>
                    <a:pt x="93333" y="44705"/>
                    <a:pt x="95997" y="48489"/>
                    <a:pt x="98690" y="52294"/>
                  </a:cubicBezTo>
                  <a:cubicBezTo>
                    <a:pt x="99205" y="53019"/>
                    <a:pt x="99205" y="53019"/>
                    <a:pt x="99731" y="53759"/>
                  </a:cubicBezTo>
                  <a:cubicBezTo>
                    <a:pt x="101667" y="56560"/>
                    <a:pt x="101667" y="56560"/>
                    <a:pt x="101667" y="58247"/>
                  </a:cubicBezTo>
                  <a:cubicBezTo>
                    <a:pt x="102772" y="58615"/>
                    <a:pt x="102772" y="58615"/>
                    <a:pt x="103899" y="58991"/>
                  </a:cubicBezTo>
                  <a:cubicBezTo>
                    <a:pt x="104039" y="60898"/>
                    <a:pt x="104039" y="60898"/>
                    <a:pt x="103899" y="62712"/>
                  </a:cubicBezTo>
                  <a:cubicBezTo>
                    <a:pt x="104636" y="62712"/>
                    <a:pt x="105373" y="62712"/>
                    <a:pt x="106132" y="62712"/>
                  </a:cubicBezTo>
                  <a:cubicBezTo>
                    <a:pt x="106404" y="63698"/>
                    <a:pt x="106648" y="64691"/>
                    <a:pt x="106876" y="65688"/>
                  </a:cubicBezTo>
                  <a:cubicBezTo>
                    <a:pt x="107883" y="66882"/>
                    <a:pt x="107883" y="66882"/>
                    <a:pt x="109108" y="67921"/>
                  </a:cubicBezTo>
                  <a:cubicBezTo>
                    <a:pt x="110486" y="69184"/>
                    <a:pt x="111401" y="70255"/>
                    <a:pt x="112364" y="71874"/>
                  </a:cubicBezTo>
                  <a:cubicBezTo>
                    <a:pt x="113572" y="74004"/>
                    <a:pt x="113572" y="74004"/>
                    <a:pt x="115526" y="76106"/>
                  </a:cubicBezTo>
                  <a:cubicBezTo>
                    <a:pt x="117289" y="78333"/>
                    <a:pt x="117577" y="79370"/>
                    <a:pt x="118038" y="82059"/>
                  </a:cubicBezTo>
                  <a:cubicBezTo>
                    <a:pt x="118775" y="82305"/>
                    <a:pt x="119511" y="82550"/>
                    <a:pt x="120270" y="82803"/>
                  </a:cubicBezTo>
                  <a:cubicBezTo>
                    <a:pt x="120410" y="84710"/>
                    <a:pt x="120410" y="84710"/>
                    <a:pt x="120270" y="86524"/>
                  </a:cubicBezTo>
                  <a:cubicBezTo>
                    <a:pt x="121007" y="86524"/>
                    <a:pt x="121744" y="86524"/>
                    <a:pt x="122503" y="86524"/>
                  </a:cubicBezTo>
                  <a:cubicBezTo>
                    <a:pt x="122780" y="87758"/>
                    <a:pt x="123029" y="88999"/>
                    <a:pt x="123247" y="90245"/>
                  </a:cubicBezTo>
                  <a:cubicBezTo>
                    <a:pt x="123738" y="90245"/>
                    <a:pt x="124229" y="90245"/>
                    <a:pt x="124735" y="90245"/>
                  </a:cubicBezTo>
                  <a:cubicBezTo>
                    <a:pt x="124896" y="91166"/>
                    <a:pt x="124896" y="91166"/>
                    <a:pt x="125061" y="92105"/>
                  </a:cubicBezTo>
                  <a:cubicBezTo>
                    <a:pt x="125199" y="92719"/>
                    <a:pt x="125337" y="93333"/>
                    <a:pt x="125479" y="93966"/>
                  </a:cubicBezTo>
                  <a:cubicBezTo>
                    <a:pt x="126216" y="93966"/>
                    <a:pt x="126953" y="93966"/>
                    <a:pt x="127712" y="93966"/>
                  </a:cubicBezTo>
                  <a:cubicBezTo>
                    <a:pt x="128245" y="95190"/>
                    <a:pt x="128741" y="96432"/>
                    <a:pt x="129200" y="97686"/>
                  </a:cubicBezTo>
                  <a:cubicBezTo>
                    <a:pt x="129691" y="97932"/>
                    <a:pt x="130182" y="98177"/>
                    <a:pt x="130688" y="98430"/>
                  </a:cubicBezTo>
                  <a:cubicBezTo>
                    <a:pt x="131184" y="99919"/>
                    <a:pt x="131680" y="101407"/>
                    <a:pt x="132177" y="102895"/>
                  </a:cubicBezTo>
                  <a:cubicBezTo>
                    <a:pt x="132668" y="103141"/>
                    <a:pt x="133159" y="103386"/>
                    <a:pt x="133665" y="103639"/>
                  </a:cubicBezTo>
                  <a:cubicBezTo>
                    <a:pt x="133913" y="104632"/>
                    <a:pt x="134161" y="105624"/>
                    <a:pt x="134409" y="106616"/>
                  </a:cubicBezTo>
                  <a:cubicBezTo>
                    <a:pt x="134900" y="106862"/>
                    <a:pt x="135391" y="107107"/>
                    <a:pt x="135897" y="107360"/>
                  </a:cubicBezTo>
                  <a:cubicBezTo>
                    <a:pt x="136393" y="108600"/>
                    <a:pt x="136889" y="109841"/>
                    <a:pt x="137386" y="111081"/>
                  </a:cubicBezTo>
                  <a:cubicBezTo>
                    <a:pt x="137877" y="111326"/>
                    <a:pt x="138368" y="111572"/>
                    <a:pt x="138874" y="111825"/>
                  </a:cubicBezTo>
                  <a:cubicBezTo>
                    <a:pt x="139370" y="113065"/>
                    <a:pt x="139866" y="114305"/>
                    <a:pt x="140362" y="115546"/>
                  </a:cubicBezTo>
                  <a:cubicBezTo>
                    <a:pt x="140853" y="115791"/>
                    <a:pt x="141344" y="116037"/>
                    <a:pt x="141850" y="116290"/>
                  </a:cubicBezTo>
                  <a:cubicBezTo>
                    <a:pt x="141958" y="117026"/>
                    <a:pt x="142065" y="117763"/>
                    <a:pt x="142176" y="118522"/>
                  </a:cubicBezTo>
                  <a:cubicBezTo>
                    <a:pt x="142314" y="119259"/>
                    <a:pt x="142452" y="119996"/>
                    <a:pt x="142595" y="120755"/>
                  </a:cubicBezTo>
                  <a:cubicBezTo>
                    <a:pt x="143331" y="121000"/>
                    <a:pt x="144068" y="121246"/>
                    <a:pt x="144827" y="121499"/>
                  </a:cubicBezTo>
                  <a:cubicBezTo>
                    <a:pt x="145150" y="123499"/>
                    <a:pt x="145150" y="123499"/>
                    <a:pt x="145152" y="125964"/>
                  </a:cubicBezTo>
                  <a:cubicBezTo>
                    <a:pt x="145167" y="126777"/>
                    <a:pt x="145181" y="127590"/>
                    <a:pt x="145196" y="128429"/>
                  </a:cubicBezTo>
                  <a:cubicBezTo>
                    <a:pt x="145074" y="129089"/>
                    <a:pt x="144952" y="129748"/>
                    <a:pt x="144827" y="130428"/>
                  </a:cubicBezTo>
                  <a:cubicBezTo>
                    <a:pt x="143318" y="130894"/>
                    <a:pt x="143318" y="130894"/>
                    <a:pt x="141850" y="131173"/>
                  </a:cubicBezTo>
                  <a:cubicBezTo>
                    <a:pt x="141850" y="132155"/>
                    <a:pt x="141850" y="133137"/>
                    <a:pt x="141850" y="134149"/>
                  </a:cubicBezTo>
                  <a:cubicBezTo>
                    <a:pt x="140862" y="134413"/>
                    <a:pt x="139869" y="134659"/>
                    <a:pt x="138874" y="134893"/>
                  </a:cubicBezTo>
                  <a:cubicBezTo>
                    <a:pt x="138644" y="135400"/>
                    <a:pt x="138413" y="135906"/>
                    <a:pt x="138176" y="136428"/>
                  </a:cubicBezTo>
                  <a:cubicBezTo>
                    <a:pt x="137915" y="136904"/>
                    <a:pt x="137654" y="137380"/>
                    <a:pt x="137386" y="137870"/>
                  </a:cubicBezTo>
                  <a:cubicBezTo>
                    <a:pt x="135432" y="138056"/>
                    <a:pt x="135432" y="138056"/>
                    <a:pt x="133665" y="137870"/>
                  </a:cubicBezTo>
                  <a:cubicBezTo>
                    <a:pt x="133665" y="138852"/>
                    <a:pt x="133665" y="139834"/>
                    <a:pt x="133665" y="140846"/>
                  </a:cubicBezTo>
                  <a:cubicBezTo>
                    <a:pt x="132677" y="141110"/>
                    <a:pt x="131684" y="141356"/>
                    <a:pt x="130688" y="141591"/>
                  </a:cubicBezTo>
                  <a:cubicBezTo>
                    <a:pt x="130458" y="142097"/>
                    <a:pt x="130228" y="142604"/>
                    <a:pt x="129991" y="143125"/>
                  </a:cubicBezTo>
                  <a:cubicBezTo>
                    <a:pt x="129730" y="143601"/>
                    <a:pt x="129469" y="144077"/>
                    <a:pt x="129200" y="144567"/>
                  </a:cubicBezTo>
                  <a:cubicBezTo>
                    <a:pt x="127247" y="144753"/>
                    <a:pt x="127247" y="144753"/>
                    <a:pt x="125479" y="144567"/>
                  </a:cubicBezTo>
                  <a:cubicBezTo>
                    <a:pt x="125479" y="145549"/>
                    <a:pt x="125479" y="146532"/>
                    <a:pt x="125479" y="147544"/>
                  </a:cubicBezTo>
                  <a:cubicBezTo>
                    <a:pt x="124491" y="147807"/>
                    <a:pt x="123498" y="148054"/>
                    <a:pt x="122503" y="148288"/>
                  </a:cubicBezTo>
                  <a:cubicBezTo>
                    <a:pt x="122272" y="148794"/>
                    <a:pt x="122042" y="149301"/>
                    <a:pt x="121805" y="149823"/>
                  </a:cubicBezTo>
                  <a:cubicBezTo>
                    <a:pt x="121544" y="150298"/>
                    <a:pt x="121283" y="150774"/>
                    <a:pt x="121014" y="151264"/>
                  </a:cubicBezTo>
                  <a:cubicBezTo>
                    <a:pt x="119061" y="151450"/>
                    <a:pt x="119061" y="151450"/>
                    <a:pt x="117294" y="151264"/>
                  </a:cubicBezTo>
                  <a:cubicBezTo>
                    <a:pt x="117294" y="152247"/>
                    <a:pt x="117294" y="153229"/>
                    <a:pt x="117294" y="154241"/>
                  </a:cubicBezTo>
                  <a:cubicBezTo>
                    <a:pt x="116053" y="154489"/>
                    <a:pt x="114813" y="154737"/>
                    <a:pt x="113573" y="154985"/>
                  </a:cubicBezTo>
                  <a:cubicBezTo>
                    <a:pt x="113573" y="155967"/>
                    <a:pt x="113573" y="156950"/>
                    <a:pt x="113573" y="157962"/>
                  </a:cubicBezTo>
                  <a:cubicBezTo>
                    <a:pt x="112341" y="158246"/>
                    <a:pt x="111099" y="158493"/>
                    <a:pt x="109852" y="158706"/>
                  </a:cubicBezTo>
                  <a:cubicBezTo>
                    <a:pt x="109607" y="159442"/>
                    <a:pt x="109361" y="160179"/>
                    <a:pt x="109108" y="160938"/>
                  </a:cubicBezTo>
                  <a:cubicBezTo>
                    <a:pt x="108116" y="161434"/>
                    <a:pt x="107124" y="161930"/>
                    <a:pt x="106132" y="162426"/>
                  </a:cubicBezTo>
                  <a:cubicBezTo>
                    <a:pt x="105886" y="163163"/>
                    <a:pt x="105640" y="163900"/>
                    <a:pt x="105387" y="164659"/>
                  </a:cubicBezTo>
                  <a:cubicBezTo>
                    <a:pt x="104467" y="164820"/>
                    <a:pt x="104467" y="164820"/>
                    <a:pt x="103527" y="164984"/>
                  </a:cubicBezTo>
                  <a:cubicBezTo>
                    <a:pt x="102913" y="165123"/>
                    <a:pt x="102299" y="165261"/>
                    <a:pt x="101667" y="165403"/>
                  </a:cubicBezTo>
                  <a:cubicBezTo>
                    <a:pt x="101390" y="166388"/>
                    <a:pt x="101141" y="167381"/>
                    <a:pt x="100923" y="168380"/>
                  </a:cubicBezTo>
                  <a:cubicBezTo>
                    <a:pt x="99930" y="168628"/>
                    <a:pt x="98938" y="168876"/>
                    <a:pt x="97946" y="169124"/>
                  </a:cubicBezTo>
                  <a:cubicBezTo>
                    <a:pt x="97863" y="169619"/>
                    <a:pt x="97779" y="170114"/>
                    <a:pt x="97693" y="170624"/>
                  </a:cubicBezTo>
                  <a:cubicBezTo>
                    <a:pt x="97450" y="171355"/>
                    <a:pt x="97450" y="171355"/>
                    <a:pt x="97202" y="172100"/>
                  </a:cubicBezTo>
                  <a:cubicBezTo>
                    <a:pt x="94937" y="172528"/>
                    <a:pt x="92821" y="172231"/>
                    <a:pt x="90505" y="172100"/>
                  </a:cubicBezTo>
                  <a:cubicBezTo>
                    <a:pt x="90136" y="168785"/>
                    <a:pt x="90136" y="168785"/>
                    <a:pt x="89761" y="165403"/>
                  </a:cubicBezTo>
                  <a:cubicBezTo>
                    <a:pt x="89024" y="165403"/>
                    <a:pt x="88287" y="165403"/>
                    <a:pt x="87528" y="165403"/>
                  </a:cubicBezTo>
                  <a:cubicBezTo>
                    <a:pt x="86994" y="163928"/>
                    <a:pt x="86499" y="162438"/>
                    <a:pt x="86040" y="160938"/>
                  </a:cubicBezTo>
                  <a:cubicBezTo>
                    <a:pt x="85549" y="160693"/>
                    <a:pt x="85058" y="160447"/>
                    <a:pt x="84552" y="160194"/>
                  </a:cubicBezTo>
                  <a:cubicBezTo>
                    <a:pt x="84444" y="159473"/>
                    <a:pt x="84337" y="158751"/>
                    <a:pt x="84226" y="158008"/>
                  </a:cubicBezTo>
                  <a:cubicBezTo>
                    <a:pt x="84088" y="157256"/>
                    <a:pt x="83950" y="156504"/>
                    <a:pt x="83807" y="155729"/>
                  </a:cubicBezTo>
                  <a:cubicBezTo>
                    <a:pt x="82702" y="154993"/>
                    <a:pt x="82702" y="154993"/>
                    <a:pt x="81575" y="154241"/>
                  </a:cubicBezTo>
                  <a:cubicBezTo>
                    <a:pt x="81575" y="153001"/>
                    <a:pt x="81575" y="151760"/>
                    <a:pt x="81575" y="150520"/>
                  </a:cubicBezTo>
                  <a:cubicBezTo>
                    <a:pt x="80838" y="150275"/>
                    <a:pt x="80102" y="150029"/>
                    <a:pt x="79343" y="149776"/>
                  </a:cubicBezTo>
                  <a:cubicBezTo>
                    <a:pt x="78831" y="148542"/>
                    <a:pt x="78334" y="147302"/>
                    <a:pt x="77854" y="146055"/>
                  </a:cubicBezTo>
                  <a:cubicBezTo>
                    <a:pt x="77363" y="146055"/>
                    <a:pt x="76872" y="146055"/>
                    <a:pt x="76366" y="146055"/>
                  </a:cubicBezTo>
                  <a:cubicBezTo>
                    <a:pt x="76274" y="145211"/>
                    <a:pt x="76182" y="144367"/>
                    <a:pt x="76087" y="143497"/>
                  </a:cubicBezTo>
                  <a:cubicBezTo>
                    <a:pt x="75857" y="142185"/>
                    <a:pt x="75857" y="142185"/>
                    <a:pt x="75622" y="140846"/>
                  </a:cubicBezTo>
                  <a:cubicBezTo>
                    <a:pt x="75131" y="140601"/>
                    <a:pt x="74640" y="140355"/>
                    <a:pt x="74134" y="140102"/>
                  </a:cubicBezTo>
                  <a:cubicBezTo>
                    <a:pt x="73346" y="138889"/>
                    <a:pt x="72606" y="137645"/>
                    <a:pt x="71901" y="136382"/>
                  </a:cubicBezTo>
                  <a:cubicBezTo>
                    <a:pt x="71610" y="135860"/>
                    <a:pt x="71318" y="135338"/>
                    <a:pt x="71017" y="134800"/>
                  </a:cubicBezTo>
                  <a:cubicBezTo>
                    <a:pt x="70413" y="133405"/>
                    <a:pt x="70413" y="133405"/>
                    <a:pt x="70413" y="131173"/>
                  </a:cubicBezTo>
                  <a:cubicBezTo>
                    <a:pt x="69676" y="131173"/>
                    <a:pt x="68939" y="131173"/>
                    <a:pt x="68180" y="131173"/>
                  </a:cubicBezTo>
                  <a:cubicBezTo>
                    <a:pt x="68180" y="129699"/>
                    <a:pt x="68180" y="128226"/>
                    <a:pt x="68180" y="126708"/>
                  </a:cubicBezTo>
                  <a:cubicBezTo>
                    <a:pt x="67444" y="126708"/>
                    <a:pt x="66707" y="126708"/>
                    <a:pt x="65948" y="126708"/>
                  </a:cubicBezTo>
                  <a:cubicBezTo>
                    <a:pt x="65694" y="125469"/>
                    <a:pt x="65446" y="124228"/>
                    <a:pt x="65204" y="122987"/>
                  </a:cubicBezTo>
                  <a:cubicBezTo>
                    <a:pt x="64467" y="122741"/>
                    <a:pt x="63730" y="122496"/>
                    <a:pt x="62971" y="122243"/>
                  </a:cubicBezTo>
                  <a:cubicBezTo>
                    <a:pt x="62449" y="121014"/>
                    <a:pt x="61952" y="119773"/>
                    <a:pt x="61483" y="118522"/>
                  </a:cubicBezTo>
                  <a:cubicBezTo>
                    <a:pt x="60992" y="118277"/>
                    <a:pt x="60501" y="118031"/>
                    <a:pt x="59995" y="117778"/>
                  </a:cubicBezTo>
                  <a:cubicBezTo>
                    <a:pt x="59747" y="116538"/>
                    <a:pt x="59499" y="115298"/>
                    <a:pt x="59251" y="114057"/>
                  </a:cubicBezTo>
                  <a:cubicBezTo>
                    <a:pt x="58760" y="113812"/>
                    <a:pt x="58268" y="113566"/>
                    <a:pt x="57762" y="113313"/>
                  </a:cubicBezTo>
                  <a:cubicBezTo>
                    <a:pt x="57655" y="112699"/>
                    <a:pt x="57548" y="112085"/>
                    <a:pt x="57437" y="111453"/>
                  </a:cubicBezTo>
                  <a:cubicBezTo>
                    <a:pt x="57299" y="110839"/>
                    <a:pt x="57161" y="110225"/>
                    <a:pt x="57018" y="109593"/>
                  </a:cubicBezTo>
                  <a:cubicBezTo>
                    <a:pt x="56282" y="109347"/>
                    <a:pt x="55545" y="109101"/>
                    <a:pt x="54786" y="108848"/>
                  </a:cubicBezTo>
                  <a:cubicBezTo>
                    <a:pt x="53670" y="107174"/>
                    <a:pt x="53670" y="107174"/>
                    <a:pt x="52553" y="105128"/>
                  </a:cubicBezTo>
                  <a:cubicBezTo>
                    <a:pt x="51162" y="102412"/>
                    <a:pt x="51162" y="102412"/>
                    <a:pt x="48833" y="100663"/>
                  </a:cubicBezTo>
                  <a:cubicBezTo>
                    <a:pt x="48585" y="99423"/>
                    <a:pt x="48337" y="98182"/>
                    <a:pt x="48089" y="96942"/>
                  </a:cubicBezTo>
                  <a:cubicBezTo>
                    <a:pt x="47598" y="96697"/>
                    <a:pt x="47106" y="96451"/>
                    <a:pt x="46600" y="96198"/>
                  </a:cubicBezTo>
                  <a:cubicBezTo>
                    <a:pt x="46493" y="95722"/>
                    <a:pt x="46385" y="95246"/>
                    <a:pt x="46275" y="94756"/>
                  </a:cubicBezTo>
                  <a:cubicBezTo>
                    <a:pt x="45959" y="92937"/>
                    <a:pt x="45959" y="92937"/>
                    <a:pt x="43624" y="91733"/>
                  </a:cubicBezTo>
                  <a:cubicBezTo>
                    <a:pt x="43378" y="90996"/>
                    <a:pt x="43133" y="90260"/>
                    <a:pt x="42880" y="89501"/>
                  </a:cubicBezTo>
                  <a:cubicBezTo>
                    <a:pt x="42143" y="89132"/>
                    <a:pt x="42143" y="89132"/>
                    <a:pt x="41391" y="88757"/>
                  </a:cubicBezTo>
                  <a:cubicBezTo>
                    <a:pt x="41146" y="88005"/>
                    <a:pt x="40900" y="87252"/>
                    <a:pt x="40647" y="86478"/>
                  </a:cubicBezTo>
                  <a:cubicBezTo>
                    <a:pt x="40279" y="85396"/>
                    <a:pt x="40279" y="85396"/>
                    <a:pt x="39903" y="84292"/>
                  </a:cubicBezTo>
                  <a:cubicBezTo>
                    <a:pt x="39412" y="84292"/>
                    <a:pt x="38921" y="84292"/>
                    <a:pt x="38415" y="84292"/>
                  </a:cubicBezTo>
                  <a:cubicBezTo>
                    <a:pt x="37906" y="83306"/>
                    <a:pt x="37410" y="82313"/>
                    <a:pt x="36927" y="81315"/>
                  </a:cubicBezTo>
                  <a:cubicBezTo>
                    <a:pt x="36190" y="80947"/>
                    <a:pt x="36190" y="80947"/>
                    <a:pt x="35438" y="80571"/>
                  </a:cubicBezTo>
                  <a:cubicBezTo>
                    <a:pt x="35190" y="79331"/>
                    <a:pt x="34942" y="78091"/>
                    <a:pt x="34694" y="76850"/>
                  </a:cubicBezTo>
                  <a:cubicBezTo>
                    <a:pt x="34203" y="76605"/>
                    <a:pt x="33712" y="76359"/>
                    <a:pt x="33206" y="76106"/>
                  </a:cubicBezTo>
                  <a:cubicBezTo>
                    <a:pt x="32462" y="74246"/>
                    <a:pt x="32462" y="74246"/>
                    <a:pt x="31718" y="72385"/>
                  </a:cubicBezTo>
                  <a:cubicBezTo>
                    <a:pt x="31226" y="72140"/>
                    <a:pt x="30735" y="71894"/>
                    <a:pt x="30229" y="71641"/>
                  </a:cubicBezTo>
                  <a:cubicBezTo>
                    <a:pt x="29984" y="70905"/>
                    <a:pt x="29738" y="70168"/>
                    <a:pt x="29485" y="69409"/>
                  </a:cubicBezTo>
                  <a:cubicBezTo>
                    <a:pt x="28752" y="68654"/>
                    <a:pt x="28005" y="67912"/>
                    <a:pt x="27253" y="67177"/>
                  </a:cubicBezTo>
                  <a:cubicBezTo>
                    <a:pt x="26209" y="65828"/>
                    <a:pt x="25187" y="64462"/>
                    <a:pt x="24183" y="63084"/>
                  </a:cubicBezTo>
                  <a:cubicBezTo>
                    <a:pt x="23659" y="62370"/>
                    <a:pt x="23136" y="61656"/>
                    <a:pt x="22596" y="60921"/>
                  </a:cubicBezTo>
                  <a:cubicBezTo>
                    <a:pt x="21300" y="58991"/>
                    <a:pt x="21300" y="58991"/>
                    <a:pt x="20555" y="56759"/>
                  </a:cubicBezTo>
                  <a:cubicBezTo>
                    <a:pt x="19819" y="56175"/>
                    <a:pt x="19082" y="55592"/>
                    <a:pt x="18323" y="54991"/>
                  </a:cubicBezTo>
                  <a:cubicBezTo>
                    <a:pt x="15952" y="52916"/>
                    <a:pt x="15678" y="52305"/>
                    <a:pt x="15346" y="49317"/>
                  </a:cubicBezTo>
                  <a:cubicBezTo>
                    <a:pt x="14855" y="49072"/>
                    <a:pt x="14364" y="48826"/>
                    <a:pt x="13858" y="48573"/>
                  </a:cubicBezTo>
                  <a:cubicBezTo>
                    <a:pt x="13362" y="47581"/>
                    <a:pt x="12866" y="46589"/>
                    <a:pt x="12370" y="45596"/>
                  </a:cubicBezTo>
                  <a:cubicBezTo>
                    <a:pt x="11879" y="45351"/>
                    <a:pt x="11388" y="45105"/>
                    <a:pt x="10882" y="44852"/>
                  </a:cubicBezTo>
                  <a:cubicBezTo>
                    <a:pt x="10671" y="42857"/>
                    <a:pt x="10818" y="40910"/>
                    <a:pt x="10882" y="38899"/>
                  </a:cubicBezTo>
                  <a:cubicBezTo>
                    <a:pt x="11864" y="38899"/>
                    <a:pt x="12846" y="38899"/>
                    <a:pt x="13858" y="38899"/>
                  </a:cubicBezTo>
                  <a:cubicBezTo>
                    <a:pt x="13966" y="38301"/>
                    <a:pt x="14073" y="37702"/>
                    <a:pt x="14184" y="37085"/>
                  </a:cubicBezTo>
                  <a:cubicBezTo>
                    <a:pt x="14322" y="36456"/>
                    <a:pt x="14460" y="35827"/>
                    <a:pt x="14602" y="35178"/>
                  </a:cubicBezTo>
                  <a:cubicBezTo>
                    <a:pt x="16463" y="34713"/>
                    <a:pt x="16463" y="34713"/>
                    <a:pt x="18323" y="34434"/>
                  </a:cubicBezTo>
                  <a:cubicBezTo>
                    <a:pt x="18569" y="33698"/>
                    <a:pt x="18814" y="32961"/>
                    <a:pt x="19067" y="32202"/>
                  </a:cubicBezTo>
                  <a:cubicBezTo>
                    <a:pt x="19681" y="32094"/>
                    <a:pt x="20295" y="31987"/>
                    <a:pt x="20928" y="31876"/>
                  </a:cubicBezTo>
                  <a:cubicBezTo>
                    <a:pt x="21541" y="31738"/>
                    <a:pt x="22155" y="31600"/>
                    <a:pt x="22788" y="31458"/>
                  </a:cubicBezTo>
                  <a:cubicBezTo>
                    <a:pt x="23065" y="30473"/>
                    <a:pt x="23313" y="29480"/>
                    <a:pt x="23532" y="28481"/>
                  </a:cubicBezTo>
                  <a:cubicBezTo>
                    <a:pt x="24517" y="28204"/>
                    <a:pt x="25509" y="27956"/>
                    <a:pt x="26509" y="27737"/>
                  </a:cubicBezTo>
                  <a:cubicBezTo>
                    <a:pt x="26754" y="27000"/>
                    <a:pt x="27000" y="26264"/>
                    <a:pt x="27253" y="25505"/>
                  </a:cubicBezTo>
                  <a:cubicBezTo>
                    <a:pt x="28493" y="25009"/>
                    <a:pt x="29733" y="24512"/>
                    <a:pt x="30973" y="24016"/>
                  </a:cubicBezTo>
                  <a:cubicBezTo>
                    <a:pt x="31219" y="23280"/>
                    <a:pt x="31465" y="22543"/>
                    <a:pt x="31718" y="21784"/>
                  </a:cubicBezTo>
                  <a:cubicBezTo>
                    <a:pt x="32331" y="21676"/>
                    <a:pt x="32945" y="21569"/>
                    <a:pt x="33578" y="21458"/>
                  </a:cubicBezTo>
                  <a:cubicBezTo>
                    <a:pt x="34192" y="21320"/>
                    <a:pt x="34806" y="21182"/>
                    <a:pt x="35438" y="21040"/>
                  </a:cubicBezTo>
                  <a:cubicBezTo>
                    <a:pt x="35546" y="20549"/>
                    <a:pt x="35653" y="20058"/>
                    <a:pt x="35764" y="19552"/>
                  </a:cubicBezTo>
                  <a:cubicBezTo>
                    <a:pt x="35971" y="18815"/>
                    <a:pt x="35971" y="18815"/>
                    <a:pt x="36182" y="18063"/>
                  </a:cubicBezTo>
                  <a:cubicBezTo>
                    <a:pt x="37665" y="17785"/>
                    <a:pt x="39154" y="17537"/>
                    <a:pt x="40647" y="17319"/>
                  </a:cubicBezTo>
                  <a:cubicBezTo>
                    <a:pt x="41016" y="16214"/>
                    <a:pt x="41016" y="16214"/>
                    <a:pt x="41391" y="15087"/>
                  </a:cubicBezTo>
                  <a:cubicBezTo>
                    <a:pt x="42384" y="14591"/>
                    <a:pt x="43376" y="14094"/>
                    <a:pt x="44368" y="13598"/>
                  </a:cubicBezTo>
                  <a:cubicBezTo>
                    <a:pt x="44736" y="12493"/>
                    <a:pt x="44736" y="12493"/>
                    <a:pt x="45112" y="11366"/>
                  </a:cubicBezTo>
                  <a:cubicBezTo>
                    <a:pt x="47391" y="11226"/>
                    <a:pt x="47391" y="11226"/>
                    <a:pt x="49577" y="11366"/>
                  </a:cubicBezTo>
                  <a:cubicBezTo>
                    <a:pt x="49577" y="10384"/>
                    <a:pt x="49577" y="9401"/>
                    <a:pt x="49577" y="8389"/>
                  </a:cubicBezTo>
                  <a:cubicBezTo>
                    <a:pt x="51050" y="8144"/>
                    <a:pt x="52524" y="7898"/>
                    <a:pt x="54042" y="7645"/>
                  </a:cubicBezTo>
                  <a:cubicBezTo>
                    <a:pt x="54042" y="6663"/>
                    <a:pt x="54042" y="5681"/>
                    <a:pt x="54042" y="4669"/>
                  </a:cubicBezTo>
                  <a:cubicBezTo>
                    <a:pt x="54640" y="4745"/>
                    <a:pt x="55239" y="4822"/>
                    <a:pt x="55856" y="4901"/>
                  </a:cubicBezTo>
                  <a:cubicBezTo>
                    <a:pt x="56485" y="4825"/>
                    <a:pt x="57114" y="4748"/>
                    <a:pt x="57762" y="4669"/>
                  </a:cubicBezTo>
                  <a:cubicBezTo>
                    <a:pt x="58040" y="3435"/>
                    <a:pt x="58289" y="2194"/>
                    <a:pt x="58507" y="948"/>
                  </a:cubicBezTo>
                  <a:close/>
                </a:path>
              </a:pathLst>
            </a:custGeom>
            <a:grpFill/>
            <a:ln w="744" cap="flat">
              <a:noFill/>
              <a:prstDash val="solid"/>
              <a:miter/>
            </a:ln>
          </p:spPr>
          <p:txBody>
            <a:bodyPr rtlCol="0" anchor="ctr"/>
            <a:lstStyle/>
            <a:p>
              <a:endParaRPr lang="zh-CN" altLang="en-US"/>
            </a:p>
          </p:txBody>
        </p:sp>
        <p:sp>
          <p:nvSpPr>
            <p:cNvPr id="201" name="任意多边形: 形状 200"/>
            <p:cNvSpPr/>
            <p:nvPr/>
          </p:nvSpPr>
          <p:spPr>
            <a:xfrm>
              <a:off x="7330830" y="982731"/>
              <a:ext cx="139758" cy="167654"/>
            </a:xfrm>
            <a:custGeom>
              <a:avLst/>
              <a:gdLst>
                <a:gd name="connsiteX0" fmla="*/ 90501 w 139759"/>
                <a:gd name="connsiteY0" fmla="*/ 1171 h 167649"/>
                <a:gd name="connsiteX1" fmla="*/ 94919 w 139759"/>
                <a:gd name="connsiteY1" fmla="*/ 1031 h 167649"/>
                <a:gd name="connsiteX2" fmla="*/ 97405 w 139759"/>
                <a:gd name="connsiteY2" fmla="*/ 953 h 167649"/>
                <a:gd name="connsiteX3" fmla="*/ 99431 w 139759"/>
                <a:gd name="connsiteY3" fmla="*/ 1171 h 167649"/>
                <a:gd name="connsiteX4" fmla="*/ 100175 w 139759"/>
                <a:gd name="connsiteY4" fmla="*/ 3403 h 167649"/>
                <a:gd name="connsiteX5" fmla="*/ 106872 w 139759"/>
                <a:gd name="connsiteY5" fmla="*/ 4148 h 167649"/>
                <a:gd name="connsiteX6" fmla="*/ 106872 w 139759"/>
                <a:gd name="connsiteY6" fmla="*/ 7124 h 167649"/>
                <a:gd name="connsiteX7" fmla="*/ 108474 w 139759"/>
                <a:gd name="connsiteY7" fmla="*/ 7208 h 167649"/>
                <a:gd name="connsiteX8" fmla="*/ 110546 w 139759"/>
                <a:gd name="connsiteY8" fmla="*/ 7357 h 167649"/>
                <a:gd name="connsiteX9" fmla="*/ 112613 w 139759"/>
                <a:gd name="connsiteY9" fmla="*/ 7487 h 167649"/>
                <a:gd name="connsiteX10" fmla="*/ 114314 w 139759"/>
                <a:gd name="connsiteY10" fmla="*/ 7868 h 167649"/>
                <a:gd name="connsiteX11" fmla="*/ 115058 w 139759"/>
                <a:gd name="connsiteY11" fmla="*/ 10101 h 167649"/>
                <a:gd name="connsiteX12" fmla="*/ 118406 w 139759"/>
                <a:gd name="connsiteY12" fmla="*/ 10845 h 167649"/>
                <a:gd name="connsiteX13" fmla="*/ 121755 w 139759"/>
                <a:gd name="connsiteY13" fmla="*/ 11589 h 167649"/>
                <a:gd name="connsiteX14" fmla="*/ 122499 w 139759"/>
                <a:gd name="connsiteY14" fmla="*/ 13821 h 167649"/>
                <a:gd name="connsiteX15" fmla="*/ 125894 w 139759"/>
                <a:gd name="connsiteY15" fmla="*/ 14333 h 167649"/>
                <a:gd name="connsiteX16" fmla="*/ 127758 w 139759"/>
                <a:gd name="connsiteY16" fmla="*/ 14481 h 167649"/>
                <a:gd name="connsiteX17" fmla="*/ 129196 w 139759"/>
                <a:gd name="connsiteY17" fmla="*/ 14566 h 167649"/>
                <a:gd name="connsiteX18" fmla="*/ 129196 w 139759"/>
                <a:gd name="connsiteY18" fmla="*/ 16798 h 167649"/>
                <a:gd name="connsiteX19" fmla="*/ 132499 w 139759"/>
                <a:gd name="connsiteY19" fmla="*/ 17542 h 167649"/>
                <a:gd name="connsiteX20" fmla="*/ 135894 w 139759"/>
                <a:gd name="connsiteY20" fmla="*/ 18286 h 167649"/>
                <a:gd name="connsiteX21" fmla="*/ 136638 w 139759"/>
                <a:gd name="connsiteY21" fmla="*/ 20519 h 167649"/>
                <a:gd name="connsiteX22" fmla="*/ 142405 w 139759"/>
                <a:gd name="connsiteY22" fmla="*/ 20888 h 167649"/>
                <a:gd name="connsiteX23" fmla="*/ 144079 w 139759"/>
                <a:gd name="connsiteY23" fmla="*/ 21263 h 167649"/>
                <a:gd name="connsiteX24" fmla="*/ 144823 w 139759"/>
                <a:gd name="connsiteY24" fmla="*/ 24239 h 167649"/>
                <a:gd name="connsiteX25" fmla="*/ 150032 w 139759"/>
                <a:gd name="connsiteY25" fmla="*/ 24984 h 167649"/>
                <a:gd name="connsiteX26" fmla="*/ 150125 w 139759"/>
                <a:gd name="connsiteY26" fmla="*/ 29774 h 167649"/>
                <a:gd name="connsiteX27" fmla="*/ 150178 w 139759"/>
                <a:gd name="connsiteY27" fmla="*/ 32469 h 167649"/>
                <a:gd name="connsiteX28" fmla="*/ 150032 w 139759"/>
                <a:gd name="connsiteY28" fmla="*/ 34657 h 167649"/>
                <a:gd name="connsiteX29" fmla="*/ 148544 w 139759"/>
                <a:gd name="connsiteY29" fmla="*/ 35401 h 167649"/>
                <a:gd name="connsiteX30" fmla="*/ 147893 w 139759"/>
                <a:gd name="connsiteY30" fmla="*/ 37401 h 167649"/>
                <a:gd name="connsiteX31" fmla="*/ 142591 w 139759"/>
                <a:gd name="connsiteY31" fmla="*/ 45075 h 167649"/>
                <a:gd name="connsiteX32" fmla="*/ 142219 w 139759"/>
                <a:gd name="connsiteY32" fmla="*/ 46936 h 167649"/>
                <a:gd name="connsiteX33" fmla="*/ 141847 w 139759"/>
                <a:gd name="connsiteY33" fmla="*/ 48796 h 167649"/>
                <a:gd name="connsiteX34" fmla="*/ 140359 w 139759"/>
                <a:gd name="connsiteY34" fmla="*/ 49540 h 167649"/>
                <a:gd name="connsiteX35" fmla="*/ 139614 w 139759"/>
                <a:gd name="connsiteY35" fmla="*/ 51773 h 167649"/>
                <a:gd name="connsiteX36" fmla="*/ 137382 w 139759"/>
                <a:gd name="connsiteY36" fmla="*/ 54749 h 167649"/>
                <a:gd name="connsiteX37" fmla="*/ 137056 w 139759"/>
                <a:gd name="connsiteY37" fmla="*/ 56563 h 167649"/>
                <a:gd name="connsiteX38" fmla="*/ 134405 w 139759"/>
                <a:gd name="connsiteY38" fmla="*/ 59958 h 167649"/>
                <a:gd name="connsiteX39" fmla="*/ 134033 w 139759"/>
                <a:gd name="connsiteY39" fmla="*/ 61539 h 167649"/>
                <a:gd name="connsiteX40" fmla="*/ 133661 w 139759"/>
                <a:gd name="connsiteY40" fmla="*/ 62935 h 167649"/>
                <a:gd name="connsiteX41" fmla="*/ 131429 w 139759"/>
                <a:gd name="connsiteY41" fmla="*/ 62935 h 167649"/>
                <a:gd name="connsiteX42" fmla="*/ 131568 w 139759"/>
                <a:gd name="connsiteY42" fmla="*/ 64655 h 167649"/>
                <a:gd name="connsiteX43" fmla="*/ 129196 w 139759"/>
                <a:gd name="connsiteY43" fmla="*/ 68888 h 167649"/>
                <a:gd name="connsiteX44" fmla="*/ 128406 w 139759"/>
                <a:gd name="connsiteY44" fmla="*/ 70469 h 167649"/>
                <a:gd name="connsiteX45" fmla="*/ 126220 w 139759"/>
                <a:gd name="connsiteY45" fmla="*/ 72609 h 167649"/>
                <a:gd name="connsiteX46" fmla="*/ 125848 w 139759"/>
                <a:gd name="connsiteY46" fmla="*/ 74097 h 167649"/>
                <a:gd name="connsiteX47" fmla="*/ 125476 w 139759"/>
                <a:gd name="connsiteY47" fmla="*/ 75585 h 167649"/>
                <a:gd name="connsiteX48" fmla="*/ 123987 w 139759"/>
                <a:gd name="connsiteY48" fmla="*/ 76329 h 167649"/>
                <a:gd name="connsiteX49" fmla="*/ 123662 w 139759"/>
                <a:gd name="connsiteY49" fmla="*/ 78097 h 167649"/>
                <a:gd name="connsiteX50" fmla="*/ 121011 w 139759"/>
                <a:gd name="connsiteY50" fmla="*/ 82282 h 167649"/>
                <a:gd name="connsiteX51" fmla="*/ 117197 w 139759"/>
                <a:gd name="connsiteY51" fmla="*/ 87677 h 167649"/>
                <a:gd name="connsiteX52" fmla="*/ 115058 w 139759"/>
                <a:gd name="connsiteY52" fmla="*/ 89724 h 167649"/>
                <a:gd name="connsiteX53" fmla="*/ 114686 w 139759"/>
                <a:gd name="connsiteY53" fmla="*/ 91212 h 167649"/>
                <a:gd name="connsiteX54" fmla="*/ 114314 w 139759"/>
                <a:gd name="connsiteY54" fmla="*/ 92700 h 167649"/>
                <a:gd name="connsiteX55" fmla="*/ 112825 w 139759"/>
                <a:gd name="connsiteY55" fmla="*/ 93444 h 167649"/>
                <a:gd name="connsiteX56" fmla="*/ 112500 w 139759"/>
                <a:gd name="connsiteY56" fmla="*/ 94933 h 167649"/>
                <a:gd name="connsiteX57" fmla="*/ 112081 w 139759"/>
                <a:gd name="connsiteY57" fmla="*/ 96421 h 167649"/>
                <a:gd name="connsiteX58" fmla="*/ 109849 w 139759"/>
                <a:gd name="connsiteY58" fmla="*/ 97165 h 167649"/>
                <a:gd name="connsiteX59" fmla="*/ 109105 w 139759"/>
                <a:gd name="connsiteY59" fmla="*/ 100886 h 167649"/>
                <a:gd name="connsiteX60" fmla="*/ 107616 w 139759"/>
                <a:gd name="connsiteY60" fmla="*/ 100886 h 167649"/>
                <a:gd name="connsiteX61" fmla="*/ 107291 w 139759"/>
                <a:gd name="connsiteY61" fmla="*/ 102281 h 167649"/>
                <a:gd name="connsiteX62" fmla="*/ 104640 w 139759"/>
                <a:gd name="connsiteY62" fmla="*/ 105351 h 167649"/>
                <a:gd name="connsiteX63" fmla="*/ 103896 w 139759"/>
                <a:gd name="connsiteY63" fmla="*/ 107258 h 167649"/>
                <a:gd name="connsiteX64" fmla="*/ 103151 w 139759"/>
                <a:gd name="connsiteY64" fmla="*/ 109071 h 167649"/>
                <a:gd name="connsiteX65" fmla="*/ 100919 w 139759"/>
                <a:gd name="connsiteY65" fmla="*/ 109816 h 167649"/>
                <a:gd name="connsiteX66" fmla="*/ 98733 w 139759"/>
                <a:gd name="connsiteY66" fmla="*/ 114838 h 167649"/>
                <a:gd name="connsiteX67" fmla="*/ 97943 w 139759"/>
                <a:gd name="connsiteY67" fmla="*/ 116513 h 167649"/>
                <a:gd name="connsiteX68" fmla="*/ 95710 w 139759"/>
                <a:gd name="connsiteY68" fmla="*/ 116513 h 167649"/>
                <a:gd name="connsiteX69" fmla="*/ 94222 w 139759"/>
                <a:gd name="connsiteY69" fmla="*/ 120233 h 167649"/>
                <a:gd name="connsiteX70" fmla="*/ 92734 w 139759"/>
                <a:gd name="connsiteY70" fmla="*/ 120233 h 167649"/>
                <a:gd name="connsiteX71" fmla="*/ 92361 w 139759"/>
                <a:gd name="connsiteY71" fmla="*/ 122094 h 167649"/>
                <a:gd name="connsiteX72" fmla="*/ 91989 w 139759"/>
                <a:gd name="connsiteY72" fmla="*/ 123954 h 167649"/>
                <a:gd name="connsiteX73" fmla="*/ 90501 w 139759"/>
                <a:gd name="connsiteY73" fmla="*/ 123954 h 167649"/>
                <a:gd name="connsiteX74" fmla="*/ 90501 w 139759"/>
                <a:gd name="connsiteY74" fmla="*/ 127675 h 167649"/>
                <a:gd name="connsiteX75" fmla="*/ 88269 w 139759"/>
                <a:gd name="connsiteY75" fmla="*/ 127675 h 167649"/>
                <a:gd name="connsiteX76" fmla="*/ 87525 w 139759"/>
                <a:gd name="connsiteY76" fmla="*/ 130651 h 167649"/>
                <a:gd name="connsiteX77" fmla="*/ 85292 w 139759"/>
                <a:gd name="connsiteY77" fmla="*/ 131396 h 167649"/>
                <a:gd name="connsiteX78" fmla="*/ 83804 w 139759"/>
                <a:gd name="connsiteY78" fmla="*/ 134372 h 167649"/>
                <a:gd name="connsiteX79" fmla="*/ 82316 w 139759"/>
                <a:gd name="connsiteY79" fmla="*/ 135116 h 167649"/>
                <a:gd name="connsiteX80" fmla="*/ 81571 w 139759"/>
                <a:gd name="connsiteY80" fmla="*/ 137349 h 167649"/>
                <a:gd name="connsiteX81" fmla="*/ 80083 w 139759"/>
                <a:gd name="connsiteY81" fmla="*/ 138093 h 167649"/>
                <a:gd name="connsiteX82" fmla="*/ 79758 w 139759"/>
                <a:gd name="connsiteY82" fmla="*/ 139581 h 167649"/>
                <a:gd name="connsiteX83" fmla="*/ 79339 w 139759"/>
                <a:gd name="connsiteY83" fmla="*/ 141069 h 167649"/>
                <a:gd name="connsiteX84" fmla="*/ 77107 w 139759"/>
                <a:gd name="connsiteY84" fmla="*/ 141814 h 167649"/>
                <a:gd name="connsiteX85" fmla="*/ 76362 w 139759"/>
                <a:gd name="connsiteY85" fmla="*/ 144046 h 167649"/>
                <a:gd name="connsiteX86" fmla="*/ 74130 w 139759"/>
                <a:gd name="connsiteY86" fmla="*/ 145534 h 167649"/>
                <a:gd name="connsiteX87" fmla="*/ 73386 w 139759"/>
                <a:gd name="connsiteY87" fmla="*/ 147767 h 167649"/>
                <a:gd name="connsiteX88" fmla="*/ 71153 w 139759"/>
                <a:gd name="connsiteY88" fmla="*/ 147767 h 167649"/>
                <a:gd name="connsiteX89" fmla="*/ 71153 w 139759"/>
                <a:gd name="connsiteY89" fmla="*/ 151487 h 167649"/>
                <a:gd name="connsiteX90" fmla="*/ 68177 w 139759"/>
                <a:gd name="connsiteY90" fmla="*/ 151487 h 167649"/>
                <a:gd name="connsiteX91" fmla="*/ 68177 w 139759"/>
                <a:gd name="connsiteY91" fmla="*/ 154464 h 167649"/>
                <a:gd name="connsiteX92" fmla="*/ 65200 w 139759"/>
                <a:gd name="connsiteY92" fmla="*/ 154464 h 167649"/>
                <a:gd name="connsiteX93" fmla="*/ 64456 w 139759"/>
                <a:gd name="connsiteY93" fmla="*/ 157441 h 167649"/>
                <a:gd name="connsiteX94" fmla="*/ 62968 w 139759"/>
                <a:gd name="connsiteY94" fmla="*/ 157441 h 167649"/>
                <a:gd name="connsiteX95" fmla="*/ 62642 w 139759"/>
                <a:gd name="connsiteY95" fmla="*/ 159301 h 167649"/>
                <a:gd name="connsiteX96" fmla="*/ 62224 w 139759"/>
                <a:gd name="connsiteY96" fmla="*/ 161161 h 167649"/>
                <a:gd name="connsiteX97" fmla="*/ 59991 w 139759"/>
                <a:gd name="connsiteY97" fmla="*/ 161161 h 167649"/>
                <a:gd name="connsiteX98" fmla="*/ 58503 w 139759"/>
                <a:gd name="connsiteY98" fmla="*/ 164882 h 167649"/>
                <a:gd name="connsiteX99" fmla="*/ 57015 w 139759"/>
                <a:gd name="connsiteY99" fmla="*/ 165626 h 167649"/>
                <a:gd name="connsiteX100" fmla="*/ 56736 w 139759"/>
                <a:gd name="connsiteY100" fmla="*/ 167161 h 167649"/>
                <a:gd name="connsiteX101" fmla="*/ 56271 w 139759"/>
                <a:gd name="connsiteY101" fmla="*/ 168603 h 167649"/>
                <a:gd name="connsiteX102" fmla="*/ 53294 w 139759"/>
                <a:gd name="connsiteY102" fmla="*/ 168603 h 167649"/>
                <a:gd name="connsiteX103" fmla="*/ 52550 w 139759"/>
                <a:gd name="connsiteY103" fmla="*/ 165626 h 167649"/>
                <a:gd name="connsiteX104" fmla="*/ 51015 w 139759"/>
                <a:gd name="connsiteY104" fmla="*/ 165301 h 167649"/>
                <a:gd name="connsiteX105" fmla="*/ 49573 w 139759"/>
                <a:gd name="connsiteY105" fmla="*/ 164882 h 167649"/>
                <a:gd name="connsiteX106" fmla="*/ 49573 w 139759"/>
                <a:gd name="connsiteY106" fmla="*/ 161161 h 167649"/>
                <a:gd name="connsiteX107" fmla="*/ 47341 w 139759"/>
                <a:gd name="connsiteY107" fmla="*/ 160417 h 167649"/>
                <a:gd name="connsiteX108" fmla="*/ 43620 w 139759"/>
                <a:gd name="connsiteY108" fmla="*/ 155208 h 167649"/>
                <a:gd name="connsiteX109" fmla="*/ 41388 w 139759"/>
                <a:gd name="connsiteY109" fmla="*/ 154464 h 167649"/>
                <a:gd name="connsiteX110" fmla="*/ 39900 w 139759"/>
                <a:gd name="connsiteY110" fmla="*/ 151487 h 167649"/>
                <a:gd name="connsiteX111" fmla="*/ 38411 w 139759"/>
                <a:gd name="connsiteY111" fmla="*/ 151487 h 167649"/>
                <a:gd name="connsiteX112" fmla="*/ 38644 w 139759"/>
                <a:gd name="connsiteY112" fmla="*/ 149674 h 167649"/>
                <a:gd name="connsiteX113" fmla="*/ 38411 w 139759"/>
                <a:gd name="connsiteY113" fmla="*/ 147767 h 167649"/>
                <a:gd name="connsiteX114" fmla="*/ 36699 w 139759"/>
                <a:gd name="connsiteY114" fmla="*/ 147450 h 167649"/>
                <a:gd name="connsiteX115" fmla="*/ 32086 w 139759"/>
                <a:gd name="connsiteY115" fmla="*/ 144232 h 167649"/>
                <a:gd name="connsiteX116" fmla="*/ 27389 w 139759"/>
                <a:gd name="connsiteY116" fmla="*/ 139023 h 167649"/>
                <a:gd name="connsiteX117" fmla="*/ 24273 w 139759"/>
                <a:gd name="connsiteY117" fmla="*/ 134372 h 167649"/>
                <a:gd name="connsiteX118" fmla="*/ 22040 w 139759"/>
                <a:gd name="connsiteY118" fmla="*/ 133628 h 167649"/>
                <a:gd name="connsiteX119" fmla="*/ 21296 w 139759"/>
                <a:gd name="connsiteY119" fmla="*/ 131396 h 167649"/>
                <a:gd name="connsiteX120" fmla="*/ 19064 w 139759"/>
                <a:gd name="connsiteY120" fmla="*/ 130651 h 167649"/>
                <a:gd name="connsiteX121" fmla="*/ 18785 w 139759"/>
                <a:gd name="connsiteY121" fmla="*/ 129163 h 167649"/>
                <a:gd name="connsiteX122" fmla="*/ 18319 w 139759"/>
                <a:gd name="connsiteY122" fmla="*/ 127675 h 167649"/>
                <a:gd name="connsiteX123" fmla="*/ 14599 w 139759"/>
                <a:gd name="connsiteY123" fmla="*/ 126931 h 167649"/>
                <a:gd name="connsiteX124" fmla="*/ 13110 w 139759"/>
                <a:gd name="connsiteY124" fmla="*/ 123954 h 167649"/>
                <a:gd name="connsiteX125" fmla="*/ 10878 w 139759"/>
                <a:gd name="connsiteY125" fmla="*/ 123210 h 167649"/>
                <a:gd name="connsiteX126" fmla="*/ 10878 w 139759"/>
                <a:gd name="connsiteY126" fmla="*/ 115025 h 167649"/>
                <a:gd name="connsiteX127" fmla="*/ 16087 w 139759"/>
                <a:gd name="connsiteY127" fmla="*/ 112792 h 167649"/>
                <a:gd name="connsiteX128" fmla="*/ 16831 w 139759"/>
                <a:gd name="connsiteY128" fmla="*/ 110560 h 167649"/>
                <a:gd name="connsiteX129" fmla="*/ 19064 w 139759"/>
                <a:gd name="connsiteY129" fmla="*/ 110560 h 167649"/>
                <a:gd name="connsiteX130" fmla="*/ 19343 w 139759"/>
                <a:gd name="connsiteY130" fmla="*/ 109304 h 167649"/>
                <a:gd name="connsiteX131" fmla="*/ 23528 w 139759"/>
                <a:gd name="connsiteY131" fmla="*/ 103862 h 167649"/>
                <a:gd name="connsiteX132" fmla="*/ 25017 w 139759"/>
                <a:gd name="connsiteY132" fmla="*/ 103862 h 167649"/>
                <a:gd name="connsiteX133" fmla="*/ 25017 w 139759"/>
                <a:gd name="connsiteY133" fmla="*/ 100886 h 167649"/>
                <a:gd name="connsiteX134" fmla="*/ 27249 w 139759"/>
                <a:gd name="connsiteY134" fmla="*/ 99398 h 167649"/>
                <a:gd name="connsiteX135" fmla="*/ 27993 w 139759"/>
                <a:gd name="connsiteY135" fmla="*/ 97165 h 167649"/>
                <a:gd name="connsiteX136" fmla="*/ 30226 w 139759"/>
                <a:gd name="connsiteY136" fmla="*/ 97165 h 167649"/>
                <a:gd name="connsiteX137" fmla="*/ 31714 w 139759"/>
                <a:gd name="connsiteY137" fmla="*/ 93444 h 167649"/>
                <a:gd name="connsiteX138" fmla="*/ 33202 w 139759"/>
                <a:gd name="connsiteY138" fmla="*/ 93444 h 167649"/>
                <a:gd name="connsiteX139" fmla="*/ 34691 w 139759"/>
                <a:gd name="connsiteY139" fmla="*/ 90468 h 167649"/>
                <a:gd name="connsiteX140" fmla="*/ 37667 w 139759"/>
                <a:gd name="connsiteY140" fmla="*/ 86747 h 167649"/>
                <a:gd name="connsiteX141" fmla="*/ 38504 w 139759"/>
                <a:gd name="connsiteY141" fmla="*/ 85073 h 167649"/>
                <a:gd name="connsiteX142" fmla="*/ 40644 w 139759"/>
                <a:gd name="connsiteY142" fmla="*/ 83026 h 167649"/>
                <a:gd name="connsiteX143" fmla="*/ 41388 w 139759"/>
                <a:gd name="connsiteY143" fmla="*/ 81538 h 167649"/>
                <a:gd name="connsiteX144" fmla="*/ 43620 w 139759"/>
                <a:gd name="connsiteY144" fmla="*/ 79306 h 167649"/>
                <a:gd name="connsiteX145" fmla="*/ 44364 w 139759"/>
                <a:gd name="connsiteY145" fmla="*/ 77073 h 167649"/>
                <a:gd name="connsiteX146" fmla="*/ 47806 w 139759"/>
                <a:gd name="connsiteY146" fmla="*/ 73771 h 167649"/>
                <a:gd name="connsiteX147" fmla="*/ 49201 w 139759"/>
                <a:gd name="connsiteY147" fmla="*/ 70981 h 167649"/>
                <a:gd name="connsiteX148" fmla="*/ 49573 w 139759"/>
                <a:gd name="connsiteY148" fmla="*/ 69632 h 167649"/>
                <a:gd name="connsiteX149" fmla="*/ 51806 w 139759"/>
                <a:gd name="connsiteY149" fmla="*/ 69632 h 167649"/>
                <a:gd name="connsiteX150" fmla="*/ 51806 w 139759"/>
                <a:gd name="connsiteY150" fmla="*/ 65911 h 167649"/>
                <a:gd name="connsiteX151" fmla="*/ 54782 w 139759"/>
                <a:gd name="connsiteY151" fmla="*/ 65911 h 167649"/>
                <a:gd name="connsiteX152" fmla="*/ 54643 w 139759"/>
                <a:gd name="connsiteY152" fmla="*/ 64097 h 167649"/>
                <a:gd name="connsiteX153" fmla="*/ 54782 w 139759"/>
                <a:gd name="connsiteY153" fmla="*/ 62191 h 167649"/>
                <a:gd name="connsiteX154" fmla="*/ 57015 w 139759"/>
                <a:gd name="connsiteY154" fmla="*/ 61446 h 167649"/>
                <a:gd name="connsiteX155" fmla="*/ 57247 w 139759"/>
                <a:gd name="connsiteY155" fmla="*/ 59865 h 167649"/>
                <a:gd name="connsiteX156" fmla="*/ 61128 w 139759"/>
                <a:gd name="connsiteY156" fmla="*/ 53816 h 167649"/>
                <a:gd name="connsiteX157" fmla="*/ 63017 w 139759"/>
                <a:gd name="connsiteY157" fmla="*/ 50915 h 167649"/>
                <a:gd name="connsiteX158" fmla="*/ 65200 w 139759"/>
                <a:gd name="connsiteY158" fmla="*/ 48796 h 167649"/>
                <a:gd name="connsiteX159" fmla="*/ 65526 w 139759"/>
                <a:gd name="connsiteY159" fmla="*/ 47261 h 167649"/>
                <a:gd name="connsiteX160" fmla="*/ 65944 w 139759"/>
                <a:gd name="connsiteY160" fmla="*/ 45819 h 167649"/>
                <a:gd name="connsiteX161" fmla="*/ 68177 w 139759"/>
                <a:gd name="connsiteY161" fmla="*/ 45819 h 167649"/>
                <a:gd name="connsiteX162" fmla="*/ 68037 w 139759"/>
                <a:gd name="connsiteY162" fmla="*/ 43634 h 167649"/>
                <a:gd name="connsiteX163" fmla="*/ 68177 w 139759"/>
                <a:gd name="connsiteY163" fmla="*/ 41355 h 167649"/>
                <a:gd name="connsiteX164" fmla="*/ 70409 w 139759"/>
                <a:gd name="connsiteY164" fmla="*/ 40610 h 167649"/>
                <a:gd name="connsiteX165" fmla="*/ 71898 w 139759"/>
                <a:gd name="connsiteY165" fmla="*/ 36146 h 167649"/>
                <a:gd name="connsiteX166" fmla="*/ 73386 w 139759"/>
                <a:gd name="connsiteY166" fmla="*/ 35401 h 167649"/>
                <a:gd name="connsiteX167" fmla="*/ 73758 w 139759"/>
                <a:gd name="connsiteY167" fmla="*/ 33913 h 167649"/>
                <a:gd name="connsiteX168" fmla="*/ 74130 w 139759"/>
                <a:gd name="connsiteY168" fmla="*/ 32425 h 167649"/>
                <a:gd name="connsiteX169" fmla="*/ 75618 w 139759"/>
                <a:gd name="connsiteY169" fmla="*/ 31681 h 167649"/>
                <a:gd name="connsiteX170" fmla="*/ 77107 w 139759"/>
                <a:gd name="connsiteY170" fmla="*/ 27216 h 167649"/>
                <a:gd name="connsiteX171" fmla="*/ 78595 w 139759"/>
                <a:gd name="connsiteY171" fmla="*/ 25728 h 167649"/>
                <a:gd name="connsiteX172" fmla="*/ 78874 w 139759"/>
                <a:gd name="connsiteY172" fmla="*/ 24193 h 167649"/>
                <a:gd name="connsiteX173" fmla="*/ 79339 w 139759"/>
                <a:gd name="connsiteY173" fmla="*/ 22751 h 167649"/>
                <a:gd name="connsiteX174" fmla="*/ 80874 w 139759"/>
                <a:gd name="connsiteY174" fmla="*/ 22519 h 167649"/>
                <a:gd name="connsiteX175" fmla="*/ 82316 w 139759"/>
                <a:gd name="connsiteY175" fmla="*/ 22007 h 167649"/>
                <a:gd name="connsiteX176" fmla="*/ 82316 w 139759"/>
                <a:gd name="connsiteY176" fmla="*/ 16798 h 167649"/>
                <a:gd name="connsiteX177" fmla="*/ 83804 w 139759"/>
                <a:gd name="connsiteY177" fmla="*/ 16798 h 167649"/>
                <a:gd name="connsiteX178" fmla="*/ 85292 w 139759"/>
                <a:gd name="connsiteY178" fmla="*/ 11589 h 167649"/>
                <a:gd name="connsiteX179" fmla="*/ 86780 w 139759"/>
                <a:gd name="connsiteY179" fmla="*/ 10845 h 167649"/>
                <a:gd name="connsiteX180" fmla="*/ 87525 w 139759"/>
                <a:gd name="connsiteY180" fmla="*/ 6380 h 167649"/>
                <a:gd name="connsiteX181" fmla="*/ 89757 w 139759"/>
                <a:gd name="connsiteY181" fmla="*/ 6380 h 167649"/>
                <a:gd name="connsiteX182" fmla="*/ 90501 w 139759"/>
                <a:gd name="connsiteY182" fmla="*/ 1171 h 167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39759" h="167649">
                  <a:moveTo>
                    <a:pt x="90501" y="1171"/>
                  </a:moveTo>
                  <a:cubicBezTo>
                    <a:pt x="91973" y="1111"/>
                    <a:pt x="93446" y="1068"/>
                    <a:pt x="94919" y="1031"/>
                  </a:cubicBezTo>
                  <a:cubicBezTo>
                    <a:pt x="95740" y="1006"/>
                    <a:pt x="96560" y="980"/>
                    <a:pt x="97405" y="953"/>
                  </a:cubicBezTo>
                  <a:cubicBezTo>
                    <a:pt x="98073" y="1025"/>
                    <a:pt x="98742" y="1097"/>
                    <a:pt x="99431" y="1171"/>
                  </a:cubicBezTo>
                  <a:cubicBezTo>
                    <a:pt x="99799" y="2276"/>
                    <a:pt x="99799" y="2276"/>
                    <a:pt x="100175" y="3403"/>
                  </a:cubicBezTo>
                  <a:cubicBezTo>
                    <a:pt x="102554" y="4196"/>
                    <a:pt x="104385" y="4203"/>
                    <a:pt x="106872" y="4148"/>
                  </a:cubicBezTo>
                  <a:cubicBezTo>
                    <a:pt x="106872" y="5130"/>
                    <a:pt x="106872" y="6112"/>
                    <a:pt x="106872" y="7124"/>
                  </a:cubicBezTo>
                  <a:cubicBezTo>
                    <a:pt x="107665" y="7166"/>
                    <a:pt x="107665" y="7166"/>
                    <a:pt x="108474" y="7208"/>
                  </a:cubicBezTo>
                  <a:cubicBezTo>
                    <a:pt x="109500" y="7282"/>
                    <a:pt x="109500" y="7282"/>
                    <a:pt x="110546" y="7357"/>
                  </a:cubicBezTo>
                  <a:cubicBezTo>
                    <a:pt x="111228" y="7400"/>
                    <a:pt x="111910" y="7443"/>
                    <a:pt x="112613" y="7487"/>
                  </a:cubicBezTo>
                  <a:cubicBezTo>
                    <a:pt x="113174" y="7613"/>
                    <a:pt x="113735" y="7739"/>
                    <a:pt x="114314" y="7868"/>
                  </a:cubicBezTo>
                  <a:cubicBezTo>
                    <a:pt x="114559" y="8605"/>
                    <a:pt x="114805" y="9342"/>
                    <a:pt x="115058" y="10101"/>
                  </a:cubicBezTo>
                  <a:cubicBezTo>
                    <a:pt x="116605" y="10617"/>
                    <a:pt x="116605" y="10617"/>
                    <a:pt x="118406" y="10845"/>
                  </a:cubicBezTo>
                  <a:cubicBezTo>
                    <a:pt x="120243" y="11124"/>
                    <a:pt x="120243" y="11124"/>
                    <a:pt x="121755" y="11589"/>
                  </a:cubicBezTo>
                  <a:cubicBezTo>
                    <a:pt x="122001" y="12326"/>
                    <a:pt x="122246" y="13062"/>
                    <a:pt x="122499" y="13821"/>
                  </a:cubicBezTo>
                  <a:cubicBezTo>
                    <a:pt x="124075" y="14258"/>
                    <a:pt x="124075" y="14258"/>
                    <a:pt x="125894" y="14333"/>
                  </a:cubicBezTo>
                  <a:cubicBezTo>
                    <a:pt x="126509" y="14382"/>
                    <a:pt x="127124" y="14431"/>
                    <a:pt x="127758" y="14481"/>
                  </a:cubicBezTo>
                  <a:cubicBezTo>
                    <a:pt x="128470" y="14523"/>
                    <a:pt x="128470" y="14523"/>
                    <a:pt x="129196" y="14566"/>
                  </a:cubicBezTo>
                  <a:cubicBezTo>
                    <a:pt x="129196" y="15302"/>
                    <a:pt x="129196" y="16039"/>
                    <a:pt x="129196" y="16798"/>
                  </a:cubicBezTo>
                  <a:cubicBezTo>
                    <a:pt x="130685" y="17322"/>
                    <a:pt x="130685" y="17322"/>
                    <a:pt x="132499" y="17542"/>
                  </a:cubicBezTo>
                  <a:cubicBezTo>
                    <a:pt x="134356" y="17821"/>
                    <a:pt x="134356" y="17821"/>
                    <a:pt x="135894" y="18286"/>
                  </a:cubicBezTo>
                  <a:cubicBezTo>
                    <a:pt x="136139" y="19023"/>
                    <a:pt x="136385" y="19760"/>
                    <a:pt x="136638" y="20519"/>
                  </a:cubicBezTo>
                  <a:cubicBezTo>
                    <a:pt x="138572" y="20838"/>
                    <a:pt x="140447" y="20846"/>
                    <a:pt x="142405" y="20888"/>
                  </a:cubicBezTo>
                  <a:cubicBezTo>
                    <a:pt x="142957" y="21012"/>
                    <a:pt x="143510" y="21135"/>
                    <a:pt x="144079" y="21263"/>
                  </a:cubicBezTo>
                  <a:cubicBezTo>
                    <a:pt x="144518" y="22742"/>
                    <a:pt x="144518" y="22742"/>
                    <a:pt x="144823" y="24239"/>
                  </a:cubicBezTo>
                  <a:cubicBezTo>
                    <a:pt x="147442" y="24853"/>
                    <a:pt x="147442" y="24853"/>
                    <a:pt x="150032" y="24984"/>
                  </a:cubicBezTo>
                  <a:cubicBezTo>
                    <a:pt x="150072" y="26580"/>
                    <a:pt x="150101" y="28177"/>
                    <a:pt x="150125" y="29774"/>
                  </a:cubicBezTo>
                  <a:cubicBezTo>
                    <a:pt x="150143" y="30663"/>
                    <a:pt x="150160" y="31552"/>
                    <a:pt x="150178" y="32469"/>
                  </a:cubicBezTo>
                  <a:cubicBezTo>
                    <a:pt x="150130" y="33191"/>
                    <a:pt x="150082" y="33913"/>
                    <a:pt x="150032" y="34657"/>
                  </a:cubicBezTo>
                  <a:cubicBezTo>
                    <a:pt x="149296" y="35026"/>
                    <a:pt x="149296" y="35026"/>
                    <a:pt x="148544" y="35401"/>
                  </a:cubicBezTo>
                  <a:cubicBezTo>
                    <a:pt x="148329" y="36061"/>
                    <a:pt x="148114" y="36721"/>
                    <a:pt x="147893" y="37401"/>
                  </a:cubicBezTo>
                  <a:cubicBezTo>
                    <a:pt x="146863" y="40435"/>
                    <a:pt x="145569" y="43586"/>
                    <a:pt x="142591" y="45075"/>
                  </a:cubicBezTo>
                  <a:cubicBezTo>
                    <a:pt x="142468" y="45689"/>
                    <a:pt x="142345" y="46303"/>
                    <a:pt x="142219" y="46936"/>
                  </a:cubicBezTo>
                  <a:cubicBezTo>
                    <a:pt x="142096" y="47550"/>
                    <a:pt x="141973" y="48163"/>
                    <a:pt x="141847" y="48796"/>
                  </a:cubicBezTo>
                  <a:cubicBezTo>
                    <a:pt x="141110" y="49164"/>
                    <a:pt x="141110" y="49164"/>
                    <a:pt x="140359" y="49540"/>
                  </a:cubicBezTo>
                  <a:cubicBezTo>
                    <a:pt x="140113" y="50277"/>
                    <a:pt x="139867" y="51014"/>
                    <a:pt x="139614" y="51773"/>
                  </a:cubicBezTo>
                  <a:cubicBezTo>
                    <a:pt x="138870" y="54005"/>
                    <a:pt x="138870" y="54005"/>
                    <a:pt x="137382" y="54749"/>
                  </a:cubicBezTo>
                  <a:cubicBezTo>
                    <a:pt x="137221" y="55647"/>
                    <a:pt x="137221" y="55647"/>
                    <a:pt x="137056" y="56563"/>
                  </a:cubicBezTo>
                  <a:cubicBezTo>
                    <a:pt x="136638" y="58470"/>
                    <a:pt x="136638" y="58470"/>
                    <a:pt x="134405" y="59958"/>
                  </a:cubicBezTo>
                  <a:cubicBezTo>
                    <a:pt x="134283" y="60480"/>
                    <a:pt x="134160" y="61002"/>
                    <a:pt x="134033" y="61539"/>
                  </a:cubicBezTo>
                  <a:cubicBezTo>
                    <a:pt x="133911" y="62000"/>
                    <a:pt x="133788" y="62460"/>
                    <a:pt x="133661" y="62935"/>
                  </a:cubicBezTo>
                  <a:cubicBezTo>
                    <a:pt x="132925" y="62935"/>
                    <a:pt x="132188" y="62935"/>
                    <a:pt x="131429" y="62935"/>
                  </a:cubicBezTo>
                  <a:cubicBezTo>
                    <a:pt x="131475" y="63503"/>
                    <a:pt x="131521" y="64070"/>
                    <a:pt x="131568" y="64655"/>
                  </a:cubicBezTo>
                  <a:cubicBezTo>
                    <a:pt x="131401" y="67050"/>
                    <a:pt x="130933" y="67351"/>
                    <a:pt x="129196" y="68888"/>
                  </a:cubicBezTo>
                  <a:cubicBezTo>
                    <a:pt x="128935" y="69410"/>
                    <a:pt x="128675" y="69931"/>
                    <a:pt x="128406" y="70469"/>
                  </a:cubicBezTo>
                  <a:cubicBezTo>
                    <a:pt x="127708" y="71864"/>
                    <a:pt x="127708" y="71864"/>
                    <a:pt x="126220" y="72609"/>
                  </a:cubicBezTo>
                  <a:cubicBezTo>
                    <a:pt x="126097" y="73100"/>
                    <a:pt x="125974" y="73591"/>
                    <a:pt x="125848" y="74097"/>
                  </a:cubicBezTo>
                  <a:cubicBezTo>
                    <a:pt x="125725" y="74588"/>
                    <a:pt x="125602" y="75079"/>
                    <a:pt x="125476" y="75585"/>
                  </a:cubicBezTo>
                  <a:cubicBezTo>
                    <a:pt x="124739" y="75953"/>
                    <a:pt x="124739" y="75953"/>
                    <a:pt x="123987" y="76329"/>
                  </a:cubicBezTo>
                  <a:cubicBezTo>
                    <a:pt x="123880" y="76912"/>
                    <a:pt x="123773" y="77496"/>
                    <a:pt x="123662" y="78097"/>
                  </a:cubicBezTo>
                  <a:cubicBezTo>
                    <a:pt x="123181" y="80339"/>
                    <a:pt x="122684" y="80795"/>
                    <a:pt x="121011" y="82282"/>
                  </a:cubicBezTo>
                  <a:cubicBezTo>
                    <a:pt x="119532" y="84030"/>
                    <a:pt x="118223" y="85626"/>
                    <a:pt x="117197" y="87677"/>
                  </a:cubicBezTo>
                  <a:cubicBezTo>
                    <a:pt x="116546" y="88980"/>
                    <a:pt x="116546" y="88980"/>
                    <a:pt x="115058" y="89724"/>
                  </a:cubicBezTo>
                  <a:cubicBezTo>
                    <a:pt x="114935" y="90215"/>
                    <a:pt x="114812" y="90706"/>
                    <a:pt x="114686" y="91212"/>
                  </a:cubicBezTo>
                  <a:cubicBezTo>
                    <a:pt x="114563" y="91703"/>
                    <a:pt x="114440" y="92194"/>
                    <a:pt x="114314" y="92700"/>
                  </a:cubicBezTo>
                  <a:cubicBezTo>
                    <a:pt x="113577" y="93069"/>
                    <a:pt x="113577" y="93069"/>
                    <a:pt x="112825" y="93444"/>
                  </a:cubicBezTo>
                  <a:cubicBezTo>
                    <a:pt x="112718" y="93936"/>
                    <a:pt x="112610" y="94427"/>
                    <a:pt x="112500" y="94933"/>
                  </a:cubicBezTo>
                  <a:cubicBezTo>
                    <a:pt x="112362" y="95424"/>
                    <a:pt x="112223" y="95915"/>
                    <a:pt x="112081" y="96421"/>
                  </a:cubicBezTo>
                  <a:cubicBezTo>
                    <a:pt x="111344" y="96667"/>
                    <a:pt x="110608" y="96912"/>
                    <a:pt x="109849" y="97165"/>
                  </a:cubicBezTo>
                  <a:cubicBezTo>
                    <a:pt x="109578" y="98401"/>
                    <a:pt x="109328" y="99641"/>
                    <a:pt x="109105" y="100886"/>
                  </a:cubicBezTo>
                  <a:cubicBezTo>
                    <a:pt x="108613" y="100886"/>
                    <a:pt x="108122" y="100886"/>
                    <a:pt x="107616" y="100886"/>
                  </a:cubicBezTo>
                  <a:cubicBezTo>
                    <a:pt x="107509" y="101346"/>
                    <a:pt x="107401" y="101807"/>
                    <a:pt x="107291" y="102281"/>
                  </a:cubicBezTo>
                  <a:cubicBezTo>
                    <a:pt x="106872" y="103862"/>
                    <a:pt x="106872" y="103862"/>
                    <a:pt x="104640" y="105351"/>
                  </a:cubicBezTo>
                  <a:cubicBezTo>
                    <a:pt x="104394" y="105980"/>
                    <a:pt x="104149" y="106609"/>
                    <a:pt x="103896" y="107258"/>
                  </a:cubicBezTo>
                  <a:cubicBezTo>
                    <a:pt x="103527" y="108155"/>
                    <a:pt x="103527" y="108155"/>
                    <a:pt x="103151" y="109071"/>
                  </a:cubicBezTo>
                  <a:cubicBezTo>
                    <a:pt x="102415" y="109317"/>
                    <a:pt x="101678" y="109563"/>
                    <a:pt x="100919" y="109816"/>
                  </a:cubicBezTo>
                  <a:cubicBezTo>
                    <a:pt x="99933" y="111440"/>
                    <a:pt x="99347" y="113037"/>
                    <a:pt x="98733" y="114838"/>
                  </a:cubicBezTo>
                  <a:cubicBezTo>
                    <a:pt x="98472" y="115391"/>
                    <a:pt x="98211" y="115944"/>
                    <a:pt x="97943" y="116513"/>
                  </a:cubicBezTo>
                  <a:cubicBezTo>
                    <a:pt x="97206" y="116513"/>
                    <a:pt x="96469" y="116513"/>
                    <a:pt x="95710" y="116513"/>
                  </a:cubicBezTo>
                  <a:cubicBezTo>
                    <a:pt x="95188" y="117742"/>
                    <a:pt x="94691" y="118983"/>
                    <a:pt x="94222" y="120233"/>
                  </a:cubicBezTo>
                  <a:cubicBezTo>
                    <a:pt x="93731" y="120233"/>
                    <a:pt x="93240" y="120233"/>
                    <a:pt x="92734" y="120233"/>
                  </a:cubicBezTo>
                  <a:cubicBezTo>
                    <a:pt x="92611" y="120847"/>
                    <a:pt x="92488" y="121461"/>
                    <a:pt x="92361" y="122094"/>
                  </a:cubicBezTo>
                  <a:cubicBezTo>
                    <a:pt x="92239" y="122708"/>
                    <a:pt x="92116" y="123322"/>
                    <a:pt x="91989" y="123954"/>
                  </a:cubicBezTo>
                  <a:cubicBezTo>
                    <a:pt x="91498" y="123954"/>
                    <a:pt x="91007" y="123954"/>
                    <a:pt x="90501" y="123954"/>
                  </a:cubicBezTo>
                  <a:cubicBezTo>
                    <a:pt x="90501" y="125182"/>
                    <a:pt x="90501" y="126410"/>
                    <a:pt x="90501" y="127675"/>
                  </a:cubicBezTo>
                  <a:cubicBezTo>
                    <a:pt x="89764" y="127675"/>
                    <a:pt x="89028" y="127675"/>
                    <a:pt x="88269" y="127675"/>
                  </a:cubicBezTo>
                  <a:cubicBezTo>
                    <a:pt x="88013" y="128665"/>
                    <a:pt x="87765" y="129658"/>
                    <a:pt x="87525" y="130651"/>
                  </a:cubicBezTo>
                  <a:cubicBezTo>
                    <a:pt x="86788" y="130897"/>
                    <a:pt x="86051" y="131143"/>
                    <a:pt x="85292" y="131396"/>
                  </a:cubicBezTo>
                  <a:cubicBezTo>
                    <a:pt x="84772" y="132375"/>
                    <a:pt x="84275" y="133368"/>
                    <a:pt x="83804" y="134372"/>
                  </a:cubicBezTo>
                  <a:cubicBezTo>
                    <a:pt x="83313" y="134618"/>
                    <a:pt x="82822" y="134863"/>
                    <a:pt x="82316" y="135116"/>
                  </a:cubicBezTo>
                  <a:cubicBezTo>
                    <a:pt x="82070" y="135853"/>
                    <a:pt x="81824" y="136590"/>
                    <a:pt x="81571" y="137349"/>
                  </a:cubicBezTo>
                  <a:cubicBezTo>
                    <a:pt x="81080" y="137594"/>
                    <a:pt x="80589" y="137840"/>
                    <a:pt x="80083" y="138093"/>
                  </a:cubicBezTo>
                  <a:cubicBezTo>
                    <a:pt x="79976" y="138584"/>
                    <a:pt x="79868" y="139075"/>
                    <a:pt x="79758" y="139581"/>
                  </a:cubicBezTo>
                  <a:cubicBezTo>
                    <a:pt x="79550" y="140318"/>
                    <a:pt x="79550" y="140318"/>
                    <a:pt x="79339" y="141069"/>
                  </a:cubicBezTo>
                  <a:cubicBezTo>
                    <a:pt x="78602" y="141315"/>
                    <a:pt x="77866" y="141561"/>
                    <a:pt x="77107" y="141814"/>
                  </a:cubicBezTo>
                  <a:cubicBezTo>
                    <a:pt x="76861" y="142550"/>
                    <a:pt x="76615" y="143287"/>
                    <a:pt x="76362" y="144046"/>
                  </a:cubicBezTo>
                  <a:cubicBezTo>
                    <a:pt x="75626" y="144537"/>
                    <a:pt x="74889" y="145028"/>
                    <a:pt x="74130" y="145534"/>
                  </a:cubicBezTo>
                  <a:cubicBezTo>
                    <a:pt x="73884" y="146271"/>
                    <a:pt x="73639" y="147008"/>
                    <a:pt x="73386" y="147767"/>
                  </a:cubicBezTo>
                  <a:cubicBezTo>
                    <a:pt x="72649" y="147767"/>
                    <a:pt x="71912" y="147767"/>
                    <a:pt x="71153" y="147767"/>
                  </a:cubicBezTo>
                  <a:cubicBezTo>
                    <a:pt x="71153" y="148995"/>
                    <a:pt x="71153" y="150222"/>
                    <a:pt x="71153" y="151487"/>
                  </a:cubicBezTo>
                  <a:cubicBezTo>
                    <a:pt x="70171" y="151487"/>
                    <a:pt x="69189" y="151487"/>
                    <a:pt x="68177" y="151487"/>
                  </a:cubicBezTo>
                  <a:cubicBezTo>
                    <a:pt x="68177" y="152470"/>
                    <a:pt x="68177" y="153452"/>
                    <a:pt x="68177" y="154464"/>
                  </a:cubicBezTo>
                  <a:cubicBezTo>
                    <a:pt x="67195" y="154464"/>
                    <a:pt x="66212" y="154464"/>
                    <a:pt x="65200" y="154464"/>
                  </a:cubicBezTo>
                  <a:cubicBezTo>
                    <a:pt x="64708" y="155938"/>
                    <a:pt x="64708" y="155938"/>
                    <a:pt x="64456" y="157441"/>
                  </a:cubicBezTo>
                  <a:cubicBezTo>
                    <a:pt x="63965" y="157441"/>
                    <a:pt x="63474" y="157441"/>
                    <a:pt x="62968" y="157441"/>
                  </a:cubicBezTo>
                  <a:cubicBezTo>
                    <a:pt x="62807" y="158361"/>
                    <a:pt x="62807" y="158361"/>
                    <a:pt x="62642" y="159301"/>
                  </a:cubicBezTo>
                  <a:cubicBezTo>
                    <a:pt x="62504" y="159915"/>
                    <a:pt x="62366" y="160529"/>
                    <a:pt x="62224" y="161161"/>
                  </a:cubicBezTo>
                  <a:cubicBezTo>
                    <a:pt x="61487" y="161161"/>
                    <a:pt x="60750" y="161161"/>
                    <a:pt x="59991" y="161161"/>
                  </a:cubicBezTo>
                  <a:cubicBezTo>
                    <a:pt x="59458" y="162386"/>
                    <a:pt x="58962" y="163627"/>
                    <a:pt x="58503" y="164882"/>
                  </a:cubicBezTo>
                  <a:cubicBezTo>
                    <a:pt x="58012" y="165127"/>
                    <a:pt x="57521" y="165373"/>
                    <a:pt x="57015" y="165626"/>
                  </a:cubicBezTo>
                  <a:cubicBezTo>
                    <a:pt x="56923" y="166133"/>
                    <a:pt x="56831" y="166639"/>
                    <a:pt x="56736" y="167161"/>
                  </a:cubicBezTo>
                  <a:cubicBezTo>
                    <a:pt x="56582" y="167637"/>
                    <a:pt x="56429" y="168112"/>
                    <a:pt x="56271" y="168603"/>
                  </a:cubicBezTo>
                  <a:cubicBezTo>
                    <a:pt x="55288" y="168603"/>
                    <a:pt x="54306" y="168603"/>
                    <a:pt x="53294" y="168603"/>
                  </a:cubicBezTo>
                  <a:cubicBezTo>
                    <a:pt x="53039" y="167612"/>
                    <a:pt x="52791" y="166620"/>
                    <a:pt x="52550" y="165626"/>
                  </a:cubicBezTo>
                  <a:cubicBezTo>
                    <a:pt x="52043" y="165519"/>
                    <a:pt x="51537" y="165411"/>
                    <a:pt x="51015" y="165301"/>
                  </a:cubicBezTo>
                  <a:cubicBezTo>
                    <a:pt x="50539" y="165162"/>
                    <a:pt x="50064" y="165024"/>
                    <a:pt x="49573" y="164882"/>
                  </a:cubicBezTo>
                  <a:cubicBezTo>
                    <a:pt x="49542" y="163642"/>
                    <a:pt x="49542" y="162401"/>
                    <a:pt x="49573" y="161161"/>
                  </a:cubicBezTo>
                  <a:cubicBezTo>
                    <a:pt x="48837" y="160916"/>
                    <a:pt x="48100" y="160670"/>
                    <a:pt x="47341" y="160417"/>
                  </a:cubicBezTo>
                  <a:cubicBezTo>
                    <a:pt x="45374" y="158682"/>
                    <a:pt x="44459" y="157726"/>
                    <a:pt x="43620" y="155208"/>
                  </a:cubicBezTo>
                  <a:cubicBezTo>
                    <a:pt x="42884" y="154963"/>
                    <a:pt x="42147" y="154717"/>
                    <a:pt x="41388" y="154464"/>
                  </a:cubicBezTo>
                  <a:cubicBezTo>
                    <a:pt x="40880" y="153478"/>
                    <a:pt x="40383" y="152486"/>
                    <a:pt x="39900" y="151487"/>
                  </a:cubicBezTo>
                  <a:cubicBezTo>
                    <a:pt x="39408" y="151487"/>
                    <a:pt x="38917" y="151487"/>
                    <a:pt x="38411" y="151487"/>
                  </a:cubicBezTo>
                  <a:cubicBezTo>
                    <a:pt x="38488" y="150889"/>
                    <a:pt x="38565" y="150290"/>
                    <a:pt x="38644" y="149674"/>
                  </a:cubicBezTo>
                  <a:cubicBezTo>
                    <a:pt x="38567" y="149044"/>
                    <a:pt x="38490" y="148415"/>
                    <a:pt x="38411" y="147767"/>
                  </a:cubicBezTo>
                  <a:cubicBezTo>
                    <a:pt x="37564" y="147610"/>
                    <a:pt x="37564" y="147610"/>
                    <a:pt x="36699" y="147450"/>
                  </a:cubicBezTo>
                  <a:cubicBezTo>
                    <a:pt x="34235" y="146926"/>
                    <a:pt x="33634" y="146174"/>
                    <a:pt x="32086" y="144232"/>
                  </a:cubicBezTo>
                  <a:cubicBezTo>
                    <a:pt x="30569" y="142381"/>
                    <a:pt x="29106" y="140703"/>
                    <a:pt x="27389" y="139023"/>
                  </a:cubicBezTo>
                  <a:cubicBezTo>
                    <a:pt x="25888" y="137480"/>
                    <a:pt x="25215" y="136257"/>
                    <a:pt x="24273" y="134372"/>
                  </a:cubicBezTo>
                  <a:cubicBezTo>
                    <a:pt x="23536" y="134127"/>
                    <a:pt x="22799" y="133881"/>
                    <a:pt x="22040" y="133628"/>
                  </a:cubicBezTo>
                  <a:cubicBezTo>
                    <a:pt x="21795" y="132891"/>
                    <a:pt x="21549" y="132155"/>
                    <a:pt x="21296" y="131396"/>
                  </a:cubicBezTo>
                  <a:cubicBezTo>
                    <a:pt x="20559" y="131150"/>
                    <a:pt x="19823" y="130904"/>
                    <a:pt x="19064" y="130651"/>
                  </a:cubicBezTo>
                  <a:cubicBezTo>
                    <a:pt x="18925" y="129915"/>
                    <a:pt x="18925" y="129915"/>
                    <a:pt x="18785" y="129163"/>
                  </a:cubicBezTo>
                  <a:cubicBezTo>
                    <a:pt x="18631" y="128672"/>
                    <a:pt x="18478" y="128181"/>
                    <a:pt x="18319" y="127675"/>
                  </a:cubicBezTo>
                  <a:cubicBezTo>
                    <a:pt x="17080" y="127421"/>
                    <a:pt x="15840" y="127173"/>
                    <a:pt x="14599" y="126931"/>
                  </a:cubicBezTo>
                  <a:cubicBezTo>
                    <a:pt x="13762" y="125442"/>
                    <a:pt x="13762" y="125442"/>
                    <a:pt x="13110" y="123954"/>
                  </a:cubicBezTo>
                  <a:cubicBezTo>
                    <a:pt x="12374" y="123709"/>
                    <a:pt x="11637" y="123463"/>
                    <a:pt x="10878" y="123210"/>
                  </a:cubicBezTo>
                  <a:cubicBezTo>
                    <a:pt x="10255" y="120438"/>
                    <a:pt x="10274" y="117798"/>
                    <a:pt x="10878" y="115025"/>
                  </a:cubicBezTo>
                  <a:cubicBezTo>
                    <a:pt x="13436" y="113536"/>
                    <a:pt x="13436" y="113536"/>
                    <a:pt x="16087" y="112792"/>
                  </a:cubicBezTo>
                  <a:cubicBezTo>
                    <a:pt x="16333" y="112055"/>
                    <a:pt x="16578" y="111319"/>
                    <a:pt x="16831" y="110560"/>
                  </a:cubicBezTo>
                  <a:cubicBezTo>
                    <a:pt x="17568" y="110560"/>
                    <a:pt x="18305" y="110560"/>
                    <a:pt x="19064" y="110560"/>
                  </a:cubicBezTo>
                  <a:cubicBezTo>
                    <a:pt x="19156" y="110145"/>
                    <a:pt x="19248" y="109731"/>
                    <a:pt x="19343" y="109304"/>
                  </a:cubicBezTo>
                  <a:cubicBezTo>
                    <a:pt x="20028" y="106768"/>
                    <a:pt x="21590" y="105564"/>
                    <a:pt x="23528" y="103862"/>
                  </a:cubicBezTo>
                  <a:cubicBezTo>
                    <a:pt x="24020" y="103862"/>
                    <a:pt x="24511" y="103862"/>
                    <a:pt x="25017" y="103862"/>
                  </a:cubicBezTo>
                  <a:cubicBezTo>
                    <a:pt x="25017" y="102880"/>
                    <a:pt x="25017" y="101898"/>
                    <a:pt x="25017" y="100886"/>
                  </a:cubicBezTo>
                  <a:cubicBezTo>
                    <a:pt x="26122" y="100149"/>
                    <a:pt x="26122" y="100149"/>
                    <a:pt x="27249" y="99398"/>
                  </a:cubicBezTo>
                  <a:cubicBezTo>
                    <a:pt x="27495" y="98661"/>
                    <a:pt x="27740" y="97924"/>
                    <a:pt x="27993" y="97165"/>
                  </a:cubicBezTo>
                  <a:cubicBezTo>
                    <a:pt x="28730" y="97165"/>
                    <a:pt x="29467" y="97165"/>
                    <a:pt x="30226" y="97165"/>
                  </a:cubicBezTo>
                  <a:cubicBezTo>
                    <a:pt x="30748" y="95936"/>
                    <a:pt x="31245" y="94695"/>
                    <a:pt x="31714" y="93444"/>
                  </a:cubicBezTo>
                  <a:cubicBezTo>
                    <a:pt x="32205" y="93444"/>
                    <a:pt x="32696" y="93444"/>
                    <a:pt x="33202" y="93444"/>
                  </a:cubicBezTo>
                  <a:cubicBezTo>
                    <a:pt x="33713" y="92460"/>
                    <a:pt x="34205" y="91465"/>
                    <a:pt x="34691" y="90468"/>
                  </a:cubicBezTo>
                  <a:cubicBezTo>
                    <a:pt x="35683" y="89228"/>
                    <a:pt x="36675" y="87987"/>
                    <a:pt x="37667" y="86747"/>
                  </a:cubicBezTo>
                  <a:cubicBezTo>
                    <a:pt x="37943" y="86195"/>
                    <a:pt x="38220" y="85642"/>
                    <a:pt x="38504" y="85073"/>
                  </a:cubicBezTo>
                  <a:cubicBezTo>
                    <a:pt x="39155" y="83771"/>
                    <a:pt x="39155" y="83771"/>
                    <a:pt x="40644" y="83026"/>
                  </a:cubicBezTo>
                  <a:cubicBezTo>
                    <a:pt x="40889" y="82535"/>
                    <a:pt x="41135" y="82044"/>
                    <a:pt x="41388" y="81538"/>
                  </a:cubicBezTo>
                  <a:cubicBezTo>
                    <a:pt x="42132" y="80050"/>
                    <a:pt x="42132" y="80050"/>
                    <a:pt x="43620" y="79306"/>
                  </a:cubicBezTo>
                  <a:cubicBezTo>
                    <a:pt x="43989" y="78201"/>
                    <a:pt x="43989" y="78201"/>
                    <a:pt x="44364" y="77073"/>
                  </a:cubicBezTo>
                  <a:cubicBezTo>
                    <a:pt x="45450" y="75889"/>
                    <a:pt x="46603" y="74836"/>
                    <a:pt x="47806" y="73771"/>
                  </a:cubicBezTo>
                  <a:cubicBezTo>
                    <a:pt x="48956" y="72651"/>
                    <a:pt x="48956" y="72651"/>
                    <a:pt x="49201" y="70981"/>
                  </a:cubicBezTo>
                  <a:cubicBezTo>
                    <a:pt x="49385" y="70313"/>
                    <a:pt x="49385" y="70313"/>
                    <a:pt x="49573" y="69632"/>
                  </a:cubicBezTo>
                  <a:cubicBezTo>
                    <a:pt x="50310" y="69632"/>
                    <a:pt x="51047" y="69632"/>
                    <a:pt x="51806" y="69632"/>
                  </a:cubicBezTo>
                  <a:cubicBezTo>
                    <a:pt x="51806" y="68404"/>
                    <a:pt x="51806" y="67176"/>
                    <a:pt x="51806" y="65911"/>
                  </a:cubicBezTo>
                  <a:cubicBezTo>
                    <a:pt x="52788" y="65911"/>
                    <a:pt x="53770" y="65911"/>
                    <a:pt x="54782" y="65911"/>
                  </a:cubicBezTo>
                  <a:cubicBezTo>
                    <a:pt x="54736" y="65313"/>
                    <a:pt x="54690" y="64714"/>
                    <a:pt x="54643" y="64097"/>
                  </a:cubicBezTo>
                  <a:cubicBezTo>
                    <a:pt x="54712" y="63153"/>
                    <a:pt x="54712" y="63153"/>
                    <a:pt x="54782" y="62191"/>
                  </a:cubicBezTo>
                  <a:cubicBezTo>
                    <a:pt x="55519" y="61945"/>
                    <a:pt x="56256" y="61699"/>
                    <a:pt x="57015" y="61446"/>
                  </a:cubicBezTo>
                  <a:cubicBezTo>
                    <a:pt x="57092" y="60925"/>
                    <a:pt x="57168" y="60403"/>
                    <a:pt x="57247" y="59865"/>
                  </a:cubicBezTo>
                  <a:cubicBezTo>
                    <a:pt x="57899" y="57139"/>
                    <a:pt x="59238" y="55826"/>
                    <a:pt x="61128" y="53816"/>
                  </a:cubicBezTo>
                  <a:cubicBezTo>
                    <a:pt x="62290" y="52543"/>
                    <a:pt x="62290" y="52543"/>
                    <a:pt x="63017" y="50915"/>
                  </a:cubicBezTo>
                  <a:cubicBezTo>
                    <a:pt x="63712" y="49540"/>
                    <a:pt x="63712" y="49540"/>
                    <a:pt x="65200" y="48796"/>
                  </a:cubicBezTo>
                  <a:cubicBezTo>
                    <a:pt x="65308" y="48290"/>
                    <a:pt x="65415" y="47783"/>
                    <a:pt x="65526" y="47261"/>
                  </a:cubicBezTo>
                  <a:cubicBezTo>
                    <a:pt x="65733" y="46548"/>
                    <a:pt x="65733" y="46548"/>
                    <a:pt x="65944" y="45819"/>
                  </a:cubicBezTo>
                  <a:cubicBezTo>
                    <a:pt x="66681" y="45819"/>
                    <a:pt x="67418" y="45819"/>
                    <a:pt x="68177" y="45819"/>
                  </a:cubicBezTo>
                  <a:cubicBezTo>
                    <a:pt x="68131" y="45098"/>
                    <a:pt x="68085" y="44377"/>
                    <a:pt x="68037" y="43634"/>
                  </a:cubicBezTo>
                  <a:cubicBezTo>
                    <a:pt x="68083" y="42881"/>
                    <a:pt x="68129" y="42129"/>
                    <a:pt x="68177" y="41355"/>
                  </a:cubicBezTo>
                  <a:cubicBezTo>
                    <a:pt x="68914" y="41109"/>
                    <a:pt x="69650" y="40863"/>
                    <a:pt x="70409" y="40610"/>
                  </a:cubicBezTo>
                  <a:cubicBezTo>
                    <a:pt x="70933" y="39132"/>
                    <a:pt x="71430" y="37643"/>
                    <a:pt x="71898" y="36146"/>
                  </a:cubicBezTo>
                  <a:cubicBezTo>
                    <a:pt x="72389" y="35900"/>
                    <a:pt x="72880" y="35654"/>
                    <a:pt x="73386" y="35401"/>
                  </a:cubicBezTo>
                  <a:cubicBezTo>
                    <a:pt x="73509" y="34910"/>
                    <a:pt x="73631" y="34419"/>
                    <a:pt x="73758" y="33913"/>
                  </a:cubicBezTo>
                  <a:cubicBezTo>
                    <a:pt x="73881" y="33422"/>
                    <a:pt x="74003" y="32931"/>
                    <a:pt x="74130" y="32425"/>
                  </a:cubicBezTo>
                  <a:cubicBezTo>
                    <a:pt x="74621" y="32179"/>
                    <a:pt x="75112" y="31934"/>
                    <a:pt x="75618" y="31681"/>
                  </a:cubicBezTo>
                  <a:cubicBezTo>
                    <a:pt x="76124" y="30196"/>
                    <a:pt x="76620" y="28707"/>
                    <a:pt x="77107" y="27216"/>
                  </a:cubicBezTo>
                  <a:cubicBezTo>
                    <a:pt x="77843" y="26479"/>
                    <a:pt x="77843" y="26479"/>
                    <a:pt x="78595" y="25728"/>
                  </a:cubicBezTo>
                  <a:cubicBezTo>
                    <a:pt x="78733" y="24968"/>
                    <a:pt x="78733" y="24968"/>
                    <a:pt x="78874" y="24193"/>
                  </a:cubicBezTo>
                  <a:cubicBezTo>
                    <a:pt x="79027" y="23717"/>
                    <a:pt x="79181" y="23241"/>
                    <a:pt x="79339" y="22751"/>
                  </a:cubicBezTo>
                  <a:cubicBezTo>
                    <a:pt x="79845" y="22674"/>
                    <a:pt x="80352" y="22598"/>
                    <a:pt x="80874" y="22519"/>
                  </a:cubicBezTo>
                  <a:cubicBezTo>
                    <a:pt x="81350" y="22350"/>
                    <a:pt x="81825" y="22181"/>
                    <a:pt x="82316" y="22007"/>
                  </a:cubicBezTo>
                  <a:cubicBezTo>
                    <a:pt x="82564" y="19371"/>
                    <a:pt x="82564" y="19371"/>
                    <a:pt x="82316" y="16798"/>
                  </a:cubicBezTo>
                  <a:cubicBezTo>
                    <a:pt x="82807" y="16798"/>
                    <a:pt x="83298" y="16798"/>
                    <a:pt x="83804" y="16798"/>
                  </a:cubicBezTo>
                  <a:cubicBezTo>
                    <a:pt x="84308" y="15064"/>
                    <a:pt x="84804" y="13328"/>
                    <a:pt x="85292" y="11589"/>
                  </a:cubicBezTo>
                  <a:cubicBezTo>
                    <a:pt x="85783" y="11343"/>
                    <a:pt x="86274" y="11098"/>
                    <a:pt x="86780" y="10845"/>
                  </a:cubicBezTo>
                  <a:cubicBezTo>
                    <a:pt x="87270" y="8591"/>
                    <a:pt x="87270" y="8591"/>
                    <a:pt x="87525" y="6380"/>
                  </a:cubicBezTo>
                  <a:cubicBezTo>
                    <a:pt x="88261" y="6380"/>
                    <a:pt x="88998" y="6380"/>
                    <a:pt x="89757" y="6380"/>
                  </a:cubicBezTo>
                  <a:cubicBezTo>
                    <a:pt x="90003" y="4661"/>
                    <a:pt x="90248" y="2942"/>
                    <a:pt x="90501" y="1171"/>
                  </a:cubicBezTo>
                  <a:close/>
                </a:path>
              </a:pathLst>
            </a:custGeom>
            <a:grpFill/>
            <a:ln w="744" cap="flat">
              <a:noFill/>
              <a:prstDash val="solid"/>
              <a:miter/>
            </a:ln>
          </p:spPr>
          <p:txBody>
            <a:bodyPr rtlCol="0" anchor="ctr"/>
            <a:lstStyle/>
            <a:p>
              <a:endParaRPr lang="zh-CN" altLang="en-US"/>
            </a:p>
          </p:txBody>
        </p:sp>
        <p:sp>
          <p:nvSpPr>
            <p:cNvPr id="202" name="任意多边形: 形状 201"/>
            <p:cNvSpPr/>
            <p:nvPr/>
          </p:nvSpPr>
          <p:spPr>
            <a:xfrm>
              <a:off x="7476222" y="1392731"/>
              <a:ext cx="109856" cy="239131"/>
            </a:xfrm>
            <a:custGeom>
              <a:avLst/>
              <a:gdLst>
                <a:gd name="connsiteX0" fmla="*/ 89666 w 109858"/>
                <a:gd name="connsiteY0" fmla="*/ 1757 h 239122"/>
                <a:gd name="connsiteX1" fmla="*/ 101983 w 109858"/>
                <a:gd name="connsiteY1" fmla="*/ 1634 h 239122"/>
                <a:gd name="connsiteX2" fmla="*/ 106175 w 109858"/>
                <a:gd name="connsiteY2" fmla="*/ 1589 h 239122"/>
                <a:gd name="connsiteX3" fmla="*/ 112193 w 109858"/>
                <a:gd name="connsiteY3" fmla="*/ 1539 h 239122"/>
                <a:gd name="connsiteX4" fmla="*/ 114094 w 109858"/>
                <a:gd name="connsiteY4" fmla="*/ 1504 h 239122"/>
                <a:gd name="connsiteX5" fmla="*/ 118687 w 109858"/>
                <a:gd name="connsiteY5" fmla="*/ 1757 h 239122"/>
                <a:gd name="connsiteX6" fmla="*/ 120369 w 109858"/>
                <a:gd name="connsiteY6" fmla="*/ 10553 h 239122"/>
                <a:gd name="connsiteX7" fmla="*/ 120378 w 109858"/>
                <a:gd name="connsiteY7" fmla="*/ 12610 h 239122"/>
                <a:gd name="connsiteX8" fmla="*/ 120380 w 109858"/>
                <a:gd name="connsiteY8" fmla="*/ 19464 h 239122"/>
                <a:gd name="connsiteX9" fmla="*/ 120391 w 109858"/>
                <a:gd name="connsiteY9" fmla="*/ 24366 h 239122"/>
                <a:gd name="connsiteX10" fmla="*/ 120400 w 109858"/>
                <a:gd name="connsiteY10" fmla="*/ 37700 h 239122"/>
                <a:gd name="connsiteX11" fmla="*/ 120406 w 109858"/>
                <a:gd name="connsiteY11" fmla="*/ 48813 h 239122"/>
                <a:gd name="connsiteX12" fmla="*/ 120409 w 109858"/>
                <a:gd name="connsiteY12" fmla="*/ 76515 h 239122"/>
                <a:gd name="connsiteX13" fmla="*/ 120428 w 109858"/>
                <a:gd name="connsiteY13" fmla="*/ 100600 h 239122"/>
                <a:gd name="connsiteX14" fmla="*/ 120446 w 109858"/>
                <a:gd name="connsiteY14" fmla="*/ 125309 h 239122"/>
                <a:gd name="connsiteX15" fmla="*/ 120457 w 109858"/>
                <a:gd name="connsiteY15" fmla="*/ 139190 h 239122"/>
                <a:gd name="connsiteX16" fmla="*/ 120455 w 109858"/>
                <a:gd name="connsiteY16" fmla="*/ 152233 h 239122"/>
                <a:gd name="connsiteX17" fmla="*/ 120461 w 109858"/>
                <a:gd name="connsiteY17" fmla="*/ 157034 h 239122"/>
                <a:gd name="connsiteX18" fmla="*/ 120454 w 109858"/>
                <a:gd name="connsiteY18" fmla="*/ 163558 h 239122"/>
                <a:gd name="connsiteX19" fmla="*/ 120470 w 109858"/>
                <a:gd name="connsiteY19" fmla="*/ 165504 h 239122"/>
                <a:gd name="connsiteX20" fmla="*/ 120175 w 109858"/>
                <a:gd name="connsiteY20" fmla="*/ 169933 h 239122"/>
                <a:gd name="connsiteX21" fmla="*/ 117943 w 109858"/>
                <a:gd name="connsiteY21" fmla="*/ 170677 h 239122"/>
                <a:gd name="connsiteX22" fmla="*/ 117562 w 109858"/>
                <a:gd name="connsiteY22" fmla="*/ 176284 h 239122"/>
                <a:gd name="connsiteX23" fmla="*/ 117522 w 109858"/>
                <a:gd name="connsiteY23" fmla="*/ 177983 h 239122"/>
                <a:gd name="connsiteX24" fmla="*/ 117431 w 109858"/>
                <a:gd name="connsiteY24" fmla="*/ 183374 h 239122"/>
                <a:gd name="connsiteX25" fmla="*/ 117354 w 109858"/>
                <a:gd name="connsiteY25" fmla="*/ 187020 h 239122"/>
                <a:gd name="connsiteX26" fmla="*/ 117199 w 109858"/>
                <a:gd name="connsiteY26" fmla="*/ 195978 h 239122"/>
                <a:gd name="connsiteX27" fmla="*/ 115710 w 109858"/>
                <a:gd name="connsiteY27" fmla="*/ 195978 h 239122"/>
                <a:gd name="connsiteX28" fmla="*/ 114548 w 109858"/>
                <a:gd name="connsiteY28" fmla="*/ 202442 h 239122"/>
                <a:gd name="connsiteX29" fmla="*/ 114359 w 109858"/>
                <a:gd name="connsiteY29" fmla="*/ 204684 h 239122"/>
                <a:gd name="connsiteX30" fmla="*/ 114222 w 109858"/>
                <a:gd name="connsiteY30" fmla="*/ 206396 h 239122"/>
                <a:gd name="connsiteX31" fmla="*/ 112734 w 109858"/>
                <a:gd name="connsiteY31" fmla="*/ 206396 h 239122"/>
                <a:gd name="connsiteX32" fmla="*/ 111990 w 109858"/>
                <a:gd name="connsiteY32" fmla="*/ 209698 h 239122"/>
                <a:gd name="connsiteX33" fmla="*/ 111246 w 109858"/>
                <a:gd name="connsiteY33" fmla="*/ 213093 h 239122"/>
                <a:gd name="connsiteX34" fmla="*/ 109757 w 109858"/>
                <a:gd name="connsiteY34" fmla="*/ 213837 h 239122"/>
                <a:gd name="connsiteX35" fmla="*/ 109432 w 109858"/>
                <a:gd name="connsiteY35" fmla="*/ 216442 h 239122"/>
                <a:gd name="connsiteX36" fmla="*/ 109013 w 109858"/>
                <a:gd name="connsiteY36" fmla="*/ 219046 h 239122"/>
                <a:gd name="connsiteX37" fmla="*/ 106781 w 109858"/>
                <a:gd name="connsiteY37" fmla="*/ 219790 h 239122"/>
                <a:gd name="connsiteX38" fmla="*/ 105292 w 109858"/>
                <a:gd name="connsiteY38" fmla="*/ 222767 h 239122"/>
                <a:gd name="connsiteX39" fmla="*/ 103804 w 109858"/>
                <a:gd name="connsiteY39" fmla="*/ 223511 h 239122"/>
                <a:gd name="connsiteX40" fmla="*/ 103525 w 109858"/>
                <a:gd name="connsiteY40" fmla="*/ 224953 h 239122"/>
                <a:gd name="connsiteX41" fmla="*/ 103060 w 109858"/>
                <a:gd name="connsiteY41" fmla="*/ 226487 h 239122"/>
                <a:gd name="connsiteX42" fmla="*/ 100083 w 109858"/>
                <a:gd name="connsiteY42" fmla="*/ 227976 h 239122"/>
                <a:gd name="connsiteX43" fmla="*/ 99339 w 109858"/>
                <a:gd name="connsiteY43" fmla="*/ 230208 h 239122"/>
                <a:gd name="connsiteX44" fmla="*/ 94875 w 109858"/>
                <a:gd name="connsiteY44" fmla="*/ 230208 h 239122"/>
                <a:gd name="connsiteX45" fmla="*/ 94875 w 109858"/>
                <a:gd name="connsiteY45" fmla="*/ 233929 h 239122"/>
                <a:gd name="connsiteX46" fmla="*/ 92689 w 109858"/>
                <a:gd name="connsiteY46" fmla="*/ 234161 h 239122"/>
                <a:gd name="connsiteX47" fmla="*/ 90410 w 109858"/>
                <a:gd name="connsiteY47" fmla="*/ 234673 h 239122"/>
                <a:gd name="connsiteX48" fmla="*/ 89666 w 109858"/>
                <a:gd name="connsiteY48" fmla="*/ 236905 h 239122"/>
                <a:gd name="connsiteX49" fmla="*/ 85898 w 109858"/>
                <a:gd name="connsiteY49" fmla="*/ 237417 h 239122"/>
                <a:gd name="connsiteX50" fmla="*/ 83826 w 109858"/>
                <a:gd name="connsiteY50" fmla="*/ 237565 h 239122"/>
                <a:gd name="connsiteX51" fmla="*/ 82224 w 109858"/>
                <a:gd name="connsiteY51" fmla="*/ 237650 h 239122"/>
                <a:gd name="connsiteX52" fmla="*/ 82224 w 109858"/>
                <a:gd name="connsiteY52" fmla="*/ 240626 h 239122"/>
                <a:gd name="connsiteX53" fmla="*/ 46505 w 109858"/>
                <a:gd name="connsiteY53" fmla="*/ 240626 h 239122"/>
                <a:gd name="connsiteX54" fmla="*/ 46505 w 109858"/>
                <a:gd name="connsiteY54" fmla="*/ 237650 h 239122"/>
                <a:gd name="connsiteX55" fmla="*/ 44904 w 109858"/>
                <a:gd name="connsiteY55" fmla="*/ 237565 h 239122"/>
                <a:gd name="connsiteX56" fmla="*/ 42831 w 109858"/>
                <a:gd name="connsiteY56" fmla="*/ 237417 h 239122"/>
                <a:gd name="connsiteX57" fmla="*/ 40764 w 109858"/>
                <a:gd name="connsiteY57" fmla="*/ 237286 h 239122"/>
                <a:gd name="connsiteX58" fmla="*/ 39064 w 109858"/>
                <a:gd name="connsiteY58" fmla="*/ 236905 h 239122"/>
                <a:gd name="connsiteX59" fmla="*/ 38320 w 109858"/>
                <a:gd name="connsiteY59" fmla="*/ 234673 h 239122"/>
                <a:gd name="connsiteX60" fmla="*/ 35715 w 109858"/>
                <a:gd name="connsiteY60" fmla="*/ 234347 h 239122"/>
                <a:gd name="connsiteX61" fmla="*/ 33111 w 109858"/>
                <a:gd name="connsiteY61" fmla="*/ 233929 h 239122"/>
                <a:gd name="connsiteX62" fmla="*/ 32367 w 109858"/>
                <a:gd name="connsiteY62" fmla="*/ 230952 h 239122"/>
                <a:gd name="connsiteX63" fmla="*/ 30134 w 109858"/>
                <a:gd name="connsiteY63" fmla="*/ 230208 h 239122"/>
                <a:gd name="connsiteX64" fmla="*/ 29390 w 109858"/>
                <a:gd name="connsiteY64" fmla="*/ 227976 h 239122"/>
                <a:gd name="connsiteX65" fmla="*/ 27158 w 109858"/>
                <a:gd name="connsiteY65" fmla="*/ 227232 h 239122"/>
                <a:gd name="connsiteX66" fmla="*/ 26414 w 109858"/>
                <a:gd name="connsiteY66" fmla="*/ 224999 h 239122"/>
                <a:gd name="connsiteX67" fmla="*/ 24181 w 109858"/>
                <a:gd name="connsiteY67" fmla="*/ 223511 h 239122"/>
                <a:gd name="connsiteX68" fmla="*/ 23437 w 109858"/>
                <a:gd name="connsiteY68" fmla="*/ 220534 h 239122"/>
                <a:gd name="connsiteX69" fmla="*/ 21949 w 109858"/>
                <a:gd name="connsiteY69" fmla="*/ 219790 h 239122"/>
                <a:gd name="connsiteX70" fmla="*/ 21623 w 109858"/>
                <a:gd name="connsiteY70" fmla="*/ 218302 h 239122"/>
                <a:gd name="connsiteX71" fmla="*/ 21205 w 109858"/>
                <a:gd name="connsiteY71" fmla="*/ 216814 h 239122"/>
                <a:gd name="connsiteX72" fmla="*/ 18972 w 109858"/>
                <a:gd name="connsiteY72" fmla="*/ 216069 h 239122"/>
                <a:gd name="connsiteX73" fmla="*/ 18530 w 109858"/>
                <a:gd name="connsiteY73" fmla="*/ 210884 h 239122"/>
                <a:gd name="connsiteX74" fmla="*/ 18228 w 109858"/>
                <a:gd name="connsiteY74" fmla="*/ 209372 h 239122"/>
                <a:gd name="connsiteX75" fmla="*/ 15996 w 109858"/>
                <a:gd name="connsiteY75" fmla="*/ 208628 h 239122"/>
                <a:gd name="connsiteX76" fmla="*/ 15577 w 109858"/>
                <a:gd name="connsiteY76" fmla="*/ 205279 h 239122"/>
                <a:gd name="connsiteX77" fmla="*/ 15251 w 109858"/>
                <a:gd name="connsiteY77" fmla="*/ 201931 h 239122"/>
                <a:gd name="connsiteX78" fmla="*/ 13763 w 109858"/>
                <a:gd name="connsiteY78" fmla="*/ 201187 h 239122"/>
                <a:gd name="connsiteX79" fmla="*/ 13481 w 109858"/>
                <a:gd name="connsiteY79" fmla="*/ 197937 h 239122"/>
                <a:gd name="connsiteX80" fmla="*/ 13404 w 109858"/>
                <a:gd name="connsiteY80" fmla="*/ 195940 h 239122"/>
                <a:gd name="connsiteX81" fmla="*/ 13345 w 109858"/>
                <a:gd name="connsiteY81" fmla="*/ 193838 h 239122"/>
                <a:gd name="connsiteX82" fmla="*/ 13202 w 109858"/>
                <a:gd name="connsiteY82" fmla="*/ 189751 h 239122"/>
                <a:gd name="connsiteX83" fmla="*/ 13148 w 109858"/>
                <a:gd name="connsiteY83" fmla="*/ 187912 h 239122"/>
                <a:gd name="connsiteX84" fmla="*/ 12275 w 109858"/>
                <a:gd name="connsiteY84" fmla="*/ 184071 h 239122"/>
                <a:gd name="connsiteX85" fmla="*/ 10787 w 109858"/>
                <a:gd name="connsiteY85" fmla="*/ 183327 h 239122"/>
                <a:gd name="connsiteX86" fmla="*/ 10615 w 109858"/>
                <a:gd name="connsiteY86" fmla="*/ 179537 h 239122"/>
                <a:gd name="connsiteX87" fmla="*/ 10619 w 109858"/>
                <a:gd name="connsiteY87" fmla="*/ 177214 h 239122"/>
                <a:gd name="connsiteX88" fmla="*/ 10647 w 109858"/>
                <a:gd name="connsiteY88" fmla="*/ 174770 h 239122"/>
                <a:gd name="connsiteX89" fmla="*/ 10649 w 109858"/>
                <a:gd name="connsiteY89" fmla="*/ 172325 h 239122"/>
                <a:gd name="connsiteX90" fmla="*/ 11531 w 109858"/>
                <a:gd name="connsiteY90" fmla="*/ 165468 h 239122"/>
                <a:gd name="connsiteX91" fmla="*/ 17879 w 109858"/>
                <a:gd name="connsiteY91" fmla="*/ 165732 h 239122"/>
                <a:gd name="connsiteX92" fmla="*/ 19716 w 109858"/>
                <a:gd name="connsiteY92" fmla="*/ 165468 h 239122"/>
                <a:gd name="connsiteX93" fmla="*/ 19966 w 109858"/>
                <a:gd name="connsiteY93" fmla="*/ 163983 h 239122"/>
                <a:gd name="connsiteX94" fmla="*/ 20460 w 109858"/>
                <a:gd name="connsiteY94" fmla="*/ 162491 h 239122"/>
                <a:gd name="connsiteX95" fmla="*/ 24251 w 109858"/>
                <a:gd name="connsiteY95" fmla="*/ 162174 h 239122"/>
                <a:gd name="connsiteX96" fmla="*/ 26573 w 109858"/>
                <a:gd name="connsiteY96" fmla="*/ 162193 h 239122"/>
                <a:gd name="connsiteX97" fmla="*/ 29018 w 109858"/>
                <a:gd name="connsiteY97" fmla="*/ 162259 h 239122"/>
                <a:gd name="connsiteX98" fmla="*/ 31463 w 109858"/>
                <a:gd name="connsiteY98" fmla="*/ 162281 h 239122"/>
                <a:gd name="connsiteX99" fmla="*/ 38320 w 109858"/>
                <a:gd name="connsiteY99" fmla="*/ 163235 h 239122"/>
                <a:gd name="connsiteX100" fmla="*/ 38366 w 109858"/>
                <a:gd name="connsiteY100" fmla="*/ 169235 h 239122"/>
                <a:gd name="connsiteX101" fmla="*/ 38356 w 109858"/>
                <a:gd name="connsiteY101" fmla="*/ 170946 h 239122"/>
                <a:gd name="connsiteX102" fmla="*/ 38320 w 109858"/>
                <a:gd name="connsiteY102" fmla="*/ 175142 h 239122"/>
                <a:gd name="connsiteX103" fmla="*/ 40552 w 109858"/>
                <a:gd name="connsiteY103" fmla="*/ 175142 h 239122"/>
                <a:gd name="connsiteX104" fmla="*/ 40585 w 109858"/>
                <a:gd name="connsiteY104" fmla="*/ 176496 h 239122"/>
                <a:gd name="connsiteX105" fmla="*/ 40785 w 109858"/>
                <a:gd name="connsiteY105" fmla="*/ 182537 h 239122"/>
                <a:gd name="connsiteX106" fmla="*/ 40836 w 109858"/>
                <a:gd name="connsiteY106" fmla="*/ 184669 h 239122"/>
                <a:gd name="connsiteX107" fmla="*/ 40916 w 109858"/>
                <a:gd name="connsiteY107" fmla="*/ 186696 h 239122"/>
                <a:gd name="connsiteX108" fmla="*/ 40975 w 109858"/>
                <a:gd name="connsiteY108" fmla="*/ 188574 h 239122"/>
                <a:gd name="connsiteX109" fmla="*/ 41296 w 109858"/>
                <a:gd name="connsiteY109" fmla="*/ 190025 h 239122"/>
                <a:gd name="connsiteX110" fmla="*/ 43529 w 109858"/>
                <a:gd name="connsiteY110" fmla="*/ 190769 h 239122"/>
                <a:gd name="connsiteX111" fmla="*/ 43898 w 109858"/>
                <a:gd name="connsiteY111" fmla="*/ 195033 h 239122"/>
                <a:gd name="connsiteX112" fmla="*/ 50970 w 109858"/>
                <a:gd name="connsiteY112" fmla="*/ 204163 h 239122"/>
                <a:gd name="connsiteX113" fmla="*/ 50970 w 109858"/>
                <a:gd name="connsiteY113" fmla="*/ 206396 h 239122"/>
                <a:gd name="connsiteX114" fmla="*/ 52572 w 109858"/>
                <a:gd name="connsiteY114" fmla="*/ 206291 h 239122"/>
                <a:gd name="connsiteX115" fmla="*/ 54644 w 109858"/>
                <a:gd name="connsiteY115" fmla="*/ 206210 h 239122"/>
                <a:gd name="connsiteX116" fmla="*/ 56711 w 109858"/>
                <a:gd name="connsiteY116" fmla="*/ 206105 h 239122"/>
                <a:gd name="connsiteX117" fmla="*/ 58412 w 109858"/>
                <a:gd name="connsiteY117" fmla="*/ 206396 h 239122"/>
                <a:gd name="connsiteX118" fmla="*/ 58714 w 109858"/>
                <a:gd name="connsiteY118" fmla="*/ 207861 h 239122"/>
                <a:gd name="connsiteX119" fmla="*/ 59156 w 109858"/>
                <a:gd name="connsiteY119" fmla="*/ 209372 h 239122"/>
                <a:gd name="connsiteX120" fmla="*/ 64039 w 109858"/>
                <a:gd name="connsiteY120" fmla="*/ 209930 h 239122"/>
                <a:gd name="connsiteX121" fmla="*/ 66740 w 109858"/>
                <a:gd name="connsiteY121" fmla="*/ 210058 h 239122"/>
                <a:gd name="connsiteX122" fmla="*/ 68830 w 109858"/>
                <a:gd name="connsiteY122" fmla="*/ 210116 h 239122"/>
                <a:gd name="connsiteX123" fmla="*/ 68830 w 109858"/>
                <a:gd name="connsiteY123" fmla="*/ 206396 h 239122"/>
                <a:gd name="connsiteX124" fmla="*/ 70594 w 109858"/>
                <a:gd name="connsiteY124" fmla="*/ 206500 h 239122"/>
                <a:gd name="connsiteX125" fmla="*/ 72876 w 109858"/>
                <a:gd name="connsiteY125" fmla="*/ 206582 h 239122"/>
                <a:gd name="connsiteX126" fmla="*/ 75152 w 109858"/>
                <a:gd name="connsiteY126" fmla="*/ 206686 h 239122"/>
                <a:gd name="connsiteX127" fmla="*/ 77015 w 109858"/>
                <a:gd name="connsiteY127" fmla="*/ 206396 h 239122"/>
                <a:gd name="connsiteX128" fmla="*/ 77759 w 109858"/>
                <a:gd name="connsiteY128" fmla="*/ 203419 h 239122"/>
                <a:gd name="connsiteX129" fmla="*/ 79666 w 109858"/>
                <a:gd name="connsiteY129" fmla="*/ 203047 h 239122"/>
                <a:gd name="connsiteX130" fmla="*/ 81480 w 109858"/>
                <a:gd name="connsiteY130" fmla="*/ 202675 h 239122"/>
                <a:gd name="connsiteX131" fmla="*/ 81480 w 109858"/>
                <a:gd name="connsiteY131" fmla="*/ 199698 h 239122"/>
                <a:gd name="connsiteX132" fmla="*/ 83712 w 109858"/>
                <a:gd name="connsiteY132" fmla="*/ 198954 h 239122"/>
                <a:gd name="connsiteX133" fmla="*/ 84457 w 109858"/>
                <a:gd name="connsiteY133" fmla="*/ 194489 h 239122"/>
                <a:gd name="connsiteX134" fmla="*/ 86689 w 109858"/>
                <a:gd name="connsiteY134" fmla="*/ 193001 h 239122"/>
                <a:gd name="connsiteX135" fmla="*/ 87017 w 109858"/>
                <a:gd name="connsiteY135" fmla="*/ 189789 h 239122"/>
                <a:gd name="connsiteX136" fmla="*/ 87077 w 109858"/>
                <a:gd name="connsiteY136" fmla="*/ 187881 h 239122"/>
                <a:gd name="connsiteX137" fmla="*/ 87108 w 109858"/>
                <a:gd name="connsiteY137" fmla="*/ 185885 h 239122"/>
                <a:gd name="connsiteX138" fmla="*/ 87203 w 109858"/>
                <a:gd name="connsiteY138" fmla="*/ 181976 h 239122"/>
                <a:gd name="connsiteX139" fmla="*/ 87231 w 109858"/>
                <a:gd name="connsiteY139" fmla="*/ 180221 h 239122"/>
                <a:gd name="connsiteX140" fmla="*/ 87433 w 109858"/>
                <a:gd name="connsiteY140" fmla="*/ 178862 h 239122"/>
                <a:gd name="connsiteX141" fmla="*/ 88921 w 109858"/>
                <a:gd name="connsiteY141" fmla="*/ 178118 h 239122"/>
                <a:gd name="connsiteX142" fmla="*/ 89129 w 109858"/>
                <a:gd name="connsiteY142" fmla="*/ 171333 h 239122"/>
                <a:gd name="connsiteX143" fmla="*/ 89142 w 109858"/>
                <a:gd name="connsiteY143" fmla="*/ 169149 h 239122"/>
                <a:gd name="connsiteX144" fmla="*/ 89159 w 109858"/>
                <a:gd name="connsiteY144" fmla="*/ 161844 h 239122"/>
                <a:gd name="connsiteX145" fmla="*/ 89181 w 109858"/>
                <a:gd name="connsiteY145" fmla="*/ 156631 h 239122"/>
                <a:gd name="connsiteX146" fmla="*/ 89223 w 109858"/>
                <a:gd name="connsiteY146" fmla="*/ 142430 h 239122"/>
                <a:gd name="connsiteX147" fmla="*/ 89267 w 109858"/>
                <a:gd name="connsiteY147" fmla="*/ 129108 h 239122"/>
                <a:gd name="connsiteX148" fmla="*/ 89352 w 109858"/>
                <a:gd name="connsiteY148" fmla="*/ 102712 h 239122"/>
                <a:gd name="connsiteX149" fmla="*/ 89429 w 109858"/>
                <a:gd name="connsiteY149" fmla="*/ 77066 h 239122"/>
                <a:gd name="connsiteX150" fmla="*/ 89435 w 109858"/>
                <a:gd name="connsiteY150" fmla="*/ 75470 h 239122"/>
                <a:gd name="connsiteX151" fmla="*/ 89463 w 109858"/>
                <a:gd name="connsiteY151" fmla="*/ 67545 h 239122"/>
                <a:gd name="connsiteX152" fmla="*/ 89666 w 109858"/>
                <a:gd name="connsiteY152" fmla="*/ 1757 h 23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9858" h="239122">
                  <a:moveTo>
                    <a:pt x="89666" y="1757"/>
                  </a:moveTo>
                  <a:cubicBezTo>
                    <a:pt x="93771" y="1702"/>
                    <a:pt x="97877" y="1661"/>
                    <a:pt x="101983" y="1634"/>
                  </a:cubicBezTo>
                  <a:cubicBezTo>
                    <a:pt x="103381" y="1623"/>
                    <a:pt x="104778" y="1608"/>
                    <a:pt x="106175" y="1589"/>
                  </a:cubicBezTo>
                  <a:cubicBezTo>
                    <a:pt x="108181" y="1562"/>
                    <a:pt x="110187" y="1549"/>
                    <a:pt x="112193" y="1539"/>
                  </a:cubicBezTo>
                  <a:cubicBezTo>
                    <a:pt x="112820" y="1527"/>
                    <a:pt x="113447" y="1516"/>
                    <a:pt x="114094" y="1504"/>
                  </a:cubicBezTo>
                  <a:cubicBezTo>
                    <a:pt x="115854" y="1504"/>
                    <a:pt x="115854" y="1504"/>
                    <a:pt x="118687" y="1757"/>
                  </a:cubicBezTo>
                  <a:cubicBezTo>
                    <a:pt x="120636" y="4681"/>
                    <a:pt x="120384" y="7160"/>
                    <a:pt x="120369" y="10553"/>
                  </a:cubicBezTo>
                  <a:cubicBezTo>
                    <a:pt x="120372" y="11232"/>
                    <a:pt x="120375" y="11911"/>
                    <a:pt x="120378" y="12610"/>
                  </a:cubicBezTo>
                  <a:cubicBezTo>
                    <a:pt x="120386" y="14895"/>
                    <a:pt x="120383" y="17179"/>
                    <a:pt x="120380" y="19464"/>
                  </a:cubicBezTo>
                  <a:cubicBezTo>
                    <a:pt x="120383" y="21098"/>
                    <a:pt x="120387" y="22732"/>
                    <a:pt x="120391" y="24366"/>
                  </a:cubicBezTo>
                  <a:cubicBezTo>
                    <a:pt x="120401" y="28811"/>
                    <a:pt x="120402" y="33255"/>
                    <a:pt x="120400" y="37700"/>
                  </a:cubicBezTo>
                  <a:cubicBezTo>
                    <a:pt x="120399" y="41404"/>
                    <a:pt x="120403" y="45109"/>
                    <a:pt x="120406" y="48813"/>
                  </a:cubicBezTo>
                  <a:cubicBezTo>
                    <a:pt x="120415" y="58047"/>
                    <a:pt x="120414" y="67281"/>
                    <a:pt x="120409" y="76515"/>
                  </a:cubicBezTo>
                  <a:cubicBezTo>
                    <a:pt x="120406" y="84543"/>
                    <a:pt x="120414" y="92571"/>
                    <a:pt x="120428" y="100600"/>
                  </a:cubicBezTo>
                  <a:cubicBezTo>
                    <a:pt x="120442" y="108836"/>
                    <a:pt x="120448" y="117073"/>
                    <a:pt x="120446" y="125309"/>
                  </a:cubicBezTo>
                  <a:cubicBezTo>
                    <a:pt x="120445" y="129936"/>
                    <a:pt x="120447" y="134563"/>
                    <a:pt x="120457" y="139190"/>
                  </a:cubicBezTo>
                  <a:cubicBezTo>
                    <a:pt x="120466" y="143538"/>
                    <a:pt x="120465" y="147885"/>
                    <a:pt x="120455" y="152233"/>
                  </a:cubicBezTo>
                  <a:cubicBezTo>
                    <a:pt x="120453" y="153833"/>
                    <a:pt x="120455" y="155434"/>
                    <a:pt x="120461" y="157034"/>
                  </a:cubicBezTo>
                  <a:cubicBezTo>
                    <a:pt x="120469" y="159209"/>
                    <a:pt x="120463" y="161384"/>
                    <a:pt x="120454" y="163558"/>
                  </a:cubicBezTo>
                  <a:cubicBezTo>
                    <a:pt x="120459" y="164200"/>
                    <a:pt x="120465" y="164842"/>
                    <a:pt x="120470" y="165504"/>
                  </a:cubicBezTo>
                  <a:cubicBezTo>
                    <a:pt x="120454" y="167256"/>
                    <a:pt x="120454" y="167256"/>
                    <a:pt x="120175" y="169933"/>
                  </a:cubicBezTo>
                  <a:cubicBezTo>
                    <a:pt x="119439" y="170178"/>
                    <a:pt x="118702" y="170424"/>
                    <a:pt x="117943" y="170677"/>
                  </a:cubicBezTo>
                  <a:cubicBezTo>
                    <a:pt x="117686" y="172600"/>
                    <a:pt x="117579" y="174354"/>
                    <a:pt x="117562" y="176284"/>
                  </a:cubicBezTo>
                  <a:cubicBezTo>
                    <a:pt x="117549" y="176845"/>
                    <a:pt x="117535" y="177405"/>
                    <a:pt x="117522" y="177983"/>
                  </a:cubicBezTo>
                  <a:cubicBezTo>
                    <a:pt x="117481" y="179780"/>
                    <a:pt x="117456" y="181576"/>
                    <a:pt x="117431" y="183374"/>
                  </a:cubicBezTo>
                  <a:cubicBezTo>
                    <a:pt x="117407" y="184589"/>
                    <a:pt x="117381" y="185805"/>
                    <a:pt x="117354" y="187020"/>
                  </a:cubicBezTo>
                  <a:cubicBezTo>
                    <a:pt x="117291" y="190006"/>
                    <a:pt x="117241" y="192992"/>
                    <a:pt x="117199" y="195978"/>
                  </a:cubicBezTo>
                  <a:cubicBezTo>
                    <a:pt x="116708" y="195978"/>
                    <a:pt x="116216" y="195978"/>
                    <a:pt x="115710" y="195978"/>
                  </a:cubicBezTo>
                  <a:cubicBezTo>
                    <a:pt x="114964" y="198216"/>
                    <a:pt x="114741" y="200099"/>
                    <a:pt x="114548" y="202442"/>
                  </a:cubicBezTo>
                  <a:cubicBezTo>
                    <a:pt x="114485" y="203182"/>
                    <a:pt x="114423" y="203922"/>
                    <a:pt x="114359" y="204684"/>
                  </a:cubicBezTo>
                  <a:cubicBezTo>
                    <a:pt x="114314" y="205248"/>
                    <a:pt x="114269" y="205814"/>
                    <a:pt x="114222" y="206396"/>
                  </a:cubicBezTo>
                  <a:cubicBezTo>
                    <a:pt x="113731" y="206396"/>
                    <a:pt x="113240" y="206396"/>
                    <a:pt x="112734" y="206396"/>
                  </a:cubicBezTo>
                  <a:cubicBezTo>
                    <a:pt x="112270" y="207891"/>
                    <a:pt x="112270" y="207891"/>
                    <a:pt x="111990" y="209698"/>
                  </a:cubicBezTo>
                  <a:cubicBezTo>
                    <a:pt x="111664" y="211555"/>
                    <a:pt x="111664" y="211555"/>
                    <a:pt x="111246" y="213093"/>
                  </a:cubicBezTo>
                  <a:cubicBezTo>
                    <a:pt x="110754" y="213338"/>
                    <a:pt x="110263" y="213584"/>
                    <a:pt x="109757" y="213837"/>
                  </a:cubicBezTo>
                  <a:cubicBezTo>
                    <a:pt x="109596" y="215126"/>
                    <a:pt x="109596" y="215126"/>
                    <a:pt x="109432" y="216442"/>
                  </a:cubicBezTo>
                  <a:cubicBezTo>
                    <a:pt x="109294" y="217301"/>
                    <a:pt x="109155" y="218160"/>
                    <a:pt x="109013" y="219046"/>
                  </a:cubicBezTo>
                  <a:cubicBezTo>
                    <a:pt x="108276" y="219292"/>
                    <a:pt x="107540" y="219537"/>
                    <a:pt x="106781" y="219790"/>
                  </a:cubicBezTo>
                  <a:cubicBezTo>
                    <a:pt x="106260" y="220770"/>
                    <a:pt x="105763" y="221762"/>
                    <a:pt x="105292" y="222767"/>
                  </a:cubicBezTo>
                  <a:cubicBezTo>
                    <a:pt x="104801" y="223012"/>
                    <a:pt x="104310" y="223258"/>
                    <a:pt x="103804" y="223511"/>
                  </a:cubicBezTo>
                  <a:cubicBezTo>
                    <a:pt x="103712" y="223987"/>
                    <a:pt x="103620" y="224462"/>
                    <a:pt x="103525" y="224953"/>
                  </a:cubicBezTo>
                  <a:cubicBezTo>
                    <a:pt x="103372" y="225459"/>
                    <a:pt x="103218" y="225966"/>
                    <a:pt x="103060" y="226487"/>
                  </a:cubicBezTo>
                  <a:cubicBezTo>
                    <a:pt x="102080" y="227008"/>
                    <a:pt x="101088" y="227505"/>
                    <a:pt x="100083" y="227976"/>
                  </a:cubicBezTo>
                  <a:cubicBezTo>
                    <a:pt x="99838" y="228712"/>
                    <a:pt x="99592" y="229449"/>
                    <a:pt x="99339" y="230208"/>
                  </a:cubicBezTo>
                  <a:cubicBezTo>
                    <a:pt x="97060" y="230348"/>
                    <a:pt x="97060" y="230348"/>
                    <a:pt x="94875" y="230208"/>
                  </a:cubicBezTo>
                  <a:cubicBezTo>
                    <a:pt x="94875" y="231436"/>
                    <a:pt x="94875" y="232664"/>
                    <a:pt x="94875" y="233929"/>
                  </a:cubicBezTo>
                  <a:cubicBezTo>
                    <a:pt x="94153" y="234006"/>
                    <a:pt x="93432" y="234082"/>
                    <a:pt x="92689" y="234161"/>
                  </a:cubicBezTo>
                  <a:cubicBezTo>
                    <a:pt x="91561" y="234415"/>
                    <a:pt x="91561" y="234415"/>
                    <a:pt x="90410" y="234673"/>
                  </a:cubicBezTo>
                  <a:cubicBezTo>
                    <a:pt x="90164" y="235410"/>
                    <a:pt x="89919" y="236146"/>
                    <a:pt x="89666" y="236905"/>
                  </a:cubicBezTo>
                  <a:cubicBezTo>
                    <a:pt x="87965" y="237286"/>
                    <a:pt x="87965" y="237286"/>
                    <a:pt x="85898" y="237417"/>
                  </a:cubicBezTo>
                  <a:cubicBezTo>
                    <a:pt x="85214" y="237466"/>
                    <a:pt x="84530" y="237515"/>
                    <a:pt x="83826" y="237565"/>
                  </a:cubicBezTo>
                  <a:cubicBezTo>
                    <a:pt x="83297" y="237593"/>
                    <a:pt x="82769" y="237621"/>
                    <a:pt x="82224" y="237650"/>
                  </a:cubicBezTo>
                  <a:cubicBezTo>
                    <a:pt x="82224" y="238632"/>
                    <a:pt x="82224" y="239614"/>
                    <a:pt x="82224" y="240626"/>
                  </a:cubicBezTo>
                  <a:cubicBezTo>
                    <a:pt x="70437" y="240626"/>
                    <a:pt x="58650" y="240626"/>
                    <a:pt x="46505" y="240626"/>
                  </a:cubicBezTo>
                  <a:cubicBezTo>
                    <a:pt x="46505" y="239644"/>
                    <a:pt x="46505" y="238662"/>
                    <a:pt x="46505" y="237650"/>
                  </a:cubicBezTo>
                  <a:cubicBezTo>
                    <a:pt x="45977" y="237622"/>
                    <a:pt x="45448" y="237594"/>
                    <a:pt x="44904" y="237565"/>
                  </a:cubicBezTo>
                  <a:cubicBezTo>
                    <a:pt x="43878" y="237492"/>
                    <a:pt x="43878" y="237492"/>
                    <a:pt x="42831" y="237417"/>
                  </a:cubicBezTo>
                  <a:cubicBezTo>
                    <a:pt x="42149" y="237374"/>
                    <a:pt x="41467" y="237331"/>
                    <a:pt x="40764" y="237286"/>
                  </a:cubicBezTo>
                  <a:cubicBezTo>
                    <a:pt x="40203" y="237161"/>
                    <a:pt x="39642" y="237035"/>
                    <a:pt x="39064" y="236905"/>
                  </a:cubicBezTo>
                  <a:cubicBezTo>
                    <a:pt x="38696" y="235800"/>
                    <a:pt x="38696" y="235800"/>
                    <a:pt x="38320" y="234673"/>
                  </a:cubicBezTo>
                  <a:cubicBezTo>
                    <a:pt x="37460" y="234566"/>
                    <a:pt x="36601" y="234458"/>
                    <a:pt x="35715" y="234347"/>
                  </a:cubicBezTo>
                  <a:cubicBezTo>
                    <a:pt x="34856" y="234209"/>
                    <a:pt x="33996" y="234071"/>
                    <a:pt x="33111" y="233929"/>
                  </a:cubicBezTo>
                  <a:cubicBezTo>
                    <a:pt x="32553" y="232441"/>
                    <a:pt x="32553" y="232441"/>
                    <a:pt x="32367" y="230952"/>
                  </a:cubicBezTo>
                  <a:cubicBezTo>
                    <a:pt x="31630" y="230707"/>
                    <a:pt x="30893" y="230461"/>
                    <a:pt x="30134" y="230208"/>
                  </a:cubicBezTo>
                  <a:cubicBezTo>
                    <a:pt x="29889" y="229471"/>
                    <a:pt x="29643" y="228735"/>
                    <a:pt x="29390" y="227976"/>
                  </a:cubicBezTo>
                  <a:cubicBezTo>
                    <a:pt x="28653" y="227730"/>
                    <a:pt x="27917" y="227485"/>
                    <a:pt x="27158" y="227232"/>
                  </a:cubicBezTo>
                  <a:cubicBezTo>
                    <a:pt x="26912" y="226495"/>
                    <a:pt x="26667" y="225758"/>
                    <a:pt x="26414" y="224999"/>
                  </a:cubicBezTo>
                  <a:cubicBezTo>
                    <a:pt x="25677" y="224508"/>
                    <a:pt x="24940" y="224017"/>
                    <a:pt x="24181" y="223511"/>
                  </a:cubicBezTo>
                  <a:cubicBezTo>
                    <a:pt x="23912" y="222524"/>
                    <a:pt x="23662" y="221532"/>
                    <a:pt x="23437" y="220534"/>
                  </a:cubicBezTo>
                  <a:cubicBezTo>
                    <a:pt x="22946" y="220289"/>
                    <a:pt x="22455" y="220043"/>
                    <a:pt x="21949" y="219790"/>
                  </a:cubicBezTo>
                  <a:cubicBezTo>
                    <a:pt x="21841" y="219299"/>
                    <a:pt x="21734" y="218808"/>
                    <a:pt x="21623" y="218302"/>
                  </a:cubicBezTo>
                  <a:cubicBezTo>
                    <a:pt x="21485" y="217811"/>
                    <a:pt x="21347" y="217320"/>
                    <a:pt x="21205" y="216814"/>
                  </a:cubicBezTo>
                  <a:cubicBezTo>
                    <a:pt x="20468" y="216568"/>
                    <a:pt x="19731" y="216322"/>
                    <a:pt x="18972" y="216069"/>
                  </a:cubicBezTo>
                  <a:cubicBezTo>
                    <a:pt x="18624" y="214330"/>
                    <a:pt x="18598" y="212655"/>
                    <a:pt x="18530" y="210884"/>
                  </a:cubicBezTo>
                  <a:cubicBezTo>
                    <a:pt x="18431" y="210385"/>
                    <a:pt x="18331" y="209886"/>
                    <a:pt x="18228" y="209372"/>
                  </a:cubicBezTo>
                  <a:cubicBezTo>
                    <a:pt x="17491" y="209127"/>
                    <a:pt x="16755" y="208881"/>
                    <a:pt x="15996" y="208628"/>
                  </a:cubicBezTo>
                  <a:cubicBezTo>
                    <a:pt x="15667" y="207116"/>
                    <a:pt x="15667" y="207116"/>
                    <a:pt x="15577" y="205279"/>
                  </a:cubicBezTo>
                  <a:cubicBezTo>
                    <a:pt x="15514" y="203491"/>
                    <a:pt x="15514" y="203491"/>
                    <a:pt x="15251" y="201931"/>
                  </a:cubicBezTo>
                  <a:cubicBezTo>
                    <a:pt x="14760" y="201685"/>
                    <a:pt x="14269" y="201440"/>
                    <a:pt x="13763" y="201187"/>
                  </a:cubicBezTo>
                  <a:cubicBezTo>
                    <a:pt x="13538" y="199771"/>
                    <a:pt x="13538" y="199771"/>
                    <a:pt x="13481" y="197937"/>
                  </a:cubicBezTo>
                  <a:cubicBezTo>
                    <a:pt x="13456" y="197278"/>
                    <a:pt x="13430" y="196619"/>
                    <a:pt x="13404" y="195940"/>
                  </a:cubicBezTo>
                  <a:cubicBezTo>
                    <a:pt x="13385" y="195246"/>
                    <a:pt x="13365" y="194553"/>
                    <a:pt x="13345" y="193838"/>
                  </a:cubicBezTo>
                  <a:cubicBezTo>
                    <a:pt x="13300" y="192476"/>
                    <a:pt x="13253" y="191113"/>
                    <a:pt x="13202" y="189751"/>
                  </a:cubicBezTo>
                  <a:cubicBezTo>
                    <a:pt x="13184" y="189144"/>
                    <a:pt x="13167" y="188537"/>
                    <a:pt x="13148" y="187912"/>
                  </a:cubicBezTo>
                  <a:cubicBezTo>
                    <a:pt x="13073" y="186168"/>
                    <a:pt x="13073" y="186168"/>
                    <a:pt x="12275" y="184071"/>
                  </a:cubicBezTo>
                  <a:cubicBezTo>
                    <a:pt x="11784" y="183826"/>
                    <a:pt x="11293" y="183580"/>
                    <a:pt x="10787" y="183327"/>
                  </a:cubicBezTo>
                  <a:cubicBezTo>
                    <a:pt x="10606" y="181683"/>
                    <a:pt x="10606" y="181683"/>
                    <a:pt x="10615" y="179537"/>
                  </a:cubicBezTo>
                  <a:cubicBezTo>
                    <a:pt x="10617" y="178387"/>
                    <a:pt x="10617" y="178387"/>
                    <a:pt x="10619" y="177214"/>
                  </a:cubicBezTo>
                  <a:cubicBezTo>
                    <a:pt x="10629" y="176408"/>
                    <a:pt x="10638" y="175601"/>
                    <a:pt x="10647" y="174770"/>
                  </a:cubicBezTo>
                  <a:cubicBezTo>
                    <a:pt x="10648" y="173963"/>
                    <a:pt x="10648" y="173156"/>
                    <a:pt x="10649" y="172325"/>
                  </a:cubicBezTo>
                  <a:cubicBezTo>
                    <a:pt x="10682" y="166316"/>
                    <a:pt x="10682" y="166316"/>
                    <a:pt x="11531" y="165468"/>
                  </a:cubicBezTo>
                  <a:cubicBezTo>
                    <a:pt x="13651" y="165505"/>
                    <a:pt x="15762" y="165615"/>
                    <a:pt x="17879" y="165732"/>
                  </a:cubicBezTo>
                  <a:cubicBezTo>
                    <a:pt x="18789" y="165601"/>
                    <a:pt x="18789" y="165601"/>
                    <a:pt x="19716" y="165468"/>
                  </a:cubicBezTo>
                  <a:cubicBezTo>
                    <a:pt x="19799" y="164978"/>
                    <a:pt x="19881" y="164488"/>
                    <a:pt x="19966" y="163983"/>
                  </a:cubicBezTo>
                  <a:cubicBezTo>
                    <a:pt x="20129" y="163491"/>
                    <a:pt x="20292" y="162998"/>
                    <a:pt x="20460" y="162491"/>
                  </a:cubicBezTo>
                  <a:cubicBezTo>
                    <a:pt x="22104" y="162142"/>
                    <a:pt x="22104" y="162142"/>
                    <a:pt x="24251" y="162174"/>
                  </a:cubicBezTo>
                  <a:cubicBezTo>
                    <a:pt x="25017" y="162181"/>
                    <a:pt x="25784" y="162187"/>
                    <a:pt x="26573" y="162193"/>
                  </a:cubicBezTo>
                  <a:cubicBezTo>
                    <a:pt x="27380" y="162215"/>
                    <a:pt x="28187" y="162237"/>
                    <a:pt x="29018" y="162259"/>
                  </a:cubicBezTo>
                  <a:cubicBezTo>
                    <a:pt x="29825" y="162266"/>
                    <a:pt x="30632" y="162273"/>
                    <a:pt x="31463" y="162281"/>
                  </a:cubicBezTo>
                  <a:cubicBezTo>
                    <a:pt x="37451" y="162367"/>
                    <a:pt x="37451" y="162367"/>
                    <a:pt x="38320" y="163235"/>
                  </a:cubicBezTo>
                  <a:cubicBezTo>
                    <a:pt x="38374" y="165242"/>
                    <a:pt x="38389" y="167229"/>
                    <a:pt x="38366" y="169235"/>
                  </a:cubicBezTo>
                  <a:cubicBezTo>
                    <a:pt x="38363" y="169800"/>
                    <a:pt x="38360" y="170364"/>
                    <a:pt x="38356" y="170946"/>
                  </a:cubicBezTo>
                  <a:cubicBezTo>
                    <a:pt x="38347" y="172344"/>
                    <a:pt x="38334" y="173743"/>
                    <a:pt x="38320" y="175142"/>
                  </a:cubicBezTo>
                  <a:cubicBezTo>
                    <a:pt x="39057" y="175142"/>
                    <a:pt x="39793" y="175142"/>
                    <a:pt x="40552" y="175142"/>
                  </a:cubicBezTo>
                  <a:cubicBezTo>
                    <a:pt x="40563" y="175589"/>
                    <a:pt x="40574" y="176036"/>
                    <a:pt x="40585" y="176496"/>
                  </a:cubicBezTo>
                  <a:cubicBezTo>
                    <a:pt x="40640" y="178510"/>
                    <a:pt x="40712" y="180523"/>
                    <a:pt x="40785" y="182537"/>
                  </a:cubicBezTo>
                  <a:cubicBezTo>
                    <a:pt x="40810" y="183592"/>
                    <a:pt x="40810" y="183592"/>
                    <a:pt x="40836" y="184669"/>
                  </a:cubicBezTo>
                  <a:cubicBezTo>
                    <a:pt x="40862" y="185338"/>
                    <a:pt x="40888" y="186007"/>
                    <a:pt x="40916" y="186696"/>
                  </a:cubicBezTo>
                  <a:cubicBezTo>
                    <a:pt x="40935" y="187316"/>
                    <a:pt x="40955" y="187935"/>
                    <a:pt x="40975" y="188574"/>
                  </a:cubicBezTo>
                  <a:cubicBezTo>
                    <a:pt x="41081" y="189053"/>
                    <a:pt x="41187" y="189531"/>
                    <a:pt x="41296" y="190025"/>
                  </a:cubicBezTo>
                  <a:cubicBezTo>
                    <a:pt x="42033" y="190270"/>
                    <a:pt x="42770" y="190516"/>
                    <a:pt x="43529" y="190769"/>
                  </a:cubicBezTo>
                  <a:cubicBezTo>
                    <a:pt x="43653" y="192190"/>
                    <a:pt x="43778" y="193611"/>
                    <a:pt x="43898" y="195033"/>
                  </a:cubicBezTo>
                  <a:cubicBezTo>
                    <a:pt x="44771" y="198963"/>
                    <a:pt x="47714" y="201992"/>
                    <a:pt x="50970" y="204163"/>
                  </a:cubicBezTo>
                  <a:cubicBezTo>
                    <a:pt x="50970" y="204900"/>
                    <a:pt x="50970" y="205637"/>
                    <a:pt x="50970" y="206396"/>
                  </a:cubicBezTo>
                  <a:cubicBezTo>
                    <a:pt x="51499" y="206361"/>
                    <a:pt x="52027" y="206327"/>
                    <a:pt x="52572" y="206291"/>
                  </a:cubicBezTo>
                  <a:cubicBezTo>
                    <a:pt x="53256" y="206264"/>
                    <a:pt x="53940" y="206237"/>
                    <a:pt x="54644" y="206210"/>
                  </a:cubicBezTo>
                  <a:cubicBezTo>
                    <a:pt x="55326" y="206175"/>
                    <a:pt x="56008" y="206141"/>
                    <a:pt x="56711" y="206105"/>
                  </a:cubicBezTo>
                  <a:cubicBezTo>
                    <a:pt x="57553" y="206249"/>
                    <a:pt x="57553" y="206249"/>
                    <a:pt x="58412" y="206396"/>
                  </a:cubicBezTo>
                  <a:cubicBezTo>
                    <a:pt x="58511" y="206879"/>
                    <a:pt x="58611" y="207363"/>
                    <a:pt x="58714" y="207861"/>
                  </a:cubicBezTo>
                  <a:cubicBezTo>
                    <a:pt x="58860" y="208359"/>
                    <a:pt x="59006" y="208858"/>
                    <a:pt x="59156" y="209372"/>
                  </a:cubicBezTo>
                  <a:cubicBezTo>
                    <a:pt x="61412" y="209902"/>
                    <a:pt x="61412" y="209902"/>
                    <a:pt x="64039" y="209930"/>
                  </a:cubicBezTo>
                  <a:cubicBezTo>
                    <a:pt x="64930" y="209972"/>
                    <a:pt x="65821" y="210015"/>
                    <a:pt x="66740" y="210058"/>
                  </a:cubicBezTo>
                  <a:cubicBezTo>
                    <a:pt x="67429" y="210077"/>
                    <a:pt x="68119" y="210097"/>
                    <a:pt x="68830" y="210116"/>
                  </a:cubicBezTo>
                  <a:cubicBezTo>
                    <a:pt x="68830" y="208888"/>
                    <a:pt x="68830" y="207661"/>
                    <a:pt x="68830" y="206396"/>
                  </a:cubicBezTo>
                  <a:cubicBezTo>
                    <a:pt x="69412" y="206430"/>
                    <a:pt x="69994" y="206465"/>
                    <a:pt x="70594" y="206500"/>
                  </a:cubicBezTo>
                  <a:cubicBezTo>
                    <a:pt x="71347" y="206527"/>
                    <a:pt x="72100" y="206554"/>
                    <a:pt x="72876" y="206582"/>
                  </a:cubicBezTo>
                  <a:cubicBezTo>
                    <a:pt x="73627" y="206616"/>
                    <a:pt x="74378" y="206651"/>
                    <a:pt x="75152" y="206686"/>
                  </a:cubicBezTo>
                  <a:cubicBezTo>
                    <a:pt x="75767" y="206590"/>
                    <a:pt x="76382" y="206494"/>
                    <a:pt x="77015" y="206396"/>
                  </a:cubicBezTo>
                  <a:cubicBezTo>
                    <a:pt x="77570" y="204937"/>
                    <a:pt x="77570" y="204937"/>
                    <a:pt x="77759" y="203419"/>
                  </a:cubicBezTo>
                  <a:cubicBezTo>
                    <a:pt x="78389" y="203296"/>
                    <a:pt x="79018" y="203173"/>
                    <a:pt x="79666" y="203047"/>
                  </a:cubicBezTo>
                  <a:cubicBezTo>
                    <a:pt x="80265" y="202924"/>
                    <a:pt x="80863" y="202801"/>
                    <a:pt x="81480" y="202675"/>
                  </a:cubicBezTo>
                  <a:cubicBezTo>
                    <a:pt x="81480" y="201693"/>
                    <a:pt x="81480" y="200710"/>
                    <a:pt x="81480" y="199698"/>
                  </a:cubicBezTo>
                  <a:cubicBezTo>
                    <a:pt x="82217" y="199453"/>
                    <a:pt x="82953" y="199207"/>
                    <a:pt x="83712" y="198954"/>
                  </a:cubicBezTo>
                  <a:cubicBezTo>
                    <a:pt x="83966" y="197467"/>
                    <a:pt x="84213" y="195978"/>
                    <a:pt x="84457" y="194489"/>
                  </a:cubicBezTo>
                  <a:cubicBezTo>
                    <a:pt x="85193" y="193998"/>
                    <a:pt x="85930" y="193507"/>
                    <a:pt x="86689" y="193001"/>
                  </a:cubicBezTo>
                  <a:cubicBezTo>
                    <a:pt x="87042" y="191507"/>
                    <a:pt x="87042" y="191507"/>
                    <a:pt x="87017" y="189789"/>
                  </a:cubicBezTo>
                  <a:cubicBezTo>
                    <a:pt x="87047" y="188844"/>
                    <a:pt x="87047" y="188844"/>
                    <a:pt x="87077" y="187881"/>
                  </a:cubicBezTo>
                  <a:cubicBezTo>
                    <a:pt x="87092" y="186893"/>
                    <a:pt x="87092" y="186893"/>
                    <a:pt x="87108" y="185885"/>
                  </a:cubicBezTo>
                  <a:cubicBezTo>
                    <a:pt x="87133" y="184582"/>
                    <a:pt x="87165" y="183279"/>
                    <a:pt x="87203" y="181976"/>
                  </a:cubicBezTo>
                  <a:cubicBezTo>
                    <a:pt x="87213" y="181397"/>
                    <a:pt x="87222" y="180818"/>
                    <a:pt x="87231" y="180221"/>
                  </a:cubicBezTo>
                  <a:cubicBezTo>
                    <a:pt x="87298" y="179773"/>
                    <a:pt x="87364" y="179324"/>
                    <a:pt x="87433" y="178862"/>
                  </a:cubicBezTo>
                  <a:cubicBezTo>
                    <a:pt x="87924" y="178617"/>
                    <a:pt x="88415" y="178371"/>
                    <a:pt x="88921" y="178118"/>
                  </a:cubicBezTo>
                  <a:cubicBezTo>
                    <a:pt x="89078" y="175835"/>
                    <a:pt x="89133" y="173618"/>
                    <a:pt x="89129" y="171333"/>
                  </a:cubicBezTo>
                  <a:cubicBezTo>
                    <a:pt x="89133" y="170613"/>
                    <a:pt x="89137" y="169892"/>
                    <a:pt x="89142" y="169149"/>
                  </a:cubicBezTo>
                  <a:cubicBezTo>
                    <a:pt x="89154" y="166714"/>
                    <a:pt x="89156" y="164279"/>
                    <a:pt x="89159" y="161844"/>
                  </a:cubicBezTo>
                  <a:cubicBezTo>
                    <a:pt x="89166" y="160107"/>
                    <a:pt x="89173" y="158369"/>
                    <a:pt x="89181" y="156631"/>
                  </a:cubicBezTo>
                  <a:cubicBezTo>
                    <a:pt x="89202" y="151898"/>
                    <a:pt x="89213" y="147164"/>
                    <a:pt x="89223" y="142430"/>
                  </a:cubicBezTo>
                  <a:cubicBezTo>
                    <a:pt x="89233" y="137989"/>
                    <a:pt x="89250" y="133549"/>
                    <a:pt x="89267" y="129108"/>
                  </a:cubicBezTo>
                  <a:cubicBezTo>
                    <a:pt x="89301" y="120309"/>
                    <a:pt x="89328" y="111511"/>
                    <a:pt x="89352" y="102712"/>
                  </a:cubicBezTo>
                  <a:cubicBezTo>
                    <a:pt x="89374" y="94164"/>
                    <a:pt x="89400" y="85615"/>
                    <a:pt x="89429" y="77066"/>
                  </a:cubicBezTo>
                  <a:cubicBezTo>
                    <a:pt x="89431" y="76539"/>
                    <a:pt x="89433" y="76013"/>
                    <a:pt x="89435" y="75470"/>
                  </a:cubicBezTo>
                  <a:cubicBezTo>
                    <a:pt x="89444" y="72828"/>
                    <a:pt x="89453" y="70187"/>
                    <a:pt x="89463" y="67545"/>
                  </a:cubicBezTo>
                  <a:cubicBezTo>
                    <a:pt x="89540" y="45616"/>
                    <a:pt x="89606" y="23686"/>
                    <a:pt x="89666" y="1757"/>
                  </a:cubicBezTo>
                  <a:close/>
                </a:path>
              </a:pathLst>
            </a:custGeom>
            <a:grpFill/>
            <a:ln w="744" cap="flat">
              <a:noFill/>
              <a:prstDash val="solid"/>
              <a:miter/>
            </a:ln>
          </p:spPr>
          <p:txBody>
            <a:bodyPr rtlCol="0" anchor="ctr"/>
            <a:lstStyle/>
            <a:p>
              <a:endParaRPr lang="zh-CN" altLang="en-US"/>
            </a:p>
          </p:txBody>
        </p:sp>
        <p:sp>
          <p:nvSpPr>
            <p:cNvPr id="203" name="任意多边形: 形状 202"/>
            <p:cNvSpPr/>
            <p:nvPr/>
          </p:nvSpPr>
          <p:spPr>
            <a:xfrm>
              <a:off x="11321131" y="1392981"/>
              <a:ext cx="121098" cy="236015"/>
            </a:xfrm>
            <a:custGeom>
              <a:avLst/>
              <a:gdLst>
                <a:gd name="connsiteX0" fmla="*/ 15865 w 121099"/>
                <a:gd name="connsiteY0" fmla="*/ 1504 h 236009"/>
                <a:gd name="connsiteX1" fmla="*/ 43398 w 121099"/>
                <a:gd name="connsiteY1" fmla="*/ 1504 h 236009"/>
                <a:gd name="connsiteX2" fmla="*/ 43398 w 121099"/>
                <a:gd name="connsiteY2" fmla="*/ 206887 h 236009"/>
                <a:gd name="connsiteX3" fmla="*/ 44887 w 121099"/>
                <a:gd name="connsiteY3" fmla="*/ 206143 h 236009"/>
                <a:gd name="connsiteX4" fmla="*/ 48507 w 121099"/>
                <a:gd name="connsiteY4" fmla="*/ 206048 h 236009"/>
                <a:gd name="connsiteX5" fmla="*/ 50825 w 121099"/>
                <a:gd name="connsiteY5" fmla="*/ 206042 h 236009"/>
                <a:gd name="connsiteX6" fmla="*/ 53378 w 121099"/>
                <a:gd name="connsiteY6" fmla="*/ 206046 h 236009"/>
                <a:gd name="connsiteX7" fmla="*/ 56058 w 121099"/>
                <a:gd name="connsiteY7" fmla="*/ 206042 h 236009"/>
                <a:gd name="connsiteX8" fmla="*/ 63345 w 121099"/>
                <a:gd name="connsiteY8" fmla="*/ 206043 h 236009"/>
                <a:gd name="connsiteX9" fmla="*/ 70960 w 121099"/>
                <a:gd name="connsiteY9" fmla="*/ 206042 h 236009"/>
                <a:gd name="connsiteX10" fmla="*/ 83746 w 121099"/>
                <a:gd name="connsiteY10" fmla="*/ 206046 h 236009"/>
                <a:gd name="connsiteX11" fmla="*/ 98547 w 121099"/>
                <a:gd name="connsiteY11" fmla="*/ 206044 h 236009"/>
                <a:gd name="connsiteX12" fmla="*/ 111238 w 121099"/>
                <a:gd name="connsiteY12" fmla="*/ 206042 h 236009"/>
                <a:gd name="connsiteX13" fmla="*/ 118826 w 121099"/>
                <a:gd name="connsiteY13" fmla="*/ 206041 h 236009"/>
                <a:gd name="connsiteX14" fmla="*/ 127277 w 121099"/>
                <a:gd name="connsiteY14" fmla="*/ 206046 h 236009"/>
                <a:gd name="connsiteX15" fmla="*/ 129834 w 121099"/>
                <a:gd name="connsiteY15" fmla="*/ 206042 h 236009"/>
                <a:gd name="connsiteX16" fmla="*/ 132146 w 121099"/>
                <a:gd name="connsiteY16" fmla="*/ 206048 h 236009"/>
                <a:gd name="connsiteX17" fmla="*/ 134167 w 121099"/>
                <a:gd name="connsiteY17" fmla="*/ 206049 h 236009"/>
                <a:gd name="connsiteX18" fmla="*/ 136416 w 121099"/>
                <a:gd name="connsiteY18" fmla="*/ 206887 h 236009"/>
                <a:gd name="connsiteX19" fmla="*/ 136593 w 121099"/>
                <a:gd name="connsiteY19" fmla="*/ 213445 h 236009"/>
                <a:gd name="connsiteX20" fmla="*/ 136611 w 121099"/>
                <a:gd name="connsiteY20" fmla="*/ 215438 h 236009"/>
                <a:gd name="connsiteX21" fmla="*/ 136636 w 121099"/>
                <a:gd name="connsiteY21" fmla="*/ 219619 h 236009"/>
                <a:gd name="connsiteX22" fmla="*/ 136714 w 121099"/>
                <a:gd name="connsiteY22" fmla="*/ 226043 h 236009"/>
                <a:gd name="connsiteX23" fmla="*/ 136733 w 121099"/>
                <a:gd name="connsiteY23" fmla="*/ 230095 h 236009"/>
                <a:gd name="connsiteX24" fmla="*/ 136772 w 121099"/>
                <a:gd name="connsiteY24" fmla="*/ 232049 h 236009"/>
                <a:gd name="connsiteX25" fmla="*/ 136416 w 121099"/>
                <a:gd name="connsiteY25" fmla="*/ 236652 h 236009"/>
                <a:gd name="connsiteX26" fmla="*/ 128684 w 121099"/>
                <a:gd name="connsiteY26" fmla="*/ 237491 h 236009"/>
                <a:gd name="connsiteX27" fmla="*/ 125719 w 121099"/>
                <a:gd name="connsiteY27" fmla="*/ 237497 h 236009"/>
                <a:gd name="connsiteX28" fmla="*/ 122469 w 121099"/>
                <a:gd name="connsiteY28" fmla="*/ 237493 h 236009"/>
                <a:gd name="connsiteX29" fmla="*/ 119044 w 121099"/>
                <a:gd name="connsiteY29" fmla="*/ 237497 h 236009"/>
                <a:gd name="connsiteX30" fmla="*/ 109745 w 121099"/>
                <a:gd name="connsiteY30" fmla="*/ 237497 h 236009"/>
                <a:gd name="connsiteX31" fmla="*/ 100023 w 121099"/>
                <a:gd name="connsiteY31" fmla="*/ 237498 h 236009"/>
                <a:gd name="connsiteX32" fmla="*/ 83699 w 121099"/>
                <a:gd name="connsiteY32" fmla="*/ 237494 h 236009"/>
                <a:gd name="connsiteX33" fmla="*/ 64810 w 121099"/>
                <a:gd name="connsiteY33" fmla="*/ 237495 h 236009"/>
                <a:gd name="connsiteX34" fmla="*/ 48603 w 121099"/>
                <a:gd name="connsiteY34" fmla="*/ 237497 h 236009"/>
                <a:gd name="connsiteX35" fmla="*/ 38918 w 121099"/>
                <a:gd name="connsiteY35" fmla="*/ 237498 h 236009"/>
                <a:gd name="connsiteX36" fmla="*/ 29819 w 121099"/>
                <a:gd name="connsiteY36" fmla="*/ 237494 h 236009"/>
                <a:gd name="connsiteX37" fmla="*/ 26473 w 121099"/>
                <a:gd name="connsiteY37" fmla="*/ 237495 h 236009"/>
                <a:gd name="connsiteX38" fmla="*/ 21919 w 121099"/>
                <a:gd name="connsiteY38" fmla="*/ 237491 h 236009"/>
                <a:gd name="connsiteX39" fmla="*/ 19341 w 121099"/>
                <a:gd name="connsiteY39" fmla="*/ 237490 h 236009"/>
                <a:gd name="connsiteX40" fmla="*/ 15865 w 121099"/>
                <a:gd name="connsiteY40" fmla="*/ 236652 h 236009"/>
                <a:gd name="connsiteX41" fmla="*/ 15682 w 121099"/>
                <a:gd name="connsiteY41" fmla="*/ 232888 h 236009"/>
                <a:gd name="connsiteX42" fmla="*/ 15673 w 121099"/>
                <a:gd name="connsiteY42" fmla="*/ 230402 h 236009"/>
                <a:gd name="connsiteX43" fmla="*/ 15686 w 121099"/>
                <a:gd name="connsiteY43" fmla="*/ 227636 h 236009"/>
                <a:gd name="connsiteX44" fmla="*/ 15682 w 121099"/>
                <a:gd name="connsiteY44" fmla="*/ 224724 h 236009"/>
                <a:gd name="connsiteX45" fmla="*/ 15692 w 121099"/>
                <a:gd name="connsiteY45" fmla="*/ 216686 h 236009"/>
                <a:gd name="connsiteX46" fmla="*/ 15695 w 121099"/>
                <a:gd name="connsiteY46" fmla="*/ 208032 h 236009"/>
                <a:gd name="connsiteX47" fmla="*/ 15708 w 121099"/>
                <a:gd name="connsiteY47" fmla="*/ 193025 h 236009"/>
                <a:gd name="connsiteX48" fmla="*/ 15726 w 121099"/>
                <a:gd name="connsiteY48" fmla="*/ 171328 h 236009"/>
                <a:gd name="connsiteX49" fmla="*/ 15753 w 121099"/>
                <a:gd name="connsiteY49" fmla="*/ 136130 h 236009"/>
                <a:gd name="connsiteX50" fmla="*/ 15783 w 121099"/>
                <a:gd name="connsiteY50" fmla="*/ 101929 h 236009"/>
                <a:gd name="connsiteX51" fmla="*/ 15785 w 121099"/>
                <a:gd name="connsiteY51" fmla="*/ 99802 h 236009"/>
                <a:gd name="connsiteX52" fmla="*/ 15790 w 121099"/>
                <a:gd name="connsiteY52" fmla="*/ 89234 h 236009"/>
                <a:gd name="connsiteX53" fmla="*/ 15865 w 121099"/>
                <a:gd name="connsiteY53"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1099" h="236009">
                  <a:moveTo>
                    <a:pt x="15865" y="1504"/>
                  </a:moveTo>
                  <a:cubicBezTo>
                    <a:pt x="24951" y="1504"/>
                    <a:pt x="34037" y="1504"/>
                    <a:pt x="43398" y="1504"/>
                  </a:cubicBezTo>
                  <a:cubicBezTo>
                    <a:pt x="43398" y="69280"/>
                    <a:pt x="43398" y="137057"/>
                    <a:pt x="43398" y="206887"/>
                  </a:cubicBezTo>
                  <a:cubicBezTo>
                    <a:pt x="43889" y="206641"/>
                    <a:pt x="44381" y="206396"/>
                    <a:pt x="44887" y="206143"/>
                  </a:cubicBezTo>
                  <a:cubicBezTo>
                    <a:pt x="46092" y="206072"/>
                    <a:pt x="47300" y="206049"/>
                    <a:pt x="48507" y="206048"/>
                  </a:cubicBezTo>
                  <a:cubicBezTo>
                    <a:pt x="49272" y="206046"/>
                    <a:pt x="50037" y="206044"/>
                    <a:pt x="50825" y="206042"/>
                  </a:cubicBezTo>
                  <a:cubicBezTo>
                    <a:pt x="52088" y="206044"/>
                    <a:pt x="52088" y="206044"/>
                    <a:pt x="53378" y="206046"/>
                  </a:cubicBezTo>
                  <a:cubicBezTo>
                    <a:pt x="54262" y="206045"/>
                    <a:pt x="55147" y="206044"/>
                    <a:pt x="56058" y="206042"/>
                  </a:cubicBezTo>
                  <a:cubicBezTo>
                    <a:pt x="58487" y="206040"/>
                    <a:pt x="60916" y="206040"/>
                    <a:pt x="63345" y="206043"/>
                  </a:cubicBezTo>
                  <a:cubicBezTo>
                    <a:pt x="65883" y="206045"/>
                    <a:pt x="68421" y="206043"/>
                    <a:pt x="70960" y="206042"/>
                  </a:cubicBezTo>
                  <a:cubicBezTo>
                    <a:pt x="75222" y="206040"/>
                    <a:pt x="79484" y="206042"/>
                    <a:pt x="83746" y="206046"/>
                  </a:cubicBezTo>
                  <a:cubicBezTo>
                    <a:pt x="88679" y="206050"/>
                    <a:pt x="93613" y="206048"/>
                    <a:pt x="98547" y="206044"/>
                  </a:cubicBezTo>
                  <a:cubicBezTo>
                    <a:pt x="102777" y="206041"/>
                    <a:pt x="107008" y="206040"/>
                    <a:pt x="111238" y="206042"/>
                  </a:cubicBezTo>
                  <a:cubicBezTo>
                    <a:pt x="113767" y="206044"/>
                    <a:pt x="116296" y="206044"/>
                    <a:pt x="118826" y="206041"/>
                  </a:cubicBezTo>
                  <a:cubicBezTo>
                    <a:pt x="121643" y="206039"/>
                    <a:pt x="124460" y="206042"/>
                    <a:pt x="127277" y="206046"/>
                  </a:cubicBezTo>
                  <a:cubicBezTo>
                    <a:pt x="128121" y="206045"/>
                    <a:pt x="128965" y="206043"/>
                    <a:pt x="129834" y="206042"/>
                  </a:cubicBezTo>
                  <a:cubicBezTo>
                    <a:pt x="130597" y="206044"/>
                    <a:pt x="131360" y="206046"/>
                    <a:pt x="132146" y="206048"/>
                  </a:cubicBezTo>
                  <a:cubicBezTo>
                    <a:pt x="132813" y="206048"/>
                    <a:pt x="133479" y="206049"/>
                    <a:pt x="134167" y="206049"/>
                  </a:cubicBezTo>
                  <a:cubicBezTo>
                    <a:pt x="135672" y="206143"/>
                    <a:pt x="135672" y="206143"/>
                    <a:pt x="136416" y="206887"/>
                  </a:cubicBezTo>
                  <a:cubicBezTo>
                    <a:pt x="136519" y="209079"/>
                    <a:pt x="136575" y="211252"/>
                    <a:pt x="136593" y="213445"/>
                  </a:cubicBezTo>
                  <a:cubicBezTo>
                    <a:pt x="136602" y="214431"/>
                    <a:pt x="136602" y="214431"/>
                    <a:pt x="136611" y="215438"/>
                  </a:cubicBezTo>
                  <a:cubicBezTo>
                    <a:pt x="136622" y="216832"/>
                    <a:pt x="136630" y="218226"/>
                    <a:pt x="136636" y="219619"/>
                  </a:cubicBezTo>
                  <a:cubicBezTo>
                    <a:pt x="136648" y="221761"/>
                    <a:pt x="136681" y="223901"/>
                    <a:pt x="136714" y="226043"/>
                  </a:cubicBezTo>
                  <a:cubicBezTo>
                    <a:pt x="136721" y="227393"/>
                    <a:pt x="136728" y="228744"/>
                    <a:pt x="136733" y="230095"/>
                  </a:cubicBezTo>
                  <a:cubicBezTo>
                    <a:pt x="136746" y="230740"/>
                    <a:pt x="136759" y="231384"/>
                    <a:pt x="136772" y="232049"/>
                  </a:cubicBezTo>
                  <a:cubicBezTo>
                    <a:pt x="136766" y="233847"/>
                    <a:pt x="136766" y="233847"/>
                    <a:pt x="136416" y="236652"/>
                  </a:cubicBezTo>
                  <a:cubicBezTo>
                    <a:pt x="133998" y="237732"/>
                    <a:pt x="131290" y="237490"/>
                    <a:pt x="128684" y="237491"/>
                  </a:cubicBezTo>
                  <a:cubicBezTo>
                    <a:pt x="127706" y="237493"/>
                    <a:pt x="126727" y="237495"/>
                    <a:pt x="125719" y="237497"/>
                  </a:cubicBezTo>
                  <a:cubicBezTo>
                    <a:pt x="124635" y="237496"/>
                    <a:pt x="123552" y="237494"/>
                    <a:pt x="122469" y="237493"/>
                  </a:cubicBezTo>
                  <a:cubicBezTo>
                    <a:pt x="121327" y="237494"/>
                    <a:pt x="120185" y="237495"/>
                    <a:pt x="119044" y="237497"/>
                  </a:cubicBezTo>
                  <a:cubicBezTo>
                    <a:pt x="115944" y="237500"/>
                    <a:pt x="112845" y="237499"/>
                    <a:pt x="109745" y="237497"/>
                  </a:cubicBezTo>
                  <a:cubicBezTo>
                    <a:pt x="106504" y="237495"/>
                    <a:pt x="103264" y="237496"/>
                    <a:pt x="100023" y="237498"/>
                  </a:cubicBezTo>
                  <a:cubicBezTo>
                    <a:pt x="94581" y="237499"/>
                    <a:pt x="89140" y="237497"/>
                    <a:pt x="83699" y="237494"/>
                  </a:cubicBezTo>
                  <a:cubicBezTo>
                    <a:pt x="77403" y="237490"/>
                    <a:pt x="71106" y="237491"/>
                    <a:pt x="64810" y="237495"/>
                  </a:cubicBezTo>
                  <a:cubicBezTo>
                    <a:pt x="59407" y="237498"/>
                    <a:pt x="54005" y="237499"/>
                    <a:pt x="48603" y="237497"/>
                  </a:cubicBezTo>
                  <a:cubicBezTo>
                    <a:pt x="45375" y="237496"/>
                    <a:pt x="42147" y="237496"/>
                    <a:pt x="38918" y="237498"/>
                  </a:cubicBezTo>
                  <a:cubicBezTo>
                    <a:pt x="35885" y="237500"/>
                    <a:pt x="32852" y="237499"/>
                    <a:pt x="29819" y="237494"/>
                  </a:cubicBezTo>
                  <a:cubicBezTo>
                    <a:pt x="28704" y="237493"/>
                    <a:pt x="27588" y="237494"/>
                    <a:pt x="26473" y="237495"/>
                  </a:cubicBezTo>
                  <a:cubicBezTo>
                    <a:pt x="24955" y="237497"/>
                    <a:pt x="23437" y="237494"/>
                    <a:pt x="21919" y="237491"/>
                  </a:cubicBezTo>
                  <a:cubicBezTo>
                    <a:pt x="21069" y="237491"/>
                    <a:pt x="20218" y="237490"/>
                    <a:pt x="19341" y="237490"/>
                  </a:cubicBezTo>
                  <a:cubicBezTo>
                    <a:pt x="17353" y="237397"/>
                    <a:pt x="17353" y="237397"/>
                    <a:pt x="15865" y="236652"/>
                  </a:cubicBezTo>
                  <a:cubicBezTo>
                    <a:pt x="15680" y="235052"/>
                    <a:pt x="15680" y="235052"/>
                    <a:pt x="15682" y="232888"/>
                  </a:cubicBezTo>
                  <a:cubicBezTo>
                    <a:pt x="15679" y="232068"/>
                    <a:pt x="15676" y="231247"/>
                    <a:pt x="15673" y="230402"/>
                  </a:cubicBezTo>
                  <a:cubicBezTo>
                    <a:pt x="15677" y="229489"/>
                    <a:pt x="15682" y="228576"/>
                    <a:pt x="15686" y="227636"/>
                  </a:cubicBezTo>
                  <a:cubicBezTo>
                    <a:pt x="15685" y="226675"/>
                    <a:pt x="15684" y="225714"/>
                    <a:pt x="15682" y="224724"/>
                  </a:cubicBezTo>
                  <a:cubicBezTo>
                    <a:pt x="15679" y="222045"/>
                    <a:pt x="15685" y="219365"/>
                    <a:pt x="15692" y="216686"/>
                  </a:cubicBezTo>
                  <a:cubicBezTo>
                    <a:pt x="15699" y="213801"/>
                    <a:pt x="15697" y="210916"/>
                    <a:pt x="15695" y="208032"/>
                  </a:cubicBezTo>
                  <a:cubicBezTo>
                    <a:pt x="15695" y="203029"/>
                    <a:pt x="15699" y="198027"/>
                    <a:pt x="15708" y="193025"/>
                  </a:cubicBezTo>
                  <a:cubicBezTo>
                    <a:pt x="15720" y="185793"/>
                    <a:pt x="15724" y="178561"/>
                    <a:pt x="15726" y="171328"/>
                  </a:cubicBezTo>
                  <a:cubicBezTo>
                    <a:pt x="15729" y="159595"/>
                    <a:pt x="15739" y="147863"/>
                    <a:pt x="15753" y="136130"/>
                  </a:cubicBezTo>
                  <a:cubicBezTo>
                    <a:pt x="15766" y="124730"/>
                    <a:pt x="15777" y="113330"/>
                    <a:pt x="15783" y="101929"/>
                  </a:cubicBezTo>
                  <a:cubicBezTo>
                    <a:pt x="15784" y="100876"/>
                    <a:pt x="15784" y="100876"/>
                    <a:pt x="15785" y="99802"/>
                  </a:cubicBezTo>
                  <a:cubicBezTo>
                    <a:pt x="15786" y="96279"/>
                    <a:pt x="15788" y="92756"/>
                    <a:pt x="15790" y="89234"/>
                  </a:cubicBezTo>
                  <a:cubicBezTo>
                    <a:pt x="15806" y="59991"/>
                    <a:pt x="15832" y="30747"/>
                    <a:pt x="15865" y="1504"/>
                  </a:cubicBezTo>
                  <a:close/>
                </a:path>
              </a:pathLst>
            </a:custGeom>
            <a:grpFill/>
            <a:ln w="744" cap="flat">
              <a:noFill/>
              <a:prstDash val="solid"/>
              <a:miter/>
            </a:ln>
          </p:spPr>
          <p:txBody>
            <a:bodyPr rtlCol="0" anchor="ctr"/>
            <a:lstStyle/>
            <a:p>
              <a:endParaRPr lang="zh-CN" altLang="en-US"/>
            </a:p>
          </p:txBody>
        </p:sp>
        <p:sp>
          <p:nvSpPr>
            <p:cNvPr id="204" name="任意多边形: 形状 203"/>
            <p:cNvSpPr/>
            <p:nvPr/>
          </p:nvSpPr>
          <p:spPr>
            <a:xfrm>
              <a:off x="6377123" y="1392981"/>
              <a:ext cx="121098" cy="236015"/>
            </a:xfrm>
            <a:custGeom>
              <a:avLst/>
              <a:gdLst>
                <a:gd name="connsiteX0" fmla="*/ 9221 w 121099"/>
                <a:gd name="connsiteY0" fmla="*/ 1504 h 236009"/>
                <a:gd name="connsiteX1" fmla="*/ 36754 w 121099"/>
                <a:gd name="connsiteY1" fmla="*/ 1504 h 236009"/>
                <a:gd name="connsiteX2" fmla="*/ 36754 w 121099"/>
                <a:gd name="connsiteY2" fmla="*/ 206887 h 236009"/>
                <a:gd name="connsiteX3" fmla="*/ 38987 w 121099"/>
                <a:gd name="connsiteY3" fmla="*/ 206143 h 236009"/>
                <a:gd name="connsiteX4" fmla="*/ 42668 w 121099"/>
                <a:gd name="connsiteY4" fmla="*/ 206048 h 236009"/>
                <a:gd name="connsiteX5" fmla="*/ 44970 w 121099"/>
                <a:gd name="connsiteY5" fmla="*/ 206042 h 236009"/>
                <a:gd name="connsiteX6" fmla="*/ 47494 w 121099"/>
                <a:gd name="connsiteY6" fmla="*/ 206046 h 236009"/>
                <a:gd name="connsiteX7" fmla="*/ 50152 w 121099"/>
                <a:gd name="connsiteY7" fmla="*/ 206042 h 236009"/>
                <a:gd name="connsiteX8" fmla="*/ 57370 w 121099"/>
                <a:gd name="connsiteY8" fmla="*/ 206043 h 236009"/>
                <a:gd name="connsiteX9" fmla="*/ 64916 w 121099"/>
                <a:gd name="connsiteY9" fmla="*/ 206042 h 236009"/>
                <a:gd name="connsiteX10" fmla="*/ 77584 w 121099"/>
                <a:gd name="connsiteY10" fmla="*/ 206046 h 236009"/>
                <a:gd name="connsiteX11" fmla="*/ 92247 w 121099"/>
                <a:gd name="connsiteY11" fmla="*/ 206044 h 236009"/>
                <a:gd name="connsiteX12" fmla="*/ 104825 w 121099"/>
                <a:gd name="connsiteY12" fmla="*/ 206042 h 236009"/>
                <a:gd name="connsiteX13" fmla="*/ 112342 w 121099"/>
                <a:gd name="connsiteY13" fmla="*/ 206041 h 236009"/>
                <a:gd name="connsiteX14" fmla="*/ 120713 w 121099"/>
                <a:gd name="connsiteY14" fmla="*/ 206046 h 236009"/>
                <a:gd name="connsiteX15" fmla="*/ 123246 w 121099"/>
                <a:gd name="connsiteY15" fmla="*/ 206042 h 236009"/>
                <a:gd name="connsiteX16" fmla="*/ 125535 w 121099"/>
                <a:gd name="connsiteY16" fmla="*/ 206048 h 236009"/>
                <a:gd name="connsiteX17" fmla="*/ 127536 w 121099"/>
                <a:gd name="connsiteY17" fmla="*/ 206049 h 236009"/>
                <a:gd name="connsiteX18" fmla="*/ 129772 w 121099"/>
                <a:gd name="connsiteY18" fmla="*/ 206887 h 236009"/>
                <a:gd name="connsiteX19" fmla="*/ 129949 w 121099"/>
                <a:gd name="connsiteY19" fmla="*/ 213445 h 236009"/>
                <a:gd name="connsiteX20" fmla="*/ 129967 w 121099"/>
                <a:gd name="connsiteY20" fmla="*/ 215438 h 236009"/>
                <a:gd name="connsiteX21" fmla="*/ 129992 w 121099"/>
                <a:gd name="connsiteY21" fmla="*/ 219619 h 236009"/>
                <a:gd name="connsiteX22" fmla="*/ 130070 w 121099"/>
                <a:gd name="connsiteY22" fmla="*/ 226043 h 236009"/>
                <a:gd name="connsiteX23" fmla="*/ 130089 w 121099"/>
                <a:gd name="connsiteY23" fmla="*/ 230095 h 236009"/>
                <a:gd name="connsiteX24" fmla="*/ 130128 w 121099"/>
                <a:gd name="connsiteY24" fmla="*/ 232049 h 236009"/>
                <a:gd name="connsiteX25" fmla="*/ 129772 w 121099"/>
                <a:gd name="connsiteY25" fmla="*/ 236652 h 236009"/>
                <a:gd name="connsiteX26" fmla="*/ 122040 w 121099"/>
                <a:gd name="connsiteY26" fmla="*/ 237491 h 236009"/>
                <a:gd name="connsiteX27" fmla="*/ 119075 w 121099"/>
                <a:gd name="connsiteY27" fmla="*/ 237497 h 236009"/>
                <a:gd name="connsiteX28" fmla="*/ 115825 w 121099"/>
                <a:gd name="connsiteY28" fmla="*/ 237493 h 236009"/>
                <a:gd name="connsiteX29" fmla="*/ 112400 w 121099"/>
                <a:gd name="connsiteY29" fmla="*/ 237497 h 236009"/>
                <a:gd name="connsiteX30" fmla="*/ 103101 w 121099"/>
                <a:gd name="connsiteY30" fmla="*/ 237497 h 236009"/>
                <a:gd name="connsiteX31" fmla="*/ 93379 w 121099"/>
                <a:gd name="connsiteY31" fmla="*/ 237498 h 236009"/>
                <a:gd name="connsiteX32" fmla="*/ 77055 w 121099"/>
                <a:gd name="connsiteY32" fmla="*/ 237494 h 236009"/>
                <a:gd name="connsiteX33" fmla="*/ 58166 w 121099"/>
                <a:gd name="connsiteY33" fmla="*/ 237495 h 236009"/>
                <a:gd name="connsiteX34" fmla="*/ 41959 w 121099"/>
                <a:gd name="connsiteY34" fmla="*/ 237497 h 236009"/>
                <a:gd name="connsiteX35" fmla="*/ 32274 w 121099"/>
                <a:gd name="connsiteY35" fmla="*/ 237498 h 236009"/>
                <a:gd name="connsiteX36" fmla="*/ 23175 w 121099"/>
                <a:gd name="connsiteY36" fmla="*/ 237494 h 236009"/>
                <a:gd name="connsiteX37" fmla="*/ 19829 w 121099"/>
                <a:gd name="connsiteY37" fmla="*/ 237495 h 236009"/>
                <a:gd name="connsiteX38" fmla="*/ 15275 w 121099"/>
                <a:gd name="connsiteY38" fmla="*/ 237491 h 236009"/>
                <a:gd name="connsiteX39" fmla="*/ 12697 w 121099"/>
                <a:gd name="connsiteY39" fmla="*/ 237490 h 236009"/>
                <a:gd name="connsiteX40" fmla="*/ 9221 w 121099"/>
                <a:gd name="connsiteY40" fmla="*/ 236652 h 236009"/>
                <a:gd name="connsiteX41" fmla="*/ 9038 w 121099"/>
                <a:gd name="connsiteY41" fmla="*/ 232888 h 236009"/>
                <a:gd name="connsiteX42" fmla="*/ 9029 w 121099"/>
                <a:gd name="connsiteY42" fmla="*/ 230402 h 236009"/>
                <a:gd name="connsiteX43" fmla="*/ 9042 w 121099"/>
                <a:gd name="connsiteY43" fmla="*/ 227636 h 236009"/>
                <a:gd name="connsiteX44" fmla="*/ 9038 w 121099"/>
                <a:gd name="connsiteY44" fmla="*/ 224724 h 236009"/>
                <a:gd name="connsiteX45" fmla="*/ 9048 w 121099"/>
                <a:gd name="connsiteY45" fmla="*/ 216686 h 236009"/>
                <a:gd name="connsiteX46" fmla="*/ 9051 w 121099"/>
                <a:gd name="connsiteY46" fmla="*/ 208032 h 236009"/>
                <a:gd name="connsiteX47" fmla="*/ 9064 w 121099"/>
                <a:gd name="connsiteY47" fmla="*/ 193025 h 236009"/>
                <a:gd name="connsiteX48" fmla="*/ 9082 w 121099"/>
                <a:gd name="connsiteY48" fmla="*/ 171328 h 236009"/>
                <a:gd name="connsiteX49" fmla="*/ 9109 w 121099"/>
                <a:gd name="connsiteY49" fmla="*/ 136130 h 236009"/>
                <a:gd name="connsiteX50" fmla="*/ 9139 w 121099"/>
                <a:gd name="connsiteY50" fmla="*/ 101929 h 236009"/>
                <a:gd name="connsiteX51" fmla="*/ 9141 w 121099"/>
                <a:gd name="connsiteY51" fmla="*/ 99802 h 236009"/>
                <a:gd name="connsiteX52" fmla="*/ 9146 w 121099"/>
                <a:gd name="connsiteY52" fmla="*/ 89234 h 236009"/>
                <a:gd name="connsiteX53" fmla="*/ 9221 w 121099"/>
                <a:gd name="connsiteY53"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1099" h="236009">
                  <a:moveTo>
                    <a:pt x="9221" y="1504"/>
                  </a:moveTo>
                  <a:cubicBezTo>
                    <a:pt x="18307" y="1504"/>
                    <a:pt x="27393" y="1504"/>
                    <a:pt x="36754" y="1504"/>
                  </a:cubicBezTo>
                  <a:cubicBezTo>
                    <a:pt x="36754" y="69280"/>
                    <a:pt x="36754" y="137057"/>
                    <a:pt x="36754" y="206887"/>
                  </a:cubicBezTo>
                  <a:cubicBezTo>
                    <a:pt x="37491" y="206641"/>
                    <a:pt x="38228" y="206396"/>
                    <a:pt x="38987" y="206143"/>
                  </a:cubicBezTo>
                  <a:cubicBezTo>
                    <a:pt x="40212" y="206074"/>
                    <a:pt x="41441" y="206049"/>
                    <a:pt x="42668" y="206048"/>
                  </a:cubicBezTo>
                  <a:cubicBezTo>
                    <a:pt x="43428" y="206046"/>
                    <a:pt x="44188" y="206044"/>
                    <a:pt x="44970" y="206042"/>
                  </a:cubicBezTo>
                  <a:cubicBezTo>
                    <a:pt x="45803" y="206043"/>
                    <a:pt x="46636" y="206045"/>
                    <a:pt x="47494" y="206046"/>
                  </a:cubicBezTo>
                  <a:cubicBezTo>
                    <a:pt x="48371" y="206045"/>
                    <a:pt x="49249" y="206044"/>
                    <a:pt x="50152" y="206042"/>
                  </a:cubicBezTo>
                  <a:cubicBezTo>
                    <a:pt x="52558" y="206040"/>
                    <a:pt x="54964" y="206040"/>
                    <a:pt x="57370" y="206043"/>
                  </a:cubicBezTo>
                  <a:cubicBezTo>
                    <a:pt x="59886" y="206045"/>
                    <a:pt x="62401" y="206043"/>
                    <a:pt x="64916" y="206042"/>
                  </a:cubicBezTo>
                  <a:cubicBezTo>
                    <a:pt x="69139" y="206040"/>
                    <a:pt x="73361" y="206042"/>
                    <a:pt x="77584" y="206046"/>
                  </a:cubicBezTo>
                  <a:cubicBezTo>
                    <a:pt x="82472" y="206050"/>
                    <a:pt x="87359" y="206048"/>
                    <a:pt x="92247" y="206044"/>
                  </a:cubicBezTo>
                  <a:cubicBezTo>
                    <a:pt x="96440" y="206041"/>
                    <a:pt x="100632" y="206040"/>
                    <a:pt x="104825" y="206042"/>
                  </a:cubicBezTo>
                  <a:cubicBezTo>
                    <a:pt x="107330" y="206044"/>
                    <a:pt x="109836" y="206044"/>
                    <a:pt x="112342" y="206041"/>
                  </a:cubicBezTo>
                  <a:cubicBezTo>
                    <a:pt x="115132" y="206039"/>
                    <a:pt x="117923" y="206042"/>
                    <a:pt x="120713" y="206046"/>
                  </a:cubicBezTo>
                  <a:cubicBezTo>
                    <a:pt x="121549" y="206045"/>
                    <a:pt x="122385" y="206043"/>
                    <a:pt x="123246" y="206042"/>
                  </a:cubicBezTo>
                  <a:cubicBezTo>
                    <a:pt x="124001" y="206044"/>
                    <a:pt x="124757" y="206046"/>
                    <a:pt x="125535" y="206048"/>
                  </a:cubicBezTo>
                  <a:cubicBezTo>
                    <a:pt x="126195" y="206048"/>
                    <a:pt x="126856" y="206049"/>
                    <a:pt x="127536" y="206049"/>
                  </a:cubicBezTo>
                  <a:cubicBezTo>
                    <a:pt x="129028" y="206143"/>
                    <a:pt x="129028" y="206143"/>
                    <a:pt x="129772" y="206887"/>
                  </a:cubicBezTo>
                  <a:cubicBezTo>
                    <a:pt x="129875" y="209079"/>
                    <a:pt x="129931" y="211252"/>
                    <a:pt x="129949" y="213445"/>
                  </a:cubicBezTo>
                  <a:cubicBezTo>
                    <a:pt x="129958" y="214431"/>
                    <a:pt x="129958" y="214431"/>
                    <a:pt x="129967" y="215438"/>
                  </a:cubicBezTo>
                  <a:cubicBezTo>
                    <a:pt x="129978" y="216832"/>
                    <a:pt x="129986" y="218226"/>
                    <a:pt x="129992" y="219619"/>
                  </a:cubicBezTo>
                  <a:cubicBezTo>
                    <a:pt x="130004" y="221761"/>
                    <a:pt x="130037" y="223901"/>
                    <a:pt x="130070" y="226043"/>
                  </a:cubicBezTo>
                  <a:cubicBezTo>
                    <a:pt x="130077" y="227393"/>
                    <a:pt x="130084" y="228744"/>
                    <a:pt x="130089" y="230095"/>
                  </a:cubicBezTo>
                  <a:cubicBezTo>
                    <a:pt x="130102" y="230740"/>
                    <a:pt x="130115" y="231384"/>
                    <a:pt x="130128" y="232049"/>
                  </a:cubicBezTo>
                  <a:cubicBezTo>
                    <a:pt x="130122" y="233847"/>
                    <a:pt x="130122" y="233847"/>
                    <a:pt x="129772" y="236652"/>
                  </a:cubicBezTo>
                  <a:cubicBezTo>
                    <a:pt x="127354" y="237732"/>
                    <a:pt x="124646" y="237490"/>
                    <a:pt x="122040" y="237491"/>
                  </a:cubicBezTo>
                  <a:cubicBezTo>
                    <a:pt x="121062" y="237493"/>
                    <a:pt x="120083" y="237495"/>
                    <a:pt x="119075" y="237497"/>
                  </a:cubicBezTo>
                  <a:cubicBezTo>
                    <a:pt x="117991" y="237496"/>
                    <a:pt x="116908" y="237494"/>
                    <a:pt x="115825" y="237493"/>
                  </a:cubicBezTo>
                  <a:cubicBezTo>
                    <a:pt x="114683" y="237494"/>
                    <a:pt x="113541" y="237495"/>
                    <a:pt x="112400" y="237497"/>
                  </a:cubicBezTo>
                  <a:cubicBezTo>
                    <a:pt x="109300" y="237500"/>
                    <a:pt x="106201" y="237499"/>
                    <a:pt x="103101" y="237497"/>
                  </a:cubicBezTo>
                  <a:cubicBezTo>
                    <a:pt x="99860" y="237495"/>
                    <a:pt x="96620" y="237496"/>
                    <a:pt x="93379" y="237498"/>
                  </a:cubicBezTo>
                  <a:cubicBezTo>
                    <a:pt x="87937" y="237499"/>
                    <a:pt x="82496" y="237497"/>
                    <a:pt x="77055" y="237494"/>
                  </a:cubicBezTo>
                  <a:cubicBezTo>
                    <a:pt x="70759" y="237490"/>
                    <a:pt x="64462" y="237491"/>
                    <a:pt x="58166" y="237495"/>
                  </a:cubicBezTo>
                  <a:cubicBezTo>
                    <a:pt x="52763" y="237498"/>
                    <a:pt x="47361" y="237499"/>
                    <a:pt x="41959" y="237497"/>
                  </a:cubicBezTo>
                  <a:cubicBezTo>
                    <a:pt x="38731" y="237496"/>
                    <a:pt x="35503" y="237496"/>
                    <a:pt x="32274" y="237498"/>
                  </a:cubicBezTo>
                  <a:cubicBezTo>
                    <a:pt x="29241" y="237500"/>
                    <a:pt x="26208" y="237499"/>
                    <a:pt x="23175" y="237494"/>
                  </a:cubicBezTo>
                  <a:cubicBezTo>
                    <a:pt x="22060" y="237493"/>
                    <a:pt x="20944" y="237494"/>
                    <a:pt x="19829" y="237495"/>
                  </a:cubicBezTo>
                  <a:cubicBezTo>
                    <a:pt x="18311" y="237497"/>
                    <a:pt x="16793" y="237494"/>
                    <a:pt x="15275" y="237491"/>
                  </a:cubicBezTo>
                  <a:cubicBezTo>
                    <a:pt x="14425" y="237491"/>
                    <a:pt x="13574" y="237490"/>
                    <a:pt x="12697" y="237490"/>
                  </a:cubicBezTo>
                  <a:cubicBezTo>
                    <a:pt x="10709" y="237397"/>
                    <a:pt x="10709" y="237397"/>
                    <a:pt x="9221" y="236652"/>
                  </a:cubicBezTo>
                  <a:cubicBezTo>
                    <a:pt x="9036" y="235052"/>
                    <a:pt x="9036" y="235052"/>
                    <a:pt x="9038" y="232888"/>
                  </a:cubicBezTo>
                  <a:cubicBezTo>
                    <a:pt x="9035" y="232068"/>
                    <a:pt x="9032" y="231247"/>
                    <a:pt x="9029" y="230402"/>
                  </a:cubicBezTo>
                  <a:cubicBezTo>
                    <a:pt x="9033" y="229489"/>
                    <a:pt x="9038" y="228576"/>
                    <a:pt x="9042" y="227636"/>
                  </a:cubicBezTo>
                  <a:cubicBezTo>
                    <a:pt x="9041" y="226675"/>
                    <a:pt x="9040" y="225714"/>
                    <a:pt x="9038" y="224724"/>
                  </a:cubicBezTo>
                  <a:cubicBezTo>
                    <a:pt x="9035" y="222045"/>
                    <a:pt x="9041" y="219365"/>
                    <a:pt x="9048" y="216686"/>
                  </a:cubicBezTo>
                  <a:cubicBezTo>
                    <a:pt x="9055" y="213801"/>
                    <a:pt x="9053" y="210916"/>
                    <a:pt x="9051" y="208032"/>
                  </a:cubicBezTo>
                  <a:cubicBezTo>
                    <a:pt x="9051" y="203029"/>
                    <a:pt x="9055" y="198027"/>
                    <a:pt x="9064" y="193025"/>
                  </a:cubicBezTo>
                  <a:cubicBezTo>
                    <a:pt x="9076" y="185793"/>
                    <a:pt x="9080" y="178561"/>
                    <a:pt x="9082" y="171328"/>
                  </a:cubicBezTo>
                  <a:cubicBezTo>
                    <a:pt x="9085" y="159595"/>
                    <a:pt x="9095" y="147863"/>
                    <a:pt x="9109" y="136130"/>
                  </a:cubicBezTo>
                  <a:cubicBezTo>
                    <a:pt x="9122" y="124730"/>
                    <a:pt x="9133" y="113330"/>
                    <a:pt x="9139" y="101929"/>
                  </a:cubicBezTo>
                  <a:cubicBezTo>
                    <a:pt x="9140" y="100876"/>
                    <a:pt x="9140" y="100876"/>
                    <a:pt x="9141" y="99802"/>
                  </a:cubicBezTo>
                  <a:cubicBezTo>
                    <a:pt x="9142" y="96279"/>
                    <a:pt x="9144" y="92756"/>
                    <a:pt x="9146" y="89234"/>
                  </a:cubicBezTo>
                  <a:cubicBezTo>
                    <a:pt x="9162" y="59991"/>
                    <a:pt x="9188" y="30747"/>
                    <a:pt x="9221" y="1504"/>
                  </a:cubicBezTo>
                  <a:close/>
                </a:path>
              </a:pathLst>
            </a:custGeom>
            <a:grpFill/>
            <a:ln w="744" cap="flat">
              <a:noFill/>
              <a:prstDash val="solid"/>
              <a:miter/>
            </a:ln>
          </p:spPr>
          <p:txBody>
            <a:bodyPr rtlCol="0" anchor="ctr"/>
            <a:lstStyle/>
            <a:p>
              <a:endParaRPr lang="zh-CN" altLang="en-US"/>
            </a:p>
          </p:txBody>
        </p:sp>
        <p:sp>
          <p:nvSpPr>
            <p:cNvPr id="205" name="任意多边形: 形状 204"/>
            <p:cNvSpPr/>
            <p:nvPr/>
          </p:nvSpPr>
          <p:spPr>
            <a:xfrm>
              <a:off x="9252446" y="1392981"/>
              <a:ext cx="121098" cy="236015"/>
            </a:xfrm>
            <a:custGeom>
              <a:avLst/>
              <a:gdLst>
                <a:gd name="connsiteX0" fmla="*/ 13085 w 121099"/>
                <a:gd name="connsiteY0" fmla="*/ 1504 h 236009"/>
                <a:gd name="connsiteX1" fmla="*/ 40618 w 121099"/>
                <a:gd name="connsiteY1" fmla="*/ 1504 h 236009"/>
                <a:gd name="connsiteX2" fmla="*/ 40618 w 121099"/>
                <a:gd name="connsiteY2" fmla="*/ 206143 h 236009"/>
                <a:gd name="connsiteX3" fmla="*/ 132892 w 121099"/>
                <a:gd name="connsiteY3" fmla="*/ 206143 h 236009"/>
                <a:gd name="connsiteX4" fmla="*/ 133813 w 121099"/>
                <a:gd name="connsiteY4" fmla="*/ 213445 h 236009"/>
                <a:gd name="connsiteX5" fmla="*/ 133831 w 121099"/>
                <a:gd name="connsiteY5" fmla="*/ 215438 h 236009"/>
                <a:gd name="connsiteX6" fmla="*/ 133856 w 121099"/>
                <a:gd name="connsiteY6" fmla="*/ 219619 h 236009"/>
                <a:gd name="connsiteX7" fmla="*/ 133934 w 121099"/>
                <a:gd name="connsiteY7" fmla="*/ 226043 h 236009"/>
                <a:gd name="connsiteX8" fmla="*/ 133953 w 121099"/>
                <a:gd name="connsiteY8" fmla="*/ 230095 h 236009"/>
                <a:gd name="connsiteX9" fmla="*/ 133992 w 121099"/>
                <a:gd name="connsiteY9" fmla="*/ 232049 h 236009"/>
                <a:gd name="connsiteX10" fmla="*/ 133636 w 121099"/>
                <a:gd name="connsiteY10" fmla="*/ 236652 h 236009"/>
                <a:gd name="connsiteX11" fmla="*/ 125904 w 121099"/>
                <a:gd name="connsiteY11" fmla="*/ 237491 h 236009"/>
                <a:gd name="connsiteX12" fmla="*/ 122939 w 121099"/>
                <a:gd name="connsiteY12" fmla="*/ 237497 h 236009"/>
                <a:gd name="connsiteX13" fmla="*/ 119689 w 121099"/>
                <a:gd name="connsiteY13" fmla="*/ 237493 h 236009"/>
                <a:gd name="connsiteX14" fmla="*/ 116264 w 121099"/>
                <a:gd name="connsiteY14" fmla="*/ 237497 h 236009"/>
                <a:gd name="connsiteX15" fmla="*/ 106965 w 121099"/>
                <a:gd name="connsiteY15" fmla="*/ 237497 h 236009"/>
                <a:gd name="connsiteX16" fmla="*/ 97243 w 121099"/>
                <a:gd name="connsiteY16" fmla="*/ 237498 h 236009"/>
                <a:gd name="connsiteX17" fmla="*/ 80919 w 121099"/>
                <a:gd name="connsiteY17" fmla="*/ 237494 h 236009"/>
                <a:gd name="connsiteX18" fmla="*/ 62030 w 121099"/>
                <a:gd name="connsiteY18" fmla="*/ 237495 h 236009"/>
                <a:gd name="connsiteX19" fmla="*/ 45823 w 121099"/>
                <a:gd name="connsiteY19" fmla="*/ 237497 h 236009"/>
                <a:gd name="connsiteX20" fmla="*/ 36138 w 121099"/>
                <a:gd name="connsiteY20" fmla="*/ 237498 h 236009"/>
                <a:gd name="connsiteX21" fmla="*/ 27039 w 121099"/>
                <a:gd name="connsiteY21" fmla="*/ 237494 h 236009"/>
                <a:gd name="connsiteX22" fmla="*/ 23693 w 121099"/>
                <a:gd name="connsiteY22" fmla="*/ 237495 h 236009"/>
                <a:gd name="connsiteX23" fmla="*/ 19139 w 121099"/>
                <a:gd name="connsiteY23" fmla="*/ 237491 h 236009"/>
                <a:gd name="connsiteX24" fmla="*/ 16561 w 121099"/>
                <a:gd name="connsiteY24" fmla="*/ 237490 h 236009"/>
                <a:gd name="connsiteX25" fmla="*/ 13085 w 121099"/>
                <a:gd name="connsiteY25" fmla="*/ 236652 h 236009"/>
                <a:gd name="connsiteX26" fmla="*/ 12902 w 121099"/>
                <a:gd name="connsiteY26" fmla="*/ 232888 h 236009"/>
                <a:gd name="connsiteX27" fmla="*/ 12893 w 121099"/>
                <a:gd name="connsiteY27" fmla="*/ 230402 h 236009"/>
                <a:gd name="connsiteX28" fmla="*/ 12906 w 121099"/>
                <a:gd name="connsiteY28" fmla="*/ 227636 h 236009"/>
                <a:gd name="connsiteX29" fmla="*/ 12902 w 121099"/>
                <a:gd name="connsiteY29" fmla="*/ 224724 h 236009"/>
                <a:gd name="connsiteX30" fmla="*/ 12912 w 121099"/>
                <a:gd name="connsiteY30" fmla="*/ 216686 h 236009"/>
                <a:gd name="connsiteX31" fmla="*/ 12915 w 121099"/>
                <a:gd name="connsiteY31" fmla="*/ 208032 h 236009"/>
                <a:gd name="connsiteX32" fmla="*/ 12928 w 121099"/>
                <a:gd name="connsiteY32" fmla="*/ 193025 h 236009"/>
                <a:gd name="connsiteX33" fmla="*/ 12946 w 121099"/>
                <a:gd name="connsiteY33" fmla="*/ 171328 h 236009"/>
                <a:gd name="connsiteX34" fmla="*/ 12973 w 121099"/>
                <a:gd name="connsiteY34" fmla="*/ 136130 h 236009"/>
                <a:gd name="connsiteX35" fmla="*/ 13003 w 121099"/>
                <a:gd name="connsiteY35" fmla="*/ 101929 h 236009"/>
                <a:gd name="connsiteX36" fmla="*/ 13005 w 121099"/>
                <a:gd name="connsiteY36" fmla="*/ 99802 h 236009"/>
                <a:gd name="connsiteX37" fmla="*/ 13010 w 121099"/>
                <a:gd name="connsiteY37" fmla="*/ 89234 h 236009"/>
                <a:gd name="connsiteX38" fmla="*/ 13085 w 121099"/>
                <a:gd name="connsiteY38"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1099" h="236009">
                  <a:moveTo>
                    <a:pt x="13085" y="1504"/>
                  </a:moveTo>
                  <a:cubicBezTo>
                    <a:pt x="22171" y="1504"/>
                    <a:pt x="31257" y="1504"/>
                    <a:pt x="40618" y="1504"/>
                  </a:cubicBezTo>
                  <a:cubicBezTo>
                    <a:pt x="40618" y="69035"/>
                    <a:pt x="40618" y="136566"/>
                    <a:pt x="40618" y="206143"/>
                  </a:cubicBezTo>
                  <a:cubicBezTo>
                    <a:pt x="71069" y="206143"/>
                    <a:pt x="101519" y="206143"/>
                    <a:pt x="132892" y="206143"/>
                  </a:cubicBezTo>
                  <a:cubicBezTo>
                    <a:pt x="134474" y="207725"/>
                    <a:pt x="133795" y="211253"/>
                    <a:pt x="133813" y="213445"/>
                  </a:cubicBezTo>
                  <a:cubicBezTo>
                    <a:pt x="133822" y="214431"/>
                    <a:pt x="133822" y="214431"/>
                    <a:pt x="133831" y="215438"/>
                  </a:cubicBezTo>
                  <a:cubicBezTo>
                    <a:pt x="133842" y="216832"/>
                    <a:pt x="133850" y="218226"/>
                    <a:pt x="133856" y="219619"/>
                  </a:cubicBezTo>
                  <a:cubicBezTo>
                    <a:pt x="133868" y="221761"/>
                    <a:pt x="133901" y="223901"/>
                    <a:pt x="133934" y="226043"/>
                  </a:cubicBezTo>
                  <a:cubicBezTo>
                    <a:pt x="133941" y="227393"/>
                    <a:pt x="133948" y="228744"/>
                    <a:pt x="133953" y="230095"/>
                  </a:cubicBezTo>
                  <a:cubicBezTo>
                    <a:pt x="133966" y="230740"/>
                    <a:pt x="133979" y="231384"/>
                    <a:pt x="133992" y="232049"/>
                  </a:cubicBezTo>
                  <a:cubicBezTo>
                    <a:pt x="133986" y="233847"/>
                    <a:pt x="133986" y="233847"/>
                    <a:pt x="133636" y="236652"/>
                  </a:cubicBezTo>
                  <a:cubicBezTo>
                    <a:pt x="131218" y="237732"/>
                    <a:pt x="128510" y="237490"/>
                    <a:pt x="125904" y="237491"/>
                  </a:cubicBezTo>
                  <a:cubicBezTo>
                    <a:pt x="124926" y="237493"/>
                    <a:pt x="123947" y="237495"/>
                    <a:pt x="122939" y="237497"/>
                  </a:cubicBezTo>
                  <a:cubicBezTo>
                    <a:pt x="121855" y="237496"/>
                    <a:pt x="120772" y="237494"/>
                    <a:pt x="119689" y="237493"/>
                  </a:cubicBezTo>
                  <a:cubicBezTo>
                    <a:pt x="118547" y="237494"/>
                    <a:pt x="117405" y="237495"/>
                    <a:pt x="116264" y="237497"/>
                  </a:cubicBezTo>
                  <a:cubicBezTo>
                    <a:pt x="113164" y="237500"/>
                    <a:pt x="110065" y="237499"/>
                    <a:pt x="106965" y="237497"/>
                  </a:cubicBezTo>
                  <a:cubicBezTo>
                    <a:pt x="103724" y="237495"/>
                    <a:pt x="100484" y="237496"/>
                    <a:pt x="97243" y="237498"/>
                  </a:cubicBezTo>
                  <a:cubicBezTo>
                    <a:pt x="91801" y="237499"/>
                    <a:pt x="86360" y="237497"/>
                    <a:pt x="80919" y="237494"/>
                  </a:cubicBezTo>
                  <a:cubicBezTo>
                    <a:pt x="74623" y="237490"/>
                    <a:pt x="68326" y="237491"/>
                    <a:pt x="62030" y="237495"/>
                  </a:cubicBezTo>
                  <a:cubicBezTo>
                    <a:pt x="56627" y="237498"/>
                    <a:pt x="51225" y="237499"/>
                    <a:pt x="45823" y="237497"/>
                  </a:cubicBezTo>
                  <a:cubicBezTo>
                    <a:pt x="42595" y="237496"/>
                    <a:pt x="39367" y="237496"/>
                    <a:pt x="36138" y="237498"/>
                  </a:cubicBezTo>
                  <a:cubicBezTo>
                    <a:pt x="33105" y="237500"/>
                    <a:pt x="30072" y="237499"/>
                    <a:pt x="27039" y="237494"/>
                  </a:cubicBezTo>
                  <a:cubicBezTo>
                    <a:pt x="25924" y="237493"/>
                    <a:pt x="24808" y="237494"/>
                    <a:pt x="23693" y="237495"/>
                  </a:cubicBezTo>
                  <a:cubicBezTo>
                    <a:pt x="22175" y="237497"/>
                    <a:pt x="20657" y="237494"/>
                    <a:pt x="19139" y="237491"/>
                  </a:cubicBezTo>
                  <a:cubicBezTo>
                    <a:pt x="18289" y="237491"/>
                    <a:pt x="17438" y="237490"/>
                    <a:pt x="16561" y="237490"/>
                  </a:cubicBezTo>
                  <a:cubicBezTo>
                    <a:pt x="14573" y="237397"/>
                    <a:pt x="14573" y="237397"/>
                    <a:pt x="13085" y="236652"/>
                  </a:cubicBezTo>
                  <a:cubicBezTo>
                    <a:pt x="12900" y="235052"/>
                    <a:pt x="12900" y="235052"/>
                    <a:pt x="12902" y="232888"/>
                  </a:cubicBezTo>
                  <a:cubicBezTo>
                    <a:pt x="12899" y="232068"/>
                    <a:pt x="12896" y="231247"/>
                    <a:pt x="12893" y="230402"/>
                  </a:cubicBezTo>
                  <a:cubicBezTo>
                    <a:pt x="12897" y="229489"/>
                    <a:pt x="12902" y="228576"/>
                    <a:pt x="12906" y="227636"/>
                  </a:cubicBezTo>
                  <a:cubicBezTo>
                    <a:pt x="12905" y="226675"/>
                    <a:pt x="12904" y="225714"/>
                    <a:pt x="12902" y="224724"/>
                  </a:cubicBezTo>
                  <a:cubicBezTo>
                    <a:pt x="12899" y="222045"/>
                    <a:pt x="12905" y="219365"/>
                    <a:pt x="12912" y="216686"/>
                  </a:cubicBezTo>
                  <a:cubicBezTo>
                    <a:pt x="12919" y="213801"/>
                    <a:pt x="12917" y="210916"/>
                    <a:pt x="12915" y="208032"/>
                  </a:cubicBezTo>
                  <a:cubicBezTo>
                    <a:pt x="12915" y="203029"/>
                    <a:pt x="12919" y="198027"/>
                    <a:pt x="12928" y="193025"/>
                  </a:cubicBezTo>
                  <a:cubicBezTo>
                    <a:pt x="12940" y="185793"/>
                    <a:pt x="12944" y="178561"/>
                    <a:pt x="12946" y="171328"/>
                  </a:cubicBezTo>
                  <a:cubicBezTo>
                    <a:pt x="12949" y="159595"/>
                    <a:pt x="12959" y="147863"/>
                    <a:pt x="12973" y="136130"/>
                  </a:cubicBezTo>
                  <a:cubicBezTo>
                    <a:pt x="12986" y="124730"/>
                    <a:pt x="12997" y="113330"/>
                    <a:pt x="13003" y="101929"/>
                  </a:cubicBezTo>
                  <a:cubicBezTo>
                    <a:pt x="13004" y="100876"/>
                    <a:pt x="13004" y="100876"/>
                    <a:pt x="13005" y="99802"/>
                  </a:cubicBezTo>
                  <a:cubicBezTo>
                    <a:pt x="13006" y="96279"/>
                    <a:pt x="13008" y="92756"/>
                    <a:pt x="13010" y="89234"/>
                  </a:cubicBezTo>
                  <a:cubicBezTo>
                    <a:pt x="13026" y="59991"/>
                    <a:pt x="13052" y="30747"/>
                    <a:pt x="13085" y="1504"/>
                  </a:cubicBezTo>
                  <a:close/>
                </a:path>
              </a:pathLst>
            </a:custGeom>
            <a:grpFill/>
            <a:ln w="744" cap="flat">
              <a:noFill/>
              <a:prstDash val="solid"/>
              <a:miter/>
            </a:ln>
          </p:spPr>
          <p:txBody>
            <a:bodyPr rtlCol="0" anchor="ctr"/>
            <a:lstStyle/>
            <a:p>
              <a:endParaRPr lang="zh-CN" altLang="en-US"/>
            </a:p>
          </p:txBody>
        </p:sp>
        <p:sp>
          <p:nvSpPr>
            <p:cNvPr id="206" name="任意多边形: 形状 205"/>
            <p:cNvSpPr/>
            <p:nvPr/>
          </p:nvSpPr>
          <p:spPr>
            <a:xfrm>
              <a:off x="5379986" y="1392898"/>
              <a:ext cx="119996" cy="236087"/>
            </a:xfrm>
            <a:custGeom>
              <a:avLst/>
              <a:gdLst>
                <a:gd name="connsiteX0" fmla="*/ 7881 w 119998"/>
                <a:gd name="connsiteY0" fmla="*/ 1588 h 236079"/>
                <a:gd name="connsiteX1" fmla="*/ 19286 w 119998"/>
                <a:gd name="connsiteY1" fmla="*/ 1547 h 236079"/>
                <a:gd name="connsiteX2" fmla="*/ 23169 w 119998"/>
                <a:gd name="connsiteY2" fmla="*/ 1532 h 236079"/>
                <a:gd name="connsiteX3" fmla="*/ 28737 w 119998"/>
                <a:gd name="connsiteY3" fmla="*/ 1516 h 236079"/>
                <a:gd name="connsiteX4" fmla="*/ 30501 w 119998"/>
                <a:gd name="connsiteY4" fmla="*/ 1504 h 236079"/>
                <a:gd name="connsiteX5" fmla="*/ 34670 w 119998"/>
                <a:gd name="connsiteY5" fmla="*/ 1588 h 236079"/>
                <a:gd name="connsiteX6" fmla="*/ 35507 w 119998"/>
                <a:gd name="connsiteY6" fmla="*/ 3732 h 236079"/>
                <a:gd name="connsiteX7" fmla="*/ 35506 w 119998"/>
                <a:gd name="connsiteY7" fmla="*/ 5608 h 236079"/>
                <a:gd name="connsiteX8" fmla="*/ 35510 w 119998"/>
                <a:gd name="connsiteY8" fmla="*/ 7765 h 236079"/>
                <a:gd name="connsiteX9" fmla="*/ 35504 w 119998"/>
                <a:gd name="connsiteY9" fmla="*/ 10163 h 236079"/>
                <a:gd name="connsiteX10" fmla="*/ 35506 w 119998"/>
                <a:gd name="connsiteY10" fmla="*/ 12688 h 236079"/>
                <a:gd name="connsiteX11" fmla="*/ 35499 w 119998"/>
                <a:gd name="connsiteY11" fmla="*/ 21134 h 236079"/>
                <a:gd name="connsiteX12" fmla="*/ 35499 w 119998"/>
                <a:gd name="connsiteY12" fmla="*/ 27160 h 236079"/>
                <a:gd name="connsiteX13" fmla="*/ 35493 w 119998"/>
                <a:gd name="connsiteY13" fmla="*/ 40172 h 236079"/>
                <a:gd name="connsiteX14" fmla="*/ 35484 w 119998"/>
                <a:gd name="connsiteY14" fmla="*/ 58984 h 236079"/>
                <a:gd name="connsiteX15" fmla="*/ 35470 w 119998"/>
                <a:gd name="connsiteY15" fmla="*/ 89502 h 236079"/>
                <a:gd name="connsiteX16" fmla="*/ 35455 w 119998"/>
                <a:gd name="connsiteY16" fmla="*/ 119155 h 236079"/>
                <a:gd name="connsiteX17" fmla="*/ 35455 w 119998"/>
                <a:gd name="connsiteY17" fmla="*/ 121018 h 236079"/>
                <a:gd name="connsiteX18" fmla="*/ 35450 w 119998"/>
                <a:gd name="connsiteY18" fmla="*/ 135448 h 236079"/>
                <a:gd name="connsiteX19" fmla="*/ 35414 w 119998"/>
                <a:gd name="connsiteY19" fmla="*/ 206227 h 236079"/>
                <a:gd name="connsiteX20" fmla="*/ 127688 w 119998"/>
                <a:gd name="connsiteY20" fmla="*/ 206227 h 236079"/>
                <a:gd name="connsiteX21" fmla="*/ 127688 w 119998"/>
                <a:gd name="connsiteY21" fmla="*/ 236737 h 236079"/>
                <a:gd name="connsiteX22" fmla="*/ 119984 w 119998"/>
                <a:gd name="connsiteY22" fmla="*/ 237575 h 236079"/>
                <a:gd name="connsiteX23" fmla="*/ 117038 w 119998"/>
                <a:gd name="connsiteY23" fmla="*/ 237582 h 236079"/>
                <a:gd name="connsiteX24" fmla="*/ 113809 w 119998"/>
                <a:gd name="connsiteY24" fmla="*/ 237577 h 236079"/>
                <a:gd name="connsiteX25" fmla="*/ 110406 w 119998"/>
                <a:gd name="connsiteY25" fmla="*/ 237581 h 236079"/>
                <a:gd name="connsiteX26" fmla="*/ 101168 w 119998"/>
                <a:gd name="connsiteY26" fmla="*/ 237581 h 236079"/>
                <a:gd name="connsiteX27" fmla="*/ 91507 w 119998"/>
                <a:gd name="connsiteY27" fmla="*/ 237582 h 236079"/>
                <a:gd name="connsiteX28" fmla="*/ 75289 w 119998"/>
                <a:gd name="connsiteY28" fmla="*/ 237578 h 236079"/>
                <a:gd name="connsiteX29" fmla="*/ 56521 w 119998"/>
                <a:gd name="connsiteY29" fmla="*/ 237579 h 236079"/>
                <a:gd name="connsiteX30" fmla="*/ 40419 w 119998"/>
                <a:gd name="connsiteY30" fmla="*/ 237581 h 236079"/>
                <a:gd name="connsiteX31" fmla="*/ 30797 w 119998"/>
                <a:gd name="connsiteY31" fmla="*/ 237582 h 236079"/>
                <a:gd name="connsiteX32" fmla="*/ 21756 w 119998"/>
                <a:gd name="connsiteY32" fmla="*/ 237579 h 236079"/>
                <a:gd name="connsiteX33" fmla="*/ 18431 w 119998"/>
                <a:gd name="connsiteY33" fmla="*/ 237580 h 236079"/>
                <a:gd name="connsiteX34" fmla="*/ 13907 w 119998"/>
                <a:gd name="connsiteY34" fmla="*/ 237575 h 236079"/>
                <a:gd name="connsiteX35" fmla="*/ 11346 w 119998"/>
                <a:gd name="connsiteY35" fmla="*/ 237575 h 236079"/>
                <a:gd name="connsiteX36" fmla="*/ 7881 w 119998"/>
                <a:gd name="connsiteY36" fmla="*/ 236737 h 236079"/>
                <a:gd name="connsiteX37" fmla="*/ 7698 w 119998"/>
                <a:gd name="connsiteY37" fmla="*/ 232973 h 236079"/>
                <a:gd name="connsiteX38" fmla="*/ 7689 w 119998"/>
                <a:gd name="connsiteY38" fmla="*/ 230486 h 236079"/>
                <a:gd name="connsiteX39" fmla="*/ 7702 w 119998"/>
                <a:gd name="connsiteY39" fmla="*/ 227720 h 236079"/>
                <a:gd name="connsiteX40" fmla="*/ 7698 w 119998"/>
                <a:gd name="connsiteY40" fmla="*/ 224808 h 236079"/>
                <a:gd name="connsiteX41" fmla="*/ 7708 w 119998"/>
                <a:gd name="connsiteY41" fmla="*/ 216770 h 236079"/>
                <a:gd name="connsiteX42" fmla="*/ 7711 w 119998"/>
                <a:gd name="connsiteY42" fmla="*/ 208116 h 236079"/>
                <a:gd name="connsiteX43" fmla="*/ 7724 w 119998"/>
                <a:gd name="connsiteY43" fmla="*/ 193110 h 236079"/>
                <a:gd name="connsiteX44" fmla="*/ 7742 w 119998"/>
                <a:gd name="connsiteY44" fmla="*/ 171413 h 236079"/>
                <a:gd name="connsiteX45" fmla="*/ 7769 w 119998"/>
                <a:gd name="connsiteY45" fmla="*/ 136214 h 236079"/>
                <a:gd name="connsiteX46" fmla="*/ 7799 w 119998"/>
                <a:gd name="connsiteY46" fmla="*/ 102014 h 236079"/>
                <a:gd name="connsiteX47" fmla="*/ 7801 w 119998"/>
                <a:gd name="connsiteY47" fmla="*/ 99886 h 236079"/>
                <a:gd name="connsiteX48" fmla="*/ 7806 w 119998"/>
                <a:gd name="connsiteY48" fmla="*/ 89318 h 236079"/>
                <a:gd name="connsiteX49" fmla="*/ 7881 w 119998"/>
                <a:gd name="connsiteY49" fmla="*/ 1588 h 23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9998" h="236079">
                  <a:moveTo>
                    <a:pt x="7881" y="1588"/>
                  </a:moveTo>
                  <a:cubicBezTo>
                    <a:pt x="11683" y="1570"/>
                    <a:pt x="15484" y="1556"/>
                    <a:pt x="19286" y="1547"/>
                  </a:cubicBezTo>
                  <a:cubicBezTo>
                    <a:pt x="20580" y="1544"/>
                    <a:pt x="21874" y="1539"/>
                    <a:pt x="23169" y="1532"/>
                  </a:cubicBezTo>
                  <a:cubicBezTo>
                    <a:pt x="25025" y="1523"/>
                    <a:pt x="26881" y="1519"/>
                    <a:pt x="28737" y="1516"/>
                  </a:cubicBezTo>
                  <a:cubicBezTo>
                    <a:pt x="29320" y="1512"/>
                    <a:pt x="29902" y="1508"/>
                    <a:pt x="30501" y="1504"/>
                  </a:cubicBezTo>
                  <a:cubicBezTo>
                    <a:pt x="31891" y="1504"/>
                    <a:pt x="33281" y="1542"/>
                    <a:pt x="34670" y="1588"/>
                  </a:cubicBezTo>
                  <a:cubicBezTo>
                    <a:pt x="35414" y="2332"/>
                    <a:pt x="35414" y="2332"/>
                    <a:pt x="35507" y="3732"/>
                  </a:cubicBezTo>
                  <a:cubicBezTo>
                    <a:pt x="35506" y="4351"/>
                    <a:pt x="35506" y="4970"/>
                    <a:pt x="35506" y="5608"/>
                  </a:cubicBezTo>
                  <a:cubicBezTo>
                    <a:pt x="35507" y="6320"/>
                    <a:pt x="35509" y="7032"/>
                    <a:pt x="35510" y="7765"/>
                  </a:cubicBezTo>
                  <a:cubicBezTo>
                    <a:pt x="35507" y="8952"/>
                    <a:pt x="35507" y="8952"/>
                    <a:pt x="35504" y="10163"/>
                  </a:cubicBezTo>
                  <a:cubicBezTo>
                    <a:pt x="35504" y="10996"/>
                    <a:pt x="35505" y="11829"/>
                    <a:pt x="35506" y="12688"/>
                  </a:cubicBezTo>
                  <a:cubicBezTo>
                    <a:pt x="35507" y="15503"/>
                    <a:pt x="35503" y="18318"/>
                    <a:pt x="35499" y="21134"/>
                  </a:cubicBezTo>
                  <a:cubicBezTo>
                    <a:pt x="35498" y="23143"/>
                    <a:pt x="35499" y="25152"/>
                    <a:pt x="35499" y="27160"/>
                  </a:cubicBezTo>
                  <a:cubicBezTo>
                    <a:pt x="35500" y="31498"/>
                    <a:pt x="35497" y="35835"/>
                    <a:pt x="35493" y="40172"/>
                  </a:cubicBezTo>
                  <a:cubicBezTo>
                    <a:pt x="35487" y="46442"/>
                    <a:pt x="35485" y="52713"/>
                    <a:pt x="35484" y="58984"/>
                  </a:cubicBezTo>
                  <a:cubicBezTo>
                    <a:pt x="35482" y="69156"/>
                    <a:pt x="35477" y="79329"/>
                    <a:pt x="35470" y="89502"/>
                  </a:cubicBezTo>
                  <a:cubicBezTo>
                    <a:pt x="35464" y="99386"/>
                    <a:pt x="35458" y="109270"/>
                    <a:pt x="35455" y="119155"/>
                  </a:cubicBezTo>
                  <a:cubicBezTo>
                    <a:pt x="35455" y="119770"/>
                    <a:pt x="35455" y="120385"/>
                    <a:pt x="35455" y="121018"/>
                  </a:cubicBezTo>
                  <a:cubicBezTo>
                    <a:pt x="35453" y="125828"/>
                    <a:pt x="35452" y="130638"/>
                    <a:pt x="35450" y="135448"/>
                  </a:cubicBezTo>
                  <a:cubicBezTo>
                    <a:pt x="35443" y="159041"/>
                    <a:pt x="35428" y="182634"/>
                    <a:pt x="35414" y="206227"/>
                  </a:cubicBezTo>
                  <a:cubicBezTo>
                    <a:pt x="65865" y="206227"/>
                    <a:pt x="96315" y="206227"/>
                    <a:pt x="127688" y="206227"/>
                  </a:cubicBezTo>
                  <a:cubicBezTo>
                    <a:pt x="127688" y="216295"/>
                    <a:pt x="127688" y="226363"/>
                    <a:pt x="127688" y="236737"/>
                  </a:cubicBezTo>
                  <a:cubicBezTo>
                    <a:pt x="124916" y="237430"/>
                    <a:pt x="122819" y="237574"/>
                    <a:pt x="119984" y="237575"/>
                  </a:cubicBezTo>
                  <a:cubicBezTo>
                    <a:pt x="118526" y="237579"/>
                    <a:pt x="118526" y="237579"/>
                    <a:pt x="117038" y="237582"/>
                  </a:cubicBezTo>
                  <a:cubicBezTo>
                    <a:pt x="115961" y="237580"/>
                    <a:pt x="114885" y="237579"/>
                    <a:pt x="113809" y="237577"/>
                  </a:cubicBezTo>
                  <a:cubicBezTo>
                    <a:pt x="112674" y="237578"/>
                    <a:pt x="111540" y="237579"/>
                    <a:pt x="110406" y="237581"/>
                  </a:cubicBezTo>
                  <a:cubicBezTo>
                    <a:pt x="107326" y="237584"/>
                    <a:pt x="104247" y="237583"/>
                    <a:pt x="101168" y="237581"/>
                  </a:cubicBezTo>
                  <a:cubicBezTo>
                    <a:pt x="97947" y="237579"/>
                    <a:pt x="94727" y="237581"/>
                    <a:pt x="91507" y="237582"/>
                  </a:cubicBezTo>
                  <a:cubicBezTo>
                    <a:pt x="86101" y="237583"/>
                    <a:pt x="80695" y="237581"/>
                    <a:pt x="75289" y="237578"/>
                  </a:cubicBezTo>
                  <a:cubicBezTo>
                    <a:pt x="69033" y="237574"/>
                    <a:pt x="62777" y="237575"/>
                    <a:pt x="56521" y="237579"/>
                  </a:cubicBezTo>
                  <a:cubicBezTo>
                    <a:pt x="51154" y="237583"/>
                    <a:pt x="45786" y="237583"/>
                    <a:pt x="40419" y="237581"/>
                  </a:cubicBezTo>
                  <a:cubicBezTo>
                    <a:pt x="37212" y="237580"/>
                    <a:pt x="34004" y="237580"/>
                    <a:pt x="30797" y="237582"/>
                  </a:cubicBezTo>
                  <a:cubicBezTo>
                    <a:pt x="27783" y="237584"/>
                    <a:pt x="24769" y="237583"/>
                    <a:pt x="21756" y="237579"/>
                  </a:cubicBezTo>
                  <a:cubicBezTo>
                    <a:pt x="20648" y="237578"/>
                    <a:pt x="19540" y="237578"/>
                    <a:pt x="18431" y="237580"/>
                  </a:cubicBezTo>
                  <a:cubicBezTo>
                    <a:pt x="16923" y="237582"/>
                    <a:pt x="15415" y="237579"/>
                    <a:pt x="13907" y="237575"/>
                  </a:cubicBezTo>
                  <a:cubicBezTo>
                    <a:pt x="13062" y="237575"/>
                    <a:pt x="12216" y="237575"/>
                    <a:pt x="11346" y="237575"/>
                  </a:cubicBezTo>
                  <a:cubicBezTo>
                    <a:pt x="9369" y="237481"/>
                    <a:pt x="9369" y="237481"/>
                    <a:pt x="7881" y="236737"/>
                  </a:cubicBezTo>
                  <a:cubicBezTo>
                    <a:pt x="7696" y="235137"/>
                    <a:pt x="7696" y="235137"/>
                    <a:pt x="7698" y="232973"/>
                  </a:cubicBezTo>
                  <a:cubicBezTo>
                    <a:pt x="7695" y="232152"/>
                    <a:pt x="7692" y="231332"/>
                    <a:pt x="7689" y="230486"/>
                  </a:cubicBezTo>
                  <a:cubicBezTo>
                    <a:pt x="7693" y="229573"/>
                    <a:pt x="7698" y="228661"/>
                    <a:pt x="7702" y="227720"/>
                  </a:cubicBezTo>
                  <a:cubicBezTo>
                    <a:pt x="7701" y="226759"/>
                    <a:pt x="7700" y="225798"/>
                    <a:pt x="7698" y="224808"/>
                  </a:cubicBezTo>
                  <a:cubicBezTo>
                    <a:pt x="7695" y="222129"/>
                    <a:pt x="7701" y="219450"/>
                    <a:pt x="7708" y="216770"/>
                  </a:cubicBezTo>
                  <a:cubicBezTo>
                    <a:pt x="7715" y="213885"/>
                    <a:pt x="7713" y="211001"/>
                    <a:pt x="7711" y="208116"/>
                  </a:cubicBezTo>
                  <a:cubicBezTo>
                    <a:pt x="7711" y="203114"/>
                    <a:pt x="7715" y="198112"/>
                    <a:pt x="7724" y="193110"/>
                  </a:cubicBezTo>
                  <a:cubicBezTo>
                    <a:pt x="7736" y="185877"/>
                    <a:pt x="7740" y="178645"/>
                    <a:pt x="7742" y="171413"/>
                  </a:cubicBezTo>
                  <a:cubicBezTo>
                    <a:pt x="7745" y="159680"/>
                    <a:pt x="7755" y="147947"/>
                    <a:pt x="7769" y="136214"/>
                  </a:cubicBezTo>
                  <a:cubicBezTo>
                    <a:pt x="7782" y="124814"/>
                    <a:pt x="7793" y="113414"/>
                    <a:pt x="7799" y="102014"/>
                  </a:cubicBezTo>
                  <a:cubicBezTo>
                    <a:pt x="7800" y="100960"/>
                    <a:pt x="7800" y="100960"/>
                    <a:pt x="7801" y="99886"/>
                  </a:cubicBezTo>
                  <a:cubicBezTo>
                    <a:pt x="7802" y="96363"/>
                    <a:pt x="7804" y="92841"/>
                    <a:pt x="7806" y="89318"/>
                  </a:cubicBezTo>
                  <a:cubicBezTo>
                    <a:pt x="7822" y="60075"/>
                    <a:pt x="7848" y="30832"/>
                    <a:pt x="7881" y="1588"/>
                  </a:cubicBezTo>
                  <a:close/>
                </a:path>
              </a:pathLst>
            </a:custGeom>
            <a:grpFill/>
            <a:ln w="744" cap="flat">
              <a:noFill/>
              <a:prstDash val="solid"/>
              <a:miter/>
            </a:ln>
          </p:spPr>
          <p:txBody>
            <a:bodyPr rtlCol="0" anchor="ctr"/>
            <a:lstStyle/>
            <a:p>
              <a:endParaRPr lang="zh-CN" altLang="en-US"/>
            </a:p>
          </p:txBody>
        </p:sp>
        <p:sp>
          <p:nvSpPr>
            <p:cNvPr id="207" name="任意多边形: 形状 206"/>
            <p:cNvSpPr/>
            <p:nvPr/>
          </p:nvSpPr>
          <p:spPr>
            <a:xfrm>
              <a:off x="6232760" y="1392981"/>
              <a:ext cx="119996" cy="236000"/>
            </a:xfrm>
            <a:custGeom>
              <a:avLst/>
              <a:gdLst>
                <a:gd name="connsiteX0" fmla="*/ 9027 w 119998"/>
                <a:gd name="connsiteY0" fmla="*/ 1504 h 235994"/>
                <a:gd name="connsiteX1" fmla="*/ 35816 w 119998"/>
                <a:gd name="connsiteY1" fmla="*/ 1504 h 235994"/>
                <a:gd name="connsiteX2" fmla="*/ 36560 w 119998"/>
                <a:gd name="connsiteY2" fmla="*/ 206143 h 235994"/>
                <a:gd name="connsiteX3" fmla="*/ 128834 w 119998"/>
                <a:gd name="connsiteY3" fmla="*/ 206143 h 235994"/>
                <a:gd name="connsiteX4" fmla="*/ 128834 w 119998"/>
                <a:gd name="connsiteY4" fmla="*/ 236652 h 235994"/>
                <a:gd name="connsiteX5" fmla="*/ 121130 w 119998"/>
                <a:gd name="connsiteY5" fmla="*/ 237491 h 235994"/>
                <a:gd name="connsiteX6" fmla="*/ 118184 w 119998"/>
                <a:gd name="connsiteY6" fmla="*/ 237497 h 235994"/>
                <a:gd name="connsiteX7" fmla="*/ 114955 w 119998"/>
                <a:gd name="connsiteY7" fmla="*/ 237493 h 235994"/>
                <a:gd name="connsiteX8" fmla="*/ 111552 w 119998"/>
                <a:gd name="connsiteY8" fmla="*/ 237497 h 235994"/>
                <a:gd name="connsiteX9" fmla="*/ 102314 w 119998"/>
                <a:gd name="connsiteY9" fmla="*/ 237497 h 235994"/>
                <a:gd name="connsiteX10" fmla="*/ 92653 w 119998"/>
                <a:gd name="connsiteY10" fmla="*/ 237498 h 235994"/>
                <a:gd name="connsiteX11" fmla="*/ 76435 w 119998"/>
                <a:gd name="connsiteY11" fmla="*/ 237494 h 235994"/>
                <a:gd name="connsiteX12" fmla="*/ 57667 w 119998"/>
                <a:gd name="connsiteY12" fmla="*/ 237495 h 235994"/>
                <a:gd name="connsiteX13" fmla="*/ 41565 w 119998"/>
                <a:gd name="connsiteY13" fmla="*/ 237497 h 235994"/>
                <a:gd name="connsiteX14" fmla="*/ 31943 w 119998"/>
                <a:gd name="connsiteY14" fmla="*/ 237498 h 235994"/>
                <a:gd name="connsiteX15" fmla="*/ 22902 w 119998"/>
                <a:gd name="connsiteY15" fmla="*/ 237494 h 235994"/>
                <a:gd name="connsiteX16" fmla="*/ 19577 w 119998"/>
                <a:gd name="connsiteY16" fmla="*/ 237495 h 235994"/>
                <a:gd name="connsiteX17" fmla="*/ 15053 w 119998"/>
                <a:gd name="connsiteY17" fmla="*/ 237491 h 235994"/>
                <a:gd name="connsiteX18" fmla="*/ 12492 w 119998"/>
                <a:gd name="connsiteY18" fmla="*/ 237490 h 235994"/>
                <a:gd name="connsiteX19" fmla="*/ 9027 w 119998"/>
                <a:gd name="connsiteY19" fmla="*/ 236652 h 235994"/>
                <a:gd name="connsiteX20" fmla="*/ 8844 w 119998"/>
                <a:gd name="connsiteY20" fmla="*/ 232888 h 235994"/>
                <a:gd name="connsiteX21" fmla="*/ 8835 w 119998"/>
                <a:gd name="connsiteY21" fmla="*/ 230402 h 235994"/>
                <a:gd name="connsiteX22" fmla="*/ 8848 w 119998"/>
                <a:gd name="connsiteY22" fmla="*/ 227636 h 235994"/>
                <a:gd name="connsiteX23" fmla="*/ 8844 w 119998"/>
                <a:gd name="connsiteY23" fmla="*/ 224724 h 235994"/>
                <a:gd name="connsiteX24" fmla="*/ 8854 w 119998"/>
                <a:gd name="connsiteY24" fmla="*/ 216686 h 235994"/>
                <a:gd name="connsiteX25" fmla="*/ 8857 w 119998"/>
                <a:gd name="connsiteY25" fmla="*/ 208032 h 235994"/>
                <a:gd name="connsiteX26" fmla="*/ 8870 w 119998"/>
                <a:gd name="connsiteY26" fmla="*/ 193025 h 235994"/>
                <a:gd name="connsiteX27" fmla="*/ 8888 w 119998"/>
                <a:gd name="connsiteY27" fmla="*/ 171328 h 235994"/>
                <a:gd name="connsiteX28" fmla="*/ 8915 w 119998"/>
                <a:gd name="connsiteY28" fmla="*/ 136130 h 235994"/>
                <a:gd name="connsiteX29" fmla="*/ 8945 w 119998"/>
                <a:gd name="connsiteY29" fmla="*/ 101929 h 235994"/>
                <a:gd name="connsiteX30" fmla="*/ 8947 w 119998"/>
                <a:gd name="connsiteY30" fmla="*/ 99802 h 235994"/>
                <a:gd name="connsiteX31" fmla="*/ 8952 w 119998"/>
                <a:gd name="connsiteY31" fmla="*/ 89234 h 235994"/>
                <a:gd name="connsiteX32" fmla="*/ 9027 w 119998"/>
                <a:gd name="connsiteY32" fmla="*/ 1504 h 23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9998" h="235994">
                  <a:moveTo>
                    <a:pt x="9027" y="1504"/>
                  </a:moveTo>
                  <a:cubicBezTo>
                    <a:pt x="17868" y="1504"/>
                    <a:pt x="26708" y="1504"/>
                    <a:pt x="35816" y="1504"/>
                  </a:cubicBezTo>
                  <a:cubicBezTo>
                    <a:pt x="36062" y="69035"/>
                    <a:pt x="36307" y="136566"/>
                    <a:pt x="36560" y="206143"/>
                  </a:cubicBezTo>
                  <a:cubicBezTo>
                    <a:pt x="67011" y="206143"/>
                    <a:pt x="97461" y="206143"/>
                    <a:pt x="128834" y="206143"/>
                  </a:cubicBezTo>
                  <a:cubicBezTo>
                    <a:pt x="128834" y="216211"/>
                    <a:pt x="128834" y="226279"/>
                    <a:pt x="128834" y="236652"/>
                  </a:cubicBezTo>
                  <a:cubicBezTo>
                    <a:pt x="126062" y="237345"/>
                    <a:pt x="123965" y="237490"/>
                    <a:pt x="121130" y="237491"/>
                  </a:cubicBezTo>
                  <a:cubicBezTo>
                    <a:pt x="119672" y="237494"/>
                    <a:pt x="119672" y="237494"/>
                    <a:pt x="118184" y="237497"/>
                  </a:cubicBezTo>
                  <a:cubicBezTo>
                    <a:pt x="117107" y="237496"/>
                    <a:pt x="116031" y="237494"/>
                    <a:pt x="114955" y="237493"/>
                  </a:cubicBezTo>
                  <a:cubicBezTo>
                    <a:pt x="113820" y="237494"/>
                    <a:pt x="112686" y="237495"/>
                    <a:pt x="111552" y="237497"/>
                  </a:cubicBezTo>
                  <a:cubicBezTo>
                    <a:pt x="108472" y="237500"/>
                    <a:pt x="105393" y="237499"/>
                    <a:pt x="102314" y="237497"/>
                  </a:cubicBezTo>
                  <a:cubicBezTo>
                    <a:pt x="99093" y="237495"/>
                    <a:pt x="95873" y="237496"/>
                    <a:pt x="92653" y="237498"/>
                  </a:cubicBezTo>
                  <a:cubicBezTo>
                    <a:pt x="87247" y="237499"/>
                    <a:pt x="81841" y="237497"/>
                    <a:pt x="76435" y="237494"/>
                  </a:cubicBezTo>
                  <a:cubicBezTo>
                    <a:pt x="70179" y="237490"/>
                    <a:pt x="63923" y="237491"/>
                    <a:pt x="57667" y="237495"/>
                  </a:cubicBezTo>
                  <a:cubicBezTo>
                    <a:pt x="52300" y="237498"/>
                    <a:pt x="46932" y="237499"/>
                    <a:pt x="41565" y="237497"/>
                  </a:cubicBezTo>
                  <a:cubicBezTo>
                    <a:pt x="38358" y="237496"/>
                    <a:pt x="35150" y="237496"/>
                    <a:pt x="31943" y="237498"/>
                  </a:cubicBezTo>
                  <a:cubicBezTo>
                    <a:pt x="28929" y="237500"/>
                    <a:pt x="25915" y="237499"/>
                    <a:pt x="22902" y="237494"/>
                  </a:cubicBezTo>
                  <a:cubicBezTo>
                    <a:pt x="21794" y="237493"/>
                    <a:pt x="20686" y="237494"/>
                    <a:pt x="19577" y="237495"/>
                  </a:cubicBezTo>
                  <a:cubicBezTo>
                    <a:pt x="18069" y="237497"/>
                    <a:pt x="16561" y="237494"/>
                    <a:pt x="15053" y="237491"/>
                  </a:cubicBezTo>
                  <a:cubicBezTo>
                    <a:pt x="14208" y="237491"/>
                    <a:pt x="13362" y="237490"/>
                    <a:pt x="12492" y="237490"/>
                  </a:cubicBezTo>
                  <a:cubicBezTo>
                    <a:pt x="10515" y="237397"/>
                    <a:pt x="10515" y="237397"/>
                    <a:pt x="9027" y="236652"/>
                  </a:cubicBezTo>
                  <a:cubicBezTo>
                    <a:pt x="8842" y="235052"/>
                    <a:pt x="8842" y="235052"/>
                    <a:pt x="8844" y="232888"/>
                  </a:cubicBezTo>
                  <a:cubicBezTo>
                    <a:pt x="8841" y="232068"/>
                    <a:pt x="8838" y="231247"/>
                    <a:pt x="8835" y="230402"/>
                  </a:cubicBezTo>
                  <a:cubicBezTo>
                    <a:pt x="8839" y="229489"/>
                    <a:pt x="8844" y="228576"/>
                    <a:pt x="8848" y="227636"/>
                  </a:cubicBezTo>
                  <a:cubicBezTo>
                    <a:pt x="8847" y="226675"/>
                    <a:pt x="8846" y="225714"/>
                    <a:pt x="8844" y="224724"/>
                  </a:cubicBezTo>
                  <a:cubicBezTo>
                    <a:pt x="8841" y="222045"/>
                    <a:pt x="8847" y="219365"/>
                    <a:pt x="8854" y="216686"/>
                  </a:cubicBezTo>
                  <a:cubicBezTo>
                    <a:pt x="8861" y="213801"/>
                    <a:pt x="8859" y="210916"/>
                    <a:pt x="8857" y="208032"/>
                  </a:cubicBezTo>
                  <a:cubicBezTo>
                    <a:pt x="8857" y="203029"/>
                    <a:pt x="8861" y="198027"/>
                    <a:pt x="8870" y="193025"/>
                  </a:cubicBezTo>
                  <a:cubicBezTo>
                    <a:pt x="8882" y="185793"/>
                    <a:pt x="8886" y="178561"/>
                    <a:pt x="8888" y="171328"/>
                  </a:cubicBezTo>
                  <a:cubicBezTo>
                    <a:pt x="8891" y="159595"/>
                    <a:pt x="8901" y="147863"/>
                    <a:pt x="8915" y="136130"/>
                  </a:cubicBezTo>
                  <a:cubicBezTo>
                    <a:pt x="8928" y="124730"/>
                    <a:pt x="8939" y="113330"/>
                    <a:pt x="8945" y="101929"/>
                  </a:cubicBezTo>
                  <a:cubicBezTo>
                    <a:pt x="8946" y="100876"/>
                    <a:pt x="8946" y="100876"/>
                    <a:pt x="8947" y="99802"/>
                  </a:cubicBezTo>
                  <a:cubicBezTo>
                    <a:pt x="8948" y="96279"/>
                    <a:pt x="8950" y="92756"/>
                    <a:pt x="8952" y="89234"/>
                  </a:cubicBezTo>
                  <a:cubicBezTo>
                    <a:pt x="8968" y="59991"/>
                    <a:pt x="8994" y="30747"/>
                    <a:pt x="9027" y="1504"/>
                  </a:cubicBezTo>
                  <a:close/>
                </a:path>
              </a:pathLst>
            </a:custGeom>
            <a:grpFill/>
            <a:ln w="744" cap="flat">
              <a:noFill/>
              <a:prstDash val="solid"/>
              <a:miter/>
            </a:ln>
          </p:spPr>
          <p:txBody>
            <a:bodyPr rtlCol="0" anchor="ctr"/>
            <a:lstStyle/>
            <a:p>
              <a:endParaRPr lang="zh-CN" altLang="en-US"/>
            </a:p>
          </p:txBody>
        </p:sp>
        <p:sp>
          <p:nvSpPr>
            <p:cNvPr id="208" name="任意多边形: 形状 207"/>
            <p:cNvSpPr/>
            <p:nvPr/>
          </p:nvSpPr>
          <p:spPr>
            <a:xfrm>
              <a:off x="6978320" y="1392643"/>
              <a:ext cx="66552" cy="301317"/>
            </a:xfrm>
            <a:custGeom>
              <a:avLst/>
              <a:gdLst>
                <a:gd name="connsiteX0" fmla="*/ 57628 w 66554"/>
                <a:gd name="connsiteY0" fmla="*/ 1504 h 301308"/>
                <a:gd name="connsiteX1" fmla="*/ 60250 w 66554"/>
                <a:gd name="connsiteY1" fmla="*/ 1551 h 301308"/>
                <a:gd name="connsiteX2" fmla="*/ 63084 w 66554"/>
                <a:gd name="connsiteY2" fmla="*/ 1580 h 301308"/>
                <a:gd name="connsiteX3" fmla="*/ 66057 w 66554"/>
                <a:gd name="connsiteY3" fmla="*/ 1655 h 301308"/>
                <a:gd name="connsiteX4" fmla="*/ 69048 w 66554"/>
                <a:gd name="connsiteY4" fmla="*/ 1696 h 301308"/>
                <a:gd name="connsiteX5" fmla="*/ 76382 w 66554"/>
                <a:gd name="connsiteY5" fmla="*/ 1841 h 301308"/>
                <a:gd name="connsiteX6" fmla="*/ 76429 w 66554"/>
                <a:gd name="connsiteY6" fmla="*/ 5051 h 301308"/>
                <a:gd name="connsiteX7" fmla="*/ 76455 w 66554"/>
                <a:gd name="connsiteY7" fmla="*/ 6856 h 301308"/>
                <a:gd name="connsiteX8" fmla="*/ 74522 w 66554"/>
                <a:gd name="connsiteY8" fmla="*/ 11841 h 301308"/>
                <a:gd name="connsiteX9" fmla="*/ 72662 w 66554"/>
                <a:gd name="connsiteY9" fmla="*/ 15980 h 301308"/>
                <a:gd name="connsiteX10" fmla="*/ 71173 w 66554"/>
                <a:gd name="connsiteY10" fmla="*/ 16724 h 301308"/>
                <a:gd name="connsiteX11" fmla="*/ 70429 w 66554"/>
                <a:gd name="connsiteY11" fmla="*/ 21933 h 301308"/>
                <a:gd name="connsiteX12" fmla="*/ 68197 w 66554"/>
                <a:gd name="connsiteY12" fmla="*/ 21933 h 301308"/>
                <a:gd name="connsiteX13" fmla="*/ 67918 w 66554"/>
                <a:gd name="connsiteY13" fmla="*/ 24863 h 301308"/>
                <a:gd name="connsiteX14" fmla="*/ 67453 w 66554"/>
                <a:gd name="connsiteY14" fmla="*/ 27886 h 301308"/>
                <a:gd name="connsiteX15" fmla="*/ 65964 w 66554"/>
                <a:gd name="connsiteY15" fmla="*/ 28631 h 301308"/>
                <a:gd name="connsiteX16" fmla="*/ 65549 w 66554"/>
                <a:gd name="connsiteY16" fmla="*/ 33235 h 301308"/>
                <a:gd name="connsiteX17" fmla="*/ 65220 w 66554"/>
                <a:gd name="connsiteY17" fmla="*/ 34584 h 301308"/>
                <a:gd name="connsiteX18" fmla="*/ 62988 w 66554"/>
                <a:gd name="connsiteY18" fmla="*/ 35328 h 301308"/>
                <a:gd name="connsiteX19" fmla="*/ 62476 w 66554"/>
                <a:gd name="connsiteY19" fmla="*/ 38351 h 301308"/>
                <a:gd name="connsiteX20" fmla="*/ 62244 w 66554"/>
                <a:gd name="connsiteY20" fmla="*/ 41281 h 301308"/>
                <a:gd name="connsiteX21" fmla="*/ 60755 w 66554"/>
                <a:gd name="connsiteY21" fmla="*/ 41281 h 301308"/>
                <a:gd name="connsiteX22" fmla="*/ 60011 w 66554"/>
                <a:gd name="connsiteY22" fmla="*/ 44583 h 301308"/>
                <a:gd name="connsiteX23" fmla="*/ 59267 w 66554"/>
                <a:gd name="connsiteY23" fmla="*/ 47978 h 301308"/>
                <a:gd name="connsiteX24" fmla="*/ 57779 w 66554"/>
                <a:gd name="connsiteY24" fmla="*/ 48722 h 301308"/>
                <a:gd name="connsiteX25" fmla="*/ 57363 w 66554"/>
                <a:gd name="connsiteY25" fmla="*/ 53327 h 301308"/>
                <a:gd name="connsiteX26" fmla="*/ 57035 w 66554"/>
                <a:gd name="connsiteY26" fmla="*/ 54675 h 301308"/>
                <a:gd name="connsiteX27" fmla="*/ 54802 w 66554"/>
                <a:gd name="connsiteY27" fmla="*/ 55420 h 301308"/>
                <a:gd name="connsiteX28" fmla="*/ 54291 w 66554"/>
                <a:gd name="connsiteY28" fmla="*/ 59187 h 301308"/>
                <a:gd name="connsiteX29" fmla="*/ 54142 w 66554"/>
                <a:gd name="connsiteY29" fmla="*/ 61259 h 301308"/>
                <a:gd name="connsiteX30" fmla="*/ 54058 w 66554"/>
                <a:gd name="connsiteY30" fmla="*/ 62861 h 301308"/>
                <a:gd name="connsiteX31" fmla="*/ 51826 w 66554"/>
                <a:gd name="connsiteY31" fmla="*/ 62861 h 301308"/>
                <a:gd name="connsiteX32" fmla="*/ 51715 w 66554"/>
                <a:gd name="connsiteY32" fmla="*/ 64951 h 301308"/>
                <a:gd name="connsiteX33" fmla="*/ 51547 w 66554"/>
                <a:gd name="connsiteY33" fmla="*/ 67651 h 301308"/>
                <a:gd name="connsiteX34" fmla="*/ 51390 w 66554"/>
                <a:gd name="connsiteY34" fmla="*/ 70346 h 301308"/>
                <a:gd name="connsiteX35" fmla="*/ 51082 w 66554"/>
                <a:gd name="connsiteY35" fmla="*/ 72535 h 301308"/>
                <a:gd name="connsiteX36" fmla="*/ 49593 w 66554"/>
                <a:gd name="connsiteY36" fmla="*/ 73279 h 301308"/>
                <a:gd name="connsiteX37" fmla="*/ 49128 w 66554"/>
                <a:gd name="connsiteY37" fmla="*/ 78162 h 301308"/>
                <a:gd name="connsiteX38" fmla="*/ 48960 w 66554"/>
                <a:gd name="connsiteY38" fmla="*/ 80863 h 301308"/>
                <a:gd name="connsiteX39" fmla="*/ 48849 w 66554"/>
                <a:gd name="connsiteY39" fmla="*/ 82953 h 301308"/>
                <a:gd name="connsiteX40" fmla="*/ 46617 w 66554"/>
                <a:gd name="connsiteY40" fmla="*/ 82953 h 301308"/>
                <a:gd name="connsiteX41" fmla="*/ 46506 w 66554"/>
                <a:gd name="connsiteY41" fmla="*/ 85857 h 301308"/>
                <a:gd name="connsiteX42" fmla="*/ 46338 w 66554"/>
                <a:gd name="connsiteY42" fmla="*/ 89604 h 301308"/>
                <a:gd name="connsiteX43" fmla="*/ 46268 w 66554"/>
                <a:gd name="connsiteY43" fmla="*/ 91521 h 301308"/>
                <a:gd name="connsiteX44" fmla="*/ 46181 w 66554"/>
                <a:gd name="connsiteY44" fmla="*/ 93345 h 301308"/>
                <a:gd name="connsiteX45" fmla="*/ 46110 w 66554"/>
                <a:gd name="connsiteY45" fmla="*/ 95033 h 301308"/>
                <a:gd name="connsiteX46" fmla="*/ 45873 w 66554"/>
                <a:gd name="connsiteY46" fmla="*/ 96347 h 301308"/>
                <a:gd name="connsiteX47" fmla="*/ 44384 w 66554"/>
                <a:gd name="connsiteY47" fmla="*/ 97091 h 301308"/>
                <a:gd name="connsiteX48" fmla="*/ 43457 w 66554"/>
                <a:gd name="connsiteY48" fmla="*/ 103588 h 301308"/>
                <a:gd name="connsiteX49" fmla="*/ 43383 w 66554"/>
                <a:gd name="connsiteY49" fmla="*/ 105584 h 301308"/>
                <a:gd name="connsiteX50" fmla="*/ 43255 w 66554"/>
                <a:gd name="connsiteY50" fmla="*/ 109740 h 301308"/>
                <a:gd name="connsiteX51" fmla="*/ 43178 w 66554"/>
                <a:gd name="connsiteY51" fmla="*/ 111727 h 301308"/>
                <a:gd name="connsiteX52" fmla="*/ 43121 w 66554"/>
                <a:gd name="connsiteY52" fmla="*/ 113547 h 301308"/>
                <a:gd name="connsiteX53" fmla="*/ 42896 w 66554"/>
                <a:gd name="connsiteY53" fmla="*/ 114951 h 301308"/>
                <a:gd name="connsiteX54" fmla="*/ 41408 w 66554"/>
                <a:gd name="connsiteY54" fmla="*/ 115695 h 301308"/>
                <a:gd name="connsiteX55" fmla="*/ 41170 w 66554"/>
                <a:gd name="connsiteY55" fmla="*/ 122405 h 301308"/>
                <a:gd name="connsiteX56" fmla="*/ 41148 w 66554"/>
                <a:gd name="connsiteY56" fmla="*/ 124539 h 301308"/>
                <a:gd name="connsiteX57" fmla="*/ 41100 w 66554"/>
                <a:gd name="connsiteY57" fmla="*/ 131557 h 301308"/>
                <a:gd name="connsiteX58" fmla="*/ 41056 w 66554"/>
                <a:gd name="connsiteY58" fmla="*/ 136409 h 301308"/>
                <a:gd name="connsiteX59" fmla="*/ 40961 w 66554"/>
                <a:gd name="connsiteY59" fmla="*/ 149207 h 301308"/>
                <a:gd name="connsiteX60" fmla="*/ 40855 w 66554"/>
                <a:gd name="connsiteY60" fmla="*/ 162255 h 301308"/>
                <a:gd name="connsiteX61" fmla="*/ 40664 w 66554"/>
                <a:gd name="connsiteY61" fmla="*/ 187877 h 301308"/>
                <a:gd name="connsiteX62" fmla="*/ 42896 w 66554"/>
                <a:gd name="connsiteY62" fmla="*/ 187877 h 301308"/>
                <a:gd name="connsiteX63" fmla="*/ 42941 w 66554"/>
                <a:gd name="connsiteY63" fmla="*/ 189287 h 301308"/>
                <a:gd name="connsiteX64" fmla="*/ 43175 w 66554"/>
                <a:gd name="connsiteY64" fmla="*/ 195597 h 301308"/>
                <a:gd name="connsiteX65" fmla="*/ 43245 w 66554"/>
                <a:gd name="connsiteY65" fmla="*/ 197818 h 301308"/>
                <a:gd name="connsiteX66" fmla="*/ 43332 w 66554"/>
                <a:gd name="connsiteY66" fmla="*/ 199940 h 301308"/>
                <a:gd name="connsiteX67" fmla="*/ 43403 w 66554"/>
                <a:gd name="connsiteY67" fmla="*/ 201900 h 301308"/>
                <a:gd name="connsiteX68" fmla="*/ 45128 w 66554"/>
                <a:gd name="connsiteY68" fmla="*/ 204992 h 301308"/>
                <a:gd name="connsiteX69" fmla="*/ 45873 w 66554"/>
                <a:gd name="connsiteY69" fmla="*/ 204992 h 301308"/>
                <a:gd name="connsiteX70" fmla="*/ 46617 w 66554"/>
                <a:gd name="connsiteY70" fmla="*/ 219130 h 301308"/>
                <a:gd name="connsiteX71" fmla="*/ 48849 w 66554"/>
                <a:gd name="connsiteY71" fmla="*/ 219130 h 301308"/>
                <a:gd name="connsiteX72" fmla="*/ 48960 w 66554"/>
                <a:gd name="connsiteY72" fmla="*/ 221220 h 301308"/>
                <a:gd name="connsiteX73" fmla="*/ 49128 w 66554"/>
                <a:gd name="connsiteY73" fmla="*/ 223921 h 301308"/>
                <a:gd name="connsiteX74" fmla="*/ 49285 w 66554"/>
                <a:gd name="connsiteY74" fmla="*/ 226616 h 301308"/>
                <a:gd name="connsiteX75" fmla="*/ 49593 w 66554"/>
                <a:gd name="connsiteY75" fmla="*/ 228804 h 301308"/>
                <a:gd name="connsiteX76" fmla="*/ 51082 w 66554"/>
                <a:gd name="connsiteY76" fmla="*/ 229548 h 301308"/>
                <a:gd name="connsiteX77" fmla="*/ 51497 w 66554"/>
                <a:gd name="connsiteY77" fmla="*/ 235824 h 301308"/>
                <a:gd name="connsiteX78" fmla="*/ 51826 w 66554"/>
                <a:gd name="connsiteY78" fmla="*/ 237734 h 301308"/>
                <a:gd name="connsiteX79" fmla="*/ 54058 w 66554"/>
                <a:gd name="connsiteY79" fmla="*/ 239222 h 301308"/>
                <a:gd name="connsiteX80" fmla="*/ 54500 w 66554"/>
                <a:gd name="connsiteY80" fmla="*/ 245597 h 301308"/>
                <a:gd name="connsiteX81" fmla="*/ 54802 w 66554"/>
                <a:gd name="connsiteY81" fmla="*/ 247408 h 301308"/>
                <a:gd name="connsiteX82" fmla="*/ 57035 w 66554"/>
                <a:gd name="connsiteY82" fmla="*/ 248152 h 301308"/>
                <a:gd name="connsiteX83" fmla="*/ 57174 w 66554"/>
                <a:gd name="connsiteY83" fmla="*/ 251919 h 301308"/>
                <a:gd name="connsiteX84" fmla="*/ 57113 w 66554"/>
                <a:gd name="connsiteY84" fmla="*/ 253992 h 301308"/>
                <a:gd name="connsiteX85" fmla="*/ 57035 w 66554"/>
                <a:gd name="connsiteY85" fmla="*/ 255593 h 301308"/>
                <a:gd name="connsiteX86" fmla="*/ 59267 w 66554"/>
                <a:gd name="connsiteY86" fmla="*/ 255593 h 301308"/>
                <a:gd name="connsiteX87" fmla="*/ 60011 w 66554"/>
                <a:gd name="connsiteY87" fmla="*/ 263035 h 301308"/>
                <a:gd name="connsiteX88" fmla="*/ 62244 w 66554"/>
                <a:gd name="connsiteY88" fmla="*/ 263035 h 301308"/>
                <a:gd name="connsiteX89" fmla="*/ 62607 w 66554"/>
                <a:gd name="connsiteY89" fmla="*/ 267613 h 301308"/>
                <a:gd name="connsiteX90" fmla="*/ 62988 w 66554"/>
                <a:gd name="connsiteY90" fmla="*/ 268988 h 301308"/>
                <a:gd name="connsiteX91" fmla="*/ 65220 w 66554"/>
                <a:gd name="connsiteY91" fmla="*/ 269732 h 301308"/>
                <a:gd name="connsiteX92" fmla="*/ 65639 w 66554"/>
                <a:gd name="connsiteY92" fmla="*/ 272709 h 301308"/>
                <a:gd name="connsiteX93" fmla="*/ 65964 w 66554"/>
                <a:gd name="connsiteY93" fmla="*/ 275685 h 301308"/>
                <a:gd name="connsiteX94" fmla="*/ 67453 w 66554"/>
                <a:gd name="connsiteY94" fmla="*/ 276429 h 301308"/>
                <a:gd name="connsiteX95" fmla="*/ 68941 w 66554"/>
                <a:gd name="connsiteY95" fmla="*/ 281638 h 301308"/>
                <a:gd name="connsiteX96" fmla="*/ 70429 w 66554"/>
                <a:gd name="connsiteY96" fmla="*/ 282382 h 301308"/>
                <a:gd name="connsiteX97" fmla="*/ 71173 w 66554"/>
                <a:gd name="connsiteY97" fmla="*/ 288336 h 301308"/>
                <a:gd name="connsiteX98" fmla="*/ 73406 w 66554"/>
                <a:gd name="connsiteY98" fmla="*/ 288336 h 301308"/>
                <a:gd name="connsiteX99" fmla="*/ 73685 w 66554"/>
                <a:gd name="connsiteY99" fmla="*/ 290521 h 301308"/>
                <a:gd name="connsiteX100" fmla="*/ 74150 w 66554"/>
                <a:gd name="connsiteY100" fmla="*/ 292800 h 301308"/>
                <a:gd name="connsiteX101" fmla="*/ 75638 w 66554"/>
                <a:gd name="connsiteY101" fmla="*/ 293545 h 301308"/>
                <a:gd name="connsiteX102" fmla="*/ 76429 w 66554"/>
                <a:gd name="connsiteY102" fmla="*/ 299265 h 301308"/>
                <a:gd name="connsiteX103" fmla="*/ 76408 w 66554"/>
                <a:gd name="connsiteY103" fmla="*/ 301088 h 301308"/>
                <a:gd name="connsiteX104" fmla="*/ 76382 w 66554"/>
                <a:gd name="connsiteY104" fmla="*/ 302474 h 301308"/>
                <a:gd name="connsiteX105" fmla="*/ 66476 w 66554"/>
                <a:gd name="connsiteY105" fmla="*/ 302660 h 301308"/>
                <a:gd name="connsiteX106" fmla="*/ 63629 w 66554"/>
                <a:gd name="connsiteY106" fmla="*/ 302736 h 301308"/>
                <a:gd name="connsiteX107" fmla="*/ 60904 w 66554"/>
                <a:gd name="connsiteY107" fmla="*/ 302765 h 301308"/>
                <a:gd name="connsiteX108" fmla="*/ 58388 w 66554"/>
                <a:gd name="connsiteY108" fmla="*/ 302812 h 301308"/>
                <a:gd name="connsiteX109" fmla="*/ 54912 w 66554"/>
                <a:gd name="connsiteY109" fmla="*/ 301093 h 301308"/>
                <a:gd name="connsiteX110" fmla="*/ 53314 w 66554"/>
                <a:gd name="connsiteY110" fmla="*/ 295777 h 301308"/>
                <a:gd name="connsiteX111" fmla="*/ 51826 w 66554"/>
                <a:gd name="connsiteY111" fmla="*/ 295033 h 301308"/>
                <a:gd name="connsiteX112" fmla="*/ 51500 w 66554"/>
                <a:gd name="connsiteY112" fmla="*/ 293591 h 301308"/>
                <a:gd name="connsiteX113" fmla="*/ 48849 w 66554"/>
                <a:gd name="connsiteY113" fmla="*/ 290568 h 301308"/>
                <a:gd name="connsiteX114" fmla="*/ 47361 w 66554"/>
                <a:gd name="connsiteY114" fmla="*/ 286847 h 301308"/>
                <a:gd name="connsiteX115" fmla="*/ 45873 w 66554"/>
                <a:gd name="connsiteY115" fmla="*/ 286847 h 301308"/>
                <a:gd name="connsiteX116" fmla="*/ 45873 w 66554"/>
                <a:gd name="connsiteY116" fmla="*/ 280894 h 301308"/>
                <a:gd name="connsiteX117" fmla="*/ 43640 w 66554"/>
                <a:gd name="connsiteY117" fmla="*/ 280894 h 301308"/>
                <a:gd name="connsiteX118" fmla="*/ 42152 w 66554"/>
                <a:gd name="connsiteY118" fmla="*/ 275685 h 301308"/>
                <a:gd name="connsiteX119" fmla="*/ 40664 w 66554"/>
                <a:gd name="connsiteY119" fmla="*/ 274941 h 301308"/>
                <a:gd name="connsiteX120" fmla="*/ 40338 w 66554"/>
                <a:gd name="connsiteY120" fmla="*/ 273081 h 301308"/>
                <a:gd name="connsiteX121" fmla="*/ 39919 w 66554"/>
                <a:gd name="connsiteY121" fmla="*/ 271220 h 301308"/>
                <a:gd name="connsiteX122" fmla="*/ 37687 w 66554"/>
                <a:gd name="connsiteY122" fmla="*/ 270476 h 301308"/>
                <a:gd name="connsiteX123" fmla="*/ 37547 w 66554"/>
                <a:gd name="connsiteY123" fmla="*/ 267081 h 301308"/>
                <a:gd name="connsiteX124" fmla="*/ 37608 w 66554"/>
                <a:gd name="connsiteY124" fmla="*/ 265218 h 301308"/>
                <a:gd name="connsiteX125" fmla="*/ 37687 w 66554"/>
                <a:gd name="connsiteY125" fmla="*/ 263779 h 301308"/>
                <a:gd name="connsiteX126" fmla="*/ 35455 w 66554"/>
                <a:gd name="connsiteY126" fmla="*/ 263779 h 301308"/>
                <a:gd name="connsiteX127" fmla="*/ 34664 w 66554"/>
                <a:gd name="connsiteY127" fmla="*/ 260849 h 301308"/>
                <a:gd name="connsiteX128" fmla="*/ 33966 w 66554"/>
                <a:gd name="connsiteY128" fmla="*/ 257826 h 301308"/>
                <a:gd name="connsiteX129" fmla="*/ 32478 w 66554"/>
                <a:gd name="connsiteY129" fmla="*/ 257082 h 301308"/>
                <a:gd name="connsiteX130" fmla="*/ 32013 w 66554"/>
                <a:gd name="connsiteY130" fmla="*/ 253687 h 301308"/>
                <a:gd name="connsiteX131" fmla="*/ 31844 w 66554"/>
                <a:gd name="connsiteY131" fmla="*/ 251823 h 301308"/>
                <a:gd name="connsiteX132" fmla="*/ 31734 w 66554"/>
                <a:gd name="connsiteY132" fmla="*/ 250384 h 301308"/>
                <a:gd name="connsiteX133" fmla="*/ 29501 w 66554"/>
                <a:gd name="connsiteY133" fmla="*/ 250384 h 301308"/>
                <a:gd name="connsiteX134" fmla="*/ 29417 w 66554"/>
                <a:gd name="connsiteY134" fmla="*/ 248972 h 301308"/>
                <a:gd name="connsiteX135" fmla="*/ 29269 w 66554"/>
                <a:gd name="connsiteY135" fmla="*/ 247129 h 301308"/>
                <a:gd name="connsiteX136" fmla="*/ 29138 w 66554"/>
                <a:gd name="connsiteY136" fmla="*/ 245297 h 301308"/>
                <a:gd name="connsiteX137" fmla="*/ 26525 w 66554"/>
                <a:gd name="connsiteY137" fmla="*/ 242199 h 301308"/>
                <a:gd name="connsiteX138" fmla="*/ 26525 w 66554"/>
                <a:gd name="connsiteY138" fmla="*/ 237734 h 301308"/>
                <a:gd name="connsiteX139" fmla="*/ 25458 w 66554"/>
                <a:gd name="connsiteY139" fmla="*/ 236717 h 301308"/>
                <a:gd name="connsiteX140" fmla="*/ 23502 w 66554"/>
                <a:gd name="connsiteY140" fmla="*/ 231641 h 301308"/>
                <a:gd name="connsiteX141" fmla="*/ 22804 w 66554"/>
                <a:gd name="connsiteY141" fmla="*/ 228060 h 301308"/>
                <a:gd name="connsiteX142" fmla="*/ 21316 w 66554"/>
                <a:gd name="connsiteY142" fmla="*/ 228060 h 301308"/>
                <a:gd name="connsiteX143" fmla="*/ 21232 w 66554"/>
                <a:gd name="connsiteY143" fmla="*/ 226159 h 301308"/>
                <a:gd name="connsiteX144" fmla="*/ 21083 w 66554"/>
                <a:gd name="connsiteY144" fmla="*/ 223688 h 301308"/>
                <a:gd name="connsiteX145" fmla="*/ 20953 w 66554"/>
                <a:gd name="connsiteY145" fmla="*/ 221229 h 301308"/>
                <a:gd name="connsiteX146" fmla="*/ 20572 w 66554"/>
                <a:gd name="connsiteY146" fmla="*/ 219130 h 301308"/>
                <a:gd name="connsiteX147" fmla="*/ 18339 w 66554"/>
                <a:gd name="connsiteY147" fmla="*/ 217642 h 301308"/>
                <a:gd name="connsiteX148" fmla="*/ 17921 w 66554"/>
                <a:gd name="connsiteY148" fmla="*/ 212015 h 301308"/>
                <a:gd name="connsiteX149" fmla="*/ 17595 w 66554"/>
                <a:gd name="connsiteY149" fmla="*/ 206480 h 301308"/>
                <a:gd name="connsiteX150" fmla="*/ 16107 w 66554"/>
                <a:gd name="connsiteY150" fmla="*/ 205736 h 301308"/>
                <a:gd name="connsiteX151" fmla="*/ 15799 w 66554"/>
                <a:gd name="connsiteY151" fmla="*/ 202570 h 301308"/>
                <a:gd name="connsiteX152" fmla="*/ 15712 w 66554"/>
                <a:gd name="connsiteY152" fmla="*/ 200645 h 301308"/>
                <a:gd name="connsiteX153" fmla="*/ 15642 w 66554"/>
                <a:gd name="connsiteY153" fmla="*/ 198620 h 301308"/>
                <a:gd name="connsiteX154" fmla="*/ 15555 w 66554"/>
                <a:gd name="connsiteY154" fmla="*/ 196587 h 301308"/>
                <a:gd name="connsiteX155" fmla="*/ 15363 w 66554"/>
                <a:gd name="connsiteY155" fmla="*/ 191597 h 301308"/>
                <a:gd name="connsiteX156" fmla="*/ 13130 w 66554"/>
                <a:gd name="connsiteY156" fmla="*/ 192341 h 301308"/>
                <a:gd name="connsiteX157" fmla="*/ 12386 w 66554"/>
                <a:gd name="connsiteY157" fmla="*/ 166297 h 301308"/>
                <a:gd name="connsiteX158" fmla="*/ 10154 w 66554"/>
                <a:gd name="connsiteY158" fmla="*/ 166297 h 301308"/>
                <a:gd name="connsiteX159" fmla="*/ 10031 w 66554"/>
                <a:gd name="connsiteY159" fmla="*/ 154297 h 301308"/>
                <a:gd name="connsiteX160" fmla="*/ 9985 w 66554"/>
                <a:gd name="connsiteY160" fmla="*/ 150213 h 301308"/>
                <a:gd name="connsiteX161" fmla="*/ 9936 w 66554"/>
                <a:gd name="connsiteY161" fmla="*/ 144350 h 301308"/>
                <a:gd name="connsiteX162" fmla="*/ 9901 w 66554"/>
                <a:gd name="connsiteY162" fmla="*/ 142499 h 301308"/>
                <a:gd name="connsiteX163" fmla="*/ 10154 w 66554"/>
                <a:gd name="connsiteY163" fmla="*/ 138019 h 301308"/>
                <a:gd name="connsiteX164" fmla="*/ 12386 w 66554"/>
                <a:gd name="connsiteY164" fmla="*/ 136531 h 301308"/>
                <a:gd name="connsiteX165" fmla="*/ 12767 w 66554"/>
                <a:gd name="connsiteY165" fmla="*/ 130851 h 301308"/>
                <a:gd name="connsiteX166" fmla="*/ 12807 w 66554"/>
                <a:gd name="connsiteY166" fmla="*/ 129156 h 301308"/>
                <a:gd name="connsiteX167" fmla="*/ 12898 w 66554"/>
                <a:gd name="connsiteY167" fmla="*/ 123787 h 301308"/>
                <a:gd name="connsiteX168" fmla="*/ 12975 w 66554"/>
                <a:gd name="connsiteY168" fmla="*/ 120151 h 301308"/>
                <a:gd name="connsiteX169" fmla="*/ 13130 w 66554"/>
                <a:gd name="connsiteY169" fmla="*/ 111230 h 301308"/>
                <a:gd name="connsiteX170" fmla="*/ 15363 w 66554"/>
                <a:gd name="connsiteY170" fmla="*/ 111974 h 301308"/>
                <a:gd name="connsiteX171" fmla="*/ 16107 w 66554"/>
                <a:gd name="connsiteY171" fmla="*/ 95603 h 301308"/>
                <a:gd name="connsiteX172" fmla="*/ 17595 w 66554"/>
                <a:gd name="connsiteY172" fmla="*/ 95603 h 301308"/>
                <a:gd name="connsiteX173" fmla="*/ 18246 w 66554"/>
                <a:gd name="connsiteY173" fmla="*/ 88766 h 301308"/>
                <a:gd name="connsiteX174" fmla="*/ 18339 w 66554"/>
                <a:gd name="connsiteY174" fmla="*/ 85929 h 301308"/>
                <a:gd name="connsiteX175" fmla="*/ 20572 w 66554"/>
                <a:gd name="connsiteY175" fmla="*/ 84441 h 301308"/>
                <a:gd name="connsiteX176" fmla="*/ 21083 w 66554"/>
                <a:gd name="connsiteY176" fmla="*/ 79883 h 301308"/>
                <a:gd name="connsiteX177" fmla="*/ 21232 w 66554"/>
                <a:gd name="connsiteY177" fmla="*/ 77412 h 301308"/>
                <a:gd name="connsiteX178" fmla="*/ 21316 w 66554"/>
                <a:gd name="connsiteY178" fmla="*/ 75511 h 301308"/>
                <a:gd name="connsiteX179" fmla="*/ 23548 w 66554"/>
                <a:gd name="connsiteY179" fmla="*/ 75511 h 301308"/>
                <a:gd name="connsiteX180" fmla="*/ 23633 w 66554"/>
                <a:gd name="connsiteY180" fmla="*/ 73747 h 301308"/>
                <a:gd name="connsiteX181" fmla="*/ 23781 w 66554"/>
                <a:gd name="connsiteY181" fmla="*/ 71465 h 301308"/>
                <a:gd name="connsiteX182" fmla="*/ 23912 w 66554"/>
                <a:gd name="connsiteY182" fmla="*/ 69189 h 301308"/>
                <a:gd name="connsiteX183" fmla="*/ 24292 w 66554"/>
                <a:gd name="connsiteY183" fmla="*/ 67326 h 301308"/>
                <a:gd name="connsiteX184" fmla="*/ 26525 w 66554"/>
                <a:gd name="connsiteY184" fmla="*/ 66582 h 301308"/>
                <a:gd name="connsiteX185" fmla="*/ 26313 w 66554"/>
                <a:gd name="connsiteY185" fmla="*/ 61977 h 301308"/>
                <a:gd name="connsiteX186" fmla="*/ 26525 w 66554"/>
                <a:gd name="connsiteY186" fmla="*/ 60629 h 301308"/>
                <a:gd name="connsiteX187" fmla="*/ 28013 w 66554"/>
                <a:gd name="connsiteY187" fmla="*/ 60280 h 301308"/>
                <a:gd name="connsiteX188" fmla="*/ 29501 w 66554"/>
                <a:gd name="connsiteY188" fmla="*/ 59884 h 301308"/>
                <a:gd name="connsiteX189" fmla="*/ 29548 w 66554"/>
                <a:gd name="connsiteY189" fmla="*/ 56536 h 301308"/>
                <a:gd name="connsiteX190" fmla="*/ 29501 w 66554"/>
                <a:gd name="connsiteY190" fmla="*/ 53187 h 301308"/>
                <a:gd name="connsiteX191" fmla="*/ 31734 w 66554"/>
                <a:gd name="connsiteY191" fmla="*/ 52443 h 301308"/>
                <a:gd name="connsiteX192" fmla="*/ 32245 w 66554"/>
                <a:gd name="connsiteY192" fmla="*/ 49420 h 301308"/>
                <a:gd name="connsiteX193" fmla="*/ 32478 w 66554"/>
                <a:gd name="connsiteY193" fmla="*/ 46490 h 301308"/>
                <a:gd name="connsiteX194" fmla="*/ 34710 w 66554"/>
                <a:gd name="connsiteY194" fmla="*/ 46490 h 301308"/>
                <a:gd name="connsiteX195" fmla="*/ 34571 w 66554"/>
                <a:gd name="connsiteY195" fmla="*/ 44397 h 301308"/>
                <a:gd name="connsiteX196" fmla="*/ 35780 w 66554"/>
                <a:gd name="connsiteY196" fmla="*/ 41002 h 301308"/>
                <a:gd name="connsiteX197" fmla="*/ 37315 w 66554"/>
                <a:gd name="connsiteY197" fmla="*/ 36723 h 301308"/>
                <a:gd name="connsiteX198" fmla="*/ 37687 w 66554"/>
                <a:gd name="connsiteY198" fmla="*/ 33840 h 301308"/>
                <a:gd name="connsiteX199" fmla="*/ 39919 w 66554"/>
                <a:gd name="connsiteY199" fmla="*/ 33095 h 301308"/>
                <a:gd name="connsiteX200" fmla="*/ 40664 w 66554"/>
                <a:gd name="connsiteY200" fmla="*/ 28631 h 301308"/>
                <a:gd name="connsiteX201" fmla="*/ 42152 w 66554"/>
                <a:gd name="connsiteY201" fmla="*/ 27886 h 301308"/>
                <a:gd name="connsiteX202" fmla="*/ 42896 w 66554"/>
                <a:gd name="connsiteY202" fmla="*/ 25654 h 301308"/>
                <a:gd name="connsiteX203" fmla="*/ 45128 w 66554"/>
                <a:gd name="connsiteY203" fmla="*/ 22677 h 301308"/>
                <a:gd name="connsiteX204" fmla="*/ 45873 w 66554"/>
                <a:gd name="connsiteY204" fmla="*/ 18213 h 301308"/>
                <a:gd name="connsiteX205" fmla="*/ 48105 w 66554"/>
                <a:gd name="connsiteY205" fmla="*/ 18213 h 301308"/>
                <a:gd name="connsiteX206" fmla="*/ 48849 w 66554"/>
                <a:gd name="connsiteY206" fmla="*/ 13004 h 301308"/>
                <a:gd name="connsiteX207" fmla="*/ 51082 w 66554"/>
                <a:gd name="connsiteY207" fmla="*/ 13004 h 301308"/>
                <a:gd name="connsiteX208" fmla="*/ 51826 w 66554"/>
                <a:gd name="connsiteY208" fmla="*/ 8539 h 301308"/>
                <a:gd name="connsiteX209" fmla="*/ 54058 w 66554"/>
                <a:gd name="connsiteY209" fmla="*/ 8539 h 301308"/>
                <a:gd name="connsiteX210" fmla="*/ 53965 w 66554"/>
                <a:gd name="connsiteY210" fmla="*/ 6864 h 301308"/>
                <a:gd name="connsiteX211" fmla="*/ 57628 w 66554"/>
                <a:gd name="connsiteY211" fmla="*/ 1504 h 3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66554" h="301308">
                  <a:moveTo>
                    <a:pt x="57628" y="1504"/>
                  </a:moveTo>
                  <a:cubicBezTo>
                    <a:pt x="58493" y="1519"/>
                    <a:pt x="59358" y="1535"/>
                    <a:pt x="60250" y="1551"/>
                  </a:cubicBezTo>
                  <a:cubicBezTo>
                    <a:pt x="61652" y="1565"/>
                    <a:pt x="61652" y="1565"/>
                    <a:pt x="63084" y="1580"/>
                  </a:cubicBezTo>
                  <a:cubicBezTo>
                    <a:pt x="64065" y="1605"/>
                    <a:pt x="65046" y="1630"/>
                    <a:pt x="66057" y="1655"/>
                  </a:cubicBezTo>
                  <a:cubicBezTo>
                    <a:pt x="67054" y="1670"/>
                    <a:pt x="68051" y="1684"/>
                    <a:pt x="69048" y="1696"/>
                  </a:cubicBezTo>
                  <a:cubicBezTo>
                    <a:pt x="71494" y="1731"/>
                    <a:pt x="73938" y="1780"/>
                    <a:pt x="76382" y="1841"/>
                  </a:cubicBezTo>
                  <a:cubicBezTo>
                    <a:pt x="76402" y="2911"/>
                    <a:pt x="76417" y="3981"/>
                    <a:pt x="76429" y="5051"/>
                  </a:cubicBezTo>
                  <a:cubicBezTo>
                    <a:pt x="76437" y="5646"/>
                    <a:pt x="76446" y="6242"/>
                    <a:pt x="76455" y="6856"/>
                  </a:cubicBezTo>
                  <a:cubicBezTo>
                    <a:pt x="76363" y="8977"/>
                    <a:pt x="76082" y="10346"/>
                    <a:pt x="74522" y="11841"/>
                  </a:cubicBezTo>
                  <a:cubicBezTo>
                    <a:pt x="73216" y="13201"/>
                    <a:pt x="73082" y="14180"/>
                    <a:pt x="72662" y="15980"/>
                  </a:cubicBezTo>
                  <a:cubicBezTo>
                    <a:pt x="72170" y="16226"/>
                    <a:pt x="71679" y="16471"/>
                    <a:pt x="71173" y="16724"/>
                  </a:cubicBezTo>
                  <a:cubicBezTo>
                    <a:pt x="70870" y="18452"/>
                    <a:pt x="70619" y="20190"/>
                    <a:pt x="70429" y="21933"/>
                  </a:cubicBezTo>
                  <a:cubicBezTo>
                    <a:pt x="69692" y="21933"/>
                    <a:pt x="68956" y="21933"/>
                    <a:pt x="68197" y="21933"/>
                  </a:cubicBezTo>
                  <a:cubicBezTo>
                    <a:pt x="68059" y="23384"/>
                    <a:pt x="68059" y="23384"/>
                    <a:pt x="67918" y="24863"/>
                  </a:cubicBezTo>
                  <a:cubicBezTo>
                    <a:pt x="67761" y="26511"/>
                    <a:pt x="67761" y="26511"/>
                    <a:pt x="67453" y="27886"/>
                  </a:cubicBezTo>
                  <a:cubicBezTo>
                    <a:pt x="66716" y="28255"/>
                    <a:pt x="66716" y="28255"/>
                    <a:pt x="65964" y="28631"/>
                  </a:cubicBezTo>
                  <a:cubicBezTo>
                    <a:pt x="65703" y="30167"/>
                    <a:pt x="65635" y="31679"/>
                    <a:pt x="65549" y="33235"/>
                  </a:cubicBezTo>
                  <a:cubicBezTo>
                    <a:pt x="65386" y="33903"/>
                    <a:pt x="65386" y="33903"/>
                    <a:pt x="65220" y="34584"/>
                  </a:cubicBezTo>
                  <a:cubicBezTo>
                    <a:pt x="64115" y="34952"/>
                    <a:pt x="64115" y="34952"/>
                    <a:pt x="62988" y="35328"/>
                  </a:cubicBezTo>
                  <a:cubicBezTo>
                    <a:pt x="62552" y="36731"/>
                    <a:pt x="62552" y="36731"/>
                    <a:pt x="62476" y="38351"/>
                  </a:cubicBezTo>
                  <a:cubicBezTo>
                    <a:pt x="62399" y="39318"/>
                    <a:pt x="62323" y="40285"/>
                    <a:pt x="62244" y="41281"/>
                  </a:cubicBezTo>
                  <a:cubicBezTo>
                    <a:pt x="61752" y="41281"/>
                    <a:pt x="61261" y="41281"/>
                    <a:pt x="60755" y="41281"/>
                  </a:cubicBezTo>
                  <a:cubicBezTo>
                    <a:pt x="60292" y="42776"/>
                    <a:pt x="60292" y="42776"/>
                    <a:pt x="60011" y="44583"/>
                  </a:cubicBezTo>
                  <a:cubicBezTo>
                    <a:pt x="59686" y="46440"/>
                    <a:pt x="59686" y="46440"/>
                    <a:pt x="59267" y="47978"/>
                  </a:cubicBezTo>
                  <a:cubicBezTo>
                    <a:pt x="58530" y="48347"/>
                    <a:pt x="58530" y="48347"/>
                    <a:pt x="57779" y="48722"/>
                  </a:cubicBezTo>
                  <a:cubicBezTo>
                    <a:pt x="57517" y="50259"/>
                    <a:pt x="57449" y="51771"/>
                    <a:pt x="57363" y="53327"/>
                  </a:cubicBezTo>
                  <a:cubicBezTo>
                    <a:pt x="57255" y="53772"/>
                    <a:pt x="57146" y="54217"/>
                    <a:pt x="57035" y="54675"/>
                  </a:cubicBezTo>
                  <a:cubicBezTo>
                    <a:pt x="56298" y="54921"/>
                    <a:pt x="55561" y="55167"/>
                    <a:pt x="54802" y="55420"/>
                  </a:cubicBezTo>
                  <a:cubicBezTo>
                    <a:pt x="54364" y="57167"/>
                    <a:pt x="54364" y="57167"/>
                    <a:pt x="54291" y="59187"/>
                  </a:cubicBezTo>
                  <a:cubicBezTo>
                    <a:pt x="54242" y="59871"/>
                    <a:pt x="54193" y="60555"/>
                    <a:pt x="54142" y="61259"/>
                  </a:cubicBezTo>
                  <a:cubicBezTo>
                    <a:pt x="54115" y="61788"/>
                    <a:pt x="54087" y="62316"/>
                    <a:pt x="54058" y="62861"/>
                  </a:cubicBezTo>
                  <a:cubicBezTo>
                    <a:pt x="53321" y="62861"/>
                    <a:pt x="52585" y="62861"/>
                    <a:pt x="51826" y="62861"/>
                  </a:cubicBezTo>
                  <a:cubicBezTo>
                    <a:pt x="51789" y="63551"/>
                    <a:pt x="51753" y="64240"/>
                    <a:pt x="51715" y="64951"/>
                  </a:cubicBezTo>
                  <a:cubicBezTo>
                    <a:pt x="51660" y="65842"/>
                    <a:pt x="51604" y="66733"/>
                    <a:pt x="51547" y="67651"/>
                  </a:cubicBezTo>
                  <a:cubicBezTo>
                    <a:pt x="51495" y="68541"/>
                    <a:pt x="51443" y="69430"/>
                    <a:pt x="51390" y="70346"/>
                  </a:cubicBezTo>
                  <a:cubicBezTo>
                    <a:pt x="51288" y="71068"/>
                    <a:pt x="51186" y="71791"/>
                    <a:pt x="51082" y="72535"/>
                  </a:cubicBezTo>
                  <a:cubicBezTo>
                    <a:pt x="50345" y="72903"/>
                    <a:pt x="50345" y="72903"/>
                    <a:pt x="49593" y="73279"/>
                  </a:cubicBezTo>
                  <a:cubicBezTo>
                    <a:pt x="49244" y="75545"/>
                    <a:pt x="49244" y="75545"/>
                    <a:pt x="49128" y="78162"/>
                  </a:cubicBezTo>
                  <a:cubicBezTo>
                    <a:pt x="49072" y="79054"/>
                    <a:pt x="49017" y="79945"/>
                    <a:pt x="48960" y="80863"/>
                  </a:cubicBezTo>
                  <a:cubicBezTo>
                    <a:pt x="48923" y="81552"/>
                    <a:pt x="48887" y="82242"/>
                    <a:pt x="48849" y="82953"/>
                  </a:cubicBezTo>
                  <a:cubicBezTo>
                    <a:pt x="48112" y="82953"/>
                    <a:pt x="47376" y="82953"/>
                    <a:pt x="46617" y="82953"/>
                  </a:cubicBezTo>
                  <a:cubicBezTo>
                    <a:pt x="46580" y="83911"/>
                    <a:pt x="46544" y="84869"/>
                    <a:pt x="46506" y="85857"/>
                  </a:cubicBezTo>
                  <a:cubicBezTo>
                    <a:pt x="46450" y="87106"/>
                    <a:pt x="46394" y="88355"/>
                    <a:pt x="46338" y="89604"/>
                  </a:cubicBezTo>
                  <a:cubicBezTo>
                    <a:pt x="46315" y="90236"/>
                    <a:pt x="46292" y="90869"/>
                    <a:pt x="46268" y="91521"/>
                  </a:cubicBezTo>
                  <a:cubicBezTo>
                    <a:pt x="46239" y="92122"/>
                    <a:pt x="46210" y="92724"/>
                    <a:pt x="46181" y="93345"/>
                  </a:cubicBezTo>
                  <a:cubicBezTo>
                    <a:pt x="46157" y="93902"/>
                    <a:pt x="46134" y="94459"/>
                    <a:pt x="46110" y="95033"/>
                  </a:cubicBezTo>
                  <a:cubicBezTo>
                    <a:pt x="46031" y="95467"/>
                    <a:pt x="45953" y="95901"/>
                    <a:pt x="45873" y="96347"/>
                  </a:cubicBezTo>
                  <a:cubicBezTo>
                    <a:pt x="45136" y="96716"/>
                    <a:pt x="45136" y="96716"/>
                    <a:pt x="44384" y="97091"/>
                  </a:cubicBezTo>
                  <a:cubicBezTo>
                    <a:pt x="43641" y="99246"/>
                    <a:pt x="43524" y="101322"/>
                    <a:pt x="43457" y="103588"/>
                  </a:cubicBezTo>
                  <a:cubicBezTo>
                    <a:pt x="43433" y="104247"/>
                    <a:pt x="43408" y="104905"/>
                    <a:pt x="43383" y="105584"/>
                  </a:cubicBezTo>
                  <a:cubicBezTo>
                    <a:pt x="43337" y="106969"/>
                    <a:pt x="43294" y="108355"/>
                    <a:pt x="43255" y="109740"/>
                  </a:cubicBezTo>
                  <a:cubicBezTo>
                    <a:pt x="43230" y="110396"/>
                    <a:pt x="43204" y="111052"/>
                    <a:pt x="43178" y="111727"/>
                  </a:cubicBezTo>
                  <a:cubicBezTo>
                    <a:pt x="43150" y="112628"/>
                    <a:pt x="43150" y="112628"/>
                    <a:pt x="43121" y="113547"/>
                  </a:cubicBezTo>
                  <a:cubicBezTo>
                    <a:pt x="43047" y="114011"/>
                    <a:pt x="42973" y="114474"/>
                    <a:pt x="42896" y="114951"/>
                  </a:cubicBezTo>
                  <a:cubicBezTo>
                    <a:pt x="42405" y="115196"/>
                    <a:pt x="41914" y="115442"/>
                    <a:pt x="41408" y="115695"/>
                  </a:cubicBezTo>
                  <a:cubicBezTo>
                    <a:pt x="41242" y="117953"/>
                    <a:pt x="41176" y="120145"/>
                    <a:pt x="41170" y="122405"/>
                  </a:cubicBezTo>
                  <a:cubicBezTo>
                    <a:pt x="41159" y="123462"/>
                    <a:pt x="41159" y="123462"/>
                    <a:pt x="41148" y="124539"/>
                  </a:cubicBezTo>
                  <a:cubicBezTo>
                    <a:pt x="41125" y="126879"/>
                    <a:pt x="41112" y="129218"/>
                    <a:pt x="41100" y="131557"/>
                  </a:cubicBezTo>
                  <a:cubicBezTo>
                    <a:pt x="41086" y="133175"/>
                    <a:pt x="41071" y="134792"/>
                    <a:pt x="41056" y="136409"/>
                  </a:cubicBezTo>
                  <a:cubicBezTo>
                    <a:pt x="41018" y="140675"/>
                    <a:pt x="40988" y="144941"/>
                    <a:pt x="40961" y="149207"/>
                  </a:cubicBezTo>
                  <a:cubicBezTo>
                    <a:pt x="40931" y="153556"/>
                    <a:pt x="40893" y="157905"/>
                    <a:pt x="40855" y="162255"/>
                  </a:cubicBezTo>
                  <a:cubicBezTo>
                    <a:pt x="40783" y="170795"/>
                    <a:pt x="40720" y="179336"/>
                    <a:pt x="40664" y="187877"/>
                  </a:cubicBezTo>
                  <a:cubicBezTo>
                    <a:pt x="41400" y="187877"/>
                    <a:pt x="42137" y="187877"/>
                    <a:pt x="42896" y="187877"/>
                  </a:cubicBezTo>
                  <a:cubicBezTo>
                    <a:pt x="42918" y="188575"/>
                    <a:pt x="42918" y="188575"/>
                    <a:pt x="42941" y="189287"/>
                  </a:cubicBezTo>
                  <a:cubicBezTo>
                    <a:pt x="43011" y="191391"/>
                    <a:pt x="43093" y="193494"/>
                    <a:pt x="43175" y="195597"/>
                  </a:cubicBezTo>
                  <a:cubicBezTo>
                    <a:pt x="43198" y="196330"/>
                    <a:pt x="43221" y="197063"/>
                    <a:pt x="43245" y="197818"/>
                  </a:cubicBezTo>
                  <a:cubicBezTo>
                    <a:pt x="43288" y="198868"/>
                    <a:pt x="43288" y="198868"/>
                    <a:pt x="43332" y="199940"/>
                  </a:cubicBezTo>
                  <a:cubicBezTo>
                    <a:pt x="43355" y="200587"/>
                    <a:pt x="43379" y="201234"/>
                    <a:pt x="43403" y="201900"/>
                  </a:cubicBezTo>
                  <a:cubicBezTo>
                    <a:pt x="43500" y="203660"/>
                    <a:pt x="43500" y="203660"/>
                    <a:pt x="45128" y="204992"/>
                  </a:cubicBezTo>
                  <a:cubicBezTo>
                    <a:pt x="45374" y="204992"/>
                    <a:pt x="45620" y="204992"/>
                    <a:pt x="45873" y="204992"/>
                  </a:cubicBezTo>
                  <a:cubicBezTo>
                    <a:pt x="46118" y="209658"/>
                    <a:pt x="46364" y="214323"/>
                    <a:pt x="46617" y="219130"/>
                  </a:cubicBezTo>
                  <a:cubicBezTo>
                    <a:pt x="47353" y="219130"/>
                    <a:pt x="48090" y="219130"/>
                    <a:pt x="48849" y="219130"/>
                  </a:cubicBezTo>
                  <a:cubicBezTo>
                    <a:pt x="48886" y="219820"/>
                    <a:pt x="48922" y="220510"/>
                    <a:pt x="48960" y="221220"/>
                  </a:cubicBezTo>
                  <a:cubicBezTo>
                    <a:pt x="49015" y="222112"/>
                    <a:pt x="49071" y="223003"/>
                    <a:pt x="49128" y="223921"/>
                  </a:cubicBezTo>
                  <a:cubicBezTo>
                    <a:pt x="49206" y="225255"/>
                    <a:pt x="49206" y="225255"/>
                    <a:pt x="49285" y="226616"/>
                  </a:cubicBezTo>
                  <a:cubicBezTo>
                    <a:pt x="49387" y="227338"/>
                    <a:pt x="49488" y="228060"/>
                    <a:pt x="49593" y="228804"/>
                  </a:cubicBezTo>
                  <a:cubicBezTo>
                    <a:pt x="50084" y="229050"/>
                    <a:pt x="50575" y="229295"/>
                    <a:pt x="51082" y="229548"/>
                  </a:cubicBezTo>
                  <a:cubicBezTo>
                    <a:pt x="51347" y="231641"/>
                    <a:pt x="51412" y="233717"/>
                    <a:pt x="51497" y="235824"/>
                  </a:cubicBezTo>
                  <a:cubicBezTo>
                    <a:pt x="51606" y="236454"/>
                    <a:pt x="51714" y="237085"/>
                    <a:pt x="51826" y="237734"/>
                  </a:cubicBezTo>
                  <a:cubicBezTo>
                    <a:pt x="52562" y="238225"/>
                    <a:pt x="53299" y="238716"/>
                    <a:pt x="54058" y="239222"/>
                  </a:cubicBezTo>
                  <a:cubicBezTo>
                    <a:pt x="54396" y="241358"/>
                    <a:pt x="54432" y="243437"/>
                    <a:pt x="54500" y="245597"/>
                  </a:cubicBezTo>
                  <a:cubicBezTo>
                    <a:pt x="54600" y="246195"/>
                    <a:pt x="54699" y="246792"/>
                    <a:pt x="54802" y="247408"/>
                  </a:cubicBezTo>
                  <a:cubicBezTo>
                    <a:pt x="55539" y="247653"/>
                    <a:pt x="56276" y="247899"/>
                    <a:pt x="57035" y="248152"/>
                  </a:cubicBezTo>
                  <a:cubicBezTo>
                    <a:pt x="57253" y="249852"/>
                    <a:pt x="57253" y="249852"/>
                    <a:pt x="57174" y="251919"/>
                  </a:cubicBezTo>
                  <a:cubicBezTo>
                    <a:pt x="57154" y="252603"/>
                    <a:pt x="57134" y="253287"/>
                    <a:pt x="57113" y="253992"/>
                  </a:cubicBezTo>
                  <a:cubicBezTo>
                    <a:pt x="57087" y="254520"/>
                    <a:pt x="57061" y="255049"/>
                    <a:pt x="57035" y="255593"/>
                  </a:cubicBezTo>
                  <a:cubicBezTo>
                    <a:pt x="57771" y="255593"/>
                    <a:pt x="58508" y="255593"/>
                    <a:pt x="59267" y="255593"/>
                  </a:cubicBezTo>
                  <a:cubicBezTo>
                    <a:pt x="59635" y="259277"/>
                    <a:pt x="59635" y="259277"/>
                    <a:pt x="60011" y="263035"/>
                  </a:cubicBezTo>
                  <a:cubicBezTo>
                    <a:pt x="60748" y="263035"/>
                    <a:pt x="61485" y="263035"/>
                    <a:pt x="62244" y="263035"/>
                  </a:cubicBezTo>
                  <a:cubicBezTo>
                    <a:pt x="62365" y="264561"/>
                    <a:pt x="62486" y="266087"/>
                    <a:pt x="62607" y="267613"/>
                  </a:cubicBezTo>
                  <a:cubicBezTo>
                    <a:pt x="62733" y="268067"/>
                    <a:pt x="62858" y="268520"/>
                    <a:pt x="62988" y="268988"/>
                  </a:cubicBezTo>
                  <a:cubicBezTo>
                    <a:pt x="63724" y="269233"/>
                    <a:pt x="64461" y="269479"/>
                    <a:pt x="65220" y="269732"/>
                  </a:cubicBezTo>
                  <a:cubicBezTo>
                    <a:pt x="65549" y="271081"/>
                    <a:pt x="65549" y="271081"/>
                    <a:pt x="65639" y="272709"/>
                  </a:cubicBezTo>
                  <a:cubicBezTo>
                    <a:pt x="65702" y="274296"/>
                    <a:pt x="65702" y="274296"/>
                    <a:pt x="65964" y="275685"/>
                  </a:cubicBezTo>
                  <a:cubicBezTo>
                    <a:pt x="66455" y="275931"/>
                    <a:pt x="66947" y="276176"/>
                    <a:pt x="67453" y="276429"/>
                  </a:cubicBezTo>
                  <a:cubicBezTo>
                    <a:pt x="67949" y="278166"/>
                    <a:pt x="68445" y="279902"/>
                    <a:pt x="68941" y="281638"/>
                  </a:cubicBezTo>
                  <a:cubicBezTo>
                    <a:pt x="69432" y="281884"/>
                    <a:pt x="69923" y="282129"/>
                    <a:pt x="70429" y="282382"/>
                  </a:cubicBezTo>
                  <a:cubicBezTo>
                    <a:pt x="70871" y="284353"/>
                    <a:pt x="70981" y="286320"/>
                    <a:pt x="71173" y="288336"/>
                  </a:cubicBezTo>
                  <a:cubicBezTo>
                    <a:pt x="71910" y="288336"/>
                    <a:pt x="72647" y="288336"/>
                    <a:pt x="73406" y="288336"/>
                  </a:cubicBezTo>
                  <a:cubicBezTo>
                    <a:pt x="73544" y="289418"/>
                    <a:pt x="73544" y="289418"/>
                    <a:pt x="73685" y="290521"/>
                  </a:cubicBezTo>
                  <a:cubicBezTo>
                    <a:pt x="73915" y="291650"/>
                    <a:pt x="73915" y="291650"/>
                    <a:pt x="74150" y="292800"/>
                  </a:cubicBezTo>
                  <a:cubicBezTo>
                    <a:pt x="74641" y="293046"/>
                    <a:pt x="75132" y="293292"/>
                    <a:pt x="75638" y="293545"/>
                  </a:cubicBezTo>
                  <a:cubicBezTo>
                    <a:pt x="76353" y="295689"/>
                    <a:pt x="76461" y="297041"/>
                    <a:pt x="76429" y="299265"/>
                  </a:cubicBezTo>
                  <a:cubicBezTo>
                    <a:pt x="76422" y="299867"/>
                    <a:pt x="76415" y="300468"/>
                    <a:pt x="76408" y="301088"/>
                  </a:cubicBezTo>
                  <a:cubicBezTo>
                    <a:pt x="76400" y="301545"/>
                    <a:pt x="76391" y="302003"/>
                    <a:pt x="76382" y="302474"/>
                  </a:cubicBezTo>
                  <a:cubicBezTo>
                    <a:pt x="73080" y="302560"/>
                    <a:pt x="69779" y="302613"/>
                    <a:pt x="66476" y="302660"/>
                  </a:cubicBezTo>
                  <a:cubicBezTo>
                    <a:pt x="65536" y="302685"/>
                    <a:pt x="64597" y="302710"/>
                    <a:pt x="63629" y="302736"/>
                  </a:cubicBezTo>
                  <a:cubicBezTo>
                    <a:pt x="62729" y="302745"/>
                    <a:pt x="61830" y="302755"/>
                    <a:pt x="60904" y="302765"/>
                  </a:cubicBezTo>
                  <a:cubicBezTo>
                    <a:pt x="60074" y="302780"/>
                    <a:pt x="59243" y="302796"/>
                    <a:pt x="58388" y="302812"/>
                  </a:cubicBezTo>
                  <a:cubicBezTo>
                    <a:pt x="56290" y="302474"/>
                    <a:pt x="56290" y="302474"/>
                    <a:pt x="54912" y="301093"/>
                  </a:cubicBezTo>
                  <a:cubicBezTo>
                    <a:pt x="53966" y="299326"/>
                    <a:pt x="53684" y="297734"/>
                    <a:pt x="53314" y="295777"/>
                  </a:cubicBezTo>
                  <a:cubicBezTo>
                    <a:pt x="52823" y="295531"/>
                    <a:pt x="52332" y="295286"/>
                    <a:pt x="51826" y="295033"/>
                  </a:cubicBezTo>
                  <a:cubicBezTo>
                    <a:pt x="51718" y="294557"/>
                    <a:pt x="51611" y="294081"/>
                    <a:pt x="51500" y="293591"/>
                  </a:cubicBezTo>
                  <a:cubicBezTo>
                    <a:pt x="51184" y="291772"/>
                    <a:pt x="51184" y="291772"/>
                    <a:pt x="48849" y="290568"/>
                  </a:cubicBezTo>
                  <a:cubicBezTo>
                    <a:pt x="48348" y="289330"/>
                    <a:pt x="47851" y="288090"/>
                    <a:pt x="47361" y="286847"/>
                  </a:cubicBezTo>
                  <a:cubicBezTo>
                    <a:pt x="46870" y="286847"/>
                    <a:pt x="46379" y="286847"/>
                    <a:pt x="45873" y="286847"/>
                  </a:cubicBezTo>
                  <a:cubicBezTo>
                    <a:pt x="45873" y="284883"/>
                    <a:pt x="45873" y="282918"/>
                    <a:pt x="45873" y="280894"/>
                  </a:cubicBezTo>
                  <a:cubicBezTo>
                    <a:pt x="45136" y="280894"/>
                    <a:pt x="44399" y="280894"/>
                    <a:pt x="43640" y="280894"/>
                  </a:cubicBezTo>
                  <a:cubicBezTo>
                    <a:pt x="43107" y="279169"/>
                    <a:pt x="42611" y="277432"/>
                    <a:pt x="42152" y="275685"/>
                  </a:cubicBezTo>
                  <a:cubicBezTo>
                    <a:pt x="41661" y="275440"/>
                    <a:pt x="41170" y="275194"/>
                    <a:pt x="40664" y="274941"/>
                  </a:cubicBezTo>
                  <a:cubicBezTo>
                    <a:pt x="40556" y="274327"/>
                    <a:pt x="40449" y="273713"/>
                    <a:pt x="40338" y="273081"/>
                  </a:cubicBezTo>
                  <a:cubicBezTo>
                    <a:pt x="40200" y="272467"/>
                    <a:pt x="40062" y="271853"/>
                    <a:pt x="39919" y="271220"/>
                  </a:cubicBezTo>
                  <a:cubicBezTo>
                    <a:pt x="39183" y="270975"/>
                    <a:pt x="38446" y="270729"/>
                    <a:pt x="37687" y="270476"/>
                  </a:cubicBezTo>
                  <a:cubicBezTo>
                    <a:pt x="37469" y="268939"/>
                    <a:pt x="37469" y="268939"/>
                    <a:pt x="37547" y="267081"/>
                  </a:cubicBezTo>
                  <a:cubicBezTo>
                    <a:pt x="37578" y="266159"/>
                    <a:pt x="37578" y="266159"/>
                    <a:pt x="37608" y="265218"/>
                  </a:cubicBezTo>
                  <a:cubicBezTo>
                    <a:pt x="37634" y="264743"/>
                    <a:pt x="37660" y="264268"/>
                    <a:pt x="37687" y="263779"/>
                  </a:cubicBezTo>
                  <a:cubicBezTo>
                    <a:pt x="36950" y="263779"/>
                    <a:pt x="36214" y="263779"/>
                    <a:pt x="35455" y="263779"/>
                  </a:cubicBezTo>
                  <a:cubicBezTo>
                    <a:pt x="34963" y="262503"/>
                    <a:pt x="34963" y="262503"/>
                    <a:pt x="34664" y="260849"/>
                  </a:cubicBezTo>
                  <a:cubicBezTo>
                    <a:pt x="34392" y="259235"/>
                    <a:pt x="34392" y="259235"/>
                    <a:pt x="33966" y="257826"/>
                  </a:cubicBezTo>
                  <a:cubicBezTo>
                    <a:pt x="33475" y="257580"/>
                    <a:pt x="32984" y="257335"/>
                    <a:pt x="32478" y="257082"/>
                  </a:cubicBezTo>
                  <a:cubicBezTo>
                    <a:pt x="32170" y="255544"/>
                    <a:pt x="32170" y="255544"/>
                    <a:pt x="32013" y="253687"/>
                  </a:cubicBezTo>
                  <a:cubicBezTo>
                    <a:pt x="31957" y="253072"/>
                    <a:pt x="31902" y="252457"/>
                    <a:pt x="31844" y="251823"/>
                  </a:cubicBezTo>
                  <a:cubicBezTo>
                    <a:pt x="31808" y="251348"/>
                    <a:pt x="31771" y="250874"/>
                    <a:pt x="31734" y="250384"/>
                  </a:cubicBezTo>
                  <a:cubicBezTo>
                    <a:pt x="30997" y="250384"/>
                    <a:pt x="30260" y="250384"/>
                    <a:pt x="29501" y="250384"/>
                  </a:cubicBezTo>
                  <a:cubicBezTo>
                    <a:pt x="29474" y="249918"/>
                    <a:pt x="29446" y="249452"/>
                    <a:pt x="29417" y="248972"/>
                  </a:cubicBezTo>
                  <a:cubicBezTo>
                    <a:pt x="29344" y="248059"/>
                    <a:pt x="29344" y="248059"/>
                    <a:pt x="29269" y="247129"/>
                  </a:cubicBezTo>
                  <a:cubicBezTo>
                    <a:pt x="29226" y="246524"/>
                    <a:pt x="29183" y="245920"/>
                    <a:pt x="29138" y="245297"/>
                  </a:cubicBezTo>
                  <a:cubicBezTo>
                    <a:pt x="28884" y="243405"/>
                    <a:pt x="28884" y="243405"/>
                    <a:pt x="26525" y="242199"/>
                  </a:cubicBezTo>
                  <a:cubicBezTo>
                    <a:pt x="26525" y="240711"/>
                    <a:pt x="26525" y="239222"/>
                    <a:pt x="26525" y="237734"/>
                  </a:cubicBezTo>
                  <a:cubicBezTo>
                    <a:pt x="26173" y="237398"/>
                    <a:pt x="25821" y="237063"/>
                    <a:pt x="25458" y="236717"/>
                  </a:cubicBezTo>
                  <a:cubicBezTo>
                    <a:pt x="23910" y="235103"/>
                    <a:pt x="23827" y="233831"/>
                    <a:pt x="23502" y="231641"/>
                  </a:cubicBezTo>
                  <a:cubicBezTo>
                    <a:pt x="23241" y="229678"/>
                    <a:pt x="23241" y="229678"/>
                    <a:pt x="22804" y="228060"/>
                  </a:cubicBezTo>
                  <a:cubicBezTo>
                    <a:pt x="22313" y="228060"/>
                    <a:pt x="21822" y="228060"/>
                    <a:pt x="21316" y="228060"/>
                  </a:cubicBezTo>
                  <a:cubicBezTo>
                    <a:pt x="21288" y="227433"/>
                    <a:pt x="21260" y="226805"/>
                    <a:pt x="21232" y="226159"/>
                  </a:cubicBezTo>
                  <a:cubicBezTo>
                    <a:pt x="21183" y="225344"/>
                    <a:pt x="21134" y="224528"/>
                    <a:pt x="21083" y="223688"/>
                  </a:cubicBezTo>
                  <a:cubicBezTo>
                    <a:pt x="21040" y="222877"/>
                    <a:pt x="20997" y="222065"/>
                    <a:pt x="20953" y="221229"/>
                  </a:cubicBezTo>
                  <a:cubicBezTo>
                    <a:pt x="20827" y="220537"/>
                    <a:pt x="20701" y="219844"/>
                    <a:pt x="20572" y="219130"/>
                  </a:cubicBezTo>
                  <a:cubicBezTo>
                    <a:pt x="19835" y="218639"/>
                    <a:pt x="19098" y="218148"/>
                    <a:pt x="18339" y="217642"/>
                  </a:cubicBezTo>
                  <a:cubicBezTo>
                    <a:pt x="18093" y="215720"/>
                    <a:pt x="17958" y="213941"/>
                    <a:pt x="17921" y="212015"/>
                  </a:cubicBezTo>
                  <a:cubicBezTo>
                    <a:pt x="17874" y="210150"/>
                    <a:pt x="17769" y="208341"/>
                    <a:pt x="17595" y="206480"/>
                  </a:cubicBezTo>
                  <a:cubicBezTo>
                    <a:pt x="17104" y="206235"/>
                    <a:pt x="16613" y="205989"/>
                    <a:pt x="16107" y="205736"/>
                  </a:cubicBezTo>
                  <a:cubicBezTo>
                    <a:pt x="15870" y="204354"/>
                    <a:pt x="15870" y="204354"/>
                    <a:pt x="15799" y="202570"/>
                  </a:cubicBezTo>
                  <a:cubicBezTo>
                    <a:pt x="15770" y="201935"/>
                    <a:pt x="15741" y="201299"/>
                    <a:pt x="15712" y="200645"/>
                  </a:cubicBezTo>
                  <a:cubicBezTo>
                    <a:pt x="15689" y="199977"/>
                    <a:pt x="15666" y="199308"/>
                    <a:pt x="15642" y="198620"/>
                  </a:cubicBezTo>
                  <a:cubicBezTo>
                    <a:pt x="15599" y="197614"/>
                    <a:pt x="15599" y="197614"/>
                    <a:pt x="15555" y="196587"/>
                  </a:cubicBezTo>
                  <a:cubicBezTo>
                    <a:pt x="15484" y="194924"/>
                    <a:pt x="15421" y="193261"/>
                    <a:pt x="15363" y="191597"/>
                  </a:cubicBezTo>
                  <a:cubicBezTo>
                    <a:pt x="14626" y="191843"/>
                    <a:pt x="13889" y="192088"/>
                    <a:pt x="13130" y="192341"/>
                  </a:cubicBezTo>
                  <a:cubicBezTo>
                    <a:pt x="12762" y="179449"/>
                    <a:pt x="12762" y="179449"/>
                    <a:pt x="12386" y="166297"/>
                  </a:cubicBezTo>
                  <a:cubicBezTo>
                    <a:pt x="11649" y="166297"/>
                    <a:pt x="10913" y="166297"/>
                    <a:pt x="10154" y="166297"/>
                  </a:cubicBezTo>
                  <a:cubicBezTo>
                    <a:pt x="10099" y="162297"/>
                    <a:pt x="10058" y="158297"/>
                    <a:pt x="10031" y="154297"/>
                  </a:cubicBezTo>
                  <a:cubicBezTo>
                    <a:pt x="10020" y="152935"/>
                    <a:pt x="10005" y="151574"/>
                    <a:pt x="9985" y="150213"/>
                  </a:cubicBezTo>
                  <a:cubicBezTo>
                    <a:pt x="9958" y="148259"/>
                    <a:pt x="9946" y="146305"/>
                    <a:pt x="9936" y="144350"/>
                  </a:cubicBezTo>
                  <a:cubicBezTo>
                    <a:pt x="9924" y="143739"/>
                    <a:pt x="9913" y="143128"/>
                    <a:pt x="9901" y="142499"/>
                  </a:cubicBezTo>
                  <a:cubicBezTo>
                    <a:pt x="9900" y="140784"/>
                    <a:pt x="9900" y="140784"/>
                    <a:pt x="10154" y="138019"/>
                  </a:cubicBezTo>
                  <a:cubicBezTo>
                    <a:pt x="11259" y="137282"/>
                    <a:pt x="11259" y="137282"/>
                    <a:pt x="12386" y="136531"/>
                  </a:cubicBezTo>
                  <a:cubicBezTo>
                    <a:pt x="12638" y="134584"/>
                    <a:pt x="12750" y="132803"/>
                    <a:pt x="12767" y="130851"/>
                  </a:cubicBezTo>
                  <a:cubicBezTo>
                    <a:pt x="12780" y="130292"/>
                    <a:pt x="12794" y="129732"/>
                    <a:pt x="12807" y="129156"/>
                  </a:cubicBezTo>
                  <a:cubicBezTo>
                    <a:pt x="12848" y="127366"/>
                    <a:pt x="12873" y="125577"/>
                    <a:pt x="12898" y="123787"/>
                  </a:cubicBezTo>
                  <a:cubicBezTo>
                    <a:pt x="12922" y="122575"/>
                    <a:pt x="12948" y="121363"/>
                    <a:pt x="12975" y="120151"/>
                  </a:cubicBezTo>
                  <a:cubicBezTo>
                    <a:pt x="13038" y="117178"/>
                    <a:pt x="13088" y="114204"/>
                    <a:pt x="13130" y="111230"/>
                  </a:cubicBezTo>
                  <a:cubicBezTo>
                    <a:pt x="13867" y="111476"/>
                    <a:pt x="14604" y="111721"/>
                    <a:pt x="15363" y="111974"/>
                  </a:cubicBezTo>
                  <a:cubicBezTo>
                    <a:pt x="15608" y="106572"/>
                    <a:pt x="15854" y="101169"/>
                    <a:pt x="16107" y="95603"/>
                  </a:cubicBezTo>
                  <a:cubicBezTo>
                    <a:pt x="16598" y="95603"/>
                    <a:pt x="17089" y="95603"/>
                    <a:pt x="17595" y="95603"/>
                  </a:cubicBezTo>
                  <a:cubicBezTo>
                    <a:pt x="18320" y="93282"/>
                    <a:pt x="18334" y="91165"/>
                    <a:pt x="18246" y="88766"/>
                  </a:cubicBezTo>
                  <a:cubicBezTo>
                    <a:pt x="18277" y="87830"/>
                    <a:pt x="18308" y="86894"/>
                    <a:pt x="18339" y="85929"/>
                  </a:cubicBezTo>
                  <a:cubicBezTo>
                    <a:pt x="19444" y="85193"/>
                    <a:pt x="19444" y="85193"/>
                    <a:pt x="20572" y="84441"/>
                  </a:cubicBezTo>
                  <a:cubicBezTo>
                    <a:pt x="21007" y="82294"/>
                    <a:pt x="21007" y="82294"/>
                    <a:pt x="21083" y="79883"/>
                  </a:cubicBezTo>
                  <a:cubicBezTo>
                    <a:pt x="21132" y="79068"/>
                    <a:pt x="21181" y="78252"/>
                    <a:pt x="21232" y="77412"/>
                  </a:cubicBezTo>
                  <a:cubicBezTo>
                    <a:pt x="21259" y="76785"/>
                    <a:pt x="21287" y="76158"/>
                    <a:pt x="21316" y="75511"/>
                  </a:cubicBezTo>
                  <a:cubicBezTo>
                    <a:pt x="22053" y="75511"/>
                    <a:pt x="22789" y="75511"/>
                    <a:pt x="23548" y="75511"/>
                  </a:cubicBezTo>
                  <a:cubicBezTo>
                    <a:pt x="23576" y="74929"/>
                    <a:pt x="23604" y="74347"/>
                    <a:pt x="23633" y="73747"/>
                  </a:cubicBezTo>
                  <a:cubicBezTo>
                    <a:pt x="23682" y="72994"/>
                    <a:pt x="23730" y="72241"/>
                    <a:pt x="23781" y="71465"/>
                  </a:cubicBezTo>
                  <a:cubicBezTo>
                    <a:pt x="23824" y="70714"/>
                    <a:pt x="23867" y="69963"/>
                    <a:pt x="23912" y="69189"/>
                  </a:cubicBezTo>
                  <a:cubicBezTo>
                    <a:pt x="24037" y="68574"/>
                    <a:pt x="24163" y="67959"/>
                    <a:pt x="24292" y="67326"/>
                  </a:cubicBezTo>
                  <a:cubicBezTo>
                    <a:pt x="25397" y="66957"/>
                    <a:pt x="25397" y="66957"/>
                    <a:pt x="26525" y="66582"/>
                  </a:cubicBezTo>
                  <a:cubicBezTo>
                    <a:pt x="26657" y="65006"/>
                    <a:pt x="26473" y="63548"/>
                    <a:pt x="26313" y="61977"/>
                  </a:cubicBezTo>
                  <a:cubicBezTo>
                    <a:pt x="26383" y="61532"/>
                    <a:pt x="26453" y="61087"/>
                    <a:pt x="26525" y="60629"/>
                  </a:cubicBezTo>
                  <a:cubicBezTo>
                    <a:pt x="27016" y="60513"/>
                    <a:pt x="27507" y="60398"/>
                    <a:pt x="28013" y="60280"/>
                  </a:cubicBezTo>
                  <a:cubicBezTo>
                    <a:pt x="28504" y="60149"/>
                    <a:pt x="28995" y="60019"/>
                    <a:pt x="29501" y="59884"/>
                  </a:cubicBezTo>
                  <a:cubicBezTo>
                    <a:pt x="29779" y="58322"/>
                    <a:pt x="29779" y="58322"/>
                    <a:pt x="29548" y="56536"/>
                  </a:cubicBezTo>
                  <a:cubicBezTo>
                    <a:pt x="29388" y="54699"/>
                    <a:pt x="29388" y="54699"/>
                    <a:pt x="29501" y="53187"/>
                  </a:cubicBezTo>
                  <a:cubicBezTo>
                    <a:pt x="30606" y="52819"/>
                    <a:pt x="30606" y="52819"/>
                    <a:pt x="31734" y="52443"/>
                  </a:cubicBezTo>
                  <a:cubicBezTo>
                    <a:pt x="32169" y="51040"/>
                    <a:pt x="32169" y="51040"/>
                    <a:pt x="32245" y="49420"/>
                  </a:cubicBezTo>
                  <a:cubicBezTo>
                    <a:pt x="32322" y="48453"/>
                    <a:pt x="32399" y="47486"/>
                    <a:pt x="32478" y="46490"/>
                  </a:cubicBezTo>
                  <a:cubicBezTo>
                    <a:pt x="33215" y="46490"/>
                    <a:pt x="33951" y="46490"/>
                    <a:pt x="34710" y="46490"/>
                  </a:cubicBezTo>
                  <a:cubicBezTo>
                    <a:pt x="34664" y="45799"/>
                    <a:pt x="34618" y="45109"/>
                    <a:pt x="34571" y="44397"/>
                  </a:cubicBezTo>
                  <a:cubicBezTo>
                    <a:pt x="34710" y="42025"/>
                    <a:pt x="34710" y="42025"/>
                    <a:pt x="35780" y="41002"/>
                  </a:cubicBezTo>
                  <a:cubicBezTo>
                    <a:pt x="37225" y="39499"/>
                    <a:pt x="37145" y="38764"/>
                    <a:pt x="37315" y="36723"/>
                  </a:cubicBezTo>
                  <a:cubicBezTo>
                    <a:pt x="37438" y="35771"/>
                    <a:pt x="37560" y="34820"/>
                    <a:pt x="37687" y="33840"/>
                  </a:cubicBezTo>
                  <a:cubicBezTo>
                    <a:pt x="38424" y="33594"/>
                    <a:pt x="39160" y="33348"/>
                    <a:pt x="39919" y="33095"/>
                  </a:cubicBezTo>
                  <a:cubicBezTo>
                    <a:pt x="40197" y="31612"/>
                    <a:pt x="40446" y="30124"/>
                    <a:pt x="40664" y="28631"/>
                  </a:cubicBezTo>
                  <a:cubicBezTo>
                    <a:pt x="41155" y="28385"/>
                    <a:pt x="41646" y="28139"/>
                    <a:pt x="42152" y="27886"/>
                  </a:cubicBezTo>
                  <a:cubicBezTo>
                    <a:pt x="42397" y="27150"/>
                    <a:pt x="42643" y="26413"/>
                    <a:pt x="42896" y="25654"/>
                  </a:cubicBezTo>
                  <a:cubicBezTo>
                    <a:pt x="43640" y="23422"/>
                    <a:pt x="43640" y="23422"/>
                    <a:pt x="45128" y="22677"/>
                  </a:cubicBezTo>
                  <a:cubicBezTo>
                    <a:pt x="45618" y="20423"/>
                    <a:pt x="45618" y="20423"/>
                    <a:pt x="45873" y="18213"/>
                  </a:cubicBezTo>
                  <a:cubicBezTo>
                    <a:pt x="46609" y="18213"/>
                    <a:pt x="47346" y="18213"/>
                    <a:pt x="48105" y="18213"/>
                  </a:cubicBezTo>
                  <a:cubicBezTo>
                    <a:pt x="48351" y="16494"/>
                    <a:pt x="48596" y="14775"/>
                    <a:pt x="48849" y="13004"/>
                  </a:cubicBezTo>
                  <a:cubicBezTo>
                    <a:pt x="49586" y="13004"/>
                    <a:pt x="50322" y="13004"/>
                    <a:pt x="51082" y="13004"/>
                  </a:cubicBezTo>
                  <a:cubicBezTo>
                    <a:pt x="51327" y="11530"/>
                    <a:pt x="51573" y="10057"/>
                    <a:pt x="51826" y="8539"/>
                  </a:cubicBezTo>
                  <a:cubicBezTo>
                    <a:pt x="52562" y="8539"/>
                    <a:pt x="53299" y="8539"/>
                    <a:pt x="54058" y="8539"/>
                  </a:cubicBezTo>
                  <a:cubicBezTo>
                    <a:pt x="54027" y="7986"/>
                    <a:pt x="53997" y="7434"/>
                    <a:pt x="53965" y="6864"/>
                  </a:cubicBezTo>
                  <a:cubicBezTo>
                    <a:pt x="54106" y="3753"/>
                    <a:pt x="54313" y="2042"/>
                    <a:pt x="57628" y="1504"/>
                  </a:cubicBezTo>
                  <a:close/>
                </a:path>
              </a:pathLst>
            </a:custGeom>
            <a:grpFill/>
            <a:ln w="744" cap="flat">
              <a:noFill/>
              <a:prstDash val="solid"/>
              <a:miter/>
            </a:ln>
          </p:spPr>
          <p:txBody>
            <a:bodyPr rtlCol="0" anchor="ctr"/>
            <a:lstStyle/>
            <a:p>
              <a:endParaRPr lang="zh-CN" altLang="en-US"/>
            </a:p>
          </p:txBody>
        </p:sp>
        <p:sp>
          <p:nvSpPr>
            <p:cNvPr id="209" name="任意多边形: 形状 208"/>
            <p:cNvSpPr/>
            <p:nvPr/>
          </p:nvSpPr>
          <p:spPr>
            <a:xfrm>
              <a:off x="8076790" y="1392727"/>
              <a:ext cx="66347" cy="301552"/>
            </a:xfrm>
            <a:custGeom>
              <a:avLst/>
              <a:gdLst>
                <a:gd name="connsiteX0" fmla="*/ 11432 w 66347"/>
                <a:gd name="connsiteY0" fmla="*/ 1757 h 301542"/>
                <a:gd name="connsiteX1" fmla="*/ 21431 w 66347"/>
                <a:gd name="connsiteY1" fmla="*/ 1618 h 301542"/>
                <a:gd name="connsiteX2" fmla="*/ 24316 w 66347"/>
                <a:gd name="connsiteY2" fmla="*/ 1561 h 301542"/>
                <a:gd name="connsiteX3" fmla="*/ 27056 w 66347"/>
                <a:gd name="connsiteY3" fmla="*/ 1539 h 301542"/>
                <a:gd name="connsiteX4" fmla="*/ 29595 w 66347"/>
                <a:gd name="connsiteY4" fmla="*/ 1504 h 301542"/>
                <a:gd name="connsiteX5" fmla="*/ 31524 w 66347"/>
                <a:gd name="connsiteY5" fmla="*/ 1757 h 301542"/>
                <a:gd name="connsiteX6" fmla="*/ 32268 w 66347"/>
                <a:gd name="connsiteY6" fmla="*/ 3990 h 301542"/>
                <a:gd name="connsiteX7" fmla="*/ 33756 w 66347"/>
                <a:gd name="connsiteY7" fmla="*/ 4734 h 301542"/>
                <a:gd name="connsiteX8" fmla="*/ 34082 w 66347"/>
                <a:gd name="connsiteY8" fmla="*/ 6501 h 301542"/>
                <a:gd name="connsiteX9" fmla="*/ 37942 w 66347"/>
                <a:gd name="connsiteY9" fmla="*/ 11571 h 301542"/>
                <a:gd name="connsiteX10" fmla="*/ 39709 w 66347"/>
                <a:gd name="connsiteY10" fmla="*/ 18873 h 301542"/>
                <a:gd name="connsiteX11" fmla="*/ 41942 w 66347"/>
                <a:gd name="connsiteY11" fmla="*/ 18873 h 301542"/>
                <a:gd name="connsiteX12" fmla="*/ 42686 w 66347"/>
                <a:gd name="connsiteY12" fmla="*/ 22593 h 301542"/>
                <a:gd name="connsiteX13" fmla="*/ 44918 w 66347"/>
                <a:gd name="connsiteY13" fmla="*/ 24082 h 301542"/>
                <a:gd name="connsiteX14" fmla="*/ 45662 w 66347"/>
                <a:gd name="connsiteY14" fmla="*/ 28546 h 301542"/>
                <a:gd name="connsiteX15" fmla="*/ 47151 w 66347"/>
                <a:gd name="connsiteY15" fmla="*/ 29291 h 301542"/>
                <a:gd name="connsiteX16" fmla="*/ 47895 w 66347"/>
                <a:gd name="connsiteY16" fmla="*/ 34500 h 301542"/>
                <a:gd name="connsiteX17" fmla="*/ 50127 w 66347"/>
                <a:gd name="connsiteY17" fmla="*/ 34500 h 301542"/>
                <a:gd name="connsiteX18" fmla="*/ 50360 w 66347"/>
                <a:gd name="connsiteY18" fmla="*/ 37058 h 301542"/>
                <a:gd name="connsiteX19" fmla="*/ 50871 w 66347"/>
                <a:gd name="connsiteY19" fmla="*/ 39709 h 301542"/>
                <a:gd name="connsiteX20" fmla="*/ 53104 w 66347"/>
                <a:gd name="connsiteY20" fmla="*/ 40453 h 301542"/>
                <a:gd name="connsiteX21" fmla="*/ 53848 w 66347"/>
                <a:gd name="connsiteY21" fmla="*/ 45662 h 301542"/>
                <a:gd name="connsiteX22" fmla="*/ 55336 w 66347"/>
                <a:gd name="connsiteY22" fmla="*/ 46406 h 301542"/>
                <a:gd name="connsiteX23" fmla="*/ 55801 w 66347"/>
                <a:gd name="connsiteY23" fmla="*/ 49801 h 301542"/>
                <a:gd name="connsiteX24" fmla="*/ 55970 w 66347"/>
                <a:gd name="connsiteY24" fmla="*/ 51664 h 301542"/>
                <a:gd name="connsiteX25" fmla="*/ 56080 w 66347"/>
                <a:gd name="connsiteY25" fmla="*/ 53103 h 301542"/>
                <a:gd name="connsiteX26" fmla="*/ 58313 w 66347"/>
                <a:gd name="connsiteY26" fmla="*/ 53103 h 301542"/>
                <a:gd name="connsiteX27" fmla="*/ 58676 w 66347"/>
                <a:gd name="connsiteY27" fmla="*/ 57681 h 301542"/>
                <a:gd name="connsiteX28" fmla="*/ 59057 w 66347"/>
                <a:gd name="connsiteY28" fmla="*/ 59056 h 301542"/>
                <a:gd name="connsiteX29" fmla="*/ 61289 w 66347"/>
                <a:gd name="connsiteY29" fmla="*/ 59800 h 301542"/>
                <a:gd name="connsiteX30" fmla="*/ 61661 w 66347"/>
                <a:gd name="connsiteY30" fmla="*/ 63475 h 301542"/>
                <a:gd name="connsiteX31" fmla="*/ 62034 w 66347"/>
                <a:gd name="connsiteY31" fmla="*/ 67242 h 301542"/>
                <a:gd name="connsiteX32" fmla="*/ 64266 w 66347"/>
                <a:gd name="connsiteY32" fmla="*/ 68730 h 301542"/>
                <a:gd name="connsiteX33" fmla="*/ 64685 w 66347"/>
                <a:gd name="connsiteY33" fmla="*/ 72125 h 301542"/>
                <a:gd name="connsiteX34" fmla="*/ 65010 w 66347"/>
                <a:gd name="connsiteY34" fmla="*/ 75427 h 301542"/>
                <a:gd name="connsiteX35" fmla="*/ 66498 w 66347"/>
                <a:gd name="connsiteY35" fmla="*/ 76171 h 301542"/>
                <a:gd name="connsiteX36" fmla="*/ 66914 w 66347"/>
                <a:gd name="connsiteY36" fmla="*/ 82520 h 301542"/>
                <a:gd name="connsiteX37" fmla="*/ 67243 w 66347"/>
                <a:gd name="connsiteY37" fmla="*/ 84357 h 301542"/>
                <a:gd name="connsiteX38" fmla="*/ 69475 w 66347"/>
                <a:gd name="connsiteY38" fmla="*/ 85101 h 301542"/>
                <a:gd name="connsiteX39" fmla="*/ 69847 w 66347"/>
                <a:gd name="connsiteY39" fmla="*/ 91008 h 301542"/>
                <a:gd name="connsiteX40" fmla="*/ 70219 w 66347"/>
                <a:gd name="connsiteY40" fmla="*/ 97007 h 301542"/>
                <a:gd name="connsiteX41" fmla="*/ 72452 w 66347"/>
                <a:gd name="connsiteY41" fmla="*/ 98496 h 301542"/>
                <a:gd name="connsiteX42" fmla="*/ 72498 w 66347"/>
                <a:gd name="connsiteY42" fmla="*/ 104402 h 301542"/>
                <a:gd name="connsiteX43" fmla="*/ 73940 w 66347"/>
                <a:gd name="connsiteY43" fmla="*/ 112634 h 301542"/>
                <a:gd name="connsiteX44" fmla="*/ 74684 w 66347"/>
                <a:gd name="connsiteY44" fmla="*/ 112634 h 301542"/>
                <a:gd name="connsiteX45" fmla="*/ 75428 w 66347"/>
                <a:gd name="connsiteY45" fmla="*/ 140912 h 301542"/>
                <a:gd name="connsiteX46" fmla="*/ 77661 w 66347"/>
                <a:gd name="connsiteY46" fmla="*/ 140912 h 301542"/>
                <a:gd name="connsiteX47" fmla="*/ 77661 w 66347"/>
                <a:gd name="connsiteY47" fmla="*/ 163236 h 301542"/>
                <a:gd name="connsiteX48" fmla="*/ 76172 w 66347"/>
                <a:gd name="connsiteY48" fmla="*/ 163236 h 301542"/>
                <a:gd name="connsiteX49" fmla="*/ 75245 w 66347"/>
                <a:gd name="connsiteY49" fmla="*/ 170541 h 301542"/>
                <a:gd name="connsiteX50" fmla="*/ 75171 w 66347"/>
                <a:gd name="connsiteY50" fmla="*/ 174077 h 301542"/>
                <a:gd name="connsiteX51" fmla="*/ 75073 w 66347"/>
                <a:gd name="connsiteY51" fmla="*/ 179667 h 301542"/>
                <a:gd name="connsiteX52" fmla="*/ 74966 w 66347"/>
                <a:gd name="connsiteY52" fmla="*/ 185051 h 301542"/>
                <a:gd name="connsiteX53" fmla="*/ 74947 w 66347"/>
                <a:gd name="connsiteY53" fmla="*/ 186752 h 301542"/>
                <a:gd name="connsiteX54" fmla="*/ 74684 w 66347"/>
                <a:gd name="connsiteY54" fmla="*/ 190769 h 301542"/>
                <a:gd name="connsiteX55" fmla="*/ 73196 w 66347"/>
                <a:gd name="connsiteY55" fmla="*/ 191513 h 301542"/>
                <a:gd name="connsiteX56" fmla="*/ 72643 w 66347"/>
                <a:gd name="connsiteY56" fmla="*/ 202850 h 301542"/>
                <a:gd name="connsiteX57" fmla="*/ 72452 w 66347"/>
                <a:gd name="connsiteY57" fmla="*/ 204908 h 301542"/>
                <a:gd name="connsiteX58" fmla="*/ 70219 w 66347"/>
                <a:gd name="connsiteY58" fmla="*/ 205652 h 301542"/>
                <a:gd name="connsiteX59" fmla="*/ 69708 w 66347"/>
                <a:gd name="connsiteY59" fmla="*/ 210907 h 301542"/>
                <a:gd name="connsiteX60" fmla="*/ 69559 w 66347"/>
                <a:gd name="connsiteY60" fmla="*/ 213817 h 301542"/>
                <a:gd name="connsiteX61" fmla="*/ 69475 w 66347"/>
                <a:gd name="connsiteY61" fmla="*/ 216070 h 301542"/>
                <a:gd name="connsiteX62" fmla="*/ 67243 w 66347"/>
                <a:gd name="connsiteY62" fmla="*/ 216070 h 301542"/>
                <a:gd name="connsiteX63" fmla="*/ 66498 w 66347"/>
                <a:gd name="connsiteY63" fmla="*/ 226488 h 301542"/>
                <a:gd name="connsiteX64" fmla="*/ 64266 w 66347"/>
                <a:gd name="connsiteY64" fmla="*/ 226488 h 301542"/>
                <a:gd name="connsiteX65" fmla="*/ 64344 w 66347"/>
                <a:gd name="connsiteY65" fmla="*/ 228037 h 301542"/>
                <a:gd name="connsiteX66" fmla="*/ 64406 w 66347"/>
                <a:gd name="connsiteY66" fmla="*/ 230069 h 301542"/>
                <a:gd name="connsiteX67" fmla="*/ 64484 w 66347"/>
                <a:gd name="connsiteY67" fmla="*/ 232083 h 301542"/>
                <a:gd name="connsiteX68" fmla="*/ 62034 w 66347"/>
                <a:gd name="connsiteY68" fmla="*/ 236162 h 301542"/>
                <a:gd name="connsiteX69" fmla="*/ 61592 w 66347"/>
                <a:gd name="connsiteY69" fmla="*/ 241400 h 301542"/>
                <a:gd name="connsiteX70" fmla="*/ 61289 w 66347"/>
                <a:gd name="connsiteY70" fmla="*/ 242859 h 301542"/>
                <a:gd name="connsiteX71" fmla="*/ 59057 w 66347"/>
                <a:gd name="connsiteY71" fmla="*/ 243603 h 301542"/>
                <a:gd name="connsiteX72" fmla="*/ 58615 w 66347"/>
                <a:gd name="connsiteY72" fmla="*/ 248135 h 301542"/>
                <a:gd name="connsiteX73" fmla="*/ 56080 w 66347"/>
                <a:gd name="connsiteY73" fmla="*/ 251045 h 301542"/>
                <a:gd name="connsiteX74" fmla="*/ 56127 w 66347"/>
                <a:gd name="connsiteY74" fmla="*/ 253696 h 301542"/>
                <a:gd name="connsiteX75" fmla="*/ 56080 w 66347"/>
                <a:gd name="connsiteY75" fmla="*/ 256253 h 301542"/>
                <a:gd name="connsiteX76" fmla="*/ 54592 w 66347"/>
                <a:gd name="connsiteY76" fmla="*/ 256576 h 301542"/>
                <a:gd name="connsiteX77" fmla="*/ 53104 w 66347"/>
                <a:gd name="connsiteY77" fmla="*/ 256998 h 301542"/>
                <a:gd name="connsiteX78" fmla="*/ 53057 w 66347"/>
                <a:gd name="connsiteY78" fmla="*/ 260346 h 301542"/>
                <a:gd name="connsiteX79" fmla="*/ 53104 w 66347"/>
                <a:gd name="connsiteY79" fmla="*/ 263695 h 301542"/>
                <a:gd name="connsiteX80" fmla="*/ 50871 w 66347"/>
                <a:gd name="connsiteY80" fmla="*/ 264439 h 301542"/>
                <a:gd name="connsiteX81" fmla="*/ 50127 w 66347"/>
                <a:gd name="connsiteY81" fmla="*/ 269648 h 301542"/>
                <a:gd name="connsiteX82" fmla="*/ 47895 w 66347"/>
                <a:gd name="connsiteY82" fmla="*/ 271880 h 301542"/>
                <a:gd name="connsiteX83" fmla="*/ 47104 w 66347"/>
                <a:gd name="connsiteY83" fmla="*/ 273508 h 301542"/>
                <a:gd name="connsiteX84" fmla="*/ 46407 w 66347"/>
                <a:gd name="connsiteY84" fmla="*/ 274857 h 301542"/>
                <a:gd name="connsiteX85" fmla="*/ 44918 w 66347"/>
                <a:gd name="connsiteY85" fmla="*/ 274857 h 301542"/>
                <a:gd name="connsiteX86" fmla="*/ 45058 w 66347"/>
                <a:gd name="connsiteY86" fmla="*/ 277368 h 301542"/>
                <a:gd name="connsiteX87" fmla="*/ 44918 w 66347"/>
                <a:gd name="connsiteY87" fmla="*/ 280066 h 301542"/>
                <a:gd name="connsiteX88" fmla="*/ 42686 w 66347"/>
                <a:gd name="connsiteY88" fmla="*/ 281554 h 301542"/>
                <a:gd name="connsiteX89" fmla="*/ 41942 w 66347"/>
                <a:gd name="connsiteY89" fmla="*/ 285275 h 301542"/>
                <a:gd name="connsiteX90" fmla="*/ 40453 w 66347"/>
                <a:gd name="connsiteY90" fmla="*/ 286019 h 301542"/>
                <a:gd name="connsiteX91" fmla="*/ 39337 w 66347"/>
                <a:gd name="connsiteY91" fmla="*/ 288670 h 301542"/>
                <a:gd name="connsiteX92" fmla="*/ 38221 w 66347"/>
                <a:gd name="connsiteY92" fmla="*/ 291228 h 301542"/>
                <a:gd name="connsiteX93" fmla="*/ 36733 w 66347"/>
                <a:gd name="connsiteY93" fmla="*/ 291228 h 301542"/>
                <a:gd name="connsiteX94" fmla="*/ 35989 w 66347"/>
                <a:gd name="connsiteY94" fmla="*/ 294949 h 301542"/>
                <a:gd name="connsiteX95" fmla="*/ 34500 w 66347"/>
                <a:gd name="connsiteY95" fmla="*/ 295693 h 301542"/>
                <a:gd name="connsiteX96" fmla="*/ 33925 w 66347"/>
                <a:gd name="connsiteY96" fmla="*/ 299059 h 301542"/>
                <a:gd name="connsiteX97" fmla="*/ 32268 w 66347"/>
                <a:gd name="connsiteY97" fmla="*/ 302390 h 301542"/>
                <a:gd name="connsiteX98" fmla="*/ 22129 w 66347"/>
                <a:gd name="connsiteY98" fmla="*/ 302855 h 301542"/>
                <a:gd name="connsiteX99" fmla="*/ 19275 w 66347"/>
                <a:gd name="connsiteY99" fmla="*/ 302783 h 301542"/>
                <a:gd name="connsiteX100" fmla="*/ 11432 w 66347"/>
                <a:gd name="connsiteY100" fmla="*/ 301646 h 301542"/>
                <a:gd name="connsiteX101" fmla="*/ 12176 w 66347"/>
                <a:gd name="connsiteY101" fmla="*/ 293461 h 301542"/>
                <a:gd name="connsiteX102" fmla="*/ 14409 w 66347"/>
                <a:gd name="connsiteY102" fmla="*/ 291972 h 301542"/>
                <a:gd name="connsiteX103" fmla="*/ 15153 w 66347"/>
                <a:gd name="connsiteY103" fmla="*/ 288252 h 301542"/>
                <a:gd name="connsiteX104" fmla="*/ 16641 w 66347"/>
                <a:gd name="connsiteY104" fmla="*/ 287507 h 301542"/>
                <a:gd name="connsiteX105" fmla="*/ 16967 w 66347"/>
                <a:gd name="connsiteY105" fmla="*/ 284903 h 301542"/>
                <a:gd name="connsiteX106" fmla="*/ 17385 w 66347"/>
                <a:gd name="connsiteY106" fmla="*/ 282298 h 301542"/>
                <a:gd name="connsiteX107" fmla="*/ 19618 w 66347"/>
                <a:gd name="connsiteY107" fmla="*/ 281554 h 301542"/>
                <a:gd name="connsiteX108" fmla="*/ 19990 w 66347"/>
                <a:gd name="connsiteY108" fmla="*/ 278578 h 301542"/>
                <a:gd name="connsiteX109" fmla="*/ 20362 w 66347"/>
                <a:gd name="connsiteY109" fmla="*/ 275601 h 301542"/>
                <a:gd name="connsiteX110" fmla="*/ 22594 w 66347"/>
                <a:gd name="connsiteY110" fmla="*/ 274857 h 301542"/>
                <a:gd name="connsiteX111" fmla="*/ 23106 w 66347"/>
                <a:gd name="connsiteY111" fmla="*/ 271834 h 301542"/>
                <a:gd name="connsiteX112" fmla="*/ 23338 w 66347"/>
                <a:gd name="connsiteY112" fmla="*/ 268904 h 301542"/>
                <a:gd name="connsiteX113" fmla="*/ 25571 w 66347"/>
                <a:gd name="connsiteY113" fmla="*/ 268904 h 301542"/>
                <a:gd name="connsiteX114" fmla="*/ 25492 w 66347"/>
                <a:gd name="connsiteY114" fmla="*/ 267465 h 301542"/>
                <a:gd name="connsiteX115" fmla="*/ 25431 w 66347"/>
                <a:gd name="connsiteY115" fmla="*/ 265602 h 301542"/>
                <a:gd name="connsiteX116" fmla="*/ 25353 w 66347"/>
                <a:gd name="connsiteY116" fmla="*/ 263744 h 301542"/>
                <a:gd name="connsiteX117" fmla="*/ 25571 w 66347"/>
                <a:gd name="connsiteY117" fmla="*/ 262207 h 301542"/>
                <a:gd name="connsiteX118" fmla="*/ 27803 w 66347"/>
                <a:gd name="connsiteY118" fmla="*/ 261462 h 301542"/>
                <a:gd name="connsiteX119" fmla="*/ 28315 w 66347"/>
                <a:gd name="connsiteY119" fmla="*/ 258067 h 301542"/>
                <a:gd name="connsiteX120" fmla="*/ 28463 w 66347"/>
                <a:gd name="connsiteY120" fmla="*/ 256204 h 301542"/>
                <a:gd name="connsiteX121" fmla="*/ 28547 w 66347"/>
                <a:gd name="connsiteY121" fmla="*/ 254765 h 301542"/>
                <a:gd name="connsiteX122" fmla="*/ 30780 w 66347"/>
                <a:gd name="connsiteY122" fmla="*/ 254765 h 301542"/>
                <a:gd name="connsiteX123" fmla="*/ 30890 w 66347"/>
                <a:gd name="connsiteY123" fmla="*/ 253164 h 301542"/>
                <a:gd name="connsiteX124" fmla="*/ 31059 w 66347"/>
                <a:gd name="connsiteY124" fmla="*/ 251091 h 301542"/>
                <a:gd name="connsiteX125" fmla="*/ 31216 w 66347"/>
                <a:gd name="connsiteY125" fmla="*/ 249024 h 301542"/>
                <a:gd name="connsiteX126" fmla="*/ 31524 w 66347"/>
                <a:gd name="connsiteY126" fmla="*/ 247324 h 301542"/>
                <a:gd name="connsiteX127" fmla="*/ 33012 w 66347"/>
                <a:gd name="connsiteY127" fmla="*/ 246580 h 301542"/>
                <a:gd name="connsiteX128" fmla="*/ 33428 w 66347"/>
                <a:gd name="connsiteY128" fmla="*/ 240231 h 301542"/>
                <a:gd name="connsiteX129" fmla="*/ 33756 w 66347"/>
                <a:gd name="connsiteY129" fmla="*/ 238394 h 301542"/>
                <a:gd name="connsiteX130" fmla="*/ 35989 w 66347"/>
                <a:gd name="connsiteY130" fmla="*/ 237650 h 301542"/>
                <a:gd name="connsiteX131" fmla="*/ 36500 w 66347"/>
                <a:gd name="connsiteY131" fmla="*/ 233139 h 301542"/>
                <a:gd name="connsiteX132" fmla="*/ 36648 w 66347"/>
                <a:gd name="connsiteY132" fmla="*/ 230648 h 301542"/>
                <a:gd name="connsiteX133" fmla="*/ 36733 w 66347"/>
                <a:gd name="connsiteY133" fmla="*/ 228720 h 301542"/>
                <a:gd name="connsiteX134" fmla="*/ 38965 w 66347"/>
                <a:gd name="connsiteY134" fmla="*/ 228720 h 301542"/>
                <a:gd name="connsiteX135" fmla="*/ 39076 w 66347"/>
                <a:gd name="connsiteY135" fmla="*/ 226305 h 301542"/>
                <a:gd name="connsiteX136" fmla="*/ 39244 w 66347"/>
                <a:gd name="connsiteY136" fmla="*/ 223186 h 301542"/>
                <a:gd name="connsiteX137" fmla="*/ 39314 w 66347"/>
                <a:gd name="connsiteY137" fmla="*/ 221591 h 301542"/>
                <a:gd name="connsiteX138" fmla="*/ 39709 w 66347"/>
                <a:gd name="connsiteY138" fmla="*/ 217558 h 301542"/>
                <a:gd name="connsiteX139" fmla="*/ 41198 w 66347"/>
                <a:gd name="connsiteY139" fmla="*/ 216814 h 301542"/>
                <a:gd name="connsiteX140" fmla="*/ 41554 w 66347"/>
                <a:gd name="connsiteY140" fmla="*/ 209169 h 301542"/>
                <a:gd name="connsiteX141" fmla="*/ 41942 w 66347"/>
                <a:gd name="connsiteY141" fmla="*/ 204908 h 301542"/>
                <a:gd name="connsiteX142" fmla="*/ 44174 w 66347"/>
                <a:gd name="connsiteY142" fmla="*/ 204164 h 301542"/>
                <a:gd name="connsiteX143" fmla="*/ 44555 w 66347"/>
                <a:gd name="connsiteY143" fmla="*/ 200347 h 301542"/>
                <a:gd name="connsiteX144" fmla="*/ 44635 w 66347"/>
                <a:gd name="connsiteY144" fmla="*/ 198014 h 301542"/>
                <a:gd name="connsiteX145" fmla="*/ 44686 w 66347"/>
                <a:gd name="connsiteY145" fmla="*/ 195560 h 301542"/>
                <a:gd name="connsiteX146" fmla="*/ 44763 w 66347"/>
                <a:gd name="connsiteY146" fmla="*/ 193096 h 301542"/>
                <a:gd name="connsiteX147" fmla="*/ 44918 w 66347"/>
                <a:gd name="connsiteY147" fmla="*/ 187048 h 301542"/>
                <a:gd name="connsiteX148" fmla="*/ 46407 w 66347"/>
                <a:gd name="connsiteY148" fmla="*/ 187048 h 301542"/>
                <a:gd name="connsiteX149" fmla="*/ 47247 w 66347"/>
                <a:gd name="connsiteY149" fmla="*/ 177146 h 301542"/>
                <a:gd name="connsiteX150" fmla="*/ 47251 w 66347"/>
                <a:gd name="connsiteY150" fmla="*/ 175290 h 301542"/>
                <a:gd name="connsiteX151" fmla="*/ 47250 w 66347"/>
                <a:gd name="connsiteY151" fmla="*/ 169233 h 301542"/>
                <a:gd name="connsiteX152" fmla="*/ 47252 w 66347"/>
                <a:gd name="connsiteY152" fmla="*/ 165016 h 301542"/>
                <a:gd name="connsiteX153" fmla="*/ 47248 w 66347"/>
                <a:gd name="connsiteY153" fmla="*/ 156186 h 301542"/>
                <a:gd name="connsiteX154" fmla="*/ 47250 w 66347"/>
                <a:gd name="connsiteY154" fmla="*/ 144869 h 301542"/>
                <a:gd name="connsiteX155" fmla="*/ 47250 w 66347"/>
                <a:gd name="connsiteY155" fmla="*/ 136164 h 301542"/>
                <a:gd name="connsiteX156" fmla="*/ 47252 w 66347"/>
                <a:gd name="connsiteY156" fmla="*/ 131991 h 301542"/>
                <a:gd name="connsiteX157" fmla="*/ 47247 w 66347"/>
                <a:gd name="connsiteY157" fmla="*/ 126161 h 301542"/>
                <a:gd name="connsiteX158" fmla="*/ 47252 w 66347"/>
                <a:gd name="connsiteY158" fmla="*/ 124419 h 301542"/>
                <a:gd name="connsiteX159" fmla="*/ 46407 w 66347"/>
                <a:gd name="connsiteY159" fmla="*/ 117099 h 301542"/>
                <a:gd name="connsiteX160" fmla="*/ 44918 w 66347"/>
                <a:gd name="connsiteY160" fmla="*/ 116355 h 301542"/>
                <a:gd name="connsiteX161" fmla="*/ 44610 w 66347"/>
                <a:gd name="connsiteY161" fmla="*/ 112376 h 301542"/>
                <a:gd name="connsiteX162" fmla="*/ 44523 w 66347"/>
                <a:gd name="connsiteY162" fmla="*/ 109941 h 301542"/>
                <a:gd name="connsiteX163" fmla="*/ 44453 w 66347"/>
                <a:gd name="connsiteY163" fmla="*/ 107379 h 301542"/>
                <a:gd name="connsiteX164" fmla="*/ 44366 w 66347"/>
                <a:gd name="connsiteY164" fmla="*/ 104808 h 301542"/>
                <a:gd name="connsiteX165" fmla="*/ 44174 w 66347"/>
                <a:gd name="connsiteY165" fmla="*/ 98496 h 301542"/>
                <a:gd name="connsiteX166" fmla="*/ 41942 w 66347"/>
                <a:gd name="connsiteY166" fmla="*/ 99240 h 301542"/>
                <a:gd name="connsiteX167" fmla="*/ 41831 w 66347"/>
                <a:gd name="connsiteY167" fmla="*/ 96336 h 301542"/>
                <a:gd name="connsiteX168" fmla="*/ 41663 w 66347"/>
                <a:gd name="connsiteY168" fmla="*/ 92589 h 301542"/>
                <a:gd name="connsiteX169" fmla="*/ 41593 w 66347"/>
                <a:gd name="connsiteY169" fmla="*/ 90672 h 301542"/>
                <a:gd name="connsiteX170" fmla="*/ 41506 w 66347"/>
                <a:gd name="connsiteY170" fmla="*/ 88848 h 301542"/>
                <a:gd name="connsiteX171" fmla="*/ 41435 w 66347"/>
                <a:gd name="connsiteY171" fmla="*/ 87159 h 301542"/>
                <a:gd name="connsiteX172" fmla="*/ 41198 w 66347"/>
                <a:gd name="connsiteY172" fmla="*/ 85845 h 301542"/>
                <a:gd name="connsiteX173" fmla="*/ 39709 w 66347"/>
                <a:gd name="connsiteY173" fmla="*/ 85101 h 301542"/>
                <a:gd name="connsiteX174" fmla="*/ 39337 w 66347"/>
                <a:gd name="connsiteY174" fmla="*/ 80357 h 301542"/>
                <a:gd name="connsiteX175" fmla="*/ 37477 w 66347"/>
                <a:gd name="connsiteY175" fmla="*/ 73195 h 301542"/>
                <a:gd name="connsiteX176" fmla="*/ 36733 w 66347"/>
                <a:gd name="connsiteY176" fmla="*/ 73195 h 301542"/>
                <a:gd name="connsiteX177" fmla="*/ 35989 w 66347"/>
                <a:gd name="connsiteY177" fmla="*/ 63521 h 301542"/>
                <a:gd name="connsiteX178" fmla="*/ 33756 w 66347"/>
                <a:gd name="connsiteY178" fmla="*/ 63521 h 301542"/>
                <a:gd name="connsiteX179" fmla="*/ 33756 w 66347"/>
                <a:gd name="connsiteY179" fmla="*/ 55336 h 301542"/>
                <a:gd name="connsiteX180" fmla="*/ 31524 w 66347"/>
                <a:gd name="connsiteY180" fmla="*/ 55336 h 301542"/>
                <a:gd name="connsiteX181" fmla="*/ 30780 w 66347"/>
                <a:gd name="connsiteY181" fmla="*/ 47894 h 301542"/>
                <a:gd name="connsiteX182" fmla="*/ 28547 w 66347"/>
                <a:gd name="connsiteY182" fmla="*/ 47894 h 301542"/>
                <a:gd name="connsiteX183" fmla="*/ 28184 w 66347"/>
                <a:gd name="connsiteY183" fmla="*/ 43316 h 301542"/>
                <a:gd name="connsiteX184" fmla="*/ 27803 w 66347"/>
                <a:gd name="connsiteY184" fmla="*/ 41941 h 301542"/>
                <a:gd name="connsiteX185" fmla="*/ 25571 w 66347"/>
                <a:gd name="connsiteY185" fmla="*/ 41197 h 301542"/>
                <a:gd name="connsiteX186" fmla="*/ 25152 w 66347"/>
                <a:gd name="connsiteY186" fmla="*/ 38220 h 301542"/>
                <a:gd name="connsiteX187" fmla="*/ 24827 w 66347"/>
                <a:gd name="connsiteY187" fmla="*/ 35244 h 301542"/>
                <a:gd name="connsiteX188" fmla="*/ 23338 w 66347"/>
                <a:gd name="connsiteY188" fmla="*/ 34500 h 301542"/>
                <a:gd name="connsiteX189" fmla="*/ 22594 w 66347"/>
                <a:gd name="connsiteY189" fmla="*/ 28546 h 301542"/>
                <a:gd name="connsiteX190" fmla="*/ 20362 w 66347"/>
                <a:gd name="connsiteY190" fmla="*/ 28546 h 301542"/>
                <a:gd name="connsiteX191" fmla="*/ 19618 w 66347"/>
                <a:gd name="connsiteY191" fmla="*/ 22593 h 301542"/>
                <a:gd name="connsiteX192" fmla="*/ 17385 w 66347"/>
                <a:gd name="connsiteY192" fmla="*/ 22593 h 301542"/>
                <a:gd name="connsiteX193" fmla="*/ 17525 w 66347"/>
                <a:gd name="connsiteY193" fmla="*/ 20035 h 301542"/>
                <a:gd name="connsiteX194" fmla="*/ 17385 w 66347"/>
                <a:gd name="connsiteY194" fmla="*/ 17384 h 301542"/>
                <a:gd name="connsiteX195" fmla="*/ 15153 w 66347"/>
                <a:gd name="connsiteY195" fmla="*/ 16640 h 301542"/>
                <a:gd name="connsiteX196" fmla="*/ 14409 w 66347"/>
                <a:gd name="connsiteY196" fmla="*/ 10687 h 301542"/>
                <a:gd name="connsiteX197" fmla="*/ 12176 w 66347"/>
                <a:gd name="connsiteY197" fmla="*/ 10687 h 301542"/>
                <a:gd name="connsiteX198" fmla="*/ 11432 w 66347"/>
                <a:gd name="connsiteY198" fmla="*/ 1757 h 30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66347" h="301542">
                  <a:moveTo>
                    <a:pt x="11432" y="1757"/>
                  </a:moveTo>
                  <a:cubicBezTo>
                    <a:pt x="14765" y="1693"/>
                    <a:pt x="18098" y="1653"/>
                    <a:pt x="21431" y="1618"/>
                  </a:cubicBezTo>
                  <a:cubicBezTo>
                    <a:pt x="22383" y="1599"/>
                    <a:pt x="23335" y="1580"/>
                    <a:pt x="24316" y="1561"/>
                  </a:cubicBezTo>
                  <a:cubicBezTo>
                    <a:pt x="25220" y="1554"/>
                    <a:pt x="26125" y="1547"/>
                    <a:pt x="27056" y="1539"/>
                  </a:cubicBezTo>
                  <a:cubicBezTo>
                    <a:pt x="27894" y="1528"/>
                    <a:pt x="28732" y="1516"/>
                    <a:pt x="29595" y="1504"/>
                  </a:cubicBezTo>
                  <a:cubicBezTo>
                    <a:pt x="30231" y="1588"/>
                    <a:pt x="30868" y="1671"/>
                    <a:pt x="31524" y="1757"/>
                  </a:cubicBezTo>
                  <a:cubicBezTo>
                    <a:pt x="31769" y="2494"/>
                    <a:pt x="32015" y="3231"/>
                    <a:pt x="32268" y="3990"/>
                  </a:cubicBezTo>
                  <a:cubicBezTo>
                    <a:pt x="32759" y="4235"/>
                    <a:pt x="33250" y="4481"/>
                    <a:pt x="33756" y="4734"/>
                  </a:cubicBezTo>
                  <a:cubicBezTo>
                    <a:pt x="33864" y="5317"/>
                    <a:pt x="33971" y="5900"/>
                    <a:pt x="34082" y="6501"/>
                  </a:cubicBezTo>
                  <a:cubicBezTo>
                    <a:pt x="34643" y="9122"/>
                    <a:pt x="35836" y="10032"/>
                    <a:pt x="37942" y="11571"/>
                  </a:cubicBezTo>
                  <a:cubicBezTo>
                    <a:pt x="39616" y="13777"/>
                    <a:pt x="39486" y="16149"/>
                    <a:pt x="39709" y="18873"/>
                  </a:cubicBezTo>
                  <a:cubicBezTo>
                    <a:pt x="40446" y="18873"/>
                    <a:pt x="41183" y="18873"/>
                    <a:pt x="41942" y="18873"/>
                  </a:cubicBezTo>
                  <a:cubicBezTo>
                    <a:pt x="42202" y="20110"/>
                    <a:pt x="42449" y="21351"/>
                    <a:pt x="42686" y="22593"/>
                  </a:cubicBezTo>
                  <a:cubicBezTo>
                    <a:pt x="43423" y="23085"/>
                    <a:pt x="44159" y="23576"/>
                    <a:pt x="44918" y="24082"/>
                  </a:cubicBezTo>
                  <a:cubicBezTo>
                    <a:pt x="45191" y="25566"/>
                    <a:pt x="45440" y="27054"/>
                    <a:pt x="45662" y="28546"/>
                  </a:cubicBezTo>
                  <a:cubicBezTo>
                    <a:pt x="46399" y="28915"/>
                    <a:pt x="46399" y="28915"/>
                    <a:pt x="47151" y="29291"/>
                  </a:cubicBezTo>
                  <a:cubicBezTo>
                    <a:pt x="47454" y="31018"/>
                    <a:pt x="47705" y="32756"/>
                    <a:pt x="47895" y="34500"/>
                  </a:cubicBezTo>
                  <a:cubicBezTo>
                    <a:pt x="48632" y="34500"/>
                    <a:pt x="49368" y="34500"/>
                    <a:pt x="50127" y="34500"/>
                  </a:cubicBezTo>
                  <a:cubicBezTo>
                    <a:pt x="50242" y="35766"/>
                    <a:pt x="50242" y="35766"/>
                    <a:pt x="50360" y="37058"/>
                  </a:cubicBezTo>
                  <a:cubicBezTo>
                    <a:pt x="50529" y="37932"/>
                    <a:pt x="50698" y="38807"/>
                    <a:pt x="50871" y="39709"/>
                  </a:cubicBezTo>
                  <a:cubicBezTo>
                    <a:pt x="51608" y="39954"/>
                    <a:pt x="52345" y="40200"/>
                    <a:pt x="53104" y="40453"/>
                  </a:cubicBezTo>
                  <a:cubicBezTo>
                    <a:pt x="53382" y="42184"/>
                    <a:pt x="53630" y="43921"/>
                    <a:pt x="53848" y="45662"/>
                  </a:cubicBezTo>
                  <a:cubicBezTo>
                    <a:pt x="54585" y="46030"/>
                    <a:pt x="54585" y="46030"/>
                    <a:pt x="55336" y="46406"/>
                  </a:cubicBezTo>
                  <a:cubicBezTo>
                    <a:pt x="55644" y="47944"/>
                    <a:pt x="55644" y="47944"/>
                    <a:pt x="55801" y="49801"/>
                  </a:cubicBezTo>
                  <a:cubicBezTo>
                    <a:pt x="55857" y="50416"/>
                    <a:pt x="55913" y="51031"/>
                    <a:pt x="55970" y="51664"/>
                  </a:cubicBezTo>
                  <a:cubicBezTo>
                    <a:pt x="56006" y="52139"/>
                    <a:pt x="56043" y="52614"/>
                    <a:pt x="56080" y="53103"/>
                  </a:cubicBezTo>
                  <a:cubicBezTo>
                    <a:pt x="56817" y="53103"/>
                    <a:pt x="57554" y="53103"/>
                    <a:pt x="58313" y="53103"/>
                  </a:cubicBezTo>
                  <a:cubicBezTo>
                    <a:pt x="58434" y="54629"/>
                    <a:pt x="58555" y="56155"/>
                    <a:pt x="58676" y="57681"/>
                  </a:cubicBezTo>
                  <a:cubicBezTo>
                    <a:pt x="58865" y="58362"/>
                    <a:pt x="58865" y="58362"/>
                    <a:pt x="59057" y="59056"/>
                  </a:cubicBezTo>
                  <a:cubicBezTo>
                    <a:pt x="60162" y="59425"/>
                    <a:pt x="60162" y="59425"/>
                    <a:pt x="61289" y="59800"/>
                  </a:cubicBezTo>
                  <a:cubicBezTo>
                    <a:pt x="61592" y="61449"/>
                    <a:pt x="61592" y="61449"/>
                    <a:pt x="61661" y="63475"/>
                  </a:cubicBezTo>
                  <a:cubicBezTo>
                    <a:pt x="61684" y="65458"/>
                    <a:pt x="61684" y="65458"/>
                    <a:pt x="62034" y="67242"/>
                  </a:cubicBezTo>
                  <a:cubicBezTo>
                    <a:pt x="63139" y="67979"/>
                    <a:pt x="63139" y="67979"/>
                    <a:pt x="64266" y="68730"/>
                  </a:cubicBezTo>
                  <a:cubicBezTo>
                    <a:pt x="64594" y="70314"/>
                    <a:pt x="64594" y="70314"/>
                    <a:pt x="64685" y="72125"/>
                  </a:cubicBezTo>
                  <a:cubicBezTo>
                    <a:pt x="64747" y="73892"/>
                    <a:pt x="64747" y="73892"/>
                    <a:pt x="65010" y="75427"/>
                  </a:cubicBezTo>
                  <a:cubicBezTo>
                    <a:pt x="65501" y="75673"/>
                    <a:pt x="65992" y="75918"/>
                    <a:pt x="66498" y="76171"/>
                  </a:cubicBezTo>
                  <a:cubicBezTo>
                    <a:pt x="66763" y="78289"/>
                    <a:pt x="66829" y="80388"/>
                    <a:pt x="66914" y="82520"/>
                  </a:cubicBezTo>
                  <a:cubicBezTo>
                    <a:pt x="67077" y="83429"/>
                    <a:pt x="67077" y="83429"/>
                    <a:pt x="67243" y="84357"/>
                  </a:cubicBezTo>
                  <a:cubicBezTo>
                    <a:pt x="68348" y="84725"/>
                    <a:pt x="68348" y="84725"/>
                    <a:pt x="69475" y="85101"/>
                  </a:cubicBezTo>
                  <a:cubicBezTo>
                    <a:pt x="69706" y="87111"/>
                    <a:pt x="69823" y="88994"/>
                    <a:pt x="69847" y="91008"/>
                  </a:cubicBezTo>
                  <a:cubicBezTo>
                    <a:pt x="69872" y="93051"/>
                    <a:pt x="69993" y="94967"/>
                    <a:pt x="70219" y="97007"/>
                  </a:cubicBezTo>
                  <a:cubicBezTo>
                    <a:pt x="71324" y="97744"/>
                    <a:pt x="71324" y="97744"/>
                    <a:pt x="72452" y="98496"/>
                  </a:cubicBezTo>
                  <a:cubicBezTo>
                    <a:pt x="72577" y="100519"/>
                    <a:pt x="72592" y="102388"/>
                    <a:pt x="72498" y="104402"/>
                  </a:cubicBezTo>
                  <a:cubicBezTo>
                    <a:pt x="72212" y="108731"/>
                    <a:pt x="72212" y="108731"/>
                    <a:pt x="73940" y="112634"/>
                  </a:cubicBezTo>
                  <a:cubicBezTo>
                    <a:pt x="74185" y="112634"/>
                    <a:pt x="74431" y="112634"/>
                    <a:pt x="74684" y="112634"/>
                  </a:cubicBezTo>
                  <a:cubicBezTo>
                    <a:pt x="74930" y="121966"/>
                    <a:pt x="75175" y="131297"/>
                    <a:pt x="75428" y="140912"/>
                  </a:cubicBezTo>
                  <a:cubicBezTo>
                    <a:pt x="76165" y="140912"/>
                    <a:pt x="76901" y="140912"/>
                    <a:pt x="77661" y="140912"/>
                  </a:cubicBezTo>
                  <a:cubicBezTo>
                    <a:pt x="77661" y="148279"/>
                    <a:pt x="77661" y="155646"/>
                    <a:pt x="77661" y="163236"/>
                  </a:cubicBezTo>
                  <a:cubicBezTo>
                    <a:pt x="77169" y="163236"/>
                    <a:pt x="76678" y="163236"/>
                    <a:pt x="76172" y="163236"/>
                  </a:cubicBezTo>
                  <a:cubicBezTo>
                    <a:pt x="75017" y="165545"/>
                    <a:pt x="75280" y="168004"/>
                    <a:pt x="75245" y="170541"/>
                  </a:cubicBezTo>
                  <a:cubicBezTo>
                    <a:pt x="75220" y="171719"/>
                    <a:pt x="75196" y="172898"/>
                    <a:pt x="75171" y="174077"/>
                  </a:cubicBezTo>
                  <a:cubicBezTo>
                    <a:pt x="75135" y="175940"/>
                    <a:pt x="75102" y="177804"/>
                    <a:pt x="75073" y="179667"/>
                  </a:cubicBezTo>
                  <a:cubicBezTo>
                    <a:pt x="75044" y="181462"/>
                    <a:pt x="75005" y="183257"/>
                    <a:pt x="74966" y="185051"/>
                  </a:cubicBezTo>
                  <a:cubicBezTo>
                    <a:pt x="74960" y="185613"/>
                    <a:pt x="74953" y="186174"/>
                    <a:pt x="74947" y="186752"/>
                  </a:cubicBezTo>
                  <a:cubicBezTo>
                    <a:pt x="74915" y="188094"/>
                    <a:pt x="74807" y="189433"/>
                    <a:pt x="74684" y="190769"/>
                  </a:cubicBezTo>
                  <a:cubicBezTo>
                    <a:pt x="74193" y="191015"/>
                    <a:pt x="73702" y="191260"/>
                    <a:pt x="73196" y="191513"/>
                  </a:cubicBezTo>
                  <a:cubicBezTo>
                    <a:pt x="72095" y="195238"/>
                    <a:pt x="72497" y="199014"/>
                    <a:pt x="72643" y="202850"/>
                  </a:cubicBezTo>
                  <a:cubicBezTo>
                    <a:pt x="72580" y="203529"/>
                    <a:pt x="72517" y="204208"/>
                    <a:pt x="72452" y="204908"/>
                  </a:cubicBezTo>
                  <a:cubicBezTo>
                    <a:pt x="71715" y="205153"/>
                    <a:pt x="70978" y="205399"/>
                    <a:pt x="70219" y="205652"/>
                  </a:cubicBezTo>
                  <a:cubicBezTo>
                    <a:pt x="69779" y="208085"/>
                    <a:pt x="69779" y="208085"/>
                    <a:pt x="69708" y="210907"/>
                  </a:cubicBezTo>
                  <a:cubicBezTo>
                    <a:pt x="69659" y="211868"/>
                    <a:pt x="69610" y="212828"/>
                    <a:pt x="69559" y="213817"/>
                  </a:cubicBezTo>
                  <a:cubicBezTo>
                    <a:pt x="69531" y="214561"/>
                    <a:pt x="69504" y="215304"/>
                    <a:pt x="69475" y="216070"/>
                  </a:cubicBezTo>
                  <a:cubicBezTo>
                    <a:pt x="68738" y="216070"/>
                    <a:pt x="68002" y="216070"/>
                    <a:pt x="67243" y="216070"/>
                  </a:cubicBezTo>
                  <a:cubicBezTo>
                    <a:pt x="66997" y="219508"/>
                    <a:pt x="66751" y="222946"/>
                    <a:pt x="66498" y="226488"/>
                  </a:cubicBezTo>
                  <a:cubicBezTo>
                    <a:pt x="65762" y="226488"/>
                    <a:pt x="65025" y="226488"/>
                    <a:pt x="64266" y="226488"/>
                  </a:cubicBezTo>
                  <a:cubicBezTo>
                    <a:pt x="64305" y="227255"/>
                    <a:pt x="64305" y="227255"/>
                    <a:pt x="64344" y="228037"/>
                  </a:cubicBezTo>
                  <a:cubicBezTo>
                    <a:pt x="64365" y="228708"/>
                    <a:pt x="64385" y="229378"/>
                    <a:pt x="64406" y="230069"/>
                  </a:cubicBezTo>
                  <a:cubicBezTo>
                    <a:pt x="64444" y="231066"/>
                    <a:pt x="64444" y="231066"/>
                    <a:pt x="64484" y="232083"/>
                  </a:cubicBezTo>
                  <a:cubicBezTo>
                    <a:pt x="64221" y="234312"/>
                    <a:pt x="63597" y="234655"/>
                    <a:pt x="62034" y="236162"/>
                  </a:cubicBezTo>
                  <a:cubicBezTo>
                    <a:pt x="61712" y="237924"/>
                    <a:pt x="61661" y="239612"/>
                    <a:pt x="61592" y="241400"/>
                  </a:cubicBezTo>
                  <a:cubicBezTo>
                    <a:pt x="61492" y="241881"/>
                    <a:pt x="61392" y="242363"/>
                    <a:pt x="61289" y="242859"/>
                  </a:cubicBezTo>
                  <a:cubicBezTo>
                    <a:pt x="60553" y="243105"/>
                    <a:pt x="59816" y="243350"/>
                    <a:pt x="59057" y="243603"/>
                  </a:cubicBezTo>
                  <a:cubicBezTo>
                    <a:pt x="58866" y="245109"/>
                    <a:pt x="58681" y="246619"/>
                    <a:pt x="58615" y="248135"/>
                  </a:cubicBezTo>
                  <a:cubicBezTo>
                    <a:pt x="58313" y="249556"/>
                    <a:pt x="58313" y="249556"/>
                    <a:pt x="56080" y="251045"/>
                  </a:cubicBezTo>
                  <a:cubicBezTo>
                    <a:pt x="56096" y="251919"/>
                    <a:pt x="56111" y="252794"/>
                    <a:pt x="56127" y="253696"/>
                  </a:cubicBezTo>
                  <a:cubicBezTo>
                    <a:pt x="56112" y="254540"/>
                    <a:pt x="56096" y="255384"/>
                    <a:pt x="56080" y="256253"/>
                  </a:cubicBezTo>
                  <a:cubicBezTo>
                    <a:pt x="55589" y="256360"/>
                    <a:pt x="55098" y="256466"/>
                    <a:pt x="54592" y="256576"/>
                  </a:cubicBezTo>
                  <a:cubicBezTo>
                    <a:pt x="54101" y="256715"/>
                    <a:pt x="53610" y="256854"/>
                    <a:pt x="53104" y="256998"/>
                  </a:cubicBezTo>
                  <a:cubicBezTo>
                    <a:pt x="52826" y="258560"/>
                    <a:pt x="52826" y="258560"/>
                    <a:pt x="53057" y="260346"/>
                  </a:cubicBezTo>
                  <a:cubicBezTo>
                    <a:pt x="53217" y="262183"/>
                    <a:pt x="53217" y="262183"/>
                    <a:pt x="53104" y="263695"/>
                  </a:cubicBezTo>
                  <a:cubicBezTo>
                    <a:pt x="52367" y="263940"/>
                    <a:pt x="51630" y="264186"/>
                    <a:pt x="50871" y="264439"/>
                  </a:cubicBezTo>
                  <a:cubicBezTo>
                    <a:pt x="50614" y="266174"/>
                    <a:pt x="50367" y="267911"/>
                    <a:pt x="50127" y="269648"/>
                  </a:cubicBezTo>
                  <a:cubicBezTo>
                    <a:pt x="49058" y="270904"/>
                    <a:pt x="49058" y="270904"/>
                    <a:pt x="47895" y="271880"/>
                  </a:cubicBezTo>
                  <a:cubicBezTo>
                    <a:pt x="47634" y="272418"/>
                    <a:pt x="47373" y="272955"/>
                    <a:pt x="47104" y="273508"/>
                  </a:cubicBezTo>
                  <a:cubicBezTo>
                    <a:pt x="46874" y="273953"/>
                    <a:pt x="46644" y="274398"/>
                    <a:pt x="46407" y="274857"/>
                  </a:cubicBezTo>
                  <a:cubicBezTo>
                    <a:pt x="45915" y="274857"/>
                    <a:pt x="45424" y="274857"/>
                    <a:pt x="44918" y="274857"/>
                  </a:cubicBezTo>
                  <a:cubicBezTo>
                    <a:pt x="44964" y="275686"/>
                    <a:pt x="45010" y="276515"/>
                    <a:pt x="45058" y="277368"/>
                  </a:cubicBezTo>
                  <a:cubicBezTo>
                    <a:pt x="45012" y="278259"/>
                    <a:pt x="44966" y="279149"/>
                    <a:pt x="44918" y="280066"/>
                  </a:cubicBezTo>
                  <a:cubicBezTo>
                    <a:pt x="44182" y="280557"/>
                    <a:pt x="43445" y="281048"/>
                    <a:pt x="42686" y="281554"/>
                  </a:cubicBezTo>
                  <a:cubicBezTo>
                    <a:pt x="42415" y="282790"/>
                    <a:pt x="42165" y="284030"/>
                    <a:pt x="41942" y="285275"/>
                  </a:cubicBezTo>
                  <a:cubicBezTo>
                    <a:pt x="41451" y="285521"/>
                    <a:pt x="40960" y="285766"/>
                    <a:pt x="40453" y="286019"/>
                  </a:cubicBezTo>
                  <a:cubicBezTo>
                    <a:pt x="40085" y="286894"/>
                    <a:pt x="39717" y="287769"/>
                    <a:pt x="39337" y="288670"/>
                  </a:cubicBezTo>
                  <a:cubicBezTo>
                    <a:pt x="38969" y="289514"/>
                    <a:pt x="38601" y="290358"/>
                    <a:pt x="38221" y="291228"/>
                  </a:cubicBezTo>
                  <a:cubicBezTo>
                    <a:pt x="37730" y="291228"/>
                    <a:pt x="37239" y="291228"/>
                    <a:pt x="36733" y="291228"/>
                  </a:cubicBezTo>
                  <a:cubicBezTo>
                    <a:pt x="36479" y="292467"/>
                    <a:pt x="36231" y="293707"/>
                    <a:pt x="35989" y="294949"/>
                  </a:cubicBezTo>
                  <a:cubicBezTo>
                    <a:pt x="35498" y="295194"/>
                    <a:pt x="35006" y="295440"/>
                    <a:pt x="34500" y="295693"/>
                  </a:cubicBezTo>
                  <a:cubicBezTo>
                    <a:pt x="34296" y="296813"/>
                    <a:pt x="34107" y="297935"/>
                    <a:pt x="33925" y="299059"/>
                  </a:cubicBezTo>
                  <a:cubicBezTo>
                    <a:pt x="33347" y="300892"/>
                    <a:pt x="33347" y="300892"/>
                    <a:pt x="32268" y="302390"/>
                  </a:cubicBezTo>
                  <a:cubicBezTo>
                    <a:pt x="28892" y="303315"/>
                    <a:pt x="25599" y="303051"/>
                    <a:pt x="22129" y="302855"/>
                  </a:cubicBezTo>
                  <a:cubicBezTo>
                    <a:pt x="21187" y="302831"/>
                    <a:pt x="20245" y="302807"/>
                    <a:pt x="19275" y="302783"/>
                  </a:cubicBezTo>
                  <a:cubicBezTo>
                    <a:pt x="12353" y="302567"/>
                    <a:pt x="12353" y="302567"/>
                    <a:pt x="11432" y="301646"/>
                  </a:cubicBezTo>
                  <a:cubicBezTo>
                    <a:pt x="11212" y="295826"/>
                    <a:pt x="11212" y="295826"/>
                    <a:pt x="12176" y="293461"/>
                  </a:cubicBezTo>
                  <a:cubicBezTo>
                    <a:pt x="12913" y="292969"/>
                    <a:pt x="13650" y="292478"/>
                    <a:pt x="14409" y="291972"/>
                  </a:cubicBezTo>
                  <a:cubicBezTo>
                    <a:pt x="14680" y="290737"/>
                    <a:pt x="14929" y="289496"/>
                    <a:pt x="15153" y="288252"/>
                  </a:cubicBezTo>
                  <a:cubicBezTo>
                    <a:pt x="15644" y="288006"/>
                    <a:pt x="16135" y="287760"/>
                    <a:pt x="16641" y="287507"/>
                  </a:cubicBezTo>
                  <a:cubicBezTo>
                    <a:pt x="16748" y="286648"/>
                    <a:pt x="16856" y="285788"/>
                    <a:pt x="16967" y="284903"/>
                  </a:cubicBezTo>
                  <a:cubicBezTo>
                    <a:pt x="17105" y="284043"/>
                    <a:pt x="17243" y="283184"/>
                    <a:pt x="17385" y="282298"/>
                  </a:cubicBezTo>
                  <a:cubicBezTo>
                    <a:pt x="18122" y="282053"/>
                    <a:pt x="18859" y="281807"/>
                    <a:pt x="19618" y="281554"/>
                  </a:cubicBezTo>
                  <a:cubicBezTo>
                    <a:pt x="19969" y="280171"/>
                    <a:pt x="19969" y="280171"/>
                    <a:pt x="19990" y="278578"/>
                  </a:cubicBezTo>
                  <a:cubicBezTo>
                    <a:pt x="20059" y="276950"/>
                    <a:pt x="20059" y="276950"/>
                    <a:pt x="20362" y="275601"/>
                  </a:cubicBezTo>
                  <a:cubicBezTo>
                    <a:pt x="21098" y="275356"/>
                    <a:pt x="21835" y="275110"/>
                    <a:pt x="22594" y="274857"/>
                  </a:cubicBezTo>
                  <a:cubicBezTo>
                    <a:pt x="23030" y="273454"/>
                    <a:pt x="23030" y="273454"/>
                    <a:pt x="23106" y="271834"/>
                  </a:cubicBezTo>
                  <a:cubicBezTo>
                    <a:pt x="23182" y="270867"/>
                    <a:pt x="23259" y="269900"/>
                    <a:pt x="23338" y="268904"/>
                  </a:cubicBezTo>
                  <a:cubicBezTo>
                    <a:pt x="24075" y="268904"/>
                    <a:pt x="24812" y="268904"/>
                    <a:pt x="25571" y="268904"/>
                  </a:cubicBezTo>
                  <a:cubicBezTo>
                    <a:pt x="25545" y="268429"/>
                    <a:pt x="25519" y="267954"/>
                    <a:pt x="25492" y="267465"/>
                  </a:cubicBezTo>
                  <a:cubicBezTo>
                    <a:pt x="25472" y="266850"/>
                    <a:pt x="25452" y="266235"/>
                    <a:pt x="25431" y="265602"/>
                  </a:cubicBezTo>
                  <a:cubicBezTo>
                    <a:pt x="25405" y="264989"/>
                    <a:pt x="25379" y="264376"/>
                    <a:pt x="25353" y="263744"/>
                  </a:cubicBezTo>
                  <a:cubicBezTo>
                    <a:pt x="25425" y="263237"/>
                    <a:pt x="25497" y="262729"/>
                    <a:pt x="25571" y="262207"/>
                  </a:cubicBezTo>
                  <a:cubicBezTo>
                    <a:pt x="26307" y="261961"/>
                    <a:pt x="27044" y="261715"/>
                    <a:pt x="27803" y="261462"/>
                  </a:cubicBezTo>
                  <a:cubicBezTo>
                    <a:pt x="28240" y="259887"/>
                    <a:pt x="28240" y="259887"/>
                    <a:pt x="28315" y="258067"/>
                  </a:cubicBezTo>
                  <a:cubicBezTo>
                    <a:pt x="28364" y="257452"/>
                    <a:pt x="28413" y="256838"/>
                    <a:pt x="28463" y="256204"/>
                  </a:cubicBezTo>
                  <a:cubicBezTo>
                    <a:pt x="28491" y="255729"/>
                    <a:pt x="28519" y="255254"/>
                    <a:pt x="28547" y="254765"/>
                  </a:cubicBezTo>
                  <a:cubicBezTo>
                    <a:pt x="29284" y="254765"/>
                    <a:pt x="30021" y="254765"/>
                    <a:pt x="30780" y="254765"/>
                  </a:cubicBezTo>
                  <a:cubicBezTo>
                    <a:pt x="30816" y="254237"/>
                    <a:pt x="30853" y="253708"/>
                    <a:pt x="30890" y="253164"/>
                  </a:cubicBezTo>
                  <a:cubicBezTo>
                    <a:pt x="30946" y="252480"/>
                    <a:pt x="31001" y="251796"/>
                    <a:pt x="31059" y="251091"/>
                  </a:cubicBezTo>
                  <a:cubicBezTo>
                    <a:pt x="31111" y="250409"/>
                    <a:pt x="31162" y="249727"/>
                    <a:pt x="31216" y="249024"/>
                  </a:cubicBezTo>
                  <a:cubicBezTo>
                    <a:pt x="31317" y="248463"/>
                    <a:pt x="31419" y="247902"/>
                    <a:pt x="31524" y="247324"/>
                  </a:cubicBezTo>
                  <a:cubicBezTo>
                    <a:pt x="32015" y="247078"/>
                    <a:pt x="32506" y="246833"/>
                    <a:pt x="33012" y="246580"/>
                  </a:cubicBezTo>
                  <a:cubicBezTo>
                    <a:pt x="33277" y="244462"/>
                    <a:pt x="33343" y="242363"/>
                    <a:pt x="33428" y="240231"/>
                  </a:cubicBezTo>
                  <a:cubicBezTo>
                    <a:pt x="33590" y="239322"/>
                    <a:pt x="33590" y="239322"/>
                    <a:pt x="33756" y="238394"/>
                  </a:cubicBezTo>
                  <a:cubicBezTo>
                    <a:pt x="34493" y="238149"/>
                    <a:pt x="35230" y="237903"/>
                    <a:pt x="35989" y="237650"/>
                  </a:cubicBezTo>
                  <a:cubicBezTo>
                    <a:pt x="36428" y="235559"/>
                    <a:pt x="36428" y="235559"/>
                    <a:pt x="36500" y="233139"/>
                  </a:cubicBezTo>
                  <a:cubicBezTo>
                    <a:pt x="36549" y="232317"/>
                    <a:pt x="36598" y="231494"/>
                    <a:pt x="36648" y="230648"/>
                  </a:cubicBezTo>
                  <a:cubicBezTo>
                    <a:pt x="36690" y="229694"/>
                    <a:pt x="36690" y="229694"/>
                    <a:pt x="36733" y="228720"/>
                  </a:cubicBezTo>
                  <a:cubicBezTo>
                    <a:pt x="37469" y="228720"/>
                    <a:pt x="38206" y="228720"/>
                    <a:pt x="38965" y="228720"/>
                  </a:cubicBezTo>
                  <a:cubicBezTo>
                    <a:pt x="39002" y="227923"/>
                    <a:pt x="39038" y="227126"/>
                    <a:pt x="39076" y="226305"/>
                  </a:cubicBezTo>
                  <a:cubicBezTo>
                    <a:pt x="39131" y="225265"/>
                    <a:pt x="39188" y="224225"/>
                    <a:pt x="39244" y="223186"/>
                  </a:cubicBezTo>
                  <a:cubicBezTo>
                    <a:pt x="39267" y="222660"/>
                    <a:pt x="39290" y="222133"/>
                    <a:pt x="39314" y="221591"/>
                  </a:cubicBezTo>
                  <a:cubicBezTo>
                    <a:pt x="39391" y="220243"/>
                    <a:pt x="39545" y="218899"/>
                    <a:pt x="39709" y="217558"/>
                  </a:cubicBezTo>
                  <a:cubicBezTo>
                    <a:pt x="40200" y="217313"/>
                    <a:pt x="40692" y="217067"/>
                    <a:pt x="41198" y="216814"/>
                  </a:cubicBezTo>
                  <a:cubicBezTo>
                    <a:pt x="41419" y="214258"/>
                    <a:pt x="41507" y="211733"/>
                    <a:pt x="41554" y="209169"/>
                  </a:cubicBezTo>
                  <a:cubicBezTo>
                    <a:pt x="41613" y="207559"/>
                    <a:pt x="41613" y="207559"/>
                    <a:pt x="41942" y="204908"/>
                  </a:cubicBezTo>
                  <a:cubicBezTo>
                    <a:pt x="42678" y="204662"/>
                    <a:pt x="43415" y="204417"/>
                    <a:pt x="44174" y="204164"/>
                  </a:cubicBezTo>
                  <a:cubicBezTo>
                    <a:pt x="44557" y="202435"/>
                    <a:pt x="44557" y="202435"/>
                    <a:pt x="44555" y="200347"/>
                  </a:cubicBezTo>
                  <a:cubicBezTo>
                    <a:pt x="44581" y="199577"/>
                    <a:pt x="44608" y="198807"/>
                    <a:pt x="44635" y="198014"/>
                  </a:cubicBezTo>
                  <a:cubicBezTo>
                    <a:pt x="44652" y="197204"/>
                    <a:pt x="44668" y="196394"/>
                    <a:pt x="44686" y="195560"/>
                  </a:cubicBezTo>
                  <a:cubicBezTo>
                    <a:pt x="44711" y="194747"/>
                    <a:pt x="44737" y="193934"/>
                    <a:pt x="44763" y="193096"/>
                  </a:cubicBezTo>
                  <a:cubicBezTo>
                    <a:pt x="44824" y="191080"/>
                    <a:pt x="44876" y="189065"/>
                    <a:pt x="44918" y="187048"/>
                  </a:cubicBezTo>
                  <a:cubicBezTo>
                    <a:pt x="45409" y="187048"/>
                    <a:pt x="45901" y="187048"/>
                    <a:pt x="46407" y="187048"/>
                  </a:cubicBezTo>
                  <a:cubicBezTo>
                    <a:pt x="47409" y="183830"/>
                    <a:pt x="47256" y="180484"/>
                    <a:pt x="47247" y="177146"/>
                  </a:cubicBezTo>
                  <a:cubicBezTo>
                    <a:pt x="47248" y="176534"/>
                    <a:pt x="47250" y="175921"/>
                    <a:pt x="47251" y="175290"/>
                  </a:cubicBezTo>
                  <a:cubicBezTo>
                    <a:pt x="47254" y="173271"/>
                    <a:pt x="47252" y="171252"/>
                    <a:pt x="47250" y="169233"/>
                  </a:cubicBezTo>
                  <a:cubicBezTo>
                    <a:pt x="47250" y="167827"/>
                    <a:pt x="47251" y="166421"/>
                    <a:pt x="47252" y="165016"/>
                  </a:cubicBezTo>
                  <a:cubicBezTo>
                    <a:pt x="47253" y="162073"/>
                    <a:pt x="47251" y="159129"/>
                    <a:pt x="47248" y="156186"/>
                  </a:cubicBezTo>
                  <a:cubicBezTo>
                    <a:pt x="47244" y="152414"/>
                    <a:pt x="47246" y="148641"/>
                    <a:pt x="47250" y="144869"/>
                  </a:cubicBezTo>
                  <a:cubicBezTo>
                    <a:pt x="47253" y="141967"/>
                    <a:pt x="47252" y="139066"/>
                    <a:pt x="47250" y="136164"/>
                  </a:cubicBezTo>
                  <a:cubicBezTo>
                    <a:pt x="47250" y="134773"/>
                    <a:pt x="47250" y="133382"/>
                    <a:pt x="47252" y="131991"/>
                  </a:cubicBezTo>
                  <a:cubicBezTo>
                    <a:pt x="47254" y="130047"/>
                    <a:pt x="47251" y="128104"/>
                    <a:pt x="47247" y="126161"/>
                  </a:cubicBezTo>
                  <a:cubicBezTo>
                    <a:pt x="47249" y="125586"/>
                    <a:pt x="47250" y="125011"/>
                    <a:pt x="47252" y="124419"/>
                  </a:cubicBezTo>
                  <a:cubicBezTo>
                    <a:pt x="47293" y="120684"/>
                    <a:pt x="47293" y="120684"/>
                    <a:pt x="46407" y="117099"/>
                  </a:cubicBezTo>
                  <a:cubicBezTo>
                    <a:pt x="45915" y="116854"/>
                    <a:pt x="45424" y="116608"/>
                    <a:pt x="44918" y="116355"/>
                  </a:cubicBezTo>
                  <a:cubicBezTo>
                    <a:pt x="44681" y="114631"/>
                    <a:pt x="44681" y="114631"/>
                    <a:pt x="44610" y="112376"/>
                  </a:cubicBezTo>
                  <a:cubicBezTo>
                    <a:pt x="44567" y="111171"/>
                    <a:pt x="44567" y="111171"/>
                    <a:pt x="44523" y="109941"/>
                  </a:cubicBezTo>
                  <a:cubicBezTo>
                    <a:pt x="44500" y="109096"/>
                    <a:pt x="44477" y="108250"/>
                    <a:pt x="44453" y="107379"/>
                  </a:cubicBezTo>
                  <a:cubicBezTo>
                    <a:pt x="44410" y="106106"/>
                    <a:pt x="44410" y="106106"/>
                    <a:pt x="44366" y="104808"/>
                  </a:cubicBezTo>
                  <a:cubicBezTo>
                    <a:pt x="44296" y="102704"/>
                    <a:pt x="44232" y="100600"/>
                    <a:pt x="44174" y="98496"/>
                  </a:cubicBezTo>
                  <a:cubicBezTo>
                    <a:pt x="43437" y="98741"/>
                    <a:pt x="42701" y="98987"/>
                    <a:pt x="41942" y="99240"/>
                  </a:cubicBezTo>
                  <a:cubicBezTo>
                    <a:pt x="41905" y="98282"/>
                    <a:pt x="41869" y="97323"/>
                    <a:pt x="41831" y="96336"/>
                  </a:cubicBezTo>
                  <a:cubicBezTo>
                    <a:pt x="41775" y="95087"/>
                    <a:pt x="41719" y="93838"/>
                    <a:pt x="41663" y="92589"/>
                  </a:cubicBezTo>
                  <a:cubicBezTo>
                    <a:pt x="41640" y="91956"/>
                    <a:pt x="41617" y="91324"/>
                    <a:pt x="41593" y="90672"/>
                  </a:cubicBezTo>
                  <a:cubicBezTo>
                    <a:pt x="41550" y="89769"/>
                    <a:pt x="41550" y="89769"/>
                    <a:pt x="41506" y="88848"/>
                  </a:cubicBezTo>
                  <a:cubicBezTo>
                    <a:pt x="41482" y="88291"/>
                    <a:pt x="41459" y="87734"/>
                    <a:pt x="41435" y="87159"/>
                  </a:cubicBezTo>
                  <a:cubicBezTo>
                    <a:pt x="41357" y="86726"/>
                    <a:pt x="41278" y="86292"/>
                    <a:pt x="41198" y="85845"/>
                  </a:cubicBezTo>
                  <a:cubicBezTo>
                    <a:pt x="40461" y="85477"/>
                    <a:pt x="40461" y="85477"/>
                    <a:pt x="39709" y="85101"/>
                  </a:cubicBezTo>
                  <a:cubicBezTo>
                    <a:pt x="39454" y="82991"/>
                    <a:pt x="39454" y="82991"/>
                    <a:pt x="39337" y="80357"/>
                  </a:cubicBezTo>
                  <a:cubicBezTo>
                    <a:pt x="39215" y="76531"/>
                    <a:pt x="39215" y="76531"/>
                    <a:pt x="37477" y="73195"/>
                  </a:cubicBezTo>
                  <a:cubicBezTo>
                    <a:pt x="37231" y="73195"/>
                    <a:pt x="36986" y="73195"/>
                    <a:pt x="36733" y="73195"/>
                  </a:cubicBezTo>
                  <a:cubicBezTo>
                    <a:pt x="36487" y="70003"/>
                    <a:pt x="36242" y="66810"/>
                    <a:pt x="35989" y="63521"/>
                  </a:cubicBezTo>
                  <a:cubicBezTo>
                    <a:pt x="35252" y="63521"/>
                    <a:pt x="34515" y="63521"/>
                    <a:pt x="33756" y="63521"/>
                  </a:cubicBezTo>
                  <a:cubicBezTo>
                    <a:pt x="33756" y="60820"/>
                    <a:pt x="33756" y="58119"/>
                    <a:pt x="33756" y="55336"/>
                  </a:cubicBezTo>
                  <a:cubicBezTo>
                    <a:pt x="33020" y="55336"/>
                    <a:pt x="32283" y="55336"/>
                    <a:pt x="31524" y="55336"/>
                  </a:cubicBezTo>
                  <a:cubicBezTo>
                    <a:pt x="31155" y="51652"/>
                    <a:pt x="31155" y="51652"/>
                    <a:pt x="30780" y="47894"/>
                  </a:cubicBezTo>
                  <a:cubicBezTo>
                    <a:pt x="30043" y="47894"/>
                    <a:pt x="29306" y="47894"/>
                    <a:pt x="28547" y="47894"/>
                  </a:cubicBezTo>
                  <a:cubicBezTo>
                    <a:pt x="28426" y="46368"/>
                    <a:pt x="28305" y="44842"/>
                    <a:pt x="28184" y="43316"/>
                  </a:cubicBezTo>
                  <a:cubicBezTo>
                    <a:pt x="28058" y="42862"/>
                    <a:pt x="27933" y="42408"/>
                    <a:pt x="27803" y="41941"/>
                  </a:cubicBezTo>
                  <a:cubicBezTo>
                    <a:pt x="26698" y="41573"/>
                    <a:pt x="26698" y="41573"/>
                    <a:pt x="25571" y="41197"/>
                  </a:cubicBezTo>
                  <a:cubicBezTo>
                    <a:pt x="25242" y="39848"/>
                    <a:pt x="25242" y="39848"/>
                    <a:pt x="25152" y="38220"/>
                  </a:cubicBezTo>
                  <a:cubicBezTo>
                    <a:pt x="25088" y="36633"/>
                    <a:pt x="25088" y="36633"/>
                    <a:pt x="24827" y="35244"/>
                  </a:cubicBezTo>
                  <a:cubicBezTo>
                    <a:pt x="24335" y="34998"/>
                    <a:pt x="23844" y="34753"/>
                    <a:pt x="23338" y="34500"/>
                  </a:cubicBezTo>
                  <a:cubicBezTo>
                    <a:pt x="22897" y="32529"/>
                    <a:pt x="22786" y="30562"/>
                    <a:pt x="22594" y="28546"/>
                  </a:cubicBezTo>
                  <a:cubicBezTo>
                    <a:pt x="21857" y="28546"/>
                    <a:pt x="21121" y="28546"/>
                    <a:pt x="20362" y="28546"/>
                  </a:cubicBezTo>
                  <a:cubicBezTo>
                    <a:pt x="20116" y="26582"/>
                    <a:pt x="19871" y="24617"/>
                    <a:pt x="19618" y="22593"/>
                  </a:cubicBezTo>
                  <a:cubicBezTo>
                    <a:pt x="18881" y="22593"/>
                    <a:pt x="18144" y="22593"/>
                    <a:pt x="17385" y="22593"/>
                  </a:cubicBezTo>
                  <a:cubicBezTo>
                    <a:pt x="17431" y="21749"/>
                    <a:pt x="17477" y="20905"/>
                    <a:pt x="17525" y="20035"/>
                  </a:cubicBezTo>
                  <a:cubicBezTo>
                    <a:pt x="17479" y="19161"/>
                    <a:pt x="17433" y="18286"/>
                    <a:pt x="17385" y="17384"/>
                  </a:cubicBezTo>
                  <a:cubicBezTo>
                    <a:pt x="16648" y="17139"/>
                    <a:pt x="15912" y="16893"/>
                    <a:pt x="15153" y="16640"/>
                  </a:cubicBezTo>
                  <a:cubicBezTo>
                    <a:pt x="14607" y="14668"/>
                    <a:pt x="14571" y="12737"/>
                    <a:pt x="14409" y="10687"/>
                  </a:cubicBezTo>
                  <a:cubicBezTo>
                    <a:pt x="13672" y="10687"/>
                    <a:pt x="12935" y="10687"/>
                    <a:pt x="12176" y="10687"/>
                  </a:cubicBezTo>
                  <a:cubicBezTo>
                    <a:pt x="11202" y="7766"/>
                    <a:pt x="11414" y="4806"/>
                    <a:pt x="11432" y="1757"/>
                  </a:cubicBezTo>
                  <a:close/>
                </a:path>
              </a:pathLst>
            </a:custGeom>
            <a:grpFill/>
            <a:ln w="744" cap="flat">
              <a:noFill/>
              <a:prstDash val="solid"/>
              <a:miter/>
            </a:ln>
          </p:spPr>
          <p:txBody>
            <a:bodyPr rtlCol="0" anchor="ctr"/>
            <a:lstStyle/>
            <a:p>
              <a:endParaRPr lang="zh-CN" altLang="en-US"/>
            </a:p>
          </p:txBody>
        </p:sp>
        <p:sp>
          <p:nvSpPr>
            <p:cNvPr id="210" name="任意多边形: 形状 209"/>
            <p:cNvSpPr/>
            <p:nvPr/>
          </p:nvSpPr>
          <p:spPr>
            <a:xfrm>
              <a:off x="7621019" y="1392897"/>
              <a:ext cx="30441" cy="236171"/>
            </a:xfrm>
            <a:custGeom>
              <a:avLst/>
              <a:gdLst>
                <a:gd name="connsiteX0" fmla="*/ 14682 w 30441"/>
                <a:gd name="connsiteY0" fmla="*/ 1504 h 236164"/>
                <a:gd name="connsiteX1" fmla="*/ 18355 w 30441"/>
                <a:gd name="connsiteY1" fmla="*/ 1516 h 236164"/>
                <a:gd name="connsiteX2" fmla="*/ 20304 w 30441"/>
                <a:gd name="connsiteY2" fmla="*/ 1519 h 236164"/>
                <a:gd name="connsiteX3" fmla="*/ 26491 w 30441"/>
                <a:gd name="connsiteY3" fmla="*/ 1542 h 236164"/>
                <a:gd name="connsiteX4" fmla="*/ 30675 w 30441"/>
                <a:gd name="connsiteY4" fmla="*/ 1552 h 236164"/>
                <a:gd name="connsiteX5" fmla="*/ 40955 w 30441"/>
                <a:gd name="connsiteY5" fmla="*/ 1588 h 236164"/>
                <a:gd name="connsiteX6" fmla="*/ 41031 w 30441"/>
                <a:gd name="connsiteY6" fmla="*/ 91420 h 236164"/>
                <a:gd name="connsiteX7" fmla="*/ 41037 w 30441"/>
                <a:gd name="connsiteY7" fmla="*/ 102014 h 236164"/>
                <a:gd name="connsiteX8" fmla="*/ 41038 w 30441"/>
                <a:gd name="connsiteY8" fmla="*/ 104144 h 236164"/>
                <a:gd name="connsiteX9" fmla="*/ 41070 w 30441"/>
                <a:gd name="connsiteY9" fmla="*/ 138342 h 236164"/>
                <a:gd name="connsiteX10" fmla="*/ 41095 w 30441"/>
                <a:gd name="connsiteY10" fmla="*/ 173404 h 236164"/>
                <a:gd name="connsiteX11" fmla="*/ 41116 w 30441"/>
                <a:gd name="connsiteY11" fmla="*/ 195058 h 236164"/>
                <a:gd name="connsiteX12" fmla="*/ 41124 w 30441"/>
                <a:gd name="connsiteY12" fmla="*/ 209885 h 236164"/>
                <a:gd name="connsiteX13" fmla="*/ 41132 w 30441"/>
                <a:gd name="connsiteY13" fmla="*/ 218453 h 236164"/>
                <a:gd name="connsiteX14" fmla="*/ 41134 w 30441"/>
                <a:gd name="connsiteY14" fmla="*/ 227720 h 236164"/>
                <a:gd name="connsiteX15" fmla="*/ 41147 w 30441"/>
                <a:gd name="connsiteY15" fmla="*/ 230486 h 236164"/>
                <a:gd name="connsiteX16" fmla="*/ 41138 w 30441"/>
                <a:gd name="connsiteY16" fmla="*/ 232973 h 236164"/>
                <a:gd name="connsiteX17" fmla="*/ 41140 w 30441"/>
                <a:gd name="connsiteY17" fmla="*/ 235137 h 236164"/>
                <a:gd name="connsiteX18" fmla="*/ 40955 w 30441"/>
                <a:gd name="connsiteY18" fmla="*/ 236737 h 236164"/>
                <a:gd name="connsiteX19" fmla="*/ 34080 w 30441"/>
                <a:gd name="connsiteY19" fmla="*/ 237606 h 236164"/>
                <a:gd name="connsiteX20" fmla="*/ 32462 w 30441"/>
                <a:gd name="connsiteY20" fmla="*/ 237613 h 236164"/>
                <a:gd name="connsiteX21" fmla="*/ 29067 w 30441"/>
                <a:gd name="connsiteY21" fmla="*/ 237619 h 236164"/>
                <a:gd name="connsiteX22" fmla="*/ 23894 w 30441"/>
                <a:gd name="connsiteY22" fmla="*/ 237648 h 236164"/>
                <a:gd name="connsiteX23" fmla="*/ 20593 w 30441"/>
                <a:gd name="connsiteY23" fmla="*/ 237652 h 236164"/>
                <a:gd name="connsiteX24" fmla="*/ 19038 w 30441"/>
                <a:gd name="connsiteY24" fmla="*/ 237669 h 236164"/>
                <a:gd name="connsiteX25" fmla="*/ 11189 w 30441"/>
                <a:gd name="connsiteY25" fmla="*/ 235993 h 236164"/>
                <a:gd name="connsiteX26" fmla="*/ 10730 w 30441"/>
                <a:gd name="connsiteY26" fmla="*/ 232162 h 236164"/>
                <a:gd name="connsiteX27" fmla="*/ 10706 w 30441"/>
                <a:gd name="connsiteY27" fmla="*/ 229688 h 236164"/>
                <a:gd name="connsiteX28" fmla="*/ 10737 w 30441"/>
                <a:gd name="connsiteY28" fmla="*/ 226948 h 236164"/>
                <a:gd name="connsiteX29" fmla="*/ 10726 w 30441"/>
                <a:gd name="connsiteY29" fmla="*/ 224054 h 236164"/>
                <a:gd name="connsiteX30" fmla="*/ 10747 w 30441"/>
                <a:gd name="connsiteY30" fmla="*/ 216076 h 236164"/>
                <a:gd name="connsiteX31" fmla="*/ 10750 w 30441"/>
                <a:gd name="connsiteY31" fmla="*/ 207483 h 236164"/>
                <a:gd name="connsiteX32" fmla="*/ 10781 w 30441"/>
                <a:gd name="connsiteY32" fmla="*/ 190639 h 236164"/>
                <a:gd name="connsiteX33" fmla="*/ 10810 w 30441"/>
                <a:gd name="connsiteY33" fmla="*/ 171043 h 236164"/>
                <a:gd name="connsiteX34" fmla="*/ 10868 w 30441"/>
                <a:gd name="connsiteY34" fmla="*/ 136091 h 236164"/>
                <a:gd name="connsiteX35" fmla="*/ 10929 w 30441"/>
                <a:gd name="connsiteY35" fmla="*/ 102137 h 236164"/>
                <a:gd name="connsiteX36" fmla="*/ 10931 w 30441"/>
                <a:gd name="connsiteY36" fmla="*/ 100025 h 236164"/>
                <a:gd name="connsiteX37" fmla="*/ 10937 w 30441"/>
                <a:gd name="connsiteY37" fmla="*/ 91620 h 236164"/>
                <a:gd name="connsiteX38" fmla="*/ 10983 w 30441"/>
                <a:gd name="connsiteY38" fmla="*/ 55416 h 236164"/>
                <a:gd name="connsiteX39" fmla="*/ 10991 w 30441"/>
                <a:gd name="connsiteY39" fmla="*/ 49542 h 236164"/>
                <a:gd name="connsiteX40" fmla="*/ 11032 w 30441"/>
                <a:gd name="connsiteY40" fmla="*/ 28986 h 236164"/>
                <a:gd name="connsiteX41" fmla="*/ 11051 w 30441"/>
                <a:gd name="connsiteY41" fmla="*/ 20481 h 236164"/>
                <a:gd name="connsiteX42" fmla="*/ 11075 w 30441"/>
                <a:gd name="connsiteY42" fmla="*/ 11283 h 236164"/>
                <a:gd name="connsiteX43" fmla="*/ 11076 w 30441"/>
                <a:gd name="connsiteY43" fmla="*/ 8537 h 236164"/>
                <a:gd name="connsiteX44" fmla="*/ 11087 w 30441"/>
                <a:gd name="connsiteY44" fmla="*/ 6069 h 236164"/>
                <a:gd name="connsiteX45" fmla="*/ 11093 w 30441"/>
                <a:gd name="connsiteY45" fmla="*/ 3921 h 236164"/>
                <a:gd name="connsiteX46" fmla="*/ 14682 w 30441"/>
                <a:gd name="connsiteY46" fmla="*/ 1504 h 23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0441" h="236164">
                  <a:moveTo>
                    <a:pt x="14682" y="1504"/>
                  </a:moveTo>
                  <a:cubicBezTo>
                    <a:pt x="15906" y="1504"/>
                    <a:pt x="17131" y="1508"/>
                    <a:pt x="18355" y="1516"/>
                  </a:cubicBezTo>
                  <a:cubicBezTo>
                    <a:pt x="19319" y="1517"/>
                    <a:pt x="19319" y="1517"/>
                    <a:pt x="20304" y="1519"/>
                  </a:cubicBezTo>
                  <a:cubicBezTo>
                    <a:pt x="22366" y="1523"/>
                    <a:pt x="24428" y="1532"/>
                    <a:pt x="26491" y="1542"/>
                  </a:cubicBezTo>
                  <a:cubicBezTo>
                    <a:pt x="27886" y="1546"/>
                    <a:pt x="29280" y="1549"/>
                    <a:pt x="30675" y="1552"/>
                  </a:cubicBezTo>
                  <a:cubicBezTo>
                    <a:pt x="34102" y="1560"/>
                    <a:pt x="37528" y="1573"/>
                    <a:pt x="40955" y="1588"/>
                  </a:cubicBezTo>
                  <a:cubicBezTo>
                    <a:pt x="40989" y="31532"/>
                    <a:pt x="41015" y="61476"/>
                    <a:pt x="41031" y="91420"/>
                  </a:cubicBezTo>
                  <a:cubicBezTo>
                    <a:pt x="41033" y="94951"/>
                    <a:pt x="41035" y="98482"/>
                    <a:pt x="41037" y="102014"/>
                  </a:cubicBezTo>
                  <a:cubicBezTo>
                    <a:pt x="41037" y="102717"/>
                    <a:pt x="41038" y="103420"/>
                    <a:pt x="41038" y="104144"/>
                  </a:cubicBezTo>
                  <a:cubicBezTo>
                    <a:pt x="41044" y="115543"/>
                    <a:pt x="41056" y="126942"/>
                    <a:pt x="41070" y="138342"/>
                  </a:cubicBezTo>
                  <a:cubicBezTo>
                    <a:pt x="41084" y="150029"/>
                    <a:pt x="41092" y="161717"/>
                    <a:pt x="41095" y="173404"/>
                  </a:cubicBezTo>
                  <a:cubicBezTo>
                    <a:pt x="41097" y="180622"/>
                    <a:pt x="41104" y="187840"/>
                    <a:pt x="41116" y="195058"/>
                  </a:cubicBezTo>
                  <a:cubicBezTo>
                    <a:pt x="41124" y="200000"/>
                    <a:pt x="41126" y="204943"/>
                    <a:pt x="41124" y="209885"/>
                  </a:cubicBezTo>
                  <a:cubicBezTo>
                    <a:pt x="41123" y="212741"/>
                    <a:pt x="41125" y="215597"/>
                    <a:pt x="41132" y="218453"/>
                  </a:cubicBezTo>
                  <a:cubicBezTo>
                    <a:pt x="41141" y="221542"/>
                    <a:pt x="41138" y="224631"/>
                    <a:pt x="41134" y="227720"/>
                  </a:cubicBezTo>
                  <a:cubicBezTo>
                    <a:pt x="41138" y="228633"/>
                    <a:pt x="41143" y="229546"/>
                    <a:pt x="41147" y="230486"/>
                  </a:cubicBezTo>
                  <a:cubicBezTo>
                    <a:pt x="41144" y="231307"/>
                    <a:pt x="41141" y="232127"/>
                    <a:pt x="41138" y="232973"/>
                  </a:cubicBezTo>
                  <a:cubicBezTo>
                    <a:pt x="41139" y="233687"/>
                    <a:pt x="41139" y="234401"/>
                    <a:pt x="41140" y="235137"/>
                  </a:cubicBezTo>
                  <a:cubicBezTo>
                    <a:pt x="41079" y="235665"/>
                    <a:pt x="41018" y="236193"/>
                    <a:pt x="40955" y="236737"/>
                  </a:cubicBezTo>
                  <a:cubicBezTo>
                    <a:pt x="38749" y="237840"/>
                    <a:pt x="36499" y="237602"/>
                    <a:pt x="34080" y="237606"/>
                  </a:cubicBezTo>
                  <a:cubicBezTo>
                    <a:pt x="33546" y="237608"/>
                    <a:pt x="33012" y="237611"/>
                    <a:pt x="32462" y="237613"/>
                  </a:cubicBezTo>
                  <a:cubicBezTo>
                    <a:pt x="31330" y="237617"/>
                    <a:pt x="30199" y="237619"/>
                    <a:pt x="29067" y="237619"/>
                  </a:cubicBezTo>
                  <a:cubicBezTo>
                    <a:pt x="27343" y="237620"/>
                    <a:pt x="25618" y="237634"/>
                    <a:pt x="23894" y="237648"/>
                  </a:cubicBezTo>
                  <a:cubicBezTo>
                    <a:pt x="22793" y="237650"/>
                    <a:pt x="21693" y="237652"/>
                    <a:pt x="20593" y="237652"/>
                  </a:cubicBezTo>
                  <a:cubicBezTo>
                    <a:pt x="20080" y="237658"/>
                    <a:pt x="19566" y="237663"/>
                    <a:pt x="19038" y="237669"/>
                  </a:cubicBezTo>
                  <a:cubicBezTo>
                    <a:pt x="16081" y="237655"/>
                    <a:pt x="13779" y="237454"/>
                    <a:pt x="11189" y="235993"/>
                  </a:cubicBezTo>
                  <a:cubicBezTo>
                    <a:pt x="10726" y="234310"/>
                    <a:pt x="10726" y="234310"/>
                    <a:pt x="10730" y="232162"/>
                  </a:cubicBezTo>
                  <a:cubicBezTo>
                    <a:pt x="10722" y="231346"/>
                    <a:pt x="10714" y="230530"/>
                    <a:pt x="10706" y="229688"/>
                  </a:cubicBezTo>
                  <a:cubicBezTo>
                    <a:pt x="10721" y="228332"/>
                    <a:pt x="10721" y="228332"/>
                    <a:pt x="10737" y="226948"/>
                  </a:cubicBezTo>
                  <a:cubicBezTo>
                    <a:pt x="10733" y="225993"/>
                    <a:pt x="10730" y="225038"/>
                    <a:pt x="10726" y="224054"/>
                  </a:cubicBezTo>
                  <a:cubicBezTo>
                    <a:pt x="10716" y="221395"/>
                    <a:pt x="10729" y="218736"/>
                    <a:pt x="10747" y="216076"/>
                  </a:cubicBezTo>
                  <a:cubicBezTo>
                    <a:pt x="10761" y="213212"/>
                    <a:pt x="10754" y="210348"/>
                    <a:pt x="10750" y="207483"/>
                  </a:cubicBezTo>
                  <a:cubicBezTo>
                    <a:pt x="10745" y="201868"/>
                    <a:pt x="10760" y="196254"/>
                    <a:pt x="10781" y="190639"/>
                  </a:cubicBezTo>
                  <a:cubicBezTo>
                    <a:pt x="10804" y="184107"/>
                    <a:pt x="10808" y="177575"/>
                    <a:pt x="10810" y="171043"/>
                  </a:cubicBezTo>
                  <a:cubicBezTo>
                    <a:pt x="10814" y="159392"/>
                    <a:pt x="10836" y="147741"/>
                    <a:pt x="10868" y="136091"/>
                  </a:cubicBezTo>
                  <a:cubicBezTo>
                    <a:pt x="10899" y="124773"/>
                    <a:pt x="10920" y="113455"/>
                    <a:pt x="10929" y="102137"/>
                  </a:cubicBezTo>
                  <a:cubicBezTo>
                    <a:pt x="10929" y="101440"/>
                    <a:pt x="10930" y="100743"/>
                    <a:pt x="10931" y="100025"/>
                  </a:cubicBezTo>
                  <a:cubicBezTo>
                    <a:pt x="10933" y="97223"/>
                    <a:pt x="10935" y="94421"/>
                    <a:pt x="10937" y="91620"/>
                  </a:cubicBezTo>
                  <a:cubicBezTo>
                    <a:pt x="10947" y="79552"/>
                    <a:pt x="10964" y="67484"/>
                    <a:pt x="10983" y="55416"/>
                  </a:cubicBezTo>
                  <a:cubicBezTo>
                    <a:pt x="10986" y="53458"/>
                    <a:pt x="10989" y="51500"/>
                    <a:pt x="10991" y="49542"/>
                  </a:cubicBezTo>
                  <a:cubicBezTo>
                    <a:pt x="11001" y="42690"/>
                    <a:pt x="11013" y="35838"/>
                    <a:pt x="11032" y="28986"/>
                  </a:cubicBezTo>
                  <a:cubicBezTo>
                    <a:pt x="11040" y="26151"/>
                    <a:pt x="11047" y="23316"/>
                    <a:pt x="11051" y="20481"/>
                  </a:cubicBezTo>
                  <a:cubicBezTo>
                    <a:pt x="11055" y="17415"/>
                    <a:pt x="11064" y="14349"/>
                    <a:pt x="11075" y="11283"/>
                  </a:cubicBezTo>
                  <a:cubicBezTo>
                    <a:pt x="11075" y="10377"/>
                    <a:pt x="11076" y="9471"/>
                    <a:pt x="11076" y="8537"/>
                  </a:cubicBezTo>
                  <a:cubicBezTo>
                    <a:pt x="11080" y="7723"/>
                    <a:pt x="11084" y="6908"/>
                    <a:pt x="11087" y="6069"/>
                  </a:cubicBezTo>
                  <a:cubicBezTo>
                    <a:pt x="11089" y="5360"/>
                    <a:pt x="11091" y="4652"/>
                    <a:pt x="11093" y="3921"/>
                  </a:cubicBezTo>
                  <a:cubicBezTo>
                    <a:pt x="11260" y="1166"/>
                    <a:pt x="11792" y="1593"/>
                    <a:pt x="14682" y="1504"/>
                  </a:cubicBezTo>
                  <a:close/>
                </a:path>
              </a:pathLst>
            </a:custGeom>
            <a:grpFill/>
            <a:ln w="744" cap="flat">
              <a:noFill/>
              <a:prstDash val="solid"/>
              <a:miter/>
            </a:ln>
          </p:spPr>
          <p:txBody>
            <a:bodyPr rtlCol="0" anchor="ctr"/>
            <a:lstStyle/>
            <a:p>
              <a:endParaRPr lang="zh-CN" altLang="en-US"/>
            </a:p>
          </p:txBody>
        </p:sp>
        <p:sp>
          <p:nvSpPr>
            <p:cNvPr id="211" name="任意多边形: 形状 210"/>
            <p:cNvSpPr/>
            <p:nvPr/>
          </p:nvSpPr>
          <p:spPr>
            <a:xfrm>
              <a:off x="7418612" y="1392837"/>
              <a:ext cx="30444" cy="236231"/>
            </a:xfrm>
            <a:custGeom>
              <a:avLst/>
              <a:gdLst>
                <a:gd name="connsiteX0" fmla="*/ 18746 w 30444"/>
                <a:gd name="connsiteY0" fmla="*/ 1575 h 236224"/>
                <a:gd name="connsiteX1" fmla="*/ 20642 w 30444"/>
                <a:gd name="connsiteY1" fmla="*/ 1578 h 236224"/>
                <a:gd name="connsiteX2" fmla="*/ 26647 w 30444"/>
                <a:gd name="connsiteY2" fmla="*/ 1601 h 236224"/>
                <a:gd name="connsiteX3" fmla="*/ 30713 w 30444"/>
                <a:gd name="connsiteY3" fmla="*/ 1611 h 236224"/>
                <a:gd name="connsiteX4" fmla="*/ 40692 w 30444"/>
                <a:gd name="connsiteY4" fmla="*/ 1648 h 236224"/>
                <a:gd name="connsiteX5" fmla="*/ 40768 w 30444"/>
                <a:gd name="connsiteY5" fmla="*/ 91479 h 236224"/>
                <a:gd name="connsiteX6" fmla="*/ 40774 w 30444"/>
                <a:gd name="connsiteY6" fmla="*/ 102073 h 236224"/>
                <a:gd name="connsiteX7" fmla="*/ 40775 w 30444"/>
                <a:gd name="connsiteY7" fmla="*/ 104204 h 236224"/>
                <a:gd name="connsiteX8" fmla="*/ 40807 w 30444"/>
                <a:gd name="connsiteY8" fmla="*/ 138401 h 236224"/>
                <a:gd name="connsiteX9" fmla="*/ 40832 w 30444"/>
                <a:gd name="connsiteY9" fmla="*/ 173463 h 236224"/>
                <a:gd name="connsiteX10" fmla="*/ 40853 w 30444"/>
                <a:gd name="connsiteY10" fmla="*/ 195117 h 236224"/>
                <a:gd name="connsiteX11" fmla="*/ 40861 w 30444"/>
                <a:gd name="connsiteY11" fmla="*/ 209945 h 236224"/>
                <a:gd name="connsiteX12" fmla="*/ 40870 w 30444"/>
                <a:gd name="connsiteY12" fmla="*/ 218513 h 236224"/>
                <a:gd name="connsiteX13" fmla="*/ 40871 w 30444"/>
                <a:gd name="connsiteY13" fmla="*/ 227779 h 236224"/>
                <a:gd name="connsiteX14" fmla="*/ 40884 w 30444"/>
                <a:gd name="connsiteY14" fmla="*/ 230546 h 236224"/>
                <a:gd name="connsiteX15" fmla="*/ 40875 w 30444"/>
                <a:gd name="connsiteY15" fmla="*/ 233032 h 236224"/>
                <a:gd name="connsiteX16" fmla="*/ 40877 w 30444"/>
                <a:gd name="connsiteY16" fmla="*/ 235196 h 236224"/>
                <a:gd name="connsiteX17" fmla="*/ 40692 w 30444"/>
                <a:gd name="connsiteY17" fmla="*/ 236796 h 236224"/>
                <a:gd name="connsiteX18" fmla="*/ 33818 w 30444"/>
                <a:gd name="connsiteY18" fmla="*/ 237665 h 236224"/>
                <a:gd name="connsiteX19" fmla="*/ 32199 w 30444"/>
                <a:gd name="connsiteY19" fmla="*/ 237673 h 236224"/>
                <a:gd name="connsiteX20" fmla="*/ 28804 w 30444"/>
                <a:gd name="connsiteY20" fmla="*/ 237678 h 236224"/>
                <a:gd name="connsiteX21" fmla="*/ 23631 w 30444"/>
                <a:gd name="connsiteY21" fmla="*/ 237707 h 236224"/>
                <a:gd name="connsiteX22" fmla="*/ 20330 w 30444"/>
                <a:gd name="connsiteY22" fmla="*/ 237712 h 236224"/>
                <a:gd name="connsiteX23" fmla="*/ 18775 w 30444"/>
                <a:gd name="connsiteY23" fmla="*/ 237728 h 236224"/>
                <a:gd name="connsiteX24" fmla="*/ 10927 w 30444"/>
                <a:gd name="connsiteY24" fmla="*/ 236052 h 236224"/>
                <a:gd name="connsiteX25" fmla="*/ 10465 w 30444"/>
                <a:gd name="connsiteY25" fmla="*/ 232222 h 236224"/>
                <a:gd name="connsiteX26" fmla="*/ 10440 w 30444"/>
                <a:gd name="connsiteY26" fmla="*/ 229748 h 236224"/>
                <a:gd name="connsiteX27" fmla="*/ 10469 w 30444"/>
                <a:gd name="connsiteY27" fmla="*/ 227007 h 236224"/>
                <a:gd name="connsiteX28" fmla="*/ 10456 w 30444"/>
                <a:gd name="connsiteY28" fmla="*/ 224114 h 236224"/>
                <a:gd name="connsiteX29" fmla="*/ 10473 w 30444"/>
                <a:gd name="connsiteY29" fmla="*/ 216136 h 236224"/>
                <a:gd name="connsiteX30" fmla="*/ 10472 w 30444"/>
                <a:gd name="connsiteY30" fmla="*/ 207542 h 236224"/>
                <a:gd name="connsiteX31" fmla="*/ 10494 w 30444"/>
                <a:gd name="connsiteY31" fmla="*/ 190698 h 236224"/>
                <a:gd name="connsiteX32" fmla="*/ 10516 w 30444"/>
                <a:gd name="connsiteY32" fmla="*/ 171102 h 236224"/>
                <a:gd name="connsiteX33" fmla="*/ 10564 w 30444"/>
                <a:gd name="connsiteY33" fmla="*/ 136150 h 236224"/>
                <a:gd name="connsiteX34" fmla="*/ 10610 w 30444"/>
                <a:gd name="connsiteY34" fmla="*/ 102197 h 236224"/>
                <a:gd name="connsiteX35" fmla="*/ 10610 w 30444"/>
                <a:gd name="connsiteY35" fmla="*/ 100084 h 236224"/>
                <a:gd name="connsiteX36" fmla="*/ 10611 w 30444"/>
                <a:gd name="connsiteY36" fmla="*/ 97975 h 236224"/>
                <a:gd name="connsiteX37" fmla="*/ 10612 w 30444"/>
                <a:gd name="connsiteY37" fmla="*/ 93772 h 236224"/>
                <a:gd name="connsiteX38" fmla="*/ 10612 w 30444"/>
                <a:gd name="connsiteY38" fmla="*/ 91679 h 236224"/>
                <a:gd name="connsiteX39" fmla="*/ 10643 w 30444"/>
                <a:gd name="connsiteY39" fmla="*/ 59374 h 236224"/>
                <a:gd name="connsiteX40" fmla="*/ 10654 w 30444"/>
                <a:gd name="connsiteY40" fmla="*/ 47645 h 236224"/>
                <a:gd name="connsiteX41" fmla="*/ 10685 w 30444"/>
                <a:gd name="connsiteY41" fmla="*/ 29045 h 236224"/>
                <a:gd name="connsiteX42" fmla="*/ 10699 w 30444"/>
                <a:gd name="connsiteY42" fmla="*/ 20540 h 236224"/>
                <a:gd name="connsiteX43" fmla="*/ 10723 w 30444"/>
                <a:gd name="connsiteY43" fmla="*/ 11342 h 236224"/>
                <a:gd name="connsiteX44" fmla="*/ 10717 w 30444"/>
                <a:gd name="connsiteY44" fmla="*/ 8597 h 236224"/>
                <a:gd name="connsiteX45" fmla="*/ 10733 w 30444"/>
                <a:gd name="connsiteY45" fmla="*/ 6128 h 236224"/>
                <a:gd name="connsiteX46" fmla="*/ 10738 w 30444"/>
                <a:gd name="connsiteY46" fmla="*/ 3981 h 236224"/>
                <a:gd name="connsiteX47" fmla="*/ 10927 w 30444"/>
                <a:gd name="connsiteY47" fmla="*/ 2392 h 236224"/>
                <a:gd name="connsiteX48" fmla="*/ 18746 w 30444"/>
                <a:gd name="connsiteY48" fmla="*/ 1575 h 23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444" h="236224">
                  <a:moveTo>
                    <a:pt x="18746" y="1575"/>
                  </a:moveTo>
                  <a:cubicBezTo>
                    <a:pt x="19684" y="1577"/>
                    <a:pt x="19684" y="1577"/>
                    <a:pt x="20642" y="1578"/>
                  </a:cubicBezTo>
                  <a:cubicBezTo>
                    <a:pt x="22643" y="1582"/>
                    <a:pt x="24645" y="1592"/>
                    <a:pt x="26647" y="1601"/>
                  </a:cubicBezTo>
                  <a:cubicBezTo>
                    <a:pt x="28002" y="1605"/>
                    <a:pt x="29358" y="1608"/>
                    <a:pt x="30713" y="1611"/>
                  </a:cubicBezTo>
                  <a:cubicBezTo>
                    <a:pt x="34040" y="1620"/>
                    <a:pt x="37366" y="1632"/>
                    <a:pt x="40692" y="1648"/>
                  </a:cubicBezTo>
                  <a:cubicBezTo>
                    <a:pt x="40726" y="31592"/>
                    <a:pt x="40753" y="61535"/>
                    <a:pt x="40768" y="91479"/>
                  </a:cubicBezTo>
                  <a:cubicBezTo>
                    <a:pt x="40770" y="95011"/>
                    <a:pt x="40772" y="98542"/>
                    <a:pt x="40774" y="102073"/>
                  </a:cubicBezTo>
                  <a:cubicBezTo>
                    <a:pt x="40774" y="102776"/>
                    <a:pt x="40775" y="103479"/>
                    <a:pt x="40775" y="104204"/>
                  </a:cubicBezTo>
                  <a:cubicBezTo>
                    <a:pt x="40782" y="115603"/>
                    <a:pt x="40794" y="127002"/>
                    <a:pt x="40807" y="138401"/>
                  </a:cubicBezTo>
                  <a:cubicBezTo>
                    <a:pt x="40821" y="150088"/>
                    <a:pt x="40829" y="161776"/>
                    <a:pt x="40832" y="173463"/>
                  </a:cubicBezTo>
                  <a:cubicBezTo>
                    <a:pt x="40834" y="180681"/>
                    <a:pt x="40841" y="187899"/>
                    <a:pt x="40853" y="195117"/>
                  </a:cubicBezTo>
                  <a:cubicBezTo>
                    <a:pt x="40861" y="200060"/>
                    <a:pt x="40863" y="205002"/>
                    <a:pt x="40861" y="209945"/>
                  </a:cubicBezTo>
                  <a:cubicBezTo>
                    <a:pt x="40860" y="212801"/>
                    <a:pt x="40862" y="215657"/>
                    <a:pt x="40870" y="218513"/>
                  </a:cubicBezTo>
                  <a:cubicBezTo>
                    <a:pt x="40878" y="221602"/>
                    <a:pt x="40875" y="224691"/>
                    <a:pt x="40871" y="227779"/>
                  </a:cubicBezTo>
                  <a:cubicBezTo>
                    <a:pt x="40876" y="228692"/>
                    <a:pt x="40880" y="229605"/>
                    <a:pt x="40884" y="230546"/>
                  </a:cubicBezTo>
                  <a:cubicBezTo>
                    <a:pt x="40881" y="231366"/>
                    <a:pt x="40879" y="232187"/>
                    <a:pt x="40875" y="233032"/>
                  </a:cubicBezTo>
                  <a:cubicBezTo>
                    <a:pt x="40876" y="233746"/>
                    <a:pt x="40877" y="234460"/>
                    <a:pt x="40877" y="235196"/>
                  </a:cubicBezTo>
                  <a:cubicBezTo>
                    <a:pt x="40816" y="235724"/>
                    <a:pt x="40755" y="236252"/>
                    <a:pt x="40692" y="236796"/>
                  </a:cubicBezTo>
                  <a:cubicBezTo>
                    <a:pt x="38486" y="237899"/>
                    <a:pt x="36237" y="237661"/>
                    <a:pt x="33818" y="237665"/>
                  </a:cubicBezTo>
                  <a:cubicBezTo>
                    <a:pt x="33284" y="237668"/>
                    <a:pt x="32750" y="237670"/>
                    <a:pt x="32199" y="237673"/>
                  </a:cubicBezTo>
                  <a:cubicBezTo>
                    <a:pt x="31068" y="237677"/>
                    <a:pt x="29936" y="237678"/>
                    <a:pt x="28804" y="237678"/>
                  </a:cubicBezTo>
                  <a:cubicBezTo>
                    <a:pt x="27080" y="237680"/>
                    <a:pt x="25355" y="237693"/>
                    <a:pt x="23631" y="237707"/>
                  </a:cubicBezTo>
                  <a:cubicBezTo>
                    <a:pt x="22531" y="237710"/>
                    <a:pt x="21430" y="237711"/>
                    <a:pt x="20330" y="237712"/>
                  </a:cubicBezTo>
                  <a:cubicBezTo>
                    <a:pt x="19817" y="237717"/>
                    <a:pt x="19304" y="237722"/>
                    <a:pt x="18775" y="237728"/>
                  </a:cubicBezTo>
                  <a:cubicBezTo>
                    <a:pt x="15819" y="237714"/>
                    <a:pt x="13517" y="237513"/>
                    <a:pt x="10927" y="236052"/>
                  </a:cubicBezTo>
                  <a:cubicBezTo>
                    <a:pt x="10463" y="234370"/>
                    <a:pt x="10463" y="234370"/>
                    <a:pt x="10465" y="232222"/>
                  </a:cubicBezTo>
                  <a:cubicBezTo>
                    <a:pt x="10456" y="231405"/>
                    <a:pt x="10448" y="230589"/>
                    <a:pt x="10440" y="229748"/>
                  </a:cubicBezTo>
                  <a:cubicBezTo>
                    <a:pt x="10449" y="228843"/>
                    <a:pt x="10459" y="227939"/>
                    <a:pt x="10469" y="227007"/>
                  </a:cubicBezTo>
                  <a:cubicBezTo>
                    <a:pt x="10465" y="226052"/>
                    <a:pt x="10461" y="225098"/>
                    <a:pt x="10456" y="224114"/>
                  </a:cubicBezTo>
                  <a:cubicBezTo>
                    <a:pt x="10445" y="221454"/>
                    <a:pt x="10457" y="218795"/>
                    <a:pt x="10473" y="216136"/>
                  </a:cubicBezTo>
                  <a:cubicBezTo>
                    <a:pt x="10486" y="213271"/>
                    <a:pt x="10478" y="210407"/>
                    <a:pt x="10472" y="207542"/>
                  </a:cubicBezTo>
                  <a:cubicBezTo>
                    <a:pt x="10464" y="201928"/>
                    <a:pt x="10476" y="196313"/>
                    <a:pt x="10494" y="190698"/>
                  </a:cubicBezTo>
                  <a:cubicBezTo>
                    <a:pt x="10515" y="184166"/>
                    <a:pt x="10516" y="177634"/>
                    <a:pt x="10516" y="171102"/>
                  </a:cubicBezTo>
                  <a:cubicBezTo>
                    <a:pt x="10517" y="159451"/>
                    <a:pt x="10536" y="147801"/>
                    <a:pt x="10564" y="136150"/>
                  </a:cubicBezTo>
                  <a:cubicBezTo>
                    <a:pt x="10592" y="124832"/>
                    <a:pt x="10608" y="113515"/>
                    <a:pt x="10610" y="102197"/>
                  </a:cubicBezTo>
                  <a:cubicBezTo>
                    <a:pt x="10610" y="101499"/>
                    <a:pt x="10610" y="100802"/>
                    <a:pt x="10610" y="100084"/>
                  </a:cubicBezTo>
                  <a:cubicBezTo>
                    <a:pt x="10611" y="99388"/>
                    <a:pt x="10611" y="98692"/>
                    <a:pt x="10611" y="97975"/>
                  </a:cubicBezTo>
                  <a:cubicBezTo>
                    <a:pt x="10611" y="96574"/>
                    <a:pt x="10611" y="95173"/>
                    <a:pt x="10612" y="93772"/>
                  </a:cubicBezTo>
                  <a:cubicBezTo>
                    <a:pt x="10612" y="93082"/>
                    <a:pt x="10612" y="92391"/>
                    <a:pt x="10612" y="91679"/>
                  </a:cubicBezTo>
                  <a:cubicBezTo>
                    <a:pt x="10615" y="80911"/>
                    <a:pt x="10629" y="70142"/>
                    <a:pt x="10643" y="59374"/>
                  </a:cubicBezTo>
                  <a:cubicBezTo>
                    <a:pt x="10649" y="55464"/>
                    <a:pt x="10652" y="51555"/>
                    <a:pt x="10654" y="47645"/>
                  </a:cubicBezTo>
                  <a:cubicBezTo>
                    <a:pt x="10658" y="41445"/>
                    <a:pt x="10667" y="35245"/>
                    <a:pt x="10685" y="29045"/>
                  </a:cubicBezTo>
                  <a:cubicBezTo>
                    <a:pt x="10694" y="26210"/>
                    <a:pt x="10700" y="23375"/>
                    <a:pt x="10699" y="20540"/>
                  </a:cubicBezTo>
                  <a:cubicBezTo>
                    <a:pt x="10699" y="17474"/>
                    <a:pt x="10710" y="14408"/>
                    <a:pt x="10723" y="11342"/>
                  </a:cubicBezTo>
                  <a:cubicBezTo>
                    <a:pt x="10721" y="10436"/>
                    <a:pt x="10719" y="9530"/>
                    <a:pt x="10717" y="8597"/>
                  </a:cubicBezTo>
                  <a:cubicBezTo>
                    <a:pt x="10723" y="7782"/>
                    <a:pt x="10728" y="6968"/>
                    <a:pt x="10733" y="6128"/>
                  </a:cubicBezTo>
                  <a:cubicBezTo>
                    <a:pt x="10735" y="5420"/>
                    <a:pt x="10736" y="4711"/>
                    <a:pt x="10738" y="3981"/>
                  </a:cubicBezTo>
                  <a:cubicBezTo>
                    <a:pt x="10800" y="3456"/>
                    <a:pt x="10862" y="2932"/>
                    <a:pt x="10927" y="2392"/>
                  </a:cubicBezTo>
                  <a:cubicBezTo>
                    <a:pt x="13367" y="1172"/>
                    <a:pt x="16066" y="1558"/>
                    <a:pt x="18746" y="1575"/>
                  </a:cubicBezTo>
                  <a:close/>
                </a:path>
              </a:pathLst>
            </a:custGeom>
            <a:grpFill/>
            <a:ln w="744" cap="flat">
              <a:noFill/>
              <a:prstDash val="solid"/>
              <a:miter/>
            </a:ln>
          </p:spPr>
          <p:txBody>
            <a:bodyPr rtlCol="0" anchor="ctr"/>
            <a:lstStyle/>
            <a:p>
              <a:endParaRPr lang="zh-CN" altLang="en-US"/>
            </a:p>
          </p:txBody>
        </p:sp>
        <p:sp>
          <p:nvSpPr>
            <p:cNvPr id="212" name="任意多边形: 形状 211"/>
            <p:cNvSpPr/>
            <p:nvPr/>
          </p:nvSpPr>
          <p:spPr>
            <a:xfrm>
              <a:off x="8820557" y="1392837"/>
              <a:ext cx="30444" cy="236231"/>
            </a:xfrm>
            <a:custGeom>
              <a:avLst/>
              <a:gdLst>
                <a:gd name="connsiteX0" fmla="*/ 20630 w 30444"/>
                <a:gd name="connsiteY0" fmla="*/ 1575 h 236224"/>
                <a:gd name="connsiteX1" fmla="*/ 22526 w 30444"/>
                <a:gd name="connsiteY1" fmla="*/ 1578 h 236224"/>
                <a:gd name="connsiteX2" fmla="*/ 28531 w 30444"/>
                <a:gd name="connsiteY2" fmla="*/ 1601 h 236224"/>
                <a:gd name="connsiteX3" fmla="*/ 32597 w 30444"/>
                <a:gd name="connsiteY3" fmla="*/ 1611 h 236224"/>
                <a:gd name="connsiteX4" fmla="*/ 42576 w 30444"/>
                <a:gd name="connsiteY4" fmla="*/ 1648 h 236224"/>
                <a:gd name="connsiteX5" fmla="*/ 42652 w 30444"/>
                <a:gd name="connsiteY5" fmla="*/ 91479 h 236224"/>
                <a:gd name="connsiteX6" fmla="*/ 42658 w 30444"/>
                <a:gd name="connsiteY6" fmla="*/ 102073 h 236224"/>
                <a:gd name="connsiteX7" fmla="*/ 42659 w 30444"/>
                <a:gd name="connsiteY7" fmla="*/ 104204 h 236224"/>
                <a:gd name="connsiteX8" fmla="*/ 42691 w 30444"/>
                <a:gd name="connsiteY8" fmla="*/ 138401 h 236224"/>
                <a:gd name="connsiteX9" fmla="*/ 42716 w 30444"/>
                <a:gd name="connsiteY9" fmla="*/ 173463 h 236224"/>
                <a:gd name="connsiteX10" fmla="*/ 42737 w 30444"/>
                <a:gd name="connsiteY10" fmla="*/ 195117 h 236224"/>
                <a:gd name="connsiteX11" fmla="*/ 42745 w 30444"/>
                <a:gd name="connsiteY11" fmla="*/ 209945 h 236224"/>
                <a:gd name="connsiteX12" fmla="*/ 42754 w 30444"/>
                <a:gd name="connsiteY12" fmla="*/ 218513 h 236224"/>
                <a:gd name="connsiteX13" fmla="*/ 42755 w 30444"/>
                <a:gd name="connsiteY13" fmla="*/ 227779 h 236224"/>
                <a:gd name="connsiteX14" fmla="*/ 42768 w 30444"/>
                <a:gd name="connsiteY14" fmla="*/ 230546 h 236224"/>
                <a:gd name="connsiteX15" fmla="*/ 42759 w 30444"/>
                <a:gd name="connsiteY15" fmla="*/ 233032 h 236224"/>
                <a:gd name="connsiteX16" fmla="*/ 42761 w 30444"/>
                <a:gd name="connsiteY16" fmla="*/ 235196 h 236224"/>
                <a:gd name="connsiteX17" fmla="*/ 42576 w 30444"/>
                <a:gd name="connsiteY17" fmla="*/ 236796 h 236224"/>
                <a:gd name="connsiteX18" fmla="*/ 35702 w 30444"/>
                <a:gd name="connsiteY18" fmla="*/ 237665 h 236224"/>
                <a:gd name="connsiteX19" fmla="*/ 34083 w 30444"/>
                <a:gd name="connsiteY19" fmla="*/ 237673 h 236224"/>
                <a:gd name="connsiteX20" fmla="*/ 30688 w 30444"/>
                <a:gd name="connsiteY20" fmla="*/ 237678 h 236224"/>
                <a:gd name="connsiteX21" fmla="*/ 25515 w 30444"/>
                <a:gd name="connsiteY21" fmla="*/ 237707 h 236224"/>
                <a:gd name="connsiteX22" fmla="*/ 22214 w 30444"/>
                <a:gd name="connsiteY22" fmla="*/ 237712 h 236224"/>
                <a:gd name="connsiteX23" fmla="*/ 20659 w 30444"/>
                <a:gd name="connsiteY23" fmla="*/ 237728 h 236224"/>
                <a:gd name="connsiteX24" fmla="*/ 12811 w 30444"/>
                <a:gd name="connsiteY24" fmla="*/ 236052 h 236224"/>
                <a:gd name="connsiteX25" fmla="*/ 12349 w 30444"/>
                <a:gd name="connsiteY25" fmla="*/ 232222 h 236224"/>
                <a:gd name="connsiteX26" fmla="*/ 12324 w 30444"/>
                <a:gd name="connsiteY26" fmla="*/ 229748 h 236224"/>
                <a:gd name="connsiteX27" fmla="*/ 12353 w 30444"/>
                <a:gd name="connsiteY27" fmla="*/ 227007 h 236224"/>
                <a:gd name="connsiteX28" fmla="*/ 12340 w 30444"/>
                <a:gd name="connsiteY28" fmla="*/ 224114 h 236224"/>
                <a:gd name="connsiteX29" fmla="*/ 12357 w 30444"/>
                <a:gd name="connsiteY29" fmla="*/ 216136 h 236224"/>
                <a:gd name="connsiteX30" fmla="*/ 12356 w 30444"/>
                <a:gd name="connsiteY30" fmla="*/ 207542 h 236224"/>
                <a:gd name="connsiteX31" fmla="*/ 12378 w 30444"/>
                <a:gd name="connsiteY31" fmla="*/ 190698 h 236224"/>
                <a:gd name="connsiteX32" fmla="*/ 12400 w 30444"/>
                <a:gd name="connsiteY32" fmla="*/ 171102 h 236224"/>
                <a:gd name="connsiteX33" fmla="*/ 12448 w 30444"/>
                <a:gd name="connsiteY33" fmla="*/ 136150 h 236224"/>
                <a:gd name="connsiteX34" fmla="*/ 12494 w 30444"/>
                <a:gd name="connsiteY34" fmla="*/ 102197 h 236224"/>
                <a:gd name="connsiteX35" fmla="*/ 12494 w 30444"/>
                <a:gd name="connsiteY35" fmla="*/ 100084 h 236224"/>
                <a:gd name="connsiteX36" fmla="*/ 12495 w 30444"/>
                <a:gd name="connsiteY36" fmla="*/ 97975 h 236224"/>
                <a:gd name="connsiteX37" fmla="*/ 12496 w 30444"/>
                <a:gd name="connsiteY37" fmla="*/ 93772 h 236224"/>
                <a:gd name="connsiteX38" fmla="*/ 12496 w 30444"/>
                <a:gd name="connsiteY38" fmla="*/ 91679 h 236224"/>
                <a:gd name="connsiteX39" fmla="*/ 12527 w 30444"/>
                <a:gd name="connsiteY39" fmla="*/ 59374 h 236224"/>
                <a:gd name="connsiteX40" fmla="*/ 12538 w 30444"/>
                <a:gd name="connsiteY40" fmla="*/ 47645 h 236224"/>
                <a:gd name="connsiteX41" fmla="*/ 12569 w 30444"/>
                <a:gd name="connsiteY41" fmla="*/ 29045 h 236224"/>
                <a:gd name="connsiteX42" fmla="*/ 12583 w 30444"/>
                <a:gd name="connsiteY42" fmla="*/ 20540 h 236224"/>
                <a:gd name="connsiteX43" fmla="*/ 12607 w 30444"/>
                <a:gd name="connsiteY43" fmla="*/ 11342 h 236224"/>
                <a:gd name="connsiteX44" fmla="*/ 12601 w 30444"/>
                <a:gd name="connsiteY44" fmla="*/ 8597 h 236224"/>
                <a:gd name="connsiteX45" fmla="*/ 12617 w 30444"/>
                <a:gd name="connsiteY45" fmla="*/ 6128 h 236224"/>
                <a:gd name="connsiteX46" fmla="*/ 12622 w 30444"/>
                <a:gd name="connsiteY46" fmla="*/ 3981 h 236224"/>
                <a:gd name="connsiteX47" fmla="*/ 12811 w 30444"/>
                <a:gd name="connsiteY47" fmla="*/ 2392 h 236224"/>
                <a:gd name="connsiteX48" fmla="*/ 20630 w 30444"/>
                <a:gd name="connsiteY48" fmla="*/ 1575 h 23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444" h="236224">
                  <a:moveTo>
                    <a:pt x="20630" y="1575"/>
                  </a:moveTo>
                  <a:cubicBezTo>
                    <a:pt x="21568" y="1577"/>
                    <a:pt x="21568" y="1577"/>
                    <a:pt x="22526" y="1578"/>
                  </a:cubicBezTo>
                  <a:cubicBezTo>
                    <a:pt x="24527" y="1582"/>
                    <a:pt x="26529" y="1592"/>
                    <a:pt x="28531" y="1601"/>
                  </a:cubicBezTo>
                  <a:cubicBezTo>
                    <a:pt x="29886" y="1605"/>
                    <a:pt x="31242" y="1608"/>
                    <a:pt x="32597" y="1611"/>
                  </a:cubicBezTo>
                  <a:cubicBezTo>
                    <a:pt x="35924" y="1620"/>
                    <a:pt x="39250" y="1632"/>
                    <a:pt x="42576" y="1648"/>
                  </a:cubicBezTo>
                  <a:cubicBezTo>
                    <a:pt x="42610" y="31592"/>
                    <a:pt x="42637" y="61535"/>
                    <a:pt x="42652" y="91479"/>
                  </a:cubicBezTo>
                  <a:cubicBezTo>
                    <a:pt x="42654" y="95011"/>
                    <a:pt x="42656" y="98542"/>
                    <a:pt x="42658" y="102073"/>
                  </a:cubicBezTo>
                  <a:cubicBezTo>
                    <a:pt x="42658" y="102776"/>
                    <a:pt x="42659" y="103479"/>
                    <a:pt x="42659" y="104204"/>
                  </a:cubicBezTo>
                  <a:cubicBezTo>
                    <a:pt x="42666" y="115603"/>
                    <a:pt x="42678" y="127002"/>
                    <a:pt x="42691" y="138401"/>
                  </a:cubicBezTo>
                  <a:cubicBezTo>
                    <a:pt x="42705" y="150088"/>
                    <a:pt x="42713" y="161776"/>
                    <a:pt x="42716" y="173463"/>
                  </a:cubicBezTo>
                  <a:cubicBezTo>
                    <a:pt x="42718" y="180681"/>
                    <a:pt x="42725" y="187899"/>
                    <a:pt x="42737" y="195117"/>
                  </a:cubicBezTo>
                  <a:cubicBezTo>
                    <a:pt x="42745" y="200060"/>
                    <a:pt x="42747" y="205002"/>
                    <a:pt x="42745" y="209945"/>
                  </a:cubicBezTo>
                  <a:cubicBezTo>
                    <a:pt x="42744" y="212801"/>
                    <a:pt x="42746" y="215657"/>
                    <a:pt x="42754" y="218513"/>
                  </a:cubicBezTo>
                  <a:cubicBezTo>
                    <a:pt x="42762" y="221602"/>
                    <a:pt x="42759" y="224691"/>
                    <a:pt x="42755" y="227779"/>
                  </a:cubicBezTo>
                  <a:cubicBezTo>
                    <a:pt x="42760" y="228692"/>
                    <a:pt x="42764" y="229605"/>
                    <a:pt x="42768" y="230546"/>
                  </a:cubicBezTo>
                  <a:cubicBezTo>
                    <a:pt x="42765" y="231366"/>
                    <a:pt x="42763" y="232187"/>
                    <a:pt x="42759" y="233032"/>
                  </a:cubicBezTo>
                  <a:cubicBezTo>
                    <a:pt x="42760" y="233746"/>
                    <a:pt x="42761" y="234460"/>
                    <a:pt x="42761" y="235196"/>
                  </a:cubicBezTo>
                  <a:cubicBezTo>
                    <a:pt x="42700" y="235724"/>
                    <a:pt x="42639" y="236252"/>
                    <a:pt x="42576" y="236796"/>
                  </a:cubicBezTo>
                  <a:cubicBezTo>
                    <a:pt x="40370" y="237899"/>
                    <a:pt x="38121" y="237661"/>
                    <a:pt x="35702" y="237665"/>
                  </a:cubicBezTo>
                  <a:cubicBezTo>
                    <a:pt x="35168" y="237668"/>
                    <a:pt x="34634" y="237670"/>
                    <a:pt x="34083" y="237673"/>
                  </a:cubicBezTo>
                  <a:cubicBezTo>
                    <a:pt x="32952" y="237677"/>
                    <a:pt x="31820" y="237678"/>
                    <a:pt x="30688" y="237678"/>
                  </a:cubicBezTo>
                  <a:cubicBezTo>
                    <a:pt x="28964" y="237680"/>
                    <a:pt x="27239" y="237693"/>
                    <a:pt x="25515" y="237707"/>
                  </a:cubicBezTo>
                  <a:cubicBezTo>
                    <a:pt x="24415" y="237710"/>
                    <a:pt x="23314" y="237711"/>
                    <a:pt x="22214" y="237712"/>
                  </a:cubicBezTo>
                  <a:cubicBezTo>
                    <a:pt x="21701" y="237717"/>
                    <a:pt x="21188" y="237722"/>
                    <a:pt x="20659" y="237728"/>
                  </a:cubicBezTo>
                  <a:cubicBezTo>
                    <a:pt x="17703" y="237714"/>
                    <a:pt x="15401" y="237513"/>
                    <a:pt x="12811" y="236052"/>
                  </a:cubicBezTo>
                  <a:cubicBezTo>
                    <a:pt x="12347" y="234370"/>
                    <a:pt x="12347" y="234370"/>
                    <a:pt x="12349" y="232222"/>
                  </a:cubicBezTo>
                  <a:cubicBezTo>
                    <a:pt x="12340" y="231405"/>
                    <a:pt x="12332" y="230589"/>
                    <a:pt x="12324" y="229748"/>
                  </a:cubicBezTo>
                  <a:cubicBezTo>
                    <a:pt x="12333" y="228843"/>
                    <a:pt x="12343" y="227939"/>
                    <a:pt x="12353" y="227007"/>
                  </a:cubicBezTo>
                  <a:cubicBezTo>
                    <a:pt x="12349" y="226052"/>
                    <a:pt x="12345" y="225098"/>
                    <a:pt x="12340" y="224114"/>
                  </a:cubicBezTo>
                  <a:cubicBezTo>
                    <a:pt x="12329" y="221454"/>
                    <a:pt x="12341" y="218795"/>
                    <a:pt x="12357" y="216136"/>
                  </a:cubicBezTo>
                  <a:cubicBezTo>
                    <a:pt x="12370" y="213271"/>
                    <a:pt x="12362" y="210407"/>
                    <a:pt x="12356" y="207542"/>
                  </a:cubicBezTo>
                  <a:cubicBezTo>
                    <a:pt x="12348" y="201928"/>
                    <a:pt x="12360" y="196313"/>
                    <a:pt x="12378" y="190698"/>
                  </a:cubicBezTo>
                  <a:cubicBezTo>
                    <a:pt x="12399" y="184166"/>
                    <a:pt x="12400" y="177634"/>
                    <a:pt x="12400" y="171102"/>
                  </a:cubicBezTo>
                  <a:cubicBezTo>
                    <a:pt x="12401" y="159451"/>
                    <a:pt x="12420" y="147801"/>
                    <a:pt x="12448" y="136150"/>
                  </a:cubicBezTo>
                  <a:cubicBezTo>
                    <a:pt x="12476" y="124832"/>
                    <a:pt x="12492" y="113515"/>
                    <a:pt x="12494" y="102197"/>
                  </a:cubicBezTo>
                  <a:cubicBezTo>
                    <a:pt x="12494" y="101499"/>
                    <a:pt x="12494" y="100802"/>
                    <a:pt x="12494" y="100084"/>
                  </a:cubicBezTo>
                  <a:cubicBezTo>
                    <a:pt x="12495" y="99388"/>
                    <a:pt x="12495" y="98692"/>
                    <a:pt x="12495" y="97975"/>
                  </a:cubicBezTo>
                  <a:cubicBezTo>
                    <a:pt x="12495" y="96574"/>
                    <a:pt x="12495" y="95173"/>
                    <a:pt x="12496" y="93772"/>
                  </a:cubicBezTo>
                  <a:cubicBezTo>
                    <a:pt x="12496" y="93082"/>
                    <a:pt x="12496" y="92391"/>
                    <a:pt x="12496" y="91679"/>
                  </a:cubicBezTo>
                  <a:cubicBezTo>
                    <a:pt x="12499" y="80911"/>
                    <a:pt x="12513" y="70142"/>
                    <a:pt x="12527" y="59374"/>
                  </a:cubicBezTo>
                  <a:cubicBezTo>
                    <a:pt x="12533" y="55464"/>
                    <a:pt x="12536" y="51555"/>
                    <a:pt x="12538" y="47645"/>
                  </a:cubicBezTo>
                  <a:cubicBezTo>
                    <a:pt x="12542" y="41445"/>
                    <a:pt x="12551" y="35245"/>
                    <a:pt x="12569" y="29045"/>
                  </a:cubicBezTo>
                  <a:cubicBezTo>
                    <a:pt x="12578" y="26210"/>
                    <a:pt x="12584" y="23375"/>
                    <a:pt x="12583" y="20540"/>
                  </a:cubicBezTo>
                  <a:cubicBezTo>
                    <a:pt x="12583" y="17474"/>
                    <a:pt x="12594" y="14408"/>
                    <a:pt x="12607" y="11342"/>
                  </a:cubicBezTo>
                  <a:cubicBezTo>
                    <a:pt x="12605" y="10436"/>
                    <a:pt x="12603" y="9530"/>
                    <a:pt x="12601" y="8597"/>
                  </a:cubicBezTo>
                  <a:cubicBezTo>
                    <a:pt x="12607" y="7782"/>
                    <a:pt x="12612" y="6968"/>
                    <a:pt x="12617" y="6128"/>
                  </a:cubicBezTo>
                  <a:cubicBezTo>
                    <a:pt x="12619" y="5420"/>
                    <a:pt x="12620" y="4711"/>
                    <a:pt x="12622" y="3981"/>
                  </a:cubicBezTo>
                  <a:cubicBezTo>
                    <a:pt x="12684" y="3456"/>
                    <a:pt x="12746" y="2932"/>
                    <a:pt x="12811" y="2392"/>
                  </a:cubicBezTo>
                  <a:cubicBezTo>
                    <a:pt x="15251" y="1172"/>
                    <a:pt x="17950" y="1558"/>
                    <a:pt x="20630" y="1575"/>
                  </a:cubicBezTo>
                  <a:close/>
                </a:path>
              </a:pathLst>
            </a:custGeom>
            <a:grpFill/>
            <a:ln w="744" cap="flat">
              <a:noFill/>
              <a:prstDash val="solid"/>
              <a:miter/>
            </a:ln>
          </p:spPr>
          <p:txBody>
            <a:bodyPr rtlCol="0" anchor="ctr"/>
            <a:lstStyle/>
            <a:p>
              <a:endParaRPr lang="zh-CN" altLang="en-US"/>
            </a:p>
          </p:txBody>
        </p:sp>
        <p:sp>
          <p:nvSpPr>
            <p:cNvPr id="213" name="任意多边形: 形状 212"/>
            <p:cNvSpPr/>
            <p:nvPr/>
          </p:nvSpPr>
          <p:spPr>
            <a:xfrm>
              <a:off x="6306496" y="787869"/>
              <a:ext cx="93312" cy="140013"/>
            </a:xfrm>
            <a:custGeom>
              <a:avLst/>
              <a:gdLst>
                <a:gd name="connsiteX0" fmla="*/ 51532 w 93313"/>
                <a:gd name="connsiteY0" fmla="*/ 800 h 140007"/>
                <a:gd name="connsiteX1" fmla="*/ 57485 w 93313"/>
                <a:gd name="connsiteY1" fmla="*/ 800 h 140007"/>
                <a:gd name="connsiteX2" fmla="*/ 58136 w 93313"/>
                <a:gd name="connsiteY2" fmla="*/ 5311 h 140007"/>
                <a:gd name="connsiteX3" fmla="*/ 58229 w 93313"/>
                <a:gd name="connsiteY3" fmla="*/ 8241 h 140007"/>
                <a:gd name="connsiteX4" fmla="*/ 60462 w 93313"/>
                <a:gd name="connsiteY4" fmla="*/ 8986 h 140007"/>
                <a:gd name="connsiteX5" fmla="*/ 61950 w 93313"/>
                <a:gd name="connsiteY5" fmla="*/ 12706 h 140007"/>
                <a:gd name="connsiteX6" fmla="*/ 63438 w 93313"/>
                <a:gd name="connsiteY6" fmla="*/ 13450 h 140007"/>
                <a:gd name="connsiteX7" fmla="*/ 63764 w 93313"/>
                <a:gd name="connsiteY7" fmla="*/ 15636 h 140007"/>
                <a:gd name="connsiteX8" fmla="*/ 64182 w 93313"/>
                <a:gd name="connsiteY8" fmla="*/ 17915 h 140007"/>
                <a:gd name="connsiteX9" fmla="*/ 66415 w 93313"/>
                <a:gd name="connsiteY9" fmla="*/ 19404 h 140007"/>
                <a:gd name="connsiteX10" fmla="*/ 67159 w 93313"/>
                <a:gd name="connsiteY10" fmla="*/ 23868 h 140007"/>
                <a:gd name="connsiteX11" fmla="*/ 69391 w 93313"/>
                <a:gd name="connsiteY11" fmla="*/ 25357 h 140007"/>
                <a:gd name="connsiteX12" fmla="*/ 69391 w 93313"/>
                <a:gd name="connsiteY12" fmla="*/ 29077 h 140007"/>
                <a:gd name="connsiteX13" fmla="*/ 71624 w 93313"/>
                <a:gd name="connsiteY13" fmla="*/ 29821 h 140007"/>
                <a:gd name="connsiteX14" fmla="*/ 73112 w 93313"/>
                <a:gd name="connsiteY14" fmla="*/ 35030 h 140007"/>
                <a:gd name="connsiteX15" fmla="*/ 74600 w 93313"/>
                <a:gd name="connsiteY15" fmla="*/ 35030 h 140007"/>
                <a:gd name="connsiteX16" fmla="*/ 74833 w 93313"/>
                <a:gd name="connsiteY16" fmla="*/ 37216 h 140007"/>
                <a:gd name="connsiteX17" fmla="*/ 75344 w 93313"/>
                <a:gd name="connsiteY17" fmla="*/ 39495 h 140007"/>
                <a:gd name="connsiteX18" fmla="*/ 77577 w 93313"/>
                <a:gd name="connsiteY18" fmla="*/ 40239 h 140007"/>
                <a:gd name="connsiteX19" fmla="*/ 77577 w 93313"/>
                <a:gd name="connsiteY19" fmla="*/ 46193 h 140007"/>
                <a:gd name="connsiteX20" fmla="*/ 79809 w 93313"/>
                <a:gd name="connsiteY20" fmla="*/ 46193 h 140007"/>
                <a:gd name="connsiteX21" fmla="*/ 80042 w 93313"/>
                <a:gd name="connsiteY21" fmla="*/ 48751 h 140007"/>
                <a:gd name="connsiteX22" fmla="*/ 80553 w 93313"/>
                <a:gd name="connsiteY22" fmla="*/ 51402 h 140007"/>
                <a:gd name="connsiteX23" fmla="*/ 82786 w 93313"/>
                <a:gd name="connsiteY23" fmla="*/ 52146 h 140007"/>
                <a:gd name="connsiteX24" fmla="*/ 83228 w 93313"/>
                <a:gd name="connsiteY24" fmla="*/ 56677 h 140007"/>
                <a:gd name="connsiteX25" fmla="*/ 85762 w 93313"/>
                <a:gd name="connsiteY25" fmla="*/ 59587 h 140007"/>
                <a:gd name="connsiteX26" fmla="*/ 86507 w 93313"/>
                <a:gd name="connsiteY26" fmla="*/ 63308 h 140007"/>
                <a:gd name="connsiteX27" fmla="*/ 87995 w 93313"/>
                <a:gd name="connsiteY27" fmla="*/ 64052 h 140007"/>
                <a:gd name="connsiteX28" fmla="*/ 88460 w 93313"/>
                <a:gd name="connsiteY28" fmla="*/ 67447 h 140007"/>
                <a:gd name="connsiteX29" fmla="*/ 88628 w 93313"/>
                <a:gd name="connsiteY29" fmla="*/ 69310 h 140007"/>
                <a:gd name="connsiteX30" fmla="*/ 88739 w 93313"/>
                <a:gd name="connsiteY30" fmla="*/ 70749 h 140007"/>
                <a:gd name="connsiteX31" fmla="*/ 90971 w 93313"/>
                <a:gd name="connsiteY31" fmla="*/ 70749 h 140007"/>
                <a:gd name="connsiteX32" fmla="*/ 91335 w 93313"/>
                <a:gd name="connsiteY32" fmla="*/ 75327 h 140007"/>
                <a:gd name="connsiteX33" fmla="*/ 91716 w 93313"/>
                <a:gd name="connsiteY33" fmla="*/ 76702 h 140007"/>
                <a:gd name="connsiteX34" fmla="*/ 93948 w 93313"/>
                <a:gd name="connsiteY34" fmla="*/ 77446 h 140007"/>
                <a:gd name="connsiteX35" fmla="*/ 94367 w 93313"/>
                <a:gd name="connsiteY35" fmla="*/ 80795 h 140007"/>
                <a:gd name="connsiteX36" fmla="*/ 94692 w 93313"/>
                <a:gd name="connsiteY36" fmla="*/ 84144 h 140007"/>
                <a:gd name="connsiteX37" fmla="*/ 96180 w 93313"/>
                <a:gd name="connsiteY37" fmla="*/ 84888 h 140007"/>
                <a:gd name="connsiteX38" fmla="*/ 97250 w 93313"/>
                <a:gd name="connsiteY38" fmla="*/ 90655 h 140007"/>
                <a:gd name="connsiteX39" fmla="*/ 97669 w 93313"/>
                <a:gd name="connsiteY39" fmla="*/ 92329 h 140007"/>
                <a:gd name="connsiteX40" fmla="*/ 99157 w 93313"/>
                <a:gd name="connsiteY40" fmla="*/ 93073 h 140007"/>
                <a:gd name="connsiteX41" fmla="*/ 99573 w 93313"/>
                <a:gd name="connsiteY41" fmla="*/ 98841 h 140007"/>
                <a:gd name="connsiteX42" fmla="*/ 99901 w 93313"/>
                <a:gd name="connsiteY42" fmla="*/ 100515 h 140007"/>
                <a:gd name="connsiteX43" fmla="*/ 102133 w 93313"/>
                <a:gd name="connsiteY43" fmla="*/ 101259 h 140007"/>
                <a:gd name="connsiteX44" fmla="*/ 102273 w 93313"/>
                <a:gd name="connsiteY44" fmla="*/ 107259 h 140007"/>
                <a:gd name="connsiteX45" fmla="*/ 102242 w 93313"/>
                <a:gd name="connsiteY45" fmla="*/ 108969 h 140007"/>
                <a:gd name="connsiteX46" fmla="*/ 102133 w 93313"/>
                <a:gd name="connsiteY46" fmla="*/ 113165 h 140007"/>
                <a:gd name="connsiteX47" fmla="*/ 96924 w 93313"/>
                <a:gd name="connsiteY47" fmla="*/ 113909 h 140007"/>
                <a:gd name="connsiteX48" fmla="*/ 96924 w 93313"/>
                <a:gd name="connsiteY48" fmla="*/ 116886 h 140007"/>
                <a:gd name="connsiteX49" fmla="*/ 94460 w 93313"/>
                <a:gd name="connsiteY49" fmla="*/ 117072 h 140007"/>
                <a:gd name="connsiteX50" fmla="*/ 89483 w 93313"/>
                <a:gd name="connsiteY50" fmla="*/ 120607 h 140007"/>
                <a:gd name="connsiteX51" fmla="*/ 85762 w 93313"/>
                <a:gd name="connsiteY51" fmla="*/ 121351 h 140007"/>
                <a:gd name="connsiteX52" fmla="*/ 85018 w 93313"/>
                <a:gd name="connsiteY52" fmla="*/ 123583 h 140007"/>
                <a:gd name="connsiteX53" fmla="*/ 82414 w 93313"/>
                <a:gd name="connsiteY53" fmla="*/ 123909 h 140007"/>
                <a:gd name="connsiteX54" fmla="*/ 79809 w 93313"/>
                <a:gd name="connsiteY54" fmla="*/ 124327 h 140007"/>
                <a:gd name="connsiteX55" fmla="*/ 79437 w 93313"/>
                <a:gd name="connsiteY55" fmla="*/ 125816 h 140007"/>
                <a:gd name="connsiteX56" fmla="*/ 79065 w 93313"/>
                <a:gd name="connsiteY56" fmla="*/ 127304 h 140007"/>
                <a:gd name="connsiteX57" fmla="*/ 73856 w 93313"/>
                <a:gd name="connsiteY57" fmla="*/ 128048 h 140007"/>
                <a:gd name="connsiteX58" fmla="*/ 73112 w 93313"/>
                <a:gd name="connsiteY58" fmla="*/ 130280 h 140007"/>
                <a:gd name="connsiteX59" fmla="*/ 68508 w 93313"/>
                <a:gd name="connsiteY59" fmla="*/ 131304 h 140007"/>
                <a:gd name="connsiteX60" fmla="*/ 67159 w 93313"/>
                <a:gd name="connsiteY60" fmla="*/ 131769 h 140007"/>
                <a:gd name="connsiteX61" fmla="*/ 66415 w 93313"/>
                <a:gd name="connsiteY61" fmla="*/ 134001 h 140007"/>
                <a:gd name="connsiteX62" fmla="*/ 61206 w 93313"/>
                <a:gd name="connsiteY62" fmla="*/ 134745 h 140007"/>
                <a:gd name="connsiteX63" fmla="*/ 61206 w 93313"/>
                <a:gd name="connsiteY63" fmla="*/ 137722 h 140007"/>
                <a:gd name="connsiteX64" fmla="*/ 57485 w 93313"/>
                <a:gd name="connsiteY64" fmla="*/ 138559 h 140007"/>
                <a:gd name="connsiteX65" fmla="*/ 53764 w 93313"/>
                <a:gd name="connsiteY65" fmla="*/ 139210 h 140007"/>
                <a:gd name="connsiteX66" fmla="*/ 53764 w 93313"/>
                <a:gd name="connsiteY66" fmla="*/ 140698 h 140007"/>
                <a:gd name="connsiteX67" fmla="*/ 50788 w 93313"/>
                <a:gd name="connsiteY67" fmla="*/ 139954 h 140007"/>
                <a:gd name="connsiteX68" fmla="*/ 49625 w 93313"/>
                <a:gd name="connsiteY68" fmla="*/ 132792 h 140007"/>
                <a:gd name="connsiteX69" fmla="*/ 49528 w 93313"/>
                <a:gd name="connsiteY69" fmla="*/ 131199 h 140007"/>
                <a:gd name="connsiteX70" fmla="*/ 49299 w 93313"/>
                <a:gd name="connsiteY70" fmla="*/ 127304 h 140007"/>
                <a:gd name="connsiteX71" fmla="*/ 47067 w 93313"/>
                <a:gd name="connsiteY71" fmla="*/ 127304 h 140007"/>
                <a:gd name="connsiteX72" fmla="*/ 46957 w 93313"/>
                <a:gd name="connsiteY72" fmla="*/ 125539 h 140007"/>
                <a:gd name="connsiteX73" fmla="*/ 46788 w 93313"/>
                <a:gd name="connsiteY73" fmla="*/ 123258 h 140007"/>
                <a:gd name="connsiteX74" fmla="*/ 46631 w 93313"/>
                <a:gd name="connsiteY74" fmla="*/ 120982 h 140007"/>
                <a:gd name="connsiteX75" fmla="*/ 46323 w 93313"/>
                <a:gd name="connsiteY75" fmla="*/ 119118 h 140007"/>
                <a:gd name="connsiteX76" fmla="*/ 44835 w 93313"/>
                <a:gd name="connsiteY76" fmla="*/ 118374 h 140007"/>
                <a:gd name="connsiteX77" fmla="*/ 43765 w 93313"/>
                <a:gd name="connsiteY77" fmla="*/ 112607 h 140007"/>
                <a:gd name="connsiteX78" fmla="*/ 43346 w 93313"/>
                <a:gd name="connsiteY78" fmla="*/ 110933 h 140007"/>
                <a:gd name="connsiteX79" fmla="*/ 41858 w 93313"/>
                <a:gd name="connsiteY79" fmla="*/ 110189 h 140007"/>
                <a:gd name="connsiteX80" fmla="*/ 41442 w 93313"/>
                <a:gd name="connsiteY80" fmla="*/ 105003 h 140007"/>
                <a:gd name="connsiteX81" fmla="*/ 41114 w 93313"/>
                <a:gd name="connsiteY81" fmla="*/ 103491 h 140007"/>
                <a:gd name="connsiteX82" fmla="*/ 38882 w 93313"/>
                <a:gd name="connsiteY82" fmla="*/ 102747 h 140007"/>
                <a:gd name="connsiteX83" fmla="*/ 38742 w 93313"/>
                <a:gd name="connsiteY83" fmla="*/ 99352 h 140007"/>
                <a:gd name="connsiteX84" fmla="*/ 38803 w 93313"/>
                <a:gd name="connsiteY84" fmla="*/ 97489 h 140007"/>
                <a:gd name="connsiteX85" fmla="*/ 38882 w 93313"/>
                <a:gd name="connsiteY85" fmla="*/ 96050 h 140007"/>
                <a:gd name="connsiteX86" fmla="*/ 36649 w 93313"/>
                <a:gd name="connsiteY86" fmla="*/ 96050 h 140007"/>
                <a:gd name="connsiteX87" fmla="*/ 35905 w 93313"/>
                <a:gd name="connsiteY87" fmla="*/ 89353 h 140007"/>
                <a:gd name="connsiteX88" fmla="*/ 33673 w 93313"/>
                <a:gd name="connsiteY88" fmla="*/ 89353 h 140007"/>
                <a:gd name="connsiteX89" fmla="*/ 33309 w 93313"/>
                <a:gd name="connsiteY89" fmla="*/ 84847 h 140007"/>
                <a:gd name="connsiteX90" fmla="*/ 30696 w 93313"/>
                <a:gd name="connsiteY90" fmla="*/ 81911 h 140007"/>
                <a:gd name="connsiteX91" fmla="*/ 30277 w 93313"/>
                <a:gd name="connsiteY91" fmla="*/ 78888 h 140007"/>
                <a:gd name="connsiteX92" fmla="*/ 29952 w 93313"/>
                <a:gd name="connsiteY92" fmla="*/ 75958 h 140007"/>
                <a:gd name="connsiteX93" fmla="*/ 28464 w 93313"/>
                <a:gd name="connsiteY93" fmla="*/ 75214 h 140007"/>
                <a:gd name="connsiteX94" fmla="*/ 27719 w 93313"/>
                <a:gd name="connsiteY94" fmla="*/ 69261 h 140007"/>
                <a:gd name="connsiteX95" fmla="*/ 25487 w 93313"/>
                <a:gd name="connsiteY95" fmla="*/ 69261 h 140007"/>
                <a:gd name="connsiteX96" fmla="*/ 25254 w 93313"/>
                <a:gd name="connsiteY96" fmla="*/ 67075 h 140007"/>
                <a:gd name="connsiteX97" fmla="*/ 24743 w 93313"/>
                <a:gd name="connsiteY97" fmla="*/ 64796 h 140007"/>
                <a:gd name="connsiteX98" fmla="*/ 22510 w 93313"/>
                <a:gd name="connsiteY98" fmla="*/ 64052 h 140007"/>
                <a:gd name="connsiteX99" fmla="*/ 22510 w 93313"/>
                <a:gd name="connsiteY99" fmla="*/ 59587 h 140007"/>
                <a:gd name="connsiteX100" fmla="*/ 20278 w 93313"/>
                <a:gd name="connsiteY100" fmla="*/ 57355 h 140007"/>
                <a:gd name="connsiteX101" fmla="*/ 18790 w 93313"/>
                <a:gd name="connsiteY101" fmla="*/ 52146 h 140007"/>
                <a:gd name="connsiteX102" fmla="*/ 17301 w 93313"/>
                <a:gd name="connsiteY102" fmla="*/ 51402 h 140007"/>
                <a:gd name="connsiteX103" fmla="*/ 16557 w 93313"/>
                <a:gd name="connsiteY103" fmla="*/ 46193 h 140007"/>
                <a:gd name="connsiteX104" fmla="*/ 14325 w 93313"/>
                <a:gd name="connsiteY104" fmla="*/ 46193 h 140007"/>
                <a:gd name="connsiteX105" fmla="*/ 14464 w 93313"/>
                <a:gd name="connsiteY105" fmla="*/ 43635 h 140007"/>
                <a:gd name="connsiteX106" fmla="*/ 14325 w 93313"/>
                <a:gd name="connsiteY106" fmla="*/ 40984 h 140007"/>
                <a:gd name="connsiteX107" fmla="*/ 12092 w 93313"/>
                <a:gd name="connsiteY107" fmla="*/ 40239 h 140007"/>
                <a:gd name="connsiteX108" fmla="*/ 10604 w 93313"/>
                <a:gd name="connsiteY108" fmla="*/ 35775 h 140007"/>
                <a:gd name="connsiteX109" fmla="*/ 9116 w 93313"/>
                <a:gd name="connsiteY109" fmla="*/ 35030 h 140007"/>
                <a:gd name="connsiteX110" fmla="*/ 9023 w 93313"/>
                <a:gd name="connsiteY110" fmla="*/ 29775 h 140007"/>
                <a:gd name="connsiteX111" fmla="*/ 9064 w 93313"/>
                <a:gd name="connsiteY111" fmla="*/ 26865 h 140007"/>
                <a:gd name="connsiteX112" fmla="*/ 9116 w 93313"/>
                <a:gd name="connsiteY112" fmla="*/ 24613 h 140007"/>
                <a:gd name="connsiteX113" fmla="*/ 12046 w 93313"/>
                <a:gd name="connsiteY113" fmla="*/ 24799 h 140007"/>
                <a:gd name="connsiteX114" fmla="*/ 15069 w 93313"/>
                <a:gd name="connsiteY114" fmla="*/ 24613 h 140007"/>
                <a:gd name="connsiteX115" fmla="*/ 15813 w 93313"/>
                <a:gd name="connsiteY115" fmla="*/ 21636 h 140007"/>
                <a:gd name="connsiteX116" fmla="*/ 20278 w 93313"/>
                <a:gd name="connsiteY116" fmla="*/ 20892 h 140007"/>
                <a:gd name="connsiteX117" fmla="*/ 20557 w 93313"/>
                <a:gd name="connsiteY117" fmla="*/ 19404 h 140007"/>
                <a:gd name="connsiteX118" fmla="*/ 21022 w 93313"/>
                <a:gd name="connsiteY118" fmla="*/ 17915 h 140007"/>
                <a:gd name="connsiteX119" fmla="*/ 25627 w 93313"/>
                <a:gd name="connsiteY119" fmla="*/ 17447 h 140007"/>
                <a:gd name="connsiteX120" fmla="*/ 26975 w 93313"/>
                <a:gd name="connsiteY120" fmla="*/ 17171 h 140007"/>
                <a:gd name="connsiteX121" fmla="*/ 27719 w 93313"/>
                <a:gd name="connsiteY121" fmla="*/ 14939 h 140007"/>
                <a:gd name="connsiteX122" fmla="*/ 30742 w 93313"/>
                <a:gd name="connsiteY122" fmla="*/ 14427 h 140007"/>
                <a:gd name="connsiteX123" fmla="*/ 33673 w 93313"/>
                <a:gd name="connsiteY123" fmla="*/ 14195 h 140007"/>
                <a:gd name="connsiteX124" fmla="*/ 33673 w 93313"/>
                <a:gd name="connsiteY124" fmla="*/ 11218 h 140007"/>
                <a:gd name="connsiteX125" fmla="*/ 36603 w 93313"/>
                <a:gd name="connsiteY125" fmla="*/ 11451 h 140007"/>
                <a:gd name="connsiteX126" fmla="*/ 39626 w 93313"/>
                <a:gd name="connsiteY126" fmla="*/ 11218 h 140007"/>
                <a:gd name="connsiteX127" fmla="*/ 40370 w 93313"/>
                <a:gd name="connsiteY127" fmla="*/ 7497 h 140007"/>
                <a:gd name="connsiteX128" fmla="*/ 45579 w 93313"/>
                <a:gd name="connsiteY128" fmla="*/ 6753 h 140007"/>
                <a:gd name="connsiteX129" fmla="*/ 46323 w 93313"/>
                <a:gd name="connsiteY129" fmla="*/ 4521 h 140007"/>
                <a:gd name="connsiteX130" fmla="*/ 48974 w 93313"/>
                <a:gd name="connsiteY130" fmla="*/ 3777 h 140007"/>
                <a:gd name="connsiteX131" fmla="*/ 51532 w 93313"/>
                <a:gd name="connsiteY131" fmla="*/ 3032 h 140007"/>
                <a:gd name="connsiteX132" fmla="*/ 51532 w 93313"/>
                <a:gd name="connsiteY132" fmla="*/ 800 h 1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3313" h="140007">
                  <a:moveTo>
                    <a:pt x="51532" y="800"/>
                  </a:moveTo>
                  <a:cubicBezTo>
                    <a:pt x="56110" y="655"/>
                    <a:pt x="56110" y="655"/>
                    <a:pt x="57485" y="800"/>
                  </a:cubicBezTo>
                  <a:cubicBezTo>
                    <a:pt x="58349" y="2529"/>
                    <a:pt x="58240" y="3406"/>
                    <a:pt x="58136" y="5311"/>
                  </a:cubicBezTo>
                  <a:cubicBezTo>
                    <a:pt x="58167" y="6278"/>
                    <a:pt x="58198" y="7245"/>
                    <a:pt x="58229" y="8241"/>
                  </a:cubicBezTo>
                  <a:cubicBezTo>
                    <a:pt x="58966" y="8487"/>
                    <a:pt x="59703" y="8733"/>
                    <a:pt x="60462" y="8986"/>
                  </a:cubicBezTo>
                  <a:cubicBezTo>
                    <a:pt x="60984" y="10215"/>
                    <a:pt x="61481" y="11456"/>
                    <a:pt x="61950" y="12706"/>
                  </a:cubicBezTo>
                  <a:cubicBezTo>
                    <a:pt x="62441" y="12952"/>
                    <a:pt x="62932" y="13197"/>
                    <a:pt x="63438" y="13450"/>
                  </a:cubicBezTo>
                  <a:cubicBezTo>
                    <a:pt x="63599" y="14532"/>
                    <a:pt x="63599" y="14532"/>
                    <a:pt x="63764" y="15636"/>
                  </a:cubicBezTo>
                  <a:cubicBezTo>
                    <a:pt x="63902" y="16388"/>
                    <a:pt x="64040" y="17140"/>
                    <a:pt x="64182" y="17915"/>
                  </a:cubicBezTo>
                  <a:cubicBezTo>
                    <a:pt x="64919" y="18406"/>
                    <a:pt x="65656" y="18898"/>
                    <a:pt x="66415" y="19404"/>
                  </a:cubicBezTo>
                  <a:cubicBezTo>
                    <a:pt x="66663" y="20892"/>
                    <a:pt x="66911" y="22380"/>
                    <a:pt x="67159" y="23868"/>
                  </a:cubicBezTo>
                  <a:cubicBezTo>
                    <a:pt x="67896" y="24359"/>
                    <a:pt x="68632" y="24851"/>
                    <a:pt x="69391" y="25357"/>
                  </a:cubicBezTo>
                  <a:cubicBezTo>
                    <a:pt x="69391" y="26597"/>
                    <a:pt x="69391" y="27837"/>
                    <a:pt x="69391" y="29077"/>
                  </a:cubicBezTo>
                  <a:cubicBezTo>
                    <a:pt x="70496" y="29446"/>
                    <a:pt x="70496" y="29446"/>
                    <a:pt x="71624" y="29821"/>
                  </a:cubicBezTo>
                  <a:cubicBezTo>
                    <a:pt x="72140" y="31552"/>
                    <a:pt x="72637" y="33288"/>
                    <a:pt x="73112" y="35030"/>
                  </a:cubicBezTo>
                  <a:cubicBezTo>
                    <a:pt x="73603" y="35030"/>
                    <a:pt x="74094" y="35030"/>
                    <a:pt x="74600" y="35030"/>
                  </a:cubicBezTo>
                  <a:cubicBezTo>
                    <a:pt x="74677" y="35752"/>
                    <a:pt x="74754" y="36473"/>
                    <a:pt x="74833" y="37216"/>
                  </a:cubicBezTo>
                  <a:cubicBezTo>
                    <a:pt x="75002" y="37968"/>
                    <a:pt x="75170" y="38720"/>
                    <a:pt x="75344" y="39495"/>
                  </a:cubicBezTo>
                  <a:cubicBezTo>
                    <a:pt x="76449" y="39864"/>
                    <a:pt x="76449" y="39864"/>
                    <a:pt x="77577" y="40239"/>
                  </a:cubicBezTo>
                  <a:cubicBezTo>
                    <a:pt x="77895" y="42247"/>
                    <a:pt x="77674" y="44152"/>
                    <a:pt x="77577" y="46193"/>
                  </a:cubicBezTo>
                  <a:cubicBezTo>
                    <a:pt x="78314" y="46193"/>
                    <a:pt x="79050" y="46193"/>
                    <a:pt x="79809" y="46193"/>
                  </a:cubicBezTo>
                  <a:cubicBezTo>
                    <a:pt x="79886" y="47037"/>
                    <a:pt x="79963" y="47881"/>
                    <a:pt x="80042" y="48751"/>
                  </a:cubicBezTo>
                  <a:cubicBezTo>
                    <a:pt x="80211" y="49625"/>
                    <a:pt x="80379" y="50500"/>
                    <a:pt x="80553" y="51402"/>
                  </a:cubicBezTo>
                  <a:cubicBezTo>
                    <a:pt x="81658" y="51770"/>
                    <a:pt x="81658" y="51770"/>
                    <a:pt x="82786" y="52146"/>
                  </a:cubicBezTo>
                  <a:cubicBezTo>
                    <a:pt x="82977" y="53651"/>
                    <a:pt x="83162" y="55161"/>
                    <a:pt x="83228" y="56677"/>
                  </a:cubicBezTo>
                  <a:cubicBezTo>
                    <a:pt x="83421" y="58402"/>
                    <a:pt x="83421" y="58402"/>
                    <a:pt x="85762" y="59587"/>
                  </a:cubicBezTo>
                  <a:cubicBezTo>
                    <a:pt x="86034" y="60822"/>
                    <a:pt x="86283" y="62063"/>
                    <a:pt x="86507" y="63308"/>
                  </a:cubicBezTo>
                  <a:cubicBezTo>
                    <a:pt x="86998" y="63553"/>
                    <a:pt x="87489" y="63799"/>
                    <a:pt x="87995" y="64052"/>
                  </a:cubicBezTo>
                  <a:cubicBezTo>
                    <a:pt x="88303" y="65590"/>
                    <a:pt x="88303" y="65590"/>
                    <a:pt x="88460" y="67447"/>
                  </a:cubicBezTo>
                  <a:cubicBezTo>
                    <a:pt x="88543" y="68369"/>
                    <a:pt x="88543" y="68369"/>
                    <a:pt x="88628" y="69310"/>
                  </a:cubicBezTo>
                  <a:cubicBezTo>
                    <a:pt x="88665" y="69785"/>
                    <a:pt x="88701" y="70260"/>
                    <a:pt x="88739" y="70749"/>
                  </a:cubicBezTo>
                  <a:cubicBezTo>
                    <a:pt x="89476" y="70749"/>
                    <a:pt x="90212" y="70749"/>
                    <a:pt x="90971" y="70749"/>
                  </a:cubicBezTo>
                  <a:cubicBezTo>
                    <a:pt x="91092" y="72275"/>
                    <a:pt x="91214" y="73801"/>
                    <a:pt x="91335" y="75327"/>
                  </a:cubicBezTo>
                  <a:cubicBezTo>
                    <a:pt x="91523" y="76008"/>
                    <a:pt x="91523" y="76008"/>
                    <a:pt x="91716" y="76702"/>
                  </a:cubicBezTo>
                  <a:cubicBezTo>
                    <a:pt x="92821" y="77071"/>
                    <a:pt x="92821" y="77071"/>
                    <a:pt x="93948" y="77446"/>
                  </a:cubicBezTo>
                  <a:cubicBezTo>
                    <a:pt x="94276" y="78958"/>
                    <a:pt x="94276" y="78958"/>
                    <a:pt x="94367" y="80795"/>
                  </a:cubicBezTo>
                  <a:cubicBezTo>
                    <a:pt x="94430" y="82584"/>
                    <a:pt x="94430" y="82584"/>
                    <a:pt x="94692" y="84144"/>
                  </a:cubicBezTo>
                  <a:cubicBezTo>
                    <a:pt x="95183" y="84389"/>
                    <a:pt x="95674" y="84635"/>
                    <a:pt x="96180" y="84888"/>
                  </a:cubicBezTo>
                  <a:cubicBezTo>
                    <a:pt x="96658" y="86798"/>
                    <a:pt x="96941" y="88711"/>
                    <a:pt x="97250" y="90655"/>
                  </a:cubicBezTo>
                  <a:cubicBezTo>
                    <a:pt x="97457" y="91484"/>
                    <a:pt x="97457" y="91484"/>
                    <a:pt x="97669" y="92329"/>
                  </a:cubicBezTo>
                  <a:cubicBezTo>
                    <a:pt x="98160" y="92575"/>
                    <a:pt x="98651" y="92820"/>
                    <a:pt x="99157" y="93073"/>
                  </a:cubicBezTo>
                  <a:cubicBezTo>
                    <a:pt x="99421" y="94997"/>
                    <a:pt x="99487" y="96901"/>
                    <a:pt x="99573" y="98841"/>
                  </a:cubicBezTo>
                  <a:cubicBezTo>
                    <a:pt x="99681" y="99393"/>
                    <a:pt x="99789" y="99946"/>
                    <a:pt x="99901" y="100515"/>
                  </a:cubicBezTo>
                  <a:cubicBezTo>
                    <a:pt x="100638" y="100760"/>
                    <a:pt x="101374" y="101006"/>
                    <a:pt x="102133" y="101259"/>
                  </a:cubicBezTo>
                  <a:cubicBezTo>
                    <a:pt x="102301" y="103317"/>
                    <a:pt x="102341" y="105206"/>
                    <a:pt x="102273" y="107259"/>
                  </a:cubicBezTo>
                  <a:cubicBezTo>
                    <a:pt x="102258" y="108105"/>
                    <a:pt x="102258" y="108105"/>
                    <a:pt x="102242" y="108969"/>
                  </a:cubicBezTo>
                  <a:cubicBezTo>
                    <a:pt x="102216" y="110368"/>
                    <a:pt x="102176" y="111767"/>
                    <a:pt x="102133" y="113165"/>
                  </a:cubicBezTo>
                  <a:cubicBezTo>
                    <a:pt x="100415" y="113411"/>
                    <a:pt x="98696" y="113656"/>
                    <a:pt x="96924" y="113909"/>
                  </a:cubicBezTo>
                  <a:cubicBezTo>
                    <a:pt x="96924" y="114892"/>
                    <a:pt x="96924" y="115874"/>
                    <a:pt x="96924" y="116886"/>
                  </a:cubicBezTo>
                  <a:cubicBezTo>
                    <a:pt x="96111" y="116947"/>
                    <a:pt x="95298" y="117009"/>
                    <a:pt x="94460" y="117072"/>
                  </a:cubicBezTo>
                  <a:cubicBezTo>
                    <a:pt x="91325" y="117709"/>
                    <a:pt x="91186" y="118129"/>
                    <a:pt x="89483" y="120607"/>
                  </a:cubicBezTo>
                  <a:cubicBezTo>
                    <a:pt x="88246" y="120872"/>
                    <a:pt x="87006" y="121122"/>
                    <a:pt x="85762" y="121351"/>
                  </a:cubicBezTo>
                  <a:cubicBezTo>
                    <a:pt x="85517" y="122087"/>
                    <a:pt x="85271" y="122824"/>
                    <a:pt x="85018" y="123583"/>
                  </a:cubicBezTo>
                  <a:cubicBezTo>
                    <a:pt x="83729" y="123744"/>
                    <a:pt x="83729" y="123744"/>
                    <a:pt x="82414" y="123909"/>
                  </a:cubicBezTo>
                  <a:cubicBezTo>
                    <a:pt x="81554" y="124047"/>
                    <a:pt x="80695" y="124185"/>
                    <a:pt x="79809" y="124327"/>
                  </a:cubicBezTo>
                  <a:cubicBezTo>
                    <a:pt x="79686" y="124818"/>
                    <a:pt x="79564" y="125310"/>
                    <a:pt x="79437" y="125816"/>
                  </a:cubicBezTo>
                  <a:cubicBezTo>
                    <a:pt x="79314" y="126307"/>
                    <a:pt x="79192" y="126798"/>
                    <a:pt x="79065" y="127304"/>
                  </a:cubicBezTo>
                  <a:cubicBezTo>
                    <a:pt x="77333" y="127582"/>
                    <a:pt x="75597" y="127830"/>
                    <a:pt x="73856" y="128048"/>
                  </a:cubicBezTo>
                  <a:cubicBezTo>
                    <a:pt x="73611" y="128785"/>
                    <a:pt x="73365" y="129521"/>
                    <a:pt x="73112" y="130280"/>
                  </a:cubicBezTo>
                  <a:cubicBezTo>
                    <a:pt x="71589" y="130806"/>
                    <a:pt x="70094" y="131032"/>
                    <a:pt x="68508" y="131304"/>
                  </a:cubicBezTo>
                  <a:cubicBezTo>
                    <a:pt x="68063" y="131457"/>
                    <a:pt x="67617" y="131611"/>
                    <a:pt x="67159" y="131769"/>
                  </a:cubicBezTo>
                  <a:cubicBezTo>
                    <a:pt x="66913" y="132505"/>
                    <a:pt x="66668" y="133242"/>
                    <a:pt x="66415" y="134001"/>
                  </a:cubicBezTo>
                  <a:cubicBezTo>
                    <a:pt x="63764" y="134513"/>
                    <a:pt x="63764" y="134513"/>
                    <a:pt x="61206" y="134745"/>
                  </a:cubicBezTo>
                  <a:cubicBezTo>
                    <a:pt x="61206" y="135728"/>
                    <a:pt x="61206" y="136710"/>
                    <a:pt x="61206" y="137722"/>
                  </a:cubicBezTo>
                  <a:cubicBezTo>
                    <a:pt x="59578" y="138286"/>
                    <a:pt x="59578" y="138286"/>
                    <a:pt x="57485" y="138559"/>
                  </a:cubicBezTo>
                  <a:cubicBezTo>
                    <a:pt x="55460" y="138804"/>
                    <a:pt x="55460" y="138804"/>
                    <a:pt x="53764" y="139210"/>
                  </a:cubicBezTo>
                  <a:cubicBezTo>
                    <a:pt x="53764" y="139701"/>
                    <a:pt x="53764" y="140192"/>
                    <a:pt x="53764" y="140698"/>
                  </a:cubicBezTo>
                  <a:cubicBezTo>
                    <a:pt x="52323" y="140419"/>
                    <a:pt x="52323" y="140419"/>
                    <a:pt x="50788" y="139954"/>
                  </a:cubicBezTo>
                  <a:cubicBezTo>
                    <a:pt x="49656" y="137691"/>
                    <a:pt x="49765" y="135281"/>
                    <a:pt x="49625" y="132792"/>
                  </a:cubicBezTo>
                  <a:cubicBezTo>
                    <a:pt x="49593" y="132266"/>
                    <a:pt x="49561" y="131741"/>
                    <a:pt x="49528" y="131199"/>
                  </a:cubicBezTo>
                  <a:cubicBezTo>
                    <a:pt x="49449" y="129901"/>
                    <a:pt x="49374" y="128602"/>
                    <a:pt x="49299" y="127304"/>
                  </a:cubicBezTo>
                  <a:cubicBezTo>
                    <a:pt x="48563" y="127304"/>
                    <a:pt x="47826" y="127304"/>
                    <a:pt x="47067" y="127304"/>
                  </a:cubicBezTo>
                  <a:cubicBezTo>
                    <a:pt x="47031" y="126722"/>
                    <a:pt x="46994" y="126139"/>
                    <a:pt x="46957" y="125539"/>
                  </a:cubicBezTo>
                  <a:cubicBezTo>
                    <a:pt x="46901" y="124786"/>
                    <a:pt x="46845" y="124033"/>
                    <a:pt x="46788" y="123258"/>
                  </a:cubicBezTo>
                  <a:cubicBezTo>
                    <a:pt x="46710" y="122131"/>
                    <a:pt x="46710" y="122131"/>
                    <a:pt x="46631" y="120982"/>
                  </a:cubicBezTo>
                  <a:cubicBezTo>
                    <a:pt x="46479" y="120059"/>
                    <a:pt x="46479" y="120059"/>
                    <a:pt x="46323" y="119118"/>
                  </a:cubicBezTo>
                  <a:cubicBezTo>
                    <a:pt x="45832" y="118873"/>
                    <a:pt x="45341" y="118627"/>
                    <a:pt x="44835" y="118374"/>
                  </a:cubicBezTo>
                  <a:cubicBezTo>
                    <a:pt x="44357" y="116464"/>
                    <a:pt x="44074" y="114551"/>
                    <a:pt x="43765" y="112607"/>
                  </a:cubicBezTo>
                  <a:cubicBezTo>
                    <a:pt x="43627" y="112055"/>
                    <a:pt x="43489" y="111502"/>
                    <a:pt x="43346" y="110933"/>
                  </a:cubicBezTo>
                  <a:cubicBezTo>
                    <a:pt x="42855" y="110687"/>
                    <a:pt x="42364" y="110442"/>
                    <a:pt x="41858" y="110189"/>
                  </a:cubicBezTo>
                  <a:cubicBezTo>
                    <a:pt x="41595" y="108459"/>
                    <a:pt x="41528" y="106750"/>
                    <a:pt x="41442" y="105003"/>
                  </a:cubicBezTo>
                  <a:cubicBezTo>
                    <a:pt x="41334" y="104504"/>
                    <a:pt x="41226" y="104005"/>
                    <a:pt x="41114" y="103491"/>
                  </a:cubicBezTo>
                  <a:cubicBezTo>
                    <a:pt x="40377" y="103246"/>
                    <a:pt x="39641" y="103000"/>
                    <a:pt x="38882" y="102747"/>
                  </a:cubicBezTo>
                  <a:cubicBezTo>
                    <a:pt x="38664" y="101210"/>
                    <a:pt x="38664" y="101210"/>
                    <a:pt x="38742" y="99352"/>
                  </a:cubicBezTo>
                  <a:cubicBezTo>
                    <a:pt x="38772" y="98430"/>
                    <a:pt x="38772" y="98430"/>
                    <a:pt x="38803" y="97489"/>
                  </a:cubicBezTo>
                  <a:cubicBezTo>
                    <a:pt x="38829" y="97014"/>
                    <a:pt x="38855" y="96539"/>
                    <a:pt x="38882" y="96050"/>
                  </a:cubicBezTo>
                  <a:cubicBezTo>
                    <a:pt x="38145" y="96050"/>
                    <a:pt x="37408" y="96050"/>
                    <a:pt x="36649" y="96050"/>
                  </a:cubicBezTo>
                  <a:cubicBezTo>
                    <a:pt x="36281" y="92735"/>
                    <a:pt x="36281" y="92735"/>
                    <a:pt x="35905" y="89353"/>
                  </a:cubicBezTo>
                  <a:cubicBezTo>
                    <a:pt x="35168" y="89353"/>
                    <a:pt x="34432" y="89353"/>
                    <a:pt x="33673" y="89353"/>
                  </a:cubicBezTo>
                  <a:cubicBezTo>
                    <a:pt x="33551" y="87851"/>
                    <a:pt x="33430" y="86349"/>
                    <a:pt x="33309" y="84847"/>
                  </a:cubicBezTo>
                  <a:cubicBezTo>
                    <a:pt x="33022" y="83106"/>
                    <a:pt x="33022" y="83106"/>
                    <a:pt x="30696" y="81911"/>
                  </a:cubicBezTo>
                  <a:cubicBezTo>
                    <a:pt x="30368" y="80490"/>
                    <a:pt x="30368" y="80490"/>
                    <a:pt x="30277" y="78888"/>
                  </a:cubicBezTo>
                  <a:cubicBezTo>
                    <a:pt x="30170" y="77921"/>
                    <a:pt x="30063" y="76954"/>
                    <a:pt x="29952" y="75958"/>
                  </a:cubicBezTo>
                  <a:cubicBezTo>
                    <a:pt x="29461" y="75713"/>
                    <a:pt x="28970" y="75467"/>
                    <a:pt x="28464" y="75214"/>
                  </a:cubicBezTo>
                  <a:cubicBezTo>
                    <a:pt x="28022" y="73243"/>
                    <a:pt x="27911" y="71276"/>
                    <a:pt x="27719" y="69261"/>
                  </a:cubicBezTo>
                  <a:cubicBezTo>
                    <a:pt x="26983" y="69261"/>
                    <a:pt x="26246" y="69261"/>
                    <a:pt x="25487" y="69261"/>
                  </a:cubicBezTo>
                  <a:cubicBezTo>
                    <a:pt x="25410" y="68540"/>
                    <a:pt x="25334" y="67818"/>
                    <a:pt x="25254" y="67075"/>
                  </a:cubicBezTo>
                  <a:cubicBezTo>
                    <a:pt x="25086" y="66323"/>
                    <a:pt x="24917" y="65571"/>
                    <a:pt x="24743" y="64796"/>
                  </a:cubicBezTo>
                  <a:cubicBezTo>
                    <a:pt x="23638" y="64428"/>
                    <a:pt x="23638" y="64428"/>
                    <a:pt x="22510" y="64052"/>
                  </a:cubicBezTo>
                  <a:cubicBezTo>
                    <a:pt x="22510" y="62564"/>
                    <a:pt x="22510" y="61075"/>
                    <a:pt x="22510" y="59587"/>
                  </a:cubicBezTo>
                  <a:cubicBezTo>
                    <a:pt x="21783" y="58827"/>
                    <a:pt x="21037" y="58084"/>
                    <a:pt x="20278" y="57355"/>
                  </a:cubicBezTo>
                  <a:cubicBezTo>
                    <a:pt x="19770" y="55622"/>
                    <a:pt x="19273" y="53886"/>
                    <a:pt x="18790" y="52146"/>
                  </a:cubicBezTo>
                  <a:cubicBezTo>
                    <a:pt x="18299" y="51900"/>
                    <a:pt x="17807" y="51655"/>
                    <a:pt x="17301" y="51402"/>
                  </a:cubicBezTo>
                  <a:cubicBezTo>
                    <a:pt x="16998" y="49674"/>
                    <a:pt x="16748" y="47936"/>
                    <a:pt x="16557" y="46193"/>
                  </a:cubicBezTo>
                  <a:cubicBezTo>
                    <a:pt x="15821" y="46193"/>
                    <a:pt x="15084" y="46193"/>
                    <a:pt x="14325" y="46193"/>
                  </a:cubicBezTo>
                  <a:cubicBezTo>
                    <a:pt x="14371" y="45348"/>
                    <a:pt x="14417" y="44504"/>
                    <a:pt x="14464" y="43635"/>
                  </a:cubicBezTo>
                  <a:cubicBezTo>
                    <a:pt x="14395" y="42322"/>
                    <a:pt x="14395" y="42322"/>
                    <a:pt x="14325" y="40984"/>
                  </a:cubicBezTo>
                  <a:cubicBezTo>
                    <a:pt x="13588" y="40738"/>
                    <a:pt x="12851" y="40492"/>
                    <a:pt x="12092" y="40239"/>
                  </a:cubicBezTo>
                  <a:cubicBezTo>
                    <a:pt x="11569" y="38761"/>
                    <a:pt x="11072" y="37272"/>
                    <a:pt x="10604" y="35775"/>
                  </a:cubicBezTo>
                  <a:cubicBezTo>
                    <a:pt x="10113" y="35529"/>
                    <a:pt x="9622" y="35283"/>
                    <a:pt x="9116" y="35030"/>
                  </a:cubicBezTo>
                  <a:cubicBezTo>
                    <a:pt x="8971" y="32679"/>
                    <a:pt x="8971" y="32679"/>
                    <a:pt x="9023" y="29775"/>
                  </a:cubicBezTo>
                  <a:cubicBezTo>
                    <a:pt x="9036" y="28815"/>
                    <a:pt x="9050" y="27855"/>
                    <a:pt x="9064" y="26865"/>
                  </a:cubicBezTo>
                  <a:cubicBezTo>
                    <a:pt x="9081" y="26122"/>
                    <a:pt x="9098" y="25378"/>
                    <a:pt x="9116" y="24613"/>
                  </a:cubicBezTo>
                  <a:cubicBezTo>
                    <a:pt x="10083" y="24674"/>
                    <a:pt x="11050" y="24735"/>
                    <a:pt x="12046" y="24799"/>
                  </a:cubicBezTo>
                  <a:cubicBezTo>
                    <a:pt x="13665" y="24848"/>
                    <a:pt x="13665" y="24848"/>
                    <a:pt x="15069" y="24613"/>
                  </a:cubicBezTo>
                  <a:cubicBezTo>
                    <a:pt x="15569" y="23172"/>
                    <a:pt x="15569" y="23172"/>
                    <a:pt x="15813" y="21636"/>
                  </a:cubicBezTo>
                  <a:cubicBezTo>
                    <a:pt x="17301" y="21388"/>
                    <a:pt x="18790" y="21140"/>
                    <a:pt x="20278" y="20892"/>
                  </a:cubicBezTo>
                  <a:cubicBezTo>
                    <a:pt x="20370" y="20401"/>
                    <a:pt x="20462" y="19910"/>
                    <a:pt x="20557" y="19404"/>
                  </a:cubicBezTo>
                  <a:cubicBezTo>
                    <a:pt x="20711" y="18912"/>
                    <a:pt x="20864" y="18421"/>
                    <a:pt x="21022" y="17915"/>
                  </a:cubicBezTo>
                  <a:cubicBezTo>
                    <a:pt x="22570" y="17587"/>
                    <a:pt x="24046" y="17495"/>
                    <a:pt x="25627" y="17447"/>
                  </a:cubicBezTo>
                  <a:cubicBezTo>
                    <a:pt x="26072" y="17356"/>
                    <a:pt x="26517" y="17265"/>
                    <a:pt x="26975" y="17171"/>
                  </a:cubicBezTo>
                  <a:cubicBezTo>
                    <a:pt x="27221" y="16434"/>
                    <a:pt x="27466" y="15698"/>
                    <a:pt x="27719" y="14939"/>
                  </a:cubicBezTo>
                  <a:cubicBezTo>
                    <a:pt x="29094" y="14558"/>
                    <a:pt x="29094" y="14558"/>
                    <a:pt x="30742" y="14427"/>
                  </a:cubicBezTo>
                  <a:cubicBezTo>
                    <a:pt x="31709" y="14350"/>
                    <a:pt x="32676" y="14274"/>
                    <a:pt x="33673" y="14195"/>
                  </a:cubicBezTo>
                  <a:cubicBezTo>
                    <a:pt x="33673" y="13212"/>
                    <a:pt x="33673" y="12230"/>
                    <a:pt x="33673" y="11218"/>
                  </a:cubicBezTo>
                  <a:cubicBezTo>
                    <a:pt x="34639" y="11295"/>
                    <a:pt x="35606" y="11371"/>
                    <a:pt x="36603" y="11451"/>
                  </a:cubicBezTo>
                  <a:cubicBezTo>
                    <a:pt x="38227" y="11513"/>
                    <a:pt x="38227" y="11513"/>
                    <a:pt x="39626" y="11218"/>
                  </a:cubicBezTo>
                  <a:cubicBezTo>
                    <a:pt x="39910" y="9986"/>
                    <a:pt x="40157" y="8744"/>
                    <a:pt x="40370" y="7497"/>
                  </a:cubicBezTo>
                  <a:cubicBezTo>
                    <a:pt x="42096" y="7189"/>
                    <a:pt x="43835" y="6940"/>
                    <a:pt x="45579" y="6753"/>
                  </a:cubicBezTo>
                  <a:cubicBezTo>
                    <a:pt x="45824" y="6016"/>
                    <a:pt x="46070" y="5280"/>
                    <a:pt x="46323" y="4521"/>
                  </a:cubicBezTo>
                  <a:cubicBezTo>
                    <a:pt x="47198" y="4275"/>
                    <a:pt x="48073" y="4030"/>
                    <a:pt x="48974" y="3777"/>
                  </a:cubicBezTo>
                  <a:cubicBezTo>
                    <a:pt x="49818" y="3531"/>
                    <a:pt x="50662" y="3285"/>
                    <a:pt x="51532" y="3032"/>
                  </a:cubicBezTo>
                  <a:cubicBezTo>
                    <a:pt x="51532" y="2296"/>
                    <a:pt x="51532" y="1559"/>
                    <a:pt x="51532" y="800"/>
                  </a:cubicBezTo>
                  <a:close/>
                </a:path>
              </a:pathLst>
            </a:custGeom>
            <a:grpFill/>
            <a:ln w="744" cap="flat">
              <a:noFill/>
              <a:prstDash val="solid"/>
              <a:miter/>
            </a:ln>
          </p:spPr>
          <p:txBody>
            <a:bodyPr rtlCol="0" anchor="ctr"/>
            <a:lstStyle/>
            <a:p>
              <a:endParaRPr lang="zh-CN" altLang="en-US"/>
            </a:p>
          </p:txBody>
        </p:sp>
        <p:sp>
          <p:nvSpPr>
            <p:cNvPr id="214" name="任意多边形: 形状 213"/>
            <p:cNvSpPr/>
            <p:nvPr/>
          </p:nvSpPr>
          <p:spPr>
            <a:xfrm>
              <a:off x="11253119" y="1597628"/>
              <a:ext cx="30251" cy="82318"/>
            </a:xfrm>
            <a:custGeom>
              <a:avLst/>
              <a:gdLst>
                <a:gd name="connsiteX0" fmla="*/ 16070 w 30253"/>
                <a:gd name="connsiteY0" fmla="*/ 1779 h 82317"/>
                <a:gd name="connsiteX1" fmla="*/ 45836 w 30253"/>
                <a:gd name="connsiteY1" fmla="*/ 1779 h 82317"/>
                <a:gd name="connsiteX2" fmla="*/ 45836 w 30253"/>
                <a:gd name="connsiteY2" fmla="*/ 54613 h 82317"/>
                <a:gd name="connsiteX3" fmla="*/ 43604 w 30253"/>
                <a:gd name="connsiteY3" fmla="*/ 54613 h 82317"/>
                <a:gd name="connsiteX4" fmla="*/ 43493 w 30253"/>
                <a:gd name="connsiteY4" fmla="*/ 56377 h 82317"/>
                <a:gd name="connsiteX5" fmla="*/ 43324 w 30253"/>
                <a:gd name="connsiteY5" fmla="*/ 58659 h 82317"/>
                <a:gd name="connsiteX6" fmla="*/ 43168 w 30253"/>
                <a:gd name="connsiteY6" fmla="*/ 60935 h 82317"/>
                <a:gd name="connsiteX7" fmla="*/ 42859 w 30253"/>
                <a:gd name="connsiteY7" fmla="*/ 62799 h 82317"/>
                <a:gd name="connsiteX8" fmla="*/ 41371 w 30253"/>
                <a:gd name="connsiteY8" fmla="*/ 63543 h 82317"/>
                <a:gd name="connsiteX9" fmla="*/ 40374 w 30253"/>
                <a:gd name="connsiteY9" fmla="*/ 68220 h 82317"/>
                <a:gd name="connsiteX10" fmla="*/ 39883 w 30253"/>
                <a:gd name="connsiteY10" fmla="*/ 69496 h 82317"/>
                <a:gd name="connsiteX11" fmla="*/ 37650 w 30253"/>
                <a:gd name="connsiteY11" fmla="*/ 69496 h 82317"/>
                <a:gd name="connsiteX12" fmla="*/ 37278 w 30253"/>
                <a:gd name="connsiteY12" fmla="*/ 71356 h 82317"/>
                <a:gd name="connsiteX13" fmla="*/ 36906 w 30253"/>
                <a:gd name="connsiteY13" fmla="*/ 73216 h 82317"/>
                <a:gd name="connsiteX14" fmla="*/ 34674 w 30253"/>
                <a:gd name="connsiteY14" fmla="*/ 73216 h 82317"/>
                <a:gd name="connsiteX15" fmla="*/ 33930 w 30253"/>
                <a:gd name="connsiteY15" fmla="*/ 76193 h 82317"/>
                <a:gd name="connsiteX16" fmla="*/ 31697 w 30253"/>
                <a:gd name="connsiteY16" fmla="*/ 76937 h 82317"/>
                <a:gd name="connsiteX17" fmla="*/ 30953 w 30253"/>
                <a:gd name="connsiteY17" fmla="*/ 79914 h 82317"/>
                <a:gd name="connsiteX18" fmla="*/ 28721 w 30253"/>
                <a:gd name="connsiteY18" fmla="*/ 81402 h 82317"/>
                <a:gd name="connsiteX19" fmla="*/ 27977 w 30253"/>
                <a:gd name="connsiteY19" fmla="*/ 83634 h 82317"/>
                <a:gd name="connsiteX20" fmla="*/ 19047 w 30253"/>
                <a:gd name="connsiteY20" fmla="*/ 83634 h 82317"/>
                <a:gd name="connsiteX21" fmla="*/ 17559 w 30253"/>
                <a:gd name="connsiteY21" fmla="*/ 78425 h 82317"/>
                <a:gd name="connsiteX22" fmla="*/ 16070 w 30253"/>
                <a:gd name="connsiteY22" fmla="*/ 77681 h 82317"/>
                <a:gd name="connsiteX23" fmla="*/ 15698 w 30253"/>
                <a:gd name="connsiteY23" fmla="*/ 72519 h 82317"/>
                <a:gd name="connsiteX24" fmla="*/ 15582 w 30253"/>
                <a:gd name="connsiteY24" fmla="*/ 69661 h 82317"/>
                <a:gd name="connsiteX25" fmla="*/ 16070 w 30253"/>
                <a:gd name="connsiteY25" fmla="*/ 67263 h 82317"/>
                <a:gd name="connsiteX26" fmla="*/ 20535 w 30253"/>
                <a:gd name="connsiteY26" fmla="*/ 65775 h 82317"/>
                <a:gd name="connsiteX27" fmla="*/ 21279 w 30253"/>
                <a:gd name="connsiteY27" fmla="*/ 62799 h 82317"/>
                <a:gd name="connsiteX28" fmla="*/ 22768 w 30253"/>
                <a:gd name="connsiteY28" fmla="*/ 62054 h 82317"/>
                <a:gd name="connsiteX29" fmla="*/ 23512 w 30253"/>
                <a:gd name="connsiteY29" fmla="*/ 59822 h 82317"/>
                <a:gd name="connsiteX30" fmla="*/ 25744 w 30253"/>
                <a:gd name="connsiteY30" fmla="*/ 56845 h 82317"/>
                <a:gd name="connsiteX31" fmla="*/ 26209 w 30253"/>
                <a:gd name="connsiteY31" fmla="*/ 50474 h 82317"/>
                <a:gd name="connsiteX32" fmla="*/ 26296 w 30253"/>
                <a:gd name="connsiteY32" fmla="*/ 48655 h 82317"/>
                <a:gd name="connsiteX33" fmla="*/ 26488 w 30253"/>
                <a:gd name="connsiteY33" fmla="*/ 44195 h 82317"/>
                <a:gd name="connsiteX34" fmla="*/ 28721 w 30253"/>
                <a:gd name="connsiteY34" fmla="*/ 44195 h 82317"/>
                <a:gd name="connsiteX35" fmla="*/ 29465 w 30253"/>
                <a:gd name="connsiteY35" fmla="*/ 32289 h 82317"/>
                <a:gd name="connsiteX36" fmla="*/ 26488 w 30253"/>
                <a:gd name="connsiteY36" fmla="*/ 33033 h 82317"/>
                <a:gd name="connsiteX37" fmla="*/ 22349 w 30253"/>
                <a:gd name="connsiteY37" fmla="*/ 33126 h 82317"/>
                <a:gd name="connsiteX38" fmla="*/ 20207 w 30253"/>
                <a:gd name="connsiteY38" fmla="*/ 33132 h 82317"/>
                <a:gd name="connsiteX39" fmla="*/ 16070 w 30253"/>
                <a:gd name="connsiteY39" fmla="*/ 32289 h 82317"/>
                <a:gd name="connsiteX40" fmla="*/ 15852 w 30253"/>
                <a:gd name="connsiteY40" fmla="*/ 25542 h 82317"/>
                <a:gd name="connsiteX41" fmla="*/ 15862 w 30253"/>
                <a:gd name="connsiteY41" fmla="*/ 23493 h 82317"/>
                <a:gd name="connsiteX42" fmla="*/ 15931 w 30253"/>
                <a:gd name="connsiteY42" fmla="*/ 16987 h 82317"/>
                <a:gd name="connsiteX43" fmla="*/ 15961 w 30253"/>
                <a:gd name="connsiteY43" fmla="*/ 12588 h 82317"/>
                <a:gd name="connsiteX44" fmla="*/ 16070 w 30253"/>
                <a:gd name="connsiteY44" fmla="*/ 1779 h 8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253" h="82317">
                  <a:moveTo>
                    <a:pt x="16070" y="1779"/>
                  </a:moveTo>
                  <a:cubicBezTo>
                    <a:pt x="25893" y="1779"/>
                    <a:pt x="35716" y="1779"/>
                    <a:pt x="45836" y="1779"/>
                  </a:cubicBezTo>
                  <a:cubicBezTo>
                    <a:pt x="45836" y="19214"/>
                    <a:pt x="45836" y="36649"/>
                    <a:pt x="45836" y="54613"/>
                  </a:cubicBezTo>
                  <a:cubicBezTo>
                    <a:pt x="45099" y="54613"/>
                    <a:pt x="44363" y="54613"/>
                    <a:pt x="43604" y="54613"/>
                  </a:cubicBezTo>
                  <a:cubicBezTo>
                    <a:pt x="43567" y="55195"/>
                    <a:pt x="43531" y="55777"/>
                    <a:pt x="43493" y="56377"/>
                  </a:cubicBezTo>
                  <a:cubicBezTo>
                    <a:pt x="43437" y="57130"/>
                    <a:pt x="43382" y="57883"/>
                    <a:pt x="43324" y="58659"/>
                  </a:cubicBezTo>
                  <a:cubicBezTo>
                    <a:pt x="43273" y="59410"/>
                    <a:pt x="43221" y="60161"/>
                    <a:pt x="43168" y="60935"/>
                  </a:cubicBezTo>
                  <a:cubicBezTo>
                    <a:pt x="43015" y="61858"/>
                    <a:pt x="43015" y="61858"/>
                    <a:pt x="42859" y="62799"/>
                  </a:cubicBezTo>
                  <a:cubicBezTo>
                    <a:pt x="42123" y="63167"/>
                    <a:pt x="42123" y="63167"/>
                    <a:pt x="41371" y="63543"/>
                  </a:cubicBezTo>
                  <a:cubicBezTo>
                    <a:pt x="40930" y="65089"/>
                    <a:pt x="40660" y="66638"/>
                    <a:pt x="40374" y="68220"/>
                  </a:cubicBezTo>
                  <a:cubicBezTo>
                    <a:pt x="40212" y="68641"/>
                    <a:pt x="40050" y="69062"/>
                    <a:pt x="39883" y="69496"/>
                  </a:cubicBezTo>
                  <a:cubicBezTo>
                    <a:pt x="39146" y="69496"/>
                    <a:pt x="38409" y="69496"/>
                    <a:pt x="37650" y="69496"/>
                  </a:cubicBezTo>
                  <a:cubicBezTo>
                    <a:pt x="37528" y="70110"/>
                    <a:pt x="37405" y="70724"/>
                    <a:pt x="37278" y="71356"/>
                  </a:cubicBezTo>
                  <a:cubicBezTo>
                    <a:pt x="37156" y="71970"/>
                    <a:pt x="37033" y="72584"/>
                    <a:pt x="36906" y="73216"/>
                  </a:cubicBezTo>
                  <a:cubicBezTo>
                    <a:pt x="36170" y="73216"/>
                    <a:pt x="35433" y="73216"/>
                    <a:pt x="34674" y="73216"/>
                  </a:cubicBezTo>
                  <a:cubicBezTo>
                    <a:pt x="34418" y="74207"/>
                    <a:pt x="34171" y="75199"/>
                    <a:pt x="33930" y="76193"/>
                  </a:cubicBezTo>
                  <a:cubicBezTo>
                    <a:pt x="32825" y="76561"/>
                    <a:pt x="32825" y="76561"/>
                    <a:pt x="31697" y="76937"/>
                  </a:cubicBezTo>
                  <a:cubicBezTo>
                    <a:pt x="31442" y="77927"/>
                    <a:pt x="31194" y="78920"/>
                    <a:pt x="30953" y="79914"/>
                  </a:cubicBezTo>
                  <a:cubicBezTo>
                    <a:pt x="29848" y="80650"/>
                    <a:pt x="29848" y="80650"/>
                    <a:pt x="28721" y="81402"/>
                  </a:cubicBezTo>
                  <a:cubicBezTo>
                    <a:pt x="28475" y="82139"/>
                    <a:pt x="28230" y="82875"/>
                    <a:pt x="27977" y="83634"/>
                  </a:cubicBezTo>
                  <a:cubicBezTo>
                    <a:pt x="24961" y="84247"/>
                    <a:pt x="22061" y="84253"/>
                    <a:pt x="19047" y="83634"/>
                  </a:cubicBezTo>
                  <a:cubicBezTo>
                    <a:pt x="17838" y="81076"/>
                    <a:pt x="17838" y="81076"/>
                    <a:pt x="17559" y="78425"/>
                  </a:cubicBezTo>
                  <a:cubicBezTo>
                    <a:pt x="17067" y="78180"/>
                    <a:pt x="16576" y="77934"/>
                    <a:pt x="16070" y="77681"/>
                  </a:cubicBezTo>
                  <a:cubicBezTo>
                    <a:pt x="15768" y="75382"/>
                    <a:pt x="15768" y="75382"/>
                    <a:pt x="15698" y="72519"/>
                  </a:cubicBezTo>
                  <a:cubicBezTo>
                    <a:pt x="15660" y="71576"/>
                    <a:pt x="15622" y="70633"/>
                    <a:pt x="15582" y="69661"/>
                  </a:cubicBezTo>
                  <a:cubicBezTo>
                    <a:pt x="15743" y="68870"/>
                    <a:pt x="15904" y="68079"/>
                    <a:pt x="16070" y="67263"/>
                  </a:cubicBezTo>
                  <a:cubicBezTo>
                    <a:pt x="18291" y="66287"/>
                    <a:pt x="18291" y="66287"/>
                    <a:pt x="20535" y="65775"/>
                  </a:cubicBezTo>
                  <a:cubicBezTo>
                    <a:pt x="21141" y="64283"/>
                    <a:pt x="21141" y="64283"/>
                    <a:pt x="21279" y="62799"/>
                  </a:cubicBezTo>
                  <a:cubicBezTo>
                    <a:pt x="22016" y="62430"/>
                    <a:pt x="22016" y="62430"/>
                    <a:pt x="22768" y="62054"/>
                  </a:cubicBezTo>
                  <a:cubicBezTo>
                    <a:pt x="23013" y="61318"/>
                    <a:pt x="23259" y="60581"/>
                    <a:pt x="23512" y="59822"/>
                  </a:cubicBezTo>
                  <a:cubicBezTo>
                    <a:pt x="24256" y="57590"/>
                    <a:pt x="24256" y="57590"/>
                    <a:pt x="25744" y="56845"/>
                  </a:cubicBezTo>
                  <a:cubicBezTo>
                    <a:pt x="25977" y="54703"/>
                    <a:pt x="26126" y="52623"/>
                    <a:pt x="26209" y="50474"/>
                  </a:cubicBezTo>
                  <a:cubicBezTo>
                    <a:pt x="26252" y="49574"/>
                    <a:pt x="26252" y="49574"/>
                    <a:pt x="26296" y="48655"/>
                  </a:cubicBezTo>
                  <a:cubicBezTo>
                    <a:pt x="26367" y="47169"/>
                    <a:pt x="26428" y="45682"/>
                    <a:pt x="26488" y="44195"/>
                  </a:cubicBezTo>
                  <a:cubicBezTo>
                    <a:pt x="27225" y="44195"/>
                    <a:pt x="27962" y="44195"/>
                    <a:pt x="28721" y="44195"/>
                  </a:cubicBezTo>
                  <a:cubicBezTo>
                    <a:pt x="28966" y="40266"/>
                    <a:pt x="29212" y="36337"/>
                    <a:pt x="29465" y="32289"/>
                  </a:cubicBezTo>
                  <a:cubicBezTo>
                    <a:pt x="27991" y="32657"/>
                    <a:pt x="27991" y="32657"/>
                    <a:pt x="26488" y="33033"/>
                  </a:cubicBezTo>
                  <a:cubicBezTo>
                    <a:pt x="25110" y="33101"/>
                    <a:pt x="23729" y="33130"/>
                    <a:pt x="22349" y="33126"/>
                  </a:cubicBezTo>
                  <a:cubicBezTo>
                    <a:pt x="21642" y="33128"/>
                    <a:pt x="20935" y="33130"/>
                    <a:pt x="20207" y="33132"/>
                  </a:cubicBezTo>
                  <a:cubicBezTo>
                    <a:pt x="18303" y="33033"/>
                    <a:pt x="18303" y="33033"/>
                    <a:pt x="16070" y="32289"/>
                  </a:cubicBezTo>
                  <a:cubicBezTo>
                    <a:pt x="15868" y="29990"/>
                    <a:pt x="15812" y="27840"/>
                    <a:pt x="15852" y="25542"/>
                  </a:cubicBezTo>
                  <a:cubicBezTo>
                    <a:pt x="15857" y="24528"/>
                    <a:pt x="15857" y="24528"/>
                    <a:pt x="15862" y="23493"/>
                  </a:cubicBezTo>
                  <a:cubicBezTo>
                    <a:pt x="15874" y="21324"/>
                    <a:pt x="15902" y="19156"/>
                    <a:pt x="15931" y="16987"/>
                  </a:cubicBezTo>
                  <a:cubicBezTo>
                    <a:pt x="15942" y="15521"/>
                    <a:pt x="15952" y="14054"/>
                    <a:pt x="15961" y="12588"/>
                  </a:cubicBezTo>
                  <a:cubicBezTo>
                    <a:pt x="15984" y="8985"/>
                    <a:pt x="16028" y="5382"/>
                    <a:pt x="16070" y="1779"/>
                  </a:cubicBezTo>
                  <a:close/>
                </a:path>
              </a:pathLst>
            </a:custGeom>
            <a:grpFill/>
            <a:ln w="744" cap="flat">
              <a:noFill/>
              <a:prstDash val="solid"/>
              <a:miter/>
            </a:ln>
          </p:spPr>
          <p:txBody>
            <a:bodyPr rtlCol="0" anchor="ctr"/>
            <a:lstStyle/>
            <a:p>
              <a:endParaRPr lang="zh-CN" altLang="en-US"/>
            </a:p>
          </p:txBody>
        </p:sp>
        <p:sp>
          <p:nvSpPr>
            <p:cNvPr id="215" name="任意多边形: 形状 214"/>
            <p:cNvSpPr/>
            <p:nvPr/>
          </p:nvSpPr>
          <p:spPr>
            <a:xfrm>
              <a:off x="11181842" y="1597408"/>
              <a:ext cx="25896" cy="31660"/>
            </a:xfrm>
            <a:custGeom>
              <a:avLst/>
              <a:gdLst>
                <a:gd name="connsiteX0" fmla="*/ 23074 w 33550"/>
                <a:gd name="connsiteY0" fmla="*/ 1842 h 31661"/>
                <a:gd name="connsiteX1" fmla="*/ 25057 w 33550"/>
                <a:gd name="connsiteY1" fmla="*/ 1834 h 31661"/>
                <a:gd name="connsiteX2" fmla="*/ 29220 w 33550"/>
                <a:gd name="connsiteY2" fmla="*/ 1829 h 31661"/>
                <a:gd name="connsiteX3" fmla="*/ 35594 w 33550"/>
                <a:gd name="connsiteY3" fmla="*/ 1799 h 31661"/>
                <a:gd name="connsiteX4" fmla="*/ 39631 w 33550"/>
                <a:gd name="connsiteY4" fmla="*/ 1795 h 31661"/>
                <a:gd name="connsiteX5" fmla="*/ 41562 w 33550"/>
                <a:gd name="connsiteY5" fmla="*/ 1779 h 31661"/>
                <a:gd name="connsiteX6" fmla="*/ 43361 w 33550"/>
                <a:gd name="connsiteY6" fmla="*/ 1786 h 31661"/>
                <a:gd name="connsiteX7" fmla="*/ 44941 w 33550"/>
                <a:gd name="connsiteY7" fmla="*/ 1783 h 31661"/>
                <a:gd name="connsiteX8" fmla="*/ 48567 w 33550"/>
                <a:gd name="connsiteY8" fmla="*/ 3455 h 31661"/>
                <a:gd name="connsiteX9" fmla="*/ 48916 w 33550"/>
                <a:gd name="connsiteY9" fmla="*/ 9734 h 31661"/>
                <a:gd name="connsiteX10" fmla="*/ 48933 w 33550"/>
                <a:gd name="connsiteY10" fmla="*/ 11618 h 31661"/>
                <a:gd name="connsiteX11" fmla="*/ 48940 w 33550"/>
                <a:gd name="connsiteY11" fmla="*/ 15567 h 31661"/>
                <a:gd name="connsiteX12" fmla="*/ 49003 w 33550"/>
                <a:gd name="connsiteY12" fmla="*/ 21622 h 31661"/>
                <a:gd name="connsiteX13" fmla="*/ 49009 w 33550"/>
                <a:gd name="connsiteY13" fmla="*/ 25453 h 31661"/>
                <a:gd name="connsiteX14" fmla="*/ 49046 w 33550"/>
                <a:gd name="connsiteY14" fmla="*/ 27290 h 31661"/>
                <a:gd name="connsiteX15" fmla="*/ 48567 w 33550"/>
                <a:gd name="connsiteY15" fmla="*/ 31732 h 31661"/>
                <a:gd name="connsiteX16" fmla="*/ 38890 w 33550"/>
                <a:gd name="connsiteY16" fmla="*/ 33392 h 31661"/>
                <a:gd name="connsiteX17" fmla="*/ 37176 w 33550"/>
                <a:gd name="connsiteY17" fmla="*/ 33391 h 31661"/>
                <a:gd name="connsiteX18" fmla="*/ 33601 w 33550"/>
                <a:gd name="connsiteY18" fmla="*/ 33374 h 31661"/>
                <a:gd name="connsiteX19" fmla="*/ 28139 w 33550"/>
                <a:gd name="connsiteY19" fmla="*/ 33359 h 31661"/>
                <a:gd name="connsiteX20" fmla="*/ 24659 w 33550"/>
                <a:gd name="connsiteY20" fmla="*/ 33345 h 31661"/>
                <a:gd name="connsiteX21" fmla="*/ 23014 w 33550"/>
                <a:gd name="connsiteY21" fmla="*/ 33343 h 31661"/>
                <a:gd name="connsiteX22" fmla="*/ 15825 w 33550"/>
                <a:gd name="connsiteY22" fmla="*/ 32476 h 31661"/>
                <a:gd name="connsiteX23" fmla="*/ 15508 w 33550"/>
                <a:gd name="connsiteY23" fmla="*/ 25919 h 31661"/>
                <a:gd name="connsiteX24" fmla="*/ 15515 w 33550"/>
                <a:gd name="connsiteY24" fmla="*/ 23925 h 31661"/>
                <a:gd name="connsiteX25" fmla="*/ 15559 w 33550"/>
                <a:gd name="connsiteY25" fmla="*/ 19744 h 31661"/>
                <a:gd name="connsiteX26" fmla="*/ 15614 w 33550"/>
                <a:gd name="connsiteY26" fmla="*/ 13320 h 31661"/>
                <a:gd name="connsiteX27" fmla="*/ 15647 w 33550"/>
                <a:gd name="connsiteY27" fmla="*/ 9268 h 31661"/>
                <a:gd name="connsiteX28" fmla="*/ 15664 w 33550"/>
                <a:gd name="connsiteY28" fmla="*/ 7314 h 31661"/>
                <a:gd name="connsiteX29" fmla="*/ 23074 w 33550"/>
                <a:gd name="connsiteY29" fmla="*/ 1842 h 3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550" h="31661">
                  <a:moveTo>
                    <a:pt x="23074" y="1842"/>
                  </a:moveTo>
                  <a:cubicBezTo>
                    <a:pt x="23729" y="1839"/>
                    <a:pt x="24383" y="1837"/>
                    <a:pt x="25057" y="1834"/>
                  </a:cubicBezTo>
                  <a:cubicBezTo>
                    <a:pt x="26445" y="1830"/>
                    <a:pt x="27832" y="1829"/>
                    <a:pt x="29220" y="1829"/>
                  </a:cubicBezTo>
                  <a:cubicBezTo>
                    <a:pt x="31345" y="1827"/>
                    <a:pt x="33469" y="1814"/>
                    <a:pt x="35594" y="1799"/>
                  </a:cubicBezTo>
                  <a:cubicBezTo>
                    <a:pt x="36940" y="1797"/>
                    <a:pt x="38286" y="1796"/>
                    <a:pt x="39631" y="1795"/>
                  </a:cubicBezTo>
                  <a:cubicBezTo>
                    <a:pt x="40269" y="1790"/>
                    <a:pt x="40906" y="1784"/>
                    <a:pt x="41562" y="1779"/>
                  </a:cubicBezTo>
                  <a:cubicBezTo>
                    <a:pt x="42453" y="1782"/>
                    <a:pt x="42453" y="1782"/>
                    <a:pt x="43361" y="1786"/>
                  </a:cubicBezTo>
                  <a:cubicBezTo>
                    <a:pt x="43882" y="1785"/>
                    <a:pt x="44404" y="1784"/>
                    <a:pt x="44941" y="1783"/>
                  </a:cubicBezTo>
                  <a:cubicBezTo>
                    <a:pt x="46335" y="1967"/>
                    <a:pt x="46335" y="1967"/>
                    <a:pt x="48567" y="3455"/>
                  </a:cubicBezTo>
                  <a:cubicBezTo>
                    <a:pt x="48812" y="5601"/>
                    <a:pt x="48915" y="7584"/>
                    <a:pt x="48916" y="9734"/>
                  </a:cubicBezTo>
                  <a:cubicBezTo>
                    <a:pt x="48924" y="10667"/>
                    <a:pt x="48924" y="10667"/>
                    <a:pt x="48933" y="11618"/>
                  </a:cubicBezTo>
                  <a:cubicBezTo>
                    <a:pt x="48941" y="12934"/>
                    <a:pt x="48943" y="14251"/>
                    <a:pt x="48940" y="15567"/>
                  </a:cubicBezTo>
                  <a:cubicBezTo>
                    <a:pt x="48939" y="17586"/>
                    <a:pt x="48970" y="19603"/>
                    <a:pt x="49003" y="21622"/>
                  </a:cubicBezTo>
                  <a:cubicBezTo>
                    <a:pt x="49007" y="22899"/>
                    <a:pt x="49009" y="24176"/>
                    <a:pt x="49009" y="25453"/>
                  </a:cubicBezTo>
                  <a:cubicBezTo>
                    <a:pt x="49027" y="26363"/>
                    <a:pt x="49027" y="26363"/>
                    <a:pt x="49046" y="27290"/>
                  </a:cubicBezTo>
                  <a:cubicBezTo>
                    <a:pt x="49025" y="28991"/>
                    <a:pt x="49025" y="28991"/>
                    <a:pt x="48567" y="31732"/>
                  </a:cubicBezTo>
                  <a:cubicBezTo>
                    <a:pt x="45776" y="33805"/>
                    <a:pt x="42253" y="33425"/>
                    <a:pt x="38890" y="33392"/>
                  </a:cubicBezTo>
                  <a:cubicBezTo>
                    <a:pt x="38324" y="33392"/>
                    <a:pt x="37759" y="33391"/>
                    <a:pt x="37176" y="33391"/>
                  </a:cubicBezTo>
                  <a:cubicBezTo>
                    <a:pt x="35984" y="33389"/>
                    <a:pt x="34793" y="33383"/>
                    <a:pt x="33601" y="33374"/>
                  </a:cubicBezTo>
                  <a:cubicBezTo>
                    <a:pt x="31781" y="33360"/>
                    <a:pt x="29960" y="33358"/>
                    <a:pt x="28139" y="33359"/>
                  </a:cubicBezTo>
                  <a:cubicBezTo>
                    <a:pt x="26979" y="33355"/>
                    <a:pt x="25819" y="33351"/>
                    <a:pt x="24659" y="33345"/>
                  </a:cubicBezTo>
                  <a:cubicBezTo>
                    <a:pt x="23845" y="33344"/>
                    <a:pt x="23845" y="33344"/>
                    <a:pt x="23014" y="33343"/>
                  </a:cubicBezTo>
                  <a:cubicBezTo>
                    <a:pt x="17859" y="33295"/>
                    <a:pt x="17859" y="33295"/>
                    <a:pt x="15825" y="32476"/>
                  </a:cubicBezTo>
                  <a:cubicBezTo>
                    <a:pt x="15541" y="30203"/>
                    <a:pt x="15462" y="28194"/>
                    <a:pt x="15508" y="25919"/>
                  </a:cubicBezTo>
                  <a:cubicBezTo>
                    <a:pt x="15510" y="25261"/>
                    <a:pt x="15513" y="24603"/>
                    <a:pt x="15515" y="23925"/>
                  </a:cubicBezTo>
                  <a:cubicBezTo>
                    <a:pt x="15523" y="22531"/>
                    <a:pt x="15538" y="21137"/>
                    <a:pt x="15559" y="19744"/>
                  </a:cubicBezTo>
                  <a:cubicBezTo>
                    <a:pt x="15592" y="17603"/>
                    <a:pt x="15605" y="15462"/>
                    <a:pt x="15614" y="13320"/>
                  </a:cubicBezTo>
                  <a:cubicBezTo>
                    <a:pt x="15624" y="11970"/>
                    <a:pt x="15635" y="10619"/>
                    <a:pt x="15647" y="9268"/>
                  </a:cubicBezTo>
                  <a:cubicBezTo>
                    <a:pt x="15653" y="8624"/>
                    <a:pt x="15658" y="7979"/>
                    <a:pt x="15664" y="7314"/>
                  </a:cubicBezTo>
                  <a:cubicBezTo>
                    <a:pt x="15765" y="1016"/>
                    <a:pt x="17346" y="1849"/>
                    <a:pt x="23074" y="1842"/>
                  </a:cubicBezTo>
                  <a:close/>
                </a:path>
              </a:pathLst>
            </a:custGeom>
            <a:grpFill/>
            <a:ln w="744" cap="flat">
              <a:noFill/>
              <a:prstDash val="solid"/>
              <a:miter/>
            </a:ln>
          </p:spPr>
          <p:txBody>
            <a:bodyPr rtlCol="0" anchor="ctr"/>
            <a:lstStyle/>
            <a:p>
              <a:endParaRPr lang="zh-CN" altLang="en-US"/>
            </a:p>
          </p:txBody>
        </p:sp>
        <p:sp>
          <p:nvSpPr>
            <p:cNvPr id="216" name="任意多边形: 形状 215"/>
            <p:cNvSpPr/>
            <p:nvPr/>
          </p:nvSpPr>
          <p:spPr>
            <a:xfrm>
              <a:off x="11796562" y="1597366"/>
              <a:ext cx="25896" cy="31690"/>
            </a:xfrm>
            <a:custGeom>
              <a:avLst/>
              <a:gdLst>
                <a:gd name="connsiteX0" fmla="*/ 17464 w 33608"/>
                <a:gd name="connsiteY0" fmla="*/ 1986 h 31688"/>
                <a:gd name="connsiteX1" fmla="*/ 24158 w 33608"/>
                <a:gd name="connsiteY1" fmla="*/ 1788 h 31688"/>
                <a:gd name="connsiteX2" fmla="*/ 26197 w 33608"/>
                <a:gd name="connsiteY2" fmla="*/ 1784 h 31688"/>
                <a:gd name="connsiteX3" fmla="*/ 30474 w 33608"/>
                <a:gd name="connsiteY3" fmla="*/ 1792 h 31688"/>
                <a:gd name="connsiteX4" fmla="*/ 37034 w 33608"/>
                <a:gd name="connsiteY4" fmla="*/ 1782 h 31688"/>
                <a:gd name="connsiteX5" fmla="*/ 41181 w 33608"/>
                <a:gd name="connsiteY5" fmla="*/ 1788 h 31688"/>
                <a:gd name="connsiteX6" fmla="*/ 43173 w 33608"/>
                <a:gd name="connsiteY6" fmla="*/ 1779 h 31688"/>
                <a:gd name="connsiteX7" fmla="*/ 49462 w 33608"/>
                <a:gd name="connsiteY7" fmla="*/ 3474 h 31688"/>
                <a:gd name="connsiteX8" fmla="*/ 49738 w 33608"/>
                <a:gd name="connsiteY8" fmla="*/ 9753 h 31688"/>
                <a:gd name="connsiteX9" fmla="*/ 49759 w 33608"/>
                <a:gd name="connsiteY9" fmla="*/ 11638 h 31688"/>
                <a:gd name="connsiteX10" fmla="*/ 49779 w 33608"/>
                <a:gd name="connsiteY10" fmla="*/ 15586 h 31688"/>
                <a:gd name="connsiteX11" fmla="*/ 49862 w 33608"/>
                <a:gd name="connsiteY11" fmla="*/ 21642 h 31688"/>
                <a:gd name="connsiteX12" fmla="*/ 49878 w 33608"/>
                <a:gd name="connsiteY12" fmla="*/ 25473 h 31688"/>
                <a:gd name="connsiteX13" fmla="*/ 49922 w 33608"/>
                <a:gd name="connsiteY13" fmla="*/ 27310 h 31688"/>
                <a:gd name="connsiteX14" fmla="*/ 49462 w 33608"/>
                <a:gd name="connsiteY14" fmla="*/ 31751 h 31688"/>
                <a:gd name="connsiteX15" fmla="*/ 39974 w 33608"/>
                <a:gd name="connsiteY15" fmla="*/ 33437 h 31688"/>
                <a:gd name="connsiteX16" fmla="*/ 38315 w 33608"/>
                <a:gd name="connsiteY16" fmla="*/ 33442 h 31688"/>
                <a:gd name="connsiteX17" fmla="*/ 34855 w 33608"/>
                <a:gd name="connsiteY17" fmla="*/ 33434 h 31688"/>
                <a:gd name="connsiteX18" fmla="*/ 29580 w 33608"/>
                <a:gd name="connsiteY18" fmla="*/ 33443 h 31688"/>
                <a:gd name="connsiteX19" fmla="*/ 26208 w 33608"/>
                <a:gd name="connsiteY19" fmla="*/ 33437 h 31688"/>
                <a:gd name="connsiteX20" fmla="*/ 24624 w 33608"/>
                <a:gd name="connsiteY20" fmla="*/ 33446 h 31688"/>
                <a:gd name="connsiteX21" fmla="*/ 16720 w 33608"/>
                <a:gd name="connsiteY21" fmla="*/ 31751 h 31688"/>
                <a:gd name="connsiteX22" fmla="*/ 16330 w 33608"/>
                <a:gd name="connsiteY22" fmla="*/ 25473 h 31688"/>
                <a:gd name="connsiteX23" fmla="*/ 16341 w 33608"/>
                <a:gd name="connsiteY23" fmla="*/ 23588 h 31688"/>
                <a:gd name="connsiteX24" fmla="*/ 16441 w 33608"/>
                <a:gd name="connsiteY24" fmla="*/ 17613 h 31688"/>
                <a:gd name="connsiteX25" fmla="*/ 16473 w 33608"/>
                <a:gd name="connsiteY25" fmla="*/ 13584 h 31688"/>
                <a:gd name="connsiteX26" fmla="*/ 17464 w 33608"/>
                <a:gd name="connsiteY26" fmla="*/ 1986 h 3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3608" h="31688">
                  <a:moveTo>
                    <a:pt x="17464" y="1986"/>
                  </a:moveTo>
                  <a:cubicBezTo>
                    <a:pt x="19718" y="1834"/>
                    <a:pt x="21903" y="1778"/>
                    <a:pt x="24158" y="1788"/>
                  </a:cubicBezTo>
                  <a:cubicBezTo>
                    <a:pt x="25167" y="1786"/>
                    <a:pt x="25167" y="1786"/>
                    <a:pt x="26197" y="1784"/>
                  </a:cubicBezTo>
                  <a:cubicBezTo>
                    <a:pt x="27622" y="1783"/>
                    <a:pt x="29048" y="1786"/>
                    <a:pt x="30474" y="1792"/>
                  </a:cubicBezTo>
                  <a:cubicBezTo>
                    <a:pt x="32661" y="1800"/>
                    <a:pt x="34847" y="1792"/>
                    <a:pt x="37034" y="1782"/>
                  </a:cubicBezTo>
                  <a:cubicBezTo>
                    <a:pt x="38416" y="1783"/>
                    <a:pt x="39798" y="1785"/>
                    <a:pt x="41181" y="1788"/>
                  </a:cubicBezTo>
                  <a:cubicBezTo>
                    <a:pt x="41838" y="1785"/>
                    <a:pt x="42495" y="1782"/>
                    <a:pt x="43173" y="1779"/>
                  </a:cubicBezTo>
                  <a:cubicBezTo>
                    <a:pt x="47803" y="1815"/>
                    <a:pt x="47803" y="1815"/>
                    <a:pt x="49462" y="3474"/>
                  </a:cubicBezTo>
                  <a:cubicBezTo>
                    <a:pt x="49638" y="5591"/>
                    <a:pt x="49724" y="7633"/>
                    <a:pt x="49738" y="9753"/>
                  </a:cubicBezTo>
                  <a:cubicBezTo>
                    <a:pt x="49748" y="10686"/>
                    <a:pt x="49748" y="10686"/>
                    <a:pt x="49759" y="11638"/>
                  </a:cubicBezTo>
                  <a:cubicBezTo>
                    <a:pt x="49769" y="12954"/>
                    <a:pt x="49776" y="14270"/>
                    <a:pt x="49779" y="15586"/>
                  </a:cubicBezTo>
                  <a:cubicBezTo>
                    <a:pt x="49788" y="17605"/>
                    <a:pt x="49824" y="19623"/>
                    <a:pt x="49862" y="21642"/>
                  </a:cubicBezTo>
                  <a:cubicBezTo>
                    <a:pt x="49869" y="22919"/>
                    <a:pt x="49874" y="24196"/>
                    <a:pt x="49878" y="25473"/>
                  </a:cubicBezTo>
                  <a:cubicBezTo>
                    <a:pt x="49892" y="26079"/>
                    <a:pt x="49907" y="26685"/>
                    <a:pt x="49922" y="27310"/>
                  </a:cubicBezTo>
                  <a:cubicBezTo>
                    <a:pt x="49908" y="29010"/>
                    <a:pt x="49908" y="29010"/>
                    <a:pt x="49462" y="31751"/>
                  </a:cubicBezTo>
                  <a:cubicBezTo>
                    <a:pt x="46710" y="33779"/>
                    <a:pt x="43287" y="33456"/>
                    <a:pt x="39974" y="33437"/>
                  </a:cubicBezTo>
                  <a:cubicBezTo>
                    <a:pt x="39153" y="33439"/>
                    <a:pt x="39153" y="33439"/>
                    <a:pt x="38315" y="33442"/>
                  </a:cubicBezTo>
                  <a:cubicBezTo>
                    <a:pt x="37162" y="33443"/>
                    <a:pt x="36009" y="33440"/>
                    <a:pt x="34855" y="33434"/>
                  </a:cubicBezTo>
                  <a:cubicBezTo>
                    <a:pt x="33097" y="33426"/>
                    <a:pt x="31338" y="33434"/>
                    <a:pt x="29580" y="33443"/>
                  </a:cubicBezTo>
                  <a:cubicBezTo>
                    <a:pt x="28456" y="33442"/>
                    <a:pt x="27332" y="33440"/>
                    <a:pt x="26208" y="33437"/>
                  </a:cubicBezTo>
                  <a:cubicBezTo>
                    <a:pt x="25685" y="33440"/>
                    <a:pt x="25163" y="33443"/>
                    <a:pt x="24624" y="33446"/>
                  </a:cubicBezTo>
                  <a:cubicBezTo>
                    <a:pt x="18945" y="33393"/>
                    <a:pt x="18945" y="33393"/>
                    <a:pt x="16720" y="31751"/>
                  </a:cubicBezTo>
                  <a:cubicBezTo>
                    <a:pt x="16366" y="29519"/>
                    <a:pt x="16268" y="27705"/>
                    <a:pt x="16330" y="25473"/>
                  </a:cubicBezTo>
                  <a:cubicBezTo>
                    <a:pt x="16334" y="24851"/>
                    <a:pt x="16337" y="24229"/>
                    <a:pt x="16341" y="23588"/>
                  </a:cubicBezTo>
                  <a:cubicBezTo>
                    <a:pt x="16357" y="21596"/>
                    <a:pt x="16399" y="19605"/>
                    <a:pt x="16441" y="17613"/>
                  </a:cubicBezTo>
                  <a:cubicBezTo>
                    <a:pt x="16453" y="16270"/>
                    <a:pt x="16464" y="14927"/>
                    <a:pt x="16473" y="13584"/>
                  </a:cubicBezTo>
                  <a:cubicBezTo>
                    <a:pt x="16574" y="3766"/>
                    <a:pt x="16574" y="3766"/>
                    <a:pt x="17464" y="1986"/>
                  </a:cubicBezTo>
                  <a:close/>
                </a:path>
              </a:pathLst>
            </a:custGeom>
            <a:grpFill/>
            <a:ln w="744" cap="flat">
              <a:noFill/>
              <a:prstDash val="solid"/>
              <a:miter/>
            </a:ln>
          </p:spPr>
          <p:txBody>
            <a:bodyPr rtlCol="0" anchor="ctr"/>
            <a:lstStyle/>
            <a:p>
              <a:endParaRPr lang="zh-CN" altLang="en-US"/>
            </a:p>
          </p:txBody>
        </p:sp>
      </p:grpSp>
      <p:grpSp>
        <p:nvGrpSpPr>
          <p:cNvPr id="2" name="组合 1"/>
          <p:cNvGrpSpPr/>
          <p:nvPr userDrawn="1"/>
        </p:nvGrpSpPr>
        <p:grpSpPr>
          <a:xfrm>
            <a:off x="0" y="5909576"/>
            <a:ext cx="12192000" cy="688884"/>
            <a:chOff x="0" y="5789165"/>
            <a:chExt cx="12192000" cy="688884"/>
          </a:xfrm>
        </p:grpSpPr>
        <p:sp>
          <p:nvSpPr>
            <p:cNvPr id="3" name="矩形 2"/>
            <p:cNvSpPr/>
            <p:nvPr userDrawn="1"/>
          </p:nvSpPr>
          <p:spPr>
            <a:xfrm>
              <a:off x="9583838" y="5789165"/>
              <a:ext cx="2608162" cy="464570"/>
            </a:xfrm>
            <a:prstGeom prst="rect">
              <a:avLst/>
            </a:prstGeom>
            <a:gradFill flip="none" rotWithShape="1">
              <a:gsLst>
                <a:gs pos="100000">
                  <a:srgbClr val="44A193"/>
                </a:gs>
                <a:gs pos="600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p:cNvSpPr/>
            <p:nvPr userDrawn="1"/>
          </p:nvSpPr>
          <p:spPr>
            <a:xfrm>
              <a:off x="0" y="6013479"/>
              <a:ext cx="10390496" cy="464570"/>
            </a:xfrm>
            <a:prstGeom prst="rect">
              <a:avLst/>
            </a:prstGeom>
            <a:gradFill flip="none" rotWithShape="1">
              <a:gsLst>
                <a:gs pos="100000">
                  <a:schemeClr val="accent3"/>
                </a:gs>
                <a:gs pos="6000">
                  <a:schemeClr val="accent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p:cNvGrpSpPr/>
            <p:nvPr userDrawn="1"/>
          </p:nvGrpSpPr>
          <p:grpSpPr>
            <a:xfrm>
              <a:off x="424963" y="6207836"/>
              <a:ext cx="1638729" cy="75856"/>
              <a:chOff x="-113326" y="3435663"/>
              <a:chExt cx="11993993" cy="555194"/>
            </a:xfrm>
            <a:solidFill>
              <a:schemeClr val="bg1"/>
            </a:solidFill>
          </p:grpSpPr>
          <p:sp>
            <p:nvSpPr>
              <p:cNvPr id="6" name="任意多边形: 形状 5"/>
              <p:cNvSpPr/>
              <p:nvPr/>
            </p:nvSpPr>
            <p:spPr>
              <a:xfrm>
                <a:off x="786914" y="3441783"/>
                <a:ext cx="767977" cy="542813"/>
              </a:xfrm>
              <a:custGeom>
                <a:avLst/>
                <a:gdLst>
                  <a:gd name="connsiteX0" fmla="*/ 15959 w 767977"/>
                  <a:gd name="connsiteY0" fmla="*/ 149 h 542813"/>
                  <a:gd name="connsiteX1" fmla="*/ 17987 w 767977"/>
                  <a:gd name="connsiteY1" fmla="*/ 145 h 542813"/>
                  <a:gd name="connsiteX2" fmla="*/ 24702 w 767977"/>
                  <a:gd name="connsiteY2" fmla="*/ 147 h 542813"/>
                  <a:gd name="connsiteX3" fmla="*/ 29521 w 767977"/>
                  <a:gd name="connsiteY3" fmla="*/ 142 h 542813"/>
                  <a:gd name="connsiteX4" fmla="*/ 42601 w 767977"/>
                  <a:gd name="connsiteY4" fmla="*/ 142 h 542813"/>
                  <a:gd name="connsiteX5" fmla="*/ 56285 w 767977"/>
                  <a:gd name="connsiteY5" fmla="*/ 141 h 542813"/>
                  <a:gd name="connsiteX6" fmla="*/ 79262 w 767977"/>
                  <a:gd name="connsiteY6" fmla="*/ 146 h 542813"/>
                  <a:gd name="connsiteX7" fmla="*/ 105838 w 767977"/>
                  <a:gd name="connsiteY7" fmla="*/ 144 h 542813"/>
                  <a:gd name="connsiteX8" fmla="*/ 128648 w 767977"/>
                  <a:gd name="connsiteY8" fmla="*/ 142 h 542813"/>
                  <a:gd name="connsiteX9" fmla="*/ 142274 w 767977"/>
                  <a:gd name="connsiteY9" fmla="*/ 141 h 542813"/>
                  <a:gd name="connsiteX10" fmla="*/ 155082 w 767977"/>
                  <a:gd name="connsiteY10" fmla="*/ 145 h 542813"/>
                  <a:gd name="connsiteX11" fmla="*/ 159786 w 767977"/>
                  <a:gd name="connsiteY11" fmla="*/ 144 h 542813"/>
                  <a:gd name="connsiteX12" fmla="*/ 166199 w 767977"/>
                  <a:gd name="connsiteY12" fmla="*/ 149 h 542813"/>
                  <a:gd name="connsiteX13" fmla="*/ 168087 w 767977"/>
                  <a:gd name="connsiteY13" fmla="*/ 143 h 542813"/>
                  <a:gd name="connsiteX14" fmla="*/ 176384 w 767977"/>
                  <a:gd name="connsiteY14" fmla="*/ 1156 h 542813"/>
                  <a:gd name="connsiteX15" fmla="*/ 176438 w 767977"/>
                  <a:gd name="connsiteY15" fmla="*/ 3040 h 542813"/>
                  <a:gd name="connsiteX16" fmla="*/ 176719 w 767977"/>
                  <a:gd name="connsiteY16" fmla="*/ 11547 h 542813"/>
                  <a:gd name="connsiteX17" fmla="*/ 176803 w 767977"/>
                  <a:gd name="connsiteY17" fmla="*/ 14511 h 542813"/>
                  <a:gd name="connsiteX18" fmla="*/ 179066 w 767977"/>
                  <a:gd name="connsiteY18" fmla="*/ 27971 h 542813"/>
                  <a:gd name="connsiteX19" fmla="*/ 182641 w 767977"/>
                  <a:gd name="connsiteY19" fmla="*/ 27971 h 542813"/>
                  <a:gd name="connsiteX20" fmla="*/ 183559 w 767977"/>
                  <a:gd name="connsiteY20" fmla="*/ 39239 h 542813"/>
                  <a:gd name="connsiteX21" fmla="*/ 183526 w 767977"/>
                  <a:gd name="connsiteY21" fmla="*/ 42571 h 542813"/>
                  <a:gd name="connsiteX22" fmla="*/ 183421 w 767977"/>
                  <a:gd name="connsiteY22" fmla="*/ 49492 h 542813"/>
                  <a:gd name="connsiteX23" fmla="*/ 183392 w 767977"/>
                  <a:gd name="connsiteY23" fmla="*/ 52814 h 542813"/>
                  <a:gd name="connsiteX24" fmla="*/ 183346 w 767977"/>
                  <a:gd name="connsiteY24" fmla="*/ 55845 h 542813"/>
                  <a:gd name="connsiteX25" fmla="*/ 185323 w 767977"/>
                  <a:gd name="connsiteY25" fmla="*/ 61044 h 542813"/>
                  <a:gd name="connsiteX26" fmla="*/ 189792 w 767977"/>
                  <a:gd name="connsiteY26" fmla="*/ 61937 h 542813"/>
                  <a:gd name="connsiteX27" fmla="*/ 190686 w 767977"/>
                  <a:gd name="connsiteY27" fmla="*/ 93222 h 542813"/>
                  <a:gd name="connsiteX28" fmla="*/ 196049 w 767977"/>
                  <a:gd name="connsiteY28" fmla="*/ 95010 h 542813"/>
                  <a:gd name="connsiteX29" fmla="*/ 196102 w 767977"/>
                  <a:gd name="connsiteY29" fmla="*/ 97757 h 542813"/>
                  <a:gd name="connsiteX30" fmla="*/ 196332 w 767977"/>
                  <a:gd name="connsiteY30" fmla="*/ 107847 h 542813"/>
                  <a:gd name="connsiteX31" fmla="*/ 196426 w 767977"/>
                  <a:gd name="connsiteY31" fmla="*/ 112214 h 542813"/>
                  <a:gd name="connsiteX32" fmla="*/ 196572 w 767977"/>
                  <a:gd name="connsiteY32" fmla="*/ 118490 h 542813"/>
                  <a:gd name="connsiteX33" fmla="*/ 196604 w 767977"/>
                  <a:gd name="connsiteY33" fmla="*/ 120463 h 542813"/>
                  <a:gd name="connsiteX34" fmla="*/ 198730 w 767977"/>
                  <a:gd name="connsiteY34" fmla="*/ 128082 h 542813"/>
                  <a:gd name="connsiteX35" fmla="*/ 202305 w 767977"/>
                  <a:gd name="connsiteY35" fmla="*/ 128082 h 542813"/>
                  <a:gd name="connsiteX36" fmla="*/ 202359 w 767977"/>
                  <a:gd name="connsiteY36" fmla="*/ 130704 h 542813"/>
                  <a:gd name="connsiteX37" fmla="*/ 202589 w 767977"/>
                  <a:gd name="connsiteY37" fmla="*/ 140390 h 542813"/>
                  <a:gd name="connsiteX38" fmla="*/ 202683 w 767977"/>
                  <a:gd name="connsiteY38" fmla="*/ 144572 h 542813"/>
                  <a:gd name="connsiteX39" fmla="*/ 202829 w 767977"/>
                  <a:gd name="connsiteY39" fmla="*/ 150602 h 542813"/>
                  <a:gd name="connsiteX40" fmla="*/ 202861 w 767977"/>
                  <a:gd name="connsiteY40" fmla="*/ 152474 h 542813"/>
                  <a:gd name="connsiteX41" fmla="*/ 204987 w 767977"/>
                  <a:gd name="connsiteY41" fmla="*/ 162942 h 542813"/>
                  <a:gd name="connsiteX42" fmla="*/ 208562 w 767977"/>
                  <a:gd name="connsiteY42" fmla="*/ 163835 h 542813"/>
                  <a:gd name="connsiteX43" fmla="*/ 209481 w 767977"/>
                  <a:gd name="connsiteY43" fmla="*/ 172488 h 542813"/>
                  <a:gd name="connsiteX44" fmla="*/ 209447 w 767977"/>
                  <a:gd name="connsiteY44" fmla="*/ 176066 h 542813"/>
                  <a:gd name="connsiteX45" fmla="*/ 209370 w 767977"/>
                  <a:gd name="connsiteY45" fmla="*/ 181686 h 542813"/>
                  <a:gd name="connsiteX46" fmla="*/ 209313 w 767977"/>
                  <a:gd name="connsiteY46" fmla="*/ 187124 h 542813"/>
                  <a:gd name="connsiteX47" fmla="*/ 209267 w 767977"/>
                  <a:gd name="connsiteY47" fmla="*/ 190406 h 542813"/>
                  <a:gd name="connsiteX48" fmla="*/ 211244 w 767977"/>
                  <a:gd name="connsiteY48" fmla="*/ 197801 h 542813"/>
                  <a:gd name="connsiteX49" fmla="*/ 215713 w 767977"/>
                  <a:gd name="connsiteY49" fmla="*/ 197801 h 542813"/>
                  <a:gd name="connsiteX50" fmla="*/ 215767 w 767977"/>
                  <a:gd name="connsiteY50" fmla="*/ 200631 h 542813"/>
                  <a:gd name="connsiteX51" fmla="*/ 215997 w 767977"/>
                  <a:gd name="connsiteY51" fmla="*/ 211020 h 542813"/>
                  <a:gd name="connsiteX52" fmla="*/ 216090 w 767977"/>
                  <a:gd name="connsiteY52" fmla="*/ 215517 h 542813"/>
                  <a:gd name="connsiteX53" fmla="*/ 216237 w 767977"/>
                  <a:gd name="connsiteY53" fmla="*/ 221980 h 542813"/>
                  <a:gd name="connsiteX54" fmla="*/ 216268 w 767977"/>
                  <a:gd name="connsiteY54" fmla="*/ 224012 h 542813"/>
                  <a:gd name="connsiteX55" fmla="*/ 218395 w 767977"/>
                  <a:gd name="connsiteY55" fmla="*/ 231767 h 542813"/>
                  <a:gd name="connsiteX56" fmla="*/ 221970 w 767977"/>
                  <a:gd name="connsiteY56" fmla="*/ 231767 h 542813"/>
                  <a:gd name="connsiteX57" fmla="*/ 221995 w 767977"/>
                  <a:gd name="connsiteY57" fmla="*/ 234415 h 542813"/>
                  <a:gd name="connsiteX58" fmla="*/ 222156 w 767977"/>
                  <a:gd name="connsiteY58" fmla="*/ 244261 h 542813"/>
                  <a:gd name="connsiteX59" fmla="*/ 222212 w 767977"/>
                  <a:gd name="connsiteY59" fmla="*/ 248499 h 542813"/>
                  <a:gd name="connsiteX60" fmla="*/ 225626 w 767977"/>
                  <a:gd name="connsiteY60" fmla="*/ 269340 h 542813"/>
                  <a:gd name="connsiteX61" fmla="*/ 226998 w 767977"/>
                  <a:gd name="connsiteY61" fmla="*/ 274728 h 542813"/>
                  <a:gd name="connsiteX62" fmla="*/ 227333 w 767977"/>
                  <a:gd name="connsiteY62" fmla="*/ 277353 h 542813"/>
                  <a:gd name="connsiteX63" fmla="*/ 229121 w 767977"/>
                  <a:gd name="connsiteY63" fmla="*/ 278247 h 542813"/>
                  <a:gd name="connsiteX64" fmla="*/ 229121 w 767977"/>
                  <a:gd name="connsiteY64" fmla="*/ 255901 h 542813"/>
                  <a:gd name="connsiteX65" fmla="*/ 233590 w 767977"/>
                  <a:gd name="connsiteY65" fmla="*/ 255007 h 542813"/>
                  <a:gd name="connsiteX66" fmla="*/ 234767 w 767977"/>
                  <a:gd name="connsiteY66" fmla="*/ 248939 h 542813"/>
                  <a:gd name="connsiteX67" fmla="*/ 234880 w 767977"/>
                  <a:gd name="connsiteY67" fmla="*/ 246390 h 542813"/>
                  <a:gd name="connsiteX68" fmla="*/ 234987 w 767977"/>
                  <a:gd name="connsiteY68" fmla="*/ 243722 h 542813"/>
                  <a:gd name="connsiteX69" fmla="*/ 235104 w 767977"/>
                  <a:gd name="connsiteY69" fmla="*/ 241034 h 542813"/>
                  <a:gd name="connsiteX70" fmla="*/ 235378 w 767977"/>
                  <a:gd name="connsiteY70" fmla="*/ 234449 h 542813"/>
                  <a:gd name="connsiteX71" fmla="*/ 237556 w 767977"/>
                  <a:gd name="connsiteY71" fmla="*/ 234114 h 542813"/>
                  <a:gd name="connsiteX72" fmla="*/ 239847 w 767977"/>
                  <a:gd name="connsiteY72" fmla="*/ 233555 h 542813"/>
                  <a:gd name="connsiteX73" fmla="*/ 241024 w 767977"/>
                  <a:gd name="connsiteY73" fmla="*/ 226900 h 542813"/>
                  <a:gd name="connsiteX74" fmla="*/ 241137 w 767977"/>
                  <a:gd name="connsiteY74" fmla="*/ 223985 h 542813"/>
                  <a:gd name="connsiteX75" fmla="*/ 241243 w 767977"/>
                  <a:gd name="connsiteY75" fmla="*/ 220930 h 542813"/>
                  <a:gd name="connsiteX76" fmla="*/ 241360 w 767977"/>
                  <a:gd name="connsiteY76" fmla="*/ 217853 h 542813"/>
                  <a:gd name="connsiteX77" fmla="*/ 241635 w 767977"/>
                  <a:gd name="connsiteY77" fmla="*/ 210315 h 542813"/>
                  <a:gd name="connsiteX78" fmla="*/ 246998 w 767977"/>
                  <a:gd name="connsiteY78" fmla="*/ 208527 h 542813"/>
                  <a:gd name="connsiteX79" fmla="*/ 247778 w 767977"/>
                  <a:gd name="connsiteY79" fmla="*/ 193842 h 542813"/>
                  <a:gd name="connsiteX80" fmla="*/ 247891 w 767977"/>
                  <a:gd name="connsiteY80" fmla="*/ 188863 h 542813"/>
                  <a:gd name="connsiteX81" fmla="*/ 251523 w 767977"/>
                  <a:gd name="connsiteY81" fmla="*/ 186293 h 542813"/>
                  <a:gd name="connsiteX82" fmla="*/ 253792 w 767977"/>
                  <a:gd name="connsiteY82" fmla="*/ 183716 h 542813"/>
                  <a:gd name="connsiteX83" fmla="*/ 254431 w 767977"/>
                  <a:gd name="connsiteY83" fmla="*/ 177257 h 542813"/>
                  <a:gd name="connsiteX84" fmla="*/ 254545 w 767977"/>
                  <a:gd name="connsiteY84" fmla="*/ 174726 h 542813"/>
                  <a:gd name="connsiteX85" fmla="*/ 254651 w 767977"/>
                  <a:gd name="connsiteY85" fmla="*/ 172103 h 542813"/>
                  <a:gd name="connsiteX86" fmla="*/ 254768 w 767977"/>
                  <a:gd name="connsiteY86" fmla="*/ 169439 h 542813"/>
                  <a:gd name="connsiteX87" fmla="*/ 255042 w 767977"/>
                  <a:gd name="connsiteY87" fmla="*/ 162942 h 542813"/>
                  <a:gd name="connsiteX88" fmla="*/ 259511 w 767977"/>
                  <a:gd name="connsiteY88" fmla="*/ 162048 h 542813"/>
                  <a:gd name="connsiteX89" fmla="*/ 260688 w 767977"/>
                  <a:gd name="connsiteY89" fmla="*/ 154803 h 542813"/>
                  <a:gd name="connsiteX90" fmla="*/ 260801 w 767977"/>
                  <a:gd name="connsiteY90" fmla="*/ 152140 h 542813"/>
                  <a:gd name="connsiteX91" fmla="*/ 260908 w 767977"/>
                  <a:gd name="connsiteY91" fmla="*/ 149366 h 542813"/>
                  <a:gd name="connsiteX92" fmla="*/ 261025 w 767977"/>
                  <a:gd name="connsiteY92" fmla="*/ 146561 h 542813"/>
                  <a:gd name="connsiteX93" fmla="*/ 261299 w 767977"/>
                  <a:gd name="connsiteY93" fmla="*/ 139702 h 542813"/>
                  <a:gd name="connsiteX94" fmla="*/ 266662 w 767977"/>
                  <a:gd name="connsiteY94" fmla="*/ 139702 h 542813"/>
                  <a:gd name="connsiteX95" fmla="*/ 267556 w 767977"/>
                  <a:gd name="connsiteY95" fmla="*/ 118249 h 542813"/>
                  <a:gd name="connsiteX96" fmla="*/ 272919 w 767977"/>
                  <a:gd name="connsiteY96" fmla="*/ 116462 h 542813"/>
                  <a:gd name="connsiteX97" fmla="*/ 273757 w 767977"/>
                  <a:gd name="connsiteY97" fmla="*/ 99650 h 542813"/>
                  <a:gd name="connsiteX98" fmla="*/ 274707 w 767977"/>
                  <a:gd name="connsiteY98" fmla="*/ 94116 h 542813"/>
                  <a:gd name="connsiteX99" fmla="*/ 276885 w 767977"/>
                  <a:gd name="connsiteY99" fmla="*/ 93781 h 542813"/>
                  <a:gd name="connsiteX100" fmla="*/ 279176 w 767977"/>
                  <a:gd name="connsiteY100" fmla="*/ 93222 h 542813"/>
                  <a:gd name="connsiteX101" fmla="*/ 280353 w 767977"/>
                  <a:gd name="connsiteY101" fmla="*/ 86763 h 542813"/>
                  <a:gd name="connsiteX102" fmla="*/ 280466 w 767977"/>
                  <a:gd name="connsiteY102" fmla="*/ 83969 h 542813"/>
                  <a:gd name="connsiteX103" fmla="*/ 280573 w 767977"/>
                  <a:gd name="connsiteY103" fmla="*/ 81043 h 542813"/>
                  <a:gd name="connsiteX104" fmla="*/ 280689 w 767977"/>
                  <a:gd name="connsiteY104" fmla="*/ 78096 h 542813"/>
                  <a:gd name="connsiteX105" fmla="*/ 280964 w 767977"/>
                  <a:gd name="connsiteY105" fmla="*/ 70876 h 542813"/>
                  <a:gd name="connsiteX106" fmla="*/ 285433 w 767977"/>
                  <a:gd name="connsiteY106" fmla="*/ 69982 h 542813"/>
                  <a:gd name="connsiteX107" fmla="*/ 286609 w 767977"/>
                  <a:gd name="connsiteY107" fmla="*/ 62541 h 542813"/>
                  <a:gd name="connsiteX108" fmla="*/ 286723 w 767977"/>
                  <a:gd name="connsiteY108" fmla="*/ 59757 h 542813"/>
                  <a:gd name="connsiteX109" fmla="*/ 286829 w 767977"/>
                  <a:gd name="connsiteY109" fmla="*/ 56854 h 542813"/>
                  <a:gd name="connsiteX110" fmla="*/ 286946 w 767977"/>
                  <a:gd name="connsiteY110" fmla="*/ 53919 h 542813"/>
                  <a:gd name="connsiteX111" fmla="*/ 287220 w 767977"/>
                  <a:gd name="connsiteY111" fmla="*/ 46742 h 542813"/>
                  <a:gd name="connsiteX112" fmla="*/ 291690 w 767977"/>
                  <a:gd name="connsiteY112" fmla="*/ 46742 h 542813"/>
                  <a:gd name="connsiteX113" fmla="*/ 292866 w 767977"/>
                  <a:gd name="connsiteY113" fmla="*/ 40283 h 542813"/>
                  <a:gd name="connsiteX114" fmla="*/ 292980 w 767977"/>
                  <a:gd name="connsiteY114" fmla="*/ 37489 h 542813"/>
                  <a:gd name="connsiteX115" fmla="*/ 293086 w 767977"/>
                  <a:gd name="connsiteY115" fmla="*/ 34564 h 542813"/>
                  <a:gd name="connsiteX116" fmla="*/ 293203 w 767977"/>
                  <a:gd name="connsiteY116" fmla="*/ 31617 h 542813"/>
                  <a:gd name="connsiteX117" fmla="*/ 293477 w 767977"/>
                  <a:gd name="connsiteY117" fmla="*/ 24396 h 542813"/>
                  <a:gd name="connsiteX118" fmla="*/ 298840 w 767977"/>
                  <a:gd name="connsiteY118" fmla="*/ 22608 h 542813"/>
                  <a:gd name="connsiteX119" fmla="*/ 300628 w 767977"/>
                  <a:gd name="connsiteY119" fmla="*/ 1156 h 542813"/>
                  <a:gd name="connsiteX120" fmla="*/ 311922 w 767977"/>
                  <a:gd name="connsiteY120" fmla="*/ 149 h 542813"/>
                  <a:gd name="connsiteX121" fmla="*/ 313984 w 767977"/>
                  <a:gd name="connsiteY121" fmla="*/ 145 h 542813"/>
                  <a:gd name="connsiteX122" fmla="*/ 320810 w 767977"/>
                  <a:gd name="connsiteY122" fmla="*/ 147 h 542813"/>
                  <a:gd name="connsiteX123" fmla="*/ 325708 w 767977"/>
                  <a:gd name="connsiteY123" fmla="*/ 142 h 542813"/>
                  <a:gd name="connsiteX124" fmla="*/ 339004 w 767977"/>
                  <a:gd name="connsiteY124" fmla="*/ 142 h 542813"/>
                  <a:gd name="connsiteX125" fmla="*/ 352914 w 767977"/>
                  <a:gd name="connsiteY125" fmla="*/ 141 h 542813"/>
                  <a:gd name="connsiteX126" fmla="*/ 376270 w 767977"/>
                  <a:gd name="connsiteY126" fmla="*/ 146 h 542813"/>
                  <a:gd name="connsiteX127" fmla="*/ 403284 w 767977"/>
                  <a:gd name="connsiteY127" fmla="*/ 144 h 542813"/>
                  <a:gd name="connsiteX128" fmla="*/ 426469 w 767977"/>
                  <a:gd name="connsiteY128" fmla="*/ 142 h 542813"/>
                  <a:gd name="connsiteX129" fmla="*/ 440321 w 767977"/>
                  <a:gd name="connsiteY129" fmla="*/ 141 h 542813"/>
                  <a:gd name="connsiteX130" fmla="*/ 453339 w 767977"/>
                  <a:gd name="connsiteY130" fmla="*/ 145 h 542813"/>
                  <a:gd name="connsiteX131" fmla="*/ 458122 w 767977"/>
                  <a:gd name="connsiteY131" fmla="*/ 144 h 542813"/>
                  <a:gd name="connsiteX132" fmla="*/ 464640 w 767977"/>
                  <a:gd name="connsiteY132" fmla="*/ 149 h 542813"/>
                  <a:gd name="connsiteX133" fmla="*/ 466560 w 767977"/>
                  <a:gd name="connsiteY133" fmla="*/ 143 h 542813"/>
                  <a:gd name="connsiteX134" fmla="*/ 474927 w 767977"/>
                  <a:gd name="connsiteY134" fmla="*/ 1156 h 542813"/>
                  <a:gd name="connsiteX135" fmla="*/ 475708 w 767977"/>
                  <a:gd name="connsiteY135" fmla="*/ 13087 h 542813"/>
                  <a:gd name="connsiteX136" fmla="*/ 475678 w 767977"/>
                  <a:gd name="connsiteY136" fmla="*/ 15227 h 542813"/>
                  <a:gd name="connsiteX137" fmla="*/ 475632 w 767977"/>
                  <a:gd name="connsiteY137" fmla="*/ 17179 h 542813"/>
                  <a:gd name="connsiteX138" fmla="*/ 477609 w 767977"/>
                  <a:gd name="connsiteY138" fmla="*/ 22608 h 542813"/>
                  <a:gd name="connsiteX139" fmla="*/ 482078 w 767977"/>
                  <a:gd name="connsiteY139" fmla="*/ 22608 h 542813"/>
                  <a:gd name="connsiteX140" fmla="*/ 482146 w 767977"/>
                  <a:gd name="connsiteY140" fmla="*/ 24289 h 542813"/>
                  <a:gd name="connsiteX141" fmla="*/ 482469 w 767977"/>
                  <a:gd name="connsiteY141" fmla="*/ 31826 h 542813"/>
                  <a:gd name="connsiteX142" fmla="*/ 482575 w 767977"/>
                  <a:gd name="connsiteY142" fmla="*/ 34471 h 542813"/>
                  <a:gd name="connsiteX143" fmla="*/ 482689 w 767977"/>
                  <a:gd name="connsiteY143" fmla="*/ 37011 h 542813"/>
                  <a:gd name="connsiteX144" fmla="*/ 482788 w 767977"/>
                  <a:gd name="connsiteY144" fmla="*/ 39352 h 542813"/>
                  <a:gd name="connsiteX145" fmla="*/ 483866 w 767977"/>
                  <a:gd name="connsiteY145" fmla="*/ 44061 h 542813"/>
                  <a:gd name="connsiteX146" fmla="*/ 488335 w 767977"/>
                  <a:gd name="connsiteY146" fmla="*/ 44954 h 542813"/>
                  <a:gd name="connsiteX147" fmla="*/ 488374 w 767977"/>
                  <a:gd name="connsiteY147" fmla="*/ 46881 h 542813"/>
                  <a:gd name="connsiteX148" fmla="*/ 488614 w 767977"/>
                  <a:gd name="connsiteY148" fmla="*/ 55513 h 542813"/>
                  <a:gd name="connsiteX149" fmla="*/ 488675 w 767977"/>
                  <a:gd name="connsiteY149" fmla="*/ 58545 h 542813"/>
                  <a:gd name="connsiteX150" fmla="*/ 488771 w 767977"/>
                  <a:gd name="connsiteY150" fmla="*/ 61452 h 542813"/>
                  <a:gd name="connsiteX151" fmla="*/ 488842 w 767977"/>
                  <a:gd name="connsiteY151" fmla="*/ 64133 h 542813"/>
                  <a:gd name="connsiteX152" fmla="*/ 490430 w 767977"/>
                  <a:gd name="connsiteY152" fmla="*/ 68057 h 542813"/>
                  <a:gd name="connsiteX153" fmla="*/ 494592 w 767977"/>
                  <a:gd name="connsiteY153" fmla="*/ 69088 h 542813"/>
                  <a:gd name="connsiteX154" fmla="*/ 495486 w 767977"/>
                  <a:gd name="connsiteY154" fmla="*/ 78194 h 542813"/>
                  <a:gd name="connsiteX155" fmla="*/ 496379 w 767977"/>
                  <a:gd name="connsiteY155" fmla="*/ 92328 h 542813"/>
                  <a:gd name="connsiteX156" fmla="*/ 501742 w 767977"/>
                  <a:gd name="connsiteY156" fmla="*/ 92328 h 542813"/>
                  <a:gd name="connsiteX157" fmla="*/ 501810 w 767977"/>
                  <a:gd name="connsiteY157" fmla="*/ 94173 h 542813"/>
                  <a:gd name="connsiteX158" fmla="*/ 502134 w 767977"/>
                  <a:gd name="connsiteY158" fmla="*/ 102440 h 542813"/>
                  <a:gd name="connsiteX159" fmla="*/ 502240 w 767977"/>
                  <a:gd name="connsiteY159" fmla="*/ 105343 h 542813"/>
                  <a:gd name="connsiteX160" fmla="*/ 502353 w 767977"/>
                  <a:gd name="connsiteY160" fmla="*/ 108127 h 542813"/>
                  <a:gd name="connsiteX161" fmla="*/ 502453 w 767977"/>
                  <a:gd name="connsiteY161" fmla="*/ 110695 h 542813"/>
                  <a:gd name="connsiteX162" fmla="*/ 503530 w 767977"/>
                  <a:gd name="connsiteY162" fmla="*/ 115568 h 542813"/>
                  <a:gd name="connsiteX163" fmla="*/ 507999 w 767977"/>
                  <a:gd name="connsiteY163" fmla="*/ 115568 h 542813"/>
                  <a:gd name="connsiteX164" fmla="*/ 508067 w 767977"/>
                  <a:gd name="connsiteY164" fmla="*/ 117509 h 542813"/>
                  <a:gd name="connsiteX165" fmla="*/ 508390 w 767977"/>
                  <a:gd name="connsiteY165" fmla="*/ 126182 h 542813"/>
                  <a:gd name="connsiteX166" fmla="*/ 508497 w 767977"/>
                  <a:gd name="connsiteY166" fmla="*/ 129237 h 542813"/>
                  <a:gd name="connsiteX167" fmla="*/ 508610 w 767977"/>
                  <a:gd name="connsiteY167" fmla="*/ 132153 h 542813"/>
                  <a:gd name="connsiteX168" fmla="*/ 508710 w 767977"/>
                  <a:gd name="connsiteY168" fmla="*/ 134848 h 542813"/>
                  <a:gd name="connsiteX169" fmla="*/ 509787 w 767977"/>
                  <a:gd name="connsiteY169" fmla="*/ 138808 h 542813"/>
                  <a:gd name="connsiteX170" fmla="*/ 514256 w 767977"/>
                  <a:gd name="connsiteY170" fmla="*/ 138808 h 542813"/>
                  <a:gd name="connsiteX171" fmla="*/ 514296 w 767977"/>
                  <a:gd name="connsiteY171" fmla="*/ 140378 h 542813"/>
                  <a:gd name="connsiteX172" fmla="*/ 514536 w 767977"/>
                  <a:gd name="connsiteY172" fmla="*/ 147467 h 542813"/>
                  <a:gd name="connsiteX173" fmla="*/ 514597 w 767977"/>
                  <a:gd name="connsiteY173" fmla="*/ 149937 h 542813"/>
                  <a:gd name="connsiteX174" fmla="*/ 517832 w 767977"/>
                  <a:gd name="connsiteY174" fmla="*/ 161154 h 542813"/>
                  <a:gd name="connsiteX175" fmla="*/ 520513 w 767977"/>
                  <a:gd name="connsiteY175" fmla="*/ 161154 h 542813"/>
                  <a:gd name="connsiteX176" fmla="*/ 521463 w 767977"/>
                  <a:gd name="connsiteY176" fmla="*/ 167655 h 542813"/>
                  <a:gd name="connsiteX177" fmla="*/ 521442 w 767977"/>
                  <a:gd name="connsiteY177" fmla="*/ 169890 h 542813"/>
                  <a:gd name="connsiteX178" fmla="*/ 521372 w 767977"/>
                  <a:gd name="connsiteY178" fmla="*/ 174520 h 542813"/>
                  <a:gd name="connsiteX179" fmla="*/ 522301 w 767977"/>
                  <a:gd name="connsiteY179" fmla="*/ 185288 h 542813"/>
                  <a:gd name="connsiteX180" fmla="*/ 527664 w 767977"/>
                  <a:gd name="connsiteY180" fmla="*/ 185288 h 542813"/>
                  <a:gd name="connsiteX181" fmla="*/ 527718 w 767977"/>
                  <a:gd name="connsiteY181" fmla="*/ 187132 h 542813"/>
                  <a:gd name="connsiteX182" fmla="*/ 527999 w 767977"/>
                  <a:gd name="connsiteY182" fmla="*/ 195399 h 542813"/>
                  <a:gd name="connsiteX183" fmla="*/ 528083 w 767977"/>
                  <a:gd name="connsiteY183" fmla="*/ 198302 h 542813"/>
                  <a:gd name="connsiteX184" fmla="*/ 528188 w 767977"/>
                  <a:gd name="connsiteY184" fmla="*/ 201087 h 542813"/>
                  <a:gd name="connsiteX185" fmla="*/ 528273 w 767977"/>
                  <a:gd name="connsiteY185" fmla="*/ 203654 h 542813"/>
                  <a:gd name="connsiteX186" fmla="*/ 530345 w 767977"/>
                  <a:gd name="connsiteY186" fmla="*/ 208527 h 542813"/>
                  <a:gd name="connsiteX187" fmla="*/ 533921 w 767977"/>
                  <a:gd name="connsiteY187" fmla="*/ 208527 h 542813"/>
                  <a:gd name="connsiteX188" fmla="*/ 533974 w 767977"/>
                  <a:gd name="connsiteY188" fmla="*/ 210276 h 542813"/>
                  <a:gd name="connsiteX189" fmla="*/ 534256 w 767977"/>
                  <a:gd name="connsiteY189" fmla="*/ 218136 h 542813"/>
                  <a:gd name="connsiteX190" fmla="*/ 534340 w 767977"/>
                  <a:gd name="connsiteY190" fmla="*/ 220888 h 542813"/>
                  <a:gd name="connsiteX191" fmla="*/ 534445 w 767977"/>
                  <a:gd name="connsiteY191" fmla="*/ 223541 h 542813"/>
                  <a:gd name="connsiteX192" fmla="*/ 534530 w 767977"/>
                  <a:gd name="connsiteY192" fmla="*/ 225981 h 542813"/>
                  <a:gd name="connsiteX193" fmla="*/ 536602 w 767977"/>
                  <a:gd name="connsiteY193" fmla="*/ 231767 h 542813"/>
                  <a:gd name="connsiteX194" fmla="*/ 540178 w 767977"/>
                  <a:gd name="connsiteY194" fmla="*/ 232661 h 542813"/>
                  <a:gd name="connsiteX195" fmla="*/ 540231 w 767977"/>
                  <a:gd name="connsiteY195" fmla="*/ 234424 h 542813"/>
                  <a:gd name="connsiteX196" fmla="*/ 540513 w 767977"/>
                  <a:gd name="connsiteY196" fmla="*/ 242326 h 542813"/>
                  <a:gd name="connsiteX197" fmla="*/ 540597 w 767977"/>
                  <a:gd name="connsiteY197" fmla="*/ 245100 h 542813"/>
                  <a:gd name="connsiteX198" fmla="*/ 540701 w 767977"/>
                  <a:gd name="connsiteY198" fmla="*/ 247762 h 542813"/>
                  <a:gd name="connsiteX199" fmla="*/ 540787 w 767977"/>
                  <a:gd name="connsiteY199" fmla="*/ 250216 h 542813"/>
                  <a:gd name="connsiteX200" fmla="*/ 542859 w 767977"/>
                  <a:gd name="connsiteY200" fmla="*/ 255007 h 542813"/>
                  <a:gd name="connsiteX201" fmla="*/ 547328 w 767977"/>
                  <a:gd name="connsiteY201" fmla="*/ 255901 h 542813"/>
                  <a:gd name="connsiteX202" fmla="*/ 547328 w 767977"/>
                  <a:gd name="connsiteY202" fmla="*/ 276459 h 542813"/>
                  <a:gd name="connsiteX203" fmla="*/ 549116 w 767977"/>
                  <a:gd name="connsiteY203" fmla="*/ 276459 h 542813"/>
                  <a:gd name="connsiteX204" fmla="*/ 549395 w 767977"/>
                  <a:gd name="connsiteY204" fmla="*/ 273554 h 542813"/>
                  <a:gd name="connsiteX205" fmla="*/ 551361 w 767977"/>
                  <a:gd name="connsiteY205" fmla="*/ 268667 h 542813"/>
                  <a:gd name="connsiteX206" fmla="*/ 553149 w 767977"/>
                  <a:gd name="connsiteY206" fmla="*/ 259239 h 542813"/>
                  <a:gd name="connsiteX207" fmla="*/ 553197 w 767977"/>
                  <a:gd name="connsiteY207" fmla="*/ 257090 h 542813"/>
                  <a:gd name="connsiteX208" fmla="*/ 553306 w 767977"/>
                  <a:gd name="connsiteY208" fmla="*/ 250315 h 542813"/>
                  <a:gd name="connsiteX209" fmla="*/ 553398 w 767977"/>
                  <a:gd name="connsiteY209" fmla="*/ 245713 h 542813"/>
                  <a:gd name="connsiteX210" fmla="*/ 553585 w 767977"/>
                  <a:gd name="connsiteY210" fmla="*/ 234449 h 542813"/>
                  <a:gd name="connsiteX211" fmla="*/ 558948 w 767977"/>
                  <a:gd name="connsiteY211" fmla="*/ 234449 h 542813"/>
                  <a:gd name="connsiteX212" fmla="*/ 559002 w 767977"/>
                  <a:gd name="connsiteY212" fmla="*/ 231538 h 542813"/>
                  <a:gd name="connsiteX213" fmla="*/ 559232 w 767977"/>
                  <a:gd name="connsiteY213" fmla="*/ 220848 h 542813"/>
                  <a:gd name="connsiteX214" fmla="*/ 559325 w 767977"/>
                  <a:gd name="connsiteY214" fmla="*/ 216221 h 542813"/>
                  <a:gd name="connsiteX215" fmla="*/ 559472 w 767977"/>
                  <a:gd name="connsiteY215" fmla="*/ 209571 h 542813"/>
                  <a:gd name="connsiteX216" fmla="*/ 559503 w 767977"/>
                  <a:gd name="connsiteY216" fmla="*/ 207480 h 542813"/>
                  <a:gd name="connsiteX217" fmla="*/ 561630 w 767977"/>
                  <a:gd name="connsiteY217" fmla="*/ 199589 h 542813"/>
                  <a:gd name="connsiteX218" fmla="*/ 563473 w 767977"/>
                  <a:gd name="connsiteY218" fmla="*/ 198695 h 542813"/>
                  <a:gd name="connsiteX219" fmla="*/ 566099 w 767977"/>
                  <a:gd name="connsiteY219" fmla="*/ 195120 h 542813"/>
                  <a:gd name="connsiteX220" fmla="*/ 566382 w 767977"/>
                  <a:gd name="connsiteY220" fmla="*/ 188406 h 542813"/>
                  <a:gd name="connsiteX221" fmla="*/ 566438 w 767977"/>
                  <a:gd name="connsiteY221" fmla="*/ 186433 h 542813"/>
                  <a:gd name="connsiteX222" fmla="*/ 566602 w 767977"/>
                  <a:gd name="connsiteY222" fmla="*/ 180204 h 542813"/>
                  <a:gd name="connsiteX223" fmla="*/ 566719 w 767977"/>
                  <a:gd name="connsiteY223" fmla="*/ 175977 h 542813"/>
                  <a:gd name="connsiteX224" fmla="*/ 566993 w 767977"/>
                  <a:gd name="connsiteY224" fmla="*/ 165623 h 542813"/>
                  <a:gd name="connsiteX225" fmla="*/ 569172 w 767977"/>
                  <a:gd name="connsiteY225" fmla="*/ 165288 h 542813"/>
                  <a:gd name="connsiteX226" fmla="*/ 571462 w 767977"/>
                  <a:gd name="connsiteY226" fmla="*/ 164729 h 542813"/>
                  <a:gd name="connsiteX227" fmla="*/ 572639 w 767977"/>
                  <a:gd name="connsiteY227" fmla="*/ 156119 h 542813"/>
                  <a:gd name="connsiteX228" fmla="*/ 572695 w 767977"/>
                  <a:gd name="connsiteY228" fmla="*/ 154083 h 542813"/>
                  <a:gd name="connsiteX229" fmla="*/ 572859 w 767977"/>
                  <a:gd name="connsiteY229" fmla="*/ 147635 h 542813"/>
                  <a:gd name="connsiteX230" fmla="*/ 572976 w 767977"/>
                  <a:gd name="connsiteY230" fmla="*/ 143267 h 542813"/>
                  <a:gd name="connsiteX231" fmla="*/ 573250 w 767977"/>
                  <a:gd name="connsiteY231" fmla="*/ 132551 h 542813"/>
                  <a:gd name="connsiteX232" fmla="*/ 578613 w 767977"/>
                  <a:gd name="connsiteY232" fmla="*/ 132551 h 542813"/>
                  <a:gd name="connsiteX233" fmla="*/ 579507 w 767977"/>
                  <a:gd name="connsiteY233" fmla="*/ 99479 h 542813"/>
                  <a:gd name="connsiteX234" fmla="*/ 583976 w 767977"/>
                  <a:gd name="connsiteY234" fmla="*/ 98585 h 542813"/>
                  <a:gd name="connsiteX235" fmla="*/ 585819 w 767977"/>
                  <a:gd name="connsiteY235" fmla="*/ 79647 h 542813"/>
                  <a:gd name="connsiteX236" fmla="*/ 586657 w 767977"/>
                  <a:gd name="connsiteY236" fmla="*/ 63725 h 542813"/>
                  <a:gd name="connsiteX237" fmla="*/ 591127 w 767977"/>
                  <a:gd name="connsiteY237" fmla="*/ 62831 h 542813"/>
                  <a:gd name="connsiteX238" fmla="*/ 592303 w 767977"/>
                  <a:gd name="connsiteY238" fmla="*/ 53240 h 542813"/>
                  <a:gd name="connsiteX239" fmla="*/ 592360 w 767977"/>
                  <a:gd name="connsiteY239" fmla="*/ 51207 h 542813"/>
                  <a:gd name="connsiteX240" fmla="*/ 592523 w 767977"/>
                  <a:gd name="connsiteY240" fmla="*/ 44787 h 542813"/>
                  <a:gd name="connsiteX241" fmla="*/ 592640 w 767977"/>
                  <a:gd name="connsiteY241" fmla="*/ 40431 h 542813"/>
                  <a:gd name="connsiteX242" fmla="*/ 592914 w 767977"/>
                  <a:gd name="connsiteY242" fmla="*/ 29759 h 542813"/>
                  <a:gd name="connsiteX243" fmla="*/ 598277 w 767977"/>
                  <a:gd name="connsiteY243" fmla="*/ 29759 h 542813"/>
                  <a:gd name="connsiteX244" fmla="*/ 599171 w 767977"/>
                  <a:gd name="connsiteY244" fmla="*/ 1156 h 542813"/>
                  <a:gd name="connsiteX245" fmla="*/ 610336 w 767977"/>
                  <a:gd name="connsiteY245" fmla="*/ 149 h 542813"/>
                  <a:gd name="connsiteX246" fmla="*/ 612355 w 767977"/>
                  <a:gd name="connsiteY246" fmla="*/ 145 h 542813"/>
                  <a:gd name="connsiteX247" fmla="*/ 619039 w 767977"/>
                  <a:gd name="connsiteY247" fmla="*/ 147 h 542813"/>
                  <a:gd name="connsiteX248" fmla="*/ 623836 w 767977"/>
                  <a:gd name="connsiteY248" fmla="*/ 142 h 542813"/>
                  <a:gd name="connsiteX249" fmla="*/ 636855 w 767977"/>
                  <a:gd name="connsiteY249" fmla="*/ 142 h 542813"/>
                  <a:gd name="connsiteX250" fmla="*/ 650472 w 767977"/>
                  <a:gd name="connsiteY250" fmla="*/ 141 h 542813"/>
                  <a:gd name="connsiteX251" fmla="*/ 673334 w 767977"/>
                  <a:gd name="connsiteY251" fmla="*/ 146 h 542813"/>
                  <a:gd name="connsiteX252" fmla="*/ 699785 w 767977"/>
                  <a:gd name="connsiteY252" fmla="*/ 144 h 542813"/>
                  <a:gd name="connsiteX253" fmla="*/ 722483 w 767977"/>
                  <a:gd name="connsiteY253" fmla="*/ 142 h 542813"/>
                  <a:gd name="connsiteX254" fmla="*/ 736045 w 767977"/>
                  <a:gd name="connsiteY254" fmla="*/ 141 h 542813"/>
                  <a:gd name="connsiteX255" fmla="*/ 748789 w 767977"/>
                  <a:gd name="connsiteY255" fmla="*/ 145 h 542813"/>
                  <a:gd name="connsiteX256" fmla="*/ 753473 w 767977"/>
                  <a:gd name="connsiteY256" fmla="*/ 144 h 542813"/>
                  <a:gd name="connsiteX257" fmla="*/ 759851 w 767977"/>
                  <a:gd name="connsiteY257" fmla="*/ 149 h 542813"/>
                  <a:gd name="connsiteX258" fmla="*/ 761736 w 767977"/>
                  <a:gd name="connsiteY258" fmla="*/ 143 h 542813"/>
                  <a:gd name="connsiteX259" fmla="*/ 769001 w 767977"/>
                  <a:gd name="connsiteY259" fmla="*/ 1156 h 542813"/>
                  <a:gd name="connsiteX260" fmla="*/ 768107 w 767977"/>
                  <a:gd name="connsiteY260" fmla="*/ 36016 h 542813"/>
                  <a:gd name="connsiteX261" fmla="*/ 763638 w 767977"/>
                  <a:gd name="connsiteY261" fmla="*/ 36016 h 542813"/>
                  <a:gd name="connsiteX262" fmla="*/ 761850 w 767977"/>
                  <a:gd name="connsiteY262" fmla="*/ 53725 h 542813"/>
                  <a:gd name="connsiteX263" fmla="*/ 761962 w 767977"/>
                  <a:gd name="connsiteY263" fmla="*/ 59776 h 542813"/>
                  <a:gd name="connsiteX264" fmla="*/ 762025 w 767977"/>
                  <a:gd name="connsiteY264" fmla="*/ 62464 h 542813"/>
                  <a:gd name="connsiteX265" fmla="*/ 760063 w 767977"/>
                  <a:gd name="connsiteY265" fmla="*/ 66407 h 542813"/>
                  <a:gd name="connsiteX266" fmla="*/ 757381 w 767977"/>
                  <a:gd name="connsiteY266" fmla="*/ 66407 h 542813"/>
                  <a:gd name="connsiteX267" fmla="*/ 755223 w 767977"/>
                  <a:gd name="connsiteY267" fmla="*/ 76592 h 542813"/>
                  <a:gd name="connsiteX268" fmla="*/ 755119 w 767977"/>
                  <a:gd name="connsiteY268" fmla="*/ 79847 h 542813"/>
                  <a:gd name="connsiteX269" fmla="*/ 755035 w 767977"/>
                  <a:gd name="connsiteY269" fmla="*/ 83222 h 542813"/>
                  <a:gd name="connsiteX270" fmla="*/ 754930 w 767977"/>
                  <a:gd name="connsiteY270" fmla="*/ 86649 h 542813"/>
                  <a:gd name="connsiteX271" fmla="*/ 754700 w 767977"/>
                  <a:gd name="connsiteY271" fmla="*/ 95010 h 542813"/>
                  <a:gd name="connsiteX272" fmla="*/ 749337 w 767977"/>
                  <a:gd name="connsiteY272" fmla="*/ 95010 h 542813"/>
                  <a:gd name="connsiteX273" fmla="*/ 748443 w 767977"/>
                  <a:gd name="connsiteY273" fmla="*/ 124506 h 542813"/>
                  <a:gd name="connsiteX274" fmla="*/ 743974 w 767977"/>
                  <a:gd name="connsiteY274" fmla="*/ 125400 h 542813"/>
                  <a:gd name="connsiteX275" fmla="*/ 742797 w 767977"/>
                  <a:gd name="connsiteY275" fmla="*/ 132837 h 542813"/>
                  <a:gd name="connsiteX276" fmla="*/ 742683 w 767977"/>
                  <a:gd name="connsiteY276" fmla="*/ 136242 h 542813"/>
                  <a:gd name="connsiteX277" fmla="*/ 742577 w 767977"/>
                  <a:gd name="connsiteY277" fmla="*/ 139813 h 542813"/>
                  <a:gd name="connsiteX278" fmla="*/ 742460 w 767977"/>
                  <a:gd name="connsiteY278" fmla="*/ 143406 h 542813"/>
                  <a:gd name="connsiteX279" fmla="*/ 742186 w 767977"/>
                  <a:gd name="connsiteY279" fmla="*/ 152215 h 542813"/>
                  <a:gd name="connsiteX280" fmla="*/ 736823 w 767977"/>
                  <a:gd name="connsiteY280" fmla="*/ 154003 h 542813"/>
                  <a:gd name="connsiteX281" fmla="*/ 735929 w 767977"/>
                  <a:gd name="connsiteY281" fmla="*/ 169310 h 542813"/>
                  <a:gd name="connsiteX282" fmla="*/ 735035 w 767977"/>
                  <a:gd name="connsiteY282" fmla="*/ 182606 h 542813"/>
                  <a:gd name="connsiteX283" fmla="*/ 730566 w 767977"/>
                  <a:gd name="connsiteY283" fmla="*/ 183500 h 542813"/>
                  <a:gd name="connsiteX284" fmla="*/ 729389 w 767977"/>
                  <a:gd name="connsiteY284" fmla="*/ 192704 h 542813"/>
                  <a:gd name="connsiteX285" fmla="*/ 729276 w 767977"/>
                  <a:gd name="connsiteY285" fmla="*/ 195968 h 542813"/>
                  <a:gd name="connsiteX286" fmla="*/ 729169 w 767977"/>
                  <a:gd name="connsiteY286" fmla="*/ 199366 h 542813"/>
                  <a:gd name="connsiteX287" fmla="*/ 729052 w 767977"/>
                  <a:gd name="connsiteY287" fmla="*/ 202805 h 542813"/>
                  <a:gd name="connsiteX288" fmla="*/ 728778 w 767977"/>
                  <a:gd name="connsiteY288" fmla="*/ 211209 h 542813"/>
                  <a:gd name="connsiteX289" fmla="*/ 724309 w 767977"/>
                  <a:gd name="connsiteY289" fmla="*/ 211209 h 542813"/>
                  <a:gd name="connsiteX290" fmla="*/ 723132 w 767977"/>
                  <a:gd name="connsiteY290" fmla="*/ 219624 h 542813"/>
                  <a:gd name="connsiteX291" fmla="*/ 723076 w 767977"/>
                  <a:gd name="connsiteY291" fmla="*/ 221600 h 542813"/>
                  <a:gd name="connsiteX292" fmla="*/ 722912 w 767977"/>
                  <a:gd name="connsiteY292" fmla="*/ 227857 h 542813"/>
                  <a:gd name="connsiteX293" fmla="*/ 722795 w 767977"/>
                  <a:gd name="connsiteY293" fmla="*/ 232096 h 542813"/>
                  <a:gd name="connsiteX294" fmla="*/ 722521 w 767977"/>
                  <a:gd name="connsiteY294" fmla="*/ 242493 h 542813"/>
                  <a:gd name="connsiteX295" fmla="*/ 717158 w 767977"/>
                  <a:gd name="connsiteY295" fmla="*/ 242493 h 542813"/>
                  <a:gd name="connsiteX296" fmla="*/ 716264 w 767977"/>
                  <a:gd name="connsiteY296" fmla="*/ 269309 h 542813"/>
                  <a:gd name="connsiteX297" fmla="*/ 710901 w 767977"/>
                  <a:gd name="connsiteY297" fmla="*/ 270203 h 542813"/>
                  <a:gd name="connsiteX298" fmla="*/ 709505 w 767977"/>
                  <a:gd name="connsiteY298" fmla="*/ 289923 h 542813"/>
                  <a:gd name="connsiteX299" fmla="*/ 709388 w 767977"/>
                  <a:gd name="connsiteY299" fmla="*/ 293043 h 542813"/>
                  <a:gd name="connsiteX300" fmla="*/ 709114 w 767977"/>
                  <a:gd name="connsiteY300" fmla="*/ 300593 h 542813"/>
                  <a:gd name="connsiteX301" fmla="*/ 706935 w 767977"/>
                  <a:gd name="connsiteY301" fmla="*/ 300928 h 542813"/>
                  <a:gd name="connsiteX302" fmla="*/ 704645 w 767977"/>
                  <a:gd name="connsiteY302" fmla="*/ 301487 h 542813"/>
                  <a:gd name="connsiteX303" fmla="*/ 703468 w 767977"/>
                  <a:gd name="connsiteY303" fmla="*/ 308924 h 542813"/>
                  <a:gd name="connsiteX304" fmla="*/ 703354 w 767977"/>
                  <a:gd name="connsiteY304" fmla="*/ 312328 h 542813"/>
                  <a:gd name="connsiteX305" fmla="*/ 703248 w 767977"/>
                  <a:gd name="connsiteY305" fmla="*/ 315900 h 542813"/>
                  <a:gd name="connsiteX306" fmla="*/ 703131 w 767977"/>
                  <a:gd name="connsiteY306" fmla="*/ 319493 h 542813"/>
                  <a:gd name="connsiteX307" fmla="*/ 702857 w 767977"/>
                  <a:gd name="connsiteY307" fmla="*/ 328302 h 542813"/>
                  <a:gd name="connsiteX308" fmla="*/ 698388 w 767977"/>
                  <a:gd name="connsiteY308" fmla="*/ 329196 h 542813"/>
                  <a:gd name="connsiteX309" fmla="*/ 697211 w 767977"/>
                  <a:gd name="connsiteY309" fmla="*/ 338005 h 542813"/>
                  <a:gd name="connsiteX310" fmla="*/ 697155 w 767977"/>
                  <a:gd name="connsiteY310" fmla="*/ 339797 h 542813"/>
                  <a:gd name="connsiteX311" fmla="*/ 696991 w 767977"/>
                  <a:gd name="connsiteY311" fmla="*/ 345453 h 542813"/>
                  <a:gd name="connsiteX312" fmla="*/ 696874 w 767977"/>
                  <a:gd name="connsiteY312" fmla="*/ 349292 h 542813"/>
                  <a:gd name="connsiteX313" fmla="*/ 696600 w 767977"/>
                  <a:gd name="connsiteY313" fmla="*/ 358693 h 542813"/>
                  <a:gd name="connsiteX314" fmla="*/ 692131 w 767977"/>
                  <a:gd name="connsiteY314" fmla="*/ 358693 h 542813"/>
                  <a:gd name="connsiteX315" fmla="*/ 690231 w 767977"/>
                  <a:gd name="connsiteY315" fmla="*/ 376123 h 542813"/>
                  <a:gd name="connsiteX316" fmla="*/ 690256 w 767977"/>
                  <a:gd name="connsiteY316" fmla="*/ 378867 h 542813"/>
                  <a:gd name="connsiteX317" fmla="*/ 690343 w 767977"/>
                  <a:gd name="connsiteY317" fmla="*/ 385508 h 542813"/>
                  <a:gd name="connsiteX318" fmla="*/ 687717 w 767977"/>
                  <a:gd name="connsiteY318" fmla="*/ 386514 h 542813"/>
                  <a:gd name="connsiteX319" fmla="*/ 684380 w 767977"/>
                  <a:gd name="connsiteY319" fmla="*/ 390625 h 542813"/>
                  <a:gd name="connsiteX320" fmla="*/ 683803 w 767977"/>
                  <a:gd name="connsiteY320" fmla="*/ 399160 h 542813"/>
                  <a:gd name="connsiteX321" fmla="*/ 683690 w 767977"/>
                  <a:gd name="connsiteY321" fmla="*/ 402285 h 542813"/>
                  <a:gd name="connsiteX322" fmla="*/ 683583 w 767977"/>
                  <a:gd name="connsiteY322" fmla="*/ 405508 h 542813"/>
                  <a:gd name="connsiteX323" fmla="*/ 683466 w 767977"/>
                  <a:gd name="connsiteY323" fmla="*/ 408793 h 542813"/>
                  <a:gd name="connsiteX324" fmla="*/ 683192 w 767977"/>
                  <a:gd name="connsiteY324" fmla="*/ 416793 h 542813"/>
                  <a:gd name="connsiteX325" fmla="*/ 681014 w 767977"/>
                  <a:gd name="connsiteY325" fmla="*/ 417128 h 542813"/>
                  <a:gd name="connsiteX326" fmla="*/ 678723 w 767977"/>
                  <a:gd name="connsiteY326" fmla="*/ 417686 h 542813"/>
                  <a:gd name="connsiteX327" fmla="*/ 677546 w 767977"/>
                  <a:gd name="connsiteY327" fmla="*/ 425710 h 542813"/>
                  <a:gd name="connsiteX328" fmla="*/ 677490 w 767977"/>
                  <a:gd name="connsiteY328" fmla="*/ 427566 h 542813"/>
                  <a:gd name="connsiteX329" fmla="*/ 677326 w 767977"/>
                  <a:gd name="connsiteY329" fmla="*/ 433440 h 542813"/>
                  <a:gd name="connsiteX330" fmla="*/ 677210 w 767977"/>
                  <a:gd name="connsiteY330" fmla="*/ 437421 h 542813"/>
                  <a:gd name="connsiteX331" fmla="*/ 676935 w 767977"/>
                  <a:gd name="connsiteY331" fmla="*/ 447183 h 542813"/>
                  <a:gd name="connsiteX332" fmla="*/ 674757 w 767977"/>
                  <a:gd name="connsiteY332" fmla="*/ 447518 h 542813"/>
                  <a:gd name="connsiteX333" fmla="*/ 672466 w 767977"/>
                  <a:gd name="connsiteY333" fmla="*/ 448077 h 542813"/>
                  <a:gd name="connsiteX334" fmla="*/ 671290 w 767977"/>
                  <a:gd name="connsiteY334" fmla="*/ 455710 h 542813"/>
                  <a:gd name="connsiteX335" fmla="*/ 671176 w 767977"/>
                  <a:gd name="connsiteY335" fmla="*/ 459236 h 542813"/>
                  <a:gd name="connsiteX336" fmla="*/ 671070 w 767977"/>
                  <a:gd name="connsiteY336" fmla="*/ 462937 h 542813"/>
                  <a:gd name="connsiteX337" fmla="*/ 670953 w 767977"/>
                  <a:gd name="connsiteY337" fmla="*/ 466659 h 542813"/>
                  <a:gd name="connsiteX338" fmla="*/ 670679 w 767977"/>
                  <a:gd name="connsiteY338" fmla="*/ 475786 h 542813"/>
                  <a:gd name="connsiteX339" fmla="*/ 668053 w 767977"/>
                  <a:gd name="connsiteY339" fmla="*/ 476121 h 542813"/>
                  <a:gd name="connsiteX340" fmla="*/ 665316 w 767977"/>
                  <a:gd name="connsiteY340" fmla="*/ 476680 h 542813"/>
                  <a:gd name="connsiteX341" fmla="*/ 664366 w 767977"/>
                  <a:gd name="connsiteY341" fmla="*/ 482919 h 542813"/>
                  <a:gd name="connsiteX342" fmla="*/ 664387 w 767977"/>
                  <a:gd name="connsiteY342" fmla="*/ 485627 h 542813"/>
                  <a:gd name="connsiteX343" fmla="*/ 664457 w 767977"/>
                  <a:gd name="connsiteY343" fmla="*/ 491256 h 542813"/>
                  <a:gd name="connsiteX344" fmla="*/ 663528 w 767977"/>
                  <a:gd name="connsiteY344" fmla="*/ 505283 h 542813"/>
                  <a:gd name="connsiteX345" fmla="*/ 661852 w 767977"/>
                  <a:gd name="connsiteY345" fmla="*/ 505506 h 542813"/>
                  <a:gd name="connsiteX346" fmla="*/ 658963 w 767977"/>
                  <a:gd name="connsiteY346" fmla="*/ 507655 h 542813"/>
                  <a:gd name="connsiteX347" fmla="*/ 657795 w 767977"/>
                  <a:gd name="connsiteY347" fmla="*/ 515380 h 542813"/>
                  <a:gd name="connsiteX348" fmla="*/ 657690 w 767977"/>
                  <a:gd name="connsiteY348" fmla="*/ 518645 h 542813"/>
                  <a:gd name="connsiteX349" fmla="*/ 657606 w 767977"/>
                  <a:gd name="connsiteY349" fmla="*/ 522042 h 542813"/>
                  <a:gd name="connsiteX350" fmla="*/ 657501 w 767977"/>
                  <a:gd name="connsiteY350" fmla="*/ 525482 h 542813"/>
                  <a:gd name="connsiteX351" fmla="*/ 657271 w 767977"/>
                  <a:gd name="connsiteY351" fmla="*/ 533886 h 542813"/>
                  <a:gd name="connsiteX352" fmla="*/ 651908 w 767977"/>
                  <a:gd name="connsiteY352" fmla="*/ 533886 h 542813"/>
                  <a:gd name="connsiteX353" fmla="*/ 651014 w 767977"/>
                  <a:gd name="connsiteY353" fmla="*/ 542824 h 542813"/>
                  <a:gd name="connsiteX354" fmla="*/ 475821 w 767977"/>
                  <a:gd name="connsiteY354" fmla="*/ 542824 h 542813"/>
                  <a:gd name="connsiteX355" fmla="*/ 474927 w 767977"/>
                  <a:gd name="connsiteY355" fmla="*/ 529417 h 542813"/>
                  <a:gd name="connsiteX356" fmla="*/ 474033 w 767977"/>
                  <a:gd name="connsiteY356" fmla="*/ 527629 h 542813"/>
                  <a:gd name="connsiteX357" fmla="*/ 469564 w 767977"/>
                  <a:gd name="connsiteY357" fmla="*/ 526735 h 542813"/>
                  <a:gd name="connsiteX358" fmla="*/ 469400 w 767977"/>
                  <a:gd name="connsiteY358" fmla="*/ 523436 h 542813"/>
                  <a:gd name="connsiteX359" fmla="*/ 469173 w 767977"/>
                  <a:gd name="connsiteY359" fmla="*/ 519082 h 542813"/>
                  <a:gd name="connsiteX360" fmla="*/ 469067 w 767977"/>
                  <a:gd name="connsiteY360" fmla="*/ 516915 h 542813"/>
                  <a:gd name="connsiteX361" fmla="*/ 467776 w 767977"/>
                  <a:gd name="connsiteY361" fmla="*/ 504389 h 542813"/>
                  <a:gd name="connsiteX362" fmla="*/ 462413 w 767977"/>
                  <a:gd name="connsiteY362" fmla="*/ 502601 h 542813"/>
                  <a:gd name="connsiteX363" fmla="*/ 461520 w 767977"/>
                  <a:gd name="connsiteY363" fmla="*/ 482937 h 542813"/>
                  <a:gd name="connsiteX364" fmla="*/ 456157 w 767977"/>
                  <a:gd name="connsiteY364" fmla="*/ 481149 h 542813"/>
                  <a:gd name="connsiteX365" fmla="*/ 456103 w 767977"/>
                  <a:gd name="connsiteY365" fmla="*/ 479305 h 542813"/>
                  <a:gd name="connsiteX366" fmla="*/ 455821 w 767977"/>
                  <a:gd name="connsiteY366" fmla="*/ 471038 h 542813"/>
                  <a:gd name="connsiteX367" fmla="*/ 455738 w 767977"/>
                  <a:gd name="connsiteY367" fmla="*/ 468134 h 542813"/>
                  <a:gd name="connsiteX368" fmla="*/ 455633 w 767977"/>
                  <a:gd name="connsiteY368" fmla="*/ 465350 h 542813"/>
                  <a:gd name="connsiteX369" fmla="*/ 455548 w 767977"/>
                  <a:gd name="connsiteY369" fmla="*/ 462782 h 542813"/>
                  <a:gd name="connsiteX370" fmla="*/ 453475 w 767977"/>
                  <a:gd name="connsiteY370" fmla="*/ 457909 h 542813"/>
                  <a:gd name="connsiteX371" fmla="*/ 449900 w 767977"/>
                  <a:gd name="connsiteY371" fmla="*/ 457909 h 542813"/>
                  <a:gd name="connsiteX372" fmla="*/ 449846 w 767977"/>
                  <a:gd name="connsiteY372" fmla="*/ 456161 h 542813"/>
                  <a:gd name="connsiteX373" fmla="*/ 449564 w 767977"/>
                  <a:gd name="connsiteY373" fmla="*/ 448300 h 542813"/>
                  <a:gd name="connsiteX374" fmla="*/ 449481 w 767977"/>
                  <a:gd name="connsiteY374" fmla="*/ 445549 h 542813"/>
                  <a:gd name="connsiteX375" fmla="*/ 449376 w 767977"/>
                  <a:gd name="connsiteY375" fmla="*/ 442896 h 542813"/>
                  <a:gd name="connsiteX376" fmla="*/ 449291 w 767977"/>
                  <a:gd name="connsiteY376" fmla="*/ 440456 h 542813"/>
                  <a:gd name="connsiteX377" fmla="*/ 447218 w 767977"/>
                  <a:gd name="connsiteY377" fmla="*/ 434669 h 542813"/>
                  <a:gd name="connsiteX378" fmla="*/ 443643 w 767977"/>
                  <a:gd name="connsiteY378" fmla="*/ 433776 h 542813"/>
                  <a:gd name="connsiteX379" fmla="*/ 443196 w 767977"/>
                  <a:gd name="connsiteY379" fmla="*/ 426960 h 542813"/>
                  <a:gd name="connsiteX380" fmla="*/ 443067 w 767977"/>
                  <a:gd name="connsiteY380" fmla="*/ 425029 h 542813"/>
                  <a:gd name="connsiteX381" fmla="*/ 442833 w 767977"/>
                  <a:gd name="connsiteY381" fmla="*/ 416492 h 542813"/>
                  <a:gd name="connsiteX382" fmla="*/ 440961 w 767977"/>
                  <a:gd name="connsiteY382" fmla="*/ 411430 h 542813"/>
                  <a:gd name="connsiteX383" fmla="*/ 436492 w 767977"/>
                  <a:gd name="connsiteY383" fmla="*/ 410536 h 542813"/>
                  <a:gd name="connsiteX384" fmla="*/ 436438 w 767977"/>
                  <a:gd name="connsiteY384" fmla="*/ 408855 h 542813"/>
                  <a:gd name="connsiteX385" fmla="*/ 436157 w 767977"/>
                  <a:gd name="connsiteY385" fmla="*/ 401318 h 542813"/>
                  <a:gd name="connsiteX386" fmla="*/ 436073 w 767977"/>
                  <a:gd name="connsiteY386" fmla="*/ 398673 h 542813"/>
                  <a:gd name="connsiteX387" fmla="*/ 435968 w 767977"/>
                  <a:gd name="connsiteY387" fmla="*/ 396133 h 542813"/>
                  <a:gd name="connsiteX388" fmla="*/ 435883 w 767977"/>
                  <a:gd name="connsiteY388" fmla="*/ 393793 h 542813"/>
                  <a:gd name="connsiteX389" fmla="*/ 433811 w 767977"/>
                  <a:gd name="connsiteY389" fmla="*/ 389083 h 542813"/>
                  <a:gd name="connsiteX390" fmla="*/ 430235 w 767977"/>
                  <a:gd name="connsiteY390" fmla="*/ 389083 h 542813"/>
                  <a:gd name="connsiteX391" fmla="*/ 430181 w 767977"/>
                  <a:gd name="connsiteY391" fmla="*/ 387157 h 542813"/>
                  <a:gd name="connsiteX392" fmla="*/ 429900 w 767977"/>
                  <a:gd name="connsiteY392" fmla="*/ 378525 h 542813"/>
                  <a:gd name="connsiteX393" fmla="*/ 429816 w 767977"/>
                  <a:gd name="connsiteY393" fmla="*/ 375493 h 542813"/>
                  <a:gd name="connsiteX394" fmla="*/ 429711 w 767977"/>
                  <a:gd name="connsiteY394" fmla="*/ 372586 h 542813"/>
                  <a:gd name="connsiteX395" fmla="*/ 429626 w 767977"/>
                  <a:gd name="connsiteY395" fmla="*/ 369905 h 542813"/>
                  <a:gd name="connsiteX396" fmla="*/ 427554 w 767977"/>
                  <a:gd name="connsiteY396" fmla="*/ 364950 h 542813"/>
                  <a:gd name="connsiteX397" fmla="*/ 423978 w 767977"/>
                  <a:gd name="connsiteY397" fmla="*/ 364950 h 542813"/>
                  <a:gd name="connsiteX398" fmla="*/ 423925 w 767977"/>
                  <a:gd name="connsiteY398" fmla="*/ 363394 h 542813"/>
                  <a:gd name="connsiteX399" fmla="*/ 423643 w 767977"/>
                  <a:gd name="connsiteY399" fmla="*/ 356347 h 542813"/>
                  <a:gd name="connsiteX400" fmla="*/ 423559 w 767977"/>
                  <a:gd name="connsiteY400" fmla="*/ 353899 h 542813"/>
                  <a:gd name="connsiteX401" fmla="*/ 421297 w 767977"/>
                  <a:gd name="connsiteY401" fmla="*/ 341710 h 542813"/>
                  <a:gd name="connsiteX402" fmla="*/ 417721 w 767977"/>
                  <a:gd name="connsiteY402" fmla="*/ 341710 h 542813"/>
                  <a:gd name="connsiteX403" fmla="*/ 416941 w 767977"/>
                  <a:gd name="connsiteY403" fmla="*/ 329418 h 542813"/>
                  <a:gd name="connsiteX404" fmla="*/ 415040 w 767977"/>
                  <a:gd name="connsiteY404" fmla="*/ 320258 h 542813"/>
                  <a:gd name="connsiteX405" fmla="*/ 410571 w 767977"/>
                  <a:gd name="connsiteY405" fmla="*/ 319364 h 542813"/>
                  <a:gd name="connsiteX406" fmla="*/ 409677 w 767977"/>
                  <a:gd name="connsiteY406" fmla="*/ 296124 h 542813"/>
                  <a:gd name="connsiteX407" fmla="*/ 404314 w 767977"/>
                  <a:gd name="connsiteY407" fmla="*/ 295230 h 542813"/>
                  <a:gd name="connsiteX408" fmla="*/ 404260 w 767977"/>
                  <a:gd name="connsiteY408" fmla="*/ 293564 h 542813"/>
                  <a:gd name="connsiteX409" fmla="*/ 403979 w 767977"/>
                  <a:gd name="connsiteY409" fmla="*/ 286068 h 542813"/>
                  <a:gd name="connsiteX410" fmla="*/ 403895 w 767977"/>
                  <a:gd name="connsiteY410" fmla="*/ 283446 h 542813"/>
                  <a:gd name="connsiteX411" fmla="*/ 403790 w 767977"/>
                  <a:gd name="connsiteY411" fmla="*/ 280915 h 542813"/>
                  <a:gd name="connsiteX412" fmla="*/ 403705 w 767977"/>
                  <a:gd name="connsiteY412" fmla="*/ 278588 h 542813"/>
                  <a:gd name="connsiteX413" fmla="*/ 401632 w 767977"/>
                  <a:gd name="connsiteY413" fmla="*/ 272884 h 542813"/>
                  <a:gd name="connsiteX414" fmla="*/ 398057 w 767977"/>
                  <a:gd name="connsiteY414" fmla="*/ 272884 h 542813"/>
                  <a:gd name="connsiteX415" fmla="*/ 398017 w 767977"/>
                  <a:gd name="connsiteY415" fmla="*/ 271039 h 542813"/>
                  <a:gd name="connsiteX416" fmla="*/ 397778 w 767977"/>
                  <a:gd name="connsiteY416" fmla="*/ 262772 h 542813"/>
                  <a:gd name="connsiteX417" fmla="*/ 397716 w 767977"/>
                  <a:gd name="connsiteY417" fmla="*/ 259869 h 542813"/>
                  <a:gd name="connsiteX418" fmla="*/ 397620 w 767977"/>
                  <a:gd name="connsiteY418" fmla="*/ 257085 h 542813"/>
                  <a:gd name="connsiteX419" fmla="*/ 397549 w 767977"/>
                  <a:gd name="connsiteY419" fmla="*/ 254517 h 542813"/>
                  <a:gd name="connsiteX420" fmla="*/ 394481 w 767977"/>
                  <a:gd name="connsiteY420" fmla="*/ 249644 h 542813"/>
                  <a:gd name="connsiteX421" fmla="*/ 390906 w 767977"/>
                  <a:gd name="connsiteY421" fmla="*/ 248750 h 542813"/>
                  <a:gd name="connsiteX422" fmla="*/ 390012 w 767977"/>
                  <a:gd name="connsiteY422" fmla="*/ 227298 h 542813"/>
                  <a:gd name="connsiteX423" fmla="*/ 386292 w 767977"/>
                  <a:gd name="connsiteY423" fmla="*/ 229745 h 542813"/>
                  <a:gd name="connsiteX424" fmla="*/ 385173 w 767977"/>
                  <a:gd name="connsiteY424" fmla="*/ 236418 h 542813"/>
                  <a:gd name="connsiteX425" fmla="*/ 385068 w 767977"/>
                  <a:gd name="connsiteY425" fmla="*/ 239072 h 542813"/>
                  <a:gd name="connsiteX426" fmla="*/ 384984 w 767977"/>
                  <a:gd name="connsiteY426" fmla="*/ 241823 h 542813"/>
                  <a:gd name="connsiteX427" fmla="*/ 384880 w 767977"/>
                  <a:gd name="connsiteY427" fmla="*/ 244616 h 542813"/>
                  <a:gd name="connsiteX428" fmla="*/ 384649 w 767977"/>
                  <a:gd name="connsiteY428" fmla="*/ 251432 h 542813"/>
                  <a:gd name="connsiteX429" fmla="*/ 379286 w 767977"/>
                  <a:gd name="connsiteY429" fmla="*/ 251432 h 542813"/>
                  <a:gd name="connsiteX430" fmla="*/ 379232 w 767977"/>
                  <a:gd name="connsiteY430" fmla="*/ 253373 h 542813"/>
                  <a:gd name="connsiteX431" fmla="*/ 378951 w 767977"/>
                  <a:gd name="connsiteY431" fmla="*/ 262046 h 542813"/>
                  <a:gd name="connsiteX432" fmla="*/ 378867 w 767977"/>
                  <a:gd name="connsiteY432" fmla="*/ 265101 h 542813"/>
                  <a:gd name="connsiteX433" fmla="*/ 378762 w 767977"/>
                  <a:gd name="connsiteY433" fmla="*/ 268017 h 542813"/>
                  <a:gd name="connsiteX434" fmla="*/ 378677 w 767977"/>
                  <a:gd name="connsiteY434" fmla="*/ 270712 h 542813"/>
                  <a:gd name="connsiteX435" fmla="*/ 376605 w 767977"/>
                  <a:gd name="connsiteY435" fmla="*/ 274672 h 542813"/>
                  <a:gd name="connsiteX436" fmla="*/ 374761 w 767977"/>
                  <a:gd name="connsiteY436" fmla="*/ 275063 h 542813"/>
                  <a:gd name="connsiteX437" fmla="*/ 373029 w 767977"/>
                  <a:gd name="connsiteY437" fmla="*/ 275566 h 542813"/>
                  <a:gd name="connsiteX438" fmla="*/ 371853 w 767977"/>
                  <a:gd name="connsiteY438" fmla="*/ 283006 h 542813"/>
                  <a:gd name="connsiteX439" fmla="*/ 371739 w 767977"/>
                  <a:gd name="connsiteY439" fmla="*/ 285791 h 542813"/>
                  <a:gd name="connsiteX440" fmla="*/ 371633 w 767977"/>
                  <a:gd name="connsiteY440" fmla="*/ 288694 h 542813"/>
                  <a:gd name="connsiteX441" fmla="*/ 371516 w 767977"/>
                  <a:gd name="connsiteY441" fmla="*/ 291629 h 542813"/>
                  <a:gd name="connsiteX442" fmla="*/ 371242 w 767977"/>
                  <a:gd name="connsiteY442" fmla="*/ 298805 h 542813"/>
                  <a:gd name="connsiteX443" fmla="*/ 366772 w 767977"/>
                  <a:gd name="connsiteY443" fmla="*/ 299699 h 542813"/>
                  <a:gd name="connsiteX444" fmla="*/ 365596 w 767977"/>
                  <a:gd name="connsiteY444" fmla="*/ 306749 h 542813"/>
                  <a:gd name="connsiteX445" fmla="*/ 365482 w 767977"/>
                  <a:gd name="connsiteY445" fmla="*/ 309289 h 542813"/>
                  <a:gd name="connsiteX446" fmla="*/ 365376 w 767977"/>
                  <a:gd name="connsiteY446" fmla="*/ 311934 h 542813"/>
                  <a:gd name="connsiteX447" fmla="*/ 365259 w 767977"/>
                  <a:gd name="connsiteY447" fmla="*/ 314610 h 542813"/>
                  <a:gd name="connsiteX448" fmla="*/ 364985 w 767977"/>
                  <a:gd name="connsiteY448" fmla="*/ 321152 h 542813"/>
                  <a:gd name="connsiteX449" fmla="*/ 359622 w 767977"/>
                  <a:gd name="connsiteY449" fmla="*/ 322045 h 542813"/>
                  <a:gd name="connsiteX450" fmla="*/ 358728 w 767977"/>
                  <a:gd name="connsiteY450" fmla="*/ 345285 h 542813"/>
                  <a:gd name="connsiteX451" fmla="*/ 353365 w 767977"/>
                  <a:gd name="connsiteY451" fmla="*/ 347073 h 542813"/>
                  <a:gd name="connsiteX452" fmla="*/ 352499 w 767977"/>
                  <a:gd name="connsiteY452" fmla="*/ 361126 h 542813"/>
                  <a:gd name="connsiteX453" fmla="*/ 351577 w 767977"/>
                  <a:gd name="connsiteY453" fmla="*/ 367631 h 542813"/>
                  <a:gd name="connsiteX454" fmla="*/ 347108 w 767977"/>
                  <a:gd name="connsiteY454" fmla="*/ 368525 h 542813"/>
                  <a:gd name="connsiteX455" fmla="*/ 345931 w 767977"/>
                  <a:gd name="connsiteY455" fmla="*/ 377341 h 542813"/>
                  <a:gd name="connsiteX456" fmla="*/ 345818 w 767977"/>
                  <a:gd name="connsiteY456" fmla="*/ 379742 h 542813"/>
                  <a:gd name="connsiteX457" fmla="*/ 345711 w 767977"/>
                  <a:gd name="connsiteY457" fmla="*/ 382212 h 542813"/>
                  <a:gd name="connsiteX458" fmla="*/ 345594 w 767977"/>
                  <a:gd name="connsiteY458" fmla="*/ 384735 h 542813"/>
                  <a:gd name="connsiteX459" fmla="*/ 345320 w 767977"/>
                  <a:gd name="connsiteY459" fmla="*/ 390871 h 542813"/>
                  <a:gd name="connsiteX460" fmla="*/ 343141 w 767977"/>
                  <a:gd name="connsiteY460" fmla="*/ 391262 h 542813"/>
                  <a:gd name="connsiteX461" fmla="*/ 339957 w 767977"/>
                  <a:gd name="connsiteY461" fmla="*/ 392659 h 542813"/>
                  <a:gd name="connsiteX462" fmla="*/ 339674 w 767977"/>
                  <a:gd name="connsiteY462" fmla="*/ 397634 h 542813"/>
                  <a:gd name="connsiteX463" fmla="*/ 339561 w 767977"/>
                  <a:gd name="connsiteY463" fmla="*/ 400681 h 542813"/>
                  <a:gd name="connsiteX464" fmla="*/ 339454 w 767977"/>
                  <a:gd name="connsiteY464" fmla="*/ 403888 h 542813"/>
                  <a:gd name="connsiteX465" fmla="*/ 339337 w 767977"/>
                  <a:gd name="connsiteY465" fmla="*/ 407105 h 542813"/>
                  <a:gd name="connsiteX466" fmla="*/ 339063 w 767977"/>
                  <a:gd name="connsiteY466" fmla="*/ 415005 h 542813"/>
                  <a:gd name="connsiteX467" fmla="*/ 336885 w 767977"/>
                  <a:gd name="connsiteY467" fmla="*/ 415340 h 542813"/>
                  <a:gd name="connsiteX468" fmla="*/ 334594 w 767977"/>
                  <a:gd name="connsiteY468" fmla="*/ 415899 h 542813"/>
                  <a:gd name="connsiteX469" fmla="*/ 333417 w 767977"/>
                  <a:gd name="connsiteY469" fmla="*/ 421967 h 542813"/>
                  <a:gd name="connsiteX470" fmla="*/ 333304 w 767977"/>
                  <a:gd name="connsiteY470" fmla="*/ 424516 h 542813"/>
                  <a:gd name="connsiteX471" fmla="*/ 333197 w 767977"/>
                  <a:gd name="connsiteY471" fmla="*/ 427183 h 542813"/>
                  <a:gd name="connsiteX472" fmla="*/ 333080 w 767977"/>
                  <a:gd name="connsiteY472" fmla="*/ 429872 h 542813"/>
                  <a:gd name="connsiteX473" fmla="*/ 332806 w 767977"/>
                  <a:gd name="connsiteY473" fmla="*/ 436457 h 542813"/>
                  <a:gd name="connsiteX474" fmla="*/ 330181 w 767977"/>
                  <a:gd name="connsiteY474" fmla="*/ 437239 h 542813"/>
                  <a:gd name="connsiteX475" fmla="*/ 326550 w 767977"/>
                  <a:gd name="connsiteY475" fmla="*/ 440032 h 542813"/>
                  <a:gd name="connsiteX476" fmla="*/ 326550 w 767977"/>
                  <a:gd name="connsiteY476" fmla="*/ 444837 h 542813"/>
                  <a:gd name="connsiteX477" fmla="*/ 325656 w 767977"/>
                  <a:gd name="connsiteY477" fmla="*/ 461485 h 542813"/>
                  <a:gd name="connsiteX478" fmla="*/ 323477 w 767977"/>
                  <a:gd name="connsiteY478" fmla="*/ 462267 h 542813"/>
                  <a:gd name="connsiteX479" fmla="*/ 320293 w 767977"/>
                  <a:gd name="connsiteY479" fmla="*/ 465060 h 542813"/>
                  <a:gd name="connsiteX480" fmla="*/ 320010 w 767977"/>
                  <a:gd name="connsiteY480" fmla="*/ 469341 h 542813"/>
                  <a:gd name="connsiteX481" fmla="*/ 319896 w 767977"/>
                  <a:gd name="connsiteY481" fmla="*/ 471889 h 542813"/>
                  <a:gd name="connsiteX482" fmla="*/ 319790 w 767977"/>
                  <a:gd name="connsiteY482" fmla="*/ 474557 h 542813"/>
                  <a:gd name="connsiteX483" fmla="*/ 319673 w 767977"/>
                  <a:gd name="connsiteY483" fmla="*/ 477246 h 542813"/>
                  <a:gd name="connsiteX484" fmla="*/ 319399 w 767977"/>
                  <a:gd name="connsiteY484" fmla="*/ 483831 h 542813"/>
                  <a:gd name="connsiteX485" fmla="*/ 317220 w 767977"/>
                  <a:gd name="connsiteY485" fmla="*/ 484166 h 542813"/>
                  <a:gd name="connsiteX486" fmla="*/ 314930 w 767977"/>
                  <a:gd name="connsiteY486" fmla="*/ 484725 h 542813"/>
                  <a:gd name="connsiteX487" fmla="*/ 313753 w 767977"/>
                  <a:gd name="connsiteY487" fmla="*/ 491379 h 542813"/>
                  <a:gd name="connsiteX488" fmla="*/ 313639 w 767977"/>
                  <a:gd name="connsiteY488" fmla="*/ 494295 h 542813"/>
                  <a:gd name="connsiteX489" fmla="*/ 313533 w 767977"/>
                  <a:gd name="connsiteY489" fmla="*/ 497350 h 542813"/>
                  <a:gd name="connsiteX490" fmla="*/ 313416 w 767977"/>
                  <a:gd name="connsiteY490" fmla="*/ 500426 h 542813"/>
                  <a:gd name="connsiteX491" fmla="*/ 313142 w 767977"/>
                  <a:gd name="connsiteY491" fmla="*/ 507964 h 542813"/>
                  <a:gd name="connsiteX492" fmla="*/ 307779 w 767977"/>
                  <a:gd name="connsiteY492" fmla="*/ 508858 h 542813"/>
                  <a:gd name="connsiteX493" fmla="*/ 306829 w 767977"/>
                  <a:gd name="connsiteY493" fmla="*/ 522601 h 542813"/>
                  <a:gd name="connsiteX494" fmla="*/ 306841 w 767977"/>
                  <a:gd name="connsiteY494" fmla="*/ 524853 h 542813"/>
                  <a:gd name="connsiteX495" fmla="*/ 306885 w 767977"/>
                  <a:gd name="connsiteY495" fmla="*/ 530310 h 542813"/>
                  <a:gd name="connsiteX496" fmla="*/ 302416 w 767977"/>
                  <a:gd name="connsiteY496" fmla="*/ 531204 h 542813"/>
                  <a:gd name="connsiteX497" fmla="*/ 299734 w 767977"/>
                  <a:gd name="connsiteY497" fmla="*/ 542824 h 542813"/>
                  <a:gd name="connsiteX498" fmla="*/ 231603 w 767977"/>
                  <a:gd name="connsiteY498" fmla="*/ 542871 h 542813"/>
                  <a:gd name="connsiteX499" fmla="*/ 199971 w 767977"/>
                  <a:gd name="connsiteY499" fmla="*/ 542892 h 542813"/>
                  <a:gd name="connsiteX500" fmla="*/ 172411 w 767977"/>
                  <a:gd name="connsiteY500" fmla="*/ 542908 h 542813"/>
                  <a:gd name="connsiteX501" fmla="*/ 157809 w 767977"/>
                  <a:gd name="connsiteY501" fmla="*/ 542919 h 542813"/>
                  <a:gd name="connsiteX502" fmla="*/ 144082 w 767977"/>
                  <a:gd name="connsiteY502" fmla="*/ 542925 h 542813"/>
                  <a:gd name="connsiteX503" fmla="*/ 139028 w 767977"/>
                  <a:gd name="connsiteY503" fmla="*/ 542931 h 542813"/>
                  <a:gd name="connsiteX504" fmla="*/ 132160 w 767977"/>
                  <a:gd name="connsiteY504" fmla="*/ 542932 h 542813"/>
                  <a:gd name="connsiteX505" fmla="*/ 130112 w 767977"/>
                  <a:gd name="connsiteY505" fmla="*/ 542940 h 542813"/>
                  <a:gd name="connsiteX506" fmla="*/ 124541 w 767977"/>
                  <a:gd name="connsiteY506" fmla="*/ 541930 h 542813"/>
                  <a:gd name="connsiteX507" fmla="*/ 124094 w 767977"/>
                  <a:gd name="connsiteY507" fmla="*/ 536623 h 542813"/>
                  <a:gd name="connsiteX508" fmla="*/ 122754 w 767977"/>
                  <a:gd name="connsiteY508" fmla="*/ 529417 h 542813"/>
                  <a:gd name="connsiteX509" fmla="*/ 118284 w 767977"/>
                  <a:gd name="connsiteY509" fmla="*/ 529417 h 542813"/>
                  <a:gd name="connsiteX510" fmla="*/ 118231 w 767977"/>
                  <a:gd name="connsiteY510" fmla="*/ 526983 h 542813"/>
                  <a:gd name="connsiteX511" fmla="*/ 118001 w 767977"/>
                  <a:gd name="connsiteY511" fmla="*/ 518058 h 542813"/>
                  <a:gd name="connsiteX512" fmla="*/ 117907 w 767977"/>
                  <a:gd name="connsiteY512" fmla="*/ 514193 h 542813"/>
                  <a:gd name="connsiteX513" fmla="*/ 117761 w 767977"/>
                  <a:gd name="connsiteY513" fmla="*/ 508642 h 542813"/>
                  <a:gd name="connsiteX514" fmla="*/ 117676 w 767977"/>
                  <a:gd name="connsiteY514" fmla="*/ 505266 h 542813"/>
                  <a:gd name="connsiteX515" fmla="*/ 115603 w 767977"/>
                  <a:gd name="connsiteY515" fmla="*/ 500814 h 542813"/>
                  <a:gd name="connsiteX516" fmla="*/ 112027 w 767977"/>
                  <a:gd name="connsiteY516" fmla="*/ 500814 h 542813"/>
                  <a:gd name="connsiteX517" fmla="*/ 111974 w 767977"/>
                  <a:gd name="connsiteY517" fmla="*/ 498683 h 542813"/>
                  <a:gd name="connsiteX518" fmla="*/ 111692 w 767977"/>
                  <a:gd name="connsiteY518" fmla="*/ 489082 h 542813"/>
                  <a:gd name="connsiteX519" fmla="*/ 111608 w 767977"/>
                  <a:gd name="connsiteY519" fmla="*/ 485730 h 542813"/>
                  <a:gd name="connsiteX520" fmla="*/ 111504 w 767977"/>
                  <a:gd name="connsiteY520" fmla="*/ 482483 h 542813"/>
                  <a:gd name="connsiteX521" fmla="*/ 111419 w 767977"/>
                  <a:gd name="connsiteY521" fmla="*/ 479504 h 542813"/>
                  <a:gd name="connsiteX522" fmla="*/ 109346 w 767977"/>
                  <a:gd name="connsiteY522" fmla="*/ 471317 h 542813"/>
                  <a:gd name="connsiteX523" fmla="*/ 105771 w 767977"/>
                  <a:gd name="connsiteY523" fmla="*/ 470423 h 542813"/>
                  <a:gd name="connsiteX524" fmla="*/ 104852 w 767977"/>
                  <a:gd name="connsiteY524" fmla="*/ 463925 h 542813"/>
                  <a:gd name="connsiteX525" fmla="*/ 104885 w 767977"/>
                  <a:gd name="connsiteY525" fmla="*/ 461071 h 542813"/>
                  <a:gd name="connsiteX526" fmla="*/ 104990 w 767977"/>
                  <a:gd name="connsiteY526" fmla="*/ 455114 h 542813"/>
                  <a:gd name="connsiteX527" fmla="*/ 105020 w 767977"/>
                  <a:gd name="connsiteY527" fmla="*/ 452249 h 542813"/>
                  <a:gd name="connsiteX528" fmla="*/ 105066 w 767977"/>
                  <a:gd name="connsiteY528" fmla="*/ 449631 h 542813"/>
                  <a:gd name="connsiteX529" fmla="*/ 103089 w 767977"/>
                  <a:gd name="connsiteY529" fmla="*/ 442714 h 542813"/>
                  <a:gd name="connsiteX530" fmla="*/ 98620 w 767977"/>
                  <a:gd name="connsiteY530" fmla="*/ 441820 h 542813"/>
                  <a:gd name="connsiteX531" fmla="*/ 98552 w 767977"/>
                  <a:gd name="connsiteY531" fmla="*/ 439387 h 542813"/>
                  <a:gd name="connsiteX532" fmla="*/ 98287 w 767977"/>
                  <a:gd name="connsiteY532" fmla="*/ 430462 h 542813"/>
                  <a:gd name="connsiteX533" fmla="*/ 98175 w 767977"/>
                  <a:gd name="connsiteY533" fmla="*/ 426596 h 542813"/>
                  <a:gd name="connsiteX534" fmla="*/ 98009 w 767977"/>
                  <a:gd name="connsiteY534" fmla="*/ 421045 h 542813"/>
                  <a:gd name="connsiteX535" fmla="*/ 97910 w 767977"/>
                  <a:gd name="connsiteY535" fmla="*/ 417669 h 542813"/>
                  <a:gd name="connsiteX536" fmla="*/ 96832 w 767977"/>
                  <a:gd name="connsiteY536" fmla="*/ 413217 h 542813"/>
                  <a:gd name="connsiteX537" fmla="*/ 92363 w 767977"/>
                  <a:gd name="connsiteY537" fmla="*/ 413217 h 542813"/>
                  <a:gd name="connsiteX538" fmla="*/ 92309 w 767977"/>
                  <a:gd name="connsiteY538" fmla="*/ 410880 h 542813"/>
                  <a:gd name="connsiteX539" fmla="*/ 92079 w 767977"/>
                  <a:gd name="connsiteY539" fmla="*/ 402290 h 542813"/>
                  <a:gd name="connsiteX540" fmla="*/ 91986 w 767977"/>
                  <a:gd name="connsiteY540" fmla="*/ 398573 h 542813"/>
                  <a:gd name="connsiteX541" fmla="*/ 91839 w 767977"/>
                  <a:gd name="connsiteY541" fmla="*/ 393228 h 542813"/>
                  <a:gd name="connsiteX542" fmla="*/ 91754 w 767977"/>
                  <a:gd name="connsiteY542" fmla="*/ 389980 h 542813"/>
                  <a:gd name="connsiteX543" fmla="*/ 89681 w 767977"/>
                  <a:gd name="connsiteY543" fmla="*/ 384614 h 542813"/>
                  <a:gd name="connsiteX544" fmla="*/ 86106 w 767977"/>
                  <a:gd name="connsiteY544" fmla="*/ 384614 h 542813"/>
                  <a:gd name="connsiteX545" fmla="*/ 86052 w 767977"/>
                  <a:gd name="connsiteY545" fmla="*/ 382580 h 542813"/>
                  <a:gd name="connsiteX546" fmla="*/ 85771 w 767977"/>
                  <a:gd name="connsiteY546" fmla="*/ 373385 h 542813"/>
                  <a:gd name="connsiteX547" fmla="*/ 85687 w 767977"/>
                  <a:gd name="connsiteY547" fmla="*/ 370185 h 542813"/>
                  <a:gd name="connsiteX548" fmla="*/ 83425 w 767977"/>
                  <a:gd name="connsiteY548" fmla="*/ 355117 h 542813"/>
                  <a:gd name="connsiteX549" fmla="*/ 78955 w 767977"/>
                  <a:gd name="connsiteY549" fmla="*/ 354224 h 542813"/>
                  <a:gd name="connsiteX550" fmla="*/ 78062 w 767977"/>
                  <a:gd name="connsiteY550" fmla="*/ 327408 h 542813"/>
                  <a:gd name="connsiteX551" fmla="*/ 72698 w 767977"/>
                  <a:gd name="connsiteY551" fmla="*/ 326515 h 542813"/>
                  <a:gd name="connsiteX552" fmla="*/ 72631 w 767977"/>
                  <a:gd name="connsiteY552" fmla="*/ 324096 h 542813"/>
                  <a:gd name="connsiteX553" fmla="*/ 72366 w 767977"/>
                  <a:gd name="connsiteY553" fmla="*/ 315205 h 542813"/>
                  <a:gd name="connsiteX554" fmla="*/ 72254 w 767977"/>
                  <a:gd name="connsiteY554" fmla="*/ 311358 h 542813"/>
                  <a:gd name="connsiteX555" fmla="*/ 72087 w 767977"/>
                  <a:gd name="connsiteY555" fmla="*/ 305827 h 542813"/>
                  <a:gd name="connsiteX556" fmla="*/ 71988 w 767977"/>
                  <a:gd name="connsiteY556" fmla="*/ 302465 h 542813"/>
                  <a:gd name="connsiteX557" fmla="*/ 70911 w 767977"/>
                  <a:gd name="connsiteY557" fmla="*/ 297018 h 542813"/>
                  <a:gd name="connsiteX558" fmla="*/ 66442 w 767977"/>
                  <a:gd name="connsiteY558" fmla="*/ 296124 h 542813"/>
                  <a:gd name="connsiteX559" fmla="*/ 66388 w 767977"/>
                  <a:gd name="connsiteY559" fmla="*/ 293869 h 542813"/>
                  <a:gd name="connsiteX560" fmla="*/ 66158 w 767977"/>
                  <a:gd name="connsiteY560" fmla="*/ 285578 h 542813"/>
                  <a:gd name="connsiteX561" fmla="*/ 66023 w 767977"/>
                  <a:gd name="connsiteY561" fmla="*/ 280229 h 542813"/>
                  <a:gd name="connsiteX562" fmla="*/ 65918 w 767977"/>
                  <a:gd name="connsiteY562" fmla="*/ 276833 h 542813"/>
                  <a:gd name="connsiteX563" fmla="*/ 65833 w 767977"/>
                  <a:gd name="connsiteY563" fmla="*/ 273698 h 542813"/>
                  <a:gd name="connsiteX564" fmla="*/ 63760 w 767977"/>
                  <a:gd name="connsiteY564" fmla="*/ 268415 h 542813"/>
                  <a:gd name="connsiteX565" fmla="*/ 60185 w 767977"/>
                  <a:gd name="connsiteY565" fmla="*/ 267521 h 542813"/>
                  <a:gd name="connsiteX566" fmla="*/ 60021 w 767977"/>
                  <a:gd name="connsiteY566" fmla="*/ 264410 h 542813"/>
                  <a:gd name="connsiteX567" fmla="*/ 58397 w 767977"/>
                  <a:gd name="connsiteY567" fmla="*/ 239812 h 542813"/>
                  <a:gd name="connsiteX568" fmla="*/ 53034 w 767977"/>
                  <a:gd name="connsiteY568" fmla="*/ 238024 h 542813"/>
                  <a:gd name="connsiteX569" fmla="*/ 52966 w 767977"/>
                  <a:gd name="connsiteY569" fmla="*/ 235673 h 542813"/>
                  <a:gd name="connsiteX570" fmla="*/ 52701 w 767977"/>
                  <a:gd name="connsiteY570" fmla="*/ 227048 h 542813"/>
                  <a:gd name="connsiteX571" fmla="*/ 52589 w 767977"/>
                  <a:gd name="connsiteY571" fmla="*/ 223313 h 542813"/>
                  <a:gd name="connsiteX572" fmla="*/ 52423 w 767977"/>
                  <a:gd name="connsiteY572" fmla="*/ 217948 h 542813"/>
                  <a:gd name="connsiteX573" fmla="*/ 52324 w 767977"/>
                  <a:gd name="connsiteY573" fmla="*/ 214685 h 542813"/>
                  <a:gd name="connsiteX574" fmla="*/ 51246 w 767977"/>
                  <a:gd name="connsiteY574" fmla="*/ 210315 h 542813"/>
                  <a:gd name="connsiteX575" fmla="*/ 46777 w 767977"/>
                  <a:gd name="connsiteY575" fmla="*/ 210315 h 542813"/>
                  <a:gd name="connsiteX576" fmla="*/ 46709 w 767977"/>
                  <a:gd name="connsiteY576" fmla="*/ 207896 h 542813"/>
                  <a:gd name="connsiteX577" fmla="*/ 46444 w 767977"/>
                  <a:gd name="connsiteY577" fmla="*/ 199006 h 542813"/>
                  <a:gd name="connsiteX578" fmla="*/ 46333 w 767977"/>
                  <a:gd name="connsiteY578" fmla="*/ 195159 h 542813"/>
                  <a:gd name="connsiteX579" fmla="*/ 46166 w 767977"/>
                  <a:gd name="connsiteY579" fmla="*/ 189628 h 542813"/>
                  <a:gd name="connsiteX580" fmla="*/ 46067 w 767977"/>
                  <a:gd name="connsiteY580" fmla="*/ 186266 h 542813"/>
                  <a:gd name="connsiteX581" fmla="*/ 44989 w 767977"/>
                  <a:gd name="connsiteY581" fmla="*/ 180818 h 542813"/>
                  <a:gd name="connsiteX582" fmla="*/ 40520 w 767977"/>
                  <a:gd name="connsiteY582" fmla="*/ 179925 h 542813"/>
                  <a:gd name="connsiteX583" fmla="*/ 40466 w 767977"/>
                  <a:gd name="connsiteY583" fmla="*/ 177655 h 542813"/>
                  <a:gd name="connsiteX584" fmla="*/ 40236 w 767977"/>
                  <a:gd name="connsiteY584" fmla="*/ 169330 h 542813"/>
                  <a:gd name="connsiteX585" fmla="*/ 40101 w 767977"/>
                  <a:gd name="connsiteY585" fmla="*/ 163951 h 542813"/>
                  <a:gd name="connsiteX586" fmla="*/ 39996 w 767977"/>
                  <a:gd name="connsiteY586" fmla="*/ 160546 h 542813"/>
                  <a:gd name="connsiteX587" fmla="*/ 39911 w 767977"/>
                  <a:gd name="connsiteY587" fmla="*/ 157397 h 542813"/>
                  <a:gd name="connsiteX588" fmla="*/ 37839 w 767977"/>
                  <a:gd name="connsiteY588" fmla="*/ 153109 h 542813"/>
                  <a:gd name="connsiteX589" fmla="*/ 35995 w 767977"/>
                  <a:gd name="connsiteY589" fmla="*/ 152662 h 542813"/>
                  <a:gd name="connsiteX590" fmla="*/ 34263 w 767977"/>
                  <a:gd name="connsiteY590" fmla="*/ 152215 h 542813"/>
                  <a:gd name="connsiteX591" fmla="*/ 33376 w 767977"/>
                  <a:gd name="connsiteY591" fmla="*/ 146172 h 542813"/>
                  <a:gd name="connsiteX592" fmla="*/ 33422 w 767977"/>
                  <a:gd name="connsiteY592" fmla="*/ 143586 h 542813"/>
                  <a:gd name="connsiteX593" fmla="*/ 33561 w 767977"/>
                  <a:gd name="connsiteY593" fmla="*/ 138216 h 542813"/>
                  <a:gd name="connsiteX594" fmla="*/ 30688 w 767977"/>
                  <a:gd name="connsiteY594" fmla="*/ 124506 h 542813"/>
                  <a:gd name="connsiteX595" fmla="*/ 27113 w 767977"/>
                  <a:gd name="connsiteY595" fmla="*/ 124506 h 542813"/>
                  <a:gd name="connsiteX596" fmla="*/ 26219 w 767977"/>
                  <a:gd name="connsiteY596" fmla="*/ 95903 h 542813"/>
                  <a:gd name="connsiteX597" fmla="*/ 20856 w 767977"/>
                  <a:gd name="connsiteY597" fmla="*/ 95010 h 542813"/>
                  <a:gd name="connsiteX598" fmla="*/ 20802 w 767977"/>
                  <a:gd name="connsiteY598" fmla="*/ 92769 h 542813"/>
                  <a:gd name="connsiteX599" fmla="*/ 20520 w 767977"/>
                  <a:gd name="connsiteY599" fmla="*/ 82719 h 542813"/>
                  <a:gd name="connsiteX600" fmla="*/ 20437 w 767977"/>
                  <a:gd name="connsiteY600" fmla="*/ 79193 h 542813"/>
                  <a:gd name="connsiteX601" fmla="*/ 20332 w 767977"/>
                  <a:gd name="connsiteY601" fmla="*/ 75806 h 542813"/>
                  <a:gd name="connsiteX602" fmla="*/ 20247 w 767977"/>
                  <a:gd name="connsiteY602" fmla="*/ 72685 h 542813"/>
                  <a:gd name="connsiteX603" fmla="*/ 18174 w 767977"/>
                  <a:gd name="connsiteY603" fmla="*/ 66407 h 542813"/>
                  <a:gd name="connsiteX604" fmla="*/ 14599 w 767977"/>
                  <a:gd name="connsiteY604" fmla="*/ 66407 h 542813"/>
                  <a:gd name="connsiteX605" fmla="*/ 14545 w 767977"/>
                  <a:gd name="connsiteY605" fmla="*/ 63891 h 542813"/>
                  <a:gd name="connsiteX606" fmla="*/ 14315 w 767977"/>
                  <a:gd name="connsiteY606" fmla="*/ 54666 h 542813"/>
                  <a:gd name="connsiteX607" fmla="*/ 14222 w 767977"/>
                  <a:gd name="connsiteY607" fmla="*/ 50671 h 542813"/>
                  <a:gd name="connsiteX608" fmla="*/ 14075 w 767977"/>
                  <a:gd name="connsiteY608" fmla="*/ 44934 h 542813"/>
                  <a:gd name="connsiteX609" fmla="*/ 13990 w 767977"/>
                  <a:gd name="connsiteY609" fmla="*/ 41444 h 542813"/>
                  <a:gd name="connsiteX610" fmla="*/ 11917 w 767977"/>
                  <a:gd name="connsiteY610" fmla="*/ 36910 h 542813"/>
                  <a:gd name="connsiteX611" fmla="*/ 7448 w 767977"/>
                  <a:gd name="connsiteY611" fmla="*/ 35122 h 542813"/>
                  <a:gd name="connsiteX612" fmla="*/ 7380 w 767977"/>
                  <a:gd name="connsiteY612" fmla="*/ 32949 h 542813"/>
                  <a:gd name="connsiteX613" fmla="*/ 7057 w 767977"/>
                  <a:gd name="connsiteY613" fmla="*/ 23223 h 542813"/>
                  <a:gd name="connsiteX614" fmla="*/ 6950 w 767977"/>
                  <a:gd name="connsiteY614" fmla="*/ 19803 h 542813"/>
                  <a:gd name="connsiteX615" fmla="*/ 6837 w 767977"/>
                  <a:gd name="connsiteY615" fmla="*/ 16530 h 542813"/>
                  <a:gd name="connsiteX616" fmla="*/ 6738 w 767977"/>
                  <a:gd name="connsiteY616" fmla="*/ 13508 h 542813"/>
                  <a:gd name="connsiteX617" fmla="*/ 5660 w 767977"/>
                  <a:gd name="connsiteY617" fmla="*/ 8307 h 542813"/>
                  <a:gd name="connsiteX618" fmla="*/ 1191 w 767977"/>
                  <a:gd name="connsiteY618" fmla="*/ 9201 h 542813"/>
                  <a:gd name="connsiteX619" fmla="*/ 1191 w 767977"/>
                  <a:gd name="connsiteY619" fmla="*/ 3838 h 542813"/>
                  <a:gd name="connsiteX620" fmla="*/ 15959 w 767977"/>
                  <a:gd name="connsiteY620" fmla="*/ 149 h 5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Lst>
                <a:rect l="l" t="t" r="r" b="b"/>
                <a:pathLst>
                  <a:path w="767977" h="542813">
                    <a:moveTo>
                      <a:pt x="15959" y="149"/>
                    </a:moveTo>
                    <a:cubicBezTo>
                      <a:pt x="16628" y="147"/>
                      <a:pt x="17297" y="146"/>
                      <a:pt x="17987" y="145"/>
                    </a:cubicBezTo>
                    <a:cubicBezTo>
                      <a:pt x="20225" y="141"/>
                      <a:pt x="22464" y="144"/>
                      <a:pt x="24702" y="147"/>
                    </a:cubicBezTo>
                    <a:cubicBezTo>
                      <a:pt x="26308" y="146"/>
                      <a:pt x="27915" y="144"/>
                      <a:pt x="29521" y="142"/>
                    </a:cubicBezTo>
                    <a:cubicBezTo>
                      <a:pt x="33881" y="138"/>
                      <a:pt x="38241" y="139"/>
                      <a:pt x="42601" y="142"/>
                    </a:cubicBezTo>
                    <a:cubicBezTo>
                      <a:pt x="47163" y="145"/>
                      <a:pt x="51724" y="142"/>
                      <a:pt x="56285" y="141"/>
                    </a:cubicBezTo>
                    <a:cubicBezTo>
                      <a:pt x="63944" y="139"/>
                      <a:pt x="71603" y="142"/>
                      <a:pt x="79262" y="146"/>
                    </a:cubicBezTo>
                    <a:cubicBezTo>
                      <a:pt x="88121" y="151"/>
                      <a:pt x="96979" y="149"/>
                      <a:pt x="105838" y="144"/>
                    </a:cubicBezTo>
                    <a:cubicBezTo>
                      <a:pt x="113441" y="140"/>
                      <a:pt x="121044" y="140"/>
                      <a:pt x="128648" y="142"/>
                    </a:cubicBezTo>
                    <a:cubicBezTo>
                      <a:pt x="133190" y="143"/>
                      <a:pt x="137732" y="144"/>
                      <a:pt x="142274" y="141"/>
                    </a:cubicBezTo>
                    <a:cubicBezTo>
                      <a:pt x="146543" y="138"/>
                      <a:pt x="150813" y="140"/>
                      <a:pt x="155082" y="145"/>
                    </a:cubicBezTo>
                    <a:cubicBezTo>
                      <a:pt x="156650" y="146"/>
                      <a:pt x="158218" y="146"/>
                      <a:pt x="159786" y="144"/>
                    </a:cubicBezTo>
                    <a:cubicBezTo>
                      <a:pt x="161924" y="141"/>
                      <a:pt x="164061" y="144"/>
                      <a:pt x="166199" y="149"/>
                    </a:cubicBezTo>
                    <a:cubicBezTo>
                      <a:pt x="167133" y="146"/>
                      <a:pt x="167133" y="146"/>
                      <a:pt x="168087" y="143"/>
                    </a:cubicBezTo>
                    <a:cubicBezTo>
                      <a:pt x="170984" y="155"/>
                      <a:pt x="173612" y="269"/>
                      <a:pt x="176384" y="1156"/>
                    </a:cubicBezTo>
                    <a:cubicBezTo>
                      <a:pt x="176402" y="1778"/>
                      <a:pt x="176420" y="2400"/>
                      <a:pt x="176438" y="3040"/>
                    </a:cubicBezTo>
                    <a:cubicBezTo>
                      <a:pt x="176523" y="5876"/>
                      <a:pt x="176621" y="8712"/>
                      <a:pt x="176719" y="11547"/>
                    </a:cubicBezTo>
                    <a:cubicBezTo>
                      <a:pt x="176761" y="13014"/>
                      <a:pt x="176761" y="13014"/>
                      <a:pt x="176803" y="14511"/>
                    </a:cubicBezTo>
                    <a:cubicBezTo>
                      <a:pt x="176977" y="19291"/>
                      <a:pt x="177141" y="23512"/>
                      <a:pt x="179066" y="27971"/>
                    </a:cubicBezTo>
                    <a:cubicBezTo>
                      <a:pt x="180245" y="27971"/>
                      <a:pt x="181425" y="27971"/>
                      <a:pt x="182641" y="27971"/>
                    </a:cubicBezTo>
                    <a:cubicBezTo>
                      <a:pt x="183377" y="31792"/>
                      <a:pt x="183621" y="35352"/>
                      <a:pt x="183559" y="39239"/>
                    </a:cubicBezTo>
                    <a:cubicBezTo>
                      <a:pt x="183548" y="40339"/>
                      <a:pt x="183537" y="41438"/>
                      <a:pt x="183526" y="42571"/>
                    </a:cubicBezTo>
                    <a:cubicBezTo>
                      <a:pt x="183495" y="44878"/>
                      <a:pt x="183460" y="47185"/>
                      <a:pt x="183421" y="49492"/>
                    </a:cubicBezTo>
                    <a:cubicBezTo>
                      <a:pt x="183407" y="51136"/>
                      <a:pt x="183407" y="51136"/>
                      <a:pt x="183392" y="52814"/>
                    </a:cubicBezTo>
                    <a:cubicBezTo>
                      <a:pt x="183377" y="53814"/>
                      <a:pt x="183362" y="54815"/>
                      <a:pt x="183346" y="55845"/>
                    </a:cubicBezTo>
                    <a:cubicBezTo>
                      <a:pt x="183342" y="58548"/>
                      <a:pt x="183342" y="58548"/>
                      <a:pt x="185323" y="61044"/>
                    </a:cubicBezTo>
                    <a:cubicBezTo>
                      <a:pt x="186797" y="61339"/>
                      <a:pt x="188272" y="61634"/>
                      <a:pt x="189792" y="61937"/>
                    </a:cubicBezTo>
                    <a:cubicBezTo>
                      <a:pt x="190087" y="72261"/>
                      <a:pt x="190382" y="82585"/>
                      <a:pt x="190686" y="93222"/>
                    </a:cubicBezTo>
                    <a:cubicBezTo>
                      <a:pt x="193340" y="94107"/>
                      <a:pt x="193340" y="94107"/>
                      <a:pt x="196049" y="95010"/>
                    </a:cubicBezTo>
                    <a:cubicBezTo>
                      <a:pt x="196066" y="95916"/>
                      <a:pt x="196084" y="96823"/>
                      <a:pt x="196102" y="97757"/>
                    </a:cubicBezTo>
                    <a:cubicBezTo>
                      <a:pt x="196170" y="101120"/>
                      <a:pt x="196250" y="104483"/>
                      <a:pt x="196332" y="107847"/>
                    </a:cubicBezTo>
                    <a:cubicBezTo>
                      <a:pt x="196367" y="109302"/>
                      <a:pt x="196398" y="110758"/>
                      <a:pt x="196426" y="112214"/>
                    </a:cubicBezTo>
                    <a:cubicBezTo>
                      <a:pt x="196467" y="114306"/>
                      <a:pt x="196518" y="116398"/>
                      <a:pt x="196572" y="118490"/>
                    </a:cubicBezTo>
                    <a:cubicBezTo>
                      <a:pt x="196588" y="119467"/>
                      <a:pt x="196588" y="119467"/>
                      <a:pt x="196604" y="120463"/>
                    </a:cubicBezTo>
                    <a:cubicBezTo>
                      <a:pt x="196700" y="123764"/>
                      <a:pt x="196852" y="125265"/>
                      <a:pt x="198730" y="128082"/>
                    </a:cubicBezTo>
                    <a:cubicBezTo>
                      <a:pt x="199910" y="128082"/>
                      <a:pt x="201090" y="128082"/>
                      <a:pt x="202305" y="128082"/>
                    </a:cubicBezTo>
                    <a:cubicBezTo>
                      <a:pt x="202323" y="128947"/>
                      <a:pt x="202341" y="129813"/>
                      <a:pt x="202359" y="130704"/>
                    </a:cubicBezTo>
                    <a:cubicBezTo>
                      <a:pt x="202427" y="133933"/>
                      <a:pt x="202507" y="137161"/>
                      <a:pt x="202589" y="140390"/>
                    </a:cubicBezTo>
                    <a:cubicBezTo>
                      <a:pt x="202623" y="141783"/>
                      <a:pt x="202654" y="143177"/>
                      <a:pt x="202683" y="144572"/>
                    </a:cubicBezTo>
                    <a:cubicBezTo>
                      <a:pt x="202724" y="146582"/>
                      <a:pt x="202775" y="148592"/>
                      <a:pt x="202829" y="150602"/>
                    </a:cubicBezTo>
                    <a:cubicBezTo>
                      <a:pt x="202845" y="151529"/>
                      <a:pt x="202845" y="151529"/>
                      <a:pt x="202861" y="152474"/>
                    </a:cubicBezTo>
                    <a:cubicBezTo>
                      <a:pt x="202974" y="156256"/>
                      <a:pt x="203483" y="159458"/>
                      <a:pt x="204987" y="162942"/>
                    </a:cubicBezTo>
                    <a:cubicBezTo>
                      <a:pt x="206788" y="163597"/>
                      <a:pt x="206788" y="163597"/>
                      <a:pt x="208562" y="163835"/>
                    </a:cubicBezTo>
                    <a:cubicBezTo>
                      <a:pt x="209589" y="166916"/>
                      <a:pt x="209529" y="169240"/>
                      <a:pt x="209481" y="172488"/>
                    </a:cubicBezTo>
                    <a:cubicBezTo>
                      <a:pt x="209469" y="173680"/>
                      <a:pt x="209458" y="174873"/>
                      <a:pt x="209447" y="176066"/>
                    </a:cubicBezTo>
                    <a:cubicBezTo>
                      <a:pt x="209425" y="177940"/>
                      <a:pt x="209400" y="179813"/>
                      <a:pt x="209370" y="181686"/>
                    </a:cubicBezTo>
                    <a:cubicBezTo>
                      <a:pt x="209343" y="183498"/>
                      <a:pt x="209328" y="185311"/>
                      <a:pt x="209313" y="187124"/>
                    </a:cubicBezTo>
                    <a:cubicBezTo>
                      <a:pt x="209298" y="188207"/>
                      <a:pt x="209283" y="189290"/>
                      <a:pt x="209267" y="190406"/>
                    </a:cubicBezTo>
                    <a:cubicBezTo>
                      <a:pt x="209452" y="193273"/>
                      <a:pt x="210011" y="195228"/>
                      <a:pt x="211244" y="197801"/>
                    </a:cubicBezTo>
                    <a:cubicBezTo>
                      <a:pt x="212719" y="197801"/>
                      <a:pt x="214194" y="197801"/>
                      <a:pt x="215713" y="197801"/>
                    </a:cubicBezTo>
                    <a:cubicBezTo>
                      <a:pt x="215731" y="198735"/>
                      <a:pt x="215749" y="199669"/>
                      <a:pt x="215767" y="200631"/>
                    </a:cubicBezTo>
                    <a:cubicBezTo>
                      <a:pt x="215835" y="204094"/>
                      <a:pt x="215914" y="207557"/>
                      <a:pt x="215997" y="211020"/>
                    </a:cubicBezTo>
                    <a:cubicBezTo>
                      <a:pt x="216031" y="212519"/>
                      <a:pt x="216062" y="214018"/>
                      <a:pt x="216090" y="215517"/>
                    </a:cubicBezTo>
                    <a:cubicBezTo>
                      <a:pt x="216131" y="217672"/>
                      <a:pt x="216183" y="219826"/>
                      <a:pt x="216237" y="221980"/>
                    </a:cubicBezTo>
                    <a:cubicBezTo>
                      <a:pt x="216252" y="222986"/>
                      <a:pt x="216252" y="222986"/>
                      <a:pt x="216268" y="224012"/>
                    </a:cubicBezTo>
                    <a:cubicBezTo>
                      <a:pt x="216363" y="227353"/>
                      <a:pt x="216496" y="228920"/>
                      <a:pt x="218395" y="231767"/>
                    </a:cubicBezTo>
                    <a:cubicBezTo>
                      <a:pt x="219575" y="231767"/>
                      <a:pt x="220754" y="231767"/>
                      <a:pt x="221970" y="231767"/>
                    </a:cubicBezTo>
                    <a:cubicBezTo>
                      <a:pt x="221978" y="232641"/>
                      <a:pt x="221987" y="233515"/>
                      <a:pt x="221995" y="234415"/>
                    </a:cubicBezTo>
                    <a:cubicBezTo>
                      <a:pt x="222031" y="237697"/>
                      <a:pt x="222090" y="240979"/>
                      <a:pt x="222156" y="244261"/>
                    </a:cubicBezTo>
                    <a:cubicBezTo>
                      <a:pt x="222181" y="245673"/>
                      <a:pt x="222200" y="247086"/>
                      <a:pt x="222212" y="248499"/>
                    </a:cubicBezTo>
                    <a:cubicBezTo>
                      <a:pt x="222274" y="259232"/>
                      <a:pt x="222274" y="259232"/>
                      <a:pt x="225626" y="269340"/>
                    </a:cubicBezTo>
                    <a:cubicBezTo>
                      <a:pt x="226482" y="271188"/>
                      <a:pt x="226780" y="272712"/>
                      <a:pt x="226998" y="274728"/>
                    </a:cubicBezTo>
                    <a:cubicBezTo>
                      <a:pt x="227164" y="276027"/>
                      <a:pt x="227164" y="276027"/>
                      <a:pt x="227333" y="277353"/>
                    </a:cubicBezTo>
                    <a:cubicBezTo>
                      <a:pt x="227923" y="277648"/>
                      <a:pt x="228513" y="277943"/>
                      <a:pt x="229121" y="278247"/>
                    </a:cubicBezTo>
                    <a:cubicBezTo>
                      <a:pt x="229121" y="270873"/>
                      <a:pt x="229121" y="263499"/>
                      <a:pt x="229121" y="255901"/>
                    </a:cubicBezTo>
                    <a:cubicBezTo>
                      <a:pt x="230596" y="255606"/>
                      <a:pt x="232070" y="255311"/>
                      <a:pt x="233590" y="255007"/>
                    </a:cubicBezTo>
                    <a:cubicBezTo>
                      <a:pt x="234665" y="252857"/>
                      <a:pt x="234665" y="251339"/>
                      <a:pt x="234767" y="248939"/>
                    </a:cubicBezTo>
                    <a:cubicBezTo>
                      <a:pt x="234804" y="248098"/>
                      <a:pt x="234842" y="247257"/>
                      <a:pt x="234880" y="246390"/>
                    </a:cubicBezTo>
                    <a:cubicBezTo>
                      <a:pt x="234915" y="245510"/>
                      <a:pt x="234950" y="244629"/>
                      <a:pt x="234987" y="243722"/>
                    </a:cubicBezTo>
                    <a:cubicBezTo>
                      <a:pt x="235025" y="242835"/>
                      <a:pt x="235064" y="241948"/>
                      <a:pt x="235104" y="241034"/>
                    </a:cubicBezTo>
                    <a:cubicBezTo>
                      <a:pt x="235199" y="238839"/>
                      <a:pt x="235290" y="236644"/>
                      <a:pt x="235378" y="234449"/>
                    </a:cubicBezTo>
                    <a:cubicBezTo>
                      <a:pt x="236097" y="234338"/>
                      <a:pt x="236816" y="234228"/>
                      <a:pt x="237556" y="234114"/>
                    </a:cubicBezTo>
                    <a:cubicBezTo>
                      <a:pt x="238312" y="233929"/>
                      <a:pt x="239068" y="233745"/>
                      <a:pt x="239847" y="233555"/>
                    </a:cubicBezTo>
                    <a:cubicBezTo>
                      <a:pt x="240996" y="231256"/>
                      <a:pt x="240929" y="229471"/>
                      <a:pt x="241024" y="226900"/>
                    </a:cubicBezTo>
                    <a:cubicBezTo>
                      <a:pt x="241061" y="225938"/>
                      <a:pt x="241098" y="224976"/>
                      <a:pt x="241137" y="223985"/>
                    </a:cubicBezTo>
                    <a:cubicBezTo>
                      <a:pt x="241190" y="222472"/>
                      <a:pt x="241190" y="222472"/>
                      <a:pt x="241243" y="220930"/>
                    </a:cubicBezTo>
                    <a:cubicBezTo>
                      <a:pt x="241282" y="219914"/>
                      <a:pt x="241321" y="218899"/>
                      <a:pt x="241360" y="217853"/>
                    </a:cubicBezTo>
                    <a:cubicBezTo>
                      <a:pt x="241455" y="215341"/>
                      <a:pt x="241547" y="212828"/>
                      <a:pt x="241635" y="210315"/>
                    </a:cubicBezTo>
                    <a:cubicBezTo>
                      <a:pt x="243404" y="209725"/>
                      <a:pt x="245174" y="209135"/>
                      <a:pt x="246998" y="208527"/>
                    </a:cubicBezTo>
                    <a:cubicBezTo>
                      <a:pt x="248004" y="203566"/>
                      <a:pt x="247927" y="198868"/>
                      <a:pt x="247778" y="193842"/>
                    </a:cubicBezTo>
                    <a:cubicBezTo>
                      <a:pt x="247752" y="192182"/>
                      <a:pt x="247815" y="190521"/>
                      <a:pt x="247891" y="188863"/>
                    </a:cubicBezTo>
                    <a:cubicBezTo>
                      <a:pt x="249679" y="187075"/>
                      <a:pt x="249679" y="187075"/>
                      <a:pt x="251523" y="186293"/>
                    </a:cubicBezTo>
                    <a:cubicBezTo>
                      <a:pt x="253386" y="185464"/>
                      <a:pt x="253386" y="185464"/>
                      <a:pt x="253792" y="183716"/>
                    </a:cubicBezTo>
                    <a:cubicBezTo>
                      <a:pt x="254178" y="181546"/>
                      <a:pt x="254337" y="179458"/>
                      <a:pt x="254431" y="177257"/>
                    </a:cubicBezTo>
                    <a:cubicBezTo>
                      <a:pt x="254469" y="176422"/>
                      <a:pt x="254506" y="175586"/>
                      <a:pt x="254545" y="174726"/>
                    </a:cubicBezTo>
                    <a:cubicBezTo>
                      <a:pt x="254597" y="173428"/>
                      <a:pt x="254597" y="173428"/>
                      <a:pt x="254651" y="172103"/>
                    </a:cubicBezTo>
                    <a:cubicBezTo>
                      <a:pt x="254690" y="171224"/>
                      <a:pt x="254728" y="170345"/>
                      <a:pt x="254768" y="169439"/>
                    </a:cubicBezTo>
                    <a:cubicBezTo>
                      <a:pt x="254863" y="167274"/>
                      <a:pt x="254954" y="165108"/>
                      <a:pt x="255042" y="162942"/>
                    </a:cubicBezTo>
                    <a:cubicBezTo>
                      <a:pt x="256517" y="162647"/>
                      <a:pt x="257992" y="162352"/>
                      <a:pt x="259511" y="162048"/>
                    </a:cubicBezTo>
                    <a:cubicBezTo>
                      <a:pt x="260381" y="159438"/>
                      <a:pt x="260578" y="157530"/>
                      <a:pt x="260688" y="154803"/>
                    </a:cubicBezTo>
                    <a:cubicBezTo>
                      <a:pt x="260725" y="153924"/>
                      <a:pt x="260763" y="153046"/>
                      <a:pt x="260801" y="152140"/>
                    </a:cubicBezTo>
                    <a:cubicBezTo>
                      <a:pt x="260837" y="151225"/>
                      <a:pt x="260872" y="150310"/>
                      <a:pt x="260908" y="149366"/>
                    </a:cubicBezTo>
                    <a:cubicBezTo>
                      <a:pt x="260947" y="148441"/>
                      <a:pt x="260985" y="147515"/>
                      <a:pt x="261025" y="146561"/>
                    </a:cubicBezTo>
                    <a:cubicBezTo>
                      <a:pt x="261120" y="144275"/>
                      <a:pt x="261211" y="141988"/>
                      <a:pt x="261299" y="139702"/>
                    </a:cubicBezTo>
                    <a:cubicBezTo>
                      <a:pt x="263069" y="139702"/>
                      <a:pt x="264839" y="139702"/>
                      <a:pt x="266662" y="139702"/>
                    </a:cubicBezTo>
                    <a:cubicBezTo>
                      <a:pt x="266957" y="132622"/>
                      <a:pt x="267252" y="125543"/>
                      <a:pt x="267556" y="118249"/>
                    </a:cubicBezTo>
                    <a:cubicBezTo>
                      <a:pt x="269326" y="117660"/>
                      <a:pt x="271096" y="117070"/>
                      <a:pt x="272919" y="116462"/>
                    </a:cubicBezTo>
                    <a:cubicBezTo>
                      <a:pt x="273518" y="110832"/>
                      <a:pt x="273906" y="105313"/>
                      <a:pt x="273757" y="99650"/>
                    </a:cubicBezTo>
                    <a:cubicBezTo>
                      <a:pt x="273813" y="97676"/>
                      <a:pt x="274155" y="96007"/>
                      <a:pt x="274707" y="94116"/>
                    </a:cubicBezTo>
                    <a:cubicBezTo>
                      <a:pt x="275426" y="94005"/>
                      <a:pt x="276145" y="93895"/>
                      <a:pt x="276885" y="93781"/>
                    </a:cubicBezTo>
                    <a:cubicBezTo>
                      <a:pt x="277641" y="93596"/>
                      <a:pt x="278397" y="93412"/>
                      <a:pt x="279176" y="93222"/>
                    </a:cubicBezTo>
                    <a:cubicBezTo>
                      <a:pt x="280301" y="90972"/>
                      <a:pt x="280256" y="89277"/>
                      <a:pt x="280353" y="86763"/>
                    </a:cubicBezTo>
                    <a:cubicBezTo>
                      <a:pt x="280390" y="85841"/>
                      <a:pt x="280427" y="84919"/>
                      <a:pt x="280466" y="83969"/>
                    </a:cubicBezTo>
                    <a:cubicBezTo>
                      <a:pt x="280519" y="82521"/>
                      <a:pt x="280519" y="82521"/>
                      <a:pt x="280573" y="81043"/>
                    </a:cubicBezTo>
                    <a:cubicBezTo>
                      <a:pt x="280611" y="80071"/>
                      <a:pt x="280650" y="79098"/>
                      <a:pt x="280689" y="78096"/>
                    </a:cubicBezTo>
                    <a:cubicBezTo>
                      <a:pt x="280784" y="75690"/>
                      <a:pt x="280876" y="73283"/>
                      <a:pt x="280964" y="70876"/>
                    </a:cubicBezTo>
                    <a:cubicBezTo>
                      <a:pt x="282438" y="70581"/>
                      <a:pt x="283913" y="70286"/>
                      <a:pt x="285433" y="69982"/>
                    </a:cubicBezTo>
                    <a:cubicBezTo>
                      <a:pt x="286322" y="67315"/>
                      <a:pt x="286501" y="65334"/>
                      <a:pt x="286609" y="62541"/>
                    </a:cubicBezTo>
                    <a:cubicBezTo>
                      <a:pt x="286647" y="61623"/>
                      <a:pt x="286684" y="60704"/>
                      <a:pt x="286723" y="59757"/>
                    </a:cubicBezTo>
                    <a:cubicBezTo>
                      <a:pt x="286776" y="58320"/>
                      <a:pt x="286776" y="58320"/>
                      <a:pt x="286829" y="56854"/>
                    </a:cubicBezTo>
                    <a:cubicBezTo>
                      <a:pt x="286868" y="55885"/>
                      <a:pt x="286907" y="54917"/>
                      <a:pt x="286946" y="53919"/>
                    </a:cubicBezTo>
                    <a:cubicBezTo>
                      <a:pt x="287041" y="51527"/>
                      <a:pt x="287132" y="49135"/>
                      <a:pt x="287220" y="46742"/>
                    </a:cubicBezTo>
                    <a:cubicBezTo>
                      <a:pt x="288695" y="46742"/>
                      <a:pt x="290170" y="46742"/>
                      <a:pt x="291690" y="46742"/>
                    </a:cubicBezTo>
                    <a:cubicBezTo>
                      <a:pt x="292814" y="44493"/>
                      <a:pt x="292770" y="42798"/>
                      <a:pt x="292866" y="40283"/>
                    </a:cubicBezTo>
                    <a:cubicBezTo>
                      <a:pt x="292904" y="39361"/>
                      <a:pt x="292941" y="38439"/>
                      <a:pt x="292980" y="37489"/>
                    </a:cubicBezTo>
                    <a:cubicBezTo>
                      <a:pt x="293033" y="36041"/>
                      <a:pt x="293033" y="36041"/>
                      <a:pt x="293086" y="34564"/>
                    </a:cubicBezTo>
                    <a:cubicBezTo>
                      <a:pt x="293125" y="33591"/>
                      <a:pt x="293164" y="32619"/>
                      <a:pt x="293203" y="31617"/>
                    </a:cubicBezTo>
                    <a:cubicBezTo>
                      <a:pt x="293298" y="29210"/>
                      <a:pt x="293389" y="26803"/>
                      <a:pt x="293477" y="24396"/>
                    </a:cubicBezTo>
                    <a:cubicBezTo>
                      <a:pt x="295247" y="23806"/>
                      <a:pt x="297017" y="23216"/>
                      <a:pt x="298840" y="22608"/>
                    </a:cubicBezTo>
                    <a:cubicBezTo>
                      <a:pt x="299717" y="15474"/>
                      <a:pt x="300184" y="8328"/>
                      <a:pt x="300628" y="1156"/>
                    </a:cubicBezTo>
                    <a:cubicBezTo>
                      <a:pt x="304405" y="237"/>
                      <a:pt x="308058" y="137"/>
                      <a:pt x="311922" y="149"/>
                    </a:cubicBezTo>
                    <a:cubicBezTo>
                      <a:pt x="312603" y="147"/>
                      <a:pt x="313283" y="146"/>
                      <a:pt x="313984" y="145"/>
                    </a:cubicBezTo>
                    <a:cubicBezTo>
                      <a:pt x="316259" y="141"/>
                      <a:pt x="318534" y="144"/>
                      <a:pt x="320810" y="147"/>
                    </a:cubicBezTo>
                    <a:cubicBezTo>
                      <a:pt x="322442" y="146"/>
                      <a:pt x="324075" y="144"/>
                      <a:pt x="325708" y="142"/>
                    </a:cubicBezTo>
                    <a:cubicBezTo>
                      <a:pt x="330140" y="138"/>
                      <a:pt x="334572" y="139"/>
                      <a:pt x="339004" y="142"/>
                    </a:cubicBezTo>
                    <a:cubicBezTo>
                      <a:pt x="343641" y="145"/>
                      <a:pt x="348277" y="142"/>
                      <a:pt x="352914" y="141"/>
                    </a:cubicBezTo>
                    <a:cubicBezTo>
                      <a:pt x="360699" y="139"/>
                      <a:pt x="368484" y="142"/>
                      <a:pt x="376270" y="146"/>
                    </a:cubicBezTo>
                    <a:cubicBezTo>
                      <a:pt x="385274" y="151"/>
                      <a:pt x="394279" y="149"/>
                      <a:pt x="403284" y="144"/>
                    </a:cubicBezTo>
                    <a:cubicBezTo>
                      <a:pt x="411012" y="140"/>
                      <a:pt x="418741" y="140"/>
                      <a:pt x="426469" y="142"/>
                    </a:cubicBezTo>
                    <a:cubicBezTo>
                      <a:pt x="431086" y="143"/>
                      <a:pt x="435704" y="143"/>
                      <a:pt x="440321" y="141"/>
                    </a:cubicBezTo>
                    <a:cubicBezTo>
                      <a:pt x="444660" y="138"/>
                      <a:pt x="449000" y="140"/>
                      <a:pt x="453339" y="145"/>
                    </a:cubicBezTo>
                    <a:cubicBezTo>
                      <a:pt x="454934" y="146"/>
                      <a:pt x="456528" y="146"/>
                      <a:pt x="458122" y="144"/>
                    </a:cubicBezTo>
                    <a:cubicBezTo>
                      <a:pt x="460295" y="141"/>
                      <a:pt x="462467" y="144"/>
                      <a:pt x="464640" y="149"/>
                    </a:cubicBezTo>
                    <a:cubicBezTo>
                      <a:pt x="465274" y="147"/>
                      <a:pt x="465907" y="145"/>
                      <a:pt x="466560" y="143"/>
                    </a:cubicBezTo>
                    <a:cubicBezTo>
                      <a:pt x="472371" y="166"/>
                      <a:pt x="472371" y="166"/>
                      <a:pt x="474927" y="1156"/>
                    </a:cubicBezTo>
                    <a:cubicBezTo>
                      <a:pt x="476659" y="4619"/>
                      <a:pt x="475808" y="9245"/>
                      <a:pt x="475708" y="13087"/>
                    </a:cubicBezTo>
                    <a:cubicBezTo>
                      <a:pt x="475698" y="13793"/>
                      <a:pt x="475688" y="14500"/>
                      <a:pt x="475678" y="15227"/>
                    </a:cubicBezTo>
                    <a:cubicBezTo>
                      <a:pt x="475663" y="15871"/>
                      <a:pt x="475648" y="16515"/>
                      <a:pt x="475632" y="17179"/>
                    </a:cubicBezTo>
                    <a:cubicBezTo>
                      <a:pt x="475850" y="19320"/>
                      <a:pt x="476548" y="20751"/>
                      <a:pt x="477609" y="22608"/>
                    </a:cubicBezTo>
                    <a:cubicBezTo>
                      <a:pt x="479084" y="22608"/>
                      <a:pt x="480558" y="22608"/>
                      <a:pt x="482078" y="22608"/>
                    </a:cubicBezTo>
                    <a:cubicBezTo>
                      <a:pt x="482112" y="23440"/>
                      <a:pt x="482112" y="23440"/>
                      <a:pt x="482146" y="24289"/>
                    </a:cubicBezTo>
                    <a:cubicBezTo>
                      <a:pt x="482250" y="26802"/>
                      <a:pt x="482359" y="29314"/>
                      <a:pt x="482469" y="31826"/>
                    </a:cubicBezTo>
                    <a:cubicBezTo>
                      <a:pt x="482504" y="32699"/>
                      <a:pt x="482539" y="33572"/>
                      <a:pt x="482575" y="34471"/>
                    </a:cubicBezTo>
                    <a:cubicBezTo>
                      <a:pt x="482613" y="35309"/>
                      <a:pt x="482650" y="36148"/>
                      <a:pt x="482689" y="37011"/>
                    </a:cubicBezTo>
                    <a:cubicBezTo>
                      <a:pt x="482738" y="38170"/>
                      <a:pt x="482738" y="38170"/>
                      <a:pt x="482788" y="39352"/>
                    </a:cubicBezTo>
                    <a:cubicBezTo>
                      <a:pt x="482907" y="41526"/>
                      <a:pt x="482907" y="41526"/>
                      <a:pt x="483866" y="44061"/>
                    </a:cubicBezTo>
                    <a:cubicBezTo>
                      <a:pt x="486078" y="44503"/>
                      <a:pt x="486078" y="44503"/>
                      <a:pt x="488335" y="44954"/>
                    </a:cubicBezTo>
                    <a:cubicBezTo>
                      <a:pt x="488354" y="45908"/>
                      <a:pt x="488354" y="45908"/>
                      <a:pt x="488374" y="46881"/>
                    </a:cubicBezTo>
                    <a:cubicBezTo>
                      <a:pt x="488441" y="49759"/>
                      <a:pt x="488527" y="52636"/>
                      <a:pt x="488614" y="55513"/>
                    </a:cubicBezTo>
                    <a:cubicBezTo>
                      <a:pt x="488644" y="57014"/>
                      <a:pt x="488644" y="57014"/>
                      <a:pt x="488675" y="58545"/>
                    </a:cubicBezTo>
                    <a:cubicBezTo>
                      <a:pt x="488707" y="59505"/>
                      <a:pt x="488739" y="60464"/>
                      <a:pt x="488771" y="61452"/>
                    </a:cubicBezTo>
                    <a:cubicBezTo>
                      <a:pt x="488795" y="62337"/>
                      <a:pt x="488818" y="63221"/>
                      <a:pt x="488842" y="64133"/>
                    </a:cubicBezTo>
                    <a:cubicBezTo>
                      <a:pt x="489059" y="66431"/>
                      <a:pt x="489059" y="66431"/>
                      <a:pt x="490430" y="68057"/>
                    </a:cubicBezTo>
                    <a:cubicBezTo>
                      <a:pt x="491976" y="69344"/>
                      <a:pt x="491976" y="69344"/>
                      <a:pt x="494592" y="69088"/>
                    </a:cubicBezTo>
                    <a:cubicBezTo>
                      <a:pt x="495307" y="72202"/>
                      <a:pt x="495561" y="75004"/>
                      <a:pt x="495486" y="78194"/>
                    </a:cubicBezTo>
                    <a:cubicBezTo>
                      <a:pt x="495434" y="82961"/>
                      <a:pt x="495805" y="87599"/>
                      <a:pt x="496379" y="92328"/>
                    </a:cubicBezTo>
                    <a:cubicBezTo>
                      <a:pt x="498149" y="92328"/>
                      <a:pt x="499919" y="92328"/>
                      <a:pt x="501742" y="92328"/>
                    </a:cubicBezTo>
                    <a:cubicBezTo>
                      <a:pt x="501776" y="93241"/>
                      <a:pt x="501776" y="93241"/>
                      <a:pt x="501810" y="94173"/>
                    </a:cubicBezTo>
                    <a:cubicBezTo>
                      <a:pt x="501914" y="96929"/>
                      <a:pt x="502024" y="99684"/>
                      <a:pt x="502134" y="102440"/>
                    </a:cubicBezTo>
                    <a:cubicBezTo>
                      <a:pt x="502169" y="103398"/>
                      <a:pt x="502204" y="104356"/>
                      <a:pt x="502240" y="105343"/>
                    </a:cubicBezTo>
                    <a:cubicBezTo>
                      <a:pt x="502277" y="106262"/>
                      <a:pt x="502315" y="107181"/>
                      <a:pt x="502353" y="108127"/>
                    </a:cubicBezTo>
                    <a:cubicBezTo>
                      <a:pt x="502403" y="109398"/>
                      <a:pt x="502403" y="109398"/>
                      <a:pt x="502453" y="110695"/>
                    </a:cubicBezTo>
                    <a:cubicBezTo>
                      <a:pt x="502560" y="113008"/>
                      <a:pt x="502560" y="113008"/>
                      <a:pt x="503530" y="115568"/>
                    </a:cubicBezTo>
                    <a:cubicBezTo>
                      <a:pt x="505005" y="115568"/>
                      <a:pt x="506480" y="115568"/>
                      <a:pt x="507999" y="115568"/>
                    </a:cubicBezTo>
                    <a:cubicBezTo>
                      <a:pt x="508033" y="116529"/>
                      <a:pt x="508033" y="116529"/>
                      <a:pt x="508067" y="117509"/>
                    </a:cubicBezTo>
                    <a:cubicBezTo>
                      <a:pt x="508171" y="120400"/>
                      <a:pt x="508280" y="123291"/>
                      <a:pt x="508390" y="126182"/>
                    </a:cubicBezTo>
                    <a:cubicBezTo>
                      <a:pt x="508426" y="127191"/>
                      <a:pt x="508461" y="128199"/>
                      <a:pt x="508497" y="129237"/>
                    </a:cubicBezTo>
                    <a:cubicBezTo>
                      <a:pt x="508553" y="130681"/>
                      <a:pt x="508553" y="130681"/>
                      <a:pt x="508610" y="132153"/>
                    </a:cubicBezTo>
                    <a:cubicBezTo>
                      <a:pt x="508660" y="133487"/>
                      <a:pt x="508660" y="133487"/>
                      <a:pt x="508710" y="134848"/>
                    </a:cubicBezTo>
                    <a:cubicBezTo>
                      <a:pt x="508759" y="137027"/>
                      <a:pt x="508759" y="137027"/>
                      <a:pt x="509787" y="138808"/>
                    </a:cubicBezTo>
                    <a:cubicBezTo>
                      <a:pt x="511262" y="138808"/>
                      <a:pt x="512737" y="138808"/>
                      <a:pt x="514256" y="138808"/>
                    </a:cubicBezTo>
                    <a:cubicBezTo>
                      <a:pt x="514276" y="139585"/>
                      <a:pt x="514276" y="139585"/>
                      <a:pt x="514296" y="140378"/>
                    </a:cubicBezTo>
                    <a:cubicBezTo>
                      <a:pt x="514363" y="142742"/>
                      <a:pt x="514449" y="145104"/>
                      <a:pt x="514536" y="147467"/>
                    </a:cubicBezTo>
                    <a:cubicBezTo>
                      <a:pt x="514566" y="148690"/>
                      <a:pt x="514566" y="148690"/>
                      <a:pt x="514597" y="149937"/>
                    </a:cubicBezTo>
                    <a:cubicBezTo>
                      <a:pt x="514795" y="156011"/>
                      <a:pt x="514795" y="156011"/>
                      <a:pt x="517832" y="161154"/>
                    </a:cubicBezTo>
                    <a:cubicBezTo>
                      <a:pt x="518717" y="161154"/>
                      <a:pt x="519601" y="161154"/>
                      <a:pt x="520513" y="161154"/>
                    </a:cubicBezTo>
                    <a:cubicBezTo>
                      <a:pt x="521346" y="163653"/>
                      <a:pt x="521503" y="165082"/>
                      <a:pt x="521463" y="167655"/>
                    </a:cubicBezTo>
                    <a:cubicBezTo>
                      <a:pt x="521456" y="168393"/>
                      <a:pt x="521449" y="169130"/>
                      <a:pt x="521442" y="169890"/>
                    </a:cubicBezTo>
                    <a:cubicBezTo>
                      <a:pt x="521419" y="171433"/>
                      <a:pt x="521395" y="172976"/>
                      <a:pt x="521372" y="174520"/>
                    </a:cubicBezTo>
                    <a:cubicBezTo>
                      <a:pt x="521337" y="178235"/>
                      <a:pt x="521346" y="181663"/>
                      <a:pt x="522301" y="185288"/>
                    </a:cubicBezTo>
                    <a:cubicBezTo>
                      <a:pt x="524071" y="185288"/>
                      <a:pt x="525840" y="185288"/>
                      <a:pt x="527664" y="185288"/>
                    </a:cubicBezTo>
                    <a:cubicBezTo>
                      <a:pt x="527682" y="185896"/>
                      <a:pt x="527699" y="186505"/>
                      <a:pt x="527718" y="187132"/>
                    </a:cubicBezTo>
                    <a:cubicBezTo>
                      <a:pt x="527803" y="189888"/>
                      <a:pt x="527901" y="192644"/>
                      <a:pt x="527999" y="195399"/>
                    </a:cubicBezTo>
                    <a:cubicBezTo>
                      <a:pt x="528027" y="196357"/>
                      <a:pt x="528054" y="197315"/>
                      <a:pt x="528083" y="198302"/>
                    </a:cubicBezTo>
                    <a:cubicBezTo>
                      <a:pt x="528135" y="199681"/>
                      <a:pt x="528135" y="199681"/>
                      <a:pt x="528188" y="201087"/>
                    </a:cubicBezTo>
                    <a:cubicBezTo>
                      <a:pt x="528216" y="201934"/>
                      <a:pt x="528244" y="202781"/>
                      <a:pt x="528273" y="203654"/>
                    </a:cubicBezTo>
                    <a:cubicBezTo>
                      <a:pt x="528423" y="206072"/>
                      <a:pt x="528423" y="206072"/>
                      <a:pt x="530345" y="208527"/>
                    </a:cubicBezTo>
                    <a:cubicBezTo>
                      <a:pt x="531525" y="208527"/>
                      <a:pt x="532705" y="208527"/>
                      <a:pt x="533921" y="208527"/>
                    </a:cubicBezTo>
                    <a:cubicBezTo>
                      <a:pt x="533938" y="209104"/>
                      <a:pt x="533956" y="209681"/>
                      <a:pt x="533974" y="210276"/>
                    </a:cubicBezTo>
                    <a:cubicBezTo>
                      <a:pt x="534060" y="212896"/>
                      <a:pt x="534158" y="215516"/>
                      <a:pt x="534256" y="218136"/>
                    </a:cubicBezTo>
                    <a:cubicBezTo>
                      <a:pt x="534284" y="219044"/>
                      <a:pt x="534311" y="219952"/>
                      <a:pt x="534340" y="220888"/>
                    </a:cubicBezTo>
                    <a:cubicBezTo>
                      <a:pt x="534374" y="221763"/>
                      <a:pt x="534409" y="222639"/>
                      <a:pt x="534445" y="223541"/>
                    </a:cubicBezTo>
                    <a:cubicBezTo>
                      <a:pt x="534473" y="224346"/>
                      <a:pt x="534501" y="225151"/>
                      <a:pt x="534530" y="225981"/>
                    </a:cubicBezTo>
                    <a:cubicBezTo>
                      <a:pt x="534835" y="228347"/>
                      <a:pt x="535227" y="229816"/>
                      <a:pt x="536602" y="231767"/>
                    </a:cubicBezTo>
                    <a:cubicBezTo>
                      <a:pt x="538435" y="232487"/>
                      <a:pt x="538435" y="232487"/>
                      <a:pt x="540178" y="232661"/>
                    </a:cubicBezTo>
                    <a:cubicBezTo>
                      <a:pt x="540195" y="233243"/>
                      <a:pt x="540213" y="233825"/>
                      <a:pt x="540231" y="234424"/>
                    </a:cubicBezTo>
                    <a:cubicBezTo>
                      <a:pt x="540316" y="237058"/>
                      <a:pt x="540414" y="239692"/>
                      <a:pt x="540513" y="242326"/>
                    </a:cubicBezTo>
                    <a:cubicBezTo>
                      <a:pt x="540541" y="243241"/>
                      <a:pt x="540568" y="244157"/>
                      <a:pt x="540597" y="245100"/>
                    </a:cubicBezTo>
                    <a:cubicBezTo>
                      <a:pt x="540648" y="246418"/>
                      <a:pt x="540648" y="246418"/>
                      <a:pt x="540701" y="247762"/>
                    </a:cubicBezTo>
                    <a:cubicBezTo>
                      <a:pt x="540730" y="248572"/>
                      <a:pt x="540758" y="249382"/>
                      <a:pt x="540787" y="250216"/>
                    </a:cubicBezTo>
                    <a:cubicBezTo>
                      <a:pt x="540947" y="252563"/>
                      <a:pt x="540947" y="252563"/>
                      <a:pt x="542859" y="255007"/>
                    </a:cubicBezTo>
                    <a:cubicBezTo>
                      <a:pt x="544334" y="255302"/>
                      <a:pt x="545809" y="255597"/>
                      <a:pt x="547328" y="255901"/>
                    </a:cubicBezTo>
                    <a:cubicBezTo>
                      <a:pt x="547328" y="262685"/>
                      <a:pt x="547328" y="269470"/>
                      <a:pt x="547328" y="276459"/>
                    </a:cubicBezTo>
                    <a:cubicBezTo>
                      <a:pt x="547918" y="276459"/>
                      <a:pt x="548508" y="276459"/>
                      <a:pt x="549116" y="276459"/>
                    </a:cubicBezTo>
                    <a:cubicBezTo>
                      <a:pt x="549208" y="275501"/>
                      <a:pt x="549300" y="274542"/>
                      <a:pt x="549395" y="273554"/>
                    </a:cubicBezTo>
                    <a:cubicBezTo>
                      <a:pt x="550010" y="270203"/>
                      <a:pt x="550010" y="270203"/>
                      <a:pt x="551361" y="268667"/>
                    </a:cubicBezTo>
                    <a:cubicBezTo>
                      <a:pt x="553311" y="265678"/>
                      <a:pt x="553120" y="262698"/>
                      <a:pt x="553149" y="259239"/>
                    </a:cubicBezTo>
                    <a:cubicBezTo>
                      <a:pt x="553165" y="258530"/>
                      <a:pt x="553181" y="257821"/>
                      <a:pt x="553197" y="257090"/>
                    </a:cubicBezTo>
                    <a:cubicBezTo>
                      <a:pt x="553246" y="254832"/>
                      <a:pt x="553276" y="252573"/>
                      <a:pt x="553306" y="250315"/>
                    </a:cubicBezTo>
                    <a:cubicBezTo>
                      <a:pt x="553336" y="248781"/>
                      <a:pt x="553366" y="247247"/>
                      <a:pt x="553398" y="245713"/>
                    </a:cubicBezTo>
                    <a:cubicBezTo>
                      <a:pt x="553474" y="241958"/>
                      <a:pt x="553534" y="238204"/>
                      <a:pt x="553585" y="234449"/>
                    </a:cubicBezTo>
                    <a:cubicBezTo>
                      <a:pt x="555355" y="234449"/>
                      <a:pt x="557125" y="234449"/>
                      <a:pt x="558948" y="234449"/>
                    </a:cubicBezTo>
                    <a:cubicBezTo>
                      <a:pt x="558966" y="233488"/>
                      <a:pt x="558984" y="232527"/>
                      <a:pt x="559002" y="231538"/>
                    </a:cubicBezTo>
                    <a:cubicBezTo>
                      <a:pt x="559070" y="227974"/>
                      <a:pt x="559149" y="224411"/>
                      <a:pt x="559232" y="220848"/>
                    </a:cubicBezTo>
                    <a:cubicBezTo>
                      <a:pt x="559266" y="219306"/>
                      <a:pt x="559297" y="217763"/>
                      <a:pt x="559325" y="216221"/>
                    </a:cubicBezTo>
                    <a:cubicBezTo>
                      <a:pt x="559366" y="214004"/>
                      <a:pt x="559418" y="211788"/>
                      <a:pt x="559472" y="209571"/>
                    </a:cubicBezTo>
                    <a:cubicBezTo>
                      <a:pt x="559482" y="208881"/>
                      <a:pt x="559493" y="208191"/>
                      <a:pt x="559503" y="207480"/>
                    </a:cubicBezTo>
                    <a:cubicBezTo>
                      <a:pt x="559597" y="204101"/>
                      <a:pt x="559711" y="202467"/>
                      <a:pt x="561630" y="199589"/>
                    </a:cubicBezTo>
                    <a:cubicBezTo>
                      <a:pt x="562238" y="199294"/>
                      <a:pt x="562847" y="198999"/>
                      <a:pt x="563473" y="198695"/>
                    </a:cubicBezTo>
                    <a:cubicBezTo>
                      <a:pt x="565521" y="197893"/>
                      <a:pt x="565521" y="197893"/>
                      <a:pt x="566099" y="195120"/>
                    </a:cubicBezTo>
                    <a:cubicBezTo>
                      <a:pt x="566236" y="192876"/>
                      <a:pt x="566329" y="190652"/>
                      <a:pt x="566382" y="188406"/>
                    </a:cubicBezTo>
                    <a:cubicBezTo>
                      <a:pt x="566400" y="187755"/>
                      <a:pt x="566419" y="187104"/>
                      <a:pt x="566438" y="186433"/>
                    </a:cubicBezTo>
                    <a:cubicBezTo>
                      <a:pt x="566497" y="184357"/>
                      <a:pt x="566549" y="182280"/>
                      <a:pt x="566602" y="180204"/>
                    </a:cubicBezTo>
                    <a:cubicBezTo>
                      <a:pt x="566640" y="178795"/>
                      <a:pt x="566679" y="177386"/>
                      <a:pt x="566719" y="175977"/>
                    </a:cubicBezTo>
                    <a:cubicBezTo>
                      <a:pt x="566814" y="172526"/>
                      <a:pt x="566905" y="169075"/>
                      <a:pt x="566993" y="165623"/>
                    </a:cubicBezTo>
                    <a:cubicBezTo>
                      <a:pt x="567712" y="165512"/>
                      <a:pt x="568431" y="165402"/>
                      <a:pt x="569172" y="165288"/>
                    </a:cubicBezTo>
                    <a:cubicBezTo>
                      <a:pt x="569927" y="165104"/>
                      <a:pt x="570683" y="164919"/>
                      <a:pt x="571462" y="164729"/>
                    </a:cubicBezTo>
                    <a:cubicBezTo>
                      <a:pt x="572827" y="161999"/>
                      <a:pt x="572570" y="159119"/>
                      <a:pt x="572639" y="156119"/>
                    </a:cubicBezTo>
                    <a:cubicBezTo>
                      <a:pt x="572657" y="155447"/>
                      <a:pt x="572676" y="154775"/>
                      <a:pt x="572695" y="154083"/>
                    </a:cubicBezTo>
                    <a:cubicBezTo>
                      <a:pt x="572754" y="151933"/>
                      <a:pt x="572806" y="149784"/>
                      <a:pt x="572859" y="147635"/>
                    </a:cubicBezTo>
                    <a:cubicBezTo>
                      <a:pt x="572897" y="146179"/>
                      <a:pt x="572936" y="144723"/>
                      <a:pt x="572976" y="143267"/>
                    </a:cubicBezTo>
                    <a:cubicBezTo>
                      <a:pt x="573071" y="139695"/>
                      <a:pt x="573162" y="136123"/>
                      <a:pt x="573250" y="132551"/>
                    </a:cubicBezTo>
                    <a:cubicBezTo>
                      <a:pt x="575020" y="132551"/>
                      <a:pt x="576789" y="132551"/>
                      <a:pt x="578613" y="132551"/>
                    </a:cubicBezTo>
                    <a:cubicBezTo>
                      <a:pt x="578908" y="121637"/>
                      <a:pt x="579203" y="110723"/>
                      <a:pt x="579507" y="99479"/>
                    </a:cubicBezTo>
                    <a:cubicBezTo>
                      <a:pt x="580982" y="99184"/>
                      <a:pt x="582456" y="98889"/>
                      <a:pt x="583976" y="98585"/>
                    </a:cubicBezTo>
                    <a:cubicBezTo>
                      <a:pt x="585530" y="92179"/>
                      <a:pt x="585969" y="86222"/>
                      <a:pt x="585819" y="79647"/>
                    </a:cubicBezTo>
                    <a:cubicBezTo>
                      <a:pt x="585720" y="74225"/>
                      <a:pt x="585703" y="69073"/>
                      <a:pt x="586657" y="63725"/>
                    </a:cubicBezTo>
                    <a:cubicBezTo>
                      <a:pt x="588132" y="63430"/>
                      <a:pt x="589607" y="63135"/>
                      <a:pt x="591127" y="62831"/>
                    </a:cubicBezTo>
                    <a:cubicBezTo>
                      <a:pt x="592201" y="59609"/>
                      <a:pt x="592226" y="56599"/>
                      <a:pt x="592303" y="53240"/>
                    </a:cubicBezTo>
                    <a:cubicBezTo>
                      <a:pt x="592322" y="52569"/>
                      <a:pt x="592340" y="51898"/>
                      <a:pt x="592360" y="51207"/>
                    </a:cubicBezTo>
                    <a:cubicBezTo>
                      <a:pt x="592418" y="49067"/>
                      <a:pt x="592471" y="46927"/>
                      <a:pt x="592523" y="44787"/>
                    </a:cubicBezTo>
                    <a:cubicBezTo>
                      <a:pt x="592562" y="43335"/>
                      <a:pt x="592601" y="41883"/>
                      <a:pt x="592640" y="40431"/>
                    </a:cubicBezTo>
                    <a:cubicBezTo>
                      <a:pt x="592736" y="36874"/>
                      <a:pt x="592826" y="33317"/>
                      <a:pt x="592914" y="29759"/>
                    </a:cubicBezTo>
                    <a:cubicBezTo>
                      <a:pt x="594684" y="29759"/>
                      <a:pt x="596454" y="29759"/>
                      <a:pt x="598277" y="29759"/>
                    </a:cubicBezTo>
                    <a:cubicBezTo>
                      <a:pt x="598572" y="20320"/>
                      <a:pt x="598867" y="10881"/>
                      <a:pt x="599171" y="1156"/>
                    </a:cubicBezTo>
                    <a:cubicBezTo>
                      <a:pt x="603022" y="386"/>
                      <a:pt x="606453" y="136"/>
                      <a:pt x="610336" y="149"/>
                    </a:cubicBezTo>
                    <a:cubicBezTo>
                      <a:pt x="611335" y="147"/>
                      <a:pt x="611335" y="147"/>
                      <a:pt x="612355" y="145"/>
                    </a:cubicBezTo>
                    <a:cubicBezTo>
                      <a:pt x="614583" y="141"/>
                      <a:pt x="616811" y="144"/>
                      <a:pt x="619039" y="147"/>
                    </a:cubicBezTo>
                    <a:cubicBezTo>
                      <a:pt x="620638" y="146"/>
                      <a:pt x="622237" y="144"/>
                      <a:pt x="623836" y="142"/>
                    </a:cubicBezTo>
                    <a:cubicBezTo>
                      <a:pt x="628176" y="138"/>
                      <a:pt x="632515" y="139"/>
                      <a:pt x="636855" y="142"/>
                    </a:cubicBezTo>
                    <a:cubicBezTo>
                      <a:pt x="641394" y="145"/>
                      <a:pt x="645933" y="142"/>
                      <a:pt x="650472" y="141"/>
                    </a:cubicBezTo>
                    <a:cubicBezTo>
                      <a:pt x="658093" y="139"/>
                      <a:pt x="665714" y="142"/>
                      <a:pt x="673334" y="146"/>
                    </a:cubicBezTo>
                    <a:cubicBezTo>
                      <a:pt x="682151" y="151"/>
                      <a:pt x="690968" y="149"/>
                      <a:pt x="699785" y="144"/>
                    </a:cubicBezTo>
                    <a:cubicBezTo>
                      <a:pt x="707351" y="140"/>
                      <a:pt x="714917" y="140"/>
                      <a:pt x="722483" y="142"/>
                    </a:cubicBezTo>
                    <a:cubicBezTo>
                      <a:pt x="727004" y="143"/>
                      <a:pt x="731524" y="143"/>
                      <a:pt x="736045" y="141"/>
                    </a:cubicBezTo>
                    <a:cubicBezTo>
                      <a:pt x="740293" y="138"/>
                      <a:pt x="744541" y="140"/>
                      <a:pt x="748789" y="145"/>
                    </a:cubicBezTo>
                    <a:cubicBezTo>
                      <a:pt x="750350" y="146"/>
                      <a:pt x="751911" y="146"/>
                      <a:pt x="753473" y="144"/>
                    </a:cubicBezTo>
                    <a:cubicBezTo>
                      <a:pt x="755599" y="141"/>
                      <a:pt x="757725" y="144"/>
                      <a:pt x="759851" y="149"/>
                    </a:cubicBezTo>
                    <a:cubicBezTo>
                      <a:pt x="760473" y="147"/>
                      <a:pt x="761096" y="145"/>
                      <a:pt x="761736" y="143"/>
                    </a:cubicBezTo>
                    <a:cubicBezTo>
                      <a:pt x="764415" y="154"/>
                      <a:pt x="766436" y="301"/>
                      <a:pt x="769001" y="1156"/>
                    </a:cubicBezTo>
                    <a:cubicBezTo>
                      <a:pt x="768706" y="12660"/>
                      <a:pt x="768411" y="24164"/>
                      <a:pt x="768107" y="36016"/>
                    </a:cubicBezTo>
                    <a:cubicBezTo>
                      <a:pt x="766632" y="36016"/>
                      <a:pt x="765158" y="36016"/>
                      <a:pt x="763638" y="36016"/>
                    </a:cubicBezTo>
                    <a:cubicBezTo>
                      <a:pt x="761455" y="41909"/>
                      <a:pt x="761708" y="47502"/>
                      <a:pt x="761850" y="53725"/>
                    </a:cubicBezTo>
                    <a:cubicBezTo>
                      <a:pt x="761896" y="55742"/>
                      <a:pt x="761933" y="57759"/>
                      <a:pt x="761962" y="59776"/>
                    </a:cubicBezTo>
                    <a:cubicBezTo>
                      <a:pt x="761983" y="60663"/>
                      <a:pt x="762004" y="61550"/>
                      <a:pt x="762025" y="62464"/>
                    </a:cubicBezTo>
                    <a:cubicBezTo>
                      <a:pt x="761850" y="64619"/>
                      <a:pt x="761850" y="64619"/>
                      <a:pt x="760063" y="66407"/>
                    </a:cubicBezTo>
                    <a:cubicBezTo>
                      <a:pt x="759178" y="66407"/>
                      <a:pt x="758293" y="66407"/>
                      <a:pt x="757381" y="66407"/>
                    </a:cubicBezTo>
                    <a:cubicBezTo>
                      <a:pt x="755763" y="69895"/>
                      <a:pt x="755332" y="72760"/>
                      <a:pt x="755223" y="76592"/>
                    </a:cubicBezTo>
                    <a:cubicBezTo>
                      <a:pt x="755172" y="78203"/>
                      <a:pt x="755172" y="78203"/>
                      <a:pt x="755119" y="79847"/>
                    </a:cubicBezTo>
                    <a:cubicBezTo>
                      <a:pt x="755091" y="80961"/>
                      <a:pt x="755063" y="82075"/>
                      <a:pt x="755035" y="83222"/>
                    </a:cubicBezTo>
                    <a:cubicBezTo>
                      <a:pt x="755000" y="84353"/>
                      <a:pt x="754966" y="85484"/>
                      <a:pt x="754930" y="86649"/>
                    </a:cubicBezTo>
                    <a:cubicBezTo>
                      <a:pt x="754846" y="89436"/>
                      <a:pt x="754769" y="92222"/>
                      <a:pt x="754700" y="95010"/>
                    </a:cubicBezTo>
                    <a:cubicBezTo>
                      <a:pt x="752930" y="95010"/>
                      <a:pt x="751160" y="95010"/>
                      <a:pt x="749337" y="95010"/>
                    </a:cubicBezTo>
                    <a:cubicBezTo>
                      <a:pt x="749042" y="104744"/>
                      <a:pt x="748747" y="114477"/>
                      <a:pt x="748443" y="124506"/>
                    </a:cubicBezTo>
                    <a:cubicBezTo>
                      <a:pt x="746968" y="124801"/>
                      <a:pt x="745493" y="125096"/>
                      <a:pt x="743974" y="125400"/>
                    </a:cubicBezTo>
                    <a:cubicBezTo>
                      <a:pt x="742726" y="127895"/>
                      <a:pt x="742885" y="130050"/>
                      <a:pt x="742797" y="132837"/>
                    </a:cubicBezTo>
                    <a:cubicBezTo>
                      <a:pt x="742741" y="134522"/>
                      <a:pt x="742741" y="134522"/>
                      <a:pt x="742683" y="136242"/>
                    </a:cubicBezTo>
                    <a:cubicBezTo>
                      <a:pt x="742631" y="138010"/>
                      <a:pt x="742631" y="138010"/>
                      <a:pt x="742577" y="139813"/>
                    </a:cubicBezTo>
                    <a:cubicBezTo>
                      <a:pt x="742538" y="141011"/>
                      <a:pt x="742499" y="142209"/>
                      <a:pt x="742460" y="143406"/>
                    </a:cubicBezTo>
                    <a:cubicBezTo>
                      <a:pt x="742365" y="146343"/>
                      <a:pt x="742274" y="149279"/>
                      <a:pt x="742186" y="152215"/>
                    </a:cubicBezTo>
                    <a:cubicBezTo>
                      <a:pt x="739531" y="153100"/>
                      <a:pt x="739531" y="153100"/>
                      <a:pt x="736823" y="154003"/>
                    </a:cubicBezTo>
                    <a:cubicBezTo>
                      <a:pt x="735925" y="159149"/>
                      <a:pt x="735852" y="164095"/>
                      <a:pt x="735929" y="169310"/>
                    </a:cubicBezTo>
                    <a:cubicBezTo>
                      <a:pt x="736067" y="178721"/>
                      <a:pt x="736067" y="178721"/>
                      <a:pt x="735035" y="182606"/>
                    </a:cubicBezTo>
                    <a:cubicBezTo>
                      <a:pt x="733560" y="182901"/>
                      <a:pt x="732085" y="183196"/>
                      <a:pt x="730566" y="183500"/>
                    </a:cubicBezTo>
                    <a:cubicBezTo>
                      <a:pt x="729645" y="186581"/>
                      <a:pt x="729495" y="189497"/>
                      <a:pt x="729389" y="192704"/>
                    </a:cubicBezTo>
                    <a:cubicBezTo>
                      <a:pt x="729333" y="194320"/>
                      <a:pt x="729333" y="194320"/>
                      <a:pt x="729276" y="195968"/>
                    </a:cubicBezTo>
                    <a:cubicBezTo>
                      <a:pt x="729241" y="197089"/>
                      <a:pt x="729205" y="198211"/>
                      <a:pt x="729169" y="199366"/>
                    </a:cubicBezTo>
                    <a:cubicBezTo>
                      <a:pt x="729131" y="200501"/>
                      <a:pt x="729092" y="201635"/>
                      <a:pt x="729052" y="202805"/>
                    </a:cubicBezTo>
                    <a:cubicBezTo>
                      <a:pt x="728958" y="205606"/>
                      <a:pt x="728866" y="208407"/>
                      <a:pt x="728778" y="211209"/>
                    </a:cubicBezTo>
                    <a:cubicBezTo>
                      <a:pt x="727303" y="211209"/>
                      <a:pt x="725829" y="211209"/>
                      <a:pt x="724309" y="211209"/>
                    </a:cubicBezTo>
                    <a:cubicBezTo>
                      <a:pt x="722968" y="213890"/>
                      <a:pt x="723202" y="216679"/>
                      <a:pt x="723132" y="219624"/>
                    </a:cubicBezTo>
                    <a:cubicBezTo>
                      <a:pt x="723114" y="220276"/>
                      <a:pt x="723095" y="220928"/>
                      <a:pt x="723076" y="221600"/>
                    </a:cubicBezTo>
                    <a:cubicBezTo>
                      <a:pt x="723018" y="223686"/>
                      <a:pt x="722965" y="225771"/>
                      <a:pt x="722912" y="227857"/>
                    </a:cubicBezTo>
                    <a:cubicBezTo>
                      <a:pt x="722874" y="229270"/>
                      <a:pt x="722835" y="230683"/>
                      <a:pt x="722795" y="232096"/>
                    </a:cubicBezTo>
                    <a:cubicBezTo>
                      <a:pt x="722700" y="235561"/>
                      <a:pt x="722609" y="239027"/>
                      <a:pt x="722521" y="242493"/>
                    </a:cubicBezTo>
                    <a:cubicBezTo>
                      <a:pt x="720752" y="242493"/>
                      <a:pt x="718982" y="242493"/>
                      <a:pt x="717158" y="242493"/>
                    </a:cubicBezTo>
                    <a:cubicBezTo>
                      <a:pt x="716863" y="251342"/>
                      <a:pt x="716568" y="260192"/>
                      <a:pt x="716264" y="269309"/>
                    </a:cubicBezTo>
                    <a:cubicBezTo>
                      <a:pt x="712689" y="270203"/>
                      <a:pt x="712689" y="270203"/>
                      <a:pt x="710901" y="270203"/>
                    </a:cubicBezTo>
                    <a:cubicBezTo>
                      <a:pt x="710072" y="276774"/>
                      <a:pt x="709738" y="283306"/>
                      <a:pt x="709505" y="289923"/>
                    </a:cubicBezTo>
                    <a:cubicBezTo>
                      <a:pt x="709447" y="291467"/>
                      <a:pt x="709447" y="291467"/>
                      <a:pt x="709388" y="293043"/>
                    </a:cubicBezTo>
                    <a:cubicBezTo>
                      <a:pt x="709294" y="295559"/>
                      <a:pt x="709203" y="298076"/>
                      <a:pt x="709114" y="300593"/>
                    </a:cubicBezTo>
                    <a:cubicBezTo>
                      <a:pt x="708395" y="300704"/>
                      <a:pt x="707676" y="300814"/>
                      <a:pt x="706935" y="300928"/>
                    </a:cubicBezTo>
                    <a:cubicBezTo>
                      <a:pt x="705801" y="301205"/>
                      <a:pt x="705801" y="301205"/>
                      <a:pt x="704645" y="301487"/>
                    </a:cubicBezTo>
                    <a:cubicBezTo>
                      <a:pt x="703397" y="303982"/>
                      <a:pt x="703556" y="306137"/>
                      <a:pt x="703468" y="308924"/>
                    </a:cubicBezTo>
                    <a:cubicBezTo>
                      <a:pt x="703412" y="310609"/>
                      <a:pt x="703412" y="310609"/>
                      <a:pt x="703354" y="312328"/>
                    </a:cubicBezTo>
                    <a:cubicBezTo>
                      <a:pt x="703302" y="314096"/>
                      <a:pt x="703302" y="314096"/>
                      <a:pt x="703248" y="315900"/>
                    </a:cubicBezTo>
                    <a:cubicBezTo>
                      <a:pt x="703209" y="317098"/>
                      <a:pt x="703170" y="318295"/>
                      <a:pt x="703131" y="319493"/>
                    </a:cubicBezTo>
                    <a:cubicBezTo>
                      <a:pt x="703036" y="322429"/>
                      <a:pt x="702945" y="325366"/>
                      <a:pt x="702857" y="328302"/>
                    </a:cubicBezTo>
                    <a:cubicBezTo>
                      <a:pt x="701382" y="328597"/>
                      <a:pt x="699907" y="328892"/>
                      <a:pt x="698388" y="329196"/>
                    </a:cubicBezTo>
                    <a:cubicBezTo>
                      <a:pt x="697366" y="332261"/>
                      <a:pt x="697306" y="334774"/>
                      <a:pt x="697211" y="338005"/>
                    </a:cubicBezTo>
                    <a:cubicBezTo>
                      <a:pt x="697192" y="338597"/>
                      <a:pt x="697174" y="339188"/>
                      <a:pt x="697155" y="339797"/>
                    </a:cubicBezTo>
                    <a:cubicBezTo>
                      <a:pt x="697096" y="341682"/>
                      <a:pt x="697044" y="343568"/>
                      <a:pt x="696991" y="345453"/>
                    </a:cubicBezTo>
                    <a:cubicBezTo>
                      <a:pt x="696952" y="346732"/>
                      <a:pt x="696913" y="348012"/>
                      <a:pt x="696874" y="349292"/>
                    </a:cubicBezTo>
                    <a:cubicBezTo>
                      <a:pt x="696778" y="352425"/>
                      <a:pt x="696688" y="355559"/>
                      <a:pt x="696600" y="358693"/>
                    </a:cubicBezTo>
                    <a:cubicBezTo>
                      <a:pt x="695125" y="358693"/>
                      <a:pt x="693650" y="358693"/>
                      <a:pt x="692131" y="358693"/>
                    </a:cubicBezTo>
                    <a:cubicBezTo>
                      <a:pt x="690343" y="364607"/>
                      <a:pt x="690126" y="369969"/>
                      <a:pt x="690231" y="376123"/>
                    </a:cubicBezTo>
                    <a:cubicBezTo>
                      <a:pt x="690243" y="377481"/>
                      <a:pt x="690243" y="377481"/>
                      <a:pt x="690256" y="378867"/>
                    </a:cubicBezTo>
                    <a:cubicBezTo>
                      <a:pt x="690277" y="381081"/>
                      <a:pt x="690306" y="383294"/>
                      <a:pt x="690343" y="385508"/>
                    </a:cubicBezTo>
                    <a:cubicBezTo>
                      <a:pt x="689477" y="385840"/>
                      <a:pt x="688610" y="386172"/>
                      <a:pt x="687717" y="386514"/>
                    </a:cubicBezTo>
                    <a:cubicBezTo>
                      <a:pt x="684751" y="387889"/>
                      <a:pt x="684751" y="387889"/>
                      <a:pt x="684380" y="390625"/>
                    </a:cubicBezTo>
                    <a:cubicBezTo>
                      <a:pt x="684094" y="393477"/>
                      <a:pt x="683903" y="396296"/>
                      <a:pt x="683803" y="399160"/>
                    </a:cubicBezTo>
                    <a:cubicBezTo>
                      <a:pt x="683747" y="400707"/>
                      <a:pt x="683747" y="400707"/>
                      <a:pt x="683690" y="402285"/>
                    </a:cubicBezTo>
                    <a:cubicBezTo>
                      <a:pt x="683637" y="403880"/>
                      <a:pt x="683637" y="403880"/>
                      <a:pt x="683583" y="405508"/>
                    </a:cubicBezTo>
                    <a:cubicBezTo>
                      <a:pt x="683545" y="406592"/>
                      <a:pt x="683506" y="407676"/>
                      <a:pt x="683466" y="408793"/>
                    </a:cubicBezTo>
                    <a:cubicBezTo>
                      <a:pt x="683372" y="411460"/>
                      <a:pt x="683281" y="414126"/>
                      <a:pt x="683192" y="416793"/>
                    </a:cubicBezTo>
                    <a:cubicBezTo>
                      <a:pt x="682473" y="416903"/>
                      <a:pt x="681754" y="417014"/>
                      <a:pt x="681014" y="417128"/>
                    </a:cubicBezTo>
                    <a:cubicBezTo>
                      <a:pt x="679880" y="417404"/>
                      <a:pt x="679880" y="417404"/>
                      <a:pt x="678723" y="417686"/>
                    </a:cubicBezTo>
                    <a:cubicBezTo>
                      <a:pt x="677403" y="420326"/>
                      <a:pt x="677630" y="422767"/>
                      <a:pt x="677546" y="425710"/>
                    </a:cubicBezTo>
                    <a:cubicBezTo>
                      <a:pt x="677528" y="426323"/>
                      <a:pt x="677509" y="426935"/>
                      <a:pt x="677490" y="427566"/>
                    </a:cubicBezTo>
                    <a:cubicBezTo>
                      <a:pt x="677432" y="429524"/>
                      <a:pt x="677379" y="431482"/>
                      <a:pt x="677326" y="433440"/>
                    </a:cubicBezTo>
                    <a:cubicBezTo>
                      <a:pt x="677288" y="434767"/>
                      <a:pt x="677249" y="436094"/>
                      <a:pt x="677210" y="437421"/>
                    </a:cubicBezTo>
                    <a:cubicBezTo>
                      <a:pt x="677114" y="440675"/>
                      <a:pt x="677023" y="443929"/>
                      <a:pt x="676935" y="447183"/>
                    </a:cubicBezTo>
                    <a:cubicBezTo>
                      <a:pt x="676216" y="447294"/>
                      <a:pt x="675497" y="447404"/>
                      <a:pt x="674757" y="447518"/>
                    </a:cubicBezTo>
                    <a:cubicBezTo>
                      <a:pt x="673623" y="447795"/>
                      <a:pt x="673623" y="447795"/>
                      <a:pt x="672466" y="448077"/>
                    </a:cubicBezTo>
                    <a:cubicBezTo>
                      <a:pt x="671195" y="450620"/>
                      <a:pt x="671376" y="452870"/>
                      <a:pt x="671290" y="455710"/>
                    </a:cubicBezTo>
                    <a:cubicBezTo>
                      <a:pt x="671233" y="457455"/>
                      <a:pt x="671233" y="457455"/>
                      <a:pt x="671176" y="459236"/>
                    </a:cubicBezTo>
                    <a:cubicBezTo>
                      <a:pt x="671140" y="460470"/>
                      <a:pt x="671105" y="461703"/>
                      <a:pt x="671070" y="462937"/>
                    </a:cubicBezTo>
                    <a:cubicBezTo>
                      <a:pt x="671031" y="464178"/>
                      <a:pt x="670992" y="465418"/>
                      <a:pt x="670953" y="466659"/>
                    </a:cubicBezTo>
                    <a:cubicBezTo>
                      <a:pt x="670858" y="469701"/>
                      <a:pt x="670766" y="472744"/>
                      <a:pt x="670679" y="475786"/>
                    </a:cubicBezTo>
                    <a:cubicBezTo>
                      <a:pt x="669379" y="475952"/>
                      <a:pt x="669379" y="475952"/>
                      <a:pt x="668053" y="476121"/>
                    </a:cubicBezTo>
                    <a:cubicBezTo>
                      <a:pt x="667150" y="476306"/>
                      <a:pt x="666246" y="476490"/>
                      <a:pt x="665316" y="476680"/>
                    </a:cubicBezTo>
                    <a:cubicBezTo>
                      <a:pt x="664195" y="478921"/>
                      <a:pt x="664334" y="480415"/>
                      <a:pt x="664366" y="482919"/>
                    </a:cubicBezTo>
                    <a:cubicBezTo>
                      <a:pt x="664373" y="483813"/>
                      <a:pt x="664380" y="484706"/>
                      <a:pt x="664387" y="485627"/>
                    </a:cubicBezTo>
                    <a:cubicBezTo>
                      <a:pt x="664410" y="487503"/>
                      <a:pt x="664433" y="489379"/>
                      <a:pt x="664457" y="491256"/>
                    </a:cubicBezTo>
                    <a:cubicBezTo>
                      <a:pt x="664493" y="496041"/>
                      <a:pt x="664381" y="500570"/>
                      <a:pt x="663528" y="505283"/>
                    </a:cubicBezTo>
                    <a:cubicBezTo>
                      <a:pt x="662698" y="505393"/>
                      <a:pt x="662698" y="505393"/>
                      <a:pt x="661852" y="505506"/>
                    </a:cubicBezTo>
                    <a:cubicBezTo>
                      <a:pt x="659860" y="505996"/>
                      <a:pt x="659860" y="505996"/>
                      <a:pt x="658963" y="507655"/>
                    </a:cubicBezTo>
                    <a:cubicBezTo>
                      <a:pt x="657956" y="510301"/>
                      <a:pt x="657875" y="512550"/>
                      <a:pt x="657795" y="515380"/>
                    </a:cubicBezTo>
                    <a:cubicBezTo>
                      <a:pt x="657743" y="516996"/>
                      <a:pt x="657743" y="516996"/>
                      <a:pt x="657690" y="518645"/>
                    </a:cubicBezTo>
                    <a:cubicBezTo>
                      <a:pt x="657662" y="519766"/>
                      <a:pt x="657635" y="520887"/>
                      <a:pt x="657606" y="522042"/>
                    </a:cubicBezTo>
                    <a:cubicBezTo>
                      <a:pt x="657554" y="523745"/>
                      <a:pt x="657554" y="523745"/>
                      <a:pt x="657501" y="525482"/>
                    </a:cubicBezTo>
                    <a:cubicBezTo>
                      <a:pt x="657417" y="528283"/>
                      <a:pt x="657341" y="531084"/>
                      <a:pt x="657271" y="533886"/>
                    </a:cubicBezTo>
                    <a:cubicBezTo>
                      <a:pt x="655501" y="533886"/>
                      <a:pt x="653731" y="533886"/>
                      <a:pt x="651908" y="533886"/>
                    </a:cubicBezTo>
                    <a:cubicBezTo>
                      <a:pt x="651613" y="536836"/>
                      <a:pt x="651318" y="539785"/>
                      <a:pt x="651014" y="542824"/>
                    </a:cubicBezTo>
                    <a:cubicBezTo>
                      <a:pt x="593200" y="542824"/>
                      <a:pt x="535387" y="542824"/>
                      <a:pt x="475821" y="542824"/>
                    </a:cubicBezTo>
                    <a:cubicBezTo>
                      <a:pt x="475526" y="538400"/>
                      <a:pt x="475231" y="533975"/>
                      <a:pt x="474927" y="529417"/>
                    </a:cubicBezTo>
                    <a:cubicBezTo>
                      <a:pt x="474632" y="528827"/>
                      <a:pt x="474337" y="528237"/>
                      <a:pt x="474033" y="527629"/>
                    </a:cubicBezTo>
                    <a:cubicBezTo>
                      <a:pt x="471774" y="527043"/>
                      <a:pt x="471774" y="527043"/>
                      <a:pt x="469564" y="526735"/>
                    </a:cubicBezTo>
                    <a:cubicBezTo>
                      <a:pt x="469510" y="525646"/>
                      <a:pt x="469456" y="524557"/>
                      <a:pt x="469400" y="523436"/>
                    </a:cubicBezTo>
                    <a:cubicBezTo>
                      <a:pt x="469325" y="521984"/>
                      <a:pt x="469249" y="520533"/>
                      <a:pt x="469173" y="519082"/>
                    </a:cubicBezTo>
                    <a:cubicBezTo>
                      <a:pt x="469120" y="518009"/>
                      <a:pt x="469120" y="518009"/>
                      <a:pt x="469067" y="516915"/>
                    </a:cubicBezTo>
                    <a:cubicBezTo>
                      <a:pt x="468842" y="512690"/>
                      <a:pt x="468444" y="508568"/>
                      <a:pt x="467776" y="504389"/>
                    </a:cubicBezTo>
                    <a:cubicBezTo>
                      <a:pt x="466007" y="503799"/>
                      <a:pt x="464237" y="503209"/>
                      <a:pt x="462413" y="502601"/>
                    </a:cubicBezTo>
                    <a:cubicBezTo>
                      <a:pt x="462118" y="496112"/>
                      <a:pt x="461823" y="489623"/>
                      <a:pt x="461520" y="482937"/>
                    </a:cubicBezTo>
                    <a:cubicBezTo>
                      <a:pt x="458344" y="481016"/>
                      <a:pt x="458344" y="481016"/>
                      <a:pt x="456157" y="481149"/>
                    </a:cubicBezTo>
                    <a:cubicBezTo>
                      <a:pt x="456139" y="480540"/>
                      <a:pt x="456121" y="479932"/>
                      <a:pt x="456103" y="479305"/>
                    </a:cubicBezTo>
                    <a:cubicBezTo>
                      <a:pt x="456018" y="476549"/>
                      <a:pt x="455920" y="473793"/>
                      <a:pt x="455821" y="471038"/>
                    </a:cubicBezTo>
                    <a:cubicBezTo>
                      <a:pt x="455780" y="469600"/>
                      <a:pt x="455780" y="469600"/>
                      <a:pt x="455738" y="468134"/>
                    </a:cubicBezTo>
                    <a:cubicBezTo>
                      <a:pt x="455703" y="467215"/>
                      <a:pt x="455668" y="466297"/>
                      <a:pt x="455633" y="465350"/>
                    </a:cubicBezTo>
                    <a:cubicBezTo>
                      <a:pt x="455605" y="464503"/>
                      <a:pt x="455577" y="463655"/>
                      <a:pt x="455548" y="462782"/>
                    </a:cubicBezTo>
                    <a:cubicBezTo>
                      <a:pt x="455398" y="460365"/>
                      <a:pt x="455398" y="460365"/>
                      <a:pt x="453475" y="457909"/>
                    </a:cubicBezTo>
                    <a:cubicBezTo>
                      <a:pt x="452295" y="457909"/>
                      <a:pt x="451115" y="457909"/>
                      <a:pt x="449900" y="457909"/>
                    </a:cubicBezTo>
                    <a:cubicBezTo>
                      <a:pt x="449882" y="457332"/>
                      <a:pt x="449864" y="456755"/>
                      <a:pt x="449846" y="456161"/>
                    </a:cubicBezTo>
                    <a:cubicBezTo>
                      <a:pt x="449761" y="453540"/>
                      <a:pt x="449663" y="450921"/>
                      <a:pt x="449564" y="448300"/>
                    </a:cubicBezTo>
                    <a:cubicBezTo>
                      <a:pt x="449523" y="446939"/>
                      <a:pt x="449523" y="446939"/>
                      <a:pt x="449481" y="445549"/>
                    </a:cubicBezTo>
                    <a:cubicBezTo>
                      <a:pt x="449446" y="444673"/>
                      <a:pt x="449412" y="443798"/>
                      <a:pt x="449376" y="442896"/>
                    </a:cubicBezTo>
                    <a:cubicBezTo>
                      <a:pt x="449334" y="441688"/>
                      <a:pt x="449334" y="441688"/>
                      <a:pt x="449291" y="440456"/>
                    </a:cubicBezTo>
                    <a:cubicBezTo>
                      <a:pt x="448991" y="438133"/>
                      <a:pt x="448481" y="436634"/>
                      <a:pt x="447218" y="434669"/>
                    </a:cubicBezTo>
                    <a:cubicBezTo>
                      <a:pt x="445386" y="433950"/>
                      <a:pt x="445386" y="433950"/>
                      <a:pt x="443643" y="433776"/>
                    </a:cubicBezTo>
                    <a:cubicBezTo>
                      <a:pt x="443492" y="431504"/>
                      <a:pt x="443343" y="429232"/>
                      <a:pt x="443196" y="426960"/>
                    </a:cubicBezTo>
                    <a:cubicBezTo>
                      <a:pt x="443153" y="426323"/>
                      <a:pt x="443111" y="425686"/>
                      <a:pt x="443067" y="425029"/>
                    </a:cubicBezTo>
                    <a:cubicBezTo>
                      <a:pt x="442882" y="422159"/>
                      <a:pt x="442752" y="419371"/>
                      <a:pt x="442833" y="416492"/>
                    </a:cubicBezTo>
                    <a:cubicBezTo>
                      <a:pt x="442950" y="413905"/>
                      <a:pt x="442950" y="413905"/>
                      <a:pt x="440961" y="411430"/>
                    </a:cubicBezTo>
                    <a:cubicBezTo>
                      <a:pt x="438670" y="410777"/>
                      <a:pt x="438670" y="410777"/>
                      <a:pt x="436492" y="410536"/>
                    </a:cubicBezTo>
                    <a:cubicBezTo>
                      <a:pt x="436474" y="409981"/>
                      <a:pt x="436457" y="409427"/>
                      <a:pt x="436438" y="408855"/>
                    </a:cubicBezTo>
                    <a:cubicBezTo>
                      <a:pt x="436353" y="406342"/>
                      <a:pt x="436255" y="403830"/>
                      <a:pt x="436157" y="401318"/>
                    </a:cubicBezTo>
                    <a:cubicBezTo>
                      <a:pt x="436129" y="400445"/>
                      <a:pt x="436102" y="399572"/>
                      <a:pt x="436073" y="398673"/>
                    </a:cubicBezTo>
                    <a:cubicBezTo>
                      <a:pt x="436038" y="397835"/>
                      <a:pt x="436004" y="396997"/>
                      <a:pt x="435968" y="396133"/>
                    </a:cubicBezTo>
                    <a:cubicBezTo>
                      <a:pt x="435926" y="394974"/>
                      <a:pt x="435926" y="394974"/>
                      <a:pt x="435883" y="393793"/>
                    </a:cubicBezTo>
                    <a:cubicBezTo>
                      <a:pt x="435713" y="391517"/>
                      <a:pt x="435713" y="391517"/>
                      <a:pt x="433811" y="389083"/>
                    </a:cubicBezTo>
                    <a:cubicBezTo>
                      <a:pt x="432631" y="389083"/>
                      <a:pt x="431451" y="389083"/>
                      <a:pt x="430235" y="389083"/>
                    </a:cubicBezTo>
                    <a:cubicBezTo>
                      <a:pt x="430217" y="388448"/>
                      <a:pt x="430200" y="387812"/>
                      <a:pt x="430181" y="387157"/>
                    </a:cubicBezTo>
                    <a:cubicBezTo>
                      <a:pt x="430096" y="384279"/>
                      <a:pt x="429998" y="381402"/>
                      <a:pt x="429900" y="378525"/>
                    </a:cubicBezTo>
                    <a:cubicBezTo>
                      <a:pt x="429858" y="377024"/>
                      <a:pt x="429858" y="377024"/>
                      <a:pt x="429816" y="375493"/>
                    </a:cubicBezTo>
                    <a:cubicBezTo>
                      <a:pt x="429782" y="374533"/>
                      <a:pt x="429747" y="373574"/>
                      <a:pt x="429711" y="372586"/>
                    </a:cubicBezTo>
                    <a:cubicBezTo>
                      <a:pt x="429669" y="371259"/>
                      <a:pt x="429669" y="371259"/>
                      <a:pt x="429626" y="369905"/>
                    </a:cubicBezTo>
                    <a:cubicBezTo>
                      <a:pt x="429486" y="367416"/>
                      <a:pt x="429486" y="367416"/>
                      <a:pt x="427554" y="364950"/>
                    </a:cubicBezTo>
                    <a:cubicBezTo>
                      <a:pt x="426374" y="364950"/>
                      <a:pt x="425194" y="364950"/>
                      <a:pt x="423978" y="364950"/>
                    </a:cubicBezTo>
                    <a:cubicBezTo>
                      <a:pt x="423961" y="364436"/>
                      <a:pt x="423943" y="363923"/>
                      <a:pt x="423925" y="363394"/>
                    </a:cubicBezTo>
                    <a:cubicBezTo>
                      <a:pt x="423839" y="361044"/>
                      <a:pt x="423741" y="358696"/>
                      <a:pt x="423643" y="356347"/>
                    </a:cubicBezTo>
                    <a:cubicBezTo>
                      <a:pt x="423602" y="355135"/>
                      <a:pt x="423602" y="355135"/>
                      <a:pt x="423559" y="353899"/>
                    </a:cubicBezTo>
                    <a:cubicBezTo>
                      <a:pt x="423368" y="349528"/>
                      <a:pt x="422974" y="345814"/>
                      <a:pt x="421297" y="341710"/>
                    </a:cubicBezTo>
                    <a:cubicBezTo>
                      <a:pt x="420117" y="341710"/>
                      <a:pt x="418937" y="341710"/>
                      <a:pt x="417721" y="341710"/>
                    </a:cubicBezTo>
                    <a:cubicBezTo>
                      <a:pt x="416383" y="337696"/>
                      <a:pt x="416824" y="333607"/>
                      <a:pt x="416941" y="329418"/>
                    </a:cubicBezTo>
                    <a:cubicBezTo>
                      <a:pt x="417160" y="324502"/>
                      <a:pt x="417160" y="324502"/>
                      <a:pt x="415040" y="320258"/>
                    </a:cubicBezTo>
                    <a:cubicBezTo>
                      <a:pt x="413565" y="319963"/>
                      <a:pt x="412090" y="319668"/>
                      <a:pt x="410571" y="319364"/>
                    </a:cubicBezTo>
                    <a:cubicBezTo>
                      <a:pt x="410276" y="311695"/>
                      <a:pt x="409981" y="304026"/>
                      <a:pt x="409677" y="296124"/>
                    </a:cubicBezTo>
                    <a:cubicBezTo>
                      <a:pt x="407907" y="295829"/>
                      <a:pt x="406137" y="295534"/>
                      <a:pt x="404314" y="295230"/>
                    </a:cubicBezTo>
                    <a:cubicBezTo>
                      <a:pt x="404296" y="294680"/>
                      <a:pt x="404278" y="294130"/>
                      <a:pt x="404260" y="293564"/>
                    </a:cubicBezTo>
                    <a:cubicBezTo>
                      <a:pt x="404175" y="291065"/>
                      <a:pt x="404077" y="288567"/>
                      <a:pt x="403979" y="286068"/>
                    </a:cubicBezTo>
                    <a:cubicBezTo>
                      <a:pt x="403937" y="284770"/>
                      <a:pt x="403937" y="284770"/>
                      <a:pt x="403895" y="283446"/>
                    </a:cubicBezTo>
                    <a:cubicBezTo>
                      <a:pt x="403860" y="282611"/>
                      <a:pt x="403826" y="281775"/>
                      <a:pt x="403790" y="280915"/>
                    </a:cubicBezTo>
                    <a:cubicBezTo>
                      <a:pt x="403748" y="279763"/>
                      <a:pt x="403748" y="279763"/>
                      <a:pt x="403705" y="278588"/>
                    </a:cubicBezTo>
                    <a:cubicBezTo>
                      <a:pt x="403405" y="276345"/>
                      <a:pt x="402757" y="274833"/>
                      <a:pt x="401632" y="272884"/>
                    </a:cubicBezTo>
                    <a:cubicBezTo>
                      <a:pt x="400452" y="272884"/>
                      <a:pt x="399272" y="272884"/>
                      <a:pt x="398057" y="272884"/>
                    </a:cubicBezTo>
                    <a:cubicBezTo>
                      <a:pt x="398037" y="271971"/>
                      <a:pt x="398037" y="271971"/>
                      <a:pt x="398017" y="271039"/>
                    </a:cubicBezTo>
                    <a:cubicBezTo>
                      <a:pt x="397951" y="268283"/>
                      <a:pt x="397864" y="265528"/>
                      <a:pt x="397778" y="262772"/>
                    </a:cubicBezTo>
                    <a:cubicBezTo>
                      <a:pt x="397757" y="261814"/>
                      <a:pt x="397737" y="260856"/>
                      <a:pt x="397716" y="259869"/>
                    </a:cubicBezTo>
                    <a:cubicBezTo>
                      <a:pt x="397669" y="258491"/>
                      <a:pt x="397669" y="258491"/>
                      <a:pt x="397620" y="257085"/>
                    </a:cubicBezTo>
                    <a:cubicBezTo>
                      <a:pt x="397597" y="256237"/>
                      <a:pt x="397574" y="255390"/>
                      <a:pt x="397549" y="254517"/>
                    </a:cubicBezTo>
                    <a:cubicBezTo>
                      <a:pt x="397096" y="251944"/>
                      <a:pt x="396589" y="251152"/>
                      <a:pt x="394481" y="249644"/>
                    </a:cubicBezTo>
                    <a:cubicBezTo>
                      <a:pt x="393302" y="249349"/>
                      <a:pt x="392122" y="249054"/>
                      <a:pt x="390906" y="248750"/>
                    </a:cubicBezTo>
                    <a:cubicBezTo>
                      <a:pt x="390611" y="241671"/>
                      <a:pt x="390316" y="234592"/>
                      <a:pt x="390012" y="227298"/>
                    </a:cubicBezTo>
                    <a:cubicBezTo>
                      <a:pt x="387297" y="227899"/>
                      <a:pt x="387297" y="227899"/>
                      <a:pt x="386292" y="229745"/>
                    </a:cubicBezTo>
                    <a:cubicBezTo>
                      <a:pt x="385434" y="232060"/>
                      <a:pt x="385259" y="233952"/>
                      <a:pt x="385173" y="236418"/>
                    </a:cubicBezTo>
                    <a:cubicBezTo>
                      <a:pt x="385138" y="237294"/>
                      <a:pt x="385104" y="238169"/>
                      <a:pt x="385068" y="239072"/>
                    </a:cubicBezTo>
                    <a:cubicBezTo>
                      <a:pt x="385027" y="240434"/>
                      <a:pt x="385027" y="240434"/>
                      <a:pt x="384984" y="241823"/>
                    </a:cubicBezTo>
                    <a:cubicBezTo>
                      <a:pt x="384950" y="242745"/>
                      <a:pt x="384915" y="243667"/>
                      <a:pt x="384880" y="244616"/>
                    </a:cubicBezTo>
                    <a:cubicBezTo>
                      <a:pt x="384796" y="246888"/>
                      <a:pt x="384719" y="249160"/>
                      <a:pt x="384649" y="251432"/>
                    </a:cubicBezTo>
                    <a:cubicBezTo>
                      <a:pt x="382879" y="251432"/>
                      <a:pt x="381110" y="251432"/>
                      <a:pt x="379286" y="251432"/>
                    </a:cubicBezTo>
                    <a:cubicBezTo>
                      <a:pt x="379268" y="252072"/>
                      <a:pt x="379251" y="252713"/>
                      <a:pt x="379232" y="253373"/>
                    </a:cubicBezTo>
                    <a:cubicBezTo>
                      <a:pt x="379148" y="256264"/>
                      <a:pt x="379049" y="259155"/>
                      <a:pt x="378951" y="262046"/>
                    </a:cubicBezTo>
                    <a:cubicBezTo>
                      <a:pt x="378923" y="263054"/>
                      <a:pt x="378896" y="264063"/>
                      <a:pt x="378867" y="265101"/>
                    </a:cubicBezTo>
                    <a:cubicBezTo>
                      <a:pt x="378833" y="266063"/>
                      <a:pt x="378798" y="267026"/>
                      <a:pt x="378762" y="268017"/>
                    </a:cubicBezTo>
                    <a:cubicBezTo>
                      <a:pt x="378734" y="268906"/>
                      <a:pt x="378706" y="269796"/>
                      <a:pt x="378677" y="270712"/>
                    </a:cubicBezTo>
                    <a:cubicBezTo>
                      <a:pt x="378392" y="272884"/>
                      <a:pt x="378392" y="272884"/>
                      <a:pt x="376605" y="274672"/>
                    </a:cubicBezTo>
                    <a:cubicBezTo>
                      <a:pt x="375996" y="274801"/>
                      <a:pt x="375388" y="274930"/>
                      <a:pt x="374761" y="275063"/>
                    </a:cubicBezTo>
                    <a:cubicBezTo>
                      <a:pt x="374190" y="275229"/>
                      <a:pt x="373618" y="275395"/>
                      <a:pt x="373029" y="275566"/>
                    </a:cubicBezTo>
                    <a:cubicBezTo>
                      <a:pt x="372140" y="278233"/>
                      <a:pt x="371961" y="280214"/>
                      <a:pt x="371853" y="283006"/>
                    </a:cubicBezTo>
                    <a:cubicBezTo>
                      <a:pt x="371815" y="283925"/>
                      <a:pt x="371778" y="284844"/>
                      <a:pt x="371739" y="285791"/>
                    </a:cubicBezTo>
                    <a:cubicBezTo>
                      <a:pt x="371686" y="287228"/>
                      <a:pt x="371686" y="287228"/>
                      <a:pt x="371633" y="288694"/>
                    </a:cubicBezTo>
                    <a:cubicBezTo>
                      <a:pt x="371594" y="289662"/>
                      <a:pt x="371555" y="290631"/>
                      <a:pt x="371516" y="291629"/>
                    </a:cubicBezTo>
                    <a:cubicBezTo>
                      <a:pt x="371421" y="294021"/>
                      <a:pt x="371330" y="296413"/>
                      <a:pt x="371242" y="298805"/>
                    </a:cubicBezTo>
                    <a:cubicBezTo>
                      <a:pt x="369767" y="299100"/>
                      <a:pt x="368292" y="299395"/>
                      <a:pt x="366772" y="299699"/>
                    </a:cubicBezTo>
                    <a:cubicBezTo>
                      <a:pt x="365922" y="302251"/>
                      <a:pt x="365709" y="304088"/>
                      <a:pt x="365596" y="306749"/>
                    </a:cubicBezTo>
                    <a:cubicBezTo>
                      <a:pt x="365558" y="307587"/>
                      <a:pt x="365521" y="308425"/>
                      <a:pt x="365482" y="309289"/>
                    </a:cubicBezTo>
                    <a:cubicBezTo>
                      <a:pt x="365430" y="310598"/>
                      <a:pt x="365430" y="310598"/>
                      <a:pt x="365376" y="311934"/>
                    </a:cubicBezTo>
                    <a:cubicBezTo>
                      <a:pt x="365337" y="312817"/>
                      <a:pt x="365299" y="313700"/>
                      <a:pt x="365259" y="314610"/>
                    </a:cubicBezTo>
                    <a:cubicBezTo>
                      <a:pt x="365164" y="316790"/>
                      <a:pt x="365073" y="318971"/>
                      <a:pt x="364985" y="321152"/>
                    </a:cubicBezTo>
                    <a:cubicBezTo>
                      <a:pt x="363215" y="321446"/>
                      <a:pt x="361445" y="321741"/>
                      <a:pt x="359622" y="322045"/>
                    </a:cubicBezTo>
                    <a:cubicBezTo>
                      <a:pt x="359327" y="329715"/>
                      <a:pt x="359032" y="337384"/>
                      <a:pt x="358728" y="345285"/>
                    </a:cubicBezTo>
                    <a:cubicBezTo>
                      <a:pt x="356958" y="345875"/>
                      <a:pt x="355188" y="346465"/>
                      <a:pt x="353365" y="347073"/>
                    </a:cubicBezTo>
                    <a:cubicBezTo>
                      <a:pt x="352662" y="351819"/>
                      <a:pt x="352440" y="356333"/>
                      <a:pt x="352499" y="361126"/>
                    </a:cubicBezTo>
                    <a:cubicBezTo>
                      <a:pt x="352468" y="363382"/>
                      <a:pt x="352158" y="365452"/>
                      <a:pt x="351577" y="367631"/>
                    </a:cubicBezTo>
                    <a:cubicBezTo>
                      <a:pt x="350102" y="367926"/>
                      <a:pt x="348627" y="368221"/>
                      <a:pt x="347108" y="368525"/>
                    </a:cubicBezTo>
                    <a:cubicBezTo>
                      <a:pt x="346461" y="371485"/>
                      <a:pt x="346068" y="374316"/>
                      <a:pt x="345931" y="377341"/>
                    </a:cubicBezTo>
                    <a:cubicBezTo>
                      <a:pt x="345894" y="378133"/>
                      <a:pt x="345856" y="378926"/>
                      <a:pt x="345818" y="379742"/>
                    </a:cubicBezTo>
                    <a:cubicBezTo>
                      <a:pt x="345765" y="380965"/>
                      <a:pt x="345765" y="380965"/>
                      <a:pt x="345711" y="382212"/>
                    </a:cubicBezTo>
                    <a:cubicBezTo>
                      <a:pt x="345673" y="383045"/>
                      <a:pt x="345634" y="383877"/>
                      <a:pt x="345594" y="384735"/>
                    </a:cubicBezTo>
                    <a:cubicBezTo>
                      <a:pt x="345500" y="386780"/>
                      <a:pt x="345409" y="388826"/>
                      <a:pt x="345320" y="390871"/>
                    </a:cubicBezTo>
                    <a:cubicBezTo>
                      <a:pt x="344601" y="391000"/>
                      <a:pt x="343882" y="391129"/>
                      <a:pt x="343141" y="391262"/>
                    </a:cubicBezTo>
                    <a:cubicBezTo>
                      <a:pt x="340922" y="391534"/>
                      <a:pt x="340922" y="391534"/>
                      <a:pt x="339957" y="392659"/>
                    </a:cubicBezTo>
                    <a:cubicBezTo>
                      <a:pt x="339816" y="394314"/>
                      <a:pt x="339733" y="395974"/>
                      <a:pt x="339674" y="397634"/>
                    </a:cubicBezTo>
                    <a:cubicBezTo>
                      <a:pt x="339637" y="398640"/>
                      <a:pt x="339599" y="399645"/>
                      <a:pt x="339561" y="400681"/>
                    </a:cubicBezTo>
                    <a:cubicBezTo>
                      <a:pt x="339526" y="401739"/>
                      <a:pt x="339491" y="402797"/>
                      <a:pt x="339454" y="403888"/>
                    </a:cubicBezTo>
                    <a:cubicBezTo>
                      <a:pt x="339416" y="404949"/>
                      <a:pt x="339377" y="406011"/>
                      <a:pt x="339337" y="407105"/>
                    </a:cubicBezTo>
                    <a:cubicBezTo>
                      <a:pt x="339242" y="409738"/>
                      <a:pt x="339151" y="412372"/>
                      <a:pt x="339063" y="415005"/>
                    </a:cubicBezTo>
                    <a:cubicBezTo>
                      <a:pt x="338344" y="415115"/>
                      <a:pt x="337625" y="415226"/>
                      <a:pt x="336885" y="415340"/>
                    </a:cubicBezTo>
                    <a:cubicBezTo>
                      <a:pt x="336129" y="415524"/>
                      <a:pt x="335373" y="415709"/>
                      <a:pt x="334594" y="415899"/>
                    </a:cubicBezTo>
                    <a:cubicBezTo>
                      <a:pt x="333519" y="418049"/>
                      <a:pt x="333519" y="419567"/>
                      <a:pt x="333417" y="421967"/>
                    </a:cubicBezTo>
                    <a:cubicBezTo>
                      <a:pt x="333380" y="422808"/>
                      <a:pt x="333343" y="423649"/>
                      <a:pt x="333304" y="424516"/>
                    </a:cubicBezTo>
                    <a:cubicBezTo>
                      <a:pt x="333269" y="425396"/>
                      <a:pt x="333234" y="426277"/>
                      <a:pt x="333197" y="427183"/>
                    </a:cubicBezTo>
                    <a:cubicBezTo>
                      <a:pt x="333159" y="428071"/>
                      <a:pt x="333120" y="428958"/>
                      <a:pt x="333080" y="429872"/>
                    </a:cubicBezTo>
                    <a:cubicBezTo>
                      <a:pt x="332986" y="432067"/>
                      <a:pt x="332894" y="434262"/>
                      <a:pt x="332806" y="436457"/>
                    </a:cubicBezTo>
                    <a:cubicBezTo>
                      <a:pt x="331507" y="436844"/>
                      <a:pt x="331507" y="436844"/>
                      <a:pt x="330181" y="437239"/>
                    </a:cubicBezTo>
                    <a:cubicBezTo>
                      <a:pt x="327348" y="437925"/>
                      <a:pt x="327348" y="437925"/>
                      <a:pt x="326550" y="440032"/>
                    </a:cubicBezTo>
                    <a:cubicBezTo>
                      <a:pt x="326508" y="441633"/>
                      <a:pt x="326516" y="443236"/>
                      <a:pt x="326550" y="444837"/>
                    </a:cubicBezTo>
                    <a:cubicBezTo>
                      <a:pt x="326604" y="450431"/>
                      <a:pt x="326208" y="455922"/>
                      <a:pt x="325656" y="461485"/>
                    </a:cubicBezTo>
                    <a:cubicBezTo>
                      <a:pt x="324937" y="461743"/>
                      <a:pt x="324218" y="462001"/>
                      <a:pt x="323477" y="462267"/>
                    </a:cubicBezTo>
                    <a:cubicBezTo>
                      <a:pt x="321068" y="463033"/>
                      <a:pt x="321068" y="463033"/>
                      <a:pt x="320293" y="465060"/>
                    </a:cubicBezTo>
                    <a:cubicBezTo>
                      <a:pt x="320157" y="466484"/>
                      <a:pt x="320070" y="467912"/>
                      <a:pt x="320010" y="469341"/>
                    </a:cubicBezTo>
                    <a:cubicBezTo>
                      <a:pt x="319972" y="470182"/>
                      <a:pt x="319935" y="471023"/>
                      <a:pt x="319896" y="471889"/>
                    </a:cubicBezTo>
                    <a:cubicBezTo>
                      <a:pt x="319844" y="473210"/>
                      <a:pt x="319844" y="473210"/>
                      <a:pt x="319790" y="474557"/>
                    </a:cubicBezTo>
                    <a:cubicBezTo>
                      <a:pt x="319751" y="475444"/>
                      <a:pt x="319713" y="476331"/>
                      <a:pt x="319673" y="477246"/>
                    </a:cubicBezTo>
                    <a:cubicBezTo>
                      <a:pt x="319578" y="479441"/>
                      <a:pt x="319487" y="481635"/>
                      <a:pt x="319399" y="483831"/>
                    </a:cubicBezTo>
                    <a:cubicBezTo>
                      <a:pt x="318320" y="483997"/>
                      <a:pt x="318320" y="483997"/>
                      <a:pt x="317220" y="484166"/>
                    </a:cubicBezTo>
                    <a:cubicBezTo>
                      <a:pt x="316464" y="484350"/>
                      <a:pt x="315708" y="484535"/>
                      <a:pt x="314930" y="484725"/>
                    </a:cubicBezTo>
                    <a:cubicBezTo>
                      <a:pt x="313780" y="487024"/>
                      <a:pt x="313848" y="488809"/>
                      <a:pt x="313753" y="491379"/>
                    </a:cubicBezTo>
                    <a:cubicBezTo>
                      <a:pt x="313715" y="492342"/>
                      <a:pt x="313678" y="493304"/>
                      <a:pt x="313639" y="494295"/>
                    </a:cubicBezTo>
                    <a:cubicBezTo>
                      <a:pt x="313587" y="495807"/>
                      <a:pt x="313587" y="495807"/>
                      <a:pt x="313533" y="497350"/>
                    </a:cubicBezTo>
                    <a:cubicBezTo>
                      <a:pt x="313494" y="498365"/>
                      <a:pt x="313456" y="499380"/>
                      <a:pt x="313416" y="500426"/>
                    </a:cubicBezTo>
                    <a:cubicBezTo>
                      <a:pt x="313321" y="502939"/>
                      <a:pt x="313230" y="505451"/>
                      <a:pt x="313142" y="507964"/>
                    </a:cubicBezTo>
                    <a:cubicBezTo>
                      <a:pt x="311372" y="508259"/>
                      <a:pt x="309602" y="508554"/>
                      <a:pt x="307779" y="508858"/>
                    </a:cubicBezTo>
                    <a:cubicBezTo>
                      <a:pt x="306829" y="513482"/>
                      <a:pt x="306780" y="517907"/>
                      <a:pt x="306829" y="522601"/>
                    </a:cubicBezTo>
                    <a:cubicBezTo>
                      <a:pt x="306835" y="523716"/>
                      <a:pt x="306835" y="523716"/>
                      <a:pt x="306841" y="524853"/>
                    </a:cubicBezTo>
                    <a:cubicBezTo>
                      <a:pt x="306852" y="526672"/>
                      <a:pt x="306868" y="528491"/>
                      <a:pt x="306885" y="530310"/>
                    </a:cubicBezTo>
                    <a:cubicBezTo>
                      <a:pt x="305410" y="530605"/>
                      <a:pt x="303935" y="530900"/>
                      <a:pt x="302416" y="531204"/>
                    </a:cubicBezTo>
                    <a:cubicBezTo>
                      <a:pt x="300999" y="535078"/>
                      <a:pt x="300273" y="538742"/>
                      <a:pt x="299734" y="542824"/>
                    </a:cubicBezTo>
                    <a:cubicBezTo>
                      <a:pt x="277024" y="542845"/>
                      <a:pt x="254314" y="542861"/>
                      <a:pt x="231603" y="542871"/>
                    </a:cubicBezTo>
                    <a:cubicBezTo>
                      <a:pt x="221059" y="542875"/>
                      <a:pt x="210515" y="542881"/>
                      <a:pt x="199971" y="542892"/>
                    </a:cubicBezTo>
                    <a:cubicBezTo>
                      <a:pt x="190785" y="542901"/>
                      <a:pt x="181598" y="542906"/>
                      <a:pt x="172411" y="542908"/>
                    </a:cubicBezTo>
                    <a:cubicBezTo>
                      <a:pt x="167544" y="542909"/>
                      <a:pt x="162677" y="542912"/>
                      <a:pt x="157809" y="542919"/>
                    </a:cubicBezTo>
                    <a:cubicBezTo>
                      <a:pt x="153233" y="542925"/>
                      <a:pt x="148658" y="542927"/>
                      <a:pt x="144082" y="542925"/>
                    </a:cubicBezTo>
                    <a:cubicBezTo>
                      <a:pt x="142397" y="542926"/>
                      <a:pt x="140713" y="542927"/>
                      <a:pt x="139028" y="542931"/>
                    </a:cubicBezTo>
                    <a:cubicBezTo>
                      <a:pt x="136739" y="542935"/>
                      <a:pt x="134449" y="542934"/>
                      <a:pt x="132160" y="542932"/>
                    </a:cubicBezTo>
                    <a:cubicBezTo>
                      <a:pt x="131484" y="542934"/>
                      <a:pt x="130808" y="542937"/>
                      <a:pt x="130112" y="542940"/>
                    </a:cubicBezTo>
                    <a:cubicBezTo>
                      <a:pt x="125537" y="542926"/>
                      <a:pt x="125537" y="542926"/>
                      <a:pt x="124541" y="541930"/>
                    </a:cubicBezTo>
                    <a:cubicBezTo>
                      <a:pt x="124354" y="540165"/>
                      <a:pt x="124212" y="538395"/>
                      <a:pt x="124094" y="536623"/>
                    </a:cubicBezTo>
                    <a:cubicBezTo>
                      <a:pt x="123936" y="532883"/>
                      <a:pt x="123936" y="532883"/>
                      <a:pt x="122754" y="529417"/>
                    </a:cubicBezTo>
                    <a:cubicBezTo>
                      <a:pt x="121279" y="529417"/>
                      <a:pt x="119804" y="529417"/>
                      <a:pt x="118284" y="529417"/>
                    </a:cubicBezTo>
                    <a:cubicBezTo>
                      <a:pt x="118267" y="528614"/>
                      <a:pt x="118249" y="527811"/>
                      <a:pt x="118231" y="526983"/>
                    </a:cubicBezTo>
                    <a:cubicBezTo>
                      <a:pt x="118161" y="524008"/>
                      <a:pt x="118083" y="521033"/>
                      <a:pt x="118001" y="518058"/>
                    </a:cubicBezTo>
                    <a:cubicBezTo>
                      <a:pt x="117966" y="516770"/>
                      <a:pt x="117935" y="515481"/>
                      <a:pt x="117907" y="514193"/>
                    </a:cubicBezTo>
                    <a:cubicBezTo>
                      <a:pt x="117867" y="512342"/>
                      <a:pt x="117815" y="510492"/>
                      <a:pt x="117761" y="508642"/>
                    </a:cubicBezTo>
                    <a:cubicBezTo>
                      <a:pt x="117733" y="507528"/>
                      <a:pt x="117704" y="506414"/>
                      <a:pt x="117676" y="505266"/>
                    </a:cubicBezTo>
                    <a:cubicBezTo>
                      <a:pt x="117662" y="502498"/>
                      <a:pt x="117662" y="502498"/>
                      <a:pt x="115603" y="500814"/>
                    </a:cubicBezTo>
                    <a:cubicBezTo>
                      <a:pt x="114423" y="500814"/>
                      <a:pt x="113243" y="500814"/>
                      <a:pt x="112027" y="500814"/>
                    </a:cubicBezTo>
                    <a:cubicBezTo>
                      <a:pt x="112001" y="499759"/>
                      <a:pt x="112001" y="499759"/>
                      <a:pt x="111974" y="498683"/>
                    </a:cubicBezTo>
                    <a:cubicBezTo>
                      <a:pt x="111888" y="495483"/>
                      <a:pt x="111790" y="492282"/>
                      <a:pt x="111692" y="489082"/>
                    </a:cubicBezTo>
                    <a:cubicBezTo>
                      <a:pt x="111665" y="487976"/>
                      <a:pt x="111637" y="486870"/>
                      <a:pt x="111608" y="485730"/>
                    </a:cubicBezTo>
                    <a:cubicBezTo>
                      <a:pt x="111574" y="484659"/>
                      <a:pt x="111539" y="483587"/>
                      <a:pt x="111504" y="482483"/>
                    </a:cubicBezTo>
                    <a:cubicBezTo>
                      <a:pt x="111476" y="481500"/>
                      <a:pt x="111448" y="480517"/>
                      <a:pt x="111419" y="479504"/>
                    </a:cubicBezTo>
                    <a:cubicBezTo>
                      <a:pt x="111118" y="476524"/>
                      <a:pt x="110500" y="474079"/>
                      <a:pt x="109346" y="471317"/>
                    </a:cubicBezTo>
                    <a:cubicBezTo>
                      <a:pt x="107553" y="470589"/>
                      <a:pt x="107553" y="470589"/>
                      <a:pt x="105771" y="470423"/>
                    </a:cubicBezTo>
                    <a:cubicBezTo>
                      <a:pt x="104617" y="468116"/>
                      <a:pt x="104804" y="466504"/>
                      <a:pt x="104852" y="463925"/>
                    </a:cubicBezTo>
                    <a:cubicBezTo>
                      <a:pt x="104863" y="462983"/>
                      <a:pt x="104874" y="462041"/>
                      <a:pt x="104885" y="461071"/>
                    </a:cubicBezTo>
                    <a:cubicBezTo>
                      <a:pt x="104917" y="459085"/>
                      <a:pt x="104952" y="457100"/>
                      <a:pt x="104990" y="455114"/>
                    </a:cubicBezTo>
                    <a:cubicBezTo>
                      <a:pt x="105005" y="453696"/>
                      <a:pt x="105005" y="453696"/>
                      <a:pt x="105020" y="452249"/>
                    </a:cubicBezTo>
                    <a:cubicBezTo>
                      <a:pt x="105035" y="451386"/>
                      <a:pt x="105050" y="450522"/>
                      <a:pt x="105066" y="449631"/>
                    </a:cubicBezTo>
                    <a:cubicBezTo>
                      <a:pt x="104855" y="446902"/>
                      <a:pt x="104484" y="445079"/>
                      <a:pt x="103089" y="442714"/>
                    </a:cubicBezTo>
                    <a:cubicBezTo>
                      <a:pt x="100812" y="441915"/>
                      <a:pt x="100812" y="441915"/>
                      <a:pt x="98620" y="441820"/>
                    </a:cubicBezTo>
                    <a:cubicBezTo>
                      <a:pt x="98597" y="441017"/>
                      <a:pt x="98575" y="440214"/>
                      <a:pt x="98552" y="439387"/>
                    </a:cubicBezTo>
                    <a:cubicBezTo>
                      <a:pt x="98467" y="436412"/>
                      <a:pt x="98378" y="433437"/>
                      <a:pt x="98287" y="430462"/>
                    </a:cubicBezTo>
                    <a:cubicBezTo>
                      <a:pt x="98248" y="429173"/>
                      <a:pt x="98211" y="427885"/>
                      <a:pt x="98175" y="426596"/>
                    </a:cubicBezTo>
                    <a:cubicBezTo>
                      <a:pt x="98124" y="424746"/>
                      <a:pt x="98067" y="422896"/>
                      <a:pt x="98009" y="421045"/>
                    </a:cubicBezTo>
                    <a:cubicBezTo>
                      <a:pt x="97976" y="419931"/>
                      <a:pt x="97943" y="418817"/>
                      <a:pt x="97910" y="417669"/>
                    </a:cubicBezTo>
                    <a:cubicBezTo>
                      <a:pt x="97902" y="415071"/>
                      <a:pt x="97902" y="415071"/>
                      <a:pt x="96832" y="413217"/>
                    </a:cubicBezTo>
                    <a:cubicBezTo>
                      <a:pt x="95357" y="413217"/>
                      <a:pt x="93882" y="413217"/>
                      <a:pt x="92363" y="413217"/>
                    </a:cubicBezTo>
                    <a:cubicBezTo>
                      <a:pt x="92336" y="412060"/>
                      <a:pt x="92336" y="412060"/>
                      <a:pt x="92309" y="410880"/>
                    </a:cubicBezTo>
                    <a:cubicBezTo>
                      <a:pt x="92239" y="408017"/>
                      <a:pt x="92162" y="405153"/>
                      <a:pt x="92079" y="402290"/>
                    </a:cubicBezTo>
                    <a:cubicBezTo>
                      <a:pt x="92045" y="401051"/>
                      <a:pt x="92014" y="399812"/>
                      <a:pt x="91986" y="398573"/>
                    </a:cubicBezTo>
                    <a:cubicBezTo>
                      <a:pt x="91945" y="396791"/>
                      <a:pt x="91892" y="395009"/>
                      <a:pt x="91839" y="393228"/>
                    </a:cubicBezTo>
                    <a:cubicBezTo>
                      <a:pt x="91811" y="392156"/>
                      <a:pt x="91783" y="391084"/>
                      <a:pt x="91754" y="389980"/>
                    </a:cubicBezTo>
                    <a:cubicBezTo>
                      <a:pt x="91662" y="387136"/>
                      <a:pt x="91662" y="387136"/>
                      <a:pt x="89681" y="384614"/>
                    </a:cubicBezTo>
                    <a:cubicBezTo>
                      <a:pt x="88502" y="384614"/>
                      <a:pt x="87322" y="384614"/>
                      <a:pt x="86106" y="384614"/>
                    </a:cubicBezTo>
                    <a:cubicBezTo>
                      <a:pt x="86080" y="383607"/>
                      <a:pt x="86080" y="383607"/>
                      <a:pt x="86052" y="382580"/>
                    </a:cubicBezTo>
                    <a:cubicBezTo>
                      <a:pt x="85967" y="379515"/>
                      <a:pt x="85869" y="376450"/>
                      <a:pt x="85771" y="373385"/>
                    </a:cubicBezTo>
                    <a:cubicBezTo>
                      <a:pt x="85743" y="372329"/>
                      <a:pt x="85716" y="371273"/>
                      <a:pt x="85687" y="370185"/>
                    </a:cubicBezTo>
                    <a:cubicBezTo>
                      <a:pt x="85508" y="364872"/>
                      <a:pt x="85237" y="360135"/>
                      <a:pt x="83425" y="355117"/>
                    </a:cubicBezTo>
                    <a:cubicBezTo>
                      <a:pt x="81950" y="354823"/>
                      <a:pt x="80475" y="354528"/>
                      <a:pt x="78955" y="354224"/>
                    </a:cubicBezTo>
                    <a:cubicBezTo>
                      <a:pt x="78660" y="345375"/>
                      <a:pt x="78365" y="336526"/>
                      <a:pt x="78062" y="327408"/>
                    </a:cubicBezTo>
                    <a:cubicBezTo>
                      <a:pt x="75398" y="326784"/>
                      <a:pt x="75398" y="326784"/>
                      <a:pt x="72698" y="326515"/>
                    </a:cubicBezTo>
                    <a:cubicBezTo>
                      <a:pt x="72676" y="325716"/>
                      <a:pt x="72654" y="324918"/>
                      <a:pt x="72631" y="324096"/>
                    </a:cubicBezTo>
                    <a:cubicBezTo>
                      <a:pt x="72546" y="321132"/>
                      <a:pt x="72457" y="318169"/>
                      <a:pt x="72366" y="315205"/>
                    </a:cubicBezTo>
                    <a:cubicBezTo>
                      <a:pt x="72327" y="313923"/>
                      <a:pt x="72290" y="312641"/>
                      <a:pt x="72254" y="311358"/>
                    </a:cubicBezTo>
                    <a:cubicBezTo>
                      <a:pt x="72202" y="309514"/>
                      <a:pt x="72145" y="307671"/>
                      <a:pt x="72087" y="305827"/>
                    </a:cubicBezTo>
                    <a:cubicBezTo>
                      <a:pt x="72055" y="304718"/>
                      <a:pt x="72022" y="303608"/>
                      <a:pt x="71988" y="302465"/>
                    </a:cubicBezTo>
                    <a:cubicBezTo>
                      <a:pt x="71920" y="299668"/>
                      <a:pt x="71920" y="299668"/>
                      <a:pt x="70911" y="297018"/>
                    </a:cubicBezTo>
                    <a:cubicBezTo>
                      <a:pt x="69436" y="296723"/>
                      <a:pt x="67961" y="296428"/>
                      <a:pt x="66442" y="296124"/>
                    </a:cubicBezTo>
                    <a:cubicBezTo>
                      <a:pt x="66415" y="295008"/>
                      <a:pt x="66415" y="295008"/>
                      <a:pt x="66388" y="293869"/>
                    </a:cubicBezTo>
                    <a:cubicBezTo>
                      <a:pt x="66318" y="291105"/>
                      <a:pt x="66241" y="288342"/>
                      <a:pt x="66158" y="285578"/>
                    </a:cubicBezTo>
                    <a:cubicBezTo>
                      <a:pt x="66107" y="283795"/>
                      <a:pt x="66065" y="282012"/>
                      <a:pt x="66023" y="280229"/>
                    </a:cubicBezTo>
                    <a:cubicBezTo>
                      <a:pt x="65988" y="279108"/>
                      <a:pt x="65953" y="277988"/>
                      <a:pt x="65918" y="276833"/>
                    </a:cubicBezTo>
                    <a:cubicBezTo>
                      <a:pt x="65890" y="275799"/>
                      <a:pt x="65862" y="274764"/>
                      <a:pt x="65833" y="273698"/>
                    </a:cubicBezTo>
                    <a:cubicBezTo>
                      <a:pt x="65731" y="270925"/>
                      <a:pt x="65731" y="270925"/>
                      <a:pt x="63760" y="268415"/>
                    </a:cubicBezTo>
                    <a:cubicBezTo>
                      <a:pt x="61919" y="267768"/>
                      <a:pt x="61919" y="267768"/>
                      <a:pt x="60185" y="267521"/>
                    </a:cubicBezTo>
                    <a:cubicBezTo>
                      <a:pt x="60131" y="266494"/>
                      <a:pt x="60076" y="265468"/>
                      <a:pt x="60021" y="264410"/>
                    </a:cubicBezTo>
                    <a:cubicBezTo>
                      <a:pt x="59580" y="256201"/>
                      <a:pt x="59077" y="248005"/>
                      <a:pt x="58397" y="239812"/>
                    </a:cubicBezTo>
                    <a:cubicBezTo>
                      <a:pt x="56627" y="239222"/>
                      <a:pt x="54857" y="238632"/>
                      <a:pt x="53034" y="238024"/>
                    </a:cubicBezTo>
                    <a:cubicBezTo>
                      <a:pt x="53012" y="237248"/>
                      <a:pt x="52989" y="236472"/>
                      <a:pt x="52966" y="235673"/>
                    </a:cubicBezTo>
                    <a:cubicBezTo>
                      <a:pt x="52881" y="232798"/>
                      <a:pt x="52792" y="229923"/>
                      <a:pt x="52701" y="227048"/>
                    </a:cubicBezTo>
                    <a:cubicBezTo>
                      <a:pt x="52662" y="225803"/>
                      <a:pt x="52625" y="224558"/>
                      <a:pt x="52589" y="223313"/>
                    </a:cubicBezTo>
                    <a:cubicBezTo>
                      <a:pt x="52538" y="221524"/>
                      <a:pt x="52480" y="219736"/>
                      <a:pt x="52423" y="217948"/>
                    </a:cubicBezTo>
                    <a:cubicBezTo>
                      <a:pt x="52374" y="216333"/>
                      <a:pt x="52374" y="216333"/>
                      <a:pt x="52324" y="214685"/>
                    </a:cubicBezTo>
                    <a:cubicBezTo>
                      <a:pt x="52309" y="212157"/>
                      <a:pt x="52309" y="212157"/>
                      <a:pt x="51246" y="210315"/>
                    </a:cubicBezTo>
                    <a:cubicBezTo>
                      <a:pt x="49771" y="210315"/>
                      <a:pt x="48297" y="210315"/>
                      <a:pt x="46777" y="210315"/>
                    </a:cubicBezTo>
                    <a:cubicBezTo>
                      <a:pt x="46743" y="209118"/>
                      <a:pt x="46743" y="209118"/>
                      <a:pt x="46709" y="207896"/>
                    </a:cubicBezTo>
                    <a:cubicBezTo>
                      <a:pt x="46624" y="204933"/>
                      <a:pt x="46535" y="201969"/>
                      <a:pt x="46444" y="199006"/>
                    </a:cubicBezTo>
                    <a:cubicBezTo>
                      <a:pt x="46406" y="197724"/>
                      <a:pt x="46368" y="196441"/>
                      <a:pt x="46333" y="195159"/>
                    </a:cubicBezTo>
                    <a:cubicBezTo>
                      <a:pt x="46281" y="193315"/>
                      <a:pt x="46224" y="191471"/>
                      <a:pt x="46166" y="189628"/>
                    </a:cubicBezTo>
                    <a:cubicBezTo>
                      <a:pt x="46117" y="187964"/>
                      <a:pt x="46117" y="187964"/>
                      <a:pt x="46067" y="186266"/>
                    </a:cubicBezTo>
                    <a:cubicBezTo>
                      <a:pt x="45998" y="183468"/>
                      <a:pt x="45998" y="183468"/>
                      <a:pt x="44989" y="180818"/>
                    </a:cubicBezTo>
                    <a:cubicBezTo>
                      <a:pt x="43515" y="180523"/>
                      <a:pt x="42040" y="180228"/>
                      <a:pt x="40520" y="179925"/>
                    </a:cubicBezTo>
                    <a:cubicBezTo>
                      <a:pt x="40494" y="178801"/>
                      <a:pt x="40494" y="178801"/>
                      <a:pt x="40466" y="177655"/>
                    </a:cubicBezTo>
                    <a:cubicBezTo>
                      <a:pt x="40397" y="174880"/>
                      <a:pt x="40319" y="172105"/>
                      <a:pt x="40236" y="169330"/>
                    </a:cubicBezTo>
                    <a:cubicBezTo>
                      <a:pt x="40185" y="167537"/>
                      <a:pt x="40143" y="165744"/>
                      <a:pt x="40101" y="163951"/>
                    </a:cubicBezTo>
                    <a:cubicBezTo>
                      <a:pt x="40049" y="162265"/>
                      <a:pt x="40049" y="162265"/>
                      <a:pt x="39996" y="160546"/>
                    </a:cubicBezTo>
                    <a:cubicBezTo>
                      <a:pt x="39968" y="159507"/>
                      <a:pt x="39940" y="158468"/>
                      <a:pt x="39911" y="157397"/>
                    </a:cubicBezTo>
                    <a:cubicBezTo>
                      <a:pt x="39875" y="154775"/>
                      <a:pt x="39875" y="154775"/>
                      <a:pt x="37839" y="153109"/>
                    </a:cubicBezTo>
                    <a:cubicBezTo>
                      <a:pt x="37230" y="152962"/>
                      <a:pt x="36622" y="152814"/>
                      <a:pt x="35995" y="152662"/>
                    </a:cubicBezTo>
                    <a:cubicBezTo>
                      <a:pt x="35424" y="152515"/>
                      <a:pt x="34852" y="152367"/>
                      <a:pt x="34263" y="152215"/>
                    </a:cubicBezTo>
                    <a:cubicBezTo>
                      <a:pt x="33159" y="150008"/>
                      <a:pt x="33307" y="148635"/>
                      <a:pt x="33376" y="146172"/>
                    </a:cubicBezTo>
                    <a:cubicBezTo>
                      <a:pt x="33391" y="145318"/>
                      <a:pt x="33406" y="144465"/>
                      <a:pt x="33422" y="143586"/>
                    </a:cubicBezTo>
                    <a:cubicBezTo>
                      <a:pt x="33461" y="141796"/>
                      <a:pt x="33507" y="140006"/>
                      <a:pt x="33561" y="138216"/>
                    </a:cubicBezTo>
                    <a:cubicBezTo>
                      <a:pt x="33640" y="132899"/>
                      <a:pt x="33205" y="129218"/>
                      <a:pt x="30688" y="124506"/>
                    </a:cubicBezTo>
                    <a:cubicBezTo>
                      <a:pt x="29508" y="124506"/>
                      <a:pt x="28328" y="124506"/>
                      <a:pt x="27113" y="124506"/>
                    </a:cubicBezTo>
                    <a:cubicBezTo>
                      <a:pt x="26818" y="115067"/>
                      <a:pt x="26523" y="105628"/>
                      <a:pt x="26219" y="95903"/>
                    </a:cubicBezTo>
                    <a:cubicBezTo>
                      <a:pt x="23555" y="95279"/>
                      <a:pt x="23555" y="95279"/>
                      <a:pt x="20856" y="95010"/>
                    </a:cubicBezTo>
                    <a:cubicBezTo>
                      <a:pt x="20838" y="94270"/>
                      <a:pt x="20820" y="93531"/>
                      <a:pt x="20802" y="92769"/>
                    </a:cubicBezTo>
                    <a:cubicBezTo>
                      <a:pt x="20717" y="89419"/>
                      <a:pt x="20619" y="86069"/>
                      <a:pt x="20520" y="82719"/>
                    </a:cubicBezTo>
                    <a:cubicBezTo>
                      <a:pt x="20493" y="81556"/>
                      <a:pt x="20465" y="80392"/>
                      <a:pt x="20437" y="79193"/>
                    </a:cubicBezTo>
                    <a:cubicBezTo>
                      <a:pt x="20402" y="78075"/>
                      <a:pt x="20368" y="76957"/>
                      <a:pt x="20332" y="75806"/>
                    </a:cubicBezTo>
                    <a:cubicBezTo>
                      <a:pt x="20290" y="74261"/>
                      <a:pt x="20290" y="74261"/>
                      <a:pt x="20247" y="72685"/>
                    </a:cubicBezTo>
                    <a:cubicBezTo>
                      <a:pt x="19976" y="70118"/>
                      <a:pt x="19507" y="68586"/>
                      <a:pt x="18174" y="66407"/>
                    </a:cubicBezTo>
                    <a:cubicBezTo>
                      <a:pt x="16994" y="66407"/>
                      <a:pt x="15814" y="66407"/>
                      <a:pt x="14599" y="66407"/>
                    </a:cubicBezTo>
                    <a:cubicBezTo>
                      <a:pt x="14581" y="65577"/>
                      <a:pt x="14563" y="64747"/>
                      <a:pt x="14545" y="63891"/>
                    </a:cubicBezTo>
                    <a:cubicBezTo>
                      <a:pt x="14475" y="60816"/>
                      <a:pt x="14398" y="57741"/>
                      <a:pt x="14315" y="54666"/>
                    </a:cubicBezTo>
                    <a:cubicBezTo>
                      <a:pt x="14281" y="53335"/>
                      <a:pt x="14250" y="52003"/>
                      <a:pt x="14222" y="50671"/>
                    </a:cubicBezTo>
                    <a:cubicBezTo>
                      <a:pt x="14181" y="48758"/>
                      <a:pt x="14129" y="46846"/>
                      <a:pt x="14075" y="44934"/>
                    </a:cubicBezTo>
                    <a:cubicBezTo>
                      <a:pt x="14047" y="43782"/>
                      <a:pt x="14019" y="42631"/>
                      <a:pt x="13990" y="41444"/>
                    </a:cubicBezTo>
                    <a:cubicBezTo>
                      <a:pt x="13987" y="38604"/>
                      <a:pt x="13987" y="38604"/>
                      <a:pt x="11917" y="36910"/>
                    </a:cubicBezTo>
                    <a:cubicBezTo>
                      <a:pt x="10442" y="36278"/>
                      <a:pt x="8954" y="35677"/>
                      <a:pt x="7448" y="35122"/>
                    </a:cubicBezTo>
                    <a:cubicBezTo>
                      <a:pt x="7426" y="34405"/>
                      <a:pt x="7403" y="33688"/>
                      <a:pt x="7380" y="32949"/>
                    </a:cubicBezTo>
                    <a:cubicBezTo>
                      <a:pt x="7277" y="29707"/>
                      <a:pt x="7167" y="26465"/>
                      <a:pt x="7057" y="23223"/>
                    </a:cubicBezTo>
                    <a:cubicBezTo>
                      <a:pt x="7022" y="22094"/>
                      <a:pt x="6987" y="20966"/>
                      <a:pt x="6950" y="19803"/>
                    </a:cubicBezTo>
                    <a:cubicBezTo>
                      <a:pt x="6894" y="18183"/>
                      <a:pt x="6894" y="18183"/>
                      <a:pt x="6837" y="16530"/>
                    </a:cubicBezTo>
                    <a:cubicBezTo>
                      <a:pt x="6804" y="15533"/>
                      <a:pt x="6771" y="14536"/>
                      <a:pt x="6738" y="13508"/>
                    </a:cubicBezTo>
                    <a:cubicBezTo>
                      <a:pt x="6653" y="10918"/>
                      <a:pt x="6653" y="10918"/>
                      <a:pt x="5660" y="8307"/>
                    </a:cubicBezTo>
                    <a:cubicBezTo>
                      <a:pt x="4185" y="8602"/>
                      <a:pt x="2711" y="8897"/>
                      <a:pt x="1191" y="9201"/>
                    </a:cubicBezTo>
                    <a:cubicBezTo>
                      <a:pt x="968" y="6687"/>
                      <a:pt x="968" y="6687"/>
                      <a:pt x="1191" y="3838"/>
                    </a:cubicBezTo>
                    <a:cubicBezTo>
                      <a:pt x="5070" y="-329"/>
                      <a:pt x="10645" y="132"/>
                      <a:pt x="15959" y="149"/>
                    </a:cubicBezTo>
                    <a:close/>
                  </a:path>
                </a:pathLst>
              </a:custGeom>
              <a:grpFill/>
              <a:ln w="894" cap="flat">
                <a:noFill/>
                <a:prstDash val="solid"/>
                <a:miter/>
              </a:ln>
            </p:spPr>
            <p:txBody>
              <a:bodyPr rtlCol="0" anchor="ctr"/>
              <a:lstStyle/>
              <a:p>
                <a:endParaRPr lang="zh-CN" altLang="en-US"/>
              </a:p>
            </p:txBody>
          </p:sp>
          <p:sp>
            <p:nvSpPr>
              <p:cNvPr id="7" name="任意多边形: 形状 6"/>
              <p:cNvSpPr/>
              <p:nvPr/>
            </p:nvSpPr>
            <p:spPr>
              <a:xfrm>
                <a:off x="1690756" y="3441571"/>
                <a:ext cx="767823" cy="542910"/>
              </a:xfrm>
              <a:custGeom>
                <a:avLst/>
                <a:gdLst>
                  <a:gd name="connsiteX0" fmla="*/ 16264 w 767823"/>
                  <a:gd name="connsiteY0" fmla="*/ 140 h 542910"/>
                  <a:gd name="connsiteX1" fmla="*/ 18310 w 767823"/>
                  <a:gd name="connsiteY1" fmla="*/ 129 h 542910"/>
                  <a:gd name="connsiteX2" fmla="*/ 25037 w 767823"/>
                  <a:gd name="connsiteY2" fmla="*/ 141 h 542910"/>
                  <a:gd name="connsiteX3" fmla="*/ 29884 w 767823"/>
                  <a:gd name="connsiteY3" fmla="*/ 131 h 542910"/>
                  <a:gd name="connsiteX4" fmla="*/ 43003 w 767823"/>
                  <a:gd name="connsiteY4" fmla="*/ 143 h 542910"/>
                  <a:gd name="connsiteX5" fmla="*/ 56740 w 767823"/>
                  <a:gd name="connsiteY5" fmla="*/ 148 h 542910"/>
                  <a:gd name="connsiteX6" fmla="*/ 79796 w 767823"/>
                  <a:gd name="connsiteY6" fmla="*/ 174 h 542910"/>
                  <a:gd name="connsiteX7" fmla="*/ 106458 w 767823"/>
                  <a:gd name="connsiteY7" fmla="*/ 190 h 542910"/>
                  <a:gd name="connsiteX8" fmla="*/ 132115 w 767823"/>
                  <a:gd name="connsiteY8" fmla="*/ 200 h 542910"/>
                  <a:gd name="connsiteX9" fmla="*/ 143033 w 767823"/>
                  <a:gd name="connsiteY9" fmla="*/ 203 h 542910"/>
                  <a:gd name="connsiteX10" fmla="*/ 155878 w 767823"/>
                  <a:gd name="connsiteY10" fmla="*/ 223 h 542910"/>
                  <a:gd name="connsiteX11" fmla="*/ 160596 w 767823"/>
                  <a:gd name="connsiteY11" fmla="*/ 225 h 542910"/>
                  <a:gd name="connsiteX12" fmla="*/ 167026 w 767823"/>
                  <a:gd name="connsiteY12" fmla="*/ 241 h 542910"/>
                  <a:gd name="connsiteX13" fmla="*/ 168919 w 767823"/>
                  <a:gd name="connsiteY13" fmla="*/ 231 h 542910"/>
                  <a:gd name="connsiteX14" fmla="*/ 177227 w 767823"/>
                  <a:gd name="connsiteY14" fmla="*/ 2262 h 542910"/>
                  <a:gd name="connsiteX15" fmla="*/ 177281 w 767823"/>
                  <a:gd name="connsiteY15" fmla="*/ 4256 h 542910"/>
                  <a:gd name="connsiteX16" fmla="*/ 177562 w 767823"/>
                  <a:gd name="connsiteY16" fmla="*/ 13211 h 542910"/>
                  <a:gd name="connsiteX17" fmla="*/ 177646 w 767823"/>
                  <a:gd name="connsiteY17" fmla="*/ 16350 h 542910"/>
                  <a:gd name="connsiteX18" fmla="*/ 177751 w 767823"/>
                  <a:gd name="connsiteY18" fmla="*/ 19370 h 542910"/>
                  <a:gd name="connsiteX19" fmla="*/ 177836 w 767823"/>
                  <a:gd name="connsiteY19" fmla="*/ 22151 h 542910"/>
                  <a:gd name="connsiteX20" fmla="*/ 179908 w 767823"/>
                  <a:gd name="connsiteY20" fmla="*/ 28183 h 542910"/>
                  <a:gd name="connsiteX21" fmla="*/ 183484 w 767823"/>
                  <a:gd name="connsiteY21" fmla="*/ 28183 h 542910"/>
                  <a:gd name="connsiteX22" fmla="*/ 183552 w 767823"/>
                  <a:gd name="connsiteY22" fmla="*/ 31027 h 542910"/>
                  <a:gd name="connsiteX23" fmla="*/ 183817 w 767823"/>
                  <a:gd name="connsiteY23" fmla="*/ 41451 h 542910"/>
                  <a:gd name="connsiteX24" fmla="*/ 183928 w 767823"/>
                  <a:gd name="connsiteY24" fmla="*/ 45967 h 542910"/>
                  <a:gd name="connsiteX25" fmla="*/ 184095 w 767823"/>
                  <a:gd name="connsiteY25" fmla="*/ 52450 h 542910"/>
                  <a:gd name="connsiteX26" fmla="*/ 184140 w 767823"/>
                  <a:gd name="connsiteY26" fmla="*/ 54495 h 542910"/>
                  <a:gd name="connsiteX27" fmla="*/ 185271 w 767823"/>
                  <a:gd name="connsiteY27" fmla="*/ 61255 h 542910"/>
                  <a:gd name="connsiteX28" fmla="*/ 189741 w 767823"/>
                  <a:gd name="connsiteY28" fmla="*/ 62149 h 542910"/>
                  <a:gd name="connsiteX29" fmla="*/ 189794 w 767823"/>
                  <a:gd name="connsiteY29" fmla="*/ 64814 h 542910"/>
                  <a:gd name="connsiteX30" fmla="*/ 190024 w 767823"/>
                  <a:gd name="connsiteY30" fmla="*/ 74604 h 542910"/>
                  <a:gd name="connsiteX31" fmla="*/ 190118 w 767823"/>
                  <a:gd name="connsiteY31" fmla="*/ 78841 h 542910"/>
                  <a:gd name="connsiteX32" fmla="*/ 190264 w 767823"/>
                  <a:gd name="connsiteY32" fmla="*/ 84932 h 542910"/>
                  <a:gd name="connsiteX33" fmla="*/ 190296 w 767823"/>
                  <a:gd name="connsiteY33" fmla="*/ 86845 h 542910"/>
                  <a:gd name="connsiteX34" fmla="*/ 192422 w 767823"/>
                  <a:gd name="connsiteY34" fmla="*/ 94327 h 542910"/>
                  <a:gd name="connsiteX35" fmla="*/ 196891 w 767823"/>
                  <a:gd name="connsiteY35" fmla="*/ 96115 h 542910"/>
                  <a:gd name="connsiteX36" fmla="*/ 196959 w 767823"/>
                  <a:gd name="connsiteY36" fmla="*/ 98876 h 542910"/>
                  <a:gd name="connsiteX37" fmla="*/ 197224 w 767823"/>
                  <a:gd name="connsiteY37" fmla="*/ 109001 h 542910"/>
                  <a:gd name="connsiteX38" fmla="*/ 197336 w 767823"/>
                  <a:gd name="connsiteY38" fmla="*/ 113387 h 542910"/>
                  <a:gd name="connsiteX39" fmla="*/ 197502 w 767823"/>
                  <a:gd name="connsiteY39" fmla="*/ 119683 h 542910"/>
                  <a:gd name="connsiteX40" fmla="*/ 197548 w 767823"/>
                  <a:gd name="connsiteY40" fmla="*/ 121670 h 542910"/>
                  <a:gd name="connsiteX41" fmla="*/ 198679 w 767823"/>
                  <a:gd name="connsiteY41" fmla="*/ 128293 h 542910"/>
                  <a:gd name="connsiteX42" fmla="*/ 203148 w 767823"/>
                  <a:gd name="connsiteY42" fmla="*/ 128293 h 542910"/>
                  <a:gd name="connsiteX43" fmla="*/ 203216 w 767823"/>
                  <a:gd name="connsiteY43" fmla="*/ 131205 h 542910"/>
                  <a:gd name="connsiteX44" fmla="*/ 203481 w 767823"/>
                  <a:gd name="connsiteY44" fmla="*/ 141894 h 542910"/>
                  <a:gd name="connsiteX45" fmla="*/ 203593 w 767823"/>
                  <a:gd name="connsiteY45" fmla="*/ 146521 h 542910"/>
                  <a:gd name="connsiteX46" fmla="*/ 203759 w 767823"/>
                  <a:gd name="connsiteY46" fmla="*/ 153171 h 542910"/>
                  <a:gd name="connsiteX47" fmla="*/ 203805 w 767823"/>
                  <a:gd name="connsiteY47" fmla="*/ 155262 h 542910"/>
                  <a:gd name="connsiteX48" fmla="*/ 204936 w 767823"/>
                  <a:gd name="connsiteY48" fmla="*/ 163153 h 542910"/>
                  <a:gd name="connsiteX49" fmla="*/ 209405 w 767823"/>
                  <a:gd name="connsiteY49" fmla="*/ 164047 h 542910"/>
                  <a:gd name="connsiteX50" fmla="*/ 209459 w 767823"/>
                  <a:gd name="connsiteY50" fmla="*/ 166876 h 542910"/>
                  <a:gd name="connsiteX51" fmla="*/ 209689 w 767823"/>
                  <a:gd name="connsiteY51" fmla="*/ 177266 h 542910"/>
                  <a:gd name="connsiteX52" fmla="*/ 209782 w 767823"/>
                  <a:gd name="connsiteY52" fmla="*/ 181763 h 542910"/>
                  <a:gd name="connsiteX53" fmla="*/ 209929 w 767823"/>
                  <a:gd name="connsiteY53" fmla="*/ 188226 h 542910"/>
                  <a:gd name="connsiteX54" fmla="*/ 209960 w 767823"/>
                  <a:gd name="connsiteY54" fmla="*/ 190258 h 542910"/>
                  <a:gd name="connsiteX55" fmla="*/ 212087 w 767823"/>
                  <a:gd name="connsiteY55" fmla="*/ 198013 h 542910"/>
                  <a:gd name="connsiteX56" fmla="*/ 215662 w 767823"/>
                  <a:gd name="connsiteY56" fmla="*/ 198013 h 542910"/>
                  <a:gd name="connsiteX57" fmla="*/ 216580 w 767823"/>
                  <a:gd name="connsiteY57" fmla="*/ 208568 h 542910"/>
                  <a:gd name="connsiteX58" fmla="*/ 216547 w 767823"/>
                  <a:gd name="connsiteY58" fmla="*/ 211485 h 542910"/>
                  <a:gd name="connsiteX59" fmla="*/ 216442 w 767823"/>
                  <a:gd name="connsiteY59" fmla="*/ 217491 h 542910"/>
                  <a:gd name="connsiteX60" fmla="*/ 218344 w 767823"/>
                  <a:gd name="connsiteY60" fmla="*/ 231979 h 542910"/>
                  <a:gd name="connsiteX61" fmla="*/ 222813 w 767823"/>
                  <a:gd name="connsiteY61" fmla="*/ 232873 h 542910"/>
                  <a:gd name="connsiteX62" fmla="*/ 222838 w 767823"/>
                  <a:gd name="connsiteY62" fmla="*/ 235617 h 542910"/>
                  <a:gd name="connsiteX63" fmla="*/ 222998 w 767823"/>
                  <a:gd name="connsiteY63" fmla="*/ 245797 h 542910"/>
                  <a:gd name="connsiteX64" fmla="*/ 223055 w 767823"/>
                  <a:gd name="connsiteY64" fmla="*/ 250184 h 542910"/>
                  <a:gd name="connsiteX65" fmla="*/ 226458 w 767823"/>
                  <a:gd name="connsiteY65" fmla="*/ 270655 h 542910"/>
                  <a:gd name="connsiteX66" fmla="*/ 228176 w 767823"/>
                  <a:gd name="connsiteY66" fmla="*/ 278459 h 542910"/>
                  <a:gd name="connsiteX67" fmla="*/ 229157 w 767823"/>
                  <a:gd name="connsiteY67" fmla="*/ 270428 h 542910"/>
                  <a:gd name="connsiteX68" fmla="*/ 229148 w 767823"/>
                  <a:gd name="connsiteY68" fmla="*/ 267897 h 542910"/>
                  <a:gd name="connsiteX69" fmla="*/ 229126 w 767823"/>
                  <a:gd name="connsiteY69" fmla="*/ 265275 h 542910"/>
                  <a:gd name="connsiteX70" fmla="*/ 229113 w 767823"/>
                  <a:gd name="connsiteY70" fmla="*/ 262611 h 542910"/>
                  <a:gd name="connsiteX71" fmla="*/ 229070 w 767823"/>
                  <a:gd name="connsiteY71" fmla="*/ 256113 h 542910"/>
                  <a:gd name="connsiteX72" fmla="*/ 233539 w 767823"/>
                  <a:gd name="connsiteY72" fmla="*/ 256113 h 542910"/>
                  <a:gd name="connsiteX73" fmla="*/ 235382 w 767823"/>
                  <a:gd name="connsiteY73" fmla="*/ 244884 h 542910"/>
                  <a:gd name="connsiteX74" fmla="*/ 236220 w 767823"/>
                  <a:gd name="connsiteY74" fmla="*/ 234661 h 542910"/>
                  <a:gd name="connsiteX75" fmla="*/ 240690 w 767823"/>
                  <a:gd name="connsiteY75" fmla="*/ 232873 h 542910"/>
                  <a:gd name="connsiteX76" fmla="*/ 241866 w 767823"/>
                  <a:gd name="connsiteY76" fmla="*/ 225628 h 542910"/>
                  <a:gd name="connsiteX77" fmla="*/ 241980 w 767823"/>
                  <a:gd name="connsiteY77" fmla="*/ 222966 h 542910"/>
                  <a:gd name="connsiteX78" fmla="*/ 242086 w 767823"/>
                  <a:gd name="connsiteY78" fmla="*/ 220191 h 542910"/>
                  <a:gd name="connsiteX79" fmla="*/ 242203 w 767823"/>
                  <a:gd name="connsiteY79" fmla="*/ 217386 h 542910"/>
                  <a:gd name="connsiteX80" fmla="*/ 242477 w 767823"/>
                  <a:gd name="connsiteY80" fmla="*/ 210527 h 542910"/>
                  <a:gd name="connsiteX81" fmla="*/ 247840 w 767823"/>
                  <a:gd name="connsiteY81" fmla="*/ 208739 h 542910"/>
                  <a:gd name="connsiteX82" fmla="*/ 248734 w 767823"/>
                  <a:gd name="connsiteY82" fmla="*/ 187287 h 542910"/>
                  <a:gd name="connsiteX83" fmla="*/ 253203 w 767823"/>
                  <a:gd name="connsiteY83" fmla="*/ 186393 h 542910"/>
                  <a:gd name="connsiteX84" fmla="*/ 254380 w 767823"/>
                  <a:gd name="connsiteY84" fmla="*/ 179934 h 542910"/>
                  <a:gd name="connsiteX85" fmla="*/ 254494 w 767823"/>
                  <a:gd name="connsiteY85" fmla="*/ 177140 h 542910"/>
                  <a:gd name="connsiteX86" fmla="*/ 254600 w 767823"/>
                  <a:gd name="connsiteY86" fmla="*/ 174214 h 542910"/>
                  <a:gd name="connsiteX87" fmla="*/ 254717 w 767823"/>
                  <a:gd name="connsiteY87" fmla="*/ 171268 h 542910"/>
                  <a:gd name="connsiteX88" fmla="*/ 254991 w 767823"/>
                  <a:gd name="connsiteY88" fmla="*/ 164047 h 542910"/>
                  <a:gd name="connsiteX89" fmla="*/ 260354 w 767823"/>
                  <a:gd name="connsiteY89" fmla="*/ 162259 h 542910"/>
                  <a:gd name="connsiteX90" fmla="*/ 261751 w 767823"/>
                  <a:gd name="connsiteY90" fmla="*/ 147567 h 542910"/>
                  <a:gd name="connsiteX91" fmla="*/ 261868 w 767823"/>
                  <a:gd name="connsiteY91" fmla="*/ 145327 h 542910"/>
                  <a:gd name="connsiteX92" fmla="*/ 262142 w 767823"/>
                  <a:gd name="connsiteY92" fmla="*/ 139913 h 542910"/>
                  <a:gd name="connsiteX93" fmla="*/ 264321 w 767823"/>
                  <a:gd name="connsiteY93" fmla="*/ 139578 h 542910"/>
                  <a:gd name="connsiteX94" fmla="*/ 266611 w 767823"/>
                  <a:gd name="connsiteY94" fmla="*/ 139019 h 542910"/>
                  <a:gd name="connsiteX95" fmla="*/ 267788 w 767823"/>
                  <a:gd name="connsiteY95" fmla="*/ 132951 h 542910"/>
                  <a:gd name="connsiteX96" fmla="*/ 267901 w 767823"/>
                  <a:gd name="connsiteY96" fmla="*/ 130402 h 542910"/>
                  <a:gd name="connsiteX97" fmla="*/ 268008 w 767823"/>
                  <a:gd name="connsiteY97" fmla="*/ 127735 h 542910"/>
                  <a:gd name="connsiteX98" fmla="*/ 268125 w 767823"/>
                  <a:gd name="connsiteY98" fmla="*/ 125046 h 542910"/>
                  <a:gd name="connsiteX99" fmla="*/ 268399 w 767823"/>
                  <a:gd name="connsiteY99" fmla="*/ 118461 h 542910"/>
                  <a:gd name="connsiteX100" fmla="*/ 270577 w 767823"/>
                  <a:gd name="connsiteY100" fmla="*/ 118126 h 542910"/>
                  <a:gd name="connsiteX101" fmla="*/ 272868 w 767823"/>
                  <a:gd name="connsiteY101" fmla="*/ 117567 h 542910"/>
                  <a:gd name="connsiteX102" fmla="*/ 274045 w 767823"/>
                  <a:gd name="connsiteY102" fmla="*/ 110912 h 542910"/>
                  <a:gd name="connsiteX103" fmla="*/ 274158 w 767823"/>
                  <a:gd name="connsiteY103" fmla="*/ 107997 h 542910"/>
                  <a:gd name="connsiteX104" fmla="*/ 274265 w 767823"/>
                  <a:gd name="connsiteY104" fmla="*/ 104942 h 542910"/>
                  <a:gd name="connsiteX105" fmla="*/ 274382 w 767823"/>
                  <a:gd name="connsiteY105" fmla="*/ 101866 h 542910"/>
                  <a:gd name="connsiteX106" fmla="*/ 274656 w 767823"/>
                  <a:gd name="connsiteY106" fmla="*/ 94327 h 542910"/>
                  <a:gd name="connsiteX107" fmla="*/ 280019 w 767823"/>
                  <a:gd name="connsiteY107" fmla="*/ 94327 h 542910"/>
                  <a:gd name="connsiteX108" fmla="*/ 280801 w 767823"/>
                  <a:gd name="connsiteY108" fmla="*/ 77756 h 542910"/>
                  <a:gd name="connsiteX109" fmla="*/ 280913 w 767823"/>
                  <a:gd name="connsiteY109" fmla="*/ 72875 h 542910"/>
                  <a:gd name="connsiteX110" fmla="*/ 286276 w 767823"/>
                  <a:gd name="connsiteY110" fmla="*/ 71088 h 542910"/>
                  <a:gd name="connsiteX111" fmla="*/ 287672 w 767823"/>
                  <a:gd name="connsiteY111" fmla="*/ 56004 h 542910"/>
                  <a:gd name="connsiteX112" fmla="*/ 287789 w 767823"/>
                  <a:gd name="connsiteY112" fmla="*/ 53364 h 542910"/>
                  <a:gd name="connsiteX113" fmla="*/ 288063 w 767823"/>
                  <a:gd name="connsiteY113" fmla="*/ 46954 h 542910"/>
                  <a:gd name="connsiteX114" fmla="*/ 292532 w 767823"/>
                  <a:gd name="connsiteY114" fmla="*/ 46060 h 542910"/>
                  <a:gd name="connsiteX115" fmla="*/ 293709 w 767823"/>
                  <a:gd name="connsiteY115" fmla="*/ 38815 h 542910"/>
                  <a:gd name="connsiteX116" fmla="*/ 293823 w 767823"/>
                  <a:gd name="connsiteY116" fmla="*/ 36153 h 542910"/>
                  <a:gd name="connsiteX117" fmla="*/ 293929 w 767823"/>
                  <a:gd name="connsiteY117" fmla="*/ 33379 h 542910"/>
                  <a:gd name="connsiteX118" fmla="*/ 294046 w 767823"/>
                  <a:gd name="connsiteY118" fmla="*/ 30573 h 542910"/>
                  <a:gd name="connsiteX119" fmla="*/ 294320 w 767823"/>
                  <a:gd name="connsiteY119" fmla="*/ 23714 h 542910"/>
                  <a:gd name="connsiteX120" fmla="*/ 298789 w 767823"/>
                  <a:gd name="connsiteY120" fmla="*/ 23714 h 542910"/>
                  <a:gd name="connsiteX121" fmla="*/ 299966 w 767823"/>
                  <a:gd name="connsiteY121" fmla="*/ 17450 h 542910"/>
                  <a:gd name="connsiteX122" fmla="*/ 300079 w 767823"/>
                  <a:gd name="connsiteY122" fmla="*/ 14779 h 542910"/>
                  <a:gd name="connsiteX123" fmla="*/ 300186 w 767823"/>
                  <a:gd name="connsiteY123" fmla="*/ 11982 h 542910"/>
                  <a:gd name="connsiteX124" fmla="*/ 300303 w 767823"/>
                  <a:gd name="connsiteY124" fmla="*/ 9165 h 542910"/>
                  <a:gd name="connsiteX125" fmla="*/ 300577 w 767823"/>
                  <a:gd name="connsiteY125" fmla="*/ 2262 h 542910"/>
                  <a:gd name="connsiteX126" fmla="*/ 312873 w 767823"/>
                  <a:gd name="connsiteY126" fmla="*/ 253 h 542910"/>
                  <a:gd name="connsiteX127" fmla="*/ 314936 w 767823"/>
                  <a:gd name="connsiteY127" fmla="*/ 246 h 542910"/>
                  <a:gd name="connsiteX128" fmla="*/ 321754 w 767823"/>
                  <a:gd name="connsiteY128" fmla="*/ 257 h 542910"/>
                  <a:gd name="connsiteX129" fmla="*/ 326653 w 767823"/>
                  <a:gd name="connsiteY129" fmla="*/ 252 h 542910"/>
                  <a:gd name="connsiteX130" fmla="*/ 339938 w 767823"/>
                  <a:gd name="connsiteY130" fmla="*/ 263 h 542910"/>
                  <a:gd name="connsiteX131" fmla="*/ 353840 w 767823"/>
                  <a:gd name="connsiteY131" fmla="*/ 269 h 542910"/>
                  <a:gd name="connsiteX132" fmla="*/ 377180 w 767823"/>
                  <a:gd name="connsiteY132" fmla="*/ 290 h 542910"/>
                  <a:gd name="connsiteX133" fmla="*/ 404174 w 767823"/>
                  <a:gd name="connsiteY133" fmla="*/ 308 h 542910"/>
                  <a:gd name="connsiteX134" fmla="*/ 430138 w 767823"/>
                  <a:gd name="connsiteY134" fmla="*/ 320 h 542910"/>
                  <a:gd name="connsiteX135" fmla="*/ 441191 w 767823"/>
                  <a:gd name="connsiteY135" fmla="*/ 325 h 542910"/>
                  <a:gd name="connsiteX136" fmla="*/ 454199 w 767823"/>
                  <a:gd name="connsiteY136" fmla="*/ 340 h 542910"/>
                  <a:gd name="connsiteX137" fmla="*/ 458977 w 767823"/>
                  <a:gd name="connsiteY137" fmla="*/ 343 h 542910"/>
                  <a:gd name="connsiteX138" fmla="*/ 465489 w 767823"/>
                  <a:gd name="connsiteY138" fmla="*/ 355 h 542910"/>
                  <a:gd name="connsiteX139" fmla="*/ 467407 w 767823"/>
                  <a:gd name="connsiteY139" fmla="*/ 350 h 542910"/>
                  <a:gd name="connsiteX140" fmla="*/ 475770 w 767823"/>
                  <a:gd name="connsiteY140" fmla="*/ 1368 h 542910"/>
                  <a:gd name="connsiteX141" fmla="*/ 475824 w 767823"/>
                  <a:gd name="connsiteY141" fmla="*/ 3048 h 542910"/>
                  <a:gd name="connsiteX142" fmla="*/ 476105 w 767823"/>
                  <a:gd name="connsiteY142" fmla="*/ 10586 h 542910"/>
                  <a:gd name="connsiteX143" fmla="*/ 476189 w 767823"/>
                  <a:gd name="connsiteY143" fmla="*/ 13230 h 542910"/>
                  <a:gd name="connsiteX144" fmla="*/ 476294 w 767823"/>
                  <a:gd name="connsiteY144" fmla="*/ 15771 h 542910"/>
                  <a:gd name="connsiteX145" fmla="*/ 476379 w 767823"/>
                  <a:gd name="connsiteY145" fmla="*/ 18111 h 542910"/>
                  <a:gd name="connsiteX146" fmla="*/ 478452 w 767823"/>
                  <a:gd name="connsiteY146" fmla="*/ 22820 h 542910"/>
                  <a:gd name="connsiteX147" fmla="*/ 482921 w 767823"/>
                  <a:gd name="connsiteY147" fmla="*/ 24608 h 542910"/>
                  <a:gd name="connsiteX148" fmla="*/ 482974 w 767823"/>
                  <a:gd name="connsiteY148" fmla="*/ 26206 h 542910"/>
                  <a:gd name="connsiteX149" fmla="*/ 483256 w 767823"/>
                  <a:gd name="connsiteY149" fmla="*/ 33379 h 542910"/>
                  <a:gd name="connsiteX150" fmla="*/ 483340 w 767823"/>
                  <a:gd name="connsiteY150" fmla="*/ 35894 h 542910"/>
                  <a:gd name="connsiteX151" fmla="*/ 483444 w 767823"/>
                  <a:gd name="connsiteY151" fmla="*/ 38312 h 542910"/>
                  <a:gd name="connsiteX152" fmla="*/ 483530 w 767823"/>
                  <a:gd name="connsiteY152" fmla="*/ 40539 h 542910"/>
                  <a:gd name="connsiteX153" fmla="*/ 485602 w 767823"/>
                  <a:gd name="connsiteY153" fmla="*/ 45166 h 542910"/>
                  <a:gd name="connsiteX154" fmla="*/ 489178 w 767823"/>
                  <a:gd name="connsiteY154" fmla="*/ 45166 h 542910"/>
                  <a:gd name="connsiteX155" fmla="*/ 490071 w 767823"/>
                  <a:gd name="connsiteY155" fmla="*/ 67512 h 542910"/>
                  <a:gd name="connsiteX156" fmla="*/ 495435 w 767823"/>
                  <a:gd name="connsiteY156" fmla="*/ 69300 h 542910"/>
                  <a:gd name="connsiteX157" fmla="*/ 495502 w 767823"/>
                  <a:gd name="connsiteY157" fmla="*/ 70966 h 542910"/>
                  <a:gd name="connsiteX158" fmla="*/ 495826 w 767823"/>
                  <a:gd name="connsiteY158" fmla="*/ 78462 h 542910"/>
                  <a:gd name="connsiteX159" fmla="*/ 495932 w 767823"/>
                  <a:gd name="connsiteY159" fmla="*/ 81084 h 542910"/>
                  <a:gd name="connsiteX160" fmla="*/ 496046 w 767823"/>
                  <a:gd name="connsiteY160" fmla="*/ 83615 h 542910"/>
                  <a:gd name="connsiteX161" fmla="*/ 496145 w 767823"/>
                  <a:gd name="connsiteY161" fmla="*/ 85942 h 542910"/>
                  <a:gd name="connsiteX162" fmla="*/ 497222 w 767823"/>
                  <a:gd name="connsiteY162" fmla="*/ 91646 h 542910"/>
                  <a:gd name="connsiteX163" fmla="*/ 501691 w 767823"/>
                  <a:gd name="connsiteY163" fmla="*/ 92540 h 542910"/>
                  <a:gd name="connsiteX164" fmla="*/ 501745 w 767823"/>
                  <a:gd name="connsiteY164" fmla="*/ 94096 h 542910"/>
                  <a:gd name="connsiteX165" fmla="*/ 502027 w 767823"/>
                  <a:gd name="connsiteY165" fmla="*/ 101143 h 542910"/>
                  <a:gd name="connsiteX166" fmla="*/ 502110 w 767823"/>
                  <a:gd name="connsiteY166" fmla="*/ 103591 h 542910"/>
                  <a:gd name="connsiteX167" fmla="*/ 504373 w 767823"/>
                  <a:gd name="connsiteY167" fmla="*/ 115780 h 542910"/>
                  <a:gd name="connsiteX168" fmla="*/ 508842 w 767823"/>
                  <a:gd name="connsiteY168" fmla="*/ 117567 h 542910"/>
                  <a:gd name="connsiteX169" fmla="*/ 508814 w 767823"/>
                  <a:gd name="connsiteY169" fmla="*/ 119152 h 542910"/>
                  <a:gd name="connsiteX170" fmla="*/ 508730 w 767823"/>
                  <a:gd name="connsiteY170" fmla="*/ 126282 h 542910"/>
                  <a:gd name="connsiteX171" fmla="*/ 508685 w 767823"/>
                  <a:gd name="connsiteY171" fmla="*/ 128775 h 542910"/>
                  <a:gd name="connsiteX172" fmla="*/ 508668 w 767823"/>
                  <a:gd name="connsiteY172" fmla="*/ 131184 h 542910"/>
                  <a:gd name="connsiteX173" fmla="*/ 508639 w 767823"/>
                  <a:gd name="connsiteY173" fmla="*/ 133397 h 542910"/>
                  <a:gd name="connsiteX174" fmla="*/ 510630 w 767823"/>
                  <a:gd name="connsiteY174" fmla="*/ 139019 h 542910"/>
                  <a:gd name="connsiteX175" fmla="*/ 515099 w 767823"/>
                  <a:gd name="connsiteY175" fmla="*/ 139019 h 542910"/>
                  <a:gd name="connsiteX176" fmla="*/ 515153 w 767823"/>
                  <a:gd name="connsiteY176" fmla="*/ 140686 h 542910"/>
                  <a:gd name="connsiteX177" fmla="*/ 515434 w 767823"/>
                  <a:gd name="connsiteY177" fmla="*/ 148181 h 542910"/>
                  <a:gd name="connsiteX178" fmla="*/ 515518 w 767823"/>
                  <a:gd name="connsiteY178" fmla="*/ 150804 h 542910"/>
                  <a:gd name="connsiteX179" fmla="*/ 515623 w 767823"/>
                  <a:gd name="connsiteY179" fmla="*/ 153335 h 542910"/>
                  <a:gd name="connsiteX180" fmla="*/ 515708 w 767823"/>
                  <a:gd name="connsiteY180" fmla="*/ 155661 h 542910"/>
                  <a:gd name="connsiteX181" fmla="*/ 517781 w 767823"/>
                  <a:gd name="connsiteY181" fmla="*/ 161366 h 542910"/>
                  <a:gd name="connsiteX182" fmla="*/ 521356 w 767823"/>
                  <a:gd name="connsiteY182" fmla="*/ 161366 h 542910"/>
                  <a:gd name="connsiteX183" fmla="*/ 521410 w 767823"/>
                  <a:gd name="connsiteY183" fmla="*/ 163292 h 542910"/>
                  <a:gd name="connsiteX184" fmla="*/ 521691 w 767823"/>
                  <a:gd name="connsiteY184" fmla="*/ 171924 h 542910"/>
                  <a:gd name="connsiteX185" fmla="*/ 521775 w 767823"/>
                  <a:gd name="connsiteY185" fmla="*/ 174956 h 542910"/>
                  <a:gd name="connsiteX186" fmla="*/ 521880 w 767823"/>
                  <a:gd name="connsiteY186" fmla="*/ 177863 h 542910"/>
                  <a:gd name="connsiteX187" fmla="*/ 521965 w 767823"/>
                  <a:gd name="connsiteY187" fmla="*/ 180544 h 542910"/>
                  <a:gd name="connsiteX188" fmla="*/ 524037 w 767823"/>
                  <a:gd name="connsiteY188" fmla="*/ 185499 h 542910"/>
                  <a:gd name="connsiteX189" fmla="*/ 527613 w 767823"/>
                  <a:gd name="connsiteY189" fmla="*/ 185499 h 542910"/>
                  <a:gd name="connsiteX190" fmla="*/ 527777 w 767823"/>
                  <a:gd name="connsiteY190" fmla="*/ 188540 h 542910"/>
                  <a:gd name="connsiteX191" fmla="*/ 529401 w 767823"/>
                  <a:gd name="connsiteY191" fmla="*/ 208739 h 542910"/>
                  <a:gd name="connsiteX192" fmla="*/ 534764 w 767823"/>
                  <a:gd name="connsiteY192" fmla="*/ 208739 h 542910"/>
                  <a:gd name="connsiteX193" fmla="*/ 534831 w 767823"/>
                  <a:gd name="connsiteY193" fmla="*/ 210680 h 542910"/>
                  <a:gd name="connsiteX194" fmla="*/ 535155 w 767823"/>
                  <a:gd name="connsiteY194" fmla="*/ 219353 h 542910"/>
                  <a:gd name="connsiteX195" fmla="*/ 535261 w 767823"/>
                  <a:gd name="connsiteY195" fmla="*/ 222409 h 542910"/>
                  <a:gd name="connsiteX196" fmla="*/ 535375 w 767823"/>
                  <a:gd name="connsiteY196" fmla="*/ 225324 h 542910"/>
                  <a:gd name="connsiteX197" fmla="*/ 535474 w 767823"/>
                  <a:gd name="connsiteY197" fmla="*/ 228019 h 542910"/>
                  <a:gd name="connsiteX198" fmla="*/ 536551 w 767823"/>
                  <a:gd name="connsiteY198" fmla="*/ 231979 h 542910"/>
                  <a:gd name="connsiteX199" fmla="*/ 541020 w 767823"/>
                  <a:gd name="connsiteY199" fmla="*/ 231979 h 542910"/>
                  <a:gd name="connsiteX200" fmla="*/ 541914 w 767823"/>
                  <a:gd name="connsiteY200" fmla="*/ 255219 h 542910"/>
                  <a:gd name="connsiteX201" fmla="*/ 547277 w 767823"/>
                  <a:gd name="connsiteY201" fmla="*/ 256113 h 542910"/>
                  <a:gd name="connsiteX202" fmla="*/ 547345 w 767823"/>
                  <a:gd name="connsiteY202" fmla="*/ 257725 h 542910"/>
                  <a:gd name="connsiteX203" fmla="*/ 547668 w 767823"/>
                  <a:gd name="connsiteY203" fmla="*/ 264939 h 542910"/>
                  <a:gd name="connsiteX204" fmla="*/ 547775 w 767823"/>
                  <a:gd name="connsiteY204" fmla="*/ 267478 h 542910"/>
                  <a:gd name="connsiteX205" fmla="*/ 547888 w 767823"/>
                  <a:gd name="connsiteY205" fmla="*/ 269904 h 542910"/>
                  <a:gd name="connsiteX206" fmla="*/ 547988 w 767823"/>
                  <a:gd name="connsiteY206" fmla="*/ 272146 h 542910"/>
                  <a:gd name="connsiteX207" fmla="*/ 549065 w 767823"/>
                  <a:gd name="connsiteY207" fmla="*/ 275777 h 542910"/>
                  <a:gd name="connsiteX208" fmla="*/ 549791 w 767823"/>
                  <a:gd name="connsiteY208" fmla="*/ 273375 h 542910"/>
                  <a:gd name="connsiteX209" fmla="*/ 552231 w 767823"/>
                  <a:gd name="connsiteY209" fmla="*/ 268450 h 542910"/>
                  <a:gd name="connsiteX210" fmla="*/ 553992 w 767823"/>
                  <a:gd name="connsiteY210" fmla="*/ 258665 h 542910"/>
                  <a:gd name="connsiteX211" fmla="*/ 554040 w 767823"/>
                  <a:gd name="connsiteY211" fmla="*/ 256580 h 542910"/>
                  <a:gd name="connsiteX212" fmla="*/ 554149 w 767823"/>
                  <a:gd name="connsiteY212" fmla="*/ 250023 h 542910"/>
                  <a:gd name="connsiteX213" fmla="*/ 554241 w 767823"/>
                  <a:gd name="connsiteY213" fmla="*/ 245563 h 542910"/>
                  <a:gd name="connsiteX214" fmla="*/ 554428 w 767823"/>
                  <a:gd name="connsiteY214" fmla="*/ 234661 h 542910"/>
                  <a:gd name="connsiteX215" fmla="*/ 558897 w 767823"/>
                  <a:gd name="connsiteY215" fmla="*/ 233767 h 542910"/>
                  <a:gd name="connsiteX216" fmla="*/ 560074 w 767823"/>
                  <a:gd name="connsiteY216" fmla="*/ 223980 h 542910"/>
                  <a:gd name="connsiteX217" fmla="*/ 560130 w 767823"/>
                  <a:gd name="connsiteY217" fmla="*/ 221887 h 542910"/>
                  <a:gd name="connsiteX218" fmla="*/ 560294 w 767823"/>
                  <a:gd name="connsiteY218" fmla="*/ 215275 h 542910"/>
                  <a:gd name="connsiteX219" fmla="*/ 560411 w 767823"/>
                  <a:gd name="connsiteY219" fmla="*/ 210790 h 542910"/>
                  <a:gd name="connsiteX220" fmla="*/ 560685 w 767823"/>
                  <a:gd name="connsiteY220" fmla="*/ 199801 h 542910"/>
                  <a:gd name="connsiteX221" fmla="*/ 562864 w 767823"/>
                  <a:gd name="connsiteY221" fmla="*/ 199466 h 542910"/>
                  <a:gd name="connsiteX222" fmla="*/ 565154 w 767823"/>
                  <a:gd name="connsiteY222" fmla="*/ 198907 h 542910"/>
                  <a:gd name="connsiteX223" fmla="*/ 566331 w 767823"/>
                  <a:gd name="connsiteY223" fmla="*/ 190297 h 542910"/>
                  <a:gd name="connsiteX224" fmla="*/ 566387 w 767823"/>
                  <a:gd name="connsiteY224" fmla="*/ 188260 h 542910"/>
                  <a:gd name="connsiteX225" fmla="*/ 566551 w 767823"/>
                  <a:gd name="connsiteY225" fmla="*/ 181812 h 542910"/>
                  <a:gd name="connsiteX226" fmla="*/ 566668 w 767823"/>
                  <a:gd name="connsiteY226" fmla="*/ 177444 h 542910"/>
                  <a:gd name="connsiteX227" fmla="*/ 566942 w 767823"/>
                  <a:gd name="connsiteY227" fmla="*/ 166729 h 542910"/>
                  <a:gd name="connsiteX228" fmla="*/ 569568 w 767823"/>
                  <a:gd name="connsiteY228" fmla="*/ 166002 h 542910"/>
                  <a:gd name="connsiteX229" fmla="*/ 572305 w 767823"/>
                  <a:gd name="connsiteY229" fmla="*/ 164941 h 542910"/>
                  <a:gd name="connsiteX230" fmla="*/ 573482 w 767823"/>
                  <a:gd name="connsiteY230" fmla="*/ 155545 h 542910"/>
                  <a:gd name="connsiteX231" fmla="*/ 573538 w 767823"/>
                  <a:gd name="connsiteY231" fmla="*/ 153573 h 542910"/>
                  <a:gd name="connsiteX232" fmla="*/ 573702 w 767823"/>
                  <a:gd name="connsiteY232" fmla="*/ 147343 h 542910"/>
                  <a:gd name="connsiteX233" fmla="*/ 573819 w 767823"/>
                  <a:gd name="connsiteY233" fmla="*/ 143117 h 542910"/>
                  <a:gd name="connsiteX234" fmla="*/ 574093 w 767823"/>
                  <a:gd name="connsiteY234" fmla="*/ 132763 h 542910"/>
                  <a:gd name="connsiteX235" fmla="*/ 576271 w 767823"/>
                  <a:gd name="connsiteY235" fmla="*/ 132372 h 542910"/>
                  <a:gd name="connsiteX236" fmla="*/ 579456 w 767823"/>
                  <a:gd name="connsiteY236" fmla="*/ 130975 h 542910"/>
                  <a:gd name="connsiteX237" fmla="*/ 579738 w 767823"/>
                  <a:gd name="connsiteY237" fmla="*/ 123849 h 542910"/>
                  <a:gd name="connsiteX238" fmla="*/ 579795 w 767823"/>
                  <a:gd name="connsiteY238" fmla="*/ 121688 h 542910"/>
                  <a:gd name="connsiteX239" fmla="*/ 579958 w 767823"/>
                  <a:gd name="connsiteY239" fmla="*/ 114830 h 542910"/>
                  <a:gd name="connsiteX240" fmla="*/ 580075 w 767823"/>
                  <a:gd name="connsiteY240" fmla="*/ 110191 h 542910"/>
                  <a:gd name="connsiteX241" fmla="*/ 580349 w 767823"/>
                  <a:gd name="connsiteY241" fmla="*/ 98797 h 542910"/>
                  <a:gd name="connsiteX242" fmla="*/ 584819 w 767823"/>
                  <a:gd name="connsiteY242" fmla="*/ 99690 h 542910"/>
                  <a:gd name="connsiteX243" fmla="*/ 585995 w 767823"/>
                  <a:gd name="connsiteY243" fmla="*/ 88727 h 542910"/>
                  <a:gd name="connsiteX244" fmla="*/ 586052 w 767823"/>
                  <a:gd name="connsiteY244" fmla="*/ 86578 h 542910"/>
                  <a:gd name="connsiteX245" fmla="*/ 586215 w 767823"/>
                  <a:gd name="connsiteY245" fmla="*/ 79802 h 542910"/>
                  <a:gd name="connsiteX246" fmla="*/ 586332 w 767823"/>
                  <a:gd name="connsiteY246" fmla="*/ 75201 h 542910"/>
                  <a:gd name="connsiteX247" fmla="*/ 586606 w 767823"/>
                  <a:gd name="connsiteY247" fmla="*/ 63937 h 542910"/>
                  <a:gd name="connsiteX248" fmla="*/ 591076 w 767823"/>
                  <a:gd name="connsiteY248" fmla="*/ 63937 h 542910"/>
                  <a:gd name="connsiteX249" fmla="*/ 592252 w 767823"/>
                  <a:gd name="connsiteY249" fmla="*/ 55327 h 542910"/>
                  <a:gd name="connsiteX250" fmla="*/ 592309 w 767823"/>
                  <a:gd name="connsiteY250" fmla="*/ 53290 h 542910"/>
                  <a:gd name="connsiteX251" fmla="*/ 592472 w 767823"/>
                  <a:gd name="connsiteY251" fmla="*/ 46842 h 542910"/>
                  <a:gd name="connsiteX252" fmla="*/ 592589 w 767823"/>
                  <a:gd name="connsiteY252" fmla="*/ 42474 h 542910"/>
                  <a:gd name="connsiteX253" fmla="*/ 592863 w 767823"/>
                  <a:gd name="connsiteY253" fmla="*/ 31758 h 542910"/>
                  <a:gd name="connsiteX254" fmla="*/ 595489 w 767823"/>
                  <a:gd name="connsiteY254" fmla="*/ 30529 h 542910"/>
                  <a:gd name="connsiteX255" fmla="*/ 599120 w 767823"/>
                  <a:gd name="connsiteY255" fmla="*/ 27289 h 542910"/>
                  <a:gd name="connsiteX256" fmla="*/ 599403 w 767823"/>
                  <a:gd name="connsiteY256" fmla="*/ 21444 h 542910"/>
                  <a:gd name="connsiteX257" fmla="*/ 599516 w 767823"/>
                  <a:gd name="connsiteY257" fmla="*/ 17918 h 542910"/>
                  <a:gd name="connsiteX258" fmla="*/ 599623 w 767823"/>
                  <a:gd name="connsiteY258" fmla="*/ 14217 h 542910"/>
                  <a:gd name="connsiteX259" fmla="*/ 599740 w 767823"/>
                  <a:gd name="connsiteY259" fmla="*/ 10495 h 542910"/>
                  <a:gd name="connsiteX260" fmla="*/ 600014 w 767823"/>
                  <a:gd name="connsiteY260" fmla="*/ 1368 h 542910"/>
                  <a:gd name="connsiteX261" fmla="*/ 610211 w 767823"/>
                  <a:gd name="connsiteY261" fmla="*/ 355 h 542910"/>
                  <a:gd name="connsiteX262" fmla="*/ 612239 w 767823"/>
                  <a:gd name="connsiteY262" fmla="*/ 348 h 542910"/>
                  <a:gd name="connsiteX263" fmla="*/ 618968 w 767823"/>
                  <a:gd name="connsiteY263" fmla="*/ 344 h 542910"/>
                  <a:gd name="connsiteX264" fmla="*/ 623791 w 767823"/>
                  <a:gd name="connsiteY264" fmla="*/ 335 h 542910"/>
                  <a:gd name="connsiteX265" fmla="*/ 636894 w 767823"/>
                  <a:gd name="connsiteY265" fmla="*/ 325 h 542910"/>
                  <a:gd name="connsiteX266" fmla="*/ 647823 w 767823"/>
                  <a:gd name="connsiteY266" fmla="*/ 317 h 542910"/>
                  <a:gd name="connsiteX267" fmla="*/ 673598 w 767823"/>
                  <a:gd name="connsiteY267" fmla="*/ 308 h 542910"/>
                  <a:gd name="connsiteX268" fmla="*/ 700214 w 767823"/>
                  <a:gd name="connsiteY268" fmla="*/ 285 h 542910"/>
                  <a:gd name="connsiteX269" fmla="*/ 723049 w 767823"/>
                  <a:gd name="connsiteY269" fmla="*/ 269 h 542910"/>
                  <a:gd name="connsiteX270" fmla="*/ 736695 w 767823"/>
                  <a:gd name="connsiteY270" fmla="*/ 258 h 542910"/>
                  <a:gd name="connsiteX271" fmla="*/ 749520 w 767823"/>
                  <a:gd name="connsiteY271" fmla="*/ 255 h 542910"/>
                  <a:gd name="connsiteX272" fmla="*/ 754234 w 767823"/>
                  <a:gd name="connsiteY272" fmla="*/ 249 h 542910"/>
                  <a:gd name="connsiteX273" fmla="*/ 760654 w 767823"/>
                  <a:gd name="connsiteY273" fmla="*/ 253 h 542910"/>
                  <a:gd name="connsiteX274" fmla="*/ 762552 w 767823"/>
                  <a:gd name="connsiteY274" fmla="*/ 239 h 542910"/>
                  <a:gd name="connsiteX275" fmla="*/ 769844 w 767823"/>
                  <a:gd name="connsiteY275" fmla="*/ 2262 h 542910"/>
                  <a:gd name="connsiteX276" fmla="*/ 769565 w 767823"/>
                  <a:gd name="connsiteY276" fmla="*/ 8630 h 542910"/>
                  <a:gd name="connsiteX277" fmla="*/ 769006 w 767823"/>
                  <a:gd name="connsiteY277" fmla="*/ 27803 h 542910"/>
                  <a:gd name="connsiteX278" fmla="*/ 768056 w 767823"/>
                  <a:gd name="connsiteY278" fmla="*/ 35334 h 542910"/>
                  <a:gd name="connsiteX279" fmla="*/ 763587 w 767823"/>
                  <a:gd name="connsiteY279" fmla="*/ 37122 h 542910"/>
                  <a:gd name="connsiteX280" fmla="*/ 762410 w 767823"/>
                  <a:gd name="connsiteY280" fmla="*/ 45145 h 542910"/>
                  <a:gd name="connsiteX281" fmla="*/ 762354 w 767823"/>
                  <a:gd name="connsiteY281" fmla="*/ 47001 h 542910"/>
                  <a:gd name="connsiteX282" fmla="*/ 762190 w 767823"/>
                  <a:gd name="connsiteY282" fmla="*/ 52875 h 542910"/>
                  <a:gd name="connsiteX283" fmla="*/ 762073 w 767823"/>
                  <a:gd name="connsiteY283" fmla="*/ 56856 h 542910"/>
                  <a:gd name="connsiteX284" fmla="*/ 761799 w 767823"/>
                  <a:gd name="connsiteY284" fmla="*/ 66618 h 542910"/>
                  <a:gd name="connsiteX285" fmla="*/ 757330 w 767823"/>
                  <a:gd name="connsiteY285" fmla="*/ 67512 h 542910"/>
                  <a:gd name="connsiteX286" fmla="*/ 756153 w 767823"/>
                  <a:gd name="connsiteY286" fmla="*/ 75930 h 542910"/>
                  <a:gd name="connsiteX287" fmla="*/ 756040 w 767823"/>
                  <a:gd name="connsiteY287" fmla="*/ 79326 h 542910"/>
                  <a:gd name="connsiteX288" fmla="*/ 755934 w 767823"/>
                  <a:gd name="connsiteY288" fmla="*/ 82875 h 542910"/>
                  <a:gd name="connsiteX289" fmla="*/ 755817 w 767823"/>
                  <a:gd name="connsiteY289" fmla="*/ 86456 h 542910"/>
                  <a:gd name="connsiteX290" fmla="*/ 755542 w 767823"/>
                  <a:gd name="connsiteY290" fmla="*/ 95221 h 542910"/>
                  <a:gd name="connsiteX291" fmla="*/ 753364 w 767823"/>
                  <a:gd name="connsiteY291" fmla="*/ 95165 h 542910"/>
                  <a:gd name="connsiteX292" fmla="*/ 750179 w 767823"/>
                  <a:gd name="connsiteY292" fmla="*/ 96115 h 542910"/>
                  <a:gd name="connsiteX293" fmla="*/ 749897 w 767823"/>
                  <a:gd name="connsiteY293" fmla="*/ 102264 h 542910"/>
                  <a:gd name="connsiteX294" fmla="*/ 749840 w 767823"/>
                  <a:gd name="connsiteY294" fmla="*/ 104124 h 542910"/>
                  <a:gd name="connsiteX295" fmla="*/ 749677 w 767823"/>
                  <a:gd name="connsiteY295" fmla="*/ 110025 h 542910"/>
                  <a:gd name="connsiteX296" fmla="*/ 749560 w 767823"/>
                  <a:gd name="connsiteY296" fmla="*/ 114018 h 542910"/>
                  <a:gd name="connsiteX297" fmla="*/ 749286 w 767823"/>
                  <a:gd name="connsiteY297" fmla="*/ 123824 h 542910"/>
                  <a:gd name="connsiteX298" fmla="*/ 747163 w 767823"/>
                  <a:gd name="connsiteY298" fmla="*/ 124439 h 542910"/>
                  <a:gd name="connsiteX299" fmla="*/ 743666 w 767823"/>
                  <a:gd name="connsiteY299" fmla="*/ 127625 h 542910"/>
                  <a:gd name="connsiteX300" fmla="*/ 742659 w 767823"/>
                  <a:gd name="connsiteY300" fmla="*/ 135406 h 542910"/>
                  <a:gd name="connsiteX301" fmla="*/ 742554 w 767823"/>
                  <a:gd name="connsiteY301" fmla="*/ 138417 h 542910"/>
                  <a:gd name="connsiteX302" fmla="*/ 742470 w 767823"/>
                  <a:gd name="connsiteY302" fmla="*/ 141533 h 542910"/>
                  <a:gd name="connsiteX303" fmla="*/ 742365 w 767823"/>
                  <a:gd name="connsiteY303" fmla="*/ 144702 h 542910"/>
                  <a:gd name="connsiteX304" fmla="*/ 742135 w 767823"/>
                  <a:gd name="connsiteY304" fmla="*/ 152427 h 542910"/>
                  <a:gd name="connsiteX305" fmla="*/ 736772 w 767823"/>
                  <a:gd name="connsiteY305" fmla="*/ 153321 h 542910"/>
                  <a:gd name="connsiteX306" fmla="*/ 735878 w 767823"/>
                  <a:gd name="connsiteY306" fmla="*/ 182818 h 542910"/>
                  <a:gd name="connsiteX307" fmla="*/ 731409 w 767823"/>
                  <a:gd name="connsiteY307" fmla="*/ 183712 h 542910"/>
                  <a:gd name="connsiteX308" fmla="*/ 730232 w 767823"/>
                  <a:gd name="connsiteY308" fmla="*/ 191149 h 542910"/>
                  <a:gd name="connsiteX309" fmla="*/ 730119 w 767823"/>
                  <a:gd name="connsiteY309" fmla="*/ 194553 h 542910"/>
                  <a:gd name="connsiteX310" fmla="*/ 730012 w 767823"/>
                  <a:gd name="connsiteY310" fmla="*/ 198125 h 542910"/>
                  <a:gd name="connsiteX311" fmla="*/ 729895 w 767823"/>
                  <a:gd name="connsiteY311" fmla="*/ 201718 h 542910"/>
                  <a:gd name="connsiteX312" fmla="*/ 729621 w 767823"/>
                  <a:gd name="connsiteY312" fmla="*/ 210527 h 542910"/>
                  <a:gd name="connsiteX313" fmla="*/ 724258 w 767823"/>
                  <a:gd name="connsiteY313" fmla="*/ 212314 h 542910"/>
                  <a:gd name="connsiteX314" fmla="*/ 723340 w 767823"/>
                  <a:gd name="connsiteY314" fmla="*/ 223222 h 542910"/>
                  <a:gd name="connsiteX315" fmla="*/ 723373 w 767823"/>
                  <a:gd name="connsiteY315" fmla="*/ 226323 h 542910"/>
                  <a:gd name="connsiteX316" fmla="*/ 723478 w 767823"/>
                  <a:gd name="connsiteY316" fmla="*/ 232761 h 542910"/>
                  <a:gd name="connsiteX317" fmla="*/ 723507 w 767823"/>
                  <a:gd name="connsiteY317" fmla="*/ 235848 h 542910"/>
                  <a:gd name="connsiteX318" fmla="*/ 723553 w 767823"/>
                  <a:gd name="connsiteY318" fmla="*/ 238666 h 542910"/>
                  <a:gd name="connsiteX319" fmla="*/ 721576 w 767823"/>
                  <a:gd name="connsiteY319" fmla="*/ 242705 h 542910"/>
                  <a:gd name="connsiteX320" fmla="*/ 719733 w 767823"/>
                  <a:gd name="connsiteY320" fmla="*/ 243152 h 542910"/>
                  <a:gd name="connsiteX321" fmla="*/ 718001 w 767823"/>
                  <a:gd name="connsiteY321" fmla="*/ 243599 h 542910"/>
                  <a:gd name="connsiteX322" fmla="*/ 716824 w 767823"/>
                  <a:gd name="connsiteY322" fmla="*/ 251036 h 542910"/>
                  <a:gd name="connsiteX323" fmla="*/ 716711 w 767823"/>
                  <a:gd name="connsiteY323" fmla="*/ 254440 h 542910"/>
                  <a:gd name="connsiteX324" fmla="*/ 716604 w 767823"/>
                  <a:gd name="connsiteY324" fmla="*/ 258012 h 542910"/>
                  <a:gd name="connsiteX325" fmla="*/ 716488 w 767823"/>
                  <a:gd name="connsiteY325" fmla="*/ 261605 h 542910"/>
                  <a:gd name="connsiteX326" fmla="*/ 716213 w 767823"/>
                  <a:gd name="connsiteY326" fmla="*/ 270414 h 542910"/>
                  <a:gd name="connsiteX327" fmla="*/ 711744 w 767823"/>
                  <a:gd name="connsiteY327" fmla="*/ 271308 h 542910"/>
                  <a:gd name="connsiteX328" fmla="*/ 710568 w 767823"/>
                  <a:gd name="connsiteY328" fmla="*/ 280903 h 542910"/>
                  <a:gd name="connsiteX329" fmla="*/ 710454 w 767823"/>
                  <a:gd name="connsiteY329" fmla="*/ 284412 h 542910"/>
                  <a:gd name="connsiteX330" fmla="*/ 710348 w 767823"/>
                  <a:gd name="connsiteY330" fmla="*/ 288068 h 542910"/>
                  <a:gd name="connsiteX331" fmla="*/ 710231 w 767823"/>
                  <a:gd name="connsiteY331" fmla="*/ 291765 h 542910"/>
                  <a:gd name="connsiteX332" fmla="*/ 709957 w 767823"/>
                  <a:gd name="connsiteY332" fmla="*/ 300805 h 542910"/>
                  <a:gd name="connsiteX333" fmla="*/ 707778 w 767823"/>
                  <a:gd name="connsiteY333" fmla="*/ 301196 h 542910"/>
                  <a:gd name="connsiteX334" fmla="*/ 704593 w 767823"/>
                  <a:gd name="connsiteY334" fmla="*/ 302592 h 542910"/>
                  <a:gd name="connsiteX335" fmla="*/ 704311 w 767823"/>
                  <a:gd name="connsiteY335" fmla="*/ 308350 h 542910"/>
                  <a:gd name="connsiteX336" fmla="*/ 704197 w 767823"/>
                  <a:gd name="connsiteY336" fmla="*/ 311885 h 542910"/>
                  <a:gd name="connsiteX337" fmla="*/ 704091 w 767823"/>
                  <a:gd name="connsiteY337" fmla="*/ 315609 h 542910"/>
                  <a:gd name="connsiteX338" fmla="*/ 703974 w 767823"/>
                  <a:gd name="connsiteY338" fmla="*/ 319343 h 542910"/>
                  <a:gd name="connsiteX339" fmla="*/ 703700 w 767823"/>
                  <a:gd name="connsiteY339" fmla="*/ 328514 h 542910"/>
                  <a:gd name="connsiteX340" fmla="*/ 699230 w 767823"/>
                  <a:gd name="connsiteY340" fmla="*/ 329408 h 542910"/>
                  <a:gd name="connsiteX341" fmla="*/ 697431 w 767823"/>
                  <a:gd name="connsiteY341" fmla="*/ 348119 h 542910"/>
                  <a:gd name="connsiteX342" fmla="*/ 696549 w 767823"/>
                  <a:gd name="connsiteY342" fmla="*/ 358905 h 542910"/>
                  <a:gd name="connsiteX343" fmla="*/ 694370 w 767823"/>
                  <a:gd name="connsiteY343" fmla="*/ 359240 h 542910"/>
                  <a:gd name="connsiteX344" fmla="*/ 692080 w 767823"/>
                  <a:gd name="connsiteY344" fmla="*/ 359798 h 542910"/>
                  <a:gd name="connsiteX345" fmla="*/ 690903 w 767823"/>
                  <a:gd name="connsiteY345" fmla="*/ 367431 h 542910"/>
                  <a:gd name="connsiteX346" fmla="*/ 690790 w 767823"/>
                  <a:gd name="connsiteY346" fmla="*/ 370957 h 542910"/>
                  <a:gd name="connsiteX347" fmla="*/ 690683 w 767823"/>
                  <a:gd name="connsiteY347" fmla="*/ 374658 h 542910"/>
                  <a:gd name="connsiteX348" fmla="*/ 690566 w 767823"/>
                  <a:gd name="connsiteY348" fmla="*/ 378380 h 542910"/>
                  <a:gd name="connsiteX349" fmla="*/ 690292 w 767823"/>
                  <a:gd name="connsiteY349" fmla="*/ 387507 h 542910"/>
                  <a:gd name="connsiteX350" fmla="*/ 685823 w 767823"/>
                  <a:gd name="connsiteY350" fmla="*/ 387507 h 542910"/>
                  <a:gd name="connsiteX351" fmla="*/ 684646 w 767823"/>
                  <a:gd name="connsiteY351" fmla="*/ 396317 h 542910"/>
                  <a:gd name="connsiteX352" fmla="*/ 684590 w 767823"/>
                  <a:gd name="connsiteY352" fmla="*/ 398109 h 542910"/>
                  <a:gd name="connsiteX353" fmla="*/ 684426 w 767823"/>
                  <a:gd name="connsiteY353" fmla="*/ 403764 h 542910"/>
                  <a:gd name="connsiteX354" fmla="*/ 684309 w 767823"/>
                  <a:gd name="connsiteY354" fmla="*/ 407603 h 542910"/>
                  <a:gd name="connsiteX355" fmla="*/ 684035 w 767823"/>
                  <a:gd name="connsiteY355" fmla="*/ 417004 h 542910"/>
                  <a:gd name="connsiteX356" fmla="*/ 679566 w 767823"/>
                  <a:gd name="connsiteY356" fmla="*/ 417004 h 542910"/>
                  <a:gd name="connsiteX357" fmla="*/ 678389 w 767823"/>
                  <a:gd name="connsiteY357" fmla="*/ 425028 h 542910"/>
                  <a:gd name="connsiteX358" fmla="*/ 678333 w 767823"/>
                  <a:gd name="connsiteY358" fmla="*/ 426884 h 542910"/>
                  <a:gd name="connsiteX359" fmla="*/ 678169 w 767823"/>
                  <a:gd name="connsiteY359" fmla="*/ 432758 h 542910"/>
                  <a:gd name="connsiteX360" fmla="*/ 678052 w 767823"/>
                  <a:gd name="connsiteY360" fmla="*/ 436739 h 542910"/>
                  <a:gd name="connsiteX361" fmla="*/ 677778 w 767823"/>
                  <a:gd name="connsiteY361" fmla="*/ 446501 h 542910"/>
                  <a:gd name="connsiteX362" fmla="*/ 675617 w 767823"/>
                  <a:gd name="connsiteY362" fmla="*/ 447269 h 542910"/>
                  <a:gd name="connsiteX363" fmla="*/ 672139 w 767823"/>
                  <a:gd name="connsiteY363" fmla="*/ 450300 h 542910"/>
                  <a:gd name="connsiteX364" fmla="*/ 671465 w 767823"/>
                  <a:gd name="connsiteY364" fmla="*/ 458121 h 542910"/>
                  <a:gd name="connsiteX365" fmla="*/ 670628 w 767823"/>
                  <a:gd name="connsiteY365" fmla="*/ 475998 h 542910"/>
                  <a:gd name="connsiteX366" fmla="*/ 668449 w 767823"/>
                  <a:gd name="connsiteY366" fmla="*/ 476389 h 542910"/>
                  <a:gd name="connsiteX367" fmla="*/ 665264 w 767823"/>
                  <a:gd name="connsiteY367" fmla="*/ 477785 h 542910"/>
                  <a:gd name="connsiteX368" fmla="*/ 664982 w 767823"/>
                  <a:gd name="connsiteY368" fmla="*/ 483934 h 542910"/>
                  <a:gd name="connsiteX369" fmla="*/ 664925 w 767823"/>
                  <a:gd name="connsiteY369" fmla="*/ 485794 h 542910"/>
                  <a:gd name="connsiteX370" fmla="*/ 664762 w 767823"/>
                  <a:gd name="connsiteY370" fmla="*/ 491696 h 542910"/>
                  <a:gd name="connsiteX371" fmla="*/ 664645 w 767823"/>
                  <a:gd name="connsiteY371" fmla="*/ 495688 h 542910"/>
                  <a:gd name="connsiteX372" fmla="*/ 664371 w 767823"/>
                  <a:gd name="connsiteY372" fmla="*/ 505495 h 542910"/>
                  <a:gd name="connsiteX373" fmla="*/ 659901 w 767823"/>
                  <a:gd name="connsiteY373" fmla="*/ 506388 h 542910"/>
                  <a:gd name="connsiteX374" fmla="*/ 658725 w 767823"/>
                  <a:gd name="connsiteY374" fmla="*/ 514807 h 542910"/>
                  <a:gd name="connsiteX375" fmla="*/ 658611 w 767823"/>
                  <a:gd name="connsiteY375" fmla="*/ 518202 h 542910"/>
                  <a:gd name="connsiteX376" fmla="*/ 658505 w 767823"/>
                  <a:gd name="connsiteY376" fmla="*/ 521751 h 542910"/>
                  <a:gd name="connsiteX377" fmla="*/ 658388 w 767823"/>
                  <a:gd name="connsiteY377" fmla="*/ 525332 h 542910"/>
                  <a:gd name="connsiteX378" fmla="*/ 658114 w 767823"/>
                  <a:gd name="connsiteY378" fmla="*/ 534097 h 542910"/>
                  <a:gd name="connsiteX379" fmla="*/ 653645 w 767823"/>
                  <a:gd name="connsiteY379" fmla="*/ 534097 h 542910"/>
                  <a:gd name="connsiteX380" fmla="*/ 650963 w 767823"/>
                  <a:gd name="connsiteY380" fmla="*/ 543036 h 542910"/>
                  <a:gd name="connsiteX381" fmla="*/ 476664 w 767823"/>
                  <a:gd name="connsiteY381" fmla="*/ 543036 h 542910"/>
                  <a:gd name="connsiteX382" fmla="*/ 475826 w 767823"/>
                  <a:gd name="connsiteY382" fmla="*/ 532924 h 542910"/>
                  <a:gd name="connsiteX383" fmla="*/ 473982 w 767823"/>
                  <a:gd name="connsiteY383" fmla="*/ 527841 h 542910"/>
                  <a:gd name="connsiteX384" fmla="*/ 469513 w 767823"/>
                  <a:gd name="connsiteY384" fmla="*/ 526947 h 542910"/>
                  <a:gd name="connsiteX385" fmla="*/ 468619 w 767823"/>
                  <a:gd name="connsiteY385" fmla="*/ 503707 h 542910"/>
                  <a:gd name="connsiteX386" fmla="*/ 463256 w 767823"/>
                  <a:gd name="connsiteY386" fmla="*/ 503707 h 542910"/>
                  <a:gd name="connsiteX387" fmla="*/ 463203 w 767823"/>
                  <a:gd name="connsiteY387" fmla="*/ 501944 h 542910"/>
                  <a:gd name="connsiteX388" fmla="*/ 462921 w 767823"/>
                  <a:gd name="connsiteY388" fmla="*/ 494042 h 542910"/>
                  <a:gd name="connsiteX389" fmla="*/ 462837 w 767823"/>
                  <a:gd name="connsiteY389" fmla="*/ 491268 h 542910"/>
                  <a:gd name="connsiteX390" fmla="*/ 462732 w 767823"/>
                  <a:gd name="connsiteY390" fmla="*/ 488606 h 542910"/>
                  <a:gd name="connsiteX391" fmla="*/ 462647 w 767823"/>
                  <a:gd name="connsiteY391" fmla="*/ 486152 h 542910"/>
                  <a:gd name="connsiteX392" fmla="*/ 460575 w 767823"/>
                  <a:gd name="connsiteY392" fmla="*/ 481361 h 542910"/>
                  <a:gd name="connsiteX393" fmla="*/ 456999 w 767823"/>
                  <a:gd name="connsiteY393" fmla="*/ 481361 h 542910"/>
                  <a:gd name="connsiteX394" fmla="*/ 456867 w 767823"/>
                  <a:gd name="connsiteY394" fmla="*/ 477866 h 542910"/>
                  <a:gd name="connsiteX395" fmla="*/ 456664 w 767823"/>
                  <a:gd name="connsiteY395" fmla="*/ 473260 h 542910"/>
                  <a:gd name="connsiteX396" fmla="*/ 456580 w 767823"/>
                  <a:gd name="connsiteY396" fmla="*/ 470965 h 542910"/>
                  <a:gd name="connsiteX397" fmla="*/ 454318 w 767823"/>
                  <a:gd name="connsiteY397" fmla="*/ 458121 h 542910"/>
                  <a:gd name="connsiteX398" fmla="*/ 450742 w 767823"/>
                  <a:gd name="connsiteY398" fmla="*/ 458121 h 542910"/>
                  <a:gd name="connsiteX399" fmla="*/ 449962 w 767823"/>
                  <a:gd name="connsiteY399" fmla="*/ 446641 h 542910"/>
                  <a:gd name="connsiteX400" fmla="*/ 448061 w 767823"/>
                  <a:gd name="connsiteY400" fmla="*/ 434881 h 542910"/>
                  <a:gd name="connsiteX401" fmla="*/ 443592 w 767823"/>
                  <a:gd name="connsiteY401" fmla="*/ 433987 h 542910"/>
                  <a:gd name="connsiteX402" fmla="*/ 442698 w 767823"/>
                  <a:gd name="connsiteY402" fmla="*/ 412535 h 542910"/>
                  <a:gd name="connsiteX403" fmla="*/ 437335 w 767823"/>
                  <a:gd name="connsiteY403" fmla="*/ 410747 h 542910"/>
                  <a:gd name="connsiteX404" fmla="*/ 437281 w 767823"/>
                  <a:gd name="connsiteY404" fmla="*/ 409163 h 542910"/>
                  <a:gd name="connsiteX405" fmla="*/ 437000 w 767823"/>
                  <a:gd name="connsiteY405" fmla="*/ 402032 h 542910"/>
                  <a:gd name="connsiteX406" fmla="*/ 436916 w 767823"/>
                  <a:gd name="connsiteY406" fmla="*/ 399539 h 542910"/>
                  <a:gd name="connsiteX407" fmla="*/ 436811 w 767823"/>
                  <a:gd name="connsiteY407" fmla="*/ 397130 h 542910"/>
                  <a:gd name="connsiteX408" fmla="*/ 436726 w 767823"/>
                  <a:gd name="connsiteY408" fmla="*/ 394917 h 542910"/>
                  <a:gd name="connsiteX409" fmla="*/ 434653 w 767823"/>
                  <a:gd name="connsiteY409" fmla="*/ 389295 h 542910"/>
                  <a:gd name="connsiteX410" fmla="*/ 431078 w 767823"/>
                  <a:gd name="connsiteY410" fmla="*/ 389295 h 542910"/>
                  <a:gd name="connsiteX411" fmla="*/ 431024 w 767823"/>
                  <a:gd name="connsiteY411" fmla="*/ 387465 h 542910"/>
                  <a:gd name="connsiteX412" fmla="*/ 430743 w 767823"/>
                  <a:gd name="connsiteY412" fmla="*/ 379239 h 542910"/>
                  <a:gd name="connsiteX413" fmla="*/ 430659 w 767823"/>
                  <a:gd name="connsiteY413" fmla="*/ 376359 h 542910"/>
                  <a:gd name="connsiteX414" fmla="*/ 430554 w 767823"/>
                  <a:gd name="connsiteY414" fmla="*/ 373583 h 542910"/>
                  <a:gd name="connsiteX415" fmla="*/ 430469 w 767823"/>
                  <a:gd name="connsiteY415" fmla="*/ 371030 h 542910"/>
                  <a:gd name="connsiteX416" fmla="*/ 428396 w 767823"/>
                  <a:gd name="connsiteY416" fmla="*/ 365161 h 542910"/>
                  <a:gd name="connsiteX417" fmla="*/ 423927 w 767823"/>
                  <a:gd name="connsiteY417" fmla="*/ 364268 h 542910"/>
                  <a:gd name="connsiteX418" fmla="*/ 423033 w 767823"/>
                  <a:gd name="connsiteY418" fmla="*/ 341922 h 542910"/>
                  <a:gd name="connsiteX419" fmla="*/ 417670 w 767823"/>
                  <a:gd name="connsiteY419" fmla="*/ 341922 h 542910"/>
                  <a:gd name="connsiteX420" fmla="*/ 417602 w 767823"/>
                  <a:gd name="connsiteY420" fmla="*/ 340145 h 542910"/>
                  <a:gd name="connsiteX421" fmla="*/ 417279 w 767823"/>
                  <a:gd name="connsiteY421" fmla="*/ 332201 h 542910"/>
                  <a:gd name="connsiteX422" fmla="*/ 417173 w 767823"/>
                  <a:gd name="connsiteY422" fmla="*/ 329404 h 542910"/>
                  <a:gd name="connsiteX423" fmla="*/ 417059 w 767823"/>
                  <a:gd name="connsiteY423" fmla="*/ 326733 h 542910"/>
                  <a:gd name="connsiteX424" fmla="*/ 416960 w 767823"/>
                  <a:gd name="connsiteY424" fmla="*/ 324265 h 542910"/>
                  <a:gd name="connsiteX425" fmla="*/ 415883 w 767823"/>
                  <a:gd name="connsiteY425" fmla="*/ 320469 h 542910"/>
                  <a:gd name="connsiteX426" fmla="*/ 411413 w 767823"/>
                  <a:gd name="connsiteY426" fmla="*/ 320469 h 542910"/>
                  <a:gd name="connsiteX427" fmla="*/ 410520 w 767823"/>
                  <a:gd name="connsiteY427" fmla="*/ 297229 h 542910"/>
                  <a:gd name="connsiteX428" fmla="*/ 405157 w 767823"/>
                  <a:gd name="connsiteY428" fmla="*/ 295442 h 542910"/>
                  <a:gd name="connsiteX429" fmla="*/ 404319 w 767823"/>
                  <a:gd name="connsiteY429" fmla="*/ 281196 h 542910"/>
                  <a:gd name="connsiteX430" fmla="*/ 402475 w 767823"/>
                  <a:gd name="connsiteY430" fmla="*/ 273990 h 542910"/>
                  <a:gd name="connsiteX431" fmla="*/ 398006 w 767823"/>
                  <a:gd name="connsiteY431" fmla="*/ 273096 h 542910"/>
                  <a:gd name="connsiteX432" fmla="*/ 397112 w 767823"/>
                  <a:gd name="connsiteY432" fmla="*/ 249856 h 542910"/>
                  <a:gd name="connsiteX433" fmla="*/ 391749 w 767823"/>
                  <a:gd name="connsiteY433" fmla="*/ 249856 h 542910"/>
                  <a:gd name="connsiteX434" fmla="*/ 390855 w 767823"/>
                  <a:gd name="connsiteY434" fmla="*/ 228404 h 542910"/>
                  <a:gd name="connsiteX435" fmla="*/ 388174 w 767823"/>
                  <a:gd name="connsiteY435" fmla="*/ 228404 h 542910"/>
                  <a:gd name="connsiteX436" fmla="*/ 385380 w 767823"/>
                  <a:gd name="connsiteY436" fmla="*/ 240526 h 542910"/>
                  <a:gd name="connsiteX437" fmla="*/ 384598 w 767823"/>
                  <a:gd name="connsiteY437" fmla="*/ 251644 h 542910"/>
                  <a:gd name="connsiteX438" fmla="*/ 380129 w 767823"/>
                  <a:gd name="connsiteY438" fmla="*/ 252537 h 542910"/>
                  <a:gd name="connsiteX439" fmla="*/ 378952 w 767823"/>
                  <a:gd name="connsiteY439" fmla="*/ 261354 h 542910"/>
                  <a:gd name="connsiteX440" fmla="*/ 378839 w 767823"/>
                  <a:gd name="connsiteY440" fmla="*/ 263754 h 542910"/>
                  <a:gd name="connsiteX441" fmla="*/ 378732 w 767823"/>
                  <a:gd name="connsiteY441" fmla="*/ 266224 h 542910"/>
                  <a:gd name="connsiteX442" fmla="*/ 378615 w 767823"/>
                  <a:gd name="connsiteY442" fmla="*/ 268747 h 542910"/>
                  <a:gd name="connsiteX443" fmla="*/ 378341 w 767823"/>
                  <a:gd name="connsiteY443" fmla="*/ 274883 h 542910"/>
                  <a:gd name="connsiteX444" fmla="*/ 376163 w 767823"/>
                  <a:gd name="connsiteY444" fmla="*/ 275274 h 542910"/>
                  <a:gd name="connsiteX445" fmla="*/ 372978 w 767823"/>
                  <a:gd name="connsiteY445" fmla="*/ 276671 h 542910"/>
                  <a:gd name="connsiteX446" fmla="*/ 372695 w 767823"/>
                  <a:gd name="connsiteY446" fmla="*/ 281647 h 542910"/>
                  <a:gd name="connsiteX447" fmla="*/ 372582 w 767823"/>
                  <a:gd name="connsiteY447" fmla="*/ 284693 h 542910"/>
                  <a:gd name="connsiteX448" fmla="*/ 372475 w 767823"/>
                  <a:gd name="connsiteY448" fmla="*/ 287900 h 542910"/>
                  <a:gd name="connsiteX449" fmla="*/ 372358 w 767823"/>
                  <a:gd name="connsiteY449" fmla="*/ 291117 h 542910"/>
                  <a:gd name="connsiteX450" fmla="*/ 372084 w 767823"/>
                  <a:gd name="connsiteY450" fmla="*/ 299017 h 542910"/>
                  <a:gd name="connsiteX451" fmla="*/ 369906 w 767823"/>
                  <a:gd name="connsiteY451" fmla="*/ 299352 h 542910"/>
                  <a:gd name="connsiteX452" fmla="*/ 367615 w 767823"/>
                  <a:gd name="connsiteY452" fmla="*/ 299911 h 542910"/>
                  <a:gd name="connsiteX453" fmla="*/ 366439 w 767823"/>
                  <a:gd name="connsiteY453" fmla="*/ 305979 h 542910"/>
                  <a:gd name="connsiteX454" fmla="*/ 366325 w 767823"/>
                  <a:gd name="connsiteY454" fmla="*/ 308528 h 542910"/>
                  <a:gd name="connsiteX455" fmla="*/ 366219 w 767823"/>
                  <a:gd name="connsiteY455" fmla="*/ 311196 h 542910"/>
                  <a:gd name="connsiteX456" fmla="*/ 366102 w 767823"/>
                  <a:gd name="connsiteY456" fmla="*/ 313884 h 542910"/>
                  <a:gd name="connsiteX457" fmla="*/ 365827 w 767823"/>
                  <a:gd name="connsiteY457" fmla="*/ 320469 h 542910"/>
                  <a:gd name="connsiteX458" fmla="*/ 363202 w 767823"/>
                  <a:gd name="connsiteY458" fmla="*/ 321251 h 542910"/>
                  <a:gd name="connsiteX459" fmla="*/ 359571 w 767823"/>
                  <a:gd name="connsiteY459" fmla="*/ 324045 h 542910"/>
                  <a:gd name="connsiteX460" fmla="*/ 359571 w 767823"/>
                  <a:gd name="connsiteY460" fmla="*/ 328849 h 542910"/>
                  <a:gd name="connsiteX461" fmla="*/ 358677 w 767823"/>
                  <a:gd name="connsiteY461" fmla="*/ 345497 h 542910"/>
                  <a:gd name="connsiteX462" fmla="*/ 354208 w 767823"/>
                  <a:gd name="connsiteY462" fmla="*/ 345497 h 542910"/>
                  <a:gd name="connsiteX463" fmla="*/ 353031 w 767823"/>
                  <a:gd name="connsiteY463" fmla="*/ 353527 h 542910"/>
                  <a:gd name="connsiteX464" fmla="*/ 352917 w 767823"/>
                  <a:gd name="connsiteY464" fmla="*/ 356059 h 542910"/>
                  <a:gd name="connsiteX465" fmla="*/ 352811 w 767823"/>
                  <a:gd name="connsiteY465" fmla="*/ 358681 h 542910"/>
                  <a:gd name="connsiteX466" fmla="*/ 352694 w 767823"/>
                  <a:gd name="connsiteY466" fmla="*/ 361345 h 542910"/>
                  <a:gd name="connsiteX467" fmla="*/ 352420 w 767823"/>
                  <a:gd name="connsiteY467" fmla="*/ 367843 h 542910"/>
                  <a:gd name="connsiteX468" fmla="*/ 350241 w 767823"/>
                  <a:gd name="connsiteY468" fmla="*/ 368178 h 542910"/>
                  <a:gd name="connsiteX469" fmla="*/ 347951 w 767823"/>
                  <a:gd name="connsiteY469" fmla="*/ 368737 h 542910"/>
                  <a:gd name="connsiteX470" fmla="*/ 346774 w 767823"/>
                  <a:gd name="connsiteY470" fmla="*/ 375196 h 542910"/>
                  <a:gd name="connsiteX471" fmla="*/ 346661 w 767823"/>
                  <a:gd name="connsiteY471" fmla="*/ 377989 h 542910"/>
                  <a:gd name="connsiteX472" fmla="*/ 346554 w 767823"/>
                  <a:gd name="connsiteY472" fmla="*/ 380915 h 542910"/>
                  <a:gd name="connsiteX473" fmla="*/ 346437 w 767823"/>
                  <a:gd name="connsiteY473" fmla="*/ 383862 h 542910"/>
                  <a:gd name="connsiteX474" fmla="*/ 346163 w 767823"/>
                  <a:gd name="connsiteY474" fmla="*/ 391083 h 542910"/>
                  <a:gd name="connsiteX475" fmla="*/ 341694 w 767823"/>
                  <a:gd name="connsiteY475" fmla="*/ 391083 h 542910"/>
                  <a:gd name="connsiteX476" fmla="*/ 339906 w 767823"/>
                  <a:gd name="connsiteY476" fmla="*/ 404658 h 542910"/>
                  <a:gd name="connsiteX477" fmla="*/ 340018 w 767823"/>
                  <a:gd name="connsiteY477" fmla="*/ 409501 h 542910"/>
                  <a:gd name="connsiteX478" fmla="*/ 340081 w 767823"/>
                  <a:gd name="connsiteY478" fmla="*/ 411656 h 542910"/>
                  <a:gd name="connsiteX479" fmla="*/ 338118 w 767823"/>
                  <a:gd name="connsiteY479" fmla="*/ 415217 h 542910"/>
                  <a:gd name="connsiteX480" fmla="*/ 335437 w 767823"/>
                  <a:gd name="connsiteY480" fmla="*/ 415217 h 542910"/>
                  <a:gd name="connsiteX481" fmla="*/ 333091 w 767823"/>
                  <a:gd name="connsiteY481" fmla="*/ 428903 h 542910"/>
                  <a:gd name="connsiteX482" fmla="*/ 332986 w 767823"/>
                  <a:gd name="connsiteY482" fmla="*/ 431426 h 542910"/>
                  <a:gd name="connsiteX483" fmla="*/ 332755 w 767823"/>
                  <a:gd name="connsiteY483" fmla="*/ 437563 h 542910"/>
                  <a:gd name="connsiteX484" fmla="*/ 330577 w 767823"/>
                  <a:gd name="connsiteY484" fmla="*/ 437954 h 542910"/>
                  <a:gd name="connsiteX485" fmla="*/ 327392 w 767823"/>
                  <a:gd name="connsiteY485" fmla="*/ 439350 h 542910"/>
                  <a:gd name="connsiteX486" fmla="*/ 327109 w 767823"/>
                  <a:gd name="connsiteY486" fmla="*/ 444521 h 542910"/>
                  <a:gd name="connsiteX487" fmla="*/ 326996 w 767823"/>
                  <a:gd name="connsiteY487" fmla="*/ 447690 h 542910"/>
                  <a:gd name="connsiteX488" fmla="*/ 326890 w 767823"/>
                  <a:gd name="connsiteY488" fmla="*/ 451026 h 542910"/>
                  <a:gd name="connsiteX489" fmla="*/ 326773 w 767823"/>
                  <a:gd name="connsiteY489" fmla="*/ 454373 h 542910"/>
                  <a:gd name="connsiteX490" fmla="*/ 326498 w 767823"/>
                  <a:gd name="connsiteY490" fmla="*/ 462590 h 542910"/>
                  <a:gd name="connsiteX491" fmla="*/ 322029 w 767823"/>
                  <a:gd name="connsiteY491" fmla="*/ 462590 h 542910"/>
                  <a:gd name="connsiteX492" fmla="*/ 320853 w 767823"/>
                  <a:gd name="connsiteY492" fmla="*/ 468854 h 542910"/>
                  <a:gd name="connsiteX493" fmla="*/ 320739 w 767823"/>
                  <a:gd name="connsiteY493" fmla="*/ 471525 h 542910"/>
                  <a:gd name="connsiteX494" fmla="*/ 320633 w 767823"/>
                  <a:gd name="connsiteY494" fmla="*/ 474322 h 542910"/>
                  <a:gd name="connsiteX495" fmla="*/ 320516 w 767823"/>
                  <a:gd name="connsiteY495" fmla="*/ 477139 h 542910"/>
                  <a:gd name="connsiteX496" fmla="*/ 320242 w 767823"/>
                  <a:gd name="connsiteY496" fmla="*/ 484042 h 542910"/>
                  <a:gd name="connsiteX497" fmla="*/ 314879 w 767823"/>
                  <a:gd name="connsiteY497" fmla="*/ 484042 h 542910"/>
                  <a:gd name="connsiteX498" fmla="*/ 314825 w 767823"/>
                  <a:gd name="connsiteY498" fmla="*/ 486065 h 542910"/>
                  <a:gd name="connsiteX499" fmla="*/ 314543 w 767823"/>
                  <a:gd name="connsiteY499" fmla="*/ 495104 h 542910"/>
                  <a:gd name="connsiteX500" fmla="*/ 314460 w 767823"/>
                  <a:gd name="connsiteY500" fmla="*/ 498288 h 542910"/>
                  <a:gd name="connsiteX501" fmla="*/ 314355 w 767823"/>
                  <a:gd name="connsiteY501" fmla="*/ 501326 h 542910"/>
                  <a:gd name="connsiteX502" fmla="*/ 314270 w 767823"/>
                  <a:gd name="connsiteY502" fmla="*/ 504134 h 542910"/>
                  <a:gd name="connsiteX503" fmla="*/ 312197 w 767823"/>
                  <a:gd name="connsiteY503" fmla="*/ 508176 h 542910"/>
                  <a:gd name="connsiteX504" fmla="*/ 310353 w 767823"/>
                  <a:gd name="connsiteY504" fmla="*/ 508623 h 542910"/>
                  <a:gd name="connsiteX505" fmla="*/ 308622 w 767823"/>
                  <a:gd name="connsiteY505" fmla="*/ 509070 h 542910"/>
                  <a:gd name="connsiteX506" fmla="*/ 307445 w 767823"/>
                  <a:gd name="connsiteY506" fmla="*/ 515529 h 542910"/>
                  <a:gd name="connsiteX507" fmla="*/ 307331 w 767823"/>
                  <a:gd name="connsiteY507" fmla="*/ 518323 h 542910"/>
                  <a:gd name="connsiteX508" fmla="*/ 307225 w 767823"/>
                  <a:gd name="connsiteY508" fmla="*/ 521248 h 542910"/>
                  <a:gd name="connsiteX509" fmla="*/ 307108 w 767823"/>
                  <a:gd name="connsiteY509" fmla="*/ 524195 h 542910"/>
                  <a:gd name="connsiteX510" fmla="*/ 306834 w 767823"/>
                  <a:gd name="connsiteY510" fmla="*/ 531416 h 542910"/>
                  <a:gd name="connsiteX511" fmla="*/ 302365 w 767823"/>
                  <a:gd name="connsiteY511" fmla="*/ 532310 h 542910"/>
                  <a:gd name="connsiteX512" fmla="*/ 300577 w 767823"/>
                  <a:gd name="connsiteY512" fmla="*/ 543036 h 542910"/>
                  <a:gd name="connsiteX513" fmla="*/ 125384 w 767823"/>
                  <a:gd name="connsiteY513" fmla="*/ 543036 h 542910"/>
                  <a:gd name="connsiteX514" fmla="*/ 124490 w 767823"/>
                  <a:gd name="connsiteY514" fmla="*/ 533204 h 542910"/>
                  <a:gd name="connsiteX515" fmla="*/ 120803 w 767823"/>
                  <a:gd name="connsiteY515" fmla="*/ 528958 h 542910"/>
                  <a:gd name="connsiteX516" fmla="*/ 119127 w 767823"/>
                  <a:gd name="connsiteY516" fmla="*/ 528734 h 542910"/>
                  <a:gd name="connsiteX517" fmla="*/ 119073 w 767823"/>
                  <a:gd name="connsiteY517" fmla="*/ 526576 h 542910"/>
                  <a:gd name="connsiteX518" fmla="*/ 118792 w 767823"/>
                  <a:gd name="connsiteY518" fmla="*/ 516891 h 542910"/>
                  <a:gd name="connsiteX519" fmla="*/ 118708 w 767823"/>
                  <a:gd name="connsiteY519" fmla="*/ 513494 h 542910"/>
                  <a:gd name="connsiteX520" fmla="*/ 118603 w 767823"/>
                  <a:gd name="connsiteY520" fmla="*/ 510229 h 542910"/>
                  <a:gd name="connsiteX521" fmla="*/ 118518 w 767823"/>
                  <a:gd name="connsiteY521" fmla="*/ 507222 h 542910"/>
                  <a:gd name="connsiteX522" fmla="*/ 116446 w 767823"/>
                  <a:gd name="connsiteY522" fmla="*/ 501025 h 542910"/>
                  <a:gd name="connsiteX523" fmla="*/ 111976 w 767823"/>
                  <a:gd name="connsiteY523" fmla="*/ 500131 h 542910"/>
                  <a:gd name="connsiteX524" fmla="*/ 111909 w 767823"/>
                  <a:gd name="connsiteY524" fmla="*/ 497698 h 542910"/>
                  <a:gd name="connsiteX525" fmla="*/ 111644 w 767823"/>
                  <a:gd name="connsiteY525" fmla="*/ 488773 h 542910"/>
                  <a:gd name="connsiteX526" fmla="*/ 111532 w 767823"/>
                  <a:gd name="connsiteY526" fmla="*/ 484908 h 542910"/>
                  <a:gd name="connsiteX527" fmla="*/ 111365 w 767823"/>
                  <a:gd name="connsiteY527" fmla="*/ 479357 h 542910"/>
                  <a:gd name="connsiteX528" fmla="*/ 111266 w 767823"/>
                  <a:gd name="connsiteY528" fmla="*/ 475981 h 542910"/>
                  <a:gd name="connsiteX529" fmla="*/ 110189 w 767823"/>
                  <a:gd name="connsiteY529" fmla="*/ 471529 h 542910"/>
                  <a:gd name="connsiteX530" fmla="*/ 105720 w 767823"/>
                  <a:gd name="connsiteY530" fmla="*/ 470635 h 542910"/>
                  <a:gd name="connsiteX531" fmla="*/ 104826 w 767823"/>
                  <a:gd name="connsiteY531" fmla="*/ 442926 h 542910"/>
                  <a:gd name="connsiteX532" fmla="*/ 99463 w 767823"/>
                  <a:gd name="connsiteY532" fmla="*/ 442926 h 542910"/>
                  <a:gd name="connsiteX533" fmla="*/ 99409 w 767823"/>
                  <a:gd name="connsiteY533" fmla="*/ 440699 h 542910"/>
                  <a:gd name="connsiteX534" fmla="*/ 99127 w 767823"/>
                  <a:gd name="connsiteY534" fmla="*/ 430691 h 542910"/>
                  <a:gd name="connsiteX535" fmla="*/ 99044 w 767823"/>
                  <a:gd name="connsiteY535" fmla="*/ 427187 h 542910"/>
                  <a:gd name="connsiteX536" fmla="*/ 98939 w 767823"/>
                  <a:gd name="connsiteY536" fmla="*/ 423809 h 542910"/>
                  <a:gd name="connsiteX537" fmla="*/ 98854 w 767823"/>
                  <a:gd name="connsiteY537" fmla="*/ 420703 h 542910"/>
                  <a:gd name="connsiteX538" fmla="*/ 96781 w 767823"/>
                  <a:gd name="connsiteY538" fmla="*/ 413429 h 542910"/>
                  <a:gd name="connsiteX539" fmla="*/ 93206 w 767823"/>
                  <a:gd name="connsiteY539" fmla="*/ 412535 h 542910"/>
                  <a:gd name="connsiteX540" fmla="*/ 93138 w 767823"/>
                  <a:gd name="connsiteY540" fmla="*/ 410940 h 542910"/>
                  <a:gd name="connsiteX541" fmla="*/ 92815 w 767823"/>
                  <a:gd name="connsiteY541" fmla="*/ 403652 h 542910"/>
                  <a:gd name="connsiteX542" fmla="*/ 92708 w 767823"/>
                  <a:gd name="connsiteY542" fmla="*/ 401144 h 542910"/>
                  <a:gd name="connsiteX543" fmla="*/ 91418 w 767823"/>
                  <a:gd name="connsiteY543" fmla="*/ 385720 h 542910"/>
                  <a:gd name="connsiteX544" fmla="*/ 86055 w 767823"/>
                  <a:gd name="connsiteY544" fmla="*/ 383932 h 542910"/>
                  <a:gd name="connsiteX545" fmla="*/ 85987 w 767823"/>
                  <a:gd name="connsiteY545" fmla="*/ 381499 h 542910"/>
                  <a:gd name="connsiteX546" fmla="*/ 85722 w 767823"/>
                  <a:gd name="connsiteY546" fmla="*/ 372574 h 542910"/>
                  <a:gd name="connsiteX547" fmla="*/ 85611 w 767823"/>
                  <a:gd name="connsiteY547" fmla="*/ 368708 h 542910"/>
                  <a:gd name="connsiteX548" fmla="*/ 85444 w 767823"/>
                  <a:gd name="connsiteY548" fmla="*/ 363157 h 542910"/>
                  <a:gd name="connsiteX549" fmla="*/ 85345 w 767823"/>
                  <a:gd name="connsiteY549" fmla="*/ 359781 h 542910"/>
                  <a:gd name="connsiteX550" fmla="*/ 84267 w 767823"/>
                  <a:gd name="connsiteY550" fmla="*/ 355329 h 542910"/>
                  <a:gd name="connsiteX551" fmla="*/ 79798 w 767823"/>
                  <a:gd name="connsiteY551" fmla="*/ 354435 h 542910"/>
                  <a:gd name="connsiteX552" fmla="*/ 78904 w 767823"/>
                  <a:gd name="connsiteY552" fmla="*/ 326726 h 542910"/>
                  <a:gd name="connsiteX553" fmla="*/ 73541 w 767823"/>
                  <a:gd name="connsiteY553" fmla="*/ 326726 h 542910"/>
                  <a:gd name="connsiteX554" fmla="*/ 73488 w 767823"/>
                  <a:gd name="connsiteY554" fmla="*/ 324500 h 542910"/>
                  <a:gd name="connsiteX555" fmla="*/ 73206 w 767823"/>
                  <a:gd name="connsiteY555" fmla="*/ 314492 h 542910"/>
                  <a:gd name="connsiteX556" fmla="*/ 73122 w 767823"/>
                  <a:gd name="connsiteY556" fmla="*/ 310988 h 542910"/>
                  <a:gd name="connsiteX557" fmla="*/ 73018 w 767823"/>
                  <a:gd name="connsiteY557" fmla="*/ 307610 h 542910"/>
                  <a:gd name="connsiteX558" fmla="*/ 72932 w 767823"/>
                  <a:gd name="connsiteY558" fmla="*/ 304503 h 542910"/>
                  <a:gd name="connsiteX559" fmla="*/ 70860 w 767823"/>
                  <a:gd name="connsiteY559" fmla="*/ 297229 h 542910"/>
                  <a:gd name="connsiteX560" fmla="*/ 67284 w 767823"/>
                  <a:gd name="connsiteY560" fmla="*/ 296336 h 542910"/>
                  <a:gd name="connsiteX561" fmla="*/ 66366 w 767823"/>
                  <a:gd name="connsiteY561" fmla="*/ 289838 h 542910"/>
                  <a:gd name="connsiteX562" fmla="*/ 66399 w 767823"/>
                  <a:gd name="connsiteY562" fmla="*/ 286983 h 542910"/>
                  <a:gd name="connsiteX563" fmla="*/ 66504 w 767823"/>
                  <a:gd name="connsiteY563" fmla="*/ 281027 h 542910"/>
                  <a:gd name="connsiteX564" fmla="*/ 66534 w 767823"/>
                  <a:gd name="connsiteY564" fmla="*/ 278162 h 542910"/>
                  <a:gd name="connsiteX565" fmla="*/ 66579 w 767823"/>
                  <a:gd name="connsiteY565" fmla="*/ 275544 h 542910"/>
                  <a:gd name="connsiteX566" fmla="*/ 64603 w 767823"/>
                  <a:gd name="connsiteY566" fmla="*/ 268627 h 542910"/>
                  <a:gd name="connsiteX567" fmla="*/ 60134 w 767823"/>
                  <a:gd name="connsiteY567" fmla="*/ 268627 h 542910"/>
                  <a:gd name="connsiteX568" fmla="*/ 60066 w 767823"/>
                  <a:gd name="connsiteY568" fmla="*/ 266111 h 542910"/>
                  <a:gd name="connsiteX569" fmla="*/ 59801 w 767823"/>
                  <a:gd name="connsiteY569" fmla="*/ 256886 h 542910"/>
                  <a:gd name="connsiteX570" fmla="*/ 59689 w 767823"/>
                  <a:gd name="connsiteY570" fmla="*/ 252891 h 542910"/>
                  <a:gd name="connsiteX571" fmla="*/ 59523 w 767823"/>
                  <a:gd name="connsiteY571" fmla="*/ 247153 h 542910"/>
                  <a:gd name="connsiteX572" fmla="*/ 59423 w 767823"/>
                  <a:gd name="connsiteY572" fmla="*/ 243664 h 542910"/>
                  <a:gd name="connsiteX573" fmla="*/ 58346 w 767823"/>
                  <a:gd name="connsiteY573" fmla="*/ 239130 h 542910"/>
                  <a:gd name="connsiteX574" fmla="*/ 53877 w 767823"/>
                  <a:gd name="connsiteY574" fmla="*/ 239130 h 542910"/>
                  <a:gd name="connsiteX575" fmla="*/ 53823 w 767823"/>
                  <a:gd name="connsiteY575" fmla="*/ 236697 h 542910"/>
                  <a:gd name="connsiteX576" fmla="*/ 53593 w 767823"/>
                  <a:gd name="connsiteY576" fmla="*/ 227771 h 542910"/>
                  <a:gd name="connsiteX577" fmla="*/ 53500 w 767823"/>
                  <a:gd name="connsiteY577" fmla="*/ 223906 h 542910"/>
                  <a:gd name="connsiteX578" fmla="*/ 53353 w 767823"/>
                  <a:gd name="connsiteY578" fmla="*/ 218355 h 542910"/>
                  <a:gd name="connsiteX579" fmla="*/ 53268 w 767823"/>
                  <a:gd name="connsiteY579" fmla="*/ 214979 h 542910"/>
                  <a:gd name="connsiteX580" fmla="*/ 51195 w 767823"/>
                  <a:gd name="connsiteY580" fmla="*/ 210527 h 542910"/>
                  <a:gd name="connsiteX581" fmla="*/ 47620 w 767823"/>
                  <a:gd name="connsiteY581" fmla="*/ 210527 h 542910"/>
                  <a:gd name="connsiteX582" fmla="*/ 47566 w 767823"/>
                  <a:gd name="connsiteY582" fmla="*/ 208493 h 542910"/>
                  <a:gd name="connsiteX583" fmla="*/ 47285 w 767823"/>
                  <a:gd name="connsiteY583" fmla="*/ 199298 h 542910"/>
                  <a:gd name="connsiteX584" fmla="*/ 47201 w 767823"/>
                  <a:gd name="connsiteY584" fmla="*/ 196098 h 542910"/>
                  <a:gd name="connsiteX585" fmla="*/ 44938 w 767823"/>
                  <a:gd name="connsiteY585" fmla="*/ 181030 h 542910"/>
                  <a:gd name="connsiteX586" fmla="*/ 40469 w 767823"/>
                  <a:gd name="connsiteY586" fmla="*/ 179242 h 542910"/>
                  <a:gd name="connsiteX587" fmla="*/ 40497 w 767823"/>
                  <a:gd name="connsiteY587" fmla="*/ 177248 h 542910"/>
                  <a:gd name="connsiteX588" fmla="*/ 40581 w 767823"/>
                  <a:gd name="connsiteY588" fmla="*/ 168293 h 542910"/>
                  <a:gd name="connsiteX589" fmla="*/ 40626 w 767823"/>
                  <a:gd name="connsiteY589" fmla="*/ 165154 h 542910"/>
                  <a:gd name="connsiteX590" fmla="*/ 40644 w 767823"/>
                  <a:gd name="connsiteY590" fmla="*/ 162134 h 542910"/>
                  <a:gd name="connsiteX591" fmla="*/ 40672 w 767823"/>
                  <a:gd name="connsiteY591" fmla="*/ 159354 h 542910"/>
                  <a:gd name="connsiteX592" fmla="*/ 38681 w 767823"/>
                  <a:gd name="connsiteY592" fmla="*/ 153321 h 542910"/>
                  <a:gd name="connsiteX593" fmla="*/ 34212 w 767823"/>
                  <a:gd name="connsiteY593" fmla="*/ 153321 h 542910"/>
                  <a:gd name="connsiteX594" fmla="*/ 34159 w 767823"/>
                  <a:gd name="connsiteY594" fmla="*/ 150984 h 542910"/>
                  <a:gd name="connsiteX595" fmla="*/ 33929 w 767823"/>
                  <a:gd name="connsiteY595" fmla="*/ 142393 h 542910"/>
                  <a:gd name="connsiteX596" fmla="*/ 33835 w 767823"/>
                  <a:gd name="connsiteY596" fmla="*/ 138677 h 542910"/>
                  <a:gd name="connsiteX597" fmla="*/ 33688 w 767823"/>
                  <a:gd name="connsiteY597" fmla="*/ 133332 h 542910"/>
                  <a:gd name="connsiteX598" fmla="*/ 33603 w 767823"/>
                  <a:gd name="connsiteY598" fmla="*/ 130083 h 542910"/>
                  <a:gd name="connsiteX599" fmla="*/ 31531 w 767823"/>
                  <a:gd name="connsiteY599" fmla="*/ 124718 h 542910"/>
                  <a:gd name="connsiteX600" fmla="*/ 27955 w 767823"/>
                  <a:gd name="connsiteY600" fmla="*/ 124718 h 542910"/>
                  <a:gd name="connsiteX601" fmla="*/ 27061 w 767823"/>
                  <a:gd name="connsiteY601" fmla="*/ 95221 h 542910"/>
                  <a:gd name="connsiteX602" fmla="*/ 21698 w 767823"/>
                  <a:gd name="connsiteY602" fmla="*/ 94327 h 542910"/>
                  <a:gd name="connsiteX603" fmla="*/ 21534 w 767823"/>
                  <a:gd name="connsiteY603" fmla="*/ 90927 h 542910"/>
                  <a:gd name="connsiteX604" fmla="*/ 20919 w 767823"/>
                  <a:gd name="connsiteY604" fmla="*/ 79427 h 542910"/>
                  <a:gd name="connsiteX605" fmla="*/ 20672 w 767823"/>
                  <a:gd name="connsiteY605" fmla="*/ 74289 h 542910"/>
                  <a:gd name="connsiteX606" fmla="*/ 19911 w 767823"/>
                  <a:gd name="connsiteY606" fmla="*/ 68406 h 542910"/>
                  <a:gd name="connsiteX607" fmla="*/ 16335 w 767823"/>
                  <a:gd name="connsiteY607" fmla="*/ 66618 h 542910"/>
                  <a:gd name="connsiteX608" fmla="*/ 14548 w 767823"/>
                  <a:gd name="connsiteY608" fmla="*/ 65724 h 542910"/>
                  <a:gd name="connsiteX609" fmla="*/ 13654 w 767823"/>
                  <a:gd name="connsiteY609" fmla="*/ 38015 h 542910"/>
                  <a:gd name="connsiteX610" fmla="*/ 8291 w 767823"/>
                  <a:gd name="connsiteY610" fmla="*/ 37122 h 542910"/>
                  <a:gd name="connsiteX611" fmla="*/ 8265 w 767823"/>
                  <a:gd name="connsiteY611" fmla="*/ 34881 h 542910"/>
                  <a:gd name="connsiteX612" fmla="*/ 8067 w 767823"/>
                  <a:gd name="connsiteY612" fmla="*/ 24831 h 542910"/>
                  <a:gd name="connsiteX613" fmla="*/ 8029 w 767823"/>
                  <a:gd name="connsiteY613" fmla="*/ 21305 h 542910"/>
                  <a:gd name="connsiteX614" fmla="*/ 7942 w 767823"/>
                  <a:gd name="connsiteY614" fmla="*/ 17918 h 542910"/>
                  <a:gd name="connsiteX615" fmla="*/ 7885 w 767823"/>
                  <a:gd name="connsiteY615" fmla="*/ 14797 h 542910"/>
                  <a:gd name="connsiteX616" fmla="*/ 3822 w 767823"/>
                  <a:gd name="connsiteY616" fmla="*/ 8519 h 542910"/>
                  <a:gd name="connsiteX617" fmla="*/ 2034 w 767823"/>
                  <a:gd name="connsiteY617" fmla="*/ 9412 h 542910"/>
                  <a:gd name="connsiteX618" fmla="*/ 2034 w 767823"/>
                  <a:gd name="connsiteY618" fmla="*/ 3156 h 542910"/>
                  <a:gd name="connsiteX619" fmla="*/ 16264 w 767823"/>
                  <a:gd name="connsiteY619" fmla="*/ 140 h 54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Lst>
                <a:rect l="l" t="t" r="r" b="b"/>
                <a:pathLst>
                  <a:path w="767823" h="542910">
                    <a:moveTo>
                      <a:pt x="16264" y="140"/>
                    </a:moveTo>
                    <a:cubicBezTo>
                      <a:pt x="16939" y="136"/>
                      <a:pt x="17615" y="132"/>
                      <a:pt x="18310" y="129"/>
                    </a:cubicBezTo>
                    <a:cubicBezTo>
                      <a:pt x="20553" y="120"/>
                      <a:pt x="22795" y="131"/>
                      <a:pt x="25037" y="141"/>
                    </a:cubicBezTo>
                    <a:cubicBezTo>
                      <a:pt x="26653" y="139"/>
                      <a:pt x="28268" y="136"/>
                      <a:pt x="29884" y="131"/>
                    </a:cubicBezTo>
                    <a:cubicBezTo>
                      <a:pt x="34257" y="123"/>
                      <a:pt x="38630" y="131"/>
                      <a:pt x="43003" y="143"/>
                    </a:cubicBezTo>
                    <a:cubicBezTo>
                      <a:pt x="47582" y="153"/>
                      <a:pt x="52161" y="150"/>
                      <a:pt x="56740" y="148"/>
                    </a:cubicBezTo>
                    <a:cubicBezTo>
                      <a:pt x="64425" y="147"/>
                      <a:pt x="72110" y="157"/>
                      <a:pt x="79796" y="174"/>
                    </a:cubicBezTo>
                    <a:cubicBezTo>
                      <a:pt x="88683" y="192"/>
                      <a:pt x="97570" y="196"/>
                      <a:pt x="106458" y="190"/>
                    </a:cubicBezTo>
                    <a:cubicBezTo>
                      <a:pt x="115010" y="185"/>
                      <a:pt x="123563" y="190"/>
                      <a:pt x="132115" y="200"/>
                    </a:cubicBezTo>
                    <a:cubicBezTo>
                      <a:pt x="135755" y="204"/>
                      <a:pt x="139394" y="205"/>
                      <a:pt x="143033" y="203"/>
                    </a:cubicBezTo>
                    <a:cubicBezTo>
                      <a:pt x="147315" y="201"/>
                      <a:pt x="151597" y="209"/>
                      <a:pt x="155878" y="223"/>
                    </a:cubicBezTo>
                    <a:cubicBezTo>
                      <a:pt x="157451" y="227"/>
                      <a:pt x="159023" y="227"/>
                      <a:pt x="160596" y="225"/>
                    </a:cubicBezTo>
                    <a:cubicBezTo>
                      <a:pt x="162739" y="222"/>
                      <a:pt x="164882" y="230"/>
                      <a:pt x="167026" y="241"/>
                    </a:cubicBezTo>
                    <a:cubicBezTo>
                      <a:pt x="167963" y="236"/>
                      <a:pt x="167963" y="236"/>
                      <a:pt x="168919" y="231"/>
                    </a:cubicBezTo>
                    <a:cubicBezTo>
                      <a:pt x="172137" y="260"/>
                      <a:pt x="174487" y="508"/>
                      <a:pt x="177227" y="2262"/>
                    </a:cubicBezTo>
                    <a:cubicBezTo>
                      <a:pt x="177245" y="2920"/>
                      <a:pt x="177262" y="3578"/>
                      <a:pt x="177281" y="4256"/>
                    </a:cubicBezTo>
                    <a:cubicBezTo>
                      <a:pt x="177366" y="7242"/>
                      <a:pt x="177464" y="10226"/>
                      <a:pt x="177562" y="13211"/>
                    </a:cubicBezTo>
                    <a:cubicBezTo>
                      <a:pt x="177604" y="14765"/>
                      <a:pt x="177604" y="14765"/>
                      <a:pt x="177646" y="16350"/>
                    </a:cubicBezTo>
                    <a:cubicBezTo>
                      <a:pt x="177680" y="17347"/>
                      <a:pt x="177715" y="18344"/>
                      <a:pt x="177751" y="19370"/>
                    </a:cubicBezTo>
                    <a:cubicBezTo>
                      <a:pt x="177779" y="20288"/>
                      <a:pt x="177807" y="21205"/>
                      <a:pt x="177836" y="22151"/>
                    </a:cubicBezTo>
                    <a:cubicBezTo>
                      <a:pt x="178117" y="24580"/>
                      <a:pt x="178666" y="26100"/>
                      <a:pt x="179908" y="28183"/>
                    </a:cubicBezTo>
                    <a:cubicBezTo>
                      <a:pt x="181088" y="28183"/>
                      <a:pt x="182268" y="28183"/>
                      <a:pt x="183484" y="28183"/>
                    </a:cubicBezTo>
                    <a:cubicBezTo>
                      <a:pt x="183506" y="29121"/>
                      <a:pt x="183529" y="30060"/>
                      <a:pt x="183552" y="31027"/>
                    </a:cubicBezTo>
                    <a:cubicBezTo>
                      <a:pt x="183636" y="34502"/>
                      <a:pt x="183725" y="37976"/>
                      <a:pt x="183817" y="41451"/>
                    </a:cubicBezTo>
                    <a:cubicBezTo>
                      <a:pt x="183855" y="42956"/>
                      <a:pt x="183893" y="44461"/>
                      <a:pt x="183928" y="45967"/>
                    </a:cubicBezTo>
                    <a:cubicBezTo>
                      <a:pt x="183980" y="48128"/>
                      <a:pt x="184037" y="50289"/>
                      <a:pt x="184095" y="52450"/>
                    </a:cubicBezTo>
                    <a:cubicBezTo>
                      <a:pt x="184117" y="53462"/>
                      <a:pt x="184117" y="53462"/>
                      <a:pt x="184140" y="54495"/>
                    </a:cubicBezTo>
                    <a:cubicBezTo>
                      <a:pt x="184177" y="57990"/>
                      <a:pt x="184177" y="57990"/>
                      <a:pt x="185271" y="61255"/>
                    </a:cubicBezTo>
                    <a:cubicBezTo>
                      <a:pt x="187530" y="61841"/>
                      <a:pt x="187530" y="61841"/>
                      <a:pt x="189741" y="62149"/>
                    </a:cubicBezTo>
                    <a:cubicBezTo>
                      <a:pt x="189758" y="63029"/>
                      <a:pt x="189776" y="63908"/>
                      <a:pt x="189794" y="64814"/>
                    </a:cubicBezTo>
                    <a:cubicBezTo>
                      <a:pt x="189862" y="68078"/>
                      <a:pt x="189942" y="71341"/>
                      <a:pt x="190024" y="74604"/>
                    </a:cubicBezTo>
                    <a:cubicBezTo>
                      <a:pt x="190059" y="76016"/>
                      <a:pt x="190090" y="77429"/>
                      <a:pt x="190118" y="78841"/>
                    </a:cubicBezTo>
                    <a:cubicBezTo>
                      <a:pt x="190159" y="80872"/>
                      <a:pt x="190210" y="82901"/>
                      <a:pt x="190264" y="84932"/>
                    </a:cubicBezTo>
                    <a:cubicBezTo>
                      <a:pt x="190280" y="85879"/>
                      <a:pt x="190280" y="85879"/>
                      <a:pt x="190296" y="86845"/>
                    </a:cubicBezTo>
                    <a:cubicBezTo>
                      <a:pt x="190394" y="90106"/>
                      <a:pt x="190564" y="91541"/>
                      <a:pt x="192422" y="94327"/>
                    </a:cubicBezTo>
                    <a:cubicBezTo>
                      <a:pt x="194703" y="95404"/>
                      <a:pt x="194703" y="95404"/>
                      <a:pt x="196891" y="96115"/>
                    </a:cubicBezTo>
                    <a:cubicBezTo>
                      <a:pt x="196914" y="97026"/>
                      <a:pt x="196936" y="97938"/>
                      <a:pt x="196959" y="98876"/>
                    </a:cubicBezTo>
                    <a:cubicBezTo>
                      <a:pt x="197043" y="102251"/>
                      <a:pt x="197133" y="105626"/>
                      <a:pt x="197224" y="109001"/>
                    </a:cubicBezTo>
                    <a:cubicBezTo>
                      <a:pt x="197263" y="110463"/>
                      <a:pt x="197300" y="111925"/>
                      <a:pt x="197336" y="113387"/>
                    </a:cubicBezTo>
                    <a:cubicBezTo>
                      <a:pt x="197387" y="115486"/>
                      <a:pt x="197444" y="117584"/>
                      <a:pt x="197502" y="119683"/>
                    </a:cubicBezTo>
                    <a:cubicBezTo>
                      <a:pt x="197525" y="120666"/>
                      <a:pt x="197525" y="120666"/>
                      <a:pt x="197548" y="121670"/>
                    </a:cubicBezTo>
                    <a:cubicBezTo>
                      <a:pt x="197594" y="125095"/>
                      <a:pt x="197594" y="125095"/>
                      <a:pt x="198679" y="128293"/>
                    </a:cubicBezTo>
                    <a:cubicBezTo>
                      <a:pt x="200154" y="128293"/>
                      <a:pt x="201629" y="128293"/>
                      <a:pt x="203148" y="128293"/>
                    </a:cubicBezTo>
                    <a:cubicBezTo>
                      <a:pt x="203171" y="129254"/>
                      <a:pt x="203193" y="130215"/>
                      <a:pt x="203216" y="131205"/>
                    </a:cubicBezTo>
                    <a:cubicBezTo>
                      <a:pt x="203300" y="134768"/>
                      <a:pt x="203390" y="138331"/>
                      <a:pt x="203481" y="141894"/>
                    </a:cubicBezTo>
                    <a:cubicBezTo>
                      <a:pt x="203520" y="143436"/>
                      <a:pt x="203557" y="144979"/>
                      <a:pt x="203593" y="146521"/>
                    </a:cubicBezTo>
                    <a:cubicBezTo>
                      <a:pt x="203644" y="148738"/>
                      <a:pt x="203701" y="150954"/>
                      <a:pt x="203759" y="153171"/>
                    </a:cubicBezTo>
                    <a:cubicBezTo>
                      <a:pt x="203774" y="153861"/>
                      <a:pt x="203789" y="154551"/>
                      <a:pt x="203805" y="155262"/>
                    </a:cubicBezTo>
                    <a:cubicBezTo>
                      <a:pt x="203883" y="158105"/>
                      <a:pt x="204031" y="160438"/>
                      <a:pt x="204936" y="163153"/>
                    </a:cubicBezTo>
                    <a:cubicBezTo>
                      <a:pt x="206411" y="163448"/>
                      <a:pt x="207886" y="163743"/>
                      <a:pt x="209405" y="164047"/>
                    </a:cubicBezTo>
                    <a:cubicBezTo>
                      <a:pt x="209423" y="164981"/>
                      <a:pt x="209441" y="165914"/>
                      <a:pt x="209459" y="166876"/>
                    </a:cubicBezTo>
                    <a:cubicBezTo>
                      <a:pt x="209527" y="170340"/>
                      <a:pt x="209606" y="173803"/>
                      <a:pt x="209689" y="177266"/>
                    </a:cubicBezTo>
                    <a:cubicBezTo>
                      <a:pt x="209723" y="178765"/>
                      <a:pt x="209754" y="180264"/>
                      <a:pt x="209782" y="181763"/>
                    </a:cubicBezTo>
                    <a:cubicBezTo>
                      <a:pt x="209823" y="183918"/>
                      <a:pt x="209875" y="186072"/>
                      <a:pt x="209929" y="188226"/>
                    </a:cubicBezTo>
                    <a:cubicBezTo>
                      <a:pt x="209944" y="189232"/>
                      <a:pt x="209944" y="189232"/>
                      <a:pt x="209960" y="190258"/>
                    </a:cubicBezTo>
                    <a:cubicBezTo>
                      <a:pt x="210055" y="193599"/>
                      <a:pt x="210188" y="195165"/>
                      <a:pt x="212087" y="198013"/>
                    </a:cubicBezTo>
                    <a:cubicBezTo>
                      <a:pt x="213267" y="198013"/>
                      <a:pt x="214446" y="198013"/>
                      <a:pt x="215662" y="198013"/>
                    </a:cubicBezTo>
                    <a:cubicBezTo>
                      <a:pt x="216339" y="201594"/>
                      <a:pt x="216648" y="204927"/>
                      <a:pt x="216580" y="208568"/>
                    </a:cubicBezTo>
                    <a:cubicBezTo>
                      <a:pt x="216569" y="209531"/>
                      <a:pt x="216558" y="210493"/>
                      <a:pt x="216547" y="211485"/>
                    </a:cubicBezTo>
                    <a:cubicBezTo>
                      <a:pt x="216516" y="213487"/>
                      <a:pt x="216481" y="215489"/>
                      <a:pt x="216442" y="217491"/>
                    </a:cubicBezTo>
                    <a:cubicBezTo>
                      <a:pt x="216390" y="222695"/>
                      <a:pt x="216544" y="227075"/>
                      <a:pt x="218344" y="231979"/>
                    </a:cubicBezTo>
                    <a:cubicBezTo>
                      <a:pt x="219818" y="232274"/>
                      <a:pt x="221293" y="232569"/>
                      <a:pt x="222813" y="232873"/>
                    </a:cubicBezTo>
                    <a:cubicBezTo>
                      <a:pt x="222821" y="233778"/>
                      <a:pt x="222830" y="234684"/>
                      <a:pt x="222838" y="235617"/>
                    </a:cubicBezTo>
                    <a:cubicBezTo>
                      <a:pt x="222874" y="239011"/>
                      <a:pt x="222933" y="242404"/>
                      <a:pt x="222998" y="245797"/>
                    </a:cubicBezTo>
                    <a:cubicBezTo>
                      <a:pt x="223023" y="247259"/>
                      <a:pt x="223042" y="248722"/>
                      <a:pt x="223055" y="250184"/>
                    </a:cubicBezTo>
                    <a:cubicBezTo>
                      <a:pt x="222957" y="260800"/>
                      <a:pt x="222957" y="260800"/>
                      <a:pt x="226458" y="270655"/>
                    </a:cubicBezTo>
                    <a:cubicBezTo>
                      <a:pt x="227799" y="273173"/>
                      <a:pt x="227936" y="275643"/>
                      <a:pt x="228176" y="278459"/>
                    </a:cubicBezTo>
                    <a:cubicBezTo>
                      <a:pt x="228978" y="275716"/>
                      <a:pt x="229174" y="273281"/>
                      <a:pt x="229157" y="270428"/>
                    </a:cubicBezTo>
                    <a:cubicBezTo>
                      <a:pt x="229154" y="269593"/>
                      <a:pt x="229151" y="268757"/>
                      <a:pt x="229148" y="267897"/>
                    </a:cubicBezTo>
                    <a:cubicBezTo>
                      <a:pt x="229141" y="267031"/>
                      <a:pt x="229133" y="266166"/>
                      <a:pt x="229126" y="265275"/>
                    </a:cubicBezTo>
                    <a:cubicBezTo>
                      <a:pt x="229120" y="263956"/>
                      <a:pt x="229120" y="263956"/>
                      <a:pt x="229113" y="262611"/>
                    </a:cubicBezTo>
                    <a:cubicBezTo>
                      <a:pt x="229103" y="260445"/>
                      <a:pt x="229088" y="258279"/>
                      <a:pt x="229070" y="256113"/>
                    </a:cubicBezTo>
                    <a:cubicBezTo>
                      <a:pt x="230545" y="256113"/>
                      <a:pt x="232019" y="256113"/>
                      <a:pt x="233539" y="256113"/>
                    </a:cubicBezTo>
                    <a:cubicBezTo>
                      <a:pt x="235941" y="252580"/>
                      <a:pt x="235496" y="248973"/>
                      <a:pt x="235382" y="244884"/>
                    </a:cubicBezTo>
                    <a:cubicBezTo>
                      <a:pt x="235219" y="237665"/>
                      <a:pt x="235219" y="237665"/>
                      <a:pt x="236220" y="234661"/>
                    </a:cubicBezTo>
                    <a:cubicBezTo>
                      <a:pt x="237710" y="234065"/>
                      <a:pt x="239200" y="233469"/>
                      <a:pt x="240690" y="232873"/>
                    </a:cubicBezTo>
                    <a:cubicBezTo>
                      <a:pt x="241560" y="230263"/>
                      <a:pt x="241756" y="228355"/>
                      <a:pt x="241866" y="225628"/>
                    </a:cubicBezTo>
                    <a:cubicBezTo>
                      <a:pt x="241904" y="224749"/>
                      <a:pt x="241941" y="223871"/>
                      <a:pt x="241980" y="222966"/>
                    </a:cubicBezTo>
                    <a:cubicBezTo>
                      <a:pt x="242015" y="222050"/>
                      <a:pt x="242050" y="221135"/>
                      <a:pt x="242086" y="220191"/>
                    </a:cubicBezTo>
                    <a:cubicBezTo>
                      <a:pt x="242125" y="219266"/>
                      <a:pt x="242163" y="218340"/>
                      <a:pt x="242203" y="217386"/>
                    </a:cubicBezTo>
                    <a:cubicBezTo>
                      <a:pt x="242298" y="215100"/>
                      <a:pt x="242389" y="212813"/>
                      <a:pt x="242477" y="210527"/>
                    </a:cubicBezTo>
                    <a:cubicBezTo>
                      <a:pt x="244247" y="209937"/>
                      <a:pt x="246017" y="209347"/>
                      <a:pt x="247840" y="208739"/>
                    </a:cubicBezTo>
                    <a:cubicBezTo>
                      <a:pt x="248135" y="201660"/>
                      <a:pt x="248430" y="194581"/>
                      <a:pt x="248734" y="187287"/>
                    </a:cubicBezTo>
                    <a:cubicBezTo>
                      <a:pt x="250209" y="186992"/>
                      <a:pt x="251684" y="186697"/>
                      <a:pt x="253203" y="186393"/>
                    </a:cubicBezTo>
                    <a:cubicBezTo>
                      <a:pt x="254328" y="184143"/>
                      <a:pt x="254283" y="182449"/>
                      <a:pt x="254380" y="179934"/>
                    </a:cubicBezTo>
                    <a:cubicBezTo>
                      <a:pt x="254418" y="179012"/>
                      <a:pt x="254455" y="178090"/>
                      <a:pt x="254494" y="177140"/>
                    </a:cubicBezTo>
                    <a:cubicBezTo>
                      <a:pt x="254546" y="175692"/>
                      <a:pt x="254546" y="175692"/>
                      <a:pt x="254600" y="174214"/>
                    </a:cubicBezTo>
                    <a:cubicBezTo>
                      <a:pt x="254639" y="173242"/>
                      <a:pt x="254677" y="172270"/>
                      <a:pt x="254717" y="171268"/>
                    </a:cubicBezTo>
                    <a:cubicBezTo>
                      <a:pt x="254812" y="168861"/>
                      <a:pt x="254903" y="166454"/>
                      <a:pt x="254991" y="164047"/>
                    </a:cubicBezTo>
                    <a:cubicBezTo>
                      <a:pt x="256761" y="163457"/>
                      <a:pt x="258531" y="162867"/>
                      <a:pt x="260354" y="162259"/>
                    </a:cubicBezTo>
                    <a:cubicBezTo>
                      <a:pt x="261136" y="157362"/>
                      <a:pt x="261507" y="152518"/>
                      <a:pt x="261751" y="147567"/>
                    </a:cubicBezTo>
                    <a:cubicBezTo>
                      <a:pt x="261789" y="146828"/>
                      <a:pt x="261828" y="146089"/>
                      <a:pt x="261868" y="145327"/>
                    </a:cubicBezTo>
                    <a:cubicBezTo>
                      <a:pt x="261962" y="143523"/>
                      <a:pt x="262052" y="141718"/>
                      <a:pt x="262142" y="139913"/>
                    </a:cubicBezTo>
                    <a:cubicBezTo>
                      <a:pt x="262861" y="139803"/>
                      <a:pt x="263580" y="139692"/>
                      <a:pt x="264321" y="139578"/>
                    </a:cubicBezTo>
                    <a:cubicBezTo>
                      <a:pt x="265076" y="139394"/>
                      <a:pt x="265832" y="139209"/>
                      <a:pt x="266611" y="139019"/>
                    </a:cubicBezTo>
                    <a:cubicBezTo>
                      <a:pt x="267686" y="136869"/>
                      <a:pt x="267686" y="135351"/>
                      <a:pt x="267788" y="132951"/>
                    </a:cubicBezTo>
                    <a:cubicBezTo>
                      <a:pt x="267825" y="132110"/>
                      <a:pt x="267863" y="131269"/>
                      <a:pt x="267901" y="130402"/>
                    </a:cubicBezTo>
                    <a:cubicBezTo>
                      <a:pt x="267954" y="129082"/>
                      <a:pt x="267954" y="129082"/>
                      <a:pt x="268008" y="127735"/>
                    </a:cubicBezTo>
                    <a:cubicBezTo>
                      <a:pt x="268046" y="126848"/>
                      <a:pt x="268085" y="125960"/>
                      <a:pt x="268125" y="125046"/>
                    </a:cubicBezTo>
                    <a:cubicBezTo>
                      <a:pt x="268220" y="122851"/>
                      <a:pt x="268311" y="120656"/>
                      <a:pt x="268399" y="118461"/>
                    </a:cubicBezTo>
                    <a:cubicBezTo>
                      <a:pt x="269118" y="118351"/>
                      <a:pt x="269837" y="118240"/>
                      <a:pt x="270577" y="118126"/>
                    </a:cubicBezTo>
                    <a:cubicBezTo>
                      <a:pt x="271333" y="117942"/>
                      <a:pt x="272089" y="117757"/>
                      <a:pt x="272868" y="117567"/>
                    </a:cubicBezTo>
                    <a:cubicBezTo>
                      <a:pt x="274017" y="115268"/>
                      <a:pt x="273950" y="113483"/>
                      <a:pt x="274045" y="110912"/>
                    </a:cubicBezTo>
                    <a:cubicBezTo>
                      <a:pt x="274082" y="109950"/>
                      <a:pt x="274120" y="108988"/>
                      <a:pt x="274158" y="107997"/>
                    </a:cubicBezTo>
                    <a:cubicBezTo>
                      <a:pt x="274211" y="106485"/>
                      <a:pt x="274211" y="106485"/>
                      <a:pt x="274265" y="104942"/>
                    </a:cubicBezTo>
                    <a:cubicBezTo>
                      <a:pt x="274303" y="103927"/>
                      <a:pt x="274342" y="102912"/>
                      <a:pt x="274382" y="101866"/>
                    </a:cubicBezTo>
                    <a:cubicBezTo>
                      <a:pt x="274477" y="99353"/>
                      <a:pt x="274568" y="96840"/>
                      <a:pt x="274656" y="94327"/>
                    </a:cubicBezTo>
                    <a:cubicBezTo>
                      <a:pt x="276425" y="94327"/>
                      <a:pt x="278195" y="94327"/>
                      <a:pt x="280019" y="94327"/>
                    </a:cubicBezTo>
                    <a:cubicBezTo>
                      <a:pt x="280945" y="88769"/>
                      <a:pt x="280963" y="83373"/>
                      <a:pt x="280801" y="77756"/>
                    </a:cubicBezTo>
                    <a:cubicBezTo>
                      <a:pt x="280773" y="76129"/>
                      <a:pt x="280836" y="74501"/>
                      <a:pt x="280913" y="72875"/>
                    </a:cubicBezTo>
                    <a:cubicBezTo>
                      <a:pt x="282700" y="71088"/>
                      <a:pt x="282700" y="71088"/>
                      <a:pt x="286276" y="71088"/>
                    </a:cubicBezTo>
                    <a:cubicBezTo>
                      <a:pt x="287279" y="66079"/>
                      <a:pt x="287462" y="61093"/>
                      <a:pt x="287672" y="56004"/>
                    </a:cubicBezTo>
                    <a:cubicBezTo>
                      <a:pt x="287711" y="55133"/>
                      <a:pt x="287749" y="54262"/>
                      <a:pt x="287789" y="53364"/>
                    </a:cubicBezTo>
                    <a:cubicBezTo>
                      <a:pt x="287883" y="51228"/>
                      <a:pt x="287975" y="49091"/>
                      <a:pt x="288063" y="46954"/>
                    </a:cubicBezTo>
                    <a:cubicBezTo>
                      <a:pt x="289538" y="46659"/>
                      <a:pt x="291013" y="46364"/>
                      <a:pt x="292532" y="46060"/>
                    </a:cubicBezTo>
                    <a:cubicBezTo>
                      <a:pt x="293402" y="43450"/>
                      <a:pt x="293599" y="41542"/>
                      <a:pt x="293709" y="38815"/>
                    </a:cubicBezTo>
                    <a:cubicBezTo>
                      <a:pt x="293747" y="37936"/>
                      <a:pt x="293784" y="37058"/>
                      <a:pt x="293823" y="36153"/>
                    </a:cubicBezTo>
                    <a:cubicBezTo>
                      <a:pt x="293875" y="34779"/>
                      <a:pt x="293875" y="34779"/>
                      <a:pt x="293929" y="33379"/>
                    </a:cubicBezTo>
                    <a:cubicBezTo>
                      <a:pt x="293968" y="32453"/>
                      <a:pt x="294006" y="31527"/>
                      <a:pt x="294046" y="30573"/>
                    </a:cubicBezTo>
                    <a:cubicBezTo>
                      <a:pt x="294141" y="28287"/>
                      <a:pt x="294232" y="26000"/>
                      <a:pt x="294320" y="23714"/>
                    </a:cubicBezTo>
                    <a:cubicBezTo>
                      <a:pt x="295795" y="23714"/>
                      <a:pt x="297270" y="23714"/>
                      <a:pt x="298789" y="23714"/>
                    </a:cubicBezTo>
                    <a:cubicBezTo>
                      <a:pt x="299889" y="21514"/>
                      <a:pt x="299867" y="19908"/>
                      <a:pt x="299966" y="17450"/>
                    </a:cubicBezTo>
                    <a:cubicBezTo>
                      <a:pt x="300003" y="16569"/>
                      <a:pt x="300041" y="15687"/>
                      <a:pt x="300079" y="14779"/>
                    </a:cubicBezTo>
                    <a:cubicBezTo>
                      <a:pt x="300132" y="13395"/>
                      <a:pt x="300132" y="13395"/>
                      <a:pt x="300186" y="11982"/>
                    </a:cubicBezTo>
                    <a:cubicBezTo>
                      <a:pt x="300225" y="11052"/>
                      <a:pt x="300263" y="10123"/>
                      <a:pt x="300303" y="9165"/>
                    </a:cubicBezTo>
                    <a:cubicBezTo>
                      <a:pt x="300398" y="6864"/>
                      <a:pt x="300489" y="4563"/>
                      <a:pt x="300577" y="2262"/>
                    </a:cubicBezTo>
                    <a:cubicBezTo>
                      <a:pt x="304741" y="632"/>
                      <a:pt x="308451" y="221"/>
                      <a:pt x="312873" y="253"/>
                    </a:cubicBezTo>
                    <a:cubicBezTo>
                      <a:pt x="313894" y="250"/>
                      <a:pt x="313894" y="250"/>
                      <a:pt x="314936" y="246"/>
                    </a:cubicBezTo>
                    <a:cubicBezTo>
                      <a:pt x="317209" y="241"/>
                      <a:pt x="319481" y="249"/>
                      <a:pt x="321754" y="257"/>
                    </a:cubicBezTo>
                    <a:cubicBezTo>
                      <a:pt x="323387" y="256"/>
                      <a:pt x="325020" y="254"/>
                      <a:pt x="326653" y="252"/>
                    </a:cubicBezTo>
                    <a:cubicBezTo>
                      <a:pt x="331081" y="247"/>
                      <a:pt x="335509" y="254"/>
                      <a:pt x="339938" y="263"/>
                    </a:cubicBezTo>
                    <a:cubicBezTo>
                      <a:pt x="344572" y="271"/>
                      <a:pt x="349206" y="270"/>
                      <a:pt x="353840" y="269"/>
                    </a:cubicBezTo>
                    <a:cubicBezTo>
                      <a:pt x="361620" y="270"/>
                      <a:pt x="369400" y="278"/>
                      <a:pt x="377180" y="290"/>
                    </a:cubicBezTo>
                    <a:cubicBezTo>
                      <a:pt x="386178" y="304"/>
                      <a:pt x="395176" y="309"/>
                      <a:pt x="404174" y="308"/>
                    </a:cubicBezTo>
                    <a:cubicBezTo>
                      <a:pt x="412829" y="308"/>
                      <a:pt x="421483" y="312"/>
                      <a:pt x="430138" y="320"/>
                    </a:cubicBezTo>
                    <a:cubicBezTo>
                      <a:pt x="433822" y="323"/>
                      <a:pt x="437507" y="324"/>
                      <a:pt x="441191" y="325"/>
                    </a:cubicBezTo>
                    <a:cubicBezTo>
                      <a:pt x="445527" y="326"/>
                      <a:pt x="449863" y="331"/>
                      <a:pt x="454199" y="340"/>
                    </a:cubicBezTo>
                    <a:cubicBezTo>
                      <a:pt x="455791" y="343"/>
                      <a:pt x="457384" y="344"/>
                      <a:pt x="458977" y="343"/>
                    </a:cubicBezTo>
                    <a:cubicBezTo>
                      <a:pt x="461147" y="343"/>
                      <a:pt x="463318" y="348"/>
                      <a:pt x="465489" y="355"/>
                    </a:cubicBezTo>
                    <a:cubicBezTo>
                      <a:pt x="466438" y="352"/>
                      <a:pt x="466438" y="352"/>
                      <a:pt x="467407" y="350"/>
                    </a:cubicBezTo>
                    <a:cubicBezTo>
                      <a:pt x="470325" y="365"/>
                      <a:pt x="472979" y="472"/>
                      <a:pt x="475770" y="1368"/>
                    </a:cubicBezTo>
                    <a:cubicBezTo>
                      <a:pt x="475788" y="1922"/>
                      <a:pt x="475805" y="2477"/>
                      <a:pt x="475824" y="3048"/>
                    </a:cubicBezTo>
                    <a:cubicBezTo>
                      <a:pt x="475909" y="5561"/>
                      <a:pt x="476007" y="8073"/>
                      <a:pt x="476105" y="10586"/>
                    </a:cubicBezTo>
                    <a:cubicBezTo>
                      <a:pt x="476133" y="11458"/>
                      <a:pt x="476161" y="12331"/>
                      <a:pt x="476189" y="13230"/>
                    </a:cubicBezTo>
                    <a:cubicBezTo>
                      <a:pt x="476241" y="14488"/>
                      <a:pt x="476241" y="14488"/>
                      <a:pt x="476294" y="15771"/>
                    </a:cubicBezTo>
                    <a:cubicBezTo>
                      <a:pt x="476322" y="16543"/>
                      <a:pt x="476350" y="17315"/>
                      <a:pt x="476379" y="18111"/>
                    </a:cubicBezTo>
                    <a:cubicBezTo>
                      <a:pt x="476549" y="20387"/>
                      <a:pt x="476549" y="20387"/>
                      <a:pt x="478452" y="22820"/>
                    </a:cubicBezTo>
                    <a:cubicBezTo>
                      <a:pt x="480732" y="23897"/>
                      <a:pt x="480732" y="23897"/>
                      <a:pt x="482921" y="24608"/>
                    </a:cubicBezTo>
                    <a:cubicBezTo>
                      <a:pt x="482938" y="25135"/>
                      <a:pt x="482956" y="25663"/>
                      <a:pt x="482974" y="26206"/>
                    </a:cubicBezTo>
                    <a:cubicBezTo>
                      <a:pt x="483060" y="28597"/>
                      <a:pt x="483158" y="30988"/>
                      <a:pt x="483256" y="33379"/>
                    </a:cubicBezTo>
                    <a:cubicBezTo>
                      <a:pt x="483284" y="34209"/>
                      <a:pt x="483311" y="35039"/>
                      <a:pt x="483340" y="35894"/>
                    </a:cubicBezTo>
                    <a:cubicBezTo>
                      <a:pt x="483392" y="37091"/>
                      <a:pt x="483392" y="37091"/>
                      <a:pt x="483444" y="38312"/>
                    </a:cubicBezTo>
                    <a:cubicBezTo>
                      <a:pt x="483473" y="39047"/>
                      <a:pt x="483501" y="39782"/>
                      <a:pt x="483530" y="40539"/>
                    </a:cubicBezTo>
                    <a:cubicBezTo>
                      <a:pt x="483711" y="42743"/>
                      <a:pt x="483711" y="42743"/>
                      <a:pt x="485602" y="45166"/>
                    </a:cubicBezTo>
                    <a:cubicBezTo>
                      <a:pt x="486782" y="45166"/>
                      <a:pt x="487962" y="45166"/>
                      <a:pt x="489178" y="45166"/>
                    </a:cubicBezTo>
                    <a:cubicBezTo>
                      <a:pt x="489473" y="52540"/>
                      <a:pt x="489768" y="59914"/>
                      <a:pt x="490071" y="67512"/>
                    </a:cubicBezTo>
                    <a:cubicBezTo>
                      <a:pt x="493247" y="69433"/>
                      <a:pt x="493247" y="69433"/>
                      <a:pt x="495435" y="69300"/>
                    </a:cubicBezTo>
                    <a:cubicBezTo>
                      <a:pt x="495468" y="70125"/>
                      <a:pt x="495468" y="70125"/>
                      <a:pt x="495502" y="70966"/>
                    </a:cubicBezTo>
                    <a:cubicBezTo>
                      <a:pt x="495606" y="73465"/>
                      <a:pt x="495716" y="75963"/>
                      <a:pt x="495826" y="78462"/>
                    </a:cubicBezTo>
                    <a:cubicBezTo>
                      <a:pt x="495861" y="79327"/>
                      <a:pt x="495896" y="80192"/>
                      <a:pt x="495932" y="81084"/>
                    </a:cubicBezTo>
                    <a:cubicBezTo>
                      <a:pt x="495969" y="81919"/>
                      <a:pt x="496007" y="82755"/>
                      <a:pt x="496046" y="83615"/>
                    </a:cubicBezTo>
                    <a:cubicBezTo>
                      <a:pt x="496095" y="84767"/>
                      <a:pt x="496095" y="84767"/>
                      <a:pt x="496145" y="85942"/>
                    </a:cubicBezTo>
                    <a:cubicBezTo>
                      <a:pt x="496317" y="87936"/>
                      <a:pt x="496676" y="89724"/>
                      <a:pt x="497222" y="91646"/>
                    </a:cubicBezTo>
                    <a:cubicBezTo>
                      <a:pt x="499434" y="92088"/>
                      <a:pt x="499434" y="92088"/>
                      <a:pt x="501691" y="92540"/>
                    </a:cubicBezTo>
                    <a:cubicBezTo>
                      <a:pt x="501709" y="93053"/>
                      <a:pt x="501727" y="93567"/>
                      <a:pt x="501745" y="94096"/>
                    </a:cubicBezTo>
                    <a:cubicBezTo>
                      <a:pt x="501831" y="96445"/>
                      <a:pt x="501929" y="98794"/>
                      <a:pt x="502027" y="101143"/>
                    </a:cubicBezTo>
                    <a:cubicBezTo>
                      <a:pt x="502054" y="101951"/>
                      <a:pt x="502082" y="102758"/>
                      <a:pt x="502110" y="103591"/>
                    </a:cubicBezTo>
                    <a:cubicBezTo>
                      <a:pt x="502339" y="109886"/>
                      <a:pt x="502339" y="109886"/>
                      <a:pt x="504373" y="115780"/>
                    </a:cubicBezTo>
                    <a:cubicBezTo>
                      <a:pt x="506616" y="117066"/>
                      <a:pt x="506616" y="117066"/>
                      <a:pt x="508842" y="117567"/>
                    </a:cubicBezTo>
                    <a:cubicBezTo>
                      <a:pt x="508833" y="118090"/>
                      <a:pt x="508823" y="118613"/>
                      <a:pt x="508814" y="119152"/>
                    </a:cubicBezTo>
                    <a:cubicBezTo>
                      <a:pt x="508777" y="121528"/>
                      <a:pt x="508753" y="123905"/>
                      <a:pt x="508730" y="126282"/>
                    </a:cubicBezTo>
                    <a:cubicBezTo>
                      <a:pt x="508715" y="127105"/>
                      <a:pt x="508700" y="127928"/>
                      <a:pt x="508685" y="128775"/>
                    </a:cubicBezTo>
                    <a:cubicBezTo>
                      <a:pt x="508679" y="129570"/>
                      <a:pt x="508674" y="130365"/>
                      <a:pt x="508668" y="131184"/>
                    </a:cubicBezTo>
                    <a:cubicBezTo>
                      <a:pt x="508654" y="132280"/>
                      <a:pt x="508654" y="132280"/>
                      <a:pt x="508639" y="133397"/>
                    </a:cubicBezTo>
                    <a:cubicBezTo>
                      <a:pt x="508862" y="135640"/>
                      <a:pt x="509506" y="137083"/>
                      <a:pt x="510630" y="139019"/>
                    </a:cubicBezTo>
                    <a:cubicBezTo>
                      <a:pt x="512105" y="139019"/>
                      <a:pt x="513579" y="139019"/>
                      <a:pt x="515099" y="139019"/>
                    </a:cubicBezTo>
                    <a:cubicBezTo>
                      <a:pt x="515117" y="139569"/>
                      <a:pt x="515134" y="140119"/>
                      <a:pt x="515153" y="140686"/>
                    </a:cubicBezTo>
                    <a:cubicBezTo>
                      <a:pt x="515238" y="143185"/>
                      <a:pt x="515336" y="145683"/>
                      <a:pt x="515434" y="148181"/>
                    </a:cubicBezTo>
                    <a:cubicBezTo>
                      <a:pt x="515462" y="149047"/>
                      <a:pt x="515490" y="149912"/>
                      <a:pt x="515518" y="150804"/>
                    </a:cubicBezTo>
                    <a:cubicBezTo>
                      <a:pt x="515570" y="152057"/>
                      <a:pt x="515570" y="152057"/>
                      <a:pt x="515623" y="153335"/>
                    </a:cubicBezTo>
                    <a:cubicBezTo>
                      <a:pt x="515651" y="154103"/>
                      <a:pt x="515679" y="154870"/>
                      <a:pt x="515708" y="155661"/>
                    </a:cubicBezTo>
                    <a:cubicBezTo>
                      <a:pt x="516008" y="157905"/>
                      <a:pt x="516656" y="159416"/>
                      <a:pt x="517781" y="161366"/>
                    </a:cubicBezTo>
                    <a:cubicBezTo>
                      <a:pt x="518960" y="161366"/>
                      <a:pt x="520140" y="161366"/>
                      <a:pt x="521356" y="161366"/>
                    </a:cubicBezTo>
                    <a:cubicBezTo>
                      <a:pt x="521374" y="162001"/>
                      <a:pt x="521391" y="162637"/>
                      <a:pt x="521410" y="163292"/>
                    </a:cubicBezTo>
                    <a:cubicBezTo>
                      <a:pt x="521495" y="166170"/>
                      <a:pt x="521593" y="169047"/>
                      <a:pt x="521691" y="171924"/>
                    </a:cubicBezTo>
                    <a:cubicBezTo>
                      <a:pt x="521719" y="172925"/>
                      <a:pt x="521746" y="173925"/>
                      <a:pt x="521775" y="174956"/>
                    </a:cubicBezTo>
                    <a:cubicBezTo>
                      <a:pt x="521827" y="176395"/>
                      <a:pt x="521827" y="176395"/>
                      <a:pt x="521880" y="177863"/>
                    </a:cubicBezTo>
                    <a:cubicBezTo>
                      <a:pt x="521908" y="178748"/>
                      <a:pt x="521936" y="179633"/>
                      <a:pt x="521965" y="180544"/>
                    </a:cubicBezTo>
                    <a:cubicBezTo>
                      <a:pt x="522105" y="183033"/>
                      <a:pt x="522105" y="183033"/>
                      <a:pt x="524037" y="185499"/>
                    </a:cubicBezTo>
                    <a:cubicBezTo>
                      <a:pt x="525217" y="185499"/>
                      <a:pt x="526397" y="185499"/>
                      <a:pt x="527613" y="185499"/>
                    </a:cubicBezTo>
                    <a:cubicBezTo>
                      <a:pt x="527667" y="186503"/>
                      <a:pt x="527721" y="187506"/>
                      <a:pt x="527777" y="188540"/>
                    </a:cubicBezTo>
                    <a:cubicBezTo>
                      <a:pt x="528152" y="195299"/>
                      <a:pt x="528545" y="202021"/>
                      <a:pt x="529401" y="208739"/>
                    </a:cubicBezTo>
                    <a:cubicBezTo>
                      <a:pt x="531170" y="208739"/>
                      <a:pt x="532940" y="208739"/>
                      <a:pt x="534764" y="208739"/>
                    </a:cubicBezTo>
                    <a:cubicBezTo>
                      <a:pt x="534797" y="209700"/>
                      <a:pt x="534797" y="209700"/>
                      <a:pt x="534831" y="210680"/>
                    </a:cubicBezTo>
                    <a:cubicBezTo>
                      <a:pt x="534935" y="213571"/>
                      <a:pt x="535045" y="216462"/>
                      <a:pt x="535155" y="219353"/>
                    </a:cubicBezTo>
                    <a:cubicBezTo>
                      <a:pt x="535190" y="220362"/>
                      <a:pt x="535225" y="221370"/>
                      <a:pt x="535261" y="222409"/>
                    </a:cubicBezTo>
                    <a:cubicBezTo>
                      <a:pt x="535317" y="223852"/>
                      <a:pt x="535317" y="223852"/>
                      <a:pt x="535375" y="225324"/>
                    </a:cubicBezTo>
                    <a:cubicBezTo>
                      <a:pt x="535424" y="226658"/>
                      <a:pt x="535424" y="226658"/>
                      <a:pt x="535474" y="228019"/>
                    </a:cubicBezTo>
                    <a:cubicBezTo>
                      <a:pt x="535523" y="230198"/>
                      <a:pt x="535523" y="230198"/>
                      <a:pt x="536551" y="231979"/>
                    </a:cubicBezTo>
                    <a:cubicBezTo>
                      <a:pt x="538026" y="231979"/>
                      <a:pt x="539501" y="231979"/>
                      <a:pt x="541020" y="231979"/>
                    </a:cubicBezTo>
                    <a:cubicBezTo>
                      <a:pt x="541315" y="239648"/>
                      <a:pt x="541610" y="247317"/>
                      <a:pt x="541914" y="255219"/>
                    </a:cubicBezTo>
                    <a:cubicBezTo>
                      <a:pt x="543684" y="255514"/>
                      <a:pt x="545454" y="255809"/>
                      <a:pt x="547277" y="256113"/>
                    </a:cubicBezTo>
                    <a:cubicBezTo>
                      <a:pt x="547311" y="256911"/>
                      <a:pt x="547311" y="256911"/>
                      <a:pt x="547345" y="257725"/>
                    </a:cubicBezTo>
                    <a:cubicBezTo>
                      <a:pt x="547449" y="260130"/>
                      <a:pt x="547559" y="262535"/>
                      <a:pt x="547668" y="264939"/>
                    </a:cubicBezTo>
                    <a:cubicBezTo>
                      <a:pt x="547704" y="265777"/>
                      <a:pt x="547739" y="266615"/>
                      <a:pt x="547775" y="267478"/>
                    </a:cubicBezTo>
                    <a:cubicBezTo>
                      <a:pt x="547831" y="268679"/>
                      <a:pt x="547831" y="268679"/>
                      <a:pt x="547888" y="269904"/>
                    </a:cubicBezTo>
                    <a:cubicBezTo>
                      <a:pt x="547921" y="270644"/>
                      <a:pt x="547954" y="271384"/>
                      <a:pt x="547988" y="272146"/>
                    </a:cubicBezTo>
                    <a:cubicBezTo>
                      <a:pt x="548066" y="274045"/>
                      <a:pt x="548066" y="274045"/>
                      <a:pt x="549065" y="275777"/>
                    </a:cubicBezTo>
                    <a:cubicBezTo>
                      <a:pt x="549305" y="274985"/>
                      <a:pt x="549544" y="274192"/>
                      <a:pt x="549791" y="273375"/>
                    </a:cubicBezTo>
                    <a:cubicBezTo>
                      <a:pt x="550853" y="270414"/>
                      <a:pt x="550853" y="270414"/>
                      <a:pt x="552231" y="268450"/>
                    </a:cubicBezTo>
                    <a:cubicBezTo>
                      <a:pt x="553924" y="265196"/>
                      <a:pt x="553961" y="262250"/>
                      <a:pt x="553992" y="258665"/>
                    </a:cubicBezTo>
                    <a:cubicBezTo>
                      <a:pt x="554008" y="257977"/>
                      <a:pt x="554024" y="257289"/>
                      <a:pt x="554040" y="256580"/>
                    </a:cubicBezTo>
                    <a:cubicBezTo>
                      <a:pt x="554088" y="254395"/>
                      <a:pt x="554119" y="252209"/>
                      <a:pt x="554149" y="250023"/>
                    </a:cubicBezTo>
                    <a:cubicBezTo>
                      <a:pt x="554178" y="248537"/>
                      <a:pt x="554209" y="247050"/>
                      <a:pt x="554241" y="245563"/>
                    </a:cubicBezTo>
                    <a:cubicBezTo>
                      <a:pt x="554317" y="241929"/>
                      <a:pt x="554377" y="238295"/>
                      <a:pt x="554428" y="234661"/>
                    </a:cubicBezTo>
                    <a:cubicBezTo>
                      <a:pt x="555903" y="234366"/>
                      <a:pt x="557378" y="234071"/>
                      <a:pt x="558897" y="233767"/>
                    </a:cubicBezTo>
                    <a:cubicBezTo>
                      <a:pt x="559991" y="230487"/>
                      <a:pt x="559998" y="227400"/>
                      <a:pt x="560074" y="223980"/>
                    </a:cubicBezTo>
                    <a:cubicBezTo>
                      <a:pt x="560093" y="223289"/>
                      <a:pt x="560111" y="222599"/>
                      <a:pt x="560130" y="221887"/>
                    </a:cubicBezTo>
                    <a:cubicBezTo>
                      <a:pt x="560189" y="219683"/>
                      <a:pt x="560241" y="217479"/>
                      <a:pt x="560294" y="215275"/>
                    </a:cubicBezTo>
                    <a:cubicBezTo>
                      <a:pt x="560333" y="213780"/>
                      <a:pt x="560372" y="212285"/>
                      <a:pt x="560411" y="210790"/>
                    </a:cubicBezTo>
                    <a:cubicBezTo>
                      <a:pt x="560507" y="207127"/>
                      <a:pt x="560597" y="203464"/>
                      <a:pt x="560685" y="199801"/>
                    </a:cubicBezTo>
                    <a:cubicBezTo>
                      <a:pt x="561404" y="199690"/>
                      <a:pt x="562123" y="199579"/>
                      <a:pt x="562864" y="199466"/>
                    </a:cubicBezTo>
                    <a:cubicBezTo>
                      <a:pt x="563620" y="199281"/>
                      <a:pt x="564375" y="199097"/>
                      <a:pt x="565154" y="198907"/>
                    </a:cubicBezTo>
                    <a:cubicBezTo>
                      <a:pt x="566519" y="196176"/>
                      <a:pt x="566262" y="193297"/>
                      <a:pt x="566331" y="190297"/>
                    </a:cubicBezTo>
                    <a:cubicBezTo>
                      <a:pt x="566349" y="189625"/>
                      <a:pt x="566368" y="188953"/>
                      <a:pt x="566387" y="188260"/>
                    </a:cubicBezTo>
                    <a:cubicBezTo>
                      <a:pt x="566446" y="186111"/>
                      <a:pt x="566498" y="183962"/>
                      <a:pt x="566551" y="181812"/>
                    </a:cubicBezTo>
                    <a:cubicBezTo>
                      <a:pt x="566589" y="180356"/>
                      <a:pt x="566628" y="178900"/>
                      <a:pt x="566668" y="177444"/>
                    </a:cubicBezTo>
                    <a:cubicBezTo>
                      <a:pt x="566764" y="173872"/>
                      <a:pt x="566854" y="170301"/>
                      <a:pt x="566942" y="166729"/>
                    </a:cubicBezTo>
                    <a:cubicBezTo>
                      <a:pt x="568242" y="166369"/>
                      <a:pt x="568242" y="166369"/>
                      <a:pt x="569568" y="166002"/>
                    </a:cubicBezTo>
                    <a:cubicBezTo>
                      <a:pt x="570923" y="165477"/>
                      <a:pt x="570923" y="165477"/>
                      <a:pt x="572305" y="164941"/>
                    </a:cubicBezTo>
                    <a:cubicBezTo>
                      <a:pt x="573360" y="161777"/>
                      <a:pt x="573404" y="158842"/>
                      <a:pt x="573482" y="155545"/>
                    </a:cubicBezTo>
                    <a:cubicBezTo>
                      <a:pt x="573500" y="154894"/>
                      <a:pt x="573519" y="154243"/>
                      <a:pt x="573538" y="153573"/>
                    </a:cubicBezTo>
                    <a:cubicBezTo>
                      <a:pt x="573596" y="151496"/>
                      <a:pt x="573649" y="149420"/>
                      <a:pt x="573702" y="147343"/>
                    </a:cubicBezTo>
                    <a:cubicBezTo>
                      <a:pt x="573740" y="145935"/>
                      <a:pt x="573779" y="144526"/>
                      <a:pt x="573819" y="143117"/>
                    </a:cubicBezTo>
                    <a:cubicBezTo>
                      <a:pt x="573914" y="139666"/>
                      <a:pt x="574005" y="136214"/>
                      <a:pt x="574093" y="132763"/>
                    </a:cubicBezTo>
                    <a:cubicBezTo>
                      <a:pt x="574812" y="132634"/>
                      <a:pt x="575531" y="132504"/>
                      <a:pt x="576271" y="132372"/>
                    </a:cubicBezTo>
                    <a:cubicBezTo>
                      <a:pt x="578491" y="132100"/>
                      <a:pt x="578491" y="132100"/>
                      <a:pt x="579456" y="130975"/>
                    </a:cubicBezTo>
                    <a:cubicBezTo>
                      <a:pt x="579599" y="128593"/>
                      <a:pt x="579688" y="126233"/>
                      <a:pt x="579738" y="123849"/>
                    </a:cubicBezTo>
                    <a:cubicBezTo>
                      <a:pt x="579757" y="123136"/>
                      <a:pt x="579776" y="122423"/>
                      <a:pt x="579795" y="121688"/>
                    </a:cubicBezTo>
                    <a:cubicBezTo>
                      <a:pt x="579853" y="119402"/>
                      <a:pt x="579906" y="117116"/>
                      <a:pt x="579958" y="114830"/>
                    </a:cubicBezTo>
                    <a:cubicBezTo>
                      <a:pt x="579997" y="113284"/>
                      <a:pt x="580036" y="111738"/>
                      <a:pt x="580075" y="110191"/>
                    </a:cubicBezTo>
                    <a:cubicBezTo>
                      <a:pt x="580171" y="106393"/>
                      <a:pt x="580262" y="102595"/>
                      <a:pt x="580349" y="98797"/>
                    </a:cubicBezTo>
                    <a:cubicBezTo>
                      <a:pt x="582562" y="99239"/>
                      <a:pt x="582562" y="99239"/>
                      <a:pt x="584819" y="99690"/>
                    </a:cubicBezTo>
                    <a:cubicBezTo>
                      <a:pt x="585825" y="96045"/>
                      <a:pt x="585913" y="92487"/>
                      <a:pt x="585995" y="88727"/>
                    </a:cubicBezTo>
                    <a:cubicBezTo>
                      <a:pt x="586014" y="88018"/>
                      <a:pt x="586033" y="87309"/>
                      <a:pt x="586052" y="86578"/>
                    </a:cubicBezTo>
                    <a:cubicBezTo>
                      <a:pt x="586110" y="84320"/>
                      <a:pt x="586163" y="82061"/>
                      <a:pt x="586215" y="79802"/>
                    </a:cubicBezTo>
                    <a:cubicBezTo>
                      <a:pt x="586254" y="78268"/>
                      <a:pt x="586293" y="76735"/>
                      <a:pt x="586332" y="75201"/>
                    </a:cubicBezTo>
                    <a:cubicBezTo>
                      <a:pt x="586428" y="71446"/>
                      <a:pt x="586518" y="67691"/>
                      <a:pt x="586606" y="63937"/>
                    </a:cubicBezTo>
                    <a:cubicBezTo>
                      <a:pt x="588081" y="63937"/>
                      <a:pt x="589556" y="63937"/>
                      <a:pt x="591076" y="63937"/>
                    </a:cubicBezTo>
                    <a:cubicBezTo>
                      <a:pt x="592441" y="61206"/>
                      <a:pt x="592184" y="58327"/>
                      <a:pt x="592252" y="55327"/>
                    </a:cubicBezTo>
                    <a:cubicBezTo>
                      <a:pt x="592271" y="54655"/>
                      <a:pt x="592289" y="53983"/>
                      <a:pt x="592309" y="53290"/>
                    </a:cubicBezTo>
                    <a:cubicBezTo>
                      <a:pt x="592367" y="51141"/>
                      <a:pt x="592420" y="48991"/>
                      <a:pt x="592472" y="46842"/>
                    </a:cubicBezTo>
                    <a:cubicBezTo>
                      <a:pt x="592511" y="45386"/>
                      <a:pt x="592550" y="43930"/>
                      <a:pt x="592589" y="42474"/>
                    </a:cubicBezTo>
                    <a:cubicBezTo>
                      <a:pt x="592685" y="38902"/>
                      <a:pt x="592775" y="35330"/>
                      <a:pt x="592863" y="31758"/>
                    </a:cubicBezTo>
                    <a:cubicBezTo>
                      <a:pt x="594163" y="31150"/>
                      <a:pt x="594163" y="31150"/>
                      <a:pt x="595489" y="30529"/>
                    </a:cubicBezTo>
                    <a:cubicBezTo>
                      <a:pt x="598290" y="29383"/>
                      <a:pt x="598290" y="29383"/>
                      <a:pt x="599120" y="27289"/>
                    </a:cubicBezTo>
                    <a:cubicBezTo>
                      <a:pt x="599258" y="25344"/>
                      <a:pt x="599344" y="23394"/>
                      <a:pt x="599403" y="21444"/>
                    </a:cubicBezTo>
                    <a:cubicBezTo>
                      <a:pt x="599459" y="19699"/>
                      <a:pt x="599459" y="19699"/>
                      <a:pt x="599516" y="17918"/>
                    </a:cubicBezTo>
                    <a:cubicBezTo>
                      <a:pt x="599552" y="16684"/>
                      <a:pt x="599588" y="15451"/>
                      <a:pt x="599623" y="14217"/>
                    </a:cubicBezTo>
                    <a:cubicBezTo>
                      <a:pt x="599662" y="12976"/>
                      <a:pt x="599701" y="11735"/>
                      <a:pt x="599740" y="10495"/>
                    </a:cubicBezTo>
                    <a:cubicBezTo>
                      <a:pt x="599835" y="7453"/>
                      <a:pt x="599926" y="4410"/>
                      <a:pt x="600014" y="1368"/>
                    </a:cubicBezTo>
                    <a:cubicBezTo>
                      <a:pt x="603383" y="290"/>
                      <a:pt x="606713" y="347"/>
                      <a:pt x="610211" y="355"/>
                    </a:cubicBezTo>
                    <a:cubicBezTo>
                      <a:pt x="610880" y="352"/>
                      <a:pt x="611549" y="350"/>
                      <a:pt x="612239" y="348"/>
                    </a:cubicBezTo>
                    <a:cubicBezTo>
                      <a:pt x="614482" y="343"/>
                      <a:pt x="616725" y="343"/>
                      <a:pt x="618968" y="344"/>
                    </a:cubicBezTo>
                    <a:cubicBezTo>
                      <a:pt x="620576" y="342"/>
                      <a:pt x="622184" y="338"/>
                      <a:pt x="623791" y="335"/>
                    </a:cubicBezTo>
                    <a:cubicBezTo>
                      <a:pt x="628159" y="327"/>
                      <a:pt x="632526" y="325"/>
                      <a:pt x="636894" y="325"/>
                    </a:cubicBezTo>
                    <a:cubicBezTo>
                      <a:pt x="640537" y="324"/>
                      <a:pt x="644180" y="320"/>
                      <a:pt x="647823" y="317"/>
                    </a:cubicBezTo>
                    <a:cubicBezTo>
                      <a:pt x="656415" y="310"/>
                      <a:pt x="665006" y="308"/>
                      <a:pt x="673598" y="308"/>
                    </a:cubicBezTo>
                    <a:cubicBezTo>
                      <a:pt x="682470" y="309"/>
                      <a:pt x="691342" y="299"/>
                      <a:pt x="700214" y="285"/>
                    </a:cubicBezTo>
                    <a:cubicBezTo>
                      <a:pt x="707826" y="274"/>
                      <a:pt x="715437" y="269"/>
                      <a:pt x="723049" y="269"/>
                    </a:cubicBezTo>
                    <a:cubicBezTo>
                      <a:pt x="727598" y="270"/>
                      <a:pt x="732146" y="267"/>
                      <a:pt x="736695" y="258"/>
                    </a:cubicBezTo>
                    <a:cubicBezTo>
                      <a:pt x="740970" y="249"/>
                      <a:pt x="745245" y="249"/>
                      <a:pt x="749520" y="255"/>
                    </a:cubicBezTo>
                    <a:cubicBezTo>
                      <a:pt x="751092" y="256"/>
                      <a:pt x="752663" y="254"/>
                      <a:pt x="754234" y="249"/>
                    </a:cubicBezTo>
                    <a:cubicBezTo>
                      <a:pt x="756374" y="242"/>
                      <a:pt x="758514" y="246"/>
                      <a:pt x="760654" y="253"/>
                    </a:cubicBezTo>
                    <a:cubicBezTo>
                      <a:pt x="761280" y="248"/>
                      <a:pt x="761907" y="244"/>
                      <a:pt x="762552" y="239"/>
                    </a:cubicBezTo>
                    <a:cubicBezTo>
                      <a:pt x="765790" y="262"/>
                      <a:pt x="767066" y="410"/>
                      <a:pt x="769844" y="2262"/>
                    </a:cubicBezTo>
                    <a:cubicBezTo>
                      <a:pt x="769896" y="4472"/>
                      <a:pt x="769797" y="6446"/>
                      <a:pt x="769565" y="8630"/>
                    </a:cubicBezTo>
                    <a:cubicBezTo>
                      <a:pt x="769007" y="15052"/>
                      <a:pt x="768902" y="21360"/>
                      <a:pt x="769006" y="27803"/>
                    </a:cubicBezTo>
                    <a:cubicBezTo>
                      <a:pt x="768957" y="30488"/>
                      <a:pt x="768850" y="32772"/>
                      <a:pt x="768056" y="35334"/>
                    </a:cubicBezTo>
                    <a:cubicBezTo>
                      <a:pt x="765822" y="36395"/>
                      <a:pt x="765822" y="36395"/>
                      <a:pt x="763587" y="37122"/>
                    </a:cubicBezTo>
                    <a:cubicBezTo>
                      <a:pt x="762267" y="39761"/>
                      <a:pt x="762494" y="42203"/>
                      <a:pt x="762410" y="45145"/>
                    </a:cubicBezTo>
                    <a:cubicBezTo>
                      <a:pt x="762392" y="45758"/>
                      <a:pt x="762373" y="46370"/>
                      <a:pt x="762354" y="47001"/>
                    </a:cubicBezTo>
                    <a:cubicBezTo>
                      <a:pt x="762296" y="48959"/>
                      <a:pt x="762243" y="50917"/>
                      <a:pt x="762190" y="52875"/>
                    </a:cubicBezTo>
                    <a:cubicBezTo>
                      <a:pt x="762152" y="54202"/>
                      <a:pt x="762113" y="55529"/>
                      <a:pt x="762073" y="56856"/>
                    </a:cubicBezTo>
                    <a:cubicBezTo>
                      <a:pt x="761978" y="60110"/>
                      <a:pt x="761887" y="63364"/>
                      <a:pt x="761799" y="66618"/>
                    </a:cubicBezTo>
                    <a:cubicBezTo>
                      <a:pt x="760324" y="66913"/>
                      <a:pt x="758850" y="67208"/>
                      <a:pt x="757330" y="67512"/>
                    </a:cubicBezTo>
                    <a:cubicBezTo>
                      <a:pt x="756346" y="70464"/>
                      <a:pt x="756252" y="72822"/>
                      <a:pt x="756153" y="75930"/>
                    </a:cubicBezTo>
                    <a:cubicBezTo>
                      <a:pt x="756097" y="77611"/>
                      <a:pt x="756097" y="77611"/>
                      <a:pt x="756040" y="79326"/>
                    </a:cubicBezTo>
                    <a:cubicBezTo>
                      <a:pt x="755987" y="81083"/>
                      <a:pt x="755987" y="81083"/>
                      <a:pt x="755934" y="82875"/>
                    </a:cubicBezTo>
                    <a:cubicBezTo>
                      <a:pt x="755895" y="84069"/>
                      <a:pt x="755856" y="85262"/>
                      <a:pt x="755817" y="86456"/>
                    </a:cubicBezTo>
                    <a:cubicBezTo>
                      <a:pt x="755722" y="89377"/>
                      <a:pt x="755630" y="92299"/>
                      <a:pt x="755542" y="95221"/>
                    </a:cubicBezTo>
                    <a:cubicBezTo>
                      <a:pt x="754823" y="95203"/>
                      <a:pt x="754104" y="95184"/>
                      <a:pt x="753364" y="95165"/>
                    </a:cubicBezTo>
                    <a:cubicBezTo>
                      <a:pt x="751133" y="94956"/>
                      <a:pt x="751133" y="94956"/>
                      <a:pt x="750179" y="96115"/>
                    </a:cubicBezTo>
                    <a:cubicBezTo>
                      <a:pt x="750037" y="98162"/>
                      <a:pt x="749955" y="100213"/>
                      <a:pt x="749897" y="102264"/>
                    </a:cubicBezTo>
                    <a:cubicBezTo>
                      <a:pt x="749878" y="102877"/>
                      <a:pt x="749859" y="103491"/>
                      <a:pt x="749840" y="104124"/>
                    </a:cubicBezTo>
                    <a:cubicBezTo>
                      <a:pt x="749782" y="106091"/>
                      <a:pt x="749729" y="108058"/>
                      <a:pt x="749677" y="110025"/>
                    </a:cubicBezTo>
                    <a:cubicBezTo>
                      <a:pt x="749638" y="111356"/>
                      <a:pt x="749599" y="112687"/>
                      <a:pt x="749560" y="114018"/>
                    </a:cubicBezTo>
                    <a:cubicBezTo>
                      <a:pt x="749464" y="117287"/>
                      <a:pt x="749373" y="120555"/>
                      <a:pt x="749286" y="123824"/>
                    </a:cubicBezTo>
                    <a:cubicBezTo>
                      <a:pt x="748585" y="124027"/>
                      <a:pt x="747884" y="124230"/>
                      <a:pt x="747163" y="124439"/>
                    </a:cubicBezTo>
                    <a:cubicBezTo>
                      <a:pt x="744688" y="125405"/>
                      <a:pt x="744688" y="125405"/>
                      <a:pt x="743666" y="127625"/>
                    </a:cubicBezTo>
                    <a:cubicBezTo>
                      <a:pt x="742976" y="130285"/>
                      <a:pt x="742743" y="132660"/>
                      <a:pt x="742659" y="135406"/>
                    </a:cubicBezTo>
                    <a:cubicBezTo>
                      <a:pt x="742624" y="136399"/>
                      <a:pt x="742589" y="137393"/>
                      <a:pt x="742554" y="138417"/>
                    </a:cubicBezTo>
                    <a:cubicBezTo>
                      <a:pt x="742526" y="139446"/>
                      <a:pt x="742499" y="140474"/>
                      <a:pt x="742470" y="141533"/>
                    </a:cubicBezTo>
                    <a:cubicBezTo>
                      <a:pt x="742435" y="142579"/>
                      <a:pt x="742401" y="143625"/>
                      <a:pt x="742365" y="144702"/>
                    </a:cubicBezTo>
                    <a:cubicBezTo>
                      <a:pt x="742281" y="147277"/>
                      <a:pt x="742205" y="149852"/>
                      <a:pt x="742135" y="152427"/>
                    </a:cubicBezTo>
                    <a:cubicBezTo>
                      <a:pt x="740365" y="152722"/>
                      <a:pt x="738595" y="153017"/>
                      <a:pt x="736772" y="153321"/>
                    </a:cubicBezTo>
                    <a:cubicBezTo>
                      <a:pt x="736477" y="163055"/>
                      <a:pt x="736182" y="172789"/>
                      <a:pt x="735878" y="182818"/>
                    </a:cubicBezTo>
                    <a:cubicBezTo>
                      <a:pt x="734403" y="183113"/>
                      <a:pt x="732928" y="183408"/>
                      <a:pt x="731409" y="183712"/>
                    </a:cubicBezTo>
                    <a:cubicBezTo>
                      <a:pt x="730161" y="186206"/>
                      <a:pt x="730320" y="188361"/>
                      <a:pt x="730232" y="191149"/>
                    </a:cubicBezTo>
                    <a:cubicBezTo>
                      <a:pt x="730176" y="192834"/>
                      <a:pt x="730176" y="192834"/>
                      <a:pt x="730119" y="194553"/>
                    </a:cubicBezTo>
                    <a:cubicBezTo>
                      <a:pt x="730066" y="196321"/>
                      <a:pt x="730066" y="196321"/>
                      <a:pt x="730012" y="198125"/>
                    </a:cubicBezTo>
                    <a:cubicBezTo>
                      <a:pt x="729973" y="199322"/>
                      <a:pt x="729935" y="200520"/>
                      <a:pt x="729895" y="201718"/>
                    </a:cubicBezTo>
                    <a:cubicBezTo>
                      <a:pt x="729800" y="204654"/>
                      <a:pt x="729709" y="207590"/>
                      <a:pt x="729621" y="210527"/>
                    </a:cubicBezTo>
                    <a:cubicBezTo>
                      <a:pt x="726966" y="211412"/>
                      <a:pt x="726966" y="211412"/>
                      <a:pt x="724258" y="212314"/>
                    </a:cubicBezTo>
                    <a:cubicBezTo>
                      <a:pt x="723552" y="216014"/>
                      <a:pt x="723275" y="219459"/>
                      <a:pt x="723340" y="223222"/>
                    </a:cubicBezTo>
                    <a:cubicBezTo>
                      <a:pt x="723351" y="224245"/>
                      <a:pt x="723362" y="225268"/>
                      <a:pt x="723373" y="226323"/>
                    </a:cubicBezTo>
                    <a:cubicBezTo>
                      <a:pt x="723405" y="228469"/>
                      <a:pt x="723439" y="230615"/>
                      <a:pt x="723478" y="232761"/>
                    </a:cubicBezTo>
                    <a:cubicBezTo>
                      <a:pt x="723492" y="234289"/>
                      <a:pt x="723492" y="234289"/>
                      <a:pt x="723507" y="235848"/>
                    </a:cubicBezTo>
                    <a:cubicBezTo>
                      <a:pt x="723522" y="236778"/>
                      <a:pt x="723537" y="237708"/>
                      <a:pt x="723553" y="238666"/>
                    </a:cubicBezTo>
                    <a:cubicBezTo>
                      <a:pt x="723364" y="240917"/>
                      <a:pt x="723364" y="240917"/>
                      <a:pt x="721576" y="242705"/>
                    </a:cubicBezTo>
                    <a:cubicBezTo>
                      <a:pt x="720968" y="242853"/>
                      <a:pt x="720360" y="243000"/>
                      <a:pt x="719733" y="243152"/>
                    </a:cubicBezTo>
                    <a:cubicBezTo>
                      <a:pt x="719161" y="243300"/>
                      <a:pt x="718590" y="243447"/>
                      <a:pt x="718001" y="243599"/>
                    </a:cubicBezTo>
                    <a:cubicBezTo>
                      <a:pt x="716754" y="246094"/>
                      <a:pt x="716912" y="248249"/>
                      <a:pt x="716824" y="251036"/>
                    </a:cubicBezTo>
                    <a:cubicBezTo>
                      <a:pt x="716768" y="252721"/>
                      <a:pt x="716768" y="252721"/>
                      <a:pt x="716711" y="254440"/>
                    </a:cubicBezTo>
                    <a:cubicBezTo>
                      <a:pt x="716658" y="256208"/>
                      <a:pt x="716658" y="256208"/>
                      <a:pt x="716604" y="258012"/>
                    </a:cubicBezTo>
                    <a:cubicBezTo>
                      <a:pt x="716566" y="259210"/>
                      <a:pt x="716527" y="260407"/>
                      <a:pt x="716488" y="261605"/>
                    </a:cubicBezTo>
                    <a:cubicBezTo>
                      <a:pt x="716392" y="264541"/>
                      <a:pt x="716301" y="267478"/>
                      <a:pt x="716213" y="270414"/>
                    </a:cubicBezTo>
                    <a:cubicBezTo>
                      <a:pt x="714739" y="270709"/>
                      <a:pt x="713264" y="271004"/>
                      <a:pt x="711744" y="271308"/>
                    </a:cubicBezTo>
                    <a:cubicBezTo>
                      <a:pt x="710771" y="274509"/>
                      <a:pt x="710670" y="277569"/>
                      <a:pt x="710568" y="280903"/>
                    </a:cubicBezTo>
                    <a:cubicBezTo>
                      <a:pt x="710530" y="282061"/>
                      <a:pt x="710493" y="283219"/>
                      <a:pt x="710454" y="284412"/>
                    </a:cubicBezTo>
                    <a:cubicBezTo>
                      <a:pt x="710419" y="285630"/>
                      <a:pt x="710383" y="286849"/>
                      <a:pt x="710348" y="288068"/>
                    </a:cubicBezTo>
                    <a:cubicBezTo>
                      <a:pt x="710309" y="289300"/>
                      <a:pt x="710270" y="290533"/>
                      <a:pt x="710231" y="291765"/>
                    </a:cubicBezTo>
                    <a:cubicBezTo>
                      <a:pt x="710136" y="294778"/>
                      <a:pt x="710045" y="297791"/>
                      <a:pt x="709957" y="300805"/>
                    </a:cubicBezTo>
                    <a:cubicBezTo>
                      <a:pt x="709238" y="300934"/>
                      <a:pt x="708519" y="301063"/>
                      <a:pt x="707778" y="301196"/>
                    </a:cubicBezTo>
                    <a:cubicBezTo>
                      <a:pt x="705558" y="301467"/>
                      <a:pt x="705558" y="301467"/>
                      <a:pt x="704593" y="302592"/>
                    </a:cubicBezTo>
                    <a:cubicBezTo>
                      <a:pt x="704452" y="304509"/>
                      <a:pt x="704369" y="306429"/>
                      <a:pt x="704311" y="308350"/>
                    </a:cubicBezTo>
                    <a:cubicBezTo>
                      <a:pt x="704254" y="310100"/>
                      <a:pt x="704254" y="310100"/>
                      <a:pt x="704197" y="311885"/>
                    </a:cubicBezTo>
                    <a:cubicBezTo>
                      <a:pt x="704162" y="313127"/>
                      <a:pt x="704126" y="314368"/>
                      <a:pt x="704091" y="315609"/>
                    </a:cubicBezTo>
                    <a:cubicBezTo>
                      <a:pt x="704052" y="316854"/>
                      <a:pt x="704013" y="318099"/>
                      <a:pt x="703974" y="319343"/>
                    </a:cubicBezTo>
                    <a:cubicBezTo>
                      <a:pt x="703879" y="322400"/>
                      <a:pt x="703787" y="325457"/>
                      <a:pt x="703700" y="328514"/>
                    </a:cubicBezTo>
                    <a:cubicBezTo>
                      <a:pt x="702225" y="328809"/>
                      <a:pt x="700750" y="329104"/>
                      <a:pt x="699230" y="329408"/>
                    </a:cubicBezTo>
                    <a:cubicBezTo>
                      <a:pt x="697504" y="335682"/>
                      <a:pt x="697286" y="341663"/>
                      <a:pt x="697431" y="348119"/>
                    </a:cubicBezTo>
                    <a:cubicBezTo>
                      <a:pt x="697503" y="351832"/>
                      <a:pt x="697288" y="355263"/>
                      <a:pt x="696549" y="358905"/>
                    </a:cubicBezTo>
                    <a:cubicBezTo>
                      <a:pt x="695830" y="359015"/>
                      <a:pt x="695111" y="359126"/>
                      <a:pt x="694370" y="359240"/>
                    </a:cubicBezTo>
                    <a:cubicBezTo>
                      <a:pt x="693236" y="359516"/>
                      <a:pt x="693236" y="359516"/>
                      <a:pt x="692080" y="359798"/>
                    </a:cubicBezTo>
                    <a:cubicBezTo>
                      <a:pt x="690808" y="362342"/>
                      <a:pt x="690989" y="364591"/>
                      <a:pt x="690903" y="367431"/>
                    </a:cubicBezTo>
                    <a:cubicBezTo>
                      <a:pt x="690847" y="369177"/>
                      <a:pt x="690847" y="369177"/>
                      <a:pt x="690790" y="370957"/>
                    </a:cubicBezTo>
                    <a:cubicBezTo>
                      <a:pt x="690754" y="372191"/>
                      <a:pt x="690718" y="373425"/>
                      <a:pt x="690683" y="374658"/>
                    </a:cubicBezTo>
                    <a:cubicBezTo>
                      <a:pt x="690644" y="375899"/>
                      <a:pt x="690605" y="377140"/>
                      <a:pt x="690566" y="378380"/>
                    </a:cubicBezTo>
                    <a:cubicBezTo>
                      <a:pt x="690471" y="381423"/>
                      <a:pt x="690380" y="384465"/>
                      <a:pt x="690292" y="387507"/>
                    </a:cubicBezTo>
                    <a:cubicBezTo>
                      <a:pt x="688817" y="387507"/>
                      <a:pt x="687342" y="387507"/>
                      <a:pt x="685823" y="387507"/>
                    </a:cubicBezTo>
                    <a:cubicBezTo>
                      <a:pt x="684801" y="390572"/>
                      <a:pt x="684742" y="393086"/>
                      <a:pt x="684646" y="396317"/>
                    </a:cubicBezTo>
                    <a:cubicBezTo>
                      <a:pt x="684628" y="396908"/>
                      <a:pt x="684609" y="397499"/>
                      <a:pt x="684590" y="398109"/>
                    </a:cubicBezTo>
                    <a:cubicBezTo>
                      <a:pt x="684532" y="399994"/>
                      <a:pt x="684479" y="401879"/>
                      <a:pt x="684426" y="403764"/>
                    </a:cubicBezTo>
                    <a:cubicBezTo>
                      <a:pt x="684388" y="405044"/>
                      <a:pt x="684349" y="406324"/>
                      <a:pt x="684309" y="407603"/>
                    </a:cubicBezTo>
                    <a:cubicBezTo>
                      <a:pt x="684214" y="410737"/>
                      <a:pt x="684123" y="413870"/>
                      <a:pt x="684035" y="417004"/>
                    </a:cubicBezTo>
                    <a:cubicBezTo>
                      <a:pt x="682560" y="417004"/>
                      <a:pt x="681085" y="417004"/>
                      <a:pt x="679566" y="417004"/>
                    </a:cubicBezTo>
                    <a:cubicBezTo>
                      <a:pt x="678246" y="419644"/>
                      <a:pt x="678473" y="422085"/>
                      <a:pt x="678389" y="425028"/>
                    </a:cubicBezTo>
                    <a:cubicBezTo>
                      <a:pt x="678371" y="425640"/>
                      <a:pt x="678352" y="426253"/>
                      <a:pt x="678333" y="426884"/>
                    </a:cubicBezTo>
                    <a:cubicBezTo>
                      <a:pt x="678274" y="428842"/>
                      <a:pt x="678222" y="430800"/>
                      <a:pt x="678169" y="432758"/>
                    </a:cubicBezTo>
                    <a:cubicBezTo>
                      <a:pt x="678131" y="434085"/>
                      <a:pt x="678092" y="435412"/>
                      <a:pt x="678052" y="436739"/>
                    </a:cubicBezTo>
                    <a:cubicBezTo>
                      <a:pt x="677957" y="439993"/>
                      <a:pt x="677866" y="443247"/>
                      <a:pt x="677778" y="446501"/>
                    </a:cubicBezTo>
                    <a:cubicBezTo>
                      <a:pt x="677065" y="446754"/>
                      <a:pt x="676352" y="447008"/>
                      <a:pt x="675617" y="447269"/>
                    </a:cubicBezTo>
                    <a:cubicBezTo>
                      <a:pt x="673166" y="448082"/>
                      <a:pt x="673166" y="448082"/>
                      <a:pt x="672139" y="450300"/>
                    </a:cubicBezTo>
                    <a:cubicBezTo>
                      <a:pt x="671453" y="453029"/>
                      <a:pt x="671378" y="455309"/>
                      <a:pt x="671465" y="458121"/>
                    </a:cubicBezTo>
                    <a:cubicBezTo>
                      <a:pt x="671568" y="464127"/>
                      <a:pt x="671175" y="470020"/>
                      <a:pt x="670628" y="475998"/>
                    </a:cubicBezTo>
                    <a:cubicBezTo>
                      <a:pt x="669909" y="476127"/>
                      <a:pt x="669190" y="476256"/>
                      <a:pt x="668449" y="476389"/>
                    </a:cubicBezTo>
                    <a:cubicBezTo>
                      <a:pt x="666229" y="476660"/>
                      <a:pt x="666229" y="476660"/>
                      <a:pt x="665264" y="477785"/>
                    </a:cubicBezTo>
                    <a:cubicBezTo>
                      <a:pt x="665122" y="479832"/>
                      <a:pt x="665040" y="481883"/>
                      <a:pt x="664982" y="483934"/>
                    </a:cubicBezTo>
                    <a:cubicBezTo>
                      <a:pt x="664963" y="484548"/>
                      <a:pt x="664944" y="485162"/>
                      <a:pt x="664925" y="485794"/>
                    </a:cubicBezTo>
                    <a:cubicBezTo>
                      <a:pt x="664867" y="487761"/>
                      <a:pt x="664814" y="489729"/>
                      <a:pt x="664762" y="491696"/>
                    </a:cubicBezTo>
                    <a:cubicBezTo>
                      <a:pt x="664723" y="493027"/>
                      <a:pt x="664684" y="494358"/>
                      <a:pt x="664645" y="495688"/>
                    </a:cubicBezTo>
                    <a:cubicBezTo>
                      <a:pt x="664549" y="498957"/>
                      <a:pt x="664458" y="502226"/>
                      <a:pt x="664371" y="505495"/>
                    </a:cubicBezTo>
                    <a:cubicBezTo>
                      <a:pt x="662896" y="505790"/>
                      <a:pt x="661421" y="506084"/>
                      <a:pt x="659901" y="506388"/>
                    </a:cubicBezTo>
                    <a:cubicBezTo>
                      <a:pt x="658918" y="509340"/>
                      <a:pt x="658823" y="511699"/>
                      <a:pt x="658725" y="514807"/>
                    </a:cubicBezTo>
                    <a:cubicBezTo>
                      <a:pt x="658687" y="515927"/>
                      <a:pt x="658650" y="517048"/>
                      <a:pt x="658611" y="518202"/>
                    </a:cubicBezTo>
                    <a:cubicBezTo>
                      <a:pt x="658559" y="519959"/>
                      <a:pt x="658559" y="519959"/>
                      <a:pt x="658505" y="521751"/>
                    </a:cubicBezTo>
                    <a:cubicBezTo>
                      <a:pt x="658466" y="522945"/>
                      <a:pt x="658427" y="524138"/>
                      <a:pt x="658388" y="525332"/>
                    </a:cubicBezTo>
                    <a:cubicBezTo>
                      <a:pt x="658293" y="528254"/>
                      <a:pt x="658202" y="531176"/>
                      <a:pt x="658114" y="534097"/>
                    </a:cubicBezTo>
                    <a:cubicBezTo>
                      <a:pt x="656639" y="534097"/>
                      <a:pt x="655164" y="534097"/>
                      <a:pt x="653645" y="534097"/>
                    </a:cubicBezTo>
                    <a:cubicBezTo>
                      <a:pt x="651817" y="537265"/>
                      <a:pt x="651618" y="539105"/>
                      <a:pt x="650963" y="543036"/>
                    </a:cubicBezTo>
                    <a:cubicBezTo>
                      <a:pt x="593444" y="543036"/>
                      <a:pt x="535926" y="543036"/>
                      <a:pt x="476664" y="543036"/>
                    </a:cubicBezTo>
                    <a:cubicBezTo>
                      <a:pt x="475770" y="535885"/>
                      <a:pt x="475770" y="535885"/>
                      <a:pt x="475826" y="532924"/>
                    </a:cubicBezTo>
                    <a:cubicBezTo>
                      <a:pt x="475980" y="530318"/>
                      <a:pt x="475980" y="530318"/>
                      <a:pt x="473982" y="527841"/>
                    </a:cubicBezTo>
                    <a:cubicBezTo>
                      <a:pt x="472507" y="527546"/>
                      <a:pt x="471033" y="527251"/>
                      <a:pt x="469513" y="526947"/>
                    </a:cubicBezTo>
                    <a:cubicBezTo>
                      <a:pt x="469218" y="519278"/>
                      <a:pt x="468923" y="511608"/>
                      <a:pt x="468619" y="503707"/>
                    </a:cubicBezTo>
                    <a:cubicBezTo>
                      <a:pt x="466849" y="503707"/>
                      <a:pt x="465080" y="503707"/>
                      <a:pt x="463256" y="503707"/>
                    </a:cubicBezTo>
                    <a:cubicBezTo>
                      <a:pt x="463239" y="503125"/>
                      <a:pt x="463221" y="502544"/>
                      <a:pt x="463203" y="501944"/>
                    </a:cubicBezTo>
                    <a:cubicBezTo>
                      <a:pt x="463117" y="499310"/>
                      <a:pt x="463019" y="496676"/>
                      <a:pt x="462921" y="494042"/>
                    </a:cubicBezTo>
                    <a:cubicBezTo>
                      <a:pt x="462893" y="493127"/>
                      <a:pt x="462866" y="492211"/>
                      <a:pt x="462837" y="491268"/>
                    </a:cubicBezTo>
                    <a:cubicBezTo>
                      <a:pt x="462785" y="489950"/>
                      <a:pt x="462785" y="489950"/>
                      <a:pt x="462732" y="488606"/>
                    </a:cubicBezTo>
                    <a:cubicBezTo>
                      <a:pt x="462704" y="487796"/>
                      <a:pt x="462676" y="486986"/>
                      <a:pt x="462647" y="486152"/>
                    </a:cubicBezTo>
                    <a:cubicBezTo>
                      <a:pt x="462487" y="483805"/>
                      <a:pt x="462487" y="483805"/>
                      <a:pt x="460575" y="481361"/>
                    </a:cubicBezTo>
                    <a:cubicBezTo>
                      <a:pt x="459395" y="481361"/>
                      <a:pt x="458215" y="481361"/>
                      <a:pt x="456999" y="481361"/>
                    </a:cubicBezTo>
                    <a:cubicBezTo>
                      <a:pt x="456956" y="480207"/>
                      <a:pt x="456912" y="479054"/>
                      <a:pt x="456867" y="477866"/>
                    </a:cubicBezTo>
                    <a:cubicBezTo>
                      <a:pt x="456800" y="476331"/>
                      <a:pt x="456732" y="474796"/>
                      <a:pt x="456664" y="473260"/>
                    </a:cubicBezTo>
                    <a:cubicBezTo>
                      <a:pt x="456623" y="472124"/>
                      <a:pt x="456623" y="472124"/>
                      <a:pt x="456580" y="470965"/>
                    </a:cubicBezTo>
                    <a:cubicBezTo>
                      <a:pt x="456369" y="466401"/>
                      <a:pt x="455765" y="462458"/>
                      <a:pt x="454318" y="458121"/>
                    </a:cubicBezTo>
                    <a:cubicBezTo>
                      <a:pt x="453138" y="458121"/>
                      <a:pt x="451958" y="458121"/>
                      <a:pt x="450742" y="458121"/>
                    </a:cubicBezTo>
                    <a:cubicBezTo>
                      <a:pt x="449479" y="454330"/>
                      <a:pt x="449840" y="450591"/>
                      <a:pt x="449962" y="446641"/>
                    </a:cubicBezTo>
                    <a:cubicBezTo>
                      <a:pt x="450030" y="442364"/>
                      <a:pt x="449416" y="438942"/>
                      <a:pt x="448061" y="434881"/>
                    </a:cubicBezTo>
                    <a:cubicBezTo>
                      <a:pt x="446586" y="434586"/>
                      <a:pt x="445111" y="434291"/>
                      <a:pt x="443592" y="433987"/>
                    </a:cubicBezTo>
                    <a:cubicBezTo>
                      <a:pt x="443297" y="426908"/>
                      <a:pt x="443002" y="419829"/>
                      <a:pt x="442698" y="412535"/>
                    </a:cubicBezTo>
                    <a:cubicBezTo>
                      <a:pt x="440928" y="411945"/>
                      <a:pt x="439158" y="411355"/>
                      <a:pt x="437335" y="410747"/>
                    </a:cubicBezTo>
                    <a:cubicBezTo>
                      <a:pt x="437317" y="410225"/>
                      <a:pt x="437299" y="409702"/>
                      <a:pt x="437281" y="409163"/>
                    </a:cubicBezTo>
                    <a:cubicBezTo>
                      <a:pt x="437196" y="406786"/>
                      <a:pt x="437098" y="404409"/>
                      <a:pt x="437000" y="402032"/>
                    </a:cubicBezTo>
                    <a:cubicBezTo>
                      <a:pt x="436958" y="400798"/>
                      <a:pt x="436958" y="400798"/>
                      <a:pt x="436916" y="399539"/>
                    </a:cubicBezTo>
                    <a:cubicBezTo>
                      <a:pt x="436881" y="398744"/>
                      <a:pt x="436847" y="397949"/>
                      <a:pt x="436811" y="397130"/>
                    </a:cubicBezTo>
                    <a:cubicBezTo>
                      <a:pt x="436769" y="396035"/>
                      <a:pt x="436769" y="396035"/>
                      <a:pt x="436726" y="394917"/>
                    </a:cubicBezTo>
                    <a:cubicBezTo>
                      <a:pt x="436420" y="392720"/>
                      <a:pt x="435749" y="391210"/>
                      <a:pt x="434653" y="389295"/>
                    </a:cubicBezTo>
                    <a:cubicBezTo>
                      <a:pt x="433473" y="389295"/>
                      <a:pt x="432294" y="389295"/>
                      <a:pt x="431078" y="389295"/>
                    </a:cubicBezTo>
                    <a:cubicBezTo>
                      <a:pt x="431060" y="388691"/>
                      <a:pt x="431042" y="388087"/>
                      <a:pt x="431024" y="387465"/>
                    </a:cubicBezTo>
                    <a:cubicBezTo>
                      <a:pt x="430939" y="384723"/>
                      <a:pt x="430841" y="381981"/>
                      <a:pt x="430743" y="379239"/>
                    </a:cubicBezTo>
                    <a:cubicBezTo>
                      <a:pt x="430701" y="377814"/>
                      <a:pt x="430701" y="377814"/>
                      <a:pt x="430659" y="376359"/>
                    </a:cubicBezTo>
                    <a:cubicBezTo>
                      <a:pt x="430624" y="375443"/>
                      <a:pt x="430590" y="374527"/>
                      <a:pt x="430554" y="373583"/>
                    </a:cubicBezTo>
                    <a:cubicBezTo>
                      <a:pt x="430512" y="372319"/>
                      <a:pt x="430512" y="372319"/>
                      <a:pt x="430469" y="371030"/>
                    </a:cubicBezTo>
                    <a:cubicBezTo>
                      <a:pt x="430166" y="368594"/>
                      <a:pt x="429868" y="367133"/>
                      <a:pt x="428396" y="365161"/>
                    </a:cubicBezTo>
                    <a:cubicBezTo>
                      <a:pt x="426922" y="364866"/>
                      <a:pt x="425447" y="364571"/>
                      <a:pt x="423927" y="364268"/>
                    </a:cubicBezTo>
                    <a:cubicBezTo>
                      <a:pt x="423632" y="356893"/>
                      <a:pt x="423337" y="349519"/>
                      <a:pt x="423033" y="341922"/>
                    </a:cubicBezTo>
                    <a:cubicBezTo>
                      <a:pt x="421264" y="341922"/>
                      <a:pt x="419494" y="341922"/>
                      <a:pt x="417670" y="341922"/>
                    </a:cubicBezTo>
                    <a:cubicBezTo>
                      <a:pt x="417648" y="341335"/>
                      <a:pt x="417626" y="340749"/>
                      <a:pt x="417602" y="340145"/>
                    </a:cubicBezTo>
                    <a:cubicBezTo>
                      <a:pt x="417499" y="337497"/>
                      <a:pt x="417389" y="334849"/>
                      <a:pt x="417279" y="332201"/>
                    </a:cubicBezTo>
                    <a:cubicBezTo>
                      <a:pt x="417244" y="331278"/>
                      <a:pt x="417209" y="330355"/>
                      <a:pt x="417173" y="329404"/>
                    </a:cubicBezTo>
                    <a:cubicBezTo>
                      <a:pt x="417135" y="328523"/>
                      <a:pt x="417098" y="327641"/>
                      <a:pt x="417059" y="326733"/>
                    </a:cubicBezTo>
                    <a:cubicBezTo>
                      <a:pt x="417027" y="325919"/>
                      <a:pt x="416994" y="325104"/>
                      <a:pt x="416960" y="324265"/>
                    </a:cubicBezTo>
                    <a:cubicBezTo>
                      <a:pt x="416896" y="322226"/>
                      <a:pt x="416896" y="322226"/>
                      <a:pt x="415883" y="320469"/>
                    </a:cubicBezTo>
                    <a:cubicBezTo>
                      <a:pt x="414408" y="320469"/>
                      <a:pt x="412933" y="320469"/>
                      <a:pt x="411413" y="320469"/>
                    </a:cubicBezTo>
                    <a:cubicBezTo>
                      <a:pt x="411118" y="312800"/>
                      <a:pt x="410823" y="305131"/>
                      <a:pt x="410520" y="297229"/>
                    </a:cubicBezTo>
                    <a:cubicBezTo>
                      <a:pt x="408750" y="296640"/>
                      <a:pt x="406980" y="296050"/>
                      <a:pt x="405157" y="295442"/>
                    </a:cubicBezTo>
                    <a:cubicBezTo>
                      <a:pt x="404249" y="285573"/>
                      <a:pt x="404249" y="285573"/>
                      <a:pt x="404319" y="281196"/>
                    </a:cubicBezTo>
                    <a:cubicBezTo>
                      <a:pt x="404259" y="278276"/>
                      <a:pt x="404013" y="276480"/>
                      <a:pt x="402475" y="273990"/>
                    </a:cubicBezTo>
                    <a:cubicBezTo>
                      <a:pt x="401000" y="273695"/>
                      <a:pt x="399525" y="273400"/>
                      <a:pt x="398006" y="273096"/>
                    </a:cubicBezTo>
                    <a:cubicBezTo>
                      <a:pt x="397711" y="265427"/>
                      <a:pt x="397416" y="257757"/>
                      <a:pt x="397112" y="249856"/>
                    </a:cubicBezTo>
                    <a:cubicBezTo>
                      <a:pt x="395342" y="249856"/>
                      <a:pt x="393572" y="249856"/>
                      <a:pt x="391749" y="249856"/>
                    </a:cubicBezTo>
                    <a:cubicBezTo>
                      <a:pt x="391454" y="242777"/>
                      <a:pt x="391159" y="235697"/>
                      <a:pt x="390855" y="228404"/>
                    </a:cubicBezTo>
                    <a:cubicBezTo>
                      <a:pt x="389970" y="228404"/>
                      <a:pt x="389085" y="228404"/>
                      <a:pt x="388174" y="228404"/>
                    </a:cubicBezTo>
                    <a:cubicBezTo>
                      <a:pt x="385669" y="232646"/>
                      <a:pt x="385212" y="235631"/>
                      <a:pt x="385380" y="240526"/>
                    </a:cubicBezTo>
                    <a:cubicBezTo>
                      <a:pt x="385498" y="244407"/>
                      <a:pt x="385541" y="247866"/>
                      <a:pt x="384598" y="251644"/>
                    </a:cubicBezTo>
                    <a:cubicBezTo>
                      <a:pt x="383123" y="251938"/>
                      <a:pt x="381648" y="252233"/>
                      <a:pt x="380129" y="252537"/>
                    </a:cubicBezTo>
                    <a:cubicBezTo>
                      <a:pt x="379482" y="255497"/>
                      <a:pt x="379089" y="258328"/>
                      <a:pt x="378952" y="261354"/>
                    </a:cubicBezTo>
                    <a:cubicBezTo>
                      <a:pt x="378915" y="262146"/>
                      <a:pt x="378877" y="262938"/>
                      <a:pt x="378839" y="263754"/>
                    </a:cubicBezTo>
                    <a:cubicBezTo>
                      <a:pt x="378786" y="264977"/>
                      <a:pt x="378786" y="264977"/>
                      <a:pt x="378732" y="266224"/>
                    </a:cubicBezTo>
                    <a:cubicBezTo>
                      <a:pt x="378694" y="267057"/>
                      <a:pt x="378655" y="267889"/>
                      <a:pt x="378615" y="268747"/>
                    </a:cubicBezTo>
                    <a:cubicBezTo>
                      <a:pt x="378521" y="270792"/>
                      <a:pt x="378430" y="272838"/>
                      <a:pt x="378341" y="274883"/>
                    </a:cubicBezTo>
                    <a:cubicBezTo>
                      <a:pt x="377622" y="275012"/>
                      <a:pt x="376903" y="275141"/>
                      <a:pt x="376163" y="275274"/>
                    </a:cubicBezTo>
                    <a:cubicBezTo>
                      <a:pt x="373943" y="275546"/>
                      <a:pt x="373943" y="275546"/>
                      <a:pt x="372978" y="276671"/>
                    </a:cubicBezTo>
                    <a:cubicBezTo>
                      <a:pt x="372837" y="278326"/>
                      <a:pt x="372754" y="279986"/>
                      <a:pt x="372695" y="281647"/>
                    </a:cubicBezTo>
                    <a:cubicBezTo>
                      <a:pt x="372658" y="282652"/>
                      <a:pt x="372620" y="283657"/>
                      <a:pt x="372582" y="284693"/>
                    </a:cubicBezTo>
                    <a:cubicBezTo>
                      <a:pt x="372547" y="285751"/>
                      <a:pt x="372512" y="286810"/>
                      <a:pt x="372475" y="287900"/>
                    </a:cubicBezTo>
                    <a:cubicBezTo>
                      <a:pt x="372437" y="288962"/>
                      <a:pt x="372398" y="290024"/>
                      <a:pt x="372358" y="291117"/>
                    </a:cubicBezTo>
                    <a:cubicBezTo>
                      <a:pt x="372263" y="293751"/>
                      <a:pt x="372172" y="296384"/>
                      <a:pt x="372084" y="299017"/>
                    </a:cubicBezTo>
                    <a:cubicBezTo>
                      <a:pt x="371365" y="299128"/>
                      <a:pt x="370646" y="299238"/>
                      <a:pt x="369906" y="299352"/>
                    </a:cubicBezTo>
                    <a:cubicBezTo>
                      <a:pt x="369150" y="299537"/>
                      <a:pt x="368394" y="299721"/>
                      <a:pt x="367615" y="299911"/>
                    </a:cubicBezTo>
                    <a:cubicBezTo>
                      <a:pt x="366540" y="302061"/>
                      <a:pt x="366540" y="303579"/>
                      <a:pt x="366439" y="305979"/>
                    </a:cubicBezTo>
                    <a:cubicBezTo>
                      <a:pt x="366401" y="306820"/>
                      <a:pt x="366364" y="307662"/>
                      <a:pt x="366325" y="308528"/>
                    </a:cubicBezTo>
                    <a:cubicBezTo>
                      <a:pt x="366290" y="309408"/>
                      <a:pt x="366255" y="310289"/>
                      <a:pt x="366219" y="311196"/>
                    </a:cubicBezTo>
                    <a:cubicBezTo>
                      <a:pt x="366180" y="312083"/>
                      <a:pt x="366141" y="312970"/>
                      <a:pt x="366102" y="313884"/>
                    </a:cubicBezTo>
                    <a:cubicBezTo>
                      <a:pt x="366007" y="316079"/>
                      <a:pt x="365915" y="318274"/>
                      <a:pt x="365827" y="320469"/>
                    </a:cubicBezTo>
                    <a:cubicBezTo>
                      <a:pt x="364528" y="320856"/>
                      <a:pt x="364528" y="320856"/>
                      <a:pt x="363202" y="321251"/>
                    </a:cubicBezTo>
                    <a:cubicBezTo>
                      <a:pt x="360369" y="321937"/>
                      <a:pt x="360369" y="321937"/>
                      <a:pt x="359571" y="324045"/>
                    </a:cubicBezTo>
                    <a:cubicBezTo>
                      <a:pt x="359529" y="325646"/>
                      <a:pt x="359537" y="327248"/>
                      <a:pt x="359571" y="328849"/>
                    </a:cubicBezTo>
                    <a:cubicBezTo>
                      <a:pt x="359625" y="334443"/>
                      <a:pt x="359229" y="339934"/>
                      <a:pt x="358677" y="345497"/>
                    </a:cubicBezTo>
                    <a:cubicBezTo>
                      <a:pt x="357202" y="345497"/>
                      <a:pt x="355727" y="345497"/>
                      <a:pt x="354208" y="345497"/>
                    </a:cubicBezTo>
                    <a:cubicBezTo>
                      <a:pt x="353438" y="348203"/>
                      <a:pt x="353151" y="350719"/>
                      <a:pt x="353031" y="353527"/>
                    </a:cubicBezTo>
                    <a:cubicBezTo>
                      <a:pt x="352993" y="354363"/>
                      <a:pt x="352956" y="355198"/>
                      <a:pt x="352917" y="356059"/>
                    </a:cubicBezTo>
                    <a:cubicBezTo>
                      <a:pt x="352865" y="357357"/>
                      <a:pt x="352865" y="357357"/>
                      <a:pt x="352811" y="358681"/>
                    </a:cubicBezTo>
                    <a:cubicBezTo>
                      <a:pt x="352772" y="359560"/>
                      <a:pt x="352734" y="360439"/>
                      <a:pt x="352694" y="361345"/>
                    </a:cubicBezTo>
                    <a:cubicBezTo>
                      <a:pt x="352599" y="363511"/>
                      <a:pt x="352508" y="365677"/>
                      <a:pt x="352420" y="367843"/>
                    </a:cubicBezTo>
                    <a:cubicBezTo>
                      <a:pt x="351701" y="367954"/>
                      <a:pt x="350982" y="368064"/>
                      <a:pt x="350241" y="368178"/>
                    </a:cubicBezTo>
                    <a:cubicBezTo>
                      <a:pt x="349485" y="368362"/>
                      <a:pt x="348729" y="368547"/>
                      <a:pt x="347951" y="368737"/>
                    </a:cubicBezTo>
                    <a:cubicBezTo>
                      <a:pt x="346826" y="370986"/>
                      <a:pt x="346871" y="372681"/>
                      <a:pt x="346774" y="375196"/>
                    </a:cubicBezTo>
                    <a:cubicBezTo>
                      <a:pt x="346737" y="376118"/>
                      <a:pt x="346699" y="377040"/>
                      <a:pt x="346661" y="377989"/>
                    </a:cubicBezTo>
                    <a:cubicBezTo>
                      <a:pt x="346625" y="378955"/>
                      <a:pt x="346590" y="379921"/>
                      <a:pt x="346554" y="380915"/>
                    </a:cubicBezTo>
                    <a:cubicBezTo>
                      <a:pt x="346515" y="381888"/>
                      <a:pt x="346477" y="382860"/>
                      <a:pt x="346437" y="383862"/>
                    </a:cubicBezTo>
                    <a:cubicBezTo>
                      <a:pt x="346342" y="386269"/>
                      <a:pt x="346251" y="388676"/>
                      <a:pt x="346163" y="391083"/>
                    </a:cubicBezTo>
                    <a:cubicBezTo>
                      <a:pt x="344688" y="391083"/>
                      <a:pt x="343213" y="391083"/>
                      <a:pt x="341694" y="391083"/>
                    </a:cubicBezTo>
                    <a:cubicBezTo>
                      <a:pt x="339330" y="395487"/>
                      <a:pt x="339768" y="399813"/>
                      <a:pt x="339906" y="404658"/>
                    </a:cubicBezTo>
                    <a:cubicBezTo>
                      <a:pt x="339952" y="406272"/>
                      <a:pt x="339989" y="407886"/>
                      <a:pt x="340018" y="409501"/>
                    </a:cubicBezTo>
                    <a:cubicBezTo>
                      <a:pt x="340039" y="410212"/>
                      <a:pt x="340059" y="410923"/>
                      <a:pt x="340081" y="411656"/>
                    </a:cubicBezTo>
                    <a:cubicBezTo>
                      <a:pt x="339906" y="413429"/>
                      <a:pt x="339906" y="413429"/>
                      <a:pt x="338118" y="415217"/>
                    </a:cubicBezTo>
                    <a:cubicBezTo>
                      <a:pt x="337233" y="415217"/>
                      <a:pt x="336349" y="415217"/>
                      <a:pt x="335437" y="415217"/>
                    </a:cubicBezTo>
                    <a:cubicBezTo>
                      <a:pt x="333162" y="419609"/>
                      <a:pt x="333255" y="424069"/>
                      <a:pt x="333091" y="428903"/>
                    </a:cubicBezTo>
                    <a:cubicBezTo>
                      <a:pt x="333056" y="429736"/>
                      <a:pt x="333021" y="430568"/>
                      <a:pt x="332986" y="431426"/>
                    </a:cubicBezTo>
                    <a:cubicBezTo>
                      <a:pt x="332902" y="433471"/>
                      <a:pt x="332825" y="435517"/>
                      <a:pt x="332755" y="437563"/>
                    </a:cubicBezTo>
                    <a:cubicBezTo>
                      <a:pt x="332036" y="437692"/>
                      <a:pt x="331317" y="437821"/>
                      <a:pt x="330577" y="437954"/>
                    </a:cubicBezTo>
                    <a:cubicBezTo>
                      <a:pt x="328357" y="438225"/>
                      <a:pt x="328357" y="438225"/>
                      <a:pt x="327392" y="439350"/>
                    </a:cubicBezTo>
                    <a:cubicBezTo>
                      <a:pt x="327251" y="441071"/>
                      <a:pt x="327168" y="442796"/>
                      <a:pt x="327109" y="444521"/>
                    </a:cubicBezTo>
                    <a:cubicBezTo>
                      <a:pt x="327072" y="445567"/>
                      <a:pt x="327035" y="446613"/>
                      <a:pt x="326996" y="447690"/>
                    </a:cubicBezTo>
                    <a:cubicBezTo>
                      <a:pt x="326943" y="449341"/>
                      <a:pt x="326943" y="449341"/>
                      <a:pt x="326890" y="451026"/>
                    </a:cubicBezTo>
                    <a:cubicBezTo>
                      <a:pt x="326851" y="452130"/>
                      <a:pt x="326812" y="453235"/>
                      <a:pt x="326773" y="454373"/>
                    </a:cubicBezTo>
                    <a:cubicBezTo>
                      <a:pt x="326677" y="457112"/>
                      <a:pt x="326586" y="459851"/>
                      <a:pt x="326498" y="462590"/>
                    </a:cubicBezTo>
                    <a:cubicBezTo>
                      <a:pt x="325024" y="462590"/>
                      <a:pt x="323549" y="462590"/>
                      <a:pt x="322029" y="462590"/>
                    </a:cubicBezTo>
                    <a:cubicBezTo>
                      <a:pt x="320929" y="464790"/>
                      <a:pt x="320951" y="466396"/>
                      <a:pt x="320853" y="468854"/>
                    </a:cubicBezTo>
                    <a:cubicBezTo>
                      <a:pt x="320815" y="469735"/>
                      <a:pt x="320778" y="470617"/>
                      <a:pt x="320739" y="471525"/>
                    </a:cubicBezTo>
                    <a:cubicBezTo>
                      <a:pt x="320704" y="472448"/>
                      <a:pt x="320669" y="473371"/>
                      <a:pt x="320633" y="474322"/>
                    </a:cubicBezTo>
                    <a:cubicBezTo>
                      <a:pt x="320594" y="475252"/>
                      <a:pt x="320555" y="476181"/>
                      <a:pt x="320516" y="477139"/>
                    </a:cubicBezTo>
                    <a:cubicBezTo>
                      <a:pt x="320421" y="479440"/>
                      <a:pt x="320329" y="481741"/>
                      <a:pt x="320242" y="484042"/>
                    </a:cubicBezTo>
                    <a:cubicBezTo>
                      <a:pt x="318472" y="484042"/>
                      <a:pt x="316702" y="484042"/>
                      <a:pt x="314879" y="484042"/>
                    </a:cubicBezTo>
                    <a:cubicBezTo>
                      <a:pt x="314861" y="484710"/>
                      <a:pt x="314843" y="485377"/>
                      <a:pt x="314825" y="486065"/>
                    </a:cubicBezTo>
                    <a:cubicBezTo>
                      <a:pt x="314740" y="489078"/>
                      <a:pt x="314642" y="492091"/>
                      <a:pt x="314543" y="495104"/>
                    </a:cubicBezTo>
                    <a:cubicBezTo>
                      <a:pt x="314502" y="496680"/>
                      <a:pt x="314502" y="496680"/>
                      <a:pt x="314460" y="498288"/>
                    </a:cubicBezTo>
                    <a:cubicBezTo>
                      <a:pt x="314425" y="499290"/>
                      <a:pt x="314390" y="500293"/>
                      <a:pt x="314355" y="501326"/>
                    </a:cubicBezTo>
                    <a:cubicBezTo>
                      <a:pt x="314327" y="502252"/>
                      <a:pt x="314299" y="503179"/>
                      <a:pt x="314270" y="504134"/>
                    </a:cubicBezTo>
                    <a:cubicBezTo>
                      <a:pt x="313985" y="506388"/>
                      <a:pt x="313985" y="506388"/>
                      <a:pt x="312197" y="508176"/>
                    </a:cubicBezTo>
                    <a:cubicBezTo>
                      <a:pt x="311589" y="508324"/>
                      <a:pt x="310980" y="508471"/>
                      <a:pt x="310353" y="508623"/>
                    </a:cubicBezTo>
                    <a:cubicBezTo>
                      <a:pt x="309782" y="508770"/>
                      <a:pt x="309210" y="508918"/>
                      <a:pt x="308622" y="509070"/>
                    </a:cubicBezTo>
                    <a:cubicBezTo>
                      <a:pt x="307497" y="511319"/>
                      <a:pt x="307542" y="513014"/>
                      <a:pt x="307445" y="515529"/>
                    </a:cubicBezTo>
                    <a:cubicBezTo>
                      <a:pt x="307408" y="516451"/>
                      <a:pt x="307370" y="517373"/>
                      <a:pt x="307331" y="518323"/>
                    </a:cubicBezTo>
                    <a:cubicBezTo>
                      <a:pt x="307279" y="519771"/>
                      <a:pt x="307279" y="519771"/>
                      <a:pt x="307225" y="521248"/>
                    </a:cubicBezTo>
                    <a:cubicBezTo>
                      <a:pt x="307186" y="522221"/>
                      <a:pt x="307148" y="523193"/>
                      <a:pt x="307108" y="524195"/>
                    </a:cubicBezTo>
                    <a:cubicBezTo>
                      <a:pt x="307013" y="526602"/>
                      <a:pt x="306922" y="529009"/>
                      <a:pt x="306834" y="531416"/>
                    </a:cubicBezTo>
                    <a:cubicBezTo>
                      <a:pt x="305359" y="531711"/>
                      <a:pt x="303884" y="532006"/>
                      <a:pt x="302365" y="532310"/>
                    </a:cubicBezTo>
                    <a:cubicBezTo>
                      <a:pt x="301775" y="535849"/>
                      <a:pt x="301185" y="539389"/>
                      <a:pt x="300577" y="543036"/>
                    </a:cubicBezTo>
                    <a:cubicBezTo>
                      <a:pt x="242763" y="543036"/>
                      <a:pt x="184950" y="543036"/>
                      <a:pt x="125384" y="543036"/>
                    </a:cubicBezTo>
                    <a:cubicBezTo>
                      <a:pt x="125089" y="539791"/>
                      <a:pt x="124794" y="536547"/>
                      <a:pt x="124490" y="533204"/>
                    </a:cubicBezTo>
                    <a:cubicBezTo>
                      <a:pt x="123181" y="529550"/>
                      <a:pt x="123181" y="529550"/>
                      <a:pt x="120803" y="528958"/>
                    </a:cubicBezTo>
                    <a:cubicBezTo>
                      <a:pt x="120250" y="528884"/>
                      <a:pt x="119697" y="528810"/>
                      <a:pt x="119127" y="528734"/>
                    </a:cubicBezTo>
                    <a:cubicBezTo>
                      <a:pt x="119109" y="528022"/>
                      <a:pt x="119092" y="527310"/>
                      <a:pt x="119073" y="526576"/>
                    </a:cubicBezTo>
                    <a:cubicBezTo>
                      <a:pt x="118988" y="523347"/>
                      <a:pt x="118890" y="520119"/>
                      <a:pt x="118792" y="516891"/>
                    </a:cubicBezTo>
                    <a:cubicBezTo>
                      <a:pt x="118751" y="515209"/>
                      <a:pt x="118751" y="515209"/>
                      <a:pt x="118708" y="513494"/>
                    </a:cubicBezTo>
                    <a:cubicBezTo>
                      <a:pt x="118674" y="512416"/>
                      <a:pt x="118639" y="511339"/>
                      <a:pt x="118603" y="510229"/>
                    </a:cubicBezTo>
                    <a:cubicBezTo>
                      <a:pt x="118575" y="509237"/>
                      <a:pt x="118547" y="508244"/>
                      <a:pt x="118518" y="507222"/>
                    </a:cubicBezTo>
                    <a:cubicBezTo>
                      <a:pt x="118236" y="504625"/>
                      <a:pt x="118039" y="503092"/>
                      <a:pt x="116446" y="501025"/>
                    </a:cubicBezTo>
                    <a:cubicBezTo>
                      <a:pt x="114162" y="500300"/>
                      <a:pt x="114162" y="500300"/>
                      <a:pt x="111976" y="500131"/>
                    </a:cubicBezTo>
                    <a:cubicBezTo>
                      <a:pt x="111954" y="499329"/>
                      <a:pt x="111932" y="498526"/>
                      <a:pt x="111909" y="497698"/>
                    </a:cubicBezTo>
                    <a:cubicBezTo>
                      <a:pt x="111824" y="494723"/>
                      <a:pt x="111735" y="491748"/>
                      <a:pt x="111644" y="488773"/>
                    </a:cubicBezTo>
                    <a:cubicBezTo>
                      <a:pt x="111605" y="487485"/>
                      <a:pt x="111568" y="486196"/>
                      <a:pt x="111532" y="484908"/>
                    </a:cubicBezTo>
                    <a:cubicBezTo>
                      <a:pt x="111480" y="483057"/>
                      <a:pt x="111423" y="481207"/>
                      <a:pt x="111365" y="479357"/>
                    </a:cubicBezTo>
                    <a:cubicBezTo>
                      <a:pt x="111333" y="478243"/>
                      <a:pt x="111300" y="477129"/>
                      <a:pt x="111266" y="475981"/>
                    </a:cubicBezTo>
                    <a:cubicBezTo>
                      <a:pt x="111259" y="473382"/>
                      <a:pt x="111259" y="473382"/>
                      <a:pt x="110189" y="471529"/>
                    </a:cubicBezTo>
                    <a:cubicBezTo>
                      <a:pt x="108714" y="471234"/>
                      <a:pt x="107239" y="470939"/>
                      <a:pt x="105720" y="470635"/>
                    </a:cubicBezTo>
                    <a:cubicBezTo>
                      <a:pt x="105277" y="456919"/>
                      <a:pt x="105277" y="456919"/>
                      <a:pt x="104826" y="442926"/>
                    </a:cubicBezTo>
                    <a:cubicBezTo>
                      <a:pt x="103056" y="442926"/>
                      <a:pt x="101286" y="442926"/>
                      <a:pt x="99463" y="442926"/>
                    </a:cubicBezTo>
                    <a:cubicBezTo>
                      <a:pt x="99436" y="441824"/>
                      <a:pt x="99436" y="441824"/>
                      <a:pt x="99409" y="440699"/>
                    </a:cubicBezTo>
                    <a:cubicBezTo>
                      <a:pt x="99324" y="437363"/>
                      <a:pt x="99226" y="434027"/>
                      <a:pt x="99127" y="430691"/>
                    </a:cubicBezTo>
                    <a:cubicBezTo>
                      <a:pt x="99100" y="429535"/>
                      <a:pt x="99072" y="428379"/>
                      <a:pt x="99044" y="427187"/>
                    </a:cubicBezTo>
                    <a:cubicBezTo>
                      <a:pt x="99009" y="426073"/>
                      <a:pt x="98975" y="424958"/>
                      <a:pt x="98939" y="423809"/>
                    </a:cubicBezTo>
                    <a:cubicBezTo>
                      <a:pt x="98911" y="422784"/>
                      <a:pt x="98883" y="421759"/>
                      <a:pt x="98854" y="420703"/>
                    </a:cubicBezTo>
                    <a:cubicBezTo>
                      <a:pt x="98567" y="417884"/>
                      <a:pt x="98184" y="415892"/>
                      <a:pt x="96781" y="413429"/>
                    </a:cubicBezTo>
                    <a:cubicBezTo>
                      <a:pt x="94957" y="412636"/>
                      <a:pt x="94957" y="412636"/>
                      <a:pt x="93206" y="412535"/>
                    </a:cubicBezTo>
                    <a:cubicBezTo>
                      <a:pt x="93183" y="412009"/>
                      <a:pt x="93161" y="411482"/>
                      <a:pt x="93138" y="410940"/>
                    </a:cubicBezTo>
                    <a:cubicBezTo>
                      <a:pt x="93033" y="408510"/>
                      <a:pt x="92924" y="406081"/>
                      <a:pt x="92815" y="403652"/>
                    </a:cubicBezTo>
                    <a:cubicBezTo>
                      <a:pt x="92780" y="402825"/>
                      <a:pt x="92744" y="401997"/>
                      <a:pt x="92708" y="401144"/>
                    </a:cubicBezTo>
                    <a:cubicBezTo>
                      <a:pt x="92472" y="395968"/>
                      <a:pt x="92046" y="390863"/>
                      <a:pt x="91418" y="385720"/>
                    </a:cubicBezTo>
                    <a:cubicBezTo>
                      <a:pt x="89648" y="385130"/>
                      <a:pt x="87878" y="384540"/>
                      <a:pt x="86055" y="383932"/>
                    </a:cubicBezTo>
                    <a:cubicBezTo>
                      <a:pt x="86033" y="383129"/>
                      <a:pt x="86010" y="382326"/>
                      <a:pt x="85987" y="381499"/>
                    </a:cubicBezTo>
                    <a:cubicBezTo>
                      <a:pt x="85902" y="378524"/>
                      <a:pt x="85813" y="375549"/>
                      <a:pt x="85722" y="372574"/>
                    </a:cubicBezTo>
                    <a:cubicBezTo>
                      <a:pt x="85684" y="371285"/>
                      <a:pt x="85646" y="369997"/>
                      <a:pt x="85611" y="368708"/>
                    </a:cubicBezTo>
                    <a:cubicBezTo>
                      <a:pt x="85559" y="366858"/>
                      <a:pt x="85502" y="365008"/>
                      <a:pt x="85444" y="363157"/>
                    </a:cubicBezTo>
                    <a:cubicBezTo>
                      <a:pt x="85411" y="362043"/>
                      <a:pt x="85378" y="360929"/>
                      <a:pt x="85345" y="359781"/>
                    </a:cubicBezTo>
                    <a:cubicBezTo>
                      <a:pt x="85337" y="357183"/>
                      <a:pt x="85337" y="357183"/>
                      <a:pt x="84267" y="355329"/>
                    </a:cubicBezTo>
                    <a:cubicBezTo>
                      <a:pt x="82793" y="355034"/>
                      <a:pt x="81318" y="354739"/>
                      <a:pt x="79798" y="354435"/>
                    </a:cubicBezTo>
                    <a:cubicBezTo>
                      <a:pt x="79356" y="340719"/>
                      <a:pt x="79356" y="340719"/>
                      <a:pt x="78904" y="326726"/>
                    </a:cubicBezTo>
                    <a:cubicBezTo>
                      <a:pt x="77134" y="326726"/>
                      <a:pt x="75365" y="326726"/>
                      <a:pt x="73541" y="326726"/>
                    </a:cubicBezTo>
                    <a:cubicBezTo>
                      <a:pt x="73515" y="325624"/>
                      <a:pt x="73515" y="325624"/>
                      <a:pt x="73488" y="324500"/>
                    </a:cubicBezTo>
                    <a:cubicBezTo>
                      <a:pt x="73402" y="321163"/>
                      <a:pt x="73304" y="317828"/>
                      <a:pt x="73206" y="314492"/>
                    </a:cubicBezTo>
                    <a:cubicBezTo>
                      <a:pt x="73178" y="313336"/>
                      <a:pt x="73151" y="312179"/>
                      <a:pt x="73122" y="310988"/>
                    </a:cubicBezTo>
                    <a:cubicBezTo>
                      <a:pt x="73088" y="309873"/>
                      <a:pt x="73053" y="308758"/>
                      <a:pt x="73018" y="307610"/>
                    </a:cubicBezTo>
                    <a:cubicBezTo>
                      <a:pt x="72989" y="306585"/>
                      <a:pt x="72961" y="305560"/>
                      <a:pt x="72932" y="304503"/>
                    </a:cubicBezTo>
                    <a:cubicBezTo>
                      <a:pt x="72650" y="301723"/>
                      <a:pt x="72142" y="299706"/>
                      <a:pt x="70860" y="297229"/>
                    </a:cubicBezTo>
                    <a:cubicBezTo>
                      <a:pt x="69059" y="296574"/>
                      <a:pt x="69059" y="296574"/>
                      <a:pt x="67284" y="296336"/>
                    </a:cubicBezTo>
                    <a:cubicBezTo>
                      <a:pt x="66131" y="294029"/>
                      <a:pt x="66318" y="292417"/>
                      <a:pt x="66366" y="289838"/>
                    </a:cubicBezTo>
                    <a:cubicBezTo>
                      <a:pt x="66377" y="288896"/>
                      <a:pt x="66388" y="287954"/>
                      <a:pt x="66399" y="286983"/>
                    </a:cubicBezTo>
                    <a:cubicBezTo>
                      <a:pt x="66431" y="284998"/>
                      <a:pt x="66465" y="283012"/>
                      <a:pt x="66504" y="281027"/>
                    </a:cubicBezTo>
                    <a:cubicBezTo>
                      <a:pt x="66519" y="279609"/>
                      <a:pt x="66519" y="279609"/>
                      <a:pt x="66534" y="278162"/>
                    </a:cubicBezTo>
                    <a:cubicBezTo>
                      <a:pt x="66549" y="277298"/>
                      <a:pt x="66564" y="276434"/>
                      <a:pt x="66579" y="275544"/>
                    </a:cubicBezTo>
                    <a:cubicBezTo>
                      <a:pt x="66377" y="272922"/>
                      <a:pt x="65699" y="271003"/>
                      <a:pt x="64603" y="268627"/>
                    </a:cubicBezTo>
                    <a:cubicBezTo>
                      <a:pt x="63128" y="268627"/>
                      <a:pt x="61653" y="268627"/>
                      <a:pt x="60134" y="268627"/>
                    </a:cubicBezTo>
                    <a:cubicBezTo>
                      <a:pt x="60100" y="267381"/>
                      <a:pt x="60100" y="267381"/>
                      <a:pt x="60066" y="266111"/>
                    </a:cubicBezTo>
                    <a:cubicBezTo>
                      <a:pt x="59981" y="263036"/>
                      <a:pt x="59892" y="259961"/>
                      <a:pt x="59801" y="256886"/>
                    </a:cubicBezTo>
                    <a:cubicBezTo>
                      <a:pt x="59762" y="255554"/>
                      <a:pt x="59725" y="254223"/>
                      <a:pt x="59689" y="252891"/>
                    </a:cubicBezTo>
                    <a:cubicBezTo>
                      <a:pt x="59638" y="250978"/>
                      <a:pt x="59581" y="249066"/>
                      <a:pt x="59523" y="247153"/>
                    </a:cubicBezTo>
                    <a:cubicBezTo>
                      <a:pt x="59490" y="246002"/>
                      <a:pt x="59457" y="244850"/>
                      <a:pt x="59423" y="243664"/>
                    </a:cubicBezTo>
                    <a:cubicBezTo>
                      <a:pt x="59423" y="240995"/>
                      <a:pt x="59423" y="240995"/>
                      <a:pt x="58346" y="239130"/>
                    </a:cubicBezTo>
                    <a:cubicBezTo>
                      <a:pt x="56871" y="239130"/>
                      <a:pt x="55396" y="239130"/>
                      <a:pt x="53877" y="239130"/>
                    </a:cubicBezTo>
                    <a:cubicBezTo>
                      <a:pt x="53850" y="237925"/>
                      <a:pt x="53850" y="237925"/>
                      <a:pt x="53823" y="236697"/>
                    </a:cubicBezTo>
                    <a:cubicBezTo>
                      <a:pt x="53753" y="233721"/>
                      <a:pt x="53676" y="230746"/>
                      <a:pt x="53593" y="227771"/>
                    </a:cubicBezTo>
                    <a:cubicBezTo>
                      <a:pt x="53559" y="226483"/>
                      <a:pt x="53528" y="225195"/>
                      <a:pt x="53500" y="223906"/>
                    </a:cubicBezTo>
                    <a:cubicBezTo>
                      <a:pt x="53459" y="222055"/>
                      <a:pt x="53407" y="220205"/>
                      <a:pt x="53353" y="218355"/>
                    </a:cubicBezTo>
                    <a:cubicBezTo>
                      <a:pt x="53325" y="217241"/>
                      <a:pt x="53297" y="216127"/>
                      <a:pt x="53268" y="214979"/>
                    </a:cubicBezTo>
                    <a:cubicBezTo>
                      <a:pt x="53254" y="212211"/>
                      <a:pt x="53254" y="212211"/>
                      <a:pt x="51195" y="210527"/>
                    </a:cubicBezTo>
                    <a:cubicBezTo>
                      <a:pt x="50015" y="210527"/>
                      <a:pt x="48835" y="210527"/>
                      <a:pt x="47620" y="210527"/>
                    </a:cubicBezTo>
                    <a:cubicBezTo>
                      <a:pt x="47602" y="209856"/>
                      <a:pt x="47584" y="209184"/>
                      <a:pt x="47566" y="208493"/>
                    </a:cubicBezTo>
                    <a:cubicBezTo>
                      <a:pt x="47481" y="205428"/>
                      <a:pt x="47383" y="202363"/>
                      <a:pt x="47285" y="199298"/>
                    </a:cubicBezTo>
                    <a:cubicBezTo>
                      <a:pt x="47257" y="198242"/>
                      <a:pt x="47229" y="197186"/>
                      <a:pt x="47201" y="196098"/>
                    </a:cubicBezTo>
                    <a:cubicBezTo>
                      <a:pt x="47077" y="188356"/>
                      <a:pt x="47077" y="188356"/>
                      <a:pt x="44938" y="181030"/>
                    </a:cubicBezTo>
                    <a:cubicBezTo>
                      <a:pt x="42685" y="179959"/>
                      <a:pt x="42685" y="179959"/>
                      <a:pt x="40469" y="179242"/>
                    </a:cubicBezTo>
                    <a:cubicBezTo>
                      <a:pt x="40478" y="178584"/>
                      <a:pt x="40488" y="177926"/>
                      <a:pt x="40497" y="177248"/>
                    </a:cubicBezTo>
                    <a:cubicBezTo>
                      <a:pt x="40535" y="174263"/>
                      <a:pt x="40558" y="171278"/>
                      <a:pt x="40581" y="168293"/>
                    </a:cubicBezTo>
                    <a:cubicBezTo>
                      <a:pt x="40596" y="167257"/>
                      <a:pt x="40611" y="166221"/>
                      <a:pt x="40626" y="165154"/>
                    </a:cubicBezTo>
                    <a:cubicBezTo>
                      <a:pt x="40632" y="164157"/>
                      <a:pt x="40638" y="163161"/>
                      <a:pt x="40644" y="162134"/>
                    </a:cubicBezTo>
                    <a:cubicBezTo>
                      <a:pt x="40653" y="161216"/>
                      <a:pt x="40662" y="160299"/>
                      <a:pt x="40672" y="159354"/>
                    </a:cubicBezTo>
                    <a:cubicBezTo>
                      <a:pt x="40468" y="156879"/>
                      <a:pt x="39955" y="155427"/>
                      <a:pt x="38681" y="153321"/>
                    </a:cubicBezTo>
                    <a:cubicBezTo>
                      <a:pt x="37207" y="153321"/>
                      <a:pt x="35732" y="153321"/>
                      <a:pt x="34212" y="153321"/>
                    </a:cubicBezTo>
                    <a:cubicBezTo>
                      <a:pt x="34186" y="152164"/>
                      <a:pt x="34186" y="152164"/>
                      <a:pt x="34159" y="150984"/>
                    </a:cubicBezTo>
                    <a:cubicBezTo>
                      <a:pt x="34089" y="148120"/>
                      <a:pt x="34011" y="145257"/>
                      <a:pt x="33929" y="142393"/>
                    </a:cubicBezTo>
                    <a:cubicBezTo>
                      <a:pt x="33894" y="141155"/>
                      <a:pt x="33863" y="139916"/>
                      <a:pt x="33835" y="138677"/>
                    </a:cubicBezTo>
                    <a:cubicBezTo>
                      <a:pt x="33794" y="136895"/>
                      <a:pt x="33742" y="135113"/>
                      <a:pt x="33688" y="133332"/>
                    </a:cubicBezTo>
                    <a:cubicBezTo>
                      <a:pt x="33660" y="132260"/>
                      <a:pt x="33632" y="131188"/>
                      <a:pt x="33603" y="130083"/>
                    </a:cubicBezTo>
                    <a:cubicBezTo>
                      <a:pt x="33511" y="127240"/>
                      <a:pt x="33511" y="127240"/>
                      <a:pt x="31531" y="124718"/>
                    </a:cubicBezTo>
                    <a:cubicBezTo>
                      <a:pt x="30351" y="124718"/>
                      <a:pt x="29171" y="124718"/>
                      <a:pt x="27955" y="124718"/>
                    </a:cubicBezTo>
                    <a:cubicBezTo>
                      <a:pt x="27660" y="114984"/>
                      <a:pt x="27365" y="105250"/>
                      <a:pt x="27061" y="95221"/>
                    </a:cubicBezTo>
                    <a:cubicBezTo>
                      <a:pt x="25292" y="94926"/>
                      <a:pt x="23522" y="94631"/>
                      <a:pt x="21698" y="94327"/>
                    </a:cubicBezTo>
                    <a:cubicBezTo>
                      <a:pt x="21644" y="93205"/>
                      <a:pt x="21590" y="92083"/>
                      <a:pt x="21534" y="90927"/>
                    </a:cubicBezTo>
                    <a:cubicBezTo>
                      <a:pt x="21346" y="87092"/>
                      <a:pt x="21137" y="83259"/>
                      <a:pt x="20919" y="79427"/>
                    </a:cubicBezTo>
                    <a:cubicBezTo>
                      <a:pt x="20825" y="77715"/>
                      <a:pt x="20746" y="76002"/>
                      <a:pt x="20672" y="74289"/>
                    </a:cubicBezTo>
                    <a:cubicBezTo>
                      <a:pt x="20556" y="71720"/>
                      <a:pt x="20556" y="71720"/>
                      <a:pt x="19911" y="68406"/>
                    </a:cubicBezTo>
                    <a:cubicBezTo>
                      <a:pt x="18225" y="67296"/>
                      <a:pt x="18225" y="67296"/>
                      <a:pt x="16335" y="66618"/>
                    </a:cubicBezTo>
                    <a:cubicBezTo>
                      <a:pt x="15745" y="66323"/>
                      <a:pt x="15156" y="66028"/>
                      <a:pt x="14548" y="65724"/>
                    </a:cubicBezTo>
                    <a:cubicBezTo>
                      <a:pt x="14253" y="56580"/>
                      <a:pt x="13958" y="47436"/>
                      <a:pt x="13654" y="38015"/>
                    </a:cubicBezTo>
                    <a:cubicBezTo>
                      <a:pt x="10990" y="37391"/>
                      <a:pt x="10990" y="37391"/>
                      <a:pt x="8291" y="37122"/>
                    </a:cubicBezTo>
                    <a:cubicBezTo>
                      <a:pt x="8278" y="36012"/>
                      <a:pt x="8278" y="36012"/>
                      <a:pt x="8265" y="34881"/>
                    </a:cubicBezTo>
                    <a:cubicBezTo>
                      <a:pt x="8218" y="31530"/>
                      <a:pt x="8143" y="28181"/>
                      <a:pt x="8067" y="24831"/>
                    </a:cubicBezTo>
                    <a:cubicBezTo>
                      <a:pt x="8055" y="23667"/>
                      <a:pt x="8042" y="22504"/>
                      <a:pt x="8029" y="21305"/>
                    </a:cubicBezTo>
                    <a:cubicBezTo>
                      <a:pt x="8000" y="20187"/>
                      <a:pt x="7971" y="19069"/>
                      <a:pt x="7942" y="17918"/>
                    </a:cubicBezTo>
                    <a:cubicBezTo>
                      <a:pt x="7923" y="16888"/>
                      <a:pt x="7904" y="15858"/>
                      <a:pt x="7885" y="14797"/>
                    </a:cubicBezTo>
                    <a:cubicBezTo>
                      <a:pt x="7308" y="11600"/>
                      <a:pt x="6305" y="10535"/>
                      <a:pt x="3822" y="8519"/>
                    </a:cubicBezTo>
                    <a:cubicBezTo>
                      <a:pt x="2937" y="8961"/>
                      <a:pt x="2937" y="8961"/>
                      <a:pt x="2034" y="9412"/>
                    </a:cubicBezTo>
                    <a:cubicBezTo>
                      <a:pt x="2034" y="7348"/>
                      <a:pt x="2034" y="5283"/>
                      <a:pt x="2034" y="3156"/>
                    </a:cubicBezTo>
                    <a:cubicBezTo>
                      <a:pt x="6909" y="1102"/>
                      <a:pt x="10943" y="83"/>
                      <a:pt x="16264" y="140"/>
                    </a:cubicBezTo>
                    <a:close/>
                  </a:path>
                </a:pathLst>
              </a:custGeom>
              <a:grpFill/>
              <a:ln w="894" cap="flat">
                <a:noFill/>
                <a:prstDash val="solid"/>
                <a:miter/>
              </a:ln>
            </p:spPr>
            <p:txBody>
              <a:bodyPr rtlCol="0" anchor="ctr"/>
              <a:lstStyle/>
              <a:p>
                <a:endParaRPr lang="zh-CN" altLang="en-US"/>
              </a:p>
            </p:txBody>
          </p:sp>
          <p:sp>
            <p:nvSpPr>
              <p:cNvPr id="8" name="任意多边形: 形状 7"/>
              <p:cNvSpPr/>
              <p:nvPr/>
            </p:nvSpPr>
            <p:spPr>
              <a:xfrm>
                <a:off x="-113326" y="3441685"/>
                <a:ext cx="758288" cy="542796"/>
              </a:xfrm>
              <a:custGeom>
                <a:avLst/>
                <a:gdLst>
                  <a:gd name="connsiteX0" fmla="*/ 311 w 758288"/>
                  <a:gd name="connsiteY0" fmla="*/ 361 h 542796"/>
                  <a:gd name="connsiteX1" fmla="*/ 63408 w 758288"/>
                  <a:gd name="connsiteY1" fmla="*/ 315 h 542796"/>
                  <a:gd name="connsiteX2" fmla="*/ 92704 w 758288"/>
                  <a:gd name="connsiteY2" fmla="*/ 293 h 542796"/>
                  <a:gd name="connsiteX3" fmla="*/ 118234 w 758288"/>
                  <a:gd name="connsiteY3" fmla="*/ 277 h 542796"/>
                  <a:gd name="connsiteX4" fmla="*/ 131756 w 758288"/>
                  <a:gd name="connsiteY4" fmla="*/ 266 h 542796"/>
                  <a:gd name="connsiteX5" fmla="*/ 144477 w 758288"/>
                  <a:gd name="connsiteY5" fmla="*/ 260 h 542796"/>
                  <a:gd name="connsiteX6" fmla="*/ 149152 w 758288"/>
                  <a:gd name="connsiteY6" fmla="*/ 254 h 542796"/>
                  <a:gd name="connsiteX7" fmla="*/ 155524 w 758288"/>
                  <a:gd name="connsiteY7" fmla="*/ 253 h 542796"/>
                  <a:gd name="connsiteX8" fmla="*/ 157400 w 758288"/>
                  <a:gd name="connsiteY8" fmla="*/ 246 h 542796"/>
                  <a:gd name="connsiteX9" fmla="*/ 165671 w 758288"/>
                  <a:gd name="connsiteY9" fmla="*/ 1255 h 542796"/>
                  <a:gd name="connsiteX10" fmla="*/ 165725 w 758288"/>
                  <a:gd name="connsiteY10" fmla="*/ 3043 h 542796"/>
                  <a:gd name="connsiteX11" fmla="*/ 166007 w 758288"/>
                  <a:gd name="connsiteY11" fmla="*/ 11143 h 542796"/>
                  <a:gd name="connsiteX12" fmla="*/ 166090 w 758288"/>
                  <a:gd name="connsiteY12" fmla="*/ 13955 h 542796"/>
                  <a:gd name="connsiteX13" fmla="*/ 168353 w 758288"/>
                  <a:gd name="connsiteY13" fmla="*/ 28070 h 542796"/>
                  <a:gd name="connsiteX14" fmla="*/ 171928 w 758288"/>
                  <a:gd name="connsiteY14" fmla="*/ 28070 h 542796"/>
                  <a:gd name="connsiteX15" fmla="*/ 172847 w 758288"/>
                  <a:gd name="connsiteY15" fmla="*/ 37766 h 542796"/>
                  <a:gd name="connsiteX16" fmla="*/ 172813 w 758288"/>
                  <a:gd name="connsiteY16" fmla="*/ 41361 h 542796"/>
                  <a:gd name="connsiteX17" fmla="*/ 172736 w 758288"/>
                  <a:gd name="connsiteY17" fmla="*/ 46998 h 542796"/>
                  <a:gd name="connsiteX18" fmla="*/ 172679 w 758288"/>
                  <a:gd name="connsiteY18" fmla="*/ 52459 h 542796"/>
                  <a:gd name="connsiteX19" fmla="*/ 172633 w 758288"/>
                  <a:gd name="connsiteY19" fmla="*/ 55751 h 542796"/>
                  <a:gd name="connsiteX20" fmla="*/ 174610 w 758288"/>
                  <a:gd name="connsiteY20" fmla="*/ 61142 h 542796"/>
                  <a:gd name="connsiteX21" fmla="*/ 179079 w 758288"/>
                  <a:gd name="connsiteY21" fmla="*/ 62036 h 542796"/>
                  <a:gd name="connsiteX22" fmla="*/ 179147 w 758288"/>
                  <a:gd name="connsiteY22" fmla="*/ 64797 h 542796"/>
                  <a:gd name="connsiteX23" fmla="*/ 179412 w 758288"/>
                  <a:gd name="connsiteY23" fmla="*/ 74922 h 542796"/>
                  <a:gd name="connsiteX24" fmla="*/ 179524 w 758288"/>
                  <a:gd name="connsiteY24" fmla="*/ 79307 h 542796"/>
                  <a:gd name="connsiteX25" fmla="*/ 179690 w 758288"/>
                  <a:gd name="connsiteY25" fmla="*/ 85604 h 542796"/>
                  <a:gd name="connsiteX26" fmla="*/ 179735 w 758288"/>
                  <a:gd name="connsiteY26" fmla="*/ 87591 h 542796"/>
                  <a:gd name="connsiteX27" fmla="*/ 180867 w 758288"/>
                  <a:gd name="connsiteY27" fmla="*/ 94214 h 542796"/>
                  <a:gd name="connsiteX28" fmla="*/ 185336 w 758288"/>
                  <a:gd name="connsiteY28" fmla="*/ 94214 h 542796"/>
                  <a:gd name="connsiteX29" fmla="*/ 185390 w 758288"/>
                  <a:gd name="connsiteY29" fmla="*/ 96947 h 542796"/>
                  <a:gd name="connsiteX30" fmla="*/ 185620 w 758288"/>
                  <a:gd name="connsiteY30" fmla="*/ 107002 h 542796"/>
                  <a:gd name="connsiteX31" fmla="*/ 185713 w 758288"/>
                  <a:gd name="connsiteY31" fmla="*/ 111351 h 542796"/>
                  <a:gd name="connsiteX32" fmla="*/ 185860 w 758288"/>
                  <a:gd name="connsiteY32" fmla="*/ 117608 h 542796"/>
                  <a:gd name="connsiteX33" fmla="*/ 185891 w 758288"/>
                  <a:gd name="connsiteY33" fmla="*/ 119566 h 542796"/>
                  <a:gd name="connsiteX34" fmla="*/ 188017 w 758288"/>
                  <a:gd name="connsiteY34" fmla="*/ 128180 h 542796"/>
                  <a:gd name="connsiteX35" fmla="*/ 191593 w 758288"/>
                  <a:gd name="connsiteY35" fmla="*/ 128180 h 542796"/>
                  <a:gd name="connsiteX36" fmla="*/ 191661 w 758288"/>
                  <a:gd name="connsiteY36" fmla="*/ 130625 h 542796"/>
                  <a:gd name="connsiteX37" fmla="*/ 191926 w 758288"/>
                  <a:gd name="connsiteY37" fmla="*/ 139675 h 542796"/>
                  <a:gd name="connsiteX38" fmla="*/ 192037 w 758288"/>
                  <a:gd name="connsiteY38" fmla="*/ 143579 h 542796"/>
                  <a:gd name="connsiteX39" fmla="*/ 192204 w 758288"/>
                  <a:gd name="connsiteY39" fmla="*/ 149217 h 542796"/>
                  <a:gd name="connsiteX40" fmla="*/ 192303 w 758288"/>
                  <a:gd name="connsiteY40" fmla="*/ 152635 h 542796"/>
                  <a:gd name="connsiteX41" fmla="*/ 192487 w 758288"/>
                  <a:gd name="connsiteY41" fmla="*/ 155889 h 542796"/>
                  <a:gd name="connsiteX42" fmla="*/ 192616 w 758288"/>
                  <a:gd name="connsiteY42" fmla="*/ 159267 h 542796"/>
                  <a:gd name="connsiteX43" fmla="*/ 193380 w 758288"/>
                  <a:gd name="connsiteY43" fmla="*/ 162146 h 542796"/>
                  <a:gd name="connsiteX44" fmla="*/ 198744 w 758288"/>
                  <a:gd name="connsiteY44" fmla="*/ 164828 h 542796"/>
                  <a:gd name="connsiteX45" fmla="*/ 199637 w 758288"/>
                  <a:gd name="connsiteY45" fmla="*/ 197900 h 542796"/>
                  <a:gd name="connsiteX46" fmla="*/ 205000 w 758288"/>
                  <a:gd name="connsiteY46" fmla="*/ 197900 h 542796"/>
                  <a:gd name="connsiteX47" fmla="*/ 205054 w 758288"/>
                  <a:gd name="connsiteY47" fmla="*/ 200729 h 542796"/>
                  <a:gd name="connsiteX48" fmla="*/ 205284 w 758288"/>
                  <a:gd name="connsiteY48" fmla="*/ 211119 h 542796"/>
                  <a:gd name="connsiteX49" fmla="*/ 205377 w 758288"/>
                  <a:gd name="connsiteY49" fmla="*/ 215616 h 542796"/>
                  <a:gd name="connsiteX50" fmla="*/ 205524 w 758288"/>
                  <a:gd name="connsiteY50" fmla="*/ 222079 h 542796"/>
                  <a:gd name="connsiteX51" fmla="*/ 205555 w 758288"/>
                  <a:gd name="connsiteY51" fmla="*/ 224111 h 542796"/>
                  <a:gd name="connsiteX52" fmla="*/ 207682 w 758288"/>
                  <a:gd name="connsiteY52" fmla="*/ 231866 h 542796"/>
                  <a:gd name="connsiteX53" fmla="*/ 211257 w 758288"/>
                  <a:gd name="connsiteY53" fmla="*/ 231866 h 542796"/>
                  <a:gd name="connsiteX54" fmla="*/ 211297 w 758288"/>
                  <a:gd name="connsiteY54" fmla="*/ 234446 h 542796"/>
                  <a:gd name="connsiteX55" fmla="*/ 211492 w 758288"/>
                  <a:gd name="connsiteY55" fmla="*/ 244026 h 542796"/>
                  <a:gd name="connsiteX56" fmla="*/ 211567 w 758288"/>
                  <a:gd name="connsiteY56" fmla="*/ 248153 h 542796"/>
                  <a:gd name="connsiteX57" fmla="*/ 214833 w 758288"/>
                  <a:gd name="connsiteY57" fmla="*/ 269407 h 542796"/>
                  <a:gd name="connsiteX58" fmla="*/ 215894 w 758288"/>
                  <a:gd name="connsiteY58" fmla="*/ 274379 h 542796"/>
                  <a:gd name="connsiteX59" fmla="*/ 216324 w 758288"/>
                  <a:gd name="connsiteY59" fmla="*/ 276673 h 542796"/>
                  <a:gd name="connsiteX60" fmla="*/ 216620 w 758288"/>
                  <a:gd name="connsiteY60" fmla="*/ 278346 h 542796"/>
                  <a:gd name="connsiteX61" fmla="*/ 218408 w 758288"/>
                  <a:gd name="connsiteY61" fmla="*/ 278346 h 542796"/>
                  <a:gd name="connsiteX62" fmla="*/ 218408 w 758288"/>
                  <a:gd name="connsiteY62" fmla="*/ 256000 h 542796"/>
                  <a:gd name="connsiteX63" fmla="*/ 222877 w 758288"/>
                  <a:gd name="connsiteY63" fmla="*/ 255106 h 542796"/>
                  <a:gd name="connsiteX64" fmla="*/ 224054 w 758288"/>
                  <a:gd name="connsiteY64" fmla="*/ 248842 h 542796"/>
                  <a:gd name="connsiteX65" fmla="*/ 224167 w 758288"/>
                  <a:gd name="connsiteY65" fmla="*/ 246171 h 542796"/>
                  <a:gd name="connsiteX66" fmla="*/ 224274 w 758288"/>
                  <a:gd name="connsiteY66" fmla="*/ 243374 h 542796"/>
                  <a:gd name="connsiteX67" fmla="*/ 224391 w 758288"/>
                  <a:gd name="connsiteY67" fmla="*/ 240556 h 542796"/>
                  <a:gd name="connsiteX68" fmla="*/ 224665 w 758288"/>
                  <a:gd name="connsiteY68" fmla="*/ 233654 h 542796"/>
                  <a:gd name="connsiteX69" fmla="*/ 229134 w 758288"/>
                  <a:gd name="connsiteY69" fmla="*/ 233654 h 542796"/>
                  <a:gd name="connsiteX70" fmla="*/ 230311 w 758288"/>
                  <a:gd name="connsiteY70" fmla="*/ 226999 h 542796"/>
                  <a:gd name="connsiteX71" fmla="*/ 230424 w 758288"/>
                  <a:gd name="connsiteY71" fmla="*/ 224083 h 542796"/>
                  <a:gd name="connsiteX72" fmla="*/ 230531 w 758288"/>
                  <a:gd name="connsiteY72" fmla="*/ 221028 h 542796"/>
                  <a:gd name="connsiteX73" fmla="*/ 230648 w 758288"/>
                  <a:gd name="connsiteY73" fmla="*/ 217952 h 542796"/>
                  <a:gd name="connsiteX74" fmla="*/ 230922 w 758288"/>
                  <a:gd name="connsiteY74" fmla="*/ 210414 h 542796"/>
                  <a:gd name="connsiteX75" fmla="*/ 236285 w 758288"/>
                  <a:gd name="connsiteY75" fmla="*/ 209520 h 542796"/>
                  <a:gd name="connsiteX76" fmla="*/ 237123 w 758288"/>
                  <a:gd name="connsiteY76" fmla="*/ 194174 h 542796"/>
                  <a:gd name="connsiteX77" fmla="*/ 238073 w 758288"/>
                  <a:gd name="connsiteY77" fmla="*/ 187174 h 542796"/>
                  <a:gd name="connsiteX78" fmla="*/ 239749 w 758288"/>
                  <a:gd name="connsiteY78" fmla="*/ 186950 h 542796"/>
                  <a:gd name="connsiteX79" fmla="*/ 242637 w 758288"/>
                  <a:gd name="connsiteY79" fmla="*/ 184741 h 542796"/>
                  <a:gd name="connsiteX80" fmla="*/ 243806 w 758288"/>
                  <a:gd name="connsiteY80" fmla="*/ 178054 h 542796"/>
                  <a:gd name="connsiteX81" fmla="*/ 243910 w 758288"/>
                  <a:gd name="connsiteY81" fmla="*/ 175400 h 542796"/>
                  <a:gd name="connsiteX82" fmla="*/ 243994 w 758288"/>
                  <a:gd name="connsiteY82" fmla="*/ 172649 h 542796"/>
                  <a:gd name="connsiteX83" fmla="*/ 244099 w 758288"/>
                  <a:gd name="connsiteY83" fmla="*/ 169856 h 542796"/>
                  <a:gd name="connsiteX84" fmla="*/ 244329 w 758288"/>
                  <a:gd name="connsiteY84" fmla="*/ 163040 h 542796"/>
                  <a:gd name="connsiteX85" fmla="*/ 246508 w 758288"/>
                  <a:gd name="connsiteY85" fmla="*/ 162705 h 542796"/>
                  <a:gd name="connsiteX86" fmla="*/ 248799 w 758288"/>
                  <a:gd name="connsiteY86" fmla="*/ 162146 h 542796"/>
                  <a:gd name="connsiteX87" fmla="*/ 249975 w 758288"/>
                  <a:gd name="connsiteY87" fmla="*/ 155687 h 542796"/>
                  <a:gd name="connsiteX88" fmla="*/ 250089 w 758288"/>
                  <a:gd name="connsiteY88" fmla="*/ 152894 h 542796"/>
                  <a:gd name="connsiteX89" fmla="*/ 250195 w 758288"/>
                  <a:gd name="connsiteY89" fmla="*/ 149968 h 542796"/>
                  <a:gd name="connsiteX90" fmla="*/ 250312 w 758288"/>
                  <a:gd name="connsiteY90" fmla="*/ 147021 h 542796"/>
                  <a:gd name="connsiteX91" fmla="*/ 250586 w 758288"/>
                  <a:gd name="connsiteY91" fmla="*/ 139800 h 542796"/>
                  <a:gd name="connsiteX92" fmla="*/ 255056 w 758288"/>
                  <a:gd name="connsiteY92" fmla="*/ 139800 h 542796"/>
                  <a:gd name="connsiteX93" fmla="*/ 256232 w 758288"/>
                  <a:gd name="connsiteY93" fmla="*/ 133536 h 542796"/>
                  <a:gd name="connsiteX94" fmla="*/ 256346 w 758288"/>
                  <a:gd name="connsiteY94" fmla="*/ 130865 h 542796"/>
                  <a:gd name="connsiteX95" fmla="*/ 256452 w 758288"/>
                  <a:gd name="connsiteY95" fmla="*/ 128069 h 542796"/>
                  <a:gd name="connsiteX96" fmla="*/ 256569 w 758288"/>
                  <a:gd name="connsiteY96" fmla="*/ 125251 h 542796"/>
                  <a:gd name="connsiteX97" fmla="*/ 256843 w 758288"/>
                  <a:gd name="connsiteY97" fmla="*/ 118348 h 542796"/>
                  <a:gd name="connsiteX98" fmla="*/ 262206 w 758288"/>
                  <a:gd name="connsiteY98" fmla="*/ 116560 h 542796"/>
                  <a:gd name="connsiteX99" fmla="*/ 263603 w 758288"/>
                  <a:gd name="connsiteY99" fmla="*/ 102371 h 542796"/>
                  <a:gd name="connsiteX100" fmla="*/ 263720 w 758288"/>
                  <a:gd name="connsiteY100" fmla="*/ 99989 h 542796"/>
                  <a:gd name="connsiteX101" fmla="*/ 263994 w 758288"/>
                  <a:gd name="connsiteY101" fmla="*/ 94214 h 542796"/>
                  <a:gd name="connsiteX102" fmla="*/ 266173 w 758288"/>
                  <a:gd name="connsiteY102" fmla="*/ 93879 h 542796"/>
                  <a:gd name="connsiteX103" fmla="*/ 268463 w 758288"/>
                  <a:gd name="connsiteY103" fmla="*/ 93320 h 542796"/>
                  <a:gd name="connsiteX104" fmla="*/ 269640 w 758288"/>
                  <a:gd name="connsiteY104" fmla="*/ 86861 h 542796"/>
                  <a:gd name="connsiteX105" fmla="*/ 269753 w 758288"/>
                  <a:gd name="connsiteY105" fmla="*/ 84068 h 542796"/>
                  <a:gd name="connsiteX106" fmla="*/ 269860 w 758288"/>
                  <a:gd name="connsiteY106" fmla="*/ 81142 h 542796"/>
                  <a:gd name="connsiteX107" fmla="*/ 269977 w 758288"/>
                  <a:gd name="connsiteY107" fmla="*/ 78195 h 542796"/>
                  <a:gd name="connsiteX108" fmla="*/ 270251 w 758288"/>
                  <a:gd name="connsiteY108" fmla="*/ 70974 h 542796"/>
                  <a:gd name="connsiteX109" fmla="*/ 274720 w 758288"/>
                  <a:gd name="connsiteY109" fmla="*/ 70081 h 542796"/>
                  <a:gd name="connsiteX110" fmla="*/ 275897 w 758288"/>
                  <a:gd name="connsiteY110" fmla="*/ 62640 h 542796"/>
                  <a:gd name="connsiteX111" fmla="*/ 276010 w 758288"/>
                  <a:gd name="connsiteY111" fmla="*/ 59856 h 542796"/>
                  <a:gd name="connsiteX112" fmla="*/ 276117 w 758288"/>
                  <a:gd name="connsiteY112" fmla="*/ 56952 h 542796"/>
                  <a:gd name="connsiteX113" fmla="*/ 276234 w 758288"/>
                  <a:gd name="connsiteY113" fmla="*/ 54018 h 542796"/>
                  <a:gd name="connsiteX114" fmla="*/ 276508 w 758288"/>
                  <a:gd name="connsiteY114" fmla="*/ 46841 h 542796"/>
                  <a:gd name="connsiteX115" fmla="*/ 280977 w 758288"/>
                  <a:gd name="connsiteY115" fmla="*/ 46841 h 542796"/>
                  <a:gd name="connsiteX116" fmla="*/ 282154 w 758288"/>
                  <a:gd name="connsiteY116" fmla="*/ 40577 h 542796"/>
                  <a:gd name="connsiteX117" fmla="*/ 282267 w 758288"/>
                  <a:gd name="connsiteY117" fmla="*/ 37906 h 542796"/>
                  <a:gd name="connsiteX118" fmla="*/ 282374 w 758288"/>
                  <a:gd name="connsiteY118" fmla="*/ 35109 h 542796"/>
                  <a:gd name="connsiteX119" fmla="*/ 282491 w 758288"/>
                  <a:gd name="connsiteY119" fmla="*/ 32291 h 542796"/>
                  <a:gd name="connsiteX120" fmla="*/ 282765 w 758288"/>
                  <a:gd name="connsiteY120" fmla="*/ 25388 h 542796"/>
                  <a:gd name="connsiteX121" fmla="*/ 285390 w 758288"/>
                  <a:gd name="connsiteY121" fmla="*/ 24215 h 542796"/>
                  <a:gd name="connsiteX122" fmla="*/ 289022 w 758288"/>
                  <a:gd name="connsiteY122" fmla="*/ 20025 h 542796"/>
                  <a:gd name="connsiteX123" fmla="*/ 289304 w 758288"/>
                  <a:gd name="connsiteY123" fmla="*/ 15657 h 542796"/>
                  <a:gd name="connsiteX124" fmla="*/ 289418 w 758288"/>
                  <a:gd name="connsiteY124" fmla="*/ 13117 h 542796"/>
                  <a:gd name="connsiteX125" fmla="*/ 289524 w 758288"/>
                  <a:gd name="connsiteY125" fmla="*/ 10473 h 542796"/>
                  <a:gd name="connsiteX126" fmla="*/ 289641 w 758288"/>
                  <a:gd name="connsiteY126" fmla="*/ 7796 h 542796"/>
                  <a:gd name="connsiteX127" fmla="*/ 289915 w 758288"/>
                  <a:gd name="connsiteY127" fmla="*/ 1255 h 542796"/>
                  <a:gd name="connsiteX128" fmla="*/ 301204 w 758288"/>
                  <a:gd name="connsiteY128" fmla="*/ 241 h 542796"/>
                  <a:gd name="connsiteX129" fmla="*/ 303263 w 758288"/>
                  <a:gd name="connsiteY129" fmla="*/ 235 h 542796"/>
                  <a:gd name="connsiteX130" fmla="*/ 310083 w 758288"/>
                  <a:gd name="connsiteY130" fmla="*/ 231 h 542796"/>
                  <a:gd name="connsiteX131" fmla="*/ 314977 w 758288"/>
                  <a:gd name="connsiteY131" fmla="*/ 222 h 542796"/>
                  <a:gd name="connsiteX132" fmla="*/ 328262 w 758288"/>
                  <a:gd name="connsiteY132" fmla="*/ 211 h 542796"/>
                  <a:gd name="connsiteX133" fmla="*/ 339351 w 758288"/>
                  <a:gd name="connsiteY133" fmla="*/ 204 h 542796"/>
                  <a:gd name="connsiteX134" fmla="*/ 365508 w 758288"/>
                  <a:gd name="connsiteY134" fmla="*/ 195 h 542796"/>
                  <a:gd name="connsiteX135" fmla="*/ 392501 w 758288"/>
                  <a:gd name="connsiteY135" fmla="*/ 172 h 542796"/>
                  <a:gd name="connsiteX136" fmla="*/ 415672 w 758288"/>
                  <a:gd name="connsiteY136" fmla="*/ 156 h 542796"/>
                  <a:gd name="connsiteX137" fmla="*/ 429514 w 758288"/>
                  <a:gd name="connsiteY137" fmla="*/ 145 h 542796"/>
                  <a:gd name="connsiteX138" fmla="*/ 442526 w 758288"/>
                  <a:gd name="connsiteY138" fmla="*/ 142 h 542796"/>
                  <a:gd name="connsiteX139" fmla="*/ 447303 w 758288"/>
                  <a:gd name="connsiteY139" fmla="*/ 136 h 542796"/>
                  <a:gd name="connsiteX140" fmla="*/ 453820 w 758288"/>
                  <a:gd name="connsiteY140" fmla="*/ 140 h 542796"/>
                  <a:gd name="connsiteX141" fmla="*/ 455732 w 758288"/>
                  <a:gd name="connsiteY141" fmla="*/ 126 h 542796"/>
                  <a:gd name="connsiteX142" fmla="*/ 465108 w 758288"/>
                  <a:gd name="connsiteY142" fmla="*/ 2149 h 542796"/>
                  <a:gd name="connsiteX143" fmla="*/ 466002 w 758288"/>
                  <a:gd name="connsiteY143" fmla="*/ 21813 h 542796"/>
                  <a:gd name="connsiteX144" fmla="*/ 471365 w 758288"/>
                  <a:gd name="connsiteY144" fmla="*/ 22707 h 542796"/>
                  <a:gd name="connsiteX145" fmla="*/ 471433 w 758288"/>
                  <a:gd name="connsiteY145" fmla="*/ 24373 h 542796"/>
                  <a:gd name="connsiteX146" fmla="*/ 471756 w 758288"/>
                  <a:gd name="connsiteY146" fmla="*/ 31869 h 542796"/>
                  <a:gd name="connsiteX147" fmla="*/ 471863 w 758288"/>
                  <a:gd name="connsiteY147" fmla="*/ 34491 h 542796"/>
                  <a:gd name="connsiteX148" fmla="*/ 471976 w 758288"/>
                  <a:gd name="connsiteY148" fmla="*/ 37022 h 542796"/>
                  <a:gd name="connsiteX149" fmla="*/ 472076 w 758288"/>
                  <a:gd name="connsiteY149" fmla="*/ 39349 h 542796"/>
                  <a:gd name="connsiteX150" fmla="*/ 473153 w 758288"/>
                  <a:gd name="connsiteY150" fmla="*/ 45053 h 542796"/>
                  <a:gd name="connsiteX151" fmla="*/ 477622 w 758288"/>
                  <a:gd name="connsiteY151" fmla="*/ 45053 h 542796"/>
                  <a:gd name="connsiteX152" fmla="*/ 477690 w 758288"/>
                  <a:gd name="connsiteY152" fmla="*/ 46898 h 542796"/>
                  <a:gd name="connsiteX153" fmla="*/ 478013 w 758288"/>
                  <a:gd name="connsiteY153" fmla="*/ 55165 h 542796"/>
                  <a:gd name="connsiteX154" fmla="*/ 478120 w 758288"/>
                  <a:gd name="connsiteY154" fmla="*/ 58068 h 542796"/>
                  <a:gd name="connsiteX155" fmla="*/ 478233 w 758288"/>
                  <a:gd name="connsiteY155" fmla="*/ 60852 h 542796"/>
                  <a:gd name="connsiteX156" fmla="*/ 478332 w 758288"/>
                  <a:gd name="connsiteY156" fmla="*/ 63420 h 542796"/>
                  <a:gd name="connsiteX157" fmla="*/ 479410 w 758288"/>
                  <a:gd name="connsiteY157" fmla="*/ 68293 h 542796"/>
                  <a:gd name="connsiteX158" fmla="*/ 483879 w 758288"/>
                  <a:gd name="connsiteY158" fmla="*/ 69187 h 542796"/>
                  <a:gd name="connsiteX159" fmla="*/ 485056 w 758288"/>
                  <a:gd name="connsiteY159" fmla="*/ 76236 h 542796"/>
                  <a:gd name="connsiteX160" fmla="*/ 485169 w 758288"/>
                  <a:gd name="connsiteY160" fmla="*/ 78776 h 542796"/>
                  <a:gd name="connsiteX161" fmla="*/ 485276 w 758288"/>
                  <a:gd name="connsiteY161" fmla="*/ 81421 h 542796"/>
                  <a:gd name="connsiteX162" fmla="*/ 485393 w 758288"/>
                  <a:gd name="connsiteY162" fmla="*/ 84097 h 542796"/>
                  <a:gd name="connsiteX163" fmla="*/ 485667 w 758288"/>
                  <a:gd name="connsiteY163" fmla="*/ 90639 h 542796"/>
                  <a:gd name="connsiteX164" fmla="*/ 491030 w 758288"/>
                  <a:gd name="connsiteY164" fmla="*/ 92427 h 542796"/>
                  <a:gd name="connsiteX165" fmla="*/ 491098 w 758288"/>
                  <a:gd name="connsiteY165" fmla="*/ 94257 h 542796"/>
                  <a:gd name="connsiteX166" fmla="*/ 491421 w 758288"/>
                  <a:gd name="connsiteY166" fmla="*/ 102482 h 542796"/>
                  <a:gd name="connsiteX167" fmla="*/ 491527 w 758288"/>
                  <a:gd name="connsiteY167" fmla="*/ 105363 h 542796"/>
                  <a:gd name="connsiteX168" fmla="*/ 491641 w 758288"/>
                  <a:gd name="connsiteY168" fmla="*/ 108139 h 542796"/>
                  <a:gd name="connsiteX169" fmla="*/ 491740 w 758288"/>
                  <a:gd name="connsiteY169" fmla="*/ 110692 h 542796"/>
                  <a:gd name="connsiteX170" fmla="*/ 492817 w 758288"/>
                  <a:gd name="connsiteY170" fmla="*/ 116560 h 542796"/>
                  <a:gd name="connsiteX171" fmla="*/ 497287 w 758288"/>
                  <a:gd name="connsiteY171" fmla="*/ 115666 h 542796"/>
                  <a:gd name="connsiteX172" fmla="*/ 498180 w 758288"/>
                  <a:gd name="connsiteY172" fmla="*/ 138906 h 542796"/>
                  <a:gd name="connsiteX173" fmla="*/ 503544 w 758288"/>
                  <a:gd name="connsiteY173" fmla="*/ 139800 h 542796"/>
                  <a:gd name="connsiteX174" fmla="*/ 503676 w 758288"/>
                  <a:gd name="connsiteY174" fmla="*/ 143163 h 542796"/>
                  <a:gd name="connsiteX175" fmla="*/ 503879 w 758288"/>
                  <a:gd name="connsiteY175" fmla="*/ 147565 h 542796"/>
                  <a:gd name="connsiteX176" fmla="*/ 503963 w 758288"/>
                  <a:gd name="connsiteY176" fmla="*/ 149777 h 542796"/>
                  <a:gd name="connsiteX177" fmla="*/ 506225 w 758288"/>
                  <a:gd name="connsiteY177" fmla="*/ 160359 h 542796"/>
                  <a:gd name="connsiteX178" fmla="*/ 510694 w 758288"/>
                  <a:gd name="connsiteY178" fmla="*/ 162146 h 542796"/>
                  <a:gd name="connsiteX179" fmla="*/ 511588 w 758288"/>
                  <a:gd name="connsiteY179" fmla="*/ 185386 h 542796"/>
                  <a:gd name="connsiteX180" fmla="*/ 516951 w 758288"/>
                  <a:gd name="connsiteY180" fmla="*/ 185386 h 542796"/>
                  <a:gd name="connsiteX181" fmla="*/ 516991 w 758288"/>
                  <a:gd name="connsiteY181" fmla="*/ 187231 h 542796"/>
                  <a:gd name="connsiteX182" fmla="*/ 517230 w 758288"/>
                  <a:gd name="connsiteY182" fmla="*/ 195498 h 542796"/>
                  <a:gd name="connsiteX183" fmla="*/ 517292 w 758288"/>
                  <a:gd name="connsiteY183" fmla="*/ 198401 h 542796"/>
                  <a:gd name="connsiteX184" fmla="*/ 517388 w 758288"/>
                  <a:gd name="connsiteY184" fmla="*/ 201185 h 542796"/>
                  <a:gd name="connsiteX185" fmla="*/ 517459 w 758288"/>
                  <a:gd name="connsiteY185" fmla="*/ 203753 h 542796"/>
                  <a:gd name="connsiteX186" fmla="*/ 520527 w 758288"/>
                  <a:gd name="connsiteY186" fmla="*/ 208626 h 542796"/>
                  <a:gd name="connsiteX187" fmla="*/ 523208 w 758288"/>
                  <a:gd name="connsiteY187" fmla="*/ 208626 h 542796"/>
                  <a:gd name="connsiteX188" fmla="*/ 523262 w 758288"/>
                  <a:gd name="connsiteY188" fmla="*/ 210374 h 542796"/>
                  <a:gd name="connsiteX189" fmla="*/ 523543 w 758288"/>
                  <a:gd name="connsiteY189" fmla="*/ 218235 h 542796"/>
                  <a:gd name="connsiteX190" fmla="*/ 523627 w 758288"/>
                  <a:gd name="connsiteY190" fmla="*/ 220986 h 542796"/>
                  <a:gd name="connsiteX191" fmla="*/ 523732 w 758288"/>
                  <a:gd name="connsiteY191" fmla="*/ 223640 h 542796"/>
                  <a:gd name="connsiteX192" fmla="*/ 523817 w 758288"/>
                  <a:gd name="connsiteY192" fmla="*/ 226079 h 542796"/>
                  <a:gd name="connsiteX193" fmla="*/ 525890 w 758288"/>
                  <a:gd name="connsiteY193" fmla="*/ 231866 h 542796"/>
                  <a:gd name="connsiteX194" fmla="*/ 529465 w 758288"/>
                  <a:gd name="connsiteY194" fmla="*/ 232760 h 542796"/>
                  <a:gd name="connsiteX195" fmla="*/ 529912 w 758288"/>
                  <a:gd name="connsiteY195" fmla="*/ 239575 h 542796"/>
                  <a:gd name="connsiteX196" fmla="*/ 530041 w 758288"/>
                  <a:gd name="connsiteY196" fmla="*/ 241506 h 542796"/>
                  <a:gd name="connsiteX197" fmla="*/ 530275 w 758288"/>
                  <a:gd name="connsiteY197" fmla="*/ 250043 h 542796"/>
                  <a:gd name="connsiteX198" fmla="*/ 532146 w 758288"/>
                  <a:gd name="connsiteY198" fmla="*/ 255106 h 542796"/>
                  <a:gd name="connsiteX199" fmla="*/ 536616 w 758288"/>
                  <a:gd name="connsiteY199" fmla="*/ 256000 h 542796"/>
                  <a:gd name="connsiteX200" fmla="*/ 536616 w 758288"/>
                  <a:gd name="connsiteY200" fmla="*/ 276558 h 542796"/>
                  <a:gd name="connsiteX201" fmla="*/ 538403 w 758288"/>
                  <a:gd name="connsiteY201" fmla="*/ 276558 h 542796"/>
                  <a:gd name="connsiteX202" fmla="*/ 538683 w 758288"/>
                  <a:gd name="connsiteY202" fmla="*/ 273653 h 542796"/>
                  <a:gd name="connsiteX203" fmla="*/ 540648 w 758288"/>
                  <a:gd name="connsiteY203" fmla="*/ 268766 h 542796"/>
                  <a:gd name="connsiteX204" fmla="*/ 542436 w 758288"/>
                  <a:gd name="connsiteY204" fmla="*/ 259338 h 542796"/>
                  <a:gd name="connsiteX205" fmla="*/ 542485 w 758288"/>
                  <a:gd name="connsiteY205" fmla="*/ 257189 h 542796"/>
                  <a:gd name="connsiteX206" fmla="*/ 542593 w 758288"/>
                  <a:gd name="connsiteY206" fmla="*/ 250413 h 542796"/>
                  <a:gd name="connsiteX207" fmla="*/ 542686 w 758288"/>
                  <a:gd name="connsiteY207" fmla="*/ 245811 h 542796"/>
                  <a:gd name="connsiteX208" fmla="*/ 542873 w 758288"/>
                  <a:gd name="connsiteY208" fmla="*/ 234547 h 542796"/>
                  <a:gd name="connsiteX209" fmla="*/ 547342 w 758288"/>
                  <a:gd name="connsiteY209" fmla="*/ 234547 h 542796"/>
                  <a:gd name="connsiteX210" fmla="*/ 549112 w 758288"/>
                  <a:gd name="connsiteY210" fmla="*/ 213602 h 542796"/>
                  <a:gd name="connsiteX211" fmla="*/ 550023 w 758288"/>
                  <a:gd name="connsiteY211" fmla="*/ 199688 h 542796"/>
                  <a:gd name="connsiteX212" fmla="*/ 554493 w 758288"/>
                  <a:gd name="connsiteY212" fmla="*/ 199688 h 542796"/>
                  <a:gd name="connsiteX213" fmla="*/ 555669 w 758288"/>
                  <a:gd name="connsiteY213" fmla="*/ 188330 h 542796"/>
                  <a:gd name="connsiteX214" fmla="*/ 555725 w 758288"/>
                  <a:gd name="connsiteY214" fmla="*/ 186365 h 542796"/>
                  <a:gd name="connsiteX215" fmla="*/ 555889 w 758288"/>
                  <a:gd name="connsiteY215" fmla="*/ 180191 h 542796"/>
                  <a:gd name="connsiteX216" fmla="*/ 556006 w 758288"/>
                  <a:gd name="connsiteY216" fmla="*/ 175989 h 542796"/>
                  <a:gd name="connsiteX217" fmla="*/ 556280 w 758288"/>
                  <a:gd name="connsiteY217" fmla="*/ 165722 h 542796"/>
                  <a:gd name="connsiteX218" fmla="*/ 558459 w 758288"/>
                  <a:gd name="connsiteY218" fmla="*/ 165331 h 542796"/>
                  <a:gd name="connsiteX219" fmla="*/ 561643 w 758288"/>
                  <a:gd name="connsiteY219" fmla="*/ 163934 h 542796"/>
                  <a:gd name="connsiteX220" fmla="*/ 561926 w 758288"/>
                  <a:gd name="connsiteY220" fmla="*/ 157003 h 542796"/>
                  <a:gd name="connsiteX221" fmla="*/ 561982 w 758288"/>
                  <a:gd name="connsiteY221" fmla="*/ 154903 h 542796"/>
                  <a:gd name="connsiteX222" fmla="*/ 562146 w 758288"/>
                  <a:gd name="connsiteY222" fmla="*/ 148236 h 542796"/>
                  <a:gd name="connsiteX223" fmla="*/ 562263 w 758288"/>
                  <a:gd name="connsiteY223" fmla="*/ 143726 h 542796"/>
                  <a:gd name="connsiteX224" fmla="*/ 562537 w 758288"/>
                  <a:gd name="connsiteY224" fmla="*/ 132649 h 542796"/>
                  <a:gd name="connsiteX225" fmla="*/ 567900 w 758288"/>
                  <a:gd name="connsiteY225" fmla="*/ 131756 h 542796"/>
                  <a:gd name="connsiteX226" fmla="*/ 568794 w 758288"/>
                  <a:gd name="connsiteY226" fmla="*/ 99577 h 542796"/>
                  <a:gd name="connsiteX227" fmla="*/ 573263 w 758288"/>
                  <a:gd name="connsiteY227" fmla="*/ 98684 h 542796"/>
                  <a:gd name="connsiteX228" fmla="*/ 575054 w 758288"/>
                  <a:gd name="connsiteY228" fmla="*/ 81578 h 542796"/>
                  <a:gd name="connsiteX229" fmla="*/ 575945 w 758288"/>
                  <a:gd name="connsiteY229" fmla="*/ 63824 h 542796"/>
                  <a:gd name="connsiteX230" fmla="*/ 580414 w 758288"/>
                  <a:gd name="connsiteY230" fmla="*/ 62930 h 542796"/>
                  <a:gd name="connsiteX231" fmla="*/ 581591 w 758288"/>
                  <a:gd name="connsiteY231" fmla="*/ 53338 h 542796"/>
                  <a:gd name="connsiteX232" fmla="*/ 581647 w 758288"/>
                  <a:gd name="connsiteY232" fmla="*/ 51306 h 542796"/>
                  <a:gd name="connsiteX233" fmla="*/ 581811 w 758288"/>
                  <a:gd name="connsiteY233" fmla="*/ 44885 h 542796"/>
                  <a:gd name="connsiteX234" fmla="*/ 581928 w 758288"/>
                  <a:gd name="connsiteY234" fmla="*/ 40530 h 542796"/>
                  <a:gd name="connsiteX235" fmla="*/ 582202 w 758288"/>
                  <a:gd name="connsiteY235" fmla="*/ 29858 h 542796"/>
                  <a:gd name="connsiteX236" fmla="*/ 586671 w 758288"/>
                  <a:gd name="connsiteY236" fmla="*/ 29858 h 542796"/>
                  <a:gd name="connsiteX237" fmla="*/ 587847 w 758288"/>
                  <a:gd name="connsiteY237" fmla="*/ 22225 h 542796"/>
                  <a:gd name="connsiteX238" fmla="*/ 587961 w 758288"/>
                  <a:gd name="connsiteY238" fmla="*/ 18699 h 542796"/>
                  <a:gd name="connsiteX239" fmla="*/ 588067 w 758288"/>
                  <a:gd name="connsiteY239" fmla="*/ 14998 h 542796"/>
                  <a:gd name="connsiteX240" fmla="*/ 588184 w 758288"/>
                  <a:gd name="connsiteY240" fmla="*/ 11276 h 542796"/>
                  <a:gd name="connsiteX241" fmla="*/ 588458 w 758288"/>
                  <a:gd name="connsiteY241" fmla="*/ 2149 h 542796"/>
                  <a:gd name="connsiteX242" fmla="*/ 599623 w 758288"/>
                  <a:gd name="connsiteY242" fmla="*/ 140 h 542796"/>
                  <a:gd name="connsiteX243" fmla="*/ 601642 w 758288"/>
                  <a:gd name="connsiteY243" fmla="*/ 133 h 542796"/>
                  <a:gd name="connsiteX244" fmla="*/ 608326 w 758288"/>
                  <a:gd name="connsiteY244" fmla="*/ 144 h 542796"/>
                  <a:gd name="connsiteX245" fmla="*/ 613123 w 758288"/>
                  <a:gd name="connsiteY245" fmla="*/ 139 h 542796"/>
                  <a:gd name="connsiteX246" fmla="*/ 626142 w 758288"/>
                  <a:gd name="connsiteY246" fmla="*/ 150 h 542796"/>
                  <a:gd name="connsiteX247" fmla="*/ 639759 w 758288"/>
                  <a:gd name="connsiteY247" fmla="*/ 156 h 542796"/>
                  <a:gd name="connsiteX248" fmla="*/ 662622 w 758288"/>
                  <a:gd name="connsiteY248" fmla="*/ 177 h 542796"/>
                  <a:gd name="connsiteX249" fmla="*/ 689072 w 758288"/>
                  <a:gd name="connsiteY249" fmla="*/ 195 h 542796"/>
                  <a:gd name="connsiteX250" fmla="*/ 714502 w 758288"/>
                  <a:gd name="connsiteY250" fmla="*/ 207 h 542796"/>
                  <a:gd name="connsiteX251" fmla="*/ 725332 w 758288"/>
                  <a:gd name="connsiteY251" fmla="*/ 212 h 542796"/>
                  <a:gd name="connsiteX252" fmla="*/ 738076 w 758288"/>
                  <a:gd name="connsiteY252" fmla="*/ 227 h 542796"/>
                  <a:gd name="connsiteX253" fmla="*/ 742760 w 758288"/>
                  <a:gd name="connsiteY253" fmla="*/ 230 h 542796"/>
                  <a:gd name="connsiteX254" fmla="*/ 749139 w 758288"/>
                  <a:gd name="connsiteY254" fmla="*/ 241 h 542796"/>
                  <a:gd name="connsiteX255" fmla="*/ 751024 w 758288"/>
                  <a:gd name="connsiteY255" fmla="*/ 237 h 542796"/>
                  <a:gd name="connsiteX256" fmla="*/ 758288 w 758288"/>
                  <a:gd name="connsiteY256" fmla="*/ 1255 h 542796"/>
                  <a:gd name="connsiteX257" fmla="*/ 757395 w 758288"/>
                  <a:gd name="connsiteY257" fmla="*/ 36115 h 542796"/>
                  <a:gd name="connsiteX258" fmla="*/ 752925 w 758288"/>
                  <a:gd name="connsiteY258" fmla="*/ 36115 h 542796"/>
                  <a:gd name="connsiteX259" fmla="*/ 751749 w 758288"/>
                  <a:gd name="connsiteY259" fmla="*/ 43353 h 542796"/>
                  <a:gd name="connsiteX260" fmla="*/ 751692 w 758288"/>
                  <a:gd name="connsiteY260" fmla="*/ 45273 h 542796"/>
                  <a:gd name="connsiteX261" fmla="*/ 751529 w 758288"/>
                  <a:gd name="connsiteY261" fmla="*/ 51366 h 542796"/>
                  <a:gd name="connsiteX262" fmla="*/ 751412 w 758288"/>
                  <a:gd name="connsiteY262" fmla="*/ 55488 h 542796"/>
                  <a:gd name="connsiteX263" fmla="*/ 751138 w 758288"/>
                  <a:gd name="connsiteY263" fmla="*/ 65611 h 542796"/>
                  <a:gd name="connsiteX264" fmla="*/ 745775 w 758288"/>
                  <a:gd name="connsiteY264" fmla="*/ 66505 h 542796"/>
                  <a:gd name="connsiteX265" fmla="*/ 744598 w 758288"/>
                  <a:gd name="connsiteY265" fmla="*/ 77280 h 542796"/>
                  <a:gd name="connsiteX266" fmla="*/ 744484 w 758288"/>
                  <a:gd name="connsiteY266" fmla="*/ 80283 h 542796"/>
                  <a:gd name="connsiteX267" fmla="*/ 744378 w 758288"/>
                  <a:gd name="connsiteY267" fmla="*/ 83376 h 542796"/>
                  <a:gd name="connsiteX268" fmla="*/ 744261 w 758288"/>
                  <a:gd name="connsiteY268" fmla="*/ 86533 h 542796"/>
                  <a:gd name="connsiteX269" fmla="*/ 743987 w 758288"/>
                  <a:gd name="connsiteY269" fmla="*/ 94214 h 542796"/>
                  <a:gd name="connsiteX270" fmla="*/ 738624 w 758288"/>
                  <a:gd name="connsiteY270" fmla="*/ 95108 h 542796"/>
                  <a:gd name="connsiteX271" fmla="*/ 737730 w 758288"/>
                  <a:gd name="connsiteY271" fmla="*/ 124605 h 542796"/>
                  <a:gd name="connsiteX272" fmla="*/ 733261 w 758288"/>
                  <a:gd name="connsiteY272" fmla="*/ 125499 h 542796"/>
                  <a:gd name="connsiteX273" fmla="*/ 732084 w 758288"/>
                  <a:gd name="connsiteY273" fmla="*/ 133131 h 542796"/>
                  <a:gd name="connsiteX274" fmla="*/ 731971 w 758288"/>
                  <a:gd name="connsiteY274" fmla="*/ 136658 h 542796"/>
                  <a:gd name="connsiteX275" fmla="*/ 731864 w 758288"/>
                  <a:gd name="connsiteY275" fmla="*/ 140359 h 542796"/>
                  <a:gd name="connsiteX276" fmla="*/ 731747 w 758288"/>
                  <a:gd name="connsiteY276" fmla="*/ 144081 h 542796"/>
                  <a:gd name="connsiteX277" fmla="*/ 731473 w 758288"/>
                  <a:gd name="connsiteY277" fmla="*/ 153208 h 542796"/>
                  <a:gd name="connsiteX278" fmla="*/ 727004 w 758288"/>
                  <a:gd name="connsiteY278" fmla="*/ 153208 h 542796"/>
                  <a:gd name="connsiteX279" fmla="*/ 725105 w 758288"/>
                  <a:gd name="connsiteY279" fmla="*/ 162349 h 542796"/>
                  <a:gd name="connsiteX280" fmla="*/ 725146 w 758288"/>
                  <a:gd name="connsiteY280" fmla="*/ 165589 h 542796"/>
                  <a:gd name="connsiteX281" fmla="*/ 725216 w 758288"/>
                  <a:gd name="connsiteY281" fmla="*/ 168962 h 542796"/>
                  <a:gd name="connsiteX282" fmla="*/ 725328 w 758288"/>
                  <a:gd name="connsiteY282" fmla="*/ 175589 h 542796"/>
                  <a:gd name="connsiteX283" fmla="*/ 725391 w 758288"/>
                  <a:gd name="connsiteY283" fmla="*/ 178555 h 542796"/>
                  <a:gd name="connsiteX284" fmla="*/ 723429 w 758288"/>
                  <a:gd name="connsiteY284" fmla="*/ 182705 h 542796"/>
                  <a:gd name="connsiteX285" fmla="*/ 720747 w 758288"/>
                  <a:gd name="connsiteY285" fmla="*/ 182705 h 542796"/>
                  <a:gd name="connsiteX286" fmla="*/ 718589 w 758288"/>
                  <a:gd name="connsiteY286" fmla="*/ 192890 h 542796"/>
                  <a:gd name="connsiteX287" fmla="*/ 718485 w 758288"/>
                  <a:gd name="connsiteY287" fmla="*/ 196145 h 542796"/>
                  <a:gd name="connsiteX288" fmla="*/ 718401 w 758288"/>
                  <a:gd name="connsiteY288" fmla="*/ 199520 h 542796"/>
                  <a:gd name="connsiteX289" fmla="*/ 718296 w 758288"/>
                  <a:gd name="connsiteY289" fmla="*/ 202947 h 542796"/>
                  <a:gd name="connsiteX290" fmla="*/ 718066 w 758288"/>
                  <a:gd name="connsiteY290" fmla="*/ 211308 h 542796"/>
                  <a:gd name="connsiteX291" fmla="*/ 712702 w 758288"/>
                  <a:gd name="connsiteY291" fmla="*/ 211308 h 542796"/>
                  <a:gd name="connsiteX292" fmla="*/ 711809 w 758288"/>
                  <a:gd name="connsiteY292" fmla="*/ 242592 h 542796"/>
                  <a:gd name="connsiteX293" fmla="*/ 707339 w 758288"/>
                  <a:gd name="connsiteY293" fmla="*/ 243486 h 542796"/>
                  <a:gd name="connsiteX294" fmla="*/ 706163 w 758288"/>
                  <a:gd name="connsiteY294" fmla="*/ 250137 h 542796"/>
                  <a:gd name="connsiteX295" fmla="*/ 706049 w 758288"/>
                  <a:gd name="connsiteY295" fmla="*/ 253672 h 542796"/>
                  <a:gd name="connsiteX296" fmla="*/ 705943 w 758288"/>
                  <a:gd name="connsiteY296" fmla="*/ 257396 h 542796"/>
                  <a:gd name="connsiteX297" fmla="*/ 705826 w 758288"/>
                  <a:gd name="connsiteY297" fmla="*/ 261130 h 542796"/>
                  <a:gd name="connsiteX298" fmla="*/ 705552 w 758288"/>
                  <a:gd name="connsiteY298" fmla="*/ 270301 h 542796"/>
                  <a:gd name="connsiteX299" fmla="*/ 701083 w 758288"/>
                  <a:gd name="connsiteY299" fmla="*/ 271195 h 542796"/>
                  <a:gd name="connsiteX300" fmla="*/ 699283 w 758288"/>
                  <a:gd name="connsiteY300" fmla="*/ 289906 h 542796"/>
                  <a:gd name="connsiteX301" fmla="*/ 698401 w 758288"/>
                  <a:gd name="connsiteY301" fmla="*/ 300692 h 542796"/>
                  <a:gd name="connsiteX302" fmla="*/ 696222 w 758288"/>
                  <a:gd name="connsiteY302" fmla="*/ 301027 h 542796"/>
                  <a:gd name="connsiteX303" fmla="*/ 693932 w 758288"/>
                  <a:gd name="connsiteY303" fmla="*/ 301586 h 542796"/>
                  <a:gd name="connsiteX304" fmla="*/ 692755 w 758288"/>
                  <a:gd name="connsiteY304" fmla="*/ 309023 h 542796"/>
                  <a:gd name="connsiteX305" fmla="*/ 692642 w 758288"/>
                  <a:gd name="connsiteY305" fmla="*/ 312427 h 542796"/>
                  <a:gd name="connsiteX306" fmla="*/ 692535 w 758288"/>
                  <a:gd name="connsiteY306" fmla="*/ 315999 h 542796"/>
                  <a:gd name="connsiteX307" fmla="*/ 692418 w 758288"/>
                  <a:gd name="connsiteY307" fmla="*/ 319592 h 542796"/>
                  <a:gd name="connsiteX308" fmla="*/ 692144 w 758288"/>
                  <a:gd name="connsiteY308" fmla="*/ 328401 h 542796"/>
                  <a:gd name="connsiteX309" fmla="*/ 687675 w 758288"/>
                  <a:gd name="connsiteY309" fmla="*/ 329295 h 542796"/>
                  <a:gd name="connsiteX310" fmla="*/ 686498 w 758288"/>
                  <a:gd name="connsiteY310" fmla="*/ 338889 h 542796"/>
                  <a:gd name="connsiteX311" fmla="*/ 686385 w 758288"/>
                  <a:gd name="connsiteY311" fmla="*/ 342398 h 542796"/>
                  <a:gd name="connsiteX312" fmla="*/ 686278 w 758288"/>
                  <a:gd name="connsiteY312" fmla="*/ 346054 h 542796"/>
                  <a:gd name="connsiteX313" fmla="*/ 686161 w 758288"/>
                  <a:gd name="connsiteY313" fmla="*/ 349752 h 542796"/>
                  <a:gd name="connsiteX314" fmla="*/ 685887 w 758288"/>
                  <a:gd name="connsiteY314" fmla="*/ 358791 h 542796"/>
                  <a:gd name="connsiteX315" fmla="*/ 681418 w 758288"/>
                  <a:gd name="connsiteY315" fmla="*/ 358791 h 542796"/>
                  <a:gd name="connsiteX316" fmla="*/ 680241 w 758288"/>
                  <a:gd name="connsiteY316" fmla="*/ 366424 h 542796"/>
                  <a:gd name="connsiteX317" fmla="*/ 680128 w 758288"/>
                  <a:gd name="connsiteY317" fmla="*/ 369950 h 542796"/>
                  <a:gd name="connsiteX318" fmla="*/ 680021 w 758288"/>
                  <a:gd name="connsiteY318" fmla="*/ 373652 h 542796"/>
                  <a:gd name="connsiteX319" fmla="*/ 679904 w 758288"/>
                  <a:gd name="connsiteY319" fmla="*/ 377374 h 542796"/>
                  <a:gd name="connsiteX320" fmla="*/ 679630 w 758288"/>
                  <a:gd name="connsiteY320" fmla="*/ 386501 h 542796"/>
                  <a:gd name="connsiteX321" fmla="*/ 674267 w 758288"/>
                  <a:gd name="connsiteY321" fmla="*/ 388288 h 542796"/>
                  <a:gd name="connsiteX322" fmla="*/ 672871 w 758288"/>
                  <a:gd name="connsiteY322" fmla="*/ 406109 h 542796"/>
                  <a:gd name="connsiteX323" fmla="*/ 672754 w 758288"/>
                  <a:gd name="connsiteY323" fmla="*/ 409253 h 542796"/>
                  <a:gd name="connsiteX324" fmla="*/ 672480 w 758288"/>
                  <a:gd name="connsiteY324" fmla="*/ 416891 h 542796"/>
                  <a:gd name="connsiteX325" fmla="*/ 670301 w 758288"/>
                  <a:gd name="connsiteY325" fmla="*/ 417226 h 542796"/>
                  <a:gd name="connsiteX326" fmla="*/ 668010 w 758288"/>
                  <a:gd name="connsiteY326" fmla="*/ 417785 h 542796"/>
                  <a:gd name="connsiteX327" fmla="*/ 666834 w 758288"/>
                  <a:gd name="connsiteY327" fmla="*/ 425809 h 542796"/>
                  <a:gd name="connsiteX328" fmla="*/ 666777 w 758288"/>
                  <a:gd name="connsiteY328" fmla="*/ 427665 h 542796"/>
                  <a:gd name="connsiteX329" fmla="*/ 666614 w 758288"/>
                  <a:gd name="connsiteY329" fmla="*/ 433539 h 542796"/>
                  <a:gd name="connsiteX330" fmla="*/ 666497 w 758288"/>
                  <a:gd name="connsiteY330" fmla="*/ 437519 h 542796"/>
                  <a:gd name="connsiteX331" fmla="*/ 666223 w 758288"/>
                  <a:gd name="connsiteY331" fmla="*/ 447282 h 542796"/>
                  <a:gd name="connsiteX332" fmla="*/ 661754 w 758288"/>
                  <a:gd name="connsiteY332" fmla="*/ 448176 h 542796"/>
                  <a:gd name="connsiteX333" fmla="*/ 660577 w 758288"/>
                  <a:gd name="connsiteY333" fmla="*/ 456594 h 542796"/>
                  <a:gd name="connsiteX334" fmla="*/ 660463 w 758288"/>
                  <a:gd name="connsiteY334" fmla="*/ 459989 h 542796"/>
                  <a:gd name="connsiteX335" fmla="*/ 660357 w 758288"/>
                  <a:gd name="connsiteY335" fmla="*/ 463538 h 542796"/>
                  <a:gd name="connsiteX336" fmla="*/ 660240 w 758288"/>
                  <a:gd name="connsiteY336" fmla="*/ 467119 h 542796"/>
                  <a:gd name="connsiteX337" fmla="*/ 659966 w 758288"/>
                  <a:gd name="connsiteY337" fmla="*/ 475885 h 542796"/>
                  <a:gd name="connsiteX338" fmla="*/ 654603 w 758288"/>
                  <a:gd name="connsiteY338" fmla="*/ 476779 h 542796"/>
                  <a:gd name="connsiteX339" fmla="*/ 653684 w 758288"/>
                  <a:gd name="connsiteY339" fmla="*/ 487295 h 542796"/>
                  <a:gd name="connsiteX340" fmla="*/ 653718 w 758288"/>
                  <a:gd name="connsiteY340" fmla="*/ 490151 h 542796"/>
                  <a:gd name="connsiteX341" fmla="*/ 653822 w 758288"/>
                  <a:gd name="connsiteY341" fmla="*/ 496073 h 542796"/>
                  <a:gd name="connsiteX342" fmla="*/ 653852 w 758288"/>
                  <a:gd name="connsiteY342" fmla="*/ 498915 h 542796"/>
                  <a:gd name="connsiteX343" fmla="*/ 653898 w 758288"/>
                  <a:gd name="connsiteY343" fmla="*/ 501507 h 542796"/>
                  <a:gd name="connsiteX344" fmla="*/ 651921 w 758288"/>
                  <a:gd name="connsiteY344" fmla="*/ 505381 h 542796"/>
                  <a:gd name="connsiteX345" fmla="*/ 650078 w 758288"/>
                  <a:gd name="connsiteY345" fmla="*/ 506164 h 542796"/>
                  <a:gd name="connsiteX346" fmla="*/ 647808 w 758288"/>
                  <a:gd name="connsiteY346" fmla="*/ 508680 h 542796"/>
                  <a:gd name="connsiteX347" fmla="*/ 647169 w 758288"/>
                  <a:gd name="connsiteY347" fmla="*/ 516177 h 542796"/>
                  <a:gd name="connsiteX348" fmla="*/ 647056 w 758288"/>
                  <a:gd name="connsiteY348" fmla="*/ 519320 h 542796"/>
                  <a:gd name="connsiteX349" fmla="*/ 646949 w 758288"/>
                  <a:gd name="connsiteY349" fmla="*/ 522588 h 542796"/>
                  <a:gd name="connsiteX350" fmla="*/ 646832 w 758288"/>
                  <a:gd name="connsiteY350" fmla="*/ 525898 h 542796"/>
                  <a:gd name="connsiteX351" fmla="*/ 646558 w 758288"/>
                  <a:gd name="connsiteY351" fmla="*/ 533984 h 542796"/>
                  <a:gd name="connsiteX352" fmla="*/ 641195 w 758288"/>
                  <a:gd name="connsiteY352" fmla="*/ 533984 h 542796"/>
                  <a:gd name="connsiteX353" fmla="*/ 640301 w 758288"/>
                  <a:gd name="connsiteY353" fmla="*/ 542923 h 542796"/>
                  <a:gd name="connsiteX354" fmla="*/ 465108 w 758288"/>
                  <a:gd name="connsiteY354" fmla="*/ 542923 h 542796"/>
                  <a:gd name="connsiteX355" fmla="*/ 464214 w 758288"/>
                  <a:gd name="connsiteY355" fmla="*/ 529515 h 542796"/>
                  <a:gd name="connsiteX356" fmla="*/ 463321 w 758288"/>
                  <a:gd name="connsiteY356" fmla="*/ 527727 h 542796"/>
                  <a:gd name="connsiteX357" fmla="*/ 458851 w 758288"/>
                  <a:gd name="connsiteY357" fmla="*/ 526834 h 542796"/>
                  <a:gd name="connsiteX358" fmla="*/ 458798 w 758288"/>
                  <a:gd name="connsiteY358" fmla="*/ 525278 h 542796"/>
                  <a:gd name="connsiteX359" fmla="*/ 458516 w 758288"/>
                  <a:gd name="connsiteY359" fmla="*/ 518230 h 542796"/>
                  <a:gd name="connsiteX360" fmla="*/ 458432 w 758288"/>
                  <a:gd name="connsiteY360" fmla="*/ 515783 h 542796"/>
                  <a:gd name="connsiteX361" fmla="*/ 456170 w 758288"/>
                  <a:gd name="connsiteY361" fmla="*/ 503594 h 542796"/>
                  <a:gd name="connsiteX362" fmla="*/ 452595 w 758288"/>
                  <a:gd name="connsiteY362" fmla="*/ 503594 h 542796"/>
                  <a:gd name="connsiteX363" fmla="*/ 451736 w 758288"/>
                  <a:gd name="connsiteY363" fmla="*/ 491742 h 542796"/>
                  <a:gd name="connsiteX364" fmla="*/ 450807 w 758288"/>
                  <a:gd name="connsiteY364" fmla="*/ 481248 h 542796"/>
                  <a:gd name="connsiteX365" fmla="*/ 445444 w 758288"/>
                  <a:gd name="connsiteY365" fmla="*/ 481248 h 542796"/>
                  <a:gd name="connsiteX366" fmla="*/ 445390 w 758288"/>
                  <a:gd name="connsiteY366" fmla="*/ 479403 h 542796"/>
                  <a:gd name="connsiteX367" fmla="*/ 445109 w 758288"/>
                  <a:gd name="connsiteY367" fmla="*/ 471136 h 542796"/>
                  <a:gd name="connsiteX368" fmla="*/ 445025 w 758288"/>
                  <a:gd name="connsiteY368" fmla="*/ 468233 h 542796"/>
                  <a:gd name="connsiteX369" fmla="*/ 444920 w 758288"/>
                  <a:gd name="connsiteY369" fmla="*/ 465448 h 542796"/>
                  <a:gd name="connsiteX370" fmla="*/ 444835 w 758288"/>
                  <a:gd name="connsiteY370" fmla="*/ 462881 h 542796"/>
                  <a:gd name="connsiteX371" fmla="*/ 442762 w 758288"/>
                  <a:gd name="connsiteY371" fmla="*/ 458008 h 542796"/>
                  <a:gd name="connsiteX372" fmla="*/ 439187 w 758288"/>
                  <a:gd name="connsiteY372" fmla="*/ 458008 h 542796"/>
                  <a:gd name="connsiteX373" fmla="*/ 439133 w 758288"/>
                  <a:gd name="connsiteY373" fmla="*/ 456259 h 542796"/>
                  <a:gd name="connsiteX374" fmla="*/ 438852 w 758288"/>
                  <a:gd name="connsiteY374" fmla="*/ 448399 h 542796"/>
                  <a:gd name="connsiteX375" fmla="*/ 438768 w 758288"/>
                  <a:gd name="connsiteY375" fmla="*/ 445648 h 542796"/>
                  <a:gd name="connsiteX376" fmla="*/ 438663 w 758288"/>
                  <a:gd name="connsiteY376" fmla="*/ 442994 h 542796"/>
                  <a:gd name="connsiteX377" fmla="*/ 438578 w 758288"/>
                  <a:gd name="connsiteY377" fmla="*/ 440554 h 542796"/>
                  <a:gd name="connsiteX378" fmla="*/ 436505 w 758288"/>
                  <a:gd name="connsiteY378" fmla="*/ 434768 h 542796"/>
                  <a:gd name="connsiteX379" fmla="*/ 432930 w 758288"/>
                  <a:gd name="connsiteY379" fmla="*/ 433874 h 542796"/>
                  <a:gd name="connsiteX380" fmla="*/ 432876 w 758288"/>
                  <a:gd name="connsiteY380" fmla="*/ 432112 h 542796"/>
                  <a:gd name="connsiteX381" fmla="*/ 432595 w 758288"/>
                  <a:gd name="connsiteY381" fmla="*/ 424209 h 542796"/>
                  <a:gd name="connsiteX382" fmla="*/ 432511 w 758288"/>
                  <a:gd name="connsiteY382" fmla="*/ 421435 h 542796"/>
                  <a:gd name="connsiteX383" fmla="*/ 432406 w 758288"/>
                  <a:gd name="connsiteY383" fmla="*/ 418773 h 542796"/>
                  <a:gd name="connsiteX384" fmla="*/ 432321 w 758288"/>
                  <a:gd name="connsiteY384" fmla="*/ 416319 h 542796"/>
                  <a:gd name="connsiteX385" fmla="*/ 430249 w 758288"/>
                  <a:gd name="connsiteY385" fmla="*/ 411528 h 542796"/>
                  <a:gd name="connsiteX386" fmla="*/ 425779 w 758288"/>
                  <a:gd name="connsiteY386" fmla="*/ 409740 h 542796"/>
                  <a:gd name="connsiteX387" fmla="*/ 425726 w 758288"/>
                  <a:gd name="connsiteY387" fmla="*/ 408142 h 542796"/>
                  <a:gd name="connsiteX388" fmla="*/ 425444 w 758288"/>
                  <a:gd name="connsiteY388" fmla="*/ 400970 h 542796"/>
                  <a:gd name="connsiteX389" fmla="*/ 425360 w 758288"/>
                  <a:gd name="connsiteY389" fmla="*/ 398454 h 542796"/>
                  <a:gd name="connsiteX390" fmla="*/ 425256 w 758288"/>
                  <a:gd name="connsiteY390" fmla="*/ 396036 h 542796"/>
                  <a:gd name="connsiteX391" fmla="*/ 425170 w 758288"/>
                  <a:gd name="connsiteY391" fmla="*/ 393809 h 542796"/>
                  <a:gd name="connsiteX392" fmla="*/ 423098 w 758288"/>
                  <a:gd name="connsiteY392" fmla="*/ 389182 h 542796"/>
                  <a:gd name="connsiteX393" fmla="*/ 419522 w 758288"/>
                  <a:gd name="connsiteY393" fmla="*/ 389182 h 542796"/>
                  <a:gd name="connsiteX394" fmla="*/ 419469 w 758288"/>
                  <a:gd name="connsiteY394" fmla="*/ 387159 h 542796"/>
                  <a:gd name="connsiteX395" fmla="*/ 419187 w 758288"/>
                  <a:gd name="connsiteY395" fmla="*/ 378121 h 542796"/>
                  <a:gd name="connsiteX396" fmla="*/ 419103 w 758288"/>
                  <a:gd name="connsiteY396" fmla="*/ 374936 h 542796"/>
                  <a:gd name="connsiteX397" fmla="*/ 418999 w 758288"/>
                  <a:gd name="connsiteY397" fmla="*/ 371899 h 542796"/>
                  <a:gd name="connsiteX398" fmla="*/ 418914 w 758288"/>
                  <a:gd name="connsiteY398" fmla="*/ 369090 h 542796"/>
                  <a:gd name="connsiteX399" fmla="*/ 416841 w 758288"/>
                  <a:gd name="connsiteY399" fmla="*/ 365048 h 542796"/>
                  <a:gd name="connsiteX400" fmla="*/ 413266 w 758288"/>
                  <a:gd name="connsiteY400" fmla="*/ 365048 h 542796"/>
                  <a:gd name="connsiteX401" fmla="*/ 413212 w 758288"/>
                  <a:gd name="connsiteY401" fmla="*/ 363396 h 542796"/>
                  <a:gd name="connsiteX402" fmla="*/ 412930 w 758288"/>
                  <a:gd name="connsiteY402" fmla="*/ 355942 h 542796"/>
                  <a:gd name="connsiteX403" fmla="*/ 412847 w 758288"/>
                  <a:gd name="connsiteY403" fmla="*/ 353343 h 542796"/>
                  <a:gd name="connsiteX404" fmla="*/ 412742 w 758288"/>
                  <a:gd name="connsiteY404" fmla="*/ 350820 h 542796"/>
                  <a:gd name="connsiteX405" fmla="*/ 412657 w 758288"/>
                  <a:gd name="connsiteY405" fmla="*/ 348508 h 542796"/>
                  <a:gd name="connsiteX406" fmla="*/ 410584 w 758288"/>
                  <a:gd name="connsiteY406" fmla="*/ 341808 h 542796"/>
                  <a:gd name="connsiteX407" fmla="*/ 407009 w 758288"/>
                  <a:gd name="connsiteY407" fmla="*/ 341808 h 542796"/>
                  <a:gd name="connsiteX408" fmla="*/ 406845 w 758288"/>
                  <a:gd name="connsiteY408" fmla="*/ 339354 h 542796"/>
                  <a:gd name="connsiteX409" fmla="*/ 405221 w 758288"/>
                  <a:gd name="connsiteY409" fmla="*/ 321250 h 542796"/>
                  <a:gd name="connsiteX410" fmla="*/ 399858 w 758288"/>
                  <a:gd name="connsiteY410" fmla="*/ 319462 h 542796"/>
                  <a:gd name="connsiteX411" fmla="*/ 399872 w 758288"/>
                  <a:gd name="connsiteY411" fmla="*/ 317714 h 542796"/>
                  <a:gd name="connsiteX412" fmla="*/ 399914 w 758288"/>
                  <a:gd name="connsiteY412" fmla="*/ 309854 h 542796"/>
                  <a:gd name="connsiteX413" fmla="*/ 399936 w 758288"/>
                  <a:gd name="connsiteY413" fmla="*/ 307102 h 542796"/>
                  <a:gd name="connsiteX414" fmla="*/ 399945 w 758288"/>
                  <a:gd name="connsiteY414" fmla="*/ 304449 h 542796"/>
                  <a:gd name="connsiteX415" fmla="*/ 399959 w 758288"/>
                  <a:gd name="connsiteY415" fmla="*/ 302009 h 542796"/>
                  <a:gd name="connsiteX416" fmla="*/ 398964 w 758288"/>
                  <a:gd name="connsiteY416" fmla="*/ 296223 h 542796"/>
                  <a:gd name="connsiteX417" fmla="*/ 393601 w 758288"/>
                  <a:gd name="connsiteY417" fmla="*/ 295329 h 542796"/>
                  <a:gd name="connsiteX418" fmla="*/ 393547 w 758288"/>
                  <a:gd name="connsiteY418" fmla="*/ 293662 h 542796"/>
                  <a:gd name="connsiteX419" fmla="*/ 393266 w 758288"/>
                  <a:gd name="connsiteY419" fmla="*/ 286167 h 542796"/>
                  <a:gd name="connsiteX420" fmla="*/ 393182 w 758288"/>
                  <a:gd name="connsiteY420" fmla="*/ 283545 h 542796"/>
                  <a:gd name="connsiteX421" fmla="*/ 393077 w 758288"/>
                  <a:gd name="connsiteY421" fmla="*/ 281013 h 542796"/>
                  <a:gd name="connsiteX422" fmla="*/ 392992 w 758288"/>
                  <a:gd name="connsiteY422" fmla="*/ 278687 h 542796"/>
                  <a:gd name="connsiteX423" fmla="*/ 390919 w 758288"/>
                  <a:gd name="connsiteY423" fmla="*/ 272983 h 542796"/>
                  <a:gd name="connsiteX424" fmla="*/ 387344 w 758288"/>
                  <a:gd name="connsiteY424" fmla="*/ 272983 h 542796"/>
                  <a:gd name="connsiteX425" fmla="*/ 387305 w 758288"/>
                  <a:gd name="connsiteY425" fmla="*/ 271138 h 542796"/>
                  <a:gd name="connsiteX426" fmla="*/ 387065 w 758288"/>
                  <a:gd name="connsiteY426" fmla="*/ 262871 h 542796"/>
                  <a:gd name="connsiteX427" fmla="*/ 387004 w 758288"/>
                  <a:gd name="connsiteY427" fmla="*/ 259968 h 542796"/>
                  <a:gd name="connsiteX428" fmla="*/ 386908 w 758288"/>
                  <a:gd name="connsiteY428" fmla="*/ 257183 h 542796"/>
                  <a:gd name="connsiteX429" fmla="*/ 386837 w 758288"/>
                  <a:gd name="connsiteY429" fmla="*/ 254616 h 542796"/>
                  <a:gd name="connsiteX430" fmla="*/ 383769 w 758288"/>
                  <a:gd name="connsiteY430" fmla="*/ 249743 h 542796"/>
                  <a:gd name="connsiteX431" fmla="*/ 381087 w 758288"/>
                  <a:gd name="connsiteY431" fmla="*/ 249743 h 542796"/>
                  <a:gd name="connsiteX432" fmla="*/ 379911 w 758288"/>
                  <a:gd name="connsiteY432" fmla="*/ 243283 h 542796"/>
                  <a:gd name="connsiteX433" fmla="*/ 379797 w 758288"/>
                  <a:gd name="connsiteY433" fmla="*/ 240490 h 542796"/>
                  <a:gd name="connsiteX434" fmla="*/ 379691 w 758288"/>
                  <a:gd name="connsiteY434" fmla="*/ 237564 h 542796"/>
                  <a:gd name="connsiteX435" fmla="*/ 379574 w 758288"/>
                  <a:gd name="connsiteY435" fmla="*/ 234617 h 542796"/>
                  <a:gd name="connsiteX436" fmla="*/ 379300 w 758288"/>
                  <a:gd name="connsiteY436" fmla="*/ 227397 h 542796"/>
                  <a:gd name="connsiteX437" fmla="*/ 375580 w 758288"/>
                  <a:gd name="connsiteY437" fmla="*/ 229843 h 542796"/>
                  <a:gd name="connsiteX438" fmla="*/ 374460 w 758288"/>
                  <a:gd name="connsiteY438" fmla="*/ 236517 h 542796"/>
                  <a:gd name="connsiteX439" fmla="*/ 374355 w 758288"/>
                  <a:gd name="connsiteY439" fmla="*/ 239170 h 542796"/>
                  <a:gd name="connsiteX440" fmla="*/ 374272 w 758288"/>
                  <a:gd name="connsiteY440" fmla="*/ 241922 h 542796"/>
                  <a:gd name="connsiteX441" fmla="*/ 374167 w 758288"/>
                  <a:gd name="connsiteY441" fmla="*/ 244715 h 542796"/>
                  <a:gd name="connsiteX442" fmla="*/ 373936 w 758288"/>
                  <a:gd name="connsiteY442" fmla="*/ 251530 h 542796"/>
                  <a:gd name="connsiteX443" fmla="*/ 368573 w 758288"/>
                  <a:gd name="connsiteY443" fmla="*/ 251530 h 542796"/>
                  <a:gd name="connsiteX444" fmla="*/ 367680 w 758288"/>
                  <a:gd name="connsiteY444" fmla="*/ 273876 h 542796"/>
                  <a:gd name="connsiteX445" fmla="*/ 362317 w 758288"/>
                  <a:gd name="connsiteY445" fmla="*/ 275664 h 542796"/>
                  <a:gd name="connsiteX446" fmla="*/ 361423 w 758288"/>
                  <a:gd name="connsiteY446" fmla="*/ 283262 h 542796"/>
                  <a:gd name="connsiteX447" fmla="*/ 360529 w 758288"/>
                  <a:gd name="connsiteY447" fmla="*/ 298904 h 542796"/>
                  <a:gd name="connsiteX448" fmla="*/ 356953 w 758288"/>
                  <a:gd name="connsiteY448" fmla="*/ 298904 h 542796"/>
                  <a:gd name="connsiteX449" fmla="*/ 354796 w 758288"/>
                  <a:gd name="connsiteY449" fmla="*/ 306935 h 542796"/>
                  <a:gd name="connsiteX450" fmla="*/ 354691 w 758288"/>
                  <a:gd name="connsiteY450" fmla="*/ 309466 h 542796"/>
                  <a:gd name="connsiteX451" fmla="*/ 354607 w 758288"/>
                  <a:gd name="connsiteY451" fmla="*/ 312088 h 542796"/>
                  <a:gd name="connsiteX452" fmla="*/ 354502 w 758288"/>
                  <a:gd name="connsiteY452" fmla="*/ 314752 h 542796"/>
                  <a:gd name="connsiteX453" fmla="*/ 354272 w 758288"/>
                  <a:gd name="connsiteY453" fmla="*/ 321250 h 542796"/>
                  <a:gd name="connsiteX454" fmla="*/ 348909 w 758288"/>
                  <a:gd name="connsiteY454" fmla="*/ 322144 h 542796"/>
                  <a:gd name="connsiteX455" fmla="*/ 348015 w 758288"/>
                  <a:gd name="connsiteY455" fmla="*/ 345384 h 542796"/>
                  <a:gd name="connsiteX456" fmla="*/ 342652 w 758288"/>
                  <a:gd name="connsiteY456" fmla="*/ 347171 h 542796"/>
                  <a:gd name="connsiteX457" fmla="*/ 341901 w 758288"/>
                  <a:gd name="connsiteY457" fmla="*/ 363250 h 542796"/>
                  <a:gd name="connsiteX458" fmla="*/ 339971 w 758288"/>
                  <a:gd name="connsiteY458" fmla="*/ 367730 h 542796"/>
                  <a:gd name="connsiteX459" fmla="*/ 336395 w 758288"/>
                  <a:gd name="connsiteY459" fmla="*/ 368624 h 542796"/>
                  <a:gd name="connsiteX460" fmla="*/ 334999 w 758288"/>
                  <a:gd name="connsiteY460" fmla="*/ 382813 h 542796"/>
                  <a:gd name="connsiteX461" fmla="*/ 334882 w 758288"/>
                  <a:gd name="connsiteY461" fmla="*/ 385195 h 542796"/>
                  <a:gd name="connsiteX462" fmla="*/ 334607 w 758288"/>
                  <a:gd name="connsiteY462" fmla="*/ 390970 h 542796"/>
                  <a:gd name="connsiteX463" fmla="*/ 332429 w 758288"/>
                  <a:gd name="connsiteY463" fmla="*/ 391305 h 542796"/>
                  <a:gd name="connsiteX464" fmla="*/ 330138 w 758288"/>
                  <a:gd name="connsiteY464" fmla="*/ 391864 h 542796"/>
                  <a:gd name="connsiteX465" fmla="*/ 328962 w 758288"/>
                  <a:gd name="connsiteY465" fmla="*/ 398518 h 542796"/>
                  <a:gd name="connsiteX466" fmla="*/ 328848 w 758288"/>
                  <a:gd name="connsiteY466" fmla="*/ 401434 h 542796"/>
                  <a:gd name="connsiteX467" fmla="*/ 328742 w 758288"/>
                  <a:gd name="connsiteY467" fmla="*/ 404489 h 542796"/>
                  <a:gd name="connsiteX468" fmla="*/ 328625 w 758288"/>
                  <a:gd name="connsiteY468" fmla="*/ 407565 h 542796"/>
                  <a:gd name="connsiteX469" fmla="*/ 328351 w 758288"/>
                  <a:gd name="connsiteY469" fmla="*/ 415103 h 542796"/>
                  <a:gd name="connsiteX470" fmla="*/ 326172 w 758288"/>
                  <a:gd name="connsiteY470" fmla="*/ 415439 h 542796"/>
                  <a:gd name="connsiteX471" fmla="*/ 323881 w 758288"/>
                  <a:gd name="connsiteY471" fmla="*/ 415997 h 542796"/>
                  <a:gd name="connsiteX472" fmla="*/ 322705 w 758288"/>
                  <a:gd name="connsiteY472" fmla="*/ 422261 h 542796"/>
                  <a:gd name="connsiteX473" fmla="*/ 322591 w 758288"/>
                  <a:gd name="connsiteY473" fmla="*/ 424932 h 542796"/>
                  <a:gd name="connsiteX474" fmla="*/ 322485 w 758288"/>
                  <a:gd name="connsiteY474" fmla="*/ 427729 h 542796"/>
                  <a:gd name="connsiteX475" fmla="*/ 322368 w 758288"/>
                  <a:gd name="connsiteY475" fmla="*/ 430547 h 542796"/>
                  <a:gd name="connsiteX476" fmla="*/ 322094 w 758288"/>
                  <a:gd name="connsiteY476" fmla="*/ 437449 h 542796"/>
                  <a:gd name="connsiteX477" fmla="*/ 319468 w 758288"/>
                  <a:gd name="connsiteY477" fmla="*/ 437785 h 542796"/>
                  <a:gd name="connsiteX478" fmla="*/ 316731 w 758288"/>
                  <a:gd name="connsiteY478" fmla="*/ 438343 h 542796"/>
                  <a:gd name="connsiteX479" fmla="*/ 315781 w 758288"/>
                  <a:gd name="connsiteY479" fmla="*/ 443863 h 542796"/>
                  <a:gd name="connsiteX480" fmla="*/ 315802 w 758288"/>
                  <a:gd name="connsiteY480" fmla="*/ 446107 h 542796"/>
                  <a:gd name="connsiteX481" fmla="*/ 315872 w 758288"/>
                  <a:gd name="connsiteY481" fmla="*/ 450772 h 542796"/>
                  <a:gd name="connsiteX482" fmla="*/ 314943 w 758288"/>
                  <a:gd name="connsiteY482" fmla="*/ 461583 h 542796"/>
                  <a:gd name="connsiteX483" fmla="*/ 310474 w 758288"/>
                  <a:gd name="connsiteY483" fmla="*/ 463371 h 542796"/>
                  <a:gd name="connsiteX484" fmla="*/ 309297 w 758288"/>
                  <a:gd name="connsiteY484" fmla="*/ 469439 h 542796"/>
                  <a:gd name="connsiteX485" fmla="*/ 309184 w 758288"/>
                  <a:gd name="connsiteY485" fmla="*/ 471988 h 542796"/>
                  <a:gd name="connsiteX486" fmla="*/ 309077 w 758288"/>
                  <a:gd name="connsiteY486" fmla="*/ 474656 h 542796"/>
                  <a:gd name="connsiteX487" fmla="*/ 308960 w 758288"/>
                  <a:gd name="connsiteY487" fmla="*/ 477344 h 542796"/>
                  <a:gd name="connsiteX488" fmla="*/ 308686 w 758288"/>
                  <a:gd name="connsiteY488" fmla="*/ 483929 h 542796"/>
                  <a:gd name="connsiteX489" fmla="*/ 306507 w 758288"/>
                  <a:gd name="connsiteY489" fmla="*/ 484264 h 542796"/>
                  <a:gd name="connsiteX490" fmla="*/ 304217 w 758288"/>
                  <a:gd name="connsiteY490" fmla="*/ 484823 h 542796"/>
                  <a:gd name="connsiteX491" fmla="*/ 303040 w 758288"/>
                  <a:gd name="connsiteY491" fmla="*/ 491478 h 542796"/>
                  <a:gd name="connsiteX492" fmla="*/ 302927 w 758288"/>
                  <a:gd name="connsiteY492" fmla="*/ 494393 h 542796"/>
                  <a:gd name="connsiteX493" fmla="*/ 302820 w 758288"/>
                  <a:gd name="connsiteY493" fmla="*/ 497449 h 542796"/>
                  <a:gd name="connsiteX494" fmla="*/ 302703 w 758288"/>
                  <a:gd name="connsiteY494" fmla="*/ 500525 h 542796"/>
                  <a:gd name="connsiteX495" fmla="*/ 302429 w 758288"/>
                  <a:gd name="connsiteY495" fmla="*/ 508063 h 542796"/>
                  <a:gd name="connsiteX496" fmla="*/ 297066 w 758288"/>
                  <a:gd name="connsiteY496" fmla="*/ 508957 h 542796"/>
                  <a:gd name="connsiteX497" fmla="*/ 296116 w 758288"/>
                  <a:gd name="connsiteY497" fmla="*/ 522197 h 542796"/>
                  <a:gd name="connsiteX498" fmla="*/ 296129 w 758288"/>
                  <a:gd name="connsiteY498" fmla="*/ 524590 h 542796"/>
                  <a:gd name="connsiteX499" fmla="*/ 296172 w 758288"/>
                  <a:gd name="connsiteY499" fmla="*/ 530409 h 542796"/>
                  <a:gd name="connsiteX500" fmla="*/ 290809 w 758288"/>
                  <a:gd name="connsiteY500" fmla="*/ 531303 h 542796"/>
                  <a:gd name="connsiteX501" fmla="*/ 289022 w 758288"/>
                  <a:gd name="connsiteY501" fmla="*/ 542923 h 542796"/>
                  <a:gd name="connsiteX502" fmla="*/ 114722 w 758288"/>
                  <a:gd name="connsiteY502" fmla="*/ 542923 h 542796"/>
                  <a:gd name="connsiteX503" fmla="*/ 113186 w 758288"/>
                  <a:gd name="connsiteY503" fmla="*/ 533565 h 542796"/>
                  <a:gd name="connsiteX504" fmla="*/ 112041 w 758288"/>
                  <a:gd name="connsiteY504" fmla="*/ 529515 h 542796"/>
                  <a:gd name="connsiteX505" fmla="*/ 107572 w 758288"/>
                  <a:gd name="connsiteY505" fmla="*/ 529515 h 542796"/>
                  <a:gd name="connsiteX506" fmla="*/ 106678 w 758288"/>
                  <a:gd name="connsiteY506" fmla="*/ 500912 h 542796"/>
                  <a:gd name="connsiteX507" fmla="*/ 101315 w 758288"/>
                  <a:gd name="connsiteY507" fmla="*/ 500912 h 542796"/>
                  <a:gd name="connsiteX508" fmla="*/ 101261 w 758288"/>
                  <a:gd name="connsiteY508" fmla="*/ 498686 h 542796"/>
                  <a:gd name="connsiteX509" fmla="*/ 100980 w 758288"/>
                  <a:gd name="connsiteY509" fmla="*/ 488678 h 542796"/>
                  <a:gd name="connsiteX510" fmla="*/ 100896 w 758288"/>
                  <a:gd name="connsiteY510" fmla="*/ 485174 h 542796"/>
                  <a:gd name="connsiteX511" fmla="*/ 100791 w 758288"/>
                  <a:gd name="connsiteY511" fmla="*/ 481796 h 542796"/>
                  <a:gd name="connsiteX512" fmla="*/ 100706 w 758288"/>
                  <a:gd name="connsiteY512" fmla="*/ 478689 h 542796"/>
                  <a:gd name="connsiteX513" fmla="*/ 98633 w 758288"/>
                  <a:gd name="connsiteY513" fmla="*/ 471415 h 542796"/>
                  <a:gd name="connsiteX514" fmla="*/ 95058 w 758288"/>
                  <a:gd name="connsiteY514" fmla="*/ 470522 h 542796"/>
                  <a:gd name="connsiteX515" fmla="*/ 94990 w 758288"/>
                  <a:gd name="connsiteY515" fmla="*/ 468926 h 542796"/>
                  <a:gd name="connsiteX516" fmla="*/ 94667 w 758288"/>
                  <a:gd name="connsiteY516" fmla="*/ 461639 h 542796"/>
                  <a:gd name="connsiteX517" fmla="*/ 94560 w 758288"/>
                  <a:gd name="connsiteY517" fmla="*/ 459130 h 542796"/>
                  <a:gd name="connsiteX518" fmla="*/ 93270 w 758288"/>
                  <a:gd name="connsiteY518" fmla="*/ 443706 h 542796"/>
                  <a:gd name="connsiteX519" fmla="*/ 87907 w 758288"/>
                  <a:gd name="connsiteY519" fmla="*/ 441919 h 542796"/>
                  <a:gd name="connsiteX520" fmla="*/ 87839 w 758288"/>
                  <a:gd name="connsiteY520" fmla="*/ 439485 h 542796"/>
                  <a:gd name="connsiteX521" fmla="*/ 87574 w 758288"/>
                  <a:gd name="connsiteY521" fmla="*/ 430560 h 542796"/>
                  <a:gd name="connsiteX522" fmla="*/ 87463 w 758288"/>
                  <a:gd name="connsiteY522" fmla="*/ 426695 h 542796"/>
                  <a:gd name="connsiteX523" fmla="*/ 87296 w 758288"/>
                  <a:gd name="connsiteY523" fmla="*/ 421144 h 542796"/>
                  <a:gd name="connsiteX524" fmla="*/ 87197 w 758288"/>
                  <a:gd name="connsiteY524" fmla="*/ 417768 h 542796"/>
                  <a:gd name="connsiteX525" fmla="*/ 86119 w 758288"/>
                  <a:gd name="connsiteY525" fmla="*/ 413316 h 542796"/>
                  <a:gd name="connsiteX526" fmla="*/ 81650 w 758288"/>
                  <a:gd name="connsiteY526" fmla="*/ 413316 h 542796"/>
                  <a:gd name="connsiteX527" fmla="*/ 81597 w 758288"/>
                  <a:gd name="connsiteY527" fmla="*/ 410883 h 542796"/>
                  <a:gd name="connsiteX528" fmla="*/ 81367 w 758288"/>
                  <a:gd name="connsiteY528" fmla="*/ 401957 h 542796"/>
                  <a:gd name="connsiteX529" fmla="*/ 81273 w 758288"/>
                  <a:gd name="connsiteY529" fmla="*/ 398092 h 542796"/>
                  <a:gd name="connsiteX530" fmla="*/ 81127 w 758288"/>
                  <a:gd name="connsiteY530" fmla="*/ 392541 h 542796"/>
                  <a:gd name="connsiteX531" fmla="*/ 81041 w 758288"/>
                  <a:gd name="connsiteY531" fmla="*/ 389165 h 542796"/>
                  <a:gd name="connsiteX532" fmla="*/ 78969 w 758288"/>
                  <a:gd name="connsiteY532" fmla="*/ 384713 h 542796"/>
                  <a:gd name="connsiteX533" fmla="*/ 75393 w 758288"/>
                  <a:gd name="connsiteY533" fmla="*/ 384713 h 542796"/>
                  <a:gd name="connsiteX534" fmla="*/ 75340 w 758288"/>
                  <a:gd name="connsiteY534" fmla="*/ 382583 h 542796"/>
                  <a:gd name="connsiteX535" fmla="*/ 75058 w 758288"/>
                  <a:gd name="connsiteY535" fmla="*/ 372981 h 542796"/>
                  <a:gd name="connsiteX536" fmla="*/ 74974 w 758288"/>
                  <a:gd name="connsiteY536" fmla="*/ 369629 h 542796"/>
                  <a:gd name="connsiteX537" fmla="*/ 74870 w 758288"/>
                  <a:gd name="connsiteY537" fmla="*/ 366382 h 542796"/>
                  <a:gd name="connsiteX538" fmla="*/ 74785 w 758288"/>
                  <a:gd name="connsiteY538" fmla="*/ 363403 h 542796"/>
                  <a:gd name="connsiteX539" fmla="*/ 72712 w 758288"/>
                  <a:gd name="connsiteY539" fmla="*/ 355216 h 542796"/>
                  <a:gd name="connsiteX540" fmla="*/ 69136 w 758288"/>
                  <a:gd name="connsiteY540" fmla="*/ 354322 h 542796"/>
                  <a:gd name="connsiteX541" fmla="*/ 68218 w 758288"/>
                  <a:gd name="connsiteY541" fmla="*/ 347824 h 542796"/>
                  <a:gd name="connsiteX542" fmla="*/ 68251 w 758288"/>
                  <a:gd name="connsiteY542" fmla="*/ 344970 h 542796"/>
                  <a:gd name="connsiteX543" fmla="*/ 68356 w 758288"/>
                  <a:gd name="connsiteY543" fmla="*/ 339013 h 542796"/>
                  <a:gd name="connsiteX544" fmla="*/ 68386 w 758288"/>
                  <a:gd name="connsiteY544" fmla="*/ 336149 h 542796"/>
                  <a:gd name="connsiteX545" fmla="*/ 68431 w 758288"/>
                  <a:gd name="connsiteY545" fmla="*/ 333531 h 542796"/>
                  <a:gd name="connsiteX546" fmla="*/ 66455 w 758288"/>
                  <a:gd name="connsiteY546" fmla="*/ 326613 h 542796"/>
                  <a:gd name="connsiteX547" fmla="*/ 61986 w 758288"/>
                  <a:gd name="connsiteY547" fmla="*/ 325719 h 542796"/>
                  <a:gd name="connsiteX548" fmla="*/ 61918 w 758288"/>
                  <a:gd name="connsiteY548" fmla="*/ 323286 h 542796"/>
                  <a:gd name="connsiteX549" fmla="*/ 61653 w 758288"/>
                  <a:gd name="connsiteY549" fmla="*/ 314361 h 542796"/>
                  <a:gd name="connsiteX550" fmla="*/ 61541 w 758288"/>
                  <a:gd name="connsiteY550" fmla="*/ 310496 h 542796"/>
                  <a:gd name="connsiteX551" fmla="*/ 61375 w 758288"/>
                  <a:gd name="connsiteY551" fmla="*/ 304944 h 542796"/>
                  <a:gd name="connsiteX552" fmla="*/ 61275 w 758288"/>
                  <a:gd name="connsiteY552" fmla="*/ 301569 h 542796"/>
                  <a:gd name="connsiteX553" fmla="*/ 60198 w 758288"/>
                  <a:gd name="connsiteY553" fmla="*/ 297116 h 542796"/>
                  <a:gd name="connsiteX554" fmla="*/ 55729 w 758288"/>
                  <a:gd name="connsiteY554" fmla="*/ 297116 h 542796"/>
                  <a:gd name="connsiteX555" fmla="*/ 55675 w 758288"/>
                  <a:gd name="connsiteY555" fmla="*/ 294779 h 542796"/>
                  <a:gd name="connsiteX556" fmla="*/ 55445 w 758288"/>
                  <a:gd name="connsiteY556" fmla="*/ 286189 h 542796"/>
                  <a:gd name="connsiteX557" fmla="*/ 55352 w 758288"/>
                  <a:gd name="connsiteY557" fmla="*/ 282472 h 542796"/>
                  <a:gd name="connsiteX558" fmla="*/ 55205 w 758288"/>
                  <a:gd name="connsiteY558" fmla="*/ 277127 h 542796"/>
                  <a:gd name="connsiteX559" fmla="*/ 55120 w 758288"/>
                  <a:gd name="connsiteY559" fmla="*/ 273879 h 542796"/>
                  <a:gd name="connsiteX560" fmla="*/ 53047 w 758288"/>
                  <a:gd name="connsiteY560" fmla="*/ 268513 h 542796"/>
                  <a:gd name="connsiteX561" fmla="*/ 49472 w 758288"/>
                  <a:gd name="connsiteY561" fmla="*/ 268513 h 542796"/>
                  <a:gd name="connsiteX562" fmla="*/ 49418 w 758288"/>
                  <a:gd name="connsiteY562" fmla="*/ 266479 h 542796"/>
                  <a:gd name="connsiteX563" fmla="*/ 49137 w 758288"/>
                  <a:gd name="connsiteY563" fmla="*/ 257285 h 542796"/>
                  <a:gd name="connsiteX564" fmla="*/ 49053 w 758288"/>
                  <a:gd name="connsiteY564" fmla="*/ 254084 h 542796"/>
                  <a:gd name="connsiteX565" fmla="*/ 46790 w 758288"/>
                  <a:gd name="connsiteY565" fmla="*/ 239017 h 542796"/>
                  <a:gd name="connsiteX566" fmla="*/ 42321 w 758288"/>
                  <a:gd name="connsiteY566" fmla="*/ 238123 h 542796"/>
                  <a:gd name="connsiteX567" fmla="*/ 41427 w 758288"/>
                  <a:gd name="connsiteY567" fmla="*/ 211308 h 542796"/>
                  <a:gd name="connsiteX568" fmla="*/ 36064 w 758288"/>
                  <a:gd name="connsiteY568" fmla="*/ 210414 h 542796"/>
                  <a:gd name="connsiteX569" fmla="*/ 35996 w 758288"/>
                  <a:gd name="connsiteY569" fmla="*/ 207995 h 542796"/>
                  <a:gd name="connsiteX570" fmla="*/ 35732 w 758288"/>
                  <a:gd name="connsiteY570" fmla="*/ 199104 h 542796"/>
                  <a:gd name="connsiteX571" fmla="*/ 35620 w 758288"/>
                  <a:gd name="connsiteY571" fmla="*/ 195257 h 542796"/>
                  <a:gd name="connsiteX572" fmla="*/ 35453 w 758288"/>
                  <a:gd name="connsiteY572" fmla="*/ 189726 h 542796"/>
                  <a:gd name="connsiteX573" fmla="*/ 35354 w 758288"/>
                  <a:gd name="connsiteY573" fmla="*/ 186364 h 542796"/>
                  <a:gd name="connsiteX574" fmla="*/ 34277 w 758288"/>
                  <a:gd name="connsiteY574" fmla="*/ 180917 h 542796"/>
                  <a:gd name="connsiteX575" fmla="*/ 29807 w 758288"/>
                  <a:gd name="connsiteY575" fmla="*/ 180023 h 542796"/>
                  <a:gd name="connsiteX576" fmla="*/ 28914 w 758288"/>
                  <a:gd name="connsiteY576" fmla="*/ 153208 h 542796"/>
                  <a:gd name="connsiteX577" fmla="*/ 23551 w 758288"/>
                  <a:gd name="connsiteY577" fmla="*/ 152314 h 542796"/>
                  <a:gd name="connsiteX578" fmla="*/ 23386 w 758288"/>
                  <a:gd name="connsiteY578" fmla="*/ 148913 h 542796"/>
                  <a:gd name="connsiteX579" fmla="*/ 22771 w 758288"/>
                  <a:gd name="connsiteY579" fmla="*/ 137413 h 542796"/>
                  <a:gd name="connsiteX580" fmla="*/ 22524 w 758288"/>
                  <a:gd name="connsiteY580" fmla="*/ 132276 h 542796"/>
                  <a:gd name="connsiteX581" fmla="*/ 21763 w 758288"/>
                  <a:gd name="connsiteY581" fmla="*/ 126393 h 542796"/>
                  <a:gd name="connsiteX582" fmla="*/ 18187 w 758288"/>
                  <a:gd name="connsiteY582" fmla="*/ 124605 h 542796"/>
                  <a:gd name="connsiteX583" fmla="*/ 16400 w 758288"/>
                  <a:gd name="connsiteY583" fmla="*/ 123711 h 542796"/>
                  <a:gd name="connsiteX584" fmla="*/ 15506 w 758288"/>
                  <a:gd name="connsiteY584" fmla="*/ 96002 h 542796"/>
                  <a:gd name="connsiteX585" fmla="*/ 10143 w 758288"/>
                  <a:gd name="connsiteY585" fmla="*/ 95108 h 542796"/>
                  <a:gd name="connsiteX586" fmla="*/ 10089 w 758288"/>
                  <a:gd name="connsiteY586" fmla="*/ 92867 h 542796"/>
                  <a:gd name="connsiteX587" fmla="*/ 9808 w 758288"/>
                  <a:gd name="connsiteY587" fmla="*/ 82818 h 542796"/>
                  <a:gd name="connsiteX588" fmla="*/ 9724 w 758288"/>
                  <a:gd name="connsiteY588" fmla="*/ 79291 h 542796"/>
                  <a:gd name="connsiteX589" fmla="*/ 9619 w 758288"/>
                  <a:gd name="connsiteY589" fmla="*/ 75905 h 542796"/>
                  <a:gd name="connsiteX590" fmla="*/ 9534 w 758288"/>
                  <a:gd name="connsiteY590" fmla="*/ 72784 h 542796"/>
                  <a:gd name="connsiteX591" fmla="*/ 7461 w 758288"/>
                  <a:gd name="connsiteY591" fmla="*/ 66505 h 542796"/>
                  <a:gd name="connsiteX592" fmla="*/ 3886 w 758288"/>
                  <a:gd name="connsiteY592" fmla="*/ 66505 h 542796"/>
                  <a:gd name="connsiteX593" fmla="*/ 3847 w 758288"/>
                  <a:gd name="connsiteY593" fmla="*/ 63990 h 542796"/>
                  <a:gd name="connsiteX594" fmla="*/ 3651 w 758288"/>
                  <a:gd name="connsiteY594" fmla="*/ 54765 h 542796"/>
                  <a:gd name="connsiteX595" fmla="*/ 3576 w 758288"/>
                  <a:gd name="connsiteY595" fmla="*/ 50770 h 542796"/>
                  <a:gd name="connsiteX596" fmla="*/ 3450 w 758288"/>
                  <a:gd name="connsiteY596" fmla="*/ 45032 h 542796"/>
                  <a:gd name="connsiteX597" fmla="*/ 3379 w 758288"/>
                  <a:gd name="connsiteY597" fmla="*/ 41543 h 542796"/>
                  <a:gd name="connsiteX598" fmla="*/ 2992 w 758288"/>
                  <a:gd name="connsiteY598" fmla="*/ 38796 h 542796"/>
                  <a:gd name="connsiteX599" fmla="*/ 311 w 758288"/>
                  <a:gd name="connsiteY599" fmla="*/ 37008 h 542796"/>
                  <a:gd name="connsiteX600" fmla="*/ 6 w 758288"/>
                  <a:gd name="connsiteY600" fmla="*/ 33441 h 542796"/>
                  <a:gd name="connsiteX601" fmla="*/ 7 w 758288"/>
                  <a:gd name="connsiteY601" fmla="*/ 31218 h 542796"/>
                  <a:gd name="connsiteX602" fmla="*/ 49 w 758288"/>
                  <a:gd name="connsiteY602" fmla="*/ 28817 h 542796"/>
                  <a:gd name="connsiteX603" fmla="*/ 60 w 758288"/>
                  <a:gd name="connsiteY603" fmla="*/ 26360 h 542796"/>
                  <a:gd name="connsiteX604" fmla="*/ 143 w 758288"/>
                  <a:gd name="connsiteY604" fmla="*/ 18573 h 542796"/>
                  <a:gd name="connsiteX605" fmla="*/ 180 w 758288"/>
                  <a:gd name="connsiteY605" fmla="*/ 13301 h 542796"/>
                  <a:gd name="connsiteX606" fmla="*/ 311 w 758288"/>
                  <a:gd name="connsiteY606" fmla="*/ 361 h 54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Lst>
                <a:rect l="l" t="t" r="r" b="b"/>
                <a:pathLst>
                  <a:path w="758288" h="542796">
                    <a:moveTo>
                      <a:pt x="311" y="361"/>
                    </a:moveTo>
                    <a:cubicBezTo>
                      <a:pt x="21343" y="340"/>
                      <a:pt x="42376" y="324"/>
                      <a:pt x="63408" y="315"/>
                    </a:cubicBezTo>
                    <a:cubicBezTo>
                      <a:pt x="73173" y="310"/>
                      <a:pt x="82939" y="304"/>
                      <a:pt x="92704" y="293"/>
                    </a:cubicBezTo>
                    <a:cubicBezTo>
                      <a:pt x="101214" y="285"/>
                      <a:pt x="109724" y="279"/>
                      <a:pt x="118234" y="277"/>
                    </a:cubicBezTo>
                    <a:cubicBezTo>
                      <a:pt x="122741" y="276"/>
                      <a:pt x="127249" y="273"/>
                      <a:pt x="131756" y="266"/>
                    </a:cubicBezTo>
                    <a:cubicBezTo>
                      <a:pt x="135996" y="260"/>
                      <a:pt x="140237" y="258"/>
                      <a:pt x="144477" y="260"/>
                    </a:cubicBezTo>
                    <a:cubicBezTo>
                      <a:pt x="146035" y="260"/>
                      <a:pt x="147594" y="258"/>
                      <a:pt x="149152" y="254"/>
                    </a:cubicBezTo>
                    <a:cubicBezTo>
                      <a:pt x="151276" y="250"/>
                      <a:pt x="153400" y="251"/>
                      <a:pt x="155524" y="253"/>
                    </a:cubicBezTo>
                    <a:cubicBezTo>
                      <a:pt x="156143" y="251"/>
                      <a:pt x="156762" y="248"/>
                      <a:pt x="157400" y="246"/>
                    </a:cubicBezTo>
                    <a:cubicBezTo>
                      <a:pt x="160290" y="255"/>
                      <a:pt x="162907" y="371"/>
                      <a:pt x="165671" y="1255"/>
                    </a:cubicBezTo>
                    <a:cubicBezTo>
                      <a:pt x="165689" y="1845"/>
                      <a:pt x="165707" y="2435"/>
                      <a:pt x="165725" y="3043"/>
                    </a:cubicBezTo>
                    <a:cubicBezTo>
                      <a:pt x="165811" y="5743"/>
                      <a:pt x="165909" y="8443"/>
                      <a:pt x="166007" y="11143"/>
                    </a:cubicBezTo>
                    <a:cubicBezTo>
                      <a:pt x="166048" y="12535"/>
                      <a:pt x="166048" y="12535"/>
                      <a:pt x="166090" y="13955"/>
                    </a:cubicBezTo>
                    <a:cubicBezTo>
                      <a:pt x="166281" y="18959"/>
                      <a:pt x="166700" y="23334"/>
                      <a:pt x="168353" y="28070"/>
                    </a:cubicBezTo>
                    <a:cubicBezTo>
                      <a:pt x="169533" y="28070"/>
                      <a:pt x="170713" y="28070"/>
                      <a:pt x="171928" y="28070"/>
                    </a:cubicBezTo>
                    <a:cubicBezTo>
                      <a:pt x="172962" y="31331"/>
                      <a:pt x="172897" y="34362"/>
                      <a:pt x="172847" y="37766"/>
                    </a:cubicBezTo>
                    <a:cubicBezTo>
                      <a:pt x="172835" y="38964"/>
                      <a:pt x="172824" y="40162"/>
                      <a:pt x="172813" y="41361"/>
                    </a:cubicBezTo>
                    <a:cubicBezTo>
                      <a:pt x="172791" y="43240"/>
                      <a:pt x="172766" y="45119"/>
                      <a:pt x="172736" y="46998"/>
                    </a:cubicBezTo>
                    <a:cubicBezTo>
                      <a:pt x="172709" y="48818"/>
                      <a:pt x="172693" y="50638"/>
                      <a:pt x="172679" y="52459"/>
                    </a:cubicBezTo>
                    <a:cubicBezTo>
                      <a:pt x="172664" y="53545"/>
                      <a:pt x="172649" y="54632"/>
                      <a:pt x="172633" y="55751"/>
                    </a:cubicBezTo>
                    <a:cubicBezTo>
                      <a:pt x="172608" y="58620"/>
                      <a:pt x="172608" y="58620"/>
                      <a:pt x="174610" y="61142"/>
                    </a:cubicBezTo>
                    <a:cubicBezTo>
                      <a:pt x="176901" y="61794"/>
                      <a:pt x="176901" y="61794"/>
                      <a:pt x="179079" y="62036"/>
                    </a:cubicBezTo>
                    <a:cubicBezTo>
                      <a:pt x="179101" y="62947"/>
                      <a:pt x="179124" y="63859"/>
                      <a:pt x="179147" y="64797"/>
                    </a:cubicBezTo>
                    <a:cubicBezTo>
                      <a:pt x="179231" y="68172"/>
                      <a:pt x="179321" y="71547"/>
                      <a:pt x="179412" y="74922"/>
                    </a:cubicBezTo>
                    <a:cubicBezTo>
                      <a:pt x="179451" y="76384"/>
                      <a:pt x="179488" y="77846"/>
                      <a:pt x="179524" y="79307"/>
                    </a:cubicBezTo>
                    <a:cubicBezTo>
                      <a:pt x="179575" y="81406"/>
                      <a:pt x="179632" y="83505"/>
                      <a:pt x="179690" y="85604"/>
                    </a:cubicBezTo>
                    <a:cubicBezTo>
                      <a:pt x="179712" y="86587"/>
                      <a:pt x="179712" y="86587"/>
                      <a:pt x="179735" y="87591"/>
                    </a:cubicBezTo>
                    <a:cubicBezTo>
                      <a:pt x="179782" y="91016"/>
                      <a:pt x="179782" y="91016"/>
                      <a:pt x="180867" y="94214"/>
                    </a:cubicBezTo>
                    <a:cubicBezTo>
                      <a:pt x="182342" y="94214"/>
                      <a:pt x="183816" y="94214"/>
                      <a:pt x="185336" y="94214"/>
                    </a:cubicBezTo>
                    <a:cubicBezTo>
                      <a:pt x="185354" y="95116"/>
                      <a:pt x="185371" y="96018"/>
                      <a:pt x="185390" y="96947"/>
                    </a:cubicBezTo>
                    <a:cubicBezTo>
                      <a:pt x="185458" y="100299"/>
                      <a:pt x="185537" y="103651"/>
                      <a:pt x="185620" y="107002"/>
                    </a:cubicBezTo>
                    <a:cubicBezTo>
                      <a:pt x="185654" y="108452"/>
                      <a:pt x="185685" y="109901"/>
                      <a:pt x="185713" y="111351"/>
                    </a:cubicBezTo>
                    <a:cubicBezTo>
                      <a:pt x="185754" y="113437"/>
                      <a:pt x="185806" y="115522"/>
                      <a:pt x="185860" y="117608"/>
                    </a:cubicBezTo>
                    <a:cubicBezTo>
                      <a:pt x="185875" y="118577"/>
                      <a:pt x="185875" y="118577"/>
                      <a:pt x="185891" y="119566"/>
                    </a:cubicBezTo>
                    <a:cubicBezTo>
                      <a:pt x="185987" y="122859"/>
                      <a:pt x="186209" y="125376"/>
                      <a:pt x="188017" y="128180"/>
                    </a:cubicBezTo>
                    <a:cubicBezTo>
                      <a:pt x="189197" y="128180"/>
                      <a:pt x="190377" y="128180"/>
                      <a:pt x="191593" y="128180"/>
                    </a:cubicBezTo>
                    <a:cubicBezTo>
                      <a:pt x="191615" y="128987"/>
                      <a:pt x="191638" y="129794"/>
                      <a:pt x="191661" y="130625"/>
                    </a:cubicBezTo>
                    <a:cubicBezTo>
                      <a:pt x="191746" y="133642"/>
                      <a:pt x="191835" y="136658"/>
                      <a:pt x="191926" y="139675"/>
                    </a:cubicBezTo>
                    <a:cubicBezTo>
                      <a:pt x="191964" y="140976"/>
                      <a:pt x="192001" y="142278"/>
                      <a:pt x="192037" y="143579"/>
                    </a:cubicBezTo>
                    <a:cubicBezTo>
                      <a:pt x="192089" y="145458"/>
                      <a:pt x="192146" y="147338"/>
                      <a:pt x="192204" y="149217"/>
                    </a:cubicBezTo>
                    <a:cubicBezTo>
                      <a:pt x="192237" y="150345"/>
                      <a:pt x="192269" y="151473"/>
                      <a:pt x="192303" y="152635"/>
                    </a:cubicBezTo>
                    <a:cubicBezTo>
                      <a:pt x="192364" y="153709"/>
                      <a:pt x="192424" y="154783"/>
                      <a:pt x="192487" y="155889"/>
                    </a:cubicBezTo>
                    <a:cubicBezTo>
                      <a:pt x="192529" y="157004"/>
                      <a:pt x="192572" y="158119"/>
                      <a:pt x="192616" y="159267"/>
                    </a:cubicBezTo>
                    <a:cubicBezTo>
                      <a:pt x="192868" y="160217"/>
                      <a:pt x="193121" y="161167"/>
                      <a:pt x="193380" y="162146"/>
                    </a:cubicBezTo>
                    <a:cubicBezTo>
                      <a:pt x="195150" y="163031"/>
                      <a:pt x="196920" y="163916"/>
                      <a:pt x="198744" y="164828"/>
                    </a:cubicBezTo>
                    <a:cubicBezTo>
                      <a:pt x="199038" y="175742"/>
                      <a:pt x="199333" y="186655"/>
                      <a:pt x="199637" y="197900"/>
                    </a:cubicBezTo>
                    <a:cubicBezTo>
                      <a:pt x="201407" y="197900"/>
                      <a:pt x="203177" y="197900"/>
                      <a:pt x="205000" y="197900"/>
                    </a:cubicBezTo>
                    <a:cubicBezTo>
                      <a:pt x="205018" y="198834"/>
                      <a:pt x="205036" y="199767"/>
                      <a:pt x="205054" y="200729"/>
                    </a:cubicBezTo>
                    <a:cubicBezTo>
                      <a:pt x="205122" y="204193"/>
                      <a:pt x="205201" y="207656"/>
                      <a:pt x="205284" y="211119"/>
                    </a:cubicBezTo>
                    <a:cubicBezTo>
                      <a:pt x="205318" y="212618"/>
                      <a:pt x="205349" y="214117"/>
                      <a:pt x="205377" y="215616"/>
                    </a:cubicBezTo>
                    <a:cubicBezTo>
                      <a:pt x="205418" y="217771"/>
                      <a:pt x="205470" y="219925"/>
                      <a:pt x="205524" y="222079"/>
                    </a:cubicBezTo>
                    <a:cubicBezTo>
                      <a:pt x="205540" y="223085"/>
                      <a:pt x="205540" y="223085"/>
                      <a:pt x="205555" y="224111"/>
                    </a:cubicBezTo>
                    <a:cubicBezTo>
                      <a:pt x="205650" y="227451"/>
                      <a:pt x="205784" y="229018"/>
                      <a:pt x="207682" y="231866"/>
                    </a:cubicBezTo>
                    <a:cubicBezTo>
                      <a:pt x="208862" y="231866"/>
                      <a:pt x="210042" y="231866"/>
                      <a:pt x="211257" y="231866"/>
                    </a:cubicBezTo>
                    <a:cubicBezTo>
                      <a:pt x="211277" y="233143"/>
                      <a:pt x="211277" y="233143"/>
                      <a:pt x="211297" y="234446"/>
                    </a:cubicBezTo>
                    <a:cubicBezTo>
                      <a:pt x="211349" y="237640"/>
                      <a:pt x="211418" y="240833"/>
                      <a:pt x="211492" y="244026"/>
                    </a:cubicBezTo>
                    <a:cubicBezTo>
                      <a:pt x="211521" y="245402"/>
                      <a:pt x="211547" y="246778"/>
                      <a:pt x="211567" y="248153"/>
                    </a:cubicBezTo>
                    <a:cubicBezTo>
                      <a:pt x="211681" y="255653"/>
                      <a:pt x="211953" y="262378"/>
                      <a:pt x="214833" y="269407"/>
                    </a:cubicBezTo>
                    <a:cubicBezTo>
                      <a:pt x="215225" y="271056"/>
                      <a:pt x="215589" y="272712"/>
                      <a:pt x="215894" y="274379"/>
                    </a:cubicBezTo>
                    <a:cubicBezTo>
                      <a:pt x="216036" y="275136"/>
                      <a:pt x="216178" y="275893"/>
                      <a:pt x="216324" y="276673"/>
                    </a:cubicBezTo>
                    <a:cubicBezTo>
                      <a:pt x="216422" y="277225"/>
                      <a:pt x="216519" y="277777"/>
                      <a:pt x="216620" y="278346"/>
                    </a:cubicBezTo>
                    <a:cubicBezTo>
                      <a:pt x="217210" y="278346"/>
                      <a:pt x="217800" y="278346"/>
                      <a:pt x="218408" y="278346"/>
                    </a:cubicBezTo>
                    <a:cubicBezTo>
                      <a:pt x="218408" y="270971"/>
                      <a:pt x="218408" y="263597"/>
                      <a:pt x="218408" y="256000"/>
                    </a:cubicBezTo>
                    <a:cubicBezTo>
                      <a:pt x="219883" y="255705"/>
                      <a:pt x="221358" y="255410"/>
                      <a:pt x="222877" y="255106"/>
                    </a:cubicBezTo>
                    <a:cubicBezTo>
                      <a:pt x="223977" y="252906"/>
                      <a:pt x="223955" y="251300"/>
                      <a:pt x="224054" y="248842"/>
                    </a:cubicBezTo>
                    <a:cubicBezTo>
                      <a:pt x="224091" y="247960"/>
                      <a:pt x="224129" y="247079"/>
                      <a:pt x="224167" y="246171"/>
                    </a:cubicBezTo>
                    <a:cubicBezTo>
                      <a:pt x="224203" y="245248"/>
                      <a:pt x="224238" y="244325"/>
                      <a:pt x="224274" y="243374"/>
                    </a:cubicBezTo>
                    <a:cubicBezTo>
                      <a:pt x="224332" y="241979"/>
                      <a:pt x="224332" y="241979"/>
                      <a:pt x="224391" y="240556"/>
                    </a:cubicBezTo>
                    <a:cubicBezTo>
                      <a:pt x="224486" y="238256"/>
                      <a:pt x="224577" y="235955"/>
                      <a:pt x="224665" y="233654"/>
                    </a:cubicBezTo>
                    <a:cubicBezTo>
                      <a:pt x="226140" y="233654"/>
                      <a:pt x="227615" y="233654"/>
                      <a:pt x="229134" y="233654"/>
                    </a:cubicBezTo>
                    <a:cubicBezTo>
                      <a:pt x="230284" y="231355"/>
                      <a:pt x="230216" y="229570"/>
                      <a:pt x="230311" y="226999"/>
                    </a:cubicBezTo>
                    <a:cubicBezTo>
                      <a:pt x="230348" y="226037"/>
                      <a:pt x="230386" y="225074"/>
                      <a:pt x="230424" y="224083"/>
                    </a:cubicBezTo>
                    <a:cubicBezTo>
                      <a:pt x="230477" y="222571"/>
                      <a:pt x="230477" y="222571"/>
                      <a:pt x="230531" y="221028"/>
                    </a:cubicBezTo>
                    <a:cubicBezTo>
                      <a:pt x="230569" y="220013"/>
                      <a:pt x="230608" y="218998"/>
                      <a:pt x="230648" y="217952"/>
                    </a:cubicBezTo>
                    <a:cubicBezTo>
                      <a:pt x="230743" y="215439"/>
                      <a:pt x="230834" y="212927"/>
                      <a:pt x="230922" y="210414"/>
                    </a:cubicBezTo>
                    <a:cubicBezTo>
                      <a:pt x="232692" y="210119"/>
                      <a:pt x="234461" y="209824"/>
                      <a:pt x="236285" y="209520"/>
                    </a:cubicBezTo>
                    <a:cubicBezTo>
                      <a:pt x="237080" y="204353"/>
                      <a:pt x="237232" y="199401"/>
                      <a:pt x="237123" y="194174"/>
                    </a:cubicBezTo>
                    <a:cubicBezTo>
                      <a:pt x="237177" y="191727"/>
                      <a:pt x="237516" y="189552"/>
                      <a:pt x="238073" y="187174"/>
                    </a:cubicBezTo>
                    <a:cubicBezTo>
                      <a:pt x="238626" y="187100"/>
                      <a:pt x="239179" y="187026"/>
                      <a:pt x="239749" y="186950"/>
                    </a:cubicBezTo>
                    <a:cubicBezTo>
                      <a:pt x="241754" y="186461"/>
                      <a:pt x="241754" y="186461"/>
                      <a:pt x="242637" y="184741"/>
                    </a:cubicBezTo>
                    <a:cubicBezTo>
                      <a:pt x="243551" y="182410"/>
                      <a:pt x="243719" y="180553"/>
                      <a:pt x="243806" y="178054"/>
                    </a:cubicBezTo>
                    <a:cubicBezTo>
                      <a:pt x="243840" y="177178"/>
                      <a:pt x="243875" y="176302"/>
                      <a:pt x="243910" y="175400"/>
                    </a:cubicBezTo>
                    <a:cubicBezTo>
                      <a:pt x="243938" y="174492"/>
                      <a:pt x="243966" y="173584"/>
                      <a:pt x="243994" y="172649"/>
                    </a:cubicBezTo>
                    <a:cubicBezTo>
                      <a:pt x="244029" y="171727"/>
                      <a:pt x="244063" y="170805"/>
                      <a:pt x="244099" y="169856"/>
                    </a:cubicBezTo>
                    <a:cubicBezTo>
                      <a:pt x="244183" y="167584"/>
                      <a:pt x="244260" y="165312"/>
                      <a:pt x="244329" y="163040"/>
                    </a:cubicBezTo>
                    <a:cubicBezTo>
                      <a:pt x="245048" y="162929"/>
                      <a:pt x="245767" y="162819"/>
                      <a:pt x="246508" y="162705"/>
                    </a:cubicBezTo>
                    <a:cubicBezTo>
                      <a:pt x="247264" y="162521"/>
                      <a:pt x="248020" y="162336"/>
                      <a:pt x="248799" y="162146"/>
                    </a:cubicBezTo>
                    <a:cubicBezTo>
                      <a:pt x="249923" y="159897"/>
                      <a:pt x="249879" y="158202"/>
                      <a:pt x="249975" y="155687"/>
                    </a:cubicBezTo>
                    <a:cubicBezTo>
                      <a:pt x="250013" y="154765"/>
                      <a:pt x="250050" y="153843"/>
                      <a:pt x="250089" y="152894"/>
                    </a:cubicBezTo>
                    <a:cubicBezTo>
                      <a:pt x="250141" y="151445"/>
                      <a:pt x="250141" y="151445"/>
                      <a:pt x="250195" y="149968"/>
                    </a:cubicBezTo>
                    <a:cubicBezTo>
                      <a:pt x="250234" y="148995"/>
                      <a:pt x="250272" y="148023"/>
                      <a:pt x="250312" y="147021"/>
                    </a:cubicBezTo>
                    <a:cubicBezTo>
                      <a:pt x="250407" y="144614"/>
                      <a:pt x="250498" y="142207"/>
                      <a:pt x="250586" y="139800"/>
                    </a:cubicBezTo>
                    <a:cubicBezTo>
                      <a:pt x="252061" y="139800"/>
                      <a:pt x="253536" y="139800"/>
                      <a:pt x="255056" y="139800"/>
                    </a:cubicBezTo>
                    <a:cubicBezTo>
                      <a:pt x="256155" y="137600"/>
                      <a:pt x="256133" y="135994"/>
                      <a:pt x="256232" y="133536"/>
                    </a:cubicBezTo>
                    <a:cubicBezTo>
                      <a:pt x="256270" y="132655"/>
                      <a:pt x="256307" y="131773"/>
                      <a:pt x="256346" y="130865"/>
                    </a:cubicBezTo>
                    <a:cubicBezTo>
                      <a:pt x="256398" y="129481"/>
                      <a:pt x="256398" y="129481"/>
                      <a:pt x="256452" y="128069"/>
                    </a:cubicBezTo>
                    <a:cubicBezTo>
                      <a:pt x="256491" y="127139"/>
                      <a:pt x="256529" y="126209"/>
                      <a:pt x="256569" y="125251"/>
                    </a:cubicBezTo>
                    <a:cubicBezTo>
                      <a:pt x="256664" y="122950"/>
                      <a:pt x="256755" y="120649"/>
                      <a:pt x="256843" y="118348"/>
                    </a:cubicBezTo>
                    <a:cubicBezTo>
                      <a:pt x="258613" y="117758"/>
                      <a:pt x="260383" y="117168"/>
                      <a:pt x="262206" y="116560"/>
                    </a:cubicBezTo>
                    <a:cubicBezTo>
                      <a:pt x="263128" y="111837"/>
                      <a:pt x="263383" y="107165"/>
                      <a:pt x="263603" y="102371"/>
                    </a:cubicBezTo>
                    <a:cubicBezTo>
                      <a:pt x="263642" y="101585"/>
                      <a:pt x="263680" y="100799"/>
                      <a:pt x="263720" y="99989"/>
                    </a:cubicBezTo>
                    <a:cubicBezTo>
                      <a:pt x="263814" y="98064"/>
                      <a:pt x="263904" y="96139"/>
                      <a:pt x="263994" y="94214"/>
                    </a:cubicBezTo>
                    <a:cubicBezTo>
                      <a:pt x="264713" y="94104"/>
                      <a:pt x="265432" y="93993"/>
                      <a:pt x="266173" y="93879"/>
                    </a:cubicBezTo>
                    <a:cubicBezTo>
                      <a:pt x="266929" y="93695"/>
                      <a:pt x="267684" y="93510"/>
                      <a:pt x="268463" y="93320"/>
                    </a:cubicBezTo>
                    <a:cubicBezTo>
                      <a:pt x="269588" y="91071"/>
                      <a:pt x="269543" y="89376"/>
                      <a:pt x="269640" y="86861"/>
                    </a:cubicBezTo>
                    <a:cubicBezTo>
                      <a:pt x="269677" y="85939"/>
                      <a:pt x="269715" y="85018"/>
                      <a:pt x="269753" y="84068"/>
                    </a:cubicBezTo>
                    <a:cubicBezTo>
                      <a:pt x="269806" y="82619"/>
                      <a:pt x="269806" y="82619"/>
                      <a:pt x="269860" y="81142"/>
                    </a:cubicBezTo>
                    <a:cubicBezTo>
                      <a:pt x="269898" y="80169"/>
                      <a:pt x="269937" y="79197"/>
                      <a:pt x="269977" y="78195"/>
                    </a:cubicBezTo>
                    <a:cubicBezTo>
                      <a:pt x="270072" y="75788"/>
                      <a:pt x="270163" y="73381"/>
                      <a:pt x="270251" y="70974"/>
                    </a:cubicBezTo>
                    <a:cubicBezTo>
                      <a:pt x="271726" y="70679"/>
                      <a:pt x="273201" y="70384"/>
                      <a:pt x="274720" y="70081"/>
                    </a:cubicBezTo>
                    <a:cubicBezTo>
                      <a:pt x="275609" y="67414"/>
                      <a:pt x="275789" y="65432"/>
                      <a:pt x="275897" y="62640"/>
                    </a:cubicBezTo>
                    <a:cubicBezTo>
                      <a:pt x="275934" y="61721"/>
                      <a:pt x="275972" y="60802"/>
                      <a:pt x="276010" y="59856"/>
                    </a:cubicBezTo>
                    <a:cubicBezTo>
                      <a:pt x="276063" y="58418"/>
                      <a:pt x="276063" y="58418"/>
                      <a:pt x="276117" y="56952"/>
                    </a:cubicBezTo>
                    <a:cubicBezTo>
                      <a:pt x="276155" y="55984"/>
                      <a:pt x="276194" y="55015"/>
                      <a:pt x="276234" y="54018"/>
                    </a:cubicBezTo>
                    <a:cubicBezTo>
                      <a:pt x="276329" y="51625"/>
                      <a:pt x="276420" y="49233"/>
                      <a:pt x="276508" y="46841"/>
                    </a:cubicBezTo>
                    <a:cubicBezTo>
                      <a:pt x="277983" y="46841"/>
                      <a:pt x="279457" y="46841"/>
                      <a:pt x="280977" y="46841"/>
                    </a:cubicBezTo>
                    <a:cubicBezTo>
                      <a:pt x="282077" y="44641"/>
                      <a:pt x="282055" y="43035"/>
                      <a:pt x="282154" y="40577"/>
                    </a:cubicBezTo>
                    <a:cubicBezTo>
                      <a:pt x="282191" y="39695"/>
                      <a:pt x="282229" y="38814"/>
                      <a:pt x="282267" y="37906"/>
                    </a:cubicBezTo>
                    <a:cubicBezTo>
                      <a:pt x="282320" y="36521"/>
                      <a:pt x="282320" y="36521"/>
                      <a:pt x="282374" y="35109"/>
                    </a:cubicBezTo>
                    <a:cubicBezTo>
                      <a:pt x="282412" y="34179"/>
                      <a:pt x="282451" y="33249"/>
                      <a:pt x="282491" y="32291"/>
                    </a:cubicBezTo>
                    <a:cubicBezTo>
                      <a:pt x="282586" y="29990"/>
                      <a:pt x="282677" y="27690"/>
                      <a:pt x="282765" y="25388"/>
                    </a:cubicBezTo>
                    <a:cubicBezTo>
                      <a:pt x="284064" y="24808"/>
                      <a:pt x="284064" y="24808"/>
                      <a:pt x="285390" y="24215"/>
                    </a:cubicBezTo>
                    <a:cubicBezTo>
                      <a:pt x="288376" y="22974"/>
                      <a:pt x="288376" y="22974"/>
                      <a:pt x="289022" y="20025"/>
                    </a:cubicBezTo>
                    <a:cubicBezTo>
                      <a:pt x="289153" y="18572"/>
                      <a:pt x="289243" y="17115"/>
                      <a:pt x="289304" y="15657"/>
                    </a:cubicBezTo>
                    <a:cubicBezTo>
                      <a:pt x="289342" y="14819"/>
                      <a:pt x="289379" y="13981"/>
                      <a:pt x="289418" y="13117"/>
                    </a:cubicBezTo>
                    <a:cubicBezTo>
                      <a:pt x="289471" y="11808"/>
                      <a:pt x="289471" y="11808"/>
                      <a:pt x="289524" y="10473"/>
                    </a:cubicBezTo>
                    <a:cubicBezTo>
                      <a:pt x="289563" y="9589"/>
                      <a:pt x="289602" y="8706"/>
                      <a:pt x="289641" y="7796"/>
                    </a:cubicBezTo>
                    <a:cubicBezTo>
                      <a:pt x="289736" y="5616"/>
                      <a:pt x="289827" y="3435"/>
                      <a:pt x="289915" y="1255"/>
                    </a:cubicBezTo>
                    <a:cubicBezTo>
                      <a:pt x="293690" y="338"/>
                      <a:pt x="297342" y="233"/>
                      <a:pt x="301204" y="241"/>
                    </a:cubicBezTo>
                    <a:cubicBezTo>
                      <a:pt x="301883" y="239"/>
                      <a:pt x="302563" y="237"/>
                      <a:pt x="303263" y="235"/>
                    </a:cubicBezTo>
                    <a:cubicBezTo>
                      <a:pt x="305536" y="230"/>
                      <a:pt x="307809" y="230"/>
                      <a:pt x="310083" y="231"/>
                    </a:cubicBezTo>
                    <a:cubicBezTo>
                      <a:pt x="311714" y="228"/>
                      <a:pt x="313345" y="225"/>
                      <a:pt x="314977" y="222"/>
                    </a:cubicBezTo>
                    <a:cubicBezTo>
                      <a:pt x="319405" y="214"/>
                      <a:pt x="323834" y="212"/>
                      <a:pt x="328262" y="211"/>
                    </a:cubicBezTo>
                    <a:cubicBezTo>
                      <a:pt x="331959" y="211"/>
                      <a:pt x="335655" y="207"/>
                      <a:pt x="339351" y="204"/>
                    </a:cubicBezTo>
                    <a:cubicBezTo>
                      <a:pt x="348070" y="197"/>
                      <a:pt x="356789" y="195"/>
                      <a:pt x="365508" y="195"/>
                    </a:cubicBezTo>
                    <a:cubicBezTo>
                      <a:pt x="374505" y="196"/>
                      <a:pt x="383503" y="186"/>
                      <a:pt x="392501" y="172"/>
                    </a:cubicBezTo>
                    <a:cubicBezTo>
                      <a:pt x="400225" y="161"/>
                      <a:pt x="407948" y="156"/>
                      <a:pt x="415672" y="156"/>
                    </a:cubicBezTo>
                    <a:cubicBezTo>
                      <a:pt x="420286" y="157"/>
                      <a:pt x="424900" y="154"/>
                      <a:pt x="429514" y="145"/>
                    </a:cubicBezTo>
                    <a:cubicBezTo>
                      <a:pt x="433851" y="136"/>
                      <a:pt x="438188" y="136"/>
                      <a:pt x="442526" y="142"/>
                    </a:cubicBezTo>
                    <a:cubicBezTo>
                      <a:pt x="444118" y="143"/>
                      <a:pt x="445710" y="141"/>
                      <a:pt x="447303" y="136"/>
                    </a:cubicBezTo>
                    <a:cubicBezTo>
                      <a:pt x="449475" y="129"/>
                      <a:pt x="451647" y="133"/>
                      <a:pt x="453820" y="140"/>
                    </a:cubicBezTo>
                    <a:cubicBezTo>
                      <a:pt x="454451" y="135"/>
                      <a:pt x="455082" y="131"/>
                      <a:pt x="455732" y="126"/>
                    </a:cubicBezTo>
                    <a:cubicBezTo>
                      <a:pt x="459512" y="153"/>
                      <a:pt x="461442" y="682"/>
                      <a:pt x="465108" y="2149"/>
                    </a:cubicBezTo>
                    <a:cubicBezTo>
                      <a:pt x="465403" y="8638"/>
                      <a:pt x="465698" y="15127"/>
                      <a:pt x="466002" y="21813"/>
                    </a:cubicBezTo>
                    <a:cubicBezTo>
                      <a:pt x="468666" y="22438"/>
                      <a:pt x="468666" y="22438"/>
                      <a:pt x="471365" y="22707"/>
                    </a:cubicBezTo>
                    <a:cubicBezTo>
                      <a:pt x="471399" y="23532"/>
                      <a:pt x="471399" y="23532"/>
                      <a:pt x="471433" y="24373"/>
                    </a:cubicBezTo>
                    <a:cubicBezTo>
                      <a:pt x="471537" y="26872"/>
                      <a:pt x="471647" y="29370"/>
                      <a:pt x="471756" y="31869"/>
                    </a:cubicBezTo>
                    <a:cubicBezTo>
                      <a:pt x="471791" y="32734"/>
                      <a:pt x="471827" y="33599"/>
                      <a:pt x="471863" y="34491"/>
                    </a:cubicBezTo>
                    <a:cubicBezTo>
                      <a:pt x="471900" y="35326"/>
                      <a:pt x="471938" y="36162"/>
                      <a:pt x="471976" y="37022"/>
                    </a:cubicBezTo>
                    <a:cubicBezTo>
                      <a:pt x="472025" y="38174"/>
                      <a:pt x="472025" y="38174"/>
                      <a:pt x="472076" y="39349"/>
                    </a:cubicBezTo>
                    <a:cubicBezTo>
                      <a:pt x="472248" y="41343"/>
                      <a:pt x="472606" y="43131"/>
                      <a:pt x="473153" y="45053"/>
                    </a:cubicBezTo>
                    <a:cubicBezTo>
                      <a:pt x="474628" y="45053"/>
                      <a:pt x="476103" y="45053"/>
                      <a:pt x="477622" y="45053"/>
                    </a:cubicBezTo>
                    <a:cubicBezTo>
                      <a:pt x="477656" y="45966"/>
                      <a:pt x="477656" y="45966"/>
                      <a:pt x="477690" y="46898"/>
                    </a:cubicBezTo>
                    <a:cubicBezTo>
                      <a:pt x="477794" y="49653"/>
                      <a:pt x="477903" y="52409"/>
                      <a:pt x="478013" y="55165"/>
                    </a:cubicBezTo>
                    <a:cubicBezTo>
                      <a:pt x="478048" y="56123"/>
                      <a:pt x="478083" y="57081"/>
                      <a:pt x="478120" y="58068"/>
                    </a:cubicBezTo>
                    <a:cubicBezTo>
                      <a:pt x="478157" y="58987"/>
                      <a:pt x="478195" y="59906"/>
                      <a:pt x="478233" y="60852"/>
                    </a:cubicBezTo>
                    <a:cubicBezTo>
                      <a:pt x="478282" y="62123"/>
                      <a:pt x="478282" y="62123"/>
                      <a:pt x="478332" y="63420"/>
                    </a:cubicBezTo>
                    <a:cubicBezTo>
                      <a:pt x="478439" y="65733"/>
                      <a:pt x="478439" y="65733"/>
                      <a:pt x="479410" y="68293"/>
                    </a:cubicBezTo>
                    <a:cubicBezTo>
                      <a:pt x="481622" y="68735"/>
                      <a:pt x="481622" y="68735"/>
                      <a:pt x="483879" y="69187"/>
                    </a:cubicBezTo>
                    <a:cubicBezTo>
                      <a:pt x="484730" y="71739"/>
                      <a:pt x="484943" y="73575"/>
                      <a:pt x="485056" y="76236"/>
                    </a:cubicBezTo>
                    <a:cubicBezTo>
                      <a:pt x="485093" y="77074"/>
                      <a:pt x="485131" y="77913"/>
                      <a:pt x="485169" y="78776"/>
                    </a:cubicBezTo>
                    <a:cubicBezTo>
                      <a:pt x="485204" y="79649"/>
                      <a:pt x="485239" y="80522"/>
                      <a:pt x="485276" y="81421"/>
                    </a:cubicBezTo>
                    <a:cubicBezTo>
                      <a:pt x="485334" y="82746"/>
                      <a:pt x="485334" y="82746"/>
                      <a:pt x="485393" y="84097"/>
                    </a:cubicBezTo>
                    <a:cubicBezTo>
                      <a:pt x="485487" y="86278"/>
                      <a:pt x="485579" y="88458"/>
                      <a:pt x="485667" y="90639"/>
                    </a:cubicBezTo>
                    <a:cubicBezTo>
                      <a:pt x="488207" y="92045"/>
                      <a:pt x="488207" y="92045"/>
                      <a:pt x="491030" y="92427"/>
                    </a:cubicBezTo>
                    <a:cubicBezTo>
                      <a:pt x="491063" y="93333"/>
                      <a:pt x="491063" y="93333"/>
                      <a:pt x="491098" y="94257"/>
                    </a:cubicBezTo>
                    <a:cubicBezTo>
                      <a:pt x="491201" y="96999"/>
                      <a:pt x="491311" y="99741"/>
                      <a:pt x="491421" y="102482"/>
                    </a:cubicBezTo>
                    <a:cubicBezTo>
                      <a:pt x="491456" y="103433"/>
                      <a:pt x="491491" y="104383"/>
                      <a:pt x="491527" y="105363"/>
                    </a:cubicBezTo>
                    <a:cubicBezTo>
                      <a:pt x="491565" y="106279"/>
                      <a:pt x="491602" y="107195"/>
                      <a:pt x="491641" y="108139"/>
                    </a:cubicBezTo>
                    <a:cubicBezTo>
                      <a:pt x="491690" y="109403"/>
                      <a:pt x="491690" y="109403"/>
                      <a:pt x="491740" y="110692"/>
                    </a:cubicBezTo>
                    <a:cubicBezTo>
                      <a:pt x="491905" y="112755"/>
                      <a:pt x="492244" y="114577"/>
                      <a:pt x="492817" y="116560"/>
                    </a:cubicBezTo>
                    <a:cubicBezTo>
                      <a:pt x="494292" y="116265"/>
                      <a:pt x="495767" y="115970"/>
                      <a:pt x="497287" y="115666"/>
                    </a:cubicBezTo>
                    <a:cubicBezTo>
                      <a:pt x="497582" y="123336"/>
                      <a:pt x="497877" y="131005"/>
                      <a:pt x="498180" y="138906"/>
                    </a:cubicBezTo>
                    <a:cubicBezTo>
                      <a:pt x="499950" y="139201"/>
                      <a:pt x="501720" y="139496"/>
                      <a:pt x="503544" y="139800"/>
                    </a:cubicBezTo>
                    <a:cubicBezTo>
                      <a:pt x="503587" y="140910"/>
                      <a:pt x="503631" y="142019"/>
                      <a:pt x="503676" y="143163"/>
                    </a:cubicBezTo>
                    <a:cubicBezTo>
                      <a:pt x="503743" y="144630"/>
                      <a:pt x="503811" y="146098"/>
                      <a:pt x="503879" y="147565"/>
                    </a:cubicBezTo>
                    <a:cubicBezTo>
                      <a:pt x="503906" y="148295"/>
                      <a:pt x="503934" y="149025"/>
                      <a:pt x="503963" y="149777"/>
                    </a:cubicBezTo>
                    <a:cubicBezTo>
                      <a:pt x="504162" y="155313"/>
                      <a:pt x="504162" y="155313"/>
                      <a:pt x="506225" y="160359"/>
                    </a:cubicBezTo>
                    <a:cubicBezTo>
                      <a:pt x="508437" y="161243"/>
                      <a:pt x="508437" y="161243"/>
                      <a:pt x="510694" y="162146"/>
                    </a:cubicBezTo>
                    <a:cubicBezTo>
                      <a:pt x="510989" y="169815"/>
                      <a:pt x="511284" y="177485"/>
                      <a:pt x="511588" y="185386"/>
                    </a:cubicBezTo>
                    <a:cubicBezTo>
                      <a:pt x="513358" y="185386"/>
                      <a:pt x="515128" y="185386"/>
                      <a:pt x="516951" y="185386"/>
                    </a:cubicBezTo>
                    <a:cubicBezTo>
                      <a:pt x="516971" y="186299"/>
                      <a:pt x="516971" y="186299"/>
                      <a:pt x="516991" y="187231"/>
                    </a:cubicBezTo>
                    <a:cubicBezTo>
                      <a:pt x="517057" y="189987"/>
                      <a:pt x="517144" y="192742"/>
                      <a:pt x="517230" y="195498"/>
                    </a:cubicBezTo>
                    <a:cubicBezTo>
                      <a:pt x="517261" y="196935"/>
                      <a:pt x="517261" y="196935"/>
                      <a:pt x="517292" y="198401"/>
                    </a:cubicBezTo>
                    <a:cubicBezTo>
                      <a:pt x="517323" y="199320"/>
                      <a:pt x="517355" y="200239"/>
                      <a:pt x="517388" y="201185"/>
                    </a:cubicBezTo>
                    <a:cubicBezTo>
                      <a:pt x="517411" y="202033"/>
                      <a:pt x="517434" y="202880"/>
                      <a:pt x="517459" y="203753"/>
                    </a:cubicBezTo>
                    <a:cubicBezTo>
                      <a:pt x="517907" y="206293"/>
                      <a:pt x="518433" y="207150"/>
                      <a:pt x="520527" y="208626"/>
                    </a:cubicBezTo>
                    <a:cubicBezTo>
                      <a:pt x="521411" y="208626"/>
                      <a:pt x="522296" y="208626"/>
                      <a:pt x="523208" y="208626"/>
                    </a:cubicBezTo>
                    <a:cubicBezTo>
                      <a:pt x="523226" y="209203"/>
                      <a:pt x="523243" y="209780"/>
                      <a:pt x="523262" y="210374"/>
                    </a:cubicBezTo>
                    <a:cubicBezTo>
                      <a:pt x="523347" y="212995"/>
                      <a:pt x="523445" y="215615"/>
                      <a:pt x="523543" y="218235"/>
                    </a:cubicBezTo>
                    <a:cubicBezTo>
                      <a:pt x="523571" y="219143"/>
                      <a:pt x="523599" y="220051"/>
                      <a:pt x="523627" y="220986"/>
                    </a:cubicBezTo>
                    <a:cubicBezTo>
                      <a:pt x="523662" y="221862"/>
                      <a:pt x="523696" y="222738"/>
                      <a:pt x="523732" y="223640"/>
                    </a:cubicBezTo>
                    <a:cubicBezTo>
                      <a:pt x="523760" y="224445"/>
                      <a:pt x="523788" y="225250"/>
                      <a:pt x="523817" y="226079"/>
                    </a:cubicBezTo>
                    <a:cubicBezTo>
                      <a:pt x="524116" y="228402"/>
                      <a:pt x="524626" y="229901"/>
                      <a:pt x="525890" y="231866"/>
                    </a:cubicBezTo>
                    <a:cubicBezTo>
                      <a:pt x="527722" y="232586"/>
                      <a:pt x="527722" y="232586"/>
                      <a:pt x="529465" y="232760"/>
                    </a:cubicBezTo>
                    <a:cubicBezTo>
                      <a:pt x="529616" y="235031"/>
                      <a:pt x="529765" y="237303"/>
                      <a:pt x="529912" y="239575"/>
                    </a:cubicBezTo>
                    <a:cubicBezTo>
                      <a:pt x="529954" y="240212"/>
                      <a:pt x="529997" y="240850"/>
                      <a:pt x="530041" y="241506"/>
                    </a:cubicBezTo>
                    <a:cubicBezTo>
                      <a:pt x="530225" y="244376"/>
                      <a:pt x="530356" y="247164"/>
                      <a:pt x="530275" y="250043"/>
                    </a:cubicBezTo>
                    <a:cubicBezTo>
                      <a:pt x="530157" y="252631"/>
                      <a:pt x="530157" y="252631"/>
                      <a:pt x="532146" y="255106"/>
                    </a:cubicBezTo>
                    <a:cubicBezTo>
                      <a:pt x="533621" y="255401"/>
                      <a:pt x="535096" y="255696"/>
                      <a:pt x="536616" y="256000"/>
                    </a:cubicBezTo>
                    <a:cubicBezTo>
                      <a:pt x="536616" y="262784"/>
                      <a:pt x="536616" y="269568"/>
                      <a:pt x="536616" y="276558"/>
                    </a:cubicBezTo>
                    <a:cubicBezTo>
                      <a:pt x="537206" y="276558"/>
                      <a:pt x="537796" y="276558"/>
                      <a:pt x="538403" y="276558"/>
                    </a:cubicBezTo>
                    <a:cubicBezTo>
                      <a:pt x="538496" y="275599"/>
                      <a:pt x="538588" y="274641"/>
                      <a:pt x="538683" y="273653"/>
                    </a:cubicBezTo>
                    <a:cubicBezTo>
                      <a:pt x="539297" y="270301"/>
                      <a:pt x="539297" y="270301"/>
                      <a:pt x="540648" y="268766"/>
                    </a:cubicBezTo>
                    <a:cubicBezTo>
                      <a:pt x="542598" y="265777"/>
                      <a:pt x="542407" y="262796"/>
                      <a:pt x="542436" y="259338"/>
                    </a:cubicBezTo>
                    <a:cubicBezTo>
                      <a:pt x="542452" y="258628"/>
                      <a:pt x="542468" y="257919"/>
                      <a:pt x="542485" y="257189"/>
                    </a:cubicBezTo>
                    <a:cubicBezTo>
                      <a:pt x="542533" y="254930"/>
                      <a:pt x="542563" y="252672"/>
                      <a:pt x="542593" y="250413"/>
                    </a:cubicBezTo>
                    <a:cubicBezTo>
                      <a:pt x="542623" y="248879"/>
                      <a:pt x="542654" y="247345"/>
                      <a:pt x="542686" y="245811"/>
                    </a:cubicBezTo>
                    <a:cubicBezTo>
                      <a:pt x="542762" y="242057"/>
                      <a:pt x="542821" y="238302"/>
                      <a:pt x="542873" y="234547"/>
                    </a:cubicBezTo>
                    <a:cubicBezTo>
                      <a:pt x="544347" y="234547"/>
                      <a:pt x="545822" y="234547"/>
                      <a:pt x="547342" y="234547"/>
                    </a:cubicBezTo>
                    <a:cubicBezTo>
                      <a:pt x="550345" y="228541"/>
                      <a:pt x="549166" y="220171"/>
                      <a:pt x="549112" y="213602"/>
                    </a:cubicBezTo>
                    <a:cubicBezTo>
                      <a:pt x="549088" y="208892"/>
                      <a:pt x="549332" y="204355"/>
                      <a:pt x="550023" y="199688"/>
                    </a:cubicBezTo>
                    <a:cubicBezTo>
                      <a:pt x="551498" y="199688"/>
                      <a:pt x="552973" y="199688"/>
                      <a:pt x="554493" y="199688"/>
                    </a:cubicBezTo>
                    <a:cubicBezTo>
                      <a:pt x="555392" y="195907"/>
                      <a:pt x="555576" y="192197"/>
                      <a:pt x="555669" y="188330"/>
                    </a:cubicBezTo>
                    <a:cubicBezTo>
                      <a:pt x="555688" y="187681"/>
                      <a:pt x="555706" y="187033"/>
                      <a:pt x="555725" y="186365"/>
                    </a:cubicBezTo>
                    <a:cubicBezTo>
                      <a:pt x="555784" y="184307"/>
                      <a:pt x="555836" y="182249"/>
                      <a:pt x="555889" y="180191"/>
                    </a:cubicBezTo>
                    <a:cubicBezTo>
                      <a:pt x="555928" y="178790"/>
                      <a:pt x="555967" y="177389"/>
                      <a:pt x="556006" y="175989"/>
                    </a:cubicBezTo>
                    <a:cubicBezTo>
                      <a:pt x="556101" y="172566"/>
                      <a:pt x="556192" y="169144"/>
                      <a:pt x="556280" y="165722"/>
                    </a:cubicBezTo>
                    <a:cubicBezTo>
                      <a:pt x="556999" y="165593"/>
                      <a:pt x="557718" y="165464"/>
                      <a:pt x="558459" y="165331"/>
                    </a:cubicBezTo>
                    <a:cubicBezTo>
                      <a:pt x="560679" y="165059"/>
                      <a:pt x="560679" y="165059"/>
                      <a:pt x="561643" y="163934"/>
                    </a:cubicBezTo>
                    <a:cubicBezTo>
                      <a:pt x="561786" y="161618"/>
                      <a:pt x="561875" y="159322"/>
                      <a:pt x="561926" y="157003"/>
                    </a:cubicBezTo>
                    <a:cubicBezTo>
                      <a:pt x="561945" y="156310"/>
                      <a:pt x="561963" y="155617"/>
                      <a:pt x="561982" y="154903"/>
                    </a:cubicBezTo>
                    <a:cubicBezTo>
                      <a:pt x="562041" y="152681"/>
                      <a:pt x="562094" y="150458"/>
                      <a:pt x="562146" y="148236"/>
                    </a:cubicBezTo>
                    <a:cubicBezTo>
                      <a:pt x="562185" y="146733"/>
                      <a:pt x="562224" y="145230"/>
                      <a:pt x="562263" y="143726"/>
                    </a:cubicBezTo>
                    <a:cubicBezTo>
                      <a:pt x="562359" y="140034"/>
                      <a:pt x="562449" y="136342"/>
                      <a:pt x="562537" y="132649"/>
                    </a:cubicBezTo>
                    <a:cubicBezTo>
                      <a:pt x="564307" y="132355"/>
                      <a:pt x="566077" y="132060"/>
                      <a:pt x="567900" y="131756"/>
                    </a:cubicBezTo>
                    <a:cubicBezTo>
                      <a:pt x="568195" y="121137"/>
                      <a:pt x="568490" y="110518"/>
                      <a:pt x="568794" y="99577"/>
                    </a:cubicBezTo>
                    <a:cubicBezTo>
                      <a:pt x="570269" y="99282"/>
                      <a:pt x="571744" y="98987"/>
                      <a:pt x="573263" y="98684"/>
                    </a:cubicBezTo>
                    <a:cubicBezTo>
                      <a:pt x="574875" y="92840"/>
                      <a:pt x="575154" y="87627"/>
                      <a:pt x="575054" y="81578"/>
                    </a:cubicBezTo>
                    <a:cubicBezTo>
                      <a:pt x="575048" y="75645"/>
                      <a:pt x="575514" y="69739"/>
                      <a:pt x="575945" y="63824"/>
                    </a:cubicBezTo>
                    <a:cubicBezTo>
                      <a:pt x="577420" y="63529"/>
                      <a:pt x="578894" y="63234"/>
                      <a:pt x="580414" y="62930"/>
                    </a:cubicBezTo>
                    <a:cubicBezTo>
                      <a:pt x="581488" y="59708"/>
                      <a:pt x="581513" y="56697"/>
                      <a:pt x="581591" y="53338"/>
                    </a:cubicBezTo>
                    <a:cubicBezTo>
                      <a:pt x="581609" y="52668"/>
                      <a:pt x="581628" y="51997"/>
                      <a:pt x="581647" y="51306"/>
                    </a:cubicBezTo>
                    <a:cubicBezTo>
                      <a:pt x="581705" y="49166"/>
                      <a:pt x="581758" y="47026"/>
                      <a:pt x="581811" y="44885"/>
                    </a:cubicBezTo>
                    <a:cubicBezTo>
                      <a:pt x="581849" y="43433"/>
                      <a:pt x="581888" y="41982"/>
                      <a:pt x="581928" y="40530"/>
                    </a:cubicBezTo>
                    <a:cubicBezTo>
                      <a:pt x="582023" y="36972"/>
                      <a:pt x="582114" y="33415"/>
                      <a:pt x="582202" y="29858"/>
                    </a:cubicBezTo>
                    <a:cubicBezTo>
                      <a:pt x="583676" y="29858"/>
                      <a:pt x="585151" y="29858"/>
                      <a:pt x="586671" y="29858"/>
                    </a:cubicBezTo>
                    <a:cubicBezTo>
                      <a:pt x="587942" y="27314"/>
                      <a:pt x="587761" y="25065"/>
                      <a:pt x="587847" y="22225"/>
                    </a:cubicBezTo>
                    <a:cubicBezTo>
                      <a:pt x="587904" y="20480"/>
                      <a:pt x="587904" y="20480"/>
                      <a:pt x="587961" y="18699"/>
                    </a:cubicBezTo>
                    <a:cubicBezTo>
                      <a:pt x="587997" y="17465"/>
                      <a:pt x="588032" y="16231"/>
                      <a:pt x="588067" y="14998"/>
                    </a:cubicBezTo>
                    <a:cubicBezTo>
                      <a:pt x="588106" y="13757"/>
                      <a:pt x="588145" y="12516"/>
                      <a:pt x="588184" y="11276"/>
                    </a:cubicBezTo>
                    <a:cubicBezTo>
                      <a:pt x="588279" y="8233"/>
                      <a:pt x="588371" y="5191"/>
                      <a:pt x="588458" y="2149"/>
                    </a:cubicBezTo>
                    <a:cubicBezTo>
                      <a:pt x="592200" y="336"/>
                      <a:pt x="595541" y="110"/>
                      <a:pt x="599623" y="140"/>
                    </a:cubicBezTo>
                    <a:cubicBezTo>
                      <a:pt x="600289" y="138"/>
                      <a:pt x="600956" y="136"/>
                      <a:pt x="601642" y="133"/>
                    </a:cubicBezTo>
                    <a:cubicBezTo>
                      <a:pt x="603870" y="128"/>
                      <a:pt x="606098" y="136"/>
                      <a:pt x="608326" y="144"/>
                    </a:cubicBezTo>
                    <a:cubicBezTo>
                      <a:pt x="609925" y="143"/>
                      <a:pt x="611524" y="141"/>
                      <a:pt x="613123" y="139"/>
                    </a:cubicBezTo>
                    <a:cubicBezTo>
                      <a:pt x="617463" y="134"/>
                      <a:pt x="621802" y="141"/>
                      <a:pt x="626142" y="150"/>
                    </a:cubicBezTo>
                    <a:cubicBezTo>
                      <a:pt x="630681" y="158"/>
                      <a:pt x="635220" y="157"/>
                      <a:pt x="639759" y="156"/>
                    </a:cubicBezTo>
                    <a:cubicBezTo>
                      <a:pt x="647380" y="157"/>
                      <a:pt x="655001" y="165"/>
                      <a:pt x="662622" y="177"/>
                    </a:cubicBezTo>
                    <a:cubicBezTo>
                      <a:pt x="671438" y="191"/>
                      <a:pt x="680255" y="196"/>
                      <a:pt x="689072" y="195"/>
                    </a:cubicBezTo>
                    <a:cubicBezTo>
                      <a:pt x="697549" y="195"/>
                      <a:pt x="706025" y="199"/>
                      <a:pt x="714502" y="207"/>
                    </a:cubicBezTo>
                    <a:cubicBezTo>
                      <a:pt x="718112" y="210"/>
                      <a:pt x="721722" y="211"/>
                      <a:pt x="725332" y="212"/>
                    </a:cubicBezTo>
                    <a:cubicBezTo>
                      <a:pt x="729580" y="213"/>
                      <a:pt x="733828" y="218"/>
                      <a:pt x="738076" y="227"/>
                    </a:cubicBezTo>
                    <a:cubicBezTo>
                      <a:pt x="739637" y="230"/>
                      <a:pt x="741199" y="231"/>
                      <a:pt x="742760" y="230"/>
                    </a:cubicBezTo>
                    <a:cubicBezTo>
                      <a:pt x="744886" y="230"/>
                      <a:pt x="747012" y="235"/>
                      <a:pt x="749139" y="241"/>
                    </a:cubicBezTo>
                    <a:cubicBezTo>
                      <a:pt x="750072" y="239"/>
                      <a:pt x="750072" y="239"/>
                      <a:pt x="751024" y="237"/>
                    </a:cubicBezTo>
                    <a:cubicBezTo>
                      <a:pt x="753701" y="251"/>
                      <a:pt x="755725" y="400"/>
                      <a:pt x="758288" y="1255"/>
                    </a:cubicBezTo>
                    <a:cubicBezTo>
                      <a:pt x="757993" y="12759"/>
                      <a:pt x="757698" y="24262"/>
                      <a:pt x="757395" y="36115"/>
                    </a:cubicBezTo>
                    <a:cubicBezTo>
                      <a:pt x="755920" y="36115"/>
                      <a:pt x="754445" y="36115"/>
                      <a:pt x="752925" y="36115"/>
                    </a:cubicBezTo>
                    <a:cubicBezTo>
                      <a:pt x="751206" y="37834"/>
                      <a:pt x="751805" y="41005"/>
                      <a:pt x="751749" y="43353"/>
                    </a:cubicBezTo>
                    <a:cubicBezTo>
                      <a:pt x="751730" y="43986"/>
                      <a:pt x="751712" y="44620"/>
                      <a:pt x="751692" y="45273"/>
                    </a:cubicBezTo>
                    <a:cubicBezTo>
                      <a:pt x="751634" y="47304"/>
                      <a:pt x="751581" y="49335"/>
                      <a:pt x="751529" y="51366"/>
                    </a:cubicBezTo>
                    <a:cubicBezTo>
                      <a:pt x="751490" y="52740"/>
                      <a:pt x="751451" y="54114"/>
                      <a:pt x="751412" y="55488"/>
                    </a:cubicBezTo>
                    <a:cubicBezTo>
                      <a:pt x="751316" y="58862"/>
                      <a:pt x="751225" y="62237"/>
                      <a:pt x="751138" y="65611"/>
                    </a:cubicBezTo>
                    <a:cubicBezTo>
                      <a:pt x="749282" y="66106"/>
                      <a:pt x="747702" y="66505"/>
                      <a:pt x="745775" y="66505"/>
                    </a:cubicBezTo>
                    <a:cubicBezTo>
                      <a:pt x="745113" y="70117"/>
                      <a:pt x="744730" y="73612"/>
                      <a:pt x="744598" y="77280"/>
                    </a:cubicBezTo>
                    <a:cubicBezTo>
                      <a:pt x="744542" y="78767"/>
                      <a:pt x="744542" y="78767"/>
                      <a:pt x="744484" y="80283"/>
                    </a:cubicBezTo>
                    <a:cubicBezTo>
                      <a:pt x="744432" y="81814"/>
                      <a:pt x="744432" y="81814"/>
                      <a:pt x="744378" y="83376"/>
                    </a:cubicBezTo>
                    <a:cubicBezTo>
                      <a:pt x="744339" y="84418"/>
                      <a:pt x="744301" y="85460"/>
                      <a:pt x="744261" y="86533"/>
                    </a:cubicBezTo>
                    <a:cubicBezTo>
                      <a:pt x="744167" y="89093"/>
                      <a:pt x="744075" y="91654"/>
                      <a:pt x="743987" y="94214"/>
                    </a:cubicBezTo>
                    <a:cubicBezTo>
                      <a:pt x="741332" y="94657"/>
                      <a:pt x="741332" y="94657"/>
                      <a:pt x="738624" y="95108"/>
                    </a:cubicBezTo>
                    <a:cubicBezTo>
                      <a:pt x="738329" y="104842"/>
                      <a:pt x="738034" y="114576"/>
                      <a:pt x="737730" y="124605"/>
                    </a:cubicBezTo>
                    <a:cubicBezTo>
                      <a:pt x="736255" y="124900"/>
                      <a:pt x="734780" y="125195"/>
                      <a:pt x="733261" y="125499"/>
                    </a:cubicBezTo>
                    <a:cubicBezTo>
                      <a:pt x="731989" y="128042"/>
                      <a:pt x="732171" y="130292"/>
                      <a:pt x="732084" y="133131"/>
                    </a:cubicBezTo>
                    <a:cubicBezTo>
                      <a:pt x="732028" y="134877"/>
                      <a:pt x="732028" y="134877"/>
                      <a:pt x="731971" y="136658"/>
                    </a:cubicBezTo>
                    <a:cubicBezTo>
                      <a:pt x="731935" y="137891"/>
                      <a:pt x="731900" y="139125"/>
                      <a:pt x="731864" y="140359"/>
                    </a:cubicBezTo>
                    <a:cubicBezTo>
                      <a:pt x="731826" y="141600"/>
                      <a:pt x="731787" y="142840"/>
                      <a:pt x="731747" y="144081"/>
                    </a:cubicBezTo>
                    <a:cubicBezTo>
                      <a:pt x="731652" y="147123"/>
                      <a:pt x="731561" y="150165"/>
                      <a:pt x="731473" y="153208"/>
                    </a:cubicBezTo>
                    <a:cubicBezTo>
                      <a:pt x="729998" y="153208"/>
                      <a:pt x="728523" y="153208"/>
                      <a:pt x="727004" y="153208"/>
                    </a:cubicBezTo>
                    <a:cubicBezTo>
                      <a:pt x="725087" y="156321"/>
                      <a:pt x="725028" y="158732"/>
                      <a:pt x="725105" y="162349"/>
                    </a:cubicBezTo>
                    <a:cubicBezTo>
                      <a:pt x="725118" y="163418"/>
                      <a:pt x="725132" y="164487"/>
                      <a:pt x="725146" y="165589"/>
                    </a:cubicBezTo>
                    <a:cubicBezTo>
                      <a:pt x="725169" y="166702"/>
                      <a:pt x="725193" y="167815"/>
                      <a:pt x="725216" y="168962"/>
                    </a:cubicBezTo>
                    <a:cubicBezTo>
                      <a:pt x="725262" y="171171"/>
                      <a:pt x="725299" y="173380"/>
                      <a:pt x="725328" y="175589"/>
                    </a:cubicBezTo>
                    <a:cubicBezTo>
                      <a:pt x="725349" y="176568"/>
                      <a:pt x="725369" y="177547"/>
                      <a:pt x="725391" y="178555"/>
                    </a:cubicBezTo>
                    <a:cubicBezTo>
                      <a:pt x="725216" y="180917"/>
                      <a:pt x="725216" y="180917"/>
                      <a:pt x="723429" y="182705"/>
                    </a:cubicBezTo>
                    <a:cubicBezTo>
                      <a:pt x="722544" y="182705"/>
                      <a:pt x="721659" y="182705"/>
                      <a:pt x="720747" y="182705"/>
                    </a:cubicBezTo>
                    <a:cubicBezTo>
                      <a:pt x="719129" y="186193"/>
                      <a:pt x="718698" y="189058"/>
                      <a:pt x="718589" y="192890"/>
                    </a:cubicBezTo>
                    <a:cubicBezTo>
                      <a:pt x="718555" y="193964"/>
                      <a:pt x="718520" y="195038"/>
                      <a:pt x="718485" y="196145"/>
                    </a:cubicBezTo>
                    <a:cubicBezTo>
                      <a:pt x="718457" y="197259"/>
                      <a:pt x="718429" y="198373"/>
                      <a:pt x="718401" y="199520"/>
                    </a:cubicBezTo>
                    <a:cubicBezTo>
                      <a:pt x="718366" y="200651"/>
                      <a:pt x="718332" y="201782"/>
                      <a:pt x="718296" y="202947"/>
                    </a:cubicBezTo>
                    <a:cubicBezTo>
                      <a:pt x="718212" y="205734"/>
                      <a:pt x="718135" y="208520"/>
                      <a:pt x="718066" y="211308"/>
                    </a:cubicBezTo>
                    <a:cubicBezTo>
                      <a:pt x="716296" y="211308"/>
                      <a:pt x="714526" y="211308"/>
                      <a:pt x="712702" y="211308"/>
                    </a:cubicBezTo>
                    <a:cubicBezTo>
                      <a:pt x="712408" y="221631"/>
                      <a:pt x="712113" y="231955"/>
                      <a:pt x="711809" y="242592"/>
                    </a:cubicBezTo>
                    <a:cubicBezTo>
                      <a:pt x="710334" y="242887"/>
                      <a:pt x="708859" y="243182"/>
                      <a:pt x="707339" y="243486"/>
                    </a:cubicBezTo>
                    <a:cubicBezTo>
                      <a:pt x="705677" y="245148"/>
                      <a:pt x="706230" y="247909"/>
                      <a:pt x="706163" y="250137"/>
                    </a:cubicBezTo>
                    <a:cubicBezTo>
                      <a:pt x="706107" y="251887"/>
                      <a:pt x="706107" y="251887"/>
                      <a:pt x="706049" y="253672"/>
                    </a:cubicBezTo>
                    <a:cubicBezTo>
                      <a:pt x="706014" y="254914"/>
                      <a:pt x="705978" y="256155"/>
                      <a:pt x="705943" y="257396"/>
                    </a:cubicBezTo>
                    <a:cubicBezTo>
                      <a:pt x="705904" y="258641"/>
                      <a:pt x="705865" y="259886"/>
                      <a:pt x="705826" y="261130"/>
                    </a:cubicBezTo>
                    <a:cubicBezTo>
                      <a:pt x="705731" y="264187"/>
                      <a:pt x="705639" y="267244"/>
                      <a:pt x="705552" y="270301"/>
                    </a:cubicBezTo>
                    <a:cubicBezTo>
                      <a:pt x="704077" y="270596"/>
                      <a:pt x="702602" y="270891"/>
                      <a:pt x="701083" y="271195"/>
                    </a:cubicBezTo>
                    <a:cubicBezTo>
                      <a:pt x="699356" y="277469"/>
                      <a:pt x="699138" y="283451"/>
                      <a:pt x="699283" y="289906"/>
                    </a:cubicBezTo>
                    <a:cubicBezTo>
                      <a:pt x="699355" y="293620"/>
                      <a:pt x="699140" y="297050"/>
                      <a:pt x="698401" y="300692"/>
                    </a:cubicBezTo>
                    <a:cubicBezTo>
                      <a:pt x="697682" y="300802"/>
                      <a:pt x="696963" y="300913"/>
                      <a:pt x="696222" y="301027"/>
                    </a:cubicBezTo>
                    <a:cubicBezTo>
                      <a:pt x="695089" y="301303"/>
                      <a:pt x="695089" y="301303"/>
                      <a:pt x="693932" y="301586"/>
                    </a:cubicBezTo>
                    <a:cubicBezTo>
                      <a:pt x="692684" y="304080"/>
                      <a:pt x="692843" y="306235"/>
                      <a:pt x="692755" y="309023"/>
                    </a:cubicBezTo>
                    <a:cubicBezTo>
                      <a:pt x="692699" y="310708"/>
                      <a:pt x="692699" y="310708"/>
                      <a:pt x="692642" y="312427"/>
                    </a:cubicBezTo>
                    <a:cubicBezTo>
                      <a:pt x="692589" y="314195"/>
                      <a:pt x="692589" y="314195"/>
                      <a:pt x="692535" y="315999"/>
                    </a:cubicBezTo>
                    <a:cubicBezTo>
                      <a:pt x="692497" y="317196"/>
                      <a:pt x="692458" y="318394"/>
                      <a:pt x="692418" y="319592"/>
                    </a:cubicBezTo>
                    <a:cubicBezTo>
                      <a:pt x="692323" y="322528"/>
                      <a:pt x="692232" y="325464"/>
                      <a:pt x="692144" y="328401"/>
                    </a:cubicBezTo>
                    <a:cubicBezTo>
                      <a:pt x="690669" y="328696"/>
                      <a:pt x="689194" y="328991"/>
                      <a:pt x="687675" y="329295"/>
                    </a:cubicBezTo>
                    <a:cubicBezTo>
                      <a:pt x="686702" y="332495"/>
                      <a:pt x="686601" y="335556"/>
                      <a:pt x="686498" y="338889"/>
                    </a:cubicBezTo>
                    <a:cubicBezTo>
                      <a:pt x="686461" y="340047"/>
                      <a:pt x="686423" y="341205"/>
                      <a:pt x="686385" y="342398"/>
                    </a:cubicBezTo>
                    <a:cubicBezTo>
                      <a:pt x="686349" y="343617"/>
                      <a:pt x="686314" y="344836"/>
                      <a:pt x="686278" y="346054"/>
                    </a:cubicBezTo>
                    <a:cubicBezTo>
                      <a:pt x="686240" y="347287"/>
                      <a:pt x="686201" y="348519"/>
                      <a:pt x="686161" y="349752"/>
                    </a:cubicBezTo>
                    <a:cubicBezTo>
                      <a:pt x="686067" y="352765"/>
                      <a:pt x="685975" y="355778"/>
                      <a:pt x="685887" y="358791"/>
                    </a:cubicBezTo>
                    <a:cubicBezTo>
                      <a:pt x="684412" y="358791"/>
                      <a:pt x="682938" y="358791"/>
                      <a:pt x="681418" y="358791"/>
                    </a:cubicBezTo>
                    <a:cubicBezTo>
                      <a:pt x="680146" y="361335"/>
                      <a:pt x="680328" y="363584"/>
                      <a:pt x="680241" y="366424"/>
                    </a:cubicBezTo>
                    <a:cubicBezTo>
                      <a:pt x="680185" y="368170"/>
                      <a:pt x="680185" y="368170"/>
                      <a:pt x="680128" y="369950"/>
                    </a:cubicBezTo>
                    <a:cubicBezTo>
                      <a:pt x="680092" y="371184"/>
                      <a:pt x="680057" y="372418"/>
                      <a:pt x="680021" y="373652"/>
                    </a:cubicBezTo>
                    <a:cubicBezTo>
                      <a:pt x="679983" y="374892"/>
                      <a:pt x="679944" y="376133"/>
                      <a:pt x="679904" y="377374"/>
                    </a:cubicBezTo>
                    <a:cubicBezTo>
                      <a:pt x="679809" y="380416"/>
                      <a:pt x="679718" y="383458"/>
                      <a:pt x="679630" y="386501"/>
                    </a:cubicBezTo>
                    <a:cubicBezTo>
                      <a:pt x="677861" y="387090"/>
                      <a:pt x="676091" y="387680"/>
                      <a:pt x="674267" y="388288"/>
                    </a:cubicBezTo>
                    <a:cubicBezTo>
                      <a:pt x="673245" y="394205"/>
                      <a:pt x="673078" y="400117"/>
                      <a:pt x="672871" y="406109"/>
                    </a:cubicBezTo>
                    <a:cubicBezTo>
                      <a:pt x="672813" y="407666"/>
                      <a:pt x="672813" y="407666"/>
                      <a:pt x="672754" y="409253"/>
                    </a:cubicBezTo>
                    <a:cubicBezTo>
                      <a:pt x="672659" y="411799"/>
                      <a:pt x="672568" y="414345"/>
                      <a:pt x="672480" y="416891"/>
                    </a:cubicBezTo>
                    <a:cubicBezTo>
                      <a:pt x="671761" y="417002"/>
                      <a:pt x="671042" y="417112"/>
                      <a:pt x="670301" y="417226"/>
                    </a:cubicBezTo>
                    <a:cubicBezTo>
                      <a:pt x="669167" y="417503"/>
                      <a:pt x="669167" y="417503"/>
                      <a:pt x="668010" y="417785"/>
                    </a:cubicBezTo>
                    <a:cubicBezTo>
                      <a:pt x="666691" y="420424"/>
                      <a:pt x="666917" y="422866"/>
                      <a:pt x="666834" y="425809"/>
                    </a:cubicBezTo>
                    <a:cubicBezTo>
                      <a:pt x="666815" y="426421"/>
                      <a:pt x="666797" y="427034"/>
                      <a:pt x="666777" y="427665"/>
                    </a:cubicBezTo>
                    <a:cubicBezTo>
                      <a:pt x="666719" y="429623"/>
                      <a:pt x="666666" y="431581"/>
                      <a:pt x="666614" y="433539"/>
                    </a:cubicBezTo>
                    <a:cubicBezTo>
                      <a:pt x="666575" y="434866"/>
                      <a:pt x="666536" y="436193"/>
                      <a:pt x="666497" y="437519"/>
                    </a:cubicBezTo>
                    <a:cubicBezTo>
                      <a:pt x="666401" y="440773"/>
                      <a:pt x="666311" y="444027"/>
                      <a:pt x="666223" y="447282"/>
                    </a:cubicBezTo>
                    <a:cubicBezTo>
                      <a:pt x="664748" y="447577"/>
                      <a:pt x="663273" y="447872"/>
                      <a:pt x="661754" y="448176"/>
                    </a:cubicBezTo>
                    <a:cubicBezTo>
                      <a:pt x="660770" y="451127"/>
                      <a:pt x="660675" y="453486"/>
                      <a:pt x="660577" y="456594"/>
                    </a:cubicBezTo>
                    <a:cubicBezTo>
                      <a:pt x="660521" y="458275"/>
                      <a:pt x="660521" y="458275"/>
                      <a:pt x="660463" y="459989"/>
                    </a:cubicBezTo>
                    <a:cubicBezTo>
                      <a:pt x="660411" y="461746"/>
                      <a:pt x="660411" y="461746"/>
                      <a:pt x="660357" y="463538"/>
                    </a:cubicBezTo>
                    <a:cubicBezTo>
                      <a:pt x="660318" y="464732"/>
                      <a:pt x="660279" y="465926"/>
                      <a:pt x="660240" y="467119"/>
                    </a:cubicBezTo>
                    <a:cubicBezTo>
                      <a:pt x="660145" y="470041"/>
                      <a:pt x="660054" y="472963"/>
                      <a:pt x="659966" y="475885"/>
                    </a:cubicBezTo>
                    <a:cubicBezTo>
                      <a:pt x="658196" y="476180"/>
                      <a:pt x="656426" y="476475"/>
                      <a:pt x="654603" y="476779"/>
                    </a:cubicBezTo>
                    <a:cubicBezTo>
                      <a:pt x="653929" y="480346"/>
                      <a:pt x="653617" y="483668"/>
                      <a:pt x="653684" y="487295"/>
                    </a:cubicBezTo>
                    <a:cubicBezTo>
                      <a:pt x="653695" y="488238"/>
                      <a:pt x="653706" y="489180"/>
                      <a:pt x="653718" y="490151"/>
                    </a:cubicBezTo>
                    <a:cubicBezTo>
                      <a:pt x="653749" y="492125"/>
                      <a:pt x="653784" y="494099"/>
                      <a:pt x="653822" y="496073"/>
                    </a:cubicBezTo>
                    <a:cubicBezTo>
                      <a:pt x="653837" y="497480"/>
                      <a:pt x="653837" y="497480"/>
                      <a:pt x="653852" y="498915"/>
                    </a:cubicBezTo>
                    <a:cubicBezTo>
                      <a:pt x="653867" y="499770"/>
                      <a:pt x="653882" y="500626"/>
                      <a:pt x="653898" y="501507"/>
                    </a:cubicBezTo>
                    <a:cubicBezTo>
                      <a:pt x="653709" y="503594"/>
                      <a:pt x="653709" y="503594"/>
                      <a:pt x="651921" y="505381"/>
                    </a:cubicBezTo>
                    <a:cubicBezTo>
                      <a:pt x="651313" y="505640"/>
                      <a:pt x="650704" y="505898"/>
                      <a:pt x="650078" y="506164"/>
                    </a:cubicBezTo>
                    <a:cubicBezTo>
                      <a:pt x="648227" y="506989"/>
                      <a:pt x="648227" y="506989"/>
                      <a:pt x="647808" y="508680"/>
                    </a:cubicBezTo>
                    <a:cubicBezTo>
                      <a:pt x="647375" y="511191"/>
                      <a:pt x="647257" y="513630"/>
                      <a:pt x="647169" y="516177"/>
                    </a:cubicBezTo>
                    <a:cubicBezTo>
                      <a:pt x="647113" y="517733"/>
                      <a:pt x="647113" y="517733"/>
                      <a:pt x="647056" y="519320"/>
                    </a:cubicBezTo>
                    <a:cubicBezTo>
                      <a:pt x="647003" y="520937"/>
                      <a:pt x="647003" y="520937"/>
                      <a:pt x="646949" y="522588"/>
                    </a:cubicBezTo>
                    <a:cubicBezTo>
                      <a:pt x="646911" y="523680"/>
                      <a:pt x="646872" y="524773"/>
                      <a:pt x="646832" y="525898"/>
                    </a:cubicBezTo>
                    <a:cubicBezTo>
                      <a:pt x="646738" y="528593"/>
                      <a:pt x="646646" y="531289"/>
                      <a:pt x="646558" y="533984"/>
                    </a:cubicBezTo>
                    <a:cubicBezTo>
                      <a:pt x="644788" y="533984"/>
                      <a:pt x="643019" y="533984"/>
                      <a:pt x="641195" y="533984"/>
                    </a:cubicBezTo>
                    <a:cubicBezTo>
                      <a:pt x="640900" y="536934"/>
                      <a:pt x="640605" y="539884"/>
                      <a:pt x="640301" y="542923"/>
                    </a:cubicBezTo>
                    <a:cubicBezTo>
                      <a:pt x="582488" y="542923"/>
                      <a:pt x="524674" y="542923"/>
                      <a:pt x="465108" y="542923"/>
                    </a:cubicBezTo>
                    <a:cubicBezTo>
                      <a:pt x="464813" y="538498"/>
                      <a:pt x="464518" y="534074"/>
                      <a:pt x="464214" y="529515"/>
                    </a:cubicBezTo>
                    <a:cubicBezTo>
                      <a:pt x="463920" y="528925"/>
                      <a:pt x="463625" y="528335"/>
                      <a:pt x="463321" y="527727"/>
                    </a:cubicBezTo>
                    <a:cubicBezTo>
                      <a:pt x="461062" y="527142"/>
                      <a:pt x="461062" y="527142"/>
                      <a:pt x="458851" y="526834"/>
                    </a:cubicBezTo>
                    <a:cubicBezTo>
                      <a:pt x="458834" y="526320"/>
                      <a:pt x="458816" y="525807"/>
                      <a:pt x="458798" y="525278"/>
                    </a:cubicBezTo>
                    <a:cubicBezTo>
                      <a:pt x="458712" y="522928"/>
                      <a:pt x="458614" y="520579"/>
                      <a:pt x="458516" y="518230"/>
                    </a:cubicBezTo>
                    <a:cubicBezTo>
                      <a:pt x="458489" y="517423"/>
                      <a:pt x="458461" y="516615"/>
                      <a:pt x="458432" y="515783"/>
                    </a:cubicBezTo>
                    <a:cubicBezTo>
                      <a:pt x="458241" y="511411"/>
                      <a:pt x="457847" y="507698"/>
                      <a:pt x="456170" y="503594"/>
                    </a:cubicBezTo>
                    <a:cubicBezTo>
                      <a:pt x="454990" y="503594"/>
                      <a:pt x="453810" y="503594"/>
                      <a:pt x="452595" y="503594"/>
                    </a:cubicBezTo>
                    <a:cubicBezTo>
                      <a:pt x="450865" y="500135"/>
                      <a:pt x="451674" y="495577"/>
                      <a:pt x="451736" y="491742"/>
                    </a:cubicBezTo>
                    <a:cubicBezTo>
                      <a:pt x="451771" y="488113"/>
                      <a:pt x="451726" y="484790"/>
                      <a:pt x="450807" y="481248"/>
                    </a:cubicBezTo>
                    <a:cubicBezTo>
                      <a:pt x="449037" y="481248"/>
                      <a:pt x="447267" y="481248"/>
                      <a:pt x="445444" y="481248"/>
                    </a:cubicBezTo>
                    <a:cubicBezTo>
                      <a:pt x="445426" y="480639"/>
                      <a:pt x="445408" y="480030"/>
                      <a:pt x="445390" y="479403"/>
                    </a:cubicBezTo>
                    <a:cubicBezTo>
                      <a:pt x="445305" y="476647"/>
                      <a:pt x="445207" y="473892"/>
                      <a:pt x="445109" y="471136"/>
                    </a:cubicBezTo>
                    <a:cubicBezTo>
                      <a:pt x="445067" y="469699"/>
                      <a:pt x="445067" y="469699"/>
                      <a:pt x="445025" y="468233"/>
                    </a:cubicBezTo>
                    <a:cubicBezTo>
                      <a:pt x="444990" y="467314"/>
                      <a:pt x="444956" y="466395"/>
                      <a:pt x="444920" y="465448"/>
                    </a:cubicBezTo>
                    <a:cubicBezTo>
                      <a:pt x="444892" y="464601"/>
                      <a:pt x="444864" y="463754"/>
                      <a:pt x="444835" y="462881"/>
                    </a:cubicBezTo>
                    <a:cubicBezTo>
                      <a:pt x="444685" y="460463"/>
                      <a:pt x="444685" y="460463"/>
                      <a:pt x="442762" y="458008"/>
                    </a:cubicBezTo>
                    <a:cubicBezTo>
                      <a:pt x="441582" y="458008"/>
                      <a:pt x="440403" y="458008"/>
                      <a:pt x="439187" y="458008"/>
                    </a:cubicBezTo>
                    <a:cubicBezTo>
                      <a:pt x="439169" y="457431"/>
                      <a:pt x="439151" y="456854"/>
                      <a:pt x="439133" y="456259"/>
                    </a:cubicBezTo>
                    <a:cubicBezTo>
                      <a:pt x="439048" y="453639"/>
                      <a:pt x="438950" y="451019"/>
                      <a:pt x="438852" y="448399"/>
                    </a:cubicBezTo>
                    <a:cubicBezTo>
                      <a:pt x="438810" y="447037"/>
                      <a:pt x="438810" y="447037"/>
                      <a:pt x="438768" y="445648"/>
                    </a:cubicBezTo>
                    <a:cubicBezTo>
                      <a:pt x="438733" y="444772"/>
                      <a:pt x="438699" y="443896"/>
                      <a:pt x="438663" y="442994"/>
                    </a:cubicBezTo>
                    <a:cubicBezTo>
                      <a:pt x="438621" y="441786"/>
                      <a:pt x="438621" y="441786"/>
                      <a:pt x="438578" y="440554"/>
                    </a:cubicBezTo>
                    <a:cubicBezTo>
                      <a:pt x="438273" y="438188"/>
                      <a:pt x="437881" y="436720"/>
                      <a:pt x="436505" y="434768"/>
                    </a:cubicBezTo>
                    <a:cubicBezTo>
                      <a:pt x="434673" y="434048"/>
                      <a:pt x="434673" y="434048"/>
                      <a:pt x="432930" y="433874"/>
                    </a:cubicBezTo>
                    <a:cubicBezTo>
                      <a:pt x="432912" y="433292"/>
                      <a:pt x="432895" y="432711"/>
                      <a:pt x="432876" y="432112"/>
                    </a:cubicBezTo>
                    <a:cubicBezTo>
                      <a:pt x="432791" y="429477"/>
                      <a:pt x="432693" y="426843"/>
                      <a:pt x="432595" y="424209"/>
                    </a:cubicBezTo>
                    <a:cubicBezTo>
                      <a:pt x="432553" y="422836"/>
                      <a:pt x="432553" y="422836"/>
                      <a:pt x="432511" y="421435"/>
                    </a:cubicBezTo>
                    <a:cubicBezTo>
                      <a:pt x="432476" y="420557"/>
                      <a:pt x="432442" y="419678"/>
                      <a:pt x="432406" y="418773"/>
                    </a:cubicBezTo>
                    <a:cubicBezTo>
                      <a:pt x="432378" y="417963"/>
                      <a:pt x="432350" y="417153"/>
                      <a:pt x="432321" y="416319"/>
                    </a:cubicBezTo>
                    <a:cubicBezTo>
                      <a:pt x="432161" y="413972"/>
                      <a:pt x="432161" y="413972"/>
                      <a:pt x="430249" y="411528"/>
                    </a:cubicBezTo>
                    <a:cubicBezTo>
                      <a:pt x="427968" y="410451"/>
                      <a:pt x="427968" y="410451"/>
                      <a:pt x="425779" y="409740"/>
                    </a:cubicBezTo>
                    <a:cubicBezTo>
                      <a:pt x="425762" y="409213"/>
                      <a:pt x="425744" y="408685"/>
                      <a:pt x="425726" y="408142"/>
                    </a:cubicBezTo>
                    <a:cubicBezTo>
                      <a:pt x="425640" y="405751"/>
                      <a:pt x="425542" y="403360"/>
                      <a:pt x="425444" y="400970"/>
                    </a:cubicBezTo>
                    <a:cubicBezTo>
                      <a:pt x="425403" y="399724"/>
                      <a:pt x="425403" y="399724"/>
                      <a:pt x="425360" y="398454"/>
                    </a:cubicBezTo>
                    <a:cubicBezTo>
                      <a:pt x="425326" y="397656"/>
                      <a:pt x="425291" y="396858"/>
                      <a:pt x="425256" y="396036"/>
                    </a:cubicBezTo>
                    <a:cubicBezTo>
                      <a:pt x="425213" y="394934"/>
                      <a:pt x="425213" y="394934"/>
                      <a:pt x="425170" y="393809"/>
                    </a:cubicBezTo>
                    <a:cubicBezTo>
                      <a:pt x="424989" y="391605"/>
                      <a:pt x="424989" y="391605"/>
                      <a:pt x="423098" y="389182"/>
                    </a:cubicBezTo>
                    <a:cubicBezTo>
                      <a:pt x="421918" y="389182"/>
                      <a:pt x="420738" y="389182"/>
                      <a:pt x="419522" y="389182"/>
                    </a:cubicBezTo>
                    <a:cubicBezTo>
                      <a:pt x="419505" y="388514"/>
                      <a:pt x="419487" y="387847"/>
                      <a:pt x="419469" y="387159"/>
                    </a:cubicBezTo>
                    <a:cubicBezTo>
                      <a:pt x="419384" y="384146"/>
                      <a:pt x="419286" y="381133"/>
                      <a:pt x="419187" y="378121"/>
                    </a:cubicBezTo>
                    <a:cubicBezTo>
                      <a:pt x="419160" y="377070"/>
                      <a:pt x="419132" y="376019"/>
                      <a:pt x="419103" y="374936"/>
                    </a:cubicBezTo>
                    <a:cubicBezTo>
                      <a:pt x="419069" y="373934"/>
                      <a:pt x="419034" y="372932"/>
                      <a:pt x="418999" y="371899"/>
                    </a:cubicBezTo>
                    <a:cubicBezTo>
                      <a:pt x="418971" y="370972"/>
                      <a:pt x="418943" y="370045"/>
                      <a:pt x="418914" y="369090"/>
                    </a:cubicBezTo>
                    <a:cubicBezTo>
                      <a:pt x="418843" y="366686"/>
                      <a:pt x="418843" y="366686"/>
                      <a:pt x="416841" y="365048"/>
                    </a:cubicBezTo>
                    <a:cubicBezTo>
                      <a:pt x="415661" y="365048"/>
                      <a:pt x="414481" y="365048"/>
                      <a:pt x="413266" y="365048"/>
                    </a:cubicBezTo>
                    <a:cubicBezTo>
                      <a:pt x="413248" y="364503"/>
                      <a:pt x="413230" y="363958"/>
                      <a:pt x="413212" y="363396"/>
                    </a:cubicBezTo>
                    <a:cubicBezTo>
                      <a:pt x="413126" y="360911"/>
                      <a:pt x="413028" y="358427"/>
                      <a:pt x="412930" y="355942"/>
                    </a:cubicBezTo>
                    <a:cubicBezTo>
                      <a:pt x="412889" y="354656"/>
                      <a:pt x="412889" y="354656"/>
                      <a:pt x="412847" y="353343"/>
                    </a:cubicBezTo>
                    <a:cubicBezTo>
                      <a:pt x="412812" y="352510"/>
                      <a:pt x="412777" y="351678"/>
                      <a:pt x="412742" y="350820"/>
                    </a:cubicBezTo>
                    <a:cubicBezTo>
                      <a:pt x="412714" y="350057"/>
                      <a:pt x="412686" y="349294"/>
                      <a:pt x="412657" y="348508"/>
                    </a:cubicBezTo>
                    <a:cubicBezTo>
                      <a:pt x="412342" y="346043"/>
                      <a:pt x="411593" y="344070"/>
                      <a:pt x="410584" y="341808"/>
                    </a:cubicBezTo>
                    <a:cubicBezTo>
                      <a:pt x="409404" y="341808"/>
                      <a:pt x="408224" y="341808"/>
                      <a:pt x="407009" y="341808"/>
                    </a:cubicBezTo>
                    <a:cubicBezTo>
                      <a:pt x="406954" y="340998"/>
                      <a:pt x="406900" y="340188"/>
                      <a:pt x="406845" y="339354"/>
                    </a:cubicBezTo>
                    <a:cubicBezTo>
                      <a:pt x="406428" y="333299"/>
                      <a:pt x="405948" y="327276"/>
                      <a:pt x="405221" y="321250"/>
                    </a:cubicBezTo>
                    <a:cubicBezTo>
                      <a:pt x="403451" y="320660"/>
                      <a:pt x="401681" y="320070"/>
                      <a:pt x="399858" y="319462"/>
                    </a:cubicBezTo>
                    <a:cubicBezTo>
                      <a:pt x="399863" y="318885"/>
                      <a:pt x="399867" y="318308"/>
                      <a:pt x="399872" y="317714"/>
                    </a:cubicBezTo>
                    <a:cubicBezTo>
                      <a:pt x="399891" y="315094"/>
                      <a:pt x="399902" y="312474"/>
                      <a:pt x="399914" y="309854"/>
                    </a:cubicBezTo>
                    <a:cubicBezTo>
                      <a:pt x="399921" y="308946"/>
                      <a:pt x="399929" y="308038"/>
                      <a:pt x="399936" y="307102"/>
                    </a:cubicBezTo>
                    <a:cubicBezTo>
                      <a:pt x="399939" y="306227"/>
                      <a:pt x="399942" y="305351"/>
                      <a:pt x="399945" y="304449"/>
                    </a:cubicBezTo>
                    <a:cubicBezTo>
                      <a:pt x="399952" y="303241"/>
                      <a:pt x="399952" y="303241"/>
                      <a:pt x="399959" y="302009"/>
                    </a:cubicBezTo>
                    <a:cubicBezTo>
                      <a:pt x="399865" y="299946"/>
                      <a:pt x="399546" y="298197"/>
                      <a:pt x="398964" y="296223"/>
                    </a:cubicBezTo>
                    <a:cubicBezTo>
                      <a:pt x="397194" y="295928"/>
                      <a:pt x="395424" y="295633"/>
                      <a:pt x="393601" y="295329"/>
                    </a:cubicBezTo>
                    <a:cubicBezTo>
                      <a:pt x="393583" y="294779"/>
                      <a:pt x="393566" y="294229"/>
                      <a:pt x="393547" y="293662"/>
                    </a:cubicBezTo>
                    <a:cubicBezTo>
                      <a:pt x="393462" y="291163"/>
                      <a:pt x="393364" y="288665"/>
                      <a:pt x="393266" y="286167"/>
                    </a:cubicBezTo>
                    <a:cubicBezTo>
                      <a:pt x="393224" y="284869"/>
                      <a:pt x="393224" y="284869"/>
                      <a:pt x="393182" y="283545"/>
                    </a:cubicBezTo>
                    <a:cubicBezTo>
                      <a:pt x="393147" y="282709"/>
                      <a:pt x="393113" y="281874"/>
                      <a:pt x="393077" y="281013"/>
                    </a:cubicBezTo>
                    <a:cubicBezTo>
                      <a:pt x="393035" y="279862"/>
                      <a:pt x="393035" y="279862"/>
                      <a:pt x="392992" y="278687"/>
                    </a:cubicBezTo>
                    <a:cubicBezTo>
                      <a:pt x="392692" y="276443"/>
                      <a:pt x="392044" y="274932"/>
                      <a:pt x="390919" y="272983"/>
                    </a:cubicBezTo>
                    <a:cubicBezTo>
                      <a:pt x="389740" y="272983"/>
                      <a:pt x="388560" y="272983"/>
                      <a:pt x="387344" y="272983"/>
                    </a:cubicBezTo>
                    <a:cubicBezTo>
                      <a:pt x="387325" y="272070"/>
                      <a:pt x="387325" y="272070"/>
                      <a:pt x="387305" y="271138"/>
                    </a:cubicBezTo>
                    <a:cubicBezTo>
                      <a:pt x="387238" y="268382"/>
                      <a:pt x="387152" y="265627"/>
                      <a:pt x="387065" y="262871"/>
                    </a:cubicBezTo>
                    <a:cubicBezTo>
                      <a:pt x="387045" y="261913"/>
                      <a:pt x="387024" y="260955"/>
                      <a:pt x="387004" y="259968"/>
                    </a:cubicBezTo>
                    <a:cubicBezTo>
                      <a:pt x="386956" y="258589"/>
                      <a:pt x="386956" y="258589"/>
                      <a:pt x="386908" y="257183"/>
                    </a:cubicBezTo>
                    <a:cubicBezTo>
                      <a:pt x="386884" y="256336"/>
                      <a:pt x="386861" y="255489"/>
                      <a:pt x="386837" y="254616"/>
                    </a:cubicBezTo>
                    <a:cubicBezTo>
                      <a:pt x="386389" y="252075"/>
                      <a:pt x="385863" y="251219"/>
                      <a:pt x="383769" y="249743"/>
                    </a:cubicBezTo>
                    <a:cubicBezTo>
                      <a:pt x="382884" y="249743"/>
                      <a:pt x="381999" y="249743"/>
                      <a:pt x="381087" y="249743"/>
                    </a:cubicBezTo>
                    <a:cubicBezTo>
                      <a:pt x="379962" y="247493"/>
                      <a:pt x="380007" y="245798"/>
                      <a:pt x="379911" y="243283"/>
                    </a:cubicBezTo>
                    <a:cubicBezTo>
                      <a:pt x="379873" y="242362"/>
                      <a:pt x="379836" y="241440"/>
                      <a:pt x="379797" y="240490"/>
                    </a:cubicBezTo>
                    <a:cubicBezTo>
                      <a:pt x="379762" y="239525"/>
                      <a:pt x="379727" y="238559"/>
                      <a:pt x="379691" y="237564"/>
                    </a:cubicBezTo>
                    <a:cubicBezTo>
                      <a:pt x="379652" y="236592"/>
                      <a:pt x="379613" y="235619"/>
                      <a:pt x="379574" y="234617"/>
                    </a:cubicBezTo>
                    <a:cubicBezTo>
                      <a:pt x="379479" y="232211"/>
                      <a:pt x="379387" y="229804"/>
                      <a:pt x="379300" y="227397"/>
                    </a:cubicBezTo>
                    <a:cubicBezTo>
                      <a:pt x="376585" y="227997"/>
                      <a:pt x="376585" y="227997"/>
                      <a:pt x="375580" y="229843"/>
                    </a:cubicBezTo>
                    <a:cubicBezTo>
                      <a:pt x="374722" y="232159"/>
                      <a:pt x="374546" y="234050"/>
                      <a:pt x="374460" y="236517"/>
                    </a:cubicBezTo>
                    <a:cubicBezTo>
                      <a:pt x="374426" y="237392"/>
                      <a:pt x="374391" y="238268"/>
                      <a:pt x="374355" y="239170"/>
                    </a:cubicBezTo>
                    <a:cubicBezTo>
                      <a:pt x="374314" y="240532"/>
                      <a:pt x="374314" y="240532"/>
                      <a:pt x="374272" y="241922"/>
                    </a:cubicBezTo>
                    <a:cubicBezTo>
                      <a:pt x="374237" y="242843"/>
                      <a:pt x="374203" y="243765"/>
                      <a:pt x="374167" y="244715"/>
                    </a:cubicBezTo>
                    <a:cubicBezTo>
                      <a:pt x="374083" y="246987"/>
                      <a:pt x="374006" y="249258"/>
                      <a:pt x="373936" y="251530"/>
                    </a:cubicBezTo>
                    <a:cubicBezTo>
                      <a:pt x="372167" y="251530"/>
                      <a:pt x="370397" y="251530"/>
                      <a:pt x="368573" y="251530"/>
                    </a:cubicBezTo>
                    <a:cubicBezTo>
                      <a:pt x="368278" y="258905"/>
                      <a:pt x="367983" y="266279"/>
                      <a:pt x="367680" y="273876"/>
                    </a:cubicBezTo>
                    <a:cubicBezTo>
                      <a:pt x="365910" y="274466"/>
                      <a:pt x="364140" y="275056"/>
                      <a:pt x="362317" y="275664"/>
                    </a:cubicBezTo>
                    <a:cubicBezTo>
                      <a:pt x="361382" y="278467"/>
                      <a:pt x="361361" y="280328"/>
                      <a:pt x="361423" y="283262"/>
                    </a:cubicBezTo>
                    <a:cubicBezTo>
                      <a:pt x="361474" y="288528"/>
                      <a:pt x="361105" y="293673"/>
                      <a:pt x="360529" y="298904"/>
                    </a:cubicBezTo>
                    <a:cubicBezTo>
                      <a:pt x="359349" y="298904"/>
                      <a:pt x="358169" y="298904"/>
                      <a:pt x="356953" y="298904"/>
                    </a:cubicBezTo>
                    <a:cubicBezTo>
                      <a:pt x="355363" y="301661"/>
                      <a:pt x="354912" y="303766"/>
                      <a:pt x="354796" y="306935"/>
                    </a:cubicBezTo>
                    <a:cubicBezTo>
                      <a:pt x="354761" y="307770"/>
                      <a:pt x="354727" y="308605"/>
                      <a:pt x="354691" y="309466"/>
                    </a:cubicBezTo>
                    <a:cubicBezTo>
                      <a:pt x="354663" y="310331"/>
                      <a:pt x="354636" y="311197"/>
                      <a:pt x="354607" y="312088"/>
                    </a:cubicBezTo>
                    <a:cubicBezTo>
                      <a:pt x="354573" y="312967"/>
                      <a:pt x="354538" y="313846"/>
                      <a:pt x="354502" y="314752"/>
                    </a:cubicBezTo>
                    <a:cubicBezTo>
                      <a:pt x="354418" y="316918"/>
                      <a:pt x="354342" y="319084"/>
                      <a:pt x="354272" y="321250"/>
                    </a:cubicBezTo>
                    <a:cubicBezTo>
                      <a:pt x="352502" y="321545"/>
                      <a:pt x="350732" y="321840"/>
                      <a:pt x="348909" y="322144"/>
                    </a:cubicBezTo>
                    <a:cubicBezTo>
                      <a:pt x="348614" y="329813"/>
                      <a:pt x="348319" y="337482"/>
                      <a:pt x="348015" y="345384"/>
                    </a:cubicBezTo>
                    <a:cubicBezTo>
                      <a:pt x="346245" y="345974"/>
                      <a:pt x="344475" y="346564"/>
                      <a:pt x="342652" y="347171"/>
                    </a:cubicBezTo>
                    <a:cubicBezTo>
                      <a:pt x="341627" y="352555"/>
                      <a:pt x="341756" y="357780"/>
                      <a:pt x="341901" y="363250"/>
                    </a:cubicBezTo>
                    <a:cubicBezTo>
                      <a:pt x="341758" y="365942"/>
                      <a:pt x="341758" y="365942"/>
                      <a:pt x="339971" y="367730"/>
                    </a:cubicBezTo>
                    <a:cubicBezTo>
                      <a:pt x="338071" y="368288"/>
                      <a:pt x="338071" y="368288"/>
                      <a:pt x="336395" y="368624"/>
                    </a:cubicBezTo>
                    <a:cubicBezTo>
                      <a:pt x="335474" y="373347"/>
                      <a:pt x="335219" y="378019"/>
                      <a:pt x="334999" y="382813"/>
                    </a:cubicBezTo>
                    <a:cubicBezTo>
                      <a:pt x="334960" y="383599"/>
                      <a:pt x="334921" y="384385"/>
                      <a:pt x="334882" y="385195"/>
                    </a:cubicBezTo>
                    <a:cubicBezTo>
                      <a:pt x="334787" y="387120"/>
                      <a:pt x="334697" y="389045"/>
                      <a:pt x="334607" y="390970"/>
                    </a:cubicBezTo>
                    <a:cubicBezTo>
                      <a:pt x="333888" y="391080"/>
                      <a:pt x="333169" y="391191"/>
                      <a:pt x="332429" y="391305"/>
                    </a:cubicBezTo>
                    <a:cubicBezTo>
                      <a:pt x="331673" y="391489"/>
                      <a:pt x="330917" y="391674"/>
                      <a:pt x="330138" y="391864"/>
                    </a:cubicBezTo>
                    <a:cubicBezTo>
                      <a:pt x="328989" y="394163"/>
                      <a:pt x="329056" y="395948"/>
                      <a:pt x="328962" y="398518"/>
                    </a:cubicBezTo>
                    <a:cubicBezTo>
                      <a:pt x="328924" y="399481"/>
                      <a:pt x="328887" y="400443"/>
                      <a:pt x="328848" y="401434"/>
                    </a:cubicBezTo>
                    <a:cubicBezTo>
                      <a:pt x="328795" y="402946"/>
                      <a:pt x="328795" y="402946"/>
                      <a:pt x="328742" y="404489"/>
                    </a:cubicBezTo>
                    <a:cubicBezTo>
                      <a:pt x="328703" y="405504"/>
                      <a:pt x="328664" y="406519"/>
                      <a:pt x="328625" y="407565"/>
                    </a:cubicBezTo>
                    <a:cubicBezTo>
                      <a:pt x="328530" y="410078"/>
                      <a:pt x="328438" y="412591"/>
                      <a:pt x="328351" y="415103"/>
                    </a:cubicBezTo>
                    <a:cubicBezTo>
                      <a:pt x="327632" y="415214"/>
                      <a:pt x="326913" y="415325"/>
                      <a:pt x="326172" y="415439"/>
                    </a:cubicBezTo>
                    <a:cubicBezTo>
                      <a:pt x="325416" y="415623"/>
                      <a:pt x="324660" y="415807"/>
                      <a:pt x="323881" y="415997"/>
                    </a:cubicBezTo>
                    <a:cubicBezTo>
                      <a:pt x="322781" y="418197"/>
                      <a:pt x="322804" y="419803"/>
                      <a:pt x="322705" y="422261"/>
                    </a:cubicBezTo>
                    <a:cubicBezTo>
                      <a:pt x="322667" y="423143"/>
                      <a:pt x="322630" y="424024"/>
                      <a:pt x="322591" y="424932"/>
                    </a:cubicBezTo>
                    <a:cubicBezTo>
                      <a:pt x="322539" y="426317"/>
                      <a:pt x="322539" y="426317"/>
                      <a:pt x="322485" y="427729"/>
                    </a:cubicBezTo>
                    <a:cubicBezTo>
                      <a:pt x="322446" y="428659"/>
                      <a:pt x="322408" y="429589"/>
                      <a:pt x="322368" y="430547"/>
                    </a:cubicBezTo>
                    <a:cubicBezTo>
                      <a:pt x="322273" y="432847"/>
                      <a:pt x="322182" y="435148"/>
                      <a:pt x="322094" y="437449"/>
                    </a:cubicBezTo>
                    <a:cubicBezTo>
                      <a:pt x="321227" y="437560"/>
                      <a:pt x="320361" y="437671"/>
                      <a:pt x="319468" y="437785"/>
                    </a:cubicBezTo>
                    <a:cubicBezTo>
                      <a:pt x="318565" y="437969"/>
                      <a:pt x="317661" y="438153"/>
                      <a:pt x="316731" y="438343"/>
                    </a:cubicBezTo>
                    <a:cubicBezTo>
                      <a:pt x="315695" y="440415"/>
                      <a:pt x="315746" y="441563"/>
                      <a:pt x="315781" y="443863"/>
                    </a:cubicBezTo>
                    <a:cubicBezTo>
                      <a:pt x="315788" y="444604"/>
                      <a:pt x="315795" y="445344"/>
                      <a:pt x="315802" y="446107"/>
                    </a:cubicBezTo>
                    <a:cubicBezTo>
                      <a:pt x="315825" y="447662"/>
                      <a:pt x="315848" y="449217"/>
                      <a:pt x="315872" y="450772"/>
                    </a:cubicBezTo>
                    <a:cubicBezTo>
                      <a:pt x="315944" y="458579"/>
                      <a:pt x="315944" y="458579"/>
                      <a:pt x="314943" y="461583"/>
                    </a:cubicBezTo>
                    <a:cubicBezTo>
                      <a:pt x="312708" y="462645"/>
                      <a:pt x="312708" y="462645"/>
                      <a:pt x="310474" y="463371"/>
                    </a:cubicBezTo>
                    <a:cubicBezTo>
                      <a:pt x="309399" y="465521"/>
                      <a:pt x="309398" y="467039"/>
                      <a:pt x="309297" y="469439"/>
                    </a:cubicBezTo>
                    <a:cubicBezTo>
                      <a:pt x="309260" y="470280"/>
                      <a:pt x="309222" y="471121"/>
                      <a:pt x="309184" y="471988"/>
                    </a:cubicBezTo>
                    <a:cubicBezTo>
                      <a:pt x="309131" y="473309"/>
                      <a:pt x="309131" y="473309"/>
                      <a:pt x="309077" y="474656"/>
                    </a:cubicBezTo>
                    <a:cubicBezTo>
                      <a:pt x="309039" y="475543"/>
                      <a:pt x="309000" y="476430"/>
                      <a:pt x="308960" y="477344"/>
                    </a:cubicBezTo>
                    <a:cubicBezTo>
                      <a:pt x="308865" y="479539"/>
                      <a:pt x="308774" y="481734"/>
                      <a:pt x="308686" y="483929"/>
                    </a:cubicBezTo>
                    <a:cubicBezTo>
                      <a:pt x="307608" y="484095"/>
                      <a:pt x="307608" y="484095"/>
                      <a:pt x="306507" y="484264"/>
                    </a:cubicBezTo>
                    <a:cubicBezTo>
                      <a:pt x="305751" y="484449"/>
                      <a:pt x="304996" y="484633"/>
                      <a:pt x="304217" y="484823"/>
                    </a:cubicBezTo>
                    <a:cubicBezTo>
                      <a:pt x="303067" y="487122"/>
                      <a:pt x="303135" y="488907"/>
                      <a:pt x="303040" y="491478"/>
                    </a:cubicBezTo>
                    <a:cubicBezTo>
                      <a:pt x="303003" y="492440"/>
                      <a:pt x="302965" y="493402"/>
                      <a:pt x="302927" y="494393"/>
                    </a:cubicBezTo>
                    <a:cubicBezTo>
                      <a:pt x="302874" y="495906"/>
                      <a:pt x="302874" y="495906"/>
                      <a:pt x="302820" y="497449"/>
                    </a:cubicBezTo>
                    <a:cubicBezTo>
                      <a:pt x="302782" y="498464"/>
                      <a:pt x="302743" y="499479"/>
                      <a:pt x="302703" y="500525"/>
                    </a:cubicBezTo>
                    <a:cubicBezTo>
                      <a:pt x="302608" y="503037"/>
                      <a:pt x="302517" y="505550"/>
                      <a:pt x="302429" y="508063"/>
                    </a:cubicBezTo>
                    <a:cubicBezTo>
                      <a:pt x="300659" y="508358"/>
                      <a:pt x="298890" y="508653"/>
                      <a:pt x="297066" y="508957"/>
                    </a:cubicBezTo>
                    <a:cubicBezTo>
                      <a:pt x="295911" y="513350"/>
                      <a:pt x="296073" y="517692"/>
                      <a:pt x="296116" y="522197"/>
                    </a:cubicBezTo>
                    <a:cubicBezTo>
                      <a:pt x="296122" y="523382"/>
                      <a:pt x="296122" y="523382"/>
                      <a:pt x="296129" y="524590"/>
                    </a:cubicBezTo>
                    <a:cubicBezTo>
                      <a:pt x="296139" y="526530"/>
                      <a:pt x="296155" y="528469"/>
                      <a:pt x="296172" y="530409"/>
                    </a:cubicBezTo>
                    <a:cubicBezTo>
                      <a:pt x="294317" y="530904"/>
                      <a:pt x="292737" y="531303"/>
                      <a:pt x="290809" y="531303"/>
                    </a:cubicBezTo>
                    <a:cubicBezTo>
                      <a:pt x="290219" y="535137"/>
                      <a:pt x="289629" y="538972"/>
                      <a:pt x="289022" y="542923"/>
                    </a:cubicBezTo>
                    <a:cubicBezTo>
                      <a:pt x="231503" y="542923"/>
                      <a:pt x="173984" y="542923"/>
                      <a:pt x="114722" y="542923"/>
                    </a:cubicBezTo>
                    <a:cubicBezTo>
                      <a:pt x="113261" y="540000"/>
                      <a:pt x="113424" y="536792"/>
                      <a:pt x="113186" y="533565"/>
                    </a:cubicBezTo>
                    <a:cubicBezTo>
                      <a:pt x="113068" y="531311"/>
                      <a:pt x="113068" y="531311"/>
                      <a:pt x="112041" y="529515"/>
                    </a:cubicBezTo>
                    <a:cubicBezTo>
                      <a:pt x="110566" y="529515"/>
                      <a:pt x="109091" y="529515"/>
                      <a:pt x="107572" y="529515"/>
                    </a:cubicBezTo>
                    <a:cubicBezTo>
                      <a:pt x="107277" y="520076"/>
                      <a:pt x="106982" y="510637"/>
                      <a:pt x="106678" y="500912"/>
                    </a:cubicBezTo>
                    <a:cubicBezTo>
                      <a:pt x="104908" y="500912"/>
                      <a:pt x="103138" y="500912"/>
                      <a:pt x="101315" y="500912"/>
                    </a:cubicBezTo>
                    <a:cubicBezTo>
                      <a:pt x="101297" y="500177"/>
                      <a:pt x="101279" y="499443"/>
                      <a:pt x="101261" y="498686"/>
                    </a:cubicBezTo>
                    <a:cubicBezTo>
                      <a:pt x="101176" y="495349"/>
                      <a:pt x="101078" y="492014"/>
                      <a:pt x="100980" y="488678"/>
                    </a:cubicBezTo>
                    <a:cubicBezTo>
                      <a:pt x="100952" y="487522"/>
                      <a:pt x="100924" y="486365"/>
                      <a:pt x="100896" y="485174"/>
                    </a:cubicBezTo>
                    <a:cubicBezTo>
                      <a:pt x="100861" y="484059"/>
                      <a:pt x="100827" y="482944"/>
                      <a:pt x="100791" y="481796"/>
                    </a:cubicBezTo>
                    <a:cubicBezTo>
                      <a:pt x="100763" y="480771"/>
                      <a:pt x="100735" y="479746"/>
                      <a:pt x="100706" y="478689"/>
                    </a:cubicBezTo>
                    <a:cubicBezTo>
                      <a:pt x="100419" y="475870"/>
                      <a:pt x="100036" y="473879"/>
                      <a:pt x="98633" y="471415"/>
                    </a:cubicBezTo>
                    <a:cubicBezTo>
                      <a:pt x="96809" y="470623"/>
                      <a:pt x="96809" y="470623"/>
                      <a:pt x="95058" y="470522"/>
                    </a:cubicBezTo>
                    <a:cubicBezTo>
                      <a:pt x="95035" y="469995"/>
                      <a:pt x="95013" y="469469"/>
                      <a:pt x="94990" y="468926"/>
                    </a:cubicBezTo>
                    <a:cubicBezTo>
                      <a:pt x="94885" y="466497"/>
                      <a:pt x="94776" y="464068"/>
                      <a:pt x="94667" y="461639"/>
                    </a:cubicBezTo>
                    <a:cubicBezTo>
                      <a:pt x="94632" y="460811"/>
                      <a:pt x="94597" y="459983"/>
                      <a:pt x="94560" y="459130"/>
                    </a:cubicBezTo>
                    <a:cubicBezTo>
                      <a:pt x="94324" y="453954"/>
                      <a:pt x="93898" y="448850"/>
                      <a:pt x="93270" y="443706"/>
                    </a:cubicBezTo>
                    <a:cubicBezTo>
                      <a:pt x="91500" y="443116"/>
                      <a:pt x="89731" y="442526"/>
                      <a:pt x="87907" y="441919"/>
                    </a:cubicBezTo>
                    <a:cubicBezTo>
                      <a:pt x="87885" y="441116"/>
                      <a:pt x="87862" y="440313"/>
                      <a:pt x="87839" y="439485"/>
                    </a:cubicBezTo>
                    <a:cubicBezTo>
                      <a:pt x="87754" y="436510"/>
                      <a:pt x="87666" y="433535"/>
                      <a:pt x="87574" y="430560"/>
                    </a:cubicBezTo>
                    <a:cubicBezTo>
                      <a:pt x="87536" y="429272"/>
                      <a:pt x="87498" y="427983"/>
                      <a:pt x="87463" y="426695"/>
                    </a:cubicBezTo>
                    <a:cubicBezTo>
                      <a:pt x="87411" y="424844"/>
                      <a:pt x="87354" y="422994"/>
                      <a:pt x="87296" y="421144"/>
                    </a:cubicBezTo>
                    <a:cubicBezTo>
                      <a:pt x="87263" y="420030"/>
                      <a:pt x="87231" y="418916"/>
                      <a:pt x="87197" y="417768"/>
                    </a:cubicBezTo>
                    <a:cubicBezTo>
                      <a:pt x="87189" y="415169"/>
                      <a:pt x="87189" y="415169"/>
                      <a:pt x="86119" y="413316"/>
                    </a:cubicBezTo>
                    <a:cubicBezTo>
                      <a:pt x="84645" y="413316"/>
                      <a:pt x="83170" y="413316"/>
                      <a:pt x="81650" y="413316"/>
                    </a:cubicBezTo>
                    <a:cubicBezTo>
                      <a:pt x="81624" y="412111"/>
                      <a:pt x="81624" y="412111"/>
                      <a:pt x="81597" y="410883"/>
                    </a:cubicBezTo>
                    <a:cubicBezTo>
                      <a:pt x="81527" y="407907"/>
                      <a:pt x="81449" y="404932"/>
                      <a:pt x="81367" y="401957"/>
                    </a:cubicBezTo>
                    <a:cubicBezTo>
                      <a:pt x="81332" y="400669"/>
                      <a:pt x="81301" y="399381"/>
                      <a:pt x="81273" y="398092"/>
                    </a:cubicBezTo>
                    <a:cubicBezTo>
                      <a:pt x="81232" y="396241"/>
                      <a:pt x="81181" y="394391"/>
                      <a:pt x="81127" y="392541"/>
                    </a:cubicBezTo>
                    <a:cubicBezTo>
                      <a:pt x="81084" y="390870"/>
                      <a:pt x="81084" y="390870"/>
                      <a:pt x="81041" y="389165"/>
                    </a:cubicBezTo>
                    <a:cubicBezTo>
                      <a:pt x="81027" y="386397"/>
                      <a:pt x="81027" y="386397"/>
                      <a:pt x="78969" y="384713"/>
                    </a:cubicBezTo>
                    <a:cubicBezTo>
                      <a:pt x="77789" y="384713"/>
                      <a:pt x="76609" y="384713"/>
                      <a:pt x="75393" y="384713"/>
                    </a:cubicBezTo>
                    <a:cubicBezTo>
                      <a:pt x="75367" y="383658"/>
                      <a:pt x="75367" y="383658"/>
                      <a:pt x="75340" y="382583"/>
                    </a:cubicBezTo>
                    <a:cubicBezTo>
                      <a:pt x="75254" y="379382"/>
                      <a:pt x="75156" y="376182"/>
                      <a:pt x="75058" y="372981"/>
                    </a:cubicBezTo>
                    <a:cubicBezTo>
                      <a:pt x="75031" y="371875"/>
                      <a:pt x="75003" y="370769"/>
                      <a:pt x="74974" y="369629"/>
                    </a:cubicBezTo>
                    <a:cubicBezTo>
                      <a:pt x="74940" y="368558"/>
                      <a:pt x="74905" y="367486"/>
                      <a:pt x="74870" y="366382"/>
                    </a:cubicBezTo>
                    <a:cubicBezTo>
                      <a:pt x="74842" y="365399"/>
                      <a:pt x="74813" y="364416"/>
                      <a:pt x="74785" y="363403"/>
                    </a:cubicBezTo>
                    <a:cubicBezTo>
                      <a:pt x="74484" y="360423"/>
                      <a:pt x="73865" y="357978"/>
                      <a:pt x="72712" y="355216"/>
                    </a:cubicBezTo>
                    <a:cubicBezTo>
                      <a:pt x="70919" y="354488"/>
                      <a:pt x="70919" y="354488"/>
                      <a:pt x="69136" y="354322"/>
                    </a:cubicBezTo>
                    <a:cubicBezTo>
                      <a:pt x="67983" y="352015"/>
                      <a:pt x="68170" y="350403"/>
                      <a:pt x="68218" y="347824"/>
                    </a:cubicBezTo>
                    <a:cubicBezTo>
                      <a:pt x="68229" y="346882"/>
                      <a:pt x="68240" y="345941"/>
                      <a:pt x="68251" y="344970"/>
                    </a:cubicBezTo>
                    <a:cubicBezTo>
                      <a:pt x="68283" y="342984"/>
                      <a:pt x="68317" y="340999"/>
                      <a:pt x="68356" y="339013"/>
                    </a:cubicBezTo>
                    <a:cubicBezTo>
                      <a:pt x="68371" y="337595"/>
                      <a:pt x="68371" y="337595"/>
                      <a:pt x="68386" y="336149"/>
                    </a:cubicBezTo>
                    <a:cubicBezTo>
                      <a:pt x="68401" y="335285"/>
                      <a:pt x="68416" y="334421"/>
                      <a:pt x="68431" y="333531"/>
                    </a:cubicBezTo>
                    <a:cubicBezTo>
                      <a:pt x="68221" y="330802"/>
                      <a:pt x="67850" y="328978"/>
                      <a:pt x="66455" y="326613"/>
                    </a:cubicBezTo>
                    <a:cubicBezTo>
                      <a:pt x="64178" y="325814"/>
                      <a:pt x="64178" y="325814"/>
                      <a:pt x="61986" y="325719"/>
                    </a:cubicBezTo>
                    <a:cubicBezTo>
                      <a:pt x="61963" y="324916"/>
                      <a:pt x="61941" y="324113"/>
                      <a:pt x="61918" y="323286"/>
                    </a:cubicBezTo>
                    <a:cubicBezTo>
                      <a:pt x="61833" y="320311"/>
                      <a:pt x="61744" y="317336"/>
                      <a:pt x="61653" y="314361"/>
                    </a:cubicBezTo>
                    <a:cubicBezTo>
                      <a:pt x="61614" y="313072"/>
                      <a:pt x="61577" y="311784"/>
                      <a:pt x="61541" y="310496"/>
                    </a:cubicBezTo>
                    <a:cubicBezTo>
                      <a:pt x="61490" y="308645"/>
                      <a:pt x="61433" y="306795"/>
                      <a:pt x="61375" y="304944"/>
                    </a:cubicBezTo>
                    <a:cubicBezTo>
                      <a:pt x="61342" y="303830"/>
                      <a:pt x="61309" y="302716"/>
                      <a:pt x="61275" y="301569"/>
                    </a:cubicBezTo>
                    <a:cubicBezTo>
                      <a:pt x="61268" y="298970"/>
                      <a:pt x="61268" y="298970"/>
                      <a:pt x="60198" y="297116"/>
                    </a:cubicBezTo>
                    <a:cubicBezTo>
                      <a:pt x="58723" y="297116"/>
                      <a:pt x="57248" y="297116"/>
                      <a:pt x="55729" y="297116"/>
                    </a:cubicBezTo>
                    <a:cubicBezTo>
                      <a:pt x="55702" y="295960"/>
                      <a:pt x="55702" y="295960"/>
                      <a:pt x="55675" y="294779"/>
                    </a:cubicBezTo>
                    <a:cubicBezTo>
                      <a:pt x="55605" y="291916"/>
                      <a:pt x="55528" y="289052"/>
                      <a:pt x="55445" y="286189"/>
                    </a:cubicBezTo>
                    <a:cubicBezTo>
                      <a:pt x="55411" y="284950"/>
                      <a:pt x="55380" y="283711"/>
                      <a:pt x="55352" y="282472"/>
                    </a:cubicBezTo>
                    <a:cubicBezTo>
                      <a:pt x="55311" y="280690"/>
                      <a:pt x="55258" y="278909"/>
                      <a:pt x="55205" y="277127"/>
                    </a:cubicBezTo>
                    <a:cubicBezTo>
                      <a:pt x="55177" y="276055"/>
                      <a:pt x="55149" y="274983"/>
                      <a:pt x="55120" y="273879"/>
                    </a:cubicBezTo>
                    <a:cubicBezTo>
                      <a:pt x="55028" y="271035"/>
                      <a:pt x="55028" y="271035"/>
                      <a:pt x="53047" y="268513"/>
                    </a:cubicBezTo>
                    <a:cubicBezTo>
                      <a:pt x="51867" y="268513"/>
                      <a:pt x="50688" y="268513"/>
                      <a:pt x="49472" y="268513"/>
                    </a:cubicBezTo>
                    <a:cubicBezTo>
                      <a:pt x="49445" y="267507"/>
                      <a:pt x="49445" y="267507"/>
                      <a:pt x="49418" y="266479"/>
                    </a:cubicBezTo>
                    <a:cubicBezTo>
                      <a:pt x="49333" y="263414"/>
                      <a:pt x="49235" y="260349"/>
                      <a:pt x="49137" y="257285"/>
                    </a:cubicBezTo>
                    <a:cubicBezTo>
                      <a:pt x="49095" y="255701"/>
                      <a:pt x="49095" y="255701"/>
                      <a:pt x="49053" y="254084"/>
                    </a:cubicBezTo>
                    <a:cubicBezTo>
                      <a:pt x="48874" y="248771"/>
                      <a:pt x="48603" y="244034"/>
                      <a:pt x="46790" y="239017"/>
                    </a:cubicBezTo>
                    <a:cubicBezTo>
                      <a:pt x="45316" y="238722"/>
                      <a:pt x="43841" y="238427"/>
                      <a:pt x="42321" y="238123"/>
                    </a:cubicBezTo>
                    <a:cubicBezTo>
                      <a:pt x="42026" y="229274"/>
                      <a:pt x="41731" y="220425"/>
                      <a:pt x="41427" y="211308"/>
                    </a:cubicBezTo>
                    <a:cubicBezTo>
                      <a:pt x="38763" y="210683"/>
                      <a:pt x="38763" y="210683"/>
                      <a:pt x="36064" y="210414"/>
                    </a:cubicBezTo>
                    <a:cubicBezTo>
                      <a:pt x="36031" y="209216"/>
                      <a:pt x="36031" y="209216"/>
                      <a:pt x="35996" y="207995"/>
                    </a:cubicBezTo>
                    <a:cubicBezTo>
                      <a:pt x="35911" y="205031"/>
                      <a:pt x="35823" y="202068"/>
                      <a:pt x="35732" y="199104"/>
                    </a:cubicBezTo>
                    <a:cubicBezTo>
                      <a:pt x="35693" y="197822"/>
                      <a:pt x="35656" y="196540"/>
                      <a:pt x="35620" y="195257"/>
                    </a:cubicBezTo>
                    <a:cubicBezTo>
                      <a:pt x="35568" y="193414"/>
                      <a:pt x="35511" y="191570"/>
                      <a:pt x="35453" y="189726"/>
                    </a:cubicBezTo>
                    <a:cubicBezTo>
                      <a:pt x="35404" y="188062"/>
                      <a:pt x="35404" y="188062"/>
                      <a:pt x="35354" y="186364"/>
                    </a:cubicBezTo>
                    <a:cubicBezTo>
                      <a:pt x="35285" y="183567"/>
                      <a:pt x="35285" y="183567"/>
                      <a:pt x="34277" y="180917"/>
                    </a:cubicBezTo>
                    <a:cubicBezTo>
                      <a:pt x="32802" y="180622"/>
                      <a:pt x="31327" y="180327"/>
                      <a:pt x="29807" y="180023"/>
                    </a:cubicBezTo>
                    <a:cubicBezTo>
                      <a:pt x="29512" y="171174"/>
                      <a:pt x="29218" y="162325"/>
                      <a:pt x="28914" y="153208"/>
                    </a:cubicBezTo>
                    <a:cubicBezTo>
                      <a:pt x="27144" y="152913"/>
                      <a:pt x="25374" y="152618"/>
                      <a:pt x="23551" y="152314"/>
                    </a:cubicBezTo>
                    <a:cubicBezTo>
                      <a:pt x="23496" y="151192"/>
                      <a:pt x="23442" y="150069"/>
                      <a:pt x="23386" y="148913"/>
                    </a:cubicBezTo>
                    <a:cubicBezTo>
                      <a:pt x="23198" y="145079"/>
                      <a:pt x="22989" y="141246"/>
                      <a:pt x="22771" y="137413"/>
                    </a:cubicBezTo>
                    <a:cubicBezTo>
                      <a:pt x="22677" y="135701"/>
                      <a:pt x="22598" y="133989"/>
                      <a:pt x="22524" y="132276"/>
                    </a:cubicBezTo>
                    <a:cubicBezTo>
                      <a:pt x="22408" y="129707"/>
                      <a:pt x="22408" y="129707"/>
                      <a:pt x="21763" y="126393"/>
                    </a:cubicBezTo>
                    <a:cubicBezTo>
                      <a:pt x="20078" y="125282"/>
                      <a:pt x="20078" y="125282"/>
                      <a:pt x="18187" y="124605"/>
                    </a:cubicBezTo>
                    <a:cubicBezTo>
                      <a:pt x="17598" y="124310"/>
                      <a:pt x="17008" y="124015"/>
                      <a:pt x="16400" y="123711"/>
                    </a:cubicBezTo>
                    <a:cubicBezTo>
                      <a:pt x="15957" y="109995"/>
                      <a:pt x="15957" y="109995"/>
                      <a:pt x="15506" y="96002"/>
                    </a:cubicBezTo>
                    <a:cubicBezTo>
                      <a:pt x="12842" y="95377"/>
                      <a:pt x="12842" y="95377"/>
                      <a:pt x="10143" y="95108"/>
                    </a:cubicBezTo>
                    <a:cubicBezTo>
                      <a:pt x="10125" y="94369"/>
                      <a:pt x="10107" y="93629"/>
                      <a:pt x="10089" y="92867"/>
                    </a:cubicBezTo>
                    <a:cubicBezTo>
                      <a:pt x="10004" y="89517"/>
                      <a:pt x="9906" y="86168"/>
                      <a:pt x="9808" y="82818"/>
                    </a:cubicBezTo>
                    <a:cubicBezTo>
                      <a:pt x="9780" y="81654"/>
                      <a:pt x="9752" y="80490"/>
                      <a:pt x="9724" y="79291"/>
                    </a:cubicBezTo>
                    <a:cubicBezTo>
                      <a:pt x="9689" y="78174"/>
                      <a:pt x="9655" y="77056"/>
                      <a:pt x="9619" y="75905"/>
                    </a:cubicBezTo>
                    <a:cubicBezTo>
                      <a:pt x="9591" y="74875"/>
                      <a:pt x="9563" y="73845"/>
                      <a:pt x="9534" y="72784"/>
                    </a:cubicBezTo>
                    <a:cubicBezTo>
                      <a:pt x="9263" y="70216"/>
                      <a:pt x="8794" y="68685"/>
                      <a:pt x="7461" y="66505"/>
                    </a:cubicBezTo>
                    <a:cubicBezTo>
                      <a:pt x="6282" y="66505"/>
                      <a:pt x="5102" y="66505"/>
                      <a:pt x="3886" y="66505"/>
                    </a:cubicBezTo>
                    <a:cubicBezTo>
                      <a:pt x="3866" y="65260"/>
                      <a:pt x="3866" y="65260"/>
                      <a:pt x="3847" y="63990"/>
                    </a:cubicBezTo>
                    <a:cubicBezTo>
                      <a:pt x="3792" y="60915"/>
                      <a:pt x="3726" y="57840"/>
                      <a:pt x="3651" y="54765"/>
                    </a:cubicBezTo>
                    <a:cubicBezTo>
                      <a:pt x="3622" y="53433"/>
                      <a:pt x="3597" y="52101"/>
                      <a:pt x="3576" y="50770"/>
                    </a:cubicBezTo>
                    <a:cubicBezTo>
                      <a:pt x="3546" y="48857"/>
                      <a:pt x="3500" y="46945"/>
                      <a:pt x="3450" y="45032"/>
                    </a:cubicBezTo>
                    <a:cubicBezTo>
                      <a:pt x="3426" y="43881"/>
                      <a:pt x="3403" y="42729"/>
                      <a:pt x="3379" y="41543"/>
                    </a:cubicBezTo>
                    <a:cubicBezTo>
                      <a:pt x="3251" y="40636"/>
                      <a:pt x="3124" y="39730"/>
                      <a:pt x="2992" y="38796"/>
                    </a:cubicBezTo>
                    <a:cubicBezTo>
                      <a:pt x="2107" y="38206"/>
                      <a:pt x="1222" y="37616"/>
                      <a:pt x="311" y="37008"/>
                    </a:cubicBezTo>
                    <a:cubicBezTo>
                      <a:pt x="-12" y="35402"/>
                      <a:pt x="-12" y="35402"/>
                      <a:pt x="6" y="33441"/>
                    </a:cubicBezTo>
                    <a:cubicBezTo>
                      <a:pt x="6" y="32708"/>
                      <a:pt x="7" y="31974"/>
                      <a:pt x="7" y="31218"/>
                    </a:cubicBezTo>
                    <a:cubicBezTo>
                      <a:pt x="21" y="30426"/>
                      <a:pt x="35" y="29634"/>
                      <a:pt x="49" y="28817"/>
                    </a:cubicBezTo>
                    <a:cubicBezTo>
                      <a:pt x="53" y="28006"/>
                      <a:pt x="56" y="27195"/>
                      <a:pt x="60" y="26360"/>
                    </a:cubicBezTo>
                    <a:cubicBezTo>
                      <a:pt x="75" y="23764"/>
                      <a:pt x="109" y="21169"/>
                      <a:pt x="143" y="18573"/>
                    </a:cubicBezTo>
                    <a:cubicBezTo>
                      <a:pt x="157" y="16816"/>
                      <a:pt x="169" y="15058"/>
                      <a:pt x="180" y="13301"/>
                    </a:cubicBezTo>
                    <a:cubicBezTo>
                      <a:pt x="209" y="8987"/>
                      <a:pt x="256" y="4674"/>
                      <a:pt x="311" y="361"/>
                    </a:cubicBezTo>
                    <a:close/>
                  </a:path>
                </a:pathLst>
              </a:custGeom>
              <a:grpFill/>
              <a:ln w="894" cap="flat">
                <a:noFill/>
                <a:prstDash val="solid"/>
                <a:miter/>
              </a:ln>
            </p:spPr>
            <p:txBody>
              <a:bodyPr rtlCol="0" anchor="ctr"/>
              <a:lstStyle/>
              <a:p>
                <a:endParaRPr lang="zh-CN" altLang="en-US"/>
              </a:p>
            </p:txBody>
          </p:sp>
          <p:sp>
            <p:nvSpPr>
              <p:cNvPr id="9" name="任意多边形: 形状 8"/>
              <p:cNvSpPr/>
              <p:nvPr/>
            </p:nvSpPr>
            <p:spPr>
              <a:xfrm>
                <a:off x="8635190" y="3435781"/>
                <a:ext cx="571165" cy="555076"/>
              </a:xfrm>
              <a:custGeom>
                <a:avLst/>
                <a:gdLst>
                  <a:gd name="connsiteX0" fmla="*/ 315137 w 571165"/>
                  <a:gd name="connsiteY0" fmla="*/ 135783 h 555076"/>
                  <a:gd name="connsiteX1" fmla="*/ 313123 w 571165"/>
                  <a:gd name="connsiteY1" fmla="*/ 135798 h 555076"/>
                  <a:gd name="connsiteX2" fmla="*/ 306408 w 571165"/>
                  <a:gd name="connsiteY2" fmla="*/ 135799 h 555076"/>
                  <a:gd name="connsiteX3" fmla="*/ 301602 w 571165"/>
                  <a:gd name="connsiteY3" fmla="*/ 135811 h 555076"/>
                  <a:gd name="connsiteX4" fmla="*/ 291598 w 571165"/>
                  <a:gd name="connsiteY4" fmla="*/ 135822 h 555076"/>
                  <a:gd name="connsiteX5" fmla="*/ 278565 w 571165"/>
                  <a:gd name="connsiteY5" fmla="*/ 135850 h 555076"/>
                  <a:gd name="connsiteX6" fmla="*/ 268405 w 571165"/>
                  <a:gd name="connsiteY6" fmla="*/ 135856 h 555076"/>
                  <a:gd name="connsiteX7" fmla="*/ 263562 w 571165"/>
                  <a:gd name="connsiteY7" fmla="*/ 135865 h 555076"/>
                  <a:gd name="connsiteX8" fmla="*/ 256578 w 571165"/>
                  <a:gd name="connsiteY8" fmla="*/ 135876 h 555076"/>
                  <a:gd name="connsiteX9" fmla="*/ 254451 w 571165"/>
                  <a:gd name="connsiteY9" fmla="*/ 135885 h 555076"/>
                  <a:gd name="connsiteX10" fmla="*/ 245857 w 571165"/>
                  <a:gd name="connsiteY10" fmla="*/ 136909 h 555076"/>
                  <a:gd name="connsiteX11" fmla="*/ 245298 w 571165"/>
                  <a:gd name="connsiteY11" fmla="*/ 139200 h 555076"/>
                  <a:gd name="connsiteX12" fmla="*/ 244963 w 571165"/>
                  <a:gd name="connsiteY12" fmla="*/ 141378 h 555076"/>
                  <a:gd name="connsiteX13" fmla="*/ 242484 w 571165"/>
                  <a:gd name="connsiteY13" fmla="*/ 141542 h 555076"/>
                  <a:gd name="connsiteX14" fmla="*/ 239264 w 571165"/>
                  <a:gd name="connsiteY14" fmla="*/ 141769 h 555076"/>
                  <a:gd name="connsiteX15" fmla="*/ 231555 w 571165"/>
                  <a:gd name="connsiteY15" fmla="*/ 143166 h 555076"/>
                  <a:gd name="connsiteX16" fmla="*/ 229767 w 571165"/>
                  <a:gd name="connsiteY16" fmla="*/ 147635 h 555076"/>
                  <a:gd name="connsiteX17" fmla="*/ 223420 w 571165"/>
                  <a:gd name="connsiteY17" fmla="*/ 149887 h 555076"/>
                  <a:gd name="connsiteX18" fmla="*/ 221723 w 571165"/>
                  <a:gd name="connsiteY18" fmla="*/ 150317 h 555076"/>
                  <a:gd name="connsiteX19" fmla="*/ 220829 w 571165"/>
                  <a:gd name="connsiteY19" fmla="*/ 154786 h 555076"/>
                  <a:gd name="connsiteX20" fmla="*/ 215466 w 571165"/>
                  <a:gd name="connsiteY20" fmla="*/ 154786 h 555076"/>
                  <a:gd name="connsiteX21" fmla="*/ 213622 w 571165"/>
                  <a:gd name="connsiteY21" fmla="*/ 158417 h 555076"/>
                  <a:gd name="connsiteX22" fmla="*/ 212784 w 571165"/>
                  <a:gd name="connsiteY22" fmla="*/ 161043 h 555076"/>
                  <a:gd name="connsiteX23" fmla="*/ 207421 w 571165"/>
                  <a:gd name="connsiteY23" fmla="*/ 162830 h 555076"/>
                  <a:gd name="connsiteX24" fmla="*/ 207254 w 571165"/>
                  <a:gd name="connsiteY24" fmla="*/ 165624 h 555076"/>
                  <a:gd name="connsiteX25" fmla="*/ 207421 w 571165"/>
                  <a:gd name="connsiteY25" fmla="*/ 168194 h 555076"/>
                  <a:gd name="connsiteX26" fmla="*/ 202058 w 571165"/>
                  <a:gd name="connsiteY26" fmla="*/ 169087 h 555076"/>
                  <a:gd name="connsiteX27" fmla="*/ 200271 w 571165"/>
                  <a:gd name="connsiteY27" fmla="*/ 178026 h 555076"/>
                  <a:gd name="connsiteX28" fmla="*/ 195634 w 571165"/>
                  <a:gd name="connsiteY28" fmla="*/ 179255 h 555076"/>
                  <a:gd name="connsiteX29" fmla="*/ 193888 w 571165"/>
                  <a:gd name="connsiteY29" fmla="*/ 188710 h 555076"/>
                  <a:gd name="connsiteX30" fmla="*/ 194014 w 571165"/>
                  <a:gd name="connsiteY30" fmla="*/ 190540 h 555076"/>
                  <a:gd name="connsiteX31" fmla="*/ 190438 w 571165"/>
                  <a:gd name="connsiteY31" fmla="*/ 191433 h 555076"/>
                  <a:gd name="connsiteX32" fmla="*/ 187452 w 571165"/>
                  <a:gd name="connsiteY32" fmla="*/ 196060 h 555076"/>
                  <a:gd name="connsiteX33" fmla="*/ 187495 w 571165"/>
                  <a:gd name="connsiteY33" fmla="*/ 198287 h 555076"/>
                  <a:gd name="connsiteX34" fmla="*/ 187521 w 571165"/>
                  <a:gd name="connsiteY34" fmla="*/ 200705 h 555076"/>
                  <a:gd name="connsiteX35" fmla="*/ 187589 w 571165"/>
                  <a:gd name="connsiteY35" fmla="*/ 203221 h 555076"/>
                  <a:gd name="connsiteX36" fmla="*/ 187714 w 571165"/>
                  <a:gd name="connsiteY36" fmla="*/ 210393 h 555076"/>
                  <a:gd name="connsiteX37" fmla="*/ 187757 w 571165"/>
                  <a:gd name="connsiteY37" fmla="*/ 211992 h 555076"/>
                  <a:gd name="connsiteX38" fmla="*/ 183288 w 571165"/>
                  <a:gd name="connsiteY38" fmla="*/ 211992 h 555076"/>
                  <a:gd name="connsiteX39" fmla="*/ 181251 w 571165"/>
                  <a:gd name="connsiteY39" fmla="*/ 217728 h 555076"/>
                  <a:gd name="connsiteX40" fmla="*/ 181215 w 571165"/>
                  <a:gd name="connsiteY40" fmla="*/ 220158 h 555076"/>
                  <a:gd name="connsiteX41" fmla="*/ 181161 w 571165"/>
                  <a:gd name="connsiteY41" fmla="*/ 222922 h 555076"/>
                  <a:gd name="connsiteX42" fmla="*/ 181130 w 571165"/>
                  <a:gd name="connsiteY42" fmla="*/ 225888 h 555076"/>
                  <a:gd name="connsiteX43" fmla="*/ 180983 w 571165"/>
                  <a:gd name="connsiteY43" fmla="*/ 235313 h 555076"/>
                  <a:gd name="connsiteX44" fmla="*/ 180890 w 571165"/>
                  <a:gd name="connsiteY44" fmla="*/ 241873 h 555076"/>
                  <a:gd name="connsiteX45" fmla="*/ 180628 w 571165"/>
                  <a:gd name="connsiteY45" fmla="*/ 259446 h 555076"/>
                  <a:gd name="connsiteX46" fmla="*/ 180606 w 571165"/>
                  <a:gd name="connsiteY46" fmla="*/ 261153 h 555076"/>
                  <a:gd name="connsiteX47" fmla="*/ 177031 w 571165"/>
                  <a:gd name="connsiteY47" fmla="*/ 261153 h 555076"/>
                  <a:gd name="connsiteX48" fmla="*/ 175012 w 571165"/>
                  <a:gd name="connsiteY48" fmla="*/ 266736 h 555076"/>
                  <a:gd name="connsiteX49" fmla="*/ 175006 w 571165"/>
                  <a:gd name="connsiteY49" fmla="*/ 270290 h 555076"/>
                  <a:gd name="connsiteX50" fmla="*/ 174999 w 571165"/>
                  <a:gd name="connsiteY50" fmla="*/ 274150 h 555076"/>
                  <a:gd name="connsiteX51" fmla="*/ 175010 w 571165"/>
                  <a:gd name="connsiteY51" fmla="*/ 280229 h 555076"/>
                  <a:gd name="connsiteX52" fmla="*/ 175000 w 571165"/>
                  <a:gd name="connsiteY52" fmla="*/ 284203 h 555076"/>
                  <a:gd name="connsiteX53" fmla="*/ 175006 w 571165"/>
                  <a:gd name="connsiteY53" fmla="*/ 286100 h 555076"/>
                  <a:gd name="connsiteX54" fmla="*/ 175243 w 571165"/>
                  <a:gd name="connsiteY54" fmla="*/ 292437 h 555076"/>
                  <a:gd name="connsiteX55" fmla="*/ 178930 w 571165"/>
                  <a:gd name="connsiteY55" fmla="*/ 294784 h 555076"/>
                  <a:gd name="connsiteX56" fmla="*/ 180606 w 571165"/>
                  <a:gd name="connsiteY56" fmla="*/ 295119 h 555076"/>
                  <a:gd name="connsiteX57" fmla="*/ 180837 w 571165"/>
                  <a:gd name="connsiteY57" fmla="*/ 310831 h 555076"/>
                  <a:gd name="connsiteX58" fmla="*/ 180941 w 571165"/>
                  <a:gd name="connsiteY58" fmla="*/ 317242 h 555076"/>
                  <a:gd name="connsiteX59" fmla="*/ 181077 w 571165"/>
                  <a:gd name="connsiteY59" fmla="*/ 326695 h 555076"/>
                  <a:gd name="connsiteX60" fmla="*/ 181130 w 571165"/>
                  <a:gd name="connsiteY60" fmla="*/ 329686 h 555076"/>
                  <a:gd name="connsiteX61" fmla="*/ 181161 w 571165"/>
                  <a:gd name="connsiteY61" fmla="*/ 332592 h 555076"/>
                  <a:gd name="connsiteX62" fmla="*/ 181215 w 571165"/>
                  <a:gd name="connsiteY62" fmla="*/ 335303 h 555076"/>
                  <a:gd name="connsiteX63" fmla="*/ 182293 w 571165"/>
                  <a:gd name="connsiteY63" fmla="*/ 341839 h 555076"/>
                  <a:gd name="connsiteX64" fmla="*/ 185187 w 571165"/>
                  <a:gd name="connsiteY64" fmla="*/ 344057 h 555076"/>
                  <a:gd name="connsiteX65" fmla="*/ 186863 w 571165"/>
                  <a:gd name="connsiteY65" fmla="*/ 344280 h 555076"/>
                  <a:gd name="connsiteX66" fmla="*/ 187093 w 571165"/>
                  <a:gd name="connsiteY66" fmla="*/ 350548 h 555076"/>
                  <a:gd name="connsiteX67" fmla="*/ 187198 w 571165"/>
                  <a:gd name="connsiteY67" fmla="*/ 353107 h 555076"/>
                  <a:gd name="connsiteX68" fmla="*/ 187282 w 571165"/>
                  <a:gd name="connsiteY68" fmla="*/ 355645 h 555076"/>
                  <a:gd name="connsiteX69" fmla="*/ 187387 w 571165"/>
                  <a:gd name="connsiteY69" fmla="*/ 358072 h 555076"/>
                  <a:gd name="connsiteX70" fmla="*/ 187757 w 571165"/>
                  <a:gd name="connsiteY70" fmla="*/ 362157 h 555076"/>
                  <a:gd name="connsiteX71" fmla="*/ 191891 w 571165"/>
                  <a:gd name="connsiteY71" fmla="*/ 364503 h 555076"/>
                  <a:gd name="connsiteX72" fmla="*/ 194014 w 571165"/>
                  <a:gd name="connsiteY72" fmla="*/ 364839 h 555076"/>
                  <a:gd name="connsiteX73" fmla="*/ 193951 w 571165"/>
                  <a:gd name="connsiteY73" fmla="*/ 366927 h 555076"/>
                  <a:gd name="connsiteX74" fmla="*/ 193902 w 571165"/>
                  <a:gd name="connsiteY74" fmla="*/ 369643 h 555076"/>
                  <a:gd name="connsiteX75" fmla="*/ 194014 w 571165"/>
                  <a:gd name="connsiteY75" fmla="*/ 374671 h 555076"/>
                  <a:gd name="connsiteX76" fmla="*/ 198148 w 571165"/>
                  <a:gd name="connsiteY76" fmla="*/ 377017 h 555076"/>
                  <a:gd name="connsiteX77" fmla="*/ 200271 w 571165"/>
                  <a:gd name="connsiteY77" fmla="*/ 377352 h 555076"/>
                  <a:gd name="connsiteX78" fmla="*/ 200435 w 571165"/>
                  <a:gd name="connsiteY78" fmla="*/ 379472 h 555076"/>
                  <a:gd name="connsiteX79" fmla="*/ 200662 w 571165"/>
                  <a:gd name="connsiteY79" fmla="*/ 382213 h 555076"/>
                  <a:gd name="connsiteX80" fmla="*/ 201164 w 571165"/>
                  <a:gd name="connsiteY80" fmla="*/ 387185 h 555076"/>
                  <a:gd name="connsiteX81" fmla="*/ 204796 w 571165"/>
                  <a:gd name="connsiteY81" fmla="*/ 388134 h 555076"/>
                  <a:gd name="connsiteX82" fmla="*/ 207421 w 571165"/>
                  <a:gd name="connsiteY82" fmla="*/ 388079 h 555076"/>
                  <a:gd name="connsiteX83" fmla="*/ 207421 w 571165"/>
                  <a:gd name="connsiteY83" fmla="*/ 393442 h 555076"/>
                  <a:gd name="connsiteX84" fmla="*/ 211053 w 571165"/>
                  <a:gd name="connsiteY84" fmla="*/ 394391 h 555076"/>
                  <a:gd name="connsiteX85" fmla="*/ 213678 w 571165"/>
                  <a:gd name="connsiteY85" fmla="*/ 394335 h 555076"/>
                  <a:gd name="connsiteX86" fmla="*/ 214572 w 571165"/>
                  <a:gd name="connsiteY86" fmla="*/ 400592 h 555076"/>
                  <a:gd name="connsiteX87" fmla="*/ 219209 w 571165"/>
                  <a:gd name="connsiteY87" fmla="*/ 401095 h 555076"/>
                  <a:gd name="connsiteX88" fmla="*/ 220829 w 571165"/>
                  <a:gd name="connsiteY88" fmla="*/ 400592 h 555076"/>
                  <a:gd name="connsiteX89" fmla="*/ 220829 w 571165"/>
                  <a:gd name="connsiteY89" fmla="*/ 405062 h 555076"/>
                  <a:gd name="connsiteX90" fmla="*/ 224551 w 571165"/>
                  <a:gd name="connsiteY90" fmla="*/ 407219 h 555076"/>
                  <a:gd name="connsiteX91" fmla="*/ 226751 w 571165"/>
                  <a:gd name="connsiteY91" fmla="*/ 407408 h 555076"/>
                  <a:gd name="connsiteX92" fmla="*/ 228964 w 571165"/>
                  <a:gd name="connsiteY92" fmla="*/ 407610 h 555076"/>
                  <a:gd name="connsiteX93" fmla="*/ 230661 w 571165"/>
                  <a:gd name="connsiteY93" fmla="*/ 407743 h 555076"/>
                  <a:gd name="connsiteX94" fmla="*/ 231628 w 571165"/>
                  <a:gd name="connsiteY94" fmla="*/ 412338 h 555076"/>
                  <a:gd name="connsiteX95" fmla="*/ 236146 w 571165"/>
                  <a:gd name="connsiteY95" fmla="*/ 414545 h 555076"/>
                  <a:gd name="connsiteX96" fmla="*/ 239320 w 571165"/>
                  <a:gd name="connsiteY96" fmla="*/ 414670 h 555076"/>
                  <a:gd name="connsiteX97" fmla="*/ 242515 w 571165"/>
                  <a:gd name="connsiteY97" fmla="*/ 414824 h 555076"/>
                  <a:gd name="connsiteX98" fmla="*/ 244963 w 571165"/>
                  <a:gd name="connsiteY98" fmla="*/ 414894 h 555076"/>
                  <a:gd name="connsiteX99" fmla="*/ 244963 w 571165"/>
                  <a:gd name="connsiteY99" fmla="*/ 417575 h 555076"/>
                  <a:gd name="connsiteX100" fmla="*/ 254619 w 571165"/>
                  <a:gd name="connsiteY100" fmla="*/ 420600 h 555076"/>
                  <a:gd name="connsiteX101" fmla="*/ 256639 w 571165"/>
                  <a:gd name="connsiteY101" fmla="*/ 420575 h 555076"/>
                  <a:gd name="connsiteX102" fmla="*/ 263424 w 571165"/>
                  <a:gd name="connsiteY102" fmla="*/ 420568 h 555076"/>
                  <a:gd name="connsiteX103" fmla="*/ 268270 w 571165"/>
                  <a:gd name="connsiteY103" fmla="*/ 420546 h 555076"/>
                  <a:gd name="connsiteX104" fmla="*/ 278376 w 571165"/>
                  <a:gd name="connsiteY104" fmla="*/ 420523 h 555076"/>
                  <a:gd name="connsiteX105" fmla="*/ 291523 w 571165"/>
                  <a:gd name="connsiteY105" fmla="*/ 420472 h 555076"/>
                  <a:gd name="connsiteX106" fmla="*/ 301786 w 571165"/>
                  <a:gd name="connsiteY106" fmla="*/ 420454 h 555076"/>
                  <a:gd name="connsiteX107" fmla="*/ 306676 w 571165"/>
                  <a:gd name="connsiteY107" fmla="*/ 420438 h 555076"/>
                  <a:gd name="connsiteX108" fmla="*/ 313721 w 571165"/>
                  <a:gd name="connsiteY108" fmla="*/ 420414 h 555076"/>
                  <a:gd name="connsiteX109" fmla="*/ 315867 w 571165"/>
                  <a:gd name="connsiteY109" fmla="*/ 420401 h 555076"/>
                  <a:gd name="connsiteX110" fmla="*/ 322727 w 571165"/>
                  <a:gd name="connsiteY110" fmla="*/ 420257 h 555076"/>
                  <a:gd name="connsiteX111" fmla="*/ 325520 w 571165"/>
                  <a:gd name="connsiteY111" fmla="*/ 417073 h 555076"/>
                  <a:gd name="connsiteX112" fmla="*/ 326302 w 571165"/>
                  <a:gd name="connsiteY112" fmla="*/ 414894 h 555076"/>
                  <a:gd name="connsiteX113" fmla="*/ 328813 w 571165"/>
                  <a:gd name="connsiteY113" fmla="*/ 414730 h 555076"/>
                  <a:gd name="connsiteX114" fmla="*/ 332056 w 571165"/>
                  <a:gd name="connsiteY114" fmla="*/ 414503 h 555076"/>
                  <a:gd name="connsiteX115" fmla="*/ 337922 w 571165"/>
                  <a:gd name="connsiteY115" fmla="*/ 414000 h 555076"/>
                  <a:gd name="connsiteX116" fmla="*/ 339319 w 571165"/>
                  <a:gd name="connsiteY116" fmla="*/ 410369 h 555076"/>
                  <a:gd name="connsiteX117" fmla="*/ 339710 w 571165"/>
                  <a:gd name="connsiteY117" fmla="*/ 407743 h 555076"/>
                  <a:gd name="connsiteX118" fmla="*/ 347754 w 571165"/>
                  <a:gd name="connsiteY118" fmla="*/ 405955 h 555076"/>
                  <a:gd name="connsiteX119" fmla="*/ 348984 w 571165"/>
                  <a:gd name="connsiteY119" fmla="*/ 403665 h 555076"/>
                  <a:gd name="connsiteX120" fmla="*/ 353732 w 571165"/>
                  <a:gd name="connsiteY120" fmla="*/ 400760 h 555076"/>
                  <a:gd name="connsiteX121" fmla="*/ 356693 w 571165"/>
                  <a:gd name="connsiteY121" fmla="*/ 400592 h 555076"/>
                  <a:gd name="connsiteX122" fmla="*/ 357252 w 571165"/>
                  <a:gd name="connsiteY122" fmla="*/ 398023 h 555076"/>
                  <a:gd name="connsiteX123" fmla="*/ 361274 w 571165"/>
                  <a:gd name="connsiteY123" fmla="*/ 394000 h 555076"/>
                  <a:gd name="connsiteX124" fmla="*/ 363844 w 571165"/>
                  <a:gd name="connsiteY124" fmla="*/ 393442 h 555076"/>
                  <a:gd name="connsiteX125" fmla="*/ 364737 w 571165"/>
                  <a:gd name="connsiteY125" fmla="*/ 386291 h 555076"/>
                  <a:gd name="connsiteX126" fmla="*/ 367419 w 571165"/>
                  <a:gd name="connsiteY126" fmla="*/ 385397 h 555076"/>
                  <a:gd name="connsiteX127" fmla="*/ 370558 w 571165"/>
                  <a:gd name="connsiteY127" fmla="*/ 380694 h 555076"/>
                  <a:gd name="connsiteX128" fmla="*/ 370715 w 571165"/>
                  <a:gd name="connsiteY128" fmla="*/ 378526 h 555076"/>
                  <a:gd name="connsiteX129" fmla="*/ 370893 w 571165"/>
                  <a:gd name="connsiteY129" fmla="*/ 376336 h 555076"/>
                  <a:gd name="connsiteX130" fmla="*/ 370994 w 571165"/>
                  <a:gd name="connsiteY130" fmla="*/ 374671 h 555076"/>
                  <a:gd name="connsiteX131" fmla="*/ 375464 w 571165"/>
                  <a:gd name="connsiteY131" fmla="*/ 373777 h 555076"/>
                  <a:gd name="connsiteX132" fmla="*/ 377314 w 571165"/>
                  <a:gd name="connsiteY132" fmla="*/ 360317 h 555076"/>
                  <a:gd name="connsiteX133" fmla="*/ 377251 w 571165"/>
                  <a:gd name="connsiteY133" fmla="*/ 358582 h 555076"/>
                  <a:gd name="connsiteX134" fmla="*/ 381720 w 571165"/>
                  <a:gd name="connsiteY134" fmla="*/ 356794 h 555076"/>
                  <a:gd name="connsiteX135" fmla="*/ 383983 w 571165"/>
                  <a:gd name="connsiteY135" fmla="*/ 342362 h 555076"/>
                  <a:gd name="connsiteX136" fmla="*/ 384067 w 571165"/>
                  <a:gd name="connsiteY136" fmla="*/ 339420 h 555076"/>
                  <a:gd name="connsiteX137" fmla="*/ 384348 w 571165"/>
                  <a:gd name="connsiteY137" fmla="*/ 330955 h 555076"/>
                  <a:gd name="connsiteX138" fmla="*/ 384402 w 571165"/>
                  <a:gd name="connsiteY138" fmla="*/ 329085 h 555076"/>
                  <a:gd name="connsiteX139" fmla="*/ 387084 w 571165"/>
                  <a:gd name="connsiteY139" fmla="*/ 329085 h 555076"/>
                  <a:gd name="connsiteX140" fmla="*/ 390119 w 571165"/>
                  <a:gd name="connsiteY140" fmla="*/ 317783 h 555076"/>
                  <a:gd name="connsiteX141" fmla="*/ 390098 w 571165"/>
                  <a:gd name="connsiteY141" fmla="*/ 315029 h 555076"/>
                  <a:gd name="connsiteX142" fmla="*/ 390103 w 571165"/>
                  <a:gd name="connsiteY142" fmla="*/ 305823 h 555076"/>
                  <a:gd name="connsiteX143" fmla="*/ 390089 w 571165"/>
                  <a:gd name="connsiteY143" fmla="*/ 299241 h 555076"/>
                  <a:gd name="connsiteX144" fmla="*/ 390078 w 571165"/>
                  <a:gd name="connsiteY144" fmla="*/ 285533 h 555076"/>
                  <a:gd name="connsiteX145" fmla="*/ 390047 w 571165"/>
                  <a:gd name="connsiteY145" fmla="*/ 267679 h 555076"/>
                  <a:gd name="connsiteX146" fmla="*/ 390045 w 571165"/>
                  <a:gd name="connsiteY146" fmla="*/ 253754 h 555076"/>
                  <a:gd name="connsiteX147" fmla="*/ 390034 w 571165"/>
                  <a:gd name="connsiteY147" fmla="*/ 247120 h 555076"/>
                  <a:gd name="connsiteX148" fmla="*/ 390024 w 571165"/>
                  <a:gd name="connsiteY148" fmla="*/ 237551 h 555076"/>
                  <a:gd name="connsiteX149" fmla="*/ 390011 w 571165"/>
                  <a:gd name="connsiteY149" fmla="*/ 234639 h 555076"/>
                  <a:gd name="connsiteX150" fmla="*/ 390017 w 571165"/>
                  <a:gd name="connsiteY150" fmla="*/ 231869 h 555076"/>
                  <a:gd name="connsiteX151" fmla="*/ 389998 w 571165"/>
                  <a:gd name="connsiteY151" fmla="*/ 229351 h 555076"/>
                  <a:gd name="connsiteX152" fmla="*/ 389765 w 571165"/>
                  <a:gd name="connsiteY152" fmla="*/ 225399 h 555076"/>
                  <a:gd name="connsiteX153" fmla="*/ 386078 w 571165"/>
                  <a:gd name="connsiteY153" fmla="*/ 223053 h 555076"/>
                  <a:gd name="connsiteX154" fmla="*/ 384402 w 571165"/>
                  <a:gd name="connsiteY154" fmla="*/ 222718 h 555076"/>
                  <a:gd name="connsiteX155" fmla="*/ 384128 w 571165"/>
                  <a:gd name="connsiteY155" fmla="*/ 214862 h 555076"/>
                  <a:gd name="connsiteX156" fmla="*/ 384011 w 571165"/>
                  <a:gd name="connsiteY156" fmla="*/ 211657 h 555076"/>
                  <a:gd name="connsiteX157" fmla="*/ 383904 w 571165"/>
                  <a:gd name="connsiteY157" fmla="*/ 208472 h 555076"/>
                  <a:gd name="connsiteX158" fmla="*/ 383791 w 571165"/>
                  <a:gd name="connsiteY158" fmla="*/ 205435 h 555076"/>
                  <a:gd name="connsiteX159" fmla="*/ 383508 w 571165"/>
                  <a:gd name="connsiteY159" fmla="*/ 200372 h 555076"/>
                  <a:gd name="connsiteX160" fmla="*/ 379877 w 571165"/>
                  <a:gd name="connsiteY160" fmla="*/ 197579 h 555076"/>
                  <a:gd name="connsiteX161" fmla="*/ 377251 w 571165"/>
                  <a:gd name="connsiteY161" fmla="*/ 196796 h 555076"/>
                  <a:gd name="connsiteX162" fmla="*/ 377346 w 571165"/>
                  <a:gd name="connsiteY162" fmla="*/ 194967 h 555076"/>
                  <a:gd name="connsiteX163" fmla="*/ 377419 w 571165"/>
                  <a:gd name="connsiteY163" fmla="*/ 192551 h 555076"/>
                  <a:gd name="connsiteX164" fmla="*/ 376050 w 571165"/>
                  <a:gd name="connsiteY164" fmla="*/ 185791 h 555076"/>
                  <a:gd name="connsiteX165" fmla="*/ 372168 w 571165"/>
                  <a:gd name="connsiteY165" fmla="*/ 184059 h 555076"/>
                  <a:gd name="connsiteX166" fmla="*/ 370101 w 571165"/>
                  <a:gd name="connsiteY166" fmla="*/ 184283 h 555076"/>
                  <a:gd name="connsiteX167" fmla="*/ 370101 w 571165"/>
                  <a:gd name="connsiteY167" fmla="*/ 173557 h 555076"/>
                  <a:gd name="connsiteX168" fmla="*/ 367922 w 571165"/>
                  <a:gd name="connsiteY168" fmla="*/ 172607 h 555076"/>
                  <a:gd name="connsiteX169" fmla="*/ 365631 w 571165"/>
                  <a:gd name="connsiteY169" fmla="*/ 171769 h 555076"/>
                  <a:gd name="connsiteX170" fmla="*/ 364793 w 571165"/>
                  <a:gd name="connsiteY170" fmla="*/ 169702 h 555076"/>
                  <a:gd name="connsiteX171" fmla="*/ 361274 w 571165"/>
                  <a:gd name="connsiteY171" fmla="*/ 165177 h 555076"/>
                  <a:gd name="connsiteX172" fmla="*/ 357618 w 571165"/>
                  <a:gd name="connsiteY172" fmla="*/ 161252 h 555076"/>
                  <a:gd name="connsiteX173" fmla="*/ 356047 w 571165"/>
                  <a:gd name="connsiteY173" fmla="*/ 157988 h 555076"/>
                  <a:gd name="connsiteX174" fmla="*/ 348495 w 571165"/>
                  <a:gd name="connsiteY174" fmla="*/ 154259 h 555076"/>
                  <a:gd name="connsiteX175" fmla="*/ 346861 w 571165"/>
                  <a:gd name="connsiteY175" fmla="*/ 153892 h 555076"/>
                  <a:gd name="connsiteX176" fmla="*/ 345967 w 571165"/>
                  <a:gd name="connsiteY176" fmla="*/ 149702 h 555076"/>
                  <a:gd name="connsiteX177" fmla="*/ 340436 w 571165"/>
                  <a:gd name="connsiteY177" fmla="*/ 148361 h 555076"/>
                  <a:gd name="connsiteX178" fmla="*/ 337028 w 571165"/>
                  <a:gd name="connsiteY178" fmla="*/ 148529 h 555076"/>
                  <a:gd name="connsiteX179" fmla="*/ 337028 w 571165"/>
                  <a:gd name="connsiteY179" fmla="*/ 144060 h 555076"/>
                  <a:gd name="connsiteX180" fmla="*/ 330758 w 571165"/>
                  <a:gd name="connsiteY180" fmla="*/ 141902 h 555076"/>
                  <a:gd name="connsiteX181" fmla="*/ 327866 w 571165"/>
                  <a:gd name="connsiteY181" fmla="*/ 141713 h 555076"/>
                  <a:gd name="connsiteX182" fmla="*/ 324948 w 571165"/>
                  <a:gd name="connsiteY182" fmla="*/ 141511 h 555076"/>
                  <a:gd name="connsiteX183" fmla="*/ 322727 w 571165"/>
                  <a:gd name="connsiteY183" fmla="*/ 141378 h 555076"/>
                  <a:gd name="connsiteX184" fmla="*/ 322727 w 571165"/>
                  <a:gd name="connsiteY184" fmla="*/ 137803 h 555076"/>
                  <a:gd name="connsiteX185" fmla="*/ 315137 w 571165"/>
                  <a:gd name="connsiteY185" fmla="*/ 135783 h 555076"/>
                  <a:gd name="connsiteX186" fmla="*/ 210053 w 571165"/>
                  <a:gd name="connsiteY186" fmla="*/ 0 h 555076"/>
                  <a:gd name="connsiteX187" fmla="*/ 360218 w 571165"/>
                  <a:gd name="connsiteY187" fmla="*/ 0 h 555076"/>
                  <a:gd name="connsiteX188" fmla="*/ 362006 w 571165"/>
                  <a:gd name="connsiteY188" fmla="*/ 5363 h 555076"/>
                  <a:gd name="connsiteX189" fmla="*/ 376475 w 571165"/>
                  <a:gd name="connsiteY189" fmla="*/ 6257 h 555076"/>
                  <a:gd name="connsiteX190" fmla="*/ 380703 w 571165"/>
                  <a:gd name="connsiteY190" fmla="*/ 6201 h 555076"/>
                  <a:gd name="connsiteX191" fmla="*/ 382568 w 571165"/>
                  <a:gd name="connsiteY191" fmla="*/ 6170 h 555076"/>
                  <a:gd name="connsiteX192" fmla="*/ 387927 w 571165"/>
                  <a:gd name="connsiteY192" fmla="*/ 7151 h 555076"/>
                  <a:gd name="connsiteX193" fmla="*/ 388765 w 571165"/>
                  <a:gd name="connsiteY193" fmla="*/ 9385 h 555076"/>
                  <a:gd name="connsiteX194" fmla="*/ 389715 w 571165"/>
                  <a:gd name="connsiteY194" fmla="*/ 11620 h 555076"/>
                  <a:gd name="connsiteX195" fmla="*/ 401614 w 571165"/>
                  <a:gd name="connsiteY195" fmla="*/ 13017 h 555076"/>
                  <a:gd name="connsiteX196" fmla="*/ 403620 w 571165"/>
                  <a:gd name="connsiteY196" fmla="*/ 13134 h 555076"/>
                  <a:gd name="connsiteX197" fmla="*/ 408486 w 571165"/>
                  <a:gd name="connsiteY197" fmla="*/ 13408 h 555076"/>
                  <a:gd name="connsiteX198" fmla="*/ 408486 w 571165"/>
                  <a:gd name="connsiteY198" fmla="*/ 17877 h 555076"/>
                  <a:gd name="connsiteX199" fmla="*/ 418485 w 571165"/>
                  <a:gd name="connsiteY199" fmla="*/ 19273 h 555076"/>
                  <a:gd name="connsiteX200" fmla="*/ 420516 w 571165"/>
                  <a:gd name="connsiteY200" fmla="*/ 19390 h 555076"/>
                  <a:gd name="connsiteX201" fmla="*/ 425469 w 571165"/>
                  <a:gd name="connsiteY201" fmla="*/ 19665 h 555076"/>
                  <a:gd name="connsiteX202" fmla="*/ 427256 w 571165"/>
                  <a:gd name="connsiteY202" fmla="*/ 25028 h 555076"/>
                  <a:gd name="connsiteX203" fmla="*/ 439770 w 571165"/>
                  <a:gd name="connsiteY203" fmla="*/ 25921 h 555076"/>
                  <a:gd name="connsiteX204" fmla="*/ 440664 w 571165"/>
                  <a:gd name="connsiteY204" fmla="*/ 31284 h 555076"/>
                  <a:gd name="connsiteX205" fmla="*/ 443600 w 571165"/>
                  <a:gd name="connsiteY205" fmla="*/ 32266 h 555076"/>
                  <a:gd name="connsiteX206" fmla="*/ 446083 w 571165"/>
                  <a:gd name="connsiteY206" fmla="*/ 32234 h 555076"/>
                  <a:gd name="connsiteX207" fmla="*/ 448572 w 571165"/>
                  <a:gd name="connsiteY207" fmla="*/ 32210 h 555076"/>
                  <a:gd name="connsiteX208" fmla="*/ 450496 w 571165"/>
                  <a:gd name="connsiteY208" fmla="*/ 32178 h 555076"/>
                  <a:gd name="connsiteX209" fmla="*/ 451781 w 571165"/>
                  <a:gd name="connsiteY209" fmla="*/ 34804 h 555076"/>
                  <a:gd name="connsiteX210" fmla="*/ 454072 w 571165"/>
                  <a:gd name="connsiteY210" fmla="*/ 38435 h 555076"/>
                  <a:gd name="connsiteX211" fmla="*/ 460328 w 571165"/>
                  <a:gd name="connsiteY211" fmla="*/ 39329 h 555076"/>
                  <a:gd name="connsiteX212" fmla="*/ 462116 w 571165"/>
                  <a:gd name="connsiteY212" fmla="*/ 44692 h 555076"/>
                  <a:gd name="connsiteX213" fmla="*/ 465468 w 571165"/>
                  <a:gd name="connsiteY213" fmla="*/ 44804 h 555076"/>
                  <a:gd name="connsiteX214" fmla="*/ 469267 w 571165"/>
                  <a:gd name="connsiteY214" fmla="*/ 45586 h 555076"/>
                  <a:gd name="connsiteX215" fmla="*/ 472842 w 571165"/>
                  <a:gd name="connsiteY215" fmla="*/ 50949 h 555076"/>
                  <a:gd name="connsiteX216" fmla="*/ 479099 w 571165"/>
                  <a:gd name="connsiteY216" fmla="*/ 53630 h 555076"/>
                  <a:gd name="connsiteX217" fmla="*/ 480887 w 571165"/>
                  <a:gd name="connsiteY217" fmla="*/ 58100 h 555076"/>
                  <a:gd name="connsiteX218" fmla="*/ 486250 w 571165"/>
                  <a:gd name="connsiteY218" fmla="*/ 58994 h 555076"/>
                  <a:gd name="connsiteX219" fmla="*/ 487144 w 571165"/>
                  <a:gd name="connsiteY219" fmla="*/ 64357 h 555076"/>
                  <a:gd name="connsiteX220" fmla="*/ 493401 w 571165"/>
                  <a:gd name="connsiteY220" fmla="*/ 65250 h 555076"/>
                  <a:gd name="connsiteX221" fmla="*/ 494294 w 571165"/>
                  <a:gd name="connsiteY221" fmla="*/ 70613 h 555076"/>
                  <a:gd name="connsiteX222" fmla="*/ 499657 w 571165"/>
                  <a:gd name="connsiteY222" fmla="*/ 71507 h 555076"/>
                  <a:gd name="connsiteX223" fmla="*/ 500551 w 571165"/>
                  <a:gd name="connsiteY223" fmla="*/ 77764 h 555076"/>
                  <a:gd name="connsiteX224" fmla="*/ 505914 w 571165"/>
                  <a:gd name="connsiteY224" fmla="*/ 78658 h 555076"/>
                  <a:gd name="connsiteX225" fmla="*/ 506026 w 571165"/>
                  <a:gd name="connsiteY225" fmla="*/ 81172 h 555076"/>
                  <a:gd name="connsiteX226" fmla="*/ 506808 w 571165"/>
                  <a:gd name="connsiteY226" fmla="*/ 84021 h 555076"/>
                  <a:gd name="connsiteX227" fmla="*/ 512171 w 571165"/>
                  <a:gd name="connsiteY227" fmla="*/ 86703 h 555076"/>
                  <a:gd name="connsiteX228" fmla="*/ 514853 w 571165"/>
                  <a:gd name="connsiteY228" fmla="*/ 92066 h 555076"/>
                  <a:gd name="connsiteX229" fmla="*/ 516641 w 571165"/>
                  <a:gd name="connsiteY229" fmla="*/ 92960 h 555076"/>
                  <a:gd name="connsiteX230" fmla="*/ 521110 w 571165"/>
                  <a:gd name="connsiteY230" fmla="*/ 99216 h 555076"/>
                  <a:gd name="connsiteX231" fmla="*/ 521110 w 571165"/>
                  <a:gd name="connsiteY231" fmla="*/ 101004 h 555076"/>
                  <a:gd name="connsiteX232" fmla="*/ 525579 w 571165"/>
                  <a:gd name="connsiteY232" fmla="*/ 101004 h 555076"/>
                  <a:gd name="connsiteX233" fmla="*/ 526473 w 571165"/>
                  <a:gd name="connsiteY233" fmla="*/ 109943 h 555076"/>
                  <a:gd name="connsiteX234" fmla="*/ 531836 w 571165"/>
                  <a:gd name="connsiteY234" fmla="*/ 111730 h 555076"/>
                  <a:gd name="connsiteX235" fmla="*/ 533623 w 571165"/>
                  <a:gd name="connsiteY235" fmla="*/ 122456 h 555076"/>
                  <a:gd name="connsiteX236" fmla="*/ 538987 w 571165"/>
                  <a:gd name="connsiteY236" fmla="*/ 123350 h 555076"/>
                  <a:gd name="connsiteX237" fmla="*/ 540774 w 571165"/>
                  <a:gd name="connsiteY237" fmla="*/ 134076 h 555076"/>
                  <a:gd name="connsiteX238" fmla="*/ 545243 w 571165"/>
                  <a:gd name="connsiteY238" fmla="*/ 134970 h 555076"/>
                  <a:gd name="connsiteX239" fmla="*/ 545376 w 571165"/>
                  <a:gd name="connsiteY239" fmla="*/ 137191 h 555076"/>
                  <a:gd name="connsiteX240" fmla="*/ 545579 w 571165"/>
                  <a:gd name="connsiteY240" fmla="*/ 140110 h 555076"/>
                  <a:gd name="connsiteX241" fmla="*/ 545767 w 571165"/>
                  <a:gd name="connsiteY241" fmla="*/ 143001 h 555076"/>
                  <a:gd name="connsiteX242" fmla="*/ 547925 w 571165"/>
                  <a:gd name="connsiteY242" fmla="*/ 149272 h 555076"/>
                  <a:gd name="connsiteX243" fmla="*/ 551500 w 571165"/>
                  <a:gd name="connsiteY243" fmla="*/ 149272 h 555076"/>
                  <a:gd name="connsiteX244" fmla="*/ 551891 w 571165"/>
                  <a:gd name="connsiteY244" fmla="*/ 152344 h 555076"/>
                  <a:gd name="connsiteX245" fmla="*/ 552143 w 571165"/>
                  <a:gd name="connsiteY245" fmla="*/ 154306 h 555076"/>
                  <a:gd name="connsiteX246" fmla="*/ 552590 w 571165"/>
                  <a:gd name="connsiteY246" fmla="*/ 158594 h 555076"/>
                  <a:gd name="connsiteX247" fmla="*/ 552785 w 571165"/>
                  <a:gd name="connsiteY247" fmla="*/ 160724 h 555076"/>
                  <a:gd name="connsiteX248" fmla="*/ 552949 w 571165"/>
                  <a:gd name="connsiteY248" fmla="*/ 162697 h 555076"/>
                  <a:gd name="connsiteX249" fmla="*/ 555076 w 571165"/>
                  <a:gd name="connsiteY249" fmla="*/ 167148 h 555076"/>
                  <a:gd name="connsiteX250" fmla="*/ 558651 w 571165"/>
                  <a:gd name="connsiteY250" fmla="*/ 167148 h 555076"/>
                  <a:gd name="connsiteX251" fmla="*/ 559545 w 571165"/>
                  <a:gd name="connsiteY251" fmla="*/ 189494 h 555076"/>
                  <a:gd name="connsiteX252" fmla="*/ 564908 w 571165"/>
                  <a:gd name="connsiteY252" fmla="*/ 191282 h 555076"/>
                  <a:gd name="connsiteX253" fmla="*/ 564962 w 571165"/>
                  <a:gd name="connsiteY253" fmla="*/ 194589 h 555076"/>
                  <a:gd name="connsiteX254" fmla="*/ 565192 w 571165"/>
                  <a:gd name="connsiteY254" fmla="*/ 206743 h 555076"/>
                  <a:gd name="connsiteX255" fmla="*/ 565285 w 571165"/>
                  <a:gd name="connsiteY255" fmla="*/ 212002 h 555076"/>
                  <a:gd name="connsiteX256" fmla="*/ 565432 w 571165"/>
                  <a:gd name="connsiteY256" fmla="*/ 219564 h 555076"/>
                  <a:gd name="connsiteX257" fmla="*/ 565463 w 571165"/>
                  <a:gd name="connsiteY257" fmla="*/ 221937 h 555076"/>
                  <a:gd name="connsiteX258" fmla="*/ 565517 w 571165"/>
                  <a:gd name="connsiteY258" fmla="*/ 224160 h 555076"/>
                  <a:gd name="connsiteX259" fmla="*/ 565553 w 571165"/>
                  <a:gd name="connsiteY259" fmla="*/ 226108 h 555076"/>
                  <a:gd name="connsiteX260" fmla="*/ 567589 w 571165"/>
                  <a:gd name="connsiteY260" fmla="*/ 231505 h 555076"/>
                  <a:gd name="connsiteX261" fmla="*/ 571165 w 571165"/>
                  <a:gd name="connsiteY261" fmla="*/ 231505 h 555076"/>
                  <a:gd name="connsiteX262" fmla="*/ 571165 w 571165"/>
                  <a:gd name="connsiteY262" fmla="*/ 319995 h 555076"/>
                  <a:gd name="connsiteX263" fmla="*/ 565802 w 571165"/>
                  <a:gd name="connsiteY263" fmla="*/ 319995 h 555076"/>
                  <a:gd name="connsiteX264" fmla="*/ 564908 w 571165"/>
                  <a:gd name="connsiteY264" fmla="*/ 362900 h 555076"/>
                  <a:gd name="connsiteX265" fmla="*/ 560439 w 571165"/>
                  <a:gd name="connsiteY265" fmla="*/ 363794 h 555076"/>
                  <a:gd name="connsiteX266" fmla="*/ 559262 w 571165"/>
                  <a:gd name="connsiteY266" fmla="*/ 370253 h 555076"/>
                  <a:gd name="connsiteX267" fmla="*/ 559149 w 571165"/>
                  <a:gd name="connsiteY267" fmla="*/ 373046 h 555076"/>
                  <a:gd name="connsiteX268" fmla="*/ 559042 w 571165"/>
                  <a:gd name="connsiteY268" fmla="*/ 375972 h 555076"/>
                  <a:gd name="connsiteX269" fmla="*/ 558925 w 571165"/>
                  <a:gd name="connsiteY269" fmla="*/ 378919 h 555076"/>
                  <a:gd name="connsiteX270" fmla="*/ 558651 w 571165"/>
                  <a:gd name="connsiteY270" fmla="*/ 386140 h 555076"/>
                  <a:gd name="connsiteX271" fmla="*/ 553288 w 571165"/>
                  <a:gd name="connsiteY271" fmla="*/ 387927 h 555076"/>
                  <a:gd name="connsiteX272" fmla="*/ 553124 w 571165"/>
                  <a:gd name="connsiteY272" fmla="*/ 390022 h 555076"/>
                  <a:gd name="connsiteX273" fmla="*/ 551500 w 571165"/>
                  <a:gd name="connsiteY273" fmla="*/ 405804 h 555076"/>
                  <a:gd name="connsiteX274" fmla="*/ 547031 w 571165"/>
                  <a:gd name="connsiteY274" fmla="*/ 406698 h 555076"/>
                  <a:gd name="connsiteX275" fmla="*/ 545243 w 571165"/>
                  <a:gd name="connsiteY275" fmla="*/ 420106 h 555076"/>
                  <a:gd name="connsiteX276" fmla="*/ 540774 w 571165"/>
                  <a:gd name="connsiteY276" fmla="*/ 420999 h 555076"/>
                  <a:gd name="connsiteX277" fmla="*/ 539378 w 571165"/>
                  <a:gd name="connsiteY277" fmla="*/ 428765 h 555076"/>
                  <a:gd name="connsiteX278" fmla="*/ 539151 w 571165"/>
                  <a:gd name="connsiteY278" fmla="*/ 431457 h 555076"/>
                  <a:gd name="connsiteX279" fmla="*/ 538987 w 571165"/>
                  <a:gd name="connsiteY279" fmla="*/ 433513 h 555076"/>
                  <a:gd name="connsiteX280" fmla="*/ 534517 w 571165"/>
                  <a:gd name="connsiteY280" fmla="*/ 434407 h 555076"/>
                  <a:gd name="connsiteX281" fmla="*/ 534119 w 571165"/>
                  <a:gd name="connsiteY281" fmla="*/ 436268 h 555076"/>
                  <a:gd name="connsiteX282" fmla="*/ 531836 w 571165"/>
                  <a:gd name="connsiteY282" fmla="*/ 443345 h 555076"/>
                  <a:gd name="connsiteX283" fmla="*/ 526473 w 571165"/>
                  <a:gd name="connsiteY283" fmla="*/ 446027 h 555076"/>
                  <a:gd name="connsiteX284" fmla="*/ 525579 w 571165"/>
                  <a:gd name="connsiteY284" fmla="*/ 454072 h 555076"/>
                  <a:gd name="connsiteX285" fmla="*/ 523512 w 571165"/>
                  <a:gd name="connsiteY285" fmla="*/ 454518 h 555076"/>
                  <a:gd name="connsiteX286" fmla="*/ 519769 w 571165"/>
                  <a:gd name="connsiteY286" fmla="*/ 459435 h 555076"/>
                  <a:gd name="connsiteX287" fmla="*/ 518428 w 571165"/>
                  <a:gd name="connsiteY287" fmla="*/ 463010 h 555076"/>
                  <a:gd name="connsiteX288" fmla="*/ 513959 w 571165"/>
                  <a:gd name="connsiteY288" fmla="*/ 464798 h 555076"/>
                  <a:gd name="connsiteX289" fmla="*/ 512618 w 571165"/>
                  <a:gd name="connsiteY289" fmla="*/ 467479 h 555076"/>
                  <a:gd name="connsiteX290" fmla="*/ 508931 w 571165"/>
                  <a:gd name="connsiteY290" fmla="*/ 471055 h 555076"/>
                  <a:gd name="connsiteX291" fmla="*/ 506808 w 571165"/>
                  <a:gd name="connsiteY291" fmla="*/ 471948 h 555076"/>
                  <a:gd name="connsiteX292" fmla="*/ 505914 w 571165"/>
                  <a:gd name="connsiteY292" fmla="*/ 477311 h 555076"/>
                  <a:gd name="connsiteX293" fmla="*/ 500551 w 571165"/>
                  <a:gd name="connsiteY293" fmla="*/ 479099 h 555076"/>
                  <a:gd name="connsiteX294" fmla="*/ 499657 w 571165"/>
                  <a:gd name="connsiteY294" fmla="*/ 484462 h 555076"/>
                  <a:gd name="connsiteX295" fmla="*/ 494294 w 571165"/>
                  <a:gd name="connsiteY295" fmla="*/ 485356 h 555076"/>
                  <a:gd name="connsiteX296" fmla="*/ 493401 w 571165"/>
                  <a:gd name="connsiteY296" fmla="*/ 490719 h 555076"/>
                  <a:gd name="connsiteX297" fmla="*/ 490831 w 571165"/>
                  <a:gd name="connsiteY297" fmla="*/ 490887 h 555076"/>
                  <a:gd name="connsiteX298" fmla="*/ 488038 w 571165"/>
                  <a:gd name="connsiteY298" fmla="*/ 491613 h 555076"/>
                  <a:gd name="connsiteX299" fmla="*/ 486250 w 571165"/>
                  <a:gd name="connsiteY299" fmla="*/ 496082 h 555076"/>
                  <a:gd name="connsiteX300" fmla="*/ 479993 w 571165"/>
                  <a:gd name="connsiteY300" fmla="*/ 496976 h 555076"/>
                  <a:gd name="connsiteX301" fmla="*/ 479434 w 571165"/>
                  <a:gd name="connsiteY301" fmla="*/ 499490 h 555076"/>
                  <a:gd name="connsiteX302" fmla="*/ 472842 w 571165"/>
                  <a:gd name="connsiteY302" fmla="*/ 505021 h 555076"/>
                  <a:gd name="connsiteX303" fmla="*/ 471669 w 571165"/>
                  <a:gd name="connsiteY303" fmla="*/ 507311 h 555076"/>
                  <a:gd name="connsiteX304" fmla="*/ 465971 w 571165"/>
                  <a:gd name="connsiteY304" fmla="*/ 510663 h 555076"/>
                  <a:gd name="connsiteX305" fmla="*/ 462116 w 571165"/>
                  <a:gd name="connsiteY305" fmla="*/ 511277 h 555076"/>
                  <a:gd name="connsiteX306" fmla="*/ 462116 w 571165"/>
                  <a:gd name="connsiteY306" fmla="*/ 516640 h 555076"/>
                  <a:gd name="connsiteX307" fmla="*/ 452284 w 571165"/>
                  <a:gd name="connsiteY307" fmla="*/ 517534 h 555076"/>
                  <a:gd name="connsiteX308" fmla="*/ 450496 w 571165"/>
                  <a:gd name="connsiteY308" fmla="*/ 522897 h 555076"/>
                  <a:gd name="connsiteX309" fmla="*/ 441558 w 571165"/>
                  <a:gd name="connsiteY309" fmla="*/ 524685 h 555076"/>
                  <a:gd name="connsiteX310" fmla="*/ 440664 w 571165"/>
                  <a:gd name="connsiteY310" fmla="*/ 529154 h 555076"/>
                  <a:gd name="connsiteX311" fmla="*/ 438216 w 571165"/>
                  <a:gd name="connsiteY311" fmla="*/ 529357 h 555076"/>
                  <a:gd name="connsiteX312" fmla="*/ 429044 w 571165"/>
                  <a:gd name="connsiteY312" fmla="*/ 530942 h 555076"/>
                  <a:gd name="connsiteX313" fmla="*/ 426362 w 571165"/>
                  <a:gd name="connsiteY313" fmla="*/ 536305 h 555076"/>
                  <a:gd name="connsiteX314" fmla="*/ 424596 w 571165"/>
                  <a:gd name="connsiteY314" fmla="*/ 536242 h 555076"/>
                  <a:gd name="connsiteX315" fmla="*/ 412061 w 571165"/>
                  <a:gd name="connsiteY315" fmla="*/ 538093 h 555076"/>
                  <a:gd name="connsiteX316" fmla="*/ 411167 w 571165"/>
                  <a:gd name="connsiteY316" fmla="*/ 542562 h 555076"/>
                  <a:gd name="connsiteX317" fmla="*/ 409637 w 571165"/>
                  <a:gd name="connsiteY317" fmla="*/ 542616 h 555076"/>
                  <a:gd name="connsiteX318" fmla="*/ 402787 w 571165"/>
                  <a:gd name="connsiteY318" fmla="*/ 542897 h 555076"/>
                  <a:gd name="connsiteX319" fmla="*/ 400378 w 571165"/>
                  <a:gd name="connsiteY319" fmla="*/ 542981 h 555076"/>
                  <a:gd name="connsiteX320" fmla="*/ 398074 w 571165"/>
                  <a:gd name="connsiteY320" fmla="*/ 543086 h 555076"/>
                  <a:gd name="connsiteX321" fmla="*/ 395946 w 571165"/>
                  <a:gd name="connsiteY321" fmla="*/ 543171 h 555076"/>
                  <a:gd name="connsiteX322" fmla="*/ 392396 w 571165"/>
                  <a:gd name="connsiteY322" fmla="*/ 545243 h 555076"/>
                  <a:gd name="connsiteX323" fmla="*/ 392396 w 571165"/>
                  <a:gd name="connsiteY323" fmla="*/ 548819 h 555076"/>
                  <a:gd name="connsiteX324" fmla="*/ 390238 w 571165"/>
                  <a:gd name="connsiteY324" fmla="*/ 548872 h 555076"/>
                  <a:gd name="connsiteX325" fmla="*/ 380553 w 571165"/>
                  <a:gd name="connsiteY325" fmla="*/ 549154 h 555076"/>
                  <a:gd name="connsiteX326" fmla="*/ 377156 w 571165"/>
                  <a:gd name="connsiteY326" fmla="*/ 549238 h 555076"/>
                  <a:gd name="connsiteX327" fmla="*/ 373891 w 571165"/>
                  <a:gd name="connsiteY327" fmla="*/ 549342 h 555076"/>
                  <a:gd name="connsiteX328" fmla="*/ 370884 w 571165"/>
                  <a:gd name="connsiteY328" fmla="*/ 549428 h 555076"/>
                  <a:gd name="connsiteX329" fmla="*/ 364687 w 571165"/>
                  <a:gd name="connsiteY329" fmla="*/ 551500 h 555076"/>
                  <a:gd name="connsiteX330" fmla="*/ 364687 w 571165"/>
                  <a:gd name="connsiteY330" fmla="*/ 555076 h 555076"/>
                  <a:gd name="connsiteX331" fmla="*/ 209159 w 571165"/>
                  <a:gd name="connsiteY331" fmla="*/ 555076 h 555076"/>
                  <a:gd name="connsiteX332" fmla="*/ 209159 w 571165"/>
                  <a:gd name="connsiteY332" fmla="*/ 551500 h 555076"/>
                  <a:gd name="connsiteX333" fmla="*/ 198583 w 571165"/>
                  <a:gd name="connsiteY333" fmla="*/ 549342 h 555076"/>
                  <a:gd name="connsiteX334" fmla="*/ 195083 w 571165"/>
                  <a:gd name="connsiteY334" fmla="*/ 549238 h 555076"/>
                  <a:gd name="connsiteX335" fmla="*/ 191450 w 571165"/>
                  <a:gd name="connsiteY335" fmla="*/ 549154 h 555076"/>
                  <a:gd name="connsiteX336" fmla="*/ 187764 w 571165"/>
                  <a:gd name="connsiteY336" fmla="*/ 549049 h 555076"/>
                  <a:gd name="connsiteX337" fmla="*/ 178768 w 571165"/>
                  <a:gd name="connsiteY337" fmla="*/ 548819 h 555076"/>
                  <a:gd name="connsiteX338" fmla="*/ 178377 w 571165"/>
                  <a:gd name="connsiteY338" fmla="*/ 546640 h 555076"/>
                  <a:gd name="connsiteX339" fmla="*/ 176981 w 571165"/>
                  <a:gd name="connsiteY339" fmla="*/ 543456 h 555076"/>
                  <a:gd name="connsiteX340" fmla="*/ 172983 w 571165"/>
                  <a:gd name="connsiteY340" fmla="*/ 543173 h 555076"/>
                  <a:gd name="connsiteX341" fmla="*/ 170547 w 571165"/>
                  <a:gd name="connsiteY341" fmla="*/ 543059 h 555076"/>
                  <a:gd name="connsiteX342" fmla="*/ 167986 w 571165"/>
                  <a:gd name="connsiteY342" fmla="*/ 542953 h 555076"/>
                  <a:gd name="connsiteX343" fmla="*/ 165415 w 571165"/>
                  <a:gd name="connsiteY343" fmla="*/ 542836 h 555076"/>
                  <a:gd name="connsiteX344" fmla="*/ 159104 w 571165"/>
                  <a:gd name="connsiteY344" fmla="*/ 542562 h 555076"/>
                  <a:gd name="connsiteX345" fmla="*/ 159104 w 571165"/>
                  <a:gd name="connsiteY345" fmla="*/ 538093 h 555076"/>
                  <a:gd name="connsiteX346" fmla="*/ 143909 w 571165"/>
                  <a:gd name="connsiteY346" fmla="*/ 536305 h 555076"/>
                  <a:gd name="connsiteX347" fmla="*/ 142121 w 571165"/>
                  <a:gd name="connsiteY347" fmla="*/ 530942 h 555076"/>
                  <a:gd name="connsiteX348" fmla="*/ 130501 w 571165"/>
                  <a:gd name="connsiteY348" fmla="*/ 529154 h 555076"/>
                  <a:gd name="connsiteX349" fmla="*/ 129607 w 571165"/>
                  <a:gd name="connsiteY349" fmla="*/ 524685 h 555076"/>
                  <a:gd name="connsiteX350" fmla="*/ 123238 w 571165"/>
                  <a:gd name="connsiteY350" fmla="*/ 523288 h 555076"/>
                  <a:gd name="connsiteX351" fmla="*/ 120773 w 571165"/>
                  <a:gd name="connsiteY351" fmla="*/ 523061 h 555076"/>
                  <a:gd name="connsiteX352" fmla="*/ 118881 w 571165"/>
                  <a:gd name="connsiteY352" fmla="*/ 522897 h 555076"/>
                  <a:gd name="connsiteX353" fmla="*/ 117093 w 571165"/>
                  <a:gd name="connsiteY353" fmla="*/ 517534 h 555076"/>
                  <a:gd name="connsiteX354" fmla="*/ 106367 w 571165"/>
                  <a:gd name="connsiteY354" fmla="*/ 516640 h 555076"/>
                  <a:gd name="connsiteX355" fmla="*/ 106311 w 571165"/>
                  <a:gd name="connsiteY355" fmla="*/ 514629 h 555076"/>
                  <a:gd name="connsiteX356" fmla="*/ 102345 w 571165"/>
                  <a:gd name="connsiteY356" fmla="*/ 510384 h 555076"/>
                  <a:gd name="connsiteX357" fmla="*/ 98378 w 571165"/>
                  <a:gd name="connsiteY357" fmla="*/ 506138 h 555076"/>
                  <a:gd name="connsiteX358" fmla="*/ 98323 w 571165"/>
                  <a:gd name="connsiteY358" fmla="*/ 504127 h 555076"/>
                  <a:gd name="connsiteX359" fmla="*/ 91172 w 571165"/>
                  <a:gd name="connsiteY359" fmla="*/ 503233 h 555076"/>
                  <a:gd name="connsiteX360" fmla="*/ 89384 w 571165"/>
                  <a:gd name="connsiteY360" fmla="*/ 497870 h 555076"/>
                  <a:gd name="connsiteX361" fmla="*/ 86367 w 571165"/>
                  <a:gd name="connsiteY361" fmla="*/ 497646 h 555076"/>
                  <a:gd name="connsiteX362" fmla="*/ 83127 w 571165"/>
                  <a:gd name="connsiteY362" fmla="*/ 496976 h 555076"/>
                  <a:gd name="connsiteX363" fmla="*/ 81340 w 571165"/>
                  <a:gd name="connsiteY363" fmla="*/ 493401 h 555076"/>
                  <a:gd name="connsiteX364" fmla="*/ 79049 w 571165"/>
                  <a:gd name="connsiteY364" fmla="*/ 492116 h 555076"/>
                  <a:gd name="connsiteX365" fmla="*/ 76144 w 571165"/>
                  <a:gd name="connsiteY365" fmla="*/ 488317 h 555076"/>
                  <a:gd name="connsiteX366" fmla="*/ 75977 w 571165"/>
                  <a:gd name="connsiteY366" fmla="*/ 486250 h 555076"/>
                  <a:gd name="connsiteX367" fmla="*/ 73407 w 571165"/>
                  <a:gd name="connsiteY367" fmla="*/ 485579 h 555076"/>
                  <a:gd name="connsiteX368" fmla="*/ 68826 w 571165"/>
                  <a:gd name="connsiteY368" fmla="*/ 480887 h 555076"/>
                  <a:gd name="connsiteX369" fmla="*/ 66535 w 571165"/>
                  <a:gd name="connsiteY369" fmla="*/ 479714 h 555076"/>
                  <a:gd name="connsiteX370" fmla="*/ 63630 w 571165"/>
                  <a:gd name="connsiteY370" fmla="*/ 474909 h 555076"/>
                  <a:gd name="connsiteX371" fmla="*/ 63463 w 571165"/>
                  <a:gd name="connsiteY371" fmla="*/ 471948 h 555076"/>
                  <a:gd name="connsiteX372" fmla="*/ 58994 w 571165"/>
                  <a:gd name="connsiteY372" fmla="*/ 471055 h 555076"/>
                  <a:gd name="connsiteX373" fmla="*/ 58379 w 571165"/>
                  <a:gd name="connsiteY373" fmla="*/ 468038 h 555076"/>
                  <a:gd name="connsiteX374" fmla="*/ 57206 w 571165"/>
                  <a:gd name="connsiteY374" fmla="*/ 464798 h 555076"/>
                  <a:gd name="connsiteX375" fmla="*/ 54971 w 571165"/>
                  <a:gd name="connsiteY375" fmla="*/ 463904 h 555076"/>
                  <a:gd name="connsiteX376" fmla="*/ 52737 w 571165"/>
                  <a:gd name="connsiteY376" fmla="*/ 463010 h 555076"/>
                  <a:gd name="connsiteX377" fmla="*/ 51899 w 571165"/>
                  <a:gd name="connsiteY377" fmla="*/ 459882 h 555076"/>
                  <a:gd name="connsiteX378" fmla="*/ 50949 w 571165"/>
                  <a:gd name="connsiteY378" fmla="*/ 456753 h 555076"/>
                  <a:gd name="connsiteX379" fmla="*/ 45586 w 571165"/>
                  <a:gd name="connsiteY379" fmla="*/ 454965 h 555076"/>
                  <a:gd name="connsiteX380" fmla="*/ 43798 w 571165"/>
                  <a:gd name="connsiteY380" fmla="*/ 446027 h 555076"/>
                  <a:gd name="connsiteX381" fmla="*/ 39329 w 571165"/>
                  <a:gd name="connsiteY381" fmla="*/ 445133 h 555076"/>
                  <a:gd name="connsiteX382" fmla="*/ 37541 w 571165"/>
                  <a:gd name="connsiteY382" fmla="*/ 436195 h 555076"/>
                  <a:gd name="connsiteX383" fmla="*/ 32178 w 571165"/>
                  <a:gd name="connsiteY383" fmla="*/ 436195 h 555076"/>
                  <a:gd name="connsiteX384" fmla="*/ 31284 w 571165"/>
                  <a:gd name="connsiteY384" fmla="*/ 425469 h 555076"/>
                  <a:gd name="connsiteX385" fmla="*/ 25921 w 571165"/>
                  <a:gd name="connsiteY385" fmla="*/ 424575 h 555076"/>
                  <a:gd name="connsiteX386" fmla="*/ 25820 w 571165"/>
                  <a:gd name="connsiteY386" fmla="*/ 422127 h 555076"/>
                  <a:gd name="connsiteX387" fmla="*/ 25642 w 571165"/>
                  <a:gd name="connsiteY387" fmla="*/ 418932 h 555076"/>
                  <a:gd name="connsiteX388" fmla="*/ 25485 w 571165"/>
                  <a:gd name="connsiteY388" fmla="*/ 415759 h 555076"/>
                  <a:gd name="connsiteX389" fmla="*/ 23816 w 571165"/>
                  <a:gd name="connsiteY389" fmla="*/ 411240 h 555076"/>
                  <a:gd name="connsiteX390" fmla="*/ 19665 w 571165"/>
                  <a:gd name="connsiteY390" fmla="*/ 410273 h 555076"/>
                  <a:gd name="connsiteX391" fmla="*/ 17877 w 571165"/>
                  <a:gd name="connsiteY391" fmla="*/ 394184 h 555076"/>
                  <a:gd name="connsiteX392" fmla="*/ 12514 w 571165"/>
                  <a:gd name="connsiteY392" fmla="*/ 393290 h 555076"/>
                  <a:gd name="connsiteX393" fmla="*/ 12460 w 571165"/>
                  <a:gd name="connsiteY393" fmla="*/ 391774 h 555076"/>
                  <a:gd name="connsiteX394" fmla="*/ 12179 w 571165"/>
                  <a:gd name="connsiteY394" fmla="*/ 384966 h 555076"/>
                  <a:gd name="connsiteX395" fmla="*/ 12095 w 571165"/>
                  <a:gd name="connsiteY395" fmla="*/ 382580 h 555076"/>
                  <a:gd name="connsiteX396" fmla="*/ 11990 w 571165"/>
                  <a:gd name="connsiteY396" fmla="*/ 380284 h 555076"/>
                  <a:gd name="connsiteX397" fmla="*/ 11905 w 571165"/>
                  <a:gd name="connsiteY397" fmla="*/ 378171 h 555076"/>
                  <a:gd name="connsiteX398" fmla="*/ 9832 w 571165"/>
                  <a:gd name="connsiteY398" fmla="*/ 373626 h 555076"/>
                  <a:gd name="connsiteX399" fmla="*/ 6257 w 571165"/>
                  <a:gd name="connsiteY399" fmla="*/ 373626 h 555076"/>
                  <a:gd name="connsiteX400" fmla="*/ 6203 w 571165"/>
                  <a:gd name="connsiteY400" fmla="*/ 371207 h 555076"/>
                  <a:gd name="connsiteX401" fmla="*/ 5973 w 571165"/>
                  <a:gd name="connsiteY401" fmla="*/ 362316 h 555076"/>
                  <a:gd name="connsiteX402" fmla="*/ 5880 w 571165"/>
                  <a:gd name="connsiteY402" fmla="*/ 358470 h 555076"/>
                  <a:gd name="connsiteX403" fmla="*/ 5733 w 571165"/>
                  <a:gd name="connsiteY403" fmla="*/ 352938 h 555076"/>
                  <a:gd name="connsiteX404" fmla="*/ 5648 w 571165"/>
                  <a:gd name="connsiteY404" fmla="*/ 349577 h 555076"/>
                  <a:gd name="connsiteX405" fmla="*/ 3575 w 571165"/>
                  <a:gd name="connsiteY405" fmla="*/ 344129 h 555076"/>
                  <a:gd name="connsiteX406" fmla="*/ 0 w 571165"/>
                  <a:gd name="connsiteY406" fmla="*/ 344129 h 555076"/>
                  <a:gd name="connsiteX407" fmla="*/ 0 w 571165"/>
                  <a:gd name="connsiteY407" fmla="*/ 214522 h 555076"/>
                  <a:gd name="connsiteX408" fmla="*/ 4469 w 571165"/>
                  <a:gd name="connsiteY408" fmla="*/ 213628 h 555076"/>
                  <a:gd name="connsiteX409" fmla="*/ 5646 w 571165"/>
                  <a:gd name="connsiteY409" fmla="*/ 204033 h 555076"/>
                  <a:gd name="connsiteX410" fmla="*/ 5759 w 571165"/>
                  <a:gd name="connsiteY410" fmla="*/ 200524 h 555076"/>
                  <a:gd name="connsiteX411" fmla="*/ 5866 w 571165"/>
                  <a:gd name="connsiteY411" fmla="*/ 196869 h 555076"/>
                  <a:gd name="connsiteX412" fmla="*/ 5983 w 571165"/>
                  <a:gd name="connsiteY412" fmla="*/ 193171 h 555076"/>
                  <a:gd name="connsiteX413" fmla="*/ 6257 w 571165"/>
                  <a:gd name="connsiteY413" fmla="*/ 184131 h 555076"/>
                  <a:gd name="connsiteX414" fmla="*/ 11620 w 571165"/>
                  <a:gd name="connsiteY414" fmla="*/ 182344 h 555076"/>
                  <a:gd name="connsiteX415" fmla="*/ 12514 w 571165"/>
                  <a:gd name="connsiteY415" fmla="*/ 162679 h 555076"/>
                  <a:gd name="connsiteX416" fmla="*/ 17877 w 571165"/>
                  <a:gd name="connsiteY416" fmla="*/ 162679 h 555076"/>
                  <a:gd name="connsiteX417" fmla="*/ 19665 w 571165"/>
                  <a:gd name="connsiteY417" fmla="*/ 145696 h 555076"/>
                  <a:gd name="connsiteX418" fmla="*/ 24134 w 571165"/>
                  <a:gd name="connsiteY418" fmla="*/ 143909 h 555076"/>
                  <a:gd name="connsiteX419" fmla="*/ 25530 w 571165"/>
                  <a:gd name="connsiteY419" fmla="*/ 137149 h 555076"/>
                  <a:gd name="connsiteX420" fmla="*/ 25757 w 571165"/>
                  <a:gd name="connsiteY420" fmla="*/ 133905 h 555076"/>
                  <a:gd name="connsiteX421" fmla="*/ 25921 w 571165"/>
                  <a:gd name="connsiteY421" fmla="*/ 131395 h 555076"/>
                  <a:gd name="connsiteX422" fmla="*/ 28554 w 571165"/>
                  <a:gd name="connsiteY422" fmla="*/ 130595 h 555076"/>
                  <a:gd name="connsiteX423" fmla="*/ 32067 w 571165"/>
                  <a:gd name="connsiteY423" fmla="*/ 128099 h 555076"/>
                  <a:gd name="connsiteX424" fmla="*/ 32178 w 571165"/>
                  <a:gd name="connsiteY424" fmla="*/ 119775 h 555076"/>
                  <a:gd name="connsiteX425" fmla="*/ 34748 w 571165"/>
                  <a:gd name="connsiteY425" fmla="*/ 119328 h 555076"/>
                  <a:gd name="connsiteX426" fmla="*/ 38296 w 571165"/>
                  <a:gd name="connsiteY426" fmla="*/ 116276 h 555076"/>
                  <a:gd name="connsiteX427" fmla="*/ 39329 w 571165"/>
                  <a:gd name="connsiteY427" fmla="*/ 110836 h 555076"/>
                  <a:gd name="connsiteX428" fmla="*/ 44692 w 571165"/>
                  <a:gd name="connsiteY428" fmla="*/ 109943 h 555076"/>
                  <a:gd name="connsiteX429" fmla="*/ 44699 w 571165"/>
                  <a:gd name="connsiteY429" fmla="*/ 107886 h 555076"/>
                  <a:gd name="connsiteX430" fmla="*/ 45586 w 571165"/>
                  <a:gd name="connsiteY430" fmla="*/ 100110 h 555076"/>
                  <a:gd name="connsiteX431" fmla="*/ 50949 w 571165"/>
                  <a:gd name="connsiteY431" fmla="*/ 97429 h 555076"/>
                  <a:gd name="connsiteX432" fmla="*/ 53631 w 571165"/>
                  <a:gd name="connsiteY432" fmla="*/ 92066 h 555076"/>
                  <a:gd name="connsiteX433" fmla="*/ 55977 w 571165"/>
                  <a:gd name="connsiteY433" fmla="*/ 91172 h 555076"/>
                  <a:gd name="connsiteX434" fmla="*/ 58100 w 571165"/>
                  <a:gd name="connsiteY434" fmla="*/ 90278 h 555076"/>
                  <a:gd name="connsiteX435" fmla="*/ 58994 w 571165"/>
                  <a:gd name="connsiteY435" fmla="*/ 84915 h 555076"/>
                  <a:gd name="connsiteX436" fmla="*/ 64357 w 571165"/>
                  <a:gd name="connsiteY436" fmla="*/ 84021 h 555076"/>
                  <a:gd name="connsiteX437" fmla="*/ 64357 w 571165"/>
                  <a:gd name="connsiteY437" fmla="*/ 77764 h 555076"/>
                  <a:gd name="connsiteX438" fmla="*/ 70613 w 571165"/>
                  <a:gd name="connsiteY438" fmla="*/ 77764 h 555076"/>
                  <a:gd name="connsiteX439" fmla="*/ 71507 w 571165"/>
                  <a:gd name="connsiteY439" fmla="*/ 71507 h 555076"/>
                  <a:gd name="connsiteX440" fmla="*/ 76870 w 571165"/>
                  <a:gd name="connsiteY440" fmla="*/ 70613 h 555076"/>
                  <a:gd name="connsiteX441" fmla="*/ 77764 w 571165"/>
                  <a:gd name="connsiteY441" fmla="*/ 65250 h 555076"/>
                  <a:gd name="connsiteX442" fmla="*/ 84021 w 571165"/>
                  <a:gd name="connsiteY442" fmla="*/ 64357 h 555076"/>
                  <a:gd name="connsiteX443" fmla="*/ 84915 w 571165"/>
                  <a:gd name="connsiteY443" fmla="*/ 58994 h 555076"/>
                  <a:gd name="connsiteX444" fmla="*/ 87932 w 571165"/>
                  <a:gd name="connsiteY444" fmla="*/ 58379 h 555076"/>
                  <a:gd name="connsiteX445" fmla="*/ 91172 w 571165"/>
                  <a:gd name="connsiteY445" fmla="*/ 57206 h 555076"/>
                  <a:gd name="connsiteX446" fmla="*/ 92960 w 571165"/>
                  <a:gd name="connsiteY446" fmla="*/ 52737 h 555076"/>
                  <a:gd name="connsiteX447" fmla="*/ 95529 w 571165"/>
                  <a:gd name="connsiteY447" fmla="*/ 51899 h 555076"/>
                  <a:gd name="connsiteX448" fmla="*/ 99999 w 571165"/>
                  <a:gd name="connsiteY448" fmla="*/ 48323 h 555076"/>
                  <a:gd name="connsiteX449" fmla="*/ 109049 w 571165"/>
                  <a:gd name="connsiteY449" fmla="*/ 42904 h 555076"/>
                  <a:gd name="connsiteX450" fmla="*/ 109049 w 571165"/>
                  <a:gd name="connsiteY450" fmla="*/ 39329 h 555076"/>
                  <a:gd name="connsiteX451" fmla="*/ 110746 w 571165"/>
                  <a:gd name="connsiteY451" fmla="*/ 39196 h 555076"/>
                  <a:gd name="connsiteX452" fmla="*/ 112959 w 571165"/>
                  <a:gd name="connsiteY452" fmla="*/ 38994 h 555076"/>
                  <a:gd name="connsiteX453" fmla="*/ 115159 w 571165"/>
                  <a:gd name="connsiteY453" fmla="*/ 38805 h 555076"/>
                  <a:gd name="connsiteX454" fmla="*/ 118881 w 571165"/>
                  <a:gd name="connsiteY454" fmla="*/ 36648 h 555076"/>
                  <a:gd name="connsiteX455" fmla="*/ 118881 w 571165"/>
                  <a:gd name="connsiteY455" fmla="*/ 33072 h 555076"/>
                  <a:gd name="connsiteX456" fmla="*/ 130501 w 571165"/>
                  <a:gd name="connsiteY456" fmla="*/ 31284 h 555076"/>
                  <a:gd name="connsiteX457" fmla="*/ 131395 w 571165"/>
                  <a:gd name="connsiteY457" fmla="*/ 25921 h 555076"/>
                  <a:gd name="connsiteX458" fmla="*/ 143909 w 571165"/>
                  <a:gd name="connsiteY458" fmla="*/ 25921 h 555076"/>
                  <a:gd name="connsiteX459" fmla="*/ 144802 w 571165"/>
                  <a:gd name="connsiteY459" fmla="*/ 19665 h 555076"/>
                  <a:gd name="connsiteX460" fmla="*/ 147414 w 571165"/>
                  <a:gd name="connsiteY460" fmla="*/ 19532 h 555076"/>
                  <a:gd name="connsiteX461" fmla="*/ 150836 w 571165"/>
                  <a:gd name="connsiteY461" fmla="*/ 19329 h 555076"/>
                  <a:gd name="connsiteX462" fmla="*/ 154230 w 571165"/>
                  <a:gd name="connsiteY462" fmla="*/ 19141 h 555076"/>
                  <a:gd name="connsiteX463" fmla="*/ 160892 w 571165"/>
                  <a:gd name="connsiteY463" fmla="*/ 16983 h 555076"/>
                  <a:gd name="connsiteX464" fmla="*/ 160892 w 571165"/>
                  <a:gd name="connsiteY464" fmla="*/ 13408 h 555076"/>
                  <a:gd name="connsiteX465" fmla="*/ 164058 w 571165"/>
                  <a:gd name="connsiteY465" fmla="*/ 13275 h 555076"/>
                  <a:gd name="connsiteX466" fmla="*/ 168210 w 571165"/>
                  <a:gd name="connsiteY466" fmla="*/ 13072 h 555076"/>
                  <a:gd name="connsiteX467" fmla="*/ 170293 w 571165"/>
                  <a:gd name="connsiteY467" fmla="*/ 12989 h 555076"/>
                  <a:gd name="connsiteX468" fmla="*/ 180556 w 571165"/>
                  <a:gd name="connsiteY468" fmla="*/ 10726 h 555076"/>
                  <a:gd name="connsiteX469" fmla="*/ 180556 w 571165"/>
                  <a:gd name="connsiteY469" fmla="*/ 7151 h 555076"/>
                  <a:gd name="connsiteX470" fmla="*/ 191953 w 571165"/>
                  <a:gd name="connsiteY470" fmla="*/ 6257 h 555076"/>
                  <a:gd name="connsiteX471" fmla="*/ 207371 w 571165"/>
                  <a:gd name="connsiteY471" fmla="*/ 5363 h 555076"/>
                  <a:gd name="connsiteX472" fmla="*/ 209159 w 571165"/>
                  <a:gd name="connsiteY472" fmla="*/ 1788 h 555076"/>
                  <a:gd name="connsiteX473" fmla="*/ 210053 w 571165"/>
                  <a:gd name="connsiteY473" fmla="*/ 0 h 555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Lst>
                <a:rect l="l" t="t" r="r" b="b"/>
                <a:pathLst>
                  <a:path w="571165" h="555076">
                    <a:moveTo>
                      <a:pt x="315137" y="135783"/>
                    </a:moveTo>
                    <a:cubicBezTo>
                      <a:pt x="314452" y="135788"/>
                      <a:pt x="313788" y="135793"/>
                      <a:pt x="313123" y="135798"/>
                    </a:cubicBezTo>
                    <a:cubicBezTo>
                      <a:pt x="310885" y="135793"/>
                      <a:pt x="308647" y="135790"/>
                      <a:pt x="306408" y="135799"/>
                    </a:cubicBezTo>
                    <a:cubicBezTo>
                      <a:pt x="304806" y="135806"/>
                      <a:pt x="303204" y="135810"/>
                      <a:pt x="301602" y="135811"/>
                    </a:cubicBezTo>
                    <a:cubicBezTo>
                      <a:pt x="298267" y="135810"/>
                      <a:pt x="294933" y="135812"/>
                      <a:pt x="291598" y="135822"/>
                    </a:cubicBezTo>
                    <a:cubicBezTo>
                      <a:pt x="287254" y="135837"/>
                      <a:pt x="282909" y="135850"/>
                      <a:pt x="278565" y="135850"/>
                    </a:cubicBezTo>
                    <a:cubicBezTo>
                      <a:pt x="275178" y="135849"/>
                      <a:pt x="271792" y="135851"/>
                      <a:pt x="268405" y="135856"/>
                    </a:cubicBezTo>
                    <a:cubicBezTo>
                      <a:pt x="266791" y="135859"/>
                      <a:pt x="265177" y="135862"/>
                      <a:pt x="263562" y="135865"/>
                    </a:cubicBezTo>
                    <a:cubicBezTo>
                      <a:pt x="261234" y="135866"/>
                      <a:pt x="258906" y="135868"/>
                      <a:pt x="256578" y="135876"/>
                    </a:cubicBezTo>
                    <a:cubicBezTo>
                      <a:pt x="255504" y="135881"/>
                      <a:pt x="255504" y="135881"/>
                      <a:pt x="254451" y="135885"/>
                    </a:cubicBezTo>
                    <a:cubicBezTo>
                      <a:pt x="251450" y="135884"/>
                      <a:pt x="248591" y="135542"/>
                      <a:pt x="245857" y="136909"/>
                    </a:cubicBezTo>
                    <a:cubicBezTo>
                      <a:pt x="245667" y="137688"/>
                      <a:pt x="245482" y="138444"/>
                      <a:pt x="245298" y="139200"/>
                    </a:cubicBezTo>
                    <a:cubicBezTo>
                      <a:pt x="245129" y="140300"/>
                      <a:pt x="245129" y="140300"/>
                      <a:pt x="244963" y="141378"/>
                    </a:cubicBezTo>
                    <a:cubicBezTo>
                      <a:pt x="244120" y="141434"/>
                      <a:pt x="243302" y="141488"/>
                      <a:pt x="242484" y="141542"/>
                    </a:cubicBezTo>
                    <a:cubicBezTo>
                      <a:pt x="240858" y="141657"/>
                      <a:pt x="240858" y="141657"/>
                      <a:pt x="239264" y="141769"/>
                    </a:cubicBezTo>
                    <a:cubicBezTo>
                      <a:pt x="236449" y="141963"/>
                      <a:pt x="234087" y="141900"/>
                      <a:pt x="231555" y="143166"/>
                    </a:cubicBezTo>
                    <a:cubicBezTo>
                      <a:pt x="231124" y="145404"/>
                      <a:pt x="231124" y="145404"/>
                      <a:pt x="229767" y="147635"/>
                    </a:cubicBezTo>
                    <a:cubicBezTo>
                      <a:pt x="227687" y="148609"/>
                      <a:pt x="225627" y="149257"/>
                      <a:pt x="223420" y="149887"/>
                    </a:cubicBezTo>
                    <a:cubicBezTo>
                      <a:pt x="222843" y="150033"/>
                      <a:pt x="222283" y="150175"/>
                      <a:pt x="221723" y="150317"/>
                    </a:cubicBezTo>
                    <a:cubicBezTo>
                      <a:pt x="221419" y="151836"/>
                      <a:pt x="221124" y="153311"/>
                      <a:pt x="220829" y="154786"/>
                    </a:cubicBezTo>
                    <a:cubicBezTo>
                      <a:pt x="219042" y="154748"/>
                      <a:pt x="217253" y="154749"/>
                      <a:pt x="215466" y="154786"/>
                    </a:cubicBezTo>
                    <a:cubicBezTo>
                      <a:pt x="214572" y="155680"/>
                      <a:pt x="214572" y="155680"/>
                      <a:pt x="213622" y="158417"/>
                    </a:cubicBezTo>
                    <a:cubicBezTo>
                      <a:pt x="213337" y="159310"/>
                      <a:pt x="213061" y="160176"/>
                      <a:pt x="212784" y="161043"/>
                    </a:cubicBezTo>
                    <a:cubicBezTo>
                      <a:pt x="210103" y="161043"/>
                      <a:pt x="210103" y="161043"/>
                      <a:pt x="207421" y="162830"/>
                    </a:cubicBezTo>
                    <a:cubicBezTo>
                      <a:pt x="207337" y="164241"/>
                      <a:pt x="207337" y="164241"/>
                      <a:pt x="207254" y="165624"/>
                    </a:cubicBezTo>
                    <a:cubicBezTo>
                      <a:pt x="207311" y="166497"/>
                      <a:pt x="207366" y="167345"/>
                      <a:pt x="207421" y="168194"/>
                    </a:cubicBezTo>
                    <a:cubicBezTo>
                      <a:pt x="204713" y="168645"/>
                      <a:pt x="204713" y="168645"/>
                      <a:pt x="202058" y="169087"/>
                    </a:cubicBezTo>
                    <a:cubicBezTo>
                      <a:pt x="201450" y="172126"/>
                      <a:pt x="200861" y="175076"/>
                      <a:pt x="200271" y="178026"/>
                    </a:cubicBezTo>
                    <a:cubicBezTo>
                      <a:pt x="197589" y="178026"/>
                      <a:pt x="197589" y="178026"/>
                      <a:pt x="195634" y="179255"/>
                    </a:cubicBezTo>
                    <a:cubicBezTo>
                      <a:pt x="193623" y="182167"/>
                      <a:pt x="193623" y="182167"/>
                      <a:pt x="193888" y="188710"/>
                    </a:cubicBezTo>
                    <a:cubicBezTo>
                      <a:pt x="193931" y="189332"/>
                      <a:pt x="193972" y="189936"/>
                      <a:pt x="194014" y="190540"/>
                    </a:cubicBezTo>
                    <a:cubicBezTo>
                      <a:pt x="192394" y="190819"/>
                      <a:pt x="192394" y="190819"/>
                      <a:pt x="190438" y="191433"/>
                    </a:cubicBezTo>
                    <a:cubicBezTo>
                      <a:pt x="188536" y="192904"/>
                      <a:pt x="187829" y="193655"/>
                      <a:pt x="187452" y="196060"/>
                    </a:cubicBezTo>
                    <a:cubicBezTo>
                      <a:pt x="187467" y="196818"/>
                      <a:pt x="187481" y="197552"/>
                      <a:pt x="187495" y="198287"/>
                    </a:cubicBezTo>
                    <a:cubicBezTo>
                      <a:pt x="187504" y="199109"/>
                      <a:pt x="187512" y="199907"/>
                      <a:pt x="187521" y="200705"/>
                    </a:cubicBezTo>
                    <a:cubicBezTo>
                      <a:pt x="187544" y="201561"/>
                      <a:pt x="187567" y="202391"/>
                      <a:pt x="187589" y="203221"/>
                    </a:cubicBezTo>
                    <a:cubicBezTo>
                      <a:pt x="187624" y="205612"/>
                      <a:pt x="187659" y="208003"/>
                      <a:pt x="187714" y="210393"/>
                    </a:cubicBezTo>
                    <a:cubicBezTo>
                      <a:pt x="187729" y="210937"/>
                      <a:pt x="187743" y="211464"/>
                      <a:pt x="187757" y="211992"/>
                    </a:cubicBezTo>
                    <a:cubicBezTo>
                      <a:pt x="186237" y="211992"/>
                      <a:pt x="184762" y="211992"/>
                      <a:pt x="183288" y="211992"/>
                    </a:cubicBezTo>
                    <a:cubicBezTo>
                      <a:pt x="182137" y="213962"/>
                      <a:pt x="181514" y="215447"/>
                      <a:pt x="181251" y="217728"/>
                    </a:cubicBezTo>
                    <a:cubicBezTo>
                      <a:pt x="181239" y="218554"/>
                      <a:pt x="181227" y="219356"/>
                      <a:pt x="181215" y="220158"/>
                    </a:cubicBezTo>
                    <a:cubicBezTo>
                      <a:pt x="181197" y="221098"/>
                      <a:pt x="181179" y="222010"/>
                      <a:pt x="181161" y="222922"/>
                    </a:cubicBezTo>
                    <a:cubicBezTo>
                      <a:pt x="181145" y="224420"/>
                      <a:pt x="181145" y="224420"/>
                      <a:pt x="181130" y="225888"/>
                    </a:cubicBezTo>
                    <a:cubicBezTo>
                      <a:pt x="181076" y="229030"/>
                      <a:pt x="181024" y="232171"/>
                      <a:pt x="180983" y="235313"/>
                    </a:cubicBezTo>
                    <a:cubicBezTo>
                      <a:pt x="180955" y="237500"/>
                      <a:pt x="180924" y="239686"/>
                      <a:pt x="180890" y="241873"/>
                    </a:cubicBezTo>
                    <a:cubicBezTo>
                      <a:pt x="180794" y="247731"/>
                      <a:pt x="180705" y="253588"/>
                      <a:pt x="180628" y="259446"/>
                    </a:cubicBezTo>
                    <a:cubicBezTo>
                      <a:pt x="180621" y="260027"/>
                      <a:pt x="180613" y="260590"/>
                      <a:pt x="180606" y="261153"/>
                    </a:cubicBezTo>
                    <a:cubicBezTo>
                      <a:pt x="179390" y="261153"/>
                      <a:pt x="178211" y="261153"/>
                      <a:pt x="177031" y="261153"/>
                    </a:cubicBezTo>
                    <a:cubicBezTo>
                      <a:pt x="175243" y="263835"/>
                      <a:pt x="175243" y="263835"/>
                      <a:pt x="175012" y="266736"/>
                    </a:cubicBezTo>
                    <a:cubicBezTo>
                      <a:pt x="175010" y="267945"/>
                      <a:pt x="175008" y="269118"/>
                      <a:pt x="175006" y="270290"/>
                    </a:cubicBezTo>
                    <a:cubicBezTo>
                      <a:pt x="175002" y="271577"/>
                      <a:pt x="175000" y="272864"/>
                      <a:pt x="174999" y="274150"/>
                    </a:cubicBezTo>
                    <a:cubicBezTo>
                      <a:pt x="175010" y="276177"/>
                      <a:pt x="175020" y="278203"/>
                      <a:pt x="175010" y="280229"/>
                    </a:cubicBezTo>
                    <a:cubicBezTo>
                      <a:pt x="175003" y="281554"/>
                      <a:pt x="174999" y="282879"/>
                      <a:pt x="175000" y="284203"/>
                    </a:cubicBezTo>
                    <a:cubicBezTo>
                      <a:pt x="175002" y="284848"/>
                      <a:pt x="175004" y="285474"/>
                      <a:pt x="175006" y="286100"/>
                    </a:cubicBezTo>
                    <a:cubicBezTo>
                      <a:pt x="175012" y="289651"/>
                      <a:pt x="175012" y="289651"/>
                      <a:pt x="175243" y="292437"/>
                    </a:cubicBezTo>
                    <a:cubicBezTo>
                      <a:pt x="177031" y="294225"/>
                      <a:pt x="177031" y="294225"/>
                      <a:pt x="178930" y="294784"/>
                    </a:cubicBezTo>
                    <a:cubicBezTo>
                      <a:pt x="179776" y="294953"/>
                      <a:pt x="179776" y="294953"/>
                      <a:pt x="180606" y="295119"/>
                    </a:cubicBezTo>
                    <a:cubicBezTo>
                      <a:pt x="180675" y="300357"/>
                      <a:pt x="180751" y="305594"/>
                      <a:pt x="180837" y="310831"/>
                    </a:cubicBezTo>
                    <a:cubicBezTo>
                      <a:pt x="180872" y="312968"/>
                      <a:pt x="180907" y="315105"/>
                      <a:pt x="180941" y="317242"/>
                    </a:cubicBezTo>
                    <a:cubicBezTo>
                      <a:pt x="180982" y="320393"/>
                      <a:pt x="181024" y="323544"/>
                      <a:pt x="181077" y="326695"/>
                    </a:cubicBezTo>
                    <a:cubicBezTo>
                      <a:pt x="181095" y="327712"/>
                      <a:pt x="181113" y="328699"/>
                      <a:pt x="181130" y="329686"/>
                    </a:cubicBezTo>
                    <a:cubicBezTo>
                      <a:pt x="181140" y="330674"/>
                      <a:pt x="181151" y="331633"/>
                      <a:pt x="181161" y="332592"/>
                    </a:cubicBezTo>
                    <a:cubicBezTo>
                      <a:pt x="181179" y="333514"/>
                      <a:pt x="181197" y="334408"/>
                      <a:pt x="181215" y="335303"/>
                    </a:cubicBezTo>
                    <a:cubicBezTo>
                      <a:pt x="181252" y="337777"/>
                      <a:pt x="181390" y="339531"/>
                      <a:pt x="182293" y="341839"/>
                    </a:cubicBezTo>
                    <a:cubicBezTo>
                      <a:pt x="183288" y="343386"/>
                      <a:pt x="183288" y="343386"/>
                      <a:pt x="185187" y="344057"/>
                    </a:cubicBezTo>
                    <a:cubicBezTo>
                      <a:pt x="185757" y="344133"/>
                      <a:pt x="186310" y="344207"/>
                      <a:pt x="186863" y="344280"/>
                    </a:cubicBezTo>
                    <a:cubicBezTo>
                      <a:pt x="186933" y="346370"/>
                      <a:pt x="187009" y="348459"/>
                      <a:pt x="187093" y="350548"/>
                    </a:cubicBezTo>
                    <a:cubicBezTo>
                      <a:pt x="187129" y="351418"/>
                      <a:pt x="187164" y="352262"/>
                      <a:pt x="187198" y="353107"/>
                    </a:cubicBezTo>
                    <a:cubicBezTo>
                      <a:pt x="187240" y="354389"/>
                      <a:pt x="187240" y="354389"/>
                      <a:pt x="187282" y="355645"/>
                    </a:cubicBezTo>
                    <a:cubicBezTo>
                      <a:pt x="187318" y="356470"/>
                      <a:pt x="187352" y="357271"/>
                      <a:pt x="187387" y="358072"/>
                    </a:cubicBezTo>
                    <a:cubicBezTo>
                      <a:pt x="187472" y="360313"/>
                      <a:pt x="187472" y="360313"/>
                      <a:pt x="187757" y="362157"/>
                    </a:cubicBezTo>
                    <a:cubicBezTo>
                      <a:pt x="189544" y="363945"/>
                      <a:pt x="189544" y="363945"/>
                      <a:pt x="191891" y="364503"/>
                    </a:cubicBezTo>
                    <a:cubicBezTo>
                      <a:pt x="192963" y="364673"/>
                      <a:pt x="192963" y="364673"/>
                      <a:pt x="194014" y="364839"/>
                    </a:cubicBezTo>
                    <a:cubicBezTo>
                      <a:pt x="193992" y="365549"/>
                      <a:pt x="193972" y="366238"/>
                      <a:pt x="193951" y="366927"/>
                    </a:cubicBezTo>
                    <a:cubicBezTo>
                      <a:pt x="193934" y="367850"/>
                      <a:pt x="193918" y="368747"/>
                      <a:pt x="193902" y="369643"/>
                    </a:cubicBezTo>
                    <a:cubicBezTo>
                      <a:pt x="193839" y="372346"/>
                      <a:pt x="193839" y="372346"/>
                      <a:pt x="194014" y="374671"/>
                    </a:cubicBezTo>
                    <a:cubicBezTo>
                      <a:pt x="195801" y="376459"/>
                      <a:pt x="195801" y="376459"/>
                      <a:pt x="198148" y="377017"/>
                    </a:cubicBezTo>
                    <a:cubicBezTo>
                      <a:pt x="198869" y="377131"/>
                      <a:pt x="199570" y="377242"/>
                      <a:pt x="200271" y="377352"/>
                    </a:cubicBezTo>
                    <a:cubicBezTo>
                      <a:pt x="200326" y="378073"/>
                      <a:pt x="200381" y="378772"/>
                      <a:pt x="200435" y="379472"/>
                    </a:cubicBezTo>
                    <a:cubicBezTo>
                      <a:pt x="200549" y="380856"/>
                      <a:pt x="200549" y="380856"/>
                      <a:pt x="200662" y="382213"/>
                    </a:cubicBezTo>
                    <a:cubicBezTo>
                      <a:pt x="200795" y="383873"/>
                      <a:pt x="200956" y="385532"/>
                      <a:pt x="201164" y="387185"/>
                    </a:cubicBezTo>
                    <a:cubicBezTo>
                      <a:pt x="202058" y="388079"/>
                      <a:pt x="202058" y="388079"/>
                      <a:pt x="204796" y="388134"/>
                    </a:cubicBezTo>
                    <a:cubicBezTo>
                      <a:pt x="206122" y="388106"/>
                      <a:pt x="206122" y="388106"/>
                      <a:pt x="207421" y="388079"/>
                    </a:cubicBezTo>
                    <a:cubicBezTo>
                      <a:pt x="207383" y="389866"/>
                      <a:pt x="207385" y="391654"/>
                      <a:pt x="207421" y="393442"/>
                    </a:cubicBezTo>
                    <a:cubicBezTo>
                      <a:pt x="208315" y="394335"/>
                      <a:pt x="208315" y="394335"/>
                      <a:pt x="211053" y="394391"/>
                    </a:cubicBezTo>
                    <a:cubicBezTo>
                      <a:pt x="212379" y="394363"/>
                      <a:pt x="212379" y="394363"/>
                      <a:pt x="213678" y="394335"/>
                    </a:cubicBezTo>
                    <a:cubicBezTo>
                      <a:pt x="214130" y="397495"/>
                      <a:pt x="214130" y="397495"/>
                      <a:pt x="214572" y="400592"/>
                    </a:cubicBezTo>
                    <a:cubicBezTo>
                      <a:pt x="217254" y="401486"/>
                      <a:pt x="217254" y="401486"/>
                      <a:pt x="219209" y="401095"/>
                    </a:cubicBezTo>
                    <a:cubicBezTo>
                      <a:pt x="219760" y="400924"/>
                      <a:pt x="220294" y="400758"/>
                      <a:pt x="220829" y="400592"/>
                    </a:cubicBezTo>
                    <a:cubicBezTo>
                      <a:pt x="220717" y="402715"/>
                      <a:pt x="220717" y="402715"/>
                      <a:pt x="220829" y="405062"/>
                    </a:cubicBezTo>
                    <a:cubicBezTo>
                      <a:pt x="222617" y="406849"/>
                      <a:pt x="222617" y="406849"/>
                      <a:pt x="224551" y="407219"/>
                    </a:cubicBezTo>
                    <a:cubicBezTo>
                      <a:pt x="225299" y="407283"/>
                      <a:pt x="226025" y="407346"/>
                      <a:pt x="226751" y="407408"/>
                    </a:cubicBezTo>
                    <a:cubicBezTo>
                      <a:pt x="227503" y="407477"/>
                      <a:pt x="228234" y="407544"/>
                      <a:pt x="228964" y="407610"/>
                    </a:cubicBezTo>
                    <a:cubicBezTo>
                      <a:pt x="229541" y="407656"/>
                      <a:pt x="230101" y="407699"/>
                      <a:pt x="230661" y="407743"/>
                    </a:cubicBezTo>
                    <a:cubicBezTo>
                      <a:pt x="230661" y="410425"/>
                      <a:pt x="230661" y="410425"/>
                      <a:pt x="231628" y="412338"/>
                    </a:cubicBezTo>
                    <a:cubicBezTo>
                      <a:pt x="233343" y="414000"/>
                      <a:pt x="233343" y="414000"/>
                      <a:pt x="236146" y="414545"/>
                    </a:cubicBezTo>
                    <a:cubicBezTo>
                      <a:pt x="237226" y="414587"/>
                      <a:pt x="238273" y="414629"/>
                      <a:pt x="239320" y="414670"/>
                    </a:cubicBezTo>
                    <a:cubicBezTo>
                      <a:pt x="240407" y="414723"/>
                      <a:pt x="241461" y="414773"/>
                      <a:pt x="242515" y="414824"/>
                    </a:cubicBezTo>
                    <a:cubicBezTo>
                      <a:pt x="243347" y="414848"/>
                      <a:pt x="244155" y="414871"/>
                      <a:pt x="244963" y="414894"/>
                    </a:cubicBezTo>
                    <a:cubicBezTo>
                      <a:pt x="244963" y="415806"/>
                      <a:pt x="244963" y="416690"/>
                      <a:pt x="244963" y="417575"/>
                    </a:cubicBezTo>
                    <a:cubicBezTo>
                      <a:pt x="248024" y="420129"/>
                      <a:pt x="250687" y="420569"/>
                      <a:pt x="254619" y="420600"/>
                    </a:cubicBezTo>
                    <a:cubicBezTo>
                      <a:pt x="255306" y="420592"/>
                      <a:pt x="255973" y="420584"/>
                      <a:pt x="256639" y="420575"/>
                    </a:cubicBezTo>
                    <a:cubicBezTo>
                      <a:pt x="258901" y="420581"/>
                      <a:pt x="261162" y="420583"/>
                      <a:pt x="263424" y="420568"/>
                    </a:cubicBezTo>
                    <a:cubicBezTo>
                      <a:pt x="265039" y="420556"/>
                      <a:pt x="266655" y="420549"/>
                      <a:pt x="268270" y="420546"/>
                    </a:cubicBezTo>
                    <a:cubicBezTo>
                      <a:pt x="271639" y="420545"/>
                      <a:pt x="275007" y="420540"/>
                      <a:pt x="278376" y="420523"/>
                    </a:cubicBezTo>
                    <a:cubicBezTo>
                      <a:pt x="282758" y="420498"/>
                      <a:pt x="287140" y="420476"/>
                      <a:pt x="291523" y="420472"/>
                    </a:cubicBezTo>
                    <a:cubicBezTo>
                      <a:pt x="294944" y="420468"/>
                      <a:pt x="298365" y="420463"/>
                      <a:pt x="301786" y="420454"/>
                    </a:cubicBezTo>
                    <a:cubicBezTo>
                      <a:pt x="303416" y="420449"/>
                      <a:pt x="305046" y="420444"/>
                      <a:pt x="306676" y="420438"/>
                    </a:cubicBezTo>
                    <a:cubicBezTo>
                      <a:pt x="309025" y="420433"/>
                      <a:pt x="311373" y="420427"/>
                      <a:pt x="313721" y="420414"/>
                    </a:cubicBezTo>
                    <a:cubicBezTo>
                      <a:pt x="314451" y="420410"/>
                      <a:pt x="315159" y="420405"/>
                      <a:pt x="315867" y="420401"/>
                    </a:cubicBezTo>
                    <a:cubicBezTo>
                      <a:pt x="318162" y="420397"/>
                      <a:pt x="320432" y="420354"/>
                      <a:pt x="322727" y="420257"/>
                    </a:cubicBezTo>
                    <a:cubicBezTo>
                      <a:pt x="324515" y="419363"/>
                      <a:pt x="324515" y="419363"/>
                      <a:pt x="325520" y="417073"/>
                    </a:cubicBezTo>
                    <a:cubicBezTo>
                      <a:pt x="325786" y="416332"/>
                      <a:pt x="326044" y="415613"/>
                      <a:pt x="326302" y="414894"/>
                    </a:cubicBezTo>
                    <a:cubicBezTo>
                      <a:pt x="327156" y="414838"/>
                      <a:pt x="327984" y="414784"/>
                      <a:pt x="328813" y="414730"/>
                    </a:cubicBezTo>
                    <a:cubicBezTo>
                      <a:pt x="330451" y="414615"/>
                      <a:pt x="330451" y="414615"/>
                      <a:pt x="332056" y="414503"/>
                    </a:cubicBezTo>
                    <a:cubicBezTo>
                      <a:pt x="334014" y="414370"/>
                      <a:pt x="335971" y="414210"/>
                      <a:pt x="337922" y="414000"/>
                    </a:cubicBezTo>
                    <a:cubicBezTo>
                      <a:pt x="338816" y="413106"/>
                      <a:pt x="338816" y="413106"/>
                      <a:pt x="339319" y="410369"/>
                    </a:cubicBezTo>
                    <a:cubicBezTo>
                      <a:pt x="339452" y="409476"/>
                      <a:pt x="339581" y="408610"/>
                      <a:pt x="339710" y="407743"/>
                    </a:cubicBezTo>
                    <a:cubicBezTo>
                      <a:pt x="343183" y="407743"/>
                      <a:pt x="344762" y="407567"/>
                      <a:pt x="347754" y="405955"/>
                    </a:cubicBezTo>
                    <a:cubicBezTo>
                      <a:pt x="348172" y="405177"/>
                      <a:pt x="348578" y="404421"/>
                      <a:pt x="348984" y="403665"/>
                    </a:cubicBezTo>
                    <a:cubicBezTo>
                      <a:pt x="350322" y="401112"/>
                      <a:pt x="350322" y="401112"/>
                      <a:pt x="353732" y="400760"/>
                    </a:cubicBezTo>
                    <a:cubicBezTo>
                      <a:pt x="355227" y="400675"/>
                      <a:pt x="355227" y="400675"/>
                      <a:pt x="356693" y="400592"/>
                    </a:cubicBezTo>
                    <a:cubicBezTo>
                      <a:pt x="356883" y="399719"/>
                      <a:pt x="357067" y="398871"/>
                      <a:pt x="357252" y="398023"/>
                    </a:cubicBezTo>
                    <a:cubicBezTo>
                      <a:pt x="358220" y="394969"/>
                      <a:pt x="358220" y="394969"/>
                      <a:pt x="361274" y="394000"/>
                    </a:cubicBezTo>
                    <a:cubicBezTo>
                      <a:pt x="362148" y="393810"/>
                      <a:pt x="362996" y="393626"/>
                      <a:pt x="363844" y="393442"/>
                    </a:cubicBezTo>
                    <a:cubicBezTo>
                      <a:pt x="364148" y="391010"/>
                      <a:pt x="364442" y="388651"/>
                      <a:pt x="364737" y="386291"/>
                    </a:cubicBezTo>
                    <a:cubicBezTo>
                      <a:pt x="365649" y="385987"/>
                      <a:pt x="366534" y="385692"/>
                      <a:pt x="367419" y="385397"/>
                    </a:cubicBezTo>
                    <a:cubicBezTo>
                      <a:pt x="369346" y="383909"/>
                      <a:pt x="370016" y="383091"/>
                      <a:pt x="370558" y="380694"/>
                    </a:cubicBezTo>
                    <a:cubicBezTo>
                      <a:pt x="370637" y="379599"/>
                      <a:pt x="370637" y="379599"/>
                      <a:pt x="370715" y="378526"/>
                    </a:cubicBezTo>
                    <a:cubicBezTo>
                      <a:pt x="370805" y="377420"/>
                      <a:pt x="370805" y="377420"/>
                      <a:pt x="370893" y="376336"/>
                    </a:cubicBezTo>
                    <a:cubicBezTo>
                      <a:pt x="370928" y="375770"/>
                      <a:pt x="370961" y="375221"/>
                      <a:pt x="370994" y="374671"/>
                    </a:cubicBezTo>
                    <a:cubicBezTo>
                      <a:pt x="372514" y="374367"/>
                      <a:pt x="373989" y="374072"/>
                      <a:pt x="375464" y="373777"/>
                    </a:cubicBezTo>
                    <a:cubicBezTo>
                      <a:pt x="377071" y="369157"/>
                      <a:pt x="377416" y="365205"/>
                      <a:pt x="377314" y="360317"/>
                    </a:cubicBezTo>
                    <a:cubicBezTo>
                      <a:pt x="377293" y="359727"/>
                      <a:pt x="377272" y="359154"/>
                      <a:pt x="377251" y="358582"/>
                    </a:cubicBezTo>
                    <a:cubicBezTo>
                      <a:pt x="379374" y="358079"/>
                      <a:pt x="379374" y="358079"/>
                      <a:pt x="381720" y="356794"/>
                    </a:cubicBezTo>
                    <a:cubicBezTo>
                      <a:pt x="383615" y="352057"/>
                      <a:pt x="383798" y="347428"/>
                      <a:pt x="383983" y="342362"/>
                    </a:cubicBezTo>
                    <a:cubicBezTo>
                      <a:pt x="384011" y="341362"/>
                      <a:pt x="384039" y="340391"/>
                      <a:pt x="384067" y="339420"/>
                    </a:cubicBezTo>
                    <a:cubicBezTo>
                      <a:pt x="384165" y="336598"/>
                      <a:pt x="384263" y="333777"/>
                      <a:pt x="384348" y="330955"/>
                    </a:cubicBezTo>
                    <a:cubicBezTo>
                      <a:pt x="384367" y="330319"/>
                      <a:pt x="384384" y="329702"/>
                      <a:pt x="384402" y="329085"/>
                    </a:cubicBezTo>
                    <a:cubicBezTo>
                      <a:pt x="385314" y="329085"/>
                      <a:pt x="386199" y="329085"/>
                      <a:pt x="387084" y="329085"/>
                    </a:cubicBezTo>
                    <a:cubicBezTo>
                      <a:pt x="390058" y="325814"/>
                      <a:pt x="390058" y="325814"/>
                      <a:pt x="390119" y="317783"/>
                    </a:cubicBezTo>
                    <a:cubicBezTo>
                      <a:pt x="390111" y="316847"/>
                      <a:pt x="390105" y="315938"/>
                      <a:pt x="390098" y="315029"/>
                    </a:cubicBezTo>
                    <a:cubicBezTo>
                      <a:pt x="390108" y="311960"/>
                      <a:pt x="390114" y="308892"/>
                      <a:pt x="390103" y="305823"/>
                    </a:cubicBezTo>
                    <a:cubicBezTo>
                      <a:pt x="390094" y="303629"/>
                      <a:pt x="390090" y="301435"/>
                      <a:pt x="390089" y="299241"/>
                    </a:cubicBezTo>
                    <a:cubicBezTo>
                      <a:pt x="390092" y="294671"/>
                      <a:pt x="390091" y="290102"/>
                      <a:pt x="390078" y="285533"/>
                    </a:cubicBezTo>
                    <a:cubicBezTo>
                      <a:pt x="390057" y="279581"/>
                      <a:pt x="390041" y="273630"/>
                      <a:pt x="390047" y="267679"/>
                    </a:cubicBezTo>
                    <a:cubicBezTo>
                      <a:pt x="390052" y="263037"/>
                      <a:pt x="390052" y="258396"/>
                      <a:pt x="390045" y="253754"/>
                    </a:cubicBezTo>
                    <a:cubicBezTo>
                      <a:pt x="390041" y="251543"/>
                      <a:pt x="390037" y="249332"/>
                      <a:pt x="390034" y="247120"/>
                    </a:cubicBezTo>
                    <a:cubicBezTo>
                      <a:pt x="390036" y="243930"/>
                      <a:pt x="390037" y="240741"/>
                      <a:pt x="390024" y="237551"/>
                    </a:cubicBezTo>
                    <a:cubicBezTo>
                      <a:pt x="390020" y="236561"/>
                      <a:pt x="390015" y="235600"/>
                      <a:pt x="390011" y="234639"/>
                    </a:cubicBezTo>
                    <a:cubicBezTo>
                      <a:pt x="390013" y="233697"/>
                      <a:pt x="390015" y="232783"/>
                      <a:pt x="390017" y="231869"/>
                    </a:cubicBezTo>
                    <a:cubicBezTo>
                      <a:pt x="390011" y="231013"/>
                      <a:pt x="390004" y="230182"/>
                      <a:pt x="389998" y="229351"/>
                    </a:cubicBezTo>
                    <a:cubicBezTo>
                      <a:pt x="389992" y="227156"/>
                      <a:pt x="389992" y="227156"/>
                      <a:pt x="389765" y="225399"/>
                    </a:cubicBezTo>
                    <a:cubicBezTo>
                      <a:pt x="387977" y="223612"/>
                      <a:pt x="387977" y="223612"/>
                      <a:pt x="386078" y="223053"/>
                    </a:cubicBezTo>
                    <a:cubicBezTo>
                      <a:pt x="385508" y="222939"/>
                      <a:pt x="384955" y="222828"/>
                      <a:pt x="384402" y="222718"/>
                    </a:cubicBezTo>
                    <a:cubicBezTo>
                      <a:pt x="384314" y="220099"/>
                      <a:pt x="384223" y="217480"/>
                      <a:pt x="384128" y="214862"/>
                    </a:cubicBezTo>
                    <a:cubicBezTo>
                      <a:pt x="384088" y="213772"/>
                      <a:pt x="384050" y="212714"/>
                      <a:pt x="384011" y="211657"/>
                    </a:cubicBezTo>
                    <a:cubicBezTo>
                      <a:pt x="383975" y="210574"/>
                      <a:pt x="383940" y="209523"/>
                      <a:pt x="383904" y="208472"/>
                    </a:cubicBezTo>
                    <a:cubicBezTo>
                      <a:pt x="383847" y="206938"/>
                      <a:pt x="383847" y="206938"/>
                      <a:pt x="383791" y="205435"/>
                    </a:cubicBezTo>
                    <a:cubicBezTo>
                      <a:pt x="383731" y="203745"/>
                      <a:pt x="383645" y="202056"/>
                      <a:pt x="383508" y="200372"/>
                    </a:cubicBezTo>
                    <a:cubicBezTo>
                      <a:pt x="382614" y="198584"/>
                      <a:pt x="382614" y="198584"/>
                      <a:pt x="379877" y="197579"/>
                    </a:cubicBezTo>
                    <a:cubicBezTo>
                      <a:pt x="378984" y="197313"/>
                      <a:pt x="378118" y="197055"/>
                      <a:pt x="377251" y="196796"/>
                    </a:cubicBezTo>
                    <a:cubicBezTo>
                      <a:pt x="377283" y="196174"/>
                      <a:pt x="377314" y="195571"/>
                      <a:pt x="377346" y="194967"/>
                    </a:cubicBezTo>
                    <a:cubicBezTo>
                      <a:pt x="377383" y="193747"/>
                      <a:pt x="377383" y="193747"/>
                      <a:pt x="377419" y="192551"/>
                    </a:cubicBezTo>
                    <a:cubicBezTo>
                      <a:pt x="377531" y="189718"/>
                      <a:pt x="377486" y="188263"/>
                      <a:pt x="376050" y="185791"/>
                    </a:cubicBezTo>
                    <a:cubicBezTo>
                      <a:pt x="374570" y="184283"/>
                      <a:pt x="374570" y="184283"/>
                      <a:pt x="372168" y="184059"/>
                    </a:cubicBezTo>
                    <a:cubicBezTo>
                      <a:pt x="371465" y="184135"/>
                      <a:pt x="370783" y="184209"/>
                      <a:pt x="370101" y="184283"/>
                    </a:cubicBezTo>
                    <a:cubicBezTo>
                      <a:pt x="370921" y="180454"/>
                      <a:pt x="371301" y="177330"/>
                      <a:pt x="370101" y="173557"/>
                    </a:cubicBezTo>
                    <a:cubicBezTo>
                      <a:pt x="369000" y="173077"/>
                      <a:pt x="369000" y="173077"/>
                      <a:pt x="367922" y="172607"/>
                    </a:cubicBezTo>
                    <a:cubicBezTo>
                      <a:pt x="367143" y="172322"/>
                      <a:pt x="366387" y="172045"/>
                      <a:pt x="365631" y="171769"/>
                    </a:cubicBezTo>
                    <a:cubicBezTo>
                      <a:pt x="365346" y="171066"/>
                      <a:pt x="365070" y="170384"/>
                      <a:pt x="364793" y="169702"/>
                    </a:cubicBezTo>
                    <a:cubicBezTo>
                      <a:pt x="363844" y="167300"/>
                      <a:pt x="363844" y="167300"/>
                      <a:pt x="361274" y="165177"/>
                    </a:cubicBezTo>
                    <a:cubicBezTo>
                      <a:pt x="359642" y="163940"/>
                      <a:pt x="358605" y="163059"/>
                      <a:pt x="357618" y="161252"/>
                    </a:cubicBezTo>
                    <a:cubicBezTo>
                      <a:pt x="357117" y="160153"/>
                      <a:pt x="356594" y="159065"/>
                      <a:pt x="356047" y="157988"/>
                    </a:cubicBezTo>
                    <a:cubicBezTo>
                      <a:pt x="354298" y="155822"/>
                      <a:pt x="354298" y="155822"/>
                      <a:pt x="348495" y="154259"/>
                    </a:cubicBezTo>
                    <a:cubicBezTo>
                      <a:pt x="347939" y="154134"/>
                      <a:pt x="347400" y="154013"/>
                      <a:pt x="346861" y="153892"/>
                    </a:cubicBezTo>
                    <a:cubicBezTo>
                      <a:pt x="346861" y="151211"/>
                      <a:pt x="346861" y="151211"/>
                      <a:pt x="345967" y="149702"/>
                    </a:cubicBezTo>
                    <a:cubicBezTo>
                      <a:pt x="343924" y="148361"/>
                      <a:pt x="343924" y="148361"/>
                      <a:pt x="340436" y="148361"/>
                    </a:cubicBezTo>
                    <a:cubicBezTo>
                      <a:pt x="338715" y="148446"/>
                      <a:pt x="338715" y="148446"/>
                      <a:pt x="337028" y="148529"/>
                    </a:cubicBezTo>
                    <a:cubicBezTo>
                      <a:pt x="337028" y="147009"/>
                      <a:pt x="337028" y="145535"/>
                      <a:pt x="337028" y="144060"/>
                    </a:cubicBezTo>
                    <a:cubicBezTo>
                      <a:pt x="334868" y="142770"/>
                      <a:pt x="333276" y="142248"/>
                      <a:pt x="330758" y="141902"/>
                    </a:cubicBezTo>
                    <a:cubicBezTo>
                      <a:pt x="329775" y="141838"/>
                      <a:pt x="328821" y="141776"/>
                      <a:pt x="327866" y="141713"/>
                    </a:cubicBezTo>
                    <a:cubicBezTo>
                      <a:pt x="326874" y="141645"/>
                      <a:pt x="325911" y="141578"/>
                      <a:pt x="324948" y="141511"/>
                    </a:cubicBezTo>
                    <a:cubicBezTo>
                      <a:pt x="323826" y="141444"/>
                      <a:pt x="323826" y="141444"/>
                      <a:pt x="322727" y="141378"/>
                    </a:cubicBezTo>
                    <a:cubicBezTo>
                      <a:pt x="322727" y="140163"/>
                      <a:pt x="322727" y="138983"/>
                      <a:pt x="322727" y="137803"/>
                    </a:cubicBezTo>
                    <a:cubicBezTo>
                      <a:pt x="319885" y="135908"/>
                      <a:pt x="318461" y="135803"/>
                      <a:pt x="315137" y="135783"/>
                    </a:cubicBezTo>
                    <a:close/>
                    <a:moveTo>
                      <a:pt x="210053" y="0"/>
                    </a:moveTo>
                    <a:cubicBezTo>
                      <a:pt x="259607" y="0"/>
                      <a:pt x="309162" y="0"/>
                      <a:pt x="360218" y="0"/>
                    </a:cubicBezTo>
                    <a:cubicBezTo>
                      <a:pt x="360808" y="1770"/>
                      <a:pt x="361398" y="3540"/>
                      <a:pt x="362006" y="5363"/>
                    </a:cubicBezTo>
                    <a:cubicBezTo>
                      <a:pt x="366882" y="6196"/>
                      <a:pt x="371535" y="6338"/>
                      <a:pt x="376475" y="6257"/>
                    </a:cubicBezTo>
                    <a:cubicBezTo>
                      <a:pt x="377884" y="6234"/>
                      <a:pt x="379294" y="6215"/>
                      <a:pt x="380703" y="6201"/>
                    </a:cubicBezTo>
                    <a:cubicBezTo>
                      <a:pt x="381319" y="6191"/>
                      <a:pt x="381934" y="6180"/>
                      <a:pt x="382568" y="6170"/>
                    </a:cubicBezTo>
                    <a:cubicBezTo>
                      <a:pt x="384500" y="6264"/>
                      <a:pt x="386106" y="6492"/>
                      <a:pt x="387927" y="7151"/>
                    </a:cubicBezTo>
                    <a:cubicBezTo>
                      <a:pt x="388342" y="8257"/>
                      <a:pt x="388342" y="8257"/>
                      <a:pt x="388765" y="9385"/>
                    </a:cubicBezTo>
                    <a:cubicBezTo>
                      <a:pt x="389079" y="10123"/>
                      <a:pt x="389392" y="10860"/>
                      <a:pt x="389715" y="11620"/>
                    </a:cubicBezTo>
                    <a:cubicBezTo>
                      <a:pt x="393545" y="12782"/>
                      <a:pt x="397637" y="12800"/>
                      <a:pt x="401614" y="13017"/>
                    </a:cubicBezTo>
                    <a:cubicBezTo>
                      <a:pt x="402276" y="13055"/>
                      <a:pt x="402938" y="13094"/>
                      <a:pt x="403620" y="13134"/>
                    </a:cubicBezTo>
                    <a:cubicBezTo>
                      <a:pt x="405242" y="13228"/>
                      <a:pt x="406864" y="13318"/>
                      <a:pt x="408486" y="13408"/>
                    </a:cubicBezTo>
                    <a:cubicBezTo>
                      <a:pt x="408486" y="14882"/>
                      <a:pt x="408486" y="16357"/>
                      <a:pt x="408486" y="17877"/>
                    </a:cubicBezTo>
                    <a:cubicBezTo>
                      <a:pt x="411804" y="18983"/>
                      <a:pt x="415022" y="19089"/>
                      <a:pt x="418485" y="19273"/>
                    </a:cubicBezTo>
                    <a:cubicBezTo>
                      <a:pt x="419156" y="19312"/>
                      <a:pt x="419826" y="19351"/>
                      <a:pt x="420516" y="19390"/>
                    </a:cubicBezTo>
                    <a:cubicBezTo>
                      <a:pt x="422167" y="19485"/>
                      <a:pt x="423818" y="19575"/>
                      <a:pt x="425469" y="19665"/>
                    </a:cubicBezTo>
                    <a:cubicBezTo>
                      <a:pt x="426059" y="21434"/>
                      <a:pt x="426649" y="23204"/>
                      <a:pt x="427256" y="25028"/>
                    </a:cubicBezTo>
                    <a:cubicBezTo>
                      <a:pt x="433451" y="25470"/>
                      <a:pt x="433451" y="25470"/>
                      <a:pt x="439770" y="25921"/>
                    </a:cubicBezTo>
                    <a:cubicBezTo>
                      <a:pt x="440065" y="27691"/>
                      <a:pt x="440360" y="29461"/>
                      <a:pt x="440664" y="31284"/>
                    </a:cubicBezTo>
                    <a:cubicBezTo>
                      <a:pt x="441588" y="32410"/>
                      <a:pt x="441588" y="32410"/>
                      <a:pt x="443600" y="32266"/>
                    </a:cubicBezTo>
                    <a:cubicBezTo>
                      <a:pt x="444420" y="32255"/>
                      <a:pt x="445239" y="32245"/>
                      <a:pt x="446083" y="32234"/>
                    </a:cubicBezTo>
                    <a:cubicBezTo>
                      <a:pt x="447315" y="32222"/>
                      <a:pt x="447315" y="32222"/>
                      <a:pt x="448572" y="32210"/>
                    </a:cubicBezTo>
                    <a:cubicBezTo>
                      <a:pt x="449207" y="32199"/>
                      <a:pt x="449842" y="32189"/>
                      <a:pt x="450496" y="32178"/>
                    </a:cubicBezTo>
                    <a:cubicBezTo>
                      <a:pt x="450920" y="33045"/>
                      <a:pt x="451344" y="33911"/>
                      <a:pt x="451781" y="34804"/>
                    </a:cubicBezTo>
                    <a:cubicBezTo>
                      <a:pt x="452911" y="37367"/>
                      <a:pt x="452911" y="37367"/>
                      <a:pt x="454072" y="38435"/>
                    </a:cubicBezTo>
                    <a:cubicBezTo>
                      <a:pt x="456153" y="38764"/>
                      <a:pt x="458239" y="39063"/>
                      <a:pt x="460328" y="39329"/>
                    </a:cubicBezTo>
                    <a:cubicBezTo>
                      <a:pt x="460918" y="41099"/>
                      <a:pt x="461508" y="42869"/>
                      <a:pt x="462116" y="44692"/>
                    </a:cubicBezTo>
                    <a:cubicBezTo>
                      <a:pt x="463222" y="44729"/>
                      <a:pt x="464328" y="44766"/>
                      <a:pt x="465468" y="44804"/>
                    </a:cubicBezTo>
                    <a:cubicBezTo>
                      <a:pt x="467462" y="45041"/>
                      <a:pt x="467462" y="45041"/>
                      <a:pt x="469267" y="45586"/>
                    </a:cubicBezTo>
                    <a:cubicBezTo>
                      <a:pt x="470519" y="47332"/>
                      <a:pt x="471710" y="49123"/>
                      <a:pt x="472842" y="50949"/>
                    </a:cubicBezTo>
                    <a:cubicBezTo>
                      <a:pt x="474926" y="51847"/>
                      <a:pt x="477012" y="52741"/>
                      <a:pt x="479099" y="53630"/>
                    </a:cubicBezTo>
                    <a:cubicBezTo>
                      <a:pt x="479701" y="55118"/>
                      <a:pt x="480298" y="56607"/>
                      <a:pt x="480887" y="58100"/>
                    </a:cubicBezTo>
                    <a:cubicBezTo>
                      <a:pt x="483615" y="58903"/>
                      <a:pt x="483615" y="58903"/>
                      <a:pt x="486250" y="58994"/>
                    </a:cubicBezTo>
                    <a:cubicBezTo>
                      <a:pt x="486545" y="60763"/>
                      <a:pt x="486840" y="62533"/>
                      <a:pt x="487144" y="64357"/>
                    </a:cubicBezTo>
                    <a:cubicBezTo>
                      <a:pt x="489208" y="64652"/>
                      <a:pt x="491273" y="64947"/>
                      <a:pt x="493401" y="65250"/>
                    </a:cubicBezTo>
                    <a:cubicBezTo>
                      <a:pt x="493696" y="67020"/>
                      <a:pt x="493991" y="68790"/>
                      <a:pt x="494294" y="70613"/>
                    </a:cubicBezTo>
                    <a:cubicBezTo>
                      <a:pt x="496064" y="70908"/>
                      <a:pt x="497834" y="71203"/>
                      <a:pt x="499657" y="71507"/>
                    </a:cubicBezTo>
                    <a:cubicBezTo>
                      <a:pt x="499952" y="73572"/>
                      <a:pt x="500247" y="75637"/>
                      <a:pt x="500551" y="77764"/>
                    </a:cubicBezTo>
                    <a:cubicBezTo>
                      <a:pt x="502321" y="78059"/>
                      <a:pt x="504091" y="78354"/>
                      <a:pt x="505914" y="78658"/>
                    </a:cubicBezTo>
                    <a:cubicBezTo>
                      <a:pt x="505970" y="79902"/>
                      <a:pt x="505970" y="79902"/>
                      <a:pt x="506026" y="81172"/>
                    </a:cubicBezTo>
                    <a:cubicBezTo>
                      <a:pt x="506284" y="82112"/>
                      <a:pt x="506542" y="83052"/>
                      <a:pt x="506808" y="84021"/>
                    </a:cubicBezTo>
                    <a:cubicBezTo>
                      <a:pt x="508580" y="84946"/>
                      <a:pt x="510369" y="85838"/>
                      <a:pt x="512171" y="86703"/>
                    </a:cubicBezTo>
                    <a:cubicBezTo>
                      <a:pt x="513108" y="88468"/>
                      <a:pt x="514005" y="90255"/>
                      <a:pt x="514853" y="92066"/>
                    </a:cubicBezTo>
                    <a:cubicBezTo>
                      <a:pt x="515443" y="92361"/>
                      <a:pt x="516033" y="92656"/>
                      <a:pt x="516641" y="92960"/>
                    </a:cubicBezTo>
                    <a:cubicBezTo>
                      <a:pt x="519378" y="94328"/>
                      <a:pt x="519967" y="96474"/>
                      <a:pt x="521110" y="99216"/>
                    </a:cubicBezTo>
                    <a:cubicBezTo>
                      <a:pt x="521110" y="99806"/>
                      <a:pt x="521110" y="100396"/>
                      <a:pt x="521110" y="101004"/>
                    </a:cubicBezTo>
                    <a:cubicBezTo>
                      <a:pt x="522585" y="101004"/>
                      <a:pt x="524059" y="101004"/>
                      <a:pt x="525579" y="101004"/>
                    </a:cubicBezTo>
                    <a:cubicBezTo>
                      <a:pt x="525874" y="103954"/>
                      <a:pt x="526169" y="106903"/>
                      <a:pt x="526473" y="109943"/>
                    </a:cubicBezTo>
                    <a:cubicBezTo>
                      <a:pt x="528243" y="110532"/>
                      <a:pt x="530012" y="111122"/>
                      <a:pt x="531836" y="111730"/>
                    </a:cubicBezTo>
                    <a:cubicBezTo>
                      <a:pt x="532426" y="115270"/>
                      <a:pt x="533016" y="118809"/>
                      <a:pt x="533623" y="122456"/>
                    </a:cubicBezTo>
                    <a:cubicBezTo>
                      <a:pt x="535393" y="122751"/>
                      <a:pt x="537163" y="123046"/>
                      <a:pt x="538987" y="123350"/>
                    </a:cubicBezTo>
                    <a:cubicBezTo>
                      <a:pt x="539576" y="126890"/>
                      <a:pt x="540166" y="130429"/>
                      <a:pt x="540774" y="134076"/>
                    </a:cubicBezTo>
                    <a:cubicBezTo>
                      <a:pt x="542249" y="134371"/>
                      <a:pt x="543724" y="134666"/>
                      <a:pt x="545243" y="134970"/>
                    </a:cubicBezTo>
                    <a:cubicBezTo>
                      <a:pt x="545287" y="135703"/>
                      <a:pt x="545331" y="136436"/>
                      <a:pt x="545376" y="137191"/>
                    </a:cubicBezTo>
                    <a:cubicBezTo>
                      <a:pt x="545443" y="138154"/>
                      <a:pt x="545510" y="139117"/>
                      <a:pt x="545579" y="140110"/>
                    </a:cubicBezTo>
                    <a:cubicBezTo>
                      <a:pt x="545641" y="141064"/>
                      <a:pt x="545703" y="142018"/>
                      <a:pt x="545767" y="143001"/>
                    </a:cubicBezTo>
                    <a:cubicBezTo>
                      <a:pt x="546113" y="145519"/>
                      <a:pt x="546635" y="147111"/>
                      <a:pt x="547925" y="149272"/>
                    </a:cubicBezTo>
                    <a:cubicBezTo>
                      <a:pt x="549105" y="149272"/>
                      <a:pt x="550285" y="149272"/>
                      <a:pt x="551500" y="149272"/>
                    </a:cubicBezTo>
                    <a:cubicBezTo>
                      <a:pt x="551629" y="150285"/>
                      <a:pt x="551758" y="151299"/>
                      <a:pt x="551891" y="152344"/>
                    </a:cubicBezTo>
                    <a:cubicBezTo>
                      <a:pt x="551974" y="152992"/>
                      <a:pt x="552057" y="153639"/>
                      <a:pt x="552143" y="154306"/>
                    </a:cubicBezTo>
                    <a:cubicBezTo>
                      <a:pt x="552312" y="155733"/>
                      <a:pt x="552461" y="157163"/>
                      <a:pt x="552590" y="158594"/>
                    </a:cubicBezTo>
                    <a:cubicBezTo>
                      <a:pt x="552654" y="159297"/>
                      <a:pt x="552719" y="160000"/>
                      <a:pt x="552785" y="160724"/>
                    </a:cubicBezTo>
                    <a:cubicBezTo>
                      <a:pt x="552839" y="161375"/>
                      <a:pt x="552894" y="162026"/>
                      <a:pt x="552949" y="162697"/>
                    </a:cubicBezTo>
                    <a:cubicBezTo>
                      <a:pt x="553222" y="164744"/>
                      <a:pt x="553222" y="164744"/>
                      <a:pt x="555076" y="167148"/>
                    </a:cubicBezTo>
                    <a:cubicBezTo>
                      <a:pt x="556256" y="167148"/>
                      <a:pt x="557435" y="167148"/>
                      <a:pt x="558651" y="167148"/>
                    </a:cubicBezTo>
                    <a:cubicBezTo>
                      <a:pt x="558946" y="174523"/>
                      <a:pt x="559241" y="181897"/>
                      <a:pt x="559545" y="189494"/>
                    </a:cubicBezTo>
                    <a:cubicBezTo>
                      <a:pt x="561315" y="190084"/>
                      <a:pt x="563085" y="190674"/>
                      <a:pt x="564908" y="191282"/>
                    </a:cubicBezTo>
                    <a:cubicBezTo>
                      <a:pt x="564926" y="192374"/>
                      <a:pt x="564943" y="193465"/>
                      <a:pt x="564962" y="194589"/>
                    </a:cubicBezTo>
                    <a:cubicBezTo>
                      <a:pt x="565030" y="198641"/>
                      <a:pt x="565109" y="202692"/>
                      <a:pt x="565192" y="206743"/>
                    </a:cubicBezTo>
                    <a:cubicBezTo>
                      <a:pt x="565226" y="208496"/>
                      <a:pt x="565257" y="210249"/>
                      <a:pt x="565285" y="212002"/>
                    </a:cubicBezTo>
                    <a:cubicBezTo>
                      <a:pt x="565326" y="214523"/>
                      <a:pt x="565378" y="217043"/>
                      <a:pt x="565432" y="219564"/>
                    </a:cubicBezTo>
                    <a:cubicBezTo>
                      <a:pt x="565442" y="220347"/>
                      <a:pt x="565452" y="221130"/>
                      <a:pt x="565463" y="221937"/>
                    </a:cubicBezTo>
                    <a:cubicBezTo>
                      <a:pt x="565490" y="223037"/>
                      <a:pt x="565490" y="223037"/>
                      <a:pt x="565517" y="224160"/>
                    </a:cubicBezTo>
                    <a:cubicBezTo>
                      <a:pt x="565535" y="225124"/>
                      <a:pt x="565535" y="225124"/>
                      <a:pt x="565553" y="226108"/>
                    </a:cubicBezTo>
                    <a:cubicBezTo>
                      <a:pt x="565839" y="228199"/>
                      <a:pt x="566558" y="229677"/>
                      <a:pt x="567589" y="231505"/>
                    </a:cubicBezTo>
                    <a:cubicBezTo>
                      <a:pt x="568769" y="231505"/>
                      <a:pt x="569949" y="231505"/>
                      <a:pt x="571165" y="231505"/>
                    </a:cubicBezTo>
                    <a:cubicBezTo>
                      <a:pt x="571165" y="260707"/>
                      <a:pt x="571165" y="289909"/>
                      <a:pt x="571165" y="319995"/>
                    </a:cubicBezTo>
                    <a:cubicBezTo>
                      <a:pt x="569395" y="319995"/>
                      <a:pt x="567625" y="319995"/>
                      <a:pt x="565802" y="319995"/>
                    </a:cubicBezTo>
                    <a:cubicBezTo>
                      <a:pt x="565507" y="334154"/>
                      <a:pt x="565212" y="348312"/>
                      <a:pt x="564908" y="362900"/>
                    </a:cubicBezTo>
                    <a:cubicBezTo>
                      <a:pt x="563433" y="363195"/>
                      <a:pt x="561958" y="363490"/>
                      <a:pt x="560439" y="363794"/>
                    </a:cubicBezTo>
                    <a:cubicBezTo>
                      <a:pt x="559314" y="366043"/>
                      <a:pt x="559359" y="367738"/>
                      <a:pt x="559262" y="370253"/>
                    </a:cubicBezTo>
                    <a:cubicBezTo>
                      <a:pt x="559206" y="371636"/>
                      <a:pt x="559206" y="371636"/>
                      <a:pt x="559149" y="373046"/>
                    </a:cubicBezTo>
                    <a:cubicBezTo>
                      <a:pt x="559113" y="374012"/>
                      <a:pt x="559078" y="374977"/>
                      <a:pt x="559042" y="375972"/>
                    </a:cubicBezTo>
                    <a:cubicBezTo>
                      <a:pt x="559004" y="376945"/>
                      <a:pt x="558965" y="377917"/>
                      <a:pt x="558925" y="378919"/>
                    </a:cubicBezTo>
                    <a:cubicBezTo>
                      <a:pt x="558830" y="381326"/>
                      <a:pt x="558739" y="383733"/>
                      <a:pt x="558651" y="386140"/>
                    </a:cubicBezTo>
                    <a:cubicBezTo>
                      <a:pt x="556881" y="386730"/>
                      <a:pt x="555111" y="387319"/>
                      <a:pt x="553288" y="387927"/>
                    </a:cubicBezTo>
                    <a:cubicBezTo>
                      <a:pt x="553234" y="388619"/>
                      <a:pt x="553180" y="389310"/>
                      <a:pt x="553124" y="390022"/>
                    </a:cubicBezTo>
                    <a:cubicBezTo>
                      <a:pt x="552699" y="395304"/>
                      <a:pt x="552207" y="400553"/>
                      <a:pt x="551500" y="405804"/>
                    </a:cubicBezTo>
                    <a:cubicBezTo>
                      <a:pt x="550025" y="406099"/>
                      <a:pt x="548551" y="406394"/>
                      <a:pt x="547031" y="406698"/>
                    </a:cubicBezTo>
                    <a:cubicBezTo>
                      <a:pt x="546441" y="411122"/>
                      <a:pt x="545851" y="415547"/>
                      <a:pt x="545243" y="420106"/>
                    </a:cubicBezTo>
                    <a:cubicBezTo>
                      <a:pt x="543769" y="420401"/>
                      <a:pt x="542294" y="420695"/>
                      <a:pt x="540774" y="420999"/>
                    </a:cubicBezTo>
                    <a:cubicBezTo>
                      <a:pt x="539878" y="423688"/>
                      <a:pt x="539609" y="425950"/>
                      <a:pt x="539378" y="428765"/>
                    </a:cubicBezTo>
                    <a:cubicBezTo>
                      <a:pt x="539303" y="429653"/>
                      <a:pt x="539228" y="430541"/>
                      <a:pt x="539151" y="431457"/>
                    </a:cubicBezTo>
                    <a:cubicBezTo>
                      <a:pt x="539096" y="432135"/>
                      <a:pt x="539042" y="432814"/>
                      <a:pt x="538987" y="433513"/>
                    </a:cubicBezTo>
                    <a:cubicBezTo>
                      <a:pt x="537512" y="433808"/>
                      <a:pt x="536037" y="434103"/>
                      <a:pt x="534517" y="434407"/>
                    </a:cubicBezTo>
                    <a:cubicBezTo>
                      <a:pt x="534386" y="435021"/>
                      <a:pt x="534255" y="435635"/>
                      <a:pt x="534119" y="436268"/>
                    </a:cubicBezTo>
                    <a:cubicBezTo>
                      <a:pt x="533504" y="438738"/>
                      <a:pt x="532870" y="441017"/>
                      <a:pt x="531836" y="443345"/>
                    </a:cubicBezTo>
                    <a:cubicBezTo>
                      <a:pt x="530048" y="444239"/>
                      <a:pt x="528260" y="445133"/>
                      <a:pt x="526473" y="446027"/>
                    </a:cubicBezTo>
                    <a:cubicBezTo>
                      <a:pt x="525720" y="448701"/>
                      <a:pt x="525591" y="451303"/>
                      <a:pt x="525579" y="454072"/>
                    </a:cubicBezTo>
                    <a:cubicBezTo>
                      <a:pt x="524897" y="454219"/>
                      <a:pt x="524215" y="454366"/>
                      <a:pt x="523512" y="454518"/>
                    </a:cubicBezTo>
                    <a:cubicBezTo>
                      <a:pt x="520729" y="456072"/>
                      <a:pt x="520677" y="456536"/>
                      <a:pt x="519769" y="459435"/>
                    </a:cubicBezTo>
                    <a:cubicBezTo>
                      <a:pt x="519154" y="461383"/>
                      <a:pt x="519154" y="461383"/>
                      <a:pt x="518428" y="463010"/>
                    </a:cubicBezTo>
                    <a:cubicBezTo>
                      <a:pt x="516194" y="464016"/>
                      <a:pt x="516194" y="464016"/>
                      <a:pt x="513959" y="464798"/>
                    </a:cubicBezTo>
                    <a:cubicBezTo>
                      <a:pt x="513517" y="465683"/>
                      <a:pt x="513074" y="466567"/>
                      <a:pt x="512618" y="467479"/>
                    </a:cubicBezTo>
                    <a:cubicBezTo>
                      <a:pt x="511277" y="470161"/>
                      <a:pt x="511277" y="470161"/>
                      <a:pt x="508931" y="471055"/>
                    </a:cubicBezTo>
                    <a:cubicBezTo>
                      <a:pt x="508231" y="471350"/>
                      <a:pt x="507530" y="471644"/>
                      <a:pt x="506808" y="471948"/>
                    </a:cubicBezTo>
                    <a:cubicBezTo>
                      <a:pt x="506005" y="474677"/>
                      <a:pt x="506005" y="474677"/>
                      <a:pt x="505914" y="477311"/>
                    </a:cubicBezTo>
                    <a:cubicBezTo>
                      <a:pt x="504145" y="477901"/>
                      <a:pt x="502375" y="478491"/>
                      <a:pt x="500551" y="479099"/>
                    </a:cubicBezTo>
                    <a:cubicBezTo>
                      <a:pt x="500256" y="480869"/>
                      <a:pt x="499961" y="482639"/>
                      <a:pt x="499657" y="484462"/>
                    </a:cubicBezTo>
                    <a:cubicBezTo>
                      <a:pt x="497888" y="484757"/>
                      <a:pt x="496118" y="485052"/>
                      <a:pt x="494294" y="485356"/>
                    </a:cubicBezTo>
                    <a:cubicBezTo>
                      <a:pt x="493999" y="487126"/>
                      <a:pt x="493705" y="488896"/>
                      <a:pt x="493401" y="490719"/>
                    </a:cubicBezTo>
                    <a:cubicBezTo>
                      <a:pt x="492129" y="490802"/>
                      <a:pt x="492129" y="490802"/>
                      <a:pt x="490831" y="490887"/>
                    </a:cubicBezTo>
                    <a:cubicBezTo>
                      <a:pt x="489909" y="491126"/>
                      <a:pt x="488987" y="491366"/>
                      <a:pt x="488038" y="491613"/>
                    </a:cubicBezTo>
                    <a:cubicBezTo>
                      <a:pt x="486739" y="493814"/>
                      <a:pt x="486739" y="493814"/>
                      <a:pt x="486250" y="496082"/>
                    </a:cubicBezTo>
                    <a:cubicBezTo>
                      <a:pt x="484185" y="496377"/>
                      <a:pt x="482120" y="496672"/>
                      <a:pt x="479993" y="496976"/>
                    </a:cubicBezTo>
                    <a:cubicBezTo>
                      <a:pt x="479809" y="497806"/>
                      <a:pt x="479624" y="498635"/>
                      <a:pt x="479434" y="499490"/>
                    </a:cubicBezTo>
                    <a:cubicBezTo>
                      <a:pt x="477867" y="503123"/>
                      <a:pt x="476334" y="503381"/>
                      <a:pt x="472842" y="505021"/>
                    </a:cubicBezTo>
                    <a:cubicBezTo>
                      <a:pt x="472455" y="505776"/>
                      <a:pt x="472068" y="506532"/>
                      <a:pt x="471669" y="507311"/>
                    </a:cubicBezTo>
                    <a:cubicBezTo>
                      <a:pt x="469841" y="509952"/>
                      <a:pt x="469023" y="509997"/>
                      <a:pt x="465971" y="510663"/>
                    </a:cubicBezTo>
                    <a:cubicBezTo>
                      <a:pt x="464689" y="510886"/>
                      <a:pt x="463405" y="511096"/>
                      <a:pt x="462116" y="511277"/>
                    </a:cubicBezTo>
                    <a:cubicBezTo>
                      <a:pt x="462116" y="513047"/>
                      <a:pt x="462116" y="514817"/>
                      <a:pt x="462116" y="516640"/>
                    </a:cubicBezTo>
                    <a:cubicBezTo>
                      <a:pt x="458871" y="516935"/>
                      <a:pt x="455627" y="517230"/>
                      <a:pt x="452284" y="517534"/>
                    </a:cubicBezTo>
                    <a:cubicBezTo>
                      <a:pt x="451694" y="519304"/>
                      <a:pt x="451104" y="521074"/>
                      <a:pt x="450496" y="522897"/>
                    </a:cubicBezTo>
                    <a:cubicBezTo>
                      <a:pt x="447547" y="523487"/>
                      <a:pt x="444597" y="524077"/>
                      <a:pt x="441558" y="524685"/>
                    </a:cubicBezTo>
                    <a:cubicBezTo>
                      <a:pt x="441263" y="526160"/>
                      <a:pt x="440968" y="527635"/>
                      <a:pt x="440664" y="529154"/>
                    </a:cubicBezTo>
                    <a:cubicBezTo>
                      <a:pt x="439856" y="529221"/>
                      <a:pt x="439049" y="529288"/>
                      <a:pt x="438216" y="529357"/>
                    </a:cubicBezTo>
                    <a:cubicBezTo>
                      <a:pt x="435067" y="529708"/>
                      <a:pt x="432102" y="530108"/>
                      <a:pt x="429044" y="530942"/>
                    </a:cubicBezTo>
                    <a:cubicBezTo>
                      <a:pt x="426850" y="533526"/>
                      <a:pt x="426850" y="533526"/>
                      <a:pt x="426362" y="536305"/>
                    </a:cubicBezTo>
                    <a:cubicBezTo>
                      <a:pt x="425779" y="536284"/>
                      <a:pt x="425196" y="536264"/>
                      <a:pt x="424596" y="536242"/>
                    </a:cubicBezTo>
                    <a:cubicBezTo>
                      <a:pt x="420028" y="536148"/>
                      <a:pt x="416348" y="536288"/>
                      <a:pt x="412061" y="538093"/>
                    </a:cubicBezTo>
                    <a:cubicBezTo>
                      <a:pt x="411766" y="539568"/>
                      <a:pt x="411471" y="541042"/>
                      <a:pt x="411167" y="542562"/>
                    </a:cubicBezTo>
                    <a:cubicBezTo>
                      <a:pt x="410662" y="542580"/>
                      <a:pt x="410157" y="542597"/>
                      <a:pt x="409637" y="542616"/>
                    </a:cubicBezTo>
                    <a:cubicBezTo>
                      <a:pt x="407353" y="542701"/>
                      <a:pt x="405070" y="542799"/>
                      <a:pt x="402787" y="542897"/>
                    </a:cubicBezTo>
                    <a:cubicBezTo>
                      <a:pt x="401992" y="542925"/>
                      <a:pt x="401197" y="542952"/>
                      <a:pt x="400378" y="542981"/>
                    </a:cubicBezTo>
                    <a:cubicBezTo>
                      <a:pt x="399238" y="543033"/>
                      <a:pt x="399238" y="543033"/>
                      <a:pt x="398074" y="543086"/>
                    </a:cubicBezTo>
                    <a:cubicBezTo>
                      <a:pt x="397372" y="543114"/>
                      <a:pt x="396670" y="543142"/>
                      <a:pt x="395946" y="543171"/>
                    </a:cubicBezTo>
                    <a:cubicBezTo>
                      <a:pt x="393979" y="543313"/>
                      <a:pt x="393979" y="543313"/>
                      <a:pt x="392396" y="545243"/>
                    </a:cubicBezTo>
                    <a:cubicBezTo>
                      <a:pt x="392396" y="546423"/>
                      <a:pt x="392396" y="547603"/>
                      <a:pt x="392396" y="548819"/>
                    </a:cubicBezTo>
                    <a:cubicBezTo>
                      <a:pt x="391684" y="548836"/>
                      <a:pt x="390972" y="548854"/>
                      <a:pt x="390238" y="548872"/>
                    </a:cubicBezTo>
                    <a:cubicBezTo>
                      <a:pt x="387009" y="548958"/>
                      <a:pt x="383781" y="549056"/>
                      <a:pt x="380553" y="549154"/>
                    </a:cubicBezTo>
                    <a:cubicBezTo>
                      <a:pt x="379432" y="549182"/>
                      <a:pt x="378311" y="549209"/>
                      <a:pt x="377156" y="549238"/>
                    </a:cubicBezTo>
                    <a:cubicBezTo>
                      <a:pt x="375540" y="549290"/>
                      <a:pt x="375540" y="549290"/>
                      <a:pt x="373891" y="549342"/>
                    </a:cubicBezTo>
                    <a:cubicBezTo>
                      <a:pt x="372899" y="549371"/>
                      <a:pt x="371906" y="549399"/>
                      <a:pt x="370884" y="549428"/>
                    </a:cubicBezTo>
                    <a:cubicBezTo>
                      <a:pt x="368362" y="549702"/>
                      <a:pt x="366835" y="550198"/>
                      <a:pt x="364687" y="551500"/>
                    </a:cubicBezTo>
                    <a:cubicBezTo>
                      <a:pt x="364687" y="552680"/>
                      <a:pt x="364687" y="553860"/>
                      <a:pt x="364687" y="555076"/>
                    </a:cubicBezTo>
                    <a:cubicBezTo>
                      <a:pt x="313363" y="555076"/>
                      <a:pt x="262039" y="555076"/>
                      <a:pt x="209159" y="555076"/>
                    </a:cubicBezTo>
                    <a:cubicBezTo>
                      <a:pt x="209159" y="553896"/>
                      <a:pt x="209159" y="552716"/>
                      <a:pt x="209159" y="551500"/>
                    </a:cubicBezTo>
                    <a:cubicBezTo>
                      <a:pt x="205550" y="549805"/>
                      <a:pt x="202554" y="549447"/>
                      <a:pt x="198583" y="549342"/>
                    </a:cubicBezTo>
                    <a:cubicBezTo>
                      <a:pt x="197428" y="549308"/>
                      <a:pt x="196273" y="549273"/>
                      <a:pt x="195083" y="549238"/>
                    </a:cubicBezTo>
                    <a:cubicBezTo>
                      <a:pt x="193872" y="549210"/>
                      <a:pt x="192661" y="549182"/>
                      <a:pt x="191450" y="549154"/>
                    </a:cubicBezTo>
                    <a:cubicBezTo>
                      <a:pt x="190221" y="549120"/>
                      <a:pt x="188993" y="549085"/>
                      <a:pt x="187764" y="549049"/>
                    </a:cubicBezTo>
                    <a:cubicBezTo>
                      <a:pt x="184766" y="548965"/>
                      <a:pt x="181767" y="548888"/>
                      <a:pt x="178768" y="548819"/>
                    </a:cubicBezTo>
                    <a:cubicBezTo>
                      <a:pt x="178639" y="548100"/>
                      <a:pt x="178510" y="547381"/>
                      <a:pt x="178377" y="546640"/>
                    </a:cubicBezTo>
                    <a:cubicBezTo>
                      <a:pt x="178106" y="544420"/>
                      <a:pt x="178106" y="544420"/>
                      <a:pt x="176981" y="543456"/>
                    </a:cubicBezTo>
                    <a:cubicBezTo>
                      <a:pt x="175652" y="543316"/>
                      <a:pt x="174317" y="543232"/>
                      <a:pt x="172983" y="543173"/>
                    </a:cubicBezTo>
                    <a:cubicBezTo>
                      <a:pt x="171777" y="543117"/>
                      <a:pt x="171777" y="543117"/>
                      <a:pt x="170547" y="543059"/>
                    </a:cubicBezTo>
                    <a:cubicBezTo>
                      <a:pt x="169280" y="543007"/>
                      <a:pt x="169280" y="543007"/>
                      <a:pt x="167986" y="542953"/>
                    </a:cubicBezTo>
                    <a:cubicBezTo>
                      <a:pt x="167138" y="542914"/>
                      <a:pt x="166289" y="542876"/>
                      <a:pt x="165415" y="542836"/>
                    </a:cubicBezTo>
                    <a:cubicBezTo>
                      <a:pt x="163311" y="542741"/>
                      <a:pt x="161208" y="542650"/>
                      <a:pt x="159104" y="542562"/>
                    </a:cubicBezTo>
                    <a:cubicBezTo>
                      <a:pt x="159104" y="541087"/>
                      <a:pt x="159104" y="539612"/>
                      <a:pt x="159104" y="538093"/>
                    </a:cubicBezTo>
                    <a:cubicBezTo>
                      <a:pt x="153886" y="536575"/>
                      <a:pt x="149333" y="536079"/>
                      <a:pt x="143909" y="536305"/>
                    </a:cubicBezTo>
                    <a:cubicBezTo>
                      <a:pt x="143024" y="533650"/>
                      <a:pt x="143024" y="533650"/>
                      <a:pt x="142121" y="530942"/>
                    </a:cubicBezTo>
                    <a:cubicBezTo>
                      <a:pt x="138286" y="530352"/>
                      <a:pt x="134452" y="529762"/>
                      <a:pt x="130501" y="529154"/>
                    </a:cubicBezTo>
                    <a:cubicBezTo>
                      <a:pt x="130206" y="527679"/>
                      <a:pt x="129911" y="526205"/>
                      <a:pt x="129607" y="524685"/>
                    </a:cubicBezTo>
                    <a:cubicBezTo>
                      <a:pt x="127432" y="523597"/>
                      <a:pt x="125658" y="523506"/>
                      <a:pt x="123238" y="523288"/>
                    </a:cubicBezTo>
                    <a:cubicBezTo>
                      <a:pt x="122425" y="523213"/>
                      <a:pt x="121611" y="523139"/>
                      <a:pt x="120773" y="523061"/>
                    </a:cubicBezTo>
                    <a:cubicBezTo>
                      <a:pt x="120149" y="523007"/>
                      <a:pt x="119524" y="522953"/>
                      <a:pt x="118881" y="522897"/>
                    </a:cubicBezTo>
                    <a:cubicBezTo>
                      <a:pt x="117996" y="520243"/>
                      <a:pt x="117996" y="520243"/>
                      <a:pt x="117093" y="517534"/>
                    </a:cubicBezTo>
                    <a:cubicBezTo>
                      <a:pt x="113471" y="516656"/>
                      <a:pt x="110087" y="516568"/>
                      <a:pt x="106367" y="516640"/>
                    </a:cubicBezTo>
                    <a:cubicBezTo>
                      <a:pt x="106349" y="515977"/>
                      <a:pt x="106330" y="515313"/>
                      <a:pt x="106311" y="514629"/>
                    </a:cubicBezTo>
                    <a:cubicBezTo>
                      <a:pt x="105334" y="511762"/>
                      <a:pt x="104925" y="511671"/>
                      <a:pt x="102345" y="510384"/>
                    </a:cubicBezTo>
                    <a:cubicBezTo>
                      <a:pt x="99310" y="508869"/>
                      <a:pt x="99310" y="508869"/>
                      <a:pt x="98378" y="506138"/>
                    </a:cubicBezTo>
                    <a:cubicBezTo>
                      <a:pt x="98360" y="505474"/>
                      <a:pt x="98342" y="504810"/>
                      <a:pt x="98323" y="504127"/>
                    </a:cubicBezTo>
                    <a:cubicBezTo>
                      <a:pt x="95963" y="503832"/>
                      <a:pt x="93603" y="503537"/>
                      <a:pt x="91172" y="503233"/>
                    </a:cubicBezTo>
                    <a:cubicBezTo>
                      <a:pt x="90287" y="500578"/>
                      <a:pt x="90287" y="500578"/>
                      <a:pt x="89384" y="497870"/>
                    </a:cubicBezTo>
                    <a:cubicBezTo>
                      <a:pt x="88389" y="497796"/>
                      <a:pt x="87393" y="497722"/>
                      <a:pt x="86367" y="497646"/>
                    </a:cubicBezTo>
                    <a:cubicBezTo>
                      <a:pt x="85298" y="497425"/>
                      <a:pt x="84229" y="497204"/>
                      <a:pt x="83127" y="496976"/>
                    </a:cubicBezTo>
                    <a:cubicBezTo>
                      <a:pt x="82122" y="495300"/>
                      <a:pt x="82122" y="495300"/>
                      <a:pt x="81340" y="493401"/>
                    </a:cubicBezTo>
                    <a:cubicBezTo>
                      <a:pt x="80206" y="492765"/>
                      <a:pt x="80206" y="492765"/>
                      <a:pt x="79049" y="492116"/>
                    </a:cubicBezTo>
                    <a:cubicBezTo>
                      <a:pt x="76870" y="490719"/>
                      <a:pt x="76870" y="490719"/>
                      <a:pt x="76144" y="488317"/>
                    </a:cubicBezTo>
                    <a:cubicBezTo>
                      <a:pt x="76089" y="487635"/>
                      <a:pt x="76034" y="486953"/>
                      <a:pt x="75977" y="486250"/>
                    </a:cubicBezTo>
                    <a:cubicBezTo>
                      <a:pt x="75129" y="486029"/>
                      <a:pt x="74280" y="485807"/>
                      <a:pt x="73407" y="485579"/>
                    </a:cubicBezTo>
                    <a:cubicBezTo>
                      <a:pt x="70188" y="484292"/>
                      <a:pt x="70174" y="483853"/>
                      <a:pt x="68826" y="480887"/>
                    </a:cubicBezTo>
                    <a:cubicBezTo>
                      <a:pt x="67692" y="480306"/>
                      <a:pt x="67692" y="480306"/>
                      <a:pt x="66535" y="479714"/>
                    </a:cubicBezTo>
                    <a:cubicBezTo>
                      <a:pt x="64357" y="478205"/>
                      <a:pt x="64357" y="478205"/>
                      <a:pt x="63630" y="474909"/>
                    </a:cubicBezTo>
                    <a:cubicBezTo>
                      <a:pt x="63575" y="473932"/>
                      <a:pt x="63520" y="472955"/>
                      <a:pt x="63463" y="471948"/>
                    </a:cubicBezTo>
                    <a:cubicBezTo>
                      <a:pt x="61988" y="471653"/>
                      <a:pt x="60513" y="471358"/>
                      <a:pt x="58994" y="471055"/>
                    </a:cubicBezTo>
                    <a:cubicBezTo>
                      <a:pt x="58791" y="470059"/>
                      <a:pt x="58588" y="469064"/>
                      <a:pt x="58379" y="468038"/>
                    </a:cubicBezTo>
                    <a:cubicBezTo>
                      <a:pt x="57992" y="466969"/>
                      <a:pt x="57605" y="465899"/>
                      <a:pt x="57206" y="464798"/>
                    </a:cubicBezTo>
                    <a:cubicBezTo>
                      <a:pt x="56468" y="464503"/>
                      <a:pt x="55731" y="464208"/>
                      <a:pt x="54971" y="463904"/>
                    </a:cubicBezTo>
                    <a:cubicBezTo>
                      <a:pt x="54234" y="463609"/>
                      <a:pt x="53496" y="463314"/>
                      <a:pt x="52737" y="463010"/>
                    </a:cubicBezTo>
                    <a:cubicBezTo>
                      <a:pt x="52460" y="461978"/>
                      <a:pt x="52184" y="460945"/>
                      <a:pt x="51899" y="459882"/>
                    </a:cubicBezTo>
                    <a:cubicBezTo>
                      <a:pt x="51585" y="458849"/>
                      <a:pt x="51272" y="457817"/>
                      <a:pt x="50949" y="456753"/>
                    </a:cubicBezTo>
                    <a:cubicBezTo>
                      <a:pt x="48262" y="455384"/>
                      <a:pt x="48262" y="455384"/>
                      <a:pt x="45586" y="454965"/>
                    </a:cubicBezTo>
                    <a:cubicBezTo>
                      <a:pt x="44996" y="452016"/>
                      <a:pt x="44406" y="449066"/>
                      <a:pt x="43798" y="446027"/>
                    </a:cubicBezTo>
                    <a:cubicBezTo>
                      <a:pt x="42323" y="445732"/>
                      <a:pt x="40849" y="445437"/>
                      <a:pt x="39329" y="445133"/>
                    </a:cubicBezTo>
                    <a:cubicBezTo>
                      <a:pt x="38739" y="442183"/>
                      <a:pt x="38149" y="439234"/>
                      <a:pt x="37541" y="436195"/>
                    </a:cubicBezTo>
                    <a:cubicBezTo>
                      <a:pt x="35772" y="436195"/>
                      <a:pt x="34002" y="436195"/>
                      <a:pt x="32178" y="436195"/>
                    </a:cubicBezTo>
                    <a:cubicBezTo>
                      <a:pt x="31883" y="432655"/>
                      <a:pt x="31588" y="429115"/>
                      <a:pt x="31284" y="425469"/>
                    </a:cubicBezTo>
                    <a:cubicBezTo>
                      <a:pt x="29515" y="425174"/>
                      <a:pt x="27745" y="424879"/>
                      <a:pt x="25921" y="424575"/>
                    </a:cubicBezTo>
                    <a:cubicBezTo>
                      <a:pt x="25888" y="423767"/>
                      <a:pt x="25855" y="422959"/>
                      <a:pt x="25820" y="422127"/>
                    </a:cubicBezTo>
                    <a:cubicBezTo>
                      <a:pt x="25761" y="421073"/>
                      <a:pt x="25703" y="420019"/>
                      <a:pt x="25642" y="418932"/>
                    </a:cubicBezTo>
                    <a:cubicBezTo>
                      <a:pt x="25590" y="417885"/>
                      <a:pt x="25538" y="416838"/>
                      <a:pt x="25485" y="415759"/>
                    </a:cubicBezTo>
                    <a:cubicBezTo>
                      <a:pt x="25244" y="412996"/>
                      <a:pt x="25244" y="412996"/>
                      <a:pt x="23816" y="411240"/>
                    </a:cubicBezTo>
                    <a:cubicBezTo>
                      <a:pt x="22266" y="410028"/>
                      <a:pt x="22266" y="410028"/>
                      <a:pt x="19665" y="410273"/>
                    </a:cubicBezTo>
                    <a:cubicBezTo>
                      <a:pt x="19075" y="404964"/>
                      <a:pt x="18485" y="399654"/>
                      <a:pt x="17877" y="394184"/>
                    </a:cubicBezTo>
                    <a:cubicBezTo>
                      <a:pt x="16107" y="393889"/>
                      <a:pt x="14337" y="393594"/>
                      <a:pt x="12514" y="393290"/>
                    </a:cubicBezTo>
                    <a:cubicBezTo>
                      <a:pt x="12496" y="392790"/>
                      <a:pt x="12478" y="392289"/>
                      <a:pt x="12460" y="391774"/>
                    </a:cubicBezTo>
                    <a:cubicBezTo>
                      <a:pt x="12375" y="389504"/>
                      <a:pt x="12277" y="387235"/>
                      <a:pt x="12179" y="384966"/>
                    </a:cubicBezTo>
                    <a:cubicBezTo>
                      <a:pt x="12151" y="384179"/>
                      <a:pt x="12123" y="383391"/>
                      <a:pt x="12095" y="382580"/>
                    </a:cubicBezTo>
                    <a:cubicBezTo>
                      <a:pt x="12060" y="381822"/>
                      <a:pt x="12026" y="381065"/>
                      <a:pt x="11990" y="380284"/>
                    </a:cubicBezTo>
                    <a:cubicBezTo>
                      <a:pt x="11962" y="379587"/>
                      <a:pt x="11934" y="378889"/>
                      <a:pt x="11905" y="378171"/>
                    </a:cubicBezTo>
                    <a:cubicBezTo>
                      <a:pt x="11713" y="376038"/>
                      <a:pt x="11713" y="376038"/>
                      <a:pt x="9832" y="373626"/>
                    </a:cubicBezTo>
                    <a:cubicBezTo>
                      <a:pt x="8652" y="373626"/>
                      <a:pt x="7473" y="373626"/>
                      <a:pt x="6257" y="373626"/>
                    </a:cubicBezTo>
                    <a:cubicBezTo>
                      <a:pt x="6239" y="372828"/>
                      <a:pt x="6221" y="372029"/>
                      <a:pt x="6203" y="371207"/>
                    </a:cubicBezTo>
                    <a:cubicBezTo>
                      <a:pt x="6133" y="368243"/>
                      <a:pt x="6056" y="365280"/>
                      <a:pt x="5973" y="362316"/>
                    </a:cubicBezTo>
                    <a:cubicBezTo>
                      <a:pt x="5939" y="361034"/>
                      <a:pt x="5908" y="359752"/>
                      <a:pt x="5880" y="358470"/>
                    </a:cubicBezTo>
                    <a:cubicBezTo>
                      <a:pt x="5839" y="356625"/>
                      <a:pt x="5787" y="354782"/>
                      <a:pt x="5733" y="352938"/>
                    </a:cubicBezTo>
                    <a:cubicBezTo>
                      <a:pt x="5705" y="351829"/>
                      <a:pt x="5677" y="350720"/>
                      <a:pt x="5648" y="349577"/>
                    </a:cubicBezTo>
                    <a:cubicBezTo>
                      <a:pt x="5565" y="346662"/>
                      <a:pt x="5565" y="346662"/>
                      <a:pt x="3575" y="344129"/>
                    </a:cubicBezTo>
                    <a:cubicBezTo>
                      <a:pt x="2395" y="344129"/>
                      <a:pt x="1216" y="344129"/>
                      <a:pt x="0" y="344129"/>
                    </a:cubicBezTo>
                    <a:cubicBezTo>
                      <a:pt x="0" y="301359"/>
                      <a:pt x="0" y="258588"/>
                      <a:pt x="0" y="214522"/>
                    </a:cubicBezTo>
                    <a:cubicBezTo>
                      <a:pt x="1475" y="214227"/>
                      <a:pt x="2950" y="213932"/>
                      <a:pt x="4469" y="213628"/>
                    </a:cubicBezTo>
                    <a:cubicBezTo>
                      <a:pt x="5443" y="210427"/>
                      <a:pt x="5544" y="207367"/>
                      <a:pt x="5646" y="204033"/>
                    </a:cubicBezTo>
                    <a:cubicBezTo>
                      <a:pt x="5683" y="202875"/>
                      <a:pt x="5721" y="201717"/>
                      <a:pt x="5759" y="200524"/>
                    </a:cubicBezTo>
                    <a:cubicBezTo>
                      <a:pt x="5795" y="199306"/>
                      <a:pt x="5830" y="198087"/>
                      <a:pt x="5866" y="196869"/>
                    </a:cubicBezTo>
                    <a:cubicBezTo>
                      <a:pt x="5904" y="195636"/>
                      <a:pt x="5943" y="194404"/>
                      <a:pt x="5983" y="193171"/>
                    </a:cubicBezTo>
                    <a:cubicBezTo>
                      <a:pt x="6078" y="190158"/>
                      <a:pt x="6169" y="187145"/>
                      <a:pt x="6257" y="184131"/>
                    </a:cubicBezTo>
                    <a:cubicBezTo>
                      <a:pt x="8912" y="183246"/>
                      <a:pt x="8912" y="183246"/>
                      <a:pt x="11620" y="182344"/>
                    </a:cubicBezTo>
                    <a:cubicBezTo>
                      <a:pt x="11915" y="175854"/>
                      <a:pt x="12210" y="169365"/>
                      <a:pt x="12514" y="162679"/>
                    </a:cubicBezTo>
                    <a:cubicBezTo>
                      <a:pt x="14284" y="162679"/>
                      <a:pt x="16053" y="162679"/>
                      <a:pt x="17877" y="162679"/>
                    </a:cubicBezTo>
                    <a:cubicBezTo>
                      <a:pt x="18467" y="157075"/>
                      <a:pt x="19057" y="151470"/>
                      <a:pt x="19665" y="145696"/>
                    </a:cubicBezTo>
                    <a:cubicBezTo>
                      <a:pt x="21877" y="144811"/>
                      <a:pt x="21877" y="144811"/>
                      <a:pt x="24134" y="143909"/>
                    </a:cubicBezTo>
                    <a:cubicBezTo>
                      <a:pt x="25813" y="142230"/>
                      <a:pt x="25377" y="139404"/>
                      <a:pt x="25530" y="137149"/>
                    </a:cubicBezTo>
                    <a:cubicBezTo>
                      <a:pt x="25605" y="136078"/>
                      <a:pt x="25680" y="135008"/>
                      <a:pt x="25757" y="133905"/>
                    </a:cubicBezTo>
                    <a:cubicBezTo>
                      <a:pt x="25811" y="133077"/>
                      <a:pt x="25866" y="132248"/>
                      <a:pt x="25921" y="131395"/>
                    </a:cubicBezTo>
                    <a:cubicBezTo>
                      <a:pt x="27225" y="130999"/>
                      <a:pt x="27225" y="130999"/>
                      <a:pt x="28554" y="130595"/>
                    </a:cubicBezTo>
                    <a:cubicBezTo>
                      <a:pt x="31328" y="129940"/>
                      <a:pt x="31328" y="129940"/>
                      <a:pt x="32067" y="128099"/>
                    </a:cubicBezTo>
                    <a:cubicBezTo>
                      <a:pt x="32217" y="125319"/>
                      <a:pt x="32232" y="122558"/>
                      <a:pt x="32178" y="119775"/>
                    </a:cubicBezTo>
                    <a:cubicBezTo>
                      <a:pt x="33026" y="119627"/>
                      <a:pt x="33874" y="119480"/>
                      <a:pt x="34748" y="119328"/>
                    </a:cubicBezTo>
                    <a:cubicBezTo>
                      <a:pt x="37614" y="118325"/>
                      <a:pt x="37614" y="118325"/>
                      <a:pt x="38296" y="116276"/>
                    </a:cubicBezTo>
                    <a:cubicBezTo>
                      <a:pt x="38727" y="114482"/>
                      <a:pt x="39035" y="112659"/>
                      <a:pt x="39329" y="110836"/>
                    </a:cubicBezTo>
                    <a:cubicBezTo>
                      <a:pt x="41984" y="110394"/>
                      <a:pt x="41984" y="110394"/>
                      <a:pt x="44692" y="109943"/>
                    </a:cubicBezTo>
                    <a:cubicBezTo>
                      <a:pt x="44694" y="109264"/>
                      <a:pt x="44697" y="108585"/>
                      <a:pt x="44699" y="107886"/>
                    </a:cubicBezTo>
                    <a:cubicBezTo>
                      <a:pt x="44804" y="105200"/>
                      <a:pt x="44978" y="102731"/>
                      <a:pt x="45586" y="100110"/>
                    </a:cubicBezTo>
                    <a:cubicBezTo>
                      <a:pt x="48156" y="98490"/>
                      <a:pt x="48156" y="98490"/>
                      <a:pt x="50949" y="97429"/>
                    </a:cubicBezTo>
                    <a:cubicBezTo>
                      <a:pt x="51857" y="95648"/>
                      <a:pt x="52752" y="93861"/>
                      <a:pt x="53631" y="92066"/>
                    </a:cubicBezTo>
                    <a:cubicBezTo>
                      <a:pt x="54792" y="91623"/>
                      <a:pt x="54792" y="91623"/>
                      <a:pt x="55977" y="91172"/>
                    </a:cubicBezTo>
                    <a:cubicBezTo>
                      <a:pt x="57028" y="90729"/>
                      <a:pt x="57028" y="90729"/>
                      <a:pt x="58100" y="90278"/>
                    </a:cubicBezTo>
                    <a:cubicBezTo>
                      <a:pt x="58903" y="87549"/>
                      <a:pt x="58903" y="87549"/>
                      <a:pt x="58994" y="84915"/>
                    </a:cubicBezTo>
                    <a:cubicBezTo>
                      <a:pt x="60763" y="84620"/>
                      <a:pt x="62533" y="84325"/>
                      <a:pt x="64357" y="84021"/>
                    </a:cubicBezTo>
                    <a:cubicBezTo>
                      <a:pt x="64357" y="81956"/>
                      <a:pt x="64357" y="79892"/>
                      <a:pt x="64357" y="77764"/>
                    </a:cubicBezTo>
                    <a:cubicBezTo>
                      <a:pt x="66421" y="77764"/>
                      <a:pt x="68486" y="77764"/>
                      <a:pt x="70613" y="77764"/>
                    </a:cubicBezTo>
                    <a:cubicBezTo>
                      <a:pt x="70908" y="75699"/>
                      <a:pt x="71203" y="73635"/>
                      <a:pt x="71507" y="71507"/>
                    </a:cubicBezTo>
                    <a:cubicBezTo>
                      <a:pt x="73277" y="71212"/>
                      <a:pt x="75047" y="70917"/>
                      <a:pt x="76870" y="70613"/>
                    </a:cubicBezTo>
                    <a:cubicBezTo>
                      <a:pt x="77165" y="68844"/>
                      <a:pt x="77460" y="67074"/>
                      <a:pt x="77764" y="65250"/>
                    </a:cubicBezTo>
                    <a:cubicBezTo>
                      <a:pt x="80861" y="64808"/>
                      <a:pt x="80861" y="64808"/>
                      <a:pt x="84021" y="64357"/>
                    </a:cubicBezTo>
                    <a:cubicBezTo>
                      <a:pt x="84316" y="62587"/>
                      <a:pt x="84611" y="60817"/>
                      <a:pt x="84915" y="58994"/>
                    </a:cubicBezTo>
                    <a:cubicBezTo>
                      <a:pt x="85910" y="58791"/>
                      <a:pt x="86906" y="58588"/>
                      <a:pt x="87932" y="58379"/>
                    </a:cubicBezTo>
                    <a:cubicBezTo>
                      <a:pt x="89001" y="57992"/>
                      <a:pt x="90070" y="57605"/>
                      <a:pt x="91172" y="57206"/>
                    </a:cubicBezTo>
                    <a:cubicBezTo>
                      <a:pt x="91799" y="55729"/>
                      <a:pt x="92396" y="54239"/>
                      <a:pt x="92960" y="52737"/>
                    </a:cubicBezTo>
                    <a:cubicBezTo>
                      <a:pt x="93808" y="52460"/>
                      <a:pt x="94656" y="52184"/>
                      <a:pt x="95529" y="51899"/>
                    </a:cubicBezTo>
                    <a:cubicBezTo>
                      <a:pt x="98550" y="51196"/>
                      <a:pt x="98550" y="51196"/>
                      <a:pt x="99999" y="48323"/>
                    </a:cubicBezTo>
                    <a:cubicBezTo>
                      <a:pt x="102586" y="44595"/>
                      <a:pt x="104769" y="44188"/>
                      <a:pt x="109049" y="42904"/>
                    </a:cubicBezTo>
                    <a:cubicBezTo>
                      <a:pt x="109049" y="41725"/>
                      <a:pt x="109049" y="40545"/>
                      <a:pt x="109049" y="39329"/>
                    </a:cubicBezTo>
                    <a:cubicBezTo>
                      <a:pt x="109609" y="39285"/>
                      <a:pt x="110169" y="39241"/>
                      <a:pt x="110746" y="39196"/>
                    </a:cubicBezTo>
                    <a:cubicBezTo>
                      <a:pt x="111476" y="39130"/>
                      <a:pt x="112207" y="39063"/>
                      <a:pt x="112959" y="38994"/>
                    </a:cubicBezTo>
                    <a:cubicBezTo>
                      <a:pt x="114048" y="38901"/>
                      <a:pt x="114048" y="38901"/>
                      <a:pt x="115159" y="38805"/>
                    </a:cubicBezTo>
                    <a:cubicBezTo>
                      <a:pt x="117275" y="38588"/>
                      <a:pt x="117275" y="38588"/>
                      <a:pt x="118881" y="36648"/>
                    </a:cubicBezTo>
                    <a:cubicBezTo>
                      <a:pt x="118881" y="35468"/>
                      <a:pt x="118881" y="34288"/>
                      <a:pt x="118881" y="33072"/>
                    </a:cubicBezTo>
                    <a:cubicBezTo>
                      <a:pt x="122746" y="32412"/>
                      <a:pt x="126617" y="31828"/>
                      <a:pt x="130501" y="31284"/>
                    </a:cubicBezTo>
                    <a:cubicBezTo>
                      <a:pt x="131129" y="28625"/>
                      <a:pt x="131129" y="28625"/>
                      <a:pt x="131395" y="25921"/>
                    </a:cubicBezTo>
                    <a:cubicBezTo>
                      <a:pt x="135524" y="25921"/>
                      <a:pt x="139654" y="25921"/>
                      <a:pt x="143909" y="25921"/>
                    </a:cubicBezTo>
                    <a:cubicBezTo>
                      <a:pt x="144203" y="23857"/>
                      <a:pt x="144498" y="21792"/>
                      <a:pt x="144802" y="19665"/>
                    </a:cubicBezTo>
                    <a:cubicBezTo>
                      <a:pt x="146095" y="19599"/>
                      <a:pt x="146095" y="19599"/>
                      <a:pt x="147414" y="19532"/>
                    </a:cubicBezTo>
                    <a:cubicBezTo>
                      <a:pt x="148543" y="19465"/>
                      <a:pt x="149672" y="19398"/>
                      <a:pt x="150836" y="19329"/>
                    </a:cubicBezTo>
                    <a:cubicBezTo>
                      <a:pt x="151956" y="19267"/>
                      <a:pt x="153076" y="19205"/>
                      <a:pt x="154230" y="19141"/>
                    </a:cubicBezTo>
                    <a:cubicBezTo>
                      <a:pt x="156968" y="18812"/>
                      <a:pt x="158585" y="18416"/>
                      <a:pt x="160892" y="16983"/>
                    </a:cubicBezTo>
                    <a:cubicBezTo>
                      <a:pt x="160892" y="15803"/>
                      <a:pt x="160892" y="14623"/>
                      <a:pt x="160892" y="13408"/>
                    </a:cubicBezTo>
                    <a:cubicBezTo>
                      <a:pt x="162459" y="13342"/>
                      <a:pt x="162459" y="13342"/>
                      <a:pt x="164058" y="13275"/>
                    </a:cubicBezTo>
                    <a:cubicBezTo>
                      <a:pt x="165442" y="13208"/>
                      <a:pt x="166826" y="13140"/>
                      <a:pt x="168210" y="13072"/>
                    </a:cubicBezTo>
                    <a:cubicBezTo>
                      <a:pt x="169241" y="13031"/>
                      <a:pt x="169241" y="13031"/>
                      <a:pt x="170293" y="12989"/>
                    </a:cubicBezTo>
                    <a:cubicBezTo>
                      <a:pt x="174066" y="12794"/>
                      <a:pt x="177106" y="12427"/>
                      <a:pt x="180556" y="10726"/>
                    </a:cubicBezTo>
                    <a:cubicBezTo>
                      <a:pt x="180556" y="9546"/>
                      <a:pt x="180556" y="8366"/>
                      <a:pt x="180556" y="7151"/>
                    </a:cubicBezTo>
                    <a:cubicBezTo>
                      <a:pt x="184376" y="6203"/>
                      <a:pt x="188046" y="6189"/>
                      <a:pt x="191953" y="6257"/>
                    </a:cubicBezTo>
                    <a:cubicBezTo>
                      <a:pt x="199708" y="6355"/>
                      <a:pt x="199708" y="6355"/>
                      <a:pt x="207371" y="5363"/>
                    </a:cubicBezTo>
                    <a:cubicBezTo>
                      <a:pt x="208460" y="3670"/>
                      <a:pt x="208460" y="3670"/>
                      <a:pt x="209159" y="1788"/>
                    </a:cubicBezTo>
                    <a:cubicBezTo>
                      <a:pt x="209454" y="1198"/>
                      <a:pt x="209749" y="608"/>
                      <a:pt x="210053" y="0"/>
                    </a:cubicBezTo>
                    <a:close/>
                  </a:path>
                </a:pathLst>
              </a:custGeom>
              <a:grpFill/>
              <a:ln w="894" cap="flat">
                <a:noFill/>
                <a:prstDash val="solid"/>
                <a:miter/>
              </a:ln>
            </p:spPr>
            <p:txBody>
              <a:bodyPr rtlCol="0" anchor="ctr"/>
              <a:lstStyle/>
              <a:p>
                <a:endParaRPr lang="zh-CN" altLang="en-US"/>
              </a:p>
            </p:txBody>
          </p:sp>
          <p:sp>
            <p:nvSpPr>
              <p:cNvPr id="43" name="任意多边形: 形状 42"/>
              <p:cNvSpPr/>
              <p:nvPr/>
            </p:nvSpPr>
            <p:spPr>
              <a:xfrm>
                <a:off x="3025984" y="3441813"/>
                <a:ext cx="513823" cy="542907"/>
              </a:xfrm>
              <a:custGeom>
                <a:avLst/>
                <a:gdLst>
                  <a:gd name="connsiteX0" fmla="*/ 249118 w 513823"/>
                  <a:gd name="connsiteY0" fmla="*/ 316673 h 542907"/>
                  <a:gd name="connsiteX1" fmla="*/ 247106 w 513823"/>
                  <a:gd name="connsiteY1" fmla="*/ 316702 h 542907"/>
                  <a:gd name="connsiteX2" fmla="*/ 240372 w 513823"/>
                  <a:gd name="connsiteY2" fmla="*/ 316723 h 542907"/>
                  <a:gd name="connsiteX3" fmla="*/ 235561 w 513823"/>
                  <a:gd name="connsiteY3" fmla="*/ 316752 h 542907"/>
                  <a:gd name="connsiteX4" fmla="*/ 222955 w 513823"/>
                  <a:gd name="connsiteY4" fmla="*/ 316804 h 542907"/>
                  <a:gd name="connsiteX5" fmla="*/ 209891 w 513823"/>
                  <a:gd name="connsiteY5" fmla="*/ 316868 h 542907"/>
                  <a:gd name="connsiteX6" fmla="*/ 181757 w 513823"/>
                  <a:gd name="connsiteY6" fmla="*/ 317007 h 542907"/>
                  <a:gd name="connsiteX7" fmla="*/ 180863 w 513823"/>
                  <a:gd name="connsiteY7" fmla="*/ 318794 h 542907"/>
                  <a:gd name="connsiteX8" fmla="*/ 181878 w 513823"/>
                  <a:gd name="connsiteY8" fmla="*/ 329179 h 542907"/>
                  <a:gd name="connsiteX9" fmla="*/ 181873 w 513823"/>
                  <a:gd name="connsiteY9" fmla="*/ 331523 h 542907"/>
                  <a:gd name="connsiteX10" fmla="*/ 181879 w 513823"/>
                  <a:gd name="connsiteY10" fmla="*/ 339380 h 542907"/>
                  <a:gd name="connsiteX11" fmla="*/ 181876 w 513823"/>
                  <a:gd name="connsiteY11" fmla="*/ 344997 h 542907"/>
                  <a:gd name="connsiteX12" fmla="*/ 181877 w 513823"/>
                  <a:gd name="connsiteY12" fmla="*/ 356706 h 542907"/>
                  <a:gd name="connsiteX13" fmla="*/ 181873 w 513823"/>
                  <a:gd name="connsiteY13" fmla="*/ 371942 h 542907"/>
                  <a:gd name="connsiteX14" fmla="*/ 181878 w 513823"/>
                  <a:gd name="connsiteY14" fmla="*/ 383831 h 542907"/>
                  <a:gd name="connsiteX15" fmla="*/ 181876 w 513823"/>
                  <a:gd name="connsiteY15" fmla="*/ 389499 h 542907"/>
                  <a:gd name="connsiteX16" fmla="*/ 181877 w 513823"/>
                  <a:gd name="connsiteY16" fmla="*/ 397661 h 542907"/>
                  <a:gd name="connsiteX17" fmla="*/ 181873 w 513823"/>
                  <a:gd name="connsiteY17" fmla="*/ 400150 h 542907"/>
                  <a:gd name="connsiteX18" fmla="*/ 181757 w 513823"/>
                  <a:gd name="connsiteY18" fmla="*/ 408178 h 542907"/>
                  <a:gd name="connsiteX19" fmla="*/ 181757 w 513823"/>
                  <a:gd name="connsiteY19" fmla="*/ 414435 h 542907"/>
                  <a:gd name="connsiteX20" fmla="*/ 207724 w 513823"/>
                  <a:gd name="connsiteY20" fmla="*/ 414479 h 542907"/>
                  <a:gd name="connsiteX21" fmla="*/ 220952 w 513823"/>
                  <a:gd name="connsiteY21" fmla="*/ 414497 h 542907"/>
                  <a:gd name="connsiteX22" fmla="*/ 233922 w 513823"/>
                  <a:gd name="connsiteY22" fmla="*/ 414519 h 542907"/>
                  <a:gd name="connsiteX23" fmla="*/ 238844 w 513823"/>
                  <a:gd name="connsiteY23" fmla="*/ 414523 h 542907"/>
                  <a:gd name="connsiteX24" fmla="*/ 245954 w 513823"/>
                  <a:gd name="connsiteY24" fmla="*/ 414537 h 542907"/>
                  <a:gd name="connsiteX25" fmla="*/ 248121 w 513823"/>
                  <a:gd name="connsiteY25" fmla="*/ 414537 h 542907"/>
                  <a:gd name="connsiteX26" fmla="*/ 256840 w 513823"/>
                  <a:gd name="connsiteY26" fmla="*/ 413542 h 542907"/>
                  <a:gd name="connsiteX27" fmla="*/ 257398 w 513823"/>
                  <a:gd name="connsiteY27" fmla="*/ 410804 h 542907"/>
                  <a:gd name="connsiteX28" fmla="*/ 257733 w 513823"/>
                  <a:gd name="connsiteY28" fmla="*/ 408178 h 542907"/>
                  <a:gd name="connsiteX29" fmla="*/ 272405 w 513823"/>
                  <a:gd name="connsiteY29" fmla="*/ 408266 h 542907"/>
                  <a:gd name="connsiteX30" fmla="*/ 278403 w 513823"/>
                  <a:gd name="connsiteY30" fmla="*/ 408290 h 542907"/>
                  <a:gd name="connsiteX31" fmla="*/ 287228 w 513823"/>
                  <a:gd name="connsiteY31" fmla="*/ 408345 h 542907"/>
                  <a:gd name="connsiteX32" fmla="*/ 290030 w 513823"/>
                  <a:gd name="connsiteY32" fmla="*/ 408353 h 542907"/>
                  <a:gd name="connsiteX33" fmla="*/ 302984 w 513823"/>
                  <a:gd name="connsiteY33" fmla="*/ 407392 h 542907"/>
                  <a:gd name="connsiteX34" fmla="*/ 305889 w 513823"/>
                  <a:gd name="connsiteY34" fmla="*/ 404491 h 542907"/>
                  <a:gd name="connsiteX35" fmla="*/ 306001 w 513823"/>
                  <a:gd name="connsiteY35" fmla="*/ 402815 h 542907"/>
                  <a:gd name="connsiteX36" fmla="*/ 316727 w 513823"/>
                  <a:gd name="connsiteY36" fmla="*/ 400134 h 542907"/>
                  <a:gd name="connsiteX37" fmla="*/ 319408 w 513823"/>
                  <a:gd name="connsiteY37" fmla="*/ 394771 h 542907"/>
                  <a:gd name="connsiteX38" fmla="*/ 324772 w 513823"/>
                  <a:gd name="connsiteY38" fmla="*/ 392089 h 542907"/>
                  <a:gd name="connsiteX39" fmla="*/ 326357 w 513823"/>
                  <a:gd name="connsiteY39" fmla="*/ 385710 h 542907"/>
                  <a:gd name="connsiteX40" fmla="*/ 326559 w 513823"/>
                  <a:gd name="connsiteY40" fmla="*/ 384045 h 542907"/>
                  <a:gd name="connsiteX41" fmla="*/ 330135 w 513823"/>
                  <a:gd name="connsiteY41" fmla="*/ 383151 h 542907"/>
                  <a:gd name="connsiteX42" fmla="*/ 332148 w 513823"/>
                  <a:gd name="connsiteY42" fmla="*/ 375419 h 542907"/>
                  <a:gd name="connsiteX43" fmla="*/ 332128 w 513823"/>
                  <a:gd name="connsiteY43" fmla="*/ 373395 h 542907"/>
                  <a:gd name="connsiteX44" fmla="*/ 332123 w 513823"/>
                  <a:gd name="connsiteY44" fmla="*/ 369157 h 542907"/>
                  <a:gd name="connsiteX45" fmla="*/ 332088 w 513823"/>
                  <a:gd name="connsiteY45" fmla="*/ 362471 h 542907"/>
                  <a:gd name="connsiteX46" fmla="*/ 332081 w 513823"/>
                  <a:gd name="connsiteY46" fmla="*/ 358103 h 542907"/>
                  <a:gd name="connsiteX47" fmla="*/ 332072 w 513823"/>
                  <a:gd name="connsiteY47" fmla="*/ 356021 h 542907"/>
                  <a:gd name="connsiteX48" fmla="*/ 331922 w 513823"/>
                  <a:gd name="connsiteY48" fmla="*/ 349185 h 542907"/>
                  <a:gd name="connsiteX49" fmla="*/ 328738 w 513823"/>
                  <a:gd name="connsiteY49" fmla="*/ 347341 h 542907"/>
                  <a:gd name="connsiteX50" fmla="*/ 326559 w 513823"/>
                  <a:gd name="connsiteY50" fmla="*/ 346503 h 542907"/>
                  <a:gd name="connsiteX51" fmla="*/ 326489 w 513823"/>
                  <a:gd name="connsiteY51" fmla="*/ 344611 h 542907"/>
                  <a:gd name="connsiteX52" fmla="*/ 326336 w 513823"/>
                  <a:gd name="connsiteY52" fmla="*/ 342146 h 542907"/>
                  <a:gd name="connsiteX53" fmla="*/ 325665 w 513823"/>
                  <a:gd name="connsiteY53" fmla="*/ 337565 h 542907"/>
                  <a:gd name="connsiteX54" fmla="*/ 320079 w 513823"/>
                  <a:gd name="connsiteY54" fmla="*/ 336113 h 542907"/>
                  <a:gd name="connsiteX55" fmla="*/ 318515 w 513823"/>
                  <a:gd name="connsiteY55" fmla="*/ 336671 h 542907"/>
                  <a:gd name="connsiteX56" fmla="*/ 318515 w 513823"/>
                  <a:gd name="connsiteY56" fmla="*/ 332202 h 542907"/>
                  <a:gd name="connsiteX57" fmla="*/ 314402 w 513823"/>
                  <a:gd name="connsiteY57" fmla="*/ 330044 h 542907"/>
                  <a:gd name="connsiteX58" fmla="*/ 311699 w 513823"/>
                  <a:gd name="connsiteY58" fmla="*/ 329856 h 542907"/>
                  <a:gd name="connsiteX59" fmla="*/ 308983 w 513823"/>
                  <a:gd name="connsiteY59" fmla="*/ 329653 h 542907"/>
                  <a:gd name="connsiteX60" fmla="*/ 306895 w 513823"/>
                  <a:gd name="connsiteY60" fmla="*/ 329520 h 542907"/>
                  <a:gd name="connsiteX61" fmla="*/ 306001 w 513823"/>
                  <a:gd name="connsiteY61" fmla="*/ 324157 h 542907"/>
                  <a:gd name="connsiteX62" fmla="*/ 290912 w 513823"/>
                  <a:gd name="connsiteY62" fmla="*/ 323162 h 542907"/>
                  <a:gd name="connsiteX63" fmla="*/ 288372 w 513823"/>
                  <a:gd name="connsiteY63" fmla="*/ 323176 h 542907"/>
                  <a:gd name="connsiteX64" fmla="*/ 280164 w 513823"/>
                  <a:gd name="connsiteY64" fmla="*/ 323196 h 542907"/>
                  <a:gd name="connsiteX65" fmla="*/ 274477 w 513823"/>
                  <a:gd name="connsiteY65" fmla="*/ 323214 h 542907"/>
                  <a:gd name="connsiteX66" fmla="*/ 261298 w 513823"/>
                  <a:gd name="connsiteY66" fmla="*/ 323249 h 542907"/>
                  <a:gd name="connsiteX67" fmla="*/ 257733 w 513823"/>
                  <a:gd name="connsiteY67" fmla="*/ 323264 h 542907"/>
                  <a:gd name="connsiteX68" fmla="*/ 256386 w 513823"/>
                  <a:gd name="connsiteY68" fmla="*/ 318143 h 542907"/>
                  <a:gd name="connsiteX69" fmla="*/ 249118 w 513823"/>
                  <a:gd name="connsiteY69" fmla="*/ 316673 h 542907"/>
                  <a:gd name="connsiteX70" fmla="*/ 230214 w 513823"/>
                  <a:gd name="connsiteY70" fmla="*/ 116223 h 542907"/>
                  <a:gd name="connsiteX71" fmla="*/ 226335 w 513823"/>
                  <a:gd name="connsiteY71" fmla="*/ 116237 h 542907"/>
                  <a:gd name="connsiteX72" fmla="*/ 218228 w 513823"/>
                  <a:gd name="connsiteY72" fmla="*/ 116248 h 542907"/>
                  <a:gd name="connsiteX73" fmla="*/ 207703 w 513823"/>
                  <a:gd name="connsiteY73" fmla="*/ 116279 h 542907"/>
                  <a:gd name="connsiteX74" fmla="*/ 199470 w 513823"/>
                  <a:gd name="connsiteY74" fmla="*/ 116281 h 542907"/>
                  <a:gd name="connsiteX75" fmla="*/ 195549 w 513823"/>
                  <a:gd name="connsiteY75" fmla="*/ 116292 h 542907"/>
                  <a:gd name="connsiteX76" fmla="*/ 191717 w 513823"/>
                  <a:gd name="connsiteY76" fmla="*/ 116290 h 542907"/>
                  <a:gd name="connsiteX77" fmla="*/ 188191 w 513823"/>
                  <a:gd name="connsiteY77" fmla="*/ 116316 h 542907"/>
                  <a:gd name="connsiteX78" fmla="*/ 180870 w 513823"/>
                  <a:gd name="connsiteY78" fmla="*/ 118349 h 542907"/>
                  <a:gd name="connsiteX79" fmla="*/ 181198 w 513823"/>
                  <a:gd name="connsiteY79" fmla="*/ 120215 h 542907"/>
                  <a:gd name="connsiteX80" fmla="*/ 181885 w 513823"/>
                  <a:gd name="connsiteY80" fmla="*/ 128336 h 542907"/>
                  <a:gd name="connsiteX81" fmla="*/ 181880 w 513823"/>
                  <a:gd name="connsiteY81" fmla="*/ 130504 h 542907"/>
                  <a:gd name="connsiteX82" fmla="*/ 181886 w 513823"/>
                  <a:gd name="connsiteY82" fmla="*/ 137776 h 542907"/>
                  <a:gd name="connsiteX83" fmla="*/ 181884 w 513823"/>
                  <a:gd name="connsiteY83" fmla="*/ 142974 h 542907"/>
                  <a:gd name="connsiteX84" fmla="*/ 181884 w 513823"/>
                  <a:gd name="connsiteY84" fmla="*/ 153814 h 542907"/>
                  <a:gd name="connsiteX85" fmla="*/ 181881 w 513823"/>
                  <a:gd name="connsiteY85" fmla="*/ 167913 h 542907"/>
                  <a:gd name="connsiteX86" fmla="*/ 181885 w 513823"/>
                  <a:gd name="connsiteY86" fmla="*/ 178918 h 542907"/>
                  <a:gd name="connsiteX87" fmla="*/ 181883 w 513823"/>
                  <a:gd name="connsiteY87" fmla="*/ 184165 h 542907"/>
                  <a:gd name="connsiteX88" fmla="*/ 181884 w 513823"/>
                  <a:gd name="connsiteY88" fmla="*/ 191718 h 542907"/>
                  <a:gd name="connsiteX89" fmla="*/ 181880 w 513823"/>
                  <a:gd name="connsiteY89" fmla="*/ 194022 h 542907"/>
                  <a:gd name="connsiteX90" fmla="*/ 181764 w 513823"/>
                  <a:gd name="connsiteY90" fmla="*/ 201476 h 542907"/>
                  <a:gd name="connsiteX91" fmla="*/ 180870 w 513823"/>
                  <a:gd name="connsiteY91" fmla="*/ 204158 h 542907"/>
                  <a:gd name="connsiteX92" fmla="*/ 182658 w 513823"/>
                  <a:gd name="connsiteY92" fmla="*/ 207733 h 542907"/>
                  <a:gd name="connsiteX93" fmla="*/ 203640 w 513823"/>
                  <a:gd name="connsiteY93" fmla="*/ 207820 h 542907"/>
                  <a:gd name="connsiteX94" fmla="*/ 214354 w 513823"/>
                  <a:gd name="connsiteY94" fmla="*/ 207856 h 542907"/>
                  <a:gd name="connsiteX95" fmla="*/ 224833 w 513823"/>
                  <a:gd name="connsiteY95" fmla="*/ 207900 h 542907"/>
                  <a:gd name="connsiteX96" fmla="*/ 228834 w 513823"/>
                  <a:gd name="connsiteY96" fmla="*/ 207908 h 542907"/>
                  <a:gd name="connsiteX97" fmla="*/ 234565 w 513823"/>
                  <a:gd name="connsiteY97" fmla="*/ 207937 h 542907"/>
                  <a:gd name="connsiteX98" fmla="*/ 236337 w 513823"/>
                  <a:gd name="connsiteY98" fmla="*/ 207936 h 542907"/>
                  <a:gd name="connsiteX99" fmla="*/ 248802 w 513823"/>
                  <a:gd name="connsiteY99" fmla="*/ 205946 h 542907"/>
                  <a:gd name="connsiteX100" fmla="*/ 249696 w 513823"/>
                  <a:gd name="connsiteY100" fmla="*/ 202370 h 542907"/>
                  <a:gd name="connsiteX101" fmla="*/ 256159 w 513823"/>
                  <a:gd name="connsiteY101" fmla="*/ 201398 h 542907"/>
                  <a:gd name="connsiteX102" fmla="*/ 258086 w 513823"/>
                  <a:gd name="connsiteY102" fmla="*/ 201420 h 542907"/>
                  <a:gd name="connsiteX103" fmla="*/ 266400 w 513823"/>
                  <a:gd name="connsiteY103" fmla="*/ 201476 h 542907"/>
                  <a:gd name="connsiteX104" fmla="*/ 272674 w 513823"/>
                  <a:gd name="connsiteY104" fmla="*/ 201522 h 542907"/>
                  <a:gd name="connsiteX105" fmla="*/ 274678 w 513823"/>
                  <a:gd name="connsiteY105" fmla="*/ 201532 h 542907"/>
                  <a:gd name="connsiteX106" fmla="*/ 285330 w 513823"/>
                  <a:gd name="connsiteY106" fmla="*/ 201197 h 542907"/>
                  <a:gd name="connsiteX107" fmla="*/ 290086 w 513823"/>
                  <a:gd name="connsiteY107" fmla="*/ 197845 h 542907"/>
                  <a:gd name="connsiteX108" fmla="*/ 291707 w 513823"/>
                  <a:gd name="connsiteY108" fmla="*/ 195219 h 542907"/>
                  <a:gd name="connsiteX109" fmla="*/ 297181 w 513823"/>
                  <a:gd name="connsiteY109" fmla="*/ 195108 h 542907"/>
                  <a:gd name="connsiteX110" fmla="*/ 299975 w 513823"/>
                  <a:gd name="connsiteY110" fmla="*/ 191588 h 542907"/>
                  <a:gd name="connsiteX111" fmla="*/ 300645 w 513823"/>
                  <a:gd name="connsiteY111" fmla="*/ 188963 h 542907"/>
                  <a:gd name="connsiteX112" fmla="*/ 306008 w 513823"/>
                  <a:gd name="connsiteY112" fmla="*/ 187175 h 542907"/>
                  <a:gd name="connsiteX113" fmla="*/ 306465 w 513823"/>
                  <a:gd name="connsiteY113" fmla="*/ 184263 h 542907"/>
                  <a:gd name="connsiteX114" fmla="*/ 306623 w 513823"/>
                  <a:gd name="connsiteY114" fmla="*/ 180806 h 542907"/>
                  <a:gd name="connsiteX115" fmla="*/ 306801 w 513823"/>
                  <a:gd name="connsiteY115" fmla="*/ 177336 h 542907"/>
                  <a:gd name="connsiteX116" fmla="*/ 306902 w 513823"/>
                  <a:gd name="connsiteY116" fmla="*/ 174661 h 542907"/>
                  <a:gd name="connsiteX117" fmla="*/ 310477 w 513823"/>
                  <a:gd name="connsiteY117" fmla="*/ 174661 h 542907"/>
                  <a:gd name="connsiteX118" fmla="*/ 312496 w 513823"/>
                  <a:gd name="connsiteY118" fmla="*/ 169748 h 542907"/>
                  <a:gd name="connsiteX119" fmla="*/ 312502 w 513823"/>
                  <a:gd name="connsiteY119" fmla="*/ 167119 h 542907"/>
                  <a:gd name="connsiteX120" fmla="*/ 312509 w 513823"/>
                  <a:gd name="connsiteY120" fmla="*/ 164249 h 542907"/>
                  <a:gd name="connsiteX121" fmla="*/ 312488 w 513823"/>
                  <a:gd name="connsiteY121" fmla="*/ 161253 h 542907"/>
                  <a:gd name="connsiteX122" fmla="*/ 312509 w 513823"/>
                  <a:gd name="connsiteY122" fmla="*/ 158258 h 542907"/>
                  <a:gd name="connsiteX123" fmla="*/ 312502 w 513823"/>
                  <a:gd name="connsiteY123" fmla="*/ 155388 h 542907"/>
                  <a:gd name="connsiteX124" fmla="*/ 310477 w 513823"/>
                  <a:gd name="connsiteY124" fmla="*/ 147846 h 542907"/>
                  <a:gd name="connsiteX125" fmla="*/ 308131 w 513823"/>
                  <a:gd name="connsiteY125" fmla="*/ 147678 h 542907"/>
                  <a:gd name="connsiteX126" fmla="*/ 306008 w 513823"/>
                  <a:gd name="connsiteY126" fmla="*/ 147846 h 542907"/>
                  <a:gd name="connsiteX127" fmla="*/ 306039 w 513823"/>
                  <a:gd name="connsiteY127" fmla="*/ 145531 h 542907"/>
                  <a:gd name="connsiteX128" fmla="*/ 306064 w 513823"/>
                  <a:gd name="connsiteY128" fmla="*/ 142539 h 542907"/>
                  <a:gd name="connsiteX129" fmla="*/ 306008 w 513823"/>
                  <a:gd name="connsiteY129" fmla="*/ 137120 h 542907"/>
                  <a:gd name="connsiteX130" fmla="*/ 302824 w 513823"/>
                  <a:gd name="connsiteY130" fmla="*/ 135723 h 542907"/>
                  <a:gd name="connsiteX131" fmla="*/ 300645 w 513823"/>
                  <a:gd name="connsiteY131" fmla="*/ 135332 h 542907"/>
                  <a:gd name="connsiteX132" fmla="*/ 298857 w 513823"/>
                  <a:gd name="connsiteY132" fmla="*/ 129969 h 542907"/>
                  <a:gd name="connsiteX133" fmla="*/ 295338 w 513823"/>
                  <a:gd name="connsiteY133" fmla="*/ 129634 h 542907"/>
                  <a:gd name="connsiteX134" fmla="*/ 291707 w 513823"/>
                  <a:gd name="connsiteY134" fmla="*/ 129075 h 542907"/>
                  <a:gd name="connsiteX135" fmla="*/ 289030 w 513823"/>
                  <a:gd name="connsiteY135" fmla="*/ 124966 h 542907"/>
                  <a:gd name="connsiteX136" fmla="*/ 280478 w 513823"/>
                  <a:gd name="connsiteY136" fmla="*/ 122335 h 542907"/>
                  <a:gd name="connsiteX137" fmla="*/ 278212 w 513823"/>
                  <a:gd name="connsiteY137" fmla="*/ 122413 h 542907"/>
                  <a:gd name="connsiteX138" fmla="*/ 270927 w 513823"/>
                  <a:gd name="connsiteY138" fmla="*/ 122530 h 542907"/>
                  <a:gd name="connsiteX139" fmla="*/ 263395 w 513823"/>
                  <a:gd name="connsiteY139" fmla="*/ 122679 h 542907"/>
                  <a:gd name="connsiteX140" fmla="*/ 258603 w 513823"/>
                  <a:gd name="connsiteY140" fmla="*/ 122748 h 542907"/>
                  <a:gd name="connsiteX141" fmla="*/ 256331 w 513823"/>
                  <a:gd name="connsiteY141" fmla="*/ 122805 h 542907"/>
                  <a:gd name="connsiteX142" fmla="*/ 254207 w 513823"/>
                  <a:gd name="connsiteY142" fmla="*/ 122849 h 542907"/>
                  <a:gd name="connsiteX143" fmla="*/ 247014 w 513823"/>
                  <a:gd name="connsiteY143" fmla="*/ 121924 h 542907"/>
                  <a:gd name="connsiteX144" fmla="*/ 247014 w 513823"/>
                  <a:gd name="connsiteY144" fmla="*/ 119243 h 542907"/>
                  <a:gd name="connsiteX145" fmla="*/ 238779 w 513823"/>
                  <a:gd name="connsiteY145" fmla="*/ 116227 h 542907"/>
                  <a:gd name="connsiteX146" fmla="*/ 235656 w 513823"/>
                  <a:gd name="connsiteY146" fmla="*/ 116229 h 542907"/>
                  <a:gd name="connsiteX147" fmla="*/ 230214 w 513823"/>
                  <a:gd name="connsiteY147" fmla="*/ 116223 h 542907"/>
                  <a:gd name="connsiteX148" fmla="*/ 11814 w 513823"/>
                  <a:gd name="connsiteY148" fmla="*/ 3 h 542907"/>
                  <a:gd name="connsiteX149" fmla="*/ 18166 w 513823"/>
                  <a:gd name="connsiteY149" fmla="*/ 11 h 542907"/>
                  <a:gd name="connsiteX150" fmla="*/ 22754 w 513823"/>
                  <a:gd name="connsiteY150" fmla="*/ 5 h 542907"/>
                  <a:gd name="connsiteX151" fmla="*/ 35387 w 513823"/>
                  <a:gd name="connsiteY151" fmla="*/ 12 h 542907"/>
                  <a:gd name="connsiteX152" fmla="*/ 49002 w 513823"/>
                  <a:gd name="connsiteY152" fmla="*/ 10 h 542907"/>
                  <a:gd name="connsiteX153" fmla="*/ 75684 w 513823"/>
                  <a:gd name="connsiteY153" fmla="*/ 19 h 542907"/>
                  <a:gd name="connsiteX154" fmla="*/ 106741 w 513823"/>
                  <a:gd name="connsiteY154" fmla="*/ 28 h 542907"/>
                  <a:gd name="connsiteX155" fmla="*/ 162150 w 513823"/>
                  <a:gd name="connsiteY155" fmla="*/ 48 h 542907"/>
                  <a:gd name="connsiteX156" fmla="*/ 215942 w 513823"/>
                  <a:gd name="connsiteY156" fmla="*/ 67 h 542907"/>
                  <a:gd name="connsiteX157" fmla="*/ 219287 w 513823"/>
                  <a:gd name="connsiteY157" fmla="*/ 67 h 542907"/>
                  <a:gd name="connsiteX158" fmla="*/ 222627 w 513823"/>
                  <a:gd name="connsiteY158" fmla="*/ 66 h 542907"/>
                  <a:gd name="connsiteX159" fmla="*/ 283821 w 513823"/>
                  <a:gd name="connsiteY159" fmla="*/ 79 h 542907"/>
                  <a:gd name="connsiteX160" fmla="*/ 305479 w 513823"/>
                  <a:gd name="connsiteY160" fmla="*/ 83 h 542907"/>
                  <a:gd name="connsiteX161" fmla="*/ 331871 w 513823"/>
                  <a:gd name="connsiteY161" fmla="*/ 96 h 542907"/>
                  <a:gd name="connsiteX162" fmla="*/ 345341 w 513823"/>
                  <a:gd name="connsiteY162" fmla="*/ 102 h 542907"/>
                  <a:gd name="connsiteX163" fmla="*/ 357667 w 513823"/>
                  <a:gd name="connsiteY163" fmla="*/ 110 h 542907"/>
                  <a:gd name="connsiteX164" fmla="*/ 362132 w 513823"/>
                  <a:gd name="connsiteY164" fmla="*/ 111 h 542907"/>
                  <a:gd name="connsiteX165" fmla="*/ 368191 w 513823"/>
                  <a:gd name="connsiteY165" fmla="*/ 117 h 542907"/>
                  <a:gd name="connsiteX166" fmla="*/ 371594 w 513823"/>
                  <a:gd name="connsiteY166" fmla="*/ 119 h 542907"/>
                  <a:gd name="connsiteX167" fmla="*/ 379997 w 513823"/>
                  <a:gd name="connsiteY167" fmla="*/ 1126 h 542907"/>
                  <a:gd name="connsiteX168" fmla="*/ 380333 w 513823"/>
                  <a:gd name="connsiteY168" fmla="*/ 3305 h 542907"/>
                  <a:gd name="connsiteX169" fmla="*/ 380891 w 513823"/>
                  <a:gd name="connsiteY169" fmla="*/ 5595 h 542907"/>
                  <a:gd name="connsiteX170" fmla="*/ 386764 w 513823"/>
                  <a:gd name="connsiteY170" fmla="*/ 6772 h 542907"/>
                  <a:gd name="connsiteX171" fmla="*/ 389191 w 513823"/>
                  <a:gd name="connsiteY171" fmla="*/ 6886 h 542907"/>
                  <a:gd name="connsiteX172" fmla="*/ 391729 w 513823"/>
                  <a:gd name="connsiteY172" fmla="*/ 6992 h 542907"/>
                  <a:gd name="connsiteX173" fmla="*/ 394288 w 513823"/>
                  <a:gd name="connsiteY173" fmla="*/ 7109 h 542907"/>
                  <a:gd name="connsiteX174" fmla="*/ 400556 w 513823"/>
                  <a:gd name="connsiteY174" fmla="*/ 7383 h 542907"/>
                  <a:gd name="connsiteX175" fmla="*/ 400556 w 513823"/>
                  <a:gd name="connsiteY175" fmla="*/ 12746 h 542907"/>
                  <a:gd name="connsiteX176" fmla="*/ 413963 w 513823"/>
                  <a:gd name="connsiteY176" fmla="*/ 13640 h 542907"/>
                  <a:gd name="connsiteX177" fmla="*/ 414857 w 513823"/>
                  <a:gd name="connsiteY177" fmla="*/ 19003 h 542907"/>
                  <a:gd name="connsiteX178" fmla="*/ 425583 w 513823"/>
                  <a:gd name="connsiteY178" fmla="*/ 19897 h 542907"/>
                  <a:gd name="connsiteX179" fmla="*/ 426030 w 513823"/>
                  <a:gd name="connsiteY179" fmla="*/ 22467 h 542907"/>
                  <a:gd name="connsiteX180" fmla="*/ 429019 w 513823"/>
                  <a:gd name="connsiteY180" fmla="*/ 25857 h 542907"/>
                  <a:gd name="connsiteX181" fmla="*/ 432895 w 513823"/>
                  <a:gd name="connsiteY181" fmla="*/ 26548 h 542907"/>
                  <a:gd name="connsiteX182" fmla="*/ 434522 w 513823"/>
                  <a:gd name="connsiteY182" fmla="*/ 27048 h 542907"/>
                  <a:gd name="connsiteX183" fmla="*/ 436310 w 513823"/>
                  <a:gd name="connsiteY183" fmla="*/ 31517 h 542907"/>
                  <a:gd name="connsiteX184" fmla="*/ 438991 w 513823"/>
                  <a:gd name="connsiteY184" fmla="*/ 32355 h 542907"/>
                  <a:gd name="connsiteX185" fmla="*/ 441673 w 513823"/>
                  <a:gd name="connsiteY185" fmla="*/ 33304 h 542907"/>
                  <a:gd name="connsiteX186" fmla="*/ 443460 w 513823"/>
                  <a:gd name="connsiteY186" fmla="*/ 38668 h 542907"/>
                  <a:gd name="connsiteX187" fmla="*/ 448823 w 513823"/>
                  <a:gd name="connsiteY187" fmla="*/ 39561 h 542907"/>
                  <a:gd name="connsiteX188" fmla="*/ 449717 w 513823"/>
                  <a:gd name="connsiteY188" fmla="*/ 44924 h 542907"/>
                  <a:gd name="connsiteX189" fmla="*/ 455080 w 513823"/>
                  <a:gd name="connsiteY189" fmla="*/ 45818 h 542907"/>
                  <a:gd name="connsiteX190" fmla="*/ 456868 w 513823"/>
                  <a:gd name="connsiteY190" fmla="*/ 52075 h 542907"/>
                  <a:gd name="connsiteX191" fmla="*/ 460443 w 513823"/>
                  <a:gd name="connsiteY191" fmla="*/ 52969 h 542907"/>
                  <a:gd name="connsiteX192" fmla="*/ 461002 w 513823"/>
                  <a:gd name="connsiteY192" fmla="*/ 55986 h 542907"/>
                  <a:gd name="connsiteX193" fmla="*/ 465024 w 513823"/>
                  <a:gd name="connsiteY193" fmla="*/ 60511 h 542907"/>
                  <a:gd name="connsiteX194" fmla="*/ 467594 w 513823"/>
                  <a:gd name="connsiteY194" fmla="*/ 61014 h 542907"/>
                  <a:gd name="connsiteX195" fmla="*/ 469382 w 513823"/>
                  <a:gd name="connsiteY195" fmla="*/ 70846 h 542907"/>
                  <a:gd name="connsiteX196" fmla="*/ 474745 w 513823"/>
                  <a:gd name="connsiteY196" fmla="*/ 72633 h 542907"/>
                  <a:gd name="connsiteX197" fmla="*/ 475639 w 513823"/>
                  <a:gd name="connsiteY197" fmla="*/ 85147 h 542907"/>
                  <a:gd name="connsiteX198" fmla="*/ 481002 w 513823"/>
                  <a:gd name="connsiteY198" fmla="*/ 85147 h 542907"/>
                  <a:gd name="connsiteX199" fmla="*/ 481166 w 513823"/>
                  <a:gd name="connsiteY199" fmla="*/ 88283 h 542907"/>
                  <a:gd name="connsiteX200" fmla="*/ 481393 w 513823"/>
                  <a:gd name="connsiteY200" fmla="*/ 92410 h 542907"/>
                  <a:gd name="connsiteX201" fmla="*/ 481499 w 513823"/>
                  <a:gd name="connsiteY201" fmla="*/ 94470 h 542907"/>
                  <a:gd name="connsiteX202" fmla="*/ 482789 w 513823"/>
                  <a:gd name="connsiteY202" fmla="*/ 105706 h 542907"/>
                  <a:gd name="connsiteX203" fmla="*/ 487258 w 513823"/>
                  <a:gd name="connsiteY203" fmla="*/ 105706 h 542907"/>
                  <a:gd name="connsiteX204" fmla="*/ 487258 w 513823"/>
                  <a:gd name="connsiteY204" fmla="*/ 165593 h 542907"/>
                  <a:gd name="connsiteX205" fmla="*/ 481895 w 513823"/>
                  <a:gd name="connsiteY205" fmla="*/ 167381 h 542907"/>
                  <a:gd name="connsiteX206" fmla="*/ 481002 w 513823"/>
                  <a:gd name="connsiteY206" fmla="*/ 186151 h 542907"/>
                  <a:gd name="connsiteX207" fmla="*/ 475639 w 513823"/>
                  <a:gd name="connsiteY207" fmla="*/ 187045 h 542907"/>
                  <a:gd name="connsiteX208" fmla="*/ 474689 w 513823"/>
                  <a:gd name="connsiteY208" fmla="*/ 194866 h 542907"/>
                  <a:gd name="connsiteX209" fmla="*/ 474713 w 513823"/>
                  <a:gd name="connsiteY209" fmla="*/ 197031 h 542907"/>
                  <a:gd name="connsiteX210" fmla="*/ 474745 w 513823"/>
                  <a:gd name="connsiteY210" fmla="*/ 198665 h 542907"/>
                  <a:gd name="connsiteX211" fmla="*/ 468488 w 513823"/>
                  <a:gd name="connsiteY211" fmla="*/ 199559 h 542907"/>
                  <a:gd name="connsiteX212" fmla="*/ 468551 w 513823"/>
                  <a:gd name="connsiteY212" fmla="*/ 201256 h 542907"/>
                  <a:gd name="connsiteX213" fmla="*/ 468600 w 513823"/>
                  <a:gd name="connsiteY213" fmla="*/ 203470 h 542907"/>
                  <a:gd name="connsiteX214" fmla="*/ 468662 w 513823"/>
                  <a:gd name="connsiteY214" fmla="*/ 205669 h 542907"/>
                  <a:gd name="connsiteX215" fmla="*/ 466700 w 513823"/>
                  <a:gd name="connsiteY215" fmla="*/ 209391 h 542907"/>
                  <a:gd name="connsiteX216" fmla="*/ 463125 w 513823"/>
                  <a:gd name="connsiteY216" fmla="*/ 209391 h 542907"/>
                  <a:gd name="connsiteX217" fmla="*/ 462695 w 513823"/>
                  <a:gd name="connsiteY217" fmla="*/ 211088 h 542907"/>
                  <a:gd name="connsiteX218" fmla="*/ 460443 w 513823"/>
                  <a:gd name="connsiteY218" fmla="*/ 217436 h 542907"/>
                  <a:gd name="connsiteX219" fmla="*/ 455974 w 513823"/>
                  <a:gd name="connsiteY219" fmla="*/ 219224 h 542907"/>
                  <a:gd name="connsiteX220" fmla="*/ 454186 w 513823"/>
                  <a:gd name="connsiteY220" fmla="*/ 225480 h 542907"/>
                  <a:gd name="connsiteX221" fmla="*/ 447929 w 513823"/>
                  <a:gd name="connsiteY221" fmla="*/ 226374 h 542907"/>
                  <a:gd name="connsiteX222" fmla="*/ 447371 w 513823"/>
                  <a:gd name="connsiteY222" fmla="*/ 228888 h 542907"/>
                  <a:gd name="connsiteX223" fmla="*/ 440779 w 513823"/>
                  <a:gd name="connsiteY223" fmla="*/ 234419 h 542907"/>
                  <a:gd name="connsiteX224" fmla="*/ 439606 w 513823"/>
                  <a:gd name="connsiteY224" fmla="*/ 236709 h 542907"/>
                  <a:gd name="connsiteX225" fmla="*/ 436212 w 513823"/>
                  <a:gd name="connsiteY225" fmla="*/ 239384 h 542907"/>
                  <a:gd name="connsiteX226" fmla="*/ 431893 w 513823"/>
                  <a:gd name="connsiteY226" fmla="*/ 239918 h 542907"/>
                  <a:gd name="connsiteX227" fmla="*/ 430053 w 513823"/>
                  <a:gd name="connsiteY227" fmla="*/ 240676 h 542907"/>
                  <a:gd name="connsiteX228" fmla="*/ 428265 w 513823"/>
                  <a:gd name="connsiteY228" fmla="*/ 246039 h 542907"/>
                  <a:gd name="connsiteX229" fmla="*/ 425880 w 513823"/>
                  <a:gd name="connsiteY229" fmla="*/ 246046 h 542907"/>
                  <a:gd name="connsiteX230" fmla="*/ 422734 w 513823"/>
                  <a:gd name="connsiteY230" fmla="*/ 246151 h 542907"/>
                  <a:gd name="connsiteX231" fmla="*/ 419623 w 513823"/>
                  <a:gd name="connsiteY231" fmla="*/ 246213 h 542907"/>
                  <a:gd name="connsiteX232" fmla="*/ 412176 w 513823"/>
                  <a:gd name="connsiteY232" fmla="*/ 252296 h 542907"/>
                  <a:gd name="connsiteX233" fmla="*/ 426477 w 513823"/>
                  <a:gd name="connsiteY233" fmla="*/ 252296 h 542907"/>
                  <a:gd name="connsiteX234" fmla="*/ 429159 w 513823"/>
                  <a:gd name="connsiteY234" fmla="*/ 258553 h 542907"/>
                  <a:gd name="connsiteX235" fmla="*/ 431215 w 513823"/>
                  <a:gd name="connsiteY235" fmla="*/ 258490 h 542907"/>
                  <a:gd name="connsiteX236" fmla="*/ 433907 w 513823"/>
                  <a:gd name="connsiteY236" fmla="*/ 258441 h 542907"/>
                  <a:gd name="connsiteX237" fmla="*/ 436578 w 513823"/>
                  <a:gd name="connsiteY237" fmla="*/ 258378 h 542907"/>
                  <a:gd name="connsiteX238" fmla="*/ 441673 w 513823"/>
                  <a:gd name="connsiteY238" fmla="*/ 260340 h 542907"/>
                  <a:gd name="connsiteX239" fmla="*/ 442566 w 513823"/>
                  <a:gd name="connsiteY239" fmla="*/ 263916 h 542907"/>
                  <a:gd name="connsiteX240" fmla="*/ 452399 w 513823"/>
                  <a:gd name="connsiteY240" fmla="*/ 265703 h 542907"/>
                  <a:gd name="connsiteX241" fmla="*/ 453293 w 513823"/>
                  <a:gd name="connsiteY241" fmla="*/ 271066 h 542907"/>
                  <a:gd name="connsiteX242" fmla="*/ 456756 w 513823"/>
                  <a:gd name="connsiteY242" fmla="*/ 271681 h 542907"/>
                  <a:gd name="connsiteX243" fmla="*/ 460443 w 513823"/>
                  <a:gd name="connsiteY243" fmla="*/ 272854 h 542907"/>
                  <a:gd name="connsiteX244" fmla="*/ 462231 w 513823"/>
                  <a:gd name="connsiteY244" fmla="*/ 277323 h 542907"/>
                  <a:gd name="connsiteX245" fmla="*/ 465192 w 513823"/>
                  <a:gd name="connsiteY245" fmla="*/ 277491 h 542907"/>
                  <a:gd name="connsiteX246" fmla="*/ 469940 w 513823"/>
                  <a:gd name="connsiteY246" fmla="*/ 280340 h 542907"/>
                  <a:gd name="connsiteX247" fmla="*/ 471169 w 513823"/>
                  <a:gd name="connsiteY247" fmla="*/ 282686 h 542907"/>
                  <a:gd name="connsiteX248" fmla="*/ 475639 w 513823"/>
                  <a:gd name="connsiteY248" fmla="*/ 285368 h 542907"/>
                  <a:gd name="connsiteX249" fmla="*/ 477426 w 513823"/>
                  <a:gd name="connsiteY249" fmla="*/ 288943 h 542907"/>
                  <a:gd name="connsiteX250" fmla="*/ 479270 w 513823"/>
                  <a:gd name="connsiteY250" fmla="*/ 289669 h 542907"/>
                  <a:gd name="connsiteX251" fmla="*/ 481002 w 513823"/>
                  <a:gd name="connsiteY251" fmla="*/ 290731 h 542907"/>
                  <a:gd name="connsiteX252" fmla="*/ 481895 w 513823"/>
                  <a:gd name="connsiteY252" fmla="*/ 296988 h 542907"/>
                  <a:gd name="connsiteX253" fmla="*/ 484465 w 513823"/>
                  <a:gd name="connsiteY253" fmla="*/ 297491 h 542907"/>
                  <a:gd name="connsiteX254" fmla="*/ 488488 w 513823"/>
                  <a:gd name="connsiteY254" fmla="*/ 302016 h 542907"/>
                  <a:gd name="connsiteX255" fmla="*/ 489046 w 513823"/>
                  <a:gd name="connsiteY255" fmla="*/ 305032 h 542907"/>
                  <a:gd name="connsiteX256" fmla="*/ 493515 w 513823"/>
                  <a:gd name="connsiteY256" fmla="*/ 305926 h 542907"/>
                  <a:gd name="connsiteX257" fmla="*/ 495303 w 513823"/>
                  <a:gd name="connsiteY257" fmla="*/ 316652 h 542907"/>
                  <a:gd name="connsiteX258" fmla="*/ 500666 w 513823"/>
                  <a:gd name="connsiteY258" fmla="*/ 317546 h 542907"/>
                  <a:gd name="connsiteX259" fmla="*/ 501560 w 513823"/>
                  <a:gd name="connsiteY259" fmla="*/ 330954 h 542907"/>
                  <a:gd name="connsiteX260" fmla="*/ 506923 w 513823"/>
                  <a:gd name="connsiteY260" fmla="*/ 332741 h 542907"/>
                  <a:gd name="connsiteX261" fmla="*/ 506991 w 513823"/>
                  <a:gd name="connsiteY261" fmla="*/ 334846 h 542907"/>
                  <a:gd name="connsiteX262" fmla="*/ 507314 w 513823"/>
                  <a:gd name="connsiteY262" fmla="*/ 344250 h 542907"/>
                  <a:gd name="connsiteX263" fmla="*/ 507421 w 513823"/>
                  <a:gd name="connsiteY263" fmla="*/ 347563 h 542907"/>
                  <a:gd name="connsiteX264" fmla="*/ 507534 w 513823"/>
                  <a:gd name="connsiteY264" fmla="*/ 350723 h 542907"/>
                  <a:gd name="connsiteX265" fmla="*/ 507633 w 513823"/>
                  <a:gd name="connsiteY265" fmla="*/ 353645 h 542907"/>
                  <a:gd name="connsiteX266" fmla="*/ 508711 w 513823"/>
                  <a:gd name="connsiteY266" fmla="*/ 357769 h 542907"/>
                  <a:gd name="connsiteX267" fmla="*/ 513180 w 513823"/>
                  <a:gd name="connsiteY267" fmla="*/ 358663 h 542907"/>
                  <a:gd name="connsiteX268" fmla="*/ 513180 w 513823"/>
                  <a:gd name="connsiteY268" fmla="*/ 412293 h 542907"/>
                  <a:gd name="connsiteX269" fmla="*/ 508711 w 513823"/>
                  <a:gd name="connsiteY269" fmla="*/ 412293 h 542907"/>
                  <a:gd name="connsiteX270" fmla="*/ 507534 w 513823"/>
                  <a:gd name="connsiteY270" fmla="*/ 422873 h 542907"/>
                  <a:gd name="connsiteX271" fmla="*/ 507421 w 513823"/>
                  <a:gd name="connsiteY271" fmla="*/ 425753 h 542907"/>
                  <a:gd name="connsiteX272" fmla="*/ 507314 w 513823"/>
                  <a:gd name="connsiteY272" fmla="*/ 428718 h 542907"/>
                  <a:gd name="connsiteX273" fmla="*/ 507197 w 513823"/>
                  <a:gd name="connsiteY273" fmla="*/ 431745 h 542907"/>
                  <a:gd name="connsiteX274" fmla="*/ 506923 w 513823"/>
                  <a:gd name="connsiteY274" fmla="*/ 439109 h 542907"/>
                  <a:gd name="connsiteX275" fmla="*/ 502454 w 513823"/>
                  <a:gd name="connsiteY275" fmla="*/ 439109 h 542907"/>
                  <a:gd name="connsiteX276" fmla="*/ 501057 w 513823"/>
                  <a:gd name="connsiteY276" fmla="*/ 448159 h 542907"/>
                  <a:gd name="connsiteX277" fmla="*/ 500940 w 513823"/>
                  <a:gd name="connsiteY277" fmla="*/ 450201 h 542907"/>
                  <a:gd name="connsiteX278" fmla="*/ 500666 w 513823"/>
                  <a:gd name="connsiteY278" fmla="*/ 455198 h 542907"/>
                  <a:gd name="connsiteX279" fmla="*/ 495303 w 513823"/>
                  <a:gd name="connsiteY279" fmla="*/ 455198 h 542907"/>
                  <a:gd name="connsiteX280" fmla="*/ 494856 w 513823"/>
                  <a:gd name="connsiteY280" fmla="*/ 460058 h 542907"/>
                  <a:gd name="connsiteX281" fmla="*/ 494605 w 513823"/>
                  <a:gd name="connsiteY281" fmla="*/ 462792 h 542907"/>
                  <a:gd name="connsiteX282" fmla="*/ 494409 w 513823"/>
                  <a:gd name="connsiteY282" fmla="*/ 465924 h 542907"/>
                  <a:gd name="connsiteX283" fmla="*/ 489046 w 513823"/>
                  <a:gd name="connsiteY283" fmla="*/ 467711 h 542907"/>
                  <a:gd name="connsiteX284" fmla="*/ 487258 w 513823"/>
                  <a:gd name="connsiteY284" fmla="*/ 476650 h 542907"/>
                  <a:gd name="connsiteX285" fmla="*/ 484689 w 513823"/>
                  <a:gd name="connsiteY285" fmla="*/ 477153 h 542907"/>
                  <a:gd name="connsiteX286" fmla="*/ 480666 w 513823"/>
                  <a:gd name="connsiteY286" fmla="*/ 481678 h 542907"/>
                  <a:gd name="connsiteX287" fmla="*/ 480108 w 513823"/>
                  <a:gd name="connsiteY287" fmla="*/ 484694 h 542907"/>
                  <a:gd name="connsiteX288" fmla="*/ 475639 w 513823"/>
                  <a:gd name="connsiteY288" fmla="*/ 485588 h 542907"/>
                  <a:gd name="connsiteX289" fmla="*/ 474745 w 513823"/>
                  <a:gd name="connsiteY289" fmla="*/ 491845 h 542907"/>
                  <a:gd name="connsiteX290" fmla="*/ 469382 w 513823"/>
                  <a:gd name="connsiteY290" fmla="*/ 493633 h 542907"/>
                  <a:gd name="connsiteX291" fmla="*/ 468488 w 513823"/>
                  <a:gd name="connsiteY291" fmla="*/ 498102 h 542907"/>
                  <a:gd name="connsiteX292" fmla="*/ 463125 w 513823"/>
                  <a:gd name="connsiteY292" fmla="*/ 498102 h 542907"/>
                  <a:gd name="connsiteX293" fmla="*/ 461337 w 513823"/>
                  <a:gd name="connsiteY293" fmla="*/ 504359 h 542907"/>
                  <a:gd name="connsiteX294" fmla="*/ 458767 w 513823"/>
                  <a:gd name="connsiteY294" fmla="*/ 504527 h 542907"/>
                  <a:gd name="connsiteX295" fmla="*/ 455974 w 513823"/>
                  <a:gd name="connsiteY295" fmla="*/ 505253 h 542907"/>
                  <a:gd name="connsiteX296" fmla="*/ 455136 w 513823"/>
                  <a:gd name="connsiteY296" fmla="*/ 507432 h 542907"/>
                  <a:gd name="connsiteX297" fmla="*/ 454186 w 513823"/>
                  <a:gd name="connsiteY297" fmla="*/ 509722 h 542907"/>
                  <a:gd name="connsiteX298" fmla="*/ 451058 w 513823"/>
                  <a:gd name="connsiteY298" fmla="*/ 510560 h 542907"/>
                  <a:gd name="connsiteX299" fmla="*/ 447929 w 513823"/>
                  <a:gd name="connsiteY299" fmla="*/ 511510 h 542907"/>
                  <a:gd name="connsiteX300" fmla="*/ 446142 w 513823"/>
                  <a:gd name="connsiteY300" fmla="*/ 516873 h 542907"/>
                  <a:gd name="connsiteX301" fmla="*/ 435416 w 513823"/>
                  <a:gd name="connsiteY301" fmla="*/ 517767 h 542907"/>
                  <a:gd name="connsiteX302" fmla="*/ 435416 w 513823"/>
                  <a:gd name="connsiteY302" fmla="*/ 523130 h 542907"/>
                  <a:gd name="connsiteX303" fmla="*/ 422902 w 513823"/>
                  <a:gd name="connsiteY303" fmla="*/ 524917 h 542907"/>
                  <a:gd name="connsiteX304" fmla="*/ 421114 w 513823"/>
                  <a:gd name="connsiteY304" fmla="*/ 530280 h 542907"/>
                  <a:gd name="connsiteX305" fmla="*/ 419598 w 513823"/>
                  <a:gd name="connsiteY305" fmla="*/ 530334 h 542907"/>
                  <a:gd name="connsiteX306" fmla="*/ 412790 w 513823"/>
                  <a:gd name="connsiteY306" fmla="*/ 530616 h 542907"/>
                  <a:gd name="connsiteX307" fmla="*/ 410404 w 513823"/>
                  <a:gd name="connsiteY307" fmla="*/ 530699 h 542907"/>
                  <a:gd name="connsiteX308" fmla="*/ 408108 w 513823"/>
                  <a:gd name="connsiteY308" fmla="*/ 530804 h 542907"/>
                  <a:gd name="connsiteX309" fmla="*/ 405995 w 513823"/>
                  <a:gd name="connsiteY309" fmla="*/ 530889 h 542907"/>
                  <a:gd name="connsiteX310" fmla="*/ 401450 w 513823"/>
                  <a:gd name="connsiteY310" fmla="*/ 532962 h 542907"/>
                  <a:gd name="connsiteX311" fmla="*/ 401450 w 513823"/>
                  <a:gd name="connsiteY311" fmla="*/ 536537 h 542907"/>
                  <a:gd name="connsiteX312" fmla="*/ 398456 w 513823"/>
                  <a:gd name="connsiteY312" fmla="*/ 536591 h 542907"/>
                  <a:gd name="connsiteX313" fmla="*/ 387467 w 513823"/>
                  <a:gd name="connsiteY313" fmla="*/ 536821 h 542907"/>
                  <a:gd name="connsiteX314" fmla="*/ 382710 w 513823"/>
                  <a:gd name="connsiteY314" fmla="*/ 536914 h 542907"/>
                  <a:gd name="connsiteX315" fmla="*/ 375874 w 513823"/>
                  <a:gd name="connsiteY315" fmla="*/ 537061 h 542907"/>
                  <a:gd name="connsiteX316" fmla="*/ 373724 w 513823"/>
                  <a:gd name="connsiteY316" fmla="*/ 537092 h 542907"/>
                  <a:gd name="connsiteX317" fmla="*/ 365696 w 513823"/>
                  <a:gd name="connsiteY317" fmla="*/ 539219 h 542907"/>
                  <a:gd name="connsiteX318" fmla="*/ 365696 w 513823"/>
                  <a:gd name="connsiteY318" fmla="*/ 542794 h 542907"/>
                  <a:gd name="connsiteX319" fmla="*/ 226365 w 513823"/>
                  <a:gd name="connsiteY319" fmla="*/ 542840 h 542907"/>
                  <a:gd name="connsiteX320" fmla="*/ 209934 w 513823"/>
                  <a:gd name="connsiteY320" fmla="*/ 542843 h 542907"/>
                  <a:gd name="connsiteX321" fmla="*/ 206630 w 513823"/>
                  <a:gd name="connsiteY321" fmla="*/ 542844 h 542907"/>
                  <a:gd name="connsiteX322" fmla="*/ 153588 w 513823"/>
                  <a:gd name="connsiteY322" fmla="*/ 542863 h 542907"/>
                  <a:gd name="connsiteX323" fmla="*/ 99206 w 513823"/>
                  <a:gd name="connsiteY323" fmla="*/ 542878 h 542907"/>
                  <a:gd name="connsiteX324" fmla="*/ 65620 w 513823"/>
                  <a:gd name="connsiteY324" fmla="*/ 542891 h 542907"/>
                  <a:gd name="connsiteX325" fmla="*/ 42623 w 513823"/>
                  <a:gd name="connsiteY325" fmla="*/ 542896 h 542907"/>
                  <a:gd name="connsiteX326" fmla="*/ 29333 w 513823"/>
                  <a:gd name="connsiteY326" fmla="*/ 542901 h 542907"/>
                  <a:gd name="connsiteX327" fmla="*/ 17188 w 513823"/>
                  <a:gd name="connsiteY327" fmla="*/ 542902 h 542907"/>
                  <a:gd name="connsiteX328" fmla="*/ 12774 w 513823"/>
                  <a:gd name="connsiteY328" fmla="*/ 542906 h 542907"/>
                  <a:gd name="connsiteX329" fmla="*/ 6814 w 513823"/>
                  <a:gd name="connsiteY329" fmla="*/ 542904 h 542907"/>
                  <a:gd name="connsiteX330" fmla="*/ 3458 w 513823"/>
                  <a:gd name="connsiteY330" fmla="*/ 542905 h 542907"/>
                  <a:gd name="connsiteX331" fmla="*/ 115 w 513823"/>
                  <a:gd name="connsiteY331" fmla="*/ 541900 h 542907"/>
                  <a:gd name="connsiteX332" fmla="*/ 5 w 513823"/>
                  <a:gd name="connsiteY332" fmla="*/ 533359 h 542907"/>
                  <a:gd name="connsiteX333" fmla="*/ 2 w 513823"/>
                  <a:gd name="connsiteY333" fmla="*/ 530594 h 542907"/>
                  <a:gd name="connsiteX334" fmla="*/ 7 w 513823"/>
                  <a:gd name="connsiteY334" fmla="*/ 521297 h 542907"/>
                  <a:gd name="connsiteX335" fmla="*/ 5 w 513823"/>
                  <a:gd name="connsiteY335" fmla="*/ 514614 h 542907"/>
                  <a:gd name="connsiteX336" fmla="*/ 8 w 513823"/>
                  <a:gd name="connsiteY336" fmla="*/ 500020 h 542907"/>
                  <a:gd name="connsiteX337" fmla="*/ 13 w 513823"/>
                  <a:gd name="connsiteY337" fmla="*/ 478320 h 542907"/>
                  <a:gd name="connsiteX338" fmla="*/ 20 w 513823"/>
                  <a:gd name="connsiteY338" fmla="*/ 441822 h 542907"/>
                  <a:gd name="connsiteX339" fmla="*/ 30 w 513823"/>
                  <a:gd name="connsiteY339" fmla="*/ 405667 h 542907"/>
                  <a:gd name="connsiteX340" fmla="*/ 30 w 513823"/>
                  <a:gd name="connsiteY340" fmla="*/ 403400 h 542907"/>
                  <a:gd name="connsiteX341" fmla="*/ 31 w 513823"/>
                  <a:gd name="connsiteY341" fmla="*/ 391998 h 542907"/>
                  <a:gd name="connsiteX342" fmla="*/ 47 w 513823"/>
                  <a:gd name="connsiteY342" fmla="*/ 311171 h 542907"/>
                  <a:gd name="connsiteX343" fmla="*/ 66 w 513823"/>
                  <a:gd name="connsiteY343" fmla="*/ 232633 h 542907"/>
                  <a:gd name="connsiteX344" fmla="*/ 66 w 513823"/>
                  <a:gd name="connsiteY344" fmla="*/ 230189 h 542907"/>
                  <a:gd name="connsiteX345" fmla="*/ 69 w 513823"/>
                  <a:gd name="connsiteY345" fmla="*/ 205892 h 542907"/>
                  <a:gd name="connsiteX346" fmla="*/ 77 w 513823"/>
                  <a:gd name="connsiteY346" fmla="*/ 156394 h 542907"/>
                  <a:gd name="connsiteX347" fmla="*/ 77 w 513823"/>
                  <a:gd name="connsiteY347" fmla="*/ 154095 h 542907"/>
                  <a:gd name="connsiteX348" fmla="*/ 115 w 513823"/>
                  <a:gd name="connsiteY348" fmla="*/ 2020 h 542907"/>
                  <a:gd name="connsiteX349" fmla="*/ 9908 w 513823"/>
                  <a:gd name="connsiteY349" fmla="*/ 10 h 542907"/>
                  <a:gd name="connsiteX350" fmla="*/ 11814 w 513823"/>
                  <a:gd name="connsiteY350" fmla="*/ 3 h 54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513823" h="542907">
                    <a:moveTo>
                      <a:pt x="249118" y="316673"/>
                    </a:moveTo>
                    <a:cubicBezTo>
                      <a:pt x="248434" y="316683"/>
                      <a:pt x="247770" y="316693"/>
                      <a:pt x="247106" y="316702"/>
                    </a:cubicBezTo>
                    <a:cubicBezTo>
                      <a:pt x="244861" y="316701"/>
                      <a:pt x="242617" y="316704"/>
                      <a:pt x="240372" y="316723"/>
                    </a:cubicBezTo>
                    <a:cubicBezTo>
                      <a:pt x="238768" y="316738"/>
                      <a:pt x="237164" y="316747"/>
                      <a:pt x="235561" y="316752"/>
                    </a:cubicBezTo>
                    <a:cubicBezTo>
                      <a:pt x="231359" y="316759"/>
                      <a:pt x="227157" y="316775"/>
                      <a:pt x="222955" y="316804"/>
                    </a:cubicBezTo>
                    <a:cubicBezTo>
                      <a:pt x="218601" y="316835"/>
                      <a:pt x="214246" y="316854"/>
                      <a:pt x="209891" y="316868"/>
                    </a:cubicBezTo>
                    <a:cubicBezTo>
                      <a:pt x="200513" y="316897"/>
                      <a:pt x="191135" y="316945"/>
                      <a:pt x="181757" y="317007"/>
                    </a:cubicBezTo>
                    <a:cubicBezTo>
                      <a:pt x="181453" y="317614"/>
                      <a:pt x="181158" y="318204"/>
                      <a:pt x="180863" y="318794"/>
                    </a:cubicBezTo>
                    <a:cubicBezTo>
                      <a:pt x="181607" y="322340"/>
                      <a:pt x="181865" y="325567"/>
                      <a:pt x="181878" y="329179"/>
                    </a:cubicBezTo>
                    <a:cubicBezTo>
                      <a:pt x="181876" y="329976"/>
                      <a:pt x="181874" y="330750"/>
                      <a:pt x="181873" y="331523"/>
                    </a:cubicBezTo>
                    <a:cubicBezTo>
                      <a:pt x="181877" y="334142"/>
                      <a:pt x="181881" y="336761"/>
                      <a:pt x="181879" y="339380"/>
                    </a:cubicBezTo>
                    <a:cubicBezTo>
                      <a:pt x="181877" y="341252"/>
                      <a:pt x="181876" y="343125"/>
                      <a:pt x="181876" y="344997"/>
                    </a:cubicBezTo>
                    <a:cubicBezTo>
                      <a:pt x="181879" y="348900"/>
                      <a:pt x="181880" y="352803"/>
                      <a:pt x="181877" y="356706"/>
                    </a:cubicBezTo>
                    <a:cubicBezTo>
                      <a:pt x="181871" y="361785"/>
                      <a:pt x="181868" y="366863"/>
                      <a:pt x="181873" y="371942"/>
                    </a:cubicBezTo>
                    <a:cubicBezTo>
                      <a:pt x="181878" y="375905"/>
                      <a:pt x="181879" y="379868"/>
                      <a:pt x="181878" y="383831"/>
                    </a:cubicBezTo>
                    <a:cubicBezTo>
                      <a:pt x="181877" y="385720"/>
                      <a:pt x="181876" y="387609"/>
                      <a:pt x="181876" y="389499"/>
                    </a:cubicBezTo>
                    <a:cubicBezTo>
                      <a:pt x="181879" y="392219"/>
                      <a:pt x="181881" y="394940"/>
                      <a:pt x="181877" y="397661"/>
                    </a:cubicBezTo>
                    <a:cubicBezTo>
                      <a:pt x="181876" y="398507"/>
                      <a:pt x="181874" y="399329"/>
                      <a:pt x="181873" y="400150"/>
                    </a:cubicBezTo>
                    <a:cubicBezTo>
                      <a:pt x="181879" y="402833"/>
                      <a:pt x="181843" y="405495"/>
                      <a:pt x="181757" y="408178"/>
                    </a:cubicBezTo>
                    <a:cubicBezTo>
                      <a:pt x="180823" y="410979"/>
                      <a:pt x="180922" y="411745"/>
                      <a:pt x="181757" y="414435"/>
                    </a:cubicBezTo>
                    <a:cubicBezTo>
                      <a:pt x="190412" y="414454"/>
                      <a:pt x="199068" y="414469"/>
                      <a:pt x="207724" y="414479"/>
                    </a:cubicBezTo>
                    <a:cubicBezTo>
                      <a:pt x="212133" y="414484"/>
                      <a:pt x="216543" y="414488"/>
                      <a:pt x="220952" y="414497"/>
                    </a:cubicBezTo>
                    <a:cubicBezTo>
                      <a:pt x="225275" y="414507"/>
                      <a:pt x="229599" y="414515"/>
                      <a:pt x="233922" y="414519"/>
                    </a:cubicBezTo>
                    <a:cubicBezTo>
                      <a:pt x="235563" y="414520"/>
                      <a:pt x="237203" y="414521"/>
                      <a:pt x="238844" y="414523"/>
                    </a:cubicBezTo>
                    <a:cubicBezTo>
                      <a:pt x="241214" y="414530"/>
                      <a:pt x="243584" y="414537"/>
                      <a:pt x="245954" y="414537"/>
                    </a:cubicBezTo>
                    <a:cubicBezTo>
                      <a:pt x="246690" y="414537"/>
                      <a:pt x="247406" y="414537"/>
                      <a:pt x="248121" y="414537"/>
                    </a:cubicBezTo>
                    <a:cubicBezTo>
                      <a:pt x="251156" y="414551"/>
                      <a:pt x="254073" y="414925"/>
                      <a:pt x="256840" y="413542"/>
                    </a:cubicBezTo>
                    <a:cubicBezTo>
                      <a:pt x="257029" y="412611"/>
                      <a:pt x="257214" y="411707"/>
                      <a:pt x="257398" y="410804"/>
                    </a:cubicBezTo>
                    <a:cubicBezTo>
                      <a:pt x="257567" y="409478"/>
                      <a:pt x="257567" y="409478"/>
                      <a:pt x="257733" y="408178"/>
                    </a:cubicBezTo>
                    <a:cubicBezTo>
                      <a:pt x="262624" y="408216"/>
                      <a:pt x="267514" y="408246"/>
                      <a:pt x="272405" y="408266"/>
                    </a:cubicBezTo>
                    <a:cubicBezTo>
                      <a:pt x="274404" y="408273"/>
                      <a:pt x="276404" y="408281"/>
                      <a:pt x="278403" y="408290"/>
                    </a:cubicBezTo>
                    <a:cubicBezTo>
                      <a:pt x="281345" y="408313"/>
                      <a:pt x="284286" y="408335"/>
                      <a:pt x="287228" y="408345"/>
                    </a:cubicBezTo>
                    <a:cubicBezTo>
                      <a:pt x="288181" y="408348"/>
                      <a:pt x="289106" y="408351"/>
                      <a:pt x="290030" y="408353"/>
                    </a:cubicBezTo>
                    <a:cubicBezTo>
                      <a:pt x="294501" y="408399"/>
                      <a:pt x="298622" y="408451"/>
                      <a:pt x="302984" y="407392"/>
                    </a:cubicBezTo>
                    <a:cubicBezTo>
                      <a:pt x="305107" y="406391"/>
                      <a:pt x="305107" y="406391"/>
                      <a:pt x="305889" y="404491"/>
                    </a:cubicBezTo>
                    <a:cubicBezTo>
                      <a:pt x="305927" y="403922"/>
                      <a:pt x="305964" y="403368"/>
                      <a:pt x="306001" y="402815"/>
                    </a:cubicBezTo>
                    <a:cubicBezTo>
                      <a:pt x="309804" y="402368"/>
                      <a:pt x="313387" y="402082"/>
                      <a:pt x="316727" y="400134"/>
                    </a:cubicBezTo>
                    <a:cubicBezTo>
                      <a:pt x="317605" y="398339"/>
                      <a:pt x="318500" y="396551"/>
                      <a:pt x="319408" y="394771"/>
                    </a:cubicBezTo>
                    <a:cubicBezTo>
                      <a:pt x="322146" y="393598"/>
                      <a:pt x="322146" y="393598"/>
                      <a:pt x="324772" y="392089"/>
                    </a:cubicBezTo>
                    <a:cubicBezTo>
                      <a:pt x="325582" y="389966"/>
                      <a:pt x="325992" y="387951"/>
                      <a:pt x="326357" y="385710"/>
                    </a:cubicBezTo>
                    <a:cubicBezTo>
                      <a:pt x="326426" y="385144"/>
                      <a:pt x="326492" y="384594"/>
                      <a:pt x="326559" y="384045"/>
                    </a:cubicBezTo>
                    <a:cubicBezTo>
                      <a:pt x="328235" y="383765"/>
                      <a:pt x="328235" y="383765"/>
                      <a:pt x="330135" y="383151"/>
                    </a:cubicBezTo>
                    <a:cubicBezTo>
                      <a:pt x="332049" y="380279"/>
                      <a:pt x="332133" y="378784"/>
                      <a:pt x="332148" y="375419"/>
                    </a:cubicBezTo>
                    <a:cubicBezTo>
                      <a:pt x="332141" y="374731"/>
                      <a:pt x="332135" y="374063"/>
                      <a:pt x="332128" y="373395"/>
                    </a:cubicBezTo>
                    <a:cubicBezTo>
                      <a:pt x="332127" y="371983"/>
                      <a:pt x="332126" y="370570"/>
                      <a:pt x="332123" y="369157"/>
                    </a:cubicBezTo>
                    <a:cubicBezTo>
                      <a:pt x="332106" y="366928"/>
                      <a:pt x="332090" y="364700"/>
                      <a:pt x="332088" y="362471"/>
                    </a:cubicBezTo>
                    <a:cubicBezTo>
                      <a:pt x="332088" y="361015"/>
                      <a:pt x="332086" y="359559"/>
                      <a:pt x="332081" y="358103"/>
                    </a:cubicBezTo>
                    <a:cubicBezTo>
                      <a:pt x="332078" y="357395"/>
                      <a:pt x="332075" y="356708"/>
                      <a:pt x="332072" y="356021"/>
                    </a:cubicBezTo>
                    <a:cubicBezTo>
                      <a:pt x="332069" y="353734"/>
                      <a:pt x="332024" y="351472"/>
                      <a:pt x="331922" y="349185"/>
                    </a:cubicBezTo>
                    <a:cubicBezTo>
                      <a:pt x="331028" y="348291"/>
                      <a:pt x="331028" y="348291"/>
                      <a:pt x="328738" y="347341"/>
                    </a:cubicBezTo>
                    <a:cubicBezTo>
                      <a:pt x="327997" y="347056"/>
                      <a:pt x="327278" y="346780"/>
                      <a:pt x="326559" y="346503"/>
                    </a:cubicBezTo>
                    <a:cubicBezTo>
                      <a:pt x="326524" y="345548"/>
                      <a:pt x="326524" y="345548"/>
                      <a:pt x="326489" y="344611"/>
                    </a:cubicBezTo>
                    <a:cubicBezTo>
                      <a:pt x="326437" y="343773"/>
                      <a:pt x="326386" y="342959"/>
                      <a:pt x="326336" y="342146"/>
                    </a:cubicBezTo>
                    <a:cubicBezTo>
                      <a:pt x="326210" y="339695"/>
                      <a:pt x="326210" y="339695"/>
                      <a:pt x="325665" y="337565"/>
                    </a:cubicBezTo>
                    <a:cubicBezTo>
                      <a:pt x="323549" y="336073"/>
                      <a:pt x="322649" y="335684"/>
                      <a:pt x="320079" y="336113"/>
                    </a:cubicBezTo>
                    <a:cubicBezTo>
                      <a:pt x="319547" y="336302"/>
                      <a:pt x="319031" y="336487"/>
                      <a:pt x="318515" y="336671"/>
                    </a:cubicBezTo>
                    <a:cubicBezTo>
                      <a:pt x="318626" y="334548"/>
                      <a:pt x="318626" y="334548"/>
                      <a:pt x="318515" y="332202"/>
                    </a:cubicBezTo>
                    <a:cubicBezTo>
                      <a:pt x="316727" y="330414"/>
                      <a:pt x="316727" y="330414"/>
                      <a:pt x="314402" y="330044"/>
                    </a:cubicBezTo>
                    <a:cubicBezTo>
                      <a:pt x="313037" y="329949"/>
                      <a:pt x="313037" y="329949"/>
                      <a:pt x="311699" y="329856"/>
                    </a:cubicBezTo>
                    <a:cubicBezTo>
                      <a:pt x="310327" y="329753"/>
                      <a:pt x="310327" y="329753"/>
                      <a:pt x="308983" y="329653"/>
                    </a:cubicBezTo>
                    <a:cubicBezTo>
                      <a:pt x="308273" y="329608"/>
                      <a:pt x="307584" y="329564"/>
                      <a:pt x="306895" y="329520"/>
                    </a:cubicBezTo>
                    <a:cubicBezTo>
                      <a:pt x="306591" y="327697"/>
                      <a:pt x="306296" y="325927"/>
                      <a:pt x="306001" y="324157"/>
                    </a:cubicBezTo>
                    <a:cubicBezTo>
                      <a:pt x="300940" y="323505"/>
                      <a:pt x="296014" y="323162"/>
                      <a:pt x="290912" y="323162"/>
                    </a:cubicBezTo>
                    <a:cubicBezTo>
                      <a:pt x="289629" y="323169"/>
                      <a:pt x="289629" y="323169"/>
                      <a:pt x="288372" y="323176"/>
                    </a:cubicBezTo>
                    <a:cubicBezTo>
                      <a:pt x="285636" y="323180"/>
                      <a:pt x="282900" y="323185"/>
                      <a:pt x="280164" y="323196"/>
                    </a:cubicBezTo>
                    <a:cubicBezTo>
                      <a:pt x="278268" y="323204"/>
                      <a:pt x="276372" y="323210"/>
                      <a:pt x="274477" y="323214"/>
                    </a:cubicBezTo>
                    <a:cubicBezTo>
                      <a:pt x="270084" y="323223"/>
                      <a:pt x="265691" y="323233"/>
                      <a:pt x="261298" y="323249"/>
                    </a:cubicBezTo>
                    <a:cubicBezTo>
                      <a:pt x="259498" y="323257"/>
                      <a:pt x="259498" y="323257"/>
                      <a:pt x="257733" y="323264"/>
                    </a:cubicBezTo>
                    <a:cubicBezTo>
                      <a:pt x="257733" y="319688"/>
                      <a:pt x="257733" y="319688"/>
                      <a:pt x="256386" y="318143"/>
                    </a:cubicBezTo>
                    <a:cubicBezTo>
                      <a:pt x="253898" y="316874"/>
                      <a:pt x="251892" y="316690"/>
                      <a:pt x="249118" y="316673"/>
                    </a:cubicBezTo>
                    <a:close/>
                    <a:moveTo>
                      <a:pt x="230214" y="116223"/>
                    </a:moveTo>
                    <a:cubicBezTo>
                      <a:pt x="228921" y="116232"/>
                      <a:pt x="227628" y="116237"/>
                      <a:pt x="226335" y="116237"/>
                    </a:cubicBezTo>
                    <a:cubicBezTo>
                      <a:pt x="223633" y="116235"/>
                      <a:pt x="220930" y="116235"/>
                      <a:pt x="218228" y="116248"/>
                    </a:cubicBezTo>
                    <a:cubicBezTo>
                      <a:pt x="214720" y="116269"/>
                      <a:pt x="211211" y="116284"/>
                      <a:pt x="207703" y="116279"/>
                    </a:cubicBezTo>
                    <a:cubicBezTo>
                      <a:pt x="204959" y="116274"/>
                      <a:pt x="202215" y="116274"/>
                      <a:pt x="199470" y="116281"/>
                    </a:cubicBezTo>
                    <a:cubicBezTo>
                      <a:pt x="198163" y="116285"/>
                      <a:pt x="196856" y="116289"/>
                      <a:pt x="195549" y="116292"/>
                    </a:cubicBezTo>
                    <a:cubicBezTo>
                      <a:pt x="194272" y="116291"/>
                      <a:pt x="192994" y="116290"/>
                      <a:pt x="191717" y="116290"/>
                    </a:cubicBezTo>
                    <a:cubicBezTo>
                      <a:pt x="190518" y="116299"/>
                      <a:pt x="189355" y="116307"/>
                      <a:pt x="188191" y="116316"/>
                    </a:cubicBezTo>
                    <a:cubicBezTo>
                      <a:pt x="184745" y="116330"/>
                      <a:pt x="183331" y="115888"/>
                      <a:pt x="180870" y="118349"/>
                    </a:cubicBezTo>
                    <a:cubicBezTo>
                      <a:pt x="180982" y="118983"/>
                      <a:pt x="181090" y="119599"/>
                      <a:pt x="181198" y="120215"/>
                    </a:cubicBezTo>
                    <a:cubicBezTo>
                      <a:pt x="181794" y="122955"/>
                      <a:pt x="181875" y="125539"/>
                      <a:pt x="181885" y="128336"/>
                    </a:cubicBezTo>
                    <a:cubicBezTo>
                      <a:pt x="181883" y="129073"/>
                      <a:pt x="181881" y="129788"/>
                      <a:pt x="181880" y="130504"/>
                    </a:cubicBezTo>
                    <a:cubicBezTo>
                      <a:pt x="181885" y="132928"/>
                      <a:pt x="181888" y="135352"/>
                      <a:pt x="181886" y="137776"/>
                    </a:cubicBezTo>
                    <a:cubicBezTo>
                      <a:pt x="181884" y="139509"/>
                      <a:pt x="181883" y="141241"/>
                      <a:pt x="181884" y="142974"/>
                    </a:cubicBezTo>
                    <a:cubicBezTo>
                      <a:pt x="181886" y="146587"/>
                      <a:pt x="181887" y="150200"/>
                      <a:pt x="181884" y="153814"/>
                    </a:cubicBezTo>
                    <a:cubicBezTo>
                      <a:pt x="181878" y="158513"/>
                      <a:pt x="181875" y="163213"/>
                      <a:pt x="181881" y="167913"/>
                    </a:cubicBezTo>
                    <a:cubicBezTo>
                      <a:pt x="181885" y="171581"/>
                      <a:pt x="181887" y="175250"/>
                      <a:pt x="181885" y="178918"/>
                    </a:cubicBezTo>
                    <a:cubicBezTo>
                      <a:pt x="181884" y="180667"/>
                      <a:pt x="181883" y="182416"/>
                      <a:pt x="181883" y="184165"/>
                    </a:cubicBezTo>
                    <a:cubicBezTo>
                      <a:pt x="181886" y="186683"/>
                      <a:pt x="181888" y="189200"/>
                      <a:pt x="181884" y="191718"/>
                    </a:cubicBezTo>
                    <a:cubicBezTo>
                      <a:pt x="181882" y="192882"/>
                      <a:pt x="181882" y="192882"/>
                      <a:pt x="181880" y="194022"/>
                    </a:cubicBezTo>
                    <a:cubicBezTo>
                      <a:pt x="181886" y="196514"/>
                      <a:pt x="181850" y="198984"/>
                      <a:pt x="181764" y="201476"/>
                    </a:cubicBezTo>
                    <a:cubicBezTo>
                      <a:pt x="181460" y="202388"/>
                      <a:pt x="181165" y="203273"/>
                      <a:pt x="180870" y="204158"/>
                    </a:cubicBezTo>
                    <a:cubicBezTo>
                      <a:pt x="181708" y="206113"/>
                      <a:pt x="181708" y="206113"/>
                      <a:pt x="182658" y="207733"/>
                    </a:cubicBezTo>
                    <a:cubicBezTo>
                      <a:pt x="189652" y="207771"/>
                      <a:pt x="196646" y="207801"/>
                      <a:pt x="203640" y="207820"/>
                    </a:cubicBezTo>
                    <a:cubicBezTo>
                      <a:pt x="207212" y="207829"/>
                      <a:pt x="210783" y="207838"/>
                      <a:pt x="214354" y="207856"/>
                    </a:cubicBezTo>
                    <a:cubicBezTo>
                      <a:pt x="217847" y="207876"/>
                      <a:pt x="221340" y="207893"/>
                      <a:pt x="224833" y="207900"/>
                    </a:cubicBezTo>
                    <a:cubicBezTo>
                      <a:pt x="226166" y="207902"/>
                      <a:pt x="227500" y="207904"/>
                      <a:pt x="228834" y="207908"/>
                    </a:cubicBezTo>
                    <a:cubicBezTo>
                      <a:pt x="230744" y="207922"/>
                      <a:pt x="232654" y="207936"/>
                      <a:pt x="234565" y="207937"/>
                    </a:cubicBezTo>
                    <a:cubicBezTo>
                      <a:pt x="235167" y="207937"/>
                      <a:pt x="235752" y="207936"/>
                      <a:pt x="236337" y="207936"/>
                    </a:cubicBezTo>
                    <a:cubicBezTo>
                      <a:pt x="240904" y="207953"/>
                      <a:pt x="244496" y="207330"/>
                      <a:pt x="248802" y="205946"/>
                    </a:cubicBezTo>
                    <a:cubicBezTo>
                      <a:pt x="249113" y="204180"/>
                      <a:pt x="249113" y="204180"/>
                      <a:pt x="249696" y="202370"/>
                    </a:cubicBezTo>
                    <a:cubicBezTo>
                      <a:pt x="252816" y="201328"/>
                      <a:pt x="252816" y="201328"/>
                      <a:pt x="256159" y="201398"/>
                    </a:cubicBezTo>
                    <a:cubicBezTo>
                      <a:pt x="256814" y="201406"/>
                      <a:pt x="257450" y="201413"/>
                      <a:pt x="258086" y="201420"/>
                    </a:cubicBezTo>
                    <a:cubicBezTo>
                      <a:pt x="260857" y="201435"/>
                      <a:pt x="263629" y="201453"/>
                      <a:pt x="266400" y="201476"/>
                    </a:cubicBezTo>
                    <a:cubicBezTo>
                      <a:pt x="268491" y="201494"/>
                      <a:pt x="270582" y="201511"/>
                      <a:pt x="272674" y="201522"/>
                    </a:cubicBezTo>
                    <a:cubicBezTo>
                      <a:pt x="273686" y="201527"/>
                      <a:pt x="273686" y="201527"/>
                      <a:pt x="274678" y="201532"/>
                    </a:cubicBezTo>
                    <a:cubicBezTo>
                      <a:pt x="278248" y="201574"/>
                      <a:pt x="281768" y="201485"/>
                      <a:pt x="285330" y="201197"/>
                    </a:cubicBezTo>
                    <a:cubicBezTo>
                      <a:pt x="288131" y="200582"/>
                      <a:pt x="288131" y="200582"/>
                      <a:pt x="290086" y="197845"/>
                    </a:cubicBezTo>
                    <a:cubicBezTo>
                      <a:pt x="290637" y="196952"/>
                      <a:pt x="291172" y="196086"/>
                      <a:pt x="291707" y="195219"/>
                    </a:cubicBezTo>
                    <a:cubicBezTo>
                      <a:pt x="293532" y="195219"/>
                      <a:pt x="295359" y="195215"/>
                      <a:pt x="297181" y="195108"/>
                    </a:cubicBezTo>
                    <a:cubicBezTo>
                      <a:pt x="298857" y="194326"/>
                      <a:pt x="298857" y="194326"/>
                      <a:pt x="299975" y="191588"/>
                    </a:cubicBezTo>
                    <a:cubicBezTo>
                      <a:pt x="300313" y="190262"/>
                      <a:pt x="300313" y="190262"/>
                      <a:pt x="300645" y="188963"/>
                    </a:cubicBezTo>
                    <a:cubicBezTo>
                      <a:pt x="303326" y="188963"/>
                      <a:pt x="303326" y="188963"/>
                      <a:pt x="306008" y="187175"/>
                    </a:cubicBezTo>
                    <a:cubicBezTo>
                      <a:pt x="306164" y="186185"/>
                      <a:pt x="306314" y="185224"/>
                      <a:pt x="306465" y="184263"/>
                    </a:cubicBezTo>
                    <a:cubicBezTo>
                      <a:pt x="306519" y="183088"/>
                      <a:pt x="306571" y="181947"/>
                      <a:pt x="306623" y="180806"/>
                    </a:cubicBezTo>
                    <a:cubicBezTo>
                      <a:pt x="306712" y="179054"/>
                      <a:pt x="306712" y="179054"/>
                      <a:pt x="306801" y="177336"/>
                    </a:cubicBezTo>
                    <a:cubicBezTo>
                      <a:pt x="306835" y="176426"/>
                      <a:pt x="306868" y="175544"/>
                      <a:pt x="306902" y="174661"/>
                    </a:cubicBezTo>
                    <a:cubicBezTo>
                      <a:pt x="308117" y="174661"/>
                      <a:pt x="309297" y="174661"/>
                      <a:pt x="310477" y="174661"/>
                    </a:cubicBezTo>
                    <a:cubicBezTo>
                      <a:pt x="312265" y="171980"/>
                      <a:pt x="312265" y="171980"/>
                      <a:pt x="312496" y="169748"/>
                    </a:cubicBezTo>
                    <a:cubicBezTo>
                      <a:pt x="312498" y="168855"/>
                      <a:pt x="312500" y="167987"/>
                      <a:pt x="312502" y="167119"/>
                    </a:cubicBezTo>
                    <a:cubicBezTo>
                      <a:pt x="312505" y="166143"/>
                      <a:pt x="312507" y="165196"/>
                      <a:pt x="312509" y="164249"/>
                    </a:cubicBezTo>
                    <a:cubicBezTo>
                      <a:pt x="312502" y="163231"/>
                      <a:pt x="312495" y="162242"/>
                      <a:pt x="312488" y="161253"/>
                    </a:cubicBezTo>
                    <a:cubicBezTo>
                      <a:pt x="312495" y="160235"/>
                      <a:pt x="312502" y="159246"/>
                      <a:pt x="312509" y="158258"/>
                    </a:cubicBezTo>
                    <a:cubicBezTo>
                      <a:pt x="312507" y="157282"/>
                      <a:pt x="312505" y="156335"/>
                      <a:pt x="312502" y="155388"/>
                    </a:cubicBezTo>
                    <a:cubicBezTo>
                      <a:pt x="312494" y="151878"/>
                      <a:pt x="312478" y="150847"/>
                      <a:pt x="310477" y="147846"/>
                    </a:cubicBezTo>
                    <a:cubicBezTo>
                      <a:pt x="309292" y="147761"/>
                      <a:pt x="309292" y="147761"/>
                      <a:pt x="308131" y="147678"/>
                    </a:cubicBezTo>
                    <a:cubicBezTo>
                      <a:pt x="307409" y="147735"/>
                      <a:pt x="306709" y="147790"/>
                      <a:pt x="306008" y="147846"/>
                    </a:cubicBezTo>
                    <a:cubicBezTo>
                      <a:pt x="306024" y="146677"/>
                      <a:pt x="306024" y="146677"/>
                      <a:pt x="306039" y="145531"/>
                    </a:cubicBezTo>
                    <a:cubicBezTo>
                      <a:pt x="306048" y="144514"/>
                      <a:pt x="306056" y="143526"/>
                      <a:pt x="306064" y="142539"/>
                    </a:cubicBezTo>
                    <a:cubicBezTo>
                      <a:pt x="306083" y="140732"/>
                      <a:pt x="306073" y="138925"/>
                      <a:pt x="306008" y="137120"/>
                    </a:cubicBezTo>
                    <a:cubicBezTo>
                      <a:pt x="305114" y="136226"/>
                      <a:pt x="305114" y="136226"/>
                      <a:pt x="302824" y="135723"/>
                    </a:cubicBezTo>
                    <a:cubicBezTo>
                      <a:pt x="301723" y="135526"/>
                      <a:pt x="301723" y="135526"/>
                      <a:pt x="300645" y="135332"/>
                    </a:cubicBezTo>
                    <a:cubicBezTo>
                      <a:pt x="299742" y="132624"/>
                      <a:pt x="299742" y="132624"/>
                      <a:pt x="298857" y="129969"/>
                    </a:cubicBezTo>
                    <a:cubicBezTo>
                      <a:pt x="297661" y="129855"/>
                      <a:pt x="296499" y="129744"/>
                      <a:pt x="295338" y="129634"/>
                    </a:cubicBezTo>
                    <a:cubicBezTo>
                      <a:pt x="293401" y="129491"/>
                      <a:pt x="293401" y="129491"/>
                      <a:pt x="291707" y="129075"/>
                    </a:cubicBezTo>
                    <a:cubicBezTo>
                      <a:pt x="290813" y="127287"/>
                      <a:pt x="290813" y="127287"/>
                      <a:pt x="289030" y="124966"/>
                    </a:cubicBezTo>
                    <a:cubicBezTo>
                      <a:pt x="285860" y="122431"/>
                      <a:pt x="284398" y="122317"/>
                      <a:pt x="280478" y="122335"/>
                    </a:cubicBezTo>
                    <a:cubicBezTo>
                      <a:pt x="279707" y="122361"/>
                      <a:pt x="278959" y="122387"/>
                      <a:pt x="278212" y="122413"/>
                    </a:cubicBezTo>
                    <a:cubicBezTo>
                      <a:pt x="275783" y="122440"/>
                      <a:pt x="273355" y="122471"/>
                      <a:pt x="270927" y="122530"/>
                    </a:cubicBezTo>
                    <a:cubicBezTo>
                      <a:pt x="268417" y="122595"/>
                      <a:pt x="265906" y="122640"/>
                      <a:pt x="263395" y="122679"/>
                    </a:cubicBezTo>
                    <a:cubicBezTo>
                      <a:pt x="261798" y="122701"/>
                      <a:pt x="260200" y="122724"/>
                      <a:pt x="258603" y="122748"/>
                    </a:cubicBezTo>
                    <a:cubicBezTo>
                      <a:pt x="257831" y="122768"/>
                      <a:pt x="257081" y="122786"/>
                      <a:pt x="256331" y="122805"/>
                    </a:cubicBezTo>
                    <a:cubicBezTo>
                      <a:pt x="255259" y="122827"/>
                      <a:pt x="255259" y="122827"/>
                      <a:pt x="254207" y="122849"/>
                    </a:cubicBezTo>
                    <a:cubicBezTo>
                      <a:pt x="251634" y="122914"/>
                      <a:pt x="249493" y="122631"/>
                      <a:pt x="247014" y="121924"/>
                    </a:cubicBezTo>
                    <a:cubicBezTo>
                      <a:pt x="247014" y="121013"/>
                      <a:pt x="247014" y="120128"/>
                      <a:pt x="247014" y="119243"/>
                    </a:cubicBezTo>
                    <a:cubicBezTo>
                      <a:pt x="244204" y="117635"/>
                      <a:pt x="242015" y="116604"/>
                      <a:pt x="238779" y="116227"/>
                    </a:cubicBezTo>
                    <a:cubicBezTo>
                      <a:pt x="237717" y="116227"/>
                      <a:pt x="236686" y="116228"/>
                      <a:pt x="235656" y="116229"/>
                    </a:cubicBezTo>
                    <a:cubicBezTo>
                      <a:pt x="233842" y="116220"/>
                      <a:pt x="232028" y="116212"/>
                      <a:pt x="230214" y="116223"/>
                    </a:cubicBezTo>
                    <a:close/>
                    <a:moveTo>
                      <a:pt x="11814" y="3"/>
                    </a:moveTo>
                    <a:cubicBezTo>
                      <a:pt x="13931" y="-3"/>
                      <a:pt x="16049" y="4"/>
                      <a:pt x="18166" y="11"/>
                    </a:cubicBezTo>
                    <a:cubicBezTo>
                      <a:pt x="19696" y="10"/>
                      <a:pt x="21225" y="8"/>
                      <a:pt x="22754" y="5"/>
                    </a:cubicBezTo>
                    <a:cubicBezTo>
                      <a:pt x="26965" y="-1"/>
                      <a:pt x="31176" y="4"/>
                      <a:pt x="35387" y="12"/>
                    </a:cubicBezTo>
                    <a:cubicBezTo>
                      <a:pt x="39925" y="18"/>
                      <a:pt x="44464" y="13"/>
                      <a:pt x="49002" y="10"/>
                    </a:cubicBezTo>
                    <a:cubicBezTo>
                      <a:pt x="57896" y="6"/>
                      <a:pt x="66790" y="11"/>
                      <a:pt x="75684" y="19"/>
                    </a:cubicBezTo>
                    <a:cubicBezTo>
                      <a:pt x="86036" y="28"/>
                      <a:pt x="96389" y="28"/>
                      <a:pt x="106741" y="28"/>
                    </a:cubicBezTo>
                    <a:cubicBezTo>
                      <a:pt x="125211" y="27"/>
                      <a:pt x="143680" y="35"/>
                      <a:pt x="162150" y="48"/>
                    </a:cubicBezTo>
                    <a:cubicBezTo>
                      <a:pt x="180080" y="61"/>
                      <a:pt x="198011" y="67"/>
                      <a:pt x="215942" y="67"/>
                    </a:cubicBezTo>
                    <a:cubicBezTo>
                      <a:pt x="217046" y="67"/>
                      <a:pt x="218150" y="67"/>
                      <a:pt x="219287" y="67"/>
                    </a:cubicBezTo>
                    <a:cubicBezTo>
                      <a:pt x="220389" y="67"/>
                      <a:pt x="221492" y="67"/>
                      <a:pt x="222627" y="66"/>
                    </a:cubicBezTo>
                    <a:cubicBezTo>
                      <a:pt x="243025" y="66"/>
                      <a:pt x="263423" y="71"/>
                      <a:pt x="283821" y="79"/>
                    </a:cubicBezTo>
                    <a:cubicBezTo>
                      <a:pt x="291040" y="82"/>
                      <a:pt x="298260" y="83"/>
                      <a:pt x="305479" y="83"/>
                    </a:cubicBezTo>
                    <a:cubicBezTo>
                      <a:pt x="314276" y="84"/>
                      <a:pt x="323074" y="88"/>
                      <a:pt x="331871" y="96"/>
                    </a:cubicBezTo>
                    <a:cubicBezTo>
                      <a:pt x="336361" y="100"/>
                      <a:pt x="340851" y="103"/>
                      <a:pt x="345341" y="102"/>
                    </a:cubicBezTo>
                    <a:cubicBezTo>
                      <a:pt x="349450" y="101"/>
                      <a:pt x="353559" y="104"/>
                      <a:pt x="357667" y="110"/>
                    </a:cubicBezTo>
                    <a:cubicBezTo>
                      <a:pt x="359155" y="112"/>
                      <a:pt x="360643" y="112"/>
                      <a:pt x="362132" y="111"/>
                    </a:cubicBezTo>
                    <a:cubicBezTo>
                      <a:pt x="364152" y="109"/>
                      <a:pt x="366171" y="112"/>
                      <a:pt x="368191" y="117"/>
                    </a:cubicBezTo>
                    <a:cubicBezTo>
                      <a:pt x="369876" y="118"/>
                      <a:pt x="369876" y="118"/>
                      <a:pt x="371594" y="119"/>
                    </a:cubicBezTo>
                    <a:cubicBezTo>
                      <a:pt x="374475" y="226"/>
                      <a:pt x="377170" y="581"/>
                      <a:pt x="379997" y="1126"/>
                    </a:cubicBezTo>
                    <a:cubicBezTo>
                      <a:pt x="380108" y="1845"/>
                      <a:pt x="380219" y="2564"/>
                      <a:pt x="380333" y="3305"/>
                    </a:cubicBezTo>
                    <a:cubicBezTo>
                      <a:pt x="380517" y="4061"/>
                      <a:pt x="380701" y="4817"/>
                      <a:pt x="380891" y="5595"/>
                    </a:cubicBezTo>
                    <a:cubicBezTo>
                      <a:pt x="382991" y="6645"/>
                      <a:pt x="384423" y="6668"/>
                      <a:pt x="386764" y="6772"/>
                    </a:cubicBezTo>
                    <a:cubicBezTo>
                      <a:pt x="387965" y="6828"/>
                      <a:pt x="387965" y="6828"/>
                      <a:pt x="389191" y="6886"/>
                    </a:cubicBezTo>
                    <a:cubicBezTo>
                      <a:pt x="390028" y="6921"/>
                      <a:pt x="390866" y="6956"/>
                      <a:pt x="391729" y="6992"/>
                    </a:cubicBezTo>
                    <a:cubicBezTo>
                      <a:pt x="392574" y="7031"/>
                      <a:pt x="393418" y="7069"/>
                      <a:pt x="394288" y="7109"/>
                    </a:cubicBezTo>
                    <a:cubicBezTo>
                      <a:pt x="396377" y="7204"/>
                      <a:pt x="398467" y="7295"/>
                      <a:pt x="400556" y="7383"/>
                    </a:cubicBezTo>
                    <a:cubicBezTo>
                      <a:pt x="400556" y="9153"/>
                      <a:pt x="400556" y="10923"/>
                      <a:pt x="400556" y="12746"/>
                    </a:cubicBezTo>
                    <a:cubicBezTo>
                      <a:pt x="404980" y="13041"/>
                      <a:pt x="409405" y="13336"/>
                      <a:pt x="413963" y="13640"/>
                    </a:cubicBezTo>
                    <a:cubicBezTo>
                      <a:pt x="414258" y="15410"/>
                      <a:pt x="414553" y="17180"/>
                      <a:pt x="414857" y="19003"/>
                    </a:cubicBezTo>
                    <a:cubicBezTo>
                      <a:pt x="418470" y="19570"/>
                      <a:pt x="421925" y="20008"/>
                      <a:pt x="425583" y="19897"/>
                    </a:cubicBezTo>
                    <a:cubicBezTo>
                      <a:pt x="425731" y="20745"/>
                      <a:pt x="425878" y="21593"/>
                      <a:pt x="426030" y="22467"/>
                    </a:cubicBezTo>
                    <a:cubicBezTo>
                      <a:pt x="427012" y="25347"/>
                      <a:pt x="427012" y="25347"/>
                      <a:pt x="429019" y="25857"/>
                    </a:cubicBezTo>
                    <a:cubicBezTo>
                      <a:pt x="430310" y="26093"/>
                      <a:pt x="431602" y="26324"/>
                      <a:pt x="432895" y="26548"/>
                    </a:cubicBezTo>
                    <a:cubicBezTo>
                      <a:pt x="433432" y="26713"/>
                      <a:pt x="433969" y="26878"/>
                      <a:pt x="434522" y="27048"/>
                    </a:cubicBezTo>
                    <a:cubicBezTo>
                      <a:pt x="435527" y="29282"/>
                      <a:pt x="435527" y="29282"/>
                      <a:pt x="436310" y="31517"/>
                    </a:cubicBezTo>
                    <a:cubicBezTo>
                      <a:pt x="437637" y="31932"/>
                      <a:pt x="437637" y="31932"/>
                      <a:pt x="438991" y="32355"/>
                    </a:cubicBezTo>
                    <a:cubicBezTo>
                      <a:pt x="439876" y="32668"/>
                      <a:pt x="440761" y="32982"/>
                      <a:pt x="441673" y="33304"/>
                    </a:cubicBezTo>
                    <a:cubicBezTo>
                      <a:pt x="442902" y="36098"/>
                      <a:pt x="442902" y="36098"/>
                      <a:pt x="443460" y="38668"/>
                    </a:cubicBezTo>
                    <a:cubicBezTo>
                      <a:pt x="445230" y="38962"/>
                      <a:pt x="447000" y="39257"/>
                      <a:pt x="448823" y="39561"/>
                    </a:cubicBezTo>
                    <a:cubicBezTo>
                      <a:pt x="449118" y="41331"/>
                      <a:pt x="449413" y="43101"/>
                      <a:pt x="449717" y="44924"/>
                    </a:cubicBezTo>
                    <a:cubicBezTo>
                      <a:pt x="451487" y="45219"/>
                      <a:pt x="453257" y="45514"/>
                      <a:pt x="455080" y="45818"/>
                    </a:cubicBezTo>
                    <a:cubicBezTo>
                      <a:pt x="455670" y="47883"/>
                      <a:pt x="456260" y="49948"/>
                      <a:pt x="456868" y="52075"/>
                    </a:cubicBezTo>
                    <a:cubicBezTo>
                      <a:pt x="458048" y="52370"/>
                      <a:pt x="459228" y="52665"/>
                      <a:pt x="460443" y="52969"/>
                    </a:cubicBezTo>
                    <a:cubicBezTo>
                      <a:pt x="460628" y="53964"/>
                      <a:pt x="460812" y="54960"/>
                      <a:pt x="461002" y="55986"/>
                    </a:cubicBezTo>
                    <a:cubicBezTo>
                      <a:pt x="461888" y="59464"/>
                      <a:pt x="461888" y="59464"/>
                      <a:pt x="465024" y="60511"/>
                    </a:cubicBezTo>
                    <a:cubicBezTo>
                      <a:pt x="465872" y="60677"/>
                      <a:pt x="466720" y="60843"/>
                      <a:pt x="467594" y="61014"/>
                    </a:cubicBezTo>
                    <a:cubicBezTo>
                      <a:pt x="468184" y="64258"/>
                      <a:pt x="468774" y="67503"/>
                      <a:pt x="469382" y="70846"/>
                    </a:cubicBezTo>
                    <a:cubicBezTo>
                      <a:pt x="471151" y="71436"/>
                      <a:pt x="472921" y="72026"/>
                      <a:pt x="474745" y="72633"/>
                    </a:cubicBezTo>
                    <a:cubicBezTo>
                      <a:pt x="475040" y="76763"/>
                      <a:pt x="475335" y="80893"/>
                      <a:pt x="475639" y="85147"/>
                    </a:cubicBezTo>
                    <a:cubicBezTo>
                      <a:pt x="477408" y="85147"/>
                      <a:pt x="479178" y="85147"/>
                      <a:pt x="481002" y="85147"/>
                    </a:cubicBezTo>
                    <a:cubicBezTo>
                      <a:pt x="481056" y="86182"/>
                      <a:pt x="481110" y="87217"/>
                      <a:pt x="481166" y="88283"/>
                    </a:cubicBezTo>
                    <a:cubicBezTo>
                      <a:pt x="481241" y="89658"/>
                      <a:pt x="481317" y="91034"/>
                      <a:pt x="481393" y="92410"/>
                    </a:cubicBezTo>
                    <a:cubicBezTo>
                      <a:pt x="481428" y="93090"/>
                      <a:pt x="481463" y="93769"/>
                      <a:pt x="481499" y="94470"/>
                    </a:cubicBezTo>
                    <a:cubicBezTo>
                      <a:pt x="481712" y="98273"/>
                      <a:pt x="482076" y="101955"/>
                      <a:pt x="482789" y="105706"/>
                    </a:cubicBezTo>
                    <a:cubicBezTo>
                      <a:pt x="484264" y="105706"/>
                      <a:pt x="485739" y="105706"/>
                      <a:pt x="487258" y="105706"/>
                    </a:cubicBezTo>
                    <a:cubicBezTo>
                      <a:pt x="487258" y="125468"/>
                      <a:pt x="487258" y="145231"/>
                      <a:pt x="487258" y="165593"/>
                    </a:cubicBezTo>
                    <a:cubicBezTo>
                      <a:pt x="484604" y="166478"/>
                      <a:pt x="484604" y="166478"/>
                      <a:pt x="481895" y="167381"/>
                    </a:cubicBezTo>
                    <a:cubicBezTo>
                      <a:pt x="481600" y="173575"/>
                      <a:pt x="481306" y="179769"/>
                      <a:pt x="481002" y="186151"/>
                    </a:cubicBezTo>
                    <a:cubicBezTo>
                      <a:pt x="479232" y="186446"/>
                      <a:pt x="477462" y="186741"/>
                      <a:pt x="475639" y="187045"/>
                    </a:cubicBezTo>
                    <a:cubicBezTo>
                      <a:pt x="474859" y="189722"/>
                      <a:pt x="474648" y="192083"/>
                      <a:pt x="474689" y="194866"/>
                    </a:cubicBezTo>
                    <a:cubicBezTo>
                      <a:pt x="474701" y="195938"/>
                      <a:pt x="474701" y="195938"/>
                      <a:pt x="474713" y="197031"/>
                    </a:cubicBezTo>
                    <a:cubicBezTo>
                      <a:pt x="474729" y="197840"/>
                      <a:pt x="474729" y="197840"/>
                      <a:pt x="474745" y="198665"/>
                    </a:cubicBezTo>
                    <a:cubicBezTo>
                      <a:pt x="472680" y="198960"/>
                      <a:pt x="470615" y="199255"/>
                      <a:pt x="468488" y="199559"/>
                    </a:cubicBezTo>
                    <a:cubicBezTo>
                      <a:pt x="468509" y="200119"/>
                      <a:pt x="468529" y="200679"/>
                      <a:pt x="468551" y="201256"/>
                    </a:cubicBezTo>
                    <a:cubicBezTo>
                      <a:pt x="468575" y="202352"/>
                      <a:pt x="468575" y="202352"/>
                      <a:pt x="468600" y="203470"/>
                    </a:cubicBezTo>
                    <a:cubicBezTo>
                      <a:pt x="468620" y="204195"/>
                      <a:pt x="468641" y="204921"/>
                      <a:pt x="468662" y="205669"/>
                    </a:cubicBezTo>
                    <a:cubicBezTo>
                      <a:pt x="468488" y="207604"/>
                      <a:pt x="468488" y="207604"/>
                      <a:pt x="466700" y="209391"/>
                    </a:cubicBezTo>
                    <a:cubicBezTo>
                      <a:pt x="465520" y="209391"/>
                      <a:pt x="464340" y="209391"/>
                      <a:pt x="463125" y="209391"/>
                    </a:cubicBezTo>
                    <a:cubicBezTo>
                      <a:pt x="462912" y="210231"/>
                      <a:pt x="462912" y="210231"/>
                      <a:pt x="462695" y="211088"/>
                    </a:cubicBezTo>
                    <a:cubicBezTo>
                      <a:pt x="462065" y="213296"/>
                      <a:pt x="461421" y="215357"/>
                      <a:pt x="460443" y="217436"/>
                    </a:cubicBezTo>
                    <a:cubicBezTo>
                      <a:pt x="458974" y="218081"/>
                      <a:pt x="457484" y="218681"/>
                      <a:pt x="455974" y="219224"/>
                    </a:cubicBezTo>
                    <a:cubicBezTo>
                      <a:pt x="454741" y="222383"/>
                      <a:pt x="454741" y="222383"/>
                      <a:pt x="454186" y="225480"/>
                    </a:cubicBezTo>
                    <a:cubicBezTo>
                      <a:pt x="452122" y="225775"/>
                      <a:pt x="450057" y="226070"/>
                      <a:pt x="447929" y="226374"/>
                    </a:cubicBezTo>
                    <a:cubicBezTo>
                      <a:pt x="447653" y="227619"/>
                      <a:pt x="447653" y="227619"/>
                      <a:pt x="447371" y="228888"/>
                    </a:cubicBezTo>
                    <a:cubicBezTo>
                      <a:pt x="445804" y="232521"/>
                      <a:pt x="444270" y="232780"/>
                      <a:pt x="440779" y="234419"/>
                    </a:cubicBezTo>
                    <a:cubicBezTo>
                      <a:pt x="440392" y="235175"/>
                      <a:pt x="440004" y="235931"/>
                      <a:pt x="439606" y="236709"/>
                    </a:cubicBezTo>
                    <a:cubicBezTo>
                      <a:pt x="438097" y="238888"/>
                      <a:pt x="438097" y="238888"/>
                      <a:pt x="436212" y="239384"/>
                    </a:cubicBezTo>
                    <a:cubicBezTo>
                      <a:pt x="434778" y="239607"/>
                      <a:pt x="433337" y="239788"/>
                      <a:pt x="431893" y="239918"/>
                    </a:cubicBezTo>
                    <a:cubicBezTo>
                      <a:pt x="430982" y="240293"/>
                      <a:pt x="430982" y="240293"/>
                      <a:pt x="430053" y="240676"/>
                    </a:cubicBezTo>
                    <a:cubicBezTo>
                      <a:pt x="428856" y="243352"/>
                      <a:pt x="428856" y="243352"/>
                      <a:pt x="428265" y="246039"/>
                    </a:cubicBezTo>
                    <a:cubicBezTo>
                      <a:pt x="427478" y="246041"/>
                      <a:pt x="426691" y="246043"/>
                      <a:pt x="425880" y="246046"/>
                    </a:cubicBezTo>
                    <a:cubicBezTo>
                      <a:pt x="424842" y="246080"/>
                      <a:pt x="423804" y="246115"/>
                      <a:pt x="422734" y="246151"/>
                    </a:cubicBezTo>
                    <a:cubicBezTo>
                      <a:pt x="421708" y="246171"/>
                      <a:pt x="420681" y="246192"/>
                      <a:pt x="419623" y="246213"/>
                    </a:cubicBezTo>
                    <a:cubicBezTo>
                      <a:pt x="415841" y="246813"/>
                      <a:pt x="415841" y="246813"/>
                      <a:pt x="412176" y="252296"/>
                    </a:cubicBezTo>
                    <a:cubicBezTo>
                      <a:pt x="416895" y="252296"/>
                      <a:pt x="421615" y="252296"/>
                      <a:pt x="426477" y="252296"/>
                    </a:cubicBezTo>
                    <a:cubicBezTo>
                      <a:pt x="427362" y="254360"/>
                      <a:pt x="428247" y="256425"/>
                      <a:pt x="429159" y="258553"/>
                    </a:cubicBezTo>
                    <a:cubicBezTo>
                      <a:pt x="429837" y="258532"/>
                      <a:pt x="430516" y="258511"/>
                      <a:pt x="431215" y="258490"/>
                    </a:cubicBezTo>
                    <a:cubicBezTo>
                      <a:pt x="432104" y="258474"/>
                      <a:pt x="432992" y="258457"/>
                      <a:pt x="433907" y="258441"/>
                    </a:cubicBezTo>
                    <a:cubicBezTo>
                      <a:pt x="434789" y="258420"/>
                      <a:pt x="435670" y="258399"/>
                      <a:pt x="436578" y="258378"/>
                    </a:cubicBezTo>
                    <a:cubicBezTo>
                      <a:pt x="438991" y="258553"/>
                      <a:pt x="438991" y="258553"/>
                      <a:pt x="441673" y="260340"/>
                    </a:cubicBezTo>
                    <a:cubicBezTo>
                      <a:pt x="441968" y="261520"/>
                      <a:pt x="442263" y="262700"/>
                      <a:pt x="442566" y="263916"/>
                    </a:cubicBezTo>
                    <a:cubicBezTo>
                      <a:pt x="445811" y="264506"/>
                      <a:pt x="449056" y="265095"/>
                      <a:pt x="452399" y="265703"/>
                    </a:cubicBezTo>
                    <a:cubicBezTo>
                      <a:pt x="452694" y="267473"/>
                      <a:pt x="452989" y="269243"/>
                      <a:pt x="453293" y="271066"/>
                    </a:cubicBezTo>
                    <a:cubicBezTo>
                      <a:pt x="455007" y="271371"/>
                      <a:pt x="455007" y="271371"/>
                      <a:pt x="456756" y="271681"/>
                    </a:cubicBezTo>
                    <a:cubicBezTo>
                      <a:pt x="458732" y="272159"/>
                      <a:pt x="458732" y="272159"/>
                      <a:pt x="460443" y="272854"/>
                    </a:cubicBezTo>
                    <a:cubicBezTo>
                      <a:pt x="461784" y="275200"/>
                      <a:pt x="461784" y="275200"/>
                      <a:pt x="462231" y="277323"/>
                    </a:cubicBezTo>
                    <a:cubicBezTo>
                      <a:pt x="463208" y="277379"/>
                      <a:pt x="464185" y="277434"/>
                      <a:pt x="465192" y="277491"/>
                    </a:cubicBezTo>
                    <a:cubicBezTo>
                      <a:pt x="468488" y="278217"/>
                      <a:pt x="468488" y="278217"/>
                      <a:pt x="469940" y="280340"/>
                    </a:cubicBezTo>
                    <a:cubicBezTo>
                      <a:pt x="470346" y="281114"/>
                      <a:pt x="470751" y="281889"/>
                      <a:pt x="471169" y="282686"/>
                    </a:cubicBezTo>
                    <a:cubicBezTo>
                      <a:pt x="472653" y="283591"/>
                      <a:pt x="474142" y="284485"/>
                      <a:pt x="475639" y="285368"/>
                    </a:cubicBezTo>
                    <a:cubicBezTo>
                      <a:pt x="476249" y="286552"/>
                      <a:pt x="476846" y="287744"/>
                      <a:pt x="477426" y="288943"/>
                    </a:cubicBezTo>
                    <a:cubicBezTo>
                      <a:pt x="478035" y="289183"/>
                      <a:pt x="478643" y="289422"/>
                      <a:pt x="479270" y="289669"/>
                    </a:cubicBezTo>
                    <a:cubicBezTo>
                      <a:pt x="479841" y="290020"/>
                      <a:pt x="480413" y="290370"/>
                      <a:pt x="481002" y="290731"/>
                    </a:cubicBezTo>
                    <a:cubicBezTo>
                      <a:pt x="481672" y="293971"/>
                      <a:pt x="481672" y="293971"/>
                      <a:pt x="481895" y="296988"/>
                    </a:cubicBezTo>
                    <a:cubicBezTo>
                      <a:pt x="482743" y="297154"/>
                      <a:pt x="483592" y="297320"/>
                      <a:pt x="484465" y="297491"/>
                    </a:cubicBezTo>
                    <a:cubicBezTo>
                      <a:pt x="487258" y="298775"/>
                      <a:pt x="487258" y="298775"/>
                      <a:pt x="488488" y="302016"/>
                    </a:cubicBezTo>
                    <a:cubicBezTo>
                      <a:pt x="488672" y="303011"/>
                      <a:pt x="488856" y="304007"/>
                      <a:pt x="489046" y="305032"/>
                    </a:cubicBezTo>
                    <a:cubicBezTo>
                      <a:pt x="490521" y="305327"/>
                      <a:pt x="491996" y="305622"/>
                      <a:pt x="493515" y="305926"/>
                    </a:cubicBezTo>
                    <a:cubicBezTo>
                      <a:pt x="494105" y="309466"/>
                      <a:pt x="494695" y="313005"/>
                      <a:pt x="495303" y="316652"/>
                    </a:cubicBezTo>
                    <a:cubicBezTo>
                      <a:pt x="497073" y="316947"/>
                      <a:pt x="498843" y="317242"/>
                      <a:pt x="500666" y="317546"/>
                    </a:cubicBezTo>
                    <a:cubicBezTo>
                      <a:pt x="500961" y="321971"/>
                      <a:pt x="501256" y="326395"/>
                      <a:pt x="501560" y="330954"/>
                    </a:cubicBezTo>
                    <a:cubicBezTo>
                      <a:pt x="503330" y="331544"/>
                      <a:pt x="505100" y="332134"/>
                      <a:pt x="506923" y="332741"/>
                    </a:cubicBezTo>
                    <a:cubicBezTo>
                      <a:pt x="506957" y="333783"/>
                      <a:pt x="506957" y="333783"/>
                      <a:pt x="506991" y="334846"/>
                    </a:cubicBezTo>
                    <a:cubicBezTo>
                      <a:pt x="507094" y="337981"/>
                      <a:pt x="507204" y="341115"/>
                      <a:pt x="507314" y="344250"/>
                    </a:cubicBezTo>
                    <a:cubicBezTo>
                      <a:pt x="507349" y="345343"/>
                      <a:pt x="507384" y="346437"/>
                      <a:pt x="507421" y="347563"/>
                    </a:cubicBezTo>
                    <a:cubicBezTo>
                      <a:pt x="507458" y="348606"/>
                      <a:pt x="507495" y="349649"/>
                      <a:pt x="507534" y="350723"/>
                    </a:cubicBezTo>
                    <a:cubicBezTo>
                      <a:pt x="507583" y="352169"/>
                      <a:pt x="507583" y="352169"/>
                      <a:pt x="507633" y="353645"/>
                    </a:cubicBezTo>
                    <a:cubicBezTo>
                      <a:pt x="507668" y="355964"/>
                      <a:pt x="507668" y="355964"/>
                      <a:pt x="508711" y="357769"/>
                    </a:cubicBezTo>
                    <a:cubicBezTo>
                      <a:pt x="510970" y="358355"/>
                      <a:pt x="510970" y="358355"/>
                      <a:pt x="513180" y="358663"/>
                    </a:cubicBezTo>
                    <a:cubicBezTo>
                      <a:pt x="513955" y="376617"/>
                      <a:pt x="514117" y="394336"/>
                      <a:pt x="513180" y="412293"/>
                    </a:cubicBezTo>
                    <a:cubicBezTo>
                      <a:pt x="511705" y="412293"/>
                      <a:pt x="510230" y="412293"/>
                      <a:pt x="508711" y="412293"/>
                    </a:cubicBezTo>
                    <a:cubicBezTo>
                      <a:pt x="508065" y="415838"/>
                      <a:pt x="507670" y="419273"/>
                      <a:pt x="507534" y="422873"/>
                    </a:cubicBezTo>
                    <a:cubicBezTo>
                      <a:pt x="507478" y="424299"/>
                      <a:pt x="507478" y="424299"/>
                      <a:pt x="507421" y="425753"/>
                    </a:cubicBezTo>
                    <a:cubicBezTo>
                      <a:pt x="507368" y="427221"/>
                      <a:pt x="507368" y="427221"/>
                      <a:pt x="507314" y="428718"/>
                    </a:cubicBezTo>
                    <a:cubicBezTo>
                      <a:pt x="507275" y="429717"/>
                      <a:pt x="507237" y="430716"/>
                      <a:pt x="507197" y="431745"/>
                    </a:cubicBezTo>
                    <a:cubicBezTo>
                      <a:pt x="507103" y="434199"/>
                      <a:pt x="507011" y="436654"/>
                      <a:pt x="506923" y="439109"/>
                    </a:cubicBezTo>
                    <a:cubicBezTo>
                      <a:pt x="505448" y="439109"/>
                      <a:pt x="503973" y="439109"/>
                      <a:pt x="502454" y="439109"/>
                    </a:cubicBezTo>
                    <a:cubicBezTo>
                      <a:pt x="501036" y="441944"/>
                      <a:pt x="501221" y="445039"/>
                      <a:pt x="501057" y="448159"/>
                    </a:cubicBezTo>
                    <a:cubicBezTo>
                      <a:pt x="501019" y="448833"/>
                      <a:pt x="500980" y="449507"/>
                      <a:pt x="500940" y="450201"/>
                    </a:cubicBezTo>
                    <a:cubicBezTo>
                      <a:pt x="500845" y="451867"/>
                      <a:pt x="500755" y="453532"/>
                      <a:pt x="500666" y="455198"/>
                    </a:cubicBezTo>
                    <a:cubicBezTo>
                      <a:pt x="498896" y="455198"/>
                      <a:pt x="497127" y="455198"/>
                      <a:pt x="495303" y="455198"/>
                    </a:cubicBezTo>
                    <a:cubicBezTo>
                      <a:pt x="495154" y="456818"/>
                      <a:pt x="495005" y="458438"/>
                      <a:pt x="494856" y="460058"/>
                    </a:cubicBezTo>
                    <a:cubicBezTo>
                      <a:pt x="494773" y="460960"/>
                      <a:pt x="494690" y="461862"/>
                      <a:pt x="494605" y="462792"/>
                    </a:cubicBezTo>
                    <a:cubicBezTo>
                      <a:pt x="494461" y="464356"/>
                      <a:pt x="494461" y="464356"/>
                      <a:pt x="494409" y="465924"/>
                    </a:cubicBezTo>
                    <a:cubicBezTo>
                      <a:pt x="492639" y="466514"/>
                      <a:pt x="490870" y="467104"/>
                      <a:pt x="489046" y="467711"/>
                    </a:cubicBezTo>
                    <a:cubicBezTo>
                      <a:pt x="488456" y="470661"/>
                      <a:pt x="487866" y="473611"/>
                      <a:pt x="487258" y="476650"/>
                    </a:cubicBezTo>
                    <a:cubicBezTo>
                      <a:pt x="486410" y="476816"/>
                      <a:pt x="485562" y="476982"/>
                      <a:pt x="484689" y="477153"/>
                    </a:cubicBezTo>
                    <a:cubicBezTo>
                      <a:pt x="481552" y="478200"/>
                      <a:pt x="481552" y="478200"/>
                      <a:pt x="480666" y="481678"/>
                    </a:cubicBezTo>
                    <a:cubicBezTo>
                      <a:pt x="480482" y="482673"/>
                      <a:pt x="480298" y="483669"/>
                      <a:pt x="480108" y="484694"/>
                    </a:cubicBezTo>
                    <a:cubicBezTo>
                      <a:pt x="478633" y="484989"/>
                      <a:pt x="477158" y="485284"/>
                      <a:pt x="475639" y="485588"/>
                    </a:cubicBezTo>
                    <a:cubicBezTo>
                      <a:pt x="475344" y="487653"/>
                      <a:pt x="475049" y="489718"/>
                      <a:pt x="474745" y="491845"/>
                    </a:cubicBezTo>
                    <a:cubicBezTo>
                      <a:pt x="472975" y="492435"/>
                      <a:pt x="471205" y="493025"/>
                      <a:pt x="469382" y="493633"/>
                    </a:cubicBezTo>
                    <a:cubicBezTo>
                      <a:pt x="469087" y="495108"/>
                      <a:pt x="468792" y="496583"/>
                      <a:pt x="468488" y="498102"/>
                    </a:cubicBezTo>
                    <a:cubicBezTo>
                      <a:pt x="466718" y="498102"/>
                      <a:pt x="464948" y="498102"/>
                      <a:pt x="463125" y="498102"/>
                    </a:cubicBezTo>
                    <a:cubicBezTo>
                      <a:pt x="462535" y="500167"/>
                      <a:pt x="461945" y="502232"/>
                      <a:pt x="461337" y="504359"/>
                    </a:cubicBezTo>
                    <a:cubicBezTo>
                      <a:pt x="460065" y="504442"/>
                      <a:pt x="460065" y="504442"/>
                      <a:pt x="458767" y="504527"/>
                    </a:cubicBezTo>
                    <a:cubicBezTo>
                      <a:pt x="457846" y="504766"/>
                      <a:pt x="456924" y="505006"/>
                      <a:pt x="455974" y="505253"/>
                    </a:cubicBezTo>
                    <a:cubicBezTo>
                      <a:pt x="455697" y="505972"/>
                      <a:pt x="455421" y="506691"/>
                      <a:pt x="455136" y="507432"/>
                    </a:cubicBezTo>
                    <a:cubicBezTo>
                      <a:pt x="454823" y="508187"/>
                      <a:pt x="454509" y="508943"/>
                      <a:pt x="454186" y="509722"/>
                    </a:cubicBezTo>
                    <a:cubicBezTo>
                      <a:pt x="453154" y="509999"/>
                      <a:pt x="452122" y="510275"/>
                      <a:pt x="451058" y="510560"/>
                    </a:cubicBezTo>
                    <a:cubicBezTo>
                      <a:pt x="450026" y="510873"/>
                      <a:pt x="448993" y="511187"/>
                      <a:pt x="447929" y="511510"/>
                    </a:cubicBezTo>
                    <a:cubicBezTo>
                      <a:pt x="446561" y="514197"/>
                      <a:pt x="446561" y="514197"/>
                      <a:pt x="446142" y="516873"/>
                    </a:cubicBezTo>
                    <a:cubicBezTo>
                      <a:pt x="442602" y="517168"/>
                      <a:pt x="439063" y="517463"/>
                      <a:pt x="435416" y="517767"/>
                    </a:cubicBezTo>
                    <a:cubicBezTo>
                      <a:pt x="435416" y="519536"/>
                      <a:pt x="435416" y="521306"/>
                      <a:pt x="435416" y="523130"/>
                    </a:cubicBezTo>
                    <a:cubicBezTo>
                      <a:pt x="431286" y="523720"/>
                      <a:pt x="427157" y="524310"/>
                      <a:pt x="422902" y="524917"/>
                    </a:cubicBezTo>
                    <a:cubicBezTo>
                      <a:pt x="422312" y="526687"/>
                      <a:pt x="421722" y="528457"/>
                      <a:pt x="421114" y="530280"/>
                    </a:cubicBezTo>
                    <a:cubicBezTo>
                      <a:pt x="420614" y="530298"/>
                      <a:pt x="420113" y="530316"/>
                      <a:pt x="419598" y="530334"/>
                    </a:cubicBezTo>
                    <a:cubicBezTo>
                      <a:pt x="417328" y="530419"/>
                      <a:pt x="415059" y="530517"/>
                      <a:pt x="412790" y="530616"/>
                    </a:cubicBezTo>
                    <a:cubicBezTo>
                      <a:pt x="412003" y="530643"/>
                      <a:pt x="411215" y="530671"/>
                      <a:pt x="410404" y="530699"/>
                    </a:cubicBezTo>
                    <a:cubicBezTo>
                      <a:pt x="409267" y="530751"/>
                      <a:pt x="409267" y="530751"/>
                      <a:pt x="408108" y="530804"/>
                    </a:cubicBezTo>
                    <a:cubicBezTo>
                      <a:pt x="407411" y="530832"/>
                      <a:pt x="406713" y="530860"/>
                      <a:pt x="405995" y="530889"/>
                    </a:cubicBezTo>
                    <a:cubicBezTo>
                      <a:pt x="403862" y="531081"/>
                      <a:pt x="403862" y="531081"/>
                      <a:pt x="401450" y="532962"/>
                    </a:cubicBezTo>
                    <a:cubicBezTo>
                      <a:pt x="401450" y="534142"/>
                      <a:pt x="401450" y="535322"/>
                      <a:pt x="401450" y="536537"/>
                    </a:cubicBezTo>
                    <a:cubicBezTo>
                      <a:pt x="400462" y="536555"/>
                      <a:pt x="399474" y="536573"/>
                      <a:pt x="398456" y="536591"/>
                    </a:cubicBezTo>
                    <a:cubicBezTo>
                      <a:pt x="394793" y="536659"/>
                      <a:pt x="391130" y="536738"/>
                      <a:pt x="387467" y="536821"/>
                    </a:cubicBezTo>
                    <a:cubicBezTo>
                      <a:pt x="385881" y="536855"/>
                      <a:pt x="384296" y="536886"/>
                      <a:pt x="382710" y="536914"/>
                    </a:cubicBezTo>
                    <a:cubicBezTo>
                      <a:pt x="380431" y="536955"/>
                      <a:pt x="378153" y="537007"/>
                      <a:pt x="375874" y="537061"/>
                    </a:cubicBezTo>
                    <a:cubicBezTo>
                      <a:pt x="375164" y="537071"/>
                      <a:pt x="374455" y="537082"/>
                      <a:pt x="373724" y="537092"/>
                    </a:cubicBezTo>
                    <a:cubicBezTo>
                      <a:pt x="370305" y="537184"/>
                      <a:pt x="368605" y="537280"/>
                      <a:pt x="365696" y="539219"/>
                    </a:cubicBezTo>
                    <a:cubicBezTo>
                      <a:pt x="365696" y="540399"/>
                      <a:pt x="365696" y="541579"/>
                      <a:pt x="365696" y="542794"/>
                    </a:cubicBezTo>
                    <a:cubicBezTo>
                      <a:pt x="319252" y="542815"/>
                      <a:pt x="272808" y="542830"/>
                      <a:pt x="226365" y="542840"/>
                    </a:cubicBezTo>
                    <a:cubicBezTo>
                      <a:pt x="220888" y="542841"/>
                      <a:pt x="215411" y="542842"/>
                      <a:pt x="209934" y="542843"/>
                    </a:cubicBezTo>
                    <a:cubicBezTo>
                      <a:pt x="208298" y="542844"/>
                      <a:pt x="208298" y="542844"/>
                      <a:pt x="206630" y="542844"/>
                    </a:cubicBezTo>
                    <a:cubicBezTo>
                      <a:pt x="188949" y="542848"/>
                      <a:pt x="171268" y="542855"/>
                      <a:pt x="153588" y="542863"/>
                    </a:cubicBezTo>
                    <a:cubicBezTo>
                      <a:pt x="135460" y="542872"/>
                      <a:pt x="117333" y="542876"/>
                      <a:pt x="99206" y="542878"/>
                    </a:cubicBezTo>
                    <a:cubicBezTo>
                      <a:pt x="88010" y="542880"/>
                      <a:pt x="76815" y="542883"/>
                      <a:pt x="65620" y="542891"/>
                    </a:cubicBezTo>
                    <a:cubicBezTo>
                      <a:pt x="57954" y="542895"/>
                      <a:pt x="50288" y="542897"/>
                      <a:pt x="42623" y="542896"/>
                    </a:cubicBezTo>
                    <a:cubicBezTo>
                      <a:pt x="38193" y="542895"/>
                      <a:pt x="33763" y="542896"/>
                      <a:pt x="29333" y="542901"/>
                    </a:cubicBezTo>
                    <a:cubicBezTo>
                      <a:pt x="25285" y="542905"/>
                      <a:pt x="21236" y="542905"/>
                      <a:pt x="17188" y="542902"/>
                    </a:cubicBezTo>
                    <a:cubicBezTo>
                      <a:pt x="15716" y="542902"/>
                      <a:pt x="14245" y="542903"/>
                      <a:pt x="12774" y="542906"/>
                    </a:cubicBezTo>
                    <a:cubicBezTo>
                      <a:pt x="10787" y="542909"/>
                      <a:pt x="8801" y="542908"/>
                      <a:pt x="6814" y="542904"/>
                    </a:cubicBezTo>
                    <a:cubicBezTo>
                      <a:pt x="5707" y="542905"/>
                      <a:pt x="4599" y="542905"/>
                      <a:pt x="3458" y="542905"/>
                    </a:cubicBezTo>
                    <a:cubicBezTo>
                      <a:pt x="1009" y="542794"/>
                      <a:pt x="1009" y="542794"/>
                      <a:pt x="115" y="541900"/>
                    </a:cubicBezTo>
                    <a:cubicBezTo>
                      <a:pt x="26" y="539047"/>
                      <a:pt x="-3" y="536213"/>
                      <a:pt x="5" y="533359"/>
                    </a:cubicBezTo>
                    <a:cubicBezTo>
                      <a:pt x="4" y="532446"/>
                      <a:pt x="3" y="531534"/>
                      <a:pt x="2" y="530594"/>
                    </a:cubicBezTo>
                    <a:cubicBezTo>
                      <a:pt x="-1" y="527495"/>
                      <a:pt x="3" y="524396"/>
                      <a:pt x="7" y="521297"/>
                    </a:cubicBezTo>
                    <a:cubicBezTo>
                      <a:pt x="7" y="519069"/>
                      <a:pt x="6" y="516842"/>
                      <a:pt x="5" y="514614"/>
                    </a:cubicBezTo>
                    <a:cubicBezTo>
                      <a:pt x="3" y="509749"/>
                      <a:pt x="5" y="504885"/>
                      <a:pt x="8" y="500020"/>
                    </a:cubicBezTo>
                    <a:cubicBezTo>
                      <a:pt x="14" y="492787"/>
                      <a:pt x="14" y="485553"/>
                      <a:pt x="13" y="478320"/>
                    </a:cubicBezTo>
                    <a:cubicBezTo>
                      <a:pt x="12" y="466154"/>
                      <a:pt x="15" y="453988"/>
                      <a:pt x="20" y="441822"/>
                    </a:cubicBezTo>
                    <a:cubicBezTo>
                      <a:pt x="26" y="429771"/>
                      <a:pt x="29" y="417719"/>
                      <a:pt x="30" y="405667"/>
                    </a:cubicBezTo>
                    <a:cubicBezTo>
                      <a:pt x="30" y="404919"/>
                      <a:pt x="30" y="404171"/>
                      <a:pt x="30" y="403400"/>
                    </a:cubicBezTo>
                    <a:cubicBezTo>
                      <a:pt x="30" y="399599"/>
                      <a:pt x="31" y="395799"/>
                      <a:pt x="31" y="391998"/>
                    </a:cubicBezTo>
                    <a:cubicBezTo>
                      <a:pt x="33" y="365056"/>
                      <a:pt x="39" y="338113"/>
                      <a:pt x="47" y="311171"/>
                    </a:cubicBezTo>
                    <a:cubicBezTo>
                      <a:pt x="56" y="284992"/>
                      <a:pt x="62" y="258812"/>
                      <a:pt x="66" y="232633"/>
                    </a:cubicBezTo>
                    <a:cubicBezTo>
                      <a:pt x="66" y="231826"/>
                      <a:pt x="66" y="231020"/>
                      <a:pt x="66" y="230189"/>
                    </a:cubicBezTo>
                    <a:cubicBezTo>
                      <a:pt x="67" y="222090"/>
                      <a:pt x="68" y="213991"/>
                      <a:pt x="69" y="205892"/>
                    </a:cubicBezTo>
                    <a:cubicBezTo>
                      <a:pt x="72" y="189393"/>
                      <a:pt x="74" y="172893"/>
                      <a:pt x="77" y="156394"/>
                    </a:cubicBezTo>
                    <a:cubicBezTo>
                      <a:pt x="77" y="155635"/>
                      <a:pt x="77" y="154876"/>
                      <a:pt x="77" y="154095"/>
                    </a:cubicBezTo>
                    <a:cubicBezTo>
                      <a:pt x="86" y="103403"/>
                      <a:pt x="100" y="52712"/>
                      <a:pt x="115" y="2020"/>
                    </a:cubicBezTo>
                    <a:cubicBezTo>
                      <a:pt x="3531" y="155"/>
                      <a:pt x="5989" y="9"/>
                      <a:pt x="9908" y="10"/>
                    </a:cubicBezTo>
                    <a:cubicBezTo>
                      <a:pt x="10851" y="6"/>
                      <a:pt x="10851" y="6"/>
                      <a:pt x="11814" y="3"/>
                    </a:cubicBezTo>
                    <a:close/>
                  </a:path>
                </a:pathLst>
              </a:custGeom>
              <a:grpFill/>
              <a:ln w="894" cap="flat">
                <a:noFill/>
                <a:prstDash val="solid"/>
                <a:miter/>
              </a:ln>
            </p:spPr>
            <p:txBody>
              <a:bodyPr rtlCol="0" anchor="ctr"/>
              <a:lstStyle/>
              <a:p>
                <a:endParaRPr lang="zh-CN" altLang="en-US"/>
              </a:p>
            </p:txBody>
          </p:sp>
          <p:sp>
            <p:nvSpPr>
              <p:cNvPr id="44" name="任意多边形: 形状 43"/>
              <p:cNvSpPr/>
              <p:nvPr/>
            </p:nvSpPr>
            <p:spPr>
              <a:xfrm>
                <a:off x="5882319" y="3441813"/>
                <a:ext cx="513180" cy="542907"/>
              </a:xfrm>
              <a:custGeom>
                <a:avLst/>
                <a:gdLst>
                  <a:gd name="connsiteX0" fmla="*/ 249136 w 513180"/>
                  <a:gd name="connsiteY0" fmla="*/ 316663 h 542907"/>
                  <a:gd name="connsiteX1" fmla="*/ 247128 w 513180"/>
                  <a:gd name="connsiteY1" fmla="*/ 316688 h 542907"/>
                  <a:gd name="connsiteX2" fmla="*/ 240406 w 513180"/>
                  <a:gd name="connsiteY2" fmla="*/ 316696 h 542907"/>
                  <a:gd name="connsiteX3" fmla="*/ 235603 w 513180"/>
                  <a:gd name="connsiteY3" fmla="*/ 316717 h 542907"/>
                  <a:gd name="connsiteX4" fmla="*/ 225598 w 513180"/>
                  <a:gd name="connsiteY4" fmla="*/ 316740 h 542907"/>
                  <a:gd name="connsiteX5" fmla="*/ 212568 w 513180"/>
                  <a:gd name="connsiteY5" fmla="*/ 316792 h 542907"/>
                  <a:gd name="connsiteX6" fmla="*/ 202404 w 513180"/>
                  <a:gd name="connsiteY6" fmla="*/ 316809 h 542907"/>
                  <a:gd name="connsiteX7" fmla="*/ 197564 w 513180"/>
                  <a:gd name="connsiteY7" fmla="*/ 316825 h 542907"/>
                  <a:gd name="connsiteX8" fmla="*/ 190578 w 513180"/>
                  <a:gd name="connsiteY8" fmla="*/ 316849 h 542907"/>
                  <a:gd name="connsiteX9" fmla="*/ 188455 w 513180"/>
                  <a:gd name="connsiteY9" fmla="*/ 316862 h 542907"/>
                  <a:gd name="connsiteX10" fmla="*/ 180870 w 513180"/>
                  <a:gd name="connsiteY10" fmla="*/ 317900 h 542907"/>
                  <a:gd name="connsiteX11" fmla="*/ 181885 w 513180"/>
                  <a:gd name="connsiteY11" fmla="*/ 329300 h 542907"/>
                  <a:gd name="connsiteX12" fmla="*/ 181880 w 513180"/>
                  <a:gd name="connsiteY12" fmla="*/ 331639 h 542907"/>
                  <a:gd name="connsiteX13" fmla="*/ 181886 w 513180"/>
                  <a:gd name="connsiteY13" fmla="*/ 339502 h 542907"/>
                  <a:gd name="connsiteX14" fmla="*/ 181884 w 513180"/>
                  <a:gd name="connsiteY14" fmla="*/ 345117 h 542907"/>
                  <a:gd name="connsiteX15" fmla="*/ 181884 w 513180"/>
                  <a:gd name="connsiteY15" fmla="*/ 356826 h 542907"/>
                  <a:gd name="connsiteX16" fmla="*/ 181881 w 513180"/>
                  <a:gd name="connsiteY16" fmla="*/ 372058 h 542907"/>
                  <a:gd name="connsiteX17" fmla="*/ 181886 w 513180"/>
                  <a:gd name="connsiteY17" fmla="*/ 383952 h 542907"/>
                  <a:gd name="connsiteX18" fmla="*/ 181883 w 513180"/>
                  <a:gd name="connsiteY18" fmla="*/ 389617 h 542907"/>
                  <a:gd name="connsiteX19" fmla="*/ 181885 w 513180"/>
                  <a:gd name="connsiteY19" fmla="*/ 397781 h 542907"/>
                  <a:gd name="connsiteX20" fmla="*/ 181880 w 513180"/>
                  <a:gd name="connsiteY20" fmla="*/ 400265 h 542907"/>
                  <a:gd name="connsiteX21" fmla="*/ 181764 w 513180"/>
                  <a:gd name="connsiteY21" fmla="*/ 408178 h 542907"/>
                  <a:gd name="connsiteX22" fmla="*/ 181764 w 513180"/>
                  <a:gd name="connsiteY22" fmla="*/ 414435 h 542907"/>
                  <a:gd name="connsiteX23" fmla="*/ 207731 w 513180"/>
                  <a:gd name="connsiteY23" fmla="*/ 414522 h 542907"/>
                  <a:gd name="connsiteX24" fmla="*/ 220960 w 513180"/>
                  <a:gd name="connsiteY24" fmla="*/ 414558 h 542907"/>
                  <a:gd name="connsiteX25" fmla="*/ 233929 w 513180"/>
                  <a:gd name="connsiteY25" fmla="*/ 414602 h 542907"/>
                  <a:gd name="connsiteX26" fmla="*/ 238851 w 513180"/>
                  <a:gd name="connsiteY26" fmla="*/ 414610 h 542907"/>
                  <a:gd name="connsiteX27" fmla="*/ 245961 w 513180"/>
                  <a:gd name="connsiteY27" fmla="*/ 414639 h 542907"/>
                  <a:gd name="connsiteX28" fmla="*/ 248128 w 513180"/>
                  <a:gd name="connsiteY28" fmla="*/ 414638 h 542907"/>
                  <a:gd name="connsiteX29" fmla="*/ 255059 w 513180"/>
                  <a:gd name="connsiteY29" fmla="*/ 414435 h 542907"/>
                  <a:gd name="connsiteX30" fmla="*/ 257406 w 513180"/>
                  <a:gd name="connsiteY30" fmla="*/ 410301 h 542907"/>
                  <a:gd name="connsiteX31" fmla="*/ 257741 w 513180"/>
                  <a:gd name="connsiteY31" fmla="*/ 408178 h 542907"/>
                  <a:gd name="connsiteX32" fmla="*/ 272500 w 513180"/>
                  <a:gd name="connsiteY32" fmla="*/ 408222 h 542907"/>
                  <a:gd name="connsiteX33" fmla="*/ 278523 w 513180"/>
                  <a:gd name="connsiteY33" fmla="*/ 408234 h 542907"/>
                  <a:gd name="connsiteX34" fmla="*/ 287402 w 513180"/>
                  <a:gd name="connsiteY34" fmla="*/ 408262 h 542907"/>
                  <a:gd name="connsiteX35" fmla="*/ 290212 w 513180"/>
                  <a:gd name="connsiteY35" fmla="*/ 408266 h 542907"/>
                  <a:gd name="connsiteX36" fmla="*/ 292941 w 513180"/>
                  <a:gd name="connsiteY36" fmla="*/ 408280 h 542907"/>
                  <a:gd name="connsiteX37" fmla="*/ 295489 w 513180"/>
                  <a:gd name="connsiteY37" fmla="*/ 408280 h 542907"/>
                  <a:gd name="connsiteX38" fmla="*/ 299751 w 513180"/>
                  <a:gd name="connsiteY38" fmla="*/ 408178 h 542907"/>
                  <a:gd name="connsiteX39" fmla="*/ 306008 w 513180"/>
                  <a:gd name="connsiteY39" fmla="*/ 404603 h 542907"/>
                  <a:gd name="connsiteX40" fmla="*/ 305114 w 513180"/>
                  <a:gd name="connsiteY40" fmla="*/ 401921 h 542907"/>
                  <a:gd name="connsiteX41" fmla="*/ 314276 w 513180"/>
                  <a:gd name="connsiteY41" fmla="*/ 401363 h 542907"/>
                  <a:gd name="connsiteX42" fmla="*/ 318243 w 513180"/>
                  <a:gd name="connsiteY42" fmla="*/ 397396 h 542907"/>
                  <a:gd name="connsiteX43" fmla="*/ 319416 w 513180"/>
                  <a:gd name="connsiteY43" fmla="*/ 394771 h 542907"/>
                  <a:gd name="connsiteX44" fmla="*/ 322097 w 513180"/>
                  <a:gd name="connsiteY44" fmla="*/ 393877 h 542907"/>
                  <a:gd name="connsiteX45" fmla="*/ 325236 w 513180"/>
                  <a:gd name="connsiteY45" fmla="*/ 389174 h 542907"/>
                  <a:gd name="connsiteX46" fmla="*/ 325394 w 513180"/>
                  <a:gd name="connsiteY46" fmla="*/ 387005 h 542907"/>
                  <a:gd name="connsiteX47" fmla="*/ 325572 w 513180"/>
                  <a:gd name="connsiteY47" fmla="*/ 384816 h 542907"/>
                  <a:gd name="connsiteX48" fmla="*/ 325673 w 513180"/>
                  <a:gd name="connsiteY48" fmla="*/ 383151 h 542907"/>
                  <a:gd name="connsiteX49" fmla="*/ 330792 w 513180"/>
                  <a:gd name="connsiteY49" fmla="*/ 382250 h 542907"/>
                  <a:gd name="connsiteX50" fmla="*/ 332279 w 513180"/>
                  <a:gd name="connsiteY50" fmla="*/ 375441 h 542907"/>
                  <a:gd name="connsiteX51" fmla="*/ 332254 w 513180"/>
                  <a:gd name="connsiteY51" fmla="*/ 373427 h 542907"/>
                  <a:gd name="connsiteX52" fmla="*/ 332253 w 513180"/>
                  <a:gd name="connsiteY52" fmla="*/ 369200 h 542907"/>
                  <a:gd name="connsiteX53" fmla="*/ 332212 w 513180"/>
                  <a:gd name="connsiteY53" fmla="*/ 362538 h 542907"/>
                  <a:gd name="connsiteX54" fmla="*/ 332210 w 513180"/>
                  <a:gd name="connsiteY54" fmla="*/ 358186 h 542907"/>
                  <a:gd name="connsiteX55" fmla="*/ 332199 w 513180"/>
                  <a:gd name="connsiteY55" fmla="*/ 356108 h 542907"/>
                  <a:gd name="connsiteX56" fmla="*/ 332201 w 513180"/>
                  <a:gd name="connsiteY56" fmla="*/ 354088 h 542907"/>
                  <a:gd name="connsiteX57" fmla="*/ 330142 w 513180"/>
                  <a:gd name="connsiteY57" fmla="*/ 347397 h 542907"/>
                  <a:gd name="connsiteX58" fmla="*/ 325673 w 513180"/>
                  <a:gd name="connsiteY58" fmla="*/ 347397 h 542907"/>
                  <a:gd name="connsiteX59" fmla="*/ 325673 w 513180"/>
                  <a:gd name="connsiteY59" fmla="*/ 337565 h 542907"/>
                  <a:gd name="connsiteX60" fmla="*/ 320086 w 513180"/>
                  <a:gd name="connsiteY60" fmla="*/ 336112 h 542907"/>
                  <a:gd name="connsiteX61" fmla="*/ 318522 w 513180"/>
                  <a:gd name="connsiteY61" fmla="*/ 336671 h 542907"/>
                  <a:gd name="connsiteX62" fmla="*/ 318522 w 513180"/>
                  <a:gd name="connsiteY62" fmla="*/ 332202 h 542907"/>
                  <a:gd name="connsiteX63" fmla="*/ 314409 w 513180"/>
                  <a:gd name="connsiteY63" fmla="*/ 330044 h 542907"/>
                  <a:gd name="connsiteX64" fmla="*/ 311707 w 513180"/>
                  <a:gd name="connsiteY64" fmla="*/ 329855 h 542907"/>
                  <a:gd name="connsiteX65" fmla="*/ 308990 w 513180"/>
                  <a:gd name="connsiteY65" fmla="*/ 329653 h 542907"/>
                  <a:gd name="connsiteX66" fmla="*/ 306902 w 513180"/>
                  <a:gd name="connsiteY66" fmla="*/ 329520 h 542907"/>
                  <a:gd name="connsiteX67" fmla="*/ 305114 w 513180"/>
                  <a:gd name="connsiteY67" fmla="*/ 324157 h 542907"/>
                  <a:gd name="connsiteX68" fmla="*/ 291021 w 513180"/>
                  <a:gd name="connsiteY68" fmla="*/ 323162 h 542907"/>
                  <a:gd name="connsiteX69" fmla="*/ 288467 w 513180"/>
                  <a:gd name="connsiteY69" fmla="*/ 323176 h 542907"/>
                  <a:gd name="connsiteX70" fmla="*/ 280239 w 513180"/>
                  <a:gd name="connsiteY70" fmla="*/ 323196 h 542907"/>
                  <a:gd name="connsiteX71" fmla="*/ 274533 w 513180"/>
                  <a:gd name="connsiteY71" fmla="*/ 323214 h 542907"/>
                  <a:gd name="connsiteX72" fmla="*/ 259220 w 513180"/>
                  <a:gd name="connsiteY72" fmla="*/ 323257 h 542907"/>
                  <a:gd name="connsiteX73" fmla="*/ 257741 w 513180"/>
                  <a:gd name="connsiteY73" fmla="*/ 323263 h 542907"/>
                  <a:gd name="connsiteX74" fmla="*/ 256393 w 513180"/>
                  <a:gd name="connsiteY74" fmla="*/ 318144 h 542907"/>
                  <a:gd name="connsiteX75" fmla="*/ 249136 w 513180"/>
                  <a:gd name="connsiteY75" fmla="*/ 316663 h 542907"/>
                  <a:gd name="connsiteX76" fmla="*/ 238845 w 513180"/>
                  <a:gd name="connsiteY76" fmla="*/ 116233 h 542907"/>
                  <a:gd name="connsiteX77" fmla="*/ 235660 w 513180"/>
                  <a:gd name="connsiteY77" fmla="*/ 116243 h 542907"/>
                  <a:gd name="connsiteX78" fmla="*/ 230114 w 513180"/>
                  <a:gd name="connsiteY78" fmla="*/ 116250 h 542907"/>
                  <a:gd name="connsiteX79" fmla="*/ 226159 w 513180"/>
                  <a:gd name="connsiteY79" fmla="*/ 116272 h 542907"/>
                  <a:gd name="connsiteX80" fmla="*/ 217905 w 513180"/>
                  <a:gd name="connsiteY80" fmla="*/ 116295 h 542907"/>
                  <a:gd name="connsiteX81" fmla="*/ 207172 w 513180"/>
                  <a:gd name="connsiteY81" fmla="*/ 116347 h 542907"/>
                  <a:gd name="connsiteX82" fmla="*/ 198786 w 513180"/>
                  <a:gd name="connsiteY82" fmla="*/ 116364 h 542907"/>
                  <a:gd name="connsiteX83" fmla="*/ 194794 w 513180"/>
                  <a:gd name="connsiteY83" fmla="*/ 116380 h 542907"/>
                  <a:gd name="connsiteX84" fmla="*/ 189040 w 513180"/>
                  <a:gd name="connsiteY84" fmla="*/ 116404 h 542907"/>
                  <a:gd name="connsiteX85" fmla="*/ 187291 w 513180"/>
                  <a:gd name="connsiteY85" fmla="*/ 116417 h 542907"/>
                  <a:gd name="connsiteX86" fmla="*/ 180869 w 513180"/>
                  <a:gd name="connsiteY86" fmla="*/ 117455 h 542907"/>
                  <a:gd name="connsiteX87" fmla="*/ 181884 w 513180"/>
                  <a:gd name="connsiteY87" fmla="*/ 128457 h 542907"/>
                  <a:gd name="connsiteX88" fmla="*/ 181879 w 513180"/>
                  <a:gd name="connsiteY88" fmla="*/ 130619 h 542907"/>
                  <a:gd name="connsiteX89" fmla="*/ 181885 w 513180"/>
                  <a:gd name="connsiteY89" fmla="*/ 137898 h 542907"/>
                  <a:gd name="connsiteX90" fmla="*/ 181883 w 513180"/>
                  <a:gd name="connsiteY90" fmla="*/ 143094 h 542907"/>
                  <a:gd name="connsiteX91" fmla="*/ 181883 w 513180"/>
                  <a:gd name="connsiteY91" fmla="*/ 153933 h 542907"/>
                  <a:gd name="connsiteX92" fmla="*/ 181880 w 513180"/>
                  <a:gd name="connsiteY92" fmla="*/ 168030 h 542907"/>
                  <a:gd name="connsiteX93" fmla="*/ 181884 w 513180"/>
                  <a:gd name="connsiteY93" fmla="*/ 179039 h 542907"/>
                  <a:gd name="connsiteX94" fmla="*/ 181882 w 513180"/>
                  <a:gd name="connsiteY94" fmla="*/ 184284 h 542907"/>
                  <a:gd name="connsiteX95" fmla="*/ 181883 w 513180"/>
                  <a:gd name="connsiteY95" fmla="*/ 191838 h 542907"/>
                  <a:gd name="connsiteX96" fmla="*/ 181879 w 513180"/>
                  <a:gd name="connsiteY96" fmla="*/ 194138 h 542907"/>
                  <a:gd name="connsiteX97" fmla="*/ 181763 w 513180"/>
                  <a:gd name="connsiteY97" fmla="*/ 201476 h 542907"/>
                  <a:gd name="connsiteX98" fmla="*/ 181763 w 513180"/>
                  <a:gd name="connsiteY98" fmla="*/ 207733 h 542907"/>
                  <a:gd name="connsiteX99" fmla="*/ 203151 w 513180"/>
                  <a:gd name="connsiteY99" fmla="*/ 207777 h 542907"/>
                  <a:gd name="connsiteX100" fmla="*/ 214062 w 513180"/>
                  <a:gd name="connsiteY100" fmla="*/ 207795 h 542907"/>
                  <a:gd name="connsiteX101" fmla="*/ 224743 w 513180"/>
                  <a:gd name="connsiteY101" fmla="*/ 207817 h 542907"/>
                  <a:gd name="connsiteX102" fmla="*/ 228812 w 513180"/>
                  <a:gd name="connsiteY102" fmla="*/ 207820 h 542907"/>
                  <a:gd name="connsiteX103" fmla="*/ 234659 w 513180"/>
                  <a:gd name="connsiteY103" fmla="*/ 207835 h 542907"/>
                  <a:gd name="connsiteX104" fmla="*/ 236457 w 513180"/>
                  <a:gd name="connsiteY104" fmla="*/ 207835 h 542907"/>
                  <a:gd name="connsiteX105" fmla="*/ 242544 w 513180"/>
                  <a:gd name="connsiteY105" fmla="*/ 207733 h 542907"/>
                  <a:gd name="connsiteX106" fmla="*/ 249695 w 513180"/>
                  <a:gd name="connsiteY106" fmla="*/ 204158 h 542907"/>
                  <a:gd name="connsiteX107" fmla="*/ 248801 w 513180"/>
                  <a:gd name="connsiteY107" fmla="*/ 201476 h 542907"/>
                  <a:gd name="connsiteX108" fmla="*/ 260252 w 513180"/>
                  <a:gd name="connsiteY108" fmla="*/ 201520 h 542907"/>
                  <a:gd name="connsiteX109" fmla="*/ 264946 w 513180"/>
                  <a:gd name="connsiteY109" fmla="*/ 201532 h 542907"/>
                  <a:gd name="connsiteX110" fmla="*/ 271830 w 513180"/>
                  <a:gd name="connsiteY110" fmla="*/ 201560 h 542907"/>
                  <a:gd name="connsiteX111" fmla="*/ 274028 w 513180"/>
                  <a:gd name="connsiteY111" fmla="*/ 201564 h 542907"/>
                  <a:gd name="connsiteX112" fmla="*/ 288130 w 513180"/>
                  <a:gd name="connsiteY112" fmla="*/ 200582 h 542907"/>
                  <a:gd name="connsiteX113" fmla="*/ 291706 w 513180"/>
                  <a:gd name="connsiteY113" fmla="*/ 195219 h 542907"/>
                  <a:gd name="connsiteX114" fmla="*/ 295504 w 513180"/>
                  <a:gd name="connsiteY114" fmla="*/ 194437 h 542907"/>
                  <a:gd name="connsiteX115" fmla="*/ 298856 w 513180"/>
                  <a:gd name="connsiteY115" fmla="*/ 194326 h 542907"/>
                  <a:gd name="connsiteX116" fmla="*/ 300644 w 513180"/>
                  <a:gd name="connsiteY116" fmla="*/ 188962 h 542907"/>
                  <a:gd name="connsiteX117" fmla="*/ 306007 w 513180"/>
                  <a:gd name="connsiteY117" fmla="*/ 187175 h 542907"/>
                  <a:gd name="connsiteX118" fmla="*/ 306464 w 513180"/>
                  <a:gd name="connsiteY118" fmla="*/ 184263 h 542907"/>
                  <a:gd name="connsiteX119" fmla="*/ 306622 w 513180"/>
                  <a:gd name="connsiteY119" fmla="*/ 180806 h 542907"/>
                  <a:gd name="connsiteX120" fmla="*/ 306800 w 513180"/>
                  <a:gd name="connsiteY120" fmla="*/ 177336 h 542907"/>
                  <a:gd name="connsiteX121" fmla="*/ 306901 w 513180"/>
                  <a:gd name="connsiteY121" fmla="*/ 174661 h 542907"/>
                  <a:gd name="connsiteX122" fmla="*/ 310476 w 513180"/>
                  <a:gd name="connsiteY122" fmla="*/ 174661 h 542907"/>
                  <a:gd name="connsiteX123" fmla="*/ 312495 w 513180"/>
                  <a:gd name="connsiteY123" fmla="*/ 168835 h 542907"/>
                  <a:gd name="connsiteX124" fmla="*/ 312501 w 513180"/>
                  <a:gd name="connsiteY124" fmla="*/ 166334 h 542907"/>
                  <a:gd name="connsiteX125" fmla="*/ 312508 w 513180"/>
                  <a:gd name="connsiteY125" fmla="*/ 163594 h 542907"/>
                  <a:gd name="connsiteX126" fmla="*/ 312487 w 513180"/>
                  <a:gd name="connsiteY126" fmla="*/ 160751 h 542907"/>
                  <a:gd name="connsiteX127" fmla="*/ 312508 w 513180"/>
                  <a:gd name="connsiteY127" fmla="*/ 157896 h 542907"/>
                  <a:gd name="connsiteX128" fmla="*/ 312501 w 513180"/>
                  <a:gd name="connsiteY128" fmla="*/ 155161 h 542907"/>
                  <a:gd name="connsiteX129" fmla="*/ 310476 w 513180"/>
                  <a:gd name="connsiteY129" fmla="*/ 147846 h 542907"/>
                  <a:gd name="connsiteX130" fmla="*/ 308130 w 513180"/>
                  <a:gd name="connsiteY130" fmla="*/ 147678 h 542907"/>
                  <a:gd name="connsiteX131" fmla="*/ 306007 w 513180"/>
                  <a:gd name="connsiteY131" fmla="*/ 147846 h 542907"/>
                  <a:gd name="connsiteX132" fmla="*/ 306038 w 513180"/>
                  <a:gd name="connsiteY132" fmla="*/ 145531 h 542907"/>
                  <a:gd name="connsiteX133" fmla="*/ 306063 w 513180"/>
                  <a:gd name="connsiteY133" fmla="*/ 142539 h 542907"/>
                  <a:gd name="connsiteX134" fmla="*/ 306007 w 513180"/>
                  <a:gd name="connsiteY134" fmla="*/ 137120 h 542907"/>
                  <a:gd name="connsiteX135" fmla="*/ 302823 w 513180"/>
                  <a:gd name="connsiteY135" fmla="*/ 135723 h 542907"/>
                  <a:gd name="connsiteX136" fmla="*/ 300644 w 513180"/>
                  <a:gd name="connsiteY136" fmla="*/ 135332 h 542907"/>
                  <a:gd name="connsiteX137" fmla="*/ 298856 w 513180"/>
                  <a:gd name="connsiteY137" fmla="*/ 129969 h 542907"/>
                  <a:gd name="connsiteX138" fmla="*/ 293399 w 513180"/>
                  <a:gd name="connsiteY138" fmla="*/ 129501 h 542907"/>
                  <a:gd name="connsiteX139" fmla="*/ 290644 w 513180"/>
                  <a:gd name="connsiteY139" fmla="*/ 127399 h 542907"/>
                  <a:gd name="connsiteX140" fmla="*/ 289918 w 513180"/>
                  <a:gd name="connsiteY140" fmla="*/ 125500 h 542907"/>
                  <a:gd name="connsiteX141" fmla="*/ 279719 w 513180"/>
                  <a:gd name="connsiteY141" fmla="*/ 122537 h 542907"/>
                  <a:gd name="connsiteX142" fmla="*/ 277512 w 513180"/>
                  <a:gd name="connsiteY142" fmla="*/ 122588 h 542907"/>
                  <a:gd name="connsiteX143" fmla="*/ 270414 w 513180"/>
                  <a:gd name="connsiteY143" fmla="*/ 122665 h 542907"/>
                  <a:gd name="connsiteX144" fmla="*/ 263076 w 513180"/>
                  <a:gd name="connsiteY144" fmla="*/ 122766 h 542907"/>
                  <a:gd name="connsiteX145" fmla="*/ 258406 w 513180"/>
                  <a:gd name="connsiteY145" fmla="*/ 122811 h 542907"/>
                  <a:gd name="connsiteX146" fmla="*/ 247013 w 513180"/>
                  <a:gd name="connsiteY146" fmla="*/ 121924 h 542907"/>
                  <a:gd name="connsiteX147" fmla="*/ 246120 w 513180"/>
                  <a:gd name="connsiteY147" fmla="*/ 119243 h 542907"/>
                  <a:gd name="connsiteX148" fmla="*/ 238845 w 513180"/>
                  <a:gd name="connsiteY148" fmla="*/ 116233 h 542907"/>
                  <a:gd name="connsiteX149" fmla="*/ 11814 w 513180"/>
                  <a:gd name="connsiteY149" fmla="*/ 3 h 542907"/>
                  <a:gd name="connsiteX150" fmla="*/ 18166 w 513180"/>
                  <a:gd name="connsiteY150" fmla="*/ 11 h 542907"/>
                  <a:gd name="connsiteX151" fmla="*/ 22754 w 513180"/>
                  <a:gd name="connsiteY151" fmla="*/ 5 h 542907"/>
                  <a:gd name="connsiteX152" fmla="*/ 35387 w 513180"/>
                  <a:gd name="connsiteY152" fmla="*/ 12 h 542907"/>
                  <a:gd name="connsiteX153" fmla="*/ 49002 w 513180"/>
                  <a:gd name="connsiteY153" fmla="*/ 10 h 542907"/>
                  <a:gd name="connsiteX154" fmla="*/ 75684 w 513180"/>
                  <a:gd name="connsiteY154" fmla="*/ 19 h 542907"/>
                  <a:gd name="connsiteX155" fmla="*/ 106741 w 513180"/>
                  <a:gd name="connsiteY155" fmla="*/ 28 h 542907"/>
                  <a:gd name="connsiteX156" fmla="*/ 162150 w 513180"/>
                  <a:gd name="connsiteY156" fmla="*/ 48 h 542907"/>
                  <a:gd name="connsiteX157" fmla="*/ 215942 w 513180"/>
                  <a:gd name="connsiteY157" fmla="*/ 67 h 542907"/>
                  <a:gd name="connsiteX158" fmla="*/ 219287 w 513180"/>
                  <a:gd name="connsiteY158" fmla="*/ 67 h 542907"/>
                  <a:gd name="connsiteX159" fmla="*/ 222627 w 513180"/>
                  <a:gd name="connsiteY159" fmla="*/ 66 h 542907"/>
                  <a:gd name="connsiteX160" fmla="*/ 283821 w 513180"/>
                  <a:gd name="connsiteY160" fmla="*/ 79 h 542907"/>
                  <a:gd name="connsiteX161" fmla="*/ 305479 w 513180"/>
                  <a:gd name="connsiteY161" fmla="*/ 83 h 542907"/>
                  <a:gd name="connsiteX162" fmla="*/ 331871 w 513180"/>
                  <a:gd name="connsiteY162" fmla="*/ 96 h 542907"/>
                  <a:gd name="connsiteX163" fmla="*/ 345341 w 513180"/>
                  <a:gd name="connsiteY163" fmla="*/ 102 h 542907"/>
                  <a:gd name="connsiteX164" fmla="*/ 357667 w 513180"/>
                  <a:gd name="connsiteY164" fmla="*/ 110 h 542907"/>
                  <a:gd name="connsiteX165" fmla="*/ 362132 w 513180"/>
                  <a:gd name="connsiteY165" fmla="*/ 111 h 542907"/>
                  <a:gd name="connsiteX166" fmla="*/ 368191 w 513180"/>
                  <a:gd name="connsiteY166" fmla="*/ 117 h 542907"/>
                  <a:gd name="connsiteX167" fmla="*/ 371594 w 513180"/>
                  <a:gd name="connsiteY167" fmla="*/ 119 h 542907"/>
                  <a:gd name="connsiteX168" fmla="*/ 379997 w 513180"/>
                  <a:gd name="connsiteY168" fmla="*/ 1126 h 542907"/>
                  <a:gd name="connsiteX169" fmla="*/ 380333 w 513180"/>
                  <a:gd name="connsiteY169" fmla="*/ 3305 h 542907"/>
                  <a:gd name="connsiteX170" fmla="*/ 380891 w 513180"/>
                  <a:gd name="connsiteY170" fmla="*/ 5595 h 542907"/>
                  <a:gd name="connsiteX171" fmla="*/ 386569 w 513180"/>
                  <a:gd name="connsiteY171" fmla="*/ 6772 h 542907"/>
                  <a:gd name="connsiteX172" fmla="*/ 388873 w 513180"/>
                  <a:gd name="connsiteY172" fmla="*/ 6886 h 542907"/>
                  <a:gd name="connsiteX173" fmla="*/ 391282 w 513180"/>
                  <a:gd name="connsiteY173" fmla="*/ 6992 h 542907"/>
                  <a:gd name="connsiteX174" fmla="*/ 393712 w 513180"/>
                  <a:gd name="connsiteY174" fmla="*/ 7109 h 542907"/>
                  <a:gd name="connsiteX175" fmla="*/ 399662 w 513180"/>
                  <a:gd name="connsiteY175" fmla="*/ 7383 h 542907"/>
                  <a:gd name="connsiteX176" fmla="*/ 399997 w 513180"/>
                  <a:gd name="connsiteY176" fmla="*/ 9562 h 542907"/>
                  <a:gd name="connsiteX177" fmla="*/ 400556 w 513180"/>
                  <a:gd name="connsiteY177" fmla="*/ 11852 h 542907"/>
                  <a:gd name="connsiteX178" fmla="*/ 408265 w 513180"/>
                  <a:gd name="connsiteY178" fmla="*/ 13249 h 542907"/>
                  <a:gd name="connsiteX179" fmla="*/ 411484 w 513180"/>
                  <a:gd name="connsiteY179" fmla="*/ 13476 h 542907"/>
                  <a:gd name="connsiteX180" fmla="*/ 413963 w 513180"/>
                  <a:gd name="connsiteY180" fmla="*/ 13640 h 542907"/>
                  <a:gd name="connsiteX181" fmla="*/ 414857 w 513180"/>
                  <a:gd name="connsiteY181" fmla="*/ 19003 h 542907"/>
                  <a:gd name="connsiteX182" fmla="*/ 425583 w 513180"/>
                  <a:gd name="connsiteY182" fmla="*/ 19897 h 542907"/>
                  <a:gd name="connsiteX183" fmla="*/ 426030 w 513180"/>
                  <a:gd name="connsiteY183" fmla="*/ 22467 h 542907"/>
                  <a:gd name="connsiteX184" fmla="*/ 429019 w 513180"/>
                  <a:gd name="connsiteY184" fmla="*/ 25857 h 542907"/>
                  <a:gd name="connsiteX185" fmla="*/ 432895 w 513180"/>
                  <a:gd name="connsiteY185" fmla="*/ 26548 h 542907"/>
                  <a:gd name="connsiteX186" fmla="*/ 434522 w 513180"/>
                  <a:gd name="connsiteY186" fmla="*/ 27048 h 542907"/>
                  <a:gd name="connsiteX187" fmla="*/ 436310 w 513180"/>
                  <a:gd name="connsiteY187" fmla="*/ 31517 h 542907"/>
                  <a:gd name="connsiteX188" fmla="*/ 438991 w 513180"/>
                  <a:gd name="connsiteY188" fmla="*/ 32355 h 542907"/>
                  <a:gd name="connsiteX189" fmla="*/ 441673 w 513180"/>
                  <a:gd name="connsiteY189" fmla="*/ 33304 h 542907"/>
                  <a:gd name="connsiteX190" fmla="*/ 443460 w 513180"/>
                  <a:gd name="connsiteY190" fmla="*/ 38668 h 542907"/>
                  <a:gd name="connsiteX191" fmla="*/ 447929 w 513180"/>
                  <a:gd name="connsiteY191" fmla="*/ 39561 h 542907"/>
                  <a:gd name="connsiteX192" fmla="*/ 449717 w 513180"/>
                  <a:gd name="connsiteY192" fmla="*/ 44924 h 542907"/>
                  <a:gd name="connsiteX193" fmla="*/ 455080 w 513180"/>
                  <a:gd name="connsiteY193" fmla="*/ 45818 h 542907"/>
                  <a:gd name="connsiteX194" fmla="*/ 456868 w 513180"/>
                  <a:gd name="connsiteY194" fmla="*/ 52075 h 542907"/>
                  <a:gd name="connsiteX195" fmla="*/ 460443 w 513180"/>
                  <a:gd name="connsiteY195" fmla="*/ 52969 h 542907"/>
                  <a:gd name="connsiteX196" fmla="*/ 461002 w 513180"/>
                  <a:gd name="connsiteY196" fmla="*/ 55986 h 542907"/>
                  <a:gd name="connsiteX197" fmla="*/ 465024 w 513180"/>
                  <a:gd name="connsiteY197" fmla="*/ 60511 h 542907"/>
                  <a:gd name="connsiteX198" fmla="*/ 467594 w 513180"/>
                  <a:gd name="connsiteY198" fmla="*/ 61014 h 542907"/>
                  <a:gd name="connsiteX199" fmla="*/ 468041 w 513180"/>
                  <a:gd name="connsiteY199" fmla="*/ 64868 h 542907"/>
                  <a:gd name="connsiteX200" fmla="*/ 468292 w 513180"/>
                  <a:gd name="connsiteY200" fmla="*/ 67037 h 542907"/>
                  <a:gd name="connsiteX201" fmla="*/ 468488 w 513180"/>
                  <a:gd name="connsiteY201" fmla="*/ 71740 h 542907"/>
                  <a:gd name="connsiteX202" fmla="*/ 474745 w 513180"/>
                  <a:gd name="connsiteY202" fmla="*/ 73527 h 542907"/>
                  <a:gd name="connsiteX203" fmla="*/ 475639 w 513180"/>
                  <a:gd name="connsiteY203" fmla="*/ 84253 h 542907"/>
                  <a:gd name="connsiteX204" fmla="*/ 481002 w 513180"/>
                  <a:gd name="connsiteY204" fmla="*/ 85147 h 542907"/>
                  <a:gd name="connsiteX205" fmla="*/ 481166 w 513180"/>
                  <a:gd name="connsiteY205" fmla="*/ 88510 h 542907"/>
                  <a:gd name="connsiteX206" fmla="*/ 481393 w 513180"/>
                  <a:gd name="connsiteY206" fmla="*/ 92913 h 542907"/>
                  <a:gd name="connsiteX207" fmla="*/ 481499 w 513180"/>
                  <a:gd name="connsiteY207" fmla="*/ 95124 h 542907"/>
                  <a:gd name="connsiteX208" fmla="*/ 482789 w 513180"/>
                  <a:gd name="connsiteY208" fmla="*/ 105706 h 542907"/>
                  <a:gd name="connsiteX209" fmla="*/ 487258 w 513180"/>
                  <a:gd name="connsiteY209" fmla="*/ 105706 h 542907"/>
                  <a:gd name="connsiteX210" fmla="*/ 487258 w 513180"/>
                  <a:gd name="connsiteY210" fmla="*/ 165593 h 542907"/>
                  <a:gd name="connsiteX211" fmla="*/ 481895 w 513180"/>
                  <a:gd name="connsiteY211" fmla="*/ 167381 h 542907"/>
                  <a:gd name="connsiteX212" fmla="*/ 481002 w 513180"/>
                  <a:gd name="connsiteY212" fmla="*/ 186151 h 542907"/>
                  <a:gd name="connsiteX213" fmla="*/ 476532 w 513180"/>
                  <a:gd name="connsiteY213" fmla="*/ 186151 h 542907"/>
                  <a:gd name="connsiteX214" fmla="*/ 474633 w 513180"/>
                  <a:gd name="connsiteY214" fmla="*/ 193917 h 542907"/>
                  <a:gd name="connsiteX215" fmla="*/ 474682 w 513180"/>
                  <a:gd name="connsiteY215" fmla="*/ 196609 h 542907"/>
                  <a:gd name="connsiteX216" fmla="*/ 474745 w 513180"/>
                  <a:gd name="connsiteY216" fmla="*/ 198665 h 542907"/>
                  <a:gd name="connsiteX217" fmla="*/ 468488 w 513180"/>
                  <a:gd name="connsiteY217" fmla="*/ 200453 h 542907"/>
                  <a:gd name="connsiteX218" fmla="*/ 467594 w 513180"/>
                  <a:gd name="connsiteY218" fmla="*/ 209391 h 542907"/>
                  <a:gd name="connsiteX219" fmla="*/ 463125 w 513180"/>
                  <a:gd name="connsiteY219" fmla="*/ 209391 h 542907"/>
                  <a:gd name="connsiteX220" fmla="*/ 462695 w 513180"/>
                  <a:gd name="connsiteY220" fmla="*/ 211088 h 542907"/>
                  <a:gd name="connsiteX221" fmla="*/ 460443 w 513180"/>
                  <a:gd name="connsiteY221" fmla="*/ 217436 h 542907"/>
                  <a:gd name="connsiteX222" fmla="*/ 455974 w 513180"/>
                  <a:gd name="connsiteY222" fmla="*/ 219224 h 542907"/>
                  <a:gd name="connsiteX223" fmla="*/ 455192 w 513180"/>
                  <a:gd name="connsiteY223" fmla="*/ 222352 h 542907"/>
                  <a:gd name="connsiteX224" fmla="*/ 454186 w 513180"/>
                  <a:gd name="connsiteY224" fmla="*/ 225480 h 542907"/>
                  <a:gd name="connsiteX225" fmla="*/ 447929 w 513180"/>
                  <a:gd name="connsiteY225" fmla="*/ 227268 h 542907"/>
                  <a:gd name="connsiteX226" fmla="*/ 446142 w 513180"/>
                  <a:gd name="connsiteY226" fmla="*/ 231737 h 542907"/>
                  <a:gd name="connsiteX227" fmla="*/ 440779 w 513180"/>
                  <a:gd name="connsiteY227" fmla="*/ 234419 h 542907"/>
                  <a:gd name="connsiteX228" fmla="*/ 439606 w 513180"/>
                  <a:gd name="connsiteY228" fmla="*/ 236709 h 542907"/>
                  <a:gd name="connsiteX229" fmla="*/ 436212 w 513180"/>
                  <a:gd name="connsiteY229" fmla="*/ 239384 h 542907"/>
                  <a:gd name="connsiteX230" fmla="*/ 431893 w 513180"/>
                  <a:gd name="connsiteY230" fmla="*/ 239918 h 542907"/>
                  <a:gd name="connsiteX231" fmla="*/ 430053 w 513180"/>
                  <a:gd name="connsiteY231" fmla="*/ 240676 h 542907"/>
                  <a:gd name="connsiteX232" fmla="*/ 428265 w 513180"/>
                  <a:gd name="connsiteY232" fmla="*/ 246039 h 542907"/>
                  <a:gd name="connsiteX233" fmla="*/ 425880 w 513180"/>
                  <a:gd name="connsiteY233" fmla="*/ 246046 h 542907"/>
                  <a:gd name="connsiteX234" fmla="*/ 422734 w 513180"/>
                  <a:gd name="connsiteY234" fmla="*/ 246151 h 542907"/>
                  <a:gd name="connsiteX235" fmla="*/ 419623 w 513180"/>
                  <a:gd name="connsiteY235" fmla="*/ 246213 h 542907"/>
                  <a:gd name="connsiteX236" fmla="*/ 412176 w 513180"/>
                  <a:gd name="connsiteY236" fmla="*/ 252296 h 542907"/>
                  <a:gd name="connsiteX237" fmla="*/ 426477 w 513180"/>
                  <a:gd name="connsiteY237" fmla="*/ 252296 h 542907"/>
                  <a:gd name="connsiteX238" fmla="*/ 428265 w 513180"/>
                  <a:gd name="connsiteY238" fmla="*/ 257659 h 542907"/>
                  <a:gd name="connsiteX239" fmla="*/ 431303 w 513180"/>
                  <a:gd name="connsiteY239" fmla="*/ 258577 h 542907"/>
                  <a:gd name="connsiteX240" fmla="*/ 436610 w 513180"/>
                  <a:gd name="connsiteY240" fmla="*/ 258409 h 542907"/>
                  <a:gd name="connsiteX241" fmla="*/ 441673 w 513180"/>
                  <a:gd name="connsiteY241" fmla="*/ 260340 h 542907"/>
                  <a:gd name="connsiteX242" fmla="*/ 442566 w 513180"/>
                  <a:gd name="connsiteY242" fmla="*/ 263916 h 542907"/>
                  <a:gd name="connsiteX243" fmla="*/ 452399 w 513180"/>
                  <a:gd name="connsiteY243" fmla="*/ 265703 h 542907"/>
                  <a:gd name="connsiteX244" fmla="*/ 452901 w 513180"/>
                  <a:gd name="connsiteY244" fmla="*/ 268273 h 542907"/>
                  <a:gd name="connsiteX245" fmla="*/ 454186 w 513180"/>
                  <a:gd name="connsiteY245" fmla="*/ 271066 h 542907"/>
                  <a:gd name="connsiteX246" fmla="*/ 460443 w 513180"/>
                  <a:gd name="connsiteY246" fmla="*/ 272854 h 542907"/>
                  <a:gd name="connsiteX247" fmla="*/ 462231 w 513180"/>
                  <a:gd name="connsiteY247" fmla="*/ 277323 h 542907"/>
                  <a:gd name="connsiteX248" fmla="*/ 465192 w 513180"/>
                  <a:gd name="connsiteY248" fmla="*/ 277491 h 542907"/>
                  <a:gd name="connsiteX249" fmla="*/ 469940 w 513180"/>
                  <a:gd name="connsiteY249" fmla="*/ 280340 h 542907"/>
                  <a:gd name="connsiteX250" fmla="*/ 471169 w 513180"/>
                  <a:gd name="connsiteY250" fmla="*/ 282686 h 542907"/>
                  <a:gd name="connsiteX251" fmla="*/ 475639 w 513180"/>
                  <a:gd name="connsiteY251" fmla="*/ 285368 h 542907"/>
                  <a:gd name="connsiteX252" fmla="*/ 477426 w 513180"/>
                  <a:gd name="connsiteY252" fmla="*/ 288943 h 542907"/>
                  <a:gd name="connsiteX253" fmla="*/ 479270 w 513180"/>
                  <a:gd name="connsiteY253" fmla="*/ 289669 h 542907"/>
                  <a:gd name="connsiteX254" fmla="*/ 481002 w 513180"/>
                  <a:gd name="connsiteY254" fmla="*/ 290731 h 542907"/>
                  <a:gd name="connsiteX255" fmla="*/ 481895 w 513180"/>
                  <a:gd name="connsiteY255" fmla="*/ 296988 h 542907"/>
                  <a:gd name="connsiteX256" fmla="*/ 483962 w 513180"/>
                  <a:gd name="connsiteY256" fmla="*/ 297491 h 542907"/>
                  <a:gd name="connsiteX257" fmla="*/ 487705 w 513180"/>
                  <a:gd name="connsiteY257" fmla="*/ 301960 h 542907"/>
                  <a:gd name="connsiteX258" fmla="*/ 489046 w 513180"/>
                  <a:gd name="connsiteY258" fmla="*/ 305032 h 542907"/>
                  <a:gd name="connsiteX259" fmla="*/ 493515 w 513180"/>
                  <a:gd name="connsiteY259" fmla="*/ 305926 h 542907"/>
                  <a:gd name="connsiteX260" fmla="*/ 495303 w 513180"/>
                  <a:gd name="connsiteY260" fmla="*/ 316652 h 542907"/>
                  <a:gd name="connsiteX261" fmla="*/ 500666 w 513180"/>
                  <a:gd name="connsiteY261" fmla="*/ 317546 h 542907"/>
                  <a:gd name="connsiteX262" fmla="*/ 501560 w 513180"/>
                  <a:gd name="connsiteY262" fmla="*/ 330954 h 542907"/>
                  <a:gd name="connsiteX263" fmla="*/ 506923 w 513180"/>
                  <a:gd name="connsiteY263" fmla="*/ 331848 h 542907"/>
                  <a:gd name="connsiteX264" fmla="*/ 507817 w 513180"/>
                  <a:gd name="connsiteY264" fmla="*/ 356875 h 542907"/>
                  <a:gd name="connsiteX265" fmla="*/ 513180 w 513180"/>
                  <a:gd name="connsiteY265" fmla="*/ 358663 h 542907"/>
                  <a:gd name="connsiteX266" fmla="*/ 513180 w 513180"/>
                  <a:gd name="connsiteY266" fmla="*/ 412293 h 542907"/>
                  <a:gd name="connsiteX267" fmla="*/ 508711 w 513180"/>
                  <a:gd name="connsiteY267" fmla="*/ 413187 h 542907"/>
                  <a:gd name="connsiteX268" fmla="*/ 507534 w 513180"/>
                  <a:gd name="connsiteY268" fmla="*/ 422000 h 542907"/>
                  <a:gd name="connsiteX269" fmla="*/ 507421 w 513180"/>
                  <a:gd name="connsiteY269" fmla="*/ 425020 h 542907"/>
                  <a:gd name="connsiteX270" fmla="*/ 507314 w 513180"/>
                  <a:gd name="connsiteY270" fmla="*/ 428159 h 542907"/>
                  <a:gd name="connsiteX271" fmla="*/ 507197 w 513180"/>
                  <a:gd name="connsiteY271" fmla="*/ 431340 h 542907"/>
                  <a:gd name="connsiteX272" fmla="*/ 506923 w 513180"/>
                  <a:gd name="connsiteY272" fmla="*/ 439109 h 542907"/>
                  <a:gd name="connsiteX273" fmla="*/ 502454 w 513180"/>
                  <a:gd name="connsiteY273" fmla="*/ 439109 h 542907"/>
                  <a:gd name="connsiteX274" fmla="*/ 501057 w 513180"/>
                  <a:gd name="connsiteY274" fmla="*/ 448159 h 542907"/>
                  <a:gd name="connsiteX275" fmla="*/ 500940 w 513180"/>
                  <a:gd name="connsiteY275" fmla="*/ 450201 h 542907"/>
                  <a:gd name="connsiteX276" fmla="*/ 500666 w 513180"/>
                  <a:gd name="connsiteY276" fmla="*/ 455198 h 542907"/>
                  <a:gd name="connsiteX277" fmla="*/ 495303 w 513180"/>
                  <a:gd name="connsiteY277" fmla="*/ 455198 h 542907"/>
                  <a:gd name="connsiteX278" fmla="*/ 495069 w 513180"/>
                  <a:gd name="connsiteY278" fmla="*/ 457481 h 542907"/>
                  <a:gd name="connsiteX279" fmla="*/ 494689 w 513180"/>
                  <a:gd name="connsiteY279" fmla="*/ 460449 h 542907"/>
                  <a:gd name="connsiteX280" fmla="*/ 494343 w 513180"/>
                  <a:gd name="connsiteY280" fmla="*/ 463403 h 542907"/>
                  <a:gd name="connsiteX281" fmla="*/ 493515 w 513180"/>
                  <a:gd name="connsiteY281" fmla="*/ 465924 h 542907"/>
                  <a:gd name="connsiteX282" fmla="*/ 489046 w 513180"/>
                  <a:gd name="connsiteY282" fmla="*/ 467711 h 542907"/>
                  <a:gd name="connsiteX283" fmla="*/ 487873 w 513180"/>
                  <a:gd name="connsiteY283" fmla="*/ 471846 h 542907"/>
                  <a:gd name="connsiteX284" fmla="*/ 487492 w 513180"/>
                  <a:gd name="connsiteY284" fmla="*/ 474059 h 542907"/>
                  <a:gd name="connsiteX285" fmla="*/ 487258 w 513180"/>
                  <a:gd name="connsiteY285" fmla="*/ 475756 h 542907"/>
                  <a:gd name="connsiteX286" fmla="*/ 481002 w 513180"/>
                  <a:gd name="connsiteY286" fmla="*/ 477544 h 542907"/>
                  <a:gd name="connsiteX287" fmla="*/ 480108 w 513180"/>
                  <a:gd name="connsiteY287" fmla="*/ 484694 h 542907"/>
                  <a:gd name="connsiteX288" fmla="*/ 475639 w 513180"/>
                  <a:gd name="connsiteY288" fmla="*/ 485588 h 542907"/>
                  <a:gd name="connsiteX289" fmla="*/ 473851 w 513180"/>
                  <a:gd name="connsiteY289" fmla="*/ 491845 h 542907"/>
                  <a:gd name="connsiteX290" fmla="*/ 469382 w 513180"/>
                  <a:gd name="connsiteY290" fmla="*/ 491845 h 542907"/>
                  <a:gd name="connsiteX291" fmla="*/ 467594 w 513180"/>
                  <a:gd name="connsiteY291" fmla="*/ 498102 h 542907"/>
                  <a:gd name="connsiteX292" fmla="*/ 463125 w 513180"/>
                  <a:gd name="connsiteY292" fmla="*/ 498102 h 542907"/>
                  <a:gd name="connsiteX293" fmla="*/ 461337 w 513180"/>
                  <a:gd name="connsiteY293" fmla="*/ 504359 h 542907"/>
                  <a:gd name="connsiteX294" fmla="*/ 458767 w 513180"/>
                  <a:gd name="connsiteY294" fmla="*/ 504527 h 542907"/>
                  <a:gd name="connsiteX295" fmla="*/ 455974 w 513180"/>
                  <a:gd name="connsiteY295" fmla="*/ 505253 h 542907"/>
                  <a:gd name="connsiteX296" fmla="*/ 455136 w 513180"/>
                  <a:gd name="connsiteY296" fmla="*/ 507432 h 542907"/>
                  <a:gd name="connsiteX297" fmla="*/ 454186 w 513180"/>
                  <a:gd name="connsiteY297" fmla="*/ 509722 h 542907"/>
                  <a:gd name="connsiteX298" fmla="*/ 451058 w 513180"/>
                  <a:gd name="connsiteY298" fmla="*/ 510560 h 542907"/>
                  <a:gd name="connsiteX299" fmla="*/ 447929 w 513180"/>
                  <a:gd name="connsiteY299" fmla="*/ 511510 h 542907"/>
                  <a:gd name="connsiteX300" fmla="*/ 446142 w 513180"/>
                  <a:gd name="connsiteY300" fmla="*/ 516873 h 542907"/>
                  <a:gd name="connsiteX301" fmla="*/ 435416 w 513180"/>
                  <a:gd name="connsiteY301" fmla="*/ 517767 h 542907"/>
                  <a:gd name="connsiteX302" fmla="*/ 434522 w 513180"/>
                  <a:gd name="connsiteY302" fmla="*/ 523130 h 542907"/>
                  <a:gd name="connsiteX303" fmla="*/ 422902 w 513180"/>
                  <a:gd name="connsiteY303" fmla="*/ 524917 h 542907"/>
                  <a:gd name="connsiteX304" fmla="*/ 421114 w 513180"/>
                  <a:gd name="connsiteY304" fmla="*/ 530280 h 542907"/>
                  <a:gd name="connsiteX305" fmla="*/ 419598 w 513180"/>
                  <a:gd name="connsiteY305" fmla="*/ 530334 h 542907"/>
                  <a:gd name="connsiteX306" fmla="*/ 412790 w 513180"/>
                  <a:gd name="connsiteY306" fmla="*/ 530616 h 542907"/>
                  <a:gd name="connsiteX307" fmla="*/ 410404 w 513180"/>
                  <a:gd name="connsiteY307" fmla="*/ 530699 h 542907"/>
                  <a:gd name="connsiteX308" fmla="*/ 408108 w 513180"/>
                  <a:gd name="connsiteY308" fmla="*/ 530804 h 542907"/>
                  <a:gd name="connsiteX309" fmla="*/ 405995 w 513180"/>
                  <a:gd name="connsiteY309" fmla="*/ 530889 h 542907"/>
                  <a:gd name="connsiteX310" fmla="*/ 401450 w 513180"/>
                  <a:gd name="connsiteY310" fmla="*/ 532962 h 542907"/>
                  <a:gd name="connsiteX311" fmla="*/ 401450 w 513180"/>
                  <a:gd name="connsiteY311" fmla="*/ 536537 h 542907"/>
                  <a:gd name="connsiteX312" fmla="*/ 398456 w 513180"/>
                  <a:gd name="connsiteY312" fmla="*/ 536591 h 542907"/>
                  <a:gd name="connsiteX313" fmla="*/ 387467 w 513180"/>
                  <a:gd name="connsiteY313" fmla="*/ 536821 h 542907"/>
                  <a:gd name="connsiteX314" fmla="*/ 382710 w 513180"/>
                  <a:gd name="connsiteY314" fmla="*/ 536914 h 542907"/>
                  <a:gd name="connsiteX315" fmla="*/ 375874 w 513180"/>
                  <a:gd name="connsiteY315" fmla="*/ 537061 h 542907"/>
                  <a:gd name="connsiteX316" fmla="*/ 373724 w 513180"/>
                  <a:gd name="connsiteY316" fmla="*/ 537092 h 542907"/>
                  <a:gd name="connsiteX317" fmla="*/ 365696 w 513180"/>
                  <a:gd name="connsiteY317" fmla="*/ 539219 h 542907"/>
                  <a:gd name="connsiteX318" fmla="*/ 365696 w 513180"/>
                  <a:gd name="connsiteY318" fmla="*/ 542794 h 542907"/>
                  <a:gd name="connsiteX319" fmla="*/ 226365 w 513180"/>
                  <a:gd name="connsiteY319" fmla="*/ 542840 h 542907"/>
                  <a:gd name="connsiteX320" fmla="*/ 209934 w 513180"/>
                  <a:gd name="connsiteY320" fmla="*/ 542843 h 542907"/>
                  <a:gd name="connsiteX321" fmla="*/ 206630 w 513180"/>
                  <a:gd name="connsiteY321" fmla="*/ 542844 h 542907"/>
                  <a:gd name="connsiteX322" fmla="*/ 153588 w 513180"/>
                  <a:gd name="connsiteY322" fmla="*/ 542863 h 542907"/>
                  <a:gd name="connsiteX323" fmla="*/ 99206 w 513180"/>
                  <a:gd name="connsiteY323" fmla="*/ 542878 h 542907"/>
                  <a:gd name="connsiteX324" fmla="*/ 65620 w 513180"/>
                  <a:gd name="connsiteY324" fmla="*/ 542891 h 542907"/>
                  <a:gd name="connsiteX325" fmla="*/ 42623 w 513180"/>
                  <a:gd name="connsiteY325" fmla="*/ 542896 h 542907"/>
                  <a:gd name="connsiteX326" fmla="*/ 29333 w 513180"/>
                  <a:gd name="connsiteY326" fmla="*/ 542901 h 542907"/>
                  <a:gd name="connsiteX327" fmla="*/ 17188 w 513180"/>
                  <a:gd name="connsiteY327" fmla="*/ 542902 h 542907"/>
                  <a:gd name="connsiteX328" fmla="*/ 12774 w 513180"/>
                  <a:gd name="connsiteY328" fmla="*/ 542906 h 542907"/>
                  <a:gd name="connsiteX329" fmla="*/ 6814 w 513180"/>
                  <a:gd name="connsiteY329" fmla="*/ 542904 h 542907"/>
                  <a:gd name="connsiteX330" fmla="*/ 3458 w 513180"/>
                  <a:gd name="connsiteY330" fmla="*/ 542905 h 542907"/>
                  <a:gd name="connsiteX331" fmla="*/ 115 w 513180"/>
                  <a:gd name="connsiteY331" fmla="*/ 541900 h 542907"/>
                  <a:gd name="connsiteX332" fmla="*/ 5 w 513180"/>
                  <a:gd name="connsiteY332" fmla="*/ 533359 h 542907"/>
                  <a:gd name="connsiteX333" fmla="*/ 2 w 513180"/>
                  <a:gd name="connsiteY333" fmla="*/ 530594 h 542907"/>
                  <a:gd name="connsiteX334" fmla="*/ 7 w 513180"/>
                  <a:gd name="connsiteY334" fmla="*/ 521297 h 542907"/>
                  <a:gd name="connsiteX335" fmla="*/ 5 w 513180"/>
                  <a:gd name="connsiteY335" fmla="*/ 514614 h 542907"/>
                  <a:gd name="connsiteX336" fmla="*/ 8 w 513180"/>
                  <a:gd name="connsiteY336" fmla="*/ 500020 h 542907"/>
                  <a:gd name="connsiteX337" fmla="*/ 13 w 513180"/>
                  <a:gd name="connsiteY337" fmla="*/ 478320 h 542907"/>
                  <a:gd name="connsiteX338" fmla="*/ 20 w 513180"/>
                  <a:gd name="connsiteY338" fmla="*/ 441822 h 542907"/>
                  <a:gd name="connsiteX339" fmla="*/ 30 w 513180"/>
                  <a:gd name="connsiteY339" fmla="*/ 405667 h 542907"/>
                  <a:gd name="connsiteX340" fmla="*/ 30 w 513180"/>
                  <a:gd name="connsiteY340" fmla="*/ 403400 h 542907"/>
                  <a:gd name="connsiteX341" fmla="*/ 31 w 513180"/>
                  <a:gd name="connsiteY341" fmla="*/ 391998 h 542907"/>
                  <a:gd name="connsiteX342" fmla="*/ 47 w 513180"/>
                  <a:gd name="connsiteY342" fmla="*/ 311171 h 542907"/>
                  <a:gd name="connsiteX343" fmla="*/ 66 w 513180"/>
                  <a:gd name="connsiteY343" fmla="*/ 232633 h 542907"/>
                  <a:gd name="connsiteX344" fmla="*/ 66 w 513180"/>
                  <a:gd name="connsiteY344" fmla="*/ 230189 h 542907"/>
                  <a:gd name="connsiteX345" fmla="*/ 69 w 513180"/>
                  <a:gd name="connsiteY345" fmla="*/ 205892 h 542907"/>
                  <a:gd name="connsiteX346" fmla="*/ 77 w 513180"/>
                  <a:gd name="connsiteY346" fmla="*/ 156394 h 542907"/>
                  <a:gd name="connsiteX347" fmla="*/ 77 w 513180"/>
                  <a:gd name="connsiteY347" fmla="*/ 154095 h 542907"/>
                  <a:gd name="connsiteX348" fmla="*/ 115 w 513180"/>
                  <a:gd name="connsiteY348" fmla="*/ 2020 h 542907"/>
                  <a:gd name="connsiteX349" fmla="*/ 9908 w 513180"/>
                  <a:gd name="connsiteY349" fmla="*/ 10 h 542907"/>
                  <a:gd name="connsiteX350" fmla="*/ 11814 w 513180"/>
                  <a:gd name="connsiteY350" fmla="*/ 3 h 54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513180" h="542907">
                    <a:moveTo>
                      <a:pt x="249136" y="316663"/>
                    </a:moveTo>
                    <a:cubicBezTo>
                      <a:pt x="248453" y="316671"/>
                      <a:pt x="247790" y="316680"/>
                      <a:pt x="247128" y="316688"/>
                    </a:cubicBezTo>
                    <a:cubicBezTo>
                      <a:pt x="244887" y="316682"/>
                      <a:pt x="242647" y="316680"/>
                      <a:pt x="240406" y="316696"/>
                    </a:cubicBezTo>
                    <a:cubicBezTo>
                      <a:pt x="238805" y="316707"/>
                      <a:pt x="237204" y="316714"/>
                      <a:pt x="235603" y="316717"/>
                    </a:cubicBezTo>
                    <a:cubicBezTo>
                      <a:pt x="232268" y="316719"/>
                      <a:pt x="228933" y="316723"/>
                      <a:pt x="225598" y="316740"/>
                    </a:cubicBezTo>
                    <a:cubicBezTo>
                      <a:pt x="221255" y="316765"/>
                      <a:pt x="216912" y="316787"/>
                      <a:pt x="212568" y="316792"/>
                    </a:cubicBezTo>
                    <a:cubicBezTo>
                      <a:pt x="209180" y="316795"/>
                      <a:pt x="205792" y="316800"/>
                      <a:pt x="202404" y="316809"/>
                    </a:cubicBezTo>
                    <a:cubicBezTo>
                      <a:pt x="200790" y="316815"/>
                      <a:pt x="199177" y="316820"/>
                      <a:pt x="197564" y="316825"/>
                    </a:cubicBezTo>
                    <a:cubicBezTo>
                      <a:pt x="195235" y="316830"/>
                      <a:pt x="192907" y="316836"/>
                      <a:pt x="190578" y="316849"/>
                    </a:cubicBezTo>
                    <a:cubicBezTo>
                      <a:pt x="189856" y="316854"/>
                      <a:pt x="189156" y="316858"/>
                      <a:pt x="188455" y="316862"/>
                    </a:cubicBezTo>
                    <a:cubicBezTo>
                      <a:pt x="186053" y="316866"/>
                      <a:pt x="182628" y="316143"/>
                      <a:pt x="180870" y="317900"/>
                    </a:cubicBezTo>
                    <a:cubicBezTo>
                      <a:pt x="181541" y="321769"/>
                      <a:pt x="181872" y="325384"/>
                      <a:pt x="181885" y="329300"/>
                    </a:cubicBezTo>
                    <a:cubicBezTo>
                      <a:pt x="181884" y="330095"/>
                      <a:pt x="181882" y="330867"/>
                      <a:pt x="181880" y="331639"/>
                    </a:cubicBezTo>
                    <a:cubicBezTo>
                      <a:pt x="181885" y="334260"/>
                      <a:pt x="181888" y="336881"/>
                      <a:pt x="181886" y="339502"/>
                    </a:cubicBezTo>
                    <a:cubicBezTo>
                      <a:pt x="181884" y="341373"/>
                      <a:pt x="181883" y="343245"/>
                      <a:pt x="181884" y="345117"/>
                    </a:cubicBezTo>
                    <a:cubicBezTo>
                      <a:pt x="181886" y="349020"/>
                      <a:pt x="181887" y="352923"/>
                      <a:pt x="181884" y="356826"/>
                    </a:cubicBezTo>
                    <a:cubicBezTo>
                      <a:pt x="181879" y="361903"/>
                      <a:pt x="181876" y="366981"/>
                      <a:pt x="181881" y="372058"/>
                    </a:cubicBezTo>
                    <a:cubicBezTo>
                      <a:pt x="181885" y="376023"/>
                      <a:pt x="181887" y="379987"/>
                      <a:pt x="181886" y="383952"/>
                    </a:cubicBezTo>
                    <a:cubicBezTo>
                      <a:pt x="181885" y="385840"/>
                      <a:pt x="181884" y="387729"/>
                      <a:pt x="181883" y="389617"/>
                    </a:cubicBezTo>
                    <a:cubicBezTo>
                      <a:pt x="181886" y="392338"/>
                      <a:pt x="181889" y="395060"/>
                      <a:pt x="181885" y="397781"/>
                    </a:cubicBezTo>
                    <a:cubicBezTo>
                      <a:pt x="181883" y="398626"/>
                      <a:pt x="181882" y="399446"/>
                      <a:pt x="181880" y="400265"/>
                    </a:cubicBezTo>
                    <a:cubicBezTo>
                      <a:pt x="181886" y="402910"/>
                      <a:pt x="181853" y="405534"/>
                      <a:pt x="181764" y="408178"/>
                    </a:cubicBezTo>
                    <a:cubicBezTo>
                      <a:pt x="180759" y="410189"/>
                      <a:pt x="180759" y="410189"/>
                      <a:pt x="181764" y="414435"/>
                    </a:cubicBezTo>
                    <a:cubicBezTo>
                      <a:pt x="190420" y="414473"/>
                      <a:pt x="199075" y="414503"/>
                      <a:pt x="207731" y="414522"/>
                    </a:cubicBezTo>
                    <a:cubicBezTo>
                      <a:pt x="212141" y="414531"/>
                      <a:pt x="216550" y="414540"/>
                      <a:pt x="220960" y="414558"/>
                    </a:cubicBezTo>
                    <a:cubicBezTo>
                      <a:pt x="225283" y="414578"/>
                      <a:pt x="229606" y="414595"/>
                      <a:pt x="233929" y="414602"/>
                    </a:cubicBezTo>
                    <a:cubicBezTo>
                      <a:pt x="235570" y="414604"/>
                      <a:pt x="237211" y="414606"/>
                      <a:pt x="238851" y="414610"/>
                    </a:cubicBezTo>
                    <a:cubicBezTo>
                      <a:pt x="241221" y="414624"/>
                      <a:pt x="243591" y="414638"/>
                      <a:pt x="245961" y="414639"/>
                    </a:cubicBezTo>
                    <a:cubicBezTo>
                      <a:pt x="246698" y="414639"/>
                      <a:pt x="247413" y="414638"/>
                      <a:pt x="248128" y="414638"/>
                    </a:cubicBezTo>
                    <a:cubicBezTo>
                      <a:pt x="250470" y="414660"/>
                      <a:pt x="252717" y="414603"/>
                      <a:pt x="255059" y="414435"/>
                    </a:cubicBezTo>
                    <a:cubicBezTo>
                      <a:pt x="256847" y="412647"/>
                      <a:pt x="256847" y="412647"/>
                      <a:pt x="257406" y="410301"/>
                    </a:cubicBezTo>
                    <a:cubicBezTo>
                      <a:pt x="257575" y="409229"/>
                      <a:pt x="257575" y="409229"/>
                      <a:pt x="257741" y="408178"/>
                    </a:cubicBezTo>
                    <a:cubicBezTo>
                      <a:pt x="262660" y="408197"/>
                      <a:pt x="267580" y="408212"/>
                      <a:pt x="272500" y="408222"/>
                    </a:cubicBezTo>
                    <a:cubicBezTo>
                      <a:pt x="274507" y="408226"/>
                      <a:pt x="276515" y="408230"/>
                      <a:pt x="278523" y="408234"/>
                    </a:cubicBezTo>
                    <a:cubicBezTo>
                      <a:pt x="281483" y="408245"/>
                      <a:pt x="284442" y="408257"/>
                      <a:pt x="287402" y="408262"/>
                    </a:cubicBezTo>
                    <a:cubicBezTo>
                      <a:pt x="288358" y="408263"/>
                      <a:pt x="289285" y="408264"/>
                      <a:pt x="290212" y="408266"/>
                    </a:cubicBezTo>
                    <a:cubicBezTo>
                      <a:pt x="291140" y="408270"/>
                      <a:pt x="292041" y="408275"/>
                      <a:pt x="292941" y="408280"/>
                    </a:cubicBezTo>
                    <a:cubicBezTo>
                      <a:pt x="293807" y="408280"/>
                      <a:pt x="294648" y="408280"/>
                      <a:pt x="295489" y="408280"/>
                    </a:cubicBezTo>
                    <a:cubicBezTo>
                      <a:pt x="296910" y="408284"/>
                      <a:pt x="298332" y="408254"/>
                      <a:pt x="299751" y="408178"/>
                    </a:cubicBezTo>
                    <a:cubicBezTo>
                      <a:pt x="302705" y="407626"/>
                      <a:pt x="304023" y="406887"/>
                      <a:pt x="306008" y="404603"/>
                    </a:cubicBezTo>
                    <a:cubicBezTo>
                      <a:pt x="305704" y="403691"/>
                      <a:pt x="305409" y="402806"/>
                      <a:pt x="305114" y="401921"/>
                    </a:cubicBezTo>
                    <a:cubicBezTo>
                      <a:pt x="308288" y="402048"/>
                      <a:pt x="311153" y="401963"/>
                      <a:pt x="314276" y="401363"/>
                    </a:cubicBezTo>
                    <a:cubicBezTo>
                      <a:pt x="316734" y="400134"/>
                      <a:pt x="316734" y="400134"/>
                      <a:pt x="318243" y="397396"/>
                    </a:cubicBezTo>
                    <a:cubicBezTo>
                      <a:pt x="318642" y="396504"/>
                      <a:pt x="319029" y="395637"/>
                      <a:pt x="319416" y="394771"/>
                    </a:cubicBezTo>
                    <a:cubicBezTo>
                      <a:pt x="320328" y="394467"/>
                      <a:pt x="321213" y="394172"/>
                      <a:pt x="322097" y="393877"/>
                    </a:cubicBezTo>
                    <a:cubicBezTo>
                      <a:pt x="324025" y="392389"/>
                      <a:pt x="324694" y="391571"/>
                      <a:pt x="325236" y="389174"/>
                    </a:cubicBezTo>
                    <a:cubicBezTo>
                      <a:pt x="325290" y="388436"/>
                      <a:pt x="325342" y="387721"/>
                      <a:pt x="325394" y="387005"/>
                    </a:cubicBezTo>
                    <a:cubicBezTo>
                      <a:pt x="325483" y="385900"/>
                      <a:pt x="325483" y="385900"/>
                      <a:pt x="325572" y="384816"/>
                    </a:cubicBezTo>
                    <a:cubicBezTo>
                      <a:pt x="325606" y="384250"/>
                      <a:pt x="325639" y="383700"/>
                      <a:pt x="325673" y="383151"/>
                    </a:cubicBezTo>
                    <a:cubicBezTo>
                      <a:pt x="329248" y="383151"/>
                      <a:pt x="329248" y="383151"/>
                      <a:pt x="330792" y="382250"/>
                    </a:cubicBezTo>
                    <a:cubicBezTo>
                      <a:pt x="332230" y="379998"/>
                      <a:pt x="332256" y="378072"/>
                      <a:pt x="332279" y="375441"/>
                    </a:cubicBezTo>
                    <a:cubicBezTo>
                      <a:pt x="332271" y="374756"/>
                      <a:pt x="332263" y="374092"/>
                      <a:pt x="332254" y="373427"/>
                    </a:cubicBezTo>
                    <a:cubicBezTo>
                      <a:pt x="332255" y="372018"/>
                      <a:pt x="332255" y="370609"/>
                      <a:pt x="332253" y="369200"/>
                    </a:cubicBezTo>
                    <a:cubicBezTo>
                      <a:pt x="332230" y="366979"/>
                      <a:pt x="332209" y="364759"/>
                      <a:pt x="332212" y="362538"/>
                    </a:cubicBezTo>
                    <a:cubicBezTo>
                      <a:pt x="332216" y="361088"/>
                      <a:pt x="332215" y="359637"/>
                      <a:pt x="332210" y="358186"/>
                    </a:cubicBezTo>
                    <a:cubicBezTo>
                      <a:pt x="332206" y="357479"/>
                      <a:pt x="332202" y="356794"/>
                      <a:pt x="332199" y="356108"/>
                    </a:cubicBezTo>
                    <a:cubicBezTo>
                      <a:pt x="332200" y="355088"/>
                      <a:pt x="332200" y="355088"/>
                      <a:pt x="332201" y="354088"/>
                    </a:cubicBezTo>
                    <a:cubicBezTo>
                      <a:pt x="332159" y="351027"/>
                      <a:pt x="332384" y="349639"/>
                      <a:pt x="330142" y="347397"/>
                    </a:cubicBezTo>
                    <a:cubicBezTo>
                      <a:pt x="328623" y="347397"/>
                      <a:pt x="327148" y="347397"/>
                      <a:pt x="325673" y="347397"/>
                    </a:cubicBezTo>
                    <a:cubicBezTo>
                      <a:pt x="325673" y="344054"/>
                      <a:pt x="325673" y="340809"/>
                      <a:pt x="325673" y="337565"/>
                    </a:cubicBezTo>
                    <a:cubicBezTo>
                      <a:pt x="322097" y="335777"/>
                      <a:pt x="322097" y="335777"/>
                      <a:pt x="320086" y="336112"/>
                    </a:cubicBezTo>
                    <a:cubicBezTo>
                      <a:pt x="319554" y="336302"/>
                      <a:pt x="319038" y="336487"/>
                      <a:pt x="318522" y="336671"/>
                    </a:cubicBezTo>
                    <a:cubicBezTo>
                      <a:pt x="318634" y="334548"/>
                      <a:pt x="318634" y="334548"/>
                      <a:pt x="318522" y="332202"/>
                    </a:cubicBezTo>
                    <a:cubicBezTo>
                      <a:pt x="316734" y="330414"/>
                      <a:pt x="316734" y="330414"/>
                      <a:pt x="314409" y="330044"/>
                    </a:cubicBezTo>
                    <a:cubicBezTo>
                      <a:pt x="313044" y="329949"/>
                      <a:pt x="313044" y="329949"/>
                      <a:pt x="311707" y="329855"/>
                    </a:cubicBezTo>
                    <a:cubicBezTo>
                      <a:pt x="310335" y="329753"/>
                      <a:pt x="310335" y="329753"/>
                      <a:pt x="308990" y="329653"/>
                    </a:cubicBezTo>
                    <a:cubicBezTo>
                      <a:pt x="308280" y="329608"/>
                      <a:pt x="307591" y="329564"/>
                      <a:pt x="306902" y="329520"/>
                    </a:cubicBezTo>
                    <a:cubicBezTo>
                      <a:pt x="306902" y="325945"/>
                      <a:pt x="306902" y="325945"/>
                      <a:pt x="305114" y="324157"/>
                    </a:cubicBezTo>
                    <a:cubicBezTo>
                      <a:pt x="300404" y="323315"/>
                      <a:pt x="295799" y="323162"/>
                      <a:pt x="291021" y="323162"/>
                    </a:cubicBezTo>
                    <a:cubicBezTo>
                      <a:pt x="289731" y="323169"/>
                      <a:pt x="289731" y="323169"/>
                      <a:pt x="288467" y="323176"/>
                    </a:cubicBezTo>
                    <a:cubicBezTo>
                      <a:pt x="285724" y="323180"/>
                      <a:pt x="282982" y="323185"/>
                      <a:pt x="280239" y="323196"/>
                    </a:cubicBezTo>
                    <a:cubicBezTo>
                      <a:pt x="278337" y="323204"/>
                      <a:pt x="276435" y="323210"/>
                      <a:pt x="274533" y="323214"/>
                    </a:cubicBezTo>
                    <a:cubicBezTo>
                      <a:pt x="269429" y="323224"/>
                      <a:pt x="264324" y="323237"/>
                      <a:pt x="259220" y="323257"/>
                    </a:cubicBezTo>
                    <a:cubicBezTo>
                      <a:pt x="258717" y="323259"/>
                      <a:pt x="258229" y="323261"/>
                      <a:pt x="257741" y="323263"/>
                    </a:cubicBezTo>
                    <a:cubicBezTo>
                      <a:pt x="257741" y="319688"/>
                      <a:pt x="257741" y="319688"/>
                      <a:pt x="256393" y="318144"/>
                    </a:cubicBezTo>
                    <a:cubicBezTo>
                      <a:pt x="253909" y="316875"/>
                      <a:pt x="251905" y="316685"/>
                      <a:pt x="249136" y="316663"/>
                    </a:cubicBezTo>
                    <a:close/>
                    <a:moveTo>
                      <a:pt x="238845" y="116233"/>
                    </a:moveTo>
                    <a:cubicBezTo>
                      <a:pt x="237762" y="116236"/>
                      <a:pt x="236711" y="116239"/>
                      <a:pt x="235660" y="116243"/>
                    </a:cubicBezTo>
                    <a:cubicBezTo>
                      <a:pt x="233811" y="116237"/>
                      <a:pt x="231963" y="116235"/>
                      <a:pt x="230114" y="116250"/>
                    </a:cubicBezTo>
                    <a:cubicBezTo>
                      <a:pt x="228796" y="116262"/>
                      <a:pt x="227477" y="116269"/>
                      <a:pt x="226159" y="116272"/>
                    </a:cubicBezTo>
                    <a:cubicBezTo>
                      <a:pt x="223407" y="116273"/>
                      <a:pt x="220656" y="116278"/>
                      <a:pt x="217905" y="116295"/>
                    </a:cubicBezTo>
                    <a:cubicBezTo>
                      <a:pt x="214327" y="116320"/>
                      <a:pt x="210749" y="116342"/>
                      <a:pt x="207172" y="116347"/>
                    </a:cubicBezTo>
                    <a:cubicBezTo>
                      <a:pt x="204376" y="116350"/>
                      <a:pt x="201581" y="116355"/>
                      <a:pt x="198786" y="116364"/>
                    </a:cubicBezTo>
                    <a:cubicBezTo>
                      <a:pt x="197455" y="116369"/>
                      <a:pt x="196124" y="116375"/>
                      <a:pt x="194794" y="116380"/>
                    </a:cubicBezTo>
                    <a:cubicBezTo>
                      <a:pt x="192876" y="116385"/>
                      <a:pt x="190958" y="116391"/>
                      <a:pt x="189040" y="116404"/>
                    </a:cubicBezTo>
                    <a:cubicBezTo>
                      <a:pt x="188445" y="116408"/>
                      <a:pt x="187868" y="116413"/>
                      <a:pt x="187291" y="116417"/>
                    </a:cubicBezTo>
                    <a:cubicBezTo>
                      <a:pt x="185096" y="116430"/>
                      <a:pt x="182504" y="115820"/>
                      <a:pt x="180869" y="117455"/>
                    </a:cubicBezTo>
                    <a:cubicBezTo>
                      <a:pt x="181506" y="121190"/>
                      <a:pt x="181870" y="124679"/>
                      <a:pt x="181884" y="128457"/>
                    </a:cubicBezTo>
                    <a:cubicBezTo>
                      <a:pt x="181882" y="129192"/>
                      <a:pt x="181880" y="129906"/>
                      <a:pt x="181879" y="130619"/>
                    </a:cubicBezTo>
                    <a:cubicBezTo>
                      <a:pt x="181884" y="133045"/>
                      <a:pt x="181887" y="135472"/>
                      <a:pt x="181885" y="137898"/>
                    </a:cubicBezTo>
                    <a:cubicBezTo>
                      <a:pt x="181883" y="139630"/>
                      <a:pt x="181882" y="141362"/>
                      <a:pt x="181883" y="143094"/>
                    </a:cubicBezTo>
                    <a:cubicBezTo>
                      <a:pt x="181885" y="146707"/>
                      <a:pt x="181886" y="150320"/>
                      <a:pt x="181883" y="153933"/>
                    </a:cubicBezTo>
                    <a:cubicBezTo>
                      <a:pt x="181877" y="158632"/>
                      <a:pt x="181874" y="163331"/>
                      <a:pt x="181880" y="168030"/>
                    </a:cubicBezTo>
                    <a:cubicBezTo>
                      <a:pt x="181884" y="171700"/>
                      <a:pt x="181886" y="175369"/>
                      <a:pt x="181884" y="179039"/>
                    </a:cubicBezTo>
                    <a:cubicBezTo>
                      <a:pt x="181883" y="180788"/>
                      <a:pt x="181882" y="182536"/>
                      <a:pt x="181882" y="184284"/>
                    </a:cubicBezTo>
                    <a:cubicBezTo>
                      <a:pt x="181885" y="186802"/>
                      <a:pt x="181887" y="189320"/>
                      <a:pt x="181883" y="191838"/>
                    </a:cubicBezTo>
                    <a:cubicBezTo>
                      <a:pt x="181882" y="192620"/>
                      <a:pt x="181880" y="193379"/>
                      <a:pt x="181879" y="194138"/>
                    </a:cubicBezTo>
                    <a:cubicBezTo>
                      <a:pt x="181885" y="196592"/>
                      <a:pt x="181851" y="199023"/>
                      <a:pt x="181763" y="201476"/>
                    </a:cubicBezTo>
                    <a:cubicBezTo>
                      <a:pt x="180757" y="203487"/>
                      <a:pt x="180757" y="203487"/>
                      <a:pt x="181763" y="207733"/>
                    </a:cubicBezTo>
                    <a:cubicBezTo>
                      <a:pt x="188892" y="207752"/>
                      <a:pt x="196021" y="207767"/>
                      <a:pt x="203151" y="207777"/>
                    </a:cubicBezTo>
                    <a:cubicBezTo>
                      <a:pt x="206788" y="207781"/>
                      <a:pt x="210425" y="207785"/>
                      <a:pt x="214062" y="207795"/>
                    </a:cubicBezTo>
                    <a:cubicBezTo>
                      <a:pt x="217622" y="207804"/>
                      <a:pt x="221182" y="207813"/>
                      <a:pt x="224743" y="207817"/>
                    </a:cubicBezTo>
                    <a:cubicBezTo>
                      <a:pt x="226099" y="207818"/>
                      <a:pt x="227456" y="207819"/>
                      <a:pt x="228812" y="207820"/>
                    </a:cubicBezTo>
                    <a:cubicBezTo>
                      <a:pt x="230761" y="207827"/>
                      <a:pt x="232710" y="207834"/>
                      <a:pt x="234659" y="207835"/>
                    </a:cubicBezTo>
                    <a:cubicBezTo>
                      <a:pt x="235270" y="207835"/>
                      <a:pt x="235864" y="207835"/>
                      <a:pt x="236457" y="207835"/>
                    </a:cubicBezTo>
                    <a:cubicBezTo>
                      <a:pt x="238487" y="207838"/>
                      <a:pt x="240516" y="207810"/>
                      <a:pt x="242544" y="207733"/>
                    </a:cubicBezTo>
                    <a:cubicBezTo>
                      <a:pt x="245901" y="207244"/>
                      <a:pt x="247505" y="206809"/>
                      <a:pt x="249695" y="204158"/>
                    </a:cubicBezTo>
                    <a:cubicBezTo>
                      <a:pt x="249391" y="203246"/>
                      <a:pt x="249096" y="202361"/>
                      <a:pt x="248801" y="201476"/>
                    </a:cubicBezTo>
                    <a:cubicBezTo>
                      <a:pt x="252618" y="201495"/>
                      <a:pt x="256435" y="201510"/>
                      <a:pt x="260252" y="201520"/>
                    </a:cubicBezTo>
                    <a:cubicBezTo>
                      <a:pt x="261817" y="201524"/>
                      <a:pt x="263381" y="201528"/>
                      <a:pt x="264946" y="201532"/>
                    </a:cubicBezTo>
                    <a:cubicBezTo>
                      <a:pt x="267241" y="201544"/>
                      <a:pt x="269535" y="201555"/>
                      <a:pt x="271830" y="201560"/>
                    </a:cubicBezTo>
                    <a:cubicBezTo>
                      <a:pt x="272577" y="201561"/>
                      <a:pt x="273303" y="201562"/>
                      <a:pt x="274028" y="201564"/>
                    </a:cubicBezTo>
                    <a:cubicBezTo>
                      <a:pt x="278791" y="201595"/>
                      <a:pt x="283455" y="201619"/>
                      <a:pt x="288130" y="200582"/>
                    </a:cubicBezTo>
                    <a:cubicBezTo>
                      <a:pt x="289296" y="198778"/>
                      <a:pt x="290488" y="196990"/>
                      <a:pt x="291706" y="195219"/>
                    </a:cubicBezTo>
                    <a:cubicBezTo>
                      <a:pt x="293518" y="194606"/>
                      <a:pt x="293518" y="194606"/>
                      <a:pt x="295504" y="194437"/>
                    </a:cubicBezTo>
                    <a:cubicBezTo>
                      <a:pt x="296644" y="194399"/>
                      <a:pt x="297750" y="194362"/>
                      <a:pt x="298856" y="194326"/>
                    </a:cubicBezTo>
                    <a:cubicBezTo>
                      <a:pt x="299464" y="192502"/>
                      <a:pt x="300054" y="190732"/>
                      <a:pt x="300644" y="188962"/>
                    </a:cubicBezTo>
                    <a:cubicBezTo>
                      <a:pt x="303325" y="188962"/>
                      <a:pt x="303325" y="188962"/>
                      <a:pt x="306007" y="187175"/>
                    </a:cubicBezTo>
                    <a:cubicBezTo>
                      <a:pt x="306163" y="186185"/>
                      <a:pt x="306313" y="185224"/>
                      <a:pt x="306464" y="184263"/>
                    </a:cubicBezTo>
                    <a:cubicBezTo>
                      <a:pt x="306518" y="183088"/>
                      <a:pt x="306570" y="181947"/>
                      <a:pt x="306622" y="180806"/>
                    </a:cubicBezTo>
                    <a:cubicBezTo>
                      <a:pt x="306711" y="179054"/>
                      <a:pt x="306711" y="179054"/>
                      <a:pt x="306800" y="177336"/>
                    </a:cubicBezTo>
                    <a:cubicBezTo>
                      <a:pt x="306834" y="176426"/>
                      <a:pt x="306867" y="175544"/>
                      <a:pt x="306901" y="174661"/>
                    </a:cubicBezTo>
                    <a:cubicBezTo>
                      <a:pt x="308116" y="174661"/>
                      <a:pt x="309296" y="174661"/>
                      <a:pt x="310476" y="174661"/>
                    </a:cubicBezTo>
                    <a:cubicBezTo>
                      <a:pt x="311664" y="172647"/>
                      <a:pt x="312254" y="171177"/>
                      <a:pt x="312495" y="168835"/>
                    </a:cubicBezTo>
                    <a:cubicBezTo>
                      <a:pt x="312497" y="167985"/>
                      <a:pt x="312499" y="167159"/>
                      <a:pt x="312501" y="166334"/>
                    </a:cubicBezTo>
                    <a:cubicBezTo>
                      <a:pt x="312504" y="165402"/>
                      <a:pt x="312506" y="164498"/>
                      <a:pt x="312508" y="163594"/>
                    </a:cubicBezTo>
                    <a:cubicBezTo>
                      <a:pt x="312501" y="162628"/>
                      <a:pt x="312494" y="161689"/>
                      <a:pt x="312487" y="160751"/>
                    </a:cubicBezTo>
                    <a:cubicBezTo>
                      <a:pt x="312494" y="159780"/>
                      <a:pt x="312501" y="158838"/>
                      <a:pt x="312508" y="157896"/>
                    </a:cubicBezTo>
                    <a:cubicBezTo>
                      <a:pt x="312506" y="156966"/>
                      <a:pt x="312504" y="156063"/>
                      <a:pt x="312501" y="155161"/>
                    </a:cubicBezTo>
                    <a:cubicBezTo>
                      <a:pt x="312493" y="151729"/>
                      <a:pt x="312443" y="150796"/>
                      <a:pt x="310476" y="147846"/>
                    </a:cubicBezTo>
                    <a:cubicBezTo>
                      <a:pt x="309291" y="147761"/>
                      <a:pt x="309291" y="147761"/>
                      <a:pt x="308130" y="147678"/>
                    </a:cubicBezTo>
                    <a:cubicBezTo>
                      <a:pt x="307408" y="147735"/>
                      <a:pt x="306708" y="147790"/>
                      <a:pt x="306007" y="147846"/>
                    </a:cubicBezTo>
                    <a:cubicBezTo>
                      <a:pt x="306023" y="146677"/>
                      <a:pt x="306023" y="146677"/>
                      <a:pt x="306038" y="145531"/>
                    </a:cubicBezTo>
                    <a:cubicBezTo>
                      <a:pt x="306047" y="144513"/>
                      <a:pt x="306055" y="143526"/>
                      <a:pt x="306063" y="142539"/>
                    </a:cubicBezTo>
                    <a:cubicBezTo>
                      <a:pt x="306082" y="140732"/>
                      <a:pt x="306072" y="138925"/>
                      <a:pt x="306007" y="137120"/>
                    </a:cubicBezTo>
                    <a:cubicBezTo>
                      <a:pt x="305113" y="136226"/>
                      <a:pt x="305113" y="136226"/>
                      <a:pt x="302823" y="135723"/>
                    </a:cubicBezTo>
                    <a:cubicBezTo>
                      <a:pt x="301722" y="135526"/>
                      <a:pt x="301722" y="135526"/>
                      <a:pt x="300644" y="135332"/>
                    </a:cubicBezTo>
                    <a:cubicBezTo>
                      <a:pt x="299741" y="132624"/>
                      <a:pt x="299741" y="132624"/>
                      <a:pt x="298856" y="129969"/>
                    </a:cubicBezTo>
                    <a:cubicBezTo>
                      <a:pt x="297034" y="129851"/>
                      <a:pt x="295211" y="129723"/>
                      <a:pt x="293399" y="129501"/>
                    </a:cubicBezTo>
                    <a:cubicBezTo>
                      <a:pt x="291541" y="129240"/>
                      <a:pt x="291541" y="129240"/>
                      <a:pt x="290644" y="127399"/>
                    </a:cubicBezTo>
                    <a:cubicBezTo>
                      <a:pt x="290277" y="126440"/>
                      <a:pt x="290277" y="126440"/>
                      <a:pt x="289918" y="125500"/>
                    </a:cubicBezTo>
                    <a:cubicBezTo>
                      <a:pt x="286569" y="122787"/>
                      <a:pt x="283855" y="122519"/>
                      <a:pt x="279719" y="122537"/>
                    </a:cubicBezTo>
                    <a:cubicBezTo>
                      <a:pt x="278969" y="122554"/>
                      <a:pt x="278241" y="122571"/>
                      <a:pt x="277512" y="122588"/>
                    </a:cubicBezTo>
                    <a:cubicBezTo>
                      <a:pt x="275146" y="122606"/>
                      <a:pt x="272780" y="122627"/>
                      <a:pt x="270414" y="122665"/>
                    </a:cubicBezTo>
                    <a:cubicBezTo>
                      <a:pt x="267968" y="122706"/>
                      <a:pt x="265523" y="122738"/>
                      <a:pt x="263076" y="122766"/>
                    </a:cubicBezTo>
                    <a:cubicBezTo>
                      <a:pt x="261520" y="122780"/>
                      <a:pt x="259963" y="122796"/>
                      <a:pt x="258406" y="122811"/>
                    </a:cubicBezTo>
                    <a:cubicBezTo>
                      <a:pt x="254568" y="122880"/>
                      <a:pt x="250661" y="123298"/>
                      <a:pt x="247013" y="121924"/>
                    </a:cubicBezTo>
                    <a:cubicBezTo>
                      <a:pt x="246562" y="120570"/>
                      <a:pt x="246562" y="120570"/>
                      <a:pt x="246120" y="119243"/>
                    </a:cubicBezTo>
                    <a:cubicBezTo>
                      <a:pt x="243647" y="117322"/>
                      <a:pt x="241968" y="116599"/>
                      <a:pt x="238845" y="116233"/>
                    </a:cubicBezTo>
                    <a:close/>
                    <a:moveTo>
                      <a:pt x="11814" y="3"/>
                    </a:moveTo>
                    <a:cubicBezTo>
                      <a:pt x="13931" y="-3"/>
                      <a:pt x="16049" y="4"/>
                      <a:pt x="18166" y="11"/>
                    </a:cubicBezTo>
                    <a:cubicBezTo>
                      <a:pt x="19696" y="10"/>
                      <a:pt x="21225" y="8"/>
                      <a:pt x="22754" y="5"/>
                    </a:cubicBezTo>
                    <a:cubicBezTo>
                      <a:pt x="26965" y="-1"/>
                      <a:pt x="31176" y="4"/>
                      <a:pt x="35387" y="12"/>
                    </a:cubicBezTo>
                    <a:cubicBezTo>
                      <a:pt x="39925" y="18"/>
                      <a:pt x="44464" y="13"/>
                      <a:pt x="49002" y="10"/>
                    </a:cubicBezTo>
                    <a:cubicBezTo>
                      <a:pt x="57896" y="6"/>
                      <a:pt x="66790" y="11"/>
                      <a:pt x="75684" y="19"/>
                    </a:cubicBezTo>
                    <a:cubicBezTo>
                      <a:pt x="86036" y="28"/>
                      <a:pt x="96389" y="28"/>
                      <a:pt x="106741" y="28"/>
                    </a:cubicBezTo>
                    <a:cubicBezTo>
                      <a:pt x="125211" y="27"/>
                      <a:pt x="143680" y="35"/>
                      <a:pt x="162150" y="48"/>
                    </a:cubicBezTo>
                    <a:cubicBezTo>
                      <a:pt x="180080" y="61"/>
                      <a:pt x="198011" y="67"/>
                      <a:pt x="215942" y="67"/>
                    </a:cubicBezTo>
                    <a:cubicBezTo>
                      <a:pt x="217046" y="67"/>
                      <a:pt x="218150" y="67"/>
                      <a:pt x="219287" y="67"/>
                    </a:cubicBezTo>
                    <a:cubicBezTo>
                      <a:pt x="220389" y="67"/>
                      <a:pt x="221492" y="67"/>
                      <a:pt x="222627" y="66"/>
                    </a:cubicBezTo>
                    <a:cubicBezTo>
                      <a:pt x="243025" y="66"/>
                      <a:pt x="263423" y="71"/>
                      <a:pt x="283821" y="79"/>
                    </a:cubicBezTo>
                    <a:cubicBezTo>
                      <a:pt x="291040" y="82"/>
                      <a:pt x="298260" y="83"/>
                      <a:pt x="305479" y="83"/>
                    </a:cubicBezTo>
                    <a:cubicBezTo>
                      <a:pt x="314276" y="84"/>
                      <a:pt x="323074" y="88"/>
                      <a:pt x="331871" y="96"/>
                    </a:cubicBezTo>
                    <a:cubicBezTo>
                      <a:pt x="336361" y="100"/>
                      <a:pt x="340851" y="103"/>
                      <a:pt x="345341" y="102"/>
                    </a:cubicBezTo>
                    <a:cubicBezTo>
                      <a:pt x="349450" y="101"/>
                      <a:pt x="353559" y="104"/>
                      <a:pt x="357667" y="110"/>
                    </a:cubicBezTo>
                    <a:cubicBezTo>
                      <a:pt x="359155" y="112"/>
                      <a:pt x="360643" y="112"/>
                      <a:pt x="362132" y="111"/>
                    </a:cubicBezTo>
                    <a:cubicBezTo>
                      <a:pt x="364152" y="109"/>
                      <a:pt x="366171" y="112"/>
                      <a:pt x="368191" y="117"/>
                    </a:cubicBezTo>
                    <a:cubicBezTo>
                      <a:pt x="369876" y="118"/>
                      <a:pt x="369876" y="118"/>
                      <a:pt x="371594" y="119"/>
                    </a:cubicBezTo>
                    <a:cubicBezTo>
                      <a:pt x="374475" y="226"/>
                      <a:pt x="377170" y="581"/>
                      <a:pt x="379997" y="1126"/>
                    </a:cubicBezTo>
                    <a:cubicBezTo>
                      <a:pt x="380108" y="1845"/>
                      <a:pt x="380219" y="2564"/>
                      <a:pt x="380333" y="3305"/>
                    </a:cubicBezTo>
                    <a:cubicBezTo>
                      <a:pt x="380517" y="4061"/>
                      <a:pt x="380701" y="4817"/>
                      <a:pt x="380891" y="5595"/>
                    </a:cubicBezTo>
                    <a:cubicBezTo>
                      <a:pt x="382941" y="6620"/>
                      <a:pt x="384287" y="6666"/>
                      <a:pt x="386569" y="6772"/>
                    </a:cubicBezTo>
                    <a:cubicBezTo>
                      <a:pt x="387709" y="6828"/>
                      <a:pt x="387709" y="6828"/>
                      <a:pt x="388873" y="6886"/>
                    </a:cubicBezTo>
                    <a:cubicBezTo>
                      <a:pt x="390066" y="6938"/>
                      <a:pt x="390066" y="6938"/>
                      <a:pt x="391282" y="6992"/>
                    </a:cubicBezTo>
                    <a:cubicBezTo>
                      <a:pt x="392084" y="7031"/>
                      <a:pt x="392886" y="7069"/>
                      <a:pt x="393712" y="7109"/>
                    </a:cubicBezTo>
                    <a:cubicBezTo>
                      <a:pt x="395695" y="7204"/>
                      <a:pt x="397679" y="7295"/>
                      <a:pt x="399662" y="7383"/>
                    </a:cubicBezTo>
                    <a:cubicBezTo>
                      <a:pt x="399773" y="8102"/>
                      <a:pt x="399883" y="8821"/>
                      <a:pt x="399997" y="9562"/>
                    </a:cubicBezTo>
                    <a:cubicBezTo>
                      <a:pt x="400182" y="10318"/>
                      <a:pt x="400366" y="11074"/>
                      <a:pt x="400556" y="11852"/>
                    </a:cubicBezTo>
                    <a:cubicBezTo>
                      <a:pt x="403088" y="13118"/>
                      <a:pt x="405449" y="13056"/>
                      <a:pt x="408265" y="13249"/>
                    </a:cubicBezTo>
                    <a:cubicBezTo>
                      <a:pt x="409859" y="13361"/>
                      <a:pt x="409859" y="13361"/>
                      <a:pt x="411484" y="13476"/>
                    </a:cubicBezTo>
                    <a:cubicBezTo>
                      <a:pt x="412303" y="13530"/>
                      <a:pt x="413121" y="13584"/>
                      <a:pt x="413963" y="13640"/>
                    </a:cubicBezTo>
                    <a:cubicBezTo>
                      <a:pt x="414258" y="15410"/>
                      <a:pt x="414553" y="17180"/>
                      <a:pt x="414857" y="19003"/>
                    </a:cubicBezTo>
                    <a:cubicBezTo>
                      <a:pt x="418490" y="19695"/>
                      <a:pt x="421887" y="19985"/>
                      <a:pt x="425583" y="19897"/>
                    </a:cubicBezTo>
                    <a:cubicBezTo>
                      <a:pt x="425731" y="20745"/>
                      <a:pt x="425878" y="21593"/>
                      <a:pt x="426030" y="22467"/>
                    </a:cubicBezTo>
                    <a:cubicBezTo>
                      <a:pt x="427012" y="25347"/>
                      <a:pt x="427012" y="25347"/>
                      <a:pt x="429019" y="25857"/>
                    </a:cubicBezTo>
                    <a:cubicBezTo>
                      <a:pt x="430310" y="26093"/>
                      <a:pt x="431602" y="26324"/>
                      <a:pt x="432895" y="26548"/>
                    </a:cubicBezTo>
                    <a:cubicBezTo>
                      <a:pt x="433432" y="26713"/>
                      <a:pt x="433969" y="26878"/>
                      <a:pt x="434522" y="27048"/>
                    </a:cubicBezTo>
                    <a:cubicBezTo>
                      <a:pt x="435527" y="29282"/>
                      <a:pt x="435527" y="29282"/>
                      <a:pt x="436310" y="31517"/>
                    </a:cubicBezTo>
                    <a:cubicBezTo>
                      <a:pt x="437637" y="31932"/>
                      <a:pt x="437637" y="31932"/>
                      <a:pt x="438991" y="32355"/>
                    </a:cubicBezTo>
                    <a:cubicBezTo>
                      <a:pt x="439876" y="32668"/>
                      <a:pt x="440761" y="32982"/>
                      <a:pt x="441673" y="33304"/>
                    </a:cubicBezTo>
                    <a:cubicBezTo>
                      <a:pt x="442902" y="36098"/>
                      <a:pt x="442902" y="36098"/>
                      <a:pt x="443460" y="38668"/>
                    </a:cubicBezTo>
                    <a:cubicBezTo>
                      <a:pt x="444935" y="38962"/>
                      <a:pt x="446410" y="39257"/>
                      <a:pt x="447929" y="39561"/>
                    </a:cubicBezTo>
                    <a:cubicBezTo>
                      <a:pt x="448519" y="41331"/>
                      <a:pt x="449109" y="43101"/>
                      <a:pt x="449717" y="44924"/>
                    </a:cubicBezTo>
                    <a:cubicBezTo>
                      <a:pt x="451487" y="45219"/>
                      <a:pt x="453257" y="45514"/>
                      <a:pt x="455080" y="45818"/>
                    </a:cubicBezTo>
                    <a:cubicBezTo>
                      <a:pt x="455670" y="47883"/>
                      <a:pt x="456260" y="49948"/>
                      <a:pt x="456868" y="52075"/>
                    </a:cubicBezTo>
                    <a:cubicBezTo>
                      <a:pt x="458048" y="52370"/>
                      <a:pt x="459228" y="52665"/>
                      <a:pt x="460443" y="52969"/>
                    </a:cubicBezTo>
                    <a:cubicBezTo>
                      <a:pt x="460628" y="53964"/>
                      <a:pt x="460812" y="54960"/>
                      <a:pt x="461002" y="55986"/>
                    </a:cubicBezTo>
                    <a:cubicBezTo>
                      <a:pt x="461888" y="59464"/>
                      <a:pt x="461888" y="59464"/>
                      <a:pt x="465024" y="60511"/>
                    </a:cubicBezTo>
                    <a:cubicBezTo>
                      <a:pt x="465872" y="60677"/>
                      <a:pt x="466720" y="60843"/>
                      <a:pt x="467594" y="61014"/>
                    </a:cubicBezTo>
                    <a:cubicBezTo>
                      <a:pt x="467745" y="62298"/>
                      <a:pt x="467893" y="63583"/>
                      <a:pt x="468041" y="64868"/>
                    </a:cubicBezTo>
                    <a:cubicBezTo>
                      <a:pt x="468124" y="65584"/>
                      <a:pt x="468207" y="66299"/>
                      <a:pt x="468292" y="67037"/>
                    </a:cubicBezTo>
                    <a:cubicBezTo>
                      <a:pt x="468488" y="69058"/>
                      <a:pt x="468488" y="69058"/>
                      <a:pt x="468488" y="71740"/>
                    </a:cubicBezTo>
                    <a:cubicBezTo>
                      <a:pt x="470553" y="72330"/>
                      <a:pt x="472617" y="72920"/>
                      <a:pt x="474745" y="73527"/>
                    </a:cubicBezTo>
                    <a:cubicBezTo>
                      <a:pt x="475040" y="77067"/>
                      <a:pt x="475335" y="80607"/>
                      <a:pt x="475639" y="84253"/>
                    </a:cubicBezTo>
                    <a:cubicBezTo>
                      <a:pt x="477408" y="84548"/>
                      <a:pt x="479178" y="84843"/>
                      <a:pt x="481002" y="85147"/>
                    </a:cubicBezTo>
                    <a:cubicBezTo>
                      <a:pt x="481056" y="86257"/>
                      <a:pt x="481110" y="87366"/>
                      <a:pt x="481166" y="88510"/>
                    </a:cubicBezTo>
                    <a:cubicBezTo>
                      <a:pt x="481241" y="89977"/>
                      <a:pt x="481317" y="91445"/>
                      <a:pt x="481393" y="92913"/>
                    </a:cubicBezTo>
                    <a:cubicBezTo>
                      <a:pt x="481428" y="93642"/>
                      <a:pt x="481463" y="94372"/>
                      <a:pt x="481499" y="95124"/>
                    </a:cubicBezTo>
                    <a:cubicBezTo>
                      <a:pt x="481689" y="98731"/>
                      <a:pt x="481935" y="102182"/>
                      <a:pt x="482789" y="105706"/>
                    </a:cubicBezTo>
                    <a:cubicBezTo>
                      <a:pt x="484264" y="105706"/>
                      <a:pt x="485739" y="105706"/>
                      <a:pt x="487258" y="105706"/>
                    </a:cubicBezTo>
                    <a:cubicBezTo>
                      <a:pt x="487258" y="125468"/>
                      <a:pt x="487258" y="145231"/>
                      <a:pt x="487258" y="165593"/>
                    </a:cubicBezTo>
                    <a:cubicBezTo>
                      <a:pt x="484604" y="166478"/>
                      <a:pt x="484604" y="166478"/>
                      <a:pt x="481895" y="167381"/>
                    </a:cubicBezTo>
                    <a:cubicBezTo>
                      <a:pt x="481600" y="173575"/>
                      <a:pt x="481306" y="179769"/>
                      <a:pt x="481002" y="186151"/>
                    </a:cubicBezTo>
                    <a:cubicBezTo>
                      <a:pt x="479527" y="186151"/>
                      <a:pt x="478052" y="186151"/>
                      <a:pt x="476532" y="186151"/>
                    </a:cubicBezTo>
                    <a:cubicBezTo>
                      <a:pt x="474494" y="189209"/>
                      <a:pt x="474549" y="190336"/>
                      <a:pt x="474633" y="193917"/>
                    </a:cubicBezTo>
                    <a:cubicBezTo>
                      <a:pt x="474657" y="195249"/>
                      <a:pt x="474657" y="195249"/>
                      <a:pt x="474682" y="196609"/>
                    </a:cubicBezTo>
                    <a:cubicBezTo>
                      <a:pt x="474713" y="197627"/>
                      <a:pt x="474713" y="197627"/>
                      <a:pt x="474745" y="198665"/>
                    </a:cubicBezTo>
                    <a:cubicBezTo>
                      <a:pt x="472680" y="199255"/>
                      <a:pt x="470615" y="199845"/>
                      <a:pt x="468488" y="200453"/>
                    </a:cubicBezTo>
                    <a:cubicBezTo>
                      <a:pt x="468193" y="203403"/>
                      <a:pt x="467898" y="206352"/>
                      <a:pt x="467594" y="209391"/>
                    </a:cubicBezTo>
                    <a:cubicBezTo>
                      <a:pt x="466119" y="209391"/>
                      <a:pt x="464644" y="209391"/>
                      <a:pt x="463125" y="209391"/>
                    </a:cubicBezTo>
                    <a:cubicBezTo>
                      <a:pt x="462912" y="210231"/>
                      <a:pt x="462912" y="210231"/>
                      <a:pt x="462695" y="211088"/>
                    </a:cubicBezTo>
                    <a:cubicBezTo>
                      <a:pt x="462065" y="213296"/>
                      <a:pt x="461421" y="215357"/>
                      <a:pt x="460443" y="217436"/>
                    </a:cubicBezTo>
                    <a:cubicBezTo>
                      <a:pt x="458974" y="218081"/>
                      <a:pt x="457484" y="218681"/>
                      <a:pt x="455974" y="219224"/>
                    </a:cubicBezTo>
                    <a:cubicBezTo>
                      <a:pt x="455716" y="220256"/>
                      <a:pt x="455458" y="221288"/>
                      <a:pt x="455192" y="222352"/>
                    </a:cubicBezTo>
                    <a:cubicBezTo>
                      <a:pt x="454860" y="223384"/>
                      <a:pt x="454528" y="224417"/>
                      <a:pt x="454186" y="225480"/>
                    </a:cubicBezTo>
                    <a:cubicBezTo>
                      <a:pt x="452121" y="226144"/>
                      <a:pt x="450034" y="226742"/>
                      <a:pt x="447929" y="227268"/>
                    </a:cubicBezTo>
                    <a:cubicBezTo>
                      <a:pt x="447288" y="228739"/>
                      <a:pt x="446693" y="230230"/>
                      <a:pt x="446142" y="231737"/>
                    </a:cubicBezTo>
                    <a:cubicBezTo>
                      <a:pt x="444362" y="232646"/>
                      <a:pt x="442574" y="233540"/>
                      <a:pt x="440779" y="234419"/>
                    </a:cubicBezTo>
                    <a:cubicBezTo>
                      <a:pt x="440392" y="235175"/>
                      <a:pt x="440004" y="235931"/>
                      <a:pt x="439606" y="236709"/>
                    </a:cubicBezTo>
                    <a:cubicBezTo>
                      <a:pt x="438097" y="238888"/>
                      <a:pt x="438097" y="238888"/>
                      <a:pt x="436212" y="239384"/>
                    </a:cubicBezTo>
                    <a:cubicBezTo>
                      <a:pt x="434778" y="239607"/>
                      <a:pt x="433337" y="239788"/>
                      <a:pt x="431893" y="239918"/>
                    </a:cubicBezTo>
                    <a:cubicBezTo>
                      <a:pt x="430982" y="240293"/>
                      <a:pt x="430982" y="240293"/>
                      <a:pt x="430053" y="240676"/>
                    </a:cubicBezTo>
                    <a:cubicBezTo>
                      <a:pt x="428856" y="243352"/>
                      <a:pt x="428856" y="243352"/>
                      <a:pt x="428265" y="246039"/>
                    </a:cubicBezTo>
                    <a:cubicBezTo>
                      <a:pt x="427478" y="246041"/>
                      <a:pt x="426691" y="246043"/>
                      <a:pt x="425880" y="246046"/>
                    </a:cubicBezTo>
                    <a:cubicBezTo>
                      <a:pt x="424842" y="246080"/>
                      <a:pt x="423804" y="246115"/>
                      <a:pt x="422734" y="246151"/>
                    </a:cubicBezTo>
                    <a:cubicBezTo>
                      <a:pt x="421708" y="246171"/>
                      <a:pt x="420681" y="246192"/>
                      <a:pt x="419623" y="246213"/>
                    </a:cubicBezTo>
                    <a:cubicBezTo>
                      <a:pt x="415841" y="246813"/>
                      <a:pt x="415841" y="246813"/>
                      <a:pt x="412176" y="252296"/>
                    </a:cubicBezTo>
                    <a:cubicBezTo>
                      <a:pt x="416895" y="252296"/>
                      <a:pt x="421615" y="252296"/>
                      <a:pt x="426477" y="252296"/>
                    </a:cubicBezTo>
                    <a:cubicBezTo>
                      <a:pt x="427067" y="254065"/>
                      <a:pt x="427657" y="255835"/>
                      <a:pt x="428265" y="257659"/>
                    </a:cubicBezTo>
                    <a:cubicBezTo>
                      <a:pt x="429201" y="258803"/>
                      <a:pt x="429201" y="258803"/>
                      <a:pt x="431303" y="258577"/>
                    </a:cubicBezTo>
                    <a:cubicBezTo>
                      <a:pt x="433072" y="258524"/>
                      <a:pt x="434841" y="258468"/>
                      <a:pt x="436610" y="258409"/>
                    </a:cubicBezTo>
                    <a:cubicBezTo>
                      <a:pt x="438991" y="258553"/>
                      <a:pt x="438991" y="258553"/>
                      <a:pt x="441673" y="260340"/>
                    </a:cubicBezTo>
                    <a:cubicBezTo>
                      <a:pt x="441968" y="261520"/>
                      <a:pt x="442263" y="262700"/>
                      <a:pt x="442566" y="263916"/>
                    </a:cubicBezTo>
                    <a:cubicBezTo>
                      <a:pt x="445811" y="264506"/>
                      <a:pt x="449056" y="265095"/>
                      <a:pt x="452399" y="265703"/>
                    </a:cubicBezTo>
                    <a:cubicBezTo>
                      <a:pt x="452565" y="266551"/>
                      <a:pt x="452731" y="267399"/>
                      <a:pt x="452901" y="268273"/>
                    </a:cubicBezTo>
                    <a:cubicBezTo>
                      <a:pt x="453325" y="269195"/>
                      <a:pt x="453749" y="270117"/>
                      <a:pt x="454186" y="271066"/>
                    </a:cubicBezTo>
                    <a:cubicBezTo>
                      <a:pt x="456262" y="271696"/>
                      <a:pt x="458348" y="272293"/>
                      <a:pt x="460443" y="272854"/>
                    </a:cubicBezTo>
                    <a:cubicBezTo>
                      <a:pt x="461728" y="275200"/>
                      <a:pt x="461728" y="275200"/>
                      <a:pt x="462231" y="277323"/>
                    </a:cubicBezTo>
                    <a:cubicBezTo>
                      <a:pt x="463208" y="277379"/>
                      <a:pt x="464185" y="277434"/>
                      <a:pt x="465192" y="277491"/>
                    </a:cubicBezTo>
                    <a:cubicBezTo>
                      <a:pt x="468488" y="278217"/>
                      <a:pt x="468488" y="278217"/>
                      <a:pt x="469940" y="280340"/>
                    </a:cubicBezTo>
                    <a:cubicBezTo>
                      <a:pt x="470346" y="281114"/>
                      <a:pt x="470751" y="281889"/>
                      <a:pt x="471169" y="282686"/>
                    </a:cubicBezTo>
                    <a:cubicBezTo>
                      <a:pt x="472653" y="283591"/>
                      <a:pt x="474142" y="284485"/>
                      <a:pt x="475639" y="285368"/>
                    </a:cubicBezTo>
                    <a:cubicBezTo>
                      <a:pt x="476249" y="286552"/>
                      <a:pt x="476846" y="287744"/>
                      <a:pt x="477426" y="288943"/>
                    </a:cubicBezTo>
                    <a:cubicBezTo>
                      <a:pt x="478035" y="289183"/>
                      <a:pt x="478643" y="289422"/>
                      <a:pt x="479270" y="289669"/>
                    </a:cubicBezTo>
                    <a:cubicBezTo>
                      <a:pt x="479841" y="290020"/>
                      <a:pt x="480413" y="290370"/>
                      <a:pt x="481002" y="290731"/>
                    </a:cubicBezTo>
                    <a:cubicBezTo>
                      <a:pt x="481672" y="293971"/>
                      <a:pt x="481672" y="293971"/>
                      <a:pt x="481895" y="296988"/>
                    </a:cubicBezTo>
                    <a:cubicBezTo>
                      <a:pt x="482578" y="297154"/>
                      <a:pt x="483260" y="297320"/>
                      <a:pt x="483962" y="297491"/>
                    </a:cubicBezTo>
                    <a:cubicBezTo>
                      <a:pt x="486365" y="298775"/>
                      <a:pt x="486365" y="298775"/>
                      <a:pt x="487705" y="301960"/>
                    </a:cubicBezTo>
                    <a:cubicBezTo>
                      <a:pt x="488148" y="302974"/>
                      <a:pt x="488590" y="303988"/>
                      <a:pt x="489046" y="305032"/>
                    </a:cubicBezTo>
                    <a:cubicBezTo>
                      <a:pt x="490521" y="305327"/>
                      <a:pt x="491996" y="305622"/>
                      <a:pt x="493515" y="305926"/>
                    </a:cubicBezTo>
                    <a:cubicBezTo>
                      <a:pt x="494105" y="309466"/>
                      <a:pt x="494695" y="313005"/>
                      <a:pt x="495303" y="316652"/>
                    </a:cubicBezTo>
                    <a:cubicBezTo>
                      <a:pt x="497073" y="316947"/>
                      <a:pt x="498843" y="317242"/>
                      <a:pt x="500666" y="317546"/>
                    </a:cubicBezTo>
                    <a:cubicBezTo>
                      <a:pt x="500961" y="321971"/>
                      <a:pt x="501256" y="326395"/>
                      <a:pt x="501560" y="330954"/>
                    </a:cubicBezTo>
                    <a:cubicBezTo>
                      <a:pt x="504224" y="331578"/>
                      <a:pt x="504224" y="331578"/>
                      <a:pt x="506923" y="331848"/>
                    </a:cubicBezTo>
                    <a:cubicBezTo>
                      <a:pt x="507218" y="340107"/>
                      <a:pt x="507513" y="348366"/>
                      <a:pt x="507817" y="356875"/>
                    </a:cubicBezTo>
                    <a:cubicBezTo>
                      <a:pt x="509587" y="357465"/>
                      <a:pt x="511356" y="358055"/>
                      <a:pt x="513180" y="358663"/>
                    </a:cubicBezTo>
                    <a:cubicBezTo>
                      <a:pt x="513180" y="376361"/>
                      <a:pt x="513180" y="394059"/>
                      <a:pt x="513180" y="412293"/>
                    </a:cubicBezTo>
                    <a:cubicBezTo>
                      <a:pt x="511705" y="412588"/>
                      <a:pt x="510230" y="412883"/>
                      <a:pt x="508711" y="413187"/>
                    </a:cubicBezTo>
                    <a:cubicBezTo>
                      <a:pt x="507841" y="416146"/>
                      <a:pt x="507644" y="418923"/>
                      <a:pt x="507534" y="422000"/>
                    </a:cubicBezTo>
                    <a:cubicBezTo>
                      <a:pt x="507478" y="423495"/>
                      <a:pt x="507478" y="423495"/>
                      <a:pt x="507421" y="425020"/>
                    </a:cubicBezTo>
                    <a:cubicBezTo>
                      <a:pt x="507368" y="426574"/>
                      <a:pt x="507368" y="426574"/>
                      <a:pt x="507314" y="428159"/>
                    </a:cubicBezTo>
                    <a:cubicBezTo>
                      <a:pt x="507275" y="429209"/>
                      <a:pt x="507237" y="430258"/>
                      <a:pt x="507197" y="431340"/>
                    </a:cubicBezTo>
                    <a:cubicBezTo>
                      <a:pt x="507102" y="433929"/>
                      <a:pt x="507011" y="436519"/>
                      <a:pt x="506923" y="439109"/>
                    </a:cubicBezTo>
                    <a:cubicBezTo>
                      <a:pt x="505448" y="439109"/>
                      <a:pt x="503973" y="439109"/>
                      <a:pt x="502454" y="439109"/>
                    </a:cubicBezTo>
                    <a:cubicBezTo>
                      <a:pt x="501036" y="441944"/>
                      <a:pt x="501221" y="445039"/>
                      <a:pt x="501057" y="448159"/>
                    </a:cubicBezTo>
                    <a:cubicBezTo>
                      <a:pt x="501019" y="448833"/>
                      <a:pt x="500980" y="449507"/>
                      <a:pt x="500940" y="450201"/>
                    </a:cubicBezTo>
                    <a:cubicBezTo>
                      <a:pt x="500845" y="451867"/>
                      <a:pt x="500755" y="453532"/>
                      <a:pt x="500666" y="455198"/>
                    </a:cubicBezTo>
                    <a:cubicBezTo>
                      <a:pt x="498896" y="455198"/>
                      <a:pt x="497127" y="455198"/>
                      <a:pt x="495303" y="455198"/>
                    </a:cubicBezTo>
                    <a:cubicBezTo>
                      <a:pt x="495226" y="455951"/>
                      <a:pt x="495149" y="456705"/>
                      <a:pt x="495069" y="457481"/>
                    </a:cubicBezTo>
                    <a:cubicBezTo>
                      <a:pt x="494881" y="458950"/>
                      <a:pt x="494881" y="458950"/>
                      <a:pt x="494689" y="460449"/>
                    </a:cubicBezTo>
                    <a:cubicBezTo>
                      <a:pt x="494575" y="461424"/>
                      <a:pt x="494460" y="462399"/>
                      <a:pt x="494343" y="463403"/>
                    </a:cubicBezTo>
                    <a:cubicBezTo>
                      <a:pt x="494070" y="464235"/>
                      <a:pt x="493797" y="465067"/>
                      <a:pt x="493515" y="465924"/>
                    </a:cubicBezTo>
                    <a:cubicBezTo>
                      <a:pt x="492045" y="466567"/>
                      <a:pt x="490555" y="467165"/>
                      <a:pt x="489046" y="467711"/>
                    </a:cubicBezTo>
                    <a:cubicBezTo>
                      <a:pt x="488127" y="469641"/>
                      <a:pt x="488127" y="469641"/>
                      <a:pt x="487873" y="471846"/>
                    </a:cubicBezTo>
                    <a:cubicBezTo>
                      <a:pt x="487685" y="472941"/>
                      <a:pt x="487685" y="472941"/>
                      <a:pt x="487492" y="474059"/>
                    </a:cubicBezTo>
                    <a:cubicBezTo>
                      <a:pt x="487415" y="474619"/>
                      <a:pt x="487338" y="475179"/>
                      <a:pt x="487258" y="475756"/>
                    </a:cubicBezTo>
                    <a:cubicBezTo>
                      <a:pt x="485194" y="476346"/>
                      <a:pt x="483129" y="476936"/>
                      <a:pt x="481002" y="477544"/>
                    </a:cubicBezTo>
                    <a:cubicBezTo>
                      <a:pt x="480707" y="479904"/>
                      <a:pt x="480412" y="482263"/>
                      <a:pt x="480108" y="484694"/>
                    </a:cubicBezTo>
                    <a:cubicBezTo>
                      <a:pt x="478633" y="484989"/>
                      <a:pt x="477158" y="485284"/>
                      <a:pt x="475639" y="485588"/>
                    </a:cubicBezTo>
                    <a:cubicBezTo>
                      <a:pt x="475049" y="487653"/>
                      <a:pt x="474459" y="489718"/>
                      <a:pt x="473851" y="491845"/>
                    </a:cubicBezTo>
                    <a:cubicBezTo>
                      <a:pt x="472376" y="491845"/>
                      <a:pt x="470901" y="491845"/>
                      <a:pt x="469382" y="491845"/>
                    </a:cubicBezTo>
                    <a:cubicBezTo>
                      <a:pt x="468792" y="493910"/>
                      <a:pt x="468202" y="495975"/>
                      <a:pt x="467594" y="498102"/>
                    </a:cubicBezTo>
                    <a:cubicBezTo>
                      <a:pt x="466119" y="498102"/>
                      <a:pt x="464644" y="498102"/>
                      <a:pt x="463125" y="498102"/>
                    </a:cubicBezTo>
                    <a:cubicBezTo>
                      <a:pt x="462535" y="500167"/>
                      <a:pt x="461945" y="502232"/>
                      <a:pt x="461337" y="504359"/>
                    </a:cubicBezTo>
                    <a:cubicBezTo>
                      <a:pt x="460065" y="504442"/>
                      <a:pt x="460065" y="504442"/>
                      <a:pt x="458767" y="504527"/>
                    </a:cubicBezTo>
                    <a:cubicBezTo>
                      <a:pt x="457846" y="504766"/>
                      <a:pt x="456924" y="505006"/>
                      <a:pt x="455974" y="505253"/>
                    </a:cubicBezTo>
                    <a:cubicBezTo>
                      <a:pt x="455697" y="505972"/>
                      <a:pt x="455421" y="506691"/>
                      <a:pt x="455136" y="507432"/>
                    </a:cubicBezTo>
                    <a:cubicBezTo>
                      <a:pt x="454823" y="508187"/>
                      <a:pt x="454509" y="508943"/>
                      <a:pt x="454186" y="509722"/>
                    </a:cubicBezTo>
                    <a:cubicBezTo>
                      <a:pt x="453154" y="509999"/>
                      <a:pt x="452122" y="510275"/>
                      <a:pt x="451058" y="510560"/>
                    </a:cubicBezTo>
                    <a:cubicBezTo>
                      <a:pt x="450026" y="510873"/>
                      <a:pt x="448993" y="511187"/>
                      <a:pt x="447929" y="511510"/>
                    </a:cubicBezTo>
                    <a:cubicBezTo>
                      <a:pt x="446561" y="514197"/>
                      <a:pt x="446561" y="514197"/>
                      <a:pt x="446142" y="516873"/>
                    </a:cubicBezTo>
                    <a:cubicBezTo>
                      <a:pt x="442602" y="517168"/>
                      <a:pt x="439063" y="517463"/>
                      <a:pt x="435416" y="517767"/>
                    </a:cubicBezTo>
                    <a:cubicBezTo>
                      <a:pt x="435121" y="519536"/>
                      <a:pt x="434826" y="521306"/>
                      <a:pt x="434522" y="523130"/>
                    </a:cubicBezTo>
                    <a:cubicBezTo>
                      <a:pt x="430687" y="523720"/>
                      <a:pt x="426853" y="524310"/>
                      <a:pt x="422902" y="524917"/>
                    </a:cubicBezTo>
                    <a:cubicBezTo>
                      <a:pt x="422312" y="526687"/>
                      <a:pt x="421722" y="528457"/>
                      <a:pt x="421114" y="530280"/>
                    </a:cubicBezTo>
                    <a:cubicBezTo>
                      <a:pt x="420614" y="530298"/>
                      <a:pt x="420113" y="530316"/>
                      <a:pt x="419598" y="530334"/>
                    </a:cubicBezTo>
                    <a:cubicBezTo>
                      <a:pt x="417328" y="530419"/>
                      <a:pt x="415059" y="530517"/>
                      <a:pt x="412790" y="530616"/>
                    </a:cubicBezTo>
                    <a:cubicBezTo>
                      <a:pt x="412003" y="530643"/>
                      <a:pt x="411215" y="530671"/>
                      <a:pt x="410404" y="530699"/>
                    </a:cubicBezTo>
                    <a:cubicBezTo>
                      <a:pt x="409267" y="530751"/>
                      <a:pt x="409267" y="530751"/>
                      <a:pt x="408108" y="530804"/>
                    </a:cubicBezTo>
                    <a:cubicBezTo>
                      <a:pt x="407411" y="530832"/>
                      <a:pt x="406713" y="530860"/>
                      <a:pt x="405995" y="530889"/>
                    </a:cubicBezTo>
                    <a:cubicBezTo>
                      <a:pt x="403862" y="531081"/>
                      <a:pt x="403862" y="531081"/>
                      <a:pt x="401450" y="532962"/>
                    </a:cubicBezTo>
                    <a:cubicBezTo>
                      <a:pt x="401450" y="534142"/>
                      <a:pt x="401450" y="535322"/>
                      <a:pt x="401450" y="536537"/>
                    </a:cubicBezTo>
                    <a:cubicBezTo>
                      <a:pt x="400462" y="536555"/>
                      <a:pt x="399474" y="536573"/>
                      <a:pt x="398456" y="536591"/>
                    </a:cubicBezTo>
                    <a:cubicBezTo>
                      <a:pt x="394793" y="536659"/>
                      <a:pt x="391130" y="536738"/>
                      <a:pt x="387467" y="536821"/>
                    </a:cubicBezTo>
                    <a:cubicBezTo>
                      <a:pt x="385881" y="536855"/>
                      <a:pt x="384296" y="536886"/>
                      <a:pt x="382710" y="536914"/>
                    </a:cubicBezTo>
                    <a:cubicBezTo>
                      <a:pt x="380431" y="536955"/>
                      <a:pt x="378153" y="537007"/>
                      <a:pt x="375874" y="537061"/>
                    </a:cubicBezTo>
                    <a:cubicBezTo>
                      <a:pt x="375164" y="537071"/>
                      <a:pt x="374455" y="537082"/>
                      <a:pt x="373724" y="537092"/>
                    </a:cubicBezTo>
                    <a:cubicBezTo>
                      <a:pt x="370305" y="537184"/>
                      <a:pt x="368605" y="537280"/>
                      <a:pt x="365696" y="539219"/>
                    </a:cubicBezTo>
                    <a:cubicBezTo>
                      <a:pt x="365696" y="540399"/>
                      <a:pt x="365696" y="541579"/>
                      <a:pt x="365696" y="542794"/>
                    </a:cubicBezTo>
                    <a:cubicBezTo>
                      <a:pt x="319252" y="542815"/>
                      <a:pt x="272808" y="542830"/>
                      <a:pt x="226365" y="542840"/>
                    </a:cubicBezTo>
                    <a:cubicBezTo>
                      <a:pt x="220888" y="542841"/>
                      <a:pt x="215411" y="542842"/>
                      <a:pt x="209934" y="542843"/>
                    </a:cubicBezTo>
                    <a:cubicBezTo>
                      <a:pt x="208298" y="542844"/>
                      <a:pt x="208298" y="542844"/>
                      <a:pt x="206630" y="542844"/>
                    </a:cubicBezTo>
                    <a:cubicBezTo>
                      <a:pt x="188949" y="542848"/>
                      <a:pt x="171268" y="542855"/>
                      <a:pt x="153588" y="542863"/>
                    </a:cubicBezTo>
                    <a:cubicBezTo>
                      <a:pt x="135460" y="542872"/>
                      <a:pt x="117333" y="542876"/>
                      <a:pt x="99206" y="542878"/>
                    </a:cubicBezTo>
                    <a:cubicBezTo>
                      <a:pt x="88010" y="542880"/>
                      <a:pt x="76815" y="542883"/>
                      <a:pt x="65620" y="542891"/>
                    </a:cubicBezTo>
                    <a:cubicBezTo>
                      <a:pt x="57954" y="542895"/>
                      <a:pt x="50288" y="542897"/>
                      <a:pt x="42623" y="542896"/>
                    </a:cubicBezTo>
                    <a:cubicBezTo>
                      <a:pt x="38193" y="542895"/>
                      <a:pt x="33763" y="542896"/>
                      <a:pt x="29333" y="542901"/>
                    </a:cubicBezTo>
                    <a:cubicBezTo>
                      <a:pt x="25285" y="542905"/>
                      <a:pt x="21236" y="542905"/>
                      <a:pt x="17188" y="542902"/>
                    </a:cubicBezTo>
                    <a:cubicBezTo>
                      <a:pt x="15716" y="542902"/>
                      <a:pt x="14245" y="542903"/>
                      <a:pt x="12774" y="542906"/>
                    </a:cubicBezTo>
                    <a:cubicBezTo>
                      <a:pt x="10787" y="542909"/>
                      <a:pt x="8801" y="542908"/>
                      <a:pt x="6814" y="542904"/>
                    </a:cubicBezTo>
                    <a:cubicBezTo>
                      <a:pt x="5707" y="542905"/>
                      <a:pt x="4599" y="542905"/>
                      <a:pt x="3458" y="542905"/>
                    </a:cubicBezTo>
                    <a:cubicBezTo>
                      <a:pt x="1009" y="542794"/>
                      <a:pt x="1009" y="542794"/>
                      <a:pt x="115" y="541900"/>
                    </a:cubicBezTo>
                    <a:cubicBezTo>
                      <a:pt x="26" y="539047"/>
                      <a:pt x="-3" y="536213"/>
                      <a:pt x="5" y="533359"/>
                    </a:cubicBezTo>
                    <a:cubicBezTo>
                      <a:pt x="4" y="532446"/>
                      <a:pt x="3" y="531534"/>
                      <a:pt x="2" y="530594"/>
                    </a:cubicBezTo>
                    <a:cubicBezTo>
                      <a:pt x="-1" y="527495"/>
                      <a:pt x="3" y="524396"/>
                      <a:pt x="7" y="521297"/>
                    </a:cubicBezTo>
                    <a:cubicBezTo>
                      <a:pt x="7" y="519069"/>
                      <a:pt x="6" y="516842"/>
                      <a:pt x="5" y="514614"/>
                    </a:cubicBezTo>
                    <a:cubicBezTo>
                      <a:pt x="3" y="509749"/>
                      <a:pt x="5" y="504885"/>
                      <a:pt x="8" y="500020"/>
                    </a:cubicBezTo>
                    <a:cubicBezTo>
                      <a:pt x="14" y="492787"/>
                      <a:pt x="14" y="485553"/>
                      <a:pt x="13" y="478320"/>
                    </a:cubicBezTo>
                    <a:cubicBezTo>
                      <a:pt x="12" y="466154"/>
                      <a:pt x="15" y="453988"/>
                      <a:pt x="20" y="441822"/>
                    </a:cubicBezTo>
                    <a:cubicBezTo>
                      <a:pt x="26" y="429771"/>
                      <a:pt x="29" y="417719"/>
                      <a:pt x="30" y="405667"/>
                    </a:cubicBezTo>
                    <a:cubicBezTo>
                      <a:pt x="30" y="404919"/>
                      <a:pt x="30" y="404171"/>
                      <a:pt x="30" y="403400"/>
                    </a:cubicBezTo>
                    <a:cubicBezTo>
                      <a:pt x="30" y="399599"/>
                      <a:pt x="31" y="395799"/>
                      <a:pt x="31" y="391998"/>
                    </a:cubicBezTo>
                    <a:cubicBezTo>
                      <a:pt x="33" y="365056"/>
                      <a:pt x="39" y="338113"/>
                      <a:pt x="47" y="311171"/>
                    </a:cubicBezTo>
                    <a:cubicBezTo>
                      <a:pt x="56" y="284992"/>
                      <a:pt x="62" y="258812"/>
                      <a:pt x="66" y="232633"/>
                    </a:cubicBezTo>
                    <a:cubicBezTo>
                      <a:pt x="66" y="231826"/>
                      <a:pt x="66" y="231020"/>
                      <a:pt x="66" y="230189"/>
                    </a:cubicBezTo>
                    <a:cubicBezTo>
                      <a:pt x="67" y="222090"/>
                      <a:pt x="68" y="213991"/>
                      <a:pt x="69" y="205892"/>
                    </a:cubicBezTo>
                    <a:cubicBezTo>
                      <a:pt x="72" y="189393"/>
                      <a:pt x="74" y="172893"/>
                      <a:pt x="77" y="156394"/>
                    </a:cubicBezTo>
                    <a:cubicBezTo>
                      <a:pt x="77" y="155635"/>
                      <a:pt x="77" y="154876"/>
                      <a:pt x="77" y="154095"/>
                    </a:cubicBezTo>
                    <a:cubicBezTo>
                      <a:pt x="86" y="103403"/>
                      <a:pt x="100" y="52712"/>
                      <a:pt x="115" y="2020"/>
                    </a:cubicBezTo>
                    <a:cubicBezTo>
                      <a:pt x="3531" y="155"/>
                      <a:pt x="5989" y="9"/>
                      <a:pt x="9908" y="10"/>
                    </a:cubicBezTo>
                    <a:cubicBezTo>
                      <a:pt x="10852" y="6"/>
                      <a:pt x="10852" y="6"/>
                      <a:pt x="11814" y="3"/>
                    </a:cubicBezTo>
                    <a:close/>
                  </a:path>
                </a:pathLst>
              </a:custGeom>
              <a:grpFill/>
              <a:ln w="894" cap="flat">
                <a:noFill/>
                <a:prstDash val="solid"/>
                <a:miter/>
              </a:ln>
            </p:spPr>
            <p:txBody>
              <a:bodyPr rtlCol="0" anchor="ctr"/>
              <a:lstStyle/>
              <a:p>
                <a:endParaRPr lang="zh-CN" altLang="en-US"/>
              </a:p>
            </p:txBody>
          </p:sp>
          <p:sp>
            <p:nvSpPr>
              <p:cNvPr id="45" name="任意多边形: 形状 44"/>
              <p:cNvSpPr/>
              <p:nvPr/>
            </p:nvSpPr>
            <p:spPr>
              <a:xfrm>
                <a:off x="9424157" y="3441674"/>
                <a:ext cx="533080" cy="543027"/>
              </a:xfrm>
              <a:custGeom>
                <a:avLst/>
                <a:gdLst>
                  <a:gd name="connsiteX0" fmla="*/ 21024 w 533080"/>
                  <a:gd name="connsiteY0" fmla="*/ 258 h 543027"/>
                  <a:gd name="connsiteX1" fmla="*/ 23060 w 533080"/>
                  <a:gd name="connsiteY1" fmla="*/ 254 h 543027"/>
                  <a:gd name="connsiteX2" fmla="*/ 29821 w 533080"/>
                  <a:gd name="connsiteY2" fmla="*/ 256 h 543027"/>
                  <a:gd name="connsiteX3" fmla="*/ 34666 w 533080"/>
                  <a:gd name="connsiteY3" fmla="*/ 251 h 543027"/>
                  <a:gd name="connsiteX4" fmla="*/ 47829 w 533080"/>
                  <a:gd name="connsiteY4" fmla="*/ 252 h 543027"/>
                  <a:gd name="connsiteX5" fmla="*/ 61596 w 533080"/>
                  <a:gd name="connsiteY5" fmla="*/ 251 h 543027"/>
                  <a:gd name="connsiteX6" fmla="*/ 84715 w 533080"/>
                  <a:gd name="connsiteY6" fmla="*/ 255 h 543027"/>
                  <a:gd name="connsiteX7" fmla="*/ 111456 w 533080"/>
                  <a:gd name="connsiteY7" fmla="*/ 254 h 543027"/>
                  <a:gd name="connsiteX8" fmla="*/ 134403 w 533080"/>
                  <a:gd name="connsiteY8" fmla="*/ 251 h 543027"/>
                  <a:gd name="connsiteX9" fmla="*/ 148113 w 533080"/>
                  <a:gd name="connsiteY9" fmla="*/ 250 h 543027"/>
                  <a:gd name="connsiteX10" fmla="*/ 161002 w 533080"/>
                  <a:gd name="connsiteY10" fmla="*/ 254 h 543027"/>
                  <a:gd name="connsiteX11" fmla="*/ 165737 w 533080"/>
                  <a:gd name="connsiteY11" fmla="*/ 253 h 543027"/>
                  <a:gd name="connsiteX12" fmla="*/ 172191 w 533080"/>
                  <a:gd name="connsiteY12" fmla="*/ 258 h 543027"/>
                  <a:gd name="connsiteX13" fmla="*/ 174091 w 533080"/>
                  <a:gd name="connsiteY13" fmla="*/ 252 h 543027"/>
                  <a:gd name="connsiteX14" fmla="*/ 182416 w 533080"/>
                  <a:gd name="connsiteY14" fmla="*/ 1266 h 543027"/>
                  <a:gd name="connsiteX15" fmla="*/ 182416 w 533080"/>
                  <a:gd name="connsiteY15" fmla="*/ 4841 h 543027"/>
                  <a:gd name="connsiteX16" fmla="*/ 185992 w 533080"/>
                  <a:gd name="connsiteY16" fmla="*/ 4841 h 543027"/>
                  <a:gd name="connsiteX17" fmla="*/ 185817 w 533080"/>
                  <a:gd name="connsiteY17" fmla="*/ 10166 h 543027"/>
                  <a:gd name="connsiteX18" fmla="*/ 187779 w 533080"/>
                  <a:gd name="connsiteY18" fmla="*/ 14673 h 543027"/>
                  <a:gd name="connsiteX19" fmla="*/ 189567 w 533080"/>
                  <a:gd name="connsiteY19" fmla="*/ 15068 h 543027"/>
                  <a:gd name="connsiteX20" fmla="*/ 192360 w 533080"/>
                  <a:gd name="connsiteY20" fmla="*/ 17156 h 543027"/>
                  <a:gd name="connsiteX21" fmla="*/ 193142 w 533080"/>
                  <a:gd name="connsiteY21" fmla="*/ 19087 h 543027"/>
                  <a:gd name="connsiteX22" fmla="*/ 196777 w 533080"/>
                  <a:gd name="connsiteY22" fmla="*/ 23587 h 543027"/>
                  <a:gd name="connsiteX23" fmla="*/ 199088 w 533080"/>
                  <a:gd name="connsiteY23" fmla="*/ 26377 h 543027"/>
                  <a:gd name="connsiteX24" fmla="*/ 199343 w 533080"/>
                  <a:gd name="connsiteY24" fmla="*/ 28528 h 543027"/>
                  <a:gd name="connsiteX25" fmla="*/ 200293 w 533080"/>
                  <a:gd name="connsiteY25" fmla="*/ 32550 h 543027"/>
                  <a:gd name="connsiteX26" fmla="*/ 204762 w 533080"/>
                  <a:gd name="connsiteY26" fmla="*/ 34338 h 543027"/>
                  <a:gd name="connsiteX27" fmla="*/ 206710 w 533080"/>
                  <a:gd name="connsiteY27" fmla="*/ 39809 h 543027"/>
                  <a:gd name="connsiteX28" fmla="*/ 209790 w 533080"/>
                  <a:gd name="connsiteY28" fmla="*/ 42829 h 543027"/>
                  <a:gd name="connsiteX29" fmla="*/ 212398 w 533080"/>
                  <a:gd name="connsiteY29" fmla="*/ 45912 h 543027"/>
                  <a:gd name="connsiteX30" fmla="*/ 212807 w 533080"/>
                  <a:gd name="connsiteY30" fmla="*/ 51321 h 543027"/>
                  <a:gd name="connsiteX31" fmla="*/ 215377 w 533080"/>
                  <a:gd name="connsiteY31" fmla="*/ 51768 h 543027"/>
                  <a:gd name="connsiteX32" fmla="*/ 218767 w 533080"/>
                  <a:gd name="connsiteY32" fmla="*/ 54757 h 543027"/>
                  <a:gd name="connsiteX33" fmla="*/ 219458 w 533080"/>
                  <a:gd name="connsiteY33" fmla="*/ 58646 h 543027"/>
                  <a:gd name="connsiteX34" fmla="*/ 219957 w 533080"/>
                  <a:gd name="connsiteY34" fmla="*/ 60259 h 543027"/>
                  <a:gd name="connsiteX35" fmla="*/ 222192 w 533080"/>
                  <a:gd name="connsiteY35" fmla="*/ 61041 h 543027"/>
                  <a:gd name="connsiteX36" fmla="*/ 224427 w 533080"/>
                  <a:gd name="connsiteY36" fmla="*/ 62047 h 543027"/>
                  <a:gd name="connsiteX37" fmla="*/ 225321 w 533080"/>
                  <a:gd name="connsiteY37" fmla="*/ 66516 h 543027"/>
                  <a:gd name="connsiteX38" fmla="*/ 226214 w 533080"/>
                  <a:gd name="connsiteY38" fmla="*/ 70985 h 543027"/>
                  <a:gd name="connsiteX39" fmla="*/ 230684 w 533080"/>
                  <a:gd name="connsiteY39" fmla="*/ 72773 h 543027"/>
                  <a:gd name="connsiteX40" fmla="*/ 232024 w 533080"/>
                  <a:gd name="connsiteY40" fmla="*/ 76348 h 543027"/>
                  <a:gd name="connsiteX41" fmla="*/ 235767 w 533080"/>
                  <a:gd name="connsiteY41" fmla="*/ 81265 h 543027"/>
                  <a:gd name="connsiteX42" fmla="*/ 237834 w 533080"/>
                  <a:gd name="connsiteY42" fmla="*/ 81711 h 543027"/>
                  <a:gd name="connsiteX43" fmla="*/ 237841 w 533080"/>
                  <a:gd name="connsiteY43" fmla="*/ 83377 h 543027"/>
                  <a:gd name="connsiteX44" fmla="*/ 238728 w 533080"/>
                  <a:gd name="connsiteY44" fmla="*/ 89756 h 543027"/>
                  <a:gd name="connsiteX45" fmla="*/ 244091 w 533080"/>
                  <a:gd name="connsiteY45" fmla="*/ 92438 h 543027"/>
                  <a:gd name="connsiteX46" fmla="*/ 244985 w 533080"/>
                  <a:gd name="connsiteY46" fmla="*/ 97801 h 543027"/>
                  <a:gd name="connsiteX47" fmla="*/ 247499 w 533080"/>
                  <a:gd name="connsiteY47" fmla="*/ 98080 h 543027"/>
                  <a:gd name="connsiteX48" fmla="*/ 251301 w 533080"/>
                  <a:gd name="connsiteY48" fmla="*/ 101896 h 543027"/>
                  <a:gd name="connsiteX49" fmla="*/ 253030 w 533080"/>
                  <a:gd name="connsiteY49" fmla="*/ 109421 h 543027"/>
                  <a:gd name="connsiteX50" fmla="*/ 257499 w 533080"/>
                  <a:gd name="connsiteY50" fmla="*/ 109421 h 543027"/>
                  <a:gd name="connsiteX51" fmla="*/ 257331 w 533080"/>
                  <a:gd name="connsiteY51" fmla="*/ 112381 h 543027"/>
                  <a:gd name="connsiteX52" fmla="*/ 258672 w 533080"/>
                  <a:gd name="connsiteY52" fmla="*/ 117353 h 543027"/>
                  <a:gd name="connsiteX53" fmla="*/ 262862 w 533080"/>
                  <a:gd name="connsiteY53" fmla="*/ 119253 h 543027"/>
                  <a:gd name="connsiteX54" fmla="*/ 264817 w 533080"/>
                  <a:gd name="connsiteY54" fmla="*/ 123331 h 543027"/>
                  <a:gd name="connsiteX55" fmla="*/ 265749 w 533080"/>
                  <a:gd name="connsiteY55" fmla="*/ 125569 h 543027"/>
                  <a:gd name="connsiteX56" fmla="*/ 266437 w 533080"/>
                  <a:gd name="connsiteY56" fmla="*/ 127297 h 543027"/>
                  <a:gd name="connsiteX57" fmla="*/ 270013 w 533080"/>
                  <a:gd name="connsiteY57" fmla="*/ 127297 h 543027"/>
                  <a:gd name="connsiteX58" fmla="*/ 270906 w 533080"/>
                  <a:gd name="connsiteY58" fmla="*/ 136236 h 543027"/>
                  <a:gd name="connsiteX59" fmla="*/ 273365 w 533080"/>
                  <a:gd name="connsiteY59" fmla="*/ 137074 h 543027"/>
                  <a:gd name="connsiteX60" fmla="*/ 279845 w 533080"/>
                  <a:gd name="connsiteY60" fmla="*/ 146962 h 543027"/>
                  <a:gd name="connsiteX61" fmla="*/ 283420 w 533080"/>
                  <a:gd name="connsiteY61" fmla="*/ 146962 h 543027"/>
                  <a:gd name="connsiteX62" fmla="*/ 283309 w 533080"/>
                  <a:gd name="connsiteY62" fmla="*/ 149867 h 543027"/>
                  <a:gd name="connsiteX63" fmla="*/ 285208 w 533080"/>
                  <a:gd name="connsiteY63" fmla="*/ 156794 h 543027"/>
                  <a:gd name="connsiteX64" fmla="*/ 286954 w 533080"/>
                  <a:gd name="connsiteY64" fmla="*/ 157112 h 543027"/>
                  <a:gd name="connsiteX65" fmla="*/ 289789 w 533080"/>
                  <a:gd name="connsiteY65" fmla="*/ 159277 h 543027"/>
                  <a:gd name="connsiteX66" fmla="*/ 290571 w 533080"/>
                  <a:gd name="connsiteY66" fmla="*/ 161207 h 543027"/>
                  <a:gd name="connsiteX67" fmla="*/ 294188 w 533080"/>
                  <a:gd name="connsiteY67" fmla="*/ 165701 h 543027"/>
                  <a:gd name="connsiteX68" fmla="*/ 296674 w 533080"/>
                  <a:gd name="connsiteY68" fmla="*/ 168561 h 543027"/>
                  <a:gd name="connsiteX69" fmla="*/ 297051 w 533080"/>
                  <a:gd name="connsiteY69" fmla="*/ 170760 h 543027"/>
                  <a:gd name="connsiteX70" fmla="*/ 297456 w 533080"/>
                  <a:gd name="connsiteY70" fmla="*/ 172974 h 543027"/>
                  <a:gd name="connsiteX71" fmla="*/ 297722 w 533080"/>
                  <a:gd name="connsiteY71" fmla="*/ 174671 h 543027"/>
                  <a:gd name="connsiteX72" fmla="*/ 302191 w 533080"/>
                  <a:gd name="connsiteY72" fmla="*/ 175565 h 543027"/>
                  <a:gd name="connsiteX73" fmla="*/ 302620 w 533080"/>
                  <a:gd name="connsiteY73" fmla="*/ 177230 h 543027"/>
                  <a:gd name="connsiteX74" fmla="*/ 307163 w 533080"/>
                  <a:gd name="connsiteY74" fmla="*/ 184950 h 543027"/>
                  <a:gd name="connsiteX75" fmla="*/ 309869 w 533080"/>
                  <a:gd name="connsiteY75" fmla="*/ 188166 h 543027"/>
                  <a:gd name="connsiteX76" fmla="*/ 310236 w 533080"/>
                  <a:gd name="connsiteY76" fmla="*/ 190369 h 543027"/>
                  <a:gd name="connsiteX77" fmla="*/ 311129 w 533080"/>
                  <a:gd name="connsiteY77" fmla="*/ 194335 h 543027"/>
                  <a:gd name="connsiteX78" fmla="*/ 315599 w 533080"/>
                  <a:gd name="connsiteY78" fmla="*/ 196123 h 543027"/>
                  <a:gd name="connsiteX79" fmla="*/ 317386 w 533080"/>
                  <a:gd name="connsiteY79" fmla="*/ 202380 h 543027"/>
                  <a:gd name="connsiteX80" fmla="*/ 319621 w 533080"/>
                  <a:gd name="connsiteY80" fmla="*/ 203106 h 543027"/>
                  <a:gd name="connsiteX81" fmla="*/ 321855 w 533080"/>
                  <a:gd name="connsiteY81" fmla="*/ 204168 h 543027"/>
                  <a:gd name="connsiteX82" fmla="*/ 322749 w 533080"/>
                  <a:gd name="connsiteY82" fmla="*/ 208637 h 543027"/>
                  <a:gd name="connsiteX83" fmla="*/ 323643 w 533080"/>
                  <a:gd name="connsiteY83" fmla="*/ 213106 h 543027"/>
                  <a:gd name="connsiteX84" fmla="*/ 328112 w 533080"/>
                  <a:gd name="connsiteY84" fmla="*/ 214894 h 543027"/>
                  <a:gd name="connsiteX85" fmla="*/ 329453 w 533080"/>
                  <a:gd name="connsiteY85" fmla="*/ 218469 h 543027"/>
                  <a:gd name="connsiteX86" fmla="*/ 333196 w 533080"/>
                  <a:gd name="connsiteY86" fmla="*/ 223385 h 543027"/>
                  <a:gd name="connsiteX87" fmla="*/ 335263 w 533080"/>
                  <a:gd name="connsiteY87" fmla="*/ 223832 h 543027"/>
                  <a:gd name="connsiteX88" fmla="*/ 335270 w 533080"/>
                  <a:gd name="connsiteY88" fmla="*/ 225498 h 543027"/>
                  <a:gd name="connsiteX89" fmla="*/ 336157 w 533080"/>
                  <a:gd name="connsiteY89" fmla="*/ 231877 h 543027"/>
                  <a:gd name="connsiteX90" fmla="*/ 341520 w 533080"/>
                  <a:gd name="connsiteY90" fmla="*/ 234558 h 543027"/>
                  <a:gd name="connsiteX91" fmla="*/ 342414 w 533080"/>
                  <a:gd name="connsiteY91" fmla="*/ 240815 h 543027"/>
                  <a:gd name="connsiteX92" fmla="*/ 347777 w 533080"/>
                  <a:gd name="connsiteY92" fmla="*/ 241709 h 543027"/>
                  <a:gd name="connsiteX93" fmla="*/ 349565 w 533080"/>
                  <a:gd name="connsiteY93" fmla="*/ 251541 h 543027"/>
                  <a:gd name="connsiteX94" fmla="*/ 354928 w 533080"/>
                  <a:gd name="connsiteY94" fmla="*/ 251541 h 543027"/>
                  <a:gd name="connsiteX95" fmla="*/ 355821 w 533080"/>
                  <a:gd name="connsiteY95" fmla="*/ 259586 h 543027"/>
                  <a:gd name="connsiteX96" fmla="*/ 361184 w 533080"/>
                  <a:gd name="connsiteY96" fmla="*/ 261374 h 543027"/>
                  <a:gd name="connsiteX97" fmla="*/ 361418 w 533080"/>
                  <a:gd name="connsiteY97" fmla="*/ 263203 h 543027"/>
                  <a:gd name="connsiteX98" fmla="*/ 365263 w 533080"/>
                  <a:gd name="connsiteY98" fmla="*/ 272379 h 543027"/>
                  <a:gd name="connsiteX99" fmla="*/ 367441 w 533080"/>
                  <a:gd name="connsiteY99" fmla="*/ 273887 h 543027"/>
                  <a:gd name="connsiteX100" fmla="*/ 368335 w 533080"/>
                  <a:gd name="connsiteY100" fmla="*/ 278357 h 543027"/>
                  <a:gd name="connsiteX101" fmla="*/ 370123 w 533080"/>
                  <a:gd name="connsiteY101" fmla="*/ 278357 h 543027"/>
                  <a:gd name="connsiteX102" fmla="*/ 368335 w 533080"/>
                  <a:gd name="connsiteY102" fmla="*/ 272994 h 543027"/>
                  <a:gd name="connsiteX103" fmla="*/ 368225 w 533080"/>
                  <a:gd name="connsiteY103" fmla="*/ 268654 h 543027"/>
                  <a:gd name="connsiteX104" fmla="*/ 368220 w 533080"/>
                  <a:gd name="connsiteY104" fmla="*/ 265790 h 543027"/>
                  <a:gd name="connsiteX105" fmla="*/ 368228 w 533080"/>
                  <a:gd name="connsiteY105" fmla="*/ 262604 h 543027"/>
                  <a:gd name="connsiteX106" fmla="*/ 368225 w 533080"/>
                  <a:gd name="connsiteY106" fmla="*/ 259250 h 543027"/>
                  <a:gd name="connsiteX107" fmla="*/ 368231 w 533080"/>
                  <a:gd name="connsiteY107" fmla="*/ 249993 h 543027"/>
                  <a:gd name="connsiteX108" fmla="*/ 368233 w 533080"/>
                  <a:gd name="connsiteY108" fmla="*/ 240025 h 543027"/>
                  <a:gd name="connsiteX109" fmla="*/ 368241 w 533080"/>
                  <a:gd name="connsiteY109" fmla="*/ 222742 h 543027"/>
                  <a:gd name="connsiteX110" fmla="*/ 368251 w 533080"/>
                  <a:gd name="connsiteY110" fmla="*/ 197752 h 543027"/>
                  <a:gd name="connsiteX111" fmla="*/ 368268 w 533080"/>
                  <a:gd name="connsiteY111" fmla="*/ 157213 h 543027"/>
                  <a:gd name="connsiteX112" fmla="*/ 368286 w 533080"/>
                  <a:gd name="connsiteY112" fmla="*/ 117823 h 543027"/>
                  <a:gd name="connsiteX113" fmla="*/ 368287 w 533080"/>
                  <a:gd name="connsiteY113" fmla="*/ 115372 h 543027"/>
                  <a:gd name="connsiteX114" fmla="*/ 368290 w 533080"/>
                  <a:gd name="connsiteY114" fmla="*/ 103201 h 543027"/>
                  <a:gd name="connsiteX115" fmla="*/ 368335 w 533080"/>
                  <a:gd name="connsiteY115" fmla="*/ 2160 h 543027"/>
                  <a:gd name="connsiteX116" fmla="*/ 381478 w 533080"/>
                  <a:gd name="connsiteY116" fmla="*/ 145 h 543027"/>
                  <a:gd name="connsiteX117" fmla="*/ 383494 w 533080"/>
                  <a:gd name="connsiteY117" fmla="*/ 136 h 543027"/>
                  <a:gd name="connsiteX118" fmla="*/ 390137 w 533080"/>
                  <a:gd name="connsiteY118" fmla="*/ 141 h 543027"/>
                  <a:gd name="connsiteX119" fmla="*/ 394917 w 533080"/>
                  <a:gd name="connsiteY119" fmla="*/ 131 h 543027"/>
                  <a:gd name="connsiteX120" fmla="*/ 407870 w 533080"/>
                  <a:gd name="connsiteY120" fmla="*/ 132 h 543027"/>
                  <a:gd name="connsiteX121" fmla="*/ 421439 w 533080"/>
                  <a:gd name="connsiteY121" fmla="*/ 129 h 543027"/>
                  <a:gd name="connsiteX122" fmla="*/ 444224 w 533080"/>
                  <a:gd name="connsiteY122" fmla="*/ 139 h 543027"/>
                  <a:gd name="connsiteX123" fmla="*/ 470550 w 533080"/>
                  <a:gd name="connsiteY123" fmla="*/ 136 h 543027"/>
                  <a:gd name="connsiteX124" fmla="*/ 493171 w 533080"/>
                  <a:gd name="connsiteY124" fmla="*/ 131 h 543027"/>
                  <a:gd name="connsiteX125" fmla="*/ 506673 w 533080"/>
                  <a:gd name="connsiteY125" fmla="*/ 128 h 543027"/>
                  <a:gd name="connsiteX126" fmla="*/ 519369 w 533080"/>
                  <a:gd name="connsiteY126" fmla="*/ 137 h 543027"/>
                  <a:gd name="connsiteX127" fmla="*/ 524022 w 533080"/>
                  <a:gd name="connsiteY127" fmla="*/ 135 h 543027"/>
                  <a:gd name="connsiteX128" fmla="*/ 530385 w 533080"/>
                  <a:gd name="connsiteY128" fmla="*/ 145 h 543027"/>
                  <a:gd name="connsiteX129" fmla="*/ 532235 w 533080"/>
                  <a:gd name="connsiteY129" fmla="*/ 133 h 543027"/>
                  <a:gd name="connsiteX130" fmla="*/ 543528 w 533080"/>
                  <a:gd name="connsiteY130" fmla="*/ 2160 h 543027"/>
                  <a:gd name="connsiteX131" fmla="*/ 543604 w 533080"/>
                  <a:gd name="connsiteY131" fmla="*/ 156240 h 543027"/>
                  <a:gd name="connsiteX132" fmla="*/ 543605 w 533080"/>
                  <a:gd name="connsiteY132" fmla="*/ 158542 h 543027"/>
                  <a:gd name="connsiteX133" fmla="*/ 543619 w 533080"/>
                  <a:gd name="connsiteY133" fmla="*/ 208059 h 543027"/>
                  <a:gd name="connsiteX134" fmla="*/ 543626 w 533080"/>
                  <a:gd name="connsiteY134" fmla="*/ 232341 h 543027"/>
                  <a:gd name="connsiteX135" fmla="*/ 543627 w 533080"/>
                  <a:gd name="connsiteY135" fmla="*/ 234782 h 543027"/>
                  <a:gd name="connsiteX136" fmla="*/ 543665 w 533080"/>
                  <a:gd name="connsiteY136" fmla="*/ 313170 h 543027"/>
                  <a:gd name="connsiteX137" fmla="*/ 543696 w 533080"/>
                  <a:gd name="connsiteY137" fmla="*/ 393693 h 543027"/>
                  <a:gd name="connsiteX138" fmla="*/ 543698 w 533080"/>
                  <a:gd name="connsiteY138" fmla="*/ 405054 h 543027"/>
                  <a:gd name="connsiteX139" fmla="*/ 543698 w 533080"/>
                  <a:gd name="connsiteY139" fmla="*/ 407312 h 543027"/>
                  <a:gd name="connsiteX140" fmla="*/ 543719 w 533080"/>
                  <a:gd name="connsiteY140" fmla="*/ 443376 h 543027"/>
                  <a:gd name="connsiteX141" fmla="*/ 543731 w 533080"/>
                  <a:gd name="connsiteY141" fmla="*/ 479590 h 543027"/>
                  <a:gd name="connsiteX142" fmla="*/ 543744 w 533080"/>
                  <a:gd name="connsiteY142" fmla="*/ 501132 h 543027"/>
                  <a:gd name="connsiteX143" fmla="*/ 543744 w 533080"/>
                  <a:gd name="connsiteY143" fmla="*/ 517178 h 543027"/>
                  <a:gd name="connsiteX144" fmla="*/ 543751 w 533080"/>
                  <a:gd name="connsiteY144" fmla="*/ 523700 h 543027"/>
                  <a:gd name="connsiteX145" fmla="*/ 543748 w 533080"/>
                  <a:gd name="connsiteY145" fmla="*/ 532509 h 543027"/>
                  <a:gd name="connsiteX146" fmla="*/ 543762 w 533080"/>
                  <a:gd name="connsiteY146" fmla="*/ 535115 h 543027"/>
                  <a:gd name="connsiteX147" fmla="*/ 543750 w 533080"/>
                  <a:gd name="connsiteY147" fmla="*/ 537468 h 543027"/>
                  <a:gd name="connsiteX148" fmla="*/ 543751 w 533080"/>
                  <a:gd name="connsiteY148" fmla="*/ 539505 h 543027"/>
                  <a:gd name="connsiteX149" fmla="*/ 541741 w 533080"/>
                  <a:gd name="connsiteY149" fmla="*/ 542934 h 543027"/>
                  <a:gd name="connsiteX150" fmla="*/ 534976 w 533080"/>
                  <a:gd name="connsiteY150" fmla="*/ 543149 h 543027"/>
                  <a:gd name="connsiteX151" fmla="*/ 532837 w 533080"/>
                  <a:gd name="connsiteY151" fmla="*/ 543153 h 543027"/>
                  <a:gd name="connsiteX152" fmla="*/ 525702 w 533080"/>
                  <a:gd name="connsiteY152" fmla="*/ 543137 h 543027"/>
                  <a:gd name="connsiteX153" fmla="*/ 520602 w 533080"/>
                  <a:gd name="connsiteY153" fmla="*/ 543137 h 543027"/>
                  <a:gd name="connsiteX154" fmla="*/ 506724 w 533080"/>
                  <a:gd name="connsiteY154" fmla="*/ 543115 h 543027"/>
                  <a:gd name="connsiteX155" fmla="*/ 492233 w 533080"/>
                  <a:gd name="connsiteY155" fmla="*/ 543101 h 543027"/>
                  <a:gd name="connsiteX156" fmla="*/ 464778 w 533080"/>
                  <a:gd name="connsiteY156" fmla="*/ 543062 h 543027"/>
                  <a:gd name="connsiteX157" fmla="*/ 433528 w 533080"/>
                  <a:gd name="connsiteY157" fmla="*/ 543024 h 543027"/>
                  <a:gd name="connsiteX158" fmla="*/ 369229 w 533080"/>
                  <a:gd name="connsiteY158" fmla="*/ 542934 h 543027"/>
                  <a:gd name="connsiteX159" fmla="*/ 368721 w 533080"/>
                  <a:gd name="connsiteY159" fmla="*/ 541223 h 543027"/>
                  <a:gd name="connsiteX160" fmla="*/ 368028 w 533080"/>
                  <a:gd name="connsiteY160" fmla="*/ 538999 h 543027"/>
                  <a:gd name="connsiteX161" fmla="*/ 367352 w 533080"/>
                  <a:gd name="connsiteY161" fmla="*/ 536785 h 543027"/>
                  <a:gd name="connsiteX162" fmla="*/ 362078 w 533080"/>
                  <a:gd name="connsiteY162" fmla="*/ 532208 h 543027"/>
                  <a:gd name="connsiteX163" fmla="*/ 360175 w 533080"/>
                  <a:gd name="connsiteY163" fmla="*/ 526614 h 543027"/>
                  <a:gd name="connsiteX164" fmla="*/ 359397 w 533080"/>
                  <a:gd name="connsiteY164" fmla="*/ 525057 h 543027"/>
                  <a:gd name="connsiteX165" fmla="*/ 355821 w 533080"/>
                  <a:gd name="connsiteY165" fmla="*/ 524163 h 543027"/>
                  <a:gd name="connsiteX166" fmla="*/ 354928 w 533080"/>
                  <a:gd name="connsiteY166" fmla="*/ 516118 h 543027"/>
                  <a:gd name="connsiteX167" fmla="*/ 349565 w 533080"/>
                  <a:gd name="connsiteY167" fmla="*/ 515225 h 543027"/>
                  <a:gd name="connsiteX168" fmla="*/ 347777 w 533080"/>
                  <a:gd name="connsiteY168" fmla="*/ 505392 h 543027"/>
                  <a:gd name="connsiteX169" fmla="*/ 342414 w 533080"/>
                  <a:gd name="connsiteY169" fmla="*/ 505392 h 543027"/>
                  <a:gd name="connsiteX170" fmla="*/ 342407 w 533080"/>
                  <a:gd name="connsiteY170" fmla="*/ 503727 h 543027"/>
                  <a:gd name="connsiteX171" fmla="*/ 341520 w 533080"/>
                  <a:gd name="connsiteY171" fmla="*/ 497348 h 543027"/>
                  <a:gd name="connsiteX172" fmla="*/ 336157 w 533080"/>
                  <a:gd name="connsiteY172" fmla="*/ 494666 h 543027"/>
                  <a:gd name="connsiteX173" fmla="*/ 334181 w 533080"/>
                  <a:gd name="connsiteY173" fmla="*/ 489073 h 543027"/>
                  <a:gd name="connsiteX174" fmla="*/ 333475 w 533080"/>
                  <a:gd name="connsiteY174" fmla="*/ 487516 h 543027"/>
                  <a:gd name="connsiteX175" fmla="*/ 329006 w 533080"/>
                  <a:gd name="connsiteY175" fmla="*/ 486622 h 543027"/>
                  <a:gd name="connsiteX176" fmla="*/ 329093 w 533080"/>
                  <a:gd name="connsiteY176" fmla="*/ 481210 h 543027"/>
                  <a:gd name="connsiteX177" fmla="*/ 328112 w 533080"/>
                  <a:gd name="connsiteY177" fmla="*/ 477683 h 543027"/>
                  <a:gd name="connsiteX178" fmla="*/ 323643 w 533080"/>
                  <a:gd name="connsiteY178" fmla="*/ 476789 h 543027"/>
                  <a:gd name="connsiteX179" fmla="*/ 323214 w 533080"/>
                  <a:gd name="connsiteY179" fmla="*/ 475093 h 543027"/>
                  <a:gd name="connsiteX180" fmla="*/ 320962 w 533080"/>
                  <a:gd name="connsiteY180" fmla="*/ 468745 h 543027"/>
                  <a:gd name="connsiteX181" fmla="*/ 316492 w 533080"/>
                  <a:gd name="connsiteY181" fmla="*/ 466957 h 543027"/>
                  <a:gd name="connsiteX182" fmla="*/ 315235 w 533080"/>
                  <a:gd name="connsiteY182" fmla="*/ 461427 h 543027"/>
                  <a:gd name="connsiteX183" fmla="*/ 314705 w 533080"/>
                  <a:gd name="connsiteY183" fmla="*/ 459806 h 543027"/>
                  <a:gd name="connsiteX184" fmla="*/ 312470 w 533080"/>
                  <a:gd name="connsiteY184" fmla="*/ 458913 h 543027"/>
                  <a:gd name="connsiteX185" fmla="*/ 310236 w 533080"/>
                  <a:gd name="connsiteY185" fmla="*/ 458019 h 543027"/>
                  <a:gd name="connsiteX186" fmla="*/ 308979 w 533080"/>
                  <a:gd name="connsiteY186" fmla="*/ 452485 h 543027"/>
                  <a:gd name="connsiteX187" fmla="*/ 308448 w 533080"/>
                  <a:gd name="connsiteY187" fmla="*/ 450868 h 543027"/>
                  <a:gd name="connsiteX188" fmla="*/ 306213 w 533080"/>
                  <a:gd name="connsiteY188" fmla="*/ 450030 h 543027"/>
                  <a:gd name="connsiteX189" fmla="*/ 303979 w 533080"/>
                  <a:gd name="connsiteY189" fmla="*/ 449080 h 543027"/>
                  <a:gd name="connsiteX190" fmla="*/ 303085 w 533080"/>
                  <a:gd name="connsiteY190" fmla="*/ 445058 h 543027"/>
                  <a:gd name="connsiteX191" fmla="*/ 302191 w 533080"/>
                  <a:gd name="connsiteY191" fmla="*/ 441036 h 543027"/>
                  <a:gd name="connsiteX192" fmla="*/ 297722 w 533080"/>
                  <a:gd name="connsiteY192" fmla="*/ 439248 h 543027"/>
                  <a:gd name="connsiteX193" fmla="*/ 295773 w 533080"/>
                  <a:gd name="connsiteY193" fmla="*/ 433078 h 543027"/>
                  <a:gd name="connsiteX194" fmla="*/ 292694 w 533080"/>
                  <a:gd name="connsiteY194" fmla="*/ 429863 h 543027"/>
                  <a:gd name="connsiteX195" fmla="*/ 290086 w 533080"/>
                  <a:gd name="connsiteY195" fmla="*/ 426584 h 543027"/>
                  <a:gd name="connsiteX196" fmla="*/ 289677 w 533080"/>
                  <a:gd name="connsiteY196" fmla="*/ 420477 h 543027"/>
                  <a:gd name="connsiteX197" fmla="*/ 284314 w 533080"/>
                  <a:gd name="connsiteY197" fmla="*/ 419584 h 543027"/>
                  <a:gd name="connsiteX198" fmla="*/ 283755 w 533080"/>
                  <a:gd name="connsiteY198" fmla="*/ 416176 h 543027"/>
                  <a:gd name="connsiteX199" fmla="*/ 282526 w 533080"/>
                  <a:gd name="connsiteY199" fmla="*/ 412433 h 543027"/>
                  <a:gd name="connsiteX200" fmla="*/ 279789 w 533080"/>
                  <a:gd name="connsiteY200" fmla="*/ 411148 h 543027"/>
                  <a:gd name="connsiteX201" fmla="*/ 277163 w 533080"/>
                  <a:gd name="connsiteY201" fmla="*/ 409751 h 543027"/>
                  <a:gd name="connsiteX202" fmla="*/ 276270 w 533080"/>
                  <a:gd name="connsiteY202" fmla="*/ 401707 h 543027"/>
                  <a:gd name="connsiteX203" fmla="*/ 274203 w 533080"/>
                  <a:gd name="connsiteY203" fmla="*/ 401204 h 543027"/>
                  <a:gd name="connsiteX204" fmla="*/ 269119 w 533080"/>
                  <a:gd name="connsiteY204" fmla="*/ 393662 h 543027"/>
                  <a:gd name="connsiteX205" fmla="*/ 266828 w 533080"/>
                  <a:gd name="connsiteY205" fmla="*/ 392880 h 543027"/>
                  <a:gd name="connsiteX206" fmla="*/ 264650 w 533080"/>
                  <a:gd name="connsiteY206" fmla="*/ 391874 h 543027"/>
                  <a:gd name="connsiteX207" fmla="*/ 263812 w 533080"/>
                  <a:gd name="connsiteY207" fmla="*/ 387852 h 543027"/>
                  <a:gd name="connsiteX208" fmla="*/ 262862 w 533080"/>
                  <a:gd name="connsiteY208" fmla="*/ 383830 h 543027"/>
                  <a:gd name="connsiteX209" fmla="*/ 257499 w 533080"/>
                  <a:gd name="connsiteY209" fmla="*/ 382042 h 543027"/>
                  <a:gd name="connsiteX210" fmla="*/ 257611 w 533080"/>
                  <a:gd name="connsiteY210" fmla="*/ 379026 h 543027"/>
                  <a:gd name="connsiteX211" fmla="*/ 255711 w 533080"/>
                  <a:gd name="connsiteY211" fmla="*/ 373998 h 543027"/>
                  <a:gd name="connsiteX212" fmla="*/ 253937 w 533080"/>
                  <a:gd name="connsiteY212" fmla="*/ 373694 h 543027"/>
                  <a:gd name="connsiteX213" fmla="*/ 251005 w 533080"/>
                  <a:gd name="connsiteY213" fmla="*/ 371257 h 543027"/>
                  <a:gd name="connsiteX214" fmla="*/ 250125 w 533080"/>
                  <a:gd name="connsiteY214" fmla="*/ 369026 h 543027"/>
                  <a:gd name="connsiteX215" fmla="*/ 249217 w 533080"/>
                  <a:gd name="connsiteY215" fmla="*/ 366788 h 543027"/>
                  <a:gd name="connsiteX216" fmla="*/ 248560 w 533080"/>
                  <a:gd name="connsiteY216" fmla="*/ 365059 h 543027"/>
                  <a:gd name="connsiteX217" fmla="*/ 244985 w 533080"/>
                  <a:gd name="connsiteY217" fmla="*/ 365059 h 543027"/>
                  <a:gd name="connsiteX218" fmla="*/ 244985 w 533080"/>
                  <a:gd name="connsiteY218" fmla="*/ 355227 h 543027"/>
                  <a:gd name="connsiteX219" fmla="*/ 242024 w 533080"/>
                  <a:gd name="connsiteY219" fmla="*/ 354836 h 543027"/>
                  <a:gd name="connsiteX220" fmla="*/ 238728 w 533080"/>
                  <a:gd name="connsiteY220" fmla="*/ 353439 h 543027"/>
                  <a:gd name="connsiteX221" fmla="*/ 236047 w 533080"/>
                  <a:gd name="connsiteY221" fmla="*/ 345395 h 543027"/>
                  <a:gd name="connsiteX222" fmla="*/ 231577 w 533080"/>
                  <a:gd name="connsiteY222" fmla="*/ 345395 h 543027"/>
                  <a:gd name="connsiteX223" fmla="*/ 231577 w 533080"/>
                  <a:gd name="connsiteY223" fmla="*/ 335562 h 543027"/>
                  <a:gd name="connsiteX224" fmla="*/ 229064 w 533080"/>
                  <a:gd name="connsiteY224" fmla="*/ 335004 h 543027"/>
                  <a:gd name="connsiteX225" fmla="*/ 223533 w 533080"/>
                  <a:gd name="connsiteY225" fmla="*/ 328412 h 543027"/>
                  <a:gd name="connsiteX226" fmla="*/ 221242 w 533080"/>
                  <a:gd name="connsiteY226" fmla="*/ 327239 h 543027"/>
                  <a:gd name="connsiteX227" fmla="*/ 218536 w 533080"/>
                  <a:gd name="connsiteY227" fmla="*/ 323845 h 543027"/>
                  <a:gd name="connsiteX228" fmla="*/ 217807 w 533080"/>
                  <a:gd name="connsiteY228" fmla="*/ 319470 h 543027"/>
                  <a:gd name="connsiteX229" fmla="*/ 217276 w 533080"/>
                  <a:gd name="connsiteY229" fmla="*/ 317686 h 543027"/>
                  <a:gd name="connsiteX230" fmla="*/ 215041 w 533080"/>
                  <a:gd name="connsiteY230" fmla="*/ 316792 h 543027"/>
                  <a:gd name="connsiteX231" fmla="*/ 212807 w 533080"/>
                  <a:gd name="connsiteY231" fmla="*/ 315898 h 543027"/>
                  <a:gd name="connsiteX232" fmla="*/ 211019 w 533080"/>
                  <a:gd name="connsiteY232" fmla="*/ 307853 h 543027"/>
                  <a:gd name="connsiteX233" fmla="*/ 206550 w 533080"/>
                  <a:gd name="connsiteY233" fmla="*/ 306960 h 543027"/>
                  <a:gd name="connsiteX234" fmla="*/ 206347 w 533080"/>
                  <a:gd name="connsiteY234" fmla="*/ 305263 h 543027"/>
                  <a:gd name="connsiteX235" fmla="*/ 204762 w 533080"/>
                  <a:gd name="connsiteY235" fmla="*/ 298915 h 543027"/>
                  <a:gd name="connsiteX236" fmla="*/ 199399 w 533080"/>
                  <a:gd name="connsiteY236" fmla="*/ 297127 h 543027"/>
                  <a:gd name="connsiteX237" fmla="*/ 199064 w 533080"/>
                  <a:gd name="connsiteY237" fmla="*/ 294111 h 543027"/>
                  <a:gd name="connsiteX238" fmla="*/ 196718 w 533080"/>
                  <a:gd name="connsiteY238" fmla="*/ 289083 h 543027"/>
                  <a:gd name="connsiteX239" fmla="*/ 193142 w 533080"/>
                  <a:gd name="connsiteY239" fmla="*/ 288189 h 543027"/>
                  <a:gd name="connsiteX240" fmla="*/ 192695 w 533080"/>
                  <a:gd name="connsiteY240" fmla="*/ 284278 h 543027"/>
                  <a:gd name="connsiteX241" fmla="*/ 192444 w 533080"/>
                  <a:gd name="connsiteY241" fmla="*/ 282079 h 543027"/>
                  <a:gd name="connsiteX242" fmla="*/ 192248 w 533080"/>
                  <a:gd name="connsiteY242" fmla="*/ 278357 h 543027"/>
                  <a:gd name="connsiteX243" fmla="*/ 186885 w 533080"/>
                  <a:gd name="connsiteY243" fmla="*/ 277463 h 543027"/>
                  <a:gd name="connsiteX244" fmla="*/ 186424 w 533080"/>
                  <a:gd name="connsiteY244" fmla="*/ 275892 h 543027"/>
                  <a:gd name="connsiteX245" fmla="*/ 185768 w 533080"/>
                  <a:gd name="connsiteY245" fmla="*/ 273776 h 543027"/>
                  <a:gd name="connsiteX246" fmla="*/ 185140 w 533080"/>
                  <a:gd name="connsiteY246" fmla="*/ 271702 h 543027"/>
                  <a:gd name="connsiteX247" fmla="*/ 180628 w 533080"/>
                  <a:gd name="connsiteY247" fmla="*/ 264055 h 543027"/>
                  <a:gd name="connsiteX248" fmla="*/ 179735 w 533080"/>
                  <a:gd name="connsiteY248" fmla="*/ 542934 h 543027"/>
                  <a:gd name="connsiteX249" fmla="*/ 95769 w 533080"/>
                  <a:gd name="connsiteY249" fmla="*/ 542990 h 543027"/>
                  <a:gd name="connsiteX250" fmla="*/ 69209 w 533080"/>
                  <a:gd name="connsiteY250" fmla="*/ 543014 h 543027"/>
                  <a:gd name="connsiteX251" fmla="*/ 53563 w 533080"/>
                  <a:gd name="connsiteY251" fmla="*/ 543019 h 543027"/>
                  <a:gd name="connsiteX252" fmla="*/ 43069 w 533080"/>
                  <a:gd name="connsiteY252" fmla="*/ 543028 h 543027"/>
                  <a:gd name="connsiteX253" fmla="*/ 29710 w 533080"/>
                  <a:gd name="connsiteY253" fmla="*/ 543035 h 543027"/>
                  <a:gd name="connsiteX254" fmla="*/ 24791 w 533080"/>
                  <a:gd name="connsiteY254" fmla="*/ 543040 h 543027"/>
                  <a:gd name="connsiteX255" fmla="*/ 18179 w 533080"/>
                  <a:gd name="connsiteY255" fmla="*/ 543041 h 543027"/>
                  <a:gd name="connsiteX256" fmla="*/ 16207 w 533080"/>
                  <a:gd name="connsiteY256" fmla="*/ 543049 h 543027"/>
                  <a:gd name="connsiteX257" fmla="*/ 10799 w 533080"/>
                  <a:gd name="connsiteY257" fmla="*/ 542040 h 543027"/>
                  <a:gd name="connsiteX258" fmla="*/ 10688 w 533080"/>
                  <a:gd name="connsiteY258" fmla="*/ 538461 h 543027"/>
                  <a:gd name="connsiteX259" fmla="*/ 10681 w 533080"/>
                  <a:gd name="connsiteY259" fmla="*/ 536106 h 543027"/>
                  <a:gd name="connsiteX260" fmla="*/ 10689 w 533080"/>
                  <a:gd name="connsiteY260" fmla="*/ 533484 h 543027"/>
                  <a:gd name="connsiteX261" fmla="*/ 10685 w 533080"/>
                  <a:gd name="connsiteY261" fmla="*/ 530715 h 543027"/>
                  <a:gd name="connsiteX262" fmla="*/ 10691 w 533080"/>
                  <a:gd name="connsiteY262" fmla="*/ 521402 h 543027"/>
                  <a:gd name="connsiteX263" fmla="*/ 10689 w 533080"/>
                  <a:gd name="connsiteY263" fmla="*/ 514708 h 543027"/>
                  <a:gd name="connsiteX264" fmla="*/ 10692 w 533080"/>
                  <a:gd name="connsiteY264" fmla="*/ 500091 h 543027"/>
                  <a:gd name="connsiteX265" fmla="*/ 10697 w 533080"/>
                  <a:gd name="connsiteY265" fmla="*/ 478354 h 543027"/>
                  <a:gd name="connsiteX266" fmla="*/ 10704 w 533080"/>
                  <a:gd name="connsiteY266" fmla="*/ 441796 h 543027"/>
                  <a:gd name="connsiteX267" fmla="*/ 10714 w 533080"/>
                  <a:gd name="connsiteY267" fmla="*/ 405582 h 543027"/>
                  <a:gd name="connsiteX268" fmla="*/ 10714 w 533080"/>
                  <a:gd name="connsiteY268" fmla="*/ 403310 h 543027"/>
                  <a:gd name="connsiteX269" fmla="*/ 10715 w 533080"/>
                  <a:gd name="connsiteY269" fmla="*/ 391890 h 543027"/>
                  <a:gd name="connsiteX270" fmla="*/ 10731 w 533080"/>
                  <a:gd name="connsiteY270" fmla="*/ 310929 h 543027"/>
                  <a:gd name="connsiteX271" fmla="*/ 10749 w 533080"/>
                  <a:gd name="connsiteY271" fmla="*/ 232260 h 543027"/>
                  <a:gd name="connsiteX272" fmla="*/ 10750 w 533080"/>
                  <a:gd name="connsiteY272" fmla="*/ 229812 h 543027"/>
                  <a:gd name="connsiteX273" fmla="*/ 10753 w 533080"/>
                  <a:gd name="connsiteY273" fmla="*/ 205475 h 543027"/>
                  <a:gd name="connsiteX274" fmla="*/ 10761 w 533080"/>
                  <a:gd name="connsiteY274" fmla="*/ 155895 h 543027"/>
                  <a:gd name="connsiteX275" fmla="*/ 10761 w 533080"/>
                  <a:gd name="connsiteY275" fmla="*/ 153592 h 543027"/>
                  <a:gd name="connsiteX276" fmla="*/ 10799 w 533080"/>
                  <a:gd name="connsiteY276" fmla="*/ 1266 h 543027"/>
                  <a:gd name="connsiteX277" fmla="*/ 21024 w 533080"/>
                  <a:gd name="connsiteY277" fmla="*/ 258 h 543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33080" h="543027">
                    <a:moveTo>
                      <a:pt x="21024" y="258"/>
                    </a:moveTo>
                    <a:cubicBezTo>
                      <a:pt x="22032" y="256"/>
                      <a:pt x="22032" y="256"/>
                      <a:pt x="23060" y="254"/>
                    </a:cubicBezTo>
                    <a:cubicBezTo>
                      <a:pt x="25314" y="251"/>
                      <a:pt x="27567" y="253"/>
                      <a:pt x="29821" y="256"/>
                    </a:cubicBezTo>
                    <a:cubicBezTo>
                      <a:pt x="31436" y="255"/>
                      <a:pt x="33051" y="253"/>
                      <a:pt x="34666" y="251"/>
                    </a:cubicBezTo>
                    <a:cubicBezTo>
                      <a:pt x="39054" y="247"/>
                      <a:pt x="43441" y="249"/>
                      <a:pt x="47829" y="252"/>
                    </a:cubicBezTo>
                    <a:cubicBezTo>
                      <a:pt x="52418" y="254"/>
                      <a:pt x="57007" y="252"/>
                      <a:pt x="61596" y="251"/>
                    </a:cubicBezTo>
                    <a:cubicBezTo>
                      <a:pt x="69302" y="249"/>
                      <a:pt x="77009" y="251"/>
                      <a:pt x="84715" y="255"/>
                    </a:cubicBezTo>
                    <a:cubicBezTo>
                      <a:pt x="93629" y="260"/>
                      <a:pt x="102543" y="259"/>
                      <a:pt x="111456" y="254"/>
                    </a:cubicBezTo>
                    <a:cubicBezTo>
                      <a:pt x="119105" y="250"/>
                      <a:pt x="126754" y="249"/>
                      <a:pt x="134403" y="251"/>
                    </a:cubicBezTo>
                    <a:cubicBezTo>
                      <a:pt x="138973" y="253"/>
                      <a:pt x="143543" y="253"/>
                      <a:pt x="148113" y="250"/>
                    </a:cubicBezTo>
                    <a:cubicBezTo>
                      <a:pt x="152410" y="247"/>
                      <a:pt x="156706" y="249"/>
                      <a:pt x="161002" y="254"/>
                    </a:cubicBezTo>
                    <a:cubicBezTo>
                      <a:pt x="162581" y="256"/>
                      <a:pt x="164159" y="255"/>
                      <a:pt x="165737" y="253"/>
                    </a:cubicBezTo>
                    <a:cubicBezTo>
                      <a:pt x="167888" y="251"/>
                      <a:pt x="170040" y="254"/>
                      <a:pt x="172191" y="258"/>
                    </a:cubicBezTo>
                    <a:cubicBezTo>
                      <a:pt x="172818" y="256"/>
                      <a:pt x="173445" y="254"/>
                      <a:pt x="174091" y="252"/>
                    </a:cubicBezTo>
                    <a:cubicBezTo>
                      <a:pt x="176998" y="264"/>
                      <a:pt x="179636" y="375"/>
                      <a:pt x="182416" y="1266"/>
                    </a:cubicBezTo>
                    <a:cubicBezTo>
                      <a:pt x="182416" y="2446"/>
                      <a:pt x="182416" y="3625"/>
                      <a:pt x="182416" y="4841"/>
                    </a:cubicBezTo>
                    <a:cubicBezTo>
                      <a:pt x="183596" y="4841"/>
                      <a:pt x="184776" y="4841"/>
                      <a:pt x="185992" y="4841"/>
                    </a:cubicBezTo>
                    <a:cubicBezTo>
                      <a:pt x="185933" y="6616"/>
                      <a:pt x="185875" y="8391"/>
                      <a:pt x="185817" y="10166"/>
                    </a:cubicBezTo>
                    <a:cubicBezTo>
                      <a:pt x="185873" y="12272"/>
                      <a:pt x="185873" y="12272"/>
                      <a:pt x="187779" y="14673"/>
                    </a:cubicBezTo>
                    <a:cubicBezTo>
                      <a:pt x="188664" y="14869"/>
                      <a:pt x="188664" y="14869"/>
                      <a:pt x="189567" y="15068"/>
                    </a:cubicBezTo>
                    <a:cubicBezTo>
                      <a:pt x="191355" y="15567"/>
                      <a:pt x="191355" y="15567"/>
                      <a:pt x="192360" y="17156"/>
                    </a:cubicBezTo>
                    <a:cubicBezTo>
                      <a:pt x="192747" y="18112"/>
                      <a:pt x="192747" y="18112"/>
                      <a:pt x="193142" y="19087"/>
                    </a:cubicBezTo>
                    <a:cubicBezTo>
                      <a:pt x="194260" y="21971"/>
                      <a:pt x="194260" y="21971"/>
                      <a:pt x="196777" y="23587"/>
                    </a:cubicBezTo>
                    <a:cubicBezTo>
                      <a:pt x="198505" y="24506"/>
                      <a:pt x="198505" y="24506"/>
                      <a:pt x="199088" y="26377"/>
                    </a:cubicBezTo>
                    <a:cubicBezTo>
                      <a:pt x="199172" y="27087"/>
                      <a:pt x="199257" y="27797"/>
                      <a:pt x="199343" y="28528"/>
                    </a:cubicBezTo>
                    <a:cubicBezTo>
                      <a:pt x="199680" y="30687"/>
                      <a:pt x="199680" y="30687"/>
                      <a:pt x="200293" y="32550"/>
                    </a:cubicBezTo>
                    <a:cubicBezTo>
                      <a:pt x="201764" y="33191"/>
                      <a:pt x="203255" y="33787"/>
                      <a:pt x="204762" y="34338"/>
                    </a:cubicBezTo>
                    <a:cubicBezTo>
                      <a:pt x="205584" y="36124"/>
                      <a:pt x="206126" y="37933"/>
                      <a:pt x="206710" y="39809"/>
                    </a:cubicBezTo>
                    <a:cubicBezTo>
                      <a:pt x="207359" y="41750"/>
                      <a:pt x="207359" y="41750"/>
                      <a:pt x="209790" y="42829"/>
                    </a:cubicBezTo>
                    <a:cubicBezTo>
                      <a:pt x="211913" y="44170"/>
                      <a:pt x="211913" y="44170"/>
                      <a:pt x="212398" y="45912"/>
                    </a:cubicBezTo>
                    <a:cubicBezTo>
                      <a:pt x="212614" y="47707"/>
                      <a:pt x="212718" y="49515"/>
                      <a:pt x="212807" y="51321"/>
                    </a:cubicBezTo>
                    <a:cubicBezTo>
                      <a:pt x="213655" y="51468"/>
                      <a:pt x="214503" y="51616"/>
                      <a:pt x="215377" y="51768"/>
                    </a:cubicBezTo>
                    <a:cubicBezTo>
                      <a:pt x="218170" y="53109"/>
                      <a:pt x="218170" y="53109"/>
                      <a:pt x="218767" y="54757"/>
                    </a:cubicBezTo>
                    <a:cubicBezTo>
                      <a:pt x="219004" y="56052"/>
                      <a:pt x="219234" y="57348"/>
                      <a:pt x="219458" y="58646"/>
                    </a:cubicBezTo>
                    <a:cubicBezTo>
                      <a:pt x="219623" y="59178"/>
                      <a:pt x="219788" y="59711"/>
                      <a:pt x="219957" y="60259"/>
                    </a:cubicBezTo>
                    <a:cubicBezTo>
                      <a:pt x="220695" y="60517"/>
                      <a:pt x="221432" y="60775"/>
                      <a:pt x="222192" y="61041"/>
                    </a:cubicBezTo>
                    <a:cubicBezTo>
                      <a:pt x="222930" y="61373"/>
                      <a:pt x="223667" y="61705"/>
                      <a:pt x="224427" y="62047"/>
                    </a:cubicBezTo>
                    <a:cubicBezTo>
                      <a:pt x="224957" y="64065"/>
                      <a:pt x="224957" y="64065"/>
                      <a:pt x="225321" y="66516"/>
                    </a:cubicBezTo>
                    <a:cubicBezTo>
                      <a:pt x="225634" y="68911"/>
                      <a:pt x="225634" y="68911"/>
                      <a:pt x="226214" y="70985"/>
                    </a:cubicBezTo>
                    <a:cubicBezTo>
                      <a:pt x="228381" y="72031"/>
                      <a:pt x="228381" y="72031"/>
                      <a:pt x="230684" y="72773"/>
                    </a:cubicBezTo>
                    <a:cubicBezTo>
                      <a:pt x="231413" y="74386"/>
                      <a:pt x="231413" y="74386"/>
                      <a:pt x="232024" y="76348"/>
                    </a:cubicBezTo>
                    <a:cubicBezTo>
                      <a:pt x="232958" y="79479"/>
                      <a:pt x="232958" y="79479"/>
                      <a:pt x="235767" y="81265"/>
                    </a:cubicBezTo>
                    <a:cubicBezTo>
                      <a:pt x="236449" y="81412"/>
                      <a:pt x="237132" y="81560"/>
                      <a:pt x="237834" y="81711"/>
                    </a:cubicBezTo>
                    <a:cubicBezTo>
                      <a:pt x="237837" y="82261"/>
                      <a:pt x="237839" y="82811"/>
                      <a:pt x="237841" y="83377"/>
                    </a:cubicBezTo>
                    <a:cubicBezTo>
                      <a:pt x="237948" y="85617"/>
                      <a:pt x="238116" y="87596"/>
                      <a:pt x="238728" y="89756"/>
                    </a:cubicBezTo>
                    <a:cubicBezTo>
                      <a:pt x="241365" y="91298"/>
                      <a:pt x="241365" y="91298"/>
                      <a:pt x="244091" y="92438"/>
                    </a:cubicBezTo>
                    <a:cubicBezTo>
                      <a:pt x="244873" y="95287"/>
                      <a:pt x="244873" y="95287"/>
                      <a:pt x="244985" y="97801"/>
                    </a:cubicBezTo>
                    <a:cubicBezTo>
                      <a:pt x="245815" y="97893"/>
                      <a:pt x="246644" y="97985"/>
                      <a:pt x="247499" y="98080"/>
                    </a:cubicBezTo>
                    <a:cubicBezTo>
                      <a:pt x="250348" y="99588"/>
                      <a:pt x="250348" y="99588"/>
                      <a:pt x="251301" y="101896"/>
                    </a:cubicBezTo>
                    <a:cubicBezTo>
                      <a:pt x="251965" y="104394"/>
                      <a:pt x="252546" y="106882"/>
                      <a:pt x="253030" y="109421"/>
                    </a:cubicBezTo>
                    <a:cubicBezTo>
                      <a:pt x="254504" y="109421"/>
                      <a:pt x="255979" y="109421"/>
                      <a:pt x="257499" y="109421"/>
                    </a:cubicBezTo>
                    <a:cubicBezTo>
                      <a:pt x="257444" y="110398"/>
                      <a:pt x="257388" y="111375"/>
                      <a:pt x="257331" y="112381"/>
                    </a:cubicBezTo>
                    <a:cubicBezTo>
                      <a:pt x="257201" y="115567"/>
                      <a:pt x="257201" y="115567"/>
                      <a:pt x="258672" y="117353"/>
                    </a:cubicBezTo>
                    <a:cubicBezTo>
                      <a:pt x="260286" y="118525"/>
                      <a:pt x="260286" y="118525"/>
                      <a:pt x="262862" y="119253"/>
                    </a:cubicBezTo>
                    <a:cubicBezTo>
                      <a:pt x="263906" y="121100"/>
                      <a:pt x="263906" y="121100"/>
                      <a:pt x="264817" y="123331"/>
                    </a:cubicBezTo>
                    <a:cubicBezTo>
                      <a:pt x="265125" y="124070"/>
                      <a:pt x="265432" y="124808"/>
                      <a:pt x="265749" y="125569"/>
                    </a:cubicBezTo>
                    <a:cubicBezTo>
                      <a:pt x="265976" y="126139"/>
                      <a:pt x="266203" y="126710"/>
                      <a:pt x="266437" y="127297"/>
                    </a:cubicBezTo>
                    <a:cubicBezTo>
                      <a:pt x="267617" y="127297"/>
                      <a:pt x="268797" y="127297"/>
                      <a:pt x="270013" y="127297"/>
                    </a:cubicBezTo>
                    <a:cubicBezTo>
                      <a:pt x="271047" y="130402"/>
                      <a:pt x="270968" y="132983"/>
                      <a:pt x="270906" y="136236"/>
                    </a:cubicBezTo>
                    <a:cubicBezTo>
                      <a:pt x="271718" y="136512"/>
                      <a:pt x="272529" y="136789"/>
                      <a:pt x="273365" y="137074"/>
                    </a:cubicBezTo>
                    <a:cubicBezTo>
                      <a:pt x="277343" y="139598"/>
                      <a:pt x="278304" y="142638"/>
                      <a:pt x="279845" y="146962"/>
                    </a:cubicBezTo>
                    <a:cubicBezTo>
                      <a:pt x="281025" y="146962"/>
                      <a:pt x="282205" y="146962"/>
                      <a:pt x="283420" y="146962"/>
                    </a:cubicBezTo>
                    <a:cubicBezTo>
                      <a:pt x="283365" y="148400"/>
                      <a:pt x="283365" y="148400"/>
                      <a:pt x="283309" y="149867"/>
                    </a:cubicBezTo>
                    <a:cubicBezTo>
                      <a:pt x="283398" y="153663"/>
                      <a:pt x="283398" y="153663"/>
                      <a:pt x="285208" y="156794"/>
                    </a:cubicBezTo>
                    <a:cubicBezTo>
                      <a:pt x="285784" y="156899"/>
                      <a:pt x="286360" y="157004"/>
                      <a:pt x="286954" y="157112"/>
                    </a:cubicBezTo>
                    <a:cubicBezTo>
                      <a:pt x="288783" y="157688"/>
                      <a:pt x="288783" y="157688"/>
                      <a:pt x="289789" y="159277"/>
                    </a:cubicBezTo>
                    <a:cubicBezTo>
                      <a:pt x="290176" y="160232"/>
                      <a:pt x="290176" y="160232"/>
                      <a:pt x="290571" y="161207"/>
                    </a:cubicBezTo>
                    <a:cubicBezTo>
                      <a:pt x="291684" y="164084"/>
                      <a:pt x="291684" y="164084"/>
                      <a:pt x="294188" y="165701"/>
                    </a:cubicBezTo>
                    <a:cubicBezTo>
                      <a:pt x="295934" y="166626"/>
                      <a:pt x="295934" y="166626"/>
                      <a:pt x="296674" y="168561"/>
                    </a:cubicBezTo>
                    <a:cubicBezTo>
                      <a:pt x="296861" y="169650"/>
                      <a:pt x="296861" y="169650"/>
                      <a:pt x="297051" y="170760"/>
                    </a:cubicBezTo>
                    <a:cubicBezTo>
                      <a:pt x="297252" y="171856"/>
                      <a:pt x="297252" y="171856"/>
                      <a:pt x="297456" y="172974"/>
                    </a:cubicBezTo>
                    <a:cubicBezTo>
                      <a:pt x="297544" y="173534"/>
                      <a:pt x="297631" y="174094"/>
                      <a:pt x="297722" y="174671"/>
                    </a:cubicBezTo>
                    <a:cubicBezTo>
                      <a:pt x="299197" y="174966"/>
                      <a:pt x="300671" y="175261"/>
                      <a:pt x="302191" y="175565"/>
                    </a:cubicBezTo>
                    <a:cubicBezTo>
                      <a:pt x="302333" y="176114"/>
                      <a:pt x="302474" y="176664"/>
                      <a:pt x="302620" y="177230"/>
                    </a:cubicBezTo>
                    <a:cubicBezTo>
                      <a:pt x="303774" y="181890"/>
                      <a:pt x="303774" y="181890"/>
                      <a:pt x="307163" y="184950"/>
                    </a:cubicBezTo>
                    <a:cubicBezTo>
                      <a:pt x="309342" y="186291"/>
                      <a:pt x="309342" y="186291"/>
                      <a:pt x="309869" y="188166"/>
                    </a:cubicBezTo>
                    <a:cubicBezTo>
                      <a:pt x="309990" y="188893"/>
                      <a:pt x="310111" y="189620"/>
                      <a:pt x="310236" y="190369"/>
                    </a:cubicBezTo>
                    <a:cubicBezTo>
                      <a:pt x="310545" y="192499"/>
                      <a:pt x="310545" y="192499"/>
                      <a:pt x="311129" y="194335"/>
                    </a:cubicBezTo>
                    <a:cubicBezTo>
                      <a:pt x="313338" y="195368"/>
                      <a:pt x="313338" y="195368"/>
                      <a:pt x="315599" y="196123"/>
                    </a:cubicBezTo>
                    <a:cubicBezTo>
                      <a:pt x="316194" y="198209"/>
                      <a:pt x="316790" y="200294"/>
                      <a:pt x="317386" y="202380"/>
                    </a:cubicBezTo>
                    <a:cubicBezTo>
                      <a:pt x="318492" y="202740"/>
                      <a:pt x="318492" y="202740"/>
                      <a:pt x="319621" y="203106"/>
                    </a:cubicBezTo>
                    <a:cubicBezTo>
                      <a:pt x="320727" y="203632"/>
                      <a:pt x="320727" y="203632"/>
                      <a:pt x="321855" y="204168"/>
                    </a:cubicBezTo>
                    <a:cubicBezTo>
                      <a:pt x="322386" y="206189"/>
                      <a:pt x="322386" y="206189"/>
                      <a:pt x="322749" y="208637"/>
                    </a:cubicBezTo>
                    <a:cubicBezTo>
                      <a:pt x="323063" y="211032"/>
                      <a:pt x="323063" y="211032"/>
                      <a:pt x="323643" y="213106"/>
                    </a:cubicBezTo>
                    <a:cubicBezTo>
                      <a:pt x="325810" y="214152"/>
                      <a:pt x="325810" y="214152"/>
                      <a:pt x="328112" y="214894"/>
                    </a:cubicBezTo>
                    <a:cubicBezTo>
                      <a:pt x="328842" y="216507"/>
                      <a:pt x="328842" y="216507"/>
                      <a:pt x="329453" y="218469"/>
                    </a:cubicBezTo>
                    <a:cubicBezTo>
                      <a:pt x="330387" y="221600"/>
                      <a:pt x="330387" y="221600"/>
                      <a:pt x="333196" y="223385"/>
                    </a:cubicBezTo>
                    <a:cubicBezTo>
                      <a:pt x="333878" y="223533"/>
                      <a:pt x="334560" y="223680"/>
                      <a:pt x="335263" y="223832"/>
                    </a:cubicBezTo>
                    <a:cubicBezTo>
                      <a:pt x="335265" y="224382"/>
                      <a:pt x="335268" y="224931"/>
                      <a:pt x="335270" y="225498"/>
                    </a:cubicBezTo>
                    <a:cubicBezTo>
                      <a:pt x="335377" y="227737"/>
                      <a:pt x="335544" y="229717"/>
                      <a:pt x="336157" y="231877"/>
                    </a:cubicBezTo>
                    <a:cubicBezTo>
                      <a:pt x="337914" y="232829"/>
                      <a:pt x="339703" y="233726"/>
                      <a:pt x="341520" y="234558"/>
                    </a:cubicBezTo>
                    <a:cubicBezTo>
                      <a:pt x="342302" y="237854"/>
                      <a:pt x="342302" y="237854"/>
                      <a:pt x="342414" y="240815"/>
                    </a:cubicBezTo>
                    <a:cubicBezTo>
                      <a:pt x="344184" y="241110"/>
                      <a:pt x="345953" y="241405"/>
                      <a:pt x="347777" y="241709"/>
                    </a:cubicBezTo>
                    <a:cubicBezTo>
                      <a:pt x="348367" y="244954"/>
                      <a:pt x="348957" y="248198"/>
                      <a:pt x="349565" y="251541"/>
                    </a:cubicBezTo>
                    <a:cubicBezTo>
                      <a:pt x="351334" y="251541"/>
                      <a:pt x="353104" y="251541"/>
                      <a:pt x="354928" y="251541"/>
                    </a:cubicBezTo>
                    <a:cubicBezTo>
                      <a:pt x="355223" y="254196"/>
                      <a:pt x="355518" y="256851"/>
                      <a:pt x="355821" y="259586"/>
                    </a:cubicBezTo>
                    <a:cubicBezTo>
                      <a:pt x="357591" y="260176"/>
                      <a:pt x="359361" y="260766"/>
                      <a:pt x="361184" y="261374"/>
                    </a:cubicBezTo>
                    <a:cubicBezTo>
                      <a:pt x="361262" y="261977"/>
                      <a:pt x="361339" y="262581"/>
                      <a:pt x="361418" y="263203"/>
                    </a:cubicBezTo>
                    <a:cubicBezTo>
                      <a:pt x="362118" y="268396"/>
                      <a:pt x="362118" y="268396"/>
                      <a:pt x="365263" y="272379"/>
                    </a:cubicBezTo>
                    <a:cubicBezTo>
                      <a:pt x="365982" y="272877"/>
                      <a:pt x="366701" y="273375"/>
                      <a:pt x="367441" y="273887"/>
                    </a:cubicBezTo>
                    <a:cubicBezTo>
                      <a:pt x="368168" y="276345"/>
                      <a:pt x="368168" y="276345"/>
                      <a:pt x="368335" y="278357"/>
                    </a:cubicBezTo>
                    <a:cubicBezTo>
                      <a:pt x="368925" y="278357"/>
                      <a:pt x="369515" y="278357"/>
                      <a:pt x="370123" y="278357"/>
                    </a:cubicBezTo>
                    <a:cubicBezTo>
                      <a:pt x="369784" y="275415"/>
                      <a:pt x="369784" y="275415"/>
                      <a:pt x="368335" y="272994"/>
                    </a:cubicBezTo>
                    <a:cubicBezTo>
                      <a:pt x="368248" y="271549"/>
                      <a:pt x="368225" y="270101"/>
                      <a:pt x="368225" y="268654"/>
                    </a:cubicBezTo>
                    <a:cubicBezTo>
                      <a:pt x="368223" y="267709"/>
                      <a:pt x="368222" y="266763"/>
                      <a:pt x="368220" y="265790"/>
                    </a:cubicBezTo>
                    <a:cubicBezTo>
                      <a:pt x="368222" y="264738"/>
                      <a:pt x="368225" y="263687"/>
                      <a:pt x="368228" y="262604"/>
                    </a:cubicBezTo>
                    <a:cubicBezTo>
                      <a:pt x="368227" y="260944"/>
                      <a:pt x="368227" y="260944"/>
                      <a:pt x="368225" y="259250"/>
                    </a:cubicBezTo>
                    <a:cubicBezTo>
                      <a:pt x="368224" y="256164"/>
                      <a:pt x="368227" y="253079"/>
                      <a:pt x="368231" y="249993"/>
                    </a:cubicBezTo>
                    <a:cubicBezTo>
                      <a:pt x="368235" y="246670"/>
                      <a:pt x="368234" y="243348"/>
                      <a:pt x="368233" y="240025"/>
                    </a:cubicBezTo>
                    <a:cubicBezTo>
                      <a:pt x="368233" y="234264"/>
                      <a:pt x="368236" y="228503"/>
                      <a:pt x="368241" y="222742"/>
                    </a:cubicBezTo>
                    <a:cubicBezTo>
                      <a:pt x="368248" y="214412"/>
                      <a:pt x="368250" y="206082"/>
                      <a:pt x="368251" y="197752"/>
                    </a:cubicBezTo>
                    <a:cubicBezTo>
                      <a:pt x="368253" y="184239"/>
                      <a:pt x="368259" y="170726"/>
                      <a:pt x="368268" y="157213"/>
                    </a:cubicBezTo>
                    <a:cubicBezTo>
                      <a:pt x="368276" y="144083"/>
                      <a:pt x="368282" y="130953"/>
                      <a:pt x="368286" y="117823"/>
                    </a:cubicBezTo>
                    <a:cubicBezTo>
                      <a:pt x="368286" y="116610"/>
                      <a:pt x="368286" y="116610"/>
                      <a:pt x="368287" y="115372"/>
                    </a:cubicBezTo>
                    <a:cubicBezTo>
                      <a:pt x="368288" y="111315"/>
                      <a:pt x="368289" y="107258"/>
                      <a:pt x="368290" y="103201"/>
                    </a:cubicBezTo>
                    <a:cubicBezTo>
                      <a:pt x="368300" y="69521"/>
                      <a:pt x="368315" y="35840"/>
                      <a:pt x="368335" y="2160"/>
                    </a:cubicBezTo>
                    <a:cubicBezTo>
                      <a:pt x="372798" y="704"/>
                      <a:pt x="376772" y="114"/>
                      <a:pt x="381478" y="145"/>
                    </a:cubicBezTo>
                    <a:cubicBezTo>
                      <a:pt x="382144" y="142"/>
                      <a:pt x="382809" y="139"/>
                      <a:pt x="383494" y="136"/>
                    </a:cubicBezTo>
                    <a:cubicBezTo>
                      <a:pt x="385708" y="129"/>
                      <a:pt x="387922" y="135"/>
                      <a:pt x="390137" y="141"/>
                    </a:cubicBezTo>
                    <a:cubicBezTo>
                      <a:pt x="391730" y="138"/>
                      <a:pt x="393324" y="135"/>
                      <a:pt x="394917" y="131"/>
                    </a:cubicBezTo>
                    <a:cubicBezTo>
                      <a:pt x="399235" y="123"/>
                      <a:pt x="403552" y="126"/>
                      <a:pt x="407870" y="132"/>
                    </a:cubicBezTo>
                    <a:cubicBezTo>
                      <a:pt x="412393" y="136"/>
                      <a:pt x="416916" y="132"/>
                      <a:pt x="421439" y="129"/>
                    </a:cubicBezTo>
                    <a:cubicBezTo>
                      <a:pt x="429034" y="126"/>
                      <a:pt x="436629" y="130"/>
                      <a:pt x="444224" y="139"/>
                    </a:cubicBezTo>
                    <a:cubicBezTo>
                      <a:pt x="453000" y="149"/>
                      <a:pt x="461775" y="145"/>
                      <a:pt x="470550" y="136"/>
                    </a:cubicBezTo>
                    <a:cubicBezTo>
                      <a:pt x="478090" y="127"/>
                      <a:pt x="485631" y="126"/>
                      <a:pt x="493171" y="131"/>
                    </a:cubicBezTo>
                    <a:cubicBezTo>
                      <a:pt x="497672" y="134"/>
                      <a:pt x="502173" y="134"/>
                      <a:pt x="506673" y="128"/>
                    </a:cubicBezTo>
                    <a:cubicBezTo>
                      <a:pt x="510905" y="123"/>
                      <a:pt x="515137" y="127"/>
                      <a:pt x="519369" y="137"/>
                    </a:cubicBezTo>
                    <a:cubicBezTo>
                      <a:pt x="520920" y="139"/>
                      <a:pt x="522471" y="139"/>
                      <a:pt x="524022" y="135"/>
                    </a:cubicBezTo>
                    <a:cubicBezTo>
                      <a:pt x="526143" y="130"/>
                      <a:pt x="528264" y="136"/>
                      <a:pt x="530385" y="145"/>
                    </a:cubicBezTo>
                    <a:cubicBezTo>
                      <a:pt x="530996" y="141"/>
                      <a:pt x="531606" y="137"/>
                      <a:pt x="532235" y="133"/>
                    </a:cubicBezTo>
                    <a:cubicBezTo>
                      <a:pt x="536278" y="166"/>
                      <a:pt x="539675" y="1000"/>
                      <a:pt x="543528" y="2160"/>
                    </a:cubicBezTo>
                    <a:cubicBezTo>
                      <a:pt x="543559" y="53520"/>
                      <a:pt x="543587" y="104880"/>
                      <a:pt x="543604" y="156240"/>
                    </a:cubicBezTo>
                    <a:cubicBezTo>
                      <a:pt x="543604" y="156999"/>
                      <a:pt x="543604" y="157759"/>
                      <a:pt x="543605" y="158542"/>
                    </a:cubicBezTo>
                    <a:cubicBezTo>
                      <a:pt x="543610" y="175047"/>
                      <a:pt x="543615" y="191553"/>
                      <a:pt x="543619" y="208059"/>
                    </a:cubicBezTo>
                    <a:cubicBezTo>
                      <a:pt x="543622" y="216153"/>
                      <a:pt x="543624" y="224247"/>
                      <a:pt x="543626" y="232341"/>
                    </a:cubicBezTo>
                    <a:cubicBezTo>
                      <a:pt x="543627" y="233147"/>
                      <a:pt x="543627" y="233952"/>
                      <a:pt x="543627" y="234782"/>
                    </a:cubicBezTo>
                    <a:cubicBezTo>
                      <a:pt x="543635" y="260911"/>
                      <a:pt x="543648" y="287041"/>
                      <a:pt x="543665" y="313170"/>
                    </a:cubicBezTo>
                    <a:cubicBezTo>
                      <a:pt x="543681" y="340011"/>
                      <a:pt x="543692" y="366852"/>
                      <a:pt x="543696" y="393693"/>
                    </a:cubicBezTo>
                    <a:cubicBezTo>
                      <a:pt x="543697" y="397480"/>
                      <a:pt x="543697" y="401267"/>
                      <a:pt x="543698" y="405054"/>
                    </a:cubicBezTo>
                    <a:cubicBezTo>
                      <a:pt x="543698" y="405799"/>
                      <a:pt x="543698" y="406544"/>
                      <a:pt x="543698" y="407312"/>
                    </a:cubicBezTo>
                    <a:cubicBezTo>
                      <a:pt x="543700" y="419333"/>
                      <a:pt x="543709" y="431355"/>
                      <a:pt x="543719" y="443376"/>
                    </a:cubicBezTo>
                    <a:cubicBezTo>
                      <a:pt x="543730" y="455447"/>
                      <a:pt x="543734" y="467519"/>
                      <a:pt x="543731" y="479590"/>
                    </a:cubicBezTo>
                    <a:cubicBezTo>
                      <a:pt x="543730" y="486771"/>
                      <a:pt x="543733" y="493952"/>
                      <a:pt x="543744" y="501132"/>
                    </a:cubicBezTo>
                    <a:cubicBezTo>
                      <a:pt x="543752" y="506481"/>
                      <a:pt x="543750" y="511829"/>
                      <a:pt x="543744" y="517178"/>
                    </a:cubicBezTo>
                    <a:cubicBezTo>
                      <a:pt x="543744" y="519352"/>
                      <a:pt x="543746" y="521526"/>
                      <a:pt x="543751" y="523700"/>
                    </a:cubicBezTo>
                    <a:cubicBezTo>
                      <a:pt x="543759" y="526636"/>
                      <a:pt x="543755" y="529572"/>
                      <a:pt x="543748" y="532509"/>
                    </a:cubicBezTo>
                    <a:cubicBezTo>
                      <a:pt x="543753" y="533369"/>
                      <a:pt x="543758" y="534229"/>
                      <a:pt x="543762" y="535115"/>
                    </a:cubicBezTo>
                    <a:cubicBezTo>
                      <a:pt x="543758" y="535891"/>
                      <a:pt x="543754" y="536668"/>
                      <a:pt x="543750" y="537468"/>
                    </a:cubicBezTo>
                    <a:cubicBezTo>
                      <a:pt x="543751" y="538140"/>
                      <a:pt x="543751" y="538813"/>
                      <a:pt x="543751" y="539505"/>
                    </a:cubicBezTo>
                    <a:cubicBezTo>
                      <a:pt x="543528" y="541146"/>
                      <a:pt x="543528" y="541146"/>
                      <a:pt x="541741" y="542934"/>
                    </a:cubicBezTo>
                    <a:cubicBezTo>
                      <a:pt x="539454" y="543106"/>
                      <a:pt x="537264" y="543167"/>
                      <a:pt x="534976" y="543149"/>
                    </a:cubicBezTo>
                    <a:cubicBezTo>
                      <a:pt x="534270" y="543150"/>
                      <a:pt x="533564" y="543152"/>
                      <a:pt x="532837" y="543153"/>
                    </a:cubicBezTo>
                    <a:cubicBezTo>
                      <a:pt x="530458" y="543156"/>
                      <a:pt x="528080" y="543146"/>
                      <a:pt x="525702" y="543137"/>
                    </a:cubicBezTo>
                    <a:cubicBezTo>
                      <a:pt x="524002" y="543136"/>
                      <a:pt x="522302" y="543136"/>
                      <a:pt x="520602" y="543137"/>
                    </a:cubicBezTo>
                    <a:cubicBezTo>
                      <a:pt x="515976" y="543138"/>
                      <a:pt x="511350" y="543127"/>
                      <a:pt x="506724" y="543115"/>
                    </a:cubicBezTo>
                    <a:cubicBezTo>
                      <a:pt x="501894" y="543104"/>
                      <a:pt x="497064" y="543103"/>
                      <a:pt x="492233" y="543101"/>
                    </a:cubicBezTo>
                    <a:cubicBezTo>
                      <a:pt x="483082" y="543095"/>
                      <a:pt x="473930" y="543080"/>
                      <a:pt x="464778" y="543062"/>
                    </a:cubicBezTo>
                    <a:cubicBezTo>
                      <a:pt x="454361" y="543043"/>
                      <a:pt x="443945" y="543033"/>
                      <a:pt x="433528" y="543024"/>
                    </a:cubicBezTo>
                    <a:cubicBezTo>
                      <a:pt x="412095" y="543005"/>
                      <a:pt x="390662" y="542974"/>
                      <a:pt x="369229" y="542934"/>
                    </a:cubicBezTo>
                    <a:cubicBezTo>
                      <a:pt x="368978" y="542087"/>
                      <a:pt x="368978" y="542087"/>
                      <a:pt x="368721" y="541223"/>
                    </a:cubicBezTo>
                    <a:cubicBezTo>
                      <a:pt x="368492" y="540489"/>
                      <a:pt x="368264" y="539755"/>
                      <a:pt x="368028" y="538999"/>
                    </a:cubicBezTo>
                    <a:cubicBezTo>
                      <a:pt x="367805" y="538268"/>
                      <a:pt x="367582" y="537538"/>
                      <a:pt x="367352" y="536785"/>
                    </a:cubicBezTo>
                    <a:cubicBezTo>
                      <a:pt x="366239" y="534163"/>
                      <a:pt x="364500" y="533600"/>
                      <a:pt x="362078" y="532208"/>
                    </a:cubicBezTo>
                    <a:cubicBezTo>
                      <a:pt x="361262" y="530368"/>
                      <a:pt x="360692" y="528559"/>
                      <a:pt x="360175" y="526614"/>
                    </a:cubicBezTo>
                    <a:cubicBezTo>
                      <a:pt x="359918" y="526100"/>
                      <a:pt x="359662" y="525586"/>
                      <a:pt x="359397" y="525057"/>
                    </a:cubicBezTo>
                    <a:cubicBezTo>
                      <a:pt x="358217" y="524762"/>
                      <a:pt x="357037" y="524467"/>
                      <a:pt x="355821" y="524163"/>
                    </a:cubicBezTo>
                    <a:cubicBezTo>
                      <a:pt x="355526" y="521508"/>
                      <a:pt x="355231" y="518854"/>
                      <a:pt x="354928" y="516118"/>
                    </a:cubicBezTo>
                    <a:cubicBezTo>
                      <a:pt x="353158" y="515824"/>
                      <a:pt x="351388" y="515529"/>
                      <a:pt x="349565" y="515225"/>
                    </a:cubicBezTo>
                    <a:cubicBezTo>
                      <a:pt x="348975" y="511980"/>
                      <a:pt x="348385" y="508735"/>
                      <a:pt x="347777" y="505392"/>
                    </a:cubicBezTo>
                    <a:cubicBezTo>
                      <a:pt x="346007" y="505392"/>
                      <a:pt x="344237" y="505392"/>
                      <a:pt x="342414" y="505392"/>
                    </a:cubicBezTo>
                    <a:cubicBezTo>
                      <a:pt x="342412" y="504843"/>
                      <a:pt x="342409" y="504293"/>
                      <a:pt x="342407" y="503727"/>
                    </a:cubicBezTo>
                    <a:cubicBezTo>
                      <a:pt x="342300" y="501490"/>
                      <a:pt x="342126" y="499506"/>
                      <a:pt x="341520" y="497348"/>
                    </a:cubicBezTo>
                    <a:cubicBezTo>
                      <a:pt x="339764" y="496393"/>
                      <a:pt x="337973" y="495502"/>
                      <a:pt x="336157" y="494666"/>
                    </a:cubicBezTo>
                    <a:cubicBezTo>
                      <a:pt x="335307" y="492836"/>
                      <a:pt x="334767" y="491001"/>
                      <a:pt x="334181" y="489073"/>
                    </a:cubicBezTo>
                    <a:cubicBezTo>
                      <a:pt x="333948" y="488559"/>
                      <a:pt x="333715" y="488045"/>
                      <a:pt x="333475" y="487516"/>
                    </a:cubicBezTo>
                    <a:cubicBezTo>
                      <a:pt x="331177" y="486502"/>
                      <a:pt x="331177" y="486502"/>
                      <a:pt x="329006" y="486622"/>
                    </a:cubicBezTo>
                    <a:cubicBezTo>
                      <a:pt x="329035" y="484818"/>
                      <a:pt x="329064" y="483014"/>
                      <a:pt x="329093" y="481210"/>
                    </a:cubicBezTo>
                    <a:cubicBezTo>
                      <a:pt x="329119" y="479398"/>
                      <a:pt x="329119" y="479398"/>
                      <a:pt x="328112" y="477683"/>
                    </a:cubicBezTo>
                    <a:cubicBezTo>
                      <a:pt x="325853" y="477097"/>
                      <a:pt x="325853" y="477097"/>
                      <a:pt x="323643" y="476789"/>
                    </a:cubicBezTo>
                    <a:cubicBezTo>
                      <a:pt x="323431" y="475949"/>
                      <a:pt x="323431" y="475949"/>
                      <a:pt x="323214" y="475093"/>
                    </a:cubicBezTo>
                    <a:cubicBezTo>
                      <a:pt x="322583" y="472885"/>
                      <a:pt x="321941" y="470823"/>
                      <a:pt x="320962" y="468745"/>
                    </a:cubicBezTo>
                    <a:cubicBezTo>
                      <a:pt x="319479" y="468130"/>
                      <a:pt x="317990" y="467533"/>
                      <a:pt x="316492" y="466957"/>
                    </a:cubicBezTo>
                    <a:cubicBezTo>
                      <a:pt x="315897" y="465131"/>
                      <a:pt x="315586" y="463314"/>
                      <a:pt x="315235" y="461427"/>
                    </a:cubicBezTo>
                    <a:cubicBezTo>
                      <a:pt x="315060" y="460892"/>
                      <a:pt x="314885" y="460357"/>
                      <a:pt x="314705" y="459806"/>
                    </a:cubicBezTo>
                    <a:cubicBezTo>
                      <a:pt x="313967" y="459511"/>
                      <a:pt x="313230" y="459217"/>
                      <a:pt x="312470" y="458913"/>
                    </a:cubicBezTo>
                    <a:cubicBezTo>
                      <a:pt x="311733" y="458618"/>
                      <a:pt x="310995" y="458323"/>
                      <a:pt x="310236" y="458019"/>
                    </a:cubicBezTo>
                    <a:cubicBezTo>
                      <a:pt x="309637" y="456191"/>
                      <a:pt x="309329" y="454374"/>
                      <a:pt x="308979" y="452485"/>
                    </a:cubicBezTo>
                    <a:cubicBezTo>
                      <a:pt x="308803" y="451951"/>
                      <a:pt x="308628" y="451418"/>
                      <a:pt x="308448" y="450868"/>
                    </a:cubicBezTo>
                    <a:cubicBezTo>
                      <a:pt x="307710" y="450591"/>
                      <a:pt x="306973" y="450315"/>
                      <a:pt x="306213" y="450030"/>
                    </a:cubicBezTo>
                    <a:cubicBezTo>
                      <a:pt x="305476" y="449717"/>
                      <a:pt x="304738" y="449403"/>
                      <a:pt x="303979" y="449080"/>
                    </a:cubicBezTo>
                    <a:cubicBezTo>
                      <a:pt x="303448" y="447261"/>
                      <a:pt x="303448" y="447261"/>
                      <a:pt x="303085" y="445058"/>
                    </a:cubicBezTo>
                    <a:cubicBezTo>
                      <a:pt x="302770" y="442899"/>
                      <a:pt x="302770" y="442899"/>
                      <a:pt x="302191" y="441036"/>
                    </a:cubicBezTo>
                    <a:cubicBezTo>
                      <a:pt x="300706" y="440427"/>
                      <a:pt x="299216" y="439831"/>
                      <a:pt x="297722" y="439248"/>
                    </a:cubicBezTo>
                    <a:cubicBezTo>
                      <a:pt x="296895" y="437226"/>
                      <a:pt x="296354" y="435183"/>
                      <a:pt x="295773" y="433078"/>
                    </a:cubicBezTo>
                    <a:cubicBezTo>
                      <a:pt x="295168" y="430951"/>
                      <a:pt x="295168" y="430951"/>
                      <a:pt x="292694" y="429863"/>
                    </a:cubicBezTo>
                    <a:cubicBezTo>
                      <a:pt x="290571" y="428522"/>
                      <a:pt x="290571" y="428522"/>
                      <a:pt x="290086" y="426584"/>
                    </a:cubicBezTo>
                    <a:cubicBezTo>
                      <a:pt x="289867" y="424543"/>
                      <a:pt x="289724" y="422529"/>
                      <a:pt x="289677" y="420477"/>
                    </a:cubicBezTo>
                    <a:cubicBezTo>
                      <a:pt x="287907" y="420182"/>
                      <a:pt x="286138" y="419887"/>
                      <a:pt x="284314" y="419584"/>
                    </a:cubicBezTo>
                    <a:cubicBezTo>
                      <a:pt x="284130" y="418459"/>
                      <a:pt x="283945" y="417334"/>
                      <a:pt x="283755" y="416176"/>
                    </a:cubicBezTo>
                    <a:cubicBezTo>
                      <a:pt x="283340" y="414180"/>
                      <a:pt x="283340" y="414180"/>
                      <a:pt x="282526" y="412433"/>
                    </a:cubicBezTo>
                    <a:cubicBezTo>
                      <a:pt x="281171" y="411797"/>
                      <a:pt x="281171" y="411797"/>
                      <a:pt x="279789" y="411148"/>
                    </a:cubicBezTo>
                    <a:cubicBezTo>
                      <a:pt x="278923" y="410687"/>
                      <a:pt x="278056" y="410226"/>
                      <a:pt x="277163" y="409751"/>
                    </a:cubicBezTo>
                    <a:cubicBezTo>
                      <a:pt x="276408" y="407077"/>
                      <a:pt x="276281" y="404476"/>
                      <a:pt x="276270" y="401707"/>
                    </a:cubicBezTo>
                    <a:cubicBezTo>
                      <a:pt x="275587" y="401541"/>
                      <a:pt x="274905" y="401375"/>
                      <a:pt x="274203" y="401204"/>
                    </a:cubicBezTo>
                    <a:cubicBezTo>
                      <a:pt x="270864" y="399418"/>
                      <a:pt x="270579" y="397069"/>
                      <a:pt x="269119" y="393662"/>
                    </a:cubicBezTo>
                    <a:cubicBezTo>
                      <a:pt x="267985" y="393275"/>
                      <a:pt x="267985" y="393275"/>
                      <a:pt x="266828" y="392880"/>
                    </a:cubicBezTo>
                    <a:cubicBezTo>
                      <a:pt x="266109" y="392548"/>
                      <a:pt x="265390" y="392216"/>
                      <a:pt x="264650" y="391874"/>
                    </a:cubicBezTo>
                    <a:cubicBezTo>
                      <a:pt x="264154" y="390052"/>
                      <a:pt x="264154" y="390052"/>
                      <a:pt x="263812" y="387852"/>
                    </a:cubicBezTo>
                    <a:cubicBezTo>
                      <a:pt x="263520" y="385707"/>
                      <a:pt x="263520" y="385707"/>
                      <a:pt x="262862" y="383830"/>
                    </a:cubicBezTo>
                    <a:cubicBezTo>
                      <a:pt x="260196" y="382318"/>
                      <a:pt x="260196" y="382318"/>
                      <a:pt x="257499" y="382042"/>
                    </a:cubicBezTo>
                    <a:cubicBezTo>
                      <a:pt x="257554" y="380549"/>
                      <a:pt x="257554" y="380549"/>
                      <a:pt x="257611" y="379026"/>
                    </a:cubicBezTo>
                    <a:cubicBezTo>
                      <a:pt x="257866" y="375746"/>
                      <a:pt x="257866" y="375746"/>
                      <a:pt x="255711" y="373998"/>
                    </a:cubicBezTo>
                    <a:cubicBezTo>
                      <a:pt x="255126" y="373897"/>
                      <a:pt x="254541" y="373797"/>
                      <a:pt x="253937" y="373694"/>
                    </a:cubicBezTo>
                    <a:cubicBezTo>
                      <a:pt x="252136" y="373104"/>
                      <a:pt x="252136" y="373104"/>
                      <a:pt x="251005" y="371257"/>
                    </a:cubicBezTo>
                    <a:cubicBezTo>
                      <a:pt x="250714" y="370521"/>
                      <a:pt x="250424" y="369784"/>
                      <a:pt x="250125" y="369026"/>
                    </a:cubicBezTo>
                    <a:cubicBezTo>
                      <a:pt x="249825" y="368287"/>
                      <a:pt x="249525" y="367549"/>
                      <a:pt x="249217" y="366788"/>
                    </a:cubicBezTo>
                    <a:cubicBezTo>
                      <a:pt x="249000" y="366217"/>
                      <a:pt x="248784" y="365647"/>
                      <a:pt x="248560" y="365059"/>
                    </a:cubicBezTo>
                    <a:cubicBezTo>
                      <a:pt x="247381" y="365059"/>
                      <a:pt x="246201" y="365059"/>
                      <a:pt x="244985" y="365059"/>
                    </a:cubicBezTo>
                    <a:cubicBezTo>
                      <a:pt x="244985" y="361815"/>
                      <a:pt x="244985" y="358570"/>
                      <a:pt x="244985" y="355227"/>
                    </a:cubicBezTo>
                    <a:cubicBezTo>
                      <a:pt x="244008" y="355098"/>
                      <a:pt x="243031" y="354969"/>
                      <a:pt x="242024" y="354836"/>
                    </a:cubicBezTo>
                    <a:cubicBezTo>
                      <a:pt x="240299" y="354372"/>
                      <a:pt x="240299" y="354372"/>
                      <a:pt x="238728" y="353439"/>
                    </a:cubicBezTo>
                    <a:cubicBezTo>
                      <a:pt x="237362" y="350862"/>
                      <a:pt x="236661" y="348237"/>
                      <a:pt x="236047" y="345395"/>
                    </a:cubicBezTo>
                    <a:cubicBezTo>
                      <a:pt x="234572" y="345395"/>
                      <a:pt x="233097" y="345395"/>
                      <a:pt x="231577" y="345395"/>
                    </a:cubicBezTo>
                    <a:cubicBezTo>
                      <a:pt x="231577" y="342150"/>
                      <a:pt x="231577" y="338905"/>
                      <a:pt x="231577" y="335562"/>
                    </a:cubicBezTo>
                    <a:cubicBezTo>
                      <a:pt x="230333" y="335286"/>
                      <a:pt x="230333" y="335286"/>
                      <a:pt x="229064" y="335004"/>
                    </a:cubicBezTo>
                    <a:cubicBezTo>
                      <a:pt x="225430" y="333437"/>
                      <a:pt x="225172" y="331904"/>
                      <a:pt x="223533" y="328412"/>
                    </a:cubicBezTo>
                    <a:cubicBezTo>
                      <a:pt x="222777" y="328025"/>
                      <a:pt x="222021" y="327637"/>
                      <a:pt x="221242" y="327239"/>
                    </a:cubicBezTo>
                    <a:cubicBezTo>
                      <a:pt x="219064" y="325730"/>
                      <a:pt x="219064" y="325730"/>
                      <a:pt x="218536" y="323845"/>
                    </a:cubicBezTo>
                    <a:cubicBezTo>
                      <a:pt x="218293" y="322387"/>
                      <a:pt x="218049" y="320928"/>
                      <a:pt x="217807" y="319470"/>
                    </a:cubicBezTo>
                    <a:cubicBezTo>
                      <a:pt x="217632" y="318881"/>
                      <a:pt x="217456" y="318292"/>
                      <a:pt x="217276" y="317686"/>
                    </a:cubicBezTo>
                    <a:cubicBezTo>
                      <a:pt x="216539" y="317391"/>
                      <a:pt x="215801" y="317096"/>
                      <a:pt x="215041" y="316792"/>
                    </a:cubicBezTo>
                    <a:cubicBezTo>
                      <a:pt x="214304" y="316497"/>
                      <a:pt x="213567" y="316202"/>
                      <a:pt x="212807" y="315898"/>
                    </a:cubicBezTo>
                    <a:cubicBezTo>
                      <a:pt x="211845" y="313272"/>
                      <a:pt x="211400" y="310618"/>
                      <a:pt x="211019" y="307853"/>
                    </a:cubicBezTo>
                    <a:cubicBezTo>
                      <a:pt x="209544" y="307558"/>
                      <a:pt x="208069" y="307263"/>
                      <a:pt x="206550" y="306960"/>
                    </a:cubicBezTo>
                    <a:cubicBezTo>
                      <a:pt x="206483" y="306400"/>
                      <a:pt x="206416" y="305840"/>
                      <a:pt x="206347" y="305263"/>
                    </a:cubicBezTo>
                    <a:cubicBezTo>
                      <a:pt x="205987" y="303021"/>
                      <a:pt x="205597" y="301029"/>
                      <a:pt x="204762" y="298915"/>
                    </a:cubicBezTo>
                    <a:cubicBezTo>
                      <a:pt x="202096" y="297403"/>
                      <a:pt x="202096" y="297403"/>
                      <a:pt x="199399" y="297127"/>
                    </a:cubicBezTo>
                    <a:cubicBezTo>
                      <a:pt x="199289" y="296132"/>
                      <a:pt x="199178" y="295136"/>
                      <a:pt x="199064" y="294111"/>
                    </a:cubicBezTo>
                    <a:cubicBezTo>
                      <a:pt x="198821" y="290843"/>
                      <a:pt x="198821" y="290843"/>
                      <a:pt x="196718" y="289083"/>
                    </a:cubicBezTo>
                    <a:cubicBezTo>
                      <a:pt x="194868" y="288508"/>
                      <a:pt x="194868" y="288508"/>
                      <a:pt x="193142" y="288189"/>
                    </a:cubicBezTo>
                    <a:cubicBezTo>
                      <a:pt x="192992" y="286885"/>
                      <a:pt x="192843" y="285582"/>
                      <a:pt x="192695" y="284278"/>
                    </a:cubicBezTo>
                    <a:cubicBezTo>
                      <a:pt x="192612" y="283552"/>
                      <a:pt x="192529" y="282827"/>
                      <a:pt x="192444" y="282079"/>
                    </a:cubicBezTo>
                    <a:cubicBezTo>
                      <a:pt x="192248" y="280144"/>
                      <a:pt x="192248" y="280144"/>
                      <a:pt x="192248" y="278357"/>
                    </a:cubicBezTo>
                    <a:cubicBezTo>
                      <a:pt x="190479" y="278062"/>
                      <a:pt x="188709" y="277767"/>
                      <a:pt x="186885" y="277463"/>
                    </a:cubicBezTo>
                    <a:cubicBezTo>
                      <a:pt x="186733" y="276944"/>
                      <a:pt x="186581" y="276426"/>
                      <a:pt x="186424" y="275892"/>
                    </a:cubicBezTo>
                    <a:cubicBezTo>
                      <a:pt x="186208" y="275193"/>
                      <a:pt x="185991" y="274495"/>
                      <a:pt x="185768" y="273776"/>
                    </a:cubicBezTo>
                    <a:cubicBezTo>
                      <a:pt x="185457" y="272749"/>
                      <a:pt x="185457" y="272749"/>
                      <a:pt x="185140" y="271702"/>
                    </a:cubicBezTo>
                    <a:cubicBezTo>
                      <a:pt x="184025" y="268766"/>
                      <a:pt x="184025" y="268766"/>
                      <a:pt x="180628" y="264055"/>
                    </a:cubicBezTo>
                    <a:cubicBezTo>
                      <a:pt x="180333" y="356085"/>
                      <a:pt x="180039" y="448115"/>
                      <a:pt x="179735" y="542934"/>
                    </a:cubicBezTo>
                    <a:cubicBezTo>
                      <a:pt x="152026" y="542952"/>
                      <a:pt x="124318" y="542971"/>
                      <a:pt x="95769" y="542990"/>
                    </a:cubicBezTo>
                    <a:cubicBezTo>
                      <a:pt x="87005" y="542998"/>
                      <a:pt x="78240" y="543006"/>
                      <a:pt x="69209" y="543014"/>
                    </a:cubicBezTo>
                    <a:cubicBezTo>
                      <a:pt x="58547" y="543018"/>
                      <a:pt x="58547" y="543018"/>
                      <a:pt x="53563" y="543019"/>
                    </a:cubicBezTo>
                    <a:cubicBezTo>
                      <a:pt x="50065" y="543020"/>
                      <a:pt x="46567" y="543023"/>
                      <a:pt x="43069" y="543028"/>
                    </a:cubicBezTo>
                    <a:cubicBezTo>
                      <a:pt x="38616" y="543034"/>
                      <a:pt x="34163" y="543036"/>
                      <a:pt x="29710" y="543035"/>
                    </a:cubicBezTo>
                    <a:cubicBezTo>
                      <a:pt x="28071" y="543035"/>
                      <a:pt x="26431" y="543037"/>
                      <a:pt x="24791" y="543040"/>
                    </a:cubicBezTo>
                    <a:cubicBezTo>
                      <a:pt x="22587" y="543045"/>
                      <a:pt x="20383" y="543044"/>
                      <a:pt x="18179" y="543041"/>
                    </a:cubicBezTo>
                    <a:cubicBezTo>
                      <a:pt x="17203" y="543045"/>
                      <a:pt x="17203" y="543045"/>
                      <a:pt x="16207" y="543049"/>
                    </a:cubicBezTo>
                    <a:cubicBezTo>
                      <a:pt x="11794" y="543036"/>
                      <a:pt x="11794" y="543036"/>
                      <a:pt x="10799" y="542040"/>
                    </a:cubicBezTo>
                    <a:cubicBezTo>
                      <a:pt x="10712" y="540850"/>
                      <a:pt x="10687" y="539655"/>
                      <a:pt x="10688" y="538461"/>
                    </a:cubicBezTo>
                    <a:cubicBezTo>
                      <a:pt x="10685" y="537296"/>
                      <a:pt x="10685" y="537296"/>
                      <a:pt x="10681" y="536106"/>
                    </a:cubicBezTo>
                    <a:cubicBezTo>
                      <a:pt x="10684" y="535241"/>
                      <a:pt x="10686" y="534376"/>
                      <a:pt x="10689" y="533484"/>
                    </a:cubicBezTo>
                    <a:cubicBezTo>
                      <a:pt x="10688" y="532570"/>
                      <a:pt x="10686" y="531656"/>
                      <a:pt x="10685" y="530715"/>
                    </a:cubicBezTo>
                    <a:cubicBezTo>
                      <a:pt x="10683" y="527611"/>
                      <a:pt x="10687" y="524507"/>
                      <a:pt x="10691" y="521402"/>
                    </a:cubicBezTo>
                    <a:cubicBezTo>
                      <a:pt x="10691" y="519171"/>
                      <a:pt x="10690" y="516940"/>
                      <a:pt x="10689" y="514708"/>
                    </a:cubicBezTo>
                    <a:cubicBezTo>
                      <a:pt x="10687" y="509836"/>
                      <a:pt x="10688" y="504963"/>
                      <a:pt x="10692" y="500091"/>
                    </a:cubicBezTo>
                    <a:cubicBezTo>
                      <a:pt x="10697" y="492845"/>
                      <a:pt x="10698" y="485600"/>
                      <a:pt x="10697" y="478354"/>
                    </a:cubicBezTo>
                    <a:cubicBezTo>
                      <a:pt x="10696" y="466168"/>
                      <a:pt x="10699" y="453982"/>
                      <a:pt x="10704" y="441796"/>
                    </a:cubicBezTo>
                    <a:cubicBezTo>
                      <a:pt x="10709" y="429725"/>
                      <a:pt x="10713" y="417653"/>
                      <a:pt x="10714" y="405582"/>
                    </a:cubicBezTo>
                    <a:cubicBezTo>
                      <a:pt x="10714" y="404832"/>
                      <a:pt x="10714" y="404082"/>
                      <a:pt x="10714" y="403310"/>
                    </a:cubicBezTo>
                    <a:cubicBezTo>
                      <a:pt x="10714" y="399503"/>
                      <a:pt x="10714" y="395696"/>
                      <a:pt x="10715" y="391890"/>
                    </a:cubicBezTo>
                    <a:cubicBezTo>
                      <a:pt x="10717" y="364903"/>
                      <a:pt x="10723" y="337916"/>
                      <a:pt x="10731" y="310929"/>
                    </a:cubicBezTo>
                    <a:cubicBezTo>
                      <a:pt x="10739" y="284706"/>
                      <a:pt x="10746" y="258483"/>
                      <a:pt x="10749" y="232260"/>
                    </a:cubicBezTo>
                    <a:cubicBezTo>
                      <a:pt x="10750" y="231452"/>
                      <a:pt x="10750" y="230645"/>
                      <a:pt x="10750" y="229812"/>
                    </a:cubicBezTo>
                    <a:cubicBezTo>
                      <a:pt x="10751" y="221700"/>
                      <a:pt x="10752" y="213588"/>
                      <a:pt x="10753" y="205475"/>
                    </a:cubicBezTo>
                    <a:cubicBezTo>
                      <a:pt x="10755" y="188949"/>
                      <a:pt x="10758" y="172422"/>
                      <a:pt x="10761" y="155895"/>
                    </a:cubicBezTo>
                    <a:cubicBezTo>
                      <a:pt x="10761" y="155135"/>
                      <a:pt x="10761" y="154375"/>
                      <a:pt x="10761" y="153592"/>
                    </a:cubicBezTo>
                    <a:cubicBezTo>
                      <a:pt x="10769" y="102817"/>
                      <a:pt x="10783" y="52041"/>
                      <a:pt x="10799" y="1266"/>
                    </a:cubicBezTo>
                    <a:cubicBezTo>
                      <a:pt x="14231" y="322"/>
                      <a:pt x="17484" y="247"/>
                      <a:pt x="21024" y="258"/>
                    </a:cubicBezTo>
                    <a:close/>
                  </a:path>
                </a:pathLst>
              </a:custGeom>
              <a:grpFill/>
              <a:ln w="894" cap="flat">
                <a:noFill/>
                <a:prstDash val="solid"/>
                <a:miter/>
              </a:ln>
            </p:spPr>
            <p:txBody>
              <a:bodyPr rtlCol="0" anchor="ctr"/>
              <a:lstStyle/>
              <a:p>
                <a:endParaRPr lang="zh-CN" altLang="en-US"/>
              </a:p>
            </p:txBody>
          </p:sp>
          <p:sp>
            <p:nvSpPr>
              <p:cNvPr id="46" name="任意多边形: 形状 45"/>
              <p:cNvSpPr/>
              <p:nvPr/>
            </p:nvSpPr>
            <p:spPr>
              <a:xfrm>
                <a:off x="11347707" y="3441674"/>
                <a:ext cx="532960" cy="542923"/>
              </a:xfrm>
              <a:custGeom>
                <a:avLst/>
                <a:gdLst>
                  <a:gd name="connsiteX0" fmla="*/ 23172 w 532960"/>
                  <a:gd name="connsiteY0" fmla="*/ 151 h 542923"/>
                  <a:gd name="connsiteX1" fmla="*/ 25209 w 532960"/>
                  <a:gd name="connsiteY1" fmla="*/ 144 h 542923"/>
                  <a:gd name="connsiteX2" fmla="*/ 31969 w 532960"/>
                  <a:gd name="connsiteY2" fmla="*/ 155 h 542923"/>
                  <a:gd name="connsiteX3" fmla="*/ 36815 w 532960"/>
                  <a:gd name="connsiteY3" fmla="*/ 149 h 542923"/>
                  <a:gd name="connsiteX4" fmla="*/ 49978 w 532960"/>
                  <a:gd name="connsiteY4" fmla="*/ 161 h 542923"/>
                  <a:gd name="connsiteX5" fmla="*/ 63744 w 532960"/>
                  <a:gd name="connsiteY5" fmla="*/ 167 h 542923"/>
                  <a:gd name="connsiteX6" fmla="*/ 86864 w 532960"/>
                  <a:gd name="connsiteY6" fmla="*/ 188 h 542923"/>
                  <a:gd name="connsiteX7" fmla="*/ 113605 w 532960"/>
                  <a:gd name="connsiteY7" fmla="*/ 206 h 542923"/>
                  <a:gd name="connsiteX8" fmla="*/ 139314 w 532960"/>
                  <a:gd name="connsiteY8" fmla="*/ 217 h 542923"/>
                  <a:gd name="connsiteX9" fmla="*/ 150262 w 532960"/>
                  <a:gd name="connsiteY9" fmla="*/ 223 h 542923"/>
                  <a:gd name="connsiteX10" fmla="*/ 163151 w 532960"/>
                  <a:gd name="connsiteY10" fmla="*/ 238 h 542923"/>
                  <a:gd name="connsiteX11" fmla="*/ 167886 w 532960"/>
                  <a:gd name="connsiteY11" fmla="*/ 241 h 542923"/>
                  <a:gd name="connsiteX12" fmla="*/ 174340 w 532960"/>
                  <a:gd name="connsiteY12" fmla="*/ 252 h 542923"/>
                  <a:gd name="connsiteX13" fmla="*/ 176240 w 532960"/>
                  <a:gd name="connsiteY13" fmla="*/ 248 h 542923"/>
                  <a:gd name="connsiteX14" fmla="*/ 184565 w 532960"/>
                  <a:gd name="connsiteY14" fmla="*/ 1266 h 542923"/>
                  <a:gd name="connsiteX15" fmla="*/ 184565 w 532960"/>
                  <a:gd name="connsiteY15" fmla="*/ 4841 h 542923"/>
                  <a:gd name="connsiteX16" fmla="*/ 188140 w 532960"/>
                  <a:gd name="connsiteY16" fmla="*/ 4841 h 542923"/>
                  <a:gd name="connsiteX17" fmla="*/ 188147 w 532960"/>
                  <a:gd name="connsiteY17" fmla="*/ 6702 h 542923"/>
                  <a:gd name="connsiteX18" fmla="*/ 189034 w 532960"/>
                  <a:gd name="connsiteY18" fmla="*/ 13779 h 542923"/>
                  <a:gd name="connsiteX19" fmla="*/ 194397 w 532960"/>
                  <a:gd name="connsiteY19" fmla="*/ 16461 h 542923"/>
                  <a:gd name="connsiteX20" fmla="*/ 197079 w 532960"/>
                  <a:gd name="connsiteY20" fmla="*/ 22718 h 542923"/>
                  <a:gd name="connsiteX21" fmla="*/ 199425 w 532960"/>
                  <a:gd name="connsiteY21" fmla="*/ 24003 h 542923"/>
                  <a:gd name="connsiteX22" fmla="*/ 202033 w 532960"/>
                  <a:gd name="connsiteY22" fmla="*/ 27145 h 542923"/>
                  <a:gd name="connsiteX23" fmla="*/ 202442 w 532960"/>
                  <a:gd name="connsiteY23" fmla="*/ 32550 h 542923"/>
                  <a:gd name="connsiteX24" fmla="*/ 204509 w 532960"/>
                  <a:gd name="connsiteY24" fmla="*/ 32997 h 542923"/>
                  <a:gd name="connsiteX25" fmla="*/ 208863 w 532960"/>
                  <a:gd name="connsiteY25" fmla="*/ 39813 h 542923"/>
                  <a:gd name="connsiteX26" fmla="*/ 211883 w 532960"/>
                  <a:gd name="connsiteY26" fmla="*/ 42773 h 542923"/>
                  <a:gd name="connsiteX27" fmla="*/ 214746 w 532960"/>
                  <a:gd name="connsiteY27" fmla="*/ 46111 h 542923"/>
                  <a:gd name="connsiteX28" fmla="*/ 215849 w 532960"/>
                  <a:gd name="connsiteY28" fmla="*/ 52215 h 542923"/>
                  <a:gd name="connsiteX29" fmla="*/ 220319 w 532960"/>
                  <a:gd name="connsiteY29" fmla="*/ 53108 h 542923"/>
                  <a:gd name="connsiteX30" fmla="*/ 220933 w 532960"/>
                  <a:gd name="connsiteY30" fmla="*/ 56572 h 542923"/>
                  <a:gd name="connsiteX31" fmla="*/ 222106 w 532960"/>
                  <a:gd name="connsiteY31" fmla="*/ 60259 h 542923"/>
                  <a:gd name="connsiteX32" fmla="*/ 224341 w 532960"/>
                  <a:gd name="connsiteY32" fmla="*/ 61041 h 542923"/>
                  <a:gd name="connsiteX33" fmla="*/ 226575 w 532960"/>
                  <a:gd name="connsiteY33" fmla="*/ 62047 h 542923"/>
                  <a:gd name="connsiteX34" fmla="*/ 227469 w 532960"/>
                  <a:gd name="connsiteY34" fmla="*/ 66516 h 542923"/>
                  <a:gd name="connsiteX35" fmla="*/ 228363 w 532960"/>
                  <a:gd name="connsiteY35" fmla="*/ 70985 h 542923"/>
                  <a:gd name="connsiteX36" fmla="*/ 232832 w 532960"/>
                  <a:gd name="connsiteY36" fmla="*/ 72773 h 542923"/>
                  <a:gd name="connsiteX37" fmla="*/ 234173 w 532960"/>
                  <a:gd name="connsiteY37" fmla="*/ 76348 h 542923"/>
                  <a:gd name="connsiteX38" fmla="*/ 237916 w 532960"/>
                  <a:gd name="connsiteY38" fmla="*/ 81264 h 542923"/>
                  <a:gd name="connsiteX39" fmla="*/ 239983 w 532960"/>
                  <a:gd name="connsiteY39" fmla="*/ 81711 h 542923"/>
                  <a:gd name="connsiteX40" fmla="*/ 240877 w 532960"/>
                  <a:gd name="connsiteY40" fmla="*/ 89756 h 542923"/>
                  <a:gd name="connsiteX41" fmla="*/ 246240 w 532960"/>
                  <a:gd name="connsiteY41" fmla="*/ 91544 h 542923"/>
                  <a:gd name="connsiteX42" fmla="*/ 247134 w 532960"/>
                  <a:gd name="connsiteY42" fmla="*/ 98694 h 542923"/>
                  <a:gd name="connsiteX43" fmla="*/ 252497 w 532960"/>
                  <a:gd name="connsiteY43" fmla="*/ 99588 h 542923"/>
                  <a:gd name="connsiteX44" fmla="*/ 254285 w 532960"/>
                  <a:gd name="connsiteY44" fmla="*/ 109420 h 542923"/>
                  <a:gd name="connsiteX45" fmla="*/ 259648 w 532960"/>
                  <a:gd name="connsiteY45" fmla="*/ 109420 h 542923"/>
                  <a:gd name="connsiteX46" fmla="*/ 259655 w 532960"/>
                  <a:gd name="connsiteY46" fmla="*/ 111086 h 542923"/>
                  <a:gd name="connsiteX47" fmla="*/ 260541 w 532960"/>
                  <a:gd name="connsiteY47" fmla="*/ 117465 h 542923"/>
                  <a:gd name="connsiteX48" fmla="*/ 265904 w 532960"/>
                  <a:gd name="connsiteY48" fmla="*/ 120147 h 542923"/>
                  <a:gd name="connsiteX49" fmla="*/ 267692 w 532960"/>
                  <a:gd name="connsiteY49" fmla="*/ 127297 h 542923"/>
                  <a:gd name="connsiteX50" fmla="*/ 273055 w 532960"/>
                  <a:gd name="connsiteY50" fmla="*/ 128191 h 542923"/>
                  <a:gd name="connsiteX51" fmla="*/ 272968 w 532960"/>
                  <a:gd name="connsiteY51" fmla="*/ 133603 h 542923"/>
                  <a:gd name="connsiteX52" fmla="*/ 273949 w 532960"/>
                  <a:gd name="connsiteY52" fmla="*/ 137130 h 542923"/>
                  <a:gd name="connsiteX53" fmla="*/ 276016 w 532960"/>
                  <a:gd name="connsiteY53" fmla="*/ 137632 h 542923"/>
                  <a:gd name="connsiteX54" fmla="*/ 281994 w 532960"/>
                  <a:gd name="connsiteY54" fmla="*/ 146962 h 542923"/>
                  <a:gd name="connsiteX55" fmla="*/ 285569 w 532960"/>
                  <a:gd name="connsiteY55" fmla="*/ 146962 h 542923"/>
                  <a:gd name="connsiteX56" fmla="*/ 285576 w 532960"/>
                  <a:gd name="connsiteY56" fmla="*/ 148823 h 542923"/>
                  <a:gd name="connsiteX57" fmla="*/ 286463 w 532960"/>
                  <a:gd name="connsiteY57" fmla="*/ 155900 h 542923"/>
                  <a:gd name="connsiteX58" fmla="*/ 291826 w 532960"/>
                  <a:gd name="connsiteY58" fmla="*/ 158582 h 542923"/>
                  <a:gd name="connsiteX59" fmla="*/ 294507 w 532960"/>
                  <a:gd name="connsiteY59" fmla="*/ 164839 h 542923"/>
                  <a:gd name="connsiteX60" fmla="*/ 298083 w 532960"/>
                  <a:gd name="connsiteY60" fmla="*/ 165732 h 542923"/>
                  <a:gd name="connsiteX61" fmla="*/ 298977 w 532960"/>
                  <a:gd name="connsiteY61" fmla="*/ 169643 h 542923"/>
                  <a:gd name="connsiteX62" fmla="*/ 299479 w 532960"/>
                  <a:gd name="connsiteY62" fmla="*/ 171843 h 542923"/>
                  <a:gd name="connsiteX63" fmla="*/ 299870 w 532960"/>
                  <a:gd name="connsiteY63" fmla="*/ 175565 h 542923"/>
                  <a:gd name="connsiteX64" fmla="*/ 301882 w 532960"/>
                  <a:gd name="connsiteY64" fmla="*/ 175509 h 542923"/>
                  <a:gd name="connsiteX65" fmla="*/ 305307 w 532960"/>
                  <a:gd name="connsiteY65" fmla="*/ 178246 h 542923"/>
                  <a:gd name="connsiteX66" fmla="*/ 306941 w 532960"/>
                  <a:gd name="connsiteY66" fmla="*/ 182600 h 542923"/>
                  <a:gd name="connsiteX67" fmla="*/ 309741 w 532960"/>
                  <a:gd name="connsiteY67" fmla="*/ 185393 h 542923"/>
                  <a:gd name="connsiteX68" fmla="*/ 312231 w 532960"/>
                  <a:gd name="connsiteY68" fmla="*/ 188225 h 542923"/>
                  <a:gd name="connsiteX69" fmla="*/ 312608 w 532960"/>
                  <a:gd name="connsiteY69" fmla="*/ 190425 h 542923"/>
                  <a:gd name="connsiteX70" fmla="*/ 313013 w 532960"/>
                  <a:gd name="connsiteY70" fmla="*/ 192638 h 542923"/>
                  <a:gd name="connsiteX71" fmla="*/ 313278 w 532960"/>
                  <a:gd name="connsiteY71" fmla="*/ 194335 h 542923"/>
                  <a:gd name="connsiteX72" fmla="*/ 317747 w 532960"/>
                  <a:gd name="connsiteY72" fmla="*/ 195229 h 542923"/>
                  <a:gd name="connsiteX73" fmla="*/ 318306 w 532960"/>
                  <a:gd name="connsiteY73" fmla="*/ 198134 h 542923"/>
                  <a:gd name="connsiteX74" fmla="*/ 322272 w 532960"/>
                  <a:gd name="connsiteY74" fmla="*/ 203162 h 542923"/>
                  <a:gd name="connsiteX75" fmla="*/ 325446 w 532960"/>
                  <a:gd name="connsiteY75" fmla="*/ 207066 h 542923"/>
                  <a:gd name="connsiteX76" fmla="*/ 325792 w 532960"/>
                  <a:gd name="connsiteY76" fmla="*/ 213106 h 542923"/>
                  <a:gd name="connsiteX77" fmla="*/ 331155 w 532960"/>
                  <a:gd name="connsiteY77" fmla="*/ 214894 h 542923"/>
                  <a:gd name="connsiteX78" fmla="*/ 331267 w 532960"/>
                  <a:gd name="connsiteY78" fmla="*/ 217855 h 542923"/>
                  <a:gd name="connsiteX79" fmla="*/ 332049 w 532960"/>
                  <a:gd name="connsiteY79" fmla="*/ 221151 h 542923"/>
                  <a:gd name="connsiteX80" fmla="*/ 334674 w 532960"/>
                  <a:gd name="connsiteY80" fmla="*/ 222324 h 542923"/>
                  <a:gd name="connsiteX81" fmla="*/ 337412 w 532960"/>
                  <a:gd name="connsiteY81" fmla="*/ 223832 h 542923"/>
                  <a:gd name="connsiteX82" fmla="*/ 338693 w 532960"/>
                  <a:gd name="connsiteY82" fmla="*/ 230756 h 542923"/>
                  <a:gd name="connsiteX83" fmla="*/ 341546 w 532960"/>
                  <a:gd name="connsiteY83" fmla="*/ 234223 h 542923"/>
                  <a:gd name="connsiteX84" fmla="*/ 343669 w 532960"/>
                  <a:gd name="connsiteY84" fmla="*/ 234558 h 542923"/>
                  <a:gd name="connsiteX85" fmla="*/ 344563 w 532960"/>
                  <a:gd name="connsiteY85" fmla="*/ 240815 h 542923"/>
                  <a:gd name="connsiteX86" fmla="*/ 349926 w 532960"/>
                  <a:gd name="connsiteY86" fmla="*/ 241709 h 542923"/>
                  <a:gd name="connsiteX87" fmla="*/ 352607 w 532960"/>
                  <a:gd name="connsiteY87" fmla="*/ 250647 h 542923"/>
                  <a:gd name="connsiteX88" fmla="*/ 357076 w 532960"/>
                  <a:gd name="connsiteY88" fmla="*/ 251541 h 542923"/>
                  <a:gd name="connsiteX89" fmla="*/ 357970 w 532960"/>
                  <a:gd name="connsiteY89" fmla="*/ 259586 h 542923"/>
                  <a:gd name="connsiteX90" fmla="*/ 363333 w 532960"/>
                  <a:gd name="connsiteY90" fmla="*/ 261374 h 542923"/>
                  <a:gd name="connsiteX91" fmla="*/ 363567 w 532960"/>
                  <a:gd name="connsiteY91" fmla="*/ 263203 h 542923"/>
                  <a:gd name="connsiteX92" fmla="*/ 367411 w 532960"/>
                  <a:gd name="connsiteY92" fmla="*/ 272323 h 542923"/>
                  <a:gd name="connsiteX93" fmla="*/ 369590 w 532960"/>
                  <a:gd name="connsiteY93" fmla="*/ 273887 h 542923"/>
                  <a:gd name="connsiteX94" fmla="*/ 370484 w 532960"/>
                  <a:gd name="connsiteY94" fmla="*/ 279250 h 542923"/>
                  <a:gd name="connsiteX95" fmla="*/ 373165 w 532960"/>
                  <a:gd name="connsiteY95" fmla="*/ 279250 h 542923"/>
                  <a:gd name="connsiteX96" fmla="*/ 370484 w 532960"/>
                  <a:gd name="connsiteY96" fmla="*/ 272993 h 542923"/>
                  <a:gd name="connsiteX97" fmla="*/ 370374 w 532960"/>
                  <a:gd name="connsiteY97" fmla="*/ 268654 h 542923"/>
                  <a:gd name="connsiteX98" fmla="*/ 370369 w 532960"/>
                  <a:gd name="connsiteY98" fmla="*/ 265790 h 542923"/>
                  <a:gd name="connsiteX99" fmla="*/ 370376 w 532960"/>
                  <a:gd name="connsiteY99" fmla="*/ 262604 h 542923"/>
                  <a:gd name="connsiteX100" fmla="*/ 370374 w 532960"/>
                  <a:gd name="connsiteY100" fmla="*/ 259250 h 542923"/>
                  <a:gd name="connsiteX101" fmla="*/ 370380 w 532960"/>
                  <a:gd name="connsiteY101" fmla="*/ 249993 h 542923"/>
                  <a:gd name="connsiteX102" fmla="*/ 370382 w 532960"/>
                  <a:gd name="connsiteY102" fmla="*/ 240025 h 542923"/>
                  <a:gd name="connsiteX103" fmla="*/ 370389 w 532960"/>
                  <a:gd name="connsiteY103" fmla="*/ 222742 h 542923"/>
                  <a:gd name="connsiteX104" fmla="*/ 370400 w 532960"/>
                  <a:gd name="connsiteY104" fmla="*/ 197752 h 542923"/>
                  <a:gd name="connsiteX105" fmla="*/ 370417 w 532960"/>
                  <a:gd name="connsiteY105" fmla="*/ 157213 h 542923"/>
                  <a:gd name="connsiteX106" fmla="*/ 370435 w 532960"/>
                  <a:gd name="connsiteY106" fmla="*/ 117823 h 542923"/>
                  <a:gd name="connsiteX107" fmla="*/ 370436 w 532960"/>
                  <a:gd name="connsiteY107" fmla="*/ 115372 h 542923"/>
                  <a:gd name="connsiteX108" fmla="*/ 370439 w 532960"/>
                  <a:gd name="connsiteY108" fmla="*/ 103201 h 542923"/>
                  <a:gd name="connsiteX109" fmla="*/ 370484 w 532960"/>
                  <a:gd name="connsiteY109" fmla="*/ 2159 h 542923"/>
                  <a:gd name="connsiteX110" fmla="*/ 383627 w 532960"/>
                  <a:gd name="connsiteY110" fmla="*/ 145 h 542923"/>
                  <a:gd name="connsiteX111" fmla="*/ 385643 w 532960"/>
                  <a:gd name="connsiteY111" fmla="*/ 136 h 542923"/>
                  <a:gd name="connsiteX112" fmla="*/ 392285 w 532960"/>
                  <a:gd name="connsiteY112" fmla="*/ 140 h 542923"/>
                  <a:gd name="connsiteX113" fmla="*/ 397066 w 532960"/>
                  <a:gd name="connsiteY113" fmla="*/ 131 h 542923"/>
                  <a:gd name="connsiteX114" fmla="*/ 410019 w 532960"/>
                  <a:gd name="connsiteY114" fmla="*/ 132 h 542923"/>
                  <a:gd name="connsiteX115" fmla="*/ 423588 w 532960"/>
                  <a:gd name="connsiteY115" fmla="*/ 129 h 542923"/>
                  <a:gd name="connsiteX116" fmla="*/ 446373 w 532960"/>
                  <a:gd name="connsiteY116" fmla="*/ 139 h 542923"/>
                  <a:gd name="connsiteX117" fmla="*/ 472699 w 532960"/>
                  <a:gd name="connsiteY117" fmla="*/ 135 h 542923"/>
                  <a:gd name="connsiteX118" fmla="*/ 495320 w 532960"/>
                  <a:gd name="connsiteY118" fmla="*/ 131 h 542923"/>
                  <a:gd name="connsiteX119" fmla="*/ 508822 w 532960"/>
                  <a:gd name="connsiteY119" fmla="*/ 128 h 542923"/>
                  <a:gd name="connsiteX120" fmla="*/ 521517 w 532960"/>
                  <a:gd name="connsiteY120" fmla="*/ 137 h 542923"/>
                  <a:gd name="connsiteX121" fmla="*/ 526171 w 532960"/>
                  <a:gd name="connsiteY121" fmla="*/ 135 h 542923"/>
                  <a:gd name="connsiteX122" fmla="*/ 532534 w 532960"/>
                  <a:gd name="connsiteY122" fmla="*/ 145 h 542923"/>
                  <a:gd name="connsiteX123" fmla="*/ 534384 w 532960"/>
                  <a:gd name="connsiteY123" fmla="*/ 133 h 542923"/>
                  <a:gd name="connsiteX124" fmla="*/ 545677 w 532960"/>
                  <a:gd name="connsiteY124" fmla="*/ 2159 h 542923"/>
                  <a:gd name="connsiteX125" fmla="*/ 545715 w 532960"/>
                  <a:gd name="connsiteY125" fmla="*/ 156533 h 542923"/>
                  <a:gd name="connsiteX126" fmla="*/ 545715 w 532960"/>
                  <a:gd name="connsiteY126" fmla="*/ 158839 h 542923"/>
                  <a:gd name="connsiteX127" fmla="*/ 545723 w 532960"/>
                  <a:gd name="connsiteY127" fmla="*/ 208446 h 542923"/>
                  <a:gd name="connsiteX128" fmla="*/ 545726 w 532960"/>
                  <a:gd name="connsiteY128" fmla="*/ 232772 h 542923"/>
                  <a:gd name="connsiteX129" fmla="*/ 545726 w 532960"/>
                  <a:gd name="connsiteY129" fmla="*/ 235217 h 542923"/>
                  <a:gd name="connsiteX130" fmla="*/ 545745 w 532960"/>
                  <a:gd name="connsiteY130" fmla="*/ 313754 h 542923"/>
                  <a:gd name="connsiteX131" fmla="*/ 545761 w 532960"/>
                  <a:gd name="connsiteY131" fmla="*/ 394426 h 542923"/>
                  <a:gd name="connsiteX132" fmla="*/ 545762 w 532960"/>
                  <a:gd name="connsiteY132" fmla="*/ 405807 h 542923"/>
                  <a:gd name="connsiteX133" fmla="*/ 545762 w 532960"/>
                  <a:gd name="connsiteY133" fmla="*/ 408070 h 542923"/>
                  <a:gd name="connsiteX134" fmla="*/ 545772 w 532960"/>
                  <a:gd name="connsiteY134" fmla="*/ 444203 h 542923"/>
                  <a:gd name="connsiteX135" fmla="*/ 545778 w 532960"/>
                  <a:gd name="connsiteY135" fmla="*/ 480484 h 542923"/>
                  <a:gd name="connsiteX136" fmla="*/ 545785 w 532960"/>
                  <a:gd name="connsiteY136" fmla="*/ 502068 h 542923"/>
                  <a:gd name="connsiteX137" fmla="*/ 545785 w 532960"/>
                  <a:gd name="connsiteY137" fmla="*/ 518140 h 542923"/>
                  <a:gd name="connsiteX138" fmla="*/ 545789 w 532960"/>
                  <a:gd name="connsiteY138" fmla="*/ 524676 h 542923"/>
                  <a:gd name="connsiteX139" fmla="*/ 545787 w 532960"/>
                  <a:gd name="connsiteY139" fmla="*/ 533498 h 542923"/>
                  <a:gd name="connsiteX140" fmla="*/ 545794 w 532960"/>
                  <a:gd name="connsiteY140" fmla="*/ 536116 h 542923"/>
                  <a:gd name="connsiteX141" fmla="*/ 544783 w 532960"/>
                  <a:gd name="connsiteY141" fmla="*/ 542934 h 542923"/>
                  <a:gd name="connsiteX142" fmla="*/ 538092 w 532960"/>
                  <a:gd name="connsiteY142" fmla="*/ 543041 h 542923"/>
                  <a:gd name="connsiteX143" fmla="*/ 535944 w 532960"/>
                  <a:gd name="connsiteY143" fmla="*/ 543043 h 542923"/>
                  <a:gd name="connsiteX144" fmla="*/ 528764 w 532960"/>
                  <a:gd name="connsiteY144" fmla="*/ 543035 h 542923"/>
                  <a:gd name="connsiteX145" fmla="*/ 523638 w 532960"/>
                  <a:gd name="connsiteY145" fmla="*/ 543035 h 542923"/>
                  <a:gd name="connsiteX146" fmla="*/ 509677 w 532960"/>
                  <a:gd name="connsiteY146" fmla="*/ 543024 h 542923"/>
                  <a:gd name="connsiteX147" fmla="*/ 495104 w 532960"/>
                  <a:gd name="connsiteY147" fmla="*/ 543017 h 542923"/>
                  <a:gd name="connsiteX148" fmla="*/ 467487 w 532960"/>
                  <a:gd name="connsiteY148" fmla="*/ 542998 h 542923"/>
                  <a:gd name="connsiteX149" fmla="*/ 436055 w 532960"/>
                  <a:gd name="connsiteY149" fmla="*/ 542979 h 542923"/>
                  <a:gd name="connsiteX150" fmla="*/ 371378 w 532960"/>
                  <a:gd name="connsiteY150" fmla="*/ 542934 h 542923"/>
                  <a:gd name="connsiteX151" fmla="*/ 370870 w 532960"/>
                  <a:gd name="connsiteY151" fmla="*/ 541223 h 542923"/>
                  <a:gd name="connsiteX152" fmla="*/ 370177 w 532960"/>
                  <a:gd name="connsiteY152" fmla="*/ 538999 h 542923"/>
                  <a:gd name="connsiteX153" fmla="*/ 369501 w 532960"/>
                  <a:gd name="connsiteY153" fmla="*/ 536785 h 542923"/>
                  <a:gd name="connsiteX154" fmla="*/ 364227 w 532960"/>
                  <a:gd name="connsiteY154" fmla="*/ 532208 h 542923"/>
                  <a:gd name="connsiteX155" fmla="*/ 362324 w 532960"/>
                  <a:gd name="connsiteY155" fmla="*/ 526614 h 542923"/>
                  <a:gd name="connsiteX156" fmla="*/ 359678 w 532960"/>
                  <a:gd name="connsiteY156" fmla="*/ 524393 h 542923"/>
                  <a:gd name="connsiteX157" fmla="*/ 357970 w 532960"/>
                  <a:gd name="connsiteY157" fmla="*/ 524163 h 542923"/>
                  <a:gd name="connsiteX158" fmla="*/ 357076 w 532960"/>
                  <a:gd name="connsiteY158" fmla="*/ 517012 h 542923"/>
                  <a:gd name="connsiteX159" fmla="*/ 351713 w 532960"/>
                  <a:gd name="connsiteY159" fmla="*/ 515225 h 542923"/>
                  <a:gd name="connsiteX160" fmla="*/ 349926 w 532960"/>
                  <a:gd name="connsiteY160" fmla="*/ 505392 h 542923"/>
                  <a:gd name="connsiteX161" fmla="*/ 344563 w 532960"/>
                  <a:gd name="connsiteY161" fmla="*/ 505392 h 542923"/>
                  <a:gd name="connsiteX162" fmla="*/ 343669 w 532960"/>
                  <a:gd name="connsiteY162" fmla="*/ 497348 h 542923"/>
                  <a:gd name="connsiteX163" fmla="*/ 341658 w 532960"/>
                  <a:gd name="connsiteY163" fmla="*/ 496957 h 542923"/>
                  <a:gd name="connsiteX164" fmla="*/ 336560 w 532960"/>
                  <a:gd name="connsiteY164" fmla="*/ 489362 h 542923"/>
                  <a:gd name="connsiteX165" fmla="*/ 333166 w 532960"/>
                  <a:gd name="connsiteY165" fmla="*/ 486119 h 542923"/>
                  <a:gd name="connsiteX166" fmla="*/ 331155 w 532960"/>
                  <a:gd name="connsiteY166" fmla="*/ 485728 h 542923"/>
                  <a:gd name="connsiteX167" fmla="*/ 331155 w 532960"/>
                  <a:gd name="connsiteY167" fmla="*/ 478577 h 542923"/>
                  <a:gd name="connsiteX168" fmla="*/ 328697 w 532960"/>
                  <a:gd name="connsiteY168" fmla="*/ 477739 h 542923"/>
                  <a:gd name="connsiteX169" fmla="*/ 323159 w 532960"/>
                  <a:gd name="connsiteY169" fmla="*/ 469604 h 542923"/>
                  <a:gd name="connsiteX170" fmla="*/ 320324 w 532960"/>
                  <a:gd name="connsiteY170" fmla="*/ 467160 h 542923"/>
                  <a:gd name="connsiteX171" fmla="*/ 318641 w 532960"/>
                  <a:gd name="connsiteY171" fmla="*/ 466957 h 542923"/>
                  <a:gd name="connsiteX172" fmla="*/ 318529 w 532960"/>
                  <a:gd name="connsiteY172" fmla="*/ 463996 h 542923"/>
                  <a:gd name="connsiteX173" fmla="*/ 317747 w 532960"/>
                  <a:gd name="connsiteY173" fmla="*/ 460700 h 542923"/>
                  <a:gd name="connsiteX174" fmla="*/ 315122 w 532960"/>
                  <a:gd name="connsiteY174" fmla="*/ 459415 h 542923"/>
                  <a:gd name="connsiteX175" fmla="*/ 311822 w 532960"/>
                  <a:gd name="connsiteY175" fmla="*/ 456399 h 542923"/>
                  <a:gd name="connsiteX176" fmla="*/ 311159 w 532960"/>
                  <a:gd name="connsiteY176" fmla="*/ 452575 h 542923"/>
                  <a:gd name="connsiteX177" fmla="*/ 307859 w 532960"/>
                  <a:gd name="connsiteY177" fmla="*/ 449080 h 542923"/>
                  <a:gd name="connsiteX178" fmla="*/ 304685 w 532960"/>
                  <a:gd name="connsiteY178" fmla="*/ 445491 h 542923"/>
                  <a:gd name="connsiteX179" fmla="*/ 304340 w 532960"/>
                  <a:gd name="connsiteY179" fmla="*/ 440142 h 542923"/>
                  <a:gd name="connsiteX180" fmla="*/ 299870 w 532960"/>
                  <a:gd name="connsiteY180" fmla="*/ 439248 h 542923"/>
                  <a:gd name="connsiteX181" fmla="*/ 299441 w 532960"/>
                  <a:gd name="connsiteY181" fmla="*/ 437583 h 542923"/>
                  <a:gd name="connsiteX182" fmla="*/ 294843 w 532960"/>
                  <a:gd name="connsiteY182" fmla="*/ 429807 h 542923"/>
                  <a:gd name="connsiteX183" fmla="*/ 292234 w 532960"/>
                  <a:gd name="connsiteY183" fmla="*/ 426783 h 542923"/>
                  <a:gd name="connsiteX184" fmla="*/ 291826 w 532960"/>
                  <a:gd name="connsiteY184" fmla="*/ 421371 h 542923"/>
                  <a:gd name="connsiteX185" fmla="*/ 289256 w 532960"/>
                  <a:gd name="connsiteY185" fmla="*/ 420924 h 542923"/>
                  <a:gd name="connsiteX186" fmla="*/ 285866 w 532960"/>
                  <a:gd name="connsiteY186" fmla="*/ 417935 h 542923"/>
                  <a:gd name="connsiteX187" fmla="*/ 285174 w 532960"/>
                  <a:gd name="connsiteY187" fmla="*/ 414046 h 542923"/>
                  <a:gd name="connsiteX188" fmla="*/ 284675 w 532960"/>
                  <a:gd name="connsiteY188" fmla="*/ 412433 h 542923"/>
                  <a:gd name="connsiteX189" fmla="*/ 282441 w 532960"/>
                  <a:gd name="connsiteY189" fmla="*/ 411651 h 542923"/>
                  <a:gd name="connsiteX190" fmla="*/ 280206 w 532960"/>
                  <a:gd name="connsiteY190" fmla="*/ 410645 h 542923"/>
                  <a:gd name="connsiteX191" fmla="*/ 279312 w 532960"/>
                  <a:gd name="connsiteY191" fmla="*/ 406176 h 542923"/>
                  <a:gd name="connsiteX192" fmla="*/ 278418 w 532960"/>
                  <a:gd name="connsiteY192" fmla="*/ 401707 h 542923"/>
                  <a:gd name="connsiteX193" fmla="*/ 273949 w 532960"/>
                  <a:gd name="connsiteY193" fmla="*/ 399919 h 542923"/>
                  <a:gd name="connsiteX194" fmla="*/ 273111 w 532960"/>
                  <a:gd name="connsiteY194" fmla="*/ 397293 h 542923"/>
                  <a:gd name="connsiteX195" fmla="*/ 272161 w 532960"/>
                  <a:gd name="connsiteY195" fmla="*/ 394556 h 542923"/>
                  <a:gd name="connsiteX196" fmla="*/ 269480 w 532960"/>
                  <a:gd name="connsiteY196" fmla="*/ 393383 h 542923"/>
                  <a:gd name="connsiteX197" fmla="*/ 266208 w 532960"/>
                  <a:gd name="connsiteY197" fmla="*/ 389989 h 542923"/>
                  <a:gd name="connsiteX198" fmla="*/ 265517 w 532960"/>
                  <a:gd name="connsiteY198" fmla="*/ 385645 h 542923"/>
                  <a:gd name="connsiteX199" fmla="*/ 262664 w 532960"/>
                  <a:gd name="connsiteY199" fmla="*/ 382433 h 542923"/>
                  <a:gd name="connsiteX200" fmla="*/ 260541 w 532960"/>
                  <a:gd name="connsiteY200" fmla="*/ 382042 h 542923"/>
                  <a:gd name="connsiteX201" fmla="*/ 259648 w 532960"/>
                  <a:gd name="connsiteY201" fmla="*/ 373998 h 542923"/>
                  <a:gd name="connsiteX202" fmla="*/ 257190 w 532960"/>
                  <a:gd name="connsiteY202" fmla="*/ 373551 h 542923"/>
                  <a:gd name="connsiteX203" fmla="*/ 251652 w 532960"/>
                  <a:gd name="connsiteY203" fmla="*/ 366648 h 542923"/>
                  <a:gd name="connsiteX204" fmla="*/ 248817 w 532960"/>
                  <a:gd name="connsiteY204" fmla="*/ 364392 h 542923"/>
                  <a:gd name="connsiteX205" fmla="*/ 247134 w 532960"/>
                  <a:gd name="connsiteY205" fmla="*/ 364165 h 542923"/>
                  <a:gd name="connsiteX206" fmla="*/ 247190 w 532960"/>
                  <a:gd name="connsiteY206" fmla="*/ 361204 h 542923"/>
                  <a:gd name="connsiteX207" fmla="*/ 246240 w 532960"/>
                  <a:gd name="connsiteY207" fmla="*/ 355227 h 542923"/>
                  <a:gd name="connsiteX208" fmla="*/ 243670 w 532960"/>
                  <a:gd name="connsiteY208" fmla="*/ 354165 h 542923"/>
                  <a:gd name="connsiteX209" fmla="*/ 238901 w 532960"/>
                  <a:gd name="connsiteY209" fmla="*/ 346952 h 542923"/>
                  <a:gd name="connsiteX210" fmla="*/ 238195 w 532960"/>
                  <a:gd name="connsiteY210" fmla="*/ 345395 h 542923"/>
                  <a:gd name="connsiteX211" fmla="*/ 233726 w 532960"/>
                  <a:gd name="connsiteY211" fmla="*/ 344501 h 542923"/>
                  <a:gd name="connsiteX212" fmla="*/ 233726 w 532960"/>
                  <a:gd name="connsiteY212" fmla="*/ 336456 h 542923"/>
                  <a:gd name="connsiteX213" fmla="*/ 231156 w 532960"/>
                  <a:gd name="connsiteY213" fmla="*/ 335507 h 542923"/>
                  <a:gd name="connsiteX214" fmla="*/ 227469 w 532960"/>
                  <a:gd name="connsiteY214" fmla="*/ 330590 h 542923"/>
                  <a:gd name="connsiteX215" fmla="*/ 226575 w 532960"/>
                  <a:gd name="connsiteY215" fmla="*/ 327518 h 542923"/>
                  <a:gd name="connsiteX216" fmla="*/ 221212 w 532960"/>
                  <a:gd name="connsiteY216" fmla="*/ 325730 h 542923"/>
                  <a:gd name="connsiteX217" fmla="*/ 221101 w 532960"/>
                  <a:gd name="connsiteY217" fmla="*/ 322322 h 542923"/>
                  <a:gd name="connsiteX218" fmla="*/ 220319 w 532960"/>
                  <a:gd name="connsiteY218" fmla="*/ 318579 h 542923"/>
                  <a:gd name="connsiteX219" fmla="*/ 214955 w 532960"/>
                  <a:gd name="connsiteY219" fmla="*/ 315898 h 542923"/>
                  <a:gd name="connsiteX220" fmla="*/ 213671 w 532960"/>
                  <a:gd name="connsiteY220" fmla="*/ 310357 h 542923"/>
                  <a:gd name="connsiteX221" fmla="*/ 210877 w 532960"/>
                  <a:gd name="connsiteY221" fmla="*/ 307518 h 542923"/>
                  <a:gd name="connsiteX222" fmla="*/ 208699 w 532960"/>
                  <a:gd name="connsiteY222" fmla="*/ 306959 h 542923"/>
                  <a:gd name="connsiteX223" fmla="*/ 207805 w 532960"/>
                  <a:gd name="connsiteY223" fmla="*/ 298021 h 542923"/>
                  <a:gd name="connsiteX224" fmla="*/ 202442 w 532960"/>
                  <a:gd name="connsiteY224" fmla="*/ 297127 h 542923"/>
                  <a:gd name="connsiteX225" fmla="*/ 202239 w 532960"/>
                  <a:gd name="connsiteY225" fmla="*/ 295430 h 542923"/>
                  <a:gd name="connsiteX226" fmla="*/ 200654 w 532960"/>
                  <a:gd name="connsiteY226" fmla="*/ 289083 h 542923"/>
                  <a:gd name="connsiteX227" fmla="*/ 195291 w 532960"/>
                  <a:gd name="connsiteY227" fmla="*/ 287295 h 542923"/>
                  <a:gd name="connsiteX228" fmla="*/ 194397 w 532960"/>
                  <a:gd name="connsiteY228" fmla="*/ 278357 h 542923"/>
                  <a:gd name="connsiteX229" fmla="*/ 189034 w 532960"/>
                  <a:gd name="connsiteY229" fmla="*/ 277463 h 542923"/>
                  <a:gd name="connsiteX230" fmla="*/ 188364 w 532960"/>
                  <a:gd name="connsiteY230" fmla="*/ 274222 h 542923"/>
                  <a:gd name="connsiteX231" fmla="*/ 183671 w 532960"/>
                  <a:gd name="connsiteY231" fmla="*/ 264949 h 542923"/>
                  <a:gd name="connsiteX232" fmla="*/ 181883 w 532960"/>
                  <a:gd name="connsiteY232" fmla="*/ 264055 h 542923"/>
                  <a:gd name="connsiteX233" fmla="*/ 181883 w 532960"/>
                  <a:gd name="connsiteY233" fmla="*/ 542934 h 542923"/>
                  <a:gd name="connsiteX234" fmla="*/ 97918 w 532960"/>
                  <a:gd name="connsiteY234" fmla="*/ 542989 h 542923"/>
                  <a:gd name="connsiteX235" fmla="*/ 71358 w 532960"/>
                  <a:gd name="connsiteY235" fmla="*/ 543014 h 542923"/>
                  <a:gd name="connsiteX236" fmla="*/ 55711 w 532960"/>
                  <a:gd name="connsiteY236" fmla="*/ 543019 h 542923"/>
                  <a:gd name="connsiteX237" fmla="*/ 45218 w 532960"/>
                  <a:gd name="connsiteY237" fmla="*/ 543028 h 542923"/>
                  <a:gd name="connsiteX238" fmla="*/ 31859 w 532960"/>
                  <a:gd name="connsiteY238" fmla="*/ 543035 h 542923"/>
                  <a:gd name="connsiteX239" fmla="*/ 26940 w 532960"/>
                  <a:gd name="connsiteY239" fmla="*/ 543040 h 542923"/>
                  <a:gd name="connsiteX240" fmla="*/ 20328 w 532960"/>
                  <a:gd name="connsiteY240" fmla="*/ 543041 h 542923"/>
                  <a:gd name="connsiteX241" fmla="*/ 18355 w 532960"/>
                  <a:gd name="connsiteY241" fmla="*/ 543049 h 542923"/>
                  <a:gd name="connsiteX242" fmla="*/ 12947 w 532960"/>
                  <a:gd name="connsiteY242" fmla="*/ 542040 h 542923"/>
                  <a:gd name="connsiteX243" fmla="*/ 12837 w 532960"/>
                  <a:gd name="connsiteY243" fmla="*/ 533498 h 542923"/>
                  <a:gd name="connsiteX244" fmla="*/ 12834 w 532960"/>
                  <a:gd name="connsiteY244" fmla="*/ 530733 h 542923"/>
                  <a:gd name="connsiteX245" fmla="*/ 12840 w 532960"/>
                  <a:gd name="connsiteY245" fmla="*/ 521436 h 542923"/>
                  <a:gd name="connsiteX246" fmla="*/ 12837 w 532960"/>
                  <a:gd name="connsiteY246" fmla="*/ 514753 h 542923"/>
                  <a:gd name="connsiteX247" fmla="*/ 12841 w 532960"/>
                  <a:gd name="connsiteY247" fmla="*/ 500160 h 542923"/>
                  <a:gd name="connsiteX248" fmla="*/ 12846 w 532960"/>
                  <a:gd name="connsiteY248" fmla="*/ 478459 h 542923"/>
                  <a:gd name="connsiteX249" fmla="*/ 12853 w 532960"/>
                  <a:gd name="connsiteY249" fmla="*/ 441962 h 542923"/>
                  <a:gd name="connsiteX250" fmla="*/ 12862 w 532960"/>
                  <a:gd name="connsiteY250" fmla="*/ 405807 h 542923"/>
                  <a:gd name="connsiteX251" fmla="*/ 12863 w 532960"/>
                  <a:gd name="connsiteY251" fmla="*/ 403539 h 542923"/>
                  <a:gd name="connsiteX252" fmla="*/ 12863 w 532960"/>
                  <a:gd name="connsiteY252" fmla="*/ 392137 h 542923"/>
                  <a:gd name="connsiteX253" fmla="*/ 12880 w 532960"/>
                  <a:gd name="connsiteY253" fmla="*/ 311311 h 542923"/>
                  <a:gd name="connsiteX254" fmla="*/ 12898 w 532960"/>
                  <a:gd name="connsiteY254" fmla="*/ 232772 h 542923"/>
                  <a:gd name="connsiteX255" fmla="*/ 12899 w 532960"/>
                  <a:gd name="connsiteY255" fmla="*/ 230328 h 542923"/>
                  <a:gd name="connsiteX256" fmla="*/ 12902 w 532960"/>
                  <a:gd name="connsiteY256" fmla="*/ 206031 h 542923"/>
                  <a:gd name="connsiteX257" fmla="*/ 12909 w 532960"/>
                  <a:gd name="connsiteY257" fmla="*/ 156533 h 542923"/>
                  <a:gd name="connsiteX258" fmla="*/ 12910 w 532960"/>
                  <a:gd name="connsiteY258" fmla="*/ 154234 h 542923"/>
                  <a:gd name="connsiteX259" fmla="*/ 12947 w 532960"/>
                  <a:gd name="connsiteY259" fmla="*/ 2159 h 542923"/>
                  <a:gd name="connsiteX260" fmla="*/ 23172 w 532960"/>
                  <a:gd name="connsiteY260" fmla="*/ 151 h 54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532960" h="542923">
                    <a:moveTo>
                      <a:pt x="23172" y="151"/>
                    </a:moveTo>
                    <a:cubicBezTo>
                      <a:pt x="23844" y="149"/>
                      <a:pt x="24517" y="146"/>
                      <a:pt x="25209" y="144"/>
                    </a:cubicBezTo>
                    <a:cubicBezTo>
                      <a:pt x="27463" y="139"/>
                      <a:pt x="29716" y="147"/>
                      <a:pt x="31969" y="155"/>
                    </a:cubicBezTo>
                    <a:cubicBezTo>
                      <a:pt x="33584" y="154"/>
                      <a:pt x="35199" y="152"/>
                      <a:pt x="36815" y="149"/>
                    </a:cubicBezTo>
                    <a:cubicBezTo>
                      <a:pt x="41202" y="145"/>
                      <a:pt x="45590" y="152"/>
                      <a:pt x="49978" y="161"/>
                    </a:cubicBezTo>
                    <a:cubicBezTo>
                      <a:pt x="54567" y="169"/>
                      <a:pt x="59156" y="167"/>
                      <a:pt x="63744" y="167"/>
                    </a:cubicBezTo>
                    <a:cubicBezTo>
                      <a:pt x="71451" y="168"/>
                      <a:pt x="79157" y="176"/>
                      <a:pt x="86864" y="188"/>
                    </a:cubicBezTo>
                    <a:cubicBezTo>
                      <a:pt x="95778" y="202"/>
                      <a:pt x="104691" y="207"/>
                      <a:pt x="113605" y="206"/>
                    </a:cubicBezTo>
                    <a:cubicBezTo>
                      <a:pt x="122175" y="205"/>
                      <a:pt x="130744" y="210"/>
                      <a:pt x="139314" y="217"/>
                    </a:cubicBezTo>
                    <a:cubicBezTo>
                      <a:pt x="142963" y="220"/>
                      <a:pt x="146613" y="222"/>
                      <a:pt x="150262" y="223"/>
                    </a:cubicBezTo>
                    <a:cubicBezTo>
                      <a:pt x="154558" y="223"/>
                      <a:pt x="158855" y="229"/>
                      <a:pt x="163151" y="238"/>
                    </a:cubicBezTo>
                    <a:cubicBezTo>
                      <a:pt x="164729" y="241"/>
                      <a:pt x="166307" y="242"/>
                      <a:pt x="167886" y="241"/>
                    </a:cubicBezTo>
                    <a:cubicBezTo>
                      <a:pt x="170037" y="241"/>
                      <a:pt x="172188" y="246"/>
                      <a:pt x="174340" y="252"/>
                    </a:cubicBezTo>
                    <a:cubicBezTo>
                      <a:pt x="174967" y="251"/>
                      <a:pt x="175594" y="249"/>
                      <a:pt x="176240" y="248"/>
                    </a:cubicBezTo>
                    <a:cubicBezTo>
                      <a:pt x="179146" y="263"/>
                      <a:pt x="181785" y="375"/>
                      <a:pt x="184565" y="1266"/>
                    </a:cubicBezTo>
                    <a:cubicBezTo>
                      <a:pt x="184565" y="2445"/>
                      <a:pt x="184565" y="3625"/>
                      <a:pt x="184565" y="4841"/>
                    </a:cubicBezTo>
                    <a:cubicBezTo>
                      <a:pt x="185745" y="4841"/>
                      <a:pt x="186925" y="4841"/>
                      <a:pt x="188140" y="4841"/>
                    </a:cubicBezTo>
                    <a:cubicBezTo>
                      <a:pt x="188143" y="5455"/>
                      <a:pt x="188145" y="6069"/>
                      <a:pt x="188147" y="6702"/>
                    </a:cubicBezTo>
                    <a:cubicBezTo>
                      <a:pt x="188253" y="9163"/>
                      <a:pt x="188427" y="11390"/>
                      <a:pt x="189034" y="13779"/>
                    </a:cubicBezTo>
                    <a:cubicBezTo>
                      <a:pt x="191581" y="15351"/>
                      <a:pt x="191581" y="15351"/>
                      <a:pt x="194397" y="16461"/>
                    </a:cubicBezTo>
                    <a:cubicBezTo>
                      <a:pt x="195322" y="18533"/>
                      <a:pt x="196217" y="20619"/>
                      <a:pt x="197079" y="22718"/>
                    </a:cubicBezTo>
                    <a:cubicBezTo>
                      <a:pt x="197853" y="23142"/>
                      <a:pt x="198627" y="23566"/>
                      <a:pt x="199425" y="24003"/>
                    </a:cubicBezTo>
                    <a:cubicBezTo>
                      <a:pt x="201548" y="25399"/>
                      <a:pt x="201548" y="25399"/>
                      <a:pt x="202033" y="27145"/>
                    </a:cubicBezTo>
                    <a:cubicBezTo>
                      <a:pt x="202250" y="28939"/>
                      <a:pt x="202353" y="30745"/>
                      <a:pt x="202442" y="32550"/>
                    </a:cubicBezTo>
                    <a:cubicBezTo>
                      <a:pt x="203124" y="32698"/>
                      <a:pt x="203806" y="32845"/>
                      <a:pt x="204509" y="32997"/>
                    </a:cubicBezTo>
                    <a:cubicBezTo>
                      <a:pt x="207700" y="34778"/>
                      <a:pt x="207814" y="36457"/>
                      <a:pt x="208863" y="39813"/>
                    </a:cubicBezTo>
                    <a:cubicBezTo>
                      <a:pt x="209501" y="41741"/>
                      <a:pt x="209501" y="41741"/>
                      <a:pt x="211883" y="42773"/>
                    </a:cubicBezTo>
                    <a:cubicBezTo>
                      <a:pt x="214062" y="44170"/>
                      <a:pt x="214062" y="44170"/>
                      <a:pt x="214746" y="46111"/>
                    </a:cubicBezTo>
                    <a:cubicBezTo>
                      <a:pt x="215187" y="48142"/>
                      <a:pt x="215560" y="50157"/>
                      <a:pt x="215849" y="52215"/>
                    </a:cubicBezTo>
                    <a:cubicBezTo>
                      <a:pt x="217324" y="52510"/>
                      <a:pt x="218799" y="52804"/>
                      <a:pt x="220319" y="53108"/>
                    </a:cubicBezTo>
                    <a:cubicBezTo>
                      <a:pt x="220623" y="54823"/>
                      <a:pt x="220623" y="54823"/>
                      <a:pt x="220933" y="56572"/>
                    </a:cubicBezTo>
                    <a:cubicBezTo>
                      <a:pt x="221358" y="58558"/>
                      <a:pt x="221358" y="58558"/>
                      <a:pt x="222106" y="60259"/>
                    </a:cubicBezTo>
                    <a:cubicBezTo>
                      <a:pt x="222844" y="60517"/>
                      <a:pt x="223581" y="60775"/>
                      <a:pt x="224341" y="61041"/>
                    </a:cubicBezTo>
                    <a:cubicBezTo>
                      <a:pt x="225078" y="61373"/>
                      <a:pt x="225816" y="61705"/>
                      <a:pt x="226575" y="62047"/>
                    </a:cubicBezTo>
                    <a:cubicBezTo>
                      <a:pt x="227106" y="64065"/>
                      <a:pt x="227106" y="64065"/>
                      <a:pt x="227469" y="66516"/>
                    </a:cubicBezTo>
                    <a:cubicBezTo>
                      <a:pt x="227783" y="68911"/>
                      <a:pt x="227783" y="68911"/>
                      <a:pt x="228363" y="70985"/>
                    </a:cubicBezTo>
                    <a:cubicBezTo>
                      <a:pt x="230530" y="72031"/>
                      <a:pt x="230530" y="72031"/>
                      <a:pt x="232832" y="72773"/>
                    </a:cubicBezTo>
                    <a:cubicBezTo>
                      <a:pt x="233562" y="74386"/>
                      <a:pt x="233562" y="74386"/>
                      <a:pt x="234173" y="76348"/>
                    </a:cubicBezTo>
                    <a:cubicBezTo>
                      <a:pt x="235107" y="79479"/>
                      <a:pt x="235107" y="79479"/>
                      <a:pt x="237916" y="81264"/>
                    </a:cubicBezTo>
                    <a:cubicBezTo>
                      <a:pt x="238598" y="81412"/>
                      <a:pt x="239280" y="81559"/>
                      <a:pt x="239983" y="81711"/>
                    </a:cubicBezTo>
                    <a:cubicBezTo>
                      <a:pt x="240278" y="84366"/>
                      <a:pt x="240573" y="87021"/>
                      <a:pt x="240877" y="89756"/>
                    </a:cubicBezTo>
                    <a:cubicBezTo>
                      <a:pt x="242647" y="90346"/>
                      <a:pt x="244417" y="90936"/>
                      <a:pt x="246240" y="91544"/>
                    </a:cubicBezTo>
                    <a:cubicBezTo>
                      <a:pt x="246535" y="93903"/>
                      <a:pt x="246830" y="96263"/>
                      <a:pt x="247134" y="98694"/>
                    </a:cubicBezTo>
                    <a:cubicBezTo>
                      <a:pt x="248904" y="98989"/>
                      <a:pt x="250673" y="99284"/>
                      <a:pt x="252497" y="99588"/>
                    </a:cubicBezTo>
                    <a:cubicBezTo>
                      <a:pt x="253087" y="102833"/>
                      <a:pt x="253677" y="106077"/>
                      <a:pt x="254285" y="109420"/>
                    </a:cubicBezTo>
                    <a:cubicBezTo>
                      <a:pt x="256054" y="109420"/>
                      <a:pt x="257824" y="109420"/>
                      <a:pt x="259648" y="109420"/>
                    </a:cubicBezTo>
                    <a:cubicBezTo>
                      <a:pt x="259650" y="109970"/>
                      <a:pt x="259652" y="110520"/>
                      <a:pt x="259655" y="111086"/>
                    </a:cubicBezTo>
                    <a:cubicBezTo>
                      <a:pt x="259762" y="113324"/>
                      <a:pt x="259932" y="115306"/>
                      <a:pt x="260541" y="117465"/>
                    </a:cubicBezTo>
                    <a:cubicBezTo>
                      <a:pt x="262306" y="118404"/>
                      <a:pt x="264095" y="119297"/>
                      <a:pt x="265904" y="120147"/>
                    </a:cubicBezTo>
                    <a:cubicBezTo>
                      <a:pt x="266938" y="122542"/>
                      <a:pt x="267266" y="124695"/>
                      <a:pt x="267692" y="127297"/>
                    </a:cubicBezTo>
                    <a:cubicBezTo>
                      <a:pt x="269462" y="127592"/>
                      <a:pt x="271232" y="127887"/>
                      <a:pt x="273055" y="128191"/>
                    </a:cubicBezTo>
                    <a:cubicBezTo>
                      <a:pt x="273026" y="129995"/>
                      <a:pt x="272997" y="131799"/>
                      <a:pt x="272968" y="133603"/>
                    </a:cubicBezTo>
                    <a:cubicBezTo>
                      <a:pt x="272942" y="135415"/>
                      <a:pt x="272942" y="135415"/>
                      <a:pt x="273949" y="137130"/>
                    </a:cubicBezTo>
                    <a:cubicBezTo>
                      <a:pt x="274631" y="137295"/>
                      <a:pt x="275313" y="137461"/>
                      <a:pt x="276016" y="137632"/>
                    </a:cubicBezTo>
                    <a:cubicBezTo>
                      <a:pt x="279759" y="139634"/>
                      <a:pt x="280574" y="143108"/>
                      <a:pt x="281994" y="146962"/>
                    </a:cubicBezTo>
                    <a:cubicBezTo>
                      <a:pt x="283173" y="146962"/>
                      <a:pt x="284353" y="146962"/>
                      <a:pt x="285569" y="146962"/>
                    </a:cubicBezTo>
                    <a:cubicBezTo>
                      <a:pt x="285571" y="147576"/>
                      <a:pt x="285574" y="148190"/>
                      <a:pt x="285576" y="148823"/>
                    </a:cubicBezTo>
                    <a:cubicBezTo>
                      <a:pt x="285682" y="151283"/>
                      <a:pt x="285856" y="153511"/>
                      <a:pt x="286463" y="155900"/>
                    </a:cubicBezTo>
                    <a:cubicBezTo>
                      <a:pt x="289010" y="157472"/>
                      <a:pt x="289010" y="157472"/>
                      <a:pt x="291826" y="158582"/>
                    </a:cubicBezTo>
                    <a:cubicBezTo>
                      <a:pt x="292754" y="160652"/>
                      <a:pt x="293651" y="162737"/>
                      <a:pt x="294507" y="164839"/>
                    </a:cubicBezTo>
                    <a:cubicBezTo>
                      <a:pt x="296320" y="165518"/>
                      <a:pt x="296320" y="165518"/>
                      <a:pt x="298083" y="165732"/>
                    </a:cubicBezTo>
                    <a:cubicBezTo>
                      <a:pt x="298383" y="167035"/>
                      <a:pt x="298680" y="168339"/>
                      <a:pt x="298977" y="169643"/>
                    </a:cubicBezTo>
                    <a:cubicBezTo>
                      <a:pt x="299143" y="170369"/>
                      <a:pt x="299308" y="171095"/>
                      <a:pt x="299479" y="171843"/>
                    </a:cubicBezTo>
                    <a:cubicBezTo>
                      <a:pt x="299870" y="173777"/>
                      <a:pt x="299870" y="173777"/>
                      <a:pt x="299870" y="175565"/>
                    </a:cubicBezTo>
                    <a:cubicBezTo>
                      <a:pt x="300866" y="175537"/>
                      <a:pt x="300866" y="175537"/>
                      <a:pt x="301882" y="175509"/>
                    </a:cubicBezTo>
                    <a:cubicBezTo>
                      <a:pt x="304340" y="176459"/>
                      <a:pt x="304340" y="176459"/>
                      <a:pt x="305307" y="178246"/>
                    </a:cubicBezTo>
                    <a:cubicBezTo>
                      <a:pt x="305885" y="179684"/>
                      <a:pt x="306431" y="181136"/>
                      <a:pt x="306941" y="182600"/>
                    </a:cubicBezTo>
                    <a:cubicBezTo>
                      <a:pt x="307749" y="184648"/>
                      <a:pt x="307749" y="184648"/>
                      <a:pt x="309741" y="185393"/>
                    </a:cubicBezTo>
                    <a:cubicBezTo>
                      <a:pt x="311490" y="186291"/>
                      <a:pt x="311490" y="186291"/>
                      <a:pt x="312231" y="188225"/>
                    </a:cubicBezTo>
                    <a:cubicBezTo>
                      <a:pt x="312417" y="189314"/>
                      <a:pt x="312417" y="189314"/>
                      <a:pt x="312608" y="190425"/>
                    </a:cubicBezTo>
                    <a:cubicBezTo>
                      <a:pt x="312808" y="191521"/>
                      <a:pt x="312808" y="191521"/>
                      <a:pt x="313013" y="192638"/>
                    </a:cubicBezTo>
                    <a:cubicBezTo>
                      <a:pt x="313100" y="193198"/>
                      <a:pt x="313188" y="193758"/>
                      <a:pt x="313278" y="194335"/>
                    </a:cubicBezTo>
                    <a:cubicBezTo>
                      <a:pt x="314753" y="194630"/>
                      <a:pt x="316228" y="194925"/>
                      <a:pt x="317747" y="195229"/>
                    </a:cubicBezTo>
                    <a:cubicBezTo>
                      <a:pt x="317932" y="196188"/>
                      <a:pt x="318116" y="197147"/>
                      <a:pt x="318306" y="198134"/>
                    </a:cubicBezTo>
                    <a:cubicBezTo>
                      <a:pt x="319212" y="201678"/>
                      <a:pt x="319212" y="201678"/>
                      <a:pt x="322272" y="203162"/>
                    </a:cubicBezTo>
                    <a:cubicBezTo>
                      <a:pt x="324898" y="205061"/>
                      <a:pt x="324898" y="205061"/>
                      <a:pt x="325446" y="207066"/>
                    </a:cubicBezTo>
                    <a:cubicBezTo>
                      <a:pt x="325657" y="209089"/>
                      <a:pt x="325783" y="211072"/>
                      <a:pt x="325792" y="213106"/>
                    </a:cubicBezTo>
                    <a:cubicBezTo>
                      <a:pt x="327562" y="213696"/>
                      <a:pt x="329331" y="214286"/>
                      <a:pt x="331155" y="214894"/>
                    </a:cubicBezTo>
                    <a:cubicBezTo>
                      <a:pt x="331210" y="216359"/>
                      <a:pt x="331210" y="216359"/>
                      <a:pt x="331267" y="217855"/>
                    </a:cubicBezTo>
                    <a:cubicBezTo>
                      <a:pt x="331654" y="219486"/>
                      <a:pt x="331654" y="219486"/>
                      <a:pt x="332049" y="221151"/>
                    </a:cubicBezTo>
                    <a:cubicBezTo>
                      <a:pt x="332915" y="221538"/>
                      <a:pt x="333782" y="221925"/>
                      <a:pt x="334674" y="222324"/>
                    </a:cubicBezTo>
                    <a:cubicBezTo>
                      <a:pt x="335578" y="222822"/>
                      <a:pt x="336481" y="223319"/>
                      <a:pt x="337412" y="223832"/>
                    </a:cubicBezTo>
                    <a:cubicBezTo>
                      <a:pt x="338068" y="226132"/>
                      <a:pt x="338366" y="228389"/>
                      <a:pt x="338693" y="230756"/>
                    </a:cubicBezTo>
                    <a:cubicBezTo>
                      <a:pt x="339017" y="233034"/>
                      <a:pt x="339017" y="233034"/>
                      <a:pt x="341546" y="234223"/>
                    </a:cubicBezTo>
                    <a:cubicBezTo>
                      <a:pt x="342246" y="234334"/>
                      <a:pt x="342947" y="234444"/>
                      <a:pt x="343669" y="234558"/>
                    </a:cubicBezTo>
                    <a:cubicBezTo>
                      <a:pt x="343964" y="236623"/>
                      <a:pt x="344259" y="238688"/>
                      <a:pt x="344563" y="240815"/>
                    </a:cubicBezTo>
                    <a:cubicBezTo>
                      <a:pt x="346332" y="241110"/>
                      <a:pt x="348102" y="241405"/>
                      <a:pt x="349926" y="241709"/>
                    </a:cubicBezTo>
                    <a:cubicBezTo>
                      <a:pt x="350810" y="244659"/>
                      <a:pt x="351695" y="247608"/>
                      <a:pt x="352607" y="250647"/>
                    </a:cubicBezTo>
                    <a:cubicBezTo>
                      <a:pt x="354082" y="250942"/>
                      <a:pt x="355557" y="251237"/>
                      <a:pt x="357076" y="251541"/>
                    </a:cubicBezTo>
                    <a:cubicBezTo>
                      <a:pt x="357371" y="254196"/>
                      <a:pt x="357666" y="256851"/>
                      <a:pt x="357970" y="259586"/>
                    </a:cubicBezTo>
                    <a:cubicBezTo>
                      <a:pt x="359740" y="260176"/>
                      <a:pt x="361510" y="260766"/>
                      <a:pt x="363333" y="261374"/>
                    </a:cubicBezTo>
                    <a:cubicBezTo>
                      <a:pt x="363410" y="261977"/>
                      <a:pt x="363488" y="262581"/>
                      <a:pt x="363567" y="263203"/>
                    </a:cubicBezTo>
                    <a:cubicBezTo>
                      <a:pt x="364251" y="268385"/>
                      <a:pt x="364251" y="268385"/>
                      <a:pt x="367411" y="272323"/>
                    </a:cubicBezTo>
                    <a:cubicBezTo>
                      <a:pt x="368130" y="272839"/>
                      <a:pt x="368849" y="273355"/>
                      <a:pt x="369590" y="273887"/>
                    </a:cubicBezTo>
                    <a:cubicBezTo>
                      <a:pt x="370316" y="276792"/>
                      <a:pt x="370316" y="276792"/>
                      <a:pt x="370484" y="279250"/>
                    </a:cubicBezTo>
                    <a:cubicBezTo>
                      <a:pt x="371369" y="279250"/>
                      <a:pt x="372254" y="279250"/>
                      <a:pt x="373165" y="279250"/>
                    </a:cubicBezTo>
                    <a:cubicBezTo>
                      <a:pt x="372300" y="275858"/>
                      <a:pt x="372300" y="275858"/>
                      <a:pt x="370484" y="272993"/>
                    </a:cubicBezTo>
                    <a:cubicBezTo>
                      <a:pt x="370397" y="271549"/>
                      <a:pt x="370373" y="270101"/>
                      <a:pt x="370374" y="268654"/>
                    </a:cubicBezTo>
                    <a:cubicBezTo>
                      <a:pt x="370372" y="267709"/>
                      <a:pt x="370370" y="266763"/>
                      <a:pt x="370369" y="265790"/>
                    </a:cubicBezTo>
                    <a:cubicBezTo>
                      <a:pt x="370371" y="264738"/>
                      <a:pt x="370374" y="263687"/>
                      <a:pt x="370376" y="262604"/>
                    </a:cubicBezTo>
                    <a:cubicBezTo>
                      <a:pt x="370375" y="260944"/>
                      <a:pt x="370375" y="260944"/>
                      <a:pt x="370374" y="259250"/>
                    </a:cubicBezTo>
                    <a:cubicBezTo>
                      <a:pt x="370373" y="256164"/>
                      <a:pt x="370376" y="253078"/>
                      <a:pt x="370380" y="249993"/>
                    </a:cubicBezTo>
                    <a:cubicBezTo>
                      <a:pt x="370384" y="246670"/>
                      <a:pt x="370383" y="243348"/>
                      <a:pt x="370382" y="240025"/>
                    </a:cubicBezTo>
                    <a:cubicBezTo>
                      <a:pt x="370382" y="234264"/>
                      <a:pt x="370384" y="228503"/>
                      <a:pt x="370389" y="222742"/>
                    </a:cubicBezTo>
                    <a:cubicBezTo>
                      <a:pt x="370397" y="214412"/>
                      <a:pt x="370399" y="206082"/>
                      <a:pt x="370400" y="197752"/>
                    </a:cubicBezTo>
                    <a:cubicBezTo>
                      <a:pt x="370402" y="184239"/>
                      <a:pt x="370408" y="170726"/>
                      <a:pt x="370417" y="157213"/>
                    </a:cubicBezTo>
                    <a:cubicBezTo>
                      <a:pt x="370425" y="144083"/>
                      <a:pt x="370431" y="130953"/>
                      <a:pt x="370435" y="117823"/>
                    </a:cubicBezTo>
                    <a:cubicBezTo>
                      <a:pt x="370435" y="116610"/>
                      <a:pt x="370435" y="116610"/>
                      <a:pt x="370436" y="115372"/>
                    </a:cubicBezTo>
                    <a:cubicBezTo>
                      <a:pt x="370437" y="111315"/>
                      <a:pt x="370438" y="107258"/>
                      <a:pt x="370439" y="103201"/>
                    </a:cubicBezTo>
                    <a:cubicBezTo>
                      <a:pt x="370448" y="69521"/>
                      <a:pt x="370464" y="35840"/>
                      <a:pt x="370484" y="2159"/>
                    </a:cubicBezTo>
                    <a:cubicBezTo>
                      <a:pt x="374947" y="704"/>
                      <a:pt x="378920" y="114"/>
                      <a:pt x="383627" y="145"/>
                    </a:cubicBezTo>
                    <a:cubicBezTo>
                      <a:pt x="384292" y="142"/>
                      <a:pt x="384958" y="139"/>
                      <a:pt x="385643" y="136"/>
                    </a:cubicBezTo>
                    <a:cubicBezTo>
                      <a:pt x="387857" y="129"/>
                      <a:pt x="390071" y="135"/>
                      <a:pt x="392285" y="140"/>
                    </a:cubicBezTo>
                    <a:cubicBezTo>
                      <a:pt x="393879" y="138"/>
                      <a:pt x="395472" y="135"/>
                      <a:pt x="397066" y="131"/>
                    </a:cubicBezTo>
                    <a:cubicBezTo>
                      <a:pt x="401384" y="123"/>
                      <a:pt x="405701" y="126"/>
                      <a:pt x="410019" y="132"/>
                    </a:cubicBezTo>
                    <a:cubicBezTo>
                      <a:pt x="414542" y="136"/>
                      <a:pt x="419065" y="132"/>
                      <a:pt x="423588" y="129"/>
                    </a:cubicBezTo>
                    <a:cubicBezTo>
                      <a:pt x="431183" y="126"/>
                      <a:pt x="438778" y="130"/>
                      <a:pt x="446373" y="139"/>
                    </a:cubicBezTo>
                    <a:cubicBezTo>
                      <a:pt x="455148" y="148"/>
                      <a:pt x="463924" y="145"/>
                      <a:pt x="472699" y="135"/>
                    </a:cubicBezTo>
                    <a:cubicBezTo>
                      <a:pt x="480239" y="127"/>
                      <a:pt x="487779" y="126"/>
                      <a:pt x="495320" y="131"/>
                    </a:cubicBezTo>
                    <a:cubicBezTo>
                      <a:pt x="499821" y="134"/>
                      <a:pt x="504321" y="134"/>
                      <a:pt x="508822" y="128"/>
                    </a:cubicBezTo>
                    <a:cubicBezTo>
                      <a:pt x="513054" y="123"/>
                      <a:pt x="517286" y="127"/>
                      <a:pt x="521517" y="137"/>
                    </a:cubicBezTo>
                    <a:cubicBezTo>
                      <a:pt x="523069" y="139"/>
                      <a:pt x="524620" y="139"/>
                      <a:pt x="526171" y="135"/>
                    </a:cubicBezTo>
                    <a:cubicBezTo>
                      <a:pt x="528292" y="130"/>
                      <a:pt x="530413" y="136"/>
                      <a:pt x="532534" y="145"/>
                    </a:cubicBezTo>
                    <a:cubicBezTo>
                      <a:pt x="533144" y="141"/>
                      <a:pt x="533755" y="137"/>
                      <a:pt x="534384" y="133"/>
                    </a:cubicBezTo>
                    <a:cubicBezTo>
                      <a:pt x="538427" y="165"/>
                      <a:pt x="541823" y="999"/>
                      <a:pt x="545677" y="2159"/>
                    </a:cubicBezTo>
                    <a:cubicBezTo>
                      <a:pt x="545692" y="53617"/>
                      <a:pt x="545706" y="105075"/>
                      <a:pt x="545715" y="156533"/>
                    </a:cubicBezTo>
                    <a:cubicBezTo>
                      <a:pt x="545715" y="157294"/>
                      <a:pt x="545715" y="158055"/>
                      <a:pt x="545715" y="158839"/>
                    </a:cubicBezTo>
                    <a:cubicBezTo>
                      <a:pt x="545718" y="175375"/>
                      <a:pt x="545720" y="191911"/>
                      <a:pt x="545723" y="208446"/>
                    </a:cubicBezTo>
                    <a:cubicBezTo>
                      <a:pt x="545724" y="216555"/>
                      <a:pt x="545725" y="224664"/>
                      <a:pt x="545726" y="232772"/>
                    </a:cubicBezTo>
                    <a:cubicBezTo>
                      <a:pt x="545726" y="233982"/>
                      <a:pt x="545726" y="233982"/>
                      <a:pt x="545726" y="235217"/>
                    </a:cubicBezTo>
                    <a:cubicBezTo>
                      <a:pt x="545730" y="261396"/>
                      <a:pt x="545737" y="287575"/>
                      <a:pt x="545745" y="313754"/>
                    </a:cubicBezTo>
                    <a:cubicBezTo>
                      <a:pt x="545754" y="340645"/>
                      <a:pt x="545759" y="367535"/>
                      <a:pt x="545761" y="394426"/>
                    </a:cubicBezTo>
                    <a:cubicBezTo>
                      <a:pt x="545761" y="398220"/>
                      <a:pt x="545761" y="402013"/>
                      <a:pt x="545762" y="405807"/>
                    </a:cubicBezTo>
                    <a:cubicBezTo>
                      <a:pt x="545762" y="406554"/>
                      <a:pt x="545762" y="407300"/>
                      <a:pt x="545762" y="408070"/>
                    </a:cubicBezTo>
                    <a:cubicBezTo>
                      <a:pt x="545763" y="420114"/>
                      <a:pt x="545767" y="432158"/>
                      <a:pt x="545772" y="444203"/>
                    </a:cubicBezTo>
                    <a:cubicBezTo>
                      <a:pt x="545778" y="456296"/>
                      <a:pt x="545780" y="468390"/>
                      <a:pt x="545778" y="480484"/>
                    </a:cubicBezTo>
                    <a:cubicBezTo>
                      <a:pt x="545778" y="487678"/>
                      <a:pt x="545780" y="494873"/>
                      <a:pt x="545785" y="502068"/>
                    </a:cubicBezTo>
                    <a:cubicBezTo>
                      <a:pt x="545789" y="507426"/>
                      <a:pt x="545788" y="512783"/>
                      <a:pt x="545785" y="518140"/>
                    </a:cubicBezTo>
                    <a:cubicBezTo>
                      <a:pt x="545785" y="520319"/>
                      <a:pt x="545786" y="522498"/>
                      <a:pt x="545789" y="524676"/>
                    </a:cubicBezTo>
                    <a:cubicBezTo>
                      <a:pt x="545792" y="527617"/>
                      <a:pt x="545790" y="530558"/>
                      <a:pt x="545787" y="533498"/>
                    </a:cubicBezTo>
                    <a:cubicBezTo>
                      <a:pt x="545789" y="534362"/>
                      <a:pt x="545792" y="535226"/>
                      <a:pt x="545794" y="536116"/>
                    </a:cubicBezTo>
                    <a:cubicBezTo>
                      <a:pt x="545779" y="541938"/>
                      <a:pt x="545779" y="541938"/>
                      <a:pt x="544783" y="542934"/>
                    </a:cubicBezTo>
                    <a:cubicBezTo>
                      <a:pt x="542545" y="543021"/>
                      <a:pt x="540331" y="543050"/>
                      <a:pt x="538092" y="543041"/>
                    </a:cubicBezTo>
                    <a:cubicBezTo>
                      <a:pt x="537384" y="543042"/>
                      <a:pt x="536675" y="543043"/>
                      <a:pt x="535944" y="543043"/>
                    </a:cubicBezTo>
                    <a:cubicBezTo>
                      <a:pt x="533551" y="543045"/>
                      <a:pt x="531157" y="543040"/>
                      <a:pt x="528764" y="543035"/>
                    </a:cubicBezTo>
                    <a:cubicBezTo>
                      <a:pt x="527055" y="543035"/>
                      <a:pt x="525346" y="543035"/>
                      <a:pt x="523638" y="543035"/>
                    </a:cubicBezTo>
                    <a:cubicBezTo>
                      <a:pt x="518984" y="543036"/>
                      <a:pt x="514331" y="543030"/>
                      <a:pt x="509677" y="543024"/>
                    </a:cubicBezTo>
                    <a:cubicBezTo>
                      <a:pt x="504819" y="543019"/>
                      <a:pt x="499962" y="543018"/>
                      <a:pt x="495104" y="543017"/>
                    </a:cubicBezTo>
                    <a:cubicBezTo>
                      <a:pt x="485898" y="543014"/>
                      <a:pt x="476693" y="543007"/>
                      <a:pt x="467487" y="542998"/>
                    </a:cubicBezTo>
                    <a:cubicBezTo>
                      <a:pt x="457010" y="542988"/>
                      <a:pt x="446532" y="542983"/>
                      <a:pt x="436055" y="542979"/>
                    </a:cubicBezTo>
                    <a:cubicBezTo>
                      <a:pt x="414496" y="542969"/>
                      <a:pt x="392937" y="542953"/>
                      <a:pt x="371378" y="542934"/>
                    </a:cubicBezTo>
                    <a:cubicBezTo>
                      <a:pt x="371126" y="542087"/>
                      <a:pt x="371126" y="542087"/>
                      <a:pt x="370870" y="541223"/>
                    </a:cubicBezTo>
                    <a:cubicBezTo>
                      <a:pt x="370641" y="540489"/>
                      <a:pt x="370412" y="539755"/>
                      <a:pt x="370177" y="538999"/>
                    </a:cubicBezTo>
                    <a:cubicBezTo>
                      <a:pt x="369954" y="538268"/>
                      <a:pt x="369731" y="537538"/>
                      <a:pt x="369501" y="536785"/>
                    </a:cubicBezTo>
                    <a:cubicBezTo>
                      <a:pt x="368388" y="534162"/>
                      <a:pt x="366649" y="533600"/>
                      <a:pt x="364227" y="532208"/>
                    </a:cubicBezTo>
                    <a:cubicBezTo>
                      <a:pt x="363410" y="530367"/>
                      <a:pt x="362841" y="528559"/>
                      <a:pt x="362324" y="526614"/>
                    </a:cubicBezTo>
                    <a:cubicBezTo>
                      <a:pt x="361671" y="524858"/>
                      <a:pt x="361671" y="524858"/>
                      <a:pt x="359678" y="524393"/>
                    </a:cubicBezTo>
                    <a:cubicBezTo>
                      <a:pt x="358832" y="524279"/>
                      <a:pt x="358832" y="524279"/>
                      <a:pt x="357970" y="524163"/>
                    </a:cubicBezTo>
                    <a:cubicBezTo>
                      <a:pt x="357675" y="521803"/>
                      <a:pt x="357380" y="519443"/>
                      <a:pt x="357076" y="517012"/>
                    </a:cubicBezTo>
                    <a:cubicBezTo>
                      <a:pt x="355306" y="516422"/>
                      <a:pt x="353537" y="515832"/>
                      <a:pt x="351713" y="515225"/>
                    </a:cubicBezTo>
                    <a:cubicBezTo>
                      <a:pt x="351123" y="511980"/>
                      <a:pt x="350533" y="508735"/>
                      <a:pt x="349926" y="505392"/>
                    </a:cubicBezTo>
                    <a:cubicBezTo>
                      <a:pt x="348156" y="505392"/>
                      <a:pt x="346386" y="505392"/>
                      <a:pt x="344563" y="505392"/>
                    </a:cubicBezTo>
                    <a:cubicBezTo>
                      <a:pt x="344268" y="502738"/>
                      <a:pt x="343973" y="500083"/>
                      <a:pt x="343669" y="497348"/>
                    </a:cubicBezTo>
                    <a:cubicBezTo>
                      <a:pt x="343005" y="497219"/>
                      <a:pt x="342341" y="497090"/>
                      <a:pt x="341658" y="496957"/>
                    </a:cubicBezTo>
                    <a:cubicBezTo>
                      <a:pt x="338313" y="495056"/>
                      <a:pt x="337922" y="492840"/>
                      <a:pt x="336560" y="489362"/>
                    </a:cubicBezTo>
                    <a:cubicBezTo>
                      <a:pt x="335711" y="487266"/>
                      <a:pt x="335711" y="487266"/>
                      <a:pt x="333166" y="486119"/>
                    </a:cubicBezTo>
                    <a:cubicBezTo>
                      <a:pt x="332502" y="485990"/>
                      <a:pt x="331839" y="485861"/>
                      <a:pt x="331155" y="485728"/>
                    </a:cubicBezTo>
                    <a:cubicBezTo>
                      <a:pt x="331155" y="483368"/>
                      <a:pt x="331155" y="481008"/>
                      <a:pt x="331155" y="478577"/>
                    </a:cubicBezTo>
                    <a:cubicBezTo>
                      <a:pt x="330344" y="478300"/>
                      <a:pt x="329533" y="478024"/>
                      <a:pt x="328697" y="477739"/>
                    </a:cubicBezTo>
                    <a:cubicBezTo>
                      <a:pt x="325103" y="475458"/>
                      <a:pt x="324491" y="473522"/>
                      <a:pt x="323159" y="469604"/>
                    </a:cubicBezTo>
                    <a:cubicBezTo>
                      <a:pt x="322369" y="467669"/>
                      <a:pt x="322369" y="467669"/>
                      <a:pt x="320324" y="467160"/>
                    </a:cubicBezTo>
                    <a:cubicBezTo>
                      <a:pt x="319769" y="467093"/>
                      <a:pt x="319213" y="467026"/>
                      <a:pt x="318641" y="466957"/>
                    </a:cubicBezTo>
                    <a:cubicBezTo>
                      <a:pt x="318586" y="465491"/>
                      <a:pt x="318586" y="465491"/>
                      <a:pt x="318529" y="463996"/>
                    </a:cubicBezTo>
                    <a:cubicBezTo>
                      <a:pt x="318271" y="462908"/>
                      <a:pt x="318013" y="461821"/>
                      <a:pt x="317747" y="460700"/>
                    </a:cubicBezTo>
                    <a:cubicBezTo>
                      <a:pt x="316448" y="460064"/>
                      <a:pt x="316448" y="460064"/>
                      <a:pt x="315122" y="459415"/>
                    </a:cubicBezTo>
                    <a:cubicBezTo>
                      <a:pt x="312384" y="458019"/>
                      <a:pt x="312384" y="458019"/>
                      <a:pt x="311822" y="456399"/>
                    </a:cubicBezTo>
                    <a:cubicBezTo>
                      <a:pt x="311600" y="455124"/>
                      <a:pt x="311378" y="453850"/>
                      <a:pt x="311159" y="452575"/>
                    </a:cubicBezTo>
                    <a:cubicBezTo>
                      <a:pt x="310677" y="450514"/>
                      <a:pt x="310677" y="450514"/>
                      <a:pt x="307859" y="449080"/>
                    </a:cubicBezTo>
                    <a:cubicBezTo>
                      <a:pt x="305233" y="447293"/>
                      <a:pt x="305233" y="447293"/>
                      <a:pt x="304685" y="445491"/>
                    </a:cubicBezTo>
                    <a:cubicBezTo>
                      <a:pt x="304477" y="443716"/>
                      <a:pt x="304399" y="441928"/>
                      <a:pt x="304340" y="440142"/>
                    </a:cubicBezTo>
                    <a:cubicBezTo>
                      <a:pt x="302865" y="439847"/>
                      <a:pt x="301390" y="439552"/>
                      <a:pt x="299870" y="439248"/>
                    </a:cubicBezTo>
                    <a:cubicBezTo>
                      <a:pt x="299658" y="438424"/>
                      <a:pt x="299658" y="438424"/>
                      <a:pt x="299441" y="437583"/>
                    </a:cubicBezTo>
                    <a:cubicBezTo>
                      <a:pt x="298269" y="432895"/>
                      <a:pt x="298269" y="432895"/>
                      <a:pt x="294843" y="429807"/>
                    </a:cubicBezTo>
                    <a:cubicBezTo>
                      <a:pt x="292720" y="428522"/>
                      <a:pt x="292720" y="428522"/>
                      <a:pt x="292234" y="426783"/>
                    </a:cubicBezTo>
                    <a:cubicBezTo>
                      <a:pt x="292018" y="424987"/>
                      <a:pt x="291915" y="423178"/>
                      <a:pt x="291826" y="421371"/>
                    </a:cubicBezTo>
                    <a:cubicBezTo>
                      <a:pt x="290978" y="421224"/>
                      <a:pt x="290130" y="421076"/>
                      <a:pt x="289256" y="420924"/>
                    </a:cubicBezTo>
                    <a:cubicBezTo>
                      <a:pt x="286463" y="419583"/>
                      <a:pt x="286463" y="419583"/>
                      <a:pt x="285866" y="417935"/>
                    </a:cubicBezTo>
                    <a:cubicBezTo>
                      <a:pt x="285629" y="416640"/>
                      <a:pt x="285398" y="415344"/>
                      <a:pt x="285174" y="414046"/>
                    </a:cubicBezTo>
                    <a:cubicBezTo>
                      <a:pt x="284927" y="413247"/>
                      <a:pt x="284927" y="413247"/>
                      <a:pt x="284675" y="412433"/>
                    </a:cubicBezTo>
                    <a:cubicBezTo>
                      <a:pt x="283938" y="412175"/>
                      <a:pt x="283200" y="411917"/>
                      <a:pt x="282441" y="411651"/>
                    </a:cubicBezTo>
                    <a:cubicBezTo>
                      <a:pt x="281703" y="411319"/>
                      <a:pt x="280966" y="410987"/>
                      <a:pt x="280206" y="410645"/>
                    </a:cubicBezTo>
                    <a:cubicBezTo>
                      <a:pt x="279675" y="408627"/>
                      <a:pt x="279675" y="408627"/>
                      <a:pt x="279312" y="406176"/>
                    </a:cubicBezTo>
                    <a:cubicBezTo>
                      <a:pt x="279002" y="403785"/>
                      <a:pt x="279002" y="403785"/>
                      <a:pt x="278418" y="401707"/>
                    </a:cubicBezTo>
                    <a:cubicBezTo>
                      <a:pt x="276235" y="400535"/>
                      <a:pt x="276235" y="400535"/>
                      <a:pt x="273949" y="399919"/>
                    </a:cubicBezTo>
                    <a:cubicBezTo>
                      <a:pt x="273534" y="398619"/>
                      <a:pt x="273534" y="398619"/>
                      <a:pt x="273111" y="397293"/>
                    </a:cubicBezTo>
                    <a:cubicBezTo>
                      <a:pt x="272798" y="396390"/>
                      <a:pt x="272484" y="395487"/>
                      <a:pt x="272161" y="394556"/>
                    </a:cubicBezTo>
                    <a:cubicBezTo>
                      <a:pt x="271276" y="394169"/>
                      <a:pt x="270392" y="393782"/>
                      <a:pt x="269480" y="393383"/>
                    </a:cubicBezTo>
                    <a:cubicBezTo>
                      <a:pt x="266798" y="391874"/>
                      <a:pt x="266798" y="391874"/>
                      <a:pt x="266208" y="389989"/>
                    </a:cubicBezTo>
                    <a:cubicBezTo>
                      <a:pt x="265971" y="388542"/>
                      <a:pt x="265740" y="387094"/>
                      <a:pt x="265517" y="385645"/>
                    </a:cubicBezTo>
                    <a:cubicBezTo>
                      <a:pt x="265158" y="383552"/>
                      <a:pt x="265158" y="383552"/>
                      <a:pt x="262664" y="382433"/>
                    </a:cubicBezTo>
                    <a:cubicBezTo>
                      <a:pt x="261964" y="382304"/>
                      <a:pt x="261263" y="382175"/>
                      <a:pt x="260541" y="382042"/>
                    </a:cubicBezTo>
                    <a:cubicBezTo>
                      <a:pt x="260246" y="379387"/>
                      <a:pt x="259951" y="376733"/>
                      <a:pt x="259648" y="373998"/>
                    </a:cubicBezTo>
                    <a:cubicBezTo>
                      <a:pt x="258836" y="373850"/>
                      <a:pt x="258025" y="373703"/>
                      <a:pt x="257190" y="373551"/>
                    </a:cubicBezTo>
                    <a:cubicBezTo>
                      <a:pt x="253534" y="371863"/>
                      <a:pt x="253032" y="370282"/>
                      <a:pt x="251652" y="366648"/>
                    </a:cubicBezTo>
                    <a:cubicBezTo>
                      <a:pt x="250829" y="364874"/>
                      <a:pt x="250829" y="364874"/>
                      <a:pt x="248817" y="364392"/>
                    </a:cubicBezTo>
                    <a:cubicBezTo>
                      <a:pt x="248261" y="364317"/>
                      <a:pt x="247706" y="364242"/>
                      <a:pt x="247134" y="364165"/>
                    </a:cubicBezTo>
                    <a:cubicBezTo>
                      <a:pt x="247152" y="363188"/>
                      <a:pt x="247171" y="362211"/>
                      <a:pt x="247190" y="361204"/>
                    </a:cubicBezTo>
                    <a:cubicBezTo>
                      <a:pt x="247300" y="357959"/>
                      <a:pt x="247300" y="357959"/>
                      <a:pt x="246240" y="355227"/>
                    </a:cubicBezTo>
                    <a:cubicBezTo>
                      <a:pt x="245392" y="354877"/>
                      <a:pt x="244544" y="354526"/>
                      <a:pt x="243670" y="354165"/>
                    </a:cubicBezTo>
                    <a:cubicBezTo>
                      <a:pt x="240156" y="352127"/>
                      <a:pt x="240027" y="350657"/>
                      <a:pt x="238901" y="346952"/>
                    </a:cubicBezTo>
                    <a:cubicBezTo>
                      <a:pt x="238668" y="346438"/>
                      <a:pt x="238435" y="345924"/>
                      <a:pt x="238195" y="345395"/>
                    </a:cubicBezTo>
                    <a:cubicBezTo>
                      <a:pt x="235897" y="344381"/>
                      <a:pt x="235897" y="344381"/>
                      <a:pt x="233726" y="344501"/>
                    </a:cubicBezTo>
                    <a:cubicBezTo>
                      <a:pt x="233726" y="341846"/>
                      <a:pt x="233726" y="339191"/>
                      <a:pt x="233726" y="336456"/>
                    </a:cubicBezTo>
                    <a:cubicBezTo>
                      <a:pt x="232878" y="336143"/>
                      <a:pt x="232030" y="335829"/>
                      <a:pt x="231156" y="335507"/>
                    </a:cubicBezTo>
                    <a:cubicBezTo>
                      <a:pt x="228363" y="333775"/>
                      <a:pt x="228363" y="333775"/>
                      <a:pt x="227469" y="330590"/>
                    </a:cubicBezTo>
                    <a:cubicBezTo>
                      <a:pt x="227174" y="329576"/>
                      <a:pt x="226879" y="328562"/>
                      <a:pt x="226575" y="327518"/>
                    </a:cubicBezTo>
                    <a:cubicBezTo>
                      <a:pt x="223889" y="326149"/>
                      <a:pt x="223889" y="326149"/>
                      <a:pt x="221212" y="325730"/>
                    </a:cubicBezTo>
                    <a:cubicBezTo>
                      <a:pt x="221176" y="324606"/>
                      <a:pt x="221139" y="323481"/>
                      <a:pt x="221101" y="322322"/>
                    </a:cubicBezTo>
                    <a:cubicBezTo>
                      <a:pt x="220932" y="320340"/>
                      <a:pt x="220932" y="320340"/>
                      <a:pt x="220319" y="318579"/>
                    </a:cubicBezTo>
                    <a:cubicBezTo>
                      <a:pt x="218538" y="317670"/>
                      <a:pt x="216750" y="316777"/>
                      <a:pt x="214955" y="315898"/>
                    </a:cubicBezTo>
                    <a:cubicBezTo>
                      <a:pt x="214306" y="314062"/>
                      <a:pt x="214007" y="312273"/>
                      <a:pt x="213671" y="310357"/>
                    </a:cubicBezTo>
                    <a:cubicBezTo>
                      <a:pt x="213286" y="308466"/>
                      <a:pt x="213286" y="308466"/>
                      <a:pt x="210877" y="307518"/>
                    </a:cubicBezTo>
                    <a:cubicBezTo>
                      <a:pt x="209799" y="307242"/>
                      <a:pt x="209799" y="307242"/>
                      <a:pt x="208699" y="306959"/>
                    </a:cubicBezTo>
                    <a:cubicBezTo>
                      <a:pt x="207262" y="304086"/>
                      <a:pt x="207753" y="301207"/>
                      <a:pt x="207805" y="298021"/>
                    </a:cubicBezTo>
                    <a:cubicBezTo>
                      <a:pt x="206035" y="297726"/>
                      <a:pt x="204265" y="297431"/>
                      <a:pt x="202442" y="297127"/>
                    </a:cubicBezTo>
                    <a:cubicBezTo>
                      <a:pt x="202375" y="296567"/>
                      <a:pt x="202308" y="296007"/>
                      <a:pt x="202239" y="295430"/>
                    </a:cubicBezTo>
                    <a:cubicBezTo>
                      <a:pt x="201879" y="293189"/>
                      <a:pt x="201489" y="291197"/>
                      <a:pt x="200654" y="289083"/>
                    </a:cubicBezTo>
                    <a:cubicBezTo>
                      <a:pt x="197988" y="287571"/>
                      <a:pt x="197988" y="287571"/>
                      <a:pt x="195291" y="287295"/>
                    </a:cubicBezTo>
                    <a:cubicBezTo>
                      <a:pt x="194996" y="284345"/>
                      <a:pt x="194701" y="281396"/>
                      <a:pt x="194397" y="278357"/>
                    </a:cubicBezTo>
                    <a:cubicBezTo>
                      <a:pt x="192627" y="278062"/>
                      <a:pt x="190858" y="277767"/>
                      <a:pt x="189034" y="277463"/>
                    </a:cubicBezTo>
                    <a:cubicBezTo>
                      <a:pt x="188813" y="276393"/>
                      <a:pt x="188592" y="275324"/>
                      <a:pt x="188364" y="274222"/>
                    </a:cubicBezTo>
                    <a:cubicBezTo>
                      <a:pt x="187459" y="270585"/>
                      <a:pt x="185994" y="267925"/>
                      <a:pt x="183671" y="264949"/>
                    </a:cubicBezTo>
                    <a:cubicBezTo>
                      <a:pt x="183081" y="264654"/>
                      <a:pt x="182491" y="264359"/>
                      <a:pt x="181883" y="264055"/>
                    </a:cubicBezTo>
                    <a:cubicBezTo>
                      <a:pt x="181883" y="356085"/>
                      <a:pt x="181883" y="448115"/>
                      <a:pt x="181883" y="542934"/>
                    </a:cubicBezTo>
                    <a:cubicBezTo>
                      <a:pt x="154175" y="542952"/>
                      <a:pt x="126466" y="542971"/>
                      <a:pt x="97918" y="542989"/>
                    </a:cubicBezTo>
                    <a:cubicBezTo>
                      <a:pt x="89153" y="542998"/>
                      <a:pt x="80388" y="543006"/>
                      <a:pt x="71358" y="543014"/>
                    </a:cubicBezTo>
                    <a:cubicBezTo>
                      <a:pt x="60695" y="543018"/>
                      <a:pt x="60695" y="543018"/>
                      <a:pt x="55711" y="543019"/>
                    </a:cubicBezTo>
                    <a:cubicBezTo>
                      <a:pt x="52213" y="543020"/>
                      <a:pt x="48716" y="543023"/>
                      <a:pt x="45218" y="543028"/>
                    </a:cubicBezTo>
                    <a:cubicBezTo>
                      <a:pt x="40765" y="543034"/>
                      <a:pt x="36312" y="543036"/>
                      <a:pt x="31859" y="543035"/>
                    </a:cubicBezTo>
                    <a:cubicBezTo>
                      <a:pt x="30219" y="543035"/>
                      <a:pt x="28580" y="543037"/>
                      <a:pt x="26940" y="543040"/>
                    </a:cubicBezTo>
                    <a:cubicBezTo>
                      <a:pt x="24736" y="543045"/>
                      <a:pt x="22532" y="543044"/>
                      <a:pt x="20328" y="543041"/>
                    </a:cubicBezTo>
                    <a:cubicBezTo>
                      <a:pt x="19352" y="543045"/>
                      <a:pt x="19352" y="543045"/>
                      <a:pt x="18355" y="543049"/>
                    </a:cubicBezTo>
                    <a:cubicBezTo>
                      <a:pt x="13943" y="543036"/>
                      <a:pt x="13943" y="543036"/>
                      <a:pt x="12947" y="542040"/>
                    </a:cubicBezTo>
                    <a:cubicBezTo>
                      <a:pt x="12859" y="539186"/>
                      <a:pt x="12830" y="536352"/>
                      <a:pt x="12837" y="533498"/>
                    </a:cubicBezTo>
                    <a:cubicBezTo>
                      <a:pt x="12836" y="532586"/>
                      <a:pt x="12835" y="531673"/>
                      <a:pt x="12834" y="530733"/>
                    </a:cubicBezTo>
                    <a:cubicBezTo>
                      <a:pt x="12832" y="527634"/>
                      <a:pt x="12836" y="524535"/>
                      <a:pt x="12840" y="521436"/>
                    </a:cubicBezTo>
                    <a:cubicBezTo>
                      <a:pt x="12839" y="519209"/>
                      <a:pt x="12839" y="516981"/>
                      <a:pt x="12837" y="514753"/>
                    </a:cubicBezTo>
                    <a:cubicBezTo>
                      <a:pt x="12836" y="509889"/>
                      <a:pt x="12837" y="505024"/>
                      <a:pt x="12841" y="500160"/>
                    </a:cubicBezTo>
                    <a:cubicBezTo>
                      <a:pt x="12846" y="492926"/>
                      <a:pt x="12846" y="485693"/>
                      <a:pt x="12846" y="478459"/>
                    </a:cubicBezTo>
                    <a:cubicBezTo>
                      <a:pt x="12844" y="466293"/>
                      <a:pt x="12847" y="454128"/>
                      <a:pt x="12853" y="441962"/>
                    </a:cubicBezTo>
                    <a:cubicBezTo>
                      <a:pt x="12858" y="429910"/>
                      <a:pt x="12861" y="417858"/>
                      <a:pt x="12862" y="405807"/>
                    </a:cubicBezTo>
                    <a:cubicBezTo>
                      <a:pt x="12863" y="405058"/>
                      <a:pt x="12863" y="404310"/>
                      <a:pt x="12863" y="403539"/>
                    </a:cubicBezTo>
                    <a:cubicBezTo>
                      <a:pt x="12863" y="399738"/>
                      <a:pt x="12863" y="395938"/>
                      <a:pt x="12863" y="392137"/>
                    </a:cubicBezTo>
                    <a:cubicBezTo>
                      <a:pt x="12865" y="365195"/>
                      <a:pt x="12871" y="338253"/>
                      <a:pt x="12880" y="311311"/>
                    </a:cubicBezTo>
                    <a:cubicBezTo>
                      <a:pt x="12888" y="285131"/>
                      <a:pt x="12894" y="258952"/>
                      <a:pt x="12898" y="232772"/>
                    </a:cubicBezTo>
                    <a:cubicBezTo>
                      <a:pt x="12898" y="231966"/>
                      <a:pt x="12898" y="231159"/>
                      <a:pt x="12899" y="230328"/>
                    </a:cubicBezTo>
                    <a:cubicBezTo>
                      <a:pt x="12900" y="222229"/>
                      <a:pt x="12901" y="214130"/>
                      <a:pt x="12902" y="206031"/>
                    </a:cubicBezTo>
                    <a:cubicBezTo>
                      <a:pt x="12904" y="189532"/>
                      <a:pt x="12907" y="173033"/>
                      <a:pt x="12909" y="156533"/>
                    </a:cubicBezTo>
                    <a:cubicBezTo>
                      <a:pt x="12910" y="155774"/>
                      <a:pt x="12910" y="155016"/>
                      <a:pt x="12910" y="154234"/>
                    </a:cubicBezTo>
                    <a:cubicBezTo>
                      <a:pt x="12918" y="103543"/>
                      <a:pt x="12932" y="52851"/>
                      <a:pt x="12947" y="2159"/>
                    </a:cubicBezTo>
                    <a:cubicBezTo>
                      <a:pt x="16396" y="263"/>
                      <a:pt x="19302" y="122"/>
                      <a:pt x="23172" y="151"/>
                    </a:cubicBezTo>
                    <a:close/>
                  </a:path>
                </a:pathLst>
              </a:custGeom>
              <a:grpFill/>
              <a:ln w="894" cap="flat">
                <a:noFill/>
                <a:prstDash val="solid"/>
                <a:miter/>
              </a:ln>
            </p:spPr>
            <p:txBody>
              <a:bodyPr rtlCol="0" anchor="ctr"/>
              <a:lstStyle/>
              <a:p>
                <a:endParaRPr lang="zh-CN" altLang="en-US"/>
              </a:p>
            </p:txBody>
          </p:sp>
          <p:sp>
            <p:nvSpPr>
              <p:cNvPr id="47" name="任意多边形: 形状 46"/>
              <p:cNvSpPr/>
              <p:nvPr/>
            </p:nvSpPr>
            <p:spPr>
              <a:xfrm>
                <a:off x="4400884" y="3441686"/>
                <a:ext cx="532843" cy="549051"/>
              </a:xfrm>
              <a:custGeom>
                <a:avLst/>
                <a:gdLst>
                  <a:gd name="connsiteX0" fmla="*/ 15660 w 532843"/>
                  <a:gd name="connsiteY0" fmla="*/ 246 h 549051"/>
                  <a:gd name="connsiteX1" fmla="*/ 17819 w 532843"/>
                  <a:gd name="connsiteY1" fmla="*/ 241 h 549051"/>
                  <a:gd name="connsiteX2" fmla="*/ 24986 w 532843"/>
                  <a:gd name="connsiteY2" fmla="*/ 243 h 549051"/>
                  <a:gd name="connsiteX3" fmla="*/ 30122 w 532843"/>
                  <a:gd name="connsiteY3" fmla="*/ 239 h 549051"/>
                  <a:gd name="connsiteX4" fmla="*/ 44078 w 532843"/>
                  <a:gd name="connsiteY4" fmla="*/ 239 h 549051"/>
                  <a:gd name="connsiteX5" fmla="*/ 58671 w 532843"/>
                  <a:gd name="connsiteY5" fmla="*/ 238 h 549051"/>
                  <a:gd name="connsiteX6" fmla="*/ 83179 w 532843"/>
                  <a:gd name="connsiteY6" fmla="*/ 243 h 549051"/>
                  <a:gd name="connsiteX7" fmla="*/ 111529 w 532843"/>
                  <a:gd name="connsiteY7" fmla="*/ 241 h 549051"/>
                  <a:gd name="connsiteX8" fmla="*/ 135853 w 532843"/>
                  <a:gd name="connsiteY8" fmla="*/ 239 h 549051"/>
                  <a:gd name="connsiteX9" fmla="*/ 150388 w 532843"/>
                  <a:gd name="connsiteY9" fmla="*/ 237 h 549051"/>
                  <a:gd name="connsiteX10" fmla="*/ 164052 w 532843"/>
                  <a:gd name="connsiteY10" fmla="*/ 242 h 549051"/>
                  <a:gd name="connsiteX11" fmla="*/ 169072 w 532843"/>
                  <a:gd name="connsiteY11" fmla="*/ 241 h 549051"/>
                  <a:gd name="connsiteX12" fmla="*/ 175913 w 532843"/>
                  <a:gd name="connsiteY12" fmla="*/ 246 h 549051"/>
                  <a:gd name="connsiteX13" fmla="*/ 177930 w 532843"/>
                  <a:gd name="connsiteY13" fmla="*/ 240 h 549051"/>
                  <a:gd name="connsiteX14" fmla="*/ 186512 w 532843"/>
                  <a:gd name="connsiteY14" fmla="*/ 1253 h 549051"/>
                  <a:gd name="connsiteX15" fmla="*/ 186515 w 532843"/>
                  <a:gd name="connsiteY15" fmla="*/ 3554 h 549051"/>
                  <a:gd name="connsiteX16" fmla="*/ 186762 w 532843"/>
                  <a:gd name="connsiteY16" fmla="*/ 138443 h 549051"/>
                  <a:gd name="connsiteX17" fmla="*/ 186795 w 532843"/>
                  <a:gd name="connsiteY17" fmla="*/ 154626 h 549051"/>
                  <a:gd name="connsiteX18" fmla="*/ 186802 w 532843"/>
                  <a:gd name="connsiteY18" fmla="*/ 157880 h 549051"/>
                  <a:gd name="connsiteX19" fmla="*/ 186894 w 532843"/>
                  <a:gd name="connsiteY19" fmla="*/ 210103 h 549051"/>
                  <a:gd name="connsiteX20" fmla="*/ 186997 w 532843"/>
                  <a:gd name="connsiteY20" fmla="*/ 263655 h 549051"/>
                  <a:gd name="connsiteX21" fmla="*/ 187055 w 532843"/>
                  <a:gd name="connsiteY21" fmla="*/ 296722 h 549051"/>
                  <a:gd name="connsiteX22" fmla="*/ 187101 w 532843"/>
                  <a:gd name="connsiteY22" fmla="*/ 319371 h 549051"/>
                  <a:gd name="connsiteX23" fmla="*/ 187123 w 532843"/>
                  <a:gd name="connsiteY23" fmla="*/ 332455 h 549051"/>
                  <a:gd name="connsiteX24" fmla="*/ 187150 w 532843"/>
                  <a:gd name="connsiteY24" fmla="*/ 344418 h 549051"/>
                  <a:gd name="connsiteX25" fmla="*/ 187154 w 532843"/>
                  <a:gd name="connsiteY25" fmla="*/ 348760 h 549051"/>
                  <a:gd name="connsiteX26" fmla="*/ 187172 w 532843"/>
                  <a:gd name="connsiteY26" fmla="*/ 354636 h 549051"/>
                  <a:gd name="connsiteX27" fmla="*/ 187178 w 532843"/>
                  <a:gd name="connsiteY27" fmla="*/ 357940 h 549051"/>
                  <a:gd name="connsiteX28" fmla="*/ 189193 w 532843"/>
                  <a:gd name="connsiteY28" fmla="*/ 363259 h 549051"/>
                  <a:gd name="connsiteX29" fmla="*/ 192769 w 532843"/>
                  <a:gd name="connsiteY29" fmla="*/ 363259 h 549051"/>
                  <a:gd name="connsiteX30" fmla="*/ 192870 w 532843"/>
                  <a:gd name="connsiteY30" fmla="*/ 365902 h 549051"/>
                  <a:gd name="connsiteX31" fmla="*/ 193048 w 532843"/>
                  <a:gd name="connsiteY31" fmla="*/ 369348 h 549051"/>
                  <a:gd name="connsiteX32" fmla="*/ 193205 w 532843"/>
                  <a:gd name="connsiteY32" fmla="*/ 372773 h 549051"/>
                  <a:gd name="connsiteX33" fmla="*/ 194874 w 532843"/>
                  <a:gd name="connsiteY33" fmla="*/ 377459 h 549051"/>
                  <a:gd name="connsiteX34" fmla="*/ 199026 w 532843"/>
                  <a:gd name="connsiteY34" fmla="*/ 379348 h 549051"/>
                  <a:gd name="connsiteX35" fmla="*/ 200167 w 532843"/>
                  <a:gd name="connsiteY35" fmla="*/ 385490 h 549051"/>
                  <a:gd name="connsiteX36" fmla="*/ 202608 w 532843"/>
                  <a:gd name="connsiteY36" fmla="*/ 388374 h 549051"/>
                  <a:gd name="connsiteX37" fmla="*/ 204389 w 532843"/>
                  <a:gd name="connsiteY37" fmla="*/ 389180 h 549051"/>
                  <a:gd name="connsiteX38" fmla="*/ 205227 w 532843"/>
                  <a:gd name="connsiteY38" fmla="*/ 391862 h 549051"/>
                  <a:gd name="connsiteX39" fmla="*/ 206176 w 532843"/>
                  <a:gd name="connsiteY39" fmla="*/ 394543 h 549051"/>
                  <a:gd name="connsiteX40" fmla="*/ 208411 w 532843"/>
                  <a:gd name="connsiteY40" fmla="*/ 395437 h 549051"/>
                  <a:gd name="connsiteX41" fmla="*/ 210645 w 532843"/>
                  <a:gd name="connsiteY41" fmla="*/ 396331 h 549051"/>
                  <a:gd name="connsiteX42" fmla="*/ 212433 w 532843"/>
                  <a:gd name="connsiteY42" fmla="*/ 401694 h 549051"/>
                  <a:gd name="connsiteX43" fmla="*/ 219584 w 532843"/>
                  <a:gd name="connsiteY43" fmla="*/ 401694 h 549051"/>
                  <a:gd name="connsiteX44" fmla="*/ 220108 w 532843"/>
                  <a:gd name="connsiteY44" fmla="*/ 403855 h 549051"/>
                  <a:gd name="connsiteX45" fmla="*/ 224088 w 532843"/>
                  <a:gd name="connsiteY45" fmla="*/ 406991 h 549051"/>
                  <a:gd name="connsiteX46" fmla="*/ 227293 w 532843"/>
                  <a:gd name="connsiteY46" fmla="*/ 407336 h 549051"/>
                  <a:gd name="connsiteX47" fmla="*/ 230512 w 532843"/>
                  <a:gd name="connsiteY47" fmla="*/ 407717 h 549051"/>
                  <a:gd name="connsiteX48" fmla="*/ 232991 w 532843"/>
                  <a:gd name="connsiteY48" fmla="*/ 407951 h 549051"/>
                  <a:gd name="connsiteX49" fmla="*/ 233885 w 532843"/>
                  <a:gd name="connsiteY49" fmla="*/ 412420 h 549051"/>
                  <a:gd name="connsiteX50" fmla="*/ 243992 w 532843"/>
                  <a:gd name="connsiteY50" fmla="*/ 413444 h 549051"/>
                  <a:gd name="connsiteX51" fmla="*/ 245966 w 532843"/>
                  <a:gd name="connsiteY51" fmla="*/ 413453 h 549051"/>
                  <a:gd name="connsiteX52" fmla="*/ 252412 w 532843"/>
                  <a:gd name="connsiteY52" fmla="*/ 413464 h 549051"/>
                  <a:gd name="connsiteX53" fmla="*/ 256892 w 532843"/>
                  <a:gd name="connsiteY53" fmla="*/ 413473 h 549051"/>
                  <a:gd name="connsiteX54" fmla="*/ 266274 w 532843"/>
                  <a:gd name="connsiteY54" fmla="*/ 413480 h 549051"/>
                  <a:gd name="connsiteX55" fmla="*/ 278315 w 532843"/>
                  <a:gd name="connsiteY55" fmla="*/ 413507 h 549051"/>
                  <a:gd name="connsiteX56" fmla="*/ 287563 w 532843"/>
                  <a:gd name="connsiteY56" fmla="*/ 413518 h 549051"/>
                  <a:gd name="connsiteX57" fmla="*/ 292004 w 532843"/>
                  <a:gd name="connsiteY57" fmla="*/ 413530 h 549051"/>
                  <a:gd name="connsiteX58" fmla="*/ 298199 w 532843"/>
                  <a:gd name="connsiteY58" fmla="*/ 413531 h 549051"/>
                  <a:gd name="connsiteX59" fmla="*/ 301763 w 532843"/>
                  <a:gd name="connsiteY59" fmla="*/ 413535 h 549051"/>
                  <a:gd name="connsiteX60" fmla="*/ 306287 w 532843"/>
                  <a:gd name="connsiteY60" fmla="*/ 411526 h 549051"/>
                  <a:gd name="connsiteX61" fmla="*/ 307180 w 532843"/>
                  <a:gd name="connsiteY61" fmla="*/ 407951 h 549051"/>
                  <a:gd name="connsiteX62" fmla="*/ 309237 w 532843"/>
                  <a:gd name="connsiteY62" fmla="*/ 407850 h 549051"/>
                  <a:gd name="connsiteX63" fmla="*/ 311929 w 532843"/>
                  <a:gd name="connsiteY63" fmla="*/ 407672 h 549051"/>
                  <a:gd name="connsiteX64" fmla="*/ 314600 w 532843"/>
                  <a:gd name="connsiteY64" fmla="*/ 407514 h 549051"/>
                  <a:gd name="connsiteX65" fmla="*/ 319694 w 532843"/>
                  <a:gd name="connsiteY65" fmla="*/ 404376 h 549051"/>
                  <a:gd name="connsiteX66" fmla="*/ 320588 w 532843"/>
                  <a:gd name="connsiteY66" fmla="*/ 401694 h 549051"/>
                  <a:gd name="connsiteX67" fmla="*/ 329526 w 532843"/>
                  <a:gd name="connsiteY67" fmla="*/ 400800 h 549051"/>
                  <a:gd name="connsiteX68" fmla="*/ 329526 w 532843"/>
                  <a:gd name="connsiteY68" fmla="*/ 394543 h 549051"/>
                  <a:gd name="connsiteX69" fmla="*/ 335783 w 532843"/>
                  <a:gd name="connsiteY69" fmla="*/ 394543 h 549051"/>
                  <a:gd name="connsiteX70" fmla="*/ 335448 w 532843"/>
                  <a:gd name="connsiteY70" fmla="*/ 391638 h 549051"/>
                  <a:gd name="connsiteX71" fmla="*/ 335783 w 532843"/>
                  <a:gd name="connsiteY71" fmla="*/ 388286 h 549051"/>
                  <a:gd name="connsiteX72" fmla="*/ 341146 w 532843"/>
                  <a:gd name="connsiteY72" fmla="*/ 384711 h 549051"/>
                  <a:gd name="connsiteX73" fmla="*/ 343828 w 532843"/>
                  <a:gd name="connsiteY73" fmla="*/ 376666 h 549051"/>
                  <a:gd name="connsiteX74" fmla="*/ 348297 w 532843"/>
                  <a:gd name="connsiteY74" fmla="*/ 375773 h 549051"/>
                  <a:gd name="connsiteX75" fmla="*/ 349191 w 532843"/>
                  <a:gd name="connsiteY75" fmla="*/ 354320 h 549051"/>
                  <a:gd name="connsiteX76" fmla="*/ 353660 w 532843"/>
                  <a:gd name="connsiteY76" fmla="*/ 354320 h 549051"/>
                  <a:gd name="connsiteX77" fmla="*/ 354670 w 532843"/>
                  <a:gd name="connsiteY77" fmla="*/ 346846 h 549051"/>
                  <a:gd name="connsiteX78" fmla="*/ 354676 w 532843"/>
                  <a:gd name="connsiteY78" fmla="*/ 345048 h 549051"/>
                  <a:gd name="connsiteX79" fmla="*/ 354677 w 532843"/>
                  <a:gd name="connsiteY79" fmla="*/ 339028 h 549051"/>
                  <a:gd name="connsiteX80" fmla="*/ 354685 w 532843"/>
                  <a:gd name="connsiteY80" fmla="*/ 334691 h 549051"/>
                  <a:gd name="connsiteX81" fmla="*/ 354694 w 532843"/>
                  <a:gd name="connsiteY81" fmla="*/ 322729 h 549051"/>
                  <a:gd name="connsiteX82" fmla="*/ 354709 w 532843"/>
                  <a:gd name="connsiteY82" fmla="*/ 309846 h 549051"/>
                  <a:gd name="connsiteX83" fmla="*/ 354732 w 532843"/>
                  <a:gd name="connsiteY83" fmla="*/ 287508 h 549051"/>
                  <a:gd name="connsiteX84" fmla="*/ 354780 w 532843"/>
                  <a:gd name="connsiteY84" fmla="*/ 252227 h 549051"/>
                  <a:gd name="connsiteX85" fmla="*/ 354799 w 532843"/>
                  <a:gd name="connsiteY85" fmla="*/ 240168 h 549051"/>
                  <a:gd name="connsiteX86" fmla="*/ 354804 w 532843"/>
                  <a:gd name="connsiteY86" fmla="*/ 237123 h 549051"/>
                  <a:gd name="connsiteX87" fmla="*/ 354856 w 532843"/>
                  <a:gd name="connsiteY87" fmla="*/ 202795 h 549051"/>
                  <a:gd name="connsiteX88" fmla="*/ 354860 w 532843"/>
                  <a:gd name="connsiteY88" fmla="*/ 199624 h 549051"/>
                  <a:gd name="connsiteX89" fmla="*/ 354915 w 532843"/>
                  <a:gd name="connsiteY89" fmla="*/ 148717 h 549051"/>
                  <a:gd name="connsiteX90" fmla="*/ 354991 w 532843"/>
                  <a:gd name="connsiteY90" fmla="*/ 96508 h 549051"/>
                  <a:gd name="connsiteX91" fmla="*/ 355027 w 532843"/>
                  <a:gd name="connsiteY91" fmla="*/ 64272 h 549051"/>
                  <a:gd name="connsiteX92" fmla="*/ 355059 w 532843"/>
                  <a:gd name="connsiteY92" fmla="*/ 42199 h 549051"/>
                  <a:gd name="connsiteX93" fmla="*/ 355071 w 532843"/>
                  <a:gd name="connsiteY93" fmla="*/ 29447 h 549051"/>
                  <a:gd name="connsiteX94" fmla="*/ 355091 w 532843"/>
                  <a:gd name="connsiteY94" fmla="*/ 17790 h 549051"/>
                  <a:gd name="connsiteX95" fmla="*/ 355089 w 532843"/>
                  <a:gd name="connsiteY95" fmla="*/ 13556 h 549051"/>
                  <a:gd name="connsiteX96" fmla="*/ 355106 w 532843"/>
                  <a:gd name="connsiteY96" fmla="*/ 7834 h 549051"/>
                  <a:gd name="connsiteX97" fmla="*/ 355110 w 532843"/>
                  <a:gd name="connsiteY97" fmla="*/ 4613 h 549051"/>
                  <a:gd name="connsiteX98" fmla="*/ 355448 w 532843"/>
                  <a:gd name="connsiteY98" fmla="*/ 2147 h 549051"/>
                  <a:gd name="connsiteX99" fmla="*/ 364959 w 532843"/>
                  <a:gd name="connsiteY99" fmla="*/ 138 h 549051"/>
                  <a:gd name="connsiteX100" fmla="*/ 367087 w 532843"/>
                  <a:gd name="connsiteY100" fmla="*/ 132 h 549051"/>
                  <a:gd name="connsiteX101" fmla="*/ 374170 w 532843"/>
                  <a:gd name="connsiteY101" fmla="*/ 142 h 549051"/>
                  <a:gd name="connsiteX102" fmla="*/ 379240 w 532843"/>
                  <a:gd name="connsiteY102" fmla="*/ 137 h 549051"/>
                  <a:gd name="connsiteX103" fmla="*/ 393030 w 532843"/>
                  <a:gd name="connsiteY103" fmla="*/ 148 h 549051"/>
                  <a:gd name="connsiteX104" fmla="*/ 407455 w 532843"/>
                  <a:gd name="connsiteY104" fmla="*/ 154 h 549051"/>
                  <a:gd name="connsiteX105" fmla="*/ 431693 w 532843"/>
                  <a:gd name="connsiteY105" fmla="*/ 175 h 549051"/>
                  <a:gd name="connsiteX106" fmla="*/ 459706 w 532843"/>
                  <a:gd name="connsiteY106" fmla="*/ 193 h 549051"/>
                  <a:gd name="connsiteX107" fmla="*/ 486647 w 532843"/>
                  <a:gd name="connsiteY107" fmla="*/ 205 h 549051"/>
                  <a:gd name="connsiteX108" fmla="*/ 498113 w 532843"/>
                  <a:gd name="connsiteY108" fmla="*/ 210 h 549051"/>
                  <a:gd name="connsiteX109" fmla="*/ 511627 w 532843"/>
                  <a:gd name="connsiteY109" fmla="*/ 225 h 549051"/>
                  <a:gd name="connsiteX110" fmla="*/ 516583 w 532843"/>
                  <a:gd name="connsiteY110" fmla="*/ 228 h 549051"/>
                  <a:gd name="connsiteX111" fmla="*/ 523357 w 532843"/>
                  <a:gd name="connsiteY111" fmla="*/ 240 h 549051"/>
                  <a:gd name="connsiteX112" fmla="*/ 525330 w 532843"/>
                  <a:gd name="connsiteY112" fmla="*/ 235 h 549051"/>
                  <a:gd name="connsiteX113" fmla="*/ 536898 w 532843"/>
                  <a:gd name="connsiteY113" fmla="*/ 1253 h 549051"/>
                  <a:gd name="connsiteX114" fmla="*/ 537901 w 532843"/>
                  <a:gd name="connsiteY114" fmla="*/ 9625 h 549051"/>
                  <a:gd name="connsiteX115" fmla="*/ 537905 w 532843"/>
                  <a:gd name="connsiteY115" fmla="*/ 11390 h 549051"/>
                  <a:gd name="connsiteX116" fmla="*/ 537899 w 532843"/>
                  <a:gd name="connsiteY116" fmla="*/ 17287 h 549051"/>
                  <a:gd name="connsiteX117" fmla="*/ 537901 w 532843"/>
                  <a:gd name="connsiteY117" fmla="*/ 21542 h 549051"/>
                  <a:gd name="connsiteX118" fmla="*/ 537895 w 532843"/>
                  <a:gd name="connsiteY118" fmla="*/ 33264 h 549051"/>
                  <a:gd name="connsiteX119" fmla="*/ 537893 w 532843"/>
                  <a:gd name="connsiteY119" fmla="*/ 45893 h 549051"/>
                  <a:gd name="connsiteX120" fmla="*/ 537886 w 532843"/>
                  <a:gd name="connsiteY120" fmla="*/ 67784 h 549051"/>
                  <a:gd name="connsiteX121" fmla="*/ 537875 w 532843"/>
                  <a:gd name="connsiteY121" fmla="*/ 99435 h 549051"/>
                  <a:gd name="connsiteX122" fmla="*/ 537859 w 532843"/>
                  <a:gd name="connsiteY122" fmla="*/ 150783 h 549051"/>
                  <a:gd name="connsiteX123" fmla="*/ 537841 w 532843"/>
                  <a:gd name="connsiteY123" fmla="*/ 200671 h 549051"/>
                  <a:gd name="connsiteX124" fmla="*/ 537840 w 532843"/>
                  <a:gd name="connsiteY124" fmla="*/ 203776 h 549051"/>
                  <a:gd name="connsiteX125" fmla="*/ 537837 w 532843"/>
                  <a:gd name="connsiteY125" fmla="*/ 219195 h 549051"/>
                  <a:gd name="connsiteX126" fmla="*/ 537792 w 532843"/>
                  <a:gd name="connsiteY126" fmla="*/ 347170 h 549051"/>
                  <a:gd name="connsiteX127" fmla="*/ 532428 w 532843"/>
                  <a:gd name="connsiteY127" fmla="*/ 348063 h 549051"/>
                  <a:gd name="connsiteX128" fmla="*/ 531252 w 532843"/>
                  <a:gd name="connsiteY128" fmla="*/ 362952 h 549051"/>
                  <a:gd name="connsiteX129" fmla="*/ 531195 w 532843"/>
                  <a:gd name="connsiteY129" fmla="*/ 365085 h 549051"/>
                  <a:gd name="connsiteX130" fmla="*/ 531032 w 532843"/>
                  <a:gd name="connsiteY130" fmla="*/ 371750 h 549051"/>
                  <a:gd name="connsiteX131" fmla="*/ 530915 w 532843"/>
                  <a:gd name="connsiteY131" fmla="*/ 376303 h 549051"/>
                  <a:gd name="connsiteX132" fmla="*/ 530641 w 532843"/>
                  <a:gd name="connsiteY132" fmla="*/ 387393 h 549051"/>
                  <a:gd name="connsiteX133" fmla="*/ 526172 w 532843"/>
                  <a:gd name="connsiteY133" fmla="*/ 388286 h 549051"/>
                  <a:gd name="connsiteX134" fmla="*/ 524995 w 532843"/>
                  <a:gd name="connsiteY134" fmla="*/ 395336 h 549051"/>
                  <a:gd name="connsiteX135" fmla="*/ 524881 w 532843"/>
                  <a:gd name="connsiteY135" fmla="*/ 397876 h 549051"/>
                  <a:gd name="connsiteX136" fmla="*/ 524775 w 532843"/>
                  <a:gd name="connsiteY136" fmla="*/ 400521 h 549051"/>
                  <a:gd name="connsiteX137" fmla="*/ 524658 w 532843"/>
                  <a:gd name="connsiteY137" fmla="*/ 403197 h 549051"/>
                  <a:gd name="connsiteX138" fmla="*/ 524384 w 532843"/>
                  <a:gd name="connsiteY138" fmla="*/ 409739 h 549051"/>
                  <a:gd name="connsiteX139" fmla="*/ 522205 w 532843"/>
                  <a:gd name="connsiteY139" fmla="*/ 410074 h 549051"/>
                  <a:gd name="connsiteX140" fmla="*/ 519915 w 532843"/>
                  <a:gd name="connsiteY140" fmla="*/ 410632 h 549051"/>
                  <a:gd name="connsiteX141" fmla="*/ 518518 w 532843"/>
                  <a:gd name="connsiteY141" fmla="*/ 419236 h 549051"/>
                  <a:gd name="connsiteX142" fmla="*/ 518401 w 532843"/>
                  <a:gd name="connsiteY142" fmla="*/ 421149 h 549051"/>
                  <a:gd name="connsiteX143" fmla="*/ 518127 w 532843"/>
                  <a:gd name="connsiteY143" fmla="*/ 425828 h 549051"/>
                  <a:gd name="connsiteX144" fmla="*/ 512764 w 532843"/>
                  <a:gd name="connsiteY144" fmla="*/ 427615 h 549051"/>
                  <a:gd name="connsiteX145" fmla="*/ 510976 w 532843"/>
                  <a:gd name="connsiteY145" fmla="*/ 440129 h 549051"/>
                  <a:gd name="connsiteX146" fmla="*/ 506507 w 532843"/>
                  <a:gd name="connsiteY146" fmla="*/ 441917 h 549051"/>
                  <a:gd name="connsiteX147" fmla="*/ 505669 w 532843"/>
                  <a:gd name="connsiteY147" fmla="*/ 445883 h 549051"/>
                  <a:gd name="connsiteX148" fmla="*/ 504719 w 532843"/>
                  <a:gd name="connsiteY148" fmla="*/ 449961 h 549051"/>
                  <a:gd name="connsiteX149" fmla="*/ 499356 w 532843"/>
                  <a:gd name="connsiteY149" fmla="*/ 452643 h 549051"/>
                  <a:gd name="connsiteX150" fmla="*/ 498462 w 532843"/>
                  <a:gd name="connsiteY150" fmla="*/ 460688 h 549051"/>
                  <a:gd name="connsiteX151" fmla="*/ 493993 w 532843"/>
                  <a:gd name="connsiteY151" fmla="*/ 461581 h 549051"/>
                  <a:gd name="connsiteX152" fmla="*/ 493595 w 532843"/>
                  <a:gd name="connsiteY152" fmla="*/ 463247 h 549051"/>
                  <a:gd name="connsiteX153" fmla="*/ 488574 w 532843"/>
                  <a:gd name="connsiteY153" fmla="*/ 471190 h 549051"/>
                  <a:gd name="connsiteX154" fmla="*/ 485949 w 532843"/>
                  <a:gd name="connsiteY154" fmla="*/ 472307 h 549051"/>
                  <a:gd name="connsiteX155" fmla="*/ 484161 w 532843"/>
                  <a:gd name="connsiteY155" fmla="*/ 476777 h 549051"/>
                  <a:gd name="connsiteX156" fmla="*/ 481926 w 532843"/>
                  <a:gd name="connsiteY156" fmla="*/ 477559 h 549051"/>
                  <a:gd name="connsiteX157" fmla="*/ 479692 w 532843"/>
                  <a:gd name="connsiteY157" fmla="*/ 478564 h 549051"/>
                  <a:gd name="connsiteX158" fmla="*/ 477904 w 532843"/>
                  <a:gd name="connsiteY158" fmla="*/ 484821 h 549051"/>
                  <a:gd name="connsiteX159" fmla="*/ 473435 w 532843"/>
                  <a:gd name="connsiteY159" fmla="*/ 485715 h 549051"/>
                  <a:gd name="connsiteX160" fmla="*/ 472541 w 532843"/>
                  <a:gd name="connsiteY160" fmla="*/ 491078 h 549051"/>
                  <a:gd name="connsiteX161" fmla="*/ 466284 w 532843"/>
                  <a:gd name="connsiteY161" fmla="*/ 491972 h 549051"/>
                  <a:gd name="connsiteX162" fmla="*/ 466228 w 532843"/>
                  <a:gd name="connsiteY162" fmla="*/ 494039 h 549051"/>
                  <a:gd name="connsiteX163" fmla="*/ 465390 w 532843"/>
                  <a:gd name="connsiteY163" fmla="*/ 496441 h 549051"/>
                  <a:gd name="connsiteX164" fmla="*/ 459133 w 532843"/>
                  <a:gd name="connsiteY164" fmla="*/ 499123 h 549051"/>
                  <a:gd name="connsiteX165" fmla="*/ 457346 w 532843"/>
                  <a:gd name="connsiteY165" fmla="*/ 503592 h 549051"/>
                  <a:gd name="connsiteX166" fmla="*/ 451983 w 532843"/>
                  <a:gd name="connsiteY166" fmla="*/ 505380 h 549051"/>
                  <a:gd name="connsiteX167" fmla="*/ 451256 w 532843"/>
                  <a:gd name="connsiteY167" fmla="*/ 507558 h 549051"/>
                  <a:gd name="connsiteX168" fmla="*/ 448306 w 532843"/>
                  <a:gd name="connsiteY168" fmla="*/ 510736 h 549051"/>
                  <a:gd name="connsiteX169" fmla="*/ 442150 w 532843"/>
                  <a:gd name="connsiteY169" fmla="*/ 512530 h 549051"/>
                  <a:gd name="connsiteX170" fmla="*/ 442150 w 532843"/>
                  <a:gd name="connsiteY170" fmla="*/ 517000 h 549051"/>
                  <a:gd name="connsiteX171" fmla="*/ 433212 w 532843"/>
                  <a:gd name="connsiteY171" fmla="*/ 517893 h 549051"/>
                  <a:gd name="connsiteX172" fmla="*/ 431424 w 532843"/>
                  <a:gd name="connsiteY172" fmla="*/ 523256 h 549051"/>
                  <a:gd name="connsiteX173" fmla="*/ 420698 w 532843"/>
                  <a:gd name="connsiteY173" fmla="*/ 525044 h 549051"/>
                  <a:gd name="connsiteX174" fmla="*/ 418911 w 532843"/>
                  <a:gd name="connsiteY174" fmla="*/ 530407 h 549051"/>
                  <a:gd name="connsiteX175" fmla="*/ 416627 w 532843"/>
                  <a:gd name="connsiteY175" fmla="*/ 530376 h 549051"/>
                  <a:gd name="connsiteX176" fmla="*/ 413659 w 532843"/>
                  <a:gd name="connsiteY176" fmla="*/ 530351 h 549051"/>
                  <a:gd name="connsiteX177" fmla="*/ 410705 w 532843"/>
                  <a:gd name="connsiteY177" fmla="*/ 530320 h 549051"/>
                  <a:gd name="connsiteX178" fmla="*/ 406397 w 532843"/>
                  <a:gd name="connsiteY178" fmla="*/ 531301 h 549051"/>
                  <a:gd name="connsiteX179" fmla="*/ 405503 w 532843"/>
                  <a:gd name="connsiteY179" fmla="*/ 536664 h 549051"/>
                  <a:gd name="connsiteX180" fmla="*/ 402046 w 532843"/>
                  <a:gd name="connsiteY180" fmla="*/ 536828 h 549051"/>
                  <a:gd name="connsiteX181" fmla="*/ 397570 w 532843"/>
                  <a:gd name="connsiteY181" fmla="*/ 537055 h 549051"/>
                  <a:gd name="connsiteX182" fmla="*/ 395290 w 532843"/>
                  <a:gd name="connsiteY182" fmla="*/ 537162 h 549051"/>
                  <a:gd name="connsiteX183" fmla="*/ 393108 w 532843"/>
                  <a:gd name="connsiteY183" fmla="*/ 537275 h 549051"/>
                  <a:gd name="connsiteX184" fmla="*/ 391094 w 532843"/>
                  <a:gd name="connsiteY184" fmla="*/ 537374 h 549051"/>
                  <a:gd name="connsiteX185" fmla="*/ 387626 w 532843"/>
                  <a:gd name="connsiteY185" fmla="*/ 538452 h 549051"/>
                  <a:gd name="connsiteX186" fmla="*/ 386732 w 532843"/>
                  <a:gd name="connsiteY186" fmla="*/ 542921 h 549051"/>
                  <a:gd name="connsiteX187" fmla="*/ 384463 w 532843"/>
                  <a:gd name="connsiteY187" fmla="*/ 542989 h 549051"/>
                  <a:gd name="connsiteX188" fmla="*/ 376138 w 532843"/>
                  <a:gd name="connsiteY188" fmla="*/ 543254 h 549051"/>
                  <a:gd name="connsiteX189" fmla="*/ 370758 w 532843"/>
                  <a:gd name="connsiteY189" fmla="*/ 543419 h 549051"/>
                  <a:gd name="connsiteX190" fmla="*/ 367354 w 532843"/>
                  <a:gd name="connsiteY190" fmla="*/ 543532 h 549051"/>
                  <a:gd name="connsiteX191" fmla="*/ 364205 w 532843"/>
                  <a:gd name="connsiteY191" fmla="*/ 543631 h 549051"/>
                  <a:gd name="connsiteX192" fmla="*/ 359917 w 532843"/>
                  <a:gd name="connsiteY192" fmla="*/ 544709 h 549051"/>
                  <a:gd name="connsiteX193" fmla="*/ 359023 w 532843"/>
                  <a:gd name="connsiteY193" fmla="*/ 549178 h 549051"/>
                  <a:gd name="connsiteX194" fmla="*/ 188299 w 532843"/>
                  <a:gd name="connsiteY194" fmla="*/ 549178 h 549051"/>
                  <a:gd name="connsiteX195" fmla="*/ 188299 w 532843"/>
                  <a:gd name="connsiteY195" fmla="*/ 544709 h 549051"/>
                  <a:gd name="connsiteX196" fmla="*/ 177137 w 532843"/>
                  <a:gd name="connsiteY196" fmla="*/ 543532 h 549051"/>
                  <a:gd name="connsiteX197" fmla="*/ 175232 w 532843"/>
                  <a:gd name="connsiteY197" fmla="*/ 543476 h 549051"/>
                  <a:gd name="connsiteX198" fmla="*/ 169249 w 532843"/>
                  <a:gd name="connsiteY198" fmla="*/ 543312 h 549051"/>
                  <a:gd name="connsiteX199" fmla="*/ 165176 w 532843"/>
                  <a:gd name="connsiteY199" fmla="*/ 543195 h 549051"/>
                  <a:gd name="connsiteX200" fmla="*/ 155227 w 532843"/>
                  <a:gd name="connsiteY200" fmla="*/ 542921 h 549051"/>
                  <a:gd name="connsiteX201" fmla="*/ 154892 w 532843"/>
                  <a:gd name="connsiteY201" fmla="*/ 540742 h 549051"/>
                  <a:gd name="connsiteX202" fmla="*/ 154333 w 532843"/>
                  <a:gd name="connsiteY202" fmla="*/ 538452 h 549051"/>
                  <a:gd name="connsiteX203" fmla="*/ 148656 w 532843"/>
                  <a:gd name="connsiteY203" fmla="*/ 537275 h 549051"/>
                  <a:gd name="connsiteX204" fmla="*/ 146352 w 532843"/>
                  <a:gd name="connsiteY204" fmla="*/ 537162 h 549051"/>
                  <a:gd name="connsiteX205" fmla="*/ 143943 w 532843"/>
                  <a:gd name="connsiteY205" fmla="*/ 537055 h 549051"/>
                  <a:gd name="connsiteX206" fmla="*/ 141512 w 532843"/>
                  <a:gd name="connsiteY206" fmla="*/ 536938 h 549051"/>
                  <a:gd name="connsiteX207" fmla="*/ 135563 w 532843"/>
                  <a:gd name="connsiteY207" fmla="*/ 536664 h 549051"/>
                  <a:gd name="connsiteX208" fmla="*/ 135563 w 532843"/>
                  <a:gd name="connsiteY208" fmla="*/ 531301 h 549051"/>
                  <a:gd name="connsiteX209" fmla="*/ 132724 w 532843"/>
                  <a:gd name="connsiteY209" fmla="*/ 531294 h 549051"/>
                  <a:gd name="connsiteX210" fmla="*/ 129027 w 532843"/>
                  <a:gd name="connsiteY210" fmla="*/ 531189 h 549051"/>
                  <a:gd name="connsiteX211" fmla="*/ 127157 w 532843"/>
                  <a:gd name="connsiteY211" fmla="*/ 531196 h 549051"/>
                  <a:gd name="connsiteX212" fmla="*/ 122155 w 532843"/>
                  <a:gd name="connsiteY212" fmla="*/ 530407 h 549051"/>
                  <a:gd name="connsiteX213" fmla="*/ 119474 w 532843"/>
                  <a:gd name="connsiteY213" fmla="*/ 525044 h 549051"/>
                  <a:gd name="connsiteX214" fmla="*/ 113496 w 532843"/>
                  <a:gd name="connsiteY214" fmla="*/ 523815 h 549051"/>
                  <a:gd name="connsiteX215" fmla="*/ 110301 w 532843"/>
                  <a:gd name="connsiteY215" fmla="*/ 523459 h 549051"/>
                  <a:gd name="connsiteX216" fmla="*/ 107854 w 532843"/>
                  <a:gd name="connsiteY216" fmla="*/ 523256 h 549051"/>
                  <a:gd name="connsiteX217" fmla="*/ 107854 w 532843"/>
                  <a:gd name="connsiteY217" fmla="*/ 518787 h 549051"/>
                  <a:gd name="connsiteX218" fmla="*/ 105993 w 532843"/>
                  <a:gd name="connsiteY218" fmla="*/ 518585 h 549051"/>
                  <a:gd name="connsiteX219" fmla="*/ 98915 w 532843"/>
                  <a:gd name="connsiteY219" fmla="*/ 517000 h 549051"/>
                  <a:gd name="connsiteX220" fmla="*/ 96234 w 532843"/>
                  <a:gd name="connsiteY220" fmla="*/ 511636 h 549051"/>
                  <a:gd name="connsiteX221" fmla="*/ 89977 w 532843"/>
                  <a:gd name="connsiteY221" fmla="*/ 509849 h 549051"/>
                  <a:gd name="connsiteX222" fmla="*/ 88189 w 532843"/>
                  <a:gd name="connsiteY222" fmla="*/ 505380 h 549051"/>
                  <a:gd name="connsiteX223" fmla="*/ 85228 w 532843"/>
                  <a:gd name="connsiteY223" fmla="*/ 505212 h 549051"/>
                  <a:gd name="connsiteX224" fmla="*/ 80480 w 532843"/>
                  <a:gd name="connsiteY224" fmla="*/ 502419 h 549051"/>
                  <a:gd name="connsiteX225" fmla="*/ 79251 w 532843"/>
                  <a:gd name="connsiteY225" fmla="*/ 500017 h 549051"/>
                  <a:gd name="connsiteX226" fmla="*/ 74782 w 532843"/>
                  <a:gd name="connsiteY226" fmla="*/ 496441 h 549051"/>
                  <a:gd name="connsiteX227" fmla="*/ 73888 w 532843"/>
                  <a:gd name="connsiteY227" fmla="*/ 493760 h 549051"/>
                  <a:gd name="connsiteX228" fmla="*/ 71709 w 532843"/>
                  <a:gd name="connsiteY228" fmla="*/ 492475 h 549051"/>
                  <a:gd name="connsiteX229" fmla="*/ 68525 w 532843"/>
                  <a:gd name="connsiteY229" fmla="*/ 489235 h 549051"/>
                  <a:gd name="connsiteX230" fmla="*/ 65396 w 532843"/>
                  <a:gd name="connsiteY230" fmla="*/ 486721 h 549051"/>
                  <a:gd name="connsiteX231" fmla="*/ 61988 w 532843"/>
                  <a:gd name="connsiteY231" fmla="*/ 482922 h 549051"/>
                  <a:gd name="connsiteX232" fmla="*/ 61374 w 532843"/>
                  <a:gd name="connsiteY232" fmla="*/ 480352 h 549051"/>
                  <a:gd name="connsiteX233" fmla="*/ 59307 w 532843"/>
                  <a:gd name="connsiteY233" fmla="*/ 480296 h 549051"/>
                  <a:gd name="connsiteX234" fmla="*/ 56905 w 532843"/>
                  <a:gd name="connsiteY234" fmla="*/ 479458 h 549051"/>
                  <a:gd name="connsiteX235" fmla="*/ 54223 w 532843"/>
                  <a:gd name="connsiteY235" fmla="*/ 473201 h 549051"/>
                  <a:gd name="connsiteX236" fmla="*/ 49754 w 532843"/>
                  <a:gd name="connsiteY236" fmla="*/ 471414 h 549051"/>
                  <a:gd name="connsiteX237" fmla="*/ 48860 w 532843"/>
                  <a:gd name="connsiteY237" fmla="*/ 466051 h 549051"/>
                  <a:gd name="connsiteX238" fmla="*/ 44391 w 532843"/>
                  <a:gd name="connsiteY238" fmla="*/ 465157 h 549051"/>
                  <a:gd name="connsiteX239" fmla="*/ 42603 w 532843"/>
                  <a:gd name="connsiteY239" fmla="*/ 456218 h 549051"/>
                  <a:gd name="connsiteX240" fmla="*/ 40033 w 532843"/>
                  <a:gd name="connsiteY240" fmla="*/ 455827 h 549051"/>
                  <a:gd name="connsiteX241" fmla="*/ 36486 w 532843"/>
                  <a:gd name="connsiteY241" fmla="*/ 452521 h 549051"/>
                  <a:gd name="connsiteX242" fmla="*/ 35452 w 532843"/>
                  <a:gd name="connsiteY242" fmla="*/ 446386 h 549051"/>
                  <a:gd name="connsiteX243" fmla="*/ 30983 w 532843"/>
                  <a:gd name="connsiteY243" fmla="*/ 445492 h 549051"/>
                  <a:gd name="connsiteX244" fmla="*/ 30749 w 532843"/>
                  <a:gd name="connsiteY244" fmla="*/ 443013 h 549051"/>
                  <a:gd name="connsiteX245" fmla="*/ 30369 w 532843"/>
                  <a:gd name="connsiteY245" fmla="*/ 439794 h 549051"/>
                  <a:gd name="connsiteX246" fmla="*/ 30023 w 532843"/>
                  <a:gd name="connsiteY246" fmla="*/ 436589 h 549051"/>
                  <a:gd name="connsiteX247" fmla="*/ 26888 w 532843"/>
                  <a:gd name="connsiteY247" fmla="*/ 432608 h 549051"/>
                  <a:gd name="connsiteX248" fmla="*/ 24726 w 532843"/>
                  <a:gd name="connsiteY248" fmla="*/ 432085 h 549051"/>
                  <a:gd name="connsiteX249" fmla="*/ 23888 w 532843"/>
                  <a:gd name="connsiteY249" fmla="*/ 422979 h 549051"/>
                  <a:gd name="connsiteX250" fmla="*/ 22045 w 532843"/>
                  <a:gd name="connsiteY250" fmla="*/ 416889 h 549051"/>
                  <a:gd name="connsiteX251" fmla="*/ 17576 w 532843"/>
                  <a:gd name="connsiteY251" fmla="*/ 415995 h 549051"/>
                  <a:gd name="connsiteX252" fmla="*/ 16682 w 532843"/>
                  <a:gd name="connsiteY252" fmla="*/ 392756 h 549051"/>
                  <a:gd name="connsiteX253" fmla="*/ 11319 w 532843"/>
                  <a:gd name="connsiteY253" fmla="*/ 391862 h 549051"/>
                  <a:gd name="connsiteX254" fmla="*/ 11251 w 532843"/>
                  <a:gd name="connsiteY254" fmla="*/ 389471 h 549051"/>
                  <a:gd name="connsiteX255" fmla="*/ 10986 w 532843"/>
                  <a:gd name="connsiteY255" fmla="*/ 380651 h 549051"/>
                  <a:gd name="connsiteX256" fmla="*/ 10874 w 532843"/>
                  <a:gd name="connsiteY256" fmla="*/ 376840 h 549051"/>
                  <a:gd name="connsiteX257" fmla="*/ 10708 w 532843"/>
                  <a:gd name="connsiteY257" fmla="*/ 371349 h 549051"/>
                  <a:gd name="connsiteX258" fmla="*/ 10608 w 532843"/>
                  <a:gd name="connsiteY258" fmla="*/ 368015 h 549051"/>
                  <a:gd name="connsiteX259" fmla="*/ 9531 w 532843"/>
                  <a:gd name="connsiteY259" fmla="*/ 360577 h 549051"/>
                  <a:gd name="connsiteX260" fmla="*/ 5062 w 532843"/>
                  <a:gd name="connsiteY260" fmla="*/ 360577 h 549051"/>
                  <a:gd name="connsiteX261" fmla="*/ 5062 w 532843"/>
                  <a:gd name="connsiteY261" fmla="*/ 1253 h 549051"/>
                  <a:gd name="connsiteX262" fmla="*/ 15660 w 532843"/>
                  <a:gd name="connsiteY262" fmla="*/ 246 h 549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Lst>
                <a:rect l="l" t="t" r="r" b="b"/>
                <a:pathLst>
                  <a:path w="532843" h="549051">
                    <a:moveTo>
                      <a:pt x="15660" y="246"/>
                    </a:moveTo>
                    <a:cubicBezTo>
                      <a:pt x="16372" y="244"/>
                      <a:pt x="17085" y="243"/>
                      <a:pt x="17819" y="241"/>
                    </a:cubicBezTo>
                    <a:cubicBezTo>
                      <a:pt x="20208" y="238"/>
                      <a:pt x="22597" y="241"/>
                      <a:pt x="24986" y="243"/>
                    </a:cubicBezTo>
                    <a:cubicBezTo>
                      <a:pt x="26698" y="242"/>
                      <a:pt x="28410" y="241"/>
                      <a:pt x="30122" y="239"/>
                    </a:cubicBezTo>
                    <a:cubicBezTo>
                      <a:pt x="34774" y="235"/>
                      <a:pt x="39426" y="236"/>
                      <a:pt x="44078" y="239"/>
                    </a:cubicBezTo>
                    <a:cubicBezTo>
                      <a:pt x="48942" y="241"/>
                      <a:pt x="53807" y="239"/>
                      <a:pt x="58671" y="238"/>
                    </a:cubicBezTo>
                    <a:cubicBezTo>
                      <a:pt x="66840" y="236"/>
                      <a:pt x="75010" y="238"/>
                      <a:pt x="83179" y="243"/>
                    </a:cubicBezTo>
                    <a:cubicBezTo>
                      <a:pt x="92629" y="247"/>
                      <a:pt x="102079" y="246"/>
                      <a:pt x="111529" y="241"/>
                    </a:cubicBezTo>
                    <a:cubicBezTo>
                      <a:pt x="119637" y="237"/>
                      <a:pt x="127745" y="236"/>
                      <a:pt x="135853" y="239"/>
                    </a:cubicBezTo>
                    <a:cubicBezTo>
                      <a:pt x="140698" y="240"/>
                      <a:pt x="145543" y="240"/>
                      <a:pt x="150388" y="237"/>
                    </a:cubicBezTo>
                    <a:cubicBezTo>
                      <a:pt x="154943" y="235"/>
                      <a:pt x="159497" y="236"/>
                      <a:pt x="164052" y="242"/>
                    </a:cubicBezTo>
                    <a:cubicBezTo>
                      <a:pt x="165725" y="243"/>
                      <a:pt x="167398" y="242"/>
                      <a:pt x="169072" y="241"/>
                    </a:cubicBezTo>
                    <a:cubicBezTo>
                      <a:pt x="171352" y="238"/>
                      <a:pt x="173633" y="241"/>
                      <a:pt x="175913" y="246"/>
                    </a:cubicBezTo>
                    <a:cubicBezTo>
                      <a:pt x="176911" y="243"/>
                      <a:pt x="176911" y="243"/>
                      <a:pt x="177930" y="240"/>
                    </a:cubicBezTo>
                    <a:cubicBezTo>
                      <a:pt x="180947" y="251"/>
                      <a:pt x="183609" y="450"/>
                      <a:pt x="186512" y="1253"/>
                    </a:cubicBezTo>
                    <a:cubicBezTo>
                      <a:pt x="186513" y="2012"/>
                      <a:pt x="186514" y="2772"/>
                      <a:pt x="186515" y="3554"/>
                    </a:cubicBezTo>
                    <a:cubicBezTo>
                      <a:pt x="186587" y="48517"/>
                      <a:pt x="186669" y="93480"/>
                      <a:pt x="186762" y="138443"/>
                    </a:cubicBezTo>
                    <a:cubicBezTo>
                      <a:pt x="186773" y="143837"/>
                      <a:pt x="186784" y="149232"/>
                      <a:pt x="186795" y="154626"/>
                    </a:cubicBezTo>
                    <a:cubicBezTo>
                      <a:pt x="186798" y="155699"/>
                      <a:pt x="186800" y="156773"/>
                      <a:pt x="186802" y="157880"/>
                    </a:cubicBezTo>
                    <a:cubicBezTo>
                      <a:pt x="186838" y="175287"/>
                      <a:pt x="186867" y="192695"/>
                      <a:pt x="186894" y="210103"/>
                    </a:cubicBezTo>
                    <a:cubicBezTo>
                      <a:pt x="186922" y="227954"/>
                      <a:pt x="186956" y="245804"/>
                      <a:pt x="186997" y="263655"/>
                    </a:cubicBezTo>
                    <a:cubicBezTo>
                      <a:pt x="187022" y="274677"/>
                      <a:pt x="187042" y="285699"/>
                      <a:pt x="187055" y="296722"/>
                    </a:cubicBezTo>
                    <a:cubicBezTo>
                      <a:pt x="187064" y="304272"/>
                      <a:pt x="187080" y="311821"/>
                      <a:pt x="187101" y="319371"/>
                    </a:cubicBezTo>
                    <a:cubicBezTo>
                      <a:pt x="187113" y="323732"/>
                      <a:pt x="187122" y="328093"/>
                      <a:pt x="187123" y="332455"/>
                    </a:cubicBezTo>
                    <a:cubicBezTo>
                      <a:pt x="187125" y="336443"/>
                      <a:pt x="187134" y="340431"/>
                      <a:pt x="187150" y="344418"/>
                    </a:cubicBezTo>
                    <a:cubicBezTo>
                      <a:pt x="187154" y="345866"/>
                      <a:pt x="187156" y="347313"/>
                      <a:pt x="187154" y="348760"/>
                    </a:cubicBezTo>
                    <a:cubicBezTo>
                      <a:pt x="187152" y="350719"/>
                      <a:pt x="187160" y="352677"/>
                      <a:pt x="187172" y="354636"/>
                    </a:cubicBezTo>
                    <a:cubicBezTo>
                      <a:pt x="187174" y="355726"/>
                      <a:pt x="187176" y="356817"/>
                      <a:pt x="187178" y="357940"/>
                    </a:cubicBezTo>
                    <a:cubicBezTo>
                      <a:pt x="187207" y="360745"/>
                      <a:pt x="187207" y="360745"/>
                      <a:pt x="189193" y="363259"/>
                    </a:cubicBezTo>
                    <a:cubicBezTo>
                      <a:pt x="190373" y="363259"/>
                      <a:pt x="191553" y="363259"/>
                      <a:pt x="192769" y="363259"/>
                    </a:cubicBezTo>
                    <a:cubicBezTo>
                      <a:pt x="192819" y="364567"/>
                      <a:pt x="192819" y="364567"/>
                      <a:pt x="192870" y="365902"/>
                    </a:cubicBezTo>
                    <a:cubicBezTo>
                      <a:pt x="192958" y="367608"/>
                      <a:pt x="192958" y="367608"/>
                      <a:pt x="193048" y="369348"/>
                    </a:cubicBezTo>
                    <a:cubicBezTo>
                      <a:pt x="193126" y="371044"/>
                      <a:pt x="193126" y="371044"/>
                      <a:pt x="193205" y="372773"/>
                    </a:cubicBezTo>
                    <a:cubicBezTo>
                      <a:pt x="193420" y="375704"/>
                      <a:pt x="193420" y="375704"/>
                      <a:pt x="194874" y="377459"/>
                    </a:cubicBezTo>
                    <a:cubicBezTo>
                      <a:pt x="196453" y="378625"/>
                      <a:pt x="196453" y="378625"/>
                      <a:pt x="199026" y="379348"/>
                    </a:cubicBezTo>
                    <a:cubicBezTo>
                      <a:pt x="199627" y="381384"/>
                      <a:pt x="199874" y="383388"/>
                      <a:pt x="200167" y="385490"/>
                    </a:cubicBezTo>
                    <a:cubicBezTo>
                      <a:pt x="200629" y="387555"/>
                      <a:pt x="200629" y="387555"/>
                      <a:pt x="202608" y="388374"/>
                    </a:cubicBezTo>
                    <a:cubicBezTo>
                      <a:pt x="203195" y="388640"/>
                      <a:pt x="203783" y="388906"/>
                      <a:pt x="204389" y="389180"/>
                    </a:cubicBezTo>
                    <a:cubicBezTo>
                      <a:pt x="204665" y="390065"/>
                      <a:pt x="204942" y="390950"/>
                      <a:pt x="205227" y="391862"/>
                    </a:cubicBezTo>
                    <a:cubicBezTo>
                      <a:pt x="205540" y="392747"/>
                      <a:pt x="205853" y="393632"/>
                      <a:pt x="206176" y="394543"/>
                    </a:cubicBezTo>
                    <a:cubicBezTo>
                      <a:pt x="206914" y="394838"/>
                      <a:pt x="207651" y="395133"/>
                      <a:pt x="208411" y="395437"/>
                    </a:cubicBezTo>
                    <a:cubicBezTo>
                      <a:pt x="209148" y="395732"/>
                      <a:pt x="209886" y="396027"/>
                      <a:pt x="210645" y="396331"/>
                    </a:cubicBezTo>
                    <a:cubicBezTo>
                      <a:pt x="211819" y="399124"/>
                      <a:pt x="211819" y="399124"/>
                      <a:pt x="212433" y="401694"/>
                    </a:cubicBezTo>
                    <a:cubicBezTo>
                      <a:pt x="214793" y="401694"/>
                      <a:pt x="217153" y="401694"/>
                      <a:pt x="219584" y="401694"/>
                    </a:cubicBezTo>
                    <a:cubicBezTo>
                      <a:pt x="219757" y="402407"/>
                      <a:pt x="219930" y="403120"/>
                      <a:pt x="220108" y="403855"/>
                    </a:cubicBezTo>
                    <a:cubicBezTo>
                      <a:pt x="221179" y="406451"/>
                      <a:pt x="221179" y="406451"/>
                      <a:pt x="224088" y="406991"/>
                    </a:cubicBezTo>
                    <a:cubicBezTo>
                      <a:pt x="225146" y="407105"/>
                      <a:pt x="226203" y="407219"/>
                      <a:pt x="227293" y="407336"/>
                    </a:cubicBezTo>
                    <a:cubicBezTo>
                      <a:pt x="228887" y="407525"/>
                      <a:pt x="228887" y="407525"/>
                      <a:pt x="230512" y="407717"/>
                    </a:cubicBezTo>
                    <a:cubicBezTo>
                      <a:pt x="231331" y="407794"/>
                      <a:pt x="232149" y="407871"/>
                      <a:pt x="232991" y="407951"/>
                    </a:cubicBezTo>
                    <a:cubicBezTo>
                      <a:pt x="233286" y="409426"/>
                      <a:pt x="233581" y="410901"/>
                      <a:pt x="233885" y="412420"/>
                    </a:cubicBezTo>
                    <a:cubicBezTo>
                      <a:pt x="237254" y="413492"/>
                      <a:pt x="240475" y="413434"/>
                      <a:pt x="243992" y="413444"/>
                    </a:cubicBezTo>
                    <a:cubicBezTo>
                      <a:pt x="244644" y="413447"/>
                      <a:pt x="245295" y="413450"/>
                      <a:pt x="245966" y="413453"/>
                    </a:cubicBezTo>
                    <a:cubicBezTo>
                      <a:pt x="248115" y="413461"/>
                      <a:pt x="250263" y="413463"/>
                      <a:pt x="252412" y="413464"/>
                    </a:cubicBezTo>
                    <a:cubicBezTo>
                      <a:pt x="253905" y="413467"/>
                      <a:pt x="255399" y="413470"/>
                      <a:pt x="256892" y="413473"/>
                    </a:cubicBezTo>
                    <a:cubicBezTo>
                      <a:pt x="260020" y="413478"/>
                      <a:pt x="263147" y="413480"/>
                      <a:pt x="266274" y="413480"/>
                    </a:cubicBezTo>
                    <a:cubicBezTo>
                      <a:pt x="270288" y="413479"/>
                      <a:pt x="274301" y="413492"/>
                      <a:pt x="278315" y="413507"/>
                    </a:cubicBezTo>
                    <a:cubicBezTo>
                      <a:pt x="281398" y="413517"/>
                      <a:pt x="284480" y="413519"/>
                      <a:pt x="287563" y="413518"/>
                    </a:cubicBezTo>
                    <a:cubicBezTo>
                      <a:pt x="289043" y="413519"/>
                      <a:pt x="290523" y="413523"/>
                      <a:pt x="292004" y="413530"/>
                    </a:cubicBezTo>
                    <a:cubicBezTo>
                      <a:pt x="294069" y="413539"/>
                      <a:pt x="296134" y="413536"/>
                      <a:pt x="298199" y="413531"/>
                    </a:cubicBezTo>
                    <a:cubicBezTo>
                      <a:pt x="299375" y="413532"/>
                      <a:pt x="300551" y="413534"/>
                      <a:pt x="301763" y="413535"/>
                    </a:cubicBezTo>
                    <a:cubicBezTo>
                      <a:pt x="304595" y="413603"/>
                      <a:pt x="304595" y="413603"/>
                      <a:pt x="306287" y="411526"/>
                    </a:cubicBezTo>
                    <a:cubicBezTo>
                      <a:pt x="306861" y="409677"/>
                      <a:pt x="306861" y="409677"/>
                      <a:pt x="307180" y="407951"/>
                    </a:cubicBezTo>
                    <a:cubicBezTo>
                      <a:pt x="307859" y="407917"/>
                      <a:pt x="308538" y="407884"/>
                      <a:pt x="309237" y="407850"/>
                    </a:cubicBezTo>
                    <a:cubicBezTo>
                      <a:pt x="310125" y="407791"/>
                      <a:pt x="311014" y="407732"/>
                      <a:pt x="311929" y="407672"/>
                    </a:cubicBezTo>
                    <a:cubicBezTo>
                      <a:pt x="312810" y="407620"/>
                      <a:pt x="313692" y="407568"/>
                      <a:pt x="314600" y="407514"/>
                    </a:cubicBezTo>
                    <a:cubicBezTo>
                      <a:pt x="317275" y="407007"/>
                      <a:pt x="318105" y="406540"/>
                      <a:pt x="319694" y="404376"/>
                    </a:cubicBezTo>
                    <a:cubicBezTo>
                      <a:pt x="319989" y="403491"/>
                      <a:pt x="320284" y="402606"/>
                      <a:pt x="320588" y="401694"/>
                    </a:cubicBezTo>
                    <a:cubicBezTo>
                      <a:pt x="323480" y="400516"/>
                      <a:pt x="326445" y="400730"/>
                      <a:pt x="329526" y="400800"/>
                    </a:cubicBezTo>
                    <a:cubicBezTo>
                      <a:pt x="329526" y="398735"/>
                      <a:pt x="329526" y="396671"/>
                      <a:pt x="329526" y="394543"/>
                    </a:cubicBezTo>
                    <a:cubicBezTo>
                      <a:pt x="331591" y="394543"/>
                      <a:pt x="333656" y="394543"/>
                      <a:pt x="335783" y="394543"/>
                    </a:cubicBezTo>
                    <a:cubicBezTo>
                      <a:pt x="335673" y="393585"/>
                      <a:pt x="335562" y="392626"/>
                      <a:pt x="335448" y="391638"/>
                    </a:cubicBezTo>
                    <a:cubicBezTo>
                      <a:pt x="335559" y="390532"/>
                      <a:pt x="335669" y="389426"/>
                      <a:pt x="335783" y="388286"/>
                    </a:cubicBezTo>
                    <a:cubicBezTo>
                      <a:pt x="337571" y="387095"/>
                      <a:pt x="339359" y="385903"/>
                      <a:pt x="341146" y="384711"/>
                    </a:cubicBezTo>
                    <a:cubicBezTo>
                      <a:pt x="342383" y="382111"/>
                      <a:pt x="343148" y="379459"/>
                      <a:pt x="343828" y="376666"/>
                    </a:cubicBezTo>
                    <a:cubicBezTo>
                      <a:pt x="345303" y="376371"/>
                      <a:pt x="346778" y="376076"/>
                      <a:pt x="348297" y="375773"/>
                    </a:cubicBezTo>
                    <a:cubicBezTo>
                      <a:pt x="348592" y="368693"/>
                      <a:pt x="348887" y="361614"/>
                      <a:pt x="349191" y="354320"/>
                    </a:cubicBezTo>
                    <a:cubicBezTo>
                      <a:pt x="350666" y="354320"/>
                      <a:pt x="352141" y="354320"/>
                      <a:pt x="353660" y="354320"/>
                    </a:cubicBezTo>
                    <a:cubicBezTo>
                      <a:pt x="354925" y="351790"/>
                      <a:pt x="354668" y="349676"/>
                      <a:pt x="354670" y="346846"/>
                    </a:cubicBezTo>
                    <a:cubicBezTo>
                      <a:pt x="354672" y="346253"/>
                      <a:pt x="354674" y="345659"/>
                      <a:pt x="354676" y="345048"/>
                    </a:cubicBezTo>
                    <a:cubicBezTo>
                      <a:pt x="354680" y="343041"/>
                      <a:pt x="354679" y="341035"/>
                      <a:pt x="354677" y="339028"/>
                    </a:cubicBezTo>
                    <a:cubicBezTo>
                      <a:pt x="354679" y="337582"/>
                      <a:pt x="354682" y="336137"/>
                      <a:pt x="354685" y="334691"/>
                    </a:cubicBezTo>
                    <a:cubicBezTo>
                      <a:pt x="354692" y="330704"/>
                      <a:pt x="354693" y="326716"/>
                      <a:pt x="354694" y="322729"/>
                    </a:cubicBezTo>
                    <a:cubicBezTo>
                      <a:pt x="354696" y="318434"/>
                      <a:pt x="354702" y="314140"/>
                      <a:pt x="354709" y="309846"/>
                    </a:cubicBezTo>
                    <a:cubicBezTo>
                      <a:pt x="354719" y="302400"/>
                      <a:pt x="354726" y="294954"/>
                      <a:pt x="354732" y="287508"/>
                    </a:cubicBezTo>
                    <a:cubicBezTo>
                      <a:pt x="354741" y="275748"/>
                      <a:pt x="354760" y="263988"/>
                      <a:pt x="354780" y="252227"/>
                    </a:cubicBezTo>
                    <a:cubicBezTo>
                      <a:pt x="354786" y="248207"/>
                      <a:pt x="354793" y="244188"/>
                      <a:pt x="354799" y="240168"/>
                    </a:cubicBezTo>
                    <a:cubicBezTo>
                      <a:pt x="354802" y="238661"/>
                      <a:pt x="354802" y="238661"/>
                      <a:pt x="354804" y="237123"/>
                    </a:cubicBezTo>
                    <a:cubicBezTo>
                      <a:pt x="354823" y="225680"/>
                      <a:pt x="354840" y="214238"/>
                      <a:pt x="354856" y="202795"/>
                    </a:cubicBezTo>
                    <a:cubicBezTo>
                      <a:pt x="354857" y="201749"/>
                      <a:pt x="354859" y="200702"/>
                      <a:pt x="354860" y="199624"/>
                    </a:cubicBezTo>
                    <a:cubicBezTo>
                      <a:pt x="354884" y="182655"/>
                      <a:pt x="354901" y="165686"/>
                      <a:pt x="354915" y="148717"/>
                    </a:cubicBezTo>
                    <a:cubicBezTo>
                      <a:pt x="354931" y="131314"/>
                      <a:pt x="354957" y="113911"/>
                      <a:pt x="354991" y="96508"/>
                    </a:cubicBezTo>
                    <a:cubicBezTo>
                      <a:pt x="355012" y="85762"/>
                      <a:pt x="355025" y="75017"/>
                      <a:pt x="355027" y="64272"/>
                    </a:cubicBezTo>
                    <a:cubicBezTo>
                      <a:pt x="355028" y="56914"/>
                      <a:pt x="355040" y="49557"/>
                      <a:pt x="355059" y="42199"/>
                    </a:cubicBezTo>
                    <a:cubicBezTo>
                      <a:pt x="355070" y="37949"/>
                      <a:pt x="355076" y="33698"/>
                      <a:pt x="355071" y="29447"/>
                    </a:cubicBezTo>
                    <a:cubicBezTo>
                      <a:pt x="355066" y="25561"/>
                      <a:pt x="355074" y="21676"/>
                      <a:pt x="355091" y="17790"/>
                    </a:cubicBezTo>
                    <a:cubicBezTo>
                      <a:pt x="355095" y="16379"/>
                      <a:pt x="355095" y="14968"/>
                      <a:pt x="355089" y="13556"/>
                    </a:cubicBezTo>
                    <a:cubicBezTo>
                      <a:pt x="355083" y="11649"/>
                      <a:pt x="355092" y="9742"/>
                      <a:pt x="355106" y="7834"/>
                    </a:cubicBezTo>
                    <a:cubicBezTo>
                      <a:pt x="355108" y="6771"/>
                      <a:pt x="355109" y="5708"/>
                      <a:pt x="355110" y="4613"/>
                    </a:cubicBezTo>
                    <a:cubicBezTo>
                      <a:pt x="355277" y="3392"/>
                      <a:pt x="355277" y="3392"/>
                      <a:pt x="355448" y="2147"/>
                    </a:cubicBezTo>
                    <a:cubicBezTo>
                      <a:pt x="358728" y="-40"/>
                      <a:pt x="361168" y="112"/>
                      <a:pt x="364959" y="138"/>
                    </a:cubicBezTo>
                    <a:cubicBezTo>
                      <a:pt x="365661" y="136"/>
                      <a:pt x="366364" y="134"/>
                      <a:pt x="367087" y="132"/>
                    </a:cubicBezTo>
                    <a:cubicBezTo>
                      <a:pt x="369448" y="127"/>
                      <a:pt x="371809" y="134"/>
                      <a:pt x="374170" y="142"/>
                    </a:cubicBezTo>
                    <a:cubicBezTo>
                      <a:pt x="375860" y="141"/>
                      <a:pt x="377550" y="139"/>
                      <a:pt x="379240" y="137"/>
                    </a:cubicBezTo>
                    <a:cubicBezTo>
                      <a:pt x="383837" y="132"/>
                      <a:pt x="388433" y="139"/>
                      <a:pt x="393030" y="148"/>
                    </a:cubicBezTo>
                    <a:cubicBezTo>
                      <a:pt x="397838" y="156"/>
                      <a:pt x="402647" y="155"/>
                      <a:pt x="407455" y="154"/>
                    </a:cubicBezTo>
                    <a:cubicBezTo>
                      <a:pt x="415534" y="155"/>
                      <a:pt x="423613" y="163"/>
                      <a:pt x="431693" y="175"/>
                    </a:cubicBezTo>
                    <a:cubicBezTo>
                      <a:pt x="441030" y="189"/>
                      <a:pt x="450368" y="194"/>
                      <a:pt x="459706" y="193"/>
                    </a:cubicBezTo>
                    <a:cubicBezTo>
                      <a:pt x="468686" y="193"/>
                      <a:pt x="477667" y="197"/>
                      <a:pt x="486647" y="205"/>
                    </a:cubicBezTo>
                    <a:cubicBezTo>
                      <a:pt x="490469" y="208"/>
                      <a:pt x="494291" y="209"/>
                      <a:pt x="498113" y="210"/>
                    </a:cubicBezTo>
                    <a:cubicBezTo>
                      <a:pt x="502617" y="211"/>
                      <a:pt x="507122" y="216"/>
                      <a:pt x="511627" y="225"/>
                    </a:cubicBezTo>
                    <a:cubicBezTo>
                      <a:pt x="513279" y="228"/>
                      <a:pt x="514931" y="229"/>
                      <a:pt x="516583" y="228"/>
                    </a:cubicBezTo>
                    <a:cubicBezTo>
                      <a:pt x="518841" y="228"/>
                      <a:pt x="521099" y="233"/>
                      <a:pt x="523357" y="240"/>
                    </a:cubicBezTo>
                    <a:cubicBezTo>
                      <a:pt x="524334" y="238"/>
                      <a:pt x="524334" y="238"/>
                      <a:pt x="525330" y="235"/>
                    </a:cubicBezTo>
                    <a:cubicBezTo>
                      <a:pt x="529283" y="254"/>
                      <a:pt x="533009" y="614"/>
                      <a:pt x="536898" y="1253"/>
                    </a:cubicBezTo>
                    <a:cubicBezTo>
                      <a:pt x="537895" y="4244"/>
                      <a:pt x="537903" y="6472"/>
                      <a:pt x="537901" y="9625"/>
                    </a:cubicBezTo>
                    <a:cubicBezTo>
                      <a:pt x="537903" y="10207"/>
                      <a:pt x="537904" y="10790"/>
                      <a:pt x="537905" y="11390"/>
                    </a:cubicBezTo>
                    <a:cubicBezTo>
                      <a:pt x="537907" y="13356"/>
                      <a:pt x="537903" y="15322"/>
                      <a:pt x="537899" y="17287"/>
                    </a:cubicBezTo>
                    <a:cubicBezTo>
                      <a:pt x="537899" y="18706"/>
                      <a:pt x="537900" y="20124"/>
                      <a:pt x="537901" y="21542"/>
                    </a:cubicBezTo>
                    <a:cubicBezTo>
                      <a:pt x="537903" y="25449"/>
                      <a:pt x="537900" y="29356"/>
                      <a:pt x="537895" y="33264"/>
                    </a:cubicBezTo>
                    <a:cubicBezTo>
                      <a:pt x="537891" y="37473"/>
                      <a:pt x="537893" y="41683"/>
                      <a:pt x="537893" y="45893"/>
                    </a:cubicBezTo>
                    <a:cubicBezTo>
                      <a:pt x="537894" y="53190"/>
                      <a:pt x="537891" y="60487"/>
                      <a:pt x="537886" y="67784"/>
                    </a:cubicBezTo>
                    <a:cubicBezTo>
                      <a:pt x="537879" y="78334"/>
                      <a:pt x="537876" y="88884"/>
                      <a:pt x="537875" y="99435"/>
                    </a:cubicBezTo>
                    <a:cubicBezTo>
                      <a:pt x="537873" y="116551"/>
                      <a:pt x="537867" y="133667"/>
                      <a:pt x="537859" y="150783"/>
                    </a:cubicBezTo>
                    <a:cubicBezTo>
                      <a:pt x="537851" y="167412"/>
                      <a:pt x="537844" y="184042"/>
                      <a:pt x="537841" y="200671"/>
                    </a:cubicBezTo>
                    <a:cubicBezTo>
                      <a:pt x="537840" y="201696"/>
                      <a:pt x="537840" y="202720"/>
                      <a:pt x="537840" y="203776"/>
                    </a:cubicBezTo>
                    <a:cubicBezTo>
                      <a:pt x="537839" y="208915"/>
                      <a:pt x="537838" y="214055"/>
                      <a:pt x="537837" y="219195"/>
                    </a:cubicBezTo>
                    <a:cubicBezTo>
                      <a:pt x="537827" y="261853"/>
                      <a:pt x="537811" y="304511"/>
                      <a:pt x="537792" y="347170"/>
                    </a:cubicBezTo>
                    <a:cubicBezTo>
                      <a:pt x="535936" y="347664"/>
                      <a:pt x="534356" y="348063"/>
                      <a:pt x="532428" y="348063"/>
                    </a:cubicBezTo>
                    <a:cubicBezTo>
                      <a:pt x="531737" y="353046"/>
                      <a:pt x="531364" y="357925"/>
                      <a:pt x="531252" y="362952"/>
                    </a:cubicBezTo>
                    <a:cubicBezTo>
                      <a:pt x="531233" y="363656"/>
                      <a:pt x="531215" y="364360"/>
                      <a:pt x="531195" y="365085"/>
                    </a:cubicBezTo>
                    <a:cubicBezTo>
                      <a:pt x="531138" y="367307"/>
                      <a:pt x="531085" y="369529"/>
                      <a:pt x="531032" y="371750"/>
                    </a:cubicBezTo>
                    <a:cubicBezTo>
                      <a:pt x="530993" y="373268"/>
                      <a:pt x="530954" y="374786"/>
                      <a:pt x="530915" y="376303"/>
                    </a:cubicBezTo>
                    <a:cubicBezTo>
                      <a:pt x="530820" y="380000"/>
                      <a:pt x="530729" y="383696"/>
                      <a:pt x="530641" y="387393"/>
                    </a:cubicBezTo>
                    <a:cubicBezTo>
                      <a:pt x="529166" y="387687"/>
                      <a:pt x="527691" y="387982"/>
                      <a:pt x="526172" y="388286"/>
                    </a:cubicBezTo>
                    <a:cubicBezTo>
                      <a:pt x="525321" y="390838"/>
                      <a:pt x="525108" y="392675"/>
                      <a:pt x="524995" y="395336"/>
                    </a:cubicBezTo>
                    <a:cubicBezTo>
                      <a:pt x="524939" y="396593"/>
                      <a:pt x="524939" y="396593"/>
                      <a:pt x="524881" y="397876"/>
                    </a:cubicBezTo>
                    <a:cubicBezTo>
                      <a:pt x="524829" y="399185"/>
                      <a:pt x="524829" y="399185"/>
                      <a:pt x="524775" y="400521"/>
                    </a:cubicBezTo>
                    <a:cubicBezTo>
                      <a:pt x="524736" y="401404"/>
                      <a:pt x="524698" y="402287"/>
                      <a:pt x="524658" y="403197"/>
                    </a:cubicBezTo>
                    <a:cubicBezTo>
                      <a:pt x="524563" y="405377"/>
                      <a:pt x="524472" y="407558"/>
                      <a:pt x="524384" y="409739"/>
                    </a:cubicBezTo>
                    <a:cubicBezTo>
                      <a:pt x="523665" y="409849"/>
                      <a:pt x="522946" y="409960"/>
                      <a:pt x="522205" y="410074"/>
                    </a:cubicBezTo>
                    <a:cubicBezTo>
                      <a:pt x="521071" y="410350"/>
                      <a:pt x="521071" y="410350"/>
                      <a:pt x="519915" y="410632"/>
                    </a:cubicBezTo>
                    <a:cubicBezTo>
                      <a:pt x="518555" y="413352"/>
                      <a:pt x="518686" y="416246"/>
                      <a:pt x="518518" y="419236"/>
                    </a:cubicBezTo>
                    <a:cubicBezTo>
                      <a:pt x="518479" y="419867"/>
                      <a:pt x="518441" y="420498"/>
                      <a:pt x="518401" y="421149"/>
                    </a:cubicBezTo>
                    <a:cubicBezTo>
                      <a:pt x="518306" y="422708"/>
                      <a:pt x="518216" y="424268"/>
                      <a:pt x="518127" y="425828"/>
                    </a:cubicBezTo>
                    <a:cubicBezTo>
                      <a:pt x="516357" y="426418"/>
                      <a:pt x="514587" y="427008"/>
                      <a:pt x="512764" y="427615"/>
                    </a:cubicBezTo>
                    <a:cubicBezTo>
                      <a:pt x="512174" y="431745"/>
                      <a:pt x="511584" y="435874"/>
                      <a:pt x="510976" y="440129"/>
                    </a:cubicBezTo>
                    <a:cubicBezTo>
                      <a:pt x="509501" y="440719"/>
                      <a:pt x="508027" y="441309"/>
                      <a:pt x="506507" y="441917"/>
                    </a:cubicBezTo>
                    <a:cubicBezTo>
                      <a:pt x="505782" y="443770"/>
                      <a:pt x="505782" y="443770"/>
                      <a:pt x="505669" y="445883"/>
                    </a:cubicBezTo>
                    <a:cubicBezTo>
                      <a:pt x="505313" y="448072"/>
                      <a:pt x="505313" y="448072"/>
                      <a:pt x="504719" y="449961"/>
                    </a:cubicBezTo>
                    <a:cubicBezTo>
                      <a:pt x="501982" y="451526"/>
                      <a:pt x="501982" y="451526"/>
                      <a:pt x="499356" y="452643"/>
                    </a:cubicBezTo>
                    <a:cubicBezTo>
                      <a:pt x="498341" y="455470"/>
                      <a:pt x="498462" y="457648"/>
                      <a:pt x="498462" y="460688"/>
                    </a:cubicBezTo>
                    <a:cubicBezTo>
                      <a:pt x="496988" y="460982"/>
                      <a:pt x="495513" y="461277"/>
                      <a:pt x="493993" y="461581"/>
                    </a:cubicBezTo>
                    <a:cubicBezTo>
                      <a:pt x="493862" y="462131"/>
                      <a:pt x="493731" y="462681"/>
                      <a:pt x="493595" y="463247"/>
                    </a:cubicBezTo>
                    <a:cubicBezTo>
                      <a:pt x="491922" y="469277"/>
                      <a:pt x="491922" y="469277"/>
                      <a:pt x="488574" y="471190"/>
                    </a:cubicBezTo>
                    <a:cubicBezTo>
                      <a:pt x="487708" y="471559"/>
                      <a:pt x="486841" y="471928"/>
                      <a:pt x="485949" y="472307"/>
                    </a:cubicBezTo>
                    <a:cubicBezTo>
                      <a:pt x="485334" y="473790"/>
                      <a:pt x="484737" y="475279"/>
                      <a:pt x="484161" y="476777"/>
                    </a:cubicBezTo>
                    <a:cubicBezTo>
                      <a:pt x="483424" y="477035"/>
                      <a:pt x="482686" y="477293"/>
                      <a:pt x="481926" y="477559"/>
                    </a:cubicBezTo>
                    <a:cubicBezTo>
                      <a:pt x="481189" y="477891"/>
                      <a:pt x="480452" y="478222"/>
                      <a:pt x="479692" y="478564"/>
                    </a:cubicBezTo>
                    <a:cubicBezTo>
                      <a:pt x="478459" y="481724"/>
                      <a:pt x="478459" y="481724"/>
                      <a:pt x="477904" y="484821"/>
                    </a:cubicBezTo>
                    <a:cubicBezTo>
                      <a:pt x="476429" y="485116"/>
                      <a:pt x="474954" y="485411"/>
                      <a:pt x="473435" y="485715"/>
                    </a:cubicBezTo>
                    <a:cubicBezTo>
                      <a:pt x="473140" y="487485"/>
                      <a:pt x="472845" y="489255"/>
                      <a:pt x="472541" y="491078"/>
                    </a:cubicBezTo>
                    <a:cubicBezTo>
                      <a:pt x="470476" y="491373"/>
                      <a:pt x="468412" y="491668"/>
                      <a:pt x="466284" y="491972"/>
                    </a:cubicBezTo>
                    <a:cubicBezTo>
                      <a:pt x="466257" y="492995"/>
                      <a:pt x="466257" y="492995"/>
                      <a:pt x="466228" y="494039"/>
                    </a:cubicBezTo>
                    <a:cubicBezTo>
                      <a:pt x="465952" y="494832"/>
                      <a:pt x="465675" y="495624"/>
                      <a:pt x="465390" y="496441"/>
                    </a:cubicBezTo>
                    <a:cubicBezTo>
                      <a:pt x="463311" y="497349"/>
                      <a:pt x="461225" y="498242"/>
                      <a:pt x="459133" y="499123"/>
                    </a:cubicBezTo>
                    <a:cubicBezTo>
                      <a:pt x="458519" y="500605"/>
                      <a:pt x="457922" y="502094"/>
                      <a:pt x="457346" y="503592"/>
                    </a:cubicBezTo>
                    <a:cubicBezTo>
                      <a:pt x="455558" y="504188"/>
                      <a:pt x="453770" y="504784"/>
                      <a:pt x="451983" y="505380"/>
                    </a:cubicBezTo>
                    <a:cubicBezTo>
                      <a:pt x="451743" y="506099"/>
                      <a:pt x="451503" y="506818"/>
                      <a:pt x="451256" y="507558"/>
                    </a:cubicBezTo>
                    <a:cubicBezTo>
                      <a:pt x="450195" y="509849"/>
                      <a:pt x="450195" y="509849"/>
                      <a:pt x="448306" y="510736"/>
                    </a:cubicBezTo>
                    <a:cubicBezTo>
                      <a:pt x="446266" y="511402"/>
                      <a:pt x="444231" y="512004"/>
                      <a:pt x="442150" y="512530"/>
                    </a:cubicBezTo>
                    <a:cubicBezTo>
                      <a:pt x="442150" y="514005"/>
                      <a:pt x="442150" y="515480"/>
                      <a:pt x="442150" y="517000"/>
                    </a:cubicBezTo>
                    <a:cubicBezTo>
                      <a:pt x="439201" y="517295"/>
                      <a:pt x="436251" y="517589"/>
                      <a:pt x="433212" y="517893"/>
                    </a:cubicBezTo>
                    <a:cubicBezTo>
                      <a:pt x="432622" y="519663"/>
                      <a:pt x="432032" y="521433"/>
                      <a:pt x="431424" y="523256"/>
                    </a:cubicBezTo>
                    <a:cubicBezTo>
                      <a:pt x="427885" y="523846"/>
                      <a:pt x="424345" y="524436"/>
                      <a:pt x="420698" y="525044"/>
                    </a:cubicBezTo>
                    <a:cubicBezTo>
                      <a:pt x="420108" y="526814"/>
                      <a:pt x="419518" y="528584"/>
                      <a:pt x="418911" y="530407"/>
                    </a:cubicBezTo>
                    <a:cubicBezTo>
                      <a:pt x="418157" y="530397"/>
                      <a:pt x="417403" y="530386"/>
                      <a:pt x="416627" y="530376"/>
                    </a:cubicBezTo>
                    <a:cubicBezTo>
                      <a:pt x="415648" y="530368"/>
                      <a:pt x="414668" y="530360"/>
                      <a:pt x="413659" y="530351"/>
                    </a:cubicBezTo>
                    <a:cubicBezTo>
                      <a:pt x="412684" y="530341"/>
                      <a:pt x="411710" y="530331"/>
                      <a:pt x="410705" y="530320"/>
                    </a:cubicBezTo>
                    <a:cubicBezTo>
                      <a:pt x="408228" y="530231"/>
                      <a:pt x="408228" y="530231"/>
                      <a:pt x="406397" y="531301"/>
                    </a:cubicBezTo>
                    <a:cubicBezTo>
                      <a:pt x="405809" y="534009"/>
                      <a:pt x="405809" y="534009"/>
                      <a:pt x="405503" y="536664"/>
                    </a:cubicBezTo>
                    <a:cubicBezTo>
                      <a:pt x="404362" y="536718"/>
                      <a:pt x="403222" y="536772"/>
                      <a:pt x="402046" y="536828"/>
                    </a:cubicBezTo>
                    <a:cubicBezTo>
                      <a:pt x="400554" y="536904"/>
                      <a:pt x="399062" y="536979"/>
                      <a:pt x="397570" y="537055"/>
                    </a:cubicBezTo>
                    <a:cubicBezTo>
                      <a:pt x="396441" y="537108"/>
                      <a:pt x="396441" y="537108"/>
                      <a:pt x="395290" y="537162"/>
                    </a:cubicBezTo>
                    <a:cubicBezTo>
                      <a:pt x="394570" y="537199"/>
                      <a:pt x="393850" y="537237"/>
                      <a:pt x="393108" y="537275"/>
                    </a:cubicBezTo>
                    <a:cubicBezTo>
                      <a:pt x="392111" y="537324"/>
                      <a:pt x="392111" y="537324"/>
                      <a:pt x="391094" y="537374"/>
                    </a:cubicBezTo>
                    <a:cubicBezTo>
                      <a:pt x="389335" y="537468"/>
                      <a:pt x="389335" y="537468"/>
                      <a:pt x="387626" y="538452"/>
                    </a:cubicBezTo>
                    <a:cubicBezTo>
                      <a:pt x="387040" y="540711"/>
                      <a:pt x="387040" y="540711"/>
                      <a:pt x="386732" y="542921"/>
                    </a:cubicBezTo>
                    <a:cubicBezTo>
                      <a:pt x="385983" y="542943"/>
                      <a:pt x="385235" y="542966"/>
                      <a:pt x="384463" y="542989"/>
                    </a:cubicBezTo>
                    <a:cubicBezTo>
                      <a:pt x="381688" y="543074"/>
                      <a:pt x="378913" y="543163"/>
                      <a:pt x="376138" y="543254"/>
                    </a:cubicBezTo>
                    <a:cubicBezTo>
                      <a:pt x="374345" y="543312"/>
                      <a:pt x="372551" y="543365"/>
                      <a:pt x="370758" y="543419"/>
                    </a:cubicBezTo>
                    <a:cubicBezTo>
                      <a:pt x="369635" y="543456"/>
                      <a:pt x="368512" y="543493"/>
                      <a:pt x="367354" y="543532"/>
                    </a:cubicBezTo>
                    <a:cubicBezTo>
                      <a:pt x="365795" y="543581"/>
                      <a:pt x="365795" y="543581"/>
                      <a:pt x="364205" y="543631"/>
                    </a:cubicBezTo>
                    <a:cubicBezTo>
                      <a:pt x="361746" y="543652"/>
                      <a:pt x="361746" y="543652"/>
                      <a:pt x="359917" y="544709"/>
                    </a:cubicBezTo>
                    <a:cubicBezTo>
                      <a:pt x="359622" y="546183"/>
                      <a:pt x="359327" y="547658"/>
                      <a:pt x="359023" y="549178"/>
                    </a:cubicBezTo>
                    <a:cubicBezTo>
                      <a:pt x="302684" y="549178"/>
                      <a:pt x="246345" y="549178"/>
                      <a:pt x="188299" y="549178"/>
                    </a:cubicBezTo>
                    <a:cubicBezTo>
                      <a:pt x="188299" y="547703"/>
                      <a:pt x="188299" y="546228"/>
                      <a:pt x="188299" y="544709"/>
                    </a:cubicBezTo>
                    <a:cubicBezTo>
                      <a:pt x="184561" y="543825"/>
                      <a:pt x="180972" y="543639"/>
                      <a:pt x="177137" y="543532"/>
                    </a:cubicBezTo>
                    <a:cubicBezTo>
                      <a:pt x="176508" y="543513"/>
                      <a:pt x="175880" y="543495"/>
                      <a:pt x="175232" y="543476"/>
                    </a:cubicBezTo>
                    <a:cubicBezTo>
                      <a:pt x="173238" y="543418"/>
                      <a:pt x="171244" y="543365"/>
                      <a:pt x="169249" y="543312"/>
                    </a:cubicBezTo>
                    <a:cubicBezTo>
                      <a:pt x="167892" y="543273"/>
                      <a:pt x="166534" y="543234"/>
                      <a:pt x="165176" y="543195"/>
                    </a:cubicBezTo>
                    <a:cubicBezTo>
                      <a:pt x="161860" y="543100"/>
                      <a:pt x="158544" y="543009"/>
                      <a:pt x="155227" y="542921"/>
                    </a:cubicBezTo>
                    <a:cubicBezTo>
                      <a:pt x="155117" y="542202"/>
                      <a:pt x="155006" y="541483"/>
                      <a:pt x="154892" y="540742"/>
                    </a:cubicBezTo>
                    <a:cubicBezTo>
                      <a:pt x="154708" y="539986"/>
                      <a:pt x="154523" y="539231"/>
                      <a:pt x="154333" y="538452"/>
                    </a:cubicBezTo>
                    <a:cubicBezTo>
                      <a:pt x="152284" y="537427"/>
                      <a:pt x="150938" y="537382"/>
                      <a:pt x="148656" y="537275"/>
                    </a:cubicBezTo>
                    <a:cubicBezTo>
                      <a:pt x="147515" y="537219"/>
                      <a:pt x="147515" y="537219"/>
                      <a:pt x="146352" y="537162"/>
                    </a:cubicBezTo>
                    <a:cubicBezTo>
                      <a:pt x="145557" y="537126"/>
                      <a:pt x="144762" y="537091"/>
                      <a:pt x="143943" y="537055"/>
                    </a:cubicBezTo>
                    <a:cubicBezTo>
                      <a:pt x="143141" y="537017"/>
                      <a:pt x="142339" y="536978"/>
                      <a:pt x="141512" y="536938"/>
                    </a:cubicBezTo>
                    <a:cubicBezTo>
                      <a:pt x="139529" y="536843"/>
                      <a:pt x="137546" y="536752"/>
                      <a:pt x="135563" y="536664"/>
                    </a:cubicBezTo>
                    <a:cubicBezTo>
                      <a:pt x="135563" y="534894"/>
                      <a:pt x="135563" y="533124"/>
                      <a:pt x="135563" y="531301"/>
                    </a:cubicBezTo>
                    <a:cubicBezTo>
                      <a:pt x="134626" y="531299"/>
                      <a:pt x="133689" y="531296"/>
                      <a:pt x="132724" y="531294"/>
                    </a:cubicBezTo>
                    <a:cubicBezTo>
                      <a:pt x="131492" y="531261"/>
                      <a:pt x="130259" y="531226"/>
                      <a:pt x="129027" y="531189"/>
                    </a:cubicBezTo>
                    <a:cubicBezTo>
                      <a:pt x="128410" y="531192"/>
                      <a:pt x="127792" y="531194"/>
                      <a:pt x="127157" y="531196"/>
                    </a:cubicBezTo>
                    <a:cubicBezTo>
                      <a:pt x="125350" y="531126"/>
                      <a:pt x="125350" y="531126"/>
                      <a:pt x="122155" y="530407"/>
                    </a:cubicBezTo>
                    <a:cubicBezTo>
                      <a:pt x="121224" y="528639"/>
                      <a:pt x="120330" y="526850"/>
                      <a:pt x="119474" y="525044"/>
                    </a:cubicBezTo>
                    <a:cubicBezTo>
                      <a:pt x="116654" y="524013"/>
                      <a:pt x="116654" y="524013"/>
                      <a:pt x="113496" y="523815"/>
                    </a:cubicBezTo>
                    <a:cubicBezTo>
                      <a:pt x="111915" y="523639"/>
                      <a:pt x="111915" y="523639"/>
                      <a:pt x="110301" y="523459"/>
                    </a:cubicBezTo>
                    <a:cubicBezTo>
                      <a:pt x="109494" y="523392"/>
                      <a:pt x="108686" y="523325"/>
                      <a:pt x="107854" y="523256"/>
                    </a:cubicBezTo>
                    <a:cubicBezTo>
                      <a:pt x="107854" y="521782"/>
                      <a:pt x="107854" y="520307"/>
                      <a:pt x="107854" y="518787"/>
                    </a:cubicBezTo>
                    <a:cubicBezTo>
                      <a:pt x="107240" y="518720"/>
                      <a:pt x="106625" y="518654"/>
                      <a:pt x="105993" y="518585"/>
                    </a:cubicBezTo>
                    <a:cubicBezTo>
                      <a:pt x="103525" y="518225"/>
                      <a:pt x="101272" y="517821"/>
                      <a:pt x="98915" y="517000"/>
                    </a:cubicBezTo>
                    <a:cubicBezTo>
                      <a:pt x="97407" y="514318"/>
                      <a:pt x="97407" y="514318"/>
                      <a:pt x="96234" y="511636"/>
                    </a:cubicBezTo>
                    <a:cubicBezTo>
                      <a:pt x="94155" y="511017"/>
                      <a:pt x="92069" y="510420"/>
                      <a:pt x="89977" y="509849"/>
                    </a:cubicBezTo>
                    <a:cubicBezTo>
                      <a:pt x="88692" y="507502"/>
                      <a:pt x="88692" y="507502"/>
                      <a:pt x="88189" y="505380"/>
                    </a:cubicBezTo>
                    <a:cubicBezTo>
                      <a:pt x="87212" y="505324"/>
                      <a:pt x="86235" y="505269"/>
                      <a:pt x="85228" y="505212"/>
                    </a:cubicBezTo>
                    <a:cubicBezTo>
                      <a:pt x="81932" y="504486"/>
                      <a:pt x="81932" y="504486"/>
                      <a:pt x="80480" y="502419"/>
                    </a:cubicBezTo>
                    <a:cubicBezTo>
                      <a:pt x="80074" y="501626"/>
                      <a:pt x="79669" y="500833"/>
                      <a:pt x="79251" y="500017"/>
                    </a:cubicBezTo>
                    <a:cubicBezTo>
                      <a:pt x="77768" y="498816"/>
                      <a:pt x="76279" y="497623"/>
                      <a:pt x="74782" y="496441"/>
                    </a:cubicBezTo>
                    <a:cubicBezTo>
                      <a:pt x="74339" y="495114"/>
                      <a:pt x="74339" y="495114"/>
                      <a:pt x="73888" y="493760"/>
                    </a:cubicBezTo>
                    <a:cubicBezTo>
                      <a:pt x="73169" y="493336"/>
                      <a:pt x="72450" y="492912"/>
                      <a:pt x="71709" y="492475"/>
                    </a:cubicBezTo>
                    <a:cubicBezTo>
                      <a:pt x="69418" y="491078"/>
                      <a:pt x="69418" y="491078"/>
                      <a:pt x="68525" y="489235"/>
                    </a:cubicBezTo>
                    <a:cubicBezTo>
                      <a:pt x="67756" y="487259"/>
                      <a:pt x="67756" y="487259"/>
                      <a:pt x="65396" y="486721"/>
                    </a:cubicBezTo>
                    <a:cubicBezTo>
                      <a:pt x="63162" y="485715"/>
                      <a:pt x="63162" y="485715"/>
                      <a:pt x="61988" y="482922"/>
                    </a:cubicBezTo>
                    <a:cubicBezTo>
                      <a:pt x="61684" y="481650"/>
                      <a:pt x="61684" y="481650"/>
                      <a:pt x="61374" y="480352"/>
                    </a:cubicBezTo>
                    <a:cubicBezTo>
                      <a:pt x="60692" y="480334"/>
                      <a:pt x="60010" y="480315"/>
                      <a:pt x="59307" y="480296"/>
                    </a:cubicBezTo>
                    <a:cubicBezTo>
                      <a:pt x="58514" y="480020"/>
                      <a:pt x="57721" y="479743"/>
                      <a:pt x="56905" y="479458"/>
                    </a:cubicBezTo>
                    <a:cubicBezTo>
                      <a:pt x="55997" y="477379"/>
                      <a:pt x="55104" y="475293"/>
                      <a:pt x="54223" y="473201"/>
                    </a:cubicBezTo>
                    <a:cubicBezTo>
                      <a:pt x="52736" y="472599"/>
                      <a:pt x="51246" y="472003"/>
                      <a:pt x="49754" y="471414"/>
                    </a:cubicBezTo>
                    <a:cubicBezTo>
                      <a:pt x="49028" y="468620"/>
                      <a:pt x="49028" y="468620"/>
                      <a:pt x="48860" y="466051"/>
                    </a:cubicBezTo>
                    <a:cubicBezTo>
                      <a:pt x="47385" y="465756"/>
                      <a:pt x="45910" y="465461"/>
                      <a:pt x="44391" y="465157"/>
                    </a:cubicBezTo>
                    <a:cubicBezTo>
                      <a:pt x="43801" y="462207"/>
                      <a:pt x="43211" y="459257"/>
                      <a:pt x="42603" y="456218"/>
                    </a:cubicBezTo>
                    <a:cubicBezTo>
                      <a:pt x="41755" y="456089"/>
                      <a:pt x="40907" y="455960"/>
                      <a:pt x="40033" y="455827"/>
                    </a:cubicBezTo>
                    <a:cubicBezTo>
                      <a:pt x="37240" y="454431"/>
                      <a:pt x="37240" y="454431"/>
                      <a:pt x="36486" y="452521"/>
                    </a:cubicBezTo>
                    <a:cubicBezTo>
                      <a:pt x="36050" y="450478"/>
                      <a:pt x="35700" y="448460"/>
                      <a:pt x="35452" y="446386"/>
                    </a:cubicBezTo>
                    <a:cubicBezTo>
                      <a:pt x="33978" y="446091"/>
                      <a:pt x="32503" y="445796"/>
                      <a:pt x="30983" y="445492"/>
                    </a:cubicBezTo>
                    <a:cubicBezTo>
                      <a:pt x="30906" y="444674"/>
                      <a:pt x="30829" y="443856"/>
                      <a:pt x="30749" y="443013"/>
                    </a:cubicBezTo>
                    <a:cubicBezTo>
                      <a:pt x="30624" y="441951"/>
                      <a:pt x="30498" y="440889"/>
                      <a:pt x="30369" y="439794"/>
                    </a:cubicBezTo>
                    <a:cubicBezTo>
                      <a:pt x="30198" y="438207"/>
                      <a:pt x="30198" y="438207"/>
                      <a:pt x="30023" y="436589"/>
                    </a:cubicBezTo>
                    <a:cubicBezTo>
                      <a:pt x="29483" y="433680"/>
                      <a:pt x="29483" y="433680"/>
                      <a:pt x="26888" y="432608"/>
                    </a:cubicBezTo>
                    <a:cubicBezTo>
                      <a:pt x="26174" y="432436"/>
                      <a:pt x="25461" y="432263"/>
                      <a:pt x="24726" y="432085"/>
                    </a:cubicBezTo>
                    <a:cubicBezTo>
                      <a:pt x="24234" y="429004"/>
                      <a:pt x="23827" y="426102"/>
                      <a:pt x="23888" y="422979"/>
                    </a:cubicBezTo>
                    <a:cubicBezTo>
                      <a:pt x="23829" y="420322"/>
                      <a:pt x="23676" y="418987"/>
                      <a:pt x="22045" y="416889"/>
                    </a:cubicBezTo>
                    <a:cubicBezTo>
                      <a:pt x="20570" y="416594"/>
                      <a:pt x="19095" y="416299"/>
                      <a:pt x="17576" y="415995"/>
                    </a:cubicBezTo>
                    <a:cubicBezTo>
                      <a:pt x="17281" y="408326"/>
                      <a:pt x="16986" y="400657"/>
                      <a:pt x="16682" y="392756"/>
                    </a:cubicBezTo>
                    <a:cubicBezTo>
                      <a:pt x="14912" y="392461"/>
                      <a:pt x="13142" y="392166"/>
                      <a:pt x="11319" y="391862"/>
                    </a:cubicBezTo>
                    <a:cubicBezTo>
                      <a:pt x="11296" y="391073"/>
                      <a:pt x="11274" y="390284"/>
                      <a:pt x="11251" y="389471"/>
                    </a:cubicBezTo>
                    <a:cubicBezTo>
                      <a:pt x="11166" y="386531"/>
                      <a:pt x="11077" y="383591"/>
                      <a:pt x="10986" y="380651"/>
                    </a:cubicBezTo>
                    <a:cubicBezTo>
                      <a:pt x="10947" y="379380"/>
                      <a:pt x="10910" y="378110"/>
                      <a:pt x="10874" y="376840"/>
                    </a:cubicBezTo>
                    <a:cubicBezTo>
                      <a:pt x="10822" y="375010"/>
                      <a:pt x="10765" y="373179"/>
                      <a:pt x="10708" y="371349"/>
                    </a:cubicBezTo>
                    <a:cubicBezTo>
                      <a:pt x="10675" y="370249"/>
                      <a:pt x="10642" y="369149"/>
                      <a:pt x="10608" y="368015"/>
                    </a:cubicBezTo>
                    <a:cubicBezTo>
                      <a:pt x="10449" y="365441"/>
                      <a:pt x="10116" y="363084"/>
                      <a:pt x="9531" y="360577"/>
                    </a:cubicBezTo>
                    <a:cubicBezTo>
                      <a:pt x="8056" y="360577"/>
                      <a:pt x="6581" y="360577"/>
                      <a:pt x="5062" y="360577"/>
                    </a:cubicBezTo>
                    <a:cubicBezTo>
                      <a:pt x="5062" y="242000"/>
                      <a:pt x="5062" y="123423"/>
                      <a:pt x="5062" y="1253"/>
                    </a:cubicBezTo>
                    <a:cubicBezTo>
                      <a:pt x="8697" y="344"/>
                      <a:pt x="11953" y="234"/>
                      <a:pt x="15660" y="246"/>
                    </a:cubicBezTo>
                    <a:close/>
                  </a:path>
                </a:pathLst>
              </a:custGeom>
              <a:grpFill/>
              <a:ln w="894" cap="flat">
                <a:noFill/>
                <a:prstDash val="solid"/>
                <a:miter/>
              </a:ln>
            </p:spPr>
            <p:txBody>
              <a:bodyPr rtlCol="0" anchor="ctr"/>
              <a:lstStyle/>
              <a:p>
                <a:endParaRPr lang="zh-CN" altLang="en-US"/>
              </a:p>
            </p:txBody>
          </p:sp>
          <p:sp>
            <p:nvSpPr>
              <p:cNvPr id="48" name="任意多边形: 形状 47"/>
              <p:cNvSpPr/>
              <p:nvPr/>
            </p:nvSpPr>
            <p:spPr>
              <a:xfrm>
                <a:off x="5180197" y="3441684"/>
                <a:ext cx="468612" cy="542914"/>
              </a:xfrm>
              <a:custGeom>
                <a:avLst/>
                <a:gdLst>
                  <a:gd name="connsiteX0" fmla="*/ 16108 w 468612"/>
                  <a:gd name="connsiteY0" fmla="*/ 247 h 542914"/>
                  <a:gd name="connsiteX1" fmla="*/ 18426 w 468612"/>
                  <a:gd name="connsiteY1" fmla="*/ 242 h 542914"/>
                  <a:gd name="connsiteX2" fmla="*/ 26183 w 468612"/>
                  <a:gd name="connsiteY2" fmla="*/ 242 h 542914"/>
                  <a:gd name="connsiteX3" fmla="*/ 31773 w 468612"/>
                  <a:gd name="connsiteY3" fmla="*/ 236 h 542914"/>
                  <a:gd name="connsiteX4" fmla="*/ 47189 w 468612"/>
                  <a:gd name="connsiteY4" fmla="*/ 232 h 542914"/>
                  <a:gd name="connsiteX5" fmla="*/ 63794 w 468612"/>
                  <a:gd name="connsiteY5" fmla="*/ 223 h 542914"/>
                  <a:gd name="connsiteX6" fmla="*/ 96347 w 468612"/>
                  <a:gd name="connsiteY6" fmla="*/ 212 h 542914"/>
                  <a:gd name="connsiteX7" fmla="*/ 122801 w 468612"/>
                  <a:gd name="connsiteY7" fmla="*/ 207 h 542914"/>
                  <a:gd name="connsiteX8" fmla="*/ 130409 w 468612"/>
                  <a:gd name="connsiteY8" fmla="*/ 205 h 542914"/>
                  <a:gd name="connsiteX9" fmla="*/ 132319 w 468612"/>
                  <a:gd name="connsiteY9" fmla="*/ 204 h 542914"/>
                  <a:gd name="connsiteX10" fmla="*/ 185539 w 468612"/>
                  <a:gd name="connsiteY10" fmla="*/ 196 h 542914"/>
                  <a:gd name="connsiteX11" fmla="*/ 187567 w 468612"/>
                  <a:gd name="connsiteY11" fmla="*/ 196 h 542914"/>
                  <a:gd name="connsiteX12" fmla="*/ 197743 w 468612"/>
                  <a:gd name="connsiteY12" fmla="*/ 196 h 542914"/>
                  <a:gd name="connsiteX13" fmla="*/ 199784 w 468612"/>
                  <a:gd name="connsiteY13" fmla="*/ 196 h 542914"/>
                  <a:gd name="connsiteX14" fmla="*/ 203871 w 468612"/>
                  <a:gd name="connsiteY14" fmla="*/ 196 h 542914"/>
                  <a:gd name="connsiteX15" fmla="*/ 267455 w 468612"/>
                  <a:gd name="connsiteY15" fmla="*/ 178 h 542914"/>
                  <a:gd name="connsiteX16" fmla="*/ 338857 w 468612"/>
                  <a:gd name="connsiteY16" fmla="*/ 157 h 542914"/>
                  <a:gd name="connsiteX17" fmla="*/ 346469 w 468612"/>
                  <a:gd name="connsiteY17" fmla="*/ 157 h 542914"/>
                  <a:gd name="connsiteX18" fmla="*/ 348362 w 468612"/>
                  <a:gd name="connsiteY18" fmla="*/ 157 h 542914"/>
                  <a:gd name="connsiteX19" fmla="*/ 378545 w 468612"/>
                  <a:gd name="connsiteY19" fmla="*/ 144 h 542914"/>
                  <a:gd name="connsiteX20" fmla="*/ 408874 w 468612"/>
                  <a:gd name="connsiteY20" fmla="*/ 141 h 542914"/>
                  <a:gd name="connsiteX21" fmla="*/ 425310 w 468612"/>
                  <a:gd name="connsiteY21" fmla="*/ 137 h 542914"/>
                  <a:gd name="connsiteX22" fmla="*/ 440349 w 468612"/>
                  <a:gd name="connsiteY22" fmla="*/ 139 h 542914"/>
                  <a:gd name="connsiteX23" fmla="*/ 445797 w 468612"/>
                  <a:gd name="connsiteY23" fmla="*/ 133 h 542914"/>
                  <a:gd name="connsiteX24" fmla="*/ 453190 w 468612"/>
                  <a:gd name="connsiteY24" fmla="*/ 139 h 542914"/>
                  <a:gd name="connsiteX25" fmla="*/ 455337 w 468612"/>
                  <a:gd name="connsiteY25" fmla="*/ 126 h 542914"/>
                  <a:gd name="connsiteX26" fmla="*/ 467273 w 468612"/>
                  <a:gd name="connsiteY26" fmla="*/ 2149 h 542914"/>
                  <a:gd name="connsiteX27" fmla="*/ 467412 w 468612"/>
                  <a:gd name="connsiteY27" fmla="*/ 51354 h 542914"/>
                  <a:gd name="connsiteX28" fmla="*/ 467475 w 468612"/>
                  <a:gd name="connsiteY28" fmla="*/ 74200 h 542914"/>
                  <a:gd name="connsiteX29" fmla="*/ 467525 w 468612"/>
                  <a:gd name="connsiteY29" fmla="*/ 94106 h 542914"/>
                  <a:gd name="connsiteX30" fmla="*/ 467556 w 468612"/>
                  <a:gd name="connsiteY30" fmla="*/ 104652 h 542914"/>
                  <a:gd name="connsiteX31" fmla="*/ 467576 w 468612"/>
                  <a:gd name="connsiteY31" fmla="*/ 114569 h 542914"/>
                  <a:gd name="connsiteX32" fmla="*/ 467606 w 468612"/>
                  <a:gd name="connsiteY32" fmla="*/ 119961 h 542914"/>
                  <a:gd name="connsiteX33" fmla="*/ 467595 w 468612"/>
                  <a:gd name="connsiteY33" fmla="*/ 123182 h 542914"/>
                  <a:gd name="connsiteX34" fmla="*/ 467603 w 468612"/>
                  <a:gd name="connsiteY34" fmla="*/ 125993 h 542914"/>
                  <a:gd name="connsiteX35" fmla="*/ 467273 w 468612"/>
                  <a:gd name="connsiteY35" fmla="*/ 128181 h 542914"/>
                  <a:gd name="connsiteX36" fmla="*/ 459892 w 468612"/>
                  <a:gd name="connsiteY36" fmla="*/ 130203 h 542914"/>
                  <a:gd name="connsiteX37" fmla="*/ 456922 w 468612"/>
                  <a:gd name="connsiteY37" fmla="*/ 130223 h 542914"/>
                  <a:gd name="connsiteX38" fmla="*/ 453647 w 468612"/>
                  <a:gd name="connsiteY38" fmla="*/ 130218 h 542914"/>
                  <a:gd name="connsiteX39" fmla="*/ 450178 w 468612"/>
                  <a:gd name="connsiteY39" fmla="*/ 130233 h 542914"/>
                  <a:gd name="connsiteX40" fmla="*/ 440627 w 468612"/>
                  <a:gd name="connsiteY40" fmla="*/ 130252 h 542914"/>
                  <a:gd name="connsiteX41" fmla="*/ 430334 w 468612"/>
                  <a:gd name="connsiteY41" fmla="*/ 130281 h 542914"/>
                  <a:gd name="connsiteX42" fmla="*/ 412495 w 468612"/>
                  <a:gd name="connsiteY42" fmla="*/ 130323 h 542914"/>
                  <a:gd name="connsiteX43" fmla="*/ 386702 w 468612"/>
                  <a:gd name="connsiteY43" fmla="*/ 130384 h 542914"/>
                  <a:gd name="connsiteX44" fmla="*/ 344857 w 468612"/>
                  <a:gd name="connsiteY44" fmla="*/ 130486 h 542914"/>
                  <a:gd name="connsiteX45" fmla="*/ 304203 w 468612"/>
                  <a:gd name="connsiteY45" fmla="*/ 130579 h 542914"/>
                  <a:gd name="connsiteX46" fmla="*/ 301673 w 468612"/>
                  <a:gd name="connsiteY46" fmla="*/ 130586 h 542914"/>
                  <a:gd name="connsiteX47" fmla="*/ 289107 w 468612"/>
                  <a:gd name="connsiteY47" fmla="*/ 130619 h 542914"/>
                  <a:gd name="connsiteX48" fmla="*/ 184819 w 468612"/>
                  <a:gd name="connsiteY48" fmla="*/ 130863 h 542914"/>
                  <a:gd name="connsiteX49" fmla="*/ 186578 w 468612"/>
                  <a:gd name="connsiteY49" fmla="*/ 133368 h 542914"/>
                  <a:gd name="connsiteX50" fmla="*/ 188843 w 468612"/>
                  <a:gd name="connsiteY50" fmla="*/ 142111 h 542914"/>
                  <a:gd name="connsiteX51" fmla="*/ 188868 w 468612"/>
                  <a:gd name="connsiteY51" fmla="*/ 145600 h 542914"/>
                  <a:gd name="connsiteX52" fmla="*/ 188837 w 468612"/>
                  <a:gd name="connsiteY52" fmla="*/ 149333 h 542914"/>
                  <a:gd name="connsiteX53" fmla="*/ 188841 w 468612"/>
                  <a:gd name="connsiteY53" fmla="*/ 153192 h 542914"/>
                  <a:gd name="connsiteX54" fmla="*/ 188811 w 468612"/>
                  <a:gd name="connsiteY54" fmla="*/ 161257 h 542914"/>
                  <a:gd name="connsiteX55" fmla="*/ 188800 w 468612"/>
                  <a:gd name="connsiteY55" fmla="*/ 171584 h 542914"/>
                  <a:gd name="connsiteX56" fmla="*/ 188788 w 468612"/>
                  <a:gd name="connsiteY56" fmla="*/ 179543 h 542914"/>
                  <a:gd name="connsiteX57" fmla="*/ 188787 w 468612"/>
                  <a:gd name="connsiteY57" fmla="*/ 183351 h 542914"/>
                  <a:gd name="connsiteX58" fmla="*/ 188755 w 468612"/>
                  <a:gd name="connsiteY58" fmla="*/ 188671 h 542914"/>
                  <a:gd name="connsiteX59" fmla="*/ 188741 w 468612"/>
                  <a:gd name="connsiteY59" fmla="*/ 191726 h 542914"/>
                  <a:gd name="connsiteX60" fmla="*/ 185713 w 468612"/>
                  <a:gd name="connsiteY60" fmla="*/ 197901 h 542914"/>
                  <a:gd name="connsiteX61" fmla="*/ 185713 w 468612"/>
                  <a:gd name="connsiteY61" fmla="*/ 199688 h 542914"/>
                  <a:gd name="connsiteX62" fmla="*/ 202227 w 468612"/>
                  <a:gd name="connsiteY62" fmla="*/ 200684 h 542914"/>
                  <a:gd name="connsiteX63" fmla="*/ 205342 w 468612"/>
                  <a:gd name="connsiteY63" fmla="*/ 200684 h 542914"/>
                  <a:gd name="connsiteX64" fmla="*/ 213865 w 468612"/>
                  <a:gd name="connsiteY64" fmla="*/ 200673 h 542914"/>
                  <a:gd name="connsiteX65" fmla="*/ 223070 w 468612"/>
                  <a:gd name="connsiteY65" fmla="*/ 200666 h 542914"/>
                  <a:gd name="connsiteX66" fmla="*/ 239010 w 468612"/>
                  <a:gd name="connsiteY66" fmla="*/ 200649 h 542914"/>
                  <a:gd name="connsiteX67" fmla="*/ 262071 w 468612"/>
                  <a:gd name="connsiteY67" fmla="*/ 200629 h 542914"/>
                  <a:gd name="connsiteX68" fmla="*/ 299507 w 468612"/>
                  <a:gd name="connsiteY68" fmla="*/ 200601 h 542914"/>
                  <a:gd name="connsiteX69" fmla="*/ 301769 w 468612"/>
                  <a:gd name="connsiteY69" fmla="*/ 200598 h 542914"/>
                  <a:gd name="connsiteX70" fmla="*/ 317666 w 468612"/>
                  <a:gd name="connsiteY70" fmla="*/ 200582 h 542914"/>
                  <a:gd name="connsiteX71" fmla="*/ 335834 w 468612"/>
                  <a:gd name="connsiteY71" fmla="*/ 200564 h 542914"/>
                  <a:gd name="connsiteX72" fmla="*/ 338095 w 468612"/>
                  <a:gd name="connsiteY72" fmla="*/ 200562 h 542914"/>
                  <a:gd name="connsiteX73" fmla="*/ 375400 w 468612"/>
                  <a:gd name="connsiteY73" fmla="*/ 200535 h 542914"/>
                  <a:gd name="connsiteX74" fmla="*/ 398407 w 468612"/>
                  <a:gd name="connsiteY74" fmla="*/ 200512 h 542914"/>
                  <a:gd name="connsiteX75" fmla="*/ 414163 w 468612"/>
                  <a:gd name="connsiteY75" fmla="*/ 200498 h 542914"/>
                  <a:gd name="connsiteX76" fmla="*/ 423256 w 468612"/>
                  <a:gd name="connsiteY76" fmla="*/ 200488 h 542914"/>
                  <a:gd name="connsiteX77" fmla="*/ 433108 w 468612"/>
                  <a:gd name="connsiteY77" fmla="*/ 200481 h 542914"/>
                  <a:gd name="connsiteX78" fmla="*/ 436017 w 468612"/>
                  <a:gd name="connsiteY78" fmla="*/ 200471 h 542914"/>
                  <a:gd name="connsiteX79" fmla="*/ 438684 w 468612"/>
                  <a:gd name="connsiteY79" fmla="*/ 200475 h 542914"/>
                  <a:gd name="connsiteX80" fmla="*/ 440981 w 468612"/>
                  <a:gd name="connsiteY80" fmla="*/ 200472 h 542914"/>
                  <a:gd name="connsiteX81" fmla="*/ 447608 w 468612"/>
                  <a:gd name="connsiteY81" fmla="*/ 201476 h 542914"/>
                  <a:gd name="connsiteX82" fmla="*/ 447654 w 468612"/>
                  <a:gd name="connsiteY82" fmla="*/ 246182 h 542914"/>
                  <a:gd name="connsiteX83" fmla="*/ 447676 w 468612"/>
                  <a:gd name="connsiteY83" fmla="*/ 266938 h 542914"/>
                  <a:gd name="connsiteX84" fmla="*/ 447692 w 468612"/>
                  <a:gd name="connsiteY84" fmla="*/ 285023 h 542914"/>
                  <a:gd name="connsiteX85" fmla="*/ 447703 w 468612"/>
                  <a:gd name="connsiteY85" fmla="*/ 294605 h 542914"/>
                  <a:gd name="connsiteX86" fmla="*/ 447710 w 468612"/>
                  <a:gd name="connsiteY86" fmla="*/ 305284 h 542914"/>
                  <a:gd name="connsiteX87" fmla="*/ 447719 w 468612"/>
                  <a:gd name="connsiteY87" fmla="*/ 308516 h 542914"/>
                  <a:gd name="connsiteX88" fmla="*/ 447716 w 468612"/>
                  <a:gd name="connsiteY88" fmla="*/ 311437 h 542914"/>
                  <a:gd name="connsiteX89" fmla="*/ 447718 w 468612"/>
                  <a:gd name="connsiteY89" fmla="*/ 313991 h 542914"/>
                  <a:gd name="connsiteX90" fmla="*/ 446714 w 468612"/>
                  <a:gd name="connsiteY90" fmla="*/ 316782 h 542914"/>
                  <a:gd name="connsiteX91" fmla="*/ 442561 w 468612"/>
                  <a:gd name="connsiteY91" fmla="*/ 316903 h 542914"/>
                  <a:gd name="connsiteX92" fmla="*/ 439823 w 468612"/>
                  <a:gd name="connsiteY92" fmla="*/ 316916 h 542914"/>
                  <a:gd name="connsiteX93" fmla="*/ 436778 w 468612"/>
                  <a:gd name="connsiteY93" fmla="*/ 316917 h 542914"/>
                  <a:gd name="connsiteX94" fmla="*/ 433572 w 468612"/>
                  <a:gd name="connsiteY94" fmla="*/ 316929 h 542914"/>
                  <a:gd name="connsiteX95" fmla="*/ 424722 w 468612"/>
                  <a:gd name="connsiteY95" fmla="*/ 316948 h 542914"/>
                  <a:gd name="connsiteX96" fmla="*/ 415193 w 468612"/>
                  <a:gd name="connsiteY96" fmla="*/ 316974 h 542914"/>
                  <a:gd name="connsiteX97" fmla="*/ 398669 w 468612"/>
                  <a:gd name="connsiteY97" fmla="*/ 317014 h 542914"/>
                  <a:gd name="connsiteX98" fmla="*/ 374772 w 468612"/>
                  <a:gd name="connsiteY98" fmla="*/ 317076 h 542914"/>
                  <a:gd name="connsiteX99" fmla="*/ 335997 w 468612"/>
                  <a:gd name="connsiteY99" fmla="*/ 317182 h 542914"/>
                  <a:gd name="connsiteX100" fmla="*/ 333651 w 468612"/>
                  <a:gd name="connsiteY100" fmla="*/ 317188 h 542914"/>
                  <a:gd name="connsiteX101" fmla="*/ 317163 w 468612"/>
                  <a:gd name="connsiteY101" fmla="*/ 317229 h 542914"/>
                  <a:gd name="connsiteX102" fmla="*/ 298334 w 468612"/>
                  <a:gd name="connsiteY102" fmla="*/ 317275 h 542914"/>
                  <a:gd name="connsiteX103" fmla="*/ 295992 w 468612"/>
                  <a:gd name="connsiteY103" fmla="*/ 317281 h 542914"/>
                  <a:gd name="connsiteX104" fmla="*/ 257369 w 468612"/>
                  <a:gd name="connsiteY104" fmla="*/ 317387 h 542914"/>
                  <a:gd name="connsiteX105" fmla="*/ 233523 w 468612"/>
                  <a:gd name="connsiteY105" fmla="*/ 317447 h 542914"/>
                  <a:gd name="connsiteX106" fmla="*/ 217192 w 468612"/>
                  <a:gd name="connsiteY106" fmla="*/ 317490 h 542914"/>
                  <a:gd name="connsiteX107" fmla="*/ 207758 w 468612"/>
                  <a:gd name="connsiteY107" fmla="*/ 317512 h 542914"/>
                  <a:gd name="connsiteX108" fmla="*/ 197550 w 468612"/>
                  <a:gd name="connsiteY108" fmla="*/ 317540 h 542914"/>
                  <a:gd name="connsiteX109" fmla="*/ 194511 w 468612"/>
                  <a:gd name="connsiteY109" fmla="*/ 317541 h 542914"/>
                  <a:gd name="connsiteX110" fmla="*/ 191766 w 468612"/>
                  <a:gd name="connsiteY110" fmla="*/ 317554 h 542914"/>
                  <a:gd name="connsiteX111" fmla="*/ 189383 w 468612"/>
                  <a:gd name="connsiteY111" fmla="*/ 317560 h 542914"/>
                  <a:gd name="connsiteX112" fmla="*/ 185713 w 468612"/>
                  <a:gd name="connsiteY112" fmla="*/ 318569 h 542914"/>
                  <a:gd name="connsiteX113" fmla="*/ 188394 w 468612"/>
                  <a:gd name="connsiteY113" fmla="*/ 323039 h 542914"/>
                  <a:gd name="connsiteX114" fmla="*/ 188538 w 468612"/>
                  <a:gd name="connsiteY114" fmla="*/ 330892 h 542914"/>
                  <a:gd name="connsiteX115" fmla="*/ 188552 w 468612"/>
                  <a:gd name="connsiteY115" fmla="*/ 333390 h 542914"/>
                  <a:gd name="connsiteX116" fmla="*/ 188576 w 468612"/>
                  <a:gd name="connsiteY116" fmla="*/ 341607 h 542914"/>
                  <a:gd name="connsiteX117" fmla="*/ 188591 w 468612"/>
                  <a:gd name="connsiteY117" fmla="*/ 347295 h 542914"/>
                  <a:gd name="connsiteX118" fmla="*/ 188609 w 468612"/>
                  <a:gd name="connsiteY118" fmla="*/ 359238 h 542914"/>
                  <a:gd name="connsiteX119" fmla="*/ 188661 w 468612"/>
                  <a:gd name="connsiteY119" fmla="*/ 374565 h 542914"/>
                  <a:gd name="connsiteX120" fmla="*/ 188683 w 468612"/>
                  <a:gd name="connsiteY120" fmla="*/ 386320 h 542914"/>
                  <a:gd name="connsiteX121" fmla="*/ 188705 w 468612"/>
                  <a:gd name="connsiteY121" fmla="*/ 391971 h 542914"/>
                  <a:gd name="connsiteX122" fmla="*/ 188713 w 468612"/>
                  <a:gd name="connsiteY122" fmla="*/ 399868 h 542914"/>
                  <a:gd name="connsiteX123" fmla="*/ 188738 w 468612"/>
                  <a:gd name="connsiteY123" fmla="*/ 402241 h 542914"/>
                  <a:gd name="connsiteX124" fmla="*/ 187033 w 468612"/>
                  <a:gd name="connsiteY124" fmla="*/ 409404 h 542914"/>
                  <a:gd name="connsiteX125" fmla="*/ 185713 w 468612"/>
                  <a:gd name="connsiteY125" fmla="*/ 410635 h 542914"/>
                  <a:gd name="connsiteX126" fmla="*/ 185713 w 468612"/>
                  <a:gd name="connsiteY126" fmla="*/ 412423 h 542914"/>
                  <a:gd name="connsiteX127" fmla="*/ 192187 w 468612"/>
                  <a:gd name="connsiteY127" fmla="*/ 413441 h 542914"/>
                  <a:gd name="connsiteX128" fmla="*/ 195217 w 468612"/>
                  <a:gd name="connsiteY128" fmla="*/ 413455 h 542914"/>
                  <a:gd name="connsiteX129" fmla="*/ 198574 w 468612"/>
                  <a:gd name="connsiteY129" fmla="*/ 413458 h 542914"/>
                  <a:gd name="connsiteX130" fmla="*/ 202118 w 468612"/>
                  <a:gd name="connsiteY130" fmla="*/ 413471 h 542914"/>
                  <a:gd name="connsiteX131" fmla="*/ 211889 w 468612"/>
                  <a:gd name="connsiteY131" fmla="*/ 413496 h 542914"/>
                  <a:gd name="connsiteX132" fmla="*/ 222415 w 468612"/>
                  <a:gd name="connsiteY132" fmla="*/ 413527 h 542914"/>
                  <a:gd name="connsiteX133" fmla="*/ 240661 w 468612"/>
                  <a:gd name="connsiteY133" fmla="*/ 413577 h 542914"/>
                  <a:gd name="connsiteX134" fmla="*/ 267042 w 468612"/>
                  <a:gd name="connsiteY134" fmla="*/ 413648 h 542914"/>
                  <a:gd name="connsiteX135" fmla="*/ 309840 w 468612"/>
                  <a:gd name="connsiteY135" fmla="*/ 413766 h 542914"/>
                  <a:gd name="connsiteX136" fmla="*/ 351423 w 468612"/>
                  <a:gd name="connsiteY136" fmla="*/ 413878 h 542914"/>
                  <a:gd name="connsiteX137" fmla="*/ 354010 w 468612"/>
                  <a:gd name="connsiteY137" fmla="*/ 413885 h 542914"/>
                  <a:gd name="connsiteX138" fmla="*/ 366861 w 468612"/>
                  <a:gd name="connsiteY138" fmla="*/ 413922 h 542914"/>
                  <a:gd name="connsiteX139" fmla="*/ 473530 w 468612"/>
                  <a:gd name="connsiteY139" fmla="*/ 414210 h 542914"/>
                  <a:gd name="connsiteX140" fmla="*/ 473969 w 468612"/>
                  <a:gd name="connsiteY140" fmla="*/ 419673 h 542914"/>
                  <a:gd name="connsiteX141" fmla="*/ 474217 w 468612"/>
                  <a:gd name="connsiteY141" fmla="*/ 422745 h 542914"/>
                  <a:gd name="connsiteX142" fmla="*/ 474539 w 468612"/>
                  <a:gd name="connsiteY142" fmla="*/ 437225 h 542914"/>
                  <a:gd name="connsiteX143" fmla="*/ 474544 w 468612"/>
                  <a:gd name="connsiteY143" fmla="*/ 440475 h 542914"/>
                  <a:gd name="connsiteX144" fmla="*/ 474543 w 468612"/>
                  <a:gd name="connsiteY144" fmla="*/ 449184 h 542914"/>
                  <a:gd name="connsiteX145" fmla="*/ 474545 w 468612"/>
                  <a:gd name="connsiteY145" fmla="*/ 458351 h 542914"/>
                  <a:gd name="connsiteX146" fmla="*/ 474540 w 468612"/>
                  <a:gd name="connsiteY146" fmla="*/ 473718 h 542914"/>
                  <a:gd name="connsiteX147" fmla="*/ 474542 w 468612"/>
                  <a:gd name="connsiteY147" fmla="*/ 491444 h 542914"/>
                  <a:gd name="connsiteX148" fmla="*/ 474544 w 468612"/>
                  <a:gd name="connsiteY148" fmla="*/ 506732 h 542914"/>
                  <a:gd name="connsiteX149" fmla="*/ 474545 w 468612"/>
                  <a:gd name="connsiteY149" fmla="*/ 515834 h 542914"/>
                  <a:gd name="connsiteX150" fmla="*/ 474539 w 468612"/>
                  <a:gd name="connsiteY150" fmla="*/ 525966 h 542914"/>
                  <a:gd name="connsiteX151" fmla="*/ 474545 w 468612"/>
                  <a:gd name="connsiteY151" fmla="*/ 528984 h 542914"/>
                  <a:gd name="connsiteX152" fmla="*/ 474537 w 468612"/>
                  <a:gd name="connsiteY152" fmla="*/ 531785 h 542914"/>
                  <a:gd name="connsiteX153" fmla="*/ 474536 w 468612"/>
                  <a:gd name="connsiteY153" fmla="*/ 534198 h 542914"/>
                  <a:gd name="connsiteX154" fmla="*/ 473530 w 468612"/>
                  <a:gd name="connsiteY154" fmla="*/ 542924 h 542914"/>
                  <a:gd name="connsiteX155" fmla="*/ 340119 w 468612"/>
                  <a:gd name="connsiteY155" fmla="*/ 542961 h 542914"/>
                  <a:gd name="connsiteX156" fmla="*/ 338126 w 468612"/>
                  <a:gd name="connsiteY156" fmla="*/ 542962 h 542914"/>
                  <a:gd name="connsiteX157" fmla="*/ 295255 w 468612"/>
                  <a:gd name="connsiteY157" fmla="*/ 542969 h 542914"/>
                  <a:gd name="connsiteX158" fmla="*/ 274232 w 468612"/>
                  <a:gd name="connsiteY158" fmla="*/ 542973 h 542914"/>
                  <a:gd name="connsiteX159" fmla="*/ 272119 w 468612"/>
                  <a:gd name="connsiteY159" fmla="*/ 542973 h 542914"/>
                  <a:gd name="connsiteX160" fmla="*/ 204247 w 468612"/>
                  <a:gd name="connsiteY160" fmla="*/ 542992 h 542914"/>
                  <a:gd name="connsiteX161" fmla="*/ 134529 w 468612"/>
                  <a:gd name="connsiteY161" fmla="*/ 543008 h 542914"/>
                  <a:gd name="connsiteX162" fmla="*/ 124693 w 468612"/>
                  <a:gd name="connsiteY162" fmla="*/ 543008 h 542914"/>
                  <a:gd name="connsiteX163" fmla="*/ 122738 w 468612"/>
                  <a:gd name="connsiteY163" fmla="*/ 543009 h 542914"/>
                  <a:gd name="connsiteX164" fmla="*/ 91512 w 468612"/>
                  <a:gd name="connsiteY164" fmla="*/ 543019 h 542914"/>
                  <a:gd name="connsiteX165" fmla="*/ 60157 w 468612"/>
                  <a:gd name="connsiteY165" fmla="*/ 543025 h 542914"/>
                  <a:gd name="connsiteX166" fmla="*/ 43153 w 468612"/>
                  <a:gd name="connsiteY166" fmla="*/ 543030 h 542914"/>
                  <a:gd name="connsiteX167" fmla="*/ 27614 w 468612"/>
                  <a:gd name="connsiteY167" fmla="*/ 543032 h 542914"/>
                  <a:gd name="connsiteX168" fmla="*/ 21965 w 468612"/>
                  <a:gd name="connsiteY168" fmla="*/ 543035 h 542914"/>
                  <a:gd name="connsiteX169" fmla="*/ 14341 w 468612"/>
                  <a:gd name="connsiteY169" fmla="*/ 543034 h 542914"/>
                  <a:gd name="connsiteX170" fmla="*/ 12080 w 468612"/>
                  <a:gd name="connsiteY170" fmla="*/ 543041 h 542914"/>
                  <a:gd name="connsiteX171" fmla="*/ 6050 w 468612"/>
                  <a:gd name="connsiteY171" fmla="*/ 542030 h 542914"/>
                  <a:gd name="connsiteX172" fmla="*/ 5939 w 468612"/>
                  <a:gd name="connsiteY172" fmla="*/ 538451 h 542914"/>
                  <a:gd name="connsiteX173" fmla="*/ 5933 w 468612"/>
                  <a:gd name="connsiteY173" fmla="*/ 536096 h 542914"/>
                  <a:gd name="connsiteX174" fmla="*/ 5940 w 468612"/>
                  <a:gd name="connsiteY174" fmla="*/ 533474 h 542914"/>
                  <a:gd name="connsiteX175" fmla="*/ 5937 w 468612"/>
                  <a:gd name="connsiteY175" fmla="*/ 530705 h 542914"/>
                  <a:gd name="connsiteX176" fmla="*/ 5943 w 468612"/>
                  <a:gd name="connsiteY176" fmla="*/ 521392 h 542914"/>
                  <a:gd name="connsiteX177" fmla="*/ 5941 w 468612"/>
                  <a:gd name="connsiteY177" fmla="*/ 514698 h 542914"/>
                  <a:gd name="connsiteX178" fmla="*/ 5944 w 468612"/>
                  <a:gd name="connsiteY178" fmla="*/ 500081 h 542914"/>
                  <a:gd name="connsiteX179" fmla="*/ 5949 w 468612"/>
                  <a:gd name="connsiteY179" fmla="*/ 478344 h 542914"/>
                  <a:gd name="connsiteX180" fmla="*/ 5956 w 468612"/>
                  <a:gd name="connsiteY180" fmla="*/ 441786 h 542914"/>
                  <a:gd name="connsiteX181" fmla="*/ 5966 w 468612"/>
                  <a:gd name="connsiteY181" fmla="*/ 405572 h 542914"/>
                  <a:gd name="connsiteX182" fmla="*/ 5966 w 468612"/>
                  <a:gd name="connsiteY182" fmla="*/ 403300 h 542914"/>
                  <a:gd name="connsiteX183" fmla="*/ 5967 w 468612"/>
                  <a:gd name="connsiteY183" fmla="*/ 391879 h 542914"/>
                  <a:gd name="connsiteX184" fmla="*/ 5983 w 468612"/>
                  <a:gd name="connsiteY184" fmla="*/ 310919 h 542914"/>
                  <a:gd name="connsiteX185" fmla="*/ 6001 w 468612"/>
                  <a:gd name="connsiteY185" fmla="*/ 232250 h 542914"/>
                  <a:gd name="connsiteX186" fmla="*/ 6002 w 468612"/>
                  <a:gd name="connsiteY186" fmla="*/ 229802 h 542914"/>
                  <a:gd name="connsiteX187" fmla="*/ 6005 w 468612"/>
                  <a:gd name="connsiteY187" fmla="*/ 205465 h 542914"/>
                  <a:gd name="connsiteX188" fmla="*/ 6013 w 468612"/>
                  <a:gd name="connsiteY188" fmla="*/ 155885 h 542914"/>
                  <a:gd name="connsiteX189" fmla="*/ 6013 w 468612"/>
                  <a:gd name="connsiteY189" fmla="*/ 153582 h 542914"/>
                  <a:gd name="connsiteX190" fmla="*/ 6050 w 468612"/>
                  <a:gd name="connsiteY190" fmla="*/ 1256 h 542914"/>
                  <a:gd name="connsiteX191" fmla="*/ 16108 w 468612"/>
                  <a:gd name="connsiteY191" fmla="*/ 247 h 5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468612" h="542914">
                    <a:moveTo>
                      <a:pt x="16108" y="247"/>
                    </a:moveTo>
                    <a:cubicBezTo>
                      <a:pt x="17255" y="244"/>
                      <a:pt x="17255" y="244"/>
                      <a:pt x="18426" y="242"/>
                    </a:cubicBezTo>
                    <a:cubicBezTo>
                      <a:pt x="21011" y="238"/>
                      <a:pt x="23597" y="240"/>
                      <a:pt x="26183" y="242"/>
                    </a:cubicBezTo>
                    <a:cubicBezTo>
                      <a:pt x="28046" y="241"/>
                      <a:pt x="29910" y="239"/>
                      <a:pt x="31773" y="236"/>
                    </a:cubicBezTo>
                    <a:cubicBezTo>
                      <a:pt x="36912" y="231"/>
                      <a:pt x="42050" y="231"/>
                      <a:pt x="47189" y="232"/>
                    </a:cubicBezTo>
                    <a:cubicBezTo>
                      <a:pt x="52724" y="232"/>
                      <a:pt x="58259" y="227"/>
                      <a:pt x="63794" y="223"/>
                    </a:cubicBezTo>
                    <a:cubicBezTo>
                      <a:pt x="74645" y="215"/>
                      <a:pt x="85496" y="213"/>
                      <a:pt x="96347" y="212"/>
                    </a:cubicBezTo>
                    <a:cubicBezTo>
                      <a:pt x="105165" y="212"/>
                      <a:pt x="113983" y="210"/>
                      <a:pt x="122801" y="207"/>
                    </a:cubicBezTo>
                    <a:cubicBezTo>
                      <a:pt x="125337" y="207"/>
                      <a:pt x="127873" y="206"/>
                      <a:pt x="130409" y="205"/>
                    </a:cubicBezTo>
                    <a:cubicBezTo>
                      <a:pt x="131039" y="205"/>
                      <a:pt x="131670" y="205"/>
                      <a:pt x="132319" y="204"/>
                    </a:cubicBezTo>
                    <a:cubicBezTo>
                      <a:pt x="150059" y="199"/>
                      <a:pt x="167799" y="195"/>
                      <a:pt x="185539" y="196"/>
                    </a:cubicBezTo>
                    <a:cubicBezTo>
                      <a:pt x="186209" y="196"/>
                      <a:pt x="186878" y="196"/>
                      <a:pt x="187567" y="196"/>
                    </a:cubicBezTo>
                    <a:cubicBezTo>
                      <a:pt x="190959" y="196"/>
                      <a:pt x="194351" y="196"/>
                      <a:pt x="197743" y="196"/>
                    </a:cubicBezTo>
                    <a:cubicBezTo>
                      <a:pt x="198416" y="196"/>
                      <a:pt x="199090" y="196"/>
                      <a:pt x="199784" y="196"/>
                    </a:cubicBezTo>
                    <a:cubicBezTo>
                      <a:pt x="201146" y="196"/>
                      <a:pt x="202509" y="196"/>
                      <a:pt x="203871" y="196"/>
                    </a:cubicBezTo>
                    <a:cubicBezTo>
                      <a:pt x="225065" y="197"/>
                      <a:pt x="246260" y="190"/>
                      <a:pt x="267455" y="178"/>
                    </a:cubicBezTo>
                    <a:cubicBezTo>
                      <a:pt x="291255" y="164"/>
                      <a:pt x="315056" y="156"/>
                      <a:pt x="338857" y="157"/>
                    </a:cubicBezTo>
                    <a:cubicBezTo>
                      <a:pt x="341394" y="157"/>
                      <a:pt x="343931" y="157"/>
                      <a:pt x="346469" y="157"/>
                    </a:cubicBezTo>
                    <a:cubicBezTo>
                      <a:pt x="347093" y="157"/>
                      <a:pt x="347718" y="157"/>
                      <a:pt x="348362" y="157"/>
                    </a:cubicBezTo>
                    <a:cubicBezTo>
                      <a:pt x="358423" y="157"/>
                      <a:pt x="368484" y="152"/>
                      <a:pt x="378545" y="144"/>
                    </a:cubicBezTo>
                    <a:cubicBezTo>
                      <a:pt x="388655" y="136"/>
                      <a:pt x="398765" y="136"/>
                      <a:pt x="408874" y="141"/>
                    </a:cubicBezTo>
                    <a:cubicBezTo>
                      <a:pt x="414353" y="144"/>
                      <a:pt x="419832" y="144"/>
                      <a:pt x="425310" y="137"/>
                    </a:cubicBezTo>
                    <a:cubicBezTo>
                      <a:pt x="430323" y="130"/>
                      <a:pt x="435336" y="131"/>
                      <a:pt x="440349" y="139"/>
                    </a:cubicBezTo>
                    <a:cubicBezTo>
                      <a:pt x="442165" y="140"/>
                      <a:pt x="443981" y="138"/>
                      <a:pt x="445797" y="133"/>
                    </a:cubicBezTo>
                    <a:cubicBezTo>
                      <a:pt x="448261" y="127"/>
                      <a:pt x="450725" y="132"/>
                      <a:pt x="453190" y="139"/>
                    </a:cubicBezTo>
                    <a:cubicBezTo>
                      <a:pt x="453898" y="135"/>
                      <a:pt x="454607" y="130"/>
                      <a:pt x="455337" y="126"/>
                    </a:cubicBezTo>
                    <a:cubicBezTo>
                      <a:pt x="459640" y="153"/>
                      <a:pt x="463185" y="787"/>
                      <a:pt x="467273" y="2149"/>
                    </a:cubicBezTo>
                    <a:cubicBezTo>
                      <a:pt x="467335" y="18551"/>
                      <a:pt x="467383" y="34953"/>
                      <a:pt x="467412" y="51354"/>
                    </a:cubicBezTo>
                    <a:cubicBezTo>
                      <a:pt x="467425" y="58970"/>
                      <a:pt x="467444" y="66585"/>
                      <a:pt x="467475" y="74200"/>
                    </a:cubicBezTo>
                    <a:cubicBezTo>
                      <a:pt x="467502" y="80835"/>
                      <a:pt x="467519" y="87471"/>
                      <a:pt x="467525" y="94106"/>
                    </a:cubicBezTo>
                    <a:cubicBezTo>
                      <a:pt x="467528" y="97621"/>
                      <a:pt x="467537" y="101136"/>
                      <a:pt x="467556" y="104652"/>
                    </a:cubicBezTo>
                    <a:cubicBezTo>
                      <a:pt x="467574" y="107957"/>
                      <a:pt x="467580" y="111263"/>
                      <a:pt x="467576" y="114569"/>
                    </a:cubicBezTo>
                    <a:cubicBezTo>
                      <a:pt x="467577" y="116366"/>
                      <a:pt x="467592" y="118163"/>
                      <a:pt x="467606" y="119961"/>
                    </a:cubicBezTo>
                    <a:cubicBezTo>
                      <a:pt x="467603" y="121023"/>
                      <a:pt x="467599" y="122086"/>
                      <a:pt x="467595" y="123182"/>
                    </a:cubicBezTo>
                    <a:cubicBezTo>
                      <a:pt x="467598" y="124109"/>
                      <a:pt x="467600" y="125037"/>
                      <a:pt x="467603" y="125993"/>
                    </a:cubicBezTo>
                    <a:cubicBezTo>
                      <a:pt x="467494" y="126715"/>
                      <a:pt x="467385" y="127437"/>
                      <a:pt x="467273" y="128181"/>
                    </a:cubicBezTo>
                    <a:cubicBezTo>
                      <a:pt x="464294" y="130167"/>
                      <a:pt x="463364" y="130194"/>
                      <a:pt x="459892" y="130203"/>
                    </a:cubicBezTo>
                    <a:cubicBezTo>
                      <a:pt x="458912" y="130209"/>
                      <a:pt x="457932" y="130216"/>
                      <a:pt x="456922" y="130223"/>
                    </a:cubicBezTo>
                    <a:cubicBezTo>
                      <a:pt x="455842" y="130221"/>
                      <a:pt x="454761" y="130220"/>
                      <a:pt x="453647" y="130218"/>
                    </a:cubicBezTo>
                    <a:cubicBezTo>
                      <a:pt x="452503" y="130223"/>
                      <a:pt x="451358" y="130228"/>
                      <a:pt x="450178" y="130233"/>
                    </a:cubicBezTo>
                    <a:cubicBezTo>
                      <a:pt x="446995" y="130248"/>
                      <a:pt x="443811" y="130251"/>
                      <a:pt x="440627" y="130252"/>
                    </a:cubicBezTo>
                    <a:cubicBezTo>
                      <a:pt x="437196" y="130255"/>
                      <a:pt x="433765" y="130269"/>
                      <a:pt x="430334" y="130281"/>
                    </a:cubicBezTo>
                    <a:cubicBezTo>
                      <a:pt x="424388" y="130301"/>
                      <a:pt x="418441" y="130314"/>
                      <a:pt x="412495" y="130323"/>
                    </a:cubicBezTo>
                    <a:cubicBezTo>
                      <a:pt x="403897" y="130336"/>
                      <a:pt x="395300" y="130359"/>
                      <a:pt x="386702" y="130384"/>
                    </a:cubicBezTo>
                    <a:cubicBezTo>
                      <a:pt x="372754" y="130425"/>
                      <a:pt x="358805" y="130458"/>
                      <a:pt x="344857" y="130486"/>
                    </a:cubicBezTo>
                    <a:cubicBezTo>
                      <a:pt x="331306" y="130513"/>
                      <a:pt x="317754" y="130543"/>
                      <a:pt x="304203" y="130579"/>
                    </a:cubicBezTo>
                    <a:cubicBezTo>
                      <a:pt x="302951" y="130582"/>
                      <a:pt x="302951" y="130582"/>
                      <a:pt x="301673" y="130586"/>
                    </a:cubicBezTo>
                    <a:cubicBezTo>
                      <a:pt x="297484" y="130597"/>
                      <a:pt x="293295" y="130608"/>
                      <a:pt x="289107" y="130619"/>
                    </a:cubicBezTo>
                    <a:cubicBezTo>
                      <a:pt x="254344" y="130712"/>
                      <a:pt x="219581" y="130791"/>
                      <a:pt x="184819" y="130863"/>
                    </a:cubicBezTo>
                    <a:cubicBezTo>
                      <a:pt x="185399" y="131689"/>
                      <a:pt x="185980" y="132516"/>
                      <a:pt x="186578" y="133368"/>
                    </a:cubicBezTo>
                    <a:cubicBezTo>
                      <a:pt x="188649" y="136627"/>
                      <a:pt x="188842" y="138295"/>
                      <a:pt x="188843" y="142111"/>
                    </a:cubicBezTo>
                    <a:cubicBezTo>
                      <a:pt x="188851" y="143262"/>
                      <a:pt x="188859" y="144414"/>
                      <a:pt x="188868" y="145600"/>
                    </a:cubicBezTo>
                    <a:cubicBezTo>
                      <a:pt x="188859" y="146844"/>
                      <a:pt x="188848" y="148089"/>
                      <a:pt x="188837" y="149333"/>
                    </a:cubicBezTo>
                    <a:cubicBezTo>
                      <a:pt x="188838" y="150619"/>
                      <a:pt x="188839" y="151906"/>
                      <a:pt x="188841" y="153192"/>
                    </a:cubicBezTo>
                    <a:cubicBezTo>
                      <a:pt x="188843" y="155881"/>
                      <a:pt x="188831" y="158569"/>
                      <a:pt x="188811" y="161257"/>
                    </a:cubicBezTo>
                    <a:cubicBezTo>
                      <a:pt x="188786" y="164699"/>
                      <a:pt x="188788" y="168141"/>
                      <a:pt x="188800" y="171584"/>
                    </a:cubicBezTo>
                    <a:cubicBezTo>
                      <a:pt x="188806" y="174237"/>
                      <a:pt x="188799" y="176890"/>
                      <a:pt x="188788" y="179543"/>
                    </a:cubicBezTo>
                    <a:cubicBezTo>
                      <a:pt x="188784" y="180813"/>
                      <a:pt x="188783" y="182082"/>
                      <a:pt x="188787" y="183351"/>
                    </a:cubicBezTo>
                    <a:cubicBezTo>
                      <a:pt x="188789" y="185125"/>
                      <a:pt x="188773" y="186898"/>
                      <a:pt x="188755" y="188671"/>
                    </a:cubicBezTo>
                    <a:cubicBezTo>
                      <a:pt x="188750" y="189679"/>
                      <a:pt x="188746" y="190687"/>
                      <a:pt x="188741" y="191726"/>
                    </a:cubicBezTo>
                    <a:cubicBezTo>
                      <a:pt x="188357" y="194606"/>
                      <a:pt x="187564" y="195730"/>
                      <a:pt x="185713" y="197901"/>
                    </a:cubicBezTo>
                    <a:cubicBezTo>
                      <a:pt x="185713" y="198491"/>
                      <a:pt x="185713" y="199081"/>
                      <a:pt x="185713" y="199688"/>
                    </a:cubicBezTo>
                    <a:cubicBezTo>
                      <a:pt x="191236" y="200667"/>
                      <a:pt x="196627" y="200703"/>
                      <a:pt x="202227" y="200684"/>
                    </a:cubicBezTo>
                    <a:cubicBezTo>
                      <a:pt x="203769" y="200684"/>
                      <a:pt x="203769" y="200684"/>
                      <a:pt x="205342" y="200684"/>
                    </a:cubicBezTo>
                    <a:cubicBezTo>
                      <a:pt x="208183" y="200684"/>
                      <a:pt x="211024" y="200679"/>
                      <a:pt x="213865" y="200673"/>
                    </a:cubicBezTo>
                    <a:cubicBezTo>
                      <a:pt x="216933" y="200667"/>
                      <a:pt x="220002" y="200667"/>
                      <a:pt x="223070" y="200666"/>
                    </a:cubicBezTo>
                    <a:cubicBezTo>
                      <a:pt x="228383" y="200663"/>
                      <a:pt x="233697" y="200657"/>
                      <a:pt x="239010" y="200649"/>
                    </a:cubicBezTo>
                    <a:cubicBezTo>
                      <a:pt x="246697" y="200638"/>
                      <a:pt x="254384" y="200633"/>
                      <a:pt x="262071" y="200629"/>
                    </a:cubicBezTo>
                    <a:cubicBezTo>
                      <a:pt x="274550" y="200623"/>
                      <a:pt x="287028" y="200613"/>
                      <a:pt x="299507" y="200601"/>
                    </a:cubicBezTo>
                    <a:cubicBezTo>
                      <a:pt x="300254" y="200600"/>
                      <a:pt x="301000" y="200599"/>
                      <a:pt x="301769" y="200598"/>
                    </a:cubicBezTo>
                    <a:cubicBezTo>
                      <a:pt x="307068" y="200593"/>
                      <a:pt x="312367" y="200588"/>
                      <a:pt x="317666" y="200582"/>
                    </a:cubicBezTo>
                    <a:cubicBezTo>
                      <a:pt x="323722" y="200576"/>
                      <a:pt x="329778" y="200570"/>
                      <a:pt x="335834" y="200564"/>
                    </a:cubicBezTo>
                    <a:cubicBezTo>
                      <a:pt x="336580" y="200563"/>
                      <a:pt x="337326" y="200563"/>
                      <a:pt x="338095" y="200562"/>
                    </a:cubicBezTo>
                    <a:cubicBezTo>
                      <a:pt x="350530" y="200550"/>
                      <a:pt x="362965" y="200541"/>
                      <a:pt x="375400" y="200535"/>
                    </a:cubicBezTo>
                    <a:cubicBezTo>
                      <a:pt x="383069" y="200531"/>
                      <a:pt x="390738" y="200523"/>
                      <a:pt x="398407" y="200512"/>
                    </a:cubicBezTo>
                    <a:cubicBezTo>
                      <a:pt x="403659" y="200505"/>
                      <a:pt x="408911" y="200500"/>
                      <a:pt x="414163" y="200498"/>
                    </a:cubicBezTo>
                    <a:cubicBezTo>
                      <a:pt x="417194" y="200497"/>
                      <a:pt x="420225" y="200494"/>
                      <a:pt x="423256" y="200488"/>
                    </a:cubicBezTo>
                    <a:cubicBezTo>
                      <a:pt x="426540" y="200481"/>
                      <a:pt x="429824" y="200480"/>
                      <a:pt x="433108" y="200481"/>
                    </a:cubicBezTo>
                    <a:cubicBezTo>
                      <a:pt x="434548" y="200476"/>
                      <a:pt x="434548" y="200476"/>
                      <a:pt x="436017" y="200471"/>
                    </a:cubicBezTo>
                    <a:cubicBezTo>
                      <a:pt x="436897" y="200472"/>
                      <a:pt x="437777" y="200474"/>
                      <a:pt x="438684" y="200475"/>
                    </a:cubicBezTo>
                    <a:cubicBezTo>
                      <a:pt x="439821" y="200474"/>
                      <a:pt x="439821" y="200474"/>
                      <a:pt x="440981" y="200472"/>
                    </a:cubicBezTo>
                    <a:cubicBezTo>
                      <a:pt x="443263" y="200589"/>
                      <a:pt x="445381" y="200975"/>
                      <a:pt x="447608" y="201476"/>
                    </a:cubicBezTo>
                    <a:cubicBezTo>
                      <a:pt x="447629" y="216378"/>
                      <a:pt x="447645" y="231280"/>
                      <a:pt x="447654" y="246182"/>
                    </a:cubicBezTo>
                    <a:cubicBezTo>
                      <a:pt x="447659" y="253101"/>
                      <a:pt x="447665" y="260020"/>
                      <a:pt x="447676" y="266938"/>
                    </a:cubicBezTo>
                    <a:cubicBezTo>
                      <a:pt x="447684" y="272967"/>
                      <a:pt x="447690" y="278995"/>
                      <a:pt x="447692" y="285023"/>
                    </a:cubicBezTo>
                    <a:cubicBezTo>
                      <a:pt x="447693" y="288217"/>
                      <a:pt x="447696" y="291411"/>
                      <a:pt x="447703" y="294605"/>
                    </a:cubicBezTo>
                    <a:cubicBezTo>
                      <a:pt x="447710" y="298164"/>
                      <a:pt x="447710" y="301724"/>
                      <a:pt x="447710" y="305284"/>
                    </a:cubicBezTo>
                    <a:cubicBezTo>
                      <a:pt x="447713" y="306350"/>
                      <a:pt x="447716" y="307417"/>
                      <a:pt x="447719" y="308516"/>
                    </a:cubicBezTo>
                    <a:cubicBezTo>
                      <a:pt x="447718" y="309480"/>
                      <a:pt x="447717" y="310444"/>
                      <a:pt x="447716" y="311437"/>
                    </a:cubicBezTo>
                    <a:cubicBezTo>
                      <a:pt x="447717" y="312701"/>
                      <a:pt x="447717" y="312701"/>
                      <a:pt x="447718" y="313991"/>
                    </a:cubicBezTo>
                    <a:cubicBezTo>
                      <a:pt x="447608" y="315888"/>
                      <a:pt x="447608" y="315888"/>
                      <a:pt x="446714" y="316782"/>
                    </a:cubicBezTo>
                    <a:cubicBezTo>
                      <a:pt x="445332" y="316872"/>
                      <a:pt x="443946" y="316900"/>
                      <a:pt x="442561" y="316903"/>
                    </a:cubicBezTo>
                    <a:cubicBezTo>
                      <a:pt x="441657" y="316908"/>
                      <a:pt x="440754" y="316912"/>
                      <a:pt x="439823" y="316916"/>
                    </a:cubicBezTo>
                    <a:cubicBezTo>
                      <a:pt x="438818" y="316917"/>
                      <a:pt x="437813" y="316917"/>
                      <a:pt x="436778" y="316917"/>
                    </a:cubicBezTo>
                    <a:cubicBezTo>
                      <a:pt x="435191" y="316923"/>
                      <a:pt x="435191" y="316923"/>
                      <a:pt x="433572" y="316929"/>
                    </a:cubicBezTo>
                    <a:cubicBezTo>
                      <a:pt x="430622" y="316938"/>
                      <a:pt x="427672" y="316944"/>
                      <a:pt x="424722" y="316948"/>
                    </a:cubicBezTo>
                    <a:cubicBezTo>
                      <a:pt x="421546" y="316953"/>
                      <a:pt x="418369" y="316964"/>
                      <a:pt x="415193" y="316974"/>
                    </a:cubicBezTo>
                    <a:cubicBezTo>
                      <a:pt x="409685" y="316990"/>
                      <a:pt x="404177" y="317003"/>
                      <a:pt x="398669" y="317014"/>
                    </a:cubicBezTo>
                    <a:cubicBezTo>
                      <a:pt x="390703" y="317031"/>
                      <a:pt x="382738" y="317053"/>
                      <a:pt x="374772" y="317076"/>
                    </a:cubicBezTo>
                    <a:cubicBezTo>
                      <a:pt x="361847" y="317115"/>
                      <a:pt x="348922" y="317150"/>
                      <a:pt x="335997" y="317182"/>
                    </a:cubicBezTo>
                    <a:cubicBezTo>
                      <a:pt x="335223" y="317184"/>
                      <a:pt x="334448" y="317186"/>
                      <a:pt x="333651" y="317188"/>
                    </a:cubicBezTo>
                    <a:cubicBezTo>
                      <a:pt x="328155" y="317202"/>
                      <a:pt x="322659" y="317215"/>
                      <a:pt x="317163" y="317229"/>
                    </a:cubicBezTo>
                    <a:cubicBezTo>
                      <a:pt x="310887" y="317244"/>
                      <a:pt x="304610" y="317260"/>
                      <a:pt x="298334" y="317275"/>
                    </a:cubicBezTo>
                    <a:cubicBezTo>
                      <a:pt x="297175" y="317278"/>
                      <a:pt x="297175" y="317278"/>
                      <a:pt x="295992" y="317281"/>
                    </a:cubicBezTo>
                    <a:cubicBezTo>
                      <a:pt x="283118" y="317313"/>
                      <a:pt x="270243" y="317349"/>
                      <a:pt x="257369" y="317387"/>
                    </a:cubicBezTo>
                    <a:cubicBezTo>
                      <a:pt x="249420" y="317411"/>
                      <a:pt x="241472" y="317431"/>
                      <a:pt x="233523" y="317447"/>
                    </a:cubicBezTo>
                    <a:cubicBezTo>
                      <a:pt x="228079" y="317459"/>
                      <a:pt x="222636" y="317473"/>
                      <a:pt x="217192" y="317490"/>
                    </a:cubicBezTo>
                    <a:cubicBezTo>
                      <a:pt x="214047" y="317499"/>
                      <a:pt x="210903" y="317508"/>
                      <a:pt x="207758" y="317512"/>
                    </a:cubicBezTo>
                    <a:cubicBezTo>
                      <a:pt x="204355" y="317517"/>
                      <a:pt x="200953" y="317528"/>
                      <a:pt x="197550" y="317540"/>
                    </a:cubicBezTo>
                    <a:cubicBezTo>
                      <a:pt x="196547" y="317540"/>
                      <a:pt x="195544" y="317541"/>
                      <a:pt x="194511" y="317541"/>
                    </a:cubicBezTo>
                    <a:cubicBezTo>
                      <a:pt x="193605" y="317545"/>
                      <a:pt x="192699" y="317550"/>
                      <a:pt x="191766" y="317554"/>
                    </a:cubicBezTo>
                    <a:cubicBezTo>
                      <a:pt x="190980" y="317556"/>
                      <a:pt x="190193" y="317558"/>
                      <a:pt x="189383" y="317560"/>
                    </a:cubicBezTo>
                    <a:cubicBezTo>
                      <a:pt x="187449" y="317555"/>
                      <a:pt x="187449" y="317555"/>
                      <a:pt x="185713" y="318569"/>
                    </a:cubicBezTo>
                    <a:cubicBezTo>
                      <a:pt x="186803" y="320974"/>
                      <a:pt x="186803" y="320974"/>
                      <a:pt x="188394" y="323039"/>
                    </a:cubicBezTo>
                    <a:cubicBezTo>
                      <a:pt x="188494" y="325663"/>
                      <a:pt x="188535" y="328267"/>
                      <a:pt x="188538" y="330892"/>
                    </a:cubicBezTo>
                    <a:cubicBezTo>
                      <a:pt x="188543" y="331717"/>
                      <a:pt x="188547" y="332541"/>
                      <a:pt x="188552" y="333390"/>
                    </a:cubicBezTo>
                    <a:cubicBezTo>
                      <a:pt x="188565" y="336129"/>
                      <a:pt x="188571" y="338868"/>
                      <a:pt x="188576" y="341607"/>
                    </a:cubicBezTo>
                    <a:cubicBezTo>
                      <a:pt x="188581" y="343503"/>
                      <a:pt x="188586" y="345399"/>
                      <a:pt x="188591" y="347295"/>
                    </a:cubicBezTo>
                    <a:cubicBezTo>
                      <a:pt x="188600" y="351276"/>
                      <a:pt x="188606" y="355257"/>
                      <a:pt x="188609" y="359238"/>
                    </a:cubicBezTo>
                    <a:cubicBezTo>
                      <a:pt x="188614" y="364347"/>
                      <a:pt x="188635" y="369456"/>
                      <a:pt x="188661" y="374565"/>
                    </a:cubicBezTo>
                    <a:cubicBezTo>
                      <a:pt x="188677" y="378483"/>
                      <a:pt x="188682" y="382402"/>
                      <a:pt x="188683" y="386320"/>
                    </a:cubicBezTo>
                    <a:cubicBezTo>
                      <a:pt x="188686" y="388204"/>
                      <a:pt x="188693" y="390088"/>
                      <a:pt x="188705" y="391971"/>
                    </a:cubicBezTo>
                    <a:cubicBezTo>
                      <a:pt x="188720" y="394604"/>
                      <a:pt x="188718" y="397236"/>
                      <a:pt x="188713" y="399868"/>
                    </a:cubicBezTo>
                    <a:cubicBezTo>
                      <a:pt x="188721" y="400651"/>
                      <a:pt x="188729" y="401434"/>
                      <a:pt x="188738" y="402241"/>
                    </a:cubicBezTo>
                    <a:cubicBezTo>
                      <a:pt x="188700" y="407627"/>
                      <a:pt x="188700" y="407627"/>
                      <a:pt x="187033" y="409404"/>
                    </a:cubicBezTo>
                    <a:cubicBezTo>
                      <a:pt x="186597" y="409810"/>
                      <a:pt x="186161" y="410216"/>
                      <a:pt x="185713" y="410635"/>
                    </a:cubicBezTo>
                    <a:cubicBezTo>
                      <a:pt x="185713" y="411225"/>
                      <a:pt x="185713" y="411815"/>
                      <a:pt x="185713" y="412423"/>
                    </a:cubicBezTo>
                    <a:cubicBezTo>
                      <a:pt x="188002" y="413568"/>
                      <a:pt x="189622" y="413434"/>
                      <a:pt x="192187" y="413441"/>
                    </a:cubicBezTo>
                    <a:cubicBezTo>
                      <a:pt x="193687" y="413448"/>
                      <a:pt x="193687" y="413448"/>
                      <a:pt x="195217" y="413455"/>
                    </a:cubicBezTo>
                    <a:cubicBezTo>
                      <a:pt x="196325" y="413456"/>
                      <a:pt x="197433" y="413457"/>
                      <a:pt x="198574" y="413458"/>
                    </a:cubicBezTo>
                    <a:cubicBezTo>
                      <a:pt x="200328" y="413465"/>
                      <a:pt x="200328" y="413465"/>
                      <a:pt x="202118" y="413471"/>
                    </a:cubicBezTo>
                    <a:cubicBezTo>
                      <a:pt x="205375" y="413484"/>
                      <a:pt x="208632" y="413490"/>
                      <a:pt x="211889" y="413496"/>
                    </a:cubicBezTo>
                    <a:cubicBezTo>
                      <a:pt x="215398" y="413503"/>
                      <a:pt x="218906" y="413515"/>
                      <a:pt x="222415" y="413527"/>
                    </a:cubicBezTo>
                    <a:cubicBezTo>
                      <a:pt x="228497" y="413546"/>
                      <a:pt x="234579" y="413563"/>
                      <a:pt x="240661" y="413577"/>
                    </a:cubicBezTo>
                    <a:cubicBezTo>
                      <a:pt x="249454" y="413597"/>
                      <a:pt x="258248" y="413622"/>
                      <a:pt x="267042" y="413648"/>
                    </a:cubicBezTo>
                    <a:cubicBezTo>
                      <a:pt x="281308" y="413691"/>
                      <a:pt x="295574" y="413730"/>
                      <a:pt x="309840" y="413766"/>
                    </a:cubicBezTo>
                    <a:cubicBezTo>
                      <a:pt x="323701" y="413801"/>
                      <a:pt x="337562" y="413838"/>
                      <a:pt x="351423" y="413878"/>
                    </a:cubicBezTo>
                    <a:cubicBezTo>
                      <a:pt x="352704" y="413881"/>
                      <a:pt x="352704" y="413881"/>
                      <a:pt x="354010" y="413885"/>
                    </a:cubicBezTo>
                    <a:cubicBezTo>
                      <a:pt x="358294" y="413897"/>
                      <a:pt x="362578" y="413910"/>
                      <a:pt x="366861" y="413922"/>
                    </a:cubicBezTo>
                    <a:cubicBezTo>
                      <a:pt x="402417" y="414024"/>
                      <a:pt x="437973" y="414119"/>
                      <a:pt x="473530" y="414210"/>
                    </a:cubicBezTo>
                    <a:cubicBezTo>
                      <a:pt x="473678" y="416031"/>
                      <a:pt x="473824" y="417852"/>
                      <a:pt x="473969" y="419673"/>
                    </a:cubicBezTo>
                    <a:cubicBezTo>
                      <a:pt x="474092" y="421194"/>
                      <a:pt x="474092" y="421194"/>
                      <a:pt x="474217" y="422745"/>
                    </a:cubicBezTo>
                    <a:cubicBezTo>
                      <a:pt x="474540" y="427573"/>
                      <a:pt x="474548" y="432388"/>
                      <a:pt x="474539" y="437225"/>
                    </a:cubicBezTo>
                    <a:cubicBezTo>
                      <a:pt x="474541" y="438297"/>
                      <a:pt x="474542" y="439370"/>
                      <a:pt x="474544" y="440475"/>
                    </a:cubicBezTo>
                    <a:cubicBezTo>
                      <a:pt x="474547" y="443378"/>
                      <a:pt x="474546" y="446281"/>
                      <a:pt x="474543" y="449184"/>
                    </a:cubicBezTo>
                    <a:cubicBezTo>
                      <a:pt x="474541" y="452239"/>
                      <a:pt x="474543" y="455295"/>
                      <a:pt x="474545" y="458351"/>
                    </a:cubicBezTo>
                    <a:cubicBezTo>
                      <a:pt x="474546" y="463473"/>
                      <a:pt x="474544" y="468595"/>
                      <a:pt x="474540" y="473718"/>
                    </a:cubicBezTo>
                    <a:cubicBezTo>
                      <a:pt x="474535" y="479626"/>
                      <a:pt x="474537" y="485535"/>
                      <a:pt x="474542" y="491444"/>
                    </a:cubicBezTo>
                    <a:cubicBezTo>
                      <a:pt x="474546" y="496540"/>
                      <a:pt x="474546" y="501636"/>
                      <a:pt x="474544" y="506732"/>
                    </a:cubicBezTo>
                    <a:cubicBezTo>
                      <a:pt x="474542" y="509766"/>
                      <a:pt x="474542" y="512800"/>
                      <a:pt x="474545" y="515834"/>
                    </a:cubicBezTo>
                    <a:cubicBezTo>
                      <a:pt x="474547" y="519211"/>
                      <a:pt x="474544" y="522589"/>
                      <a:pt x="474539" y="525966"/>
                    </a:cubicBezTo>
                    <a:cubicBezTo>
                      <a:pt x="474541" y="526962"/>
                      <a:pt x="474543" y="527958"/>
                      <a:pt x="474545" y="528984"/>
                    </a:cubicBezTo>
                    <a:cubicBezTo>
                      <a:pt x="474542" y="529908"/>
                      <a:pt x="474540" y="530832"/>
                      <a:pt x="474537" y="531785"/>
                    </a:cubicBezTo>
                    <a:cubicBezTo>
                      <a:pt x="474537" y="532581"/>
                      <a:pt x="474536" y="533378"/>
                      <a:pt x="474536" y="534198"/>
                    </a:cubicBezTo>
                    <a:cubicBezTo>
                      <a:pt x="474402" y="537145"/>
                      <a:pt x="473961" y="540007"/>
                      <a:pt x="473530" y="542924"/>
                    </a:cubicBezTo>
                    <a:cubicBezTo>
                      <a:pt x="429059" y="542939"/>
                      <a:pt x="384589" y="542953"/>
                      <a:pt x="340119" y="542961"/>
                    </a:cubicBezTo>
                    <a:cubicBezTo>
                      <a:pt x="339461" y="542962"/>
                      <a:pt x="338804" y="542962"/>
                      <a:pt x="338126" y="542962"/>
                    </a:cubicBezTo>
                    <a:cubicBezTo>
                      <a:pt x="323836" y="542965"/>
                      <a:pt x="309545" y="542967"/>
                      <a:pt x="295255" y="542969"/>
                    </a:cubicBezTo>
                    <a:cubicBezTo>
                      <a:pt x="288247" y="542970"/>
                      <a:pt x="281239" y="542972"/>
                      <a:pt x="274232" y="542973"/>
                    </a:cubicBezTo>
                    <a:cubicBezTo>
                      <a:pt x="273535" y="542973"/>
                      <a:pt x="272837" y="542973"/>
                      <a:pt x="272119" y="542973"/>
                    </a:cubicBezTo>
                    <a:cubicBezTo>
                      <a:pt x="249495" y="542977"/>
                      <a:pt x="226871" y="542984"/>
                      <a:pt x="204247" y="542992"/>
                    </a:cubicBezTo>
                    <a:cubicBezTo>
                      <a:pt x="181008" y="543000"/>
                      <a:pt x="157768" y="543006"/>
                      <a:pt x="134529" y="543008"/>
                    </a:cubicBezTo>
                    <a:cubicBezTo>
                      <a:pt x="131251" y="543008"/>
                      <a:pt x="127972" y="543008"/>
                      <a:pt x="124693" y="543008"/>
                    </a:cubicBezTo>
                    <a:cubicBezTo>
                      <a:pt x="124048" y="543009"/>
                      <a:pt x="123403" y="543009"/>
                      <a:pt x="122738" y="543009"/>
                    </a:cubicBezTo>
                    <a:cubicBezTo>
                      <a:pt x="112329" y="543010"/>
                      <a:pt x="101920" y="543014"/>
                      <a:pt x="91512" y="543019"/>
                    </a:cubicBezTo>
                    <a:cubicBezTo>
                      <a:pt x="81060" y="543024"/>
                      <a:pt x="70609" y="543026"/>
                      <a:pt x="60157" y="543025"/>
                    </a:cubicBezTo>
                    <a:cubicBezTo>
                      <a:pt x="54489" y="543025"/>
                      <a:pt x="48821" y="543025"/>
                      <a:pt x="43153" y="543030"/>
                    </a:cubicBezTo>
                    <a:cubicBezTo>
                      <a:pt x="37973" y="543035"/>
                      <a:pt x="32793" y="543035"/>
                      <a:pt x="27614" y="543032"/>
                    </a:cubicBezTo>
                    <a:cubicBezTo>
                      <a:pt x="25731" y="543031"/>
                      <a:pt x="23848" y="543033"/>
                      <a:pt x="21965" y="543035"/>
                    </a:cubicBezTo>
                    <a:cubicBezTo>
                      <a:pt x="19424" y="543039"/>
                      <a:pt x="16883" y="543037"/>
                      <a:pt x="14341" y="543034"/>
                    </a:cubicBezTo>
                    <a:cubicBezTo>
                      <a:pt x="13222" y="543037"/>
                      <a:pt x="13222" y="543037"/>
                      <a:pt x="12080" y="543041"/>
                    </a:cubicBezTo>
                    <a:cubicBezTo>
                      <a:pt x="7046" y="543026"/>
                      <a:pt x="7046" y="543026"/>
                      <a:pt x="6050" y="542030"/>
                    </a:cubicBezTo>
                    <a:cubicBezTo>
                      <a:pt x="5964" y="540840"/>
                      <a:pt x="5939" y="539645"/>
                      <a:pt x="5939" y="538451"/>
                    </a:cubicBezTo>
                    <a:cubicBezTo>
                      <a:pt x="5936" y="537286"/>
                      <a:pt x="5936" y="537286"/>
                      <a:pt x="5933" y="536096"/>
                    </a:cubicBezTo>
                    <a:cubicBezTo>
                      <a:pt x="5936" y="535231"/>
                      <a:pt x="5938" y="534366"/>
                      <a:pt x="5940" y="533474"/>
                    </a:cubicBezTo>
                    <a:cubicBezTo>
                      <a:pt x="5939" y="532560"/>
                      <a:pt x="5938" y="531646"/>
                      <a:pt x="5937" y="530705"/>
                    </a:cubicBezTo>
                    <a:cubicBezTo>
                      <a:pt x="5935" y="527600"/>
                      <a:pt x="5939" y="524496"/>
                      <a:pt x="5943" y="521392"/>
                    </a:cubicBezTo>
                    <a:cubicBezTo>
                      <a:pt x="5942" y="519161"/>
                      <a:pt x="5942" y="516930"/>
                      <a:pt x="5941" y="514698"/>
                    </a:cubicBezTo>
                    <a:cubicBezTo>
                      <a:pt x="5939" y="509826"/>
                      <a:pt x="5940" y="504953"/>
                      <a:pt x="5944" y="500081"/>
                    </a:cubicBezTo>
                    <a:cubicBezTo>
                      <a:pt x="5949" y="492835"/>
                      <a:pt x="5949" y="485590"/>
                      <a:pt x="5949" y="478344"/>
                    </a:cubicBezTo>
                    <a:cubicBezTo>
                      <a:pt x="5948" y="466158"/>
                      <a:pt x="5951" y="453972"/>
                      <a:pt x="5956" y="441786"/>
                    </a:cubicBezTo>
                    <a:cubicBezTo>
                      <a:pt x="5961" y="429715"/>
                      <a:pt x="5965" y="417643"/>
                      <a:pt x="5966" y="405572"/>
                    </a:cubicBezTo>
                    <a:cubicBezTo>
                      <a:pt x="5966" y="404822"/>
                      <a:pt x="5966" y="404072"/>
                      <a:pt x="5966" y="403300"/>
                    </a:cubicBezTo>
                    <a:cubicBezTo>
                      <a:pt x="5966" y="399493"/>
                      <a:pt x="5966" y="395686"/>
                      <a:pt x="5967" y="391879"/>
                    </a:cubicBezTo>
                    <a:cubicBezTo>
                      <a:pt x="5968" y="364893"/>
                      <a:pt x="5974" y="337906"/>
                      <a:pt x="5983" y="310919"/>
                    </a:cubicBezTo>
                    <a:cubicBezTo>
                      <a:pt x="5991" y="284696"/>
                      <a:pt x="5997" y="258473"/>
                      <a:pt x="6001" y="232250"/>
                    </a:cubicBezTo>
                    <a:cubicBezTo>
                      <a:pt x="6001" y="231442"/>
                      <a:pt x="6001" y="230635"/>
                      <a:pt x="6002" y="229802"/>
                    </a:cubicBezTo>
                    <a:cubicBezTo>
                      <a:pt x="6003" y="221690"/>
                      <a:pt x="6004" y="213578"/>
                      <a:pt x="6005" y="205465"/>
                    </a:cubicBezTo>
                    <a:cubicBezTo>
                      <a:pt x="6007" y="188939"/>
                      <a:pt x="6010" y="172412"/>
                      <a:pt x="6013" y="155885"/>
                    </a:cubicBezTo>
                    <a:cubicBezTo>
                      <a:pt x="6013" y="155125"/>
                      <a:pt x="6013" y="154365"/>
                      <a:pt x="6013" y="153582"/>
                    </a:cubicBezTo>
                    <a:cubicBezTo>
                      <a:pt x="6021" y="102807"/>
                      <a:pt x="6035" y="52031"/>
                      <a:pt x="6050" y="1256"/>
                    </a:cubicBezTo>
                    <a:cubicBezTo>
                      <a:pt x="9431" y="129"/>
                      <a:pt x="12586" y="238"/>
                      <a:pt x="16108" y="247"/>
                    </a:cubicBezTo>
                    <a:close/>
                  </a:path>
                </a:pathLst>
              </a:custGeom>
              <a:grpFill/>
              <a:ln w="894" cap="flat">
                <a:noFill/>
                <a:prstDash val="solid"/>
                <a:miter/>
              </a:ln>
            </p:spPr>
            <p:txBody>
              <a:bodyPr rtlCol="0" anchor="ctr"/>
              <a:lstStyle/>
              <a:p>
                <a:endParaRPr lang="zh-CN" altLang="en-US"/>
              </a:p>
            </p:txBody>
          </p:sp>
          <p:sp>
            <p:nvSpPr>
              <p:cNvPr id="49" name="任意多边形: 形状 48"/>
              <p:cNvSpPr/>
              <p:nvPr/>
            </p:nvSpPr>
            <p:spPr>
              <a:xfrm>
                <a:off x="6559069" y="3441921"/>
                <a:ext cx="598157" cy="542808"/>
              </a:xfrm>
              <a:custGeom>
                <a:avLst/>
                <a:gdLst>
                  <a:gd name="connsiteX0" fmla="*/ 295151 w 598157"/>
                  <a:gd name="connsiteY0" fmla="*/ 163880 h 542808"/>
                  <a:gd name="connsiteX1" fmla="*/ 292234 w 598157"/>
                  <a:gd name="connsiteY1" fmla="*/ 174779 h 542808"/>
                  <a:gd name="connsiteX2" fmla="*/ 292302 w 598157"/>
                  <a:gd name="connsiteY2" fmla="*/ 177120 h 542808"/>
                  <a:gd name="connsiteX3" fmla="*/ 292375 w 598157"/>
                  <a:gd name="connsiteY3" fmla="*/ 181774 h 542808"/>
                  <a:gd name="connsiteX4" fmla="*/ 292470 w 598157"/>
                  <a:gd name="connsiteY4" fmla="*/ 185332 h 542808"/>
                  <a:gd name="connsiteX5" fmla="*/ 288000 w 598157"/>
                  <a:gd name="connsiteY5" fmla="*/ 185332 h 542808"/>
                  <a:gd name="connsiteX6" fmla="*/ 285928 w 598157"/>
                  <a:gd name="connsiteY6" fmla="*/ 189210 h 542808"/>
                  <a:gd name="connsiteX7" fmla="*/ 285843 w 598157"/>
                  <a:gd name="connsiteY7" fmla="*/ 191792 h 542808"/>
                  <a:gd name="connsiteX8" fmla="*/ 285738 w 598157"/>
                  <a:gd name="connsiteY8" fmla="*/ 194585 h 542808"/>
                  <a:gd name="connsiteX9" fmla="*/ 285654 w 598157"/>
                  <a:gd name="connsiteY9" fmla="*/ 197511 h 542808"/>
                  <a:gd name="connsiteX10" fmla="*/ 285373 w 598157"/>
                  <a:gd name="connsiteY10" fmla="*/ 205819 h 542808"/>
                  <a:gd name="connsiteX11" fmla="*/ 285319 w 598157"/>
                  <a:gd name="connsiteY11" fmla="*/ 207678 h 542808"/>
                  <a:gd name="connsiteX12" fmla="*/ 282637 w 598157"/>
                  <a:gd name="connsiteY12" fmla="*/ 207678 h 542808"/>
                  <a:gd name="connsiteX13" fmla="*/ 279651 w 598157"/>
                  <a:gd name="connsiteY13" fmla="*/ 213301 h 542808"/>
                  <a:gd name="connsiteX14" fmla="*/ 279694 w 598157"/>
                  <a:gd name="connsiteY14" fmla="*/ 215513 h 542808"/>
                  <a:gd name="connsiteX15" fmla="*/ 279720 w 598157"/>
                  <a:gd name="connsiteY15" fmla="*/ 217923 h 542808"/>
                  <a:gd name="connsiteX16" fmla="*/ 279788 w 598157"/>
                  <a:gd name="connsiteY16" fmla="*/ 220415 h 542808"/>
                  <a:gd name="connsiteX17" fmla="*/ 279913 w 598157"/>
                  <a:gd name="connsiteY17" fmla="*/ 227546 h 542808"/>
                  <a:gd name="connsiteX18" fmla="*/ 279956 w 598157"/>
                  <a:gd name="connsiteY18" fmla="*/ 229130 h 542808"/>
                  <a:gd name="connsiteX19" fmla="*/ 275487 w 598157"/>
                  <a:gd name="connsiteY19" fmla="*/ 229130 h 542808"/>
                  <a:gd name="connsiteX20" fmla="*/ 272569 w 598157"/>
                  <a:gd name="connsiteY20" fmla="*/ 239712 h 542808"/>
                  <a:gd name="connsiteX21" fmla="*/ 272637 w 598157"/>
                  <a:gd name="connsiteY21" fmla="*/ 241924 h 542808"/>
                  <a:gd name="connsiteX22" fmla="*/ 272711 w 598157"/>
                  <a:gd name="connsiteY22" fmla="*/ 246326 h 542808"/>
                  <a:gd name="connsiteX23" fmla="*/ 272805 w 598157"/>
                  <a:gd name="connsiteY23" fmla="*/ 249689 h 542808"/>
                  <a:gd name="connsiteX24" fmla="*/ 269230 w 598157"/>
                  <a:gd name="connsiteY24" fmla="*/ 249689 h 542808"/>
                  <a:gd name="connsiteX25" fmla="*/ 266162 w 598157"/>
                  <a:gd name="connsiteY25" fmla="*/ 254316 h 542808"/>
                  <a:gd name="connsiteX26" fmla="*/ 266091 w 598157"/>
                  <a:gd name="connsiteY26" fmla="*/ 256543 h 542808"/>
                  <a:gd name="connsiteX27" fmla="*/ 265995 w 598157"/>
                  <a:gd name="connsiteY27" fmla="*/ 258961 h 542808"/>
                  <a:gd name="connsiteX28" fmla="*/ 265934 w 598157"/>
                  <a:gd name="connsiteY28" fmla="*/ 261476 h 542808"/>
                  <a:gd name="connsiteX29" fmla="*/ 265694 w 598157"/>
                  <a:gd name="connsiteY29" fmla="*/ 268649 h 542808"/>
                  <a:gd name="connsiteX30" fmla="*/ 265654 w 598157"/>
                  <a:gd name="connsiteY30" fmla="*/ 270247 h 542808"/>
                  <a:gd name="connsiteX31" fmla="*/ 261185 w 598157"/>
                  <a:gd name="connsiteY31" fmla="*/ 271141 h 542808"/>
                  <a:gd name="connsiteX32" fmla="*/ 260190 w 598157"/>
                  <a:gd name="connsiteY32" fmla="*/ 275768 h 542808"/>
                  <a:gd name="connsiteX33" fmla="*/ 260204 w 598157"/>
                  <a:gd name="connsiteY33" fmla="*/ 277995 h 542808"/>
                  <a:gd name="connsiteX34" fmla="*/ 260213 w 598157"/>
                  <a:gd name="connsiteY34" fmla="*/ 280413 h 542808"/>
                  <a:gd name="connsiteX35" fmla="*/ 260235 w 598157"/>
                  <a:gd name="connsiteY35" fmla="*/ 282929 h 542808"/>
                  <a:gd name="connsiteX36" fmla="*/ 260277 w 598157"/>
                  <a:gd name="connsiteY36" fmla="*/ 290101 h 542808"/>
                  <a:gd name="connsiteX37" fmla="*/ 260291 w 598157"/>
                  <a:gd name="connsiteY37" fmla="*/ 291699 h 542808"/>
                  <a:gd name="connsiteX38" fmla="*/ 255822 w 598157"/>
                  <a:gd name="connsiteY38" fmla="*/ 291699 h 542808"/>
                  <a:gd name="connsiteX39" fmla="*/ 253749 w 598157"/>
                  <a:gd name="connsiteY39" fmla="*/ 296326 h 542808"/>
                  <a:gd name="connsiteX40" fmla="*/ 253664 w 598157"/>
                  <a:gd name="connsiteY40" fmla="*/ 298553 h 542808"/>
                  <a:gd name="connsiteX41" fmla="*/ 253560 w 598157"/>
                  <a:gd name="connsiteY41" fmla="*/ 300971 h 542808"/>
                  <a:gd name="connsiteX42" fmla="*/ 253476 w 598157"/>
                  <a:gd name="connsiteY42" fmla="*/ 303487 h 542808"/>
                  <a:gd name="connsiteX43" fmla="*/ 253194 w 598157"/>
                  <a:gd name="connsiteY43" fmla="*/ 310659 h 542808"/>
                  <a:gd name="connsiteX44" fmla="*/ 253141 w 598157"/>
                  <a:gd name="connsiteY44" fmla="*/ 312258 h 542808"/>
                  <a:gd name="connsiteX45" fmla="*/ 249565 w 598157"/>
                  <a:gd name="connsiteY45" fmla="*/ 312258 h 542808"/>
                  <a:gd name="connsiteX46" fmla="*/ 247180 w 598157"/>
                  <a:gd name="connsiteY46" fmla="*/ 316605 h 542808"/>
                  <a:gd name="connsiteX47" fmla="*/ 246716 w 598157"/>
                  <a:gd name="connsiteY47" fmla="*/ 319688 h 542808"/>
                  <a:gd name="connsiteX48" fmla="*/ 246884 w 598157"/>
                  <a:gd name="connsiteY48" fmla="*/ 330135 h 542808"/>
                  <a:gd name="connsiteX49" fmla="*/ 282426 w 598157"/>
                  <a:gd name="connsiteY49" fmla="*/ 330178 h 542808"/>
                  <a:gd name="connsiteX50" fmla="*/ 302342 w 598157"/>
                  <a:gd name="connsiteY50" fmla="*/ 330199 h 542808"/>
                  <a:gd name="connsiteX51" fmla="*/ 318278 w 598157"/>
                  <a:gd name="connsiteY51" fmla="*/ 330218 h 542808"/>
                  <a:gd name="connsiteX52" fmla="*/ 325008 w 598157"/>
                  <a:gd name="connsiteY52" fmla="*/ 330222 h 542808"/>
                  <a:gd name="connsiteX53" fmla="*/ 334743 w 598157"/>
                  <a:gd name="connsiteY53" fmla="*/ 330236 h 542808"/>
                  <a:gd name="connsiteX54" fmla="*/ 337703 w 598157"/>
                  <a:gd name="connsiteY54" fmla="*/ 330236 h 542808"/>
                  <a:gd name="connsiteX55" fmla="*/ 340530 w 598157"/>
                  <a:gd name="connsiteY55" fmla="*/ 330246 h 542808"/>
                  <a:gd name="connsiteX56" fmla="*/ 343086 w 598157"/>
                  <a:gd name="connsiteY56" fmla="*/ 330242 h 542808"/>
                  <a:gd name="connsiteX57" fmla="*/ 345320 w 598157"/>
                  <a:gd name="connsiteY57" fmla="*/ 330245 h 542808"/>
                  <a:gd name="connsiteX58" fmla="*/ 347888 w 598157"/>
                  <a:gd name="connsiteY58" fmla="*/ 329241 h 542808"/>
                  <a:gd name="connsiteX59" fmla="*/ 345262 w 598157"/>
                  <a:gd name="connsiteY59" fmla="*/ 319353 h 542808"/>
                  <a:gd name="connsiteX60" fmla="*/ 344902 w 598157"/>
                  <a:gd name="connsiteY60" fmla="*/ 316025 h 542808"/>
                  <a:gd name="connsiteX61" fmla="*/ 341631 w 598157"/>
                  <a:gd name="connsiteY61" fmla="*/ 310470 h 542808"/>
                  <a:gd name="connsiteX62" fmla="*/ 338949 w 598157"/>
                  <a:gd name="connsiteY62" fmla="*/ 311364 h 542808"/>
                  <a:gd name="connsiteX63" fmla="*/ 338719 w 598157"/>
                  <a:gd name="connsiteY63" fmla="*/ 304461 h 542808"/>
                  <a:gd name="connsiteX64" fmla="*/ 338614 w 598157"/>
                  <a:gd name="connsiteY64" fmla="*/ 301643 h 542808"/>
                  <a:gd name="connsiteX65" fmla="*/ 338530 w 598157"/>
                  <a:gd name="connsiteY65" fmla="*/ 298847 h 542808"/>
                  <a:gd name="connsiteX66" fmla="*/ 338426 w 598157"/>
                  <a:gd name="connsiteY66" fmla="*/ 296176 h 542808"/>
                  <a:gd name="connsiteX67" fmla="*/ 338056 w 598157"/>
                  <a:gd name="connsiteY67" fmla="*/ 291699 h 542808"/>
                  <a:gd name="connsiteX68" fmla="*/ 333922 w 598157"/>
                  <a:gd name="connsiteY68" fmla="*/ 289800 h 542808"/>
                  <a:gd name="connsiteX69" fmla="*/ 331799 w 598157"/>
                  <a:gd name="connsiteY69" fmla="*/ 289912 h 542808"/>
                  <a:gd name="connsiteX70" fmla="*/ 331886 w 598157"/>
                  <a:gd name="connsiteY70" fmla="*/ 283327 h 542808"/>
                  <a:gd name="connsiteX71" fmla="*/ 331910 w 598157"/>
                  <a:gd name="connsiteY71" fmla="*/ 280638 h 542808"/>
                  <a:gd name="connsiteX72" fmla="*/ 331956 w 598157"/>
                  <a:gd name="connsiteY72" fmla="*/ 277971 h 542808"/>
                  <a:gd name="connsiteX73" fmla="*/ 331973 w 598157"/>
                  <a:gd name="connsiteY73" fmla="*/ 275422 h 542808"/>
                  <a:gd name="connsiteX74" fmla="*/ 331799 w 598157"/>
                  <a:gd name="connsiteY74" fmla="*/ 271141 h 542808"/>
                  <a:gd name="connsiteX75" fmla="*/ 327665 w 598157"/>
                  <a:gd name="connsiteY75" fmla="*/ 269242 h 542808"/>
                  <a:gd name="connsiteX76" fmla="*/ 325542 w 598157"/>
                  <a:gd name="connsiteY76" fmla="*/ 269353 h 542808"/>
                  <a:gd name="connsiteX77" fmla="*/ 325629 w 598157"/>
                  <a:gd name="connsiteY77" fmla="*/ 263130 h 542808"/>
                  <a:gd name="connsiteX78" fmla="*/ 325653 w 598157"/>
                  <a:gd name="connsiteY78" fmla="*/ 260582 h 542808"/>
                  <a:gd name="connsiteX79" fmla="*/ 325699 w 598157"/>
                  <a:gd name="connsiteY79" fmla="*/ 258067 h 542808"/>
                  <a:gd name="connsiteX80" fmla="*/ 325716 w 598157"/>
                  <a:gd name="connsiteY80" fmla="*/ 255649 h 542808"/>
                  <a:gd name="connsiteX81" fmla="*/ 325542 w 598157"/>
                  <a:gd name="connsiteY81" fmla="*/ 251476 h 542808"/>
                  <a:gd name="connsiteX82" fmla="*/ 321855 w 598157"/>
                  <a:gd name="connsiteY82" fmla="*/ 248180 h 542808"/>
                  <a:gd name="connsiteX83" fmla="*/ 320179 w 598157"/>
                  <a:gd name="connsiteY83" fmla="*/ 247901 h 542808"/>
                  <a:gd name="connsiteX84" fmla="*/ 319948 w 598157"/>
                  <a:gd name="connsiteY84" fmla="*/ 243079 h 542808"/>
                  <a:gd name="connsiteX85" fmla="*/ 319843 w 598157"/>
                  <a:gd name="connsiteY85" fmla="*/ 241086 h 542808"/>
                  <a:gd name="connsiteX86" fmla="*/ 318635 w 598157"/>
                  <a:gd name="connsiteY86" fmla="*/ 230562 h 542808"/>
                  <a:gd name="connsiteX87" fmla="*/ 315151 w 598157"/>
                  <a:gd name="connsiteY87" fmla="*/ 227008 h 542808"/>
                  <a:gd name="connsiteX88" fmla="*/ 313028 w 598157"/>
                  <a:gd name="connsiteY88" fmla="*/ 226449 h 542808"/>
                  <a:gd name="connsiteX89" fmla="*/ 312754 w 598157"/>
                  <a:gd name="connsiteY89" fmla="*/ 220182 h 542808"/>
                  <a:gd name="connsiteX90" fmla="*/ 312637 w 598157"/>
                  <a:gd name="connsiteY90" fmla="*/ 217622 h 542808"/>
                  <a:gd name="connsiteX91" fmla="*/ 312530 w 598157"/>
                  <a:gd name="connsiteY91" fmla="*/ 215084 h 542808"/>
                  <a:gd name="connsiteX92" fmla="*/ 312417 w 598157"/>
                  <a:gd name="connsiteY92" fmla="*/ 212657 h 542808"/>
                  <a:gd name="connsiteX93" fmla="*/ 311240 w 598157"/>
                  <a:gd name="connsiteY93" fmla="*/ 206784 h 542808"/>
                  <a:gd name="connsiteX94" fmla="*/ 308950 w 598157"/>
                  <a:gd name="connsiteY94" fmla="*/ 206226 h 542808"/>
                  <a:gd name="connsiteX95" fmla="*/ 306771 w 598157"/>
                  <a:gd name="connsiteY95" fmla="*/ 205891 h 542808"/>
                  <a:gd name="connsiteX96" fmla="*/ 306541 w 598157"/>
                  <a:gd name="connsiteY96" fmla="*/ 199305 h 542808"/>
                  <a:gd name="connsiteX97" fmla="*/ 306436 w 598157"/>
                  <a:gd name="connsiteY97" fmla="*/ 196617 h 542808"/>
                  <a:gd name="connsiteX98" fmla="*/ 306352 w 598157"/>
                  <a:gd name="connsiteY98" fmla="*/ 193949 h 542808"/>
                  <a:gd name="connsiteX99" fmla="*/ 306247 w 598157"/>
                  <a:gd name="connsiteY99" fmla="*/ 191401 h 542808"/>
                  <a:gd name="connsiteX100" fmla="*/ 305877 w 598157"/>
                  <a:gd name="connsiteY100" fmla="*/ 187120 h 542808"/>
                  <a:gd name="connsiteX101" fmla="*/ 301743 w 598157"/>
                  <a:gd name="connsiteY101" fmla="*/ 185220 h 542808"/>
                  <a:gd name="connsiteX102" fmla="*/ 299620 w 598157"/>
                  <a:gd name="connsiteY102" fmla="*/ 185332 h 542808"/>
                  <a:gd name="connsiteX103" fmla="*/ 299664 w 598157"/>
                  <a:gd name="connsiteY103" fmla="*/ 179426 h 542808"/>
                  <a:gd name="connsiteX104" fmla="*/ 299676 w 598157"/>
                  <a:gd name="connsiteY104" fmla="*/ 177008 h 542808"/>
                  <a:gd name="connsiteX105" fmla="*/ 299699 w 598157"/>
                  <a:gd name="connsiteY105" fmla="*/ 174622 h 542808"/>
                  <a:gd name="connsiteX106" fmla="*/ 299708 w 598157"/>
                  <a:gd name="connsiteY106" fmla="*/ 172326 h 542808"/>
                  <a:gd name="connsiteX107" fmla="*/ 298726 w 598157"/>
                  <a:gd name="connsiteY107" fmla="*/ 165668 h 542808"/>
                  <a:gd name="connsiteX108" fmla="*/ 295151 w 598157"/>
                  <a:gd name="connsiteY108" fmla="*/ 163880 h 542808"/>
                  <a:gd name="connsiteX109" fmla="*/ 358742 w 598157"/>
                  <a:gd name="connsiteY109" fmla="*/ 2 h 542808"/>
                  <a:gd name="connsiteX110" fmla="*/ 373768 w 598157"/>
                  <a:gd name="connsiteY110" fmla="*/ 6 h 542808"/>
                  <a:gd name="connsiteX111" fmla="*/ 379296 w 598157"/>
                  <a:gd name="connsiteY111" fmla="*/ 5 h 542808"/>
                  <a:gd name="connsiteX112" fmla="*/ 386815 w 598157"/>
                  <a:gd name="connsiteY112" fmla="*/ 10 h 542808"/>
                  <a:gd name="connsiteX113" fmla="*/ 389049 w 598157"/>
                  <a:gd name="connsiteY113" fmla="*/ 4 h 542808"/>
                  <a:gd name="connsiteX114" fmla="*/ 396062 w 598157"/>
                  <a:gd name="connsiteY114" fmla="*/ 1018 h 542808"/>
                  <a:gd name="connsiteX115" fmla="*/ 397067 w 598157"/>
                  <a:gd name="connsiteY115" fmla="*/ 6884 h 542808"/>
                  <a:gd name="connsiteX116" fmla="*/ 397521 w 598157"/>
                  <a:gd name="connsiteY116" fmla="*/ 10127 h 542808"/>
                  <a:gd name="connsiteX117" fmla="*/ 397849 w 598157"/>
                  <a:gd name="connsiteY117" fmla="*/ 12638 h 542808"/>
                  <a:gd name="connsiteX118" fmla="*/ 403212 w 598157"/>
                  <a:gd name="connsiteY118" fmla="*/ 12638 h 542808"/>
                  <a:gd name="connsiteX119" fmla="*/ 404106 w 598157"/>
                  <a:gd name="connsiteY119" fmla="*/ 26939 h 542808"/>
                  <a:gd name="connsiteX120" fmla="*/ 409469 w 598157"/>
                  <a:gd name="connsiteY120" fmla="*/ 28727 h 542808"/>
                  <a:gd name="connsiteX121" fmla="*/ 409602 w 598157"/>
                  <a:gd name="connsiteY121" fmla="*/ 31730 h 542808"/>
                  <a:gd name="connsiteX122" fmla="*/ 409804 w 598157"/>
                  <a:gd name="connsiteY122" fmla="*/ 35654 h 542808"/>
                  <a:gd name="connsiteX123" fmla="*/ 409888 w 598157"/>
                  <a:gd name="connsiteY123" fmla="*/ 37630 h 542808"/>
                  <a:gd name="connsiteX124" fmla="*/ 412151 w 598157"/>
                  <a:gd name="connsiteY124" fmla="*/ 46604 h 542808"/>
                  <a:gd name="connsiteX125" fmla="*/ 415726 w 598157"/>
                  <a:gd name="connsiteY125" fmla="*/ 46604 h 542808"/>
                  <a:gd name="connsiteX126" fmla="*/ 415859 w 598157"/>
                  <a:gd name="connsiteY126" fmla="*/ 49184 h 542808"/>
                  <a:gd name="connsiteX127" fmla="*/ 416061 w 598157"/>
                  <a:gd name="connsiteY127" fmla="*/ 52581 h 542808"/>
                  <a:gd name="connsiteX128" fmla="*/ 416250 w 598157"/>
                  <a:gd name="connsiteY128" fmla="*/ 55944 h 542808"/>
                  <a:gd name="connsiteX129" fmla="*/ 418408 w 598157"/>
                  <a:gd name="connsiteY129" fmla="*/ 63587 h 542808"/>
                  <a:gd name="connsiteX130" fmla="*/ 422877 w 598157"/>
                  <a:gd name="connsiteY130" fmla="*/ 64480 h 542808"/>
                  <a:gd name="connsiteX131" fmla="*/ 422814 w 598157"/>
                  <a:gd name="connsiteY131" fmla="*/ 67124 h 542808"/>
                  <a:gd name="connsiteX132" fmla="*/ 422765 w 598157"/>
                  <a:gd name="connsiteY132" fmla="*/ 70570 h 542808"/>
                  <a:gd name="connsiteX133" fmla="*/ 422702 w 598157"/>
                  <a:gd name="connsiteY133" fmla="*/ 73995 h 542808"/>
                  <a:gd name="connsiteX134" fmla="*/ 424664 w 598157"/>
                  <a:gd name="connsiteY134" fmla="*/ 79676 h 542808"/>
                  <a:gd name="connsiteX135" fmla="*/ 429134 w 598157"/>
                  <a:gd name="connsiteY135" fmla="*/ 80570 h 542808"/>
                  <a:gd name="connsiteX136" fmla="*/ 429235 w 598157"/>
                  <a:gd name="connsiteY136" fmla="*/ 83799 h 542808"/>
                  <a:gd name="connsiteX137" fmla="*/ 429413 w 598157"/>
                  <a:gd name="connsiteY137" fmla="*/ 88000 h 542808"/>
                  <a:gd name="connsiteX138" fmla="*/ 429474 w 598157"/>
                  <a:gd name="connsiteY138" fmla="*/ 90128 h 542808"/>
                  <a:gd name="connsiteX139" fmla="*/ 429570 w 598157"/>
                  <a:gd name="connsiteY139" fmla="*/ 92179 h 542808"/>
                  <a:gd name="connsiteX140" fmla="*/ 429641 w 598157"/>
                  <a:gd name="connsiteY140" fmla="*/ 94066 h 542808"/>
                  <a:gd name="connsiteX141" fmla="*/ 432709 w 598157"/>
                  <a:gd name="connsiteY141" fmla="*/ 98446 h 542808"/>
                  <a:gd name="connsiteX142" fmla="*/ 435391 w 598157"/>
                  <a:gd name="connsiteY142" fmla="*/ 98446 h 542808"/>
                  <a:gd name="connsiteX143" fmla="*/ 435523 w 598157"/>
                  <a:gd name="connsiteY143" fmla="*/ 101254 h 542808"/>
                  <a:gd name="connsiteX144" fmla="*/ 435726 w 598157"/>
                  <a:gd name="connsiteY144" fmla="*/ 104927 h 542808"/>
                  <a:gd name="connsiteX145" fmla="*/ 435810 w 598157"/>
                  <a:gd name="connsiteY145" fmla="*/ 106774 h 542808"/>
                  <a:gd name="connsiteX146" fmla="*/ 438072 w 598157"/>
                  <a:gd name="connsiteY146" fmla="*/ 115429 h 542808"/>
                  <a:gd name="connsiteX147" fmla="*/ 441647 w 598157"/>
                  <a:gd name="connsiteY147" fmla="*/ 116323 h 542808"/>
                  <a:gd name="connsiteX148" fmla="*/ 442485 w 598157"/>
                  <a:gd name="connsiteY148" fmla="*/ 127440 h 542808"/>
                  <a:gd name="connsiteX149" fmla="*/ 444329 w 598157"/>
                  <a:gd name="connsiteY149" fmla="*/ 131519 h 542808"/>
                  <a:gd name="connsiteX150" fmla="*/ 448798 w 598157"/>
                  <a:gd name="connsiteY150" fmla="*/ 132412 h 542808"/>
                  <a:gd name="connsiteX151" fmla="*/ 448962 w 598157"/>
                  <a:gd name="connsiteY151" fmla="*/ 135674 h 542808"/>
                  <a:gd name="connsiteX152" fmla="*/ 449189 w 598157"/>
                  <a:gd name="connsiteY152" fmla="*/ 139898 h 542808"/>
                  <a:gd name="connsiteX153" fmla="*/ 449296 w 598157"/>
                  <a:gd name="connsiteY153" fmla="*/ 142049 h 542808"/>
                  <a:gd name="connsiteX154" fmla="*/ 450586 w 598157"/>
                  <a:gd name="connsiteY154" fmla="*/ 149395 h 542808"/>
                  <a:gd name="connsiteX155" fmla="*/ 455055 w 598157"/>
                  <a:gd name="connsiteY155" fmla="*/ 150289 h 542808"/>
                  <a:gd name="connsiteX156" fmla="*/ 455188 w 598157"/>
                  <a:gd name="connsiteY156" fmla="*/ 153323 h 542808"/>
                  <a:gd name="connsiteX157" fmla="*/ 455390 w 598157"/>
                  <a:gd name="connsiteY157" fmla="*/ 157272 h 542808"/>
                  <a:gd name="connsiteX158" fmla="*/ 455474 w 598157"/>
                  <a:gd name="connsiteY158" fmla="*/ 159271 h 542808"/>
                  <a:gd name="connsiteX159" fmla="*/ 457737 w 598157"/>
                  <a:gd name="connsiteY159" fmla="*/ 167272 h 542808"/>
                  <a:gd name="connsiteX160" fmla="*/ 461312 w 598157"/>
                  <a:gd name="connsiteY160" fmla="*/ 167272 h 542808"/>
                  <a:gd name="connsiteX161" fmla="*/ 461413 w 598157"/>
                  <a:gd name="connsiteY161" fmla="*/ 170306 h 542808"/>
                  <a:gd name="connsiteX162" fmla="*/ 461591 w 598157"/>
                  <a:gd name="connsiteY162" fmla="*/ 174255 h 542808"/>
                  <a:gd name="connsiteX163" fmla="*/ 461652 w 598157"/>
                  <a:gd name="connsiteY163" fmla="*/ 176254 h 542808"/>
                  <a:gd name="connsiteX164" fmla="*/ 463361 w 598157"/>
                  <a:gd name="connsiteY164" fmla="*/ 183316 h 542808"/>
                  <a:gd name="connsiteX165" fmla="*/ 468463 w 598157"/>
                  <a:gd name="connsiteY165" fmla="*/ 185149 h 542808"/>
                  <a:gd name="connsiteX166" fmla="*/ 469357 w 598157"/>
                  <a:gd name="connsiteY166" fmla="*/ 200344 h 542808"/>
                  <a:gd name="connsiteX167" fmla="*/ 474720 w 598157"/>
                  <a:gd name="connsiteY167" fmla="*/ 201238 h 542808"/>
                  <a:gd name="connsiteX168" fmla="*/ 474852 w 598157"/>
                  <a:gd name="connsiteY168" fmla="*/ 204468 h 542808"/>
                  <a:gd name="connsiteX169" fmla="*/ 475055 w 598157"/>
                  <a:gd name="connsiteY169" fmla="*/ 208668 h 542808"/>
                  <a:gd name="connsiteX170" fmla="*/ 475139 w 598157"/>
                  <a:gd name="connsiteY170" fmla="*/ 210796 h 542808"/>
                  <a:gd name="connsiteX171" fmla="*/ 475243 w 598157"/>
                  <a:gd name="connsiteY171" fmla="*/ 212848 h 542808"/>
                  <a:gd name="connsiteX172" fmla="*/ 475328 w 598157"/>
                  <a:gd name="connsiteY172" fmla="*/ 214734 h 542808"/>
                  <a:gd name="connsiteX173" fmla="*/ 477401 w 598157"/>
                  <a:gd name="connsiteY173" fmla="*/ 219115 h 542808"/>
                  <a:gd name="connsiteX174" fmla="*/ 480976 w 598157"/>
                  <a:gd name="connsiteY174" fmla="*/ 219115 h 542808"/>
                  <a:gd name="connsiteX175" fmla="*/ 481141 w 598157"/>
                  <a:gd name="connsiteY175" fmla="*/ 222181 h 542808"/>
                  <a:gd name="connsiteX176" fmla="*/ 481367 w 598157"/>
                  <a:gd name="connsiteY176" fmla="*/ 226154 h 542808"/>
                  <a:gd name="connsiteX177" fmla="*/ 481474 w 598157"/>
                  <a:gd name="connsiteY177" fmla="*/ 228176 h 542808"/>
                  <a:gd name="connsiteX178" fmla="*/ 482764 w 598157"/>
                  <a:gd name="connsiteY178" fmla="*/ 235204 h 542808"/>
                  <a:gd name="connsiteX179" fmla="*/ 487233 w 598157"/>
                  <a:gd name="connsiteY179" fmla="*/ 236098 h 542808"/>
                  <a:gd name="connsiteX180" fmla="*/ 489021 w 598157"/>
                  <a:gd name="connsiteY180" fmla="*/ 252187 h 542808"/>
                  <a:gd name="connsiteX181" fmla="*/ 494384 w 598157"/>
                  <a:gd name="connsiteY181" fmla="*/ 253975 h 542808"/>
                  <a:gd name="connsiteX182" fmla="*/ 494485 w 598157"/>
                  <a:gd name="connsiteY182" fmla="*/ 257009 h 542808"/>
                  <a:gd name="connsiteX183" fmla="*/ 494663 w 598157"/>
                  <a:gd name="connsiteY183" fmla="*/ 260958 h 542808"/>
                  <a:gd name="connsiteX184" fmla="*/ 494725 w 598157"/>
                  <a:gd name="connsiteY184" fmla="*/ 262957 h 542808"/>
                  <a:gd name="connsiteX185" fmla="*/ 496489 w 598157"/>
                  <a:gd name="connsiteY185" fmla="*/ 270075 h 542808"/>
                  <a:gd name="connsiteX186" fmla="*/ 500641 w 598157"/>
                  <a:gd name="connsiteY186" fmla="*/ 270958 h 542808"/>
                  <a:gd name="connsiteX187" fmla="*/ 501535 w 598157"/>
                  <a:gd name="connsiteY187" fmla="*/ 286153 h 542808"/>
                  <a:gd name="connsiteX188" fmla="*/ 506898 w 598157"/>
                  <a:gd name="connsiteY188" fmla="*/ 287941 h 542808"/>
                  <a:gd name="connsiteX189" fmla="*/ 507062 w 598157"/>
                  <a:gd name="connsiteY189" fmla="*/ 290553 h 542808"/>
                  <a:gd name="connsiteX190" fmla="*/ 507289 w 598157"/>
                  <a:gd name="connsiteY190" fmla="*/ 293974 h 542808"/>
                  <a:gd name="connsiteX191" fmla="*/ 507509 w 598157"/>
                  <a:gd name="connsiteY191" fmla="*/ 297368 h 542808"/>
                  <a:gd name="connsiteX192" fmla="*/ 508686 w 598157"/>
                  <a:gd name="connsiteY192" fmla="*/ 304030 h 542808"/>
                  <a:gd name="connsiteX193" fmla="*/ 513155 w 598157"/>
                  <a:gd name="connsiteY193" fmla="*/ 304924 h 542808"/>
                  <a:gd name="connsiteX194" fmla="*/ 514942 w 598157"/>
                  <a:gd name="connsiteY194" fmla="*/ 321013 h 542808"/>
                  <a:gd name="connsiteX195" fmla="*/ 520305 w 598157"/>
                  <a:gd name="connsiteY195" fmla="*/ 322801 h 542808"/>
                  <a:gd name="connsiteX196" fmla="*/ 520243 w 598157"/>
                  <a:gd name="connsiteY196" fmla="*/ 325185 h 542808"/>
                  <a:gd name="connsiteX197" fmla="*/ 520194 w 598157"/>
                  <a:gd name="connsiteY197" fmla="*/ 328331 h 542808"/>
                  <a:gd name="connsiteX198" fmla="*/ 520131 w 598157"/>
                  <a:gd name="connsiteY198" fmla="*/ 331442 h 542808"/>
                  <a:gd name="connsiteX199" fmla="*/ 522093 w 598157"/>
                  <a:gd name="connsiteY199" fmla="*/ 338890 h 542808"/>
                  <a:gd name="connsiteX200" fmla="*/ 526562 w 598157"/>
                  <a:gd name="connsiteY200" fmla="*/ 338890 h 542808"/>
                  <a:gd name="connsiteX201" fmla="*/ 526726 w 598157"/>
                  <a:gd name="connsiteY201" fmla="*/ 341924 h 542808"/>
                  <a:gd name="connsiteX202" fmla="*/ 526953 w 598157"/>
                  <a:gd name="connsiteY202" fmla="*/ 345873 h 542808"/>
                  <a:gd name="connsiteX203" fmla="*/ 527060 w 598157"/>
                  <a:gd name="connsiteY203" fmla="*/ 347872 h 542808"/>
                  <a:gd name="connsiteX204" fmla="*/ 528350 w 598157"/>
                  <a:gd name="connsiteY204" fmla="*/ 355873 h 542808"/>
                  <a:gd name="connsiteX205" fmla="*/ 532819 w 598157"/>
                  <a:gd name="connsiteY205" fmla="*/ 356767 h 542808"/>
                  <a:gd name="connsiteX206" fmla="*/ 532952 w 598157"/>
                  <a:gd name="connsiteY206" fmla="*/ 359347 h 542808"/>
                  <a:gd name="connsiteX207" fmla="*/ 533154 w 598157"/>
                  <a:gd name="connsiteY207" fmla="*/ 362744 h 542808"/>
                  <a:gd name="connsiteX208" fmla="*/ 533343 w 598157"/>
                  <a:gd name="connsiteY208" fmla="*/ 366107 h 542808"/>
                  <a:gd name="connsiteX209" fmla="*/ 535501 w 598157"/>
                  <a:gd name="connsiteY209" fmla="*/ 373750 h 542808"/>
                  <a:gd name="connsiteX210" fmla="*/ 539076 w 598157"/>
                  <a:gd name="connsiteY210" fmla="*/ 374644 h 542808"/>
                  <a:gd name="connsiteX211" fmla="*/ 539914 w 598157"/>
                  <a:gd name="connsiteY211" fmla="*/ 384612 h 542808"/>
                  <a:gd name="connsiteX212" fmla="*/ 540864 w 598157"/>
                  <a:gd name="connsiteY212" fmla="*/ 389839 h 542808"/>
                  <a:gd name="connsiteX213" fmla="*/ 546227 w 598157"/>
                  <a:gd name="connsiteY213" fmla="*/ 390733 h 542808"/>
                  <a:gd name="connsiteX214" fmla="*/ 546391 w 598157"/>
                  <a:gd name="connsiteY214" fmla="*/ 393994 h 542808"/>
                  <a:gd name="connsiteX215" fmla="*/ 546618 w 598157"/>
                  <a:gd name="connsiteY215" fmla="*/ 398219 h 542808"/>
                  <a:gd name="connsiteX216" fmla="*/ 546724 w 598157"/>
                  <a:gd name="connsiteY216" fmla="*/ 400369 h 542808"/>
                  <a:gd name="connsiteX217" fmla="*/ 548015 w 598157"/>
                  <a:gd name="connsiteY217" fmla="*/ 407716 h 542808"/>
                  <a:gd name="connsiteX218" fmla="*/ 552484 w 598157"/>
                  <a:gd name="connsiteY218" fmla="*/ 408609 h 542808"/>
                  <a:gd name="connsiteX219" fmla="*/ 552616 w 598157"/>
                  <a:gd name="connsiteY219" fmla="*/ 411417 h 542808"/>
                  <a:gd name="connsiteX220" fmla="*/ 552819 w 598157"/>
                  <a:gd name="connsiteY220" fmla="*/ 415090 h 542808"/>
                  <a:gd name="connsiteX221" fmla="*/ 552903 w 598157"/>
                  <a:gd name="connsiteY221" fmla="*/ 416937 h 542808"/>
                  <a:gd name="connsiteX222" fmla="*/ 555165 w 598157"/>
                  <a:gd name="connsiteY222" fmla="*/ 425592 h 542808"/>
                  <a:gd name="connsiteX223" fmla="*/ 558741 w 598157"/>
                  <a:gd name="connsiteY223" fmla="*/ 425592 h 542808"/>
                  <a:gd name="connsiteX224" fmla="*/ 558842 w 598157"/>
                  <a:gd name="connsiteY224" fmla="*/ 428627 h 542808"/>
                  <a:gd name="connsiteX225" fmla="*/ 559020 w 598157"/>
                  <a:gd name="connsiteY225" fmla="*/ 432576 h 542808"/>
                  <a:gd name="connsiteX226" fmla="*/ 559081 w 598157"/>
                  <a:gd name="connsiteY226" fmla="*/ 434575 h 542808"/>
                  <a:gd name="connsiteX227" fmla="*/ 560790 w 598157"/>
                  <a:gd name="connsiteY227" fmla="*/ 441636 h 542808"/>
                  <a:gd name="connsiteX228" fmla="*/ 565891 w 598157"/>
                  <a:gd name="connsiteY228" fmla="*/ 443469 h 542808"/>
                  <a:gd name="connsiteX229" fmla="*/ 566056 w 598157"/>
                  <a:gd name="connsiteY229" fmla="*/ 446535 h 542808"/>
                  <a:gd name="connsiteX230" fmla="*/ 566282 w 598157"/>
                  <a:gd name="connsiteY230" fmla="*/ 450508 h 542808"/>
                  <a:gd name="connsiteX231" fmla="*/ 566389 w 598157"/>
                  <a:gd name="connsiteY231" fmla="*/ 452530 h 542808"/>
                  <a:gd name="connsiteX232" fmla="*/ 567679 w 598157"/>
                  <a:gd name="connsiteY232" fmla="*/ 459558 h 542808"/>
                  <a:gd name="connsiteX233" fmla="*/ 572148 w 598157"/>
                  <a:gd name="connsiteY233" fmla="*/ 459558 h 542808"/>
                  <a:gd name="connsiteX234" fmla="*/ 572281 w 598157"/>
                  <a:gd name="connsiteY234" fmla="*/ 462561 h 542808"/>
                  <a:gd name="connsiteX235" fmla="*/ 572483 w 598157"/>
                  <a:gd name="connsiteY235" fmla="*/ 466486 h 542808"/>
                  <a:gd name="connsiteX236" fmla="*/ 572567 w 598157"/>
                  <a:gd name="connsiteY236" fmla="*/ 468462 h 542808"/>
                  <a:gd name="connsiteX237" fmla="*/ 574830 w 598157"/>
                  <a:gd name="connsiteY237" fmla="*/ 477435 h 542808"/>
                  <a:gd name="connsiteX238" fmla="*/ 578405 w 598157"/>
                  <a:gd name="connsiteY238" fmla="*/ 477435 h 542808"/>
                  <a:gd name="connsiteX239" fmla="*/ 578569 w 598157"/>
                  <a:gd name="connsiteY239" fmla="*/ 480501 h 542808"/>
                  <a:gd name="connsiteX240" fmla="*/ 578796 w 598157"/>
                  <a:gd name="connsiteY240" fmla="*/ 484474 h 542808"/>
                  <a:gd name="connsiteX241" fmla="*/ 578903 w 598157"/>
                  <a:gd name="connsiteY241" fmla="*/ 486496 h 542808"/>
                  <a:gd name="connsiteX242" fmla="*/ 580193 w 598157"/>
                  <a:gd name="connsiteY242" fmla="*/ 493524 h 542808"/>
                  <a:gd name="connsiteX243" fmla="*/ 584662 w 598157"/>
                  <a:gd name="connsiteY243" fmla="*/ 494418 h 542808"/>
                  <a:gd name="connsiteX244" fmla="*/ 586450 w 598157"/>
                  <a:gd name="connsiteY244" fmla="*/ 510507 h 542808"/>
                  <a:gd name="connsiteX245" fmla="*/ 591813 w 598157"/>
                  <a:gd name="connsiteY245" fmla="*/ 511401 h 542808"/>
                  <a:gd name="connsiteX246" fmla="*/ 591914 w 598157"/>
                  <a:gd name="connsiteY246" fmla="*/ 514631 h 542808"/>
                  <a:gd name="connsiteX247" fmla="*/ 592092 w 598157"/>
                  <a:gd name="connsiteY247" fmla="*/ 518831 h 542808"/>
                  <a:gd name="connsiteX248" fmla="*/ 592153 w 598157"/>
                  <a:gd name="connsiteY248" fmla="*/ 520959 h 542808"/>
                  <a:gd name="connsiteX249" fmla="*/ 592249 w 598157"/>
                  <a:gd name="connsiteY249" fmla="*/ 523011 h 542808"/>
                  <a:gd name="connsiteX250" fmla="*/ 592320 w 598157"/>
                  <a:gd name="connsiteY250" fmla="*/ 524897 h 542808"/>
                  <a:gd name="connsiteX251" fmla="*/ 595388 w 598157"/>
                  <a:gd name="connsiteY251" fmla="*/ 529278 h 542808"/>
                  <a:gd name="connsiteX252" fmla="*/ 598070 w 598157"/>
                  <a:gd name="connsiteY252" fmla="*/ 529278 h 542808"/>
                  <a:gd name="connsiteX253" fmla="*/ 598126 w 598157"/>
                  <a:gd name="connsiteY253" fmla="*/ 535479 h 542808"/>
                  <a:gd name="connsiteX254" fmla="*/ 598157 w 598157"/>
                  <a:gd name="connsiteY254" fmla="*/ 538967 h 542808"/>
                  <a:gd name="connsiteX255" fmla="*/ 597176 w 598157"/>
                  <a:gd name="connsiteY255" fmla="*/ 542686 h 542808"/>
                  <a:gd name="connsiteX256" fmla="*/ 589982 w 598157"/>
                  <a:gd name="connsiteY256" fmla="*/ 542799 h 542808"/>
                  <a:gd name="connsiteX257" fmla="*/ 587670 w 598157"/>
                  <a:gd name="connsiteY257" fmla="*/ 542803 h 542808"/>
                  <a:gd name="connsiteX258" fmla="*/ 579940 w 598157"/>
                  <a:gd name="connsiteY258" fmla="*/ 542801 h 542808"/>
                  <a:gd name="connsiteX259" fmla="*/ 574422 w 598157"/>
                  <a:gd name="connsiteY259" fmla="*/ 542806 h 542808"/>
                  <a:gd name="connsiteX260" fmla="*/ 559392 w 598157"/>
                  <a:gd name="connsiteY260" fmla="*/ 542806 h 542808"/>
                  <a:gd name="connsiteX261" fmla="*/ 543700 w 598157"/>
                  <a:gd name="connsiteY261" fmla="*/ 542807 h 542808"/>
                  <a:gd name="connsiteX262" fmla="*/ 517342 w 598157"/>
                  <a:gd name="connsiteY262" fmla="*/ 542802 h 542808"/>
                  <a:gd name="connsiteX263" fmla="*/ 486822 w 598157"/>
                  <a:gd name="connsiteY263" fmla="*/ 542804 h 542808"/>
                  <a:gd name="connsiteX264" fmla="*/ 460670 w 598157"/>
                  <a:gd name="connsiteY264" fmla="*/ 542806 h 542808"/>
                  <a:gd name="connsiteX265" fmla="*/ 445027 w 598157"/>
                  <a:gd name="connsiteY265" fmla="*/ 542808 h 542808"/>
                  <a:gd name="connsiteX266" fmla="*/ 430325 w 598157"/>
                  <a:gd name="connsiteY266" fmla="*/ 542803 h 542808"/>
                  <a:gd name="connsiteX267" fmla="*/ 424912 w 598157"/>
                  <a:gd name="connsiteY267" fmla="*/ 542804 h 542808"/>
                  <a:gd name="connsiteX268" fmla="*/ 417557 w 598157"/>
                  <a:gd name="connsiteY268" fmla="*/ 542799 h 542808"/>
                  <a:gd name="connsiteX269" fmla="*/ 415364 w 598157"/>
                  <a:gd name="connsiteY269" fmla="*/ 542805 h 542808"/>
                  <a:gd name="connsiteX270" fmla="*/ 409469 w 598157"/>
                  <a:gd name="connsiteY270" fmla="*/ 541792 h 542808"/>
                  <a:gd name="connsiteX271" fmla="*/ 409525 w 598157"/>
                  <a:gd name="connsiteY271" fmla="*/ 533643 h 542808"/>
                  <a:gd name="connsiteX272" fmla="*/ 408575 w 598157"/>
                  <a:gd name="connsiteY272" fmla="*/ 528384 h 542808"/>
                  <a:gd name="connsiteX273" fmla="*/ 403212 w 598157"/>
                  <a:gd name="connsiteY273" fmla="*/ 527490 h 542808"/>
                  <a:gd name="connsiteX274" fmla="*/ 403159 w 598157"/>
                  <a:gd name="connsiteY274" fmla="*/ 525728 h 542808"/>
                  <a:gd name="connsiteX275" fmla="*/ 402877 w 598157"/>
                  <a:gd name="connsiteY275" fmla="*/ 517826 h 542808"/>
                  <a:gd name="connsiteX276" fmla="*/ 402793 w 598157"/>
                  <a:gd name="connsiteY276" fmla="*/ 515052 h 542808"/>
                  <a:gd name="connsiteX277" fmla="*/ 402688 w 598157"/>
                  <a:gd name="connsiteY277" fmla="*/ 512389 h 542808"/>
                  <a:gd name="connsiteX278" fmla="*/ 402603 w 598157"/>
                  <a:gd name="connsiteY278" fmla="*/ 509935 h 542808"/>
                  <a:gd name="connsiteX279" fmla="*/ 400531 w 598157"/>
                  <a:gd name="connsiteY279" fmla="*/ 505144 h 542808"/>
                  <a:gd name="connsiteX280" fmla="*/ 396955 w 598157"/>
                  <a:gd name="connsiteY280" fmla="*/ 505144 h 542808"/>
                  <a:gd name="connsiteX281" fmla="*/ 396823 w 598157"/>
                  <a:gd name="connsiteY281" fmla="*/ 501586 h 542808"/>
                  <a:gd name="connsiteX282" fmla="*/ 396620 w 598157"/>
                  <a:gd name="connsiteY282" fmla="*/ 496932 h 542808"/>
                  <a:gd name="connsiteX283" fmla="*/ 396536 w 598157"/>
                  <a:gd name="connsiteY283" fmla="*/ 494591 h 542808"/>
                  <a:gd name="connsiteX284" fmla="*/ 394274 w 598157"/>
                  <a:gd name="connsiteY284" fmla="*/ 483692 h 542808"/>
                  <a:gd name="connsiteX285" fmla="*/ 390698 w 598157"/>
                  <a:gd name="connsiteY285" fmla="*/ 483692 h 542808"/>
                  <a:gd name="connsiteX286" fmla="*/ 390534 w 598157"/>
                  <a:gd name="connsiteY286" fmla="*/ 481300 h 542808"/>
                  <a:gd name="connsiteX287" fmla="*/ 388911 w 598157"/>
                  <a:gd name="connsiteY287" fmla="*/ 461346 h 542808"/>
                  <a:gd name="connsiteX288" fmla="*/ 383548 w 598157"/>
                  <a:gd name="connsiteY288" fmla="*/ 461346 h 542808"/>
                  <a:gd name="connsiteX289" fmla="*/ 384442 w 598157"/>
                  <a:gd name="connsiteY289" fmla="*/ 453302 h 542808"/>
                  <a:gd name="connsiteX290" fmla="*/ 207461 w 598157"/>
                  <a:gd name="connsiteY290" fmla="*/ 453302 h 542808"/>
                  <a:gd name="connsiteX291" fmla="*/ 208355 w 598157"/>
                  <a:gd name="connsiteY291" fmla="*/ 461346 h 542808"/>
                  <a:gd name="connsiteX292" fmla="*/ 202992 w 598157"/>
                  <a:gd name="connsiteY292" fmla="*/ 463134 h 542808"/>
                  <a:gd name="connsiteX293" fmla="*/ 202154 w 598157"/>
                  <a:gd name="connsiteY293" fmla="*/ 477257 h 542808"/>
                  <a:gd name="connsiteX294" fmla="*/ 201204 w 598157"/>
                  <a:gd name="connsiteY294" fmla="*/ 481904 h 542808"/>
                  <a:gd name="connsiteX295" fmla="*/ 199025 w 598157"/>
                  <a:gd name="connsiteY295" fmla="*/ 482240 h 542808"/>
                  <a:gd name="connsiteX296" fmla="*/ 196735 w 598157"/>
                  <a:gd name="connsiteY296" fmla="*/ 482798 h 542808"/>
                  <a:gd name="connsiteX297" fmla="*/ 195558 w 598157"/>
                  <a:gd name="connsiteY297" fmla="*/ 489258 h 542808"/>
                  <a:gd name="connsiteX298" fmla="*/ 195445 w 598157"/>
                  <a:gd name="connsiteY298" fmla="*/ 492051 h 542808"/>
                  <a:gd name="connsiteX299" fmla="*/ 195338 w 598157"/>
                  <a:gd name="connsiteY299" fmla="*/ 494977 h 542808"/>
                  <a:gd name="connsiteX300" fmla="*/ 195221 w 598157"/>
                  <a:gd name="connsiteY300" fmla="*/ 497924 h 542808"/>
                  <a:gd name="connsiteX301" fmla="*/ 194947 w 598157"/>
                  <a:gd name="connsiteY301" fmla="*/ 505144 h 542808"/>
                  <a:gd name="connsiteX302" fmla="*/ 190478 w 598157"/>
                  <a:gd name="connsiteY302" fmla="*/ 506038 h 542808"/>
                  <a:gd name="connsiteX303" fmla="*/ 189301 w 598157"/>
                  <a:gd name="connsiteY303" fmla="*/ 512892 h 542808"/>
                  <a:gd name="connsiteX304" fmla="*/ 189188 w 598157"/>
                  <a:gd name="connsiteY304" fmla="*/ 515310 h 542808"/>
                  <a:gd name="connsiteX305" fmla="*/ 189081 w 598157"/>
                  <a:gd name="connsiteY305" fmla="*/ 517826 h 542808"/>
                  <a:gd name="connsiteX306" fmla="*/ 188964 w 598157"/>
                  <a:gd name="connsiteY306" fmla="*/ 520373 h 542808"/>
                  <a:gd name="connsiteX307" fmla="*/ 188690 w 598157"/>
                  <a:gd name="connsiteY307" fmla="*/ 526597 h 542808"/>
                  <a:gd name="connsiteX308" fmla="*/ 184221 w 598157"/>
                  <a:gd name="connsiteY308" fmla="*/ 526597 h 542808"/>
                  <a:gd name="connsiteX309" fmla="*/ 182786 w 598157"/>
                  <a:gd name="connsiteY309" fmla="*/ 537035 h 542808"/>
                  <a:gd name="connsiteX310" fmla="*/ 181539 w 598157"/>
                  <a:gd name="connsiteY310" fmla="*/ 542686 h 542808"/>
                  <a:gd name="connsiteX311" fmla="*/ 174583 w 598157"/>
                  <a:gd name="connsiteY311" fmla="*/ 542799 h 542808"/>
                  <a:gd name="connsiteX312" fmla="*/ 172349 w 598157"/>
                  <a:gd name="connsiteY312" fmla="*/ 542803 h 542808"/>
                  <a:gd name="connsiteX313" fmla="*/ 164878 w 598157"/>
                  <a:gd name="connsiteY313" fmla="*/ 542801 h 542808"/>
                  <a:gd name="connsiteX314" fmla="*/ 159545 w 598157"/>
                  <a:gd name="connsiteY314" fmla="*/ 542806 h 542808"/>
                  <a:gd name="connsiteX315" fmla="*/ 145019 w 598157"/>
                  <a:gd name="connsiteY315" fmla="*/ 542806 h 542808"/>
                  <a:gd name="connsiteX316" fmla="*/ 129853 w 598157"/>
                  <a:gd name="connsiteY316" fmla="*/ 542807 h 542808"/>
                  <a:gd name="connsiteX317" fmla="*/ 104379 w 598157"/>
                  <a:gd name="connsiteY317" fmla="*/ 542802 h 542808"/>
                  <a:gd name="connsiteX318" fmla="*/ 74882 w 598157"/>
                  <a:gd name="connsiteY318" fmla="*/ 542804 h 542808"/>
                  <a:gd name="connsiteX319" fmla="*/ 49607 w 598157"/>
                  <a:gd name="connsiteY319" fmla="*/ 542806 h 542808"/>
                  <a:gd name="connsiteX320" fmla="*/ 34489 w 598157"/>
                  <a:gd name="connsiteY320" fmla="*/ 542808 h 542808"/>
                  <a:gd name="connsiteX321" fmla="*/ 20280 w 598157"/>
                  <a:gd name="connsiteY321" fmla="*/ 542803 h 542808"/>
                  <a:gd name="connsiteX322" fmla="*/ 15049 w 598157"/>
                  <a:gd name="connsiteY322" fmla="*/ 542804 h 542808"/>
                  <a:gd name="connsiteX323" fmla="*/ 7940 w 598157"/>
                  <a:gd name="connsiteY323" fmla="*/ 542799 h 542808"/>
                  <a:gd name="connsiteX324" fmla="*/ 5820 w 598157"/>
                  <a:gd name="connsiteY324" fmla="*/ 542805 h 542808"/>
                  <a:gd name="connsiteX325" fmla="*/ 90 w 598157"/>
                  <a:gd name="connsiteY325" fmla="*/ 541792 h 542808"/>
                  <a:gd name="connsiteX326" fmla="*/ 2 w 598157"/>
                  <a:gd name="connsiteY326" fmla="*/ 537598 h 542808"/>
                  <a:gd name="connsiteX327" fmla="*/ 11 w 598157"/>
                  <a:gd name="connsiteY327" fmla="*/ 535041 h 542808"/>
                  <a:gd name="connsiteX328" fmla="*/ 34 w 598157"/>
                  <a:gd name="connsiteY328" fmla="*/ 532351 h 542808"/>
                  <a:gd name="connsiteX329" fmla="*/ 46 w 598157"/>
                  <a:gd name="connsiteY329" fmla="*/ 529650 h 542808"/>
                  <a:gd name="connsiteX330" fmla="*/ 90 w 598157"/>
                  <a:gd name="connsiteY330" fmla="*/ 523021 h 542808"/>
                  <a:gd name="connsiteX331" fmla="*/ 5453 w 598157"/>
                  <a:gd name="connsiteY331" fmla="*/ 521233 h 542808"/>
                  <a:gd name="connsiteX332" fmla="*/ 7240 w 598157"/>
                  <a:gd name="connsiteY332" fmla="*/ 505144 h 542808"/>
                  <a:gd name="connsiteX333" fmla="*/ 11710 w 598157"/>
                  <a:gd name="connsiteY333" fmla="*/ 504251 h 542808"/>
                  <a:gd name="connsiteX334" fmla="*/ 13106 w 598157"/>
                  <a:gd name="connsiteY334" fmla="*/ 494251 h 542808"/>
                  <a:gd name="connsiteX335" fmla="*/ 13223 w 598157"/>
                  <a:gd name="connsiteY335" fmla="*/ 492220 h 542808"/>
                  <a:gd name="connsiteX336" fmla="*/ 13497 w 598157"/>
                  <a:gd name="connsiteY336" fmla="*/ 487268 h 542808"/>
                  <a:gd name="connsiteX337" fmla="*/ 18860 w 598157"/>
                  <a:gd name="connsiteY337" fmla="*/ 485480 h 542808"/>
                  <a:gd name="connsiteX338" fmla="*/ 19754 w 598157"/>
                  <a:gd name="connsiteY338" fmla="*/ 471178 h 542808"/>
                  <a:gd name="connsiteX339" fmla="*/ 24223 w 598157"/>
                  <a:gd name="connsiteY339" fmla="*/ 470285 h 542808"/>
                  <a:gd name="connsiteX340" fmla="*/ 25899 w 598157"/>
                  <a:gd name="connsiteY340" fmla="*/ 456999 h 542808"/>
                  <a:gd name="connsiteX341" fmla="*/ 27799 w 598157"/>
                  <a:gd name="connsiteY341" fmla="*/ 453302 h 542808"/>
                  <a:gd name="connsiteX342" fmla="*/ 31374 w 598157"/>
                  <a:gd name="connsiteY342" fmla="*/ 452408 h 542808"/>
                  <a:gd name="connsiteX343" fmla="*/ 33162 w 598157"/>
                  <a:gd name="connsiteY343" fmla="*/ 435425 h 542808"/>
                  <a:gd name="connsiteX344" fmla="*/ 37631 w 598157"/>
                  <a:gd name="connsiteY344" fmla="*/ 434531 h 542808"/>
                  <a:gd name="connsiteX345" fmla="*/ 39028 w 598157"/>
                  <a:gd name="connsiteY345" fmla="*/ 426430 h 542808"/>
                  <a:gd name="connsiteX346" fmla="*/ 39145 w 598157"/>
                  <a:gd name="connsiteY346" fmla="*/ 424376 h 542808"/>
                  <a:gd name="connsiteX347" fmla="*/ 39419 w 598157"/>
                  <a:gd name="connsiteY347" fmla="*/ 419336 h 542808"/>
                  <a:gd name="connsiteX348" fmla="*/ 41597 w 598157"/>
                  <a:gd name="connsiteY348" fmla="*/ 419000 h 542808"/>
                  <a:gd name="connsiteX349" fmla="*/ 43888 w 598157"/>
                  <a:gd name="connsiteY349" fmla="*/ 418442 h 542808"/>
                  <a:gd name="connsiteX350" fmla="*/ 45285 w 598157"/>
                  <a:gd name="connsiteY350" fmla="*/ 408945 h 542808"/>
                  <a:gd name="connsiteX351" fmla="*/ 45401 w 598157"/>
                  <a:gd name="connsiteY351" fmla="*/ 406773 h 542808"/>
                  <a:gd name="connsiteX352" fmla="*/ 45676 w 598157"/>
                  <a:gd name="connsiteY352" fmla="*/ 401459 h 542808"/>
                  <a:gd name="connsiteX353" fmla="*/ 47854 w 598157"/>
                  <a:gd name="connsiteY353" fmla="*/ 401515 h 542808"/>
                  <a:gd name="connsiteX354" fmla="*/ 51039 w 598157"/>
                  <a:gd name="connsiteY354" fmla="*/ 400565 h 542808"/>
                  <a:gd name="connsiteX355" fmla="*/ 51501 w 598157"/>
                  <a:gd name="connsiteY355" fmla="*/ 390885 h 542808"/>
                  <a:gd name="connsiteX356" fmla="*/ 53720 w 598157"/>
                  <a:gd name="connsiteY356" fmla="*/ 383582 h 542808"/>
                  <a:gd name="connsiteX357" fmla="*/ 57296 w 598157"/>
                  <a:gd name="connsiteY357" fmla="*/ 382688 h 542808"/>
                  <a:gd name="connsiteX358" fmla="*/ 58692 w 598157"/>
                  <a:gd name="connsiteY358" fmla="*/ 374588 h 542808"/>
                  <a:gd name="connsiteX359" fmla="*/ 58809 w 598157"/>
                  <a:gd name="connsiteY359" fmla="*/ 372533 h 542808"/>
                  <a:gd name="connsiteX360" fmla="*/ 59083 w 598157"/>
                  <a:gd name="connsiteY360" fmla="*/ 367493 h 542808"/>
                  <a:gd name="connsiteX361" fmla="*/ 61262 w 598157"/>
                  <a:gd name="connsiteY361" fmla="*/ 367158 h 542808"/>
                  <a:gd name="connsiteX362" fmla="*/ 63552 w 598157"/>
                  <a:gd name="connsiteY362" fmla="*/ 366599 h 542808"/>
                  <a:gd name="connsiteX363" fmla="*/ 64949 w 598157"/>
                  <a:gd name="connsiteY363" fmla="*/ 357549 h 542808"/>
                  <a:gd name="connsiteX364" fmla="*/ 65066 w 598157"/>
                  <a:gd name="connsiteY364" fmla="*/ 355506 h 542808"/>
                  <a:gd name="connsiteX365" fmla="*/ 65340 w 598157"/>
                  <a:gd name="connsiteY365" fmla="*/ 350510 h 542808"/>
                  <a:gd name="connsiteX366" fmla="*/ 67519 w 598157"/>
                  <a:gd name="connsiteY366" fmla="*/ 350175 h 542808"/>
                  <a:gd name="connsiteX367" fmla="*/ 69809 w 598157"/>
                  <a:gd name="connsiteY367" fmla="*/ 349616 h 542808"/>
                  <a:gd name="connsiteX368" fmla="*/ 71206 w 598157"/>
                  <a:gd name="connsiteY368" fmla="*/ 340119 h 542808"/>
                  <a:gd name="connsiteX369" fmla="*/ 71323 w 598157"/>
                  <a:gd name="connsiteY369" fmla="*/ 337947 h 542808"/>
                  <a:gd name="connsiteX370" fmla="*/ 71597 w 598157"/>
                  <a:gd name="connsiteY370" fmla="*/ 332633 h 542808"/>
                  <a:gd name="connsiteX371" fmla="*/ 74223 w 598157"/>
                  <a:gd name="connsiteY371" fmla="*/ 331795 h 542808"/>
                  <a:gd name="connsiteX372" fmla="*/ 77854 w 598157"/>
                  <a:gd name="connsiteY372" fmla="*/ 329951 h 542808"/>
                  <a:gd name="connsiteX373" fmla="*/ 77826 w 598157"/>
                  <a:gd name="connsiteY373" fmla="*/ 324777 h 542808"/>
                  <a:gd name="connsiteX374" fmla="*/ 78748 w 598157"/>
                  <a:gd name="connsiteY374" fmla="*/ 316544 h 542808"/>
                  <a:gd name="connsiteX375" fmla="*/ 80926 w 598157"/>
                  <a:gd name="connsiteY375" fmla="*/ 315818 h 542808"/>
                  <a:gd name="connsiteX376" fmla="*/ 83217 w 598157"/>
                  <a:gd name="connsiteY376" fmla="*/ 314756 h 542808"/>
                  <a:gd name="connsiteX377" fmla="*/ 84614 w 598157"/>
                  <a:gd name="connsiteY377" fmla="*/ 305203 h 542808"/>
                  <a:gd name="connsiteX378" fmla="*/ 84731 w 598157"/>
                  <a:gd name="connsiteY378" fmla="*/ 303302 h 542808"/>
                  <a:gd name="connsiteX379" fmla="*/ 85005 w 598157"/>
                  <a:gd name="connsiteY379" fmla="*/ 298667 h 542808"/>
                  <a:gd name="connsiteX380" fmla="*/ 87183 w 598157"/>
                  <a:gd name="connsiteY380" fmla="*/ 298332 h 542808"/>
                  <a:gd name="connsiteX381" fmla="*/ 89474 w 598157"/>
                  <a:gd name="connsiteY381" fmla="*/ 297773 h 542808"/>
                  <a:gd name="connsiteX382" fmla="*/ 90870 w 598157"/>
                  <a:gd name="connsiteY382" fmla="*/ 288276 h 542808"/>
                  <a:gd name="connsiteX383" fmla="*/ 90987 w 598157"/>
                  <a:gd name="connsiteY383" fmla="*/ 286104 h 542808"/>
                  <a:gd name="connsiteX384" fmla="*/ 91261 w 598157"/>
                  <a:gd name="connsiteY384" fmla="*/ 280790 h 542808"/>
                  <a:gd name="connsiteX385" fmla="*/ 96625 w 598157"/>
                  <a:gd name="connsiteY385" fmla="*/ 279002 h 542808"/>
                  <a:gd name="connsiteX386" fmla="*/ 97518 w 598157"/>
                  <a:gd name="connsiteY386" fmla="*/ 265595 h 542808"/>
                  <a:gd name="connsiteX387" fmla="*/ 100144 w 598157"/>
                  <a:gd name="connsiteY387" fmla="*/ 264478 h 542808"/>
                  <a:gd name="connsiteX388" fmla="*/ 103468 w 598157"/>
                  <a:gd name="connsiteY388" fmla="*/ 261433 h 542808"/>
                  <a:gd name="connsiteX389" fmla="*/ 104278 w 598157"/>
                  <a:gd name="connsiteY389" fmla="*/ 252858 h 542808"/>
                  <a:gd name="connsiteX390" fmla="*/ 104505 w 598157"/>
                  <a:gd name="connsiteY390" fmla="*/ 249436 h 542808"/>
                  <a:gd name="connsiteX391" fmla="*/ 104669 w 598157"/>
                  <a:gd name="connsiteY391" fmla="*/ 246824 h 542808"/>
                  <a:gd name="connsiteX392" fmla="*/ 109138 w 598157"/>
                  <a:gd name="connsiteY392" fmla="*/ 245930 h 542808"/>
                  <a:gd name="connsiteX393" fmla="*/ 110535 w 598157"/>
                  <a:gd name="connsiteY393" fmla="*/ 235930 h 542808"/>
                  <a:gd name="connsiteX394" fmla="*/ 110652 w 598157"/>
                  <a:gd name="connsiteY394" fmla="*/ 233900 h 542808"/>
                  <a:gd name="connsiteX395" fmla="*/ 110926 w 598157"/>
                  <a:gd name="connsiteY395" fmla="*/ 228947 h 542808"/>
                  <a:gd name="connsiteX396" fmla="*/ 116289 w 598157"/>
                  <a:gd name="connsiteY396" fmla="*/ 227160 h 542808"/>
                  <a:gd name="connsiteX397" fmla="*/ 117183 w 598157"/>
                  <a:gd name="connsiteY397" fmla="*/ 212858 h 542808"/>
                  <a:gd name="connsiteX398" fmla="*/ 122546 w 598157"/>
                  <a:gd name="connsiteY398" fmla="*/ 212858 h 542808"/>
                  <a:gd name="connsiteX399" fmla="*/ 122710 w 598157"/>
                  <a:gd name="connsiteY399" fmla="*/ 210763 h 542808"/>
                  <a:gd name="connsiteX400" fmla="*/ 124334 w 598157"/>
                  <a:gd name="connsiteY400" fmla="*/ 194981 h 542808"/>
                  <a:gd name="connsiteX401" fmla="*/ 128803 w 598157"/>
                  <a:gd name="connsiteY401" fmla="*/ 194087 h 542808"/>
                  <a:gd name="connsiteX402" fmla="*/ 130199 w 598157"/>
                  <a:gd name="connsiteY402" fmla="*/ 183585 h 542808"/>
                  <a:gd name="connsiteX403" fmla="*/ 130316 w 598157"/>
                  <a:gd name="connsiteY403" fmla="*/ 181696 h 542808"/>
                  <a:gd name="connsiteX404" fmla="*/ 130591 w 598157"/>
                  <a:gd name="connsiteY404" fmla="*/ 177105 h 542808"/>
                  <a:gd name="connsiteX405" fmla="*/ 132769 w 598157"/>
                  <a:gd name="connsiteY405" fmla="*/ 176713 h 542808"/>
                  <a:gd name="connsiteX406" fmla="*/ 135954 w 598157"/>
                  <a:gd name="connsiteY406" fmla="*/ 175317 h 542808"/>
                  <a:gd name="connsiteX407" fmla="*/ 136456 w 598157"/>
                  <a:gd name="connsiteY407" fmla="*/ 168110 h 542808"/>
                  <a:gd name="connsiteX408" fmla="*/ 136573 w 598157"/>
                  <a:gd name="connsiteY408" fmla="*/ 166055 h 542808"/>
                  <a:gd name="connsiteX409" fmla="*/ 136847 w 598157"/>
                  <a:gd name="connsiteY409" fmla="*/ 161015 h 542808"/>
                  <a:gd name="connsiteX410" fmla="*/ 142210 w 598157"/>
                  <a:gd name="connsiteY410" fmla="*/ 161015 h 542808"/>
                  <a:gd name="connsiteX411" fmla="*/ 143104 w 598157"/>
                  <a:gd name="connsiteY411" fmla="*/ 144032 h 542808"/>
                  <a:gd name="connsiteX412" fmla="*/ 148467 w 598157"/>
                  <a:gd name="connsiteY412" fmla="*/ 142245 h 542808"/>
                  <a:gd name="connsiteX413" fmla="*/ 150255 w 598157"/>
                  <a:gd name="connsiteY413" fmla="*/ 125262 h 542808"/>
                  <a:gd name="connsiteX414" fmla="*/ 155618 w 598157"/>
                  <a:gd name="connsiteY414" fmla="*/ 125262 h 542808"/>
                  <a:gd name="connsiteX415" fmla="*/ 156512 w 598157"/>
                  <a:gd name="connsiteY415" fmla="*/ 109173 h 542808"/>
                  <a:gd name="connsiteX416" fmla="*/ 160981 w 598157"/>
                  <a:gd name="connsiteY416" fmla="*/ 108279 h 542808"/>
                  <a:gd name="connsiteX417" fmla="*/ 162378 w 598157"/>
                  <a:gd name="connsiteY417" fmla="*/ 99229 h 542808"/>
                  <a:gd name="connsiteX418" fmla="*/ 162495 w 598157"/>
                  <a:gd name="connsiteY418" fmla="*/ 97186 h 542808"/>
                  <a:gd name="connsiteX419" fmla="*/ 162769 w 598157"/>
                  <a:gd name="connsiteY419" fmla="*/ 92190 h 542808"/>
                  <a:gd name="connsiteX420" fmla="*/ 168132 w 598157"/>
                  <a:gd name="connsiteY420" fmla="*/ 90402 h 542808"/>
                  <a:gd name="connsiteX421" fmla="*/ 169026 w 598157"/>
                  <a:gd name="connsiteY421" fmla="*/ 74313 h 542808"/>
                  <a:gd name="connsiteX422" fmla="*/ 175283 w 598157"/>
                  <a:gd name="connsiteY422" fmla="*/ 73419 h 542808"/>
                  <a:gd name="connsiteX423" fmla="*/ 176176 w 598157"/>
                  <a:gd name="connsiteY423" fmla="*/ 58224 h 542808"/>
                  <a:gd name="connsiteX424" fmla="*/ 180646 w 598157"/>
                  <a:gd name="connsiteY424" fmla="*/ 58224 h 542808"/>
                  <a:gd name="connsiteX425" fmla="*/ 182042 w 598157"/>
                  <a:gd name="connsiteY425" fmla="*/ 46771 h 542808"/>
                  <a:gd name="connsiteX426" fmla="*/ 182159 w 598157"/>
                  <a:gd name="connsiteY426" fmla="*/ 44895 h 542808"/>
                  <a:gd name="connsiteX427" fmla="*/ 182433 w 598157"/>
                  <a:gd name="connsiteY427" fmla="*/ 40347 h 542808"/>
                  <a:gd name="connsiteX428" fmla="*/ 184612 w 598157"/>
                  <a:gd name="connsiteY428" fmla="*/ 40012 h 542808"/>
                  <a:gd name="connsiteX429" fmla="*/ 186903 w 598157"/>
                  <a:gd name="connsiteY429" fmla="*/ 39453 h 542808"/>
                  <a:gd name="connsiteX430" fmla="*/ 188299 w 598157"/>
                  <a:gd name="connsiteY430" fmla="*/ 29956 h 542808"/>
                  <a:gd name="connsiteX431" fmla="*/ 188416 w 598157"/>
                  <a:gd name="connsiteY431" fmla="*/ 27784 h 542808"/>
                  <a:gd name="connsiteX432" fmla="*/ 188690 w 598157"/>
                  <a:gd name="connsiteY432" fmla="*/ 22470 h 542808"/>
                  <a:gd name="connsiteX433" fmla="*/ 194947 w 598157"/>
                  <a:gd name="connsiteY433" fmla="*/ 21576 h 542808"/>
                  <a:gd name="connsiteX434" fmla="*/ 194916 w 598157"/>
                  <a:gd name="connsiteY434" fmla="*/ 18706 h 542808"/>
                  <a:gd name="connsiteX435" fmla="*/ 194891 w 598157"/>
                  <a:gd name="connsiteY435" fmla="*/ 14984 h 542808"/>
                  <a:gd name="connsiteX436" fmla="*/ 194869 w 598157"/>
                  <a:gd name="connsiteY436" fmla="*/ 13092 h 542808"/>
                  <a:gd name="connsiteX437" fmla="*/ 195841 w 598157"/>
                  <a:gd name="connsiteY437" fmla="*/ 6381 h 542808"/>
                  <a:gd name="connsiteX438" fmla="*/ 199416 w 598157"/>
                  <a:gd name="connsiteY438" fmla="*/ 5487 h 542808"/>
                  <a:gd name="connsiteX439" fmla="*/ 200310 w 598157"/>
                  <a:gd name="connsiteY439" fmla="*/ 1018 h 542808"/>
                  <a:gd name="connsiteX440" fmla="*/ 210564 w 598157"/>
                  <a:gd name="connsiteY440" fmla="*/ 10 h 542808"/>
                  <a:gd name="connsiteX441" fmla="*/ 212934 w 598157"/>
                  <a:gd name="connsiteY441" fmla="*/ 6 h 542808"/>
                  <a:gd name="connsiteX442" fmla="*/ 220827 w 598157"/>
                  <a:gd name="connsiteY442" fmla="*/ 8 h 542808"/>
                  <a:gd name="connsiteX443" fmla="*/ 226473 w 598157"/>
                  <a:gd name="connsiteY443" fmla="*/ 3 h 542808"/>
                  <a:gd name="connsiteX444" fmla="*/ 241830 w 598157"/>
                  <a:gd name="connsiteY444" fmla="*/ 4 h 542808"/>
                  <a:gd name="connsiteX445" fmla="*/ 257875 w 598157"/>
                  <a:gd name="connsiteY445" fmla="*/ 3 h 542808"/>
                  <a:gd name="connsiteX446" fmla="*/ 284820 w 598157"/>
                  <a:gd name="connsiteY446" fmla="*/ 7 h 542808"/>
                  <a:gd name="connsiteX447" fmla="*/ 316011 w 598157"/>
                  <a:gd name="connsiteY447" fmla="*/ 6 h 542808"/>
                  <a:gd name="connsiteX448" fmla="*/ 342753 w 598157"/>
                  <a:gd name="connsiteY448" fmla="*/ 3 h 542808"/>
                  <a:gd name="connsiteX449" fmla="*/ 358742 w 598157"/>
                  <a:gd name="connsiteY449" fmla="*/ 2 h 54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Lst>
                <a:rect l="l" t="t" r="r" b="b"/>
                <a:pathLst>
                  <a:path w="598157" h="542808">
                    <a:moveTo>
                      <a:pt x="295151" y="163880"/>
                    </a:moveTo>
                    <a:cubicBezTo>
                      <a:pt x="292308" y="167484"/>
                      <a:pt x="292183" y="170378"/>
                      <a:pt x="292234" y="174779"/>
                    </a:cubicBezTo>
                    <a:cubicBezTo>
                      <a:pt x="292257" y="175575"/>
                      <a:pt x="292280" y="176347"/>
                      <a:pt x="292302" y="177120"/>
                    </a:cubicBezTo>
                    <a:cubicBezTo>
                      <a:pt x="292326" y="178671"/>
                      <a:pt x="292350" y="180223"/>
                      <a:pt x="292375" y="181774"/>
                    </a:cubicBezTo>
                    <a:cubicBezTo>
                      <a:pt x="292407" y="182984"/>
                      <a:pt x="292438" y="184158"/>
                      <a:pt x="292470" y="185332"/>
                    </a:cubicBezTo>
                    <a:cubicBezTo>
                      <a:pt x="290347" y="185220"/>
                      <a:pt x="290347" y="185220"/>
                      <a:pt x="288000" y="185332"/>
                    </a:cubicBezTo>
                    <a:cubicBezTo>
                      <a:pt x="286213" y="187120"/>
                      <a:pt x="286213" y="187120"/>
                      <a:pt x="285928" y="189210"/>
                    </a:cubicBezTo>
                    <a:cubicBezTo>
                      <a:pt x="285899" y="190088"/>
                      <a:pt x="285871" y="190940"/>
                      <a:pt x="285843" y="191792"/>
                    </a:cubicBezTo>
                    <a:cubicBezTo>
                      <a:pt x="285807" y="192741"/>
                      <a:pt x="285772" y="193663"/>
                      <a:pt x="285738" y="194585"/>
                    </a:cubicBezTo>
                    <a:cubicBezTo>
                      <a:pt x="285709" y="195580"/>
                      <a:pt x="285682" y="196545"/>
                      <a:pt x="285654" y="197511"/>
                    </a:cubicBezTo>
                    <a:cubicBezTo>
                      <a:pt x="285556" y="200280"/>
                      <a:pt x="285458" y="203050"/>
                      <a:pt x="285373" y="205819"/>
                    </a:cubicBezTo>
                    <a:cubicBezTo>
                      <a:pt x="285354" y="206451"/>
                      <a:pt x="285337" y="207065"/>
                      <a:pt x="285319" y="207678"/>
                    </a:cubicBezTo>
                    <a:cubicBezTo>
                      <a:pt x="284407" y="207678"/>
                      <a:pt x="283522" y="207678"/>
                      <a:pt x="282637" y="207678"/>
                    </a:cubicBezTo>
                    <a:cubicBezTo>
                      <a:pt x="280834" y="209517"/>
                      <a:pt x="280032" y="210739"/>
                      <a:pt x="279651" y="213301"/>
                    </a:cubicBezTo>
                    <a:cubicBezTo>
                      <a:pt x="279666" y="214053"/>
                      <a:pt x="279680" y="214783"/>
                      <a:pt x="279694" y="215513"/>
                    </a:cubicBezTo>
                    <a:cubicBezTo>
                      <a:pt x="279703" y="216332"/>
                      <a:pt x="279711" y="217127"/>
                      <a:pt x="279720" y="217923"/>
                    </a:cubicBezTo>
                    <a:cubicBezTo>
                      <a:pt x="279743" y="218770"/>
                      <a:pt x="279766" y="219593"/>
                      <a:pt x="279788" y="220415"/>
                    </a:cubicBezTo>
                    <a:cubicBezTo>
                      <a:pt x="279823" y="222793"/>
                      <a:pt x="279857" y="225169"/>
                      <a:pt x="279913" y="227546"/>
                    </a:cubicBezTo>
                    <a:cubicBezTo>
                      <a:pt x="279928" y="228085"/>
                      <a:pt x="279942" y="228608"/>
                      <a:pt x="279956" y="229130"/>
                    </a:cubicBezTo>
                    <a:cubicBezTo>
                      <a:pt x="277889" y="228851"/>
                      <a:pt x="277889" y="228851"/>
                      <a:pt x="275487" y="229130"/>
                    </a:cubicBezTo>
                    <a:cubicBezTo>
                      <a:pt x="272481" y="232332"/>
                      <a:pt x="272519" y="235550"/>
                      <a:pt x="272569" y="239712"/>
                    </a:cubicBezTo>
                    <a:cubicBezTo>
                      <a:pt x="272593" y="240464"/>
                      <a:pt x="272615" y="241194"/>
                      <a:pt x="272637" y="241924"/>
                    </a:cubicBezTo>
                    <a:cubicBezTo>
                      <a:pt x="272661" y="243391"/>
                      <a:pt x="272686" y="244859"/>
                      <a:pt x="272711" y="246326"/>
                    </a:cubicBezTo>
                    <a:cubicBezTo>
                      <a:pt x="272743" y="247470"/>
                      <a:pt x="272774" y="248579"/>
                      <a:pt x="272805" y="249689"/>
                    </a:cubicBezTo>
                    <a:cubicBezTo>
                      <a:pt x="271589" y="249689"/>
                      <a:pt x="270410" y="249689"/>
                      <a:pt x="269230" y="249689"/>
                    </a:cubicBezTo>
                    <a:cubicBezTo>
                      <a:pt x="267240" y="251088"/>
                      <a:pt x="266638" y="251920"/>
                      <a:pt x="266162" y="254316"/>
                    </a:cubicBezTo>
                    <a:cubicBezTo>
                      <a:pt x="266138" y="255073"/>
                      <a:pt x="266114" y="255808"/>
                      <a:pt x="266091" y="256543"/>
                    </a:cubicBezTo>
                    <a:cubicBezTo>
                      <a:pt x="266058" y="257365"/>
                      <a:pt x="266026" y="258163"/>
                      <a:pt x="265995" y="258961"/>
                    </a:cubicBezTo>
                    <a:cubicBezTo>
                      <a:pt x="265974" y="259816"/>
                      <a:pt x="265954" y="260646"/>
                      <a:pt x="265934" y="261476"/>
                    </a:cubicBezTo>
                    <a:cubicBezTo>
                      <a:pt x="265847" y="263867"/>
                      <a:pt x="265760" y="266257"/>
                      <a:pt x="265694" y="268649"/>
                    </a:cubicBezTo>
                    <a:cubicBezTo>
                      <a:pt x="265680" y="269192"/>
                      <a:pt x="265667" y="269720"/>
                      <a:pt x="265654" y="270247"/>
                    </a:cubicBezTo>
                    <a:cubicBezTo>
                      <a:pt x="263397" y="270699"/>
                      <a:pt x="263397" y="270699"/>
                      <a:pt x="261185" y="271141"/>
                    </a:cubicBezTo>
                    <a:cubicBezTo>
                      <a:pt x="260291" y="273823"/>
                      <a:pt x="260291" y="273823"/>
                      <a:pt x="260190" y="275768"/>
                    </a:cubicBezTo>
                    <a:cubicBezTo>
                      <a:pt x="260195" y="276525"/>
                      <a:pt x="260199" y="277260"/>
                      <a:pt x="260204" y="277995"/>
                    </a:cubicBezTo>
                    <a:cubicBezTo>
                      <a:pt x="260207" y="278817"/>
                      <a:pt x="260210" y="279615"/>
                      <a:pt x="260213" y="280413"/>
                    </a:cubicBezTo>
                    <a:cubicBezTo>
                      <a:pt x="260220" y="281268"/>
                      <a:pt x="260228" y="282098"/>
                      <a:pt x="260235" y="282929"/>
                    </a:cubicBezTo>
                    <a:cubicBezTo>
                      <a:pt x="260247" y="285319"/>
                      <a:pt x="260259" y="287710"/>
                      <a:pt x="260277" y="290101"/>
                    </a:cubicBezTo>
                    <a:cubicBezTo>
                      <a:pt x="260282" y="290644"/>
                      <a:pt x="260287" y="291172"/>
                      <a:pt x="260291" y="291699"/>
                    </a:cubicBezTo>
                    <a:cubicBezTo>
                      <a:pt x="258168" y="291532"/>
                      <a:pt x="258168" y="291532"/>
                      <a:pt x="255822" y="291699"/>
                    </a:cubicBezTo>
                    <a:cubicBezTo>
                      <a:pt x="254034" y="294381"/>
                      <a:pt x="254034" y="294381"/>
                      <a:pt x="253749" y="296326"/>
                    </a:cubicBezTo>
                    <a:cubicBezTo>
                      <a:pt x="253720" y="297084"/>
                      <a:pt x="253692" y="297818"/>
                      <a:pt x="253664" y="298553"/>
                    </a:cubicBezTo>
                    <a:cubicBezTo>
                      <a:pt x="253629" y="299375"/>
                      <a:pt x="253594" y="300173"/>
                      <a:pt x="253560" y="300971"/>
                    </a:cubicBezTo>
                    <a:cubicBezTo>
                      <a:pt x="253517" y="302242"/>
                      <a:pt x="253517" y="302242"/>
                      <a:pt x="253476" y="303487"/>
                    </a:cubicBezTo>
                    <a:cubicBezTo>
                      <a:pt x="253377" y="305878"/>
                      <a:pt x="253279" y="308268"/>
                      <a:pt x="253194" y="310659"/>
                    </a:cubicBezTo>
                    <a:cubicBezTo>
                      <a:pt x="253176" y="311203"/>
                      <a:pt x="253158" y="311730"/>
                      <a:pt x="253141" y="312258"/>
                    </a:cubicBezTo>
                    <a:cubicBezTo>
                      <a:pt x="251925" y="312258"/>
                      <a:pt x="250745" y="312258"/>
                      <a:pt x="249565" y="312258"/>
                    </a:cubicBezTo>
                    <a:cubicBezTo>
                      <a:pt x="247778" y="314045"/>
                      <a:pt x="247778" y="314045"/>
                      <a:pt x="247180" y="316605"/>
                    </a:cubicBezTo>
                    <a:cubicBezTo>
                      <a:pt x="247023" y="317653"/>
                      <a:pt x="246869" y="318670"/>
                      <a:pt x="246716" y="319688"/>
                    </a:cubicBezTo>
                    <a:cubicBezTo>
                      <a:pt x="246109" y="323517"/>
                      <a:pt x="246036" y="326371"/>
                      <a:pt x="246884" y="330135"/>
                    </a:cubicBezTo>
                    <a:cubicBezTo>
                      <a:pt x="258731" y="330153"/>
                      <a:pt x="270579" y="330169"/>
                      <a:pt x="282426" y="330178"/>
                    </a:cubicBezTo>
                    <a:cubicBezTo>
                      <a:pt x="289065" y="330183"/>
                      <a:pt x="295703" y="330188"/>
                      <a:pt x="302342" y="330199"/>
                    </a:cubicBezTo>
                    <a:cubicBezTo>
                      <a:pt x="307654" y="330208"/>
                      <a:pt x="312966" y="330215"/>
                      <a:pt x="318278" y="330218"/>
                    </a:cubicBezTo>
                    <a:cubicBezTo>
                      <a:pt x="320521" y="330219"/>
                      <a:pt x="322764" y="330220"/>
                      <a:pt x="325008" y="330222"/>
                    </a:cubicBezTo>
                    <a:cubicBezTo>
                      <a:pt x="328253" y="330229"/>
                      <a:pt x="331498" y="330236"/>
                      <a:pt x="334743" y="330236"/>
                    </a:cubicBezTo>
                    <a:cubicBezTo>
                      <a:pt x="335750" y="330236"/>
                      <a:pt x="336726" y="330236"/>
                      <a:pt x="337703" y="330236"/>
                    </a:cubicBezTo>
                    <a:cubicBezTo>
                      <a:pt x="338664" y="330239"/>
                      <a:pt x="339597" y="330243"/>
                      <a:pt x="340530" y="330246"/>
                    </a:cubicBezTo>
                    <a:cubicBezTo>
                      <a:pt x="341399" y="330244"/>
                      <a:pt x="342242" y="330243"/>
                      <a:pt x="343086" y="330242"/>
                    </a:cubicBezTo>
                    <a:cubicBezTo>
                      <a:pt x="343846" y="330243"/>
                      <a:pt x="344583" y="330244"/>
                      <a:pt x="345320" y="330245"/>
                    </a:cubicBezTo>
                    <a:cubicBezTo>
                      <a:pt x="346994" y="330135"/>
                      <a:pt x="346994" y="330135"/>
                      <a:pt x="347888" y="329241"/>
                    </a:cubicBezTo>
                    <a:cubicBezTo>
                      <a:pt x="345812" y="324537"/>
                      <a:pt x="345812" y="324537"/>
                      <a:pt x="345262" y="319353"/>
                    </a:cubicBezTo>
                    <a:cubicBezTo>
                      <a:pt x="345140" y="318221"/>
                      <a:pt x="345021" y="317123"/>
                      <a:pt x="344902" y="316025"/>
                    </a:cubicBezTo>
                    <a:cubicBezTo>
                      <a:pt x="344313" y="313153"/>
                      <a:pt x="343934" y="312183"/>
                      <a:pt x="341631" y="310470"/>
                    </a:cubicBezTo>
                    <a:cubicBezTo>
                      <a:pt x="340719" y="310774"/>
                      <a:pt x="339834" y="311069"/>
                      <a:pt x="338949" y="311364"/>
                    </a:cubicBezTo>
                    <a:cubicBezTo>
                      <a:pt x="338880" y="309063"/>
                      <a:pt x="338803" y="306762"/>
                      <a:pt x="338719" y="304461"/>
                    </a:cubicBezTo>
                    <a:cubicBezTo>
                      <a:pt x="338683" y="303503"/>
                      <a:pt x="338649" y="302573"/>
                      <a:pt x="338614" y="301643"/>
                    </a:cubicBezTo>
                    <a:cubicBezTo>
                      <a:pt x="338586" y="300692"/>
                      <a:pt x="338558" y="299770"/>
                      <a:pt x="338530" y="298847"/>
                    </a:cubicBezTo>
                    <a:cubicBezTo>
                      <a:pt x="338495" y="297938"/>
                      <a:pt x="338460" y="297057"/>
                      <a:pt x="338426" y="296176"/>
                    </a:cubicBezTo>
                    <a:cubicBezTo>
                      <a:pt x="338341" y="293707"/>
                      <a:pt x="338341" y="293707"/>
                      <a:pt x="338056" y="291699"/>
                    </a:cubicBezTo>
                    <a:cubicBezTo>
                      <a:pt x="336268" y="289912"/>
                      <a:pt x="336268" y="289912"/>
                      <a:pt x="333922" y="289800"/>
                    </a:cubicBezTo>
                    <a:cubicBezTo>
                      <a:pt x="333200" y="289838"/>
                      <a:pt x="332499" y="289875"/>
                      <a:pt x="331799" y="289912"/>
                    </a:cubicBezTo>
                    <a:cubicBezTo>
                      <a:pt x="331835" y="287717"/>
                      <a:pt x="331865" y="285522"/>
                      <a:pt x="331886" y="283327"/>
                    </a:cubicBezTo>
                    <a:cubicBezTo>
                      <a:pt x="331894" y="282412"/>
                      <a:pt x="331902" y="281525"/>
                      <a:pt x="331910" y="280638"/>
                    </a:cubicBezTo>
                    <a:cubicBezTo>
                      <a:pt x="331933" y="279291"/>
                      <a:pt x="331933" y="279291"/>
                      <a:pt x="331956" y="277971"/>
                    </a:cubicBezTo>
                    <a:cubicBezTo>
                      <a:pt x="331962" y="277104"/>
                      <a:pt x="331967" y="276263"/>
                      <a:pt x="331973" y="275422"/>
                    </a:cubicBezTo>
                    <a:cubicBezTo>
                      <a:pt x="332002" y="273067"/>
                      <a:pt x="332002" y="273067"/>
                      <a:pt x="331799" y="271141"/>
                    </a:cubicBezTo>
                    <a:cubicBezTo>
                      <a:pt x="330011" y="269353"/>
                      <a:pt x="330011" y="269353"/>
                      <a:pt x="327665" y="269242"/>
                    </a:cubicBezTo>
                    <a:cubicBezTo>
                      <a:pt x="326943" y="269280"/>
                      <a:pt x="326242" y="269316"/>
                      <a:pt x="325542" y="269353"/>
                    </a:cubicBezTo>
                    <a:cubicBezTo>
                      <a:pt x="325579" y="267279"/>
                      <a:pt x="325608" y="265204"/>
                      <a:pt x="325629" y="263130"/>
                    </a:cubicBezTo>
                    <a:cubicBezTo>
                      <a:pt x="325637" y="262264"/>
                      <a:pt x="325645" y="261423"/>
                      <a:pt x="325653" y="260582"/>
                    </a:cubicBezTo>
                    <a:cubicBezTo>
                      <a:pt x="325676" y="259312"/>
                      <a:pt x="325676" y="259312"/>
                      <a:pt x="325699" y="258067"/>
                    </a:cubicBezTo>
                    <a:cubicBezTo>
                      <a:pt x="325705" y="257245"/>
                      <a:pt x="325711" y="256447"/>
                      <a:pt x="325716" y="255649"/>
                    </a:cubicBezTo>
                    <a:cubicBezTo>
                      <a:pt x="325745" y="253422"/>
                      <a:pt x="325745" y="253422"/>
                      <a:pt x="325542" y="251476"/>
                    </a:cubicBezTo>
                    <a:cubicBezTo>
                      <a:pt x="323754" y="248795"/>
                      <a:pt x="323754" y="248795"/>
                      <a:pt x="321855" y="248180"/>
                    </a:cubicBezTo>
                    <a:cubicBezTo>
                      <a:pt x="321285" y="248085"/>
                      <a:pt x="320732" y="247993"/>
                      <a:pt x="320179" y="247901"/>
                    </a:cubicBezTo>
                    <a:cubicBezTo>
                      <a:pt x="320106" y="246294"/>
                      <a:pt x="320032" y="244686"/>
                      <a:pt x="319948" y="243079"/>
                    </a:cubicBezTo>
                    <a:cubicBezTo>
                      <a:pt x="319913" y="242401"/>
                      <a:pt x="319878" y="241743"/>
                      <a:pt x="319843" y="241086"/>
                    </a:cubicBezTo>
                    <a:cubicBezTo>
                      <a:pt x="319687" y="237486"/>
                      <a:pt x="319390" y="234092"/>
                      <a:pt x="318635" y="230562"/>
                    </a:cubicBezTo>
                    <a:cubicBezTo>
                      <a:pt x="317497" y="228237"/>
                      <a:pt x="317497" y="228237"/>
                      <a:pt x="315151" y="227008"/>
                    </a:cubicBezTo>
                    <a:cubicBezTo>
                      <a:pt x="314429" y="226818"/>
                      <a:pt x="313729" y="226633"/>
                      <a:pt x="313028" y="226449"/>
                    </a:cubicBezTo>
                    <a:cubicBezTo>
                      <a:pt x="312940" y="224360"/>
                      <a:pt x="312849" y="222271"/>
                      <a:pt x="312754" y="220182"/>
                    </a:cubicBezTo>
                    <a:cubicBezTo>
                      <a:pt x="312714" y="219311"/>
                      <a:pt x="312675" y="218467"/>
                      <a:pt x="312637" y="217622"/>
                    </a:cubicBezTo>
                    <a:cubicBezTo>
                      <a:pt x="312601" y="216759"/>
                      <a:pt x="312566" y="215922"/>
                      <a:pt x="312530" y="215084"/>
                    </a:cubicBezTo>
                    <a:cubicBezTo>
                      <a:pt x="312492" y="214259"/>
                      <a:pt x="312454" y="213458"/>
                      <a:pt x="312417" y="212657"/>
                    </a:cubicBezTo>
                    <a:cubicBezTo>
                      <a:pt x="312313" y="210316"/>
                      <a:pt x="312290" y="208884"/>
                      <a:pt x="311240" y="206784"/>
                    </a:cubicBezTo>
                    <a:cubicBezTo>
                      <a:pt x="310462" y="206594"/>
                      <a:pt x="309706" y="206410"/>
                      <a:pt x="308950" y="206226"/>
                    </a:cubicBezTo>
                    <a:cubicBezTo>
                      <a:pt x="308209" y="206112"/>
                      <a:pt x="307490" y="206001"/>
                      <a:pt x="306771" y="205891"/>
                    </a:cubicBezTo>
                    <a:cubicBezTo>
                      <a:pt x="306702" y="203695"/>
                      <a:pt x="306625" y="201500"/>
                      <a:pt x="306541" y="199305"/>
                    </a:cubicBezTo>
                    <a:cubicBezTo>
                      <a:pt x="306505" y="198391"/>
                      <a:pt x="306470" y="197504"/>
                      <a:pt x="306436" y="196617"/>
                    </a:cubicBezTo>
                    <a:cubicBezTo>
                      <a:pt x="306407" y="195710"/>
                      <a:pt x="306380" y="194830"/>
                      <a:pt x="306352" y="193949"/>
                    </a:cubicBezTo>
                    <a:cubicBezTo>
                      <a:pt x="306316" y="193083"/>
                      <a:pt x="306282" y="192242"/>
                      <a:pt x="306247" y="191401"/>
                    </a:cubicBezTo>
                    <a:cubicBezTo>
                      <a:pt x="306162" y="189046"/>
                      <a:pt x="306162" y="189046"/>
                      <a:pt x="305877" y="187120"/>
                    </a:cubicBezTo>
                    <a:cubicBezTo>
                      <a:pt x="304090" y="185332"/>
                      <a:pt x="304090" y="185332"/>
                      <a:pt x="301743" y="185220"/>
                    </a:cubicBezTo>
                    <a:cubicBezTo>
                      <a:pt x="301021" y="185258"/>
                      <a:pt x="300321" y="185295"/>
                      <a:pt x="299620" y="185332"/>
                    </a:cubicBezTo>
                    <a:cubicBezTo>
                      <a:pt x="299639" y="183364"/>
                      <a:pt x="299653" y="181395"/>
                      <a:pt x="299664" y="179426"/>
                    </a:cubicBezTo>
                    <a:cubicBezTo>
                      <a:pt x="299668" y="178604"/>
                      <a:pt x="299672" y="177806"/>
                      <a:pt x="299676" y="177008"/>
                    </a:cubicBezTo>
                    <a:cubicBezTo>
                      <a:pt x="299688" y="175803"/>
                      <a:pt x="299688" y="175803"/>
                      <a:pt x="299699" y="174622"/>
                    </a:cubicBezTo>
                    <a:cubicBezTo>
                      <a:pt x="299702" y="173841"/>
                      <a:pt x="299705" y="173084"/>
                      <a:pt x="299708" y="172326"/>
                    </a:cubicBezTo>
                    <a:cubicBezTo>
                      <a:pt x="299725" y="169716"/>
                      <a:pt x="299568" y="168192"/>
                      <a:pt x="298726" y="165668"/>
                    </a:cubicBezTo>
                    <a:cubicBezTo>
                      <a:pt x="296883" y="164606"/>
                      <a:pt x="296883" y="164606"/>
                      <a:pt x="295151" y="163880"/>
                    </a:cubicBezTo>
                    <a:close/>
                    <a:moveTo>
                      <a:pt x="358742" y="2"/>
                    </a:moveTo>
                    <a:cubicBezTo>
                      <a:pt x="363751" y="-1"/>
                      <a:pt x="368759" y="1"/>
                      <a:pt x="373768" y="6"/>
                    </a:cubicBezTo>
                    <a:cubicBezTo>
                      <a:pt x="375611" y="8"/>
                      <a:pt x="377454" y="7"/>
                      <a:pt x="379296" y="5"/>
                    </a:cubicBezTo>
                    <a:cubicBezTo>
                      <a:pt x="381803" y="3"/>
                      <a:pt x="384309" y="6"/>
                      <a:pt x="386815" y="10"/>
                    </a:cubicBezTo>
                    <a:cubicBezTo>
                      <a:pt x="387552" y="8"/>
                      <a:pt x="388290" y="6"/>
                      <a:pt x="389049" y="4"/>
                    </a:cubicBezTo>
                    <a:cubicBezTo>
                      <a:pt x="394070" y="22"/>
                      <a:pt x="394070" y="22"/>
                      <a:pt x="396062" y="1018"/>
                    </a:cubicBezTo>
                    <a:cubicBezTo>
                      <a:pt x="396627" y="3647"/>
                      <a:pt x="396627" y="3647"/>
                      <a:pt x="397067" y="6884"/>
                    </a:cubicBezTo>
                    <a:cubicBezTo>
                      <a:pt x="397217" y="7954"/>
                      <a:pt x="397367" y="9024"/>
                      <a:pt x="397521" y="10127"/>
                    </a:cubicBezTo>
                    <a:cubicBezTo>
                      <a:pt x="397629" y="10956"/>
                      <a:pt x="397738" y="11784"/>
                      <a:pt x="397849" y="12638"/>
                    </a:cubicBezTo>
                    <a:cubicBezTo>
                      <a:pt x="399619" y="12638"/>
                      <a:pt x="401389" y="12638"/>
                      <a:pt x="403212" y="12638"/>
                    </a:cubicBezTo>
                    <a:cubicBezTo>
                      <a:pt x="403507" y="17357"/>
                      <a:pt x="403802" y="22077"/>
                      <a:pt x="404106" y="26939"/>
                    </a:cubicBezTo>
                    <a:cubicBezTo>
                      <a:pt x="405876" y="27529"/>
                      <a:pt x="407646" y="28119"/>
                      <a:pt x="409469" y="28727"/>
                    </a:cubicBezTo>
                    <a:cubicBezTo>
                      <a:pt x="409513" y="29718"/>
                      <a:pt x="409557" y="30709"/>
                      <a:pt x="409602" y="31730"/>
                    </a:cubicBezTo>
                    <a:cubicBezTo>
                      <a:pt x="409669" y="33038"/>
                      <a:pt x="409736" y="34346"/>
                      <a:pt x="409804" y="35654"/>
                    </a:cubicBezTo>
                    <a:cubicBezTo>
                      <a:pt x="409832" y="36306"/>
                      <a:pt x="409860" y="36958"/>
                      <a:pt x="409888" y="37630"/>
                    </a:cubicBezTo>
                    <a:cubicBezTo>
                      <a:pt x="410072" y="41008"/>
                      <a:pt x="410287" y="43725"/>
                      <a:pt x="412151" y="46604"/>
                    </a:cubicBezTo>
                    <a:cubicBezTo>
                      <a:pt x="413331" y="46604"/>
                      <a:pt x="414510" y="46604"/>
                      <a:pt x="415726" y="46604"/>
                    </a:cubicBezTo>
                    <a:cubicBezTo>
                      <a:pt x="415770" y="47455"/>
                      <a:pt x="415814" y="48307"/>
                      <a:pt x="415859" y="49184"/>
                    </a:cubicBezTo>
                    <a:cubicBezTo>
                      <a:pt x="415959" y="50866"/>
                      <a:pt x="415959" y="50866"/>
                      <a:pt x="416061" y="52581"/>
                    </a:cubicBezTo>
                    <a:cubicBezTo>
                      <a:pt x="416123" y="53691"/>
                      <a:pt x="416186" y="54800"/>
                      <a:pt x="416250" y="55944"/>
                    </a:cubicBezTo>
                    <a:cubicBezTo>
                      <a:pt x="416596" y="58913"/>
                      <a:pt x="416862" y="61031"/>
                      <a:pt x="418408" y="63587"/>
                    </a:cubicBezTo>
                    <a:cubicBezTo>
                      <a:pt x="420685" y="64386"/>
                      <a:pt x="420685" y="64386"/>
                      <a:pt x="422877" y="64480"/>
                    </a:cubicBezTo>
                    <a:cubicBezTo>
                      <a:pt x="422846" y="65789"/>
                      <a:pt x="422846" y="65789"/>
                      <a:pt x="422814" y="67124"/>
                    </a:cubicBezTo>
                    <a:cubicBezTo>
                      <a:pt x="422798" y="68261"/>
                      <a:pt x="422782" y="69398"/>
                      <a:pt x="422765" y="70570"/>
                    </a:cubicBezTo>
                    <a:cubicBezTo>
                      <a:pt x="422734" y="72265"/>
                      <a:pt x="422734" y="72265"/>
                      <a:pt x="422702" y="73995"/>
                    </a:cubicBezTo>
                    <a:cubicBezTo>
                      <a:pt x="422630" y="77114"/>
                      <a:pt x="422630" y="77114"/>
                      <a:pt x="424664" y="79676"/>
                    </a:cubicBezTo>
                    <a:cubicBezTo>
                      <a:pt x="426955" y="80328"/>
                      <a:pt x="426955" y="80328"/>
                      <a:pt x="429134" y="80570"/>
                    </a:cubicBezTo>
                    <a:cubicBezTo>
                      <a:pt x="429167" y="81635"/>
                      <a:pt x="429200" y="82701"/>
                      <a:pt x="429235" y="83799"/>
                    </a:cubicBezTo>
                    <a:cubicBezTo>
                      <a:pt x="429294" y="85199"/>
                      <a:pt x="429353" y="86600"/>
                      <a:pt x="429413" y="88000"/>
                    </a:cubicBezTo>
                    <a:cubicBezTo>
                      <a:pt x="429433" y="88702"/>
                      <a:pt x="429453" y="89404"/>
                      <a:pt x="429474" y="90128"/>
                    </a:cubicBezTo>
                    <a:cubicBezTo>
                      <a:pt x="429522" y="91143"/>
                      <a:pt x="429522" y="91143"/>
                      <a:pt x="429570" y="92179"/>
                    </a:cubicBezTo>
                    <a:cubicBezTo>
                      <a:pt x="429593" y="92802"/>
                      <a:pt x="429617" y="93424"/>
                      <a:pt x="429641" y="94066"/>
                    </a:cubicBezTo>
                    <a:cubicBezTo>
                      <a:pt x="430141" y="96262"/>
                      <a:pt x="430924" y="97100"/>
                      <a:pt x="432709" y="98446"/>
                    </a:cubicBezTo>
                    <a:cubicBezTo>
                      <a:pt x="433594" y="98446"/>
                      <a:pt x="434479" y="98446"/>
                      <a:pt x="435391" y="98446"/>
                    </a:cubicBezTo>
                    <a:cubicBezTo>
                      <a:pt x="435434" y="99373"/>
                      <a:pt x="435478" y="100299"/>
                      <a:pt x="435523" y="101254"/>
                    </a:cubicBezTo>
                    <a:cubicBezTo>
                      <a:pt x="435590" y="102478"/>
                      <a:pt x="435658" y="103702"/>
                      <a:pt x="435726" y="104927"/>
                    </a:cubicBezTo>
                    <a:cubicBezTo>
                      <a:pt x="435767" y="105841"/>
                      <a:pt x="435767" y="105841"/>
                      <a:pt x="435810" y="106774"/>
                    </a:cubicBezTo>
                    <a:cubicBezTo>
                      <a:pt x="436031" y="111404"/>
                      <a:pt x="436031" y="111404"/>
                      <a:pt x="438072" y="115429"/>
                    </a:cubicBezTo>
                    <a:cubicBezTo>
                      <a:pt x="439904" y="116149"/>
                      <a:pt x="439904" y="116149"/>
                      <a:pt x="441647" y="116323"/>
                    </a:cubicBezTo>
                    <a:cubicBezTo>
                      <a:pt x="442111" y="120052"/>
                      <a:pt x="442554" y="123677"/>
                      <a:pt x="442485" y="127440"/>
                    </a:cubicBezTo>
                    <a:cubicBezTo>
                      <a:pt x="442282" y="129882"/>
                      <a:pt x="442282" y="129882"/>
                      <a:pt x="444329" y="131519"/>
                    </a:cubicBezTo>
                    <a:cubicBezTo>
                      <a:pt x="446627" y="132098"/>
                      <a:pt x="446627" y="132098"/>
                      <a:pt x="448798" y="132412"/>
                    </a:cubicBezTo>
                    <a:cubicBezTo>
                      <a:pt x="448852" y="133489"/>
                      <a:pt x="448906" y="134565"/>
                      <a:pt x="448962" y="135674"/>
                    </a:cubicBezTo>
                    <a:cubicBezTo>
                      <a:pt x="449038" y="137082"/>
                      <a:pt x="449113" y="138490"/>
                      <a:pt x="449189" y="139898"/>
                    </a:cubicBezTo>
                    <a:cubicBezTo>
                      <a:pt x="449224" y="140608"/>
                      <a:pt x="449259" y="141318"/>
                      <a:pt x="449296" y="142049"/>
                    </a:cubicBezTo>
                    <a:cubicBezTo>
                      <a:pt x="449414" y="145843"/>
                      <a:pt x="449414" y="145843"/>
                      <a:pt x="450586" y="149395"/>
                    </a:cubicBezTo>
                    <a:cubicBezTo>
                      <a:pt x="452845" y="149981"/>
                      <a:pt x="452845" y="149981"/>
                      <a:pt x="455055" y="150289"/>
                    </a:cubicBezTo>
                    <a:cubicBezTo>
                      <a:pt x="455099" y="151291"/>
                      <a:pt x="455143" y="152292"/>
                      <a:pt x="455188" y="153323"/>
                    </a:cubicBezTo>
                    <a:cubicBezTo>
                      <a:pt x="455255" y="154640"/>
                      <a:pt x="455322" y="155956"/>
                      <a:pt x="455390" y="157272"/>
                    </a:cubicBezTo>
                    <a:cubicBezTo>
                      <a:pt x="455418" y="157932"/>
                      <a:pt x="455446" y="158592"/>
                      <a:pt x="455474" y="159271"/>
                    </a:cubicBezTo>
                    <a:cubicBezTo>
                      <a:pt x="455657" y="162641"/>
                      <a:pt x="455828" y="164409"/>
                      <a:pt x="457737" y="167272"/>
                    </a:cubicBezTo>
                    <a:cubicBezTo>
                      <a:pt x="458916" y="167272"/>
                      <a:pt x="460096" y="167272"/>
                      <a:pt x="461312" y="167272"/>
                    </a:cubicBezTo>
                    <a:cubicBezTo>
                      <a:pt x="461345" y="168274"/>
                      <a:pt x="461379" y="169275"/>
                      <a:pt x="461413" y="170306"/>
                    </a:cubicBezTo>
                    <a:cubicBezTo>
                      <a:pt x="461472" y="171623"/>
                      <a:pt x="461531" y="172939"/>
                      <a:pt x="461591" y="174255"/>
                    </a:cubicBezTo>
                    <a:cubicBezTo>
                      <a:pt x="461611" y="174915"/>
                      <a:pt x="461632" y="175575"/>
                      <a:pt x="461652" y="176254"/>
                    </a:cubicBezTo>
                    <a:cubicBezTo>
                      <a:pt x="461819" y="179989"/>
                      <a:pt x="461819" y="179989"/>
                      <a:pt x="463361" y="183316"/>
                    </a:cubicBezTo>
                    <a:cubicBezTo>
                      <a:pt x="465121" y="184505"/>
                      <a:pt x="465121" y="184505"/>
                      <a:pt x="468463" y="185149"/>
                    </a:cubicBezTo>
                    <a:cubicBezTo>
                      <a:pt x="468758" y="190164"/>
                      <a:pt x="469053" y="195178"/>
                      <a:pt x="469357" y="200344"/>
                    </a:cubicBezTo>
                    <a:cubicBezTo>
                      <a:pt x="472020" y="200969"/>
                      <a:pt x="472020" y="200969"/>
                      <a:pt x="474720" y="201238"/>
                    </a:cubicBezTo>
                    <a:cubicBezTo>
                      <a:pt x="474763" y="202304"/>
                      <a:pt x="474807" y="203370"/>
                      <a:pt x="474852" y="204468"/>
                    </a:cubicBezTo>
                    <a:cubicBezTo>
                      <a:pt x="474919" y="205868"/>
                      <a:pt x="474987" y="207268"/>
                      <a:pt x="475055" y="208668"/>
                    </a:cubicBezTo>
                    <a:cubicBezTo>
                      <a:pt x="475082" y="209371"/>
                      <a:pt x="475110" y="210073"/>
                      <a:pt x="475139" y="210796"/>
                    </a:cubicBezTo>
                    <a:cubicBezTo>
                      <a:pt x="475190" y="211812"/>
                      <a:pt x="475190" y="211812"/>
                      <a:pt x="475243" y="212848"/>
                    </a:cubicBezTo>
                    <a:cubicBezTo>
                      <a:pt x="475271" y="213470"/>
                      <a:pt x="475299" y="214093"/>
                      <a:pt x="475328" y="214734"/>
                    </a:cubicBezTo>
                    <a:cubicBezTo>
                      <a:pt x="475543" y="216724"/>
                      <a:pt x="475543" y="216724"/>
                      <a:pt x="477401" y="219115"/>
                    </a:cubicBezTo>
                    <a:cubicBezTo>
                      <a:pt x="478581" y="219115"/>
                      <a:pt x="479761" y="219115"/>
                      <a:pt x="480976" y="219115"/>
                    </a:cubicBezTo>
                    <a:cubicBezTo>
                      <a:pt x="481031" y="220127"/>
                      <a:pt x="481085" y="221138"/>
                      <a:pt x="481141" y="222181"/>
                    </a:cubicBezTo>
                    <a:cubicBezTo>
                      <a:pt x="481216" y="223505"/>
                      <a:pt x="481292" y="224830"/>
                      <a:pt x="481367" y="226154"/>
                    </a:cubicBezTo>
                    <a:cubicBezTo>
                      <a:pt x="481403" y="226821"/>
                      <a:pt x="481438" y="227488"/>
                      <a:pt x="481474" y="228176"/>
                    </a:cubicBezTo>
                    <a:cubicBezTo>
                      <a:pt x="481616" y="231807"/>
                      <a:pt x="481616" y="231807"/>
                      <a:pt x="482764" y="235204"/>
                    </a:cubicBezTo>
                    <a:cubicBezTo>
                      <a:pt x="484239" y="235499"/>
                      <a:pt x="485714" y="235794"/>
                      <a:pt x="487233" y="236098"/>
                    </a:cubicBezTo>
                    <a:cubicBezTo>
                      <a:pt x="487823" y="241407"/>
                      <a:pt x="488413" y="246717"/>
                      <a:pt x="489021" y="252187"/>
                    </a:cubicBezTo>
                    <a:cubicBezTo>
                      <a:pt x="490791" y="252777"/>
                      <a:pt x="492561" y="253367"/>
                      <a:pt x="494384" y="253975"/>
                    </a:cubicBezTo>
                    <a:cubicBezTo>
                      <a:pt x="494434" y="255477"/>
                      <a:pt x="494434" y="255477"/>
                      <a:pt x="494485" y="257009"/>
                    </a:cubicBezTo>
                    <a:cubicBezTo>
                      <a:pt x="494544" y="258325"/>
                      <a:pt x="494603" y="259642"/>
                      <a:pt x="494663" y="260958"/>
                    </a:cubicBezTo>
                    <a:cubicBezTo>
                      <a:pt x="494694" y="261948"/>
                      <a:pt x="494694" y="261948"/>
                      <a:pt x="494725" y="262957"/>
                    </a:cubicBezTo>
                    <a:cubicBezTo>
                      <a:pt x="494898" y="266729"/>
                      <a:pt x="494898" y="266729"/>
                      <a:pt x="496489" y="270075"/>
                    </a:cubicBezTo>
                    <a:cubicBezTo>
                      <a:pt x="498057" y="271188"/>
                      <a:pt x="498057" y="271188"/>
                      <a:pt x="500641" y="270958"/>
                    </a:cubicBezTo>
                    <a:cubicBezTo>
                      <a:pt x="500936" y="275972"/>
                      <a:pt x="501231" y="280987"/>
                      <a:pt x="501535" y="286153"/>
                    </a:cubicBezTo>
                    <a:cubicBezTo>
                      <a:pt x="503305" y="286743"/>
                      <a:pt x="505074" y="287333"/>
                      <a:pt x="506898" y="287941"/>
                    </a:cubicBezTo>
                    <a:cubicBezTo>
                      <a:pt x="506952" y="288803"/>
                      <a:pt x="507006" y="289665"/>
                      <a:pt x="507062" y="290553"/>
                    </a:cubicBezTo>
                    <a:cubicBezTo>
                      <a:pt x="507137" y="291682"/>
                      <a:pt x="507212" y="292811"/>
                      <a:pt x="507289" y="293974"/>
                    </a:cubicBezTo>
                    <a:cubicBezTo>
                      <a:pt x="507362" y="295094"/>
                      <a:pt x="507434" y="296214"/>
                      <a:pt x="507509" y="297368"/>
                    </a:cubicBezTo>
                    <a:cubicBezTo>
                      <a:pt x="507725" y="299725"/>
                      <a:pt x="508009" y="301778"/>
                      <a:pt x="508686" y="304030"/>
                    </a:cubicBezTo>
                    <a:cubicBezTo>
                      <a:pt x="510160" y="304325"/>
                      <a:pt x="511635" y="304620"/>
                      <a:pt x="513155" y="304924"/>
                    </a:cubicBezTo>
                    <a:cubicBezTo>
                      <a:pt x="513986" y="310269"/>
                      <a:pt x="514484" y="315624"/>
                      <a:pt x="514942" y="321013"/>
                    </a:cubicBezTo>
                    <a:cubicBezTo>
                      <a:pt x="516712" y="321603"/>
                      <a:pt x="518482" y="322193"/>
                      <a:pt x="520305" y="322801"/>
                    </a:cubicBezTo>
                    <a:cubicBezTo>
                      <a:pt x="520274" y="323981"/>
                      <a:pt x="520274" y="323981"/>
                      <a:pt x="520243" y="325185"/>
                    </a:cubicBezTo>
                    <a:cubicBezTo>
                      <a:pt x="520227" y="326224"/>
                      <a:pt x="520210" y="327262"/>
                      <a:pt x="520194" y="328331"/>
                    </a:cubicBezTo>
                    <a:cubicBezTo>
                      <a:pt x="520163" y="329871"/>
                      <a:pt x="520163" y="329871"/>
                      <a:pt x="520131" y="331442"/>
                    </a:cubicBezTo>
                    <a:cubicBezTo>
                      <a:pt x="520301" y="334347"/>
                      <a:pt x="520848" y="336286"/>
                      <a:pt x="522093" y="338890"/>
                    </a:cubicBezTo>
                    <a:cubicBezTo>
                      <a:pt x="523568" y="338890"/>
                      <a:pt x="525043" y="338890"/>
                      <a:pt x="526562" y="338890"/>
                    </a:cubicBezTo>
                    <a:cubicBezTo>
                      <a:pt x="526617" y="339891"/>
                      <a:pt x="526671" y="340892"/>
                      <a:pt x="526726" y="341924"/>
                    </a:cubicBezTo>
                    <a:cubicBezTo>
                      <a:pt x="526802" y="343240"/>
                      <a:pt x="526878" y="344557"/>
                      <a:pt x="526953" y="345873"/>
                    </a:cubicBezTo>
                    <a:cubicBezTo>
                      <a:pt x="526989" y="346533"/>
                      <a:pt x="527024" y="347192"/>
                      <a:pt x="527060" y="347872"/>
                    </a:cubicBezTo>
                    <a:cubicBezTo>
                      <a:pt x="527227" y="350716"/>
                      <a:pt x="527445" y="353157"/>
                      <a:pt x="528350" y="355873"/>
                    </a:cubicBezTo>
                    <a:cubicBezTo>
                      <a:pt x="529825" y="356168"/>
                      <a:pt x="531300" y="356463"/>
                      <a:pt x="532819" y="356767"/>
                    </a:cubicBezTo>
                    <a:cubicBezTo>
                      <a:pt x="532863" y="357618"/>
                      <a:pt x="532907" y="358470"/>
                      <a:pt x="532952" y="359347"/>
                    </a:cubicBezTo>
                    <a:cubicBezTo>
                      <a:pt x="533019" y="360468"/>
                      <a:pt x="533086" y="361589"/>
                      <a:pt x="533154" y="362744"/>
                    </a:cubicBezTo>
                    <a:cubicBezTo>
                      <a:pt x="533217" y="363854"/>
                      <a:pt x="533279" y="364963"/>
                      <a:pt x="533343" y="366107"/>
                    </a:cubicBezTo>
                    <a:cubicBezTo>
                      <a:pt x="533683" y="369026"/>
                      <a:pt x="534146" y="371156"/>
                      <a:pt x="535501" y="373750"/>
                    </a:cubicBezTo>
                    <a:cubicBezTo>
                      <a:pt x="537302" y="374405"/>
                      <a:pt x="537302" y="374405"/>
                      <a:pt x="539076" y="374644"/>
                    </a:cubicBezTo>
                    <a:cubicBezTo>
                      <a:pt x="540618" y="377727"/>
                      <a:pt x="539980" y="381219"/>
                      <a:pt x="539914" y="384612"/>
                    </a:cubicBezTo>
                    <a:cubicBezTo>
                      <a:pt x="539846" y="387226"/>
                      <a:pt x="539846" y="387226"/>
                      <a:pt x="540864" y="389839"/>
                    </a:cubicBezTo>
                    <a:cubicBezTo>
                      <a:pt x="542634" y="390134"/>
                      <a:pt x="544403" y="390429"/>
                      <a:pt x="546227" y="390733"/>
                    </a:cubicBezTo>
                    <a:cubicBezTo>
                      <a:pt x="546281" y="391809"/>
                      <a:pt x="546335" y="392885"/>
                      <a:pt x="546391" y="393994"/>
                    </a:cubicBezTo>
                    <a:cubicBezTo>
                      <a:pt x="546466" y="395402"/>
                      <a:pt x="546542" y="396810"/>
                      <a:pt x="546618" y="398219"/>
                    </a:cubicBezTo>
                    <a:cubicBezTo>
                      <a:pt x="546653" y="398928"/>
                      <a:pt x="546688" y="399638"/>
                      <a:pt x="546724" y="400369"/>
                    </a:cubicBezTo>
                    <a:cubicBezTo>
                      <a:pt x="546843" y="404164"/>
                      <a:pt x="546843" y="404164"/>
                      <a:pt x="548015" y="407716"/>
                    </a:cubicBezTo>
                    <a:cubicBezTo>
                      <a:pt x="550274" y="408302"/>
                      <a:pt x="550274" y="408302"/>
                      <a:pt x="552484" y="408609"/>
                    </a:cubicBezTo>
                    <a:cubicBezTo>
                      <a:pt x="552528" y="409536"/>
                      <a:pt x="552571" y="410462"/>
                      <a:pt x="552616" y="411417"/>
                    </a:cubicBezTo>
                    <a:cubicBezTo>
                      <a:pt x="552684" y="412641"/>
                      <a:pt x="552751" y="413865"/>
                      <a:pt x="552819" y="415090"/>
                    </a:cubicBezTo>
                    <a:cubicBezTo>
                      <a:pt x="552847" y="415699"/>
                      <a:pt x="552874" y="416309"/>
                      <a:pt x="552903" y="416937"/>
                    </a:cubicBezTo>
                    <a:cubicBezTo>
                      <a:pt x="553094" y="420218"/>
                      <a:pt x="553387" y="422788"/>
                      <a:pt x="555165" y="425592"/>
                    </a:cubicBezTo>
                    <a:cubicBezTo>
                      <a:pt x="556345" y="425592"/>
                      <a:pt x="557525" y="425592"/>
                      <a:pt x="558741" y="425592"/>
                    </a:cubicBezTo>
                    <a:cubicBezTo>
                      <a:pt x="558791" y="427094"/>
                      <a:pt x="558791" y="427094"/>
                      <a:pt x="558842" y="428627"/>
                    </a:cubicBezTo>
                    <a:cubicBezTo>
                      <a:pt x="558901" y="429943"/>
                      <a:pt x="558960" y="431259"/>
                      <a:pt x="559020" y="432576"/>
                    </a:cubicBezTo>
                    <a:cubicBezTo>
                      <a:pt x="559050" y="433565"/>
                      <a:pt x="559050" y="433565"/>
                      <a:pt x="559081" y="434575"/>
                    </a:cubicBezTo>
                    <a:cubicBezTo>
                      <a:pt x="559248" y="438309"/>
                      <a:pt x="559248" y="438309"/>
                      <a:pt x="560790" y="441636"/>
                    </a:cubicBezTo>
                    <a:cubicBezTo>
                      <a:pt x="562481" y="442677"/>
                      <a:pt x="563941" y="443133"/>
                      <a:pt x="565891" y="443469"/>
                    </a:cubicBezTo>
                    <a:cubicBezTo>
                      <a:pt x="565946" y="444481"/>
                      <a:pt x="566000" y="445493"/>
                      <a:pt x="566056" y="446535"/>
                    </a:cubicBezTo>
                    <a:cubicBezTo>
                      <a:pt x="566131" y="447859"/>
                      <a:pt x="566207" y="449184"/>
                      <a:pt x="566282" y="450508"/>
                    </a:cubicBezTo>
                    <a:cubicBezTo>
                      <a:pt x="566335" y="451509"/>
                      <a:pt x="566335" y="451509"/>
                      <a:pt x="566389" y="452530"/>
                    </a:cubicBezTo>
                    <a:cubicBezTo>
                      <a:pt x="566531" y="456162"/>
                      <a:pt x="566531" y="456162"/>
                      <a:pt x="567679" y="459558"/>
                    </a:cubicBezTo>
                    <a:cubicBezTo>
                      <a:pt x="569154" y="459558"/>
                      <a:pt x="570629" y="459558"/>
                      <a:pt x="572148" y="459558"/>
                    </a:cubicBezTo>
                    <a:cubicBezTo>
                      <a:pt x="572192" y="460549"/>
                      <a:pt x="572236" y="461540"/>
                      <a:pt x="572281" y="462561"/>
                    </a:cubicBezTo>
                    <a:cubicBezTo>
                      <a:pt x="572348" y="463869"/>
                      <a:pt x="572416" y="465178"/>
                      <a:pt x="572483" y="466486"/>
                    </a:cubicBezTo>
                    <a:cubicBezTo>
                      <a:pt x="572511" y="467138"/>
                      <a:pt x="572539" y="467790"/>
                      <a:pt x="572567" y="468462"/>
                    </a:cubicBezTo>
                    <a:cubicBezTo>
                      <a:pt x="572752" y="471839"/>
                      <a:pt x="572966" y="474557"/>
                      <a:pt x="574830" y="477435"/>
                    </a:cubicBezTo>
                    <a:cubicBezTo>
                      <a:pt x="576010" y="477435"/>
                      <a:pt x="577190" y="477435"/>
                      <a:pt x="578405" y="477435"/>
                    </a:cubicBezTo>
                    <a:cubicBezTo>
                      <a:pt x="578459" y="478447"/>
                      <a:pt x="578514" y="479459"/>
                      <a:pt x="578569" y="480501"/>
                    </a:cubicBezTo>
                    <a:cubicBezTo>
                      <a:pt x="578645" y="481825"/>
                      <a:pt x="578720" y="483150"/>
                      <a:pt x="578796" y="484474"/>
                    </a:cubicBezTo>
                    <a:cubicBezTo>
                      <a:pt x="578831" y="485141"/>
                      <a:pt x="578867" y="485809"/>
                      <a:pt x="578903" y="486496"/>
                    </a:cubicBezTo>
                    <a:cubicBezTo>
                      <a:pt x="579045" y="490128"/>
                      <a:pt x="579045" y="490128"/>
                      <a:pt x="580193" y="493524"/>
                    </a:cubicBezTo>
                    <a:cubicBezTo>
                      <a:pt x="581668" y="493819"/>
                      <a:pt x="583143" y="494114"/>
                      <a:pt x="584662" y="494418"/>
                    </a:cubicBezTo>
                    <a:cubicBezTo>
                      <a:pt x="585252" y="499728"/>
                      <a:pt x="585842" y="505037"/>
                      <a:pt x="586450" y="510507"/>
                    </a:cubicBezTo>
                    <a:cubicBezTo>
                      <a:pt x="588220" y="510802"/>
                      <a:pt x="589989" y="511097"/>
                      <a:pt x="591813" y="511401"/>
                    </a:cubicBezTo>
                    <a:cubicBezTo>
                      <a:pt x="591846" y="512467"/>
                      <a:pt x="591880" y="513533"/>
                      <a:pt x="591914" y="514631"/>
                    </a:cubicBezTo>
                    <a:cubicBezTo>
                      <a:pt x="591973" y="516031"/>
                      <a:pt x="592032" y="517431"/>
                      <a:pt x="592092" y="518831"/>
                    </a:cubicBezTo>
                    <a:cubicBezTo>
                      <a:pt x="592112" y="519534"/>
                      <a:pt x="592132" y="520236"/>
                      <a:pt x="592153" y="520959"/>
                    </a:cubicBezTo>
                    <a:cubicBezTo>
                      <a:pt x="592185" y="521636"/>
                      <a:pt x="592217" y="522313"/>
                      <a:pt x="592249" y="523011"/>
                    </a:cubicBezTo>
                    <a:cubicBezTo>
                      <a:pt x="592284" y="523945"/>
                      <a:pt x="592284" y="523945"/>
                      <a:pt x="592320" y="524897"/>
                    </a:cubicBezTo>
                    <a:cubicBezTo>
                      <a:pt x="592820" y="527094"/>
                      <a:pt x="593604" y="527931"/>
                      <a:pt x="595388" y="529278"/>
                    </a:cubicBezTo>
                    <a:cubicBezTo>
                      <a:pt x="596273" y="529278"/>
                      <a:pt x="597158" y="529278"/>
                      <a:pt x="598070" y="529278"/>
                    </a:cubicBezTo>
                    <a:cubicBezTo>
                      <a:pt x="598094" y="531345"/>
                      <a:pt x="598111" y="533412"/>
                      <a:pt x="598126" y="535479"/>
                    </a:cubicBezTo>
                    <a:cubicBezTo>
                      <a:pt x="598141" y="537206"/>
                      <a:pt x="598141" y="537206"/>
                      <a:pt x="598157" y="538967"/>
                    </a:cubicBezTo>
                    <a:cubicBezTo>
                      <a:pt x="598070" y="541792"/>
                      <a:pt x="598070" y="541792"/>
                      <a:pt x="597176" y="542686"/>
                    </a:cubicBezTo>
                    <a:cubicBezTo>
                      <a:pt x="594771" y="542775"/>
                      <a:pt x="592388" y="542806"/>
                      <a:pt x="589982" y="542799"/>
                    </a:cubicBezTo>
                    <a:cubicBezTo>
                      <a:pt x="589219" y="542801"/>
                      <a:pt x="588456" y="542802"/>
                      <a:pt x="587670" y="542803"/>
                    </a:cubicBezTo>
                    <a:cubicBezTo>
                      <a:pt x="585093" y="542807"/>
                      <a:pt x="582517" y="542804"/>
                      <a:pt x="579940" y="542801"/>
                    </a:cubicBezTo>
                    <a:cubicBezTo>
                      <a:pt x="578101" y="542803"/>
                      <a:pt x="576261" y="542804"/>
                      <a:pt x="574422" y="542806"/>
                    </a:cubicBezTo>
                    <a:cubicBezTo>
                      <a:pt x="569412" y="542810"/>
                      <a:pt x="564402" y="542809"/>
                      <a:pt x="559392" y="542806"/>
                    </a:cubicBezTo>
                    <a:cubicBezTo>
                      <a:pt x="554161" y="542804"/>
                      <a:pt x="548930" y="542806"/>
                      <a:pt x="543700" y="542807"/>
                    </a:cubicBezTo>
                    <a:cubicBezTo>
                      <a:pt x="534914" y="542809"/>
                      <a:pt x="526128" y="542806"/>
                      <a:pt x="517342" y="542802"/>
                    </a:cubicBezTo>
                    <a:cubicBezTo>
                      <a:pt x="507169" y="542797"/>
                      <a:pt x="496995" y="542799"/>
                      <a:pt x="486822" y="542804"/>
                    </a:cubicBezTo>
                    <a:cubicBezTo>
                      <a:pt x="478104" y="542808"/>
                      <a:pt x="469387" y="542809"/>
                      <a:pt x="460670" y="542806"/>
                    </a:cubicBezTo>
                    <a:cubicBezTo>
                      <a:pt x="455455" y="542805"/>
                      <a:pt x="450241" y="542805"/>
                      <a:pt x="445027" y="542808"/>
                    </a:cubicBezTo>
                    <a:cubicBezTo>
                      <a:pt x="440126" y="542810"/>
                      <a:pt x="435226" y="542808"/>
                      <a:pt x="430325" y="542803"/>
                    </a:cubicBezTo>
                    <a:cubicBezTo>
                      <a:pt x="428521" y="542802"/>
                      <a:pt x="426716" y="542802"/>
                      <a:pt x="424912" y="542804"/>
                    </a:cubicBezTo>
                    <a:cubicBezTo>
                      <a:pt x="422460" y="542807"/>
                      <a:pt x="420008" y="542804"/>
                      <a:pt x="417557" y="542799"/>
                    </a:cubicBezTo>
                    <a:cubicBezTo>
                      <a:pt x="416833" y="542801"/>
                      <a:pt x="416109" y="542803"/>
                      <a:pt x="415364" y="542805"/>
                    </a:cubicBezTo>
                    <a:cubicBezTo>
                      <a:pt x="410465" y="542788"/>
                      <a:pt x="410465" y="542788"/>
                      <a:pt x="409469" y="541792"/>
                    </a:cubicBezTo>
                    <a:cubicBezTo>
                      <a:pt x="409404" y="539072"/>
                      <a:pt x="409473" y="536363"/>
                      <a:pt x="409525" y="533643"/>
                    </a:cubicBezTo>
                    <a:cubicBezTo>
                      <a:pt x="409595" y="531002"/>
                      <a:pt x="409595" y="531002"/>
                      <a:pt x="408575" y="528384"/>
                    </a:cubicBezTo>
                    <a:cubicBezTo>
                      <a:pt x="406805" y="528089"/>
                      <a:pt x="405036" y="527794"/>
                      <a:pt x="403212" y="527490"/>
                    </a:cubicBezTo>
                    <a:cubicBezTo>
                      <a:pt x="403195" y="526909"/>
                      <a:pt x="403177" y="526327"/>
                      <a:pt x="403159" y="525728"/>
                    </a:cubicBezTo>
                    <a:cubicBezTo>
                      <a:pt x="403073" y="523093"/>
                      <a:pt x="402975" y="520460"/>
                      <a:pt x="402877" y="517826"/>
                    </a:cubicBezTo>
                    <a:cubicBezTo>
                      <a:pt x="402836" y="516453"/>
                      <a:pt x="402836" y="516453"/>
                      <a:pt x="402793" y="515052"/>
                    </a:cubicBezTo>
                    <a:cubicBezTo>
                      <a:pt x="402759" y="514173"/>
                      <a:pt x="402724" y="513295"/>
                      <a:pt x="402688" y="512389"/>
                    </a:cubicBezTo>
                    <a:cubicBezTo>
                      <a:pt x="402646" y="511175"/>
                      <a:pt x="402646" y="511175"/>
                      <a:pt x="402603" y="509935"/>
                    </a:cubicBezTo>
                    <a:cubicBezTo>
                      <a:pt x="402443" y="507589"/>
                      <a:pt x="402443" y="507589"/>
                      <a:pt x="400531" y="505144"/>
                    </a:cubicBezTo>
                    <a:cubicBezTo>
                      <a:pt x="399351" y="505144"/>
                      <a:pt x="398171" y="505144"/>
                      <a:pt x="396955" y="505144"/>
                    </a:cubicBezTo>
                    <a:cubicBezTo>
                      <a:pt x="396912" y="503970"/>
                      <a:pt x="396868" y="502796"/>
                      <a:pt x="396823" y="501586"/>
                    </a:cubicBezTo>
                    <a:cubicBezTo>
                      <a:pt x="396756" y="500035"/>
                      <a:pt x="396688" y="498484"/>
                      <a:pt x="396620" y="496932"/>
                    </a:cubicBezTo>
                    <a:cubicBezTo>
                      <a:pt x="396592" y="496160"/>
                      <a:pt x="396565" y="495387"/>
                      <a:pt x="396536" y="494591"/>
                    </a:cubicBezTo>
                    <a:cubicBezTo>
                      <a:pt x="396353" y="490611"/>
                      <a:pt x="396118" y="487312"/>
                      <a:pt x="394274" y="483692"/>
                    </a:cubicBezTo>
                    <a:cubicBezTo>
                      <a:pt x="393094" y="483692"/>
                      <a:pt x="391914" y="483692"/>
                      <a:pt x="390698" y="483692"/>
                    </a:cubicBezTo>
                    <a:cubicBezTo>
                      <a:pt x="390644" y="482903"/>
                      <a:pt x="390590" y="482114"/>
                      <a:pt x="390534" y="481300"/>
                    </a:cubicBezTo>
                    <a:cubicBezTo>
                      <a:pt x="390069" y="474641"/>
                      <a:pt x="389548" y="467992"/>
                      <a:pt x="388911" y="461346"/>
                    </a:cubicBezTo>
                    <a:cubicBezTo>
                      <a:pt x="387141" y="461346"/>
                      <a:pt x="385371" y="461346"/>
                      <a:pt x="383548" y="461346"/>
                    </a:cubicBezTo>
                    <a:cubicBezTo>
                      <a:pt x="383843" y="458691"/>
                      <a:pt x="384138" y="456037"/>
                      <a:pt x="384442" y="453302"/>
                    </a:cubicBezTo>
                    <a:cubicBezTo>
                      <a:pt x="326038" y="453302"/>
                      <a:pt x="267634" y="453302"/>
                      <a:pt x="207461" y="453302"/>
                    </a:cubicBezTo>
                    <a:cubicBezTo>
                      <a:pt x="207756" y="455956"/>
                      <a:pt x="208051" y="458611"/>
                      <a:pt x="208355" y="461346"/>
                    </a:cubicBezTo>
                    <a:cubicBezTo>
                      <a:pt x="206585" y="461936"/>
                      <a:pt x="204815" y="462526"/>
                      <a:pt x="202992" y="463134"/>
                    </a:cubicBezTo>
                    <a:cubicBezTo>
                      <a:pt x="202285" y="467902"/>
                      <a:pt x="202033" y="472438"/>
                      <a:pt x="202154" y="477257"/>
                    </a:cubicBezTo>
                    <a:cubicBezTo>
                      <a:pt x="202098" y="479223"/>
                      <a:pt x="202098" y="479223"/>
                      <a:pt x="201204" y="481904"/>
                    </a:cubicBezTo>
                    <a:cubicBezTo>
                      <a:pt x="200126" y="482070"/>
                      <a:pt x="200126" y="482070"/>
                      <a:pt x="199025" y="482240"/>
                    </a:cubicBezTo>
                    <a:cubicBezTo>
                      <a:pt x="198269" y="482424"/>
                      <a:pt x="197514" y="482608"/>
                      <a:pt x="196735" y="482798"/>
                    </a:cubicBezTo>
                    <a:cubicBezTo>
                      <a:pt x="195610" y="485048"/>
                      <a:pt x="195655" y="486743"/>
                      <a:pt x="195558" y="489258"/>
                    </a:cubicBezTo>
                    <a:cubicBezTo>
                      <a:pt x="195521" y="490179"/>
                      <a:pt x="195483" y="491101"/>
                      <a:pt x="195445" y="492051"/>
                    </a:cubicBezTo>
                    <a:cubicBezTo>
                      <a:pt x="195410" y="493017"/>
                      <a:pt x="195374" y="493982"/>
                      <a:pt x="195338" y="494977"/>
                    </a:cubicBezTo>
                    <a:cubicBezTo>
                      <a:pt x="195300" y="495949"/>
                      <a:pt x="195261" y="496922"/>
                      <a:pt x="195221" y="497924"/>
                    </a:cubicBezTo>
                    <a:cubicBezTo>
                      <a:pt x="195126" y="500331"/>
                      <a:pt x="195035" y="502737"/>
                      <a:pt x="194947" y="505144"/>
                    </a:cubicBezTo>
                    <a:cubicBezTo>
                      <a:pt x="193472" y="505439"/>
                      <a:pt x="191997" y="505734"/>
                      <a:pt x="190478" y="506038"/>
                    </a:cubicBezTo>
                    <a:cubicBezTo>
                      <a:pt x="189647" y="508532"/>
                      <a:pt x="189417" y="510298"/>
                      <a:pt x="189301" y="512892"/>
                    </a:cubicBezTo>
                    <a:cubicBezTo>
                      <a:pt x="189264" y="513690"/>
                      <a:pt x="189226" y="514488"/>
                      <a:pt x="189188" y="515310"/>
                    </a:cubicBezTo>
                    <a:cubicBezTo>
                      <a:pt x="189153" y="516140"/>
                      <a:pt x="189117" y="516970"/>
                      <a:pt x="189081" y="517826"/>
                    </a:cubicBezTo>
                    <a:cubicBezTo>
                      <a:pt x="189043" y="518666"/>
                      <a:pt x="189004" y="519507"/>
                      <a:pt x="188964" y="520373"/>
                    </a:cubicBezTo>
                    <a:cubicBezTo>
                      <a:pt x="188870" y="522447"/>
                      <a:pt x="188778" y="524522"/>
                      <a:pt x="188690" y="526597"/>
                    </a:cubicBezTo>
                    <a:cubicBezTo>
                      <a:pt x="187215" y="526597"/>
                      <a:pt x="185741" y="526597"/>
                      <a:pt x="184221" y="526597"/>
                    </a:cubicBezTo>
                    <a:cubicBezTo>
                      <a:pt x="182643" y="529752"/>
                      <a:pt x="182960" y="533543"/>
                      <a:pt x="182786" y="537035"/>
                    </a:cubicBezTo>
                    <a:cubicBezTo>
                      <a:pt x="182523" y="541702"/>
                      <a:pt x="182523" y="541702"/>
                      <a:pt x="181539" y="542686"/>
                    </a:cubicBezTo>
                    <a:cubicBezTo>
                      <a:pt x="179213" y="542775"/>
                      <a:pt x="176910" y="542806"/>
                      <a:pt x="174583" y="542799"/>
                    </a:cubicBezTo>
                    <a:cubicBezTo>
                      <a:pt x="173846" y="542801"/>
                      <a:pt x="173109" y="542802"/>
                      <a:pt x="172349" y="542803"/>
                    </a:cubicBezTo>
                    <a:cubicBezTo>
                      <a:pt x="169858" y="542807"/>
                      <a:pt x="167368" y="542804"/>
                      <a:pt x="164878" y="542801"/>
                    </a:cubicBezTo>
                    <a:cubicBezTo>
                      <a:pt x="163100" y="542803"/>
                      <a:pt x="161323" y="542804"/>
                      <a:pt x="159545" y="542806"/>
                    </a:cubicBezTo>
                    <a:cubicBezTo>
                      <a:pt x="154703" y="542810"/>
                      <a:pt x="149861" y="542809"/>
                      <a:pt x="145019" y="542806"/>
                    </a:cubicBezTo>
                    <a:cubicBezTo>
                      <a:pt x="139964" y="542804"/>
                      <a:pt x="134908" y="542806"/>
                      <a:pt x="129853" y="542807"/>
                    </a:cubicBezTo>
                    <a:cubicBezTo>
                      <a:pt x="121362" y="542809"/>
                      <a:pt x="112871" y="542806"/>
                      <a:pt x="104379" y="542802"/>
                    </a:cubicBezTo>
                    <a:cubicBezTo>
                      <a:pt x="94547" y="542797"/>
                      <a:pt x="84715" y="542799"/>
                      <a:pt x="74882" y="542804"/>
                    </a:cubicBezTo>
                    <a:cubicBezTo>
                      <a:pt x="66457" y="542808"/>
                      <a:pt x="58032" y="542809"/>
                      <a:pt x="49607" y="542806"/>
                    </a:cubicBezTo>
                    <a:cubicBezTo>
                      <a:pt x="44567" y="542805"/>
                      <a:pt x="39528" y="542805"/>
                      <a:pt x="34489" y="542808"/>
                    </a:cubicBezTo>
                    <a:cubicBezTo>
                      <a:pt x="29752" y="542810"/>
                      <a:pt x="25016" y="542808"/>
                      <a:pt x="20280" y="542803"/>
                    </a:cubicBezTo>
                    <a:cubicBezTo>
                      <a:pt x="18536" y="542802"/>
                      <a:pt x="16792" y="542802"/>
                      <a:pt x="15049" y="542804"/>
                    </a:cubicBezTo>
                    <a:cubicBezTo>
                      <a:pt x="12679" y="542807"/>
                      <a:pt x="10309" y="542804"/>
                      <a:pt x="7940" y="542799"/>
                    </a:cubicBezTo>
                    <a:cubicBezTo>
                      <a:pt x="7240" y="542801"/>
                      <a:pt x="6541" y="542803"/>
                      <a:pt x="5820" y="542805"/>
                    </a:cubicBezTo>
                    <a:cubicBezTo>
                      <a:pt x="1086" y="542788"/>
                      <a:pt x="1086" y="542788"/>
                      <a:pt x="90" y="541792"/>
                    </a:cubicBezTo>
                    <a:cubicBezTo>
                      <a:pt x="12" y="540396"/>
                      <a:pt x="-6" y="538997"/>
                      <a:pt x="2" y="537598"/>
                    </a:cubicBezTo>
                    <a:cubicBezTo>
                      <a:pt x="5" y="536755"/>
                      <a:pt x="8" y="535911"/>
                      <a:pt x="11" y="535041"/>
                    </a:cubicBezTo>
                    <a:cubicBezTo>
                      <a:pt x="19" y="534153"/>
                      <a:pt x="26" y="533265"/>
                      <a:pt x="34" y="532351"/>
                    </a:cubicBezTo>
                    <a:cubicBezTo>
                      <a:pt x="38" y="531459"/>
                      <a:pt x="42" y="530568"/>
                      <a:pt x="46" y="529650"/>
                    </a:cubicBezTo>
                    <a:cubicBezTo>
                      <a:pt x="57" y="527440"/>
                      <a:pt x="71" y="525231"/>
                      <a:pt x="90" y="523021"/>
                    </a:cubicBezTo>
                    <a:cubicBezTo>
                      <a:pt x="1859" y="522431"/>
                      <a:pt x="3629" y="521841"/>
                      <a:pt x="5453" y="521233"/>
                    </a:cubicBezTo>
                    <a:cubicBezTo>
                      <a:pt x="6043" y="515924"/>
                      <a:pt x="6633" y="510615"/>
                      <a:pt x="7240" y="505144"/>
                    </a:cubicBezTo>
                    <a:cubicBezTo>
                      <a:pt x="8715" y="504849"/>
                      <a:pt x="10190" y="504554"/>
                      <a:pt x="11710" y="504251"/>
                    </a:cubicBezTo>
                    <a:cubicBezTo>
                      <a:pt x="12816" y="500932"/>
                      <a:pt x="12922" y="497714"/>
                      <a:pt x="13106" y="494251"/>
                    </a:cubicBezTo>
                    <a:cubicBezTo>
                      <a:pt x="13145" y="493581"/>
                      <a:pt x="13183" y="492911"/>
                      <a:pt x="13223" y="492220"/>
                    </a:cubicBezTo>
                    <a:cubicBezTo>
                      <a:pt x="13318" y="490570"/>
                      <a:pt x="13408" y="488919"/>
                      <a:pt x="13497" y="487268"/>
                    </a:cubicBezTo>
                    <a:cubicBezTo>
                      <a:pt x="15267" y="486678"/>
                      <a:pt x="17037" y="486088"/>
                      <a:pt x="18860" y="485480"/>
                    </a:cubicBezTo>
                    <a:cubicBezTo>
                      <a:pt x="19155" y="480760"/>
                      <a:pt x="19450" y="476041"/>
                      <a:pt x="19754" y="471178"/>
                    </a:cubicBezTo>
                    <a:cubicBezTo>
                      <a:pt x="21229" y="470883"/>
                      <a:pt x="22704" y="470588"/>
                      <a:pt x="24223" y="470285"/>
                    </a:cubicBezTo>
                    <a:cubicBezTo>
                      <a:pt x="25826" y="465676"/>
                      <a:pt x="26138" y="461873"/>
                      <a:pt x="25899" y="456999"/>
                    </a:cubicBezTo>
                    <a:cubicBezTo>
                      <a:pt x="26011" y="455089"/>
                      <a:pt x="26011" y="455089"/>
                      <a:pt x="27799" y="453302"/>
                    </a:cubicBezTo>
                    <a:cubicBezTo>
                      <a:pt x="28979" y="453007"/>
                      <a:pt x="30158" y="452712"/>
                      <a:pt x="31374" y="452408"/>
                    </a:cubicBezTo>
                    <a:cubicBezTo>
                      <a:pt x="31964" y="446803"/>
                      <a:pt x="32554" y="441199"/>
                      <a:pt x="33162" y="435425"/>
                    </a:cubicBezTo>
                    <a:cubicBezTo>
                      <a:pt x="34637" y="435130"/>
                      <a:pt x="36111" y="434835"/>
                      <a:pt x="37631" y="434531"/>
                    </a:cubicBezTo>
                    <a:cubicBezTo>
                      <a:pt x="39472" y="432690"/>
                      <a:pt x="38895" y="428974"/>
                      <a:pt x="39028" y="426430"/>
                    </a:cubicBezTo>
                    <a:cubicBezTo>
                      <a:pt x="39086" y="425413"/>
                      <a:pt x="39086" y="425413"/>
                      <a:pt x="39145" y="424376"/>
                    </a:cubicBezTo>
                    <a:cubicBezTo>
                      <a:pt x="39240" y="422696"/>
                      <a:pt x="39330" y="421016"/>
                      <a:pt x="39419" y="419336"/>
                    </a:cubicBezTo>
                    <a:cubicBezTo>
                      <a:pt x="40138" y="419225"/>
                      <a:pt x="40857" y="419114"/>
                      <a:pt x="41597" y="419000"/>
                    </a:cubicBezTo>
                    <a:cubicBezTo>
                      <a:pt x="42353" y="418816"/>
                      <a:pt x="43109" y="418632"/>
                      <a:pt x="43888" y="418442"/>
                    </a:cubicBezTo>
                    <a:cubicBezTo>
                      <a:pt x="45363" y="415492"/>
                      <a:pt x="45124" y="412193"/>
                      <a:pt x="45285" y="408945"/>
                    </a:cubicBezTo>
                    <a:cubicBezTo>
                      <a:pt x="45323" y="408228"/>
                      <a:pt x="45362" y="407511"/>
                      <a:pt x="45401" y="406773"/>
                    </a:cubicBezTo>
                    <a:cubicBezTo>
                      <a:pt x="45496" y="405002"/>
                      <a:pt x="45586" y="403230"/>
                      <a:pt x="45676" y="401459"/>
                    </a:cubicBezTo>
                    <a:cubicBezTo>
                      <a:pt x="46395" y="401477"/>
                      <a:pt x="47114" y="401496"/>
                      <a:pt x="47854" y="401515"/>
                    </a:cubicBezTo>
                    <a:cubicBezTo>
                      <a:pt x="50085" y="401724"/>
                      <a:pt x="50085" y="401724"/>
                      <a:pt x="51039" y="400565"/>
                    </a:cubicBezTo>
                    <a:cubicBezTo>
                      <a:pt x="51251" y="397338"/>
                      <a:pt x="51393" y="394117"/>
                      <a:pt x="51501" y="390885"/>
                    </a:cubicBezTo>
                    <a:cubicBezTo>
                      <a:pt x="51742" y="385560"/>
                      <a:pt x="51742" y="385560"/>
                      <a:pt x="53720" y="383582"/>
                    </a:cubicBezTo>
                    <a:cubicBezTo>
                      <a:pt x="54905" y="383259"/>
                      <a:pt x="56097" y="382959"/>
                      <a:pt x="57296" y="382688"/>
                    </a:cubicBezTo>
                    <a:cubicBezTo>
                      <a:pt x="59136" y="380847"/>
                      <a:pt x="58560" y="377131"/>
                      <a:pt x="58692" y="374588"/>
                    </a:cubicBezTo>
                    <a:cubicBezTo>
                      <a:pt x="58750" y="373571"/>
                      <a:pt x="58750" y="373571"/>
                      <a:pt x="58809" y="372533"/>
                    </a:cubicBezTo>
                    <a:cubicBezTo>
                      <a:pt x="58904" y="370853"/>
                      <a:pt x="58994" y="369173"/>
                      <a:pt x="59083" y="367493"/>
                    </a:cubicBezTo>
                    <a:cubicBezTo>
                      <a:pt x="59802" y="367382"/>
                      <a:pt x="60521" y="367272"/>
                      <a:pt x="61262" y="367158"/>
                    </a:cubicBezTo>
                    <a:cubicBezTo>
                      <a:pt x="62018" y="366973"/>
                      <a:pt x="62774" y="366789"/>
                      <a:pt x="63552" y="366599"/>
                    </a:cubicBezTo>
                    <a:cubicBezTo>
                      <a:pt x="64970" y="363764"/>
                      <a:pt x="64785" y="360668"/>
                      <a:pt x="64949" y="357549"/>
                    </a:cubicBezTo>
                    <a:cubicBezTo>
                      <a:pt x="65007" y="356538"/>
                      <a:pt x="65007" y="356538"/>
                      <a:pt x="65066" y="355506"/>
                    </a:cubicBezTo>
                    <a:cubicBezTo>
                      <a:pt x="65161" y="353841"/>
                      <a:pt x="65251" y="352175"/>
                      <a:pt x="65340" y="350510"/>
                    </a:cubicBezTo>
                    <a:cubicBezTo>
                      <a:pt x="66059" y="350399"/>
                      <a:pt x="66778" y="350289"/>
                      <a:pt x="67519" y="350175"/>
                    </a:cubicBezTo>
                    <a:cubicBezTo>
                      <a:pt x="68275" y="349990"/>
                      <a:pt x="69031" y="349806"/>
                      <a:pt x="69809" y="349616"/>
                    </a:cubicBezTo>
                    <a:cubicBezTo>
                      <a:pt x="71284" y="346667"/>
                      <a:pt x="71045" y="343367"/>
                      <a:pt x="71206" y="340119"/>
                    </a:cubicBezTo>
                    <a:cubicBezTo>
                      <a:pt x="71245" y="339402"/>
                      <a:pt x="71283" y="338686"/>
                      <a:pt x="71323" y="337947"/>
                    </a:cubicBezTo>
                    <a:cubicBezTo>
                      <a:pt x="71418" y="336176"/>
                      <a:pt x="71508" y="334404"/>
                      <a:pt x="71597" y="332633"/>
                    </a:cubicBezTo>
                    <a:cubicBezTo>
                      <a:pt x="72897" y="332218"/>
                      <a:pt x="72897" y="332218"/>
                      <a:pt x="74223" y="331795"/>
                    </a:cubicBezTo>
                    <a:cubicBezTo>
                      <a:pt x="76818" y="331118"/>
                      <a:pt x="76818" y="331118"/>
                      <a:pt x="77854" y="329951"/>
                    </a:cubicBezTo>
                    <a:cubicBezTo>
                      <a:pt x="77854" y="328227"/>
                      <a:pt x="77851" y="326502"/>
                      <a:pt x="77826" y="324777"/>
                    </a:cubicBezTo>
                    <a:cubicBezTo>
                      <a:pt x="77866" y="321971"/>
                      <a:pt x="78287" y="319310"/>
                      <a:pt x="78748" y="316544"/>
                    </a:cubicBezTo>
                    <a:cubicBezTo>
                      <a:pt x="79467" y="316304"/>
                      <a:pt x="80186" y="316064"/>
                      <a:pt x="80926" y="315818"/>
                    </a:cubicBezTo>
                    <a:cubicBezTo>
                      <a:pt x="81682" y="315467"/>
                      <a:pt x="82438" y="315117"/>
                      <a:pt x="83217" y="314756"/>
                    </a:cubicBezTo>
                    <a:cubicBezTo>
                      <a:pt x="84278" y="311573"/>
                      <a:pt x="84424" y="308523"/>
                      <a:pt x="84614" y="305203"/>
                    </a:cubicBezTo>
                    <a:cubicBezTo>
                      <a:pt x="84671" y="304262"/>
                      <a:pt x="84671" y="304262"/>
                      <a:pt x="84731" y="303302"/>
                    </a:cubicBezTo>
                    <a:cubicBezTo>
                      <a:pt x="84825" y="301757"/>
                      <a:pt x="84915" y="300212"/>
                      <a:pt x="85005" y="298667"/>
                    </a:cubicBezTo>
                    <a:cubicBezTo>
                      <a:pt x="85724" y="298556"/>
                      <a:pt x="86443" y="298446"/>
                      <a:pt x="87183" y="298332"/>
                    </a:cubicBezTo>
                    <a:cubicBezTo>
                      <a:pt x="87939" y="298147"/>
                      <a:pt x="88695" y="297963"/>
                      <a:pt x="89474" y="297773"/>
                    </a:cubicBezTo>
                    <a:cubicBezTo>
                      <a:pt x="90948" y="294824"/>
                      <a:pt x="90710" y="291524"/>
                      <a:pt x="90870" y="288276"/>
                    </a:cubicBezTo>
                    <a:cubicBezTo>
                      <a:pt x="90909" y="287559"/>
                      <a:pt x="90948" y="286843"/>
                      <a:pt x="90987" y="286104"/>
                    </a:cubicBezTo>
                    <a:cubicBezTo>
                      <a:pt x="91082" y="284333"/>
                      <a:pt x="91172" y="282562"/>
                      <a:pt x="91261" y="280790"/>
                    </a:cubicBezTo>
                    <a:cubicBezTo>
                      <a:pt x="93031" y="280200"/>
                      <a:pt x="94801" y="279610"/>
                      <a:pt x="96625" y="279002"/>
                    </a:cubicBezTo>
                    <a:cubicBezTo>
                      <a:pt x="97550" y="274489"/>
                      <a:pt x="97610" y="270177"/>
                      <a:pt x="97518" y="265595"/>
                    </a:cubicBezTo>
                    <a:cubicBezTo>
                      <a:pt x="98385" y="265226"/>
                      <a:pt x="99251" y="264857"/>
                      <a:pt x="100144" y="264478"/>
                    </a:cubicBezTo>
                    <a:cubicBezTo>
                      <a:pt x="102918" y="263270"/>
                      <a:pt x="102918" y="263270"/>
                      <a:pt x="103468" y="261433"/>
                    </a:cubicBezTo>
                    <a:cubicBezTo>
                      <a:pt x="103887" y="258579"/>
                      <a:pt x="104092" y="255736"/>
                      <a:pt x="104278" y="252858"/>
                    </a:cubicBezTo>
                    <a:cubicBezTo>
                      <a:pt x="104353" y="251728"/>
                      <a:pt x="104428" y="250599"/>
                      <a:pt x="104505" y="249436"/>
                    </a:cubicBezTo>
                    <a:cubicBezTo>
                      <a:pt x="104559" y="248574"/>
                      <a:pt x="104613" y="247712"/>
                      <a:pt x="104669" y="246824"/>
                    </a:cubicBezTo>
                    <a:cubicBezTo>
                      <a:pt x="106144" y="246529"/>
                      <a:pt x="107619" y="246234"/>
                      <a:pt x="109138" y="245930"/>
                    </a:cubicBezTo>
                    <a:cubicBezTo>
                      <a:pt x="110245" y="242612"/>
                      <a:pt x="110350" y="239394"/>
                      <a:pt x="110535" y="235930"/>
                    </a:cubicBezTo>
                    <a:cubicBezTo>
                      <a:pt x="110574" y="235260"/>
                      <a:pt x="110612" y="234590"/>
                      <a:pt x="110652" y="233900"/>
                    </a:cubicBezTo>
                    <a:cubicBezTo>
                      <a:pt x="110747" y="232249"/>
                      <a:pt x="110837" y="230598"/>
                      <a:pt x="110926" y="228947"/>
                    </a:cubicBezTo>
                    <a:cubicBezTo>
                      <a:pt x="112696" y="228357"/>
                      <a:pt x="114466" y="227767"/>
                      <a:pt x="116289" y="227160"/>
                    </a:cubicBezTo>
                    <a:cubicBezTo>
                      <a:pt x="116584" y="222440"/>
                      <a:pt x="116879" y="217721"/>
                      <a:pt x="117183" y="212858"/>
                    </a:cubicBezTo>
                    <a:cubicBezTo>
                      <a:pt x="118953" y="212858"/>
                      <a:pt x="120723" y="212858"/>
                      <a:pt x="122546" y="212858"/>
                    </a:cubicBezTo>
                    <a:cubicBezTo>
                      <a:pt x="122600" y="212167"/>
                      <a:pt x="122654" y="211476"/>
                      <a:pt x="122710" y="210763"/>
                    </a:cubicBezTo>
                    <a:cubicBezTo>
                      <a:pt x="123135" y="205482"/>
                      <a:pt x="123627" y="200233"/>
                      <a:pt x="124334" y="194981"/>
                    </a:cubicBezTo>
                    <a:cubicBezTo>
                      <a:pt x="125808" y="194686"/>
                      <a:pt x="127283" y="194391"/>
                      <a:pt x="128803" y="194087"/>
                    </a:cubicBezTo>
                    <a:cubicBezTo>
                      <a:pt x="129858" y="190648"/>
                      <a:pt x="129994" y="187153"/>
                      <a:pt x="130199" y="183585"/>
                    </a:cubicBezTo>
                    <a:cubicBezTo>
                      <a:pt x="130257" y="182650"/>
                      <a:pt x="130257" y="182650"/>
                      <a:pt x="130316" y="181696"/>
                    </a:cubicBezTo>
                    <a:cubicBezTo>
                      <a:pt x="130411" y="180166"/>
                      <a:pt x="130501" y="178635"/>
                      <a:pt x="130591" y="177105"/>
                    </a:cubicBezTo>
                    <a:cubicBezTo>
                      <a:pt x="131669" y="176911"/>
                      <a:pt x="131669" y="176911"/>
                      <a:pt x="132769" y="176713"/>
                    </a:cubicBezTo>
                    <a:cubicBezTo>
                      <a:pt x="134989" y="176442"/>
                      <a:pt x="134989" y="176442"/>
                      <a:pt x="135954" y="175317"/>
                    </a:cubicBezTo>
                    <a:cubicBezTo>
                      <a:pt x="136165" y="172910"/>
                      <a:pt x="136331" y="170521"/>
                      <a:pt x="136456" y="168110"/>
                    </a:cubicBezTo>
                    <a:cubicBezTo>
                      <a:pt x="136514" y="167093"/>
                      <a:pt x="136514" y="167093"/>
                      <a:pt x="136573" y="166055"/>
                    </a:cubicBezTo>
                    <a:cubicBezTo>
                      <a:pt x="136668" y="164376"/>
                      <a:pt x="136758" y="162696"/>
                      <a:pt x="136847" y="161015"/>
                    </a:cubicBezTo>
                    <a:cubicBezTo>
                      <a:pt x="138617" y="161015"/>
                      <a:pt x="140387" y="161015"/>
                      <a:pt x="142210" y="161015"/>
                    </a:cubicBezTo>
                    <a:cubicBezTo>
                      <a:pt x="142505" y="155411"/>
                      <a:pt x="142800" y="149807"/>
                      <a:pt x="143104" y="144032"/>
                    </a:cubicBezTo>
                    <a:cubicBezTo>
                      <a:pt x="144874" y="143442"/>
                      <a:pt x="146644" y="142852"/>
                      <a:pt x="148467" y="142245"/>
                    </a:cubicBezTo>
                    <a:cubicBezTo>
                      <a:pt x="149057" y="136640"/>
                      <a:pt x="149647" y="131036"/>
                      <a:pt x="150255" y="125262"/>
                    </a:cubicBezTo>
                    <a:cubicBezTo>
                      <a:pt x="152025" y="125262"/>
                      <a:pt x="153795" y="125262"/>
                      <a:pt x="155618" y="125262"/>
                    </a:cubicBezTo>
                    <a:cubicBezTo>
                      <a:pt x="155913" y="119952"/>
                      <a:pt x="156208" y="114643"/>
                      <a:pt x="156512" y="109173"/>
                    </a:cubicBezTo>
                    <a:cubicBezTo>
                      <a:pt x="158724" y="108730"/>
                      <a:pt x="158724" y="108730"/>
                      <a:pt x="160981" y="108279"/>
                    </a:cubicBezTo>
                    <a:cubicBezTo>
                      <a:pt x="162399" y="105444"/>
                      <a:pt x="162213" y="102348"/>
                      <a:pt x="162378" y="99229"/>
                    </a:cubicBezTo>
                    <a:cubicBezTo>
                      <a:pt x="162436" y="98217"/>
                      <a:pt x="162436" y="98217"/>
                      <a:pt x="162495" y="97186"/>
                    </a:cubicBezTo>
                    <a:cubicBezTo>
                      <a:pt x="162590" y="95521"/>
                      <a:pt x="162680" y="93855"/>
                      <a:pt x="162769" y="92190"/>
                    </a:cubicBezTo>
                    <a:cubicBezTo>
                      <a:pt x="164539" y="91600"/>
                      <a:pt x="166308" y="91010"/>
                      <a:pt x="168132" y="90402"/>
                    </a:cubicBezTo>
                    <a:cubicBezTo>
                      <a:pt x="168427" y="85092"/>
                      <a:pt x="168722" y="79783"/>
                      <a:pt x="169026" y="74313"/>
                    </a:cubicBezTo>
                    <a:cubicBezTo>
                      <a:pt x="172123" y="73870"/>
                      <a:pt x="172123" y="73870"/>
                      <a:pt x="175283" y="73419"/>
                    </a:cubicBezTo>
                    <a:cubicBezTo>
                      <a:pt x="175578" y="68404"/>
                      <a:pt x="175873" y="63390"/>
                      <a:pt x="176176" y="58224"/>
                    </a:cubicBezTo>
                    <a:cubicBezTo>
                      <a:pt x="177651" y="58224"/>
                      <a:pt x="179126" y="58224"/>
                      <a:pt x="180646" y="58224"/>
                    </a:cubicBezTo>
                    <a:cubicBezTo>
                      <a:pt x="181523" y="54427"/>
                      <a:pt x="181816" y="50650"/>
                      <a:pt x="182042" y="46771"/>
                    </a:cubicBezTo>
                    <a:cubicBezTo>
                      <a:pt x="182100" y="45842"/>
                      <a:pt x="182100" y="45842"/>
                      <a:pt x="182159" y="44895"/>
                    </a:cubicBezTo>
                    <a:cubicBezTo>
                      <a:pt x="182253" y="43379"/>
                      <a:pt x="182344" y="41863"/>
                      <a:pt x="182433" y="40347"/>
                    </a:cubicBezTo>
                    <a:cubicBezTo>
                      <a:pt x="183152" y="40236"/>
                      <a:pt x="183871" y="40126"/>
                      <a:pt x="184612" y="40012"/>
                    </a:cubicBezTo>
                    <a:cubicBezTo>
                      <a:pt x="185368" y="39827"/>
                      <a:pt x="186124" y="39643"/>
                      <a:pt x="186903" y="39453"/>
                    </a:cubicBezTo>
                    <a:cubicBezTo>
                      <a:pt x="188377" y="36504"/>
                      <a:pt x="188138" y="33204"/>
                      <a:pt x="188299" y="29956"/>
                    </a:cubicBezTo>
                    <a:cubicBezTo>
                      <a:pt x="188357" y="28881"/>
                      <a:pt x="188357" y="28881"/>
                      <a:pt x="188416" y="27784"/>
                    </a:cubicBezTo>
                    <a:cubicBezTo>
                      <a:pt x="188511" y="26013"/>
                      <a:pt x="188601" y="24241"/>
                      <a:pt x="188690" y="22470"/>
                    </a:cubicBezTo>
                    <a:cubicBezTo>
                      <a:pt x="190755" y="22175"/>
                      <a:pt x="192820" y="21880"/>
                      <a:pt x="194947" y="21576"/>
                    </a:cubicBezTo>
                    <a:cubicBezTo>
                      <a:pt x="194937" y="20629"/>
                      <a:pt x="194926" y="19682"/>
                      <a:pt x="194916" y="18706"/>
                    </a:cubicBezTo>
                    <a:cubicBezTo>
                      <a:pt x="194907" y="17465"/>
                      <a:pt x="194899" y="16225"/>
                      <a:pt x="194891" y="14984"/>
                    </a:cubicBezTo>
                    <a:cubicBezTo>
                      <a:pt x="194884" y="14359"/>
                      <a:pt x="194876" y="13735"/>
                      <a:pt x="194869" y="13092"/>
                    </a:cubicBezTo>
                    <a:cubicBezTo>
                      <a:pt x="194846" y="8371"/>
                      <a:pt x="194846" y="8371"/>
                      <a:pt x="195841" y="6381"/>
                    </a:cubicBezTo>
                    <a:cubicBezTo>
                      <a:pt x="197685" y="5822"/>
                      <a:pt x="197685" y="5822"/>
                      <a:pt x="199416" y="5487"/>
                    </a:cubicBezTo>
                    <a:cubicBezTo>
                      <a:pt x="199711" y="4012"/>
                      <a:pt x="200006" y="2537"/>
                      <a:pt x="200310" y="1018"/>
                    </a:cubicBezTo>
                    <a:cubicBezTo>
                      <a:pt x="203747" y="-128"/>
                      <a:pt x="206983" y="1"/>
                      <a:pt x="210564" y="10"/>
                    </a:cubicBezTo>
                    <a:cubicBezTo>
                      <a:pt x="211346" y="9"/>
                      <a:pt x="212128" y="8"/>
                      <a:pt x="212934" y="6"/>
                    </a:cubicBezTo>
                    <a:cubicBezTo>
                      <a:pt x="215565" y="3"/>
                      <a:pt x="218196" y="5"/>
                      <a:pt x="220827" y="8"/>
                    </a:cubicBezTo>
                    <a:cubicBezTo>
                      <a:pt x="222709" y="7"/>
                      <a:pt x="224591" y="5"/>
                      <a:pt x="226473" y="3"/>
                    </a:cubicBezTo>
                    <a:cubicBezTo>
                      <a:pt x="231592" y="-1"/>
                      <a:pt x="236711" y="1"/>
                      <a:pt x="241830" y="4"/>
                    </a:cubicBezTo>
                    <a:cubicBezTo>
                      <a:pt x="247178" y="6"/>
                      <a:pt x="252527" y="4"/>
                      <a:pt x="257875" y="3"/>
                    </a:cubicBezTo>
                    <a:cubicBezTo>
                      <a:pt x="266857" y="1"/>
                      <a:pt x="275839" y="3"/>
                      <a:pt x="284820" y="7"/>
                    </a:cubicBezTo>
                    <a:cubicBezTo>
                      <a:pt x="295217" y="12"/>
                      <a:pt x="305614" y="11"/>
                      <a:pt x="316011" y="6"/>
                    </a:cubicBezTo>
                    <a:cubicBezTo>
                      <a:pt x="324925" y="2"/>
                      <a:pt x="333839" y="1"/>
                      <a:pt x="342753" y="3"/>
                    </a:cubicBezTo>
                    <a:cubicBezTo>
                      <a:pt x="348083" y="5"/>
                      <a:pt x="353413" y="5"/>
                      <a:pt x="358742" y="2"/>
                    </a:cubicBezTo>
                    <a:close/>
                  </a:path>
                </a:pathLst>
              </a:custGeom>
              <a:grpFill/>
              <a:ln w="894" cap="flat">
                <a:noFill/>
                <a:prstDash val="solid"/>
                <a:miter/>
              </a:ln>
            </p:spPr>
            <p:txBody>
              <a:bodyPr rtlCol="0" anchor="ctr"/>
              <a:lstStyle/>
              <a:p>
                <a:endParaRPr lang="zh-CN" altLang="en-US"/>
              </a:p>
            </p:txBody>
          </p:sp>
          <p:sp>
            <p:nvSpPr>
              <p:cNvPr id="50" name="任意多边形: 形状 49"/>
              <p:cNvSpPr/>
              <p:nvPr/>
            </p:nvSpPr>
            <p:spPr>
              <a:xfrm>
                <a:off x="10587039" y="3435663"/>
                <a:ext cx="540150" cy="555075"/>
              </a:xfrm>
              <a:custGeom>
                <a:avLst/>
                <a:gdLst>
                  <a:gd name="connsiteX0" fmla="*/ 217012 w 540150"/>
                  <a:gd name="connsiteY0" fmla="*/ 119 h 555075"/>
                  <a:gd name="connsiteX1" fmla="*/ 367178 w 540150"/>
                  <a:gd name="connsiteY1" fmla="*/ 119 h 555075"/>
                  <a:gd name="connsiteX2" fmla="*/ 368072 w 540150"/>
                  <a:gd name="connsiteY2" fmla="*/ 5482 h 555075"/>
                  <a:gd name="connsiteX3" fmla="*/ 385051 w 540150"/>
                  <a:gd name="connsiteY3" fmla="*/ 6262 h 555075"/>
                  <a:gd name="connsiteX4" fmla="*/ 393993 w 540150"/>
                  <a:gd name="connsiteY4" fmla="*/ 8164 h 555075"/>
                  <a:gd name="connsiteX5" fmla="*/ 393993 w 540150"/>
                  <a:gd name="connsiteY5" fmla="*/ 12633 h 555075"/>
                  <a:gd name="connsiteX6" fmla="*/ 412764 w 540150"/>
                  <a:gd name="connsiteY6" fmla="*/ 13527 h 555075"/>
                  <a:gd name="connsiteX7" fmla="*/ 414551 w 540150"/>
                  <a:gd name="connsiteY7" fmla="*/ 18890 h 555075"/>
                  <a:gd name="connsiteX8" fmla="*/ 427959 w 540150"/>
                  <a:gd name="connsiteY8" fmla="*/ 19784 h 555075"/>
                  <a:gd name="connsiteX9" fmla="*/ 427959 w 540150"/>
                  <a:gd name="connsiteY9" fmla="*/ 25147 h 555075"/>
                  <a:gd name="connsiteX10" fmla="*/ 440473 w 540150"/>
                  <a:gd name="connsiteY10" fmla="*/ 26040 h 555075"/>
                  <a:gd name="connsiteX11" fmla="*/ 442260 w 540150"/>
                  <a:gd name="connsiteY11" fmla="*/ 31403 h 555075"/>
                  <a:gd name="connsiteX12" fmla="*/ 446227 w 540150"/>
                  <a:gd name="connsiteY12" fmla="*/ 32353 h 555075"/>
                  <a:gd name="connsiteX13" fmla="*/ 450305 w 540150"/>
                  <a:gd name="connsiteY13" fmla="*/ 33191 h 555075"/>
                  <a:gd name="connsiteX14" fmla="*/ 452986 w 540150"/>
                  <a:gd name="connsiteY14" fmla="*/ 37660 h 555075"/>
                  <a:gd name="connsiteX15" fmla="*/ 460137 w 540150"/>
                  <a:gd name="connsiteY15" fmla="*/ 39448 h 555075"/>
                  <a:gd name="connsiteX16" fmla="*/ 461031 w 540150"/>
                  <a:gd name="connsiteY16" fmla="*/ 44811 h 555075"/>
                  <a:gd name="connsiteX17" fmla="*/ 468182 w 540150"/>
                  <a:gd name="connsiteY17" fmla="*/ 45705 h 555075"/>
                  <a:gd name="connsiteX18" fmla="*/ 468238 w 540150"/>
                  <a:gd name="connsiteY18" fmla="*/ 47772 h 555075"/>
                  <a:gd name="connsiteX19" fmla="*/ 469076 w 540150"/>
                  <a:gd name="connsiteY19" fmla="*/ 50174 h 555075"/>
                  <a:gd name="connsiteX20" fmla="*/ 475333 w 540150"/>
                  <a:gd name="connsiteY20" fmla="*/ 52856 h 555075"/>
                  <a:gd name="connsiteX21" fmla="*/ 477120 w 540150"/>
                  <a:gd name="connsiteY21" fmla="*/ 56431 h 555075"/>
                  <a:gd name="connsiteX22" fmla="*/ 479355 w 540150"/>
                  <a:gd name="connsiteY22" fmla="*/ 57772 h 555075"/>
                  <a:gd name="connsiteX23" fmla="*/ 483377 w 540150"/>
                  <a:gd name="connsiteY23" fmla="*/ 62688 h 555075"/>
                  <a:gd name="connsiteX24" fmla="*/ 485668 w 540150"/>
                  <a:gd name="connsiteY24" fmla="*/ 64029 h 555075"/>
                  <a:gd name="connsiteX25" fmla="*/ 488573 w 540150"/>
                  <a:gd name="connsiteY25" fmla="*/ 67325 h 555075"/>
                  <a:gd name="connsiteX26" fmla="*/ 488740 w 540150"/>
                  <a:gd name="connsiteY26" fmla="*/ 68945 h 555075"/>
                  <a:gd name="connsiteX27" fmla="*/ 493209 w 540150"/>
                  <a:gd name="connsiteY27" fmla="*/ 69839 h 555075"/>
                  <a:gd name="connsiteX28" fmla="*/ 494103 w 540150"/>
                  <a:gd name="connsiteY28" fmla="*/ 76989 h 555075"/>
                  <a:gd name="connsiteX29" fmla="*/ 496673 w 540150"/>
                  <a:gd name="connsiteY29" fmla="*/ 77492 h 555075"/>
                  <a:gd name="connsiteX30" fmla="*/ 499466 w 540150"/>
                  <a:gd name="connsiteY30" fmla="*/ 78777 h 555075"/>
                  <a:gd name="connsiteX31" fmla="*/ 501254 w 540150"/>
                  <a:gd name="connsiteY31" fmla="*/ 85034 h 555075"/>
                  <a:gd name="connsiteX32" fmla="*/ 505723 w 540150"/>
                  <a:gd name="connsiteY32" fmla="*/ 86822 h 555075"/>
                  <a:gd name="connsiteX33" fmla="*/ 508405 w 540150"/>
                  <a:gd name="connsiteY33" fmla="*/ 93079 h 555075"/>
                  <a:gd name="connsiteX34" fmla="*/ 510751 w 540150"/>
                  <a:gd name="connsiteY34" fmla="*/ 94308 h 555075"/>
                  <a:gd name="connsiteX35" fmla="*/ 513359 w 540150"/>
                  <a:gd name="connsiteY35" fmla="*/ 97705 h 555075"/>
                  <a:gd name="connsiteX36" fmla="*/ 513768 w 540150"/>
                  <a:gd name="connsiteY36" fmla="*/ 103805 h 555075"/>
                  <a:gd name="connsiteX37" fmla="*/ 519131 w 540150"/>
                  <a:gd name="connsiteY37" fmla="*/ 104698 h 555075"/>
                  <a:gd name="connsiteX38" fmla="*/ 520918 w 540150"/>
                  <a:gd name="connsiteY38" fmla="*/ 114531 h 555075"/>
                  <a:gd name="connsiteX39" fmla="*/ 526282 w 540150"/>
                  <a:gd name="connsiteY39" fmla="*/ 116318 h 555075"/>
                  <a:gd name="connsiteX40" fmla="*/ 527175 w 540150"/>
                  <a:gd name="connsiteY40" fmla="*/ 127045 h 555075"/>
                  <a:gd name="connsiteX41" fmla="*/ 532538 w 540150"/>
                  <a:gd name="connsiteY41" fmla="*/ 128832 h 555075"/>
                  <a:gd name="connsiteX42" fmla="*/ 533432 w 540150"/>
                  <a:gd name="connsiteY42" fmla="*/ 141346 h 555075"/>
                  <a:gd name="connsiteX43" fmla="*/ 538795 w 540150"/>
                  <a:gd name="connsiteY43" fmla="*/ 143134 h 555075"/>
                  <a:gd name="connsiteX44" fmla="*/ 538959 w 540150"/>
                  <a:gd name="connsiteY44" fmla="*/ 145777 h 555075"/>
                  <a:gd name="connsiteX45" fmla="*/ 539186 w 540150"/>
                  <a:gd name="connsiteY45" fmla="*/ 149223 h 555075"/>
                  <a:gd name="connsiteX46" fmla="*/ 539406 w 540150"/>
                  <a:gd name="connsiteY46" fmla="*/ 152648 h 555075"/>
                  <a:gd name="connsiteX47" fmla="*/ 540583 w 540150"/>
                  <a:gd name="connsiteY47" fmla="*/ 158329 h 555075"/>
                  <a:gd name="connsiteX48" fmla="*/ 545052 w 540150"/>
                  <a:gd name="connsiteY48" fmla="*/ 159223 h 555075"/>
                  <a:gd name="connsiteX49" fmla="*/ 545052 w 540150"/>
                  <a:gd name="connsiteY49" fmla="*/ 173524 h 555075"/>
                  <a:gd name="connsiteX50" fmla="*/ 537008 w 540150"/>
                  <a:gd name="connsiteY50" fmla="*/ 176206 h 555075"/>
                  <a:gd name="connsiteX51" fmla="*/ 536114 w 540150"/>
                  <a:gd name="connsiteY51" fmla="*/ 180675 h 555075"/>
                  <a:gd name="connsiteX52" fmla="*/ 534051 w 540150"/>
                  <a:gd name="connsiteY52" fmla="*/ 180729 h 555075"/>
                  <a:gd name="connsiteX53" fmla="*/ 524773 w 540150"/>
                  <a:gd name="connsiteY53" fmla="*/ 181010 h 555075"/>
                  <a:gd name="connsiteX54" fmla="*/ 521528 w 540150"/>
                  <a:gd name="connsiteY54" fmla="*/ 181094 h 555075"/>
                  <a:gd name="connsiteX55" fmla="*/ 518394 w 540150"/>
                  <a:gd name="connsiteY55" fmla="*/ 181199 h 555075"/>
                  <a:gd name="connsiteX56" fmla="*/ 515515 w 540150"/>
                  <a:gd name="connsiteY56" fmla="*/ 181284 h 555075"/>
                  <a:gd name="connsiteX57" fmla="*/ 508405 w 540150"/>
                  <a:gd name="connsiteY57" fmla="*/ 183357 h 555075"/>
                  <a:gd name="connsiteX58" fmla="*/ 507511 w 540150"/>
                  <a:gd name="connsiteY58" fmla="*/ 186932 h 555075"/>
                  <a:gd name="connsiteX59" fmla="*/ 500395 w 540150"/>
                  <a:gd name="connsiteY59" fmla="*/ 187850 h 555075"/>
                  <a:gd name="connsiteX60" fmla="*/ 497162 w 540150"/>
                  <a:gd name="connsiteY60" fmla="*/ 187817 h 555075"/>
                  <a:gd name="connsiteX61" fmla="*/ 490395 w 540150"/>
                  <a:gd name="connsiteY61" fmla="*/ 187712 h 555075"/>
                  <a:gd name="connsiteX62" fmla="*/ 487155 w 540150"/>
                  <a:gd name="connsiteY62" fmla="*/ 187683 h 555075"/>
                  <a:gd name="connsiteX63" fmla="*/ 484182 w 540150"/>
                  <a:gd name="connsiteY63" fmla="*/ 187637 h 555075"/>
                  <a:gd name="connsiteX64" fmla="*/ 478014 w 540150"/>
                  <a:gd name="connsiteY64" fmla="*/ 189613 h 555075"/>
                  <a:gd name="connsiteX65" fmla="*/ 478014 w 540150"/>
                  <a:gd name="connsiteY65" fmla="*/ 194083 h 555075"/>
                  <a:gd name="connsiteX66" fmla="*/ 451199 w 540150"/>
                  <a:gd name="connsiteY66" fmla="*/ 194976 h 555075"/>
                  <a:gd name="connsiteX67" fmla="*/ 451199 w 540150"/>
                  <a:gd name="connsiteY67" fmla="*/ 200340 h 555075"/>
                  <a:gd name="connsiteX68" fmla="*/ 448780 w 540150"/>
                  <a:gd name="connsiteY68" fmla="*/ 200407 h 555075"/>
                  <a:gd name="connsiteX69" fmla="*/ 439889 w 540150"/>
                  <a:gd name="connsiteY69" fmla="*/ 200672 h 555075"/>
                  <a:gd name="connsiteX70" fmla="*/ 436043 w 540150"/>
                  <a:gd name="connsiteY70" fmla="*/ 200784 h 555075"/>
                  <a:gd name="connsiteX71" fmla="*/ 430511 w 540150"/>
                  <a:gd name="connsiteY71" fmla="*/ 200951 h 555075"/>
                  <a:gd name="connsiteX72" fmla="*/ 427150 w 540150"/>
                  <a:gd name="connsiteY72" fmla="*/ 201050 h 555075"/>
                  <a:gd name="connsiteX73" fmla="*/ 421702 w 540150"/>
                  <a:gd name="connsiteY73" fmla="*/ 202127 h 555075"/>
                  <a:gd name="connsiteX74" fmla="*/ 420808 w 540150"/>
                  <a:gd name="connsiteY74" fmla="*/ 206596 h 555075"/>
                  <a:gd name="connsiteX75" fmla="*/ 383267 w 540150"/>
                  <a:gd name="connsiteY75" fmla="*/ 206596 h 555075"/>
                  <a:gd name="connsiteX76" fmla="*/ 382373 w 540150"/>
                  <a:gd name="connsiteY76" fmla="*/ 191401 h 555075"/>
                  <a:gd name="connsiteX77" fmla="*/ 377010 w 540150"/>
                  <a:gd name="connsiteY77" fmla="*/ 190507 h 555075"/>
                  <a:gd name="connsiteX78" fmla="*/ 376877 w 540150"/>
                  <a:gd name="connsiteY78" fmla="*/ 188482 h 555075"/>
                  <a:gd name="connsiteX79" fmla="*/ 376675 w 540150"/>
                  <a:gd name="connsiteY79" fmla="*/ 185815 h 555075"/>
                  <a:gd name="connsiteX80" fmla="*/ 376486 w 540150"/>
                  <a:gd name="connsiteY80" fmla="*/ 183175 h 555075"/>
                  <a:gd name="connsiteX81" fmla="*/ 374328 w 540150"/>
                  <a:gd name="connsiteY81" fmla="*/ 177100 h 555075"/>
                  <a:gd name="connsiteX82" fmla="*/ 369859 w 540150"/>
                  <a:gd name="connsiteY82" fmla="*/ 175312 h 555075"/>
                  <a:gd name="connsiteX83" fmla="*/ 369859 w 540150"/>
                  <a:gd name="connsiteY83" fmla="*/ 168161 h 555075"/>
                  <a:gd name="connsiteX84" fmla="*/ 367289 w 540150"/>
                  <a:gd name="connsiteY84" fmla="*/ 167100 h 555075"/>
                  <a:gd name="connsiteX85" fmla="*/ 362708 w 540150"/>
                  <a:gd name="connsiteY85" fmla="*/ 161010 h 555075"/>
                  <a:gd name="connsiteX86" fmla="*/ 358239 w 540150"/>
                  <a:gd name="connsiteY86" fmla="*/ 157435 h 555075"/>
                  <a:gd name="connsiteX87" fmla="*/ 357345 w 540150"/>
                  <a:gd name="connsiteY87" fmla="*/ 155647 h 555075"/>
                  <a:gd name="connsiteX88" fmla="*/ 355167 w 540150"/>
                  <a:gd name="connsiteY88" fmla="*/ 154921 h 555075"/>
                  <a:gd name="connsiteX89" fmla="*/ 351703 w 540150"/>
                  <a:gd name="connsiteY89" fmla="*/ 151513 h 555075"/>
                  <a:gd name="connsiteX90" fmla="*/ 351089 w 540150"/>
                  <a:gd name="connsiteY90" fmla="*/ 149391 h 555075"/>
                  <a:gd name="connsiteX91" fmla="*/ 343044 w 540150"/>
                  <a:gd name="connsiteY91" fmla="*/ 148497 h 555075"/>
                  <a:gd name="connsiteX92" fmla="*/ 343044 w 540150"/>
                  <a:gd name="connsiteY92" fmla="*/ 143134 h 555075"/>
                  <a:gd name="connsiteX93" fmla="*/ 330530 w 540150"/>
                  <a:gd name="connsiteY93" fmla="*/ 142240 h 555075"/>
                  <a:gd name="connsiteX94" fmla="*/ 329636 w 540150"/>
                  <a:gd name="connsiteY94" fmla="*/ 137771 h 555075"/>
                  <a:gd name="connsiteX95" fmla="*/ 321520 w 540150"/>
                  <a:gd name="connsiteY95" fmla="*/ 136761 h 555075"/>
                  <a:gd name="connsiteX96" fmla="*/ 319547 w 540150"/>
                  <a:gd name="connsiteY96" fmla="*/ 136756 h 555075"/>
                  <a:gd name="connsiteX97" fmla="*/ 313072 w 540150"/>
                  <a:gd name="connsiteY97" fmla="*/ 136758 h 555075"/>
                  <a:gd name="connsiteX98" fmla="*/ 308584 w 540150"/>
                  <a:gd name="connsiteY98" fmla="*/ 136755 h 555075"/>
                  <a:gd name="connsiteX99" fmla="*/ 299170 w 540150"/>
                  <a:gd name="connsiteY99" fmla="*/ 136760 h 555075"/>
                  <a:gd name="connsiteX100" fmla="*/ 287087 w 540150"/>
                  <a:gd name="connsiteY100" fmla="*/ 136757 h 555075"/>
                  <a:gd name="connsiteX101" fmla="*/ 277816 w 540150"/>
                  <a:gd name="connsiteY101" fmla="*/ 136757 h 555075"/>
                  <a:gd name="connsiteX102" fmla="*/ 273360 w 540150"/>
                  <a:gd name="connsiteY102" fmla="*/ 136755 h 555075"/>
                  <a:gd name="connsiteX103" fmla="*/ 267139 w 540150"/>
                  <a:gd name="connsiteY103" fmla="*/ 136761 h 555075"/>
                  <a:gd name="connsiteX104" fmla="*/ 265267 w 540150"/>
                  <a:gd name="connsiteY104" fmla="*/ 136756 h 555075"/>
                  <a:gd name="connsiteX105" fmla="*/ 259023 w 540150"/>
                  <a:gd name="connsiteY105" fmla="*/ 137771 h 555075"/>
                  <a:gd name="connsiteX106" fmla="*/ 259023 w 540150"/>
                  <a:gd name="connsiteY106" fmla="*/ 142240 h 555075"/>
                  <a:gd name="connsiteX107" fmla="*/ 245615 w 540150"/>
                  <a:gd name="connsiteY107" fmla="*/ 143134 h 555075"/>
                  <a:gd name="connsiteX108" fmla="*/ 243828 w 540150"/>
                  <a:gd name="connsiteY108" fmla="*/ 147603 h 555075"/>
                  <a:gd name="connsiteX109" fmla="*/ 239694 w 540150"/>
                  <a:gd name="connsiteY109" fmla="*/ 149223 h 555075"/>
                  <a:gd name="connsiteX110" fmla="*/ 237480 w 540150"/>
                  <a:gd name="connsiteY110" fmla="*/ 149855 h 555075"/>
                  <a:gd name="connsiteX111" fmla="*/ 235783 w 540150"/>
                  <a:gd name="connsiteY111" fmla="*/ 150284 h 555075"/>
                  <a:gd name="connsiteX112" fmla="*/ 234889 w 540150"/>
                  <a:gd name="connsiteY112" fmla="*/ 154754 h 555075"/>
                  <a:gd name="connsiteX113" fmla="*/ 228632 w 540150"/>
                  <a:gd name="connsiteY113" fmla="*/ 155647 h 555075"/>
                  <a:gd name="connsiteX114" fmla="*/ 226845 w 540150"/>
                  <a:gd name="connsiteY114" fmla="*/ 161904 h 555075"/>
                  <a:gd name="connsiteX115" fmla="*/ 224666 w 540150"/>
                  <a:gd name="connsiteY115" fmla="*/ 161848 h 555075"/>
                  <a:gd name="connsiteX116" fmla="*/ 221481 w 540150"/>
                  <a:gd name="connsiteY116" fmla="*/ 162798 h 555075"/>
                  <a:gd name="connsiteX117" fmla="*/ 220532 w 540150"/>
                  <a:gd name="connsiteY117" fmla="*/ 166876 h 555075"/>
                  <a:gd name="connsiteX118" fmla="*/ 220053 w 540150"/>
                  <a:gd name="connsiteY118" fmla="*/ 169114 h 555075"/>
                  <a:gd name="connsiteX119" fmla="*/ 219694 w 540150"/>
                  <a:gd name="connsiteY119" fmla="*/ 170843 h 555075"/>
                  <a:gd name="connsiteX120" fmla="*/ 215225 w 540150"/>
                  <a:gd name="connsiteY120" fmla="*/ 171737 h 555075"/>
                  <a:gd name="connsiteX121" fmla="*/ 214991 w 540150"/>
                  <a:gd name="connsiteY121" fmla="*/ 173433 h 555075"/>
                  <a:gd name="connsiteX122" fmla="*/ 213437 w 540150"/>
                  <a:gd name="connsiteY122" fmla="*/ 179781 h 555075"/>
                  <a:gd name="connsiteX123" fmla="*/ 208968 w 540150"/>
                  <a:gd name="connsiteY123" fmla="*/ 181569 h 555075"/>
                  <a:gd name="connsiteX124" fmla="*/ 207571 w 540150"/>
                  <a:gd name="connsiteY124" fmla="*/ 189781 h 555075"/>
                  <a:gd name="connsiteX125" fmla="*/ 207344 w 540150"/>
                  <a:gd name="connsiteY125" fmla="*/ 192724 h 555075"/>
                  <a:gd name="connsiteX126" fmla="*/ 207180 w 540150"/>
                  <a:gd name="connsiteY126" fmla="*/ 194976 h 555075"/>
                  <a:gd name="connsiteX127" fmla="*/ 202711 w 540150"/>
                  <a:gd name="connsiteY127" fmla="*/ 195870 h 555075"/>
                  <a:gd name="connsiteX128" fmla="*/ 201534 w 540150"/>
                  <a:gd name="connsiteY128" fmla="*/ 202920 h 555075"/>
                  <a:gd name="connsiteX129" fmla="*/ 201421 w 540150"/>
                  <a:gd name="connsiteY129" fmla="*/ 205460 h 555075"/>
                  <a:gd name="connsiteX130" fmla="*/ 201314 w 540150"/>
                  <a:gd name="connsiteY130" fmla="*/ 208105 h 555075"/>
                  <a:gd name="connsiteX131" fmla="*/ 201197 w 540150"/>
                  <a:gd name="connsiteY131" fmla="*/ 210781 h 555075"/>
                  <a:gd name="connsiteX132" fmla="*/ 200923 w 540150"/>
                  <a:gd name="connsiteY132" fmla="*/ 217323 h 555075"/>
                  <a:gd name="connsiteX133" fmla="*/ 198744 w 540150"/>
                  <a:gd name="connsiteY133" fmla="*/ 217267 h 555075"/>
                  <a:gd name="connsiteX134" fmla="*/ 195560 w 540150"/>
                  <a:gd name="connsiteY134" fmla="*/ 218216 h 555075"/>
                  <a:gd name="connsiteX135" fmla="*/ 195441 w 540150"/>
                  <a:gd name="connsiteY135" fmla="*/ 222887 h 555075"/>
                  <a:gd name="connsiteX136" fmla="*/ 195429 w 540150"/>
                  <a:gd name="connsiteY136" fmla="*/ 225956 h 555075"/>
                  <a:gd name="connsiteX137" fmla="*/ 195430 w 540150"/>
                  <a:gd name="connsiteY137" fmla="*/ 229352 h 555075"/>
                  <a:gd name="connsiteX138" fmla="*/ 195421 w 540150"/>
                  <a:gd name="connsiteY138" fmla="*/ 232906 h 555075"/>
                  <a:gd name="connsiteX139" fmla="*/ 195411 w 540150"/>
                  <a:gd name="connsiteY139" fmla="*/ 242585 h 555075"/>
                  <a:gd name="connsiteX140" fmla="*/ 195403 w 540150"/>
                  <a:gd name="connsiteY140" fmla="*/ 250655 h 555075"/>
                  <a:gd name="connsiteX141" fmla="*/ 195394 w 540150"/>
                  <a:gd name="connsiteY141" fmla="*/ 269692 h 555075"/>
                  <a:gd name="connsiteX142" fmla="*/ 195371 w 540150"/>
                  <a:gd name="connsiteY142" fmla="*/ 289349 h 555075"/>
                  <a:gd name="connsiteX143" fmla="*/ 195356 w 540150"/>
                  <a:gd name="connsiteY143" fmla="*/ 306205 h 555075"/>
                  <a:gd name="connsiteX144" fmla="*/ 195344 w 540150"/>
                  <a:gd name="connsiteY144" fmla="*/ 316281 h 555075"/>
                  <a:gd name="connsiteX145" fmla="*/ 195343 w 540150"/>
                  <a:gd name="connsiteY145" fmla="*/ 327518 h 555075"/>
                  <a:gd name="connsiteX146" fmla="*/ 195328 w 540150"/>
                  <a:gd name="connsiteY146" fmla="*/ 330903 h 555075"/>
                  <a:gd name="connsiteX147" fmla="*/ 195339 w 540150"/>
                  <a:gd name="connsiteY147" fmla="*/ 333987 h 555075"/>
                  <a:gd name="connsiteX148" fmla="*/ 195338 w 540150"/>
                  <a:gd name="connsiteY148" fmla="*/ 336673 h 555075"/>
                  <a:gd name="connsiteX149" fmla="*/ 197348 w 540150"/>
                  <a:gd name="connsiteY149" fmla="*/ 341566 h 555075"/>
                  <a:gd name="connsiteX150" fmla="*/ 200923 w 540150"/>
                  <a:gd name="connsiteY150" fmla="*/ 341566 h 555075"/>
                  <a:gd name="connsiteX151" fmla="*/ 200977 w 540150"/>
                  <a:gd name="connsiteY151" fmla="*/ 343493 h 555075"/>
                  <a:gd name="connsiteX152" fmla="*/ 201258 w 540150"/>
                  <a:gd name="connsiteY152" fmla="*/ 352125 h 555075"/>
                  <a:gd name="connsiteX153" fmla="*/ 201342 w 540150"/>
                  <a:gd name="connsiteY153" fmla="*/ 355157 h 555075"/>
                  <a:gd name="connsiteX154" fmla="*/ 201447 w 540150"/>
                  <a:gd name="connsiteY154" fmla="*/ 358064 h 555075"/>
                  <a:gd name="connsiteX155" fmla="*/ 201532 w 540150"/>
                  <a:gd name="connsiteY155" fmla="*/ 360745 h 555075"/>
                  <a:gd name="connsiteX156" fmla="*/ 203605 w 540150"/>
                  <a:gd name="connsiteY156" fmla="*/ 365700 h 555075"/>
                  <a:gd name="connsiteX157" fmla="*/ 207180 w 540150"/>
                  <a:gd name="connsiteY157" fmla="*/ 365700 h 555075"/>
                  <a:gd name="connsiteX158" fmla="*/ 207281 w 540150"/>
                  <a:gd name="connsiteY158" fmla="*/ 368539 h 555075"/>
                  <a:gd name="connsiteX159" fmla="*/ 207459 w 540150"/>
                  <a:gd name="connsiteY159" fmla="*/ 372236 h 555075"/>
                  <a:gd name="connsiteX160" fmla="*/ 207520 w 540150"/>
                  <a:gd name="connsiteY160" fmla="*/ 374106 h 555075"/>
                  <a:gd name="connsiteX161" fmla="*/ 209285 w 540150"/>
                  <a:gd name="connsiteY161" fmla="*/ 380822 h 555075"/>
                  <a:gd name="connsiteX162" fmla="*/ 213437 w 540150"/>
                  <a:gd name="connsiteY162" fmla="*/ 382683 h 555075"/>
                  <a:gd name="connsiteX163" fmla="*/ 214666 w 540150"/>
                  <a:gd name="connsiteY163" fmla="*/ 386594 h 555075"/>
                  <a:gd name="connsiteX164" fmla="*/ 218409 w 540150"/>
                  <a:gd name="connsiteY164" fmla="*/ 392292 h 555075"/>
                  <a:gd name="connsiteX165" fmla="*/ 220588 w 540150"/>
                  <a:gd name="connsiteY165" fmla="*/ 393409 h 555075"/>
                  <a:gd name="connsiteX166" fmla="*/ 221426 w 540150"/>
                  <a:gd name="connsiteY166" fmla="*/ 395644 h 555075"/>
                  <a:gd name="connsiteX167" fmla="*/ 225057 w 540150"/>
                  <a:gd name="connsiteY167" fmla="*/ 399219 h 555075"/>
                  <a:gd name="connsiteX168" fmla="*/ 227738 w 540150"/>
                  <a:gd name="connsiteY168" fmla="*/ 400560 h 555075"/>
                  <a:gd name="connsiteX169" fmla="*/ 228465 w 540150"/>
                  <a:gd name="connsiteY169" fmla="*/ 402795 h 555075"/>
                  <a:gd name="connsiteX170" fmla="*/ 231321 w 540150"/>
                  <a:gd name="connsiteY170" fmla="*/ 405724 h 555075"/>
                  <a:gd name="connsiteX171" fmla="*/ 233492 w 540150"/>
                  <a:gd name="connsiteY171" fmla="*/ 406314 h 555075"/>
                  <a:gd name="connsiteX172" fmla="*/ 237571 w 540150"/>
                  <a:gd name="connsiteY172" fmla="*/ 407711 h 555075"/>
                  <a:gd name="connsiteX173" fmla="*/ 238688 w 540150"/>
                  <a:gd name="connsiteY173" fmla="*/ 410504 h 555075"/>
                  <a:gd name="connsiteX174" fmla="*/ 240252 w 540150"/>
                  <a:gd name="connsiteY174" fmla="*/ 413074 h 555075"/>
                  <a:gd name="connsiteX175" fmla="*/ 251872 w 540150"/>
                  <a:gd name="connsiteY175" fmla="*/ 413968 h 555075"/>
                  <a:gd name="connsiteX176" fmla="*/ 252766 w 540150"/>
                  <a:gd name="connsiteY176" fmla="*/ 418437 h 555075"/>
                  <a:gd name="connsiteX177" fmla="*/ 262177 w 540150"/>
                  <a:gd name="connsiteY177" fmla="*/ 419446 h 555075"/>
                  <a:gd name="connsiteX178" fmla="*/ 264248 w 540150"/>
                  <a:gd name="connsiteY178" fmla="*/ 419451 h 555075"/>
                  <a:gd name="connsiteX179" fmla="*/ 271030 w 540150"/>
                  <a:gd name="connsiteY179" fmla="*/ 419449 h 555075"/>
                  <a:gd name="connsiteX180" fmla="*/ 275743 w 540150"/>
                  <a:gd name="connsiteY180" fmla="*/ 419452 h 555075"/>
                  <a:gd name="connsiteX181" fmla="*/ 285623 w 540150"/>
                  <a:gd name="connsiteY181" fmla="*/ 419447 h 555075"/>
                  <a:gd name="connsiteX182" fmla="*/ 298286 w 540150"/>
                  <a:gd name="connsiteY182" fmla="*/ 419450 h 555075"/>
                  <a:gd name="connsiteX183" fmla="*/ 308019 w 540150"/>
                  <a:gd name="connsiteY183" fmla="*/ 419450 h 555075"/>
                  <a:gd name="connsiteX184" fmla="*/ 312688 w 540150"/>
                  <a:gd name="connsiteY184" fmla="*/ 419453 h 555075"/>
                  <a:gd name="connsiteX185" fmla="*/ 319216 w 540150"/>
                  <a:gd name="connsiteY185" fmla="*/ 419446 h 555075"/>
                  <a:gd name="connsiteX186" fmla="*/ 321165 w 540150"/>
                  <a:gd name="connsiteY186" fmla="*/ 419452 h 555075"/>
                  <a:gd name="connsiteX187" fmla="*/ 329636 w 540150"/>
                  <a:gd name="connsiteY187" fmla="*/ 418437 h 555075"/>
                  <a:gd name="connsiteX188" fmla="*/ 330530 w 540150"/>
                  <a:gd name="connsiteY188" fmla="*/ 413968 h 555075"/>
                  <a:gd name="connsiteX189" fmla="*/ 342150 w 540150"/>
                  <a:gd name="connsiteY189" fmla="*/ 412180 h 555075"/>
                  <a:gd name="connsiteX190" fmla="*/ 343044 w 540150"/>
                  <a:gd name="connsiteY190" fmla="*/ 407711 h 555075"/>
                  <a:gd name="connsiteX191" fmla="*/ 346452 w 540150"/>
                  <a:gd name="connsiteY191" fmla="*/ 407543 h 555075"/>
                  <a:gd name="connsiteX192" fmla="*/ 350195 w 540150"/>
                  <a:gd name="connsiteY192" fmla="*/ 406817 h 555075"/>
                  <a:gd name="connsiteX193" fmla="*/ 352876 w 540150"/>
                  <a:gd name="connsiteY193" fmla="*/ 402348 h 555075"/>
                  <a:gd name="connsiteX194" fmla="*/ 357345 w 540150"/>
                  <a:gd name="connsiteY194" fmla="*/ 399666 h 555075"/>
                  <a:gd name="connsiteX195" fmla="*/ 358239 w 540150"/>
                  <a:gd name="connsiteY195" fmla="*/ 397879 h 555075"/>
                  <a:gd name="connsiteX196" fmla="*/ 361479 w 540150"/>
                  <a:gd name="connsiteY196" fmla="*/ 394918 h 555075"/>
                  <a:gd name="connsiteX197" fmla="*/ 363602 w 540150"/>
                  <a:gd name="connsiteY197" fmla="*/ 393409 h 555075"/>
                  <a:gd name="connsiteX198" fmla="*/ 363602 w 540150"/>
                  <a:gd name="connsiteY198" fmla="*/ 387152 h 555075"/>
                  <a:gd name="connsiteX199" fmla="*/ 366172 w 540150"/>
                  <a:gd name="connsiteY199" fmla="*/ 386761 h 555075"/>
                  <a:gd name="connsiteX200" fmla="*/ 368965 w 540150"/>
                  <a:gd name="connsiteY200" fmla="*/ 385365 h 555075"/>
                  <a:gd name="connsiteX201" fmla="*/ 370191 w 540150"/>
                  <a:gd name="connsiteY201" fmla="*/ 379181 h 555075"/>
                  <a:gd name="connsiteX202" fmla="*/ 370753 w 540150"/>
                  <a:gd name="connsiteY202" fmla="*/ 377320 h 555075"/>
                  <a:gd name="connsiteX203" fmla="*/ 373490 w 540150"/>
                  <a:gd name="connsiteY203" fmla="*/ 376203 h 555075"/>
                  <a:gd name="connsiteX204" fmla="*/ 376116 w 540150"/>
                  <a:gd name="connsiteY204" fmla="*/ 374639 h 555075"/>
                  <a:gd name="connsiteX205" fmla="*/ 377010 w 540150"/>
                  <a:gd name="connsiteY205" fmla="*/ 363019 h 555075"/>
                  <a:gd name="connsiteX206" fmla="*/ 379189 w 540150"/>
                  <a:gd name="connsiteY206" fmla="*/ 362684 h 555075"/>
                  <a:gd name="connsiteX207" fmla="*/ 381479 w 540150"/>
                  <a:gd name="connsiteY207" fmla="*/ 362125 h 555075"/>
                  <a:gd name="connsiteX208" fmla="*/ 382876 w 540150"/>
                  <a:gd name="connsiteY208" fmla="*/ 352628 h 555075"/>
                  <a:gd name="connsiteX209" fmla="*/ 382993 w 540150"/>
                  <a:gd name="connsiteY209" fmla="*/ 350456 h 555075"/>
                  <a:gd name="connsiteX210" fmla="*/ 383267 w 540150"/>
                  <a:gd name="connsiteY210" fmla="*/ 345142 h 555075"/>
                  <a:gd name="connsiteX211" fmla="*/ 388630 w 540150"/>
                  <a:gd name="connsiteY211" fmla="*/ 343354 h 555075"/>
                  <a:gd name="connsiteX212" fmla="*/ 389524 w 540150"/>
                  <a:gd name="connsiteY212" fmla="*/ 324584 h 555075"/>
                  <a:gd name="connsiteX213" fmla="*/ 398829 w 540150"/>
                  <a:gd name="connsiteY213" fmla="*/ 322590 h 555075"/>
                  <a:gd name="connsiteX214" fmla="*/ 402179 w 540150"/>
                  <a:gd name="connsiteY214" fmla="*/ 322595 h 555075"/>
                  <a:gd name="connsiteX215" fmla="*/ 405669 w 540150"/>
                  <a:gd name="connsiteY215" fmla="*/ 322628 h 555075"/>
                  <a:gd name="connsiteX216" fmla="*/ 409169 w 540150"/>
                  <a:gd name="connsiteY216" fmla="*/ 322630 h 555075"/>
                  <a:gd name="connsiteX217" fmla="*/ 420808 w 540150"/>
                  <a:gd name="connsiteY217" fmla="*/ 323690 h 555075"/>
                  <a:gd name="connsiteX218" fmla="*/ 420808 w 540150"/>
                  <a:gd name="connsiteY218" fmla="*/ 328159 h 555075"/>
                  <a:gd name="connsiteX219" fmla="*/ 434551 w 540150"/>
                  <a:gd name="connsiteY219" fmla="*/ 329556 h 555075"/>
                  <a:gd name="connsiteX220" fmla="*/ 436803 w 540150"/>
                  <a:gd name="connsiteY220" fmla="*/ 329672 h 555075"/>
                  <a:gd name="connsiteX221" fmla="*/ 442260 w 540150"/>
                  <a:gd name="connsiteY221" fmla="*/ 329947 h 555075"/>
                  <a:gd name="connsiteX222" fmla="*/ 442260 w 540150"/>
                  <a:gd name="connsiteY222" fmla="*/ 334416 h 555075"/>
                  <a:gd name="connsiteX223" fmla="*/ 450291 w 540150"/>
                  <a:gd name="connsiteY223" fmla="*/ 335592 h 555075"/>
                  <a:gd name="connsiteX224" fmla="*/ 452822 w 540150"/>
                  <a:gd name="connsiteY224" fmla="*/ 335706 h 555075"/>
                  <a:gd name="connsiteX225" fmla="*/ 455445 w 540150"/>
                  <a:gd name="connsiteY225" fmla="*/ 335812 h 555075"/>
                  <a:gd name="connsiteX226" fmla="*/ 458109 w 540150"/>
                  <a:gd name="connsiteY226" fmla="*/ 335929 h 555075"/>
                  <a:gd name="connsiteX227" fmla="*/ 464606 w 540150"/>
                  <a:gd name="connsiteY227" fmla="*/ 336203 h 555075"/>
                  <a:gd name="connsiteX228" fmla="*/ 464997 w 540150"/>
                  <a:gd name="connsiteY228" fmla="*/ 338382 h 555075"/>
                  <a:gd name="connsiteX229" fmla="*/ 466394 w 540150"/>
                  <a:gd name="connsiteY229" fmla="*/ 341566 h 555075"/>
                  <a:gd name="connsiteX230" fmla="*/ 470783 w 540150"/>
                  <a:gd name="connsiteY230" fmla="*/ 341849 h 555075"/>
                  <a:gd name="connsiteX231" fmla="*/ 473463 w 540150"/>
                  <a:gd name="connsiteY231" fmla="*/ 341963 h 555075"/>
                  <a:gd name="connsiteX232" fmla="*/ 476282 w 540150"/>
                  <a:gd name="connsiteY232" fmla="*/ 342069 h 555075"/>
                  <a:gd name="connsiteX233" fmla="*/ 479112 w 540150"/>
                  <a:gd name="connsiteY233" fmla="*/ 342186 h 555075"/>
                  <a:gd name="connsiteX234" fmla="*/ 486059 w 540150"/>
                  <a:gd name="connsiteY234" fmla="*/ 342460 h 555075"/>
                  <a:gd name="connsiteX235" fmla="*/ 486059 w 540150"/>
                  <a:gd name="connsiteY235" fmla="*/ 347823 h 555075"/>
                  <a:gd name="connsiteX236" fmla="*/ 487835 w 540150"/>
                  <a:gd name="connsiteY236" fmla="*/ 347877 h 555075"/>
                  <a:gd name="connsiteX237" fmla="*/ 495779 w 540150"/>
                  <a:gd name="connsiteY237" fmla="*/ 348159 h 555075"/>
                  <a:gd name="connsiteX238" fmla="*/ 498576 w 540150"/>
                  <a:gd name="connsiteY238" fmla="*/ 348242 h 555075"/>
                  <a:gd name="connsiteX239" fmla="*/ 501247 w 540150"/>
                  <a:gd name="connsiteY239" fmla="*/ 348347 h 555075"/>
                  <a:gd name="connsiteX240" fmla="*/ 503715 w 540150"/>
                  <a:gd name="connsiteY240" fmla="*/ 348432 h 555075"/>
                  <a:gd name="connsiteX241" fmla="*/ 507511 w 540150"/>
                  <a:gd name="connsiteY241" fmla="*/ 350505 h 555075"/>
                  <a:gd name="connsiteX242" fmla="*/ 507511 w 540150"/>
                  <a:gd name="connsiteY242" fmla="*/ 354080 h 555075"/>
                  <a:gd name="connsiteX243" fmla="*/ 521701 w 540150"/>
                  <a:gd name="connsiteY243" fmla="*/ 355477 h 555075"/>
                  <a:gd name="connsiteX244" fmla="*/ 524082 w 540150"/>
                  <a:gd name="connsiteY244" fmla="*/ 355594 h 555075"/>
                  <a:gd name="connsiteX245" fmla="*/ 529857 w 540150"/>
                  <a:gd name="connsiteY245" fmla="*/ 355868 h 555075"/>
                  <a:gd name="connsiteX246" fmla="*/ 530248 w 540150"/>
                  <a:gd name="connsiteY246" fmla="*/ 358047 h 555075"/>
                  <a:gd name="connsiteX247" fmla="*/ 531645 w 540150"/>
                  <a:gd name="connsiteY247" fmla="*/ 361231 h 555075"/>
                  <a:gd name="connsiteX248" fmla="*/ 536033 w 540150"/>
                  <a:gd name="connsiteY248" fmla="*/ 361514 h 555075"/>
                  <a:gd name="connsiteX249" fmla="*/ 538713 w 540150"/>
                  <a:gd name="connsiteY249" fmla="*/ 361627 h 555075"/>
                  <a:gd name="connsiteX250" fmla="*/ 541533 w 540150"/>
                  <a:gd name="connsiteY250" fmla="*/ 361734 h 555075"/>
                  <a:gd name="connsiteX251" fmla="*/ 544363 w 540150"/>
                  <a:gd name="connsiteY251" fmla="*/ 361851 h 555075"/>
                  <a:gd name="connsiteX252" fmla="*/ 551309 w 540150"/>
                  <a:gd name="connsiteY252" fmla="*/ 362125 h 555075"/>
                  <a:gd name="connsiteX253" fmla="*/ 552259 w 540150"/>
                  <a:gd name="connsiteY253" fmla="*/ 371175 h 555075"/>
                  <a:gd name="connsiteX254" fmla="*/ 552247 w 540150"/>
                  <a:gd name="connsiteY254" fmla="*/ 373218 h 555075"/>
                  <a:gd name="connsiteX255" fmla="*/ 552203 w 540150"/>
                  <a:gd name="connsiteY255" fmla="*/ 378214 h 555075"/>
                  <a:gd name="connsiteX256" fmla="*/ 549577 w 540150"/>
                  <a:gd name="connsiteY256" fmla="*/ 378996 h 555075"/>
                  <a:gd name="connsiteX257" fmla="*/ 545946 w 540150"/>
                  <a:gd name="connsiteY257" fmla="*/ 381789 h 555075"/>
                  <a:gd name="connsiteX258" fmla="*/ 545946 w 540150"/>
                  <a:gd name="connsiteY258" fmla="*/ 386314 h 555075"/>
                  <a:gd name="connsiteX259" fmla="*/ 545052 w 540150"/>
                  <a:gd name="connsiteY259" fmla="*/ 399666 h 555075"/>
                  <a:gd name="connsiteX260" fmla="*/ 540583 w 540150"/>
                  <a:gd name="connsiteY260" fmla="*/ 400560 h 555075"/>
                  <a:gd name="connsiteX261" fmla="*/ 539186 w 540150"/>
                  <a:gd name="connsiteY261" fmla="*/ 410560 h 555075"/>
                  <a:gd name="connsiteX262" fmla="*/ 539069 w 540150"/>
                  <a:gd name="connsiteY262" fmla="*/ 412590 h 555075"/>
                  <a:gd name="connsiteX263" fmla="*/ 538795 w 540150"/>
                  <a:gd name="connsiteY263" fmla="*/ 417543 h 555075"/>
                  <a:gd name="connsiteX264" fmla="*/ 533432 w 540150"/>
                  <a:gd name="connsiteY264" fmla="*/ 419331 h 555075"/>
                  <a:gd name="connsiteX265" fmla="*/ 532538 w 540150"/>
                  <a:gd name="connsiteY265" fmla="*/ 431844 h 555075"/>
                  <a:gd name="connsiteX266" fmla="*/ 527175 w 540150"/>
                  <a:gd name="connsiteY266" fmla="*/ 433632 h 555075"/>
                  <a:gd name="connsiteX267" fmla="*/ 525388 w 540150"/>
                  <a:gd name="connsiteY267" fmla="*/ 445252 h 555075"/>
                  <a:gd name="connsiteX268" fmla="*/ 520918 w 540150"/>
                  <a:gd name="connsiteY268" fmla="*/ 446146 h 555075"/>
                  <a:gd name="connsiteX269" fmla="*/ 520716 w 540150"/>
                  <a:gd name="connsiteY269" fmla="*/ 448007 h 555075"/>
                  <a:gd name="connsiteX270" fmla="*/ 519131 w 540150"/>
                  <a:gd name="connsiteY270" fmla="*/ 455084 h 555075"/>
                  <a:gd name="connsiteX271" fmla="*/ 513768 w 540150"/>
                  <a:gd name="connsiteY271" fmla="*/ 457766 h 555075"/>
                  <a:gd name="connsiteX272" fmla="*/ 511980 w 540150"/>
                  <a:gd name="connsiteY272" fmla="*/ 464023 h 555075"/>
                  <a:gd name="connsiteX273" fmla="*/ 507511 w 540150"/>
                  <a:gd name="connsiteY273" fmla="*/ 465810 h 555075"/>
                  <a:gd name="connsiteX274" fmla="*/ 507399 w 540150"/>
                  <a:gd name="connsiteY274" fmla="*/ 469162 h 555075"/>
                  <a:gd name="connsiteX275" fmla="*/ 506617 w 540150"/>
                  <a:gd name="connsiteY275" fmla="*/ 472961 h 555075"/>
                  <a:gd name="connsiteX276" fmla="*/ 501254 w 540150"/>
                  <a:gd name="connsiteY276" fmla="*/ 476537 h 555075"/>
                  <a:gd name="connsiteX277" fmla="*/ 497679 w 540150"/>
                  <a:gd name="connsiteY277" fmla="*/ 481900 h 555075"/>
                  <a:gd name="connsiteX278" fmla="*/ 495835 w 540150"/>
                  <a:gd name="connsiteY278" fmla="*/ 483240 h 555075"/>
                  <a:gd name="connsiteX279" fmla="*/ 492818 w 540150"/>
                  <a:gd name="connsiteY279" fmla="*/ 487319 h 555075"/>
                  <a:gd name="connsiteX280" fmla="*/ 486952 w 540150"/>
                  <a:gd name="connsiteY280" fmla="*/ 491732 h 555075"/>
                  <a:gd name="connsiteX281" fmla="*/ 486059 w 540150"/>
                  <a:gd name="connsiteY281" fmla="*/ 493966 h 555075"/>
                  <a:gd name="connsiteX282" fmla="*/ 485165 w 540150"/>
                  <a:gd name="connsiteY282" fmla="*/ 496201 h 555075"/>
                  <a:gd name="connsiteX283" fmla="*/ 482986 w 540150"/>
                  <a:gd name="connsiteY283" fmla="*/ 497039 h 555075"/>
                  <a:gd name="connsiteX284" fmla="*/ 479411 w 540150"/>
                  <a:gd name="connsiteY284" fmla="*/ 500726 h 555075"/>
                  <a:gd name="connsiteX285" fmla="*/ 478014 w 540150"/>
                  <a:gd name="connsiteY285" fmla="*/ 503352 h 555075"/>
                  <a:gd name="connsiteX286" fmla="*/ 472651 w 540150"/>
                  <a:gd name="connsiteY286" fmla="*/ 504246 h 555075"/>
                  <a:gd name="connsiteX287" fmla="*/ 472204 w 540150"/>
                  <a:gd name="connsiteY287" fmla="*/ 506760 h 555075"/>
                  <a:gd name="connsiteX288" fmla="*/ 469215 w 540150"/>
                  <a:gd name="connsiteY288" fmla="*/ 510405 h 555075"/>
                  <a:gd name="connsiteX289" fmla="*/ 465361 w 540150"/>
                  <a:gd name="connsiteY289" fmla="*/ 511585 h 555075"/>
                  <a:gd name="connsiteX290" fmla="*/ 462372 w 540150"/>
                  <a:gd name="connsiteY290" fmla="*/ 514692 h 555075"/>
                  <a:gd name="connsiteX291" fmla="*/ 461925 w 540150"/>
                  <a:gd name="connsiteY291" fmla="*/ 516759 h 555075"/>
                  <a:gd name="connsiteX292" fmla="*/ 455668 w 540150"/>
                  <a:gd name="connsiteY292" fmla="*/ 517653 h 555075"/>
                  <a:gd name="connsiteX293" fmla="*/ 455277 w 540150"/>
                  <a:gd name="connsiteY293" fmla="*/ 519776 h 555075"/>
                  <a:gd name="connsiteX294" fmla="*/ 451970 w 540150"/>
                  <a:gd name="connsiteY294" fmla="*/ 522817 h 555075"/>
                  <a:gd name="connsiteX295" fmla="*/ 445836 w 540150"/>
                  <a:gd name="connsiteY295" fmla="*/ 523910 h 555075"/>
                  <a:gd name="connsiteX296" fmla="*/ 444942 w 540150"/>
                  <a:gd name="connsiteY296" fmla="*/ 529273 h 555075"/>
                  <a:gd name="connsiteX297" fmla="*/ 435110 w 540150"/>
                  <a:gd name="connsiteY297" fmla="*/ 530167 h 555075"/>
                  <a:gd name="connsiteX298" fmla="*/ 433322 w 540150"/>
                  <a:gd name="connsiteY298" fmla="*/ 534636 h 555075"/>
                  <a:gd name="connsiteX299" fmla="*/ 432428 w 540150"/>
                  <a:gd name="connsiteY299" fmla="*/ 536424 h 555075"/>
                  <a:gd name="connsiteX300" fmla="*/ 430661 w 540150"/>
                  <a:gd name="connsiteY300" fmla="*/ 536393 h 555075"/>
                  <a:gd name="connsiteX301" fmla="*/ 418127 w 540150"/>
                  <a:gd name="connsiteY301" fmla="*/ 537318 h 555075"/>
                  <a:gd name="connsiteX302" fmla="*/ 418127 w 540150"/>
                  <a:gd name="connsiteY302" fmla="*/ 542681 h 555075"/>
                  <a:gd name="connsiteX303" fmla="*/ 401144 w 540150"/>
                  <a:gd name="connsiteY303" fmla="*/ 543575 h 555075"/>
                  <a:gd name="connsiteX304" fmla="*/ 400250 w 540150"/>
                  <a:gd name="connsiteY304" fmla="*/ 548938 h 555075"/>
                  <a:gd name="connsiteX305" fmla="*/ 398063 w 540150"/>
                  <a:gd name="connsiteY305" fmla="*/ 549006 h 555075"/>
                  <a:gd name="connsiteX306" fmla="*/ 388295 w 540150"/>
                  <a:gd name="connsiteY306" fmla="*/ 549329 h 555075"/>
                  <a:gd name="connsiteX307" fmla="*/ 384852 w 540150"/>
                  <a:gd name="connsiteY307" fmla="*/ 549435 h 555075"/>
                  <a:gd name="connsiteX308" fmla="*/ 381570 w 540150"/>
                  <a:gd name="connsiteY308" fmla="*/ 549549 h 555075"/>
                  <a:gd name="connsiteX309" fmla="*/ 378534 w 540150"/>
                  <a:gd name="connsiteY309" fmla="*/ 549648 h 555075"/>
                  <a:gd name="connsiteX310" fmla="*/ 374328 w 540150"/>
                  <a:gd name="connsiteY310" fmla="*/ 550725 h 555075"/>
                  <a:gd name="connsiteX311" fmla="*/ 373435 w 540150"/>
                  <a:gd name="connsiteY311" fmla="*/ 555195 h 555075"/>
                  <a:gd name="connsiteX312" fmla="*/ 217012 w 540150"/>
                  <a:gd name="connsiteY312" fmla="*/ 555195 h 555075"/>
                  <a:gd name="connsiteX313" fmla="*/ 215225 w 540150"/>
                  <a:gd name="connsiteY313" fmla="*/ 549832 h 555075"/>
                  <a:gd name="connsiteX314" fmla="*/ 189303 w 540150"/>
                  <a:gd name="connsiteY314" fmla="*/ 548938 h 555075"/>
                  <a:gd name="connsiteX315" fmla="*/ 188409 w 540150"/>
                  <a:gd name="connsiteY315" fmla="*/ 544469 h 555075"/>
                  <a:gd name="connsiteX316" fmla="*/ 182341 w 540150"/>
                  <a:gd name="connsiteY316" fmla="*/ 543292 h 555075"/>
                  <a:gd name="connsiteX317" fmla="*/ 179792 w 540150"/>
                  <a:gd name="connsiteY317" fmla="*/ 543178 h 555075"/>
                  <a:gd name="connsiteX318" fmla="*/ 177125 w 540150"/>
                  <a:gd name="connsiteY318" fmla="*/ 543072 h 555075"/>
                  <a:gd name="connsiteX319" fmla="*/ 174436 w 540150"/>
                  <a:gd name="connsiteY319" fmla="*/ 542955 h 555075"/>
                  <a:gd name="connsiteX320" fmla="*/ 167851 w 540150"/>
                  <a:gd name="connsiteY320" fmla="*/ 542681 h 555075"/>
                  <a:gd name="connsiteX321" fmla="*/ 166957 w 540150"/>
                  <a:gd name="connsiteY321" fmla="*/ 538212 h 555075"/>
                  <a:gd name="connsiteX322" fmla="*/ 162767 w 540150"/>
                  <a:gd name="connsiteY322" fmla="*/ 537318 h 555075"/>
                  <a:gd name="connsiteX323" fmla="*/ 160410 w 540150"/>
                  <a:gd name="connsiteY323" fmla="*/ 536815 h 555075"/>
                  <a:gd name="connsiteX324" fmla="*/ 153550 w 540150"/>
                  <a:gd name="connsiteY324" fmla="*/ 536424 h 555075"/>
                  <a:gd name="connsiteX325" fmla="*/ 152320 w 540150"/>
                  <a:gd name="connsiteY325" fmla="*/ 533798 h 555075"/>
                  <a:gd name="connsiteX326" fmla="*/ 149080 w 540150"/>
                  <a:gd name="connsiteY326" fmla="*/ 530167 h 555075"/>
                  <a:gd name="connsiteX327" fmla="*/ 144052 w 540150"/>
                  <a:gd name="connsiteY327" fmla="*/ 529664 h 555075"/>
                  <a:gd name="connsiteX328" fmla="*/ 141336 w 540150"/>
                  <a:gd name="connsiteY328" fmla="*/ 529437 h 555075"/>
                  <a:gd name="connsiteX329" fmla="*/ 139248 w 540150"/>
                  <a:gd name="connsiteY329" fmla="*/ 529273 h 555075"/>
                  <a:gd name="connsiteX330" fmla="*/ 138913 w 540150"/>
                  <a:gd name="connsiteY330" fmla="*/ 527095 h 555075"/>
                  <a:gd name="connsiteX331" fmla="*/ 138354 w 540150"/>
                  <a:gd name="connsiteY331" fmla="*/ 524804 h 555075"/>
                  <a:gd name="connsiteX332" fmla="*/ 132433 w 540150"/>
                  <a:gd name="connsiteY332" fmla="*/ 523407 h 555075"/>
                  <a:gd name="connsiteX333" fmla="*/ 130219 w 540150"/>
                  <a:gd name="connsiteY333" fmla="*/ 523180 h 555075"/>
                  <a:gd name="connsiteX334" fmla="*/ 128522 w 540150"/>
                  <a:gd name="connsiteY334" fmla="*/ 523016 h 555075"/>
                  <a:gd name="connsiteX335" fmla="*/ 127628 w 540150"/>
                  <a:gd name="connsiteY335" fmla="*/ 518547 h 555075"/>
                  <a:gd name="connsiteX336" fmla="*/ 125931 w 540150"/>
                  <a:gd name="connsiteY336" fmla="*/ 518149 h 555075"/>
                  <a:gd name="connsiteX337" fmla="*/ 119584 w 540150"/>
                  <a:gd name="connsiteY337" fmla="*/ 515866 h 555075"/>
                  <a:gd name="connsiteX338" fmla="*/ 117796 w 540150"/>
                  <a:gd name="connsiteY338" fmla="*/ 510503 h 555075"/>
                  <a:gd name="connsiteX339" fmla="*/ 110645 w 540150"/>
                  <a:gd name="connsiteY339" fmla="*/ 509609 h 555075"/>
                  <a:gd name="connsiteX340" fmla="*/ 109751 w 540150"/>
                  <a:gd name="connsiteY340" fmla="*/ 505140 h 555075"/>
                  <a:gd name="connsiteX341" fmla="*/ 103494 w 540150"/>
                  <a:gd name="connsiteY341" fmla="*/ 503352 h 555075"/>
                  <a:gd name="connsiteX342" fmla="*/ 102601 w 540150"/>
                  <a:gd name="connsiteY342" fmla="*/ 497989 h 555075"/>
                  <a:gd name="connsiteX343" fmla="*/ 97237 w 540150"/>
                  <a:gd name="connsiteY343" fmla="*/ 497095 h 555075"/>
                  <a:gd name="connsiteX344" fmla="*/ 96344 w 540150"/>
                  <a:gd name="connsiteY344" fmla="*/ 491732 h 555075"/>
                  <a:gd name="connsiteX345" fmla="*/ 90981 w 540150"/>
                  <a:gd name="connsiteY345" fmla="*/ 490838 h 555075"/>
                  <a:gd name="connsiteX346" fmla="*/ 90087 w 540150"/>
                  <a:gd name="connsiteY346" fmla="*/ 485475 h 555075"/>
                  <a:gd name="connsiteX347" fmla="*/ 84724 w 540150"/>
                  <a:gd name="connsiteY347" fmla="*/ 484581 h 555075"/>
                  <a:gd name="connsiteX348" fmla="*/ 83830 w 540150"/>
                  <a:gd name="connsiteY348" fmla="*/ 478324 h 555075"/>
                  <a:gd name="connsiteX349" fmla="*/ 78467 w 540150"/>
                  <a:gd name="connsiteY349" fmla="*/ 477430 h 555075"/>
                  <a:gd name="connsiteX350" fmla="*/ 77852 w 540150"/>
                  <a:gd name="connsiteY350" fmla="*/ 474414 h 555075"/>
                  <a:gd name="connsiteX351" fmla="*/ 76679 w 540150"/>
                  <a:gd name="connsiteY351" fmla="*/ 471174 h 555075"/>
                  <a:gd name="connsiteX352" fmla="*/ 72210 w 540150"/>
                  <a:gd name="connsiteY352" fmla="*/ 469386 h 555075"/>
                  <a:gd name="connsiteX353" fmla="*/ 69528 w 540150"/>
                  <a:gd name="connsiteY353" fmla="*/ 464023 h 555075"/>
                  <a:gd name="connsiteX354" fmla="*/ 67294 w 540150"/>
                  <a:gd name="connsiteY354" fmla="*/ 462850 h 555075"/>
                  <a:gd name="connsiteX355" fmla="*/ 62378 w 540150"/>
                  <a:gd name="connsiteY355" fmla="*/ 453297 h 555075"/>
                  <a:gd name="connsiteX356" fmla="*/ 58802 w 540150"/>
                  <a:gd name="connsiteY356" fmla="*/ 453297 h 555075"/>
                  <a:gd name="connsiteX357" fmla="*/ 58746 w 540150"/>
                  <a:gd name="connsiteY357" fmla="*/ 449945 h 555075"/>
                  <a:gd name="connsiteX358" fmla="*/ 57908 w 540150"/>
                  <a:gd name="connsiteY358" fmla="*/ 446146 h 555075"/>
                  <a:gd name="connsiteX359" fmla="*/ 53073 w 540150"/>
                  <a:gd name="connsiteY359" fmla="*/ 443709 h 555075"/>
                  <a:gd name="connsiteX360" fmla="*/ 51041 w 540150"/>
                  <a:gd name="connsiteY360" fmla="*/ 440371 h 555075"/>
                  <a:gd name="connsiteX361" fmla="*/ 50758 w 540150"/>
                  <a:gd name="connsiteY361" fmla="*/ 433632 h 555075"/>
                  <a:gd name="connsiteX362" fmla="*/ 45395 w 540150"/>
                  <a:gd name="connsiteY362" fmla="*/ 432738 h 555075"/>
                  <a:gd name="connsiteX363" fmla="*/ 45161 w 540150"/>
                  <a:gd name="connsiteY363" fmla="*/ 430455 h 555075"/>
                  <a:gd name="connsiteX364" fmla="*/ 44780 w 540150"/>
                  <a:gd name="connsiteY364" fmla="*/ 427487 h 555075"/>
                  <a:gd name="connsiteX365" fmla="*/ 44434 w 540150"/>
                  <a:gd name="connsiteY365" fmla="*/ 424533 h 555075"/>
                  <a:gd name="connsiteX366" fmla="*/ 43607 w 540150"/>
                  <a:gd name="connsiteY366" fmla="*/ 422012 h 555075"/>
                  <a:gd name="connsiteX367" fmla="*/ 39138 w 540150"/>
                  <a:gd name="connsiteY367" fmla="*/ 420225 h 555075"/>
                  <a:gd name="connsiteX368" fmla="*/ 37350 w 540150"/>
                  <a:gd name="connsiteY368" fmla="*/ 407711 h 555075"/>
                  <a:gd name="connsiteX369" fmla="*/ 31987 w 540150"/>
                  <a:gd name="connsiteY369" fmla="*/ 405923 h 555075"/>
                  <a:gd name="connsiteX370" fmla="*/ 31823 w 540150"/>
                  <a:gd name="connsiteY370" fmla="*/ 402889 h 555075"/>
                  <a:gd name="connsiteX371" fmla="*/ 31596 w 540150"/>
                  <a:gd name="connsiteY371" fmla="*/ 398940 h 555075"/>
                  <a:gd name="connsiteX372" fmla="*/ 31490 w 540150"/>
                  <a:gd name="connsiteY372" fmla="*/ 396941 h 555075"/>
                  <a:gd name="connsiteX373" fmla="*/ 30199 w 540150"/>
                  <a:gd name="connsiteY373" fmla="*/ 388940 h 555075"/>
                  <a:gd name="connsiteX374" fmla="*/ 25730 w 540150"/>
                  <a:gd name="connsiteY374" fmla="*/ 388940 h 555075"/>
                  <a:gd name="connsiteX375" fmla="*/ 24836 w 540150"/>
                  <a:gd name="connsiteY375" fmla="*/ 365700 h 555075"/>
                  <a:gd name="connsiteX376" fmla="*/ 19473 w 540150"/>
                  <a:gd name="connsiteY376" fmla="*/ 365700 h 555075"/>
                  <a:gd name="connsiteX377" fmla="*/ 19434 w 540150"/>
                  <a:gd name="connsiteY377" fmla="*/ 362953 h 555075"/>
                  <a:gd name="connsiteX378" fmla="*/ 19239 w 540150"/>
                  <a:gd name="connsiteY378" fmla="*/ 352863 h 555075"/>
                  <a:gd name="connsiteX379" fmla="*/ 19164 w 540150"/>
                  <a:gd name="connsiteY379" fmla="*/ 348496 h 555075"/>
                  <a:gd name="connsiteX380" fmla="*/ 19037 w 540150"/>
                  <a:gd name="connsiteY380" fmla="*/ 342219 h 555075"/>
                  <a:gd name="connsiteX381" fmla="*/ 19020 w 540150"/>
                  <a:gd name="connsiteY381" fmla="*/ 340247 h 555075"/>
                  <a:gd name="connsiteX382" fmla="*/ 17378 w 540150"/>
                  <a:gd name="connsiteY382" fmla="*/ 333537 h 555075"/>
                  <a:gd name="connsiteX383" fmla="*/ 13216 w 540150"/>
                  <a:gd name="connsiteY383" fmla="*/ 332628 h 555075"/>
                  <a:gd name="connsiteX384" fmla="*/ 12209 w 540150"/>
                  <a:gd name="connsiteY384" fmla="*/ 325632 h 555075"/>
                  <a:gd name="connsiteX385" fmla="*/ 12201 w 540150"/>
                  <a:gd name="connsiteY385" fmla="*/ 322939 h 555075"/>
                  <a:gd name="connsiteX386" fmla="*/ 12207 w 540150"/>
                  <a:gd name="connsiteY386" fmla="*/ 319988 h 555075"/>
                  <a:gd name="connsiteX387" fmla="*/ 12202 w 540150"/>
                  <a:gd name="connsiteY387" fmla="*/ 316878 h 555075"/>
                  <a:gd name="connsiteX388" fmla="*/ 12204 w 540150"/>
                  <a:gd name="connsiteY388" fmla="*/ 306675 h 555075"/>
                  <a:gd name="connsiteX389" fmla="*/ 12201 w 540150"/>
                  <a:gd name="connsiteY389" fmla="*/ 299605 h 555075"/>
                  <a:gd name="connsiteX390" fmla="*/ 12206 w 540150"/>
                  <a:gd name="connsiteY390" fmla="*/ 284779 h 555075"/>
                  <a:gd name="connsiteX391" fmla="*/ 12204 w 540150"/>
                  <a:gd name="connsiteY391" fmla="*/ 267627 h 555075"/>
                  <a:gd name="connsiteX392" fmla="*/ 12203 w 540150"/>
                  <a:gd name="connsiteY392" fmla="*/ 251137 h 555075"/>
                  <a:gd name="connsiteX393" fmla="*/ 12201 w 540150"/>
                  <a:gd name="connsiteY393" fmla="*/ 244114 h 555075"/>
                  <a:gd name="connsiteX394" fmla="*/ 12207 w 540150"/>
                  <a:gd name="connsiteY394" fmla="*/ 234316 h 555075"/>
                  <a:gd name="connsiteX395" fmla="*/ 12201 w 540150"/>
                  <a:gd name="connsiteY395" fmla="*/ 231359 h 555075"/>
                  <a:gd name="connsiteX396" fmla="*/ 12209 w 540150"/>
                  <a:gd name="connsiteY396" fmla="*/ 228674 h 555075"/>
                  <a:gd name="connsiteX397" fmla="*/ 12210 w 540150"/>
                  <a:gd name="connsiteY397" fmla="*/ 226333 h 555075"/>
                  <a:gd name="connsiteX398" fmla="*/ 13216 w 540150"/>
                  <a:gd name="connsiteY398" fmla="*/ 222686 h 555075"/>
                  <a:gd name="connsiteX399" fmla="*/ 17686 w 540150"/>
                  <a:gd name="connsiteY399" fmla="*/ 221792 h 555075"/>
                  <a:gd name="connsiteX400" fmla="*/ 18862 w 540150"/>
                  <a:gd name="connsiteY400" fmla="*/ 212399 h 555075"/>
                  <a:gd name="connsiteX401" fmla="*/ 18919 w 540150"/>
                  <a:gd name="connsiteY401" fmla="*/ 210122 h 555075"/>
                  <a:gd name="connsiteX402" fmla="*/ 19082 w 540150"/>
                  <a:gd name="connsiteY402" fmla="*/ 202909 h 555075"/>
                  <a:gd name="connsiteX403" fmla="*/ 19199 w 540150"/>
                  <a:gd name="connsiteY403" fmla="*/ 198025 h 555075"/>
                  <a:gd name="connsiteX404" fmla="*/ 19473 w 540150"/>
                  <a:gd name="connsiteY404" fmla="*/ 186038 h 555075"/>
                  <a:gd name="connsiteX405" fmla="*/ 21652 w 540150"/>
                  <a:gd name="connsiteY405" fmla="*/ 185703 h 555075"/>
                  <a:gd name="connsiteX406" fmla="*/ 23942 w 540150"/>
                  <a:gd name="connsiteY406" fmla="*/ 185144 h 555075"/>
                  <a:gd name="connsiteX407" fmla="*/ 25119 w 540150"/>
                  <a:gd name="connsiteY407" fmla="*/ 178685 h 555075"/>
                  <a:gd name="connsiteX408" fmla="*/ 25233 w 540150"/>
                  <a:gd name="connsiteY408" fmla="*/ 175892 h 555075"/>
                  <a:gd name="connsiteX409" fmla="*/ 25339 w 540150"/>
                  <a:gd name="connsiteY409" fmla="*/ 172966 h 555075"/>
                  <a:gd name="connsiteX410" fmla="*/ 25456 w 540150"/>
                  <a:gd name="connsiteY410" fmla="*/ 170019 h 555075"/>
                  <a:gd name="connsiteX411" fmla="*/ 25730 w 540150"/>
                  <a:gd name="connsiteY411" fmla="*/ 162798 h 555075"/>
                  <a:gd name="connsiteX412" fmla="*/ 31093 w 540150"/>
                  <a:gd name="connsiteY412" fmla="*/ 162798 h 555075"/>
                  <a:gd name="connsiteX413" fmla="*/ 31987 w 540150"/>
                  <a:gd name="connsiteY413" fmla="*/ 145815 h 555075"/>
                  <a:gd name="connsiteX414" fmla="*/ 37350 w 540150"/>
                  <a:gd name="connsiteY414" fmla="*/ 144028 h 555075"/>
                  <a:gd name="connsiteX415" fmla="*/ 38747 w 540150"/>
                  <a:gd name="connsiteY415" fmla="*/ 136765 h 555075"/>
                  <a:gd name="connsiteX416" fmla="*/ 38974 w 540150"/>
                  <a:gd name="connsiteY416" fmla="*/ 133797 h 555075"/>
                  <a:gd name="connsiteX417" fmla="*/ 39138 w 540150"/>
                  <a:gd name="connsiteY417" fmla="*/ 131514 h 555075"/>
                  <a:gd name="connsiteX418" fmla="*/ 44501 w 540150"/>
                  <a:gd name="connsiteY418" fmla="*/ 129726 h 555075"/>
                  <a:gd name="connsiteX419" fmla="*/ 45395 w 540150"/>
                  <a:gd name="connsiteY419" fmla="*/ 118106 h 555075"/>
                  <a:gd name="connsiteX420" fmla="*/ 49864 w 540150"/>
                  <a:gd name="connsiteY420" fmla="*/ 118106 h 555075"/>
                  <a:gd name="connsiteX421" fmla="*/ 51652 w 540150"/>
                  <a:gd name="connsiteY421" fmla="*/ 106486 h 555075"/>
                  <a:gd name="connsiteX422" fmla="*/ 53719 w 540150"/>
                  <a:gd name="connsiteY422" fmla="*/ 106430 h 555075"/>
                  <a:gd name="connsiteX423" fmla="*/ 56121 w 540150"/>
                  <a:gd name="connsiteY423" fmla="*/ 105592 h 555075"/>
                  <a:gd name="connsiteX424" fmla="*/ 57406 w 540150"/>
                  <a:gd name="connsiteY424" fmla="*/ 102520 h 555075"/>
                  <a:gd name="connsiteX425" fmla="*/ 61651 w 540150"/>
                  <a:gd name="connsiteY425" fmla="*/ 98051 h 555075"/>
                  <a:gd name="connsiteX426" fmla="*/ 64165 w 540150"/>
                  <a:gd name="connsiteY426" fmla="*/ 97548 h 555075"/>
                  <a:gd name="connsiteX427" fmla="*/ 65059 w 540150"/>
                  <a:gd name="connsiteY427" fmla="*/ 90397 h 555075"/>
                  <a:gd name="connsiteX428" fmla="*/ 70422 w 540150"/>
                  <a:gd name="connsiteY428" fmla="*/ 89503 h 555075"/>
                  <a:gd name="connsiteX429" fmla="*/ 70087 w 540150"/>
                  <a:gd name="connsiteY429" fmla="*/ 87492 h 555075"/>
                  <a:gd name="connsiteX430" fmla="*/ 70422 w 540150"/>
                  <a:gd name="connsiteY430" fmla="*/ 85034 h 555075"/>
                  <a:gd name="connsiteX431" fmla="*/ 72880 w 540150"/>
                  <a:gd name="connsiteY431" fmla="*/ 83470 h 555075"/>
                  <a:gd name="connsiteX432" fmla="*/ 77573 w 540150"/>
                  <a:gd name="connsiteY432" fmla="*/ 77325 h 555075"/>
                  <a:gd name="connsiteX433" fmla="*/ 79361 w 540150"/>
                  <a:gd name="connsiteY433" fmla="*/ 73414 h 555075"/>
                  <a:gd name="connsiteX434" fmla="*/ 84724 w 540150"/>
                  <a:gd name="connsiteY434" fmla="*/ 71626 h 555075"/>
                  <a:gd name="connsiteX435" fmla="*/ 86511 w 540150"/>
                  <a:gd name="connsiteY435" fmla="*/ 67157 h 555075"/>
                  <a:gd name="connsiteX436" fmla="*/ 90981 w 540150"/>
                  <a:gd name="connsiteY436" fmla="*/ 64476 h 555075"/>
                  <a:gd name="connsiteX437" fmla="*/ 92657 w 540150"/>
                  <a:gd name="connsiteY437" fmla="*/ 61794 h 555075"/>
                  <a:gd name="connsiteX438" fmla="*/ 100813 w 540150"/>
                  <a:gd name="connsiteY438" fmla="*/ 56431 h 555075"/>
                  <a:gd name="connsiteX439" fmla="*/ 102601 w 540150"/>
                  <a:gd name="connsiteY439" fmla="*/ 51962 h 555075"/>
                  <a:gd name="connsiteX440" fmla="*/ 108857 w 540150"/>
                  <a:gd name="connsiteY440" fmla="*/ 51068 h 555075"/>
                  <a:gd name="connsiteX441" fmla="*/ 109360 w 540150"/>
                  <a:gd name="connsiteY441" fmla="*/ 48945 h 555075"/>
                  <a:gd name="connsiteX442" fmla="*/ 110645 w 540150"/>
                  <a:gd name="connsiteY442" fmla="*/ 46599 h 555075"/>
                  <a:gd name="connsiteX443" fmla="*/ 113774 w 540150"/>
                  <a:gd name="connsiteY443" fmla="*/ 45761 h 555075"/>
                  <a:gd name="connsiteX444" fmla="*/ 116902 w 540150"/>
                  <a:gd name="connsiteY444" fmla="*/ 44811 h 555075"/>
                  <a:gd name="connsiteX445" fmla="*/ 118690 w 540150"/>
                  <a:gd name="connsiteY445" fmla="*/ 39448 h 555075"/>
                  <a:gd name="connsiteX446" fmla="*/ 120582 w 540150"/>
                  <a:gd name="connsiteY446" fmla="*/ 39284 h 555075"/>
                  <a:gd name="connsiteX447" fmla="*/ 123047 w 540150"/>
                  <a:gd name="connsiteY447" fmla="*/ 39057 h 555075"/>
                  <a:gd name="connsiteX448" fmla="*/ 125498 w 540150"/>
                  <a:gd name="connsiteY448" fmla="*/ 38837 h 555075"/>
                  <a:gd name="connsiteX449" fmla="*/ 129416 w 540150"/>
                  <a:gd name="connsiteY449" fmla="*/ 37660 h 555075"/>
                  <a:gd name="connsiteX450" fmla="*/ 130310 w 540150"/>
                  <a:gd name="connsiteY450" fmla="*/ 33191 h 555075"/>
                  <a:gd name="connsiteX451" fmla="*/ 141930 w 540150"/>
                  <a:gd name="connsiteY451" fmla="*/ 31403 h 555075"/>
                  <a:gd name="connsiteX452" fmla="*/ 141930 w 540150"/>
                  <a:gd name="connsiteY452" fmla="*/ 26040 h 555075"/>
                  <a:gd name="connsiteX453" fmla="*/ 144213 w 540150"/>
                  <a:gd name="connsiteY453" fmla="*/ 25876 h 555075"/>
                  <a:gd name="connsiteX454" fmla="*/ 147181 w 540150"/>
                  <a:gd name="connsiteY454" fmla="*/ 25649 h 555075"/>
                  <a:gd name="connsiteX455" fmla="*/ 150135 w 540150"/>
                  <a:gd name="connsiteY455" fmla="*/ 25429 h 555075"/>
                  <a:gd name="connsiteX456" fmla="*/ 154443 w 540150"/>
                  <a:gd name="connsiteY456" fmla="*/ 24253 h 555075"/>
                  <a:gd name="connsiteX457" fmla="*/ 155337 w 540150"/>
                  <a:gd name="connsiteY457" fmla="*/ 19784 h 555075"/>
                  <a:gd name="connsiteX458" fmla="*/ 157816 w 540150"/>
                  <a:gd name="connsiteY458" fmla="*/ 19619 h 555075"/>
                  <a:gd name="connsiteX459" fmla="*/ 161035 w 540150"/>
                  <a:gd name="connsiteY459" fmla="*/ 19392 h 555075"/>
                  <a:gd name="connsiteX460" fmla="*/ 164241 w 540150"/>
                  <a:gd name="connsiteY460" fmla="*/ 19172 h 555075"/>
                  <a:gd name="connsiteX461" fmla="*/ 168745 w 540150"/>
                  <a:gd name="connsiteY461" fmla="*/ 17996 h 555075"/>
                  <a:gd name="connsiteX462" fmla="*/ 169639 w 540150"/>
                  <a:gd name="connsiteY462" fmla="*/ 13527 h 555075"/>
                  <a:gd name="connsiteX463" fmla="*/ 190197 w 540150"/>
                  <a:gd name="connsiteY463" fmla="*/ 12633 h 555075"/>
                  <a:gd name="connsiteX464" fmla="*/ 190197 w 540150"/>
                  <a:gd name="connsiteY464" fmla="*/ 7270 h 555075"/>
                  <a:gd name="connsiteX465" fmla="*/ 198329 w 540150"/>
                  <a:gd name="connsiteY465" fmla="*/ 6320 h 555075"/>
                  <a:gd name="connsiteX466" fmla="*/ 200946 w 540150"/>
                  <a:gd name="connsiteY466" fmla="*/ 6341 h 555075"/>
                  <a:gd name="connsiteX467" fmla="*/ 203661 w 540150"/>
                  <a:gd name="connsiteY467" fmla="*/ 6376 h 555075"/>
                  <a:gd name="connsiteX468" fmla="*/ 208999 w 540150"/>
                  <a:gd name="connsiteY468" fmla="*/ 6432 h 555075"/>
                  <a:gd name="connsiteX469" fmla="*/ 211384 w 540150"/>
                  <a:gd name="connsiteY469" fmla="*/ 6463 h 555075"/>
                  <a:gd name="connsiteX470" fmla="*/ 216118 w 540150"/>
                  <a:gd name="connsiteY470" fmla="*/ 5482 h 555075"/>
                  <a:gd name="connsiteX471" fmla="*/ 217012 w 540150"/>
                  <a:gd name="connsiteY471" fmla="*/ 119 h 55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540150" h="555075">
                    <a:moveTo>
                      <a:pt x="217012" y="119"/>
                    </a:moveTo>
                    <a:cubicBezTo>
                      <a:pt x="266567" y="119"/>
                      <a:pt x="316121" y="119"/>
                      <a:pt x="367178" y="119"/>
                    </a:cubicBezTo>
                    <a:cubicBezTo>
                      <a:pt x="367473" y="1889"/>
                      <a:pt x="367768" y="3659"/>
                      <a:pt x="368072" y="5482"/>
                    </a:cubicBezTo>
                    <a:cubicBezTo>
                      <a:pt x="373802" y="6318"/>
                      <a:pt x="379273" y="6428"/>
                      <a:pt x="385051" y="6262"/>
                    </a:cubicBezTo>
                    <a:cubicBezTo>
                      <a:pt x="388484" y="6210"/>
                      <a:pt x="391085" y="6212"/>
                      <a:pt x="393993" y="8164"/>
                    </a:cubicBezTo>
                    <a:cubicBezTo>
                      <a:pt x="393993" y="9638"/>
                      <a:pt x="393993" y="11113"/>
                      <a:pt x="393993" y="12633"/>
                    </a:cubicBezTo>
                    <a:cubicBezTo>
                      <a:pt x="400187" y="12928"/>
                      <a:pt x="406382" y="13223"/>
                      <a:pt x="412764" y="13527"/>
                    </a:cubicBezTo>
                    <a:cubicBezTo>
                      <a:pt x="413354" y="15296"/>
                      <a:pt x="413943" y="17066"/>
                      <a:pt x="414551" y="18890"/>
                    </a:cubicBezTo>
                    <a:cubicBezTo>
                      <a:pt x="418976" y="19185"/>
                      <a:pt x="423400" y="19480"/>
                      <a:pt x="427959" y="19784"/>
                    </a:cubicBezTo>
                    <a:cubicBezTo>
                      <a:pt x="427959" y="21553"/>
                      <a:pt x="427959" y="23323"/>
                      <a:pt x="427959" y="25147"/>
                    </a:cubicBezTo>
                    <a:cubicBezTo>
                      <a:pt x="434153" y="25589"/>
                      <a:pt x="434153" y="25589"/>
                      <a:pt x="440473" y="26040"/>
                    </a:cubicBezTo>
                    <a:cubicBezTo>
                      <a:pt x="441063" y="27810"/>
                      <a:pt x="441653" y="29580"/>
                      <a:pt x="442260" y="31403"/>
                    </a:cubicBezTo>
                    <a:cubicBezTo>
                      <a:pt x="444099" y="32267"/>
                      <a:pt x="444099" y="32267"/>
                      <a:pt x="446227" y="32353"/>
                    </a:cubicBezTo>
                    <a:cubicBezTo>
                      <a:pt x="448426" y="32692"/>
                      <a:pt x="448426" y="32692"/>
                      <a:pt x="450305" y="33191"/>
                    </a:cubicBezTo>
                    <a:cubicBezTo>
                      <a:pt x="451226" y="34664"/>
                      <a:pt x="452120" y="36154"/>
                      <a:pt x="452986" y="37660"/>
                    </a:cubicBezTo>
                    <a:cubicBezTo>
                      <a:pt x="455367" y="38602"/>
                      <a:pt x="457598" y="38990"/>
                      <a:pt x="460137" y="39448"/>
                    </a:cubicBezTo>
                    <a:cubicBezTo>
                      <a:pt x="460432" y="41218"/>
                      <a:pt x="460727" y="42988"/>
                      <a:pt x="461031" y="44811"/>
                    </a:cubicBezTo>
                    <a:cubicBezTo>
                      <a:pt x="464571" y="45254"/>
                      <a:pt x="464571" y="45254"/>
                      <a:pt x="468182" y="45705"/>
                    </a:cubicBezTo>
                    <a:cubicBezTo>
                      <a:pt x="468209" y="46728"/>
                      <a:pt x="468209" y="46728"/>
                      <a:pt x="468238" y="47772"/>
                    </a:cubicBezTo>
                    <a:cubicBezTo>
                      <a:pt x="468514" y="48565"/>
                      <a:pt x="468791" y="49357"/>
                      <a:pt x="469076" y="50174"/>
                    </a:cubicBezTo>
                    <a:cubicBezTo>
                      <a:pt x="471141" y="51113"/>
                      <a:pt x="473228" y="52007"/>
                      <a:pt x="475333" y="52856"/>
                    </a:cubicBezTo>
                    <a:cubicBezTo>
                      <a:pt x="476338" y="54643"/>
                      <a:pt x="476338" y="54643"/>
                      <a:pt x="477120" y="56431"/>
                    </a:cubicBezTo>
                    <a:cubicBezTo>
                      <a:pt x="477858" y="56873"/>
                      <a:pt x="478595" y="57316"/>
                      <a:pt x="479355" y="57772"/>
                    </a:cubicBezTo>
                    <a:cubicBezTo>
                      <a:pt x="481871" y="59282"/>
                      <a:pt x="482113" y="60160"/>
                      <a:pt x="483377" y="62688"/>
                    </a:cubicBezTo>
                    <a:cubicBezTo>
                      <a:pt x="484133" y="63130"/>
                      <a:pt x="484889" y="63573"/>
                      <a:pt x="485668" y="64029"/>
                    </a:cubicBezTo>
                    <a:cubicBezTo>
                      <a:pt x="487846" y="65369"/>
                      <a:pt x="487846" y="65369"/>
                      <a:pt x="488573" y="67325"/>
                    </a:cubicBezTo>
                    <a:cubicBezTo>
                      <a:pt x="488656" y="68127"/>
                      <a:pt x="488656" y="68127"/>
                      <a:pt x="488740" y="68945"/>
                    </a:cubicBezTo>
                    <a:cubicBezTo>
                      <a:pt x="490952" y="69387"/>
                      <a:pt x="490952" y="69387"/>
                      <a:pt x="493209" y="69839"/>
                    </a:cubicBezTo>
                    <a:cubicBezTo>
                      <a:pt x="493504" y="72198"/>
                      <a:pt x="493799" y="74558"/>
                      <a:pt x="494103" y="76989"/>
                    </a:cubicBezTo>
                    <a:cubicBezTo>
                      <a:pt x="494951" y="77155"/>
                      <a:pt x="495799" y="77321"/>
                      <a:pt x="496673" y="77492"/>
                    </a:cubicBezTo>
                    <a:cubicBezTo>
                      <a:pt x="497595" y="77916"/>
                      <a:pt x="498517" y="78340"/>
                      <a:pt x="499466" y="78777"/>
                    </a:cubicBezTo>
                    <a:cubicBezTo>
                      <a:pt x="500096" y="80853"/>
                      <a:pt x="500693" y="82939"/>
                      <a:pt x="501254" y="85034"/>
                    </a:cubicBezTo>
                    <a:cubicBezTo>
                      <a:pt x="502738" y="85643"/>
                      <a:pt x="504228" y="86238"/>
                      <a:pt x="505723" y="86822"/>
                    </a:cubicBezTo>
                    <a:cubicBezTo>
                      <a:pt x="506631" y="88901"/>
                      <a:pt x="507524" y="90987"/>
                      <a:pt x="508405" y="93079"/>
                    </a:cubicBezTo>
                    <a:cubicBezTo>
                      <a:pt x="509179" y="93484"/>
                      <a:pt x="509953" y="93890"/>
                      <a:pt x="510751" y="94308"/>
                    </a:cubicBezTo>
                    <a:cubicBezTo>
                      <a:pt x="512874" y="95760"/>
                      <a:pt x="512874" y="95760"/>
                      <a:pt x="513359" y="97705"/>
                    </a:cubicBezTo>
                    <a:cubicBezTo>
                      <a:pt x="513578" y="99744"/>
                      <a:pt x="513720" y="101755"/>
                      <a:pt x="513768" y="103805"/>
                    </a:cubicBezTo>
                    <a:cubicBezTo>
                      <a:pt x="515538" y="104100"/>
                      <a:pt x="517307" y="104395"/>
                      <a:pt x="519131" y="104698"/>
                    </a:cubicBezTo>
                    <a:cubicBezTo>
                      <a:pt x="519721" y="107943"/>
                      <a:pt x="520311" y="111188"/>
                      <a:pt x="520918" y="114531"/>
                    </a:cubicBezTo>
                    <a:cubicBezTo>
                      <a:pt x="522688" y="115121"/>
                      <a:pt x="524458" y="115711"/>
                      <a:pt x="526282" y="116318"/>
                    </a:cubicBezTo>
                    <a:cubicBezTo>
                      <a:pt x="526576" y="119858"/>
                      <a:pt x="526871" y="123398"/>
                      <a:pt x="527175" y="127045"/>
                    </a:cubicBezTo>
                    <a:cubicBezTo>
                      <a:pt x="528945" y="127634"/>
                      <a:pt x="530715" y="128224"/>
                      <a:pt x="532538" y="128832"/>
                    </a:cubicBezTo>
                    <a:cubicBezTo>
                      <a:pt x="532833" y="132962"/>
                      <a:pt x="533128" y="137091"/>
                      <a:pt x="533432" y="141346"/>
                    </a:cubicBezTo>
                    <a:cubicBezTo>
                      <a:pt x="535202" y="141936"/>
                      <a:pt x="536972" y="142526"/>
                      <a:pt x="538795" y="143134"/>
                    </a:cubicBezTo>
                    <a:cubicBezTo>
                      <a:pt x="538849" y="144006"/>
                      <a:pt x="538904" y="144878"/>
                      <a:pt x="538959" y="145777"/>
                    </a:cubicBezTo>
                    <a:cubicBezTo>
                      <a:pt x="539034" y="146914"/>
                      <a:pt x="539109" y="148051"/>
                      <a:pt x="539186" y="149223"/>
                    </a:cubicBezTo>
                    <a:cubicBezTo>
                      <a:pt x="539259" y="150353"/>
                      <a:pt x="539332" y="151484"/>
                      <a:pt x="539406" y="152648"/>
                    </a:cubicBezTo>
                    <a:cubicBezTo>
                      <a:pt x="539575" y="155640"/>
                      <a:pt x="539575" y="155640"/>
                      <a:pt x="540583" y="158329"/>
                    </a:cubicBezTo>
                    <a:cubicBezTo>
                      <a:pt x="542058" y="158624"/>
                      <a:pt x="543533" y="158919"/>
                      <a:pt x="545052" y="159223"/>
                    </a:cubicBezTo>
                    <a:cubicBezTo>
                      <a:pt x="545052" y="163942"/>
                      <a:pt x="545052" y="168662"/>
                      <a:pt x="545052" y="173524"/>
                    </a:cubicBezTo>
                    <a:cubicBezTo>
                      <a:pt x="541070" y="174852"/>
                      <a:pt x="541070" y="174852"/>
                      <a:pt x="537008" y="176206"/>
                    </a:cubicBezTo>
                    <a:cubicBezTo>
                      <a:pt x="536713" y="177681"/>
                      <a:pt x="536418" y="179155"/>
                      <a:pt x="536114" y="180675"/>
                    </a:cubicBezTo>
                    <a:cubicBezTo>
                      <a:pt x="535433" y="180693"/>
                      <a:pt x="534753" y="180710"/>
                      <a:pt x="534051" y="180729"/>
                    </a:cubicBezTo>
                    <a:cubicBezTo>
                      <a:pt x="530958" y="180814"/>
                      <a:pt x="527866" y="180912"/>
                      <a:pt x="524773" y="181010"/>
                    </a:cubicBezTo>
                    <a:cubicBezTo>
                      <a:pt x="523167" y="181052"/>
                      <a:pt x="523167" y="181052"/>
                      <a:pt x="521528" y="181094"/>
                    </a:cubicBezTo>
                    <a:cubicBezTo>
                      <a:pt x="520494" y="181129"/>
                      <a:pt x="519459" y="181163"/>
                      <a:pt x="518394" y="181199"/>
                    </a:cubicBezTo>
                    <a:cubicBezTo>
                      <a:pt x="517444" y="181227"/>
                      <a:pt x="516494" y="181255"/>
                      <a:pt x="515515" y="181284"/>
                    </a:cubicBezTo>
                    <a:cubicBezTo>
                      <a:pt x="512815" y="181575"/>
                      <a:pt x="510818" y="182122"/>
                      <a:pt x="508405" y="183357"/>
                    </a:cubicBezTo>
                    <a:cubicBezTo>
                      <a:pt x="507749" y="185158"/>
                      <a:pt x="507749" y="185158"/>
                      <a:pt x="507511" y="186932"/>
                    </a:cubicBezTo>
                    <a:cubicBezTo>
                      <a:pt x="505059" y="188158"/>
                      <a:pt x="503135" y="187895"/>
                      <a:pt x="500395" y="187850"/>
                    </a:cubicBezTo>
                    <a:cubicBezTo>
                      <a:pt x="499328" y="187839"/>
                      <a:pt x="498261" y="187828"/>
                      <a:pt x="497162" y="187817"/>
                    </a:cubicBezTo>
                    <a:cubicBezTo>
                      <a:pt x="494906" y="187786"/>
                      <a:pt x="492651" y="187751"/>
                      <a:pt x="490395" y="187712"/>
                    </a:cubicBezTo>
                    <a:cubicBezTo>
                      <a:pt x="488791" y="187698"/>
                      <a:pt x="488791" y="187698"/>
                      <a:pt x="487155" y="187683"/>
                    </a:cubicBezTo>
                    <a:cubicBezTo>
                      <a:pt x="486174" y="187668"/>
                      <a:pt x="485193" y="187652"/>
                      <a:pt x="484182" y="187637"/>
                    </a:cubicBezTo>
                    <a:cubicBezTo>
                      <a:pt x="481623" y="187823"/>
                      <a:pt x="480177" y="188284"/>
                      <a:pt x="478014" y="189613"/>
                    </a:cubicBezTo>
                    <a:cubicBezTo>
                      <a:pt x="478014" y="191088"/>
                      <a:pt x="478014" y="192563"/>
                      <a:pt x="478014" y="194083"/>
                    </a:cubicBezTo>
                    <a:cubicBezTo>
                      <a:pt x="464740" y="194525"/>
                      <a:pt x="464740" y="194525"/>
                      <a:pt x="451199" y="194976"/>
                    </a:cubicBezTo>
                    <a:cubicBezTo>
                      <a:pt x="451199" y="196746"/>
                      <a:pt x="451199" y="198516"/>
                      <a:pt x="451199" y="200340"/>
                    </a:cubicBezTo>
                    <a:cubicBezTo>
                      <a:pt x="450401" y="200362"/>
                      <a:pt x="449602" y="200384"/>
                      <a:pt x="448780" y="200407"/>
                    </a:cubicBezTo>
                    <a:cubicBezTo>
                      <a:pt x="445816" y="200492"/>
                      <a:pt x="442853" y="200581"/>
                      <a:pt x="439889" y="200672"/>
                    </a:cubicBezTo>
                    <a:cubicBezTo>
                      <a:pt x="438607" y="200711"/>
                      <a:pt x="437325" y="200748"/>
                      <a:pt x="436043" y="200784"/>
                    </a:cubicBezTo>
                    <a:cubicBezTo>
                      <a:pt x="434199" y="200836"/>
                      <a:pt x="432355" y="200893"/>
                      <a:pt x="430511" y="200951"/>
                    </a:cubicBezTo>
                    <a:cubicBezTo>
                      <a:pt x="429402" y="200983"/>
                      <a:pt x="428293" y="201016"/>
                      <a:pt x="427150" y="201050"/>
                    </a:cubicBezTo>
                    <a:cubicBezTo>
                      <a:pt x="424352" y="201118"/>
                      <a:pt x="424352" y="201118"/>
                      <a:pt x="421702" y="202127"/>
                    </a:cubicBezTo>
                    <a:cubicBezTo>
                      <a:pt x="421407" y="203602"/>
                      <a:pt x="421112" y="205077"/>
                      <a:pt x="420808" y="206596"/>
                    </a:cubicBezTo>
                    <a:cubicBezTo>
                      <a:pt x="408420" y="206596"/>
                      <a:pt x="396031" y="206596"/>
                      <a:pt x="383267" y="206596"/>
                    </a:cubicBezTo>
                    <a:cubicBezTo>
                      <a:pt x="382972" y="201582"/>
                      <a:pt x="382677" y="196568"/>
                      <a:pt x="382373" y="191401"/>
                    </a:cubicBezTo>
                    <a:cubicBezTo>
                      <a:pt x="380603" y="191106"/>
                      <a:pt x="378833" y="190811"/>
                      <a:pt x="377010" y="190507"/>
                    </a:cubicBezTo>
                    <a:cubicBezTo>
                      <a:pt x="376966" y="189839"/>
                      <a:pt x="376922" y="189171"/>
                      <a:pt x="376877" y="188482"/>
                    </a:cubicBezTo>
                    <a:cubicBezTo>
                      <a:pt x="376810" y="187602"/>
                      <a:pt x="376744" y="186722"/>
                      <a:pt x="376675" y="185815"/>
                    </a:cubicBezTo>
                    <a:cubicBezTo>
                      <a:pt x="376613" y="184944"/>
                      <a:pt x="376550" y="184072"/>
                      <a:pt x="376486" y="183175"/>
                    </a:cubicBezTo>
                    <a:cubicBezTo>
                      <a:pt x="376124" y="180729"/>
                      <a:pt x="375676" y="179159"/>
                      <a:pt x="374328" y="177100"/>
                    </a:cubicBezTo>
                    <a:cubicBezTo>
                      <a:pt x="372060" y="175953"/>
                      <a:pt x="372060" y="175953"/>
                      <a:pt x="369859" y="175312"/>
                    </a:cubicBezTo>
                    <a:cubicBezTo>
                      <a:pt x="369859" y="172952"/>
                      <a:pt x="369859" y="170592"/>
                      <a:pt x="369859" y="168161"/>
                    </a:cubicBezTo>
                    <a:cubicBezTo>
                      <a:pt x="369011" y="167811"/>
                      <a:pt x="368163" y="167461"/>
                      <a:pt x="367289" y="167100"/>
                    </a:cubicBezTo>
                    <a:cubicBezTo>
                      <a:pt x="364043" y="165217"/>
                      <a:pt x="363944" y="164387"/>
                      <a:pt x="362708" y="161010"/>
                    </a:cubicBezTo>
                    <a:cubicBezTo>
                      <a:pt x="361257" y="159772"/>
                      <a:pt x="359770" y="158574"/>
                      <a:pt x="358239" y="157435"/>
                    </a:cubicBezTo>
                    <a:cubicBezTo>
                      <a:pt x="357944" y="156845"/>
                      <a:pt x="357649" y="156255"/>
                      <a:pt x="357345" y="155647"/>
                    </a:cubicBezTo>
                    <a:cubicBezTo>
                      <a:pt x="356626" y="155408"/>
                      <a:pt x="355907" y="155168"/>
                      <a:pt x="355167" y="154921"/>
                    </a:cubicBezTo>
                    <a:cubicBezTo>
                      <a:pt x="352876" y="153860"/>
                      <a:pt x="352876" y="153860"/>
                      <a:pt x="351703" y="151513"/>
                    </a:cubicBezTo>
                    <a:cubicBezTo>
                      <a:pt x="351500" y="150813"/>
                      <a:pt x="351297" y="150112"/>
                      <a:pt x="351089" y="149391"/>
                    </a:cubicBezTo>
                    <a:cubicBezTo>
                      <a:pt x="348434" y="149096"/>
                      <a:pt x="345779" y="148801"/>
                      <a:pt x="343044" y="148497"/>
                    </a:cubicBezTo>
                    <a:cubicBezTo>
                      <a:pt x="343044" y="146727"/>
                      <a:pt x="343044" y="144957"/>
                      <a:pt x="343044" y="143134"/>
                    </a:cubicBezTo>
                    <a:cubicBezTo>
                      <a:pt x="338914" y="142839"/>
                      <a:pt x="334785" y="142544"/>
                      <a:pt x="330530" y="142240"/>
                    </a:cubicBezTo>
                    <a:cubicBezTo>
                      <a:pt x="330235" y="140765"/>
                      <a:pt x="329940" y="139290"/>
                      <a:pt x="329636" y="137771"/>
                    </a:cubicBezTo>
                    <a:cubicBezTo>
                      <a:pt x="327019" y="136462"/>
                      <a:pt x="324389" y="136753"/>
                      <a:pt x="321520" y="136761"/>
                    </a:cubicBezTo>
                    <a:cubicBezTo>
                      <a:pt x="320869" y="136760"/>
                      <a:pt x="320218" y="136758"/>
                      <a:pt x="319547" y="136756"/>
                    </a:cubicBezTo>
                    <a:cubicBezTo>
                      <a:pt x="317389" y="136752"/>
                      <a:pt x="315230" y="136755"/>
                      <a:pt x="313072" y="136758"/>
                    </a:cubicBezTo>
                    <a:cubicBezTo>
                      <a:pt x="311576" y="136757"/>
                      <a:pt x="310080" y="136757"/>
                      <a:pt x="308584" y="136755"/>
                    </a:cubicBezTo>
                    <a:cubicBezTo>
                      <a:pt x="305446" y="136754"/>
                      <a:pt x="302308" y="136756"/>
                      <a:pt x="299170" y="136760"/>
                    </a:cubicBezTo>
                    <a:cubicBezTo>
                      <a:pt x="295142" y="136765"/>
                      <a:pt x="291115" y="136762"/>
                      <a:pt x="287087" y="136757"/>
                    </a:cubicBezTo>
                    <a:cubicBezTo>
                      <a:pt x="283997" y="136754"/>
                      <a:pt x="280906" y="136755"/>
                      <a:pt x="277816" y="136757"/>
                    </a:cubicBezTo>
                    <a:cubicBezTo>
                      <a:pt x="276331" y="136758"/>
                      <a:pt x="274846" y="136757"/>
                      <a:pt x="273360" y="136755"/>
                    </a:cubicBezTo>
                    <a:cubicBezTo>
                      <a:pt x="271286" y="136753"/>
                      <a:pt x="269213" y="136756"/>
                      <a:pt x="267139" y="136761"/>
                    </a:cubicBezTo>
                    <a:cubicBezTo>
                      <a:pt x="266213" y="136758"/>
                      <a:pt x="266213" y="136758"/>
                      <a:pt x="265267" y="136756"/>
                    </a:cubicBezTo>
                    <a:cubicBezTo>
                      <a:pt x="262036" y="136734"/>
                      <a:pt x="262036" y="136734"/>
                      <a:pt x="259023" y="137771"/>
                    </a:cubicBezTo>
                    <a:cubicBezTo>
                      <a:pt x="259023" y="139245"/>
                      <a:pt x="259023" y="140720"/>
                      <a:pt x="259023" y="142240"/>
                    </a:cubicBezTo>
                    <a:cubicBezTo>
                      <a:pt x="254598" y="142535"/>
                      <a:pt x="250174" y="142830"/>
                      <a:pt x="245615" y="143134"/>
                    </a:cubicBezTo>
                    <a:cubicBezTo>
                      <a:pt x="245025" y="144608"/>
                      <a:pt x="244435" y="146083"/>
                      <a:pt x="243828" y="147603"/>
                    </a:cubicBezTo>
                    <a:cubicBezTo>
                      <a:pt x="241893" y="148626"/>
                      <a:pt x="241893" y="148626"/>
                      <a:pt x="239694" y="149223"/>
                    </a:cubicBezTo>
                    <a:cubicBezTo>
                      <a:pt x="238963" y="149432"/>
                      <a:pt x="238232" y="149640"/>
                      <a:pt x="237480" y="149855"/>
                    </a:cubicBezTo>
                    <a:cubicBezTo>
                      <a:pt x="236920" y="149997"/>
                      <a:pt x="236360" y="150138"/>
                      <a:pt x="235783" y="150284"/>
                    </a:cubicBezTo>
                    <a:cubicBezTo>
                      <a:pt x="235488" y="151759"/>
                      <a:pt x="235193" y="153234"/>
                      <a:pt x="234889" y="154754"/>
                    </a:cubicBezTo>
                    <a:cubicBezTo>
                      <a:pt x="232824" y="155049"/>
                      <a:pt x="230760" y="155344"/>
                      <a:pt x="228632" y="155647"/>
                    </a:cubicBezTo>
                    <a:cubicBezTo>
                      <a:pt x="228042" y="157712"/>
                      <a:pt x="227452" y="159777"/>
                      <a:pt x="226845" y="161904"/>
                    </a:cubicBezTo>
                    <a:cubicBezTo>
                      <a:pt x="226126" y="161886"/>
                      <a:pt x="225407" y="161867"/>
                      <a:pt x="224666" y="161848"/>
                    </a:cubicBezTo>
                    <a:cubicBezTo>
                      <a:pt x="222435" y="161639"/>
                      <a:pt x="222435" y="161639"/>
                      <a:pt x="221481" y="162798"/>
                    </a:cubicBezTo>
                    <a:cubicBezTo>
                      <a:pt x="221132" y="164149"/>
                      <a:pt x="220820" y="165511"/>
                      <a:pt x="220532" y="166876"/>
                    </a:cubicBezTo>
                    <a:cubicBezTo>
                      <a:pt x="220374" y="167615"/>
                      <a:pt x="220216" y="168353"/>
                      <a:pt x="220053" y="169114"/>
                    </a:cubicBezTo>
                    <a:cubicBezTo>
                      <a:pt x="219935" y="169685"/>
                      <a:pt x="219816" y="170255"/>
                      <a:pt x="219694" y="170843"/>
                    </a:cubicBezTo>
                    <a:cubicBezTo>
                      <a:pt x="218219" y="171138"/>
                      <a:pt x="216744" y="171433"/>
                      <a:pt x="215225" y="171737"/>
                    </a:cubicBezTo>
                    <a:cubicBezTo>
                      <a:pt x="215147" y="172297"/>
                      <a:pt x="215070" y="172857"/>
                      <a:pt x="214991" y="173433"/>
                    </a:cubicBezTo>
                    <a:cubicBezTo>
                      <a:pt x="214611" y="175640"/>
                      <a:pt x="214203" y="177676"/>
                      <a:pt x="213437" y="179781"/>
                    </a:cubicBezTo>
                    <a:cubicBezTo>
                      <a:pt x="211146" y="181010"/>
                      <a:pt x="211146" y="181010"/>
                      <a:pt x="208968" y="181569"/>
                    </a:cubicBezTo>
                    <a:cubicBezTo>
                      <a:pt x="208025" y="184396"/>
                      <a:pt x="207794" y="186815"/>
                      <a:pt x="207571" y="189781"/>
                    </a:cubicBezTo>
                    <a:cubicBezTo>
                      <a:pt x="207496" y="190752"/>
                      <a:pt x="207421" y="191724"/>
                      <a:pt x="207344" y="192724"/>
                    </a:cubicBezTo>
                    <a:cubicBezTo>
                      <a:pt x="207290" y="193468"/>
                      <a:pt x="207236" y="194211"/>
                      <a:pt x="207180" y="194976"/>
                    </a:cubicBezTo>
                    <a:cubicBezTo>
                      <a:pt x="205705" y="195271"/>
                      <a:pt x="204230" y="195566"/>
                      <a:pt x="202711" y="195870"/>
                    </a:cubicBezTo>
                    <a:cubicBezTo>
                      <a:pt x="201860" y="198422"/>
                      <a:pt x="201647" y="200259"/>
                      <a:pt x="201534" y="202920"/>
                    </a:cubicBezTo>
                    <a:cubicBezTo>
                      <a:pt x="201478" y="204177"/>
                      <a:pt x="201478" y="204177"/>
                      <a:pt x="201421" y="205460"/>
                    </a:cubicBezTo>
                    <a:cubicBezTo>
                      <a:pt x="201386" y="206333"/>
                      <a:pt x="201350" y="207206"/>
                      <a:pt x="201314" y="208105"/>
                    </a:cubicBezTo>
                    <a:cubicBezTo>
                      <a:pt x="201256" y="209430"/>
                      <a:pt x="201256" y="209430"/>
                      <a:pt x="201197" y="210781"/>
                    </a:cubicBezTo>
                    <a:cubicBezTo>
                      <a:pt x="201102" y="212961"/>
                      <a:pt x="201011" y="215142"/>
                      <a:pt x="200923" y="217323"/>
                    </a:cubicBezTo>
                    <a:cubicBezTo>
                      <a:pt x="200204" y="217304"/>
                      <a:pt x="199485" y="217286"/>
                      <a:pt x="198744" y="217267"/>
                    </a:cubicBezTo>
                    <a:cubicBezTo>
                      <a:pt x="196513" y="217058"/>
                      <a:pt x="196513" y="217058"/>
                      <a:pt x="195560" y="218216"/>
                    </a:cubicBezTo>
                    <a:cubicBezTo>
                      <a:pt x="195470" y="219771"/>
                      <a:pt x="195443" y="221330"/>
                      <a:pt x="195441" y="222887"/>
                    </a:cubicBezTo>
                    <a:cubicBezTo>
                      <a:pt x="195437" y="223900"/>
                      <a:pt x="195433" y="224912"/>
                      <a:pt x="195429" y="225956"/>
                    </a:cubicBezTo>
                    <a:cubicBezTo>
                      <a:pt x="195429" y="227076"/>
                      <a:pt x="195430" y="228197"/>
                      <a:pt x="195430" y="229352"/>
                    </a:cubicBezTo>
                    <a:cubicBezTo>
                      <a:pt x="195427" y="230525"/>
                      <a:pt x="195424" y="231698"/>
                      <a:pt x="195421" y="232906"/>
                    </a:cubicBezTo>
                    <a:cubicBezTo>
                      <a:pt x="195413" y="236132"/>
                      <a:pt x="195411" y="239359"/>
                      <a:pt x="195411" y="242585"/>
                    </a:cubicBezTo>
                    <a:cubicBezTo>
                      <a:pt x="195410" y="245275"/>
                      <a:pt x="195406" y="247965"/>
                      <a:pt x="195403" y="250655"/>
                    </a:cubicBezTo>
                    <a:cubicBezTo>
                      <a:pt x="195396" y="257001"/>
                      <a:pt x="195394" y="263346"/>
                      <a:pt x="195394" y="269692"/>
                    </a:cubicBezTo>
                    <a:cubicBezTo>
                      <a:pt x="195395" y="276244"/>
                      <a:pt x="195386" y="282796"/>
                      <a:pt x="195371" y="289349"/>
                    </a:cubicBezTo>
                    <a:cubicBezTo>
                      <a:pt x="195360" y="294967"/>
                      <a:pt x="195355" y="300586"/>
                      <a:pt x="195356" y="306205"/>
                    </a:cubicBezTo>
                    <a:cubicBezTo>
                      <a:pt x="195356" y="309564"/>
                      <a:pt x="195353" y="312923"/>
                      <a:pt x="195344" y="316281"/>
                    </a:cubicBezTo>
                    <a:cubicBezTo>
                      <a:pt x="195334" y="320027"/>
                      <a:pt x="195338" y="323772"/>
                      <a:pt x="195343" y="327518"/>
                    </a:cubicBezTo>
                    <a:cubicBezTo>
                      <a:pt x="195338" y="328635"/>
                      <a:pt x="195333" y="329752"/>
                      <a:pt x="195328" y="330903"/>
                    </a:cubicBezTo>
                    <a:cubicBezTo>
                      <a:pt x="195331" y="331921"/>
                      <a:pt x="195335" y="332939"/>
                      <a:pt x="195339" y="333987"/>
                    </a:cubicBezTo>
                    <a:cubicBezTo>
                      <a:pt x="195339" y="334874"/>
                      <a:pt x="195338" y="335760"/>
                      <a:pt x="195338" y="336673"/>
                    </a:cubicBezTo>
                    <a:cubicBezTo>
                      <a:pt x="195408" y="339111"/>
                      <a:pt x="195408" y="339111"/>
                      <a:pt x="197348" y="341566"/>
                    </a:cubicBezTo>
                    <a:cubicBezTo>
                      <a:pt x="198528" y="341566"/>
                      <a:pt x="199708" y="341566"/>
                      <a:pt x="200923" y="341566"/>
                    </a:cubicBezTo>
                    <a:cubicBezTo>
                      <a:pt x="200941" y="342202"/>
                      <a:pt x="200959" y="342838"/>
                      <a:pt x="200977" y="343493"/>
                    </a:cubicBezTo>
                    <a:cubicBezTo>
                      <a:pt x="201062" y="346371"/>
                      <a:pt x="201160" y="349248"/>
                      <a:pt x="201258" y="352125"/>
                    </a:cubicBezTo>
                    <a:cubicBezTo>
                      <a:pt x="201300" y="353626"/>
                      <a:pt x="201300" y="353626"/>
                      <a:pt x="201342" y="355157"/>
                    </a:cubicBezTo>
                    <a:cubicBezTo>
                      <a:pt x="201394" y="356596"/>
                      <a:pt x="201394" y="356596"/>
                      <a:pt x="201447" y="358064"/>
                    </a:cubicBezTo>
                    <a:cubicBezTo>
                      <a:pt x="201475" y="358949"/>
                      <a:pt x="201503" y="359834"/>
                      <a:pt x="201532" y="360745"/>
                    </a:cubicBezTo>
                    <a:cubicBezTo>
                      <a:pt x="201672" y="363234"/>
                      <a:pt x="201672" y="363234"/>
                      <a:pt x="203605" y="365700"/>
                    </a:cubicBezTo>
                    <a:cubicBezTo>
                      <a:pt x="204785" y="365700"/>
                      <a:pt x="205964" y="365700"/>
                      <a:pt x="207180" y="365700"/>
                    </a:cubicBezTo>
                    <a:cubicBezTo>
                      <a:pt x="207230" y="367105"/>
                      <a:pt x="207230" y="367105"/>
                      <a:pt x="207281" y="368539"/>
                    </a:cubicBezTo>
                    <a:cubicBezTo>
                      <a:pt x="207340" y="369771"/>
                      <a:pt x="207399" y="371004"/>
                      <a:pt x="207459" y="372236"/>
                    </a:cubicBezTo>
                    <a:cubicBezTo>
                      <a:pt x="207480" y="372853"/>
                      <a:pt x="207500" y="373470"/>
                      <a:pt x="207520" y="374106"/>
                    </a:cubicBezTo>
                    <a:cubicBezTo>
                      <a:pt x="207704" y="377685"/>
                      <a:pt x="207704" y="377685"/>
                      <a:pt x="209285" y="380822"/>
                    </a:cubicBezTo>
                    <a:cubicBezTo>
                      <a:pt x="210871" y="381956"/>
                      <a:pt x="210871" y="381956"/>
                      <a:pt x="213437" y="382683"/>
                    </a:cubicBezTo>
                    <a:cubicBezTo>
                      <a:pt x="214128" y="384436"/>
                      <a:pt x="214128" y="384436"/>
                      <a:pt x="214666" y="386594"/>
                    </a:cubicBezTo>
                    <a:cubicBezTo>
                      <a:pt x="215645" y="390040"/>
                      <a:pt x="215645" y="390040"/>
                      <a:pt x="218409" y="392292"/>
                    </a:cubicBezTo>
                    <a:cubicBezTo>
                      <a:pt x="219128" y="392661"/>
                      <a:pt x="219847" y="393029"/>
                      <a:pt x="220588" y="393409"/>
                    </a:cubicBezTo>
                    <a:cubicBezTo>
                      <a:pt x="220864" y="394147"/>
                      <a:pt x="221141" y="394884"/>
                      <a:pt x="221426" y="395644"/>
                    </a:cubicBezTo>
                    <a:cubicBezTo>
                      <a:pt x="222209" y="398157"/>
                      <a:pt x="222209" y="398157"/>
                      <a:pt x="225057" y="399219"/>
                    </a:cubicBezTo>
                    <a:cubicBezTo>
                      <a:pt x="225942" y="399662"/>
                      <a:pt x="226827" y="400104"/>
                      <a:pt x="227738" y="400560"/>
                    </a:cubicBezTo>
                    <a:cubicBezTo>
                      <a:pt x="227978" y="401297"/>
                      <a:pt x="228218" y="402035"/>
                      <a:pt x="228465" y="402795"/>
                    </a:cubicBezTo>
                    <a:cubicBezTo>
                      <a:pt x="229279" y="405170"/>
                      <a:pt x="229279" y="405170"/>
                      <a:pt x="231321" y="405724"/>
                    </a:cubicBezTo>
                    <a:cubicBezTo>
                      <a:pt x="232037" y="405919"/>
                      <a:pt x="232754" y="406114"/>
                      <a:pt x="233492" y="406314"/>
                    </a:cubicBezTo>
                    <a:cubicBezTo>
                      <a:pt x="235710" y="406918"/>
                      <a:pt x="235710" y="406918"/>
                      <a:pt x="237571" y="407711"/>
                    </a:cubicBezTo>
                    <a:cubicBezTo>
                      <a:pt x="238124" y="409093"/>
                      <a:pt x="238124" y="409093"/>
                      <a:pt x="238688" y="410504"/>
                    </a:cubicBezTo>
                    <a:cubicBezTo>
                      <a:pt x="239204" y="411352"/>
                      <a:pt x="239720" y="412200"/>
                      <a:pt x="240252" y="413074"/>
                    </a:cubicBezTo>
                    <a:cubicBezTo>
                      <a:pt x="244119" y="413844"/>
                      <a:pt x="247937" y="413956"/>
                      <a:pt x="251872" y="413968"/>
                    </a:cubicBezTo>
                    <a:cubicBezTo>
                      <a:pt x="252167" y="415442"/>
                      <a:pt x="252462" y="416917"/>
                      <a:pt x="252766" y="418437"/>
                    </a:cubicBezTo>
                    <a:cubicBezTo>
                      <a:pt x="255959" y="419501"/>
                      <a:pt x="258855" y="419456"/>
                      <a:pt x="262177" y="419446"/>
                    </a:cubicBezTo>
                    <a:cubicBezTo>
                      <a:pt x="263202" y="419449"/>
                      <a:pt x="263202" y="419449"/>
                      <a:pt x="264248" y="419451"/>
                    </a:cubicBezTo>
                    <a:cubicBezTo>
                      <a:pt x="266509" y="419455"/>
                      <a:pt x="268770" y="419452"/>
                      <a:pt x="271030" y="419449"/>
                    </a:cubicBezTo>
                    <a:cubicBezTo>
                      <a:pt x="272601" y="419450"/>
                      <a:pt x="274172" y="419451"/>
                      <a:pt x="275743" y="419452"/>
                    </a:cubicBezTo>
                    <a:cubicBezTo>
                      <a:pt x="279036" y="419453"/>
                      <a:pt x="282329" y="419451"/>
                      <a:pt x="285623" y="419447"/>
                    </a:cubicBezTo>
                    <a:cubicBezTo>
                      <a:pt x="289844" y="419442"/>
                      <a:pt x="294065" y="419445"/>
                      <a:pt x="298286" y="419450"/>
                    </a:cubicBezTo>
                    <a:cubicBezTo>
                      <a:pt x="301530" y="419454"/>
                      <a:pt x="304774" y="419453"/>
                      <a:pt x="308019" y="419450"/>
                    </a:cubicBezTo>
                    <a:cubicBezTo>
                      <a:pt x="309575" y="419450"/>
                      <a:pt x="311131" y="419450"/>
                      <a:pt x="312688" y="419453"/>
                    </a:cubicBezTo>
                    <a:cubicBezTo>
                      <a:pt x="314864" y="419455"/>
                      <a:pt x="317040" y="419451"/>
                      <a:pt x="319216" y="419446"/>
                    </a:cubicBezTo>
                    <a:cubicBezTo>
                      <a:pt x="320180" y="419449"/>
                      <a:pt x="320180" y="419449"/>
                      <a:pt x="321165" y="419452"/>
                    </a:cubicBezTo>
                    <a:cubicBezTo>
                      <a:pt x="324117" y="419439"/>
                      <a:pt x="326813" y="419350"/>
                      <a:pt x="329636" y="418437"/>
                    </a:cubicBezTo>
                    <a:cubicBezTo>
                      <a:pt x="329931" y="416962"/>
                      <a:pt x="330226" y="415487"/>
                      <a:pt x="330530" y="413968"/>
                    </a:cubicBezTo>
                    <a:cubicBezTo>
                      <a:pt x="334365" y="413378"/>
                      <a:pt x="338199" y="412788"/>
                      <a:pt x="342150" y="412180"/>
                    </a:cubicBezTo>
                    <a:cubicBezTo>
                      <a:pt x="342445" y="410705"/>
                      <a:pt x="342740" y="409230"/>
                      <a:pt x="343044" y="407711"/>
                    </a:cubicBezTo>
                    <a:cubicBezTo>
                      <a:pt x="344731" y="407628"/>
                      <a:pt x="344731" y="407628"/>
                      <a:pt x="346452" y="407543"/>
                    </a:cubicBezTo>
                    <a:cubicBezTo>
                      <a:pt x="348421" y="407355"/>
                      <a:pt x="348421" y="407355"/>
                      <a:pt x="350195" y="406817"/>
                    </a:cubicBezTo>
                    <a:cubicBezTo>
                      <a:pt x="351762" y="404726"/>
                      <a:pt x="351762" y="404726"/>
                      <a:pt x="352876" y="402348"/>
                    </a:cubicBezTo>
                    <a:cubicBezTo>
                      <a:pt x="354360" y="401443"/>
                      <a:pt x="355849" y="400549"/>
                      <a:pt x="357345" y="399666"/>
                    </a:cubicBezTo>
                    <a:cubicBezTo>
                      <a:pt x="357640" y="399076"/>
                      <a:pt x="357935" y="398486"/>
                      <a:pt x="358239" y="397879"/>
                    </a:cubicBezTo>
                    <a:cubicBezTo>
                      <a:pt x="359133" y="396091"/>
                      <a:pt x="359133" y="396091"/>
                      <a:pt x="361479" y="394918"/>
                    </a:cubicBezTo>
                    <a:cubicBezTo>
                      <a:pt x="362530" y="394171"/>
                      <a:pt x="362530" y="394171"/>
                      <a:pt x="363602" y="393409"/>
                    </a:cubicBezTo>
                    <a:cubicBezTo>
                      <a:pt x="363975" y="390168"/>
                      <a:pt x="363975" y="390168"/>
                      <a:pt x="363602" y="387152"/>
                    </a:cubicBezTo>
                    <a:cubicBezTo>
                      <a:pt x="364450" y="387023"/>
                      <a:pt x="365298" y="386894"/>
                      <a:pt x="366172" y="386761"/>
                    </a:cubicBezTo>
                    <a:cubicBezTo>
                      <a:pt x="367094" y="386300"/>
                      <a:pt x="368016" y="385840"/>
                      <a:pt x="368965" y="385365"/>
                    </a:cubicBezTo>
                    <a:cubicBezTo>
                      <a:pt x="369604" y="383314"/>
                      <a:pt x="369873" y="381304"/>
                      <a:pt x="370191" y="379181"/>
                    </a:cubicBezTo>
                    <a:cubicBezTo>
                      <a:pt x="370376" y="378567"/>
                      <a:pt x="370562" y="377953"/>
                      <a:pt x="370753" y="377320"/>
                    </a:cubicBezTo>
                    <a:cubicBezTo>
                      <a:pt x="371656" y="376951"/>
                      <a:pt x="372560" y="376583"/>
                      <a:pt x="373490" y="376203"/>
                    </a:cubicBezTo>
                    <a:cubicBezTo>
                      <a:pt x="374790" y="375429"/>
                      <a:pt x="374790" y="375429"/>
                      <a:pt x="376116" y="374639"/>
                    </a:cubicBezTo>
                    <a:cubicBezTo>
                      <a:pt x="376891" y="370773"/>
                      <a:pt x="376999" y="366954"/>
                      <a:pt x="377010" y="363019"/>
                    </a:cubicBezTo>
                    <a:cubicBezTo>
                      <a:pt x="377729" y="362908"/>
                      <a:pt x="378448" y="362797"/>
                      <a:pt x="379189" y="362684"/>
                    </a:cubicBezTo>
                    <a:cubicBezTo>
                      <a:pt x="379945" y="362499"/>
                      <a:pt x="380700" y="362315"/>
                      <a:pt x="381479" y="362125"/>
                    </a:cubicBezTo>
                    <a:cubicBezTo>
                      <a:pt x="382954" y="359176"/>
                      <a:pt x="382715" y="355876"/>
                      <a:pt x="382876" y="352628"/>
                    </a:cubicBezTo>
                    <a:cubicBezTo>
                      <a:pt x="382914" y="351911"/>
                      <a:pt x="382953" y="351194"/>
                      <a:pt x="382993" y="350456"/>
                    </a:cubicBezTo>
                    <a:cubicBezTo>
                      <a:pt x="383088" y="348685"/>
                      <a:pt x="383178" y="346913"/>
                      <a:pt x="383267" y="345142"/>
                    </a:cubicBezTo>
                    <a:cubicBezTo>
                      <a:pt x="385037" y="344552"/>
                      <a:pt x="386806" y="343962"/>
                      <a:pt x="388630" y="343354"/>
                    </a:cubicBezTo>
                    <a:cubicBezTo>
                      <a:pt x="388925" y="337160"/>
                      <a:pt x="389220" y="330966"/>
                      <a:pt x="389524" y="324584"/>
                    </a:cubicBezTo>
                    <a:cubicBezTo>
                      <a:pt x="393224" y="322733"/>
                      <a:pt x="394801" y="322575"/>
                      <a:pt x="398829" y="322590"/>
                    </a:cubicBezTo>
                    <a:cubicBezTo>
                      <a:pt x="399934" y="322592"/>
                      <a:pt x="401040" y="322593"/>
                      <a:pt x="402179" y="322595"/>
                    </a:cubicBezTo>
                    <a:cubicBezTo>
                      <a:pt x="403331" y="322606"/>
                      <a:pt x="404482" y="322617"/>
                      <a:pt x="405669" y="322628"/>
                    </a:cubicBezTo>
                    <a:cubicBezTo>
                      <a:pt x="406824" y="322629"/>
                      <a:pt x="407979" y="322629"/>
                      <a:pt x="409169" y="322630"/>
                    </a:cubicBezTo>
                    <a:cubicBezTo>
                      <a:pt x="417750" y="322670"/>
                      <a:pt x="417750" y="322670"/>
                      <a:pt x="420808" y="323690"/>
                    </a:cubicBezTo>
                    <a:cubicBezTo>
                      <a:pt x="420808" y="325165"/>
                      <a:pt x="420808" y="326639"/>
                      <a:pt x="420808" y="328159"/>
                    </a:cubicBezTo>
                    <a:cubicBezTo>
                      <a:pt x="425387" y="329041"/>
                      <a:pt x="429905" y="329330"/>
                      <a:pt x="434551" y="329556"/>
                    </a:cubicBezTo>
                    <a:cubicBezTo>
                      <a:pt x="435294" y="329594"/>
                      <a:pt x="436037" y="329633"/>
                      <a:pt x="436803" y="329672"/>
                    </a:cubicBezTo>
                    <a:cubicBezTo>
                      <a:pt x="438622" y="329767"/>
                      <a:pt x="440441" y="329857"/>
                      <a:pt x="442260" y="329947"/>
                    </a:cubicBezTo>
                    <a:cubicBezTo>
                      <a:pt x="442260" y="331421"/>
                      <a:pt x="442260" y="332896"/>
                      <a:pt x="442260" y="334416"/>
                    </a:cubicBezTo>
                    <a:cubicBezTo>
                      <a:pt x="444967" y="335185"/>
                      <a:pt x="447483" y="335473"/>
                      <a:pt x="450291" y="335592"/>
                    </a:cubicBezTo>
                    <a:cubicBezTo>
                      <a:pt x="451126" y="335630"/>
                      <a:pt x="451962" y="335667"/>
                      <a:pt x="452822" y="335706"/>
                    </a:cubicBezTo>
                    <a:cubicBezTo>
                      <a:pt x="454120" y="335759"/>
                      <a:pt x="454120" y="335759"/>
                      <a:pt x="455445" y="335812"/>
                    </a:cubicBezTo>
                    <a:cubicBezTo>
                      <a:pt x="456324" y="335851"/>
                      <a:pt x="457203" y="335890"/>
                      <a:pt x="458109" y="335929"/>
                    </a:cubicBezTo>
                    <a:cubicBezTo>
                      <a:pt x="460274" y="336024"/>
                      <a:pt x="462440" y="336115"/>
                      <a:pt x="464606" y="336203"/>
                    </a:cubicBezTo>
                    <a:cubicBezTo>
                      <a:pt x="464735" y="336922"/>
                      <a:pt x="464865" y="337641"/>
                      <a:pt x="464997" y="338382"/>
                    </a:cubicBezTo>
                    <a:cubicBezTo>
                      <a:pt x="465269" y="340602"/>
                      <a:pt x="465269" y="340602"/>
                      <a:pt x="466394" y="341566"/>
                    </a:cubicBezTo>
                    <a:cubicBezTo>
                      <a:pt x="467853" y="341707"/>
                      <a:pt x="469318" y="341791"/>
                      <a:pt x="470783" y="341849"/>
                    </a:cubicBezTo>
                    <a:cubicBezTo>
                      <a:pt x="471667" y="341887"/>
                      <a:pt x="472552" y="341924"/>
                      <a:pt x="473463" y="341963"/>
                    </a:cubicBezTo>
                    <a:cubicBezTo>
                      <a:pt x="474858" y="342015"/>
                      <a:pt x="474858" y="342015"/>
                      <a:pt x="476282" y="342069"/>
                    </a:cubicBezTo>
                    <a:cubicBezTo>
                      <a:pt x="477216" y="342108"/>
                      <a:pt x="478150" y="342146"/>
                      <a:pt x="479112" y="342186"/>
                    </a:cubicBezTo>
                    <a:cubicBezTo>
                      <a:pt x="481428" y="342281"/>
                      <a:pt x="483743" y="342373"/>
                      <a:pt x="486059" y="342460"/>
                    </a:cubicBezTo>
                    <a:cubicBezTo>
                      <a:pt x="486059" y="344230"/>
                      <a:pt x="486059" y="346000"/>
                      <a:pt x="486059" y="347823"/>
                    </a:cubicBezTo>
                    <a:cubicBezTo>
                      <a:pt x="486645" y="347841"/>
                      <a:pt x="487231" y="347859"/>
                      <a:pt x="487835" y="347877"/>
                    </a:cubicBezTo>
                    <a:cubicBezTo>
                      <a:pt x="490484" y="347962"/>
                      <a:pt x="493131" y="348060"/>
                      <a:pt x="495779" y="348159"/>
                    </a:cubicBezTo>
                    <a:cubicBezTo>
                      <a:pt x="496702" y="348186"/>
                      <a:pt x="497625" y="348214"/>
                      <a:pt x="498576" y="348242"/>
                    </a:cubicBezTo>
                    <a:cubicBezTo>
                      <a:pt x="499457" y="348277"/>
                      <a:pt x="500339" y="348312"/>
                      <a:pt x="501247" y="348347"/>
                    </a:cubicBezTo>
                    <a:cubicBezTo>
                      <a:pt x="502061" y="348375"/>
                      <a:pt x="502876" y="348403"/>
                      <a:pt x="503715" y="348432"/>
                    </a:cubicBezTo>
                    <a:cubicBezTo>
                      <a:pt x="505723" y="348717"/>
                      <a:pt x="505723" y="348717"/>
                      <a:pt x="507511" y="350505"/>
                    </a:cubicBezTo>
                    <a:cubicBezTo>
                      <a:pt x="507511" y="351685"/>
                      <a:pt x="507511" y="352865"/>
                      <a:pt x="507511" y="354080"/>
                    </a:cubicBezTo>
                    <a:cubicBezTo>
                      <a:pt x="512234" y="355002"/>
                      <a:pt x="516906" y="355257"/>
                      <a:pt x="521701" y="355477"/>
                    </a:cubicBezTo>
                    <a:cubicBezTo>
                      <a:pt x="522486" y="355516"/>
                      <a:pt x="523272" y="355554"/>
                      <a:pt x="524082" y="355594"/>
                    </a:cubicBezTo>
                    <a:cubicBezTo>
                      <a:pt x="526007" y="355688"/>
                      <a:pt x="527932" y="355778"/>
                      <a:pt x="529857" y="355868"/>
                    </a:cubicBezTo>
                    <a:cubicBezTo>
                      <a:pt x="529986" y="356587"/>
                      <a:pt x="530115" y="357306"/>
                      <a:pt x="530248" y="358047"/>
                    </a:cubicBezTo>
                    <a:cubicBezTo>
                      <a:pt x="530520" y="360267"/>
                      <a:pt x="530520" y="360267"/>
                      <a:pt x="531645" y="361231"/>
                    </a:cubicBezTo>
                    <a:cubicBezTo>
                      <a:pt x="533104" y="361371"/>
                      <a:pt x="534569" y="361455"/>
                      <a:pt x="536033" y="361514"/>
                    </a:cubicBezTo>
                    <a:cubicBezTo>
                      <a:pt x="536918" y="361551"/>
                      <a:pt x="537802" y="361589"/>
                      <a:pt x="538713" y="361627"/>
                    </a:cubicBezTo>
                    <a:cubicBezTo>
                      <a:pt x="540109" y="361680"/>
                      <a:pt x="540109" y="361680"/>
                      <a:pt x="541533" y="361734"/>
                    </a:cubicBezTo>
                    <a:cubicBezTo>
                      <a:pt x="542467" y="361772"/>
                      <a:pt x="543400" y="361811"/>
                      <a:pt x="544363" y="361851"/>
                    </a:cubicBezTo>
                    <a:cubicBezTo>
                      <a:pt x="546678" y="361946"/>
                      <a:pt x="548993" y="362037"/>
                      <a:pt x="551309" y="362125"/>
                    </a:cubicBezTo>
                    <a:cubicBezTo>
                      <a:pt x="552734" y="364975"/>
                      <a:pt x="552294" y="368050"/>
                      <a:pt x="552259" y="371175"/>
                    </a:cubicBezTo>
                    <a:cubicBezTo>
                      <a:pt x="552255" y="371849"/>
                      <a:pt x="552251" y="372523"/>
                      <a:pt x="552247" y="373218"/>
                    </a:cubicBezTo>
                    <a:cubicBezTo>
                      <a:pt x="552236" y="374883"/>
                      <a:pt x="552220" y="376549"/>
                      <a:pt x="552203" y="378214"/>
                    </a:cubicBezTo>
                    <a:cubicBezTo>
                      <a:pt x="550903" y="378601"/>
                      <a:pt x="550903" y="378601"/>
                      <a:pt x="549577" y="378996"/>
                    </a:cubicBezTo>
                    <a:cubicBezTo>
                      <a:pt x="546745" y="379682"/>
                      <a:pt x="546745" y="379682"/>
                      <a:pt x="545946" y="381789"/>
                    </a:cubicBezTo>
                    <a:cubicBezTo>
                      <a:pt x="545905" y="383297"/>
                      <a:pt x="545912" y="384806"/>
                      <a:pt x="545946" y="386314"/>
                    </a:cubicBezTo>
                    <a:cubicBezTo>
                      <a:pt x="545994" y="390850"/>
                      <a:pt x="545642" y="395172"/>
                      <a:pt x="545052" y="399666"/>
                    </a:cubicBezTo>
                    <a:cubicBezTo>
                      <a:pt x="543577" y="399961"/>
                      <a:pt x="542103" y="400256"/>
                      <a:pt x="540583" y="400560"/>
                    </a:cubicBezTo>
                    <a:cubicBezTo>
                      <a:pt x="539477" y="403879"/>
                      <a:pt x="539371" y="407097"/>
                      <a:pt x="539186" y="410560"/>
                    </a:cubicBezTo>
                    <a:cubicBezTo>
                      <a:pt x="539148" y="411230"/>
                      <a:pt x="539109" y="411900"/>
                      <a:pt x="539069" y="412590"/>
                    </a:cubicBezTo>
                    <a:cubicBezTo>
                      <a:pt x="538975" y="414241"/>
                      <a:pt x="538885" y="415892"/>
                      <a:pt x="538795" y="417543"/>
                    </a:cubicBezTo>
                    <a:cubicBezTo>
                      <a:pt x="537025" y="418133"/>
                      <a:pt x="535256" y="418723"/>
                      <a:pt x="533432" y="419331"/>
                    </a:cubicBezTo>
                    <a:cubicBezTo>
                      <a:pt x="533137" y="423460"/>
                      <a:pt x="532842" y="427590"/>
                      <a:pt x="532538" y="431844"/>
                    </a:cubicBezTo>
                    <a:cubicBezTo>
                      <a:pt x="530769" y="432434"/>
                      <a:pt x="528999" y="433024"/>
                      <a:pt x="527175" y="433632"/>
                    </a:cubicBezTo>
                    <a:cubicBezTo>
                      <a:pt x="526585" y="437467"/>
                      <a:pt x="525995" y="441301"/>
                      <a:pt x="525388" y="445252"/>
                    </a:cubicBezTo>
                    <a:cubicBezTo>
                      <a:pt x="523913" y="445547"/>
                      <a:pt x="522438" y="445842"/>
                      <a:pt x="520918" y="446146"/>
                    </a:cubicBezTo>
                    <a:cubicBezTo>
                      <a:pt x="520852" y="446760"/>
                      <a:pt x="520785" y="447374"/>
                      <a:pt x="520716" y="448007"/>
                    </a:cubicBezTo>
                    <a:cubicBezTo>
                      <a:pt x="520356" y="450475"/>
                      <a:pt x="519952" y="452727"/>
                      <a:pt x="519131" y="455084"/>
                    </a:cubicBezTo>
                    <a:cubicBezTo>
                      <a:pt x="516449" y="456593"/>
                      <a:pt x="516449" y="456593"/>
                      <a:pt x="513768" y="457766"/>
                    </a:cubicBezTo>
                    <a:cubicBezTo>
                      <a:pt x="513148" y="459845"/>
                      <a:pt x="512551" y="461930"/>
                      <a:pt x="511980" y="464023"/>
                    </a:cubicBezTo>
                    <a:cubicBezTo>
                      <a:pt x="509634" y="465308"/>
                      <a:pt x="509634" y="465308"/>
                      <a:pt x="507511" y="465810"/>
                    </a:cubicBezTo>
                    <a:cubicBezTo>
                      <a:pt x="507455" y="467470"/>
                      <a:pt x="507455" y="467470"/>
                      <a:pt x="507399" y="469162"/>
                    </a:cubicBezTo>
                    <a:cubicBezTo>
                      <a:pt x="507158" y="471153"/>
                      <a:pt x="507158" y="471153"/>
                      <a:pt x="506617" y="472961"/>
                    </a:cubicBezTo>
                    <a:cubicBezTo>
                      <a:pt x="504103" y="474861"/>
                      <a:pt x="504103" y="474861"/>
                      <a:pt x="501254" y="476537"/>
                    </a:cubicBezTo>
                    <a:cubicBezTo>
                      <a:pt x="500029" y="478302"/>
                      <a:pt x="498835" y="480089"/>
                      <a:pt x="497679" y="481900"/>
                    </a:cubicBezTo>
                    <a:cubicBezTo>
                      <a:pt x="497070" y="482342"/>
                      <a:pt x="496462" y="482785"/>
                      <a:pt x="495835" y="483240"/>
                    </a:cubicBezTo>
                    <a:cubicBezTo>
                      <a:pt x="493860" y="484559"/>
                      <a:pt x="493860" y="484559"/>
                      <a:pt x="492818" y="487319"/>
                    </a:cubicBezTo>
                    <a:cubicBezTo>
                      <a:pt x="491139" y="490475"/>
                      <a:pt x="490153" y="490501"/>
                      <a:pt x="486952" y="491732"/>
                    </a:cubicBezTo>
                    <a:cubicBezTo>
                      <a:pt x="486658" y="492469"/>
                      <a:pt x="486363" y="493207"/>
                      <a:pt x="486059" y="493966"/>
                    </a:cubicBezTo>
                    <a:cubicBezTo>
                      <a:pt x="485764" y="494704"/>
                      <a:pt x="485469" y="495441"/>
                      <a:pt x="485165" y="496201"/>
                    </a:cubicBezTo>
                    <a:cubicBezTo>
                      <a:pt x="484446" y="496478"/>
                      <a:pt x="483727" y="496754"/>
                      <a:pt x="482986" y="497039"/>
                    </a:cubicBezTo>
                    <a:cubicBezTo>
                      <a:pt x="480406" y="497808"/>
                      <a:pt x="480406" y="497808"/>
                      <a:pt x="479411" y="500726"/>
                    </a:cubicBezTo>
                    <a:cubicBezTo>
                      <a:pt x="478950" y="501593"/>
                      <a:pt x="478489" y="502459"/>
                      <a:pt x="478014" y="503352"/>
                    </a:cubicBezTo>
                    <a:cubicBezTo>
                      <a:pt x="475165" y="504134"/>
                      <a:pt x="475165" y="504134"/>
                      <a:pt x="472651" y="504246"/>
                    </a:cubicBezTo>
                    <a:cubicBezTo>
                      <a:pt x="472504" y="505075"/>
                      <a:pt x="472356" y="505905"/>
                      <a:pt x="472204" y="506760"/>
                    </a:cubicBezTo>
                    <a:cubicBezTo>
                      <a:pt x="470863" y="509609"/>
                      <a:pt x="470863" y="509609"/>
                      <a:pt x="469215" y="510405"/>
                    </a:cubicBezTo>
                    <a:cubicBezTo>
                      <a:pt x="467932" y="510805"/>
                      <a:pt x="466647" y="511198"/>
                      <a:pt x="465361" y="511585"/>
                    </a:cubicBezTo>
                    <a:cubicBezTo>
                      <a:pt x="463437" y="512210"/>
                      <a:pt x="463437" y="512210"/>
                      <a:pt x="462372" y="514692"/>
                    </a:cubicBezTo>
                    <a:cubicBezTo>
                      <a:pt x="462224" y="515375"/>
                      <a:pt x="462077" y="516057"/>
                      <a:pt x="461925" y="516759"/>
                    </a:cubicBezTo>
                    <a:cubicBezTo>
                      <a:pt x="459860" y="517054"/>
                      <a:pt x="457795" y="517349"/>
                      <a:pt x="455668" y="517653"/>
                    </a:cubicBezTo>
                    <a:cubicBezTo>
                      <a:pt x="455539" y="518354"/>
                      <a:pt x="455410" y="519054"/>
                      <a:pt x="455277" y="519776"/>
                    </a:cubicBezTo>
                    <a:cubicBezTo>
                      <a:pt x="453880" y="522122"/>
                      <a:pt x="453880" y="522122"/>
                      <a:pt x="451970" y="522817"/>
                    </a:cubicBezTo>
                    <a:cubicBezTo>
                      <a:pt x="449930" y="523256"/>
                      <a:pt x="447903" y="523625"/>
                      <a:pt x="445836" y="523910"/>
                    </a:cubicBezTo>
                    <a:cubicBezTo>
                      <a:pt x="445541" y="525680"/>
                      <a:pt x="445246" y="527450"/>
                      <a:pt x="444942" y="529273"/>
                    </a:cubicBezTo>
                    <a:cubicBezTo>
                      <a:pt x="441697" y="529568"/>
                      <a:pt x="438453" y="529863"/>
                      <a:pt x="435110" y="530167"/>
                    </a:cubicBezTo>
                    <a:cubicBezTo>
                      <a:pt x="434520" y="531642"/>
                      <a:pt x="433930" y="533117"/>
                      <a:pt x="433322" y="534636"/>
                    </a:cubicBezTo>
                    <a:cubicBezTo>
                      <a:pt x="433027" y="535226"/>
                      <a:pt x="432732" y="535816"/>
                      <a:pt x="432428" y="536424"/>
                    </a:cubicBezTo>
                    <a:cubicBezTo>
                      <a:pt x="431554" y="536408"/>
                      <a:pt x="431554" y="536408"/>
                      <a:pt x="430661" y="536393"/>
                    </a:cubicBezTo>
                    <a:cubicBezTo>
                      <a:pt x="426371" y="536348"/>
                      <a:pt x="422348" y="536429"/>
                      <a:pt x="418127" y="537318"/>
                    </a:cubicBezTo>
                    <a:cubicBezTo>
                      <a:pt x="418127" y="539088"/>
                      <a:pt x="418127" y="540857"/>
                      <a:pt x="418127" y="542681"/>
                    </a:cubicBezTo>
                    <a:cubicBezTo>
                      <a:pt x="412522" y="542976"/>
                      <a:pt x="406918" y="543271"/>
                      <a:pt x="401144" y="543575"/>
                    </a:cubicBezTo>
                    <a:cubicBezTo>
                      <a:pt x="400849" y="545345"/>
                      <a:pt x="400554" y="547114"/>
                      <a:pt x="400250" y="548938"/>
                    </a:cubicBezTo>
                    <a:cubicBezTo>
                      <a:pt x="399167" y="548971"/>
                      <a:pt x="399167" y="548971"/>
                      <a:pt x="398063" y="549006"/>
                    </a:cubicBezTo>
                    <a:cubicBezTo>
                      <a:pt x="394807" y="549109"/>
                      <a:pt x="391551" y="549219"/>
                      <a:pt x="388295" y="549329"/>
                    </a:cubicBezTo>
                    <a:cubicBezTo>
                      <a:pt x="386591" y="549382"/>
                      <a:pt x="386591" y="549382"/>
                      <a:pt x="384852" y="549435"/>
                    </a:cubicBezTo>
                    <a:cubicBezTo>
                      <a:pt x="383769" y="549473"/>
                      <a:pt x="382686" y="549510"/>
                      <a:pt x="381570" y="549549"/>
                    </a:cubicBezTo>
                    <a:cubicBezTo>
                      <a:pt x="380067" y="549598"/>
                      <a:pt x="380067" y="549598"/>
                      <a:pt x="378534" y="549648"/>
                    </a:cubicBezTo>
                    <a:cubicBezTo>
                      <a:pt x="376145" y="549676"/>
                      <a:pt x="376145" y="549676"/>
                      <a:pt x="374328" y="550725"/>
                    </a:cubicBezTo>
                    <a:cubicBezTo>
                      <a:pt x="374033" y="552200"/>
                      <a:pt x="373738" y="553675"/>
                      <a:pt x="373435" y="555195"/>
                    </a:cubicBezTo>
                    <a:cubicBezTo>
                      <a:pt x="321815" y="555195"/>
                      <a:pt x="270196" y="555195"/>
                      <a:pt x="217012" y="555195"/>
                    </a:cubicBezTo>
                    <a:cubicBezTo>
                      <a:pt x="216127" y="552540"/>
                      <a:pt x="216127" y="552540"/>
                      <a:pt x="215225" y="549832"/>
                    </a:cubicBezTo>
                    <a:cubicBezTo>
                      <a:pt x="206671" y="549537"/>
                      <a:pt x="198116" y="549242"/>
                      <a:pt x="189303" y="548938"/>
                    </a:cubicBezTo>
                    <a:cubicBezTo>
                      <a:pt x="189008" y="547463"/>
                      <a:pt x="188713" y="545988"/>
                      <a:pt x="188409" y="544469"/>
                    </a:cubicBezTo>
                    <a:cubicBezTo>
                      <a:pt x="186259" y="543394"/>
                      <a:pt x="184741" y="543393"/>
                      <a:pt x="182341" y="543292"/>
                    </a:cubicBezTo>
                    <a:cubicBezTo>
                      <a:pt x="181079" y="543236"/>
                      <a:pt x="181079" y="543236"/>
                      <a:pt x="179792" y="543178"/>
                    </a:cubicBezTo>
                    <a:cubicBezTo>
                      <a:pt x="178472" y="543126"/>
                      <a:pt x="178472" y="543126"/>
                      <a:pt x="177125" y="543072"/>
                    </a:cubicBezTo>
                    <a:cubicBezTo>
                      <a:pt x="176237" y="543033"/>
                      <a:pt x="175350" y="542995"/>
                      <a:pt x="174436" y="542955"/>
                    </a:cubicBezTo>
                    <a:cubicBezTo>
                      <a:pt x="172241" y="542860"/>
                      <a:pt x="170046" y="542769"/>
                      <a:pt x="167851" y="542681"/>
                    </a:cubicBezTo>
                    <a:cubicBezTo>
                      <a:pt x="167556" y="541206"/>
                      <a:pt x="167261" y="539731"/>
                      <a:pt x="166957" y="538212"/>
                    </a:cubicBezTo>
                    <a:cubicBezTo>
                      <a:pt x="165562" y="537908"/>
                      <a:pt x="164165" y="537612"/>
                      <a:pt x="162767" y="537318"/>
                    </a:cubicBezTo>
                    <a:cubicBezTo>
                      <a:pt x="161990" y="537152"/>
                      <a:pt x="161212" y="536986"/>
                      <a:pt x="160410" y="536815"/>
                    </a:cubicBezTo>
                    <a:cubicBezTo>
                      <a:pt x="158075" y="536433"/>
                      <a:pt x="155911" y="536356"/>
                      <a:pt x="153550" y="536424"/>
                    </a:cubicBezTo>
                    <a:cubicBezTo>
                      <a:pt x="153144" y="535558"/>
                      <a:pt x="152738" y="534691"/>
                      <a:pt x="152320" y="533798"/>
                    </a:cubicBezTo>
                    <a:cubicBezTo>
                      <a:pt x="151174" y="530998"/>
                      <a:pt x="151174" y="530998"/>
                      <a:pt x="149080" y="530167"/>
                    </a:cubicBezTo>
                    <a:cubicBezTo>
                      <a:pt x="147408" y="529964"/>
                      <a:pt x="145731" y="529801"/>
                      <a:pt x="144052" y="529664"/>
                    </a:cubicBezTo>
                    <a:cubicBezTo>
                      <a:pt x="143156" y="529589"/>
                      <a:pt x="142260" y="529514"/>
                      <a:pt x="141336" y="529437"/>
                    </a:cubicBezTo>
                    <a:cubicBezTo>
                      <a:pt x="140647" y="529383"/>
                      <a:pt x="139958" y="529329"/>
                      <a:pt x="139248" y="529273"/>
                    </a:cubicBezTo>
                    <a:cubicBezTo>
                      <a:pt x="139137" y="528554"/>
                      <a:pt x="139027" y="527835"/>
                      <a:pt x="138913" y="527095"/>
                    </a:cubicBezTo>
                    <a:cubicBezTo>
                      <a:pt x="138729" y="526339"/>
                      <a:pt x="138544" y="525583"/>
                      <a:pt x="138354" y="524804"/>
                    </a:cubicBezTo>
                    <a:cubicBezTo>
                      <a:pt x="136302" y="523778"/>
                      <a:pt x="134710" y="523635"/>
                      <a:pt x="132433" y="523407"/>
                    </a:cubicBezTo>
                    <a:cubicBezTo>
                      <a:pt x="131702" y="523332"/>
                      <a:pt x="130971" y="523258"/>
                      <a:pt x="130219" y="523180"/>
                    </a:cubicBezTo>
                    <a:cubicBezTo>
                      <a:pt x="129659" y="523126"/>
                      <a:pt x="129099" y="523072"/>
                      <a:pt x="128522" y="523016"/>
                    </a:cubicBezTo>
                    <a:cubicBezTo>
                      <a:pt x="128227" y="521541"/>
                      <a:pt x="127932" y="520067"/>
                      <a:pt x="127628" y="518547"/>
                    </a:cubicBezTo>
                    <a:cubicBezTo>
                      <a:pt x="126788" y="518350"/>
                      <a:pt x="126788" y="518350"/>
                      <a:pt x="125931" y="518149"/>
                    </a:cubicBezTo>
                    <a:cubicBezTo>
                      <a:pt x="123689" y="517534"/>
                      <a:pt x="121666" y="516905"/>
                      <a:pt x="119584" y="515866"/>
                    </a:cubicBezTo>
                    <a:cubicBezTo>
                      <a:pt x="118187" y="513016"/>
                      <a:pt x="118187" y="513016"/>
                      <a:pt x="117796" y="510503"/>
                    </a:cubicBezTo>
                    <a:cubicBezTo>
                      <a:pt x="115436" y="510208"/>
                      <a:pt x="113076" y="509913"/>
                      <a:pt x="110645" y="509609"/>
                    </a:cubicBezTo>
                    <a:cubicBezTo>
                      <a:pt x="110350" y="508134"/>
                      <a:pt x="110055" y="506659"/>
                      <a:pt x="109751" y="505140"/>
                    </a:cubicBezTo>
                    <a:cubicBezTo>
                      <a:pt x="107687" y="504550"/>
                      <a:pt x="105622" y="503960"/>
                      <a:pt x="103494" y="503352"/>
                    </a:cubicBezTo>
                    <a:cubicBezTo>
                      <a:pt x="103052" y="500697"/>
                      <a:pt x="103052" y="500697"/>
                      <a:pt x="102601" y="497989"/>
                    </a:cubicBezTo>
                    <a:cubicBezTo>
                      <a:pt x="100831" y="497694"/>
                      <a:pt x="99061" y="497399"/>
                      <a:pt x="97237" y="497095"/>
                    </a:cubicBezTo>
                    <a:cubicBezTo>
                      <a:pt x="96795" y="494440"/>
                      <a:pt x="96795" y="494440"/>
                      <a:pt x="96344" y="491732"/>
                    </a:cubicBezTo>
                    <a:cubicBezTo>
                      <a:pt x="94574" y="491437"/>
                      <a:pt x="92804" y="491142"/>
                      <a:pt x="90981" y="490838"/>
                    </a:cubicBezTo>
                    <a:cubicBezTo>
                      <a:pt x="90538" y="488183"/>
                      <a:pt x="90538" y="488183"/>
                      <a:pt x="90087" y="485475"/>
                    </a:cubicBezTo>
                    <a:cubicBezTo>
                      <a:pt x="88317" y="485180"/>
                      <a:pt x="86547" y="484885"/>
                      <a:pt x="84724" y="484581"/>
                    </a:cubicBezTo>
                    <a:cubicBezTo>
                      <a:pt x="84429" y="482516"/>
                      <a:pt x="84134" y="480452"/>
                      <a:pt x="83830" y="478324"/>
                    </a:cubicBezTo>
                    <a:cubicBezTo>
                      <a:pt x="82060" y="478029"/>
                      <a:pt x="80290" y="477734"/>
                      <a:pt x="78467" y="477430"/>
                    </a:cubicBezTo>
                    <a:cubicBezTo>
                      <a:pt x="78264" y="476435"/>
                      <a:pt x="78061" y="475439"/>
                      <a:pt x="77852" y="474414"/>
                    </a:cubicBezTo>
                    <a:cubicBezTo>
                      <a:pt x="77465" y="473344"/>
                      <a:pt x="77078" y="472275"/>
                      <a:pt x="76679" y="471174"/>
                    </a:cubicBezTo>
                    <a:cubicBezTo>
                      <a:pt x="75208" y="470532"/>
                      <a:pt x="73717" y="469937"/>
                      <a:pt x="72210" y="469386"/>
                    </a:cubicBezTo>
                    <a:cubicBezTo>
                      <a:pt x="71301" y="467606"/>
                      <a:pt x="70408" y="465818"/>
                      <a:pt x="69528" y="464023"/>
                    </a:cubicBezTo>
                    <a:cubicBezTo>
                      <a:pt x="68422" y="463442"/>
                      <a:pt x="68422" y="463442"/>
                      <a:pt x="67294" y="462850"/>
                    </a:cubicBezTo>
                    <a:cubicBezTo>
                      <a:pt x="63863" y="460534"/>
                      <a:pt x="63379" y="457178"/>
                      <a:pt x="62378" y="453297"/>
                    </a:cubicBezTo>
                    <a:cubicBezTo>
                      <a:pt x="61198" y="453297"/>
                      <a:pt x="60018" y="453297"/>
                      <a:pt x="58802" y="453297"/>
                    </a:cubicBezTo>
                    <a:cubicBezTo>
                      <a:pt x="58784" y="452191"/>
                      <a:pt x="58765" y="451084"/>
                      <a:pt x="58746" y="449945"/>
                    </a:cubicBezTo>
                    <a:cubicBezTo>
                      <a:pt x="58592" y="447945"/>
                      <a:pt x="58592" y="447945"/>
                      <a:pt x="57908" y="446146"/>
                    </a:cubicBezTo>
                    <a:cubicBezTo>
                      <a:pt x="56317" y="445294"/>
                      <a:pt x="54721" y="444444"/>
                      <a:pt x="53073" y="443709"/>
                    </a:cubicBezTo>
                    <a:cubicBezTo>
                      <a:pt x="51652" y="442571"/>
                      <a:pt x="51652" y="442571"/>
                      <a:pt x="51041" y="440371"/>
                    </a:cubicBezTo>
                    <a:cubicBezTo>
                      <a:pt x="50835" y="438110"/>
                      <a:pt x="50727" y="435901"/>
                      <a:pt x="50758" y="433632"/>
                    </a:cubicBezTo>
                    <a:cubicBezTo>
                      <a:pt x="48988" y="433337"/>
                      <a:pt x="47218" y="433042"/>
                      <a:pt x="45395" y="432738"/>
                    </a:cubicBezTo>
                    <a:cubicBezTo>
                      <a:pt x="45279" y="431608"/>
                      <a:pt x="45279" y="431608"/>
                      <a:pt x="45161" y="430455"/>
                    </a:cubicBezTo>
                    <a:cubicBezTo>
                      <a:pt x="45035" y="429475"/>
                      <a:pt x="44910" y="428496"/>
                      <a:pt x="44780" y="427487"/>
                    </a:cubicBezTo>
                    <a:cubicBezTo>
                      <a:pt x="44666" y="426512"/>
                      <a:pt x="44552" y="425537"/>
                      <a:pt x="44434" y="424533"/>
                    </a:cubicBezTo>
                    <a:cubicBezTo>
                      <a:pt x="44161" y="423701"/>
                      <a:pt x="43888" y="422869"/>
                      <a:pt x="43607" y="422012"/>
                    </a:cubicBezTo>
                    <a:cubicBezTo>
                      <a:pt x="42132" y="421422"/>
                      <a:pt x="40657" y="420832"/>
                      <a:pt x="39138" y="420225"/>
                    </a:cubicBezTo>
                    <a:cubicBezTo>
                      <a:pt x="38548" y="416095"/>
                      <a:pt x="37958" y="411965"/>
                      <a:pt x="37350" y="407711"/>
                    </a:cubicBezTo>
                    <a:cubicBezTo>
                      <a:pt x="35580" y="407121"/>
                      <a:pt x="33810" y="406531"/>
                      <a:pt x="31987" y="405923"/>
                    </a:cubicBezTo>
                    <a:cubicBezTo>
                      <a:pt x="31906" y="404421"/>
                      <a:pt x="31906" y="404421"/>
                      <a:pt x="31823" y="402889"/>
                    </a:cubicBezTo>
                    <a:cubicBezTo>
                      <a:pt x="31747" y="401573"/>
                      <a:pt x="31672" y="400256"/>
                      <a:pt x="31596" y="398940"/>
                    </a:cubicBezTo>
                    <a:cubicBezTo>
                      <a:pt x="31561" y="398280"/>
                      <a:pt x="31526" y="397621"/>
                      <a:pt x="31490" y="396941"/>
                    </a:cubicBezTo>
                    <a:cubicBezTo>
                      <a:pt x="31322" y="394097"/>
                      <a:pt x="31105" y="391656"/>
                      <a:pt x="30199" y="388940"/>
                    </a:cubicBezTo>
                    <a:cubicBezTo>
                      <a:pt x="28725" y="388940"/>
                      <a:pt x="27250" y="388940"/>
                      <a:pt x="25730" y="388940"/>
                    </a:cubicBezTo>
                    <a:cubicBezTo>
                      <a:pt x="25435" y="381271"/>
                      <a:pt x="25140" y="373602"/>
                      <a:pt x="24836" y="365700"/>
                    </a:cubicBezTo>
                    <a:cubicBezTo>
                      <a:pt x="23067" y="365700"/>
                      <a:pt x="21297" y="365700"/>
                      <a:pt x="19473" y="365700"/>
                    </a:cubicBezTo>
                    <a:cubicBezTo>
                      <a:pt x="19460" y="364794"/>
                      <a:pt x="19447" y="363887"/>
                      <a:pt x="19434" y="362953"/>
                    </a:cubicBezTo>
                    <a:cubicBezTo>
                      <a:pt x="19382" y="359589"/>
                      <a:pt x="19313" y="356226"/>
                      <a:pt x="19239" y="352863"/>
                    </a:cubicBezTo>
                    <a:cubicBezTo>
                      <a:pt x="19209" y="351408"/>
                      <a:pt x="19184" y="349952"/>
                      <a:pt x="19164" y="348496"/>
                    </a:cubicBezTo>
                    <a:cubicBezTo>
                      <a:pt x="19134" y="346403"/>
                      <a:pt x="19087" y="344312"/>
                      <a:pt x="19037" y="342219"/>
                    </a:cubicBezTo>
                    <a:cubicBezTo>
                      <a:pt x="19031" y="341569"/>
                      <a:pt x="19025" y="340918"/>
                      <a:pt x="19020" y="340247"/>
                    </a:cubicBezTo>
                    <a:cubicBezTo>
                      <a:pt x="18943" y="337618"/>
                      <a:pt x="18876" y="335748"/>
                      <a:pt x="17378" y="333537"/>
                    </a:cubicBezTo>
                    <a:cubicBezTo>
                      <a:pt x="15807" y="332394"/>
                      <a:pt x="15807" y="332394"/>
                      <a:pt x="13216" y="332628"/>
                    </a:cubicBezTo>
                    <a:cubicBezTo>
                      <a:pt x="12345" y="330015"/>
                      <a:pt x="12210" y="328351"/>
                      <a:pt x="12209" y="325632"/>
                    </a:cubicBezTo>
                    <a:cubicBezTo>
                      <a:pt x="12207" y="324743"/>
                      <a:pt x="12204" y="323855"/>
                      <a:pt x="12201" y="322939"/>
                    </a:cubicBezTo>
                    <a:cubicBezTo>
                      <a:pt x="12203" y="321966"/>
                      <a:pt x="12205" y="320992"/>
                      <a:pt x="12207" y="319988"/>
                    </a:cubicBezTo>
                    <a:cubicBezTo>
                      <a:pt x="12205" y="318449"/>
                      <a:pt x="12205" y="318449"/>
                      <a:pt x="12202" y="316878"/>
                    </a:cubicBezTo>
                    <a:cubicBezTo>
                      <a:pt x="12198" y="313477"/>
                      <a:pt x="12201" y="310076"/>
                      <a:pt x="12204" y="306675"/>
                    </a:cubicBezTo>
                    <a:cubicBezTo>
                      <a:pt x="12203" y="304319"/>
                      <a:pt x="12202" y="301962"/>
                      <a:pt x="12201" y="299605"/>
                    </a:cubicBezTo>
                    <a:cubicBezTo>
                      <a:pt x="12200" y="294663"/>
                      <a:pt x="12202" y="289721"/>
                      <a:pt x="12206" y="284779"/>
                    </a:cubicBezTo>
                    <a:cubicBezTo>
                      <a:pt x="12211" y="279062"/>
                      <a:pt x="12209" y="273344"/>
                      <a:pt x="12204" y="267627"/>
                    </a:cubicBezTo>
                    <a:cubicBezTo>
                      <a:pt x="12200" y="262130"/>
                      <a:pt x="12200" y="256633"/>
                      <a:pt x="12203" y="251137"/>
                    </a:cubicBezTo>
                    <a:cubicBezTo>
                      <a:pt x="12204" y="248796"/>
                      <a:pt x="12203" y="246455"/>
                      <a:pt x="12201" y="244114"/>
                    </a:cubicBezTo>
                    <a:cubicBezTo>
                      <a:pt x="12198" y="240848"/>
                      <a:pt x="12202" y="237582"/>
                      <a:pt x="12207" y="234316"/>
                    </a:cubicBezTo>
                    <a:cubicBezTo>
                      <a:pt x="12205" y="233340"/>
                      <a:pt x="12203" y="232365"/>
                      <a:pt x="12201" y="231359"/>
                    </a:cubicBezTo>
                    <a:cubicBezTo>
                      <a:pt x="12204" y="230473"/>
                      <a:pt x="12206" y="229587"/>
                      <a:pt x="12209" y="228674"/>
                    </a:cubicBezTo>
                    <a:cubicBezTo>
                      <a:pt x="12209" y="227902"/>
                      <a:pt x="12210" y="227129"/>
                      <a:pt x="12210" y="226333"/>
                    </a:cubicBezTo>
                    <a:cubicBezTo>
                      <a:pt x="12323" y="224473"/>
                      <a:pt x="12323" y="224473"/>
                      <a:pt x="13216" y="222686"/>
                    </a:cubicBezTo>
                    <a:cubicBezTo>
                      <a:pt x="14706" y="222388"/>
                      <a:pt x="16196" y="222090"/>
                      <a:pt x="17686" y="221792"/>
                    </a:cubicBezTo>
                    <a:cubicBezTo>
                      <a:pt x="19148" y="218866"/>
                      <a:pt x="18797" y="215619"/>
                      <a:pt x="18862" y="212399"/>
                    </a:cubicBezTo>
                    <a:cubicBezTo>
                      <a:pt x="18881" y="211648"/>
                      <a:pt x="18899" y="210897"/>
                      <a:pt x="18919" y="210122"/>
                    </a:cubicBezTo>
                    <a:cubicBezTo>
                      <a:pt x="18977" y="207718"/>
                      <a:pt x="19030" y="205314"/>
                      <a:pt x="19082" y="202909"/>
                    </a:cubicBezTo>
                    <a:cubicBezTo>
                      <a:pt x="19121" y="201281"/>
                      <a:pt x="19160" y="199653"/>
                      <a:pt x="19199" y="198025"/>
                    </a:cubicBezTo>
                    <a:cubicBezTo>
                      <a:pt x="19295" y="194029"/>
                      <a:pt x="19386" y="190034"/>
                      <a:pt x="19473" y="186038"/>
                    </a:cubicBezTo>
                    <a:cubicBezTo>
                      <a:pt x="20192" y="185927"/>
                      <a:pt x="20911" y="185817"/>
                      <a:pt x="21652" y="185703"/>
                    </a:cubicBezTo>
                    <a:cubicBezTo>
                      <a:pt x="22408" y="185519"/>
                      <a:pt x="23164" y="185334"/>
                      <a:pt x="23942" y="185144"/>
                    </a:cubicBezTo>
                    <a:cubicBezTo>
                      <a:pt x="25067" y="182895"/>
                      <a:pt x="25022" y="181200"/>
                      <a:pt x="25119" y="178685"/>
                    </a:cubicBezTo>
                    <a:cubicBezTo>
                      <a:pt x="25157" y="177763"/>
                      <a:pt x="25194" y="176841"/>
                      <a:pt x="25233" y="175892"/>
                    </a:cubicBezTo>
                    <a:cubicBezTo>
                      <a:pt x="25268" y="174926"/>
                      <a:pt x="25303" y="173960"/>
                      <a:pt x="25339" y="172966"/>
                    </a:cubicBezTo>
                    <a:cubicBezTo>
                      <a:pt x="25378" y="171993"/>
                      <a:pt x="25416" y="171021"/>
                      <a:pt x="25456" y="170019"/>
                    </a:cubicBezTo>
                    <a:cubicBezTo>
                      <a:pt x="25551" y="167612"/>
                      <a:pt x="25642" y="165205"/>
                      <a:pt x="25730" y="162798"/>
                    </a:cubicBezTo>
                    <a:cubicBezTo>
                      <a:pt x="27500" y="162798"/>
                      <a:pt x="29270" y="162798"/>
                      <a:pt x="31093" y="162798"/>
                    </a:cubicBezTo>
                    <a:cubicBezTo>
                      <a:pt x="31388" y="157194"/>
                      <a:pt x="31683" y="151589"/>
                      <a:pt x="31987" y="145815"/>
                    </a:cubicBezTo>
                    <a:cubicBezTo>
                      <a:pt x="34642" y="144930"/>
                      <a:pt x="34642" y="144930"/>
                      <a:pt x="37350" y="144028"/>
                    </a:cubicBezTo>
                    <a:cubicBezTo>
                      <a:pt x="38558" y="141612"/>
                      <a:pt x="38547" y="139453"/>
                      <a:pt x="38747" y="136765"/>
                    </a:cubicBezTo>
                    <a:cubicBezTo>
                      <a:pt x="38822" y="135786"/>
                      <a:pt x="38897" y="134806"/>
                      <a:pt x="38974" y="133797"/>
                    </a:cubicBezTo>
                    <a:cubicBezTo>
                      <a:pt x="39055" y="132667"/>
                      <a:pt x="39055" y="132667"/>
                      <a:pt x="39138" y="131514"/>
                    </a:cubicBezTo>
                    <a:cubicBezTo>
                      <a:pt x="41792" y="130629"/>
                      <a:pt x="41792" y="130629"/>
                      <a:pt x="44501" y="129726"/>
                    </a:cubicBezTo>
                    <a:cubicBezTo>
                      <a:pt x="44943" y="123974"/>
                      <a:pt x="44943" y="123974"/>
                      <a:pt x="45395" y="118106"/>
                    </a:cubicBezTo>
                    <a:cubicBezTo>
                      <a:pt x="46870" y="118106"/>
                      <a:pt x="48344" y="118106"/>
                      <a:pt x="49864" y="118106"/>
                    </a:cubicBezTo>
                    <a:cubicBezTo>
                      <a:pt x="51435" y="114081"/>
                      <a:pt x="51824" y="110798"/>
                      <a:pt x="51652" y="106486"/>
                    </a:cubicBezTo>
                    <a:cubicBezTo>
                      <a:pt x="52334" y="106468"/>
                      <a:pt x="53016" y="106449"/>
                      <a:pt x="53719" y="106430"/>
                    </a:cubicBezTo>
                    <a:cubicBezTo>
                      <a:pt x="54908" y="106015"/>
                      <a:pt x="54908" y="106015"/>
                      <a:pt x="56121" y="105592"/>
                    </a:cubicBezTo>
                    <a:cubicBezTo>
                      <a:pt x="56757" y="104071"/>
                      <a:pt x="56757" y="104071"/>
                      <a:pt x="57406" y="102520"/>
                    </a:cubicBezTo>
                    <a:cubicBezTo>
                      <a:pt x="58802" y="99335"/>
                      <a:pt x="58802" y="99335"/>
                      <a:pt x="61651" y="98051"/>
                    </a:cubicBezTo>
                    <a:cubicBezTo>
                      <a:pt x="62481" y="97885"/>
                      <a:pt x="63311" y="97719"/>
                      <a:pt x="64165" y="97548"/>
                    </a:cubicBezTo>
                    <a:cubicBezTo>
                      <a:pt x="64460" y="95188"/>
                      <a:pt x="64755" y="92828"/>
                      <a:pt x="65059" y="90397"/>
                    </a:cubicBezTo>
                    <a:cubicBezTo>
                      <a:pt x="67714" y="89955"/>
                      <a:pt x="67714" y="89955"/>
                      <a:pt x="70422" y="89503"/>
                    </a:cubicBezTo>
                    <a:cubicBezTo>
                      <a:pt x="70256" y="88508"/>
                      <a:pt x="70256" y="88508"/>
                      <a:pt x="70087" y="87492"/>
                    </a:cubicBezTo>
                    <a:cubicBezTo>
                      <a:pt x="70253" y="86275"/>
                      <a:pt x="70253" y="86275"/>
                      <a:pt x="70422" y="85034"/>
                    </a:cubicBezTo>
                    <a:cubicBezTo>
                      <a:pt x="71233" y="84518"/>
                      <a:pt x="72045" y="84002"/>
                      <a:pt x="72880" y="83470"/>
                    </a:cubicBezTo>
                    <a:cubicBezTo>
                      <a:pt x="75968" y="81332"/>
                      <a:pt x="76316" y="80659"/>
                      <a:pt x="77573" y="77325"/>
                    </a:cubicBezTo>
                    <a:cubicBezTo>
                      <a:pt x="78404" y="75181"/>
                      <a:pt x="78404" y="75181"/>
                      <a:pt x="79361" y="73414"/>
                    </a:cubicBezTo>
                    <a:cubicBezTo>
                      <a:pt x="82154" y="72297"/>
                      <a:pt x="82154" y="72297"/>
                      <a:pt x="84724" y="71626"/>
                    </a:cubicBezTo>
                    <a:cubicBezTo>
                      <a:pt x="85365" y="70155"/>
                      <a:pt x="85960" y="68664"/>
                      <a:pt x="86511" y="67157"/>
                    </a:cubicBezTo>
                    <a:cubicBezTo>
                      <a:pt x="87998" y="66258"/>
                      <a:pt x="89488" y="65364"/>
                      <a:pt x="90981" y="64476"/>
                    </a:cubicBezTo>
                    <a:cubicBezTo>
                      <a:pt x="91534" y="63591"/>
                      <a:pt x="92087" y="62706"/>
                      <a:pt x="92657" y="61794"/>
                    </a:cubicBezTo>
                    <a:cubicBezTo>
                      <a:pt x="94993" y="58496"/>
                      <a:pt x="97161" y="57986"/>
                      <a:pt x="100813" y="56431"/>
                    </a:cubicBezTo>
                    <a:cubicBezTo>
                      <a:pt x="102158" y="54157"/>
                      <a:pt x="102158" y="54157"/>
                      <a:pt x="102601" y="51962"/>
                    </a:cubicBezTo>
                    <a:cubicBezTo>
                      <a:pt x="105698" y="51519"/>
                      <a:pt x="105698" y="51519"/>
                      <a:pt x="108857" y="51068"/>
                    </a:cubicBezTo>
                    <a:cubicBezTo>
                      <a:pt x="109023" y="50367"/>
                      <a:pt x="109189" y="49667"/>
                      <a:pt x="109360" y="48945"/>
                    </a:cubicBezTo>
                    <a:cubicBezTo>
                      <a:pt x="109784" y="48171"/>
                      <a:pt x="110208" y="47397"/>
                      <a:pt x="110645" y="46599"/>
                    </a:cubicBezTo>
                    <a:cubicBezTo>
                      <a:pt x="111678" y="46322"/>
                      <a:pt x="112710" y="46046"/>
                      <a:pt x="113774" y="45761"/>
                    </a:cubicBezTo>
                    <a:cubicBezTo>
                      <a:pt x="114806" y="45447"/>
                      <a:pt x="115838" y="45134"/>
                      <a:pt x="116902" y="44811"/>
                    </a:cubicBezTo>
                    <a:cubicBezTo>
                      <a:pt x="118271" y="42124"/>
                      <a:pt x="118271" y="42124"/>
                      <a:pt x="118690" y="39448"/>
                    </a:cubicBezTo>
                    <a:cubicBezTo>
                      <a:pt x="119314" y="39394"/>
                      <a:pt x="119939" y="39340"/>
                      <a:pt x="120582" y="39284"/>
                    </a:cubicBezTo>
                    <a:cubicBezTo>
                      <a:pt x="121396" y="39209"/>
                      <a:pt x="122209" y="39134"/>
                      <a:pt x="123047" y="39057"/>
                    </a:cubicBezTo>
                    <a:cubicBezTo>
                      <a:pt x="123856" y="38984"/>
                      <a:pt x="124665" y="38912"/>
                      <a:pt x="125498" y="38837"/>
                    </a:cubicBezTo>
                    <a:cubicBezTo>
                      <a:pt x="127638" y="38670"/>
                      <a:pt x="127638" y="38670"/>
                      <a:pt x="129416" y="37660"/>
                    </a:cubicBezTo>
                    <a:cubicBezTo>
                      <a:pt x="129711" y="36186"/>
                      <a:pt x="130006" y="34711"/>
                      <a:pt x="130310" y="33191"/>
                    </a:cubicBezTo>
                    <a:cubicBezTo>
                      <a:pt x="134144" y="32601"/>
                      <a:pt x="137979" y="32011"/>
                      <a:pt x="141930" y="31403"/>
                    </a:cubicBezTo>
                    <a:cubicBezTo>
                      <a:pt x="141930" y="29634"/>
                      <a:pt x="141930" y="27864"/>
                      <a:pt x="141930" y="26040"/>
                    </a:cubicBezTo>
                    <a:cubicBezTo>
                      <a:pt x="142683" y="25986"/>
                      <a:pt x="143437" y="25932"/>
                      <a:pt x="144213" y="25876"/>
                    </a:cubicBezTo>
                    <a:cubicBezTo>
                      <a:pt x="145192" y="25801"/>
                      <a:pt x="146172" y="25727"/>
                      <a:pt x="147181" y="25649"/>
                    </a:cubicBezTo>
                    <a:cubicBezTo>
                      <a:pt x="148156" y="25577"/>
                      <a:pt x="149130" y="25504"/>
                      <a:pt x="150135" y="25429"/>
                    </a:cubicBezTo>
                    <a:cubicBezTo>
                      <a:pt x="152609" y="25299"/>
                      <a:pt x="152609" y="25299"/>
                      <a:pt x="154443" y="24253"/>
                    </a:cubicBezTo>
                    <a:cubicBezTo>
                      <a:pt x="155029" y="21994"/>
                      <a:pt x="155029" y="21994"/>
                      <a:pt x="155337" y="19784"/>
                    </a:cubicBezTo>
                    <a:cubicBezTo>
                      <a:pt x="156155" y="19729"/>
                      <a:pt x="156973" y="19675"/>
                      <a:pt x="157816" y="19619"/>
                    </a:cubicBezTo>
                    <a:cubicBezTo>
                      <a:pt x="159410" y="19507"/>
                      <a:pt x="159410" y="19507"/>
                      <a:pt x="161035" y="19392"/>
                    </a:cubicBezTo>
                    <a:cubicBezTo>
                      <a:pt x="162622" y="19284"/>
                      <a:pt x="162622" y="19284"/>
                      <a:pt x="164241" y="19172"/>
                    </a:cubicBezTo>
                    <a:cubicBezTo>
                      <a:pt x="166881" y="19059"/>
                      <a:pt x="166881" y="19059"/>
                      <a:pt x="168745" y="17996"/>
                    </a:cubicBezTo>
                    <a:cubicBezTo>
                      <a:pt x="169040" y="16521"/>
                      <a:pt x="169335" y="15046"/>
                      <a:pt x="169639" y="13527"/>
                    </a:cubicBezTo>
                    <a:cubicBezTo>
                      <a:pt x="179815" y="13084"/>
                      <a:pt x="179815" y="13084"/>
                      <a:pt x="190197" y="12633"/>
                    </a:cubicBezTo>
                    <a:cubicBezTo>
                      <a:pt x="190197" y="10863"/>
                      <a:pt x="190197" y="9093"/>
                      <a:pt x="190197" y="7270"/>
                    </a:cubicBezTo>
                    <a:cubicBezTo>
                      <a:pt x="192979" y="6449"/>
                      <a:pt x="195434" y="6282"/>
                      <a:pt x="198329" y="6320"/>
                    </a:cubicBezTo>
                    <a:cubicBezTo>
                      <a:pt x="199192" y="6327"/>
                      <a:pt x="200056" y="6334"/>
                      <a:pt x="200946" y="6341"/>
                    </a:cubicBezTo>
                    <a:cubicBezTo>
                      <a:pt x="202290" y="6358"/>
                      <a:pt x="202290" y="6358"/>
                      <a:pt x="203661" y="6376"/>
                    </a:cubicBezTo>
                    <a:cubicBezTo>
                      <a:pt x="205440" y="6399"/>
                      <a:pt x="207220" y="6417"/>
                      <a:pt x="208999" y="6432"/>
                    </a:cubicBezTo>
                    <a:cubicBezTo>
                      <a:pt x="210180" y="6447"/>
                      <a:pt x="210180" y="6447"/>
                      <a:pt x="211384" y="6463"/>
                    </a:cubicBezTo>
                    <a:cubicBezTo>
                      <a:pt x="213583" y="6464"/>
                      <a:pt x="213583" y="6464"/>
                      <a:pt x="216118" y="5482"/>
                    </a:cubicBezTo>
                    <a:cubicBezTo>
                      <a:pt x="216413" y="3712"/>
                      <a:pt x="216708" y="1942"/>
                      <a:pt x="217012" y="119"/>
                    </a:cubicBezTo>
                    <a:close/>
                  </a:path>
                </a:pathLst>
              </a:custGeom>
              <a:grpFill/>
              <a:ln w="894" cap="flat">
                <a:noFill/>
                <a:prstDash val="solid"/>
                <a:miter/>
              </a:ln>
            </p:spPr>
            <p:txBody>
              <a:bodyPr rtlCol="0" anchor="ctr"/>
              <a:lstStyle/>
              <a:p>
                <a:endParaRPr lang="zh-CN" altLang="en-US"/>
              </a:p>
            </p:txBody>
          </p:sp>
          <p:sp>
            <p:nvSpPr>
              <p:cNvPr id="51" name="任意多边形: 形状 50"/>
              <p:cNvSpPr/>
              <p:nvPr/>
            </p:nvSpPr>
            <p:spPr>
              <a:xfrm>
                <a:off x="7343951" y="3441607"/>
                <a:ext cx="443050" cy="542991"/>
              </a:xfrm>
              <a:custGeom>
                <a:avLst/>
                <a:gdLst>
                  <a:gd name="connsiteX0" fmla="*/ 18258 w 443050"/>
                  <a:gd name="connsiteY0" fmla="*/ 218 h 542991"/>
                  <a:gd name="connsiteX1" fmla="*/ 20399 w 443050"/>
                  <a:gd name="connsiteY1" fmla="*/ 211 h 542991"/>
                  <a:gd name="connsiteX2" fmla="*/ 27526 w 443050"/>
                  <a:gd name="connsiteY2" fmla="*/ 222 h 542991"/>
                  <a:gd name="connsiteX3" fmla="*/ 32626 w 443050"/>
                  <a:gd name="connsiteY3" fmla="*/ 216 h 542991"/>
                  <a:gd name="connsiteX4" fmla="*/ 46499 w 443050"/>
                  <a:gd name="connsiteY4" fmla="*/ 228 h 542991"/>
                  <a:gd name="connsiteX5" fmla="*/ 61007 w 443050"/>
                  <a:gd name="connsiteY5" fmla="*/ 234 h 542991"/>
                  <a:gd name="connsiteX6" fmla="*/ 85383 w 443050"/>
                  <a:gd name="connsiteY6" fmla="*/ 255 h 542991"/>
                  <a:gd name="connsiteX7" fmla="*/ 113563 w 443050"/>
                  <a:gd name="connsiteY7" fmla="*/ 273 h 542991"/>
                  <a:gd name="connsiteX8" fmla="*/ 140659 w 443050"/>
                  <a:gd name="connsiteY8" fmla="*/ 284 h 542991"/>
                  <a:gd name="connsiteX9" fmla="*/ 152195 w 443050"/>
                  <a:gd name="connsiteY9" fmla="*/ 290 h 542991"/>
                  <a:gd name="connsiteX10" fmla="*/ 165785 w 443050"/>
                  <a:gd name="connsiteY10" fmla="*/ 305 h 542991"/>
                  <a:gd name="connsiteX11" fmla="*/ 170773 w 443050"/>
                  <a:gd name="connsiteY11" fmla="*/ 308 h 542991"/>
                  <a:gd name="connsiteX12" fmla="*/ 177584 w 443050"/>
                  <a:gd name="connsiteY12" fmla="*/ 319 h 542991"/>
                  <a:gd name="connsiteX13" fmla="*/ 179575 w 443050"/>
                  <a:gd name="connsiteY13" fmla="*/ 315 h 542991"/>
                  <a:gd name="connsiteX14" fmla="*/ 190157 w 443050"/>
                  <a:gd name="connsiteY14" fmla="*/ 1332 h 542991"/>
                  <a:gd name="connsiteX15" fmla="*/ 191168 w 443050"/>
                  <a:gd name="connsiteY15" fmla="*/ 9554 h 542991"/>
                  <a:gd name="connsiteX16" fmla="*/ 191173 w 443050"/>
                  <a:gd name="connsiteY16" fmla="*/ 11595 h 542991"/>
                  <a:gd name="connsiteX17" fmla="*/ 191176 w 443050"/>
                  <a:gd name="connsiteY17" fmla="*/ 18440 h 542991"/>
                  <a:gd name="connsiteX18" fmla="*/ 191184 w 443050"/>
                  <a:gd name="connsiteY18" fmla="*/ 23368 h 542991"/>
                  <a:gd name="connsiteX19" fmla="*/ 191193 w 443050"/>
                  <a:gd name="connsiteY19" fmla="*/ 36965 h 542991"/>
                  <a:gd name="connsiteX20" fmla="*/ 191208 w 443050"/>
                  <a:gd name="connsiteY20" fmla="*/ 51609 h 542991"/>
                  <a:gd name="connsiteX21" fmla="*/ 191229 w 443050"/>
                  <a:gd name="connsiteY21" fmla="*/ 83654 h 542991"/>
                  <a:gd name="connsiteX22" fmla="*/ 191240 w 443050"/>
                  <a:gd name="connsiteY22" fmla="*/ 103649 h 542991"/>
                  <a:gd name="connsiteX23" fmla="*/ 191263 w 443050"/>
                  <a:gd name="connsiteY23" fmla="*/ 158969 h 542991"/>
                  <a:gd name="connsiteX24" fmla="*/ 191263 w 443050"/>
                  <a:gd name="connsiteY24" fmla="*/ 162548 h 542991"/>
                  <a:gd name="connsiteX25" fmla="*/ 191264 w 443050"/>
                  <a:gd name="connsiteY25" fmla="*/ 166135 h 542991"/>
                  <a:gd name="connsiteX26" fmla="*/ 191265 w 443050"/>
                  <a:gd name="connsiteY26" fmla="*/ 173333 h 542991"/>
                  <a:gd name="connsiteX27" fmla="*/ 191265 w 443050"/>
                  <a:gd name="connsiteY27" fmla="*/ 175135 h 542991"/>
                  <a:gd name="connsiteX28" fmla="*/ 191304 w 443050"/>
                  <a:gd name="connsiteY28" fmla="*/ 233012 h 542991"/>
                  <a:gd name="connsiteX29" fmla="*/ 191339 w 443050"/>
                  <a:gd name="connsiteY29" fmla="*/ 294175 h 542991"/>
                  <a:gd name="connsiteX30" fmla="*/ 191361 w 443050"/>
                  <a:gd name="connsiteY30" fmla="*/ 327527 h 542991"/>
                  <a:gd name="connsiteX31" fmla="*/ 191372 w 443050"/>
                  <a:gd name="connsiteY31" fmla="*/ 355922 h 542991"/>
                  <a:gd name="connsiteX32" fmla="*/ 191382 w 443050"/>
                  <a:gd name="connsiteY32" fmla="*/ 370419 h 542991"/>
                  <a:gd name="connsiteX33" fmla="*/ 191382 w 443050"/>
                  <a:gd name="connsiteY33" fmla="*/ 383679 h 542991"/>
                  <a:gd name="connsiteX34" fmla="*/ 191390 w 443050"/>
                  <a:gd name="connsiteY34" fmla="*/ 388487 h 542991"/>
                  <a:gd name="connsiteX35" fmla="*/ 191383 w 443050"/>
                  <a:gd name="connsiteY35" fmla="*/ 395003 h 542991"/>
                  <a:gd name="connsiteX36" fmla="*/ 191403 w 443050"/>
                  <a:gd name="connsiteY36" fmla="*/ 396904 h 542991"/>
                  <a:gd name="connsiteX37" fmla="*/ 188369 w 443050"/>
                  <a:gd name="connsiteY37" fmla="*/ 406243 h 542991"/>
                  <a:gd name="connsiteX38" fmla="*/ 195415 w 443050"/>
                  <a:gd name="connsiteY38" fmla="*/ 407261 h 542991"/>
                  <a:gd name="connsiteX39" fmla="*/ 198158 w 443050"/>
                  <a:gd name="connsiteY39" fmla="*/ 407275 h 542991"/>
                  <a:gd name="connsiteX40" fmla="*/ 201180 w 443050"/>
                  <a:gd name="connsiteY40" fmla="*/ 407278 h 542991"/>
                  <a:gd name="connsiteX41" fmla="*/ 204383 w 443050"/>
                  <a:gd name="connsiteY41" fmla="*/ 407291 h 542991"/>
                  <a:gd name="connsiteX42" fmla="*/ 213201 w 443050"/>
                  <a:gd name="connsiteY42" fmla="*/ 407316 h 542991"/>
                  <a:gd name="connsiteX43" fmla="*/ 222704 w 443050"/>
                  <a:gd name="connsiteY43" fmla="*/ 407347 h 542991"/>
                  <a:gd name="connsiteX44" fmla="*/ 239174 w 443050"/>
                  <a:gd name="connsiteY44" fmla="*/ 407397 h 542991"/>
                  <a:gd name="connsiteX45" fmla="*/ 262986 w 443050"/>
                  <a:gd name="connsiteY45" fmla="*/ 407468 h 542991"/>
                  <a:gd name="connsiteX46" fmla="*/ 301619 w 443050"/>
                  <a:gd name="connsiteY46" fmla="*/ 407586 h 542991"/>
                  <a:gd name="connsiteX47" fmla="*/ 339152 w 443050"/>
                  <a:gd name="connsiteY47" fmla="*/ 407698 h 542991"/>
                  <a:gd name="connsiteX48" fmla="*/ 341488 w 443050"/>
                  <a:gd name="connsiteY48" fmla="*/ 407705 h 542991"/>
                  <a:gd name="connsiteX49" fmla="*/ 353090 w 443050"/>
                  <a:gd name="connsiteY49" fmla="*/ 407742 h 542991"/>
                  <a:gd name="connsiteX50" fmla="*/ 449371 w 443050"/>
                  <a:gd name="connsiteY50" fmla="*/ 408030 h 542991"/>
                  <a:gd name="connsiteX51" fmla="*/ 451385 w 443050"/>
                  <a:gd name="connsiteY51" fmla="*/ 416824 h 542991"/>
                  <a:gd name="connsiteX52" fmla="*/ 451401 w 443050"/>
                  <a:gd name="connsiteY52" fmla="*/ 420056 h 542991"/>
                  <a:gd name="connsiteX53" fmla="*/ 451390 w 443050"/>
                  <a:gd name="connsiteY53" fmla="*/ 423592 h 542991"/>
                  <a:gd name="connsiteX54" fmla="*/ 451399 w 443050"/>
                  <a:gd name="connsiteY54" fmla="*/ 427323 h 542991"/>
                  <a:gd name="connsiteX55" fmla="*/ 451398 w 443050"/>
                  <a:gd name="connsiteY55" fmla="*/ 437451 h 542991"/>
                  <a:gd name="connsiteX56" fmla="*/ 451401 w 443050"/>
                  <a:gd name="connsiteY56" fmla="*/ 448052 h 542991"/>
                  <a:gd name="connsiteX57" fmla="*/ 451391 w 443050"/>
                  <a:gd name="connsiteY57" fmla="*/ 465858 h 542991"/>
                  <a:gd name="connsiteX58" fmla="*/ 451395 w 443050"/>
                  <a:gd name="connsiteY58" fmla="*/ 486437 h 542991"/>
                  <a:gd name="connsiteX59" fmla="*/ 451399 w 443050"/>
                  <a:gd name="connsiteY59" fmla="*/ 504109 h 542991"/>
                  <a:gd name="connsiteX60" fmla="*/ 451402 w 443050"/>
                  <a:gd name="connsiteY60" fmla="*/ 514662 h 542991"/>
                  <a:gd name="connsiteX61" fmla="*/ 451393 w 443050"/>
                  <a:gd name="connsiteY61" fmla="*/ 524586 h 542991"/>
                  <a:gd name="connsiteX62" fmla="*/ 451401 w 443050"/>
                  <a:gd name="connsiteY62" fmla="*/ 529960 h 542991"/>
                  <a:gd name="connsiteX63" fmla="*/ 451385 w 443050"/>
                  <a:gd name="connsiteY63" fmla="*/ 533199 h 542991"/>
                  <a:gd name="connsiteX64" fmla="*/ 451383 w 443050"/>
                  <a:gd name="connsiteY64" fmla="*/ 536009 h 542991"/>
                  <a:gd name="connsiteX65" fmla="*/ 449371 w 443050"/>
                  <a:gd name="connsiteY65" fmla="*/ 543001 h 542991"/>
                  <a:gd name="connsiteX66" fmla="*/ 323630 w 443050"/>
                  <a:gd name="connsiteY66" fmla="*/ 543038 h 542991"/>
                  <a:gd name="connsiteX67" fmla="*/ 321751 w 443050"/>
                  <a:gd name="connsiteY67" fmla="*/ 543039 h 542991"/>
                  <a:gd name="connsiteX68" fmla="*/ 281344 w 443050"/>
                  <a:gd name="connsiteY68" fmla="*/ 543046 h 542991"/>
                  <a:gd name="connsiteX69" fmla="*/ 261530 w 443050"/>
                  <a:gd name="connsiteY69" fmla="*/ 543050 h 542991"/>
                  <a:gd name="connsiteX70" fmla="*/ 259538 w 443050"/>
                  <a:gd name="connsiteY70" fmla="*/ 543050 h 542991"/>
                  <a:gd name="connsiteX71" fmla="*/ 195568 w 443050"/>
                  <a:gd name="connsiteY71" fmla="*/ 543069 h 542991"/>
                  <a:gd name="connsiteX72" fmla="*/ 129858 w 443050"/>
                  <a:gd name="connsiteY72" fmla="*/ 543084 h 542991"/>
                  <a:gd name="connsiteX73" fmla="*/ 120587 w 443050"/>
                  <a:gd name="connsiteY73" fmla="*/ 543085 h 542991"/>
                  <a:gd name="connsiteX74" fmla="*/ 118744 w 443050"/>
                  <a:gd name="connsiteY74" fmla="*/ 543086 h 542991"/>
                  <a:gd name="connsiteX75" fmla="*/ 89313 w 443050"/>
                  <a:gd name="connsiteY75" fmla="*/ 543096 h 542991"/>
                  <a:gd name="connsiteX76" fmla="*/ 59761 w 443050"/>
                  <a:gd name="connsiteY76" fmla="*/ 543102 h 542991"/>
                  <a:gd name="connsiteX77" fmla="*/ 43734 w 443050"/>
                  <a:gd name="connsiteY77" fmla="*/ 543107 h 542991"/>
                  <a:gd name="connsiteX78" fmla="*/ 29088 w 443050"/>
                  <a:gd name="connsiteY78" fmla="*/ 543109 h 542991"/>
                  <a:gd name="connsiteX79" fmla="*/ 23765 w 443050"/>
                  <a:gd name="connsiteY79" fmla="*/ 543112 h 542991"/>
                  <a:gd name="connsiteX80" fmla="*/ 16579 w 443050"/>
                  <a:gd name="connsiteY80" fmla="*/ 543111 h 542991"/>
                  <a:gd name="connsiteX81" fmla="*/ 14448 w 443050"/>
                  <a:gd name="connsiteY81" fmla="*/ 543118 h 542991"/>
                  <a:gd name="connsiteX82" fmla="*/ 8707 w 443050"/>
                  <a:gd name="connsiteY82" fmla="*/ 542107 h 542991"/>
                  <a:gd name="connsiteX83" fmla="*/ 8589 w 443050"/>
                  <a:gd name="connsiteY83" fmla="*/ 533570 h 542991"/>
                  <a:gd name="connsiteX84" fmla="*/ 8584 w 443050"/>
                  <a:gd name="connsiteY84" fmla="*/ 530807 h 542991"/>
                  <a:gd name="connsiteX85" fmla="*/ 8581 w 443050"/>
                  <a:gd name="connsiteY85" fmla="*/ 521515 h 542991"/>
                  <a:gd name="connsiteX86" fmla="*/ 8573 w 443050"/>
                  <a:gd name="connsiteY86" fmla="*/ 514836 h 542991"/>
                  <a:gd name="connsiteX87" fmla="*/ 8564 w 443050"/>
                  <a:gd name="connsiteY87" fmla="*/ 498326 h 542991"/>
                  <a:gd name="connsiteX88" fmla="*/ 8551 w 443050"/>
                  <a:gd name="connsiteY88" fmla="*/ 478562 h 542991"/>
                  <a:gd name="connsiteX89" fmla="*/ 8527 w 443050"/>
                  <a:gd name="connsiteY89" fmla="*/ 430789 h 542991"/>
                  <a:gd name="connsiteX90" fmla="*/ 8518 w 443050"/>
                  <a:gd name="connsiteY90" fmla="*/ 408205 h 542991"/>
                  <a:gd name="connsiteX91" fmla="*/ 8494 w 443050"/>
                  <a:gd name="connsiteY91" fmla="*/ 330951 h 542991"/>
                  <a:gd name="connsiteX92" fmla="*/ 8494 w 443050"/>
                  <a:gd name="connsiteY92" fmla="*/ 326099 h 542991"/>
                  <a:gd name="connsiteX93" fmla="*/ 8493 w 443050"/>
                  <a:gd name="connsiteY93" fmla="*/ 321235 h 542991"/>
                  <a:gd name="connsiteX94" fmla="*/ 8492 w 443050"/>
                  <a:gd name="connsiteY94" fmla="*/ 311476 h 542991"/>
                  <a:gd name="connsiteX95" fmla="*/ 8492 w 443050"/>
                  <a:gd name="connsiteY95" fmla="*/ 309032 h 542991"/>
                  <a:gd name="connsiteX96" fmla="*/ 8453 w 443050"/>
                  <a:gd name="connsiteY96" fmla="*/ 230531 h 542991"/>
                  <a:gd name="connsiteX97" fmla="*/ 8418 w 443050"/>
                  <a:gd name="connsiteY97" fmla="*/ 147604 h 542991"/>
                  <a:gd name="connsiteX98" fmla="*/ 8417 w 443050"/>
                  <a:gd name="connsiteY98" fmla="*/ 138509 h 542991"/>
                  <a:gd name="connsiteX99" fmla="*/ 8417 w 443050"/>
                  <a:gd name="connsiteY99" fmla="*/ 136247 h 542991"/>
                  <a:gd name="connsiteX100" fmla="*/ 8393 w 443050"/>
                  <a:gd name="connsiteY100" fmla="*/ 100132 h 542991"/>
                  <a:gd name="connsiteX101" fmla="*/ 8385 w 443050"/>
                  <a:gd name="connsiteY101" fmla="*/ 63866 h 542991"/>
                  <a:gd name="connsiteX102" fmla="*/ 8371 w 443050"/>
                  <a:gd name="connsiteY102" fmla="*/ 42295 h 542991"/>
                  <a:gd name="connsiteX103" fmla="*/ 8376 w 443050"/>
                  <a:gd name="connsiteY103" fmla="*/ 26227 h 542991"/>
                  <a:gd name="connsiteX104" fmla="*/ 8367 w 443050"/>
                  <a:gd name="connsiteY104" fmla="*/ 19696 h 542991"/>
                  <a:gd name="connsiteX105" fmla="*/ 8374 w 443050"/>
                  <a:gd name="connsiteY105" fmla="*/ 10875 h 542991"/>
                  <a:gd name="connsiteX106" fmla="*/ 8354 w 443050"/>
                  <a:gd name="connsiteY106" fmla="*/ 8266 h 542991"/>
                  <a:gd name="connsiteX107" fmla="*/ 8373 w 443050"/>
                  <a:gd name="connsiteY107" fmla="*/ 5909 h 542991"/>
                  <a:gd name="connsiteX108" fmla="*/ 8372 w 443050"/>
                  <a:gd name="connsiteY108" fmla="*/ 3869 h 542991"/>
                  <a:gd name="connsiteX109" fmla="*/ 18258 w 443050"/>
                  <a:gd name="connsiteY109" fmla="*/ 218 h 54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443050" h="542991">
                    <a:moveTo>
                      <a:pt x="18258" y="218"/>
                    </a:moveTo>
                    <a:cubicBezTo>
                      <a:pt x="19318" y="214"/>
                      <a:pt x="19318" y="214"/>
                      <a:pt x="20399" y="211"/>
                    </a:cubicBezTo>
                    <a:cubicBezTo>
                      <a:pt x="22775" y="206"/>
                      <a:pt x="25150" y="214"/>
                      <a:pt x="27526" y="222"/>
                    </a:cubicBezTo>
                    <a:cubicBezTo>
                      <a:pt x="29226" y="221"/>
                      <a:pt x="30926" y="219"/>
                      <a:pt x="32626" y="216"/>
                    </a:cubicBezTo>
                    <a:cubicBezTo>
                      <a:pt x="37250" y="212"/>
                      <a:pt x="41875" y="219"/>
                      <a:pt x="46499" y="228"/>
                    </a:cubicBezTo>
                    <a:cubicBezTo>
                      <a:pt x="51335" y="236"/>
                      <a:pt x="56171" y="234"/>
                      <a:pt x="61007" y="234"/>
                    </a:cubicBezTo>
                    <a:cubicBezTo>
                      <a:pt x="69132" y="235"/>
                      <a:pt x="77258" y="242"/>
                      <a:pt x="85383" y="255"/>
                    </a:cubicBezTo>
                    <a:cubicBezTo>
                      <a:pt x="94776" y="269"/>
                      <a:pt x="104170" y="273"/>
                      <a:pt x="113563" y="273"/>
                    </a:cubicBezTo>
                    <a:cubicBezTo>
                      <a:pt x="122595" y="272"/>
                      <a:pt x="131627" y="277"/>
                      <a:pt x="140659" y="284"/>
                    </a:cubicBezTo>
                    <a:cubicBezTo>
                      <a:pt x="144504" y="287"/>
                      <a:pt x="148349" y="289"/>
                      <a:pt x="152195" y="290"/>
                    </a:cubicBezTo>
                    <a:cubicBezTo>
                      <a:pt x="156725" y="290"/>
                      <a:pt x="161255" y="296"/>
                      <a:pt x="165785" y="305"/>
                    </a:cubicBezTo>
                    <a:cubicBezTo>
                      <a:pt x="167448" y="307"/>
                      <a:pt x="169110" y="309"/>
                      <a:pt x="170773" y="308"/>
                    </a:cubicBezTo>
                    <a:cubicBezTo>
                      <a:pt x="173043" y="308"/>
                      <a:pt x="175313" y="313"/>
                      <a:pt x="177584" y="319"/>
                    </a:cubicBezTo>
                    <a:cubicBezTo>
                      <a:pt x="178241" y="318"/>
                      <a:pt x="178898" y="316"/>
                      <a:pt x="179575" y="315"/>
                    </a:cubicBezTo>
                    <a:cubicBezTo>
                      <a:pt x="183187" y="332"/>
                      <a:pt x="186637" y="484"/>
                      <a:pt x="190157" y="1332"/>
                    </a:cubicBezTo>
                    <a:cubicBezTo>
                      <a:pt x="191478" y="3976"/>
                      <a:pt x="191175" y="6656"/>
                      <a:pt x="191168" y="9554"/>
                    </a:cubicBezTo>
                    <a:cubicBezTo>
                      <a:pt x="191170" y="10227"/>
                      <a:pt x="191172" y="10901"/>
                      <a:pt x="191173" y="11595"/>
                    </a:cubicBezTo>
                    <a:cubicBezTo>
                      <a:pt x="191179" y="13877"/>
                      <a:pt x="191177" y="16158"/>
                      <a:pt x="191176" y="18440"/>
                    </a:cubicBezTo>
                    <a:cubicBezTo>
                      <a:pt x="191178" y="20082"/>
                      <a:pt x="191181" y="21725"/>
                      <a:pt x="191184" y="23368"/>
                    </a:cubicBezTo>
                    <a:cubicBezTo>
                      <a:pt x="191191" y="27900"/>
                      <a:pt x="191193" y="32433"/>
                      <a:pt x="191193" y="36965"/>
                    </a:cubicBezTo>
                    <a:cubicBezTo>
                      <a:pt x="191195" y="41847"/>
                      <a:pt x="191202" y="46728"/>
                      <a:pt x="191208" y="51609"/>
                    </a:cubicBezTo>
                    <a:cubicBezTo>
                      <a:pt x="191220" y="62291"/>
                      <a:pt x="191225" y="72972"/>
                      <a:pt x="191229" y="83654"/>
                    </a:cubicBezTo>
                    <a:cubicBezTo>
                      <a:pt x="191232" y="90319"/>
                      <a:pt x="191236" y="96984"/>
                      <a:pt x="191240" y="103649"/>
                    </a:cubicBezTo>
                    <a:cubicBezTo>
                      <a:pt x="191251" y="122089"/>
                      <a:pt x="191260" y="140529"/>
                      <a:pt x="191263" y="158969"/>
                    </a:cubicBezTo>
                    <a:cubicBezTo>
                      <a:pt x="191263" y="160162"/>
                      <a:pt x="191263" y="161355"/>
                      <a:pt x="191263" y="162548"/>
                    </a:cubicBezTo>
                    <a:cubicBezTo>
                      <a:pt x="191264" y="163744"/>
                      <a:pt x="191264" y="164940"/>
                      <a:pt x="191264" y="166135"/>
                    </a:cubicBezTo>
                    <a:cubicBezTo>
                      <a:pt x="191264" y="168534"/>
                      <a:pt x="191265" y="170934"/>
                      <a:pt x="191265" y="173333"/>
                    </a:cubicBezTo>
                    <a:cubicBezTo>
                      <a:pt x="191265" y="174225"/>
                      <a:pt x="191265" y="174225"/>
                      <a:pt x="191265" y="175135"/>
                    </a:cubicBezTo>
                    <a:cubicBezTo>
                      <a:pt x="191269" y="194427"/>
                      <a:pt x="191283" y="213720"/>
                      <a:pt x="191304" y="233012"/>
                    </a:cubicBezTo>
                    <a:cubicBezTo>
                      <a:pt x="191326" y="253399"/>
                      <a:pt x="191338" y="273787"/>
                      <a:pt x="191339" y="294175"/>
                    </a:cubicBezTo>
                    <a:cubicBezTo>
                      <a:pt x="191340" y="305292"/>
                      <a:pt x="191345" y="316409"/>
                      <a:pt x="191361" y="327527"/>
                    </a:cubicBezTo>
                    <a:cubicBezTo>
                      <a:pt x="191375" y="336992"/>
                      <a:pt x="191380" y="346457"/>
                      <a:pt x="191372" y="355922"/>
                    </a:cubicBezTo>
                    <a:cubicBezTo>
                      <a:pt x="191369" y="360755"/>
                      <a:pt x="191370" y="365587"/>
                      <a:pt x="191382" y="370419"/>
                    </a:cubicBezTo>
                    <a:cubicBezTo>
                      <a:pt x="191393" y="374839"/>
                      <a:pt x="191392" y="379259"/>
                      <a:pt x="191382" y="383679"/>
                    </a:cubicBezTo>
                    <a:cubicBezTo>
                      <a:pt x="191380" y="385282"/>
                      <a:pt x="191383" y="386884"/>
                      <a:pt x="191390" y="388487"/>
                    </a:cubicBezTo>
                    <a:cubicBezTo>
                      <a:pt x="191400" y="390659"/>
                      <a:pt x="191394" y="392830"/>
                      <a:pt x="191383" y="395003"/>
                    </a:cubicBezTo>
                    <a:cubicBezTo>
                      <a:pt x="191390" y="395630"/>
                      <a:pt x="191396" y="396257"/>
                      <a:pt x="191403" y="396904"/>
                    </a:cubicBezTo>
                    <a:cubicBezTo>
                      <a:pt x="191362" y="400760"/>
                      <a:pt x="190641" y="403125"/>
                      <a:pt x="188369" y="406243"/>
                    </a:cubicBezTo>
                    <a:cubicBezTo>
                      <a:pt x="190992" y="407117"/>
                      <a:pt x="192682" y="407252"/>
                      <a:pt x="195415" y="407261"/>
                    </a:cubicBezTo>
                    <a:cubicBezTo>
                      <a:pt x="196772" y="407268"/>
                      <a:pt x="196772" y="407268"/>
                      <a:pt x="198158" y="407275"/>
                    </a:cubicBezTo>
                    <a:cubicBezTo>
                      <a:pt x="199155" y="407276"/>
                      <a:pt x="200152" y="407277"/>
                      <a:pt x="201180" y="407278"/>
                    </a:cubicBezTo>
                    <a:cubicBezTo>
                      <a:pt x="202237" y="407282"/>
                      <a:pt x="203294" y="407287"/>
                      <a:pt x="204383" y="407291"/>
                    </a:cubicBezTo>
                    <a:cubicBezTo>
                      <a:pt x="207322" y="407303"/>
                      <a:pt x="210262" y="407310"/>
                      <a:pt x="213201" y="407316"/>
                    </a:cubicBezTo>
                    <a:cubicBezTo>
                      <a:pt x="216369" y="407323"/>
                      <a:pt x="219536" y="407335"/>
                      <a:pt x="222704" y="407347"/>
                    </a:cubicBezTo>
                    <a:cubicBezTo>
                      <a:pt x="228194" y="407366"/>
                      <a:pt x="233684" y="407383"/>
                      <a:pt x="239174" y="407397"/>
                    </a:cubicBezTo>
                    <a:cubicBezTo>
                      <a:pt x="247111" y="407417"/>
                      <a:pt x="255049" y="407442"/>
                      <a:pt x="262986" y="407468"/>
                    </a:cubicBezTo>
                    <a:cubicBezTo>
                      <a:pt x="275864" y="407511"/>
                      <a:pt x="288742" y="407550"/>
                      <a:pt x="301619" y="407586"/>
                    </a:cubicBezTo>
                    <a:cubicBezTo>
                      <a:pt x="314130" y="407621"/>
                      <a:pt x="326641" y="407658"/>
                      <a:pt x="339152" y="407698"/>
                    </a:cubicBezTo>
                    <a:cubicBezTo>
                      <a:pt x="339923" y="407700"/>
                      <a:pt x="340693" y="407703"/>
                      <a:pt x="341488" y="407705"/>
                    </a:cubicBezTo>
                    <a:cubicBezTo>
                      <a:pt x="345355" y="407717"/>
                      <a:pt x="349222" y="407730"/>
                      <a:pt x="353090" y="407742"/>
                    </a:cubicBezTo>
                    <a:cubicBezTo>
                      <a:pt x="385183" y="407844"/>
                      <a:pt x="417277" y="407939"/>
                      <a:pt x="449371" y="408030"/>
                    </a:cubicBezTo>
                    <a:cubicBezTo>
                      <a:pt x="451046" y="411149"/>
                      <a:pt x="451383" y="413259"/>
                      <a:pt x="451385" y="416824"/>
                    </a:cubicBezTo>
                    <a:cubicBezTo>
                      <a:pt x="451390" y="417891"/>
                      <a:pt x="451395" y="418957"/>
                      <a:pt x="451401" y="420056"/>
                    </a:cubicBezTo>
                    <a:cubicBezTo>
                      <a:pt x="451395" y="421806"/>
                      <a:pt x="451395" y="421806"/>
                      <a:pt x="451390" y="423592"/>
                    </a:cubicBezTo>
                    <a:cubicBezTo>
                      <a:pt x="451392" y="424836"/>
                      <a:pt x="451395" y="426080"/>
                      <a:pt x="451399" y="427323"/>
                    </a:cubicBezTo>
                    <a:cubicBezTo>
                      <a:pt x="451407" y="430699"/>
                      <a:pt x="451404" y="434075"/>
                      <a:pt x="451398" y="437451"/>
                    </a:cubicBezTo>
                    <a:cubicBezTo>
                      <a:pt x="451394" y="440985"/>
                      <a:pt x="451398" y="444519"/>
                      <a:pt x="451401" y="448052"/>
                    </a:cubicBezTo>
                    <a:cubicBezTo>
                      <a:pt x="451404" y="453988"/>
                      <a:pt x="451400" y="459923"/>
                      <a:pt x="451391" y="465858"/>
                    </a:cubicBezTo>
                    <a:cubicBezTo>
                      <a:pt x="451382" y="472718"/>
                      <a:pt x="451385" y="479577"/>
                      <a:pt x="451395" y="486437"/>
                    </a:cubicBezTo>
                    <a:cubicBezTo>
                      <a:pt x="451403" y="492328"/>
                      <a:pt x="451404" y="498218"/>
                      <a:pt x="451399" y="504109"/>
                    </a:cubicBezTo>
                    <a:cubicBezTo>
                      <a:pt x="451396" y="507627"/>
                      <a:pt x="451396" y="511144"/>
                      <a:pt x="451402" y="514662"/>
                    </a:cubicBezTo>
                    <a:cubicBezTo>
                      <a:pt x="451407" y="517970"/>
                      <a:pt x="451404" y="521278"/>
                      <a:pt x="451393" y="524586"/>
                    </a:cubicBezTo>
                    <a:cubicBezTo>
                      <a:pt x="451390" y="526377"/>
                      <a:pt x="451395" y="528169"/>
                      <a:pt x="451401" y="529960"/>
                    </a:cubicBezTo>
                    <a:cubicBezTo>
                      <a:pt x="451396" y="531029"/>
                      <a:pt x="451391" y="532098"/>
                      <a:pt x="451385" y="533199"/>
                    </a:cubicBezTo>
                    <a:cubicBezTo>
                      <a:pt x="451384" y="534590"/>
                      <a:pt x="451384" y="534590"/>
                      <a:pt x="451383" y="536009"/>
                    </a:cubicBezTo>
                    <a:cubicBezTo>
                      <a:pt x="451147" y="538661"/>
                      <a:pt x="450402" y="540565"/>
                      <a:pt x="449371" y="543001"/>
                    </a:cubicBezTo>
                    <a:cubicBezTo>
                      <a:pt x="407457" y="543016"/>
                      <a:pt x="365543" y="543030"/>
                      <a:pt x="323630" y="543038"/>
                    </a:cubicBezTo>
                    <a:cubicBezTo>
                      <a:pt x="323010" y="543039"/>
                      <a:pt x="322390" y="543039"/>
                      <a:pt x="321751" y="543039"/>
                    </a:cubicBezTo>
                    <a:cubicBezTo>
                      <a:pt x="308282" y="543041"/>
                      <a:pt x="294813" y="543044"/>
                      <a:pt x="281344" y="543046"/>
                    </a:cubicBezTo>
                    <a:cubicBezTo>
                      <a:pt x="274739" y="543047"/>
                      <a:pt x="268134" y="543048"/>
                      <a:pt x="261530" y="543050"/>
                    </a:cubicBezTo>
                    <a:cubicBezTo>
                      <a:pt x="260872" y="543050"/>
                      <a:pt x="260215" y="543050"/>
                      <a:pt x="259538" y="543050"/>
                    </a:cubicBezTo>
                    <a:cubicBezTo>
                      <a:pt x="238215" y="543054"/>
                      <a:pt x="216891" y="543060"/>
                      <a:pt x="195568" y="543069"/>
                    </a:cubicBezTo>
                    <a:cubicBezTo>
                      <a:pt x="173664" y="543077"/>
                      <a:pt x="151761" y="543083"/>
                      <a:pt x="129858" y="543084"/>
                    </a:cubicBezTo>
                    <a:cubicBezTo>
                      <a:pt x="126768" y="543085"/>
                      <a:pt x="123678" y="543085"/>
                      <a:pt x="120587" y="543085"/>
                    </a:cubicBezTo>
                    <a:cubicBezTo>
                      <a:pt x="119675" y="543085"/>
                      <a:pt x="119675" y="543085"/>
                      <a:pt x="118744" y="543086"/>
                    </a:cubicBezTo>
                    <a:cubicBezTo>
                      <a:pt x="108934" y="543087"/>
                      <a:pt x="99124" y="543091"/>
                      <a:pt x="89313" y="543096"/>
                    </a:cubicBezTo>
                    <a:cubicBezTo>
                      <a:pt x="79463" y="543101"/>
                      <a:pt x="69612" y="543103"/>
                      <a:pt x="59761" y="543102"/>
                    </a:cubicBezTo>
                    <a:cubicBezTo>
                      <a:pt x="54419" y="543101"/>
                      <a:pt x="49077" y="543102"/>
                      <a:pt x="43734" y="543107"/>
                    </a:cubicBezTo>
                    <a:cubicBezTo>
                      <a:pt x="38852" y="543111"/>
                      <a:pt x="33970" y="543112"/>
                      <a:pt x="29088" y="543109"/>
                    </a:cubicBezTo>
                    <a:cubicBezTo>
                      <a:pt x="27314" y="543108"/>
                      <a:pt x="25539" y="543109"/>
                      <a:pt x="23765" y="543112"/>
                    </a:cubicBezTo>
                    <a:cubicBezTo>
                      <a:pt x="21369" y="543116"/>
                      <a:pt x="18974" y="543114"/>
                      <a:pt x="16579" y="543111"/>
                    </a:cubicBezTo>
                    <a:cubicBezTo>
                      <a:pt x="15875" y="543113"/>
                      <a:pt x="15172" y="543115"/>
                      <a:pt x="14448" y="543118"/>
                    </a:cubicBezTo>
                    <a:cubicBezTo>
                      <a:pt x="9703" y="543103"/>
                      <a:pt x="9703" y="543103"/>
                      <a:pt x="8707" y="542107"/>
                    </a:cubicBezTo>
                    <a:cubicBezTo>
                      <a:pt x="8616" y="539255"/>
                      <a:pt x="8584" y="536422"/>
                      <a:pt x="8589" y="533570"/>
                    </a:cubicBezTo>
                    <a:cubicBezTo>
                      <a:pt x="8587" y="532658"/>
                      <a:pt x="8586" y="531746"/>
                      <a:pt x="8584" y="530807"/>
                    </a:cubicBezTo>
                    <a:cubicBezTo>
                      <a:pt x="8579" y="527709"/>
                      <a:pt x="8580" y="524612"/>
                      <a:pt x="8581" y="521515"/>
                    </a:cubicBezTo>
                    <a:cubicBezTo>
                      <a:pt x="8579" y="519289"/>
                      <a:pt x="8576" y="517062"/>
                      <a:pt x="8573" y="514836"/>
                    </a:cubicBezTo>
                    <a:cubicBezTo>
                      <a:pt x="8567" y="509333"/>
                      <a:pt x="8564" y="503829"/>
                      <a:pt x="8564" y="498326"/>
                    </a:cubicBezTo>
                    <a:cubicBezTo>
                      <a:pt x="8563" y="491738"/>
                      <a:pt x="8557" y="485150"/>
                      <a:pt x="8551" y="478562"/>
                    </a:cubicBezTo>
                    <a:cubicBezTo>
                      <a:pt x="8537" y="462638"/>
                      <a:pt x="8531" y="446714"/>
                      <a:pt x="8527" y="430789"/>
                    </a:cubicBezTo>
                    <a:cubicBezTo>
                      <a:pt x="8525" y="423261"/>
                      <a:pt x="8522" y="415733"/>
                      <a:pt x="8518" y="408205"/>
                    </a:cubicBezTo>
                    <a:cubicBezTo>
                      <a:pt x="8507" y="382454"/>
                      <a:pt x="8497" y="356702"/>
                      <a:pt x="8494" y="330951"/>
                    </a:cubicBezTo>
                    <a:cubicBezTo>
                      <a:pt x="8494" y="329334"/>
                      <a:pt x="8494" y="327716"/>
                      <a:pt x="8494" y="326099"/>
                    </a:cubicBezTo>
                    <a:cubicBezTo>
                      <a:pt x="8494" y="324477"/>
                      <a:pt x="8493" y="322856"/>
                      <a:pt x="8493" y="321235"/>
                    </a:cubicBezTo>
                    <a:cubicBezTo>
                      <a:pt x="8493" y="317982"/>
                      <a:pt x="8492" y="314729"/>
                      <a:pt x="8492" y="311476"/>
                    </a:cubicBezTo>
                    <a:cubicBezTo>
                      <a:pt x="8492" y="310669"/>
                      <a:pt x="8492" y="309863"/>
                      <a:pt x="8492" y="309032"/>
                    </a:cubicBezTo>
                    <a:cubicBezTo>
                      <a:pt x="8488" y="282865"/>
                      <a:pt x="8474" y="256698"/>
                      <a:pt x="8453" y="230531"/>
                    </a:cubicBezTo>
                    <a:cubicBezTo>
                      <a:pt x="8431" y="202889"/>
                      <a:pt x="8419" y="175246"/>
                      <a:pt x="8418" y="147604"/>
                    </a:cubicBezTo>
                    <a:cubicBezTo>
                      <a:pt x="8418" y="144572"/>
                      <a:pt x="8418" y="141541"/>
                      <a:pt x="8417" y="138509"/>
                    </a:cubicBezTo>
                    <a:cubicBezTo>
                      <a:pt x="8417" y="137763"/>
                      <a:pt x="8417" y="137016"/>
                      <a:pt x="8417" y="136247"/>
                    </a:cubicBezTo>
                    <a:cubicBezTo>
                      <a:pt x="8416" y="124209"/>
                      <a:pt x="8406" y="112170"/>
                      <a:pt x="8393" y="100132"/>
                    </a:cubicBezTo>
                    <a:cubicBezTo>
                      <a:pt x="8381" y="88043"/>
                      <a:pt x="8378" y="75955"/>
                      <a:pt x="8385" y="63866"/>
                    </a:cubicBezTo>
                    <a:cubicBezTo>
                      <a:pt x="8389" y="56676"/>
                      <a:pt x="8385" y="49485"/>
                      <a:pt x="8371" y="42295"/>
                    </a:cubicBezTo>
                    <a:cubicBezTo>
                      <a:pt x="8362" y="36939"/>
                      <a:pt x="8366" y="31583"/>
                      <a:pt x="8376" y="26227"/>
                    </a:cubicBezTo>
                    <a:cubicBezTo>
                      <a:pt x="8377" y="24050"/>
                      <a:pt x="8374" y="21873"/>
                      <a:pt x="8367" y="19696"/>
                    </a:cubicBezTo>
                    <a:cubicBezTo>
                      <a:pt x="8357" y="16756"/>
                      <a:pt x="8363" y="13816"/>
                      <a:pt x="8374" y="10875"/>
                    </a:cubicBezTo>
                    <a:cubicBezTo>
                      <a:pt x="8367" y="10014"/>
                      <a:pt x="8361" y="9153"/>
                      <a:pt x="8354" y="8266"/>
                    </a:cubicBezTo>
                    <a:cubicBezTo>
                      <a:pt x="8360" y="7488"/>
                      <a:pt x="8366" y="6710"/>
                      <a:pt x="8373" y="5909"/>
                    </a:cubicBezTo>
                    <a:cubicBezTo>
                      <a:pt x="8372" y="5236"/>
                      <a:pt x="8372" y="4563"/>
                      <a:pt x="8372" y="3869"/>
                    </a:cubicBezTo>
                    <a:cubicBezTo>
                      <a:pt x="9309" y="-730"/>
                      <a:pt x="14608" y="192"/>
                      <a:pt x="18258" y="218"/>
                    </a:cubicBezTo>
                    <a:close/>
                  </a:path>
                </a:pathLst>
              </a:custGeom>
              <a:grpFill/>
              <a:ln w="894" cap="flat">
                <a:noFill/>
                <a:prstDash val="solid"/>
                <a:miter/>
              </a:ln>
            </p:spPr>
            <p:txBody>
              <a:bodyPr rtlCol="0" anchor="ctr"/>
              <a:lstStyle/>
              <a:p>
                <a:endParaRPr lang="zh-CN" altLang="en-US"/>
              </a:p>
            </p:txBody>
          </p:sp>
          <p:sp>
            <p:nvSpPr>
              <p:cNvPr id="52" name="任意多边形: 形状 51"/>
              <p:cNvSpPr/>
              <p:nvPr/>
            </p:nvSpPr>
            <p:spPr>
              <a:xfrm>
                <a:off x="3763458" y="3441797"/>
                <a:ext cx="441797" cy="542808"/>
              </a:xfrm>
              <a:custGeom>
                <a:avLst/>
                <a:gdLst>
                  <a:gd name="connsiteX0" fmla="*/ 13976 w 441797"/>
                  <a:gd name="connsiteY0" fmla="*/ 135 h 542808"/>
                  <a:gd name="connsiteX1" fmla="*/ 16104 w 441797"/>
                  <a:gd name="connsiteY1" fmla="*/ 131 h 542808"/>
                  <a:gd name="connsiteX2" fmla="*/ 23187 w 441797"/>
                  <a:gd name="connsiteY2" fmla="*/ 133 h 542808"/>
                  <a:gd name="connsiteX3" fmla="*/ 28257 w 441797"/>
                  <a:gd name="connsiteY3" fmla="*/ 128 h 542808"/>
                  <a:gd name="connsiteX4" fmla="*/ 42047 w 441797"/>
                  <a:gd name="connsiteY4" fmla="*/ 129 h 542808"/>
                  <a:gd name="connsiteX5" fmla="*/ 56472 w 441797"/>
                  <a:gd name="connsiteY5" fmla="*/ 128 h 542808"/>
                  <a:gd name="connsiteX6" fmla="*/ 80710 w 441797"/>
                  <a:gd name="connsiteY6" fmla="*/ 132 h 542808"/>
                  <a:gd name="connsiteX7" fmla="*/ 108723 w 441797"/>
                  <a:gd name="connsiteY7" fmla="*/ 131 h 542808"/>
                  <a:gd name="connsiteX8" fmla="*/ 132767 w 441797"/>
                  <a:gd name="connsiteY8" fmla="*/ 128 h 542808"/>
                  <a:gd name="connsiteX9" fmla="*/ 147130 w 441797"/>
                  <a:gd name="connsiteY9" fmla="*/ 127 h 542808"/>
                  <a:gd name="connsiteX10" fmla="*/ 160644 w 441797"/>
                  <a:gd name="connsiteY10" fmla="*/ 131 h 542808"/>
                  <a:gd name="connsiteX11" fmla="*/ 165600 w 441797"/>
                  <a:gd name="connsiteY11" fmla="*/ 130 h 542808"/>
                  <a:gd name="connsiteX12" fmla="*/ 172374 w 441797"/>
                  <a:gd name="connsiteY12" fmla="*/ 135 h 542808"/>
                  <a:gd name="connsiteX13" fmla="*/ 174347 w 441797"/>
                  <a:gd name="connsiteY13" fmla="*/ 129 h 542808"/>
                  <a:gd name="connsiteX14" fmla="*/ 185915 w 441797"/>
                  <a:gd name="connsiteY14" fmla="*/ 1143 h 542808"/>
                  <a:gd name="connsiteX15" fmla="*/ 186894 w 441797"/>
                  <a:gd name="connsiteY15" fmla="*/ 26996 h 542808"/>
                  <a:gd name="connsiteX16" fmla="*/ 186889 w 441797"/>
                  <a:gd name="connsiteY16" fmla="*/ 31859 h 542808"/>
                  <a:gd name="connsiteX17" fmla="*/ 186863 w 441797"/>
                  <a:gd name="connsiteY17" fmla="*/ 45163 h 542808"/>
                  <a:gd name="connsiteX18" fmla="*/ 186839 w 441797"/>
                  <a:gd name="connsiteY18" fmla="*/ 59531 h 542808"/>
                  <a:gd name="connsiteX19" fmla="*/ 186785 w 441797"/>
                  <a:gd name="connsiteY19" fmla="*/ 87652 h 542808"/>
                  <a:gd name="connsiteX20" fmla="*/ 186737 w 441797"/>
                  <a:gd name="connsiteY20" fmla="*/ 110499 h 542808"/>
                  <a:gd name="connsiteX21" fmla="*/ 186600 w 441797"/>
                  <a:gd name="connsiteY21" fmla="*/ 175264 h 542808"/>
                  <a:gd name="connsiteX22" fmla="*/ 186592 w 441797"/>
                  <a:gd name="connsiteY22" fmla="*/ 178788 h 542808"/>
                  <a:gd name="connsiteX23" fmla="*/ 186584 w 441797"/>
                  <a:gd name="connsiteY23" fmla="*/ 182317 h 542808"/>
                  <a:gd name="connsiteX24" fmla="*/ 186475 w 441797"/>
                  <a:gd name="connsiteY24" fmla="*/ 239010 h 542808"/>
                  <a:gd name="connsiteX25" fmla="*/ 186360 w 441797"/>
                  <a:gd name="connsiteY25" fmla="*/ 297214 h 542808"/>
                  <a:gd name="connsiteX26" fmla="*/ 186296 w 441797"/>
                  <a:gd name="connsiteY26" fmla="*/ 329895 h 542808"/>
                  <a:gd name="connsiteX27" fmla="*/ 186237 w 441797"/>
                  <a:gd name="connsiteY27" fmla="*/ 357699 h 542808"/>
                  <a:gd name="connsiteX28" fmla="*/ 186209 w 441797"/>
                  <a:gd name="connsiteY28" fmla="*/ 371891 h 542808"/>
                  <a:gd name="connsiteX29" fmla="*/ 186177 w 441797"/>
                  <a:gd name="connsiteY29" fmla="*/ 384869 h 542808"/>
                  <a:gd name="connsiteX30" fmla="*/ 186171 w 441797"/>
                  <a:gd name="connsiteY30" fmla="*/ 389577 h 542808"/>
                  <a:gd name="connsiteX31" fmla="*/ 186151 w 441797"/>
                  <a:gd name="connsiteY31" fmla="*/ 395951 h 542808"/>
                  <a:gd name="connsiteX32" fmla="*/ 186160 w 441797"/>
                  <a:gd name="connsiteY32" fmla="*/ 397817 h 542808"/>
                  <a:gd name="connsiteX33" fmla="*/ 184127 w 441797"/>
                  <a:gd name="connsiteY33" fmla="*/ 406053 h 542808"/>
                  <a:gd name="connsiteX34" fmla="*/ 190180 w 441797"/>
                  <a:gd name="connsiteY34" fmla="*/ 407068 h 542808"/>
                  <a:gd name="connsiteX35" fmla="*/ 192926 w 441797"/>
                  <a:gd name="connsiteY35" fmla="*/ 407081 h 542808"/>
                  <a:gd name="connsiteX36" fmla="*/ 195964 w 441797"/>
                  <a:gd name="connsiteY36" fmla="*/ 407082 h 542808"/>
                  <a:gd name="connsiteX37" fmla="*/ 199175 w 441797"/>
                  <a:gd name="connsiteY37" fmla="*/ 407094 h 542808"/>
                  <a:gd name="connsiteX38" fmla="*/ 208024 w 441797"/>
                  <a:gd name="connsiteY38" fmla="*/ 407113 h 542808"/>
                  <a:gd name="connsiteX39" fmla="*/ 217556 w 441797"/>
                  <a:gd name="connsiteY39" fmla="*/ 407139 h 542808"/>
                  <a:gd name="connsiteX40" fmla="*/ 234082 w 441797"/>
                  <a:gd name="connsiteY40" fmla="*/ 407180 h 542808"/>
                  <a:gd name="connsiteX41" fmla="*/ 257978 w 441797"/>
                  <a:gd name="connsiteY41" fmla="*/ 407242 h 542808"/>
                  <a:gd name="connsiteX42" fmla="*/ 296749 w 441797"/>
                  <a:gd name="connsiteY42" fmla="*/ 407347 h 542808"/>
                  <a:gd name="connsiteX43" fmla="*/ 299094 w 441797"/>
                  <a:gd name="connsiteY43" fmla="*/ 407353 h 542808"/>
                  <a:gd name="connsiteX44" fmla="*/ 317937 w 441797"/>
                  <a:gd name="connsiteY44" fmla="*/ 407400 h 542808"/>
                  <a:gd name="connsiteX45" fmla="*/ 334411 w 441797"/>
                  <a:gd name="connsiteY45" fmla="*/ 407440 h 542808"/>
                  <a:gd name="connsiteX46" fmla="*/ 336755 w 441797"/>
                  <a:gd name="connsiteY46" fmla="*/ 407446 h 542808"/>
                  <a:gd name="connsiteX47" fmla="*/ 375380 w 441797"/>
                  <a:gd name="connsiteY47" fmla="*/ 407552 h 542808"/>
                  <a:gd name="connsiteX48" fmla="*/ 399229 w 441797"/>
                  <a:gd name="connsiteY48" fmla="*/ 407612 h 542808"/>
                  <a:gd name="connsiteX49" fmla="*/ 415556 w 441797"/>
                  <a:gd name="connsiteY49" fmla="*/ 407655 h 542808"/>
                  <a:gd name="connsiteX50" fmla="*/ 424989 w 441797"/>
                  <a:gd name="connsiteY50" fmla="*/ 407677 h 542808"/>
                  <a:gd name="connsiteX51" fmla="*/ 435192 w 441797"/>
                  <a:gd name="connsiteY51" fmla="*/ 407705 h 542808"/>
                  <a:gd name="connsiteX52" fmla="*/ 438237 w 441797"/>
                  <a:gd name="connsiteY52" fmla="*/ 407706 h 542808"/>
                  <a:gd name="connsiteX53" fmla="*/ 440975 w 441797"/>
                  <a:gd name="connsiteY53" fmla="*/ 407719 h 542808"/>
                  <a:gd name="connsiteX54" fmla="*/ 443358 w 441797"/>
                  <a:gd name="connsiteY54" fmla="*/ 407725 h 542808"/>
                  <a:gd name="connsiteX55" fmla="*/ 446023 w 441797"/>
                  <a:gd name="connsiteY55" fmla="*/ 408734 h 542808"/>
                  <a:gd name="connsiteX56" fmla="*/ 446136 w 441797"/>
                  <a:gd name="connsiteY56" fmla="*/ 413892 h 542808"/>
                  <a:gd name="connsiteX57" fmla="*/ 446144 w 441797"/>
                  <a:gd name="connsiteY57" fmla="*/ 417288 h 542808"/>
                  <a:gd name="connsiteX58" fmla="*/ 446138 w 441797"/>
                  <a:gd name="connsiteY58" fmla="*/ 421048 h 542808"/>
                  <a:gd name="connsiteX59" fmla="*/ 446143 w 441797"/>
                  <a:gd name="connsiteY59" fmla="*/ 424980 h 542808"/>
                  <a:gd name="connsiteX60" fmla="*/ 446143 w 441797"/>
                  <a:gd name="connsiteY60" fmla="*/ 435689 h 542808"/>
                  <a:gd name="connsiteX61" fmla="*/ 446144 w 441797"/>
                  <a:gd name="connsiteY61" fmla="*/ 446872 h 542808"/>
                  <a:gd name="connsiteX62" fmla="*/ 446139 w 441797"/>
                  <a:gd name="connsiteY62" fmla="*/ 465654 h 542808"/>
                  <a:gd name="connsiteX63" fmla="*/ 446141 w 441797"/>
                  <a:gd name="connsiteY63" fmla="*/ 487401 h 542808"/>
                  <a:gd name="connsiteX64" fmla="*/ 446143 w 441797"/>
                  <a:gd name="connsiteY64" fmla="*/ 506039 h 542808"/>
                  <a:gd name="connsiteX65" fmla="*/ 446144 w 441797"/>
                  <a:gd name="connsiteY65" fmla="*/ 517185 h 542808"/>
                  <a:gd name="connsiteX66" fmla="*/ 446140 w 441797"/>
                  <a:gd name="connsiteY66" fmla="*/ 527661 h 542808"/>
                  <a:gd name="connsiteX67" fmla="*/ 446141 w 441797"/>
                  <a:gd name="connsiteY67" fmla="*/ 531517 h 542808"/>
                  <a:gd name="connsiteX68" fmla="*/ 446136 w 441797"/>
                  <a:gd name="connsiteY68" fmla="*/ 536759 h 542808"/>
                  <a:gd name="connsiteX69" fmla="*/ 446135 w 441797"/>
                  <a:gd name="connsiteY69" fmla="*/ 539729 h 542808"/>
                  <a:gd name="connsiteX70" fmla="*/ 445129 w 441797"/>
                  <a:gd name="connsiteY70" fmla="*/ 542811 h 542808"/>
                  <a:gd name="connsiteX71" fmla="*/ 438153 w 441797"/>
                  <a:gd name="connsiteY71" fmla="*/ 542923 h 542808"/>
                  <a:gd name="connsiteX72" fmla="*/ 435901 w 441797"/>
                  <a:gd name="connsiteY72" fmla="*/ 542927 h 542808"/>
                  <a:gd name="connsiteX73" fmla="*/ 428332 w 441797"/>
                  <a:gd name="connsiteY73" fmla="*/ 542924 h 542808"/>
                  <a:gd name="connsiteX74" fmla="*/ 422890 w 441797"/>
                  <a:gd name="connsiteY74" fmla="*/ 542928 h 542808"/>
                  <a:gd name="connsiteX75" fmla="*/ 407859 w 441797"/>
                  <a:gd name="connsiteY75" fmla="*/ 542928 h 542808"/>
                  <a:gd name="connsiteX76" fmla="*/ 391678 w 441797"/>
                  <a:gd name="connsiteY76" fmla="*/ 542931 h 542808"/>
                  <a:gd name="connsiteX77" fmla="*/ 361786 w 441797"/>
                  <a:gd name="connsiteY77" fmla="*/ 542932 h 542808"/>
                  <a:gd name="connsiteX78" fmla="*/ 334177 w 441797"/>
                  <a:gd name="connsiteY78" fmla="*/ 542930 h 542808"/>
                  <a:gd name="connsiteX79" fmla="*/ 332330 w 441797"/>
                  <a:gd name="connsiteY79" fmla="*/ 542931 h 542808"/>
                  <a:gd name="connsiteX80" fmla="*/ 324908 w 441797"/>
                  <a:gd name="connsiteY80" fmla="*/ 542931 h 542808"/>
                  <a:gd name="connsiteX81" fmla="*/ 255229 w 441797"/>
                  <a:gd name="connsiteY81" fmla="*/ 542927 h 542808"/>
                  <a:gd name="connsiteX82" fmla="*/ 193267 w 441797"/>
                  <a:gd name="connsiteY82" fmla="*/ 542927 h 542808"/>
                  <a:gd name="connsiteX83" fmla="*/ 123719 w 441797"/>
                  <a:gd name="connsiteY83" fmla="*/ 542931 h 542808"/>
                  <a:gd name="connsiteX84" fmla="*/ 116311 w 441797"/>
                  <a:gd name="connsiteY84" fmla="*/ 542930 h 542808"/>
                  <a:gd name="connsiteX85" fmla="*/ 114468 w 441797"/>
                  <a:gd name="connsiteY85" fmla="*/ 542930 h 542808"/>
                  <a:gd name="connsiteX86" fmla="*/ 86869 w 441797"/>
                  <a:gd name="connsiteY86" fmla="*/ 542933 h 542808"/>
                  <a:gd name="connsiteX87" fmla="*/ 55502 w 441797"/>
                  <a:gd name="connsiteY87" fmla="*/ 542930 h 542808"/>
                  <a:gd name="connsiteX88" fmla="*/ 39480 w 441797"/>
                  <a:gd name="connsiteY88" fmla="*/ 542929 h 542808"/>
                  <a:gd name="connsiteX89" fmla="*/ 24839 w 441797"/>
                  <a:gd name="connsiteY89" fmla="*/ 542926 h 542808"/>
                  <a:gd name="connsiteX90" fmla="*/ 19518 w 441797"/>
                  <a:gd name="connsiteY90" fmla="*/ 542927 h 542808"/>
                  <a:gd name="connsiteX91" fmla="*/ 12334 w 441797"/>
                  <a:gd name="connsiteY91" fmla="*/ 542923 h 542808"/>
                  <a:gd name="connsiteX92" fmla="*/ 10204 w 441797"/>
                  <a:gd name="connsiteY92" fmla="*/ 542930 h 542808"/>
                  <a:gd name="connsiteX93" fmla="*/ 4465 w 441797"/>
                  <a:gd name="connsiteY93" fmla="*/ 541917 h 542808"/>
                  <a:gd name="connsiteX94" fmla="*/ 4354 w 441797"/>
                  <a:gd name="connsiteY94" fmla="*/ 538338 h 542808"/>
                  <a:gd name="connsiteX95" fmla="*/ 4348 w 441797"/>
                  <a:gd name="connsiteY95" fmla="*/ 535983 h 542808"/>
                  <a:gd name="connsiteX96" fmla="*/ 4355 w 441797"/>
                  <a:gd name="connsiteY96" fmla="*/ 533361 h 542808"/>
                  <a:gd name="connsiteX97" fmla="*/ 4352 w 441797"/>
                  <a:gd name="connsiteY97" fmla="*/ 530592 h 542808"/>
                  <a:gd name="connsiteX98" fmla="*/ 4357 w 441797"/>
                  <a:gd name="connsiteY98" fmla="*/ 521280 h 542808"/>
                  <a:gd name="connsiteX99" fmla="*/ 4355 w 441797"/>
                  <a:gd name="connsiteY99" fmla="*/ 514585 h 542808"/>
                  <a:gd name="connsiteX100" fmla="*/ 4358 w 441797"/>
                  <a:gd name="connsiteY100" fmla="*/ 499968 h 542808"/>
                  <a:gd name="connsiteX101" fmla="*/ 4363 w 441797"/>
                  <a:gd name="connsiteY101" fmla="*/ 478231 h 542808"/>
                  <a:gd name="connsiteX102" fmla="*/ 4370 w 441797"/>
                  <a:gd name="connsiteY102" fmla="*/ 441673 h 542808"/>
                  <a:gd name="connsiteX103" fmla="*/ 4380 w 441797"/>
                  <a:gd name="connsiteY103" fmla="*/ 405459 h 542808"/>
                  <a:gd name="connsiteX104" fmla="*/ 4380 w 441797"/>
                  <a:gd name="connsiteY104" fmla="*/ 403187 h 542808"/>
                  <a:gd name="connsiteX105" fmla="*/ 4381 w 441797"/>
                  <a:gd name="connsiteY105" fmla="*/ 391767 h 542808"/>
                  <a:gd name="connsiteX106" fmla="*/ 4397 w 441797"/>
                  <a:gd name="connsiteY106" fmla="*/ 310806 h 542808"/>
                  <a:gd name="connsiteX107" fmla="*/ 4416 w 441797"/>
                  <a:gd name="connsiteY107" fmla="*/ 232137 h 542808"/>
                  <a:gd name="connsiteX108" fmla="*/ 4416 w 441797"/>
                  <a:gd name="connsiteY108" fmla="*/ 229689 h 542808"/>
                  <a:gd name="connsiteX109" fmla="*/ 4419 w 441797"/>
                  <a:gd name="connsiteY109" fmla="*/ 205352 h 542808"/>
                  <a:gd name="connsiteX110" fmla="*/ 4427 w 441797"/>
                  <a:gd name="connsiteY110" fmla="*/ 155772 h 542808"/>
                  <a:gd name="connsiteX111" fmla="*/ 4427 w 441797"/>
                  <a:gd name="connsiteY111" fmla="*/ 153469 h 542808"/>
                  <a:gd name="connsiteX112" fmla="*/ 4465 w 441797"/>
                  <a:gd name="connsiteY112" fmla="*/ 1143 h 542808"/>
                  <a:gd name="connsiteX113" fmla="*/ 13976 w 441797"/>
                  <a:gd name="connsiteY113" fmla="*/ 135 h 54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441797" h="542808">
                    <a:moveTo>
                      <a:pt x="13976" y="135"/>
                    </a:moveTo>
                    <a:cubicBezTo>
                      <a:pt x="15029" y="133"/>
                      <a:pt x="15029" y="133"/>
                      <a:pt x="16104" y="131"/>
                    </a:cubicBezTo>
                    <a:cubicBezTo>
                      <a:pt x="18465" y="128"/>
                      <a:pt x="20826" y="130"/>
                      <a:pt x="23187" y="133"/>
                    </a:cubicBezTo>
                    <a:cubicBezTo>
                      <a:pt x="24877" y="132"/>
                      <a:pt x="26567" y="130"/>
                      <a:pt x="28257" y="128"/>
                    </a:cubicBezTo>
                    <a:cubicBezTo>
                      <a:pt x="32854" y="124"/>
                      <a:pt x="37450" y="126"/>
                      <a:pt x="42047" y="129"/>
                    </a:cubicBezTo>
                    <a:cubicBezTo>
                      <a:pt x="46855" y="131"/>
                      <a:pt x="51664" y="129"/>
                      <a:pt x="56472" y="128"/>
                    </a:cubicBezTo>
                    <a:cubicBezTo>
                      <a:pt x="64551" y="126"/>
                      <a:pt x="72630" y="128"/>
                      <a:pt x="80710" y="132"/>
                    </a:cubicBezTo>
                    <a:cubicBezTo>
                      <a:pt x="90047" y="137"/>
                      <a:pt x="99385" y="136"/>
                      <a:pt x="108723" y="131"/>
                    </a:cubicBezTo>
                    <a:cubicBezTo>
                      <a:pt x="116737" y="127"/>
                      <a:pt x="124752" y="126"/>
                      <a:pt x="132767" y="128"/>
                    </a:cubicBezTo>
                    <a:cubicBezTo>
                      <a:pt x="137554" y="130"/>
                      <a:pt x="142342" y="130"/>
                      <a:pt x="147130" y="127"/>
                    </a:cubicBezTo>
                    <a:cubicBezTo>
                      <a:pt x="151634" y="124"/>
                      <a:pt x="156139" y="126"/>
                      <a:pt x="160644" y="131"/>
                    </a:cubicBezTo>
                    <a:cubicBezTo>
                      <a:pt x="162296" y="133"/>
                      <a:pt x="163948" y="132"/>
                      <a:pt x="165600" y="130"/>
                    </a:cubicBezTo>
                    <a:cubicBezTo>
                      <a:pt x="167858" y="128"/>
                      <a:pt x="170116" y="131"/>
                      <a:pt x="172374" y="135"/>
                    </a:cubicBezTo>
                    <a:cubicBezTo>
                      <a:pt x="173025" y="133"/>
                      <a:pt x="173676" y="131"/>
                      <a:pt x="174347" y="129"/>
                    </a:cubicBezTo>
                    <a:cubicBezTo>
                      <a:pt x="178301" y="144"/>
                      <a:pt x="182025" y="503"/>
                      <a:pt x="185915" y="1143"/>
                    </a:cubicBezTo>
                    <a:cubicBezTo>
                      <a:pt x="186959" y="9755"/>
                      <a:pt x="186923" y="18338"/>
                      <a:pt x="186894" y="26996"/>
                    </a:cubicBezTo>
                    <a:cubicBezTo>
                      <a:pt x="186892" y="28617"/>
                      <a:pt x="186890" y="30238"/>
                      <a:pt x="186889" y="31859"/>
                    </a:cubicBezTo>
                    <a:cubicBezTo>
                      <a:pt x="186884" y="36293"/>
                      <a:pt x="186874" y="40728"/>
                      <a:pt x="186863" y="45163"/>
                    </a:cubicBezTo>
                    <a:cubicBezTo>
                      <a:pt x="186852" y="49952"/>
                      <a:pt x="186846" y="54742"/>
                      <a:pt x="186839" y="59531"/>
                    </a:cubicBezTo>
                    <a:cubicBezTo>
                      <a:pt x="186825" y="68905"/>
                      <a:pt x="186806" y="78279"/>
                      <a:pt x="186785" y="87652"/>
                    </a:cubicBezTo>
                    <a:cubicBezTo>
                      <a:pt x="186768" y="95268"/>
                      <a:pt x="186752" y="102883"/>
                      <a:pt x="186737" y="110499"/>
                    </a:cubicBezTo>
                    <a:cubicBezTo>
                      <a:pt x="186696" y="132087"/>
                      <a:pt x="186651" y="153676"/>
                      <a:pt x="186600" y="175264"/>
                    </a:cubicBezTo>
                    <a:cubicBezTo>
                      <a:pt x="186596" y="177009"/>
                      <a:pt x="186596" y="177009"/>
                      <a:pt x="186592" y="178788"/>
                    </a:cubicBezTo>
                    <a:cubicBezTo>
                      <a:pt x="186588" y="180535"/>
                      <a:pt x="186588" y="180535"/>
                      <a:pt x="186584" y="182317"/>
                    </a:cubicBezTo>
                    <a:cubicBezTo>
                      <a:pt x="186540" y="201214"/>
                      <a:pt x="186505" y="220112"/>
                      <a:pt x="186475" y="239010"/>
                    </a:cubicBezTo>
                    <a:cubicBezTo>
                      <a:pt x="186443" y="258411"/>
                      <a:pt x="186405" y="277813"/>
                      <a:pt x="186360" y="297214"/>
                    </a:cubicBezTo>
                    <a:cubicBezTo>
                      <a:pt x="186334" y="308108"/>
                      <a:pt x="186312" y="319002"/>
                      <a:pt x="186296" y="329895"/>
                    </a:cubicBezTo>
                    <a:cubicBezTo>
                      <a:pt x="186283" y="339163"/>
                      <a:pt x="186264" y="348431"/>
                      <a:pt x="186237" y="357699"/>
                    </a:cubicBezTo>
                    <a:cubicBezTo>
                      <a:pt x="186223" y="362430"/>
                      <a:pt x="186212" y="367160"/>
                      <a:pt x="186209" y="371891"/>
                    </a:cubicBezTo>
                    <a:cubicBezTo>
                      <a:pt x="186206" y="376217"/>
                      <a:pt x="186195" y="380543"/>
                      <a:pt x="186177" y="384869"/>
                    </a:cubicBezTo>
                    <a:cubicBezTo>
                      <a:pt x="186172" y="386438"/>
                      <a:pt x="186170" y="388007"/>
                      <a:pt x="186171" y="389577"/>
                    </a:cubicBezTo>
                    <a:cubicBezTo>
                      <a:pt x="186173" y="391701"/>
                      <a:pt x="186163" y="393826"/>
                      <a:pt x="186151" y="395951"/>
                    </a:cubicBezTo>
                    <a:cubicBezTo>
                      <a:pt x="186154" y="396567"/>
                      <a:pt x="186157" y="397183"/>
                      <a:pt x="186160" y="397817"/>
                    </a:cubicBezTo>
                    <a:cubicBezTo>
                      <a:pt x="186129" y="401012"/>
                      <a:pt x="185861" y="403331"/>
                      <a:pt x="184127" y="406053"/>
                    </a:cubicBezTo>
                    <a:cubicBezTo>
                      <a:pt x="186316" y="407147"/>
                      <a:pt x="187732" y="407062"/>
                      <a:pt x="190180" y="407068"/>
                    </a:cubicBezTo>
                    <a:cubicBezTo>
                      <a:pt x="191086" y="407073"/>
                      <a:pt x="191992" y="407077"/>
                      <a:pt x="192926" y="407081"/>
                    </a:cubicBezTo>
                    <a:cubicBezTo>
                      <a:pt x="194430" y="407082"/>
                      <a:pt x="194430" y="407082"/>
                      <a:pt x="195964" y="407082"/>
                    </a:cubicBezTo>
                    <a:cubicBezTo>
                      <a:pt x="197024" y="407086"/>
                      <a:pt x="198083" y="407090"/>
                      <a:pt x="199175" y="407094"/>
                    </a:cubicBezTo>
                    <a:cubicBezTo>
                      <a:pt x="202124" y="407103"/>
                      <a:pt x="205074" y="407109"/>
                      <a:pt x="208024" y="407113"/>
                    </a:cubicBezTo>
                    <a:cubicBezTo>
                      <a:pt x="211201" y="407118"/>
                      <a:pt x="214379" y="407129"/>
                      <a:pt x="217556" y="407139"/>
                    </a:cubicBezTo>
                    <a:cubicBezTo>
                      <a:pt x="223065" y="407155"/>
                      <a:pt x="228573" y="407168"/>
                      <a:pt x="234082" y="407180"/>
                    </a:cubicBezTo>
                    <a:cubicBezTo>
                      <a:pt x="242047" y="407196"/>
                      <a:pt x="250012" y="407218"/>
                      <a:pt x="257978" y="407242"/>
                    </a:cubicBezTo>
                    <a:cubicBezTo>
                      <a:pt x="270901" y="407280"/>
                      <a:pt x="283825" y="407315"/>
                      <a:pt x="296749" y="407347"/>
                    </a:cubicBezTo>
                    <a:cubicBezTo>
                      <a:pt x="297910" y="407350"/>
                      <a:pt x="297910" y="407350"/>
                      <a:pt x="299094" y="407353"/>
                    </a:cubicBezTo>
                    <a:cubicBezTo>
                      <a:pt x="305375" y="407369"/>
                      <a:pt x="311656" y="407384"/>
                      <a:pt x="317937" y="407400"/>
                    </a:cubicBezTo>
                    <a:cubicBezTo>
                      <a:pt x="323428" y="407413"/>
                      <a:pt x="328920" y="407427"/>
                      <a:pt x="334411" y="407440"/>
                    </a:cubicBezTo>
                    <a:cubicBezTo>
                      <a:pt x="335571" y="407443"/>
                      <a:pt x="335571" y="407443"/>
                      <a:pt x="336755" y="407446"/>
                    </a:cubicBezTo>
                    <a:cubicBezTo>
                      <a:pt x="349630" y="407479"/>
                      <a:pt x="362505" y="407514"/>
                      <a:pt x="375380" y="407552"/>
                    </a:cubicBezTo>
                    <a:cubicBezTo>
                      <a:pt x="383330" y="407576"/>
                      <a:pt x="391279" y="407596"/>
                      <a:pt x="399229" y="407612"/>
                    </a:cubicBezTo>
                    <a:cubicBezTo>
                      <a:pt x="404671" y="407624"/>
                      <a:pt x="410113" y="407638"/>
                      <a:pt x="415556" y="407655"/>
                    </a:cubicBezTo>
                    <a:cubicBezTo>
                      <a:pt x="418700" y="407665"/>
                      <a:pt x="421845" y="407673"/>
                      <a:pt x="424989" y="407677"/>
                    </a:cubicBezTo>
                    <a:cubicBezTo>
                      <a:pt x="428390" y="407682"/>
                      <a:pt x="431791" y="407693"/>
                      <a:pt x="435192" y="407705"/>
                    </a:cubicBezTo>
                    <a:cubicBezTo>
                      <a:pt x="436197" y="407706"/>
                      <a:pt x="437202" y="407706"/>
                      <a:pt x="438237" y="407706"/>
                    </a:cubicBezTo>
                    <a:cubicBezTo>
                      <a:pt x="439141" y="407710"/>
                      <a:pt x="440044" y="407715"/>
                      <a:pt x="440975" y="407719"/>
                    </a:cubicBezTo>
                    <a:cubicBezTo>
                      <a:pt x="441762" y="407721"/>
                      <a:pt x="442548" y="407723"/>
                      <a:pt x="443358" y="407725"/>
                    </a:cubicBezTo>
                    <a:cubicBezTo>
                      <a:pt x="445129" y="407841"/>
                      <a:pt x="445129" y="407841"/>
                      <a:pt x="446023" y="408734"/>
                    </a:cubicBezTo>
                    <a:cubicBezTo>
                      <a:pt x="446111" y="410452"/>
                      <a:pt x="446135" y="412172"/>
                      <a:pt x="446136" y="413892"/>
                    </a:cubicBezTo>
                    <a:cubicBezTo>
                      <a:pt x="446139" y="415013"/>
                      <a:pt x="446141" y="416133"/>
                      <a:pt x="446144" y="417288"/>
                    </a:cubicBezTo>
                    <a:cubicBezTo>
                      <a:pt x="446142" y="418541"/>
                      <a:pt x="446140" y="419794"/>
                      <a:pt x="446138" y="421048"/>
                    </a:cubicBezTo>
                    <a:cubicBezTo>
                      <a:pt x="446139" y="422358"/>
                      <a:pt x="446141" y="423669"/>
                      <a:pt x="446143" y="424980"/>
                    </a:cubicBezTo>
                    <a:cubicBezTo>
                      <a:pt x="446147" y="428550"/>
                      <a:pt x="446145" y="432119"/>
                      <a:pt x="446143" y="435689"/>
                    </a:cubicBezTo>
                    <a:cubicBezTo>
                      <a:pt x="446140" y="439417"/>
                      <a:pt x="446142" y="443144"/>
                      <a:pt x="446144" y="446872"/>
                    </a:cubicBezTo>
                    <a:cubicBezTo>
                      <a:pt x="446145" y="453133"/>
                      <a:pt x="446143" y="459394"/>
                      <a:pt x="446139" y="465654"/>
                    </a:cubicBezTo>
                    <a:cubicBezTo>
                      <a:pt x="446134" y="472903"/>
                      <a:pt x="446136" y="480152"/>
                      <a:pt x="446141" y="487401"/>
                    </a:cubicBezTo>
                    <a:cubicBezTo>
                      <a:pt x="446145" y="493614"/>
                      <a:pt x="446145" y="499826"/>
                      <a:pt x="446143" y="506039"/>
                    </a:cubicBezTo>
                    <a:cubicBezTo>
                      <a:pt x="446142" y="509754"/>
                      <a:pt x="446141" y="513469"/>
                      <a:pt x="446144" y="517185"/>
                    </a:cubicBezTo>
                    <a:cubicBezTo>
                      <a:pt x="446147" y="520677"/>
                      <a:pt x="446145" y="524169"/>
                      <a:pt x="446140" y="527661"/>
                    </a:cubicBezTo>
                    <a:cubicBezTo>
                      <a:pt x="446139" y="528947"/>
                      <a:pt x="446139" y="530232"/>
                      <a:pt x="446141" y="531517"/>
                    </a:cubicBezTo>
                    <a:cubicBezTo>
                      <a:pt x="446144" y="533265"/>
                      <a:pt x="446140" y="535012"/>
                      <a:pt x="446136" y="536759"/>
                    </a:cubicBezTo>
                    <a:cubicBezTo>
                      <a:pt x="446136" y="537739"/>
                      <a:pt x="446135" y="538720"/>
                      <a:pt x="446135" y="539729"/>
                    </a:cubicBezTo>
                    <a:cubicBezTo>
                      <a:pt x="446023" y="541917"/>
                      <a:pt x="446023" y="541917"/>
                      <a:pt x="445129" y="542811"/>
                    </a:cubicBezTo>
                    <a:cubicBezTo>
                      <a:pt x="442796" y="542900"/>
                      <a:pt x="440487" y="542930"/>
                      <a:pt x="438153" y="542923"/>
                    </a:cubicBezTo>
                    <a:cubicBezTo>
                      <a:pt x="437410" y="542925"/>
                      <a:pt x="436667" y="542926"/>
                      <a:pt x="435901" y="542927"/>
                    </a:cubicBezTo>
                    <a:cubicBezTo>
                      <a:pt x="433378" y="542930"/>
                      <a:pt x="430855" y="542927"/>
                      <a:pt x="428332" y="542924"/>
                    </a:cubicBezTo>
                    <a:cubicBezTo>
                      <a:pt x="426518" y="542925"/>
                      <a:pt x="424704" y="542927"/>
                      <a:pt x="422890" y="542928"/>
                    </a:cubicBezTo>
                    <a:cubicBezTo>
                      <a:pt x="417879" y="542932"/>
                      <a:pt x="412869" y="542930"/>
                      <a:pt x="407859" y="542928"/>
                    </a:cubicBezTo>
                    <a:cubicBezTo>
                      <a:pt x="402465" y="542926"/>
                      <a:pt x="397071" y="542929"/>
                      <a:pt x="391678" y="542931"/>
                    </a:cubicBezTo>
                    <a:cubicBezTo>
                      <a:pt x="381714" y="542935"/>
                      <a:pt x="371750" y="542935"/>
                      <a:pt x="361786" y="542932"/>
                    </a:cubicBezTo>
                    <a:cubicBezTo>
                      <a:pt x="352583" y="542930"/>
                      <a:pt x="343380" y="542929"/>
                      <a:pt x="334177" y="542930"/>
                    </a:cubicBezTo>
                    <a:cubicBezTo>
                      <a:pt x="333567" y="542930"/>
                      <a:pt x="332958" y="542930"/>
                      <a:pt x="332330" y="542931"/>
                    </a:cubicBezTo>
                    <a:cubicBezTo>
                      <a:pt x="329856" y="542931"/>
                      <a:pt x="327382" y="542931"/>
                      <a:pt x="324908" y="542931"/>
                    </a:cubicBezTo>
                    <a:cubicBezTo>
                      <a:pt x="301682" y="542934"/>
                      <a:pt x="278456" y="542932"/>
                      <a:pt x="255229" y="542927"/>
                    </a:cubicBezTo>
                    <a:cubicBezTo>
                      <a:pt x="234575" y="542923"/>
                      <a:pt x="213921" y="542923"/>
                      <a:pt x="193267" y="542927"/>
                    </a:cubicBezTo>
                    <a:cubicBezTo>
                      <a:pt x="170084" y="542932"/>
                      <a:pt x="146902" y="542934"/>
                      <a:pt x="123719" y="542931"/>
                    </a:cubicBezTo>
                    <a:cubicBezTo>
                      <a:pt x="121250" y="542931"/>
                      <a:pt x="118780" y="542931"/>
                      <a:pt x="116311" y="542930"/>
                    </a:cubicBezTo>
                    <a:cubicBezTo>
                      <a:pt x="115703" y="542930"/>
                      <a:pt x="115095" y="542930"/>
                      <a:pt x="114468" y="542930"/>
                    </a:cubicBezTo>
                    <a:cubicBezTo>
                      <a:pt x="105268" y="542929"/>
                      <a:pt x="96069" y="542930"/>
                      <a:pt x="86869" y="542933"/>
                    </a:cubicBezTo>
                    <a:cubicBezTo>
                      <a:pt x="76414" y="542935"/>
                      <a:pt x="65958" y="542934"/>
                      <a:pt x="55502" y="542930"/>
                    </a:cubicBezTo>
                    <a:cubicBezTo>
                      <a:pt x="50161" y="542927"/>
                      <a:pt x="44821" y="542926"/>
                      <a:pt x="39480" y="542929"/>
                    </a:cubicBezTo>
                    <a:cubicBezTo>
                      <a:pt x="34600" y="542932"/>
                      <a:pt x="29720" y="542931"/>
                      <a:pt x="24839" y="542926"/>
                    </a:cubicBezTo>
                    <a:cubicBezTo>
                      <a:pt x="23066" y="542925"/>
                      <a:pt x="21292" y="542925"/>
                      <a:pt x="19518" y="542927"/>
                    </a:cubicBezTo>
                    <a:cubicBezTo>
                      <a:pt x="17123" y="542930"/>
                      <a:pt x="14729" y="542927"/>
                      <a:pt x="12334" y="542923"/>
                    </a:cubicBezTo>
                    <a:cubicBezTo>
                      <a:pt x="11631" y="542925"/>
                      <a:pt x="10928" y="542927"/>
                      <a:pt x="10204" y="542930"/>
                    </a:cubicBezTo>
                    <a:cubicBezTo>
                      <a:pt x="5461" y="542913"/>
                      <a:pt x="5461" y="542913"/>
                      <a:pt x="4465" y="541917"/>
                    </a:cubicBezTo>
                    <a:cubicBezTo>
                      <a:pt x="4378" y="540727"/>
                      <a:pt x="4353" y="539532"/>
                      <a:pt x="4354" y="538338"/>
                    </a:cubicBezTo>
                    <a:cubicBezTo>
                      <a:pt x="4351" y="537173"/>
                      <a:pt x="4351" y="537173"/>
                      <a:pt x="4348" y="535983"/>
                    </a:cubicBezTo>
                    <a:cubicBezTo>
                      <a:pt x="4350" y="535118"/>
                      <a:pt x="4352" y="534253"/>
                      <a:pt x="4355" y="533361"/>
                    </a:cubicBezTo>
                    <a:cubicBezTo>
                      <a:pt x="4354" y="532447"/>
                      <a:pt x="4353" y="531533"/>
                      <a:pt x="4352" y="530592"/>
                    </a:cubicBezTo>
                    <a:cubicBezTo>
                      <a:pt x="4349" y="527488"/>
                      <a:pt x="4353" y="524384"/>
                      <a:pt x="4357" y="521280"/>
                    </a:cubicBezTo>
                    <a:cubicBezTo>
                      <a:pt x="4357" y="519048"/>
                      <a:pt x="4356" y="516817"/>
                      <a:pt x="4355" y="514585"/>
                    </a:cubicBezTo>
                    <a:cubicBezTo>
                      <a:pt x="4353" y="509713"/>
                      <a:pt x="4355" y="504840"/>
                      <a:pt x="4358" y="499968"/>
                    </a:cubicBezTo>
                    <a:cubicBezTo>
                      <a:pt x="4364" y="492722"/>
                      <a:pt x="4364" y="485477"/>
                      <a:pt x="4363" y="478231"/>
                    </a:cubicBezTo>
                    <a:cubicBezTo>
                      <a:pt x="4362" y="466045"/>
                      <a:pt x="4365" y="453859"/>
                      <a:pt x="4370" y="441673"/>
                    </a:cubicBezTo>
                    <a:cubicBezTo>
                      <a:pt x="4376" y="429602"/>
                      <a:pt x="4379" y="417530"/>
                      <a:pt x="4380" y="405459"/>
                    </a:cubicBezTo>
                    <a:cubicBezTo>
                      <a:pt x="4380" y="404709"/>
                      <a:pt x="4380" y="403959"/>
                      <a:pt x="4380" y="403187"/>
                    </a:cubicBezTo>
                    <a:cubicBezTo>
                      <a:pt x="4380" y="399380"/>
                      <a:pt x="4381" y="395573"/>
                      <a:pt x="4381" y="391767"/>
                    </a:cubicBezTo>
                    <a:cubicBezTo>
                      <a:pt x="4383" y="364780"/>
                      <a:pt x="4389" y="337793"/>
                      <a:pt x="4397" y="310806"/>
                    </a:cubicBezTo>
                    <a:cubicBezTo>
                      <a:pt x="4406" y="284583"/>
                      <a:pt x="4412" y="258360"/>
                      <a:pt x="4416" y="232137"/>
                    </a:cubicBezTo>
                    <a:cubicBezTo>
                      <a:pt x="4416" y="231329"/>
                      <a:pt x="4416" y="230522"/>
                      <a:pt x="4416" y="229689"/>
                    </a:cubicBezTo>
                    <a:cubicBezTo>
                      <a:pt x="4417" y="221577"/>
                      <a:pt x="4418" y="213465"/>
                      <a:pt x="4419" y="205352"/>
                    </a:cubicBezTo>
                    <a:cubicBezTo>
                      <a:pt x="4422" y="188826"/>
                      <a:pt x="4424" y="172299"/>
                      <a:pt x="4427" y="155772"/>
                    </a:cubicBezTo>
                    <a:cubicBezTo>
                      <a:pt x="4427" y="155012"/>
                      <a:pt x="4427" y="154252"/>
                      <a:pt x="4427" y="153469"/>
                    </a:cubicBezTo>
                    <a:cubicBezTo>
                      <a:pt x="4435" y="102694"/>
                      <a:pt x="4450" y="51918"/>
                      <a:pt x="4465" y="1143"/>
                    </a:cubicBezTo>
                    <a:cubicBezTo>
                      <a:pt x="7687" y="68"/>
                      <a:pt x="10622" y="125"/>
                      <a:pt x="13976" y="135"/>
                    </a:cubicBezTo>
                    <a:close/>
                  </a:path>
                </a:pathLst>
              </a:custGeom>
              <a:grpFill/>
              <a:ln w="894" cap="flat">
                <a:noFill/>
                <a:prstDash val="solid"/>
                <a:miter/>
              </a:ln>
            </p:spPr>
            <p:txBody>
              <a:bodyPr rtlCol="0" anchor="ctr"/>
              <a:lstStyle/>
              <a:p>
                <a:endParaRPr lang="zh-CN" altLang="en-US"/>
              </a:p>
            </p:txBody>
          </p:sp>
          <p:sp>
            <p:nvSpPr>
              <p:cNvPr id="53" name="任意多边形: 形状 52"/>
              <p:cNvSpPr/>
              <p:nvPr/>
            </p:nvSpPr>
            <p:spPr>
              <a:xfrm>
                <a:off x="8001278" y="3441685"/>
                <a:ext cx="441786" cy="543024"/>
              </a:xfrm>
              <a:custGeom>
                <a:avLst/>
                <a:gdLst>
                  <a:gd name="connsiteX0" fmla="*/ 17631 w 441786"/>
                  <a:gd name="connsiteY0" fmla="*/ 241 h 543024"/>
                  <a:gd name="connsiteX1" fmla="*/ 19768 w 441786"/>
                  <a:gd name="connsiteY1" fmla="*/ 235 h 543024"/>
                  <a:gd name="connsiteX2" fmla="*/ 26897 w 441786"/>
                  <a:gd name="connsiteY2" fmla="*/ 231 h 543024"/>
                  <a:gd name="connsiteX3" fmla="*/ 31993 w 441786"/>
                  <a:gd name="connsiteY3" fmla="*/ 222 h 543024"/>
                  <a:gd name="connsiteX4" fmla="*/ 45866 w 441786"/>
                  <a:gd name="connsiteY4" fmla="*/ 211 h 543024"/>
                  <a:gd name="connsiteX5" fmla="*/ 57441 w 441786"/>
                  <a:gd name="connsiteY5" fmla="*/ 204 h 543024"/>
                  <a:gd name="connsiteX6" fmla="*/ 84753 w 441786"/>
                  <a:gd name="connsiteY6" fmla="*/ 195 h 543024"/>
                  <a:gd name="connsiteX7" fmla="*/ 112932 w 441786"/>
                  <a:gd name="connsiteY7" fmla="*/ 172 h 543024"/>
                  <a:gd name="connsiteX8" fmla="*/ 137113 w 441786"/>
                  <a:gd name="connsiteY8" fmla="*/ 156 h 543024"/>
                  <a:gd name="connsiteX9" fmla="*/ 151560 w 441786"/>
                  <a:gd name="connsiteY9" fmla="*/ 144 h 543024"/>
                  <a:gd name="connsiteX10" fmla="*/ 165155 w 441786"/>
                  <a:gd name="connsiteY10" fmla="*/ 142 h 543024"/>
                  <a:gd name="connsiteX11" fmla="*/ 170141 w 441786"/>
                  <a:gd name="connsiteY11" fmla="*/ 136 h 543024"/>
                  <a:gd name="connsiteX12" fmla="*/ 176957 w 441786"/>
                  <a:gd name="connsiteY12" fmla="*/ 140 h 543024"/>
                  <a:gd name="connsiteX13" fmla="*/ 178943 w 441786"/>
                  <a:gd name="connsiteY13" fmla="*/ 126 h 543024"/>
                  <a:gd name="connsiteX14" fmla="*/ 190537 w 441786"/>
                  <a:gd name="connsiteY14" fmla="*/ 2148 h 543024"/>
                  <a:gd name="connsiteX15" fmla="*/ 190629 w 441786"/>
                  <a:gd name="connsiteY15" fmla="*/ 154757 h 543024"/>
                  <a:gd name="connsiteX16" fmla="*/ 190636 w 441786"/>
                  <a:gd name="connsiteY16" fmla="*/ 172755 h 543024"/>
                  <a:gd name="connsiteX17" fmla="*/ 190636 w 441786"/>
                  <a:gd name="connsiteY17" fmla="*/ 174564 h 543024"/>
                  <a:gd name="connsiteX18" fmla="*/ 190674 w 441786"/>
                  <a:gd name="connsiteY18" fmla="*/ 232663 h 543024"/>
                  <a:gd name="connsiteX19" fmla="*/ 190706 w 441786"/>
                  <a:gd name="connsiteY19" fmla="*/ 294036 h 543024"/>
                  <a:gd name="connsiteX20" fmla="*/ 190730 w 441786"/>
                  <a:gd name="connsiteY20" fmla="*/ 330821 h 543024"/>
                  <a:gd name="connsiteX21" fmla="*/ 190740 w 441786"/>
                  <a:gd name="connsiteY21" fmla="*/ 356012 h 543024"/>
                  <a:gd name="connsiteX22" fmla="*/ 190751 w 441786"/>
                  <a:gd name="connsiteY22" fmla="*/ 370567 h 543024"/>
                  <a:gd name="connsiteX23" fmla="*/ 190754 w 441786"/>
                  <a:gd name="connsiteY23" fmla="*/ 383872 h 543024"/>
                  <a:gd name="connsiteX24" fmla="*/ 190761 w 441786"/>
                  <a:gd name="connsiteY24" fmla="*/ 388705 h 543024"/>
                  <a:gd name="connsiteX25" fmla="*/ 190757 w 441786"/>
                  <a:gd name="connsiteY25" fmla="*/ 395236 h 543024"/>
                  <a:gd name="connsiteX26" fmla="*/ 190772 w 441786"/>
                  <a:gd name="connsiteY26" fmla="*/ 397164 h 543024"/>
                  <a:gd name="connsiteX27" fmla="*/ 188750 w 441786"/>
                  <a:gd name="connsiteY27" fmla="*/ 403483 h 543024"/>
                  <a:gd name="connsiteX28" fmla="*/ 188750 w 441786"/>
                  <a:gd name="connsiteY28" fmla="*/ 406165 h 543024"/>
                  <a:gd name="connsiteX29" fmla="*/ 194803 w 441786"/>
                  <a:gd name="connsiteY29" fmla="*/ 407180 h 543024"/>
                  <a:gd name="connsiteX30" fmla="*/ 197548 w 441786"/>
                  <a:gd name="connsiteY30" fmla="*/ 407193 h 543024"/>
                  <a:gd name="connsiteX31" fmla="*/ 200587 w 441786"/>
                  <a:gd name="connsiteY31" fmla="*/ 407194 h 543024"/>
                  <a:gd name="connsiteX32" fmla="*/ 203797 w 441786"/>
                  <a:gd name="connsiteY32" fmla="*/ 407206 h 543024"/>
                  <a:gd name="connsiteX33" fmla="*/ 212647 w 441786"/>
                  <a:gd name="connsiteY33" fmla="*/ 407225 h 543024"/>
                  <a:gd name="connsiteX34" fmla="*/ 222179 w 441786"/>
                  <a:gd name="connsiteY34" fmla="*/ 407251 h 543024"/>
                  <a:gd name="connsiteX35" fmla="*/ 238704 w 441786"/>
                  <a:gd name="connsiteY35" fmla="*/ 407291 h 543024"/>
                  <a:gd name="connsiteX36" fmla="*/ 262601 w 441786"/>
                  <a:gd name="connsiteY36" fmla="*/ 407353 h 543024"/>
                  <a:gd name="connsiteX37" fmla="*/ 301371 w 441786"/>
                  <a:gd name="connsiteY37" fmla="*/ 407459 h 543024"/>
                  <a:gd name="connsiteX38" fmla="*/ 303717 w 441786"/>
                  <a:gd name="connsiteY38" fmla="*/ 407465 h 543024"/>
                  <a:gd name="connsiteX39" fmla="*/ 322559 w 441786"/>
                  <a:gd name="connsiteY39" fmla="*/ 407511 h 543024"/>
                  <a:gd name="connsiteX40" fmla="*/ 339034 w 441786"/>
                  <a:gd name="connsiteY40" fmla="*/ 407552 h 543024"/>
                  <a:gd name="connsiteX41" fmla="*/ 341377 w 441786"/>
                  <a:gd name="connsiteY41" fmla="*/ 407558 h 543024"/>
                  <a:gd name="connsiteX42" fmla="*/ 380003 w 441786"/>
                  <a:gd name="connsiteY42" fmla="*/ 407664 h 543024"/>
                  <a:gd name="connsiteX43" fmla="*/ 403851 w 441786"/>
                  <a:gd name="connsiteY43" fmla="*/ 407724 h 543024"/>
                  <a:gd name="connsiteX44" fmla="*/ 420179 w 441786"/>
                  <a:gd name="connsiteY44" fmla="*/ 407767 h 543024"/>
                  <a:gd name="connsiteX45" fmla="*/ 429612 w 441786"/>
                  <a:gd name="connsiteY45" fmla="*/ 407789 h 543024"/>
                  <a:gd name="connsiteX46" fmla="*/ 439815 w 441786"/>
                  <a:gd name="connsiteY46" fmla="*/ 407817 h 543024"/>
                  <a:gd name="connsiteX47" fmla="*/ 442860 w 441786"/>
                  <a:gd name="connsiteY47" fmla="*/ 407818 h 543024"/>
                  <a:gd name="connsiteX48" fmla="*/ 445598 w 441786"/>
                  <a:gd name="connsiteY48" fmla="*/ 407831 h 543024"/>
                  <a:gd name="connsiteX49" fmla="*/ 447980 w 441786"/>
                  <a:gd name="connsiteY49" fmla="*/ 407837 h 543024"/>
                  <a:gd name="connsiteX50" fmla="*/ 450645 w 441786"/>
                  <a:gd name="connsiteY50" fmla="*/ 408846 h 543024"/>
                  <a:gd name="connsiteX51" fmla="*/ 450765 w 441786"/>
                  <a:gd name="connsiteY51" fmla="*/ 413964 h 543024"/>
                  <a:gd name="connsiteX52" fmla="*/ 450776 w 441786"/>
                  <a:gd name="connsiteY52" fmla="*/ 417333 h 543024"/>
                  <a:gd name="connsiteX53" fmla="*/ 450775 w 441786"/>
                  <a:gd name="connsiteY53" fmla="*/ 421063 h 543024"/>
                  <a:gd name="connsiteX54" fmla="*/ 450784 w 441786"/>
                  <a:gd name="connsiteY54" fmla="*/ 424965 h 543024"/>
                  <a:gd name="connsiteX55" fmla="*/ 450795 w 441786"/>
                  <a:gd name="connsiteY55" fmla="*/ 435591 h 543024"/>
                  <a:gd name="connsiteX56" fmla="*/ 450802 w 441786"/>
                  <a:gd name="connsiteY56" fmla="*/ 444448 h 543024"/>
                  <a:gd name="connsiteX57" fmla="*/ 450811 w 441786"/>
                  <a:gd name="connsiteY57" fmla="*/ 465335 h 543024"/>
                  <a:gd name="connsiteX58" fmla="*/ 450834 w 441786"/>
                  <a:gd name="connsiteY58" fmla="*/ 486915 h 543024"/>
                  <a:gd name="connsiteX59" fmla="*/ 450850 w 441786"/>
                  <a:gd name="connsiteY59" fmla="*/ 505413 h 543024"/>
                  <a:gd name="connsiteX60" fmla="*/ 450862 w 441786"/>
                  <a:gd name="connsiteY60" fmla="*/ 516474 h 543024"/>
                  <a:gd name="connsiteX61" fmla="*/ 450864 w 441786"/>
                  <a:gd name="connsiteY61" fmla="*/ 526873 h 543024"/>
                  <a:gd name="connsiteX62" fmla="*/ 450870 w 441786"/>
                  <a:gd name="connsiteY62" fmla="*/ 530698 h 543024"/>
                  <a:gd name="connsiteX63" fmla="*/ 450866 w 441786"/>
                  <a:gd name="connsiteY63" fmla="*/ 535904 h 543024"/>
                  <a:gd name="connsiteX64" fmla="*/ 450868 w 441786"/>
                  <a:gd name="connsiteY64" fmla="*/ 538852 h 543024"/>
                  <a:gd name="connsiteX65" fmla="*/ 448858 w 441786"/>
                  <a:gd name="connsiteY65" fmla="*/ 542923 h 543024"/>
                  <a:gd name="connsiteX66" fmla="*/ 441770 w 441786"/>
                  <a:gd name="connsiteY66" fmla="*/ 543143 h 543024"/>
                  <a:gd name="connsiteX67" fmla="*/ 439513 w 441786"/>
                  <a:gd name="connsiteY67" fmla="*/ 543149 h 543024"/>
                  <a:gd name="connsiteX68" fmla="*/ 431947 w 441786"/>
                  <a:gd name="connsiteY68" fmla="*/ 543138 h 543024"/>
                  <a:gd name="connsiteX69" fmla="*/ 426514 w 441786"/>
                  <a:gd name="connsiteY69" fmla="*/ 543142 h 543024"/>
                  <a:gd name="connsiteX70" fmla="*/ 411490 w 441786"/>
                  <a:gd name="connsiteY70" fmla="*/ 543130 h 543024"/>
                  <a:gd name="connsiteX71" fmla="*/ 395075 w 441786"/>
                  <a:gd name="connsiteY71" fmla="*/ 543126 h 543024"/>
                  <a:gd name="connsiteX72" fmla="*/ 366803 w 441786"/>
                  <a:gd name="connsiteY72" fmla="*/ 543111 h 543024"/>
                  <a:gd name="connsiteX73" fmla="*/ 326292 w 441786"/>
                  <a:gd name="connsiteY73" fmla="*/ 543092 h 543024"/>
                  <a:gd name="connsiteX74" fmla="*/ 228861 w 441786"/>
                  <a:gd name="connsiteY74" fmla="*/ 543034 h 543024"/>
                  <a:gd name="connsiteX75" fmla="*/ 9088 w 441786"/>
                  <a:gd name="connsiteY75" fmla="*/ 542923 h 543024"/>
                  <a:gd name="connsiteX76" fmla="*/ 9088 w 441786"/>
                  <a:gd name="connsiteY76" fmla="*/ 1255 h 543024"/>
                  <a:gd name="connsiteX77" fmla="*/ 17631 w 441786"/>
                  <a:gd name="connsiteY77" fmla="*/ 241 h 54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1786" h="543024">
                    <a:moveTo>
                      <a:pt x="17631" y="241"/>
                    </a:moveTo>
                    <a:cubicBezTo>
                      <a:pt x="18336" y="239"/>
                      <a:pt x="19042" y="237"/>
                      <a:pt x="19768" y="235"/>
                    </a:cubicBezTo>
                    <a:cubicBezTo>
                      <a:pt x="22145" y="229"/>
                      <a:pt x="24521" y="230"/>
                      <a:pt x="26897" y="231"/>
                    </a:cubicBezTo>
                    <a:cubicBezTo>
                      <a:pt x="28595" y="228"/>
                      <a:pt x="30294" y="225"/>
                      <a:pt x="31993" y="222"/>
                    </a:cubicBezTo>
                    <a:cubicBezTo>
                      <a:pt x="36617" y="214"/>
                      <a:pt x="41242" y="212"/>
                      <a:pt x="45866" y="211"/>
                    </a:cubicBezTo>
                    <a:cubicBezTo>
                      <a:pt x="49724" y="210"/>
                      <a:pt x="53582" y="207"/>
                      <a:pt x="57441" y="204"/>
                    </a:cubicBezTo>
                    <a:cubicBezTo>
                      <a:pt x="66545" y="197"/>
                      <a:pt x="75649" y="195"/>
                      <a:pt x="84753" y="195"/>
                    </a:cubicBezTo>
                    <a:cubicBezTo>
                      <a:pt x="94146" y="196"/>
                      <a:pt x="103539" y="186"/>
                      <a:pt x="112932" y="172"/>
                    </a:cubicBezTo>
                    <a:cubicBezTo>
                      <a:pt x="120992" y="160"/>
                      <a:pt x="129053" y="156"/>
                      <a:pt x="137113" y="156"/>
                    </a:cubicBezTo>
                    <a:cubicBezTo>
                      <a:pt x="141928" y="156"/>
                      <a:pt x="146744" y="154"/>
                      <a:pt x="151560" y="144"/>
                    </a:cubicBezTo>
                    <a:cubicBezTo>
                      <a:pt x="156091" y="136"/>
                      <a:pt x="160623" y="136"/>
                      <a:pt x="165155" y="142"/>
                    </a:cubicBezTo>
                    <a:cubicBezTo>
                      <a:pt x="166817" y="143"/>
                      <a:pt x="168479" y="141"/>
                      <a:pt x="170141" y="136"/>
                    </a:cubicBezTo>
                    <a:cubicBezTo>
                      <a:pt x="172413" y="129"/>
                      <a:pt x="174685" y="133"/>
                      <a:pt x="176957" y="140"/>
                    </a:cubicBezTo>
                    <a:cubicBezTo>
                      <a:pt x="177612" y="135"/>
                      <a:pt x="178268" y="131"/>
                      <a:pt x="178943" y="126"/>
                    </a:cubicBezTo>
                    <a:cubicBezTo>
                      <a:pt x="183102" y="154"/>
                      <a:pt x="186574" y="951"/>
                      <a:pt x="190537" y="2148"/>
                    </a:cubicBezTo>
                    <a:cubicBezTo>
                      <a:pt x="190578" y="53018"/>
                      <a:pt x="190610" y="103888"/>
                      <a:pt x="190629" y="154757"/>
                    </a:cubicBezTo>
                    <a:cubicBezTo>
                      <a:pt x="190631" y="160756"/>
                      <a:pt x="190633" y="166756"/>
                      <a:pt x="190636" y="172755"/>
                    </a:cubicBezTo>
                    <a:cubicBezTo>
                      <a:pt x="190636" y="173651"/>
                      <a:pt x="190636" y="173651"/>
                      <a:pt x="190636" y="174564"/>
                    </a:cubicBezTo>
                    <a:cubicBezTo>
                      <a:pt x="190644" y="193931"/>
                      <a:pt x="190657" y="213297"/>
                      <a:pt x="190674" y="232663"/>
                    </a:cubicBezTo>
                    <a:cubicBezTo>
                      <a:pt x="190691" y="253121"/>
                      <a:pt x="190702" y="273578"/>
                      <a:pt x="190706" y="294036"/>
                    </a:cubicBezTo>
                    <a:cubicBezTo>
                      <a:pt x="190708" y="306298"/>
                      <a:pt x="190716" y="318559"/>
                      <a:pt x="190730" y="330821"/>
                    </a:cubicBezTo>
                    <a:cubicBezTo>
                      <a:pt x="190740" y="339218"/>
                      <a:pt x="190743" y="347615"/>
                      <a:pt x="190740" y="356012"/>
                    </a:cubicBezTo>
                    <a:cubicBezTo>
                      <a:pt x="190739" y="360864"/>
                      <a:pt x="190741" y="365716"/>
                      <a:pt x="190751" y="370567"/>
                    </a:cubicBezTo>
                    <a:cubicBezTo>
                      <a:pt x="190759" y="375002"/>
                      <a:pt x="190760" y="379437"/>
                      <a:pt x="190754" y="383872"/>
                    </a:cubicBezTo>
                    <a:cubicBezTo>
                      <a:pt x="190753" y="385483"/>
                      <a:pt x="190755" y="387094"/>
                      <a:pt x="190761" y="388705"/>
                    </a:cubicBezTo>
                    <a:cubicBezTo>
                      <a:pt x="190768" y="390882"/>
                      <a:pt x="190764" y="393059"/>
                      <a:pt x="190757" y="395236"/>
                    </a:cubicBezTo>
                    <a:cubicBezTo>
                      <a:pt x="190762" y="395872"/>
                      <a:pt x="190767" y="396508"/>
                      <a:pt x="190772" y="397164"/>
                    </a:cubicBezTo>
                    <a:cubicBezTo>
                      <a:pt x="190741" y="401492"/>
                      <a:pt x="190741" y="401492"/>
                      <a:pt x="188750" y="403483"/>
                    </a:cubicBezTo>
                    <a:cubicBezTo>
                      <a:pt x="188750" y="404368"/>
                      <a:pt x="188750" y="405253"/>
                      <a:pt x="188750" y="406165"/>
                    </a:cubicBezTo>
                    <a:cubicBezTo>
                      <a:pt x="190939" y="407259"/>
                      <a:pt x="192355" y="407174"/>
                      <a:pt x="194803" y="407180"/>
                    </a:cubicBezTo>
                    <a:cubicBezTo>
                      <a:pt x="195709" y="407185"/>
                      <a:pt x="196615" y="407189"/>
                      <a:pt x="197548" y="407193"/>
                    </a:cubicBezTo>
                    <a:cubicBezTo>
                      <a:pt x="199053" y="407194"/>
                      <a:pt x="199053" y="407194"/>
                      <a:pt x="200587" y="407194"/>
                    </a:cubicBezTo>
                    <a:cubicBezTo>
                      <a:pt x="201647" y="407198"/>
                      <a:pt x="202706" y="407202"/>
                      <a:pt x="203797" y="407206"/>
                    </a:cubicBezTo>
                    <a:cubicBezTo>
                      <a:pt x="206747" y="407215"/>
                      <a:pt x="209697" y="407221"/>
                      <a:pt x="212647" y="407225"/>
                    </a:cubicBezTo>
                    <a:cubicBezTo>
                      <a:pt x="215824" y="407230"/>
                      <a:pt x="219002" y="407241"/>
                      <a:pt x="222179" y="407251"/>
                    </a:cubicBezTo>
                    <a:cubicBezTo>
                      <a:pt x="227688" y="407267"/>
                      <a:pt x="233196" y="407280"/>
                      <a:pt x="238704" y="407291"/>
                    </a:cubicBezTo>
                    <a:cubicBezTo>
                      <a:pt x="246670" y="407308"/>
                      <a:pt x="254635" y="407330"/>
                      <a:pt x="262601" y="407353"/>
                    </a:cubicBezTo>
                    <a:cubicBezTo>
                      <a:pt x="275524" y="407392"/>
                      <a:pt x="288448" y="407427"/>
                      <a:pt x="301371" y="407459"/>
                    </a:cubicBezTo>
                    <a:cubicBezTo>
                      <a:pt x="302532" y="407462"/>
                      <a:pt x="302532" y="407462"/>
                      <a:pt x="303717" y="407465"/>
                    </a:cubicBezTo>
                    <a:cubicBezTo>
                      <a:pt x="309998" y="407480"/>
                      <a:pt x="316279" y="407496"/>
                      <a:pt x="322559" y="407511"/>
                    </a:cubicBezTo>
                    <a:cubicBezTo>
                      <a:pt x="328051" y="407525"/>
                      <a:pt x="333543" y="407539"/>
                      <a:pt x="339034" y="407552"/>
                    </a:cubicBezTo>
                    <a:cubicBezTo>
                      <a:pt x="340194" y="407555"/>
                      <a:pt x="340194" y="407555"/>
                      <a:pt x="341377" y="407558"/>
                    </a:cubicBezTo>
                    <a:cubicBezTo>
                      <a:pt x="354253" y="407590"/>
                      <a:pt x="367128" y="407626"/>
                      <a:pt x="380003" y="407664"/>
                    </a:cubicBezTo>
                    <a:cubicBezTo>
                      <a:pt x="387952" y="407688"/>
                      <a:pt x="395902" y="407708"/>
                      <a:pt x="403851" y="407724"/>
                    </a:cubicBezTo>
                    <a:cubicBezTo>
                      <a:pt x="409294" y="407736"/>
                      <a:pt x="414736" y="407750"/>
                      <a:pt x="420179" y="407767"/>
                    </a:cubicBezTo>
                    <a:cubicBezTo>
                      <a:pt x="423323" y="407776"/>
                      <a:pt x="426468" y="407785"/>
                      <a:pt x="429612" y="407789"/>
                    </a:cubicBezTo>
                    <a:cubicBezTo>
                      <a:pt x="433013" y="407794"/>
                      <a:pt x="436414" y="407805"/>
                      <a:pt x="439815" y="407817"/>
                    </a:cubicBezTo>
                    <a:cubicBezTo>
                      <a:pt x="440820" y="407817"/>
                      <a:pt x="441825" y="407818"/>
                      <a:pt x="442860" y="407818"/>
                    </a:cubicBezTo>
                    <a:cubicBezTo>
                      <a:pt x="443764" y="407822"/>
                      <a:pt x="444667" y="407827"/>
                      <a:pt x="445598" y="407831"/>
                    </a:cubicBezTo>
                    <a:cubicBezTo>
                      <a:pt x="446384" y="407833"/>
                      <a:pt x="447171" y="407835"/>
                      <a:pt x="447980" y="407837"/>
                    </a:cubicBezTo>
                    <a:cubicBezTo>
                      <a:pt x="449751" y="407953"/>
                      <a:pt x="449751" y="407953"/>
                      <a:pt x="450645" y="408846"/>
                    </a:cubicBezTo>
                    <a:cubicBezTo>
                      <a:pt x="450736" y="410550"/>
                      <a:pt x="450762" y="412258"/>
                      <a:pt x="450765" y="413964"/>
                    </a:cubicBezTo>
                    <a:cubicBezTo>
                      <a:pt x="450769" y="415076"/>
                      <a:pt x="450773" y="416188"/>
                      <a:pt x="450776" y="417333"/>
                    </a:cubicBezTo>
                    <a:cubicBezTo>
                      <a:pt x="450776" y="418576"/>
                      <a:pt x="450776" y="419820"/>
                      <a:pt x="450775" y="421063"/>
                    </a:cubicBezTo>
                    <a:cubicBezTo>
                      <a:pt x="450778" y="422364"/>
                      <a:pt x="450781" y="423664"/>
                      <a:pt x="450784" y="424965"/>
                    </a:cubicBezTo>
                    <a:cubicBezTo>
                      <a:pt x="450792" y="428507"/>
                      <a:pt x="450794" y="432049"/>
                      <a:pt x="450795" y="435591"/>
                    </a:cubicBezTo>
                    <a:cubicBezTo>
                      <a:pt x="450796" y="438543"/>
                      <a:pt x="450799" y="441496"/>
                      <a:pt x="450802" y="444448"/>
                    </a:cubicBezTo>
                    <a:cubicBezTo>
                      <a:pt x="450809" y="451410"/>
                      <a:pt x="450812" y="458373"/>
                      <a:pt x="450811" y="465335"/>
                    </a:cubicBezTo>
                    <a:cubicBezTo>
                      <a:pt x="450810" y="472528"/>
                      <a:pt x="450820" y="479722"/>
                      <a:pt x="450834" y="486915"/>
                    </a:cubicBezTo>
                    <a:cubicBezTo>
                      <a:pt x="450846" y="493081"/>
                      <a:pt x="450850" y="499247"/>
                      <a:pt x="450850" y="505413"/>
                    </a:cubicBezTo>
                    <a:cubicBezTo>
                      <a:pt x="450850" y="509100"/>
                      <a:pt x="450852" y="512787"/>
                      <a:pt x="450862" y="516474"/>
                    </a:cubicBezTo>
                    <a:cubicBezTo>
                      <a:pt x="450870" y="519940"/>
                      <a:pt x="450870" y="523407"/>
                      <a:pt x="450864" y="526873"/>
                    </a:cubicBezTo>
                    <a:cubicBezTo>
                      <a:pt x="450863" y="528148"/>
                      <a:pt x="450865" y="529423"/>
                      <a:pt x="450870" y="530698"/>
                    </a:cubicBezTo>
                    <a:cubicBezTo>
                      <a:pt x="450877" y="532433"/>
                      <a:pt x="450872" y="534169"/>
                      <a:pt x="450866" y="535904"/>
                    </a:cubicBezTo>
                    <a:cubicBezTo>
                      <a:pt x="450867" y="536877"/>
                      <a:pt x="450867" y="537849"/>
                      <a:pt x="450868" y="538852"/>
                    </a:cubicBezTo>
                    <a:cubicBezTo>
                      <a:pt x="450645" y="541135"/>
                      <a:pt x="450645" y="541135"/>
                      <a:pt x="448858" y="542923"/>
                    </a:cubicBezTo>
                    <a:cubicBezTo>
                      <a:pt x="446464" y="543097"/>
                      <a:pt x="444164" y="543159"/>
                      <a:pt x="441770" y="543143"/>
                    </a:cubicBezTo>
                    <a:cubicBezTo>
                      <a:pt x="441025" y="543145"/>
                      <a:pt x="440280" y="543147"/>
                      <a:pt x="439513" y="543149"/>
                    </a:cubicBezTo>
                    <a:cubicBezTo>
                      <a:pt x="436991" y="543154"/>
                      <a:pt x="434469" y="543146"/>
                      <a:pt x="431947" y="543138"/>
                    </a:cubicBezTo>
                    <a:cubicBezTo>
                      <a:pt x="430136" y="543138"/>
                      <a:pt x="428325" y="543140"/>
                      <a:pt x="426514" y="543142"/>
                    </a:cubicBezTo>
                    <a:cubicBezTo>
                      <a:pt x="421506" y="543146"/>
                      <a:pt x="416498" y="543139"/>
                      <a:pt x="411490" y="543130"/>
                    </a:cubicBezTo>
                    <a:cubicBezTo>
                      <a:pt x="406018" y="543122"/>
                      <a:pt x="400547" y="543125"/>
                      <a:pt x="395075" y="543126"/>
                    </a:cubicBezTo>
                    <a:cubicBezTo>
                      <a:pt x="385651" y="543127"/>
                      <a:pt x="376227" y="543122"/>
                      <a:pt x="366803" y="543111"/>
                    </a:cubicBezTo>
                    <a:cubicBezTo>
                      <a:pt x="353299" y="543097"/>
                      <a:pt x="339795" y="543093"/>
                      <a:pt x="326292" y="543092"/>
                    </a:cubicBezTo>
                    <a:cubicBezTo>
                      <a:pt x="293815" y="543082"/>
                      <a:pt x="261338" y="543057"/>
                      <a:pt x="228861" y="543034"/>
                    </a:cubicBezTo>
                    <a:cubicBezTo>
                      <a:pt x="156336" y="542998"/>
                      <a:pt x="83810" y="542961"/>
                      <a:pt x="9088" y="542923"/>
                    </a:cubicBezTo>
                    <a:cubicBezTo>
                      <a:pt x="9088" y="364172"/>
                      <a:pt x="9088" y="185422"/>
                      <a:pt x="9088" y="1255"/>
                    </a:cubicBezTo>
                    <a:cubicBezTo>
                      <a:pt x="11810" y="-107"/>
                      <a:pt x="14644" y="235"/>
                      <a:pt x="17631" y="241"/>
                    </a:cubicBezTo>
                    <a:close/>
                  </a:path>
                </a:pathLst>
              </a:custGeom>
              <a:grpFill/>
              <a:ln w="894" cap="flat">
                <a:noFill/>
                <a:prstDash val="solid"/>
                <a:miter/>
              </a:ln>
            </p:spPr>
            <p:txBody>
              <a:bodyPr rtlCol="0" anchor="ctr"/>
              <a:lstStyle/>
              <a:p>
                <a:endParaRPr lang="zh-CN" altLang="en-US"/>
              </a:p>
            </p:txBody>
          </p:sp>
          <p:sp>
            <p:nvSpPr>
              <p:cNvPr id="54" name="任意多边形: 形状 53"/>
              <p:cNvSpPr/>
              <p:nvPr/>
            </p:nvSpPr>
            <p:spPr>
              <a:xfrm>
                <a:off x="10197337" y="3829693"/>
                <a:ext cx="169046" cy="154788"/>
              </a:xfrm>
              <a:custGeom>
                <a:avLst/>
                <a:gdLst>
                  <a:gd name="connsiteX0" fmla="*/ 17058 w 169046"/>
                  <a:gd name="connsiteY0" fmla="*/ 599 h 154788"/>
                  <a:gd name="connsiteX1" fmla="*/ 19032 w 169046"/>
                  <a:gd name="connsiteY1" fmla="*/ 607 h 154788"/>
                  <a:gd name="connsiteX2" fmla="*/ 21114 w 169046"/>
                  <a:gd name="connsiteY2" fmla="*/ 604 h 154788"/>
                  <a:gd name="connsiteX3" fmla="*/ 28072 w 169046"/>
                  <a:gd name="connsiteY3" fmla="*/ 613 h 154788"/>
                  <a:gd name="connsiteX4" fmla="*/ 33039 w 169046"/>
                  <a:gd name="connsiteY4" fmla="*/ 612 h 154788"/>
                  <a:gd name="connsiteX5" fmla="*/ 46568 w 169046"/>
                  <a:gd name="connsiteY5" fmla="*/ 623 h 154788"/>
                  <a:gd name="connsiteX6" fmla="*/ 60690 w 169046"/>
                  <a:gd name="connsiteY6" fmla="*/ 631 h 154788"/>
                  <a:gd name="connsiteX7" fmla="*/ 87452 w 169046"/>
                  <a:gd name="connsiteY7" fmla="*/ 650 h 154788"/>
                  <a:gd name="connsiteX8" fmla="*/ 123602 w 169046"/>
                  <a:gd name="connsiteY8" fmla="*/ 672 h 154788"/>
                  <a:gd name="connsiteX9" fmla="*/ 180587 w 169046"/>
                  <a:gd name="connsiteY9" fmla="*/ 714 h 154788"/>
                  <a:gd name="connsiteX10" fmla="*/ 180587 w 169046"/>
                  <a:gd name="connsiteY10" fmla="*/ 155349 h 154788"/>
                  <a:gd name="connsiteX11" fmla="*/ 11651 w 169046"/>
                  <a:gd name="connsiteY11" fmla="*/ 155349 h 154788"/>
                  <a:gd name="connsiteX12" fmla="*/ 11595 w 169046"/>
                  <a:gd name="connsiteY12" fmla="*/ 78534 h 154788"/>
                  <a:gd name="connsiteX13" fmla="*/ 11571 w 169046"/>
                  <a:gd name="connsiteY13" fmla="*/ 54237 h 154788"/>
                  <a:gd name="connsiteX14" fmla="*/ 11566 w 169046"/>
                  <a:gd name="connsiteY14" fmla="*/ 39922 h 154788"/>
                  <a:gd name="connsiteX15" fmla="*/ 11557 w 169046"/>
                  <a:gd name="connsiteY15" fmla="*/ 30322 h 154788"/>
                  <a:gd name="connsiteX16" fmla="*/ 11550 w 169046"/>
                  <a:gd name="connsiteY16" fmla="*/ 18101 h 154788"/>
                  <a:gd name="connsiteX17" fmla="*/ 11544 w 169046"/>
                  <a:gd name="connsiteY17" fmla="*/ 13601 h 154788"/>
                  <a:gd name="connsiteX18" fmla="*/ 11544 w 169046"/>
                  <a:gd name="connsiteY18" fmla="*/ 7552 h 154788"/>
                  <a:gd name="connsiteX19" fmla="*/ 11541 w 169046"/>
                  <a:gd name="connsiteY19" fmla="*/ 4119 h 154788"/>
                  <a:gd name="connsiteX20" fmla="*/ 17058 w 169046"/>
                  <a:gd name="connsiteY20" fmla="*/ 599 h 15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046" h="154788">
                    <a:moveTo>
                      <a:pt x="17058" y="599"/>
                    </a:moveTo>
                    <a:cubicBezTo>
                      <a:pt x="17710" y="601"/>
                      <a:pt x="18361" y="604"/>
                      <a:pt x="19032" y="607"/>
                    </a:cubicBezTo>
                    <a:cubicBezTo>
                      <a:pt x="19719" y="606"/>
                      <a:pt x="20406" y="605"/>
                      <a:pt x="21114" y="604"/>
                    </a:cubicBezTo>
                    <a:cubicBezTo>
                      <a:pt x="23433" y="603"/>
                      <a:pt x="25753" y="608"/>
                      <a:pt x="28072" y="613"/>
                    </a:cubicBezTo>
                    <a:cubicBezTo>
                      <a:pt x="29728" y="613"/>
                      <a:pt x="31384" y="613"/>
                      <a:pt x="33039" y="612"/>
                    </a:cubicBezTo>
                    <a:cubicBezTo>
                      <a:pt x="37549" y="612"/>
                      <a:pt x="42058" y="617"/>
                      <a:pt x="46568" y="623"/>
                    </a:cubicBezTo>
                    <a:cubicBezTo>
                      <a:pt x="51275" y="629"/>
                      <a:pt x="55983" y="630"/>
                      <a:pt x="60690" y="631"/>
                    </a:cubicBezTo>
                    <a:cubicBezTo>
                      <a:pt x="69611" y="633"/>
                      <a:pt x="78532" y="641"/>
                      <a:pt x="87452" y="650"/>
                    </a:cubicBezTo>
                    <a:cubicBezTo>
                      <a:pt x="99502" y="662"/>
                      <a:pt x="111552" y="666"/>
                      <a:pt x="123602" y="672"/>
                    </a:cubicBezTo>
                    <a:cubicBezTo>
                      <a:pt x="142597" y="680"/>
                      <a:pt x="161592" y="698"/>
                      <a:pt x="180587" y="714"/>
                    </a:cubicBezTo>
                    <a:cubicBezTo>
                      <a:pt x="180587" y="51743"/>
                      <a:pt x="180587" y="102773"/>
                      <a:pt x="180587" y="155349"/>
                    </a:cubicBezTo>
                    <a:cubicBezTo>
                      <a:pt x="124838" y="155349"/>
                      <a:pt x="69089" y="155349"/>
                      <a:pt x="11651" y="155349"/>
                    </a:cubicBezTo>
                    <a:cubicBezTo>
                      <a:pt x="11633" y="130000"/>
                      <a:pt x="11614" y="104651"/>
                      <a:pt x="11595" y="78534"/>
                    </a:cubicBezTo>
                    <a:cubicBezTo>
                      <a:pt x="11587" y="70516"/>
                      <a:pt x="11579" y="62498"/>
                      <a:pt x="11571" y="54237"/>
                    </a:cubicBezTo>
                    <a:cubicBezTo>
                      <a:pt x="11566" y="44482"/>
                      <a:pt x="11566" y="44482"/>
                      <a:pt x="11566" y="39922"/>
                    </a:cubicBezTo>
                    <a:cubicBezTo>
                      <a:pt x="11565" y="36722"/>
                      <a:pt x="11562" y="33522"/>
                      <a:pt x="11557" y="30322"/>
                    </a:cubicBezTo>
                    <a:cubicBezTo>
                      <a:pt x="11551" y="26248"/>
                      <a:pt x="11549" y="22175"/>
                      <a:pt x="11550" y="18101"/>
                    </a:cubicBezTo>
                    <a:cubicBezTo>
                      <a:pt x="11550" y="16601"/>
                      <a:pt x="11548" y="15101"/>
                      <a:pt x="11544" y="13601"/>
                    </a:cubicBezTo>
                    <a:cubicBezTo>
                      <a:pt x="11540" y="11585"/>
                      <a:pt x="11541" y="9568"/>
                      <a:pt x="11544" y="7552"/>
                    </a:cubicBezTo>
                    <a:cubicBezTo>
                      <a:pt x="11543" y="6419"/>
                      <a:pt x="11542" y="5286"/>
                      <a:pt x="11541" y="4119"/>
                    </a:cubicBezTo>
                    <a:cubicBezTo>
                      <a:pt x="11726" y="-103"/>
                      <a:pt x="13250" y="610"/>
                      <a:pt x="17058" y="599"/>
                    </a:cubicBezTo>
                    <a:close/>
                  </a:path>
                </a:pathLst>
              </a:custGeom>
              <a:grpFill/>
              <a:ln w="894" cap="flat">
                <a:noFill/>
                <a:prstDash val="solid"/>
                <a:miter/>
              </a:ln>
            </p:spPr>
            <p:txBody>
              <a:bodyPr rtlCol="0" anchor="ctr"/>
              <a:lstStyle/>
              <a:p>
                <a:endParaRPr lang="zh-CN" altLang="en-US"/>
              </a:p>
            </p:txBody>
          </p:sp>
          <p:sp>
            <p:nvSpPr>
              <p:cNvPr id="55" name="任意多边形: 形状 54"/>
              <p:cNvSpPr/>
              <p:nvPr/>
            </p:nvSpPr>
            <p:spPr>
              <a:xfrm>
                <a:off x="2613091" y="3829693"/>
                <a:ext cx="169046" cy="154788"/>
              </a:xfrm>
              <a:custGeom>
                <a:avLst/>
                <a:gdLst>
                  <a:gd name="connsiteX0" fmla="*/ 8573 w 169046"/>
                  <a:gd name="connsiteY0" fmla="*/ 599 h 154788"/>
                  <a:gd name="connsiteX1" fmla="*/ 10547 w 169046"/>
                  <a:gd name="connsiteY1" fmla="*/ 607 h 154788"/>
                  <a:gd name="connsiteX2" fmla="*/ 12629 w 169046"/>
                  <a:gd name="connsiteY2" fmla="*/ 604 h 154788"/>
                  <a:gd name="connsiteX3" fmla="*/ 19587 w 169046"/>
                  <a:gd name="connsiteY3" fmla="*/ 613 h 154788"/>
                  <a:gd name="connsiteX4" fmla="*/ 24554 w 169046"/>
                  <a:gd name="connsiteY4" fmla="*/ 612 h 154788"/>
                  <a:gd name="connsiteX5" fmla="*/ 38083 w 169046"/>
                  <a:gd name="connsiteY5" fmla="*/ 623 h 154788"/>
                  <a:gd name="connsiteX6" fmla="*/ 52205 w 169046"/>
                  <a:gd name="connsiteY6" fmla="*/ 631 h 154788"/>
                  <a:gd name="connsiteX7" fmla="*/ 78967 w 169046"/>
                  <a:gd name="connsiteY7" fmla="*/ 650 h 154788"/>
                  <a:gd name="connsiteX8" fmla="*/ 115117 w 169046"/>
                  <a:gd name="connsiteY8" fmla="*/ 672 h 154788"/>
                  <a:gd name="connsiteX9" fmla="*/ 172102 w 169046"/>
                  <a:gd name="connsiteY9" fmla="*/ 714 h 154788"/>
                  <a:gd name="connsiteX10" fmla="*/ 172102 w 169046"/>
                  <a:gd name="connsiteY10" fmla="*/ 155349 h 154788"/>
                  <a:gd name="connsiteX11" fmla="*/ 3166 w 169046"/>
                  <a:gd name="connsiteY11" fmla="*/ 155349 h 154788"/>
                  <a:gd name="connsiteX12" fmla="*/ 3110 w 169046"/>
                  <a:gd name="connsiteY12" fmla="*/ 78534 h 154788"/>
                  <a:gd name="connsiteX13" fmla="*/ 3086 w 169046"/>
                  <a:gd name="connsiteY13" fmla="*/ 54237 h 154788"/>
                  <a:gd name="connsiteX14" fmla="*/ 3081 w 169046"/>
                  <a:gd name="connsiteY14" fmla="*/ 39922 h 154788"/>
                  <a:gd name="connsiteX15" fmla="*/ 3072 w 169046"/>
                  <a:gd name="connsiteY15" fmla="*/ 30322 h 154788"/>
                  <a:gd name="connsiteX16" fmla="*/ 3065 w 169046"/>
                  <a:gd name="connsiteY16" fmla="*/ 18101 h 154788"/>
                  <a:gd name="connsiteX17" fmla="*/ 3059 w 169046"/>
                  <a:gd name="connsiteY17" fmla="*/ 13601 h 154788"/>
                  <a:gd name="connsiteX18" fmla="*/ 3059 w 169046"/>
                  <a:gd name="connsiteY18" fmla="*/ 7552 h 154788"/>
                  <a:gd name="connsiteX19" fmla="*/ 3056 w 169046"/>
                  <a:gd name="connsiteY19" fmla="*/ 4119 h 154788"/>
                  <a:gd name="connsiteX20" fmla="*/ 8573 w 169046"/>
                  <a:gd name="connsiteY20" fmla="*/ 599 h 15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046" h="154788">
                    <a:moveTo>
                      <a:pt x="8573" y="599"/>
                    </a:moveTo>
                    <a:cubicBezTo>
                      <a:pt x="9225" y="601"/>
                      <a:pt x="9876" y="604"/>
                      <a:pt x="10547" y="607"/>
                    </a:cubicBezTo>
                    <a:cubicBezTo>
                      <a:pt x="11234" y="606"/>
                      <a:pt x="11921" y="605"/>
                      <a:pt x="12629" y="604"/>
                    </a:cubicBezTo>
                    <a:cubicBezTo>
                      <a:pt x="14948" y="603"/>
                      <a:pt x="17268" y="608"/>
                      <a:pt x="19587" y="613"/>
                    </a:cubicBezTo>
                    <a:cubicBezTo>
                      <a:pt x="21243" y="613"/>
                      <a:pt x="22899" y="613"/>
                      <a:pt x="24554" y="612"/>
                    </a:cubicBezTo>
                    <a:cubicBezTo>
                      <a:pt x="29064" y="612"/>
                      <a:pt x="33573" y="617"/>
                      <a:pt x="38083" y="623"/>
                    </a:cubicBezTo>
                    <a:cubicBezTo>
                      <a:pt x="42790" y="629"/>
                      <a:pt x="47498" y="630"/>
                      <a:pt x="52205" y="631"/>
                    </a:cubicBezTo>
                    <a:cubicBezTo>
                      <a:pt x="61126" y="633"/>
                      <a:pt x="70047" y="641"/>
                      <a:pt x="78967" y="650"/>
                    </a:cubicBezTo>
                    <a:cubicBezTo>
                      <a:pt x="91017" y="662"/>
                      <a:pt x="103067" y="666"/>
                      <a:pt x="115117" y="672"/>
                    </a:cubicBezTo>
                    <a:cubicBezTo>
                      <a:pt x="134112" y="680"/>
                      <a:pt x="153107" y="698"/>
                      <a:pt x="172102" y="714"/>
                    </a:cubicBezTo>
                    <a:cubicBezTo>
                      <a:pt x="172102" y="51743"/>
                      <a:pt x="172102" y="102773"/>
                      <a:pt x="172102" y="155349"/>
                    </a:cubicBezTo>
                    <a:cubicBezTo>
                      <a:pt x="116353" y="155349"/>
                      <a:pt x="60604" y="155349"/>
                      <a:pt x="3166" y="155349"/>
                    </a:cubicBezTo>
                    <a:cubicBezTo>
                      <a:pt x="3148" y="130000"/>
                      <a:pt x="3129" y="104651"/>
                      <a:pt x="3110" y="78534"/>
                    </a:cubicBezTo>
                    <a:cubicBezTo>
                      <a:pt x="3102" y="70516"/>
                      <a:pt x="3094" y="62498"/>
                      <a:pt x="3086" y="54237"/>
                    </a:cubicBezTo>
                    <a:cubicBezTo>
                      <a:pt x="3081" y="44482"/>
                      <a:pt x="3081" y="44482"/>
                      <a:pt x="3081" y="39922"/>
                    </a:cubicBezTo>
                    <a:cubicBezTo>
                      <a:pt x="3080" y="36722"/>
                      <a:pt x="3077" y="33522"/>
                      <a:pt x="3072" y="30322"/>
                    </a:cubicBezTo>
                    <a:cubicBezTo>
                      <a:pt x="3066" y="26248"/>
                      <a:pt x="3064" y="22175"/>
                      <a:pt x="3065" y="18101"/>
                    </a:cubicBezTo>
                    <a:cubicBezTo>
                      <a:pt x="3065" y="16601"/>
                      <a:pt x="3063" y="15101"/>
                      <a:pt x="3059" y="13601"/>
                    </a:cubicBezTo>
                    <a:cubicBezTo>
                      <a:pt x="3055" y="11585"/>
                      <a:pt x="3056" y="9568"/>
                      <a:pt x="3059" y="7552"/>
                    </a:cubicBezTo>
                    <a:cubicBezTo>
                      <a:pt x="3058" y="6419"/>
                      <a:pt x="3057" y="5286"/>
                      <a:pt x="3056" y="4119"/>
                    </a:cubicBezTo>
                    <a:cubicBezTo>
                      <a:pt x="3241" y="-103"/>
                      <a:pt x="4765" y="610"/>
                      <a:pt x="8573" y="599"/>
                    </a:cubicBezTo>
                    <a:close/>
                  </a:path>
                </a:pathLst>
              </a:custGeom>
              <a:grpFill/>
              <a:ln w="894" cap="flat">
                <a:noFill/>
                <a:prstDash val="solid"/>
                <a:miter/>
              </a:ln>
            </p:spPr>
            <p:txBody>
              <a:bodyPr rtlCol="0" anchor="ctr"/>
              <a:lstStyle/>
              <a:p>
                <a:endParaRPr lang="zh-CN" altLang="en-US"/>
              </a:p>
            </p:txBody>
          </p:sp>
          <p:sp>
            <p:nvSpPr>
              <p:cNvPr id="56" name="任意多边形: 形状 55"/>
              <p:cNvSpPr/>
              <p:nvPr/>
            </p:nvSpPr>
            <p:spPr>
              <a:xfrm>
                <a:off x="10192978" y="3985375"/>
                <a:ext cx="4469" cy="3575"/>
              </a:xfrm>
              <a:custGeom>
                <a:avLst/>
                <a:gdLst>
                  <a:gd name="connsiteX0" fmla="*/ 11530 w 4469"/>
                  <a:gd name="connsiteY0" fmla="*/ 734 h 3575"/>
                  <a:gd name="connsiteX1" fmla="*/ 15999 w 4469"/>
                  <a:gd name="connsiteY1" fmla="*/ 734 h 3575"/>
                  <a:gd name="connsiteX2" fmla="*/ 15105 w 4469"/>
                  <a:gd name="connsiteY2" fmla="*/ 4309 h 3575"/>
                  <a:gd name="connsiteX3" fmla="*/ 11530 w 4469"/>
                  <a:gd name="connsiteY3" fmla="*/ 4309 h 3575"/>
                  <a:gd name="connsiteX4" fmla="*/ 11530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1530" y="734"/>
                    </a:moveTo>
                    <a:cubicBezTo>
                      <a:pt x="13005" y="734"/>
                      <a:pt x="14480" y="734"/>
                      <a:pt x="15999" y="734"/>
                    </a:cubicBezTo>
                    <a:cubicBezTo>
                      <a:pt x="15704" y="1914"/>
                      <a:pt x="15409" y="3094"/>
                      <a:pt x="15105" y="4309"/>
                    </a:cubicBezTo>
                    <a:cubicBezTo>
                      <a:pt x="13925" y="4309"/>
                      <a:pt x="12746" y="4309"/>
                      <a:pt x="11530" y="4309"/>
                    </a:cubicBezTo>
                    <a:cubicBezTo>
                      <a:pt x="11530" y="3129"/>
                      <a:pt x="11530" y="1950"/>
                      <a:pt x="11530" y="734"/>
                    </a:cubicBezTo>
                    <a:close/>
                  </a:path>
                </a:pathLst>
              </a:custGeom>
              <a:grpFill/>
              <a:ln w="894" cap="flat">
                <a:noFill/>
                <a:prstDash val="solid"/>
                <a:miter/>
              </a:ln>
            </p:spPr>
            <p:txBody>
              <a:bodyPr rtlCol="0" anchor="ctr"/>
              <a:lstStyle/>
              <a:p>
                <a:endParaRPr lang="zh-CN" altLang="en-US"/>
              </a:p>
            </p:txBody>
          </p:sp>
          <p:sp>
            <p:nvSpPr>
              <p:cNvPr id="57" name="任意多边形: 形状 56"/>
              <p:cNvSpPr/>
              <p:nvPr/>
            </p:nvSpPr>
            <p:spPr>
              <a:xfrm>
                <a:off x="9593210" y="3985375"/>
                <a:ext cx="4469" cy="3575"/>
              </a:xfrm>
              <a:custGeom>
                <a:avLst/>
                <a:gdLst>
                  <a:gd name="connsiteX0" fmla="*/ 10859 w 4469"/>
                  <a:gd name="connsiteY0" fmla="*/ 734 h 3575"/>
                  <a:gd name="connsiteX1" fmla="*/ 15328 w 4469"/>
                  <a:gd name="connsiteY1" fmla="*/ 734 h 3575"/>
                  <a:gd name="connsiteX2" fmla="*/ 15328 w 4469"/>
                  <a:gd name="connsiteY2" fmla="*/ 4309 h 3575"/>
                  <a:gd name="connsiteX3" fmla="*/ 10859 w 4469"/>
                  <a:gd name="connsiteY3" fmla="*/ 3416 h 3575"/>
                  <a:gd name="connsiteX4" fmla="*/ 10859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0859" y="734"/>
                    </a:moveTo>
                    <a:cubicBezTo>
                      <a:pt x="12334" y="734"/>
                      <a:pt x="13809" y="734"/>
                      <a:pt x="15328" y="734"/>
                    </a:cubicBezTo>
                    <a:cubicBezTo>
                      <a:pt x="15328" y="1914"/>
                      <a:pt x="15328" y="3094"/>
                      <a:pt x="15328" y="4309"/>
                    </a:cubicBezTo>
                    <a:cubicBezTo>
                      <a:pt x="13853" y="4014"/>
                      <a:pt x="12379" y="3719"/>
                      <a:pt x="10859" y="3416"/>
                    </a:cubicBezTo>
                    <a:cubicBezTo>
                      <a:pt x="10859" y="2531"/>
                      <a:pt x="10859" y="1646"/>
                      <a:pt x="10859" y="734"/>
                    </a:cubicBezTo>
                    <a:close/>
                  </a:path>
                </a:pathLst>
              </a:custGeom>
              <a:grpFill/>
              <a:ln w="894" cap="flat">
                <a:noFill/>
                <a:prstDash val="solid"/>
                <a:miter/>
              </a:ln>
            </p:spPr>
            <p:txBody>
              <a:bodyPr rtlCol="0" anchor="ctr"/>
              <a:lstStyle/>
              <a:p>
                <a:endParaRPr lang="zh-CN" altLang="en-US"/>
              </a:p>
            </p:txBody>
          </p:sp>
          <p:sp>
            <p:nvSpPr>
              <p:cNvPr id="58" name="任意多边形: 形状 57"/>
              <p:cNvSpPr/>
              <p:nvPr/>
            </p:nvSpPr>
            <p:spPr>
              <a:xfrm>
                <a:off x="2608731" y="3985375"/>
                <a:ext cx="4469" cy="3575"/>
              </a:xfrm>
              <a:custGeom>
                <a:avLst/>
                <a:gdLst>
                  <a:gd name="connsiteX0" fmla="*/ 3045 w 4469"/>
                  <a:gd name="connsiteY0" fmla="*/ 734 h 3575"/>
                  <a:gd name="connsiteX1" fmla="*/ 7514 w 4469"/>
                  <a:gd name="connsiteY1" fmla="*/ 734 h 3575"/>
                  <a:gd name="connsiteX2" fmla="*/ 6620 w 4469"/>
                  <a:gd name="connsiteY2" fmla="*/ 4309 h 3575"/>
                  <a:gd name="connsiteX3" fmla="*/ 3045 w 4469"/>
                  <a:gd name="connsiteY3" fmla="*/ 4309 h 3575"/>
                  <a:gd name="connsiteX4" fmla="*/ 3045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3045" y="734"/>
                    </a:moveTo>
                    <a:cubicBezTo>
                      <a:pt x="4520" y="734"/>
                      <a:pt x="5995" y="734"/>
                      <a:pt x="7514" y="734"/>
                    </a:cubicBezTo>
                    <a:cubicBezTo>
                      <a:pt x="7219" y="1914"/>
                      <a:pt x="6924" y="3094"/>
                      <a:pt x="6620" y="4309"/>
                    </a:cubicBezTo>
                    <a:cubicBezTo>
                      <a:pt x="5440" y="4309"/>
                      <a:pt x="4261" y="4309"/>
                      <a:pt x="3045" y="4309"/>
                    </a:cubicBezTo>
                    <a:cubicBezTo>
                      <a:pt x="3045" y="3129"/>
                      <a:pt x="3045" y="1950"/>
                      <a:pt x="3045" y="734"/>
                    </a:cubicBezTo>
                    <a:close/>
                  </a:path>
                </a:pathLst>
              </a:custGeom>
              <a:grpFill/>
              <a:ln w="894" cap="flat">
                <a:noFill/>
                <a:prstDash val="solid"/>
                <a:miter/>
              </a:ln>
            </p:spPr>
            <p:txBody>
              <a:bodyPr rtlCol="0" anchor="ctr"/>
              <a:lstStyle/>
              <a:p>
                <a:endParaRPr lang="zh-CN" altLang="en-US"/>
              </a:p>
            </p:txBody>
          </p:sp>
          <p:sp>
            <p:nvSpPr>
              <p:cNvPr id="59" name="任意多边形: 形状 58"/>
              <p:cNvSpPr/>
              <p:nvPr/>
            </p:nvSpPr>
            <p:spPr>
              <a:xfrm>
                <a:off x="2340579" y="3985375"/>
                <a:ext cx="4469" cy="3575"/>
              </a:xfrm>
              <a:custGeom>
                <a:avLst/>
                <a:gdLst>
                  <a:gd name="connsiteX0" fmla="*/ 2745 w 4469"/>
                  <a:gd name="connsiteY0" fmla="*/ 734 h 3575"/>
                  <a:gd name="connsiteX1" fmla="*/ 7214 w 4469"/>
                  <a:gd name="connsiteY1" fmla="*/ 734 h 3575"/>
                  <a:gd name="connsiteX2" fmla="*/ 6320 w 4469"/>
                  <a:gd name="connsiteY2" fmla="*/ 4309 h 3575"/>
                  <a:gd name="connsiteX3" fmla="*/ 2745 w 4469"/>
                  <a:gd name="connsiteY3" fmla="*/ 4309 h 3575"/>
                  <a:gd name="connsiteX4" fmla="*/ 2745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2745" y="734"/>
                    </a:moveTo>
                    <a:cubicBezTo>
                      <a:pt x="4220" y="734"/>
                      <a:pt x="5695" y="734"/>
                      <a:pt x="7214" y="734"/>
                    </a:cubicBezTo>
                    <a:cubicBezTo>
                      <a:pt x="6919" y="1914"/>
                      <a:pt x="6624" y="3094"/>
                      <a:pt x="6320" y="4309"/>
                    </a:cubicBezTo>
                    <a:cubicBezTo>
                      <a:pt x="5140" y="4309"/>
                      <a:pt x="3961" y="4309"/>
                      <a:pt x="2745" y="4309"/>
                    </a:cubicBezTo>
                    <a:cubicBezTo>
                      <a:pt x="2745" y="3129"/>
                      <a:pt x="2745" y="1950"/>
                      <a:pt x="2745" y="734"/>
                    </a:cubicBezTo>
                    <a:close/>
                  </a:path>
                </a:pathLst>
              </a:custGeom>
              <a:grpFill/>
              <a:ln w="894" cap="flat">
                <a:noFill/>
                <a:prstDash val="solid"/>
                <a:miter/>
              </a:ln>
            </p:spPr>
            <p:txBody>
              <a:bodyPr rtlCol="0" anchor="ctr"/>
              <a:lstStyle/>
              <a:p>
                <a:endParaRPr lang="zh-CN" altLang="en-US"/>
              </a:p>
            </p:txBody>
          </p:sp>
          <p:sp>
            <p:nvSpPr>
              <p:cNvPr id="60" name="任意多边形: 形状 59"/>
              <p:cNvSpPr/>
              <p:nvPr/>
            </p:nvSpPr>
            <p:spPr>
              <a:xfrm>
                <a:off x="10192978" y="3825378"/>
                <a:ext cx="4469" cy="3575"/>
              </a:xfrm>
              <a:custGeom>
                <a:avLst/>
                <a:gdLst>
                  <a:gd name="connsiteX0" fmla="*/ 11530 w 4469"/>
                  <a:gd name="connsiteY0" fmla="*/ 555 h 3575"/>
                  <a:gd name="connsiteX1" fmla="*/ 15999 w 4469"/>
                  <a:gd name="connsiteY1" fmla="*/ 1449 h 3575"/>
                  <a:gd name="connsiteX2" fmla="*/ 15999 w 4469"/>
                  <a:gd name="connsiteY2" fmla="*/ 4130 h 3575"/>
                  <a:gd name="connsiteX3" fmla="*/ 11530 w 4469"/>
                  <a:gd name="connsiteY3" fmla="*/ 4130 h 3575"/>
                  <a:gd name="connsiteX4" fmla="*/ 11530 w 4469"/>
                  <a:gd name="connsiteY4" fmla="*/ 555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1530" y="555"/>
                    </a:moveTo>
                    <a:cubicBezTo>
                      <a:pt x="13742" y="997"/>
                      <a:pt x="13742" y="997"/>
                      <a:pt x="15999" y="1449"/>
                    </a:cubicBezTo>
                    <a:cubicBezTo>
                      <a:pt x="15999" y="2334"/>
                      <a:pt x="15999" y="3219"/>
                      <a:pt x="15999" y="4130"/>
                    </a:cubicBezTo>
                    <a:cubicBezTo>
                      <a:pt x="14524" y="4130"/>
                      <a:pt x="13050" y="4130"/>
                      <a:pt x="11530" y="4130"/>
                    </a:cubicBezTo>
                    <a:cubicBezTo>
                      <a:pt x="11530" y="2950"/>
                      <a:pt x="11530" y="1771"/>
                      <a:pt x="11530" y="555"/>
                    </a:cubicBezTo>
                    <a:close/>
                  </a:path>
                </a:pathLst>
              </a:custGeom>
              <a:grpFill/>
              <a:ln w="894" cap="flat">
                <a:noFill/>
                <a:prstDash val="solid"/>
                <a:miter/>
              </a:ln>
            </p:spPr>
            <p:txBody>
              <a:bodyPr rtlCol="0" anchor="ctr"/>
              <a:lstStyle/>
              <a:p>
                <a:endParaRPr lang="zh-CN" altLang="en-US"/>
              </a:p>
            </p:txBody>
          </p:sp>
          <p:sp>
            <p:nvSpPr>
              <p:cNvPr id="61" name="任意多边形: 形状 60"/>
              <p:cNvSpPr/>
              <p:nvPr/>
            </p:nvSpPr>
            <p:spPr>
              <a:xfrm>
                <a:off x="2608731" y="3825378"/>
                <a:ext cx="4469" cy="3575"/>
              </a:xfrm>
              <a:custGeom>
                <a:avLst/>
                <a:gdLst>
                  <a:gd name="connsiteX0" fmla="*/ 3045 w 4469"/>
                  <a:gd name="connsiteY0" fmla="*/ 555 h 3575"/>
                  <a:gd name="connsiteX1" fmla="*/ 7514 w 4469"/>
                  <a:gd name="connsiteY1" fmla="*/ 1449 h 3575"/>
                  <a:gd name="connsiteX2" fmla="*/ 7514 w 4469"/>
                  <a:gd name="connsiteY2" fmla="*/ 4130 h 3575"/>
                  <a:gd name="connsiteX3" fmla="*/ 3045 w 4469"/>
                  <a:gd name="connsiteY3" fmla="*/ 4130 h 3575"/>
                  <a:gd name="connsiteX4" fmla="*/ 3045 w 4469"/>
                  <a:gd name="connsiteY4" fmla="*/ 555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3045" y="555"/>
                    </a:moveTo>
                    <a:cubicBezTo>
                      <a:pt x="5257" y="997"/>
                      <a:pt x="5257" y="997"/>
                      <a:pt x="7514" y="1449"/>
                    </a:cubicBezTo>
                    <a:cubicBezTo>
                      <a:pt x="7514" y="2334"/>
                      <a:pt x="7514" y="3219"/>
                      <a:pt x="7514" y="4130"/>
                    </a:cubicBezTo>
                    <a:cubicBezTo>
                      <a:pt x="6039" y="4130"/>
                      <a:pt x="4565" y="4130"/>
                      <a:pt x="3045" y="4130"/>
                    </a:cubicBezTo>
                    <a:cubicBezTo>
                      <a:pt x="3045" y="2950"/>
                      <a:pt x="3045" y="1771"/>
                      <a:pt x="3045" y="555"/>
                    </a:cubicBezTo>
                    <a:close/>
                  </a:path>
                </a:pathLst>
              </a:custGeom>
              <a:grpFill/>
              <a:ln w="894" cap="flat">
                <a:noFill/>
                <a:prstDash val="solid"/>
                <a:miter/>
              </a:ln>
            </p:spPr>
            <p:txBody>
              <a:bodyPr rtlCol="0" anchor="ctr"/>
              <a:lstStyle/>
              <a:p>
                <a:endParaRPr lang="zh-CN" altLang="en-US"/>
              </a:p>
            </p:txBody>
          </p:sp>
          <p:sp>
            <p:nvSpPr>
              <p:cNvPr id="62" name="任意多边形: 形状 61"/>
              <p:cNvSpPr/>
              <p:nvPr/>
            </p:nvSpPr>
            <p:spPr>
              <a:xfrm>
                <a:off x="6948332" y="3437450"/>
                <a:ext cx="4469" cy="4469"/>
              </a:xfrm>
              <a:custGeom>
                <a:avLst/>
                <a:gdLst>
                  <a:gd name="connsiteX0" fmla="*/ 8795 w 4469"/>
                  <a:gd name="connsiteY0" fmla="*/ 121 h 4469"/>
                  <a:gd name="connsiteX1" fmla="*/ 12370 w 4469"/>
                  <a:gd name="connsiteY1" fmla="*/ 1909 h 4469"/>
                  <a:gd name="connsiteX2" fmla="*/ 11476 w 4469"/>
                  <a:gd name="connsiteY2" fmla="*/ 4590 h 4469"/>
                  <a:gd name="connsiteX3" fmla="*/ 7901 w 4469"/>
                  <a:gd name="connsiteY3" fmla="*/ 3696 h 4469"/>
                  <a:gd name="connsiteX4" fmla="*/ 8795 w 4469"/>
                  <a:gd name="connsiteY4" fmla="*/ 121 h 4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4469">
                    <a:moveTo>
                      <a:pt x="8795" y="121"/>
                    </a:moveTo>
                    <a:cubicBezTo>
                      <a:pt x="9975" y="711"/>
                      <a:pt x="11155" y="1301"/>
                      <a:pt x="12370" y="1909"/>
                    </a:cubicBezTo>
                    <a:cubicBezTo>
                      <a:pt x="12075" y="2794"/>
                      <a:pt x="11780" y="3678"/>
                      <a:pt x="11476" y="4590"/>
                    </a:cubicBezTo>
                    <a:cubicBezTo>
                      <a:pt x="10296" y="4295"/>
                      <a:pt x="9117" y="4000"/>
                      <a:pt x="7901" y="3696"/>
                    </a:cubicBezTo>
                    <a:cubicBezTo>
                      <a:pt x="8196" y="2516"/>
                      <a:pt x="8491" y="1337"/>
                      <a:pt x="8795" y="121"/>
                    </a:cubicBezTo>
                    <a:close/>
                  </a:path>
                </a:pathLst>
              </a:custGeom>
              <a:grpFill/>
              <a:ln w="894" cap="flat">
                <a:noFill/>
                <a:prstDash val="solid"/>
                <a:miter/>
              </a:ln>
            </p:spPr>
            <p:txBody>
              <a:bodyPr rtlCol="0" anchor="ctr"/>
              <a:lstStyle/>
              <a:p>
                <a:endParaRPr lang="zh-CN" altLang="en-US"/>
              </a:p>
            </p:txBody>
          </p:sp>
          <p:sp>
            <p:nvSpPr>
              <p:cNvPr id="63" name="任意多边形: 形状 62"/>
              <p:cNvSpPr/>
              <p:nvPr/>
            </p:nvSpPr>
            <p:spPr>
              <a:xfrm>
                <a:off x="6546998" y="3985375"/>
                <a:ext cx="4469" cy="3575"/>
              </a:xfrm>
              <a:custGeom>
                <a:avLst/>
                <a:gdLst>
                  <a:gd name="connsiteX0" fmla="*/ 7451 w 4469"/>
                  <a:gd name="connsiteY0" fmla="*/ 734 h 3575"/>
                  <a:gd name="connsiteX1" fmla="*/ 11920 w 4469"/>
                  <a:gd name="connsiteY1" fmla="*/ 734 h 3575"/>
                  <a:gd name="connsiteX2" fmla="*/ 11026 w 4469"/>
                  <a:gd name="connsiteY2" fmla="*/ 4309 h 3575"/>
                  <a:gd name="connsiteX3" fmla="*/ 7451 w 4469"/>
                  <a:gd name="connsiteY3" fmla="*/ 3416 h 3575"/>
                  <a:gd name="connsiteX4" fmla="*/ 7451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7451" y="734"/>
                    </a:moveTo>
                    <a:cubicBezTo>
                      <a:pt x="8926" y="734"/>
                      <a:pt x="10401" y="734"/>
                      <a:pt x="11920" y="734"/>
                    </a:cubicBezTo>
                    <a:cubicBezTo>
                      <a:pt x="11625" y="1914"/>
                      <a:pt x="11330" y="3094"/>
                      <a:pt x="11026" y="4309"/>
                    </a:cubicBezTo>
                    <a:cubicBezTo>
                      <a:pt x="9846" y="4014"/>
                      <a:pt x="8667" y="3719"/>
                      <a:pt x="7451" y="3416"/>
                    </a:cubicBezTo>
                    <a:cubicBezTo>
                      <a:pt x="7451" y="2531"/>
                      <a:pt x="7451" y="1646"/>
                      <a:pt x="7451" y="734"/>
                    </a:cubicBezTo>
                    <a:close/>
                  </a:path>
                </a:pathLst>
              </a:custGeom>
              <a:grpFill/>
              <a:ln w="894" cap="flat">
                <a:noFill/>
                <a:prstDash val="solid"/>
                <a:miter/>
              </a:ln>
            </p:spPr>
            <p:txBody>
              <a:bodyPr rtlCol="0" anchor="ctr"/>
              <a:lstStyle/>
              <a:p>
                <a:endParaRPr lang="zh-CN" altLang="en-US"/>
              </a:p>
            </p:txBody>
          </p:sp>
          <p:sp>
            <p:nvSpPr>
              <p:cNvPr id="128" name="任意多边形: 形状 127"/>
              <p:cNvSpPr/>
              <p:nvPr/>
            </p:nvSpPr>
            <p:spPr>
              <a:xfrm>
                <a:off x="176588" y="3985375"/>
                <a:ext cx="4469" cy="3575"/>
              </a:xfrm>
              <a:custGeom>
                <a:avLst/>
                <a:gdLst>
                  <a:gd name="connsiteX0" fmla="*/ 324 w 4469"/>
                  <a:gd name="connsiteY0" fmla="*/ 734 h 3575"/>
                  <a:gd name="connsiteX1" fmla="*/ 4793 w 4469"/>
                  <a:gd name="connsiteY1" fmla="*/ 1628 h 3575"/>
                  <a:gd name="connsiteX2" fmla="*/ 3899 w 4469"/>
                  <a:gd name="connsiteY2" fmla="*/ 4309 h 3575"/>
                  <a:gd name="connsiteX3" fmla="*/ 324 w 4469"/>
                  <a:gd name="connsiteY3" fmla="*/ 4309 h 3575"/>
                  <a:gd name="connsiteX4" fmla="*/ 324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324" y="734"/>
                    </a:moveTo>
                    <a:cubicBezTo>
                      <a:pt x="2536" y="1176"/>
                      <a:pt x="2536" y="1176"/>
                      <a:pt x="4793" y="1628"/>
                    </a:cubicBezTo>
                    <a:cubicBezTo>
                      <a:pt x="4498" y="2513"/>
                      <a:pt x="4203" y="3398"/>
                      <a:pt x="3899" y="4309"/>
                    </a:cubicBezTo>
                    <a:cubicBezTo>
                      <a:pt x="2719" y="4309"/>
                      <a:pt x="1540" y="4309"/>
                      <a:pt x="324" y="4309"/>
                    </a:cubicBezTo>
                    <a:cubicBezTo>
                      <a:pt x="324" y="3129"/>
                      <a:pt x="324" y="1950"/>
                      <a:pt x="324" y="734"/>
                    </a:cubicBezTo>
                    <a:close/>
                  </a:path>
                </a:pathLst>
              </a:custGeom>
              <a:grpFill/>
              <a:ln w="894" cap="flat">
                <a:noFill/>
                <a:prstDash val="solid"/>
                <a:miter/>
              </a:ln>
            </p:spPr>
            <p:txBody>
              <a:bodyPr rtlCol="0" anchor="ctr"/>
              <a:lstStyle/>
              <a:p>
                <a:endParaRPr lang="zh-CN" altLang="en-US"/>
              </a:p>
            </p:txBody>
          </p:sp>
          <p:sp>
            <p:nvSpPr>
              <p:cNvPr id="129" name="任意多边形: 形状 128"/>
              <p:cNvSpPr/>
              <p:nvPr/>
            </p:nvSpPr>
            <p:spPr>
              <a:xfrm>
                <a:off x="-3967" y="3985375"/>
                <a:ext cx="4469" cy="3575"/>
              </a:xfrm>
              <a:custGeom>
                <a:avLst/>
                <a:gdLst>
                  <a:gd name="connsiteX0" fmla="*/ 122 w 4469"/>
                  <a:gd name="connsiteY0" fmla="*/ 734 h 3575"/>
                  <a:gd name="connsiteX1" fmla="*/ 4591 w 4469"/>
                  <a:gd name="connsiteY1" fmla="*/ 734 h 3575"/>
                  <a:gd name="connsiteX2" fmla="*/ 3697 w 4469"/>
                  <a:gd name="connsiteY2" fmla="*/ 4309 h 3575"/>
                  <a:gd name="connsiteX3" fmla="*/ 122 w 4469"/>
                  <a:gd name="connsiteY3" fmla="*/ 3416 h 3575"/>
                  <a:gd name="connsiteX4" fmla="*/ 122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22" y="734"/>
                    </a:moveTo>
                    <a:cubicBezTo>
                      <a:pt x="1597" y="734"/>
                      <a:pt x="3072" y="734"/>
                      <a:pt x="4591" y="734"/>
                    </a:cubicBezTo>
                    <a:cubicBezTo>
                      <a:pt x="4296" y="1914"/>
                      <a:pt x="4001" y="3094"/>
                      <a:pt x="3697" y="4309"/>
                    </a:cubicBezTo>
                    <a:cubicBezTo>
                      <a:pt x="2517" y="4014"/>
                      <a:pt x="1338" y="3719"/>
                      <a:pt x="122" y="3416"/>
                    </a:cubicBezTo>
                    <a:cubicBezTo>
                      <a:pt x="122" y="2531"/>
                      <a:pt x="122" y="1646"/>
                      <a:pt x="122" y="734"/>
                    </a:cubicBezTo>
                    <a:close/>
                  </a:path>
                </a:pathLst>
              </a:custGeom>
              <a:grpFill/>
              <a:ln w="894" cap="flat">
                <a:noFill/>
                <a:prstDash val="solid"/>
                <a:miter/>
              </a:ln>
            </p:spPr>
            <p:txBody>
              <a:bodyPr rtlCol="0" anchor="ctr"/>
              <a:lstStyle/>
              <a:p>
                <a:endParaRPr lang="zh-CN" altLang="en-US"/>
              </a:p>
            </p:txBody>
          </p:sp>
          <p:sp>
            <p:nvSpPr>
              <p:cNvPr id="217" name="任意多边形: 形状 216"/>
              <p:cNvSpPr/>
              <p:nvPr/>
            </p:nvSpPr>
            <p:spPr>
              <a:xfrm>
                <a:off x="1086519" y="3985375"/>
                <a:ext cx="4469" cy="3575"/>
              </a:xfrm>
              <a:custGeom>
                <a:avLst/>
                <a:gdLst>
                  <a:gd name="connsiteX0" fmla="*/ 1342 w 4469"/>
                  <a:gd name="connsiteY0" fmla="*/ 734 h 3575"/>
                  <a:gd name="connsiteX1" fmla="*/ 5811 w 4469"/>
                  <a:gd name="connsiteY1" fmla="*/ 1628 h 3575"/>
                  <a:gd name="connsiteX2" fmla="*/ 4917 w 4469"/>
                  <a:gd name="connsiteY2" fmla="*/ 4309 h 3575"/>
                  <a:gd name="connsiteX3" fmla="*/ 1342 w 4469"/>
                  <a:gd name="connsiteY3" fmla="*/ 4309 h 3575"/>
                  <a:gd name="connsiteX4" fmla="*/ 1342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342" y="734"/>
                    </a:moveTo>
                    <a:cubicBezTo>
                      <a:pt x="3554" y="1176"/>
                      <a:pt x="3554" y="1176"/>
                      <a:pt x="5811" y="1628"/>
                    </a:cubicBezTo>
                    <a:cubicBezTo>
                      <a:pt x="5516" y="2513"/>
                      <a:pt x="5221" y="3398"/>
                      <a:pt x="4917" y="4309"/>
                    </a:cubicBezTo>
                    <a:cubicBezTo>
                      <a:pt x="3737" y="4309"/>
                      <a:pt x="2558" y="4309"/>
                      <a:pt x="1342" y="4309"/>
                    </a:cubicBezTo>
                    <a:cubicBezTo>
                      <a:pt x="1342" y="3129"/>
                      <a:pt x="1342" y="1950"/>
                      <a:pt x="1342" y="734"/>
                    </a:cubicBezTo>
                    <a:close/>
                  </a:path>
                </a:pathLst>
              </a:custGeom>
              <a:grpFill/>
              <a:ln w="894" cap="flat">
                <a:noFill/>
                <a:prstDash val="solid"/>
                <a:miter/>
              </a:ln>
            </p:spPr>
            <p:txBody>
              <a:bodyPr rtlCol="0" anchor="ctr"/>
              <a:lstStyle/>
              <a:p>
                <a:endParaRPr lang="zh-CN" altLang="en-US"/>
              </a:p>
            </p:txBody>
          </p:sp>
          <p:sp>
            <p:nvSpPr>
              <p:cNvPr id="218" name="任意多边形: 形状 217"/>
              <p:cNvSpPr/>
              <p:nvPr/>
            </p:nvSpPr>
            <p:spPr>
              <a:xfrm>
                <a:off x="905963" y="3985375"/>
                <a:ext cx="4469" cy="3575"/>
              </a:xfrm>
              <a:custGeom>
                <a:avLst/>
                <a:gdLst>
                  <a:gd name="connsiteX0" fmla="*/ 1140 w 4469"/>
                  <a:gd name="connsiteY0" fmla="*/ 734 h 3575"/>
                  <a:gd name="connsiteX1" fmla="*/ 5609 w 4469"/>
                  <a:gd name="connsiteY1" fmla="*/ 1628 h 3575"/>
                  <a:gd name="connsiteX2" fmla="*/ 4715 w 4469"/>
                  <a:gd name="connsiteY2" fmla="*/ 4309 h 3575"/>
                  <a:gd name="connsiteX3" fmla="*/ 1140 w 4469"/>
                  <a:gd name="connsiteY3" fmla="*/ 3416 h 3575"/>
                  <a:gd name="connsiteX4" fmla="*/ 1140 w 4469"/>
                  <a:gd name="connsiteY4" fmla="*/ 734 h 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9" h="3575">
                    <a:moveTo>
                      <a:pt x="1140" y="734"/>
                    </a:moveTo>
                    <a:cubicBezTo>
                      <a:pt x="3352" y="1176"/>
                      <a:pt x="3352" y="1176"/>
                      <a:pt x="5609" y="1628"/>
                    </a:cubicBezTo>
                    <a:cubicBezTo>
                      <a:pt x="5314" y="2513"/>
                      <a:pt x="5019" y="3398"/>
                      <a:pt x="4715" y="4309"/>
                    </a:cubicBezTo>
                    <a:cubicBezTo>
                      <a:pt x="3535" y="4014"/>
                      <a:pt x="2356" y="3719"/>
                      <a:pt x="1140" y="3416"/>
                    </a:cubicBezTo>
                    <a:cubicBezTo>
                      <a:pt x="1140" y="2531"/>
                      <a:pt x="1140" y="1646"/>
                      <a:pt x="1140" y="734"/>
                    </a:cubicBezTo>
                    <a:close/>
                  </a:path>
                </a:pathLst>
              </a:custGeom>
              <a:grpFill/>
              <a:ln w="894" cap="flat">
                <a:noFill/>
                <a:prstDash val="solid"/>
                <a:miter/>
              </a:ln>
            </p:spPr>
            <p:txBody>
              <a:bodyPr rtlCol="0" anchor="ctr"/>
              <a:lstStyle/>
              <a:p>
                <a:endParaRPr lang="zh-CN" altLang="en-US"/>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页2">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11863" y="865343"/>
            <a:ext cx="1361006" cy="1559805"/>
          </a:xfrm>
          <a:prstGeom prst="rect">
            <a:avLst/>
          </a:prstGeom>
        </p:spPr>
      </p:pic>
      <p:grpSp>
        <p:nvGrpSpPr>
          <p:cNvPr id="74" name="组合 73"/>
          <p:cNvGrpSpPr/>
          <p:nvPr userDrawn="1"/>
        </p:nvGrpSpPr>
        <p:grpSpPr>
          <a:xfrm>
            <a:off x="7548585" y="821788"/>
            <a:ext cx="4041466" cy="422810"/>
            <a:chOff x="-341545" y="273657"/>
            <a:chExt cx="12164003" cy="1604824"/>
          </a:xfrm>
          <a:solidFill>
            <a:schemeClr val="bg1"/>
          </a:solidFill>
        </p:grpSpPr>
        <p:sp>
          <p:nvSpPr>
            <p:cNvPr id="75" name="任意多边形: 形状 74"/>
            <p:cNvSpPr/>
            <p:nvPr/>
          </p:nvSpPr>
          <p:spPr>
            <a:xfrm>
              <a:off x="-299447" y="845498"/>
              <a:ext cx="1219313" cy="640117"/>
            </a:xfrm>
            <a:custGeom>
              <a:avLst/>
              <a:gdLst>
                <a:gd name="connsiteX0" fmla="*/ 856634 w 1219313"/>
                <a:gd name="connsiteY0" fmla="*/ 1263 h 640117"/>
                <a:gd name="connsiteX1" fmla="*/ 859616 w 1219313"/>
                <a:gd name="connsiteY1" fmla="*/ 886 h 640117"/>
                <a:gd name="connsiteX2" fmla="*/ 861517 w 1219313"/>
                <a:gd name="connsiteY2" fmla="*/ 862 h 640117"/>
                <a:gd name="connsiteX3" fmla="*/ 863617 w 1219313"/>
                <a:gd name="connsiteY3" fmla="*/ 880 h 640117"/>
                <a:gd name="connsiteX4" fmla="*/ 865838 w 1219313"/>
                <a:gd name="connsiteY4" fmla="*/ 865 h 640117"/>
                <a:gd name="connsiteX5" fmla="*/ 873254 w 1219313"/>
                <a:gd name="connsiteY5" fmla="*/ 866 h 640117"/>
                <a:gd name="connsiteX6" fmla="*/ 878552 w 1219313"/>
                <a:gd name="connsiteY6" fmla="*/ 847 h 640117"/>
                <a:gd name="connsiteX7" fmla="*/ 891475 w 1219313"/>
                <a:gd name="connsiteY7" fmla="*/ 837 h 640117"/>
                <a:gd name="connsiteX8" fmla="*/ 901972 w 1219313"/>
                <a:gd name="connsiteY8" fmla="*/ 836 h 640117"/>
                <a:gd name="connsiteX9" fmla="*/ 903479 w 1219313"/>
                <a:gd name="connsiteY9" fmla="*/ 834 h 640117"/>
                <a:gd name="connsiteX10" fmla="*/ 906510 w 1219313"/>
                <a:gd name="connsiteY10" fmla="*/ 830 h 640117"/>
                <a:gd name="connsiteX11" fmla="*/ 934949 w 1219313"/>
                <a:gd name="connsiteY11" fmla="*/ 836 h 640117"/>
                <a:gd name="connsiteX12" fmla="*/ 960997 w 1219313"/>
                <a:gd name="connsiteY12" fmla="*/ 815 h 640117"/>
                <a:gd name="connsiteX13" fmla="*/ 987715 w 1219313"/>
                <a:gd name="connsiteY13" fmla="*/ 792 h 640117"/>
                <a:gd name="connsiteX14" fmla="*/ 990734 w 1219313"/>
                <a:gd name="connsiteY14" fmla="*/ 794 h 640117"/>
                <a:gd name="connsiteX15" fmla="*/ 992234 w 1219313"/>
                <a:gd name="connsiteY15" fmla="*/ 795 h 640117"/>
                <a:gd name="connsiteX16" fmla="*/ 1002727 w 1219313"/>
                <a:gd name="connsiteY16" fmla="*/ 779 h 640117"/>
                <a:gd name="connsiteX17" fmla="*/ 1016834 w 1219313"/>
                <a:gd name="connsiteY17" fmla="*/ 788 h 640117"/>
                <a:gd name="connsiteX18" fmla="*/ 1022027 w 1219313"/>
                <a:gd name="connsiteY18" fmla="*/ 780 h 640117"/>
                <a:gd name="connsiteX19" fmla="*/ 1029085 w 1219313"/>
                <a:gd name="connsiteY19" fmla="*/ 796 h 640117"/>
                <a:gd name="connsiteX20" fmla="*/ 1031189 w 1219313"/>
                <a:gd name="connsiteY20" fmla="*/ 769 h 640117"/>
                <a:gd name="connsiteX21" fmla="*/ 1035972 w 1219313"/>
                <a:gd name="connsiteY21" fmla="*/ 1263 h 640117"/>
                <a:gd name="connsiteX22" fmla="*/ 1036716 w 1219313"/>
                <a:gd name="connsiteY22" fmla="*/ 4984 h 640117"/>
                <a:gd name="connsiteX23" fmla="*/ 1040205 w 1219313"/>
                <a:gd name="connsiteY23" fmla="*/ 5371 h 640117"/>
                <a:gd name="connsiteX24" fmla="*/ 1042455 w 1219313"/>
                <a:gd name="connsiteY24" fmla="*/ 5348 h 640117"/>
                <a:gd name="connsiteX25" fmla="*/ 1044902 w 1219313"/>
                <a:gd name="connsiteY25" fmla="*/ 5269 h 640117"/>
                <a:gd name="connsiteX26" fmla="*/ 1047396 w 1219313"/>
                <a:gd name="connsiteY26" fmla="*/ 5237 h 640117"/>
                <a:gd name="connsiteX27" fmla="*/ 1055320 w 1219313"/>
                <a:gd name="connsiteY27" fmla="*/ 5077 h 640117"/>
                <a:gd name="connsiteX28" fmla="*/ 1063244 w 1219313"/>
                <a:gd name="connsiteY28" fmla="*/ 4933 h 640117"/>
                <a:gd name="connsiteX29" fmla="*/ 1068186 w 1219313"/>
                <a:gd name="connsiteY29" fmla="*/ 4826 h 640117"/>
                <a:gd name="connsiteX30" fmla="*/ 1070435 w 1219313"/>
                <a:gd name="connsiteY30" fmla="*/ 4789 h 640117"/>
                <a:gd name="connsiteX31" fmla="*/ 1072427 w 1219313"/>
                <a:gd name="connsiteY31" fmla="*/ 4740 h 640117"/>
                <a:gd name="connsiteX32" fmla="*/ 1073924 w 1219313"/>
                <a:gd name="connsiteY32" fmla="*/ 4984 h 640117"/>
                <a:gd name="connsiteX33" fmla="*/ 1074668 w 1219313"/>
                <a:gd name="connsiteY33" fmla="*/ 7216 h 640117"/>
                <a:gd name="connsiteX34" fmla="*/ 1080574 w 1219313"/>
                <a:gd name="connsiteY34" fmla="*/ 7466 h 640117"/>
                <a:gd name="connsiteX35" fmla="*/ 1084219 w 1219313"/>
                <a:gd name="connsiteY35" fmla="*/ 7495 h 640117"/>
                <a:gd name="connsiteX36" fmla="*/ 1089996 w 1219313"/>
                <a:gd name="connsiteY36" fmla="*/ 7484 h 640117"/>
                <a:gd name="connsiteX37" fmla="*/ 1095550 w 1219313"/>
                <a:gd name="connsiteY37" fmla="*/ 7513 h 640117"/>
                <a:gd name="connsiteX38" fmla="*/ 1097307 w 1219313"/>
                <a:gd name="connsiteY38" fmla="*/ 7483 h 640117"/>
                <a:gd name="connsiteX39" fmla="*/ 1101457 w 1219313"/>
                <a:gd name="connsiteY39" fmla="*/ 7960 h 640117"/>
                <a:gd name="connsiteX40" fmla="*/ 1102201 w 1219313"/>
                <a:gd name="connsiteY40" fmla="*/ 11681 h 640117"/>
                <a:gd name="connsiteX41" fmla="*/ 1107430 w 1219313"/>
                <a:gd name="connsiteY41" fmla="*/ 11940 h 640117"/>
                <a:gd name="connsiteX42" fmla="*/ 1109018 w 1219313"/>
                <a:gd name="connsiteY42" fmla="*/ 11902 h 640117"/>
                <a:gd name="connsiteX43" fmla="*/ 1114061 w 1219313"/>
                <a:gd name="connsiteY43" fmla="*/ 11728 h 640117"/>
                <a:gd name="connsiteX44" fmla="*/ 1119095 w 1219313"/>
                <a:gd name="connsiteY44" fmla="*/ 11561 h 640117"/>
                <a:gd name="connsiteX45" fmla="*/ 1122233 w 1219313"/>
                <a:gd name="connsiteY45" fmla="*/ 11439 h 640117"/>
                <a:gd name="connsiteX46" fmla="*/ 1126013 w 1219313"/>
                <a:gd name="connsiteY46" fmla="*/ 11681 h 640117"/>
                <a:gd name="connsiteX47" fmla="*/ 1127502 w 1219313"/>
                <a:gd name="connsiteY47" fmla="*/ 14658 h 640117"/>
                <a:gd name="connsiteX48" fmla="*/ 1131150 w 1219313"/>
                <a:gd name="connsiteY48" fmla="*/ 14922 h 640117"/>
                <a:gd name="connsiteX49" fmla="*/ 1133343 w 1219313"/>
                <a:gd name="connsiteY49" fmla="*/ 14883 h 640117"/>
                <a:gd name="connsiteX50" fmla="*/ 1135641 w 1219313"/>
                <a:gd name="connsiteY50" fmla="*/ 14797 h 640117"/>
                <a:gd name="connsiteX51" fmla="*/ 1140126 w 1219313"/>
                <a:gd name="connsiteY51" fmla="*/ 14690 h 640117"/>
                <a:gd name="connsiteX52" fmla="*/ 1142140 w 1219313"/>
                <a:gd name="connsiteY52" fmla="*/ 14620 h 640117"/>
                <a:gd name="connsiteX53" fmla="*/ 1146105 w 1219313"/>
                <a:gd name="connsiteY53" fmla="*/ 15402 h 640117"/>
                <a:gd name="connsiteX54" fmla="*/ 1146849 w 1219313"/>
                <a:gd name="connsiteY54" fmla="*/ 17634 h 640117"/>
                <a:gd name="connsiteX55" fmla="*/ 1150803 w 1219313"/>
                <a:gd name="connsiteY55" fmla="*/ 17910 h 640117"/>
                <a:gd name="connsiteX56" fmla="*/ 1153227 w 1219313"/>
                <a:gd name="connsiteY56" fmla="*/ 17950 h 640117"/>
                <a:gd name="connsiteX57" fmla="*/ 1158331 w 1219313"/>
                <a:gd name="connsiteY57" fmla="*/ 17961 h 640117"/>
                <a:gd name="connsiteX58" fmla="*/ 1160755 w 1219313"/>
                <a:gd name="connsiteY58" fmla="*/ 18003 h 640117"/>
                <a:gd name="connsiteX59" fmla="*/ 1162997 w 1219313"/>
                <a:gd name="connsiteY59" fmla="*/ 18008 h 640117"/>
                <a:gd name="connsiteX60" fmla="*/ 1164709 w 1219313"/>
                <a:gd name="connsiteY60" fmla="*/ 18378 h 640117"/>
                <a:gd name="connsiteX61" fmla="*/ 1165453 w 1219313"/>
                <a:gd name="connsiteY61" fmla="*/ 21355 h 640117"/>
                <a:gd name="connsiteX62" fmla="*/ 1168944 w 1219313"/>
                <a:gd name="connsiteY62" fmla="*/ 21808 h 640117"/>
                <a:gd name="connsiteX63" fmla="*/ 1171073 w 1219313"/>
                <a:gd name="connsiteY63" fmla="*/ 21881 h 640117"/>
                <a:gd name="connsiteX64" fmla="*/ 1173313 w 1219313"/>
                <a:gd name="connsiteY64" fmla="*/ 21913 h 640117"/>
                <a:gd name="connsiteX65" fmla="*/ 1175561 w 1219313"/>
                <a:gd name="connsiteY65" fmla="*/ 21980 h 640117"/>
                <a:gd name="connsiteX66" fmla="*/ 1181080 w 1219313"/>
                <a:gd name="connsiteY66" fmla="*/ 22099 h 640117"/>
                <a:gd name="connsiteX67" fmla="*/ 1181080 w 1219313"/>
                <a:gd name="connsiteY67" fmla="*/ 25076 h 640117"/>
                <a:gd name="connsiteX68" fmla="*/ 1182491 w 1219313"/>
                <a:gd name="connsiteY68" fmla="*/ 25028 h 640117"/>
                <a:gd name="connsiteX69" fmla="*/ 1188800 w 1219313"/>
                <a:gd name="connsiteY69" fmla="*/ 24890 h 640117"/>
                <a:gd name="connsiteX70" fmla="*/ 1191021 w 1219313"/>
                <a:gd name="connsiteY70" fmla="*/ 24814 h 640117"/>
                <a:gd name="connsiteX71" fmla="*/ 1193143 w 1219313"/>
                <a:gd name="connsiteY71" fmla="*/ 24785 h 640117"/>
                <a:gd name="connsiteX72" fmla="*/ 1195103 w 1219313"/>
                <a:gd name="connsiteY72" fmla="*/ 24738 h 640117"/>
                <a:gd name="connsiteX73" fmla="*/ 1196707 w 1219313"/>
                <a:gd name="connsiteY73" fmla="*/ 25076 h 640117"/>
                <a:gd name="connsiteX74" fmla="*/ 1198195 w 1219313"/>
                <a:gd name="connsiteY74" fmla="*/ 28052 h 640117"/>
                <a:gd name="connsiteX75" fmla="*/ 1204520 w 1219313"/>
                <a:gd name="connsiteY75" fmla="*/ 28424 h 640117"/>
                <a:gd name="connsiteX76" fmla="*/ 1210845 w 1219313"/>
                <a:gd name="connsiteY76" fmla="*/ 28796 h 640117"/>
                <a:gd name="connsiteX77" fmla="*/ 1212334 w 1219313"/>
                <a:gd name="connsiteY77" fmla="*/ 31773 h 640117"/>
                <a:gd name="connsiteX78" fmla="*/ 1213839 w 1219313"/>
                <a:gd name="connsiteY78" fmla="*/ 32407 h 640117"/>
                <a:gd name="connsiteX79" fmla="*/ 1215310 w 1219313"/>
                <a:gd name="connsiteY79" fmla="*/ 33261 h 640117"/>
                <a:gd name="connsiteX80" fmla="*/ 1215575 w 1219313"/>
                <a:gd name="connsiteY80" fmla="*/ 36584 h 640117"/>
                <a:gd name="connsiteX81" fmla="*/ 1215536 w 1219313"/>
                <a:gd name="connsiteY81" fmla="*/ 38573 h 640117"/>
                <a:gd name="connsiteX82" fmla="*/ 1215450 w 1219313"/>
                <a:gd name="connsiteY82" fmla="*/ 40656 h 640117"/>
                <a:gd name="connsiteX83" fmla="*/ 1215342 w 1219313"/>
                <a:gd name="connsiteY83" fmla="*/ 44723 h 640117"/>
                <a:gd name="connsiteX84" fmla="*/ 1215273 w 1219313"/>
                <a:gd name="connsiteY84" fmla="*/ 46548 h 640117"/>
                <a:gd name="connsiteX85" fmla="*/ 1216054 w 1219313"/>
                <a:gd name="connsiteY85" fmla="*/ 50376 h 640117"/>
                <a:gd name="connsiteX86" fmla="*/ 1217543 w 1219313"/>
                <a:gd name="connsiteY86" fmla="*/ 51121 h 640117"/>
                <a:gd name="connsiteX87" fmla="*/ 1217851 w 1219313"/>
                <a:gd name="connsiteY87" fmla="*/ 57867 h 640117"/>
                <a:gd name="connsiteX88" fmla="*/ 1217894 w 1219313"/>
                <a:gd name="connsiteY88" fmla="*/ 59916 h 640117"/>
                <a:gd name="connsiteX89" fmla="*/ 1218008 w 1219313"/>
                <a:gd name="connsiteY89" fmla="*/ 66422 h 640117"/>
                <a:gd name="connsiteX90" fmla="*/ 1218095 w 1219313"/>
                <a:gd name="connsiteY90" fmla="*/ 70821 h 640117"/>
                <a:gd name="connsiteX91" fmla="*/ 1218287 w 1219313"/>
                <a:gd name="connsiteY91" fmla="*/ 81630 h 640117"/>
                <a:gd name="connsiteX92" fmla="*/ 1220519 w 1219313"/>
                <a:gd name="connsiteY92" fmla="*/ 81630 h 640117"/>
                <a:gd name="connsiteX93" fmla="*/ 1220519 w 1219313"/>
                <a:gd name="connsiteY93" fmla="*/ 198460 h 640117"/>
                <a:gd name="connsiteX94" fmla="*/ 1218287 w 1219313"/>
                <a:gd name="connsiteY94" fmla="*/ 198460 h 640117"/>
                <a:gd name="connsiteX95" fmla="*/ 1218242 w 1219313"/>
                <a:gd name="connsiteY95" fmla="*/ 201113 h 640117"/>
                <a:gd name="connsiteX96" fmla="*/ 1218051 w 1219313"/>
                <a:gd name="connsiteY96" fmla="*/ 210819 h 640117"/>
                <a:gd name="connsiteX97" fmla="*/ 1217973 w 1219313"/>
                <a:gd name="connsiteY97" fmla="*/ 215026 h 640117"/>
                <a:gd name="connsiteX98" fmla="*/ 1217851 w 1219313"/>
                <a:gd name="connsiteY98" fmla="*/ 221061 h 640117"/>
                <a:gd name="connsiteX99" fmla="*/ 1217825 w 1219313"/>
                <a:gd name="connsiteY99" fmla="*/ 222973 h 640117"/>
                <a:gd name="connsiteX100" fmla="*/ 1217543 w 1219313"/>
                <a:gd name="connsiteY100" fmla="*/ 227482 h 640117"/>
                <a:gd name="connsiteX101" fmla="*/ 1216054 w 1219313"/>
                <a:gd name="connsiteY101" fmla="*/ 228226 h 640117"/>
                <a:gd name="connsiteX102" fmla="*/ 1215825 w 1219313"/>
                <a:gd name="connsiteY102" fmla="*/ 232342 h 640117"/>
                <a:gd name="connsiteX103" fmla="*/ 1215768 w 1219313"/>
                <a:gd name="connsiteY103" fmla="*/ 234868 h 640117"/>
                <a:gd name="connsiteX104" fmla="*/ 1215698 w 1219313"/>
                <a:gd name="connsiteY104" fmla="*/ 240187 h 640117"/>
                <a:gd name="connsiteX105" fmla="*/ 1215639 w 1219313"/>
                <a:gd name="connsiteY105" fmla="*/ 242713 h 640117"/>
                <a:gd name="connsiteX106" fmla="*/ 1215608 w 1219313"/>
                <a:gd name="connsiteY106" fmla="*/ 245049 h 640117"/>
                <a:gd name="connsiteX107" fmla="*/ 1215310 w 1219313"/>
                <a:gd name="connsiteY107" fmla="*/ 246830 h 640117"/>
                <a:gd name="connsiteX108" fmla="*/ 1213078 w 1219313"/>
                <a:gd name="connsiteY108" fmla="*/ 247574 h 640117"/>
                <a:gd name="connsiteX109" fmla="*/ 1212697 w 1219313"/>
                <a:gd name="connsiteY109" fmla="*/ 251390 h 640117"/>
                <a:gd name="connsiteX110" fmla="*/ 1212617 w 1219313"/>
                <a:gd name="connsiteY110" fmla="*/ 253723 h 640117"/>
                <a:gd name="connsiteX111" fmla="*/ 1212566 w 1219313"/>
                <a:gd name="connsiteY111" fmla="*/ 256178 h 640117"/>
                <a:gd name="connsiteX112" fmla="*/ 1212489 w 1219313"/>
                <a:gd name="connsiteY112" fmla="*/ 258641 h 640117"/>
                <a:gd name="connsiteX113" fmla="*/ 1212334 w 1219313"/>
                <a:gd name="connsiteY113" fmla="*/ 264689 h 640117"/>
                <a:gd name="connsiteX114" fmla="*/ 1210101 w 1219313"/>
                <a:gd name="connsiteY114" fmla="*/ 264689 h 640117"/>
                <a:gd name="connsiteX115" fmla="*/ 1210068 w 1219313"/>
                <a:gd name="connsiteY115" fmla="*/ 266020 h 640117"/>
                <a:gd name="connsiteX116" fmla="*/ 1209869 w 1219313"/>
                <a:gd name="connsiteY116" fmla="*/ 271991 h 640117"/>
                <a:gd name="connsiteX117" fmla="*/ 1209818 w 1219313"/>
                <a:gd name="connsiteY117" fmla="*/ 274085 h 640117"/>
                <a:gd name="connsiteX118" fmla="*/ 1209738 w 1219313"/>
                <a:gd name="connsiteY118" fmla="*/ 276098 h 640117"/>
                <a:gd name="connsiteX119" fmla="*/ 1209679 w 1219313"/>
                <a:gd name="connsiteY119" fmla="*/ 277952 h 640117"/>
                <a:gd name="connsiteX120" fmla="*/ 1207125 w 1219313"/>
                <a:gd name="connsiteY120" fmla="*/ 281804 h 640117"/>
                <a:gd name="connsiteX121" fmla="*/ 1207125 w 1219313"/>
                <a:gd name="connsiteY121" fmla="*/ 287060 h 640117"/>
                <a:gd name="connsiteX122" fmla="*/ 1207125 w 1219313"/>
                <a:gd name="connsiteY122" fmla="*/ 292222 h 640117"/>
                <a:gd name="connsiteX123" fmla="*/ 1204892 w 1219313"/>
                <a:gd name="connsiteY123" fmla="*/ 293710 h 640117"/>
                <a:gd name="connsiteX124" fmla="*/ 1204381 w 1219313"/>
                <a:gd name="connsiteY124" fmla="*/ 300129 h 640117"/>
                <a:gd name="connsiteX125" fmla="*/ 1204304 w 1219313"/>
                <a:gd name="connsiteY125" fmla="*/ 301937 h 640117"/>
                <a:gd name="connsiteX126" fmla="*/ 1204148 w 1219313"/>
                <a:gd name="connsiteY126" fmla="*/ 306361 h 640117"/>
                <a:gd name="connsiteX127" fmla="*/ 1201916 w 1219313"/>
                <a:gd name="connsiteY127" fmla="*/ 305617 h 640117"/>
                <a:gd name="connsiteX128" fmla="*/ 1201805 w 1219313"/>
                <a:gd name="connsiteY128" fmla="*/ 308032 h 640117"/>
                <a:gd name="connsiteX129" fmla="*/ 1201637 w 1219313"/>
                <a:gd name="connsiteY129" fmla="*/ 311151 h 640117"/>
                <a:gd name="connsiteX130" fmla="*/ 1201567 w 1219313"/>
                <a:gd name="connsiteY130" fmla="*/ 312746 h 640117"/>
                <a:gd name="connsiteX131" fmla="*/ 1201172 w 1219313"/>
                <a:gd name="connsiteY131" fmla="*/ 316779 h 640117"/>
                <a:gd name="connsiteX132" fmla="*/ 1199683 w 1219313"/>
                <a:gd name="connsiteY132" fmla="*/ 317523 h 640117"/>
                <a:gd name="connsiteX133" fmla="*/ 1199032 w 1219313"/>
                <a:gd name="connsiteY133" fmla="*/ 324360 h 640117"/>
                <a:gd name="connsiteX134" fmla="*/ 1198939 w 1219313"/>
                <a:gd name="connsiteY134" fmla="*/ 327197 h 640117"/>
                <a:gd name="connsiteX135" fmla="*/ 1196707 w 1219313"/>
                <a:gd name="connsiteY135" fmla="*/ 328685 h 640117"/>
                <a:gd name="connsiteX136" fmla="*/ 1196265 w 1219313"/>
                <a:gd name="connsiteY136" fmla="*/ 336222 h 640117"/>
                <a:gd name="connsiteX137" fmla="*/ 1195963 w 1219313"/>
                <a:gd name="connsiteY137" fmla="*/ 338359 h 640117"/>
                <a:gd name="connsiteX138" fmla="*/ 1193730 w 1219313"/>
                <a:gd name="connsiteY138" fmla="*/ 339103 h 640117"/>
                <a:gd name="connsiteX139" fmla="*/ 1193219 w 1219313"/>
                <a:gd name="connsiteY139" fmla="*/ 343614 h 640117"/>
                <a:gd name="connsiteX140" fmla="*/ 1193070 w 1219313"/>
                <a:gd name="connsiteY140" fmla="*/ 346105 h 640117"/>
                <a:gd name="connsiteX141" fmla="*/ 1192986 w 1219313"/>
                <a:gd name="connsiteY141" fmla="*/ 348033 h 640117"/>
                <a:gd name="connsiteX142" fmla="*/ 1190754 w 1219313"/>
                <a:gd name="connsiteY142" fmla="*/ 348033 h 640117"/>
                <a:gd name="connsiteX143" fmla="*/ 1190832 w 1219313"/>
                <a:gd name="connsiteY143" fmla="*/ 349582 h 640117"/>
                <a:gd name="connsiteX144" fmla="*/ 1190893 w 1219313"/>
                <a:gd name="connsiteY144" fmla="*/ 351614 h 640117"/>
                <a:gd name="connsiteX145" fmla="*/ 1190972 w 1219313"/>
                <a:gd name="connsiteY145" fmla="*/ 353628 h 640117"/>
                <a:gd name="connsiteX146" fmla="*/ 1189652 w 1219313"/>
                <a:gd name="connsiteY146" fmla="*/ 356570 h 640117"/>
                <a:gd name="connsiteX147" fmla="*/ 1188079 w 1219313"/>
                <a:gd name="connsiteY147" fmla="*/ 364107 h 640117"/>
                <a:gd name="connsiteX148" fmla="*/ 1187777 w 1219313"/>
                <a:gd name="connsiteY148" fmla="*/ 365892 h 640117"/>
                <a:gd name="connsiteX149" fmla="*/ 1185545 w 1219313"/>
                <a:gd name="connsiteY149" fmla="*/ 366636 h 640117"/>
                <a:gd name="connsiteX150" fmla="*/ 1185175 w 1219313"/>
                <a:gd name="connsiteY150" fmla="*/ 372185 h 640117"/>
                <a:gd name="connsiteX151" fmla="*/ 1183806 w 1219313"/>
                <a:gd name="connsiteY151" fmla="*/ 375784 h 640117"/>
                <a:gd name="connsiteX152" fmla="*/ 1173499 w 1219313"/>
                <a:gd name="connsiteY152" fmla="*/ 377426 h 640117"/>
                <a:gd name="connsiteX153" fmla="*/ 1169002 w 1219313"/>
                <a:gd name="connsiteY153" fmla="*/ 377449 h 640117"/>
                <a:gd name="connsiteX154" fmla="*/ 1166993 w 1219313"/>
                <a:gd name="connsiteY154" fmla="*/ 377439 h 640117"/>
                <a:gd name="connsiteX155" fmla="*/ 1165453 w 1219313"/>
                <a:gd name="connsiteY155" fmla="*/ 377798 h 640117"/>
                <a:gd name="connsiteX156" fmla="*/ 1165086 w 1219313"/>
                <a:gd name="connsiteY156" fmla="*/ 379285 h 640117"/>
                <a:gd name="connsiteX157" fmla="*/ 1164709 w 1219313"/>
                <a:gd name="connsiteY157" fmla="*/ 380775 h 640117"/>
                <a:gd name="connsiteX158" fmla="*/ 1161081 w 1219313"/>
                <a:gd name="connsiteY158" fmla="*/ 381150 h 640117"/>
                <a:gd name="connsiteX159" fmla="*/ 1158860 w 1219313"/>
                <a:gd name="connsiteY159" fmla="*/ 381192 h 640117"/>
                <a:gd name="connsiteX160" fmla="*/ 1156523 w 1219313"/>
                <a:gd name="connsiteY160" fmla="*/ 381193 h 640117"/>
                <a:gd name="connsiteX161" fmla="*/ 1151965 w 1219313"/>
                <a:gd name="connsiteY161" fmla="*/ 381243 h 640117"/>
                <a:gd name="connsiteX162" fmla="*/ 1149913 w 1219313"/>
                <a:gd name="connsiteY162" fmla="*/ 381244 h 640117"/>
                <a:gd name="connsiteX163" fmla="*/ 1148338 w 1219313"/>
                <a:gd name="connsiteY163" fmla="*/ 381519 h 640117"/>
                <a:gd name="connsiteX164" fmla="*/ 1147593 w 1219313"/>
                <a:gd name="connsiteY164" fmla="*/ 383751 h 640117"/>
                <a:gd name="connsiteX165" fmla="*/ 1144318 w 1219313"/>
                <a:gd name="connsiteY165" fmla="*/ 384028 h 640117"/>
                <a:gd name="connsiteX166" fmla="*/ 1142310 w 1219313"/>
                <a:gd name="connsiteY166" fmla="*/ 384067 h 640117"/>
                <a:gd name="connsiteX167" fmla="*/ 1138096 w 1219313"/>
                <a:gd name="connsiteY167" fmla="*/ 384078 h 640117"/>
                <a:gd name="connsiteX168" fmla="*/ 1136085 w 1219313"/>
                <a:gd name="connsiteY168" fmla="*/ 384121 h 640117"/>
                <a:gd name="connsiteX169" fmla="*/ 1134234 w 1219313"/>
                <a:gd name="connsiteY169" fmla="*/ 384125 h 640117"/>
                <a:gd name="connsiteX170" fmla="*/ 1132711 w 1219313"/>
                <a:gd name="connsiteY170" fmla="*/ 384496 h 640117"/>
                <a:gd name="connsiteX171" fmla="*/ 1131999 w 1219313"/>
                <a:gd name="connsiteY171" fmla="*/ 385979 h 640117"/>
                <a:gd name="connsiteX172" fmla="*/ 1131222 w 1219313"/>
                <a:gd name="connsiteY172" fmla="*/ 387472 h 640117"/>
                <a:gd name="connsiteX173" fmla="*/ 1127333 w 1219313"/>
                <a:gd name="connsiteY173" fmla="*/ 387926 h 640117"/>
                <a:gd name="connsiteX174" fmla="*/ 1125008 w 1219313"/>
                <a:gd name="connsiteY174" fmla="*/ 387998 h 640117"/>
                <a:gd name="connsiteX175" fmla="*/ 1122572 w 1219313"/>
                <a:gd name="connsiteY175" fmla="*/ 388030 h 640117"/>
                <a:gd name="connsiteX176" fmla="*/ 1120118 w 1219313"/>
                <a:gd name="connsiteY176" fmla="*/ 388097 h 640117"/>
                <a:gd name="connsiteX177" fmla="*/ 1114107 w 1219313"/>
                <a:gd name="connsiteY177" fmla="*/ 388216 h 640117"/>
                <a:gd name="connsiteX178" fmla="*/ 1114107 w 1219313"/>
                <a:gd name="connsiteY178" fmla="*/ 390449 h 640117"/>
                <a:gd name="connsiteX179" fmla="*/ 1112833 w 1219313"/>
                <a:gd name="connsiteY179" fmla="*/ 390505 h 640117"/>
                <a:gd name="connsiteX180" fmla="*/ 1107131 w 1219313"/>
                <a:gd name="connsiteY180" fmla="*/ 390774 h 640117"/>
                <a:gd name="connsiteX181" fmla="*/ 1105125 w 1219313"/>
                <a:gd name="connsiteY181" fmla="*/ 390863 h 640117"/>
                <a:gd name="connsiteX182" fmla="*/ 1103207 w 1219313"/>
                <a:gd name="connsiteY182" fmla="*/ 390957 h 640117"/>
                <a:gd name="connsiteX183" fmla="*/ 1101435 w 1219313"/>
                <a:gd name="connsiteY183" fmla="*/ 391040 h 640117"/>
                <a:gd name="connsiteX184" fmla="*/ 1098480 w 1219313"/>
                <a:gd name="connsiteY184" fmla="*/ 391937 h 640117"/>
                <a:gd name="connsiteX185" fmla="*/ 1097736 w 1219313"/>
                <a:gd name="connsiteY185" fmla="*/ 394169 h 640117"/>
                <a:gd name="connsiteX186" fmla="*/ 1094082 w 1219313"/>
                <a:gd name="connsiteY186" fmla="*/ 394550 h 640117"/>
                <a:gd name="connsiteX187" fmla="*/ 1091851 w 1219313"/>
                <a:gd name="connsiteY187" fmla="*/ 394630 h 640117"/>
                <a:gd name="connsiteX188" fmla="*/ 1089504 w 1219313"/>
                <a:gd name="connsiteY188" fmla="*/ 394681 h 640117"/>
                <a:gd name="connsiteX189" fmla="*/ 1087148 w 1219313"/>
                <a:gd name="connsiteY189" fmla="*/ 394758 h 640117"/>
                <a:gd name="connsiteX190" fmla="*/ 1081365 w 1219313"/>
                <a:gd name="connsiteY190" fmla="*/ 394913 h 640117"/>
                <a:gd name="connsiteX191" fmla="*/ 1081365 w 1219313"/>
                <a:gd name="connsiteY191" fmla="*/ 397890 h 640117"/>
                <a:gd name="connsiteX192" fmla="*/ 1079942 w 1219313"/>
                <a:gd name="connsiteY192" fmla="*/ 397923 h 640117"/>
                <a:gd name="connsiteX193" fmla="*/ 1073598 w 1219313"/>
                <a:gd name="connsiteY193" fmla="*/ 398123 h 640117"/>
                <a:gd name="connsiteX194" fmla="*/ 1071358 w 1219313"/>
                <a:gd name="connsiteY194" fmla="*/ 398173 h 640117"/>
                <a:gd name="connsiteX195" fmla="*/ 1069229 w 1219313"/>
                <a:gd name="connsiteY195" fmla="*/ 398253 h 640117"/>
                <a:gd name="connsiteX196" fmla="*/ 1067257 w 1219313"/>
                <a:gd name="connsiteY196" fmla="*/ 398312 h 640117"/>
                <a:gd name="connsiteX197" fmla="*/ 1065738 w 1219313"/>
                <a:gd name="connsiteY197" fmla="*/ 398634 h 640117"/>
                <a:gd name="connsiteX198" fmla="*/ 1064994 w 1219313"/>
                <a:gd name="connsiteY198" fmla="*/ 400867 h 640117"/>
                <a:gd name="connsiteX199" fmla="*/ 1061718 w 1219313"/>
                <a:gd name="connsiteY199" fmla="*/ 401143 h 640117"/>
                <a:gd name="connsiteX200" fmla="*/ 1059711 w 1219313"/>
                <a:gd name="connsiteY200" fmla="*/ 401182 h 640117"/>
                <a:gd name="connsiteX201" fmla="*/ 1055496 w 1219313"/>
                <a:gd name="connsiteY201" fmla="*/ 401194 h 640117"/>
                <a:gd name="connsiteX202" fmla="*/ 1053486 w 1219313"/>
                <a:gd name="connsiteY202" fmla="*/ 401236 h 640117"/>
                <a:gd name="connsiteX203" fmla="*/ 1051634 w 1219313"/>
                <a:gd name="connsiteY203" fmla="*/ 401240 h 640117"/>
                <a:gd name="connsiteX204" fmla="*/ 1050111 w 1219313"/>
                <a:gd name="connsiteY204" fmla="*/ 401611 h 640117"/>
                <a:gd name="connsiteX205" fmla="*/ 1049377 w 1219313"/>
                <a:gd name="connsiteY205" fmla="*/ 403099 h 640117"/>
                <a:gd name="connsiteX206" fmla="*/ 1048623 w 1219313"/>
                <a:gd name="connsiteY206" fmla="*/ 404587 h 640117"/>
                <a:gd name="connsiteX207" fmla="*/ 1045085 w 1219313"/>
                <a:gd name="connsiteY207" fmla="*/ 404962 h 640117"/>
                <a:gd name="connsiteX208" fmla="*/ 1042973 w 1219313"/>
                <a:gd name="connsiteY208" fmla="*/ 405004 h 640117"/>
                <a:gd name="connsiteX209" fmla="*/ 1040763 w 1219313"/>
                <a:gd name="connsiteY209" fmla="*/ 405006 h 640117"/>
                <a:gd name="connsiteX210" fmla="*/ 1036435 w 1219313"/>
                <a:gd name="connsiteY210" fmla="*/ 405055 h 640117"/>
                <a:gd name="connsiteX211" fmla="*/ 1034491 w 1219313"/>
                <a:gd name="connsiteY211" fmla="*/ 405057 h 640117"/>
                <a:gd name="connsiteX212" fmla="*/ 1032996 w 1219313"/>
                <a:gd name="connsiteY212" fmla="*/ 405331 h 640117"/>
                <a:gd name="connsiteX213" fmla="*/ 1032252 w 1219313"/>
                <a:gd name="connsiteY213" fmla="*/ 407564 h 640117"/>
                <a:gd name="connsiteX214" fmla="*/ 1029138 w 1219313"/>
                <a:gd name="connsiteY214" fmla="*/ 407919 h 640117"/>
                <a:gd name="connsiteX215" fmla="*/ 1027233 w 1219313"/>
                <a:gd name="connsiteY215" fmla="*/ 407988 h 640117"/>
                <a:gd name="connsiteX216" fmla="*/ 1025229 w 1219313"/>
                <a:gd name="connsiteY216" fmla="*/ 408029 h 640117"/>
                <a:gd name="connsiteX217" fmla="*/ 1021325 w 1219313"/>
                <a:gd name="connsiteY217" fmla="*/ 408151 h 640117"/>
                <a:gd name="connsiteX218" fmla="*/ 1019568 w 1219313"/>
                <a:gd name="connsiteY218" fmla="*/ 408191 h 640117"/>
                <a:gd name="connsiteX219" fmla="*/ 1016625 w 1219313"/>
                <a:gd name="connsiteY219" fmla="*/ 409052 h 640117"/>
                <a:gd name="connsiteX220" fmla="*/ 1015881 w 1219313"/>
                <a:gd name="connsiteY220" fmla="*/ 411285 h 640117"/>
                <a:gd name="connsiteX221" fmla="*/ 1012578 w 1219313"/>
                <a:gd name="connsiteY221" fmla="*/ 411561 h 640117"/>
                <a:gd name="connsiteX222" fmla="*/ 1010561 w 1219313"/>
                <a:gd name="connsiteY222" fmla="*/ 411600 h 640117"/>
                <a:gd name="connsiteX223" fmla="*/ 1006317 w 1219313"/>
                <a:gd name="connsiteY223" fmla="*/ 411612 h 640117"/>
                <a:gd name="connsiteX224" fmla="*/ 1004300 w 1219313"/>
                <a:gd name="connsiteY224" fmla="*/ 411654 h 640117"/>
                <a:gd name="connsiteX225" fmla="*/ 1002437 w 1219313"/>
                <a:gd name="connsiteY225" fmla="*/ 411658 h 640117"/>
                <a:gd name="connsiteX226" fmla="*/ 1000998 w 1219313"/>
                <a:gd name="connsiteY226" fmla="*/ 412029 h 640117"/>
                <a:gd name="connsiteX227" fmla="*/ 1000636 w 1219313"/>
                <a:gd name="connsiteY227" fmla="*/ 413517 h 640117"/>
                <a:gd name="connsiteX228" fmla="*/ 1000254 w 1219313"/>
                <a:gd name="connsiteY228" fmla="*/ 415005 h 640117"/>
                <a:gd name="connsiteX229" fmla="*/ 996789 w 1219313"/>
                <a:gd name="connsiteY229" fmla="*/ 415380 h 640117"/>
                <a:gd name="connsiteX230" fmla="*/ 994670 w 1219313"/>
                <a:gd name="connsiteY230" fmla="*/ 415422 h 640117"/>
                <a:gd name="connsiteX231" fmla="*/ 992440 w 1219313"/>
                <a:gd name="connsiteY231" fmla="*/ 415424 h 640117"/>
                <a:gd name="connsiteX232" fmla="*/ 988092 w 1219313"/>
                <a:gd name="connsiteY232" fmla="*/ 415473 h 640117"/>
                <a:gd name="connsiteX233" fmla="*/ 986134 w 1219313"/>
                <a:gd name="connsiteY233" fmla="*/ 415475 h 640117"/>
                <a:gd name="connsiteX234" fmla="*/ 984627 w 1219313"/>
                <a:gd name="connsiteY234" fmla="*/ 415749 h 640117"/>
                <a:gd name="connsiteX235" fmla="*/ 983883 w 1219313"/>
                <a:gd name="connsiteY235" fmla="*/ 417982 h 640117"/>
                <a:gd name="connsiteX236" fmla="*/ 980418 w 1219313"/>
                <a:gd name="connsiteY236" fmla="*/ 418069 h 640117"/>
                <a:gd name="connsiteX237" fmla="*/ 978299 w 1219313"/>
                <a:gd name="connsiteY237" fmla="*/ 417996 h 640117"/>
                <a:gd name="connsiteX238" fmla="*/ 973840 w 1219313"/>
                <a:gd name="connsiteY238" fmla="*/ 417764 h 640117"/>
                <a:gd name="connsiteX239" fmla="*/ 971720 w 1219313"/>
                <a:gd name="connsiteY239" fmla="*/ 417697 h 640117"/>
                <a:gd name="connsiteX240" fmla="*/ 969763 w 1219313"/>
                <a:gd name="connsiteY240" fmla="*/ 417595 h 640117"/>
                <a:gd name="connsiteX241" fmla="*/ 968256 w 1219313"/>
                <a:gd name="connsiteY241" fmla="*/ 417982 h 640117"/>
                <a:gd name="connsiteX242" fmla="*/ 967511 w 1219313"/>
                <a:gd name="connsiteY242" fmla="*/ 421703 h 640117"/>
                <a:gd name="connsiteX243" fmla="*/ 964209 w 1219313"/>
                <a:gd name="connsiteY243" fmla="*/ 422150 h 640117"/>
                <a:gd name="connsiteX244" fmla="*/ 962192 w 1219313"/>
                <a:gd name="connsiteY244" fmla="*/ 422185 h 640117"/>
                <a:gd name="connsiteX245" fmla="*/ 960070 w 1219313"/>
                <a:gd name="connsiteY245" fmla="*/ 422168 h 640117"/>
                <a:gd name="connsiteX246" fmla="*/ 955931 w 1219313"/>
                <a:gd name="connsiteY246" fmla="*/ 422197 h 640117"/>
                <a:gd name="connsiteX247" fmla="*/ 954067 w 1219313"/>
                <a:gd name="connsiteY247" fmla="*/ 422184 h 640117"/>
                <a:gd name="connsiteX248" fmla="*/ 952629 w 1219313"/>
                <a:gd name="connsiteY248" fmla="*/ 422447 h 640117"/>
                <a:gd name="connsiteX249" fmla="*/ 951884 w 1219313"/>
                <a:gd name="connsiteY249" fmla="*/ 424679 h 640117"/>
                <a:gd name="connsiteX250" fmla="*/ 945234 w 1219313"/>
                <a:gd name="connsiteY250" fmla="*/ 425144 h 640117"/>
                <a:gd name="connsiteX251" fmla="*/ 941539 w 1219313"/>
                <a:gd name="connsiteY251" fmla="*/ 425266 h 640117"/>
                <a:gd name="connsiteX252" fmla="*/ 939877 w 1219313"/>
                <a:gd name="connsiteY252" fmla="*/ 425306 h 640117"/>
                <a:gd name="connsiteX253" fmla="*/ 937002 w 1219313"/>
                <a:gd name="connsiteY253" fmla="*/ 426167 h 640117"/>
                <a:gd name="connsiteX254" fmla="*/ 937002 w 1219313"/>
                <a:gd name="connsiteY254" fmla="*/ 428400 h 640117"/>
                <a:gd name="connsiteX255" fmla="*/ 935659 w 1219313"/>
                <a:gd name="connsiteY255" fmla="*/ 428421 h 640117"/>
                <a:gd name="connsiteX256" fmla="*/ 929653 w 1219313"/>
                <a:gd name="connsiteY256" fmla="*/ 428586 h 640117"/>
                <a:gd name="connsiteX257" fmla="*/ 927540 w 1219313"/>
                <a:gd name="connsiteY257" fmla="*/ 428618 h 640117"/>
                <a:gd name="connsiteX258" fmla="*/ 925520 w 1219313"/>
                <a:gd name="connsiteY258" fmla="*/ 428690 h 640117"/>
                <a:gd name="connsiteX259" fmla="*/ 923654 w 1219313"/>
                <a:gd name="connsiteY259" fmla="*/ 428738 h 640117"/>
                <a:gd name="connsiteX260" fmla="*/ 922119 w 1219313"/>
                <a:gd name="connsiteY260" fmla="*/ 429144 h 640117"/>
                <a:gd name="connsiteX261" fmla="*/ 920631 w 1219313"/>
                <a:gd name="connsiteY261" fmla="*/ 432121 h 640117"/>
                <a:gd name="connsiteX262" fmla="*/ 915096 w 1219313"/>
                <a:gd name="connsiteY262" fmla="*/ 432260 h 640117"/>
                <a:gd name="connsiteX263" fmla="*/ 907236 w 1219313"/>
                <a:gd name="connsiteY263" fmla="*/ 432865 h 640117"/>
                <a:gd name="connsiteX264" fmla="*/ 906492 w 1219313"/>
                <a:gd name="connsiteY264" fmla="*/ 435097 h 640117"/>
                <a:gd name="connsiteX265" fmla="*/ 903190 w 1219313"/>
                <a:gd name="connsiteY265" fmla="*/ 435373 h 640117"/>
                <a:gd name="connsiteX266" fmla="*/ 901172 w 1219313"/>
                <a:gd name="connsiteY266" fmla="*/ 435412 h 640117"/>
                <a:gd name="connsiteX267" fmla="*/ 896929 w 1219313"/>
                <a:gd name="connsiteY267" fmla="*/ 435424 h 640117"/>
                <a:gd name="connsiteX268" fmla="*/ 894911 w 1219313"/>
                <a:gd name="connsiteY268" fmla="*/ 435466 h 640117"/>
                <a:gd name="connsiteX269" fmla="*/ 893048 w 1219313"/>
                <a:gd name="connsiteY269" fmla="*/ 435470 h 640117"/>
                <a:gd name="connsiteX270" fmla="*/ 891609 w 1219313"/>
                <a:gd name="connsiteY270" fmla="*/ 435841 h 640117"/>
                <a:gd name="connsiteX271" fmla="*/ 891237 w 1219313"/>
                <a:gd name="connsiteY271" fmla="*/ 437329 h 640117"/>
                <a:gd name="connsiteX272" fmla="*/ 890865 w 1219313"/>
                <a:gd name="connsiteY272" fmla="*/ 438818 h 640117"/>
                <a:gd name="connsiteX273" fmla="*/ 887563 w 1219313"/>
                <a:gd name="connsiteY273" fmla="*/ 439193 h 640117"/>
                <a:gd name="connsiteX274" fmla="*/ 885545 w 1219313"/>
                <a:gd name="connsiteY274" fmla="*/ 439235 h 640117"/>
                <a:gd name="connsiteX275" fmla="*/ 883424 w 1219313"/>
                <a:gd name="connsiteY275" fmla="*/ 439236 h 640117"/>
                <a:gd name="connsiteX276" fmla="*/ 879284 w 1219313"/>
                <a:gd name="connsiteY276" fmla="*/ 439286 h 640117"/>
                <a:gd name="connsiteX277" fmla="*/ 877421 w 1219313"/>
                <a:gd name="connsiteY277" fmla="*/ 439287 h 640117"/>
                <a:gd name="connsiteX278" fmla="*/ 875982 w 1219313"/>
                <a:gd name="connsiteY278" fmla="*/ 439562 h 640117"/>
                <a:gd name="connsiteX279" fmla="*/ 875238 w 1219313"/>
                <a:gd name="connsiteY279" fmla="*/ 441794 h 640117"/>
                <a:gd name="connsiteX280" fmla="*/ 872261 w 1219313"/>
                <a:gd name="connsiteY280" fmla="*/ 442070 h 640117"/>
                <a:gd name="connsiteX281" fmla="*/ 870448 w 1219313"/>
                <a:gd name="connsiteY281" fmla="*/ 442110 h 640117"/>
                <a:gd name="connsiteX282" fmla="*/ 866634 w 1219313"/>
                <a:gd name="connsiteY282" fmla="*/ 442121 h 640117"/>
                <a:gd name="connsiteX283" fmla="*/ 864820 w 1219313"/>
                <a:gd name="connsiteY283" fmla="*/ 442164 h 640117"/>
                <a:gd name="connsiteX284" fmla="*/ 863146 w 1219313"/>
                <a:gd name="connsiteY284" fmla="*/ 442168 h 640117"/>
                <a:gd name="connsiteX285" fmla="*/ 861843 w 1219313"/>
                <a:gd name="connsiteY285" fmla="*/ 442538 h 640117"/>
                <a:gd name="connsiteX286" fmla="*/ 861493 w 1219313"/>
                <a:gd name="connsiteY286" fmla="*/ 444022 h 640117"/>
                <a:gd name="connsiteX287" fmla="*/ 861099 w 1219313"/>
                <a:gd name="connsiteY287" fmla="*/ 445515 h 640117"/>
                <a:gd name="connsiteX288" fmla="*/ 857771 w 1219313"/>
                <a:gd name="connsiteY288" fmla="*/ 445969 h 640117"/>
                <a:gd name="connsiteX289" fmla="*/ 855744 w 1219313"/>
                <a:gd name="connsiteY289" fmla="*/ 446041 h 640117"/>
                <a:gd name="connsiteX290" fmla="*/ 853611 w 1219313"/>
                <a:gd name="connsiteY290" fmla="*/ 446073 h 640117"/>
                <a:gd name="connsiteX291" fmla="*/ 851471 w 1219313"/>
                <a:gd name="connsiteY291" fmla="*/ 446140 h 640117"/>
                <a:gd name="connsiteX292" fmla="*/ 846216 w 1219313"/>
                <a:gd name="connsiteY292" fmla="*/ 446259 h 640117"/>
                <a:gd name="connsiteX293" fmla="*/ 846216 w 1219313"/>
                <a:gd name="connsiteY293" fmla="*/ 448492 h 640117"/>
                <a:gd name="connsiteX294" fmla="*/ 837874 w 1219313"/>
                <a:gd name="connsiteY294" fmla="*/ 449189 h 640117"/>
                <a:gd name="connsiteX295" fmla="*/ 832078 w 1219313"/>
                <a:gd name="connsiteY295" fmla="*/ 449980 h 640117"/>
                <a:gd name="connsiteX296" fmla="*/ 832078 w 1219313"/>
                <a:gd name="connsiteY296" fmla="*/ 452212 h 640117"/>
                <a:gd name="connsiteX297" fmla="*/ 830792 w 1219313"/>
                <a:gd name="connsiteY297" fmla="*/ 452153 h 640117"/>
                <a:gd name="connsiteX298" fmla="*/ 825055 w 1219313"/>
                <a:gd name="connsiteY298" fmla="*/ 451980 h 640117"/>
                <a:gd name="connsiteX299" fmla="*/ 823030 w 1219313"/>
                <a:gd name="connsiteY299" fmla="*/ 451885 h 640117"/>
                <a:gd name="connsiteX300" fmla="*/ 817939 w 1219313"/>
                <a:gd name="connsiteY300" fmla="*/ 452212 h 640117"/>
                <a:gd name="connsiteX301" fmla="*/ 817195 w 1219313"/>
                <a:gd name="connsiteY301" fmla="*/ 455933 h 640117"/>
                <a:gd name="connsiteX302" fmla="*/ 810498 w 1219313"/>
                <a:gd name="connsiteY302" fmla="*/ 456398 h 640117"/>
                <a:gd name="connsiteX303" fmla="*/ 806777 w 1219313"/>
                <a:gd name="connsiteY303" fmla="*/ 456427 h 640117"/>
                <a:gd name="connsiteX304" fmla="*/ 805103 w 1219313"/>
                <a:gd name="connsiteY304" fmla="*/ 456414 h 640117"/>
                <a:gd name="connsiteX305" fmla="*/ 803800 w 1219313"/>
                <a:gd name="connsiteY305" fmla="*/ 456677 h 640117"/>
                <a:gd name="connsiteX306" fmla="*/ 803056 w 1219313"/>
                <a:gd name="connsiteY306" fmla="*/ 458910 h 640117"/>
                <a:gd name="connsiteX307" fmla="*/ 797150 w 1219313"/>
                <a:gd name="connsiteY307" fmla="*/ 459375 h 640117"/>
                <a:gd name="connsiteX308" fmla="*/ 789662 w 1219313"/>
                <a:gd name="connsiteY308" fmla="*/ 460398 h 640117"/>
                <a:gd name="connsiteX309" fmla="*/ 788918 w 1219313"/>
                <a:gd name="connsiteY309" fmla="*/ 462630 h 640117"/>
                <a:gd name="connsiteX310" fmla="*/ 785589 w 1219313"/>
                <a:gd name="connsiteY310" fmla="*/ 463011 h 640117"/>
                <a:gd name="connsiteX311" fmla="*/ 783562 w 1219313"/>
                <a:gd name="connsiteY311" fmla="*/ 463091 h 640117"/>
                <a:gd name="connsiteX312" fmla="*/ 781430 w 1219313"/>
                <a:gd name="connsiteY312" fmla="*/ 463142 h 640117"/>
                <a:gd name="connsiteX313" fmla="*/ 779289 w 1219313"/>
                <a:gd name="connsiteY313" fmla="*/ 463219 h 640117"/>
                <a:gd name="connsiteX314" fmla="*/ 774035 w 1219313"/>
                <a:gd name="connsiteY314" fmla="*/ 463374 h 640117"/>
                <a:gd name="connsiteX315" fmla="*/ 774035 w 1219313"/>
                <a:gd name="connsiteY315" fmla="*/ 465607 h 640117"/>
                <a:gd name="connsiteX316" fmla="*/ 772023 w 1219313"/>
                <a:gd name="connsiteY316" fmla="*/ 465743 h 640117"/>
                <a:gd name="connsiteX317" fmla="*/ 769384 w 1219313"/>
                <a:gd name="connsiteY317" fmla="*/ 465932 h 640117"/>
                <a:gd name="connsiteX318" fmla="*/ 766768 w 1219313"/>
                <a:gd name="connsiteY318" fmla="*/ 466116 h 640117"/>
                <a:gd name="connsiteX319" fmla="*/ 761384 w 1219313"/>
                <a:gd name="connsiteY319" fmla="*/ 467095 h 640117"/>
                <a:gd name="connsiteX320" fmla="*/ 760640 w 1219313"/>
                <a:gd name="connsiteY320" fmla="*/ 469328 h 640117"/>
                <a:gd name="connsiteX321" fmla="*/ 752581 w 1219313"/>
                <a:gd name="connsiteY321" fmla="*/ 469655 h 640117"/>
                <a:gd name="connsiteX322" fmla="*/ 747990 w 1219313"/>
                <a:gd name="connsiteY322" fmla="*/ 470072 h 640117"/>
                <a:gd name="connsiteX323" fmla="*/ 747246 w 1219313"/>
                <a:gd name="connsiteY323" fmla="*/ 471560 h 640117"/>
                <a:gd name="connsiteX324" fmla="*/ 746502 w 1219313"/>
                <a:gd name="connsiteY324" fmla="*/ 473048 h 640117"/>
                <a:gd name="connsiteX325" fmla="*/ 740130 w 1219313"/>
                <a:gd name="connsiteY325" fmla="*/ 473467 h 640117"/>
                <a:gd name="connsiteX326" fmla="*/ 733851 w 1219313"/>
                <a:gd name="connsiteY326" fmla="*/ 473792 h 640117"/>
                <a:gd name="connsiteX327" fmla="*/ 733107 w 1219313"/>
                <a:gd name="connsiteY327" fmla="*/ 476025 h 640117"/>
                <a:gd name="connsiteX328" fmla="*/ 730104 w 1219313"/>
                <a:gd name="connsiteY328" fmla="*/ 476406 h 640117"/>
                <a:gd name="connsiteX329" fmla="*/ 728280 w 1219313"/>
                <a:gd name="connsiteY329" fmla="*/ 476486 h 640117"/>
                <a:gd name="connsiteX330" fmla="*/ 726363 w 1219313"/>
                <a:gd name="connsiteY330" fmla="*/ 476536 h 640117"/>
                <a:gd name="connsiteX331" fmla="*/ 724438 w 1219313"/>
                <a:gd name="connsiteY331" fmla="*/ 476613 h 640117"/>
                <a:gd name="connsiteX332" fmla="*/ 719713 w 1219313"/>
                <a:gd name="connsiteY332" fmla="*/ 476769 h 640117"/>
                <a:gd name="connsiteX333" fmla="*/ 719713 w 1219313"/>
                <a:gd name="connsiteY333" fmla="*/ 479746 h 640117"/>
                <a:gd name="connsiteX334" fmla="*/ 716971 w 1219313"/>
                <a:gd name="connsiteY334" fmla="*/ 479830 h 640117"/>
                <a:gd name="connsiteX335" fmla="*/ 713434 w 1219313"/>
                <a:gd name="connsiteY335" fmla="*/ 479978 h 640117"/>
                <a:gd name="connsiteX336" fmla="*/ 711624 w 1219313"/>
                <a:gd name="connsiteY336" fmla="*/ 480029 h 640117"/>
                <a:gd name="connsiteX337" fmla="*/ 707062 w 1219313"/>
                <a:gd name="connsiteY337" fmla="*/ 480490 h 640117"/>
                <a:gd name="connsiteX338" fmla="*/ 706318 w 1219313"/>
                <a:gd name="connsiteY338" fmla="*/ 482722 h 640117"/>
                <a:gd name="connsiteX339" fmla="*/ 699946 w 1219313"/>
                <a:gd name="connsiteY339" fmla="*/ 483234 h 640117"/>
                <a:gd name="connsiteX340" fmla="*/ 698128 w 1219313"/>
                <a:gd name="connsiteY340" fmla="*/ 483311 h 640117"/>
                <a:gd name="connsiteX341" fmla="*/ 693668 w 1219313"/>
                <a:gd name="connsiteY341" fmla="*/ 483466 h 640117"/>
                <a:gd name="connsiteX342" fmla="*/ 693668 w 1219313"/>
                <a:gd name="connsiteY342" fmla="*/ 486443 h 640117"/>
                <a:gd name="connsiteX343" fmla="*/ 690927 w 1219313"/>
                <a:gd name="connsiteY343" fmla="*/ 486501 h 640117"/>
                <a:gd name="connsiteX344" fmla="*/ 687389 w 1219313"/>
                <a:gd name="connsiteY344" fmla="*/ 486629 h 640117"/>
                <a:gd name="connsiteX345" fmla="*/ 685579 w 1219313"/>
                <a:gd name="connsiteY345" fmla="*/ 486661 h 640117"/>
                <a:gd name="connsiteX346" fmla="*/ 681017 w 1219313"/>
                <a:gd name="connsiteY346" fmla="*/ 487187 h 640117"/>
                <a:gd name="connsiteX347" fmla="*/ 680273 w 1219313"/>
                <a:gd name="connsiteY347" fmla="*/ 490163 h 640117"/>
                <a:gd name="connsiteX348" fmla="*/ 674739 w 1219313"/>
                <a:gd name="connsiteY348" fmla="*/ 490303 h 640117"/>
                <a:gd name="connsiteX349" fmla="*/ 667623 w 1219313"/>
                <a:gd name="connsiteY349" fmla="*/ 490908 h 640117"/>
                <a:gd name="connsiteX350" fmla="*/ 666879 w 1219313"/>
                <a:gd name="connsiteY350" fmla="*/ 493140 h 640117"/>
                <a:gd name="connsiteX351" fmla="*/ 661344 w 1219313"/>
                <a:gd name="connsiteY351" fmla="*/ 493605 h 640117"/>
                <a:gd name="connsiteX352" fmla="*/ 654228 w 1219313"/>
                <a:gd name="connsiteY352" fmla="*/ 494628 h 640117"/>
                <a:gd name="connsiteX353" fmla="*/ 654228 w 1219313"/>
                <a:gd name="connsiteY353" fmla="*/ 496861 h 640117"/>
                <a:gd name="connsiteX354" fmla="*/ 651650 w 1219313"/>
                <a:gd name="connsiteY354" fmla="*/ 496945 h 640117"/>
                <a:gd name="connsiteX355" fmla="*/ 648322 w 1219313"/>
                <a:gd name="connsiteY355" fmla="*/ 497093 h 640117"/>
                <a:gd name="connsiteX356" fmla="*/ 646620 w 1219313"/>
                <a:gd name="connsiteY356" fmla="*/ 497144 h 640117"/>
                <a:gd name="connsiteX357" fmla="*/ 642322 w 1219313"/>
                <a:gd name="connsiteY357" fmla="*/ 497605 h 640117"/>
                <a:gd name="connsiteX358" fmla="*/ 641578 w 1219313"/>
                <a:gd name="connsiteY358" fmla="*/ 499837 h 640117"/>
                <a:gd name="connsiteX359" fmla="*/ 633933 w 1219313"/>
                <a:gd name="connsiteY359" fmla="*/ 500164 h 640117"/>
                <a:gd name="connsiteX360" fmla="*/ 629672 w 1219313"/>
                <a:gd name="connsiteY360" fmla="*/ 500581 h 640117"/>
                <a:gd name="connsiteX361" fmla="*/ 628927 w 1219313"/>
                <a:gd name="connsiteY361" fmla="*/ 503558 h 640117"/>
                <a:gd name="connsiteX362" fmla="*/ 621348 w 1219313"/>
                <a:gd name="connsiteY362" fmla="*/ 503921 h 640117"/>
                <a:gd name="connsiteX363" fmla="*/ 617021 w 1219313"/>
                <a:gd name="connsiteY363" fmla="*/ 504302 h 640117"/>
                <a:gd name="connsiteX364" fmla="*/ 615533 w 1219313"/>
                <a:gd name="connsiteY364" fmla="*/ 507279 h 640117"/>
                <a:gd name="connsiteX365" fmla="*/ 610696 w 1219313"/>
                <a:gd name="connsiteY365" fmla="*/ 507418 h 640117"/>
                <a:gd name="connsiteX366" fmla="*/ 604371 w 1219313"/>
                <a:gd name="connsiteY366" fmla="*/ 508023 h 640117"/>
                <a:gd name="connsiteX367" fmla="*/ 603627 w 1219313"/>
                <a:gd name="connsiteY367" fmla="*/ 510255 h 640117"/>
                <a:gd name="connsiteX368" fmla="*/ 596461 w 1219313"/>
                <a:gd name="connsiteY368" fmla="*/ 510582 h 640117"/>
                <a:gd name="connsiteX369" fmla="*/ 592465 w 1219313"/>
                <a:gd name="connsiteY369" fmla="*/ 510999 h 640117"/>
                <a:gd name="connsiteX370" fmla="*/ 592116 w 1219313"/>
                <a:gd name="connsiteY370" fmla="*/ 512488 h 640117"/>
                <a:gd name="connsiteX371" fmla="*/ 591720 w 1219313"/>
                <a:gd name="connsiteY371" fmla="*/ 513976 h 640117"/>
                <a:gd name="connsiteX372" fmla="*/ 585767 w 1219313"/>
                <a:gd name="connsiteY372" fmla="*/ 514395 h 640117"/>
                <a:gd name="connsiteX373" fmla="*/ 579814 w 1219313"/>
                <a:gd name="connsiteY373" fmla="*/ 514720 h 640117"/>
                <a:gd name="connsiteX374" fmla="*/ 579070 w 1219313"/>
                <a:gd name="connsiteY374" fmla="*/ 516953 h 640117"/>
                <a:gd name="connsiteX375" fmla="*/ 573442 w 1219313"/>
                <a:gd name="connsiteY375" fmla="*/ 517464 h 640117"/>
                <a:gd name="connsiteX376" fmla="*/ 571839 w 1219313"/>
                <a:gd name="connsiteY376" fmla="*/ 517541 h 640117"/>
                <a:gd name="connsiteX377" fmla="*/ 567908 w 1219313"/>
                <a:gd name="connsiteY377" fmla="*/ 517697 h 640117"/>
                <a:gd name="connsiteX378" fmla="*/ 567908 w 1219313"/>
                <a:gd name="connsiteY378" fmla="*/ 520673 h 640117"/>
                <a:gd name="connsiteX379" fmla="*/ 565330 w 1219313"/>
                <a:gd name="connsiteY379" fmla="*/ 520758 h 640117"/>
                <a:gd name="connsiteX380" fmla="*/ 562001 w 1219313"/>
                <a:gd name="connsiteY380" fmla="*/ 520906 h 640117"/>
                <a:gd name="connsiteX381" fmla="*/ 560299 w 1219313"/>
                <a:gd name="connsiteY381" fmla="*/ 520957 h 640117"/>
                <a:gd name="connsiteX382" fmla="*/ 556002 w 1219313"/>
                <a:gd name="connsiteY382" fmla="*/ 521417 h 640117"/>
                <a:gd name="connsiteX383" fmla="*/ 555258 w 1219313"/>
                <a:gd name="connsiteY383" fmla="*/ 523650 h 640117"/>
                <a:gd name="connsiteX384" fmla="*/ 548839 w 1219313"/>
                <a:gd name="connsiteY384" fmla="*/ 524440 h 640117"/>
                <a:gd name="connsiteX385" fmla="*/ 546159 w 1219313"/>
                <a:gd name="connsiteY385" fmla="*/ 524420 h 640117"/>
                <a:gd name="connsiteX386" fmla="*/ 544095 w 1219313"/>
                <a:gd name="connsiteY386" fmla="*/ 524394 h 640117"/>
                <a:gd name="connsiteX387" fmla="*/ 544095 w 1219313"/>
                <a:gd name="connsiteY387" fmla="*/ 527371 h 640117"/>
                <a:gd name="connsiteX388" fmla="*/ 532189 w 1219313"/>
                <a:gd name="connsiteY388" fmla="*/ 528115 h 640117"/>
                <a:gd name="connsiteX389" fmla="*/ 532189 w 1219313"/>
                <a:gd name="connsiteY389" fmla="*/ 531091 h 640117"/>
                <a:gd name="connsiteX390" fmla="*/ 529774 w 1219313"/>
                <a:gd name="connsiteY390" fmla="*/ 531176 h 640117"/>
                <a:gd name="connsiteX391" fmla="*/ 526655 w 1219313"/>
                <a:gd name="connsiteY391" fmla="*/ 531324 h 640117"/>
                <a:gd name="connsiteX392" fmla="*/ 525060 w 1219313"/>
                <a:gd name="connsiteY392" fmla="*/ 531375 h 640117"/>
                <a:gd name="connsiteX393" fmla="*/ 521027 w 1219313"/>
                <a:gd name="connsiteY393" fmla="*/ 531835 h 640117"/>
                <a:gd name="connsiteX394" fmla="*/ 520283 w 1219313"/>
                <a:gd name="connsiteY394" fmla="*/ 534068 h 640117"/>
                <a:gd name="connsiteX395" fmla="*/ 512263 w 1219313"/>
                <a:gd name="connsiteY395" fmla="*/ 534437 h 640117"/>
                <a:gd name="connsiteX396" fmla="*/ 509865 w 1219313"/>
                <a:gd name="connsiteY396" fmla="*/ 534812 h 640117"/>
                <a:gd name="connsiteX397" fmla="*/ 509121 w 1219313"/>
                <a:gd name="connsiteY397" fmla="*/ 536300 h 640117"/>
                <a:gd name="connsiteX398" fmla="*/ 508377 w 1219313"/>
                <a:gd name="connsiteY398" fmla="*/ 537788 h 640117"/>
                <a:gd name="connsiteX399" fmla="*/ 503121 w 1219313"/>
                <a:gd name="connsiteY399" fmla="*/ 538207 h 640117"/>
                <a:gd name="connsiteX400" fmla="*/ 497959 w 1219313"/>
                <a:gd name="connsiteY400" fmla="*/ 538533 h 640117"/>
                <a:gd name="connsiteX401" fmla="*/ 497215 w 1219313"/>
                <a:gd name="connsiteY401" fmla="*/ 540765 h 640117"/>
                <a:gd name="connsiteX402" fmla="*/ 492843 w 1219313"/>
                <a:gd name="connsiteY402" fmla="*/ 541230 h 640117"/>
                <a:gd name="connsiteX403" fmla="*/ 486052 w 1219313"/>
                <a:gd name="connsiteY403" fmla="*/ 542253 h 640117"/>
                <a:gd name="connsiteX404" fmla="*/ 486052 w 1219313"/>
                <a:gd name="connsiteY404" fmla="*/ 544486 h 640117"/>
                <a:gd name="connsiteX405" fmla="*/ 474890 w 1219313"/>
                <a:gd name="connsiteY405" fmla="*/ 545230 h 640117"/>
                <a:gd name="connsiteX406" fmla="*/ 474890 w 1219313"/>
                <a:gd name="connsiteY406" fmla="*/ 548206 h 640117"/>
                <a:gd name="connsiteX407" fmla="*/ 472638 w 1219313"/>
                <a:gd name="connsiteY407" fmla="*/ 548291 h 640117"/>
                <a:gd name="connsiteX408" fmla="*/ 469728 w 1219313"/>
                <a:gd name="connsiteY408" fmla="*/ 548439 h 640117"/>
                <a:gd name="connsiteX409" fmla="*/ 466824 w 1219313"/>
                <a:gd name="connsiteY409" fmla="*/ 548570 h 640117"/>
                <a:gd name="connsiteX410" fmla="*/ 464472 w 1219313"/>
                <a:gd name="connsiteY410" fmla="*/ 548951 h 640117"/>
                <a:gd name="connsiteX411" fmla="*/ 463728 w 1219313"/>
                <a:gd name="connsiteY411" fmla="*/ 551183 h 640117"/>
                <a:gd name="connsiteX412" fmla="*/ 459310 w 1219313"/>
                <a:gd name="connsiteY412" fmla="*/ 551648 h 640117"/>
                <a:gd name="connsiteX413" fmla="*/ 453310 w 1219313"/>
                <a:gd name="connsiteY413" fmla="*/ 552671 h 640117"/>
                <a:gd name="connsiteX414" fmla="*/ 453310 w 1219313"/>
                <a:gd name="connsiteY414" fmla="*/ 554904 h 640117"/>
                <a:gd name="connsiteX415" fmla="*/ 451057 w 1219313"/>
                <a:gd name="connsiteY415" fmla="*/ 554988 h 640117"/>
                <a:gd name="connsiteX416" fmla="*/ 448148 w 1219313"/>
                <a:gd name="connsiteY416" fmla="*/ 555136 h 640117"/>
                <a:gd name="connsiteX417" fmla="*/ 445244 w 1219313"/>
                <a:gd name="connsiteY417" fmla="*/ 555267 h 640117"/>
                <a:gd name="connsiteX418" fmla="*/ 442892 w 1219313"/>
                <a:gd name="connsiteY418" fmla="*/ 555648 h 640117"/>
                <a:gd name="connsiteX419" fmla="*/ 442148 w 1219313"/>
                <a:gd name="connsiteY419" fmla="*/ 557880 h 640117"/>
                <a:gd name="connsiteX420" fmla="*/ 437730 w 1219313"/>
                <a:gd name="connsiteY420" fmla="*/ 558345 h 640117"/>
                <a:gd name="connsiteX421" fmla="*/ 431730 w 1219313"/>
                <a:gd name="connsiteY421" fmla="*/ 559369 h 640117"/>
                <a:gd name="connsiteX422" fmla="*/ 430986 w 1219313"/>
                <a:gd name="connsiteY422" fmla="*/ 561601 h 640117"/>
                <a:gd name="connsiteX423" fmla="*/ 423548 w 1219313"/>
                <a:gd name="connsiteY423" fmla="*/ 561970 h 640117"/>
                <a:gd name="connsiteX424" fmla="*/ 421312 w 1219313"/>
                <a:gd name="connsiteY424" fmla="*/ 562345 h 640117"/>
                <a:gd name="connsiteX425" fmla="*/ 420594 w 1219313"/>
                <a:gd name="connsiteY425" fmla="*/ 563848 h 640117"/>
                <a:gd name="connsiteX426" fmla="*/ 419824 w 1219313"/>
                <a:gd name="connsiteY426" fmla="*/ 565322 h 640117"/>
                <a:gd name="connsiteX427" fmla="*/ 414522 w 1219313"/>
                <a:gd name="connsiteY427" fmla="*/ 565508 h 640117"/>
                <a:gd name="connsiteX428" fmla="*/ 411633 w 1219313"/>
                <a:gd name="connsiteY428" fmla="*/ 565426 h 640117"/>
                <a:gd name="connsiteX429" fmla="*/ 409406 w 1219313"/>
                <a:gd name="connsiteY429" fmla="*/ 565322 h 640117"/>
                <a:gd name="connsiteX430" fmla="*/ 409406 w 1219313"/>
                <a:gd name="connsiteY430" fmla="*/ 568298 h 640117"/>
                <a:gd name="connsiteX431" fmla="*/ 407316 w 1219313"/>
                <a:gd name="connsiteY431" fmla="*/ 568356 h 640117"/>
                <a:gd name="connsiteX432" fmla="*/ 404616 w 1219313"/>
                <a:gd name="connsiteY432" fmla="*/ 568484 h 640117"/>
                <a:gd name="connsiteX433" fmla="*/ 401921 w 1219313"/>
                <a:gd name="connsiteY433" fmla="*/ 568589 h 640117"/>
                <a:gd name="connsiteX434" fmla="*/ 399732 w 1219313"/>
                <a:gd name="connsiteY434" fmla="*/ 569042 h 640117"/>
                <a:gd name="connsiteX435" fmla="*/ 399383 w 1219313"/>
                <a:gd name="connsiteY435" fmla="*/ 570554 h 640117"/>
                <a:gd name="connsiteX436" fmla="*/ 398988 w 1219313"/>
                <a:gd name="connsiteY436" fmla="*/ 572019 h 640117"/>
                <a:gd name="connsiteX437" fmla="*/ 393732 w 1219313"/>
                <a:gd name="connsiteY437" fmla="*/ 572205 h 640117"/>
                <a:gd name="connsiteX438" fmla="*/ 390823 w 1219313"/>
                <a:gd name="connsiteY438" fmla="*/ 572124 h 640117"/>
                <a:gd name="connsiteX439" fmla="*/ 388570 w 1219313"/>
                <a:gd name="connsiteY439" fmla="*/ 572019 h 640117"/>
                <a:gd name="connsiteX440" fmla="*/ 388570 w 1219313"/>
                <a:gd name="connsiteY440" fmla="*/ 574996 h 640117"/>
                <a:gd name="connsiteX441" fmla="*/ 378152 w 1219313"/>
                <a:gd name="connsiteY441" fmla="*/ 575740 h 640117"/>
                <a:gd name="connsiteX442" fmla="*/ 378152 w 1219313"/>
                <a:gd name="connsiteY442" fmla="*/ 578716 h 640117"/>
                <a:gd name="connsiteX443" fmla="*/ 366990 w 1219313"/>
                <a:gd name="connsiteY443" fmla="*/ 579460 h 640117"/>
                <a:gd name="connsiteX444" fmla="*/ 366990 w 1219313"/>
                <a:gd name="connsiteY444" fmla="*/ 582437 h 640117"/>
                <a:gd name="connsiteX445" fmla="*/ 365063 w 1219313"/>
                <a:gd name="connsiteY445" fmla="*/ 582521 h 640117"/>
                <a:gd name="connsiteX446" fmla="*/ 362572 w 1219313"/>
                <a:gd name="connsiteY446" fmla="*/ 582669 h 640117"/>
                <a:gd name="connsiteX447" fmla="*/ 360086 w 1219313"/>
                <a:gd name="connsiteY447" fmla="*/ 582800 h 640117"/>
                <a:gd name="connsiteX448" fmla="*/ 358060 w 1219313"/>
                <a:gd name="connsiteY448" fmla="*/ 583181 h 640117"/>
                <a:gd name="connsiteX449" fmla="*/ 357316 w 1219313"/>
                <a:gd name="connsiteY449" fmla="*/ 585413 h 640117"/>
                <a:gd name="connsiteX450" fmla="*/ 351689 w 1219313"/>
                <a:gd name="connsiteY450" fmla="*/ 585925 h 640117"/>
                <a:gd name="connsiteX451" fmla="*/ 350085 w 1219313"/>
                <a:gd name="connsiteY451" fmla="*/ 586002 h 640117"/>
                <a:gd name="connsiteX452" fmla="*/ 346154 w 1219313"/>
                <a:gd name="connsiteY452" fmla="*/ 586158 h 640117"/>
                <a:gd name="connsiteX453" fmla="*/ 346154 w 1219313"/>
                <a:gd name="connsiteY453" fmla="*/ 589134 h 640117"/>
                <a:gd name="connsiteX454" fmla="*/ 334992 w 1219313"/>
                <a:gd name="connsiteY454" fmla="*/ 589878 h 640117"/>
                <a:gd name="connsiteX455" fmla="*/ 334992 w 1219313"/>
                <a:gd name="connsiteY455" fmla="*/ 592111 h 640117"/>
                <a:gd name="connsiteX456" fmla="*/ 324574 w 1219313"/>
                <a:gd name="connsiteY456" fmla="*/ 592855 h 640117"/>
                <a:gd name="connsiteX457" fmla="*/ 324574 w 1219313"/>
                <a:gd name="connsiteY457" fmla="*/ 595831 h 640117"/>
                <a:gd name="connsiteX458" fmla="*/ 322158 w 1219313"/>
                <a:gd name="connsiteY458" fmla="*/ 595890 h 640117"/>
                <a:gd name="connsiteX459" fmla="*/ 319039 w 1219313"/>
                <a:gd name="connsiteY459" fmla="*/ 596017 h 640117"/>
                <a:gd name="connsiteX460" fmla="*/ 317445 w 1219313"/>
                <a:gd name="connsiteY460" fmla="*/ 596049 h 640117"/>
                <a:gd name="connsiteX461" fmla="*/ 313412 w 1219313"/>
                <a:gd name="connsiteY461" fmla="*/ 596576 h 640117"/>
                <a:gd name="connsiteX462" fmla="*/ 312668 w 1219313"/>
                <a:gd name="connsiteY462" fmla="*/ 599552 h 640117"/>
                <a:gd name="connsiteX463" fmla="*/ 309040 w 1219313"/>
                <a:gd name="connsiteY463" fmla="*/ 599692 h 640117"/>
                <a:gd name="connsiteX464" fmla="*/ 302994 w 1219313"/>
                <a:gd name="connsiteY464" fmla="*/ 600296 h 640117"/>
                <a:gd name="connsiteX465" fmla="*/ 302994 w 1219313"/>
                <a:gd name="connsiteY465" fmla="*/ 602529 h 640117"/>
                <a:gd name="connsiteX466" fmla="*/ 300578 w 1219313"/>
                <a:gd name="connsiteY466" fmla="*/ 602587 h 640117"/>
                <a:gd name="connsiteX467" fmla="*/ 297459 w 1219313"/>
                <a:gd name="connsiteY467" fmla="*/ 602715 h 640117"/>
                <a:gd name="connsiteX468" fmla="*/ 295865 w 1219313"/>
                <a:gd name="connsiteY468" fmla="*/ 602747 h 640117"/>
                <a:gd name="connsiteX469" fmla="*/ 291832 w 1219313"/>
                <a:gd name="connsiteY469" fmla="*/ 603273 h 640117"/>
                <a:gd name="connsiteX470" fmla="*/ 291483 w 1219313"/>
                <a:gd name="connsiteY470" fmla="*/ 604784 h 640117"/>
                <a:gd name="connsiteX471" fmla="*/ 291088 w 1219313"/>
                <a:gd name="connsiteY471" fmla="*/ 606249 h 640117"/>
                <a:gd name="connsiteX472" fmla="*/ 285088 w 1219313"/>
                <a:gd name="connsiteY472" fmla="*/ 606435 h 640117"/>
                <a:gd name="connsiteX473" fmla="*/ 283377 w 1219313"/>
                <a:gd name="connsiteY473" fmla="*/ 606395 h 640117"/>
                <a:gd name="connsiteX474" fmla="*/ 279181 w 1219313"/>
                <a:gd name="connsiteY474" fmla="*/ 606249 h 640117"/>
                <a:gd name="connsiteX475" fmla="*/ 279181 w 1219313"/>
                <a:gd name="connsiteY475" fmla="*/ 609226 h 640117"/>
                <a:gd name="connsiteX476" fmla="*/ 276929 w 1219313"/>
                <a:gd name="connsiteY476" fmla="*/ 609284 h 640117"/>
                <a:gd name="connsiteX477" fmla="*/ 274019 w 1219313"/>
                <a:gd name="connsiteY477" fmla="*/ 609412 h 640117"/>
                <a:gd name="connsiteX478" fmla="*/ 271115 w 1219313"/>
                <a:gd name="connsiteY478" fmla="*/ 609517 h 640117"/>
                <a:gd name="connsiteX479" fmla="*/ 268763 w 1219313"/>
                <a:gd name="connsiteY479" fmla="*/ 609970 h 640117"/>
                <a:gd name="connsiteX480" fmla="*/ 268412 w 1219313"/>
                <a:gd name="connsiteY480" fmla="*/ 611467 h 640117"/>
                <a:gd name="connsiteX481" fmla="*/ 268019 w 1219313"/>
                <a:gd name="connsiteY481" fmla="*/ 612947 h 640117"/>
                <a:gd name="connsiteX482" fmla="*/ 262438 w 1219313"/>
                <a:gd name="connsiteY482" fmla="*/ 613365 h 640117"/>
                <a:gd name="connsiteX483" fmla="*/ 256857 w 1219313"/>
                <a:gd name="connsiteY483" fmla="*/ 613691 h 640117"/>
                <a:gd name="connsiteX484" fmla="*/ 256113 w 1219313"/>
                <a:gd name="connsiteY484" fmla="*/ 615923 h 640117"/>
                <a:gd name="connsiteX485" fmla="*/ 251834 w 1219313"/>
                <a:gd name="connsiteY485" fmla="*/ 616435 h 640117"/>
                <a:gd name="connsiteX486" fmla="*/ 249474 w 1219313"/>
                <a:gd name="connsiteY486" fmla="*/ 616583 h 640117"/>
                <a:gd name="connsiteX487" fmla="*/ 243463 w 1219313"/>
                <a:gd name="connsiteY487" fmla="*/ 616667 h 640117"/>
                <a:gd name="connsiteX488" fmla="*/ 243463 w 1219313"/>
                <a:gd name="connsiteY488" fmla="*/ 619644 h 640117"/>
                <a:gd name="connsiteX489" fmla="*/ 231556 w 1219313"/>
                <a:gd name="connsiteY489" fmla="*/ 620388 h 640117"/>
                <a:gd name="connsiteX490" fmla="*/ 231556 w 1219313"/>
                <a:gd name="connsiteY490" fmla="*/ 623365 h 640117"/>
                <a:gd name="connsiteX491" fmla="*/ 228978 w 1219313"/>
                <a:gd name="connsiteY491" fmla="*/ 623449 h 640117"/>
                <a:gd name="connsiteX492" fmla="*/ 225650 w 1219313"/>
                <a:gd name="connsiteY492" fmla="*/ 623597 h 640117"/>
                <a:gd name="connsiteX493" fmla="*/ 223948 w 1219313"/>
                <a:gd name="connsiteY493" fmla="*/ 623648 h 640117"/>
                <a:gd name="connsiteX494" fmla="*/ 219650 w 1219313"/>
                <a:gd name="connsiteY494" fmla="*/ 624109 h 640117"/>
                <a:gd name="connsiteX495" fmla="*/ 218906 w 1219313"/>
                <a:gd name="connsiteY495" fmla="*/ 626341 h 640117"/>
                <a:gd name="connsiteX496" fmla="*/ 213371 w 1219313"/>
                <a:gd name="connsiteY496" fmla="*/ 626806 h 640117"/>
                <a:gd name="connsiteX497" fmla="*/ 206256 w 1219313"/>
                <a:gd name="connsiteY497" fmla="*/ 627829 h 640117"/>
                <a:gd name="connsiteX498" fmla="*/ 206256 w 1219313"/>
                <a:gd name="connsiteY498" fmla="*/ 630062 h 640117"/>
                <a:gd name="connsiteX499" fmla="*/ 203703 w 1219313"/>
                <a:gd name="connsiteY499" fmla="*/ 630146 h 640117"/>
                <a:gd name="connsiteX500" fmla="*/ 200395 w 1219313"/>
                <a:gd name="connsiteY500" fmla="*/ 630294 h 640117"/>
                <a:gd name="connsiteX501" fmla="*/ 198712 w 1219313"/>
                <a:gd name="connsiteY501" fmla="*/ 630345 h 640117"/>
                <a:gd name="connsiteX502" fmla="*/ 194349 w 1219313"/>
                <a:gd name="connsiteY502" fmla="*/ 630806 h 640117"/>
                <a:gd name="connsiteX503" fmla="*/ 192861 w 1219313"/>
                <a:gd name="connsiteY503" fmla="*/ 633038 h 640117"/>
                <a:gd name="connsiteX504" fmla="*/ 185725 w 1219313"/>
                <a:gd name="connsiteY504" fmla="*/ 633365 h 640117"/>
                <a:gd name="connsiteX505" fmla="*/ 181699 w 1219313"/>
                <a:gd name="connsiteY505" fmla="*/ 633783 h 640117"/>
                <a:gd name="connsiteX506" fmla="*/ 180987 w 1219313"/>
                <a:gd name="connsiteY506" fmla="*/ 635273 h 640117"/>
                <a:gd name="connsiteX507" fmla="*/ 180211 w 1219313"/>
                <a:gd name="connsiteY507" fmla="*/ 636759 h 640117"/>
                <a:gd name="connsiteX508" fmla="*/ 177161 w 1219313"/>
                <a:gd name="connsiteY508" fmla="*/ 637108 h 640117"/>
                <a:gd name="connsiteX509" fmla="*/ 175355 w 1219313"/>
                <a:gd name="connsiteY509" fmla="*/ 637140 h 640117"/>
                <a:gd name="connsiteX510" fmla="*/ 173467 w 1219313"/>
                <a:gd name="connsiteY510" fmla="*/ 637131 h 640117"/>
                <a:gd name="connsiteX511" fmla="*/ 166816 w 1219313"/>
                <a:gd name="connsiteY511" fmla="*/ 637503 h 640117"/>
                <a:gd name="connsiteX512" fmla="*/ 166497 w 1219313"/>
                <a:gd name="connsiteY512" fmla="*/ 638989 h 640117"/>
                <a:gd name="connsiteX513" fmla="*/ 166072 w 1219313"/>
                <a:gd name="connsiteY513" fmla="*/ 640480 h 640117"/>
                <a:gd name="connsiteX514" fmla="*/ 162281 w 1219313"/>
                <a:gd name="connsiteY514" fmla="*/ 640875 h 640117"/>
                <a:gd name="connsiteX515" fmla="*/ 159959 w 1219313"/>
                <a:gd name="connsiteY515" fmla="*/ 640887 h 640117"/>
                <a:gd name="connsiteX516" fmla="*/ 157514 w 1219313"/>
                <a:gd name="connsiteY516" fmla="*/ 640852 h 640117"/>
                <a:gd name="connsiteX517" fmla="*/ 155070 w 1219313"/>
                <a:gd name="connsiteY517" fmla="*/ 640887 h 640117"/>
                <a:gd name="connsiteX518" fmla="*/ 152747 w 1219313"/>
                <a:gd name="connsiteY518" fmla="*/ 640875 h 640117"/>
                <a:gd name="connsiteX519" fmla="*/ 150600 w 1219313"/>
                <a:gd name="connsiteY519" fmla="*/ 640865 h 640117"/>
                <a:gd name="connsiteX520" fmla="*/ 148957 w 1219313"/>
                <a:gd name="connsiteY520" fmla="*/ 640480 h 640117"/>
                <a:gd name="connsiteX521" fmla="*/ 148213 w 1219313"/>
                <a:gd name="connsiteY521" fmla="*/ 637503 h 640117"/>
                <a:gd name="connsiteX522" fmla="*/ 145236 w 1219313"/>
                <a:gd name="connsiteY522" fmla="*/ 636015 h 640117"/>
                <a:gd name="connsiteX523" fmla="*/ 138539 w 1219313"/>
                <a:gd name="connsiteY523" fmla="*/ 626341 h 640117"/>
                <a:gd name="connsiteX524" fmla="*/ 136306 w 1219313"/>
                <a:gd name="connsiteY524" fmla="*/ 625597 h 640117"/>
                <a:gd name="connsiteX525" fmla="*/ 135934 w 1219313"/>
                <a:gd name="connsiteY525" fmla="*/ 624062 h 640117"/>
                <a:gd name="connsiteX526" fmla="*/ 135562 w 1219313"/>
                <a:gd name="connsiteY526" fmla="*/ 622620 h 640117"/>
                <a:gd name="connsiteX527" fmla="*/ 133330 w 1219313"/>
                <a:gd name="connsiteY527" fmla="*/ 622620 h 640117"/>
                <a:gd name="connsiteX528" fmla="*/ 131841 w 1219313"/>
                <a:gd name="connsiteY528" fmla="*/ 619644 h 640117"/>
                <a:gd name="connsiteX529" fmla="*/ 130353 w 1219313"/>
                <a:gd name="connsiteY529" fmla="*/ 618900 h 640117"/>
                <a:gd name="connsiteX530" fmla="*/ 130353 w 1219313"/>
                <a:gd name="connsiteY530" fmla="*/ 615923 h 640117"/>
                <a:gd name="connsiteX531" fmla="*/ 128121 w 1219313"/>
                <a:gd name="connsiteY531" fmla="*/ 615923 h 640117"/>
                <a:gd name="connsiteX532" fmla="*/ 126632 w 1219313"/>
                <a:gd name="connsiteY532" fmla="*/ 612947 h 640117"/>
                <a:gd name="connsiteX533" fmla="*/ 125144 w 1219313"/>
                <a:gd name="connsiteY533" fmla="*/ 612203 h 640117"/>
                <a:gd name="connsiteX534" fmla="*/ 123656 w 1219313"/>
                <a:gd name="connsiteY534" fmla="*/ 609226 h 640117"/>
                <a:gd name="connsiteX535" fmla="*/ 122168 w 1219313"/>
                <a:gd name="connsiteY535" fmla="*/ 608482 h 640117"/>
                <a:gd name="connsiteX536" fmla="*/ 121423 w 1219313"/>
                <a:gd name="connsiteY536" fmla="*/ 606249 h 640117"/>
                <a:gd name="connsiteX537" fmla="*/ 119191 w 1219313"/>
                <a:gd name="connsiteY537" fmla="*/ 604017 h 640117"/>
                <a:gd name="connsiteX538" fmla="*/ 116215 w 1219313"/>
                <a:gd name="connsiteY538" fmla="*/ 599552 h 640117"/>
                <a:gd name="connsiteX539" fmla="*/ 113982 w 1219313"/>
                <a:gd name="connsiteY539" fmla="*/ 598064 h 640117"/>
                <a:gd name="connsiteX540" fmla="*/ 113238 w 1219313"/>
                <a:gd name="connsiteY540" fmla="*/ 595831 h 640117"/>
                <a:gd name="connsiteX541" fmla="*/ 112075 w 1219313"/>
                <a:gd name="connsiteY541" fmla="*/ 594669 h 640117"/>
                <a:gd name="connsiteX542" fmla="*/ 111006 w 1219313"/>
                <a:gd name="connsiteY542" fmla="*/ 592111 h 640117"/>
                <a:gd name="connsiteX543" fmla="*/ 108773 w 1219313"/>
                <a:gd name="connsiteY543" fmla="*/ 591367 h 640117"/>
                <a:gd name="connsiteX544" fmla="*/ 108029 w 1219313"/>
                <a:gd name="connsiteY544" fmla="*/ 589134 h 640117"/>
                <a:gd name="connsiteX545" fmla="*/ 105797 w 1219313"/>
                <a:gd name="connsiteY545" fmla="*/ 587646 h 640117"/>
                <a:gd name="connsiteX546" fmla="*/ 102820 w 1219313"/>
                <a:gd name="connsiteY546" fmla="*/ 581693 h 640117"/>
                <a:gd name="connsiteX547" fmla="*/ 100588 w 1219313"/>
                <a:gd name="connsiteY547" fmla="*/ 580949 h 640117"/>
                <a:gd name="connsiteX548" fmla="*/ 99099 w 1219313"/>
                <a:gd name="connsiteY548" fmla="*/ 577972 h 640117"/>
                <a:gd name="connsiteX549" fmla="*/ 97611 w 1219313"/>
                <a:gd name="connsiteY549" fmla="*/ 577228 h 640117"/>
                <a:gd name="connsiteX550" fmla="*/ 94634 w 1219313"/>
                <a:gd name="connsiteY550" fmla="*/ 571042 h 640117"/>
                <a:gd name="connsiteX551" fmla="*/ 91658 w 1219313"/>
                <a:gd name="connsiteY551" fmla="*/ 569042 h 640117"/>
                <a:gd name="connsiteX552" fmla="*/ 90914 w 1219313"/>
                <a:gd name="connsiteY552" fmla="*/ 565322 h 640117"/>
                <a:gd name="connsiteX553" fmla="*/ 89425 w 1219313"/>
                <a:gd name="connsiteY553" fmla="*/ 564578 h 640117"/>
                <a:gd name="connsiteX554" fmla="*/ 89100 w 1219313"/>
                <a:gd name="connsiteY554" fmla="*/ 563136 h 640117"/>
                <a:gd name="connsiteX555" fmla="*/ 86449 w 1219313"/>
                <a:gd name="connsiteY555" fmla="*/ 560113 h 640117"/>
                <a:gd name="connsiteX556" fmla="*/ 85705 w 1219313"/>
                <a:gd name="connsiteY556" fmla="*/ 557880 h 640117"/>
                <a:gd name="connsiteX557" fmla="*/ 84542 w 1219313"/>
                <a:gd name="connsiteY557" fmla="*/ 556718 h 640117"/>
                <a:gd name="connsiteX558" fmla="*/ 83472 w 1219313"/>
                <a:gd name="connsiteY558" fmla="*/ 554160 h 640117"/>
                <a:gd name="connsiteX559" fmla="*/ 81240 w 1219313"/>
                <a:gd name="connsiteY559" fmla="*/ 553415 h 640117"/>
                <a:gd name="connsiteX560" fmla="*/ 79752 w 1219313"/>
                <a:gd name="connsiteY560" fmla="*/ 549695 h 640117"/>
                <a:gd name="connsiteX561" fmla="*/ 78263 w 1219313"/>
                <a:gd name="connsiteY561" fmla="*/ 548951 h 640117"/>
                <a:gd name="connsiteX562" fmla="*/ 77519 w 1219313"/>
                <a:gd name="connsiteY562" fmla="*/ 545230 h 640117"/>
                <a:gd name="connsiteX563" fmla="*/ 76031 w 1219313"/>
                <a:gd name="connsiteY563" fmla="*/ 544486 h 640117"/>
                <a:gd name="connsiteX564" fmla="*/ 74543 w 1219313"/>
                <a:gd name="connsiteY564" fmla="*/ 540765 h 640117"/>
                <a:gd name="connsiteX565" fmla="*/ 73054 w 1219313"/>
                <a:gd name="connsiteY565" fmla="*/ 540021 h 640117"/>
                <a:gd name="connsiteX566" fmla="*/ 71566 w 1219313"/>
                <a:gd name="connsiteY566" fmla="*/ 537044 h 640117"/>
                <a:gd name="connsiteX567" fmla="*/ 70078 w 1219313"/>
                <a:gd name="connsiteY567" fmla="*/ 536300 h 640117"/>
                <a:gd name="connsiteX568" fmla="*/ 69334 w 1219313"/>
                <a:gd name="connsiteY568" fmla="*/ 531835 h 640117"/>
                <a:gd name="connsiteX569" fmla="*/ 67101 w 1219313"/>
                <a:gd name="connsiteY569" fmla="*/ 531835 h 640117"/>
                <a:gd name="connsiteX570" fmla="*/ 67101 w 1219313"/>
                <a:gd name="connsiteY570" fmla="*/ 527371 h 640117"/>
                <a:gd name="connsiteX571" fmla="*/ 64869 w 1219313"/>
                <a:gd name="connsiteY571" fmla="*/ 527371 h 640117"/>
                <a:gd name="connsiteX572" fmla="*/ 64636 w 1219313"/>
                <a:gd name="connsiteY572" fmla="*/ 525185 h 640117"/>
                <a:gd name="connsiteX573" fmla="*/ 64125 w 1219313"/>
                <a:gd name="connsiteY573" fmla="*/ 522906 h 640117"/>
                <a:gd name="connsiteX574" fmla="*/ 61892 w 1219313"/>
                <a:gd name="connsiteY574" fmla="*/ 522162 h 640117"/>
                <a:gd name="connsiteX575" fmla="*/ 61520 w 1219313"/>
                <a:gd name="connsiteY575" fmla="*/ 520255 h 640117"/>
                <a:gd name="connsiteX576" fmla="*/ 61148 w 1219313"/>
                <a:gd name="connsiteY576" fmla="*/ 518441 h 640117"/>
                <a:gd name="connsiteX577" fmla="*/ 58916 w 1219313"/>
                <a:gd name="connsiteY577" fmla="*/ 518441 h 640117"/>
                <a:gd name="connsiteX578" fmla="*/ 59055 w 1219313"/>
                <a:gd name="connsiteY578" fmla="*/ 515883 h 640117"/>
                <a:gd name="connsiteX579" fmla="*/ 58916 w 1219313"/>
                <a:gd name="connsiteY579" fmla="*/ 513232 h 640117"/>
                <a:gd name="connsiteX580" fmla="*/ 56683 w 1219313"/>
                <a:gd name="connsiteY580" fmla="*/ 512488 h 640117"/>
                <a:gd name="connsiteX581" fmla="*/ 55195 w 1219313"/>
                <a:gd name="connsiteY581" fmla="*/ 508767 h 640117"/>
                <a:gd name="connsiteX582" fmla="*/ 53707 w 1219313"/>
                <a:gd name="connsiteY582" fmla="*/ 508023 h 640117"/>
                <a:gd name="connsiteX583" fmla="*/ 52218 w 1219313"/>
                <a:gd name="connsiteY583" fmla="*/ 503558 h 640117"/>
                <a:gd name="connsiteX584" fmla="*/ 50730 w 1219313"/>
                <a:gd name="connsiteY584" fmla="*/ 502814 h 640117"/>
                <a:gd name="connsiteX585" fmla="*/ 50405 w 1219313"/>
                <a:gd name="connsiteY585" fmla="*/ 501047 h 640117"/>
                <a:gd name="connsiteX586" fmla="*/ 48823 w 1219313"/>
                <a:gd name="connsiteY586" fmla="*/ 497977 h 640117"/>
                <a:gd name="connsiteX587" fmla="*/ 47614 w 1219313"/>
                <a:gd name="connsiteY587" fmla="*/ 494861 h 640117"/>
                <a:gd name="connsiteX588" fmla="*/ 47754 w 1219313"/>
                <a:gd name="connsiteY588" fmla="*/ 493140 h 640117"/>
                <a:gd name="connsiteX589" fmla="*/ 45521 w 1219313"/>
                <a:gd name="connsiteY589" fmla="*/ 493140 h 640117"/>
                <a:gd name="connsiteX590" fmla="*/ 44033 w 1219313"/>
                <a:gd name="connsiteY590" fmla="*/ 488675 h 640117"/>
                <a:gd name="connsiteX591" fmla="*/ 42545 w 1219313"/>
                <a:gd name="connsiteY591" fmla="*/ 487931 h 640117"/>
                <a:gd name="connsiteX592" fmla="*/ 41800 w 1219313"/>
                <a:gd name="connsiteY592" fmla="*/ 483466 h 640117"/>
                <a:gd name="connsiteX593" fmla="*/ 40312 w 1219313"/>
                <a:gd name="connsiteY593" fmla="*/ 482722 h 640117"/>
                <a:gd name="connsiteX594" fmla="*/ 38824 w 1219313"/>
                <a:gd name="connsiteY594" fmla="*/ 478257 h 640117"/>
                <a:gd name="connsiteX595" fmla="*/ 37336 w 1219313"/>
                <a:gd name="connsiteY595" fmla="*/ 477513 h 640117"/>
                <a:gd name="connsiteX596" fmla="*/ 36591 w 1219313"/>
                <a:gd name="connsiteY596" fmla="*/ 472304 h 640117"/>
                <a:gd name="connsiteX597" fmla="*/ 34359 w 1219313"/>
                <a:gd name="connsiteY597" fmla="*/ 472304 h 640117"/>
                <a:gd name="connsiteX598" fmla="*/ 34126 w 1219313"/>
                <a:gd name="connsiteY598" fmla="*/ 469793 h 640117"/>
                <a:gd name="connsiteX599" fmla="*/ 33615 w 1219313"/>
                <a:gd name="connsiteY599" fmla="*/ 467095 h 640117"/>
                <a:gd name="connsiteX600" fmla="*/ 31382 w 1219313"/>
                <a:gd name="connsiteY600" fmla="*/ 465607 h 640117"/>
                <a:gd name="connsiteX601" fmla="*/ 31382 w 1219313"/>
                <a:gd name="connsiteY601" fmla="*/ 461142 h 640117"/>
                <a:gd name="connsiteX602" fmla="*/ 29150 w 1219313"/>
                <a:gd name="connsiteY602" fmla="*/ 461142 h 640117"/>
                <a:gd name="connsiteX603" fmla="*/ 28406 w 1219313"/>
                <a:gd name="connsiteY603" fmla="*/ 455189 h 640117"/>
                <a:gd name="connsiteX604" fmla="*/ 26173 w 1219313"/>
                <a:gd name="connsiteY604" fmla="*/ 455189 h 640117"/>
                <a:gd name="connsiteX605" fmla="*/ 25941 w 1219313"/>
                <a:gd name="connsiteY605" fmla="*/ 452677 h 640117"/>
                <a:gd name="connsiteX606" fmla="*/ 25429 w 1219313"/>
                <a:gd name="connsiteY606" fmla="*/ 449980 h 640117"/>
                <a:gd name="connsiteX607" fmla="*/ 23197 w 1219313"/>
                <a:gd name="connsiteY607" fmla="*/ 448492 h 640117"/>
                <a:gd name="connsiteX608" fmla="*/ 23197 w 1219313"/>
                <a:gd name="connsiteY608" fmla="*/ 443283 h 640117"/>
                <a:gd name="connsiteX609" fmla="*/ 20965 w 1219313"/>
                <a:gd name="connsiteY609" fmla="*/ 443283 h 640117"/>
                <a:gd name="connsiteX610" fmla="*/ 20732 w 1219313"/>
                <a:gd name="connsiteY610" fmla="*/ 440725 h 640117"/>
                <a:gd name="connsiteX611" fmla="*/ 20220 w 1219313"/>
                <a:gd name="connsiteY611" fmla="*/ 438074 h 640117"/>
                <a:gd name="connsiteX612" fmla="*/ 17988 w 1219313"/>
                <a:gd name="connsiteY612" fmla="*/ 437329 h 640117"/>
                <a:gd name="connsiteX613" fmla="*/ 17546 w 1219313"/>
                <a:gd name="connsiteY613" fmla="*/ 432725 h 640117"/>
                <a:gd name="connsiteX614" fmla="*/ 17244 w 1219313"/>
                <a:gd name="connsiteY614" fmla="*/ 431376 h 640117"/>
                <a:gd name="connsiteX615" fmla="*/ 15011 w 1219313"/>
                <a:gd name="connsiteY615" fmla="*/ 430632 h 640117"/>
                <a:gd name="connsiteX616" fmla="*/ 14872 w 1219313"/>
                <a:gd name="connsiteY616" fmla="*/ 427237 h 640117"/>
                <a:gd name="connsiteX617" fmla="*/ 14933 w 1219313"/>
                <a:gd name="connsiteY617" fmla="*/ 425374 h 640117"/>
                <a:gd name="connsiteX618" fmla="*/ 15011 w 1219313"/>
                <a:gd name="connsiteY618" fmla="*/ 423935 h 640117"/>
                <a:gd name="connsiteX619" fmla="*/ 12779 w 1219313"/>
                <a:gd name="connsiteY619" fmla="*/ 423935 h 640117"/>
                <a:gd name="connsiteX620" fmla="*/ 12416 w 1219313"/>
                <a:gd name="connsiteY620" fmla="*/ 419357 h 640117"/>
                <a:gd name="connsiteX621" fmla="*/ 12035 w 1219313"/>
                <a:gd name="connsiteY621" fmla="*/ 417982 h 640117"/>
                <a:gd name="connsiteX622" fmla="*/ 9802 w 1219313"/>
                <a:gd name="connsiteY622" fmla="*/ 417238 h 640117"/>
                <a:gd name="connsiteX623" fmla="*/ 9361 w 1219313"/>
                <a:gd name="connsiteY623" fmla="*/ 412052 h 640117"/>
                <a:gd name="connsiteX624" fmla="*/ 9058 w 1219313"/>
                <a:gd name="connsiteY624" fmla="*/ 410540 h 640117"/>
                <a:gd name="connsiteX625" fmla="*/ 6826 w 1219313"/>
                <a:gd name="connsiteY625" fmla="*/ 409796 h 640117"/>
                <a:gd name="connsiteX626" fmla="*/ 6407 w 1219313"/>
                <a:gd name="connsiteY626" fmla="*/ 406448 h 640117"/>
                <a:gd name="connsiteX627" fmla="*/ 6082 w 1219313"/>
                <a:gd name="connsiteY627" fmla="*/ 403099 h 640117"/>
                <a:gd name="connsiteX628" fmla="*/ 4593 w 1219313"/>
                <a:gd name="connsiteY628" fmla="*/ 402355 h 640117"/>
                <a:gd name="connsiteX629" fmla="*/ 3524 w 1219313"/>
                <a:gd name="connsiteY629" fmla="*/ 397096 h 640117"/>
                <a:gd name="connsiteX630" fmla="*/ 3105 w 1219313"/>
                <a:gd name="connsiteY630" fmla="*/ 395658 h 640117"/>
                <a:gd name="connsiteX631" fmla="*/ 1617 w 1219313"/>
                <a:gd name="connsiteY631" fmla="*/ 395658 h 640117"/>
                <a:gd name="connsiteX632" fmla="*/ 1338 w 1219313"/>
                <a:gd name="connsiteY632" fmla="*/ 390170 h 640117"/>
                <a:gd name="connsiteX633" fmla="*/ 1224 w 1219313"/>
                <a:gd name="connsiteY633" fmla="*/ 388594 h 640117"/>
                <a:gd name="connsiteX634" fmla="*/ 1617 w 1219313"/>
                <a:gd name="connsiteY634" fmla="*/ 384496 h 640117"/>
                <a:gd name="connsiteX635" fmla="*/ 6082 w 1219313"/>
                <a:gd name="connsiteY635" fmla="*/ 383007 h 640117"/>
                <a:gd name="connsiteX636" fmla="*/ 6826 w 1219313"/>
                <a:gd name="connsiteY636" fmla="*/ 380775 h 640117"/>
                <a:gd name="connsiteX637" fmla="*/ 9802 w 1219313"/>
                <a:gd name="connsiteY637" fmla="*/ 380031 h 640117"/>
                <a:gd name="connsiteX638" fmla="*/ 10547 w 1219313"/>
                <a:gd name="connsiteY638" fmla="*/ 377798 h 640117"/>
                <a:gd name="connsiteX639" fmla="*/ 13523 w 1219313"/>
                <a:gd name="connsiteY639" fmla="*/ 376310 h 640117"/>
                <a:gd name="connsiteX640" fmla="*/ 14267 w 1219313"/>
                <a:gd name="connsiteY640" fmla="*/ 374078 h 640117"/>
                <a:gd name="connsiteX641" fmla="*/ 17244 w 1219313"/>
                <a:gd name="connsiteY641" fmla="*/ 373333 h 640117"/>
                <a:gd name="connsiteX642" fmla="*/ 17988 w 1219313"/>
                <a:gd name="connsiteY642" fmla="*/ 371101 h 640117"/>
                <a:gd name="connsiteX643" fmla="*/ 20965 w 1219313"/>
                <a:gd name="connsiteY643" fmla="*/ 369613 h 640117"/>
                <a:gd name="connsiteX644" fmla="*/ 21709 w 1219313"/>
                <a:gd name="connsiteY644" fmla="*/ 367380 h 640117"/>
                <a:gd name="connsiteX645" fmla="*/ 25429 w 1219313"/>
                <a:gd name="connsiteY645" fmla="*/ 365892 h 640117"/>
                <a:gd name="connsiteX646" fmla="*/ 26173 w 1219313"/>
                <a:gd name="connsiteY646" fmla="*/ 363660 h 640117"/>
                <a:gd name="connsiteX647" fmla="*/ 29150 w 1219313"/>
                <a:gd name="connsiteY647" fmla="*/ 363660 h 640117"/>
                <a:gd name="connsiteX648" fmla="*/ 30638 w 1219313"/>
                <a:gd name="connsiteY648" fmla="*/ 359939 h 640117"/>
                <a:gd name="connsiteX649" fmla="*/ 32871 w 1219313"/>
                <a:gd name="connsiteY649" fmla="*/ 359195 h 640117"/>
                <a:gd name="connsiteX650" fmla="*/ 33615 w 1219313"/>
                <a:gd name="connsiteY650" fmla="*/ 356962 h 640117"/>
                <a:gd name="connsiteX651" fmla="*/ 35057 w 1219313"/>
                <a:gd name="connsiteY651" fmla="*/ 356637 h 640117"/>
                <a:gd name="connsiteX652" fmla="*/ 36591 w 1219313"/>
                <a:gd name="connsiteY652" fmla="*/ 356218 h 640117"/>
                <a:gd name="connsiteX653" fmla="*/ 38080 w 1219313"/>
                <a:gd name="connsiteY653" fmla="*/ 353242 h 640117"/>
                <a:gd name="connsiteX654" fmla="*/ 40312 w 1219313"/>
                <a:gd name="connsiteY654" fmla="*/ 352497 h 640117"/>
                <a:gd name="connsiteX655" fmla="*/ 41800 w 1219313"/>
                <a:gd name="connsiteY655" fmla="*/ 350963 h 640117"/>
                <a:gd name="connsiteX656" fmla="*/ 45521 w 1219313"/>
                <a:gd name="connsiteY656" fmla="*/ 349521 h 640117"/>
                <a:gd name="connsiteX657" fmla="*/ 45521 w 1219313"/>
                <a:gd name="connsiteY657" fmla="*/ 346544 h 640117"/>
                <a:gd name="connsiteX658" fmla="*/ 48498 w 1219313"/>
                <a:gd name="connsiteY658" fmla="*/ 345800 h 640117"/>
                <a:gd name="connsiteX659" fmla="*/ 49195 w 1219313"/>
                <a:gd name="connsiteY659" fmla="*/ 344265 h 640117"/>
                <a:gd name="connsiteX660" fmla="*/ 49986 w 1219313"/>
                <a:gd name="connsiteY660" fmla="*/ 342824 h 640117"/>
                <a:gd name="connsiteX661" fmla="*/ 53707 w 1219313"/>
                <a:gd name="connsiteY661" fmla="*/ 342824 h 640117"/>
                <a:gd name="connsiteX662" fmla="*/ 53707 w 1219313"/>
                <a:gd name="connsiteY662" fmla="*/ 339847 h 640117"/>
                <a:gd name="connsiteX663" fmla="*/ 56683 w 1219313"/>
                <a:gd name="connsiteY663" fmla="*/ 339103 h 640117"/>
                <a:gd name="connsiteX664" fmla="*/ 57427 w 1219313"/>
                <a:gd name="connsiteY664" fmla="*/ 337615 h 640117"/>
                <a:gd name="connsiteX665" fmla="*/ 58172 w 1219313"/>
                <a:gd name="connsiteY665" fmla="*/ 336126 h 640117"/>
                <a:gd name="connsiteX666" fmla="*/ 61148 w 1219313"/>
                <a:gd name="connsiteY666" fmla="*/ 335382 h 640117"/>
                <a:gd name="connsiteX667" fmla="*/ 61892 w 1219313"/>
                <a:gd name="connsiteY667" fmla="*/ 333150 h 640117"/>
                <a:gd name="connsiteX668" fmla="*/ 63753 w 1219313"/>
                <a:gd name="connsiteY668" fmla="*/ 332824 h 640117"/>
                <a:gd name="connsiteX669" fmla="*/ 65613 w 1219313"/>
                <a:gd name="connsiteY669" fmla="*/ 332406 h 640117"/>
                <a:gd name="connsiteX670" fmla="*/ 66357 w 1219313"/>
                <a:gd name="connsiteY670" fmla="*/ 329429 h 640117"/>
                <a:gd name="connsiteX671" fmla="*/ 69334 w 1219313"/>
                <a:gd name="connsiteY671" fmla="*/ 328685 h 640117"/>
                <a:gd name="connsiteX672" fmla="*/ 70078 w 1219313"/>
                <a:gd name="connsiteY672" fmla="*/ 326453 h 640117"/>
                <a:gd name="connsiteX673" fmla="*/ 71985 w 1219313"/>
                <a:gd name="connsiteY673" fmla="*/ 326127 h 640117"/>
                <a:gd name="connsiteX674" fmla="*/ 73798 w 1219313"/>
                <a:gd name="connsiteY674" fmla="*/ 325708 h 640117"/>
                <a:gd name="connsiteX675" fmla="*/ 73798 w 1219313"/>
                <a:gd name="connsiteY675" fmla="*/ 322732 h 640117"/>
                <a:gd name="connsiteX676" fmla="*/ 75938 w 1219313"/>
                <a:gd name="connsiteY676" fmla="*/ 322546 h 640117"/>
                <a:gd name="connsiteX677" fmla="*/ 78263 w 1219313"/>
                <a:gd name="connsiteY677" fmla="*/ 321988 h 640117"/>
                <a:gd name="connsiteX678" fmla="*/ 79752 w 1219313"/>
                <a:gd name="connsiteY678" fmla="*/ 319011 h 640117"/>
                <a:gd name="connsiteX679" fmla="*/ 82728 w 1219313"/>
                <a:gd name="connsiteY679" fmla="*/ 318267 h 640117"/>
                <a:gd name="connsiteX680" fmla="*/ 83472 w 1219313"/>
                <a:gd name="connsiteY680" fmla="*/ 316035 h 640117"/>
                <a:gd name="connsiteX681" fmla="*/ 84961 w 1219313"/>
                <a:gd name="connsiteY681" fmla="*/ 315709 h 640117"/>
                <a:gd name="connsiteX682" fmla="*/ 86449 w 1219313"/>
                <a:gd name="connsiteY682" fmla="*/ 315290 h 640117"/>
                <a:gd name="connsiteX683" fmla="*/ 86728 w 1219313"/>
                <a:gd name="connsiteY683" fmla="*/ 313756 h 640117"/>
                <a:gd name="connsiteX684" fmla="*/ 87193 w 1219313"/>
                <a:gd name="connsiteY684" fmla="*/ 312314 h 640117"/>
                <a:gd name="connsiteX685" fmla="*/ 91658 w 1219313"/>
                <a:gd name="connsiteY685" fmla="*/ 312314 h 640117"/>
                <a:gd name="connsiteX686" fmla="*/ 92402 w 1219313"/>
                <a:gd name="connsiteY686" fmla="*/ 309337 h 640117"/>
                <a:gd name="connsiteX687" fmla="*/ 95379 w 1219313"/>
                <a:gd name="connsiteY687" fmla="*/ 307849 h 640117"/>
                <a:gd name="connsiteX688" fmla="*/ 96123 w 1219313"/>
                <a:gd name="connsiteY688" fmla="*/ 305617 h 640117"/>
                <a:gd name="connsiteX689" fmla="*/ 97937 w 1219313"/>
                <a:gd name="connsiteY689" fmla="*/ 305291 h 640117"/>
                <a:gd name="connsiteX690" fmla="*/ 99843 w 1219313"/>
                <a:gd name="connsiteY690" fmla="*/ 304872 h 640117"/>
                <a:gd name="connsiteX691" fmla="*/ 101332 w 1219313"/>
                <a:gd name="connsiteY691" fmla="*/ 301896 h 640117"/>
                <a:gd name="connsiteX692" fmla="*/ 104308 w 1219313"/>
                <a:gd name="connsiteY692" fmla="*/ 301152 h 640117"/>
                <a:gd name="connsiteX693" fmla="*/ 105052 w 1219313"/>
                <a:gd name="connsiteY693" fmla="*/ 298919 h 640117"/>
                <a:gd name="connsiteX694" fmla="*/ 109517 w 1219313"/>
                <a:gd name="connsiteY694" fmla="*/ 298175 h 640117"/>
                <a:gd name="connsiteX695" fmla="*/ 109517 w 1219313"/>
                <a:gd name="connsiteY695" fmla="*/ 295199 h 640117"/>
                <a:gd name="connsiteX696" fmla="*/ 111703 w 1219313"/>
                <a:gd name="connsiteY696" fmla="*/ 295385 h 640117"/>
                <a:gd name="connsiteX697" fmla="*/ 113982 w 1219313"/>
                <a:gd name="connsiteY697" fmla="*/ 295199 h 640117"/>
                <a:gd name="connsiteX698" fmla="*/ 114726 w 1219313"/>
                <a:gd name="connsiteY698" fmla="*/ 292222 h 640117"/>
                <a:gd name="connsiteX699" fmla="*/ 118447 w 1219313"/>
                <a:gd name="connsiteY699" fmla="*/ 290734 h 640117"/>
                <a:gd name="connsiteX700" fmla="*/ 118447 w 1219313"/>
                <a:gd name="connsiteY700" fmla="*/ 288501 h 640117"/>
                <a:gd name="connsiteX701" fmla="*/ 122912 w 1219313"/>
                <a:gd name="connsiteY701" fmla="*/ 287013 h 640117"/>
                <a:gd name="connsiteX702" fmla="*/ 122912 w 1219313"/>
                <a:gd name="connsiteY702" fmla="*/ 284781 h 640117"/>
                <a:gd name="connsiteX703" fmla="*/ 128121 w 1219313"/>
                <a:gd name="connsiteY703" fmla="*/ 284781 h 640117"/>
                <a:gd name="connsiteX704" fmla="*/ 128121 w 1219313"/>
                <a:gd name="connsiteY704" fmla="*/ 281804 h 640117"/>
                <a:gd name="connsiteX705" fmla="*/ 132586 w 1219313"/>
                <a:gd name="connsiteY705" fmla="*/ 280316 h 640117"/>
                <a:gd name="connsiteX706" fmla="*/ 133330 w 1219313"/>
                <a:gd name="connsiteY706" fmla="*/ 278083 h 640117"/>
                <a:gd name="connsiteX707" fmla="*/ 137050 w 1219313"/>
                <a:gd name="connsiteY707" fmla="*/ 276595 h 640117"/>
                <a:gd name="connsiteX708" fmla="*/ 137795 w 1219313"/>
                <a:gd name="connsiteY708" fmla="*/ 275107 h 640117"/>
                <a:gd name="connsiteX709" fmla="*/ 139655 w 1219313"/>
                <a:gd name="connsiteY709" fmla="*/ 274409 h 640117"/>
                <a:gd name="connsiteX710" fmla="*/ 141515 w 1219313"/>
                <a:gd name="connsiteY710" fmla="*/ 273619 h 640117"/>
                <a:gd name="connsiteX711" fmla="*/ 142259 w 1219313"/>
                <a:gd name="connsiteY711" fmla="*/ 271386 h 640117"/>
                <a:gd name="connsiteX712" fmla="*/ 144492 w 1219313"/>
                <a:gd name="connsiteY712" fmla="*/ 271061 h 640117"/>
                <a:gd name="connsiteX713" fmla="*/ 146724 w 1219313"/>
                <a:gd name="connsiteY713" fmla="*/ 270642 h 640117"/>
                <a:gd name="connsiteX714" fmla="*/ 147096 w 1219313"/>
                <a:gd name="connsiteY714" fmla="*/ 269107 h 640117"/>
                <a:gd name="connsiteX715" fmla="*/ 147468 w 1219313"/>
                <a:gd name="connsiteY715" fmla="*/ 267665 h 640117"/>
                <a:gd name="connsiteX716" fmla="*/ 151933 w 1219313"/>
                <a:gd name="connsiteY716" fmla="*/ 267665 h 640117"/>
                <a:gd name="connsiteX717" fmla="*/ 151933 w 1219313"/>
                <a:gd name="connsiteY717" fmla="*/ 264689 h 640117"/>
                <a:gd name="connsiteX718" fmla="*/ 157142 w 1219313"/>
                <a:gd name="connsiteY718" fmla="*/ 263945 h 640117"/>
                <a:gd name="connsiteX719" fmla="*/ 157142 w 1219313"/>
                <a:gd name="connsiteY719" fmla="*/ 260968 h 640117"/>
                <a:gd name="connsiteX720" fmla="*/ 160863 w 1219313"/>
                <a:gd name="connsiteY720" fmla="*/ 260224 h 640117"/>
                <a:gd name="connsiteX721" fmla="*/ 161607 w 1219313"/>
                <a:gd name="connsiteY721" fmla="*/ 257992 h 640117"/>
                <a:gd name="connsiteX722" fmla="*/ 166072 w 1219313"/>
                <a:gd name="connsiteY722" fmla="*/ 256503 h 640117"/>
                <a:gd name="connsiteX723" fmla="*/ 166816 w 1219313"/>
                <a:gd name="connsiteY723" fmla="*/ 254271 h 640117"/>
                <a:gd name="connsiteX724" fmla="*/ 169002 w 1219313"/>
                <a:gd name="connsiteY724" fmla="*/ 253945 h 640117"/>
                <a:gd name="connsiteX725" fmla="*/ 171281 w 1219313"/>
                <a:gd name="connsiteY725" fmla="*/ 253527 h 640117"/>
                <a:gd name="connsiteX726" fmla="*/ 172769 w 1219313"/>
                <a:gd name="connsiteY726" fmla="*/ 250550 h 640117"/>
                <a:gd name="connsiteX727" fmla="*/ 176490 w 1219313"/>
                <a:gd name="connsiteY727" fmla="*/ 250550 h 640117"/>
                <a:gd name="connsiteX728" fmla="*/ 176769 w 1219313"/>
                <a:gd name="connsiteY728" fmla="*/ 249108 h 640117"/>
                <a:gd name="connsiteX729" fmla="*/ 177234 w 1219313"/>
                <a:gd name="connsiteY729" fmla="*/ 247574 h 640117"/>
                <a:gd name="connsiteX730" fmla="*/ 182443 w 1219313"/>
                <a:gd name="connsiteY730" fmla="*/ 246830 h 640117"/>
                <a:gd name="connsiteX731" fmla="*/ 182443 w 1219313"/>
                <a:gd name="connsiteY731" fmla="*/ 243853 h 640117"/>
                <a:gd name="connsiteX732" fmla="*/ 186908 w 1219313"/>
                <a:gd name="connsiteY732" fmla="*/ 242365 h 640117"/>
                <a:gd name="connsiteX733" fmla="*/ 186908 w 1219313"/>
                <a:gd name="connsiteY733" fmla="*/ 240876 h 640117"/>
                <a:gd name="connsiteX734" fmla="*/ 189466 w 1219313"/>
                <a:gd name="connsiteY734" fmla="*/ 240179 h 640117"/>
                <a:gd name="connsiteX735" fmla="*/ 192117 w 1219313"/>
                <a:gd name="connsiteY735" fmla="*/ 239388 h 640117"/>
                <a:gd name="connsiteX736" fmla="*/ 192861 w 1219313"/>
                <a:gd name="connsiteY736" fmla="*/ 237156 h 640117"/>
                <a:gd name="connsiteX737" fmla="*/ 195047 w 1219313"/>
                <a:gd name="connsiteY737" fmla="*/ 236830 h 640117"/>
                <a:gd name="connsiteX738" fmla="*/ 197326 w 1219313"/>
                <a:gd name="connsiteY738" fmla="*/ 236412 h 640117"/>
                <a:gd name="connsiteX739" fmla="*/ 198814 w 1219313"/>
                <a:gd name="connsiteY739" fmla="*/ 233435 h 640117"/>
                <a:gd name="connsiteX740" fmla="*/ 201791 w 1219313"/>
                <a:gd name="connsiteY740" fmla="*/ 232691 h 640117"/>
                <a:gd name="connsiteX741" fmla="*/ 202535 w 1219313"/>
                <a:gd name="connsiteY741" fmla="*/ 230458 h 640117"/>
                <a:gd name="connsiteX742" fmla="*/ 204767 w 1219313"/>
                <a:gd name="connsiteY742" fmla="*/ 230133 h 640117"/>
                <a:gd name="connsiteX743" fmla="*/ 207000 w 1219313"/>
                <a:gd name="connsiteY743" fmla="*/ 229714 h 640117"/>
                <a:gd name="connsiteX744" fmla="*/ 207325 w 1219313"/>
                <a:gd name="connsiteY744" fmla="*/ 228226 h 640117"/>
                <a:gd name="connsiteX745" fmla="*/ 207744 w 1219313"/>
                <a:gd name="connsiteY745" fmla="*/ 226738 h 640117"/>
                <a:gd name="connsiteX746" fmla="*/ 212953 w 1219313"/>
                <a:gd name="connsiteY746" fmla="*/ 225994 h 640117"/>
                <a:gd name="connsiteX747" fmla="*/ 213697 w 1219313"/>
                <a:gd name="connsiteY747" fmla="*/ 223761 h 640117"/>
                <a:gd name="connsiteX748" fmla="*/ 218906 w 1219313"/>
                <a:gd name="connsiteY748" fmla="*/ 223017 h 640117"/>
                <a:gd name="connsiteX749" fmla="*/ 218906 w 1219313"/>
                <a:gd name="connsiteY749" fmla="*/ 220040 h 640117"/>
                <a:gd name="connsiteX750" fmla="*/ 221045 w 1219313"/>
                <a:gd name="connsiteY750" fmla="*/ 219854 h 640117"/>
                <a:gd name="connsiteX751" fmla="*/ 223371 w 1219313"/>
                <a:gd name="connsiteY751" fmla="*/ 219296 h 640117"/>
                <a:gd name="connsiteX752" fmla="*/ 224115 w 1219313"/>
                <a:gd name="connsiteY752" fmla="*/ 217808 h 640117"/>
                <a:gd name="connsiteX753" fmla="*/ 224859 w 1219313"/>
                <a:gd name="connsiteY753" fmla="*/ 216320 h 640117"/>
                <a:gd name="connsiteX754" fmla="*/ 229324 w 1219313"/>
                <a:gd name="connsiteY754" fmla="*/ 215576 h 640117"/>
                <a:gd name="connsiteX755" fmla="*/ 230068 w 1219313"/>
                <a:gd name="connsiteY755" fmla="*/ 213343 h 640117"/>
                <a:gd name="connsiteX756" fmla="*/ 232300 w 1219313"/>
                <a:gd name="connsiteY756" fmla="*/ 213018 h 640117"/>
                <a:gd name="connsiteX757" fmla="*/ 234533 w 1219313"/>
                <a:gd name="connsiteY757" fmla="*/ 212599 h 640117"/>
                <a:gd name="connsiteX758" fmla="*/ 234812 w 1219313"/>
                <a:gd name="connsiteY758" fmla="*/ 211111 h 640117"/>
                <a:gd name="connsiteX759" fmla="*/ 235277 w 1219313"/>
                <a:gd name="connsiteY759" fmla="*/ 209622 h 640117"/>
                <a:gd name="connsiteX760" fmla="*/ 239881 w 1219313"/>
                <a:gd name="connsiteY760" fmla="*/ 209155 h 640117"/>
                <a:gd name="connsiteX761" fmla="*/ 241230 w 1219313"/>
                <a:gd name="connsiteY761" fmla="*/ 208878 h 640117"/>
                <a:gd name="connsiteX762" fmla="*/ 241974 w 1219313"/>
                <a:gd name="connsiteY762" fmla="*/ 206646 h 640117"/>
                <a:gd name="connsiteX763" fmla="*/ 247183 w 1219313"/>
                <a:gd name="connsiteY763" fmla="*/ 205902 h 640117"/>
                <a:gd name="connsiteX764" fmla="*/ 247183 w 1219313"/>
                <a:gd name="connsiteY764" fmla="*/ 202925 h 640117"/>
                <a:gd name="connsiteX765" fmla="*/ 252392 w 1219313"/>
                <a:gd name="connsiteY765" fmla="*/ 201437 h 640117"/>
                <a:gd name="connsiteX766" fmla="*/ 254625 w 1219313"/>
                <a:gd name="connsiteY766" fmla="*/ 199205 h 640117"/>
                <a:gd name="connsiteX767" fmla="*/ 256578 w 1219313"/>
                <a:gd name="connsiteY767" fmla="*/ 198832 h 640117"/>
                <a:gd name="connsiteX768" fmla="*/ 258345 w 1219313"/>
                <a:gd name="connsiteY768" fmla="*/ 198460 h 640117"/>
                <a:gd name="connsiteX769" fmla="*/ 259090 w 1219313"/>
                <a:gd name="connsiteY769" fmla="*/ 196228 h 640117"/>
                <a:gd name="connsiteX770" fmla="*/ 261322 w 1219313"/>
                <a:gd name="connsiteY770" fmla="*/ 195902 h 640117"/>
                <a:gd name="connsiteX771" fmla="*/ 263554 w 1219313"/>
                <a:gd name="connsiteY771" fmla="*/ 195484 h 640117"/>
                <a:gd name="connsiteX772" fmla="*/ 263833 w 1219313"/>
                <a:gd name="connsiteY772" fmla="*/ 193949 h 640117"/>
                <a:gd name="connsiteX773" fmla="*/ 264299 w 1219313"/>
                <a:gd name="connsiteY773" fmla="*/ 192507 h 640117"/>
                <a:gd name="connsiteX774" fmla="*/ 270252 w 1219313"/>
                <a:gd name="connsiteY774" fmla="*/ 192507 h 640117"/>
                <a:gd name="connsiteX775" fmla="*/ 270252 w 1219313"/>
                <a:gd name="connsiteY775" fmla="*/ 189531 h 640117"/>
                <a:gd name="connsiteX776" fmla="*/ 272810 w 1219313"/>
                <a:gd name="connsiteY776" fmla="*/ 189345 h 640117"/>
                <a:gd name="connsiteX777" fmla="*/ 275461 w 1219313"/>
                <a:gd name="connsiteY777" fmla="*/ 188787 h 640117"/>
                <a:gd name="connsiteX778" fmla="*/ 275833 w 1219313"/>
                <a:gd name="connsiteY778" fmla="*/ 187298 h 640117"/>
                <a:gd name="connsiteX779" fmla="*/ 276205 w 1219313"/>
                <a:gd name="connsiteY779" fmla="*/ 185810 h 640117"/>
                <a:gd name="connsiteX780" fmla="*/ 281414 w 1219313"/>
                <a:gd name="connsiteY780" fmla="*/ 185066 h 640117"/>
                <a:gd name="connsiteX781" fmla="*/ 282158 w 1219313"/>
                <a:gd name="connsiteY781" fmla="*/ 182833 h 640117"/>
                <a:gd name="connsiteX782" fmla="*/ 287367 w 1219313"/>
                <a:gd name="connsiteY782" fmla="*/ 181345 h 640117"/>
                <a:gd name="connsiteX783" fmla="*/ 288111 w 1219313"/>
                <a:gd name="connsiteY783" fmla="*/ 179113 h 640117"/>
                <a:gd name="connsiteX784" fmla="*/ 290669 w 1219313"/>
                <a:gd name="connsiteY784" fmla="*/ 178787 h 640117"/>
                <a:gd name="connsiteX785" fmla="*/ 293320 w 1219313"/>
                <a:gd name="connsiteY785" fmla="*/ 178369 h 640117"/>
                <a:gd name="connsiteX786" fmla="*/ 294064 w 1219313"/>
                <a:gd name="connsiteY786" fmla="*/ 176880 h 640117"/>
                <a:gd name="connsiteX787" fmla="*/ 294808 w 1219313"/>
                <a:gd name="connsiteY787" fmla="*/ 175392 h 640117"/>
                <a:gd name="connsiteX788" fmla="*/ 300017 w 1219313"/>
                <a:gd name="connsiteY788" fmla="*/ 174648 h 640117"/>
                <a:gd name="connsiteX789" fmla="*/ 300761 w 1219313"/>
                <a:gd name="connsiteY789" fmla="*/ 172415 h 640117"/>
                <a:gd name="connsiteX790" fmla="*/ 303784 w 1219313"/>
                <a:gd name="connsiteY790" fmla="*/ 171904 h 640117"/>
                <a:gd name="connsiteX791" fmla="*/ 306715 w 1219313"/>
                <a:gd name="connsiteY791" fmla="*/ 171671 h 640117"/>
                <a:gd name="connsiteX792" fmla="*/ 306715 w 1219313"/>
                <a:gd name="connsiteY792" fmla="*/ 168695 h 640117"/>
                <a:gd name="connsiteX793" fmla="*/ 311293 w 1219313"/>
                <a:gd name="connsiteY793" fmla="*/ 168331 h 640117"/>
                <a:gd name="connsiteX794" fmla="*/ 312668 w 1219313"/>
                <a:gd name="connsiteY794" fmla="*/ 167951 h 640117"/>
                <a:gd name="connsiteX795" fmla="*/ 313412 w 1219313"/>
                <a:gd name="connsiteY795" fmla="*/ 165718 h 640117"/>
                <a:gd name="connsiteX796" fmla="*/ 316016 w 1219313"/>
                <a:gd name="connsiteY796" fmla="*/ 165393 h 640117"/>
                <a:gd name="connsiteX797" fmla="*/ 318621 w 1219313"/>
                <a:gd name="connsiteY797" fmla="*/ 164974 h 640117"/>
                <a:gd name="connsiteX798" fmla="*/ 318920 w 1219313"/>
                <a:gd name="connsiteY798" fmla="*/ 163495 h 640117"/>
                <a:gd name="connsiteX799" fmla="*/ 319365 w 1219313"/>
                <a:gd name="connsiteY799" fmla="*/ 161998 h 640117"/>
                <a:gd name="connsiteX800" fmla="*/ 323132 w 1219313"/>
                <a:gd name="connsiteY800" fmla="*/ 161439 h 640117"/>
                <a:gd name="connsiteX801" fmla="*/ 325205 w 1219313"/>
                <a:gd name="connsiteY801" fmla="*/ 161312 h 640117"/>
                <a:gd name="connsiteX802" fmla="*/ 326806 w 1219313"/>
                <a:gd name="connsiteY802" fmla="*/ 161253 h 640117"/>
                <a:gd name="connsiteX803" fmla="*/ 326806 w 1219313"/>
                <a:gd name="connsiteY803" fmla="*/ 158277 h 640117"/>
                <a:gd name="connsiteX804" fmla="*/ 329364 w 1219313"/>
                <a:gd name="connsiteY804" fmla="*/ 158044 h 640117"/>
                <a:gd name="connsiteX805" fmla="*/ 332015 w 1219313"/>
                <a:gd name="connsiteY805" fmla="*/ 157533 h 640117"/>
                <a:gd name="connsiteX806" fmla="*/ 332759 w 1219313"/>
                <a:gd name="connsiteY806" fmla="*/ 155300 h 640117"/>
                <a:gd name="connsiteX807" fmla="*/ 335364 w 1219313"/>
                <a:gd name="connsiteY807" fmla="*/ 154975 h 640117"/>
                <a:gd name="connsiteX808" fmla="*/ 337968 w 1219313"/>
                <a:gd name="connsiteY808" fmla="*/ 154556 h 640117"/>
                <a:gd name="connsiteX809" fmla="*/ 338294 w 1219313"/>
                <a:gd name="connsiteY809" fmla="*/ 153068 h 640117"/>
                <a:gd name="connsiteX810" fmla="*/ 338713 w 1219313"/>
                <a:gd name="connsiteY810" fmla="*/ 151580 h 640117"/>
                <a:gd name="connsiteX811" fmla="*/ 343317 w 1219313"/>
                <a:gd name="connsiteY811" fmla="*/ 151112 h 640117"/>
                <a:gd name="connsiteX812" fmla="*/ 344666 w 1219313"/>
                <a:gd name="connsiteY812" fmla="*/ 150835 h 640117"/>
                <a:gd name="connsiteX813" fmla="*/ 345410 w 1219313"/>
                <a:gd name="connsiteY813" fmla="*/ 148603 h 640117"/>
                <a:gd name="connsiteX814" fmla="*/ 348386 w 1219313"/>
                <a:gd name="connsiteY814" fmla="*/ 148277 h 640117"/>
                <a:gd name="connsiteX815" fmla="*/ 351363 w 1219313"/>
                <a:gd name="connsiteY815" fmla="*/ 147859 h 640117"/>
                <a:gd name="connsiteX816" fmla="*/ 351735 w 1219313"/>
                <a:gd name="connsiteY816" fmla="*/ 146371 h 640117"/>
                <a:gd name="connsiteX817" fmla="*/ 352107 w 1219313"/>
                <a:gd name="connsiteY817" fmla="*/ 144882 h 640117"/>
                <a:gd name="connsiteX818" fmla="*/ 356682 w 1219313"/>
                <a:gd name="connsiteY818" fmla="*/ 144397 h 640117"/>
                <a:gd name="connsiteX819" fmla="*/ 358060 w 1219313"/>
                <a:gd name="connsiteY819" fmla="*/ 144138 h 640117"/>
                <a:gd name="connsiteX820" fmla="*/ 359549 w 1219313"/>
                <a:gd name="connsiteY820" fmla="*/ 141162 h 640117"/>
                <a:gd name="connsiteX821" fmla="*/ 364757 w 1219313"/>
                <a:gd name="connsiteY821" fmla="*/ 141162 h 640117"/>
                <a:gd name="connsiteX822" fmla="*/ 365449 w 1219313"/>
                <a:gd name="connsiteY822" fmla="*/ 139708 h 640117"/>
                <a:gd name="connsiteX823" fmla="*/ 366246 w 1219313"/>
                <a:gd name="connsiteY823" fmla="*/ 138185 h 640117"/>
                <a:gd name="connsiteX824" fmla="*/ 369687 w 1219313"/>
                <a:gd name="connsiteY824" fmla="*/ 137627 h 640117"/>
                <a:gd name="connsiteX825" fmla="*/ 371530 w 1219313"/>
                <a:gd name="connsiteY825" fmla="*/ 137499 h 640117"/>
                <a:gd name="connsiteX826" fmla="*/ 372943 w 1219313"/>
                <a:gd name="connsiteY826" fmla="*/ 137441 h 640117"/>
                <a:gd name="connsiteX827" fmla="*/ 372943 w 1219313"/>
                <a:gd name="connsiteY827" fmla="*/ 134464 h 640117"/>
                <a:gd name="connsiteX828" fmla="*/ 374382 w 1219313"/>
                <a:gd name="connsiteY828" fmla="*/ 134380 h 640117"/>
                <a:gd name="connsiteX829" fmla="*/ 376245 w 1219313"/>
                <a:gd name="connsiteY829" fmla="*/ 134232 h 640117"/>
                <a:gd name="connsiteX830" fmla="*/ 378103 w 1219313"/>
                <a:gd name="connsiteY830" fmla="*/ 134101 h 640117"/>
                <a:gd name="connsiteX831" fmla="*/ 379640 w 1219313"/>
                <a:gd name="connsiteY831" fmla="*/ 133720 h 640117"/>
                <a:gd name="connsiteX832" fmla="*/ 380384 w 1219313"/>
                <a:gd name="connsiteY832" fmla="*/ 131488 h 640117"/>
                <a:gd name="connsiteX833" fmla="*/ 385643 w 1219313"/>
                <a:gd name="connsiteY833" fmla="*/ 130465 h 640117"/>
                <a:gd name="connsiteX834" fmla="*/ 387082 w 1219313"/>
                <a:gd name="connsiteY834" fmla="*/ 129999 h 640117"/>
                <a:gd name="connsiteX835" fmla="*/ 387082 w 1219313"/>
                <a:gd name="connsiteY835" fmla="*/ 127767 h 640117"/>
                <a:gd name="connsiteX836" fmla="*/ 388494 w 1219313"/>
                <a:gd name="connsiteY836" fmla="*/ 127709 h 640117"/>
                <a:gd name="connsiteX837" fmla="*/ 390337 w 1219313"/>
                <a:gd name="connsiteY837" fmla="*/ 127581 h 640117"/>
                <a:gd name="connsiteX838" fmla="*/ 392169 w 1219313"/>
                <a:gd name="connsiteY838" fmla="*/ 127476 h 640117"/>
                <a:gd name="connsiteX839" fmla="*/ 393779 w 1219313"/>
                <a:gd name="connsiteY839" fmla="*/ 127023 h 640117"/>
                <a:gd name="connsiteX840" fmla="*/ 395267 w 1219313"/>
                <a:gd name="connsiteY840" fmla="*/ 124046 h 640117"/>
                <a:gd name="connsiteX841" fmla="*/ 400476 w 1219313"/>
                <a:gd name="connsiteY841" fmla="*/ 124046 h 640117"/>
                <a:gd name="connsiteX842" fmla="*/ 401145 w 1219313"/>
                <a:gd name="connsiteY842" fmla="*/ 122593 h 640117"/>
                <a:gd name="connsiteX843" fmla="*/ 401965 w 1219313"/>
                <a:gd name="connsiteY843" fmla="*/ 121070 h 640117"/>
                <a:gd name="connsiteX844" fmla="*/ 405778 w 1219313"/>
                <a:gd name="connsiteY844" fmla="*/ 120512 h 640117"/>
                <a:gd name="connsiteX845" fmla="*/ 407830 w 1219313"/>
                <a:gd name="connsiteY845" fmla="*/ 120384 h 640117"/>
                <a:gd name="connsiteX846" fmla="*/ 409406 w 1219313"/>
                <a:gd name="connsiteY846" fmla="*/ 120326 h 640117"/>
                <a:gd name="connsiteX847" fmla="*/ 409406 w 1219313"/>
                <a:gd name="connsiteY847" fmla="*/ 117349 h 640117"/>
                <a:gd name="connsiteX848" fmla="*/ 410845 w 1219313"/>
                <a:gd name="connsiteY848" fmla="*/ 117265 h 640117"/>
                <a:gd name="connsiteX849" fmla="*/ 412708 w 1219313"/>
                <a:gd name="connsiteY849" fmla="*/ 117117 h 640117"/>
                <a:gd name="connsiteX850" fmla="*/ 414565 w 1219313"/>
                <a:gd name="connsiteY850" fmla="*/ 116986 h 640117"/>
                <a:gd name="connsiteX851" fmla="*/ 416103 w 1219313"/>
                <a:gd name="connsiteY851" fmla="*/ 116605 h 640117"/>
                <a:gd name="connsiteX852" fmla="*/ 416847 w 1219313"/>
                <a:gd name="connsiteY852" fmla="*/ 114373 h 640117"/>
                <a:gd name="connsiteX853" fmla="*/ 420615 w 1219313"/>
                <a:gd name="connsiteY853" fmla="*/ 113861 h 640117"/>
                <a:gd name="connsiteX854" fmla="*/ 422687 w 1219313"/>
                <a:gd name="connsiteY854" fmla="*/ 113713 h 640117"/>
                <a:gd name="connsiteX855" fmla="*/ 424289 w 1219313"/>
                <a:gd name="connsiteY855" fmla="*/ 113628 h 640117"/>
                <a:gd name="connsiteX856" fmla="*/ 424289 w 1219313"/>
                <a:gd name="connsiteY856" fmla="*/ 110652 h 640117"/>
                <a:gd name="connsiteX857" fmla="*/ 425701 w 1219313"/>
                <a:gd name="connsiteY857" fmla="*/ 110594 h 640117"/>
                <a:gd name="connsiteX858" fmla="*/ 427544 w 1219313"/>
                <a:gd name="connsiteY858" fmla="*/ 110466 h 640117"/>
                <a:gd name="connsiteX859" fmla="*/ 429376 w 1219313"/>
                <a:gd name="connsiteY859" fmla="*/ 110361 h 640117"/>
                <a:gd name="connsiteX860" fmla="*/ 430986 w 1219313"/>
                <a:gd name="connsiteY860" fmla="*/ 109908 h 640117"/>
                <a:gd name="connsiteX861" fmla="*/ 431707 w 1219313"/>
                <a:gd name="connsiteY861" fmla="*/ 108396 h 640117"/>
                <a:gd name="connsiteX862" fmla="*/ 432474 w 1219313"/>
                <a:gd name="connsiteY862" fmla="*/ 106931 h 640117"/>
                <a:gd name="connsiteX863" fmla="*/ 436288 w 1219313"/>
                <a:gd name="connsiteY863" fmla="*/ 106745 h 640117"/>
                <a:gd name="connsiteX864" fmla="*/ 438340 w 1219313"/>
                <a:gd name="connsiteY864" fmla="*/ 106826 h 640117"/>
                <a:gd name="connsiteX865" fmla="*/ 439916 w 1219313"/>
                <a:gd name="connsiteY865" fmla="*/ 106931 h 640117"/>
                <a:gd name="connsiteX866" fmla="*/ 439916 w 1219313"/>
                <a:gd name="connsiteY866" fmla="*/ 103955 h 640117"/>
                <a:gd name="connsiteX867" fmla="*/ 441517 w 1219313"/>
                <a:gd name="connsiteY867" fmla="*/ 103896 h 640117"/>
                <a:gd name="connsiteX868" fmla="*/ 443590 w 1219313"/>
                <a:gd name="connsiteY868" fmla="*/ 103769 h 640117"/>
                <a:gd name="connsiteX869" fmla="*/ 445657 w 1219313"/>
                <a:gd name="connsiteY869" fmla="*/ 103664 h 640117"/>
                <a:gd name="connsiteX870" fmla="*/ 447357 w 1219313"/>
                <a:gd name="connsiteY870" fmla="*/ 103210 h 640117"/>
                <a:gd name="connsiteX871" fmla="*/ 447706 w 1219313"/>
                <a:gd name="connsiteY871" fmla="*/ 101699 h 640117"/>
                <a:gd name="connsiteX872" fmla="*/ 448101 w 1219313"/>
                <a:gd name="connsiteY872" fmla="*/ 100234 h 640117"/>
                <a:gd name="connsiteX873" fmla="*/ 452241 w 1219313"/>
                <a:gd name="connsiteY873" fmla="*/ 100048 h 640117"/>
                <a:gd name="connsiteX874" fmla="*/ 454522 w 1219313"/>
                <a:gd name="connsiteY874" fmla="*/ 100129 h 640117"/>
                <a:gd name="connsiteX875" fmla="*/ 456287 w 1219313"/>
                <a:gd name="connsiteY875" fmla="*/ 100234 h 640117"/>
                <a:gd name="connsiteX876" fmla="*/ 456287 w 1219313"/>
                <a:gd name="connsiteY876" fmla="*/ 97257 h 640117"/>
                <a:gd name="connsiteX877" fmla="*/ 457888 w 1219313"/>
                <a:gd name="connsiteY877" fmla="*/ 97199 h 640117"/>
                <a:gd name="connsiteX878" fmla="*/ 459961 w 1219313"/>
                <a:gd name="connsiteY878" fmla="*/ 97071 h 640117"/>
                <a:gd name="connsiteX879" fmla="*/ 462028 w 1219313"/>
                <a:gd name="connsiteY879" fmla="*/ 96967 h 640117"/>
                <a:gd name="connsiteX880" fmla="*/ 463728 w 1219313"/>
                <a:gd name="connsiteY880" fmla="*/ 96513 h 640117"/>
                <a:gd name="connsiteX881" fmla="*/ 464472 w 1219313"/>
                <a:gd name="connsiteY881" fmla="*/ 93537 h 640117"/>
                <a:gd name="connsiteX882" fmla="*/ 468193 w 1219313"/>
                <a:gd name="connsiteY882" fmla="*/ 93118 h 640117"/>
                <a:gd name="connsiteX883" fmla="*/ 471914 w 1219313"/>
                <a:gd name="connsiteY883" fmla="*/ 92792 h 640117"/>
                <a:gd name="connsiteX884" fmla="*/ 472658 w 1219313"/>
                <a:gd name="connsiteY884" fmla="*/ 90560 h 640117"/>
                <a:gd name="connsiteX885" fmla="*/ 476332 w 1219313"/>
                <a:gd name="connsiteY885" fmla="*/ 90048 h 640117"/>
                <a:gd name="connsiteX886" fmla="*/ 478352 w 1219313"/>
                <a:gd name="connsiteY886" fmla="*/ 89900 h 640117"/>
                <a:gd name="connsiteX887" fmla="*/ 481588 w 1219313"/>
                <a:gd name="connsiteY887" fmla="*/ 89816 h 640117"/>
                <a:gd name="connsiteX888" fmla="*/ 481588 w 1219313"/>
                <a:gd name="connsiteY888" fmla="*/ 86839 h 640117"/>
                <a:gd name="connsiteX889" fmla="*/ 490517 w 1219313"/>
                <a:gd name="connsiteY889" fmla="*/ 86095 h 640117"/>
                <a:gd name="connsiteX890" fmla="*/ 490517 w 1219313"/>
                <a:gd name="connsiteY890" fmla="*/ 83119 h 640117"/>
                <a:gd name="connsiteX891" fmla="*/ 492282 w 1219313"/>
                <a:gd name="connsiteY891" fmla="*/ 83034 h 640117"/>
                <a:gd name="connsiteX892" fmla="*/ 494564 w 1219313"/>
                <a:gd name="connsiteY892" fmla="*/ 82886 h 640117"/>
                <a:gd name="connsiteX893" fmla="*/ 496840 w 1219313"/>
                <a:gd name="connsiteY893" fmla="*/ 82755 h 640117"/>
                <a:gd name="connsiteX894" fmla="*/ 498703 w 1219313"/>
                <a:gd name="connsiteY894" fmla="*/ 82374 h 640117"/>
                <a:gd name="connsiteX895" fmla="*/ 499447 w 1219313"/>
                <a:gd name="connsiteY895" fmla="*/ 80142 h 640117"/>
                <a:gd name="connsiteX896" fmla="*/ 505795 w 1219313"/>
                <a:gd name="connsiteY896" fmla="*/ 79773 h 640117"/>
                <a:gd name="connsiteX897" fmla="*/ 507632 w 1219313"/>
                <a:gd name="connsiteY897" fmla="*/ 79398 h 640117"/>
                <a:gd name="connsiteX898" fmla="*/ 507955 w 1219313"/>
                <a:gd name="connsiteY898" fmla="*/ 77918 h 640117"/>
                <a:gd name="connsiteX899" fmla="*/ 508377 w 1219313"/>
                <a:gd name="connsiteY899" fmla="*/ 76421 h 640117"/>
                <a:gd name="connsiteX900" fmla="*/ 513260 w 1219313"/>
                <a:gd name="connsiteY900" fmla="*/ 75863 h 640117"/>
                <a:gd name="connsiteX901" fmla="*/ 515960 w 1219313"/>
                <a:gd name="connsiteY901" fmla="*/ 75735 h 640117"/>
                <a:gd name="connsiteX902" fmla="*/ 518050 w 1219313"/>
                <a:gd name="connsiteY902" fmla="*/ 75677 h 640117"/>
                <a:gd name="connsiteX903" fmla="*/ 518050 w 1219313"/>
                <a:gd name="connsiteY903" fmla="*/ 73445 h 640117"/>
                <a:gd name="connsiteX904" fmla="*/ 519789 w 1219313"/>
                <a:gd name="connsiteY904" fmla="*/ 73387 h 640117"/>
                <a:gd name="connsiteX905" fmla="*/ 522050 w 1219313"/>
                <a:gd name="connsiteY905" fmla="*/ 73259 h 640117"/>
                <a:gd name="connsiteX906" fmla="*/ 524300 w 1219313"/>
                <a:gd name="connsiteY906" fmla="*/ 73154 h 640117"/>
                <a:gd name="connsiteX907" fmla="*/ 526236 w 1219313"/>
                <a:gd name="connsiteY907" fmla="*/ 72701 h 640117"/>
                <a:gd name="connsiteX908" fmla="*/ 526963 w 1219313"/>
                <a:gd name="connsiteY908" fmla="*/ 71201 h 640117"/>
                <a:gd name="connsiteX909" fmla="*/ 527724 w 1219313"/>
                <a:gd name="connsiteY909" fmla="*/ 69724 h 640117"/>
                <a:gd name="connsiteX910" fmla="*/ 534608 w 1219313"/>
                <a:gd name="connsiteY910" fmla="*/ 69329 h 640117"/>
                <a:gd name="connsiteX911" fmla="*/ 536654 w 1219313"/>
                <a:gd name="connsiteY911" fmla="*/ 68980 h 640117"/>
                <a:gd name="connsiteX912" fmla="*/ 537395 w 1219313"/>
                <a:gd name="connsiteY912" fmla="*/ 67495 h 640117"/>
                <a:gd name="connsiteX913" fmla="*/ 538142 w 1219313"/>
                <a:gd name="connsiteY913" fmla="*/ 66003 h 640117"/>
                <a:gd name="connsiteX914" fmla="*/ 542654 w 1219313"/>
                <a:gd name="connsiteY914" fmla="*/ 65585 h 640117"/>
                <a:gd name="connsiteX915" fmla="*/ 547072 w 1219313"/>
                <a:gd name="connsiteY915" fmla="*/ 65259 h 640117"/>
                <a:gd name="connsiteX916" fmla="*/ 547816 w 1219313"/>
                <a:gd name="connsiteY916" fmla="*/ 63027 h 640117"/>
                <a:gd name="connsiteX917" fmla="*/ 554673 w 1219313"/>
                <a:gd name="connsiteY917" fmla="*/ 62658 h 640117"/>
                <a:gd name="connsiteX918" fmla="*/ 556746 w 1219313"/>
                <a:gd name="connsiteY918" fmla="*/ 62283 h 640117"/>
                <a:gd name="connsiteX919" fmla="*/ 557443 w 1219313"/>
                <a:gd name="connsiteY919" fmla="*/ 60768 h 640117"/>
                <a:gd name="connsiteX920" fmla="*/ 558234 w 1219313"/>
                <a:gd name="connsiteY920" fmla="*/ 59306 h 640117"/>
                <a:gd name="connsiteX921" fmla="*/ 563490 w 1219313"/>
                <a:gd name="connsiteY921" fmla="*/ 59306 h 640117"/>
                <a:gd name="connsiteX922" fmla="*/ 568652 w 1219313"/>
                <a:gd name="connsiteY922" fmla="*/ 59306 h 640117"/>
                <a:gd name="connsiteX923" fmla="*/ 569396 w 1219313"/>
                <a:gd name="connsiteY923" fmla="*/ 56330 h 640117"/>
                <a:gd name="connsiteX924" fmla="*/ 574652 w 1219313"/>
                <a:gd name="connsiteY924" fmla="*/ 55771 h 640117"/>
                <a:gd name="connsiteX925" fmla="*/ 577561 w 1219313"/>
                <a:gd name="connsiteY925" fmla="*/ 55644 h 640117"/>
                <a:gd name="connsiteX926" fmla="*/ 579814 w 1219313"/>
                <a:gd name="connsiteY926" fmla="*/ 55585 h 640117"/>
                <a:gd name="connsiteX927" fmla="*/ 579814 w 1219313"/>
                <a:gd name="connsiteY927" fmla="*/ 52609 h 640117"/>
                <a:gd name="connsiteX928" fmla="*/ 582392 w 1219313"/>
                <a:gd name="connsiteY928" fmla="*/ 52551 h 640117"/>
                <a:gd name="connsiteX929" fmla="*/ 585721 w 1219313"/>
                <a:gd name="connsiteY929" fmla="*/ 52423 h 640117"/>
                <a:gd name="connsiteX930" fmla="*/ 587423 w 1219313"/>
                <a:gd name="connsiteY930" fmla="*/ 52391 h 640117"/>
                <a:gd name="connsiteX931" fmla="*/ 591720 w 1219313"/>
                <a:gd name="connsiteY931" fmla="*/ 51865 h 640117"/>
                <a:gd name="connsiteX932" fmla="*/ 592465 w 1219313"/>
                <a:gd name="connsiteY932" fmla="*/ 48888 h 640117"/>
                <a:gd name="connsiteX933" fmla="*/ 597255 w 1219313"/>
                <a:gd name="connsiteY933" fmla="*/ 48749 h 640117"/>
                <a:gd name="connsiteX934" fmla="*/ 603627 w 1219313"/>
                <a:gd name="connsiteY934" fmla="*/ 48144 h 640117"/>
                <a:gd name="connsiteX935" fmla="*/ 604371 w 1219313"/>
                <a:gd name="connsiteY935" fmla="*/ 45912 h 640117"/>
                <a:gd name="connsiteX936" fmla="*/ 612391 w 1219313"/>
                <a:gd name="connsiteY936" fmla="*/ 45542 h 640117"/>
                <a:gd name="connsiteX937" fmla="*/ 614789 w 1219313"/>
                <a:gd name="connsiteY937" fmla="*/ 45167 h 640117"/>
                <a:gd name="connsiteX938" fmla="*/ 615486 w 1219313"/>
                <a:gd name="connsiteY938" fmla="*/ 43679 h 640117"/>
                <a:gd name="connsiteX939" fmla="*/ 616277 w 1219313"/>
                <a:gd name="connsiteY939" fmla="*/ 42191 h 640117"/>
                <a:gd name="connsiteX940" fmla="*/ 622277 w 1219313"/>
                <a:gd name="connsiteY940" fmla="*/ 41772 h 640117"/>
                <a:gd name="connsiteX941" fmla="*/ 628183 w 1219313"/>
                <a:gd name="connsiteY941" fmla="*/ 41447 h 640117"/>
                <a:gd name="connsiteX942" fmla="*/ 628927 w 1219313"/>
                <a:gd name="connsiteY942" fmla="*/ 39214 h 640117"/>
                <a:gd name="connsiteX943" fmla="*/ 637052 w 1219313"/>
                <a:gd name="connsiteY943" fmla="*/ 38887 h 640117"/>
                <a:gd name="connsiteX944" fmla="*/ 641578 w 1219313"/>
                <a:gd name="connsiteY944" fmla="*/ 38470 h 640117"/>
                <a:gd name="connsiteX945" fmla="*/ 641941 w 1219313"/>
                <a:gd name="connsiteY945" fmla="*/ 36980 h 640117"/>
                <a:gd name="connsiteX946" fmla="*/ 642322 w 1219313"/>
                <a:gd name="connsiteY946" fmla="*/ 35494 h 640117"/>
                <a:gd name="connsiteX947" fmla="*/ 650861 w 1219313"/>
                <a:gd name="connsiteY947" fmla="*/ 35130 h 640117"/>
                <a:gd name="connsiteX948" fmla="*/ 652667 w 1219313"/>
                <a:gd name="connsiteY948" fmla="*/ 35098 h 640117"/>
                <a:gd name="connsiteX949" fmla="*/ 654330 w 1219313"/>
                <a:gd name="connsiteY949" fmla="*/ 35108 h 640117"/>
                <a:gd name="connsiteX950" fmla="*/ 655716 w 1219313"/>
                <a:gd name="connsiteY950" fmla="*/ 34749 h 640117"/>
                <a:gd name="connsiteX951" fmla="*/ 656450 w 1219313"/>
                <a:gd name="connsiteY951" fmla="*/ 33263 h 640117"/>
                <a:gd name="connsiteX952" fmla="*/ 657205 w 1219313"/>
                <a:gd name="connsiteY952" fmla="*/ 31773 h 640117"/>
                <a:gd name="connsiteX953" fmla="*/ 660417 w 1219313"/>
                <a:gd name="connsiteY953" fmla="*/ 31398 h 640117"/>
                <a:gd name="connsiteX954" fmla="*/ 662325 w 1219313"/>
                <a:gd name="connsiteY954" fmla="*/ 31356 h 640117"/>
                <a:gd name="connsiteX955" fmla="*/ 664321 w 1219313"/>
                <a:gd name="connsiteY955" fmla="*/ 31354 h 640117"/>
                <a:gd name="connsiteX956" fmla="*/ 668230 w 1219313"/>
                <a:gd name="connsiteY956" fmla="*/ 31305 h 640117"/>
                <a:gd name="connsiteX957" fmla="*/ 669985 w 1219313"/>
                <a:gd name="connsiteY957" fmla="*/ 31303 h 640117"/>
                <a:gd name="connsiteX958" fmla="*/ 671343 w 1219313"/>
                <a:gd name="connsiteY958" fmla="*/ 31029 h 640117"/>
                <a:gd name="connsiteX959" fmla="*/ 672088 w 1219313"/>
                <a:gd name="connsiteY959" fmla="*/ 28796 h 640117"/>
                <a:gd name="connsiteX960" fmla="*/ 675416 w 1219313"/>
                <a:gd name="connsiteY960" fmla="*/ 28416 h 640117"/>
                <a:gd name="connsiteX961" fmla="*/ 677443 w 1219313"/>
                <a:gd name="connsiteY961" fmla="*/ 28336 h 640117"/>
                <a:gd name="connsiteX962" fmla="*/ 679576 w 1219313"/>
                <a:gd name="connsiteY962" fmla="*/ 28285 h 640117"/>
                <a:gd name="connsiteX963" fmla="*/ 681716 w 1219313"/>
                <a:gd name="connsiteY963" fmla="*/ 28208 h 640117"/>
                <a:gd name="connsiteX964" fmla="*/ 686970 w 1219313"/>
                <a:gd name="connsiteY964" fmla="*/ 28052 h 640117"/>
                <a:gd name="connsiteX965" fmla="*/ 686970 w 1219313"/>
                <a:gd name="connsiteY965" fmla="*/ 25076 h 640117"/>
                <a:gd name="connsiteX966" fmla="*/ 688530 w 1219313"/>
                <a:gd name="connsiteY966" fmla="*/ 25043 h 640117"/>
                <a:gd name="connsiteX967" fmla="*/ 695482 w 1219313"/>
                <a:gd name="connsiteY967" fmla="*/ 24843 h 640117"/>
                <a:gd name="connsiteX968" fmla="*/ 697936 w 1219313"/>
                <a:gd name="connsiteY968" fmla="*/ 24792 h 640117"/>
                <a:gd name="connsiteX969" fmla="*/ 700269 w 1219313"/>
                <a:gd name="connsiteY969" fmla="*/ 24712 h 640117"/>
                <a:gd name="connsiteX970" fmla="*/ 702430 w 1219313"/>
                <a:gd name="connsiteY970" fmla="*/ 24653 h 640117"/>
                <a:gd name="connsiteX971" fmla="*/ 704086 w 1219313"/>
                <a:gd name="connsiteY971" fmla="*/ 24332 h 640117"/>
                <a:gd name="connsiteX972" fmla="*/ 704830 w 1219313"/>
                <a:gd name="connsiteY972" fmla="*/ 22099 h 640117"/>
                <a:gd name="connsiteX973" fmla="*/ 708646 w 1219313"/>
                <a:gd name="connsiteY973" fmla="*/ 21718 h 640117"/>
                <a:gd name="connsiteX974" fmla="*/ 710979 w 1219313"/>
                <a:gd name="connsiteY974" fmla="*/ 21638 h 640117"/>
                <a:gd name="connsiteX975" fmla="*/ 713434 w 1219313"/>
                <a:gd name="connsiteY975" fmla="*/ 21587 h 640117"/>
                <a:gd name="connsiteX976" fmla="*/ 715897 w 1219313"/>
                <a:gd name="connsiteY976" fmla="*/ 21510 h 640117"/>
                <a:gd name="connsiteX977" fmla="*/ 721945 w 1219313"/>
                <a:gd name="connsiteY977" fmla="*/ 21355 h 640117"/>
                <a:gd name="connsiteX978" fmla="*/ 721945 w 1219313"/>
                <a:gd name="connsiteY978" fmla="*/ 18378 h 640117"/>
                <a:gd name="connsiteX979" fmla="*/ 723629 w 1219313"/>
                <a:gd name="connsiteY979" fmla="*/ 18345 h 640117"/>
                <a:gd name="connsiteX980" fmla="*/ 731154 w 1219313"/>
                <a:gd name="connsiteY980" fmla="*/ 18146 h 640117"/>
                <a:gd name="connsiteX981" fmla="*/ 733805 w 1219313"/>
                <a:gd name="connsiteY981" fmla="*/ 18095 h 640117"/>
                <a:gd name="connsiteX982" fmla="*/ 736334 w 1219313"/>
                <a:gd name="connsiteY982" fmla="*/ 18015 h 640117"/>
                <a:gd name="connsiteX983" fmla="*/ 738672 w 1219313"/>
                <a:gd name="connsiteY983" fmla="*/ 17956 h 640117"/>
                <a:gd name="connsiteX984" fmla="*/ 740549 w 1219313"/>
                <a:gd name="connsiteY984" fmla="*/ 17634 h 640117"/>
                <a:gd name="connsiteX985" fmla="*/ 742037 w 1219313"/>
                <a:gd name="connsiteY985" fmla="*/ 15402 h 640117"/>
                <a:gd name="connsiteX986" fmla="*/ 748833 w 1219313"/>
                <a:gd name="connsiteY986" fmla="*/ 14611 h 640117"/>
                <a:gd name="connsiteX987" fmla="*/ 751022 w 1219313"/>
                <a:gd name="connsiteY987" fmla="*/ 14629 h 640117"/>
                <a:gd name="connsiteX988" fmla="*/ 753292 w 1219313"/>
                <a:gd name="connsiteY988" fmla="*/ 14658 h 640117"/>
                <a:gd name="connsiteX989" fmla="*/ 757763 w 1219313"/>
                <a:gd name="connsiteY989" fmla="*/ 14704 h 640117"/>
                <a:gd name="connsiteX990" fmla="*/ 759760 w 1219313"/>
                <a:gd name="connsiteY990" fmla="*/ 14730 h 640117"/>
                <a:gd name="connsiteX991" fmla="*/ 762873 w 1219313"/>
                <a:gd name="connsiteY991" fmla="*/ 13914 h 640117"/>
                <a:gd name="connsiteX992" fmla="*/ 763617 w 1219313"/>
                <a:gd name="connsiteY992" fmla="*/ 11681 h 640117"/>
                <a:gd name="connsiteX993" fmla="*/ 769061 w 1219313"/>
                <a:gd name="connsiteY993" fmla="*/ 11300 h 640117"/>
                <a:gd name="connsiteX994" fmla="*/ 770710 w 1219313"/>
                <a:gd name="connsiteY994" fmla="*/ 11260 h 640117"/>
                <a:gd name="connsiteX995" fmla="*/ 775942 w 1219313"/>
                <a:gd name="connsiteY995" fmla="*/ 11170 h 640117"/>
                <a:gd name="connsiteX996" fmla="*/ 779481 w 1219313"/>
                <a:gd name="connsiteY996" fmla="*/ 11092 h 640117"/>
                <a:gd name="connsiteX997" fmla="*/ 788174 w 1219313"/>
                <a:gd name="connsiteY997" fmla="*/ 10937 h 640117"/>
                <a:gd name="connsiteX998" fmla="*/ 788174 w 1219313"/>
                <a:gd name="connsiteY998" fmla="*/ 7960 h 640117"/>
                <a:gd name="connsiteX999" fmla="*/ 817195 w 1219313"/>
                <a:gd name="connsiteY999" fmla="*/ 7960 h 640117"/>
                <a:gd name="connsiteX1000" fmla="*/ 817195 w 1219313"/>
                <a:gd name="connsiteY1000" fmla="*/ 4984 h 640117"/>
                <a:gd name="connsiteX1001" fmla="*/ 818626 w 1219313"/>
                <a:gd name="connsiteY1001" fmla="*/ 4976 h 640117"/>
                <a:gd name="connsiteX1002" fmla="*/ 833328 w 1219313"/>
                <a:gd name="connsiteY1002" fmla="*/ 4829 h 640117"/>
                <a:gd name="connsiteX1003" fmla="*/ 838819 w 1219313"/>
                <a:gd name="connsiteY1003" fmla="*/ 4782 h 640117"/>
                <a:gd name="connsiteX1004" fmla="*/ 846699 w 1219313"/>
                <a:gd name="connsiteY1004" fmla="*/ 4693 h 640117"/>
                <a:gd name="connsiteX1005" fmla="*/ 849191 w 1219313"/>
                <a:gd name="connsiteY1005" fmla="*/ 4690 h 640117"/>
                <a:gd name="connsiteX1006" fmla="*/ 851493 w 1219313"/>
                <a:gd name="connsiteY1006" fmla="*/ 4646 h 640117"/>
                <a:gd name="connsiteX1007" fmla="*/ 853526 w 1219313"/>
                <a:gd name="connsiteY1007" fmla="*/ 4626 h 640117"/>
                <a:gd name="connsiteX1008" fmla="*/ 855146 w 1219313"/>
                <a:gd name="connsiteY1008" fmla="*/ 4240 h 640117"/>
                <a:gd name="connsiteX1009" fmla="*/ 855805 w 1219313"/>
                <a:gd name="connsiteY1009" fmla="*/ 2751 h 640117"/>
                <a:gd name="connsiteX1010" fmla="*/ 856634 w 1219313"/>
                <a:gd name="connsiteY1010" fmla="*/ 1263 h 64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Lst>
              <a:rect l="l" t="t" r="r" b="b"/>
              <a:pathLst>
                <a:path w="1219313" h="640117">
                  <a:moveTo>
                    <a:pt x="856634" y="1263"/>
                  </a:moveTo>
                  <a:cubicBezTo>
                    <a:pt x="857968" y="889"/>
                    <a:pt x="857968" y="889"/>
                    <a:pt x="859616" y="886"/>
                  </a:cubicBezTo>
                  <a:cubicBezTo>
                    <a:pt x="860244" y="878"/>
                    <a:pt x="860871" y="870"/>
                    <a:pt x="861517" y="862"/>
                  </a:cubicBezTo>
                  <a:cubicBezTo>
                    <a:pt x="862210" y="868"/>
                    <a:pt x="862903" y="874"/>
                    <a:pt x="863617" y="880"/>
                  </a:cubicBezTo>
                  <a:cubicBezTo>
                    <a:pt x="864350" y="875"/>
                    <a:pt x="865083" y="870"/>
                    <a:pt x="865838" y="865"/>
                  </a:cubicBezTo>
                  <a:cubicBezTo>
                    <a:pt x="868310" y="851"/>
                    <a:pt x="870782" y="859"/>
                    <a:pt x="873254" y="866"/>
                  </a:cubicBezTo>
                  <a:cubicBezTo>
                    <a:pt x="875020" y="861"/>
                    <a:pt x="876786" y="854"/>
                    <a:pt x="878552" y="847"/>
                  </a:cubicBezTo>
                  <a:cubicBezTo>
                    <a:pt x="882859" y="832"/>
                    <a:pt x="887167" y="831"/>
                    <a:pt x="891475" y="837"/>
                  </a:cubicBezTo>
                  <a:cubicBezTo>
                    <a:pt x="894974" y="841"/>
                    <a:pt x="898473" y="841"/>
                    <a:pt x="901972" y="836"/>
                  </a:cubicBezTo>
                  <a:cubicBezTo>
                    <a:pt x="902470" y="835"/>
                    <a:pt x="902967" y="835"/>
                    <a:pt x="903479" y="834"/>
                  </a:cubicBezTo>
                  <a:cubicBezTo>
                    <a:pt x="904490" y="832"/>
                    <a:pt x="905500" y="831"/>
                    <a:pt x="906510" y="830"/>
                  </a:cubicBezTo>
                  <a:cubicBezTo>
                    <a:pt x="915990" y="817"/>
                    <a:pt x="925470" y="824"/>
                    <a:pt x="934949" y="836"/>
                  </a:cubicBezTo>
                  <a:cubicBezTo>
                    <a:pt x="943632" y="847"/>
                    <a:pt x="952315" y="836"/>
                    <a:pt x="960997" y="815"/>
                  </a:cubicBezTo>
                  <a:cubicBezTo>
                    <a:pt x="969903" y="793"/>
                    <a:pt x="978809" y="785"/>
                    <a:pt x="987715" y="792"/>
                  </a:cubicBezTo>
                  <a:cubicBezTo>
                    <a:pt x="988721" y="793"/>
                    <a:pt x="989728" y="794"/>
                    <a:pt x="990734" y="794"/>
                  </a:cubicBezTo>
                  <a:cubicBezTo>
                    <a:pt x="991229" y="795"/>
                    <a:pt x="991724" y="795"/>
                    <a:pt x="992234" y="795"/>
                  </a:cubicBezTo>
                  <a:cubicBezTo>
                    <a:pt x="995732" y="797"/>
                    <a:pt x="999229" y="790"/>
                    <a:pt x="1002727" y="779"/>
                  </a:cubicBezTo>
                  <a:cubicBezTo>
                    <a:pt x="1007429" y="765"/>
                    <a:pt x="1012131" y="769"/>
                    <a:pt x="1016834" y="788"/>
                  </a:cubicBezTo>
                  <a:cubicBezTo>
                    <a:pt x="1018565" y="792"/>
                    <a:pt x="1020296" y="789"/>
                    <a:pt x="1022027" y="780"/>
                  </a:cubicBezTo>
                  <a:cubicBezTo>
                    <a:pt x="1024380" y="768"/>
                    <a:pt x="1026732" y="779"/>
                    <a:pt x="1029085" y="796"/>
                  </a:cubicBezTo>
                  <a:cubicBezTo>
                    <a:pt x="1029779" y="787"/>
                    <a:pt x="1030474" y="778"/>
                    <a:pt x="1031189" y="769"/>
                  </a:cubicBezTo>
                  <a:cubicBezTo>
                    <a:pt x="1033084" y="797"/>
                    <a:pt x="1033084" y="797"/>
                    <a:pt x="1035972" y="1263"/>
                  </a:cubicBezTo>
                  <a:cubicBezTo>
                    <a:pt x="1036681" y="3126"/>
                    <a:pt x="1036681" y="3126"/>
                    <a:pt x="1036716" y="4984"/>
                  </a:cubicBezTo>
                  <a:cubicBezTo>
                    <a:pt x="1038273" y="5514"/>
                    <a:pt x="1038273" y="5514"/>
                    <a:pt x="1040205" y="5371"/>
                  </a:cubicBezTo>
                  <a:cubicBezTo>
                    <a:pt x="1040947" y="5363"/>
                    <a:pt x="1041690" y="5356"/>
                    <a:pt x="1042455" y="5348"/>
                  </a:cubicBezTo>
                  <a:cubicBezTo>
                    <a:pt x="1043262" y="5322"/>
                    <a:pt x="1044070" y="5296"/>
                    <a:pt x="1044902" y="5269"/>
                  </a:cubicBezTo>
                  <a:cubicBezTo>
                    <a:pt x="1046137" y="5253"/>
                    <a:pt x="1046137" y="5253"/>
                    <a:pt x="1047396" y="5237"/>
                  </a:cubicBezTo>
                  <a:cubicBezTo>
                    <a:pt x="1050038" y="5201"/>
                    <a:pt x="1052679" y="5141"/>
                    <a:pt x="1055320" y="5077"/>
                  </a:cubicBezTo>
                  <a:cubicBezTo>
                    <a:pt x="1057961" y="5021"/>
                    <a:pt x="1060602" y="4970"/>
                    <a:pt x="1063244" y="4933"/>
                  </a:cubicBezTo>
                  <a:cubicBezTo>
                    <a:pt x="1064891" y="4909"/>
                    <a:pt x="1066539" y="4874"/>
                    <a:pt x="1068186" y="4826"/>
                  </a:cubicBezTo>
                  <a:cubicBezTo>
                    <a:pt x="1068928" y="4814"/>
                    <a:pt x="1069670" y="4802"/>
                    <a:pt x="1070435" y="4789"/>
                  </a:cubicBezTo>
                  <a:cubicBezTo>
                    <a:pt x="1071092" y="4773"/>
                    <a:pt x="1071750" y="4757"/>
                    <a:pt x="1072427" y="4740"/>
                  </a:cubicBezTo>
                  <a:cubicBezTo>
                    <a:pt x="1072921" y="4821"/>
                    <a:pt x="1073415" y="4901"/>
                    <a:pt x="1073924" y="4984"/>
                  </a:cubicBezTo>
                  <a:cubicBezTo>
                    <a:pt x="1074169" y="5721"/>
                    <a:pt x="1074415" y="6457"/>
                    <a:pt x="1074668" y="7216"/>
                  </a:cubicBezTo>
                  <a:cubicBezTo>
                    <a:pt x="1076689" y="7426"/>
                    <a:pt x="1078552" y="7490"/>
                    <a:pt x="1080574" y="7466"/>
                  </a:cubicBezTo>
                  <a:cubicBezTo>
                    <a:pt x="1081789" y="7476"/>
                    <a:pt x="1083004" y="7485"/>
                    <a:pt x="1084219" y="7495"/>
                  </a:cubicBezTo>
                  <a:cubicBezTo>
                    <a:pt x="1086145" y="7498"/>
                    <a:pt x="1088070" y="7495"/>
                    <a:pt x="1089996" y="7484"/>
                  </a:cubicBezTo>
                  <a:cubicBezTo>
                    <a:pt x="1091848" y="7478"/>
                    <a:pt x="1093698" y="7494"/>
                    <a:pt x="1095550" y="7513"/>
                  </a:cubicBezTo>
                  <a:cubicBezTo>
                    <a:pt x="1096420" y="7498"/>
                    <a:pt x="1096420" y="7498"/>
                    <a:pt x="1097307" y="7483"/>
                  </a:cubicBezTo>
                  <a:cubicBezTo>
                    <a:pt x="1098925" y="7505"/>
                    <a:pt x="1098925" y="7505"/>
                    <a:pt x="1101457" y="7960"/>
                  </a:cubicBezTo>
                  <a:cubicBezTo>
                    <a:pt x="1101730" y="9195"/>
                    <a:pt x="1101979" y="10436"/>
                    <a:pt x="1102201" y="11681"/>
                  </a:cubicBezTo>
                  <a:cubicBezTo>
                    <a:pt x="1104103" y="11999"/>
                    <a:pt x="1105533" y="12045"/>
                    <a:pt x="1107430" y="11940"/>
                  </a:cubicBezTo>
                  <a:cubicBezTo>
                    <a:pt x="1107954" y="11927"/>
                    <a:pt x="1108478" y="11915"/>
                    <a:pt x="1109018" y="11902"/>
                  </a:cubicBezTo>
                  <a:cubicBezTo>
                    <a:pt x="1110700" y="11862"/>
                    <a:pt x="1112380" y="11797"/>
                    <a:pt x="1114061" y="11728"/>
                  </a:cubicBezTo>
                  <a:cubicBezTo>
                    <a:pt x="1115739" y="11662"/>
                    <a:pt x="1117416" y="11602"/>
                    <a:pt x="1119095" y="11561"/>
                  </a:cubicBezTo>
                  <a:cubicBezTo>
                    <a:pt x="1120142" y="11535"/>
                    <a:pt x="1121188" y="11495"/>
                    <a:pt x="1122233" y="11439"/>
                  </a:cubicBezTo>
                  <a:cubicBezTo>
                    <a:pt x="1123670" y="11402"/>
                    <a:pt x="1123670" y="11402"/>
                    <a:pt x="1126013" y="11681"/>
                  </a:cubicBezTo>
                  <a:cubicBezTo>
                    <a:pt x="1126863" y="13163"/>
                    <a:pt x="1126863" y="13163"/>
                    <a:pt x="1127502" y="14658"/>
                  </a:cubicBezTo>
                  <a:cubicBezTo>
                    <a:pt x="1129189" y="15058"/>
                    <a:pt x="1129189" y="15058"/>
                    <a:pt x="1131150" y="14922"/>
                  </a:cubicBezTo>
                  <a:cubicBezTo>
                    <a:pt x="1131873" y="14909"/>
                    <a:pt x="1132597" y="14896"/>
                    <a:pt x="1133343" y="14883"/>
                  </a:cubicBezTo>
                  <a:cubicBezTo>
                    <a:pt x="1134101" y="14855"/>
                    <a:pt x="1134859" y="14826"/>
                    <a:pt x="1135641" y="14797"/>
                  </a:cubicBezTo>
                  <a:cubicBezTo>
                    <a:pt x="1137136" y="14758"/>
                    <a:pt x="1138631" y="14722"/>
                    <a:pt x="1140126" y="14690"/>
                  </a:cubicBezTo>
                  <a:cubicBezTo>
                    <a:pt x="1140791" y="14667"/>
                    <a:pt x="1141455" y="14644"/>
                    <a:pt x="1142140" y="14620"/>
                  </a:cubicBezTo>
                  <a:cubicBezTo>
                    <a:pt x="1143873" y="14658"/>
                    <a:pt x="1143873" y="14658"/>
                    <a:pt x="1146105" y="15402"/>
                  </a:cubicBezTo>
                  <a:cubicBezTo>
                    <a:pt x="1146351" y="16139"/>
                    <a:pt x="1146596" y="16875"/>
                    <a:pt x="1146849" y="17634"/>
                  </a:cubicBezTo>
                  <a:cubicBezTo>
                    <a:pt x="1148641" y="17968"/>
                    <a:pt x="1148641" y="17968"/>
                    <a:pt x="1150803" y="17910"/>
                  </a:cubicBezTo>
                  <a:cubicBezTo>
                    <a:pt x="1151603" y="17923"/>
                    <a:pt x="1152403" y="17936"/>
                    <a:pt x="1153227" y="17950"/>
                  </a:cubicBezTo>
                  <a:cubicBezTo>
                    <a:pt x="1154928" y="17956"/>
                    <a:pt x="1156630" y="17960"/>
                    <a:pt x="1158331" y="17961"/>
                  </a:cubicBezTo>
                  <a:cubicBezTo>
                    <a:pt x="1159131" y="17975"/>
                    <a:pt x="1159931" y="17989"/>
                    <a:pt x="1160755" y="18003"/>
                  </a:cubicBezTo>
                  <a:cubicBezTo>
                    <a:pt x="1161495" y="18005"/>
                    <a:pt x="1162235" y="18006"/>
                    <a:pt x="1162997" y="18008"/>
                  </a:cubicBezTo>
                  <a:cubicBezTo>
                    <a:pt x="1163844" y="18191"/>
                    <a:pt x="1163844" y="18191"/>
                    <a:pt x="1164709" y="18378"/>
                  </a:cubicBezTo>
                  <a:cubicBezTo>
                    <a:pt x="1164976" y="19366"/>
                    <a:pt x="1165224" y="20358"/>
                    <a:pt x="1165453" y="21355"/>
                  </a:cubicBezTo>
                  <a:cubicBezTo>
                    <a:pt x="1167027" y="21840"/>
                    <a:pt x="1167027" y="21840"/>
                    <a:pt x="1168944" y="21808"/>
                  </a:cubicBezTo>
                  <a:cubicBezTo>
                    <a:pt x="1169647" y="21832"/>
                    <a:pt x="1170349" y="21856"/>
                    <a:pt x="1171073" y="21881"/>
                  </a:cubicBezTo>
                  <a:cubicBezTo>
                    <a:pt x="1172182" y="21897"/>
                    <a:pt x="1172182" y="21897"/>
                    <a:pt x="1173313" y="21913"/>
                  </a:cubicBezTo>
                  <a:cubicBezTo>
                    <a:pt x="1174426" y="21946"/>
                    <a:pt x="1174426" y="21946"/>
                    <a:pt x="1175561" y="21980"/>
                  </a:cubicBezTo>
                  <a:cubicBezTo>
                    <a:pt x="1177401" y="22033"/>
                    <a:pt x="1179240" y="22072"/>
                    <a:pt x="1181080" y="22099"/>
                  </a:cubicBezTo>
                  <a:cubicBezTo>
                    <a:pt x="1181080" y="23081"/>
                    <a:pt x="1181080" y="24064"/>
                    <a:pt x="1181080" y="25076"/>
                  </a:cubicBezTo>
                  <a:cubicBezTo>
                    <a:pt x="1181545" y="25060"/>
                    <a:pt x="1182011" y="25044"/>
                    <a:pt x="1182491" y="25028"/>
                  </a:cubicBezTo>
                  <a:cubicBezTo>
                    <a:pt x="1184594" y="24967"/>
                    <a:pt x="1186697" y="24928"/>
                    <a:pt x="1188800" y="24890"/>
                  </a:cubicBezTo>
                  <a:cubicBezTo>
                    <a:pt x="1189533" y="24865"/>
                    <a:pt x="1190266" y="24840"/>
                    <a:pt x="1191021" y="24814"/>
                  </a:cubicBezTo>
                  <a:cubicBezTo>
                    <a:pt x="1192071" y="24800"/>
                    <a:pt x="1192071" y="24800"/>
                    <a:pt x="1193143" y="24785"/>
                  </a:cubicBezTo>
                  <a:cubicBezTo>
                    <a:pt x="1193790" y="24769"/>
                    <a:pt x="1194437" y="24754"/>
                    <a:pt x="1195103" y="24738"/>
                  </a:cubicBezTo>
                  <a:cubicBezTo>
                    <a:pt x="1195632" y="24849"/>
                    <a:pt x="1196162" y="24961"/>
                    <a:pt x="1196707" y="25076"/>
                  </a:cubicBezTo>
                  <a:cubicBezTo>
                    <a:pt x="1197227" y="26055"/>
                    <a:pt x="1197724" y="27048"/>
                    <a:pt x="1198195" y="28052"/>
                  </a:cubicBezTo>
                  <a:cubicBezTo>
                    <a:pt x="1200375" y="28318"/>
                    <a:pt x="1202340" y="28435"/>
                    <a:pt x="1204520" y="28424"/>
                  </a:cubicBezTo>
                  <a:cubicBezTo>
                    <a:pt x="1206700" y="28414"/>
                    <a:pt x="1208666" y="28531"/>
                    <a:pt x="1210845" y="28796"/>
                  </a:cubicBezTo>
                  <a:cubicBezTo>
                    <a:pt x="1211799" y="30215"/>
                    <a:pt x="1211799" y="30215"/>
                    <a:pt x="1212334" y="31773"/>
                  </a:cubicBezTo>
                  <a:cubicBezTo>
                    <a:pt x="1213079" y="32087"/>
                    <a:pt x="1213079" y="32087"/>
                    <a:pt x="1213839" y="32407"/>
                  </a:cubicBezTo>
                  <a:cubicBezTo>
                    <a:pt x="1214567" y="32830"/>
                    <a:pt x="1214567" y="32830"/>
                    <a:pt x="1215310" y="33261"/>
                  </a:cubicBezTo>
                  <a:cubicBezTo>
                    <a:pt x="1215636" y="34761"/>
                    <a:pt x="1215636" y="34761"/>
                    <a:pt x="1215575" y="36584"/>
                  </a:cubicBezTo>
                  <a:cubicBezTo>
                    <a:pt x="1215562" y="37240"/>
                    <a:pt x="1215549" y="37897"/>
                    <a:pt x="1215536" y="38573"/>
                  </a:cubicBezTo>
                  <a:cubicBezTo>
                    <a:pt x="1215507" y="39261"/>
                    <a:pt x="1215479" y="39948"/>
                    <a:pt x="1215450" y="40656"/>
                  </a:cubicBezTo>
                  <a:cubicBezTo>
                    <a:pt x="1215411" y="42012"/>
                    <a:pt x="1215375" y="43367"/>
                    <a:pt x="1215342" y="44723"/>
                  </a:cubicBezTo>
                  <a:cubicBezTo>
                    <a:pt x="1215319" y="45325"/>
                    <a:pt x="1215297" y="45927"/>
                    <a:pt x="1215273" y="46548"/>
                  </a:cubicBezTo>
                  <a:cubicBezTo>
                    <a:pt x="1215235" y="48284"/>
                    <a:pt x="1215235" y="48284"/>
                    <a:pt x="1216054" y="50376"/>
                  </a:cubicBezTo>
                  <a:cubicBezTo>
                    <a:pt x="1216546" y="50622"/>
                    <a:pt x="1217037" y="50868"/>
                    <a:pt x="1217543" y="51121"/>
                  </a:cubicBezTo>
                  <a:cubicBezTo>
                    <a:pt x="1217729" y="53389"/>
                    <a:pt x="1217821" y="55595"/>
                    <a:pt x="1217851" y="57867"/>
                  </a:cubicBezTo>
                  <a:cubicBezTo>
                    <a:pt x="1217865" y="58543"/>
                    <a:pt x="1217880" y="59220"/>
                    <a:pt x="1217894" y="59916"/>
                  </a:cubicBezTo>
                  <a:cubicBezTo>
                    <a:pt x="1217939" y="62085"/>
                    <a:pt x="1217974" y="64253"/>
                    <a:pt x="1218008" y="66422"/>
                  </a:cubicBezTo>
                  <a:cubicBezTo>
                    <a:pt x="1218036" y="67888"/>
                    <a:pt x="1218065" y="69355"/>
                    <a:pt x="1218095" y="70821"/>
                  </a:cubicBezTo>
                  <a:cubicBezTo>
                    <a:pt x="1218167" y="74424"/>
                    <a:pt x="1218229" y="78027"/>
                    <a:pt x="1218287" y="81630"/>
                  </a:cubicBezTo>
                  <a:cubicBezTo>
                    <a:pt x="1219024" y="81630"/>
                    <a:pt x="1219760" y="81630"/>
                    <a:pt x="1220519" y="81630"/>
                  </a:cubicBezTo>
                  <a:cubicBezTo>
                    <a:pt x="1220519" y="120184"/>
                    <a:pt x="1220519" y="158738"/>
                    <a:pt x="1220519" y="198460"/>
                  </a:cubicBezTo>
                  <a:cubicBezTo>
                    <a:pt x="1219783" y="198460"/>
                    <a:pt x="1219046" y="198460"/>
                    <a:pt x="1218287" y="198460"/>
                  </a:cubicBezTo>
                  <a:cubicBezTo>
                    <a:pt x="1218272" y="199336"/>
                    <a:pt x="1218257" y="200211"/>
                    <a:pt x="1218242" y="201113"/>
                  </a:cubicBezTo>
                  <a:cubicBezTo>
                    <a:pt x="1218186" y="204348"/>
                    <a:pt x="1218120" y="207584"/>
                    <a:pt x="1218051" y="210819"/>
                  </a:cubicBezTo>
                  <a:cubicBezTo>
                    <a:pt x="1218022" y="212221"/>
                    <a:pt x="1217996" y="213624"/>
                    <a:pt x="1217973" y="215026"/>
                  </a:cubicBezTo>
                  <a:cubicBezTo>
                    <a:pt x="1217939" y="217038"/>
                    <a:pt x="1217896" y="219049"/>
                    <a:pt x="1217851" y="221061"/>
                  </a:cubicBezTo>
                  <a:cubicBezTo>
                    <a:pt x="1217842" y="221692"/>
                    <a:pt x="1217834" y="222323"/>
                    <a:pt x="1217825" y="222973"/>
                  </a:cubicBezTo>
                  <a:cubicBezTo>
                    <a:pt x="1217786" y="224478"/>
                    <a:pt x="1217672" y="225981"/>
                    <a:pt x="1217543" y="227482"/>
                  </a:cubicBezTo>
                  <a:cubicBezTo>
                    <a:pt x="1217052" y="227727"/>
                    <a:pt x="1216560" y="227973"/>
                    <a:pt x="1216054" y="228226"/>
                  </a:cubicBezTo>
                  <a:cubicBezTo>
                    <a:pt x="1215812" y="230095"/>
                    <a:pt x="1215812" y="230095"/>
                    <a:pt x="1215825" y="232342"/>
                  </a:cubicBezTo>
                  <a:cubicBezTo>
                    <a:pt x="1215806" y="233176"/>
                    <a:pt x="1215787" y="234009"/>
                    <a:pt x="1215768" y="234868"/>
                  </a:cubicBezTo>
                  <a:cubicBezTo>
                    <a:pt x="1215742" y="236641"/>
                    <a:pt x="1215719" y="238414"/>
                    <a:pt x="1215698" y="240187"/>
                  </a:cubicBezTo>
                  <a:cubicBezTo>
                    <a:pt x="1215669" y="241438"/>
                    <a:pt x="1215669" y="241438"/>
                    <a:pt x="1215639" y="242713"/>
                  </a:cubicBezTo>
                  <a:cubicBezTo>
                    <a:pt x="1215629" y="243484"/>
                    <a:pt x="1215619" y="244255"/>
                    <a:pt x="1215608" y="245049"/>
                  </a:cubicBezTo>
                  <a:cubicBezTo>
                    <a:pt x="1215510" y="245637"/>
                    <a:pt x="1215412" y="246224"/>
                    <a:pt x="1215310" y="246830"/>
                  </a:cubicBezTo>
                  <a:cubicBezTo>
                    <a:pt x="1214574" y="247075"/>
                    <a:pt x="1213837" y="247321"/>
                    <a:pt x="1213078" y="247574"/>
                  </a:cubicBezTo>
                  <a:cubicBezTo>
                    <a:pt x="1212695" y="249302"/>
                    <a:pt x="1212695" y="249302"/>
                    <a:pt x="1212697" y="251390"/>
                  </a:cubicBezTo>
                  <a:cubicBezTo>
                    <a:pt x="1212658" y="252545"/>
                    <a:pt x="1212658" y="252545"/>
                    <a:pt x="1212617" y="253723"/>
                  </a:cubicBezTo>
                  <a:cubicBezTo>
                    <a:pt x="1212600" y="254533"/>
                    <a:pt x="1212584" y="255343"/>
                    <a:pt x="1212566" y="256178"/>
                  </a:cubicBezTo>
                  <a:cubicBezTo>
                    <a:pt x="1212541" y="256991"/>
                    <a:pt x="1212515" y="257804"/>
                    <a:pt x="1212489" y="258641"/>
                  </a:cubicBezTo>
                  <a:cubicBezTo>
                    <a:pt x="1212428" y="260657"/>
                    <a:pt x="1212376" y="262673"/>
                    <a:pt x="1212334" y="264689"/>
                  </a:cubicBezTo>
                  <a:cubicBezTo>
                    <a:pt x="1211597" y="264689"/>
                    <a:pt x="1210860" y="264689"/>
                    <a:pt x="1210101" y="264689"/>
                  </a:cubicBezTo>
                  <a:cubicBezTo>
                    <a:pt x="1210090" y="265128"/>
                    <a:pt x="1210080" y="265567"/>
                    <a:pt x="1210068" y="266020"/>
                  </a:cubicBezTo>
                  <a:cubicBezTo>
                    <a:pt x="1210013" y="268011"/>
                    <a:pt x="1209941" y="270000"/>
                    <a:pt x="1209869" y="271991"/>
                  </a:cubicBezTo>
                  <a:cubicBezTo>
                    <a:pt x="1209852" y="272682"/>
                    <a:pt x="1209835" y="273373"/>
                    <a:pt x="1209818" y="274085"/>
                  </a:cubicBezTo>
                  <a:cubicBezTo>
                    <a:pt x="1209791" y="274749"/>
                    <a:pt x="1209765" y="275414"/>
                    <a:pt x="1209738" y="276098"/>
                  </a:cubicBezTo>
                  <a:cubicBezTo>
                    <a:pt x="1209718" y="276710"/>
                    <a:pt x="1209699" y="277322"/>
                    <a:pt x="1209679" y="277952"/>
                  </a:cubicBezTo>
                  <a:cubicBezTo>
                    <a:pt x="1209289" y="279915"/>
                    <a:pt x="1208541" y="280452"/>
                    <a:pt x="1207125" y="281804"/>
                  </a:cubicBezTo>
                  <a:cubicBezTo>
                    <a:pt x="1206938" y="284309"/>
                    <a:pt x="1206938" y="284309"/>
                    <a:pt x="1207125" y="287060"/>
                  </a:cubicBezTo>
                  <a:cubicBezTo>
                    <a:pt x="1207264" y="289876"/>
                    <a:pt x="1207264" y="289876"/>
                    <a:pt x="1207125" y="292222"/>
                  </a:cubicBezTo>
                  <a:cubicBezTo>
                    <a:pt x="1206388" y="292713"/>
                    <a:pt x="1205651" y="293204"/>
                    <a:pt x="1204892" y="293710"/>
                  </a:cubicBezTo>
                  <a:cubicBezTo>
                    <a:pt x="1204607" y="295895"/>
                    <a:pt x="1204443" y="297937"/>
                    <a:pt x="1204381" y="300129"/>
                  </a:cubicBezTo>
                  <a:cubicBezTo>
                    <a:pt x="1204343" y="301024"/>
                    <a:pt x="1204343" y="301024"/>
                    <a:pt x="1204304" y="301937"/>
                  </a:cubicBezTo>
                  <a:cubicBezTo>
                    <a:pt x="1204242" y="303411"/>
                    <a:pt x="1204194" y="304886"/>
                    <a:pt x="1204148" y="306361"/>
                  </a:cubicBezTo>
                  <a:cubicBezTo>
                    <a:pt x="1203411" y="306115"/>
                    <a:pt x="1202675" y="305870"/>
                    <a:pt x="1201916" y="305617"/>
                  </a:cubicBezTo>
                  <a:cubicBezTo>
                    <a:pt x="1201879" y="306414"/>
                    <a:pt x="1201843" y="307211"/>
                    <a:pt x="1201805" y="308032"/>
                  </a:cubicBezTo>
                  <a:cubicBezTo>
                    <a:pt x="1201749" y="309072"/>
                    <a:pt x="1201693" y="310112"/>
                    <a:pt x="1201637" y="311151"/>
                  </a:cubicBezTo>
                  <a:cubicBezTo>
                    <a:pt x="1201614" y="311677"/>
                    <a:pt x="1201591" y="312203"/>
                    <a:pt x="1201567" y="312746"/>
                  </a:cubicBezTo>
                  <a:cubicBezTo>
                    <a:pt x="1201489" y="314094"/>
                    <a:pt x="1201336" y="315438"/>
                    <a:pt x="1201172" y="316779"/>
                  </a:cubicBezTo>
                  <a:cubicBezTo>
                    <a:pt x="1200680" y="317024"/>
                    <a:pt x="1200189" y="317270"/>
                    <a:pt x="1199683" y="317523"/>
                  </a:cubicBezTo>
                  <a:cubicBezTo>
                    <a:pt x="1198977" y="319852"/>
                    <a:pt x="1198945" y="321956"/>
                    <a:pt x="1199032" y="324360"/>
                  </a:cubicBezTo>
                  <a:cubicBezTo>
                    <a:pt x="1199001" y="325296"/>
                    <a:pt x="1198971" y="326232"/>
                    <a:pt x="1198939" y="327197"/>
                  </a:cubicBezTo>
                  <a:cubicBezTo>
                    <a:pt x="1198202" y="327688"/>
                    <a:pt x="1197466" y="328179"/>
                    <a:pt x="1196707" y="328685"/>
                  </a:cubicBezTo>
                  <a:cubicBezTo>
                    <a:pt x="1196366" y="331206"/>
                    <a:pt x="1196332" y="333680"/>
                    <a:pt x="1196265" y="336222"/>
                  </a:cubicBezTo>
                  <a:cubicBezTo>
                    <a:pt x="1196115" y="337280"/>
                    <a:pt x="1196115" y="337280"/>
                    <a:pt x="1195963" y="338359"/>
                  </a:cubicBezTo>
                  <a:cubicBezTo>
                    <a:pt x="1195226" y="338604"/>
                    <a:pt x="1194489" y="338850"/>
                    <a:pt x="1193730" y="339103"/>
                  </a:cubicBezTo>
                  <a:cubicBezTo>
                    <a:pt x="1193291" y="341194"/>
                    <a:pt x="1193291" y="341194"/>
                    <a:pt x="1193219" y="343614"/>
                  </a:cubicBezTo>
                  <a:cubicBezTo>
                    <a:pt x="1193170" y="344436"/>
                    <a:pt x="1193121" y="345258"/>
                    <a:pt x="1193070" y="346105"/>
                  </a:cubicBezTo>
                  <a:cubicBezTo>
                    <a:pt x="1193043" y="346741"/>
                    <a:pt x="1193015" y="347377"/>
                    <a:pt x="1192986" y="348033"/>
                  </a:cubicBezTo>
                  <a:cubicBezTo>
                    <a:pt x="1192249" y="348033"/>
                    <a:pt x="1191513" y="348033"/>
                    <a:pt x="1190754" y="348033"/>
                  </a:cubicBezTo>
                  <a:cubicBezTo>
                    <a:pt x="1190780" y="348544"/>
                    <a:pt x="1190805" y="349055"/>
                    <a:pt x="1190832" y="349582"/>
                  </a:cubicBezTo>
                  <a:cubicBezTo>
                    <a:pt x="1190862" y="350588"/>
                    <a:pt x="1190862" y="350588"/>
                    <a:pt x="1190893" y="351614"/>
                  </a:cubicBezTo>
                  <a:cubicBezTo>
                    <a:pt x="1190919" y="352279"/>
                    <a:pt x="1190945" y="352943"/>
                    <a:pt x="1190972" y="353628"/>
                  </a:cubicBezTo>
                  <a:cubicBezTo>
                    <a:pt x="1190754" y="355474"/>
                    <a:pt x="1190754" y="355474"/>
                    <a:pt x="1189652" y="356570"/>
                  </a:cubicBezTo>
                  <a:cubicBezTo>
                    <a:pt x="1187642" y="358591"/>
                    <a:pt x="1188165" y="361389"/>
                    <a:pt x="1188079" y="364107"/>
                  </a:cubicBezTo>
                  <a:cubicBezTo>
                    <a:pt x="1187980" y="364696"/>
                    <a:pt x="1187880" y="365285"/>
                    <a:pt x="1187777" y="365892"/>
                  </a:cubicBezTo>
                  <a:cubicBezTo>
                    <a:pt x="1187040" y="366138"/>
                    <a:pt x="1186304" y="366383"/>
                    <a:pt x="1185545" y="366636"/>
                  </a:cubicBezTo>
                  <a:cubicBezTo>
                    <a:pt x="1185223" y="368497"/>
                    <a:pt x="1185217" y="370299"/>
                    <a:pt x="1185175" y="372185"/>
                  </a:cubicBezTo>
                  <a:cubicBezTo>
                    <a:pt x="1184801" y="374078"/>
                    <a:pt x="1184801" y="374078"/>
                    <a:pt x="1183806" y="375784"/>
                  </a:cubicBezTo>
                  <a:cubicBezTo>
                    <a:pt x="1180602" y="377837"/>
                    <a:pt x="1177222" y="377440"/>
                    <a:pt x="1173499" y="377426"/>
                  </a:cubicBezTo>
                  <a:cubicBezTo>
                    <a:pt x="1172000" y="377421"/>
                    <a:pt x="1170501" y="377428"/>
                    <a:pt x="1169002" y="377449"/>
                  </a:cubicBezTo>
                  <a:cubicBezTo>
                    <a:pt x="1168339" y="377446"/>
                    <a:pt x="1167676" y="377443"/>
                    <a:pt x="1166993" y="377439"/>
                  </a:cubicBezTo>
                  <a:cubicBezTo>
                    <a:pt x="1166485" y="377558"/>
                    <a:pt x="1165976" y="377676"/>
                    <a:pt x="1165453" y="377798"/>
                  </a:cubicBezTo>
                  <a:cubicBezTo>
                    <a:pt x="1165332" y="378289"/>
                    <a:pt x="1165211" y="378779"/>
                    <a:pt x="1165086" y="379285"/>
                  </a:cubicBezTo>
                  <a:cubicBezTo>
                    <a:pt x="1164961" y="379777"/>
                    <a:pt x="1164837" y="380268"/>
                    <a:pt x="1164709" y="380775"/>
                  </a:cubicBezTo>
                  <a:cubicBezTo>
                    <a:pt x="1163133" y="381146"/>
                    <a:pt x="1163133" y="381146"/>
                    <a:pt x="1161081" y="381150"/>
                  </a:cubicBezTo>
                  <a:cubicBezTo>
                    <a:pt x="1160348" y="381164"/>
                    <a:pt x="1159615" y="381178"/>
                    <a:pt x="1158860" y="381192"/>
                  </a:cubicBezTo>
                  <a:cubicBezTo>
                    <a:pt x="1157703" y="381193"/>
                    <a:pt x="1157703" y="381193"/>
                    <a:pt x="1156523" y="381193"/>
                  </a:cubicBezTo>
                  <a:cubicBezTo>
                    <a:pt x="1155004" y="381200"/>
                    <a:pt x="1153484" y="381216"/>
                    <a:pt x="1151965" y="381243"/>
                  </a:cubicBezTo>
                  <a:cubicBezTo>
                    <a:pt x="1150949" y="381244"/>
                    <a:pt x="1150949" y="381244"/>
                    <a:pt x="1149913" y="381244"/>
                  </a:cubicBezTo>
                  <a:cubicBezTo>
                    <a:pt x="1149393" y="381335"/>
                    <a:pt x="1148873" y="381426"/>
                    <a:pt x="1148338" y="381519"/>
                  </a:cubicBezTo>
                  <a:cubicBezTo>
                    <a:pt x="1148092" y="382256"/>
                    <a:pt x="1147846" y="382992"/>
                    <a:pt x="1147593" y="383751"/>
                  </a:cubicBezTo>
                  <a:cubicBezTo>
                    <a:pt x="1146166" y="384026"/>
                    <a:pt x="1146166" y="384026"/>
                    <a:pt x="1144318" y="384028"/>
                  </a:cubicBezTo>
                  <a:cubicBezTo>
                    <a:pt x="1143655" y="384040"/>
                    <a:pt x="1142993" y="384053"/>
                    <a:pt x="1142310" y="384067"/>
                  </a:cubicBezTo>
                  <a:cubicBezTo>
                    <a:pt x="1140905" y="384074"/>
                    <a:pt x="1139500" y="384077"/>
                    <a:pt x="1138096" y="384078"/>
                  </a:cubicBezTo>
                  <a:cubicBezTo>
                    <a:pt x="1137432" y="384092"/>
                    <a:pt x="1136769" y="384106"/>
                    <a:pt x="1136085" y="384121"/>
                  </a:cubicBezTo>
                  <a:cubicBezTo>
                    <a:pt x="1135474" y="384122"/>
                    <a:pt x="1134864" y="384123"/>
                    <a:pt x="1134234" y="384125"/>
                  </a:cubicBezTo>
                  <a:cubicBezTo>
                    <a:pt x="1133731" y="384247"/>
                    <a:pt x="1133229" y="384369"/>
                    <a:pt x="1132711" y="384496"/>
                  </a:cubicBezTo>
                  <a:cubicBezTo>
                    <a:pt x="1132476" y="384985"/>
                    <a:pt x="1132241" y="385475"/>
                    <a:pt x="1131999" y="385979"/>
                  </a:cubicBezTo>
                  <a:cubicBezTo>
                    <a:pt x="1131742" y="386472"/>
                    <a:pt x="1131486" y="386964"/>
                    <a:pt x="1131222" y="387472"/>
                  </a:cubicBezTo>
                  <a:cubicBezTo>
                    <a:pt x="1129482" y="387878"/>
                    <a:pt x="1129482" y="387878"/>
                    <a:pt x="1127333" y="387926"/>
                  </a:cubicBezTo>
                  <a:cubicBezTo>
                    <a:pt x="1126182" y="387962"/>
                    <a:pt x="1126182" y="387962"/>
                    <a:pt x="1125008" y="387998"/>
                  </a:cubicBezTo>
                  <a:cubicBezTo>
                    <a:pt x="1124204" y="388009"/>
                    <a:pt x="1123400" y="388019"/>
                    <a:pt x="1122572" y="388030"/>
                  </a:cubicBezTo>
                  <a:cubicBezTo>
                    <a:pt x="1121762" y="388052"/>
                    <a:pt x="1120953" y="388074"/>
                    <a:pt x="1120118" y="388097"/>
                  </a:cubicBezTo>
                  <a:cubicBezTo>
                    <a:pt x="1118115" y="388150"/>
                    <a:pt x="1116111" y="388189"/>
                    <a:pt x="1114107" y="388216"/>
                  </a:cubicBezTo>
                  <a:cubicBezTo>
                    <a:pt x="1114107" y="388953"/>
                    <a:pt x="1114107" y="389690"/>
                    <a:pt x="1114107" y="390449"/>
                  </a:cubicBezTo>
                  <a:cubicBezTo>
                    <a:pt x="1113476" y="390477"/>
                    <a:pt x="1113476" y="390477"/>
                    <a:pt x="1112833" y="390505"/>
                  </a:cubicBezTo>
                  <a:cubicBezTo>
                    <a:pt x="1110932" y="390591"/>
                    <a:pt x="1109031" y="390683"/>
                    <a:pt x="1107131" y="390774"/>
                  </a:cubicBezTo>
                  <a:cubicBezTo>
                    <a:pt x="1106469" y="390803"/>
                    <a:pt x="1105807" y="390833"/>
                    <a:pt x="1105125" y="390863"/>
                  </a:cubicBezTo>
                  <a:cubicBezTo>
                    <a:pt x="1104492" y="390894"/>
                    <a:pt x="1103859" y="390925"/>
                    <a:pt x="1103207" y="390957"/>
                  </a:cubicBezTo>
                  <a:cubicBezTo>
                    <a:pt x="1102330" y="390998"/>
                    <a:pt x="1102330" y="390998"/>
                    <a:pt x="1101435" y="391040"/>
                  </a:cubicBezTo>
                  <a:cubicBezTo>
                    <a:pt x="1099912" y="391112"/>
                    <a:pt x="1099912" y="391112"/>
                    <a:pt x="1098480" y="391937"/>
                  </a:cubicBezTo>
                  <a:cubicBezTo>
                    <a:pt x="1098235" y="392674"/>
                    <a:pt x="1097989" y="393410"/>
                    <a:pt x="1097736" y="394169"/>
                  </a:cubicBezTo>
                  <a:cubicBezTo>
                    <a:pt x="1096149" y="394491"/>
                    <a:pt x="1096149" y="394491"/>
                    <a:pt x="1094082" y="394550"/>
                  </a:cubicBezTo>
                  <a:cubicBezTo>
                    <a:pt x="1093346" y="394577"/>
                    <a:pt x="1092610" y="394603"/>
                    <a:pt x="1091851" y="394630"/>
                  </a:cubicBezTo>
                  <a:cubicBezTo>
                    <a:pt x="1090689" y="394655"/>
                    <a:pt x="1090689" y="394655"/>
                    <a:pt x="1089504" y="394681"/>
                  </a:cubicBezTo>
                  <a:cubicBezTo>
                    <a:pt x="1088727" y="394706"/>
                    <a:pt x="1087949" y="394732"/>
                    <a:pt x="1087148" y="394758"/>
                  </a:cubicBezTo>
                  <a:cubicBezTo>
                    <a:pt x="1085220" y="394820"/>
                    <a:pt x="1083293" y="394871"/>
                    <a:pt x="1081365" y="394913"/>
                  </a:cubicBezTo>
                  <a:cubicBezTo>
                    <a:pt x="1081365" y="395896"/>
                    <a:pt x="1081365" y="396878"/>
                    <a:pt x="1081365" y="397890"/>
                  </a:cubicBezTo>
                  <a:cubicBezTo>
                    <a:pt x="1080895" y="397901"/>
                    <a:pt x="1080426" y="397912"/>
                    <a:pt x="1079942" y="397923"/>
                  </a:cubicBezTo>
                  <a:cubicBezTo>
                    <a:pt x="1077827" y="397978"/>
                    <a:pt x="1075713" y="398050"/>
                    <a:pt x="1073598" y="398123"/>
                  </a:cubicBezTo>
                  <a:cubicBezTo>
                    <a:pt x="1072489" y="398148"/>
                    <a:pt x="1072489" y="398148"/>
                    <a:pt x="1071358" y="398173"/>
                  </a:cubicBezTo>
                  <a:cubicBezTo>
                    <a:pt x="1070656" y="398200"/>
                    <a:pt x="1069953" y="398226"/>
                    <a:pt x="1069229" y="398253"/>
                  </a:cubicBezTo>
                  <a:cubicBezTo>
                    <a:pt x="1068578" y="398273"/>
                    <a:pt x="1067928" y="398292"/>
                    <a:pt x="1067257" y="398312"/>
                  </a:cubicBezTo>
                  <a:cubicBezTo>
                    <a:pt x="1066756" y="398419"/>
                    <a:pt x="1066254" y="398525"/>
                    <a:pt x="1065738" y="398634"/>
                  </a:cubicBezTo>
                  <a:cubicBezTo>
                    <a:pt x="1065492" y="399371"/>
                    <a:pt x="1065247" y="400108"/>
                    <a:pt x="1064994" y="400867"/>
                  </a:cubicBezTo>
                  <a:cubicBezTo>
                    <a:pt x="1063567" y="401141"/>
                    <a:pt x="1063567" y="401141"/>
                    <a:pt x="1061718" y="401143"/>
                  </a:cubicBezTo>
                  <a:cubicBezTo>
                    <a:pt x="1061056" y="401156"/>
                    <a:pt x="1060393" y="401169"/>
                    <a:pt x="1059711" y="401182"/>
                  </a:cubicBezTo>
                  <a:cubicBezTo>
                    <a:pt x="1058306" y="401189"/>
                    <a:pt x="1056901" y="401193"/>
                    <a:pt x="1055496" y="401194"/>
                  </a:cubicBezTo>
                  <a:cubicBezTo>
                    <a:pt x="1054833" y="401208"/>
                    <a:pt x="1054169" y="401221"/>
                    <a:pt x="1053486" y="401236"/>
                  </a:cubicBezTo>
                  <a:cubicBezTo>
                    <a:pt x="1052875" y="401237"/>
                    <a:pt x="1052264" y="401239"/>
                    <a:pt x="1051634" y="401240"/>
                  </a:cubicBezTo>
                  <a:cubicBezTo>
                    <a:pt x="1051132" y="401362"/>
                    <a:pt x="1050629" y="401485"/>
                    <a:pt x="1050111" y="401611"/>
                  </a:cubicBezTo>
                  <a:cubicBezTo>
                    <a:pt x="1049869" y="402102"/>
                    <a:pt x="1049627" y="402593"/>
                    <a:pt x="1049377" y="403099"/>
                  </a:cubicBezTo>
                  <a:cubicBezTo>
                    <a:pt x="1049128" y="403590"/>
                    <a:pt x="1048879" y="404081"/>
                    <a:pt x="1048623" y="404587"/>
                  </a:cubicBezTo>
                  <a:cubicBezTo>
                    <a:pt x="1047031" y="404958"/>
                    <a:pt x="1047031" y="404958"/>
                    <a:pt x="1045085" y="404962"/>
                  </a:cubicBezTo>
                  <a:cubicBezTo>
                    <a:pt x="1044388" y="404976"/>
                    <a:pt x="1043691" y="404990"/>
                    <a:pt x="1042973" y="405004"/>
                  </a:cubicBezTo>
                  <a:cubicBezTo>
                    <a:pt x="1041879" y="405005"/>
                    <a:pt x="1041879" y="405005"/>
                    <a:pt x="1040763" y="405006"/>
                  </a:cubicBezTo>
                  <a:cubicBezTo>
                    <a:pt x="1039320" y="405013"/>
                    <a:pt x="1037877" y="405028"/>
                    <a:pt x="1036435" y="405055"/>
                  </a:cubicBezTo>
                  <a:cubicBezTo>
                    <a:pt x="1035793" y="405056"/>
                    <a:pt x="1035152" y="405056"/>
                    <a:pt x="1034491" y="405057"/>
                  </a:cubicBezTo>
                  <a:cubicBezTo>
                    <a:pt x="1033998" y="405148"/>
                    <a:pt x="1033504" y="405238"/>
                    <a:pt x="1032996" y="405331"/>
                  </a:cubicBezTo>
                  <a:cubicBezTo>
                    <a:pt x="1032750" y="406068"/>
                    <a:pt x="1032505" y="406805"/>
                    <a:pt x="1032252" y="407564"/>
                  </a:cubicBezTo>
                  <a:cubicBezTo>
                    <a:pt x="1030893" y="407874"/>
                    <a:pt x="1030893" y="407874"/>
                    <a:pt x="1029138" y="407919"/>
                  </a:cubicBezTo>
                  <a:cubicBezTo>
                    <a:pt x="1028510" y="407942"/>
                    <a:pt x="1027881" y="407965"/>
                    <a:pt x="1027233" y="407988"/>
                  </a:cubicBezTo>
                  <a:cubicBezTo>
                    <a:pt x="1026241" y="408008"/>
                    <a:pt x="1026241" y="408008"/>
                    <a:pt x="1025229" y="408029"/>
                  </a:cubicBezTo>
                  <a:cubicBezTo>
                    <a:pt x="1023927" y="408067"/>
                    <a:pt x="1022626" y="408107"/>
                    <a:pt x="1021325" y="408151"/>
                  </a:cubicBezTo>
                  <a:cubicBezTo>
                    <a:pt x="1020455" y="408171"/>
                    <a:pt x="1020455" y="408171"/>
                    <a:pt x="1019568" y="408191"/>
                  </a:cubicBezTo>
                  <a:cubicBezTo>
                    <a:pt x="1018054" y="408221"/>
                    <a:pt x="1018054" y="408221"/>
                    <a:pt x="1016625" y="409052"/>
                  </a:cubicBezTo>
                  <a:cubicBezTo>
                    <a:pt x="1016379" y="409789"/>
                    <a:pt x="1016134" y="410526"/>
                    <a:pt x="1015881" y="411285"/>
                  </a:cubicBezTo>
                  <a:cubicBezTo>
                    <a:pt x="1014442" y="411559"/>
                    <a:pt x="1014442" y="411559"/>
                    <a:pt x="1012578" y="411561"/>
                  </a:cubicBezTo>
                  <a:cubicBezTo>
                    <a:pt x="1011913" y="411574"/>
                    <a:pt x="1011247" y="411587"/>
                    <a:pt x="1010561" y="411600"/>
                  </a:cubicBezTo>
                  <a:cubicBezTo>
                    <a:pt x="1009146" y="411607"/>
                    <a:pt x="1007732" y="411611"/>
                    <a:pt x="1006317" y="411612"/>
                  </a:cubicBezTo>
                  <a:cubicBezTo>
                    <a:pt x="1005319" y="411632"/>
                    <a:pt x="1005319" y="411632"/>
                    <a:pt x="1004300" y="411654"/>
                  </a:cubicBezTo>
                  <a:cubicBezTo>
                    <a:pt x="1003685" y="411655"/>
                    <a:pt x="1003070" y="411657"/>
                    <a:pt x="1002437" y="411658"/>
                  </a:cubicBezTo>
                  <a:cubicBezTo>
                    <a:pt x="1001962" y="411780"/>
                    <a:pt x="1001487" y="411903"/>
                    <a:pt x="1000998" y="412029"/>
                  </a:cubicBezTo>
                  <a:cubicBezTo>
                    <a:pt x="1000878" y="412520"/>
                    <a:pt x="1000759" y="413011"/>
                    <a:pt x="1000636" y="413517"/>
                  </a:cubicBezTo>
                  <a:cubicBezTo>
                    <a:pt x="1000510" y="414008"/>
                    <a:pt x="1000384" y="414499"/>
                    <a:pt x="1000254" y="415005"/>
                  </a:cubicBezTo>
                  <a:cubicBezTo>
                    <a:pt x="998746" y="415376"/>
                    <a:pt x="998746" y="415376"/>
                    <a:pt x="996789" y="415380"/>
                  </a:cubicBezTo>
                  <a:cubicBezTo>
                    <a:pt x="996089" y="415394"/>
                    <a:pt x="995390" y="415408"/>
                    <a:pt x="994670" y="415422"/>
                  </a:cubicBezTo>
                  <a:cubicBezTo>
                    <a:pt x="993934" y="415423"/>
                    <a:pt x="993198" y="415423"/>
                    <a:pt x="992440" y="415424"/>
                  </a:cubicBezTo>
                  <a:cubicBezTo>
                    <a:pt x="990991" y="415430"/>
                    <a:pt x="989541" y="415446"/>
                    <a:pt x="988092" y="415473"/>
                  </a:cubicBezTo>
                  <a:cubicBezTo>
                    <a:pt x="987446" y="415474"/>
                    <a:pt x="986799" y="415474"/>
                    <a:pt x="986134" y="415475"/>
                  </a:cubicBezTo>
                  <a:cubicBezTo>
                    <a:pt x="985388" y="415611"/>
                    <a:pt x="985388" y="415611"/>
                    <a:pt x="984627" y="415749"/>
                  </a:cubicBezTo>
                  <a:cubicBezTo>
                    <a:pt x="984381" y="416486"/>
                    <a:pt x="984136" y="417223"/>
                    <a:pt x="983883" y="417982"/>
                  </a:cubicBezTo>
                  <a:cubicBezTo>
                    <a:pt x="982375" y="418176"/>
                    <a:pt x="982375" y="418176"/>
                    <a:pt x="980418" y="418069"/>
                  </a:cubicBezTo>
                  <a:cubicBezTo>
                    <a:pt x="979718" y="418045"/>
                    <a:pt x="979019" y="418021"/>
                    <a:pt x="978299" y="417996"/>
                  </a:cubicBezTo>
                  <a:cubicBezTo>
                    <a:pt x="976812" y="417925"/>
                    <a:pt x="975326" y="417847"/>
                    <a:pt x="973840" y="417764"/>
                  </a:cubicBezTo>
                  <a:cubicBezTo>
                    <a:pt x="973140" y="417742"/>
                    <a:pt x="972441" y="417720"/>
                    <a:pt x="971720" y="417697"/>
                  </a:cubicBezTo>
                  <a:cubicBezTo>
                    <a:pt x="971074" y="417663"/>
                    <a:pt x="970428" y="417630"/>
                    <a:pt x="969763" y="417595"/>
                  </a:cubicBezTo>
                  <a:cubicBezTo>
                    <a:pt x="969017" y="417786"/>
                    <a:pt x="969017" y="417786"/>
                    <a:pt x="968256" y="417982"/>
                  </a:cubicBezTo>
                  <a:cubicBezTo>
                    <a:pt x="968000" y="419221"/>
                    <a:pt x="967752" y="420461"/>
                    <a:pt x="967511" y="421703"/>
                  </a:cubicBezTo>
                  <a:cubicBezTo>
                    <a:pt x="966073" y="422158"/>
                    <a:pt x="966073" y="422158"/>
                    <a:pt x="964209" y="422150"/>
                  </a:cubicBezTo>
                  <a:cubicBezTo>
                    <a:pt x="963544" y="422162"/>
                    <a:pt x="962878" y="422173"/>
                    <a:pt x="962192" y="422185"/>
                  </a:cubicBezTo>
                  <a:cubicBezTo>
                    <a:pt x="961492" y="422179"/>
                    <a:pt x="960791" y="422174"/>
                    <a:pt x="960070" y="422168"/>
                  </a:cubicBezTo>
                  <a:cubicBezTo>
                    <a:pt x="958690" y="422168"/>
                    <a:pt x="957310" y="422177"/>
                    <a:pt x="955931" y="422197"/>
                  </a:cubicBezTo>
                  <a:cubicBezTo>
                    <a:pt x="955008" y="422190"/>
                    <a:pt x="955008" y="422190"/>
                    <a:pt x="954067" y="422184"/>
                  </a:cubicBezTo>
                  <a:cubicBezTo>
                    <a:pt x="953593" y="422271"/>
                    <a:pt x="953118" y="422357"/>
                    <a:pt x="952629" y="422447"/>
                  </a:cubicBezTo>
                  <a:cubicBezTo>
                    <a:pt x="952383" y="423183"/>
                    <a:pt x="952137" y="423920"/>
                    <a:pt x="951884" y="424679"/>
                  </a:cubicBezTo>
                  <a:cubicBezTo>
                    <a:pt x="949626" y="424951"/>
                    <a:pt x="947499" y="425096"/>
                    <a:pt x="945234" y="425144"/>
                  </a:cubicBezTo>
                  <a:cubicBezTo>
                    <a:pt x="944002" y="425182"/>
                    <a:pt x="942771" y="425223"/>
                    <a:pt x="941539" y="425266"/>
                  </a:cubicBezTo>
                  <a:cubicBezTo>
                    <a:pt x="940716" y="425286"/>
                    <a:pt x="940716" y="425286"/>
                    <a:pt x="939877" y="425306"/>
                  </a:cubicBezTo>
                  <a:cubicBezTo>
                    <a:pt x="938421" y="425343"/>
                    <a:pt x="938421" y="425343"/>
                    <a:pt x="937002" y="426167"/>
                  </a:cubicBezTo>
                  <a:cubicBezTo>
                    <a:pt x="937002" y="426904"/>
                    <a:pt x="937002" y="427641"/>
                    <a:pt x="937002" y="428400"/>
                  </a:cubicBezTo>
                  <a:cubicBezTo>
                    <a:pt x="936559" y="428407"/>
                    <a:pt x="936116" y="428414"/>
                    <a:pt x="935659" y="428421"/>
                  </a:cubicBezTo>
                  <a:cubicBezTo>
                    <a:pt x="933657" y="428461"/>
                    <a:pt x="931655" y="428523"/>
                    <a:pt x="929653" y="428586"/>
                  </a:cubicBezTo>
                  <a:cubicBezTo>
                    <a:pt x="928956" y="428596"/>
                    <a:pt x="928259" y="428607"/>
                    <a:pt x="927540" y="428618"/>
                  </a:cubicBezTo>
                  <a:cubicBezTo>
                    <a:pt x="926873" y="428642"/>
                    <a:pt x="926207" y="428666"/>
                    <a:pt x="925520" y="428690"/>
                  </a:cubicBezTo>
                  <a:cubicBezTo>
                    <a:pt x="924904" y="428706"/>
                    <a:pt x="924288" y="428722"/>
                    <a:pt x="923654" y="428738"/>
                  </a:cubicBezTo>
                  <a:cubicBezTo>
                    <a:pt x="922894" y="428939"/>
                    <a:pt x="922894" y="428939"/>
                    <a:pt x="922119" y="429144"/>
                  </a:cubicBezTo>
                  <a:cubicBezTo>
                    <a:pt x="921597" y="430123"/>
                    <a:pt x="921099" y="431115"/>
                    <a:pt x="920631" y="432121"/>
                  </a:cubicBezTo>
                  <a:cubicBezTo>
                    <a:pt x="918680" y="432326"/>
                    <a:pt x="917032" y="432368"/>
                    <a:pt x="915096" y="432260"/>
                  </a:cubicBezTo>
                  <a:cubicBezTo>
                    <a:pt x="911117" y="432060"/>
                    <a:pt x="911117" y="432060"/>
                    <a:pt x="907236" y="432865"/>
                  </a:cubicBezTo>
                  <a:cubicBezTo>
                    <a:pt x="906990" y="433601"/>
                    <a:pt x="906745" y="434338"/>
                    <a:pt x="906492" y="435097"/>
                  </a:cubicBezTo>
                  <a:cubicBezTo>
                    <a:pt x="905053" y="435372"/>
                    <a:pt x="905053" y="435372"/>
                    <a:pt x="903190" y="435373"/>
                  </a:cubicBezTo>
                  <a:cubicBezTo>
                    <a:pt x="902524" y="435386"/>
                    <a:pt x="901858" y="435399"/>
                    <a:pt x="901172" y="435412"/>
                  </a:cubicBezTo>
                  <a:cubicBezTo>
                    <a:pt x="899758" y="435419"/>
                    <a:pt x="898343" y="435423"/>
                    <a:pt x="896929" y="435424"/>
                  </a:cubicBezTo>
                  <a:cubicBezTo>
                    <a:pt x="895930" y="435445"/>
                    <a:pt x="895930" y="435445"/>
                    <a:pt x="894911" y="435466"/>
                  </a:cubicBezTo>
                  <a:cubicBezTo>
                    <a:pt x="894296" y="435468"/>
                    <a:pt x="893681" y="435469"/>
                    <a:pt x="893048" y="435470"/>
                  </a:cubicBezTo>
                  <a:cubicBezTo>
                    <a:pt x="892573" y="435593"/>
                    <a:pt x="892098" y="435715"/>
                    <a:pt x="891609" y="435841"/>
                  </a:cubicBezTo>
                  <a:cubicBezTo>
                    <a:pt x="891425" y="436578"/>
                    <a:pt x="891425" y="436578"/>
                    <a:pt x="891237" y="437329"/>
                  </a:cubicBezTo>
                  <a:cubicBezTo>
                    <a:pt x="891053" y="438066"/>
                    <a:pt x="891053" y="438066"/>
                    <a:pt x="890865" y="438818"/>
                  </a:cubicBezTo>
                  <a:cubicBezTo>
                    <a:pt x="889426" y="439189"/>
                    <a:pt x="889426" y="439189"/>
                    <a:pt x="887563" y="439193"/>
                  </a:cubicBezTo>
                  <a:cubicBezTo>
                    <a:pt x="886564" y="439214"/>
                    <a:pt x="886564" y="439214"/>
                    <a:pt x="885545" y="439235"/>
                  </a:cubicBezTo>
                  <a:cubicBezTo>
                    <a:pt x="884845" y="439235"/>
                    <a:pt x="884145" y="439236"/>
                    <a:pt x="883424" y="439236"/>
                  </a:cubicBezTo>
                  <a:cubicBezTo>
                    <a:pt x="882044" y="439243"/>
                    <a:pt x="880664" y="439259"/>
                    <a:pt x="879284" y="439286"/>
                  </a:cubicBezTo>
                  <a:cubicBezTo>
                    <a:pt x="878362" y="439287"/>
                    <a:pt x="878362" y="439287"/>
                    <a:pt x="877421" y="439287"/>
                  </a:cubicBezTo>
                  <a:cubicBezTo>
                    <a:pt x="876709" y="439423"/>
                    <a:pt x="876709" y="439423"/>
                    <a:pt x="875982" y="439562"/>
                  </a:cubicBezTo>
                  <a:cubicBezTo>
                    <a:pt x="875737" y="440299"/>
                    <a:pt x="875491" y="441035"/>
                    <a:pt x="875238" y="441794"/>
                  </a:cubicBezTo>
                  <a:cubicBezTo>
                    <a:pt x="873936" y="442069"/>
                    <a:pt x="873936" y="442069"/>
                    <a:pt x="872261" y="442070"/>
                  </a:cubicBezTo>
                  <a:cubicBezTo>
                    <a:pt x="871663" y="442083"/>
                    <a:pt x="871064" y="442096"/>
                    <a:pt x="870448" y="442110"/>
                  </a:cubicBezTo>
                  <a:cubicBezTo>
                    <a:pt x="869176" y="442116"/>
                    <a:pt x="867905" y="442120"/>
                    <a:pt x="866634" y="442121"/>
                  </a:cubicBezTo>
                  <a:cubicBezTo>
                    <a:pt x="866035" y="442135"/>
                    <a:pt x="865437" y="442149"/>
                    <a:pt x="864820" y="442164"/>
                  </a:cubicBezTo>
                  <a:cubicBezTo>
                    <a:pt x="864267" y="442165"/>
                    <a:pt x="863715" y="442166"/>
                    <a:pt x="863146" y="442168"/>
                  </a:cubicBezTo>
                  <a:cubicBezTo>
                    <a:pt x="862716" y="442290"/>
                    <a:pt x="862286" y="442412"/>
                    <a:pt x="861843" y="442538"/>
                  </a:cubicBezTo>
                  <a:cubicBezTo>
                    <a:pt x="861670" y="443273"/>
                    <a:pt x="861670" y="443273"/>
                    <a:pt x="861493" y="444022"/>
                  </a:cubicBezTo>
                  <a:cubicBezTo>
                    <a:pt x="861363" y="444515"/>
                    <a:pt x="861233" y="445007"/>
                    <a:pt x="861099" y="445515"/>
                  </a:cubicBezTo>
                  <a:cubicBezTo>
                    <a:pt x="859649" y="445921"/>
                    <a:pt x="859649" y="445921"/>
                    <a:pt x="857771" y="445969"/>
                  </a:cubicBezTo>
                  <a:cubicBezTo>
                    <a:pt x="857102" y="445992"/>
                    <a:pt x="856433" y="446016"/>
                    <a:pt x="855744" y="446041"/>
                  </a:cubicBezTo>
                  <a:cubicBezTo>
                    <a:pt x="855040" y="446052"/>
                    <a:pt x="854336" y="446062"/>
                    <a:pt x="853611" y="446073"/>
                  </a:cubicBezTo>
                  <a:cubicBezTo>
                    <a:pt x="852552" y="446106"/>
                    <a:pt x="852552" y="446106"/>
                    <a:pt x="851471" y="446140"/>
                  </a:cubicBezTo>
                  <a:cubicBezTo>
                    <a:pt x="849719" y="446193"/>
                    <a:pt x="847968" y="446232"/>
                    <a:pt x="846216" y="446259"/>
                  </a:cubicBezTo>
                  <a:cubicBezTo>
                    <a:pt x="846216" y="446996"/>
                    <a:pt x="846216" y="447733"/>
                    <a:pt x="846216" y="448492"/>
                  </a:cubicBezTo>
                  <a:cubicBezTo>
                    <a:pt x="843362" y="449443"/>
                    <a:pt x="840860" y="449255"/>
                    <a:pt x="837874" y="449189"/>
                  </a:cubicBezTo>
                  <a:cubicBezTo>
                    <a:pt x="835815" y="449235"/>
                    <a:pt x="834043" y="449351"/>
                    <a:pt x="832078" y="449980"/>
                  </a:cubicBezTo>
                  <a:cubicBezTo>
                    <a:pt x="832078" y="450717"/>
                    <a:pt x="832078" y="451453"/>
                    <a:pt x="832078" y="452212"/>
                  </a:cubicBezTo>
                  <a:cubicBezTo>
                    <a:pt x="831653" y="452193"/>
                    <a:pt x="831229" y="452173"/>
                    <a:pt x="830792" y="452153"/>
                  </a:cubicBezTo>
                  <a:cubicBezTo>
                    <a:pt x="828880" y="452076"/>
                    <a:pt x="826968" y="452028"/>
                    <a:pt x="825055" y="451980"/>
                  </a:cubicBezTo>
                  <a:cubicBezTo>
                    <a:pt x="824387" y="451949"/>
                    <a:pt x="823719" y="451917"/>
                    <a:pt x="823030" y="451885"/>
                  </a:cubicBezTo>
                  <a:cubicBezTo>
                    <a:pt x="821262" y="451852"/>
                    <a:pt x="819667" y="451825"/>
                    <a:pt x="817939" y="452212"/>
                  </a:cubicBezTo>
                  <a:cubicBezTo>
                    <a:pt x="817672" y="453449"/>
                    <a:pt x="817424" y="454689"/>
                    <a:pt x="817195" y="455933"/>
                  </a:cubicBezTo>
                  <a:cubicBezTo>
                    <a:pt x="814995" y="456518"/>
                    <a:pt x="812762" y="456419"/>
                    <a:pt x="810498" y="456398"/>
                  </a:cubicBezTo>
                  <a:cubicBezTo>
                    <a:pt x="809257" y="456398"/>
                    <a:pt x="808017" y="456407"/>
                    <a:pt x="806777" y="456427"/>
                  </a:cubicBezTo>
                  <a:cubicBezTo>
                    <a:pt x="806225" y="456423"/>
                    <a:pt x="805672" y="456419"/>
                    <a:pt x="805103" y="456414"/>
                  </a:cubicBezTo>
                  <a:cubicBezTo>
                    <a:pt x="804673" y="456501"/>
                    <a:pt x="804243" y="456588"/>
                    <a:pt x="803800" y="456677"/>
                  </a:cubicBezTo>
                  <a:cubicBezTo>
                    <a:pt x="803555" y="457414"/>
                    <a:pt x="803309" y="458151"/>
                    <a:pt x="803056" y="458910"/>
                  </a:cubicBezTo>
                  <a:cubicBezTo>
                    <a:pt x="801041" y="459182"/>
                    <a:pt x="799172" y="459326"/>
                    <a:pt x="797150" y="459375"/>
                  </a:cubicBezTo>
                  <a:cubicBezTo>
                    <a:pt x="793288" y="459345"/>
                    <a:pt x="793288" y="459345"/>
                    <a:pt x="789662" y="460398"/>
                  </a:cubicBezTo>
                  <a:cubicBezTo>
                    <a:pt x="789416" y="461135"/>
                    <a:pt x="789171" y="461871"/>
                    <a:pt x="788918" y="462630"/>
                  </a:cubicBezTo>
                  <a:cubicBezTo>
                    <a:pt x="787467" y="462952"/>
                    <a:pt x="787467" y="462952"/>
                    <a:pt x="785589" y="463011"/>
                  </a:cubicBezTo>
                  <a:cubicBezTo>
                    <a:pt x="784920" y="463037"/>
                    <a:pt x="784251" y="463064"/>
                    <a:pt x="783562" y="463091"/>
                  </a:cubicBezTo>
                  <a:cubicBezTo>
                    <a:pt x="782506" y="463116"/>
                    <a:pt x="782506" y="463116"/>
                    <a:pt x="781430" y="463142"/>
                  </a:cubicBezTo>
                  <a:cubicBezTo>
                    <a:pt x="780370" y="463180"/>
                    <a:pt x="780370" y="463180"/>
                    <a:pt x="779289" y="463219"/>
                  </a:cubicBezTo>
                  <a:cubicBezTo>
                    <a:pt x="777538" y="463280"/>
                    <a:pt x="775787" y="463332"/>
                    <a:pt x="774035" y="463374"/>
                  </a:cubicBezTo>
                  <a:cubicBezTo>
                    <a:pt x="774035" y="464111"/>
                    <a:pt x="774035" y="464848"/>
                    <a:pt x="774035" y="465607"/>
                  </a:cubicBezTo>
                  <a:cubicBezTo>
                    <a:pt x="773371" y="465652"/>
                    <a:pt x="772707" y="465697"/>
                    <a:pt x="772023" y="465743"/>
                  </a:cubicBezTo>
                  <a:cubicBezTo>
                    <a:pt x="771152" y="465806"/>
                    <a:pt x="770281" y="465868"/>
                    <a:pt x="769384" y="465932"/>
                  </a:cubicBezTo>
                  <a:cubicBezTo>
                    <a:pt x="768521" y="465993"/>
                    <a:pt x="767657" y="466053"/>
                    <a:pt x="766768" y="466116"/>
                  </a:cubicBezTo>
                  <a:cubicBezTo>
                    <a:pt x="764011" y="466345"/>
                    <a:pt x="764011" y="466345"/>
                    <a:pt x="761384" y="467095"/>
                  </a:cubicBezTo>
                  <a:cubicBezTo>
                    <a:pt x="761139" y="467832"/>
                    <a:pt x="760893" y="468569"/>
                    <a:pt x="760640" y="469328"/>
                  </a:cubicBezTo>
                  <a:cubicBezTo>
                    <a:pt x="757933" y="469596"/>
                    <a:pt x="755298" y="469652"/>
                    <a:pt x="752581" y="469655"/>
                  </a:cubicBezTo>
                  <a:cubicBezTo>
                    <a:pt x="750673" y="469672"/>
                    <a:pt x="750673" y="469672"/>
                    <a:pt x="747990" y="470072"/>
                  </a:cubicBezTo>
                  <a:cubicBezTo>
                    <a:pt x="747744" y="470563"/>
                    <a:pt x="747499" y="471054"/>
                    <a:pt x="747246" y="471560"/>
                  </a:cubicBezTo>
                  <a:cubicBezTo>
                    <a:pt x="747000" y="472051"/>
                    <a:pt x="746755" y="472542"/>
                    <a:pt x="746502" y="473048"/>
                  </a:cubicBezTo>
                  <a:cubicBezTo>
                    <a:pt x="744304" y="473334"/>
                    <a:pt x="742329" y="473465"/>
                    <a:pt x="740130" y="473467"/>
                  </a:cubicBezTo>
                  <a:cubicBezTo>
                    <a:pt x="737998" y="473479"/>
                    <a:pt x="735981" y="473581"/>
                    <a:pt x="733851" y="473792"/>
                  </a:cubicBezTo>
                  <a:cubicBezTo>
                    <a:pt x="733606" y="474529"/>
                    <a:pt x="733360" y="475266"/>
                    <a:pt x="733107" y="476025"/>
                  </a:cubicBezTo>
                  <a:cubicBezTo>
                    <a:pt x="731793" y="476347"/>
                    <a:pt x="731793" y="476347"/>
                    <a:pt x="730104" y="476406"/>
                  </a:cubicBezTo>
                  <a:cubicBezTo>
                    <a:pt x="729502" y="476432"/>
                    <a:pt x="728901" y="476458"/>
                    <a:pt x="728280" y="476486"/>
                  </a:cubicBezTo>
                  <a:cubicBezTo>
                    <a:pt x="727648" y="476502"/>
                    <a:pt x="727015" y="476519"/>
                    <a:pt x="726363" y="476536"/>
                  </a:cubicBezTo>
                  <a:cubicBezTo>
                    <a:pt x="725410" y="476575"/>
                    <a:pt x="725410" y="476575"/>
                    <a:pt x="724438" y="476613"/>
                  </a:cubicBezTo>
                  <a:cubicBezTo>
                    <a:pt x="722863" y="476675"/>
                    <a:pt x="721288" y="476723"/>
                    <a:pt x="719713" y="476769"/>
                  </a:cubicBezTo>
                  <a:cubicBezTo>
                    <a:pt x="719713" y="477751"/>
                    <a:pt x="719713" y="478733"/>
                    <a:pt x="719713" y="479746"/>
                  </a:cubicBezTo>
                  <a:cubicBezTo>
                    <a:pt x="718808" y="479773"/>
                    <a:pt x="717903" y="479801"/>
                    <a:pt x="716971" y="479830"/>
                  </a:cubicBezTo>
                  <a:cubicBezTo>
                    <a:pt x="715792" y="479879"/>
                    <a:pt x="714613" y="479928"/>
                    <a:pt x="713434" y="479978"/>
                  </a:cubicBezTo>
                  <a:cubicBezTo>
                    <a:pt x="712538" y="480003"/>
                    <a:pt x="712538" y="480003"/>
                    <a:pt x="711624" y="480029"/>
                  </a:cubicBezTo>
                  <a:cubicBezTo>
                    <a:pt x="709710" y="480093"/>
                    <a:pt x="709710" y="480093"/>
                    <a:pt x="707062" y="480490"/>
                  </a:cubicBezTo>
                  <a:cubicBezTo>
                    <a:pt x="706817" y="481226"/>
                    <a:pt x="706571" y="481963"/>
                    <a:pt x="706318" y="482722"/>
                  </a:cubicBezTo>
                  <a:cubicBezTo>
                    <a:pt x="704148" y="483013"/>
                    <a:pt x="702124" y="483172"/>
                    <a:pt x="699946" y="483234"/>
                  </a:cubicBezTo>
                  <a:cubicBezTo>
                    <a:pt x="699346" y="483259"/>
                    <a:pt x="698746" y="483284"/>
                    <a:pt x="698128" y="483311"/>
                  </a:cubicBezTo>
                  <a:cubicBezTo>
                    <a:pt x="696642" y="483372"/>
                    <a:pt x="695155" y="483420"/>
                    <a:pt x="693668" y="483466"/>
                  </a:cubicBezTo>
                  <a:cubicBezTo>
                    <a:pt x="693668" y="484448"/>
                    <a:pt x="693668" y="485431"/>
                    <a:pt x="693668" y="486443"/>
                  </a:cubicBezTo>
                  <a:cubicBezTo>
                    <a:pt x="692763" y="486462"/>
                    <a:pt x="691859" y="486481"/>
                    <a:pt x="690927" y="486501"/>
                  </a:cubicBezTo>
                  <a:cubicBezTo>
                    <a:pt x="689747" y="486543"/>
                    <a:pt x="688568" y="486585"/>
                    <a:pt x="687389" y="486629"/>
                  </a:cubicBezTo>
                  <a:cubicBezTo>
                    <a:pt x="686792" y="486639"/>
                    <a:pt x="686195" y="486650"/>
                    <a:pt x="685579" y="486661"/>
                  </a:cubicBezTo>
                  <a:cubicBezTo>
                    <a:pt x="683662" y="486708"/>
                    <a:pt x="683662" y="486708"/>
                    <a:pt x="681017" y="487187"/>
                  </a:cubicBezTo>
                  <a:cubicBezTo>
                    <a:pt x="680756" y="488176"/>
                    <a:pt x="680508" y="489168"/>
                    <a:pt x="680273" y="490163"/>
                  </a:cubicBezTo>
                  <a:cubicBezTo>
                    <a:pt x="678326" y="490373"/>
                    <a:pt x="676674" y="490408"/>
                    <a:pt x="674739" y="490303"/>
                  </a:cubicBezTo>
                  <a:cubicBezTo>
                    <a:pt x="671075" y="489990"/>
                    <a:pt x="671075" y="489990"/>
                    <a:pt x="667623" y="490908"/>
                  </a:cubicBezTo>
                  <a:cubicBezTo>
                    <a:pt x="667377" y="491644"/>
                    <a:pt x="667132" y="492381"/>
                    <a:pt x="666879" y="493140"/>
                  </a:cubicBezTo>
                  <a:cubicBezTo>
                    <a:pt x="664985" y="493413"/>
                    <a:pt x="663246" y="493556"/>
                    <a:pt x="661344" y="493605"/>
                  </a:cubicBezTo>
                  <a:cubicBezTo>
                    <a:pt x="657674" y="493600"/>
                    <a:pt x="657674" y="493600"/>
                    <a:pt x="654228" y="494628"/>
                  </a:cubicBezTo>
                  <a:cubicBezTo>
                    <a:pt x="654228" y="495365"/>
                    <a:pt x="654228" y="496102"/>
                    <a:pt x="654228" y="496861"/>
                  </a:cubicBezTo>
                  <a:cubicBezTo>
                    <a:pt x="653377" y="496889"/>
                    <a:pt x="652527" y="496916"/>
                    <a:pt x="651650" y="496945"/>
                  </a:cubicBezTo>
                  <a:cubicBezTo>
                    <a:pt x="650540" y="496994"/>
                    <a:pt x="649431" y="497043"/>
                    <a:pt x="648322" y="497093"/>
                  </a:cubicBezTo>
                  <a:cubicBezTo>
                    <a:pt x="647479" y="497118"/>
                    <a:pt x="647479" y="497118"/>
                    <a:pt x="646620" y="497144"/>
                  </a:cubicBezTo>
                  <a:cubicBezTo>
                    <a:pt x="644817" y="497208"/>
                    <a:pt x="644817" y="497208"/>
                    <a:pt x="642322" y="497605"/>
                  </a:cubicBezTo>
                  <a:cubicBezTo>
                    <a:pt x="642076" y="498342"/>
                    <a:pt x="641831" y="499078"/>
                    <a:pt x="641578" y="499837"/>
                  </a:cubicBezTo>
                  <a:cubicBezTo>
                    <a:pt x="639007" y="500105"/>
                    <a:pt x="636514" y="500162"/>
                    <a:pt x="633933" y="500164"/>
                  </a:cubicBezTo>
                  <a:cubicBezTo>
                    <a:pt x="632142" y="500181"/>
                    <a:pt x="632142" y="500181"/>
                    <a:pt x="629672" y="500581"/>
                  </a:cubicBezTo>
                  <a:cubicBezTo>
                    <a:pt x="629422" y="501573"/>
                    <a:pt x="629174" y="502565"/>
                    <a:pt x="628927" y="503558"/>
                  </a:cubicBezTo>
                  <a:cubicBezTo>
                    <a:pt x="626357" y="503900"/>
                    <a:pt x="623933" y="503935"/>
                    <a:pt x="621348" y="503921"/>
                  </a:cubicBezTo>
                  <a:cubicBezTo>
                    <a:pt x="619552" y="503929"/>
                    <a:pt x="619552" y="503929"/>
                    <a:pt x="617021" y="504302"/>
                  </a:cubicBezTo>
                  <a:cubicBezTo>
                    <a:pt x="616491" y="505277"/>
                    <a:pt x="615993" y="506269"/>
                    <a:pt x="615533" y="507279"/>
                  </a:cubicBezTo>
                  <a:cubicBezTo>
                    <a:pt x="613324" y="507543"/>
                    <a:pt x="613324" y="507543"/>
                    <a:pt x="610696" y="507418"/>
                  </a:cubicBezTo>
                  <a:cubicBezTo>
                    <a:pt x="607415" y="507138"/>
                    <a:pt x="607415" y="507138"/>
                    <a:pt x="604371" y="508023"/>
                  </a:cubicBezTo>
                  <a:cubicBezTo>
                    <a:pt x="604125" y="508760"/>
                    <a:pt x="603880" y="509496"/>
                    <a:pt x="603627" y="510255"/>
                  </a:cubicBezTo>
                  <a:cubicBezTo>
                    <a:pt x="601214" y="510523"/>
                    <a:pt x="598884" y="510580"/>
                    <a:pt x="596461" y="510582"/>
                  </a:cubicBezTo>
                  <a:cubicBezTo>
                    <a:pt x="594782" y="510599"/>
                    <a:pt x="594782" y="510599"/>
                    <a:pt x="592465" y="510999"/>
                  </a:cubicBezTo>
                  <a:cubicBezTo>
                    <a:pt x="592349" y="511491"/>
                    <a:pt x="592234" y="511982"/>
                    <a:pt x="592116" y="512488"/>
                  </a:cubicBezTo>
                  <a:cubicBezTo>
                    <a:pt x="591985" y="512979"/>
                    <a:pt x="591855" y="513470"/>
                    <a:pt x="591720" y="513976"/>
                  </a:cubicBezTo>
                  <a:cubicBezTo>
                    <a:pt x="589658" y="514268"/>
                    <a:pt x="587833" y="514393"/>
                    <a:pt x="585767" y="514395"/>
                  </a:cubicBezTo>
                  <a:cubicBezTo>
                    <a:pt x="583742" y="514407"/>
                    <a:pt x="581837" y="514509"/>
                    <a:pt x="579814" y="514720"/>
                  </a:cubicBezTo>
                  <a:cubicBezTo>
                    <a:pt x="579569" y="515457"/>
                    <a:pt x="579323" y="516193"/>
                    <a:pt x="579070" y="516953"/>
                  </a:cubicBezTo>
                  <a:cubicBezTo>
                    <a:pt x="577143" y="517244"/>
                    <a:pt x="575378" y="517402"/>
                    <a:pt x="573442" y="517464"/>
                  </a:cubicBezTo>
                  <a:cubicBezTo>
                    <a:pt x="572649" y="517502"/>
                    <a:pt x="572649" y="517502"/>
                    <a:pt x="571839" y="517541"/>
                  </a:cubicBezTo>
                  <a:cubicBezTo>
                    <a:pt x="570529" y="517603"/>
                    <a:pt x="569219" y="517651"/>
                    <a:pt x="567908" y="517697"/>
                  </a:cubicBezTo>
                  <a:cubicBezTo>
                    <a:pt x="567908" y="518679"/>
                    <a:pt x="567908" y="519661"/>
                    <a:pt x="567908" y="520673"/>
                  </a:cubicBezTo>
                  <a:cubicBezTo>
                    <a:pt x="567057" y="520701"/>
                    <a:pt x="566206" y="520729"/>
                    <a:pt x="565330" y="520758"/>
                  </a:cubicBezTo>
                  <a:cubicBezTo>
                    <a:pt x="564220" y="520806"/>
                    <a:pt x="563111" y="520856"/>
                    <a:pt x="562001" y="520906"/>
                  </a:cubicBezTo>
                  <a:cubicBezTo>
                    <a:pt x="561159" y="520931"/>
                    <a:pt x="561159" y="520931"/>
                    <a:pt x="560299" y="520957"/>
                  </a:cubicBezTo>
                  <a:cubicBezTo>
                    <a:pt x="558496" y="521021"/>
                    <a:pt x="558496" y="521021"/>
                    <a:pt x="556002" y="521417"/>
                  </a:cubicBezTo>
                  <a:cubicBezTo>
                    <a:pt x="555756" y="522154"/>
                    <a:pt x="555511" y="522891"/>
                    <a:pt x="555258" y="523650"/>
                  </a:cubicBezTo>
                  <a:cubicBezTo>
                    <a:pt x="553111" y="524723"/>
                    <a:pt x="551226" y="524464"/>
                    <a:pt x="548839" y="524440"/>
                  </a:cubicBezTo>
                  <a:cubicBezTo>
                    <a:pt x="547955" y="524434"/>
                    <a:pt x="547070" y="524427"/>
                    <a:pt x="546159" y="524420"/>
                  </a:cubicBezTo>
                  <a:cubicBezTo>
                    <a:pt x="545478" y="524411"/>
                    <a:pt x="544797" y="524403"/>
                    <a:pt x="544095" y="524394"/>
                  </a:cubicBezTo>
                  <a:cubicBezTo>
                    <a:pt x="544095" y="525376"/>
                    <a:pt x="544095" y="526358"/>
                    <a:pt x="544095" y="527371"/>
                  </a:cubicBezTo>
                  <a:cubicBezTo>
                    <a:pt x="540166" y="527616"/>
                    <a:pt x="536237" y="527862"/>
                    <a:pt x="532189" y="528115"/>
                  </a:cubicBezTo>
                  <a:cubicBezTo>
                    <a:pt x="532189" y="529097"/>
                    <a:pt x="532189" y="530079"/>
                    <a:pt x="532189" y="531091"/>
                  </a:cubicBezTo>
                  <a:cubicBezTo>
                    <a:pt x="531392" y="531119"/>
                    <a:pt x="530595" y="531147"/>
                    <a:pt x="529774" y="531176"/>
                  </a:cubicBezTo>
                  <a:cubicBezTo>
                    <a:pt x="528734" y="531224"/>
                    <a:pt x="527694" y="531274"/>
                    <a:pt x="526655" y="531324"/>
                  </a:cubicBezTo>
                  <a:cubicBezTo>
                    <a:pt x="525865" y="531349"/>
                    <a:pt x="525865" y="531349"/>
                    <a:pt x="525060" y="531375"/>
                  </a:cubicBezTo>
                  <a:cubicBezTo>
                    <a:pt x="523369" y="531439"/>
                    <a:pt x="523369" y="531439"/>
                    <a:pt x="521027" y="531835"/>
                  </a:cubicBezTo>
                  <a:cubicBezTo>
                    <a:pt x="520781" y="532572"/>
                    <a:pt x="520536" y="533309"/>
                    <a:pt x="520283" y="534068"/>
                  </a:cubicBezTo>
                  <a:cubicBezTo>
                    <a:pt x="517602" y="534390"/>
                    <a:pt x="514962" y="534396"/>
                    <a:pt x="512263" y="534437"/>
                  </a:cubicBezTo>
                  <a:cubicBezTo>
                    <a:pt x="511472" y="534561"/>
                    <a:pt x="510680" y="534684"/>
                    <a:pt x="509865" y="534812"/>
                  </a:cubicBezTo>
                  <a:cubicBezTo>
                    <a:pt x="509619" y="535303"/>
                    <a:pt x="509374" y="535794"/>
                    <a:pt x="509121" y="536300"/>
                  </a:cubicBezTo>
                  <a:cubicBezTo>
                    <a:pt x="508875" y="536791"/>
                    <a:pt x="508630" y="537282"/>
                    <a:pt x="508377" y="537788"/>
                  </a:cubicBezTo>
                  <a:cubicBezTo>
                    <a:pt x="505979" y="538163"/>
                    <a:pt x="505979" y="538163"/>
                    <a:pt x="503121" y="538207"/>
                  </a:cubicBezTo>
                  <a:cubicBezTo>
                    <a:pt x="500346" y="538206"/>
                    <a:pt x="500346" y="538206"/>
                    <a:pt x="497959" y="538533"/>
                  </a:cubicBezTo>
                  <a:cubicBezTo>
                    <a:pt x="497713" y="539269"/>
                    <a:pt x="497468" y="540006"/>
                    <a:pt x="497215" y="540765"/>
                  </a:cubicBezTo>
                  <a:cubicBezTo>
                    <a:pt x="495267" y="541120"/>
                    <a:pt x="495267" y="541120"/>
                    <a:pt x="492843" y="541230"/>
                  </a:cubicBezTo>
                  <a:cubicBezTo>
                    <a:pt x="490357" y="541356"/>
                    <a:pt x="488420" y="541464"/>
                    <a:pt x="486052" y="542253"/>
                  </a:cubicBezTo>
                  <a:cubicBezTo>
                    <a:pt x="486052" y="542990"/>
                    <a:pt x="486052" y="543727"/>
                    <a:pt x="486052" y="544486"/>
                  </a:cubicBezTo>
                  <a:cubicBezTo>
                    <a:pt x="482369" y="544731"/>
                    <a:pt x="478685" y="544977"/>
                    <a:pt x="474890" y="545230"/>
                  </a:cubicBezTo>
                  <a:cubicBezTo>
                    <a:pt x="474890" y="546212"/>
                    <a:pt x="474890" y="547194"/>
                    <a:pt x="474890" y="548206"/>
                  </a:cubicBezTo>
                  <a:cubicBezTo>
                    <a:pt x="474147" y="548234"/>
                    <a:pt x="473403" y="548262"/>
                    <a:pt x="472638" y="548291"/>
                  </a:cubicBezTo>
                  <a:cubicBezTo>
                    <a:pt x="471677" y="548340"/>
                    <a:pt x="470717" y="548389"/>
                    <a:pt x="469728" y="548439"/>
                  </a:cubicBezTo>
                  <a:cubicBezTo>
                    <a:pt x="468290" y="548504"/>
                    <a:pt x="468290" y="548504"/>
                    <a:pt x="466824" y="548570"/>
                  </a:cubicBezTo>
                  <a:cubicBezTo>
                    <a:pt x="466048" y="548695"/>
                    <a:pt x="465272" y="548821"/>
                    <a:pt x="464472" y="548951"/>
                  </a:cubicBezTo>
                  <a:cubicBezTo>
                    <a:pt x="464227" y="549687"/>
                    <a:pt x="463981" y="550424"/>
                    <a:pt x="463728" y="551183"/>
                  </a:cubicBezTo>
                  <a:cubicBezTo>
                    <a:pt x="461754" y="551538"/>
                    <a:pt x="461754" y="551538"/>
                    <a:pt x="459310" y="551648"/>
                  </a:cubicBezTo>
                  <a:cubicBezTo>
                    <a:pt x="456195" y="551713"/>
                    <a:pt x="456195" y="551713"/>
                    <a:pt x="453310" y="552671"/>
                  </a:cubicBezTo>
                  <a:cubicBezTo>
                    <a:pt x="453310" y="553408"/>
                    <a:pt x="453310" y="554145"/>
                    <a:pt x="453310" y="554904"/>
                  </a:cubicBezTo>
                  <a:cubicBezTo>
                    <a:pt x="452567" y="554932"/>
                    <a:pt x="451823" y="554959"/>
                    <a:pt x="451057" y="554988"/>
                  </a:cubicBezTo>
                  <a:cubicBezTo>
                    <a:pt x="450097" y="555037"/>
                    <a:pt x="449137" y="555086"/>
                    <a:pt x="448148" y="555136"/>
                  </a:cubicBezTo>
                  <a:cubicBezTo>
                    <a:pt x="446710" y="555201"/>
                    <a:pt x="446710" y="555201"/>
                    <a:pt x="445244" y="555267"/>
                  </a:cubicBezTo>
                  <a:cubicBezTo>
                    <a:pt x="444468" y="555393"/>
                    <a:pt x="443692" y="555518"/>
                    <a:pt x="442892" y="555648"/>
                  </a:cubicBezTo>
                  <a:cubicBezTo>
                    <a:pt x="442647" y="556385"/>
                    <a:pt x="442401" y="557121"/>
                    <a:pt x="442148" y="557880"/>
                  </a:cubicBezTo>
                  <a:cubicBezTo>
                    <a:pt x="440174" y="558235"/>
                    <a:pt x="440174" y="558235"/>
                    <a:pt x="437730" y="558345"/>
                  </a:cubicBezTo>
                  <a:cubicBezTo>
                    <a:pt x="434615" y="558411"/>
                    <a:pt x="434615" y="558411"/>
                    <a:pt x="431730" y="559369"/>
                  </a:cubicBezTo>
                  <a:cubicBezTo>
                    <a:pt x="431485" y="560105"/>
                    <a:pt x="431239" y="560842"/>
                    <a:pt x="430986" y="561601"/>
                  </a:cubicBezTo>
                  <a:cubicBezTo>
                    <a:pt x="428498" y="561923"/>
                    <a:pt x="426055" y="561929"/>
                    <a:pt x="423548" y="561970"/>
                  </a:cubicBezTo>
                  <a:cubicBezTo>
                    <a:pt x="422810" y="562094"/>
                    <a:pt x="422072" y="562218"/>
                    <a:pt x="421312" y="562345"/>
                  </a:cubicBezTo>
                  <a:cubicBezTo>
                    <a:pt x="421075" y="562841"/>
                    <a:pt x="420838" y="563337"/>
                    <a:pt x="420594" y="563848"/>
                  </a:cubicBezTo>
                  <a:cubicBezTo>
                    <a:pt x="420340" y="564334"/>
                    <a:pt x="420086" y="564821"/>
                    <a:pt x="419824" y="565322"/>
                  </a:cubicBezTo>
                  <a:cubicBezTo>
                    <a:pt x="417400" y="565612"/>
                    <a:pt x="417400" y="565612"/>
                    <a:pt x="414522" y="565508"/>
                  </a:cubicBezTo>
                  <a:cubicBezTo>
                    <a:pt x="413568" y="565481"/>
                    <a:pt x="412615" y="565454"/>
                    <a:pt x="411633" y="565426"/>
                  </a:cubicBezTo>
                  <a:cubicBezTo>
                    <a:pt x="410530" y="565375"/>
                    <a:pt x="410530" y="565375"/>
                    <a:pt x="409406" y="565322"/>
                  </a:cubicBezTo>
                  <a:cubicBezTo>
                    <a:pt x="409406" y="566304"/>
                    <a:pt x="409406" y="567286"/>
                    <a:pt x="409406" y="568298"/>
                  </a:cubicBezTo>
                  <a:cubicBezTo>
                    <a:pt x="408716" y="568317"/>
                    <a:pt x="408027" y="568337"/>
                    <a:pt x="407316" y="568356"/>
                  </a:cubicBezTo>
                  <a:cubicBezTo>
                    <a:pt x="406425" y="568399"/>
                    <a:pt x="405534" y="568441"/>
                    <a:pt x="404616" y="568484"/>
                  </a:cubicBezTo>
                  <a:cubicBezTo>
                    <a:pt x="403726" y="568519"/>
                    <a:pt x="402837" y="568553"/>
                    <a:pt x="401921" y="568589"/>
                  </a:cubicBezTo>
                  <a:cubicBezTo>
                    <a:pt x="401199" y="568739"/>
                    <a:pt x="400476" y="568888"/>
                    <a:pt x="399732" y="569042"/>
                  </a:cubicBezTo>
                  <a:cubicBezTo>
                    <a:pt x="399559" y="569791"/>
                    <a:pt x="399559" y="569791"/>
                    <a:pt x="399383" y="570554"/>
                  </a:cubicBezTo>
                  <a:cubicBezTo>
                    <a:pt x="399188" y="571279"/>
                    <a:pt x="399188" y="571279"/>
                    <a:pt x="398988" y="572019"/>
                  </a:cubicBezTo>
                  <a:cubicBezTo>
                    <a:pt x="396636" y="572310"/>
                    <a:pt x="396636" y="572310"/>
                    <a:pt x="393732" y="572205"/>
                  </a:cubicBezTo>
                  <a:cubicBezTo>
                    <a:pt x="392772" y="572178"/>
                    <a:pt x="391812" y="572151"/>
                    <a:pt x="390823" y="572124"/>
                  </a:cubicBezTo>
                  <a:cubicBezTo>
                    <a:pt x="389708" y="572072"/>
                    <a:pt x="389708" y="572072"/>
                    <a:pt x="388570" y="572019"/>
                  </a:cubicBezTo>
                  <a:cubicBezTo>
                    <a:pt x="388570" y="573001"/>
                    <a:pt x="388570" y="573983"/>
                    <a:pt x="388570" y="574996"/>
                  </a:cubicBezTo>
                  <a:cubicBezTo>
                    <a:pt x="385132" y="575241"/>
                    <a:pt x="381694" y="575487"/>
                    <a:pt x="378152" y="575740"/>
                  </a:cubicBezTo>
                  <a:cubicBezTo>
                    <a:pt x="378152" y="576722"/>
                    <a:pt x="378152" y="577704"/>
                    <a:pt x="378152" y="578716"/>
                  </a:cubicBezTo>
                  <a:cubicBezTo>
                    <a:pt x="374469" y="578962"/>
                    <a:pt x="370785" y="579207"/>
                    <a:pt x="366990" y="579460"/>
                  </a:cubicBezTo>
                  <a:cubicBezTo>
                    <a:pt x="366990" y="580443"/>
                    <a:pt x="366990" y="581425"/>
                    <a:pt x="366990" y="582437"/>
                  </a:cubicBezTo>
                  <a:cubicBezTo>
                    <a:pt x="366354" y="582465"/>
                    <a:pt x="365718" y="582493"/>
                    <a:pt x="365063" y="582521"/>
                  </a:cubicBezTo>
                  <a:cubicBezTo>
                    <a:pt x="364241" y="582570"/>
                    <a:pt x="363419" y="582619"/>
                    <a:pt x="362572" y="582669"/>
                  </a:cubicBezTo>
                  <a:cubicBezTo>
                    <a:pt x="361751" y="582713"/>
                    <a:pt x="360931" y="582756"/>
                    <a:pt x="360086" y="582800"/>
                  </a:cubicBezTo>
                  <a:cubicBezTo>
                    <a:pt x="359418" y="582926"/>
                    <a:pt x="358749" y="583052"/>
                    <a:pt x="358060" y="583181"/>
                  </a:cubicBezTo>
                  <a:cubicBezTo>
                    <a:pt x="357815" y="583918"/>
                    <a:pt x="357569" y="584654"/>
                    <a:pt x="357316" y="585413"/>
                  </a:cubicBezTo>
                  <a:cubicBezTo>
                    <a:pt x="355389" y="585705"/>
                    <a:pt x="353624" y="585863"/>
                    <a:pt x="351689" y="585925"/>
                  </a:cubicBezTo>
                  <a:cubicBezTo>
                    <a:pt x="350895" y="585963"/>
                    <a:pt x="350895" y="585963"/>
                    <a:pt x="350085" y="586002"/>
                  </a:cubicBezTo>
                  <a:cubicBezTo>
                    <a:pt x="348775" y="586064"/>
                    <a:pt x="347465" y="586112"/>
                    <a:pt x="346154" y="586158"/>
                  </a:cubicBezTo>
                  <a:cubicBezTo>
                    <a:pt x="346154" y="587140"/>
                    <a:pt x="346154" y="588122"/>
                    <a:pt x="346154" y="589134"/>
                  </a:cubicBezTo>
                  <a:cubicBezTo>
                    <a:pt x="342470" y="589380"/>
                    <a:pt x="338787" y="589625"/>
                    <a:pt x="334992" y="589878"/>
                  </a:cubicBezTo>
                  <a:cubicBezTo>
                    <a:pt x="334992" y="590615"/>
                    <a:pt x="334992" y="591352"/>
                    <a:pt x="334992" y="592111"/>
                  </a:cubicBezTo>
                  <a:cubicBezTo>
                    <a:pt x="331554" y="592356"/>
                    <a:pt x="328116" y="592602"/>
                    <a:pt x="324574" y="592855"/>
                  </a:cubicBezTo>
                  <a:cubicBezTo>
                    <a:pt x="324574" y="593837"/>
                    <a:pt x="324574" y="594819"/>
                    <a:pt x="324574" y="595831"/>
                  </a:cubicBezTo>
                  <a:cubicBezTo>
                    <a:pt x="323777" y="595851"/>
                    <a:pt x="322980" y="595870"/>
                    <a:pt x="322158" y="595890"/>
                  </a:cubicBezTo>
                  <a:cubicBezTo>
                    <a:pt x="321119" y="595931"/>
                    <a:pt x="320079" y="595974"/>
                    <a:pt x="319039" y="596017"/>
                  </a:cubicBezTo>
                  <a:cubicBezTo>
                    <a:pt x="318513" y="596028"/>
                    <a:pt x="317987" y="596039"/>
                    <a:pt x="317445" y="596049"/>
                  </a:cubicBezTo>
                  <a:cubicBezTo>
                    <a:pt x="315750" y="596098"/>
                    <a:pt x="315750" y="596098"/>
                    <a:pt x="313412" y="596576"/>
                  </a:cubicBezTo>
                  <a:cubicBezTo>
                    <a:pt x="312882" y="598063"/>
                    <a:pt x="312882" y="598063"/>
                    <a:pt x="312668" y="599552"/>
                  </a:cubicBezTo>
                  <a:cubicBezTo>
                    <a:pt x="311046" y="599817"/>
                    <a:pt x="311046" y="599817"/>
                    <a:pt x="309040" y="599692"/>
                  </a:cubicBezTo>
                  <a:cubicBezTo>
                    <a:pt x="306654" y="599563"/>
                    <a:pt x="305292" y="599530"/>
                    <a:pt x="302994" y="600296"/>
                  </a:cubicBezTo>
                  <a:cubicBezTo>
                    <a:pt x="302994" y="601033"/>
                    <a:pt x="302994" y="601770"/>
                    <a:pt x="302994" y="602529"/>
                  </a:cubicBezTo>
                  <a:cubicBezTo>
                    <a:pt x="302197" y="602548"/>
                    <a:pt x="301400" y="602567"/>
                    <a:pt x="300578" y="602587"/>
                  </a:cubicBezTo>
                  <a:cubicBezTo>
                    <a:pt x="299539" y="602629"/>
                    <a:pt x="298499" y="602671"/>
                    <a:pt x="297459" y="602715"/>
                  </a:cubicBezTo>
                  <a:cubicBezTo>
                    <a:pt x="296933" y="602725"/>
                    <a:pt x="296407" y="602736"/>
                    <a:pt x="295865" y="602747"/>
                  </a:cubicBezTo>
                  <a:cubicBezTo>
                    <a:pt x="294170" y="602795"/>
                    <a:pt x="294170" y="602795"/>
                    <a:pt x="291832" y="603273"/>
                  </a:cubicBezTo>
                  <a:cubicBezTo>
                    <a:pt x="291717" y="603772"/>
                    <a:pt x="291601" y="604270"/>
                    <a:pt x="291483" y="604784"/>
                  </a:cubicBezTo>
                  <a:cubicBezTo>
                    <a:pt x="291352" y="605268"/>
                    <a:pt x="291222" y="605751"/>
                    <a:pt x="291088" y="606249"/>
                  </a:cubicBezTo>
                  <a:cubicBezTo>
                    <a:pt x="288988" y="606477"/>
                    <a:pt x="287178" y="606528"/>
                    <a:pt x="285088" y="606435"/>
                  </a:cubicBezTo>
                  <a:cubicBezTo>
                    <a:pt x="284523" y="606422"/>
                    <a:pt x="283959" y="606409"/>
                    <a:pt x="283377" y="606395"/>
                  </a:cubicBezTo>
                  <a:cubicBezTo>
                    <a:pt x="281978" y="606360"/>
                    <a:pt x="280580" y="606306"/>
                    <a:pt x="279181" y="606249"/>
                  </a:cubicBezTo>
                  <a:cubicBezTo>
                    <a:pt x="279181" y="607232"/>
                    <a:pt x="279181" y="608214"/>
                    <a:pt x="279181" y="609226"/>
                  </a:cubicBezTo>
                  <a:cubicBezTo>
                    <a:pt x="278438" y="609245"/>
                    <a:pt x="277694" y="609264"/>
                    <a:pt x="276929" y="609284"/>
                  </a:cubicBezTo>
                  <a:cubicBezTo>
                    <a:pt x="275968" y="609326"/>
                    <a:pt x="275008" y="609369"/>
                    <a:pt x="274019" y="609412"/>
                  </a:cubicBezTo>
                  <a:cubicBezTo>
                    <a:pt x="273061" y="609447"/>
                    <a:pt x="272102" y="609481"/>
                    <a:pt x="271115" y="609517"/>
                  </a:cubicBezTo>
                  <a:cubicBezTo>
                    <a:pt x="270339" y="609666"/>
                    <a:pt x="269563" y="609816"/>
                    <a:pt x="268763" y="609970"/>
                  </a:cubicBezTo>
                  <a:cubicBezTo>
                    <a:pt x="268647" y="610464"/>
                    <a:pt x="268531" y="610958"/>
                    <a:pt x="268412" y="611467"/>
                  </a:cubicBezTo>
                  <a:cubicBezTo>
                    <a:pt x="268217" y="612199"/>
                    <a:pt x="268217" y="612199"/>
                    <a:pt x="268019" y="612947"/>
                  </a:cubicBezTo>
                  <a:cubicBezTo>
                    <a:pt x="266077" y="613239"/>
                    <a:pt x="264385" y="613363"/>
                    <a:pt x="262438" y="613365"/>
                  </a:cubicBezTo>
                  <a:cubicBezTo>
                    <a:pt x="260534" y="613377"/>
                    <a:pt x="258758" y="613480"/>
                    <a:pt x="256857" y="613691"/>
                  </a:cubicBezTo>
                  <a:cubicBezTo>
                    <a:pt x="256612" y="614428"/>
                    <a:pt x="256366" y="615164"/>
                    <a:pt x="256113" y="615923"/>
                  </a:cubicBezTo>
                  <a:cubicBezTo>
                    <a:pt x="254218" y="616304"/>
                    <a:pt x="254218" y="616304"/>
                    <a:pt x="251834" y="616435"/>
                  </a:cubicBezTo>
                  <a:cubicBezTo>
                    <a:pt x="251055" y="616484"/>
                    <a:pt x="250276" y="616533"/>
                    <a:pt x="249474" y="616583"/>
                  </a:cubicBezTo>
                  <a:cubicBezTo>
                    <a:pt x="247467" y="616657"/>
                    <a:pt x="245470" y="616686"/>
                    <a:pt x="243463" y="616667"/>
                  </a:cubicBezTo>
                  <a:cubicBezTo>
                    <a:pt x="243463" y="617650"/>
                    <a:pt x="243463" y="618632"/>
                    <a:pt x="243463" y="619644"/>
                  </a:cubicBezTo>
                  <a:cubicBezTo>
                    <a:pt x="239533" y="619890"/>
                    <a:pt x="235604" y="620135"/>
                    <a:pt x="231556" y="620388"/>
                  </a:cubicBezTo>
                  <a:cubicBezTo>
                    <a:pt x="231556" y="621370"/>
                    <a:pt x="231556" y="622353"/>
                    <a:pt x="231556" y="623365"/>
                  </a:cubicBezTo>
                  <a:cubicBezTo>
                    <a:pt x="230705" y="623392"/>
                    <a:pt x="229855" y="623420"/>
                    <a:pt x="228978" y="623449"/>
                  </a:cubicBezTo>
                  <a:cubicBezTo>
                    <a:pt x="227869" y="623498"/>
                    <a:pt x="226759" y="623547"/>
                    <a:pt x="225650" y="623597"/>
                  </a:cubicBezTo>
                  <a:cubicBezTo>
                    <a:pt x="224807" y="623622"/>
                    <a:pt x="224807" y="623622"/>
                    <a:pt x="223948" y="623648"/>
                  </a:cubicBezTo>
                  <a:cubicBezTo>
                    <a:pt x="222145" y="623712"/>
                    <a:pt x="222145" y="623712"/>
                    <a:pt x="219650" y="624109"/>
                  </a:cubicBezTo>
                  <a:cubicBezTo>
                    <a:pt x="219404" y="624845"/>
                    <a:pt x="219159" y="625582"/>
                    <a:pt x="218906" y="626341"/>
                  </a:cubicBezTo>
                  <a:cubicBezTo>
                    <a:pt x="217012" y="626614"/>
                    <a:pt x="215273" y="626757"/>
                    <a:pt x="213371" y="626806"/>
                  </a:cubicBezTo>
                  <a:cubicBezTo>
                    <a:pt x="209701" y="626801"/>
                    <a:pt x="209701" y="626801"/>
                    <a:pt x="206256" y="627829"/>
                  </a:cubicBezTo>
                  <a:cubicBezTo>
                    <a:pt x="206256" y="628566"/>
                    <a:pt x="206256" y="629303"/>
                    <a:pt x="206256" y="630062"/>
                  </a:cubicBezTo>
                  <a:cubicBezTo>
                    <a:pt x="204992" y="630104"/>
                    <a:pt x="204992" y="630104"/>
                    <a:pt x="203703" y="630146"/>
                  </a:cubicBezTo>
                  <a:cubicBezTo>
                    <a:pt x="202601" y="630195"/>
                    <a:pt x="201498" y="630244"/>
                    <a:pt x="200395" y="630294"/>
                  </a:cubicBezTo>
                  <a:cubicBezTo>
                    <a:pt x="199840" y="630311"/>
                    <a:pt x="199285" y="630328"/>
                    <a:pt x="198712" y="630345"/>
                  </a:cubicBezTo>
                  <a:cubicBezTo>
                    <a:pt x="197252" y="630418"/>
                    <a:pt x="195798" y="630605"/>
                    <a:pt x="194349" y="630806"/>
                  </a:cubicBezTo>
                  <a:cubicBezTo>
                    <a:pt x="193858" y="631543"/>
                    <a:pt x="193367" y="632279"/>
                    <a:pt x="192861" y="633038"/>
                  </a:cubicBezTo>
                  <a:cubicBezTo>
                    <a:pt x="190457" y="633300"/>
                    <a:pt x="188138" y="633363"/>
                    <a:pt x="185725" y="633365"/>
                  </a:cubicBezTo>
                  <a:cubicBezTo>
                    <a:pt x="184053" y="633383"/>
                    <a:pt x="184053" y="633383"/>
                    <a:pt x="181699" y="633783"/>
                  </a:cubicBezTo>
                  <a:cubicBezTo>
                    <a:pt x="181464" y="634274"/>
                    <a:pt x="181229" y="634766"/>
                    <a:pt x="180987" y="635273"/>
                  </a:cubicBezTo>
                  <a:cubicBezTo>
                    <a:pt x="180731" y="635763"/>
                    <a:pt x="180475" y="636254"/>
                    <a:pt x="180211" y="636759"/>
                  </a:cubicBezTo>
                  <a:cubicBezTo>
                    <a:pt x="178824" y="637118"/>
                    <a:pt x="178824" y="637118"/>
                    <a:pt x="177161" y="637108"/>
                  </a:cubicBezTo>
                  <a:cubicBezTo>
                    <a:pt x="176565" y="637119"/>
                    <a:pt x="175969" y="637129"/>
                    <a:pt x="175355" y="637140"/>
                  </a:cubicBezTo>
                  <a:cubicBezTo>
                    <a:pt x="174732" y="637137"/>
                    <a:pt x="174109" y="637134"/>
                    <a:pt x="173467" y="637131"/>
                  </a:cubicBezTo>
                  <a:cubicBezTo>
                    <a:pt x="171181" y="637121"/>
                    <a:pt x="169100" y="637233"/>
                    <a:pt x="166816" y="637503"/>
                  </a:cubicBezTo>
                  <a:cubicBezTo>
                    <a:pt x="166711" y="637993"/>
                    <a:pt x="166605" y="638484"/>
                    <a:pt x="166497" y="638989"/>
                  </a:cubicBezTo>
                  <a:cubicBezTo>
                    <a:pt x="166356" y="639481"/>
                    <a:pt x="166216" y="639973"/>
                    <a:pt x="166072" y="640480"/>
                  </a:cubicBezTo>
                  <a:cubicBezTo>
                    <a:pt x="164428" y="640865"/>
                    <a:pt x="164428" y="640865"/>
                    <a:pt x="162281" y="640875"/>
                  </a:cubicBezTo>
                  <a:cubicBezTo>
                    <a:pt x="161515" y="640879"/>
                    <a:pt x="160749" y="640883"/>
                    <a:pt x="159959" y="640887"/>
                  </a:cubicBezTo>
                  <a:cubicBezTo>
                    <a:pt x="159152" y="640875"/>
                    <a:pt x="158345" y="640864"/>
                    <a:pt x="157514" y="640852"/>
                  </a:cubicBezTo>
                  <a:cubicBezTo>
                    <a:pt x="156708" y="640863"/>
                    <a:pt x="155901" y="640875"/>
                    <a:pt x="155070" y="640887"/>
                  </a:cubicBezTo>
                  <a:cubicBezTo>
                    <a:pt x="153920" y="640881"/>
                    <a:pt x="153920" y="640881"/>
                    <a:pt x="152747" y="640875"/>
                  </a:cubicBezTo>
                  <a:cubicBezTo>
                    <a:pt x="152039" y="640872"/>
                    <a:pt x="151330" y="640868"/>
                    <a:pt x="150600" y="640865"/>
                  </a:cubicBezTo>
                  <a:cubicBezTo>
                    <a:pt x="150058" y="640738"/>
                    <a:pt x="149516" y="640611"/>
                    <a:pt x="148957" y="640480"/>
                  </a:cubicBezTo>
                  <a:cubicBezTo>
                    <a:pt x="148429" y="639010"/>
                    <a:pt x="148429" y="639010"/>
                    <a:pt x="148213" y="637503"/>
                  </a:cubicBezTo>
                  <a:cubicBezTo>
                    <a:pt x="147235" y="636979"/>
                    <a:pt x="146239" y="636489"/>
                    <a:pt x="145236" y="636015"/>
                  </a:cubicBezTo>
                  <a:cubicBezTo>
                    <a:pt x="142062" y="633151"/>
                    <a:pt x="139895" y="630409"/>
                    <a:pt x="138539" y="626341"/>
                  </a:cubicBezTo>
                  <a:cubicBezTo>
                    <a:pt x="137802" y="626096"/>
                    <a:pt x="137065" y="625850"/>
                    <a:pt x="136306" y="625597"/>
                  </a:cubicBezTo>
                  <a:cubicBezTo>
                    <a:pt x="136122" y="624837"/>
                    <a:pt x="136122" y="624837"/>
                    <a:pt x="135934" y="624062"/>
                  </a:cubicBezTo>
                  <a:cubicBezTo>
                    <a:pt x="135811" y="623586"/>
                    <a:pt x="135689" y="623111"/>
                    <a:pt x="135562" y="622620"/>
                  </a:cubicBezTo>
                  <a:cubicBezTo>
                    <a:pt x="134825" y="622620"/>
                    <a:pt x="134089" y="622620"/>
                    <a:pt x="133330" y="622620"/>
                  </a:cubicBezTo>
                  <a:cubicBezTo>
                    <a:pt x="132539" y="621179"/>
                    <a:pt x="132539" y="621179"/>
                    <a:pt x="131841" y="619644"/>
                  </a:cubicBezTo>
                  <a:cubicBezTo>
                    <a:pt x="131350" y="619398"/>
                    <a:pt x="130859" y="619153"/>
                    <a:pt x="130353" y="618900"/>
                  </a:cubicBezTo>
                  <a:cubicBezTo>
                    <a:pt x="130353" y="617918"/>
                    <a:pt x="130353" y="616935"/>
                    <a:pt x="130353" y="615923"/>
                  </a:cubicBezTo>
                  <a:cubicBezTo>
                    <a:pt x="129616" y="615923"/>
                    <a:pt x="128880" y="615923"/>
                    <a:pt x="128121" y="615923"/>
                  </a:cubicBezTo>
                  <a:cubicBezTo>
                    <a:pt x="127330" y="614481"/>
                    <a:pt x="127330" y="614481"/>
                    <a:pt x="126632" y="612947"/>
                  </a:cubicBezTo>
                  <a:cubicBezTo>
                    <a:pt x="126141" y="612701"/>
                    <a:pt x="125650" y="612456"/>
                    <a:pt x="125144" y="612203"/>
                  </a:cubicBezTo>
                  <a:cubicBezTo>
                    <a:pt x="124648" y="611210"/>
                    <a:pt x="124152" y="610218"/>
                    <a:pt x="123656" y="609226"/>
                  </a:cubicBezTo>
                  <a:cubicBezTo>
                    <a:pt x="123165" y="608980"/>
                    <a:pt x="122674" y="608735"/>
                    <a:pt x="122168" y="608482"/>
                  </a:cubicBezTo>
                  <a:cubicBezTo>
                    <a:pt x="121922" y="607745"/>
                    <a:pt x="121677" y="607008"/>
                    <a:pt x="121423" y="606249"/>
                  </a:cubicBezTo>
                  <a:cubicBezTo>
                    <a:pt x="120400" y="605102"/>
                    <a:pt x="120400" y="605102"/>
                    <a:pt x="119191" y="604017"/>
                  </a:cubicBezTo>
                  <a:cubicBezTo>
                    <a:pt x="117480" y="602438"/>
                    <a:pt x="116979" y="601847"/>
                    <a:pt x="116215" y="599552"/>
                  </a:cubicBezTo>
                  <a:cubicBezTo>
                    <a:pt x="115478" y="599061"/>
                    <a:pt x="114741" y="598570"/>
                    <a:pt x="113982" y="598064"/>
                  </a:cubicBezTo>
                  <a:cubicBezTo>
                    <a:pt x="113737" y="597327"/>
                    <a:pt x="113491" y="596590"/>
                    <a:pt x="113238" y="595831"/>
                  </a:cubicBezTo>
                  <a:cubicBezTo>
                    <a:pt x="112854" y="595448"/>
                    <a:pt x="112471" y="595064"/>
                    <a:pt x="112075" y="594669"/>
                  </a:cubicBezTo>
                  <a:cubicBezTo>
                    <a:pt x="111006" y="593599"/>
                    <a:pt x="111006" y="593599"/>
                    <a:pt x="111006" y="592111"/>
                  </a:cubicBezTo>
                  <a:cubicBezTo>
                    <a:pt x="110269" y="591865"/>
                    <a:pt x="109532" y="591620"/>
                    <a:pt x="108773" y="591367"/>
                  </a:cubicBezTo>
                  <a:cubicBezTo>
                    <a:pt x="108528" y="590630"/>
                    <a:pt x="108282" y="589893"/>
                    <a:pt x="108029" y="589134"/>
                  </a:cubicBezTo>
                  <a:cubicBezTo>
                    <a:pt x="107292" y="588643"/>
                    <a:pt x="106556" y="588152"/>
                    <a:pt x="105797" y="587646"/>
                  </a:cubicBezTo>
                  <a:cubicBezTo>
                    <a:pt x="104475" y="585664"/>
                    <a:pt x="103575" y="583957"/>
                    <a:pt x="102820" y="581693"/>
                  </a:cubicBezTo>
                  <a:cubicBezTo>
                    <a:pt x="102083" y="581447"/>
                    <a:pt x="101347" y="581202"/>
                    <a:pt x="100588" y="580949"/>
                  </a:cubicBezTo>
                  <a:cubicBezTo>
                    <a:pt x="100067" y="579969"/>
                    <a:pt x="99570" y="578977"/>
                    <a:pt x="99099" y="577972"/>
                  </a:cubicBezTo>
                  <a:cubicBezTo>
                    <a:pt x="98608" y="577726"/>
                    <a:pt x="98117" y="577481"/>
                    <a:pt x="97611" y="577228"/>
                  </a:cubicBezTo>
                  <a:cubicBezTo>
                    <a:pt x="96529" y="575199"/>
                    <a:pt x="95547" y="573153"/>
                    <a:pt x="94634" y="571042"/>
                  </a:cubicBezTo>
                  <a:cubicBezTo>
                    <a:pt x="93921" y="569526"/>
                    <a:pt x="93921" y="569526"/>
                    <a:pt x="91658" y="569042"/>
                  </a:cubicBezTo>
                  <a:cubicBezTo>
                    <a:pt x="91380" y="567808"/>
                    <a:pt x="91132" y="566568"/>
                    <a:pt x="90914" y="565322"/>
                  </a:cubicBezTo>
                  <a:cubicBezTo>
                    <a:pt x="90423" y="565076"/>
                    <a:pt x="89932" y="564831"/>
                    <a:pt x="89425" y="564578"/>
                  </a:cubicBezTo>
                  <a:cubicBezTo>
                    <a:pt x="89318" y="564102"/>
                    <a:pt x="89211" y="563626"/>
                    <a:pt x="89100" y="563136"/>
                  </a:cubicBezTo>
                  <a:cubicBezTo>
                    <a:pt x="88784" y="561317"/>
                    <a:pt x="88784" y="561317"/>
                    <a:pt x="86449" y="560113"/>
                  </a:cubicBezTo>
                  <a:cubicBezTo>
                    <a:pt x="86081" y="559008"/>
                    <a:pt x="86081" y="559008"/>
                    <a:pt x="85705" y="557880"/>
                  </a:cubicBezTo>
                  <a:cubicBezTo>
                    <a:pt x="85321" y="557497"/>
                    <a:pt x="84937" y="557113"/>
                    <a:pt x="84542" y="556718"/>
                  </a:cubicBezTo>
                  <a:cubicBezTo>
                    <a:pt x="83472" y="555648"/>
                    <a:pt x="83472" y="555648"/>
                    <a:pt x="83472" y="554160"/>
                  </a:cubicBezTo>
                  <a:cubicBezTo>
                    <a:pt x="82736" y="553914"/>
                    <a:pt x="81999" y="553668"/>
                    <a:pt x="81240" y="553415"/>
                  </a:cubicBezTo>
                  <a:cubicBezTo>
                    <a:pt x="80717" y="552186"/>
                    <a:pt x="80221" y="550945"/>
                    <a:pt x="79752" y="549695"/>
                  </a:cubicBezTo>
                  <a:cubicBezTo>
                    <a:pt x="79260" y="549449"/>
                    <a:pt x="78769" y="549204"/>
                    <a:pt x="78263" y="548951"/>
                  </a:cubicBezTo>
                  <a:cubicBezTo>
                    <a:pt x="78015" y="547710"/>
                    <a:pt x="77767" y="546470"/>
                    <a:pt x="77519" y="545230"/>
                  </a:cubicBezTo>
                  <a:cubicBezTo>
                    <a:pt x="77028" y="544984"/>
                    <a:pt x="76537" y="544739"/>
                    <a:pt x="76031" y="544486"/>
                  </a:cubicBezTo>
                  <a:cubicBezTo>
                    <a:pt x="75535" y="543245"/>
                    <a:pt x="75039" y="542005"/>
                    <a:pt x="74543" y="540765"/>
                  </a:cubicBezTo>
                  <a:cubicBezTo>
                    <a:pt x="74051" y="540519"/>
                    <a:pt x="73560" y="540274"/>
                    <a:pt x="73054" y="540021"/>
                  </a:cubicBezTo>
                  <a:cubicBezTo>
                    <a:pt x="72558" y="539029"/>
                    <a:pt x="72062" y="538037"/>
                    <a:pt x="71566" y="537044"/>
                  </a:cubicBezTo>
                  <a:cubicBezTo>
                    <a:pt x="71075" y="536799"/>
                    <a:pt x="70584" y="536553"/>
                    <a:pt x="70078" y="536300"/>
                  </a:cubicBezTo>
                  <a:cubicBezTo>
                    <a:pt x="69613" y="534021"/>
                    <a:pt x="69613" y="534021"/>
                    <a:pt x="69334" y="531835"/>
                  </a:cubicBezTo>
                  <a:cubicBezTo>
                    <a:pt x="68597" y="531835"/>
                    <a:pt x="67860" y="531835"/>
                    <a:pt x="67101" y="531835"/>
                  </a:cubicBezTo>
                  <a:cubicBezTo>
                    <a:pt x="67101" y="530362"/>
                    <a:pt x="67101" y="528889"/>
                    <a:pt x="67101" y="527371"/>
                  </a:cubicBezTo>
                  <a:cubicBezTo>
                    <a:pt x="66365" y="527371"/>
                    <a:pt x="65628" y="527371"/>
                    <a:pt x="64869" y="527371"/>
                  </a:cubicBezTo>
                  <a:cubicBezTo>
                    <a:pt x="64792" y="526649"/>
                    <a:pt x="64715" y="525928"/>
                    <a:pt x="64636" y="525185"/>
                  </a:cubicBezTo>
                  <a:cubicBezTo>
                    <a:pt x="64467" y="524433"/>
                    <a:pt x="64299" y="523680"/>
                    <a:pt x="64125" y="522906"/>
                  </a:cubicBezTo>
                  <a:cubicBezTo>
                    <a:pt x="63388" y="522660"/>
                    <a:pt x="62651" y="522415"/>
                    <a:pt x="61892" y="522162"/>
                  </a:cubicBezTo>
                  <a:cubicBezTo>
                    <a:pt x="61769" y="521532"/>
                    <a:pt x="61647" y="520903"/>
                    <a:pt x="61520" y="520255"/>
                  </a:cubicBezTo>
                  <a:cubicBezTo>
                    <a:pt x="61397" y="519656"/>
                    <a:pt x="61275" y="519058"/>
                    <a:pt x="61148" y="518441"/>
                  </a:cubicBezTo>
                  <a:cubicBezTo>
                    <a:pt x="60411" y="518441"/>
                    <a:pt x="59675" y="518441"/>
                    <a:pt x="58916" y="518441"/>
                  </a:cubicBezTo>
                  <a:cubicBezTo>
                    <a:pt x="58985" y="517175"/>
                    <a:pt x="58985" y="517175"/>
                    <a:pt x="59055" y="515883"/>
                  </a:cubicBezTo>
                  <a:cubicBezTo>
                    <a:pt x="59009" y="515008"/>
                    <a:pt x="58963" y="514133"/>
                    <a:pt x="58916" y="513232"/>
                  </a:cubicBezTo>
                  <a:cubicBezTo>
                    <a:pt x="58179" y="512986"/>
                    <a:pt x="57442" y="512741"/>
                    <a:pt x="56683" y="512488"/>
                  </a:cubicBezTo>
                  <a:cubicBezTo>
                    <a:pt x="56161" y="511258"/>
                    <a:pt x="55664" y="510018"/>
                    <a:pt x="55195" y="508767"/>
                  </a:cubicBezTo>
                  <a:cubicBezTo>
                    <a:pt x="54704" y="508521"/>
                    <a:pt x="54213" y="508276"/>
                    <a:pt x="53707" y="508023"/>
                  </a:cubicBezTo>
                  <a:cubicBezTo>
                    <a:pt x="53211" y="506535"/>
                    <a:pt x="52714" y="505046"/>
                    <a:pt x="52218" y="503558"/>
                  </a:cubicBezTo>
                  <a:cubicBezTo>
                    <a:pt x="51727" y="503312"/>
                    <a:pt x="51236" y="503067"/>
                    <a:pt x="50730" y="502814"/>
                  </a:cubicBezTo>
                  <a:cubicBezTo>
                    <a:pt x="50623" y="502231"/>
                    <a:pt x="50515" y="501647"/>
                    <a:pt x="50405" y="501047"/>
                  </a:cubicBezTo>
                  <a:cubicBezTo>
                    <a:pt x="50170" y="499061"/>
                    <a:pt x="50170" y="499061"/>
                    <a:pt x="48823" y="497977"/>
                  </a:cubicBezTo>
                  <a:cubicBezTo>
                    <a:pt x="47754" y="496861"/>
                    <a:pt x="47754" y="496861"/>
                    <a:pt x="47614" y="494861"/>
                  </a:cubicBezTo>
                  <a:cubicBezTo>
                    <a:pt x="47660" y="494293"/>
                    <a:pt x="47706" y="493725"/>
                    <a:pt x="47754" y="493140"/>
                  </a:cubicBezTo>
                  <a:cubicBezTo>
                    <a:pt x="47017" y="493140"/>
                    <a:pt x="46280" y="493140"/>
                    <a:pt x="45521" y="493140"/>
                  </a:cubicBezTo>
                  <a:cubicBezTo>
                    <a:pt x="44988" y="491665"/>
                    <a:pt x="44492" y="490175"/>
                    <a:pt x="44033" y="488675"/>
                  </a:cubicBezTo>
                  <a:cubicBezTo>
                    <a:pt x="43542" y="488430"/>
                    <a:pt x="43051" y="488184"/>
                    <a:pt x="42545" y="487931"/>
                  </a:cubicBezTo>
                  <a:cubicBezTo>
                    <a:pt x="42297" y="486443"/>
                    <a:pt x="42049" y="484954"/>
                    <a:pt x="41800" y="483466"/>
                  </a:cubicBezTo>
                  <a:cubicBezTo>
                    <a:pt x="41309" y="483221"/>
                    <a:pt x="40818" y="482975"/>
                    <a:pt x="40312" y="482722"/>
                  </a:cubicBezTo>
                  <a:cubicBezTo>
                    <a:pt x="39816" y="481234"/>
                    <a:pt x="39320" y="479746"/>
                    <a:pt x="38824" y="478257"/>
                  </a:cubicBezTo>
                  <a:cubicBezTo>
                    <a:pt x="38333" y="478012"/>
                    <a:pt x="37842" y="477766"/>
                    <a:pt x="37336" y="477513"/>
                  </a:cubicBezTo>
                  <a:cubicBezTo>
                    <a:pt x="37032" y="475785"/>
                    <a:pt x="36782" y="474048"/>
                    <a:pt x="36591" y="472304"/>
                  </a:cubicBezTo>
                  <a:cubicBezTo>
                    <a:pt x="35855" y="472304"/>
                    <a:pt x="35118" y="472304"/>
                    <a:pt x="34359" y="472304"/>
                  </a:cubicBezTo>
                  <a:cubicBezTo>
                    <a:pt x="34282" y="471475"/>
                    <a:pt x="34206" y="470647"/>
                    <a:pt x="34126" y="469793"/>
                  </a:cubicBezTo>
                  <a:cubicBezTo>
                    <a:pt x="33958" y="468902"/>
                    <a:pt x="33789" y="468012"/>
                    <a:pt x="33615" y="467095"/>
                  </a:cubicBezTo>
                  <a:cubicBezTo>
                    <a:pt x="32878" y="466604"/>
                    <a:pt x="32142" y="466113"/>
                    <a:pt x="31382" y="465607"/>
                  </a:cubicBezTo>
                  <a:cubicBezTo>
                    <a:pt x="31243" y="463281"/>
                    <a:pt x="31243" y="463281"/>
                    <a:pt x="31382" y="461142"/>
                  </a:cubicBezTo>
                  <a:cubicBezTo>
                    <a:pt x="30646" y="461142"/>
                    <a:pt x="29909" y="461142"/>
                    <a:pt x="29150" y="461142"/>
                  </a:cubicBezTo>
                  <a:cubicBezTo>
                    <a:pt x="28905" y="459177"/>
                    <a:pt x="28659" y="457213"/>
                    <a:pt x="28406" y="455189"/>
                  </a:cubicBezTo>
                  <a:cubicBezTo>
                    <a:pt x="27669" y="455189"/>
                    <a:pt x="26933" y="455189"/>
                    <a:pt x="26173" y="455189"/>
                  </a:cubicBezTo>
                  <a:cubicBezTo>
                    <a:pt x="26097" y="454360"/>
                    <a:pt x="26020" y="453531"/>
                    <a:pt x="25941" y="452677"/>
                  </a:cubicBezTo>
                  <a:cubicBezTo>
                    <a:pt x="25772" y="451787"/>
                    <a:pt x="25603" y="450897"/>
                    <a:pt x="25429" y="449980"/>
                  </a:cubicBezTo>
                  <a:cubicBezTo>
                    <a:pt x="24693" y="449489"/>
                    <a:pt x="23956" y="448998"/>
                    <a:pt x="23197" y="448492"/>
                  </a:cubicBezTo>
                  <a:cubicBezTo>
                    <a:pt x="23057" y="445794"/>
                    <a:pt x="23057" y="445794"/>
                    <a:pt x="23197" y="443283"/>
                  </a:cubicBezTo>
                  <a:cubicBezTo>
                    <a:pt x="22460" y="443283"/>
                    <a:pt x="21724" y="443283"/>
                    <a:pt x="20965" y="443283"/>
                  </a:cubicBezTo>
                  <a:cubicBezTo>
                    <a:pt x="20849" y="442016"/>
                    <a:pt x="20849" y="442016"/>
                    <a:pt x="20732" y="440725"/>
                  </a:cubicBezTo>
                  <a:cubicBezTo>
                    <a:pt x="20563" y="439850"/>
                    <a:pt x="20394" y="438975"/>
                    <a:pt x="20220" y="438074"/>
                  </a:cubicBezTo>
                  <a:cubicBezTo>
                    <a:pt x="19484" y="437828"/>
                    <a:pt x="18747" y="437583"/>
                    <a:pt x="17988" y="437329"/>
                  </a:cubicBezTo>
                  <a:cubicBezTo>
                    <a:pt x="17641" y="435782"/>
                    <a:pt x="17614" y="434307"/>
                    <a:pt x="17546" y="432725"/>
                  </a:cubicBezTo>
                  <a:cubicBezTo>
                    <a:pt x="17397" y="432057"/>
                    <a:pt x="17397" y="432057"/>
                    <a:pt x="17244" y="431376"/>
                  </a:cubicBezTo>
                  <a:cubicBezTo>
                    <a:pt x="16507" y="431131"/>
                    <a:pt x="15770" y="430885"/>
                    <a:pt x="15011" y="430632"/>
                  </a:cubicBezTo>
                  <a:cubicBezTo>
                    <a:pt x="14793" y="429095"/>
                    <a:pt x="14793" y="429095"/>
                    <a:pt x="14872" y="427237"/>
                  </a:cubicBezTo>
                  <a:cubicBezTo>
                    <a:pt x="14892" y="426622"/>
                    <a:pt x="14912" y="426007"/>
                    <a:pt x="14933" y="425374"/>
                  </a:cubicBezTo>
                  <a:cubicBezTo>
                    <a:pt x="14959" y="424899"/>
                    <a:pt x="14985" y="424424"/>
                    <a:pt x="15011" y="423935"/>
                  </a:cubicBezTo>
                  <a:cubicBezTo>
                    <a:pt x="14275" y="423935"/>
                    <a:pt x="13538" y="423935"/>
                    <a:pt x="12779" y="423935"/>
                  </a:cubicBezTo>
                  <a:cubicBezTo>
                    <a:pt x="12658" y="422409"/>
                    <a:pt x="12537" y="420883"/>
                    <a:pt x="12416" y="419357"/>
                  </a:cubicBezTo>
                  <a:cubicBezTo>
                    <a:pt x="12290" y="418903"/>
                    <a:pt x="12164" y="418449"/>
                    <a:pt x="12035" y="417982"/>
                  </a:cubicBezTo>
                  <a:cubicBezTo>
                    <a:pt x="11298" y="417736"/>
                    <a:pt x="10561" y="417491"/>
                    <a:pt x="9802" y="417238"/>
                  </a:cubicBezTo>
                  <a:cubicBezTo>
                    <a:pt x="9454" y="415498"/>
                    <a:pt x="9428" y="413823"/>
                    <a:pt x="9361" y="412052"/>
                  </a:cubicBezTo>
                  <a:cubicBezTo>
                    <a:pt x="9211" y="411304"/>
                    <a:pt x="9211" y="411304"/>
                    <a:pt x="9058" y="410540"/>
                  </a:cubicBezTo>
                  <a:cubicBezTo>
                    <a:pt x="8322" y="410295"/>
                    <a:pt x="7585" y="410049"/>
                    <a:pt x="6826" y="409796"/>
                  </a:cubicBezTo>
                  <a:cubicBezTo>
                    <a:pt x="6497" y="408285"/>
                    <a:pt x="6497" y="408285"/>
                    <a:pt x="6407" y="406448"/>
                  </a:cubicBezTo>
                  <a:cubicBezTo>
                    <a:pt x="6344" y="404659"/>
                    <a:pt x="6344" y="404659"/>
                    <a:pt x="6082" y="403099"/>
                  </a:cubicBezTo>
                  <a:cubicBezTo>
                    <a:pt x="5591" y="402853"/>
                    <a:pt x="5099" y="402608"/>
                    <a:pt x="4593" y="402355"/>
                  </a:cubicBezTo>
                  <a:cubicBezTo>
                    <a:pt x="4120" y="400615"/>
                    <a:pt x="3834" y="398872"/>
                    <a:pt x="3524" y="397096"/>
                  </a:cubicBezTo>
                  <a:cubicBezTo>
                    <a:pt x="3317" y="396384"/>
                    <a:pt x="3317" y="396384"/>
                    <a:pt x="3105" y="395658"/>
                  </a:cubicBezTo>
                  <a:cubicBezTo>
                    <a:pt x="2614" y="395658"/>
                    <a:pt x="2123" y="395658"/>
                    <a:pt x="1617" y="395658"/>
                  </a:cubicBezTo>
                  <a:cubicBezTo>
                    <a:pt x="1497" y="393826"/>
                    <a:pt x="1408" y="392003"/>
                    <a:pt x="1338" y="390170"/>
                  </a:cubicBezTo>
                  <a:cubicBezTo>
                    <a:pt x="1300" y="389650"/>
                    <a:pt x="1263" y="389130"/>
                    <a:pt x="1224" y="388594"/>
                  </a:cubicBezTo>
                  <a:cubicBezTo>
                    <a:pt x="1181" y="387083"/>
                    <a:pt x="1181" y="387083"/>
                    <a:pt x="1617" y="384496"/>
                  </a:cubicBezTo>
                  <a:cubicBezTo>
                    <a:pt x="3820" y="383536"/>
                    <a:pt x="3820" y="383536"/>
                    <a:pt x="6082" y="383007"/>
                  </a:cubicBezTo>
                  <a:cubicBezTo>
                    <a:pt x="6327" y="382271"/>
                    <a:pt x="6573" y="381534"/>
                    <a:pt x="6826" y="380775"/>
                  </a:cubicBezTo>
                  <a:cubicBezTo>
                    <a:pt x="7818" y="380527"/>
                    <a:pt x="8810" y="380279"/>
                    <a:pt x="9802" y="380031"/>
                  </a:cubicBezTo>
                  <a:cubicBezTo>
                    <a:pt x="10048" y="379294"/>
                    <a:pt x="10294" y="378557"/>
                    <a:pt x="10547" y="377798"/>
                  </a:cubicBezTo>
                  <a:cubicBezTo>
                    <a:pt x="11539" y="377302"/>
                    <a:pt x="12531" y="376806"/>
                    <a:pt x="13523" y="376310"/>
                  </a:cubicBezTo>
                  <a:cubicBezTo>
                    <a:pt x="13769" y="375573"/>
                    <a:pt x="14014" y="374837"/>
                    <a:pt x="14267" y="374078"/>
                  </a:cubicBezTo>
                  <a:cubicBezTo>
                    <a:pt x="15259" y="373830"/>
                    <a:pt x="16252" y="373581"/>
                    <a:pt x="17244" y="373333"/>
                  </a:cubicBezTo>
                  <a:cubicBezTo>
                    <a:pt x="17489" y="372597"/>
                    <a:pt x="17735" y="371860"/>
                    <a:pt x="17988" y="371101"/>
                  </a:cubicBezTo>
                  <a:cubicBezTo>
                    <a:pt x="18980" y="370605"/>
                    <a:pt x="19972" y="370109"/>
                    <a:pt x="20965" y="369613"/>
                  </a:cubicBezTo>
                  <a:cubicBezTo>
                    <a:pt x="21210" y="368876"/>
                    <a:pt x="21456" y="368139"/>
                    <a:pt x="21709" y="367380"/>
                  </a:cubicBezTo>
                  <a:cubicBezTo>
                    <a:pt x="22949" y="366884"/>
                    <a:pt x="24189" y="366388"/>
                    <a:pt x="25429" y="365892"/>
                  </a:cubicBezTo>
                  <a:cubicBezTo>
                    <a:pt x="25675" y="365155"/>
                    <a:pt x="25921" y="364419"/>
                    <a:pt x="26173" y="363660"/>
                  </a:cubicBezTo>
                  <a:cubicBezTo>
                    <a:pt x="27156" y="363660"/>
                    <a:pt x="28138" y="363660"/>
                    <a:pt x="29150" y="363660"/>
                  </a:cubicBezTo>
                  <a:cubicBezTo>
                    <a:pt x="29684" y="362435"/>
                    <a:pt x="30179" y="361193"/>
                    <a:pt x="30638" y="359939"/>
                  </a:cubicBezTo>
                  <a:cubicBezTo>
                    <a:pt x="31375" y="359693"/>
                    <a:pt x="32112" y="359448"/>
                    <a:pt x="32871" y="359195"/>
                  </a:cubicBezTo>
                  <a:cubicBezTo>
                    <a:pt x="33116" y="358458"/>
                    <a:pt x="33362" y="357721"/>
                    <a:pt x="33615" y="356962"/>
                  </a:cubicBezTo>
                  <a:cubicBezTo>
                    <a:pt x="34091" y="356855"/>
                    <a:pt x="34567" y="356747"/>
                    <a:pt x="35057" y="356637"/>
                  </a:cubicBezTo>
                  <a:cubicBezTo>
                    <a:pt x="35563" y="356499"/>
                    <a:pt x="36070" y="356361"/>
                    <a:pt x="36591" y="356218"/>
                  </a:cubicBezTo>
                  <a:cubicBezTo>
                    <a:pt x="37112" y="355239"/>
                    <a:pt x="37609" y="354246"/>
                    <a:pt x="38080" y="353242"/>
                  </a:cubicBezTo>
                  <a:cubicBezTo>
                    <a:pt x="38816" y="352996"/>
                    <a:pt x="39553" y="352750"/>
                    <a:pt x="40312" y="352497"/>
                  </a:cubicBezTo>
                  <a:cubicBezTo>
                    <a:pt x="40803" y="351991"/>
                    <a:pt x="41294" y="351485"/>
                    <a:pt x="41800" y="350963"/>
                  </a:cubicBezTo>
                  <a:cubicBezTo>
                    <a:pt x="43289" y="349521"/>
                    <a:pt x="43289" y="349521"/>
                    <a:pt x="45521" y="349521"/>
                  </a:cubicBezTo>
                  <a:cubicBezTo>
                    <a:pt x="45521" y="348539"/>
                    <a:pt x="45521" y="347556"/>
                    <a:pt x="45521" y="346544"/>
                  </a:cubicBezTo>
                  <a:cubicBezTo>
                    <a:pt x="46509" y="346281"/>
                    <a:pt x="47502" y="346034"/>
                    <a:pt x="48498" y="345800"/>
                  </a:cubicBezTo>
                  <a:cubicBezTo>
                    <a:pt x="48728" y="345294"/>
                    <a:pt x="48958" y="344787"/>
                    <a:pt x="49195" y="344265"/>
                  </a:cubicBezTo>
                  <a:cubicBezTo>
                    <a:pt x="49456" y="343790"/>
                    <a:pt x="49717" y="343314"/>
                    <a:pt x="49986" y="342824"/>
                  </a:cubicBezTo>
                  <a:cubicBezTo>
                    <a:pt x="51939" y="342638"/>
                    <a:pt x="51939" y="342638"/>
                    <a:pt x="53707" y="342824"/>
                  </a:cubicBezTo>
                  <a:cubicBezTo>
                    <a:pt x="53707" y="341841"/>
                    <a:pt x="53707" y="340859"/>
                    <a:pt x="53707" y="339847"/>
                  </a:cubicBezTo>
                  <a:cubicBezTo>
                    <a:pt x="54695" y="339584"/>
                    <a:pt x="55688" y="339337"/>
                    <a:pt x="56683" y="339103"/>
                  </a:cubicBezTo>
                  <a:cubicBezTo>
                    <a:pt x="56929" y="338612"/>
                    <a:pt x="57174" y="338121"/>
                    <a:pt x="57427" y="337615"/>
                  </a:cubicBezTo>
                  <a:cubicBezTo>
                    <a:pt x="57673" y="337124"/>
                    <a:pt x="57919" y="336632"/>
                    <a:pt x="58172" y="336126"/>
                  </a:cubicBezTo>
                  <a:cubicBezTo>
                    <a:pt x="59158" y="335857"/>
                    <a:pt x="60151" y="335608"/>
                    <a:pt x="61148" y="335382"/>
                  </a:cubicBezTo>
                  <a:cubicBezTo>
                    <a:pt x="61394" y="334646"/>
                    <a:pt x="61639" y="333909"/>
                    <a:pt x="61892" y="333150"/>
                  </a:cubicBezTo>
                  <a:cubicBezTo>
                    <a:pt x="62506" y="333042"/>
                    <a:pt x="63120" y="332935"/>
                    <a:pt x="63753" y="332824"/>
                  </a:cubicBezTo>
                  <a:cubicBezTo>
                    <a:pt x="64366" y="332686"/>
                    <a:pt x="64980" y="332548"/>
                    <a:pt x="65613" y="332406"/>
                  </a:cubicBezTo>
                  <a:cubicBezTo>
                    <a:pt x="65890" y="331421"/>
                    <a:pt x="66139" y="330428"/>
                    <a:pt x="66357" y="329429"/>
                  </a:cubicBezTo>
                  <a:cubicBezTo>
                    <a:pt x="67342" y="329152"/>
                    <a:pt x="68335" y="328904"/>
                    <a:pt x="69334" y="328685"/>
                  </a:cubicBezTo>
                  <a:cubicBezTo>
                    <a:pt x="69579" y="327948"/>
                    <a:pt x="69825" y="327212"/>
                    <a:pt x="70078" y="326453"/>
                  </a:cubicBezTo>
                  <a:cubicBezTo>
                    <a:pt x="70707" y="326345"/>
                    <a:pt x="71336" y="326238"/>
                    <a:pt x="71985" y="326127"/>
                  </a:cubicBezTo>
                  <a:cubicBezTo>
                    <a:pt x="72583" y="325989"/>
                    <a:pt x="73182" y="325851"/>
                    <a:pt x="73798" y="325708"/>
                  </a:cubicBezTo>
                  <a:cubicBezTo>
                    <a:pt x="73798" y="324726"/>
                    <a:pt x="73798" y="323744"/>
                    <a:pt x="73798" y="322732"/>
                  </a:cubicBezTo>
                  <a:cubicBezTo>
                    <a:pt x="74504" y="322670"/>
                    <a:pt x="75210" y="322609"/>
                    <a:pt x="75938" y="322546"/>
                  </a:cubicBezTo>
                  <a:cubicBezTo>
                    <a:pt x="76705" y="322362"/>
                    <a:pt x="77473" y="322177"/>
                    <a:pt x="78263" y="321988"/>
                  </a:cubicBezTo>
                  <a:cubicBezTo>
                    <a:pt x="79119" y="320524"/>
                    <a:pt x="79119" y="320524"/>
                    <a:pt x="79752" y="319011"/>
                  </a:cubicBezTo>
                  <a:cubicBezTo>
                    <a:pt x="80738" y="318742"/>
                    <a:pt x="81731" y="318492"/>
                    <a:pt x="82728" y="318267"/>
                  </a:cubicBezTo>
                  <a:cubicBezTo>
                    <a:pt x="82974" y="317530"/>
                    <a:pt x="83219" y="316794"/>
                    <a:pt x="83472" y="316035"/>
                  </a:cubicBezTo>
                  <a:cubicBezTo>
                    <a:pt x="83963" y="315927"/>
                    <a:pt x="84455" y="315820"/>
                    <a:pt x="84961" y="315709"/>
                  </a:cubicBezTo>
                  <a:cubicBezTo>
                    <a:pt x="85452" y="315571"/>
                    <a:pt x="85943" y="315433"/>
                    <a:pt x="86449" y="315290"/>
                  </a:cubicBezTo>
                  <a:cubicBezTo>
                    <a:pt x="86541" y="314784"/>
                    <a:pt x="86633" y="314278"/>
                    <a:pt x="86728" y="313756"/>
                  </a:cubicBezTo>
                  <a:cubicBezTo>
                    <a:pt x="86881" y="313280"/>
                    <a:pt x="87035" y="312804"/>
                    <a:pt x="87193" y="312314"/>
                  </a:cubicBezTo>
                  <a:cubicBezTo>
                    <a:pt x="88681" y="312314"/>
                    <a:pt x="90170" y="312314"/>
                    <a:pt x="91658" y="312314"/>
                  </a:cubicBezTo>
                  <a:cubicBezTo>
                    <a:pt x="92165" y="310906"/>
                    <a:pt x="92165" y="310906"/>
                    <a:pt x="92402" y="309337"/>
                  </a:cubicBezTo>
                  <a:cubicBezTo>
                    <a:pt x="93382" y="308817"/>
                    <a:pt x="94374" y="308320"/>
                    <a:pt x="95379" y="307849"/>
                  </a:cubicBezTo>
                  <a:cubicBezTo>
                    <a:pt x="95624" y="307112"/>
                    <a:pt x="95870" y="306376"/>
                    <a:pt x="96123" y="305617"/>
                  </a:cubicBezTo>
                  <a:cubicBezTo>
                    <a:pt x="96721" y="305509"/>
                    <a:pt x="97320" y="305402"/>
                    <a:pt x="97937" y="305291"/>
                  </a:cubicBezTo>
                  <a:cubicBezTo>
                    <a:pt x="98566" y="305153"/>
                    <a:pt x="99195" y="305015"/>
                    <a:pt x="99843" y="304872"/>
                  </a:cubicBezTo>
                  <a:cubicBezTo>
                    <a:pt x="100364" y="303893"/>
                    <a:pt x="100861" y="302900"/>
                    <a:pt x="101332" y="301896"/>
                  </a:cubicBezTo>
                  <a:cubicBezTo>
                    <a:pt x="102318" y="301627"/>
                    <a:pt x="103311" y="301377"/>
                    <a:pt x="104308" y="301152"/>
                  </a:cubicBezTo>
                  <a:cubicBezTo>
                    <a:pt x="104554" y="300415"/>
                    <a:pt x="104799" y="299678"/>
                    <a:pt x="105052" y="298919"/>
                  </a:cubicBezTo>
                  <a:cubicBezTo>
                    <a:pt x="107331" y="298408"/>
                    <a:pt x="107331" y="298408"/>
                    <a:pt x="109517" y="298175"/>
                  </a:cubicBezTo>
                  <a:cubicBezTo>
                    <a:pt x="109517" y="297193"/>
                    <a:pt x="109517" y="296211"/>
                    <a:pt x="109517" y="295199"/>
                  </a:cubicBezTo>
                  <a:cubicBezTo>
                    <a:pt x="110239" y="295260"/>
                    <a:pt x="110960" y="295321"/>
                    <a:pt x="111703" y="295385"/>
                  </a:cubicBezTo>
                  <a:cubicBezTo>
                    <a:pt x="112455" y="295323"/>
                    <a:pt x="113207" y="295262"/>
                    <a:pt x="113982" y="295199"/>
                  </a:cubicBezTo>
                  <a:cubicBezTo>
                    <a:pt x="114429" y="293783"/>
                    <a:pt x="114429" y="293783"/>
                    <a:pt x="114726" y="292222"/>
                  </a:cubicBezTo>
                  <a:cubicBezTo>
                    <a:pt x="115960" y="291710"/>
                    <a:pt x="117200" y="291213"/>
                    <a:pt x="118447" y="290734"/>
                  </a:cubicBezTo>
                  <a:cubicBezTo>
                    <a:pt x="118447" y="289997"/>
                    <a:pt x="118447" y="289260"/>
                    <a:pt x="118447" y="288501"/>
                  </a:cubicBezTo>
                  <a:cubicBezTo>
                    <a:pt x="119935" y="288005"/>
                    <a:pt x="121423" y="287509"/>
                    <a:pt x="122912" y="287013"/>
                  </a:cubicBezTo>
                  <a:cubicBezTo>
                    <a:pt x="122912" y="286276"/>
                    <a:pt x="122912" y="285540"/>
                    <a:pt x="122912" y="284781"/>
                  </a:cubicBezTo>
                  <a:cubicBezTo>
                    <a:pt x="124631" y="284781"/>
                    <a:pt x="126350" y="284781"/>
                    <a:pt x="128121" y="284781"/>
                  </a:cubicBezTo>
                  <a:cubicBezTo>
                    <a:pt x="128121" y="283798"/>
                    <a:pt x="128121" y="282816"/>
                    <a:pt x="128121" y="281804"/>
                  </a:cubicBezTo>
                  <a:cubicBezTo>
                    <a:pt x="129596" y="281271"/>
                    <a:pt x="131086" y="280775"/>
                    <a:pt x="132586" y="280316"/>
                  </a:cubicBezTo>
                  <a:cubicBezTo>
                    <a:pt x="132831" y="279579"/>
                    <a:pt x="133077" y="278842"/>
                    <a:pt x="133330" y="278083"/>
                  </a:cubicBezTo>
                  <a:cubicBezTo>
                    <a:pt x="134559" y="277561"/>
                    <a:pt x="135800" y="277064"/>
                    <a:pt x="137050" y="276595"/>
                  </a:cubicBezTo>
                  <a:cubicBezTo>
                    <a:pt x="137296" y="276104"/>
                    <a:pt x="137542" y="275613"/>
                    <a:pt x="137795" y="275107"/>
                  </a:cubicBezTo>
                  <a:cubicBezTo>
                    <a:pt x="138715" y="274762"/>
                    <a:pt x="138715" y="274762"/>
                    <a:pt x="139655" y="274409"/>
                  </a:cubicBezTo>
                  <a:cubicBezTo>
                    <a:pt x="140269" y="274148"/>
                    <a:pt x="140883" y="273887"/>
                    <a:pt x="141515" y="273619"/>
                  </a:cubicBezTo>
                  <a:cubicBezTo>
                    <a:pt x="141761" y="272882"/>
                    <a:pt x="142006" y="272145"/>
                    <a:pt x="142259" y="271386"/>
                  </a:cubicBezTo>
                  <a:cubicBezTo>
                    <a:pt x="142996" y="271279"/>
                    <a:pt x="143733" y="271171"/>
                    <a:pt x="144492" y="271061"/>
                  </a:cubicBezTo>
                  <a:cubicBezTo>
                    <a:pt x="145229" y="270922"/>
                    <a:pt x="145965" y="270784"/>
                    <a:pt x="146724" y="270642"/>
                  </a:cubicBezTo>
                  <a:cubicBezTo>
                    <a:pt x="146847" y="270136"/>
                    <a:pt x="146970" y="269629"/>
                    <a:pt x="147096" y="269107"/>
                  </a:cubicBezTo>
                  <a:cubicBezTo>
                    <a:pt x="147219" y="268631"/>
                    <a:pt x="147342" y="268156"/>
                    <a:pt x="147468" y="267665"/>
                  </a:cubicBezTo>
                  <a:cubicBezTo>
                    <a:pt x="149747" y="267479"/>
                    <a:pt x="149747" y="267479"/>
                    <a:pt x="151933" y="267665"/>
                  </a:cubicBezTo>
                  <a:cubicBezTo>
                    <a:pt x="151933" y="266683"/>
                    <a:pt x="151933" y="265701"/>
                    <a:pt x="151933" y="264689"/>
                  </a:cubicBezTo>
                  <a:cubicBezTo>
                    <a:pt x="153652" y="264443"/>
                    <a:pt x="155371" y="264198"/>
                    <a:pt x="157142" y="263945"/>
                  </a:cubicBezTo>
                  <a:cubicBezTo>
                    <a:pt x="157142" y="262962"/>
                    <a:pt x="157142" y="261980"/>
                    <a:pt x="157142" y="260968"/>
                  </a:cubicBezTo>
                  <a:cubicBezTo>
                    <a:pt x="158375" y="260684"/>
                    <a:pt x="159616" y="260437"/>
                    <a:pt x="160863" y="260224"/>
                  </a:cubicBezTo>
                  <a:cubicBezTo>
                    <a:pt x="161109" y="259487"/>
                    <a:pt x="161354" y="258751"/>
                    <a:pt x="161607" y="257992"/>
                  </a:cubicBezTo>
                  <a:cubicBezTo>
                    <a:pt x="163095" y="257496"/>
                    <a:pt x="164584" y="256999"/>
                    <a:pt x="166072" y="256503"/>
                  </a:cubicBezTo>
                  <a:cubicBezTo>
                    <a:pt x="166318" y="255767"/>
                    <a:pt x="166563" y="255030"/>
                    <a:pt x="166816" y="254271"/>
                  </a:cubicBezTo>
                  <a:cubicBezTo>
                    <a:pt x="167537" y="254163"/>
                    <a:pt x="168259" y="254056"/>
                    <a:pt x="169002" y="253945"/>
                  </a:cubicBezTo>
                  <a:cubicBezTo>
                    <a:pt x="169754" y="253807"/>
                    <a:pt x="170506" y="253669"/>
                    <a:pt x="171281" y="253527"/>
                  </a:cubicBezTo>
                  <a:cubicBezTo>
                    <a:pt x="171789" y="252541"/>
                    <a:pt x="172286" y="251549"/>
                    <a:pt x="172769" y="250550"/>
                  </a:cubicBezTo>
                  <a:cubicBezTo>
                    <a:pt x="174009" y="250550"/>
                    <a:pt x="175250" y="250550"/>
                    <a:pt x="176490" y="250550"/>
                  </a:cubicBezTo>
                  <a:cubicBezTo>
                    <a:pt x="176582" y="250074"/>
                    <a:pt x="176674" y="249599"/>
                    <a:pt x="176769" y="249108"/>
                  </a:cubicBezTo>
                  <a:cubicBezTo>
                    <a:pt x="176922" y="248602"/>
                    <a:pt x="177076" y="248096"/>
                    <a:pt x="177234" y="247574"/>
                  </a:cubicBezTo>
                  <a:cubicBezTo>
                    <a:pt x="179885" y="247016"/>
                    <a:pt x="179885" y="247016"/>
                    <a:pt x="182443" y="246830"/>
                  </a:cubicBezTo>
                  <a:cubicBezTo>
                    <a:pt x="182443" y="245847"/>
                    <a:pt x="182443" y="244865"/>
                    <a:pt x="182443" y="243853"/>
                  </a:cubicBezTo>
                  <a:cubicBezTo>
                    <a:pt x="184675" y="243016"/>
                    <a:pt x="184675" y="243016"/>
                    <a:pt x="186908" y="242365"/>
                  </a:cubicBezTo>
                  <a:cubicBezTo>
                    <a:pt x="186908" y="241874"/>
                    <a:pt x="186908" y="241382"/>
                    <a:pt x="186908" y="240876"/>
                  </a:cubicBezTo>
                  <a:cubicBezTo>
                    <a:pt x="188174" y="240531"/>
                    <a:pt x="188174" y="240531"/>
                    <a:pt x="189466" y="240179"/>
                  </a:cubicBezTo>
                  <a:cubicBezTo>
                    <a:pt x="190341" y="239918"/>
                    <a:pt x="191216" y="239657"/>
                    <a:pt x="192117" y="239388"/>
                  </a:cubicBezTo>
                  <a:cubicBezTo>
                    <a:pt x="192362" y="238651"/>
                    <a:pt x="192608" y="237915"/>
                    <a:pt x="192861" y="237156"/>
                  </a:cubicBezTo>
                  <a:cubicBezTo>
                    <a:pt x="193582" y="237048"/>
                    <a:pt x="194304" y="236941"/>
                    <a:pt x="195047" y="236830"/>
                  </a:cubicBezTo>
                  <a:cubicBezTo>
                    <a:pt x="195799" y="236692"/>
                    <a:pt x="196551" y="236554"/>
                    <a:pt x="197326" y="236412"/>
                  </a:cubicBezTo>
                  <a:cubicBezTo>
                    <a:pt x="198182" y="234948"/>
                    <a:pt x="198182" y="234948"/>
                    <a:pt x="198814" y="233435"/>
                  </a:cubicBezTo>
                  <a:cubicBezTo>
                    <a:pt x="199801" y="233166"/>
                    <a:pt x="200793" y="232916"/>
                    <a:pt x="201791" y="232691"/>
                  </a:cubicBezTo>
                  <a:cubicBezTo>
                    <a:pt x="202036" y="231954"/>
                    <a:pt x="202282" y="231217"/>
                    <a:pt x="202535" y="230458"/>
                  </a:cubicBezTo>
                  <a:cubicBezTo>
                    <a:pt x="203272" y="230351"/>
                    <a:pt x="204008" y="230244"/>
                    <a:pt x="204767" y="230133"/>
                  </a:cubicBezTo>
                  <a:cubicBezTo>
                    <a:pt x="205504" y="229995"/>
                    <a:pt x="206241" y="229857"/>
                    <a:pt x="207000" y="229714"/>
                  </a:cubicBezTo>
                  <a:cubicBezTo>
                    <a:pt x="207107" y="229223"/>
                    <a:pt x="207215" y="228732"/>
                    <a:pt x="207325" y="228226"/>
                  </a:cubicBezTo>
                  <a:cubicBezTo>
                    <a:pt x="207463" y="227735"/>
                    <a:pt x="207602" y="227244"/>
                    <a:pt x="207744" y="226738"/>
                  </a:cubicBezTo>
                  <a:cubicBezTo>
                    <a:pt x="209476" y="226459"/>
                    <a:pt x="211212" y="226211"/>
                    <a:pt x="212953" y="225994"/>
                  </a:cubicBezTo>
                  <a:cubicBezTo>
                    <a:pt x="213198" y="225257"/>
                    <a:pt x="213444" y="224520"/>
                    <a:pt x="213697" y="223761"/>
                  </a:cubicBezTo>
                  <a:cubicBezTo>
                    <a:pt x="216348" y="223250"/>
                    <a:pt x="216348" y="223250"/>
                    <a:pt x="218906" y="223017"/>
                  </a:cubicBezTo>
                  <a:cubicBezTo>
                    <a:pt x="218906" y="222035"/>
                    <a:pt x="218906" y="221052"/>
                    <a:pt x="218906" y="220040"/>
                  </a:cubicBezTo>
                  <a:cubicBezTo>
                    <a:pt x="219612" y="219979"/>
                    <a:pt x="220318" y="219918"/>
                    <a:pt x="221045" y="219854"/>
                  </a:cubicBezTo>
                  <a:cubicBezTo>
                    <a:pt x="221813" y="219670"/>
                    <a:pt x="222580" y="219486"/>
                    <a:pt x="223371" y="219296"/>
                  </a:cubicBezTo>
                  <a:cubicBezTo>
                    <a:pt x="223616" y="218805"/>
                    <a:pt x="223862" y="218314"/>
                    <a:pt x="224115" y="217808"/>
                  </a:cubicBezTo>
                  <a:cubicBezTo>
                    <a:pt x="224360" y="217317"/>
                    <a:pt x="224606" y="216826"/>
                    <a:pt x="224859" y="216320"/>
                  </a:cubicBezTo>
                  <a:cubicBezTo>
                    <a:pt x="226343" y="216047"/>
                    <a:pt x="227832" y="215798"/>
                    <a:pt x="229324" y="215576"/>
                  </a:cubicBezTo>
                  <a:cubicBezTo>
                    <a:pt x="229569" y="214839"/>
                    <a:pt x="229815" y="214102"/>
                    <a:pt x="230068" y="213343"/>
                  </a:cubicBezTo>
                  <a:cubicBezTo>
                    <a:pt x="230805" y="213236"/>
                    <a:pt x="231541" y="213128"/>
                    <a:pt x="232300" y="213018"/>
                  </a:cubicBezTo>
                  <a:cubicBezTo>
                    <a:pt x="233037" y="212879"/>
                    <a:pt x="233774" y="212741"/>
                    <a:pt x="234533" y="212599"/>
                  </a:cubicBezTo>
                  <a:cubicBezTo>
                    <a:pt x="234625" y="212108"/>
                    <a:pt x="234717" y="211617"/>
                    <a:pt x="234812" y="211111"/>
                  </a:cubicBezTo>
                  <a:cubicBezTo>
                    <a:pt x="235042" y="210374"/>
                    <a:pt x="235042" y="210374"/>
                    <a:pt x="235277" y="209622"/>
                  </a:cubicBezTo>
                  <a:cubicBezTo>
                    <a:pt x="236825" y="209295"/>
                    <a:pt x="238301" y="209202"/>
                    <a:pt x="239881" y="209155"/>
                  </a:cubicBezTo>
                  <a:cubicBezTo>
                    <a:pt x="240326" y="209063"/>
                    <a:pt x="240772" y="208972"/>
                    <a:pt x="241230" y="208878"/>
                  </a:cubicBezTo>
                  <a:cubicBezTo>
                    <a:pt x="241476" y="208142"/>
                    <a:pt x="241721" y="207405"/>
                    <a:pt x="241974" y="206646"/>
                  </a:cubicBezTo>
                  <a:cubicBezTo>
                    <a:pt x="244625" y="206134"/>
                    <a:pt x="244625" y="206134"/>
                    <a:pt x="247183" y="205902"/>
                  </a:cubicBezTo>
                  <a:cubicBezTo>
                    <a:pt x="247183" y="204920"/>
                    <a:pt x="247183" y="203937"/>
                    <a:pt x="247183" y="202925"/>
                  </a:cubicBezTo>
                  <a:cubicBezTo>
                    <a:pt x="248903" y="202374"/>
                    <a:pt x="250642" y="201882"/>
                    <a:pt x="252392" y="201437"/>
                  </a:cubicBezTo>
                  <a:cubicBezTo>
                    <a:pt x="253151" y="200708"/>
                    <a:pt x="253897" y="199965"/>
                    <a:pt x="254625" y="199205"/>
                  </a:cubicBezTo>
                  <a:cubicBezTo>
                    <a:pt x="255269" y="199082"/>
                    <a:pt x="255914" y="198959"/>
                    <a:pt x="256578" y="198832"/>
                  </a:cubicBezTo>
                  <a:cubicBezTo>
                    <a:pt x="257161" y="198710"/>
                    <a:pt x="257744" y="198587"/>
                    <a:pt x="258345" y="198460"/>
                  </a:cubicBezTo>
                  <a:cubicBezTo>
                    <a:pt x="258591" y="197724"/>
                    <a:pt x="258836" y="196987"/>
                    <a:pt x="259090" y="196228"/>
                  </a:cubicBezTo>
                  <a:cubicBezTo>
                    <a:pt x="259826" y="196121"/>
                    <a:pt x="260563" y="196013"/>
                    <a:pt x="261322" y="195902"/>
                  </a:cubicBezTo>
                  <a:cubicBezTo>
                    <a:pt x="262059" y="195764"/>
                    <a:pt x="262795" y="195626"/>
                    <a:pt x="263554" y="195484"/>
                  </a:cubicBezTo>
                  <a:cubicBezTo>
                    <a:pt x="263646" y="194977"/>
                    <a:pt x="263739" y="194471"/>
                    <a:pt x="263833" y="193949"/>
                  </a:cubicBezTo>
                  <a:cubicBezTo>
                    <a:pt x="263987" y="193473"/>
                    <a:pt x="264140" y="192997"/>
                    <a:pt x="264299" y="192507"/>
                  </a:cubicBezTo>
                  <a:cubicBezTo>
                    <a:pt x="266337" y="192215"/>
                    <a:pt x="268180" y="192376"/>
                    <a:pt x="270252" y="192507"/>
                  </a:cubicBezTo>
                  <a:cubicBezTo>
                    <a:pt x="270252" y="191525"/>
                    <a:pt x="270252" y="190543"/>
                    <a:pt x="270252" y="189531"/>
                  </a:cubicBezTo>
                  <a:cubicBezTo>
                    <a:pt x="271096" y="189469"/>
                    <a:pt x="271940" y="189408"/>
                    <a:pt x="272810" y="189345"/>
                  </a:cubicBezTo>
                  <a:cubicBezTo>
                    <a:pt x="273684" y="189160"/>
                    <a:pt x="274559" y="188976"/>
                    <a:pt x="275461" y="188787"/>
                  </a:cubicBezTo>
                  <a:cubicBezTo>
                    <a:pt x="275583" y="188295"/>
                    <a:pt x="275706" y="187804"/>
                    <a:pt x="275833" y="187298"/>
                  </a:cubicBezTo>
                  <a:cubicBezTo>
                    <a:pt x="275955" y="186807"/>
                    <a:pt x="276078" y="186316"/>
                    <a:pt x="276205" y="185810"/>
                  </a:cubicBezTo>
                  <a:cubicBezTo>
                    <a:pt x="277936" y="185532"/>
                    <a:pt x="279673" y="185283"/>
                    <a:pt x="281414" y="185066"/>
                  </a:cubicBezTo>
                  <a:cubicBezTo>
                    <a:pt x="281659" y="184329"/>
                    <a:pt x="281905" y="183592"/>
                    <a:pt x="282158" y="182833"/>
                  </a:cubicBezTo>
                  <a:cubicBezTo>
                    <a:pt x="283894" y="182337"/>
                    <a:pt x="285631" y="181841"/>
                    <a:pt x="287367" y="181345"/>
                  </a:cubicBezTo>
                  <a:cubicBezTo>
                    <a:pt x="287612" y="180608"/>
                    <a:pt x="287858" y="179872"/>
                    <a:pt x="288111" y="179113"/>
                  </a:cubicBezTo>
                  <a:cubicBezTo>
                    <a:pt x="289377" y="178952"/>
                    <a:pt x="289377" y="178952"/>
                    <a:pt x="290669" y="178787"/>
                  </a:cubicBezTo>
                  <a:cubicBezTo>
                    <a:pt x="291544" y="178649"/>
                    <a:pt x="292419" y="178511"/>
                    <a:pt x="293320" y="178369"/>
                  </a:cubicBezTo>
                  <a:cubicBezTo>
                    <a:pt x="293566" y="177877"/>
                    <a:pt x="293811" y="177386"/>
                    <a:pt x="294064" y="176880"/>
                  </a:cubicBezTo>
                  <a:cubicBezTo>
                    <a:pt x="294310" y="176389"/>
                    <a:pt x="294555" y="175898"/>
                    <a:pt x="294808" y="175392"/>
                  </a:cubicBezTo>
                  <a:cubicBezTo>
                    <a:pt x="296541" y="175118"/>
                    <a:pt x="298277" y="174869"/>
                    <a:pt x="300017" y="174648"/>
                  </a:cubicBezTo>
                  <a:cubicBezTo>
                    <a:pt x="300263" y="173911"/>
                    <a:pt x="300508" y="173174"/>
                    <a:pt x="300761" y="172415"/>
                  </a:cubicBezTo>
                  <a:cubicBezTo>
                    <a:pt x="302136" y="172035"/>
                    <a:pt x="302136" y="172035"/>
                    <a:pt x="303784" y="171904"/>
                  </a:cubicBezTo>
                  <a:cubicBezTo>
                    <a:pt x="304751" y="171827"/>
                    <a:pt x="305718" y="171750"/>
                    <a:pt x="306715" y="171671"/>
                  </a:cubicBezTo>
                  <a:cubicBezTo>
                    <a:pt x="306715" y="170689"/>
                    <a:pt x="306715" y="169707"/>
                    <a:pt x="306715" y="168695"/>
                  </a:cubicBezTo>
                  <a:cubicBezTo>
                    <a:pt x="308241" y="168574"/>
                    <a:pt x="309767" y="168453"/>
                    <a:pt x="311293" y="168331"/>
                  </a:cubicBezTo>
                  <a:cubicBezTo>
                    <a:pt x="311746" y="168206"/>
                    <a:pt x="312200" y="168080"/>
                    <a:pt x="312668" y="167951"/>
                  </a:cubicBezTo>
                  <a:cubicBezTo>
                    <a:pt x="312913" y="167214"/>
                    <a:pt x="313159" y="166477"/>
                    <a:pt x="313412" y="165718"/>
                  </a:cubicBezTo>
                  <a:cubicBezTo>
                    <a:pt x="314271" y="165611"/>
                    <a:pt x="315131" y="165503"/>
                    <a:pt x="316016" y="165393"/>
                  </a:cubicBezTo>
                  <a:cubicBezTo>
                    <a:pt x="316876" y="165255"/>
                    <a:pt x="317735" y="165116"/>
                    <a:pt x="318621" y="164974"/>
                  </a:cubicBezTo>
                  <a:cubicBezTo>
                    <a:pt x="318720" y="164486"/>
                    <a:pt x="318818" y="163998"/>
                    <a:pt x="318920" y="163495"/>
                  </a:cubicBezTo>
                  <a:cubicBezTo>
                    <a:pt x="319067" y="163000"/>
                    <a:pt x="319214" y="162506"/>
                    <a:pt x="319365" y="161998"/>
                  </a:cubicBezTo>
                  <a:cubicBezTo>
                    <a:pt x="321065" y="161544"/>
                    <a:pt x="321065" y="161544"/>
                    <a:pt x="323132" y="161439"/>
                  </a:cubicBezTo>
                  <a:cubicBezTo>
                    <a:pt x="323816" y="161397"/>
                    <a:pt x="324500" y="161355"/>
                    <a:pt x="325205" y="161312"/>
                  </a:cubicBezTo>
                  <a:cubicBezTo>
                    <a:pt x="325998" y="161283"/>
                    <a:pt x="325998" y="161283"/>
                    <a:pt x="326806" y="161253"/>
                  </a:cubicBezTo>
                  <a:cubicBezTo>
                    <a:pt x="326806" y="160271"/>
                    <a:pt x="326806" y="159289"/>
                    <a:pt x="326806" y="158277"/>
                  </a:cubicBezTo>
                  <a:cubicBezTo>
                    <a:pt x="327650" y="158200"/>
                    <a:pt x="328495" y="158123"/>
                    <a:pt x="329364" y="158044"/>
                  </a:cubicBezTo>
                  <a:cubicBezTo>
                    <a:pt x="330677" y="157791"/>
                    <a:pt x="330677" y="157791"/>
                    <a:pt x="332015" y="157533"/>
                  </a:cubicBezTo>
                  <a:cubicBezTo>
                    <a:pt x="332261" y="156796"/>
                    <a:pt x="332506" y="156059"/>
                    <a:pt x="332759" y="155300"/>
                  </a:cubicBezTo>
                  <a:cubicBezTo>
                    <a:pt x="333619" y="155193"/>
                    <a:pt x="334478" y="155085"/>
                    <a:pt x="335364" y="154975"/>
                  </a:cubicBezTo>
                  <a:cubicBezTo>
                    <a:pt x="336223" y="154837"/>
                    <a:pt x="337083" y="154698"/>
                    <a:pt x="337968" y="154556"/>
                  </a:cubicBezTo>
                  <a:cubicBezTo>
                    <a:pt x="338076" y="154065"/>
                    <a:pt x="338183" y="153574"/>
                    <a:pt x="338294" y="153068"/>
                  </a:cubicBezTo>
                  <a:cubicBezTo>
                    <a:pt x="338432" y="152577"/>
                    <a:pt x="338570" y="152086"/>
                    <a:pt x="338713" y="151580"/>
                  </a:cubicBezTo>
                  <a:cubicBezTo>
                    <a:pt x="340260" y="151251"/>
                    <a:pt x="341736" y="151160"/>
                    <a:pt x="343317" y="151112"/>
                  </a:cubicBezTo>
                  <a:cubicBezTo>
                    <a:pt x="343985" y="150975"/>
                    <a:pt x="343985" y="150975"/>
                    <a:pt x="344666" y="150835"/>
                  </a:cubicBezTo>
                  <a:cubicBezTo>
                    <a:pt x="344911" y="150099"/>
                    <a:pt x="345157" y="149362"/>
                    <a:pt x="345410" y="148603"/>
                  </a:cubicBezTo>
                  <a:cubicBezTo>
                    <a:pt x="346759" y="148327"/>
                    <a:pt x="346759" y="148327"/>
                    <a:pt x="348386" y="148277"/>
                  </a:cubicBezTo>
                  <a:cubicBezTo>
                    <a:pt x="349992" y="148180"/>
                    <a:pt x="349992" y="148180"/>
                    <a:pt x="351363" y="147859"/>
                  </a:cubicBezTo>
                  <a:cubicBezTo>
                    <a:pt x="351486" y="147368"/>
                    <a:pt x="351609" y="146877"/>
                    <a:pt x="351735" y="146371"/>
                  </a:cubicBezTo>
                  <a:cubicBezTo>
                    <a:pt x="351858" y="145879"/>
                    <a:pt x="351981" y="145388"/>
                    <a:pt x="352107" y="144882"/>
                  </a:cubicBezTo>
                  <a:cubicBezTo>
                    <a:pt x="353629" y="144689"/>
                    <a:pt x="355152" y="144502"/>
                    <a:pt x="356682" y="144397"/>
                  </a:cubicBezTo>
                  <a:cubicBezTo>
                    <a:pt x="357137" y="144311"/>
                    <a:pt x="357592" y="144226"/>
                    <a:pt x="358060" y="144138"/>
                  </a:cubicBezTo>
                  <a:cubicBezTo>
                    <a:pt x="358568" y="143152"/>
                    <a:pt x="359065" y="142160"/>
                    <a:pt x="359549" y="141162"/>
                  </a:cubicBezTo>
                  <a:cubicBezTo>
                    <a:pt x="361285" y="141162"/>
                    <a:pt x="363021" y="141162"/>
                    <a:pt x="364757" y="141162"/>
                  </a:cubicBezTo>
                  <a:cubicBezTo>
                    <a:pt x="364986" y="140682"/>
                    <a:pt x="365214" y="140202"/>
                    <a:pt x="365449" y="139708"/>
                  </a:cubicBezTo>
                  <a:cubicBezTo>
                    <a:pt x="365712" y="139206"/>
                    <a:pt x="365975" y="138703"/>
                    <a:pt x="366246" y="138185"/>
                  </a:cubicBezTo>
                  <a:cubicBezTo>
                    <a:pt x="367856" y="137732"/>
                    <a:pt x="367856" y="137732"/>
                    <a:pt x="369687" y="137627"/>
                  </a:cubicBezTo>
                  <a:cubicBezTo>
                    <a:pt x="370296" y="137585"/>
                    <a:pt x="370904" y="137542"/>
                    <a:pt x="371530" y="137499"/>
                  </a:cubicBezTo>
                  <a:cubicBezTo>
                    <a:pt x="371997" y="137480"/>
                    <a:pt x="372463" y="137461"/>
                    <a:pt x="372943" y="137441"/>
                  </a:cubicBezTo>
                  <a:cubicBezTo>
                    <a:pt x="372943" y="136459"/>
                    <a:pt x="372943" y="135476"/>
                    <a:pt x="372943" y="134464"/>
                  </a:cubicBezTo>
                  <a:cubicBezTo>
                    <a:pt x="373418" y="134436"/>
                    <a:pt x="373893" y="134409"/>
                    <a:pt x="374382" y="134380"/>
                  </a:cubicBezTo>
                  <a:cubicBezTo>
                    <a:pt x="374997" y="134331"/>
                    <a:pt x="375612" y="134282"/>
                    <a:pt x="376245" y="134232"/>
                  </a:cubicBezTo>
                  <a:cubicBezTo>
                    <a:pt x="377165" y="134167"/>
                    <a:pt x="377165" y="134167"/>
                    <a:pt x="378103" y="134101"/>
                  </a:cubicBezTo>
                  <a:cubicBezTo>
                    <a:pt x="378610" y="133975"/>
                    <a:pt x="379117" y="133850"/>
                    <a:pt x="379640" y="133720"/>
                  </a:cubicBezTo>
                  <a:cubicBezTo>
                    <a:pt x="379886" y="132983"/>
                    <a:pt x="380131" y="132247"/>
                    <a:pt x="380384" y="131488"/>
                  </a:cubicBezTo>
                  <a:cubicBezTo>
                    <a:pt x="382127" y="130961"/>
                    <a:pt x="383844" y="130734"/>
                    <a:pt x="385643" y="130465"/>
                  </a:cubicBezTo>
                  <a:cubicBezTo>
                    <a:pt x="386118" y="130311"/>
                    <a:pt x="386593" y="130158"/>
                    <a:pt x="387082" y="129999"/>
                  </a:cubicBezTo>
                  <a:cubicBezTo>
                    <a:pt x="387082" y="129263"/>
                    <a:pt x="387082" y="128526"/>
                    <a:pt x="387082" y="127767"/>
                  </a:cubicBezTo>
                  <a:cubicBezTo>
                    <a:pt x="387781" y="127738"/>
                    <a:pt x="387781" y="127738"/>
                    <a:pt x="388494" y="127709"/>
                  </a:cubicBezTo>
                  <a:cubicBezTo>
                    <a:pt x="389103" y="127667"/>
                    <a:pt x="389711" y="127624"/>
                    <a:pt x="390337" y="127581"/>
                  </a:cubicBezTo>
                  <a:cubicBezTo>
                    <a:pt x="390942" y="127546"/>
                    <a:pt x="391546" y="127512"/>
                    <a:pt x="392169" y="127476"/>
                  </a:cubicBezTo>
                  <a:cubicBezTo>
                    <a:pt x="392700" y="127327"/>
                    <a:pt x="393231" y="127177"/>
                    <a:pt x="393779" y="127023"/>
                  </a:cubicBezTo>
                  <a:cubicBezTo>
                    <a:pt x="394293" y="126040"/>
                    <a:pt x="394790" y="125048"/>
                    <a:pt x="395267" y="124046"/>
                  </a:cubicBezTo>
                  <a:cubicBezTo>
                    <a:pt x="397004" y="124046"/>
                    <a:pt x="398740" y="124046"/>
                    <a:pt x="400476" y="124046"/>
                  </a:cubicBezTo>
                  <a:cubicBezTo>
                    <a:pt x="400697" y="123567"/>
                    <a:pt x="400917" y="123087"/>
                    <a:pt x="401145" y="122593"/>
                  </a:cubicBezTo>
                  <a:cubicBezTo>
                    <a:pt x="401415" y="122090"/>
                    <a:pt x="401686" y="121588"/>
                    <a:pt x="401965" y="121070"/>
                  </a:cubicBezTo>
                  <a:cubicBezTo>
                    <a:pt x="403738" y="120616"/>
                    <a:pt x="403738" y="120616"/>
                    <a:pt x="405778" y="120512"/>
                  </a:cubicBezTo>
                  <a:cubicBezTo>
                    <a:pt x="406455" y="120469"/>
                    <a:pt x="407133" y="120427"/>
                    <a:pt x="407830" y="120384"/>
                  </a:cubicBezTo>
                  <a:cubicBezTo>
                    <a:pt x="408610" y="120355"/>
                    <a:pt x="408610" y="120355"/>
                    <a:pt x="409406" y="120326"/>
                  </a:cubicBezTo>
                  <a:cubicBezTo>
                    <a:pt x="409406" y="119343"/>
                    <a:pt x="409406" y="118361"/>
                    <a:pt x="409406" y="117349"/>
                  </a:cubicBezTo>
                  <a:cubicBezTo>
                    <a:pt x="410118" y="117307"/>
                    <a:pt x="410118" y="117307"/>
                    <a:pt x="410845" y="117265"/>
                  </a:cubicBezTo>
                  <a:cubicBezTo>
                    <a:pt x="411460" y="117216"/>
                    <a:pt x="412075" y="117167"/>
                    <a:pt x="412708" y="117117"/>
                  </a:cubicBezTo>
                  <a:cubicBezTo>
                    <a:pt x="413628" y="117052"/>
                    <a:pt x="413628" y="117052"/>
                    <a:pt x="414565" y="116986"/>
                  </a:cubicBezTo>
                  <a:cubicBezTo>
                    <a:pt x="415073" y="116860"/>
                    <a:pt x="415580" y="116734"/>
                    <a:pt x="416103" y="116605"/>
                  </a:cubicBezTo>
                  <a:cubicBezTo>
                    <a:pt x="416349" y="115868"/>
                    <a:pt x="416594" y="115132"/>
                    <a:pt x="416847" y="114373"/>
                  </a:cubicBezTo>
                  <a:cubicBezTo>
                    <a:pt x="418548" y="113992"/>
                    <a:pt x="418548" y="113992"/>
                    <a:pt x="420615" y="113861"/>
                  </a:cubicBezTo>
                  <a:cubicBezTo>
                    <a:pt x="421640" y="113788"/>
                    <a:pt x="421640" y="113788"/>
                    <a:pt x="422687" y="113713"/>
                  </a:cubicBezTo>
                  <a:cubicBezTo>
                    <a:pt x="423216" y="113685"/>
                    <a:pt x="423744" y="113657"/>
                    <a:pt x="424289" y="113628"/>
                  </a:cubicBezTo>
                  <a:cubicBezTo>
                    <a:pt x="424289" y="112646"/>
                    <a:pt x="424289" y="111664"/>
                    <a:pt x="424289" y="110652"/>
                  </a:cubicBezTo>
                  <a:cubicBezTo>
                    <a:pt x="424988" y="110623"/>
                    <a:pt x="424988" y="110623"/>
                    <a:pt x="425701" y="110594"/>
                  </a:cubicBezTo>
                  <a:cubicBezTo>
                    <a:pt x="426310" y="110551"/>
                    <a:pt x="426918" y="110509"/>
                    <a:pt x="427544" y="110466"/>
                  </a:cubicBezTo>
                  <a:cubicBezTo>
                    <a:pt x="428149" y="110431"/>
                    <a:pt x="428753" y="110397"/>
                    <a:pt x="429376" y="110361"/>
                  </a:cubicBezTo>
                  <a:cubicBezTo>
                    <a:pt x="429907" y="110211"/>
                    <a:pt x="430438" y="110062"/>
                    <a:pt x="430986" y="109908"/>
                  </a:cubicBezTo>
                  <a:cubicBezTo>
                    <a:pt x="431224" y="109409"/>
                    <a:pt x="431462" y="108910"/>
                    <a:pt x="431707" y="108396"/>
                  </a:cubicBezTo>
                  <a:cubicBezTo>
                    <a:pt x="431960" y="107913"/>
                    <a:pt x="432213" y="107429"/>
                    <a:pt x="432474" y="106931"/>
                  </a:cubicBezTo>
                  <a:cubicBezTo>
                    <a:pt x="434247" y="106640"/>
                    <a:pt x="434247" y="106640"/>
                    <a:pt x="436288" y="106745"/>
                  </a:cubicBezTo>
                  <a:cubicBezTo>
                    <a:pt x="436965" y="106772"/>
                    <a:pt x="437642" y="106799"/>
                    <a:pt x="438340" y="106826"/>
                  </a:cubicBezTo>
                  <a:cubicBezTo>
                    <a:pt x="438860" y="106861"/>
                    <a:pt x="439380" y="106896"/>
                    <a:pt x="439916" y="106931"/>
                  </a:cubicBezTo>
                  <a:cubicBezTo>
                    <a:pt x="439916" y="105949"/>
                    <a:pt x="439916" y="104967"/>
                    <a:pt x="439916" y="103955"/>
                  </a:cubicBezTo>
                  <a:cubicBezTo>
                    <a:pt x="440709" y="103926"/>
                    <a:pt x="440709" y="103926"/>
                    <a:pt x="441517" y="103896"/>
                  </a:cubicBezTo>
                  <a:cubicBezTo>
                    <a:pt x="442201" y="103854"/>
                    <a:pt x="442885" y="103812"/>
                    <a:pt x="443590" y="103769"/>
                  </a:cubicBezTo>
                  <a:cubicBezTo>
                    <a:pt x="444272" y="103734"/>
                    <a:pt x="444954" y="103699"/>
                    <a:pt x="445657" y="103664"/>
                  </a:cubicBezTo>
                  <a:cubicBezTo>
                    <a:pt x="446218" y="103514"/>
                    <a:pt x="446779" y="103365"/>
                    <a:pt x="447357" y="103210"/>
                  </a:cubicBezTo>
                  <a:cubicBezTo>
                    <a:pt x="447530" y="102462"/>
                    <a:pt x="447530" y="102462"/>
                    <a:pt x="447706" y="101699"/>
                  </a:cubicBezTo>
                  <a:cubicBezTo>
                    <a:pt x="447902" y="100974"/>
                    <a:pt x="447902" y="100974"/>
                    <a:pt x="448101" y="100234"/>
                  </a:cubicBezTo>
                  <a:cubicBezTo>
                    <a:pt x="449965" y="99943"/>
                    <a:pt x="449965" y="99943"/>
                    <a:pt x="452241" y="100048"/>
                  </a:cubicBezTo>
                  <a:cubicBezTo>
                    <a:pt x="452994" y="100075"/>
                    <a:pt x="453747" y="100102"/>
                    <a:pt x="454522" y="100129"/>
                  </a:cubicBezTo>
                  <a:cubicBezTo>
                    <a:pt x="455105" y="100164"/>
                    <a:pt x="455687" y="100198"/>
                    <a:pt x="456287" y="100234"/>
                  </a:cubicBezTo>
                  <a:cubicBezTo>
                    <a:pt x="456287" y="99252"/>
                    <a:pt x="456287" y="98269"/>
                    <a:pt x="456287" y="97257"/>
                  </a:cubicBezTo>
                  <a:cubicBezTo>
                    <a:pt x="457080" y="97229"/>
                    <a:pt x="457080" y="97229"/>
                    <a:pt x="457888" y="97199"/>
                  </a:cubicBezTo>
                  <a:cubicBezTo>
                    <a:pt x="458572" y="97157"/>
                    <a:pt x="459256" y="97115"/>
                    <a:pt x="459961" y="97071"/>
                  </a:cubicBezTo>
                  <a:cubicBezTo>
                    <a:pt x="460643" y="97037"/>
                    <a:pt x="461325" y="97002"/>
                    <a:pt x="462028" y="96967"/>
                  </a:cubicBezTo>
                  <a:cubicBezTo>
                    <a:pt x="462589" y="96817"/>
                    <a:pt x="463150" y="96667"/>
                    <a:pt x="463728" y="96513"/>
                  </a:cubicBezTo>
                  <a:cubicBezTo>
                    <a:pt x="463977" y="95521"/>
                    <a:pt x="464225" y="94529"/>
                    <a:pt x="464472" y="93537"/>
                  </a:cubicBezTo>
                  <a:cubicBezTo>
                    <a:pt x="466147" y="93162"/>
                    <a:pt x="466147" y="93162"/>
                    <a:pt x="468193" y="93118"/>
                  </a:cubicBezTo>
                  <a:cubicBezTo>
                    <a:pt x="470186" y="93117"/>
                    <a:pt x="470186" y="93117"/>
                    <a:pt x="471914" y="92792"/>
                  </a:cubicBezTo>
                  <a:cubicBezTo>
                    <a:pt x="472159" y="92056"/>
                    <a:pt x="472405" y="91319"/>
                    <a:pt x="472658" y="90560"/>
                  </a:cubicBezTo>
                  <a:cubicBezTo>
                    <a:pt x="474306" y="90179"/>
                    <a:pt x="474306" y="90179"/>
                    <a:pt x="476332" y="90048"/>
                  </a:cubicBezTo>
                  <a:cubicBezTo>
                    <a:pt x="476999" y="89999"/>
                    <a:pt x="477665" y="89951"/>
                    <a:pt x="478352" y="89900"/>
                  </a:cubicBezTo>
                  <a:cubicBezTo>
                    <a:pt x="479430" y="89848"/>
                    <a:pt x="480509" y="89816"/>
                    <a:pt x="481588" y="89816"/>
                  </a:cubicBezTo>
                  <a:cubicBezTo>
                    <a:pt x="481588" y="88834"/>
                    <a:pt x="481588" y="87851"/>
                    <a:pt x="481588" y="86839"/>
                  </a:cubicBezTo>
                  <a:cubicBezTo>
                    <a:pt x="484534" y="86594"/>
                    <a:pt x="487481" y="86348"/>
                    <a:pt x="490517" y="86095"/>
                  </a:cubicBezTo>
                  <a:cubicBezTo>
                    <a:pt x="490517" y="85113"/>
                    <a:pt x="490517" y="84131"/>
                    <a:pt x="490517" y="83119"/>
                  </a:cubicBezTo>
                  <a:cubicBezTo>
                    <a:pt x="491100" y="83091"/>
                    <a:pt x="491682" y="83063"/>
                    <a:pt x="492282" y="83034"/>
                  </a:cubicBezTo>
                  <a:cubicBezTo>
                    <a:pt x="493035" y="82985"/>
                    <a:pt x="493788" y="82936"/>
                    <a:pt x="494564" y="82886"/>
                  </a:cubicBezTo>
                  <a:cubicBezTo>
                    <a:pt x="495315" y="82843"/>
                    <a:pt x="496066" y="82800"/>
                    <a:pt x="496840" y="82755"/>
                  </a:cubicBezTo>
                  <a:cubicBezTo>
                    <a:pt x="497762" y="82567"/>
                    <a:pt x="497762" y="82567"/>
                    <a:pt x="498703" y="82374"/>
                  </a:cubicBezTo>
                  <a:cubicBezTo>
                    <a:pt x="498948" y="81638"/>
                    <a:pt x="499194" y="80901"/>
                    <a:pt x="499447" y="80142"/>
                  </a:cubicBezTo>
                  <a:cubicBezTo>
                    <a:pt x="501574" y="79822"/>
                    <a:pt x="503647" y="79814"/>
                    <a:pt x="505795" y="79773"/>
                  </a:cubicBezTo>
                  <a:cubicBezTo>
                    <a:pt x="506402" y="79649"/>
                    <a:pt x="507008" y="79525"/>
                    <a:pt x="507632" y="79398"/>
                  </a:cubicBezTo>
                  <a:cubicBezTo>
                    <a:pt x="507792" y="78666"/>
                    <a:pt x="507792" y="78666"/>
                    <a:pt x="507955" y="77918"/>
                  </a:cubicBezTo>
                  <a:cubicBezTo>
                    <a:pt x="508164" y="77177"/>
                    <a:pt x="508164" y="77177"/>
                    <a:pt x="508377" y="76421"/>
                  </a:cubicBezTo>
                  <a:cubicBezTo>
                    <a:pt x="510565" y="75968"/>
                    <a:pt x="510565" y="75968"/>
                    <a:pt x="513260" y="75863"/>
                  </a:cubicBezTo>
                  <a:cubicBezTo>
                    <a:pt x="514151" y="75821"/>
                    <a:pt x="515042" y="75779"/>
                    <a:pt x="515960" y="75735"/>
                  </a:cubicBezTo>
                  <a:cubicBezTo>
                    <a:pt x="516650" y="75716"/>
                    <a:pt x="517340" y="75697"/>
                    <a:pt x="518050" y="75677"/>
                  </a:cubicBezTo>
                  <a:cubicBezTo>
                    <a:pt x="518050" y="74941"/>
                    <a:pt x="518050" y="74204"/>
                    <a:pt x="518050" y="73445"/>
                  </a:cubicBezTo>
                  <a:cubicBezTo>
                    <a:pt x="518624" y="73426"/>
                    <a:pt x="519198" y="73406"/>
                    <a:pt x="519789" y="73387"/>
                  </a:cubicBezTo>
                  <a:cubicBezTo>
                    <a:pt x="520535" y="73344"/>
                    <a:pt x="521281" y="73302"/>
                    <a:pt x="522050" y="73259"/>
                  </a:cubicBezTo>
                  <a:cubicBezTo>
                    <a:pt x="522793" y="73224"/>
                    <a:pt x="523535" y="73190"/>
                    <a:pt x="524300" y="73154"/>
                  </a:cubicBezTo>
                  <a:cubicBezTo>
                    <a:pt x="524939" y="73004"/>
                    <a:pt x="525578" y="72855"/>
                    <a:pt x="526236" y="72701"/>
                  </a:cubicBezTo>
                  <a:cubicBezTo>
                    <a:pt x="526476" y="72206"/>
                    <a:pt x="526716" y="71711"/>
                    <a:pt x="526963" y="71201"/>
                  </a:cubicBezTo>
                  <a:cubicBezTo>
                    <a:pt x="527214" y="70713"/>
                    <a:pt x="527465" y="70226"/>
                    <a:pt x="527724" y="69724"/>
                  </a:cubicBezTo>
                  <a:cubicBezTo>
                    <a:pt x="530043" y="69329"/>
                    <a:pt x="532258" y="69351"/>
                    <a:pt x="534608" y="69329"/>
                  </a:cubicBezTo>
                  <a:cubicBezTo>
                    <a:pt x="535283" y="69214"/>
                    <a:pt x="535958" y="69099"/>
                    <a:pt x="536654" y="68980"/>
                  </a:cubicBezTo>
                  <a:cubicBezTo>
                    <a:pt x="536899" y="68490"/>
                    <a:pt x="537143" y="68000"/>
                    <a:pt x="537395" y="67495"/>
                  </a:cubicBezTo>
                  <a:cubicBezTo>
                    <a:pt x="537642" y="67002"/>
                    <a:pt x="537888" y="66510"/>
                    <a:pt x="538142" y="66003"/>
                  </a:cubicBezTo>
                  <a:cubicBezTo>
                    <a:pt x="540215" y="65628"/>
                    <a:pt x="540215" y="65628"/>
                    <a:pt x="542654" y="65585"/>
                  </a:cubicBezTo>
                  <a:cubicBezTo>
                    <a:pt x="545027" y="65585"/>
                    <a:pt x="545027" y="65585"/>
                    <a:pt x="547072" y="65259"/>
                  </a:cubicBezTo>
                  <a:cubicBezTo>
                    <a:pt x="547318" y="64523"/>
                    <a:pt x="547563" y="63786"/>
                    <a:pt x="547816" y="63027"/>
                  </a:cubicBezTo>
                  <a:cubicBezTo>
                    <a:pt x="550111" y="62706"/>
                    <a:pt x="552357" y="62699"/>
                    <a:pt x="554673" y="62658"/>
                  </a:cubicBezTo>
                  <a:cubicBezTo>
                    <a:pt x="555357" y="62534"/>
                    <a:pt x="556041" y="62410"/>
                    <a:pt x="556746" y="62283"/>
                  </a:cubicBezTo>
                  <a:cubicBezTo>
                    <a:pt x="556976" y="61783"/>
                    <a:pt x="557206" y="61283"/>
                    <a:pt x="557443" y="60768"/>
                  </a:cubicBezTo>
                  <a:cubicBezTo>
                    <a:pt x="557704" y="60286"/>
                    <a:pt x="557965" y="59803"/>
                    <a:pt x="558234" y="59306"/>
                  </a:cubicBezTo>
                  <a:cubicBezTo>
                    <a:pt x="560632" y="59120"/>
                    <a:pt x="560632" y="59120"/>
                    <a:pt x="563490" y="59306"/>
                  </a:cubicBezTo>
                  <a:cubicBezTo>
                    <a:pt x="566260" y="59556"/>
                    <a:pt x="566260" y="59556"/>
                    <a:pt x="568652" y="59306"/>
                  </a:cubicBezTo>
                  <a:cubicBezTo>
                    <a:pt x="568902" y="58314"/>
                    <a:pt x="569150" y="57322"/>
                    <a:pt x="569396" y="56330"/>
                  </a:cubicBezTo>
                  <a:cubicBezTo>
                    <a:pt x="571748" y="55876"/>
                    <a:pt x="571748" y="55876"/>
                    <a:pt x="574652" y="55771"/>
                  </a:cubicBezTo>
                  <a:cubicBezTo>
                    <a:pt x="575612" y="55729"/>
                    <a:pt x="576572" y="55687"/>
                    <a:pt x="577561" y="55644"/>
                  </a:cubicBezTo>
                  <a:cubicBezTo>
                    <a:pt x="578305" y="55624"/>
                    <a:pt x="579048" y="55605"/>
                    <a:pt x="579814" y="55585"/>
                  </a:cubicBezTo>
                  <a:cubicBezTo>
                    <a:pt x="579814" y="54603"/>
                    <a:pt x="579814" y="53621"/>
                    <a:pt x="579814" y="52609"/>
                  </a:cubicBezTo>
                  <a:cubicBezTo>
                    <a:pt x="580665" y="52590"/>
                    <a:pt x="581516" y="52570"/>
                    <a:pt x="582392" y="52551"/>
                  </a:cubicBezTo>
                  <a:cubicBezTo>
                    <a:pt x="583502" y="52509"/>
                    <a:pt x="584611" y="52466"/>
                    <a:pt x="585721" y="52423"/>
                  </a:cubicBezTo>
                  <a:cubicBezTo>
                    <a:pt x="586282" y="52412"/>
                    <a:pt x="586844" y="52402"/>
                    <a:pt x="587423" y="52391"/>
                  </a:cubicBezTo>
                  <a:cubicBezTo>
                    <a:pt x="589229" y="52343"/>
                    <a:pt x="589229" y="52343"/>
                    <a:pt x="591720" y="51865"/>
                  </a:cubicBezTo>
                  <a:cubicBezTo>
                    <a:pt x="592186" y="50370"/>
                    <a:pt x="592186" y="50370"/>
                    <a:pt x="592465" y="48888"/>
                  </a:cubicBezTo>
                  <a:cubicBezTo>
                    <a:pt x="594601" y="48624"/>
                    <a:pt x="594601" y="48624"/>
                    <a:pt x="597255" y="48749"/>
                  </a:cubicBezTo>
                  <a:cubicBezTo>
                    <a:pt x="600560" y="49032"/>
                    <a:pt x="600560" y="49032"/>
                    <a:pt x="603627" y="48144"/>
                  </a:cubicBezTo>
                  <a:cubicBezTo>
                    <a:pt x="603872" y="47407"/>
                    <a:pt x="604118" y="46671"/>
                    <a:pt x="604371" y="45912"/>
                  </a:cubicBezTo>
                  <a:cubicBezTo>
                    <a:pt x="607052" y="45590"/>
                    <a:pt x="609691" y="45584"/>
                    <a:pt x="612391" y="45542"/>
                  </a:cubicBezTo>
                  <a:cubicBezTo>
                    <a:pt x="613182" y="45419"/>
                    <a:pt x="613973" y="45295"/>
                    <a:pt x="614789" y="45167"/>
                  </a:cubicBezTo>
                  <a:cubicBezTo>
                    <a:pt x="615019" y="44676"/>
                    <a:pt x="615249" y="44185"/>
                    <a:pt x="615486" y="43679"/>
                  </a:cubicBezTo>
                  <a:cubicBezTo>
                    <a:pt x="615747" y="43188"/>
                    <a:pt x="616008" y="42697"/>
                    <a:pt x="616277" y="42191"/>
                  </a:cubicBezTo>
                  <a:cubicBezTo>
                    <a:pt x="618355" y="41905"/>
                    <a:pt x="620197" y="41774"/>
                    <a:pt x="622277" y="41772"/>
                  </a:cubicBezTo>
                  <a:cubicBezTo>
                    <a:pt x="624287" y="41760"/>
                    <a:pt x="626176" y="41658"/>
                    <a:pt x="628183" y="41447"/>
                  </a:cubicBezTo>
                  <a:cubicBezTo>
                    <a:pt x="628429" y="40710"/>
                    <a:pt x="628674" y="39973"/>
                    <a:pt x="628927" y="39214"/>
                  </a:cubicBezTo>
                  <a:cubicBezTo>
                    <a:pt x="631657" y="38946"/>
                    <a:pt x="634313" y="38890"/>
                    <a:pt x="637052" y="38887"/>
                  </a:cubicBezTo>
                  <a:cubicBezTo>
                    <a:pt x="638954" y="38871"/>
                    <a:pt x="638954" y="38871"/>
                    <a:pt x="641578" y="38470"/>
                  </a:cubicBezTo>
                  <a:cubicBezTo>
                    <a:pt x="641698" y="37979"/>
                    <a:pt x="641818" y="37487"/>
                    <a:pt x="641941" y="36980"/>
                  </a:cubicBezTo>
                  <a:cubicBezTo>
                    <a:pt x="642130" y="36244"/>
                    <a:pt x="642130" y="36244"/>
                    <a:pt x="642322" y="35494"/>
                  </a:cubicBezTo>
                  <a:cubicBezTo>
                    <a:pt x="645207" y="35152"/>
                    <a:pt x="647962" y="35117"/>
                    <a:pt x="650861" y="35130"/>
                  </a:cubicBezTo>
                  <a:cubicBezTo>
                    <a:pt x="651457" y="35120"/>
                    <a:pt x="652053" y="35109"/>
                    <a:pt x="652667" y="35098"/>
                  </a:cubicBezTo>
                  <a:cubicBezTo>
                    <a:pt x="653216" y="35102"/>
                    <a:pt x="653765" y="35105"/>
                    <a:pt x="654330" y="35108"/>
                  </a:cubicBezTo>
                  <a:cubicBezTo>
                    <a:pt x="654787" y="34990"/>
                    <a:pt x="655245" y="34872"/>
                    <a:pt x="655716" y="34749"/>
                  </a:cubicBezTo>
                  <a:cubicBezTo>
                    <a:pt x="655959" y="34259"/>
                    <a:pt x="656201" y="33768"/>
                    <a:pt x="656450" y="33263"/>
                  </a:cubicBezTo>
                  <a:cubicBezTo>
                    <a:pt x="656699" y="32771"/>
                    <a:pt x="656948" y="32279"/>
                    <a:pt x="657205" y="31773"/>
                  </a:cubicBezTo>
                  <a:cubicBezTo>
                    <a:pt x="658660" y="31402"/>
                    <a:pt x="658660" y="31402"/>
                    <a:pt x="660417" y="31398"/>
                  </a:cubicBezTo>
                  <a:cubicBezTo>
                    <a:pt x="661047" y="31384"/>
                    <a:pt x="661676" y="31370"/>
                    <a:pt x="662325" y="31356"/>
                  </a:cubicBezTo>
                  <a:cubicBezTo>
                    <a:pt x="662984" y="31355"/>
                    <a:pt x="663642" y="31355"/>
                    <a:pt x="664321" y="31354"/>
                  </a:cubicBezTo>
                  <a:cubicBezTo>
                    <a:pt x="665624" y="31348"/>
                    <a:pt x="666927" y="31332"/>
                    <a:pt x="668230" y="31305"/>
                  </a:cubicBezTo>
                  <a:cubicBezTo>
                    <a:pt x="668809" y="31304"/>
                    <a:pt x="669388" y="31304"/>
                    <a:pt x="669985" y="31303"/>
                  </a:cubicBezTo>
                  <a:cubicBezTo>
                    <a:pt x="670433" y="31213"/>
                    <a:pt x="670881" y="31122"/>
                    <a:pt x="671343" y="31029"/>
                  </a:cubicBezTo>
                  <a:cubicBezTo>
                    <a:pt x="671589" y="30292"/>
                    <a:pt x="671835" y="29555"/>
                    <a:pt x="672088" y="28796"/>
                  </a:cubicBezTo>
                  <a:cubicBezTo>
                    <a:pt x="673538" y="28475"/>
                    <a:pt x="673538" y="28475"/>
                    <a:pt x="675416" y="28416"/>
                  </a:cubicBezTo>
                  <a:cubicBezTo>
                    <a:pt x="676085" y="28389"/>
                    <a:pt x="676754" y="28363"/>
                    <a:pt x="677443" y="28336"/>
                  </a:cubicBezTo>
                  <a:cubicBezTo>
                    <a:pt x="678147" y="28319"/>
                    <a:pt x="678851" y="28302"/>
                    <a:pt x="679576" y="28285"/>
                  </a:cubicBezTo>
                  <a:cubicBezTo>
                    <a:pt x="680282" y="28259"/>
                    <a:pt x="680988" y="28234"/>
                    <a:pt x="681716" y="28208"/>
                  </a:cubicBezTo>
                  <a:cubicBezTo>
                    <a:pt x="683468" y="28146"/>
                    <a:pt x="685219" y="28095"/>
                    <a:pt x="686970" y="28052"/>
                  </a:cubicBezTo>
                  <a:cubicBezTo>
                    <a:pt x="686970" y="27070"/>
                    <a:pt x="686970" y="26088"/>
                    <a:pt x="686970" y="25076"/>
                  </a:cubicBezTo>
                  <a:cubicBezTo>
                    <a:pt x="687485" y="25065"/>
                    <a:pt x="688000" y="25054"/>
                    <a:pt x="688530" y="25043"/>
                  </a:cubicBezTo>
                  <a:cubicBezTo>
                    <a:pt x="690847" y="24988"/>
                    <a:pt x="693164" y="24916"/>
                    <a:pt x="695482" y="24843"/>
                  </a:cubicBezTo>
                  <a:cubicBezTo>
                    <a:pt x="696292" y="24826"/>
                    <a:pt x="697102" y="24810"/>
                    <a:pt x="697936" y="24792"/>
                  </a:cubicBezTo>
                  <a:cubicBezTo>
                    <a:pt x="698706" y="24766"/>
                    <a:pt x="699476" y="24739"/>
                    <a:pt x="700269" y="24712"/>
                  </a:cubicBezTo>
                  <a:cubicBezTo>
                    <a:pt x="701339" y="24683"/>
                    <a:pt x="701339" y="24683"/>
                    <a:pt x="702430" y="24653"/>
                  </a:cubicBezTo>
                  <a:cubicBezTo>
                    <a:pt x="702976" y="24547"/>
                    <a:pt x="703523" y="24441"/>
                    <a:pt x="704086" y="24332"/>
                  </a:cubicBezTo>
                  <a:cubicBezTo>
                    <a:pt x="704331" y="23595"/>
                    <a:pt x="704577" y="22858"/>
                    <a:pt x="704830" y="22099"/>
                  </a:cubicBezTo>
                  <a:cubicBezTo>
                    <a:pt x="706485" y="21777"/>
                    <a:pt x="706485" y="21777"/>
                    <a:pt x="708646" y="21718"/>
                  </a:cubicBezTo>
                  <a:cubicBezTo>
                    <a:pt x="709416" y="21692"/>
                    <a:pt x="710186" y="21666"/>
                    <a:pt x="710979" y="21638"/>
                  </a:cubicBezTo>
                  <a:cubicBezTo>
                    <a:pt x="711789" y="21622"/>
                    <a:pt x="712599" y="21605"/>
                    <a:pt x="713434" y="21587"/>
                  </a:cubicBezTo>
                  <a:cubicBezTo>
                    <a:pt x="714247" y="21562"/>
                    <a:pt x="715060" y="21537"/>
                    <a:pt x="715897" y="21510"/>
                  </a:cubicBezTo>
                  <a:cubicBezTo>
                    <a:pt x="717913" y="21449"/>
                    <a:pt x="719929" y="21397"/>
                    <a:pt x="721945" y="21355"/>
                  </a:cubicBezTo>
                  <a:cubicBezTo>
                    <a:pt x="721945" y="20373"/>
                    <a:pt x="721945" y="19390"/>
                    <a:pt x="721945" y="18378"/>
                  </a:cubicBezTo>
                  <a:cubicBezTo>
                    <a:pt x="722779" y="18362"/>
                    <a:pt x="722779" y="18362"/>
                    <a:pt x="723629" y="18345"/>
                  </a:cubicBezTo>
                  <a:cubicBezTo>
                    <a:pt x="726138" y="18290"/>
                    <a:pt x="728646" y="18218"/>
                    <a:pt x="731154" y="18146"/>
                  </a:cubicBezTo>
                  <a:cubicBezTo>
                    <a:pt x="732029" y="18129"/>
                    <a:pt x="732903" y="18112"/>
                    <a:pt x="733805" y="18095"/>
                  </a:cubicBezTo>
                  <a:cubicBezTo>
                    <a:pt x="734639" y="18069"/>
                    <a:pt x="735474" y="18042"/>
                    <a:pt x="736334" y="18015"/>
                  </a:cubicBezTo>
                  <a:cubicBezTo>
                    <a:pt x="737491" y="17986"/>
                    <a:pt x="737491" y="17986"/>
                    <a:pt x="738672" y="17956"/>
                  </a:cubicBezTo>
                  <a:cubicBezTo>
                    <a:pt x="739601" y="17797"/>
                    <a:pt x="739601" y="17797"/>
                    <a:pt x="740549" y="17634"/>
                  </a:cubicBezTo>
                  <a:cubicBezTo>
                    <a:pt x="741040" y="16898"/>
                    <a:pt x="741531" y="16161"/>
                    <a:pt x="742037" y="15402"/>
                  </a:cubicBezTo>
                  <a:cubicBezTo>
                    <a:pt x="744288" y="14549"/>
                    <a:pt x="746446" y="14580"/>
                    <a:pt x="748833" y="14611"/>
                  </a:cubicBezTo>
                  <a:cubicBezTo>
                    <a:pt x="749555" y="14617"/>
                    <a:pt x="750278" y="14623"/>
                    <a:pt x="751022" y="14629"/>
                  </a:cubicBezTo>
                  <a:cubicBezTo>
                    <a:pt x="751771" y="14638"/>
                    <a:pt x="752520" y="14648"/>
                    <a:pt x="753292" y="14658"/>
                  </a:cubicBezTo>
                  <a:cubicBezTo>
                    <a:pt x="754782" y="14677"/>
                    <a:pt x="756272" y="14692"/>
                    <a:pt x="757763" y="14704"/>
                  </a:cubicBezTo>
                  <a:cubicBezTo>
                    <a:pt x="758422" y="14713"/>
                    <a:pt x="759081" y="14721"/>
                    <a:pt x="759760" y="14730"/>
                  </a:cubicBezTo>
                  <a:cubicBezTo>
                    <a:pt x="761419" y="14766"/>
                    <a:pt x="761419" y="14766"/>
                    <a:pt x="762873" y="13914"/>
                  </a:cubicBezTo>
                  <a:cubicBezTo>
                    <a:pt x="763118" y="13177"/>
                    <a:pt x="763364" y="12440"/>
                    <a:pt x="763617" y="11681"/>
                  </a:cubicBezTo>
                  <a:cubicBezTo>
                    <a:pt x="765487" y="11424"/>
                    <a:pt x="767184" y="11317"/>
                    <a:pt x="769061" y="11300"/>
                  </a:cubicBezTo>
                  <a:cubicBezTo>
                    <a:pt x="769605" y="11287"/>
                    <a:pt x="770149" y="11274"/>
                    <a:pt x="770710" y="11260"/>
                  </a:cubicBezTo>
                  <a:cubicBezTo>
                    <a:pt x="772454" y="11219"/>
                    <a:pt x="774198" y="11194"/>
                    <a:pt x="775942" y="11170"/>
                  </a:cubicBezTo>
                  <a:cubicBezTo>
                    <a:pt x="777121" y="11145"/>
                    <a:pt x="778301" y="11119"/>
                    <a:pt x="779481" y="11092"/>
                  </a:cubicBezTo>
                  <a:cubicBezTo>
                    <a:pt x="782378" y="11029"/>
                    <a:pt x="785276" y="10979"/>
                    <a:pt x="788174" y="10937"/>
                  </a:cubicBezTo>
                  <a:cubicBezTo>
                    <a:pt x="788174" y="9955"/>
                    <a:pt x="788174" y="8972"/>
                    <a:pt x="788174" y="7960"/>
                  </a:cubicBezTo>
                  <a:cubicBezTo>
                    <a:pt x="797751" y="7960"/>
                    <a:pt x="807328" y="7960"/>
                    <a:pt x="817195" y="7960"/>
                  </a:cubicBezTo>
                  <a:cubicBezTo>
                    <a:pt x="817195" y="6978"/>
                    <a:pt x="817195" y="5996"/>
                    <a:pt x="817195" y="4984"/>
                  </a:cubicBezTo>
                  <a:cubicBezTo>
                    <a:pt x="817667" y="4981"/>
                    <a:pt x="818139" y="4978"/>
                    <a:pt x="818626" y="4976"/>
                  </a:cubicBezTo>
                  <a:cubicBezTo>
                    <a:pt x="823527" y="4945"/>
                    <a:pt x="828427" y="4893"/>
                    <a:pt x="833328" y="4829"/>
                  </a:cubicBezTo>
                  <a:cubicBezTo>
                    <a:pt x="835158" y="4808"/>
                    <a:pt x="836989" y="4793"/>
                    <a:pt x="838819" y="4782"/>
                  </a:cubicBezTo>
                  <a:cubicBezTo>
                    <a:pt x="841446" y="4766"/>
                    <a:pt x="844072" y="4732"/>
                    <a:pt x="846699" y="4693"/>
                  </a:cubicBezTo>
                  <a:cubicBezTo>
                    <a:pt x="847933" y="4692"/>
                    <a:pt x="847933" y="4692"/>
                    <a:pt x="849191" y="4690"/>
                  </a:cubicBezTo>
                  <a:cubicBezTo>
                    <a:pt x="850331" y="4668"/>
                    <a:pt x="850331" y="4668"/>
                    <a:pt x="851493" y="4646"/>
                  </a:cubicBezTo>
                  <a:cubicBezTo>
                    <a:pt x="852164" y="4639"/>
                    <a:pt x="852835" y="4633"/>
                    <a:pt x="853526" y="4626"/>
                  </a:cubicBezTo>
                  <a:cubicBezTo>
                    <a:pt x="854061" y="4498"/>
                    <a:pt x="854595" y="4371"/>
                    <a:pt x="855146" y="4240"/>
                  </a:cubicBezTo>
                  <a:cubicBezTo>
                    <a:pt x="855364" y="3748"/>
                    <a:pt x="855581" y="3257"/>
                    <a:pt x="855805" y="2751"/>
                  </a:cubicBezTo>
                  <a:cubicBezTo>
                    <a:pt x="856079" y="2260"/>
                    <a:pt x="856353" y="1769"/>
                    <a:pt x="856634" y="1263"/>
                  </a:cubicBezTo>
                  <a:close/>
                </a:path>
              </a:pathLst>
            </a:custGeom>
            <a:grpFill/>
            <a:ln w="744" cap="flat">
              <a:noFill/>
              <a:prstDash val="solid"/>
              <a:miter/>
            </a:ln>
          </p:spPr>
          <p:txBody>
            <a:bodyPr rtlCol="0" anchor="ctr"/>
            <a:lstStyle/>
            <a:p>
              <a:endParaRPr lang="zh-CN" altLang="en-US"/>
            </a:p>
          </p:txBody>
        </p:sp>
        <p:sp>
          <p:nvSpPr>
            <p:cNvPr id="76" name="任意多边形: 形状 75"/>
            <p:cNvSpPr/>
            <p:nvPr/>
          </p:nvSpPr>
          <p:spPr>
            <a:xfrm>
              <a:off x="-341545" y="422219"/>
              <a:ext cx="1212484" cy="696873"/>
            </a:xfrm>
            <a:custGeom>
              <a:avLst/>
              <a:gdLst>
                <a:gd name="connsiteX0" fmla="*/ 946421 w 1212484"/>
                <a:gd name="connsiteY0" fmla="*/ 558 h 696873"/>
                <a:gd name="connsiteX1" fmla="*/ 963808 w 1212484"/>
                <a:gd name="connsiteY1" fmla="*/ 404 h 696873"/>
                <a:gd name="connsiteX2" fmla="*/ 971881 w 1212484"/>
                <a:gd name="connsiteY2" fmla="*/ 333 h 696873"/>
                <a:gd name="connsiteX3" fmla="*/ 979669 w 1212484"/>
                <a:gd name="connsiteY3" fmla="*/ 276 h 696873"/>
                <a:gd name="connsiteX4" fmla="*/ 984094 w 1212484"/>
                <a:gd name="connsiteY4" fmla="*/ 221 h 696873"/>
                <a:gd name="connsiteX5" fmla="*/ 986802 w 1212484"/>
                <a:gd name="connsiteY5" fmla="*/ 220 h 696873"/>
                <a:gd name="connsiteX6" fmla="*/ 989196 w 1212484"/>
                <a:gd name="connsiteY6" fmla="*/ 200 h 696873"/>
                <a:gd name="connsiteX7" fmla="*/ 991070 w 1212484"/>
                <a:gd name="connsiteY7" fmla="*/ 558 h 696873"/>
                <a:gd name="connsiteX8" fmla="*/ 992558 w 1212484"/>
                <a:gd name="connsiteY8" fmla="*/ 3535 h 696873"/>
                <a:gd name="connsiteX9" fmla="*/ 994790 w 1212484"/>
                <a:gd name="connsiteY9" fmla="*/ 4279 h 696873"/>
                <a:gd name="connsiteX10" fmla="*/ 994790 w 1212484"/>
                <a:gd name="connsiteY10" fmla="*/ 7255 h 696873"/>
                <a:gd name="connsiteX11" fmla="*/ 996558 w 1212484"/>
                <a:gd name="connsiteY11" fmla="*/ 7069 h 696873"/>
                <a:gd name="connsiteX12" fmla="*/ 998511 w 1212484"/>
                <a:gd name="connsiteY12" fmla="*/ 7255 h 696873"/>
                <a:gd name="connsiteX13" fmla="*/ 999999 w 1212484"/>
                <a:gd name="connsiteY13" fmla="*/ 10232 h 696873"/>
                <a:gd name="connsiteX14" fmla="*/ 1001581 w 1212484"/>
                <a:gd name="connsiteY14" fmla="*/ 10604 h 696873"/>
                <a:gd name="connsiteX15" fmla="*/ 1002976 w 1212484"/>
                <a:gd name="connsiteY15" fmla="*/ 10976 h 696873"/>
                <a:gd name="connsiteX16" fmla="*/ 1002976 w 1212484"/>
                <a:gd name="connsiteY16" fmla="*/ 13952 h 696873"/>
                <a:gd name="connsiteX17" fmla="*/ 1005952 w 1212484"/>
                <a:gd name="connsiteY17" fmla="*/ 13952 h 696873"/>
                <a:gd name="connsiteX18" fmla="*/ 1006278 w 1212484"/>
                <a:gd name="connsiteY18" fmla="*/ 15394 h 696873"/>
                <a:gd name="connsiteX19" fmla="*/ 1006697 w 1212484"/>
                <a:gd name="connsiteY19" fmla="*/ 16929 h 696873"/>
                <a:gd name="connsiteX20" fmla="*/ 1008557 w 1212484"/>
                <a:gd name="connsiteY20" fmla="*/ 17301 h 696873"/>
                <a:gd name="connsiteX21" fmla="*/ 1010417 w 1212484"/>
                <a:gd name="connsiteY21" fmla="*/ 17673 h 696873"/>
                <a:gd name="connsiteX22" fmla="*/ 1011161 w 1212484"/>
                <a:gd name="connsiteY22" fmla="*/ 20650 h 696873"/>
                <a:gd name="connsiteX23" fmla="*/ 1014138 w 1212484"/>
                <a:gd name="connsiteY23" fmla="*/ 20650 h 696873"/>
                <a:gd name="connsiteX24" fmla="*/ 1014138 w 1212484"/>
                <a:gd name="connsiteY24" fmla="*/ 23626 h 696873"/>
                <a:gd name="connsiteX25" fmla="*/ 1017859 w 1212484"/>
                <a:gd name="connsiteY25" fmla="*/ 24370 h 696873"/>
                <a:gd name="connsiteX26" fmla="*/ 1019347 w 1212484"/>
                <a:gd name="connsiteY26" fmla="*/ 27347 h 696873"/>
                <a:gd name="connsiteX27" fmla="*/ 1021579 w 1212484"/>
                <a:gd name="connsiteY27" fmla="*/ 28091 h 696873"/>
                <a:gd name="connsiteX28" fmla="*/ 1021579 w 1212484"/>
                <a:gd name="connsiteY28" fmla="*/ 31068 h 696873"/>
                <a:gd name="connsiteX29" fmla="*/ 1026044 w 1212484"/>
                <a:gd name="connsiteY29" fmla="*/ 31068 h 696873"/>
                <a:gd name="connsiteX30" fmla="*/ 1026044 w 1212484"/>
                <a:gd name="connsiteY30" fmla="*/ 34044 h 696873"/>
                <a:gd name="connsiteX31" fmla="*/ 1029021 w 1212484"/>
                <a:gd name="connsiteY31" fmla="*/ 34788 h 696873"/>
                <a:gd name="connsiteX32" fmla="*/ 1030509 w 1212484"/>
                <a:gd name="connsiteY32" fmla="*/ 37765 h 696873"/>
                <a:gd name="connsiteX33" fmla="*/ 1032742 w 1212484"/>
                <a:gd name="connsiteY33" fmla="*/ 39253 h 696873"/>
                <a:gd name="connsiteX34" fmla="*/ 1032742 w 1212484"/>
                <a:gd name="connsiteY34" fmla="*/ 41486 h 696873"/>
                <a:gd name="connsiteX35" fmla="*/ 1035718 w 1212484"/>
                <a:gd name="connsiteY35" fmla="*/ 41486 h 696873"/>
                <a:gd name="connsiteX36" fmla="*/ 1036462 w 1212484"/>
                <a:gd name="connsiteY36" fmla="*/ 43718 h 696873"/>
                <a:gd name="connsiteX37" fmla="*/ 1038276 w 1212484"/>
                <a:gd name="connsiteY37" fmla="*/ 44416 h 696873"/>
                <a:gd name="connsiteX38" fmla="*/ 1041671 w 1212484"/>
                <a:gd name="connsiteY38" fmla="*/ 48183 h 696873"/>
                <a:gd name="connsiteX39" fmla="*/ 1043159 w 1212484"/>
                <a:gd name="connsiteY39" fmla="*/ 48927 h 696873"/>
                <a:gd name="connsiteX40" fmla="*/ 1043904 w 1212484"/>
                <a:gd name="connsiteY40" fmla="*/ 51160 h 696873"/>
                <a:gd name="connsiteX41" fmla="*/ 1046136 w 1212484"/>
                <a:gd name="connsiteY41" fmla="*/ 51904 h 696873"/>
                <a:gd name="connsiteX42" fmla="*/ 1046462 w 1212484"/>
                <a:gd name="connsiteY42" fmla="*/ 53438 h 696873"/>
                <a:gd name="connsiteX43" fmla="*/ 1046880 w 1212484"/>
                <a:gd name="connsiteY43" fmla="*/ 54880 h 696873"/>
                <a:gd name="connsiteX44" fmla="*/ 1049857 w 1212484"/>
                <a:gd name="connsiteY44" fmla="*/ 54880 h 696873"/>
                <a:gd name="connsiteX45" fmla="*/ 1050601 w 1212484"/>
                <a:gd name="connsiteY45" fmla="*/ 57857 h 696873"/>
                <a:gd name="connsiteX46" fmla="*/ 1053577 w 1212484"/>
                <a:gd name="connsiteY46" fmla="*/ 59345 h 696873"/>
                <a:gd name="connsiteX47" fmla="*/ 1058042 w 1212484"/>
                <a:gd name="connsiteY47" fmla="*/ 65298 h 696873"/>
                <a:gd name="connsiteX48" fmla="*/ 1060275 w 1212484"/>
                <a:gd name="connsiteY48" fmla="*/ 66042 h 696873"/>
                <a:gd name="connsiteX49" fmla="*/ 1061019 w 1212484"/>
                <a:gd name="connsiteY49" fmla="*/ 68275 h 696873"/>
                <a:gd name="connsiteX50" fmla="*/ 1063251 w 1212484"/>
                <a:gd name="connsiteY50" fmla="*/ 69763 h 696873"/>
                <a:gd name="connsiteX51" fmla="*/ 1063251 w 1212484"/>
                <a:gd name="connsiteY51" fmla="*/ 71995 h 696873"/>
                <a:gd name="connsiteX52" fmla="*/ 1066228 w 1212484"/>
                <a:gd name="connsiteY52" fmla="*/ 71995 h 696873"/>
                <a:gd name="connsiteX53" fmla="*/ 1066972 w 1212484"/>
                <a:gd name="connsiteY53" fmla="*/ 74228 h 696873"/>
                <a:gd name="connsiteX54" fmla="*/ 1068693 w 1212484"/>
                <a:gd name="connsiteY54" fmla="*/ 75577 h 696873"/>
                <a:gd name="connsiteX55" fmla="*/ 1073669 w 1212484"/>
                <a:gd name="connsiteY55" fmla="*/ 81669 h 696873"/>
                <a:gd name="connsiteX56" fmla="*/ 1075344 w 1212484"/>
                <a:gd name="connsiteY56" fmla="*/ 82925 h 696873"/>
                <a:gd name="connsiteX57" fmla="*/ 1076646 w 1212484"/>
                <a:gd name="connsiteY57" fmla="*/ 83902 h 696873"/>
                <a:gd name="connsiteX58" fmla="*/ 1076646 w 1212484"/>
                <a:gd name="connsiteY58" fmla="*/ 86134 h 696873"/>
                <a:gd name="connsiteX59" fmla="*/ 1078878 w 1212484"/>
                <a:gd name="connsiteY59" fmla="*/ 86878 h 696873"/>
                <a:gd name="connsiteX60" fmla="*/ 1079622 w 1212484"/>
                <a:gd name="connsiteY60" fmla="*/ 89111 h 696873"/>
                <a:gd name="connsiteX61" fmla="*/ 1081855 w 1212484"/>
                <a:gd name="connsiteY61" fmla="*/ 89855 h 696873"/>
                <a:gd name="connsiteX62" fmla="*/ 1082599 w 1212484"/>
                <a:gd name="connsiteY62" fmla="*/ 92087 h 696873"/>
                <a:gd name="connsiteX63" fmla="*/ 1084831 w 1212484"/>
                <a:gd name="connsiteY63" fmla="*/ 92831 h 696873"/>
                <a:gd name="connsiteX64" fmla="*/ 1084831 w 1212484"/>
                <a:gd name="connsiteY64" fmla="*/ 95808 h 696873"/>
                <a:gd name="connsiteX65" fmla="*/ 1086506 w 1212484"/>
                <a:gd name="connsiteY65" fmla="*/ 96087 h 696873"/>
                <a:gd name="connsiteX66" fmla="*/ 1090273 w 1212484"/>
                <a:gd name="connsiteY66" fmla="*/ 98738 h 696873"/>
                <a:gd name="connsiteX67" fmla="*/ 1091529 w 1212484"/>
                <a:gd name="connsiteY67" fmla="*/ 102505 h 696873"/>
                <a:gd name="connsiteX68" fmla="*/ 1093761 w 1212484"/>
                <a:gd name="connsiteY68" fmla="*/ 103249 h 696873"/>
                <a:gd name="connsiteX69" fmla="*/ 1093761 w 1212484"/>
                <a:gd name="connsiteY69" fmla="*/ 105482 h 696873"/>
                <a:gd name="connsiteX70" fmla="*/ 1096738 w 1212484"/>
                <a:gd name="connsiteY70" fmla="*/ 106970 h 696873"/>
                <a:gd name="connsiteX71" fmla="*/ 1099156 w 1212484"/>
                <a:gd name="connsiteY71" fmla="*/ 109575 h 696873"/>
                <a:gd name="connsiteX72" fmla="*/ 1100330 w 1212484"/>
                <a:gd name="connsiteY72" fmla="*/ 110947 h 696873"/>
                <a:gd name="connsiteX73" fmla="*/ 1101202 w 1212484"/>
                <a:gd name="connsiteY73" fmla="*/ 113667 h 696873"/>
                <a:gd name="connsiteX74" fmla="*/ 1103435 w 1212484"/>
                <a:gd name="connsiteY74" fmla="*/ 114411 h 696873"/>
                <a:gd name="connsiteX75" fmla="*/ 1106830 w 1212484"/>
                <a:gd name="connsiteY75" fmla="*/ 118690 h 696873"/>
                <a:gd name="connsiteX76" fmla="*/ 1108812 w 1212484"/>
                <a:gd name="connsiteY76" fmla="*/ 121324 h 696873"/>
                <a:gd name="connsiteX77" fmla="*/ 1109839 w 1212484"/>
                <a:gd name="connsiteY77" fmla="*/ 122699 h 696873"/>
                <a:gd name="connsiteX78" fmla="*/ 1114923 w 1212484"/>
                <a:gd name="connsiteY78" fmla="*/ 129387 h 696873"/>
                <a:gd name="connsiteX79" fmla="*/ 1115853 w 1212484"/>
                <a:gd name="connsiteY79" fmla="*/ 130613 h 696873"/>
                <a:gd name="connsiteX80" fmla="*/ 1119623 w 1212484"/>
                <a:gd name="connsiteY80" fmla="*/ 135026 h 696873"/>
                <a:gd name="connsiteX81" fmla="*/ 1120922 w 1212484"/>
                <a:gd name="connsiteY81" fmla="*/ 137945 h 696873"/>
                <a:gd name="connsiteX82" fmla="*/ 1121294 w 1212484"/>
                <a:gd name="connsiteY82" fmla="*/ 139712 h 696873"/>
                <a:gd name="connsiteX83" fmla="*/ 1123527 w 1212484"/>
                <a:gd name="connsiteY83" fmla="*/ 140456 h 696873"/>
                <a:gd name="connsiteX84" fmla="*/ 1124271 w 1212484"/>
                <a:gd name="connsiteY84" fmla="*/ 143433 h 696873"/>
                <a:gd name="connsiteX85" fmla="*/ 1126503 w 1212484"/>
                <a:gd name="connsiteY85" fmla="*/ 144177 h 696873"/>
                <a:gd name="connsiteX86" fmla="*/ 1126503 w 1212484"/>
                <a:gd name="connsiteY86" fmla="*/ 146409 h 696873"/>
                <a:gd name="connsiteX87" fmla="*/ 1129480 w 1212484"/>
                <a:gd name="connsiteY87" fmla="*/ 147898 h 696873"/>
                <a:gd name="connsiteX88" fmla="*/ 1132456 w 1212484"/>
                <a:gd name="connsiteY88" fmla="*/ 153851 h 696873"/>
                <a:gd name="connsiteX89" fmla="*/ 1133945 w 1212484"/>
                <a:gd name="connsiteY89" fmla="*/ 154595 h 696873"/>
                <a:gd name="connsiteX90" fmla="*/ 1134689 w 1212484"/>
                <a:gd name="connsiteY90" fmla="*/ 156827 h 696873"/>
                <a:gd name="connsiteX91" fmla="*/ 1136177 w 1212484"/>
                <a:gd name="connsiteY91" fmla="*/ 157572 h 696873"/>
                <a:gd name="connsiteX92" fmla="*/ 1136503 w 1212484"/>
                <a:gd name="connsiteY92" fmla="*/ 159432 h 696873"/>
                <a:gd name="connsiteX93" fmla="*/ 1136921 w 1212484"/>
                <a:gd name="connsiteY93" fmla="*/ 161292 h 696873"/>
                <a:gd name="connsiteX94" fmla="*/ 1139154 w 1212484"/>
                <a:gd name="connsiteY94" fmla="*/ 162036 h 696873"/>
                <a:gd name="connsiteX95" fmla="*/ 1139898 w 1212484"/>
                <a:gd name="connsiteY95" fmla="*/ 164269 h 696873"/>
                <a:gd name="connsiteX96" fmla="*/ 1142130 w 1212484"/>
                <a:gd name="connsiteY96" fmla="*/ 165757 h 696873"/>
                <a:gd name="connsiteX97" fmla="*/ 1142874 w 1212484"/>
                <a:gd name="connsiteY97" fmla="*/ 167990 h 696873"/>
                <a:gd name="connsiteX98" fmla="*/ 1143991 w 1212484"/>
                <a:gd name="connsiteY98" fmla="*/ 169013 h 696873"/>
                <a:gd name="connsiteX99" fmla="*/ 1145479 w 1212484"/>
                <a:gd name="connsiteY99" fmla="*/ 172175 h 696873"/>
                <a:gd name="connsiteX100" fmla="*/ 1145851 w 1212484"/>
                <a:gd name="connsiteY100" fmla="*/ 173943 h 696873"/>
                <a:gd name="connsiteX101" fmla="*/ 1148083 w 1212484"/>
                <a:gd name="connsiteY101" fmla="*/ 174687 h 696873"/>
                <a:gd name="connsiteX102" fmla="*/ 1148083 w 1212484"/>
                <a:gd name="connsiteY102" fmla="*/ 177663 h 696873"/>
                <a:gd name="connsiteX103" fmla="*/ 1150316 w 1212484"/>
                <a:gd name="connsiteY103" fmla="*/ 177663 h 696873"/>
                <a:gd name="connsiteX104" fmla="*/ 1151804 w 1212484"/>
                <a:gd name="connsiteY104" fmla="*/ 181384 h 696873"/>
                <a:gd name="connsiteX105" fmla="*/ 1155525 w 1212484"/>
                <a:gd name="connsiteY105" fmla="*/ 185849 h 696873"/>
                <a:gd name="connsiteX106" fmla="*/ 1157757 w 1212484"/>
                <a:gd name="connsiteY106" fmla="*/ 189570 h 696873"/>
                <a:gd name="connsiteX107" fmla="*/ 1159757 w 1212484"/>
                <a:gd name="connsiteY107" fmla="*/ 192174 h 696873"/>
                <a:gd name="connsiteX108" fmla="*/ 1161478 w 1212484"/>
                <a:gd name="connsiteY108" fmla="*/ 198499 h 696873"/>
                <a:gd name="connsiteX109" fmla="*/ 1163710 w 1212484"/>
                <a:gd name="connsiteY109" fmla="*/ 199243 h 696873"/>
                <a:gd name="connsiteX110" fmla="*/ 1164454 w 1212484"/>
                <a:gd name="connsiteY110" fmla="*/ 202964 h 696873"/>
                <a:gd name="connsiteX111" fmla="*/ 1166687 w 1212484"/>
                <a:gd name="connsiteY111" fmla="*/ 203708 h 696873"/>
                <a:gd name="connsiteX112" fmla="*/ 1168175 w 1212484"/>
                <a:gd name="connsiteY112" fmla="*/ 207429 h 696873"/>
                <a:gd name="connsiteX113" fmla="*/ 1169663 w 1212484"/>
                <a:gd name="connsiteY113" fmla="*/ 208173 h 696873"/>
                <a:gd name="connsiteX114" fmla="*/ 1170408 w 1212484"/>
                <a:gd name="connsiteY114" fmla="*/ 211894 h 696873"/>
                <a:gd name="connsiteX115" fmla="*/ 1171896 w 1212484"/>
                <a:gd name="connsiteY115" fmla="*/ 212638 h 696873"/>
                <a:gd name="connsiteX116" fmla="*/ 1173384 w 1212484"/>
                <a:gd name="connsiteY116" fmla="*/ 216359 h 696873"/>
                <a:gd name="connsiteX117" fmla="*/ 1174872 w 1212484"/>
                <a:gd name="connsiteY117" fmla="*/ 217103 h 696873"/>
                <a:gd name="connsiteX118" fmla="*/ 1175617 w 1212484"/>
                <a:gd name="connsiteY118" fmla="*/ 222312 h 696873"/>
                <a:gd name="connsiteX119" fmla="*/ 1177849 w 1212484"/>
                <a:gd name="connsiteY119" fmla="*/ 222312 h 696873"/>
                <a:gd name="connsiteX120" fmla="*/ 1178593 w 1212484"/>
                <a:gd name="connsiteY120" fmla="*/ 226033 h 696873"/>
                <a:gd name="connsiteX121" fmla="*/ 1180826 w 1212484"/>
                <a:gd name="connsiteY121" fmla="*/ 228265 h 696873"/>
                <a:gd name="connsiteX122" fmla="*/ 1181570 w 1212484"/>
                <a:gd name="connsiteY122" fmla="*/ 231242 h 696873"/>
                <a:gd name="connsiteX123" fmla="*/ 1183058 w 1212484"/>
                <a:gd name="connsiteY123" fmla="*/ 231986 h 696873"/>
                <a:gd name="connsiteX124" fmla="*/ 1183383 w 1212484"/>
                <a:gd name="connsiteY124" fmla="*/ 234218 h 696873"/>
                <a:gd name="connsiteX125" fmla="*/ 1183802 w 1212484"/>
                <a:gd name="connsiteY125" fmla="*/ 236450 h 696873"/>
                <a:gd name="connsiteX126" fmla="*/ 1186035 w 1212484"/>
                <a:gd name="connsiteY126" fmla="*/ 237195 h 696873"/>
                <a:gd name="connsiteX127" fmla="*/ 1187523 w 1212484"/>
                <a:gd name="connsiteY127" fmla="*/ 241659 h 696873"/>
                <a:gd name="connsiteX128" fmla="*/ 1189011 w 1212484"/>
                <a:gd name="connsiteY128" fmla="*/ 241659 h 696873"/>
                <a:gd name="connsiteX129" fmla="*/ 1189290 w 1212484"/>
                <a:gd name="connsiteY129" fmla="*/ 244217 h 696873"/>
                <a:gd name="connsiteX130" fmla="*/ 1189755 w 1212484"/>
                <a:gd name="connsiteY130" fmla="*/ 246868 h 696873"/>
                <a:gd name="connsiteX131" fmla="*/ 1191243 w 1212484"/>
                <a:gd name="connsiteY131" fmla="*/ 247613 h 696873"/>
                <a:gd name="connsiteX132" fmla="*/ 1191988 w 1212484"/>
                <a:gd name="connsiteY132" fmla="*/ 252822 h 696873"/>
                <a:gd name="connsiteX133" fmla="*/ 1194220 w 1212484"/>
                <a:gd name="connsiteY133" fmla="*/ 252822 h 696873"/>
                <a:gd name="connsiteX134" fmla="*/ 1194453 w 1212484"/>
                <a:gd name="connsiteY134" fmla="*/ 254961 h 696873"/>
                <a:gd name="connsiteX135" fmla="*/ 1197197 w 1212484"/>
                <a:gd name="connsiteY135" fmla="*/ 258775 h 696873"/>
                <a:gd name="connsiteX136" fmla="*/ 1197941 w 1212484"/>
                <a:gd name="connsiteY136" fmla="*/ 263240 h 696873"/>
                <a:gd name="connsiteX137" fmla="*/ 1199429 w 1212484"/>
                <a:gd name="connsiteY137" fmla="*/ 263984 h 696873"/>
                <a:gd name="connsiteX138" fmla="*/ 1200173 w 1212484"/>
                <a:gd name="connsiteY138" fmla="*/ 269937 h 696873"/>
                <a:gd name="connsiteX139" fmla="*/ 1202406 w 1212484"/>
                <a:gd name="connsiteY139" fmla="*/ 269937 h 696873"/>
                <a:gd name="connsiteX140" fmla="*/ 1203894 w 1212484"/>
                <a:gd name="connsiteY140" fmla="*/ 275146 h 696873"/>
                <a:gd name="connsiteX141" fmla="*/ 1205382 w 1212484"/>
                <a:gd name="connsiteY141" fmla="*/ 275146 h 696873"/>
                <a:gd name="connsiteX142" fmla="*/ 1205818 w 1212484"/>
                <a:gd name="connsiteY142" fmla="*/ 279724 h 696873"/>
                <a:gd name="connsiteX143" fmla="*/ 1206126 w 1212484"/>
                <a:gd name="connsiteY143" fmla="*/ 281099 h 696873"/>
                <a:gd name="connsiteX144" fmla="*/ 1207615 w 1212484"/>
                <a:gd name="connsiteY144" fmla="*/ 281843 h 696873"/>
                <a:gd name="connsiteX145" fmla="*/ 1207940 w 1212484"/>
                <a:gd name="connsiteY145" fmla="*/ 284401 h 696873"/>
                <a:gd name="connsiteX146" fmla="*/ 1208359 w 1212484"/>
                <a:gd name="connsiteY146" fmla="*/ 287052 h 696873"/>
                <a:gd name="connsiteX147" fmla="*/ 1210591 w 1212484"/>
                <a:gd name="connsiteY147" fmla="*/ 288540 h 696873"/>
                <a:gd name="connsiteX148" fmla="*/ 1210963 w 1212484"/>
                <a:gd name="connsiteY148" fmla="*/ 291191 h 696873"/>
                <a:gd name="connsiteX149" fmla="*/ 1211335 w 1212484"/>
                <a:gd name="connsiteY149" fmla="*/ 293749 h 696873"/>
                <a:gd name="connsiteX150" fmla="*/ 1213568 w 1212484"/>
                <a:gd name="connsiteY150" fmla="*/ 294493 h 696873"/>
                <a:gd name="connsiteX151" fmla="*/ 1213707 w 1212484"/>
                <a:gd name="connsiteY151" fmla="*/ 299377 h 696873"/>
                <a:gd name="connsiteX152" fmla="*/ 1213646 w 1212484"/>
                <a:gd name="connsiteY152" fmla="*/ 302077 h 696873"/>
                <a:gd name="connsiteX153" fmla="*/ 1213568 w 1212484"/>
                <a:gd name="connsiteY153" fmla="*/ 304167 h 696873"/>
                <a:gd name="connsiteX154" fmla="*/ 1211369 w 1212484"/>
                <a:gd name="connsiteY154" fmla="*/ 304176 h 696873"/>
                <a:gd name="connsiteX155" fmla="*/ 1190903 w 1212484"/>
                <a:gd name="connsiteY155" fmla="*/ 304304 h 696873"/>
                <a:gd name="connsiteX156" fmla="*/ 1180380 w 1212484"/>
                <a:gd name="connsiteY156" fmla="*/ 304369 h 696873"/>
                <a:gd name="connsiteX157" fmla="*/ 1170233 w 1212484"/>
                <a:gd name="connsiteY157" fmla="*/ 304441 h 696873"/>
                <a:gd name="connsiteX158" fmla="*/ 1166353 w 1212484"/>
                <a:gd name="connsiteY158" fmla="*/ 304459 h 696873"/>
                <a:gd name="connsiteX159" fmla="*/ 1160937 w 1212484"/>
                <a:gd name="connsiteY159" fmla="*/ 304505 h 696873"/>
                <a:gd name="connsiteX160" fmla="*/ 1159301 w 1212484"/>
                <a:gd name="connsiteY160" fmla="*/ 304494 h 696873"/>
                <a:gd name="connsiteX161" fmla="*/ 1155525 w 1212484"/>
                <a:gd name="connsiteY161" fmla="*/ 304911 h 696873"/>
                <a:gd name="connsiteX162" fmla="*/ 1154781 w 1212484"/>
                <a:gd name="connsiteY162" fmla="*/ 307888 h 696873"/>
                <a:gd name="connsiteX163" fmla="*/ 1149710 w 1212484"/>
                <a:gd name="connsiteY163" fmla="*/ 308294 h 696873"/>
                <a:gd name="connsiteX164" fmla="*/ 1148104 w 1212484"/>
                <a:gd name="connsiteY164" fmla="*/ 308318 h 696873"/>
                <a:gd name="connsiteX165" fmla="*/ 1142825 w 1212484"/>
                <a:gd name="connsiteY165" fmla="*/ 308341 h 696873"/>
                <a:gd name="connsiteX166" fmla="*/ 1139174 w 1212484"/>
                <a:gd name="connsiteY166" fmla="*/ 308379 h 696873"/>
                <a:gd name="connsiteX167" fmla="*/ 1129548 w 1212484"/>
                <a:gd name="connsiteY167" fmla="*/ 308437 h 696873"/>
                <a:gd name="connsiteX168" fmla="*/ 1119732 w 1212484"/>
                <a:gd name="connsiteY168" fmla="*/ 308513 h 696873"/>
                <a:gd name="connsiteX169" fmla="*/ 1100458 w 1212484"/>
                <a:gd name="connsiteY169" fmla="*/ 308632 h 696873"/>
                <a:gd name="connsiteX170" fmla="*/ 1100458 w 1212484"/>
                <a:gd name="connsiteY170" fmla="*/ 310865 h 696873"/>
                <a:gd name="connsiteX171" fmla="*/ 1092980 w 1212484"/>
                <a:gd name="connsiteY171" fmla="*/ 311726 h 696873"/>
                <a:gd name="connsiteX172" fmla="*/ 1090776 w 1212484"/>
                <a:gd name="connsiteY172" fmla="*/ 311749 h 696873"/>
                <a:gd name="connsiteX173" fmla="*/ 1088424 w 1212484"/>
                <a:gd name="connsiteY173" fmla="*/ 311766 h 696873"/>
                <a:gd name="connsiteX174" fmla="*/ 1083486 w 1212484"/>
                <a:gd name="connsiteY174" fmla="*/ 311830 h 696873"/>
                <a:gd name="connsiteX175" fmla="*/ 1075705 w 1212484"/>
                <a:gd name="connsiteY175" fmla="*/ 311907 h 696873"/>
                <a:gd name="connsiteX176" fmla="*/ 1068193 w 1212484"/>
                <a:gd name="connsiteY176" fmla="*/ 311998 h 696873"/>
                <a:gd name="connsiteX177" fmla="*/ 1065823 w 1212484"/>
                <a:gd name="connsiteY177" fmla="*/ 312006 h 696873"/>
                <a:gd name="connsiteX178" fmla="*/ 1063647 w 1212484"/>
                <a:gd name="connsiteY178" fmla="*/ 312043 h 696873"/>
                <a:gd name="connsiteX179" fmla="*/ 1061723 w 1212484"/>
                <a:gd name="connsiteY179" fmla="*/ 312061 h 696873"/>
                <a:gd name="connsiteX180" fmla="*/ 1060275 w 1212484"/>
                <a:gd name="connsiteY180" fmla="*/ 312353 h 696873"/>
                <a:gd name="connsiteX181" fmla="*/ 1059531 w 1212484"/>
                <a:gd name="connsiteY181" fmla="*/ 314585 h 696873"/>
                <a:gd name="connsiteX182" fmla="*/ 1056440 w 1212484"/>
                <a:gd name="connsiteY182" fmla="*/ 314839 h 696873"/>
                <a:gd name="connsiteX183" fmla="*/ 1054454 w 1212484"/>
                <a:gd name="connsiteY183" fmla="*/ 314838 h 696873"/>
                <a:gd name="connsiteX184" fmla="*/ 1052296 w 1212484"/>
                <a:gd name="connsiteY184" fmla="*/ 314803 h 696873"/>
                <a:gd name="connsiteX185" fmla="*/ 1050096 w 1212484"/>
                <a:gd name="connsiteY185" fmla="*/ 314794 h 696873"/>
                <a:gd name="connsiteX186" fmla="*/ 1043113 w 1212484"/>
                <a:gd name="connsiteY186" fmla="*/ 314725 h 696873"/>
                <a:gd name="connsiteX187" fmla="*/ 1038391 w 1212484"/>
                <a:gd name="connsiteY187" fmla="*/ 314694 h 696873"/>
                <a:gd name="connsiteX188" fmla="*/ 1026788 w 1212484"/>
                <a:gd name="connsiteY188" fmla="*/ 314585 h 696873"/>
                <a:gd name="connsiteX189" fmla="*/ 1026788 w 1212484"/>
                <a:gd name="connsiteY189" fmla="*/ 318306 h 696873"/>
                <a:gd name="connsiteX190" fmla="*/ 1024136 w 1212484"/>
                <a:gd name="connsiteY190" fmla="*/ 318339 h 696873"/>
                <a:gd name="connsiteX191" fmla="*/ 1014430 w 1212484"/>
                <a:gd name="connsiteY191" fmla="*/ 318501 h 696873"/>
                <a:gd name="connsiteX192" fmla="*/ 1010222 w 1212484"/>
                <a:gd name="connsiteY192" fmla="*/ 318564 h 696873"/>
                <a:gd name="connsiteX193" fmla="*/ 1004188 w 1212484"/>
                <a:gd name="connsiteY193" fmla="*/ 318669 h 696873"/>
                <a:gd name="connsiteX194" fmla="*/ 1002276 w 1212484"/>
                <a:gd name="connsiteY194" fmla="*/ 318684 h 696873"/>
                <a:gd name="connsiteX195" fmla="*/ 997767 w 1212484"/>
                <a:gd name="connsiteY195" fmla="*/ 319050 h 696873"/>
                <a:gd name="connsiteX196" fmla="*/ 997023 w 1212484"/>
                <a:gd name="connsiteY196" fmla="*/ 321283 h 696873"/>
                <a:gd name="connsiteX197" fmla="*/ 991631 w 1212484"/>
                <a:gd name="connsiteY197" fmla="*/ 321637 h 696873"/>
                <a:gd name="connsiteX198" fmla="*/ 989993 w 1212484"/>
                <a:gd name="connsiteY198" fmla="*/ 321672 h 696873"/>
                <a:gd name="connsiteX199" fmla="*/ 984791 w 1212484"/>
                <a:gd name="connsiteY199" fmla="*/ 321748 h 696873"/>
                <a:gd name="connsiteX200" fmla="*/ 979597 w 1212484"/>
                <a:gd name="connsiteY200" fmla="*/ 321839 h 696873"/>
                <a:gd name="connsiteX201" fmla="*/ 976360 w 1212484"/>
                <a:gd name="connsiteY201" fmla="*/ 321886 h 696873"/>
                <a:gd name="connsiteX202" fmla="*/ 970978 w 1212484"/>
                <a:gd name="connsiteY202" fmla="*/ 322771 h 696873"/>
                <a:gd name="connsiteX203" fmla="*/ 970978 w 1212484"/>
                <a:gd name="connsiteY203" fmla="*/ 325003 h 696873"/>
                <a:gd name="connsiteX204" fmla="*/ 968804 w 1212484"/>
                <a:gd name="connsiteY204" fmla="*/ 324956 h 696873"/>
                <a:gd name="connsiteX205" fmla="*/ 960845 w 1212484"/>
                <a:gd name="connsiteY205" fmla="*/ 324840 h 696873"/>
                <a:gd name="connsiteX206" fmla="*/ 957395 w 1212484"/>
                <a:gd name="connsiteY206" fmla="*/ 324779 h 696873"/>
                <a:gd name="connsiteX207" fmla="*/ 952447 w 1212484"/>
                <a:gd name="connsiteY207" fmla="*/ 324713 h 696873"/>
                <a:gd name="connsiteX208" fmla="*/ 950880 w 1212484"/>
                <a:gd name="connsiteY208" fmla="*/ 324666 h 696873"/>
                <a:gd name="connsiteX209" fmla="*/ 947165 w 1212484"/>
                <a:gd name="connsiteY209" fmla="*/ 325003 h 696873"/>
                <a:gd name="connsiteX210" fmla="*/ 946421 w 1212484"/>
                <a:gd name="connsiteY210" fmla="*/ 327980 h 696873"/>
                <a:gd name="connsiteX211" fmla="*/ 942006 w 1212484"/>
                <a:gd name="connsiteY211" fmla="*/ 328329 h 696873"/>
                <a:gd name="connsiteX212" fmla="*/ 939286 w 1212484"/>
                <a:gd name="connsiteY212" fmla="*/ 328361 h 696873"/>
                <a:gd name="connsiteX213" fmla="*/ 933566 w 1212484"/>
                <a:gd name="connsiteY213" fmla="*/ 328343 h 696873"/>
                <a:gd name="connsiteX214" fmla="*/ 930844 w 1212484"/>
                <a:gd name="connsiteY214" fmla="*/ 328375 h 696873"/>
                <a:gd name="connsiteX215" fmla="*/ 928331 w 1212484"/>
                <a:gd name="connsiteY215" fmla="*/ 328365 h 696873"/>
                <a:gd name="connsiteX216" fmla="*/ 926329 w 1212484"/>
                <a:gd name="connsiteY216" fmla="*/ 328724 h 696873"/>
                <a:gd name="connsiteX217" fmla="*/ 925595 w 1212484"/>
                <a:gd name="connsiteY217" fmla="*/ 330212 h 696873"/>
                <a:gd name="connsiteX218" fmla="*/ 924841 w 1212484"/>
                <a:gd name="connsiteY218" fmla="*/ 331700 h 696873"/>
                <a:gd name="connsiteX219" fmla="*/ 920164 w 1212484"/>
                <a:gd name="connsiteY219" fmla="*/ 332049 h 696873"/>
                <a:gd name="connsiteX220" fmla="*/ 917340 w 1212484"/>
                <a:gd name="connsiteY220" fmla="*/ 332081 h 696873"/>
                <a:gd name="connsiteX221" fmla="*/ 914377 w 1212484"/>
                <a:gd name="connsiteY221" fmla="*/ 332073 h 696873"/>
                <a:gd name="connsiteX222" fmla="*/ 908583 w 1212484"/>
                <a:gd name="connsiteY222" fmla="*/ 332096 h 696873"/>
                <a:gd name="connsiteX223" fmla="*/ 905979 w 1212484"/>
                <a:gd name="connsiteY223" fmla="*/ 332086 h 696873"/>
                <a:gd name="connsiteX224" fmla="*/ 904005 w 1212484"/>
                <a:gd name="connsiteY224" fmla="*/ 332445 h 696873"/>
                <a:gd name="connsiteX225" fmla="*/ 903261 w 1212484"/>
                <a:gd name="connsiteY225" fmla="*/ 335421 h 696873"/>
                <a:gd name="connsiteX226" fmla="*/ 899119 w 1212484"/>
                <a:gd name="connsiteY226" fmla="*/ 335875 h 696873"/>
                <a:gd name="connsiteX227" fmla="*/ 896583 w 1212484"/>
                <a:gd name="connsiteY227" fmla="*/ 335947 h 696873"/>
                <a:gd name="connsiteX228" fmla="*/ 893913 w 1212484"/>
                <a:gd name="connsiteY228" fmla="*/ 335979 h 696873"/>
                <a:gd name="connsiteX229" fmla="*/ 891234 w 1212484"/>
                <a:gd name="connsiteY229" fmla="*/ 336046 h 696873"/>
                <a:gd name="connsiteX230" fmla="*/ 884658 w 1212484"/>
                <a:gd name="connsiteY230" fmla="*/ 336165 h 696873"/>
                <a:gd name="connsiteX231" fmla="*/ 884658 w 1212484"/>
                <a:gd name="connsiteY231" fmla="*/ 338398 h 696873"/>
                <a:gd name="connsiteX232" fmla="*/ 883110 w 1212484"/>
                <a:gd name="connsiteY232" fmla="*/ 338454 h 696873"/>
                <a:gd name="connsiteX233" fmla="*/ 876193 w 1212484"/>
                <a:gd name="connsiteY233" fmla="*/ 338723 h 696873"/>
                <a:gd name="connsiteX234" fmla="*/ 873757 w 1212484"/>
                <a:gd name="connsiteY234" fmla="*/ 338812 h 696873"/>
                <a:gd name="connsiteX235" fmla="*/ 871432 w 1212484"/>
                <a:gd name="connsiteY235" fmla="*/ 338906 h 696873"/>
                <a:gd name="connsiteX236" fmla="*/ 869282 w 1212484"/>
                <a:gd name="connsiteY236" fmla="*/ 338989 h 696873"/>
                <a:gd name="connsiteX237" fmla="*/ 866054 w 1212484"/>
                <a:gd name="connsiteY237" fmla="*/ 339886 h 696873"/>
                <a:gd name="connsiteX238" fmla="*/ 866054 w 1212484"/>
                <a:gd name="connsiteY238" fmla="*/ 342118 h 696873"/>
                <a:gd name="connsiteX239" fmla="*/ 864495 w 1212484"/>
                <a:gd name="connsiteY239" fmla="*/ 342151 h 696873"/>
                <a:gd name="connsiteX240" fmla="*/ 857543 w 1212484"/>
                <a:gd name="connsiteY240" fmla="*/ 342351 h 696873"/>
                <a:gd name="connsiteX241" fmla="*/ 855088 w 1212484"/>
                <a:gd name="connsiteY241" fmla="*/ 342402 h 696873"/>
                <a:gd name="connsiteX242" fmla="*/ 852755 w 1212484"/>
                <a:gd name="connsiteY242" fmla="*/ 342482 h 696873"/>
                <a:gd name="connsiteX243" fmla="*/ 850594 w 1212484"/>
                <a:gd name="connsiteY243" fmla="*/ 342541 h 696873"/>
                <a:gd name="connsiteX244" fmla="*/ 848939 w 1212484"/>
                <a:gd name="connsiteY244" fmla="*/ 342863 h 696873"/>
                <a:gd name="connsiteX245" fmla="*/ 848195 w 1212484"/>
                <a:gd name="connsiteY245" fmla="*/ 345095 h 696873"/>
                <a:gd name="connsiteX246" fmla="*/ 844919 w 1212484"/>
                <a:gd name="connsiteY246" fmla="*/ 345371 h 696873"/>
                <a:gd name="connsiteX247" fmla="*/ 842912 w 1212484"/>
                <a:gd name="connsiteY247" fmla="*/ 345410 h 696873"/>
                <a:gd name="connsiteX248" fmla="*/ 838697 w 1212484"/>
                <a:gd name="connsiteY248" fmla="*/ 345422 h 696873"/>
                <a:gd name="connsiteX249" fmla="*/ 836687 w 1212484"/>
                <a:gd name="connsiteY249" fmla="*/ 345464 h 696873"/>
                <a:gd name="connsiteX250" fmla="*/ 834835 w 1212484"/>
                <a:gd name="connsiteY250" fmla="*/ 345468 h 696873"/>
                <a:gd name="connsiteX251" fmla="*/ 833312 w 1212484"/>
                <a:gd name="connsiteY251" fmla="*/ 345839 h 696873"/>
                <a:gd name="connsiteX252" fmla="*/ 832578 w 1212484"/>
                <a:gd name="connsiteY252" fmla="*/ 347329 h 696873"/>
                <a:gd name="connsiteX253" fmla="*/ 831824 w 1212484"/>
                <a:gd name="connsiteY253" fmla="*/ 348816 h 696873"/>
                <a:gd name="connsiteX254" fmla="*/ 828286 w 1212484"/>
                <a:gd name="connsiteY254" fmla="*/ 349165 h 696873"/>
                <a:gd name="connsiteX255" fmla="*/ 826174 w 1212484"/>
                <a:gd name="connsiteY255" fmla="*/ 349197 h 696873"/>
                <a:gd name="connsiteX256" fmla="*/ 823964 w 1212484"/>
                <a:gd name="connsiteY256" fmla="*/ 349188 h 696873"/>
                <a:gd name="connsiteX257" fmla="*/ 819635 w 1212484"/>
                <a:gd name="connsiteY257" fmla="*/ 349211 h 696873"/>
                <a:gd name="connsiteX258" fmla="*/ 817692 w 1212484"/>
                <a:gd name="connsiteY258" fmla="*/ 349201 h 696873"/>
                <a:gd name="connsiteX259" fmla="*/ 816197 w 1212484"/>
                <a:gd name="connsiteY259" fmla="*/ 349560 h 696873"/>
                <a:gd name="connsiteX260" fmla="*/ 815452 w 1212484"/>
                <a:gd name="connsiteY260" fmla="*/ 352536 h 696873"/>
                <a:gd name="connsiteX261" fmla="*/ 812150 w 1212484"/>
                <a:gd name="connsiteY261" fmla="*/ 352911 h 696873"/>
                <a:gd name="connsiteX262" fmla="*/ 810133 w 1212484"/>
                <a:gd name="connsiteY262" fmla="*/ 352954 h 696873"/>
                <a:gd name="connsiteX263" fmla="*/ 808011 w 1212484"/>
                <a:gd name="connsiteY263" fmla="*/ 352955 h 696873"/>
                <a:gd name="connsiteX264" fmla="*/ 803872 w 1212484"/>
                <a:gd name="connsiteY264" fmla="*/ 353004 h 696873"/>
                <a:gd name="connsiteX265" fmla="*/ 802008 w 1212484"/>
                <a:gd name="connsiteY265" fmla="*/ 353006 h 696873"/>
                <a:gd name="connsiteX266" fmla="*/ 800570 w 1212484"/>
                <a:gd name="connsiteY266" fmla="*/ 353281 h 696873"/>
                <a:gd name="connsiteX267" fmla="*/ 799825 w 1212484"/>
                <a:gd name="connsiteY267" fmla="*/ 355513 h 696873"/>
                <a:gd name="connsiteX268" fmla="*/ 796849 w 1212484"/>
                <a:gd name="connsiteY268" fmla="*/ 355789 h 696873"/>
                <a:gd name="connsiteX269" fmla="*/ 795035 w 1212484"/>
                <a:gd name="connsiteY269" fmla="*/ 355828 h 696873"/>
                <a:gd name="connsiteX270" fmla="*/ 791221 w 1212484"/>
                <a:gd name="connsiteY270" fmla="*/ 355840 h 696873"/>
                <a:gd name="connsiteX271" fmla="*/ 789408 w 1212484"/>
                <a:gd name="connsiteY271" fmla="*/ 355882 h 696873"/>
                <a:gd name="connsiteX272" fmla="*/ 787733 w 1212484"/>
                <a:gd name="connsiteY272" fmla="*/ 355886 h 696873"/>
                <a:gd name="connsiteX273" fmla="*/ 786431 w 1212484"/>
                <a:gd name="connsiteY273" fmla="*/ 356257 h 696873"/>
                <a:gd name="connsiteX274" fmla="*/ 786081 w 1212484"/>
                <a:gd name="connsiteY274" fmla="*/ 357740 h 696873"/>
                <a:gd name="connsiteX275" fmla="*/ 785687 w 1212484"/>
                <a:gd name="connsiteY275" fmla="*/ 359234 h 696873"/>
                <a:gd name="connsiteX276" fmla="*/ 782359 w 1212484"/>
                <a:gd name="connsiteY276" fmla="*/ 359687 h 696873"/>
                <a:gd name="connsiteX277" fmla="*/ 780331 w 1212484"/>
                <a:gd name="connsiteY277" fmla="*/ 359760 h 696873"/>
                <a:gd name="connsiteX278" fmla="*/ 778199 w 1212484"/>
                <a:gd name="connsiteY278" fmla="*/ 359792 h 696873"/>
                <a:gd name="connsiteX279" fmla="*/ 776058 w 1212484"/>
                <a:gd name="connsiteY279" fmla="*/ 359859 h 696873"/>
                <a:gd name="connsiteX280" fmla="*/ 770804 w 1212484"/>
                <a:gd name="connsiteY280" fmla="*/ 359978 h 696873"/>
                <a:gd name="connsiteX281" fmla="*/ 770804 w 1212484"/>
                <a:gd name="connsiteY281" fmla="*/ 362210 h 696873"/>
                <a:gd name="connsiteX282" fmla="*/ 768415 w 1212484"/>
                <a:gd name="connsiteY282" fmla="*/ 362347 h 696873"/>
                <a:gd name="connsiteX283" fmla="*/ 765316 w 1212484"/>
                <a:gd name="connsiteY283" fmla="*/ 362536 h 696873"/>
                <a:gd name="connsiteX284" fmla="*/ 763740 w 1212484"/>
                <a:gd name="connsiteY284" fmla="*/ 362624 h 696873"/>
                <a:gd name="connsiteX285" fmla="*/ 758154 w 1212484"/>
                <a:gd name="connsiteY285" fmla="*/ 363699 h 696873"/>
                <a:gd name="connsiteX286" fmla="*/ 757409 w 1212484"/>
                <a:gd name="connsiteY286" fmla="*/ 365931 h 696873"/>
                <a:gd name="connsiteX287" fmla="*/ 749416 w 1212484"/>
                <a:gd name="connsiteY287" fmla="*/ 366258 h 696873"/>
                <a:gd name="connsiteX288" fmla="*/ 744759 w 1212484"/>
                <a:gd name="connsiteY288" fmla="*/ 366675 h 696873"/>
                <a:gd name="connsiteX289" fmla="*/ 742527 w 1212484"/>
                <a:gd name="connsiteY289" fmla="*/ 369652 h 696873"/>
                <a:gd name="connsiteX290" fmla="*/ 736806 w 1212484"/>
                <a:gd name="connsiteY290" fmla="*/ 369838 h 696873"/>
                <a:gd name="connsiteX291" fmla="*/ 735223 w 1212484"/>
                <a:gd name="connsiteY291" fmla="*/ 369797 h 696873"/>
                <a:gd name="connsiteX292" fmla="*/ 731365 w 1212484"/>
                <a:gd name="connsiteY292" fmla="*/ 369652 h 696873"/>
                <a:gd name="connsiteX293" fmla="*/ 731365 w 1212484"/>
                <a:gd name="connsiteY293" fmla="*/ 372628 h 696873"/>
                <a:gd name="connsiteX294" fmla="*/ 728812 w 1212484"/>
                <a:gd name="connsiteY294" fmla="*/ 372686 h 696873"/>
                <a:gd name="connsiteX295" fmla="*/ 725504 w 1212484"/>
                <a:gd name="connsiteY295" fmla="*/ 372814 h 696873"/>
                <a:gd name="connsiteX296" fmla="*/ 723821 w 1212484"/>
                <a:gd name="connsiteY296" fmla="*/ 372846 h 696873"/>
                <a:gd name="connsiteX297" fmla="*/ 719458 w 1212484"/>
                <a:gd name="connsiteY297" fmla="*/ 373372 h 696873"/>
                <a:gd name="connsiteX298" fmla="*/ 717970 w 1212484"/>
                <a:gd name="connsiteY298" fmla="*/ 376349 h 696873"/>
                <a:gd name="connsiteX299" fmla="*/ 712342 w 1212484"/>
                <a:gd name="connsiteY299" fmla="*/ 376767 h 696873"/>
                <a:gd name="connsiteX300" fmla="*/ 706808 w 1212484"/>
                <a:gd name="connsiteY300" fmla="*/ 377093 h 696873"/>
                <a:gd name="connsiteX301" fmla="*/ 706064 w 1212484"/>
                <a:gd name="connsiteY301" fmla="*/ 379325 h 696873"/>
                <a:gd name="connsiteX302" fmla="*/ 701273 w 1212484"/>
                <a:gd name="connsiteY302" fmla="*/ 379791 h 696873"/>
                <a:gd name="connsiteX303" fmla="*/ 694902 w 1212484"/>
                <a:gd name="connsiteY303" fmla="*/ 380814 h 696873"/>
                <a:gd name="connsiteX304" fmla="*/ 694902 w 1212484"/>
                <a:gd name="connsiteY304" fmla="*/ 383046 h 696873"/>
                <a:gd name="connsiteX305" fmla="*/ 692565 w 1212484"/>
                <a:gd name="connsiteY305" fmla="*/ 383104 h 696873"/>
                <a:gd name="connsiteX306" fmla="*/ 689507 w 1212484"/>
                <a:gd name="connsiteY306" fmla="*/ 383232 h 696873"/>
                <a:gd name="connsiteX307" fmla="*/ 687969 w 1212484"/>
                <a:gd name="connsiteY307" fmla="*/ 383264 h 696873"/>
                <a:gd name="connsiteX308" fmla="*/ 680763 w 1212484"/>
                <a:gd name="connsiteY308" fmla="*/ 386767 h 696873"/>
                <a:gd name="connsiteX309" fmla="*/ 675740 w 1212484"/>
                <a:gd name="connsiteY309" fmla="*/ 386953 h 696873"/>
                <a:gd name="connsiteX310" fmla="*/ 673101 w 1212484"/>
                <a:gd name="connsiteY310" fmla="*/ 386872 h 696873"/>
                <a:gd name="connsiteX311" fmla="*/ 671089 w 1212484"/>
                <a:gd name="connsiteY311" fmla="*/ 386767 h 696873"/>
                <a:gd name="connsiteX312" fmla="*/ 671089 w 1212484"/>
                <a:gd name="connsiteY312" fmla="*/ 389743 h 696873"/>
                <a:gd name="connsiteX313" fmla="*/ 668836 w 1212484"/>
                <a:gd name="connsiteY313" fmla="*/ 389802 h 696873"/>
                <a:gd name="connsiteX314" fmla="*/ 665927 w 1212484"/>
                <a:gd name="connsiteY314" fmla="*/ 389929 h 696873"/>
                <a:gd name="connsiteX315" fmla="*/ 663023 w 1212484"/>
                <a:gd name="connsiteY315" fmla="*/ 390034 h 696873"/>
                <a:gd name="connsiteX316" fmla="*/ 660671 w 1212484"/>
                <a:gd name="connsiteY316" fmla="*/ 390488 h 696873"/>
                <a:gd name="connsiteX317" fmla="*/ 659927 w 1212484"/>
                <a:gd name="connsiteY317" fmla="*/ 393464 h 696873"/>
                <a:gd name="connsiteX318" fmla="*/ 654718 w 1212484"/>
                <a:gd name="connsiteY318" fmla="*/ 393883 h 696873"/>
                <a:gd name="connsiteX319" fmla="*/ 649509 w 1212484"/>
                <a:gd name="connsiteY319" fmla="*/ 394208 h 696873"/>
                <a:gd name="connsiteX320" fmla="*/ 648765 w 1212484"/>
                <a:gd name="connsiteY320" fmla="*/ 396441 h 696873"/>
                <a:gd name="connsiteX321" fmla="*/ 643882 w 1212484"/>
                <a:gd name="connsiteY321" fmla="*/ 396952 h 696873"/>
                <a:gd name="connsiteX322" fmla="*/ 641181 w 1212484"/>
                <a:gd name="connsiteY322" fmla="*/ 397101 h 696873"/>
                <a:gd name="connsiteX323" fmla="*/ 639091 w 1212484"/>
                <a:gd name="connsiteY323" fmla="*/ 397185 h 696873"/>
                <a:gd name="connsiteX324" fmla="*/ 639091 w 1212484"/>
                <a:gd name="connsiteY324" fmla="*/ 400161 h 696873"/>
                <a:gd name="connsiteX325" fmla="*/ 628673 w 1212484"/>
                <a:gd name="connsiteY325" fmla="*/ 400906 h 696873"/>
                <a:gd name="connsiteX326" fmla="*/ 628673 w 1212484"/>
                <a:gd name="connsiteY326" fmla="*/ 403138 h 696873"/>
                <a:gd name="connsiteX327" fmla="*/ 618999 w 1212484"/>
                <a:gd name="connsiteY327" fmla="*/ 403882 h 696873"/>
                <a:gd name="connsiteX328" fmla="*/ 618999 w 1212484"/>
                <a:gd name="connsiteY328" fmla="*/ 406859 h 696873"/>
                <a:gd name="connsiteX329" fmla="*/ 616909 w 1212484"/>
                <a:gd name="connsiteY329" fmla="*/ 406917 h 696873"/>
                <a:gd name="connsiteX330" fmla="*/ 614209 w 1212484"/>
                <a:gd name="connsiteY330" fmla="*/ 407045 h 696873"/>
                <a:gd name="connsiteX331" fmla="*/ 611514 w 1212484"/>
                <a:gd name="connsiteY331" fmla="*/ 407149 h 696873"/>
                <a:gd name="connsiteX332" fmla="*/ 609325 w 1212484"/>
                <a:gd name="connsiteY332" fmla="*/ 407603 h 696873"/>
                <a:gd name="connsiteX333" fmla="*/ 608581 w 1212484"/>
                <a:gd name="connsiteY333" fmla="*/ 410579 h 696873"/>
                <a:gd name="connsiteX334" fmla="*/ 604117 w 1212484"/>
                <a:gd name="connsiteY334" fmla="*/ 410998 h 696873"/>
                <a:gd name="connsiteX335" fmla="*/ 599652 w 1212484"/>
                <a:gd name="connsiteY335" fmla="*/ 411324 h 696873"/>
                <a:gd name="connsiteX336" fmla="*/ 598908 w 1212484"/>
                <a:gd name="connsiteY336" fmla="*/ 413556 h 696873"/>
                <a:gd name="connsiteX337" fmla="*/ 591978 w 1212484"/>
                <a:gd name="connsiteY337" fmla="*/ 413925 h 696873"/>
                <a:gd name="connsiteX338" fmla="*/ 589978 w 1212484"/>
                <a:gd name="connsiteY338" fmla="*/ 414300 h 696873"/>
                <a:gd name="connsiteX339" fmla="*/ 589234 w 1212484"/>
                <a:gd name="connsiteY339" fmla="*/ 417277 h 696873"/>
                <a:gd name="connsiteX340" fmla="*/ 585141 w 1212484"/>
                <a:gd name="connsiteY340" fmla="*/ 417695 h 696873"/>
                <a:gd name="connsiteX341" fmla="*/ 581048 w 1212484"/>
                <a:gd name="connsiteY341" fmla="*/ 418021 h 696873"/>
                <a:gd name="connsiteX342" fmla="*/ 580304 w 1212484"/>
                <a:gd name="connsiteY342" fmla="*/ 420253 h 696873"/>
                <a:gd name="connsiteX343" fmla="*/ 575421 w 1212484"/>
                <a:gd name="connsiteY343" fmla="*/ 420765 h 696873"/>
                <a:gd name="connsiteX344" fmla="*/ 572720 w 1212484"/>
                <a:gd name="connsiteY344" fmla="*/ 420913 h 696873"/>
                <a:gd name="connsiteX345" fmla="*/ 570630 w 1212484"/>
                <a:gd name="connsiteY345" fmla="*/ 420997 h 696873"/>
                <a:gd name="connsiteX346" fmla="*/ 570630 w 1212484"/>
                <a:gd name="connsiteY346" fmla="*/ 423974 h 696873"/>
                <a:gd name="connsiteX347" fmla="*/ 568866 w 1212484"/>
                <a:gd name="connsiteY347" fmla="*/ 424032 h 696873"/>
                <a:gd name="connsiteX348" fmla="*/ 566584 w 1212484"/>
                <a:gd name="connsiteY348" fmla="*/ 424160 h 696873"/>
                <a:gd name="connsiteX349" fmla="*/ 564308 w 1212484"/>
                <a:gd name="connsiteY349" fmla="*/ 424265 h 696873"/>
                <a:gd name="connsiteX350" fmla="*/ 562445 w 1212484"/>
                <a:gd name="connsiteY350" fmla="*/ 424718 h 696873"/>
                <a:gd name="connsiteX351" fmla="*/ 561700 w 1212484"/>
                <a:gd name="connsiteY351" fmla="*/ 427695 h 696873"/>
                <a:gd name="connsiteX352" fmla="*/ 557241 w 1212484"/>
                <a:gd name="connsiteY352" fmla="*/ 427727 h 696873"/>
                <a:gd name="connsiteX353" fmla="*/ 553515 w 1212484"/>
                <a:gd name="connsiteY353" fmla="*/ 428439 h 696873"/>
                <a:gd name="connsiteX354" fmla="*/ 552771 w 1212484"/>
                <a:gd name="connsiteY354" fmla="*/ 430671 h 696873"/>
                <a:gd name="connsiteX355" fmla="*/ 549469 w 1212484"/>
                <a:gd name="connsiteY355" fmla="*/ 431136 h 696873"/>
                <a:gd name="connsiteX356" fmla="*/ 544585 w 1212484"/>
                <a:gd name="connsiteY356" fmla="*/ 432159 h 696873"/>
                <a:gd name="connsiteX357" fmla="*/ 544585 w 1212484"/>
                <a:gd name="connsiteY357" fmla="*/ 434392 h 696873"/>
                <a:gd name="connsiteX358" fmla="*/ 535656 w 1212484"/>
                <a:gd name="connsiteY358" fmla="*/ 435136 h 696873"/>
                <a:gd name="connsiteX359" fmla="*/ 535656 w 1212484"/>
                <a:gd name="connsiteY359" fmla="*/ 437368 h 696873"/>
                <a:gd name="connsiteX360" fmla="*/ 534243 w 1212484"/>
                <a:gd name="connsiteY360" fmla="*/ 437505 h 696873"/>
                <a:gd name="connsiteX361" fmla="*/ 532400 w 1212484"/>
                <a:gd name="connsiteY361" fmla="*/ 437694 h 696873"/>
                <a:gd name="connsiteX362" fmla="*/ 530569 w 1212484"/>
                <a:gd name="connsiteY362" fmla="*/ 437877 h 696873"/>
                <a:gd name="connsiteX363" fmla="*/ 527470 w 1212484"/>
                <a:gd name="connsiteY363" fmla="*/ 438857 h 696873"/>
                <a:gd name="connsiteX364" fmla="*/ 526726 w 1212484"/>
                <a:gd name="connsiteY364" fmla="*/ 441089 h 696873"/>
                <a:gd name="connsiteX365" fmla="*/ 520959 w 1212484"/>
                <a:gd name="connsiteY365" fmla="*/ 441458 h 696873"/>
                <a:gd name="connsiteX366" fmla="*/ 519284 w 1212484"/>
                <a:gd name="connsiteY366" fmla="*/ 441833 h 696873"/>
                <a:gd name="connsiteX367" fmla="*/ 518912 w 1212484"/>
                <a:gd name="connsiteY367" fmla="*/ 443322 h 696873"/>
                <a:gd name="connsiteX368" fmla="*/ 518540 w 1212484"/>
                <a:gd name="connsiteY368" fmla="*/ 444810 h 696873"/>
                <a:gd name="connsiteX369" fmla="*/ 514820 w 1212484"/>
                <a:gd name="connsiteY369" fmla="*/ 445228 h 696873"/>
                <a:gd name="connsiteX370" fmla="*/ 511099 w 1212484"/>
                <a:gd name="connsiteY370" fmla="*/ 445554 h 696873"/>
                <a:gd name="connsiteX371" fmla="*/ 510355 w 1212484"/>
                <a:gd name="connsiteY371" fmla="*/ 447786 h 696873"/>
                <a:gd name="connsiteX372" fmla="*/ 506215 w 1212484"/>
                <a:gd name="connsiteY372" fmla="*/ 448298 h 696873"/>
                <a:gd name="connsiteX373" fmla="*/ 503934 w 1212484"/>
                <a:gd name="connsiteY373" fmla="*/ 448446 h 696873"/>
                <a:gd name="connsiteX374" fmla="*/ 502169 w 1212484"/>
                <a:gd name="connsiteY374" fmla="*/ 448531 h 696873"/>
                <a:gd name="connsiteX375" fmla="*/ 502169 w 1212484"/>
                <a:gd name="connsiteY375" fmla="*/ 451507 h 696873"/>
                <a:gd name="connsiteX376" fmla="*/ 500730 w 1212484"/>
                <a:gd name="connsiteY376" fmla="*/ 451591 h 696873"/>
                <a:gd name="connsiteX377" fmla="*/ 498867 w 1212484"/>
                <a:gd name="connsiteY377" fmla="*/ 451740 h 696873"/>
                <a:gd name="connsiteX378" fmla="*/ 497010 w 1212484"/>
                <a:gd name="connsiteY378" fmla="*/ 451870 h 696873"/>
                <a:gd name="connsiteX379" fmla="*/ 495472 w 1212484"/>
                <a:gd name="connsiteY379" fmla="*/ 452251 h 696873"/>
                <a:gd name="connsiteX380" fmla="*/ 494728 w 1212484"/>
                <a:gd name="connsiteY380" fmla="*/ 454484 h 696873"/>
                <a:gd name="connsiteX381" fmla="*/ 488961 w 1212484"/>
                <a:gd name="connsiteY381" fmla="*/ 455507 h 696873"/>
                <a:gd name="connsiteX382" fmla="*/ 487286 w 1212484"/>
                <a:gd name="connsiteY382" fmla="*/ 455972 h 696873"/>
                <a:gd name="connsiteX383" fmla="*/ 486542 w 1212484"/>
                <a:gd name="connsiteY383" fmla="*/ 458204 h 696873"/>
                <a:gd name="connsiteX384" fmla="*/ 481357 w 1212484"/>
                <a:gd name="connsiteY384" fmla="*/ 458646 h 696873"/>
                <a:gd name="connsiteX385" fmla="*/ 479845 w 1212484"/>
                <a:gd name="connsiteY385" fmla="*/ 458949 h 696873"/>
                <a:gd name="connsiteX386" fmla="*/ 479101 w 1212484"/>
                <a:gd name="connsiteY386" fmla="*/ 461181 h 696873"/>
                <a:gd name="connsiteX387" fmla="*/ 471659 w 1212484"/>
                <a:gd name="connsiteY387" fmla="*/ 461925 h 696873"/>
                <a:gd name="connsiteX388" fmla="*/ 471659 w 1212484"/>
                <a:gd name="connsiteY388" fmla="*/ 464902 h 696873"/>
                <a:gd name="connsiteX389" fmla="*/ 470221 w 1212484"/>
                <a:gd name="connsiteY389" fmla="*/ 464960 h 696873"/>
                <a:gd name="connsiteX390" fmla="*/ 468357 w 1212484"/>
                <a:gd name="connsiteY390" fmla="*/ 465088 h 696873"/>
                <a:gd name="connsiteX391" fmla="*/ 466500 w 1212484"/>
                <a:gd name="connsiteY391" fmla="*/ 465192 h 696873"/>
                <a:gd name="connsiteX392" fmla="*/ 464962 w 1212484"/>
                <a:gd name="connsiteY392" fmla="*/ 465646 h 696873"/>
                <a:gd name="connsiteX393" fmla="*/ 464218 w 1212484"/>
                <a:gd name="connsiteY393" fmla="*/ 468622 h 696873"/>
                <a:gd name="connsiteX394" fmla="*/ 460869 w 1212484"/>
                <a:gd name="connsiteY394" fmla="*/ 469041 h 696873"/>
                <a:gd name="connsiteX395" fmla="*/ 457521 w 1212484"/>
                <a:gd name="connsiteY395" fmla="*/ 469366 h 696873"/>
                <a:gd name="connsiteX396" fmla="*/ 456777 w 1212484"/>
                <a:gd name="connsiteY396" fmla="*/ 471599 h 696873"/>
                <a:gd name="connsiteX397" fmla="*/ 452245 w 1212484"/>
                <a:gd name="connsiteY397" fmla="*/ 471968 h 696873"/>
                <a:gd name="connsiteX398" fmla="*/ 450824 w 1212484"/>
                <a:gd name="connsiteY398" fmla="*/ 472343 h 696873"/>
                <a:gd name="connsiteX399" fmla="*/ 450129 w 1212484"/>
                <a:gd name="connsiteY399" fmla="*/ 473846 h 696873"/>
                <a:gd name="connsiteX400" fmla="*/ 449335 w 1212484"/>
                <a:gd name="connsiteY400" fmla="*/ 475320 h 696873"/>
                <a:gd name="connsiteX401" fmla="*/ 445522 w 1212484"/>
                <a:gd name="connsiteY401" fmla="*/ 475506 h 696873"/>
                <a:gd name="connsiteX402" fmla="*/ 443469 w 1212484"/>
                <a:gd name="connsiteY402" fmla="*/ 475424 h 696873"/>
                <a:gd name="connsiteX403" fmla="*/ 441894 w 1212484"/>
                <a:gd name="connsiteY403" fmla="*/ 475320 h 696873"/>
                <a:gd name="connsiteX404" fmla="*/ 441894 w 1212484"/>
                <a:gd name="connsiteY404" fmla="*/ 478296 h 696873"/>
                <a:gd name="connsiteX405" fmla="*/ 438545 w 1212484"/>
                <a:gd name="connsiteY405" fmla="*/ 479087 h 696873"/>
                <a:gd name="connsiteX406" fmla="*/ 435197 w 1212484"/>
                <a:gd name="connsiteY406" fmla="*/ 479784 h 696873"/>
                <a:gd name="connsiteX407" fmla="*/ 435197 w 1212484"/>
                <a:gd name="connsiteY407" fmla="*/ 482017 h 696873"/>
                <a:gd name="connsiteX408" fmla="*/ 427011 w 1212484"/>
                <a:gd name="connsiteY408" fmla="*/ 482761 h 696873"/>
                <a:gd name="connsiteX409" fmla="*/ 427011 w 1212484"/>
                <a:gd name="connsiteY409" fmla="*/ 485738 h 696873"/>
                <a:gd name="connsiteX410" fmla="*/ 422505 w 1212484"/>
                <a:gd name="connsiteY410" fmla="*/ 485447 h 696873"/>
                <a:gd name="connsiteX411" fmla="*/ 421058 w 1212484"/>
                <a:gd name="connsiteY411" fmla="*/ 485738 h 696873"/>
                <a:gd name="connsiteX412" fmla="*/ 420337 w 1212484"/>
                <a:gd name="connsiteY412" fmla="*/ 487203 h 696873"/>
                <a:gd name="connsiteX413" fmla="*/ 419570 w 1212484"/>
                <a:gd name="connsiteY413" fmla="*/ 488714 h 696873"/>
                <a:gd name="connsiteX414" fmla="*/ 416128 w 1212484"/>
                <a:gd name="connsiteY414" fmla="*/ 489272 h 696873"/>
                <a:gd name="connsiteX415" fmla="*/ 414285 w 1212484"/>
                <a:gd name="connsiteY415" fmla="*/ 489400 h 696873"/>
                <a:gd name="connsiteX416" fmla="*/ 412872 w 1212484"/>
                <a:gd name="connsiteY416" fmla="*/ 489458 h 696873"/>
                <a:gd name="connsiteX417" fmla="*/ 412872 w 1212484"/>
                <a:gd name="connsiteY417" fmla="*/ 492435 h 696873"/>
                <a:gd name="connsiteX418" fmla="*/ 406175 w 1212484"/>
                <a:gd name="connsiteY418" fmla="*/ 492435 h 696873"/>
                <a:gd name="connsiteX419" fmla="*/ 406175 w 1212484"/>
                <a:gd name="connsiteY419" fmla="*/ 495411 h 696873"/>
                <a:gd name="connsiteX420" fmla="*/ 398734 w 1212484"/>
                <a:gd name="connsiteY420" fmla="*/ 496156 h 696873"/>
                <a:gd name="connsiteX421" fmla="*/ 398734 w 1212484"/>
                <a:gd name="connsiteY421" fmla="*/ 499132 h 696873"/>
                <a:gd name="connsiteX422" fmla="*/ 395850 w 1212484"/>
                <a:gd name="connsiteY422" fmla="*/ 499318 h 696873"/>
                <a:gd name="connsiteX423" fmla="*/ 392781 w 1212484"/>
                <a:gd name="connsiteY423" fmla="*/ 499876 h 696873"/>
                <a:gd name="connsiteX424" fmla="*/ 392060 w 1212484"/>
                <a:gd name="connsiteY424" fmla="*/ 501388 h 696873"/>
                <a:gd name="connsiteX425" fmla="*/ 391292 w 1212484"/>
                <a:gd name="connsiteY425" fmla="*/ 502853 h 696873"/>
                <a:gd name="connsiteX426" fmla="*/ 387851 w 1212484"/>
                <a:gd name="connsiteY426" fmla="*/ 503039 h 696873"/>
                <a:gd name="connsiteX427" fmla="*/ 386008 w 1212484"/>
                <a:gd name="connsiteY427" fmla="*/ 502957 h 696873"/>
                <a:gd name="connsiteX428" fmla="*/ 384595 w 1212484"/>
                <a:gd name="connsiteY428" fmla="*/ 502853 h 696873"/>
                <a:gd name="connsiteX429" fmla="*/ 384595 w 1212484"/>
                <a:gd name="connsiteY429" fmla="*/ 505829 h 696873"/>
                <a:gd name="connsiteX430" fmla="*/ 381246 w 1212484"/>
                <a:gd name="connsiteY430" fmla="*/ 506620 h 696873"/>
                <a:gd name="connsiteX431" fmla="*/ 377898 w 1212484"/>
                <a:gd name="connsiteY431" fmla="*/ 507318 h 696873"/>
                <a:gd name="connsiteX432" fmla="*/ 377898 w 1212484"/>
                <a:gd name="connsiteY432" fmla="*/ 509550 h 696873"/>
                <a:gd name="connsiteX433" fmla="*/ 376459 w 1212484"/>
                <a:gd name="connsiteY433" fmla="*/ 509634 h 696873"/>
                <a:gd name="connsiteX434" fmla="*/ 374596 w 1212484"/>
                <a:gd name="connsiteY434" fmla="*/ 509783 h 696873"/>
                <a:gd name="connsiteX435" fmla="*/ 372738 w 1212484"/>
                <a:gd name="connsiteY435" fmla="*/ 509913 h 696873"/>
                <a:gd name="connsiteX436" fmla="*/ 371200 w 1212484"/>
                <a:gd name="connsiteY436" fmla="*/ 510294 h 696873"/>
                <a:gd name="connsiteX437" fmla="*/ 370456 w 1212484"/>
                <a:gd name="connsiteY437" fmla="*/ 512527 h 696873"/>
                <a:gd name="connsiteX438" fmla="*/ 366689 w 1212484"/>
                <a:gd name="connsiteY438" fmla="*/ 513038 h 696873"/>
                <a:gd name="connsiteX439" fmla="*/ 364617 w 1212484"/>
                <a:gd name="connsiteY439" fmla="*/ 513186 h 696873"/>
                <a:gd name="connsiteX440" fmla="*/ 363015 w 1212484"/>
                <a:gd name="connsiteY440" fmla="*/ 513271 h 696873"/>
                <a:gd name="connsiteX441" fmla="*/ 363015 w 1212484"/>
                <a:gd name="connsiteY441" fmla="*/ 516247 h 696873"/>
                <a:gd name="connsiteX442" fmla="*/ 360085 w 1212484"/>
                <a:gd name="connsiteY442" fmla="*/ 516015 h 696873"/>
                <a:gd name="connsiteX443" fmla="*/ 357062 w 1212484"/>
                <a:gd name="connsiteY443" fmla="*/ 516247 h 696873"/>
                <a:gd name="connsiteX444" fmla="*/ 356736 w 1212484"/>
                <a:gd name="connsiteY444" fmla="*/ 518108 h 696873"/>
                <a:gd name="connsiteX445" fmla="*/ 356318 w 1212484"/>
                <a:gd name="connsiteY445" fmla="*/ 519968 h 696873"/>
                <a:gd name="connsiteX446" fmla="*/ 349620 w 1212484"/>
                <a:gd name="connsiteY446" fmla="*/ 519968 h 696873"/>
                <a:gd name="connsiteX447" fmla="*/ 349620 w 1212484"/>
                <a:gd name="connsiteY447" fmla="*/ 522945 h 696873"/>
                <a:gd name="connsiteX448" fmla="*/ 345042 w 1212484"/>
                <a:gd name="connsiteY448" fmla="*/ 523235 h 696873"/>
                <a:gd name="connsiteX449" fmla="*/ 343667 w 1212484"/>
                <a:gd name="connsiteY449" fmla="*/ 523689 h 696873"/>
                <a:gd name="connsiteX450" fmla="*/ 343316 w 1212484"/>
                <a:gd name="connsiteY450" fmla="*/ 525186 h 696873"/>
                <a:gd name="connsiteX451" fmla="*/ 342923 w 1212484"/>
                <a:gd name="connsiteY451" fmla="*/ 526665 h 696873"/>
                <a:gd name="connsiteX452" fmla="*/ 339574 w 1212484"/>
                <a:gd name="connsiteY452" fmla="*/ 527084 h 696873"/>
                <a:gd name="connsiteX453" fmla="*/ 336226 w 1212484"/>
                <a:gd name="connsiteY453" fmla="*/ 527409 h 696873"/>
                <a:gd name="connsiteX454" fmla="*/ 335482 w 1212484"/>
                <a:gd name="connsiteY454" fmla="*/ 529642 h 696873"/>
                <a:gd name="connsiteX455" fmla="*/ 332924 w 1212484"/>
                <a:gd name="connsiteY455" fmla="*/ 529967 h 696873"/>
                <a:gd name="connsiteX456" fmla="*/ 330273 w 1212484"/>
                <a:gd name="connsiteY456" fmla="*/ 530386 h 696873"/>
                <a:gd name="connsiteX457" fmla="*/ 329575 w 1212484"/>
                <a:gd name="connsiteY457" fmla="*/ 531874 h 696873"/>
                <a:gd name="connsiteX458" fmla="*/ 328784 w 1212484"/>
                <a:gd name="connsiteY458" fmla="*/ 533363 h 696873"/>
                <a:gd name="connsiteX459" fmla="*/ 324186 w 1212484"/>
                <a:gd name="connsiteY459" fmla="*/ 533848 h 696873"/>
                <a:gd name="connsiteX460" fmla="*/ 322831 w 1212484"/>
                <a:gd name="connsiteY460" fmla="*/ 534107 h 696873"/>
                <a:gd name="connsiteX461" fmla="*/ 321343 w 1212484"/>
                <a:gd name="connsiteY461" fmla="*/ 537083 h 696873"/>
                <a:gd name="connsiteX462" fmla="*/ 316878 w 1212484"/>
                <a:gd name="connsiteY462" fmla="*/ 537083 h 696873"/>
                <a:gd name="connsiteX463" fmla="*/ 316227 w 1212484"/>
                <a:gd name="connsiteY463" fmla="*/ 538525 h 696873"/>
                <a:gd name="connsiteX464" fmla="*/ 315390 w 1212484"/>
                <a:gd name="connsiteY464" fmla="*/ 540060 h 696873"/>
                <a:gd name="connsiteX465" fmla="*/ 312367 w 1212484"/>
                <a:gd name="connsiteY465" fmla="*/ 540432 h 696873"/>
                <a:gd name="connsiteX466" fmla="*/ 309437 w 1212484"/>
                <a:gd name="connsiteY466" fmla="*/ 540804 h 696873"/>
                <a:gd name="connsiteX467" fmla="*/ 309065 w 1212484"/>
                <a:gd name="connsiteY467" fmla="*/ 542292 h 696873"/>
                <a:gd name="connsiteX468" fmla="*/ 308693 w 1212484"/>
                <a:gd name="connsiteY468" fmla="*/ 543781 h 696873"/>
                <a:gd name="connsiteX469" fmla="*/ 304088 w 1212484"/>
                <a:gd name="connsiteY469" fmla="*/ 544249 h 696873"/>
                <a:gd name="connsiteX470" fmla="*/ 302740 w 1212484"/>
                <a:gd name="connsiteY470" fmla="*/ 544525 h 696873"/>
                <a:gd name="connsiteX471" fmla="*/ 301995 w 1212484"/>
                <a:gd name="connsiteY471" fmla="*/ 546757 h 696873"/>
                <a:gd name="connsiteX472" fmla="*/ 297391 w 1212484"/>
                <a:gd name="connsiteY472" fmla="*/ 547780 h 696873"/>
                <a:gd name="connsiteX473" fmla="*/ 296042 w 1212484"/>
                <a:gd name="connsiteY473" fmla="*/ 548245 h 696873"/>
                <a:gd name="connsiteX474" fmla="*/ 295298 w 1212484"/>
                <a:gd name="connsiteY474" fmla="*/ 550478 h 696873"/>
                <a:gd name="connsiteX475" fmla="*/ 290694 w 1212484"/>
                <a:gd name="connsiteY475" fmla="*/ 550920 h 696873"/>
                <a:gd name="connsiteX476" fmla="*/ 289345 w 1212484"/>
                <a:gd name="connsiteY476" fmla="*/ 551222 h 696873"/>
                <a:gd name="connsiteX477" fmla="*/ 288601 w 1212484"/>
                <a:gd name="connsiteY477" fmla="*/ 553454 h 696873"/>
                <a:gd name="connsiteX478" fmla="*/ 281904 w 1212484"/>
                <a:gd name="connsiteY478" fmla="*/ 554199 h 696873"/>
                <a:gd name="connsiteX479" fmla="*/ 281904 w 1212484"/>
                <a:gd name="connsiteY479" fmla="*/ 557175 h 696873"/>
                <a:gd name="connsiteX480" fmla="*/ 278974 w 1212484"/>
                <a:gd name="connsiteY480" fmla="*/ 557361 h 696873"/>
                <a:gd name="connsiteX481" fmla="*/ 275950 w 1212484"/>
                <a:gd name="connsiteY481" fmla="*/ 557919 h 696873"/>
                <a:gd name="connsiteX482" fmla="*/ 275578 w 1212484"/>
                <a:gd name="connsiteY482" fmla="*/ 559407 h 696873"/>
                <a:gd name="connsiteX483" fmla="*/ 275206 w 1212484"/>
                <a:gd name="connsiteY483" fmla="*/ 560896 h 696873"/>
                <a:gd name="connsiteX484" fmla="*/ 270602 w 1212484"/>
                <a:gd name="connsiteY484" fmla="*/ 561364 h 696873"/>
                <a:gd name="connsiteX485" fmla="*/ 269253 w 1212484"/>
                <a:gd name="connsiteY485" fmla="*/ 561640 h 696873"/>
                <a:gd name="connsiteX486" fmla="*/ 268509 w 1212484"/>
                <a:gd name="connsiteY486" fmla="*/ 563872 h 696873"/>
                <a:gd name="connsiteX487" fmla="*/ 265114 w 1212484"/>
                <a:gd name="connsiteY487" fmla="*/ 564384 h 696873"/>
                <a:gd name="connsiteX488" fmla="*/ 263251 w 1212484"/>
                <a:gd name="connsiteY488" fmla="*/ 564532 h 696873"/>
                <a:gd name="connsiteX489" fmla="*/ 261812 w 1212484"/>
                <a:gd name="connsiteY489" fmla="*/ 564616 h 696873"/>
                <a:gd name="connsiteX490" fmla="*/ 261812 w 1212484"/>
                <a:gd name="connsiteY490" fmla="*/ 567593 h 696873"/>
                <a:gd name="connsiteX491" fmla="*/ 259254 w 1212484"/>
                <a:gd name="connsiteY491" fmla="*/ 567826 h 696873"/>
                <a:gd name="connsiteX492" fmla="*/ 256603 w 1212484"/>
                <a:gd name="connsiteY492" fmla="*/ 568337 h 696873"/>
                <a:gd name="connsiteX493" fmla="*/ 255859 w 1212484"/>
                <a:gd name="connsiteY493" fmla="*/ 570570 h 696873"/>
                <a:gd name="connsiteX494" fmla="*/ 252464 w 1212484"/>
                <a:gd name="connsiteY494" fmla="*/ 571081 h 696873"/>
                <a:gd name="connsiteX495" fmla="*/ 250600 w 1212484"/>
                <a:gd name="connsiteY495" fmla="*/ 571229 h 696873"/>
                <a:gd name="connsiteX496" fmla="*/ 249161 w 1212484"/>
                <a:gd name="connsiteY496" fmla="*/ 571314 h 696873"/>
                <a:gd name="connsiteX497" fmla="*/ 249161 w 1212484"/>
                <a:gd name="connsiteY497" fmla="*/ 574290 h 696873"/>
                <a:gd name="connsiteX498" fmla="*/ 242464 w 1212484"/>
                <a:gd name="connsiteY498" fmla="*/ 574290 h 696873"/>
                <a:gd name="connsiteX499" fmla="*/ 242464 w 1212484"/>
                <a:gd name="connsiteY499" fmla="*/ 578011 h 696873"/>
                <a:gd name="connsiteX500" fmla="*/ 236511 w 1212484"/>
                <a:gd name="connsiteY500" fmla="*/ 578011 h 696873"/>
                <a:gd name="connsiteX501" fmla="*/ 236511 w 1212484"/>
                <a:gd name="connsiteY501" fmla="*/ 580988 h 696873"/>
                <a:gd name="connsiteX502" fmla="*/ 229814 w 1212484"/>
                <a:gd name="connsiteY502" fmla="*/ 581732 h 696873"/>
                <a:gd name="connsiteX503" fmla="*/ 229814 w 1212484"/>
                <a:gd name="connsiteY503" fmla="*/ 584708 h 696873"/>
                <a:gd name="connsiteX504" fmla="*/ 225236 w 1212484"/>
                <a:gd name="connsiteY504" fmla="*/ 585072 h 696873"/>
                <a:gd name="connsiteX505" fmla="*/ 223861 w 1212484"/>
                <a:gd name="connsiteY505" fmla="*/ 585452 h 696873"/>
                <a:gd name="connsiteX506" fmla="*/ 223116 w 1212484"/>
                <a:gd name="connsiteY506" fmla="*/ 587685 h 696873"/>
                <a:gd name="connsiteX507" fmla="*/ 218439 w 1212484"/>
                <a:gd name="connsiteY507" fmla="*/ 588708 h 696873"/>
                <a:gd name="connsiteX508" fmla="*/ 217163 w 1212484"/>
                <a:gd name="connsiteY508" fmla="*/ 589173 h 696873"/>
                <a:gd name="connsiteX509" fmla="*/ 217163 w 1212484"/>
                <a:gd name="connsiteY509" fmla="*/ 591406 h 696873"/>
                <a:gd name="connsiteX510" fmla="*/ 215724 w 1212484"/>
                <a:gd name="connsiteY510" fmla="*/ 591275 h 696873"/>
                <a:gd name="connsiteX511" fmla="*/ 210466 w 1212484"/>
                <a:gd name="connsiteY511" fmla="*/ 591406 h 696873"/>
                <a:gd name="connsiteX512" fmla="*/ 209722 w 1212484"/>
                <a:gd name="connsiteY512" fmla="*/ 595126 h 696873"/>
                <a:gd name="connsiteX513" fmla="*/ 205257 w 1212484"/>
                <a:gd name="connsiteY513" fmla="*/ 595126 h 696873"/>
                <a:gd name="connsiteX514" fmla="*/ 204606 w 1212484"/>
                <a:gd name="connsiteY514" fmla="*/ 596568 h 696873"/>
                <a:gd name="connsiteX515" fmla="*/ 203769 w 1212484"/>
                <a:gd name="connsiteY515" fmla="*/ 598103 h 696873"/>
                <a:gd name="connsiteX516" fmla="*/ 197816 w 1212484"/>
                <a:gd name="connsiteY516" fmla="*/ 598847 h 696873"/>
                <a:gd name="connsiteX517" fmla="*/ 197816 w 1212484"/>
                <a:gd name="connsiteY517" fmla="*/ 601823 h 696873"/>
                <a:gd name="connsiteX518" fmla="*/ 191118 w 1212484"/>
                <a:gd name="connsiteY518" fmla="*/ 601823 h 696873"/>
                <a:gd name="connsiteX519" fmla="*/ 191118 w 1212484"/>
                <a:gd name="connsiteY519" fmla="*/ 604800 h 696873"/>
                <a:gd name="connsiteX520" fmla="*/ 188560 w 1212484"/>
                <a:gd name="connsiteY520" fmla="*/ 604986 h 696873"/>
                <a:gd name="connsiteX521" fmla="*/ 185909 w 1212484"/>
                <a:gd name="connsiteY521" fmla="*/ 605544 h 696873"/>
                <a:gd name="connsiteX522" fmla="*/ 185584 w 1212484"/>
                <a:gd name="connsiteY522" fmla="*/ 607032 h 696873"/>
                <a:gd name="connsiteX523" fmla="*/ 185165 w 1212484"/>
                <a:gd name="connsiteY523" fmla="*/ 608521 h 696873"/>
                <a:gd name="connsiteX524" fmla="*/ 180587 w 1212484"/>
                <a:gd name="connsiteY524" fmla="*/ 609006 h 696873"/>
                <a:gd name="connsiteX525" fmla="*/ 179212 w 1212484"/>
                <a:gd name="connsiteY525" fmla="*/ 609265 h 696873"/>
                <a:gd name="connsiteX526" fmla="*/ 178468 w 1212484"/>
                <a:gd name="connsiteY526" fmla="*/ 610800 h 696873"/>
                <a:gd name="connsiteX527" fmla="*/ 177724 w 1212484"/>
                <a:gd name="connsiteY527" fmla="*/ 612241 h 696873"/>
                <a:gd name="connsiteX528" fmla="*/ 171771 w 1212484"/>
                <a:gd name="connsiteY528" fmla="*/ 612241 h 696873"/>
                <a:gd name="connsiteX529" fmla="*/ 171771 w 1212484"/>
                <a:gd name="connsiteY529" fmla="*/ 615218 h 696873"/>
                <a:gd name="connsiteX530" fmla="*/ 169213 w 1212484"/>
                <a:gd name="connsiteY530" fmla="*/ 615404 h 696873"/>
                <a:gd name="connsiteX531" fmla="*/ 166562 w 1212484"/>
                <a:gd name="connsiteY531" fmla="*/ 615962 h 696873"/>
                <a:gd name="connsiteX532" fmla="*/ 166190 w 1212484"/>
                <a:gd name="connsiteY532" fmla="*/ 617450 h 696873"/>
                <a:gd name="connsiteX533" fmla="*/ 165818 w 1212484"/>
                <a:gd name="connsiteY533" fmla="*/ 618939 h 696873"/>
                <a:gd name="connsiteX534" fmla="*/ 160609 w 1212484"/>
                <a:gd name="connsiteY534" fmla="*/ 619683 h 696873"/>
                <a:gd name="connsiteX535" fmla="*/ 159865 w 1212484"/>
                <a:gd name="connsiteY535" fmla="*/ 621915 h 696873"/>
                <a:gd name="connsiteX536" fmla="*/ 155260 w 1212484"/>
                <a:gd name="connsiteY536" fmla="*/ 622938 h 696873"/>
                <a:gd name="connsiteX537" fmla="*/ 153911 w 1212484"/>
                <a:gd name="connsiteY537" fmla="*/ 623404 h 696873"/>
                <a:gd name="connsiteX538" fmla="*/ 153167 w 1212484"/>
                <a:gd name="connsiteY538" fmla="*/ 625636 h 696873"/>
                <a:gd name="connsiteX539" fmla="*/ 148598 w 1212484"/>
                <a:gd name="connsiteY539" fmla="*/ 626095 h 696873"/>
                <a:gd name="connsiteX540" fmla="*/ 147214 w 1212484"/>
                <a:gd name="connsiteY540" fmla="*/ 626380 h 696873"/>
                <a:gd name="connsiteX541" fmla="*/ 145726 w 1212484"/>
                <a:gd name="connsiteY541" fmla="*/ 629357 h 696873"/>
                <a:gd name="connsiteX542" fmla="*/ 142005 w 1212484"/>
                <a:gd name="connsiteY542" fmla="*/ 629357 h 696873"/>
                <a:gd name="connsiteX543" fmla="*/ 141354 w 1212484"/>
                <a:gd name="connsiteY543" fmla="*/ 630798 h 696873"/>
                <a:gd name="connsiteX544" fmla="*/ 140517 w 1212484"/>
                <a:gd name="connsiteY544" fmla="*/ 632333 h 696873"/>
                <a:gd name="connsiteX545" fmla="*/ 135308 w 1212484"/>
                <a:gd name="connsiteY545" fmla="*/ 633077 h 696873"/>
                <a:gd name="connsiteX546" fmla="*/ 134564 w 1212484"/>
                <a:gd name="connsiteY546" fmla="*/ 634566 h 696873"/>
                <a:gd name="connsiteX547" fmla="*/ 133820 w 1212484"/>
                <a:gd name="connsiteY547" fmla="*/ 636054 h 696873"/>
                <a:gd name="connsiteX548" fmla="*/ 128611 w 1212484"/>
                <a:gd name="connsiteY548" fmla="*/ 636798 h 696873"/>
                <a:gd name="connsiteX549" fmla="*/ 127866 w 1212484"/>
                <a:gd name="connsiteY549" fmla="*/ 639031 h 696873"/>
                <a:gd name="connsiteX550" fmla="*/ 125262 w 1212484"/>
                <a:gd name="connsiteY550" fmla="*/ 639356 h 696873"/>
                <a:gd name="connsiteX551" fmla="*/ 122657 w 1212484"/>
                <a:gd name="connsiteY551" fmla="*/ 639775 h 696873"/>
                <a:gd name="connsiteX552" fmla="*/ 122332 w 1212484"/>
                <a:gd name="connsiteY552" fmla="*/ 641263 h 696873"/>
                <a:gd name="connsiteX553" fmla="*/ 121913 w 1212484"/>
                <a:gd name="connsiteY553" fmla="*/ 642751 h 696873"/>
                <a:gd name="connsiteX554" fmla="*/ 117309 w 1212484"/>
                <a:gd name="connsiteY554" fmla="*/ 643219 h 696873"/>
                <a:gd name="connsiteX555" fmla="*/ 115960 w 1212484"/>
                <a:gd name="connsiteY555" fmla="*/ 643495 h 696873"/>
                <a:gd name="connsiteX556" fmla="*/ 115216 w 1212484"/>
                <a:gd name="connsiteY556" fmla="*/ 645728 h 696873"/>
                <a:gd name="connsiteX557" fmla="*/ 110539 w 1212484"/>
                <a:gd name="connsiteY557" fmla="*/ 646751 h 696873"/>
                <a:gd name="connsiteX558" fmla="*/ 109263 w 1212484"/>
                <a:gd name="connsiteY558" fmla="*/ 647216 h 696873"/>
                <a:gd name="connsiteX559" fmla="*/ 109263 w 1212484"/>
                <a:gd name="connsiteY559" fmla="*/ 649448 h 696873"/>
                <a:gd name="connsiteX560" fmla="*/ 106333 w 1212484"/>
                <a:gd name="connsiteY560" fmla="*/ 649216 h 696873"/>
                <a:gd name="connsiteX561" fmla="*/ 103310 w 1212484"/>
                <a:gd name="connsiteY561" fmla="*/ 649448 h 696873"/>
                <a:gd name="connsiteX562" fmla="*/ 102566 w 1212484"/>
                <a:gd name="connsiteY562" fmla="*/ 653169 h 696873"/>
                <a:gd name="connsiteX563" fmla="*/ 97357 w 1212484"/>
                <a:gd name="connsiteY563" fmla="*/ 653913 h 696873"/>
                <a:gd name="connsiteX564" fmla="*/ 96613 w 1212484"/>
                <a:gd name="connsiteY564" fmla="*/ 656146 h 696873"/>
                <a:gd name="connsiteX565" fmla="*/ 93589 w 1212484"/>
                <a:gd name="connsiteY565" fmla="*/ 656657 h 696873"/>
                <a:gd name="connsiteX566" fmla="*/ 90659 w 1212484"/>
                <a:gd name="connsiteY566" fmla="*/ 656890 h 696873"/>
                <a:gd name="connsiteX567" fmla="*/ 90659 w 1212484"/>
                <a:gd name="connsiteY567" fmla="*/ 659866 h 696873"/>
                <a:gd name="connsiteX568" fmla="*/ 83962 w 1212484"/>
                <a:gd name="connsiteY568" fmla="*/ 659866 h 696873"/>
                <a:gd name="connsiteX569" fmla="*/ 83962 w 1212484"/>
                <a:gd name="connsiteY569" fmla="*/ 662843 h 696873"/>
                <a:gd name="connsiteX570" fmla="*/ 78009 w 1212484"/>
                <a:gd name="connsiteY570" fmla="*/ 663587 h 696873"/>
                <a:gd name="connsiteX571" fmla="*/ 78009 w 1212484"/>
                <a:gd name="connsiteY571" fmla="*/ 666564 h 696873"/>
                <a:gd name="connsiteX572" fmla="*/ 71312 w 1212484"/>
                <a:gd name="connsiteY572" fmla="*/ 667308 h 696873"/>
                <a:gd name="connsiteX573" fmla="*/ 71312 w 1212484"/>
                <a:gd name="connsiteY573" fmla="*/ 670284 h 696873"/>
                <a:gd name="connsiteX574" fmla="*/ 64615 w 1212484"/>
                <a:gd name="connsiteY574" fmla="*/ 670284 h 696873"/>
                <a:gd name="connsiteX575" fmla="*/ 64615 w 1212484"/>
                <a:gd name="connsiteY575" fmla="*/ 673261 h 696873"/>
                <a:gd name="connsiteX576" fmla="*/ 62057 w 1212484"/>
                <a:gd name="connsiteY576" fmla="*/ 673447 h 696873"/>
                <a:gd name="connsiteX577" fmla="*/ 59406 w 1212484"/>
                <a:gd name="connsiteY577" fmla="*/ 674005 h 696873"/>
                <a:gd name="connsiteX578" fmla="*/ 59077 w 1212484"/>
                <a:gd name="connsiteY578" fmla="*/ 675502 h 696873"/>
                <a:gd name="connsiteX579" fmla="*/ 58661 w 1212484"/>
                <a:gd name="connsiteY579" fmla="*/ 676982 h 696873"/>
                <a:gd name="connsiteX580" fmla="*/ 55313 w 1212484"/>
                <a:gd name="connsiteY580" fmla="*/ 677400 h 696873"/>
                <a:gd name="connsiteX581" fmla="*/ 51964 w 1212484"/>
                <a:gd name="connsiteY581" fmla="*/ 677726 h 696873"/>
                <a:gd name="connsiteX582" fmla="*/ 51220 w 1212484"/>
                <a:gd name="connsiteY582" fmla="*/ 679958 h 696873"/>
                <a:gd name="connsiteX583" fmla="*/ 48615 w 1212484"/>
                <a:gd name="connsiteY583" fmla="*/ 679865 h 696873"/>
                <a:gd name="connsiteX584" fmla="*/ 46011 w 1212484"/>
                <a:gd name="connsiteY584" fmla="*/ 679958 h 696873"/>
                <a:gd name="connsiteX585" fmla="*/ 45685 w 1212484"/>
                <a:gd name="connsiteY585" fmla="*/ 681772 h 696873"/>
                <a:gd name="connsiteX586" fmla="*/ 45267 w 1212484"/>
                <a:gd name="connsiteY586" fmla="*/ 683679 h 696873"/>
                <a:gd name="connsiteX587" fmla="*/ 40662 w 1212484"/>
                <a:gd name="connsiteY587" fmla="*/ 684173 h 696873"/>
                <a:gd name="connsiteX588" fmla="*/ 39314 w 1212484"/>
                <a:gd name="connsiteY588" fmla="*/ 684423 h 696873"/>
                <a:gd name="connsiteX589" fmla="*/ 38570 w 1212484"/>
                <a:gd name="connsiteY589" fmla="*/ 686656 h 696873"/>
                <a:gd name="connsiteX590" fmla="*/ 35547 w 1212484"/>
                <a:gd name="connsiteY590" fmla="*/ 687167 h 696873"/>
                <a:gd name="connsiteX591" fmla="*/ 32616 w 1212484"/>
                <a:gd name="connsiteY591" fmla="*/ 687400 h 696873"/>
                <a:gd name="connsiteX592" fmla="*/ 32616 w 1212484"/>
                <a:gd name="connsiteY592" fmla="*/ 690376 h 696873"/>
                <a:gd name="connsiteX593" fmla="*/ 28038 w 1212484"/>
                <a:gd name="connsiteY593" fmla="*/ 690667 h 696873"/>
                <a:gd name="connsiteX594" fmla="*/ 26663 w 1212484"/>
                <a:gd name="connsiteY594" fmla="*/ 691120 h 696873"/>
                <a:gd name="connsiteX595" fmla="*/ 26312 w 1212484"/>
                <a:gd name="connsiteY595" fmla="*/ 692617 h 696873"/>
                <a:gd name="connsiteX596" fmla="*/ 25919 w 1212484"/>
                <a:gd name="connsiteY596" fmla="*/ 694097 h 696873"/>
                <a:gd name="connsiteX597" fmla="*/ 22571 w 1212484"/>
                <a:gd name="connsiteY597" fmla="*/ 694516 h 696873"/>
                <a:gd name="connsiteX598" fmla="*/ 19222 w 1212484"/>
                <a:gd name="connsiteY598" fmla="*/ 694841 h 696873"/>
                <a:gd name="connsiteX599" fmla="*/ 18478 w 1212484"/>
                <a:gd name="connsiteY599" fmla="*/ 697073 h 696873"/>
                <a:gd name="connsiteX600" fmla="*/ 11036 w 1212484"/>
                <a:gd name="connsiteY600" fmla="*/ 697073 h 696873"/>
                <a:gd name="connsiteX601" fmla="*/ 10292 w 1212484"/>
                <a:gd name="connsiteY601" fmla="*/ 681447 h 696873"/>
                <a:gd name="connsiteX602" fmla="*/ 8060 w 1212484"/>
                <a:gd name="connsiteY602" fmla="*/ 681447 h 696873"/>
                <a:gd name="connsiteX603" fmla="*/ 8015 w 1212484"/>
                <a:gd name="connsiteY603" fmla="*/ 679751 h 696873"/>
                <a:gd name="connsiteX604" fmla="*/ 7781 w 1212484"/>
                <a:gd name="connsiteY604" fmla="*/ 672191 h 696873"/>
                <a:gd name="connsiteX605" fmla="*/ 7711 w 1212484"/>
                <a:gd name="connsiteY605" fmla="*/ 669521 h 696873"/>
                <a:gd name="connsiteX606" fmla="*/ 7624 w 1212484"/>
                <a:gd name="connsiteY606" fmla="*/ 666985 h 696873"/>
                <a:gd name="connsiteX607" fmla="*/ 7553 w 1212484"/>
                <a:gd name="connsiteY607" fmla="*/ 664635 h 696873"/>
                <a:gd name="connsiteX608" fmla="*/ 7316 w 1212484"/>
                <a:gd name="connsiteY608" fmla="*/ 662843 h 696873"/>
                <a:gd name="connsiteX609" fmla="*/ 5827 w 1212484"/>
                <a:gd name="connsiteY609" fmla="*/ 662099 h 696873"/>
                <a:gd name="connsiteX610" fmla="*/ 5598 w 1212484"/>
                <a:gd name="connsiteY610" fmla="*/ 657872 h 696873"/>
                <a:gd name="connsiteX611" fmla="*/ 5541 w 1212484"/>
                <a:gd name="connsiteY611" fmla="*/ 655265 h 696873"/>
                <a:gd name="connsiteX612" fmla="*/ 5471 w 1212484"/>
                <a:gd name="connsiteY612" fmla="*/ 649789 h 696873"/>
                <a:gd name="connsiteX613" fmla="*/ 5412 w 1212484"/>
                <a:gd name="connsiteY613" fmla="*/ 647175 h 696873"/>
                <a:gd name="connsiteX614" fmla="*/ 5381 w 1212484"/>
                <a:gd name="connsiteY614" fmla="*/ 644769 h 696873"/>
                <a:gd name="connsiteX615" fmla="*/ 3964 w 1212484"/>
                <a:gd name="connsiteY615" fmla="*/ 641734 h 696873"/>
                <a:gd name="connsiteX616" fmla="*/ 2597 w 1212484"/>
                <a:gd name="connsiteY616" fmla="*/ 636918 h 696873"/>
                <a:gd name="connsiteX617" fmla="*/ 2598 w 1212484"/>
                <a:gd name="connsiteY617" fmla="*/ 634707 h 696873"/>
                <a:gd name="connsiteX618" fmla="*/ 2633 w 1212484"/>
                <a:gd name="connsiteY618" fmla="*/ 632325 h 696873"/>
                <a:gd name="connsiteX619" fmla="*/ 2642 w 1212484"/>
                <a:gd name="connsiteY619" fmla="*/ 629882 h 696873"/>
                <a:gd name="connsiteX620" fmla="*/ 2711 w 1212484"/>
                <a:gd name="connsiteY620" fmla="*/ 622148 h 696873"/>
                <a:gd name="connsiteX621" fmla="*/ 2742 w 1212484"/>
                <a:gd name="connsiteY621" fmla="*/ 616908 h 696873"/>
                <a:gd name="connsiteX622" fmla="*/ 2851 w 1212484"/>
                <a:gd name="connsiteY622" fmla="*/ 604056 h 696873"/>
                <a:gd name="connsiteX623" fmla="*/ 1363 w 1212484"/>
                <a:gd name="connsiteY623" fmla="*/ 604056 h 696873"/>
                <a:gd name="connsiteX624" fmla="*/ 1324 w 1212484"/>
                <a:gd name="connsiteY624" fmla="*/ 571786 h 696873"/>
                <a:gd name="connsiteX625" fmla="*/ 1306 w 1212484"/>
                <a:gd name="connsiteY625" fmla="*/ 556803 h 696873"/>
                <a:gd name="connsiteX626" fmla="*/ 1292 w 1212484"/>
                <a:gd name="connsiteY626" fmla="*/ 542357 h 696873"/>
                <a:gd name="connsiteX627" fmla="*/ 1284 w 1212484"/>
                <a:gd name="connsiteY627" fmla="*/ 536832 h 696873"/>
                <a:gd name="connsiteX628" fmla="*/ 1278 w 1212484"/>
                <a:gd name="connsiteY628" fmla="*/ 529123 h 696873"/>
                <a:gd name="connsiteX629" fmla="*/ 1270 w 1212484"/>
                <a:gd name="connsiteY629" fmla="*/ 526791 h 696873"/>
                <a:gd name="connsiteX630" fmla="*/ 1273 w 1212484"/>
                <a:gd name="connsiteY630" fmla="*/ 524682 h 696873"/>
                <a:gd name="connsiteX631" fmla="*/ 1271 w 1212484"/>
                <a:gd name="connsiteY631" fmla="*/ 522838 h 696873"/>
                <a:gd name="connsiteX632" fmla="*/ 2107 w 1212484"/>
                <a:gd name="connsiteY632" fmla="*/ 520712 h 696873"/>
                <a:gd name="connsiteX633" fmla="*/ 2224 w 1212484"/>
                <a:gd name="connsiteY633" fmla="*/ 517316 h 696873"/>
                <a:gd name="connsiteX634" fmla="*/ 2247 w 1212484"/>
                <a:gd name="connsiteY634" fmla="*/ 515126 h 696873"/>
                <a:gd name="connsiteX635" fmla="*/ 2264 w 1212484"/>
                <a:gd name="connsiteY635" fmla="*/ 512742 h 696873"/>
                <a:gd name="connsiteX636" fmla="*/ 2328 w 1212484"/>
                <a:gd name="connsiteY636" fmla="*/ 507794 h 696873"/>
                <a:gd name="connsiteX637" fmla="*/ 2405 w 1212484"/>
                <a:gd name="connsiteY637" fmla="*/ 499955 h 696873"/>
                <a:gd name="connsiteX638" fmla="*/ 2496 w 1212484"/>
                <a:gd name="connsiteY638" fmla="*/ 492417 h 696873"/>
                <a:gd name="connsiteX639" fmla="*/ 2504 w 1212484"/>
                <a:gd name="connsiteY639" fmla="*/ 490042 h 696873"/>
                <a:gd name="connsiteX640" fmla="*/ 2541 w 1212484"/>
                <a:gd name="connsiteY640" fmla="*/ 487838 h 696873"/>
                <a:gd name="connsiteX641" fmla="*/ 2559 w 1212484"/>
                <a:gd name="connsiteY641" fmla="*/ 485897 h 696873"/>
                <a:gd name="connsiteX642" fmla="*/ 5083 w 1212484"/>
                <a:gd name="connsiteY642" fmla="*/ 482017 h 696873"/>
                <a:gd name="connsiteX643" fmla="*/ 5412 w 1212484"/>
                <a:gd name="connsiteY643" fmla="*/ 477267 h 696873"/>
                <a:gd name="connsiteX644" fmla="*/ 5471 w 1212484"/>
                <a:gd name="connsiteY644" fmla="*/ 474450 h 696873"/>
                <a:gd name="connsiteX645" fmla="*/ 5502 w 1212484"/>
                <a:gd name="connsiteY645" fmla="*/ 471506 h 696873"/>
                <a:gd name="connsiteX646" fmla="*/ 5598 w 1212484"/>
                <a:gd name="connsiteY646" fmla="*/ 465733 h 696873"/>
                <a:gd name="connsiteX647" fmla="*/ 5626 w 1212484"/>
                <a:gd name="connsiteY647" fmla="*/ 463143 h 696873"/>
                <a:gd name="connsiteX648" fmla="*/ 5827 w 1212484"/>
                <a:gd name="connsiteY648" fmla="*/ 461181 h 696873"/>
                <a:gd name="connsiteX649" fmla="*/ 7316 w 1212484"/>
                <a:gd name="connsiteY649" fmla="*/ 460437 h 696873"/>
                <a:gd name="connsiteX650" fmla="*/ 7545 w 1212484"/>
                <a:gd name="connsiteY650" fmla="*/ 456484 h 696873"/>
                <a:gd name="connsiteX651" fmla="*/ 7602 w 1212484"/>
                <a:gd name="connsiteY651" fmla="*/ 454059 h 696873"/>
                <a:gd name="connsiteX652" fmla="*/ 7672 w 1212484"/>
                <a:gd name="connsiteY652" fmla="*/ 448955 h 696873"/>
                <a:gd name="connsiteX653" fmla="*/ 7731 w 1212484"/>
                <a:gd name="connsiteY653" fmla="*/ 446531 h 696873"/>
                <a:gd name="connsiteX654" fmla="*/ 7762 w 1212484"/>
                <a:gd name="connsiteY654" fmla="*/ 444290 h 696873"/>
                <a:gd name="connsiteX655" fmla="*/ 8060 w 1212484"/>
                <a:gd name="connsiteY655" fmla="*/ 442577 h 696873"/>
                <a:gd name="connsiteX656" fmla="*/ 10292 w 1212484"/>
                <a:gd name="connsiteY656" fmla="*/ 441833 h 696873"/>
                <a:gd name="connsiteX657" fmla="*/ 10488 w 1212484"/>
                <a:gd name="connsiteY657" fmla="*/ 433295 h 696873"/>
                <a:gd name="connsiteX658" fmla="*/ 11036 w 1212484"/>
                <a:gd name="connsiteY658" fmla="*/ 428439 h 696873"/>
                <a:gd name="connsiteX659" fmla="*/ 15501 w 1212484"/>
                <a:gd name="connsiteY659" fmla="*/ 426950 h 696873"/>
                <a:gd name="connsiteX660" fmla="*/ 16245 w 1212484"/>
                <a:gd name="connsiteY660" fmla="*/ 423974 h 696873"/>
                <a:gd name="connsiteX661" fmla="*/ 19222 w 1212484"/>
                <a:gd name="connsiteY661" fmla="*/ 423974 h 696873"/>
                <a:gd name="connsiteX662" fmla="*/ 19222 w 1212484"/>
                <a:gd name="connsiteY662" fmla="*/ 420997 h 696873"/>
                <a:gd name="connsiteX663" fmla="*/ 22199 w 1212484"/>
                <a:gd name="connsiteY663" fmla="*/ 420997 h 696873"/>
                <a:gd name="connsiteX664" fmla="*/ 23687 w 1212484"/>
                <a:gd name="connsiteY664" fmla="*/ 417277 h 696873"/>
                <a:gd name="connsiteX665" fmla="*/ 26663 w 1212484"/>
                <a:gd name="connsiteY665" fmla="*/ 416532 h 696873"/>
                <a:gd name="connsiteX666" fmla="*/ 27035 w 1212484"/>
                <a:gd name="connsiteY666" fmla="*/ 414998 h 696873"/>
                <a:gd name="connsiteX667" fmla="*/ 27407 w 1212484"/>
                <a:gd name="connsiteY667" fmla="*/ 413556 h 696873"/>
                <a:gd name="connsiteX668" fmla="*/ 30384 w 1212484"/>
                <a:gd name="connsiteY668" fmla="*/ 413556 h 696873"/>
                <a:gd name="connsiteX669" fmla="*/ 30384 w 1212484"/>
                <a:gd name="connsiteY669" fmla="*/ 410579 h 696873"/>
                <a:gd name="connsiteX670" fmla="*/ 33361 w 1212484"/>
                <a:gd name="connsiteY670" fmla="*/ 410579 h 696873"/>
                <a:gd name="connsiteX671" fmla="*/ 33686 w 1212484"/>
                <a:gd name="connsiteY671" fmla="*/ 409138 h 696873"/>
                <a:gd name="connsiteX672" fmla="*/ 34105 w 1212484"/>
                <a:gd name="connsiteY672" fmla="*/ 407603 h 696873"/>
                <a:gd name="connsiteX673" fmla="*/ 36012 w 1212484"/>
                <a:gd name="connsiteY673" fmla="*/ 407231 h 696873"/>
                <a:gd name="connsiteX674" fmla="*/ 37825 w 1212484"/>
                <a:gd name="connsiteY674" fmla="*/ 406859 h 696873"/>
                <a:gd name="connsiteX675" fmla="*/ 37825 w 1212484"/>
                <a:gd name="connsiteY675" fmla="*/ 403882 h 696873"/>
                <a:gd name="connsiteX676" fmla="*/ 40802 w 1212484"/>
                <a:gd name="connsiteY676" fmla="*/ 403138 h 696873"/>
                <a:gd name="connsiteX677" fmla="*/ 41546 w 1212484"/>
                <a:gd name="connsiteY677" fmla="*/ 400906 h 696873"/>
                <a:gd name="connsiteX678" fmla="*/ 42988 w 1212484"/>
                <a:gd name="connsiteY678" fmla="*/ 400208 h 696873"/>
                <a:gd name="connsiteX679" fmla="*/ 45267 w 1212484"/>
                <a:gd name="connsiteY679" fmla="*/ 397882 h 696873"/>
                <a:gd name="connsiteX680" fmla="*/ 46011 w 1212484"/>
                <a:gd name="connsiteY680" fmla="*/ 396441 h 696873"/>
                <a:gd name="connsiteX681" fmla="*/ 48988 w 1212484"/>
                <a:gd name="connsiteY681" fmla="*/ 395697 h 696873"/>
                <a:gd name="connsiteX682" fmla="*/ 49732 w 1212484"/>
                <a:gd name="connsiteY682" fmla="*/ 393464 h 696873"/>
                <a:gd name="connsiteX683" fmla="*/ 51964 w 1212484"/>
                <a:gd name="connsiteY683" fmla="*/ 392720 h 696873"/>
                <a:gd name="connsiteX684" fmla="*/ 52708 w 1212484"/>
                <a:gd name="connsiteY684" fmla="*/ 390488 h 696873"/>
                <a:gd name="connsiteX685" fmla="*/ 56429 w 1212484"/>
                <a:gd name="connsiteY685" fmla="*/ 388999 h 696873"/>
                <a:gd name="connsiteX686" fmla="*/ 57173 w 1212484"/>
                <a:gd name="connsiteY686" fmla="*/ 386767 h 696873"/>
                <a:gd name="connsiteX687" fmla="*/ 58615 w 1212484"/>
                <a:gd name="connsiteY687" fmla="*/ 386441 h 696873"/>
                <a:gd name="connsiteX688" fmla="*/ 60150 w 1212484"/>
                <a:gd name="connsiteY688" fmla="*/ 386023 h 696873"/>
                <a:gd name="connsiteX689" fmla="*/ 61638 w 1212484"/>
                <a:gd name="connsiteY689" fmla="*/ 383046 h 696873"/>
                <a:gd name="connsiteX690" fmla="*/ 64615 w 1212484"/>
                <a:gd name="connsiteY690" fmla="*/ 381558 h 696873"/>
                <a:gd name="connsiteX691" fmla="*/ 65359 w 1212484"/>
                <a:gd name="connsiteY691" fmla="*/ 379325 h 696873"/>
                <a:gd name="connsiteX692" fmla="*/ 68335 w 1212484"/>
                <a:gd name="connsiteY692" fmla="*/ 379325 h 696873"/>
                <a:gd name="connsiteX693" fmla="*/ 69079 w 1212484"/>
                <a:gd name="connsiteY693" fmla="*/ 376349 h 696873"/>
                <a:gd name="connsiteX694" fmla="*/ 71312 w 1212484"/>
                <a:gd name="connsiteY694" fmla="*/ 375605 h 696873"/>
                <a:gd name="connsiteX695" fmla="*/ 71963 w 1212484"/>
                <a:gd name="connsiteY695" fmla="*/ 374070 h 696873"/>
                <a:gd name="connsiteX696" fmla="*/ 72800 w 1212484"/>
                <a:gd name="connsiteY696" fmla="*/ 372628 h 696873"/>
                <a:gd name="connsiteX697" fmla="*/ 76521 w 1212484"/>
                <a:gd name="connsiteY697" fmla="*/ 372628 h 696873"/>
                <a:gd name="connsiteX698" fmla="*/ 76521 w 1212484"/>
                <a:gd name="connsiteY698" fmla="*/ 369652 h 696873"/>
                <a:gd name="connsiteX699" fmla="*/ 79497 w 1212484"/>
                <a:gd name="connsiteY699" fmla="*/ 368908 h 696873"/>
                <a:gd name="connsiteX700" fmla="*/ 80195 w 1212484"/>
                <a:gd name="connsiteY700" fmla="*/ 367373 h 696873"/>
                <a:gd name="connsiteX701" fmla="*/ 80986 w 1212484"/>
                <a:gd name="connsiteY701" fmla="*/ 365931 h 696873"/>
                <a:gd name="connsiteX702" fmla="*/ 84706 w 1212484"/>
                <a:gd name="connsiteY702" fmla="*/ 365931 h 696873"/>
                <a:gd name="connsiteX703" fmla="*/ 84706 w 1212484"/>
                <a:gd name="connsiteY703" fmla="*/ 362954 h 696873"/>
                <a:gd name="connsiteX704" fmla="*/ 87683 w 1212484"/>
                <a:gd name="connsiteY704" fmla="*/ 362954 h 696873"/>
                <a:gd name="connsiteX705" fmla="*/ 87962 w 1212484"/>
                <a:gd name="connsiteY705" fmla="*/ 361141 h 696873"/>
                <a:gd name="connsiteX706" fmla="*/ 88427 w 1212484"/>
                <a:gd name="connsiteY706" fmla="*/ 359234 h 696873"/>
                <a:gd name="connsiteX707" fmla="*/ 92892 w 1212484"/>
                <a:gd name="connsiteY707" fmla="*/ 358490 h 696873"/>
                <a:gd name="connsiteX708" fmla="*/ 92892 w 1212484"/>
                <a:gd name="connsiteY708" fmla="*/ 356257 h 696873"/>
                <a:gd name="connsiteX709" fmla="*/ 95868 w 1212484"/>
                <a:gd name="connsiteY709" fmla="*/ 354769 h 696873"/>
                <a:gd name="connsiteX710" fmla="*/ 96613 w 1212484"/>
                <a:gd name="connsiteY710" fmla="*/ 352536 h 696873"/>
                <a:gd name="connsiteX711" fmla="*/ 100333 w 1212484"/>
                <a:gd name="connsiteY711" fmla="*/ 351048 h 696873"/>
                <a:gd name="connsiteX712" fmla="*/ 101822 w 1212484"/>
                <a:gd name="connsiteY712" fmla="*/ 348816 h 696873"/>
                <a:gd name="connsiteX713" fmla="*/ 104054 w 1212484"/>
                <a:gd name="connsiteY713" fmla="*/ 348072 h 696873"/>
                <a:gd name="connsiteX714" fmla="*/ 104798 w 1212484"/>
                <a:gd name="connsiteY714" fmla="*/ 345839 h 696873"/>
                <a:gd name="connsiteX715" fmla="*/ 108519 w 1212484"/>
                <a:gd name="connsiteY715" fmla="*/ 344351 h 696873"/>
                <a:gd name="connsiteX716" fmla="*/ 109263 w 1212484"/>
                <a:gd name="connsiteY716" fmla="*/ 342118 h 696873"/>
                <a:gd name="connsiteX717" fmla="*/ 110658 w 1212484"/>
                <a:gd name="connsiteY717" fmla="*/ 341793 h 696873"/>
                <a:gd name="connsiteX718" fmla="*/ 113356 w 1212484"/>
                <a:gd name="connsiteY718" fmla="*/ 339840 h 696873"/>
                <a:gd name="connsiteX719" fmla="*/ 114472 w 1212484"/>
                <a:gd name="connsiteY719" fmla="*/ 338398 h 696873"/>
                <a:gd name="connsiteX720" fmla="*/ 117449 w 1212484"/>
                <a:gd name="connsiteY720" fmla="*/ 338398 h 696873"/>
                <a:gd name="connsiteX721" fmla="*/ 118193 w 1212484"/>
                <a:gd name="connsiteY721" fmla="*/ 335421 h 696873"/>
                <a:gd name="connsiteX722" fmla="*/ 120425 w 1212484"/>
                <a:gd name="connsiteY722" fmla="*/ 334677 h 696873"/>
                <a:gd name="connsiteX723" fmla="*/ 121076 w 1212484"/>
                <a:gd name="connsiteY723" fmla="*/ 333142 h 696873"/>
                <a:gd name="connsiteX724" fmla="*/ 121913 w 1212484"/>
                <a:gd name="connsiteY724" fmla="*/ 331700 h 696873"/>
                <a:gd name="connsiteX725" fmla="*/ 125634 w 1212484"/>
                <a:gd name="connsiteY725" fmla="*/ 331700 h 696873"/>
                <a:gd name="connsiteX726" fmla="*/ 126378 w 1212484"/>
                <a:gd name="connsiteY726" fmla="*/ 328724 h 696873"/>
                <a:gd name="connsiteX727" fmla="*/ 129355 w 1212484"/>
                <a:gd name="connsiteY727" fmla="*/ 327236 h 696873"/>
                <a:gd name="connsiteX728" fmla="*/ 130099 w 1212484"/>
                <a:gd name="connsiteY728" fmla="*/ 325003 h 696873"/>
                <a:gd name="connsiteX729" fmla="*/ 134564 w 1212484"/>
                <a:gd name="connsiteY729" fmla="*/ 325003 h 696873"/>
                <a:gd name="connsiteX730" fmla="*/ 134564 w 1212484"/>
                <a:gd name="connsiteY730" fmla="*/ 322027 h 696873"/>
                <a:gd name="connsiteX731" fmla="*/ 139029 w 1212484"/>
                <a:gd name="connsiteY731" fmla="*/ 321283 h 696873"/>
                <a:gd name="connsiteX732" fmla="*/ 139029 w 1212484"/>
                <a:gd name="connsiteY732" fmla="*/ 318306 h 696873"/>
                <a:gd name="connsiteX733" fmla="*/ 140842 w 1212484"/>
                <a:gd name="connsiteY733" fmla="*/ 318538 h 696873"/>
                <a:gd name="connsiteX734" fmla="*/ 142749 w 1212484"/>
                <a:gd name="connsiteY734" fmla="*/ 318306 h 696873"/>
                <a:gd name="connsiteX735" fmla="*/ 143493 w 1212484"/>
                <a:gd name="connsiteY735" fmla="*/ 314585 h 696873"/>
                <a:gd name="connsiteX736" fmla="*/ 147214 w 1212484"/>
                <a:gd name="connsiteY736" fmla="*/ 313841 h 696873"/>
                <a:gd name="connsiteX737" fmla="*/ 147958 w 1212484"/>
                <a:gd name="connsiteY737" fmla="*/ 311609 h 696873"/>
                <a:gd name="connsiteX738" fmla="*/ 149865 w 1212484"/>
                <a:gd name="connsiteY738" fmla="*/ 311283 h 696873"/>
                <a:gd name="connsiteX739" fmla="*/ 151679 w 1212484"/>
                <a:gd name="connsiteY739" fmla="*/ 310865 h 696873"/>
                <a:gd name="connsiteX740" fmla="*/ 151679 w 1212484"/>
                <a:gd name="connsiteY740" fmla="*/ 307888 h 696873"/>
                <a:gd name="connsiteX741" fmla="*/ 153865 w 1212484"/>
                <a:gd name="connsiteY741" fmla="*/ 308074 h 696873"/>
                <a:gd name="connsiteX742" fmla="*/ 156144 w 1212484"/>
                <a:gd name="connsiteY742" fmla="*/ 307888 h 696873"/>
                <a:gd name="connsiteX743" fmla="*/ 156888 w 1212484"/>
                <a:gd name="connsiteY743" fmla="*/ 304911 h 696873"/>
                <a:gd name="connsiteX744" fmla="*/ 160609 w 1212484"/>
                <a:gd name="connsiteY744" fmla="*/ 303423 h 696873"/>
                <a:gd name="connsiteX745" fmla="*/ 160609 w 1212484"/>
                <a:gd name="connsiteY745" fmla="*/ 301191 h 696873"/>
                <a:gd name="connsiteX746" fmla="*/ 165074 w 1212484"/>
                <a:gd name="connsiteY746" fmla="*/ 299702 h 696873"/>
                <a:gd name="connsiteX747" fmla="*/ 165818 w 1212484"/>
                <a:gd name="connsiteY747" fmla="*/ 297470 h 696873"/>
                <a:gd name="connsiteX748" fmla="*/ 169538 w 1212484"/>
                <a:gd name="connsiteY748" fmla="*/ 296726 h 696873"/>
                <a:gd name="connsiteX749" fmla="*/ 170282 w 1212484"/>
                <a:gd name="connsiteY749" fmla="*/ 294493 h 696873"/>
                <a:gd name="connsiteX750" fmla="*/ 174747 w 1212484"/>
                <a:gd name="connsiteY750" fmla="*/ 293749 h 696873"/>
                <a:gd name="connsiteX751" fmla="*/ 174747 w 1212484"/>
                <a:gd name="connsiteY751" fmla="*/ 290773 h 696873"/>
                <a:gd name="connsiteX752" fmla="*/ 178468 w 1212484"/>
                <a:gd name="connsiteY752" fmla="*/ 290029 h 696873"/>
                <a:gd name="connsiteX753" fmla="*/ 179212 w 1212484"/>
                <a:gd name="connsiteY753" fmla="*/ 287796 h 696873"/>
                <a:gd name="connsiteX754" fmla="*/ 181073 w 1212484"/>
                <a:gd name="connsiteY754" fmla="*/ 287471 h 696873"/>
                <a:gd name="connsiteX755" fmla="*/ 182933 w 1212484"/>
                <a:gd name="connsiteY755" fmla="*/ 287052 h 696873"/>
                <a:gd name="connsiteX756" fmla="*/ 183258 w 1212484"/>
                <a:gd name="connsiteY756" fmla="*/ 285564 h 696873"/>
                <a:gd name="connsiteX757" fmla="*/ 183677 w 1212484"/>
                <a:gd name="connsiteY757" fmla="*/ 284075 h 696873"/>
                <a:gd name="connsiteX758" fmla="*/ 188142 w 1212484"/>
                <a:gd name="connsiteY758" fmla="*/ 283331 h 696873"/>
                <a:gd name="connsiteX759" fmla="*/ 188886 w 1212484"/>
                <a:gd name="connsiteY759" fmla="*/ 281099 h 696873"/>
                <a:gd name="connsiteX760" fmla="*/ 191863 w 1212484"/>
                <a:gd name="connsiteY760" fmla="*/ 279611 h 696873"/>
                <a:gd name="connsiteX761" fmla="*/ 192607 w 1212484"/>
                <a:gd name="connsiteY761" fmla="*/ 277378 h 696873"/>
                <a:gd name="connsiteX762" fmla="*/ 194839 w 1212484"/>
                <a:gd name="connsiteY762" fmla="*/ 277053 h 696873"/>
                <a:gd name="connsiteX763" fmla="*/ 197072 w 1212484"/>
                <a:gd name="connsiteY763" fmla="*/ 276634 h 696873"/>
                <a:gd name="connsiteX764" fmla="*/ 197444 w 1212484"/>
                <a:gd name="connsiteY764" fmla="*/ 275099 h 696873"/>
                <a:gd name="connsiteX765" fmla="*/ 197816 w 1212484"/>
                <a:gd name="connsiteY765" fmla="*/ 273658 h 696873"/>
                <a:gd name="connsiteX766" fmla="*/ 202281 w 1212484"/>
                <a:gd name="connsiteY766" fmla="*/ 273658 h 696873"/>
                <a:gd name="connsiteX767" fmla="*/ 202281 w 1212484"/>
                <a:gd name="connsiteY767" fmla="*/ 270681 h 696873"/>
                <a:gd name="connsiteX768" fmla="*/ 206745 w 1212484"/>
                <a:gd name="connsiteY768" fmla="*/ 269193 h 696873"/>
                <a:gd name="connsiteX769" fmla="*/ 207490 w 1212484"/>
                <a:gd name="connsiteY769" fmla="*/ 266960 h 696873"/>
                <a:gd name="connsiteX770" fmla="*/ 209350 w 1212484"/>
                <a:gd name="connsiteY770" fmla="*/ 266635 h 696873"/>
                <a:gd name="connsiteX771" fmla="*/ 211210 w 1212484"/>
                <a:gd name="connsiteY771" fmla="*/ 266216 h 696873"/>
                <a:gd name="connsiteX772" fmla="*/ 211582 w 1212484"/>
                <a:gd name="connsiteY772" fmla="*/ 264681 h 696873"/>
                <a:gd name="connsiteX773" fmla="*/ 211954 w 1212484"/>
                <a:gd name="connsiteY773" fmla="*/ 263240 h 696873"/>
                <a:gd name="connsiteX774" fmla="*/ 215675 w 1212484"/>
                <a:gd name="connsiteY774" fmla="*/ 263240 h 696873"/>
                <a:gd name="connsiteX775" fmla="*/ 216373 w 1212484"/>
                <a:gd name="connsiteY775" fmla="*/ 261798 h 696873"/>
                <a:gd name="connsiteX776" fmla="*/ 217163 w 1212484"/>
                <a:gd name="connsiteY776" fmla="*/ 260263 h 696873"/>
                <a:gd name="connsiteX777" fmla="*/ 219442 w 1212484"/>
                <a:gd name="connsiteY777" fmla="*/ 259891 h 696873"/>
                <a:gd name="connsiteX778" fmla="*/ 221628 w 1212484"/>
                <a:gd name="connsiteY778" fmla="*/ 259519 h 696873"/>
                <a:gd name="connsiteX779" fmla="*/ 222000 w 1212484"/>
                <a:gd name="connsiteY779" fmla="*/ 257984 h 696873"/>
                <a:gd name="connsiteX780" fmla="*/ 222372 w 1212484"/>
                <a:gd name="connsiteY780" fmla="*/ 256542 h 696873"/>
                <a:gd name="connsiteX781" fmla="*/ 226837 w 1212484"/>
                <a:gd name="connsiteY781" fmla="*/ 256542 h 696873"/>
                <a:gd name="connsiteX782" fmla="*/ 227581 w 1212484"/>
                <a:gd name="connsiteY782" fmla="*/ 253566 h 696873"/>
                <a:gd name="connsiteX783" fmla="*/ 232046 w 1212484"/>
                <a:gd name="connsiteY783" fmla="*/ 252822 h 696873"/>
                <a:gd name="connsiteX784" fmla="*/ 232046 w 1212484"/>
                <a:gd name="connsiteY784" fmla="*/ 249845 h 696873"/>
                <a:gd name="connsiteX785" fmla="*/ 236511 w 1212484"/>
                <a:gd name="connsiteY785" fmla="*/ 248357 h 696873"/>
                <a:gd name="connsiteX786" fmla="*/ 237999 w 1212484"/>
                <a:gd name="connsiteY786" fmla="*/ 246124 h 696873"/>
                <a:gd name="connsiteX787" fmla="*/ 241720 w 1212484"/>
                <a:gd name="connsiteY787" fmla="*/ 246124 h 696873"/>
                <a:gd name="connsiteX788" fmla="*/ 241720 w 1212484"/>
                <a:gd name="connsiteY788" fmla="*/ 243148 h 696873"/>
                <a:gd name="connsiteX789" fmla="*/ 243906 w 1212484"/>
                <a:gd name="connsiteY789" fmla="*/ 242962 h 696873"/>
                <a:gd name="connsiteX790" fmla="*/ 246185 w 1212484"/>
                <a:gd name="connsiteY790" fmla="*/ 242404 h 696873"/>
                <a:gd name="connsiteX791" fmla="*/ 246510 w 1212484"/>
                <a:gd name="connsiteY791" fmla="*/ 240869 h 696873"/>
                <a:gd name="connsiteX792" fmla="*/ 246929 w 1212484"/>
                <a:gd name="connsiteY792" fmla="*/ 239427 h 696873"/>
                <a:gd name="connsiteX793" fmla="*/ 252138 w 1212484"/>
                <a:gd name="connsiteY793" fmla="*/ 239427 h 696873"/>
                <a:gd name="connsiteX794" fmla="*/ 252138 w 1212484"/>
                <a:gd name="connsiteY794" fmla="*/ 236450 h 696873"/>
                <a:gd name="connsiteX795" fmla="*/ 257347 w 1212484"/>
                <a:gd name="connsiteY795" fmla="*/ 234962 h 696873"/>
                <a:gd name="connsiteX796" fmla="*/ 258091 w 1212484"/>
                <a:gd name="connsiteY796" fmla="*/ 232730 h 696873"/>
                <a:gd name="connsiteX797" fmla="*/ 261812 w 1212484"/>
                <a:gd name="connsiteY797" fmla="*/ 231986 h 696873"/>
                <a:gd name="connsiteX798" fmla="*/ 262556 w 1212484"/>
                <a:gd name="connsiteY798" fmla="*/ 229753 h 696873"/>
                <a:gd name="connsiteX799" fmla="*/ 267765 w 1212484"/>
                <a:gd name="connsiteY799" fmla="*/ 228265 h 696873"/>
                <a:gd name="connsiteX800" fmla="*/ 268509 w 1212484"/>
                <a:gd name="connsiteY800" fmla="*/ 226033 h 696873"/>
                <a:gd name="connsiteX801" fmla="*/ 270741 w 1212484"/>
                <a:gd name="connsiteY801" fmla="*/ 225707 h 696873"/>
                <a:gd name="connsiteX802" fmla="*/ 272974 w 1212484"/>
                <a:gd name="connsiteY802" fmla="*/ 225288 h 696873"/>
                <a:gd name="connsiteX803" fmla="*/ 273299 w 1212484"/>
                <a:gd name="connsiteY803" fmla="*/ 223754 h 696873"/>
                <a:gd name="connsiteX804" fmla="*/ 273718 w 1212484"/>
                <a:gd name="connsiteY804" fmla="*/ 222312 h 696873"/>
                <a:gd name="connsiteX805" fmla="*/ 278927 w 1212484"/>
                <a:gd name="connsiteY805" fmla="*/ 222312 h 696873"/>
                <a:gd name="connsiteX806" fmla="*/ 278927 w 1212484"/>
                <a:gd name="connsiteY806" fmla="*/ 219335 h 696873"/>
                <a:gd name="connsiteX807" fmla="*/ 284136 w 1212484"/>
                <a:gd name="connsiteY807" fmla="*/ 217847 h 696873"/>
                <a:gd name="connsiteX808" fmla="*/ 284880 w 1212484"/>
                <a:gd name="connsiteY808" fmla="*/ 215615 h 696873"/>
                <a:gd name="connsiteX809" fmla="*/ 289345 w 1212484"/>
                <a:gd name="connsiteY809" fmla="*/ 214870 h 696873"/>
                <a:gd name="connsiteX810" fmla="*/ 290089 w 1212484"/>
                <a:gd name="connsiteY810" fmla="*/ 212638 h 696873"/>
                <a:gd name="connsiteX811" fmla="*/ 295298 w 1212484"/>
                <a:gd name="connsiteY811" fmla="*/ 211894 h 696873"/>
                <a:gd name="connsiteX812" fmla="*/ 295298 w 1212484"/>
                <a:gd name="connsiteY812" fmla="*/ 208917 h 696873"/>
                <a:gd name="connsiteX813" fmla="*/ 297856 w 1212484"/>
                <a:gd name="connsiteY813" fmla="*/ 209150 h 696873"/>
                <a:gd name="connsiteX814" fmla="*/ 300507 w 1212484"/>
                <a:gd name="connsiteY814" fmla="*/ 208917 h 696873"/>
                <a:gd name="connsiteX815" fmla="*/ 301251 w 1212484"/>
                <a:gd name="connsiteY815" fmla="*/ 205197 h 696873"/>
                <a:gd name="connsiteX816" fmla="*/ 305716 w 1212484"/>
                <a:gd name="connsiteY816" fmla="*/ 204452 h 696873"/>
                <a:gd name="connsiteX817" fmla="*/ 306460 w 1212484"/>
                <a:gd name="connsiteY817" fmla="*/ 202220 h 696873"/>
                <a:gd name="connsiteX818" fmla="*/ 309111 w 1212484"/>
                <a:gd name="connsiteY818" fmla="*/ 201476 h 696873"/>
                <a:gd name="connsiteX819" fmla="*/ 311669 w 1212484"/>
                <a:gd name="connsiteY819" fmla="*/ 200732 h 696873"/>
                <a:gd name="connsiteX820" fmla="*/ 311669 w 1212484"/>
                <a:gd name="connsiteY820" fmla="*/ 198499 h 696873"/>
                <a:gd name="connsiteX821" fmla="*/ 314553 w 1212484"/>
                <a:gd name="connsiteY821" fmla="*/ 198732 h 696873"/>
                <a:gd name="connsiteX822" fmla="*/ 317622 w 1212484"/>
                <a:gd name="connsiteY822" fmla="*/ 198499 h 696873"/>
                <a:gd name="connsiteX823" fmla="*/ 319111 w 1212484"/>
                <a:gd name="connsiteY823" fmla="*/ 194779 h 696873"/>
                <a:gd name="connsiteX824" fmla="*/ 322831 w 1212484"/>
                <a:gd name="connsiteY824" fmla="*/ 194034 h 696873"/>
                <a:gd name="connsiteX825" fmla="*/ 323575 w 1212484"/>
                <a:gd name="connsiteY825" fmla="*/ 191802 h 696873"/>
                <a:gd name="connsiteX826" fmla="*/ 326180 w 1212484"/>
                <a:gd name="connsiteY826" fmla="*/ 191476 h 696873"/>
                <a:gd name="connsiteX827" fmla="*/ 328784 w 1212484"/>
                <a:gd name="connsiteY827" fmla="*/ 191058 h 696873"/>
                <a:gd name="connsiteX828" fmla="*/ 329157 w 1212484"/>
                <a:gd name="connsiteY828" fmla="*/ 189570 h 696873"/>
                <a:gd name="connsiteX829" fmla="*/ 329529 w 1212484"/>
                <a:gd name="connsiteY829" fmla="*/ 188081 h 696873"/>
                <a:gd name="connsiteX830" fmla="*/ 334738 w 1212484"/>
                <a:gd name="connsiteY830" fmla="*/ 187337 h 696873"/>
                <a:gd name="connsiteX831" fmla="*/ 335482 w 1212484"/>
                <a:gd name="connsiteY831" fmla="*/ 185105 h 696873"/>
                <a:gd name="connsiteX832" fmla="*/ 338505 w 1212484"/>
                <a:gd name="connsiteY832" fmla="*/ 184593 h 696873"/>
                <a:gd name="connsiteX833" fmla="*/ 341435 w 1212484"/>
                <a:gd name="connsiteY833" fmla="*/ 184361 h 696873"/>
                <a:gd name="connsiteX834" fmla="*/ 341435 w 1212484"/>
                <a:gd name="connsiteY834" fmla="*/ 181384 h 696873"/>
                <a:gd name="connsiteX835" fmla="*/ 343993 w 1212484"/>
                <a:gd name="connsiteY835" fmla="*/ 181152 h 696873"/>
                <a:gd name="connsiteX836" fmla="*/ 346644 w 1212484"/>
                <a:gd name="connsiteY836" fmla="*/ 180640 h 696873"/>
                <a:gd name="connsiteX837" fmla="*/ 347388 w 1212484"/>
                <a:gd name="connsiteY837" fmla="*/ 178408 h 696873"/>
                <a:gd name="connsiteX838" fmla="*/ 349992 w 1212484"/>
                <a:gd name="connsiteY838" fmla="*/ 178082 h 696873"/>
                <a:gd name="connsiteX839" fmla="*/ 352597 w 1212484"/>
                <a:gd name="connsiteY839" fmla="*/ 177663 h 696873"/>
                <a:gd name="connsiteX840" fmla="*/ 352969 w 1212484"/>
                <a:gd name="connsiteY840" fmla="*/ 176175 h 696873"/>
                <a:gd name="connsiteX841" fmla="*/ 353341 w 1212484"/>
                <a:gd name="connsiteY841" fmla="*/ 174687 h 696873"/>
                <a:gd name="connsiteX842" fmla="*/ 358550 w 1212484"/>
                <a:gd name="connsiteY842" fmla="*/ 173943 h 696873"/>
                <a:gd name="connsiteX843" fmla="*/ 358876 w 1212484"/>
                <a:gd name="connsiteY843" fmla="*/ 172454 h 696873"/>
                <a:gd name="connsiteX844" fmla="*/ 359294 w 1212484"/>
                <a:gd name="connsiteY844" fmla="*/ 170966 h 696873"/>
                <a:gd name="connsiteX845" fmla="*/ 363899 w 1212484"/>
                <a:gd name="connsiteY845" fmla="*/ 170498 h 696873"/>
                <a:gd name="connsiteX846" fmla="*/ 365247 w 1212484"/>
                <a:gd name="connsiteY846" fmla="*/ 170222 h 696873"/>
                <a:gd name="connsiteX847" fmla="*/ 365991 w 1212484"/>
                <a:gd name="connsiteY847" fmla="*/ 167990 h 696873"/>
                <a:gd name="connsiteX848" fmla="*/ 368596 w 1212484"/>
                <a:gd name="connsiteY848" fmla="*/ 167664 h 696873"/>
                <a:gd name="connsiteX849" fmla="*/ 371200 w 1212484"/>
                <a:gd name="connsiteY849" fmla="*/ 167245 h 696873"/>
                <a:gd name="connsiteX850" fmla="*/ 371526 w 1212484"/>
                <a:gd name="connsiteY850" fmla="*/ 165711 h 696873"/>
                <a:gd name="connsiteX851" fmla="*/ 371945 w 1212484"/>
                <a:gd name="connsiteY851" fmla="*/ 164269 h 696873"/>
                <a:gd name="connsiteX852" fmla="*/ 377898 w 1212484"/>
                <a:gd name="connsiteY852" fmla="*/ 164269 h 696873"/>
                <a:gd name="connsiteX853" fmla="*/ 378642 w 1212484"/>
                <a:gd name="connsiteY853" fmla="*/ 161292 h 696873"/>
                <a:gd name="connsiteX854" fmla="*/ 381618 w 1212484"/>
                <a:gd name="connsiteY854" fmla="*/ 160502 h 696873"/>
                <a:gd name="connsiteX855" fmla="*/ 384595 w 1212484"/>
                <a:gd name="connsiteY855" fmla="*/ 159804 h 696873"/>
                <a:gd name="connsiteX856" fmla="*/ 385339 w 1212484"/>
                <a:gd name="connsiteY856" fmla="*/ 157572 h 696873"/>
                <a:gd name="connsiteX857" fmla="*/ 387944 w 1212484"/>
                <a:gd name="connsiteY857" fmla="*/ 157246 h 696873"/>
                <a:gd name="connsiteX858" fmla="*/ 390548 w 1212484"/>
                <a:gd name="connsiteY858" fmla="*/ 156827 h 696873"/>
                <a:gd name="connsiteX859" fmla="*/ 391292 w 1212484"/>
                <a:gd name="connsiteY859" fmla="*/ 153851 h 696873"/>
                <a:gd name="connsiteX860" fmla="*/ 395757 w 1212484"/>
                <a:gd name="connsiteY860" fmla="*/ 153851 h 696873"/>
                <a:gd name="connsiteX861" fmla="*/ 397990 w 1212484"/>
                <a:gd name="connsiteY861" fmla="*/ 150874 h 696873"/>
                <a:gd name="connsiteX862" fmla="*/ 400966 w 1212484"/>
                <a:gd name="connsiteY862" fmla="*/ 150549 h 696873"/>
                <a:gd name="connsiteX863" fmla="*/ 403943 w 1212484"/>
                <a:gd name="connsiteY863" fmla="*/ 150130 h 696873"/>
                <a:gd name="connsiteX864" fmla="*/ 404315 w 1212484"/>
                <a:gd name="connsiteY864" fmla="*/ 148642 h 696873"/>
                <a:gd name="connsiteX865" fmla="*/ 404687 w 1212484"/>
                <a:gd name="connsiteY865" fmla="*/ 147154 h 696873"/>
                <a:gd name="connsiteX866" fmla="*/ 409291 w 1212484"/>
                <a:gd name="connsiteY866" fmla="*/ 146686 h 696873"/>
                <a:gd name="connsiteX867" fmla="*/ 410640 w 1212484"/>
                <a:gd name="connsiteY867" fmla="*/ 146409 h 696873"/>
                <a:gd name="connsiteX868" fmla="*/ 411384 w 1212484"/>
                <a:gd name="connsiteY868" fmla="*/ 144177 h 696873"/>
                <a:gd name="connsiteX869" fmla="*/ 415988 w 1212484"/>
                <a:gd name="connsiteY869" fmla="*/ 143154 h 696873"/>
                <a:gd name="connsiteX870" fmla="*/ 417337 w 1212484"/>
                <a:gd name="connsiteY870" fmla="*/ 142689 h 696873"/>
                <a:gd name="connsiteX871" fmla="*/ 418081 w 1212484"/>
                <a:gd name="connsiteY871" fmla="*/ 140456 h 696873"/>
                <a:gd name="connsiteX872" fmla="*/ 422613 w 1212484"/>
                <a:gd name="connsiteY872" fmla="*/ 140087 h 696873"/>
                <a:gd name="connsiteX873" fmla="*/ 424034 w 1212484"/>
                <a:gd name="connsiteY873" fmla="*/ 139712 h 696873"/>
                <a:gd name="connsiteX874" fmla="*/ 424752 w 1212484"/>
                <a:gd name="connsiteY874" fmla="*/ 138209 h 696873"/>
                <a:gd name="connsiteX875" fmla="*/ 425523 w 1212484"/>
                <a:gd name="connsiteY875" fmla="*/ 136736 h 696873"/>
                <a:gd name="connsiteX876" fmla="*/ 428964 w 1212484"/>
                <a:gd name="connsiteY876" fmla="*/ 136550 h 696873"/>
                <a:gd name="connsiteX877" fmla="*/ 430807 w 1212484"/>
                <a:gd name="connsiteY877" fmla="*/ 136631 h 696873"/>
                <a:gd name="connsiteX878" fmla="*/ 432220 w 1212484"/>
                <a:gd name="connsiteY878" fmla="*/ 136736 h 696873"/>
                <a:gd name="connsiteX879" fmla="*/ 432220 w 1212484"/>
                <a:gd name="connsiteY879" fmla="*/ 133759 h 696873"/>
                <a:gd name="connsiteX880" fmla="*/ 436798 w 1212484"/>
                <a:gd name="connsiteY880" fmla="*/ 133468 h 696873"/>
                <a:gd name="connsiteX881" fmla="*/ 438173 w 1212484"/>
                <a:gd name="connsiteY881" fmla="*/ 133015 h 696873"/>
                <a:gd name="connsiteX882" fmla="*/ 438499 w 1212484"/>
                <a:gd name="connsiteY882" fmla="*/ 131503 h 696873"/>
                <a:gd name="connsiteX883" fmla="*/ 438917 w 1212484"/>
                <a:gd name="connsiteY883" fmla="*/ 130038 h 696873"/>
                <a:gd name="connsiteX884" fmla="*/ 442684 w 1212484"/>
                <a:gd name="connsiteY884" fmla="*/ 129852 h 696873"/>
                <a:gd name="connsiteX885" fmla="*/ 444757 w 1212484"/>
                <a:gd name="connsiteY885" fmla="*/ 129934 h 696873"/>
                <a:gd name="connsiteX886" fmla="*/ 446359 w 1212484"/>
                <a:gd name="connsiteY886" fmla="*/ 130038 h 696873"/>
                <a:gd name="connsiteX887" fmla="*/ 446359 w 1212484"/>
                <a:gd name="connsiteY887" fmla="*/ 127062 h 696873"/>
                <a:gd name="connsiteX888" fmla="*/ 449707 w 1212484"/>
                <a:gd name="connsiteY888" fmla="*/ 126271 h 696873"/>
                <a:gd name="connsiteX889" fmla="*/ 453056 w 1212484"/>
                <a:gd name="connsiteY889" fmla="*/ 125574 h 696873"/>
                <a:gd name="connsiteX890" fmla="*/ 453056 w 1212484"/>
                <a:gd name="connsiteY890" fmla="*/ 123341 h 696873"/>
                <a:gd name="connsiteX891" fmla="*/ 454658 w 1212484"/>
                <a:gd name="connsiteY891" fmla="*/ 123257 h 696873"/>
                <a:gd name="connsiteX892" fmla="*/ 456730 w 1212484"/>
                <a:gd name="connsiteY892" fmla="*/ 123109 h 696873"/>
                <a:gd name="connsiteX893" fmla="*/ 458797 w 1212484"/>
                <a:gd name="connsiteY893" fmla="*/ 122978 h 696873"/>
                <a:gd name="connsiteX894" fmla="*/ 460497 w 1212484"/>
                <a:gd name="connsiteY894" fmla="*/ 122597 h 696873"/>
                <a:gd name="connsiteX895" fmla="*/ 461241 w 1212484"/>
                <a:gd name="connsiteY895" fmla="*/ 120365 h 696873"/>
                <a:gd name="connsiteX896" fmla="*/ 464962 w 1212484"/>
                <a:gd name="connsiteY896" fmla="*/ 119620 h 696873"/>
                <a:gd name="connsiteX897" fmla="*/ 467939 w 1212484"/>
                <a:gd name="connsiteY897" fmla="*/ 118876 h 696873"/>
                <a:gd name="connsiteX898" fmla="*/ 468683 w 1212484"/>
                <a:gd name="connsiteY898" fmla="*/ 116644 h 696873"/>
                <a:gd name="connsiteX899" fmla="*/ 472450 w 1212484"/>
                <a:gd name="connsiteY899" fmla="*/ 116132 h 696873"/>
                <a:gd name="connsiteX900" fmla="*/ 474523 w 1212484"/>
                <a:gd name="connsiteY900" fmla="*/ 115984 h 696873"/>
                <a:gd name="connsiteX901" fmla="*/ 476124 w 1212484"/>
                <a:gd name="connsiteY901" fmla="*/ 115900 h 696873"/>
                <a:gd name="connsiteX902" fmla="*/ 476124 w 1212484"/>
                <a:gd name="connsiteY902" fmla="*/ 112923 h 696873"/>
                <a:gd name="connsiteX903" fmla="*/ 477563 w 1212484"/>
                <a:gd name="connsiteY903" fmla="*/ 112839 h 696873"/>
                <a:gd name="connsiteX904" fmla="*/ 479426 w 1212484"/>
                <a:gd name="connsiteY904" fmla="*/ 112691 h 696873"/>
                <a:gd name="connsiteX905" fmla="*/ 481284 w 1212484"/>
                <a:gd name="connsiteY905" fmla="*/ 112560 h 696873"/>
                <a:gd name="connsiteX906" fmla="*/ 482822 w 1212484"/>
                <a:gd name="connsiteY906" fmla="*/ 112179 h 696873"/>
                <a:gd name="connsiteX907" fmla="*/ 483566 w 1212484"/>
                <a:gd name="connsiteY907" fmla="*/ 109947 h 696873"/>
                <a:gd name="connsiteX908" fmla="*/ 487705 w 1212484"/>
                <a:gd name="connsiteY908" fmla="*/ 109435 h 696873"/>
                <a:gd name="connsiteX909" fmla="*/ 489987 w 1212484"/>
                <a:gd name="connsiteY909" fmla="*/ 109287 h 696873"/>
                <a:gd name="connsiteX910" fmla="*/ 491751 w 1212484"/>
                <a:gd name="connsiteY910" fmla="*/ 109202 h 696873"/>
                <a:gd name="connsiteX911" fmla="*/ 491751 w 1212484"/>
                <a:gd name="connsiteY911" fmla="*/ 106226 h 696873"/>
                <a:gd name="connsiteX912" fmla="*/ 493190 w 1212484"/>
                <a:gd name="connsiteY912" fmla="*/ 106142 h 696873"/>
                <a:gd name="connsiteX913" fmla="*/ 495053 w 1212484"/>
                <a:gd name="connsiteY913" fmla="*/ 105993 h 696873"/>
                <a:gd name="connsiteX914" fmla="*/ 496911 w 1212484"/>
                <a:gd name="connsiteY914" fmla="*/ 105863 h 696873"/>
                <a:gd name="connsiteX915" fmla="*/ 498449 w 1212484"/>
                <a:gd name="connsiteY915" fmla="*/ 105482 h 696873"/>
                <a:gd name="connsiteX916" fmla="*/ 499193 w 1212484"/>
                <a:gd name="connsiteY916" fmla="*/ 103249 h 696873"/>
                <a:gd name="connsiteX917" fmla="*/ 504306 w 1212484"/>
                <a:gd name="connsiteY917" fmla="*/ 102880 h 696873"/>
                <a:gd name="connsiteX918" fmla="*/ 505890 w 1212484"/>
                <a:gd name="connsiteY918" fmla="*/ 102505 h 696873"/>
                <a:gd name="connsiteX919" fmla="*/ 506611 w 1212484"/>
                <a:gd name="connsiteY919" fmla="*/ 101014 h 696873"/>
                <a:gd name="connsiteX920" fmla="*/ 507378 w 1212484"/>
                <a:gd name="connsiteY920" fmla="*/ 99529 h 696873"/>
                <a:gd name="connsiteX921" fmla="*/ 513171 w 1212484"/>
                <a:gd name="connsiteY921" fmla="*/ 99133 h 696873"/>
                <a:gd name="connsiteX922" fmla="*/ 514820 w 1212484"/>
                <a:gd name="connsiteY922" fmla="*/ 98784 h 696873"/>
                <a:gd name="connsiteX923" fmla="*/ 515189 w 1212484"/>
                <a:gd name="connsiteY923" fmla="*/ 97299 h 696873"/>
                <a:gd name="connsiteX924" fmla="*/ 515564 w 1212484"/>
                <a:gd name="connsiteY924" fmla="*/ 95808 h 696873"/>
                <a:gd name="connsiteX925" fmla="*/ 519284 w 1212484"/>
                <a:gd name="connsiteY925" fmla="*/ 95389 h 696873"/>
                <a:gd name="connsiteX926" fmla="*/ 523005 w 1212484"/>
                <a:gd name="connsiteY926" fmla="*/ 95064 h 696873"/>
                <a:gd name="connsiteX927" fmla="*/ 523749 w 1212484"/>
                <a:gd name="connsiteY927" fmla="*/ 92831 h 696873"/>
                <a:gd name="connsiteX928" fmla="*/ 528261 w 1212484"/>
                <a:gd name="connsiteY928" fmla="*/ 92320 h 696873"/>
                <a:gd name="connsiteX929" fmla="*/ 530752 w 1212484"/>
                <a:gd name="connsiteY929" fmla="*/ 92172 h 696873"/>
                <a:gd name="connsiteX930" fmla="*/ 532679 w 1212484"/>
                <a:gd name="connsiteY930" fmla="*/ 92087 h 696873"/>
                <a:gd name="connsiteX931" fmla="*/ 532679 w 1212484"/>
                <a:gd name="connsiteY931" fmla="*/ 89111 h 696873"/>
                <a:gd name="connsiteX932" fmla="*/ 534281 w 1212484"/>
                <a:gd name="connsiteY932" fmla="*/ 89026 h 696873"/>
                <a:gd name="connsiteX933" fmla="*/ 536353 w 1212484"/>
                <a:gd name="connsiteY933" fmla="*/ 88878 h 696873"/>
                <a:gd name="connsiteX934" fmla="*/ 538420 w 1212484"/>
                <a:gd name="connsiteY934" fmla="*/ 88747 h 696873"/>
                <a:gd name="connsiteX935" fmla="*/ 540120 w 1212484"/>
                <a:gd name="connsiteY935" fmla="*/ 88367 h 696873"/>
                <a:gd name="connsiteX936" fmla="*/ 540865 w 1212484"/>
                <a:gd name="connsiteY936" fmla="*/ 86134 h 696873"/>
                <a:gd name="connsiteX937" fmla="*/ 545376 w 1212484"/>
                <a:gd name="connsiteY937" fmla="*/ 85623 h 696873"/>
                <a:gd name="connsiteX938" fmla="*/ 547867 w 1212484"/>
                <a:gd name="connsiteY938" fmla="*/ 85474 h 696873"/>
                <a:gd name="connsiteX939" fmla="*/ 549794 w 1212484"/>
                <a:gd name="connsiteY939" fmla="*/ 85390 h 696873"/>
                <a:gd name="connsiteX940" fmla="*/ 549794 w 1212484"/>
                <a:gd name="connsiteY940" fmla="*/ 82413 h 696873"/>
                <a:gd name="connsiteX941" fmla="*/ 551721 w 1212484"/>
                <a:gd name="connsiteY941" fmla="*/ 82355 h 696873"/>
                <a:gd name="connsiteX942" fmla="*/ 554213 w 1212484"/>
                <a:gd name="connsiteY942" fmla="*/ 82227 h 696873"/>
                <a:gd name="connsiteX943" fmla="*/ 556698 w 1212484"/>
                <a:gd name="connsiteY943" fmla="*/ 82123 h 696873"/>
                <a:gd name="connsiteX944" fmla="*/ 558724 w 1212484"/>
                <a:gd name="connsiteY944" fmla="*/ 81669 h 696873"/>
                <a:gd name="connsiteX945" fmla="*/ 559468 w 1212484"/>
                <a:gd name="connsiteY945" fmla="*/ 78693 h 696873"/>
                <a:gd name="connsiteX946" fmla="*/ 563561 w 1212484"/>
                <a:gd name="connsiteY946" fmla="*/ 78274 h 696873"/>
                <a:gd name="connsiteX947" fmla="*/ 567654 w 1212484"/>
                <a:gd name="connsiteY947" fmla="*/ 77949 h 696873"/>
                <a:gd name="connsiteX948" fmla="*/ 568398 w 1212484"/>
                <a:gd name="connsiteY948" fmla="*/ 75716 h 696873"/>
                <a:gd name="connsiteX949" fmla="*/ 575328 w 1212484"/>
                <a:gd name="connsiteY949" fmla="*/ 75347 h 696873"/>
                <a:gd name="connsiteX950" fmla="*/ 577327 w 1212484"/>
                <a:gd name="connsiteY950" fmla="*/ 74972 h 696873"/>
                <a:gd name="connsiteX951" fmla="*/ 578072 w 1212484"/>
                <a:gd name="connsiteY951" fmla="*/ 71995 h 696873"/>
                <a:gd name="connsiteX952" fmla="*/ 582164 w 1212484"/>
                <a:gd name="connsiteY952" fmla="*/ 71577 h 696873"/>
                <a:gd name="connsiteX953" fmla="*/ 586257 w 1212484"/>
                <a:gd name="connsiteY953" fmla="*/ 71251 h 696873"/>
                <a:gd name="connsiteX954" fmla="*/ 587001 w 1212484"/>
                <a:gd name="connsiteY954" fmla="*/ 69019 h 696873"/>
                <a:gd name="connsiteX955" fmla="*/ 592257 w 1212484"/>
                <a:gd name="connsiteY955" fmla="*/ 68507 h 696873"/>
                <a:gd name="connsiteX956" fmla="*/ 595166 w 1212484"/>
                <a:gd name="connsiteY956" fmla="*/ 68359 h 696873"/>
                <a:gd name="connsiteX957" fmla="*/ 597419 w 1212484"/>
                <a:gd name="connsiteY957" fmla="*/ 68275 h 696873"/>
                <a:gd name="connsiteX958" fmla="*/ 597419 w 1212484"/>
                <a:gd name="connsiteY958" fmla="*/ 65298 h 696873"/>
                <a:gd name="connsiteX959" fmla="*/ 599483 w 1212484"/>
                <a:gd name="connsiteY959" fmla="*/ 65240 h 696873"/>
                <a:gd name="connsiteX960" fmla="*/ 602163 w 1212484"/>
                <a:gd name="connsiteY960" fmla="*/ 65112 h 696873"/>
                <a:gd name="connsiteX961" fmla="*/ 604832 w 1212484"/>
                <a:gd name="connsiteY961" fmla="*/ 65007 h 696873"/>
                <a:gd name="connsiteX962" fmla="*/ 607093 w 1212484"/>
                <a:gd name="connsiteY962" fmla="*/ 64554 h 696873"/>
                <a:gd name="connsiteX963" fmla="*/ 607814 w 1212484"/>
                <a:gd name="connsiteY963" fmla="*/ 63042 h 696873"/>
                <a:gd name="connsiteX964" fmla="*/ 608581 w 1212484"/>
                <a:gd name="connsiteY964" fmla="*/ 61577 h 696873"/>
                <a:gd name="connsiteX965" fmla="*/ 613883 w 1212484"/>
                <a:gd name="connsiteY965" fmla="*/ 61391 h 696873"/>
                <a:gd name="connsiteX966" fmla="*/ 616773 w 1212484"/>
                <a:gd name="connsiteY966" fmla="*/ 61473 h 696873"/>
                <a:gd name="connsiteX967" fmla="*/ 618999 w 1212484"/>
                <a:gd name="connsiteY967" fmla="*/ 61577 h 696873"/>
                <a:gd name="connsiteX968" fmla="*/ 618999 w 1212484"/>
                <a:gd name="connsiteY968" fmla="*/ 58601 h 696873"/>
                <a:gd name="connsiteX969" fmla="*/ 621252 w 1212484"/>
                <a:gd name="connsiteY969" fmla="*/ 58732 h 696873"/>
                <a:gd name="connsiteX970" fmla="*/ 624162 w 1212484"/>
                <a:gd name="connsiteY970" fmla="*/ 58833 h 696873"/>
                <a:gd name="connsiteX971" fmla="*/ 627066 w 1212484"/>
                <a:gd name="connsiteY971" fmla="*/ 58964 h 696873"/>
                <a:gd name="connsiteX972" fmla="*/ 629417 w 1212484"/>
                <a:gd name="connsiteY972" fmla="*/ 58601 h 696873"/>
                <a:gd name="connsiteX973" fmla="*/ 629789 w 1212484"/>
                <a:gd name="connsiteY973" fmla="*/ 56741 h 696873"/>
                <a:gd name="connsiteX974" fmla="*/ 630161 w 1212484"/>
                <a:gd name="connsiteY974" fmla="*/ 54880 h 696873"/>
                <a:gd name="connsiteX975" fmla="*/ 635417 w 1212484"/>
                <a:gd name="connsiteY975" fmla="*/ 54648 h 696873"/>
                <a:gd name="connsiteX976" fmla="*/ 638327 w 1212484"/>
                <a:gd name="connsiteY976" fmla="*/ 54749 h 696873"/>
                <a:gd name="connsiteX977" fmla="*/ 640579 w 1212484"/>
                <a:gd name="connsiteY977" fmla="*/ 54880 h 696873"/>
                <a:gd name="connsiteX978" fmla="*/ 640579 w 1212484"/>
                <a:gd name="connsiteY978" fmla="*/ 51904 h 696873"/>
                <a:gd name="connsiteX979" fmla="*/ 642832 w 1212484"/>
                <a:gd name="connsiteY979" fmla="*/ 51846 h 696873"/>
                <a:gd name="connsiteX980" fmla="*/ 645742 w 1212484"/>
                <a:gd name="connsiteY980" fmla="*/ 51718 h 696873"/>
                <a:gd name="connsiteX981" fmla="*/ 648646 w 1212484"/>
                <a:gd name="connsiteY981" fmla="*/ 51613 h 696873"/>
                <a:gd name="connsiteX982" fmla="*/ 650997 w 1212484"/>
                <a:gd name="connsiteY982" fmla="*/ 51160 h 696873"/>
                <a:gd name="connsiteX983" fmla="*/ 651335 w 1212484"/>
                <a:gd name="connsiteY983" fmla="*/ 49660 h 696873"/>
                <a:gd name="connsiteX984" fmla="*/ 651742 w 1212484"/>
                <a:gd name="connsiteY984" fmla="*/ 48183 h 696873"/>
                <a:gd name="connsiteX985" fmla="*/ 659190 w 1212484"/>
                <a:gd name="connsiteY985" fmla="*/ 47820 h 696873"/>
                <a:gd name="connsiteX986" fmla="*/ 665255 w 1212484"/>
                <a:gd name="connsiteY986" fmla="*/ 45936 h 696873"/>
                <a:gd name="connsiteX987" fmla="*/ 666624 w 1212484"/>
                <a:gd name="connsiteY987" fmla="*/ 44462 h 696873"/>
                <a:gd name="connsiteX988" fmla="*/ 670810 w 1212484"/>
                <a:gd name="connsiteY988" fmla="*/ 44323 h 696873"/>
                <a:gd name="connsiteX989" fmla="*/ 676298 w 1212484"/>
                <a:gd name="connsiteY989" fmla="*/ 43718 h 696873"/>
                <a:gd name="connsiteX990" fmla="*/ 676298 w 1212484"/>
                <a:gd name="connsiteY990" fmla="*/ 41486 h 696873"/>
                <a:gd name="connsiteX991" fmla="*/ 679039 w 1212484"/>
                <a:gd name="connsiteY991" fmla="*/ 41428 h 696873"/>
                <a:gd name="connsiteX992" fmla="*/ 682577 w 1212484"/>
                <a:gd name="connsiteY992" fmla="*/ 41300 h 696873"/>
                <a:gd name="connsiteX993" fmla="*/ 684386 w 1212484"/>
                <a:gd name="connsiteY993" fmla="*/ 41268 h 696873"/>
                <a:gd name="connsiteX994" fmla="*/ 688949 w 1212484"/>
                <a:gd name="connsiteY994" fmla="*/ 40742 h 696873"/>
                <a:gd name="connsiteX995" fmla="*/ 689312 w 1212484"/>
                <a:gd name="connsiteY995" fmla="*/ 39248 h 696873"/>
                <a:gd name="connsiteX996" fmla="*/ 689693 w 1212484"/>
                <a:gd name="connsiteY996" fmla="*/ 37765 h 696873"/>
                <a:gd name="connsiteX997" fmla="*/ 692669 w 1212484"/>
                <a:gd name="connsiteY997" fmla="*/ 37390 h 696873"/>
                <a:gd name="connsiteX998" fmla="*/ 694483 w 1212484"/>
                <a:gd name="connsiteY998" fmla="*/ 37348 h 696873"/>
                <a:gd name="connsiteX999" fmla="*/ 696390 w 1212484"/>
                <a:gd name="connsiteY999" fmla="*/ 37346 h 696873"/>
                <a:gd name="connsiteX1000" fmla="*/ 700111 w 1212484"/>
                <a:gd name="connsiteY1000" fmla="*/ 37297 h 696873"/>
                <a:gd name="connsiteX1001" fmla="*/ 701785 w 1212484"/>
                <a:gd name="connsiteY1001" fmla="*/ 37295 h 696873"/>
                <a:gd name="connsiteX1002" fmla="*/ 703087 w 1212484"/>
                <a:gd name="connsiteY1002" fmla="*/ 37021 h 696873"/>
                <a:gd name="connsiteX1003" fmla="*/ 703831 w 1212484"/>
                <a:gd name="connsiteY1003" fmla="*/ 34788 h 696873"/>
                <a:gd name="connsiteX1004" fmla="*/ 710110 w 1212484"/>
                <a:gd name="connsiteY1004" fmla="*/ 34323 h 696873"/>
                <a:gd name="connsiteX1005" fmla="*/ 717970 w 1212484"/>
                <a:gd name="connsiteY1005" fmla="*/ 33300 h 696873"/>
                <a:gd name="connsiteX1006" fmla="*/ 717970 w 1212484"/>
                <a:gd name="connsiteY1006" fmla="*/ 31068 h 696873"/>
                <a:gd name="connsiteX1007" fmla="*/ 719324 w 1212484"/>
                <a:gd name="connsiteY1007" fmla="*/ 31035 h 696873"/>
                <a:gd name="connsiteX1008" fmla="*/ 725365 w 1212484"/>
                <a:gd name="connsiteY1008" fmla="*/ 30835 h 696873"/>
                <a:gd name="connsiteX1009" fmla="*/ 727497 w 1212484"/>
                <a:gd name="connsiteY1009" fmla="*/ 30784 h 696873"/>
                <a:gd name="connsiteX1010" fmla="*/ 729525 w 1212484"/>
                <a:gd name="connsiteY1010" fmla="*/ 30704 h 696873"/>
                <a:gd name="connsiteX1011" fmla="*/ 731402 w 1212484"/>
                <a:gd name="connsiteY1011" fmla="*/ 30645 h 696873"/>
                <a:gd name="connsiteX1012" fmla="*/ 732853 w 1212484"/>
                <a:gd name="connsiteY1012" fmla="*/ 30324 h 696873"/>
                <a:gd name="connsiteX1013" fmla="*/ 733597 w 1212484"/>
                <a:gd name="connsiteY1013" fmla="*/ 28091 h 696873"/>
                <a:gd name="connsiteX1014" fmla="*/ 739736 w 1212484"/>
                <a:gd name="connsiteY1014" fmla="*/ 27580 h 696873"/>
                <a:gd name="connsiteX1015" fmla="*/ 741460 w 1212484"/>
                <a:gd name="connsiteY1015" fmla="*/ 27503 h 696873"/>
                <a:gd name="connsiteX1016" fmla="*/ 749968 w 1212484"/>
                <a:gd name="connsiteY1016" fmla="*/ 27347 h 696873"/>
                <a:gd name="connsiteX1017" fmla="*/ 749968 w 1212484"/>
                <a:gd name="connsiteY1017" fmla="*/ 24370 h 696873"/>
                <a:gd name="connsiteX1018" fmla="*/ 751379 w 1212484"/>
                <a:gd name="connsiteY1018" fmla="*/ 24349 h 696873"/>
                <a:gd name="connsiteX1019" fmla="*/ 757689 w 1212484"/>
                <a:gd name="connsiteY1019" fmla="*/ 24184 h 696873"/>
                <a:gd name="connsiteX1020" fmla="*/ 759909 w 1212484"/>
                <a:gd name="connsiteY1020" fmla="*/ 24152 h 696873"/>
                <a:gd name="connsiteX1021" fmla="*/ 762031 w 1212484"/>
                <a:gd name="connsiteY1021" fmla="*/ 24080 h 696873"/>
                <a:gd name="connsiteX1022" fmla="*/ 763992 w 1212484"/>
                <a:gd name="connsiteY1022" fmla="*/ 24033 h 696873"/>
                <a:gd name="connsiteX1023" fmla="*/ 765595 w 1212484"/>
                <a:gd name="connsiteY1023" fmla="*/ 23626 h 696873"/>
                <a:gd name="connsiteX1024" fmla="*/ 766298 w 1212484"/>
                <a:gd name="connsiteY1024" fmla="*/ 22128 h 696873"/>
                <a:gd name="connsiteX1025" fmla="*/ 767083 w 1212484"/>
                <a:gd name="connsiteY1025" fmla="*/ 20650 h 696873"/>
                <a:gd name="connsiteX1026" fmla="*/ 771298 w 1212484"/>
                <a:gd name="connsiteY1026" fmla="*/ 20359 h 696873"/>
                <a:gd name="connsiteX1027" fmla="*/ 773827 w 1212484"/>
                <a:gd name="connsiteY1027" fmla="*/ 20388 h 696873"/>
                <a:gd name="connsiteX1028" fmla="*/ 776478 w 1212484"/>
                <a:gd name="connsiteY1028" fmla="*/ 20464 h 696873"/>
                <a:gd name="connsiteX1029" fmla="*/ 779147 w 1212484"/>
                <a:gd name="connsiteY1029" fmla="*/ 20504 h 696873"/>
                <a:gd name="connsiteX1030" fmla="*/ 785687 w 1212484"/>
                <a:gd name="connsiteY1030" fmla="*/ 20650 h 696873"/>
                <a:gd name="connsiteX1031" fmla="*/ 785687 w 1212484"/>
                <a:gd name="connsiteY1031" fmla="*/ 17673 h 696873"/>
                <a:gd name="connsiteX1032" fmla="*/ 787439 w 1212484"/>
                <a:gd name="connsiteY1032" fmla="*/ 17617 h 696873"/>
                <a:gd name="connsiteX1033" fmla="*/ 795268 w 1212484"/>
                <a:gd name="connsiteY1033" fmla="*/ 17348 h 696873"/>
                <a:gd name="connsiteX1034" fmla="*/ 798026 w 1212484"/>
                <a:gd name="connsiteY1034" fmla="*/ 17259 h 696873"/>
                <a:gd name="connsiteX1035" fmla="*/ 800657 w 1212484"/>
                <a:gd name="connsiteY1035" fmla="*/ 17164 h 696873"/>
                <a:gd name="connsiteX1036" fmla="*/ 803089 w 1212484"/>
                <a:gd name="connsiteY1036" fmla="*/ 17082 h 696873"/>
                <a:gd name="connsiteX1037" fmla="*/ 806523 w 1212484"/>
                <a:gd name="connsiteY1037" fmla="*/ 16185 h 696873"/>
                <a:gd name="connsiteX1038" fmla="*/ 806523 w 1212484"/>
                <a:gd name="connsiteY1038" fmla="*/ 13952 h 696873"/>
                <a:gd name="connsiteX1039" fmla="*/ 808560 w 1212484"/>
                <a:gd name="connsiteY1039" fmla="*/ 13920 h 696873"/>
                <a:gd name="connsiteX1040" fmla="*/ 816020 w 1212484"/>
                <a:gd name="connsiteY1040" fmla="*/ 13757 h 696873"/>
                <a:gd name="connsiteX1041" fmla="*/ 819253 w 1212484"/>
                <a:gd name="connsiteY1041" fmla="*/ 13695 h 696873"/>
                <a:gd name="connsiteX1042" fmla="*/ 823891 w 1212484"/>
                <a:gd name="connsiteY1042" fmla="*/ 13589 h 696873"/>
                <a:gd name="connsiteX1043" fmla="*/ 826713 w 1212484"/>
                <a:gd name="connsiteY1043" fmla="*/ 13530 h 696873"/>
                <a:gd name="connsiteX1044" fmla="*/ 828847 w 1212484"/>
                <a:gd name="connsiteY1044" fmla="*/ 13208 h 696873"/>
                <a:gd name="connsiteX1045" fmla="*/ 829591 w 1212484"/>
                <a:gd name="connsiteY1045" fmla="*/ 10976 h 696873"/>
                <a:gd name="connsiteX1046" fmla="*/ 835309 w 1212484"/>
                <a:gd name="connsiteY1046" fmla="*/ 10621 h 696873"/>
                <a:gd name="connsiteX1047" fmla="*/ 837047 w 1212484"/>
                <a:gd name="connsiteY1047" fmla="*/ 10586 h 696873"/>
                <a:gd name="connsiteX1048" fmla="*/ 842567 w 1212484"/>
                <a:gd name="connsiteY1048" fmla="*/ 10511 h 696873"/>
                <a:gd name="connsiteX1049" fmla="*/ 848079 w 1212484"/>
                <a:gd name="connsiteY1049" fmla="*/ 10420 h 696873"/>
                <a:gd name="connsiteX1050" fmla="*/ 851516 w 1212484"/>
                <a:gd name="connsiteY1050" fmla="*/ 10372 h 696873"/>
                <a:gd name="connsiteX1051" fmla="*/ 857124 w 1212484"/>
                <a:gd name="connsiteY1051" fmla="*/ 9488 h 696873"/>
                <a:gd name="connsiteX1052" fmla="*/ 857868 w 1212484"/>
                <a:gd name="connsiteY1052" fmla="*/ 7255 h 696873"/>
                <a:gd name="connsiteX1053" fmla="*/ 861015 w 1212484"/>
                <a:gd name="connsiteY1053" fmla="*/ 6981 h 696873"/>
                <a:gd name="connsiteX1054" fmla="*/ 863039 w 1212484"/>
                <a:gd name="connsiteY1054" fmla="*/ 6965 h 696873"/>
                <a:gd name="connsiteX1055" fmla="*/ 865240 w 1212484"/>
                <a:gd name="connsiteY1055" fmla="*/ 6979 h 696873"/>
                <a:gd name="connsiteX1056" fmla="*/ 869801 w 1212484"/>
                <a:gd name="connsiteY1056" fmla="*/ 6940 h 696873"/>
                <a:gd name="connsiteX1057" fmla="*/ 877033 w 1212484"/>
                <a:gd name="connsiteY1057" fmla="*/ 6931 h 696873"/>
                <a:gd name="connsiteX1058" fmla="*/ 883983 w 1212484"/>
                <a:gd name="connsiteY1058" fmla="*/ 6886 h 696873"/>
                <a:gd name="connsiteX1059" fmla="*/ 886184 w 1212484"/>
                <a:gd name="connsiteY1059" fmla="*/ 6904 h 696873"/>
                <a:gd name="connsiteX1060" fmla="*/ 888208 w 1212484"/>
                <a:gd name="connsiteY1060" fmla="*/ 6882 h 696873"/>
                <a:gd name="connsiteX1061" fmla="*/ 889999 w 1212484"/>
                <a:gd name="connsiteY1061" fmla="*/ 6882 h 696873"/>
                <a:gd name="connsiteX1062" fmla="*/ 891355 w 1212484"/>
                <a:gd name="connsiteY1062" fmla="*/ 6511 h 696873"/>
                <a:gd name="connsiteX1063" fmla="*/ 891607 w 1212484"/>
                <a:gd name="connsiteY1063" fmla="*/ 5025 h 696873"/>
                <a:gd name="connsiteX1064" fmla="*/ 892099 w 1212484"/>
                <a:gd name="connsiteY1064" fmla="*/ 3535 h 696873"/>
                <a:gd name="connsiteX1065" fmla="*/ 897170 w 1212484"/>
                <a:gd name="connsiteY1065" fmla="*/ 3128 h 696873"/>
                <a:gd name="connsiteX1066" fmla="*/ 898776 w 1212484"/>
                <a:gd name="connsiteY1066" fmla="*/ 3105 h 696873"/>
                <a:gd name="connsiteX1067" fmla="*/ 904055 w 1212484"/>
                <a:gd name="connsiteY1067" fmla="*/ 3081 h 696873"/>
                <a:gd name="connsiteX1068" fmla="*/ 907705 w 1212484"/>
                <a:gd name="connsiteY1068" fmla="*/ 3044 h 696873"/>
                <a:gd name="connsiteX1069" fmla="*/ 917332 w 1212484"/>
                <a:gd name="connsiteY1069" fmla="*/ 2985 h 696873"/>
                <a:gd name="connsiteX1070" fmla="*/ 927148 w 1212484"/>
                <a:gd name="connsiteY1070" fmla="*/ 2910 h 696873"/>
                <a:gd name="connsiteX1071" fmla="*/ 946421 w 1212484"/>
                <a:gd name="connsiteY1071" fmla="*/ 2790 h 696873"/>
                <a:gd name="connsiteX1072" fmla="*/ 946421 w 1212484"/>
                <a:gd name="connsiteY1072" fmla="*/ 558 h 6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Lst>
              <a:rect l="l" t="t" r="r" b="b"/>
              <a:pathLst>
                <a:path w="1212484" h="696873">
                  <a:moveTo>
                    <a:pt x="946421" y="558"/>
                  </a:moveTo>
                  <a:cubicBezTo>
                    <a:pt x="952217" y="489"/>
                    <a:pt x="958012" y="436"/>
                    <a:pt x="963808" y="404"/>
                  </a:cubicBezTo>
                  <a:cubicBezTo>
                    <a:pt x="966500" y="388"/>
                    <a:pt x="969190" y="367"/>
                    <a:pt x="971881" y="333"/>
                  </a:cubicBezTo>
                  <a:cubicBezTo>
                    <a:pt x="974477" y="301"/>
                    <a:pt x="977073" y="283"/>
                    <a:pt x="979669" y="276"/>
                  </a:cubicBezTo>
                  <a:cubicBezTo>
                    <a:pt x="981144" y="267"/>
                    <a:pt x="982619" y="244"/>
                    <a:pt x="984094" y="221"/>
                  </a:cubicBezTo>
                  <a:cubicBezTo>
                    <a:pt x="984987" y="220"/>
                    <a:pt x="985881" y="220"/>
                    <a:pt x="986802" y="220"/>
                  </a:cubicBezTo>
                  <a:cubicBezTo>
                    <a:pt x="987592" y="213"/>
                    <a:pt x="988382" y="207"/>
                    <a:pt x="989196" y="200"/>
                  </a:cubicBezTo>
                  <a:cubicBezTo>
                    <a:pt x="990123" y="377"/>
                    <a:pt x="990123" y="377"/>
                    <a:pt x="991070" y="558"/>
                  </a:cubicBezTo>
                  <a:cubicBezTo>
                    <a:pt x="991941" y="2021"/>
                    <a:pt x="991941" y="2021"/>
                    <a:pt x="992558" y="3535"/>
                  </a:cubicBezTo>
                  <a:cubicBezTo>
                    <a:pt x="993295" y="3780"/>
                    <a:pt x="994031" y="4026"/>
                    <a:pt x="994790" y="4279"/>
                  </a:cubicBezTo>
                  <a:cubicBezTo>
                    <a:pt x="994790" y="5261"/>
                    <a:pt x="994790" y="6243"/>
                    <a:pt x="994790" y="7255"/>
                  </a:cubicBezTo>
                  <a:cubicBezTo>
                    <a:pt x="995665" y="7163"/>
                    <a:pt x="995665" y="7163"/>
                    <a:pt x="996558" y="7069"/>
                  </a:cubicBezTo>
                  <a:cubicBezTo>
                    <a:pt x="997202" y="7131"/>
                    <a:pt x="997847" y="7192"/>
                    <a:pt x="998511" y="7255"/>
                  </a:cubicBezTo>
                  <a:cubicBezTo>
                    <a:pt x="999302" y="8697"/>
                    <a:pt x="999302" y="8697"/>
                    <a:pt x="999999" y="10232"/>
                  </a:cubicBezTo>
                  <a:cubicBezTo>
                    <a:pt x="1000521" y="10355"/>
                    <a:pt x="1001043" y="10477"/>
                    <a:pt x="1001581" y="10604"/>
                  </a:cubicBezTo>
                  <a:cubicBezTo>
                    <a:pt x="1002041" y="10727"/>
                    <a:pt x="1002501" y="10849"/>
                    <a:pt x="1002976" y="10976"/>
                  </a:cubicBezTo>
                  <a:cubicBezTo>
                    <a:pt x="1002976" y="11958"/>
                    <a:pt x="1002976" y="12940"/>
                    <a:pt x="1002976" y="13952"/>
                  </a:cubicBezTo>
                  <a:cubicBezTo>
                    <a:pt x="1003958" y="13952"/>
                    <a:pt x="1004940" y="13952"/>
                    <a:pt x="1005952" y="13952"/>
                  </a:cubicBezTo>
                  <a:cubicBezTo>
                    <a:pt x="1006060" y="14428"/>
                    <a:pt x="1006167" y="14904"/>
                    <a:pt x="1006278" y="15394"/>
                  </a:cubicBezTo>
                  <a:cubicBezTo>
                    <a:pt x="1006416" y="15901"/>
                    <a:pt x="1006554" y="16407"/>
                    <a:pt x="1006697" y="16929"/>
                  </a:cubicBezTo>
                  <a:cubicBezTo>
                    <a:pt x="1007310" y="17052"/>
                    <a:pt x="1007924" y="17175"/>
                    <a:pt x="1008557" y="17301"/>
                  </a:cubicBezTo>
                  <a:cubicBezTo>
                    <a:pt x="1009171" y="17424"/>
                    <a:pt x="1009785" y="17547"/>
                    <a:pt x="1010417" y="17673"/>
                  </a:cubicBezTo>
                  <a:cubicBezTo>
                    <a:pt x="1010686" y="18660"/>
                    <a:pt x="1010936" y="19652"/>
                    <a:pt x="1011161" y="20650"/>
                  </a:cubicBezTo>
                  <a:cubicBezTo>
                    <a:pt x="1012144" y="20650"/>
                    <a:pt x="1013126" y="20650"/>
                    <a:pt x="1014138" y="20650"/>
                  </a:cubicBezTo>
                  <a:cubicBezTo>
                    <a:pt x="1014138" y="21632"/>
                    <a:pt x="1014138" y="22614"/>
                    <a:pt x="1014138" y="23626"/>
                  </a:cubicBezTo>
                  <a:cubicBezTo>
                    <a:pt x="1015376" y="23887"/>
                    <a:pt x="1016616" y="24134"/>
                    <a:pt x="1017859" y="24370"/>
                  </a:cubicBezTo>
                  <a:cubicBezTo>
                    <a:pt x="1018696" y="25859"/>
                    <a:pt x="1018696" y="25859"/>
                    <a:pt x="1019347" y="27347"/>
                  </a:cubicBezTo>
                  <a:cubicBezTo>
                    <a:pt x="1020084" y="27593"/>
                    <a:pt x="1020820" y="27838"/>
                    <a:pt x="1021579" y="28091"/>
                  </a:cubicBezTo>
                  <a:cubicBezTo>
                    <a:pt x="1021579" y="29073"/>
                    <a:pt x="1021579" y="30056"/>
                    <a:pt x="1021579" y="31068"/>
                  </a:cubicBezTo>
                  <a:cubicBezTo>
                    <a:pt x="1023053" y="31068"/>
                    <a:pt x="1024526" y="31068"/>
                    <a:pt x="1026044" y="31068"/>
                  </a:cubicBezTo>
                  <a:cubicBezTo>
                    <a:pt x="1026044" y="32050"/>
                    <a:pt x="1026044" y="33032"/>
                    <a:pt x="1026044" y="34044"/>
                  </a:cubicBezTo>
                  <a:cubicBezTo>
                    <a:pt x="1027032" y="34308"/>
                    <a:pt x="1028025" y="34554"/>
                    <a:pt x="1029021" y="34788"/>
                  </a:cubicBezTo>
                  <a:cubicBezTo>
                    <a:pt x="1029811" y="36230"/>
                    <a:pt x="1029811" y="36230"/>
                    <a:pt x="1030509" y="37765"/>
                  </a:cubicBezTo>
                  <a:cubicBezTo>
                    <a:pt x="1031246" y="38256"/>
                    <a:pt x="1031982" y="38747"/>
                    <a:pt x="1032742" y="39253"/>
                  </a:cubicBezTo>
                  <a:cubicBezTo>
                    <a:pt x="1032742" y="39990"/>
                    <a:pt x="1032742" y="40727"/>
                    <a:pt x="1032742" y="41486"/>
                  </a:cubicBezTo>
                  <a:cubicBezTo>
                    <a:pt x="1033724" y="41486"/>
                    <a:pt x="1034706" y="41486"/>
                    <a:pt x="1035718" y="41486"/>
                  </a:cubicBezTo>
                  <a:cubicBezTo>
                    <a:pt x="1035964" y="42222"/>
                    <a:pt x="1036209" y="42959"/>
                    <a:pt x="1036462" y="43718"/>
                  </a:cubicBezTo>
                  <a:cubicBezTo>
                    <a:pt x="1037061" y="43948"/>
                    <a:pt x="1037659" y="44179"/>
                    <a:pt x="1038276" y="44416"/>
                  </a:cubicBezTo>
                  <a:cubicBezTo>
                    <a:pt x="1040538" y="45354"/>
                    <a:pt x="1040756" y="46001"/>
                    <a:pt x="1041671" y="48183"/>
                  </a:cubicBezTo>
                  <a:cubicBezTo>
                    <a:pt x="1042162" y="48429"/>
                    <a:pt x="1042653" y="48674"/>
                    <a:pt x="1043159" y="48927"/>
                  </a:cubicBezTo>
                  <a:cubicBezTo>
                    <a:pt x="1043405" y="49664"/>
                    <a:pt x="1043651" y="50400"/>
                    <a:pt x="1043904" y="51160"/>
                  </a:cubicBezTo>
                  <a:cubicBezTo>
                    <a:pt x="1044640" y="51405"/>
                    <a:pt x="1045377" y="51651"/>
                    <a:pt x="1046136" y="51904"/>
                  </a:cubicBezTo>
                  <a:cubicBezTo>
                    <a:pt x="1046243" y="52410"/>
                    <a:pt x="1046351" y="52917"/>
                    <a:pt x="1046462" y="53438"/>
                  </a:cubicBezTo>
                  <a:cubicBezTo>
                    <a:pt x="1046600" y="53914"/>
                    <a:pt x="1046738" y="54390"/>
                    <a:pt x="1046880" y="54880"/>
                  </a:cubicBezTo>
                  <a:cubicBezTo>
                    <a:pt x="1047862" y="54880"/>
                    <a:pt x="1048845" y="54880"/>
                    <a:pt x="1049857" y="54880"/>
                  </a:cubicBezTo>
                  <a:cubicBezTo>
                    <a:pt x="1050120" y="55868"/>
                    <a:pt x="1050367" y="56861"/>
                    <a:pt x="1050601" y="57857"/>
                  </a:cubicBezTo>
                  <a:cubicBezTo>
                    <a:pt x="1051579" y="58381"/>
                    <a:pt x="1052574" y="58871"/>
                    <a:pt x="1053577" y="59345"/>
                  </a:cubicBezTo>
                  <a:cubicBezTo>
                    <a:pt x="1057133" y="62570"/>
                    <a:pt x="1057133" y="62570"/>
                    <a:pt x="1058042" y="65298"/>
                  </a:cubicBezTo>
                  <a:cubicBezTo>
                    <a:pt x="1058779" y="65544"/>
                    <a:pt x="1059516" y="65789"/>
                    <a:pt x="1060275" y="66042"/>
                  </a:cubicBezTo>
                  <a:cubicBezTo>
                    <a:pt x="1060520" y="66779"/>
                    <a:pt x="1060766" y="67516"/>
                    <a:pt x="1061019" y="68275"/>
                  </a:cubicBezTo>
                  <a:cubicBezTo>
                    <a:pt x="1061756" y="68766"/>
                    <a:pt x="1062492" y="69257"/>
                    <a:pt x="1063251" y="69763"/>
                  </a:cubicBezTo>
                  <a:cubicBezTo>
                    <a:pt x="1063251" y="70500"/>
                    <a:pt x="1063251" y="71236"/>
                    <a:pt x="1063251" y="71995"/>
                  </a:cubicBezTo>
                  <a:cubicBezTo>
                    <a:pt x="1064234" y="71995"/>
                    <a:pt x="1065216" y="71995"/>
                    <a:pt x="1066228" y="71995"/>
                  </a:cubicBezTo>
                  <a:cubicBezTo>
                    <a:pt x="1066473" y="72732"/>
                    <a:pt x="1066719" y="73469"/>
                    <a:pt x="1066972" y="74228"/>
                  </a:cubicBezTo>
                  <a:cubicBezTo>
                    <a:pt x="1067824" y="74895"/>
                    <a:pt x="1067824" y="74895"/>
                    <a:pt x="1068693" y="75577"/>
                  </a:cubicBezTo>
                  <a:cubicBezTo>
                    <a:pt x="1070912" y="77383"/>
                    <a:pt x="1072102" y="79294"/>
                    <a:pt x="1073669" y="81669"/>
                  </a:cubicBezTo>
                  <a:cubicBezTo>
                    <a:pt x="1074222" y="82084"/>
                    <a:pt x="1074774" y="82498"/>
                    <a:pt x="1075344" y="82925"/>
                  </a:cubicBezTo>
                  <a:cubicBezTo>
                    <a:pt x="1075773" y="83247"/>
                    <a:pt x="1076203" y="83570"/>
                    <a:pt x="1076646" y="83902"/>
                  </a:cubicBezTo>
                  <a:cubicBezTo>
                    <a:pt x="1076646" y="84638"/>
                    <a:pt x="1076646" y="85375"/>
                    <a:pt x="1076646" y="86134"/>
                  </a:cubicBezTo>
                  <a:cubicBezTo>
                    <a:pt x="1077383" y="86380"/>
                    <a:pt x="1078119" y="86625"/>
                    <a:pt x="1078878" y="86878"/>
                  </a:cubicBezTo>
                  <a:cubicBezTo>
                    <a:pt x="1079124" y="87615"/>
                    <a:pt x="1079369" y="88352"/>
                    <a:pt x="1079622" y="89111"/>
                  </a:cubicBezTo>
                  <a:cubicBezTo>
                    <a:pt x="1080359" y="89356"/>
                    <a:pt x="1081096" y="89602"/>
                    <a:pt x="1081855" y="89855"/>
                  </a:cubicBezTo>
                  <a:cubicBezTo>
                    <a:pt x="1082100" y="90592"/>
                    <a:pt x="1082346" y="91328"/>
                    <a:pt x="1082599" y="92087"/>
                  </a:cubicBezTo>
                  <a:cubicBezTo>
                    <a:pt x="1083336" y="92333"/>
                    <a:pt x="1084072" y="92578"/>
                    <a:pt x="1084831" y="92831"/>
                  </a:cubicBezTo>
                  <a:cubicBezTo>
                    <a:pt x="1084831" y="93814"/>
                    <a:pt x="1084831" y="94796"/>
                    <a:pt x="1084831" y="95808"/>
                  </a:cubicBezTo>
                  <a:cubicBezTo>
                    <a:pt x="1085384" y="95900"/>
                    <a:pt x="1085936" y="95992"/>
                    <a:pt x="1086506" y="96087"/>
                  </a:cubicBezTo>
                  <a:cubicBezTo>
                    <a:pt x="1088552" y="96552"/>
                    <a:pt x="1088552" y="96552"/>
                    <a:pt x="1090273" y="98738"/>
                  </a:cubicBezTo>
                  <a:cubicBezTo>
                    <a:pt x="1091529" y="101017"/>
                    <a:pt x="1091529" y="101017"/>
                    <a:pt x="1091529" y="102505"/>
                  </a:cubicBezTo>
                  <a:cubicBezTo>
                    <a:pt x="1092265" y="102751"/>
                    <a:pt x="1093002" y="102996"/>
                    <a:pt x="1093761" y="103249"/>
                  </a:cubicBezTo>
                  <a:cubicBezTo>
                    <a:pt x="1093761" y="103986"/>
                    <a:pt x="1093761" y="104723"/>
                    <a:pt x="1093761" y="105482"/>
                  </a:cubicBezTo>
                  <a:cubicBezTo>
                    <a:pt x="1094737" y="106008"/>
                    <a:pt x="1095733" y="106500"/>
                    <a:pt x="1096738" y="106970"/>
                  </a:cubicBezTo>
                  <a:cubicBezTo>
                    <a:pt x="1098005" y="108203"/>
                    <a:pt x="1098005" y="108203"/>
                    <a:pt x="1099156" y="109575"/>
                  </a:cubicBezTo>
                  <a:cubicBezTo>
                    <a:pt x="1099737" y="110254"/>
                    <a:pt x="1099737" y="110254"/>
                    <a:pt x="1100330" y="110947"/>
                  </a:cubicBezTo>
                  <a:cubicBezTo>
                    <a:pt x="1101202" y="112179"/>
                    <a:pt x="1101202" y="112179"/>
                    <a:pt x="1101202" y="113667"/>
                  </a:cubicBezTo>
                  <a:cubicBezTo>
                    <a:pt x="1101939" y="113913"/>
                    <a:pt x="1102676" y="114158"/>
                    <a:pt x="1103435" y="114411"/>
                  </a:cubicBezTo>
                  <a:cubicBezTo>
                    <a:pt x="1104636" y="115813"/>
                    <a:pt x="1105738" y="117207"/>
                    <a:pt x="1106830" y="118690"/>
                  </a:cubicBezTo>
                  <a:cubicBezTo>
                    <a:pt x="1107491" y="119568"/>
                    <a:pt x="1108152" y="120446"/>
                    <a:pt x="1108812" y="121324"/>
                  </a:cubicBezTo>
                  <a:cubicBezTo>
                    <a:pt x="1109151" y="121778"/>
                    <a:pt x="1109490" y="122232"/>
                    <a:pt x="1109839" y="122699"/>
                  </a:cubicBezTo>
                  <a:cubicBezTo>
                    <a:pt x="1111517" y="124942"/>
                    <a:pt x="1113219" y="127165"/>
                    <a:pt x="1114923" y="129387"/>
                  </a:cubicBezTo>
                  <a:cubicBezTo>
                    <a:pt x="1115230" y="129792"/>
                    <a:pt x="1115537" y="130196"/>
                    <a:pt x="1115853" y="130613"/>
                  </a:cubicBezTo>
                  <a:cubicBezTo>
                    <a:pt x="1117044" y="132171"/>
                    <a:pt x="1118214" y="133659"/>
                    <a:pt x="1119623" y="135026"/>
                  </a:cubicBezTo>
                  <a:cubicBezTo>
                    <a:pt x="1120550" y="135992"/>
                    <a:pt x="1120550" y="135992"/>
                    <a:pt x="1120922" y="137945"/>
                  </a:cubicBezTo>
                  <a:cubicBezTo>
                    <a:pt x="1121106" y="138820"/>
                    <a:pt x="1121106" y="138820"/>
                    <a:pt x="1121294" y="139712"/>
                  </a:cubicBezTo>
                  <a:cubicBezTo>
                    <a:pt x="1122031" y="139958"/>
                    <a:pt x="1122768" y="140203"/>
                    <a:pt x="1123527" y="140456"/>
                  </a:cubicBezTo>
                  <a:cubicBezTo>
                    <a:pt x="1123775" y="141449"/>
                    <a:pt x="1124023" y="142441"/>
                    <a:pt x="1124271" y="143433"/>
                  </a:cubicBezTo>
                  <a:cubicBezTo>
                    <a:pt x="1125008" y="143678"/>
                    <a:pt x="1125744" y="143924"/>
                    <a:pt x="1126503" y="144177"/>
                  </a:cubicBezTo>
                  <a:cubicBezTo>
                    <a:pt x="1126503" y="144914"/>
                    <a:pt x="1126503" y="145650"/>
                    <a:pt x="1126503" y="146409"/>
                  </a:cubicBezTo>
                  <a:cubicBezTo>
                    <a:pt x="1127880" y="147191"/>
                    <a:pt x="1127880" y="147191"/>
                    <a:pt x="1129480" y="147898"/>
                  </a:cubicBezTo>
                  <a:cubicBezTo>
                    <a:pt x="1131733" y="149650"/>
                    <a:pt x="1131952" y="151111"/>
                    <a:pt x="1132456" y="153851"/>
                  </a:cubicBezTo>
                  <a:cubicBezTo>
                    <a:pt x="1132948" y="154096"/>
                    <a:pt x="1133439" y="154342"/>
                    <a:pt x="1133945" y="154595"/>
                  </a:cubicBezTo>
                  <a:cubicBezTo>
                    <a:pt x="1134190" y="155332"/>
                    <a:pt x="1134436" y="156068"/>
                    <a:pt x="1134689" y="156827"/>
                  </a:cubicBezTo>
                  <a:cubicBezTo>
                    <a:pt x="1135180" y="157073"/>
                    <a:pt x="1135671" y="157319"/>
                    <a:pt x="1136177" y="157572"/>
                  </a:cubicBezTo>
                  <a:cubicBezTo>
                    <a:pt x="1136285" y="158186"/>
                    <a:pt x="1136392" y="158799"/>
                    <a:pt x="1136503" y="159432"/>
                  </a:cubicBezTo>
                  <a:cubicBezTo>
                    <a:pt x="1136641" y="160046"/>
                    <a:pt x="1136779" y="160660"/>
                    <a:pt x="1136921" y="161292"/>
                  </a:cubicBezTo>
                  <a:cubicBezTo>
                    <a:pt x="1137658" y="161538"/>
                    <a:pt x="1138395" y="161783"/>
                    <a:pt x="1139154" y="162036"/>
                  </a:cubicBezTo>
                  <a:cubicBezTo>
                    <a:pt x="1139399" y="162773"/>
                    <a:pt x="1139645" y="163510"/>
                    <a:pt x="1139898" y="164269"/>
                  </a:cubicBezTo>
                  <a:cubicBezTo>
                    <a:pt x="1140634" y="164760"/>
                    <a:pt x="1141371" y="165251"/>
                    <a:pt x="1142130" y="165757"/>
                  </a:cubicBezTo>
                  <a:cubicBezTo>
                    <a:pt x="1142376" y="166494"/>
                    <a:pt x="1142621" y="167231"/>
                    <a:pt x="1142874" y="167990"/>
                  </a:cubicBezTo>
                  <a:cubicBezTo>
                    <a:pt x="1143243" y="168327"/>
                    <a:pt x="1143611" y="168665"/>
                    <a:pt x="1143991" y="169013"/>
                  </a:cubicBezTo>
                  <a:cubicBezTo>
                    <a:pt x="1145107" y="170222"/>
                    <a:pt x="1145107" y="170222"/>
                    <a:pt x="1145479" y="172175"/>
                  </a:cubicBezTo>
                  <a:cubicBezTo>
                    <a:pt x="1145663" y="173050"/>
                    <a:pt x="1145663" y="173050"/>
                    <a:pt x="1145851" y="173943"/>
                  </a:cubicBezTo>
                  <a:cubicBezTo>
                    <a:pt x="1146588" y="174188"/>
                    <a:pt x="1147324" y="174434"/>
                    <a:pt x="1148083" y="174687"/>
                  </a:cubicBezTo>
                  <a:cubicBezTo>
                    <a:pt x="1148083" y="175669"/>
                    <a:pt x="1148083" y="176651"/>
                    <a:pt x="1148083" y="177663"/>
                  </a:cubicBezTo>
                  <a:cubicBezTo>
                    <a:pt x="1148820" y="177663"/>
                    <a:pt x="1149557" y="177663"/>
                    <a:pt x="1150316" y="177663"/>
                  </a:cubicBezTo>
                  <a:cubicBezTo>
                    <a:pt x="1151060" y="179291"/>
                    <a:pt x="1151060" y="179291"/>
                    <a:pt x="1151804" y="181384"/>
                  </a:cubicBezTo>
                  <a:cubicBezTo>
                    <a:pt x="1153174" y="184111"/>
                    <a:pt x="1153174" y="184111"/>
                    <a:pt x="1155525" y="185849"/>
                  </a:cubicBezTo>
                  <a:cubicBezTo>
                    <a:pt x="1156285" y="187079"/>
                    <a:pt x="1157025" y="188322"/>
                    <a:pt x="1157757" y="189570"/>
                  </a:cubicBezTo>
                  <a:cubicBezTo>
                    <a:pt x="1158421" y="190440"/>
                    <a:pt x="1159088" y="191308"/>
                    <a:pt x="1159757" y="192174"/>
                  </a:cubicBezTo>
                  <a:cubicBezTo>
                    <a:pt x="1161401" y="194408"/>
                    <a:pt x="1161642" y="195702"/>
                    <a:pt x="1161478" y="198499"/>
                  </a:cubicBezTo>
                  <a:cubicBezTo>
                    <a:pt x="1162215" y="198745"/>
                    <a:pt x="1162951" y="198990"/>
                    <a:pt x="1163710" y="199243"/>
                  </a:cubicBezTo>
                  <a:cubicBezTo>
                    <a:pt x="1163958" y="200484"/>
                    <a:pt x="1164206" y="201724"/>
                    <a:pt x="1164454" y="202964"/>
                  </a:cubicBezTo>
                  <a:cubicBezTo>
                    <a:pt x="1165191" y="203210"/>
                    <a:pt x="1165928" y="203455"/>
                    <a:pt x="1166687" y="203708"/>
                  </a:cubicBezTo>
                  <a:cubicBezTo>
                    <a:pt x="1167209" y="204938"/>
                    <a:pt x="1167706" y="206178"/>
                    <a:pt x="1168175" y="207429"/>
                  </a:cubicBezTo>
                  <a:cubicBezTo>
                    <a:pt x="1168666" y="207675"/>
                    <a:pt x="1169157" y="207920"/>
                    <a:pt x="1169663" y="208173"/>
                  </a:cubicBezTo>
                  <a:cubicBezTo>
                    <a:pt x="1169911" y="209413"/>
                    <a:pt x="1170159" y="210654"/>
                    <a:pt x="1170408" y="211894"/>
                  </a:cubicBezTo>
                  <a:cubicBezTo>
                    <a:pt x="1170899" y="212139"/>
                    <a:pt x="1171390" y="212385"/>
                    <a:pt x="1171896" y="212638"/>
                  </a:cubicBezTo>
                  <a:cubicBezTo>
                    <a:pt x="1172392" y="213878"/>
                    <a:pt x="1172888" y="215118"/>
                    <a:pt x="1173384" y="216359"/>
                  </a:cubicBezTo>
                  <a:cubicBezTo>
                    <a:pt x="1173875" y="216604"/>
                    <a:pt x="1174366" y="216850"/>
                    <a:pt x="1174872" y="217103"/>
                  </a:cubicBezTo>
                  <a:cubicBezTo>
                    <a:pt x="1175175" y="218830"/>
                    <a:pt x="1175426" y="220568"/>
                    <a:pt x="1175617" y="222312"/>
                  </a:cubicBezTo>
                  <a:cubicBezTo>
                    <a:pt x="1176353" y="222312"/>
                    <a:pt x="1177090" y="222312"/>
                    <a:pt x="1177849" y="222312"/>
                  </a:cubicBezTo>
                  <a:cubicBezTo>
                    <a:pt x="1178116" y="223548"/>
                    <a:pt x="1178362" y="224789"/>
                    <a:pt x="1178593" y="226033"/>
                  </a:cubicBezTo>
                  <a:cubicBezTo>
                    <a:pt x="1179322" y="226792"/>
                    <a:pt x="1180066" y="227537"/>
                    <a:pt x="1180826" y="228265"/>
                  </a:cubicBezTo>
                  <a:cubicBezTo>
                    <a:pt x="1181087" y="229254"/>
                    <a:pt x="1181337" y="230246"/>
                    <a:pt x="1181570" y="231242"/>
                  </a:cubicBezTo>
                  <a:cubicBezTo>
                    <a:pt x="1182061" y="231487"/>
                    <a:pt x="1182552" y="231733"/>
                    <a:pt x="1183058" y="231986"/>
                  </a:cubicBezTo>
                  <a:cubicBezTo>
                    <a:pt x="1183165" y="232722"/>
                    <a:pt x="1183273" y="233459"/>
                    <a:pt x="1183383" y="234218"/>
                  </a:cubicBezTo>
                  <a:cubicBezTo>
                    <a:pt x="1183522" y="234955"/>
                    <a:pt x="1183660" y="235691"/>
                    <a:pt x="1183802" y="236450"/>
                  </a:cubicBezTo>
                  <a:cubicBezTo>
                    <a:pt x="1184539" y="236696"/>
                    <a:pt x="1185275" y="236942"/>
                    <a:pt x="1186035" y="237195"/>
                  </a:cubicBezTo>
                  <a:cubicBezTo>
                    <a:pt x="1186549" y="238677"/>
                    <a:pt x="1187046" y="240165"/>
                    <a:pt x="1187523" y="241659"/>
                  </a:cubicBezTo>
                  <a:cubicBezTo>
                    <a:pt x="1188014" y="241659"/>
                    <a:pt x="1188505" y="241659"/>
                    <a:pt x="1189011" y="241659"/>
                  </a:cubicBezTo>
                  <a:cubicBezTo>
                    <a:pt x="1189149" y="242926"/>
                    <a:pt x="1189149" y="242926"/>
                    <a:pt x="1189290" y="244217"/>
                  </a:cubicBezTo>
                  <a:cubicBezTo>
                    <a:pt x="1189444" y="245092"/>
                    <a:pt x="1189597" y="245967"/>
                    <a:pt x="1189755" y="246868"/>
                  </a:cubicBezTo>
                  <a:cubicBezTo>
                    <a:pt x="1190246" y="247114"/>
                    <a:pt x="1190737" y="247360"/>
                    <a:pt x="1191243" y="247613"/>
                  </a:cubicBezTo>
                  <a:cubicBezTo>
                    <a:pt x="1191547" y="249340"/>
                    <a:pt x="1191797" y="251078"/>
                    <a:pt x="1191988" y="252822"/>
                  </a:cubicBezTo>
                  <a:cubicBezTo>
                    <a:pt x="1192724" y="252822"/>
                    <a:pt x="1193461" y="252822"/>
                    <a:pt x="1194220" y="252822"/>
                  </a:cubicBezTo>
                  <a:cubicBezTo>
                    <a:pt x="1194297" y="253528"/>
                    <a:pt x="1194374" y="254234"/>
                    <a:pt x="1194453" y="254961"/>
                  </a:cubicBezTo>
                  <a:cubicBezTo>
                    <a:pt x="1194730" y="257503"/>
                    <a:pt x="1194730" y="257503"/>
                    <a:pt x="1197197" y="258775"/>
                  </a:cubicBezTo>
                  <a:cubicBezTo>
                    <a:pt x="1197469" y="260259"/>
                    <a:pt x="1197718" y="261747"/>
                    <a:pt x="1197941" y="263240"/>
                  </a:cubicBezTo>
                  <a:cubicBezTo>
                    <a:pt x="1198432" y="263485"/>
                    <a:pt x="1198923" y="263731"/>
                    <a:pt x="1199429" y="263984"/>
                  </a:cubicBezTo>
                  <a:cubicBezTo>
                    <a:pt x="1199871" y="265955"/>
                    <a:pt x="1199981" y="267922"/>
                    <a:pt x="1200173" y="269937"/>
                  </a:cubicBezTo>
                  <a:cubicBezTo>
                    <a:pt x="1200910" y="269937"/>
                    <a:pt x="1201647" y="269937"/>
                    <a:pt x="1202406" y="269937"/>
                  </a:cubicBezTo>
                  <a:cubicBezTo>
                    <a:pt x="1202930" y="271665"/>
                    <a:pt x="1203427" y="273401"/>
                    <a:pt x="1203894" y="275146"/>
                  </a:cubicBezTo>
                  <a:cubicBezTo>
                    <a:pt x="1204385" y="275146"/>
                    <a:pt x="1204876" y="275146"/>
                    <a:pt x="1205382" y="275146"/>
                  </a:cubicBezTo>
                  <a:cubicBezTo>
                    <a:pt x="1205527" y="276672"/>
                    <a:pt x="1205673" y="278198"/>
                    <a:pt x="1205818" y="279724"/>
                  </a:cubicBezTo>
                  <a:cubicBezTo>
                    <a:pt x="1205920" y="280178"/>
                    <a:pt x="1206022" y="280631"/>
                    <a:pt x="1206126" y="281099"/>
                  </a:cubicBezTo>
                  <a:cubicBezTo>
                    <a:pt x="1206617" y="281344"/>
                    <a:pt x="1207109" y="281590"/>
                    <a:pt x="1207615" y="281843"/>
                  </a:cubicBezTo>
                  <a:cubicBezTo>
                    <a:pt x="1207722" y="282687"/>
                    <a:pt x="1207829" y="283531"/>
                    <a:pt x="1207940" y="284401"/>
                  </a:cubicBezTo>
                  <a:cubicBezTo>
                    <a:pt x="1208078" y="285276"/>
                    <a:pt x="1208216" y="286151"/>
                    <a:pt x="1208359" y="287052"/>
                  </a:cubicBezTo>
                  <a:cubicBezTo>
                    <a:pt x="1209095" y="287543"/>
                    <a:pt x="1209832" y="288034"/>
                    <a:pt x="1210591" y="288540"/>
                  </a:cubicBezTo>
                  <a:cubicBezTo>
                    <a:pt x="1210714" y="289415"/>
                    <a:pt x="1210837" y="290290"/>
                    <a:pt x="1210963" y="291191"/>
                  </a:cubicBezTo>
                  <a:cubicBezTo>
                    <a:pt x="1211147" y="292458"/>
                    <a:pt x="1211147" y="292458"/>
                    <a:pt x="1211335" y="293749"/>
                  </a:cubicBezTo>
                  <a:cubicBezTo>
                    <a:pt x="1212072" y="293995"/>
                    <a:pt x="1212809" y="294240"/>
                    <a:pt x="1213568" y="294493"/>
                  </a:cubicBezTo>
                  <a:cubicBezTo>
                    <a:pt x="1213786" y="296682"/>
                    <a:pt x="1213786" y="296682"/>
                    <a:pt x="1213707" y="299377"/>
                  </a:cubicBezTo>
                  <a:cubicBezTo>
                    <a:pt x="1213687" y="300268"/>
                    <a:pt x="1213667" y="301159"/>
                    <a:pt x="1213646" y="302077"/>
                  </a:cubicBezTo>
                  <a:cubicBezTo>
                    <a:pt x="1213620" y="302767"/>
                    <a:pt x="1213594" y="303457"/>
                    <a:pt x="1213568" y="304167"/>
                  </a:cubicBezTo>
                  <a:cubicBezTo>
                    <a:pt x="1212842" y="304170"/>
                    <a:pt x="1212117" y="304173"/>
                    <a:pt x="1211369" y="304176"/>
                  </a:cubicBezTo>
                  <a:cubicBezTo>
                    <a:pt x="1204547" y="304203"/>
                    <a:pt x="1197725" y="304246"/>
                    <a:pt x="1190903" y="304304"/>
                  </a:cubicBezTo>
                  <a:cubicBezTo>
                    <a:pt x="1187395" y="304334"/>
                    <a:pt x="1183887" y="304357"/>
                    <a:pt x="1180380" y="304369"/>
                  </a:cubicBezTo>
                  <a:cubicBezTo>
                    <a:pt x="1176997" y="304380"/>
                    <a:pt x="1173615" y="304406"/>
                    <a:pt x="1170233" y="304441"/>
                  </a:cubicBezTo>
                  <a:cubicBezTo>
                    <a:pt x="1168939" y="304452"/>
                    <a:pt x="1167646" y="304458"/>
                    <a:pt x="1166353" y="304459"/>
                  </a:cubicBezTo>
                  <a:cubicBezTo>
                    <a:pt x="1164547" y="304461"/>
                    <a:pt x="1162743" y="304481"/>
                    <a:pt x="1160937" y="304505"/>
                  </a:cubicBezTo>
                  <a:cubicBezTo>
                    <a:pt x="1160397" y="304501"/>
                    <a:pt x="1159857" y="304498"/>
                    <a:pt x="1159301" y="304494"/>
                  </a:cubicBezTo>
                  <a:cubicBezTo>
                    <a:pt x="1157674" y="304492"/>
                    <a:pt x="1157674" y="304492"/>
                    <a:pt x="1155525" y="304911"/>
                  </a:cubicBezTo>
                  <a:cubicBezTo>
                    <a:pt x="1155263" y="305900"/>
                    <a:pt x="1155015" y="306893"/>
                    <a:pt x="1154781" y="307888"/>
                  </a:cubicBezTo>
                  <a:cubicBezTo>
                    <a:pt x="1152629" y="308274"/>
                    <a:pt x="1152629" y="308274"/>
                    <a:pt x="1149710" y="308294"/>
                  </a:cubicBezTo>
                  <a:cubicBezTo>
                    <a:pt x="1149180" y="308302"/>
                    <a:pt x="1148650" y="308310"/>
                    <a:pt x="1148104" y="308318"/>
                  </a:cubicBezTo>
                  <a:cubicBezTo>
                    <a:pt x="1146344" y="308340"/>
                    <a:pt x="1144585" y="308341"/>
                    <a:pt x="1142825" y="308341"/>
                  </a:cubicBezTo>
                  <a:cubicBezTo>
                    <a:pt x="1141608" y="308353"/>
                    <a:pt x="1140391" y="308365"/>
                    <a:pt x="1139174" y="308379"/>
                  </a:cubicBezTo>
                  <a:cubicBezTo>
                    <a:pt x="1135965" y="308411"/>
                    <a:pt x="1132757" y="308426"/>
                    <a:pt x="1129548" y="308437"/>
                  </a:cubicBezTo>
                  <a:cubicBezTo>
                    <a:pt x="1126276" y="308452"/>
                    <a:pt x="1123004" y="308483"/>
                    <a:pt x="1119732" y="308513"/>
                  </a:cubicBezTo>
                  <a:cubicBezTo>
                    <a:pt x="1113307" y="308569"/>
                    <a:pt x="1106883" y="308606"/>
                    <a:pt x="1100458" y="308632"/>
                  </a:cubicBezTo>
                  <a:cubicBezTo>
                    <a:pt x="1100458" y="309369"/>
                    <a:pt x="1100458" y="310106"/>
                    <a:pt x="1100458" y="310865"/>
                  </a:cubicBezTo>
                  <a:cubicBezTo>
                    <a:pt x="1097985" y="311632"/>
                    <a:pt x="1095556" y="311707"/>
                    <a:pt x="1092980" y="311726"/>
                  </a:cubicBezTo>
                  <a:cubicBezTo>
                    <a:pt x="1092253" y="311734"/>
                    <a:pt x="1091525" y="311741"/>
                    <a:pt x="1090776" y="311749"/>
                  </a:cubicBezTo>
                  <a:cubicBezTo>
                    <a:pt x="1089612" y="311757"/>
                    <a:pt x="1089612" y="311757"/>
                    <a:pt x="1088424" y="311766"/>
                  </a:cubicBezTo>
                  <a:cubicBezTo>
                    <a:pt x="1086778" y="311787"/>
                    <a:pt x="1085132" y="311808"/>
                    <a:pt x="1083486" y="311830"/>
                  </a:cubicBezTo>
                  <a:cubicBezTo>
                    <a:pt x="1080892" y="311860"/>
                    <a:pt x="1078299" y="311888"/>
                    <a:pt x="1075705" y="311907"/>
                  </a:cubicBezTo>
                  <a:cubicBezTo>
                    <a:pt x="1073201" y="311928"/>
                    <a:pt x="1070697" y="311962"/>
                    <a:pt x="1068193" y="311998"/>
                  </a:cubicBezTo>
                  <a:cubicBezTo>
                    <a:pt x="1067020" y="312002"/>
                    <a:pt x="1067020" y="312002"/>
                    <a:pt x="1065823" y="312006"/>
                  </a:cubicBezTo>
                  <a:cubicBezTo>
                    <a:pt x="1064746" y="312024"/>
                    <a:pt x="1064746" y="312024"/>
                    <a:pt x="1063647" y="312043"/>
                  </a:cubicBezTo>
                  <a:cubicBezTo>
                    <a:pt x="1063012" y="312049"/>
                    <a:pt x="1062378" y="312055"/>
                    <a:pt x="1061723" y="312061"/>
                  </a:cubicBezTo>
                  <a:cubicBezTo>
                    <a:pt x="1061245" y="312157"/>
                    <a:pt x="1060767" y="312254"/>
                    <a:pt x="1060275" y="312353"/>
                  </a:cubicBezTo>
                  <a:cubicBezTo>
                    <a:pt x="1060029" y="313090"/>
                    <a:pt x="1059784" y="313826"/>
                    <a:pt x="1059531" y="314585"/>
                  </a:cubicBezTo>
                  <a:cubicBezTo>
                    <a:pt x="1058198" y="314854"/>
                    <a:pt x="1058198" y="314854"/>
                    <a:pt x="1056440" y="314839"/>
                  </a:cubicBezTo>
                  <a:cubicBezTo>
                    <a:pt x="1055785" y="314839"/>
                    <a:pt x="1055130" y="314838"/>
                    <a:pt x="1054454" y="314838"/>
                  </a:cubicBezTo>
                  <a:cubicBezTo>
                    <a:pt x="1053386" y="314821"/>
                    <a:pt x="1053386" y="314821"/>
                    <a:pt x="1052296" y="314803"/>
                  </a:cubicBezTo>
                  <a:cubicBezTo>
                    <a:pt x="1051570" y="314800"/>
                    <a:pt x="1050844" y="314797"/>
                    <a:pt x="1050096" y="314794"/>
                  </a:cubicBezTo>
                  <a:cubicBezTo>
                    <a:pt x="1047768" y="314781"/>
                    <a:pt x="1045441" y="314753"/>
                    <a:pt x="1043113" y="314725"/>
                  </a:cubicBezTo>
                  <a:cubicBezTo>
                    <a:pt x="1041539" y="314714"/>
                    <a:pt x="1039965" y="314703"/>
                    <a:pt x="1038391" y="314694"/>
                  </a:cubicBezTo>
                  <a:cubicBezTo>
                    <a:pt x="1034523" y="314670"/>
                    <a:pt x="1030656" y="314632"/>
                    <a:pt x="1026788" y="314585"/>
                  </a:cubicBezTo>
                  <a:cubicBezTo>
                    <a:pt x="1026788" y="315813"/>
                    <a:pt x="1026788" y="317041"/>
                    <a:pt x="1026788" y="318306"/>
                  </a:cubicBezTo>
                  <a:cubicBezTo>
                    <a:pt x="1025476" y="318322"/>
                    <a:pt x="1025476" y="318322"/>
                    <a:pt x="1024136" y="318339"/>
                  </a:cubicBezTo>
                  <a:cubicBezTo>
                    <a:pt x="1020900" y="318382"/>
                    <a:pt x="1017665" y="318439"/>
                    <a:pt x="1014430" y="318501"/>
                  </a:cubicBezTo>
                  <a:cubicBezTo>
                    <a:pt x="1013027" y="318526"/>
                    <a:pt x="1011625" y="318547"/>
                    <a:pt x="1010222" y="318564"/>
                  </a:cubicBezTo>
                  <a:cubicBezTo>
                    <a:pt x="1008211" y="318589"/>
                    <a:pt x="1006199" y="318628"/>
                    <a:pt x="1004188" y="318669"/>
                  </a:cubicBezTo>
                  <a:cubicBezTo>
                    <a:pt x="1003242" y="318676"/>
                    <a:pt x="1003242" y="318676"/>
                    <a:pt x="1002276" y="318684"/>
                  </a:cubicBezTo>
                  <a:cubicBezTo>
                    <a:pt x="1000346" y="318706"/>
                    <a:pt x="1000346" y="318706"/>
                    <a:pt x="997767" y="319050"/>
                  </a:cubicBezTo>
                  <a:cubicBezTo>
                    <a:pt x="997521" y="319787"/>
                    <a:pt x="997276" y="320524"/>
                    <a:pt x="997023" y="321283"/>
                  </a:cubicBezTo>
                  <a:cubicBezTo>
                    <a:pt x="995169" y="321531"/>
                    <a:pt x="993490" y="321629"/>
                    <a:pt x="991631" y="321637"/>
                  </a:cubicBezTo>
                  <a:cubicBezTo>
                    <a:pt x="990820" y="321655"/>
                    <a:pt x="990820" y="321655"/>
                    <a:pt x="989993" y="321672"/>
                  </a:cubicBezTo>
                  <a:cubicBezTo>
                    <a:pt x="988259" y="321708"/>
                    <a:pt x="986525" y="321728"/>
                    <a:pt x="984791" y="321748"/>
                  </a:cubicBezTo>
                  <a:cubicBezTo>
                    <a:pt x="983060" y="321775"/>
                    <a:pt x="981328" y="321805"/>
                    <a:pt x="979597" y="321839"/>
                  </a:cubicBezTo>
                  <a:cubicBezTo>
                    <a:pt x="978518" y="321859"/>
                    <a:pt x="977439" y="321875"/>
                    <a:pt x="976360" y="321886"/>
                  </a:cubicBezTo>
                  <a:cubicBezTo>
                    <a:pt x="973576" y="321889"/>
                    <a:pt x="973576" y="321889"/>
                    <a:pt x="970978" y="322771"/>
                  </a:cubicBezTo>
                  <a:cubicBezTo>
                    <a:pt x="970978" y="323507"/>
                    <a:pt x="970978" y="324244"/>
                    <a:pt x="970978" y="325003"/>
                  </a:cubicBezTo>
                  <a:cubicBezTo>
                    <a:pt x="969902" y="324980"/>
                    <a:pt x="969902" y="324980"/>
                    <a:pt x="968804" y="324956"/>
                  </a:cubicBezTo>
                  <a:cubicBezTo>
                    <a:pt x="966151" y="324902"/>
                    <a:pt x="963498" y="324868"/>
                    <a:pt x="960845" y="324840"/>
                  </a:cubicBezTo>
                  <a:cubicBezTo>
                    <a:pt x="959695" y="324825"/>
                    <a:pt x="958545" y="324804"/>
                    <a:pt x="957395" y="324779"/>
                  </a:cubicBezTo>
                  <a:cubicBezTo>
                    <a:pt x="955746" y="324743"/>
                    <a:pt x="954097" y="324726"/>
                    <a:pt x="952447" y="324713"/>
                  </a:cubicBezTo>
                  <a:cubicBezTo>
                    <a:pt x="951930" y="324697"/>
                    <a:pt x="951413" y="324682"/>
                    <a:pt x="950880" y="324666"/>
                  </a:cubicBezTo>
                  <a:cubicBezTo>
                    <a:pt x="949291" y="324630"/>
                    <a:pt x="949291" y="324630"/>
                    <a:pt x="947165" y="325003"/>
                  </a:cubicBezTo>
                  <a:cubicBezTo>
                    <a:pt x="946883" y="325986"/>
                    <a:pt x="946634" y="326980"/>
                    <a:pt x="946421" y="327980"/>
                  </a:cubicBezTo>
                  <a:cubicBezTo>
                    <a:pt x="944516" y="328339"/>
                    <a:pt x="944516" y="328339"/>
                    <a:pt x="942006" y="328329"/>
                  </a:cubicBezTo>
                  <a:cubicBezTo>
                    <a:pt x="941108" y="328339"/>
                    <a:pt x="940211" y="328350"/>
                    <a:pt x="939286" y="328361"/>
                  </a:cubicBezTo>
                  <a:cubicBezTo>
                    <a:pt x="937380" y="328355"/>
                    <a:pt x="935473" y="328349"/>
                    <a:pt x="933566" y="328343"/>
                  </a:cubicBezTo>
                  <a:cubicBezTo>
                    <a:pt x="932668" y="328354"/>
                    <a:pt x="931769" y="328364"/>
                    <a:pt x="930844" y="328375"/>
                  </a:cubicBezTo>
                  <a:cubicBezTo>
                    <a:pt x="930014" y="328372"/>
                    <a:pt x="929185" y="328368"/>
                    <a:pt x="928331" y="328365"/>
                  </a:cubicBezTo>
                  <a:cubicBezTo>
                    <a:pt x="927670" y="328483"/>
                    <a:pt x="927010" y="328602"/>
                    <a:pt x="926329" y="328724"/>
                  </a:cubicBezTo>
                  <a:cubicBezTo>
                    <a:pt x="925966" y="329461"/>
                    <a:pt x="925966" y="329461"/>
                    <a:pt x="925595" y="330212"/>
                  </a:cubicBezTo>
                  <a:cubicBezTo>
                    <a:pt x="925222" y="330949"/>
                    <a:pt x="925222" y="330949"/>
                    <a:pt x="924841" y="331700"/>
                  </a:cubicBezTo>
                  <a:cubicBezTo>
                    <a:pt x="922771" y="332059"/>
                    <a:pt x="922771" y="332059"/>
                    <a:pt x="920164" y="332049"/>
                  </a:cubicBezTo>
                  <a:cubicBezTo>
                    <a:pt x="919232" y="332060"/>
                    <a:pt x="918300" y="332070"/>
                    <a:pt x="917340" y="332081"/>
                  </a:cubicBezTo>
                  <a:cubicBezTo>
                    <a:pt x="916362" y="332078"/>
                    <a:pt x="915384" y="332076"/>
                    <a:pt x="914377" y="332073"/>
                  </a:cubicBezTo>
                  <a:cubicBezTo>
                    <a:pt x="912446" y="332067"/>
                    <a:pt x="910514" y="332074"/>
                    <a:pt x="908583" y="332096"/>
                  </a:cubicBezTo>
                  <a:cubicBezTo>
                    <a:pt x="907294" y="332091"/>
                    <a:pt x="907294" y="332091"/>
                    <a:pt x="905979" y="332086"/>
                  </a:cubicBezTo>
                  <a:cubicBezTo>
                    <a:pt x="905327" y="332204"/>
                    <a:pt x="904676" y="332323"/>
                    <a:pt x="904005" y="332445"/>
                  </a:cubicBezTo>
                  <a:cubicBezTo>
                    <a:pt x="903739" y="333432"/>
                    <a:pt x="903491" y="334425"/>
                    <a:pt x="903261" y="335421"/>
                  </a:cubicBezTo>
                  <a:cubicBezTo>
                    <a:pt x="901469" y="335827"/>
                    <a:pt x="901469" y="335827"/>
                    <a:pt x="899119" y="335875"/>
                  </a:cubicBezTo>
                  <a:cubicBezTo>
                    <a:pt x="898282" y="335899"/>
                    <a:pt x="897445" y="335923"/>
                    <a:pt x="896583" y="335947"/>
                  </a:cubicBezTo>
                  <a:cubicBezTo>
                    <a:pt x="895702" y="335958"/>
                    <a:pt x="894821" y="335968"/>
                    <a:pt x="893913" y="335979"/>
                  </a:cubicBezTo>
                  <a:cubicBezTo>
                    <a:pt x="892587" y="336012"/>
                    <a:pt x="892587" y="336012"/>
                    <a:pt x="891234" y="336046"/>
                  </a:cubicBezTo>
                  <a:cubicBezTo>
                    <a:pt x="889042" y="336099"/>
                    <a:pt x="886850" y="336138"/>
                    <a:pt x="884658" y="336165"/>
                  </a:cubicBezTo>
                  <a:cubicBezTo>
                    <a:pt x="884658" y="336902"/>
                    <a:pt x="884658" y="337639"/>
                    <a:pt x="884658" y="338398"/>
                  </a:cubicBezTo>
                  <a:cubicBezTo>
                    <a:pt x="884147" y="338416"/>
                    <a:pt x="883636" y="338435"/>
                    <a:pt x="883110" y="338454"/>
                  </a:cubicBezTo>
                  <a:cubicBezTo>
                    <a:pt x="880804" y="338540"/>
                    <a:pt x="878499" y="338632"/>
                    <a:pt x="876193" y="338723"/>
                  </a:cubicBezTo>
                  <a:cubicBezTo>
                    <a:pt x="875389" y="338753"/>
                    <a:pt x="874585" y="338782"/>
                    <a:pt x="873757" y="338812"/>
                  </a:cubicBezTo>
                  <a:cubicBezTo>
                    <a:pt x="872990" y="338843"/>
                    <a:pt x="872222" y="338874"/>
                    <a:pt x="871432" y="338906"/>
                  </a:cubicBezTo>
                  <a:cubicBezTo>
                    <a:pt x="870722" y="338934"/>
                    <a:pt x="870013" y="338961"/>
                    <a:pt x="869282" y="338989"/>
                  </a:cubicBezTo>
                  <a:cubicBezTo>
                    <a:pt x="867526" y="339036"/>
                    <a:pt x="867526" y="339036"/>
                    <a:pt x="866054" y="339886"/>
                  </a:cubicBezTo>
                  <a:cubicBezTo>
                    <a:pt x="866054" y="340623"/>
                    <a:pt x="866054" y="341359"/>
                    <a:pt x="866054" y="342118"/>
                  </a:cubicBezTo>
                  <a:cubicBezTo>
                    <a:pt x="865282" y="342135"/>
                    <a:pt x="865282" y="342135"/>
                    <a:pt x="864495" y="342151"/>
                  </a:cubicBezTo>
                  <a:cubicBezTo>
                    <a:pt x="862177" y="342207"/>
                    <a:pt x="859860" y="342279"/>
                    <a:pt x="857543" y="342351"/>
                  </a:cubicBezTo>
                  <a:cubicBezTo>
                    <a:pt x="856733" y="342368"/>
                    <a:pt x="855923" y="342385"/>
                    <a:pt x="855088" y="342402"/>
                  </a:cubicBezTo>
                  <a:cubicBezTo>
                    <a:pt x="853933" y="342441"/>
                    <a:pt x="853933" y="342441"/>
                    <a:pt x="852755" y="342482"/>
                  </a:cubicBezTo>
                  <a:cubicBezTo>
                    <a:pt x="852042" y="342501"/>
                    <a:pt x="851329" y="342521"/>
                    <a:pt x="850594" y="342541"/>
                  </a:cubicBezTo>
                  <a:cubicBezTo>
                    <a:pt x="850048" y="342647"/>
                    <a:pt x="849502" y="342753"/>
                    <a:pt x="848939" y="342863"/>
                  </a:cubicBezTo>
                  <a:cubicBezTo>
                    <a:pt x="848693" y="343599"/>
                    <a:pt x="848448" y="344336"/>
                    <a:pt x="848195" y="345095"/>
                  </a:cubicBezTo>
                  <a:cubicBezTo>
                    <a:pt x="846768" y="345370"/>
                    <a:pt x="846768" y="345370"/>
                    <a:pt x="844919" y="345371"/>
                  </a:cubicBezTo>
                  <a:cubicBezTo>
                    <a:pt x="844256" y="345384"/>
                    <a:pt x="843594" y="345397"/>
                    <a:pt x="842912" y="345410"/>
                  </a:cubicBezTo>
                  <a:cubicBezTo>
                    <a:pt x="841507" y="345417"/>
                    <a:pt x="840102" y="345421"/>
                    <a:pt x="838697" y="345422"/>
                  </a:cubicBezTo>
                  <a:cubicBezTo>
                    <a:pt x="838033" y="345436"/>
                    <a:pt x="837370" y="345450"/>
                    <a:pt x="836687" y="345464"/>
                  </a:cubicBezTo>
                  <a:cubicBezTo>
                    <a:pt x="835770" y="345466"/>
                    <a:pt x="835770" y="345466"/>
                    <a:pt x="834835" y="345468"/>
                  </a:cubicBezTo>
                  <a:cubicBezTo>
                    <a:pt x="834332" y="345591"/>
                    <a:pt x="833830" y="345713"/>
                    <a:pt x="833312" y="345839"/>
                  </a:cubicBezTo>
                  <a:cubicBezTo>
                    <a:pt x="832948" y="346577"/>
                    <a:pt x="832948" y="346577"/>
                    <a:pt x="832578" y="347329"/>
                  </a:cubicBezTo>
                  <a:cubicBezTo>
                    <a:pt x="832329" y="347820"/>
                    <a:pt x="832080" y="348310"/>
                    <a:pt x="831824" y="348816"/>
                  </a:cubicBezTo>
                  <a:cubicBezTo>
                    <a:pt x="830232" y="349175"/>
                    <a:pt x="830232" y="349175"/>
                    <a:pt x="828286" y="349165"/>
                  </a:cubicBezTo>
                  <a:cubicBezTo>
                    <a:pt x="827589" y="349175"/>
                    <a:pt x="826892" y="349186"/>
                    <a:pt x="826174" y="349197"/>
                  </a:cubicBezTo>
                  <a:cubicBezTo>
                    <a:pt x="825080" y="349192"/>
                    <a:pt x="825080" y="349192"/>
                    <a:pt x="823964" y="349188"/>
                  </a:cubicBezTo>
                  <a:cubicBezTo>
                    <a:pt x="822521" y="349182"/>
                    <a:pt x="821078" y="349189"/>
                    <a:pt x="819635" y="349211"/>
                  </a:cubicBezTo>
                  <a:cubicBezTo>
                    <a:pt x="818994" y="349208"/>
                    <a:pt x="818353" y="349204"/>
                    <a:pt x="817692" y="349201"/>
                  </a:cubicBezTo>
                  <a:cubicBezTo>
                    <a:pt x="816952" y="349379"/>
                    <a:pt x="816952" y="349379"/>
                    <a:pt x="816197" y="349560"/>
                  </a:cubicBezTo>
                  <a:cubicBezTo>
                    <a:pt x="815943" y="350551"/>
                    <a:pt x="815695" y="351543"/>
                    <a:pt x="815452" y="352536"/>
                  </a:cubicBezTo>
                  <a:cubicBezTo>
                    <a:pt x="814014" y="352907"/>
                    <a:pt x="814014" y="352907"/>
                    <a:pt x="812150" y="352911"/>
                  </a:cubicBezTo>
                  <a:cubicBezTo>
                    <a:pt x="811152" y="352932"/>
                    <a:pt x="811152" y="352932"/>
                    <a:pt x="810133" y="352954"/>
                  </a:cubicBezTo>
                  <a:cubicBezTo>
                    <a:pt x="809433" y="352954"/>
                    <a:pt x="808732" y="352954"/>
                    <a:pt x="808011" y="352955"/>
                  </a:cubicBezTo>
                  <a:cubicBezTo>
                    <a:pt x="806631" y="352962"/>
                    <a:pt x="805251" y="352978"/>
                    <a:pt x="803872" y="353004"/>
                  </a:cubicBezTo>
                  <a:cubicBezTo>
                    <a:pt x="802949" y="353005"/>
                    <a:pt x="802949" y="353005"/>
                    <a:pt x="802008" y="353006"/>
                  </a:cubicBezTo>
                  <a:cubicBezTo>
                    <a:pt x="801534" y="353097"/>
                    <a:pt x="801059" y="353187"/>
                    <a:pt x="800570" y="353281"/>
                  </a:cubicBezTo>
                  <a:cubicBezTo>
                    <a:pt x="800324" y="354017"/>
                    <a:pt x="800078" y="354754"/>
                    <a:pt x="799825" y="355513"/>
                  </a:cubicBezTo>
                  <a:cubicBezTo>
                    <a:pt x="798523" y="355787"/>
                    <a:pt x="798523" y="355787"/>
                    <a:pt x="796849" y="355789"/>
                  </a:cubicBezTo>
                  <a:cubicBezTo>
                    <a:pt x="796250" y="355802"/>
                    <a:pt x="795652" y="355815"/>
                    <a:pt x="795035" y="355828"/>
                  </a:cubicBezTo>
                  <a:cubicBezTo>
                    <a:pt x="793764" y="355835"/>
                    <a:pt x="792493" y="355839"/>
                    <a:pt x="791221" y="355840"/>
                  </a:cubicBezTo>
                  <a:cubicBezTo>
                    <a:pt x="790623" y="355854"/>
                    <a:pt x="790024" y="355868"/>
                    <a:pt x="789408" y="355882"/>
                  </a:cubicBezTo>
                  <a:cubicBezTo>
                    <a:pt x="788855" y="355884"/>
                    <a:pt x="788302" y="355885"/>
                    <a:pt x="787733" y="355886"/>
                  </a:cubicBezTo>
                  <a:cubicBezTo>
                    <a:pt x="787303" y="356009"/>
                    <a:pt x="786874" y="356131"/>
                    <a:pt x="786431" y="356257"/>
                  </a:cubicBezTo>
                  <a:cubicBezTo>
                    <a:pt x="786258" y="356991"/>
                    <a:pt x="786258" y="356991"/>
                    <a:pt x="786081" y="357740"/>
                  </a:cubicBezTo>
                  <a:cubicBezTo>
                    <a:pt x="785951" y="358233"/>
                    <a:pt x="785821" y="358726"/>
                    <a:pt x="785687" y="359234"/>
                  </a:cubicBezTo>
                  <a:cubicBezTo>
                    <a:pt x="784236" y="359640"/>
                    <a:pt x="784236" y="359640"/>
                    <a:pt x="782359" y="359687"/>
                  </a:cubicBezTo>
                  <a:cubicBezTo>
                    <a:pt x="781689" y="359711"/>
                    <a:pt x="781020" y="359735"/>
                    <a:pt x="780331" y="359760"/>
                  </a:cubicBezTo>
                  <a:cubicBezTo>
                    <a:pt x="779627" y="359770"/>
                    <a:pt x="778924" y="359781"/>
                    <a:pt x="778199" y="359792"/>
                  </a:cubicBezTo>
                  <a:cubicBezTo>
                    <a:pt x="777139" y="359825"/>
                    <a:pt x="777139" y="359825"/>
                    <a:pt x="776058" y="359859"/>
                  </a:cubicBezTo>
                  <a:cubicBezTo>
                    <a:pt x="774307" y="359911"/>
                    <a:pt x="772556" y="359951"/>
                    <a:pt x="770804" y="359978"/>
                  </a:cubicBezTo>
                  <a:cubicBezTo>
                    <a:pt x="770804" y="360715"/>
                    <a:pt x="770804" y="361451"/>
                    <a:pt x="770804" y="362210"/>
                  </a:cubicBezTo>
                  <a:cubicBezTo>
                    <a:pt x="770015" y="362255"/>
                    <a:pt x="769227" y="362300"/>
                    <a:pt x="768415" y="362347"/>
                  </a:cubicBezTo>
                  <a:cubicBezTo>
                    <a:pt x="767382" y="362410"/>
                    <a:pt x="766349" y="362473"/>
                    <a:pt x="765316" y="362536"/>
                  </a:cubicBezTo>
                  <a:cubicBezTo>
                    <a:pt x="764796" y="362565"/>
                    <a:pt x="764276" y="362594"/>
                    <a:pt x="763740" y="362624"/>
                  </a:cubicBezTo>
                  <a:cubicBezTo>
                    <a:pt x="760852" y="362763"/>
                    <a:pt x="760852" y="362763"/>
                    <a:pt x="758154" y="363699"/>
                  </a:cubicBezTo>
                  <a:cubicBezTo>
                    <a:pt x="757908" y="364435"/>
                    <a:pt x="757662" y="365172"/>
                    <a:pt x="757409" y="365931"/>
                  </a:cubicBezTo>
                  <a:cubicBezTo>
                    <a:pt x="754723" y="366200"/>
                    <a:pt x="752111" y="366256"/>
                    <a:pt x="749416" y="366258"/>
                  </a:cubicBezTo>
                  <a:cubicBezTo>
                    <a:pt x="747816" y="366298"/>
                    <a:pt x="746327" y="366348"/>
                    <a:pt x="744759" y="366675"/>
                  </a:cubicBezTo>
                  <a:cubicBezTo>
                    <a:pt x="744001" y="367657"/>
                    <a:pt x="743256" y="368649"/>
                    <a:pt x="742527" y="369652"/>
                  </a:cubicBezTo>
                  <a:cubicBezTo>
                    <a:pt x="740508" y="369872"/>
                    <a:pt x="738808" y="369935"/>
                    <a:pt x="736806" y="369838"/>
                  </a:cubicBezTo>
                  <a:cubicBezTo>
                    <a:pt x="736284" y="369824"/>
                    <a:pt x="735761" y="369811"/>
                    <a:pt x="735223" y="369797"/>
                  </a:cubicBezTo>
                  <a:cubicBezTo>
                    <a:pt x="733937" y="369762"/>
                    <a:pt x="732650" y="369709"/>
                    <a:pt x="731365" y="369652"/>
                  </a:cubicBezTo>
                  <a:cubicBezTo>
                    <a:pt x="731365" y="370634"/>
                    <a:pt x="731365" y="371616"/>
                    <a:pt x="731365" y="372628"/>
                  </a:cubicBezTo>
                  <a:cubicBezTo>
                    <a:pt x="730522" y="372647"/>
                    <a:pt x="729680" y="372667"/>
                    <a:pt x="728812" y="372686"/>
                  </a:cubicBezTo>
                  <a:cubicBezTo>
                    <a:pt x="727710" y="372728"/>
                    <a:pt x="726607" y="372771"/>
                    <a:pt x="725504" y="372814"/>
                  </a:cubicBezTo>
                  <a:cubicBezTo>
                    <a:pt x="724949" y="372825"/>
                    <a:pt x="724394" y="372835"/>
                    <a:pt x="723821" y="372846"/>
                  </a:cubicBezTo>
                  <a:cubicBezTo>
                    <a:pt x="722010" y="372896"/>
                    <a:pt x="722010" y="372896"/>
                    <a:pt x="719458" y="373372"/>
                  </a:cubicBezTo>
                  <a:cubicBezTo>
                    <a:pt x="718951" y="374359"/>
                    <a:pt x="718454" y="375351"/>
                    <a:pt x="717970" y="376349"/>
                  </a:cubicBezTo>
                  <a:cubicBezTo>
                    <a:pt x="716011" y="376636"/>
                    <a:pt x="714302" y="376766"/>
                    <a:pt x="712342" y="376767"/>
                  </a:cubicBezTo>
                  <a:cubicBezTo>
                    <a:pt x="710454" y="376780"/>
                    <a:pt x="708694" y="376882"/>
                    <a:pt x="706808" y="377093"/>
                  </a:cubicBezTo>
                  <a:cubicBezTo>
                    <a:pt x="706562" y="377830"/>
                    <a:pt x="706317" y="378566"/>
                    <a:pt x="706064" y="379325"/>
                  </a:cubicBezTo>
                  <a:cubicBezTo>
                    <a:pt x="703927" y="379680"/>
                    <a:pt x="703927" y="379680"/>
                    <a:pt x="701273" y="379791"/>
                  </a:cubicBezTo>
                  <a:cubicBezTo>
                    <a:pt x="697968" y="379830"/>
                    <a:pt x="697968" y="379830"/>
                    <a:pt x="694902" y="380814"/>
                  </a:cubicBezTo>
                  <a:cubicBezTo>
                    <a:pt x="694902" y="381550"/>
                    <a:pt x="694902" y="382287"/>
                    <a:pt x="694902" y="383046"/>
                  </a:cubicBezTo>
                  <a:cubicBezTo>
                    <a:pt x="694130" y="383065"/>
                    <a:pt x="693359" y="383085"/>
                    <a:pt x="692565" y="383104"/>
                  </a:cubicBezTo>
                  <a:cubicBezTo>
                    <a:pt x="691545" y="383146"/>
                    <a:pt x="690526" y="383189"/>
                    <a:pt x="689507" y="383232"/>
                  </a:cubicBezTo>
                  <a:cubicBezTo>
                    <a:pt x="688999" y="383243"/>
                    <a:pt x="688492" y="383253"/>
                    <a:pt x="687969" y="383264"/>
                  </a:cubicBezTo>
                  <a:cubicBezTo>
                    <a:pt x="684340" y="383440"/>
                    <a:pt x="683224" y="384266"/>
                    <a:pt x="680763" y="386767"/>
                  </a:cubicBezTo>
                  <a:cubicBezTo>
                    <a:pt x="678356" y="387058"/>
                    <a:pt x="678356" y="387058"/>
                    <a:pt x="675740" y="386953"/>
                  </a:cubicBezTo>
                  <a:cubicBezTo>
                    <a:pt x="674869" y="386926"/>
                    <a:pt x="673998" y="386899"/>
                    <a:pt x="673101" y="386872"/>
                  </a:cubicBezTo>
                  <a:cubicBezTo>
                    <a:pt x="672437" y="386837"/>
                    <a:pt x="671773" y="386802"/>
                    <a:pt x="671089" y="386767"/>
                  </a:cubicBezTo>
                  <a:cubicBezTo>
                    <a:pt x="671089" y="387749"/>
                    <a:pt x="671089" y="388731"/>
                    <a:pt x="671089" y="389743"/>
                  </a:cubicBezTo>
                  <a:cubicBezTo>
                    <a:pt x="670346" y="389763"/>
                    <a:pt x="669602" y="389782"/>
                    <a:pt x="668836" y="389802"/>
                  </a:cubicBezTo>
                  <a:cubicBezTo>
                    <a:pt x="667876" y="389844"/>
                    <a:pt x="666916" y="389886"/>
                    <a:pt x="665927" y="389929"/>
                  </a:cubicBezTo>
                  <a:cubicBezTo>
                    <a:pt x="664968" y="389964"/>
                    <a:pt x="664010" y="389999"/>
                    <a:pt x="663023" y="390034"/>
                  </a:cubicBezTo>
                  <a:cubicBezTo>
                    <a:pt x="662247" y="390184"/>
                    <a:pt x="661471" y="390333"/>
                    <a:pt x="660671" y="390488"/>
                  </a:cubicBezTo>
                  <a:cubicBezTo>
                    <a:pt x="660423" y="391480"/>
                    <a:pt x="660175" y="392472"/>
                    <a:pt x="659927" y="393464"/>
                  </a:cubicBezTo>
                  <a:cubicBezTo>
                    <a:pt x="657602" y="393839"/>
                    <a:pt x="657602" y="393839"/>
                    <a:pt x="654718" y="393883"/>
                  </a:cubicBezTo>
                  <a:cubicBezTo>
                    <a:pt x="651922" y="393882"/>
                    <a:pt x="651922" y="393882"/>
                    <a:pt x="649509" y="394208"/>
                  </a:cubicBezTo>
                  <a:cubicBezTo>
                    <a:pt x="649264" y="394945"/>
                    <a:pt x="649018" y="395682"/>
                    <a:pt x="648765" y="396441"/>
                  </a:cubicBezTo>
                  <a:cubicBezTo>
                    <a:pt x="646576" y="396821"/>
                    <a:pt x="646576" y="396821"/>
                    <a:pt x="643882" y="396952"/>
                  </a:cubicBezTo>
                  <a:cubicBezTo>
                    <a:pt x="642990" y="397001"/>
                    <a:pt x="642099" y="397050"/>
                    <a:pt x="641181" y="397101"/>
                  </a:cubicBezTo>
                  <a:cubicBezTo>
                    <a:pt x="640491" y="397128"/>
                    <a:pt x="639802" y="397156"/>
                    <a:pt x="639091" y="397185"/>
                  </a:cubicBezTo>
                  <a:cubicBezTo>
                    <a:pt x="639091" y="398167"/>
                    <a:pt x="639091" y="399149"/>
                    <a:pt x="639091" y="400161"/>
                  </a:cubicBezTo>
                  <a:cubicBezTo>
                    <a:pt x="635653" y="400407"/>
                    <a:pt x="632215" y="400653"/>
                    <a:pt x="628673" y="400906"/>
                  </a:cubicBezTo>
                  <a:cubicBezTo>
                    <a:pt x="628673" y="401642"/>
                    <a:pt x="628673" y="402379"/>
                    <a:pt x="628673" y="403138"/>
                  </a:cubicBezTo>
                  <a:cubicBezTo>
                    <a:pt x="625481" y="403384"/>
                    <a:pt x="622288" y="403629"/>
                    <a:pt x="618999" y="403882"/>
                  </a:cubicBezTo>
                  <a:cubicBezTo>
                    <a:pt x="618999" y="404864"/>
                    <a:pt x="618999" y="405847"/>
                    <a:pt x="618999" y="406859"/>
                  </a:cubicBezTo>
                  <a:cubicBezTo>
                    <a:pt x="618310" y="406878"/>
                    <a:pt x="617620" y="406897"/>
                    <a:pt x="616909" y="406917"/>
                  </a:cubicBezTo>
                  <a:cubicBezTo>
                    <a:pt x="616018" y="406959"/>
                    <a:pt x="615127" y="407001"/>
                    <a:pt x="614209" y="407045"/>
                  </a:cubicBezTo>
                  <a:cubicBezTo>
                    <a:pt x="613320" y="407079"/>
                    <a:pt x="612430" y="407114"/>
                    <a:pt x="611514" y="407149"/>
                  </a:cubicBezTo>
                  <a:cubicBezTo>
                    <a:pt x="610792" y="407299"/>
                    <a:pt x="610070" y="407449"/>
                    <a:pt x="609325" y="407603"/>
                  </a:cubicBezTo>
                  <a:cubicBezTo>
                    <a:pt x="609063" y="408591"/>
                    <a:pt x="608814" y="409584"/>
                    <a:pt x="608581" y="410579"/>
                  </a:cubicBezTo>
                  <a:cubicBezTo>
                    <a:pt x="606581" y="410954"/>
                    <a:pt x="606581" y="410954"/>
                    <a:pt x="604117" y="410998"/>
                  </a:cubicBezTo>
                  <a:cubicBezTo>
                    <a:pt x="601722" y="410998"/>
                    <a:pt x="601722" y="410998"/>
                    <a:pt x="599652" y="411324"/>
                  </a:cubicBezTo>
                  <a:cubicBezTo>
                    <a:pt x="599406" y="412060"/>
                    <a:pt x="599161" y="412797"/>
                    <a:pt x="598908" y="413556"/>
                  </a:cubicBezTo>
                  <a:cubicBezTo>
                    <a:pt x="596588" y="413876"/>
                    <a:pt x="594318" y="413884"/>
                    <a:pt x="591978" y="413925"/>
                  </a:cubicBezTo>
                  <a:cubicBezTo>
                    <a:pt x="590988" y="414111"/>
                    <a:pt x="590988" y="414111"/>
                    <a:pt x="589978" y="414300"/>
                  </a:cubicBezTo>
                  <a:cubicBezTo>
                    <a:pt x="589715" y="415289"/>
                    <a:pt x="589467" y="416281"/>
                    <a:pt x="589234" y="417277"/>
                  </a:cubicBezTo>
                  <a:cubicBezTo>
                    <a:pt x="587397" y="417652"/>
                    <a:pt x="587397" y="417652"/>
                    <a:pt x="585141" y="417695"/>
                  </a:cubicBezTo>
                  <a:cubicBezTo>
                    <a:pt x="582948" y="417696"/>
                    <a:pt x="582948" y="417696"/>
                    <a:pt x="581048" y="418021"/>
                  </a:cubicBezTo>
                  <a:cubicBezTo>
                    <a:pt x="580803" y="418757"/>
                    <a:pt x="580557" y="419494"/>
                    <a:pt x="580304" y="420253"/>
                  </a:cubicBezTo>
                  <a:cubicBezTo>
                    <a:pt x="578115" y="420634"/>
                    <a:pt x="578115" y="420634"/>
                    <a:pt x="575421" y="420765"/>
                  </a:cubicBezTo>
                  <a:cubicBezTo>
                    <a:pt x="574529" y="420814"/>
                    <a:pt x="573638" y="420863"/>
                    <a:pt x="572720" y="420913"/>
                  </a:cubicBezTo>
                  <a:cubicBezTo>
                    <a:pt x="572030" y="420941"/>
                    <a:pt x="571341" y="420969"/>
                    <a:pt x="570630" y="420997"/>
                  </a:cubicBezTo>
                  <a:cubicBezTo>
                    <a:pt x="570630" y="421980"/>
                    <a:pt x="570630" y="422962"/>
                    <a:pt x="570630" y="423974"/>
                  </a:cubicBezTo>
                  <a:cubicBezTo>
                    <a:pt x="570048" y="423993"/>
                    <a:pt x="569466" y="424012"/>
                    <a:pt x="568866" y="424032"/>
                  </a:cubicBezTo>
                  <a:cubicBezTo>
                    <a:pt x="568113" y="424074"/>
                    <a:pt x="567360" y="424116"/>
                    <a:pt x="566584" y="424160"/>
                  </a:cubicBezTo>
                  <a:cubicBezTo>
                    <a:pt x="565457" y="424212"/>
                    <a:pt x="565457" y="424212"/>
                    <a:pt x="564308" y="424265"/>
                  </a:cubicBezTo>
                  <a:cubicBezTo>
                    <a:pt x="563693" y="424414"/>
                    <a:pt x="563078" y="424564"/>
                    <a:pt x="562445" y="424718"/>
                  </a:cubicBezTo>
                  <a:cubicBezTo>
                    <a:pt x="561975" y="426213"/>
                    <a:pt x="561975" y="426213"/>
                    <a:pt x="561700" y="427695"/>
                  </a:cubicBezTo>
                  <a:cubicBezTo>
                    <a:pt x="558817" y="427834"/>
                    <a:pt x="558817" y="427834"/>
                    <a:pt x="557241" y="427727"/>
                  </a:cubicBezTo>
                  <a:cubicBezTo>
                    <a:pt x="555592" y="427607"/>
                    <a:pt x="555592" y="427607"/>
                    <a:pt x="553515" y="428439"/>
                  </a:cubicBezTo>
                  <a:cubicBezTo>
                    <a:pt x="553269" y="429175"/>
                    <a:pt x="553024" y="429912"/>
                    <a:pt x="552771" y="430671"/>
                  </a:cubicBezTo>
                  <a:cubicBezTo>
                    <a:pt x="551285" y="431026"/>
                    <a:pt x="551285" y="431026"/>
                    <a:pt x="549469" y="431136"/>
                  </a:cubicBezTo>
                  <a:cubicBezTo>
                    <a:pt x="546931" y="431282"/>
                    <a:pt x="546931" y="431282"/>
                    <a:pt x="544585" y="432159"/>
                  </a:cubicBezTo>
                  <a:cubicBezTo>
                    <a:pt x="544585" y="432896"/>
                    <a:pt x="544585" y="433633"/>
                    <a:pt x="544585" y="434392"/>
                  </a:cubicBezTo>
                  <a:cubicBezTo>
                    <a:pt x="541638" y="434637"/>
                    <a:pt x="538692" y="434883"/>
                    <a:pt x="535656" y="435136"/>
                  </a:cubicBezTo>
                  <a:cubicBezTo>
                    <a:pt x="535656" y="435873"/>
                    <a:pt x="535656" y="436609"/>
                    <a:pt x="535656" y="437368"/>
                  </a:cubicBezTo>
                  <a:cubicBezTo>
                    <a:pt x="535189" y="437414"/>
                    <a:pt x="534723" y="437459"/>
                    <a:pt x="534243" y="437505"/>
                  </a:cubicBezTo>
                  <a:cubicBezTo>
                    <a:pt x="533635" y="437567"/>
                    <a:pt x="533027" y="437630"/>
                    <a:pt x="532400" y="437694"/>
                  </a:cubicBezTo>
                  <a:cubicBezTo>
                    <a:pt x="531796" y="437754"/>
                    <a:pt x="531191" y="437815"/>
                    <a:pt x="530569" y="437877"/>
                  </a:cubicBezTo>
                  <a:cubicBezTo>
                    <a:pt x="528927" y="438031"/>
                    <a:pt x="528927" y="438031"/>
                    <a:pt x="527470" y="438857"/>
                  </a:cubicBezTo>
                  <a:cubicBezTo>
                    <a:pt x="527224" y="439593"/>
                    <a:pt x="526979" y="440330"/>
                    <a:pt x="526726" y="441089"/>
                  </a:cubicBezTo>
                  <a:cubicBezTo>
                    <a:pt x="524792" y="441408"/>
                    <a:pt x="522917" y="441417"/>
                    <a:pt x="520959" y="441458"/>
                  </a:cubicBezTo>
                  <a:cubicBezTo>
                    <a:pt x="520406" y="441582"/>
                    <a:pt x="519854" y="441706"/>
                    <a:pt x="519284" y="441833"/>
                  </a:cubicBezTo>
                  <a:cubicBezTo>
                    <a:pt x="519162" y="442324"/>
                    <a:pt x="519039" y="442816"/>
                    <a:pt x="518912" y="443322"/>
                  </a:cubicBezTo>
                  <a:cubicBezTo>
                    <a:pt x="518790" y="443813"/>
                    <a:pt x="518667" y="444304"/>
                    <a:pt x="518540" y="444810"/>
                  </a:cubicBezTo>
                  <a:cubicBezTo>
                    <a:pt x="516866" y="445185"/>
                    <a:pt x="516866" y="445185"/>
                    <a:pt x="514820" y="445228"/>
                  </a:cubicBezTo>
                  <a:cubicBezTo>
                    <a:pt x="512827" y="445229"/>
                    <a:pt x="512827" y="445229"/>
                    <a:pt x="511099" y="445554"/>
                  </a:cubicBezTo>
                  <a:cubicBezTo>
                    <a:pt x="510853" y="446291"/>
                    <a:pt x="510608" y="447027"/>
                    <a:pt x="510355" y="447786"/>
                  </a:cubicBezTo>
                  <a:cubicBezTo>
                    <a:pt x="508492" y="448167"/>
                    <a:pt x="508492" y="448167"/>
                    <a:pt x="506215" y="448298"/>
                  </a:cubicBezTo>
                  <a:cubicBezTo>
                    <a:pt x="505462" y="448347"/>
                    <a:pt x="504709" y="448396"/>
                    <a:pt x="503934" y="448446"/>
                  </a:cubicBezTo>
                  <a:cubicBezTo>
                    <a:pt x="503351" y="448474"/>
                    <a:pt x="502769" y="448502"/>
                    <a:pt x="502169" y="448531"/>
                  </a:cubicBezTo>
                  <a:cubicBezTo>
                    <a:pt x="502169" y="449513"/>
                    <a:pt x="502169" y="450495"/>
                    <a:pt x="502169" y="451507"/>
                  </a:cubicBezTo>
                  <a:cubicBezTo>
                    <a:pt x="501694" y="451535"/>
                    <a:pt x="501220" y="451563"/>
                    <a:pt x="500730" y="451591"/>
                  </a:cubicBezTo>
                  <a:cubicBezTo>
                    <a:pt x="500115" y="451640"/>
                    <a:pt x="499501" y="451689"/>
                    <a:pt x="498867" y="451740"/>
                  </a:cubicBezTo>
                  <a:cubicBezTo>
                    <a:pt x="498254" y="451783"/>
                    <a:pt x="497641" y="451826"/>
                    <a:pt x="497010" y="451870"/>
                  </a:cubicBezTo>
                  <a:cubicBezTo>
                    <a:pt x="496502" y="451996"/>
                    <a:pt x="495995" y="452122"/>
                    <a:pt x="495472" y="452251"/>
                  </a:cubicBezTo>
                  <a:cubicBezTo>
                    <a:pt x="495226" y="452988"/>
                    <a:pt x="494981" y="453725"/>
                    <a:pt x="494728" y="454484"/>
                  </a:cubicBezTo>
                  <a:cubicBezTo>
                    <a:pt x="492816" y="455015"/>
                    <a:pt x="490926" y="455239"/>
                    <a:pt x="488961" y="455507"/>
                  </a:cubicBezTo>
                  <a:cubicBezTo>
                    <a:pt x="488408" y="455660"/>
                    <a:pt x="487856" y="455814"/>
                    <a:pt x="487286" y="455972"/>
                  </a:cubicBezTo>
                  <a:cubicBezTo>
                    <a:pt x="487041" y="456709"/>
                    <a:pt x="486795" y="457445"/>
                    <a:pt x="486542" y="458204"/>
                  </a:cubicBezTo>
                  <a:cubicBezTo>
                    <a:pt x="484803" y="458552"/>
                    <a:pt x="483128" y="458579"/>
                    <a:pt x="481357" y="458646"/>
                  </a:cubicBezTo>
                  <a:cubicBezTo>
                    <a:pt x="480858" y="458746"/>
                    <a:pt x="480359" y="458846"/>
                    <a:pt x="479845" y="458949"/>
                  </a:cubicBezTo>
                  <a:cubicBezTo>
                    <a:pt x="479599" y="459685"/>
                    <a:pt x="479354" y="460422"/>
                    <a:pt x="479101" y="461181"/>
                  </a:cubicBezTo>
                  <a:cubicBezTo>
                    <a:pt x="476613" y="461941"/>
                    <a:pt x="474246" y="461999"/>
                    <a:pt x="471659" y="461925"/>
                  </a:cubicBezTo>
                  <a:cubicBezTo>
                    <a:pt x="471659" y="462907"/>
                    <a:pt x="471659" y="463890"/>
                    <a:pt x="471659" y="464902"/>
                  </a:cubicBezTo>
                  <a:cubicBezTo>
                    <a:pt x="471185" y="464921"/>
                    <a:pt x="470710" y="464940"/>
                    <a:pt x="470221" y="464960"/>
                  </a:cubicBezTo>
                  <a:cubicBezTo>
                    <a:pt x="469606" y="465002"/>
                    <a:pt x="468991" y="465044"/>
                    <a:pt x="468357" y="465088"/>
                  </a:cubicBezTo>
                  <a:cubicBezTo>
                    <a:pt x="467744" y="465122"/>
                    <a:pt x="467131" y="465157"/>
                    <a:pt x="466500" y="465192"/>
                  </a:cubicBezTo>
                  <a:cubicBezTo>
                    <a:pt x="465992" y="465342"/>
                    <a:pt x="465485" y="465492"/>
                    <a:pt x="464962" y="465646"/>
                  </a:cubicBezTo>
                  <a:cubicBezTo>
                    <a:pt x="464714" y="466638"/>
                    <a:pt x="464466" y="467630"/>
                    <a:pt x="464218" y="468622"/>
                  </a:cubicBezTo>
                  <a:cubicBezTo>
                    <a:pt x="462707" y="468997"/>
                    <a:pt x="462707" y="468997"/>
                    <a:pt x="460869" y="469041"/>
                  </a:cubicBezTo>
                  <a:cubicBezTo>
                    <a:pt x="459078" y="469042"/>
                    <a:pt x="459078" y="469042"/>
                    <a:pt x="457521" y="469366"/>
                  </a:cubicBezTo>
                  <a:cubicBezTo>
                    <a:pt x="457275" y="470103"/>
                    <a:pt x="457030" y="470840"/>
                    <a:pt x="456777" y="471599"/>
                  </a:cubicBezTo>
                  <a:cubicBezTo>
                    <a:pt x="455270" y="471766"/>
                    <a:pt x="453760" y="471927"/>
                    <a:pt x="452245" y="471968"/>
                  </a:cubicBezTo>
                  <a:cubicBezTo>
                    <a:pt x="451776" y="472092"/>
                    <a:pt x="451307" y="472216"/>
                    <a:pt x="450824" y="472343"/>
                  </a:cubicBezTo>
                  <a:cubicBezTo>
                    <a:pt x="450594" y="472839"/>
                    <a:pt x="450365" y="473335"/>
                    <a:pt x="450129" y="473846"/>
                  </a:cubicBezTo>
                  <a:cubicBezTo>
                    <a:pt x="449867" y="474332"/>
                    <a:pt x="449605" y="474819"/>
                    <a:pt x="449335" y="475320"/>
                  </a:cubicBezTo>
                  <a:cubicBezTo>
                    <a:pt x="447562" y="475610"/>
                    <a:pt x="447562" y="475610"/>
                    <a:pt x="445522" y="475506"/>
                  </a:cubicBezTo>
                  <a:cubicBezTo>
                    <a:pt x="444844" y="475479"/>
                    <a:pt x="444167" y="475452"/>
                    <a:pt x="443469" y="475424"/>
                  </a:cubicBezTo>
                  <a:cubicBezTo>
                    <a:pt x="442949" y="475390"/>
                    <a:pt x="442429" y="475355"/>
                    <a:pt x="441894" y="475320"/>
                  </a:cubicBezTo>
                  <a:cubicBezTo>
                    <a:pt x="441894" y="476302"/>
                    <a:pt x="441894" y="477284"/>
                    <a:pt x="441894" y="478296"/>
                  </a:cubicBezTo>
                  <a:cubicBezTo>
                    <a:pt x="440429" y="478834"/>
                    <a:pt x="440429" y="478834"/>
                    <a:pt x="438545" y="479087"/>
                  </a:cubicBezTo>
                  <a:cubicBezTo>
                    <a:pt x="436713" y="479289"/>
                    <a:pt x="436713" y="479289"/>
                    <a:pt x="435197" y="479784"/>
                  </a:cubicBezTo>
                  <a:cubicBezTo>
                    <a:pt x="435197" y="480521"/>
                    <a:pt x="435197" y="481258"/>
                    <a:pt x="435197" y="482017"/>
                  </a:cubicBezTo>
                  <a:cubicBezTo>
                    <a:pt x="432495" y="482262"/>
                    <a:pt x="429794" y="482508"/>
                    <a:pt x="427011" y="482761"/>
                  </a:cubicBezTo>
                  <a:cubicBezTo>
                    <a:pt x="427011" y="483743"/>
                    <a:pt x="427011" y="484726"/>
                    <a:pt x="427011" y="485738"/>
                  </a:cubicBezTo>
                  <a:cubicBezTo>
                    <a:pt x="425509" y="485641"/>
                    <a:pt x="424007" y="485544"/>
                    <a:pt x="422505" y="485447"/>
                  </a:cubicBezTo>
                  <a:cubicBezTo>
                    <a:pt x="422028" y="485543"/>
                    <a:pt x="421550" y="485639"/>
                    <a:pt x="421058" y="485738"/>
                  </a:cubicBezTo>
                  <a:cubicBezTo>
                    <a:pt x="420820" y="486221"/>
                    <a:pt x="420582" y="486704"/>
                    <a:pt x="420337" y="487203"/>
                  </a:cubicBezTo>
                  <a:cubicBezTo>
                    <a:pt x="420084" y="487701"/>
                    <a:pt x="419831" y="488200"/>
                    <a:pt x="419570" y="488714"/>
                  </a:cubicBezTo>
                  <a:cubicBezTo>
                    <a:pt x="417959" y="489168"/>
                    <a:pt x="417959" y="489168"/>
                    <a:pt x="416128" y="489272"/>
                  </a:cubicBezTo>
                  <a:cubicBezTo>
                    <a:pt x="415520" y="489314"/>
                    <a:pt x="414912" y="489357"/>
                    <a:pt x="414285" y="489400"/>
                  </a:cubicBezTo>
                  <a:cubicBezTo>
                    <a:pt x="413819" y="489419"/>
                    <a:pt x="413353" y="489439"/>
                    <a:pt x="412872" y="489458"/>
                  </a:cubicBezTo>
                  <a:cubicBezTo>
                    <a:pt x="412872" y="490441"/>
                    <a:pt x="412872" y="491423"/>
                    <a:pt x="412872" y="492435"/>
                  </a:cubicBezTo>
                  <a:cubicBezTo>
                    <a:pt x="410662" y="492435"/>
                    <a:pt x="408452" y="492435"/>
                    <a:pt x="406175" y="492435"/>
                  </a:cubicBezTo>
                  <a:cubicBezTo>
                    <a:pt x="406175" y="493417"/>
                    <a:pt x="406175" y="494399"/>
                    <a:pt x="406175" y="495411"/>
                  </a:cubicBezTo>
                  <a:cubicBezTo>
                    <a:pt x="403719" y="495657"/>
                    <a:pt x="401264" y="495903"/>
                    <a:pt x="398734" y="496156"/>
                  </a:cubicBezTo>
                  <a:cubicBezTo>
                    <a:pt x="398734" y="497138"/>
                    <a:pt x="398734" y="498120"/>
                    <a:pt x="398734" y="499132"/>
                  </a:cubicBezTo>
                  <a:cubicBezTo>
                    <a:pt x="397306" y="499224"/>
                    <a:pt x="397306" y="499224"/>
                    <a:pt x="395850" y="499318"/>
                  </a:cubicBezTo>
                  <a:cubicBezTo>
                    <a:pt x="394234" y="499358"/>
                    <a:pt x="394234" y="499358"/>
                    <a:pt x="392781" y="499876"/>
                  </a:cubicBezTo>
                  <a:cubicBezTo>
                    <a:pt x="392543" y="500375"/>
                    <a:pt x="392305" y="500874"/>
                    <a:pt x="392060" y="501388"/>
                  </a:cubicBezTo>
                  <a:cubicBezTo>
                    <a:pt x="391806" y="501871"/>
                    <a:pt x="391553" y="502355"/>
                    <a:pt x="391292" y="502853"/>
                  </a:cubicBezTo>
                  <a:cubicBezTo>
                    <a:pt x="389682" y="503143"/>
                    <a:pt x="389682" y="503143"/>
                    <a:pt x="387851" y="503039"/>
                  </a:cubicBezTo>
                  <a:cubicBezTo>
                    <a:pt x="387242" y="503012"/>
                    <a:pt x="386634" y="502985"/>
                    <a:pt x="386008" y="502957"/>
                  </a:cubicBezTo>
                  <a:cubicBezTo>
                    <a:pt x="385308" y="502906"/>
                    <a:pt x="385308" y="502906"/>
                    <a:pt x="384595" y="502853"/>
                  </a:cubicBezTo>
                  <a:cubicBezTo>
                    <a:pt x="384595" y="503835"/>
                    <a:pt x="384595" y="504817"/>
                    <a:pt x="384595" y="505829"/>
                  </a:cubicBezTo>
                  <a:cubicBezTo>
                    <a:pt x="383130" y="506367"/>
                    <a:pt x="383130" y="506367"/>
                    <a:pt x="381246" y="506620"/>
                  </a:cubicBezTo>
                  <a:cubicBezTo>
                    <a:pt x="379414" y="506822"/>
                    <a:pt x="379414" y="506822"/>
                    <a:pt x="377898" y="507318"/>
                  </a:cubicBezTo>
                  <a:cubicBezTo>
                    <a:pt x="377898" y="508054"/>
                    <a:pt x="377898" y="508791"/>
                    <a:pt x="377898" y="509550"/>
                  </a:cubicBezTo>
                  <a:cubicBezTo>
                    <a:pt x="377185" y="509592"/>
                    <a:pt x="377185" y="509592"/>
                    <a:pt x="376459" y="509634"/>
                  </a:cubicBezTo>
                  <a:cubicBezTo>
                    <a:pt x="375844" y="509683"/>
                    <a:pt x="375229" y="509732"/>
                    <a:pt x="374596" y="509783"/>
                  </a:cubicBezTo>
                  <a:cubicBezTo>
                    <a:pt x="373983" y="509826"/>
                    <a:pt x="373370" y="509869"/>
                    <a:pt x="372738" y="509913"/>
                  </a:cubicBezTo>
                  <a:cubicBezTo>
                    <a:pt x="372231" y="510039"/>
                    <a:pt x="371723" y="510165"/>
                    <a:pt x="371200" y="510294"/>
                  </a:cubicBezTo>
                  <a:cubicBezTo>
                    <a:pt x="370955" y="511031"/>
                    <a:pt x="370709" y="511768"/>
                    <a:pt x="370456" y="512527"/>
                  </a:cubicBezTo>
                  <a:cubicBezTo>
                    <a:pt x="368756" y="512907"/>
                    <a:pt x="368756" y="512907"/>
                    <a:pt x="366689" y="513038"/>
                  </a:cubicBezTo>
                  <a:cubicBezTo>
                    <a:pt x="366005" y="513087"/>
                    <a:pt x="365321" y="513136"/>
                    <a:pt x="364617" y="513186"/>
                  </a:cubicBezTo>
                  <a:cubicBezTo>
                    <a:pt x="364088" y="513214"/>
                    <a:pt x="363559" y="513242"/>
                    <a:pt x="363015" y="513271"/>
                  </a:cubicBezTo>
                  <a:cubicBezTo>
                    <a:pt x="363015" y="514253"/>
                    <a:pt x="363015" y="515235"/>
                    <a:pt x="363015" y="516247"/>
                  </a:cubicBezTo>
                  <a:cubicBezTo>
                    <a:pt x="362048" y="516171"/>
                    <a:pt x="361081" y="516094"/>
                    <a:pt x="360085" y="516015"/>
                  </a:cubicBezTo>
                  <a:cubicBezTo>
                    <a:pt x="358457" y="515948"/>
                    <a:pt x="358457" y="515948"/>
                    <a:pt x="357062" y="516247"/>
                  </a:cubicBezTo>
                  <a:cubicBezTo>
                    <a:pt x="356954" y="516861"/>
                    <a:pt x="356847" y="517475"/>
                    <a:pt x="356736" y="518108"/>
                  </a:cubicBezTo>
                  <a:cubicBezTo>
                    <a:pt x="356598" y="518722"/>
                    <a:pt x="356460" y="519336"/>
                    <a:pt x="356318" y="519968"/>
                  </a:cubicBezTo>
                  <a:cubicBezTo>
                    <a:pt x="354066" y="520335"/>
                    <a:pt x="351884" y="520174"/>
                    <a:pt x="349620" y="519968"/>
                  </a:cubicBezTo>
                  <a:cubicBezTo>
                    <a:pt x="349620" y="520950"/>
                    <a:pt x="349620" y="521933"/>
                    <a:pt x="349620" y="522945"/>
                  </a:cubicBezTo>
                  <a:cubicBezTo>
                    <a:pt x="348094" y="523041"/>
                    <a:pt x="346568" y="523138"/>
                    <a:pt x="345042" y="523235"/>
                  </a:cubicBezTo>
                  <a:cubicBezTo>
                    <a:pt x="344588" y="523385"/>
                    <a:pt x="344135" y="523535"/>
                    <a:pt x="343667" y="523689"/>
                  </a:cubicBezTo>
                  <a:cubicBezTo>
                    <a:pt x="343551" y="524183"/>
                    <a:pt x="343435" y="524677"/>
                    <a:pt x="343316" y="525186"/>
                  </a:cubicBezTo>
                  <a:cubicBezTo>
                    <a:pt x="343121" y="525918"/>
                    <a:pt x="343121" y="525918"/>
                    <a:pt x="342923" y="526665"/>
                  </a:cubicBezTo>
                  <a:cubicBezTo>
                    <a:pt x="341412" y="527040"/>
                    <a:pt x="341412" y="527040"/>
                    <a:pt x="339574" y="527084"/>
                  </a:cubicBezTo>
                  <a:cubicBezTo>
                    <a:pt x="337783" y="527085"/>
                    <a:pt x="337783" y="527085"/>
                    <a:pt x="336226" y="527409"/>
                  </a:cubicBezTo>
                  <a:cubicBezTo>
                    <a:pt x="335980" y="528146"/>
                    <a:pt x="335735" y="528883"/>
                    <a:pt x="335482" y="529642"/>
                  </a:cubicBezTo>
                  <a:cubicBezTo>
                    <a:pt x="334638" y="529749"/>
                    <a:pt x="333793" y="529857"/>
                    <a:pt x="332924" y="529967"/>
                  </a:cubicBezTo>
                  <a:cubicBezTo>
                    <a:pt x="332049" y="530106"/>
                    <a:pt x="331174" y="530244"/>
                    <a:pt x="330273" y="530386"/>
                  </a:cubicBezTo>
                  <a:cubicBezTo>
                    <a:pt x="330043" y="530877"/>
                    <a:pt x="329812" y="531368"/>
                    <a:pt x="329575" y="531874"/>
                  </a:cubicBezTo>
                  <a:cubicBezTo>
                    <a:pt x="329184" y="532611"/>
                    <a:pt x="329184" y="532611"/>
                    <a:pt x="328784" y="533363"/>
                  </a:cubicBezTo>
                  <a:cubicBezTo>
                    <a:pt x="327251" y="533653"/>
                    <a:pt x="325742" y="533739"/>
                    <a:pt x="324186" y="533848"/>
                  </a:cubicBezTo>
                  <a:cubicBezTo>
                    <a:pt x="323515" y="533976"/>
                    <a:pt x="323515" y="533976"/>
                    <a:pt x="322831" y="534107"/>
                  </a:cubicBezTo>
                  <a:cubicBezTo>
                    <a:pt x="321988" y="535607"/>
                    <a:pt x="321988" y="535607"/>
                    <a:pt x="321343" y="537083"/>
                  </a:cubicBezTo>
                  <a:cubicBezTo>
                    <a:pt x="319855" y="537083"/>
                    <a:pt x="318366" y="537083"/>
                    <a:pt x="316878" y="537083"/>
                  </a:cubicBezTo>
                  <a:cubicBezTo>
                    <a:pt x="316556" y="537797"/>
                    <a:pt x="316556" y="537797"/>
                    <a:pt x="316227" y="538525"/>
                  </a:cubicBezTo>
                  <a:cubicBezTo>
                    <a:pt x="315813" y="539285"/>
                    <a:pt x="315813" y="539285"/>
                    <a:pt x="315390" y="540060"/>
                  </a:cubicBezTo>
                  <a:cubicBezTo>
                    <a:pt x="314009" y="540319"/>
                    <a:pt x="314009" y="540319"/>
                    <a:pt x="312367" y="540432"/>
                  </a:cubicBezTo>
                  <a:cubicBezTo>
                    <a:pt x="311400" y="540555"/>
                    <a:pt x="310433" y="540677"/>
                    <a:pt x="309437" y="540804"/>
                  </a:cubicBezTo>
                  <a:cubicBezTo>
                    <a:pt x="309314" y="541295"/>
                    <a:pt x="309191" y="541786"/>
                    <a:pt x="309065" y="542292"/>
                  </a:cubicBezTo>
                  <a:cubicBezTo>
                    <a:pt x="308942" y="542783"/>
                    <a:pt x="308819" y="543275"/>
                    <a:pt x="308693" y="543781"/>
                  </a:cubicBezTo>
                  <a:cubicBezTo>
                    <a:pt x="307145" y="544110"/>
                    <a:pt x="305669" y="544201"/>
                    <a:pt x="304088" y="544249"/>
                  </a:cubicBezTo>
                  <a:cubicBezTo>
                    <a:pt x="303643" y="544340"/>
                    <a:pt x="303198" y="544431"/>
                    <a:pt x="302740" y="544525"/>
                  </a:cubicBezTo>
                  <a:cubicBezTo>
                    <a:pt x="302494" y="545261"/>
                    <a:pt x="302248" y="545998"/>
                    <a:pt x="301995" y="546757"/>
                  </a:cubicBezTo>
                  <a:cubicBezTo>
                    <a:pt x="300472" y="547282"/>
                    <a:pt x="298977" y="547508"/>
                    <a:pt x="297391" y="547780"/>
                  </a:cubicBezTo>
                  <a:cubicBezTo>
                    <a:pt x="296946" y="547934"/>
                    <a:pt x="296501" y="548087"/>
                    <a:pt x="296042" y="548245"/>
                  </a:cubicBezTo>
                  <a:cubicBezTo>
                    <a:pt x="295797" y="548982"/>
                    <a:pt x="295551" y="549719"/>
                    <a:pt x="295298" y="550478"/>
                  </a:cubicBezTo>
                  <a:cubicBezTo>
                    <a:pt x="293751" y="550825"/>
                    <a:pt x="292276" y="550852"/>
                    <a:pt x="290694" y="550920"/>
                  </a:cubicBezTo>
                  <a:cubicBezTo>
                    <a:pt x="290249" y="551019"/>
                    <a:pt x="289804" y="551119"/>
                    <a:pt x="289345" y="551222"/>
                  </a:cubicBezTo>
                  <a:cubicBezTo>
                    <a:pt x="289099" y="551959"/>
                    <a:pt x="288854" y="552695"/>
                    <a:pt x="288601" y="553454"/>
                  </a:cubicBezTo>
                  <a:cubicBezTo>
                    <a:pt x="286310" y="554002"/>
                    <a:pt x="284258" y="554199"/>
                    <a:pt x="281904" y="554199"/>
                  </a:cubicBezTo>
                  <a:cubicBezTo>
                    <a:pt x="281904" y="555181"/>
                    <a:pt x="281904" y="556163"/>
                    <a:pt x="281904" y="557175"/>
                  </a:cubicBezTo>
                  <a:cubicBezTo>
                    <a:pt x="280453" y="557267"/>
                    <a:pt x="280453" y="557267"/>
                    <a:pt x="278974" y="557361"/>
                  </a:cubicBezTo>
                  <a:cubicBezTo>
                    <a:pt x="277342" y="557514"/>
                    <a:pt x="277342" y="557514"/>
                    <a:pt x="275950" y="557919"/>
                  </a:cubicBezTo>
                  <a:cubicBezTo>
                    <a:pt x="275828" y="558410"/>
                    <a:pt x="275705" y="558901"/>
                    <a:pt x="275578" y="559407"/>
                  </a:cubicBezTo>
                  <a:cubicBezTo>
                    <a:pt x="275456" y="559899"/>
                    <a:pt x="275333" y="560390"/>
                    <a:pt x="275206" y="560896"/>
                  </a:cubicBezTo>
                  <a:cubicBezTo>
                    <a:pt x="273659" y="561225"/>
                    <a:pt x="272182" y="561316"/>
                    <a:pt x="270602" y="561364"/>
                  </a:cubicBezTo>
                  <a:cubicBezTo>
                    <a:pt x="270157" y="561455"/>
                    <a:pt x="269712" y="561546"/>
                    <a:pt x="269253" y="561640"/>
                  </a:cubicBezTo>
                  <a:cubicBezTo>
                    <a:pt x="269008" y="562377"/>
                    <a:pt x="268762" y="563113"/>
                    <a:pt x="268509" y="563872"/>
                  </a:cubicBezTo>
                  <a:cubicBezTo>
                    <a:pt x="266971" y="564253"/>
                    <a:pt x="266971" y="564253"/>
                    <a:pt x="265114" y="564384"/>
                  </a:cubicBezTo>
                  <a:cubicBezTo>
                    <a:pt x="264499" y="564433"/>
                    <a:pt x="263884" y="564482"/>
                    <a:pt x="263251" y="564532"/>
                  </a:cubicBezTo>
                  <a:cubicBezTo>
                    <a:pt x="262538" y="564574"/>
                    <a:pt x="262538" y="564574"/>
                    <a:pt x="261812" y="564616"/>
                  </a:cubicBezTo>
                  <a:cubicBezTo>
                    <a:pt x="261812" y="565599"/>
                    <a:pt x="261812" y="566581"/>
                    <a:pt x="261812" y="567593"/>
                  </a:cubicBezTo>
                  <a:cubicBezTo>
                    <a:pt x="260546" y="567708"/>
                    <a:pt x="260546" y="567708"/>
                    <a:pt x="259254" y="567826"/>
                  </a:cubicBezTo>
                  <a:cubicBezTo>
                    <a:pt x="258379" y="567994"/>
                    <a:pt x="257504" y="568163"/>
                    <a:pt x="256603" y="568337"/>
                  </a:cubicBezTo>
                  <a:cubicBezTo>
                    <a:pt x="256357" y="569074"/>
                    <a:pt x="256112" y="569811"/>
                    <a:pt x="255859" y="570570"/>
                  </a:cubicBezTo>
                  <a:cubicBezTo>
                    <a:pt x="254321" y="570950"/>
                    <a:pt x="254321" y="570950"/>
                    <a:pt x="252464" y="571081"/>
                  </a:cubicBezTo>
                  <a:cubicBezTo>
                    <a:pt x="251849" y="571130"/>
                    <a:pt x="251234" y="571179"/>
                    <a:pt x="250600" y="571229"/>
                  </a:cubicBezTo>
                  <a:cubicBezTo>
                    <a:pt x="249888" y="571271"/>
                    <a:pt x="249888" y="571271"/>
                    <a:pt x="249161" y="571314"/>
                  </a:cubicBezTo>
                  <a:cubicBezTo>
                    <a:pt x="249161" y="572296"/>
                    <a:pt x="249161" y="573278"/>
                    <a:pt x="249161" y="574290"/>
                  </a:cubicBezTo>
                  <a:cubicBezTo>
                    <a:pt x="246951" y="574290"/>
                    <a:pt x="244741" y="574290"/>
                    <a:pt x="242464" y="574290"/>
                  </a:cubicBezTo>
                  <a:cubicBezTo>
                    <a:pt x="242464" y="575518"/>
                    <a:pt x="242464" y="576746"/>
                    <a:pt x="242464" y="578011"/>
                  </a:cubicBezTo>
                  <a:cubicBezTo>
                    <a:pt x="240500" y="578011"/>
                    <a:pt x="238535" y="578011"/>
                    <a:pt x="236511" y="578011"/>
                  </a:cubicBezTo>
                  <a:cubicBezTo>
                    <a:pt x="236511" y="578993"/>
                    <a:pt x="236511" y="579976"/>
                    <a:pt x="236511" y="580988"/>
                  </a:cubicBezTo>
                  <a:cubicBezTo>
                    <a:pt x="234301" y="581233"/>
                    <a:pt x="232091" y="581479"/>
                    <a:pt x="229814" y="581732"/>
                  </a:cubicBezTo>
                  <a:cubicBezTo>
                    <a:pt x="229814" y="582714"/>
                    <a:pt x="229814" y="583696"/>
                    <a:pt x="229814" y="584708"/>
                  </a:cubicBezTo>
                  <a:cubicBezTo>
                    <a:pt x="228288" y="584829"/>
                    <a:pt x="226762" y="584950"/>
                    <a:pt x="225236" y="585072"/>
                  </a:cubicBezTo>
                  <a:cubicBezTo>
                    <a:pt x="224782" y="585197"/>
                    <a:pt x="224328" y="585323"/>
                    <a:pt x="223861" y="585452"/>
                  </a:cubicBezTo>
                  <a:cubicBezTo>
                    <a:pt x="223615" y="586189"/>
                    <a:pt x="223370" y="586926"/>
                    <a:pt x="223116" y="587685"/>
                  </a:cubicBezTo>
                  <a:cubicBezTo>
                    <a:pt x="221569" y="588208"/>
                    <a:pt x="220049" y="588436"/>
                    <a:pt x="218439" y="588708"/>
                  </a:cubicBezTo>
                  <a:cubicBezTo>
                    <a:pt x="218018" y="588861"/>
                    <a:pt x="217597" y="589015"/>
                    <a:pt x="217163" y="589173"/>
                  </a:cubicBezTo>
                  <a:cubicBezTo>
                    <a:pt x="217163" y="589910"/>
                    <a:pt x="217163" y="590646"/>
                    <a:pt x="217163" y="591406"/>
                  </a:cubicBezTo>
                  <a:cubicBezTo>
                    <a:pt x="216451" y="591341"/>
                    <a:pt x="216451" y="591341"/>
                    <a:pt x="215724" y="591275"/>
                  </a:cubicBezTo>
                  <a:cubicBezTo>
                    <a:pt x="213911" y="591176"/>
                    <a:pt x="212260" y="591114"/>
                    <a:pt x="210466" y="591406"/>
                  </a:cubicBezTo>
                  <a:cubicBezTo>
                    <a:pt x="209912" y="593248"/>
                    <a:pt x="209912" y="593248"/>
                    <a:pt x="209722" y="595126"/>
                  </a:cubicBezTo>
                  <a:cubicBezTo>
                    <a:pt x="208234" y="595158"/>
                    <a:pt x="206745" y="595157"/>
                    <a:pt x="205257" y="595126"/>
                  </a:cubicBezTo>
                  <a:cubicBezTo>
                    <a:pt x="204935" y="595840"/>
                    <a:pt x="204935" y="595840"/>
                    <a:pt x="204606" y="596568"/>
                  </a:cubicBezTo>
                  <a:cubicBezTo>
                    <a:pt x="204192" y="597328"/>
                    <a:pt x="204192" y="597328"/>
                    <a:pt x="203769" y="598103"/>
                  </a:cubicBezTo>
                  <a:cubicBezTo>
                    <a:pt x="201765" y="598620"/>
                    <a:pt x="199896" y="598713"/>
                    <a:pt x="197816" y="598847"/>
                  </a:cubicBezTo>
                  <a:cubicBezTo>
                    <a:pt x="197816" y="599829"/>
                    <a:pt x="197816" y="600811"/>
                    <a:pt x="197816" y="601823"/>
                  </a:cubicBezTo>
                  <a:cubicBezTo>
                    <a:pt x="195606" y="601823"/>
                    <a:pt x="193395" y="601823"/>
                    <a:pt x="191118" y="601823"/>
                  </a:cubicBezTo>
                  <a:cubicBezTo>
                    <a:pt x="191118" y="602806"/>
                    <a:pt x="191118" y="603788"/>
                    <a:pt x="191118" y="604800"/>
                  </a:cubicBezTo>
                  <a:cubicBezTo>
                    <a:pt x="189852" y="604892"/>
                    <a:pt x="189852" y="604892"/>
                    <a:pt x="188560" y="604986"/>
                  </a:cubicBezTo>
                  <a:cubicBezTo>
                    <a:pt x="187686" y="605170"/>
                    <a:pt x="186811" y="605354"/>
                    <a:pt x="185909" y="605544"/>
                  </a:cubicBezTo>
                  <a:cubicBezTo>
                    <a:pt x="185802" y="606035"/>
                    <a:pt x="185695" y="606526"/>
                    <a:pt x="185584" y="607032"/>
                  </a:cubicBezTo>
                  <a:cubicBezTo>
                    <a:pt x="185377" y="607769"/>
                    <a:pt x="185377" y="607769"/>
                    <a:pt x="185165" y="608521"/>
                  </a:cubicBezTo>
                  <a:cubicBezTo>
                    <a:pt x="183643" y="608714"/>
                    <a:pt x="182118" y="608901"/>
                    <a:pt x="180587" y="609006"/>
                  </a:cubicBezTo>
                  <a:cubicBezTo>
                    <a:pt x="179907" y="609134"/>
                    <a:pt x="179907" y="609134"/>
                    <a:pt x="179212" y="609265"/>
                  </a:cubicBezTo>
                  <a:cubicBezTo>
                    <a:pt x="178967" y="609771"/>
                    <a:pt x="178721" y="610278"/>
                    <a:pt x="178468" y="610800"/>
                  </a:cubicBezTo>
                  <a:cubicBezTo>
                    <a:pt x="178223" y="611276"/>
                    <a:pt x="177977" y="611751"/>
                    <a:pt x="177724" y="612241"/>
                  </a:cubicBezTo>
                  <a:cubicBezTo>
                    <a:pt x="175682" y="612525"/>
                    <a:pt x="173845" y="612375"/>
                    <a:pt x="171771" y="612241"/>
                  </a:cubicBezTo>
                  <a:cubicBezTo>
                    <a:pt x="171771" y="613224"/>
                    <a:pt x="171771" y="614206"/>
                    <a:pt x="171771" y="615218"/>
                  </a:cubicBezTo>
                  <a:cubicBezTo>
                    <a:pt x="170505" y="615310"/>
                    <a:pt x="170505" y="615310"/>
                    <a:pt x="169213" y="615404"/>
                  </a:cubicBezTo>
                  <a:cubicBezTo>
                    <a:pt x="168338" y="615588"/>
                    <a:pt x="167463" y="615772"/>
                    <a:pt x="166562" y="615962"/>
                  </a:cubicBezTo>
                  <a:cubicBezTo>
                    <a:pt x="166439" y="616453"/>
                    <a:pt x="166316" y="616944"/>
                    <a:pt x="166190" y="617450"/>
                  </a:cubicBezTo>
                  <a:cubicBezTo>
                    <a:pt x="166067" y="617942"/>
                    <a:pt x="165944" y="618433"/>
                    <a:pt x="165818" y="618939"/>
                  </a:cubicBezTo>
                  <a:cubicBezTo>
                    <a:pt x="164086" y="619217"/>
                    <a:pt x="162349" y="619465"/>
                    <a:pt x="160609" y="619683"/>
                  </a:cubicBezTo>
                  <a:cubicBezTo>
                    <a:pt x="160363" y="620420"/>
                    <a:pt x="160118" y="621156"/>
                    <a:pt x="159865" y="621915"/>
                  </a:cubicBezTo>
                  <a:cubicBezTo>
                    <a:pt x="158342" y="622440"/>
                    <a:pt x="156846" y="622667"/>
                    <a:pt x="155260" y="622938"/>
                  </a:cubicBezTo>
                  <a:cubicBezTo>
                    <a:pt x="154815" y="623092"/>
                    <a:pt x="154370" y="623245"/>
                    <a:pt x="153911" y="623404"/>
                  </a:cubicBezTo>
                  <a:cubicBezTo>
                    <a:pt x="153666" y="624140"/>
                    <a:pt x="153420" y="624877"/>
                    <a:pt x="153167" y="625636"/>
                  </a:cubicBezTo>
                  <a:cubicBezTo>
                    <a:pt x="151646" y="625805"/>
                    <a:pt x="150124" y="625971"/>
                    <a:pt x="148598" y="626095"/>
                  </a:cubicBezTo>
                  <a:cubicBezTo>
                    <a:pt x="147913" y="626236"/>
                    <a:pt x="147913" y="626236"/>
                    <a:pt x="147214" y="626380"/>
                  </a:cubicBezTo>
                  <a:cubicBezTo>
                    <a:pt x="146315" y="627869"/>
                    <a:pt x="146315" y="627869"/>
                    <a:pt x="145726" y="629357"/>
                  </a:cubicBezTo>
                  <a:cubicBezTo>
                    <a:pt x="144486" y="629357"/>
                    <a:pt x="143245" y="629357"/>
                    <a:pt x="142005" y="629357"/>
                  </a:cubicBezTo>
                  <a:cubicBezTo>
                    <a:pt x="141683" y="630070"/>
                    <a:pt x="141683" y="630070"/>
                    <a:pt x="141354" y="630798"/>
                  </a:cubicBezTo>
                  <a:cubicBezTo>
                    <a:pt x="141078" y="631305"/>
                    <a:pt x="140801" y="631811"/>
                    <a:pt x="140517" y="632333"/>
                  </a:cubicBezTo>
                  <a:cubicBezTo>
                    <a:pt x="138781" y="632581"/>
                    <a:pt x="137044" y="632829"/>
                    <a:pt x="135308" y="633077"/>
                  </a:cubicBezTo>
                  <a:cubicBezTo>
                    <a:pt x="135062" y="633569"/>
                    <a:pt x="134817" y="634060"/>
                    <a:pt x="134564" y="634566"/>
                  </a:cubicBezTo>
                  <a:cubicBezTo>
                    <a:pt x="134318" y="635057"/>
                    <a:pt x="134073" y="635548"/>
                    <a:pt x="133820" y="636054"/>
                  </a:cubicBezTo>
                  <a:cubicBezTo>
                    <a:pt x="132087" y="636328"/>
                    <a:pt x="130351" y="636577"/>
                    <a:pt x="128611" y="636798"/>
                  </a:cubicBezTo>
                  <a:cubicBezTo>
                    <a:pt x="128365" y="637535"/>
                    <a:pt x="128119" y="638271"/>
                    <a:pt x="127866" y="639031"/>
                  </a:cubicBezTo>
                  <a:cubicBezTo>
                    <a:pt x="127007" y="639138"/>
                    <a:pt x="126147" y="639245"/>
                    <a:pt x="125262" y="639356"/>
                  </a:cubicBezTo>
                  <a:cubicBezTo>
                    <a:pt x="124402" y="639494"/>
                    <a:pt x="123543" y="639632"/>
                    <a:pt x="122657" y="639775"/>
                  </a:cubicBezTo>
                  <a:cubicBezTo>
                    <a:pt x="122550" y="640266"/>
                    <a:pt x="122443" y="640757"/>
                    <a:pt x="122332" y="641263"/>
                  </a:cubicBezTo>
                  <a:cubicBezTo>
                    <a:pt x="122125" y="642000"/>
                    <a:pt x="122125" y="642000"/>
                    <a:pt x="121913" y="642751"/>
                  </a:cubicBezTo>
                  <a:cubicBezTo>
                    <a:pt x="120366" y="643080"/>
                    <a:pt x="118890" y="643171"/>
                    <a:pt x="117309" y="643219"/>
                  </a:cubicBezTo>
                  <a:cubicBezTo>
                    <a:pt x="116641" y="643356"/>
                    <a:pt x="116641" y="643356"/>
                    <a:pt x="115960" y="643495"/>
                  </a:cubicBezTo>
                  <a:cubicBezTo>
                    <a:pt x="115715" y="644232"/>
                    <a:pt x="115469" y="644969"/>
                    <a:pt x="115216" y="645728"/>
                  </a:cubicBezTo>
                  <a:cubicBezTo>
                    <a:pt x="113668" y="646251"/>
                    <a:pt x="112149" y="646479"/>
                    <a:pt x="110539" y="646751"/>
                  </a:cubicBezTo>
                  <a:cubicBezTo>
                    <a:pt x="110118" y="646904"/>
                    <a:pt x="109697" y="647058"/>
                    <a:pt x="109263" y="647216"/>
                  </a:cubicBezTo>
                  <a:cubicBezTo>
                    <a:pt x="109263" y="647953"/>
                    <a:pt x="109263" y="648689"/>
                    <a:pt x="109263" y="649448"/>
                  </a:cubicBezTo>
                  <a:cubicBezTo>
                    <a:pt x="108296" y="649372"/>
                    <a:pt x="107329" y="649295"/>
                    <a:pt x="106333" y="649216"/>
                  </a:cubicBezTo>
                  <a:cubicBezTo>
                    <a:pt x="104709" y="649153"/>
                    <a:pt x="104709" y="649153"/>
                    <a:pt x="103310" y="649448"/>
                  </a:cubicBezTo>
                  <a:cubicBezTo>
                    <a:pt x="103025" y="650681"/>
                    <a:pt x="102779" y="651922"/>
                    <a:pt x="102566" y="653169"/>
                  </a:cubicBezTo>
                  <a:cubicBezTo>
                    <a:pt x="100839" y="653478"/>
                    <a:pt x="99101" y="653726"/>
                    <a:pt x="97357" y="653913"/>
                  </a:cubicBezTo>
                  <a:cubicBezTo>
                    <a:pt x="97111" y="654650"/>
                    <a:pt x="96866" y="655387"/>
                    <a:pt x="96613" y="656146"/>
                  </a:cubicBezTo>
                  <a:cubicBezTo>
                    <a:pt x="95238" y="656527"/>
                    <a:pt x="95238" y="656527"/>
                    <a:pt x="93589" y="656657"/>
                  </a:cubicBezTo>
                  <a:cubicBezTo>
                    <a:pt x="92139" y="656772"/>
                    <a:pt x="92139" y="656772"/>
                    <a:pt x="90659" y="656890"/>
                  </a:cubicBezTo>
                  <a:cubicBezTo>
                    <a:pt x="90659" y="657872"/>
                    <a:pt x="90659" y="658854"/>
                    <a:pt x="90659" y="659866"/>
                  </a:cubicBezTo>
                  <a:cubicBezTo>
                    <a:pt x="88449" y="659866"/>
                    <a:pt x="86239" y="659866"/>
                    <a:pt x="83962" y="659866"/>
                  </a:cubicBezTo>
                  <a:cubicBezTo>
                    <a:pt x="83962" y="660849"/>
                    <a:pt x="83962" y="661831"/>
                    <a:pt x="83962" y="662843"/>
                  </a:cubicBezTo>
                  <a:cubicBezTo>
                    <a:pt x="81998" y="663089"/>
                    <a:pt x="80033" y="663334"/>
                    <a:pt x="78009" y="663587"/>
                  </a:cubicBezTo>
                  <a:cubicBezTo>
                    <a:pt x="78009" y="664569"/>
                    <a:pt x="78009" y="665552"/>
                    <a:pt x="78009" y="666564"/>
                  </a:cubicBezTo>
                  <a:cubicBezTo>
                    <a:pt x="75799" y="666809"/>
                    <a:pt x="73589" y="667055"/>
                    <a:pt x="71312" y="667308"/>
                  </a:cubicBezTo>
                  <a:cubicBezTo>
                    <a:pt x="71312" y="668290"/>
                    <a:pt x="71312" y="669272"/>
                    <a:pt x="71312" y="670284"/>
                  </a:cubicBezTo>
                  <a:cubicBezTo>
                    <a:pt x="69102" y="670284"/>
                    <a:pt x="66892" y="670284"/>
                    <a:pt x="64615" y="670284"/>
                  </a:cubicBezTo>
                  <a:cubicBezTo>
                    <a:pt x="64615" y="671267"/>
                    <a:pt x="64615" y="672249"/>
                    <a:pt x="64615" y="673261"/>
                  </a:cubicBezTo>
                  <a:cubicBezTo>
                    <a:pt x="63348" y="673353"/>
                    <a:pt x="63348" y="673353"/>
                    <a:pt x="62057" y="673447"/>
                  </a:cubicBezTo>
                  <a:cubicBezTo>
                    <a:pt x="61182" y="673631"/>
                    <a:pt x="60307" y="673815"/>
                    <a:pt x="59406" y="674005"/>
                  </a:cubicBezTo>
                  <a:cubicBezTo>
                    <a:pt x="59297" y="674499"/>
                    <a:pt x="59189" y="674993"/>
                    <a:pt x="59077" y="675502"/>
                  </a:cubicBezTo>
                  <a:cubicBezTo>
                    <a:pt x="58940" y="675990"/>
                    <a:pt x="58803" y="676479"/>
                    <a:pt x="58661" y="676982"/>
                  </a:cubicBezTo>
                  <a:cubicBezTo>
                    <a:pt x="57150" y="677357"/>
                    <a:pt x="57150" y="677357"/>
                    <a:pt x="55313" y="677400"/>
                  </a:cubicBezTo>
                  <a:cubicBezTo>
                    <a:pt x="53521" y="677402"/>
                    <a:pt x="53521" y="677402"/>
                    <a:pt x="51964" y="677726"/>
                  </a:cubicBezTo>
                  <a:cubicBezTo>
                    <a:pt x="51719" y="678463"/>
                    <a:pt x="51473" y="679199"/>
                    <a:pt x="51220" y="679958"/>
                  </a:cubicBezTo>
                  <a:cubicBezTo>
                    <a:pt x="50360" y="679928"/>
                    <a:pt x="49501" y="679897"/>
                    <a:pt x="48615" y="679865"/>
                  </a:cubicBezTo>
                  <a:cubicBezTo>
                    <a:pt x="47326" y="679911"/>
                    <a:pt x="47326" y="679911"/>
                    <a:pt x="46011" y="679958"/>
                  </a:cubicBezTo>
                  <a:cubicBezTo>
                    <a:pt x="45904" y="680557"/>
                    <a:pt x="45796" y="681155"/>
                    <a:pt x="45685" y="681772"/>
                  </a:cubicBezTo>
                  <a:cubicBezTo>
                    <a:pt x="45547" y="682401"/>
                    <a:pt x="45409" y="683031"/>
                    <a:pt x="45267" y="683679"/>
                  </a:cubicBezTo>
                  <a:cubicBezTo>
                    <a:pt x="43708" y="684071"/>
                    <a:pt x="42268" y="684144"/>
                    <a:pt x="40662" y="684173"/>
                  </a:cubicBezTo>
                  <a:cubicBezTo>
                    <a:pt x="39995" y="684297"/>
                    <a:pt x="39995" y="684297"/>
                    <a:pt x="39314" y="684423"/>
                  </a:cubicBezTo>
                  <a:cubicBezTo>
                    <a:pt x="39068" y="685160"/>
                    <a:pt x="38823" y="685896"/>
                    <a:pt x="38570" y="686656"/>
                  </a:cubicBezTo>
                  <a:cubicBezTo>
                    <a:pt x="37195" y="687036"/>
                    <a:pt x="37195" y="687036"/>
                    <a:pt x="35547" y="687167"/>
                  </a:cubicBezTo>
                  <a:cubicBezTo>
                    <a:pt x="34096" y="687282"/>
                    <a:pt x="34096" y="687282"/>
                    <a:pt x="32616" y="687400"/>
                  </a:cubicBezTo>
                  <a:cubicBezTo>
                    <a:pt x="32616" y="688382"/>
                    <a:pt x="32616" y="689364"/>
                    <a:pt x="32616" y="690376"/>
                  </a:cubicBezTo>
                  <a:cubicBezTo>
                    <a:pt x="31090" y="690473"/>
                    <a:pt x="29564" y="690570"/>
                    <a:pt x="28038" y="690667"/>
                  </a:cubicBezTo>
                  <a:cubicBezTo>
                    <a:pt x="27585" y="690817"/>
                    <a:pt x="27131" y="690966"/>
                    <a:pt x="26663" y="691120"/>
                  </a:cubicBezTo>
                  <a:cubicBezTo>
                    <a:pt x="26547" y="691614"/>
                    <a:pt x="26431" y="692108"/>
                    <a:pt x="26312" y="692617"/>
                  </a:cubicBezTo>
                  <a:cubicBezTo>
                    <a:pt x="26182" y="693106"/>
                    <a:pt x="26053" y="693594"/>
                    <a:pt x="25919" y="694097"/>
                  </a:cubicBezTo>
                  <a:cubicBezTo>
                    <a:pt x="24408" y="694472"/>
                    <a:pt x="24408" y="694472"/>
                    <a:pt x="22571" y="694516"/>
                  </a:cubicBezTo>
                  <a:cubicBezTo>
                    <a:pt x="20779" y="694517"/>
                    <a:pt x="20779" y="694517"/>
                    <a:pt x="19222" y="694841"/>
                  </a:cubicBezTo>
                  <a:cubicBezTo>
                    <a:pt x="18976" y="695578"/>
                    <a:pt x="18731" y="696314"/>
                    <a:pt x="18478" y="697073"/>
                  </a:cubicBezTo>
                  <a:cubicBezTo>
                    <a:pt x="16022" y="697073"/>
                    <a:pt x="13566" y="697073"/>
                    <a:pt x="11036" y="697073"/>
                  </a:cubicBezTo>
                  <a:cubicBezTo>
                    <a:pt x="10791" y="691917"/>
                    <a:pt x="10545" y="686760"/>
                    <a:pt x="10292" y="681447"/>
                  </a:cubicBezTo>
                  <a:cubicBezTo>
                    <a:pt x="9556" y="681447"/>
                    <a:pt x="8819" y="681447"/>
                    <a:pt x="8060" y="681447"/>
                  </a:cubicBezTo>
                  <a:cubicBezTo>
                    <a:pt x="8045" y="680887"/>
                    <a:pt x="8030" y="680327"/>
                    <a:pt x="8015" y="679751"/>
                  </a:cubicBezTo>
                  <a:cubicBezTo>
                    <a:pt x="7945" y="677231"/>
                    <a:pt x="7863" y="674711"/>
                    <a:pt x="7781" y="672191"/>
                  </a:cubicBezTo>
                  <a:cubicBezTo>
                    <a:pt x="7746" y="670870"/>
                    <a:pt x="7746" y="670870"/>
                    <a:pt x="7711" y="669521"/>
                  </a:cubicBezTo>
                  <a:cubicBezTo>
                    <a:pt x="7682" y="668684"/>
                    <a:pt x="7653" y="667848"/>
                    <a:pt x="7624" y="666985"/>
                  </a:cubicBezTo>
                  <a:cubicBezTo>
                    <a:pt x="7600" y="666210"/>
                    <a:pt x="7577" y="665434"/>
                    <a:pt x="7553" y="664635"/>
                  </a:cubicBezTo>
                  <a:cubicBezTo>
                    <a:pt x="7475" y="664044"/>
                    <a:pt x="7396" y="663452"/>
                    <a:pt x="7316" y="662843"/>
                  </a:cubicBezTo>
                  <a:cubicBezTo>
                    <a:pt x="6825" y="662597"/>
                    <a:pt x="6333" y="662352"/>
                    <a:pt x="5827" y="662099"/>
                  </a:cubicBezTo>
                  <a:cubicBezTo>
                    <a:pt x="5626" y="660274"/>
                    <a:pt x="5626" y="660274"/>
                    <a:pt x="5598" y="657872"/>
                  </a:cubicBezTo>
                  <a:cubicBezTo>
                    <a:pt x="5579" y="657012"/>
                    <a:pt x="5560" y="656152"/>
                    <a:pt x="5541" y="655265"/>
                  </a:cubicBezTo>
                  <a:cubicBezTo>
                    <a:pt x="5515" y="653440"/>
                    <a:pt x="5492" y="651614"/>
                    <a:pt x="5471" y="649789"/>
                  </a:cubicBezTo>
                  <a:cubicBezTo>
                    <a:pt x="5442" y="648495"/>
                    <a:pt x="5442" y="648495"/>
                    <a:pt x="5412" y="647175"/>
                  </a:cubicBezTo>
                  <a:cubicBezTo>
                    <a:pt x="5402" y="646381"/>
                    <a:pt x="5392" y="645587"/>
                    <a:pt x="5381" y="644769"/>
                  </a:cubicBezTo>
                  <a:cubicBezTo>
                    <a:pt x="5298" y="642731"/>
                    <a:pt x="5298" y="642731"/>
                    <a:pt x="3964" y="641734"/>
                  </a:cubicBezTo>
                  <a:cubicBezTo>
                    <a:pt x="2459" y="640091"/>
                    <a:pt x="2580" y="639123"/>
                    <a:pt x="2597" y="636918"/>
                  </a:cubicBezTo>
                  <a:cubicBezTo>
                    <a:pt x="2598" y="636188"/>
                    <a:pt x="2598" y="635458"/>
                    <a:pt x="2598" y="634707"/>
                  </a:cubicBezTo>
                  <a:cubicBezTo>
                    <a:pt x="2609" y="633920"/>
                    <a:pt x="2621" y="633134"/>
                    <a:pt x="2633" y="632325"/>
                  </a:cubicBezTo>
                  <a:cubicBezTo>
                    <a:pt x="2636" y="631518"/>
                    <a:pt x="2639" y="630712"/>
                    <a:pt x="2642" y="629882"/>
                  </a:cubicBezTo>
                  <a:cubicBezTo>
                    <a:pt x="2655" y="627303"/>
                    <a:pt x="2683" y="624726"/>
                    <a:pt x="2711" y="622148"/>
                  </a:cubicBezTo>
                  <a:cubicBezTo>
                    <a:pt x="2722" y="620401"/>
                    <a:pt x="2733" y="618655"/>
                    <a:pt x="2742" y="616908"/>
                  </a:cubicBezTo>
                  <a:cubicBezTo>
                    <a:pt x="2766" y="612624"/>
                    <a:pt x="2804" y="608340"/>
                    <a:pt x="2851" y="604056"/>
                  </a:cubicBezTo>
                  <a:cubicBezTo>
                    <a:pt x="2360" y="604056"/>
                    <a:pt x="1869" y="604056"/>
                    <a:pt x="1363" y="604056"/>
                  </a:cubicBezTo>
                  <a:cubicBezTo>
                    <a:pt x="1345" y="593299"/>
                    <a:pt x="1332" y="582542"/>
                    <a:pt x="1324" y="571786"/>
                  </a:cubicBezTo>
                  <a:cubicBezTo>
                    <a:pt x="1320" y="566791"/>
                    <a:pt x="1315" y="561797"/>
                    <a:pt x="1306" y="556803"/>
                  </a:cubicBezTo>
                  <a:cubicBezTo>
                    <a:pt x="1298" y="551988"/>
                    <a:pt x="1294" y="547172"/>
                    <a:pt x="1292" y="542357"/>
                  </a:cubicBezTo>
                  <a:cubicBezTo>
                    <a:pt x="1291" y="540515"/>
                    <a:pt x="1288" y="538674"/>
                    <a:pt x="1284" y="536832"/>
                  </a:cubicBezTo>
                  <a:cubicBezTo>
                    <a:pt x="1279" y="534262"/>
                    <a:pt x="1278" y="531693"/>
                    <a:pt x="1278" y="529123"/>
                  </a:cubicBezTo>
                  <a:cubicBezTo>
                    <a:pt x="1275" y="528353"/>
                    <a:pt x="1273" y="527584"/>
                    <a:pt x="1270" y="526791"/>
                  </a:cubicBezTo>
                  <a:cubicBezTo>
                    <a:pt x="1271" y="526095"/>
                    <a:pt x="1272" y="525399"/>
                    <a:pt x="1273" y="524682"/>
                  </a:cubicBezTo>
                  <a:cubicBezTo>
                    <a:pt x="1272" y="524073"/>
                    <a:pt x="1272" y="523465"/>
                    <a:pt x="1271" y="522838"/>
                  </a:cubicBezTo>
                  <a:cubicBezTo>
                    <a:pt x="1363" y="521456"/>
                    <a:pt x="1363" y="521456"/>
                    <a:pt x="2107" y="520712"/>
                  </a:cubicBezTo>
                  <a:cubicBezTo>
                    <a:pt x="2186" y="519582"/>
                    <a:pt x="2216" y="518449"/>
                    <a:pt x="2224" y="517316"/>
                  </a:cubicBezTo>
                  <a:cubicBezTo>
                    <a:pt x="2232" y="516593"/>
                    <a:pt x="2239" y="515870"/>
                    <a:pt x="2247" y="515126"/>
                  </a:cubicBezTo>
                  <a:cubicBezTo>
                    <a:pt x="2253" y="514339"/>
                    <a:pt x="2258" y="513552"/>
                    <a:pt x="2264" y="512742"/>
                  </a:cubicBezTo>
                  <a:cubicBezTo>
                    <a:pt x="2285" y="511093"/>
                    <a:pt x="2306" y="509443"/>
                    <a:pt x="2328" y="507794"/>
                  </a:cubicBezTo>
                  <a:cubicBezTo>
                    <a:pt x="2358" y="505181"/>
                    <a:pt x="2386" y="502569"/>
                    <a:pt x="2405" y="499955"/>
                  </a:cubicBezTo>
                  <a:cubicBezTo>
                    <a:pt x="2426" y="497443"/>
                    <a:pt x="2460" y="494930"/>
                    <a:pt x="2496" y="492417"/>
                  </a:cubicBezTo>
                  <a:cubicBezTo>
                    <a:pt x="2499" y="491634"/>
                    <a:pt x="2501" y="490850"/>
                    <a:pt x="2504" y="490042"/>
                  </a:cubicBezTo>
                  <a:cubicBezTo>
                    <a:pt x="2516" y="489315"/>
                    <a:pt x="2528" y="488588"/>
                    <a:pt x="2541" y="487838"/>
                  </a:cubicBezTo>
                  <a:cubicBezTo>
                    <a:pt x="2547" y="487198"/>
                    <a:pt x="2553" y="486557"/>
                    <a:pt x="2559" y="485897"/>
                  </a:cubicBezTo>
                  <a:cubicBezTo>
                    <a:pt x="2913" y="483896"/>
                    <a:pt x="3621" y="483363"/>
                    <a:pt x="5083" y="482017"/>
                  </a:cubicBezTo>
                  <a:cubicBezTo>
                    <a:pt x="5436" y="479796"/>
                    <a:pt x="5436" y="479796"/>
                    <a:pt x="5412" y="477267"/>
                  </a:cubicBezTo>
                  <a:cubicBezTo>
                    <a:pt x="5431" y="476338"/>
                    <a:pt x="5451" y="475408"/>
                    <a:pt x="5471" y="474450"/>
                  </a:cubicBezTo>
                  <a:cubicBezTo>
                    <a:pt x="5481" y="473479"/>
                    <a:pt x="5491" y="472507"/>
                    <a:pt x="5502" y="471506"/>
                  </a:cubicBezTo>
                  <a:cubicBezTo>
                    <a:pt x="5527" y="469581"/>
                    <a:pt x="5559" y="467657"/>
                    <a:pt x="5598" y="465733"/>
                  </a:cubicBezTo>
                  <a:cubicBezTo>
                    <a:pt x="5607" y="464878"/>
                    <a:pt x="5616" y="464023"/>
                    <a:pt x="5626" y="463143"/>
                  </a:cubicBezTo>
                  <a:cubicBezTo>
                    <a:pt x="5692" y="462495"/>
                    <a:pt x="5759" y="461848"/>
                    <a:pt x="5827" y="461181"/>
                  </a:cubicBezTo>
                  <a:cubicBezTo>
                    <a:pt x="6319" y="460935"/>
                    <a:pt x="6810" y="460690"/>
                    <a:pt x="7316" y="460437"/>
                  </a:cubicBezTo>
                  <a:cubicBezTo>
                    <a:pt x="7558" y="458641"/>
                    <a:pt x="7558" y="458641"/>
                    <a:pt x="7545" y="456484"/>
                  </a:cubicBezTo>
                  <a:cubicBezTo>
                    <a:pt x="7564" y="455684"/>
                    <a:pt x="7583" y="454884"/>
                    <a:pt x="7602" y="454059"/>
                  </a:cubicBezTo>
                  <a:cubicBezTo>
                    <a:pt x="7628" y="452358"/>
                    <a:pt x="7651" y="450656"/>
                    <a:pt x="7672" y="448955"/>
                  </a:cubicBezTo>
                  <a:cubicBezTo>
                    <a:pt x="7691" y="448155"/>
                    <a:pt x="7711" y="447355"/>
                    <a:pt x="7731" y="446531"/>
                  </a:cubicBezTo>
                  <a:cubicBezTo>
                    <a:pt x="7741" y="445791"/>
                    <a:pt x="7751" y="445052"/>
                    <a:pt x="7762" y="444290"/>
                  </a:cubicBezTo>
                  <a:cubicBezTo>
                    <a:pt x="7909" y="443442"/>
                    <a:pt x="7909" y="443442"/>
                    <a:pt x="8060" y="442577"/>
                  </a:cubicBezTo>
                  <a:cubicBezTo>
                    <a:pt x="8797" y="442332"/>
                    <a:pt x="9533" y="442086"/>
                    <a:pt x="10292" y="441833"/>
                  </a:cubicBezTo>
                  <a:cubicBezTo>
                    <a:pt x="10510" y="438966"/>
                    <a:pt x="10544" y="436166"/>
                    <a:pt x="10488" y="433295"/>
                  </a:cubicBezTo>
                  <a:cubicBezTo>
                    <a:pt x="10515" y="431573"/>
                    <a:pt x="10550" y="430092"/>
                    <a:pt x="11036" y="428439"/>
                  </a:cubicBezTo>
                  <a:cubicBezTo>
                    <a:pt x="13272" y="427372"/>
                    <a:pt x="13272" y="427372"/>
                    <a:pt x="15501" y="426950"/>
                  </a:cubicBezTo>
                  <a:cubicBezTo>
                    <a:pt x="15979" y="425411"/>
                    <a:pt x="15979" y="425411"/>
                    <a:pt x="16245" y="423974"/>
                  </a:cubicBezTo>
                  <a:cubicBezTo>
                    <a:pt x="17228" y="423974"/>
                    <a:pt x="18210" y="423974"/>
                    <a:pt x="19222" y="423974"/>
                  </a:cubicBezTo>
                  <a:cubicBezTo>
                    <a:pt x="19222" y="422992"/>
                    <a:pt x="19222" y="422009"/>
                    <a:pt x="19222" y="420997"/>
                  </a:cubicBezTo>
                  <a:cubicBezTo>
                    <a:pt x="20204" y="420997"/>
                    <a:pt x="21186" y="420997"/>
                    <a:pt x="22199" y="420997"/>
                  </a:cubicBezTo>
                  <a:cubicBezTo>
                    <a:pt x="22705" y="419762"/>
                    <a:pt x="23201" y="418521"/>
                    <a:pt x="23687" y="417277"/>
                  </a:cubicBezTo>
                  <a:cubicBezTo>
                    <a:pt x="24673" y="417008"/>
                    <a:pt x="25666" y="416758"/>
                    <a:pt x="26663" y="416532"/>
                  </a:cubicBezTo>
                  <a:cubicBezTo>
                    <a:pt x="26786" y="416026"/>
                    <a:pt x="26909" y="415520"/>
                    <a:pt x="27035" y="414998"/>
                  </a:cubicBezTo>
                  <a:cubicBezTo>
                    <a:pt x="27220" y="414284"/>
                    <a:pt x="27220" y="414284"/>
                    <a:pt x="27407" y="413556"/>
                  </a:cubicBezTo>
                  <a:cubicBezTo>
                    <a:pt x="28390" y="413556"/>
                    <a:pt x="29372" y="413556"/>
                    <a:pt x="30384" y="413556"/>
                  </a:cubicBezTo>
                  <a:cubicBezTo>
                    <a:pt x="30384" y="412574"/>
                    <a:pt x="30384" y="411591"/>
                    <a:pt x="30384" y="410579"/>
                  </a:cubicBezTo>
                  <a:cubicBezTo>
                    <a:pt x="31366" y="410579"/>
                    <a:pt x="32349" y="410579"/>
                    <a:pt x="33361" y="410579"/>
                  </a:cubicBezTo>
                  <a:cubicBezTo>
                    <a:pt x="33522" y="409866"/>
                    <a:pt x="33522" y="409866"/>
                    <a:pt x="33686" y="409138"/>
                  </a:cubicBezTo>
                  <a:cubicBezTo>
                    <a:pt x="33824" y="408631"/>
                    <a:pt x="33962" y="408125"/>
                    <a:pt x="34105" y="407603"/>
                  </a:cubicBezTo>
                  <a:cubicBezTo>
                    <a:pt x="34734" y="407480"/>
                    <a:pt x="35363" y="407357"/>
                    <a:pt x="36012" y="407231"/>
                  </a:cubicBezTo>
                  <a:cubicBezTo>
                    <a:pt x="36610" y="407108"/>
                    <a:pt x="37209" y="406985"/>
                    <a:pt x="37825" y="406859"/>
                  </a:cubicBezTo>
                  <a:cubicBezTo>
                    <a:pt x="37825" y="405876"/>
                    <a:pt x="37825" y="404894"/>
                    <a:pt x="37825" y="403882"/>
                  </a:cubicBezTo>
                  <a:cubicBezTo>
                    <a:pt x="39267" y="403464"/>
                    <a:pt x="39267" y="403464"/>
                    <a:pt x="40802" y="403138"/>
                  </a:cubicBezTo>
                  <a:cubicBezTo>
                    <a:pt x="41048" y="402401"/>
                    <a:pt x="41293" y="401665"/>
                    <a:pt x="41546" y="400906"/>
                  </a:cubicBezTo>
                  <a:cubicBezTo>
                    <a:pt x="42022" y="400675"/>
                    <a:pt x="42498" y="400445"/>
                    <a:pt x="42988" y="400208"/>
                  </a:cubicBezTo>
                  <a:cubicBezTo>
                    <a:pt x="44650" y="399546"/>
                    <a:pt x="44650" y="399546"/>
                    <a:pt x="45267" y="397882"/>
                  </a:cubicBezTo>
                  <a:cubicBezTo>
                    <a:pt x="45635" y="397169"/>
                    <a:pt x="45635" y="397169"/>
                    <a:pt x="46011" y="396441"/>
                  </a:cubicBezTo>
                  <a:cubicBezTo>
                    <a:pt x="46998" y="396172"/>
                    <a:pt x="47990" y="395922"/>
                    <a:pt x="48988" y="395697"/>
                  </a:cubicBezTo>
                  <a:cubicBezTo>
                    <a:pt x="49233" y="394960"/>
                    <a:pt x="49479" y="394223"/>
                    <a:pt x="49732" y="393464"/>
                  </a:cubicBezTo>
                  <a:cubicBezTo>
                    <a:pt x="50468" y="393219"/>
                    <a:pt x="51205" y="392973"/>
                    <a:pt x="51964" y="392720"/>
                  </a:cubicBezTo>
                  <a:cubicBezTo>
                    <a:pt x="52210" y="391983"/>
                    <a:pt x="52455" y="391247"/>
                    <a:pt x="52708" y="390488"/>
                  </a:cubicBezTo>
                  <a:cubicBezTo>
                    <a:pt x="53948" y="389991"/>
                    <a:pt x="55189" y="389495"/>
                    <a:pt x="56429" y="388999"/>
                  </a:cubicBezTo>
                  <a:cubicBezTo>
                    <a:pt x="56675" y="388263"/>
                    <a:pt x="56920" y="387526"/>
                    <a:pt x="57173" y="386767"/>
                  </a:cubicBezTo>
                  <a:cubicBezTo>
                    <a:pt x="57649" y="386659"/>
                    <a:pt x="58125" y="386552"/>
                    <a:pt x="58615" y="386441"/>
                  </a:cubicBezTo>
                  <a:cubicBezTo>
                    <a:pt x="59121" y="386303"/>
                    <a:pt x="59628" y="386165"/>
                    <a:pt x="60150" y="386023"/>
                  </a:cubicBezTo>
                  <a:cubicBezTo>
                    <a:pt x="60658" y="385037"/>
                    <a:pt x="61154" y="384044"/>
                    <a:pt x="61638" y="383046"/>
                  </a:cubicBezTo>
                  <a:cubicBezTo>
                    <a:pt x="62624" y="382538"/>
                    <a:pt x="63616" y="382041"/>
                    <a:pt x="64615" y="381558"/>
                  </a:cubicBezTo>
                  <a:cubicBezTo>
                    <a:pt x="64860" y="380821"/>
                    <a:pt x="65106" y="380084"/>
                    <a:pt x="65359" y="379325"/>
                  </a:cubicBezTo>
                  <a:cubicBezTo>
                    <a:pt x="66341" y="379325"/>
                    <a:pt x="67323" y="379325"/>
                    <a:pt x="68335" y="379325"/>
                  </a:cubicBezTo>
                  <a:cubicBezTo>
                    <a:pt x="68775" y="377877"/>
                    <a:pt x="68775" y="377877"/>
                    <a:pt x="69079" y="376349"/>
                  </a:cubicBezTo>
                  <a:cubicBezTo>
                    <a:pt x="69816" y="376103"/>
                    <a:pt x="70553" y="375858"/>
                    <a:pt x="71312" y="375605"/>
                  </a:cubicBezTo>
                  <a:cubicBezTo>
                    <a:pt x="71527" y="375098"/>
                    <a:pt x="71742" y="374592"/>
                    <a:pt x="71963" y="374070"/>
                  </a:cubicBezTo>
                  <a:cubicBezTo>
                    <a:pt x="72239" y="373594"/>
                    <a:pt x="72515" y="373118"/>
                    <a:pt x="72800" y="372628"/>
                  </a:cubicBezTo>
                  <a:cubicBezTo>
                    <a:pt x="74753" y="372442"/>
                    <a:pt x="74753" y="372442"/>
                    <a:pt x="76521" y="372628"/>
                  </a:cubicBezTo>
                  <a:cubicBezTo>
                    <a:pt x="76521" y="371646"/>
                    <a:pt x="76521" y="370664"/>
                    <a:pt x="76521" y="369652"/>
                  </a:cubicBezTo>
                  <a:cubicBezTo>
                    <a:pt x="77509" y="369388"/>
                    <a:pt x="78502" y="369142"/>
                    <a:pt x="79497" y="368908"/>
                  </a:cubicBezTo>
                  <a:cubicBezTo>
                    <a:pt x="79728" y="368401"/>
                    <a:pt x="79958" y="367895"/>
                    <a:pt x="80195" y="367373"/>
                  </a:cubicBezTo>
                  <a:cubicBezTo>
                    <a:pt x="80456" y="366897"/>
                    <a:pt x="80717" y="366421"/>
                    <a:pt x="80986" y="365931"/>
                  </a:cubicBezTo>
                  <a:cubicBezTo>
                    <a:pt x="82939" y="365745"/>
                    <a:pt x="82939" y="365745"/>
                    <a:pt x="84706" y="365931"/>
                  </a:cubicBezTo>
                  <a:cubicBezTo>
                    <a:pt x="84706" y="364949"/>
                    <a:pt x="84706" y="363966"/>
                    <a:pt x="84706" y="362954"/>
                  </a:cubicBezTo>
                  <a:cubicBezTo>
                    <a:pt x="85689" y="362954"/>
                    <a:pt x="86671" y="362954"/>
                    <a:pt x="87683" y="362954"/>
                  </a:cubicBezTo>
                  <a:cubicBezTo>
                    <a:pt x="87821" y="362057"/>
                    <a:pt x="87821" y="362057"/>
                    <a:pt x="87962" y="361141"/>
                  </a:cubicBezTo>
                  <a:cubicBezTo>
                    <a:pt x="88115" y="360511"/>
                    <a:pt x="88269" y="359882"/>
                    <a:pt x="88427" y="359234"/>
                  </a:cubicBezTo>
                  <a:cubicBezTo>
                    <a:pt x="90706" y="358629"/>
                    <a:pt x="90706" y="358629"/>
                    <a:pt x="92892" y="358490"/>
                  </a:cubicBezTo>
                  <a:cubicBezTo>
                    <a:pt x="92892" y="357753"/>
                    <a:pt x="92892" y="357016"/>
                    <a:pt x="92892" y="356257"/>
                  </a:cubicBezTo>
                  <a:cubicBezTo>
                    <a:pt x="93878" y="355748"/>
                    <a:pt x="94870" y="355253"/>
                    <a:pt x="95868" y="354769"/>
                  </a:cubicBezTo>
                  <a:cubicBezTo>
                    <a:pt x="96114" y="354032"/>
                    <a:pt x="96360" y="353295"/>
                    <a:pt x="96613" y="352536"/>
                  </a:cubicBezTo>
                  <a:cubicBezTo>
                    <a:pt x="97848" y="352029"/>
                    <a:pt x="99089" y="351534"/>
                    <a:pt x="100333" y="351048"/>
                  </a:cubicBezTo>
                  <a:cubicBezTo>
                    <a:pt x="100824" y="350311"/>
                    <a:pt x="101315" y="349575"/>
                    <a:pt x="101822" y="348816"/>
                  </a:cubicBezTo>
                  <a:cubicBezTo>
                    <a:pt x="102558" y="348570"/>
                    <a:pt x="103295" y="348325"/>
                    <a:pt x="104054" y="348072"/>
                  </a:cubicBezTo>
                  <a:cubicBezTo>
                    <a:pt x="104300" y="347335"/>
                    <a:pt x="104545" y="346598"/>
                    <a:pt x="104798" y="345839"/>
                  </a:cubicBezTo>
                  <a:cubicBezTo>
                    <a:pt x="106038" y="345343"/>
                    <a:pt x="107279" y="344847"/>
                    <a:pt x="108519" y="344351"/>
                  </a:cubicBezTo>
                  <a:cubicBezTo>
                    <a:pt x="108764" y="343614"/>
                    <a:pt x="109010" y="342877"/>
                    <a:pt x="109263" y="342118"/>
                  </a:cubicBezTo>
                  <a:cubicBezTo>
                    <a:pt x="109723" y="342011"/>
                    <a:pt x="110184" y="341904"/>
                    <a:pt x="110658" y="341793"/>
                  </a:cubicBezTo>
                  <a:cubicBezTo>
                    <a:pt x="112385" y="341514"/>
                    <a:pt x="112385" y="341514"/>
                    <a:pt x="113356" y="339840"/>
                  </a:cubicBezTo>
                  <a:cubicBezTo>
                    <a:pt x="113724" y="339364"/>
                    <a:pt x="114092" y="338888"/>
                    <a:pt x="114472" y="338398"/>
                  </a:cubicBezTo>
                  <a:cubicBezTo>
                    <a:pt x="115454" y="338398"/>
                    <a:pt x="116436" y="338398"/>
                    <a:pt x="117449" y="338398"/>
                  </a:cubicBezTo>
                  <a:cubicBezTo>
                    <a:pt x="117888" y="336950"/>
                    <a:pt x="117888" y="336950"/>
                    <a:pt x="118193" y="335421"/>
                  </a:cubicBezTo>
                  <a:cubicBezTo>
                    <a:pt x="118929" y="335176"/>
                    <a:pt x="119666" y="334930"/>
                    <a:pt x="120425" y="334677"/>
                  </a:cubicBezTo>
                  <a:cubicBezTo>
                    <a:pt x="120640" y="334171"/>
                    <a:pt x="120855" y="333664"/>
                    <a:pt x="121076" y="333142"/>
                  </a:cubicBezTo>
                  <a:cubicBezTo>
                    <a:pt x="121352" y="332666"/>
                    <a:pt x="121629" y="332191"/>
                    <a:pt x="121913" y="331700"/>
                  </a:cubicBezTo>
                  <a:cubicBezTo>
                    <a:pt x="123154" y="331700"/>
                    <a:pt x="124394" y="331700"/>
                    <a:pt x="125634" y="331700"/>
                  </a:cubicBezTo>
                  <a:cubicBezTo>
                    <a:pt x="126081" y="330285"/>
                    <a:pt x="126081" y="330285"/>
                    <a:pt x="126378" y="328724"/>
                  </a:cubicBezTo>
                  <a:cubicBezTo>
                    <a:pt x="127358" y="328203"/>
                    <a:pt x="128350" y="327706"/>
                    <a:pt x="129355" y="327236"/>
                  </a:cubicBezTo>
                  <a:cubicBezTo>
                    <a:pt x="129600" y="326499"/>
                    <a:pt x="129846" y="325762"/>
                    <a:pt x="130099" y="325003"/>
                  </a:cubicBezTo>
                  <a:cubicBezTo>
                    <a:pt x="132378" y="324864"/>
                    <a:pt x="132378" y="324864"/>
                    <a:pt x="134564" y="325003"/>
                  </a:cubicBezTo>
                  <a:cubicBezTo>
                    <a:pt x="134564" y="324021"/>
                    <a:pt x="134564" y="323039"/>
                    <a:pt x="134564" y="322027"/>
                  </a:cubicBezTo>
                  <a:cubicBezTo>
                    <a:pt x="136037" y="321781"/>
                    <a:pt x="137511" y="321536"/>
                    <a:pt x="139029" y="321283"/>
                  </a:cubicBezTo>
                  <a:cubicBezTo>
                    <a:pt x="139029" y="320300"/>
                    <a:pt x="139029" y="319318"/>
                    <a:pt x="139029" y="318306"/>
                  </a:cubicBezTo>
                  <a:cubicBezTo>
                    <a:pt x="139627" y="318383"/>
                    <a:pt x="140226" y="318459"/>
                    <a:pt x="140842" y="318538"/>
                  </a:cubicBezTo>
                  <a:cubicBezTo>
                    <a:pt x="141472" y="318462"/>
                    <a:pt x="142101" y="318385"/>
                    <a:pt x="142749" y="318306"/>
                  </a:cubicBezTo>
                  <a:cubicBezTo>
                    <a:pt x="143003" y="317067"/>
                    <a:pt x="143251" y="315827"/>
                    <a:pt x="143493" y="314585"/>
                  </a:cubicBezTo>
                  <a:cubicBezTo>
                    <a:pt x="145354" y="314120"/>
                    <a:pt x="145354" y="314120"/>
                    <a:pt x="147214" y="313841"/>
                  </a:cubicBezTo>
                  <a:cubicBezTo>
                    <a:pt x="147460" y="313104"/>
                    <a:pt x="147705" y="312368"/>
                    <a:pt x="147958" y="311609"/>
                  </a:cubicBezTo>
                  <a:cubicBezTo>
                    <a:pt x="148588" y="311501"/>
                    <a:pt x="149217" y="311394"/>
                    <a:pt x="149865" y="311283"/>
                  </a:cubicBezTo>
                  <a:cubicBezTo>
                    <a:pt x="150464" y="311145"/>
                    <a:pt x="151062" y="311007"/>
                    <a:pt x="151679" y="310865"/>
                  </a:cubicBezTo>
                  <a:cubicBezTo>
                    <a:pt x="151679" y="309882"/>
                    <a:pt x="151679" y="308900"/>
                    <a:pt x="151679" y="307888"/>
                  </a:cubicBezTo>
                  <a:cubicBezTo>
                    <a:pt x="152400" y="307949"/>
                    <a:pt x="153122" y="308011"/>
                    <a:pt x="153865" y="308074"/>
                  </a:cubicBezTo>
                  <a:cubicBezTo>
                    <a:pt x="154617" y="308013"/>
                    <a:pt x="155369" y="307951"/>
                    <a:pt x="156144" y="307888"/>
                  </a:cubicBezTo>
                  <a:cubicBezTo>
                    <a:pt x="156591" y="306473"/>
                    <a:pt x="156591" y="306473"/>
                    <a:pt x="156888" y="304911"/>
                  </a:cubicBezTo>
                  <a:cubicBezTo>
                    <a:pt x="158122" y="304400"/>
                    <a:pt x="159362" y="303903"/>
                    <a:pt x="160609" y="303423"/>
                  </a:cubicBezTo>
                  <a:cubicBezTo>
                    <a:pt x="160609" y="302686"/>
                    <a:pt x="160609" y="301950"/>
                    <a:pt x="160609" y="301191"/>
                  </a:cubicBezTo>
                  <a:cubicBezTo>
                    <a:pt x="162094" y="300685"/>
                    <a:pt x="163582" y="300189"/>
                    <a:pt x="165074" y="299702"/>
                  </a:cubicBezTo>
                  <a:cubicBezTo>
                    <a:pt x="165319" y="298966"/>
                    <a:pt x="165565" y="298229"/>
                    <a:pt x="165818" y="297470"/>
                  </a:cubicBezTo>
                  <a:cubicBezTo>
                    <a:pt x="167058" y="297222"/>
                    <a:pt x="168298" y="296974"/>
                    <a:pt x="169538" y="296726"/>
                  </a:cubicBezTo>
                  <a:cubicBezTo>
                    <a:pt x="169784" y="295989"/>
                    <a:pt x="170030" y="295252"/>
                    <a:pt x="170282" y="294493"/>
                  </a:cubicBezTo>
                  <a:cubicBezTo>
                    <a:pt x="172561" y="293982"/>
                    <a:pt x="172561" y="293982"/>
                    <a:pt x="174747" y="293749"/>
                  </a:cubicBezTo>
                  <a:cubicBezTo>
                    <a:pt x="174747" y="292767"/>
                    <a:pt x="174747" y="291785"/>
                    <a:pt x="174747" y="290773"/>
                  </a:cubicBezTo>
                  <a:cubicBezTo>
                    <a:pt x="175980" y="290488"/>
                    <a:pt x="177221" y="290241"/>
                    <a:pt x="178468" y="290029"/>
                  </a:cubicBezTo>
                  <a:cubicBezTo>
                    <a:pt x="178714" y="289292"/>
                    <a:pt x="178959" y="288555"/>
                    <a:pt x="179212" y="287796"/>
                  </a:cubicBezTo>
                  <a:cubicBezTo>
                    <a:pt x="179826" y="287689"/>
                    <a:pt x="180440" y="287581"/>
                    <a:pt x="181073" y="287471"/>
                  </a:cubicBezTo>
                  <a:cubicBezTo>
                    <a:pt x="181686" y="287332"/>
                    <a:pt x="182300" y="287194"/>
                    <a:pt x="182933" y="287052"/>
                  </a:cubicBezTo>
                  <a:cubicBezTo>
                    <a:pt x="183040" y="286561"/>
                    <a:pt x="183148" y="286070"/>
                    <a:pt x="183258" y="285564"/>
                  </a:cubicBezTo>
                  <a:cubicBezTo>
                    <a:pt x="183397" y="285073"/>
                    <a:pt x="183535" y="284582"/>
                    <a:pt x="183677" y="284075"/>
                  </a:cubicBezTo>
                  <a:cubicBezTo>
                    <a:pt x="185160" y="283797"/>
                    <a:pt x="186649" y="283549"/>
                    <a:pt x="188142" y="283331"/>
                  </a:cubicBezTo>
                  <a:cubicBezTo>
                    <a:pt x="188387" y="282595"/>
                    <a:pt x="188633" y="281858"/>
                    <a:pt x="188886" y="281099"/>
                  </a:cubicBezTo>
                  <a:cubicBezTo>
                    <a:pt x="189878" y="280603"/>
                    <a:pt x="190870" y="280107"/>
                    <a:pt x="191863" y="279611"/>
                  </a:cubicBezTo>
                  <a:cubicBezTo>
                    <a:pt x="192108" y="278874"/>
                    <a:pt x="192354" y="278137"/>
                    <a:pt x="192607" y="277378"/>
                  </a:cubicBezTo>
                  <a:cubicBezTo>
                    <a:pt x="193343" y="277271"/>
                    <a:pt x="194080" y="277163"/>
                    <a:pt x="194839" y="277053"/>
                  </a:cubicBezTo>
                  <a:cubicBezTo>
                    <a:pt x="195576" y="276915"/>
                    <a:pt x="196313" y="276776"/>
                    <a:pt x="197072" y="276634"/>
                  </a:cubicBezTo>
                  <a:cubicBezTo>
                    <a:pt x="197194" y="276128"/>
                    <a:pt x="197317" y="275621"/>
                    <a:pt x="197444" y="275099"/>
                  </a:cubicBezTo>
                  <a:cubicBezTo>
                    <a:pt x="197566" y="274624"/>
                    <a:pt x="197689" y="274148"/>
                    <a:pt x="197816" y="273658"/>
                  </a:cubicBezTo>
                  <a:cubicBezTo>
                    <a:pt x="200095" y="273471"/>
                    <a:pt x="200095" y="273471"/>
                    <a:pt x="202281" y="273658"/>
                  </a:cubicBezTo>
                  <a:cubicBezTo>
                    <a:pt x="202281" y="272675"/>
                    <a:pt x="202281" y="271693"/>
                    <a:pt x="202281" y="270681"/>
                  </a:cubicBezTo>
                  <a:cubicBezTo>
                    <a:pt x="203756" y="270147"/>
                    <a:pt x="205245" y="269652"/>
                    <a:pt x="206745" y="269193"/>
                  </a:cubicBezTo>
                  <a:cubicBezTo>
                    <a:pt x="206991" y="268456"/>
                    <a:pt x="207236" y="267719"/>
                    <a:pt x="207490" y="266960"/>
                  </a:cubicBezTo>
                  <a:cubicBezTo>
                    <a:pt x="208103" y="266853"/>
                    <a:pt x="208717" y="266745"/>
                    <a:pt x="209350" y="266635"/>
                  </a:cubicBezTo>
                  <a:cubicBezTo>
                    <a:pt x="209964" y="266497"/>
                    <a:pt x="210578" y="266358"/>
                    <a:pt x="211210" y="266216"/>
                  </a:cubicBezTo>
                  <a:cubicBezTo>
                    <a:pt x="211333" y="265710"/>
                    <a:pt x="211456" y="265203"/>
                    <a:pt x="211582" y="264681"/>
                  </a:cubicBezTo>
                  <a:cubicBezTo>
                    <a:pt x="211705" y="264206"/>
                    <a:pt x="211828" y="263730"/>
                    <a:pt x="211954" y="263240"/>
                  </a:cubicBezTo>
                  <a:cubicBezTo>
                    <a:pt x="213195" y="263240"/>
                    <a:pt x="214435" y="263240"/>
                    <a:pt x="215675" y="263240"/>
                  </a:cubicBezTo>
                  <a:cubicBezTo>
                    <a:pt x="215905" y="262764"/>
                    <a:pt x="216136" y="262288"/>
                    <a:pt x="216373" y="261798"/>
                  </a:cubicBezTo>
                  <a:cubicBezTo>
                    <a:pt x="216634" y="261291"/>
                    <a:pt x="216895" y="260785"/>
                    <a:pt x="217163" y="260263"/>
                  </a:cubicBezTo>
                  <a:cubicBezTo>
                    <a:pt x="217915" y="260140"/>
                    <a:pt x="218667" y="260017"/>
                    <a:pt x="219442" y="259891"/>
                  </a:cubicBezTo>
                  <a:cubicBezTo>
                    <a:pt x="220164" y="259768"/>
                    <a:pt x="220885" y="259645"/>
                    <a:pt x="221628" y="259519"/>
                  </a:cubicBezTo>
                  <a:cubicBezTo>
                    <a:pt x="221751" y="259012"/>
                    <a:pt x="221874" y="258506"/>
                    <a:pt x="222000" y="257984"/>
                  </a:cubicBezTo>
                  <a:cubicBezTo>
                    <a:pt x="222123" y="257508"/>
                    <a:pt x="222246" y="257032"/>
                    <a:pt x="222372" y="256542"/>
                  </a:cubicBezTo>
                  <a:cubicBezTo>
                    <a:pt x="223861" y="256542"/>
                    <a:pt x="225349" y="256542"/>
                    <a:pt x="226837" y="256542"/>
                  </a:cubicBezTo>
                  <a:cubicBezTo>
                    <a:pt x="227093" y="255552"/>
                    <a:pt x="227340" y="254560"/>
                    <a:pt x="227581" y="253566"/>
                  </a:cubicBezTo>
                  <a:cubicBezTo>
                    <a:pt x="229860" y="253008"/>
                    <a:pt x="229860" y="253008"/>
                    <a:pt x="232046" y="252822"/>
                  </a:cubicBezTo>
                  <a:cubicBezTo>
                    <a:pt x="232046" y="251839"/>
                    <a:pt x="232046" y="250857"/>
                    <a:pt x="232046" y="249845"/>
                  </a:cubicBezTo>
                  <a:cubicBezTo>
                    <a:pt x="233518" y="249301"/>
                    <a:pt x="235008" y="248808"/>
                    <a:pt x="236511" y="248357"/>
                  </a:cubicBezTo>
                  <a:cubicBezTo>
                    <a:pt x="237002" y="247620"/>
                    <a:pt x="237493" y="246883"/>
                    <a:pt x="237999" y="246124"/>
                  </a:cubicBezTo>
                  <a:cubicBezTo>
                    <a:pt x="239953" y="245985"/>
                    <a:pt x="239953" y="245985"/>
                    <a:pt x="241720" y="246124"/>
                  </a:cubicBezTo>
                  <a:cubicBezTo>
                    <a:pt x="241720" y="245142"/>
                    <a:pt x="241720" y="244160"/>
                    <a:pt x="241720" y="243148"/>
                  </a:cubicBezTo>
                  <a:cubicBezTo>
                    <a:pt x="242441" y="243086"/>
                    <a:pt x="243163" y="243025"/>
                    <a:pt x="243906" y="242962"/>
                  </a:cubicBezTo>
                  <a:cubicBezTo>
                    <a:pt x="244658" y="242778"/>
                    <a:pt x="245410" y="242593"/>
                    <a:pt x="246185" y="242404"/>
                  </a:cubicBezTo>
                  <a:cubicBezTo>
                    <a:pt x="246292" y="241897"/>
                    <a:pt x="246400" y="241391"/>
                    <a:pt x="246510" y="240869"/>
                  </a:cubicBezTo>
                  <a:cubicBezTo>
                    <a:pt x="246649" y="240393"/>
                    <a:pt x="246787" y="239917"/>
                    <a:pt x="246929" y="239427"/>
                  </a:cubicBezTo>
                  <a:cubicBezTo>
                    <a:pt x="249580" y="239241"/>
                    <a:pt x="249580" y="239241"/>
                    <a:pt x="252138" y="239427"/>
                  </a:cubicBezTo>
                  <a:cubicBezTo>
                    <a:pt x="252138" y="238445"/>
                    <a:pt x="252138" y="237463"/>
                    <a:pt x="252138" y="236450"/>
                  </a:cubicBezTo>
                  <a:cubicBezTo>
                    <a:pt x="253863" y="235917"/>
                    <a:pt x="255601" y="235422"/>
                    <a:pt x="257347" y="234962"/>
                  </a:cubicBezTo>
                  <a:cubicBezTo>
                    <a:pt x="257593" y="234226"/>
                    <a:pt x="257838" y="233489"/>
                    <a:pt x="258091" y="232730"/>
                  </a:cubicBezTo>
                  <a:cubicBezTo>
                    <a:pt x="259331" y="232482"/>
                    <a:pt x="260572" y="232234"/>
                    <a:pt x="261812" y="231986"/>
                  </a:cubicBezTo>
                  <a:cubicBezTo>
                    <a:pt x="262057" y="231249"/>
                    <a:pt x="262303" y="230512"/>
                    <a:pt x="262556" y="229753"/>
                  </a:cubicBezTo>
                  <a:cubicBezTo>
                    <a:pt x="264292" y="229257"/>
                    <a:pt x="266029" y="228761"/>
                    <a:pt x="267765" y="228265"/>
                  </a:cubicBezTo>
                  <a:cubicBezTo>
                    <a:pt x="268011" y="227528"/>
                    <a:pt x="268256" y="226792"/>
                    <a:pt x="268509" y="226033"/>
                  </a:cubicBezTo>
                  <a:cubicBezTo>
                    <a:pt x="269246" y="225925"/>
                    <a:pt x="269982" y="225818"/>
                    <a:pt x="270741" y="225707"/>
                  </a:cubicBezTo>
                  <a:cubicBezTo>
                    <a:pt x="271478" y="225569"/>
                    <a:pt x="272215" y="225431"/>
                    <a:pt x="272974" y="225288"/>
                  </a:cubicBezTo>
                  <a:cubicBezTo>
                    <a:pt x="273081" y="224782"/>
                    <a:pt x="273189" y="224275"/>
                    <a:pt x="273299" y="223754"/>
                  </a:cubicBezTo>
                  <a:cubicBezTo>
                    <a:pt x="273438" y="223278"/>
                    <a:pt x="273576" y="222802"/>
                    <a:pt x="273718" y="222312"/>
                  </a:cubicBezTo>
                  <a:cubicBezTo>
                    <a:pt x="276369" y="222126"/>
                    <a:pt x="276369" y="222126"/>
                    <a:pt x="278927" y="222312"/>
                  </a:cubicBezTo>
                  <a:cubicBezTo>
                    <a:pt x="278927" y="221330"/>
                    <a:pt x="278927" y="220347"/>
                    <a:pt x="278927" y="219335"/>
                  </a:cubicBezTo>
                  <a:cubicBezTo>
                    <a:pt x="280652" y="218802"/>
                    <a:pt x="282390" y="218307"/>
                    <a:pt x="284136" y="217847"/>
                  </a:cubicBezTo>
                  <a:cubicBezTo>
                    <a:pt x="284382" y="217110"/>
                    <a:pt x="284627" y="216374"/>
                    <a:pt x="284880" y="215615"/>
                  </a:cubicBezTo>
                  <a:cubicBezTo>
                    <a:pt x="286368" y="215367"/>
                    <a:pt x="287857" y="215118"/>
                    <a:pt x="289345" y="214870"/>
                  </a:cubicBezTo>
                  <a:cubicBezTo>
                    <a:pt x="289591" y="214134"/>
                    <a:pt x="289836" y="213397"/>
                    <a:pt x="290089" y="212638"/>
                  </a:cubicBezTo>
                  <a:cubicBezTo>
                    <a:pt x="292740" y="212126"/>
                    <a:pt x="292740" y="212126"/>
                    <a:pt x="295298" y="211894"/>
                  </a:cubicBezTo>
                  <a:cubicBezTo>
                    <a:pt x="295298" y="210912"/>
                    <a:pt x="295298" y="209929"/>
                    <a:pt x="295298" y="208917"/>
                  </a:cubicBezTo>
                  <a:cubicBezTo>
                    <a:pt x="296142" y="208994"/>
                    <a:pt x="296986" y="209071"/>
                    <a:pt x="297856" y="209150"/>
                  </a:cubicBezTo>
                  <a:cubicBezTo>
                    <a:pt x="298731" y="209073"/>
                    <a:pt x="299606" y="208996"/>
                    <a:pt x="300507" y="208917"/>
                  </a:cubicBezTo>
                  <a:cubicBezTo>
                    <a:pt x="300792" y="207685"/>
                    <a:pt x="301038" y="206443"/>
                    <a:pt x="301251" y="205197"/>
                  </a:cubicBezTo>
                  <a:cubicBezTo>
                    <a:pt x="303484" y="204732"/>
                    <a:pt x="303484" y="204732"/>
                    <a:pt x="305716" y="204452"/>
                  </a:cubicBezTo>
                  <a:cubicBezTo>
                    <a:pt x="305962" y="203716"/>
                    <a:pt x="306207" y="202979"/>
                    <a:pt x="306460" y="202220"/>
                  </a:cubicBezTo>
                  <a:cubicBezTo>
                    <a:pt x="307335" y="201974"/>
                    <a:pt x="308210" y="201729"/>
                    <a:pt x="309111" y="201476"/>
                  </a:cubicBezTo>
                  <a:cubicBezTo>
                    <a:pt x="309955" y="201230"/>
                    <a:pt x="310799" y="200985"/>
                    <a:pt x="311669" y="200732"/>
                  </a:cubicBezTo>
                  <a:cubicBezTo>
                    <a:pt x="311669" y="199995"/>
                    <a:pt x="311669" y="199258"/>
                    <a:pt x="311669" y="198499"/>
                  </a:cubicBezTo>
                  <a:cubicBezTo>
                    <a:pt x="312621" y="198576"/>
                    <a:pt x="313572" y="198653"/>
                    <a:pt x="314553" y="198732"/>
                  </a:cubicBezTo>
                  <a:cubicBezTo>
                    <a:pt x="316178" y="198792"/>
                    <a:pt x="316178" y="198792"/>
                    <a:pt x="317622" y="198499"/>
                  </a:cubicBezTo>
                  <a:cubicBezTo>
                    <a:pt x="318550" y="196706"/>
                    <a:pt x="318550" y="196706"/>
                    <a:pt x="319111" y="194779"/>
                  </a:cubicBezTo>
                  <a:cubicBezTo>
                    <a:pt x="321017" y="194314"/>
                    <a:pt x="321017" y="194314"/>
                    <a:pt x="322831" y="194034"/>
                  </a:cubicBezTo>
                  <a:cubicBezTo>
                    <a:pt x="323077" y="193298"/>
                    <a:pt x="323322" y="192561"/>
                    <a:pt x="323575" y="191802"/>
                  </a:cubicBezTo>
                  <a:cubicBezTo>
                    <a:pt x="324435" y="191695"/>
                    <a:pt x="325294" y="191587"/>
                    <a:pt x="326180" y="191476"/>
                  </a:cubicBezTo>
                  <a:cubicBezTo>
                    <a:pt x="327039" y="191338"/>
                    <a:pt x="327899" y="191200"/>
                    <a:pt x="328784" y="191058"/>
                  </a:cubicBezTo>
                  <a:cubicBezTo>
                    <a:pt x="328907" y="190567"/>
                    <a:pt x="329030" y="190076"/>
                    <a:pt x="329157" y="189570"/>
                  </a:cubicBezTo>
                  <a:cubicBezTo>
                    <a:pt x="329279" y="189079"/>
                    <a:pt x="329402" y="188587"/>
                    <a:pt x="329529" y="188081"/>
                  </a:cubicBezTo>
                  <a:cubicBezTo>
                    <a:pt x="331260" y="187803"/>
                    <a:pt x="332997" y="187555"/>
                    <a:pt x="334738" y="187337"/>
                  </a:cubicBezTo>
                  <a:cubicBezTo>
                    <a:pt x="334983" y="186601"/>
                    <a:pt x="335229" y="185864"/>
                    <a:pt x="335482" y="185105"/>
                  </a:cubicBezTo>
                  <a:cubicBezTo>
                    <a:pt x="336857" y="184724"/>
                    <a:pt x="336857" y="184724"/>
                    <a:pt x="338505" y="184593"/>
                  </a:cubicBezTo>
                  <a:cubicBezTo>
                    <a:pt x="339472" y="184516"/>
                    <a:pt x="340439" y="184440"/>
                    <a:pt x="341435" y="184361"/>
                  </a:cubicBezTo>
                  <a:cubicBezTo>
                    <a:pt x="341435" y="183378"/>
                    <a:pt x="341435" y="182396"/>
                    <a:pt x="341435" y="181384"/>
                  </a:cubicBezTo>
                  <a:cubicBezTo>
                    <a:pt x="342279" y="181307"/>
                    <a:pt x="343123" y="181231"/>
                    <a:pt x="343993" y="181152"/>
                  </a:cubicBezTo>
                  <a:cubicBezTo>
                    <a:pt x="345305" y="180898"/>
                    <a:pt x="345305" y="180898"/>
                    <a:pt x="346644" y="180640"/>
                  </a:cubicBezTo>
                  <a:cubicBezTo>
                    <a:pt x="346889" y="179903"/>
                    <a:pt x="347135" y="179167"/>
                    <a:pt x="347388" y="178408"/>
                  </a:cubicBezTo>
                  <a:cubicBezTo>
                    <a:pt x="348247" y="178300"/>
                    <a:pt x="349107" y="178193"/>
                    <a:pt x="349992" y="178082"/>
                  </a:cubicBezTo>
                  <a:cubicBezTo>
                    <a:pt x="350852" y="177944"/>
                    <a:pt x="351711" y="177806"/>
                    <a:pt x="352597" y="177663"/>
                  </a:cubicBezTo>
                  <a:cubicBezTo>
                    <a:pt x="352720" y="177172"/>
                    <a:pt x="352843" y="176681"/>
                    <a:pt x="352969" y="176175"/>
                  </a:cubicBezTo>
                  <a:cubicBezTo>
                    <a:pt x="353092" y="175684"/>
                    <a:pt x="353215" y="175193"/>
                    <a:pt x="353341" y="174687"/>
                  </a:cubicBezTo>
                  <a:cubicBezTo>
                    <a:pt x="355077" y="174439"/>
                    <a:pt x="356814" y="174191"/>
                    <a:pt x="358550" y="173943"/>
                  </a:cubicBezTo>
                  <a:cubicBezTo>
                    <a:pt x="358657" y="173452"/>
                    <a:pt x="358765" y="172960"/>
                    <a:pt x="358876" y="172454"/>
                  </a:cubicBezTo>
                  <a:cubicBezTo>
                    <a:pt x="359014" y="171963"/>
                    <a:pt x="359152" y="171472"/>
                    <a:pt x="359294" y="170966"/>
                  </a:cubicBezTo>
                  <a:cubicBezTo>
                    <a:pt x="360842" y="170638"/>
                    <a:pt x="362318" y="170546"/>
                    <a:pt x="363899" y="170498"/>
                  </a:cubicBezTo>
                  <a:cubicBezTo>
                    <a:pt x="364566" y="170361"/>
                    <a:pt x="364566" y="170361"/>
                    <a:pt x="365247" y="170222"/>
                  </a:cubicBezTo>
                  <a:cubicBezTo>
                    <a:pt x="365493" y="169485"/>
                    <a:pt x="365738" y="168749"/>
                    <a:pt x="365991" y="167990"/>
                  </a:cubicBezTo>
                  <a:cubicBezTo>
                    <a:pt x="366851" y="167882"/>
                    <a:pt x="367710" y="167775"/>
                    <a:pt x="368596" y="167664"/>
                  </a:cubicBezTo>
                  <a:cubicBezTo>
                    <a:pt x="369455" y="167526"/>
                    <a:pt x="370315" y="167388"/>
                    <a:pt x="371200" y="167245"/>
                  </a:cubicBezTo>
                  <a:cubicBezTo>
                    <a:pt x="371308" y="166739"/>
                    <a:pt x="371415" y="166232"/>
                    <a:pt x="371526" y="165711"/>
                  </a:cubicBezTo>
                  <a:cubicBezTo>
                    <a:pt x="371664" y="165235"/>
                    <a:pt x="371802" y="164759"/>
                    <a:pt x="371945" y="164269"/>
                  </a:cubicBezTo>
                  <a:cubicBezTo>
                    <a:pt x="373929" y="164269"/>
                    <a:pt x="375913" y="164269"/>
                    <a:pt x="377898" y="164269"/>
                  </a:cubicBezTo>
                  <a:cubicBezTo>
                    <a:pt x="378154" y="163279"/>
                    <a:pt x="378401" y="162286"/>
                    <a:pt x="378642" y="161292"/>
                  </a:cubicBezTo>
                  <a:cubicBezTo>
                    <a:pt x="379991" y="160755"/>
                    <a:pt x="379991" y="160755"/>
                    <a:pt x="381618" y="160502"/>
                  </a:cubicBezTo>
                  <a:cubicBezTo>
                    <a:pt x="383218" y="160291"/>
                    <a:pt x="383218" y="160291"/>
                    <a:pt x="384595" y="159804"/>
                  </a:cubicBezTo>
                  <a:cubicBezTo>
                    <a:pt x="384841" y="159067"/>
                    <a:pt x="385086" y="158331"/>
                    <a:pt x="385339" y="157572"/>
                  </a:cubicBezTo>
                  <a:cubicBezTo>
                    <a:pt x="386199" y="157464"/>
                    <a:pt x="387058" y="157357"/>
                    <a:pt x="387944" y="157246"/>
                  </a:cubicBezTo>
                  <a:cubicBezTo>
                    <a:pt x="388803" y="157108"/>
                    <a:pt x="389663" y="156970"/>
                    <a:pt x="390548" y="156827"/>
                  </a:cubicBezTo>
                  <a:cubicBezTo>
                    <a:pt x="390817" y="155841"/>
                    <a:pt x="391067" y="154849"/>
                    <a:pt x="391292" y="153851"/>
                  </a:cubicBezTo>
                  <a:cubicBezTo>
                    <a:pt x="393478" y="153711"/>
                    <a:pt x="393478" y="153711"/>
                    <a:pt x="395757" y="153851"/>
                  </a:cubicBezTo>
                  <a:cubicBezTo>
                    <a:pt x="397509" y="153194"/>
                    <a:pt x="397509" y="153194"/>
                    <a:pt x="397990" y="150874"/>
                  </a:cubicBezTo>
                  <a:cubicBezTo>
                    <a:pt x="399338" y="150598"/>
                    <a:pt x="399338" y="150598"/>
                    <a:pt x="400966" y="150549"/>
                  </a:cubicBezTo>
                  <a:cubicBezTo>
                    <a:pt x="402572" y="150451"/>
                    <a:pt x="402572" y="150451"/>
                    <a:pt x="403943" y="150130"/>
                  </a:cubicBezTo>
                  <a:cubicBezTo>
                    <a:pt x="404065" y="149639"/>
                    <a:pt x="404188" y="149148"/>
                    <a:pt x="404315" y="148642"/>
                  </a:cubicBezTo>
                  <a:cubicBezTo>
                    <a:pt x="404437" y="148151"/>
                    <a:pt x="404560" y="147660"/>
                    <a:pt x="404687" y="147154"/>
                  </a:cubicBezTo>
                  <a:cubicBezTo>
                    <a:pt x="406234" y="146824"/>
                    <a:pt x="407711" y="146734"/>
                    <a:pt x="409291" y="146686"/>
                  </a:cubicBezTo>
                  <a:cubicBezTo>
                    <a:pt x="409959" y="146549"/>
                    <a:pt x="409959" y="146549"/>
                    <a:pt x="410640" y="146409"/>
                  </a:cubicBezTo>
                  <a:cubicBezTo>
                    <a:pt x="410886" y="145673"/>
                    <a:pt x="411131" y="144936"/>
                    <a:pt x="411384" y="144177"/>
                  </a:cubicBezTo>
                  <a:cubicBezTo>
                    <a:pt x="412907" y="143652"/>
                    <a:pt x="414402" y="143426"/>
                    <a:pt x="415988" y="143154"/>
                  </a:cubicBezTo>
                  <a:cubicBezTo>
                    <a:pt x="416434" y="143000"/>
                    <a:pt x="416879" y="142847"/>
                    <a:pt x="417337" y="142689"/>
                  </a:cubicBezTo>
                  <a:cubicBezTo>
                    <a:pt x="417583" y="141952"/>
                    <a:pt x="417828" y="141215"/>
                    <a:pt x="418081" y="140456"/>
                  </a:cubicBezTo>
                  <a:cubicBezTo>
                    <a:pt x="419588" y="140289"/>
                    <a:pt x="421098" y="140128"/>
                    <a:pt x="422613" y="140087"/>
                  </a:cubicBezTo>
                  <a:cubicBezTo>
                    <a:pt x="423082" y="139963"/>
                    <a:pt x="423551" y="139840"/>
                    <a:pt x="424034" y="139712"/>
                  </a:cubicBezTo>
                  <a:cubicBezTo>
                    <a:pt x="424271" y="139216"/>
                    <a:pt x="424508" y="138720"/>
                    <a:pt x="424752" y="138209"/>
                  </a:cubicBezTo>
                  <a:cubicBezTo>
                    <a:pt x="425007" y="137723"/>
                    <a:pt x="425261" y="137237"/>
                    <a:pt x="425523" y="136736"/>
                  </a:cubicBezTo>
                  <a:cubicBezTo>
                    <a:pt x="427133" y="136445"/>
                    <a:pt x="427133" y="136445"/>
                    <a:pt x="428964" y="136550"/>
                  </a:cubicBezTo>
                  <a:cubicBezTo>
                    <a:pt x="429573" y="136576"/>
                    <a:pt x="430181" y="136603"/>
                    <a:pt x="430807" y="136631"/>
                  </a:cubicBezTo>
                  <a:cubicBezTo>
                    <a:pt x="431273" y="136666"/>
                    <a:pt x="431740" y="136700"/>
                    <a:pt x="432220" y="136736"/>
                  </a:cubicBezTo>
                  <a:cubicBezTo>
                    <a:pt x="432220" y="135753"/>
                    <a:pt x="432220" y="134771"/>
                    <a:pt x="432220" y="133759"/>
                  </a:cubicBezTo>
                  <a:cubicBezTo>
                    <a:pt x="433746" y="133662"/>
                    <a:pt x="435272" y="133565"/>
                    <a:pt x="436798" y="133468"/>
                  </a:cubicBezTo>
                  <a:cubicBezTo>
                    <a:pt x="437252" y="133319"/>
                    <a:pt x="437706" y="133169"/>
                    <a:pt x="438173" y="133015"/>
                  </a:cubicBezTo>
                  <a:cubicBezTo>
                    <a:pt x="438281" y="132516"/>
                    <a:pt x="438388" y="132017"/>
                    <a:pt x="438499" y="131503"/>
                  </a:cubicBezTo>
                  <a:cubicBezTo>
                    <a:pt x="438637" y="131020"/>
                    <a:pt x="438775" y="130537"/>
                    <a:pt x="438917" y="130038"/>
                  </a:cubicBezTo>
                  <a:cubicBezTo>
                    <a:pt x="440618" y="129748"/>
                    <a:pt x="440618" y="129748"/>
                    <a:pt x="442684" y="129852"/>
                  </a:cubicBezTo>
                  <a:cubicBezTo>
                    <a:pt x="443368" y="129879"/>
                    <a:pt x="444052" y="129906"/>
                    <a:pt x="444757" y="129934"/>
                  </a:cubicBezTo>
                  <a:cubicBezTo>
                    <a:pt x="445286" y="129968"/>
                    <a:pt x="445814" y="130003"/>
                    <a:pt x="446359" y="130038"/>
                  </a:cubicBezTo>
                  <a:cubicBezTo>
                    <a:pt x="446359" y="129056"/>
                    <a:pt x="446359" y="128074"/>
                    <a:pt x="446359" y="127062"/>
                  </a:cubicBezTo>
                  <a:cubicBezTo>
                    <a:pt x="447824" y="126524"/>
                    <a:pt x="447824" y="126524"/>
                    <a:pt x="449707" y="126271"/>
                  </a:cubicBezTo>
                  <a:cubicBezTo>
                    <a:pt x="451540" y="126069"/>
                    <a:pt x="451540" y="126069"/>
                    <a:pt x="453056" y="125574"/>
                  </a:cubicBezTo>
                  <a:cubicBezTo>
                    <a:pt x="453056" y="124837"/>
                    <a:pt x="453056" y="124100"/>
                    <a:pt x="453056" y="123341"/>
                  </a:cubicBezTo>
                  <a:cubicBezTo>
                    <a:pt x="453584" y="123313"/>
                    <a:pt x="454113" y="123285"/>
                    <a:pt x="454658" y="123257"/>
                  </a:cubicBezTo>
                  <a:cubicBezTo>
                    <a:pt x="455684" y="123183"/>
                    <a:pt x="455684" y="123183"/>
                    <a:pt x="456730" y="123109"/>
                  </a:cubicBezTo>
                  <a:cubicBezTo>
                    <a:pt x="457753" y="123044"/>
                    <a:pt x="457753" y="123044"/>
                    <a:pt x="458797" y="122978"/>
                  </a:cubicBezTo>
                  <a:cubicBezTo>
                    <a:pt x="459358" y="122852"/>
                    <a:pt x="459919" y="122726"/>
                    <a:pt x="460497" y="122597"/>
                  </a:cubicBezTo>
                  <a:cubicBezTo>
                    <a:pt x="460743" y="121860"/>
                    <a:pt x="460988" y="121124"/>
                    <a:pt x="461241" y="120365"/>
                  </a:cubicBezTo>
                  <a:cubicBezTo>
                    <a:pt x="462962" y="119899"/>
                    <a:pt x="462962" y="119899"/>
                    <a:pt x="464962" y="119620"/>
                  </a:cubicBezTo>
                  <a:cubicBezTo>
                    <a:pt x="466597" y="119399"/>
                    <a:pt x="466597" y="119399"/>
                    <a:pt x="467939" y="118876"/>
                  </a:cubicBezTo>
                  <a:cubicBezTo>
                    <a:pt x="468184" y="118140"/>
                    <a:pt x="468430" y="117403"/>
                    <a:pt x="468683" y="116644"/>
                  </a:cubicBezTo>
                  <a:cubicBezTo>
                    <a:pt x="470383" y="116263"/>
                    <a:pt x="470383" y="116263"/>
                    <a:pt x="472450" y="116132"/>
                  </a:cubicBezTo>
                  <a:cubicBezTo>
                    <a:pt x="473476" y="116059"/>
                    <a:pt x="473476" y="116059"/>
                    <a:pt x="474523" y="115984"/>
                  </a:cubicBezTo>
                  <a:cubicBezTo>
                    <a:pt x="475051" y="115956"/>
                    <a:pt x="475580" y="115928"/>
                    <a:pt x="476124" y="115900"/>
                  </a:cubicBezTo>
                  <a:cubicBezTo>
                    <a:pt x="476124" y="114917"/>
                    <a:pt x="476124" y="113935"/>
                    <a:pt x="476124" y="112923"/>
                  </a:cubicBezTo>
                  <a:cubicBezTo>
                    <a:pt x="476837" y="112881"/>
                    <a:pt x="476837" y="112881"/>
                    <a:pt x="477563" y="112839"/>
                  </a:cubicBezTo>
                  <a:cubicBezTo>
                    <a:pt x="478178" y="112790"/>
                    <a:pt x="478793" y="112741"/>
                    <a:pt x="479426" y="112691"/>
                  </a:cubicBezTo>
                  <a:cubicBezTo>
                    <a:pt x="480346" y="112626"/>
                    <a:pt x="480346" y="112626"/>
                    <a:pt x="481284" y="112560"/>
                  </a:cubicBezTo>
                  <a:cubicBezTo>
                    <a:pt x="481791" y="112434"/>
                    <a:pt x="482299" y="112308"/>
                    <a:pt x="482822" y="112179"/>
                  </a:cubicBezTo>
                  <a:cubicBezTo>
                    <a:pt x="483067" y="111442"/>
                    <a:pt x="483313" y="110706"/>
                    <a:pt x="483566" y="109947"/>
                  </a:cubicBezTo>
                  <a:cubicBezTo>
                    <a:pt x="485429" y="109566"/>
                    <a:pt x="485429" y="109566"/>
                    <a:pt x="487705" y="109435"/>
                  </a:cubicBezTo>
                  <a:cubicBezTo>
                    <a:pt x="488458" y="109386"/>
                    <a:pt x="489211" y="109337"/>
                    <a:pt x="489987" y="109287"/>
                  </a:cubicBezTo>
                  <a:cubicBezTo>
                    <a:pt x="490569" y="109259"/>
                    <a:pt x="491151" y="109231"/>
                    <a:pt x="491751" y="109202"/>
                  </a:cubicBezTo>
                  <a:cubicBezTo>
                    <a:pt x="491751" y="108220"/>
                    <a:pt x="491751" y="107238"/>
                    <a:pt x="491751" y="106226"/>
                  </a:cubicBezTo>
                  <a:cubicBezTo>
                    <a:pt x="492464" y="106184"/>
                    <a:pt x="492464" y="106184"/>
                    <a:pt x="493190" y="106142"/>
                  </a:cubicBezTo>
                  <a:cubicBezTo>
                    <a:pt x="493805" y="106093"/>
                    <a:pt x="494420" y="106044"/>
                    <a:pt x="495053" y="105993"/>
                  </a:cubicBezTo>
                  <a:cubicBezTo>
                    <a:pt x="495973" y="105929"/>
                    <a:pt x="495973" y="105929"/>
                    <a:pt x="496911" y="105863"/>
                  </a:cubicBezTo>
                  <a:cubicBezTo>
                    <a:pt x="497418" y="105737"/>
                    <a:pt x="497926" y="105611"/>
                    <a:pt x="498449" y="105482"/>
                  </a:cubicBezTo>
                  <a:cubicBezTo>
                    <a:pt x="498694" y="104745"/>
                    <a:pt x="498940" y="104008"/>
                    <a:pt x="499193" y="103249"/>
                  </a:cubicBezTo>
                  <a:cubicBezTo>
                    <a:pt x="500910" y="102930"/>
                    <a:pt x="502561" y="102922"/>
                    <a:pt x="504306" y="102880"/>
                  </a:cubicBezTo>
                  <a:cubicBezTo>
                    <a:pt x="505090" y="102695"/>
                    <a:pt x="505090" y="102695"/>
                    <a:pt x="505890" y="102505"/>
                  </a:cubicBezTo>
                  <a:cubicBezTo>
                    <a:pt x="506128" y="102013"/>
                    <a:pt x="506366" y="101521"/>
                    <a:pt x="506611" y="101014"/>
                  </a:cubicBezTo>
                  <a:cubicBezTo>
                    <a:pt x="506991" y="100279"/>
                    <a:pt x="506991" y="100279"/>
                    <a:pt x="507378" y="99529"/>
                  </a:cubicBezTo>
                  <a:cubicBezTo>
                    <a:pt x="509339" y="99137"/>
                    <a:pt x="511175" y="99156"/>
                    <a:pt x="513171" y="99133"/>
                  </a:cubicBezTo>
                  <a:cubicBezTo>
                    <a:pt x="513715" y="99018"/>
                    <a:pt x="514259" y="98903"/>
                    <a:pt x="514820" y="98784"/>
                  </a:cubicBezTo>
                  <a:cubicBezTo>
                    <a:pt x="514941" y="98294"/>
                    <a:pt x="515063" y="97804"/>
                    <a:pt x="515189" y="97299"/>
                  </a:cubicBezTo>
                  <a:cubicBezTo>
                    <a:pt x="515374" y="96561"/>
                    <a:pt x="515374" y="96561"/>
                    <a:pt x="515564" y="95808"/>
                  </a:cubicBezTo>
                  <a:cubicBezTo>
                    <a:pt x="517238" y="95433"/>
                    <a:pt x="517238" y="95433"/>
                    <a:pt x="519284" y="95389"/>
                  </a:cubicBezTo>
                  <a:cubicBezTo>
                    <a:pt x="521277" y="95389"/>
                    <a:pt x="521277" y="95389"/>
                    <a:pt x="523005" y="95064"/>
                  </a:cubicBezTo>
                  <a:cubicBezTo>
                    <a:pt x="523251" y="94327"/>
                    <a:pt x="523496" y="93590"/>
                    <a:pt x="523749" y="92831"/>
                  </a:cubicBezTo>
                  <a:cubicBezTo>
                    <a:pt x="525775" y="92451"/>
                    <a:pt x="525775" y="92451"/>
                    <a:pt x="528261" y="92320"/>
                  </a:cubicBezTo>
                  <a:cubicBezTo>
                    <a:pt x="529083" y="92271"/>
                    <a:pt x="529905" y="92222"/>
                    <a:pt x="530752" y="92172"/>
                  </a:cubicBezTo>
                  <a:cubicBezTo>
                    <a:pt x="531388" y="92144"/>
                    <a:pt x="532024" y="92116"/>
                    <a:pt x="532679" y="92087"/>
                  </a:cubicBezTo>
                  <a:cubicBezTo>
                    <a:pt x="532679" y="91105"/>
                    <a:pt x="532679" y="90123"/>
                    <a:pt x="532679" y="89111"/>
                  </a:cubicBezTo>
                  <a:cubicBezTo>
                    <a:pt x="533208" y="89083"/>
                    <a:pt x="533736" y="89055"/>
                    <a:pt x="534281" y="89026"/>
                  </a:cubicBezTo>
                  <a:cubicBezTo>
                    <a:pt x="534965" y="88977"/>
                    <a:pt x="535649" y="88929"/>
                    <a:pt x="536353" y="88878"/>
                  </a:cubicBezTo>
                  <a:cubicBezTo>
                    <a:pt x="537035" y="88835"/>
                    <a:pt x="537717" y="88792"/>
                    <a:pt x="538420" y="88747"/>
                  </a:cubicBezTo>
                  <a:cubicBezTo>
                    <a:pt x="538981" y="88622"/>
                    <a:pt x="539542" y="88496"/>
                    <a:pt x="540120" y="88367"/>
                  </a:cubicBezTo>
                  <a:cubicBezTo>
                    <a:pt x="540366" y="87630"/>
                    <a:pt x="540612" y="86893"/>
                    <a:pt x="540865" y="86134"/>
                  </a:cubicBezTo>
                  <a:cubicBezTo>
                    <a:pt x="542891" y="85753"/>
                    <a:pt x="542891" y="85753"/>
                    <a:pt x="545376" y="85623"/>
                  </a:cubicBezTo>
                  <a:cubicBezTo>
                    <a:pt x="546198" y="85574"/>
                    <a:pt x="547020" y="85525"/>
                    <a:pt x="547867" y="85474"/>
                  </a:cubicBezTo>
                  <a:cubicBezTo>
                    <a:pt x="548503" y="85446"/>
                    <a:pt x="549139" y="85419"/>
                    <a:pt x="549794" y="85390"/>
                  </a:cubicBezTo>
                  <a:cubicBezTo>
                    <a:pt x="549794" y="84408"/>
                    <a:pt x="549794" y="83425"/>
                    <a:pt x="549794" y="82413"/>
                  </a:cubicBezTo>
                  <a:cubicBezTo>
                    <a:pt x="550430" y="82394"/>
                    <a:pt x="551066" y="82375"/>
                    <a:pt x="551721" y="82355"/>
                  </a:cubicBezTo>
                  <a:cubicBezTo>
                    <a:pt x="552544" y="82313"/>
                    <a:pt x="553366" y="82271"/>
                    <a:pt x="554213" y="82227"/>
                  </a:cubicBezTo>
                  <a:cubicBezTo>
                    <a:pt x="555033" y="82193"/>
                    <a:pt x="555853" y="82158"/>
                    <a:pt x="556698" y="82123"/>
                  </a:cubicBezTo>
                  <a:cubicBezTo>
                    <a:pt x="557366" y="81973"/>
                    <a:pt x="558035" y="81823"/>
                    <a:pt x="558724" y="81669"/>
                  </a:cubicBezTo>
                  <a:cubicBezTo>
                    <a:pt x="558987" y="80681"/>
                    <a:pt x="559235" y="79689"/>
                    <a:pt x="559468" y="78693"/>
                  </a:cubicBezTo>
                  <a:cubicBezTo>
                    <a:pt x="561305" y="78318"/>
                    <a:pt x="561305" y="78318"/>
                    <a:pt x="563561" y="78274"/>
                  </a:cubicBezTo>
                  <a:cubicBezTo>
                    <a:pt x="565754" y="78274"/>
                    <a:pt x="565754" y="78274"/>
                    <a:pt x="567654" y="77949"/>
                  </a:cubicBezTo>
                  <a:cubicBezTo>
                    <a:pt x="567899" y="77212"/>
                    <a:pt x="568145" y="76475"/>
                    <a:pt x="568398" y="75716"/>
                  </a:cubicBezTo>
                  <a:cubicBezTo>
                    <a:pt x="570717" y="75396"/>
                    <a:pt x="572988" y="75388"/>
                    <a:pt x="575328" y="75347"/>
                  </a:cubicBezTo>
                  <a:cubicBezTo>
                    <a:pt x="575988" y="75223"/>
                    <a:pt x="576647" y="75099"/>
                    <a:pt x="577327" y="74972"/>
                  </a:cubicBezTo>
                  <a:cubicBezTo>
                    <a:pt x="577590" y="73984"/>
                    <a:pt x="577838" y="72991"/>
                    <a:pt x="578072" y="71995"/>
                  </a:cubicBezTo>
                  <a:cubicBezTo>
                    <a:pt x="579909" y="71620"/>
                    <a:pt x="579909" y="71620"/>
                    <a:pt x="582164" y="71577"/>
                  </a:cubicBezTo>
                  <a:cubicBezTo>
                    <a:pt x="584358" y="71577"/>
                    <a:pt x="584358" y="71577"/>
                    <a:pt x="586257" y="71251"/>
                  </a:cubicBezTo>
                  <a:cubicBezTo>
                    <a:pt x="586503" y="70515"/>
                    <a:pt x="586748" y="69778"/>
                    <a:pt x="587001" y="69019"/>
                  </a:cubicBezTo>
                  <a:cubicBezTo>
                    <a:pt x="589353" y="68638"/>
                    <a:pt x="589353" y="68638"/>
                    <a:pt x="592257" y="68507"/>
                  </a:cubicBezTo>
                  <a:cubicBezTo>
                    <a:pt x="593217" y="68458"/>
                    <a:pt x="594177" y="68409"/>
                    <a:pt x="595166" y="68359"/>
                  </a:cubicBezTo>
                  <a:cubicBezTo>
                    <a:pt x="596282" y="68317"/>
                    <a:pt x="596282" y="68317"/>
                    <a:pt x="597419" y="68275"/>
                  </a:cubicBezTo>
                  <a:cubicBezTo>
                    <a:pt x="597419" y="67292"/>
                    <a:pt x="597419" y="66310"/>
                    <a:pt x="597419" y="65298"/>
                  </a:cubicBezTo>
                  <a:cubicBezTo>
                    <a:pt x="598100" y="65279"/>
                    <a:pt x="598781" y="65260"/>
                    <a:pt x="599483" y="65240"/>
                  </a:cubicBezTo>
                  <a:cubicBezTo>
                    <a:pt x="600810" y="65177"/>
                    <a:pt x="600810" y="65177"/>
                    <a:pt x="602163" y="65112"/>
                  </a:cubicBezTo>
                  <a:cubicBezTo>
                    <a:pt x="603044" y="65078"/>
                    <a:pt x="603924" y="65043"/>
                    <a:pt x="604832" y="65007"/>
                  </a:cubicBezTo>
                  <a:cubicBezTo>
                    <a:pt x="605578" y="64858"/>
                    <a:pt x="606324" y="64708"/>
                    <a:pt x="607093" y="64554"/>
                  </a:cubicBezTo>
                  <a:cubicBezTo>
                    <a:pt x="607450" y="63806"/>
                    <a:pt x="607450" y="63806"/>
                    <a:pt x="607814" y="63042"/>
                  </a:cubicBezTo>
                  <a:cubicBezTo>
                    <a:pt x="608067" y="62559"/>
                    <a:pt x="608320" y="62076"/>
                    <a:pt x="608581" y="61577"/>
                  </a:cubicBezTo>
                  <a:cubicBezTo>
                    <a:pt x="611006" y="61287"/>
                    <a:pt x="611006" y="61287"/>
                    <a:pt x="613883" y="61391"/>
                  </a:cubicBezTo>
                  <a:cubicBezTo>
                    <a:pt x="614837" y="61418"/>
                    <a:pt x="615790" y="61445"/>
                    <a:pt x="616773" y="61473"/>
                  </a:cubicBezTo>
                  <a:cubicBezTo>
                    <a:pt x="617507" y="61507"/>
                    <a:pt x="618242" y="61542"/>
                    <a:pt x="618999" y="61577"/>
                  </a:cubicBezTo>
                  <a:cubicBezTo>
                    <a:pt x="618999" y="60595"/>
                    <a:pt x="618999" y="59613"/>
                    <a:pt x="618999" y="58601"/>
                  </a:cubicBezTo>
                  <a:cubicBezTo>
                    <a:pt x="619743" y="58644"/>
                    <a:pt x="620486" y="58687"/>
                    <a:pt x="621252" y="58732"/>
                  </a:cubicBezTo>
                  <a:cubicBezTo>
                    <a:pt x="622692" y="58782"/>
                    <a:pt x="622692" y="58782"/>
                    <a:pt x="624162" y="58833"/>
                  </a:cubicBezTo>
                  <a:cubicBezTo>
                    <a:pt x="625120" y="58877"/>
                    <a:pt x="626078" y="58920"/>
                    <a:pt x="627066" y="58964"/>
                  </a:cubicBezTo>
                  <a:cubicBezTo>
                    <a:pt x="628230" y="58784"/>
                    <a:pt x="628230" y="58784"/>
                    <a:pt x="629417" y="58601"/>
                  </a:cubicBezTo>
                  <a:cubicBezTo>
                    <a:pt x="629540" y="57987"/>
                    <a:pt x="629663" y="57373"/>
                    <a:pt x="629789" y="56741"/>
                  </a:cubicBezTo>
                  <a:cubicBezTo>
                    <a:pt x="629912" y="56127"/>
                    <a:pt x="630035" y="55513"/>
                    <a:pt x="630161" y="54880"/>
                  </a:cubicBezTo>
                  <a:cubicBezTo>
                    <a:pt x="632513" y="54517"/>
                    <a:pt x="632513" y="54517"/>
                    <a:pt x="635417" y="54648"/>
                  </a:cubicBezTo>
                  <a:cubicBezTo>
                    <a:pt x="636857" y="54698"/>
                    <a:pt x="636857" y="54698"/>
                    <a:pt x="638327" y="54749"/>
                  </a:cubicBezTo>
                  <a:cubicBezTo>
                    <a:pt x="639070" y="54793"/>
                    <a:pt x="639813" y="54836"/>
                    <a:pt x="640579" y="54880"/>
                  </a:cubicBezTo>
                  <a:cubicBezTo>
                    <a:pt x="640579" y="53898"/>
                    <a:pt x="640579" y="52916"/>
                    <a:pt x="640579" y="51904"/>
                  </a:cubicBezTo>
                  <a:cubicBezTo>
                    <a:pt x="641323" y="51884"/>
                    <a:pt x="642066" y="51865"/>
                    <a:pt x="642832" y="51846"/>
                  </a:cubicBezTo>
                  <a:cubicBezTo>
                    <a:pt x="643792" y="51803"/>
                    <a:pt x="644753" y="51761"/>
                    <a:pt x="645742" y="51718"/>
                  </a:cubicBezTo>
                  <a:cubicBezTo>
                    <a:pt x="646700" y="51683"/>
                    <a:pt x="647658" y="51649"/>
                    <a:pt x="648646" y="51613"/>
                  </a:cubicBezTo>
                  <a:cubicBezTo>
                    <a:pt x="649810" y="51388"/>
                    <a:pt x="649810" y="51388"/>
                    <a:pt x="650997" y="51160"/>
                  </a:cubicBezTo>
                  <a:cubicBezTo>
                    <a:pt x="651164" y="50417"/>
                    <a:pt x="651164" y="50417"/>
                    <a:pt x="651335" y="49660"/>
                  </a:cubicBezTo>
                  <a:cubicBezTo>
                    <a:pt x="651469" y="49172"/>
                    <a:pt x="651603" y="48685"/>
                    <a:pt x="651742" y="48183"/>
                  </a:cubicBezTo>
                  <a:cubicBezTo>
                    <a:pt x="654268" y="47840"/>
                    <a:pt x="656648" y="47806"/>
                    <a:pt x="659190" y="47820"/>
                  </a:cubicBezTo>
                  <a:cubicBezTo>
                    <a:pt x="662558" y="47780"/>
                    <a:pt x="662558" y="47780"/>
                    <a:pt x="665255" y="45936"/>
                  </a:cubicBezTo>
                  <a:cubicBezTo>
                    <a:pt x="665933" y="45206"/>
                    <a:pt x="665933" y="45206"/>
                    <a:pt x="666624" y="44462"/>
                  </a:cubicBezTo>
                  <a:cubicBezTo>
                    <a:pt x="668653" y="44198"/>
                    <a:pt x="668653" y="44198"/>
                    <a:pt x="670810" y="44323"/>
                  </a:cubicBezTo>
                  <a:cubicBezTo>
                    <a:pt x="673664" y="44562"/>
                    <a:pt x="673664" y="44562"/>
                    <a:pt x="676298" y="43718"/>
                  </a:cubicBezTo>
                  <a:cubicBezTo>
                    <a:pt x="676298" y="42981"/>
                    <a:pt x="676298" y="42245"/>
                    <a:pt x="676298" y="41486"/>
                  </a:cubicBezTo>
                  <a:cubicBezTo>
                    <a:pt x="677655" y="41457"/>
                    <a:pt x="677655" y="41457"/>
                    <a:pt x="679039" y="41428"/>
                  </a:cubicBezTo>
                  <a:cubicBezTo>
                    <a:pt x="680218" y="41386"/>
                    <a:pt x="681398" y="41343"/>
                    <a:pt x="682577" y="41300"/>
                  </a:cubicBezTo>
                  <a:cubicBezTo>
                    <a:pt x="683473" y="41284"/>
                    <a:pt x="683473" y="41284"/>
                    <a:pt x="684386" y="41268"/>
                  </a:cubicBezTo>
                  <a:cubicBezTo>
                    <a:pt x="686304" y="41220"/>
                    <a:pt x="686304" y="41220"/>
                    <a:pt x="688949" y="40742"/>
                  </a:cubicBezTo>
                  <a:cubicBezTo>
                    <a:pt x="689069" y="40249"/>
                    <a:pt x="689188" y="39756"/>
                    <a:pt x="689312" y="39248"/>
                  </a:cubicBezTo>
                  <a:cubicBezTo>
                    <a:pt x="689500" y="38514"/>
                    <a:pt x="689500" y="38514"/>
                    <a:pt x="689693" y="37765"/>
                  </a:cubicBezTo>
                  <a:cubicBezTo>
                    <a:pt x="690995" y="37394"/>
                    <a:pt x="690995" y="37394"/>
                    <a:pt x="692669" y="37390"/>
                  </a:cubicBezTo>
                  <a:cubicBezTo>
                    <a:pt x="693567" y="37369"/>
                    <a:pt x="693567" y="37369"/>
                    <a:pt x="694483" y="37348"/>
                  </a:cubicBezTo>
                  <a:cubicBezTo>
                    <a:pt x="695112" y="37347"/>
                    <a:pt x="695742" y="37347"/>
                    <a:pt x="696390" y="37346"/>
                  </a:cubicBezTo>
                  <a:cubicBezTo>
                    <a:pt x="697630" y="37340"/>
                    <a:pt x="698871" y="37324"/>
                    <a:pt x="700111" y="37297"/>
                  </a:cubicBezTo>
                  <a:cubicBezTo>
                    <a:pt x="700663" y="37296"/>
                    <a:pt x="701216" y="37296"/>
                    <a:pt x="701785" y="37295"/>
                  </a:cubicBezTo>
                  <a:cubicBezTo>
                    <a:pt x="702215" y="37205"/>
                    <a:pt x="702644" y="37114"/>
                    <a:pt x="703087" y="37021"/>
                  </a:cubicBezTo>
                  <a:cubicBezTo>
                    <a:pt x="703333" y="36284"/>
                    <a:pt x="703578" y="35547"/>
                    <a:pt x="703831" y="34788"/>
                  </a:cubicBezTo>
                  <a:cubicBezTo>
                    <a:pt x="705968" y="34517"/>
                    <a:pt x="707966" y="34372"/>
                    <a:pt x="710110" y="34323"/>
                  </a:cubicBezTo>
                  <a:cubicBezTo>
                    <a:pt x="714164" y="34377"/>
                    <a:pt x="714164" y="34377"/>
                    <a:pt x="717970" y="33300"/>
                  </a:cubicBezTo>
                  <a:cubicBezTo>
                    <a:pt x="717970" y="32563"/>
                    <a:pt x="717970" y="31827"/>
                    <a:pt x="717970" y="31068"/>
                  </a:cubicBezTo>
                  <a:cubicBezTo>
                    <a:pt x="718417" y="31057"/>
                    <a:pt x="718864" y="31046"/>
                    <a:pt x="719324" y="31035"/>
                  </a:cubicBezTo>
                  <a:cubicBezTo>
                    <a:pt x="721338" y="30980"/>
                    <a:pt x="723351" y="30908"/>
                    <a:pt x="725365" y="30835"/>
                  </a:cubicBezTo>
                  <a:cubicBezTo>
                    <a:pt x="726069" y="30818"/>
                    <a:pt x="726772" y="30802"/>
                    <a:pt x="727497" y="30784"/>
                  </a:cubicBezTo>
                  <a:cubicBezTo>
                    <a:pt x="728166" y="30758"/>
                    <a:pt x="728835" y="30732"/>
                    <a:pt x="729525" y="30704"/>
                  </a:cubicBezTo>
                  <a:cubicBezTo>
                    <a:pt x="730144" y="30685"/>
                    <a:pt x="730764" y="30665"/>
                    <a:pt x="731402" y="30645"/>
                  </a:cubicBezTo>
                  <a:cubicBezTo>
                    <a:pt x="731881" y="30539"/>
                    <a:pt x="732360" y="30433"/>
                    <a:pt x="732853" y="30324"/>
                  </a:cubicBezTo>
                  <a:cubicBezTo>
                    <a:pt x="733098" y="29587"/>
                    <a:pt x="733344" y="28850"/>
                    <a:pt x="733597" y="28091"/>
                  </a:cubicBezTo>
                  <a:cubicBezTo>
                    <a:pt x="735691" y="27797"/>
                    <a:pt x="737633" y="27640"/>
                    <a:pt x="739736" y="27580"/>
                  </a:cubicBezTo>
                  <a:cubicBezTo>
                    <a:pt x="740305" y="27554"/>
                    <a:pt x="740874" y="27529"/>
                    <a:pt x="741460" y="27503"/>
                  </a:cubicBezTo>
                  <a:cubicBezTo>
                    <a:pt x="744297" y="27382"/>
                    <a:pt x="747128" y="27319"/>
                    <a:pt x="749968" y="27347"/>
                  </a:cubicBezTo>
                  <a:cubicBezTo>
                    <a:pt x="749968" y="26365"/>
                    <a:pt x="749968" y="25382"/>
                    <a:pt x="749968" y="24370"/>
                  </a:cubicBezTo>
                  <a:cubicBezTo>
                    <a:pt x="750434" y="24363"/>
                    <a:pt x="750899" y="24357"/>
                    <a:pt x="751379" y="24349"/>
                  </a:cubicBezTo>
                  <a:cubicBezTo>
                    <a:pt x="753483" y="24309"/>
                    <a:pt x="755585" y="24247"/>
                    <a:pt x="757689" y="24184"/>
                  </a:cubicBezTo>
                  <a:cubicBezTo>
                    <a:pt x="758421" y="24174"/>
                    <a:pt x="759154" y="24163"/>
                    <a:pt x="759909" y="24152"/>
                  </a:cubicBezTo>
                  <a:cubicBezTo>
                    <a:pt x="760610" y="24128"/>
                    <a:pt x="761310" y="24104"/>
                    <a:pt x="762031" y="24080"/>
                  </a:cubicBezTo>
                  <a:cubicBezTo>
                    <a:pt x="762678" y="24064"/>
                    <a:pt x="763325" y="24049"/>
                    <a:pt x="763992" y="24033"/>
                  </a:cubicBezTo>
                  <a:cubicBezTo>
                    <a:pt x="764785" y="23831"/>
                    <a:pt x="764785" y="23831"/>
                    <a:pt x="765595" y="23626"/>
                  </a:cubicBezTo>
                  <a:cubicBezTo>
                    <a:pt x="765827" y="23132"/>
                    <a:pt x="766059" y="22637"/>
                    <a:pt x="766298" y="22128"/>
                  </a:cubicBezTo>
                  <a:cubicBezTo>
                    <a:pt x="766557" y="21640"/>
                    <a:pt x="766816" y="21152"/>
                    <a:pt x="767083" y="20650"/>
                  </a:cubicBezTo>
                  <a:cubicBezTo>
                    <a:pt x="768960" y="20312"/>
                    <a:pt x="768960" y="20312"/>
                    <a:pt x="771298" y="20359"/>
                  </a:cubicBezTo>
                  <a:cubicBezTo>
                    <a:pt x="772133" y="20369"/>
                    <a:pt x="772967" y="20378"/>
                    <a:pt x="773827" y="20388"/>
                  </a:cubicBezTo>
                  <a:cubicBezTo>
                    <a:pt x="775139" y="20426"/>
                    <a:pt x="775139" y="20426"/>
                    <a:pt x="776478" y="20464"/>
                  </a:cubicBezTo>
                  <a:cubicBezTo>
                    <a:pt x="777799" y="20484"/>
                    <a:pt x="777799" y="20484"/>
                    <a:pt x="779147" y="20504"/>
                  </a:cubicBezTo>
                  <a:cubicBezTo>
                    <a:pt x="781327" y="20540"/>
                    <a:pt x="783507" y="20589"/>
                    <a:pt x="785687" y="20650"/>
                  </a:cubicBezTo>
                  <a:cubicBezTo>
                    <a:pt x="785687" y="19667"/>
                    <a:pt x="785687" y="18685"/>
                    <a:pt x="785687" y="17673"/>
                  </a:cubicBezTo>
                  <a:cubicBezTo>
                    <a:pt x="786265" y="17655"/>
                    <a:pt x="786843" y="17636"/>
                    <a:pt x="787439" y="17617"/>
                  </a:cubicBezTo>
                  <a:cubicBezTo>
                    <a:pt x="790049" y="17531"/>
                    <a:pt x="792658" y="17439"/>
                    <a:pt x="795268" y="17348"/>
                  </a:cubicBezTo>
                  <a:cubicBezTo>
                    <a:pt x="796178" y="17318"/>
                    <a:pt x="797088" y="17289"/>
                    <a:pt x="798026" y="17259"/>
                  </a:cubicBezTo>
                  <a:cubicBezTo>
                    <a:pt x="799328" y="17212"/>
                    <a:pt x="799328" y="17212"/>
                    <a:pt x="800657" y="17164"/>
                  </a:cubicBezTo>
                  <a:cubicBezTo>
                    <a:pt x="801460" y="17137"/>
                    <a:pt x="802262" y="17110"/>
                    <a:pt x="803089" y="17082"/>
                  </a:cubicBezTo>
                  <a:cubicBezTo>
                    <a:pt x="805020" y="17053"/>
                    <a:pt x="805020" y="17053"/>
                    <a:pt x="806523" y="16185"/>
                  </a:cubicBezTo>
                  <a:cubicBezTo>
                    <a:pt x="806523" y="15448"/>
                    <a:pt x="806523" y="14711"/>
                    <a:pt x="806523" y="13952"/>
                  </a:cubicBezTo>
                  <a:cubicBezTo>
                    <a:pt x="807195" y="13942"/>
                    <a:pt x="807867" y="13931"/>
                    <a:pt x="808560" y="13920"/>
                  </a:cubicBezTo>
                  <a:cubicBezTo>
                    <a:pt x="811047" y="13874"/>
                    <a:pt x="813533" y="13819"/>
                    <a:pt x="816020" y="13757"/>
                  </a:cubicBezTo>
                  <a:cubicBezTo>
                    <a:pt x="817097" y="13732"/>
                    <a:pt x="818175" y="13712"/>
                    <a:pt x="819253" y="13695"/>
                  </a:cubicBezTo>
                  <a:cubicBezTo>
                    <a:pt x="820799" y="13670"/>
                    <a:pt x="822345" y="13631"/>
                    <a:pt x="823891" y="13589"/>
                  </a:cubicBezTo>
                  <a:cubicBezTo>
                    <a:pt x="825288" y="13560"/>
                    <a:pt x="825288" y="13560"/>
                    <a:pt x="826713" y="13530"/>
                  </a:cubicBezTo>
                  <a:cubicBezTo>
                    <a:pt x="827417" y="13424"/>
                    <a:pt x="828121" y="13318"/>
                    <a:pt x="828847" y="13208"/>
                  </a:cubicBezTo>
                  <a:cubicBezTo>
                    <a:pt x="829093" y="12472"/>
                    <a:pt x="829338" y="11735"/>
                    <a:pt x="829591" y="10976"/>
                  </a:cubicBezTo>
                  <a:cubicBezTo>
                    <a:pt x="831550" y="10728"/>
                    <a:pt x="833344" y="10630"/>
                    <a:pt x="835309" y="10621"/>
                  </a:cubicBezTo>
                  <a:cubicBezTo>
                    <a:pt x="835882" y="10610"/>
                    <a:pt x="836456" y="10598"/>
                    <a:pt x="837047" y="10586"/>
                  </a:cubicBezTo>
                  <a:cubicBezTo>
                    <a:pt x="838887" y="10551"/>
                    <a:pt x="840727" y="10530"/>
                    <a:pt x="842567" y="10511"/>
                  </a:cubicBezTo>
                  <a:cubicBezTo>
                    <a:pt x="844405" y="10484"/>
                    <a:pt x="846242" y="10453"/>
                    <a:pt x="848079" y="10420"/>
                  </a:cubicBezTo>
                  <a:cubicBezTo>
                    <a:pt x="849225" y="10399"/>
                    <a:pt x="850370" y="10383"/>
                    <a:pt x="851516" y="10372"/>
                  </a:cubicBezTo>
                  <a:cubicBezTo>
                    <a:pt x="854415" y="10385"/>
                    <a:pt x="854415" y="10385"/>
                    <a:pt x="857124" y="9488"/>
                  </a:cubicBezTo>
                  <a:cubicBezTo>
                    <a:pt x="857370" y="8751"/>
                    <a:pt x="857615" y="8014"/>
                    <a:pt x="857868" y="7255"/>
                  </a:cubicBezTo>
                  <a:cubicBezTo>
                    <a:pt x="859224" y="6979"/>
                    <a:pt x="859224" y="6979"/>
                    <a:pt x="861015" y="6981"/>
                  </a:cubicBezTo>
                  <a:cubicBezTo>
                    <a:pt x="861683" y="6976"/>
                    <a:pt x="862351" y="6970"/>
                    <a:pt x="863039" y="6965"/>
                  </a:cubicBezTo>
                  <a:cubicBezTo>
                    <a:pt x="864129" y="6972"/>
                    <a:pt x="864129" y="6972"/>
                    <a:pt x="865240" y="6979"/>
                  </a:cubicBezTo>
                  <a:cubicBezTo>
                    <a:pt x="866760" y="6966"/>
                    <a:pt x="868281" y="6953"/>
                    <a:pt x="869801" y="6940"/>
                  </a:cubicBezTo>
                  <a:cubicBezTo>
                    <a:pt x="872211" y="6932"/>
                    <a:pt x="874622" y="6930"/>
                    <a:pt x="877033" y="6931"/>
                  </a:cubicBezTo>
                  <a:cubicBezTo>
                    <a:pt x="879350" y="6928"/>
                    <a:pt x="881666" y="6908"/>
                    <a:pt x="883983" y="6886"/>
                  </a:cubicBezTo>
                  <a:cubicBezTo>
                    <a:pt x="884709" y="6892"/>
                    <a:pt x="885436" y="6898"/>
                    <a:pt x="886184" y="6904"/>
                  </a:cubicBezTo>
                  <a:cubicBezTo>
                    <a:pt x="886852" y="6897"/>
                    <a:pt x="887520" y="6890"/>
                    <a:pt x="888208" y="6882"/>
                  </a:cubicBezTo>
                  <a:cubicBezTo>
                    <a:pt x="889095" y="6882"/>
                    <a:pt x="889095" y="6882"/>
                    <a:pt x="889999" y="6882"/>
                  </a:cubicBezTo>
                  <a:cubicBezTo>
                    <a:pt x="890446" y="6760"/>
                    <a:pt x="890894" y="6637"/>
                    <a:pt x="891355" y="6511"/>
                  </a:cubicBezTo>
                  <a:cubicBezTo>
                    <a:pt x="891438" y="6021"/>
                    <a:pt x="891521" y="5530"/>
                    <a:pt x="891607" y="5025"/>
                  </a:cubicBezTo>
                  <a:cubicBezTo>
                    <a:pt x="891769" y="4533"/>
                    <a:pt x="891932" y="4041"/>
                    <a:pt x="892099" y="3535"/>
                  </a:cubicBezTo>
                  <a:cubicBezTo>
                    <a:pt x="894251" y="3148"/>
                    <a:pt x="894251" y="3148"/>
                    <a:pt x="897170" y="3128"/>
                  </a:cubicBezTo>
                  <a:cubicBezTo>
                    <a:pt x="897700" y="3121"/>
                    <a:pt x="898230" y="3113"/>
                    <a:pt x="898776" y="3105"/>
                  </a:cubicBezTo>
                  <a:cubicBezTo>
                    <a:pt x="900536" y="3083"/>
                    <a:pt x="902295" y="3082"/>
                    <a:pt x="904055" y="3081"/>
                  </a:cubicBezTo>
                  <a:cubicBezTo>
                    <a:pt x="905271" y="3070"/>
                    <a:pt x="906488" y="3057"/>
                    <a:pt x="907705" y="3044"/>
                  </a:cubicBezTo>
                  <a:cubicBezTo>
                    <a:pt x="910914" y="3011"/>
                    <a:pt x="914123" y="2996"/>
                    <a:pt x="917332" y="2985"/>
                  </a:cubicBezTo>
                  <a:cubicBezTo>
                    <a:pt x="920604" y="2971"/>
                    <a:pt x="923876" y="2939"/>
                    <a:pt x="927148" y="2910"/>
                  </a:cubicBezTo>
                  <a:cubicBezTo>
                    <a:pt x="933572" y="2853"/>
                    <a:pt x="939997" y="2816"/>
                    <a:pt x="946421" y="2790"/>
                  </a:cubicBezTo>
                  <a:cubicBezTo>
                    <a:pt x="946421" y="2054"/>
                    <a:pt x="946421" y="1317"/>
                    <a:pt x="946421" y="558"/>
                  </a:cubicBezTo>
                  <a:close/>
                </a:path>
              </a:pathLst>
            </a:custGeom>
            <a:grpFill/>
            <a:ln w="744" cap="flat">
              <a:noFill/>
              <a:prstDash val="solid"/>
              <a:miter/>
            </a:ln>
          </p:spPr>
          <p:txBody>
            <a:bodyPr rtlCol="0" anchor="ctr"/>
            <a:lstStyle/>
            <a:p>
              <a:endParaRPr lang="zh-CN" altLang="en-US"/>
            </a:p>
          </p:txBody>
        </p:sp>
        <p:sp>
          <p:nvSpPr>
            <p:cNvPr id="77" name="任意多边形: 形状 76"/>
            <p:cNvSpPr/>
            <p:nvPr/>
          </p:nvSpPr>
          <p:spPr>
            <a:xfrm>
              <a:off x="4079028" y="609968"/>
              <a:ext cx="328950" cy="1012446"/>
            </a:xfrm>
            <a:custGeom>
              <a:avLst/>
              <a:gdLst>
                <a:gd name="connsiteX0" fmla="*/ 243215 w 328950"/>
                <a:gd name="connsiteY0" fmla="*/ 92159 h 1012446"/>
                <a:gd name="connsiteX1" fmla="*/ 241287 w 328950"/>
                <a:gd name="connsiteY1" fmla="*/ 92175 h 1012446"/>
                <a:gd name="connsiteX2" fmla="*/ 234779 w 328950"/>
                <a:gd name="connsiteY2" fmla="*/ 92205 h 1012446"/>
                <a:gd name="connsiteX3" fmla="*/ 229997 w 328950"/>
                <a:gd name="connsiteY3" fmla="*/ 92231 h 1012446"/>
                <a:gd name="connsiteX4" fmla="*/ 216997 w 328950"/>
                <a:gd name="connsiteY4" fmla="*/ 92295 h 1012446"/>
                <a:gd name="connsiteX5" fmla="*/ 203173 w 328950"/>
                <a:gd name="connsiteY5" fmla="*/ 92366 h 1012446"/>
                <a:gd name="connsiteX6" fmla="*/ 178570 w 328950"/>
                <a:gd name="connsiteY6" fmla="*/ 92490 h 1012446"/>
                <a:gd name="connsiteX7" fmla="*/ 154582 w 328950"/>
                <a:gd name="connsiteY7" fmla="*/ 92614 h 1012446"/>
                <a:gd name="connsiteX8" fmla="*/ 153086 w 328950"/>
                <a:gd name="connsiteY8" fmla="*/ 92621 h 1012446"/>
                <a:gd name="connsiteX9" fmla="*/ 147130 w 328950"/>
                <a:gd name="connsiteY9" fmla="*/ 92650 h 1012446"/>
                <a:gd name="connsiteX10" fmla="*/ 82628 w 328950"/>
                <a:gd name="connsiteY10" fmla="*/ 92980 h 1012446"/>
                <a:gd name="connsiteX11" fmla="*/ 82617 w 328950"/>
                <a:gd name="connsiteY11" fmla="*/ 167358 h 1012446"/>
                <a:gd name="connsiteX12" fmla="*/ 82616 w 328950"/>
                <a:gd name="connsiteY12" fmla="*/ 168860 h 1012446"/>
                <a:gd name="connsiteX13" fmla="*/ 82597 w 328950"/>
                <a:gd name="connsiteY13" fmla="*/ 327643 h 1012446"/>
                <a:gd name="connsiteX14" fmla="*/ 82596 w 328950"/>
                <a:gd name="connsiteY14" fmla="*/ 331170 h 1012446"/>
                <a:gd name="connsiteX15" fmla="*/ 82590 w 328950"/>
                <a:gd name="connsiteY15" fmla="*/ 405209 h 1012446"/>
                <a:gd name="connsiteX16" fmla="*/ 82588 w 328950"/>
                <a:gd name="connsiteY16" fmla="*/ 442418 h 1012446"/>
                <a:gd name="connsiteX17" fmla="*/ 82587 w 328950"/>
                <a:gd name="connsiteY17" fmla="*/ 448033 h 1012446"/>
                <a:gd name="connsiteX18" fmla="*/ 82577 w 328950"/>
                <a:gd name="connsiteY18" fmla="*/ 534543 h 1012446"/>
                <a:gd name="connsiteX19" fmla="*/ 82577 w 328950"/>
                <a:gd name="connsiteY19" fmla="*/ 536424 h 1012446"/>
                <a:gd name="connsiteX20" fmla="*/ 82572 w 328950"/>
                <a:gd name="connsiteY20" fmla="*/ 566443 h 1012446"/>
                <a:gd name="connsiteX21" fmla="*/ 82560 w 328950"/>
                <a:gd name="connsiteY21" fmla="*/ 652923 h 1012446"/>
                <a:gd name="connsiteX22" fmla="*/ 82560 w 328950"/>
                <a:gd name="connsiteY22" fmla="*/ 654717 h 1012446"/>
                <a:gd name="connsiteX23" fmla="*/ 82558 w 328950"/>
                <a:gd name="connsiteY23" fmla="*/ 693732 h 1012446"/>
                <a:gd name="connsiteX24" fmla="*/ 82558 w 328950"/>
                <a:gd name="connsiteY24" fmla="*/ 709425 h 1012446"/>
                <a:gd name="connsiteX25" fmla="*/ 82558 w 328950"/>
                <a:gd name="connsiteY25" fmla="*/ 711161 h 1012446"/>
                <a:gd name="connsiteX26" fmla="*/ 82549 w 328950"/>
                <a:gd name="connsiteY26" fmla="*/ 766533 h 1012446"/>
                <a:gd name="connsiteX27" fmla="*/ 82543 w 328950"/>
                <a:gd name="connsiteY27" fmla="*/ 822428 h 1012446"/>
                <a:gd name="connsiteX28" fmla="*/ 82544 w 328950"/>
                <a:gd name="connsiteY28" fmla="*/ 830142 h 1012446"/>
                <a:gd name="connsiteX29" fmla="*/ 82544 w 328950"/>
                <a:gd name="connsiteY29" fmla="*/ 831670 h 1012446"/>
                <a:gd name="connsiteX30" fmla="*/ 82539 w 328950"/>
                <a:gd name="connsiteY30" fmla="*/ 855662 h 1012446"/>
                <a:gd name="connsiteX31" fmla="*/ 82537 w 328950"/>
                <a:gd name="connsiteY31" fmla="*/ 878012 h 1012446"/>
                <a:gd name="connsiteX32" fmla="*/ 82537 w 328950"/>
                <a:gd name="connsiteY32" fmla="*/ 890744 h 1012446"/>
                <a:gd name="connsiteX33" fmla="*/ 82534 w 328950"/>
                <a:gd name="connsiteY33" fmla="*/ 902485 h 1012446"/>
                <a:gd name="connsiteX34" fmla="*/ 82537 w 328950"/>
                <a:gd name="connsiteY34" fmla="*/ 906717 h 1012446"/>
                <a:gd name="connsiteX35" fmla="*/ 82533 w 328950"/>
                <a:gd name="connsiteY35" fmla="*/ 912584 h 1012446"/>
                <a:gd name="connsiteX36" fmla="*/ 82536 w 328950"/>
                <a:gd name="connsiteY36" fmla="*/ 914327 h 1012446"/>
                <a:gd name="connsiteX37" fmla="*/ 82628 w 328950"/>
                <a:gd name="connsiteY37" fmla="*/ 919720 h 1012446"/>
                <a:gd name="connsiteX38" fmla="*/ 87743 w 328950"/>
                <a:gd name="connsiteY38" fmla="*/ 920557 h 1012446"/>
                <a:gd name="connsiteX39" fmla="*/ 89662 w 328950"/>
                <a:gd name="connsiteY39" fmla="*/ 920549 h 1012446"/>
                <a:gd name="connsiteX40" fmla="*/ 96098 w 328950"/>
                <a:gd name="connsiteY40" fmla="*/ 920543 h 1012446"/>
                <a:gd name="connsiteX41" fmla="*/ 100835 w 328950"/>
                <a:gd name="connsiteY41" fmla="*/ 920535 h 1012446"/>
                <a:gd name="connsiteX42" fmla="*/ 111006 w 328950"/>
                <a:gd name="connsiteY42" fmla="*/ 920525 h 1012446"/>
                <a:gd name="connsiteX43" fmla="*/ 127395 w 328950"/>
                <a:gd name="connsiteY43" fmla="*/ 920504 h 1012446"/>
                <a:gd name="connsiteX44" fmla="*/ 163646 w 328950"/>
                <a:gd name="connsiteY44" fmla="*/ 920466 h 1012446"/>
                <a:gd name="connsiteX45" fmla="*/ 200083 w 328950"/>
                <a:gd name="connsiteY45" fmla="*/ 920426 h 1012446"/>
                <a:gd name="connsiteX46" fmla="*/ 216551 w 328950"/>
                <a:gd name="connsiteY46" fmla="*/ 920408 h 1012446"/>
                <a:gd name="connsiteX47" fmla="*/ 226977 w 328950"/>
                <a:gd name="connsiteY47" fmla="*/ 920395 h 1012446"/>
                <a:gd name="connsiteX48" fmla="*/ 231813 w 328950"/>
                <a:gd name="connsiteY48" fmla="*/ 920392 h 1012446"/>
                <a:gd name="connsiteX49" fmla="*/ 238575 w 328950"/>
                <a:gd name="connsiteY49" fmla="*/ 920379 h 1012446"/>
                <a:gd name="connsiteX50" fmla="*/ 240605 w 328950"/>
                <a:gd name="connsiteY50" fmla="*/ 920380 h 1012446"/>
                <a:gd name="connsiteX51" fmla="*/ 247083 w 328950"/>
                <a:gd name="connsiteY51" fmla="*/ 920464 h 1012446"/>
                <a:gd name="connsiteX52" fmla="*/ 249316 w 328950"/>
                <a:gd name="connsiteY52" fmla="*/ 921208 h 1012446"/>
                <a:gd name="connsiteX53" fmla="*/ 250160 w 328950"/>
                <a:gd name="connsiteY53" fmla="*/ 915875 h 1012446"/>
                <a:gd name="connsiteX54" fmla="*/ 250155 w 328950"/>
                <a:gd name="connsiteY54" fmla="*/ 914235 h 1012446"/>
                <a:gd name="connsiteX55" fmla="*/ 250160 w 328950"/>
                <a:gd name="connsiteY55" fmla="*/ 908671 h 1012446"/>
                <a:gd name="connsiteX56" fmla="*/ 250159 w 328950"/>
                <a:gd name="connsiteY56" fmla="*/ 904541 h 1012446"/>
                <a:gd name="connsiteX57" fmla="*/ 250165 w 328950"/>
                <a:gd name="connsiteY57" fmla="*/ 893120 h 1012446"/>
                <a:gd name="connsiteX58" fmla="*/ 250169 w 328950"/>
                <a:gd name="connsiteY58" fmla="*/ 880539 h 1012446"/>
                <a:gd name="connsiteX59" fmla="*/ 250179 w 328950"/>
                <a:gd name="connsiteY59" fmla="*/ 855583 h 1012446"/>
                <a:gd name="connsiteX60" fmla="*/ 250184 w 328950"/>
                <a:gd name="connsiteY60" fmla="*/ 833122 h 1012446"/>
                <a:gd name="connsiteX61" fmla="*/ 250185 w 328950"/>
                <a:gd name="connsiteY61" fmla="*/ 831599 h 1012446"/>
                <a:gd name="connsiteX62" fmla="*/ 250188 w 328950"/>
                <a:gd name="connsiteY62" fmla="*/ 825458 h 1012446"/>
                <a:gd name="connsiteX63" fmla="*/ 250209 w 328950"/>
                <a:gd name="connsiteY63" fmla="*/ 752651 h 1012446"/>
                <a:gd name="connsiteX64" fmla="*/ 250216 w 328950"/>
                <a:gd name="connsiteY64" fmla="*/ 716314 h 1012446"/>
                <a:gd name="connsiteX65" fmla="*/ 250236 w 328950"/>
                <a:gd name="connsiteY65" fmla="*/ 599965 h 1012446"/>
                <a:gd name="connsiteX66" fmla="*/ 250237 w 328950"/>
                <a:gd name="connsiteY66" fmla="*/ 594400 h 1012446"/>
                <a:gd name="connsiteX67" fmla="*/ 250237 w 328950"/>
                <a:gd name="connsiteY67" fmla="*/ 583238 h 1012446"/>
                <a:gd name="connsiteX68" fmla="*/ 250238 w 328950"/>
                <a:gd name="connsiteY68" fmla="*/ 570169 h 1012446"/>
                <a:gd name="connsiteX69" fmla="*/ 250239 w 328950"/>
                <a:gd name="connsiteY69" fmla="*/ 566427 h 1012446"/>
                <a:gd name="connsiteX70" fmla="*/ 250269 w 328950"/>
                <a:gd name="connsiteY70" fmla="*/ 446176 h 1012446"/>
                <a:gd name="connsiteX71" fmla="*/ 250297 w 328950"/>
                <a:gd name="connsiteY71" fmla="*/ 359709 h 1012446"/>
                <a:gd name="connsiteX72" fmla="*/ 250297 w 328950"/>
                <a:gd name="connsiteY72" fmla="*/ 357915 h 1012446"/>
                <a:gd name="connsiteX73" fmla="*/ 250300 w 328950"/>
                <a:gd name="connsiteY73" fmla="*/ 318907 h 1012446"/>
                <a:gd name="connsiteX74" fmla="*/ 250300 w 328950"/>
                <a:gd name="connsiteY74" fmla="*/ 304954 h 1012446"/>
                <a:gd name="connsiteX75" fmla="*/ 250301 w 328950"/>
                <a:gd name="connsiteY75" fmla="*/ 301482 h 1012446"/>
                <a:gd name="connsiteX76" fmla="*/ 250319 w 328950"/>
                <a:gd name="connsiteY76" fmla="*/ 246122 h 1012446"/>
                <a:gd name="connsiteX77" fmla="*/ 250329 w 328950"/>
                <a:gd name="connsiteY77" fmla="*/ 190242 h 1012446"/>
                <a:gd name="connsiteX78" fmla="*/ 250326 w 328950"/>
                <a:gd name="connsiteY78" fmla="*/ 182531 h 1012446"/>
                <a:gd name="connsiteX79" fmla="*/ 250326 w 328950"/>
                <a:gd name="connsiteY79" fmla="*/ 181003 h 1012446"/>
                <a:gd name="connsiteX80" fmla="*/ 250336 w 328950"/>
                <a:gd name="connsiteY80" fmla="*/ 157018 h 1012446"/>
                <a:gd name="connsiteX81" fmla="*/ 250341 w 328950"/>
                <a:gd name="connsiteY81" fmla="*/ 134675 h 1012446"/>
                <a:gd name="connsiteX82" fmla="*/ 250337 w 328950"/>
                <a:gd name="connsiteY82" fmla="*/ 121947 h 1012446"/>
                <a:gd name="connsiteX83" fmla="*/ 250345 w 328950"/>
                <a:gd name="connsiteY83" fmla="*/ 110210 h 1012446"/>
                <a:gd name="connsiteX84" fmla="*/ 250337 w 328950"/>
                <a:gd name="connsiteY84" fmla="*/ 105979 h 1012446"/>
                <a:gd name="connsiteX85" fmla="*/ 250347 w 328950"/>
                <a:gd name="connsiteY85" fmla="*/ 100114 h 1012446"/>
                <a:gd name="connsiteX86" fmla="*/ 250338 w 328950"/>
                <a:gd name="connsiteY86" fmla="*/ 98372 h 1012446"/>
                <a:gd name="connsiteX87" fmla="*/ 250060 w 328950"/>
                <a:gd name="connsiteY87" fmla="*/ 92980 h 1012446"/>
                <a:gd name="connsiteX88" fmla="*/ 243215 w 328950"/>
                <a:gd name="connsiteY88" fmla="*/ 92159 h 1012446"/>
                <a:gd name="connsiteX89" fmla="*/ 50775 w 328950"/>
                <a:gd name="connsiteY89" fmla="*/ 8 h 1012446"/>
                <a:gd name="connsiteX90" fmla="*/ 59461 w 328950"/>
                <a:gd name="connsiteY90" fmla="*/ 21 h 1012446"/>
                <a:gd name="connsiteX91" fmla="*/ 68820 w 328950"/>
                <a:gd name="connsiteY91" fmla="*/ 12 h 1012446"/>
                <a:gd name="connsiteX92" fmla="*/ 87161 w 328950"/>
                <a:gd name="connsiteY92" fmla="*/ 26 h 1012446"/>
                <a:gd name="connsiteX93" fmla="*/ 108499 w 328950"/>
                <a:gd name="connsiteY93" fmla="*/ 41 h 1012446"/>
                <a:gd name="connsiteX94" fmla="*/ 146557 w 328950"/>
                <a:gd name="connsiteY94" fmla="*/ 82 h 1012446"/>
                <a:gd name="connsiteX95" fmla="*/ 183527 w 328950"/>
                <a:gd name="connsiteY95" fmla="*/ 113 h 1012446"/>
                <a:gd name="connsiteX96" fmla="*/ 223746 w 328950"/>
                <a:gd name="connsiteY96" fmla="*/ 121 h 1012446"/>
                <a:gd name="connsiteX97" fmla="*/ 228030 w 328950"/>
                <a:gd name="connsiteY97" fmla="*/ 126 h 1012446"/>
                <a:gd name="connsiteX98" fmla="*/ 230159 w 328950"/>
                <a:gd name="connsiteY98" fmla="*/ 129 h 1012446"/>
                <a:gd name="connsiteX99" fmla="*/ 245051 w 328950"/>
                <a:gd name="connsiteY99" fmla="*/ 131 h 1012446"/>
                <a:gd name="connsiteX100" fmla="*/ 263183 w 328950"/>
                <a:gd name="connsiteY100" fmla="*/ 158 h 1012446"/>
                <a:gd name="connsiteX101" fmla="*/ 272443 w 328950"/>
                <a:gd name="connsiteY101" fmla="*/ 168 h 1012446"/>
                <a:gd name="connsiteX102" fmla="*/ 280905 w 328950"/>
                <a:gd name="connsiteY102" fmla="*/ 188 h 1012446"/>
                <a:gd name="connsiteX103" fmla="*/ 283980 w 328950"/>
                <a:gd name="connsiteY103" fmla="*/ 186 h 1012446"/>
                <a:gd name="connsiteX104" fmla="*/ 288133 w 328950"/>
                <a:gd name="connsiteY104" fmla="*/ 204 h 1012446"/>
                <a:gd name="connsiteX105" fmla="*/ 290471 w 328950"/>
                <a:gd name="connsiteY105" fmla="*/ 208 h 1012446"/>
                <a:gd name="connsiteX106" fmla="*/ 292193 w 328950"/>
                <a:gd name="connsiteY106" fmla="*/ 583 h 1012446"/>
                <a:gd name="connsiteX107" fmla="*/ 292937 w 328950"/>
                <a:gd name="connsiteY107" fmla="*/ 3559 h 1012446"/>
                <a:gd name="connsiteX108" fmla="*/ 295170 w 328950"/>
                <a:gd name="connsiteY108" fmla="*/ 5048 h 1012446"/>
                <a:gd name="connsiteX109" fmla="*/ 295914 w 328950"/>
                <a:gd name="connsiteY109" fmla="*/ 7280 h 1012446"/>
                <a:gd name="connsiteX110" fmla="*/ 298146 w 328950"/>
                <a:gd name="connsiteY110" fmla="*/ 8768 h 1012446"/>
                <a:gd name="connsiteX111" fmla="*/ 298890 w 328950"/>
                <a:gd name="connsiteY111" fmla="*/ 11001 h 1012446"/>
                <a:gd name="connsiteX112" fmla="*/ 301123 w 328950"/>
                <a:gd name="connsiteY112" fmla="*/ 11745 h 1012446"/>
                <a:gd name="connsiteX113" fmla="*/ 301867 w 328950"/>
                <a:gd name="connsiteY113" fmla="*/ 13977 h 1012446"/>
                <a:gd name="connsiteX114" fmla="*/ 304099 w 328950"/>
                <a:gd name="connsiteY114" fmla="*/ 14721 h 1012446"/>
                <a:gd name="connsiteX115" fmla="*/ 304843 w 328950"/>
                <a:gd name="connsiteY115" fmla="*/ 17698 h 1012446"/>
                <a:gd name="connsiteX116" fmla="*/ 307076 w 328950"/>
                <a:gd name="connsiteY116" fmla="*/ 19930 h 1012446"/>
                <a:gd name="connsiteX117" fmla="*/ 307076 w 328950"/>
                <a:gd name="connsiteY117" fmla="*/ 21419 h 1012446"/>
                <a:gd name="connsiteX118" fmla="*/ 310052 w 328950"/>
                <a:gd name="connsiteY118" fmla="*/ 21419 h 1012446"/>
                <a:gd name="connsiteX119" fmla="*/ 313029 w 328950"/>
                <a:gd name="connsiteY119" fmla="*/ 27372 h 1012446"/>
                <a:gd name="connsiteX120" fmla="*/ 315261 w 328950"/>
                <a:gd name="connsiteY120" fmla="*/ 28116 h 1012446"/>
                <a:gd name="connsiteX121" fmla="*/ 316006 w 328950"/>
                <a:gd name="connsiteY121" fmla="*/ 30348 h 1012446"/>
                <a:gd name="connsiteX122" fmla="*/ 317866 w 328950"/>
                <a:gd name="connsiteY122" fmla="*/ 31418 h 1012446"/>
                <a:gd name="connsiteX123" fmla="*/ 320238 w 328950"/>
                <a:gd name="connsiteY123" fmla="*/ 34209 h 1012446"/>
                <a:gd name="connsiteX124" fmla="*/ 320470 w 328950"/>
                <a:gd name="connsiteY124" fmla="*/ 35557 h 1012446"/>
                <a:gd name="connsiteX125" fmla="*/ 321959 w 328950"/>
                <a:gd name="connsiteY125" fmla="*/ 35557 h 1012446"/>
                <a:gd name="connsiteX126" fmla="*/ 322284 w 328950"/>
                <a:gd name="connsiteY126" fmla="*/ 36999 h 1012446"/>
                <a:gd name="connsiteX127" fmla="*/ 322703 w 328950"/>
                <a:gd name="connsiteY127" fmla="*/ 38534 h 1012446"/>
                <a:gd name="connsiteX128" fmla="*/ 324935 w 328950"/>
                <a:gd name="connsiteY128" fmla="*/ 39278 h 1012446"/>
                <a:gd name="connsiteX129" fmla="*/ 325261 w 328950"/>
                <a:gd name="connsiteY129" fmla="*/ 40813 h 1012446"/>
                <a:gd name="connsiteX130" fmla="*/ 325679 w 328950"/>
                <a:gd name="connsiteY130" fmla="*/ 42255 h 1012446"/>
                <a:gd name="connsiteX131" fmla="*/ 328656 w 328950"/>
                <a:gd name="connsiteY131" fmla="*/ 42255 h 1012446"/>
                <a:gd name="connsiteX132" fmla="*/ 328691 w 328950"/>
                <a:gd name="connsiteY132" fmla="*/ 127425 h 1012446"/>
                <a:gd name="connsiteX133" fmla="*/ 328692 w 328950"/>
                <a:gd name="connsiteY133" fmla="*/ 129108 h 1012446"/>
                <a:gd name="connsiteX134" fmla="*/ 328750 w 328950"/>
                <a:gd name="connsiteY134" fmla="*/ 307625 h 1012446"/>
                <a:gd name="connsiteX135" fmla="*/ 328751 w 328950"/>
                <a:gd name="connsiteY135" fmla="*/ 311589 h 1012446"/>
                <a:gd name="connsiteX136" fmla="*/ 328770 w 328950"/>
                <a:gd name="connsiteY136" fmla="*/ 394784 h 1012446"/>
                <a:gd name="connsiteX137" fmla="*/ 328778 w 328950"/>
                <a:gd name="connsiteY137" fmla="*/ 436573 h 1012446"/>
                <a:gd name="connsiteX138" fmla="*/ 328779 w 328950"/>
                <a:gd name="connsiteY138" fmla="*/ 442877 h 1012446"/>
                <a:gd name="connsiteX139" fmla="*/ 328809 w 328950"/>
                <a:gd name="connsiteY139" fmla="*/ 539987 h 1012446"/>
                <a:gd name="connsiteX140" fmla="*/ 328810 w 328950"/>
                <a:gd name="connsiteY140" fmla="*/ 542098 h 1012446"/>
                <a:gd name="connsiteX141" fmla="*/ 328825 w 328950"/>
                <a:gd name="connsiteY141" fmla="*/ 575782 h 1012446"/>
                <a:gd name="connsiteX142" fmla="*/ 328859 w 328950"/>
                <a:gd name="connsiteY142" fmla="*/ 672764 h 1012446"/>
                <a:gd name="connsiteX143" fmla="*/ 328860 w 328950"/>
                <a:gd name="connsiteY143" fmla="*/ 674777 h 1012446"/>
                <a:gd name="connsiteX144" fmla="*/ 328866 w 328950"/>
                <a:gd name="connsiteY144" fmla="*/ 718518 h 1012446"/>
                <a:gd name="connsiteX145" fmla="*/ 328868 w 328950"/>
                <a:gd name="connsiteY145" fmla="*/ 736117 h 1012446"/>
                <a:gd name="connsiteX146" fmla="*/ 328868 w 328950"/>
                <a:gd name="connsiteY146" fmla="*/ 738062 h 1012446"/>
                <a:gd name="connsiteX147" fmla="*/ 328893 w 328950"/>
                <a:gd name="connsiteY147" fmla="*/ 800196 h 1012446"/>
                <a:gd name="connsiteX148" fmla="*/ 328910 w 328950"/>
                <a:gd name="connsiteY148" fmla="*/ 862749 h 1012446"/>
                <a:gd name="connsiteX149" fmla="*/ 328908 w 328950"/>
                <a:gd name="connsiteY149" fmla="*/ 871379 h 1012446"/>
                <a:gd name="connsiteX150" fmla="*/ 328908 w 328950"/>
                <a:gd name="connsiteY150" fmla="*/ 873088 h 1012446"/>
                <a:gd name="connsiteX151" fmla="*/ 328924 w 328950"/>
                <a:gd name="connsiteY151" fmla="*/ 899954 h 1012446"/>
                <a:gd name="connsiteX152" fmla="*/ 328928 w 328950"/>
                <a:gd name="connsiteY152" fmla="*/ 926326 h 1012446"/>
                <a:gd name="connsiteX153" fmla="*/ 328935 w 328950"/>
                <a:gd name="connsiteY153" fmla="*/ 940453 h 1012446"/>
                <a:gd name="connsiteX154" fmla="*/ 328933 w 328950"/>
                <a:gd name="connsiteY154" fmla="*/ 953273 h 1012446"/>
                <a:gd name="connsiteX155" fmla="*/ 328940 w 328950"/>
                <a:gd name="connsiteY155" fmla="*/ 957912 h 1012446"/>
                <a:gd name="connsiteX156" fmla="*/ 328933 w 328950"/>
                <a:gd name="connsiteY156" fmla="*/ 964155 h 1012446"/>
                <a:gd name="connsiteX157" fmla="*/ 328950 w 328950"/>
                <a:gd name="connsiteY157" fmla="*/ 966004 h 1012446"/>
                <a:gd name="connsiteX158" fmla="*/ 328656 w 328950"/>
                <a:gd name="connsiteY158" fmla="*/ 970198 h 1012446"/>
                <a:gd name="connsiteX159" fmla="*/ 326424 w 328950"/>
                <a:gd name="connsiteY159" fmla="*/ 970942 h 1012446"/>
                <a:gd name="connsiteX160" fmla="*/ 325772 w 328950"/>
                <a:gd name="connsiteY160" fmla="*/ 972244 h 1012446"/>
                <a:gd name="connsiteX161" fmla="*/ 323261 w 328950"/>
                <a:gd name="connsiteY161" fmla="*/ 975546 h 1012446"/>
                <a:gd name="connsiteX162" fmla="*/ 317886 w 328950"/>
                <a:gd name="connsiteY162" fmla="*/ 982857 h 1012446"/>
                <a:gd name="connsiteX163" fmla="*/ 313773 w 328950"/>
                <a:gd name="connsiteY163" fmla="*/ 985825 h 1012446"/>
                <a:gd name="connsiteX164" fmla="*/ 312285 w 328950"/>
                <a:gd name="connsiteY164" fmla="*/ 988801 h 1012446"/>
                <a:gd name="connsiteX165" fmla="*/ 308564 w 328950"/>
                <a:gd name="connsiteY165" fmla="*/ 992522 h 1012446"/>
                <a:gd name="connsiteX166" fmla="*/ 307076 w 328950"/>
                <a:gd name="connsiteY166" fmla="*/ 994754 h 1012446"/>
                <a:gd name="connsiteX167" fmla="*/ 304843 w 328950"/>
                <a:gd name="connsiteY167" fmla="*/ 995499 h 1012446"/>
                <a:gd name="connsiteX168" fmla="*/ 304471 w 328950"/>
                <a:gd name="connsiteY168" fmla="*/ 996987 h 1012446"/>
                <a:gd name="connsiteX169" fmla="*/ 304099 w 328950"/>
                <a:gd name="connsiteY169" fmla="*/ 998475 h 1012446"/>
                <a:gd name="connsiteX170" fmla="*/ 301867 w 328950"/>
                <a:gd name="connsiteY170" fmla="*/ 999219 h 1012446"/>
                <a:gd name="connsiteX171" fmla="*/ 301123 w 328950"/>
                <a:gd name="connsiteY171" fmla="*/ 1001452 h 1012446"/>
                <a:gd name="connsiteX172" fmla="*/ 297100 w 328950"/>
                <a:gd name="connsiteY172" fmla="*/ 1004800 h 1012446"/>
                <a:gd name="connsiteX173" fmla="*/ 295170 w 328950"/>
                <a:gd name="connsiteY173" fmla="*/ 1008149 h 1012446"/>
                <a:gd name="connsiteX174" fmla="*/ 292937 w 328950"/>
                <a:gd name="connsiteY174" fmla="*/ 1008149 h 1012446"/>
                <a:gd name="connsiteX175" fmla="*/ 292937 w 328950"/>
                <a:gd name="connsiteY175" fmla="*/ 1011870 h 1012446"/>
                <a:gd name="connsiteX176" fmla="*/ 195825 w 328950"/>
                <a:gd name="connsiteY176" fmla="*/ 1012098 h 1012446"/>
                <a:gd name="connsiteX177" fmla="*/ 184368 w 328950"/>
                <a:gd name="connsiteY177" fmla="*/ 1012115 h 1012446"/>
                <a:gd name="connsiteX178" fmla="*/ 182064 w 328950"/>
                <a:gd name="connsiteY178" fmla="*/ 1012118 h 1012446"/>
                <a:gd name="connsiteX179" fmla="*/ 145100 w 328950"/>
                <a:gd name="connsiteY179" fmla="*/ 1012214 h 1012446"/>
                <a:gd name="connsiteX180" fmla="*/ 107189 w 328950"/>
                <a:gd name="connsiteY180" fmla="*/ 1012290 h 1012446"/>
                <a:gd name="connsiteX181" fmla="*/ 83784 w 328950"/>
                <a:gd name="connsiteY181" fmla="*/ 1012352 h 1012446"/>
                <a:gd name="connsiteX182" fmla="*/ 67748 w 328950"/>
                <a:gd name="connsiteY182" fmla="*/ 1012376 h 1012446"/>
                <a:gd name="connsiteX183" fmla="*/ 58488 w 328950"/>
                <a:gd name="connsiteY183" fmla="*/ 1012402 h 1012446"/>
                <a:gd name="connsiteX184" fmla="*/ 50016 w 328950"/>
                <a:gd name="connsiteY184" fmla="*/ 1012409 h 1012446"/>
                <a:gd name="connsiteX185" fmla="*/ 45486 w 328950"/>
                <a:gd name="connsiteY185" fmla="*/ 1012446 h 1012446"/>
                <a:gd name="connsiteX186" fmla="*/ 37166 w 328950"/>
                <a:gd name="connsiteY186" fmla="*/ 1010892 h 1012446"/>
                <a:gd name="connsiteX187" fmla="*/ 35465 w 328950"/>
                <a:gd name="connsiteY187" fmla="*/ 1005916 h 1012446"/>
                <a:gd name="connsiteX188" fmla="*/ 33651 w 328950"/>
                <a:gd name="connsiteY188" fmla="*/ 1005265 h 1012446"/>
                <a:gd name="connsiteX189" fmla="*/ 31744 w 328950"/>
                <a:gd name="connsiteY189" fmla="*/ 1004428 h 1012446"/>
                <a:gd name="connsiteX190" fmla="*/ 31000 w 328950"/>
                <a:gd name="connsiteY190" fmla="*/ 1001452 h 1012446"/>
                <a:gd name="connsiteX191" fmla="*/ 28767 w 328950"/>
                <a:gd name="connsiteY191" fmla="*/ 1000708 h 1012446"/>
                <a:gd name="connsiteX192" fmla="*/ 28023 w 328950"/>
                <a:gd name="connsiteY192" fmla="*/ 997731 h 1012446"/>
                <a:gd name="connsiteX193" fmla="*/ 26535 w 328950"/>
                <a:gd name="connsiteY193" fmla="*/ 997731 h 1012446"/>
                <a:gd name="connsiteX194" fmla="*/ 22070 w 328950"/>
                <a:gd name="connsiteY194" fmla="*/ 991778 h 1012446"/>
                <a:gd name="connsiteX195" fmla="*/ 20582 w 328950"/>
                <a:gd name="connsiteY195" fmla="*/ 991034 h 1012446"/>
                <a:gd name="connsiteX196" fmla="*/ 20024 w 328950"/>
                <a:gd name="connsiteY196" fmla="*/ 989731 h 1012446"/>
                <a:gd name="connsiteX197" fmla="*/ 14629 w 328950"/>
                <a:gd name="connsiteY197" fmla="*/ 984336 h 1012446"/>
                <a:gd name="connsiteX198" fmla="*/ 13884 w 328950"/>
                <a:gd name="connsiteY198" fmla="*/ 982104 h 1012446"/>
                <a:gd name="connsiteX199" fmla="*/ 11652 w 328950"/>
                <a:gd name="connsiteY199" fmla="*/ 981360 h 1012446"/>
                <a:gd name="connsiteX200" fmla="*/ 11326 w 328950"/>
                <a:gd name="connsiteY200" fmla="*/ 979872 h 1012446"/>
                <a:gd name="connsiteX201" fmla="*/ 10908 w 328950"/>
                <a:gd name="connsiteY201" fmla="*/ 978383 h 1012446"/>
                <a:gd name="connsiteX202" fmla="*/ 7931 w 328950"/>
                <a:gd name="connsiteY202" fmla="*/ 977639 h 1012446"/>
                <a:gd name="connsiteX203" fmla="*/ 7187 w 328950"/>
                <a:gd name="connsiteY203" fmla="*/ 975407 h 1012446"/>
                <a:gd name="connsiteX204" fmla="*/ 5699 w 328950"/>
                <a:gd name="connsiteY204" fmla="*/ 974663 h 1012446"/>
                <a:gd name="connsiteX205" fmla="*/ 4955 w 328950"/>
                <a:gd name="connsiteY205" fmla="*/ 972430 h 1012446"/>
                <a:gd name="connsiteX206" fmla="*/ 3792 w 328950"/>
                <a:gd name="connsiteY206" fmla="*/ 971267 h 1012446"/>
                <a:gd name="connsiteX207" fmla="*/ 2722 w 328950"/>
                <a:gd name="connsiteY207" fmla="*/ 968709 h 1012446"/>
                <a:gd name="connsiteX208" fmla="*/ 490 w 328950"/>
                <a:gd name="connsiteY208" fmla="*/ 968709 h 1012446"/>
                <a:gd name="connsiteX209" fmla="*/ 431 w 328950"/>
                <a:gd name="connsiteY209" fmla="*/ 883928 h 1012446"/>
                <a:gd name="connsiteX210" fmla="*/ 430 w 328950"/>
                <a:gd name="connsiteY210" fmla="*/ 882252 h 1012446"/>
                <a:gd name="connsiteX211" fmla="*/ 332 w 328950"/>
                <a:gd name="connsiteY211" fmla="*/ 704529 h 1012446"/>
                <a:gd name="connsiteX212" fmla="*/ 331 w 328950"/>
                <a:gd name="connsiteY212" fmla="*/ 700583 h 1012446"/>
                <a:gd name="connsiteX213" fmla="*/ 301 w 328950"/>
                <a:gd name="connsiteY213" fmla="*/ 617746 h 1012446"/>
                <a:gd name="connsiteX214" fmla="*/ 286 w 328950"/>
                <a:gd name="connsiteY214" fmla="*/ 576135 h 1012446"/>
                <a:gd name="connsiteX215" fmla="*/ 284 w 328950"/>
                <a:gd name="connsiteY215" fmla="*/ 569858 h 1012446"/>
                <a:gd name="connsiteX216" fmla="*/ 234 w 328950"/>
                <a:gd name="connsiteY216" fmla="*/ 473177 h 1012446"/>
                <a:gd name="connsiteX217" fmla="*/ 233 w 328950"/>
                <a:gd name="connsiteY217" fmla="*/ 471076 h 1012446"/>
                <a:gd name="connsiteX218" fmla="*/ 208 w 328950"/>
                <a:gd name="connsiteY218" fmla="*/ 437547 h 1012446"/>
                <a:gd name="connsiteX219" fmla="*/ 151 w 328950"/>
                <a:gd name="connsiteY219" fmla="*/ 341000 h 1012446"/>
                <a:gd name="connsiteX220" fmla="*/ 150 w 328950"/>
                <a:gd name="connsiteY220" fmla="*/ 338996 h 1012446"/>
                <a:gd name="connsiteX221" fmla="*/ 140 w 328950"/>
                <a:gd name="connsiteY221" fmla="*/ 295437 h 1012446"/>
                <a:gd name="connsiteX222" fmla="*/ 137 w 328950"/>
                <a:gd name="connsiteY222" fmla="*/ 277912 h 1012446"/>
                <a:gd name="connsiteX223" fmla="*/ 137 w 328950"/>
                <a:gd name="connsiteY223" fmla="*/ 275975 h 1012446"/>
                <a:gd name="connsiteX224" fmla="*/ 94 w 328950"/>
                <a:gd name="connsiteY224" fmla="*/ 214124 h 1012446"/>
                <a:gd name="connsiteX225" fmla="*/ 67 w 328950"/>
                <a:gd name="connsiteY225" fmla="*/ 151844 h 1012446"/>
                <a:gd name="connsiteX226" fmla="*/ 69 w 328950"/>
                <a:gd name="connsiteY226" fmla="*/ 143246 h 1012446"/>
                <a:gd name="connsiteX227" fmla="*/ 69 w 328950"/>
                <a:gd name="connsiteY227" fmla="*/ 141544 h 1012446"/>
                <a:gd name="connsiteX228" fmla="*/ 43 w 328950"/>
                <a:gd name="connsiteY228" fmla="*/ 114807 h 1012446"/>
                <a:gd name="connsiteX229" fmla="*/ 37 w 328950"/>
                <a:gd name="connsiteY229" fmla="*/ 88545 h 1012446"/>
                <a:gd name="connsiteX230" fmla="*/ 25 w 328950"/>
                <a:gd name="connsiteY230" fmla="*/ 74485 h 1012446"/>
                <a:gd name="connsiteX231" fmla="*/ 28 w 328950"/>
                <a:gd name="connsiteY231" fmla="*/ 61714 h 1012446"/>
                <a:gd name="connsiteX232" fmla="*/ 17 w 328950"/>
                <a:gd name="connsiteY232" fmla="*/ 57103 h 1012446"/>
                <a:gd name="connsiteX233" fmla="*/ 28 w 328950"/>
                <a:gd name="connsiteY233" fmla="*/ 50875 h 1012446"/>
                <a:gd name="connsiteX234" fmla="*/ 0 w 328950"/>
                <a:gd name="connsiteY234" fmla="*/ 49057 h 1012446"/>
                <a:gd name="connsiteX235" fmla="*/ 2286 w 328950"/>
                <a:gd name="connsiteY235" fmla="*/ 42367 h 1012446"/>
                <a:gd name="connsiteX236" fmla="*/ 4211 w 328950"/>
                <a:gd name="connsiteY236" fmla="*/ 40766 h 1012446"/>
                <a:gd name="connsiteX237" fmla="*/ 5699 w 328950"/>
                <a:gd name="connsiteY237" fmla="*/ 38534 h 1012446"/>
                <a:gd name="connsiteX238" fmla="*/ 8675 w 328950"/>
                <a:gd name="connsiteY238" fmla="*/ 38534 h 1012446"/>
                <a:gd name="connsiteX239" fmla="*/ 10164 w 328950"/>
                <a:gd name="connsiteY239" fmla="*/ 34813 h 1012446"/>
                <a:gd name="connsiteX240" fmla="*/ 11652 w 328950"/>
                <a:gd name="connsiteY240" fmla="*/ 34813 h 1012446"/>
                <a:gd name="connsiteX241" fmla="*/ 11652 w 328950"/>
                <a:gd name="connsiteY241" fmla="*/ 31837 h 1012446"/>
                <a:gd name="connsiteX242" fmla="*/ 13884 w 328950"/>
                <a:gd name="connsiteY242" fmla="*/ 31092 h 1012446"/>
                <a:gd name="connsiteX243" fmla="*/ 14629 w 328950"/>
                <a:gd name="connsiteY243" fmla="*/ 28860 h 1012446"/>
                <a:gd name="connsiteX244" fmla="*/ 16861 w 328950"/>
                <a:gd name="connsiteY244" fmla="*/ 28116 h 1012446"/>
                <a:gd name="connsiteX245" fmla="*/ 18349 w 328950"/>
                <a:gd name="connsiteY245" fmla="*/ 25139 h 1012446"/>
                <a:gd name="connsiteX246" fmla="*/ 19838 w 328950"/>
                <a:gd name="connsiteY246" fmla="*/ 25139 h 1012446"/>
                <a:gd name="connsiteX247" fmla="*/ 20442 w 328950"/>
                <a:gd name="connsiteY247" fmla="*/ 23511 h 1012446"/>
                <a:gd name="connsiteX248" fmla="*/ 25047 w 328950"/>
                <a:gd name="connsiteY248" fmla="*/ 17698 h 1012446"/>
                <a:gd name="connsiteX249" fmla="*/ 28767 w 328950"/>
                <a:gd name="connsiteY249" fmla="*/ 11745 h 1012446"/>
                <a:gd name="connsiteX250" fmla="*/ 32488 w 328950"/>
                <a:gd name="connsiteY250" fmla="*/ 9512 h 1012446"/>
                <a:gd name="connsiteX251" fmla="*/ 33232 w 328950"/>
                <a:gd name="connsiteY251" fmla="*/ 7280 h 1012446"/>
                <a:gd name="connsiteX252" fmla="*/ 34255 w 328950"/>
                <a:gd name="connsiteY252" fmla="*/ 6303 h 1012446"/>
                <a:gd name="connsiteX253" fmla="*/ 36036 w 328950"/>
                <a:gd name="connsiteY253" fmla="*/ 2771 h 1012446"/>
                <a:gd name="connsiteX254" fmla="*/ 39569 w 328950"/>
                <a:gd name="connsiteY254" fmla="*/ 167 h 1012446"/>
                <a:gd name="connsiteX255" fmla="*/ 47622 w 328950"/>
                <a:gd name="connsiteY255" fmla="*/ 26 h 1012446"/>
                <a:gd name="connsiteX256" fmla="*/ 50775 w 328950"/>
                <a:gd name="connsiteY256" fmla="*/ 8 h 1012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328950" h="1012446">
                  <a:moveTo>
                    <a:pt x="243215" y="92159"/>
                  </a:moveTo>
                  <a:cubicBezTo>
                    <a:pt x="242560" y="92165"/>
                    <a:pt x="241924" y="92170"/>
                    <a:pt x="241287" y="92175"/>
                  </a:cubicBezTo>
                  <a:cubicBezTo>
                    <a:pt x="239118" y="92182"/>
                    <a:pt x="236948" y="92191"/>
                    <a:pt x="234779" y="92205"/>
                  </a:cubicBezTo>
                  <a:cubicBezTo>
                    <a:pt x="233185" y="92215"/>
                    <a:pt x="231591" y="92224"/>
                    <a:pt x="229997" y="92231"/>
                  </a:cubicBezTo>
                  <a:cubicBezTo>
                    <a:pt x="225664" y="92249"/>
                    <a:pt x="221331" y="92270"/>
                    <a:pt x="216997" y="92295"/>
                  </a:cubicBezTo>
                  <a:cubicBezTo>
                    <a:pt x="212389" y="92321"/>
                    <a:pt x="207781" y="92344"/>
                    <a:pt x="203173" y="92366"/>
                  </a:cubicBezTo>
                  <a:cubicBezTo>
                    <a:pt x="194972" y="92405"/>
                    <a:pt x="186771" y="92446"/>
                    <a:pt x="178570" y="92490"/>
                  </a:cubicBezTo>
                  <a:cubicBezTo>
                    <a:pt x="170574" y="92533"/>
                    <a:pt x="162578" y="92575"/>
                    <a:pt x="154582" y="92614"/>
                  </a:cubicBezTo>
                  <a:cubicBezTo>
                    <a:pt x="153826" y="92618"/>
                    <a:pt x="153826" y="92618"/>
                    <a:pt x="153086" y="92621"/>
                  </a:cubicBezTo>
                  <a:cubicBezTo>
                    <a:pt x="151101" y="92631"/>
                    <a:pt x="149116" y="92641"/>
                    <a:pt x="147130" y="92650"/>
                  </a:cubicBezTo>
                  <a:cubicBezTo>
                    <a:pt x="125630" y="92755"/>
                    <a:pt x="104129" y="92866"/>
                    <a:pt x="82628" y="92980"/>
                  </a:cubicBezTo>
                  <a:cubicBezTo>
                    <a:pt x="82624" y="117773"/>
                    <a:pt x="82620" y="142566"/>
                    <a:pt x="82617" y="167358"/>
                  </a:cubicBezTo>
                  <a:cubicBezTo>
                    <a:pt x="82616" y="168117"/>
                    <a:pt x="82616" y="168117"/>
                    <a:pt x="82616" y="168860"/>
                  </a:cubicBezTo>
                  <a:cubicBezTo>
                    <a:pt x="82608" y="221788"/>
                    <a:pt x="82601" y="274716"/>
                    <a:pt x="82597" y="327643"/>
                  </a:cubicBezTo>
                  <a:cubicBezTo>
                    <a:pt x="82597" y="328819"/>
                    <a:pt x="82597" y="329994"/>
                    <a:pt x="82596" y="331170"/>
                  </a:cubicBezTo>
                  <a:cubicBezTo>
                    <a:pt x="82594" y="355849"/>
                    <a:pt x="82592" y="380529"/>
                    <a:pt x="82590" y="405209"/>
                  </a:cubicBezTo>
                  <a:cubicBezTo>
                    <a:pt x="82589" y="417612"/>
                    <a:pt x="82589" y="430015"/>
                    <a:pt x="82588" y="442418"/>
                  </a:cubicBezTo>
                  <a:cubicBezTo>
                    <a:pt x="82587" y="444290"/>
                    <a:pt x="82587" y="446161"/>
                    <a:pt x="82587" y="448033"/>
                  </a:cubicBezTo>
                  <a:cubicBezTo>
                    <a:pt x="82585" y="476870"/>
                    <a:pt x="82582" y="505706"/>
                    <a:pt x="82577" y="534543"/>
                  </a:cubicBezTo>
                  <a:cubicBezTo>
                    <a:pt x="82577" y="535183"/>
                    <a:pt x="82577" y="535803"/>
                    <a:pt x="82577" y="536424"/>
                  </a:cubicBezTo>
                  <a:cubicBezTo>
                    <a:pt x="82575" y="546430"/>
                    <a:pt x="82574" y="556436"/>
                    <a:pt x="82572" y="566443"/>
                  </a:cubicBezTo>
                  <a:cubicBezTo>
                    <a:pt x="82567" y="595269"/>
                    <a:pt x="82562" y="624096"/>
                    <a:pt x="82560" y="652923"/>
                  </a:cubicBezTo>
                  <a:cubicBezTo>
                    <a:pt x="82560" y="653533"/>
                    <a:pt x="82560" y="654125"/>
                    <a:pt x="82560" y="654717"/>
                  </a:cubicBezTo>
                  <a:cubicBezTo>
                    <a:pt x="82559" y="667722"/>
                    <a:pt x="82559" y="680727"/>
                    <a:pt x="82558" y="693732"/>
                  </a:cubicBezTo>
                  <a:cubicBezTo>
                    <a:pt x="82558" y="698963"/>
                    <a:pt x="82558" y="704194"/>
                    <a:pt x="82558" y="709425"/>
                  </a:cubicBezTo>
                  <a:cubicBezTo>
                    <a:pt x="82558" y="710015"/>
                    <a:pt x="82558" y="710588"/>
                    <a:pt x="82558" y="711161"/>
                  </a:cubicBezTo>
                  <a:cubicBezTo>
                    <a:pt x="82557" y="729618"/>
                    <a:pt x="82554" y="748075"/>
                    <a:pt x="82549" y="766533"/>
                  </a:cubicBezTo>
                  <a:cubicBezTo>
                    <a:pt x="82545" y="785164"/>
                    <a:pt x="82542" y="803796"/>
                    <a:pt x="82543" y="822428"/>
                  </a:cubicBezTo>
                  <a:cubicBezTo>
                    <a:pt x="82544" y="824999"/>
                    <a:pt x="82544" y="827570"/>
                    <a:pt x="82544" y="830142"/>
                  </a:cubicBezTo>
                  <a:cubicBezTo>
                    <a:pt x="82544" y="830661"/>
                    <a:pt x="82544" y="831165"/>
                    <a:pt x="82544" y="831670"/>
                  </a:cubicBezTo>
                  <a:cubicBezTo>
                    <a:pt x="82544" y="839667"/>
                    <a:pt x="82543" y="847665"/>
                    <a:pt x="82539" y="855662"/>
                  </a:cubicBezTo>
                  <a:cubicBezTo>
                    <a:pt x="82536" y="863112"/>
                    <a:pt x="82535" y="870562"/>
                    <a:pt x="82537" y="878012"/>
                  </a:cubicBezTo>
                  <a:cubicBezTo>
                    <a:pt x="82538" y="882256"/>
                    <a:pt x="82540" y="886500"/>
                    <a:pt x="82537" y="890744"/>
                  </a:cubicBezTo>
                  <a:cubicBezTo>
                    <a:pt x="82534" y="894657"/>
                    <a:pt x="82532" y="898571"/>
                    <a:pt x="82534" y="902485"/>
                  </a:cubicBezTo>
                  <a:cubicBezTo>
                    <a:pt x="82535" y="903895"/>
                    <a:pt x="82536" y="905306"/>
                    <a:pt x="82537" y="906717"/>
                  </a:cubicBezTo>
                  <a:cubicBezTo>
                    <a:pt x="82534" y="908673"/>
                    <a:pt x="82531" y="910628"/>
                    <a:pt x="82533" y="912584"/>
                  </a:cubicBezTo>
                  <a:cubicBezTo>
                    <a:pt x="82534" y="913177"/>
                    <a:pt x="82535" y="913752"/>
                    <a:pt x="82536" y="914327"/>
                  </a:cubicBezTo>
                  <a:cubicBezTo>
                    <a:pt x="82529" y="916132"/>
                    <a:pt x="82554" y="917915"/>
                    <a:pt x="82628" y="919720"/>
                  </a:cubicBezTo>
                  <a:cubicBezTo>
                    <a:pt x="83457" y="920549"/>
                    <a:pt x="83457" y="920549"/>
                    <a:pt x="87743" y="920557"/>
                  </a:cubicBezTo>
                  <a:cubicBezTo>
                    <a:pt x="88395" y="920554"/>
                    <a:pt x="89029" y="920551"/>
                    <a:pt x="89662" y="920549"/>
                  </a:cubicBezTo>
                  <a:cubicBezTo>
                    <a:pt x="91807" y="920549"/>
                    <a:pt x="93953" y="920548"/>
                    <a:pt x="96098" y="920543"/>
                  </a:cubicBezTo>
                  <a:cubicBezTo>
                    <a:pt x="97677" y="920539"/>
                    <a:pt x="99256" y="920536"/>
                    <a:pt x="100835" y="920535"/>
                  </a:cubicBezTo>
                  <a:cubicBezTo>
                    <a:pt x="104225" y="920533"/>
                    <a:pt x="107615" y="920531"/>
                    <a:pt x="111006" y="920525"/>
                  </a:cubicBezTo>
                  <a:cubicBezTo>
                    <a:pt x="116469" y="920515"/>
                    <a:pt x="121932" y="920508"/>
                    <a:pt x="127395" y="920504"/>
                  </a:cubicBezTo>
                  <a:cubicBezTo>
                    <a:pt x="139479" y="920496"/>
                    <a:pt x="151563" y="920482"/>
                    <a:pt x="163646" y="920466"/>
                  </a:cubicBezTo>
                  <a:cubicBezTo>
                    <a:pt x="175792" y="920450"/>
                    <a:pt x="187938" y="920435"/>
                    <a:pt x="200083" y="920426"/>
                  </a:cubicBezTo>
                  <a:cubicBezTo>
                    <a:pt x="205573" y="920423"/>
                    <a:pt x="211062" y="920418"/>
                    <a:pt x="216551" y="920408"/>
                  </a:cubicBezTo>
                  <a:cubicBezTo>
                    <a:pt x="220027" y="920402"/>
                    <a:pt x="223502" y="920397"/>
                    <a:pt x="226977" y="920395"/>
                  </a:cubicBezTo>
                  <a:cubicBezTo>
                    <a:pt x="228589" y="920394"/>
                    <a:pt x="230201" y="920393"/>
                    <a:pt x="231813" y="920392"/>
                  </a:cubicBezTo>
                  <a:cubicBezTo>
                    <a:pt x="234067" y="920386"/>
                    <a:pt x="236321" y="920380"/>
                    <a:pt x="238575" y="920379"/>
                  </a:cubicBezTo>
                  <a:cubicBezTo>
                    <a:pt x="239265" y="920380"/>
                    <a:pt x="239935" y="920380"/>
                    <a:pt x="240605" y="920380"/>
                  </a:cubicBezTo>
                  <a:cubicBezTo>
                    <a:pt x="242770" y="920371"/>
                    <a:pt x="244918" y="920396"/>
                    <a:pt x="247083" y="920464"/>
                  </a:cubicBezTo>
                  <a:cubicBezTo>
                    <a:pt x="247842" y="920717"/>
                    <a:pt x="248579" y="920963"/>
                    <a:pt x="249316" y="921208"/>
                  </a:cubicBezTo>
                  <a:cubicBezTo>
                    <a:pt x="250145" y="919550"/>
                    <a:pt x="250145" y="919550"/>
                    <a:pt x="250160" y="915875"/>
                  </a:cubicBezTo>
                  <a:cubicBezTo>
                    <a:pt x="250157" y="915047"/>
                    <a:pt x="250157" y="915047"/>
                    <a:pt x="250155" y="914235"/>
                  </a:cubicBezTo>
                  <a:cubicBezTo>
                    <a:pt x="250159" y="912380"/>
                    <a:pt x="250161" y="910526"/>
                    <a:pt x="250160" y="908671"/>
                  </a:cubicBezTo>
                  <a:cubicBezTo>
                    <a:pt x="250158" y="907294"/>
                    <a:pt x="250158" y="905918"/>
                    <a:pt x="250159" y="904541"/>
                  </a:cubicBezTo>
                  <a:cubicBezTo>
                    <a:pt x="250164" y="900734"/>
                    <a:pt x="250167" y="896927"/>
                    <a:pt x="250165" y="893120"/>
                  </a:cubicBezTo>
                  <a:cubicBezTo>
                    <a:pt x="250164" y="888926"/>
                    <a:pt x="250166" y="884733"/>
                    <a:pt x="250169" y="880539"/>
                  </a:cubicBezTo>
                  <a:cubicBezTo>
                    <a:pt x="250175" y="872221"/>
                    <a:pt x="250178" y="863902"/>
                    <a:pt x="250179" y="855583"/>
                  </a:cubicBezTo>
                  <a:cubicBezTo>
                    <a:pt x="250179" y="848096"/>
                    <a:pt x="250180" y="840609"/>
                    <a:pt x="250184" y="833122"/>
                  </a:cubicBezTo>
                  <a:cubicBezTo>
                    <a:pt x="250184" y="832604"/>
                    <a:pt x="250185" y="832102"/>
                    <a:pt x="250185" y="831599"/>
                  </a:cubicBezTo>
                  <a:cubicBezTo>
                    <a:pt x="250186" y="829552"/>
                    <a:pt x="250187" y="827505"/>
                    <a:pt x="250188" y="825458"/>
                  </a:cubicBezTo>
                  <a:cubicBezTo>
                    <a:pt x="250200" y="801189"/>
                    <a:pt x="250205" y="776920"/>
                    <a:pt x="250209" y="752651"/>
                  </a:cubicBezTo>
                  <a:cubicBezTo>
                    <a:pt x="250210" y="740538"/>
                    <a:pt x="250213" y="728426"/>
                    <a:pt x="250216" y="716314"/>
                  </a:cubicBezTo>
                  <a:cubicBezTo>
                    <a:pt x="250225" y="677531"/>
                    <a:pt x="250234" y="638748"/>
                    <a:pt x="250236" y="599965"/>
                  </a:cubicBezTo>
                  <a:cubicBezTo>
                    <a:pt x="250236" y="598110"/>
                    <a:pt x="250237" y="596255"/>
                    <a:pt x="250237" y="594400"/>
                  </a:cubicBezTo>
                  <a:cubicBezTo>
                    <a:pt x="250237" y="590679"/>
                    <a:pt x="250237" y="586959"/>
                    <a:pt x="250237" y="583238"/>
                  </a:cubicBezTo>
                  <a:cubicBezTo>
                    <a:pt x="250238" y="578882"/>
                    <a:pt x="250238" y="574525"/>
                    <a:pt x="250238" y="570169"/>
                  </a:cubicBezTo>
                  <a:cubicBezTo>
                    <a:pt x="250238" y="568922"/>
                    <a:pt x="250238" y="567674"/>
                    <a:pt x="250239" y="566427"/>
                  </a:cubicBezTo>
                  <a:cubicBezTo>
                    <a:pt x="250241" y="526343"/>
                    <a:pt x="250252" y="486260"/>
                    <a:pt x="250269" y="446176"/>
                  </a:cubicBezTo>
                  <a:cubicBezTo>
                    <a:pt x="250282" y="417354"/>
                    <a:pt x="250294" y="388532"/>
                    <a:pt x="250297" y="359709"/>
                  </a:cubicBezTo>
                  <a:cubicBezTo>
                    <a:pt x="250297" y="359099"/>
                    <a:pt x="250297" y="358507"/>
                    <a:pt x="250297" y="357915"/>
                  </a:cubicBezTo>
                  <a:cubicBezTo>
                    <a:pt x="250299" y="344912"/>
                    <a:pt x="250300" y="331910"/>
                    <a:pt x="250300" y="318907"/>
                  </a:cubicBezTo>
                  <a:cubicBezTo>
                    <a:pt x="250300" y="314256"/>
                    <a:pt x="250300" y="309605"/>
                    <a:pt x="250300" y="304954"/>
                  </a:cubicBezTo>
                  <a:cubicBezTo>
                    <a:pt x="250300" y="303797"/>
                    <a:pt x="250300" y="302639"/>
                    <a:pt x="250301" y="301482"/>
                  </a:cubicBezTo>
                  <a:cubicBezTo>
                    <a:pt x="250301" y="283028"/>
                    <a:pt x="250308" y="264575"/>
                    <a:pt x="250319" y="246122"/>
                  </a:cubicBezTo>
                  <a:cubicBezTo>
                    <a:pt x="250329" y="227495"/>
                    <a:pt x="250335" y="208869"/>
                    <a:pt x="250329" y="190242"/>
                  </a:cubicBezTo>
                  <a:cubicBezTo>
                    <a:pt x="250328" y="187672"/>
                    <a:pt x="250327" y="185101"/>
                    <a:pt x="250326" y="182531"/>
                  </a:cubicBezTo>
                  <a:cubicBezTo>
                    <a:pt x="250326" y="182012"/>
                    <a:pt x="250326" y="181507"/>
                    <a:pt x="250326" y="181003"/>
                  </a:cubicBezTo>
                  <a:cubicBezTo>
                    <a:pt x="250324" y="173008"/>
                    <a:pt x="250327" y="165013"/>
                    <a:pt x="250336" y="157018"/>
                  </a:cubicBezTo>
                  <a:cubicBezTo>
                    <a:pt x="250344" y="149570"/>
                    <a:pt x="250346" y="142123"/>
                    <a:pt x="250341" y="134675"/>
                  </a:cubicBezTo>
                  <a:cubicBezTo>
                    <a:pt x="250336" y="130432"/>
                    <a:pt x="250330" y="126190"/>
                    <a:pt x="250337" y="121947"/>
                  </a:cubicBezTo>
                  <a:cubicBezTo>
                    <a:pt x="250346" y="118035"/>
                    <a:pt x="250353" y="114123"/>
                    <a:pt x="250345" y="110210"/>
                  </a:cubicBezTo>
                  <a:cubicBezTo>
                    <a:pt x="250341" y="108800"/>
                    <a:pt x="250338" y="107389"/>
                    <a:pt x="250337" y="105979"/>
                  </a:cubicBezTo>
                  <a:cubicBezTo>
                    <a:pt x="250345" y="104024"/>
                    <a:pt x="250354" y="102069"/>
                    <a:pt x="250347" y="100114"/>
                  </a:cubicBezTo>
                  <a:cubicBezTo>
                    <a:pt x="250344" y="99522"/>
                    <a:pt x="250341" y="98947"/>
                    <a:pt x="250338" y="98372"/>
                  </a:cubicBezTo>
                  <a:cubicBezTo>
                    <a:pt x="250357" y="96511"/>
                    <a:pt x="250288" y="94836"/>
                    <a:pt x="250060" y="92980"/>
                  </a:cubicBezTo>
                  <a:cubicBezTo>
                    <a:pt x="247694" y="92192"/>
                    <a:pt x="245691" y="92155"/>
                    <a:pt x="243215" y="92159"/>
                  </a:cubicBezTo>
                  <a:close/>
                  <a:moveTo>
                    <a:pt x="50775" y="8"/>
                  </a:moveTo>
                  <a:cubicBezTo>
                    <a:pt x="53671" y="-8"/>
                    <a:pt x="56566" y="4"/>
                    <a:pt x="59461" y="21"/>
                  </a:cubicBezTo>
                  <a:cubicBezTo>
                    <a:pt x="62581" y="34"/>
                    <a:pt x="65700" y="21"/>
                    <a:pt x="68820" y="12"/>
                  </a:cubicBezTo>
                  <a:cubicBezTo>
                    <a:pt x="74933" y="-2"/>
                    <a:pt x="81047" y="8"/>
                    <a:pt x="87161" y="26"/>
                  </a:cubicBezTo>
                  <a:cubicBezTo>
                    <a:pt x="94273" y="46"/>
                    <a:pt x="101386" y="44"/>
                    <a:pt x="108499" y="41"/>
                  </a:cubicBezTo>
                  <a:cubicBezTo>
                    <a:pt x="121185" y="36"/>
                    <a:pt x="133871" y="53"/>
                    <a:pt x="146557" y="82"/>
                  </a:cubicBezTo>
                  <a:cubicBezTo>
                    <a:pt x="158880" y="111"/>
                    <a:pt x="171204" y="121"/>
                    <a:pt x="183527" y="113"/>
                  </a:cubicBezTo>
                  <a:cubicBezTo>
                    <a:pt x="196933" y="104"/>
                    <a:pt x="210340" y="104"/>
                    <a:pt x="223746" y="121"/>
                  </a:cubicBezTo>
                  <a:cubicBezTo>
                    <a:pt x="225174" y="123"/>
                    <a:pt x="226602" y="125"/>
                    <a:pt x="228030" y="126"/>
                  </a:cubicBezTo>
                  <a:cubicBezTo>
                    <a:pt x="229084" y="128"/>
                    <a:pt x="229084" y="128"/>
                    <a:pt x="230159" y="129"/>
                  </a:cubicBezTo>
                  <a:cubicBezTo>
                    <a:pt x="235123" y="135"/>
                    <a:pt x="240087" y="134"/>
                    <a:pt x="245051" y="131"/>
                  </a:cubicBezTo>
                  <a:cubicBezTo>
                    <a:pt x="251095" y="128"/>
                    <a:pt x="257139" y="136"/>
                    <a:pt x="263183" y="158"/>
                  </a:cubicBezTo>
                  <a:cubicBezTo>
                    <a:pt x="266269" y="169"/>
                    <a:pt x="269356" y="175"/>
                    <a:pt x="272443" y="168"/>
                  </a:cubicBezTo>
                  <a:cubicBezTo>
                    <a:pt x="275264" y="162"/>
                    <a:pt x="278084" y="169"/>
                    <a:pt x="280905" y="188"/>
                  </a:cubicBezTo>
                  <a:cubicBezTo>
                    <a:pt x="281930" y="192"/>
                    <a:pt x="282955" y="192"/>
                    <a:pt x="283980" y="186"/>
                  </a:cubicBezTo>
                  <a:cubicBezTo>
                    <a:pt x="285365" y="178"/>
                    <a:pt x="286749" y="190"/>
                    <a:pt x="288133" y="204"/>
                  </a:cubicBezTo>
                  <a:cubicBezTo>
                    <a:pt x="289291" y="206"/>
                    <a:pt x="289291" y="206"/>
                    <a:pt x="290471" y="208"/>
                  </a:cubicBezTo>
                  <a:cubicBezTo>
                    <a:pt x="291040" y="332"/>
                    <a:pt x="291608" y="455"/>
                    <a:pt x="292193" y="583"/>
                  </a:cubicBezTo>
                  <a:cubicBezTo>
                    <a:pt x="292679" y="2002"/>
                    <a:pt x="292679" y="2002"/>
                    <a:pt x="292937" y="3559"/>
                  </a:cubicBezTo>
                  <a:cubicBezTo>
                    <a:pt x="293674" y="4050"/>
                    <a:pt x="294411" y="4541"/>
                    <a:pt x="295170" y="5048"/>
                  </a:cubicBezTo>
                  <a:cubicBezTo>
                    <a:pt x="295415" y="5784"/>
                    <a:pt x="295661" y="6521"/>
                    <a:pt x="295914" y="7280"/>
                  </a:cubicBezTo>
                  <a:cubicBezTo>
                    <a:pt x="296650" y="7771"/>
                    <a:pt x="297387" y="8262"/>
                    <a:pt x="298146" y="8768"/>
                  </a:cubicBezTo>
                  <a:cubicBezTo>
                    <a:pt x="298392" y="9505"/>
                    <a:pt x="298637" y="10242"/>
                    <a:pt x="298890" y="11001"/>
                  </a:cubicBezTo>
                  <a:cubicBezTo>
                    <a:pt x="299627" y="11246"/>
                    <a:pt x="300364" y="11492"/>
                    <a:pt x="301123" y="11745"/>
                  </a:cubicBezTo>
                  <a:cubicBezTo>
                    <a:pt x="301368" y="12481"/>
                    <a:pt x="301614" y="13218"/>
                    <a:pt x="301867" y="13977"/>
                  </a:cubicBezTo>
                  <a:cubicBezTo>
                    <a:pt x="302604" y="14223"/>
                    <a:pt x="303340" y="14468"/>
                    <a:pt x="304099" y="14721"/>
                  </a:cubicBezTo>
                  <a:cubicBezTo>
                    <a:pt x="304363" y="15710"/>
                    <a:pt x="304609" y="16702"/>
                    <a:pt x="304843" y="17698"/>
                  </a:cubicBezTo>
                  <a:cubicBezTo>
                    <a:pt x="305573" y="18456"/>
                    <a:pt x="306315" y="19203"/>
                    <a:pt x="307076" y="19930"/>
                  </a:cubicBezTo>
                  <a:cubicBezTo>
                    <a:pt x="307076" y="20421"/>
                    <a:pt x="307076" y="20913"/>
                    <a:pt x="307076" y="21419"/>
                  </a:cubicBezTo>
                  <a:cubicBezTo>
                    <a:pt x="308058" y="21419"/>
                    <a:pt x="309040" y="21419"/>
                    <a:pt x="310052" y="21419"/>
                  </a:cubicBezTo>
                  <a:cubicBezTo>
                    <a:pt x="313029" y="25222"/>
                    <a:pt x="313029" y="25222"/>
                    <a:pt x="313029" y="27372"/>
                  </a:cubicBezTo>
                  <a:cubicBezTo>
                    <a:pt x="313766" y="27617"/>
                    <a:pt x="314502" y="27863"/>
                    <a:pt x="315261" y="28116"/>
                  </a:cubicBezTo>
                  <a:cubicBezTo>
                    <a:pt x="315507" y="28853"/>
                    <a:pt x="315753" y="29589"/>
                    <a:pt x="316006" y="30348"/>
                  </a:cubicBezTo>
                  <a:cubicBezTo>
                    <a:pt x="316619" y="30701"/>
                    <a:pt x="317233" y="31054"/>
                    <a:pt x="317866" y="31418"/>
                  </a:cubicBezTo>
                  <a:cubicBezTo>
                    <a:pt x="319726" y="32581"/>
                    <a:pt x="319726" y="32581"/>
                    <a:pt x="320238" y="34209"/>
                  </a:cubicBezTo>
                  <a:cubicBezTo>
                    <a:pt x="320315" y="34654"/>
                    <a:pt x="320391" y="35099"/>
                    <a:pt x="320470" y="35557"/>
                  </a:cubicBezTo>
                  <a:cubicBezTo>
                    <a:pt x="320962" y="35557"/>
                    <a:pt x="321453" y="35557"/>
                    <a:pt x="321959" y="35557"/>
                  </a:cubicBezTo>
                  <a:cubicBezTo>
                    <a:pt x="322066" y="36033"/>
                    <a:pt x="322174" y="36509"/>
                    <a:pt x="322284" y="36999"/>
                  </a:cubicBezTo>
                  <a:cubicBezTo>
                    <a:pt x="322422" y="37506"/>
                    <a:pt x="322560" y="38012"/>
                    <a:pt x="322703" y="38534"/>
                  </a:cubicBezTo>
                  <a:cubicBezTo>
                    <a:pt x="323440" y="38779"/>
                    <a:pt x="324176" y="39025"/>
                    <a:pt x="324935" y="39278"/>
                  </a:cubicBezTo>
                  <a:cubicBezTo>
                    <a:pt x="325043" y="39784"/>
                    <a:pt x="325150" y="40291"/>
                    <a:pt x="325261" y="40813"/>
                  </a:cubicBezTo>
                  <a:cubicBezTo>
                    <a:pt x="325399" y="41289"/>
                    <a:pt x="325537" y="41764"/>
                    <a:pt x="325679" y="42255"/>
                  </a:cubicBezTo>
                  <a:cubicBezTo>
                    <a:pt x="326662" y="42255"/>
                    <a:pt x="327644" y="42255"/>
                    <a:pt x="328656" y="42255"/>
                  </a:cubicBezTo>
                  <a:cubicBezTo>
                    <a:pt x="328668" y="70645"/>
                    <a:pt x="328680" y="99035"/>
                    <a:pt x="328691" y="127425"/>
                  </a:cubicBezTo>
                  <a:cubicBezTo>
                    <a:pt x="328692" y="127981"/>
                    <a:pt x="328692" y="128536"/>
                    <a:pt x="328692" y="129108"/>
                  </a:cubicBezTo>
                  <a:cubicBezTo>
                    <a:pt x="328716" y="188614"/>
                    <a:pt x="328736" y="248119"/>
                    <a:pt x="328750" y="307625"/>
                  </a:cubicBezTo>
                  <a:cubicBezTo>
                    <a:pt x="328751" y="308946"/>
                    <a:pt x="328751" y="310267"/>
                    <a:pt x="328751" y="311589"/>
                  </a:cubicBezTo>
                  <a:cubicBezTo>
                    <a:pt x="328758" y="339320"/>
                    <a:pt x="328764" y="367052"/>
                    <a:pt x="328770" y="394784"/>
                  </a:cubicBezTo>
                  <a:cubicBezTo>
                    <a:pt x="328772" y="408713"/>
                    <a:pt x="328775" y="422643"/>
                    <a:pt x="328778" y="436573"/>
                  </a:cubicBezTo>
                  <a:cubicBezTo>
                    <a:pt x="328779" y="438674"/>
                    <a:pt x="328779" y="440776"/>
                    <a:pt x="328779" y="442877"/>
                  </a:cubicBezTo>
                  <a:cubicBezTo>
                    <a:pt x="328786" y="475247"/>
                    <a:pt x="328795" y="507617"/>
                    <a:pt x="328809" y="539987"/>
                  </a:cubicBezTo>
                  <a:cubicBezTo>
                    <a:pt x="328810" y="541032"/>
                    <a:pt x="328810" y="541032"/>
                    <a:pt x="328810" y="542098"/>
                  </a:cubicBezTo>
                  <a:cubicBezTo>
                    <a:pt x="328815" y="553326"/>
                    <a:pt x="328820" y="564554"/>
                    <a:pt x="328825" y="575782"/>
                  </a:cubicBezTo>
                  <a:cubicBezTo>
                    <a:pt x="328840" y="608109"/>
                    <a:pt x="328854" y="640436"/>
                    <a:pt x="328859" y="672764"/>
                  </a:cubicBezTo>
                  <a:cubicBezTo>
                    <a:pt x="328860" y="673428"/>
                    <a:pt x="328860" y="674092"/>
                    <a:pt x="328860" y="674777"/>
                  </a:cubicBezTo>
                  <a:cubicBezTo>
                    <a:pt x="328862" y="689357"/>
                    <a:pt x="328864" y="703938"/>
                    <a:pt x="328866" y="718518"/>
                  </a:cubicBezTo>
                  <a:cubicBezTo>
                    <a:pt x="328866" y="724384"/>
                    <a:pt x="328867" y="730250"/>
                    <a:pt x="328868" y="736117"/>
                  </a:cubicBezTo>
                  <a:cubicBezTo>
                    <a:pt x="328868" y="736759"/>
                    <a:pt x="328868" y="737401"/>
                    <a:pt x="328868" y="738062"/>
                  </a:cubicBezTo>
                  <a:cubicBezTo>
                    <a:pt x="328870" y="758773"/>
                    <a:pt x="328880" y="779485"/>
                    <a:pt x="328893" y="800196"/>
                  </a:cubicBezTo>
                  <a:cubicBezTo>
                    <a:pt x="328906" y="821047"/>
                    <a:pt x="328913" y="841898"/>
                    <a:pt x="328910" y="862749"/>
                  </a:cubicBezTo>
                  <a:cubicBezTo>
                    <a:pt x="328909" y="865625"/>
                    <a:pt x="328909" y="868502"/>
                    <a:pt x="328908" y="871379"/>
                  </a:cubicBezTo>
                  <a:cubicBezTo>
                    <a:pt x="328908" y="871943"/>
                    <a:pt x="328908" y="872507"/>
                    <a:pt x="328908" y="873088"/>
                  </a:cubicBezTo>
                  <a:cubicBezTo>
                    <a:pt x="328907" y="882043"/>
                    <a:pt x="328914" y="890999"/>
                    <a:pt x="328924" y="899954"/>
                  </a:cubicBezTo>
                  <a:cubicBezTo>
                    <a:pt x="328933" y="908745"/>
                    <a:pt x="328935" y="917535"/>
                    <a:pt x="328928" y="926326"/>
                  </a:cubicBezTo>
                  <a:cubicBezTo>
                    <a:pt x="328925" y="931035"/>
                    <a:pt x="328925" y="935744"/>
                    <a:pt x="328935" y="940453"/>
                  </a:cubicBezTo>
                  <a:cubicBezTo>
                    <a:pt x="328944" y="944726"/>
                    <a:pt x="328943" y="949000"/>
                    <a:pt x="328933" y="953273"/>
                  </a:cubicBezTo>
                  <a:cubicBezTo>
                    <a:pt x="328931" y="954819"/>
                    <a:pt x="328934" y="956365"/>
                    <a:pt x="328940" y="957912"/>
                  </a:cubicBezTo>
                  <a:cubicBezTo>
                    <a:pt x="328948" y="959993"/>
                    <a:pt x="328942" y="962074"/>
                    <a:pt x="328933" y="964155"/>
                  </a:cubicBezTo>
                  <a:cubicBezTo>
                    <a:pt x="328939" y="964765"/>
                    <a:pt x="328944" y="965375"/>
                    <a:pt x="328950" y="966004"/>
                  </a:cubicBezTo>
                  <a:cubicBezTo>
                    <a:pt x="328934" y="967664"/>
                    <a:pt x="328934" y="967664"/>
                    <a:pt x="328656" y="970198"/>
                  </a:cubicBezTo>
                  <a:cubicBezTo>
                    <a:pt x="327919" y="970443"/>
                    <a:pt x="327183" y="970689"/>
                    <a:pt x="326424" y="970942"/>
                  </a:cubicBezTo>
                  <a:cubicBezTo>
                    <a:pt x="326209" y="971372"/>
                    <a:pt x="325994" y="971801"/>
                    <a:pt x="325772" y="972244"/>
                  </a:cubicBezTo>
                  <a:cubicBezTo>
                    <a:pt x="324935" y="973918"/>
                    <a:pt x="324935" y="973918"/>
                    <a:pt x="323261" y="975546"/>
                  </a:cubicBezTo>
                  <a:cubicBezTo>
                    <a:pt x="321047" y="977810"/>
                    <a:pt x="319522" y="980161"/>
                    <a:pt x="317886" y="982857"/>
                  </a:cubicBezTo>
                  <a:cubicBezTo>
                    <a:pt x="316635" y="984486"/>
                    <a:pt x="315618" y="984995"/>
                    <a:pt x="313773" y="985825"/>
                  </a:cubicBezTo>
                  <a:cubicBezTo>
                    <a:pt x="313263" y="986810"/>
                    <a:pt x="312770" y="987803"/>
                    <a:pt x="312285" y="988801"/>
                  </a:cubicBezTo>
                  <a:cubicBezTo>
                    <a:pt x="311060" y="990057"/>
                    <a:pt x="309820" y="991298"/>
                    <a:pt x="308564" y="992522"/>
                  </a:cubicBezTo>
                  <a:cubicBezTo>
                    <a:pt x="308073" y="993259"/>
                    <a:pt x="307582" y="993995"/>
                    <a:pt x="307076" y="994754"/>
                  </a:cubicBezTo>
                  <a:cubicBezTo>
                    <a:pt x="306339" y="995000"/>
                    <a:pt x="305602" y="995246"/>
                    <a:pt x="304843" y="995499"/>
                  </a:cubicBezTo>
                  <a:cubicBezTo>
                    <a:pt x="304721" y="995990"/>
                    <a:pt x="304598" y="996481"/>
                    <a:pt x="304471" y="996987"/>
                  </a:cubicBezTo>
                  <a:cubicBezTo>
                    <a:pt x="304349" y="997478"/>
                    <a:pt x="304226" y="997969"/>
                    <a:pt x="304099" y="998475"/>
                  </a:cubicBezTo>
                  <a:cubicBezTo>
                    <a:pt x="303363" y="998721"/>
                    <a:pt x="302626" y="998966"/>
                    <a:pt x="301867" y="999219"/>
                  </a:cubicBezTo>
                  <a:cubicBezTo>
                    <a:pt x="301621" y="999956"/>
                    <a:pt x="301376" y="1000693"/>
                    <a:pt x="301123" y="1001452"/>
                  </a:cubicBezTo>
                  <a:cubicBezTo>
                    <a:pt x="299842" y="1002657"/>
                    <a:pt x="298482" y="1003713"/>
                    <a:pt x="297100" y="1004800"/>
                  </a:cubicBezTo>
                  <a:cubicBezTo>
                    <a:pt x="295714" y="1005928"/>
                    <a:pt x="295714" y="1005928"/>
                    <a:pt x="295170" y="1008149"/>
                  </a:cubicBezTo>
                  <a:cubicBezTo>
                    <a:pt x="294433" y="1008149"/>
                    <a:pt x="293696" y="1008149"/>
                    <a:pt x="292937" y="1008149"/>
                  </a:cubicBezTo>
                  <a:cubicBezTo>
                    <a:pt x="292937" y="1009377"/>
                    <a:pt x="292937" y="1010605"/>
                    <a:pt x="292937" y="1011870"/>
                  </a:cubicBezTo>
                  <a:cubicBezTo>
                    <a:pt x="260567" y="1011972"/>
                    <a:pt x="228196" y="1012050"/>
                    <a:pt x="195825" y="1012098"/>
                  </a:cubicBezTo>
                  <a:cubicBezTo>
                    <a:pt x="192006" y="1012103"/>
                    <a:pt x="188187" y="1012109"/>
                    <a:pt x="184368" y="1012115"/>
                  </a:cubicBezTo>
                  <a:cubicBezTo>
                    <a:pt x="183608" y="1012116"/>
                    <a:pt x="182848" y="1012117"/>
                    <a:pt x="182064" y="1012118"/>
                  </a:cubicBezTo>
                  <a:cubicBezTo>
                    <a:pt x="169743" y="1012138"/>
                    <a:pt x="157421" y="1012173"/>
                    <a:pt x="145100" y="1012214"/>
                  </a:cubicBezTo>
                  <a:cubicBezTo>
                    <a:pt x="132463" y="1012256"/>
                    <a:pt x="119826" y="1012281"/>
                    <a:pt x="107189" y="1012290"/>
                  </a:cubicBezTo>
                  <a:cubicBezTo>
                    <a:pt x="99387" y="1012296"/>
                    <a:pt x="91586" y="1012315"/>
                    <a:pt x="83784" y="1012352"/>
                  </a:cubicBezTo>
                  <a:cubicBezTo>
                    <a:pt x="78439" y="1012375"/>
                    <a:pt x="73094" y="1012382"/>
                    <a:pt x="67748" y="1012376"/>
                  </a:cubicBezTo>
                  <a:cubicBezTo>
                    <a:pt x="64661" y="1012374"/>
                    <a:pt x="61575" y="1012378"/>
                    <a:pt x="58488" y="1012402"/>
                  </a:cubicBezTo>
                  <a:cubicBezTo>
                    <a:pt x="55664" y="1012424"/>
                    <a:pt x="52840" y="1012425"/>
                    <a:pt x="50016" y="1012409"/>
                  </a:cubicBezTo>
                  <a:cubicBezTo>
                    <a:pt x="48506" y="1012407"/>
                    <a:pt x="46996" y="1012426"/>
                    <a:pt x="45486" y="1012446"/>
                  </a:cubicBezTo>
                  <a:cubicBezTo>
                    <a:pt x="39110" y="1012382"/>
                    <a:pt x="39110" y="1012382"/>
                    <a:pt x="37166" y="1010892"/>
                  </a:cubicBezTo>
                  <a:cubicBezTo>
                    <a:pt x="36038" y="1009286"/>
                    <a:pt x="35465" y="1007890"/>
                    <a:pt x="35465" y="1005916"/>
                  </a:cubicBezTo>
                  <a:cubicBezTo>
                    <a:pt x="34866" y="1005702"/>
                    <a:pt x="34267" y="1005487"/>
                    <a:pt x="33651" y="1005265"/>
                  </a:cubicBezTo>
                  <a:cubicBezTo>
                    <a:pt x="33021" y="1004989"/>
                    <a:pt x="32392" y="1004713"/>
                    <a:pt x="31744" y="1004428"/>
                  </a:cubicBezTo>
                  <a:cubicBezTo>
                    <a:pt x="31279" y="1002893"/>
                    <a:pt x="31279" y="1002893"/>
                    <a:pt x="31000" y="1001452"/>
                  </a:cubicBezTo>
                  <a:cubicBezTo>
                    <a:pt x="30263" y="1001206"/>
                    <a:pt x="29526" y="1000961"/>
                    <a:pt x="28767" y="1000708"/>
                  </a:cubicBezTo>
                  <a:cubicBezTo>
                    <a:pt x="28498" y="999721"/>
                    <a:pt x="28248" y="998729"/>
                    <a:pt x="28023" y="997731"/>
                  </a:cubicBezTo>
                  <a:cubicBezTo>
                    <a:pt x="27532" y="997731"/>
                    <a:pt x="27041" y="997731"/>
                    <a:pt x="26535" y="997731"/>
                  </a:cubicBezTo>
                  <a:cubicBezTo>
                    <a:pt x="22987" y="994529"/>
                    <a:pt x="22987" y="994529"/>
                    <a:pt x="22070" y="991778"/>
                  </a:cubicBezTo>
                  <a:cubicBezTo>
                    <a:pt x="21579" y="991532"/>
                    <a:pt x="21088" y="991287"/>
                    <a:pt x="20582" y="991034"/>
                  </a:cubicBezTo>
                  <a:cubicBezTo>
                    <a:pt x="20398" y="990604"/>
                    <a:pt x="20213" y="990174"/>
                    <a:pt x="20024" y="989731"/>
                  </a:cubicBezTo>
                  <a:cubicBezTo>
                    <a:pt x="18709" y="987364"/>
                    <a:pt x="16697" y="986053"/>
                    <a:pt x="14629" y="984336"/>
                  </a:cubicBezTo>
                  <a:cubicBezTo>
                    <a:pt x="14383" y="983600"/>
                    <a:pt x="14137" y="982863"/>
                    <a:pt x="13884" y="982104"/>
                  </a:cubicBezTo>
                  <a:cubicBezTo>
                    <a:pt x="13148" y="981858"/>
                    <a:pt x="12411" y="981613"/>
                    <a:pt x="11652" y="981360"/>
                  </a:cubicBezTo>
                  <a:cubicBezTo>
                    <a:pt x="11545" y="980869"/>
                    <a:pt x="11437" y="980378"/>
                    <a:pt x="11326" y="979872"/>
                  </a:cubicBezTo>
                  <a:cubicBezTo>
                    <a:pt x="11188" y="979381"/>
                    <a:pt x="11050" y="978889"/>
                    <a:pt x="10908" y="978383"/>
                  </a:cubicBezTo>
                  <a:cubicBezTo>
                    <a:pt x="9923" y="978106"/>
                    <a:pt x="8930" y="977858"/>
                    <a:pt x="7931" y="977639"/>
                  </a:cubicBezTo>
                  <a:cubicBezTo>
                    <a:pt x="7563" y="976534"/>
                    <a:pt x="7563" y="976534"/>
                    <a:pt x="7187" y="975407"/>
                  </a:cubicBezTo>
                  <a:cubicBezTo>
                    <a:pt x="6696" y="975161"/>
                    <a:pt x="6205" y="974916"/>
                    <a:pt x="5699" y="974663"/>
                  </a:cubicBezTo>
                  <a:cubicBezTo>
                    <a:pt x="5331" y="973558"/>
                    <a:pt x="5331" y="973558"/>
                    <a:pt x="4955" y="972430"/>
                  </a:cubicBezTo>
                  <a:cubicBezTo>
                    <a:pt x="4571" y="972046"/>
                    <a:pt x="4187" y="971663"/>
                    <a:pt x="3792" y="971267"/>
                  </a:cubicBezTo>
                  <a:cubicBezTo>
                    <a:pt x="2722" y="970198"/>
                    <a:pt x="2722" y="970198"/>
                    <a:pt x="2722" y="968709"/>
                  </a:cubicBezTo>
                  <a:cubicBezTo>
                    <a:pt x="1986" y="968709"/>
                    <a:pt x="1249" y="968709"/>
                    <a:pt x="490" y="968709"/>
                  </a:cubicBezTo>
                  <a:cubicBezTo>
                    <a:pt x="469" y="940449"/>
                    <a:pt x="450" y="912188"/>
                    <a:pt x="431" y="883928"/>
                  </a:cubicBezTo>
                  <a:cubicBezTo>
                    <a:pt x="430" y="883375"/>
                    <a:pt x="430" y="882822"/>
                    <a:pt x="430" y="882252"/>
                  </a:cubicBezTo>
                  <a:cubicBezTo>
                    <a:pt x="390" y="823011"/>
                    <a:pt x="356" y="763770"/>
                    <a:pt x="332" y="704529"/>
                  </a:cubicBezTo>
                  <a:cubicBezTo>
                    <a:pt x="332" y="703214"/>
                    <a:pt x="331" y="701898"/>
                    <a:pt x="331" y="700583"/>
                  </a:cubicBezTo>
                  <a:cubicBezTo>
                    <a:pt x="320" y="672970"/>
                    <a:pt x="310" y="645358"/>
                    <a:pt x="301" y="617746"/>
                  </a:cubicBezTo>
                  <a:cubicBezTo>
                    <a:pt x="296" y="603875"/>
                    <a:pt x="291" y="590005"/>
                    <a:pt x="286" y="576135"/>
                  </a:cubicBezTo>
                  <a:cubicBezTo>
                    <a:pt x="286" y="574043"/>
                    <a:pt x="285" y="571951"/>
                    <a:pt x="284" y="569858"/>
                  </a:cubicBezTo>
                  <a:cubicBezTo>
                    <a:pt x="273" y="537631"/>
                    <a:pt x="258" y="505404"/>
                    <a:pt x="234" y="473177"/>
                  </a:cubicBezTo>
                  <a:cubicBezTo>
                    <a:pt x="234" y="472484"/>
                    <a:pt x="233" y="471791"/>
                    <a:pt x="233" y="471076"/>
                  </a:cubicBezTo>
                  <a:cubicBezTo>
                    <a:pt x="225" y="459900"/>
                    <a:pt x="216" y="448724"/>
                    <a:pt x="208" y="437547"/>
                  </a:cubicBezTo>
                  <a:cubicBezTo>
                    <a:pt x="183" y="405365"/>
                    <a:pt x="160" y="373182"/>
                    <a:pt x="151" y="341000"/>
                  </a:cubicBezTo>
                  <a:cubicBezTo>
                    <a:pt x="151" y="340339"/>
                    <a:pt x="150" y="339677"/>
                    <a:pt x="150" y="338996"/>
                  </a:cubicBezTo>
                  <a:cubicBezTo>
                    <a:pt x="146" y="324476"/>
                    <a:pt x="143" y="309957"/>
                    <a:pt x="140" y="295437"/>
                  </a:cubicBezTo>
                  <a:cubicBezTo>
                    <a:pt x="139" y="289596"/>
                    <a:pt x="138" y="283754"/>
                    <a:pt x="137" y="277912"/>
                  </a:cubicBezTo>
                  <a:cubicBezTo>
                    <a:pt x="137" y="277273"/>
                    <a:pt x="137" y="276634"/>
                    <a:pt x="137" y="275975"/>
                  </a:cubicBezTo>
                  <a:cubicBezTo>
                    <a:pt x="132" y="255358"/>
                    <a:pt x="117" y="234741"/>
                    <a:pt x="94" y="214124"/>
                  </a:cubicBezTo>
                  <a:cubicBezTo>
                    <a:pt x="72" y="193364"/>
                    <a:pt x="62" y="172604"/>
                    <a:pt x="67" y="151844"/>
                  </a:cubicBezTo>
                  <a:cubicBezTo>
                    <a:pt x="68" y="148978"/>
                    <a:pt x="69" y="146112"/>
                    <a:pt x="69" y="143246"/>
                  </a:cubicBezTo>
                  <a:cubicBezTo>
                    <a:pt x="69" y="142404"/>
                    <a:pt x="69" y="142404"/>
                    <a:pt x="69" y="141544"/>
                  </a:cubicBezTo>
                  <a:cubicBezTo>
                    <a:pt x="71" y="132632"/>
                    <a:pt x="60" y="123719"/>
                    <a:pt x="43" y="114807"/>
                  </a:cubicBezTo>
                  <a:cubicBezTo>
                    <a:pt x="28" y="106053"/>
                    <a:pt x="25" y="97299"/>
                    <a:pt x="37" y="88545"/>
                  </a:cubicBezTo>
                  <a:cubicBezTo>
                    <a:pt x="42" y="83859"/>
                    <a:pt x="42" y="79172"/>
                    <a:pt x="25" y="74485"/>
                  </a:cubicBezTo>
                  <a:cubicBezTo>
                    <a:pt x="10" y="70228"/>
                    <a:pt x="12" y="65971"/>
                    <a:pt x="28" y="61714"/>
                  </a:cubicBezTo>
                  <a:cubicBezTo>
                    <a:pt x="31" y="60177"/>
                    <a:pt x="27" y="58640"/>
                    <a:pt x="17" y="57103"/>
                  </a:cubicBezTo>
                  <a:cubicBezTo>
                    <a:pt x="3" y="55027"/>
                    <a:pt x="13" y="52952"/>
                    <a:pt x="28" y="50875"/>
                  </a:cubicBezTo>
                  <a:cubicBezTo>
                    <a:pt x="18" y="50275"/>
                    <a:pt x="9" y="49675"/>
                    <a:pt x="0" y="49057"/>
                  </a:cubicBezTo>
                  <a:cubicBezTo>
                    <a:pt x="47" y="46042"/>
                    <a:pt x="309" y="44700"/>
                    <a:pt x="2286" y="42367"/>
                  </a:cubicBezTo>
                  <a:cubicBezTo>
                    <a:pt x="2921" y="41839"/>
                    <a:pt x="3556" y="41310"/>
                    <a:pt x="4211" y="40766"/>
                  </a:cubicBezTo>
                  <a:cubicBezTo>
                    <a:pt x="4702" y="40030"/>
                    <a:pt x="5193" y="39293"/>
                    <a:pt x="5699" y="38534"/>
                  </a:cubicBezTo>
                  <a:cubicBezTo>
                    <a:pt x="6681" y="38534"/>
                    <a:pt x="7663" y="38534"/>
                    <a:pt x="8675" y="38534"/>
                  </a:cubicBezTo>
                  <a:cubicBezTo>
                    <a:pt x="9535" y="36695"/>
                    <a:pt x="9535" y="36695"/>
                    <a:pt x="10164" y="34813"/>
                  </a:cubicBezTo>
                  <a:cubicBezTo>
                    <a:pt x="10655" y="34813"/>
                    <a:pt x="11146" y="34813"/>
                    <a:pt x="11652" y="34813"/>
                  </a:cubicBezTo>
                  <a:cubicBezTo>
                    <a:pt x="11652" y="33831"/>
                    <a:pt x="11652" y="32849"/>
                    <a:pt x="11652" y="31837"/>
                  </a:cubicBezTo>
                  <a:cubicBezTo>
                    <a:pt x="12757" y="31468"/>
                    <a:pt x="12757" y="31468"/>
                    <a:pt x="13884" y="31092"/>
                  </a:cubicBezTo>
                  <a:cubicBezTo>
                    <a:pt x="14130" y="30356"/>
                    <a:pt x="14376" y="29619"/>
                    <a:pt x="14629" y="28860"/>
                  </a:cubicBezTo>
                  <a:cubicBezTo>
                    <a:pt x="15734" y="28492"/>
                    <a:pt x="15734" y="28492"/>
                    <a:pt x="16861" y="28116"/>
                  </a:cubicBezTo>
                  <a:cubicBezTo>
                    <a:pt x="17369" y="27130"/>
                    <a:pt x="17866" y="26138"/>
                    <a:pt x="18349" y="25139"/>
                  </a:cubicBezTo>
                  <a:cubicBezTo>
                    <a:pt x="18840" y="25139"/>
                    <a:pt x="19332" y="25139"/>
                    <a:pt x="19838" y="25139"/>
                  </a:cubicBezTo>
                  <a:cubicBezTo>
                    <a:pt x="20037" y="24602"/>
                    <a:pt x="20237" y="24065"/>
                    <a:pt x="20442" y="23511"/>
                  </a:cubicBezTo>
                  <a:cubicBezTo>
                    <a:pt x="21528" y="20939"/>
                    <a:pt x="23034" y="19615"/>
                    <a:pt x="25047" y="17698"/>
                  </a:cubicBezTo>
                  <a:cubicBezTo>
                    <a:pt x="26798" y="15655"/>
                    <a:pt x="27915" y="14303"/>
                    <a:pt x="28767" y="11745"/>
                  </a:cubicBezTo>
                  <a:cubicBezTo>
                    <a:pt x="30007" y="11001"/>
                    <a:pt x="31248" y="10256"/>
                    <a:pt x="32488" y="9512"/>
                  </a:cubicBezTo>
                  <a:cubicBezTo>
                    <a:pt x="32734" y="8776"/>
                    <a:pt x="32979" y="8039"/>
                    <a:pt x="33232" y="7280"/>
                  </a:cubicBezTo>
                  <a:cubicBezTo>
                    <a:pt x="33570" y="6958"/>
                    <a:pt x="33907" y="6635"/>
                    <a:pt x="34255" y="6303"/>
                  </a:cubicBezTo>
                  <a:cubicBezTo>
                    <a:pt x="35665" y="5048"/>
                    <a:pt x="35665" y="5048"/>
                    <a:pt x="36036" y="2771"/>
                  </a:cubicBezTo>
                  <a:cubicBezTo>
                    <a:pt x="37697" y="583"/>
                    <a:pt x="37697" y="583"/>
                    <a:pt x="39569" y="167"/>
                  </a:cubicBezTo>
                  <a:cubicBezTo>
                    <a:pt x="42259" y="6"/>
                    <a:pt x="44930" y="-5"/>
                    <a:pt x="47622" y="26"/>
                  </a:cubicBezTo>
                  <a:cubicBezTo>
                    <a:pt x="48673" y="22"/>
                    <a:pt x="49724" y="16"/>
                    <a:pt x="50775" y="8"/>
                  </a:cubicBezTo>
                  <a:close/>
                </a:path>
              </a:pathLst>
            </a:custGeom>
            <a:grpFill/>
            <a:ln w="744" cap="flat">
              <a:noFill/>
              <a:prstDash val="solid"/>
              <a:miter/>
            </a:ln>
          </p:spPr>
          <p:txBody>
            <a:bodyPr rtlCol="0" anchor="ctr"/>
            <a:lstStyle/>
            <a:p>
              <a:endParaRPr lang="zh-CN" altLang="en-US"/>
            </a:p>
          </p:txBody>
        </p:sp>
        <p:sp>
          <p:nvSpPr>
            <p:cNvPr id="78" name="任意多边形: 形状 77"/>
            <p:cNvSpPr/>
            <p:nvPr/>
          </p:nvSpPr>
          <p:spPr>
            <a:xfrm>
              <a:off x="2722565" y="610552"/>
              <a:ext cx="311346" cy="1011287"/>
            </a:xfrm>
            <a:custGeom>
              <a:avLst/>
              <a:gdLst>
                <a:gd name="connsiteX0" fmla="*/ 78985 w 311346"/>
                <a:gd name="connsiteY0" fmla="*/ 550659 h 1011287"/>
                <a:gd name="connsiteX1" fmla="*/ 78985 w 311346"/>
                <a:gd name="connsiteY1" fmla="*/ 921241 h 1011287"/>
                <a:gd name="connsiteX2" fmla="*/ 86199 w 311346"/>
                <a:gd name="connsiteY2" fmla="*/ 920397 h 1011287"/>
                <a:gd name="connsiteX3" fmla="*/ 87908 w 311346"/>
                <a:gd name="connsiteY3" fmla="*/ 920402 h 1011287"/>
                <a:gd name="connsiteX4" fmla="*/ 93707 w 311346"/>
                <a:gd name="connsiteY4" fmla="*/ 920398 h 1011287"/>
                <a:gd name="connsiteX5" fmla="*/ 97962 w 311346"/>
                <a:gd name="connsiteY5" fmla="*/ 920399 h 1011287"/>
                <a:gd name="connsiteX6" fmla="*/ 109540 w 311346"/>
                <a:gd name="connsiteY6" fmla="*/ 920395 h 1011287"/>
                <a:gd name="connsiteX7" fmla="*/ 121851 w 311346"/>
                <a:gd name="connsiteY7" fmla="*/ 920397 h 1011287"/>
                <a:gd name="connsiteX8" fmla="*/ 142442 w 311346"/>
                <a:gd name="connsiteY8" fmla="*/ 920398 h 1011287"/>
                <a:gd name="connsiteX9" fmla="*/ 166458 w 311346"/>
                <a:gd name="connsiteY9" fmla="*/ 920400 h 1011287"/>
                <a:gd name="connsiteX10" fmla="*/ 187217 w 311346"/>
                <a:gd name="connsiteY10" fmla="*/ 920396 h 1011287"/>
                <a:gd name="connsiteX11" fmla="*/ 199572 w 311346"/>
                <a:gd name="connsiteY11" fmla="*/ 920397 h 1011287"/>
                <a:gd name="connsiteX12" fmla="*/ 211398 w 311346"/>
                <a:gd name="connsiteY12" fmla="*/ 920397 h 1011287"/>
                <a:gd name="connsiteX13" fmla="*/ 215739 w 311346"/>
                <a:gd name="connsiteY13" fmla="*/ 920401 h 1011287"/>
                <a:gd name="connsiteX14" fmla="*/ 221820 w 311346"/>
                <a:gd name="connsiteY14" fmla="*/ 920399 h 1011287"/>
                <a:gd name="connsiteX15" fmla="*/ 223638 w 311346"/>
                <a:gd name="connsiteY15" fmla="*/ 920402 h 1011287"/>
                <a:gd name="connsiteX16" fmla="*/ 229301 w 311346"/>
                <a:gd name="connsiteY16" fmla="*/ 920497 h 1011287"/>
                <a:gd name="connsiteX17" fmla="*/ 232278 w 311346"/>
                <a:gd name="connsiteY17" fmla="*/ 921241 h 1011287"/>
                <a:gd name="connsiteX18" fmla="*/ 232467 w 311346"/>
                <a:gd name="connsiteY18" fmla="*/ 791987 h 1011287"/>
                <a:gd name="connsiteX19" fmla="*/ 232481 w 311346"/>
                <a:gd name="connsiteY19" fmla="*/ 776583 h 1011287"/>
                <a:gd name="connsiteX20" fmla="*/ 232482 w 311346"/>
                <a:gd name="connsiteY20" fmla="*/ 775034 h 1011287"/>
                <a:gd name="connsiteX21" fmla="*/ 232559 w 311346"/>
                <a:gd name="connsiteY21" fmla="*/ 725241 h 1011287"/>
                <a:gd name="connsiteX22" fmla="*/ 232627 w 311346"/>
                <a:gd name="connsiteY22" fmla="*/ 673997 h 1011287"/>
                <a:gd name="connsiteX23" fmla="*/ 232671 w 311346"/>
                <a:gd name="connsiteY23" fmla="*/ 642408 h 1011287"/>
                <a:gd name="connsiteX24" fmla="*/ 232702 w 311346"/>
                <a:gd name="connsiteY24" fmla="*/ 620561 h 1011287"/>
                <a:gd name="connsiteX25" fmla="*/ 232710 w 311346"/>
                <a:gd name="connsiteY25" fmla="*/ 607962 h 1011287"/>
                <a:gd name="connsiteX26" fmla="*/ 232735 w 311346"/>
                <a:gd name="connsiteY26" fmla="*/ 596259 h 1011287"/>
                <a:gd name="connsiteX27" fmla="*/ 232725 w 311346"/>
                <a:gd name="connsiteY27" fmla="*/ 592021 h 1011287"/>
                <a:gd name="connsiteX28" fmla="*/ 232749 w 311346"/>
                <a:gd name="connsiteY28" fmla="*/ 586128 h 1011287"/>
                <a:gd name="connsiteX29" fmla="*/ 232736 w 311346"/>
                <a:gd name="connsiteY29" fmla="*/ 584374 h 1011287"/>
                <a:gd name="connsiteX30" fmla="*/ 232278 w 311346"/>
                <a:gd name="connsiteY30" fmla="*/ 578936 h 1011287"/>
                <a:gd name="connsiteX31" fmla="*/ 230389 w 311346"/>
                <a:gd name="connsiteY31" fmla="*/ 578364 h 1011287"/>
                <a:gd name="connsiteX32" fmla="*/ 228557 w 311346"/>
                <a:gd name="connsiteY32" fmla="*/ 578192 h 1011287"/>
                <a:gd name="connsiteX33" fmla="*/ 228557 w 311346"/>
                <a:gd name="connsiteY33" fmla="*/ 575960 h 1011287"/>
                <a:gd name="connsiteX34" fmla="*/ 223767 w 311346"/>
                <a:gd name="connsiteY34" fmla="*/ 571495 h 1011287"/>
                <a:gd name="connsiteX35" fmla="*/ 219508 w 311346"/>
                <a:gd name="connsiteY35" fmla="*/ 567681 h 1011287"/>
                <a:gd name="connsiteX36" fmla="*/ 218139 w 311346"/>
                <a:gd name="connsiteY36" fmla="*/ 567030 h 1011287"/>
                <a:gd name="connsiteX37" fmla="*/ 214419 w 311346"/>
                <a:gd name="connsiteY37" fmla="*/ 562984 h 1011287"/>
                <a:gd name="connsiteX38" fmla="*/ 211442 w 311346"/>
                <a:gd name="connsiteY38" fmla="*/ 560333 h 1011287"/>
                <a:gd name="connsiteX39" fmla="*/ 210698 w 311346"/>
                <a:gd name="connsiteY39" fmla="*/ 558100 h 1011287"/>
                <a:gd name="connsiteX40" fmla="*/ 207721 w 311346"/>
                <a:gd name="connsiteY40" fmla="*/ 557356 h 1011287"/>
                <a:gd name="connsiteX41" fmla="*/ 207721 w 311346"/>
                <a:gd name="connsiteY41" fmla="*/ 555124 h 1011287"/>
                <a:gd name="connsiteX42" fmla="*/ 205861 w 311346"/>
                <a:gd name="connsiteY42" fmla="*/ 554752 h 1011287"/>
                <a:gd name="connsiteX43" fmla="*/ 204001 w 311346"/>
                <a:gd name="connsiteY43" fmla="*/ 554380 h 1011287"/>
                <a:gd name="connsiteX44" fmla="*/ 204001 w 311346"/>
                <a:gd name="connsiteY44" fmla="*/ 552147 h 1011287"/>
                <a:gd name="connsiteX45" fmla="*/ 78985 w 311346"/>
                <a:gd name="connsiteY45" fmla="*/ 550659 h 1011287"/>
                <a:gd name="connsiteX46" fmla="*/ 79730 w 311346"/>
                <a:gd name="connsiteY46" fmla="*/ 90907 h 1011287"/>
                <a:gd name="connsiteX47" fmla="*/ 78888 w 311346"/>
                <a:gd name="connsiteY47" fmla="*/ 95702 h 1011287"/>
                <a:gd name="connsiteX48" fmla="*/ 78894 w 311346"/>
                <a:gd name="connsiteY48" fmla="*/ 97484 h 1011287"/>
                <a:gd name="connsiteX49" fmla="*/ 78893 w 311346"/>
                <a:gd name="connsiteY49" fmla="*/ 103491 h 1011287"/>
                <a:gd name="connsiteX50" fmla="*/ 78896 w 311346"/>
                <a:gd name="connsiteY50" fmla="*/ 107941 h 1011287"/>
                <a:gd name="connsiteX51" fmla="*/ 78897 w 311346"/>
                <a:gd name="connsiteY51" fmla="*/ 120183 h 1011287"/>
                <a:gd name="connsiteX52" fmla="*/ 78901 w 311346"/>
                <a:gd name="connsiteY52" fmla="*/ 133580 h 1011287"/>
                <a:gd name="connsiteX53" fmla="*/ 78906 w 311346"/>
                <a:gd name="connsiteY53" fmla="*/ 158283 h 1011287"/>
                <a:gd name="connsiteX54" fmla="*/ 78915 w 311346"/>
                <a:gd name="connsiteY54" fmla="*/ 182885 h 1011287"/>
                <a:gd name="connsiteX55" fmla="*/ 78915 w 311346"/>
                <a:gd name="connsiteY55" fmla="*/ 184425 h 1011287"/>
                <a:gd name="connsiteX56" fmla="*/ 78916 w 311346"/>
                <a:gd name="connsiteY56" fmla="*/ 192174 h 1011287"/>
                <a:gd name="connsiteX57" fmla="*/ 78929 w 311346"/>
                <a:gd name="connsiteY57" fmla="*/ 247102 h 1011287"/>
                <a:gd name="connsiteX58" fmla="*/ 78944 w 311346"/>
                <a:gd name="connsiteY58" fmla="*/ 300575 h 1011287"/>
                <a:gd name="connsiteX59" fmla="*/ 78945 w 311346"/>
                <a:gd name="connsiteY59" fmla="*/ 302239 h 1011287"/>
                <a:gd name="connsiteX60" fmla="*/ 78947 w 311346"/>
                <a:gd name="connsiteY60" fmla="*/ 318802 h 1011287"/>
                <a:gd name="connsiteX61" fmla="*/ 78954 w 311346"/>
                <a:gd name="connsiteY61" fmla="*/ 352579 h 1011287"/>
                <a:gd name="connsiteX62" fmla="*/ 78954 w 311346"/>
                <a:gd name="connsiteY62" fmla="*/ 354149 h 1011287"/>
                <a:gd name="connsiteX63" fmla="*/ 78985 w 311346"/>
                <a:gd name="connsiteY63" fmla="*/ 459257 h 1011287"/>
                <a:gd name="connsiteX64" fmla="*/ 83385 w 311346"/>
                <a:gd name="connsiteY64" fmla="*/ 459247 h 1011287"/>
                <a:gd name="connsiteX65" fmla="*/ 86086 w 311346"/>
                <a:gd name="connsiteY65" fmla="*/ 459233 h 1011287"/>
                <a:gd name="connsiteX66" fmla="*/ 90859 w 311346"/>
                <a:gd name="connsiteY66" fmla="*/ 459209 h 1011287"/>
                <a:gd name="connsiteX67" fmla="*/ 92594 w 311346"/>
                <a:gd name="connsiteY67" fmla="*/ 459200 h 1011287"/>
                <a:gd name="connsiteX68" fmla="*/ 126643 w 311346"/>
                <a:gd name="connsiteY68" fmla="*/ 459016 h 1011287"/>
                <a:gd name="connsiteX69" fmla="*/ 148563 w 311346"/>
                <a:gd name="connsiteY69" fmla="*/ 458897 h 1011287"/>
                <a:gd name="connsiteX70" fmla="*/ 167846 w 311346"/>
                <a:gd name="connsiteY70" fmla="*/ 458795 h 1011287"/>
                <a:gd name="connsiteX71" fmla="*/ 178018 w 311346"/>
                <a:gd name="connsiteY71" fmla="*/ 458738 h 1011287"/>
                <a:gd name="connsiteX72" fmla="*/ 187755 w 311346"/>
                <a:gd name="connsiteY72" fmla="*/ 458688 h 1011287"/>
                <a:gd name="connsiteX73" fmla="*/ 191329 w 311346"/>
                <a:gd name="connsiteY73" fmla="*/ 458665 h 1011287"/>
                <a:gd name="connsiteX74" fmla="*/ 196335 w 311346"/>
                <a:gd name="connsiteY74" fmla="*/ 458641 h 1011287"/>
                <a:gd name="connsiteX75" fmla="*/ 197834 w 311346"/>
                <a:gd name="connsiteY75" fmla="*/ 458630 h 1011287"/>
                <a:gd name="connsiteX76" fmla="*/ 203257 w 311346"/>
                <a:gd name="connsiteY76" fmla="*/ 457768 h 1011287"/>
                <a:gd name="connsiteX77" fmla="*/ 204001 w 311346"/>
                <a:gd name="connsiteY77" fmla="*/ 454792 h 1011287"/>
                <a:gd name="connsiteX78" fmla="*/ 206978 w 311346"/>
                <a:gd name="connsiteY78" fmla="*/ 454792 h 1011287"/>
                <a:gd name="connsiteX79" fmla="*/ 209210 w 311346"/>
                <a:gd name="connsiteY79" fmla="*/ 451815 h 1011287"/>
                <a:gd name="connsiteX80" fmla="*/ 210698 w 311346"/>
                <a:gd name="connsiteY80" fmla="*/ 448839 h 1011287"/>
                <a:gd name="connsiteX81" fmla="*/ 212931 w 311346"/>
                <a:gd name="connsiteY81" fmla="*/ 448094 h 1011287"/>
                <a:gd name="connsiteX82" fmla="*/ 213349 w 311346"/>
                <a:gd name="connsiteY82" fmla="*/ 446560 h 1011287"/>
                <a:gd name="connsiteX83" fmla="*/ 213675 w 311346"/>
                <a:gd name="connsiteY83" fmla="*/ 445118 h 1011287"/>
                <a:gd name="connsiteX84" fmla="*/ 215163 w 311346"/>
                <a:gd name="connsiteY84" fmla="*/ 445118 h 1011287"/>
                <a:gd name="connsiteX85" fmla="*/ 216207 w 311346"/>
                <a:gd name="connsiteY85" fmla="*/ 444057 h 1011287"/>
                <a:gd name="connsiteX86" fmla="*/ 220791 w 311346"/>
                <a:gd name="connsiteY86" fmla="*/ 438735 h 1011287"/>
                <a:gd name="connsiteX87" fmla="*/ 224837 w 311346"/>
                <a:gd name="connsiteY87" fmla="*/ 433956 h 1011287"/>
                <a:gd name="connsiteX88" fmla="*/ 226325 w 311346"/>
                <a:gd name="connsiteY88" fmla="*/ 430979 h 1011287"/>
                <a:gd name="connsiteX89" fmla="*/ 229302 w 311346"/>
                <a:gd name="connsiteY89" fmla="*/ 430979 h 1011287"/>
                <a:gd name="connsiteX90" fmla="*/ 229302 w 311346"/>
                <a:gd name="connsiteY90" fmla="*/ 90907 h 1011287"/>
                <a:gd name="connsiteX91" fmla="*/ 222971 w 311346"/>
                <a:gd name="connsiteY91" fmla="*/ 91751 h 1011287"/>
                <a:gd name="connsiteX92" fmla="*/ 221274 w 311346"/>
                <a:gd name="connsiteY92" fmla="*/ 91746 h 1011287"/>
                <a:gd name="connsiteX93" fmla="*/ 215538 w 311346"/>
                <a:gd name="connsiteY93" fmla="*/ 91750 h 1011287"/>
                <a:gd name="connsiteX94" fmla="*/ 211325 w 311346"/>
                <a:gd name="connsiteY94" fmla="*/ 91749 h 1011287"/>
                <a:gd name="connsiteX95" fmla="*/ 199868 w 311346"/>
                <a:gd name="connsiteY95" fmla="*/ 91753 h 1011287"/>
                <a:gd name="connsiteX96" fmla="*/ 187681 w 311346"/>
                <a:gd name="connsiteY96" fmla="*/ 91751 h 1011287"/>
                <a:gd name="connsiteX97" fmla="*/ 167296 w 311346"/>
                <a:gd name="connsiteY97" fmla="*/ 91750 h 1011287"/>
                <a:gd name="connsiteX98" fmla="*/ 143522 w 311346"/>
                <a:gd name="connsiteY98" fmla="*/ 91748 h 1011287"/>
                <a:gd name="connsiteX99" fmla="*/ 122977 w 311346"/>
                <a:gd name="connsiteY99" fmla="*/ 91752 h 1011287"/>
                <a:gd name="connsiteX100" fmla="*/ 110747 w 311346"/>
                <a:gd name="connsiteY100" fmla="*/ 91751 h 1011287"/>
                <a:gd name="connsiteX101" fmla="*/ 99041 w 311346"/>
                <a:gd name="connsiteY101" fmla="*/ 91751 h 1011287"/>
                <a:gd name="connsiteX102" fmla="*/ 94740 w 311346"/>
                <a:gd name="connsiteY102" fmla="*/ 91747 h 1011287"/>
                <a:gd name="connsiteX103" fmla="*/ 88723 w 311346"/>
                <a:gd name="connsiteY103" fmla="*/ 91749 h 1011287"/>
                <a:gd name="connsiteX104" fmla="*/ 86919 w 311346"/>
                <a:gd name="connsiteY104" fmla="*/ 91746 h 1011287"/>
                <a:gd name="connsiteX105" fmla="*/ 81218 w 311346"/>
                <a:gd name="connsiteY105" fmla="*/ 91651 h 1011287"/>
                <a:gd name="connsiteX106" fmla="*/ 79730 w 311346"/>
                <a:gd name="connsiteY106" fmla="*/ 90907 h 1011287"/>
                <a:gd name="connsiteX107" fmla="*/ 0 w 311346"/>
                <a:gd name="connsiteY107" fmla="*/ 0 h 1011287"/>
                <a:gd name="connsiteX108" fmla="*/ 272355 w 311346"/>
                <a:gd name="connsiteY108" fmla="*/ 0 h 1011287"/>
                <a:gd name="connsiteX109" fmla="*/ 273100 w 311346"/>
                <a:gd name="connsiteY109" fmla="*/ 4465 h 1011287"/>
                <a:gd name="connsiteX110" fmla="*/ 274588 w 311346"/>
                <a:gd name="connsiteY110" fmla="*/ 4465 h 1011287"/>
                <a:gd name="connsiteX111" fmla="*/ 276820 w 311346"/>
                <a:gd name="connsiteY111" fmla="*/ 7395 h 1011287"/>
                <a:gd name="connsiteX112" fmla="*/ 280541 w 311346"/>
                <a:gd name="connsiteY112" fmla="*/ 11162 h 1011287"/>
                <a:gd name="connsiteX113" fmla="*/ 282029 w 311346"/>
                <a:gd name="connsiteY113" fmla="*/ 14139 h 1011287"/>
                <a:gd name="connsiteX114" fmla="*/ 283518 w 311346"/>
                <a:gd name="connsiteY114" fmla="*/ 14883 h 1011287"/>
                <a:gd name="connsiteX115" fmla="*/ 284262 w 311346"/>
                <a:gd name="connsiteY115" fmla="*/ 17115 h 1011287"/>
                <a:gd name="connsiteX116" fmla="*/ 286494 w 311346"/>
                <a:gd name="connsiteY116" fmla="*/ 17859 h 1011287"/>
                <a:gd name="connsiteX117" fmla="*/ 287238 w 311346"/>
                <a:gd name="connsiteY117" fmla="*/ 20092 h 1011287"/>
                <a:gd name="connsiteX118" fmla="*/ 289471 w 311346"/>
                <a:gd name="connsiteY118" fmla="*/ 20836 h 1011287"/>
                <a:gd name="connsiteX119" fmla="*/ 290215 w 311346"/>
                <a:gd name="connsiteY119" fmla="*/ 23812 h 1011287"/>
                <a:gd name="connsiteX120" fmla="*/ 291703 w 311346"/>
                <a:gd name="connsiteY120" fmla="*/ 24557 h 1011287"/>
                <a:gd name="connsiteX121" fmla="*/ 292447 w 311346"/>
                <a:gd name="connsiteY121" fmla="*/ 26789 h 1011287"/>
                <a:gd name="connsiteX122" fmla="*/ 293936 w 311346"/>
                <a:gd name="connsiteY122" fmla="*/ 27161 h 1011287"/>
                <a:gd name="connsiteX123" fmla="*/ 295424 w 311346"/>
                <a:gd name="connsiteY123" fmla="*/ 27533 h 1011287"/>
                <a:gd name="connsiteX124" fmla="*/ 296168 w 311346"/>
                <a:gd name="connsiteY124" fmla="*/ 29766 h 1011287"/>
                <a:gd name="connsiteX125" fmla="*/ 298400 w 311346"/>
                <a:gd name="connsiteY125" fmla="*/ 31998 h 1011287"/>
                <a:gd name="connsiteX126" fmla="*/ 302403 w 311346"/>
                <a:gd name="connsiteY126" fmla="*/ 36655 h 1011287"/>
                <a:gd name="connsiteX127" fmla="*/ 305098 w 311346"/>
                <a:gd name="connsiteY127" fmla="*/ 38695 h 1011287"/>
                <a:gd name="connsiteX128" fmla="*/ 305842 w 311346"/>
                <a:gd name="connsiteY128" fmla="*/ 40928 h 1011287"/>
                <a:gd name="connsiteX129" fmla="*/ 307353 w 311346"/>
                <a:gd name="connsiteY129" fmla="*/ 41399 h 1011287"/>
                <a:gd name="connsiteX130" fmla="*/ 308818 w 311346"/>
                <a:gd name="connsiteY130" fmla="*/ 42416 h 1011287"/>
                <a:gd name="connsiteX131" fmla="*/ 309191 w 311346"/>
                <a:gd name="connsiteY131" fmla="*/ 49012 h 1011287"/>
                <a:gd name="connsiteX132" fmla="*/ 309203 w 311346"/>
                <a:gd name="connsiteY132" fmla="*/ 51118 h 1011287"/>
                <a:gd name="connsiteX133" fmla="*/ 309191 w 311346"/>
                <a:gd name="connsiteY133" fmla="*/ 58184 h 1011287"/>
                <a:gd name="connsiteX134" fmla="*/ 309204 w 311346"/>
                <a:gd name="connsiteY134" fmla="*/ 63269 h 1011287"/>
                <a:gd name="connsiteX135" fmla="*/ 309197 w 311346"/>
                <a:gd name="connsiteY135" fmla="*/ 77305 h 1011287"/>
                <a:gd name="connsiteX136" fmla="*/ 309202 w 311346"/>
                <a:gd name="connsiteY136" fmla="*/ 90868 h 1011287"/>
                <a:gd name="connsiteX137" fmla="*/ 309199 w 311346"/>
                <a:gd name="connsiteY137" fmla="*/ 120333 h 1011287"/>
                <a:gd name="connsiteX138" fmla="*/ 309188 w 311346"/>
                <a:gd name="connsiteY138" fmla="*/ 146116 h 1011287"/>
                <a:gd name="connsiteX139" fmla="*/ 309188 w 311346"/>
                <a:gd name="connsiteY139" fmla="*/ 147841 h 1011287"/>
                <a:gd name="connsiteX140" fmla="*/ 309190 w 311346"/>
                <a:gd name="connsiteY140" fmla="*/ 154773 h 1011287"/>
                <a:gd name="connsiteX141" fmla="*/ 309164 w 311346"/>
                <a:gd name="connsiteY141" fmla="*/ 219845 h 1011287"/>
                <a:gd name="connsiteX142" fmla="*/ 309150 w 311346"/>
                <a:gd name="connsiteY142" fmla="*/ 277709 h 1011287"/>
                <a:gd name="connsiteX143" fmla="*/ 309156 w 311346"/>
                <a:gd name="connsiteY143" fmla="*/ 292526 h 1011287"/>
                <a:gd name="connsiteX144" fmla="*/ 309157 w 311346"/>
                <a:gd name="connsiteY144" fmla="*/ 294368 h 1011287"/>
                <a:gd name="connsiteX145" fmla="*/ 309149 w 311346"/>
                <a:gd name="connsiteY145" fmla="*/ 342663 h 1011287"/>
                <a:gd name="connsiteX146" fmla="*/ 309147 w 311346"/>
                <a:gd name="connsiteY146" fmla="*/ 347856 h 1011287"/>
                <a:gd name="connsiteX147" fmla="*/ 309145 w 311346"/>
                <a:gd name="connsiteY147" fmla="*/ 351302 h 1011287"/>
                <a:gd name="connsiteX148" fmla="*/ 309145 w 311346"/>
                <a:gd name="connsiteY148" fmla="*/ 377076 h 1011287"/>
                <a:gd name="connsiteX149" fmla="*/ 309130 w 311346"/>
                <a:gd name="connsiteY149" fmla="*/ 406369 h 1011287"/>
                <a:gd name="connsiteX150" fmla="*/ 309125 w 311346"/>
                <a:gd name="connsiteY150" fmla="*/ 421330 h 1011287"/>
                <a:gd name="connsiteX151" fmla="*/ 309111 w 311346"/>
                <a:gd name="connsiteY151" fmla="*/ 435002 h 1011287"/>
                <a:gd name="connsiteX152" fmla="*/ 309114 w 311346"/>
                <a:gd name="connsiteY152" fmla="*/ 439971 h 1011287"/>
                <a:gd name="connsiteX153" fmla="*/ 309101 w 311346"/>
                <a:gd name="connsiteY153" fmla="*/ 446679 h 1011287"/>
                <a:gd name="connsiteX154" fmla="*/ 309117 w 311346"/>
                <a:gd name="connsiteY154" fmla="*/ 448669 h 1011287"/>
                <a:gd name="connsiteX155" fmla="*/ 308818 w 311346"/>
                <a:gd name="connsiteY155" fmla="*/ 453182 h 1011287"/>
                <a:gd name="connsiteX156" fmla="*/ 306586 w 311346"/>
                <a:gd name="connsiteY156" fmla="*/ 453926 h 1011287"/>
                <a:gd name="connsiteX157" fmla="*/ 306214 w 311346"/>
                <a:gd name="connsiteY157" fmla="*/ 457274 h 1011287"/>
                <a:gd name="connsiteX158" fmla="*/ 305842 w 311346"/>
                <a:gd name="connsiteY158" fmla="*/ 460623 h 1011287"/>
                <a:gd name="connsiteX159" fmla="*/ 303609 w 311346"/>
                <a:gd name="connsiteY159" fmla="*/ 461367 h 1011287"/>
                <a:gd name="connsiteX160" fmla="*/ 303098 w 311346"/>
                <a:gd name="connsiteY160" fmla="*/ 464390 h 1011287"/>
                <a:gd name="connsiteX161" fmla="*/ 302865 w 311346"/>
                <a:gd name="connsiteY161" fmla="*/ 467320 h 1011287"/>
                <a:gd name="connsiteX162" fmla="*/ 300633 w 311346"/>
                <a:gd name="connsiteY162" fmla="*/ 467320 h 1011287"/>
                <a:gd name="connsiteX163" fmla="*/ 300819 w 311346"/>
                <a:gd name="connsiteY163" fmla="*/ 470250 h 1011287"/>
                <a:gd name="connsiteX164" fmla="*/ 300633 w 311346"/>
                <a:gd name="connsiteY164" fmla="*/ 473273 h 1011287"/>
                <a:gd name="connsiteX165" fmla="*/ 299145 w 311346"/>
                <a:gd name="connsiteY165" fmla="*/ 473599 h 1011287"/>
                <a:gd name="connsiteX166" fmla="*/ 297656 w 311346"/>
                <a:gd name="connsiteY166" fmla="*/ 474018 h 1011287"/>
                <a:gd name="connsiteX167" fmla="*/ 297470 w 311346"/>
                <a:gd name="connsiteY167" fmla="*/ 477785 h 1011287"/>
                <a:gd name="connsiteX168" fmla="*/ 297552 w 311346"/>
                <a:gd name="connsiteY168" fmla="*/ 479857 h 1011287"/>
                <a:gd name="connsiteX169" fmla="*/ 297656 w 311346"/>
                <a:gd name="connsiteY169" fmla="*/ 481459 h 1011287"/>
                <a:gd name="connsiteX170" fmla="*/ 294680 w 311346"/>
                <a:gd name="connsiteY170" fmla="*/ 481459 h 1011287"/>
                <a:gd name="connsiteX171" fmla="*/ 293191 w 311346"/>
                <a:gd name="connsiteY171" fmla="*/ 485180 h 1011287"/>
                <a:gd name="connsiteX172" fmla="*/ 291703 w 311346"/>
                <a:gd name="connsiteY172" fmla="*/ 485180 h 1011287"/>
                <a:gd name="connsiteX173" fmla="*/ 290959 w 311346"/>
                <a:gd name="connsiteY173" fmla="*/ 488156 h 1011287"/>
                <a:gd name="connsiteX174" fmla="*/ 289471 w 311346"/>
                <a:gd name="connsiteY174" fmla="*/ 488900 h 1011287"/>
                <a:gd name="connsiteX175" fmla="*/ 288820 w 311346"/>
                <a:gd name="connsiteY175" fmla="*/ 490342 h 1011287"/>
                <a:gd name="connsiteX176" fmla="*/ 285006 w 311346"/>
                <a:gd name="connsiteY176" fmla="*/ 493365 h 1011287"/>
                <a:gd name="connsiteX177" fmla="*/ 283518 w 311346"/>
                <a:gd name="connsiteY177" fmla="*/ 496342 h 1011287"/>
                <a:gd name="connsiteX178" fmla="*/ 282029 w 311346"/>
                <a:gd name="connsiteY178" fmla="*/ 496342 h 1011287"/>
                <a:gd name="connsiteX179" fmla="*/ 280541 w 311346"/>
                <a:gd name="connsiteY179" fmla="*/ 500062 h 1011287"/>
                <a:gd name="connsiteX180" fmla="*/ 276820 w 311346"/>
                <a:gd name="connsiteY180" fmla="*/ 503039 h 1011287"/>
                <a:gd name="connsiteX181" fmla="*/ 281285 w 311346"/>
                <a:gd name="connsiteY181" fmla="*/ 506760 h 1011287"/>
                <a:gd name="connsiteX182" fmla="*/ 282029 w 311346"/>
                <a:gd name="connsiteY182" fmla="*/ 508992 h 1011287"/>
                <a:gd name="connsiteX183" fmla="*/ 284262 w 311346"/>
                <a:gd name="connsiteY183" fmla="*/ 508992 h 1011287"/>
                <a:gd name="connsiteX184" fmla="*/ 285750 w 311346"/>
                <a:gd name="connsiteY184" fmla="*/ 511969 h 1011287"/>
                <a:gd name="connsiteX185" fmla="*/ 288773 w 311346"/>
                <a:gd name="connsiteY185" fmla="*/ 514620 h 1011287"/>
                <a:gd name="connsiteX186" fmla="*/ 292447 w 311346"/>
                <a:gd name="connsiteY186" fmla="*/ 519410 h 1011287"/>
                <a:gd name="connsiteX187" fmla="*/ 294680 w 311346"/>
                <a:gd name="connsiteY187" fmla="*/ 520154 h 1011287"/>
                <a:gd name="connsiteX188" fmla="*/ 295424 w 311346"/>
                <a:gd name="connsiteY188" fmla="*/ 522387 h 1011287"/>
                <a:gd name="connsiteX189" fmla="*/ 297656 w 311346"/>
                <a:gd name="connsiteY189" fmla="*/ 523131 h 1011287"/>
                <a:gd name="connsiteX190" fmla="*/ 298400 w 311346"/>
                <a:gd name="connsiteY190" fmla="*/ 527596 h 1011287"/>
                <a:gd name="connsiteX191" fmla="*/ 300633 w 311346"/>
                <a:gd name="connsiteY191" fmla="*/ 529084 h 1011287"/>
                <a:gd name="connsiteX192" fmla="*/ 301377 w 311346"/>
                <a:gd name="connsiteY192" fmla="*/ 534293 h 1011287"/>
                <a:gd name="connsiteX193" fmla="*/ 302865 w 311346"/>
                <a:gd name="connsiteY193" fmla="*/ 535037 h 1011287"/>
                <a:gd name="connsiteX194" fmla="*/ 303191 w 311346"/>
                <a:gd name="connsiteY194" fmla="*/ 537642 h 1011287"/>
                <a:gd name="connsiteX195" fmla="*/ 303609 w 311346"/>
                <a:gd name="connsiteY195" fmla="*/ 540246 h 1011287"/>
                <a:gd name="connsiteX196" fmla="*/ 305842 w 311346"/>
                <a:gd name="connsiteY196" fmla="*/ 540990 h 1011287"/>
                <a:gd name="connsiteX197" fmla="*/ 306214 w 311346"/>
                <a:gd name="connsiteY197" fmla="*/ 544246 h 1011287"/>
                <a:gd name="connsiteX198" fmla="*/ 307699 w 311346"/>
                <a:gd name="connsiteY198" fmla="*/ 548897 h 1011287"/>
                <a:gd name="connsiteX199" fmla="*/ 308818 w 311346"/>
                <a:gd name="connsiteY199" fmla="*/ 549920 h 1011287"/>
                <a:gd name="connsiteX200" fmla="*/ 309563 w 311346"/>
                <a:gd name="connsiteY200" fmla="*/ 553641 h 1011287"/>
                <a:gd name="connsiteX201" fmla="*/ 311051 w 311346"/>
                <a:gd name="connsiteY201" fmla="*/ 554385 h 1011287"/>
                <a:gd name="connsiteX202" fmla="*/ 311240 w 311346"/>
                <a:gd name="connsiteY202" fmla="*/ 560959 h 1011287"/>
                <a:gd name="connsiteX203" fmla="*/ 311247 w 311346"/>
                <a:gd name="connsiteY203" fmla="*/ 563085 h 1011287"/>
                <a:gd name="connsiteX204" fmla="*/ 311245 w 311346"/>
                <a:gd name="connsiteY204" fmla="*/ 570233 h 1011287"/>
                <a:gd name="connsiteX205" fmla="*/ 311253 w 311346"/>
                <a:gd name="connsiteY205" fmla="*/ 575372 h 1011287"/>
                <a:gd name="connsiteX206" fmla="*/ 311256 w 311346"/>
                <a:gd name="connsiteY206" fmla="*/ 589565 h 1011287"/>
                <a:gd name="connsiteX207" fmla="*/ 311265 w 311346"/>
                <a:gd name="connsiteY207" fmla="*/ 603277 h 1011287"/>
                <a:gd name="connsiteX208" fmla="*/ 311276 w 311346"/>
                <a:gd name="connsiteY208" fmla="*/ 634803 h 1011287"/>
                <a:gd name="connsiteX209" fmla="*/ 311279 w 311346"/>
                <a:gd name="connsiteY209" fmla="*/ 659140 h 1011287"/>
                <a:gd name="connsiteX210" fmla="*/ 311280 w 311346"/>
                <a:gd name="connsiteY210" fmla="*/ 662631 h 1011287"/>
                <a:gd name="connsiteX211" fmla="*/ 311282 w 311346"/>
                <a:gd name="connsiteY211" fmla="*/ 667891 h 1011287"/>
                <a:gd name="connsiteX212" fmla="*/ 311289 w 311346"/>
                <a:gd name="connsiteY212" fmla="*/ 716825 h 1011287"/>
                <a:gd name="connsiteX213" fmla="*/ 311288 w 311346"/>
                <a:gd name="connsiteY213" fmla="*/ 718690 h 1011287"/>
                <a:gd name="connsiteX214" fmla="*/ 311286 w 311346"/>
                <a:gd name="connsiteY214" fmla="*/ 728049 h 1011287"/>
                <a:gd name="connsiteX215" fmla="*/ 311286 w 311346"/>
                <a:gd name="connsiteY215" fmla="*/ 729927 h 1011287"/>
                <a:gd name="connsiteX216" fmla="*/ 311285 w 311346"/>
                <a:gd name="connsiteY216" fmla="*/ 733686 h 1011287"/>
                <a:gd name="connsiteX217" fmla="*/ 311301 w 311346"/>
                <a:gd name="connsiteY217" fmla="*/ 792194 h 1011287"/>
                <a:gd name="connsiteX218" fmla="*/ 311321 w 311346"/>
                <a:gd name="connsiteY218" fmla="*/ 857865 h 1011287"/>
                <a:gd name="connsiteX219" fmla="*/ 311321 w 311346"/>
                <a:gd name="connsiteY219" fmla="*/ 864860 h 1011287"/>
                <a:gd name="connsiteX220" fmla="*/ 311320 w 311346"/>
                <a:gd name="connsiteY220" fmla="*/ 866600 h 1011287"/>
                <a:gd name="connsiteX221" fmla="*/ 311332 w 311346"/>
                <a:gd name="connsiteY221" fmla="*/ 892660 h 1011287"/>
                <a:gd name="connsiteX222" fmla="*/ 311333 w 311346"/>
                <a:gd name="connsiteY222" fmla="*/ 922279 h 1011287"/>
                <a:gd name="connsiteX223" fmla="*/ 311337 w 311346"/>
                <a:gd name="connsiteY223" fmla="*/ 937408 h 1011287"/>
                <a:gd name="connsiteX224" fmla="*/ 311332 w 311346"/>
                <a:gd name="connsiteY224" fmla="*/ 951233 h 1011287"/>
                <a:gd name="connsiteX225" fmla="*/ 311338 w 311346"/>
                <a:gd name="connsiteY225" fmla="*/ 956258 h 1011287"/>
                <a:gd name="connsiteX226" fmla="*/ 311330 w 311346"/>
                <a:gd name="connsiteY226" fmla="*/ 963041 h 1011287"/>
                <a:gd name="connsiteX227" fmla="*/ 311346 w 311346"/>
                <a:gd name="connsiteY227" fmla="*/ 965053 h 1011287"/>
                <a:gd name="connsiteX228" fmla="*/ 311051 w 311346"/>
                <a:gd name="connsiteY228" fmla="*/ 969615 h 1011287"/>
                <a:gd name="connsiteX229" fmla="*/ 308818 w 311346"/>
                <a:gd name="connsiteY229" fmla="*/ 970359 h 1011287"/>
                <a:gd name="connsiteX230" fmla="*/ 307330 w 311346"/>
                <a:gd name="connsiteY230" fmla="*/ 973336 h 1011287"/>
                <a:gd name="connsiteX231" fmla="*/ 305098 w 311346"/>
                <a:gd name="connsiteY231" fmla="*/ 975568 h 1011287"/>
                <a:gd name="connsiteX232" fmla="*/ 303935 w 311346"/>
                <a:gd name="connsiteY232" fmla="*/ 976777 h 1011287"/>
                <a:gd name="connsiteX233" fmla="*/ 301377 w 311346"/>
                <a:gd name="connsiteY233" fmla="*/ 978545 h 1011287"/>
                <a:gd name="connsiteX234" fmla="*/ 300633 w 311346"/>
                <a:gd name="connsiteY234" fmla="*/ 980080 h 1011287"/>
                <a:gd name="connsiteX235" fmla="*/ 299889 w 311346"/>
                <a:gd name="connsiteY235" fmla="*/ 981521 h 1011287"/>
                <a:gd name="connsiteX236" fmla="*/ 298400 w 311346"/>
                <a:gd name="connsiteY236" fmla="*/ 981521 h 1011287"/>
                <a:gd name="connsiteX237" fmla="*/ 298075 w 311346"/>
                <a:gd name="connsiteY237" fmla="*/ 983010 h 1011287"/>
                <a:gd name="connsiteX238" fmla="*/ 297656 w 311346"/>
                <a:gd name="connsiteY238" fmla="*/ 984498 h 1011287"/>
                <a:gd name="connsiteX239" fmla="*/ 295424 w 311346"/>
                <a:gd name="connsiteY239" fmla="*/ 984498 h 1011287"/>
                <a:gd name="connsiteX240" fmla="*/ 295052 w 311346"/>
                <a:gd name="connsiteY240" fmla="*/ 985986 h 1011287"/>
                <a:gd name="connsiteX241" fmla="*/ 294680 w 311346"/>
                <a:gd name="connsiteY241" fmla="*/ 987474 h 1011287"/>
                <a:gd name="connsiteX242" fmla="*/ 292447 w 311346"/>
                <a:gd name="connsiteY242" fmla="*/ 987474 h 1011287"/>
                <a:gd name="connsiteX243" fmla="*/ 292447 w 311346"/>
                <a:gd name="connsiteY243" fmla="*/ 991195 h 1011287"/>
                <a:gd name="connsiteX244" fmla="*/ 289471 w 311346"/>
                <a:gd name="connsiteY244" fmla="*/ 991195 h 1011287"/>
                <a:gd name="connsiteX245" fmla="*/ 289471 w 311346"/>
                <a:gd name="connsiteY245" fmla="*/ 994172 h 1011287"/>
                <a:gd name="connsiteX246" fmla="*/ 286494 w 311346"/>
                <a:gd name="connsiteY246" fmla="*/ 994172 h 1011287"/>
                <a:gd name="connsiteX247" fmla="*/ 285750 w 311346"/>
                <a:gd name="connsiteY247" fmla="*/ 997148 h 1011287"/>
                <a:gd name="connsiteX248" fmla="*/ 284262 w 311346"/>
                <a:gd name="connsiteY248" fmla="*/ 997892 h 1011287"/>
                <a:gd name="connsiteX249" fmla="*/ 283518 w 311346"/>
                <a:gd name="connsiteY249" fmla="*/ 999381 h 1011287"/>
                <a:gd name="connsiteX250" fmla="*/ 281285 w 311346"/>
                <a:gd name="connsiteY250" fmla="*/ 1001613 h 1011287"/>
                <a:gd name="connsiteX251" fmla="*/ 280541 w 311346"/>
                <a:gd name="connsiteY251" fmla="*/ 1003846 h 1011287"/>
                <a:gd name="connsiteX252" fmla="*/ 278727 w 311346"/>
                <a:gd name="connsiteY252" fmla="*/ 1005613 h 1011287"/>
                <a:gd name="connsiteX253" fmla="*/ 275332 w 311346"/>
                <a:gd name="connsiteY253" fmla="*/ 1011287 h 1011287"/>
                <a:gd name="connsiteX254" fmla="*/ 0 w 311346"/>
                <a:gd name="connsiteY254" fmla="*/ 1011287 h 1011287"/>
                <a:gd name="connsiteX255" fmla="*/ 0 w 311346"/>
                <a:gd name="connsiteY25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311346" h="1011287">
                  <a:moveTo>
                    <a:pt x="78985" y="550659"/>
                  </a:moveTo>
                  <a:cubicBezTo>
                    <a:pt x="78985" y="676657"/>
                    <a:pt x="78985" y="798949"/>
                    <a:pt x="78985" y="921241"/>
                  </a:cubicBezTo>
                  <a:cubicBezTo>
                    <a:pt x="81520" y="920607"/>
                    <a:pt x="83610" y="920407"/>
                    <a:pt x="86199" y="920397"/>
                  </a:cubicBezTo>
                  <a:cubicBezTo>
                    <a:pt x="86780" y="920399"/>
                    <a:pt x="87344" y="920401"/>
                    <a:pt x="87908" y="920402"/>
                  </a:cubicBezTo>
                  <a:cubicBezTo>
                    <a:pt x="89841" y="920399"/>
                    <a:pt x="91774" y="920396"/>
                    <a:pt x="93707" y="920398"/>
                  </a:cubicBezTo>
                  <a:cubicBezTo>
                    <a:pt x="95125" y="920400"/>
                    <a:pt x="96543" y="920400"/>
                    <a:pt x="97962" y="920399"/>
                  </a:cubicBezTo>
                  <a:cubicBezTo>
                    <a:pt x="101821" y="920395"/>
                    <a:pt x="105681" y="920393"/>
                    <a:pt x="109540" y="920395"/>
                  </a:cubicBezTo>
                  <a:cubicBezTo>
                    <a:pt x="113644" y="920398"/>
                    <a:pt x="117747" y="920398"/>
                    <a:pt x="121851" y="920397"/>
                  </a:cubicBezTo>
                  <a:cubicBezTo>
                    <a:pt x="128714" y="920395"/>
                    <a:pt x="135578" y="920395"/>
                    <a:pt x="142442" y="920398"/>
                  </a:cubicBezTo>
                  <a:cubicBezTo>
                    <a:pt x="150447" y="920403"/>
                    <a:pt x="158453" y="920404"/>
                    <a:pt x="166458" y="920400"/>
                  </a:cubicBezTo>
                  <a:cubicBezTo>
                    <a:pt x="173378" y="920396"/>
                    <a:pt x="180298" y="920394"/>
                    <a:pt x="187217" y="920396"/>
                  </a:cubicBezTo>
                  <a:cubicBezTo>
                    <a:pt x="191335" y="920397"/>
                    <a:pt x="195454" y="920399"/>
                    <a:pt x="199572" y="920397"/>
                  </a:cubicBezTo>
                  <a:cubicBezTo>
                    <a:pt x="203514" y="920395"/>
                    <a:pt x="207456" y="920393"/>
                    <a:pt x="211398" y="920397"/>
                  </a:cubicBezTo>
                  <a:cubicBezTo>
                    <a:pt x="212845" y="920398"/>
                    <a:pt x="214292" y="920400"/>
                    <a:pt x="215739" y="920401"/>
                  </a:cubicBezTo>
                  <a:cubicBezTo>
                    <a:pt x="217766" y="920398"/>
                    <a:pt x="219793" y="920396"/>
                    <a:pt x="221820" y="920399"/>
                  </a:cubicBezTo>
                  <a:cubicBezTo>
                    <a:pt x="222738" y="920401"/>
                    <a:pt x="222738" y="920401"/>
                    <a:pt x="223638" y="920402"/>
                  </a:cubicBezTo>
                  <a:cubicBezTo>
                    <a:pt x="225533" y="920397"/>
                    <a:pt x="227407" y="920422"/>
                    <a:pt x="229301" y="920497"/>
                  </a:cubicBezTo>
                  <a:cubicBezTo>
                    <a:pt x="230046" y="921241"/>
                    <a:pt x="230046" y="921241"/>
                    <a:pt x="232278" y="921241"/>
                  </a:cubicBezTo>
                  <a:cubicBezTo>
                    <a:pt x="232362" y="878156"/>
                    <a:pt x="232428" y="835072"/>
                    <a:pt x="232467" y="791987"/>
                  </a:cubicBezTo>
                  <a:cubicBezTo>
                    <a:pt x="232471" y="786853"/>
                    <a:pt x="232476" y="781718"/>
                    <a:pt x="232481" y="776583"/>
                  </a:cubicBezTo>
                  <a:cubicBezTo>
                    <a:pt x="232481" y="776056"/>
                    <a:pt x="232482" y="775545"/>
                    <a:pt x="232482" y="775034"/>
                  </a:cubicBezTo>
                  <a:cubicBezTo>
                    <a:pt x="232498" y="758436"/>
                    <a:pt x="232525" y="741838"/>
                    <a:pt x="232559" y="725241"/>
                  </a:cubicBezTo>
                  <a:cubicBezTo>
                    <a:pt x="232594" y="708159"/>
                    <a:pt x="232619" y="691078"/>
                    <a:pt x="232627" y="673997"/>
                  </a:cubicBezTo>
                  <a:cubicBezTo>
                    <a:pt x="232631" y="663467"/>
                    <a:pt x="232641" y="652938"/>
                    <a:pt x="232671" y="642408"/>
                  </a:cubicBezTo>
                  <a:cubicBezTo>
                    <a:pt x="232692" y="635126"/>
                    <a:pt x="232704" y="627843"/>
                    <a:pt x="232702" y="620561"/>
                  </a:cubicBezTo>
                  <a:cubicBezTo>
                    <a:pt x="232699" y="616361"/>
                    <a:pt x="232694" y="612162"/>
                    <a:pt x="232710" y="607962"/>
                  </a:cubicBezTo>
                  <a:cubicBezTo>
                    <a:pt x="232728" y="604061"/>
                    <a:pt x="232743" y="600160"/>
                    <a:pt x="232735" y="596259"/>
                  </a:cubicBezTo>
                  <a:cubicBezTo>
                    <a:pt x="232730" y="594846"/>
                    <a:pt x="232727" y="593434"/>
                    <a:pt x="232725" y="592021"/>
                  </a:cubicBezTo>
                  <a:cubicBezTo>
                    <a:pt x="232742" y="590056"/>
                    <a:pt x="232759" y="588093"/>
                    <a:pt x="232749" y="586128"/>
                  </a:cubicBezTo>
                  <a:cubicBezTo>
                    <a:pt x="232742" y="585242"/>
                    <a:pt x="232742" y="585242"/>
                    <a:pt x="232736" y="584374"/>
                  </a:cubicBezTo>
                  <a:cubicBezTo>
                    <a:pt x="232771" y="582400"/>
                    <a:pt x="232674" y="580896"/>
                    <a:pt x="232278" y="578936"/>
                  </a:cubicBezTo>
                  <a:cubicBezTo>
                    <a:pt x="231636" y="578742"/>
                    <a:pt x="231012" y="578553"/>
                    <a:pt x="230389" y="578364"/>
                  </a:cubicBezTo>
                  <a:cubicBezTo>
                    <a:pt x="229766" y="578306"/>
                    <a:pt x="229162" y="578249"/>
                    <a:pt x="228557" y="578192"/>
                  </a:cubicBezTo>
                  <a:cubicBezTo>
                    <a:pt x="228557" y="577433"/>
                    <a:pt x="228557" y="576696"/>
                    <a:pt x="228557" y="575960"/>
                  </a:cubicBezTo>
                  <a:cubicBezTo>
                    <a:pt x="226473" y="574571"/>
                    <a:pt x="225338" y="573398"/>
                    <a:pt x="223767" y="571495"/>
                  </a:cubicBezTo>
                  <a:cubicBezTo>
                    <a:pt x="222401" y="569833"/>
                    <a:pt x="221423" y="568679"/>
                    <a:pt x="219508" y="567681"/>
                  </a:cubicBezTo>
                  <a:cubicBezTo>
                    <a:pt x="219043" y="567460"/>
                    <a:pt x="218591" y="567245"/>
                    <a:pt x="218139" y="567030"/>
                  </a:cubicBezTo>
                  <a:cubicBezTo>
                    <a:pt x="217321" y="565394"/>
                    <a:pt x="217321" y="565394"/>
                    <a:pt x="214419" y="562984"/>
                  </a:cubicBezTo>
                  <a:cubicBezTo>
                    <a:pt x="212803" y="561683"/>
                    <a:pt x="212803" y="561683"/>
                    <a:pt x="211442" y="560333"/>
                  </a:cubicBezTo>
                  <a:cubicBezTo>
                    <a:pt x="211189" y="559574"/>
                    <a:pt x="210943" y="558837"/>
                    <a:pt x="210698" y="558100"/>
                  </a:cubicBezTo>
                  <a:cubicBezTo>
                    <a:pt x="209704" y="557859"/>
                    <a:pt x="208712" y="557612"/>
                    <a:pt x="207721" y="557356"/>
                  </a:cubicBezTo>
                  <a:cubicBezTo>
                    <a:pt x="207721" y="556597"/>
                    <a:pt x="207721" y="555861"/>
                    <a:pt x="207721" y="555124"/>
                  </a:cubicBezTo>
                  <a:cubicBezTo>
                    <a:pt x="207089" y="554997"/>
                    <a:pt x="206475" y="554875"/>
                    <a:pt x="205861" y="554752"/>
                  </a:cubicBezTo>
                  <a:cubicBezTo>
                    <a:pt x="205228" y="554625"/>
                    <a:pt x="204615" y="554502"/>
                    <a:pt x="204001" y="554380"/>
                  </a:cubicBezTo>
                  <a:cubicBezTo>
                    <a:pt x="204001" y="553621"/>
                    <a:pt x="204001" y="552884"/>
                    <a:pt x="204001" y="552147"/>
                  </a:cubicBezTo>
                  <a:cubicBezTo>
                    <a:pt x="201768" y="550659"/>
                    <a:pt x="201768" y="550659"/>
                    <a:pt x="78985" y="550659"/>
                  </a:cubicBezTo>
                  <a:close/>
                  <a:moveTo>
                    <a:pt x="79730" y="90907"/>
                  </a:moveTo>
                  <a:cubicBezTo>
                    <a:pt x="78901" y="91736"/>
                    <a:pt x="78901" y="91736"/>
                    <a:pt x="78888" y="95702"/>
                  </a:cubicBezTo>
                  <a:cubicBezTo>
                    <a:pt x="78890" y="96308"/>
                    <a:pt x="78892" y="96896"/>
                    <a:pt x="78894" y="97484"/>
                  </a:cubicBezTo>
                  <a:cubicBezTo>
                    <a:pt x="78891" y="99486"/>
                    <a:pt x="78890" y="101488"/>
                    <a:pt x="78893" y="103491"/>
                  </a:cubicBezTo>
                  <a:cubicBezTo>
                    <a:pt x="78895" y="104974"/>
                    <a:pt x="78896" y="106457"/>
                    <a:pt x="78896" y="107941"/>
                  </a:cubicBezTo>
                  <a:cubicBezTo>
                    <a:pt x="78893" y="112022"/>
                    <a:pt x="78893" y="116103"/>
                    <a:pt x="78897" y="120183"/>
                  </a:cubicBezTo>
                  <a:cubicBezTo>
                    <a:pt x="78901" y="124649"/>
                    <a:pt x="78902" y="129115"/>
                    <a:pt x="78901" y="133580"/>
                  </a:cubicBezTo>
                  <a:cubicBezTo>
                    <a:pt x="78900" y="141814"/>
                    <a:pt x="78902" y="150049"/>
                    <a:pt x="78906" y="158283"/>
                  </a:cubicBezTo>
                  <a:cubicBezTo>
                    <a:pt x="78910" y="166483"/>
                    <a:pt x="78914" y="174684"/>
                    <a:pt x="78915" y="182885"/>
                  </a:cubicBezTo>
                  <a:cubicBezTo>
                    <a:pt x="78915" y="183408"/>
                    <a:pt x="78915" y="183917"/>
                    <a:pt x="78915" y="184425"/>
                  </a:cubicBezTo>
                  <a:cubicBezTo>
                    <a:pt x="78915" y="187008"/>
                    <a:pt x="78915" y="189591"/>
                    <a:pt x="78916" y="192174"/>
                  </a:cubicBezTo>
                  <a:cubicBezTo>
                    <a:pt x="78917" y="210483"/>
                    <a:pt x="78922" y="228792"/>
                    <a:pt x="78929" y="247102"/>
                  </a:cubicBezTo>
                  <a:cubicBezTo>
                    <a:pt x="78936" y="264926"/>
                    <a:pt x="78941" y="282750"/>
                    <a:pt x="78944" y="300575"/>
                  </a:cubicBezTo>
                  <a:cubicBezTo>
                    <a:pt x="78944" y="301141"/>
                    <a:pt x="78945" y="301690"/>
                    <a:pt x="78945" y="302239"/>
                  </a:cubicBezTo>
                  <a:cubicBezTo>
                    <a:pt x="78946" y="307760"/>
                    <a:pt x="78947" y="313281"/>
                    <a:pt x="78947" y="318802"/>
                  </a:cubicBezTo>
                  <a:cubicBezTo>
                    <a:pt x="78949" y="330061"/>
                    <a:pt x="78951" y="341320"/>
                    <a:pt x="78954" y="352579"/>
                  </a:cubicBezTo>
                  <a:cubicBezTo>
                    <a:pt x="78954" y="353113"/>
                    <a:pt x="78954" y="353631"/>
                    <a:pt x="78954" y="354149"/>
                  </a:cubicBezTo>
                  <a:cubicBezTo>
                    <a:pt x="78961" y="389185"/>
                    <a:pt x="78973" y="424221"/>
                    <a:pt x="78985" y="459257"/>
                  </a:cubicBezTo>
                  <a:cubicBezTo>
                    <a:pt x="80452" y="459257"/>
                    <a:pt x="81918" y="459253"/>
                    <a:pt x="83385" y="459247"/>
                  </a:cubicBezTo>
                  <a:cubicBezTo>
                    <a:pt x="84303" y="459242"/>
                    <a:pt x="85195" y="459238"/>
                    <a:pt x="86086" y="459233"/>
                  </a:cubicBezTo>
                  <a:cubicBezTo>
                    <a:pt x="87677" y="459225"/>
                    <a:pt x="89268" y="459217"/>
                    <a:pt x="90859" y="459209"/>
                  </a:cubicBezTo>
                  <a:cubicBezTo>
                    <a:pt x="91449" y="459206"/>
                    <a:pt x="92022" y="459203"/>
                    <a:pt x="92594" y="459200"/>
                  </a:cubicBezTo>
                  <a:cubicBezTo>
                    <a:pt x="103944" y="459142"/>
                    <a:pt x="115293" y="459080"/>
                    <a:pt x="126643" y="459016"/>
                  </a:cubicBezTo>
                  <a:cubicBezTo>
                    <a:pt x="133950" y="458975"/>
                    <a:pt x="141256" y="458934"/>
                    <a:pt x="148563" y="458897"/>
                  </a:cubicBezTo>
                  <a:cubicBezTo>
                    <a:pt x="154991" y="458865"/>
                    <a:pt x="161418" y="458832"/>
                    <a:pt x="167846" y="458795"/>
                  </a:cubicBezTo>
                  <a:cubicBezTo>
                    <a:pt x="171237" y="458775"/>
                    <a:pt x="174627" y="458754"/>
                    <a:pt x="178018" y="458738"/>
                  </a:cubicBezTo>
                  <a:cubicBezTo>
                    <a:pt x="181264" y="458723"/>
                    <a:pt x="184509" y="458708"/>
                    <a:pt x="187755" y="458688"/>
                  </a:cubicBezTo>
                  <a:cubicBezTo>
                    <a:pt x="188946" y="458680"/>
                    <a:pt x="190138" y="458672"/>
                    <a:pt x="191329" y="458665"/>
                  </a:cubicBezTo>
                  <a:cubicBezTo>
                    <a:pt x="192998" y="458659"/>
                    <a:pt x="194667" y="458653"/>
                    <a:pt x="196335" y="458641"/>
                  </a:cubicBezTo>
                  <a:cubicBezTo>
                    <a:pt x="196845" y="458638"/>
                    <a:pt x="197339" y="458634"/>
                    <a:pt x="197834" y="458630"/>
                  </a:cubicBezTo>
                  <a:cubicBezTo>
                    <a:pt x="199669" y="458620"/>
                    <a:pt x="201887" y="459138"/>
                    <a:pt x="203257" y="457768"/>
                  </a:cubicBezTo>
                  <a:cubicBezTo>
                    <a:pt x="203441" y="456225"/>
                    <a:pt x="203441" y="456225"/>
                    <a:pt x="204001" y="454792"/>
                  </a:cubicBezTo>
                  <a:cubicBezTo>
                    <a:pt x="205013" y="454792"/>
                    <a:pt x="205995" y="454792"/>
                    <a:pt x="206978" y="454792"/>
                  </a:cubicBezTo>
                  <a:cubicBezTo>
                    <a:pt x="208187" y="453489"/>
                    <a:pt x="208187" y="453489"/>
                    <a:pt x="209210" y="451815"/>
                  </a:cubicBezTo>
                  <a:cubicBezTo>
                    <a:pt x="209917" y="450215"/>
                    <a:pt x="209917" y="450215"/>
                    <a:pt x="210698" y="448839"/>
                  </a:cubicBezTo>
                  <a:cubicBezTo>
                    <a:pt x="211457" y="448586"/>
                    <a:pt x="212194" y="448340"/>
                    <a:pt x="212931" y="448094"/>
                  </a:cubicBezTo>
                  <a:cubicBezTo>
                    <a:pt x="213073" y="447573"/>
                    <a:pt x="213211" y="447066"/>
                    <a:pt x="213349" y="446560"/>
                  </a:cubicBezTo>
                  <a:cubicBezTo>
                    <a:pt x="213460" y="446069"/>
                    <a:pt x="213568" y="445594"/>
                    <a:pt x="213675" y="445118"/>
                  </a:cubicBezTo>
                  <a:cubicBezTo>
                    <a:pt x="214181" y="445118"/>
                    <a:pt x="214672" y="445118"/>
                    <a:pt x="215163" y="445118"/>
                  </a:cubicBezTo>
                  <a:cubicBezTo>
                    <a:pt x="215690" y="444582"/>
                    <a:pt x="215690" y="444582"/>
                    <a:pt x="216207" y="444057"/>
                  </a:cubicBezTo>
                  <a:cubicBezTo>
                    <a:pt x="217690" y="442234"/>
                    <a:pt x="219137" y="440405"/>
                    <a:pt x="220791" y="438735"/>
                  </a:cubicBezTo>
                  <a:cubicBezTo>
                    <a:pt x="222294" y="437248"/>
                    <a:pt x="223563" y="435641"/>
                    <a:pt x="224837" y="433956"/>
                  </a:cubicBezTo>
                  <a:cubicBezTo>
                    <a:pt x="225518" y="432280"/>
                    <a:pt x="225518" y="432280"/>
                    <a:pt x="226325" y="430979"/>
                  </a:cubicBezTo>
                  <a:cubicBezTo>
                    <a:pt x="227337" y="430979"/>
                    <a:pt x="228320" y="430979"/>
                    <a:pt x="229302" y="430979"/>
                  </a:cubicBezTo>
                  <a:cubicBezTo>
                    <a:pt x="229302" y="315355"/>
                    <a:pt x="229302" y="203131"/>
                    <a:pt x="229302" y="90907"/>
                  </a:cubicBezTo>
                  <a:cubicBezTo>
                    <a:pt x="227087" y="91645"/>
                    <a:pt x="225286" y="91742"/>
                    <a:pt x="222971" y="91751"/>
                  </a:cubicBezTo>
                  <a:cubicBezTo>
                    <a:pt x="222114" y="91748"/>
                    <a:pt x="222114" y="91748"/>
                    <a:pt x="221274" y="91746"/>
                  </a:cubicBezTo>
                  <a:cubicBezTo>
                    <a:pt x="219362" y="91749"/>
                    <a:pt x="217450" y="91752"/>
                    <a:pt x="215538" y="91750"/>
                  </a:cubicBezTo>
                  <a:cubicBezTo>
                    <a:pt x="214134" y="91748"/>
                    <a:pt x="212730" y="91748"/>
                    <a:pt x="211325" y="91749"/>
                  </a:cubicBezTo>
                  <a:cubicBezTo>
                    <a:pt x="207506" y="91753"/>
                    <a:pt x="203687" y="91755"/>
                    <a:pt x="199868" y="91753"/>
                  </a:cubicBezTo>
                  <a:cubicBezTo>
                    <a:pt x="195806" y="91750"/>
                    <a:pt x="191743" y="91750"/>
                    <a:pt x="187681" y="91751"/>
                  </a:cubicBezTo>
                  <a:cubicBezTo>
                    <a:pt x="180886" y="91753"/>
                    <a:pt x="174091" y="91753"/>
                    <a:pt x="167296" y="91750"/>
                  </a:cubicBezTo>
                  <a:cubicBezTo>
                    <a:pt x="159372" y="91745"/>
                    <a:pt x="151447" y="91744"/>
                    <a:pt x="143522" y="91748"/>
                  </a:cubicBezTo>
                  <a:cubicBezTo>
                    <a:pt x="136674" y="91752"/>
                    <a:pt x="129826" y="91753"/>
                    <a:pt x="122977" y="91752"/>
                  </a:cubicBezTo>
                  <a:cubicBezTo>
                    <a:pt x="118901" y="91751"/>
                    <a:pt x="114824" y="91749"/>
                    <a:pt x="110747" y="91751"/>
                  </a:cubicBezTo>
                  <a:cubicBezTo>
                    <a:pt x="106845" y="91753"/>
                    <a:pt x="102943" y="91755"/>
                    <a:pt x="99041" y="91751"/>
                  </a:cubicBezTo>
                  <a:cubicBezTo>
                    <a:pt x="97607" y="91750"/>
                    <a:pt x="96174" y="91748"/>
                    <a:pt x="94740" y="91747"/>
                  </a:cubicBezTo>
                  <a:cubicBezTo>
                    <a:pt x="92734" y="91750"/>
                    <a:pt x="90729" y="91752"/>
                    <a:pt x="88723" y="91749"/>
                  </a:cubicBezTo>
                  <a:cubicBezTo>
                    <a:pt x="87812" y="91747"/>
                    <a:pt x="87812" y="91747"/>
                    <a:pt x="86919" y="91746"/>
                  </a:cubicBezTo>
                  <a:cubicBezTo>
                    <a:pt x="85012" y="91751"/>
                    <a:pt x="83125" y="91724"/>
                    <a:pt x="81218" y="91651"/>
                  </a:cubicBezTo>
                  <a:cubicBezTo>
                    <a:pt x="80712" y="91398"/>
                    <a:pt x="80221" y="91153"/>
                    <a:pt x="79730" y="90907"/>
                  </a:cubicBezTo>
                  <a:close/>
                  <a:moveTo>
                    <a:pt x="0" y="0"/>
                  </a:moveTo>
                  <a:cubicBezTo>
                    <a:pt x="89877" y="0"/>
                    <a:pt x="179755" y="0"/>
                    <a:pt x="272355" y="0"/>
                  </a:cubicBezTo>
                  <a:cubicBezTo>
                    <a:pt x="272601" y="1473"/>
                    <a:pt x="272847" y="2947"/>
                    <a:pt x="273100" y="4465"/>
                  </a:cubicBezTo>
                  <a:cubicBezTo>
                    <a:pt x="273591" y="4465"/>
                    <a:pt x="274082" y="4465"/>
                    <a:pt x="274588" y="4465"/>
                  </a:cubicBezTo>
                  <a:cubicBezTo>
                    <a:pt x="275658" y="5741"/>
                    <a:pt x="275658" y="5741"/>
                    <a:pt x="276820" y="7395"/>
                  </a:cubicBezTo>
                  <a:cubicBezTo>
                    <a:pt x="278344" y="9664"/>
                    <a:pt x="278344" y="9664"/>
                    <a:pt x="280541" y="11162"/>
                  </a:cubicBezTo>
                  <a:cubicBezTo>
                    <a:pt x="281037" y="12154"/>
                    <a:pt x="281533" y="13146"/>
                    <a:pt x="282029" y="14139"/>
                  </a:cubicBezTo>
                  <a:cubicBezTo>
                    <a:pt x="282520" y="14384"/>
                    <a:pt x="283012" y="14630"/>
                    <a:pt x="283518" y="14883"/>
                  </a:cubicBezTo>
                  <a:cubicBezTo>
                    <a:pt x="283763" y="15620"/>
                    <a:pt x="284009" y="16356"/>
                    <a:pt x="284262" y="17115"/>
                  </a:cubicBezTo>
                  <a:cubicBezTo>
                    <a:pt x="284998" y="17361"/>
                    <a:pt x="285735" y="17606"/>
                    <a:pt x="286494" y="17859"/>
                  </a:cubicBezTo>
                  <a:cubicBezTo>
                    <a:pt x="286740" y="18596"/>
                    <a:pt x="286985" y="19333"/>
                    <a:pt x="287238" y="20092"/>
                  </a:cubicBezTo>
                  <a:cubicBezTo>
                    <a:pt x="287975" y="20337"/>
                    <a:pt x="288712" y="20583"/>
                    <a:pt x="289471" y="20836"/>
                  </a:cubicBezTo>
                  <a:cubicBezTo>
                    <a:pt x="289748" y="21820"/>
                    <a:pt x="289996" y="22813"/>
                    <a:pt x="290215" y="23812"/>
                  </a:cubicBezTo>
                  <a:cubicBezTo>
                    <a:pt x="290706" y="24058"/>
                    <a:pt x="291197" y="24304"/>
                    <a:pt x="291703" y="24557"/>
                  </a:cubicBezTo>
                  <a:cubicBezTo>
                    <a:pt x="291949" y="25293"/>
                    <a:pt x="292194" y="26030"/>
                    <a:pt x="292447" y="26789"/>
                  </a:cubicBezTo>
                  <a:cubicBezTo>
                    <a:pt x="292938" y="26912"/>
                    <a:pt x="293430" y="27035"/>
                    <a:pt x="293936" y="27161"/>
                  </a:cubicBezTo>
                  <a:cubicBezTo>
                    <a:pt x="294427" y="27284"/>
                    <a:pt x="294918" y="27407"/>
                    <a:pt x="295424" y="27533"/>
                  </a:cubicBezTo>
                  <a:cubicBezTo>
                    <a:pt x="295669" y="28270"/>
                    <a:pt x="295915" y="29007"/>
                    <a:pt x="296168" y="29766"/>
                  </a:cubicBezTo>
                  <a:cubicBezTo>
                    <a:pt x="296888" y="30533"/>
                    <a:pt x="297636" y="31275"/>
                    <a:pt x="298400" y="31998"/>
                  </a:cubicBezTo>
                  <a:cubicBezTo>
                    <a:pt x="299747" y="33540"/>
                    <a:pt x="301076" y="35096"/>
                    <a:pt x="302403" y="36655"/>
                  </a:cubicBezTo>
                  <a:cubicBezTo>
                    <a:pt x="303534" y="38022"/>
                    <a:pt x="303534" y="38022"/>
                    <a:pt x="305098" y="38695"/>
                  </a:cubicBezTo>
                  <a:cubicBezTo>
                    <a:pt x="305343" y="39432"/>
                    <a:pt x="305589" y="40169"/>
                    <a:pt x="305842" y="40928"/>
                  </a:cubicBezTo>
                  <a:cubicBezTo>
                    <a:pt x="306341" y="41083"/>
                    <a:pt x="306839" y="41239"/>
                    <a:pt x="307353" y="41399"/>
                  </a:cubicBezTo>
                  <a:cubicBezTo>
                    <a:pt x="307837" y="41735"/>
                    <a:pt x="308320" y="42070"/>
                    <a:pt x="308818" y="42416"/>
                  </a:cubicBezTo>
                  <a:cubicBezTo>
                    <a:pt x="309120" y="44701"/>
                    <a:pt x="309216" y="46723"/>
                    <a:pt x="309191" y="49012"/>
                  </a:cubicBezTo>
                  <a:cubicBezTo>
                    <a:pt x="309197" y="50055"/>
                    <a:pt x="309197" y="50055"/>
                    <a:pt x="309203" y="51118"/>
                  </a:cubicBezTo>
                  <a:cubicBezTo>
                    <a:pt x="309214" y="53474"/>
                    <a:pt x="309202" y="55829"/>
                    <a:pt x="309191" y="58184"/>
                  </a:cubicBezTo>
                  <a:cubicBezTo>
                    <a:pt x="309194" y="59879"/>
                    <a:pt x="309198" y="61574"/>
                    <a:pt x="309204" y="63269"/>
                  </a:cubicBezTo>
                  <a:cubicBezTo>
                    <a:pt x="309215" y="67948"/>
                    <a:pt x="309207" y="72627"/>
                    <a:pt x="309197" y="77305"/>
                  </a:cubicBezTo>
                  <a:cubicBezTo>
                    <a:pt x="309189" y="81826"/>
                    <a:pt x="309196" y="86347"/>
                    <a:pt x="309202" y="90868"/>
                  </a:cubicBezTo>
                  <a:cubicBezTo>
                    <a:pt x="309215" y="100689"/>
                    <a:pt x="309211" y="110511"/>
                    <a:pt x="309199" y="120333"/>
                  </a:cubicBezTo>
                  <a:cubicBezTo>
                    <a:pt x="309190" y="128927"/>
                    <a:pt x="309186" y="137522"/>
                    <a:pt x="309188" y="146116"/>
                  </a:cubicBezTo>
                  <a:cubicBezTo>
                    <a:pt x="309188" y="146970"/>
                    <a:pt x="309188" y="146970"/>
                    <a:pt x="309188" y="147841"/>
                  </a:cubicBezTo>
                  <a:cubicBezTo>
                    <a:pt x="309189" y="150151"/>
                    <a:pt x="309189" y="152462"/>
                    <a:pt x="309190" y="154773"/>
                  </a:cubicBezTo>
                  <a:cubicBezTo>
                    <a:pt x="309195" y="176463"/>
                    <a:pt x="309183" y="198154"/>
                    <a:pt x="309164" y="219845"/>
                  </a:cubicBezTo>
                  <a:cubicBezTo>
                    <a:pt x="309147" y="239133"/>
                    <a:pt x="309143" y="258421"/>
                    <a:pt x="309150" y="277709"/>
                  </a:cubicBezTo>
                  <a:cubicBezTo>
                    <a:pt x="309152" y="282648"/>
                    <a:pt x="309154" y="287587"/>
                    <a:pt x="309156" y="292526"/>
                  </a:cubicBezTo>
                  <a:cubicBezTo>
                    <a:pt x="309156" y="293134"/>
                    <a:pt x="309156" y="293742"/>
                    <a:pt x="309157" y="294368"/>
                  </a:cubicBezTo>
                  <a:cubicBezTo>
                    <a:pt x="309162" y="310466"/>
                    <a:pt x="309158" y="326565"/>
                    <a:pt x="309149" y="342663"/>
                  </a:cubicBezTo>
                  <a:cubicBezTo>
                    <a:pt x="309149" y="344394"/>
                    <a:pt x="309148" y="346125"/>
                    <a:pt x="309147" y="347856"/>
                  </a:cubicBezTo>
                  <a:cubicBezTo>
                    <a:pt x="309146" y="349005"/>
                    <a:pt x="309146" y="350154"/>
                    <a:pt x="309145" y="351302"/>
                  </a:cubicBezTo>
                  <a:cubicBezTo>
                    <a:pt x="309141" y="359894"/>
                    <a:pt x="309142" y="368485"/>
                    <a:pt x="309145" y="377076"/>
                  </a:cubicBezTo>
                  <a:cubicBezTo>
                    <a:pt x="309149" y="386840"/>
                    <a:pt x="309145" y="396605"/>
                    <a:pt x="309130" y="406369"/>
                  </a:cubicBezTo>
                  <a:cubicBezTo>
                    <a:pt x="309122" y="411356"/>
                    <a:pt x="309119" y="416343"/>
                    <a:pt x="309125" y="421330"/>
                  </a:cubicBezTo>
                  <a:cubicBezTo>
                    <a:pt x="309130" y="425887"/>
                    <a:pt x="309125" y="430444"/>
                    <a:pt x="309111" y="435002"/>
                  </a:cubicBezTo>
                  <a:cubicBezTo>
                    <a:pt x="309108" y="436658"/>
                    <a:pt x="309109" y="438315"/>
                    <a:pt x="309114" y="439971"/>
                  </a:cubicBezTo>
                  <a:cubicBezTo>
                    <a:pt x="309120" y="442207"/>
                    <a:pt x="309113" y="444443"/>
                    <a:pt x="309101" y="446679"/>
                  </a:cubicBezTo>
                  <a:cubicBezTo>
                    <a:pt x="309106" y="447336"/>
                    <a:pt x="309111" y="447992"/>
                    <a:pt x="309117" y="448669"/>
                  </a:cubicBezTo>
                  <a:cubicBezTo>
                    <a:pt x="309099" y="450457"/>
                    <a:pt x="309099" y="450457"/>
                    <a:pt x="308818" y="453182"/>
                  </a:cubicBezTo>
                  <a:cubicBezTo>
                    <a:pt x="308082" y="453427"/>
                    <a:pt x="307345" y="453673"/>
                    <a:pt x="306586" y="453926"/>
                  </a:cubicBezTo>
                  <a:cubicBezTo>
                    <a:pt x="306233" y="455481"/>
                    <a:pt x="306233" y="455481"/>
                    <a:pt x="306214" y="457274"/>
                  </a:cubicBezTo>
                  <a:cubicBezTo>
                    <a:pt x="306144" y="459111"/>
                    <a:pt x="306144" y="459111"/>
                    <a:pt x="305842" y="460623"/>
                  </a:cubicBezTo>
                  <a:cubicBezTo>
                    <a:pt x="305105" y="460869"/>
                    <a:pt x="304368" y="461114"/>
                    <a:pt x="303609" y="461367"/>
                  </a:cubicBezTo>
                  <a:cubicBezTo>
                    <a:pt x="303174" y="462771"/>
                    <a:pt x="303174" y="462771"/>
                    <a:pt x="303098" y="464390"/>
                  </a:cubicBezTo>
                  <a:cubicBezTo>
                    <a:pt x="303021" y="465357"/>
                    <a:pt x="302944" y="466324"/>
                    <a:pt x="302865" y="467320"/>
                  </a:cubicBezTo>
                  <a:cubicBezTo>
                    <a:pt x="302129" y="467320"/>
                    <a:pt x="301392" y="467320"/>
                    <a:pt x="300633" y="467320"/>
                  </a:cubicBezTo>
                  <a:cubicBezTo>
                    <a:pt x="300694" y="468287"/>
                    <a:pt x="300756" y="469254"/>
                    <a:pt x="300819" y="470250"/>
                  </a:cubicBezTo>
                  <a:cubicBezTo>
                    <a:pt x="300924" y="471898"/>
                    <a:pt x="300924" y="471898"/>
                    <a:pt x="300633" y="473273"/>
                  </a:cubicBezTo>
                  <a:cubicBezTo>
                    <a:pt x="300142" y="473381"/>
                    <a:pt x="299651" y="473488"/>
                    <a:pt x="299145" y="473599"/>
                  </a:cubicBezTo>
                  <a:cubicBezTo>
                    <a:pt x="298653" y="473737"/>
                    <a:pt x="298162" y="473875"/>
                    <a:pt x="297656" y="474018"/>
                  </a:cubicBezTo>
                  <a:cubicBezTo>
                    <a:pt x="297293" y="475771"/>
                    <a:pt x="297293" y="475771"/>
                    <a:pt x="297470" y="477785"/>
                  </a:cubicBezTo>
                  <a:cubicBezTo>
                    <a:pt x="297497" y="478469"/>
                    <a:pt x="297524" y="479153"/>
                    <a:pt x="297552" y="479857"/>
                  </a:cubicBezTo>
                  <a:cubicBezTo>
                    <a:pt x="297586" y="480386"/>
                    <a:pt x="297621" y="480914"/>
                    <a:pt x="297656" y="481459"/>
                  </a:cubicBezTo>
                  <a:cubicBezTo>
                    <a:pt x="296674" y="481459"/>
                    <a:pt x="295692" y="481459"/>
                    <a:pt x="294680" y="481459"/>
                  </a:cubicBezTo>
                  <a:cubicBezTo>
                    <a:pt x="293820" y="483298"/>
                    <a:pt x="293820" y="483298"/>
                    <a:pt x="293191" y="485180"/>
                  </a:cubicBezTo>
                  <a:cubicBezTo>
                    <a:pt x="292700" y="485180"/>
                    <a:pt x="292209" y="485180"/>
                    <a:pt x="291703" y="485180"/>
                  </a:cubicBezTo>
                  <a:cubicBezTo>
                    <a:pt x="291448" y="486170"/>
                    <a:pt x="291200" y="487162"/>
                    <a:pt x="290959" y="488156"/>
                  </a:cubicBezTo>
                  <a:cubicBezTo>
                    <a:pt x="290468" y="488402"/>
                    <a:pt x="289977" y="488647"/>
                    <a:pt x="289471" y="488900"/>
                  </a:cubicBezTo>
                  <a:cubicBezTo>
                    <a:pt x="289148" y="489614"/>
                    <a:pt x="289148" y="489614"/>
                    <a:pt x="288820" y="490342"/>
                  </a:cubicBezTo>
                  <a:cubicBezTo>
                    <a:pt x="287793" y="492224"/>
                    <a:pt x="286880" y="492428"/>
                    <a:pt x="285006" y="493365"/>
                  </a:cubicBezTo>
                  <a:cubicBezTo>
                    <a:pt x="284487" y="494346"/>
                    <a:pt x="283987" y="495337"/>
                    <a:pt x="283518" y="496342"/>
                  </a:cubicBezTo>
                  <a:cubicBezTo>
                    <a:pt x="283026" y="496342"/>
                    <a:pt x="282535" y="496342"/>
                    <a:pt x="282029" y="496342"/>
                  </a:cubicBezTo>
                  <a:cubicBezTo>
                    <a:pt x="281499" y="497568"/>
                    <a:pt x="281007" y="498811"/>
                    <a:pt x="280541" y="500062"/>
                  </a:cubicBezTo>
                  <a:cubicBezTo>
                    <a:pt x="279053" y="502295"/>
                    <a:pt x="279053" y="502295"/>
                    <a:pt x="276820" y="503039"/>
                  </a:cubicBezTo>
                  <a:cubicBezTo>
                    <a:pt x="278841" y="505178"/>
                    <a:pt x="278841" y="505178"/>
                    <a:pt x="281285" y="506760"/>
                  </a:cubicBezTo>
                  <a:cubicBezTo>
                    <a:pt x="281531" y="507496"/>
                    <a:pt x="281776" y="508233"/>
                    <a:pt x="282029" y="508992"/>
                  </a:cubicBezTo>
                  <a:cubicBezTo>
                    <a:pt x="282766" y="508992"/>
                    <a:pt x="283503" y="508992"/>
                    <a:pt x="284262" y="508992"/>
                  </a:cubicBezTo>
                  <a:cubicBezTo>
                    <a:pt x="284778" y="509974"/>
                    <a:pt x="285270" y="510969"/>
                    <a:pt x="285750" y="511969"/>
                  </a:cubicBezTo>
                  <a:cubicBezTo>
                    <a:pt x="287167" y="513351"/>
                    <a:pt x="287167" y="513351"/>
                    <a:pt x="288773" y="514620"/>
                  </a:cubicBezTo>
                  <a:cubicBezTo>
                    <a:pt x="291621" y="516932"/>
                    <a:pt x="291621" y="516932"/>
                    <a:pt x="292447" y="519410"/>
                  </a:cubicBezTo>
                  <a:cubicBezTo>
                    <a:pt x="293184" y="519656"/>
                    <a:pt x="293921" y="519901"/>
                    <a:pt x="294680" y="520154"/>
                  </a:cubicBezTo>
                  <a:cubicBezTo>
                    <a:pt x="294925" y="520891"/>
                    <a:pt x="295171" y="521628"/>
                    <a:pt x="295424" y="522387"/>
                  </a:cubicBezTo>
                  <a:cubicBezTo>
                    <a:pt x="296161" y="522632"/>
                    <a:pt x="296897" y="522878"/>
                    <a:pt x="297656" y="523131"/>
                  </a:cubicBezTo>
                  <a:cubicBezTo>
                    <a:pt x="297909" y="524618"/>
                    <a:pt x="298157" y="526107"/>
                    <a:pt x="298400" y="527596"/>
                  </a:cubicBezTo>
                  <a:cubicBezTo>
                    <a:pt x="299137" y="528087"/>
                    <a:pt x="299874" y="528578"/>
                    <a:pt x="300633" y="529084"/>
                  </a:cubicBezTo>
                  <a:cubicBezTo>
                    <a:pt x="300906" y="530816"/>
                    <a:pt x="301156" y="532553"/>
                    <a:pt x="301377" y="534293"/>
                  </a:cubicBezTo>
                  <a:cubicBezTo>
                    <a:pt x="301868" y="534538"/>
                    <a:pt x="302359" y="534784"/>
                    <a:pt x="302865" y="535037"/>
                  </a:cubicBezTo>
                  <a:cubicBezTo>
                    <a:pt x="302973" y="535897"/>
                    <a:pt x="303080" y="536756"/>
                    <a:pt x="303191" y="537642"/>
                  </a:cubicBezTo>
                  <a:cubicBezTo>
                    <a:pt x="303329" y="538501"/>
                    <a:pt x="303467" y="539361"/>
                    <a:pt x="303609" y="540246"/>
                  </a:cubicBezTo>
                  <a:cubicBezTo>
                    <a:pt x="304346" y="540492"/>
                    <a:pt x="305083" y="540737"/>
                    <a:pt x="305842" y="540990"/>
                  </a:cubicBezTo>
                  <a:cubicBezTo>
                    <a:pt x="306144" y="542449"/>
                    <a:pt x="306144" y="542449"/>
                    <a:pt x="306214" y="544246"/>
                  </a:cubicBezTo>
                  <a:cubicBezTo>
                    <a:pt x="306274" y="546838"/>
                    <a:pt x="306274" y="546838"/>
                    <a:pt x="307699" y="548897"/>
                  </a:cubicBezTo>
                  <a:cubicBezTo>
                    <a:pt x="308253" y="549403"/>
                    <a:pt x="308253" y="549403"/>
                    <a:pt x="308818" y="549920"/>
                  </a:cubicBezTo>
                  <a:cubicBezTo>
                    <a:pt x="309083" y="551157"/>
                    <a:pt x="309333" y="552397"/>
                    <a:pt x="309563" y="553641"/>
                  </a:cubicBezTo>
                  <a:cubicBezTo>
                    <a:pt x="310054" y="553886"/>
                    <a:pt x="310545" y="554132"/>
                    <a:pt x="311051" y="554385"/>
                  </a:cubicBezTo>
                  <a:cubicBezTo>
                    <a:pt x="311201" y="556598"/>
                    <a:pt x="311251" y="558744"/>
                    <a:pt x="311240" y="560959"/>
                  </a:cubicBezTo>
                  <a:cubicBezTo>
                    <a:pt x="311243" y="561661"/>
                    <a:pt x="311245" y="562362"/>
                    <a:pt x="311247" y="563085"/>
                  </a:cubicBezTo>
                  <a:cubicBezTo>
                    <a:pt x="311254" y="565468"/>
                    <a:pt x="311249" y="567850"/>
                    <a:pt x="311245" y="570233"/>
                  </a:cubicBezTo>
                  <a:cubicBezTo>
                    <a:pt x="311247" y="571946"/>
                    <a:pt x="311250" y="573659"/>
                    <a:pt x="311253" y="575372"/>
                  </a:cubicBezTo>
                  <a:cubicBezTo>
                    <a:pt x="311261" y="580103"/>
                    <a:pt x="311259" y="584834"/>
                    <a:pt x="311256" y="589565"/>
                  </a:cubicBezTo>
                  <a:cubicBezTo>
                    <a:pt x="311254" y="594136"/>
                    <a:pt x="311260" y="598706"/>
                    <a:pt x="311265" y="603277"/>
                  </a:cubicBezTo>
                  <a:cubicBezTo>
                    <a:pt x="311276" y="613786"/>
                    <a:pt x="311278" y="624294"/>
                    <a:pt x="311276" y="634803"/>
                  </a:cubicBezTo>
                  <a:cubicBezTo>
                    <a:pt x="311274" y="642915"/>
                    <a:pt x="311276" y="651028"/>
                    <a:pt x="311279" y="659140"/>
                  </a:cubicBezTo>
                  <a:cubicBezTo>
                    <a:pt x="311279" y="660304"/>
                    <a:pt x="311280" y="661467"/>
                    <a:pt x="311280" y="662631"/>
                  </a:cubicBezTo>
                  <a:cubicBezTo>
                    <a:pt x="311281" y="664385"/>
                    <a:pt x="311282" y="666138"/>
                    <a:pt x="311282" y="667891"/>
                  </a:cubicBezTo>
                  <a:cubicBezTo>
                    <a:pt x="311289" y="684203"/>
                    <a:pt x="311292" y="700514"/>
                    <a:pt x="311289" y="716825"/>
                  </a:cubicBezTo>
                  <a:cubicBezTo>
                    <a:pt x="311289" y="717441"/>
                    <a:pt x="311288" y="718056"/>
                    <a:pt x="311288" y="718690"/>
                  </a:cubicBezTo>
                  <a:cubicBezTo>
                    <a:pt x="311288" y="721810"/>
                    <a:pt x="311287" y="724929"/>
                    <a:pt x="311286" y="728049"/>
                  </a:cubicBezTo>
                  <a:cubicBezTo>
                    <a:pt x="311286" y="728978"/>
                    <a:pt x="311286" y="728978"/>
                    <a:pt x="311286" y="729927"/>
                  </a:cubicBezTo>
                  <a:cubicBezTo>
                    <a:pt x="311286" y="731180"/>
                    <a:pt x="311286" y="732433"/>
                    <a:pt x="311285" y="733686"/>
                  </a:cubicBezTo>
                  <a:cubicBezTo>
                    <a:pt x="311281" y="753188"/>
                    <a:pt x="311287" y="772691"/>
                    <a:pt x="311301" y="792194"/>
                  </a:cubicBezTo>
                  <a:cubicBezTo>
                    <a:pt x="311316" y="814084"/>
                    <a:pt x="311324" y="835975"/>
                    <a:pt x="311321" y="857865"/>
                  </a:cubicBezTo>
                  <a:cubicBezTo>
                    <a:pt x="311321" y="860196"/>
                    <a:pt x="311321" y="862528"/>
                    <a:pt x="311321" y="864860"/>
                  </a:cubicBezTo>
                  <a:cubicBezTo>
                    <a:pt x="311320" y="865434"/>
                    <a:pt x="311320" y="866008"/>
                    <a:pt x="311320" y="866600"/>
                  </a:cubicBezTo>
                  <a:cubicBezTo>
                    <a:pt x="311319" y="875287"/>
                    <a:pt x="311324" y="883973"/>
                    <a:pt x="311332" y="892660"/>
                  </a:cubicBezTo>
                  <a:cubicBezTo>
                    <a:pt x="311341" y="902533"/>
                    <a:pt x="311342" y="912406"/>
                    <a:pt x="311333" y="922279"/>
                  </a:cubicBezTo>
                  <a:cubicBezTo>
                    <a:pt x="311329" y="927322"/>
                    <a:pt x="311328" y="932365"/>
                    <a:pt x="311337" y="937408"/>
                  </a:cubicBezTo>
                  <a:cubicBezTo>
                    <a:pt x="311345" y="942016"/>
                    <a:pt x="311343" y="946624"/>
                    <a:pt x="311332" y="951233"/>
                  </a:cubicBezTo>
                  <a:cubicBezTo>
                    <a:pt x="311330" y="952908"/>
                    <a:pt x="311332" y="954583"/>
                    <a:pt x="311338" y="956258"/>
                  </a:cubicBezTo>
                  <a:cubicBezTo>
                    <a:pt x="311345" y="958519"/>
                    <a:pt x="311339" y="960780"/>
                    <a:pt x="311330" y="963041"/>
                  </a:cubicBezTo>
                  <a:cubicBezTo>
                    <a:pt x="311335" y="963705"/>
                    <a:pt x="311341" y="964369"/>
                    <a:pt x="311346" y="965053"/>
                  </a:cubicBezTo>
                  <a:cubicBezTo>
                    <a:pt x="311330" y="966861"/>
                    <a:pt x="311330" y="966861"/>
                    <a:pt x="311051" y="969615"/>
                  </a:cubicBezTo>
                  <a:cubicBezTo>
                    <a:pt x="310314" y="969861"/>
                    <a:pt x="309577" y="970106"/>
                    <a:pt x="308818" y="970359"/>
                  </a:cubicBezTo>
                  <a:cubicBezTo>
                    <a:pt x="308296" y="971338"/>
                    <a:pt x="307802" y="972332"/>
                    <a:pt x="307330" y="973336"/>
                  </a:cubicBezTo>
                  <a:cubicBezTo>
                    <a:pt x="306260" y="974499"/>
                    <a:pt x="306260" y="974499"/>
                    <a:pt x="305098" y="975568"/>
                  </a:cubicBezTo>
                  <a:cubicBezTo>
                    <a:pt x="304714" y="975967"/>
                    <a:pt x="304330" y="976366"/>
                    <a:pt x="303935" y="976777"/>
                  </a:cubicBezTo>
                  <a:cubicBezTo>
                    <a:pt x="302865" y="977801"/>
                    <a:pt x="302865" y="977801"/>
                    <a:pt x="301377" y="978545"/>
                  </a:cubicBezTo>
                  <a:cubicBezTo>
                    <a:pt x="301009" y="979305"/>
                    <a:pt x="301009" y="979305"/>
                    <a:pt x="300633" y="980080"/>
                  </a:cubicBezTo>
                  <a:cubicBezTo>
                    <a:pt x="300387" y="980555"/>
                    <a:pt x="300142" y="981031"/>
                    <a:pt x="299889" y="981521"/>
                  </a:cubicBezTo>
                  <a:cubicBezTo>
                    <a:pt x="299398" y="981521"/>
                    <a:pt x="298906" y="981521"/>
                    <a:pt x="298400" y="981521"/>
                  </a:cubicBezTo>
                  <a:cubicBezTo>
                    <a:pt x="298293" y="982013"/>
                    <a:pt x="298186" y="982504"/>
                    <a:pt x="298075" y="983010"/>
                  </a:cubicBezTo>
                  <a:cubicBezTo>
                    <a:pt x="297937" y="983501"/>
                    <a:pt x="297799" y="983992"/>
                    <a:pt x="297656" y="984498"/>
                  </a:cubicBezTo>
                  <a:cubicBezTo>
                    <a:pt x="296920" y="984498"/>
                    <a:pt x="296183" y="984498"/>
                    <a:pt x="295424" y="984498"/>
                  </a:cubicBezTo>
                  <a:cubicBezTo>
                    <a:pt x="295301" y="984989"/>
                    <a:pt x="295178" y="985480"/>
                    <a:pt x="295052" y="985986"/>
                  </a:cubicBezTo>
                  <a:cubicBezTo>
                    <a:pt x="294929" y="986477"/>
                    <a:pt x="294806" y="986968"/>
                    <a:pt x="294680" y="987474"/>
                  </a:cubicBezTo>
                  <a:cubicBezTo>
                    <a:pt x="293943" y="987474"/>
                    <a:pt x="293206" y="987474"/>
                    <a:pt x="292447" y="987474"/>
                  </a:cubicBezTo>
                  <a:cubicBezTo>
                    <a:pt x="292447" y="988702"/>
                    <a:pt x="292447" y="989930"/>
                    <a:pt x="292447" y="991195"/>
                  </a:cubicBezTo>
                  <a:cubicBezTo>
                    <a:pt x="291465" y="991195"/>
                    <a:pt x="290483" y="991195"/>
                    <a:pt x="289471" y="991195"/>
                  </a:cubicBezTo>
                  <a:cubicBezTo>
                    <a:pt x="289471" y="992177"/>
                    <a:pt x="289471" y="993160"/>
                    <a:pt x="289471" y="994172"/>
                  </a:cubicBezTo>
                  <a:cubicBezTo>
                    <a:pt x="288488" y="994172"/>
                    <a:pt x="287506" y="994172"/>
                    <a:pt x="286494" y="994172"/>
                  </a:cubicBezTo>
                  <a:cubicBezTo>
                    <a:pt x="285994" y="995613"/>
                    <a:pt x="285994" y="995613"/>
                    <a:pt x="285750" y="997148"/>
                  </a:cubicBezTo>
                  <a:cubicBezTo>
                    <a:pt x="285259" y="997394"/>
                    <a:pt x="284768" y="997639"/>
                    <a:pt x="284262" y="997892"/>
                  </a:cubicBezTo>
                  <a:cubicBezTo>
                    <a:pt x="284016" y="998384"/>
                    <a:pt x="283771" y="998875"/>
                    <a:pt x="283518" y="999381"/>
                  </a:cubicBezTo>
                  <a:cubicBezTo>
                    <a:pt x="282773" y="1000869"/>
                    <a:pt x="282773" y="1000869"/>
                    <a:pt x="281285" y="1001613"/>
                  </a:cubicBezTo>
                  <a:cubicBezTo>
                    <a:pt x="281040" y="1002350"/>
                    <a:pt x="280794" y="1003087"/>
                    <a:pt x="280541" y="1003846"/>
                  </a:cubicBezTo>
                  <a:cubicBezTo>
                    <a:pt x="279942" y="1004429"/>
                    <a:pt x="279344" y="1005012"/>
                    <a:pt x="278727" y="1005613"/>
                  </a:cubicBezTo>
                  <a:cubicBezTo>
                    <a:pt x="276523" y="1007622"/>
                    <a:pt x="276523" y="1007622"/>
                    <a:pt x="275332" y="1011287"/>
                  </a:cubicBezTo>
                  <a:cubicBezTo>
                    <a:pt x="184472" y="1011287"/>
                    <a:pt x="93613"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79" name="任意多边形: 形状 78"/>
            <p:cNvSpPr/>
            <p:nvPr/>
          </p:nvSpPr>
          <p:spPr>
            <a:xfrm>
              <a:off x="1299346" y="610552"/>
              <a:ext cx="309126" cy="1011287"/>
            </a:xfrm>
            <a:custGeom>
              <a:avLst/>
              <a:gdLst>
                <a:gd name="connsiteX0" fmla="*/ 78985 w 309126"/>
                <a:gd name="connsiteY0" fmla="*/ 550659 h 1011287"/>
                <a:gd name="connsiteX1" fmla="*/ 78985 w 309126"/>
                <a:gd name="connsiteY1" fmla="*/ 920497 h 1011287"/>
                <a:gd name="connsiteX2" fmla="*/ 86137 w 309126"/>
                <a:gd name="connsiteY2" fmla="*/ 920493 h 1011287"/>
                <a:gd name="connsiteX3" fmla="*/ 136301 w 309126"/>
                <a:gd name="connsiteY3" fmla="*/ 920459 h 1011287"/>
                <a:gd name="connsiteX4" fmla="*/ 162502 w 309126"/>
                <a:gd name="connsiteY4" fmla="*/ 920443 h 1011287"/>
                <a:gd name="connsiteX5" fmla="*/ 185554 w 309126"/>
                <a:gd name="connsiteY5" fmla="*/ 920427 h 1011287"/>
                <a:gd name="connsiteX6" fmla="*/ 197715 w 309126"/>
                <a:gd name="connsiteY6" fmla="*/ 920421 h 1011287"/>
                <a:gd name="connsiteX7" fmla="*/ 209352 w 309126"/>
                <a:gd name="connsiteY7" fmla="*/ 920412 h 1011287"/>
                <a:gd name="connsiteX8" fmla="*/ 213627 w 309126"/>
                <a:gd name="connsiteY8" fmla="*/ 920412 h 1011287"/>
                <a:gd name="connsiteX9" fmla="*/ 219608 w 309126"/>
                <a:gd name="connsiteY9" fmla="*/ 920405 h 1011287"/>
                <a:gd name="connsiteX10" fmla="*/ 221401 w 309126"/>
                <a:gd name="connsiteY10" fmla="*/ 920407 h 1011287"/>
                <a:gd name="connsiteX11" fmla="*/ 227069 w 309126"/>
                <a:gd name="connsiteY11" fmla="*/ 920497 h 1011287"/>
                <a:gd name="connsiteX12" fmla="*/ 228557 w 309126"/>
                <a:gd name="connsiteY12" fmla="*/ 921241 h 1011287"/>
                <a:gd name="connsiteX13" fmla="*/ 230242 w 309126"/>
                <a:gd name="connsiteY13" fmla="*/ 915914 h 1011287"/>
                <a:gd name="connsiteX14" fmla="*/ 230231 w 309126"/>
                <a:gd name="connsiteY14" fmla="*/ 914278 h 1011287"/>
                <a:gd name="connsiteX15" fmla="*/ 230236 w 309126"/>
                <a:gd name="connsiteY15" fmla="*/ 908741 h 1011287"/>
                <a:gd name="connsiteX16" fmla="*/ 230231 w 309126"/>
                <a:gd name="connsiteY16" fmla="*/ 904643 h 1011287"/>
                <a:gd name="connsiteX17" fmla="*/ 230233 w 309126"/>
                <a:gd name="connsiteY17" fmla="*/ 893360 h 1011287"/>
                <a:gd name="connsiteX18" fmla="*/ 230229 w 309126"/>
                <a:gd name="connsiteY18" fmla="*/ 881016 h 1011287"/>
                <a:gd name="connsiteX19" fmla="*/ 230226 w 309126"/>
                <a:gd name="connsiteY19" fmla="*/ 856844 h 1011287"/>
                <a:gd name="connsiteX20" fmla="*/ 230216 w 309126"/>
                <a:gd name="connsiteY20" fmla="*/ 828443 h 1011287"/>
                <a:gd name="connsiteX21" fmla="*/ 230199 w 309126"/>
                <a:gd name="connsiteY21" fmla="*/ 774827 h 1011287"/>
                <a:gd name="connsiteX22" fmla="*/ 230183 w 309126"/>
                <a:gd name="connsiteY22" fmla="*/ 727078 h 1011287"/>
                <a:gd name="connsiteX23" fmla="*/ 230183 w 309126"/>
                <a:gd name="connsiteY23" fmla="*/ 724011 h 1011287"/>
                <a:gd name="connsiteX24" fmla="*/ 230184 w 309126"/>
                <a:gd name="connsiteY24" fmla="*/ 722479 h 1011287"/>
                <a:gd name="connsiteX25" fmla="*/ 230184 w 309126"/>
                <a:gd name="connsiteY25" fmla="*/ 714842 h 1011287"/>
                <a:gd name="connsiteX26" fmla="*/ 230184 w 309126"/>
                <a:gd name="connsiteY26" fmla="*/ 713321 h 1011287"/>
                <a:gd name="connsiteX27" fmla="*/ 230174 w 309126"/>
                <a:gd name="connsiteY27" fmla="*/ 666222 h 1011287"/>
                <a:gd name="connsiteX28" fmla="*/ 230170 w 309126"/>
                <a:gd name="connsiteY28" fmla="*/ 646360 h 1011287"/>
                <a:gd name="connsiteX29" fmla="*/ 230161 w 309126"/>
                <a:gd name="connsiteY29" fmla="*/ 621912 h 1011287"/>
                <a:gd name="connsiteX30" fmla="*/ 230154 w 309126"/>
                <a:gd name="connsiteY30" fmla="*/ 609436 h 1011287"/>
                <a:gd name="connsiteX31" fmla="*/ 230150 w 309126"/>
                <a:gd name="connsiteY31" fmla="*/ 597858 h 1011287"/>
                <a:gd name="connsiteX32" fmla="*/ 230145 w 309126"/>
                <a:gd name="connsiteY32" fmla="*/ 593655 h 1011287"/>
                <a:gd name="connsiteX33" fmla="*/ 230145 w 309126"/>
                <a:gd name="connsiteY33" fmla="*/ 587831 h 1011287"/>
                <a:gd name="connsiteX34" fmla="*/ 230141 w 309126"/>
                <a:gd name="connsiteY34" fmla="*/ 586086 h 1011287"/>
                <a:gd name="connsiteX35" fmla="*/ 229301 w 309126"/>
                <a:gd name="connsiteY35" fmla="*/ 577448 h 1011287"/>
                <a:gd name="connsiteX36" fmla="*/ 227813 w 309126"/>
                <a:gd name="connsiteY36" fmla="*/ 577448 h 1011287"/>
                <a:gd name="connsiteX37" fmla="*/ 227069 w 309126"/>
                <a:gd name="connsiteY37" fmla="*/ 575216 h 1011287"/>
                <a:gd name="connsiteX38" fmla="*/ 224092 w 309126"/>
                <a:gd name="connsiteY38" fmla="*/ 574471 h 1011287"/>
                <a:gd name="connsiteX39" fmla="*/ 224092 w 309126"/>
                <a:gd name="connsiteY39" fmla="*/ 571495 h 1011287"/>
                <a:gd name="connsiteX40" fmla="*/ 222651 w 309126"/>
                <a:gd name="connsiteY40" fmla="*/ 571076 h 1011287"/>
                <a:gd name="connsiteX41" fmla="*/ 221116 w 309126"/>
                <a:gd name="connsiteY41" fmla="*/ 570751 h 1011287"/>
                <a:gd name="connsiteX42" fmla="*/ 218883 w 309126"/>
                <a:gd name="connsiteY42" fmla="*/ 567774 h 1011287"/>
                <a:gd name="connsiteX43" fmla="*/ 217395 w 309126"/>
                <a:gd name="connsiteY43" fmla="*/ 567030 h 1011287"/>
                <a:gd name="connsiteX44" fmla="*/ 216651 w 309126"/>
                <a:gd name="connsiteY44" fmla="*/ 564798 h 1011287"/>
                <a:gd name="connsiteX45" fmla="*/ 213674 w 309126"/>
                <a:gd name="connsiteY45" fmla="*/ 564054 h 1011287"/>
                <a:gd name="connsiteX46" fmla="*/ 212930 w 309126"/>
                <a:gd name="connsiteY46" fmla="*/ 561077 h 1011287"/>
                <a:gd name="connsiteX47" fmla="*/ 209954 w 309126"/>
                <a:gd name="connsiteY47" fmla="*/ 561077 h 1011287"/>
                <a:gd name="connsiteX48" fmla="*/ 209954 w 309126"/>
                <a:gd name="connsiteY48" fmla="*/ 558100 h 1011287"/>
                <a:gd name="connsiteX49" fmla="*/ 208093 w 309126"/>
                <a:gd name="connsiteY49" fmla="*/ 557635 h 1011287"/>
                <a:gd name="connsiteX50" fmla="*/ 206233 w 309126"/>
                <a:gd name="connsiteY50" fmla="*/ 557356 h 1011287"/>
                <a:gd name="connsiteX51" fmla="*/ 205210 w 309126"/>
                <a:gd name="connsiteY51" fmla="*/ 554845 h 1011287"/>
                <a:gd name="connsiteX52" fmla="*/ 204001 w 309126"/>
                <a:gd name="connsiteY52" fmla="*/ 553636 h 1011287"/>
                <a:gd name="connsiteX53" fmla="*/ 202512 w 309126"/>
                <a:gd name="connsiteY53" fmla="*/ 550659 h 1011287"/>
                <a:gd name="connsiteX54" fmla="*/ 78985 w 309126"/>
                <a:gd name="connsiteY54" fmla="*/ 550659 h 1011287"/>
                <a:gd name="connsiteX55" fmla="*/ 79730 w 309126"/>
                <a:gd name="connsiteY55" fmla="*/ 90907 h 1011287"/>
                <a:gd name="connsiteX56" fmla="*/ 78887 w 309126"/>
                <a:gd name="connsiteY56" fmla="*/ 96527 h 1011287"/>
                <a:gd name="connsiteX57" fmla="*/ 78892 w 309126"/>
                <a:gd name="connsiteY57" fmla="*/ 98294 h 1011287"/>
                <a:gd name="connsiteX58" fmla="*/ 78888 w 309126"/>
                <a:gd name="connsiteY58" fmla="*/ 104276 h 1011287"/>
                <a:gd name="connsiteX59" fmla="*/ 78890 w 309126"/>
                <a:gd name="connsiteY59" fmla="*/ 108703 h 1011287"/>
                <a:gd name="connsiteX60" fmla="*/ 78887 w 309126"/>
                <a:gd name="connsiteY60" fmla="*/ 120891 h 1011287"/>
                <a:gd name="connsiteX61" fmla="*/ 78887 w 309126"/>
                <a:gd name="connsiteY61" fmla="*/ 134225 h 1011287"/>
                <a:gd name="connsiteX62" fmla="*/ 78884 w 309126"/>
                <a:gd name="connsiteY62" fmla="*/ 160333 h 1011287"/>
                <a:gd name="connsiteX63" fmla="*/ 78886 w 309126"/>
                <a:gd name="connsiteY63" fmla="*/ 183302 h 1011287"/>
                <a:gd name="connsiteX64" fmla="*/ 78886 w 309126"/>
                <a:gd name="connsiteY64" fmla="*/ 184836 h 1011287"/>
                <a:gd name="connsiteX65" fmla="*/ 78885 w 309126"/>
                <a:gd name="connsiteY65" fmla="*/ 191003 h 1011287"/>
                <a:gd name="connsiteX66" fmla="*/ 78889 w 309126"/>
                <a:gd name="connsiteY66" fmla="*/ 248889 h 1011287"/>
                <a:gd name="connsiteX67" fmla="*/ 78889 w 309126"/>
                <a:gd name="connsiteY67" fmla="*/ 300459 h 1011287"/>
                <a:gd name="connsiteX68" fmla="*/ 78885 w 309126"/>
                <a:gd name="connsiteY68" fmla="*/ 358457 h 1011287"/>
                <a:gd name="connsiteX69" fmla="*/ 78886 w 309126"/>
                <a:gd name="connsiteY69" fmla="*/ 364634 h 1011287"/>
                <a:gd name="connsiteX70" fmla="*/ 78886 w 309126"/>
                <a:gd name="connsiteY70" fmla="*/ 366172 h 1011287"/>
                <a:gd name="connsiteX71" fmla="*/ 78885 w 309126"/>
                <a:gd name="connsiteY71" fmla="*/ 389152 h 1011287"/>
                <a:gd name="connsiteX72" fmla="*/ 78885 w 309126"/>
                <a:gd name="connsiteY72" fmla="*/ 414029 h 1011287"/>
                <a:gd name="connsiteX73" fmla="*/ 78888 w 309126"/>
                <a:gd name="connsiteY73" fmla="*/ 427495 h 1011287"/>
                <a:gd name="connsiteX74" fmla="*/ 78888 w 309126"/>
                <a:gd name="connsiteY74" fmla="*/ 440004 h 1011287"/>
                <a:gd name="connsiteX75" fmla="*/ 78891 w 309126"/>
                <a:gd name="connsiteY75" fmla="*/ 444534 h 1011287"/>
                <a:gd name="connsiteX76" fmla="*/ 78889 w 309126"/>
                <a:gd name="connsiteY76" fmla="*/ 450833 h 1011287"/>
                <a:gd name="connsiteX77" fmla="*/ 78892 w 309126"/>
                <a:gd name="connsiteY77" fmla="*/ 452707 h 1011287"/>
                <a:gd name="connsiteX78" fmla="*/ 78986 w 309126"/>
                <a:gd name="connsiteY78" fmla="*/ 458512 h 1011287"/>
                <a:gd name="connsiteX79" fmla="*/ 81737 w 309126"/>
                <a:gd name="connsiteY79" fmla="*/ 459345 h 1011287"/>
                <a:gd name="connsiteX80" fmla="*/ 84476 w 309126"/>
                <a:gd name="connsiteY80" fmla="*/ 459338 h 1011287"/>
                <a:gd name="connsiteX81" fmla="*/ 89309 w 309126"/>
                <a:gd name="connsiteY81" fmla="*/ 459328 h 1011287"/>
                <a:gd name="connsiteX82" fmla="*/ 92865 w 309126"/>
                <a:gd name="connsiteY82" fmla="*/ 459316 h 1011287"/>
                <a:gd name="connsiteX83" fmla="*/ 102525 w 309126"/>
                <a:gd name="connsiteY83" fmla="*/ 459288 h 1011287"/>
                <a:gd name="connsiteX84" fmla="*/ 108683 w 309126"/>
                <a:gd name="connsiteY84" fmla="*/ 459263 h 1011287"/>
                <a:gd name="connsiteX85" fmla="*/ 127779 w 309126"/>
                <a:gd name="connsiteY85" fmla="*/ 459181 h 1011287"/>
                <a:gd name="connsiteX86" fmla="*/ 150039 w 309126"/>
                <a:gd name="connsiteY86" fmla="*/ 459096 h 1011287"/>
                <a:gd name="connsiteX87" fmla="*/ 167358 w 309126"/>
                <a:gd name="connsiteY87" fmla="*/ 459035 h 1011287"/>
                <a:gd name="connsiteX88" fmla="*/ 177669 w 309126"/>
                <a:gd name="connsiteY88" fmla="*/ 458989 h 1011287"/>
                <a:gd name="connsiteX89" fmla="*/ 187543 w 309126"/>
                <a:gd name="connsiteY89" fmla="*/ 458957 h 1011287"/>
                <a:gd name="connsiteX90" fmla="*/ 191169 w 309126"/>
                <a:gd name="connsiteY90" fmla="*/ 458930 h 1011287"/>
                <a:gd name="connsiteX91" fmla="*/ 196247 w 309126"/>
                <a:gd name="connsiteY91" fmla="*/ 458922 h 1011287"/>
                <a:gd name="connsiteX92" fmla="*/ 197767 w 309126"/>
                <a:gd name="connsiteY92" fmla="*/ 458904 h 1011287"/>
                <a:gd name="connsiteX93" fmla="*/ 202513 w 309126"/>
                <a:gd name="connsiteY93" fmla="*/ 458512 h 1011287"/>
                <a:gd name="connsiteX94" fmla="*/ 203089 w 309126"/>
                <a:gd name="connsiteY94" fmla="*/ 457000 h 1011287"/>
                <a:gd name="connsiteX95" fmla="*/ 203257 w 309126"/>
                <a:gd name="connsiteY95" fmla="*/ 455536 h 1011287"/>
                <a:gd name="connsiteX96" fmla="*/ 204745 w 309126"/>
                <a:gd name="connsiteY96" fmla="*/ 455536 h 1011287"/>
                <a:gd name="connsiteX97" fmla="*/ 206234 w 309126"/>
                <a:gd name="connsiteY97" fmla="*/ 452559 h 1011287"/>
                <a:gd name="connsiteX98" fmla="*/ 211071 w 309126"/>
                <a:gd name="connsiteY98" fmla="*/ 448048 h 1011287"/>
                <a:gd name="connsiteX99" fmla="*/ 212931 w 309126"/>
                <a:gd name="connsiteY99" fmla="*/ 445118 h 1011287"/>
                <a:gd name="connsiteX100" fmla="*/ 215908 w 309126"/>
                <a:gd name="connsiteY100" fmla="*/ 444374 h 1011287"/>
                <a:gd name="connsiteX101" fmla="*/ 215908 w 309126"/>
                <a:gd name="connsiteY101" fmla="*/ 441397 h 1011287"/>
                <a:gd name="connsiteX102" fmla="*/ 218140 w 309126"/>
                <a:gd name="connsiteY102" fmla="*/ 441397 h 1011287"/>
                <a:gd name="connsiteX103" fmla="*/ 218512 w 309126"/>
                <a:gd name="connsiteY103" fmla="*/ 439909 h 1011287"/>
                <a:gd name="connsiteX104" fmla="*/ 218884 w 309126"/>
                <a:gd name="connsiteY104" fmla="*/ 438421 h 1011287"/>
                <a:gd name="connsiteX105" fmla="*/ 221116 w 309126"/>
                <a:gd name="connsiteY105" fmla="*/ 438421 h 1011287"/>
                <a:gd name="connsiteX106" fmla="*/ 221489 w 309126"/>
                <a:gd name="connsiteY106" fmla="*/ 436560 h 1011287"/>
                <a:gd name="connsiteX107" fmla="*/ 221861 w 309126"/>
                <a:gd name="connsiteY107" fmla="*/ 434700 h 1011287"/>
                <a:gd name="connsiteX108" fmla="*/ 224093 w 309126"/>
                <a:gd name="connsiteY108" fmla="*/ 434700 h 1011287"/>
                <a:gd name="connsiteX109" fmla="*/ 224465 w 309126"/>
                <a:gd name="connsiteY109" fmla="*/ 433258 h 1011287"/>
                <a:gd name="connsiteX110" fmla="*/ 224837 w 309126"/>
                <a:gd name="connsiteY110" fmla="*/ 431723 h 1011287"/>
                <a:gd name="connsiteX111" fmla="*/ 227070 w 309126"/>
                <a:gd name="connsiteY111" fmla="*/ 430979 h 1011287"/>
                <a:gd name="connsiteX112" fmla="*/ 227362 w 309126"/>
                <a:gd name="connsiteY112" fmla="*/ 427240 h 1011287"/>
                <a:gd name="connsiteX113" fmla="*/ 227344 w 309126"/>
                <a:gd name="connsiteY113" fmla="*/ 425600 h 1011287"/>
                <a:gd name="connsiteX114" fmla="*/ 227348 w 309126"/>
                <a:gd name="connsiteY114" fmla="*/ 420067 h 1011287"/>
                <a:gd name="connsiteX115" fmla="*/ 227340 w 309126"/>
                <a:gd name="connsiteY115" fmla="*/ 415969 h 1011287"/>
                <a:gd name="connsiteX116" fmla="*/ 227336 w 309126"/>
                <a:gd name="connsiteY116" fmla="*/ 404692 h 1011287"/>
                <a:gd name="connsiteX117" fmla="*/ 227323 w 309126"/>
                <a:gd name="connsiteY117" fmla="*/ 392354 h 1011287"/>
                <a:gd name="connsiteX118" fmla="*/ 227311 w 309126"/>
                <a:gd name="connsiteY118" fmla="*/ 371002 h 1011287"/>
                <a:gd name="connsiteX119" fmla="*/ 227280 w 309126"/>
                <a:gd name="connsiteY119" fmla="*/ 339819 h 1011287"/>
                <a:gd name="connsiteX120" fmla="*/ 227240 w 309126"/>
                <a:gd name="connsiteY120" fmla="*/ 287797 h 1011287"/>
                <a:gd name="connsiteX121" fmla="*/ 227193 w 309126"/>
                <a:gd name="connsiteY121" fmla="*/ 238546 h 1011287"/>
                <a:gd name="connsiteX122" fmla="*/ 227192 w 309126"/>
                <a:gd name="connsiteY122" fmla="*/ 237013 h 1011287"/>
                <a:gd name="connsiteX123" fmla="*/ 227184 w 309126"/>
                <a:gd name="connsiteY123" fmla="*/ 221758 h 1011287"/>
                <a:gd name="connsiteX124" fmla="*/ 227070 w 309126"/>
                <a:gd name="connsiteY124" fmla="*/ 92395 h 1011287"/>
                <a:gd name="connsiteX125" fmla="*/ 172707 w 309126"/>
                <a:gd name="connsiteY125" fmla="*/ 92155 h 1011287"/>
                <a:gd name="connsiteX126" fmla="*/ 146285 w 309126"/>
                <a:gd name="connsiteY126" fmla="*/ 92036 h 1011287"/>
                <a:gd name="connsiteX127" fmla="*/ 123072 w 309126"/>
                <a:gd name="connsiteY127" fmla="*/ 91933 h 1011287"/>
                <a:gd name="connsiteX128" fmla="*/ 110821 w 309126"/>
                <a:gd name="connsiteY128" fmla="*/ 91877 h 1011287"/>
                <a:gd name="connsiteX129" fmla="*/ 99087 w 309126"/>
                <a:gd name="connsiteY129" fmla="*/ 91826 h 1011287"/>
                <a:gd name="connsiteX130" fmla="*/ 94776 w 309126"/>
                <a:gd name="connsiteY130" fmla="*/ 91804 h 1011287"/>
                <a:gd name="connsiteX131" fmla="*/ 88743 w 309126"/>
                <a:gd name="connsiteY131" fmla="*/ 91780 h 1011287"/>
                <a:gd name="connsiteX132" fmla="*/ 86934 w 309126"/>
                <a:gd name="connsiteY132" fmla="*/ 91769 h 1011287"/>
                <a:gd name="connsiteX133" fmla="*/ 81218 w 309126"/>
                <a:gd name="connsiteY133" fmla="*/ 91651 h 1011287"/>
                <a:gd name="connsiteX134" fmla="*/ 79730 w 309126"/>
                <a:gd name="connsiteY134" fmla="*/ 90907 h 1011287"/>
                <a:gd name="connsiteX135" fmla="*/ 0 w 309126"/>
                <a:gd name="connsiteY135" fmla="*/ 0 h 1011287"/>
                <a:gd name="connsiteX136" fmla="*/ 270123 w 309126"/>
                <a:gd name="connsiteY136" fmla="*/ 0 h 1011287"/>
                <a:gd name="connsiteX137" fmla="*/ 270867 w 309126"/>
                <a:gd name="connsiteY137" fmla="*/ 2977 h 1011287"/>
                <a:gd name="connsiteX138" fmla="*/ 273844 w 309126"/>
                <a:gd name="connsiteY138" fmla="*/ 3721 h 1011287"/>
                <a:gd name="connsiteX139" fmla="*/ 274588 w 309126"/>
                <a:gd name="connsiteY139" fmla="*/ 5953 h 1011287"/>
                <a:gd name="connsiteX140" fmla="*/ 276076 w 309126"/>
                <a:gd name="connsiteY140" fmla="*/ 6697 h 1011287"/>
                <a:gd name="connsiteX141" fmla="*/ 276820 w 309126"/>
                <a:gd name="connsiteY141" fmla="*/ 8930 h 1011287"/>
                <a:gd name="connsiteX142" fmla="*/ 279053 w 309126"/>
                <a:gd name="connsiteY142" fmla="*/ 10418 h 1011287"/>
                <a:gd name="connsiteX143" fmla="*/ 279797 w 309126"/>
                <a:gd name="connsiteY143" fmla="*/ 12650 h 1011287"/>
                <a:gd name="connsiteX144" fmla="*/ 281564 w 309126"/>
                <a:gd name="connsiteY144" fmla="*/ 13674 h 1011287"/>
                <a:gd name="connsiteX145" fmla="*/ 286494 w 309126"/>
                <a:gd name="connsiteY145" fmla="*/ 20836 h 1011287"/>
                <a:gd name="connsiteX146" fmla="*/ 288727 w 309126"/>
                <a:gd name="connsiteY146" fmla="*/ 21580 h 1011287"/>
                <a:gd name="connsiteX147" fmla="*/ 289099 w 309126"/>
                <a:gd name="connsiteY147" fmla="*/ 23115 h 1011287"/>
                <a:gd name="connsiteX148" fmla="*/ 289471 w 309126"/>
                <a:gd name="connsiteY148" fmla="*/ 24557 h 1011287"/>
                <a:gd name="connsiteX149" fmla="*/ 291703 w 309126"/>
                <a:gd name="connsiteY149" fmla="*/ 24557 h 1011287"/>
                <a:gd name="connsiteX150" fmla="*/ 292447 w 309126"/>
                <a:gd name="connsiteY150" fmla="*/ 27533 h 1011287"/>
                <a:gd name="connsiteX151" fmla="*/ 294680 w 309126"/>
                <a:gd name="connsiteY151" fmla="*/ 29021 h 1011287"/>
                <a:gd name="connsiteX152" fmla="*/ 294680 w 309126"/>
                <a:gd name="connsiteY152" fmla="*/ 31254 h 1011287"/>
                <a:gd name="connsiteX153" fmla="*/ 297656 w 309126"/>
                <a:gd name="connsiteY153" fmla="*/ 31254 h 1011287"/>
                <a:gd name="connsiteX154" fmla="*/ 297656 w 309126"/>
                <a:gd name="connsiteY154" fmla="*/ 34230 h 1011287"/>
                <a:gd name="connsiteX155" fmla="*/ 300633 w 309126"/>
                <a:gd name="connsiteY155" fmla="*/ 34230 h 1011287"/>
                <a:gd name="connsiteX156" fmla="*/ 300633 w 309126"/>
                <a:gd name="connsiteY156" fmla="*/ 37951 h 1011287"/>
                <a:gd name="connsiteX157" fmla="*/ 302865 w 309126"/>
                <a:gd name="connsiteY157" fmla="*/ 37951 h 1011287"/>
                <a:gd name="connsiteX158" fmla="*/ 302865 w 309126"/>
                <a:gd name="connsiteY158" fmla="*/ 40928 h 1011287"/>
                <a:gd name="connsiteX159" fmla="*/ 306586 w 309126"/>
                <a:gd name="connsiteY159" fmla="*/ 41672 h 1011287"/>
                <a:gd name="connsiteX160" fmla="*/ 308818 w 309126"/>
                <a:gd name="connsiteY160" fmla="*/ 43160 h 1011287"/>
                <a:gd name="connsiteX161" fmla="*/ 309093 w 309126"/>
                <a:gd name="connsiteY161" fmla="*/ 49712 h 1011287"/>
                <a:gd name="connsiteX162" fmla="*/ 309101 w 309126"/>
                <a:gd name="connsiteY162" fmla="*/ 51803 h 1011287"/>
                <a:gd name="connsiteX163" fmla="*/ 309087 w 309126"/>
                <a:gd name="connsiteY163" fmla="*/ 58820 h 1011287"/>
                <a:gd name="connsiteX164" fmla="*/ 309093 w 309126"/>
                <a:gd name="connsiteY164" fmla="*/ 63870 h 1011287"/>
                <a:gd name="connsiteX165" fmla="*/ 309077 w 309126"/>
                <a:gd name="connsiteY165" fmla="*/ 77809 h 1011287"/>
                <a:gd name="connsiteX166" fmla="*/ 309072 w 309126"/>
                <a:gd name="connsiteY166" fmla="*/ 91277 h 1011287"/>
                <a:gd name="connsiteX167" fmla="*/ 309054 w 309126"/>
                <a:gd name="connsiteY167" fmla="*/ 118838 h 1011287"/>
                <a:gd name="connsiteX168" fmla="*/ 309030 w 309126"/>
                <a:gd name="connsiteY168" fmla="*/ 146138 h 1011287"/>
                <a:gd name="connsiteX169" fmla="*/ 309030 w 309126"/>
                <a:gd name="connsiteY169" fmla="*/ 147851 h 1011287"/>
                <a:gd name="connsiteX170" fmla="*/ 309028 w 309126"/>
                <a:gd name="connsiteY170" fmla="*/ 156462 h 1011287"/>
                <a:gd name="connsiteX171" fmla="*/ 308987 w 309126"/>
                <a:gd name="connsiteY171" fmla="*/ 217499 h 1011287"/>
                <a:gd name="connsiteX172" fmla="*/ 308941 w 309126"/>
                <a:gd name="connsiteY172" fmla="*/ 276805 h 1011287"/>
                <a:gd name="connsiteX173" fmla="*/ 308940 w 309126"/>
                <a:gd name="connsiteY173" fmla="*/ 278650 h 1011287"/>
                <a:gd name="connsiteX174" fmla="*/ 308932 w 309126"/>
                <a:gd name="connsiteY174" fmla="*/ 296999 h 1011287"/>
                <a:gd name="connsiteX175" fmla="*/ 308913 w 309126"/>
                <a:gd name="connsiteY175" fmla="*/ 334380 h 1011287"/>
                <a:gd name="connsiteX176" fmla="*/ 308912 w 309126"/>
                <a:gd name="connsiteY176" fmla="*/ 336116 h 1011287"/>
                <a:gd name="connsiteX177" fmla="*/ 308818 w 309126"/>
                <a:gd name="connsiteY177" fmla="*/ 450949 h 1011287"/>
                <a:gd name="connsiteX178" fmla="*/ 306586 w 309126"/>
                <a:gd name="connsiteY178" fmla="*/ 450205 h 1011287"/>
                <a:gd name="connsiteX179" fmla="*/ 305842 w 309126"/>
                <a:gd name="connsiteY179" fmla="*/ 457646 h 1011287"/>
                <a:gd name="connsiteX180" fmla="*/ 303609 w 309126"/>
                <a:gd name="connsiteY180" fmla="*/ 457646 h 1011287"/>
                <a:gd name="connsiteX181" fmla="*/ 303499 w 309126"/>
                <a:gd name="connsiteY181" fmla="*/ 459085 h 1011287"/>
                <a:gd name="connsiteX182" fmla="*/ 303330 w 309126"/>
                <a:gd name="connsiteY182" fmla="*/ 460949 h 1011287"/>
                <a:gd name="connsiteX183" fmla="*/ 303173 w 309126"/>
                <a:gd name="connsiteY183" fmla="*/ 462806 h 1011287"/>
                <a:gd name="connsiteX184" fmla="*/ 302865 w 309126"/>
                <a:gd name="connsiteY184" fmla="*/ 464344 h 1011287"/>
                <a:gd name="connsiteX185" fmla="*/ 301377 w 309126"/>
                <a:gd name="connsiteY185" fmla="*/ 465088 h 1011287"/>
                <a:gd name="connsiteX186" fmla="*/ 300961 w 309126"/>
                <a:gd name="connsiteY186" fmla="*/ 469692 h 1011287"/>
                <a:gd name="connsiteX187" fmla="*/ 300633 w 309126"/>
                <a:gd name="connsiteY187" fmla="*/ 471041 h 1011287"/>
                <a:gd name="connsiteX188" fmla="*/ 298400 w 309126"/>
                <a:gd name="connsiteY188" fmla="*/ 471785 h 1011287"/>
                <a:gd name="connsiteX189" fmla="*/ 297889 w 309126"/>
                <a:gd name="connsiteY189" fmla="*/ 476302 h 1011287"/>
                <a:gd name="connsiteX190" fmla="*/ 295424 w 309126"/>
                <a:gd name="connsiteY190" fmla="*/ 479971 h 1011287"/>
                <a:gd name="connsiteX191" fmla="*/ 295145 w 309126"/>
                <a:gd name="connsiteY191" fmla="*/ 481366 h 1011287"/>
                <a:gd name="connsiteX192" fmla="*/ 290959 w 309126"/>
                <a:gd name="connsiteY192" fmla="*/ 486668 h 1011287"/>
                <a:gd name="connsiteX193" fmla="*/ 290215 w 309126"/>
                <a:gd name="connsiteY193" fmla="*/ 488900 h 1011287"/>
                <a:gd name="connsiteX194" fmla="*/ 287238 w 309126"/>
                <a:gd name="connsiteY194" fmla="*/ 489644 h 1011287"/>
                <a:gd name="connsiteX195" fmla="*/ 286494 w 309126"/>
                <a:gd name="connsiteY195" fmla="*/ 491877 h 1011287"/>
                <a:gd name="connsiteX196" fmla="*/ 284262 w 309126"/>
                <a:gd name="connsiteY196" fmla="*/ 491877 h 1011287"/>
                <a:gd name="connsiteX197" fmla="*/ 284262 w 309126"/>
                <a:gd name="connsiteY197" fmla="*/ 495598 h 1011287"/>
                <a:gd name="connsiteX198" fmla="*/ 281285 w 309126"/>
                <a:gd name="connsiteY198" fmla="*/ 495598 h 1011287"/>
                <a:gd name="connsiteX199" fmla="*/ 280541 w 309126"/>
                <a:gd name="connsiteY199" fmla="*/ 498574 h 1011287"/>
                <a:gd name="connsiteX200" fmla="*/ 276820 w 309126"/>
                <a:gd name="connsiteY200" fmla="*/ 502295 h 1011287"/>
                <a:gd name="connsiteX201" fmla="*/ 276820 w 309126"/>
                <a:gd name="connsiteY201" fmla="*/ 504527 h 1011287"/>
                <a:gd name="connsiteX202" fmla="*/ 280541 w 309126"/>
                <a:gd name="connsiteY202" fmla="*/ 506760 h 1011287"/>
                <a:gd name="connsiteX203" fmla="*/ 281285 w 309126"/>
                <a:gd name="connsiteY203" fmla="*/ 508992 h 1011287"/>
                <a:gd name="connsiteX204" fmla="*/ 283518 w 309126"/>
                <a:gd name="connsiteY204" fmla="*/ 509736 h 1011287"/>
                <a:gd name="connsiteX205" fmla="*/ 283843 w 309126"/>
                <a:gd name="connsiteY205" fmla="*/ 511271 h 1011287"/>
                <a:gd name="connsiteX206" fmla="*/ 284262 w 309126"/>
                <a:gd name="connsiteY206" fmla="*/ 512713 h 1011287"/>
                <a:gd name="connsiteX207" fmla="*/ 287238 w 309126"/>
                <a:gd name="connsiteY207" fmla="*/ 512713 h 1011287"/>
                <a:gd name="connsiteX208" fmla="*/ 287238 w 309126"/>
                <a:gd name="connsiteY208" fmla="*/ 515689 h 1011287"/>
                <a:gd name="connsiteX209" fmla="*/ 290959 w 309126"/>
                <a:gd name="connsiteY209" fmla="*/ 516434 h 1011287"/>
                <a:gd name="connsiteX210" fmla="*/ 292447 w 309126"/>
                <a:gd name="connsiteY210" fmla="*/ 519410 h 1011287"/>
                <a:gd name="connsiteX211" fmla="*/ 294680 w 309126"/>
                <a:gd name="connsiteY211" fmla="*/ 520154 h 1011287"/>
                <a:gd name="connsiteX212" fmla="*/ 295424 w 309126"/>
                <a:gd name="connsiteY212" fmla="*/ 524619 h 1011287"/>
                <a:gd name="connsiteX213" fmla="*/ 297656 w 309126"/>
                <a:gd name="connsiteY213" fmla="*/ 524619 h 1011287"/>
                <a:gd name="connsiteX214" fmla="*/ 298400 w 309126"/>
                <a:gd name="connsiteY214" fmla="*/ 530572 h 1011287"/>
                <a:gd name="connsiteX215" fmla="*/ 300633 w 309126"/>
                <a:gd name="connsiteY215" fmla="*/ 530572 h 1011287"/>
                <a:gd name="connsiteX216" fmla="*/ 300743 w 309126"/>
                <a:gd name="connsiteY216" fmla="*/ 532011 h 1011287"/>
                <a:gd name="connsiteX217" fmla="*/ 300912 w 309126"/>
                <a:gd name="connsiteY217" fmla="*/ 533874 h 1011287"/>
                <a:gd name="connsiteX218" fmla="*/ 301069 w 309126"/>
                <a:gd name="connsiteY218" fmla="*/ 535732 h 1011287"/>
                <a:gd name="connsiteX219" fmla="*/ 301377 w 309126"/>
                <a:gd name="connsiteY219" fmla="*/ 537269 h 1011287"/>
                <a:gd name="connsiteX220" fmla="*/ 302865 w 309126"/>
                <a:gd name="connsiteY220" fmla="*/ 538014 h 1011287"/>
                <a:gd name="connsiteX221" fmla="*/ 303609 w 309126"/>
                <a:gd name="connsiteY221" fmla="*/ 543967 h 1011287"/>
                <a:gd name="connsiteX222" fmla="*/ 305842 w 309126"/>
                <a:gd name="connsiteY222" fmla="*/ 543967 h 1011287"/>
                <a:gd name="connsiteX223" fmla="*/ 306205 w 309126"/>
                <a:gd name="connsiteY223" fmla="*/ 548545 h 1011287"/>
                <a:gd name="connsiteX224" fmla="*/ 306586 w 309126"/>
                <a:gd name="connsiteY224" fmla="*/ 549920 h 1011287"/>
                <a:gd name="connsiteX225" fmla="*/ 308818 w 309126"/>
                <a:gd name="connsiteY225" fmla="*/ 550664 h 1011287"/>
                <a:gd name="connsiteX226" fmla="*/ 309099 w 309126"/>
                <a:gd name="connsiteY226" fmla="*/ 557308 h 1011287"/>
                <a:gd name="connsiteX227" fmla="*/ 309109 w 309126"/>
                <a:gd name="connsiteY227" fmla="*/ 559457 h 1011287"/>
                <a:gd name="connsiteX228" fmla="*/ 309102 w 309126"/>
                <a:gd name="connsiteY228" fmla="*/ 566682 h 1011287"/>
                <a:gd name="connsiteX229" fmla="*/ 309112 w 309126"/>
                <a:gd name="connsiteY229" fmla="*/ 571876 h 1011287"/>
                <a:gd name="connsiteX230" fmla="*/ 309112 w 309126"/>
                <a:gd name="connsiteY230" fmla="*/ 584714 h 1011287"/>
                <a:gd name="connsiteX231" fmla="*/ 309117 w 309126"/>
                <a:gd name="connsiteY231" fmla="*/ 600081 h 1011287"/>
                <a:gd name="connsiteX232" fmla="*/ 309122 w 309126"/>
                <a:gd name="connsiteY232" fmla="*/ 630194 h 1011287"/>
                <a:gd name="connsiteX233" fmla="*/ 309117 w 309126"/>
                <a:gd name="connsiteY233" fmla="*/ 656545 h 1011287"/>
                <a:gd name="connsiteX234" fmla="*/ 309118 w 309126"/>
                <a:gd name="connsiteY234" fmla="*/ 658308 h 1011287"/>
                <a:gd name="connsiteX235" fmla="*/ 309120 w 309126"/>
                <a:gd name="connsiteY235" fmla="*/ 665391 h 1011287"/>
                <a:gd name="connsiteX236" fmla="*/ 309108 w 309126"/>
                <a:gd name="connsiteY236" fmla="*/ 731893 h 1011287"/>
                <a:gd name="connsiteX237" fmla="*/ 309109 w 309126"/>
                <a:gd name="connsiteY237" fmla="*/ 791031 h 1011287"/>
                <a:gd name="connsiteX238" fmla="*/ 309119 w 309126"/>
                <a:gd name="connsiteY238" fmla="*/ 857408 h 1011287"/>
                <a:gd name="connsiteX239" fmla="*/ 309117 w 309126"/>
                <a:gd name="connsiteY239" fmla="*/ 864478 h 1011287"/>
                <a:gd name="connsiteX240" fmla="*/ 309117 w 309126"/>
                <a:gd name="connsiteY240" fmla="*/ 866237 h 1011287"/>
                <a:gd name="connsiteX241" fmla="*/ 309123 w 309126"/>
                <a:gd name="connsiteY241" fmla="*/ 892577 h 1011287"/>
                <a:gd name="connsiteX242" fmla="*/ 309115 w 309126"/>
                <a:gd name="connsiteY242" fmla="*/ 922515 h 1011287"/>
                <a:gd name="connsiteX243" fmla="*/ 309115 w 309126"/>
                <a:gd name="connsiteY243" fmla="*/ 937806 h 1011287"/>
                <a:gd name="connsiteX244" fmla="*/ 309106 w 309126"/>
                <a:gd name="connsiteY244" fmla="*/ 951780 h 1011287"/>
                <a:gd name="connsiteX245" fmla="*/ 309110 w 309126"/>
                <a:gd name="connsiteY245" fmla="*/ 956859 h 1011287"/>
                <a:gd name="connsiteX246" fmla="*/ 309099 w 309126"/>
                <a:gd name="connsiteY246" fmla="*/ 963715 h 1011287"/>
                <a:gd name="connsiteX247" fmla="*/ 309115 w 309126"/>
                <a:gd name="connsiteY247" fmla="*/ 965749 h 1011287"/>
                <a:gd name="connsiteX248" fmla="*/ 308818 w 309126"/>
                <a:gd name="connsiteY248" fmla="*/ 970359 h 1011287"/>
                <a:gd name="connsiteX249" fmla="*/ 306586 w 309126"/>
                <a:gd name="connsiteY249" fmla="*/ 971103 h 1011287"/>
                <a:gd name="connsiteX250" fmla="*/ 305098 w 309126"/>
                <a:gd name="connsiteY250" fmla="*/ 974080 h 1011287"/>
                <a:gd name="connsiteX251" fmla="*/ 303609 w 309126"/>
                <a:gd name="connsiteY251" fmla="*/ 974824 h 1011287"/>
                <a:gd name="connsiteX252" fmla="*/ 302865 w 309126"/>
                <a:gd name="connsiteY252" fmla="*/ 977057 h 1011287"/>
                <a:gd name="connsiteX253" fmla="*/ 298842 w 309126"/>
                <a:gd name="connsiteY253" fmla="*/ 980405 h 1011287"/>
                <a:gd name="connsiteX254" fmla="*/ 296912 w 309126"/>
                <a:gd name="connsiteY254" fmla="*/ 983754 h 1011287"/>
                <a:gd name="connsiteX255" fmla="*/ 295424 w 309126"/>
                <a:gd name="connsiteY255" fmla="*/ 984498 h 1011287"/>
                <a:gd name="connsiteX256" fmla="*/ 294680 w 309126"/>
                <a:gd name="connsiteY256" fmla="*/ 986730 h 1011287"/>
                <a:gd name="connsiteX257" fmla="*/ 293191 w 309126"/>
                <a:gd name="connsiteY257" fmla="*/ 987056 h 1011287"/>
                <a:gd name="connsiteX258" fmla="*/ 291703 w 309126"/>
                <a:gd name="connsiteY258" fmla="*/ 987474 h 1011287"/>
                <a:gd name="connsiteX259" fmla="*/ 290959 w 309126"/>
                <a:gd name="connsiteY259" fmla="*/ 990451 h 1011287"/>
                <a:gd name="connsiteX260" fmla="*/ 289471 w 309126"/>
                <a:gd name="connsiteY260" fmla="*/ 990451 h 1011287"/>
                <a:gd name="connsiteX261" fmla="*/ 289145 w 309126"/>
                <a:gd name="connsiteY261" fmla="*/ 991800 h 1011287"/>
                <a:gd name="connsiteX262" fmla="*/ 286494 w 309126"/>
                <a:gd name="connsiteY262" fmla="*/ 995660 h 1011287"/>
                <a:gd name="connsiteX263" fmla="*/ 285006 w 309126"/>
                <a:gd name="connsiteY263" fmla="*/ 997892 h 1011287"/>
                <a:gd name="connsiteX264" fmla="*/ 282773 w 309126"/>
                <a:gd name="connsiteY264" fmla="*/ 998637 h 1011287"/>
                <a:gd name="connsiteX265" fmla="*/ 281285 w 309126"/>
                <a:gd name="connsiteY265" fmla="*/ 1001613 h 1011287"/>
                <a:gd name="connsiteX266" fmla="*/ 279797 w 309126"/>
                <a:gd name="connsiteY266" fmla="*/ 1002357 h 1011287"/>
                <a:gd name="connsiteX267" fmla="*/ 279053 w 309126"/>
                <a:gd name="connsiteY267" fmla="*/ 1003892 h 1011287"/>
                <a:gd name="connsiteX268" fmla="*/ 278309 w 309126"/>
                <a:gd name="connsiteY268" fmla="*/ 1005334 h 1011287"/>
                <a:gd name="connsiteX269" fmla="*/ 276820 w 309126"/>
                <a:gd name="connsiteY269" fmla="*/ 1005334 h 1011287"/>
                <a:gd name="connsiteX270" fmla="*/ 276541 w 309126"/>
                <a:gd name="connsiteY270" fmla="*/ 1006822 h 1011287"/>
                <a:gd name="connsiteX271" fmla="*/ 276076 w 309126"/>
                <a:gd name="connsiteY271" fmla="*/ 1008310 h 1011287"/>
                <a:gd name="connsiteX272" fmla="*/ 273100 w 309126"/>
                <a:gd name="connsiteY272" fmla="*/ 1008310 h 1011287"/>
                <a:gd name="connsiteX273" fmla="*/ 273100 w 309126"/>
                <a:gd name="connsiteY273" fmla="*/ 1011287 h 1011287"/>
                <a:gd name="connsiteX274" fmla="*/ 0 w 309126"/>
                <a:gd name="connsiteY274" fmla="*/ 1011287 h 1011287"/>
                <a:gd name="connsiteX275" fmla="*/ 0 w 309126"/>
                <a:gd name="connsiteY27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309126" h="1011287">
                  <a:moveTo>
                    <a:pt x="78985" y="550659"/>
                  </a:moveTo>
                  <a:cubicBezTo>
                    <a:pt x="78985" y="676404"/>
                    <a:pt x="78985" y="798450"/>
                    <a:pt x="78985" y="920497"/>
                  </a:cubicBezTo>
                  <a:cubicBezTo>
                    <a:pt x="81369" y="920497"/>
                    <a:pt x="83753" y="920496"/>
                    <a:pt x="86137" y="920493"/>
                  </a:cubicBezTo>
                  <a:cubicBezTo>
                    <a:pt x="102858" y="920478"/>
                    <a:pt x="119579" y="920467"/>
                    <a:pt x="136301" y="920459"/>
                  </a:cubicBezTo>
                  <a:cubicBezTo>
                    <a:pt x="145034" y="920456"/>
                    <a:pt x="153768" y="920452"/>
                    <a:pt x="162502" y="920443"/>
                  </a:cubicBezTo>
                  <a:cubicBezTo>
                    <a:pt x="170186" y="920436"/>
                    <a:pt x="177870" y="920430"/>
                    <a:pt x="185554" y="920427"/>
                  </a:cubicBezTo>
                  <a:cubicBezTo>
                    <a:pt x="189607" y="920426"/>
                    <a:pt x="193661" y="920426"/>
                    <a:pt x="197715" y="920421"/>
                  </a:cubicBezTo>
                  <a:cubicBezTo>
                    <a:pt x="201594" y="920416"/>
                    <a:pt x="205473" y="920412"/>
                    <a:pt x="209352" y="920412"/>
                  </a:cubicBezTo>
                  <a:cubicBezTo>
                    <a:pt x="210777" y="920412"/>
                    <a:pt x="212202" y="920413"/>
                    <a:pt x="213627" y="920412"/>
                  </a:cubicBezTo>
                  <a:cubicBezTo>
                    <a:pt x="215621" y="920408"/>
                    <a:pt x="217614" y="920404"/>
                    <a:pt x="219608" y="920405"/>
                  </a:cubicBezTo>
                  <a:cubicBezTo>
                    <a:pt x="220218" y="920406"/>
                    <a:pt x="220809" y="920407"/>
                    <a:pt x="221401" y="920407"/>
                  </a:cubicBezTo>
                  <a:cubicBezTo>
                    <a:pt x="223297" y="920400"/>
                    <a:pt x="225173" y="920426"/>
                    <a:pt x="227069" y="920497"/>
                  </a:cubicBezTo>
                  <a:cubicBezTo>
                    <a:pt x="227575" y="920750"/>
                    <a:pt x="228066" y="920995"/>
                    <a:pt x="228557" y="921241"/>
                  </a:cubicBezTo>
                  <a:cubicBezTo>
                    <a:pt x="230215" y="919583"/>
                    <a:pt x="230215" y="919583"/>
                    <a:pt x="230242" y="915914"/>
                  </a:cubicBezTo>
                  <a:cubicBezTo>
                    <a:pt x="230236" y="915088"/>
                    <a:pt x="230236" y="915088"/>
                    <a:pt x="230231" y="914278"/>
                  </a:cubicBezTo>
                  <a:cubicBezTo>
                    <a:pt x="230237" y="912432"/>
                    <a:pt x="230241" y="910587"/>
                    <a:pt x="230236" y="908741"/>
                  </a:cubicBezTo>
                  <a:cubicBezTo>
                    <a:pt x="230232" y="907375"/>
                    <a:pt x="230230" y="906009"/>
                    <a:pt x="230231" y="904643"/>
                  </a:cubicBezTo>
                  <a:cubicBezTo>
                    <a:pt x="230238" y="900882"/>
                    <a:pt x="230239" y="897121"/>
                    <a:pt x="230233" y="893360"/>
                  </a:cubicBezTo>
                  <a:cubicBezTo>
                    <a:pt x="230227" y="889245"/>
                    <a:pt x="230227" y="885131"/>
                    <a:pt x="230229" y="881016"/>
                  </a:cubicBezTo>
                  <a:cubicBezTo>
                    <a:pt x="230234" y="872959"/>
                    <a:pt x="230232" y="864901"/>
                    <a:pt x="230226" y="856844"/>
                  </a:cubicBezTo>
                  <a:cubicBezTo>
                    <a:pt x="230218" y="847377"/>
                    <a:pt x="230216" y="837910"/>
                    <a:pt x="230216" y="828443"/>
                  </a:cubicBezTo>
                  <a:cubicBezTo>
                    <a:pt x="230217" y="810571"/>
                    <a:pt x="230210" y="792699"/>
                    <a:pt x="230199" y="774827"/>
                  </a:cubicBezTo>
                  <a:cubicBezTo>
                    <a:pt x="230189" y="758911"/>
                    <a:pt x="230183" y="742994"/>
                    <a:pt x="230183" y="727078"/>
                  </a:cubicBezTo>
                  <a:cubicBezTo>
                    <a:pt x="230183" y="726056"/>
                    <a:pt x="230183" y="725033"/>
                    <a:pt x="230183" y="724011"/>
                  </a:cubicBezTo>
                  <a:cubicBezTo>
                    <a:pt x="230184" y="723490"/>
                    <a:pt x="230184" y="722984"/>
                    <a:pt x="230184" y="722479"/>
                  </a:cubicBezTo>
                  <a:cubicBezTo>
                    <a:pt x="230184" y="719933"/>
                    <a:pt x="230184" y="717388"/>
                    <a:pt x="230184" y="714842"/>
                  </a:cubicBezTo>
                  <a:cubicBezTo>
                    <a:pt x="230184" y="714074"/>
                    <a:pt x="230184" y="714074"/>
                    <a:pt x="230184" y="713321"/>
                  </a:cubicBezTo>
                  <a:cubicBezTo>
                    <a:pt x="230184" y="697621"/>
                    <a:pt x="230180" y="681921"/>
                    <a:pt x="230174" y="666222"/>
                  </a:cubicBezTo>
                  <a:cubicBezTo>
                    <a:pt x="230172" y="659601"/>
                    <a:pt x="230170" y="652981"/>
                    <a:pt x="230170" y="646360"/>
                  </a:cubicBezTo>
                  <a:cubicBezTo>
                    <a:pt x="230169" y="638211"/>
                    <a:pt x="230167" y="630061"/>
                    <a:pt x="230161" y="621912"/>
                  </a:cubicBezTo>
                  <a:cubicBezTo>
                    <a:pt x="230158" y="617753"/>
                    <a:pt x="230154" y="613595"/>
                    <a:pt x="230154" y="609436"/>
                  </a:cubicBezTo>
                  <a:cubicBezTo>
                    <a:pt x="230155" y="605577"/>
                    <a:pt x="230155" y="601718"/>
                    <a:pt x="230150" y="597858"/>
                  </a:cubicBezTo>
                  <a:cubicBezTo>
                    <a:pt x="230148" y="596457"/>
                    <a:pt x="230146" y="595056"/>
                    <a:pt x="230145" y="593655"/>
                  </a:cubicBezTo>
                  <a:cubicBezTo>
                    <a:pt x="230147" y="591714"/>
                    <a:pt x="230149" y="589772"/>
                    <a:pt x="230145" y="587831"/>
                  </a:cubicBezTo>
                  <a:cubicBezTo>
                    <a:pt x="230144" y="587238"/>
                    <a:pt x="230143" y="586662"/>
                    <a:pt x="230141" y="586086"/>
                  </a:cubicBezTo>
                  <a:cubicBezTo>
                    <a:pt x="230150" y="583188"/>
                    <a:pt x="230406" y="580178"/>
                    <a:pt x="229301" y="577448"/>
                  </a:cubicBezTo>
                  <a:cubicBezTo>
                    <a:pt x="228795" y="577448"/>
                    <a:pt x="228304" y="577448"/>
                    <a:pt x="227813" y="577448"/>
                  </a:cubicBezTo>
                  <a:cubicBezTo>
                    <a:pt x="227560" y="576689"/>
                    <a:pt x="227315" y="575952"/>
                    <a:pt x="227069" y="575216"/>
                  </a:cubicBezTo>
                  <a:cubicBezTo>
                    <a:pt x="225541" y="574911"/>
                    <a:pt x="225541" y="574911"/>
                    <a:pt x="224092" y="574471"/>
                  </a:cubicBezTo>
                  <a:cubicBezTo>
                    <a:pt x="224092" y="573459"/>
                    <a:pt x="224092" y="572477"/>
                    <a:pt x="224092" y="571495"/>
                  </a:cubicBezTo>
                  <a:cubicBezTo>
                    <a:pt x="223602" y="571353"/>
                    <a:pt x="223126" y="571214"/>
                    <a:pt x="222651" y="571076"/>
                  </a:cubicBezTo>
                  <a:cubicBezTo>
                    <a:pt x="222129" y="570966"/>
                    <a:pt x="221622" y="570858"/>
                    <a:pt x="221116" y="570751"/>
                  </a:cubicBezTo>
                  <a:cubicBezTo>
                    <a:pt x="220372" y="568518"/>
                    <a:pt x="220372" y="568518"/>
                    <a:pt x="218883" y="567774"/>
                  </a:cubicBezTo>
                  <a:cubicBezTo>
                    <a:pt x="218377" y="567521"/>
                    <a:pt x="217886" y="567276"/>
                    <a:pt x="217395" y="567030"/>
                  </a:cubicBezTo>
                  <a:cubicBezTo>
                    <a:pt x="217142" y="566271"/>
                    <a:pt x="216897" y="565534"/>
                    <a:pt x="216651" y="564798"/>
                  </a:cubicBezTo>
                  <a:cubicBezTo>
                    <a:pt x="215652" y="564579"/>
                    <a:pt x="214659" y="564330"/>
                    <a:pt x="213674" y="564054"/>
                  </a:cubicBezTo>
                  <a:cubicBezTo>
                    <a:pt x="213434" y="563060"/>
                    <a:pt x="213186" y="562067"/>
                    <a:pt x="212930" y="561077"/>
                  </a:cubicBezTo>
                  <a:cubicBezTo>
                    <a:pt x="211918" y="561077"/>
                    <a:pt x="210936" y="561077"/>
                    <a:pt x="209954" y="561077"/>
                  </a:cubicBezTo>
                  <a:cubicBezTo>
                    <a:pt x="209954" y="560065"/>
                    <a:pt x="209954" y="559083"/>
                    <a:pt x="209954" y="558100"/>
                  </a:cubicBezTo>
                  <a:cubicBezTo>
                    <a:pt x="209321" y="557942"/>
                    <a:pt x="208707" y="557789"/>
                    <a:pt x="208093" y="557635"/>
                  </a:cubicBezTo>
                  <a:cubicBezTo>
                    <a:pt x="207461" y="557540"/>
                    <a:pt x="206847" y="557448"/>
                    <a:pt x="206233" y="557356"/>
                  </a:cubicBezTo>
                  <a:cubicBezTo>
                    <a:pt x="206233" y="555868"/>
                    <a:pt x="206233" y="555868"/>
                    <a:pt x="205210" y="554845"/>
                  </a:cubicBezTo>
                  <a:cubicBezTo>
                    <a:pt x="204599" y="554234"/>
                    <a:pt x="204599" y="554234"/>
                    <a:pt x="204001" y="553636"/>
                  </a:cubicBezTo>
                  <a:cubicBezTo>
                    <a:pt x="203249" y="552132"/>
                    <a:pt x="203249" y="552132"/>
                    <a:pt x="202512" y="550659"/>
                  </a:cubicBezTo>
                  <a:cubicBezTo>
                    <a:pt x="160513" y="550659"/>
                    <a:pt x="119749" y="550659"/>
                    <a:pt x="78985" y="550659"/>
                  </a:cubicBezTo>
                  <a:close/>
                  <a:moveTo>
                    <a:pt x="79730" y="90907"/>
                  </a:moveTo>
                  <a:cubicBezTo>
                    <a:pt x="78901" y="92565"/>
                    <a:pt x="78901" y="92565"/>
                    <a:pt x="78887" y="96527"/>
                  </a:cubicBezTo>
                  <a:cubicBezTo>
                    <a:pt x="78889" y="97128"/>
                    <a:pt x="78890" y="97711"/>
                    <a:pt x="78892" y="98294"/>
                  </a:cubicBezTo>
                  <a:cubicBezTo>
                    <a:pt x="78889" y="100288"/>
                    <a:pt x="78886" y="102282"/>
                    <a:pt x="78888" y="104276"/>
                  </a:cubicBezTo>
                  <a:cubicBezTo>
                    <a:pt x="78890" y="105752"/>
                    <a:pt x="78891" y="107228"/>
                    <a:pt x="78890" y="108703"/>
                  </a:cubicBezTo>
                  <a:cubicBezTo>
                    <a:pt x="78886" y="112766"/>
                    <a:pt x="78885" y="116829"/>
                    <a:pt x="78887" y="120891"/>
                  </a:cubicBezTo>
                  <a:cubicBezTo>
                    <a:pt x="78889" y="125336"/>
                    <a:pt x="78889" y="129780"/>
                    <a:pt x="78887" y="134225"/>
                  </a:cubicBezTo>
                  <a:cubicBezTo>
                    <a:pt x="78883" y="142928"/>
                    <a:pt x="78882" y="151630"/>
                    <a:pt x="78884" y="160333"/>
                  </a:cubicBezTo>
                  <a:cubicBezTo>
                    <a:pt x="78886" y="167989"/>
                    <a:pt x="78887" y="175646"/>
                    <a:pt x="78886" y="183302"/>
                  </a:cubicBezTo>
                  <a:cubicBezTo>
                    <a:pt x="78886" y="184076"/>
                    <a:pt x="78886" y="184076"/>
                    <a:pt x="78886" y="184836"/>
                  </a:cubicBezTo>
                  <a:cubicBezTo>
                    <a:pt x="78886" y="186891"/>
                    <a:pt x="78886" y="188947"/>
                    <a:pt x="78885" y="191003"/>
                  </a:cubicBezTo>
                  <a:cubicBezTo>
                    <a:pt x="78883" y="210298"/>
                    <a:pt x="78885" y="229593"/>
                    <a:pt x="78889" y="248889"/>
                  </a:cubicBezTo>
                  <a:cubicBezTo>
                    <a:pt x="78892" y="266079"/>
                    <a:pt x="78892" y="283269"/>
                    <a:pt x="78889" y="300459"/>
                  </a:cubicBezTo>
                  <a:cubicBezTo>
                    <a:pt x="78885" y="319792"/>
                    <a:pt x="78883" y="339124"/>
                    <a:pt x="78885" y="358457"/>
                  </a:cubicBezTo>
                  <a:cubicBezTo>
                    <a:pt x="78885" y="360516"/>
                    <a:pt x="78886" y="362575"/>
                    <a:pt x="78886" y="364634"/>
                  </a:cubicBezTo>
                  <a:cubicBezTo>
                    <a:pt x="78886" y="365157"/>
                    <a:pt x="78886" y="365664"/>
                    <a:pt x="78886" y="366172"/>
                  </a:cubicBezTo>
                  <a:cubicBezTo>
                    <a:pt x="78887" y="373832"/>
                    <a:pt x="78886" y="381492"/>
                    <a:pt x="78885" y="389152"/>
                  </a:cubicBezTo>
                  <a:cubicBezTo>
                    <a:pt x="78883" y="397444"/>
                    <a:pt x="78882" y="405737"/>
                    <a:pt x="78885" y="414029"/>
                  </a:cubicBezTo>
                  <a:cubicBezTo>
                    <a:pt x="78887" y="418518"/>
                    <a:pt x="78890" y="423006"/>
                    <a:pt x="78888" y="427495"/>
                  </a:cubicBezTo>
                  <a:cubicBezTo>
                    <a:pt x="78886" y="431665"/>
                    <a:pt x="78884" y="435835"/>
                    <a:pt x="78888" y="440004"/>
                  </a:cubicBezTo>
                  <a:cubicBezTo>
                    <a:pt x="78889" y="441514"/>
                    <a:pt x="78890" y="443024"/>
                    <a:pt x="78891" y="444534"/>
                  </a:cubicBezTo>
                  <a:cubicBezTo>
                    <a:pt x="78889" y="446633"/>
                    <a:pt x="78886" y="448733"/>
                    <a:pt x="78889" y="450833"/>
                  </a:cubicBezTo>
                  <a:cubicBezTo>
                    <a:pt x="78890" y="451470"/>
                    <a:pt x="78891" y="452089"/>
                    <a:pt x="78892" y="452707"/>
                  </a:cubicBezTo>
                  <a:cubicBezTo>
                    <a:pt x="78886" y="454649"/>
                    <a:pt x="78911" y="456571"/>
                    <a:pt x="78986" y="458512"/>
                  </a:cubicBezTo>
                  <a:cubicBezTo>
                    <a:pt x="79730" y="459257"/>
                    <a:pt x="79730" y="459257"/>
                    <a:pt x="81737" y="459345"/>
                  </a:cubicBezTo>
                  <a:cubicBezTo>
                    <a:pt x="82668" y="459342"/>
                    <a:pt x="83572" y="459340"/>
                    <a:pt x="84476" y="459338"/>
                  </a:cubicBezTo>
                  <a:cubicBezTo>
                    <a:pt x="86087" y="459337"/>
                    <a:pt x="87698" y="459335"/>
                    <a:pt x="89309" y="459328"/>
                  </a:cubicBezTo>
                  <a:cubicBezTo>
                    <a:pt x="90494" y="459323"/>
                    <a:pt x="91679" y="459319"/>
                    <a:pt x="92865" y="459316"/>
                  </a:cubicBezTo>
                  <a:cubicBezTo>
                    <a:pt x="96085" y="459310"/>
                    <a:pt x="99305" y="459301"/>
                    <a:pt x="102525" y="459288"/>
                  </a:cubicBezTo>
                  <a:cubicBezTo>
                    <a:pt x="104577" y="459280"/>
                    <a:pt x="106630" y="459271"/>
                    <a:pt x="108683" y="459263"/>
                  </a:cubicBezTo>
                  <a:cubicBezTo>
                    <a:pt x="115048" y="459239"/>
                    <a:pt x="121414" y="459213"/>
                    <a:pt x="127779" y="459181"/>
                  </a:cubicBezTo>
                  <a:cubicBezTo>
                    <a:pt x="135199" y="459143"/>
                    <a:pt x="142619" y="459111"/>
                    <a:pt x="150039" y="459096"/>
                  </a:cubicBezTo>
                  <a:cubicBezTo>
                    <a:pt x="155812" y="459084"/>
                    <a:pt x="161585" y="459065"/>
                    <a:pt x="167358" y="459035"/>
                  </a:cubicBezTo>
                  <a:cubicBezTo>
                    <a:pt x="170795" y="459015"/>
                    <a:pt x="174232" y="458994"/>
                    <a:pt x="177669" y="458989"/>
                  </a:cubicBezTo>
                  <a:cubicBezTo>
                    <a:pt x="180960" y="458987"/>
                    <a:pt x="184252" y="458981"/>
                    <a:pt x="187543" y="458957"/>
                  </a:cubicBezTo>
                  <a:cubicBezTo>
                    <a:pt x="188752" y="458947"/>
                    <a:pt x="189961" y="458938"/>
                    <a:pt x="191169" y="458930"/>
                  </a:cubicBezTo>
                  <a:cubicBezTo>
                    <a:pt x="192862" y="458935"/>
                    <a:pt x="194555" y="458939"/>
                    <a:pt x="196247" y="458922"/>
                  </a:cubicBezTo>
                  <a:cubicBezTo>
                    <a:pt x="196764" y="458916"/>
                    <a:pt x="197266" y="458910"/>
                    <a:pt x="197767" y="458904"/>
                  </a:cubicBezTo>
                  <a:cubicBezTo>
                    <a:pt x="200506" y="458892"/>
                    <a:pt x="200506" y="458892"/>
                    <a:pt x="202513" y="458512"/>
                  </a:cubicBezTo>
                  <a:cubicBezTo>
                    <a:pt x="202709" y="457998"/>
                    <a:pt x="202899" y="457499"/>
                    <a:pt x="203089" y="457000"/>
                  </a:cubicBezTo>
                  <a:cubicBezTo>
                    <a:pt x="203146" y="456502"/>
                    <a:pt x="203202" y="456019"/>
                    <a:pt x="203257" y="455536"/>
                  </a:cubicBezTo>
                  <a:cubicBezTo>
                    <a:pt x="203763" y="455536"/>
                    <a:pt x="204254" y="455536"/>
                    <a:pt x="204745" y="455536"/>
                  </a:cubicBezTo>
                  <a:cubicBezTo>
                    <a:pt x="205215" y="454531"/>
                    <a:pt x="205715" y="453540"/>
                    <a:pt x="206234" y="452559"/>
                  </a:cubicBezTo>
                  <a:cubicBezTo>
                    <a:pt x="208778" y="451391"/>
                    <a:pt x="209737" y="450530"/>
                    <a:pt x="211071" y="448048"/>
                  </a:cubicBezTo>
                  <a:cubicBezTo>
                    <a:pt x="211878" y="446439"/>
                    <a:pt x="211878" y="446439"/>
                    <a:pt x="212931" y="445118"/>
                  </a:cubicBezTo>
                  <a:cubicBezTo>
                    <a:pt x="213928" y="444889"/>
                    <a:pt x="214921" y="444643"/>
                    <a:pt x="215908" y="444374"/>
                  </a:cubicBezTo>
                  <a:cubicBezTo>
                    <a:pt x="215908" y="443362"/>
                    <a:pt x="215908" y="442379"/>
                    <a:pt x="215908" y="441397"/>
                  </a:cubicBezTo>
                  <a:cubicBezTo>
                    <a:pt x="216667" y="441397"/>
                    <a:pt x="217403" y="441397"/>
                    <a:pt x="218140" y="441397"/>
                  </a:cubicBezTo>
                  <a:cubicBezTo>
                    <a:pt x="218266" y="440891"/>
                    <a:pt x="218389" y="440400"/>
                    <a:pt x="218512" y="439909"/>
                  </a:cubicBezTo>
                  <a:cubicBezTo>
                    <a:pt x="218639" y="439403"/>
                    <a:pt x="218761" y="438912"/>
                    <a:pt x="218884" y="438421"/>
                  </a:cubicBezTo>
                  <a:cubicBezTo>
                    <a:pt x="219643" y="438421"/>
                    <a:pt x="220380" y="438421"/>
                    <a:pt x="221116" y="438421"/>
                  </a:cubicBezTo>
                  <a:cubicBezTo>
                    <a:pt x="221243" y="437788"/>
                    <a:pt x="221366" y="437174"/>
                    <a:pt x="221489" y="436560"/>
                  </a:cubicBezTo>
                  <a:cubicBezTo>
                    <a:pt x="221615" y="435928"/>
                    <a:pt x="221738" y="435314"/>
                    <a:pt x="221861" y="434700"/>
                  </a:cubicBezTo>
                  <a:cubicBezTo>
                    <a:pt x="222620" y="434700"/>
                    <a:pt x="223356" y="434700"/>
                    <a:pt x="224093" y="434700"/>
                  </a:cubicBezTo>
                  <a:cubicBezTo>
                    <a:pt x="224220" y="434210"/>
                    <a:pt x="224342" y="433734"/>
                    <a:pt x="224465" y="433258"/>
                  </a:cubicBezTo>
                  <a:cubicBezTo>
                    <a:pt x="224592" y="432736"/>
                    <a:pt x="224714" y="432230"/>
                    <a:pt x="224837" y="431723"/>
                  </a:cubicBezTo>
                  <a:cubicBezTo>
                    <a:pt x="225596" y="431470"/>
                    <a:pt x="226333" y="431225"/>
                    <a:pt x="227070" y="430979"/>
                  </a:cubicBezTo>
                  <a:cubicBezTo>
                    <a:pt x="227347" y="428716"/>
                    <a:pt x="227347" y="428716"/>
                    <a:pt x="227362" y="427240"/>
                  </a:cubicBezTo>
                  <a:cubicBezTo>
                    <a:pt x="227356" y="426682"/>
                    <a:pt x="227350" y="426141"/>
                    <a:pt x="227344" y="425600"/>
                  </a:cubicBezTo>
                  <a:cubicBezTo>
                    <a:pt x="227353" y="423755"/>
                    <a:pt x="227357" y="421911"/>
                    <a:pt x="227348" y="420067"/>
                  </a:cubicBezTo>
                  <a:cubicBezTo>
                    <a:pt x="227341" y="418701"/>
                    <a:pt x="227339" y="417335"/>
                    <a:pt x="227340" y="415969"/>
                  </a:cubicBezTo>
                  <a:cubicBezTo>
                    <a:pt x="227347" y="412210"/>
                    <a:pt x="227347" y="408451"/>
                    <a:pt x="227336" y="404692"/>
                  </a:cubicBezTo>
                  <a:cubicBezTo>
                    <a:pt x="227324" y="400580"/>
                    <a:pt x="227322" y="396467"/>
                    <a:pt x="227323" y="392354"/>
                  </a:cubicBezTo>
                  <a:cubicBezTo>
                    <a:pt x="227326" y="385236"/>
                    <a:pt x="227322" y="378119"/>
                    <a:pt x="227311" y="371002"/>
                  </a:cubicBezTo>
                  <a:cubicBezTo>
                    <a:pt x="227292" y="360608"/>
                    <a:pt x="227283" y="350213"/>
                    <a:pt x="227280" y="339819"/>
                  </a:cubicBezTo>
                  <a:cubicBezTo>
                    <a:pt x="227275" y="322478"/>
                    <a:pt x="227262" y="305137"/>
                    <a:pt x="227240" y="287797"/>
                  </a:cubicBezTo>
                  <a:cubicBezTo>
                    <a:pt x="227219" y="271380"/>
                    <a:pt x="227203" y="254963"/>
                    <a:pt x="227193" y="238546"/>
                  </a:cubicBezTo>
                  <a:cubicBezTo>
                    <a:pt x="227193" y="238025"/>
                    <a:pt x="227193" y="237519"/>
                    <a:pt x="227192" y="237013"/>
                  </a:cubicBezTo>
                  <a:cubicBezTo>
                    <a:pt x="227189" y="231928"/>
                    <a:pt x="227186" y="226843"/>
                    <a:pt x="227184" y="221758"/>
                  </a:cubicBezTo>
                  <a:cubicBezTo>
                    <a:pt x="227160" y="178637"/>
                    <a:pt x="227121" y="135516"/>
                    <a:pt x="227070" y="92395"/>
                  </a:cubicBezTo>
                  <a:cubicBezTo>
                    <a:pt x="208949" y="92319"/>
                    <a:pt x="190828" y="92240"/>
                    <a:pt x="172707" y="92155"/>
                  </a:cubicBezTo>
                  <a:cubicBezTo>
                    <a:pt x="163899" y="92114"/>
                    <a:pt x="155092" y="92073"/>
                    <a:pt x="146285" y="92036"/>
                  </a:cubicBezTo>
                  <a:cubicBezTo>
                    <a:pt x="138547" y="92004"/>
                    <a:pt x="130810" y="91971"/>
                    <a:pt x="123072" y="91933"/>
                  </a:cubicBezTo>
                  <a:cubicBezTo>
                    <a:pt x="118988" y="91913"/>
                    <a:pt x="114904" y="91893"/>
                    <a:pt x="110821" y="91877"/>
                  </a:cubicBezTo>
                  <a:cubicBezTo>
                    <a:pt x="106909" y="91862"/>
                    <a:pt x="102998" y="91846"/>
                    <a:pt x="99087" y="91826"/>
                  </a:cubicBezTo>
                  <a:cubicBezTo>
                    <a:pt x="97650" y="91819"/>
                    <a:pt x="96213" y="91811"/>
                    <a:pt x="94776" y="91804"/>
                  </a:cubicBezTo>
                  <a:cubicBezTo>
                    <a:pt x="92765" y="91798"/>
                    <a:pt x="90754" y="91791"/>
                    <a:pt x="88743" y="91780"/>
                  </a:cubicBezTo>
                  <a:cubicBezTo>
                    <a:pt x="87829" y="91774"/>
                    <a:pt x="87829" y="91774"/>
                    <a:pt x="86934" y="91769"/>
                  </a:cubicBezTo>
                  <a:cubicBezTo>
                    <a:pt x="85022" y="91766"/>
                    <a:pt x="83130" y="91731"/>
                    <a:pt x="81218" y="91651"/>
                  </a:cubicBezTo>
                  <a:cubicBezTo>
                    <a:pt x="80712" y="91398"/>
                    <a:pt x="80221" y="91153"/>
                    <a:pt x="79730" y="90907"/>
                  </a:cubicBezTo>
                  <a:close/>
                  <a:moveTo>
                    <a:pt x="0" y="0"/>
                  </a:moveTo>
                  <a:cubicBezTo>
                    <a:pt x="89141" y="0"/>
                    <a:pt x="178281" y="0"/>
                    <a:pt x="270123" y="0"/>
                  </a:cubicBezTo>
                  <a:cubicBezTo>
                    <a:pt x="270369" y="982"/>
                    <a:pt x="270614" y="1965"/>
                    <a:pt x="270867" y="2977"/>
                  </a:cubicBezTo>
                  <a:cubicBezTo>
                    <a:pt x="271852" y="3253"/>
                    <a:pt x="272845" y="3502"/>
                    <a:pt x="273844" y="3721"/>
                  </a:cubicBezTo>
                  <a:cubicBezTo>
                    <a:pt x="274089" y="4457"/>
                    <a:pt x="274335" y="5194"/>
                    <a:pt x="274588" y="5953"/>
                  </a:cubicBezTo>
                  <a:cubicBezTo>
                    <a:pt x="275079" y="6199"/>
                    <a:pt x="275570" y="6444"/>
                    <a:pt x="276076" y="6697"/>
                  </a:cubicBezTo>
                  <a:cubicBezTo>
                    <a:pt x="276322" y="7434"/>
                    <a:pt x="276567" y="8171"/>
                    <a:pt x="276820" y="8930"/>
                  </a:cubicBezTo>
                  <a:cubicBezTo>
                    <a:pt x="277557" y="9421"/>
                    <a:pt x="278294" y="9912"/>
                    <a:pt x="279053" y="10418"/>
                  </a:cubicBezTo>
                  <a:cubicBezTo>
                    <a:pt x="279298" y="11155"/>
                    <a:pt x="279544" y="11891"/>
                    <a:pt x="279797" y="12650"/>
                  </a:cubicBezTo>
                  <a:cubicBezTo>
                    <a:pt x="280672" y="13157"/>
                    <a:pt x="280672" y="13157"/>
                    <a:pt x="281564" y="13674"/>
                  </a:cubicBezTo>
                  <a:cubicBezTo>
                    <a:pt x="284469" y="15472"/>
                    <a:pt x="285436" y="17660"/>
                    <a:pt x="286494" y="20836"/>
                  </a:cubicBezTo>
                  <a:cubicBezTo>
                    <a:pt x="287231" y="21082"/>
                    <a:pt x="287968" y="21327"/>
                    <a:pt x="288727" y="21580"/>
                  </a:cubicBezTo>
                  <a:cubicBezTo>
                    <a:pt x="288849" y="22087"/>
                    <a:pt x="288972" y="22593"/>
                    <a:pt x="289099" y="23115"/>
                  </a:cubicBezTo>
                  <a:cubicBezTo>
                    <a:pt x="289221" y="23591"/>
                    <a:pt x="289344" y="24066"/>
                    <a:pt x="289471" y="24557"/>
                  </a:cubicBezTo>
                  <a:cubicBezTo>
                    <a:pt x="290207" y="24557"/>
                    <a:pt x="290944" y="24557"/>
                    <a:pt x="291703" y="24557"/>
                  </a:cubicBezTo>
                  <a:cubicBezTo>
                    <a:pt x="291967" y="25545"/>
                    <a:pt x="292213" y="26538"/>
                    <a:pt x="292447" y="27533"/>
                  </a:cubicBezTo>
                  <a:cubicBezTo>
                    <a:pt x="293184" y="28024"/>
                    <a:pt x="293921" y="28515"/>
                    <a:pt x="294680" y="29021"/>
                  </a:cubicBezTo>
                  <a:cubicBezTo>
                    <a:pt x="294680" y="29758"/>
                    <a:pt x="294680" y="30495"/>
                    <a:pt x="294680" y="31254"/>
                  </a:cubicBezTo>
                  <a:cubicBezTo>
                    <a:pt x="295662" y="31254"/>
                    <a:pt x="296644" y="31254"/>
                    <a:pt x="297656" y="31254"/>
                  </a:cubicBezTo>
                  <a:cubicBezTo>
                    <a:pt x="297656" y="32236"/>
                    <a:pt x="297656" y="33218"/>
                    <a:pt x="297656" y="34230"/>
                  </a:cubicBezTo>
                  <a:cubicBezTo>
                    <a:pt x="298639" y="34230"/>
                    <a:pt x="299621" y="34230"/>
                    <a:pt x="300633" y="34230"/>
                  </a:cubicBezTo>
                  <a:cubicBezTo>
                    <a:pt x="300633" y="35458"/>
                    <a:pt x="300633" y="36686"/>
                    <a:pt x="300633" y="37951"/>
                  </a:cubicBezTo>
                  <a:cubicBezTo>
                    <a:pt x="301370" y="37951"/>
                    <a:pt x="302106" y="37951"/>
                    <a:pt x="302865" y="37951"/>
                  </a:cubicBezTo>
                  <a:cubicBezTo>
                    <a:pt x="302865" y="38933"/>
                    <a:pt x="302865" y="39916"/>
                    <a:pt x="302865" y="40928"/>
                  </a:cubicBezTo>
                  <a:cubicBezTo>
                    <a:pt x="304617" y="41440"/>
                    <a:pt x="304617" y="41440"/>
                    <a:pt x="306586" y="41672"/>
                  </a:cubicBezTo>
                  <a:cubicBezTo>
                    <a:pt x="307323" y="42163"/>
                    <a:pt x="308059" y="42654"/>
                    <a:pt x="308818" y="43160"/>
                  </a:cubicBezTo>
                  <a:cubicBezTo>
                    <a:pt x="309040" y="45394"/>
                    <a:pt x="309113" y="47475"/>
                    <a:pt x="309093" y="49712"/>
                  </a:cubicBezTo>
                  <a:cubicBezTo>
                    <a:pt x="309096" y="50402"/>
                    <a:pt x="309098" y="51092"/>
                    <a:pt x="309101" y="51803"/>
                  </a:cubicBezTo>
                  <a:cubicBezTo>
                    <a:pt x="309107" y="54143"/>
                    <a:pt x="309097" y="56481"/>
                    <a:pt x="309087" y="58820"/>
                  </a:cubicBezTo>
                  <a:cubicBezTo>
                    <a:pt x="309088" y="60504"/>
                    <a:pt x="309090" y="62187"/>
                    <a:pt x="309093" y="63870"/>
                  </a:cubicBezTo>
                  <a:cubicBezTo>
                    <a:pt x="309098" y="68516"/>
                    <a:pt x="309089" y="73162"/>
                    <a:pt x="309077" y="77809"/>
                  </a:cubicBezTo>
                  <a:cubicBezTo>
                    <a:pt x="309069" y="82298"/>
                    <a:pt x="309071" y="86787"/>
                    <a:pt x="309072" y="91277"/>
                  </a:cubicBezTo>
                  <a:cubicBezTo>
                    <a:pt x="309075" y="100464"/>
                    <a:pt x="309068" y="109651"/>
                    <a:pt x="309054" y="118838"/>
                  </a:cubicBezTo>
                  <a:cubicBezTo>
                    <a:pt x="309041" y="127938"/>
                    <a:pt x="309033" y="137038"/>
                    <a:pt x="309030" y="146138"/>
                  </a:cubicBezTo>
                  <a:cubicBezTo>
                    <a:pt x="309030" y="146704"/>
                    <a:pt x="309030" y="147269"/>
                    <a:pt x="309030" y="147851"/>
                  </a:cubicBezTo>
                  <a:cubicBezTo>
                    <a:pt x="309029" y="150722"/>
                    <a:pt x="309028" y="153592"/>
                    <a:pt x="309028" y="156462"/>
                  </a:cubicBezTo>
                  <a:cubicBezTo>
                    <a:pt x="309023" y="176808"/>
                    <a:pt x="309008" y="197153"/>
                    <a:pt x="308987" y="217499"/>
                  </a:cubicBezTo>
                  <a:cubicBezTo>
                    <a:pt x="308966" y="237267"/>
                    <a:pt x="308950" y="257036"/>
                    <a:pt x="308941" y="276805"/>
                  </a:cubicBezTo>
                  <a:cubicBezTo>
                    <a:pt x="308941" y="277718"/>
                    <a:pt x="308941" y="277718"/>
                    <a:pt x="308940" y="278650"/>
                  </a:cubicBezTo>
                  <a:cubicBezTo>
                    <a:pt x="308937" y="284767"/>
                    <a:pt x="308934" y="290883"/>
                    <a:pt x="308932" y="296999"/>
                  </a:cubicBezTo>
                  <a:cubicBezTo>
                    <a:pt x="308926" y="309460"/>
                    <a:pt x="308920" y="321920"/>
                    <a:pt x="308913" y="334380"/>
                  </a:cubicBezTo>
                  <a:cubicBezTo>
                    <a:pt x="308913" y="334953"/>
                    <a:pt x="308912" y="335526"/>
                    <a:pt x="308912" y="336116"/>
                  </a:cubicBezTo>
                  <a:cubicBezTo>
                    <a:pt x="308891" y="374394"/>
                    <a:pt x="308856" y="412672"/>
                    <a:pt x="308818" y="450949"/>
                  </a:cubicBezTo>
                  <a:cubicBezTo>
                    <a:pt x="308082" y="450704"/>
                    <a:pt x="307345" y="450458"/>
                    <a:pt x="306586" y="450205"/>
                  </a:cubicBezTo>
                  <a:cubicBezTo>
                    <a:pt x="306340" y="452661"/>
                    <a:pt x="306095" y="455116"/>
                    <a:pt x="305842" y="457646"/>
                  </a:cubicBezTo>
                  <a:cubicBezTo>
                    <a:pt x="305105" y="457646"/>
                    <a:pt x="304368" y="457646"/>
                    <a:pt x="303609" y="457646"/>
                  </a:cubicBezTo>
                  <a:cubicBezTo>
                    <a:pt x="303573" y="458121"/>
                    <a:pt x="303536" y="458596"/>
                    <a:pt x="303499" y="459085"/>
                  </a:cubicBezTo>
                  <a:cubicBezTo>
                    <a:pt x="303443" y="459700"/>
                    <a:pt x="303388" y="460315"/>
                    <a:pt x="303330" y="460949"/>
                  </a:cubicBezTo>
                  <a:cubicBezTo>
                    <a:pt x="303279" y="461562"/>
                    <a:pt x="303227" y="462174"/>
                    <a:pt x="303173" y="462806"/>
                  </a:cubicBezTo>
                  <a:cubicBezTo>
                    <a:pt x="303072" y="463313"/>
                    <a:pt x="302970" y="463821"/>
                    <a:pt x="302865" y="464344"/>
                  </a:cubicBezTo>
                  <a:cubicBezTo>
                    <a:pt x="302374" y="464589"/>
                    <a:pt x="301883" y="464835"/>
                    <a:pt x="301377" y="465088"/>
                  </a:cubicBezTo>
                  <a:cubicBezTo>
                    <a:pt x="301115" y="466624"/>
                    <a:pt x="301047" y="468137"/>
                    <a:pt x="300961" y="469692"/>
                  </a:cubicBezTo>
                  <a:cubicBezTo>
                    <a:pt x="300853" y="470137"/>
                    <a:pt x="300745" y="470582"/>
                    <a:pt x="300633" y="471041"/>
                  </a:cubicBezTo>
                  <a:cubicBezTo>
                    <a:pt x="299896" y="471287"/>
                    <a:pt x="299159" y="471532"/>
                    <a:pt x="298400" y="471785"/>
                  </a:cubicBezTo>
                  <a:cubicBezTo>
                    <a:pt x="298206" y="473288"/>
                    <a:pt x="298018" y="474792"/>
                    <a:pt x="297889" y="476302"/>
                  </a:cubicBezTo>
                  <a:cubicBezTo>
                    <a:pt x="297589" y="478152"/>
                    <a:pt x="296837" y="478793"/>
                    <a:pt x="295424" y="479971"/>
                  </a:cubicBezTo>
                  <a:cubicBezTo>
                    <a:pt x="295332" y="480431"/>
                    <a:pt x="295240" y="480892"/>
                    <a:pt x="295145" y="481366"/>
                  </a:cubicBezTo>
                  <a:cubicBezTo>
                    <a:pt x="294445" y="483745"/>
                    <a:pt x="292707" y="484963"/>
                    <a:pt x="290959" y="486668"/>
                  </a:cubicBezTo>
                  <a:cubicBezTo>
                    <a:pt x="290713" y="487405"/>
                    <a:pt x="290468" y="488141"/>
                    <a:pt x="290215" y="488900"/>
                  </a:cubicBezTo>
                  <a:cubicBezTo>
                    <a:pt x="289223" y="489148"/>
                    <a:pt x="288230" y="489396"/>
                    <a:pt x="287238" y="489644"/>
                  </a:cubicBezTo>
                  <a:cubicBezTo>
                    <a:pt x="286993" y="490381"/>
                    <a:pt x="286747" y="491118"/>
                    <a:pt x="286494" y="491877"/>
                  </a:cubicBezTo>
                  <a:cubicBezTo>
                    <a:pt x="285757" y="491877"/>
                    <a:pt x="285021" y="491877"/>
                    <a:pt x="284262" y="491877"/>
                  </a:cubicBezTo>
                  <a:cubicBezTo>
                    <a:pt x="284262" y="493105"/>
                    <a:pt x="284262" y="494333"/>
                    <a:pt x="284262" y="495598"/>
                  </a:cubicBezTo>
                  <a:cubicBezTo>
                    <a:pt x="283279" y="495598"/>
                    <a:pt x="282297" y="495598"/>
                    <a:pt x="281285" y="495598"/>
                  </a:cubicBezTo>
                  <a:cubicBezTo>
                    <a:pt x="281029" y="496588"/>
                    <a:pt x="280783" y="497580"/>
                    <a:pt x="280541" y="498574"/>
                  </a:cubicBezTo>
                  <a:cubicBezTo>
                    <a:pt x="279301" y="499814"/>
                    <a:pt x="278061" y="501055"/>
                    <a:pt x="276820" y="502295"/>
                  </a:cubicBezTo>
                  <a:cubicBezTo>
                    <a:pt x="276820" y="503032"/>
                    <a:pt x="276820" y="503768"/>
                    <a:pt x="276820" y="504527"/>
                  </a:cubicBezTo>
                  <a:cubicBezTo>
                    <a:pt x="278052" y="505285"/>
                    <a:pt x="279293" y="506029"/>
                    <a:pt x="280541" y="506760"/>
                  </a:cubicBezTo>
                  <a:cubicBezTo>
                    <a:pt x="280787" y="507496"/>
                    <a:pt x="281032" y="508233"/>
                    <a:pt x="281285" y="508992"/>
                  </a:cubicBezTo>
                  <a:cubicBezTo>
                    <a:pt x="282022" y="509238"/>
                    <a:pt x="282759" y="509483"/>
                    <a:pt x="283518" y="509736"/>
                  </a:cubicBezTo>
                  <a:cubicBezTo>
                    <a:pt x="283625" y="510243"/>
                    <a:pt x="283732" y="510749"/>
                    <a:pt x="283843" y="511271"/>
                  </a:cubicBezTo>
                  <a:cubicBezTo>
                    <a:pt x="283981" y="511747"/>
                    <a:pt x="284119" y="512223"/>
                    <a:pt x="284262" y="512713"/>
                  </a:cubicBezTo>
                  <a:cubicBezTo>
                    <a:pt x="285244" y="512713"/>
                    <a:pt x="286226" y="512713"/>
                    <a:pt x="287238" y="512713"/>
                  </a:cubicBezTo>
                  <a:cubicBezTo>
                    <a:pt x="287238" y="513695"/>
                    <a:pt x="287238" y="514677"/>
                    <a:pt x="287238" y="515689"/>
                  </a:cubicBezTo>
                  <a:cubicBezTo>
                    <a:pt x="288476" y="515950"/>
                    <a:pt x="289717" y="516197"/>
                    <a:pt x="290959" y="516434"/>
                  </a:cubicBezTo>
                  <a:cubicBezTo>
                    <a:pt x="291796" y="517922"/>
                    <a:pt x="291796" y="517922"/>
                    <a:pt x="292447" y="519410"/>
                  </a:cubicBezTo>
                  <a:cubicBezTo>
                    <a:pt x="293184" y="519656"/>
                    <a:pt x="293921" y="519901"/>
                    <a:pt x="294680" y="520154"/>
                  </a:cubicBezTo>
                  <a:cubicBezTo>
                    <a:pt x="295191" y="522433"/>
                    <a:pt x="295191" y="522433"/>
                    <a:pt x="295424" y="524619"/>
                  </a:cubicBezTo>
                  <a:cubicBezTo>
                    <a:pt x="296161" y="524619"/>
                    <a:pt x="296897" y="524619"/>
                    <a:pt x="297656" y="524619"/>
                  </a:cubicBezTo>
                  <a:cubicBezTo>
                    <a:pt x="297902" y="526584"/>
                    <a:pt x="298147" y="528548"/>
                    <a:pt x="298400" y="530572"/>
                  </a:cubicBezTo>
                  <a:cubicBezTo>
                    <a:pt x="299137" y="530572"/>
                    <a:pt x="299874" y="530572"/>
                    <a:pt x="300633" y="530572"/>
                  </a:cubicBezTo>
                  <a:cubicBezTo>
                    <a:pt x="300669" y="531047"/>
                    <a:pt x="300706" y="531522"/>
                    <a:pt x="300743" y="532011"/>
                  </a:cubicBezTo>
                  <a:cubicBezTo>
                    <a:pt x="300827" y="532933"/>
                    <a:pt x="300827" y="532933"/>
                    <a:pt x="300912" y="533874"/>
                  </a:cubicBezTo>
                  <a:cubicBezTo>
                    <a:pt x="300964" y="534487"/>
                    <a:pt x="301015" y="535100"/>
                    <a:pt x="301069" y="535732"/>
                  </a:cubicBezTo>
                  <a:cubicBezTo>
                    <a:pt x="301171" y="536239"/>
                    <a:pt x="301272" y="536747"/>
                    <a:pt x="301377" y="537269"/>
                  </a:cubicBezTo>
                  <a:cubicBezTo>
                    <a:pt x="301868" y="537515"/>
                    <a:pt x="302359" y="537761"/>
                    <a:pt x="302865" y="538014"/>
                  </a:cubicBezTo>
                  <a:cubicBezTo>
                    <a:pt x="303307" y="539985"/>
                    <a:pt x="303417" y="541952"/>
                    <a:pt x="303609" y="543967"/>
                  </a:cubicBezTo>
                  <a:cubicBezTo>
                    <a:pt x="304346" y="543967"/>
                    <a:pt x="305083" y="543967"/>
                    <a:pt x="305842" y="543967"/>
                  </a:cubicBezTo>
                  <a:cubicBezTo>
                    <a:pt x="305963" y="545493"/>
                    <a:pt x="306084" y="547019"/>
                    <a:pt x="306205" y="548545"/>
                  </a:cubicBezTo>
                  <a:cubicBezTo>
                    <a:pt x="306331" y="548999"/>
                    <a:pt x="306456" y="549452"/>
                    <a:pt x="306586" y="549920"/>
                  </a:cubicBezTo>
                  <a:cubicBezTo>
                    <a:pt x="307323" y="550165"/>
                    <a:pt x="308059" y="550411"/>
                    <a:pt x="308818" y="550664"/>
                  </a:cubicBezTo>
                  <a:cubicBezTo>
                    <a:pt x="309046" y="552927"/>
                    <a:pt x="309117" y="555041"/>
                    <a:pt x="309099" y="557308"/>
                  </a:cubicBezTo>
                  <a:cubicBezTo>
                    <a:pt x="309103" y="558017"/>
                    <a:pt x="309106" y="558727"/>
                    <a:pt x="309109" y="559457"/>
                  </a:cubicBezTo>
                  <a:cubicBezTo>
                    <a:pt x="309117" y="561865"/>
                    <a:pt x="309109" y="564273"/>
                    <a:pt x="309102" y="566682"/>
                  </a:cubicBezTo>
                  <a:cubicBezTo>
                    <a:pt x="309104" y="568413"/>
                    <a:pt x="309108" y="570144"/>
                    <a:pt x="309112" y="571876"/>
                  </a:cubicBezTo>
                  <a:cubicBezTo>
                    <a:pt x="309121" y="576155"/>
                    <a:pt x="309119" y="580434"/>
                    <a:pt x="309112" y="584714"/>
                  </a:cubicBezTo>
                  <a:cubicBezTo>
                    <a:pt x="309105" y="589836"/>
                    <a:pt x="309111" y="594959"/>
                    <a:pt x="309117" y="600081"/>
                  </a:cubicBezTo>
                  <a:cubicBezTo>
                    <a:pt x="309129" y="610119"/>
                    <a:pt x="309128" y="620156"/>
                    <a:pt x="309122" y="630194"/>
                  </a:cubicBezTo>
                  <a:cubicBezTo>
                    <a:pt x="309116" y="638978"/>
                    <a:pt x="309114" y="647761"/>
                    <a:pt x="309117" y="656545"/>
                  </a:cubicBezTo>
                  <a:cubicBezTo>
                    <a:pt x="309117" y="657418"/>
                    <a:pt x="309117" y="657418"/>
                    <a:pt x="309118" y="658308"/>
                  </a:cubicBezTo>
                  <a:cubicBezTo>
                    <a:pt x="309118" y="660669"/>
                    <a:pt x="309119" y="663030"/>
                    <a:pt x="309120" y="665391"/>
                  </a:cubicBezTo>
                  <a:cubicBezTo>
                    <a:pt x="309127" y="687558"/>
                    <a:pt x="309120" y="709725"/>
                    <a:pt x="309108" y="731893"/>
                  </a:cubicBezTo>
                  <a:cubicBezTo>
                    <a:pt x="309098" y="751605"/>
                    <a:pt x="309099" y="771318"/>
                    <a:pt x="309109" y="791031"/>
                  </a:cubicBezTo>
                  <a:cubicBezTo>
                    <a:pt x="309121" y="813156"/>
                    <a:pt x="309126" y="835282"/>
                    <a:pt x="309119" y="857408"/>
                  </a:cubicBezTo>
                  <a:cubicBezTo>
                    <a:pt x="309119" y="859764"/>
                    <a:pt x="309118" y="862121"/>
                    <a:pt x="309117" y="864478"/>
                  </a:cubicBezTo>
                  <a:cubicBezTo>
                    <a:pt x="309117" y="865349"/>
                    <a:pt x="309117" y="865349"/>
                    <a:pt x="309117" y="866237"/>
                  </a:cubicBezTo>
                  <a:cubicBezTo>
                    <a:pt x="309114" y="875017"/>
                    <a:pt x="309117" y="883797"/>
                    <a:pt x="309123" y="892577"/>
                  </a:cubicBezTo>
                  <a:cubicBezTo>
                    <a:pt x="309129" y="902557"/>
                    <a:pt x="309127" y="912536"/>
                    <a:pt x="309115" y="922515"/>
                  </a:cubicBezTo>
                  <a:cubicBezTo>
                    <a:pt x="309109" y="927612"/>
                    <a:pt x="309107" y="932709"/>
                    <a:pt x="309115" y="937806"/>
                  </a:cubicBezTo>
                  <a:cubicBezTo>
                    <a:pt x="309121" y="942464"/>
                    <a:pt x="309118" y="947122"/>
                    <a:pt x="309106" y="951780"/>
                  </a:cubicBezTo>
                  <a:cubicBezTo>
                    <a:pt x="309103" y="953473"/>
                    <a:pt x="309104" y="955166"/>
                    <a:pt x="309110" y="956859"/>
                  </a:cubicBezTo>
                  <a:cubicBezTo>
                    <a:pt x="309117" y="959145"/>
                    <a:pt x="309110" y="961430"/>
                    <a:pt x="309099" y="963715"/>
                  </a:cubicBezTo>
                  <a:cubicBezTo>
                    <a:pt x="309105" y="964386"/>
                    <a:pt x="309110" y="965058"/>
                    <a:pt x="309115" y="965749"/>
                  </a:cubicBezTo>
                  <a:cubicBezTo>
                    <a:pt x="309098" y="967577"/>
                    <a:pt x="309098" y="967577"/>
                    <a:pt x="308818" y="970359"/>
                  </a:cubicBezTo>
                  <a:cubicBezTo>
                    <a:pt x="308082" y="970605"/>
                    <a:pt x="307345" y="970850"/>
                    <a:pt x="306586" y="971103"/>
                  </a:cubicBezTo>
                  <a:cubicBezTo>
                    <a:pt x="306066" y="972083"/>
                    <a:pt x="305569" y="973076"/>
                    <a:pt x="305098" y="974080"/>
                  </a:cubicBezTo>
                  <a:cubicBezTo>
                    <a:pt x="304607" y="974325"/>
                    <a:pt x="304115" y="974571"/>
                    <a:pt x="303609" y="974824"/>
                  </a:cubicBezTo>
                  <a:cubicBezTo>
                    <a:pt x="303364" y="975561"/>
                    <a:pt x="303118" y="976297"/>
                    <a:pt x="302865" y="977057"/>
                  </a:cubicBezTo>
                  <a:cubicBezTo>
                    <a:pt x="301584" y="978262"/>
                    <a:pt x="300224" y="979318"/>
                    <a:pt x="298842" y="980405"/>
                  </a:cubicBezTo>
                  <a:cubicBezTo>
                    <a:pt x="297457" y="981533"/>
                    <a:pt x="297457" y="981533"/>
                    <a:pt x="296912" y="983754"/>
                  </a:cubicBezTo>
                  <a:cubicBezTo>
                    <a:pt x="296421" y="983999"/>
                    <a:pt x="295930" y="984245"/>
                    <a:pt x="295424" y="984498"/>
                  </a:cubicBezTo>
                  <a:cubicBezTo>
                    <a:pt x="295178" y="985235"/>
                    <a:pt x="294933" y="985971"/>
                    <a:pt x="294680" y="986730"/>
                  </a:cubicBezTo>
                  <a:cubicBezTo>
                    <a:pt x="294189" y="986838"/>
                    <a:pt x="293697" y="986945"/>
                    <a:pt x="293191" y="987056"/>
                  </a:cubicBezTo>
                  <a:cubicBezTo>
                    <a:pt x="292700" y="987194"/>
                    <a:pt x="292209" y="987332"/>
                    <a:pt x="291703" y="987474"/>
                  </a:cubicBezTo>
                  <a:cubicBezTo>
                    <a:pt x="291218" y="988981"/>
                    <a:pt x="291218" y="988981"/>
                    <a:pt x="290959" y="990451"/>
                  </a:cubicBezTo>
                  <a:cubicBezTo>
                    <a:pt x="290468" y="990451"/>
                    <a:pt x="289977" y="990451"/>
                    <a:pt x="289471" y="990451"/>
                  </a:cubicBezTo>
                  <a:cubicBezTo>
                    <a:pt x="289363" y="990896"/>
                    <a:pt x="289256" y="991341"/>
                    <a:pt x="289145" y="991800"/>
                  </a:cubicBezTo>
                  <a:cubicBezTo>
                    <a:pt x="288649" y="993727"/>
                    <a:pt x="287937" y="994333"/>
                    <a:pt x="286494" y="995660"/>
                  </a:cubicBezTo>
                  <a:cubicBezTo>
                    <a:pt x="286003" y="996397"/>
                    <a:pt x="285512" y="997133"/>
                    <a:pt x="285006" y="997892"/>
                  </a:cubicBezTo>
                  <a:cubicBezTo>
                    <a:pt x="284269" y="998138"/>
                    <a:pt x="283532" y="998384"/>
                    <a:pt x="282773" y="998637"/>
                  </a:cubicBezTo>
                  <a:cubicBezTo>
                    <a:pt x="282253" y="999616"/>
                    <a:pt x="281756" y="1000609"/>
                    <a:pt x="281285" y="1001613"/>
                  </a:cubicBezTo>
                  <a:cubicBezTo>
                    <a:pt x="280794" y="1001859"/>
                    <a:pt x="280303" y="1002104"/>
                    <a:pt x="279797" y="1002357"/>
                  </a:cubicBezTo>
                  <a:cubicBezTo>
                    <a:pt x="279429" y="1003117"/>
                    <a:pt x="279429" y="1003117"/>
                    <a:pt x="279053" y="1003892"/>
                  </a:cubicBezTo>
                  <a:cubicBezTo>
                    <a:pt x="278807" y="1004368"/>
                    <a:pt x="278562" y="1004844"/>
                    <a:pt x="278309" y="1005334"/>
                  </a:cubicBezTo>
                  <a:cubicBezTo>
                    <a:pt x="277817" y="1005334"/>
                    <a:pt x="277326" y="1005334"/>
                    <a:pt x="276820" y="1005334"/>
                  </a:cubicBezTo>
                  <a:cubicBezTo>
                    <a:pt x="276728" y="1005825"/>
                    <a:pt x="276636" y="1006316"/>
                    <a:pt x="276541" y="1006822"/>
                  </a:cubicBezTo>
                  <a:cubicBezTo>
                    <a:pt x="276388" y="1007313"/>
                    <a:pt x="276234" y="1007804"/>
                    <a:pt x="276076" y="1008310"/>
                  </a:cubicBezTo>
                  <a:cubicBezTo>
                    <a:pt x="275094" y="1008310"/>
                    <a:pt x="274112" y="1008310"/>
                    <a:pt x="273100" y="1008310"/>
                  </a:cubicBezTo>
                  <a:cubicBezTo>
                    <a:pt x="273100" y="1009293"/>
                    <a:pt x="273100" y="1010275"/>
                    <a:pt x="273100" y="1011287"/>
                  </a:cubicBezTo>
                  <a:cubicBezTo>
                    <a:pt x="182977" y="1011287"/>
                    <a:pt x="92854"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80" name="任意多边形: 形状 79"/>
            <p:cNvSpPr/>
            <p:nvPr/>
          </p:nvSpPr>
          <p:spPr>
            <a:xfrm>
              <a:off x="-111153" y="1405984"/>
              <a:ext cx="892181" cy="472497"/>
            </a:xfrm>
            <a:custGeom>
              <a:avLst/>
              <a:gdLst>
                <a:gd name="connsiteX0" fmla="*/ 697400 w 892181"/>
                <a:gd name="connsiteY0" fmla="*/ 1868 h 472497"/>
                <a:gd name="connsiteX1" fmla="*/ 703974 w 892181"/>
                <a:gd name="connsiteY1" fmla="*/ 1530 h 472497"/>
                <a:gd name="connsiteX2" fmla="*/ 706064 w 892181"/>
                <a:gd name="connsiteY2" fmla="*/ 1529 h 472497"/>
                <a:gd name="connsiteX3" fmla="*/ 712937 w 892181"/>
                <a:gd name="connsiteY3" fmla="*/ 1578 h 472497"/>
                <a:gd name="connsiteX4" fmla="*/ 717689 w 892181"/>
                <a:gd name="connsiteY4" fmla="*/ 1590 h 472497"/>
                <a:gd name="connsiteX5" fmla="*/ 730222 w 892181"/>
                <a:gd name="connsiteY5" fmla="*/ 1664 h 472497"/>
                <a:gd name="connsiteX6" fmla="*/ 743001 w 892181"/>
                <a:gd name="connsiteY6" fmla="*/ 1723 h 472497"/>
                <a:gd name="connsiteX7" fmla="*/ 768094 w 892181"/>
                <a:gd name="connsiteY7" fmla="*/ 1868 h 472497"/>
                <a:gd name="connsiteX8" fmla="*/ 768094 w 892181"/>
                <a:gd name="connsiteY8" fmla="*/ 4101 h 472497"/>
                <a:gd name="connsiteX9" fmla="*/ 772840 w 892181"/>
                <a:gd name="connsiteY9" fmla="*/ 4963 h 472497"/>
                <a:gd name="connsiteX10" fmla="*/ 774914 w 892181"/>
                <a:gd name="connsiteY10" fmla="*/ 4985 h 472497"/>
                <a:gd name="connsiteX11" fmla="*/ 777197 w 892181"/>
                <a:gd name="connsiteY11" fmla="*/ 4998 h 472497"/>
                <a:gd name="connsiteX12" fmla="*/ 779595 w 892181"/>
                <a:gd name="connsiteY12" fmla="*/ 5020 h 472497"/>
                <a:gd name="connsiteX13" fmla="*/ 787470 w 892181"/>
                <a:gd name="connsiteY13" fmla="*/ 5080 h 472497"/>
                <a:gd name="connsiteX14" fmla="*/ 792920 w 892181"/>
                <a:gd name="connsiteY14" fmla="*/ 5127 h 472497"/>
                <a:gd name="connsiteX15" fmla="*/ 807284 w 892181"/>
                <a:gd name="connsiteY15" fmla="*/ 5241 h 472497"/>
                <a:gd name="connsiteX16" fmla="*/ 821933 w 892181"/>
                <a:gd name="connsiteY16" fmla="*/ 5361 h 472497"/>
                <a:gd name="connsiteX17" fmla="*/ 850693 w 892181"/>
                <a:gd name="connsiteY17" fmla="*/ 5589 h 472497"/>
                <a:gd name="connsiteX18" fmla="*/ 850693 w 892181"/>
                <a:gd name="connsiteY18" fmla="*/ 8566 h 472497"/>
                <a:gd name="connsiteX19" fmla="*/ 852270 w 892181"/>
                <a:gd name="connsiteY19" fmla="*/ 8556 h 472497"/>
                <a:gd name="connsiteX20" fmla="*/ 866955 w 892181"/>
                <a:gd name="connsiteY20" fmla="*/ 8488 h 472497"/>
                <a:gd name="connsiteX21" fmla="*/ 874505 w 892181"/>
                <a:gd name="connsiteY21" fmla="*/ 8453 h 472497"/>
                <a:gd name="connsiteX22" fmla="*/ 883177 w 892181"/>
                <a:gd name="connsiteY22" fmla="*/ 8420 h 472497"/>
                <a:gd name="connsiteX23" fmla="*/ 885927 w 892181"/>
                <a:gd name="connsiteY23" fmla="*/ 8397 h 472497"/>
                <a:gd name="connsiteX24" fmla="*/ 888455 w 892181"/>
                <a:gd name="connsiteY24" fmla="*/ 8397 h 472497"/>
                <a:gd name="connsiteX25" fmla="*/ 890694 w 892181"/>
                <a:gd name="connsiteY25" fmla="*/ 8387 h 472497"/>
                <a:gd name="connsiteX26" fmla="*/ 892365 w 892181"/>
                <a:gd name="connsiteY26" fmla="*/ 8566 h 472497"/>
                <a:gd name="connsiteX27" fmla="*/ 893342 w 892181"/>
                <a:gd name="connsiteY27" fmla="*/ 14147 h 472497"/>
                <a:gd name="connsiteX28" fmla="*/ 893426 w 892181"/>
                <a:gd name="connsiteY28" fmla="*/ 16356 h 472497"/>
                <a:gd name="connsiteX29" fmla="*/ 893109 w 892181"/>
                <a:gd name="connsiteY29" fmla="*/ 18239 h 472497"/>
                <a:gd name="connsiteX30" fmla="*/ 890133 w 892181"/>
                <a:gd name="connsiteY30" fmla="*/ 19728 h 472497"/>
                <a:gd name="connsiteX31" fmla="*/ 889388 w 892181"/>
                <a:gd name="connsiteY31" fmla="*/ 21960 h 472497"/>
                <a:gd name="connsiteX32" fmla="*/ 887900 w 892181"/>
                <a:gd name="connsiteY32" fmla="*/ 22704 h 472497"/>
                <a:gd name="connsiteX33" fmla="*/ 887575 w 892181"/>
                <a:gd name="connsiteY33" fmla="*/ 24239 h 472497"/>
                <a:gd name="connsiteX34" fmla="*/ 887156 w 892181"/>
                <a:gd name="connsiteY34" fmla="*/ 25681 h 472497"/>
                <a:gd name="connsiteX35" fmla="*/ 884924 w 892181"/>
                <a:gd name="connsiteY35" fmla="*/ 25681 h 472497"/>
                <a:gd name="connsiteX36" fmla="*/ 884924 w 892181"/>
                <a:gd name="connsiteY36" fmla="*/ 29402 h 472497"/>
                <a:gd name="connsiteX37" fmla="*/ 881947 w 892181"/>
                <a:gd name="connsiteY37" fmla="*/ 29402 h 472497"/>
                <a:gd name="connsiteX38" fmla="*/ 882087 w 892181"/>
                <a:gd name="connsiteY38" fmla="*/ 31215 h 472497"/>
                <a:gd name="connsiteX39" fmla="*/ 881947 w 892181"/>
                <a:gd name="connsiteY39" fmla="*/ 33122 h 472497"/>
                <a:gd name="connsiteX40" fmla="*/ 879715 w 892181"/>
                <a:gd name="connsiteY40" fmla="*/ 33866 h 472497"/>
                <a:gd name="connsiteX41" fmla="*/ 878971 w 892181"/>
                <a:gd name="connsiteY41" fmla="*/ 36843 h 472497"/>
                <a:gd name="connsiteX42" fmla="*/ 877482 w 892181"/>
                <a:gd name="connsiteY42" fmla="*/ 37587 h 472497"/>
                <a:gd name="connsiteX43" fmla="*/ 876738 w 892181"/>
                <a:gd name="connsiteY43" fmla="*/ 39819 h 472497"/>
                <a:gd name="connsiteX44" fmla="*/ 874506 w 892181"/>
                <a:gd name="connsiteY44" fmla="*/ 42052 h 472497"/>
                <a:gd name="connsiteX45" fmla="*/ 871204 w 892181"/>
                <a:gd name="connsiteY45" fmla="*/ 46052 h 472497"/>
                <a:gd name="connsiteX46" fmla="*/ 869486 w 892181"/>
                <a:gd name="connsiteY46" fmla="*/ 48162 h 472497"/>
                <a:gd name="connsiteX47" fmla="*/ 866201 w 892181"/>
                <a:gd name="connsiteY47" fmla="*/ 52359 h 472497"/>
                <a:gd name="connsiteX48" fmla="*/ 864832 w 892181"/>
                <a:gd name="connsiteY48" fmla="*/ 53958 h 472497"/>
                <a:gd name="connsiteX49" fmla="*/ 863344 w 892181"/>
                <a:gd name="connsiteY49" fmla="*/ 53958 h 472497"/>
                <a:gd name="connsiteX50" fmla="*/ 862972 w 892181"/>
                <a:gd name="connsiteY50" fmla="*/ 55446 h 472497"/>
                <a:gd name="connsiteX51" fmla="*/ 862599 w 892181"/>
                <a:gd name="connsiteY51" fmla="*/ 56935 h 472497"/>
                <a:gd name="connsiteX52" fmla="*/ 861111 w 892181"/>
                <a:gd name="connsiteY52" fmla="*/ 56935 h 472497"/>
                <a:gd name="connsiteX53" fmla="*/ 860460 w 892181"/>
                <a:gd name="connsiteY53" fmla="*/ 58609 h 472497"/>
                <a:gd name="connsiteX54" fmla="*/ 856646 w 892181"/>
                <a:gd name="connsiteY54" fmla="*/ 63632 h 472497"/>
                <a:gd name="connsiteX55" fmla="*/ 854414 w 892181"/>
                <a:gd name="connsiteY55" fmla="*/ 63632 h 472497"/>
                <a:gd name="connsiteX56" fmla="*/ 854414 w 892181"/>
                <a:gd name="connsiteY56" fmla="*/ 66609 h 472497"/>
                <a:gd name="connsiteX57" fmla="*/ 852181 w 892181"/>
                <a:gd name="connsiteY57" fmla="*/ 67353 h 472497"/>
                <a:gd name="connsiteX58" fmla="*/ 851809 w 892181"/>
                <a:gd name="connsiteY58" fmla="*/ 68887 h 472497"/>
                <a:gd name="connsiteX59" fmla="*/ 851437 w 892181"/>
                <a:gd name="connsiteY59" fmla="*/ 70329 h 472497"/>
                <a:gd name="connsiteX60" fmla="*/ 849205 w 892181"/>
                <a:gd name="connsiteY60" fmla="*/ 70329 h 472497"/>
                <a:gd name="connsiteX61" fmla="*/ 849205 w 892181"/>
                <a:gd name="connsiteY61" fmla="*/ 73306 h 472497"/>
                <a:gd name="connsiteX62" fmla="*/ 846228 w 892181"/>
                <a:gd name="connsiteY62" fmla="*/ 73306 h 472497"/>
                <a:gd name="connsiteX63" fmla="*/ 845484 w 892181"/>
                <a:gd name="connsiteY63" fmla="*/ 76282 h 472497"/>
                <a:gd name="connsiteX64" fmla="*/ 843996 w 892181"/>
                <a:gd name="connsiteY64" fmla="*/ 77027 h 472497"/>
                <a:gd name="connsiteX65" fmla="*/ 843670 w 892181"/>
                <a:gd name="connsiteY65" fmla="*/ 78515 h 472497"/>
                <a:gd name="connsiteX66" fmla="*/ 843252 w 892181"/>
                <a:gd name="connsiteY66" fmla="*/ 80003 h 472497"/>
                <a:gd name="connsiteX67" fmla="*/ 841019 w 892181"/>
                <a:gd name="connsiteY67" fmla="*/ 80747 h 472497"/>
                <a:gd name="connsiteX68" fmla="*/ 838325 w 892181"/>
                <a:gd name="connsiteY68" fmla="*/ 85279 h 472497"/>
                <a:gd name="connsiteX69" fmla="*/ 834322 w 892181"/>
                <a:gd name="connsiteY69" fmla="*/ 88189 h 472497"/>
                <a:gd name="connsiteX70" fmla="*/ 832834 w 892181"/>
                <a:gd name="connsiteY70" fmla="*/ 91165 h 472497"/>
                <a:gd name="connsiteX71" fmla="*/ 830601 w 892181"/>
                <a:gd name="connsiteY71" fmla="*/ 91909 h 472497"/>
                <a:gd name="connsiteX72" fmla="*/ 829857 w 892181"/>
                <a:gd name="connsiteY72" fmla="*/ 94142 h 472497"/>
                <a:gd name="connsiteX73" fmla="*/ 827625 w 892181"/>
                <a:gd name="connsiteY73" fmla="*/ 94886 h 472497"/>
                <a:gd name="connsiteX74" fmla="*/ 826881 w 892181"/>
                <a:gd name="connsiteY74" fmla="*/ 97118 h 472497"/>
                <a:gd name="connsiteX75" fmla="*/ 824648 w 892181"/>
                <a:gd name="connsiteY75" fmla="*/ 97862 h 472497"/>
                <a:gd name="connsiteX76" fmla="*/ 823160 w 892181"/>
                <a:gd name="connsiteY76" fmla="*/ 100839 h 472497"/>
                <a:gd name="connsiteX77" fmla="*/ 821672 w 892181"/>
                <a:gd name="connsiteY77" fmla="*/ 101583 h 472497"/>
                <a:gd name="connsiteX78" fmla="*/ 820928 w 892181"/>
                <a:gd name="connsiteY78" fmla="*/ 103816 h 472497"/>
                <a:gd name="connsiteX79" fmla="*/ 817951 w 892181"/>
                <a:gd name="connsiteY79" fmla="*/ 105304 h 472497"/>
                <a:gd name="connsiteX80" fmla="*/ 816463 w 892181"/>
                <a:gd name="connsiteY80" fmla="*/ 107536 h 472497"/>
                <a:gd name="connsiteX81" fmla="*/ 814230 w 892181"/>
                <a:gd name="connsiteY81" fmla="*/ 108280 h 472497"/>
                <a:gd name="connsiteX82" fmla="*/ 813486 w 892181"/>
                <a:gd name="connsiteY82" fmla="*/ 110513 h 472497"/>
                <a:gd name="connsiteX83" fmla="*/ 811254 w 892181"/>
                <a:gd name="connsiteY83" fmla="*/ 111257 h 472497"/>
                <a:gd name="connsiteX84" fmla="*/ 809765 w 892181"/>
                <a:gd name="connsiteY84" fmla="*/ 114234 h 472497"/>
                <a:gd name="connsiteX85" fmla="*/ 807533 w 892181"/>
                <a:gd name="connsiteY85" fmla="*/ 116466 h 472497"/>
                <a:gd name="connsiteX86" fmla="*/ 806370 w 892181"/>
                <a:gd name="connsiteY86" fmla="*/ 117675 h 472497"/>
                <a:gd name="connsiteX87" fmla="*/ 803812 w 892181"/>
                <a:gd name="connsiteY87" fmla="*/ 119443 h 472497"/>
                <a:gd name="connsiteX88" fmla="*/ 803068 w 892181"/>
                <a:gd name="connsiteY88" fmla="*/ 121675 h 472497"/>
                <a:gd name="connsiteX89" fmla="*/ 800092 w 892181"/>
                <a:gd name="connsiteY89" fmla="*/ 121675 h 472497"/>
                <a:gd name="connsiteX90" fmla="*/ 799347 w 892181"/>
                <a:gd name="connsiteY90" fmla="*/ 124651 h 472497"/>
                <a:gd name="connsiteX91" fmla="*/ 797115 w 892181"/>
                <a:gd name="connsiteY91" fmla="*/ 125396 h 472497"/>
                <a:gd name="connsiteX92" fmla="*/ 796371 w 892181"/>
                <a:gd name="connsiteY92" fmla="*/ 126884 h 472497"/>
                <a:gd name="connsiteX93" fmla="*/ 793394 w 892181"/>
                <a:gd name="connsiteY93" fmla="*/ 129116 h 472497"/>
                <a:gd name="connsiteX94" fmla="*/ 791162 w 892181"/>
                <a:gd name="connsiteY94" fmla="*/ 132093 h 472497"/>
                <a:gd name="connsiteX95" fmla="*/ 789674 w 892181"/>
                <a:gd name="connsiteY95" fmla="*/ 132093 h 472497"/>
                <a:gd name="connsiteX96" fmla="*/ 789395 w 892181"/>
                <a:gd name="connsiteY96" fmla="*/ 133581 h 472497"/>
                <a:gd name="connsiteX97" fmla="*/ 788930 w 892181"/>
                <a:gd name="connsiteY97" fmla="*/ 135069 h 472497"/>
                <a:gd name="connsiteX98" fmla="*/ 785953 w 892181"/>
                <a:gd name="connsiteY98" fmla="*/ 135069 h 472497"/>
                <a:gd name="connsiteX99" fmla="*/ 785209 w 892181"/>
                <a:gd name="connsiteY99" fmla="*/ 138046 h 472497"/>
                <a:gd name="connsiteX100" fmla="*/ 782651 w 892181"/>
                <a:gd name="connsiteY100" fmla="*/ 140464 h 472497"/>
                <a:gd name="connsiteX101" fmla="*/ 781258 w 892181"/>
                <a:gd name="connsiteY101" fmla="*/ 141639 h 472497"/>
                <a:gd name="connsiteX102" fmla="*/ 778512 w 892181"/>
                <a:gd name="connsiteY102" fmla="*/ 142511 h 472497"/>
                <a:gd name="connsiteX103" fmla="*/ 778232 w 892181"/>
                <a:gd name="connsiteY103" fmla="*/ 143999 h 472497"/>
                <a:gd name="connsiteX104" fmla="*/ 777767 w 892181"/>
                <a:gd name="connsiteY104" fmla="*/ 145487 h 472497"/>
                <a:gd name="connsiteX105" fmla="*/ 774791 w 892181"/>
                <a:gd name="connsiteY105" fmla="*/ 145487 h 472497"/>
                <a:gd name="connsiteX106" fmla="*/ 774047 w 892181"/>
                <a:gd name="connsiteY106" fmla="*/ 148464 h 472497"/>
                <a:gd name="connsiteX107" fmla="*/ 772558 w 892181"/>
                <a:gd name="connsiteY107" fmla="*/ 149208 h 472497"/>
                <a:gd name="connsiteX108" fmla="*/ 771907 w 892181"/>
                <a:gd name="connsiteY108" fmla="*/ 150696 h 472497"/>
                <a:gd name="connsiteX109" fmla="*/ 771070 w 892181"/>
                <a:gd name="connsiteY109" fmla="*/ 152185 h 472497"/>
                <a:gd name="connsiteX110" fmla="*/ 769535 w 892181"/>
                <a:gd name="connsiteY110" fmla="*/ 152557 h 472497"/>
                <a:gd name="connsiteX111" fmla="*/ 768094 w 892181"/>
                <a:gd name="connsiteY111" fmla="*/ 152929 h 472497"/>
                <a:gd name="connsiteX112" fmla="*/ 767722 w 892181"/>
                <a:gd name="connsiteY112" fmla="*/ 154464 h 472497"/>
                <a:gd name="connsiteX113" fmla="*/ 767349 w 892181"/>
                <a:gd name="connsiteY113" fmla="*/ 155905 h 472497"/>
                <a:gd name="connsiteX114" fmla="*/ 764373 w 892181"/>
                <a:gd name="connsiteY114" fmla="*/ 155905 h 472497"/>
                <a:gd name="connsiteX115" fmla="*/ 764373 w 892181"/>
                <a:gd name="connsiteY115" fmla="*/ 158882 h 472497"/>
                <a:gd name="connsiteX116" fmla="*/ 761396 w 892181"/>
                <a:gd name="connsiteY116" fmla="*/ 158882 h 472497"/>
                <a:gd name="connsiteX117" fmla="*/ 760652 w 892181"/>
                <a:gd name="connsiteY117" fmla="*/ 161859 h 472497"/>
                <a:gd name="connsiteX118" fmla="*/ 757676 w 892181"/>
                <a:gd name="connsiteY118" fmla="*/ 163347 h 472497"/>
                <a:gd name="connsiteX119" fmla="*/ 756931 w 892181"/>
                <a:gd name="connsiteY119" fmla="*/ 165579 h 472497"/>
                <a:gd name="connsiteX120" fmla="*/ 753955 w 892181"/>
                <a:gd name="connsiteY120" fmla="*/ 166323 h 472497"/>
                <a:gd name="connsiteX121" fmla="*/ 753211 w 892181"/>
                <a:gd name="connsiteY121" fmla="*/ 168556 h 472497"/>
                <a:gd name="connsiteX122" fmla="*/ 751722 w 892181"/>
                <a:gd name="connsiteY122" fmla="*/ 168881 h 472497"/>
                <a:gd name="connsiteX123" fmla="*/ 750234 w 892181"/>
                <a:gd name="connsiteY123" fmla="*/ 169300 h 472497"/>
                <a:gd name="connsiteX124" fmla="*/ 749929 w 892181"/>
                <a:gd name="connsiteY124" fmla="*/ 170663 h 472497"/>
                <a:gd name="connsiteX125" fmla="*/ 746932 w 892181"/>
                <a:gd name="connsiteY125" fmla="*/ 174695 h 472497"/>
                <a:gd name="connsiteX126" fmla="*/ 745540 w 892181"/>
                <a:gd name="connsiteY126" fmla="*/ 175869 h 472497"/>
                <a:gd name="connsiteX127" fmla="*/ 742793 w 892181"/>
                <a:gd name="connsiteY127" fmla="*/ 176741 h 472497"/>
                <a:gd name="connsiteX128" fmla="*/ 742514 w 892181"/>
                <a:gd name="connsiteY128" fmla="*/ 178230 h 472497"/>
                <a:gd name="connsiteX129" fmla="*/ 742049 w 892181"/>
                <a:gd name="connsiteY129" fmla="*/ 179718 h 472497"/>
                <a:gd name="connsiteX130" fmla="*/ 739072 w 892181"/>
                <a:gd name="connsiteY130" fmla="*/ 179718 h 472497"/>
                <a:gd name="connsiteX131" fmla="*/ 738328 w 892181"/>
                <a:gd name="connsiteY131" fmla="*/ 182694 h 472497"/>
                <a:gd name="connsiteX132" fmla="*/ 736840 w 892181"/>
                <a:gd name="connsiteY132" fmla="*/ 183439 h 472497"/>
                <a:gd name="connsiteX133" fmla="*/ 736189 w 892181"/>
                <a:gd name="connsiteY133" fmla="*/ 184927 h 472497"/>
                <a:gd name="connsiteX134" fmla="*/ 735351 w 892181"/>
                <a:gd name="connsiteY134" fmla="*/ 186415 h 472497"/>
                <a:gd name="connsiteX135" fmla="*/ 733817 w 892181"/>
                <a:gd name="connsiteY135" fmla="*/ 186787 h 472497"/>
                <a:gd name="connsiteX136" fmla="*/ 732375 w 892181"/>
                <a:gd name="connsiteY136" fmla="*/ 187159 h 472497"/>
                <a:gd name="connsiteX137" fmla="*/ 732003 w 892181"/>
                <a:gd name="connsiteY137" fmla="*/ 188694 h 472497"/>
                <a:gd name="connsiteX138" fmla="*/ 731631 w 892181"/>
                <a:gd name="connsiteY138" fmla="*/ 190136 h 472497"/>
                <a:gd name="connsiteX139" fmla="*/ 728654 w 892181"/>
                <a:gd name="connsiteY139" fmla="*/ 190136 h 472497"/>
                <a:gd name="connsiteX140" fmla="*/ 728654 w 892181"/>
                <a:gd name="connsiteY140" fmla="*/ 193112 h 472497"/>
                <a:gd name="connsiteX141" fmla="*/ 725678 w 892181"/>
                <a:gd name="connsiteY141" fmla="*/ 193112 h 472497"/>
                <a:gd name="connsiteX142" fmla="*/ 724189 w 892181"/>
                <a:gd name="connsiteY142" fmla="*/ 196833 h 472497"/>
                <a:gd name="connsiteX143" fmla="*/ 721957 w 892181"/>
                <a:gd name="connsiteY143" fmla="*/ 197577 h 472497"/>
                <a:gd name="connsiteX144" fmla="*/ 721213 w 892181"/>
                <a:gd name="connsiteY144" fmla="*/ 199810 h 472497"/>
                <a:gd name="connsiteX145" fmla="*/ 718236 w 892181"/>
                <a:gd name="connsiteY145" fmla="*/ 200554 h 472497"/>
                <a:gd name="connsiteX146" fmla="*/ 717492 w 892181"/>
                <a:gd name="connsiteY146" fmla="*/ 202786 h 472497"/>
                <a:gd name="connsiteX147" fmla="*/ 715260 w 892181"/>
                <a:gd name="connsiteY147" fmla="*/ 204275 h 472497"/>
                <a:gd name="connsiteX148" fmla="*/ 714515 w 892181"/>
                <a:gd name="connsiteY148" fmla="*/ 206507 h 472497"/>
                <a:gd name="connsiteX149" fmla="*/ 712283 w 892181"/>
                <a:gd name="connsiteY149" fmla="*/ 207251 h 472497"/>
                <a:gd name="connsiteX150" fmla="*/ 708426 w 892181"/>
                <a:gd name="connsiteY150" fmla="*/ 212509 h 472497"/>
                <a:gd name="connsiteX151" fmla="*/ 707074 w 892181"/>
                <a:gd name="connsiteY151" fmla="*/ 213948 h 472497"/>
                <a:gd name="connsiteX152" fmla="*/ 704097 w 892181"/>
                <a:gd name="connsiteY152" fmla="*/ 213948 h 472497"/>
                <a:gd name="connsiteX153" fmla="*/ 704097 w 892181"/>
                <a:gd name="connsiteY153" fmla="*/ 216925 h 472497"/>
                <a:gd name="connsiteX154" fmla="*/ 701121 w 892181"/>
                <a:gd name="connsiteY154" fmla="*/ 216925 h 472497"/>
                <a:gd name="connsiteX155" fmla="*/ 699633 w 892181"/>
                <a:gd name="connsiteY155" fmla="*/ 220646 h 472497"/>
                <a:gd name="connsiteX156" fmla="*/ 695912 w 892181"/>
                <a:gd name="connsiteY156" fmla="*/ 224366 h 472497"/>
                <a:gd name="connsiteX157" fmla="*/ 693680 w 892181"/>
                <a:gd name="connsiteY157" fmla="*/ 224366 h 472497"/>
                <a:gd name="connsiteX158" fmla="*/ 693680 w 892181"/>
                <a:gd name="connsiteY158" fmla="*/ 227343 h 472497"/>
                <a:gd name="connsiteX159" fmla="*/ 690703 w 892181"/>
                <a:gd name="connsiteY159" fmla="*/ 228087 h 472497"/>
                <a:gd name="connsiteX160" fmla="*/ 689959 w 892181"/>
                <a:gd name="connsiteY160" fmla="*/ 230319 h 472497"/>
                <a:gd name="connsiteX161" fmla="*/ 688471 w 892181"/>
                <a:gd name="connsiteY161" fmla="*/ 230645 h 472497"/>
                <a:gd name="connsiteX162" fmla="*/ 686982 w 892181"/>
                <a:gd name="connsiteY162" fmla="*/ 231064 h 472497"/>
                <a:gd name="connsiteX163" fmla="*/ 686610 w 892181"/>
                <a:gd name="connsiteY163" fmla="*/ 232552 h 472497"/>
                <a:gd name="connsiteX164" fmla="*/ 686238 w 892181"/>
                <a:gd name="connsiteY164" fmla="*/ 234040 h 472497"/>
                <a:gd name="connsiteX165" fmla="*/ 683262 w 892181"/>
                <a:gd name="connsiteY165" fmla="*/ 234784 h 472497"/>
                <a:gd name="connsiteX166" fmla="*/ 682889 w 892181"/>
                <a:gd name="connsiteY166" fmla="*/ 236319 h 472497"/>
                <a:gd name="connsiteX167" fmla="*/ 682517 w 892181"/>
                <a:gd name="connsiteY167" fmla="*/ 237761 h 472497"/>
                <a:gd name="connsiteX168" fmla="*/ 679541 w 892181"/>
                <a:gd name="connsiteY168" fmla="*/ 237761 h 472497"/>
                <a:gd name="connsiteX169" fmla="*/ 679541 w 892181"/>
                <a:gd name="connsiteY169" fmla="*/ 240737 h 472497"/>
                <a:gd name="connsiteX170" fmla="*/ 676564 w 892181"/>
                <a:gd name="connsiteY170" fmla="*/ 240737 h 472497"/>
                <a:gd name="connsiteX171" fmla="*/ 676564 w 892181"/>
                <a:gd name="connsiteY171" fmla="*/ 243714 h 472497"/>
                <a:gd name="connsiteX172" fmla="*/ 673588 w 892181"/>
                <a:gd name="connsiteY172" fmla="*/ 244458 h 472497"/>
                <a:gd name="connsiteX173" fmla="*/ 672844 w 892181"/>
                <a:gd name="connsiteY173" fmla="*/ 247435 h 472497"/>
                <a:gd name="connsiteX174" fmla="*/ 669867 w 892181"/>
                <a:gd name="connsiteY174" fmla="*/ 248923 h 472497"/>
                <a:gd name="connsiteX175" fmla="*/ 669123 w 892181"/>
                <a:gd name="connsiteY175" fmla="*/ 251155 h 472497"/>
                <a:gd name="connsiteX176" fmla="*/ 666146 w 892181"/>
                <a:gd name="connsiteY176" fmla="*/ 251155 h 472497"/>
                <a:gd name="connsiteX177" fmla="*/ 666146 w 892181"/>
                <a:gd name="connsiteY177" fmla="*/ 254876 h 472497"/>
                <a:gd name="connsiteX178" fmla="*/ 663170 w 892181"/>
                <a:gd name="connsiteY178" fmla="*/ 254876 h 472497"/>
                <a:gd name="connsiteX179" fmla="*/ 663170 w 892181"/>
                <a:gd name="connsiteY179" fmla="*/ 257853 h 472497"/>
                <a:gd name="connsiteX180" fmla="*/ 660193 w 892181"/>
                <a:gd name="connsiteY180" fmla="*/ 257853 h 472497"/>
                <a:gd name="connsiteX181" fmla="*/ 658705 w 892181"/>
                <a:gd name="connsiteY181" fmla="*/ 261573 h 472497"/>
                <a:gd name="connsiteX182" fmla="*/ 657217 w 892181"/>
                <a:gd name="connsiteY182" fmla="*/ 261573 h 472497"/>
                <a:gd name="connsiteX183" fmla="*/ 656938 w 892181"/>
                <a:gd name="connsiteY183" fmla="*/ 263015 h 472497"/>
                <a:gd name="connsiteX184" fmla="*/ 656472 w 892181"/>
                <a:gd name="connsiteY184" fmla="*/ 264550 h 472497"/>
                <a:gd name="connsiteX185" fmla="*/ 653496 w 892181"/>
                <a:gd name="connsiteY185" fmla="*/ 265294 h 472497"/>
                <a:gd name="connsiteX186" fmla="*/ 653124 w 892181"/>
                <a:gd name="connsiteY186" fmla="*/ 266829 h 472497"/>
                <a:gd name="connsiteX187" fmla="*/ 652752 w 892181"/>
                <a:gd name="connsiteY187" fmla="*/ 268271 h 472497"/>
                <a:gd name="connsiteX188" fmla="*/ 649775 w 892181"/>
                <a:gd name="connsiteY188" fmla="*/ 268271 h 472497"/>
                <a:gd name="connsiteX189" fmla="*/ 649031 w 892181"/>
                <a:gd name="connsiteY189" fmla="*/ 271247 h 472497"/>
                <a:gd name="connsiteX190" fmla="*/ 646799 w 892181"/>
                <a:gd name="connsiteY190" fmla="*/ 272735 h 472497"/>
                <a:gd name="connsiteX191" fmla="*/ 646055 w 892181"/>
                <a:gd name="connsiteY191" fmla="*/ 274968 h 472497"/>
                <a:gd name="connsiteX192" fmla="*/ 643822 w 892181"/>
                <a:gd name="connsiteY192" fmla="*/ 274968 h 472497"/>
                <a:gd name="connsiteX193" fmla="*/ 643078 w 892181"/>
                <a:gd name="connsiteY193" fmla="*/ 277944 h 472497"/>
                <a:gd name="connsiteX194" fmla="*/ 641590 w 892181"/>
                <a:gd name="connsiteY194" fmla="*/ 278689 h 472497"/>
                <a:gd name="connsiteX195" fmla="*/ 640939 w 892181"/>
                <a:gd name="connsiteY195" fmla="*/ 280130 h 472497"/>
                <a:gd name="connsiteX196" fmla="*/ 638706 w 892181"/>
                <a:gd name="connsiteY196" fmla="*/ 282270 h 472497"/>
                <a:gd name="connsiteX197" fmla="*/ 635683 w 892181"/>
                <a:gd name="connsiteY197" fmla="*/ 285804 h 472497"/>
                <a:gd name="connsiteX198" fmla="*/ 634148 w 892181"/>
                <a:gd name="connsiteY198" fmla="*/ 288362 h 472497"/>
                <a:gd name="connsiteX199" fmla="*/ 630428 w 892181"/>
                <a:gd name="connsiteY199" fmla="*/ 289107 h 472497"/>
                <a:gd name="connsiteX200" fmla="*/ 630428 w 892181"/>
                <a:gd name="connsiteY200" fmla="*/ 292083 h 472497"/>
                <a:gd name="connsiteX201" fmla="*/ 628195 w 892181"/>
                <a:gd name="connsiteY201" fmla="*/ 292827 h 472497"/>
                <a:gd name="connsiteX202" fmla="*/ 627451 w 892181"/>
                <a:gd name="connsiteY202" fmla="*/ 295060 h 472497"/>
                <a:gd name="connsiteX203" fmla="*/ 625219 w 892181"/>
                <a:gd name="connsiteY203" fmla="*/ 295804 h 472497"/>
                <a:gd name="connsiteX204" fmla="*/ 623730 w 892181"/>
                <a:gd name="connsiteY204" fmla="*/ 298780 h 472497"/>
                <a:gd name="connsiteX205" fmla="*/ 622242 w 892181"/>
                <a:gd name="connsiteY205" fmla="*/ 298780 h 472497"/>
                <a:gd name="connsiteX206" fmla="*/ 621637 w 892181"/>
                <a:gd name="connsiteY206" fmla="*/ 300408 h 472497"/>
                <a:gd name="connsiteX207" fmla="*/ 617033 w 892181"/>
                <a:gd name="connsiteY207" fmla="*/ 306222 h 472497"/>
                <a:gd name="connsiteX208" fmla="*/ 613405 w 892181"/>
                <a:gd name="connsiteY208" fmla="*/ 310873 h 472497"/>
                <a:gd name="connsiteX209" fmla="*/ 612434 w 892181"/>
                <a:gd name="connsiteY209" fmla="*/ 312146 h 472497"/>
                <a:gd name="connsiteX210" fmla="*/ 608005 w 892181"/>
                <a:gd name="connsiteY210" fmla="*/ 318015 h 472497"/>
                <a:gd name="connsiteX211" fmla="*/ 606615 w 892181"/>
                <a:gd name="connsiteY211" fmla="*/ 319849 h 472497"/>
                <a:gd name="connsiteX212" fmla="*/ 605406 w 892181"/>
                <a:gd name="connsiteY212" fmla="*/ 321468 h 472497"/>
                <a:gd name="connsiteX213" fmla="*/ 604383 w 892181"/>
                <a:gd name="connsiteY213" fmla="*/ 322593 h 472497"/>
                <a:gd name="connsiteX214" fmla="*/ 602894 w 892181"/>
                <a:gd name="connsiteY214" fmla="*/ 322593 h 472497"/>
                <a:gd name="connsiteX215" fmla="*/ 602150 w 892181"/>
                <a:gd name="connsiteY215" fmla="*/ 325569 h 472497"/>
                <a:gd name="connsiteX216" fmla="*/ 600662 w 892181"/>
                <a:gd name="connsiteY216" fmla="*/ 326314 h 472497"/>
                <a:gd name="connsiteX217" fmla="*/ 599918 w 892181"/>
                <a:gd name="connsiteY217" fmla="*/ 327848 h 472497"/>
                <a:gd name="connsiteX218" fmla="*/ 599174 w 892181"/>
                <a:gd name="connsiteY218" fmla="*/ 329290 h 472497"/>
                <a:gd name="connsiteX219" fmla="*/ 597685 w 892181"/>
                <a:gd name="connsiteY219" fmla="*/ 329290 h 472497"/>
                <a:gd name="connsiteX220" fmla="*/ 595499 w 892181"/>
                <a:gd name="connsiteY220" fmla="*/ 334267 h 472497"/>
                <a:gd name="connsiteX221" fmla="*/ 594709 w 892181"/>
                <a:gd name="connsiteY221" fmla="*/ 335987 h 472497"/>
                <a:gd name="connsiteX222" fmla="*/ 592476 w 892181"/>
                <a:gd name="connsiteY222" fmla="*/ 336732 h 472497"/>
                <a:gd name="connsiteX223" fmla="*/ 590988 w 892181"/>
                <a:gd name="connsiteY223" fmla="*/ 339708 h 472497"/>
                <a:gd name="connsiteX224" fmla="*/ 589500 w 892181"/>
                <a:gd name="connsiteY224" fmla="*/ 339708 h 472497"/>
                <a:gd name="connsiteX225" fmla="*/ 588756 w 892181"/>
                <a:gd name="connsiteY225" fmla="*/ 343429 h 472497"/>
                <a:gd name="connsiteX226" fmla="*/ 587267 w 892181"/>
                <a:gd name="connsiteY226" fmla="*/ 344173 h 472497"/>
                <a:gd name="connsiteX227" fmla="*/ 586895 w 892181"/>
                <a:gd name="connsiteY227" fmla="*/ 346033 h 472497"/>
                <a:gd name="connsiteX228" fmla="*/ 586523 w 892181"/>
                <a:gd name="connsiteY228" fmla="*/ 347894 h 472497"/>
                <a:gd name="connsiteX229" fmla="*/ 585035 w 892181"/>
                <a:gd name="connsiteY229" fmla="*/ 348638 h 472497"/>
                <a:gd name="connsiteX230" fmla="*/ 584291 w 892181"/>
                <a:gd name="connsiteY230" fmla="*/ 350498 h 472497"/>
                <a:gd name="connsiteX231" fmla="*/ 582058 w 892181"/>
                <a:gd name="connsiteY231" fmla="*/ 353103 h 472497"/>
                <a:gd name="connsiteX232" fmla="*/ 580942 w 892181"/>
                <a:gd name="connsiteY232" fmla="*/ 355010 h 472497"/>
                <a:gd name="connsiteX233" fmla="*/ 579826 w 892181"/>
                <a:gd name="connsiteY233" fmla="*/ 356823 h 472497"/>
                <a:gd name="connsiteX234" fmla="*/ 578338 w 892181"/>
                <a:gd name="connsiteY234" fmla="*/ 356823 h 472497"/>
                <a:gd name="connsiteX235" fmla="*/ 578338 w 892181"/>
                <a:gd name="connsiteY235" fmla="*/ 361288 h 472497"/>
                <a:gd name="connsiteX236" fmla="*/ 576849 w 892181"/>
                <a:gd name="connsiteY236" fmla="*/ 361288 h 472497"/>
                <a:gd name="connsiteX237" fmla="*/ 575361 w 892181"/>
                <a:gd name="connsiteY237" fmla="*/ 366497 h 472497"/>
                <a:gd name="connsiteX238" fmla="*/ 573873 w 892181"/>
                <a:gd name="connsiteY238" fmla="*/ 367241 h 472497"/>
                <a:gd name="connsiteX239" fmla="*/ 573547 w 892181"/>
                <a:gd name="connsiteY239" fmla="*/ 369148 h 472497"/>
                <a:gd name="connsiteX240" fmla="*/ 573129 w 892181"/>
                <a:gd name="connsiteY240" fmla="*/ 370962 h 472497"/>
                <a:gd name="connsiteX241" fmla="*/ 570896 w 892181"/>
                <a:gd name="connsiteY241" fmla="*/ 370962 h 472497"/>
                <a:gd name="connsiteX242" fmla="*/ 570664 w 892181"/>
                <a:gd name="connsiteY242" fmla="*/ 373473 h 472497"/>
                <a:gd name="connsiteX243" fmla="*/ 570152 w 892181"/>
                <a:gd name="connsiteY243" fmla="*/ 376171 h 472497"/>
                <a:gd name="connsiteX244" fmla="*/ 567920 w 892181"/>
                <a:gd name="connsiteY244" fmla="*/ 377659 h 472497"/>
                <a:gd name="connsiteX245" fmla="*/ 567920 w 892181"/>
                <a:gd name="connsiteY245" fmla="*/ 379892 h 472497"/>
                <a:gd name="connsiteX246" fmla="*/ 567920 w 892181"/>
                <a:gd name="connsiteY246" fmla="*/ 382124 h 472497"/>
                <a:gd name="connsiteX247" fmla="*/ 565687 w 892181"/>
                <a:gd name="connsiteY247" fmla="*/ 383612 h 472497"/>
                <a:gd name="connsiteX248" fmla="*/ 564943 w 892181"/>
                <a:gd name="connsiteY248" fmla="*/ 388077 h 472497"/>
                <a:gd name="connsiteX249" fmla="*/ 562711 w 892181"/>
                <a:gd name="connsiteY249" fmla="*/ 388077 h 472497"/>
                <a:gd name="connsiteX250" fmla="*/ 562600 w 892181"/>
                <a:gd name="connsiteY250" fmla="*/ 389516 h 472497"/>
                <a:gd name="connsiteX251" fmla="*/ 562432 w 892181"/>
                <a:gd name="connsiteY251" fmla="*/ 391379 h 472497"/>
                <a:gd name="connsiteX252" fmla="*/ 562275 w 892181"/>
                <a:gd name="connsiteY252" fmla="*/ 393237 h 472497"/>
                <a:gd name="connsiteX253" fmla="*/ 561967 w 892181"/>
                <a:gd name="connsiteY253" fmla="*/ 394775 h 472497"/>
                <a:gd name="connsiteX254" fmla="*/ 560478 w 892181"/>
                <a:gd name="connsiteY254" fmla="*/ 395519 h 472497"/>
                <a:gd name="connsiteX255" fmla="*/ 559316 w 892181"/>
                <a:gd name="connsiteY255" fmla="*/ 398867 h 472497"/>
                <a:gd name="connsiteX256" fmla="*/ 557502 w 892181"/>
                <a:gd name="connsiteY256" fmla="*/ 402960 h 472497"/>
                <a:gd name="connsiteX257" fmla="*/ 557083 w 892181"/>
                <a:gd name="connsiteY257" fmla="*/ 405983 h 472497"/>
                <a:gd name="connsiteX258" fmla="*/ 556758 w 892181"/>
                <a:gd name="connsiteY258" fmla="*/ 408913 h 472497"/>
                <a:gd name="connsiteX259" fmla="*/ 554525 w 892181"/>
                <a:gd name="connsiteY259" fmla="*/ 408913 h 472497"/>
                <a:gd name="connsiteX260" fmla="*/ 553781 w 892181"/>
                <a:gd name="connsiteY260" fmla="*/ 417099 h 472497"/>
                <a:gd name="connsiteX261" fmla="*/ 551549 w 892181"/>
                <a:gd name="connsiteY261" fmla="*/ 417099 h 472497"/>
                <a:gd name="connsiteX262" fmla="*/ 551595 w 892181"/>
                <a:gd name="connsiteY262" fmla="*/ 419982 h 472497"/>
                <a:gd name="connsiteX263" fmla="*/ 550805 w 892181"/>
                <a:gd name="connsiteY263" fmla="*/ 424540 h 472497"/>
                <a:gd name="connsiteX264" fmla="*/ 549316 w 892181"/>
                <a:gd name="connsiteY264" fmla="*/ 424540 h 472497"/>
                <a:gd name="connsiteX265" fmla="*/ 548572 w 892181"/>
                <a:gd name="connsiteY265" fmla="*/ 433470 h 472497"/>
                <a:gd name="connsiteX266" fmla="*/ 546340 w 892181"/>
                <a:gd name="connsiteY266" fmla="*/ 433470 h 472497"/>
                <a:gd name="connsiteX267" fmla="*/ 545596 w 892181"/>
                <a:gd name="connsiteY267" fmla="*/ 442400 h 472497"/>
                <a:gd name="connsiteX268" fmla="*/ 544107 w 892181"/>
                <a:gd name="connsiteY268" fmla="*/ 442400 h 472497"/>
                <a:gd name="connsiteX269" fmla="*/ 544023 w 892181"/>
                <a:gd name="connsiteY269" fmla="*/ 443949 h 472497"/>
                <a:gd name="connsiteX270" fmla="*/ 543875 w 892181"/>
                <a:gd name="connsiteY270" fmla="*/ 445981 h 472497"/>
                <a:gd name="connsiteX271" fmla="*/ 543744 w 892181"/>
                <a:gd name="connsiteY271" fmla="*/ 447995 h 472497"/>
                <a:gd name="connsiteX272" fmla="*/ 541131 w 892181"/>
                <a:gd name="connsiteY272" fmla="*/ 452073 h 472497"/>
                <a:gd name="connsiteX273" fmla="*/ 540666 w 892181"/>
                <a:gd name="connsiteY273" fmla="*/ 455515 h 472497"/>
                <a:gd name="connsiteX274" fmla="*/ 539642 w 892181"/>
                <a:gd name="connsiteY274" fmla="*/ 459515 h 472497"/>
                <a:gd name="connsiteX275" fmla="*/ 534198 w 892181"/>
                <a:gd name="connsiteY275" fmla="*/ 459750 h 472497"/>
                <a:gd name="connsiteX276" fmla="*/ 532549 w 892181"/>
                <a:gd name="connsiteY276" fmla="*/ 459797 h 472497"/>
                <a:gd name="connsiteX277" fmla="*/ 527318 w 892181"/>
                <a:gd name="connsiteY277" fmla="*/ 459933 h 472497"/>
                <a:gd name="connsiteX278" fmla="*/ 523779 w 892181"/>
                <a:gd name="connsiteY278" fmla="*/ 460031 h 472497"/>
                <a:gd name="connsiteX279" fmla="*/ 515086 w 892181"/>
                <a:gd name="connsiteY279" fmla="*/ 460259 h 472497"/>
                <a:gd name="connsiteX280" fmla="*/ 515086 w 892181"/>
                <a:gd name="connsiteY280" fmla="*/ 463235 h 472497"/>
                <a:gd name="connsiteX281" fmla="*/ 512843 w 892181"/>
                <a:gd name="connsiteY281" fmla="*/ 463268 h 472497"/>
                <a:gd name="connsiteX282" fmla="*/ 504635 w 892181"/>
                <a:gd name="connsiteY282" fmla="*/ 463431 h 472497"/>
                <a:gd name="connsiteX283" fmla="*/ 501077 w 892181"/>
                <a:gd name="connsiteY283" fmla="*/ 463493 h 472497"/>
                <a:gd name="connsiteX284" fmla="*/ 495974 w 892181"/>
                <a:gd name="connsiteY284" fmla="*/ 463599 h 472497"/>
                <a:gd name="connsiteX285" fmla="*/ 494357 w 892181"/>
                <a:gd name="connsiteY285" fmla="*/ 463613 h 472497"/>
                <a:gd name="connsiteX286" fmla="*/ 490529 w 892181"/>
                <a:gd name="connsiteY286" fmla="*/ 463980 h 472497"/>
                <a:gd name="connsiteX287" fmla="*/ 489785 w 892181"/>
                <a:gd name="connsiteY287" fmla="*/ 466212 h 472497"/>
                <a:gd name="connsiteX288" fmla="*/ 484250 w 892181"/>
                <a:gd name="connsiteY288" fmla="*/ 466724 h 472497"/>
                <a:gd name="connsiteX289" fmla="*/ 482558 w 892181"/>
                <a:gd name="connsiteY289" fmla="*/ 466801 h 472497"/>
                <a:gd name="connsiteX290" fmla="*/ 468124 w 892181"/>
                <a:gd name="connsiteY290" fmla="*/ 466929 h 472497"/>
                <a:gd name="connsiteX291" fmla="*/ 460763 w 892181"/>
                <a:gd name="connsiteY291" fmla="*/ 467700 h 472497"/>
                <a:gd name="connsiteX292" fmla="*/ 460763 w 892181"/>
                <a:gd name="connsiteY292" fmla="*/ 469933 h 472497"/>
                <a:gd name="connsiteX293" fmla="*/ 422068 w 892181"/>
                <a:gd name="connsiteY293" fmla="*/ 470677 h 472497"/>
                <a:gd name="connsiteX294" fmla="*/ 422068 w 892181"/>
                <a:gd name="connsiteY294" fmla="*/ 473653 h 472497"/>
                <a:gd name="connsiteX295" fmla="*/ 372625 w 892181"/>
                <a:gd name="connsiteY295" fmla="*/ 473808 h 472497"/>
                <a:gd name="connsiteX296" fmla="*/ 349669 w 892181"/>
                <a:gd name="connsiteY296" fmla="*/ 473878 h 472497"/>
                <a:gd name="connsiteX297" fmla="*/ 329668 w 892181"/>
                <a:gd name="connsiteY297" fmla="*/ 473933 h 472497"/>
                <a:gd name="connsiteX298" fmla="*/ 319071 w 892181"/>
                <a:gd name="connsiteY298" fmla="*/ 473968 h 472497"/>
                <a:gd name="connsiteX299" fmla="*/ 309109 w 892181"/>
                <a:gd name="connsiteY299" fmla="*/ 473990 h 472497"/>
                <a:gd name="connsiteX300" fmla="*/ 305441 w 892181"/>
                <a:gd name="connsiteY300" fmla="*/ 474008 h 472497"/>
                <a:gd name="connsiteX301" fmla="*/ 300456 w 892181"/>
                <a:gd name="connsiteY301" fmla="*/ 474011 h 472497"/>
                <a:gd name="connsiteX302" fmla="*/ 297631 w 892181"/>
                <a:gd name="connsiteY302" fmla="*/ 474020 h 472497"/>
                <a:gd name="connsiteX303" fmla="*/ 295564 w 892181"/>
                <a:gd name="connsiteY303" fmla="*/ 473653 h 472497"/>
                <a:gd name="connsiteX304" fmla="*/ 294820 w 892181"/>
                <a:gd name="connsiteY304" fmla="*/ 470677 h 472497"/>
                <a:gd name="connsiteX305" fmla="*/ 289864 w 892181"/>
                <a:gd name="connsiteY305" fmla="*/ 470223 h 472497"/>
                <a:gd name="connsiteX306" fmla="*/ 288366 w 892181"/>
                <a:gd name="connsiteY306" fmla="*/ 470186 h 472497"/>
                <a:gd name="connsiteX307" fmla="*/ 283612 w 892181"/>
                <a:gd name="connsiteY307" fmla="*/ 470119 h 472497"/>
                <a:gd name="connsiteX308" fmla="*/ 280395 w 892181"/>
                <a:gd name="connsiteY308" fmla="*/ 470052 h 472497"/>
                <a:gd name="connsiteX309" fmla="*/ 272496 w 892181"/>
                <a:gd name="connsiteY309" fmla="*/ 469933 h 472497"/>
                <a:gd name="connsiteX310" fmla="*/ 272412 w 892181"/>
                <a:gd name="connsiteY310" fmla="*/ 468168 h 472497"/>
                <a:gd name="connsiteX311" fmla="*/ 272263 w 892181"/>
                <a:gd name="connsiteY311" fmla="*/ 465886 h 472497"/>
                <a:gd name="connsiteX312" fmla="*/ 272133 w 892181"/>
                <a:gd name="connsiteY312" fmla="*/ 463610 h 472497"/>
                <a:gd name="connsiteX313" fmla="*/ 271752 w 892181"/>
                <a:gd name="connsiteY313" fmla="*/ 461747 h 472497"/>
                <a:gd name="connsiteX314" fmla="*/ 269519 w 892181"/>
                <a:gd name="connsiteY314" fmla="*/ 461003 h 472497"/>
                <a:gd name="connsiteX315" fmla="*/ 269659 w 892181"/>
                <a:gd name="connsiteY315" fmla="*/ 455381 h 472497"/>
                <a:gd name="connsiteX316" fmla="*/ 267287 w 892181"/>
                <a:gd name="connsiteY316" fmla="*/ 451329 h 472497"/>
                <a:gd name="connsiteX317" fmla="*/ 266775 w 892181"/>
                <a:gd name="connsiteY317" fmla="*/ 447097 h 472497"/>
                <a:gd name="connsiteX318" fmla="*/ 266627 w 892181"/>
                <a:gd name="connsiteY318" fmla="*/ 444856 h 472497"/>
                <a:gd name="connsiteX319" fmla="*/ 266543 w 892181"/>
                <a:gd name="connsiteY319" fmla="*/ 443144 h 472497"/>
                <a:gd name="connsiteX320" fmla="*/ 264310 w 892181"/>
                <a:gd name="connsiteY320" fmla="*/ 443144 h 472497"/>
                <a:gd name="connsiteX321" fmla="*/ 264310 w 892181"/>
                <a:gd name="connsiteY321" fmla="*/ 434958 h 472497"/>
                <a:gd name="connsiteX322" fmla="*/ 261334 w 892181"/>
                <a:gd name="connsiteY322" fmla="*/ 434958 h 472497"/>
                <a:gd name="connsiteX323" fmla="*/ 261334 w 892181"/>
                <a:gd name="connsiteY323" fmla="*/ 427517 h 472497"/>
                <a:gd name="connsiteX324" fmla="*/ 259101 w 892181"/>
                <a:gd name="connsiteY324" fmla="*/ 427517 h 472497"/>
                <a:gd name="connsiteX325" fmla="*/ 257613 w 892181"/>
                <a:gd name="connsiteY325" fmla="*/ 419331 h 472497"/>
                <a:gd name="connsiteX326" fmla="*/ 256125 w 892181"/>
                <a:gd name="connsiteY326" fmla="*/ 419331 h 472497"/>
                <a:gd name="connsiteX327" fmla="*/ 256041 w 892181"/>
                <a:gd name="connsiteY327" fmla="*/ 417729 h 472497"/>
                <a:gd name="connsiteX328" fmla="*/ 255892 w 892181"/>
                <a:gd name="connsiteY328" fmla="*/ 415657 h 472497"/>
                <a:gd name="connsiteX329" fmla="*/ 255761 w 892181"/>
                <a:gd name="connsiteY329" fmla="*/ 413590 h 472497"/>
                <a:gd name="connsiteX330" fmla="*/ 255381 w 892181"/>
                <a:gd name="connsiteY330" fmla="*/ 411890 h 472497"/>
                <a:gd name="connsiteX331" fmla="*/ 253148 w 892181"/>
                <a:gd name="connsiteY331" fmla="*/ 411146 h 472497"/>
                <a:gd name="connsiteX332" fmla="*/ 252730 w 892181"/>
                <a:gd name="connsiteY332" fmla="*/ 408169 h 472497"/>
                <a:gd name="connsiteX333" fmla="*/ 252404 w 892181"/>
                <a:gd name="connsiteY333" fmla="*/ 405192 h 472497"/>
                <a:gd name="connsiteX334" fmla="*/ 250916 w 892181"/>
                <a:gd name="connsiteY334" fmla="*/ 404448 h 472497"/>
                <a:gd name="connsiteX335" fmla="*/ 250172 w 892181"/>
                <a:gd name="connsiteY335" fmla="*/ 398495 h 472497"/>
                <a:gd name="connsiteX336" fmla="*/ 247939 w 892181"/>
                <a:gd name="connsiteY336" fmla="*/ 398495 h 472497"/>
                <a:gd name="connsiteX337" fmla="*/ 247195 w 892181"/>
                <a:gd name="connsiteY337" fmla="*/ 392542 h 472497"/>
                <a:gd name="connsiteX338" fmla="*/ 244963 w 892181"/>
                <a:gd name="connsiteY338" fmla="*/ 392542 h 472497"/>
                <a:gd name="connsiteX339" fmla="*/ 244684 w 892181"/>
                <a:gd name="connsiteY339" fmla="*/ 389984 h 472497"/>
                <a:gd name="connsiteX340" fmla="*/ 244219 w 892181"/>
                <a:gd name="connsiteY340" fmla="*/ 387333 h 472497"/>
                <a:gd name="connsiteX341" fmla="*/ 242730 w 892181"/>
                <a:gd name="connsiteY341" fmla="*/ 386589 h 472497"/>
                <a:gd name="connsiteX342" fmla="*/ 241986 w 892181"/>
                <a:gd name="connsiteY342" fmla="*/ 380636 h 472497"/>
                <a:gd name="connsiteX343" fmla="*/ 239754 w 892181"/>
                <a:gd name="connsiteY343" fmla="*/ 380636 h 472497"/>
                <a:gd name="connsiteX344" fmla="*/ 238265 w 892181"/>
                <a:gd name="connsiteY344" fmla="*/ 376171 h 472497"/>
                <a:gd name="connsiteX345" fmla="*/ 236777 w 892181"/>
                <a:gd name="connsiteY345" fmla="*/ 375427 h 472497"/>
                <a:gd name="connsiteX346" fmla="*/ 236824 w 892181"/>
                <a:gd name="connsiteY346" fmla="*/ 373194 h 472497"/>
                <a:gd name="connsiteX347" fmla="*/ 236777 w 892181"/>
                <a:gd name="connsiteY347" fmla="*/ 370962 h 472497"/>
                <a:gd name="connsiteX348" fmla="*/ 234545 w 892181"/>
                <a:gd name="connsiteY348" fmla="*/ 370218 h 472497"/>
                <a:gd name="connsiteX349" fmla="*/ 233801 w 892181"/>
                <a:gd name="connsiteY349" fmla="*/ 367241 h 472497"/>
                <a:gd name="connsiteX350" fmla="*/ 231568 w 892181"/>
                <a:gd name="connsiteY350" fmla="*/ 365753 h 472497"/>
                <a:gd name="connsiteX351" fmla="*/ 230080 w 892181"/>
                <a:gd name="connsiteY351" fmla="*/ 362032 h 472497"/>
                <a:gd name="connsiteX352" fmla="*/ 228592 w 892181"/>
                <a:gd name="connsiteY352" fmla="*/ 361288 h 472497"/>
                <a:gd name="connsiteX353" fmla="*/ 227847 w 892181"/>
                <a:gd name="connsiteY353" fmla="*/ 357567 h 472497"/>
                <a:gd name="connsiteX354" fmla="*/ 226359 w 892181"/>
                <a:gd name="connsiteY354" fmla="*/ 356823 h 472497"/>
                <a:gd name="connsiteX355" fmla="*/ 226034 w 892181"/>
                <a:gd name="connsiteY355" fmla="*/ 355428 h 472497"/>
                <a:gd name="connsiteX356" fmla="*/ 223383 w 892181"/>
                <a:gd name="connsiteY356" fmla="*/ 351614 h 472497"/>
                <a:gd name="connsiteX357" fmla="*/ 220080 w 892181"/>
                <a:gd name="connsiteY357" fmla="*/ 346405 h 472497"/>
                <a:gd name="connsiteX358" fmla="*/ 217848 w 892181"/>
                <a:gd name="connsiteY358" fmla="*/ 343150 h 472497"/>
                <a:gd name="connsiteX359" fmla="*/ 214453 w 892181"/>
                <a:gd name="connsiteY359" fmla="*/ 336732 h 472497"/>
                <a:gd name="connsiteX360" fmla="*/ 212221 w 892181"/>
                <a:gd name="connsiteY360" fmla="*/ 336732 h 472497"/>
                <a:gd name="connsiteX361" fmla="*/ 211476 w 892181"/>
                <a:gd name="connsiteY361" fmla="*/ 333755 h 472497"/>
                <a:gd name="connsiteX362" fmla="*/ 209988 w 892181"/>
                <a:gd name="connsiteY362" fmla="*/ 333011 h 472497"/>
                <a:gd name="connsiteX363" fmla="*/ 209244 w 892181"/>
                <a:gd name="connsiteY363" fmla="*/ 330778 h 472497"/>
                <a:gd name="connsiteX364" fmla="*/ 207012 w 892181"/>
                <a:gd name="connsiteY364" fmla="*/ 330034 h 472497"/>
                <a:gd name="connsiteX365" fmla="*/ 206267 w 892181"/>
                <a:gd name="connsiteY365" fmla="*/ 327058 h 472497"/>
                <a:gd name="connsiteX366" fmla="*/ 204035 w 892181"/>
                <a:gd name="connsiteY366" fmla="*/ 326314 h 472497"/>
                <a:gd name="connsiteX367" fmla="*/ 203291 w 892181"/>
                <a:gd name="connsiteY367" fmla="*/ 323337 h 472497"/>
                <a:gd name="connsiteX368" fmla="*/ 201803 w 892181"/>
                <a:gd name="connsiteY368" fmla="*/ 322593 h 472497"/>
                <a:gd name="connsiteX369" fmla="*/ 201058 w 892181"/>
                <a:gd name="connsiteY369" fmla="*/ 320360 h 472497"/>
                <a:gd name="connsiteX370" fmla="*/ 198826 w 892181"/>
                <a:gd name="connsiteY370" fmla="*/ 319616 h 472497"/>
                <a:gd name="connsiteX371" fmla="*/ 198500 w 892181"/>
                <a:gd name="connsiteY371" fmla="*/ 318128 h 472497"/>
                <a:gd name="connsiteX372" fmla="*/ 198082 w 892181"/>
                <a:gd name="connsiteY372" fmla="*/ 316640 h 472497"/>
                <a:gd name="connsiteX373" fmla="*/ 195105 w 892181"/>
                <a:gd name="connsiteY373" fmla="*/ 315896 h 472497"/>
                <a:gd name="connsiteX374" fmla="*/ 195105 w 892181"/>
                <a:gd name="connsiteY374" fmla="*/ 313663 h 472497"/>
                <a:gd name="connsiteX375" fmla="*/ 192873 w 892181"/>
                <a:gd name="connsiteY375" fmla="*/ 312919 h 472497"/>
                <a:gd name="connsiteX376" fmla="*/ 192129 w 892181"/>
                <a:gd name="connsiteY376" fmla="*/ 310687 h 472497"/>
                <a:gd name="connsiteX377" fmla="*/ 189896 w 892181"/>
                <a:gd name="connsiteY377" fmla="*/ 309198 h 472497"/>
                <a:gd name="connsiteX378" fmla="*/ 189152 w 892181"/>
                <a:gd name="connsiteY378" fmla="*/ 306966 h 472497"/>
                <a:gd name="connsiteX379" fmla="*/ 187431 w 892181"/>
                <a:gd name="connsiteY379" fmla="*/ 306036 h 472497"/>
                <a:gd name="connsiteX380" fmla="*/ 183850 w 892181"/>
                <a:gd name="connsiteY380" fmla="*/ 302036 h 472497"/>
                <a:gd name="connsiteX381" fmla="*/ 180222 w 892181"/>
                <a:gd name="connsiteY381" fmla="*/ 298780 h 472497"/>
                <a:gd name="connsiteX382" fmla="*/ 179478 w 892181"/>
                <a:gd name="connsiteY382" fmla="*/ 295060 h 472497"/>
                <a:gd name="connsiteX383" fmla="*/ 177246 w 892181"/>
                <a:gd name="connsiteY383" fmla="*/ 294316 h 472497"/>
                <a:gd name="connsiteX384" fmla="*/ 177246 w 892181"/>
                <a:gd name="connsiteY384" fmla="*/ 292083 h 472497"/>
                <a:gd name="connsiteX385" fmla="*/ 174269 w 892181"/>
                <a:gd name="connsiteY385" fmla="*/ 292083 h 472497"/>
                <a:gd name="connsiteX386" fmla="*/ 174269 w 892181"/>
                <a:gd name="connsiteY386" fmla="*/ 289107 h 472497"/>
                <a:gd name="connsiteX387" fmla="*/ 172688 w 892181"/>
                <a:gd name="connsiteY387" fmla="*/ 288921 h 472497"/>
                <a:gd name="connsiteX388" fmla="*/ 167148 w 892181"/>
                <a:gd name="connsiteY388" fmla="*/ 283831 h 472497"/>
                <a:gd name="connsiteX389" fmla="*/ 163851 w 892181"/>
                <a:gd name="connsiteY389" fmla="*/ 280921 h 472497"/>
                <a:gd name="connsiteX390" fmla="*/ 163851 w 892181"/>
                <a:gd name="connsiteY390" fmla="*/ 278689 h 472497"/>
                <a:gd name="connsiteX391" fmla="*/ 160875 w 892181"/>
                <a:gd name="connsiteY391" fmla="*/ 277944 h 472497"/>
                <a:gd name="connsiteX392" fmla="*/ 160131 w 892181"/>
                <a:gd name="connsiteY392" fmla="*/ 275712 h 472497"/>
                <a:gd name="connsiteX393" fmla="*/ 157898 w 892181"/>
                <a:gd name="connsiteY393" fmla="*/ 274968 h 472497"/>
                <a:gd name="connsiteX394" fmla="*/ 157898 w 892181"/>
                <a:gd name="connsiteY394" fmla="*/ 271991 h 472497"/>
                <a:gd name="connsiteX395" fmla="*/ 156317 w 892181"/>
                <a:gd name="connsiteY395" fmla="*/ 271759 h 472497"/>
                <a:gd name="connsiteX396" fmla="*/ 149713 w 892181"/>
                <a:gd name="connsiteY396" fmla="*/ 266038 h 472497"/>
                <a:gd name="connsiteX397" fmla="*/ 149713 w 892181"/>
                <a:gd name="connsiteY397" fmla="*/ 264550 h 472497"/>
                <a:gd name="connsiteX398" fmla="*/ 147480 w 892181"/>
                <a:gd name="connsiteY398" fmla="*/ 263806 h 472497"/>
                <a:gd name="connsiteX399" fmla="*/ 145248 w 892181"/>
                <a:gd name="connsiteY399" fmla="*/ 261248 h 472497"/>
                <a:gd name="connsiteX400" fmla="*/ 140783 w 892181"/>
                <a:gd name="connsiteY400" fmla="*/ 257109 h 472497"/>
                <a:gd name="connsiteX401" fmla="*/ 140783 w 892181"/>
                <a:gd name="connsiteY401" fmla="*/ 254876 h 472497"/>
                <a:gd name="connsiteX402" fmla="*/ 139460 w 892181"/>
                <a:gd name="connsiteY402" fmla="*/ 254551 h 472497"/>
                <a:gd name="connsiteX403" fmla="*/ 135155 w 892181"/>
                <a:gd name="connsiteY403" fmla="*/ 251155 h 472497"/>
                <a:gd name="connsiteX404" fmla="*/ 130365 w 892181"/>
                <a:gd name="connsiteY404" fmla="*/ 247435 h 472497"/>
                <a:gd name="connsiteX405" fmla="*/ 130365 w 892181"/>
                <a:gd name="connsiteY405" fmla="*/ 244458 h 472497"/>
                <a:gd name="connsiteX406" fmla="*/ 128737 w 892181"/>
                <a:gd name="connsiteY406" fmla="*/ 244179 h 472497"/>
                <a:gd name="connsiteX407" fmla="*/ 122924 w 892181"/>
                <a:gd name="connsiteY407" fmla="*/ 239249 h 472497"/>
                <a:gd name="connsiteX408" fmla="*/ 122924 w 892181"/>
                <a:gd name="connsiteY408" fmla="*/ 237761 h 472497"/>
                <a:gd name="connsiteX409" fmla="*/ 121435 w 892181"/>
                <a:gd name="connsiteY409" fmla="*/ 237063 h 472497"/>
                <a:gd name="connsiteX410" fmla="*/ 119947 w 892181"/>
                <a:gd name="connsiteY410" fmla="*/ 236273 h 472497"/>
                <a:gd name="connsiteX411" fmla="*/ 119947 w 892181"/>
                <a:gd name="connsiteY411" fmla="*/ 234040 h 472497"/>
                <a:gd name="connsiteX412" fmla="*/ 116970 w 892181"/>
                <a:gd name="connsiteY412" fmla="*/ 234040 h 472497"/>
                <a:gd name="connsiteX413" fmla="*/ 116970 w 892181"/>
                <a:gd name="connsiteY413" fmla="*/ 231064 h 472497"/>
                <a:gd name="connsiteX414" fmla="*/ 113250 w 892181"/>
                <a:gd name="connsiteY414" fmla="*/ 230319 h 472497"/>
                <a:gd name="connsiteX415" fmla="*/ 113250 w 892181"/>
                <a:gd name="connsiteY415" fmla="*/ 228087 h 472497"/>
                <a:gd name="connsiteX416" fmla="*/ 111436 w 892181"/>
                <a:gd name="connsiteY416" fmla="*/ 227389 h 472497"/>
                <a:gd name="connsiteX417" fmla="*/ 109529 w 892181"/>
                <a:gd name="connsiteY417" fmla="*/ 226599 h 472497"/>
                <a:gd name="connsiteX418" fmla="*/ 108785 w 892181"/>
                <a:gd name="connsiteY418" fmla="*/ 223622 h 472497"/>
                <a:gd name="connsiteX419" fmla="*/ 105808 w 892181"/>
                <a:gd name="connsiteY419" fmla="*/ 223622 h 472497"/>
                <a:gd name="connsiteX420" fmla="*/ 105808 w 892181"/>
                <a:gd name="connsiteY420" fmla="*/ 220646 h 472497"/>
                <a:gd name="connsiteX421" fmla="*/ 102832 w 892181"/>
                <a:gd name="connsiteY421" fmla="*/ 220646 h 472497"/>
                <a:gd name="connsiteX422" fmla="*/ 102832 w 892181"/>
                <a:gd name="connsiteY422" fmla="*/ 217669 h 472497"/>
                <a:gd name="connsiteX423" fmla="*/ 99111 w 892181"/>
                <a:gd name="connsiteY423" fmla="*/ 216925 h 472497"/>
                <a:gd name="connsiteX424" fmla="*/ 97623 w 892181"/>
                <a:gd name="connsiteY424" fmla="*/ 213948 h 472497"/>
                <a:gd name="connsiteX425" fmla="*/ 95390 w 892181"/>
                <a:gd name="connsiteY425" fmla="*/ 212460 h 472497"/>
                <a:gd name="connsiteX426" fmla="*/ 95390 w 892181"/>
                <a:gd name="connsiteY426" fmla="*/ 210228 h 472497"/>
                <a:gd name="connsiteX427" fmla="*/ 92414 w 892181"/>
                <a:gd name="connsiteY427" fmla="*/ 210228 h 472497"/>
                <a:gd name="connsiteX428" fmla="*/ 92414 w 892181"/>
                <a:gd name="connsiteY428" fmla="*/ 207251 h 472497"/>
                <a:gd name="connsiteX429" fmla="*/ 88693 w 892181"/>
                <a:gd name="connsiteY429" fmla="*/ 206507 h 472497"/>
                <a:gd name="connsiteX430" fmla="*/ 88693 w 892181"/>
                <a:gd name="connsiteY430" fmla="*/ 204275 h 472497"/>
                <a:gd name="connsiteX431" fmla="*/ 86879 w 892181"/>
                <a:gd name="connsiteY431" fmla="*/ 203577 h 472497"/>
                <a:gd name="connsiteX432" fmla="*/ 84972 w 892181"/>
                <a:gd name="connsiteY432" fmla="*/ 202786 h 472497"/>
                <a:gd name="connsiteX433" fmla="*/ 84228 w 892181"/>
                <a:gd name="connsiteY433" fmla="*/ 199810 h 472497"/>
                <a:gd name="connsiteX434" fmla="*/ 81252 w 892181"/>
                <a:gd name="connsiteY434" fmla="*/ 199810 h 472497"/>
                <a:gd name="connsiteX435" fmla="*/ 81252 w 892181"/>
                <a:gd name="connsiteY435" fmla="*/ 196833 h 472497"/>
                <a:gd name="connsiteX436" fmla="*/ 77531 w 892181"/>
                <a:gd name="connsiteY436" fmla="*/ 196089 h 472497"/>
                <a:gd name="connsiteX437" fmla="*/ 77531 w 892181"/>
                <a:gd name="connsiteY437" fmla="*/ 193857 h 472497"/>
                <a:gd name="connsiteX438" fmla="*/ 74554 w 892181"/>
                <a:gd name="connsiteY438" fmla="*/ 192368 h 472497"/>
                <a:gd name="connsiteX439" fmla="*/ 73066 w 892181"/>
                <a:gd name="connsiteY439" fmla="*/ 190136 h 472497"/>
                <a:gd name="connsiteX440" fmla="*/ 70834 w 892181"/>
                <a:gd name="connsiteY440" fmla="*/ 189392 h 472497"/>
                <a:gd name="connsiteX441" fmla="*/ 70834 w 892181"/>
                <a:gd name="connsiteY441" fmla="*/ 186415 h 472497"/>
                <a:gd name="connsiteX442" fmla="*/ 67857 w 892181"/>
                <a:gd name="connsiteY442" fmla="*/ 185671 h 472497"/>
                <a:gd name="connsiteX443" fmla="*/ 67113 w 892181"/>
                <a:gd name="connsiteY443" fmla="*/ 183439 h 472497"/>
                <a:gd name="connsiteX444" fmla="*/ 65253 w 892181"/>
                <a:gd name="connsiteY444" fmla="*/ 183067 h 472497"/>
                <a:gd name="connsiteX445" fmla="*/ 63392 w 892181"/>
                <a:gd name="connsiteY445" fmla="*/ 182694 h 472497"/>
                <a:gd name="connsiteX446" fmla="*/ 62648 w 892181"/>
                <a:gd name="connsiteY446" fmla="*/ 180462 h 472497"/>
                <a:gd name="connsiteX447" fmla="*/ 61113 w 892181"/>
                <a:gd name="connsiteY447" fmla="*/ 178927 h 472497"/>
                <a:gd name="connsiteX448" fmla="*/ 59672 w 892181"/>
                <a:gd name="connsiteY448" fmla="*/ 175997 h 472497"/>
                <a:gd name="connsiteX449" fmla="*/ 56695 w 892181"/>
                <a:gd name="connsiteY449" fmla="*/ 175997 h 472497"/>
                <a:gd name="connsiteX450" fmla="*/ 56695 w 892181"/>
                <a:gd name="connsiteY450" fmla="*/ 173021 h 472497"/>
                <a:gd name="connsiteX451" fmla="*/ 52974 w 892181"/>
                <a:gd name="connsiteY451" fmla="*/ 172276 h 472497"/>
                <a:gd name="connsiteX452" fmla="*/ 52230 w 892181"/>
                <a:gd name="connsiteY452" fmla="*/ 170044 h 472497"/>
                <a:gd name="connsiteX453" fmla="*/ 50742 w 892181"/>
                <a:gd name="connsiteY453" fmla="*/ 169300 h 472497"/>
                <a:gd name="connsiteX454" fmla="*/ 48510 w 892181"/>
                <a:gd name="connsiteY454" fmla="*/ 166323 h 472497"/>
                <a:gd name="connsiteX455" fmla="*/ 46277 w 892181"/>
                <a:gd name="connsiteY455" fmla="*/ 165579 h 472497"/>
                <a:gd name="connsiteX456" fmla="*/ 45952 w 892181"/>
                <a:gd name="connsiteY456" fmla="*/ 164044 h 472497"/>
                <a:gd name="connsiteX457" fmla="*/ 45533 w 892181"/>
                <a:gd name="connsiteY457" fmla="*/ 162603 h 472497"/>
                <a:gd name="connsiteX458" fmla="*/ 42556 w 892181"/>
                <a:gd name="connsiteY458" fmla="*/ 162603 h 472497"/>
                <a:gd name="connsiteX459" fmla="*/ 42231 w 892181"/>
                <a:gd name="connsiteY459" fmla="*/ 161207 h 472497"/>
                <a:gd name="connsiteX460" fmla="*/ 41812 w 892181"/>
                <a:gd name="connsiteY460" fmla="*/ 159626 h 472497"/>
                <a:gd name="connsiteX461" fmla="*/ 38092 w 892181"/>
                <a:gd name="connsiteY461" fmla="*/ 158138 h 472497"/>
                <a:gd name="connsiteX462" fmla="*/ 37347 w 892181"/>
                <a:gd name="connsiteY462" fmla="*/ 155905 h 472497"/>
                <a:gd name="connsiteX463" fmla="*/ 35115 w 892181"/>
                <a:gd name="connsiteY463" fmla="*/ 154417 h 472497"/>
                <a:gd name="connsiteX464" fmla="*/ 35115 w 892181"/>
                <a:gd name="connsiteY464" fmla="*/ 152185 h 472497"/>
                <a:gd name="connsiteX465" fmla="*/ 31394 w 892181"/>
                <a:gd name="connsiteY465" fmla="*/ 152185 h 472497"/>
                <a:gd name="connsiteX466" fmla="*/ 31394 w 892181"/>
                <a:gd name="connsiteY466" fmla="*/ 149952 h 472497"/>
                <a:gd name="connsiteX467" fmla="*/ 29627 w 892181"/>
                <a:gd name="connsiteY467" fmla="*/ 149255 h 472497"/>
                <a:gd name="connsiteX468" fmla="*/ 26790 w 892181"/>
                <a:gd name="connsiteY468" fmla="*/ 146929 h 472497"/>
                <a:gd name="connsiteX469" fmla="*/ 26185 w 892181"/>
                <a:gd name="connsiteY469" fmla="*/ 145487 h 472497"/>
                <a:gd name="connsiteX470" fmla="*/ 24697 w 892181"/>
                <a:gd name="connsiteY470" fmla="*/ 144743 h 472497"/>
                <a:gd name="connsiteX471" fmla="*/ 23953 w 892181"/>
                <a:gd name="connsiteY471" fmla="*/ 142511 h 472497"/>
                <a:gd name="connsiteX472" fmla="*/ 21720 w 892181"/>
                <a:gd name="connsiteY472" fmla="*/ 141767 h 472497"/>
                <a:gd name="connsiteX473" fmla="*/ 21395 w 892181"/>
                <a:gd name="connsiteY473" fmla="*/ 140232 h 472497"/>
                <a:gd name="connsiteX474" fmla="*/ 20976 w 892181"/>
                <a:gd name="connsiteY474" fmla="*/ 138790 h 472497"/>
                <a:gd name="connsiteX475" fmla="*/ 18000 w 892181"/>
                <a:gd name="connsiteY475" fmla="*/ 138790 h 472497"/>
                <a:gd name="connsiteX476" fmla="*/ 16512 w 892181"/>
                <a:gd name="connsiteY476" fmla="*/ 135814 h 472497"/>
                <a:gd name="connsiteX477" fmla="*/ 13535 w 892181"/>
                <a:gd name="connsiteY477" fmla="*/ 134325 h 472497"/>
                <a:gd name="connsiteX478" fmla="*/ 12791 w 892181"/>
                <a:gd name="connsiteY478" fmla="*/ 132093 h 472497"/>
                <a:gd name="connsiteX479" fmla="*/ 10558 w 892181"/>
                <a:gd name="connsiteY479" fmla="*/ 131349 h 472497"/>
                <a:gd name="connsiteX480" fmla="*/ 9814 w 892181"/>
                <a:gd name="connsiteY480" fmla="*/ 129116 h 472497"/>
                <a:gd name="connsiteX481" fmla="*/ 8326 w 892181"/>
                <a:gd name="connsiteY481" fmla="*/ 128744 h 472497"/>
                <a:gd name="connsiteX482" fmla="*/ 6838 w 892181"/>
                <a:gd name="connsiteY482" fmla="*/ 128372 h 472497"/>
                <a:gd name="connsiteX483" fmla="*/ 6094 w 892181"/>
                <a:gd name="connsiteY483" fmla="*/ 126140 h 472497"/>
                <a:gd name="connsiteX484" fmla="*/ 3815 w 892181"/>
                <a:gd name="connsiteY484" fmla="*/ 125163 h 472497"/>
                <a:gd name="connsiteX485" fmla="*/ 1629 w 892181"/>
                <a:gd name="connsiteY485" fmla="*/ 123907 h 472497"/>
                <a:gd name="connsiteX486" fmla="*/ 1629 w 892181"/>
                <a:gd name="connsiteY486" fmla="*/ 119443 h 472497"/>
                <a:gd name="connsiteX487" fmla="*/ 6838 w 892181"/>
                <a:gd name="connsiteY487" fmla="*/ 117210 h 472497"/>
                <a:gd name="connsiteX488" fmla="*/ 6838 w 892181"/>
                <a:gd name="connsiteY488" fmla="*/ 114978 h 472497"/>
                <a:gd name="connsiteX489" fmla="*/ 17256 w 892181"/>
                <a:gd name="connsiteY489" fmla="*/ 114234 h 472497"/>
                <a:gd name="connsiteX490" fmla="*/ 17256 w 892181"/>
                <a:gd name="connsiteY490" fmla="*/ 111257 h 472497"/>
                <a:gd name="connsiteX491" fmla="*/ 19346 w 892181"/>
                <a:gd name="connsiteY491" fmla="*/ 111173 h 472497"/>
                <a:gd name="connsiteX492" fmla="*/ 22046 w 892181"/>
                <a:gd name="connsiteY492" fmla="*/ 111024 h 472497"/>
                <a:gd name="connsiteX493" fmla="*/ 24741 w 892181"/>
                <a:gd name="connsiteY493" fmla="*/ 110894 h 472497"/>
                <a:gd name="connsiteX494" fmla="*/ 26929 w 892181"/>
                <a:gd name="connsiteY494" fmla="*/ 110513 h 472497"/>
                <a:gd name="connsiteX495" fmla="*/ 27674 w 892181"/>
                <a:gd name="connsiteY495" fmla="*/ 108280 h 472497"/>
                <a:gd name="connsiteX496" fmla="*/ 32883 w 892181"/>
                <a:gd name="connsiteY496" fmla="*/ 107536 h 472497"/>
                <a:gd name="connsiteX497" fmla="*/ 37347 w 892181"/>
                <a:gd name="connsiteY497" fmla="*/ 106792 h 472497"/>
                <a:gd name="connsiteX498" fmla="*/ 38092 w 892181"/>
                <a:gd name="connsiteY498" fmla="*/ 104560 h 472497"/>
                <a:gd name="connsiteX499" fmla="*/ 45603 w 892181"/>
                <a:gd name="connsiteY499" fmla="*/ 104191 h 472497"/>
                <a:gd name="connsiteX500" fmla="*/ 47765 w 892181"/>
                <a:gd name="connsiteY500" fmla="*/ 103816 h 472497"/>
                <a:gd name="connsiteX501" fmla="*/ 48114 w 892181"/>
                <a:gd name="connsiteY501" fmla="*/ 102327 h 472497"/>
                <a:gd name="connsiteX502" fmla="*/ 48510 w 892181"/>
                <a:gd name="connsiteY502" fmla="*/ 100839 h 472497"/>
                <a:gd name="connsiteX503" fmla="*/ 53719 w 892181"/>
                <a:gd name="connsiteY503" fmla="*/ 100420 h 472497"/>
                <a:gd name="connsiteX504" fmla="*/ 58928 w 892181"/>
                <a:gd name="connsiteY504" fmla="*/ 100095 h 472497"/>
                <a:gd name="connsiteX505" fmla="*/ 59672 w 892181"/>
                <a:gd name="connsiteY505" fmla="*/ 97862 h 472497"/>
                <a:gd name="connsiteX506" fmla="*/ 65299 w 892181"/>
                <a:gd name="connsiteY506" fmla="*/ 97351 h 472497"/>
                <a:gd name="connsiteX507" fmla="*/ 66902 w 892181"/>
                <a:gd name="connsiteY507" fmla="*/ 97274 h 472497"/>
                <a:gd name="connsiteX508" fmla="*/ 70834 w 892181"/>
                <a:gd name="connsiteY508" fmla="*/ 97118 h 472497"/>
                <a:gd name="connsiteX509" fmla="*/ 70834 w 892181"/>
                <a:gd name="connsiteY509" fmla="*/ 94142 h 472497"/>
                <a:gd name="connsiteX510" fmla="*/ 73249 w 892181"/>
                <a:gd name="connsiteY510" fmla="*/ 94057 h 472497"/>
                <a:gd name="connsiteX511" fmla="*/ 76368 w 892181"/>
                <a:gd name="connsiteY511" fmla="*/ 93909 h 472497"/>
                <a:gd name="connsiteX512" fmla="*/ 77963 w 892181"/>
                <a:gd name="connsiteY512" fmla="*/ 93858 h 472497"/>
                <a:gd name="connsiteX513" fmla="*/ 81996 w 892181"/>
                <a:gd name="connsiteY513" fmla="*/ 93398 h 472497"/>
                <a:gd name="connsiteX514" fmla="*/ 82740 w 892181"/>
                <a:gd name="connsiteY514" fmla="*/ 91165 h 472497"/>
                <a:gd name="connsiteX515" fmla="*/ 87112 w 892181"/>
                <a:gd name="connsiteY515" fmla="*/ 90700 h 472497"/>
                <a:gd name="connsiteX516" fmla="*/ 93902 w 892181"/>
                <a:gd name="connsiteY516" fmla="*/ 89677 h 472497"/>
                <a:gd name="connsiteX517" fmla="*/ 94646 w 892181"/>
                <a:gd name="connsiteY517" fmla="*/ 87444 h 472497"/>
                <a:gd name="connsiteX518" fmla="*/ 102291 w 892181"/>
                <a:gd name="connsiteY518" fmla="*/ 87117 h 472497"/>
                <a:gd name="connsiteX519" fmla="*/ 106553 w 892181"/>
                <a:gd name="connsiteY519" fmla="*/ 86700 h 472497"/>
                <a:gd name="connsiteX520" fmla="*/ 107297 w 892181"/>
                <a:gd name="connsiteY520" fmla="*/ 83724 h 472497"/>
                <a:gd name="connsiteX521" fmla="*/ 112878 w 892181"/>
                <a:gd name="connsiteY521" fmla="*/ 83305 h 472497"/>
                <a:gd name="connsiteX522" fmla="*/ 118459 w 892181"/>
                <a:gd name="connsiteY522" fmla="*/ 82980 h 472497"/>
                <a:gd name="connsiteX523" fmla="*/ 119203 w 892181"/>
                <a:gd name="connsiteY523" fmla="*/ 80747 h 472497"/>
                <a:gd name="connsiteX524" fmla="*/ 122206 w 892181"/>
                <a:gd name="connsiteY524" fmla="*/ 80366 h 472497"/>
                <a:gd name="connsiteX525" fmla="*/ 124030 w 892181"/>
                <a:gd name="connsiteY525" fmla="*/ 80286 h 472497"/>
                <a:gd name="connsiteX526" fmla="*/ 125947 w 892181"/>
                <a:gd name="connsiteY526" fmla="*/ 80236 h 472497"/>
                <a:gd name="connsiteX527" fmla="*/ 127872 w 892181"/>
                <a:gd name="connsiteY527" fmla="*/ 80159 h 472497"/>
                <a:gd name="connsiteX528" fmla="*/ 132597 w 892181"/>
                <a:gd name="connsiteY528" fmla="*/ 80003 h 472497"/>
                <a:gd name="connsiteX529" fmla="*/ 132597 w 892181"/>
                <a:gd name="connsiteY529" fmla="*/ 77027 h 472497"/>
                <a:gd name="connsiteX530" fmla="*/ 135339 w 892181"/>
                <a:gd name="connsiteY530" fmla="*/ 77131 h 472497"/>
                <a:gd name="connsiteX531" fmla="*/ 138876 w 892181"/>
                <a:gd name="connsiteY531" fmla="*/ 77213 h 472497"/>
                <a:gd name="connsiteX532" fmla="*/ 140686 w 892181"/>
                <a:gd name="connsiteY532" fmla="*/ 77288 h 472497"/>
                <a:gd name="connsiteX533" fmla="*/ 145248 w 892181"/>
                <a:gd name="connsiteY533" fmla="*/ 77027 h 472497"/>
                <a:gd name="connsiteX534" fmla="*/ 145992 w 892181"/>
                <a:gd name="connsiteY534" fmla="*/ 74050 h 472497"/>
                <a:gd name="connsiteX535" fmla="*/ 153571 w 892181"/>
                <a:gd name="connsiteY535" fmla="*/ 73687 h 472497"/>
                <a:gd name="connsiteX536" fmla="*/ 157898 w 892181"/>
                <a:gd name="connsiteY536" fmla="*/ 73306 h 472497"/>
                <a:gd name="connsiteX537" fmla="*/ 158610 w 892181"/>
                <a:gd name="connsiteY537" fmla="*/ 71824 h 472497"/>
                <a:gd name="connsiteX538" fmla="*/ 159387 w 892181"/>
                <a:gd name="connsiteY538" fmla="*/ 70329 h 472497"/>
                <a:gd name="connsiteX539" fmla="*/ 162625 w 892181"/>
                <a:gd name="connsiteY539" fmla="*/ 69876 h 472497"/>
                <a:gd name="connsiteX540" fmla="*/ 164543 w 892181"/>
                <a:gd name="connsiteY540" fmla="*/ 69803 h 472497"/>
                <a:gd name="connsiteX541" fmla="*/ 166549 w 892181"/>
                <a:gd name="connsiteY541" fmla="*/ 69771 h 472497"/>
                <a:gd name="connsiteX542" fmla="*/ 168572 w 892181"/>
                <a:gd name="connsiteY542" fmla="*/ 69704 h 472497"/>
                <a:gd name="connsiteX543" fmla="*/ 173525 w 892181"/>
                <a:gd name="connsiteY543" fmla="*/ 69585 h 472497"/>
                <a:gd name="connsiteX544" fmla="*/ 173525 w 892181"/>
                <a:gd name="connsiteY544" fmla="*/ 66609 h 472497"/>
                <a:gd name="connsiteX545" fmla="*/ 174880 w 892181"/>
                <a:gd name="connsiteY545" fmla="*/ 66576 h 472497"/>
                <a:gd name="connsiteX546" fmla="*/ 180920 w 892181"/>
                <a:gd name="connsiteY546" fmla="*/ 66376 h 472497"/>
                <a:gd name="connsiteX547" fmla="*/ 183052 w 892181"/>
                <a:gd name="connsiteY547" fmla="*/ 66325 h 472497"/>
                <a:gd name="connsiteX548" fmla="*/ 185080 w 892181"/>
                <a:gd name="connsiteY548" fmla="*/ 66245 h 472497"/>
                <a:gd name="connsiteX549" fmla="*/ 186957 w 892181"/>
                <a:gd name="connsiteY549" fmla="*/ 66186 h 472497"/>
                <a:gd name="connsiteX550" fmla="*/ 188408 w 892181"/>
                <a:gd name="connsiteY550" fmla="*/ 65864 h 472497"/>
                <a:gd name="connsiteX551" fmla="*/ 189152 w 892181"/>
                <a:gd name="connsiteY551" fmla="*/ 63632 h 472497"/>
                <a:gd name="connsiteX552" fmla="*/ 195431 w 892181"/>
                <a:gd name="connsiteY552" fmla="*/ 63167 h 472497"/>
                <a:gd name="connsiteX553" fmla="*/ 203291 w 892181"/>
                <a:gd name="connsiteY553" fmla="*/ 62144 h 472497"/>
                <a:gd name="connsiteX554" fmla="*/ 203291 w 892181"/>
                <a:gd name="connsiteY554" fmla="*/ 59911 h 472497"/>
                <a:gd name="connsiteX555" fmla="*/ 204714 w 892181"/>
                <a:gd name="connsiteY555" fmla="*/ 59878 h 472497"/>
                <a:gd name="connsiteX556" fmla="*/ 211058 w 892181"/>
                <a:gd name="connsiteY556" fmla="*/ 59679 h 472497"/>
                <a:gd name="connsiteX557" fmla="*/ 213297 w 892181"/>
                <a:gd name="connsiteY557" fmla="*/ 59628 h 472497"/>
                <a:gd name="connsiteX558" fmla="*/ 215427 w 892181"/>
                <a:gd name="connsiteY558" fmla="*/ 59548 h 472497"/>
                <a:gd name="connsiteX559" fmla="*/ 217399 w 892181"/>
                <a:gd name="connsiteY559" fmla="*/ 59489 h 472497"/>
                <a:gd name="connsiteX560" fmla="*/ 218918 w 892181"/>
                <a:gd name="connsiteY560" fmla="*/ 59167 h 472497"/>
                <a:gd name="connsiteX561" fmla="*/ 219662 w 892181"/>
                <a:gd name="connsiteY561" fmla="*/ 56935 h 472497"/>
                <a:gd name="connsiteX562" fmla="*/ 222964 w 892181"/>
                <a:gd name="connsiteY562" fmla="*/ 56659 h 472497"/>
                <a:gd name="connsiteX563" fmla="*/ 224981 w 892181"/>
                <a:gd name="connsiteY563" fmla="*/ 56619 h 472497"/>
                <a:gd name="connsiteX564" fmla="*/ 229225 w 892181"/>
                <a:gd name="connsiteY564" fmla="*/ 56608 h 472497"/>
                <a:gd name="connsiteX565" fmla="*/ 231243 w 892181"/>
                <a:gd name="connsiteY565" fmla="*/ 56566 h 472497"/>
                <a:gd name="connsiteX566" fmla="*/ 233106 w 892181"/>
                <a:gd name="connsiteY566" fmla="*/ 56561 h 472497"/>
                <a:gd name="connsiteX567" fmla="*/ 234545 w 892181"/>
                <a:gd name="connsiteY567" fmla="*/ 56191 h 472497"/>
                <a:gd name="connsiteX568" fmla="*/ 234900 w 892181"/>
                <a:gd name="connsiteY568" fmla="*/ 54701 h 472497"/>
                <a:gd name="connsiteX569" fmla="*/ 235289 w 892181"/>
                <a:gd name="connsiteY569" fmla="*/ 53214 h 472497"/>
                <a:gd name="connsiteX570" fmla="*/ 238864 w 892181"/>
                <a:gd name="connsiteY570" fmla="*/ 52865 h 472497"/>
                <a:gd name="connsiteX571" fmla="*/ 241065 w 892181"/>
                <a:gd name="connsiteY571" fmla="*/ 52833 h 472497"/>
                <a:gd name="connsiteX572" fmla="*/ 245681 w 892181"/>
                <a:gd name="connsiteY572" fmla="*/ 52851 h 472497"/>
                <a:gd name="connsiteX573" fmla="*/ 247887 w 892181"/>
                <a:gd name="connsiteY573" fmla="*/ 52819 h 472497"/>
                <a:gd name="connsiteX574" fmla="*/ 249916 w 892181"/>
                <a:gd name="connsiteY574" fmla="*/ 52829 h 472497"/>
                <a:gd name="connsiteX575" fmla="*/ 253892 w 892181"/>
                <a:gd name="connsiteY575" fmla="*/ 49493 h 472497"/>
                <a:gd name="connsiteX576" fmla="*/ 257476 w 892181"/>
                <a:gd name="connsiteY576" fmla="*/ 49307 h 472497"/>
                <a:gd name="connsiteX577" fmla="*/ 259571 w 892181"/>
                <a:gd name="connsiteY577" fmla="*/ 49377 h 472497"/>
                <a:gd name="connsiteX578" fmla="*/ 261752 w 892181"/>
                <a:gd name="connsiteY578" fmla="*/ 49493 h 472497"/>
                <a:gd name="connsiteX579" fmla="*/ 266034 w 892181"/>
                <a:gd name="connsiteY579" fmla="*/ 49679 h 472497"/>
                <a:gd name="connsiteX580" fmla="*/ 267951 w 892181"/>
                <a:gd name="connsiteY580" fmla="*/ 49784 h 472497"/>
                <a:gd name="connsiteX581" fmla="*/ 269519 w 892181"/>
                <a:gd name="connsiteY581" fmla="*/ 49493 h 472497"/>
                <a:gd name="connsiteX582" fmla="*/ 270218 w 892181"/>
                <a:gd name="connsiteY582" fmla="*/ 48022 h 472497"/>
                <a:gd name="connsiteX583" fmla="*/ 271008 w 892181"/>
                <a:gd name="connsiteY583" fmla="*/ 46517 h 472497"/>
                <a:gd name="connsiteX584" fmla="*/ 275222 w 892181"/>
                <a:gd name="connsiteY584" fmla="*/ 46063 h 472497"/>
                <a:gd name="connsiteX585" fmla="*/ 277751 w 892181"/>
                <a:gd name="connsiteY585" fmla="*/ 45991 h 472497"/>
                <a:gd name="connsiteX586" fmla="*/ 280402 w 892181"/>
                <a:gd name="connsiteY586" fmla="*/ 45959 h 472497"/>
                <a:gd name="connsiteX587" fmla="*/ 283071 w 892181"/>
                <a:gd name="connsiteY587" fmla="*/ 45892 h 472497"/>
                <a:gd name="connsiteX588" fmla="*/ 289611 w 892181"/>
                <a:gd name="connsiteY588" fmla="*/ 45773 h 472497"/>
                <a:gd name="connsiteX589" fmla="*/ 289611 w 892181"/>
                <a:gd name="connsiteY589" fmla="*/ 42796 h 472497"/>
                <a:gd name="connsiteX590" fmla="*/ 291307 w 892181"/>
                <a:gd name="connsiteY590" fmla="*/ 42763 h 472497"/>
                <a:gd name="connsiteX591" fmla="*/ 298866 w 892181"/>
                <a:gd name="connsiteY591" fmla="*/ 42563 h 472497"/>
                <a:gd name="connsiteX592" fmla="*/ 301536 w 892181"/>
                <a:gd name="connsiteY592" fmla="*/ 42513 h 472497"/>
                <a:gd name="connsiteX593" fmla="*/ 304072 w 892181"/>
                <a:gd name="connsiteY593" fmla="*/ 42433 h 472497"/>
                <a:gd name="connsiteX594" fmla="*/ 306422 w 892181"/>
                <a:gd name="connsiteY594" fmla="*/ 42374 h 472497"/>
                <a:gd name="connsiteX595" fmla="*/ 308215 w 892181"/>
                <a:gd name="connsiteY595" fmla="*/ 42052 h 472497"/>
                <a:gd name="connsiteX596" fmla="*/ 308959 w 892181"/>
                <a:gd name="connsiteY596" fmla="*/ 39819 h 472497"/>
                <a:gd name="connsiteX597" fmla="*/ 313075 w 892181"/>
                <a:gd name="connsiteY597" fmla="*/ 39543 h 472497"/>
                <a:gd name="connsiteX598" fmla="*/ 315601 w 892181"/>
                <a:gd name="connsiteY598" fmla="*/ 39504 h 472497"/>
                <a:gd name="connsiteX599" fmla="*/ 320920 w 892181"/>
                <a:gd name="connsiteY599" fmla="*/ 39492 h 472497"/>
                <a:gd name="connsiteX600" fmla="*/ 323446 w 892181"/>
                <a:gd name="connsiteY600" fmla="*/ 39450 h 472497"/>
                <a:gd name="connsiteX601" fmla="*/ 325782 w 892181"/>
                <a:gd name="connsiteY601" fmla="*/ 39446 h 472497"/>
                <a:gd name="connsiteX602" fmla="*/ 327562 w 892181"/>
                <a:gd name="connsiteY602" fmla="*/ 39075 h 472497"/>
                <a:gd name="connsiteX603" fmla="*/ 327894 w 892181"/>
                <a:gd name="connsiteY603" fmla="*/ 37574 h 472497"/>
                <a:gd name="connsiteX604" fmla="*/ 328306 w 892181"/>
                <a:gd name="connsiteY604" fmla="*/ 36099 h 472497"/>
                <a:gd name="connsiteX605" fmla="*/ 333074 w 892181"/>
                <a:gd name="connsiteY605" fmla="*/ 35939 h 472497"/>
                <a:gd name="connsiteX606" fmla="*/ 336007 w 892181"/>
                <a:gd name="connsiteY606" fmla="*/ 36019 h 472497"/>
                <a:gd name="connsiteX607" fmla="*/ 340651 w 892181"/>
                <a:gd name="connsiteY607" fmla="*/ 36216 h 472497"/>
                <a:gd name="connsiteX608" fmla="*/ 345119 w 892181"/>
                <a:gd name="connsiteY608" fmla="*/ 36357 h 472497"/>
                <a:gd name="connsiteX609" fmla="*/ 347833 w 892181"/>
                <a:gd name="connsiteY609" fmla="*/ 36474 h 472497"/>
                <a:gd name="connsiteX610" fmla="*/ 349887 w 892181"/>
                <a:gd name="connsiteY610" fmla="*/ 36099 h 472497"/>
                <a:gd name="connsiteX611" fmla="*/ 350257 w 892181"/>
                <a:gd name="connsiteY611" fmla="*/ 34245 h 472497"/>
                <a:gd name="connsiteX612" fmla="*/ 350631 w 892181"/>
                <a:gd name="connsiteY612" fmla="*/ 32378 h 472497"/>
                <a:gd name="connsiteX613" fmla="*/ 355424 w 892181"/>
                <a:gd name="connsiteY613" fmla="*/ 32015 h 472497"/>
                <a:gd name="connsiteX614" fmla="*/ 358367 w 892181"/>
                <a:gd name="connsiteY614" fmla="*/ 32051 h 472497"/>
                <a:gd name="connsiteX615" fmla="*/ 361467 w 892181"/>
                <a:gd name="connsiteY615" fmla="*/ 32146 h 472497"/>
                <a:gd name="connsiteX616" fmla="*/ 364576 w 892181"/>
                <a:gd name="connsiteY616" fmla="*/ 32196 h 472497"/>
                <a:gd name="connsiteX617" fmla="*/ 372211 w 892181"/>
                <a:gd name="connsiteY617" fmla="*/ 32378 h 472497"/>
                <a:gd name="connsiteX618" fmla="*/ 372211 w 892181"/>
                <a:gd name="connsiteY618" fmla="*/ 29402 h 472497"/>
                <a:gd name="connsiteX619" fmla="*/ 396023 w 892181"/>
                <a:gd name="connsiteY619" fmla="*/ 28657 h 472497"/>
                <a:gd name="connsiteX620" fmla="*/ 396023 w 892181"/>
                <a:gd name="connsiteY620" fmla="*/ 25681 h 472497"/>
                <a:gd name="connsiteX621" fmla="*/ 421324 w 892181"/>
                <a:gd name="connsiteY621" fmla="*/ 25681 h 472497"/>
                <a:gd name="connsiteX622" fmla="*/ 421324 w 892181"/>
                <a:gd name="connsiteY622" fmla="*/ 22704 h 472497"/>
                <a:gd name="connsiteX623" fmla="*/ 448857 w 892181"/>
                <a:gd name="connsiteY623" fmla="*/ 21960 h 472497"/>
                <a:gd name="connsiteX624" fmla="*/ 448857 w 892181"/>
                <a:gd name="connsiteY624" fmla="*/ 18984 h 472497"/>
                <a:gd name="connsiteX625" fmla="*/ 451566 w 892181"/>
                <a:gd name="connsiteY625" fmla="*/ 18951 h 472497"/>
                <a:gd name="connsiteX626" fmla="*/ 461493 w 892181"/>
                <a:gd name="connsiteY626" fmla="*/ 18788 h 472497"/>
                <a:gd name="connsiteX627" fmla="*/ 465793 w 892181"/>
                <a:gd name="connsiteY627" fmla="*/ 18726 h 472497"/>
                <a:gd name="connsiteX628" fmla="*/ 471966 w 892181"/>
                <a:gd name="connsiteY628" fmla="*/ 18620 h 472497"/>
                <a:gd name="connsiteX629" fmla="*/ 473916 w 892181"/>
                <a:gd name="connsiteY629" fmla="*/ 18606 h 472497"/>
                <a:gd name="connsiteX630" fmla="*/ 478623 w 892181"/>
                <a:gd name="connsiteY630" fmla="*/ 18239 h 472497"/>
                <a:gd name="connsiteX631" fmla="*/ 480111 w 892181"/>
                <a:gd name="connsiteY631" fmla="*/ 16007 h 472497"/>
                <a:gd name="connsiteX632" fmla="*/ 492453 w 892181"/>
                <a:gd name="connsiteY632" fmla="*/ 15295 h 472497"/>
                <a:gd name="connsiteX633" fmla="*/ 496037 w 892181"/>
                <a:gd name="connsiteY633" fmla="*/ 15343 h 472497"/>
                <a:gd name="connsiteX634" fmla="*/ 501623 w 892181"/>
                <a:gd name="connsiteY634" fmla="*/ 15447 h 472497"/>
                <a:gd name="connsiteX635" fmla="*/ 507057 w 892181"/>
                <a:gd name="connsiteY635" fmla="*/ 15527 h 472497"/>
                <a:gd name="connsiteX636" fmla="*/ 508753 w 892181"/>
                <a:gd name="connsiteY636" fmla="*/ 15581 h 472497"/>
                <a:gd name="connsiteX637" fmla="*/ 512853 w 892181"/>
                <a:gd name="connsiteY637" fmla="*/ 15263 h 472497"/>
                <a:gd name="connsiteX638" fmla="*/ 513515 w 892181"/>
                <a:gd name="connsiteY638" fmla="*/ 13780 h 472497"/>
                <a:gd name="connsiteX639" fmla="*/ 514342 w 892181"/>
                <a:gd name="connsiteY639" fmla="*/ 12286 h 472497"/>
                <a:gd name="connsiteX640" fmla="*/ 518199 w 892181"/>
                <a:gd name="connsiteY640" fmla="*/ 11880 h 472497"/>
                <a:gd name="connsiteX641" fmla="*/ 520637 w 892181"/>
                <a:gd name="connsiteY641" fmla="*/ 11836 h 472497"/>
                <a:gd name="connsiteX642" fmla="*/ 523277 w 892181"/>
                <a:gd name="connsiteY642" fmla="*/ 11833 h 472497"/>
                <a:gd name="connsiteX643" fmla="*/ 525974 w 892181"/>
                <a:gd name="connsiteY643" fmla="*/ 11796 h 472497"/>
                <a:gd name="connsiteX644" fmla="*/ 534526 w 892181"/>
                <a:gd name="connsiteY644" fmla="*/ 11728 h 472497"/>
                <a:gd name="connsiteX645" fmla="*/ 540314 w 892181"/>
                <a:gd name="connsiteY645" fmla="*/ 11661 h 472497"/>
                <a:gd name="connsiteX646" fmla="*/ 554525 w 892181"/>
                <a:gd name="connsiteY646" fmla="*/ 11542 h 472497"/>
                <a:gd name="connsiteX647" fmla="*/ 554525 w 892181"/>
                <a:gd name="connsiteY647" fmla="*/ 8566 h 472497"/>
                <a:gd name="connsiteX648" fmla="*/ 604383 w 892181"/>
                <a:gd name="connsiteY648" fmla="*/ 8566 h 472497"/>
                <a:gd name="connsiteX649" fmla="*/ 604383 w 892181"/>
                <a:gd name="connsiteY649" fmla="*/ 5589 h 472497"/>
                <a:gd name="connsiteX650" fmla="*/ 605822 w 892181"/>
                <a:gd name="connsiteY650" fmla="*/ 5586 h 472497"/>
                <a:gd name="connsiteX651" fmla="*/ 640437 w 892181"/>
                <a:gd name="connsiteY651" fmla="*/ 5452 h 472497"/>
                <a:gd name="connsiteX652" fmla="*/ 657176 w 892181"/>
                <a:gd name="connsiteY652" fmla="*/ 5387 h 472497"/>
                <a:gd name="connsiteX653" fmla="*/ 671761 w 892181"/>
                <a:gd name="connsiteY653" fmla="*/ 5325 h 472497"/>
                <a:gd name="connsiteX654" fmla="*/ 679489 w 892181"/>
                <a:gd name="connsiteY654" fmla="*/ 5297 h 472497"/>
                <a:gd name="connsiteX655" fmla="*/ 688101 w 892181"/>
                <a:gd name="connsiteY655" fmla="*/ 5251 h 472497"/>
                <a:gd name="connsiteX656" fmla="*/ 690708 w 892181"/>
                <a:gd name="connsiteY656" fmla="*/ 5262 h 472497"/>
                <a:gd name="connsiteX657" fmla="*/ 693064 w 892181"/>
                <a:gd name="connsiteY657" fmla="*/ 5231 h 472497"/>
                <a:gd name="connsiteX658" fmla="*/ 695123 w 892181"/>
                <a:gd name="connsiteY658" fmla="*/ 5223 h 472497"/>
                <a:gd name="connsiteX659" fmla="*/ 696656 w 892181"/>
                <a:gd name="connsiteY659" fmla="*/ 4845 h 472497"/>
                <a:gd name="connsiteX660" fmla="*/ 697400 w 892181"/>
                <a:gd name="connsiteY660" fmla="*/ 1868 h 47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Lst>
              <a:rect l="l" t="t" r="r" b="b"/>
              <a:pathLst>
                <a:path w="892181" h="472497">
                  <a:moveTo>
                    <a:pt x="697400" y="1868"/>
                  </a:moveTo>
                  <a:cubicBezTo>
                    <a:pt x="699677" y="1574"/>
                    <a:pt x="701693" y="1493"/>
                    <a:pt x="703974" y="1530"/>
                  </a:cubicBezTo>
                  <a:cubicBezTo>
                    <a:pt x="704664" y="1530"/>
                    <a:pt x="705353" y="1530"/>
                    <a:pt x="706064" y="1529"/>
                  </a:cubicBezTo>
                  <a:cubicBezTo>
                    <a:pt x="708355" y="1531"/>
                    <a:pt x="710646" y="1554"/>
                    <a:pt x="712937" y="1578"/>
                  </a:cubicBezTo>
                  <a:cubicBezTo>
                    <a:pt x="714521" y="1583"/>
                    <a:pt x="716105" y="1587"/>
                    <a:pt x="717689" y="1590"/>
                  </a:cubicBezTo>
                  <a:cubicBezTo>
                    <a:pt x="721867" y="1602"/>
                    <a:pt x="726044" y="1631"/>
                    <a:pt x="730222" y="1664"/>
                  </a:cubicBezTo>
                  <a:cubicBezTo>
                    <a:pt x="734482" y="1694"/>
                    <a:pt x="738741" y="1708"/>
                    <a:pt x="743001" y="1723"/>
                  </a:cubicBezTo>
                  <a:cubicBezTo>
                    <a:pt x="751365" y="1755"/>
                    <a:pt x="759729" y="1806"/>
                    <a:pt x="768094" y="1868"/>
                  </a:cubicBezTo>
                  <a:cubicBezTo>
                    <a:pt x="768094" y="2605"/>
                    <a:pt x="768094" y="3342"/>
                    <a:pt x="768094" y="4101"/>
                  </a:cubicBezTo>
                  <a:cubicBezTo>
                    <a:pt x="769841" y="4974"/>
                    <a:pt x="770892" y="4947"/>
                    <a:pt x="772840" y="4963"/>
                  </a:cubicBezTo>
                  <a:cubicBezTo>
                    <a:pt x="773525" y="4970"/>
                    <a:pt x="774209" y="4977"/>
                    <a:pt x="774914" y="4985"/>
                  </a:cubicBezTo>
                  <a:cubicBezTo>
                    <a:pt x="775668" y="4989"/>
                    <a:pt x="776421" y="4993"/>
                    <a:pt x="777197" y="4998"/>
                  </a:cubicBezTo>
                  <a:cubicBezTo>
                    <a:pt x="777988" y="5005"/>
                    <a:pt x="778779" y="5012"/>
                    <a:pt x="779595" y="5020"/>
                  </a:cubicBezTo>
                  <a:cubicBezTo>
                    <a:pt x="782220" y="5044"/>
                    <a:pt x="784845" y="5062"/>
                    <a:pt x="787470" y="5080"/>
                  </a:cubicBezTo>
                  <a:cubicBezTo>
                    <a:pt x="789287" y="5096"/>
                    <a:pt x="791103" y="5111"/>
                    <a:pt x="792920" y="5127"/>
                  </a:cubicBezTo>
                  <a:cubicBezTo>
                    <a:pt x="797708" y="5168"/>
                    <a:pt x="802496" y="5205"/>
                    <a:pt x="807284" y="5241"/>
                  </a:cubicBezTo>
                  <a:cubicBezTo>
                    <a:pt x="812167" y="5278"/>
                    <a:pt x="817050" y="5320"/>
                    <a:pt x="821933" y="5361"/>
                  </a:cubicBezTo>
                  <a:cubicBezTo>
                    <a:pt x="831520" y="5441"/>
                    <a:pt x="841107" y="5517"/>
                    <a:pt x="850693" y="5589"/>
                  </a:cubicBezTo>
                  <a:cubicBezTo>
                    <a:pt x="850693" y="6571"/>
                    <a:pt x="850693" y="7554"/>
                    <a:pt x="850693" y="8566"/>
                  </a:cubicBezTo>
                  <a:cubicBezTo>
                    <a:pt x="851214" y="8562"/>
                    <a:pt x="851734" y="8559"/>
                    <a:pt x="852270" y="8556"/>
                  </a:cubicBezTo>
                  <a:cubicBezTo>
                    <a:pt x="857165" y="8526"/>
                    <a:pt x="862060" y="8503"/>
                    <a:pt x="866955" y="8488"/>
                  </a:cubicBezTo>
                  <a:cubicBezTo>
                    <a:pt x="869471" y="8481"/>
                    <a:pt x="871988" y="8470"/>
                    <a:pt x="874505" y="8453"/>
                  </a:cubicBezTo>
                  <a:cubicBezTo>
                    <a:pt x="877395" y="8434"/>
                    <a:pt x="880286" y="8427"/>
                    <a:pt x="883177" y="8420"/>
                  </a:cubicBezTo>
                  <a:cubicBezTo>
                    <a:pt x="884084" y="8413"/>
                    <a:pt x="884992" y="8405"/>
                    <a:pt x="885927" y="8397"/>
                  </a:cubicBezTo>
                  <a:cubicBezTo>
                    <a:pt x="887179" y="8397"/>
                    <a:pt x="887179" y="8397"/>
                    <a:pt x="888455" y="8397"/>
                  </a:cubicBezTo>
                  <a:cubicBezTo>
                    <a:pt x="889194" y="8393"/>
                    <a:pt x="889933" y="8390"/>
                    <a:pt x="890694" y="8387"/>
                  </a:cubicBezTo>
                  <a:cubicBezTo>
                    <a:pt x="891521" y="8475"/>
                    <a:pt x="891521" y="8475"/>
                    <a:pt x="892365" y="8566"/>
                  </a:cubicBezTo>
                  <a:cubicBezTo>
                    <a:pt x="893328" y="10491"/>
                    <a:pt x="893288" y="11998"/>
                    <a:pt x="893342" y="14147"/>
                  </a:cubicBezTo>
                  <a:cubicBezTo>
                    <a:pt x="893370" y="14876"/>
                    <a:pt x="893397" y="15605"/>
                    <a:pt x="893426" y="16356"/>
                  </a:cubicBezTo>
                  <a:cubicBezTo>
                    <a:pt x="893321" y="16977"/>
                    <a:pt x="893217" y="17599"/>
                    <a:pt x="893109" y="18239"/>
                  </a:cubicBezTo>
                  <a:cubicBezTo>
                    <a:pt x="891653" y="19100"/>
                    <a:pt x="891653" y="19100"/>
                    <a:pt x="890133" y="19728"/>
                  </a:cubicBezTo>
                  <a:cubicBezTo>
                    <a:pt x="889887" y="20464"/>
                    <a:pt x="889641" y="21201"/>
                    <a:pt x="889388" y="21960"/>
                  </a:cubicBezTo>
                  <a:cubicBezTo>
                    <a:pt x="888897" y="22206"/>
                    <a:pt x="888406" y="22451"/>
                    <a:pt x="887900" y="22704"/>
                  </a:cubicBezTo>
                  <a:cubicBezTo>
                    <a:pt x="887793" y="23211"/>
                    <a:pt x="887685" y="23717"/>
                    <a:pt x="887575" y="24239"/>
                  </a:cubicBezTo>
                  <a:cubicBezTo>
                    <a:pt x="887437" y="24715"/>
                    <a:pt x="887298" y="25191"/>
                    <a:pt x="887156" y="25681"/>
                  </a:cubicBezTo>
                  <a:cubicBezTo>
                    <a:pt x="886419" y="25681"/>
                    <a:pt x="885683" y="25681"/>
                    <a:pt x="884924" y="25681"/>
                  </a:cubicBezTo>
                  <a:cubicBezTo>
                    <a:pt x="884924" y="26909"/>
                    <a:pt x="884924" y="28136"/>
                    <a:pt x="884924" y="29402"/>
                  </a:cubicBezTo>
                  <a:cubicBezTo>
                    <a:pt x="883941" y="29402"/>
                    <a:pt x="882959" y="29402"/>
                    <a:pt x="881947" y="29402"/>
                  </a:cubicBezTo>
                  <a:cubicBezTo>
                    <a:pt x="881993" y="30000"/>
                    <a:pt x="882039" y="30599"/>
                    <a:pt x="882087" y="31215"/>
                  </a:cubicBezTo>
                  <a:cubicBezTo>
                    <a:pt x="882041" y="31845"/>
                    <a:pt x="881995" y="32474"/>
                    <a:pt x="881947" y="33122"/>
                  </a:cubicBezTo>
                  <a:cubicBezTo>
                    <a:pt x="880842" y="33491"/>
                    <a:pt x="880842" y="33491"/>
                    <a:pt x="879715" y="33866"/>
                  </a:cubicBezTo>
                  <a:cubicBezTo>
                    <a:pt x="879438" y="34851"/>
                    <a:pt x="879189" y="35844"/>
                    <a:pt x="878971" y="36843"/>
                  </a:cubicBezTo>
                  <a:cubicBezTo>
                    <a:pt x="878479" y="37088"/>
                    <a:pt x="877988" y="37334"/>
                    <a:pt x="877482" y="37587"/>
                  </a:cubicBezTo>
                  <a:cubicBezTo>
                    <a:pt x="877237" y="38324"/>
                    <a:pt x="876991" y="39060"/>
                    <a:pt x="876738" y="39819"/>
                  </a:cubicBezTo>
                  <a:cubicBezTo>
                    <a:pt x="876013" y="40582"/>
                    <a:pt x="875264" y="41323"/>
                    <a:pt x="874506" y="42052"/>
                  </a:cubicBezTo>
                  <a:cubicBezTo>
                    <a:pt x="873393" y="43375"/>
                    <a:pt x="872294" y="44710"/>
                    <a:pt x="871204" y="46052"/>
                  </a:cubicBezTo>
                  <a:cubicBezTo>
                    <a:pt x="870637" y="46748"/>
                    <a:pt x="870070" y="47444"/>
                    <a:pt x="869486" y="48162"/>
                  </a:cubicBezTo>
                  <a:cubicBezTo>
                    <a:pt x="868369" y="49544"/>
                    <a:pt x="867274" y="50943"/>
                    <a:pt x="866201" y="52359"/>
                  </a:cubicBezTo>
                  <a:cubicBezTo>
                    <a:pt x="865749" y="52887"/>
                    <a:pt x="865297" y="53415"/>
                    <a:pt x="864832" y="53958"/>
                  </a:cubicBezTo>
                  <a:cubicBezTo>
                    <a:pt x="864341" y="53958"/>
                    <a:pt x="863850" y="53958"/>
                    <a:pt x="863344" y="53958"/>
                  </a:cubicBezTo>
                  <a:cubicBezTo>
                    <a:pt x="863221" y="54449"/>
                    <a:pt x="863098" y="54940"/>
                    <a:pt x="862972" y="55446"/>
                  </a:cubicBezTo>
                  <a:cubicBezTo>
                    <a:pt x="862849" y="55938"/>
                    <a:pt x="862726" y="56429"/>
                    <a:pt x="862599" y="56935"/>
                  </a:cubicBezTo>
                  <a:cubicBezTo>
                    <a:pt x="862108" y="56935"/>
                    <a:pt x="861617" y="56935"/>
                    <a:pt x="861111" y="56935"/>
                  </a:cubicBezTo>
                  <a:cubicBezTo>
                    <a:pt x="860896" y="57487"/>
                    <a:pt x="860681" y="58040"/>
                    <a:pt x="860460" y="58609"/>
                  </a:cubicBezTo>
                  <a:cubicBezTo>
                    <a:pt x="859524" y="60897"/>
                    <a:pt x="858551" y="62074"/>
                    <a:pt x="856646" y="63632"/>
                  </a:cubicBezTo>
                  <a:cubicBezTo>
                    <a:pt x="855910" y="63632"/>
                    <a:pt x="855173" y="63632"/>
                    <a:pt x="854414" y="63632"/>
                  </a:cubicBezTo>
                  <a:cubicBezTo>
                    <a:pt x="854414" y="64614"/>
                    <a:pt x="854414" y="65597"/>
                    <a:pt x="854414" y="66609"/>
                  </a:cubicBezTo>
                  <a:cubicBezTo>
                    <a:pt x="853309" y="66977"/>
                    <a:pt x="853309" y="66977"/>
                    <a:pt x="852181" y="67353"/>
                  </a:cubicBezTo>
                  <a:cubicBezTo>
                    <a:pt x="852059" y="67859"/>
                    <a:pt x="851936" y="68366"/>
                    <a:pt x="851809" y="68887"/>
                  </a:cubicBezTo>
                  <a:cubicBezTo>
                    <a:pt x="851687" y="69363"/>
                    <a:pt x="851564" y="69839"/>
                    <a:pt x="851437" y="70329"/>
                  </a:cubicBezTo>
                  <a:cubicBezTo>
                    <a:pt x="850701" y="70329"/>
                    <a:pt x="849964" y="70329"/>
                    <a:pt x="849205" y="70329"/>
                  </a:cubicBezTo>
                  <a:cubicBezTo>
                    <a:pt x="849205" y="71312"/>
                    <a:pt x="849205" y="72294"/>
                    <a:pt x="849205" y="73306"/>
                  </a:cubicBezTo>
                  <a:cubicBezTo>
                    <a:pt x="848223" y="73306"/>
                    <a:pt x="847240" y="73306"/>
                    <a:pt x="846228" y="73306"/>
                  </a:cubicBezTo>
                  <a:cubicBezTo>
                    <a:pt x="845729" y="74747"/>
                    <a:pt x="845729" y="74747"/>
                    <a:pt x="845484" y="76282"/>
                  </a:cubicBezTo>
                  <a:cubicBezTo>
                    <a:pt x="844993" y="76528"/>
                    <a:pt x="844502" y="76773"/>
                    <a:pt x="843996" y="77027"/>
                  </a:cubicBezTo>
                  <a:cubicBezTo>
                    <a:pt x="843888" y="77518"/>
                    <a:pt x="843781" y="78009"/>
                    <a:pt x="843670" y="78515"/>
                  </a:cubicBezTo>
                  <a:cubicBezTo>
                    <a:pt x="843532" y="79006"/>
                    <a:pt x="843394" y="79497"/>
                    <a:pt x="843252" y="80003"/>
                  </a:cubicBezTo>
                  <a:cubicBezTo>
                    <a:pt x="842147" y="80371"/>
                    <a:pt x="842147" y="80371"/>
                    <a:pt x="841019" y="80747"/>
                  </a:cubicBezTo>
                  <a:cubicBezTo>
                    <a:pt x="839999" y="82203"/>
                    <a:pt x="839181" y="83722"/>
                    <a:pt x="838325" y="85279"/>
                  </a:cubicBezTo>
                  <a:cubicBezTo>
                    <a:pt x="837145" y="86913"/>
                    <a:pt x="836126" y="87361"/>
                    <a:pt x="834322" y="88189"/>
                  </a:cubicBezTo>
                  <a:cubicBezTo>
                    <a:pt x="833814" y="89175"/>
                    <a:pt x="833317" y="90167"/>
                    <a:pt x="832834" y="91165"/>
                  </a:cubicBezTo>
                  <a:cubicBezTo>
                    <a:pt x="831729" y="91534"/>
                    <a:pt x="831729" y="91534"/>
                    <a:pt x="830601" y="91909"/>
                  </a:cubicBezTo>
                  <a:cubicBezTo>
                    <a:pt x="830356" y="92646"/>
                    <a:pt x="830110" y="93383"/>
                    <a:pt x="829857" y="94142"/>
                  </a:cubicBezTo>
                  <a:cubicBezTo>
                    <a:pt x="828752" y="94510"/>
                    <a:pt x="828752" y="94510"/>
                    <a:pt x="827625" y="94886"/>
                  </a:cubicBezTo>
                  <a:cubicBezTo>
                    <a:pt x="827379" y="95623"/>
                    <a:pt x="827134" y="96359"/>
                    <a:pt x="826881" y="97118"/>
                  </a:cubicBezTo>
                  <a:cubicBezTo>
                    <a:pt x="826144" y="97364"/>
                    <a:pt x="825407" y="97609"/>
                    <a:pt x="824648" y="97862"/>
                  </a:cubicBezTo>
                  <a:cubicBezTo>
                    <a:pt x="824128" y="98842"/>
                    <a:pt x="823631" y="99835"/>
                    <a:pt x="823160" y="100839"/>
                  </a:cubicBezTo>
                  <a:cubicBezTo>
                    <a:pt x="822669" y="101085"/>
                    <a:pt x="822178" y="101330"/>
                    <a:pt x="821672" y="101583"/>
                  </a:cubicBezTo>
                  <a:cubicBezTo>
                    <a:pt x="821426" y="102320"/>
                    <a:pt x="821181" y="103057"/>
                    <a:pt x="820928" y="103816"/>
                  </a:cubicBezTo>
                  <a:cubicBezTo>
                    <a:pt x="819942" y="104324"/>
                    <a:pt x="818949" y="104820"/>
                    <a:pt x="817951" y="105304"/>
                  </a:cubicBezTo>
                  <a:cubicBezTo>
                    <a:pt x="817460" y="106041"/>
                    <a:pt x="816969" y="106777"/>
                    <a:pt x="816463" y="107536"/>
                  </a:cubicBezTo>
                  <a:cubicBezTo>
                    <a:pt x="815726" y="107782"/>
                    <a:pt x="814989" y="108027"/>
                    <a:pt x="814230" y="108280"/>
                  </a:cubicBezTo>
                  <a:cubicBezTo>
                    <a:pt x="813985" y="109017"/>
                    <a:pt x="813739" y="109754"/>
                    <a:pt x="813486" y="110513"/>
                  </a:cubicBezTo>
                  <a:cubicBezTo>
                    <a:pt x="812749" y="110758"/>
                    <a:pt x="812013" y="111004"/>
                    <a:pt x="811254" y="111257"/>
                  </a:cubicBezTo>
                  <a:cubicBezTo>
                    <a:pt x="810732" y="112236"/>
                    <a:pt x="810238" y="113230"/>
                    <a:pt x="809765" y="114234"/>
                  </a:cubicBezTo>
                  <a:cubicBezTo>
                    <a:pt x="808696" y="115396"/>
                    <a:pt x="808696" y="115396"/>
                    <a:pt x="807533" y="116466"/>
                  </a:cubicBezTo>
                  <a:cubicBezTo>
                    <a:pt x="806957" y="117065"/>
                    <a:pt x="806957" y="117065"/>
                    <a:pt x="806370" y="117675"/>
                  </a:cubicBezTo>
                  <a:cubicBezTo>
                    <a:pt x="805301" y="118698"/>
                    <a:pt x="805301" y="118698"/>
                    <a:pt x="803812" y="119443"/>
                  </a:cubicBezTo>
                  <a:cubicBezTo>
                    <a:pt x="803567" y="120179"/>
                    <a:pt x="803321" y="120916"/>
                    <a:pt x="803068" y="121675"/>
                  </a:cubicBezTo>
                  <a:cubicBezTo>
                    <a:pt x="802086" y="121675"/>
                    <a:pt x="801104" y="121675"/>
                    <a:pt x="800092" y="121675"/>
                  </a:cubicBezTo>
                  <a:cubicBezTo>
                    <a:pt x="799652" y="123123"/>
                    <a:pt x="799652" y="123123"/>
                    <a:pt x="799347" y="124651"/>
                  </a:cubicBezTo>
                  <a:cubicBezTo>
                    <a:pt x="798611" y="124897"/>
                    <a:pt x="797874" y="125143"/>
                    <a:pt x="797115" y="125396"/>
                  </a:cubicBezTo>
                  <a:cubicBezTo>
                    <a:pt x="796869" y="125887"/>
                    <a:pt x="796624" y="126378"/>
                    <a:pt x="796371" y="126884"/>
                  </a:cubicBezTo>
                  <a:cubicBezTo>
                    <a:pt x="795627" y="128372"/>
                    <a:pt x="795627" y="128372"/>
                    <a:pt x="793394" y="129116"/>
                  </a:cubicBezTo>
                  <a:cubicBezTo>
                    <a:pt x="792645" y="130105"/>
                    <a:pt x="791901" y="131097"/>
                    <a:pt x="791162" y="132093"/>
                  </a:cubicBezTo>
                  <a:cubicBezTo>
                    <a:pt x="790671" y="132093"/>
                    <a:pt x="790180" y="132093"/>
                    <a:pt x="789674" y="132093"/>
                  </a:cubicBezTo>
                  <a:cubicBezTo>
                    <a:pt x="789582" y="132584"/>
                    <a:pt x="789489" y="133075"/>
                    <a:pt x="789395" y="133581"/>
                  </a:cubicBezTo>
                  <a:cubicBezTo>
                    <a:pt x="789241" y="134072"/>
                    <a:pt x="789088" y="134563"/>
                    <a:pt x="788930" y="135069"/>
                  </a:cubicBezTo>
                  <a:cubicBezTo>
                    <a:pt x="787947" y="135069"/>
                    <a:pt x="786965" y="135069"/>
                    <a:pt x="785953" y="135069"/>
                  </a:cubicBezTo>
                  <a:cubicBezTo>
                    <a:pt x="785523" y="136447"/>
                    <a:pt x="785523" y="136447"/>
                    <a:pt x="785209" y="138046"/>
                  </a:cubicBezTo>
                  <a:cubicBezTo>
                    <a:pt x="784049" y="139313"/>
                    <a:pt x="784049" y="139313"/>
                    <a:pt x="782651" y="140464"/>
                  </a:cubicBezTo>
                  <a:cubicBezTo>
                    <a:pt x="781962" y="141046"/>
                    <a:pt x="781962" y="141046"/>
                    <a:pt x="781258" y="141639"/>
                  </a:cubicBezTo>
                  <a:cubicBezTo>
                    <a:pt x="780000" y="142511"/>
                    <a:pt x="780000" y="142511"/>
                    <a:pt x="778512" y="142511"/>
                  </a:cubicBezTo>
                  <a:cubicBezTo>
                    <a:pt x="778419" y="143002"/>
                    <a:pt x="778327" y="143493"/>
                    <a:pt x="778232" y="143999"/>
                  </a:cubicBezTo>
                  <a:cubicBezTo>
                    <a:pt x="778079" y="144490"/>
                    <a:pt x="777926" y="144981"/>
                    <a:pt x="777767" y="145487"/>
                  </a:cubicBezTo>
                  <a:cubicBezTo>
                    <a:pt x="776785" y="145487"/>
                    <a:pt x="775803" y="145487"/>
                    <a:pt x="774791" y="145487"/>
                  </a:cubicBezTo>
                  <a:cubicBezTo>
                    <a:pt x="774291" y="146928"/>
                    <a:pt x="774291" y="146928"/>
                    <a:pt x="774047" y="148464"/>
                  </a:cubicBezTo>
                  <a:cubicBezTo>
                    <a:pt x="773556" y="148710"/>
                    <a:pt x="773064" y="148955"/>
                    <a:pt x="772558" y="149208"/>
                  </a:cubicBezTo>
                  <a:cubicBezTo>
                    <a:pt x="772344" y="149699"/>
                    <a:pt x="772129" y="150190"/>
                    <a:pt x="771907" y="150696"/>
                  </a:cubicBezTo>
                  <a:cubicBezTo>
                    <a:pt x="771631" y="151188"/>
                    <a:pt x="771355" y="151679"/>
                    <a:pt x="771070" y="152185"/>
                  </a:cubicBezTo>
                  <a:cubicBezTo>
                    <a:pt x="770310" y="152369"/>
                    <a:pt x="770310" y="152369"/>
                    <a:pt x="769535" y="152557"/>
                  </a:cubicBezTo>
                  <a:cubicBezTo>
                    <a:pt x="769060" y="152680"/>
                    <a:pt x="768584" y="152802"/>
                    <a:pt x="768094" y="152929"/>
                  </a:cubicBezTo>
                  <a:cubicBezTo>
                    <a:pt x="767909" y="153689"/>
                    <a:pt x="767909" y="153689"/>
                    <a:pt x="767722" y="154464"/>
                  </a:cubicBezTo>
                  <a:cubicBezTo>
                    <a:pt x="767599" y="154939"/>
                    <a:pt x="767476" y="155415"/>
                    <a:pt x="767349" y="155905"/>
                  </a:cubicBezTo>
                  <a:cubicBezTo>
                    <a:pt x="766367" y="155905"/>
                    <a:pt x="765385" y="155905"/>
                    <a:pt x="764373" y="155905"/>
                  </a:cubicBezTo>
                  <a:cubicBezTo>
                    <a:pt x="764373" y="156888"/>
                    <a:pt x="764373" y="157870"/>
                    <a:pt x="764373" y="158882"/>
                  </a:cubicBezTo>
                  <a:cubicBezTo>
                    <a:pt x="763391" y="158882"/>
                    <a:pt x="762408" y="158882"/>
                    <a:pt x="761396" y="158882"/>
                  </a:cubicBezTo>
                  <a:cubicBezTo>
                    <a:pt x="761133" y="159870"/>
                    <a:pt x="760886" y="160863"/>
                    <a:pt x="760652" y="161859"/>
                  </a:cubicBezTo>
                  <a:cubicBezTo>
                    <a:pt x="759673" y="162379"/>
                    <a:pt x="758680" y="162876"/>
                    <a:pt x="757676" y="163347"/>
                  </a:cubicBezTo>
                  <a:cubicBezTo>
                    <a:pt x="757430" y="164084"/>
                    <a:pt x="757184" y="164820"/>
                    <a:pt x="756931" y="165579"/>
                  </a:cubicBezTo>
                  <a:cubicBezTo>
                    <a:pt x="755939" y="165827"/>
                    <a:pt x="754947" y="166075"/>
                    <a:pt x="753955" y="166323"/>
                  </a:cubicBezTo>
                  <a:cubicBezTo>
                    <a:pt x="753709" y="167060"/>
                    <a:pt x="753464" y="167797"/>
                    <a:pt x="753211" y="168556"/>
                  </a:cubicBezTo>
                  <a:cubicBezTo>
                    <a:pt x="752720" y="168663"/>
                    <a:pt x="752228" y="168771"/>
                    <a:pt x="751722" y="168881"/>
                  </a:cubicBezTo>
                  <a:cubicBezTo>
                    <a:pt x="750986" y="169089"/>
                    <a:pt x="750986" y="169089"/>
                    <a:pt x="750234" y="169300"/>
                  </a:cubicBezTo>
                  <a:cubicBezTo>
                    <a:pt x="750083" y="169975"/>
                    <a:pt x="750083" y="169975"/>
                    <a:pt x="749929" y="170663"/>
                  </a:cubicBezTo>
                  <a:cubicBezTo>
                    <a:pt x="749375" y="172699"/>
                    <a:pt x="748546" y="173366"/>
                    <a:pt x="746932" y="174695"/>
                  </a:cubicBezTo>
                  <a:cubicBezTo>
                    <a:pt x="746243" y="175276"/>
                    <a:pt x="746243" y="175276"/>
                    <a:pt x="745540" y="175869"/>
                  </a:cubicBezTo>
                  <a:cubicBezTo>
                    <a:pt x="744281" y="176741"/>
                    <a:pt x="744281" y="176741"/>
                    <a:pt x="742793" y="176741"/>
                  </a:cubicBezTo>
                  <a:cubicBezTo>
                    <a:pt x="742701" y="177232"/>
                    <a:pt x="742609" y="177724"/>
                    <a:pt x="742514" y="178230"/>
                  </a:cubicBezTo>
                  <a:cubicBezTo>
                    <a:pt x="742360" y="178721"/>
                    <a:pt x="742207" y="179212"/>
                    <a:pt x="742049" y="179718"/>
                  </a:cubicBezTo>
                  <a:cubicBezTo>
                    <a:pt x="741066" y="179718"/>
                    <a:pt x="740084" y="179718"/>
                    <a:pt x="739072" y="179718"/>
                  </a:cubicBezTo>
                  <a:cubicBezTo>
                    <a:pt x="738572" y="181159"/>
                    <a:pt x="738572" y="181159"/>
                    <a:pt x="738328" y="182694"/>
                  </a:cubicBezTo>
                  <a:cubicBezTo>
                    <a:pt x="737837" y="182940"/>
                    <a:pt x="737346" y="183186"/>
                    <a:pt x="736840" y="183439"/>
                  </a:cubicBezTo>
                  <a:cubicBezTo>
                    <a:pt x="736625" y="183930"/>
                    <a:pt x="736410" y="184421"/>
                    <a:pt x="736189" y="184927"/>
                  </a:cubicBezTo>
                  <a:cubicBezTo>
                    <a:pt x="735912" y="185418"/>
                    <a:pt x="735636" y="185909"/>
                    <a:pt x="735351" y="186415"/>
                  </a:cubicBezTo>
                  <a:cubicBezTo>
                    <a:pt x="734592" y="186599"/>
                    <a:pt x="734592" y="186599"/>
                    <a:pt x="733817" y="186787"/>
                  </a:cubicBezTo>
                  <a:cubicBezTo>
                    <a:pt x="733341" y="186910"/>
                    <a:pt x="732865" y="187033"/>
                    <a:pt x="732375" y="187159"/>
                  </a:cubicBezTo>
                  <a:cubicBezTo>
                    <a:pt x="732252" y="187666"/>
                    <a:pt x="732129" y="188172"/>
                    <a:pt x="732003" y="188694"/>
                  </a:cubicBezTo>
                  <a:cubicBezTo>
                    <a:pt x="731880" y="189170"/>
                    <a:pt x="731757" y="189646"/>
                    <a:pt x="731631" y="190136"/>
                  </a:cubicBezTo>
                  <a:cubicBezTo>
                    <a:pt x="730648" y="190136"/>
                    <a:pt x="729666" y="190136"/>
                    <a:pt x="728654" y="190136"/>
                  </a:cubicBezTo>
                  <a:cubicBezTo>
                    <a:pt x="728654" y="191118"/>
                    <a:pt x="728654" y="192100"/>
                    <a:pt x="728654" y="193112"/>
                  </a:cubicBezTo>
                  <a:cubicBezTo>
                    <a:pt x="727672" y="193112"/>
                    <a:pt x="726690" y="193112"/>
                    <a:pt x="725678" y="193112"/>
                  </a:cubicBezTo>
                  <a:cubicBezTo>
                    <a:pt x="725144" y="194337"/>
                    <a:pt x="724648" y="195579"/>
                    <a:pt x="724189" y="196833"/>
                  </a:cubicBezTo>
                  <a:cubicBezTo>
                    <a:pt x="723453" y="197079"/>
                    <a:pt x="722716" y="197324"/>
                    <a:pt x="721957" y="197577"/>
                  </a:cubicBezTo>
                  <a:cubicBezTo>
                    <a:pt x="721711" y="198314"/>
                    <a:pt x="721466" y="199051"/>
                    <a:pt x="721213" y="199810"/>
                  </a:cubicBezTo>
                  <a:cubicBezTo>
                    <a:pt x="720221" y="200058"/>
                    <a:pt x="719228" y="200306"/>
                    <a:pt x="718236" y="200554"/>
                  </a:cubicBezTo>
                  <a:cubicBezTo>
                    <a:pt x="717991" y="201291"/>
                    <a:pt x="717745" y="202027"/>
                    <a:pt x="717492" y="202786"/>
                  </a:cubicBezTo>
                  <a:cubicBezTo>
                    <a:pt x="716755" y="203277"/>
                    <a:pt x="716019" y="203769"/>
                    <a:pt x="715260" y="204275"/>
                  </a:cubicBezTo>
                  <a:cubicBezTo>
                    <a:pt x="715014" y="205011"/>
                    <a:pt x="714768" y="205748"/>
                    <a:pt x="714515" y="206507"/>
                  </a:cubicBezTo>
                  <a:cubicBezTo>
                    <a:pt x="713779" y="206753"/>
                    <a:pt x="713042" y="206998"/>
                    <a:pt x="712283" y="207251"/>
                  </a:cubicBezTo>
                  <a:cubicBezTo>
                    <a:pt x="710903" y="208945"/>
                    <a:pt x="709676" y="210717"/>
                    <a:pt x="708426" y="212509"/>
                  </a:cubicBezTo>
                  <a:cubicBezTo>
                    <a:pt x="707980" y="212984"/>
                    <a:pt x="707534" y="213459"/>
                    <a:pt x="707074" y="213948"/>
                  </a:cubicBezTo>
                  <a:cubicBezTo>
                    <a:pt x="706092" y="213948"/>
                    <a:pt x="705110" y="213948"/>
                    <a:pt x="704097" y="213948"/>
                  </a:cubicBezTo>
                  <a:cubicBezTo>
                    <a:pt x="704097" y="214931"/>
                    <a:pt x="704097" y="215913"/>
                    <a:pt x="704097" y="216925"/>
                  </a:cubicBezTo>
                  <a:cubicBezTo>
                    <a:pt x="703115" y="216925"/>
                    <a:pt x="702133" y="216925"/>
                    <a:pt x="701121" y="216925"/>
                  </a:cubicBezTo>
                  <a:cubicBezTo>
                    <a:pt x="700595" y="218153"/>
                    <a:pt x="700105" y="219396"/>
                    <a:pt x="699633" y="220646"/>
                  </a:cubicBezTo>
                  <a:cubicBezTo>
                    <a:pt x="697819" y="222739"/>
                    <a:pt x="697819" y="222739"/>
                    <a:pt x="695912" y="224366"/>
                  </a:cubicBezTo>
                  <a:cubicBezTo>
                    <a:pt x="695175" y="224366"/>
                    <a:pt x="694439" y="224366"/>
                    <a:pt x="693680" y="224366"/>
                  </a:cubicBezTo>
                  <a:cubicBezTo>
                    <a:pt x="693680" y="225349"/>
                    <a:pt x="693680" y="226331"/>
                    <a:pt x="693680" y="227343"/>
                  </a:cubicBezTo>
                  <a:cubicBezTo>
                    <a:pt x="692238" y="227761"/>
                    <a:pt x="692238" y="227761"/>
                    <a:pt x="690703" y="228087"/>
                  </a:cubicBezTo>
                  <a:cubicBezTo>
                    <a:pt x="690457" y="228824"/>
                    <a:pt x="690212" y="229560"/>
                    <a:pt x="689959" y="230319"/>
                  </a:cubicBezTo>
                  <a:cubicBezTo>
                    <a:pt x="689468" y="230427"/>
                    <a:pt x="688977" y="230534"/>
                    <a:pt x="688471" y="230645"/>
                  </a:cubicBezTo>
                  <a:cubicBezTo>
                    <a:pt x="687979" y="230783"/>
                    <a:pt x="687488" y="230921"/>
                    <a:pt x="686982" y="231064"/>
                  </a:cubicBezTo>
                  <a:cubicBezTo>
                    <a:pt x="686859" y="231555"/>
                    <a:pt x="686737" y="232046"/>
                    <a:pt x="686610" y="232552"/>
                  </a:cubicBezTo>
                  <a:cubicBezTo>
                    <a:pt x="686487" y="233043"/>
                    <a:pt x="686365" y="233534"/>
                    <a:pt x="686238" y="234040"/>
                  </a:cubicBezTo>
                  <a:cubicBezTo>
                    <a:pt x="685246" y="234288"/>
                    <a:pt x="684254" y="234536"/>
                    <a:pt x="683262" y="234784"/>
                  </a:cubicBezTo>
                  <a:cubicBezTo>
                    <a:pt x="683139" y="235291"/>
                    <a:pt x="683016" y="235797"/>
                    <a:pt x="682889" y="236319"/>
                  </a:cubicBezTo>
                  <a:cubicBezTo>
                    <a:pt x="682767" y="236795"/>
                    <a:pt x="682644" y="237271"/>
                    <a:pt x="682517" y="237761"/>
                  </a:cubicBezTo>
                  <a:cubicBezTo>
                    <a:pt x="681535" y="237761"/>
                    <a:pt x="680553" y="237761"/>
                    <a:pt x="679541" y="237761"/>
                  </a:cubicBezTo>
                  <a:cubicBezTo>
                    <a:pt x="679541" y="238743"/>
                    <a:pt x="679541" y="239725"/>
                    <a:pt x="679541" y="240737"/>
                  </a:cubicBezTo>
                  <a:cubicBezTo>
                    <a:pt x="678559" y="240737"/>
                    <a:pt x="677576" y="240737"/>
                    <a:pt x="676564" y="240737"/>
                  </a:cubicBezTo>
                  <a:cubicBezTo>
                    <a:pt x="676564" y="241720"/>
                    <a:pt x="676564" y="242702"/>
                    <a:pt x="676564" y="243714"/>
                  </a:cubicBezTo>
                  <a:cubicBezTo>
                    <a:pt x="675574" y="243970"/>
                    <a:pt x="674582" y="244217"/>
                    <a:pt x="673588" y="244458"/>
                  </a:cubicBezTo>
                  <a:cubicBezTo>
                    <a:pt x="673332" y="245448"/>
                    <a:pt x="673085" y="246441"/>
                    <a:pt x="672844" y="247435"/>
                  </a:cubicBezTo>
                  <a:cubicBezTo>
                    <a:pt x="671864" y="247955"/>
                    <a:pt x="670871" y="248452"/>
                    <a:pt x="669867" y="248923"/>
                  </a:cubicBezTo>
                  <a:cubicBezTo>
                    <a:pt x="669621" y="249660"/>
                    <a:pt x="669376" y="250396"/>
                    <a:pt x="669123" y="251155"/>
                  </a:cubicBezTo>
                  <a:cubicBezTo>
                    <a:pt x="668141" y="251155"/>
                    <a:pt x="667158" y="251155"/>
                    <a:pt x="666146" y="251155"/>
                  </a:cubicBezTo>
                  <a:cubicBezTo>
                    <a:pt x="666146" y="252383"/>
                    <a:pt x="666146" y="253611"/>
                    <a:pt x="666146" y="254876"/>
                  </a:cubicBezTo>
                  <a:cubicBezTo>
                    <a:pt x="665164" y="254876"/>
                    <a:pt x="664182" y="254876"/>
                    <a:pt x="663170" y="254876"/>
                  </a:cubicBezTo>
                  <a:cubicBezTo>
                    <a:pt x="663170" y="255858"/>
                    <a:pt x="663170" y="256841"/>
                    <a:pt x="663170" y="257853"/>
                  </a:cubicBezTo>
                  <a:cubicBezTo>
                    <a:pt x="662187" y="257853"/>
                    <a:pt x="661205" y="257853"/>
                    <a:pt x="660193" y="257853"/>
                  </a:cubicBezTo>
                  <a:cubicBezTo>
                    <a:pt x="659334" y="259692"/>
                    <a:pt x="659334" y="259692"/>
                    <a:pt x="658705" y="261573"/>
                  </a:cubicBezTo>
                  <a:cubicBezTo>
                    <a:pt x="658214" y="261573"/>
                    <a:pt x="657723" y="261573"/>
                    <a:pt x="657217" y="261573"/>
                  </a:cubicBezTo>
                  <a:cubicBezTo>
                    <a:pt x="657078" y="262287"/>
                    <a:pt x="657078" y="262287"/>
                    <a:pt x="656938" y="263015"/>
                  </a:cubicBezTo>
                  <a:cubicBezTo>
                    <a:pt x="656784" y="263522"/>
                    <a:pt x="656631" y="264028"/>
                    <a:pt x="656472" y="264550"/>
                  </a:cubicBezTo>
                  <a:cubicBezTo>
                    <a:pt x="655480" y="264798"/>
                    <a:pt x="654488" y="265046"/>
                    <a:pt x="653496" y="265294"/>
                  </a:cubicBezTo>
                  <a:cubicBezTo>
                    <a:pt x="653373" y="265801"/>
                    <a:pt x="653250" y="266307"/>
                    <a:pt x="653124" y="266829"/>
                  </a:cubicBezTo>
                  <a:cubicBezTo>
                    <a:pt x="653001" y="267305"/>
                    <a:pt x="652878" y="267780"/>
                    <a:pt x="652752" y="268271"/>
                  </a:cubicBezTo>
                  <a:cubicBezTo>
                    <a:pt x="651770" y="268271"/>
                    <a:pt x="650787" y="268271"/>
                    <a:pt x="649775" y="268271"/>
                  </a:cubicBezTo>
                  <a:cubicBezTo>
                    <a:pt x="649328" y="269686"/>
                    <a:pt x="649328" y="269686"/>
                    <a:pt x="649031" y="271247"/>
                  </a:cubicBezTo>
                  <a:cubicBezTo>
                    <a:pt x="648294" y="271738"/>
                    <a:pt x="647558" y="272229"/>
                    <a:pt x="646799" y="272735"/>
                  </a:cubicBezTo>
                  <a:cubicBezTo>
                    <a:pt x="646553" y="273472"/>
                    <a:pt x="646308" y="274209"/>
                    <a:pt x="646055" y="274968"/>
                  </a:cubicBezTo>
                  <a:cubicBezTo>
                    <a:pt x="645318" y="274968"/>
                    <a:pt x="644581" y="274968"/>
                    <a:pt x="643822" y="274968"/>
                  </a:cubicBezTo>
                  <a:cubicBezTo>
                    <a:pt x="643383" y="276416"/>
                    <a:pt x="643383" y="276416"/>
                    <a:pt x="643078" y="277944"/>
                  </a:cubicBezTo>
                  <a:cubicBezTo>
                    <a:pt x="642341" y="278313"/>
                    <a:pt x="642341" y="278313"/>
                    <a:pt x="641590" y="278689"/>
                  </a:cubicBezTo>
                  <a:cubicBezTo>
                    <a:pt x="641375" y="279164"/>
                    <a:pt x="641160" y="279640"/>
                    <a:pt x="640939" y="280130"/>
                  </a:cubicBezTo>
                  <a:cubicBezTo>
                    <a:pt x="640101" y="281665"/>
                    <a:pt x="640101" y="281665"/>
                    <a:pt x="638706" y="282270"/>
                  </a:cubicBezTo>
                  <a:cubicBezTo>
                    <a:pt x="636868" y="283297"/>
                    <a:pt x="636608" y="283963"/>
                    <a:pt x="635683" y="285804"/>
                  </a:cubicBezTo>
                  <a:cubicBezTo>
                    <a:pt x="634953" y="287217"/>
                    <a:pt x="634953" y="287217"/>
                    <a:pt x="634148" y="288362"/>
                  </a:cubicBezTo>
                  <a:cubicBezTo>
                    <a:pt x="632102" y="288874"/>
                    <a:pt x="632102" y="288874"/>
                    <a:pt x="630428" y="289107"/>
                  </a:cubicBezTo>
                  <a:cubicBezTo>
                    <a:pt x="630428" y="290089"/>
                    <a:pt x="630428" y="291071"/>
                    <a:pt x="630428" y="292083"/>
                  </a:cubicBezTo>
                  <a:cubicBezTo>
                    <a:pt x="629691" y="292329"/>
                    <a:pt x="628954" y="292574"/>
                    <a:pt x="628195" y="292827"/>
                  </a:cubicBezTo>
                  <a:cubicBezTo>
                    <a:pt x="627950" y="293564"/>
                    <a:pt x="627704" y="294301"/>
                    <a:pt x="627451" y="295060"/>
                  </a:cubicBezTo>
                  <a:cubicBezTo>
                    <a:pt x="626714" y="295305"/>
                    <a:pt x="625978" y="295551"/>
                    <a:pt x="625219" y="295804"/>
                  </a:cubicBezTo>
                  <a:cubicBezTo>
                    <a:pt x="624711" y="296790"/>
                    <a:pt x="624213" y="297782"/>
                    <a:pt x="623730" y="298780"/>
                  </a:cubicBezTo>
                  <a:cubicBezTo>
                    <a:pt x="623239" y="298780"/>
                    <a:pt x="622748" y="298780"/>
                    <a:pt x="622242" y="298780"/>
                  </a:cubicBezTo>
                  <a:cubicBezTo>
                    <a:pt x="622042" y="299318"/>
                    <a:pt x="621843" y="299855"/>
                    <a:pt x="621637" y="300408"/>
                  </a:cubicBezTo>
                  <a:cubicBezTo>
                    <a:pt x="620550" y="302985"/>
                    <a:pt x="619015" y="304251"/>
                    <a:pt x="617033" y="306222"/>
                  </a:cubicBezTo>
                  <a:cubicBezTo>
                    <a:pt x="615795" y="307758"/>
                    <a:pt x="614589" y="309296"/>
                    <a:pt x="613405" y="310873"/>
                  </a:cubicBezTo>
                  <a:cubicBezTo>
                    <a:pt x="613085" y="311293"/>
                    <a:pt x="612765" y="311713"/>
                    <a:pt x="612434" y="312146"/>
                  </a:cubicBezTo>
                  <a:cubicBezTo>
                    <a:pt x="610949" y="314096"/>
                    <a:pt x="609474" y="316053"/>
                    <a:pt x="608005" y="318015"/>
                  </a:cubicBezTo>
                  <a:cubicBezTo>
                    <a:pt x="607546" y="318620"/>
                    <a:pt x="607087" y="319225"/>
                    <a:pt x="606615" y="319849"/>
                  </a:cubicBezTo>
                  <a:cubicBezTo>
                    <a:pt x="606016" y="320650"/>
                    <a:pt x="606016" y="320650"/>
                    <a:pt x="605406" y="321468"/>
                  </a:cubicBezTo>
                  <a:cubicBezTo>
                    <a:pt x="605068" y="321839"/>
                    <a:pt x="604731" y="322210"/>
                    <a:pt x="604383" y="322593"/>
                  </a:cubicBezTo>
                  <a:cubicBezTo>
                    <a:pt x="603891" y="322593"/>
                    <a:pt x="603400" y="322593"/>
                    <a:pt x="602894" y="322593"/>
                  </a:cubicBezTo>
                  <a:cubicBezTo>
                    <a:pt x="602639" y="323583"/>
                    <a:pt x="602391" y="324575"/>
                    <a:pt x="602150" y="325569"/>
                  </a:cubicBezTo>
                  <a:cubicBezTo>
                    <a:pt x="601414" y="325938"/>
                    <a:pt x="601414" y="325938"/>
                    <a:pt x="600662" y="326314"/>
                  </a:cubicBezTo>
                  <a:cubicBezTo>
                    <a:pt x="600416" y="326820"/>
                    <a:pt x="600171" y="327327"/>
                    <a:pt x="599918" y="327848"/>
                  </a:cubicBezTo>
                  <a:cubicBezTo>
                    <a:pt x="599672" y="328324"/>
                    <a:pt x="599427" y="328800"/>
                    <a:pt x="599174" y="329290"/>
                  </a:cubicBezTo>
                  <a:cubicBezTo>
                    <a:pt x="598683" y="329290"/>
                    <a:pt x="598191" y="329290"/>
                    <a:pt x="597685" y="329290"/>
                  </a:cubicBezTo>
                  <a:cubicBezTo>
                    <a:pt x="596732" y="330899"/>
                    <a:pt x="596116" y="332500"/>
                    <a:pt x="595499" y="334267"/>
                  </a:cubicBezTo>
                  <a:cubicBezTo>
                    <a:pt x="595239" y="334834"/>
                    <a:pt x="594978" y="335402"/>
                    <a:pt x="594709" y="335987"/>
                  </a:cubicBezTo>
                  <a:cubicBezTo>
                    <a:pt x="593972" y="336233"/>
                    <a:pt x="593235" y="336479"/>
                    <a:pt x="592476" y="336732"/>
                  </a:cubicBezTo>
                  <a:cubicBezTo>
                    <a:pt x="591968" y="337718"/>
                    <a:pt x="591471" y="338710"/>
                    <a:pt x="590988" y="339708"/>
                  </a:cubicBezTo>
                  <a:cubicBezTo>
                    <a:pt x="590497" y="339708"/>
                    <a:pt x="590006" y="339708"/>
                    <a:pt x="589500" y="339708"/>
                  </a:cubicBezTo>
                  <a:cubicBezTo>
                    <a:pt x="589246" y="340947"/>
                    <a:pt x="588998" y="342187"/>
                    <a:pt x="588756" y="343429"/>
                  </a:cubicBezTo>
                  <a:cubicBezTo>
                    <a:pt x="588019" y="343797"/>
                    <a:pt x="588019" y="343797"/>
                    <a:pt x="587267" y="344173"/>
                  </a:cubicBezTo>
                  <a:cubicBezTo>
                    <a:pt x="587145" y="344787"/>
                    <a:pt x="587022" y="345401"/>
                    <a:pt x="586895" y="346033"/>
                  </a:cubicBezTo>
                  <a:cubicBezTo>
                    <a:pt x="586773" y="346647"/>
                    <a:pt x="586650" y="347261"/>
                    <a:pt x="586523" y="347894"/>
                  </a:cubicBezTo>
                  <a:cubicBezTo>
                    <a:pt x="585787" y="348262"/>
                    <a:pt x="585787" y="348262"/>
                    <a:pt x="585035" y="348638"/>
                  </a:cubicBezTo>
                  <a:cubicBezTo>
                    <a:pt x="584789" y="349252"/>
                    <a:pt x="584544" y="349866"/>
                    <a:pt x="584291" y="350498"/>
                  </a:cubicBezTo>
                  <a:cubicBezTo>
                    <a:pt x="583547" y="352359"/>
                    <a:pt x="583547" y="352359"/>
                    <a:pt x="582058" y="353103"/>
                  </a:cubicBezTo>
                  <a:cubicBezTo>
                    <a:pt x="581690" y="353732"/>
                    <a:pt x="581322" y="354361"/>
                    <a:pt x="580942" y="355010"/>
                  </a:cubicBezTo>
                  <a:cubicBezTo>
                    <a:pt x="580390" y="355907"/>
                    <a:pt x="580390" y="355907"/>
                    <a:pt x="579826" y="356823"/>
                  </a:cubicBezTo>
                  <a:cubicBezTo>
                    <a:pt x="579335" y="356823"/>
                    <a:pt x="578844" y="356823"/>
                    <a:pt x="578338" y="356823"/>
                  </a:cubicBezTo>
                  <a:cubicBezTo>
                    <a:pt x="578338" y="358297"/>
                    <a:pt x="578338" y="359770"/>
                    <a:pt x="578338" y="361288"/>
                  </a:cubicBezTo>
                  <a:cubicBezTo>
                    <a:pt x="577847" y="361288"/>
                    <a:pt x="577355" y="361288"/>
                    <a:pt x="576849" y="361288"/>
                  </a:cubicBezTo>
                  <a:cubicBezTo>
                    <a:pt x="576345" y="363022"/>
                    <a:pt x="575849" y="364759"/>
                    <a:pt x="575361" y="366497"/>
                  </a:cubicBezTo>
                  <a:cubicBezTo>
                    <a:pt x="574624" y="366866"/>
                    <a:pt x="574624" y="366866"/>
                    <a:pt x="573873" y="367241"/>
                  </a:cubicBezTo>
                  <a:cubicBezTo>
                    <a:pt x="573765" y="367871"/>
                    <a:pt x="573658" y="368500"/>
                    <a:pt x="573547" y="369148"/>
                  </a:cubicBezTo>
                  <a:cubicBezTo>
                    <a:pt x="573409" y="369747"/>
                    <a:pt x="573271" y="370345"/>
                    <a:pt x="573129" y="370962"/>
                  </a:cubicBezTo>
                  <a:cubicBezTo>
                    <a:pt x="572392" y="370962"/>
                    <a:pt x="571655" y="370962"/>
                    <a:pt x="570896" y="370962"/>
                  </a:cubicBezTo>
                  <a:cubicBezTo>
                    <a:pt x="570781" y="372205"/>
                    <a:pt x="570781" y="372205"/>
                    <a:pt x="570664" y="373473"/>
                  </a:cubicBezTo>
                  <a:cubicBezTo>
                    <a:pt x="570495" y="374364"/>
                    <a:pt x="570326" y="375254"/>
                    <a:pt x="570152" y="376171"/>
                  </a:cubicBezTo>
                  <a:cubicBezTo>
                    <a:pt x="569415" y="376662"/>
                    <a:pt x="568679" y="377153"/>
                    <a:pt x="567920" y="377659"/>
                  </a:cubicBezTo>
                  <a:cubicBezTo>
                    <a:pt x="567920" y="378396"/>
                    <a:pt x="567920" y="379133"/>
                    <a:pt x="567920" y="379892"/>
                  </a:cubicBezTo>
                  <a:cubicBezTo>
                    <a:pt x="567920" y="380628"/>
                    <a:pt x="567920" y="381365"/>
                    <a:pt x="567920" y="382124"/>
                  </a:cubicBezTo>
                  <a:cubicBezTo>
                    <a:pt x="567183" y="382615"/>
                    <a:pt x="566446" y="383106"/>
                    <a:pt x="565687" y="383612"/>
                  </a:cubicBezTo>
                  <a:cubicBezTo>
                    <a:pt x="565142" y="385894"/>
                    <a:pt x="565142" y="385894"/>
                    <a:pt x="564943" y="388077"/>
                  </a:cubicBezTo>
                  <a:cubicBezTo>
                    <a:pt x="564206" y="388077"/>
                    <a:pt x="563470" y="388077"/>
                    <a:pt x="562711" y="388077"/>
                  </a:cubicBezTo>
                  <a:cubicBezTo>
                    <a:pt x="562674" y="388552"/>
                    <a:pt x="562638" y="389027"/>
                    <a:pt x="562600" y="389516"/>
                  </a:cubicBezTo>
                  <a:cubicBezTo>
                    <a:pt x="562545" y="390131"/>
                    <a:pt x="562489" y="390746"/>
                    <a:pt x="562432" y="391379"/>
                  </a:cubicBezTo>
                  <a:cubicBezTo>
                    <a:pt x="562354" y="392299"/>
                    <a:pt x="562354" y="392299"/>
                    <a:pt x="562275" y="393237"/>
                  </a:cubicBezTo>
                  <a:cubicBezTo>
                    <a:pt x="562173" y="393744"/>
                    <a:pt x="562071" y="394252"/>
                    <a:pt x="561967" y="394775"/>
                  </a:cubicBezTo>
                  <a:cubicBezTo>
                    <a:pt x="561475" y="395020"/>
                    <a:pt x="560984" y="395266"/>
                    <a:pt x="560478" y="395519"/>
                  </a:cubicBezTo>
                  <a:cubicBezTo>
                    <a:pt x="559830" y="397067"/>
                    <a:pt x="559830" y="397067"/>
                    <a:pt x="559316" y="398867"/>
                  </a:cubicBezTo>
                  <a:cubicBezTo>
                    <a:pt x="558314" y="402148"/>
                    <a:pt x="558314" y="402148"/>
                    <a:pt x="557502" y="402960"/>
                  </a:cubicBezTo>
                  <a:cubicBezTo>
                    <a:pt x="557330" y="403963"/>
                    <a:pt x="557196" y="404972"/>
                    <a:pt x="557083" y="405983"/>
                  </a:cubicBezTo>
                  <a:cubicBezTo>
                    <a:pt x="556976" y="406950"/>
                    <a:pt x="556868" y="407917"/>
                    <a:pt x="556758" y="408913"/>
                  </a:cubicBezTo>
                  <a:cubicBezTo>
                    <a:pt x="556021" y="408913"/>
                    <a:pt x="555284" y="408913"/>
                    <a:pt x="554525" y="408913"/>
                  </a:cubicBezTo>
                  <a:cubicBezTo>
                    <a:pt x="554280" y="411614"/>
                    <a:pt x="554034" y="414316"/>
                    <a:pt x="553781" y="417099"/>
                  </a:cubicBezTo>
                  <a:cubicBezTo>
                    <a:pt x="553044" y="417099"/>
                    <a:pt x="552308" y="417099"/>
                    <a:pt x="551549" y="417099"/>
                  </a:cubicBezTo>
                  <a:cubicBezTo>
                    <a:pt x="551572" y="418526"/>
                    <a:pt x="551572" y="418526"/>
                    <a:pt x="551595" y="419982"/>
                  </a:cubicBezTo>
                  <a:cubicBezTo>
                    <a:pt x="551642" y="422866"/>
                    <a:pt x="551642" y="422866"/>
                    <a:pt x="550805" y="424540"/>
                  </a:cubicBezTo>
                  <a:cubicBezTo>
                    <a:pt x="550313" y="424540"/>
                    <a:pt x="549822" y="424540"/>
                    <a:pt x="549316" y="424540"/>
                  </a:cubicBezTo>
                  <a:cubicBezTo>
                    <a:pt x="549071" y="427487"/>
                    <a:pt x="548825" y="430434"/>
                    <a:pt x="548572" y="433470"/>
                  </a:cubicBezTo>
                  <a:cubicBezTo>
                    <a:pt x="547835" y="433470"/>
                    <a:pt x="547099" y="433470"/>
                    <a:pt x="546340" y="433470"/>
                  </a:cubicBezTo>
                  <a:cubicBezTo>
                    <a:pt x="546094" y="436417"/>
                    <a:pt x="545849" y="439363"/>
                    <a:pt x="545596" y="442400"/>
                  </a:cubicBezTo>
                  <a:cubicBezTo>
                    <a:pt x="545104" y="442400"/>
                    <a:pt x="544613" y="442400"/>
                    <a:pt x="544107" y="442400"/>
                  </a:cubicBezTo>
                  <a:cubicBezTo>
                    <a:pt x="544066" y="443166"/>
                    <a:pt x="544066" y="443166"/>
                    <a:pt x="544023" y="443949"/>
                  </a:cubicBezTo>
                  <a:cubicBezTo>
                    <a:pt x="543974" y="444619"/>
                    <a:pt x="543925" y="445290"/>
                    <a:pt x="543875" y="445981"/>
                  </a:cubicBezTo>
                  <a:cubicBezTo>
                    <a:pt x="543810" y="446978"/>
                    <a:pt x="543810" y="446978"/>
                    <a:pt x="543744" y="447995"/>
                  </a:cubicBezTo>
                  <a:cubicBezTo>
                    <a:pt x="543302" y="450135"/>
                    <a:pt x="542647" y="450589"/>
                    <a:pt x="541131" y="452073"/>
                  </a:cubicBezTo>
                  <a:cubicBezTo>
                    <a:pt x="540731" y="453740"/>
                    <a:pt x="540731" y="453740"/>
                    <a:pt x="540666" y="455515"/>
                  </a:cubicBezTo>
                  <a:cubicBezTo>
                    <a:pt x="540449" y="458709"/>
                    <a:pt x="540449" y="458709"/>
                    <a:pt x="539642" y="459515"/>
                  </a:cubicBezTo>
                  <a:cubicBezTo>
                    <a:pt x="537822" y="459634"/>
                    <a:pt x="536020" y="459708"/>
                    <a:pt x="534198" y="459750"/>
                  </a:cubicBezTo>
                  <a:cubicBezTo>
                    <a:pt x="533654" y="459766"/>
                    <a:pt x="533110" y="459781"/>
                    <a:pt x="532549" y="459797"/>
                  </a:cubicBezTo>
                  <a:cubicBezTo>
                    <a:pt x="530806" y="459846"/>
                    <a:pt x="529062" y="459890"/>
                    <a:pt x="527318" y="459933"/>
                  </a:cubicBezTo>
                  <a:cubicBezTo>
                    <a:pt x="526138" y="459965"/>
                    <a:pt x="524958" y="459998"/>
                    <a:pt x="523779" y="460031"/>
                  </a:cubicBezTo>
                  <a:cubicBezTo>
                    <a:pt x="520881" y="460111"/>
                    <a:pt x="517983" y="460186"/>
                    <a:pt x="515086" y="460259"/>
                  </a:cubicBezTo>
                  <a:cubicBezTo>
                    <a:pt x="515086" y="461241"/>
                    <a:pt x="515086" y="462223"/>
                    <a:pt x="515086" y="463235"/>
                  </a:cubicBezTo>
                  <a:cubicBezTo>
                    <a:pt x="513976" y="463252"/>
                    <a:pt x="513976" y="463252"/>
                    <a:pt x="512843" y="463268"/>
                  </a:cubicBezTo>
                  <a:cubicBezTo>
                    <a:pt x="510107" y="463311"/>
                    <a:pt x="507371" y="463369"/>
                    <a:pt x="504635" y="463431"/>
                  </a:cubicBezTo>
                  <a:cubicBezTo>
                    <a:pt x="503449" y="463456"/>
                    <a:pt x="502263" y="463476"/>
                    <a:pt x="501077" y="463493"/>
                  </a:cubicBezTo>
                  <a:cubicBezTo>
                    <a:pt x="499375" y="463518"/>
                    <a:pt x="497675" y="463557"/>
                    <a:pt x="495974" y="463599"/>
                  </a:cubicBezTo>
                  <a:cubicBezTo>
                    <a:pt x="495440" y="463604"/>
                    <a:pt x="494907" y="463608"/>
                    <a:pt x="494357" y="463613"/>
                  </a:cubicBezTo>
                  <a:cubicBezTo>
                    <a:pt x="492721" y="463636"/>
                    <a:pt x="492721" y="463636"/>
                    <a:pt x="490529" y="463980"/>
                  </a:cubicBezTo>
                  <a:cubicBezTo>
                    <a:pt x="490284" y="464716"/>
                    <a:pt x="490038" y="465453"/>
                    <a:pt x="489785" y="466212"/>
                  </a:cubicBezTo>
                  <a:cubicBezTo>
                    <a:pt x="487886" y="466517"/>
                    <a:pt x="486162" y="466665"/>
                    <a:pt x="484250" y="466724"/>
                  </a:cubicBezTo>
                  <a:cubicBezTo>
                    <a:pt x="483692" y="466749"/>
                    <a:pt x="483134" y="466774"/>
                    <a:pt x="482558" y="466801"/>
                  </a:cubicBezTo>
                  <a:cubicBezTo>
                    <a:pt x="477749" y="466996"/>
                    <a:pt x="472936" y="467005"/>
                    <a:pt x="468124" y="466929"/>
                  </a:cubicBezTo>
                  <a:cubicBezTo>
                    <a:pt x="464349" y="466767"/>
                    <a:pt x="464349" y="466767"/>
                    <a:pt x="460763" y="467700"/>
                  </a:cubicBezTo>
                  <a:cubicBezTo>
                    <a:pt x="460763" y="468437"/>
                    <a:pt x="460763" y="469174"/>
                    <a:pt x="460763" y="469933"/>
                  </a:cubicBezTo>
                  <a:cubicBezTo>
                    <a:pt x="447994" y="470178"/>
                    <a:pt x="435225" y="470424"/>
                    <a:pt x="422068" y="470677"/>
                  </a:cubicBezTo>
                  <a:cubicBezTo>
                    <a:pt x="422068" y="471659"/>
                    <a:pt x="422068" y="472641"/>
                    <a:pt x="422068" y="473653"/>
                  </a:cubicBezTo>
                  <a:cubicBezTo>
                    <a:pt x="405587" y="473723"/>
                    <a:pt x="389106" y="473775"/>
                    <a:pt x="372625" y="473808"/>
                  </a:cubicBezTo>
                  <a:cubicBezTo>
                    <a:pt x="364973" y="473823"/>
                    <a:pt x="357321" y="473844"/>
                    <a:pt x="349669" y="473878"/>
                  </a:cubicBezTo>
                  <a:cubicBezTo>
                    <a:pt x="343002" y="473908"/>
                    <a:pt x="336335" y="473927"/>
                    <a:pt x="329668" y="473933"/>
                  </a:cubicBezTo>
                  <a:cubicBezTo>
                    <a:pt x="326136" y="473937"/>
                    <a:pt x="322603" y="473947"/>
                    <a:pt x="319071" y="473968"/>
                  </a:cubicBezTo>
                  <a:cubicBezTo>
                    <a:pt x="315750" y="473988"/>
                    <a:pt x="312430" y="473995"/>
                    <a:pt x="309109" y="473990"/>
                  </a:cubicBezTo>
                  <a:cubicBezTo>
                    <a:pt x="307886" y="473991"/>
                    <a:pt x="306664" y="473997"/>
                    <a:pt x="305441" y="474008"/>
                  </a:cubicBezTo>
                  <a:cubicBezTo>
                    <a:pt x="303779" y="474023"/>
                    <a:pt x="302118" y="474020"/>
                    <a:pt x="300456" y="474011"/>
                  </a:cubicBezTo>
                  <a:cubicBezTo>
                    <a:pt x="299524" y="474014"/>
                    <a:pt x="298592" y="474017"/>
                    <a:pt x="297631" y="474020"/>
                  </a:cubicBezTo>
                  <a:cubicBezTo>
                    <a:pt x="296949" y="473899"/>
                    <a:pt x="296267" y="473778"/>
                    <a:pt x="295564" y="473653"/>
                  </a:cubicBezTo>
                  <a:cubicBezTo>
                    <a:pt x="295020" y="472168"/>
                    <a:pt x="295020" y="472168"/>
                    <a:pt x="294820" y="470677"/>
                  </a:cubicBezTo>
                  <a:cubicBezTo>
                    <a:pt x="292586" y="470189"/>
                    <a:pt x="292586" y="470189"/>
                    <a:pt x="289864" y="470223"/>
                  </a:cubicBezTo>
                  <a:cubicBezTo>
                    <a:pt x="289122" y="470205"/>
                    <a:pt x="289122" y="470205"/>
                    <a:pt x="288366" y="470186"/>
                  </a:cubicBezTo>
                  <a:cubicBezTo>
                    <a:pt x="286781" y="470150"/>
                    <a:pt x="285197" y="470134"/>
                    <a:pt x="283612" y="470119"/>
                  </a:cubicBezTo>
                  <a:cubicBezTo>
                    <a:pt x="282539" y="470098"/>
                    <a:pt x="281467" y="470076"/>
                    <a:pt x="280395" y="470052"/>
                  </a:cubicBezTo>
                  <a:cubicBezTo>
                    <a:pt x="277762" y="469997"/>
                    <a:pt x="275129" y="469960"/>
                    <a:pt x="272496" y="469933"/>
                  </a:cubicBezTo>
                  <a:cubicBezTo>
                    <a:pt x="272468" y="469350"/>
                    <a:pt x="272440" y="468768"/>
                    <a:pt x="272412" y="468168"/>
                  </a:cubicBezTo>
                  <a:cubicBezTo>
                    <a:pt x="272363" y="467415"/>
                    <a:pt x="272314" y="466662"/>
                    <a:pt x="272263" y="465886"/>
                  </a:cubicBezTo>
                  <a:cubicBezTo>
                    <a:pt x="272220" y="465135"/>
                    <a:pt x="272177" y="464384"/>
                    <a:pt x="272133" y="463610"/>
                  </a:cubicBezTo>
                  <a:cubicBezTo>
                    <a:pt x="272007" y="462996"/>
                    <a:pt x="271881" y="462381"/>
                    <a:pt x="271752" y="461747"/>
                  </a:cubicBezTo>
                  <a:cubicBezTo>
                    <a:pt x="271015" y="461502"/>
                    <a:pt x="270278" y="461256"/>
                    <a:pt x="269519" y="461003"/>
                  </a:cubicBezTo>
                  <a:cubicBezTo>
                    <a:pt x="269355" y="459098"/>
                    <a:pt x="269526" y="457287"/>
                    <a:pt x="269659" y="455381"/>
                  </a:cubicBezTo>
                  <a:cubicBezTo>
                    <a:pt x="269486" y="453123"/>
                    <a:pt x="268839" y="452873"/>
                    <a:pt x="267287" y="451329"/>
                  </a:cubicBezTo>
                  <a:cubicBezTo>
                    <a:pt x="266906" y="449321"/>
                    <a:pt x="266906" y="449321"/>
                    <a:pt x="266775" y="447097"/>
                  </a:cubicBezTo>
                  <a:cubicBezTo>
                    <a:pt x="266726" y="446357"/>
                    <a:pt x="266677" y="445618"/>
                    <a:pt x="266627" y="444856"/>
                  </a:cubicBezTo>
                  <a:cubicBezTo>
                    <a:pt x="266599" y="444291"/>
                    <a:pt x="266571" y="443726"/>
                    <a:pt x="266543" y="443144"/>
                  </a:cubicBezTo>
                  <a:cubicBezTo>
                    <a:pt x="265806" y="443144"/>
                    <a:pt x="265069" y="443144"/>
                    <a:pt x="264310" y="443144"/>
                  </a:cubicBezTo>
                  <a:cubicBezTo>
                    <a:pt x="264310" y="440442"/>
                    <a:pt x="264310" y="437741"/>
                    <a:pt x="264310" y="434958"/>
                  </a:cubicBezTo>
                  <a:cubicBezTo>
                    <a:pt x="263328" y="434958"/>
                    <a:pt x="262346" y="434958"/>
                    <a:pt x="261334" y="434958"/>
                  </a:cubicBezTo>
                  <a:cubicBezTo>
                    <a:pt x="261334" y="432502"/>
                    <a:pt x="261334" y="430047"/>
                    <a:pt x="261334" y="427517"/>
                  </a:cubicBezTo>
                  <a:cubicBezTo>
                    <a:pt x="260597" y="427517"/>
                    <a:pt x="259860" y="427517"/>
                    <a:pt x="259101" y="427517"/>
                  </a:cubicBezTo>
                  <a:cubicBezTo>
                    <a:pt x="258610" y="424815"/>
                    <a:pt x="258119" y="422114"/>
                    <a:pt x="257613" y="419331"/>
                  </a:cubicBezTo>
                  <a:cubicBezTo>
                    <a:pt x="257122" y="419331"/>
                    <a:pt x="256631" y="419331"/>
                    <a:pt x="256125" y="419331"/>
                  </a:cubicBezTo>
                  <a:cubicBezTo>
                    <a:pt x="256097" y="418803"/>
                    <a:pt x="256069" y="418274"/>
                    <a:pt x="256041" y="417729"/>
                  </a:cubicBezTo>
                  <a:cubicBezTo>
                    <a:pt x="255967" y="416704"/>
                    <a:pt x="255967" y="416704"/>
                    <a:pt x="255892" y="415657"/>
                  </a:cubicBezTo>
                  <a:cubicBezTo>
                    <a:pt x="255849" y="414975"/>
                    <a:pt x="255806" y="414293"/>
                    <a:pt x="255761" y="413590"/>
                  </a:cubicBezTo>
                  <a:cubicBezTo>
                    <a:pt x="255636" y="413029"/>
                    <a:pt x="255510" y="412468"/>
                    <a:pt x="255381" y="411890"/>
                  </a:cubicBezTo>
                  <a:cubicBezTo>
                    <a:pt x="254644" y="411644"/>
                    <a:pt x="253907" y="411399"/>
                    <a:pt x="253148" y="411146"/>
                  </a:cubicBezTo>
                  <a:cubicBezTo>
                    <a:pt x="252820" y="409797"/>
                    <a:pt x="252820" y="409797"/>
                    <a:pt x="252730" y="408169"/>
                  </a:cubicBezTo>
                  <a:cubicBezTo>
                    <a:pt x="252666" y="406582"/>
                    <a:pt x="252666" y="406582"/>
                    <a:pt x="252404" y="405192"/>
                  </a:cubicBezTo>
                  <a:cubicBezTo>
                    <a:pt x="251913" y="404947"/>
                    <a:pt x="251422" y="404701"/>
                    <a:pt x="250916" y="404448"/>
                  </a:cubicBezTo>
                  <a:cubicBezTo>
                    <a:pt x="250474" y="402477"/>
                    <a:pt x="250364" y="400510"/>
                    <a:pt x="250172" y="398495"/>
                  </a:cubicBezTo>
                  <a:cubicBezTo>
                    <a:pt x="249435" y="398495"/>
                    <a:pt x="248698" y="398495"/>
                    <a:pt x="247939" y="398495"/>
                  </a:cubicBezTo>
                  <a:cubicBezTo>
                    <a:pt x="247694" y="396531"/>
                    <a:pt x="247448" y="394566"/>
                    <a:pt x="247195" y="392542"/>
                  </a:cubicBezTo>
                  <a:cubicBezTo>
                    <a:pt x="246458" y="392542"/>
                    <a:pt x="245722" y="392542"/>
                    <a:pt x="244963" y="392542"/>
                  </a:cubicBezTo>
                  <a:cubicBezTo>
                    <a:pt x="244871" y="391698"/>
                    <a:pt x="244779" y="390854"/>
                    <a:pt x="244684" y="389984"/>
                  </a:cubicBezTo>
                  <a:cubicBezTo>
                    <a:pt x="244530" y="389109"/>
                    <a:pt x="244377" y="388234"/>
                    <a:pt x="244219" y="387333"/>
                  </a:cubicBezTo>
                  <a:cubicBezTo>
                    <a:pt x="243727" y="387088"/>
                    <a:pt x="243236" y="386842"/>
                    <a:pt x="242730" y="386589"/>
                  </a:cubicBezTo>
                  <a:cubicBezTo>
                    <a:pt x="242289" y="384618"/>
                    <a:pt x="242178" y="382651"/>
                    <a:pt x="241986" y="380636"/>
                  </a:cubicBezTo>
                  <a:cubicBezTo>
                    <a:pt x="241249" y="380636"/>
                    <a:pt x="240513" y="380636"/>
                    <a:pt x="239754" y="380636"/>
                  </a:cubicBezTo>
                  <a:cubicBezTo>
                    <a:pt x="239220" y="379161"/>
                    <a:pt x="238725" y="377671"/>
                    <a:pt x="238265" y="376171"/>
                  </a:cubicBezTo>
                  <a:cubicBezTo>
                    <a:pt x="237774" y="375925"/>
                    <a:pt x="237283" y="375680"/>
                    <a:pt x="236777" y="375427"/>
                  </a:cubicBezTo>
                  <a:cubicBezTo>
                    <a:pt x="236792" y="374690"/>
                    <a:pt x="236808" y="373953"/>
                    <a:pt x="236824" y="373194"/>
                  </a:cubicBezTo>
                  <a:cubicBezTo>
                    <a:pt x="236801" y="372089"/>
                    <a:pt x="236801" y="372089"/>
                    <a:pt x="236777" y="370962"/>
                  </a:cubicBezTo>
                  <a:cubicBezTo>
                    <a:pt x="236040" y="370716"/>
                    <a:pt x="235304" y="370471"/>
                    <a:pt x="234545" y="370218"/>
                  </a:cubicBezTo>
                  <a:cubicBezTo>
                    <a:pt x="234289" y="369228"/>
                    <a:pt x="234042" y="368235"/>
                    <a:pt x="233801" y="367241"/>
                  </a:cubicBezTo>
                  <a:cubicBezTo>
                    <a:pt x="233064" y="366750"/>
                    <a:pt x="232327" y="366259"/>
                    <a:pt x="231568" y="365753"/>
                  </a:cubicBezTo>
                  <a:cubicBezTo>
                    <a:pt x="231057" y="364519"/>
                    <a:pt x="230559" y="363279"/>
                    <a:pt x="230080" y="362032"/>
                  </a:cubicBezTo>
                  <a:cubicBezTo>
                    <a:pt x="229589" y="361787"/>
                    <a:pt x="229098" y="361541"/>
                    <a:pt x="228592" y="361288"/>
                  </a:cubicBezTo>
                  <a:cubicBezTo>
                    <a:pt x="228344" y="360048"/>
                    <a:pt x="228095" y="358808"/>
                    <a:pt x="227847" y="357567"/>
                  </a:cubicBezTo>
                  <a:cubicBezTo>
                    <a:pt x="227356" y="357322"/>
                    <a:pt x="226865" y="357076"/>
                    <a:pt x="226359" y="356823"/>
                  </a:cubicBezTo>
                  <a:cubicBezTo>
                    <a:pt x="226252" y="356363"/>
                    <a:pt x="226144" y="355902"/>
                    <a:pt x="226034" y="355428"/>
                  </a:cubicBezTo>
                  <a:cubicBezTo>
                    <a:pt x="225525" y="353508"/>
                    <a:pt x="224828" y="352953"/>
                    <a:pt x="223383" y="351614"/>
                  </a:cubicBezTo>
                  <a:cubicBezTo>
                    <a:pt x="220496" y="348303"/>
                    <a:pt x="220496" y="348303"/>
                    <a:pt x="220080" y="346405"/>
                  </a:cubicBezTo>
                  <a:cubicBezTo>
                    <a:pt x="219732" y="344691"/>
                    <a:pt x="219732" y="344691"/>
                    <a:pt x="217848" y="343150"/>
                  </a:cubicBezTo>
                  <a:cubicBezTo>
                    <a:pt x="215783" y="341034"/>
                    <a:pt x="215349" y="339484"/>
                    <a:pt x="214453" y="336732"/>
                  </a:cubicBezTo>
                  <a:cubicBezTo>
                    <a:pt x="213716" y="336732"/>
                    <a:pt x="212980" y="336732"/>
                    <a:pt x="212221" y="336732"/>
                  </a:cubicBezTo>
                  <a:cubicBezTo>
                    <a:pt x="211802" y="335290"/>
                    <a:pt x="211802" y="335290"/>
                    <a:pt x="211476" y="333755"/>
                  </a:cubicBezTo>
                  <a:cubicBezTo>
                    <a:pt x="210985" y="333509"/>
                    <a:pt x="210494" y="333264"/>
                    <a:pt x="209988" y="333011"/>
                  </a:cubicBezTo>
                  <a:cubicBezTo>
                    <a:pt x="209743" y="332274"/>
                    <a:pt x="209497" y="331537"/>
                    <a:pt x="209244" y="330778"/>
                  </a:cubicBezTo>
                  <a:cubicBezTo>
                    <a:pt x="208507" y="330533"/>
                    <a:pt x="207771" y="330287"/>
                    <a:pt x="207012" y="330034"/>
                  </a:cubicBezTo>
                  <a:cubicBezTo>
                    <a:pt x="206763" y="329042"/>
                    <a:pt x="206515" y="328050"/>
                    <a:pt x="206267" y="327058"/>
                  </a:cubicBezTo>
                  <a:cubicBezTo>
                    <a:pt x="205531" y="326812"/>
                    <a:pt x="204794" y="326567"/>
                    <a:pt x="204035" y="326314"/>
                  </a:cubicBezTo>
                  <a:cubicBezTo>
                    <a:pt x="203758" y="325329"/>
                    <a:pt x="203509" y="324336"/>
                    <a:pt x="203291" y="323337"/>
                  </a:cubicBezTo>
                  <a:cubicBezTo>
                    <a:pt x="202800" y="323091"/>
                    <a:pt x="202309" y="322846"/>
                    <a:pt x="201803" y="322593"/>
                  </a:cubicBezTo>
                  <a:cubicBezTo>
                    <a:pt x="201557" y="321856"/>
                    <a:pt x="201311" y="321119"/>
                    <a:pt x="201058" y="320360"/>
                  </a:cubicBezTo>
                  <a:cubicBezTo>
                    <a:pt x="200322" y="320115"/>
                    <a:pt x="199585" y="319869"/>
                    <a:pt x="198826" y="319616"/>
                  </a:cubicBezTo>
                  <a:cubicBezTo>
                    <a:pt x="198719" y="319125"/>
                    <a:pt x="198611" y="318634"/>
                    <a:pt x="198500" y="318128"/>
                  </a:cubicBezTo>
                  <a:cubicBezTo>
                    <a:pt x="198362" y="317637"/>
                    <a:pt x="198224" y="317146"/>
                    <a:pt x="198082" y="316640"/>
                  </a:cubicBezTo>
                  <a:cubicBezTo>
                    <a:pt x="197095" y="316371"/>
                    <a:pt x="196103" y="316121"/>
                    <a:pt x="195105" y="315896"/>
                  </a:cubicBezTo>
                  <a:cubicBezTo>
                    <a:pt x="195105" y="315159"/>
                    <a:pt x="195105" y="314422"/>
                    <a:pt x="195105" y="313663"/>
                  </a:cubicBezTo>
                  <a:cubicBezTo>
                    <a:pt x="194369" y="313418"/>
                    <a:pt x="193632" y="313172"/>
                    <a:pt x="192873" y="312919"/>
                  </a:cubicBezTo>
                  <a:cubicBezTo>
                    <a:pt x="192627" y="312182"/>
                    <a:pt x="192382" y="311446"/>
                    <a:pt x="192129" y="310687"/>
                  </a:cubicBezTo>
                  <a:cubicBezTo>
                    <a:pt x="191392" y="310195"/>
                    <a:pt x="190655" y="309704"/>
                    <a:pt x="189896" y="309198"/>
                  </a:cubicBezTo>
                  <a:cubicBezTo>
                    <a:pt x="189651" y="308462"/>
                    <a:pt x="189405" y="307725"/>
                    <a:pt x="189152" y="306966"/>
                  </a:cubicBezTo>
                  <a:cubicBezTo>
                    <a:pt x="188584" y="306659"/>
                    <a:pt x="188016" y="306352"/>
                    <a:pt x="187431" y="306036"/>
                  </a:cubicBezTo>
                  <a:cubicBezTo>
                    <a:pt x="185398" y="304712"/>
                    <a:pt x="184939" y="304096"/>
                    <a:pt x="183850" y="302036"/>
                  </a:cubicBezTo>
                  <a:cubicBezTo>
                    <a:pt x="182719" y="299333"/>
                    <a:pt x="182719" y="299333"/>
                    <a:pt x="180222" y="298780"/>
                  </a:cubicBezTo>
                  <a:cubicBezTo>
                    <a:pt x="179974" y="297540"/>
                    <a:pt x="179726" y="296300"/>
                    <a:pt x="179478" y="295060"/>
                  </a:cubicBezTo>
                  <a:cubicBezTo>
                    <a:pt x="178742" y="294814"/>
                    <a:pt x="178005" y="294569"/>
                    <a:pt x="177246" y="294316"/>
                  </a:cubicBezTo>
                  <a:cubicBezTo>
                    <a:pt x="177246" y="293579"/>
                    <a:pt x="177246" y="292842"/>
                    <a:pt x="177246" y="292083"/>
                  </a:cubicBezTo>
                  <a:cubicBezTo>
                    <a:pt x="176264" y="292083"/>
                    <a:pt x="175281" y="292083"/>
                    <a:pt x="174269" y="292083"/>
                  </a:cubicBezTo>
                  <a:cubicBezTo>
                    <a:pt x="174269" y="291101"/>
                    <a:pt x="174269" y="290119"/>
                    <a:pt x="174269" y="289107"/>
                  </a:cubicBezTo>
                  <a:cubicBezTo>
                    <a:pt x="173748" y="289045"/>
                    <a:pt x="173226" y="288984"/>
                    <a:pt x="172688" y="288921"/>
                  </a:cubicBezTo>
                  <a:cubicBezTo>
                    <a:pt x="169676" y="288135"/>
                    <a:pt x="168835" y="286343"/>
                    <a:pt x="167148" y="283831"/>
                  </a:cubicBezTo>
                  <a:cubicBezTo>
                    <a:pt x="166062" y="282215"/>
                    <a:pt x="166062" y="282215"/>
                    <a:pt x="163851" y="280921"/>
                  </a:cubicBezTo>
                  <a:cubicBezTo>
                    <a:pt x="163851" y="280184"/>
                    <a:pt x="163851" y="279448"/>
                    <a:pt x="163851" y="278689"/>
                  </a:cubicBezTo>
                  <a:cubicBezTo>
                    <a:pt x="162861" y="278433"/>
                    <a:pt x="161869" y="278185"/>
                    <a:pt x="160875" y="277944"/>
                  </a:cubicBezTo>
                  <a:cubicBezTo>
                    <a:pt x="160629" y="277208"/>
                    <a:pt x="160384" y="276471"/>
                    <a:pt x="160131" y="275712"/>
                  </a:cubicBezTo>
                  <a:cubicBezTo>
                    <a:pt x="159394" y="275466"/>
                    <a:pt x="158657" y="275221"/>
                    <a:pt x="157898" y="274968"/>
                  </a:cubicBezTo>
                  <a:cubicBezTo>
                    <a:pt x="157898" y="273986"/>
                    <a:pt x="157898" y="273003"/>
                    <a:pt x="157898" y="271991"/>
                  </a:cubicBezTo>
                  <a:cubicBezTo>
                    <a:pt x="157376" y="271915"/>
                    <a:pt x="156855" y="271838"/>
                    <a:pt x="156317" y="271759"/>
                  </a:cubicBezTo>
                  <a:cubicBezTo>
                    <a:pt x="153117" y="270994"/>
                    <a:pt x="151511" y="268714"/>
                    <a:pt x="149713" y="266038"/>
                  </a:cubicBezTo>
                  <a:cubicBezTo>
                    <a:pt x="149713" y="265547"/>
                    <a:pt x="149713" y="265056"/>
                    <a:pt x="149713" y="264550"/>
                  </a:cubicBezTo>
                  <a:cubicBezTo>
                    <a:pt x="148976" y="264304"/>
                    <a:pt x="148239" y="264059"/>
                    <a:pt x="147480" y="263806"/>
                  </a:cubicBezTo>
                  <a:cubicBezTo>
                    <a:pt x="146364" y="262646"/>
                    <a:pt x="146364" y="262646"/>
                    <a:pt x="145248" y="261248"/>
                  </a:cubicBezTo>
                  <a:cubicBezTo>
                    <a:pt x="143786" y="259424"/>
                    <a:pt x="142777" y="258438"/>
                    <a:pt x="140783" y="257109"/>
                  </a:cubicBezTo>
                  <a:cubicBezTo>
                    <a:pt x="140783" y="256372"/>
                    <a:pt x="140783" y="255635"/>
                    <a:pt x="140783" y="254876"/>
                  </a:cubicBezTo>
                  <a:cubicBezTo>
                    <a:pt x="140347" y="254769"/>
                    <a:pt x="139910" y="254661"/>
                    <a:pt x="139460" y="254551"/>
                  </a:cubicBezTo>
                  <a:cubicBezTo>
                    <a:pt x="137239" y="253988"/>
                    <a:pt x="136569" y="252927"/>
                    <a:pt x="135155" y="251155"/>
                  </a:cubicBezTo>
                  <a:cubicBezTo>
                    <a:pt x="133215" y="248687"/>
                    <a:pt x="133215" y="248687"/>
                    <a:pt x="130365" y="247435"/>
                  </a:cubicBezTo>
                  <a:cubicBezTo>
                    <a:pt x="130365" y="246452"/>
                    <a:pt x="130365" y="245470"/>
                    <a:pt x="130365" y="244458"/>
                  </a:cubicBezTo>
                  <a:cubicBezTo>
                    <a:pt x="129828" y="244366"/>
                    <a:pt x="129291" y="244274"/>
                    <a:pt x="128737" y="244179"/>
                  </a:cubicBezTo>
                  <a:cubicBezTo>
                    <a:pt x="125605" y="243483"/>
                    <a:pt x="124765" y="241828"/>
                    <a:pt x="122924" y="239249"/>
                  </a:cubicBezTo>
                  <a:cubicBezTo>
                    <a:pt x="122924" y="238758"/>
                    <a:pt x="122924" y="238267"/>
                    <a:pt x="122924" y="237761"/>
                  </a:cubicBezTo>
                  <a:cubicBezTo>
                    <a:pt x="122433" y="237531"/>
                    <a:pt x="121941" y="237300"/>
                    <a:pt x="121435" y="237063"/>
                  </a:cubicBezTo>
                  <a:cubicBezTo>
                    <a:pt x="120944" y="236802"/>
                    <a:pt x="120453" y="236541"/>
                    <a:pt x="119947" y="236273"/>
                  </a:cubicBezTo>
                  <a:cubicBezTo>
                    <a:pt x="119947" y="235536"/>
                    <a:pt x="119947" y="234799"/>
                    <a:pt x="119947" y="234040"/>
                  </a:cubicBezTo>
                  <a:cubicBezTo>
                    <a:pt x="118965" y="234040"/>
                    <a:pt x="117983" y="234040"/>
                    <a:pt x="116970" y="234040"/>
                  </a:cubicBezTo>
                  <a:cubicBezTo>
                    <a:pt x="116970" y="233058"/>
                    <a:pt x="116970" y="232076"/>
                    <a:pt x="116970" y="231064"/>
                  </a:cubicBezTo>
                  <a:cubicBezTo>
                    <a:pt x="115737" y="230786"/>
                    <a:pt x="114496" y="230537"/>
                    <a:pt x="113250" y="230319"/>
                  </a:cubicBezTo>
                  <a:cubicBezTo>
                    <a:pt x="113250" y="229583"/>
                    <a:pt x="113250" y="228846"/>
                    <a:pt x="113250" y="228087"/>
                  </a:cubicBezTo>
                  <a:cubicBezTo>
                    <a:pt x="112651" y="227857"/>
                    <a:pt x="112053" y="227627"/>
                    <a:pt x="111436" y="227389"/>
                  </a:cubicBezTo>
                  <a:cubicBezTo>
                    <a:pt x="110807" y="227128"/>
                    <a:pt x="110177" y="226868"/>
                    <a:pt x="109529" y="226599"/>
                  </a:cubicBezTo>
                  <a:cubicBezTo>
                    <a:pt x="109267" y="225610"/>
                    <a:pt x="109017" y="224618"/>
                    <a:pt x="108785" y="223622"/>
                  </a:cubicBezTo>
                  <a:cubicBezTo>
                    <a:pt x="107803" y="223622"/>
                    <a:pt x="106820" y="223622"/>
                    <a:pt x="105808" y="223622"/>
                  </a:cubicBezTo>
                  <a:cubicBezTo>
                    <a:pt x="105808" y="222640"/>
                    <a:pt x="105808" y="221658"/>
                    <a:pt x="105808" y="220646"/>
                  </a:cubicBezTo>
                  <a:cubicBezTo>
                    <a:pt x="104826" y="220646"/>
                    <a:pt x="103844" y="220646"/>
                    <a:pt x="102832" y="220646"/>
                  </a:cubicBezTo>
                  <a:cubicBezTo>
                    <a:pt x="102832" y="219663"/>
                    <a:pt x="102832" y="218681"/>
                    <a:pt x="102832" y="217669"/>
                  </a:cubicBezTo>
                  <a:cubicBezTo>
                    <a:pt x="101594" y="217408"/>
                    <a:pt x="100354" y="217162"/>
                    <a:pt x="99111" y="216925"/>
                  </a:cubicBezTo>
                  <a:cubicBezTo>
                    <a:pt x="98274" y="215483"/>
                    <a:pt x="98274" y="215483"/>
                    <a:pt x="97623" y="213948"/>
                  </a:cubicBezTo>
                  <a:cubicBezTo>
                    <a:pt x="96886" y="213457"/>
                    <a:pt x="96149" y="212966"/>
                    <a:pt x="95390" y="212460"/>
                  </a:cubicBezTo>
                  <a:cubicBezTo>
                    <a:pt x="95390" y="211723"/>
                    <a:pt x="95390" y="210987"/>
                    <a:pt x="95390" y="210228"/>
                  </a:cubicBezTo>
                  <a:cubicBezTo>
                    <a:pt x="94408" y="210228"/>
                    <a:pt x="93426" y="210228"/>
                    <a:pt x="92414" y="210228"/>
                  </a:cubicBezTo>
                  <a:cubicBezTo>
                    <a:pt x="92414" y="209245"/>
                    <a:pt x="92414" y="208263"/>
                    <a:pt x="92414" y="207251"/>
                  </a:cubicBezTo>
                  <a:cubicBezTo>
                    <a:pt x="91180" y="206973"/>
                    <a:pt x="89939" y="206725"/>
                    <a:pt x="88693" y="206507"/>
                  </a:cubicBezTo>
                  <a:cubicBezTo>
                    <a:pt x="88693" y="205770"/>
                    <a:pt x="88693" y="205034"/>
                    <a:pt x="88693" y="204275"/>
                  </a:cubicBezTo>
                  <a:cubicBezTo>
                    <a:pt x="87795" y="203929"/>
                    <a:pt x="87795" y="203929"/>
                    <a:pt x="86879" y="203577"/>
                  </a:cubicBezTo>
                  <a:cubicBezTo>
                    <a:pt x="86250" y="203316"/>
                    <a:pt x="85621" y="203055"/>
                    <a:pt x="84972" y="202786"/>
                  </a:cubicBezTo>
                  <a:cubicBezTo>
                    <a:pt x="84711" y="201798"/>
                    <a:pt x="84461" y="200806"/>
                    <a:pt x="84228" y="199810"/>
                  </a:cubicBezTo>
                  <a:cubicBezTo>
                    <a:pt x="83246" y="199810"/>
                    <a:pt x="82264" y="199810"/>
                    <a:pt x="81252" y="199810"/>
                  </a:cubicBezTo>
                  <a:cubicBezTo>
                    <a:pt x="81252" y="198827"/>
                    <a:pt x="81252" y="197845"/>
                    <a:pt x="81252" y="196833"/>
                  </a:cubicBezTo>
                  <a:cubicBezTo>
                    <a:pt x="80018" y="196555"/>
                    <a:pt x="78777" y="196307"/>
                    <a:pt x="77531" y="196089"/>
                  </a:cubicBezTo>
                  <a:cubicBezTo>
                    <a:pt x="77531" y="195352"/>
                    <a:pt x="77531" y="194616"/>
                    <a:pt x="77531" y="193857"/>
                  </a:cubicBezTo>
                  <a:cubicBezTo>
                    <a:pt x="76552" y="193335"/>
                    <a:pt x="75558" y="192841"/>
                    <a:pt x="74554" y="192368"/>
                  </a:cubicBezTo>
                  <a:cubicBezTo>
                    <a:pt x="74063" y="191632"/>
                    <a:pt x="73572" y="190895"/>
                    <a:pt x="73066" y="190136"/>
                  </a:cubicBezTo>
                  <a:cubicBezTo>
                    <a:pt x="72330" y="189890"/>
                    <a:pt x="71593" y="189645"/>
                    <a:pt x="70834" y="189392"/>
                  </a:cubicBezTo>
                  <a:cubicBezTo>
                    <a:pt x="70834" y="188409"/>
                    <a:pt x="70834" y="187427"/>
                    <a:pt x="70834" y="186415"/>
                  </a:cubicBezTo>
                  <a:cubicBezTo>
                    <a:pt x="69386" y="185976"/>
                    <a:pt x="69386" y="185976"/>
                    <a:pt x="67857" y="185671"/>
                  </a:cubicBezTo>
                  <a:cubicBezTo>
                    <a:pt x="67612" y="184934"/>
                    <a:pt x="67366" y="184198"/>
                    <a:pt x="67113" y="183439"/>
                  </a:cubicBezTo>
                  <a:cubicBezTo>
                    <a:pt x="66499" y="183316"/>
                    <a:pt x="65885" y="183193"/>
                    <a:pt x="65253" y="183067"/>
                  </a:cubicBezTo>
                  <a:cubicBezTo>
                    <a:pt x="64639" y="182944"/>
                    <a:pt x="64025" y="182821"/>
                    <a:pt x="63392" y="182694"/>
                  </a:cubicBezTo>
                  <a:cubicBezTo>
                    <a:pt x="63147" y="181958"/>
                    <a:pt x="62901" y="181221"/>
                    <a:pt x="62648" y="180462"/>
                  </a:cubicBezTo>
                  <a:cubicBezTo>
                    <a:pt x="62142" y="179956"/>
                    <a:pt x="61635" y="179449"/>
                    <a:pt x="61113" y="178927"/>
                  </a:cubicBezTo>
                  <a:cubicBezTo>
                    <a:pt x="59672" y="177485"/>
                    <a:pt x="59672" y="177485"/>
                    <a:pt x="59672" y="175997"/>
                  </a:cubicBezTo>
                  <a:cubicBezTo>
                    <a:pt x="58689" y="175997"/>
                    <a:pt x="57707" y="175997"/>
                    <a:pt x="56695" y="175997"/>
                  </a:cubicBezTo>
                  <a:cubicBezTo>
                    <a:pt x="56695" y="175015"/>
                    <a:pt x="56695" y="174033"/>
                    <a:pt x="56695" y="173021"/>
                  </a:cubicBezTo>
                  <a:cubicBezTo>
                    <a:pt x="55463" y="172736"/>
                    <a:pt x="54221" y="172489"/>
                    <a:pt x="52974" y="172276"/>
                  </a:cubicBezTo>
                  <a:cubicBezTo>
                    <a:pt x="52729" y="171540"/>
                    <a:pt x="52483" y="170803"/>
                    <a:pt x="52230" y="170044"/>
                  </a:cubicBezTo>
                  <a:cubicBezTo>
                    <a:pt x="51739" y="169799"/>
                    <a:pt x="51248" y="169553"/>
                    <a:pt x="50742" y="169300"/>
                  </a:cubicBezTo>
                  <a:cubicBezTo>
                    <a:pt x="49254" y="168556"/>
                    <a:pt x="49254" y="168556"/>
                    <a:pt x="48510" y="166323"/>
                  </a:cubicBezTo>
                  <a:cubicBezTo>
                    <a:pt x="47773" y="166078"/>
                    <a:pt x="47036" y="165832"/>
                    <a:pt x="46277" y="165579"/>
                  </a:cubicBezTo>
                  <a:cubicBezTo>
                    <a:pt x="46170" y="165073"/>
                    <a:pt x="46062" y="164566"/>
                    <a:pt x="45952" y="164044"/>
                  </a:cubicBezTo>
                  <a:cubicBezTo>
                    <a:pt x="45813" y="163569"/>
                    <a:pt x="45675" y="163093"/>
                    <a:pt x="45533" y="162603"/>
                  </a:cubicBezTo>
                  <a:cubicBezTo>
                    <a:pt x="44551" y="162603"/>
                    <a:pt x="43568" y="162603"/>
                    <a:pt x="42556" y="162603"/>
                  </a:cubicBezTo>
                  <a:cubicBezTo>
                    <a:pt x="42449" y="162142"/>
                    <a:pt x="42342" y="161682"/>
                    <a:pt x="42231" y="161207"/>
                  </a:cubicBezTo>
                  <a:cubicBezTo>
                    <a:pt x="42093" y="160686"/>
                    <a:pt x="41955" y="160164"/>
                    <a:pt x="41812" y="159626"/>
                  </a:cubicBezTo>
                  <a:cubicBezTo>
                    <a:pt x="40583" y="159104"/>
                    <a:pt x="39342" y="158607"/>
                    <a:pt x="38092" y="158138"/>
                  </a:cubicBezTo>
                  <a:cubicBezTo>
                    <a:pt x="37846" y="157401"/>
                    <a:pt x="37600" y="156664"/>
                    <a:pt x="37347" y="155905"/>
                  </a:cubicBezTo>
                  <a:cubicBezTo>
                    <a:pt x="36611" y="155414"/>
                    <a:pt x="35874" y="154923"/>
                    <a:pt x="35115" y="154417"/>
                  </a:cubicBezTo>
                  <a:cubicBezTo>
                    <a:pt x="35115" y="153680"/>
                    <a:pt x="35115" y="152944"/>
                    <a:pt x="35115" y="152185"/>
                  </a:cubicBezTo>
                  <a:cubicBezTo>
                    <a:pt x="33887" y="152185"/>
                    <a:pt x="32659" y="152185"/>
                    <a:pt x="31394" y="152185"/>
                  </a:cubicBezTo>
                  <a:cubicBezTo>
                    <a:pt x="31394" y="151448"/>
                    <a:pt x="31394" y="150711"/>
                    <a:pt x="31394" y="149952"/>
                  </a:cubicBezTo>
                  <a:cubicBezTo>
                    <a:pt x="30811" y="149722"/>
                    <a:pt x="30228" y="149492"/>
                    <a:pt x="29627" y="149255"/>
                  </a:cubicBezTo>
                  <a:cubicBezTo>
                    <a:pt x="27674" y="148464"/>
                    <a:pt x="27674" y="148464"/>
                    <a:pt x="26790" y="146929"/>
                  </a:cubicBezTo>
                  <a:cubicBezTo>
                    <a:pt x="26590" y="146453"/>
                    <a:pt x="26391" y="145978"/>
                    <a:pt x="26185" y="145487"/>
                  </a:cubicBezTo>
                  <a:cubicBezTo>
                    <a:pt x="25694" y="145242"/>
                    <a:pt x="25203" y="144996"/>
                    <a:pt x="24697" y="144743"/>
                  </a:cubicBezTo>
                  <a:cubicBezTo>
                    <a:pt x="24451" y="144007"/>
                    <a:pt x="24206" y="143270"/>
                    <a:pt x="23953" y="142511"/>
                  </a:cubicBezTo>
                  <a:cubicBezTo>
                    <a:pt x="23216" y="142265"/>
                    <a:pt x="22480" y="142020"/>
                    <a:pt x="21720" y="141767"/>
                  </a:cubicBezTo>
                  <a:cubicBezTo>
                    <a:pt x="21613" y="141260"/>
                    <a:pt x="21506" y="140754"/>
                    <a:pt x="21395" y="140232"/>
                  </a:cubicBezTo>
                  <a:cubicBezTo>
                    <a:pt x="21257" y="139756"/>
                    <a:pt x="21119" y="139280"/>
                    <a:pt x="20976" y="138790"/>
                  </a:cubicBezTo>
                  <a:cubicBezTo>
                    <a:pt x="19994" y="138790"/>
                    <a:pt x="19012" y="138790"/>
                    <a:pt x="18000" y="138790"/>
                  </a:cubicBezTo>
                  <a:cubicBezTo>
                    <a:pt x="17478" y="137811"/>
                    <a:pt x="16984" y="136817"/>
                    <a:pt x="16512" y="135814"/>
                  </a:cubicBezTo>
                  <a:cubicBezTo>
                    <a:pt x="15525" y="135306"/>
                    <a:pt x="14533" y="134808"/>
                    <a:pt x="13535" y="134325"/>
                  </a:cubicBezTo>
                  <a:cubicBezTo>
                    <a:pt x="13289" y="133589"/>
                    <a:pt x="13044" y="132852"/>
                    <a:pt x="12791" y="132093"/>
                  </a:cubicBezTo>
                  <a:cubicBezTo>
                    <a:pt x="12054" y="131847"/>
                    <a:pt x="11317" y="131602"/>
                    <a:pt x="10558" y="131349"/>
                  </a:cubicBezTo>
                  <a:cubicBezTo>
                    <a:pt x="10313" y="130612"/>
                    <a:pt x="10067" y="129875"/>
                    <a:pt x="9814" y="129116"/>
                  </a:cubicBezTo>
                  <a:cubicBezTo>
                    <a:pt x="9323" y="128994"/>
                    <a:pt x="8832" y="128871"/>
                    <a:pt x="8326" y="128744"/>
                  </a:cubicBezTo>
                  <a:cubicBezTo>
                    <a:pt x="7835" y="128621"/>
                    <a:pt x="7344" y="128499"/>
                    <a:pt x="6838" y="128372"/>
                  </a:cubicBezTo>
                  <a:cubicBezTo>
                    <a:pt x="6592" y="127635"/>
                    <a:pt x="6347" y="126899"/>
                    <a:pt x="6094" y="126140"/>
                  </a:cubicBezTo>
                  <a:cubicBezTo>
                    <a:pt x="5341" y="125817"/>
                    <a:pt x="4589" y="125495"/>
                    <a:pt x="3815" y="125163"/>
                  </a:cubicBezTo>
                  <a:cubicBezTo>
                    <a:pt x="3093" y="124749"/>
                    <a:pt x="2372" y="124334"/>
                    <a:pt x="1629" y="123907"/>
                  </a:cubicBezTo>
                  <a:cubicBezTo>
                    <a:pt x="1117" y="121675"/>
                    <a:pt x="1117" y="121675"/>
                    <a:pt x="1629" y="119443"/>
                  </a:cubicBezTo>
                  <a:cubicBezTo>
                    <a:pt x="3406" y="118039"/>
                    <a:pt x="4545" y="117210"/>
                    <a:pt x="6838" y="117210"/>
                  </a:cubicBezTo>
                  <a:cubicBezTo>
                    <a:pt x="6838" y="116473"/>
                    <a:pt x="6838" y="115737"/>
                    <a:pt x="6838" y="114978"/>
                  </a:cubicBezTo>
                  <a:cubicBezTo>
                    <a:pt x="10276" y="114732"/>
                    <a:pt x="13714" y="114487"/>
                    <a:pt x="17256" y="114234"/>
                  </a:cubicBezTo>
                  <a:cubicBezTo>
                    <a:pt x="17256" y="113251"/>
                    <a:pt x="17256" y="112269"/>
                    <a:pt x="17256" y="111257"/>
                  </a:cubicBezTo>
                  <a:cubicBezTo>
                    <a:pt x="17945" y="111229"/>
                    <a:pt x="18635" y="111201"/>
                    <a:pt x="19346" y="111173"/>
                  </a:cubicBezTo>
                  <a:cubicBezTo>
                    <a:pt x="20237" y="111124"/>
                    <a:pt x="21128" y="111075"/>
                    <a:pt x="22046" y="111024"/>
                  </a:cubicBezTo>
                  <a:cubicBezTo>
                    <a:pt x="23380" y="110960"/>
                    <a:pt x="23380" y="110960"/>
                    <a:pt x="24741" y="110894"/>
                  </a:cubicBezTo>
                  <a:cubicBezTo>
                    <a:pt x="25463" y="110768"/>
                    <a:pt x="26185" y="110642"/>
                    <a:pt x="26929" y="110513"/>
                  </a:cubicBezTo>
                  <a:cubicBezTo>
                    <a:pt x="27175" y="109776"/>
                    <a:pt x="27421" y="109039"/>
                    <a:pt x="27674" y="108280"/>
                  </a:cubicBezTo>
                  <a:cubicBezTo>
                    <a:pt x="30046" y="107815"/>
                    <a:pt x="30046" y="107815"/>
                    <a:pt x="32883" y="107536"/>
                  </a:cubicBezTo>
                  <a:cubicBezTo>
                    <a:pt x="35317" y="107318"/>
                    <a:pt x="35317" y="107318"/>
                    <a:pt x="37347" y="106792"/>
                  </a:cubicBezTo>
                  <a:cubicBezTo>
                    <a:pt x="37593" y="106055"/>
                    <a:pt x="37839" y="105319"/>
                    <a:pt x="38092" y="104560"/>
                  </a:cubicBezTo>
                  <a:cubicBezTo>
                    <a:pt x="40604" y="104239"/>
                    <a:pt x="43071" y="104232"/>
                    <a:pt x="45603" y="104191"/>
                  </a:cubicBezTo>
                  <a:cubicBezTo>
                    <a:pt x="46673" y="104005"/>
                    <a:pt x="46673" y="104005"/>
                    <a:pt x="47765" y="103816"/>
                  </a:cubicBezTo>
                  <a:cubicBezTo>
                    <a:pt x="47938" y="103079"/>
                    <a:pt x="47938" y="103079"/>
                    <a:pt x="48114" y="102327"/>
                  </a:cubicBezTo>
                  <a:cubicBezTo>
                    <a:pt x="48245" y="101836"/>
                    <a:pt x="48375" y="101345"/>
                    <a:pt x="48510" y="100839"/>
                  </a:cubicBezTo>
                  <a:cubicBezTo>
                    <a:pt x="50835" y="100464"/>
                    <a:pt x="50835" y="100464"/>
                    <a:pt x="53719" y="100420"/>
                  </a:cubicBezTo>
                  <a:cubicBezTo>
                    <a:pt x="56515" y="100421"/>
                    <a:pt x="56515" y="100421"/>
                    <a:pt x="58928" y="100095"/>
                  </a:cubicBezTo>
                  <a:cubicBezTo>
                    <a:pt x="59173" y="99358"/>
                    <a:pt x="59419" y="98621"/>
                    <a:pt x="59672" y="97862"/>
                  </a:cubicBezTo>
                  <a:cubicBezTo>
                    <a:pt x="61599" y="97571"/>
                    <a:pt x="63363" y="97413"/>
                    <a:pt x="65299" y="97351"/>
                  </a:cubicBezTo>
                  <a:cubicBezTo>
                    <a:pt x="65828" y="97325"/>
                    <a:pt x="66357" y="97300"/>
                    <a:pt x="66902" y="97274"/>
                  </a:cubicBezTo>
                  <a:cubicBezTo>
                    <a:pt x="68212" y="97212"/>
                    <a:pt x="69523" y="97164"/>
                    <a:pt x="70834" y="97118"/>
                  </a:cubicBezTo>
                  <a:cubicBezTo>
                    <a:pt x="70834" y="96136"/>
                    <a:pt x="70834" y="95154"/>
                    <a:pt x="70834" y="94142"/>
                  </a:cubicBezTo>
                  <a:cubicBezTo>
                    <a:pt x="71631" y="94114"/>
                    <a:pt x="72428" y="94086"/>
                    <a:pt x="73249" y="94057"/>
                  </a:cubicBezTo>
                  <a:cubicBezTo>
                    <a:pt x="74289" y="94009"/>
                    <a:pt x="75329" y="93959"/>
                    <a:pt x="76368" y="93909"/>
                  </a:cubicBezTo>
                  <a:cubicBezTo>
                    <a:pt x="76894" y="93892"/>
                    <a:pt x="77421" y="93876"/>
                    <a:pt x="77963" y="93858"/>
                  </a:cubicBezTo>
                  <a:cubicBezTo>
                    <a:pt x="79654" y="93794"/>
                    <a:pt x="79654" y="93794"/>
                    <a:pt x="81996" y="93398"/>
                  </a:cubicBezTo>
                  <a:cubicBezTo>
                    <a:pt x="82364" y="92293"/>
                    <a:pt x="82364" y="92293"/>
                    <a:pt x="82740" y="91165"/>
                  </a:cubicBezTo>
                  <a:cubicBezTo>
                    <a:pt x="84688" y="90811"/>
                    <a:pt x="84688" y="90811"/>
                    <a:pt x="87112" y="90700"/>
                  </a:cubicBezTo>
                  <a:cubicBezTo>
                    <a:pt x="89598" y="90574"/>
                    <a:pt x="91534" y="90466"/>
                    <a:pt x="93902" y="89677"/>
                  </a:cubicBezTo>
                  <a:cubicBezTo>
                    <a:pt x="94270" y="88572"/>
                    <a:pt x="94270" y="88572"/>
                    <a:pt x="94646" y="87444"/>
                  </a:cubicBezTo>
                  <a:cubicBezTo>
                    <a:pt x="97217" y="87177"/>
                    <a:pt x="99710" y="87120"/>
                    <a:pt x="102291" y="87117"/>
                  </a:cubicBezTo>
                  <a:cubicBezTo>
                    <a:pt x="104082" y="87101"/>
                    <a:pt x="104082" y="87101"/>
                    <a:pt x="106553" y="86700"/>
                  </a:cubicBezTo>
                  <a:cubicBezTo>
                    <a:pt x="106815" y="85712"/>
                    <a:pt x="107063" y="84720"/>
                    <a:pt x="107297" y="83724"/>
                  </a:cubicBezTo>
                  <a:cubicBezTo>
                    <a:pt x="109239" y="83431"/>
                    <a:pt x="110931" y="83307"/>
                    <a:pt x="112878" y="83305"/>
                  </a:cubicBezTo>
                  <a:cubicBezTo>
                    <a:pt x="114782" y="83293"/>
                    <a:pt x="116558" y="83191"/>
                    <a:pt x="118459" y="82980"/>
                  </a:cubicBezTo>
                  <a:cubicBezTo>
                    <a:pt x="118704" y="82243"/>
                    <a:pt x="118950" y="81506"/>
                    <a:pt x="119203" y="80747"/>
                  </a:cubicBezTo>
                  <a:cubicBezTo>
                    <a:pt x="120517" y="80425"/>
                    <a:pt x="120517" y="80425"/>
                    <a:pt x="122206" y="80366"/>
                  </a:cubicBezTo>
                  <a:cubicBezTo>
                    <a:pt x="122808" y="80340"/>
                    <a:pt x="123410" y="80314"/>
                    <a:pt x="124030" y="80286"/>
                  </a:cubicBezTo>
                  <a:cubicBezTo>
                    <a:pt x="124662" y="80270"/>
                    <a:pt x="125295" y="80253"/>
                    <a:pt x="125947" y="80236"/>
                  </a:cubicBezTo>
                  <a:cubicBezTo>
                    <a:pt x="126582" y="80210"/>
                    <a:pt x="127218" y="80185"/>
                    <a:pt x="127872" y="80159"/>
                  </a:cubicBezTo>
                  <a:cubicBezTo>
                    <a:pt x="129447" y="80097"/>
                    <a:pt x="131022" y="80049"/>
                    <a:pt x="132597" y="80003"/>
                  </a:cubicBezTo>
                  <a:cubicBezTo>
                    <a:pt x="132597" y="79021"/>
                    <a:pt x="132597" y="78039"/>
                    <a:pt x="132597" y="77027"/>
                  </a:cubicBezTo>
                  <a:cubicBezTo>
                    <a:pt x="133502" y="77061"/>
                    <a:pt x="134407" y="77096"/>
                    <a:pt x="135339" y="77131"/>
                  </a:cubicBezTo>
                  <a:cubicBezTo>
                    <a:pt x="136518" y="77159"/>
                    <a:pt x="137697" y="77186"/>
                    <a:pt x="138876" y="77213"/>
                  </a:cubicBezTo>
                  <a:cubicBezTo>
                    <a:pt x="139473" y="77237"/>
                    <a:pt x="140070" y="77262"/>
                    <a:pt x="140686" y="77288"/>
                  </a:cubicBezTo>
                  <a:cubicBezTo>
                    <a:pt x="142598" y="77354"/>
                    <a:pt x="142598" y="77354"/>
                    <a:pt x="145248" y="77027"/>
                  </a:cubicBezTo>
                  <a:cubicBezTo>
                    <a:pt x="145505" y="76037"/>
                    <a:pt x="145753" y="75044"/>
                    <a:pt x="145992" y="74050"/>
                  </a:cubicBezTo>
                  <a:cubicBezTo>
                    <a:pt x="148562" y="73708"/>
                    <a:pt x="150987" y="73673"/>
                    <a:pt x="153571" y="73687"/>
                  </a:cubicBezTo>
                  <a:cubicBezTo>
                    <a:pt x="155367" y="73679"/>
                    <a:pt x="155367" y="73679"/>
                    <a:pt x="157898" y="73306"/>
                  </a:cubicBezTo>
                  <a:cubicBezTo>
                    <a:pt x="158133" y="72817"/>
                    <a:pt x="158368" y="72328"/>
                    <a:pt x="158610" y="71824"/>
                  </a:cubicBezTo>
                  <a:cubicBezTo>
                    <a:pt x="158866" y="71331"/>
                    <a:pt x="159123" y="70837"/>
                    <a:pt x="159387" y="70329"/>
                  </a:cubicBezTo>
                  <a:cubicBezTo>
                    <a:pt x="160853" y="69923"/>
                    <a:pt x="160853" y="69923"/>
                    <a:pt x="162625" y="69876"/>
                  </a:cubicBezTo>
                  <a:cubicBezTo>
                    <a:pt x="163258" y="69852"/>
                    <a:pt x="163891" y="69828"/>
                    <a:pt x="164543" y="69803"/>
                  </a:cubicBezTo>
                  <a:cubicBezTo>
                    <a:pt x="165205" y="69793"/>
                    <a:pt x="165867" y="69782"/>
                    <a:pt x="166549" y="69771"/>
                  </a:cubicBezTo>
                  <a:cubicBezTo>
                    <a:pt x="167217" y="69749"/>
                    <a:pt x="167884" y="69727"/>
                    <a:pt x="168572" y="69704"/>
                  </a:cubicBezTo>
                  <a:cubicBezTo>
                    <a:pt x="170223" y="69652"/>
                    <a:pt x="171873" y="69612"/>
                    <a:pt x="173525" y="69585"/>
                  </a:cubicBezTo>
                  <a:cubicBezTo>
                    <a:pt x="173525" y="68603"/>
                    <a:pt x="173525" y="67621"/>
                    <a:pt x="173525" y="66609"/>
                  </a:cubicBezTo>
                  <a:cubicBezTo>
                    <a:pt x="173972" y="66598"/>
                    <a:pt x="174419" y="66587"/>
                    <a:pt x="174880" y="66576"/>
                  </a:cubicBezTo>
                  <a:cubicBezTo>
                    <a:pt x="176894" y="66520"/>
                    <a:pt x="178907" y="66448"/>
                    <a:pt x="180920" y="66376"/>
                  </a:cubicBezTo>
                  <a:cubicBezTo>
                    <a:pt x="181624" y="66359"/>
                    <a:pt x="182327" y="66342"/>
                    <a:pt x="183052" y="66325"/>
                  </a:cubicBezTo>
                  <a:cubicBezTo>
                    <a:pt x="183721" y="66299"/>
                    <a:pt x="184390" y="66272"/>
                    <a:pt x="185080" y="66245"/>
                  </a:cubicBezTo>
                  <a:cubicBezTo>
                    <a:pt x="185699" y="66226"/>
                    <a:pt x="186319" y="66206"/>
                    <a:pt x="186957" y="66186"/>
                  </a:cubicBezTo>
                  <a:cubicBezTo>
                    <a:pt x="187436" y="66080"/>
                    <a:pt x="187915" y="65974"/>
                    <a:pt x="188408" y="65864"/>
                  </a:cubicBezTo>
                  <a:cubicBezTo>
                    <a:pt x="188654" y="65128"/>
                    <a:pt x="188899" y="64391"/>
                    <a:pt x="189152" y="63632"/>
                  </a:cubicBezTo>
                  <a:cubicBezTo>
                    <a:pt x="191289" y="63360"/>
                    <a:pt x="193287" y="63216"/>
                    <a:pt x="195431" y="63167"/>
                  </a:cubicBezTo>
                  <a:cubicBezTo>
                    <a:pt x="199485" y="63221"/>
                    <a:pt x="199485" y="63221"/>
                    <a:pt x="203291" y="62144"/>
                  </a:cubicBezTo>
                  <a:cubicBezTo>
                    <a:pt x="203291" y="61407"/>
                    <a:pt x="203291" y="60670"/>
                    <a:pt x="203291" y="59911"/>
                  </a:cubicBezTo>
                  <a:cubicBezTo>
                    <a:pt x="203760" y="59900"/>
                    <a:pt x="204230" y="59890"/>
                    <a:pt x="204714" y="59878"/>
                  </a:cubicBezTo>
                  <a:cubicBezTo>
                    <a:pt x="206829" y="59823"/>
                    <a:pt x="208943" y="59751"/>
                    <a:pt x="211058" y="59679"/>
                  </a:cubicBezTo>
                  <a:cubicBezTo>
                    <a:pt x="211797" y="59662"/>
                    <a:pt x="212536" y="59645"/>
                    <a:pt x="213297" y="59628"/>
                  </a:cubicBezTo>
                  <a:cubicBezTo>
                    <a:pt x="214351" y="59588"/>
                    <a:pt x="214351" y="59588"/>
                    <a:pt x="215427" y="59548"/>
                  </a:cubicBezTo>
                  <a:cubicBezTo>
                    <a:pt x="216078" y="59528"/>
                    <a:pt x="216728" y="59509"/>
                    <a:pt x="217399" y="59489"/>
                  </a:cubicBezTo>
                  <a:cubicBezTo>
                    <a:pt x="217900" y="59383"/>
                    <a:pt x="218401" y="59277"/>
                    <a:pt x="218918" y="59167"/>
                  </a:cubicBezTo>
                  <a:cubicBezTo>
                    <a:pt x="219163" y="58430"/>
                    <a:pt x="219409" y="57694"/>
                    <a:pt x="219662" y="56935"/>
                  </a:cubicBezTo>
                  <a:cubicBezTo>
                    <a:pt x="221101" y="56660"/>
                    <a:pt x="221101" y="56660"/>
                    <a:pt x="222964" y="56659"/>
                  </a:cubicBezTo>
                  <a:cubicBezTo>
                    <a:pt x="223630" y="56646"/>
                    <a:pt x="224295" y="56633"/>
                    <a:pt x="224981" y="56619"/>
                  </a:cubicBezTo>
                  <a:cubicBezTo>
                    <a:pt x="226396" y="56613"/>
                    <a:pt x="227811" y="56609"/>
                    <a:pt x="229225" y="56608"/>
                  </a:cubicBezTo>
                  <a:cubicBezTo>
                    <a:pt x="230224" y="56587"/>
                    <a:pt x="230224" y="56587"/>
                    <a:pt x="231243" y="56566"/>
                  </a:cubicBezTo>
                  <a:cubicBezTo>
                    <a:pt x="232165" y="56563"/>
                    <a:pt x="232165" y="56563"/>
                    <a:pt x="233106" y="56561"/>
                  </a:cubicBezTo>
                  <a:cubicBezTo>
                    <a:pt x="233818" y="56378"/>
                    <a:pt x="233818" y="56378"/>
                    <a:pt x="234545" y="56191"/>
                  </a:cubicBezTo>
                  <a:cubicBezTo>
                    <a:pt x="234662" y="55699"/>
                    <a:pt x="234779" y="55207"/>
                    <a:pt x="234900" y="54701"/>
                  </a:cubicBezTo>
                  <a:cubicBezTo>
                    <a:pt x="235028" y="54210"/>
                    <a:pt x="235157" y="53719"/>
                    <a:pt x="235289" y="53214"/>
                  </a:cubicBezTo>
                  <a:cubicBezTo>
                    <a:pt x="236841" y="52855"/>
                    <a:pt x="236841" y="52855"/>
                    <a:pt x="238864" y="52865"/>
                  </a:cubicBezTo>
                  <a:cubicBezTo>
                    <a:pt x="239590" y="52855"/>
                    <a:pt x="240317" y="52844"/>
                    <a:pt x="241065" y="52833"/>
                  </a:cubicBezTo>
                  <a:cubicBezTo>
                    <a:pt x="242603" y="52839"/>
                    <a:pt x="244142" y="52845"/>
                    <a:pt x="245681" y="52851"/>
                  </a:cubicBezTo>
                  <a:cubicBezTo>
                    <a:pt x="246409" y="52840"/>
                    <a:pt x="247137" y="52830"/>
                    <a:pt x="247887" y="52819"/>
                  </a:cubicBezTo>
                  <a:cubicBezTo>
                    <a:pt x="248556" y="52822"/>
                    <a:pt x="249226" y="52825"/>
                    <a:pt x="249916" y="52829"/>
                  </a:cubicBezTo>
                  <a:cubicBezTo>
                    <a:pt x="252215" y="52356"/>
                    <a:pt x="252526" y="51322"/>
                    <a:pt x="253892" y="49493"/>
                  </a:cubicBezTo>
                  <a:cubicBezTo>
                    <a:pt x="255557" y="49203"/>
                    <a:pt x="255557" y="49203"/>
                    <a:pt x="257476" y="49307"/>
                  </a:cubicBezTo>
                  <a:cubicBezTo>
                    <a:pt x="258513" y="49342"/>
                    <a:pt x="258513" y="49342"/>
                    <a:pt x="259571" y="49377"/>
                  </a:cubicBezTo>
                  <a:cubicBezTo>
                    <a:pt x="260291" y="49415"/>
                    <a:pt x="261011" y="49454"/>
                    <a:pt x="261752" y="49493"/>
                  </a:cubicBezTo>
                  <a:cubicBezTo>
                    <a:pt x="263179" y="49569"/>
                    <a:pt x="264606" y="49632"/>
                    <a:pt x="266034" y="49679"/>
                  </a:cubicBezTo>
                  <a:cubicBezTo>
                    <a:pt x="266667" y="49714"/>
                    <a:pt x="267299" y="49748"/>
                    <a:pt x="267951" y="49784"/>
                  </a:cubicBezTo>
                  <a:cubicBezTo>
                    <a:pt x="268469" y="49688"/>
                    <a:pt x="268986" y="49592"/>
                    <a:pt x="269519" y="49493"/>
                  </a:cubicBezTo>
                  <a:cubicBezTo>
                    <a:pt x="269750" y="49008"/>
                    <a:pt x="269980" y="48522"/>
                    <a:pt x="270218" y="48022"/>
                  </a:cubicBezTo>
                  <a:cubicBezTo>
                    <a:pt x="270609" y="47277"/>
                    <a:pt x="270609" y="47277"/>
                    <a:pt x="271008" y="46517"/>
                  </a:cubicBezTo>
                  <a:cubicBezTo>
                    <a:pt x="272884" y="46111"/>
                    <a:pt x="272884" y="46111"/>
                    <a:pt x="275222" y="46063"/>
                  </a:cubicBezTo>
                  <a:cubicBezTo>
                    <a:pt x="276474" y="46027"/>
                    <a:pt x="276474" y="46027"/>
                    <a:pt x="277751" y="45991"/>
                  </a:cubicBezTo>
                  <a:cubicBezTo>
                    <a:pt x="279064" y="45975"/>
                    <a:pt x="279064" y="45975"/>
                    <a:pt x="280402" y="45959"/>
                  </a:cubicBezTo>
                  <a:cubicBezTo>
                    <a:pt x="281723" y="45926"/>
                    <a:pt x="281723" y="45926"/>
                    <a:pt x="283071" y="45892"/>
                  </a:cubicBezTo>
                  <a:cubicBezTo>
                    <a:pt x="285251" y="45839"/>
                    <a:pt x="287431" y="45800"/>
                    <a:pt x="289611" y="45773"/>
                  </a:cubicBezTo>
                  <a:cubicBezTo>
                    <a:pt x="289611" y="44790"/>
                    <a:pt x="289611" y="43808"/>
                    <a:pt x="289611" y="42796"/>
                  </a:cubicBezTo>
                  <a:cubicBezTo>
                    <a:pt x="290171" y="42785"/>
                    <a:pt x="290730" y="42774"/>
                    <a:pt x="291307" y="42763"/>
                  </a:cubicBezTo>
                  <a:cubicBezTo>
                    <a:pt x="293827" y="42708"/>
                    <a:pt x="296347" y="42636"/>
                    <a:pt x="298866" y="42563"/>
                  </a:cubicBezTo>
                  <a:cubicBezTo>
                    <a:pt x="300188" y="42538"/>
                    <a:pt x="300188" y="42538"/>
                    <a:pt x="301536" y="42513"/>
                  </a:cubicBezTo>
                  <a:cubicBezTo>
                    <a:pt x="302373" y="42486"/>
                    <a:pt x="303210" y="42460"/>
                    <a:pt x="304072" y="42433"/>
                  </a:cubicBezTo>
                  <a:cubicBezTo>
                    <a:pt x="304848" y="42413"/>
                    <a:pt x="305623" y="42394"/>
                    <a:pt x="306422" y="42374"/>
                  </a:cubicBezTo>
                  <a:cubicBezTo>
                    <a:pt x="307014" y="42267"/>
                    <a:pt x="307605" y="42161"/>
                    <a:pt x="308215" y="42052"/>
                  </a:cubicBezTo>
                  <a:cubicBezTo>
                    <a:pt x="308460" y="41315"/>
                    <a:pt x="308706" y="40579"/>
                    <a:pt x="308959" y="39819"/>
                  </a:cubicBezTo>
                  <a:cubicBezTo>
                    <a:pt x="310739" y="39545"/>
                    <a:pt x="310739" y="39545"/>
                    <a:pt x="313075" y="39543"/>
                  </a:cubicBezTo>
                  <a:cubicBezTo>
                    <a:pt x="314325" y="39524"/>
                    <a:pt x="314325" y="39524"/>
                    <a:pt x="315601" y="39504"/>
                  </a:cubicBezTo>
                  <a:cubicBezTo>
                    <a:pt x="317374" y="39497"/>
                    <a:pt x="319147" y="39493"/>
                    <a:pt x="320920" y="39492"/>
                  </a:cubicBezTo>
                  <a:cubicBezTo>
                    <a:pt x="321754" y="39479"/>
                    <a:pt x="322587" y="39465"/>
                    <a:pt x="323446" y="39450"/>
                  </a:cubicBezTo>
                  <a:cubicBezTo>
                    <a:pt x="324602" y="39448"/>
                    <a:pt x="324602" y="39448"/>
                    <a:pt x="325782" y="39446"/>
                  </a:cubicBezTo>
                  <a:cubicBezTo>
                    <a:pt x="326663" y="39263"/>
                    <a:pt x="326663" y="39263"/>
                    <a:pt x="327562" y="39075"/>
                  </a:cubicBezTo>
                  <a:cubicBezTo>
                    <a:pt x="327672" y="38580"/>
                    <a:pt x="327781" y="38084"/>
                    <a:pt x="327894" y="37574"/>
                  </a:cubicBezTo>
                  <a:cubicBezTo>
                    <a:pt x="328098" y="36844"/>
                    <a:pt x="328098" y="36844"/>
                    <a:pt x="328306" y="36099"/>
                  </a:cubicBezTo>
                  <a:cubicBezTo>
                    <a:pt x="330360" y="35820"/>
                    <a:pt x="330360" y="35820"/>
                    <a:pt x="333074" y="35939"/>
                  </a:cubicBezTo>
                  <a:cubicBezTo>
                    <a:pt x="334041" y="35965"/>
                    <a:pt x="335009" y="35992"/>
                    <a:pt x="336007" y="36019"/>
                  </a:cubicBezTo>
                  <a:cubicBezTo>
                    <a:pt x="337555" y="36079"/>
                    <a:pt x="339103" y="36146"/>
                    <a:pt x="340651" y="36216"/>
                  </a:cubicBezTo>
                  <a:cubicBezTo>
                    <a:pt x="342140" y="36279"/>
                    <a:pt x="343630" y="36318"/>
                    <a:pt x="345119" y="36357"/>
                  </a:cubicBezTo>
                  <a:cubicBezTo>
                    <a:pt x="346015" y="36396"/>
                    <a:pt x="346910" y="36434"/>
                    <a:pt x="347833" y="36474"/>
                  </a:cubicBezTo>
                  <a:cubicBezTo>
                    <a:pt x="348511" y="36350"/>
                    <a:pt x="349188" y="36226"/>
                    <a:pt x="349887" y="36099"/>
                  </a:cubicBezTo>
                  <a:cubicBezTo>
                    <a:pt x="350009" y="35487"/>
                    <a:pt x="350131" y="34875"/>
                    <a:pt x="350257" y="34245"/>
                  </a:cubicBezTo>
                  <a:cubicBezTo>
                    <a:pt x="350380" y="33629"/>
                    <a:pt x="350504" y="33013"/>
                    <a:pt x="350631" y="32378"/>
                  </a:cubicBezTo>
                  <a:cubicBezTo>
                    <a:pt x="352696" y="31956"/>
                    <a:pt x="352696" y="31956"/>
                    <a:pt x="355424" y="32015"/>
                  </a:cubicBezTo>
                  <a:cubicBezTo>
                    <a:pt x="356395" y="32027"/>
                    <a:pt x="357366" y="32039"/>
                    <a:pt x="358367" y="32051"/>
                  </a:cubicBezTo>
                  <a:cubicBezTo>
                    <a:pt x="359401" y="32082"/>
                    <a:pt x="360434" y="32114"/>
                    <a:pt x="361467" y="32146"/>
                  </a:cubicBezTo>
                  <a:cubicBezTo>
                    <a:pt x="362503" y="32164"/>
                    <a:pt x="363540" y="32181"/>
                    <a:pt x="364576" y="32196"/>
                  </a:cubicBezTo>
                  <a:cubicBezTo>
                    <a:pt x="367122" y="32240"/>
                    <a:pt x="369666" y="32302"/>
                    <a:pt x="372211" y="32378"/>
                  </a:cubicBezTo>
                  <a:cubicBezTo>
                    <a:pt x="372211" y="31396"/>
                    <a:pt x="372211" y="30414"/>
                    <a:pt x="372211" y="29402"/>
                  </a:cubicBezTo>
                  <a:cubicBezTo>
                    <a:pt x="380069" y="29156"/>
                    <a:pt x="387927" y="28910"/>
                    <a:pt x="396023" y="28657"/>
                  </a:cubicBezTo>
                  <a:cubicBezTo>
                    <a:pt x="396023" y="27675"/>
                    <a:pt x="396023" y="26693"/>
                    <a:pt x="396023" y="25681"/>
                  </a:cubicBezTo>
                  <a:cubicBezTo>
                    <a:pt x="404373" y="25681"/>
                    <a:pt x="412722" y="25681"/>
                    <a:pt x="421324" y="25681"/>
                  </a:cubicBezTo>
                  <a:cubicBezTo>
                    <a:pt x="421324" y="24699"/>
                    <a:pt x="421324" y="23716"/>
                    <a:pt x="421324" y="22704"/>
                  </a:cubicBezTo>
                  <a:cubicBezTo>
                    <a:pt x="434953" y="22336"/>
                    <a:pt x="434953" y="22336"/>
                    <a:pt x="448857" y="21960"/>
                  </a:cubicBezTo>
                  <a:cubicBezTo>
                    <a:pt x="448857" y="20978"/>
                    <a:pt x="448857" y="19996"/>
                    <a:pt x="448857" y="18984"/>
                  </a:cubicBezTo>
                  <a:cubicBezTo>
                    <a:pt x="449751" y="18973"/>
                    <a:pt x="450645" y="18962"/>
                    <a:pt x="451566" y="18951"/>
                  </a:cubicBezTo>
                  <a:cubicBezTo>
                    <a:pt x="454875" y="18908"/>
                    <a:pt x="458184" y="18850"/>
                    <a:pt x="461493" y="18788"/>
                  </a:cubicBezTo>
                  <a:cubicBezTo>
                    <a:pt x="462926" y="18763"/>
                    <a:pt x="464360" y="18743"/>
                    <a:pt x="465793" y="18726"/>
                  </a:cubicBezTo>
                  <a:cubicBezTo>
                    <a:pt x="467851" y="18701"/>
                    <a:pt x="469909" y="18662"/>
                    <a:pt x="471966" y="18620"/>
                  </a:cubicBezTo>
                  <a:cubicBezTo>
                    <a:pt x="472610" y="18615"/>
                    <a:pt x="473253" y="18611"/>
                    <a:pt x="473916" y="18606"/>
                  </a:cubicBezTo>
                  <a:cubicBezTo>
                    <a:pt x="475909" y="18582"/>
                    <a:pt x="475909" y="18582"/>
                    <a:pt x="478623" y="18239"/>
                  </a:cubicBezTo>
                  <a:cubicBezTo>
                    <a:pt x="479114" y="17503"/>
                    <a:pt x="479605" y="16766"/>
                    <a:pt x="480111" y="16007"/>
                  </a:cubicBezTo>
                  <a:cubicBezTo>
                    <a:pt x="484242" y="15212"/>
                    <a:pt x="488262" y="15194"/>
                    <a:pt x="492453" y="15295"/>
                  </a:cubicBezTo>
                  <a:cubicBezTo>
                    <a:pt x="493648" y="15311"/>
                    <a:pt x="494843" y="15327"/>
                    <a:pt x="496037" y="15343"/>
                  </a:cubicBezTo>
                  <a:cubicBezTo>
                    <a:pt x="497899" y="15371"/>
                    <a:pt x="499761" y="15403"/>
                    <a:pt x="501623" y="15447"/>
                  </a:cubicBezTo>
                  <a:cubicBezTo>
                    <a:pt x="503434" y="15487"/>
                    <a:pt x="505245" y="15509"/>
                    <a:pt x="507057" y="15527"/>
                  </a:cubicBezTo>
                  <a:cubicBezTo>
                    <a:pt x="507617" y="15545"/>
                    <a:pt x="508176" y="15563"/>
                    <a:pt x="508753" y="15581"/>
                  </a:cubicBezTo>
                  <a:cubicBezTo>
                    <a:pt x="510486" y="15624"/>
                    <a:pt x="510486" y="15624"/>
                    <a:pt x="512853" y="15263"/>
                  </a:cubicBezTo>
                  <a:cubicBezTo>
                    <a:pt x="513072" y="14773"/>
                    <a:pt x="513290" y="14284"/>
                    <a:pt x="513515" y="13780"/>
                  </a:cubicBezTo>
                  <a:cubicBezTo>
                    <a:pt x="513924" y="13040"/>
                    <a:pt x="513924" y="13040"/>
                    <a:pt x="514342" y="12286"/>
                  </a:cubicBezTo>
                  <a:cubicBezTo>
                    <a:pt x="516046" y="11900"/>
                    <a:pt x="516046" y="11900"/>
                    <a:pt x="518199" y="11880"/>
                  </a:cubicBezTo>
                  <a:cubicBezTo>
                    <a:pt x="519406" y="11858"/>
                    <a:pt x="519406" y="11858"/>
                    <a:pt x="520637" y="11836"/>
                  </a:cubicBezTo>
                  <a:cubicBezTo>
                    <a:pt x="521944" y="11834"/>
                    <a:pt x="521944" y="11834"/>
                    <a:pt x="523277" y="11833"/>
                  </a:cubicBezTo>
                  <a:cubicBezTo>
                    <a:pt x="524167" y="11821"/>
                    <a:pt x="525057" y="11808"/>
                    <a:pt x="525974" y="11796"/>
                  </a:cubicBezTo>
                  <a:cubicBezTo>
                    <a:pt x="528825" y="11759"/>
                    <a:pt x="531675" y="11744"/>
                    <a:pt x="534526" y="11728"/>
                  </a:cubicBezTo>
                  <a:cubicBezTo>
                    <a:pt x="536456" y="11707"/>
                    <a:pt x="538385" y="11685"/>
                    <a:pt x="540314" y="11661"/>
                  </a:cubicBezTo>
                  <a:cubicBezTo>
                    <a:pt x="545051" y="11606"/>
                    <a:pt x="549788" y="11568"/>
                    <a:pt x="554525" y="11542"/>
                  </a:cubicBezTo>
                  <a:cubicBezTo>
                    <a:pt x="554525" y="10560"/>
                    <a:pt x="554525" y="9578"/>
                    <a:pt x="554525" y="8566"/>
                  </a:cubicBezTo>
                  <a:cubicBezTo>
                    <a:pt x="570978" y="8566"/>
                    <a:pt x="587431" y="8566"/>
                    <a:pt x="604383" y="8566"/>
                  </a:cubicBezTo>
                  <a:cubicBezTo>
                    <a:pt x="604383" y="7583"/>
                    <a:pt x="604383" y="6601"/>
                    <a:pt x="604383" y="5589"/>
                  </a:cubicBezTo>
                  <a:cubicBezTo>
                    <a:pt x="604857" y="5588"/>
                    <a:pt x="605332" y="5587"/>
                    <a:pt x="605822" y="5586"/>
                  </a:cubicBezTo>
                  <a:cubicBezTo>
                    <a:pt x="617360" y="5558"/>
                    <a:pt x="628899" y="5514"/>
                    <a:pt x="640437" y="5452"/>
                  </a:cubicBezTo>
                  <a:cubicBezTo>
                    <a:pt x="646017" y="5423"/>
                    <a:pt x="651597" y="5398"/>
                    <a:pt x="657176" y="5387"/>
                  </a:cubicBezTo>
                  <a:cubicBezTo>
                    <a:pt x="662038" y="5378"/>
                    <a:pt x="666900" y="5358"/>
                    <a:pt x="671761" y="5325"/>
                  </a:cubicBezTo>
                  <a:cubicBezTo>
                    <a:pt x="674337" y="5308"/>
                    <a:pt x="676913" y="5297"/>
                    <a:pt x="679489" y="5297"/>
                  </a:cubicBezTo>
                  <a:cubicBezTo>
                    <a:pt x="682360" y="5298"/>
                    <a:pt x="685230" y="5276"/>
                    <a:pt x="688101" y="5251"/>
                  </a:cubicBezTo>
                  <a:cubicBezTo>
                    <a:pt x="688961" y="5255"/>
                    <a:pt x="689821" y="5259"/>
                    <a:pt x="690708" y="5262"/>
                  </a:cubicBezTo>
                  <a:cubicBezTo>
                    <a:pt x="691874" y="5247"/>
                    <a:pt x="691874" y="5247"/>
                    <a:pt x="693064" y="5231"/>
                  </a:cubicBezTo>
                  <a:cubicBezTo>
                    <a:pt x="693743" y="5228"/>
                    <a:pt x="694423" y="5226"/>
                    <a:pt x="695123" y="5223"/>
                  </a:cubicBezTo>
                  <a:cubicBezTo>
                    <a:pt x="695629" y="5098"/>
                    <a:pt x="696135" y="4973"/>
                    <a:pt x="696656" y="4845"/>
                  </a:cubicBezTo>
                  <a:cubicBezTo>
                    <a:pt x="696936" y="3861"/>
                    <a:pt x="697184" y="2868"/>
                    <a:pt x="697400" y="1868"/>
                  </a:cubicBezTo>
                  <a:close/>
                </a:path>
              </a:pathLst>
            </a:custGeom>
            <a:grpFill/>
            <a:ln w="744" cap="flat">
              <a:noFill/>
              <a:prstDash val="solid"/>
              <a:miter/>
            </a:ln>
          </p:spPr>
          <p:txBody>
            <a:bodyPr rtlCol="0" anchor="ctr"/>
            <a:lstStyle/>
            <a:p>
              <a:endParaRPr lang="zh-CN" altLang="en-US"/>
            </a:p>
          </p:txBody>
        </p:sp>
        <p:sp>
          <p:nvSpPr>
            <p:cNvPr id="81" name="任意多边形: 形状 80"/>
            <p:cNvSpPr/>
            <p:nvPr/>
          </p:nvSpPr>
          <p:spPr>
            <a:xfrm>
              <a:off x="3119006" y="609771"/>
              <a:ext cx="364247" cy="1015864"/>
            </a:xfrm>
            <a:custGeom>
              <a:avLst/>
              <a:gdLst>
                <a:gd name="connsiteX0" fmla="*/ 224261 w 364247"/>
                <a:gd name="connsiteY0" fmla="*/ 91688 h 1015864"/>
                <a:gd name="connsiteX1" fmla="*/ 220694 w 364247"/>
                <a:gd name="connsiteY1" fmla="*/ 92535 h 1015864"/>
                <a:gd name="connsiteX2" fmla="*/ 218916 w 364247"/>
                <a:gd name="connsiteY2" fmla="*/ 92550 h 1015864"/>
                <a:gd name="connsiteX3" fmla="*/ 216883 w 364247"/>
                <a:gd name="connsiteY3" fmla="*/ 92572 h 1015864"/>
                <a:gd name="connsiteX4" fmla="*/ 214635 w 364247"/>
                <a:gd name="connsiteY4" fmla="*/ 92585 h 1015864"/>
                <a:gd name="connsiteX5" fmla="*/ 207204 w 364247"/>
                <a:gd name="connsiteY5" fmla="*/ 92649 h 1015864"/>
                <a:gd name="connsiteX6" fmla="*/ 201879 w 364247"/>
                <a:gd name="connsiteY6" fmla="*/ 92690 h 1015864"/>
                <a:gd name="connsiteX7" fmla="*/ 187954 w 364247"/>
                <a:gd name="connsiteY7" fmla="*/ 92806 h 1015864"/>
                <a:gd name="connsiteX8" fmla="*/ 173512 w 364247"/>
                <a:gd name="connsiteY8" fmla="*/ 92924 h 1015864"/>
                <a:gd name="connsiteX9" fmla="*/ 143647 w 364247"/>
                <a:gd name="connsiteY9" fmla="*/ 93167 h 1015864"/>
                <a:gd name="connsiteX10" fmla="*/ 142406 w 364247"/>
                <a:gd name="connsiteY10" fmla="*/ 93176 h 1015864"/>
                <a:gd name="connsiteX11" fmla="*/ 142406 w 364247"/>
                <a:gd name="connsiteY11" fmla="*/ 99129 h 1015864"/>
                <a:gd name="connsiteX12" fmla="*/ 140917 w 364247"/>
                <a:gd name="connsiteY12" fmla="*/ 99129 h 1015864"/>
                <a:gd name="connsiteX13" fmla="*/ 139265 w 364247"/>
                <a:gd name="connsiteY13" fmla="*/ 104705 h 1015864"/>
                <a:gd name="connsiteX14" fmla="*/ 139296 w 364247"/>
                <a:gd name="connsiteY14" fmla="*/ 106676 h 1015864"/>
                <a:gd name="connsiteX15" fmla="*/ 139318 w 364247"/>
                <a:gd name="connsiteY15" fmla="*/ 108925 h 1015864"/>
                <a:gd name="connsiteX16" fmla="*/ 139385 w 364247"/>
                <a:gd name="connsiteY16" fmla="*/ 113808 h 1015864"/>
                <a:gd name="connsiteX17" fmla="*/ 139476 w 364247"/>
                <a:gd name="connsiteY17" fmla="*/ 121640 h 1015864"/>
                <a:gd name="connsiteX18" fmla="*/ 139575 w 364247"/>
                <a:gd name="connsiteY18" fmla="*/ 129504 h 1015864"/>
                <a:gd name="connsiteX19" fmla="*/ 139595 w 364247"/>
                <a:gd name="connsiteY19" fmla="*/ 131976 h 1015864"/>
                <a:gd name="connsiteX20" fmla="*/ 139644 w 364247"/>
                <a:gd name="connsiteY20" fmla="*/ 134395 h 1015864"/>
                <a:gd name="connsiteX21" fmla="*/ 139659 w 364247"/>
                <a:gd name="connsiteY21" fmla="*/ 136616 h 1015864"/>
                <a:gd name="connsiteX22" fmla="*/ 139429 w 364247"/>
                <a:gd name="connsiteY22" fmla="*/ 140057 h 1015864"/>
                <a:gd name="connsiteX23" fmla="*/ 137197 w 364247"/>
                <a:gd name="connsiteY23" fmla="*/ 140801 h 1015864"/>
                <a:gd name="connsiteX24" fmla="*/ 136915 w 364247"/>
                <a:gd name="connsiteY24" fmla="*/ 142378 h 1015864"/>
                <a:gd name="connsiteX25" fmla="*/ 136910 w 364247"/>
                <a:gd name="connsiteY25" fmla="*/ 144483 h 1015864"/>
                <a:gd name="connsiteX26" fmla="*/ 136888 w 364247"/>
                <a:gd name="connsiteY26" fmla="*/ 146861 h 1015864"/>
                <a:gd name="connsiteX27" fmla="*/ 136894 w 364247"/>
                <a:gd name="connsiteY27" fmla="*/ 149449 h 1015864"/>
                <a:gd name="connsiteX28" fmla="*/ 136833 w 364247"/>
                <a:gd name="connsiteY28" fmla="*/ 157626 h 1015864"/>
                <a:gd name="connsiteX29" fmla="*/ 136779 w 364247"/>
                <a:gd name="connsiteY29" fmla="*/ 168853 h 1015864"/>
                <a:gd name="connsiteX30" fmla="*/ 136755 w 364247"/>
                <a:gd name="connsiteY30" fmla="*/ 171494 h 1015864"/>
                <a:gd name="connsiteX31" fmla="*/ 136762 w 364247"/>
                <a:gd name="connsiteY31" fmla="*/ 174078 h 1015864"/>
                <a:gd name="connsiteX32" fmla="*/ 136739 w 364247"/>
                <a:gd name="connsiteY32" fmla="*/ 176463 h 1015864"/>
                <a:gd name="connsiteX33" fmla="*/ 136453 w 364247"/>
                <a:gd name="connsiteY33" fmla="*/ 180241 h 1015864"/>
                <a:gd name="connsiteX34" fmla="*/ 134220 w 364247"/>
                <a:gd name="connsiteY34" fmla="*/ 181729 h 1015864"/>
                <a:gd name="connsiteX35" fmla="*/ 133972 w 364247"/>
                <a:gd name="connsiteY35" fmla="*/ 183428 h 1015864"/>
                <a:gd name="connsiteX36" fmla="*/ 134014 w 364247"/>
                <a:gd name="connsiteY36" fmla="*/ 185575 h 1015864"/>
                <a:gd name="connsiteX37" fmla="*/ 134044 w 364247"/>
                <a:gd name="connsiteY37" fmla="*/ 188005 h 1015864"/>
                <a:gd name="connsiteX38" fmla="*/ 134138 w 364247"/>
                <a:gd name="connsiteY38" fmla="*/ 193329 h 1015864"/>
                <a:gd name="connsiteX39" fmla="*/ 134267 w 364247"/>
                <a:gd name="connsiteY39" fmla="*/ 201867 h 1015864"/>
                <a:gd name="connsiteX40" fmla="*/ 134404 w 364247"/>
                <a:gd name="connsiteY40" fmla="*/ 210413 h 1015864"/>
                <a:gd name="connsiteX41" fmla="*/ 134432 w 364247"/>
                <a:gd name="connsiteY41" fmla="*/ 213102 h 1015864"/>
                <a:gd name="connsiteX42" fmla="*/ 134500 w 364247"/>
                <a:gd name="connsiteY42" fmla="*/ 215740 h 1015864"/>
                <a:gd name="connsiteX43" fmla="*/ 134523 w 364247"/>
                <a:gd name="connsiteY43" fmla="*/ 218163 h 1015864"/>
                <a:gd name="connsiteX44" fmla="*/ 134220 w 364247"/>
                <a:gd name="connsiteY44" fmla="*/ 221913 h 1015864"/>
                <a:gd name="connsiteX45" fmla="*/ 131244 w 364247"/>
                <a:gd name="connsiteY45" fmla="*/ 222657 h 1015864"/>
                <a:gd name="connsiteX46" fmla="*/ 130886 w 364247"/>
                <a:gd name="connsiteY46" fmla="*/ 224272 h 1015864"/>
                <a:gd name="connsiteX47" fmla="*/ 130906 w 364247"/>
                <a:gd name="connsiteY47" fmla="*/ 226430 h 1015864"/>
                <a:gd name="connsiteX48" fmla="*/ 130906 w 364247"/>
                <a:gd name="connsiteY48" fmla="*/ 228868 h 1015864"/>
                <a:gd name="connsiteX49" fmla="*/ 130953 w 364247"/>
                <a:gd name="connsiteY49" fmla="*/ 231520 h 1015864"/>
                <a:gd name="connsiteX50" fmla="*/ 131019 w 364247"/>
                <a:gd name="connsiteY50" fmla="*/ 239881 h 1015864"/>
                <a:gd name="connsiteX51" fmla="*/ 131080 w 364247"/>
                <a:gd name="connsiteY51" fmla="*/ 245713 h 1015864"/>
                <a:gd name="connsiteX52" fmla="*/ 131224 w 364247"/>
                <a:gd name="connsiteY52" fmla="*/ 261320 h 1015864"/>
                <a:gd name="connsiteX53" fmla="*/ 131244 w 364247"/>
                <a:gd name="connsiteY53" fmla="*/ 262840 h 1015864"/>
                <a:gd name="connsiteX54" fmla="*/ 129011 w 364247"/>
                <a:gd name="connsiteY54" fmla="*/ 262840 h 1015864"/>
                <a:gd name="connsiteX55" fmla="*/ 129157 w 364247"/>
                <a:gd name="connsiteY55" fmla="*/ 277353 h 1015864"/>
                <a:gd name="connsiteX56" fmla="*/ 129197 w 364247"/>
                <a:gd name="connsiteY56" fmla="*/ 283258 h 1015864"/>
                <a:gd name="connsiteX57" fmla="*/ 129289 w 364247"/>
                <a:gd name="connsiteY57" fmla="*/ 291993 h 1015864"/>
                <a:gd name="connsiteX58" fmla="*/ 129302 w 364247"/>
                <a:gd name="connsiteY58" fmla="*/ 294742 h 1015864"/>
                <a:gd name="connsiteX59" fmla="*/ 129348 w 364247"/>
                <a:gd name="connsiteY59" fmla="*/ 297444 h 1015864"/>
                <a:gd name="connsiteX60" fmla="*/ 129349 w 364247"/>
                <a:gd name="connsiteY60" fmla="*/ 299927 h 1015864"/>
                <a:gd name="connsiteX61" fmla="*/ 129011 w 364247"/>
                <a:gd name="connsiteY61" fmla="*/ 303768 h 1015864"/>
                <a:gd name="connsiteX62" fmla="*/ 127523 w 364247"/>
                <a:gd name="connsiteY62" fmla="*/ 304144 h 1015864"/>
                <a:gd name="connsiteX63" fmla="*/ 126035 w 364247"/>
                <a:gd name="connsiteY63" fmla="*/ 304512 h 1015864"/>
                <a:gd name="connsiteX64" fmla="*/ 125677 w 364247"/>
                <a:gd name="connsiteY64" fmla="*/ 306127 h 1015864"/>
                <a:gd name="connsiteX65" fmla="*/ 125697 w 364247"/>
                <a:gd name="connsiteY65" fmla="*/ 308285 h 1015864"/>
                <a:gd name="connsiteX66" fmla="*/ 125697 w 364247"/>
                <a:gd name="connsiteY66" fmla="*/ 310723 h 1015864"/>
                <a:gd name="connsiteX67" fmla="*/ 125744 w 364247"/>
                <a:gd name="connsiteY67" fmla="*/ 313375 h 1015864"/>
                <a:gd name="connsiteX68" fmla="*/ 125810 w 364247"/>
                <a:gd name="connsiteY68" fmla="*/ 321737 h 1015864"/>
                <a:gd name="connsiteX69" fmla="*/ 125871 w 364247"/>
                <a:gd name="connsiteY69" fmla="*/ 327568 h 1015864"/>
                <a:gd name="connsiteX70" fmla="*/ 126015 w 364247"/>
                <a:gd name="connsiteY70" fmla="*/ 343175 h 1015864"/>
                <a:gd name="connsiteX71" fmla="*/ 126035 w 364247"/>
                <a:gd name="connsiteY71" fmla="*/ 344696 h 1015864"/>
                <a:gd name="connsiteX72" fmla="*/ 123802 w 364247"/>
                <a:gd name="connsiteY72" fmla="*/ 344696 h 1015864"/>
                <a:gd name="connsiteX73" fmla="*/ 122984 w 364247"/>
                <a:gd name="connsiteY73" fmla="*/ 347855 h 1015864"/>
                <a:gd name="connsiteX74" fmla="*/ 123009 w 364247"/>
                <a:gd name="connsiteY74" fmla="*/ 349962 h 1015864"/>
                <a:gd name="connsiteX75" fmla="*/ 123031 w 364247"/>
                <a:gd name="connsiteY75" fmla="*/ 352347 h 1015864"/>
                <a:gd name="connsiteX76" fmla="*/ 123083 w 364247"/>
                <a:gd name="connsiteY76" fmla="*/ 357572 h 1015864"/>
                <a:gd name="connsiteX77" fmla="*/ 123151 w 364247"/>
                <a:gd name="connsiteY77" fmla="*/ 365950 h 1015864"/>
                <a:gd name="connsiteX78" fmla="*/ 123235 w 364247"/>
                <a:gd name="connsiteY78" fmla="*/ 374337 h 1015864"/>
                <a:gd name="connsiteX79" fmla="*/ 123250 w 364247"/>
                <a:gd name="connsiteY79" fmla="*/ 376976 h 1015864"/>
                <a:gd name="connsiteX80" fmla="*/ 123292 w 364247"/>
                <a:gd name="connsiteY80" fmla="*/ 379564 h 1015864"/>
                <a:gd name="connsiteX81" fmla="*/ 123300 w 364247"/>
                <a:gd name="connsiteY81" fmla="*/ 381942 h 1015864"/>
                <a:gd name="connsiteX82" fmla="*/ 123058 w 364247"/>
                <a:gd name="connsiteY82" fmla="*/ 385624 h 1015864"/>
                <a:gd name="connsiteX83" fmla="*/ 120826 w 364247"/>
                <a:gd name="connsiteY83" fmla="*/ 386368 h 1015864"/>
                <a:gd name="connsiteX84" fmla="*/ 120577 w 364247"/>
                <a:gd name="connsiteY84" fmla="*/ 387978 h 1015864"/>
                <a:gd name="connsiteX85" fmla="*/ 120619 w 364247"/>
                <a:gd name="connsiteY85" fmla="*/ 390129 h 1015864"/>
                <a:gd name="connsiteX86" fmla="*/ 120649 w 364247"/>
                <a:gd name="connsiteY86" fmla="*/ 392559 h 1015864"/>
                <a:gd name="connsiteX87" fmla="*/ 120743 w 364247"/>
                <a:gd name="connsiteY87" fmla="*/ 397899 h 1015864"/>
                <a:gd name="connsiteX88" fmla="*/ 120872 w 364247"/>
                <a:gd name="connsiteY88" fmla="*/ 406459 h 1015864"/>
                <a:gd name="connsiteX89" fmla="*/ 121009 w 364247"/>
                <a:gd name="connsiteY89" fmla="*/ 415020 h 1015864"/>
                <a:gd name="connsiteX90" fmla="*/ 121038 w 364247"/>
                <a:gd name="connsiteY90" fmla="*/ 417715 h 1015864"/>
                <a:gd name="connsiteX91" fmla="*/ 121106 w 364247"/>
                <a:gd name="connsiteY91" fmla="*/ 420359 h 1015864"/>
                <a:gd name="connsiteX92" fmla="*/ 121128 w 364247"/>
                <a:gd name="connsiteY92" fmla="*/ 422790 h 1015864"/>
                <a:gd name="connsiteX93" fmla="*/ 120826 w 364247"/>
                <a:gd name="connsiteY93" fmla="*/ 426551 h 1015864"/>
                <a:gd name="connsiteX94" fmla="*/ 117849 w 364247"/>
                <a:gd name="connsiteY94" fmla="*/ 427295 h 1015864"/>
                <a:gd name="connsiteX95" fmla="*/ 117491 w 364247"/>
                <a:gd name="connsiteY95" fmla="*/ 428910 h 1015864"/>
                <a:gd name="connsiteX96" fmla="*/ 117511 w 364247"/>
                <a:gd name="connsiteY96" fmla="*/ 431069 h 1015864"/>
                <a:gd name="connsiteX97" fmla="*/ 117512 w 364247"/>
                <a:gd name="connsiteY97" fmla="*/ 433506 h 1015864"/>
                <a:gd name="connsiteX98" fmla="*/ 117558 w 364247"/>
                <a:gd name="connsiteY98" fmla="*/ 436158 h 1015864"/>
                <a:gd name="connsiteX99" fmla="*/ 117625 w 364247"/>
                <a:gd name="connsiteY99" fmla="*/ 444520 h 1015864"/>
                <a:gd name="connsiteX100" fmla="*/ 117686 w 364247"/>
                <a:gd name="connsiteY100" fmla="*/ 450352 h 1015864"/>
                <a:gd name="connsiteX101" fmla="*/ 117829 w 364247"/>
                <a:gd name="connsiteY101" fmla="*/ 465958 h 1015864"/>
                <a:gd name="connsiteX102" fmla="*/ 117849 w 364247"/>
                <a:gd name="connsiteY102" fmla="*/ 467479 h 1015864"/>
                <a:gd name="connsiteX103" fmla="*/ 115617 w 364247"/>
                <a:gd name="connsiteY103" fmla="*/ 467479 h 1015864"/>
                <a:gd name="connsiteX104" fmla="*/ 114798 w 364247"/>
                <a:gd name="connsiteY104" fmla="*/ 470638 h 1015864"/>
                <a:gd name="connsiteX105" fmla="*/ 114823 w 364247"/>
                <a:gd name="connsiteY105" fmla="*/ 472745 h 1015864"/>
                <a:gd name="connsiteX106" fmla="*/ 114845 w 364247"/>
                <a:gd name="connsiteY106" fmla="*/ 475130 h 1015864"/>
                <a:gd name="connsiteX107" fmla="*/ 114898 w 364247"/>
                <a:gd name="connsiteY107" fmla="*/ 480355 h 1015864"/>
                <a:gd name="connsiteX108" fmla="*/ 114966 w 364247"/>
                <a:gd name="connsiteY108" fmla="*/ 488733 h 1015864"/>
                <a:gd name="connsiteX109" fmla="*/ 115049 w 364247"/>
                <a:gd name="connsiteY109" fmla="*/ 497120 h 1015864"/>
                <a:gd name="connsiteX110" fmla="*/ 115064 w 364247"/>
                <a:gd name="connsiteY110" fmla="*/ 499759 h 1015864"/>
                <a:gd name="connsiteX111" fmla="*/ 115106 w 364247"/>
                <a:gd name="connsiteY111" fmla="*/ 502347 h 1015864"/>
                <a:gd name="connsiteX112" fmla="*/ 115114 w 364247"/>
                <a:gd name="connsiteY112" fmla="*/ 504725 h 1015864"/>
                <a:gd name="connsiteX113" fmla="*/ 114872 w 364247"/>
                <a:gd name="connsiteY113" fmla="*/ 508407 h 1015864"/>
                <a:gd name="connsiteX114" fmla="*/ 112640 w 364247"/>
                <a:gd name="connsiteY114" fmla="*/ 509151 h 1015864"/>
                <a:gd name="connsiteX115" fmla="*/ 112358 w 364247"/>
                <a:gd name="connsiteY115" fmla="*/ 510761 h 1015864"/>
                <a:gd name="connsiteX116" fmla="*/ 112354 w 364247"/>
                <a:gd name="connsiteY116" fmla="*/ 512912 h 1015864"/>
                <a:gd name="connsiteX117" fmla="*/ 112331 w 364247"/>
                <a:gd name="connsiteY117" fmla="*/ 515343 h 1015864"/>
                <a:gd name="connsiteX118" fmla="*/ 112338 w 364247"/>
                <a:gd name="connsiteY118" fmla="*/ 517988 h 1015864"/>
                <a:gd name="connsiteX119" fmla="*/ 112268 w 364247"/>
                <a:gd name="connsiteY119" fmla="*/ 529243 h 1015864"/>
                <a:gd name="connsiteX120" fmla="*/ 112223 w 364247"/>
                <a:gd name="connsiteY120" fmla="*/ 537804 h 1015864"/>
                <a:gd name="connsiteX121" fmla="*/ 112198 w 364247"/>
                <a:gd name="connsiteY121" fmla="*/ 540498 h 1015864"/>
                <a:gd name="connsiteX122" fmla="*/ 112205 w 364247"/>
                <a:gd name="connsiteY122" fmla="*/ 543143 h 1015864"/>
                <a:gd name="connsiteX123" fmla="*/ 112182 w 364247"/>
                <a:gd name="connsiteY123" fmla="*/ 545573 h 1015864"/>
                <a:gd name="connsiteX124" fmla="*/ 111896 w 364247"/>
                <a:gd name="connsiteY124" fmla="*/ 549334 h 1015864"/>
                <a:gd name="connsiteX125" fmla="*/ 109664 w 364247"/>
                <a:gd name="connsiteY125" fmla="*/ 550079 h 1015864"/>
                <a:gd name="connsiteX126" fmla="*/ 109664 w 364247"/>
                <a:gd name="connsiteY126" fmla="*/ 556032 h 1015864"/>
                <a:gd name="connsiteX127" fmla="*/ 115865 w 364247"/>
                <a:gd name="connsiteY127" fmla="*/ 555172 h 1015864"/>
                <a:gd name="connsiteX128" fmla="*/ 117504 w 364247"/>
                <a:gd name="connsiteY128" fmla="*/ 555170 h 1015864"/>
                <a:gd name="connsiteX129" fmla="*/ 123044 w 364247"/>
                <a:gd name="connsiteY129" fmla="*/ 555141 h 1015864"/>
                <a:gd name="connsiteX130" fmla="*/ 127113 w 364247"/>
                <a:gd name="connsiteY130" fmla="*/ 555124 h 1015864"/>
                <a:gd name="connsiteX131" fmla="*/ 138178 w 364247"/>
                <a:gd name="connsiteY131" fmla="*/ 555071 h 1015864"/>
                <a:gd name="connsiteX132" fmla="*/ 149943 w 364247"/>
                <a:gd name="connsiteY132" fmla="*/ 555017 h 1015864"/>
                <a:gd name="connsiteX133" fmla="*/ 172153 w 364247"/>
                <a:gd name="connsiteY133" fmla="*/ 554913 h 1015864"/>
                <a:gd name="connsiteX134" fmla="*/ 197642 w 364247"/>
                <a:gd name="connsiteY134" fmla="*/ 554796 h 1015864"/>
                <a:gd name="connsiteX135" fmla="*/ 252539 w 364247"/>
                <a:gd name="connsiteY135" fmla="*/ 554543 h 1015864"/>
                <a:gd name="connsiteX136" fmla="*/ 252539 w 364247"/>
                <a:gd name="connsiteY136" fmla="*/ 556032 h 1015864"/>
                <a:gd name="connsiteX137" fmla="*/ 254771 w 364247"/>
                <a:gd name="connsiteY137" fmla="*/ 555288 h 1015864"/>
                <a:gd name="connsiteX138" fmla="*/ 254027 w 364247"/>
                <a:gd name="connsiteY138" fmla="*/ 551567 h 1015864"/>
                <a:gd name="connsiteX139" fmla="*/ 251794 w 364247"/>
                <a:gd name="connsiteY139" fmla="*/ 551567 h 1015864"/>
                <a:gd name="connsiteX140" fmla="*/ 251831 w 364247"/>
                <a:gd name="connsiteY140" fmla="*/ 537091 h 1015864"/>
                <a:gd name="connsiteX141" fmla="*/ 251841 w 364247"/>
                <a:gd name="connsiteY141" fmla="*/ 531196 h 1015864"/>
                <a:gd name="connsiteX142" fmla="*/ 251864 w 364247"/>
                <a:gd name="connsiteY142" fmla="*/ 522484 h 1015864"/>
                <a:gd name="connsiteX143" fmla="*/ 251867 w 364247"/>
                <a:gd name="connsiteY143" fmla="*/ 519737 h 1015864"/>
                <a:gd name="connsiteX144" fmla="*/ 251879 w 364247"/>
                <a:gd name="connsiteY144" fmla="*/ 517048 h 1015864"/>
                <a:gd name="connsiteX145" fmla="*/ 251879 w 364247"/>
                <a:gd name="connsiteY145" fmla="*/ 514565 h 1015864"/>
                <a:gd name="connsiteX146" fmla="*/ 251050 w 364247"/>
                <a:gd name="connsiteY146" fmla="*/ 509151 h 1015864"/>
                <a:gd name="connsiteX147" fmla="*/ 248818 w 364247"/>
                <a:gd name="connsiteY147" fmla="*/ 509151 h 1015864"/>
                <a:gd name="connsiteX148" fmla="*/ 249119 w 364247"/>
                <a:gd name="connsiteY148" fmla="*/ 495505 h 1015864"/>
                <a:gd name="connsiteX149" fmla="*/ 249236 w 364247"/>
                <a:gd name="connsiteY149" fmla="*/ 489943 h 1015864"/>
                <a:gd name="connsiteX150" fmla="*/ 249419 w 364247"/>
                <a:gd name="connsiteY150" fmla="*/ 481731 h 1015864"/>
                <a:gd name="connsiteX151" fmla="*/ 249472 w 364247"/>
                <a:gd name="connsiteY151" fmla="*/ 479138 h 1015864"/>
                <a:gd name="connsiteX152" fmla="*/ 249533 w 364247"/>
                <a:gd name="connsiteY152" fmla="*/ 476608 h 1015864"/>
                <a:gd name="connsiteX153" fmla="*/ 249578 w 364247"/>
                <a:gd name="connsiteY153" fmla="*/ 474261 h 1015864"/>
                <a:gd name="connsiteX154" fmla="*/ 248818 w 364247"/>
                <a:gd name="connsiteY154" fmla="*/ 468223 h 1015864"/>
                <a:gd name="connsiteX155" fmla="*/ 246585 w 364247"/>
                <a:gd name="connsiteY155" fmla="*/ 467479 h 1015864"/>
                <a:gd name="connsiteX156" fmla="*/ 246332 w 364247"/>
                <a:gd name="connsiteY156" fmla="*/ 465879 h 1015864"/>
                <a:gd name="connsiteX157" fmla="*/ 246367 w 364247"/>
                <a:gd name="connsiteY157" fmla="*/ 463741 h 1015864"/>
                <a:gd name="connsiteX158" fmla="*/ 246390 w 364247"/>
                <a:gd name="connsiteY158" fmla="*/ 461325 h 1015864"/>
                <a:gd name="connsiteX159" fmla="*/ 246446 w 364247"/>
                <a:gd name="connsiteY159" fmla="*/ 458695 h 1015864"/>
                <a:gd name="connsiteX160" fmla="*/ 246585 w 364247"/>
                <a:gd name="connsiteY160" fmla="*/ 447480 h 1015864"/>
                <a:gd name="connsiteX161" fmla="*/ 246699 w 364247"/>
                <a:gd name="connsiteY161" fmla="*/ 438965 h 1015864"/>
                <a:gd name="connsiteX162" fmla="*/ 246725 w 364247"/>
                <a:gd name="connsiteY162" fmla="*/ 436277 h 1015864"/>
                <a:gd name="connsiteX163" fmla="*/ 246781 w 364247"/>
                <a:gd name="connsiteY163" fmla="*/ 433656 h 1015864"/>
                <a:gd name="connsiteX164" fmla="*/ 246803 w 364247"/>
                <a:gd name="connsiteY164" fmla="*/ 431226 h 1015864"/>
                <a:gd name="connsiteX165" fmla="*/ 246839 w 364247"/>
                <a:gd name="connsiteY165" fmla="*/ 429084 h 1015864"/>
                <a:gd name="connsiteX166" fmla="*/ 245475 w 364247"/>
                <a:gd name="connsiteY166" fmla="*/ 426183 h 1015864"/>
                <a:gd name="connsiteX167" fmla="*/ 244061 w 364247"/>
                <a:gd name="connsiteY167" fmla="*/ 423251 h 1015864"/>
                <a:gd name="connsiteX168" fmla="*/ 244043 w 364247"/>
                <a:gd name="connsiteY168" fmla="*/ 421076 h 1015864"/>
                <a:gd name="connsiteX169" fmla="*/ 244006 w 364247"/>
                <a:gd name="connsiteY169" fmla="*/ 418608 h 1015864"/>
                <a:gd name="connsiteX170" fmla="*/ 243998 w 364247"/>
                <a:gd name="connsiteY170" fmla="*/ 415944 h 1015864"/>
                <a:gd name="connsiteX171" fmla="*/ 243908 w 364247"/>
                <a:gd name="connsiteY171" fmla="*/ 407490 h 1015864"/>
                <a:gd name="connsiteX172" fmla="*/ 243830 w 364247"/>
                <a:gd name="connsiteY172" fmla="*/ 398706 h 1015864"/>
                <a:gd name="connsiteX173" fmla="*/ 243766 w 364247"/>
                <a:gd name="connsiteY173" fmla="*/ 393155 h 1015864"/>
                <a:gd name="connsiteX174" fmla="*/ 243749 w 364247"/>
                <a:gd name="connsiteY174" fmla="*/ 390487 h 1015864"/>
                <a:gd name="connsiteX175" fmla="*/ 243726 w 364247"/>
                <a:gd name="connsiteY175" fmla="*/ 388026 h 1015864"/>
                <a:gd name="connsiteX176" fmla="*/ 242865 w 364247"/>
                <a:gd name="connsiteY176" fmla="*/ 382647 h 1015864"/>
                <a:gd name="connsiteX177" fmla="*/ 240632 w 364247"/>
                <a:gd name="connsiteY177" fmla="*/ 382647 h 1015864"/>
                <a:gd name="connsiteX178" fmla="*/ 240741 w 364247"/>
                <a:gd name="connsiteY178" fmla="*/ 368135 h 1015864"/>
                <a:gd name="connsiteX179" fmla="*/ 240772 w 364247"/>
                <a:gd name="connsiteY179" fmla="*/ 362230 h 1015864"/>
                <a:gd name="connsiteX180" fmla="*/ 240841 w 364247"/>
                <a:gd name="connsiteY180" fmla="*/ 353494 h 1015864"/>
                <a:gd name="connsiteX181" fmla="*/ 240850 w 364247"/>
                <a:gd name="connsiteY181" fmla="*/ 350745 h 1015864"/>
                <a:gd name="connsiteX182" fmla="*/ 240885 w 364247"/>
                <a:gd name="connsiteY182" fmla="*/ 348044 h 1015864"/>
                <a:gd name="connsiteX183" fmla="*/ 240886 w 364247"/>
                <a:gd name="connsiteY183" fmla="*/ 345561 h 1015864"/>
                <a:gd name="connsiteX184" fmla="*/ 240632 w 364247"/>
                <a:gd name="connsiteY184" fmla="*/ 341719 h 1015864"/>
                <a:gd name="connsiteX185" fmla="*/ 238400 w 364247"/>
                <a:gd name="connsiteY185" fmla="*/ 340975 h 1015864"/>
                <a:gd name="connsiteX186" fmla="*/ 238146 w 364247"/>
                <a:gd name="connsiteY186" fmla="*/ 339370 h 1015864"/>
                <a:gd name="connsiteX187" fmla="*/ 238182 w 364247"/>
                <a:gd name="connsiteY187" fmla="*/ 337225 h 1015864"/>
                <a:gd name="connsiteX188" fmla="*/ 238204 w 364247"/>
                <a:gd name="connsiteY188" fmla="*/ 334802 h 1015864"/>
                <a:gd name="connsiteX189" fmla="*/ 238260 w 364247"/>
                <a:gd name="connsiteY189" fmla="*/ 332165 h 1015864"/>
                <a:gd name="connsiteX190" fmla="*/ 238400 w 364247"/>
                <a:gd name="connsiteY190" fmla="*/ 320930 h 1015864"/>
                <a:gd name="connsiteX191" fmla="*/ 238514 w 364247"/>
                <a:gd name="connsiteY191" fmla="*/ 312392 h 1015864"/>
                <a:gd name="connsiteX192" fmla="*/ 238539 w 364247"/>
                <a:gd name="connsiteY192" fmla="*/ 309701 h 1015864"/>
                <a:gd name="connsiteX193" fmla="*/ 238596 w 364247"/>
                <a:gd name="connsiteY193" fmla="*/ 307068 h 1015864"/>
                <a:gd name="connsiteX194" fmla="*/ 238618 w 364247"/>
                <a:gd name="connsiteY194" fmla="*/ 304637 h 1015864"/>
                <a:gd name="connsiteX195" fmla="*/ 238400 w 364247"/>
                <a:gd name="connsiteY195" fmla="*/ 300791 h 1015864"/>
                <a:gd name="connsiteX196" fmla="*/ 236167 w 364247"/>
                <a:gd name="connsiteY196" fmla="*/ 299303 h 1015864"/>
                <a:gd name="connsiteX197" fmla="*/ 235876 w 364247"/>
                <a:gd name="connsiteY197" fmla="*/ 297609 h 1015864"/>
                <a:gd name="connsiteX198" fmla="*/ 235857 w 364247"/>
                <a:gd name="connsiteY198" fmla="*/ 295469 h 1015864"/>
                <a:gd name="connsiteX199" fmla="*/ 235820 w 364247"/>
                <a:gd name="connsiteY199" fmla="*/ 293046 h 1015864"/>
                <a:gd name="connsiteX200" fmla="*/ 235813 w 364247"/>
                <a:gd name="connsiteY200" fmla="*/ 290420 h 1015864"/>
                <a:gd name="connsiteX201" fmla="*/ 235722 w 364247"/>
                <a:gd name="connsiteY201" fmla="*/ 282104 h 1015864"/>
                <a:gd name="connsiteX202" fmla="*/ 235644 w 364247"/>
                <a:gd name="connsiteY202" fmla="*/ 273462 h 1015864"/>
                <a:gd name="connsiteX203" fmla="*/ 235580 w 364247"/>
                <a:gd name="connsiteY203" fmla="*/ 268003 h 1015864"/>
                <a:gd name="connsiteX204" fmla="*/ 235564 w 364247"/>
                <a:gd name="connsiteY204" fmla="*/ 265377 h 1015864"/>
                <a:gd name="connsiteX205" fmla="*/ 235541 w 364247"/>
                <a:gd name="connsiteY205" fmla="*/ 262954 h 1015864"/>
                <a:gd name="connsiteX206" fmla="*/ 234679 w 364247"/>
                <a:gd name="connsiteY206" fmla="*/ 257631 h 1015864"/>
                <a:gd name="connsiteX207" fmla="*/ 232447 w 364247"/>
                <a:gd name="connsiteY207" fmla="*/ 257631 h 1015864"/>
                <a:gd name="connsiteX208" fmla="*/ 232556 w 364247"/>
                <a:gd name="connsiteY208" fmla="*/ 242590 h 1015864"/>
                <a:gd name="connsiteX209" fmla="*/ 232600 w 364247"/>
                <a:gd name="connsiteY209" fmla="*/ 234929 h 1015864"/>
                <a:gd name="connsiteX210" fmla="*/ 232655 w 364247"/>
                <a:gd name="connsiteY210" fmla="*/ 227416 h 1015864"/>
                <a:gd name="connsiteX211" fmla="*/ 232665 w 364247"/>
                <a:gd name="connsiteY211" fmla="*/ 224567 h 1015864"/>
                <a:gd name="connsiteX212" fmla="*/ 232700 w 364247"/>
                <a:gd name="connsiteY212" fmla="*/ 221767 h 1015864"/>
                <a:gd name="connsiteX213" fmla="*/ 232700 w 364247"/>
                <a:gd name="connsiteY213" fmla="*/ 219193 h 1015864"/>
                <a:gd name="connsiteX214" fmla="*/ 232447 w 364247"/>
                <a:gd name="connsiteY214" fmla="*/ 215215 h 1015864"/>
                <a:gd name="connsiteX215" fmla="*/ 230214 w 364247"/>
                <a:gd name="connsiteY215" fmla="*/ 214471 h 1015864"/>
                <a:gd name="connsiteX216" fmla="*/ 229951 w 364247"/>
                <a:gd name="connsiteY216" fmla="*/ 212894 h 1015864"/>
                <a:gd name="connsiteX217" fmla="*/ 229973 w 364247"/>
                <a:gd name="connsiteY217" fmla="*/ 210790 h 1015864"/>
                <a:gd name="connsiteX218" fmla="*/ 229980 w 364247"/>
                <a:gd name="connsiteY218" fmla="*/ 208412 h 1015864"/>
                <a:gd name="connsiteX219" fmla="*/ 230022 w 364247"/>
                <a:gd name="connsiteY219" fmla="*/ 205823 h 1015864"/>
                <a:gd name="connsiteX220" fmla="*/ 230087 w 364247"/>
                <a:gd name="connsiteY220" fmla="*/ 197646 h 1015864"/>
                <a:gd name="connsiteX221" fmla="*/ 230171 w 364247"/>
                <a:gd name="connsiteY221" fmla="*/ 189146 h 1015864"/>
                <a:gd name="connsiteX222" fmla="*/ 230208 w 364247"/>
                <a:gd name="connsiteY222" fmla="*/ 183778 h 1015864"/>
                <a:gd name="connsiteX223" fmla="*/ 230241 w 364247"/>
                <a:gd name="connsiteY223" fmla="*/ 181194 h 1015864"/>
                <a:gd name="connsiteX224" fmla="*/ 230263 w 364247"/>
                <a:gd name="connsiteY224" fmla="*/ 178809 h 1015864"/>
                <a:gd name="connsiteX225" fmla="*/ 229470 w 364247"/>
                <a:gd name="connsiteY225" fmla="*/ 173543 h 1015864"/>
                <a:gd name="connsiteX226" fmla="*/ 227238 w 364247"/>
                <a:gd name="connsiteY226" fmla="*/ 173543 h 1015864"/>
                <a:gd name="connsiteX227" fmla="*/ 227274 w 364247"/>
                <a:gd name="connsiteY227" fmla="*/ 159068 h 1015864"/>
                <a:gd name="connsiteX228" fmla="*/ 227284 w 364247"/>
                <a:gd name="connsiteY228" fmla="*/ 153173 h 1015864"/>
                <a:gd name="connsiteX229" fmla="*/ 227307 w 364247"/>
                <a:gd name="connsiteY229" fmla="*/ 144460 h 1015864"/>
                <a:gd name="connsiteX230" fmla="*/ 227310 w 364247"/>
                <a:gd name="connsiteY230" fmla="*/ 141714 h 1015864"/>
                <a:gd name="connsiteX231" fmla="*/ 227322 w 364247"/>
                <a:gd name="connsiteY231" fmla="*/ 139024 h 1015864"/>
                <a:gd name="connsiteX232" fmla="*/ 227322 w 364247"/>
                <a:gd name="connsiteY232" fmla="*/ 136542 h 1015864"/>
                <a:gd name="connsiteX233" fmla="*/ 226494 w 364247"/>
                <a:gd name="connsiteY233" fmla="*/ 131127 h 1015864"/>
                <a:gd name="connsiteX234" fmla="*/ 224261 w 364247"/>
                <a:gd name="connsiteY234" fmla="*/ 131127 h 1015864"/>
                <a:gd name="connsiteX235" fmla="*/ 224261 w 364247"/>
                <a:gd name="connsiteY235" fmla="*/ 91688 h 1015864"/>
                <a:gd name="connsiteX236" fmla="*/ 109156 w 364247"/>
                <a:gd name="connsiteY236" fmla="*/ 10 h 1015864"/>
                <a:gd name="connsiteX237" fmla="*/ 115900 w 364247"/>
                <a:gd name="connsiteY237" fmla="*/ 34 h 1015864"/>
                <a:gd name="connsiteX238" fmla="*/ 120729 w 364247"/>
                <a:gd name="connsiteY238" fmla="*/ 10 h 1015864"/>
                <a:gd name="connsiteX239" fmla="*/ 133856 w 364247"/>
                <a:gd name="connsiteY239" fmla="*/ 30 h 1015864"/>
                <a:gd name="connsiteX240" fmla="*/ 147576 w 364247"/>
                <a:gd name="connsiteY240" fmla="*/ 36 h 1015864"/>
                <a:gd name="connsiteX241" fmla="*/ 170616 w 364247"/>
                <a:gd name="connsiteY241" fmla="*/ 86 h 1015864"/>
                <a:gd name="connsiteX242" fmla="*/ 197279 w 364247"/>
                <a:gd name="connsiteY242" fmla="*/ 111 h 1015864"/>
                <a:gd name="connsiteX243" fmla="*/ 222899 w 364247"/>
                <a:gd name="connsiteY243" fmla="*/ 125 h 1015864"/>
                <a:gd name="connsiteX244" fmla="*/ 233817 w 364247"/>
                <a:gd name="connsiteY244" fmla="*/ 127 h 1015864"/>
                <a:gd name="connsiteX245" fmla="*/ 246663 w 364247"/>
                <a:gd name="connsiteY245" fmla="*/ 167 h 1015864"/>
                <a:gd name="connsiteX246" fmla="*/ 251387 w 364247"/>
                <a:gd name="connsiteY246" fmla="*/ 168 h 1015864"/>
                <a:gd name="connsiteX247" fmla="*/ 257817 w 364247"/>
                <a:gd name="connsiteY247" fmla="*/ 204 h 1015864"/>
                <a:gd name="connsiteX248" fmla="*/ 259721 w 364247"/>
                <a:gd name="connsiteY248" fmla="*/ 177 h 1015864"/>
                <a:gd name="connsiteX249" fmla="*/ 264280 w 364247"/>
                <a:gd name="connsiteY249" fmla="*/ 781 h 1015864"/>
                <a:gd name="connsiteX250" fmla="*/ 266513 w 364247"/>
                <a:gd name="connsiteY250" fmla="*/ 5246 h 1015864"/>
                <a:gd name="connsiteX251" fmla="*/ 270233 w 364247"/>
                <a:gd name="connsiteY251" fmla="*/ 8222 h 1015864"/>
                <a:gd name="connsiteX252" fmla="*/ 270978 w 364247"/>
                <a:gd name="connsiteY252" fmla="*/ 11199 h 1015864"/>
                <a:gd name="connsiteX253" fmla="*/ 273210 w 364247"/>
                <a:gd name="connsiteY253" fmla="*/ 11943 h 1015864"/>
                <a:gd name="connsiteX254" fmla="*/ 273954 w 364247"/>
                <a:gd name="connsiteY254" fmla="*/ 14175 h 1015864"/>
                <a:gd name="connsiteX255" fmla="*/ 276187 w 364247"/>
                <a:gd name="connsiteY255" fmla="*/ 14919 h 1015864"/>
                <a:gd name="connsiteX256" fmla="*/ 276931 w 364247"/>
                <a:gd name="connsiteY256" fmla="*/ 17152 h 1015864"/>
                <a:gd name="connsiteX257" fmla="*/ 279163 w 364247"/>
                <a:gd name="connsiteY257" fmla="*/ 17896 h 1015864"/>
                <a:gd name="connsiteX258" fmla="*/ 279907 w 364247"/>
                <a:gd name="connsiteY258" fmla="*/ 20128 h 1015864"/>
                <a:gd name="connsiteX259" fmla="*/ 281768 w 364247"/>
                <a:gd name="connsiteY259" fmla="*/ 21245 h 1015864"/>
                <a:gd name="connsiteX260" fmla="*/ 284372 w 364247"/>
                <a:gd name="connsiteY260" fmla="*/ 24593 h 1015864"/>
                <a:gd name="connsiteX261" fmla="*/ 286605 w 364247"/>
                <a:gd name="connsiteY261" fmla="*/ 26082 h 1015864"/>
                <a:gd name="connsiteX262" fmla="*/ 286605 w 364247"/>
                <a:gd name="connsiteY262" fmla="*/ 28314 h 1015864"/>
                <a:gd name="connsiteX263" fmla="*/ 289581 w 364247"/>
                <a:gd name="connsiteY263" fmla="*/ 29058 h 1015864"/>
                <a:gd name="connsiteX264" fmla="*/ 290325 w 364247"/>
                <a:gd name="connsiteY264" fmla="*/ 31290 h 1015864"/>
                <a:gd name="connsiteX265" fmla="*/ 292558 w 364247"/>
                <a:gd name="connsiteY265" fmla="*/ 32035 h 1015864"/>
                <a:gd name="connsiteX266" fmla="*/ 292558 w 364247"/>
                <a:gd name="connsiteY266" fmla="*/ 35011 h 1015864"/>
                <a:gd name="connsiteX267" fmla="*/ 296278 w 364247"/>
                <a:gd name="connsiteY267" fmla="*/ 35755 h 1015864"/>
                <a:gd name="connsiteX268" fmla="*/ 296278 w 364247"/>
                <a:gd name="connsiteY268" fmla="*/ 37988 h 1015864"/>
                <a:gd name="connsiteX269" fmla="*/ 298478 w 364247"/>
                <a:gd name="connsiteY269" fmla="*/ 38447 h 1015864"/>
                <a:gd name="connsiteX270" fmla="*/ 300743 w 364247"/>
                <a:gd name="connsiteY270" fmla="*/ 39476 h 1015864"/>
                <a:gd name="connsiteX271" fmla="*/ 301264 w 364247"/>
                <a:gd name="connsiteY271" fmla="*/ 46269 h 1015864"/>
                <a:gd name="connsiteX272" fmla="*/ 301278 w 364247"/>
                <a:gd name="connsiteY272" fmla="*/ 48310 h 1015864"/>
                <a:gd name="connsiteX273" fmla="*/ 301255 w 364247"/>
                <a:gd name="connsiteY273" fmla="*/ 54777 h 1015864"/>
                <a:gd name="connsiteX274" fmla="*/ 301255 w 364247"/>
                <a:gd name="connsiteY274" fmla="*/ 61253 h 1015864"/>
                <a:gd name="connsiteX275" fmla="*/ 301236 w 364247"/>
                <a:gd name="connsiteY275" fmla="*/ 65288 h 1015864"/>
                <a:gd name="connsiteX276" fmla="*/ 301487 w 364247"/>
                <a:gd name="connsiteY276" fmla="*/ 69986 h 1015864"/>
                <a:gd name="connsiteX277" fmla="*/ 303720 w 364247"/>
                <a:gd name="connsiteY277" fmla="*/ 70730 h 1015864"/>
                <a:gd name="connsiteX278" fmla="*/ 304018 w 364247"/>
                <a:gd name="connsiteY278" fmla="*/ 74560 h 1015864"/>
                <a:gd name="connsiteX279" fmla="*/ 304048 w 364247"/>
                <a:gd name="connsiteY279" fmla="*/ 77035 h 1015864"/>
                <a:gd name="connsiteX280" fmla="*/ 304048 w 364247"/>
                <a:gd name="connsiteY280" fmla="*/ 79729 h 1015864"/>
                <a:gd name="connsiteX281" fmla="*/ 304078 w 364247"/>
                <a:gd name="connsiteY281" fmla="*/ 82474 h 1015864"/>
                <a:gd name="connsiteX282" fmla="*/ 304138 w 364247"/>
                <a:gd name="connsiteY282" fmla="*/ 91194 h 1015864"/>
                <a:gd name="connsiteX283" fmla="*/ 304207 w 364247"/>
                <a:gd name="connsiteY283" fmla="*/ 99914 h 1015864"/>
                <a:gd name="connsiteX284" fmla="*/ 304239 w 364247"/>
                <a:gd name="connsiteY284" fmla="*/ 105352 h 1015864"/>
                <a:gd name="connsiteX285" fmla="*/ 304262 w 364247"/>
                <a:gd name="connsiteY285" fmla="*/ 107828 h 1015864"/>
                <a:gd name="connsiteX286" fmla="*/ 304272 w 364247"/>
                <a:gd name="connsiteY286" fmla="*/ 110019 h 1015864"/>
                <a:gd name="connsiteX287" fmla="*/ 304464 w 364247"/>
                <a:gd name="connsiteY287" fmla="*/ 111658 h 1015864"/>
                <a:gd name="connsiteX288" fmla="*/ 305952 w 364247"/>
                <a:gd name="connsiteY288" fmla="*/ 112402 h 1015864"/>
                <a:gd name="connsiteX289" fmla="*/ 306166 w 364247"/>
                <a:gd name="connsiteY289" fmla="*/ 115991 h 1015864"/>
                <a:gd name="connsiteX290" fmla="*/ 306196 w 364247"/>
                <a:gd name="connsiteY290" fmla="*/ 118309 h 1015864"/>
                <a:gd name="connsiteX291" fmla="*/ 306208 w 364247"/>
                <a:gd name="connsiteY291" fmla="*/ 120834 h 1015864"/>
                <a:gd name="connsiteX292" fmla="*/ 306241 w 364247"/>
                <a:gd name="connsiteY292" fmla="*/ 123413 h 1015864"/>
                <a:gd name="connsiteX293" fmla="*/ 306324 w 364247"/>
                <a:gd name="connsiteY293" fmla="*/ 131610 h 1015864"/>
                <a:gd name="connsiteX294" fmla="*/ 306441 w 364247"/>
                <a:gd name="connsiteY294" fmla="*/ 142368 h 1015864"/>
                <a:gd name="connsiteX295" fmla="*/ 306452 w 364247"/>
                <a:gd name="connsiteY295" fmla="*/ 144879 h 1015864"/>
                <a:gd name="connsiteX296" fmla="*/ 306483 w 364247"/>
                <a:gd name="connsiteY296" fmla="*/ 147219 h 1015864"/>
                <a:gd name="connsiteX297" fmla="*/ 306499 w 364247"/>
                <a:gd name="connsiteY297" fmla="*/ 149275 h 1015864"/>
                <a:gd name="connsiteX298" fmla="*/ 308185 w 364247"/>
                <a:gd name="connsiteY298" fmla="*/ 154074 h 1015864"/>
                <a:gd name="connsiteX299" fmla="*/ 308929 w 364247"/>
                <a:gd name="connsiteY299" fmla="*/ 154074 h 1015864"/>
                <a:gd name="connsiteX300" fmla="*/ 309673 w 364247"/>
                <a:gd name="connsiteY300" fmla="*/ 196490 h 1015864"/>
                <a:gd name="connsiteX301" fmla="*/ 311905 w 364247"/>
                <a:gd name="connsiteY301" fmla="*/ 196490 h 1015864"/>
                <a:gd name="connsiteX302" fmla="*/ 311924 w 364247"/>
                <a:gd name="connsiteY302" fmla="*/ 198038 h 1015864"/>
                <a:gd name="connsiteX303" fmla="*/ 312142 w 364247"/>
                <a:gd name="connsiteY303" fmla="*/ 213935 h 1015864"/>
                <a:gd name="connsiteX304" fmla="*/ 312219 w 364247"/>
                <a:gd name="connsiteY304" fmla="*/ 219875 h 1015864"/>
                <a:gd name="connsiteX305" fmla="*/ 312341 w 364247"/>
                <a:gd name="connsiteY305" fmla="*/ 228392 h 1015864"/>
                <a:gd name="connsiteX306" fmla="*/ 312367 w 364247"/>
                <a:gd name="connsiteY306" fmla="*/ 231093 h 1015864"/>
                <a:gd name="connsiteX307" fmla="*/ 312412 w 364247"/>
                <a:gd name="connsiteY307" fmla="*/ 233576 h 1015864"/>
                <a:gd name="connsiteX308" fmla="*/ 312442 w 364247"/>
                <a:gd name="connsiteY308" fmla="*/ 235774 h 1015864"/>
                <a:gd name="connsiteX309" fmla="*/ 312649 w 364247"/>
                <a:gd name="connsiteY309" fmla="*/ 237417 h 1015864"/>
                <a:gd name="connsiteX310" fmla="*/ 314138 w 364247"/>
                <a:gd name="connsiteY310" fmla="*/ 238162 h 1015864"/>
                <a:gd name="connsiteX311" fmla="*/ 314446 w 364247"/>
                <a:gd name="connsiteY311" fmla="*/ 241760 h 1015864"/>
                <a:gd name="connsiteX312" fmla="*/ 314533 w 364247"/>
                <a:gd name="connsiteY312" fmla="*/ 244088 h 1015864"/>
                <a:gd name="connsiteX313" fmla="*/ 314603 w 364247"/>
                <a:gd name="connsiteY313" fmla="*/ 246626 h 1015864"/>
                <a:gd name="connsiteX314" fmla="*/ 314693 w 364247"/>
                <a:gd name="connsiteY314" fmla="*/ 249218 h 1015864"/>
                <a:gd name="connsiteX315" fmla="*/ 314847 w 364247"/>
                <a:gd name="connsiteY315" fmla="*/ 263186 h 1015864"/>
                <a:gd name="connsiteX316" fmla="*/ 314822 w 364247"/>
                <a:gd name="connsiteY316" fmla="*/ 265945 h 1015864"/>
                <a:gd name="connsiteX317" fmla="*/ 314724 w 364247"/>
                <a:gd name="connsiteY317" fmla="*/ 271241 h 1015864"/>
                <a:gd name="connsiteX318" fmla="*/ 314690 w 364247"/>
                <a:gd name="connsiteY318" fmla="*/ 273668 h 1015864"/>
                <a:gd name="connsiteX319" fmla="*/ 314640 w 364247"/>
                <a:gd name="connsiteY319" fmla="*/ 275810 h 1015864"/>
                <a:gd name="connsiteX320" fmla="*/ 315995 w 364247"/>
                <a:gd name="connsiteY320" fmla="*/ 278584 h 1015864"/>
                <a:gd name="connsiteX321" fmla="*/ 317412 w 364247"/>
                <a:gd name="connsiteY321" fmla="*/ 283752 h 1015864"/>
                <a:gd name="connsiteX322" fmla="*/ 317443 w 364247"/>
                <a:gd name="connsiteY322" fmla="*/ 286175 h 1015864"/>
                <a:gd name="connsiteX323" fmla="*/ 317443 w 364247"/>
                <a:gd name="connsiteY323" fmla="*/ 288789 h 1015864"/>
                <a:gd name="connsiteX324" fmla="*/ 317473 w 364247"/>
                <a:gd name="connsiteY324" fmla="*/ 291472 h 1015864"/>
                <a:gd name="connsiteX325" fmla="*/ 317533 w 364247"/>
                <a:gd name="connsiteY325" fmla="*/ 299972 h 1015864"/>
                <a:gd name="connsiteX326" fmla="*/ 317601 w 364247"/>
                <a:gd name="connsiteY326" fmla="*/ 308480 h 1015864"/>
                <a:gd name="connsiteX327" fmla="*/ 317634 w 364247"/>
                <a:gd name="connsiteY327" fmla="*/ 313779 h 1015864"/>
                <a:gd name="connsiteX328" fmla="*/ 317657 w 364247"/>
                <a:gd name="connsiteY328" fmla="*/ 316195 h 1015864"/>
                <a:gd name="connsiteX329" fmla="*/ 317666 w 364247"/>
                <a:gd name="connsiteY329" fmla="*/ 318328 h 1015864"/>
                <a:gd name="connsiteX330" fmla="*/ 319347 w 364247"/>
                <a:gd name="connsiteY330" fmla="*/ 321505 h 1015864"/>
                <a:gd name="connsiteX331" fmla="*/ 320091 w 364247"/>
                <a:gd name="connsiteY331" fmla="*/ 321505 h 1015864"/>
                <a:gd name="connsiteX332" fmla="*/ 320109 w 364247"/>
                <a:gd name="connsiteY332" fmla="*/ 323082 h 1015864"/>
                <a:gd name="connsiteX333" fmla="*/ 320305 w 364247"/>
                <a:gd name="connsiteY333" fmla="*/ 337767 h 1015864"/>
                <a:gd name="connsiteX334" fmla="*/ 320405 w 364247"/>
                <a:gd name="connsiteY334" fmla="*/ 345317 h 1015864"/>
                <a:gd name="connsiteX335" fmla="*/ 320527 w 364247"/>
                <a:gd name="connsiteY335" fmla="*/ 353989 h 1015864"/>
                <a:gd name="connsiteX336" fmla="*/ 320553 w 364247"/>
                <a:gd name="connsiteY336" fmla="*/ 356739 h 1015864"/>
                <a:gd name="connsiteX337" fmla="*/ 320598 w 364247"/>
                <a:gd name="connsiteY337" fmla="*/ 359267 h 1015864"/>
                <a:gd name="connsiteX338" fmla="*/ 320628 w 364247"/>
                <a:gd name="connsiteY338" fmla="*/ 361506 h 1015864"/>
                <a:gd name="connsiteX339" fmla="*/ 320835 w 364247"/>
                <a:gd name="connsiteY339" fmla="*/ 363177 h 1015864"/>
                <a:gd name="connsiteX340" fmla="*/ 322323 w 364247"/>
                <a:gd name="connsiteY340" fmla="*/ 363921 h 1015864"/>
                <a:gd name="connsiteX341" fmla="*/ 322788 w 364247"/>
                <a:gd name="connsiteY341" fmla="*/ 370991 h 1015864"/>
                <a:gd name="connsiteX342" fmla="*/ 322874 w 364247"/>
                <a:gd name="connsiteY342" fmla="*/ 373225 h 1015864"/>
                <a:gd name="connsiteX343" fmla="*/ 323067 w 364247"/>
                <a:gd name="connsiteY343" fmla="*/ 405593 h 1015864"/>
                <a:gd name="connsiteX344" fmla="*/ 325300 w 364247"/>
                <a:gd name="connsiteY344" fmla="*/ 405593 h 1015864"/>
                <a:gd name="connsiteX345" fmla="*/ 326044 w 364247"/>
                <a:gd name="connsiteY345" fmla="*/ 447265 h 1015864"/>
                <a:gd name="connsiteX346" fmla="*/ 328276 w 364247"/>
                <a:gd name="connsiteY346" fmla="*/ 447265 h 1015864"/>
                <a:gd name="connsiteX347" fmla="*/ 328295 w 364247"/>
                <a:gd name="connsiteY347" fmla="*/ 448814 h 1015864"/>
                <a:gd name="connsiteX348" fmla="*/ 328513 w 364247"/>
                <a:gd name="connsiteY348" fmla="*/ 464710 h 1015864"/>
                <a:gd name="connsiteX349" fmla="*/ 328590 w 364247"/>
                <a:gd name="connsiteY349" fmla="*/ 470650 h 1015864"/>
                <a:gd name="connsiteX350" fmla="*/ 328712 w 364247"/>
                <a:gd name="connsiteY350" fmla="*/ 479167 h 1015864"/>
                <a:gd name="connsiteX351" fmla="*/ 328739 w 364247"/>
                <a:gd name="connsiteY351" fmla="*/ 481868 h 1015864"/>
                <a:gd name="connsiteX352" fmla="*/ 328783 w 364247"/>
                <a:gd name="connsiteY352" fmla="*/ 484351 h 1015864"/>
                <a:gd name="connsiteX353" fmla="*/ 328813 w 364247"/>
                <a:gd name="connsiteY353" fmla="*/ 486550 h 1015864"/>
                <a:gd name="connsiteX354" fmla="*/ 329021 w 364247"/>
                <a:gd name="connsiteY354" fmla="*/ 488193 h 1015864"/>
                <a:gd name="connsiteX355" fmla="*/ 330509 w 364247"/>
                <a:gd name="connsiteY355" fmla="*/ 488937 h 1015864"/>
                <a:gd name="connsiteX356" fmla="*/ 331326 w 364247"/>
                <a:gd name="connsiteY356" fmla="*/ 505410 h 1015864"/>
                <a:gd name="connsiteX357" fmla="*/ 331322 w 364247"/>
                <a:gd name="connsiteY357" fmla="*/ 507677 h 1015864"/>
                <a:gd name="connsiteX358" fmla="*/ 331300 w 364247"/>
                <a:gd name="connsiteY358" fmla="*/ 514749 h 1015864"/>
                <a:gd name="connsiteX359" fmla="*/ 331289 w 364247"/>
                <a:gd name="connsiteY359" fmla="*/ 519585 h 1015864"/>
                <a:gd name="connsiteX360" fmla="*/ 331253 w 364247"/>
                <a:gd name="connsiteY360" fmla="*/ 531353 h 1015864"/>
                <a:gd name="connsiteX361" fmla="*/ 333485 w 364247"/>
                <a:gd name="connsiteY361" fmla="*/ 531353 h 1015864"/>
                <a:gd name="connsiteX362" fmla="*/ 333499 w 364247"/>
                <a:gd name="connsiteY362" fmla="*/ 532902 h 1015864"/>
                <a:gd name="connsiteX363" fmla="*/ 333681 w 364247"/>
                <a:gd name="connsiteY363" fmla="*/ 548798 h 1015864"/>
                <a:gd name="connsiteX364" fmla="*/ 333743 w 364247"/>
                <a:gd name="connsiteY364" fmla="*/ 554738 h 1015864"/>
                <a:gd name="connsiteX365" fmla="*/ 333849 w 364247"/>
                <a:gd name="connsiteY365" fmla="*/ 563255 h 1015864"/>
                <a:gd name="connsiteX366" fmla="*/ 333863 w 364247"/>
                <a:gd name="connsiteY366" fmla="*/ 565956 h 1015864"/>
                <a:gd name="connsiteX367" fmla="*/ 333908 w 364247"/>
                <a:gd name="connsiteY367" fmla="*/ 568439 h 1015864"/>
                <a:gd name="connsiteX368" fmla="*/ 333933 w 364247"/>
                <a:gd name="connsiteY368" fmla="*/ 570637 h 1015864"/>
                <a:gd name="connsiteX369" fmla="*/ 334230 w 364247"/>
                <a:gd name="connsiteY369" fmla="*/ 572281 h 1015864"/>
                <a:gd name="connsiteX370" fmla="*/ 336462 w 364247"/>
                <a:gd name="connsiteY370" fmla="*/ 573025 h 1015864"/>
                <a:gd name="connsiteX371" fmla="*/ 336748 w 364247"/>
                <a:gd name="connsiteY371" fmla="*/ 576831 h 1015864"/>
                <a:gd name="connsiteX372" fmla="*/ 336771 w 364247"/>
                <a:gd name="connsiteY372" fmla="*/ 579292 h 1015864"/>
                <a:gd name="connsiteX373" fmla="*/ 336764 w 364247"/>
                <a:gd name="connsiteY373" fmla="*/ 581972 h 1015864"/>
                <a:gd name="connsiteX374" fmla="*/ 336789 w 364247"/>
                <a:gd name="connsiteY374" fmla="*/ 584706 h 1015864"/>
                <a:gd name="connsiteX375" fmla="*/ 336834 w 364247"/>
                <a:gd name="connsiteY375" fmla="*/ 593396 h 1015864"/>
                <a:gd name="connsiteX376" fmla="*/ 336904 w 364247"/>
                <a:gd name="connsiteY376" fmla="*/ 604808 h 1015864"/>
                <a:gd name="connsiteX377" fmla="*/ 336897 w 364247"/>
                <a:gd name="connsiteY377" fmla="*/ 607479 h 1015864"/>
                <a:gd name="connsiteX378" fmla="*/ 336920 w 364247"/>
                <a:gd name="connsiteY378" fmla="*/ 609954 h 1015864"/>
                <a:gd name="connsiteX379" fmla="*/ 336924 w 364247"/>
                <a:gd name="connsiteY379" fmla="*/ 612135 h 1015864"/>
                <a:gd name="connsiteX380" fmla="*/ 339439 w 364247"/>
                <a:gd name="connsiteY380" fmla="*/ 616185 h 1015864"/>
                <a:gd name="connsiteX381" fmla="*/ 339737 w 364247"/>
                <a:gd name="connsiteY381" fmla="*/ 620047 h 1015864"/>
                <a:gd name="connsiteX382" fmla="*/ 339767 w 364247"/>
                <a:gd name="connsiteY382" fmla="*/ 622432 h 1015864"/>
                <a:gd name="connsiteX383" fmla="*/ 339767 w 364247"/>
                <a:gd name="connsiteY383" fmla="*/ 625004 h 1015864"/>
                <a:gd name="connsiteX384" fmla="*/ 339797 w 364247"/>
                <a:gd name="connsiteY384" fmla="*/ 627642 h 1015864"/>
                <a:gd name="connsiteX385" fmla="*/ 339857 w 364247"/>
                <a:gd name="connsiteY385" fmla="*/ 635998 h 1015864"/>
                <a:gd name="connsiteX386" fmla="*/ 339925 w 364247"/>
                <a:gd name="connsiteY386" fmla="*/ 644369 h 1015864"/>
                <a:gd name="connsiteX387" fmla="*/ 339958 w 364247"/>
                <a:gd name="connsiteY387" fmla="*/ 649584 h 1015864"/>
                <a:gd name="connsiteX388" fmla="*/ 339981 w 364247"/>
                <a:gd name="connsiteY388" fmla="*/ 651955 h 1015864"/>
                <a:gd name="connsiteX389" fmla="*/ 339990 w 364247"/>
                <a:gd name="connsiteY389" fmla="*/ 654053 h 1015864"/>
                <a:gd name="connsiteX390" fmla="*/ 340183 w 364247"/>
                <a:gd name="connsiteY390" fmla="*/ 655624 h 1015864"/>
                <a:gd name="connsiteX391" fmla="*/ 341671 w 364247"/>
                <a:gd name="connsiteY391" fmla="*/ 656369 h 1015864"/>
                <a:gd name="connsiteX392" fmla="*/ 341908 w 364247"/>
                <a:gd name="connsiteY392" fmla="*/ 660347 h 1015864"/>
                <a:gd name="connsiteX393" fmla="*/ 341953 w 364247"/>
                <a:gd name="connsiteY393" fmla="*/ 662920 h 1015864"/>
                <a:gd name="connsiteX394" fmla="*/ 341979 w 364247"/>
                <a:gd name="connsiteY394" fmla="*/ 665720 h 1015864"/>
                <a:gd name="connsiteX395" fmla="*/ 342023 w 364247"/>
                <a:gd name="connsiteY395" fmla="*/ 668569 h 1015864"/>
                <a:gd name="connsiteX396" fmla="*/ 342118 w 364247"/>
                <a:gd name="connsiteY396" fmla="*/ 676082 h 1015864"/>
                <a:gd name="connsiteX397" fmla="*/ 342223 w 364247"/>
                <a:gd name="connsiteY397" fmla="*/ 683743 h 1015864"/>
                <a:gd name="connsiteX398" fmla="*/ 342415 w 364247"/>
                <a:gd name="connsiteY398" fmla="*/ 698785 h 1015864"/>
                <a:gd name="connsiteX399" fmla="*/ 344648 w 364247"/>
                <a:gd name="connsiteY399" fmla="*/ 698785 h 1015864"/>
                <a:gd name="connsiteX400" fmla="*/ 344661 w 364247"/>
                <a:gd name="connsiteY400" fmla="*/ 700328 h 1015864"/>
                <a:gd name="connsiteX401" fmla="*/ 344843 w 364247"/>
                <a:gd name="connsiteY401" fmla="*/ 716189 h 1015864"/>
                <a:gd name="connsiteX402" fmla="*/ 344905 w 364247"/>
                <a:gd name="connsiteY402" fmla="*/ 722114 h 1015864"/>
                <a:gd name="connsiteX403" fmla="*/ 345011 w 364247"/>
                <a:gd name="connsiteY403" fmla="*/ 730614 h 1015864"/>
                <a:gd name="connsiteX404" fmla="*/ 345025 w 364247"/>
                <a:gd name="connsiteY404" fmla="*/ 733304 h 1015864"/>
                <a:gd name="connsiteX405" fmla="*/ 345070 w 364247"/>
                <a:gd name="connsiteY405" fmla="*/ 735786 h 1015864"/>
                <a:gd name="connsiteX406" fmla="*/ 345095 w 364247"/>
                <a:gd name="connsiteY406" fmla="*/ 737980 h 1015864"/>
                <a:gd name="connsiteX407" fmla="*/ 345392 w 364247"/>
                <a:gd name="connsiteY407" fmla="*/ 739712 h 1015864"/>
                <a:gd name="connsiteX408" fmla="*/ 347624 w 364247"/>
                <a:gd name="connsiteY408" fmla="*/ 741201 h 1015864"/>
                <a:gd name="connsiteX409" fmla="*/ 347866 w 364247"/>
                <a:gd name="connsiteY409" fmla="*/ 744818 h 1015864"/>
                <a:gd name="connsiteX410" fmla="*/ 347858 w 364247"/>
                <a:gd name="connsiteY410" fmla="*/ 747098 h 1015864"/>
                <a:gd name="connsiteX411" fmla="*/ 347816 w 364247"/>
                <a:gd name="connsiteY411" fmla="*/ 749569 h 1015864"/>
                <a:gd name="connsiteX412" fmla="*/ 347801 w 364247"/>
                <a:gd name="connsiteY412" fmla="*/ 752099 h 1015864"/>
                <a:gd name="connsiteX413" fmla="*/ 347717 w 364247"/>
                <a:gd name="connsiteY413" fmla="*/ 760130 h 1015864"/>
                <a:gd name="connsiteX414" fmla="*/ 347649 w 364247"/>
                <a:gd name="connsiteY414" fmla="*/ 768152 h 1015864"/>
                <a:gd name="connsiteX415" fmla="*/ 347597 w 364247"/>
                <a:gd name="connsiteY415" fmla="*/ 773151 h 1015864"/>
                <a:gd name="connsiteX416" fmla="*/ 347575 w 364247"/>
                <a:gd name="connsiteY416" fmla="*/ 775438 h 1015864"/>
                <a:gd name="connsiteX417" fmla="*/ 347550 w 364247"/>
                <a:gd name="connsiteY417" fmla="*/ 777453 h 1015864"/>
                <a:gd name="connsiteX418" fmla="*/ 348368 w 364247"/>
                <a:gd name="connsiteY418" fmla="*/ 781384 h 1015864"/>
                <a:gd name="connsiteX419" fmla="*/ 349857 w 364247"/>
                <a:gd name="connsiteY419" fmla="*/ 782128 h 1015864"/>
                <a:gd name="connsiteX420" fmla="*/ 350070 w 364247"/>
                <a:gd name="connsiteY420" fmla="*/ 785878 h 1015864"/>
                <a:gd name="connsiteX421" fmla="*/ 350100 w 364247"/>
                <a:gd name="connsiteY421" fmla="*/ 788301 h 1015864"/>
                <a:gd name="connsiteX422" fmla="*/ 350112 w 364247"/>
                <a:gd name="connsiteY422" fmla="*/ 790939 h 1015864"/>
                <a:gd name="connsiteX423" fmla="*/ 350145 w 364247"/>
                <a:gd name="connsiteY423" fmla="*/ 793628 h 1015864"/>
                <a:gd name="connsiteX424" fmla="*/ 350229 w 364247"/>
                <a:gd name="connsiteY424" fmla="*/ 802174 h 1015864"/>
                <a:gd name="connsiteX425" fmla="*/ 350345 w 364247"/>
                <a:gd name="connsiteY425" fmla="*/ 813403 h 1015864"/>
                <a:gd name="connsiteX426" fmla="*/ 350357 w 364247"/>
                <a:gd name="connsiteY426" fmla="*/ 816036 h 1015864"/>
                <a:gd name="connsiteX427" fmla="*/ 350387 w 364247"/>
                <a:gd name="connsiteY427" fmla="*/ 818466 h 1015864"/>
                <a:gd name="connsiteX428" fmla="*/ 350403 w 364247"/>
                <a:gd name="connsiteY428" fmla="*/ 820612 h 1015864"/>
                <a:gd name="connsiteX429" fmla="*/ 352089 w 364247"/>
                <a:gd name="connsiteY429" fmla="*/ 823800 h 1015864"/>
                <a:gd name="connsiteX430" fmla="*/ 352833 w 364247"/>
                <a:gd name="connsiteY430" fmla="*/ 823800 h 1015864"/>
                <a:gd name="connsiteX431" fmla="*/ 352846 w 364247"/>
                <a:gd name="connsiteY431" fmla="*/ 825372 h 1015864"/>
                <a:gd name="connsiteX432" fmla="*/ 353008 w 364247"/>
                <a:gd name="connsiteY432" fmla="*/ 840023 h 1015864"/>
                <a:gd name="connsiteX433" fmla="*/ 353091 w 364247"/>
                <a:gd name="connsiteY433" fmla="*/ 847556 h 1015864"/>
                <a:gd name="connsiteX434" fmla="*/ 353196 w 364247"/>
                <a:gd name="connsiteY434" fmla="*/ 856211 h 1015864"/>
                <a:gd name="connsiteX435" fmla="*/ 353211 w 364247"/>
                <a:gd name="connsiteY435" fmla="*/ 858950 h 1015864"/>
                <a:gd name="connsiteX436" fmla="*/ 353255 w 364247"/>
                <a:gd name="connsiteY436" fmla="*/ 861478 h 1015864"/>
                <a:gd name="connsiteX437" fmla="*/ 353281 w 364247"/>
                <a:gd name="connsiteY437" fmla="*/ 863711 h 1015864"/>
                <a:gd name="connsiteX438" fmla="*/ 353577 w 364247"/>
                <a:gd name="connsiteY438" fmla="*/ 865472 h 1015864"/>
                <a:gd name="connsiteX439" fmla="*/ 355810 w 364247"/>
                <a:gd name="connsiteY439" fmla="*/ 866960 h 1015864"/>
                <a:gd name="connsiteX440" fmla="*/ 356063 w 364247"/>
                <a:gd name="connsiteY440" fmla="*/ 870886 h 1015864"/>
                <a:gd name="connsiteX441" fmla="*/ 356063 w 364247"/>
                <a:gd name="connsiteY441" fmla="*/ 873369 h 1015864"/>
                <a:gd name="connsiteX442" fmla="*/ 356028 w 364247"/>
                <a:gd name="connsiteY442" fmla="*/ 876059 h 1015864"/>
                <a:gd name="connsiteX443" fmla="*/ 356018 w 364247"/>
                <a:gd name="connsiteY443" fmla="*/ 878805 h 1015864"/>
                <a:gd name="connsiteX444" fmla="*/ 355949 w 364247"/>
                <a:gd name="connsiteY444" fmla="*/ 887517 h 1015864"/>
                <a:gd name="connsiteX445" fmla="*/ 355919 w 364247"/>
                <a:gd name="connsiteY445" fmla="*/ 893412 h 1015864"/>
                <a:gd name="connsiteX446" fmla="*/ 355810 w 364247"/>
                <a:gd name="connsiteY446" fmla="*/ 907888 h 1015864"/>
                <a:gd name="connsiteX447" fmla="*/ 358042 w 364247"/>
                <a:gd name="connsiteY447" fmla="*/ 907888 h 1015864"/>
                <a:gd name="connsiteX448" fmla="*/ 358786 w 364247"/>
                <a:gd name="connsiteY448" fmla="*/ 949560 h 1015864"/>
                <a:gd name="connsiteX449" fmla="*/ 361019 w 364247"/>
                <a:gd name="connsiteY449" fmla="*/ 948816 h 1015864"/>
                <a:gd name="connsiteX450" fmla="*/ 361032 w 364247"/>
                <a:gd name="connsiteY450" fmla="*/ 950388 h 1015864"/>
                <a:gd name="connsiteX451" fmla="*/ 361194 w 364247"/>
                <a:gd name="connsiteY451" fmla="*/ 965039 h 1015864"/>
                <a:gd name="connsiteX452" fmla="*/ 361276 w 364247"/>
                <a:gd name="connsiteY452" fmla="*/ 972571 h 1015864"/>
                <a:gd name="connsiteX453" fmla="*/ 361382 w 364247"/>
                <a:gd name="connsiteY453" fmla="*/ 981227 h 1015864"/>
                <a:gd name="connsiteX454" fmla="*/ 361396 w 364247"/>
                <a:gd name="connsiteY454" fmla="*/ 983965 h 1015864"/>
                <a:gd name="connsiteX455" fmla="*/ 361441 w 364247"/>
                <a:gd name="connsiteY455" fmla="*/ 986493 h 1015864"/>
                <a:gd name="connsiteX456" fmla="*/ 361466 w 364247"/>
                <a:gd name="connsiteY456" fmla="*/ 988727 h 1015864"/>
                <a:gd name="connsiteX457" fmla="*/ 361763 w 364247"/>
                <a:gd name="connsiteY457" fmla="*/ 990488 h 1015864"/>
                <a:gd name="connsiteX458" fmla="*/ 363995 w 364247"/>
                <a:gd name="connsiteY458" fmla="*/ 991976 h 1015864"/>
                <a:gd name="connsiteX459" fmla="*/ 364239 w 364247"/>
                <a:gd name="connsiteY459" fmla="*/ 995676 h 1015864"/>
                <a:gd name="connsiteX460" fmla="*/ 364228 w 364247"/>
                <a:gd name="connsiteY460" fmla="*/ 997890 h 1015864"/>
                <a:gd name="connsiteX461" fmla="*/ 364181 w 364247"/>
                <a:gd name="connsiteY461" fmla="*/ 1000208 h 1015864"/>
                <a:gd name="connsiteX462" fmla="*/ 364170 w 364247"/>
                <a:gd name="connsiteY462" fmla="*/ 1002535 h 1015864"/>
                <a:gd name="connsiteX463" fmla="*/ 363251 w 364247"/>
                <a:gd name="connsiteY463" fmla="*/ 1009091 h 1015864"/>
                <a:gd name="connsiteX464" fmla="*/ 357484 w 364247"/>
                <a:gd name="connsiteY464" fmla="*/ 1009481 h 1015864"/>
                <a:gd name="connsiteX465" fmla="*/ 355810 w 364247"/>
                <a:gd name="connsiteY465" fmla="*/ 1009835 h 1015864"/>
                <a:gd name="connsiteX466" fmla="*/ 355065 w 364247"/>
                <a:gd name="connsiteY466" fmla="*/ 1012068 h 1015864"/>
                <a:gd name="connsiteX467" fmla="*/ 351361 w 364247"/>
                <a:gd name="connsiteY467" fmla="*/ 1012389 h 1015864"/>
                <a:gd name="connsiteX468" fmla="*/ 348968 w 364247"/>
                <a:gd name="connsiteY468" fmla="*/ 1012434 h 1015864"/>
                <a:gd name="connsiteX469" fmla="*/ 346365 w 364247"/>
                <a:gd name="connsiteY469" fmla="*/ 1012448 h 1015864"/>
                <a:gd name="connsiteX470" fmla="*/ 343716 w 364247"/>
                <a:gd name="connsiteY470" fmla="*/ 1012489 h 1015864"/>
                <a:gd name="connsiteX471" fmla="*/ 335299 w 364247"/>
                <a:gd name="connsiteY471" fmla="*/ 1012579 h 1015864"/>
                <a:gd name="connsiteX472" fmla="*/ 329609 w 364247"/>
                <a:gd name="connsiteY472" fmla="*/ 1012656 h 1015864"/>
                <a:gd name="connsiteX473" fmla="*/ 315626 w 364247"/>
                <a:gd name="connsiteY473" fmla="*/ 1012812 h 1015864"/>
                <a:gd name="connsiteX474" fmla="*/ 315626 w 364247"/>
                <a:gd name="connsiteY474" fmla="*/ 1015788 h 1015864"/>
                <a:gd name="connsiteX475" fmla="*/ 284372 w 364247"/>
                <a:gd name="connsiteY475" fmla="*/ 1015788 h 1015864"/>
                <a:gd name="connsiteX476" fmla="*/ 283628 w 364247"/>
                <a:gd name="connsiteY476" fmla="*/ 1011324 h 1015864"/>
                <a:gd name="connsiteX477" fmla="*/ 282140 w 364247"/>
                <a:gd name="connsiteY477" fmla="*/ 1010579 h 1015864"/>
                <a:gd name="connsiteX478" fmla="*/ 281467 w 364247"/>
                <a:gd name="connsiteY478" fmla="*/ 984279 h 1015864"/>
                <a:gd name="connsiteX479" fmla="*/ 281515 w 364247"/>
                <a:gd name="connsiteY479" fmla="*/ 978299 h 1015864"/>
                <a:gd name="connsiteX480" fmla="*/ 281545 w 364247"/>
                <a:gd name="connsiteY480" fmla="*/ 976446 h 1015864"/>
                <a:gd name="connsiteX481" fmla="*/ 279907 w 364247"/>
                <a:gd name="connsiteY481" fmla="*/ 969652 h 1015864"/>
                <a:gd name="connsiteX482" fmla="*/ 279163 w 364247"/>
                <a:gd name="connsiteY482" fmla="*/ 969652 h 1015864"/>
                <a:gd name="connsiteX483" fmla="*/ 279150 w 364247"/>
                <a:gd name="connsiteY483" fmla="*/ 968131 h 1015864"/>
                <a:gd name="connsiteX484" fmla="*/ 278968 w 364247"/>
                <a:gd name="connsiteY484" fmla="*/ 952524 h 1015864"/>
                <a:gd name="connsiteX485" fmla="*/ 278905 w 364247"/>
                <a:gd name="connsiteY485" fmla="*/ 946693 h 1015864"/>
                <a:gd name="connsiteX486" fmla="*/ 278800 w 364247"/>
                <a:gd name="connsiteY486" fmla="*/ 938331 h 1015864"/>
                <a:gd name="connsiteX487" fmla="*/ 278785 w 364247"/>
                <a:gd name="connsiteY487" fmla="*/ 935679 h 1015864"/>
                <a:gd name="connsiteX488" fmla="*/ 278741 w 364247"/>
                <a:gd name="connsiteY488" fmla="*/ 933241 h 1015864"/>
                <a:gd name="connsiteX489" fmla="*/ 278716 w 364247"/>
                <a:gd name="connsiteY489" fmla="*/ 931083 h 1015864"/>
                <a:gd name="connsiteX490" fmla="*/ 278419 w 364247"/>
                <a:gd name="connsiteY490" fmla="*/ 929468 h 1015864"/>
                <a:gd name="connsiteX491" fmla="*/ 276187 w 364247"/>
                <a:gd name="connsiteY491" fmla="*/ 928724 h 1015864"/>
                <a:gd name="connsiteX492" fmla="*/ 275900 w 364247"/>
                <a:gd name="connsiteY492" fmla="*/ 924974 h 1015864"/>
                <a:gd name="connsiteX493" fmla="*/ 275877 w 364247"/>
                <a:gd name="connsiteY493" fmla="*/ 922551 h 1015864"/>
                <a:gd name="connsiteX494" fmla="*/ 275884 w 364247"/>
                <a:gd name="connsiteY494" fmla="*/ 919913 h 1015864"/>
                <a:gd name="connsiteX495" fmla="*/ 275860 w 364247"/>
                <a:gd name="connsiteY495" fmla="*/ 917225 h 1015864"/>
                <a:gd name="connsiteX496" fmla="*/ 275815 w 364247"/>
                <a:gd name="connsiteY496" fmla="*/ 908679 h 1015864"/>
                <a:gd name="connsiteX497" fmla="*/ 275745 w 364247"/>
                <a:gd name="connsiteY497" fmla="*/ 897450 h 1015864"/>
                <a:gd name="connsiteX498" fmla="*/ 275752 w 364247"/>
                <a:gd name="connsiteY498" fmla="*/ 894817 h 1015864"/>
                <a:gd name="connsiteX499" fmla="*/ 275729 w 364247"/>
                <a:gd name="connsiteY499" fmla="*/ 892386 h 1015864"/>
                <a:gd name="connsiteX500" fmla="*/ 275724 w 364247"/>
                <a:gd name="connsiteY500" fmla="*/ 890240 h 1015864"/>
                <a:gd name="connsiteX501" fmla="*/ 275442 w 364247"/>
                <a:gd name="connsiteY501" fmla="*/ 888540 h 1015864"/>
                <a:gd name="connsiteX502" fmla="*/ 273210 w 364247"/>
                <a:gd name="connsiteY502" fmla="*/ 887052 h 1015864"/>
                <a:gd name="connsiteX503" fmla="*/ 272957 w 364247"/>
                <a:gd name="connsiteY503" fmla="*/ 883194 h 1015864"/>
                <a:gd name="connsiteX504" fmla="*/ 272957 w 364247"/>
                <a:gd name="connsiteY504" fmla="*/ 880757 h 1015864"/>
                <a:gd name="connsiteX505" fmla="*/ 272992 w 364247"/>
                <a:gd name="connsiteY505" fmla="*/ 878117 h 1015864"/>
                <a:gd name="connsiteX506" fmla="*/ 273002 w 364247"/>
                <a:gd name="connsiteY506" fmla="*/ 875420 h 1015864"/>
                <a:gd name="connsiteX507" fmla="*/ 273070 w 364247"/>
                <a:gd name="connsiteY507" fmla="*/ 866867 h 1015864"/>
                <a:gd name="connsiteX508" fmla="*/ 273101 w 364247"/>
                <a:gd name="connsiteY508" fmla="*/ 861080 h 1015864"/>
                <a:gd name="connsiteX509" fmla="*/ 273210 w 364247"/>
                <a:gd name="connsiteY509" fmla="*/ 846869 h 1015864"/>
                <a:gd name="connsiteX510" fmla="*/ 270978 w 364247"/>
                <a:gd name="connsiteY510" fmla="*/ 846869 h 1015864"/>
                <a:gd name="connsiteX511" fmla="*/ 270959 w 364247"/>
                <a:gd name="connsiteY511" fmla="*/ 845409 h 1015864"/>
                <a:gd name="connsiteX512" fmla="*/ 270741 w 364247"/>
                <a:gd name="connsiteY512" fmla="*/ 830418 h 1015864"/>
                <a:gd name="connsiteX513" fmla="*/ 270664 w 364247"/>
                <a:gd name="connsiteY513" fmla="*/ 824818 h 1015864"/>
                <a:gd name="connsiteX514" fmla="*/ 270542 w 364247"/>
                <a:gd name="connsiteY514" fmla="*/ 816783 h 1015864"/>
                <a:gd name="connsiteX515" fmla="*/ 270516 w 364247"/>
                <a:gd name="connsiteY515" fmla="*/ 814242 h 1015864"/>
                <a:gd name="connsiteX516" fmla="*/ 270471 w 364247"/>
                <a:gd name="connsiteY516" fmla="*/ 811894 h 1015864"/>
                <a:gd name="connsiteX517" fmla="*/ 270441 w 364247"/>
                <a:gd name="connsiteY517" fmla="*/ 809821 h 1015864"/>
                <a:gd name="connsiteX518" fmla="*/ 268745 w 364247"/>
                <a:gd name="connsiteY518" fmla="*/ 806685 h 1015864"/>
                <a:gd name="connsiteX519" fmla="*/ 268001 w 364247"/>
                <a:gd name="connsiteY519" fmla="*/ 806685 h 1015864"/>
                <a:gd name="connsiteX520" fmla="*/ 267988 w 364247"/>
                <a:gd name="connsiteY520" fmla="*/ 805174 h 1015864"/>
                <a:gd name="connsiteX521" fmla="*/ 267806 w 364247"/>
                <a:gd name="connsiteY521" fmla="*/ 789639 h 1015864"/>
                <a:gd name="connsiteX522" fmla="*/ 267743 w 364247"/>
                <a:gd name="connsiteY522" fmla="*/ 783838 h 1015864"/>
                <a:gd name="connsiteX523" fmla="*/ 267638 w 364247"/>
                <a:gd name="connsiteY523" fmla="*/ 775510 h 1015864"/>
                <a:gd name="connsiteX524" fmla="*/ 267623 w 364247"/>
                <a:gd name="connsiteY524" fmla="*/ 772881 h 1015864"/>
                <a:gd name="connsiteX525" fmla="*/ 267579 w 364247"/>
                <a:gd name="connsiteY525" fmla="*/ 770443 h 1015864"/>
                <a:gd name="connsiteX526" fmla="*/ 267554 w 364247"/>
                <a:gd name="connsiteY526" fmla="*/ 768295 h 1015864"/>
                <a:gd name="connsiteX527" fmla="*/ 265024 w 364247"/>
                <a:gd name="connsiteY527" fmla="*/ 764269 h 1015864"/>
                <a:gd name="connsiteX528" fmla="*/ 264726 w 364247"/>
                <a:gd name="connsiteY528" fmla="*/ 760543 h 1015864"/>
                <a:gd name="connsiteX529" fmla="*/ 264696 w 364247"/>
                <a:gd name="connsiteY529" fmla="*/ 758249 h 1015864"/>
                <a:gd name="connsiteX530" fmla="*/ 264696 w 364247"/>
                <a:gd name="connsiteY530" fmla="*/ 755775 h 1015864"/>
                <a:gd name="connsiteX531" fmla="*/ 264666 w 364247"/>
                <a:gd name="connsiteY531" fmla="*/ 753238 h 1015864"/>
                <a:gd name="connsiteX532" fmla="*/ 264606 w 364247"/>
                <a:gd name="connsiteY532" fmla="*/ 745200 h 1015864"/>
                <a:gd name="connsiteX533" fmla="*/ 264538 w 364247"/>
                <a:gd name="connsiteY533" fmla="*/ 737147 h 1015864"/>
                <a:gd name="connsiteX534" fmla="*/ 264505 w 364247"/>
                <a:gd name="connsiteY534" fmla="*/ 732131 h 1015864"/>
                <a:gd name="connsiteX535" fmla="*/ 264482 w 364247"/>
                <a:gd name="connsiteY535" fmla="*/ 729851 h 1015864"/>
                <a:gd name="connsiteX536" fmla="*/ 264473 w 364247"/>
                <a:gd name="connsiteY536" fmla="*/ 727833 h 1015864"/>
                <a:gd name="connsiteX537" fmla="*/ 264280 w 364247"/>
                <a:gd name="connsiteY537" fmla="*/ 726318 h 1015864"/>
                <a:gd name="connsiteX538" fmla="*/ 262792 w 364247"/>
                <a:gd name="connsiteY538" fmla="*/ 725574 h 1015864"/>
                <a:gd name="connsiteX539" fmla="*/ 262555 w 364247"/>
                <a:gd name="connsiteY539" fmla="*/ 721732 h 1015864"/>
                <a:gd name="connsiteX540" fmla="*/ 262510 w 364247"/>
                <a:gd name="connsiteY540" fmla="*/ 719249 h 1015864"/>
                <a:gd name="connsiteX541" fmla="*/ 262484 w 364247"/>
                <a:gd name="connsiteY541" fmla="*/ 716548 h 1015864"/>
                <a:gd name="connsiteX542" fmla="*/ 262440 w 364247"/>
                <a:gd name="connsiteY542" fmla="*/ 713798 h 1015864"/>
                <a:gd name="connsiteX543" fmla="*/ 262327 w 364247"/>
                <a:gd name="connsiteY543" fmla="*/ 705063 h 1015864"/>
                <a:gd name="connsiteX544" fmla="*/ 262240 w 364247"/>
                <a:gd name="connsiteY544" fmla="*/ 699158 h 1015864"/>
                <a:gd name="connsiteX545" fmla="*/ 262048 w 364247"/>
                <a:gd name="connsiteY545" fmla="*/ 684646 h 1015864"/>
                <a:gd name="connsiteX546" fmla="*/ 259815 w 364247"/>
                <a:gd name="connsiteY546" fmla="*/ 685390 h 1015864"/>
                <a:gd name="connsiteX547" fmla="*/ 259815 w 364247"/>
                <a:gd name="connsiteY547" fmla="*/ 646695 h 1015864"/>
                <a:gd name="connsiteX548" fmla="*/ 103546 w 364247"/>
                <a:gd name="connsiteY548" fmla="*/ 646695 h 1015864"/>
                <a:gd name="connsiteX549" fmla="*/ 104290 w 364247"/>
                <a:gd name="connsiteY549" fmla="*/ 649671 h 1015864"/>
                <a:gd name="connsiteX550" fmla="*/ 104469 w 364247"/>
                <a:gd name="connsiteY550" fmla="*/ 659393 h 1015864"/>
                <a:gd name="connsiteX551" fmla="*/ 104523 w 364247"/>
                <a:gd name="connsiteY551" fmla="*/ 664140 h 1015864"/>
                <a:gd name="connsiteX552" fmla="*/ 104534 w 364247"/>
                <a:gd name="connsiteY552" fmla="*/ 667144 h 1015864"/>
                <a:gd name="connsiteX553" fmla="*/ 104555 w 364247"/>
                <a:gd name="connsiteY553" fmla="*/ 669909 h 1015864"/>
                <a:gd name="connsiteX554" fmla="*/ 104290 w 364247"/>
                <a:gd name="connsiteY554" fmla="*/ 671995 h 1015864"/>
                <a:gd name="connsiteX555" fmla="*/ 102058 w 364247"/>
                <a:gd name="connsiteY555" fmla="*/ 672740 h 1015864"/>
                <a:gd name="connsiteX556" fmla="*/ 101771 w 364247"/>
                <a:gd name="connsiteY556" fmla="*/ 676569 h 1015864"/>
                <a:gd name="connsiteX557" fmla="*/ 101749 w 364247"/>
                <a:gd name="connsiteY557" fmla="*/ 679045 h 1015864"/>
                <a:gd name="connsiteX558" fmla="*/ 101755 w 364247"/>
                <a:gd name="connsiteY558" fmla="*/ 681739 h 1015864"/>
                <a:gd name="connsiteX559" fmla="*/ 101731 w 364247"/>
                <a:gd name="connsiteY559" fmla="*/ 684483 h 1015864"/>
                <a:gd name="connsiteX560" fmla="*/ 101686 w 364247"/>
                <a:gd name="connsiteY560" fmla="*/ 693203 h 1015864"/>
                <a:gd name="connsiteX561" fmla="*/ 101616 w 364247"/>
                <a:gd name="connsiteY561" fmla="*/ 704668 h 1015864"/>
                <a:gd name="connsiteX562" fmla="*/ 101623 w 364247"/>
                <a:gd name="connsiteY562" fmla="*/ 707362 h 1015864"/>
                <a:gd name="connsiteX563" fmla="*/ 101600 w 364247"/>
                <a:gd name="connsiteY563" fmla="*/ 709838 h 1015864"/>
                <a:gd name="connsiteX564" fmla="*/ 101595 w 364247"/>
                <a:gd name="connsiteY564" fmla="*/ 712029 h 1015864"/>
                <a:gd name="connsiteX565" fmla="*/ 101314 w 364247"/>
                <a:gd name="connsiteY565" fmla="*/ 713667 h 1015864"/>
                <a:gd name="connsiteX566" fmla="*/ 99081 w 364247"/>
                <a:gd name="connsiteY566" fmla="*/ 714411 h 1015864"/>
                <a:gd name="connsiteX567" fmla="*/ 98783 w 364247"/>
                <a:gd name="connsiteY567" fmla="*/ 718241 h 1015864"/>
                <a:gd name="connsiteX568" fmla="*/ 98753 w 364247"/>
                <a:gd name="connsiteY568" fmla="*/ 720717 h 1015864"/>
                <a:gd name="connsiteX569" fmla="*/ 98753 w 364247"/>
                <a:gd name="connsiteY569" fmla="*/ 723411 h 1015864"/>
                <a:gd name="connsiteX570" fmla="*/ 98723 w 364247"/>
                <a:gd name="connsiteY570" fmla="*/ 726155 h 1015864"/>
                <a:gd name="connsiteX571" fmla="*/ 98663 w 364247"/>
                <a:gd name="connsiteY571" fmla="*/ 734875 h 1015864"/>
                <a:gd name="connsiteX572" fmla="*/ 98594 w 364247"/>
                <a:gd name="connsiteY572" fmla="*/ 743595 h 1015864"/>
                <a:gd name="connsiteX573" fmla="*/ 98562 w 364247"/>
                <a:gd name="connsiteY573" fmla="*/ 749034 h 1015864"/>
                <a:gd name="connsiteX574" fmla="*/ 98539 w 364247"/>
                <a:gd name="connsiteY574" fmla="*/ 751510 h 1015864"/>
                <a:gd name="connsiteX575" fmla="*/ 98529 w 364247"/>
                <a:gd name="connsiteY575" fmla="*/ 753701 h 1015864"/>
                <a:gd name="connsiteX576" fmla="*/ 98337 w 364247"/>
                <a:gd name="connsiteY576" fmla="*/ 755339 h 1015864"/>
                <a:gd name="connsiteX577" fmla="*/ 96849 w 364247"/>
                <a:gd name="connsiteY577" fmla="*/ 756083 h 1015864"/>
                <a:gd name="connsiteX578" fmla="*/ 96647 w 364247"/>
                <a:gd name="connsiteY578" fmla="*/ 759981 h 1015864"/>
                <a:gd name="connsiteX579" fmla="*/ 96624 w 364247"/>
                <a:gd name="connsiteY579" fmla="*/ 762502 h 1015864"/>
                <a:gd name="connsiteX580" fmla="*/ 96619 w 364247"/>
                <a:gd name="connsiteY580" fmla="*/ 765246 h 1015864"/>
                <a:gd name="connsiteX581" fmla="*/ 96562 w 364247"/>
                <a:gd name="connsiteY581" fmla="*/ 770925 h 1015864"/>
                <a:gd name="connsiteX582" fmla="*/ 96509 w 364247"/>
                <a:gd name="connsiteY582" fmla="*/ 779936 h 1015864"/>
                <a:gd name="connsiteX583" fmla="*/ 96433 w 364247"/>
                <a:gd name="connsiteY583" fmla="*/ 788593 h 1015864"/>
                <a:gd name="connsiteX584" fmla="*/ 96433 w 364247"/>
                <a:gd name="connsiteY584" fmla="*/ 791336 h 1015864"/>
                <a:gd name="connsiteX585" fmla="*/ 96403 w 364247"/>
                <a:gd name="connsiteY585" fmla="*/ 793857 h 1015864"/>
                <a:gd name="connsiteX586" fmla="*/ 96391 w 364247"/>
                <a:gd name="connsiteY586" fmla="*/ 796089 h 1015864"/>
                <a:gd name="connsiteX587" fmla="*/ 96105 w 364247"/>
                <a:gd name="connsiteY587" fmla="*/ 797755 h 1015864"/>
                <a:gd name="connsiteX588" fmla="*/ 93872 w 364247"/>
                <a:gd name="connsiteY588" fmla="*/ 798499 h 1015864"/>
                <a:gd name="connsiteX589" fmla="*/ 93550 w 364247"/>
                <a:gd name="connsiteY589" fmla="*/ 802341 h 1015864"/>
                <a:gd name="connsiteX590" fmla="*/ 93506 w 364247"/>
                <a:gd name="connsiteY590" fmla="*/ 804824 h 1015864"/>
                <a:gd name="connsiteX591" fmla="*/ 93491 w 364247"/>
                <a:gd name="connsiteY591" fmla="*/ 807525 h 1015864"/>
                <a:gd name="connsiteX592" fmla="*/ 93451 w 364247"/>
                <a:gd name="connsiteY592" fmla="*/ 810275 h 1015864"/>
                <a:gd name="connsiteX593" fmla="*/ 93361 w 364247"/>
                <a:gd name="connsiteY593" fmla="*/ 819010 h 1015864"/>
                <a:gd name="connsiteX594" fmla="*/ 93283 w 364247"/>
                <a:gd name="connsiteY594" fmla="*/ 824915 h 1015864"/>
                <a:gd name="connsiteX595" fmla="*/ 93128 w 364247"/>
                <a:gd name="connsiteY595" fmla="*/ 839427 h 1015864"/>
                <a:gd name="connsiteX596" fmla="*/ 90896 w 364247"/>
                <a:gd name="connsiteY596" fmla="*/ 839427 h 1015864"/>
                <a:gd name="connsiteX597" fmla="*/ 90151 w 364247"/>
                <a:gd name="connsiteY597" fmla="*/ 881099 h 1015864"/>
                <a:gd name="connsiteX598" fmla="*/ 87919 w 364247"/>
                <a:gd name="connsiteY598" fmla="*/ 881099 h 1015864"/>
                <a:gd name="connsiteX599" fmla="*/ 87934 w 364247"/>
                <a:gd name="connsiteY599" fmla="*/ 882699 h 1015864"/>
                <a:gd name="connsiteX600" fmla="*/ 88035 w 364247"/>
                <a:gd name="connsiteY600" fmla="*/ 897613 h 1015864"/>
                <a:gd name="connsiteX601" fmla="*/ 88087 w 364247"/>
                <a:gd name="connsiteY601" fmla="*/ 905281 h 1015864"/>
                <a:gd name="connsiteX602" fmla="*/ 88137 w 364247"/>
                <a:gd name="connsiteY602" fmla="*/ 914091 h 1015864"/>
                <a:gd name="connsiteX603" fmla="*/ 88172 w 364247"/>
                <a:gd name="connsiteY603" fmla="*/ 916879 h 1015864"/>
                <a:gd name="connsiteX604" fmla="*/ 88172 w 364247"/>
                <a:gd name="connsiteY604" fmla="*/ 919452 h 1015864"/>
                <a:gd name="connsiteX605" fmla="*/ 88187 w 364247"/>
                <a:gd name="connsiteY605" fmla="*/ 921726 h 1015864"/>
                <a:gd name="connsiteX606" fmla="*/ 87919 w 364247"/>
                <a:gd name="connsiteY606" fmla="*/ 923515 h 1015864"/>
                <a:gd name="connsiteX607" fmla="*/ 85687 w 364247"/>
                <a:gd name="connsiteY607" fmla="*/ 925003 h 1015864"/>
                <a:gd name="connsiteX608" fmla="*/ 85365 w 364247"/>
                <a:gd name="connsiteY608" fmla="*/ 928929 h 1015864"/>
                <a:gd name="connsiteX609" fmla="*/ 85320 w 364247"/>
                <a:gd name="connsiteY609" fmla="*/ 931412 h 1015864"/>
                <a:gd name="connsiteX610" fmla="*/ 85306 w 364247"/>
                <a:gd name="connsiteY610" fmla="*/ 934102 h 1015864"/>
                <a:gd name="connsiteX611" fmla="*/ 85265 w 364247"/>
                <a:gd name="connsiteY611" fmla="*/ 936848 h 1015864"/>
                <a:gd name="connsiteX612" fmla="*/ 85175 w 364247"/>
                <a:gd name="connsiteY612" fmla="*/ 945560 h 1015864"/>
                <a:gd name="connsiteX613" fmla="*/ 85098 w 364247"/>
                <a:gd name="connsiteY613" fmla="*/ 951455 h 1015864"/>
                <a:gd name="connsiteX614" fmla="*/ 84942 w 364247"/>
                <a:gd name="connsiteY614" fmla="*/ 965931 h 1015864"/>
                <a:gd name="connsiteX615" fmla="*/ 82710 w 364247"/>
                <a:gd name="connsiteY615" fmla="*/ 965931 h 1015864"/>
                <a:gd name="connsiteX616" fmla="*/ 81966 w 364247"/>
                <a:gd name="connsiteY616" fmla="*/ 1007603 h 1015864"/>
                <a:gd name="connsiteX617" fmla="*/ 79733 w 364247"/>
                <a:gd name="connsiteY617" fmla="*/ 1007603 h 1015864"/>
                <a:gd name="connsiteX618" fmla="*/ 79760 w 364247"/>
                <a:gd name="connsiteY618" fmla="*/ 1009204 h 1015864"/>
                <a:gd name="connsiteX619" fmla="*/ 79780 w 364247"/>
                <a:gd name="connsiteY619" fmla="*/ 1011277 h 1015864"/>
                <a:gd name="connsiteX620" fmla="*/ 79806 w 364247"/>
                <a:gd name="connsiteY620" fmla="*/ 1013344 h 1015864"/>
                <a:gd name="connsiteX621" fmla="*/ 78989 w 364247"/>
                <a:gd name="connsiteY621" fmla="*/ 1015788 h 1015864"/>
                <a:gd name="connsiteX622" fmla="*/ 72243 w 364247"/>
                <a:gd name="connsiteY622" fmla="*/ 1015861 h 1015864"/>
                <a:gd name="connsiteX623" fmla="*/ 70194 w 364247"/>
                <a:gd name="connsiteY623" fmla="*/ 1015858 h 1015864"/>
                <a:gd name="connsiteX624" fmla="*/ 63688 w 364247"/>
                <a:gd name="connsiteY624" fmla="*/ 1015835 h 1015864"/>
                <a:gd name="connsiteX625" fmla="*/ 59288 w 364247"/>
                <a:gd name="connsiteY625" fmla="*/ 1015825 h 1015864"/>
                <a:gd name="connsiteX626" fmla="*/ 48480 w 364247"/>
                <a:gd name="connsiteY626" fmla="*/ 1015788 h 1015864"/>
                <a:gd name="connsiteX627" fmla="*/ 48480 w 364247"/>
                <a:gd name="connsiteY627" fmla="*/ 1013556 h 1015864"/>
                <a:gd name="connsiteX628" fmla="*/ 43419 w 364247"/>
                <a:gd name="connsiteY628" fmla="*/ 1012694 h 1015864"/>
                <a:gd name="connsiteX629" fmla="*/ 41169 w 364247"/>
                <a:gd name="connsiteY629" fmla="*/ 1012671 h 1015864"/>
                <a:gd name="connsiteX630" fmla="*/ 38733 w 364247"/>
                <a:gd name="connsiteY630" fmla="*/ 1012655 h 1015864"/>
                <a:gd name="connsiteX631" fmla="*/ 33671 w 364247"/>
                <a:gd name="connsiteY631" fmla="*/ 1012591 h 1015864"/>
                <a:gd name="connsiteX632" fmla="*/ 25655 w 364247"/>
                <a:gd name="connsiteY632" fmla="*/ 1012513 h 1015864"/>
                <a:gd name="connsiteX633" fmla="*/ 17944 w 364247"/>
                <a:gd name="connsiteY633" fmla="*/ 1012422 h 1015864"/>
                <a:gd name="connsiteX634" fmla="*/ 15503 w 364247"/>
                <a:gd name="connsiteY634" fmla="*/ 1012415 h 1015864"/>
                <a:gd name="connsiteX635" fmla="*/ 13261 w 364247"/>
                <a:gd name="connsiteY635" fmla="*/ 1012378 h 1015864"/>
                <a:gd name="connsiteX636" fmla="*/ 11276 w 364247"/>
                <a:gd name="connsiteY636" fmla="*/ 1012359 h 1015864"/>
                <a:gd name="connsiteX637" fmla="*/ 9784 w 364247"/>
                <a:gd name="connsiteY637" fmla="*/ 1012068 h 1015864"/>
                <a:gd name="connsiteX638" fmla="*/ 9040 w 364247"/>
                <a:gd name="connsiteY638" fmla="*/ 1009835 h 1015864"/>
                <a:gd name="connsiteX639" fmla="*/ 5366 w 364247"/>
                <a:gd name="connsiteY639" fmla="*/ 1009370 h 1015864"/>
                <a:gd name="connsiteX640" fmla="*/ 110 w 364247"/>
                <a:gd name="connsiteY640" fmla="*/ 1008347 h 1015864"/>
                <a:gd name="connsiteX641" fmla="*/ 110 w 364247"/>
                <a:gd name="connsiteY641" fmla="*/ 1002394 h 1015864"/>
                <a:gd name="connsiteX642" fmla="*/ 2343 w 364247"/>
                <a:gd name="connsiteY642" fmla="*/ 1003138 h 1015864"/>
                <a:gd name="connsiteX643" fmla="*/ 2361 w 364247"/>
                <a:gd name="connsiteY643" fmla="*/ 1001533 h 1015864"/>
                <a:gd name="connsiteX644" fmla="*/ 2557 w 364247"/>
                <a:gd name="connsiteY644" fmla="*/ 986586 h 1015864"/>
                <a:gd name="connsiteX645" fmla="*/ 2657 w 364247"/>
                <a:gd name="connsiteY645" fmla="*/ 978900 h 1015864"/>
                <a:gd name="connsiteX646" fmla="*/ 2779 w 364247"/>
                <a:gd name="connsiteY646" fmla="*/ 970073 h 1015864"/>
                <a:gd name="connsiteX647" fmla="*/ 2805 w 364247"/>
                <a:gd name="connsiteY647" fmla="*/ 967273 h 1015864"/>
                <a:gd name="connsiteX648" fmla="*/ 2850 w 364247"/>
                <a:gd name="connsiteY648" fmla="*/ 964700 h 1015864"/>
                <a:gd name="connsiteX649" fmla="*/ 2880 w 364247"/>
                <a:gd name="connsiteY649" fmla="*/ 962422 h 1015864"/>
                <a:gd name="connsiteX650" fmla="*/ 3087 w 364247"/>
                <a:gd name="connsiteY650" fmla="*/ 960722 h 1015864"/>
                <a:gd name="connsiteX651" fmla="*/ 4575 w 364247"/>
                <a:gd name="connsiteY651" fmla="*/ 959978 h 1015864"/>
                <a:gd name="connsiteX652" fmla="*/ 5449 w 364247"/>
                <a:gd name="connsiteY652" fmla="*/ 953952 h 1015864"/>
                <a:gd name="connsiteX653" fmla="*/ 5479 w 364247"/>
                <a:gd name="connsiteY653" fmla="*/ 951612 h 1015864"/>
                <a:gd name="connsiteX654" fmla="*/ 5503 w 364247"/>
                <a:gd name="connsiteY654" fmla="*/ 949089 h 1015864"/>
                <a:gd name="connsiteX655" fmla="*/ 5577 w 364247"/>
                <a:gd name="connsiteY655" fmla="*/ 943831 h 1015864"/>
                <a:gd name="connsiteX656" fmla="*/ 5674 w 364247"/>
                <a:gd name="connsiteY656" fmla="*/ 935516 h 1015864"/>
                <a:gd name="connsiteX657" fmla="*/ 5782 w 364247"/>
                <a:gd name="connsiteY657" fmla="*/ 927509 h 1015864"/>
                <a:gd name="connsiteX658" fmla="*/ 5801 w 364247"/>
                <a:gd name="connsiteY658" fmla="*/ 924977 h 1015864"/>
                <a:gd name="connsiteX659" fmla="*/ 5838 w 364247"/>
                <a:gd name="connsiteY659" fmla="*/ 922651 h 1015864"/>
                <a:gd name="connsiteX660" fmla="*/ 5861 w 364247"/>
                <a:gd name="connsiteY660" fmla="*/ 920594 h 1015864"/>
                <a:gd name="connsiteX661" fmla="*/ 6064 w 364247"/>
                <a:gd name="connsiteY661" fmla="*/ 919050 h 1015864"/>
                <a:gd name="connsiteX662" fmla="*/ 7552 w 364247"/>
                <a:gd name="connsiteY662" fmla="*/ 918306 h 1015864"/>
                <a:gd name="connsiteX663" fmla="*/ 7754 w 364247"/>
                <a:gd name="connsiteY663" fmla="*/ 914476 h 1015864"/>
                <a:gd name="connsiteX664" fmla="*/ 7777 w 364247"/>
                <a:gd name="connsiteY664" fmla="*/ 912001 h 1015864"/>
                <a:gd name="connsiteX665" fmla="*/ 7781 w 364247"/>
                <a:gd name="connsiteY665" fmla="*/ 909307 h 1015864"/>
                <a:gd name="connsiteX666" fmla="*/ 7838 w 364247"/>
                <a:gd name="connsiteY666" fmla="*/ 903728 h 1015864"/>
                <a:gd name="connsiteX667" fmla="*/ 7891 w 364247"/>
                <a:gd name="connsiteY667" fmla="*/ 894880 h 1015864"/>
                <a:gd name="connsiteX668" fmla="*/ 7967 w 364247"/>
                <a:gd name="connsiteY668" fmla="*/ 886378 h 1015864"/>
                <a:gd name="connsiteX669" fmla="*/ 7968 w 364247"/>
                <a:gd name="connsiteY669" fmla="*/ 883684 h 1015864"/>
                <a:gd name="connsiteX670" fmla="*/ 7998 w 364247"/>
                <a:gd name="connsiteY670" fmla="*/ 881208 h 1015864"/>
                <a:gd name="connsiteX671" fmla="*/ 8009 w 364247"/>
                <a:gd name="connsiteY671" fmla="*/ 879017 h 1015864"/>
                <a:gd name="connsiteX672" fmla="*/ 8296 w 364247"/>
                <a:gd name="connsiteY672" fmla="*/ 877378 h 1015864"/>
                <a:gd name="connsiteX673" fmla="*/ 10528 w 364247"/>
                <a:gd name="connsiteY673" fmla="*/ 876634 h 1015864"/>
                <a:gd name="connsiteX674" fmla="*/ 10826 w 364247"/>
                <a:gd name="connsiteY674" fmla="*/ 872804 h 1015864"/>
                <a:gd name="connsiteX675" fmla="*/ 10857 w 364247"/>
                <a:gd name="connsiteY675" fmla="*/ 870329 h 1015864"/>
                <a:gd name="connsiteX676" fmla="*/ 10857 w 364247"/>
                <a:gd name="connsiteY676" fmla="*/ 867635 h 1015864"/>
                <a:gd name="connsiteX677" fmla="*/ 10887 w 364247"/>
                <a:gd name="connsiteY677" fmla="*/ 864890 h 1015864"/>
                <a:gd name="connsiteX678" fmla="*/ 10947 w 364247"/>
                <a:gd name="connsiteY678" fmla="*/ 856170 h 1015864"/>
                <a:gd name="connsiteX679" fmla="*/ 11015 w 364247"/>
                <a:gd name="connsiteY679" fmla="*/ 847450 h 1015864"/>
                <a:gd name="connsiteX680" fmla="*/ 11048 w 364247"/>
                <a:gd name="connsiteY680" fmla="*/ 842012 h 1015864"/>
                <a:gd name="connsiteX681" fmla="*/ 11071 w 364247"/>
                <a:gd name="connsiteY681" fmla="*/ 839536 h 1015864"/>
                <a:gd name="connsiteX682" fmla="*/ 11080 w 364247"/>
                <a:gd name="connsiteY682" fmla="*/ 837345 h 1015864"/>
                <a:gd name="connsiteX683" fmla="*/ 11273 w 364247"/>
                <a:gd name="connsiteY683" fmla="*/ 835706 h 1015864"/>
                <a:gd name="connsiteX684" fmla="*/ 12761 w 364247"/>
                <a:gd name="connsiteY684" fmla="*/ 834962 h 1015864"/>
                <a:gd name="connsiteX685" fmla="*/ 13634 w 364247"/>
                <a:gd name="connsiteY685" fmla="*/ 828107 h 1015864"/>
                <a:gd name="connsiteX686" fmla="*/ 13665 w 364247"/>
                <a:gd name="connsiteY686" fmla="*/ 825768 h 1015864"/>
                <a:gd name="connsiteX687" fmla="*/ 13688 w 364247"/>
                <a:gd name="connsiteY687" fmla="*/ 823257 h 1015864"/>
                <a:gd name="connsiteX688" fmla="*/ 13762 w 364247"/>
                <a:gd name="connsiteY688" fmla="*/ 818005 h 1015864"/>
                <a:gd name="connsiteX689" fmla="*/ 13860 w 364247"/>
                <a:gd name="connsiteY689" fmla="*/ 809715 h 1015864"/>
                <a:gd name="connsiteX690" fmla="*/ 13967 w 364247"/>
                <a:gd name="connsiteY690" fmla="*/ 801723 h 1015864"/>
                <a:gd name="connsiteX691" fmla="*/ 13986 w 364247"/>
                <a:gd name="connsiteY691" fmla="*/ 799198 h 1015864"/>
                <a:gd name="connsiteX692" fmla="*/ 14024 w 364247"/>
                <a:gd name="connsiteY692" fmla="*/ 796880 h 1015864"/>
                <a:gd name="connsiteX693" fmla="*/ 14047 w 364247"/>
                <a:gd name="connsiteY693" fmla="*/ 794829 h 1015864"/>
                <a:gd name="connsiteX694" fmla="*/ 14249 w 364247"/>
                <a:gd name="connsiteY694" fmla="*/ 793290 h 1015864"/>
                <a:gd name="connsiteX695" fmla="*/ 15737 w 364247"/>
                <a:gd name="connsiteY695" fmla="*/ 792546 h 1015864"/>
                <a:gd name="connsiteX696" fmla="*/ 15939 w 364247"/>
                <a:gd name="connsiteY696" fmla="*/ 788648 h 1015864"/>
                <a:gd name="connsiteX697" fmla="*/ 15962 w 364247"/>
                <a:gd name="connsiteY697" fmla="*/ 786127 h 1015864"/>
                <a:gd name="connsiteX698" fmla="*/ 15967 w 364247"/>
                <a:gd name="connsiteY698" fmla="*/ 783384 h 1015864"/>
                <a:gd name="connsiteX699" fmla="*/ 16024 w 364247"/>
                <a:gd name="connsiteY699" fmla="*/ 777704 h 1015864"/>
                <a:gd name="connsiteX700" fmla="*/ 16077 w 364247"/>
                <a:gd name="connsiteY700" fmla="*/ 768694 h 1015864"/>
                <a:gd name="connsiteX701" fmla="*/ 16153 w 364247"/>
                <a:gd name="connsiteY701" fmla="*/ 760037 h 1015864"/>
                <a:gd name="connsiteX702" fmla="*/ 16153 w 364247"/>
                <a:gd name="connsiteY702" fmla="*/ 757293 h 1015864"/>
                <a:gd name="connsiteX703" fmla="*/ 16183 w 364247"/>
                <a:gd name="connsiteY703" fmla="*/ 754772 h 1015864"/>
                <a:gd name="connsiteX704" fmla="*/ 16195 w 364247"/>
                <a:gd name="connsiteY704" fmla="*/ 752541 h 1015864"/>
                <a:gd name="connsiteX705" fmla="*/ 16481 w 364247"/>
                <a:gd name="connsiteY705" fmla="*/ 750874 h 1015864"/>
                <a:gd name="connsiteX706" fmla="*/ 18714 w 364247"/>
                <a:gd name="connsiteY706" fmla="*/ 750130 h 1015864"/>
                <a:gd name="connsiteX707" fmla="*/ 19000 w 364247"/>
                <a:gd name="connsiteY707" fmla="*/ 746381 h 1015864"/>
                <a:gd name="connsiteX708" fmla="*/ 19023 w 364247"/>
                <a:gd name="connsiteY708" fmla="*/ 743957 h 1015864"/>
                <a:gd name="connsiteX709" fmla="*/ 19016 w 364247"/>
                <a:gd name="connsiteY709" fmla="*/ 741320 h 1015864"/>
                <a:gd name="connsiteX710" fmla="*/ 19041 w 364247"/>
                <a:gd name="connsiteY710" fmla="*/ 738631 h 1015864"/>
                <a:gd name="connsiteX711" fmla="*/ 19086 w 364247"/>
                <a:gd name="connsiteY711" fmla="*/ 730085 h 1015864"/>
                <a:gd name="connsiteX712" fmla="*/ 19156 w 364247"/>
                <a:gd name="connsiteY712" fmla="*/ 718856 h 1015864"/>
                <a:gd name="connsiteX713" fmla="*/ 19149 w 364247"/>
                <a:gd name="connsiteY713" fmla="*/ 716223 h 1015864"/>
                <a:gd name="connsiteX714" fmla="*/ 19172 w 364247"/>
                <a:gd name="connsiteY714" fmla="*/ 713793 h 1015864"/>
                <a:gd name="connsiteX715" fmla="*/ 19176 w 364247"/>
                <a:gd name="connsiteY715" fmla="*/ 711646 h 1015864"/>
                <a:gd name="connsiteX716" fmla="*/ 19458 w 364247"/>
                <a:gd name="connsiteY716" fmla="*/ 709947 h 1015864"/>
                <a:gd name="connsiteX717" fmla="*/ 21690 w 364247"/>
                <a:gd name="connsiteY717" fmla="*/ 708458 h 1015864"/>
                <a:gd name="connsiteX718" fmla="*/ 21989 w 364247"/>
                <a:gd name="connsiteY718" fmla="*/ 704612 h 1015864"/>
                <a:gd name="connsiteX719" fmla="*/ 22019 w 364247"/>
                <a:gd name="connsiteY719" fmla="*/ 702182 h 1015864"/>
                <a:gd name="connsiteX720" fmla="*/ 22019 w 364247"/>
                <a:gd name="connsiteY720" fmla="*/ 699549 h 1015864"/>
                <a:gd name="connsiteX721" fmla="*/ 22049 w 364247"/>
                <a:gd name="connsiteY721" fmla="*/ 696858 h 1015864"/>
                <a:gd name="connsiteX722" fmla="*/ 22109 w 364247"/>
                <a:gd name="connsiteY722" fmla="*/ 688320 h 1015864"/>
                <a:gd name="connsiteX723" fmla="*/ 22177 w 364247"/>
                <a:gd name="connsiteY723" fmla="*/ 679774 h 1015864"/>
                <a:gd name="connsiteX724" fmla="*/ 22210 w 364247"/>
                <a:gd name="connsiteY724" fmla="*/ 674448 h 1015864"/>
                <a:gd name="connsiteX725" fmla="*/ 22233 w 364247"/>
                <a:gd name="connsiteY725" fmla="*/ 672024 h 1015864"/>
                <a:gd name="connsiteX726" fmla="*/ 22242 w 364247"/>
                <a:gd name="connsiteY726" fmla="*/ 669880 h 1015864"/>
                <a:gd name="connsiteX727" fmla="*/ 22435 w 364247"/>
                <a:gd name="connsiteY727" fmla="*/ 668275 h 1015864"/>
                <a:gd name="connsiteX728" fmla="*/ 23923 w 364247"/>
                <a:gd name="connsiteY728" fmla="*/ 667531 h 1015864"/>
                <a:gd name="connsiteX729" fmla="*/ 24160 w 364247"/>
                <a:gd name="connsiteY729" fmla="*/ 663553 h 1015864"/>
                <a:gd name="connsiteX730" fmla="*/ 24205 w 364247"/>
                <a:gd name="connsiteY730" fmla="*/ 660979 h 1015864"/>
                <a:gd name="connsiteX731" fmla="*/ 24231 w 364247"/>
                <a:gd name="connsiteY731" fmla="*/ 658179 h 1015864"/>
                <a:gd name="connsiteX732" fmla="*/ 24275 w 364247"/>
                <a:gd name="connsiteY732" fmla="*/ 655330 h 1015864"/>
                <a:gd name="connsiteX733" fmla="*/ 24370 w 364247"/>
                <a:gd name="connsiteY733" fmla="*/ 647817 h 1015864"/>
                <a:gd name="connsiteX734" fmla="*/ 24475 w 364247"/>
                <a:gd name="connsiteY734" fmla="*/ 640156 h 1015864"/>
                <a:gd name="connsiteX735" fmla="*/ 24667 w 364247"/>
                <a:gd name="connsiteY735" fmla="*/ 625115 h 1015864"/>
                <a:gd name="connsiteX736" fmla="*/ 26899 w 364247"/>
                <a:gd name="connsiteY736" fmla="*/ 625859 h 1015864"/>
                <a:gd name="connsiteX737" fmla="*/ 27644 w 364247"/>
                <a:gd name="connsiteY737" fmla="*/ 583443 h 1015864"/>
                <a:gd name="connsiteX738" fmla="*/ 29132 w 364247"/>
                <a:gd name="connsiteY738" fmla="*/ 583443 h 1015864"/>
                <a:gd name="connsiteX739" fmla="*/ 30005 w 364247"/>
                <a:gd name="connsiteY739" fmla="*/ 578177 h 1015864"/>
                <a:gd name="connsiteX740" fmla="*/ 30036 w 364247"/>
                <a:gd name="connsiteY740" fmla="*/ 575792 h 1015864"/>
                <a:gd name="connsiteX741" fmla="*/ 30059 w 364247"/>
                <a:gd name="connsiteY741" fmla="*/ 573208 h 1015864"/>
                <a:gd name="connsiteX742" fmla="*/ 30133 w 364247"/>
                <a:gd name="connsiteY742" fmla="*/ 567841 h 1015864"/>
                <a:gd name="connsiteX743" fmla="*/ 30231 w 364247"/>
                <a:gd name="connsiteY743" fmla="*/ 559340 h 1015864"/>
                <a:gd name="connsiteX744" fmla="*/ 30338 w 364247"/>
                <a:gd name="connsiteY744" fmla="*/ 551163 h 1015864"/>
                <a:gd name="connsiteX745" fmla="*/ 30357 w 364247"/>
                <a:gd name="connsiteY745" fmla="*/ 548574 h 1015864"/>
                <a:gd name="connsiteX746" fmla="*/ 30395 w 364247"/>
                <a:gd name="connsiteY746" fmla="*/ 546196 h 1015864"/>
                <a:gd name="connsiteX747" fmla="*/ 30418 w 364247"/>
                <a:gd name="connsiteY747" fmla="*/ 544092 h 1015864"/>
                <a:gd name="connsiteX748" fmla="*/ 30620 w 364247"/>
                <a:gd name="connsiteY748" fmla="*/ 542515 h 1015864"/>
                <a:gd name="connsiteX749" fmla="*/ 32108 w 364247"/>
                <a:gd name="connsiteY749" fmla="*/ 541771 h 1015864"/>
                <a:gd name="connsiteX750" fmla="*/ 32346 w 364247"/>
                <a:gd name="connsiteY750" fmla="*/ 537861 h 1015864"/>
                <a:gd name="connsiteX751" fmla="*/ 32391 w 364247"/>
                <a:gd name="connsiteY751" fmla="*/ 535333 h 1015864"/>
                <a:gd name="connsiteX752" fmla="*/ 32417 w 364247"/>
                <a:gd name="connsiteY752" fmla="*/ 532583 h 1015864"/>
                <a:gd name="connsiteX753" fmla="*/ 32460 w 364247"/>
                <a:gd name="connsiteY753" fmla="*/ 529783 h 1015864"/>
                <a:gd name="connsiteX754" fmla="*/ 32556 w 364247"/>
                <a:gd name="connsiteY754" fmla="*/ 522402 h 1015864"/>
                <a:gd name="connsiteX755" fmla="*/ 32661 w 364247"/>
                <a:gd name="connsiteY755" fmla="*/ 514876 h 1015864"/>
                <a:gd name="connsiteX756" fmla="*/ 32853 w 364247"/>
                <a:gd name="connsiteY756" fmla="*/ 500099 h 1015864"/>
                <a:gd name="connsiteX757" fmla="*/ 35085 w 364247"/>
                <a:gd name="connsiteY757" fmla="*/ 500843 h 1015864"/>
                <a:gd name="connsiteX758" fmla="*/ 35098 w 364247"/>
                <a:gd name="connsiteY758" fmla="*/ 499248 h 1015864"/>
                <a:gd name="connsiteX759" fmla="*/ 35260 w 364247"/>
                <a:gd name="connsiteY759" fmla="*/ 484368 h 1015864"/>
                <a:gd name="connsiteX760" fmla="*/ 35343 w 364247"/>
                <a:gd name="connsiteY760" fmla="*/ 476718 h 1015864"/>
                <a:gd name="connsiteX761" fmla="*/ 35448 w 364247"/>
                <a:gd name="connsiteY761" fmla="*/ 467924 h 1015864"/>
                <a:gd name="connsiteX762" fmla="*/ 35463 w 364247"/>
                <a:gd name="connsiteY762" fmla="*/ 465147 h 1015864"/>
                <a:gd name="connsiteX763" fmla="*/ 35507 w 364247"/>
                <a:gd name="connsiteY763" fmla="*/ 462574 h 1015864"/>
                <a:gd name="connsiteX764" fmla="*/ 35532 w 364247"/>
                <a:gd name="connsiteY764" fmla="*/ 460306 h 1015864"/>
                <a:gd name="connsiteX765" fmla="*/ 38062 w 364247"/>
                <a:gd name="connsiteY765" fmla="*/ 456195 h 1015864"/>
                <a:gd name="connsiteX766" fmla="*/ 38360 w 364247"/>
                <a:gd name="connsiteY766" fmla="*/ 452264 h 1015864"/>
                <a:gd name="connsiteX767" fmla="*/ 38390 w 364247"/>
                <a:gd name="connsiteY767" fmla="*/ 449834 h 1015864"/>
                <a:gd name="connsiteX768" fmla="*/ 38390 w 364247"/>
                <a:gd name="connsiteY768" fmla="*/ 447213 h 1015864"/>
                <a:gd name="connsiteX769" fmla="*/ 38420 w 364247"/>
                <a:gd name="connsiteY769" fmla="*/ 444525 h 1015864"/>
                <a:gd name="connsiteX770" fmla="*/ 38480 w 364247"/>
                <a:gd name="connsiteY770" fmla="*/ 436010 h 1015864"/>
                <a:gd name="connsiteX771" fmla="*/ 38548 w 364247"/>
                <a:gd name="connsiteY771" fmla="*/ 427479 h 1015864"/>
                <a:gd name="connsiteX772" fmla="*/ 38581 w 364247"/>
                <a:gd name="connsiteY772" fmla="*/ 422165 h 1015864"/>
                <a:gd name="connsiteX773" fmla="*/ 38604 w 364247"/>
                <a:gd name="connsiteY773" fmla="*/ 419749 h 1015864"/>
                <a:gd name="connsiteX774" fmla="*/ 38614 w 364247"/>
                <a:gd name="connsiteY774" fmla="*/ 417611 h 1015864"/>
                <a:gd name="connsiteX775" fmla="*/ 38806 w 364247"/>
                <a:gd name="connsiteY775" fmla="*/ 416011 h 1015864"/>
                <a:gd name="connsiteX776" fmla="*/ 40294 w 364247"/>
                <a:gd name="connsiteY776" fmla="*/ 415267 h 1015864"/>
                <a:gd name="connsiteX777" fmla="*/ 40531 w 364247"/>
                <a:gd name="connsiteY777" fmla="*/ 411425 h 1015864"/>
                <a:gd name="connsiteX778" fmla="*/ 40576 w 364247"/>
                <a:gd name="connsiteY778" fmla="*/ 408943 h 1015864"/>
                <a:gd name="connsiteX779" fmla="*/ 40602 w 364247"/>
                <a:gd name="connsiteY779" fmla="*/ 406241 h 1015864"/>
                <a:gd name="connsiteX780" fmla="*/ 40646 w 364247"/>
                <a:gd name="connsiteY780" fmla="*/ 403492 h 1015864"/>
                <a:gd name="connsiteX781" fmla="*/ 40759 w 364247"/>
                <a:gd name="connsiteY781" fmla="*/ 394757 h 1015864"/>
                <a:gd name="connsiteX782" fmla="*/ 40846 w 364247"/>
                <a:gd name="connsiteY782" fmla="*/ 388851 h 1015864"/>
                <a:gd name="connsiteX783" fmla="*/ 41038 w 364247"/>
                <a:gd name="connsiteY783" fmla="*/ 374339 h 1015864"/>
                <a:gd name="connsiteX784" fmla="*/ 43271 w 364247"/>
                <a:gd name="connsiteY784" fmla="*/ 374339 h 1015864"/>
                <a:gd name="connsiteX785" fmla="*/ 44015 w 364247"/>
                <a:gd name="connsiteY785" fmla="*/ 331923 h 1015864"/>
                <a:gd name="connsiteX786" fmla="*/ 46247 w 364247"/>
                <a:gd name="connsiteY786" fmla="*/ 331923 h 1015864"/>
                <a:gd name="connsiteX787" fmla="*/ 46265 w 364247"/>
                <a:gd name="connsiteY787" fmla="*/ 330346 h 1015864"/>
                <a:gd name="connsiteX788" fmla="*/ 46461 w 364247"/>
                <a:gd name="connsiteY788" fmla="*/ 315662 h 1015864"/>
                <a:gd name="connsiteX789" fmla="*/ 46561 w 364247"/>
                <a:gd name="connsiteY789" fmla="*/ 308112 h 1015864"/>
                <a:gd name="connsiteX790" fmla="*/ 46683 w 364247"/>
                <a:gd name="connsiteY790" fmla="*/ 299440 h 1015864"/>
                <a:gd name="connsiteX791" fmla="*/ 46709 w 364247"/>
                <a:gd name="connsiteY791" fmla="*/ 296689 h 1015864"/>
                <a:gd name="connsiteX792" fmla="*/ 46754 w 364247"/>
                <a:gd name="connsiteY792" fmla="*/ 294161 h 1015864"/>
                <a:gd name="connsiteX793" fmla="*/ 46784 w 364247"/>
                <a:gd name="connsiteY793" fmla="*/ 291923 h 1015864"/>
                <a:gd name="connsiteX794" fmla="*/ 46991 w 364247"/>
                <a:gd name="connsiteY794" fmla="*/ 290251 h 1015864"/>
                <a:gd name="connsiteX795" fmla="*/ 48480 w 364247"/>
                <a:gd name="connsiteY795" fmla="*/ 289507 h 1015864"/>
                <a:gd name="connsiteX796" fmla="*/ 48681 w 364247"/>
                <a:gd name="connsiteY796" fmla="*/ 285678 h 1015864"/>
                <a:gd name="connsiteX797" fmla="*/ 48704 w 364247"/>
                <a:gd name="connsiteY797" fmla="*/ 283202 h 1015864"/>
                <a:gd name="connsiteX798" fmla="*/ 48709 w 364247"/>
                <a:gd name="connsiteY798" fmla="*/ 280508 h 1015864"/>
                <a:gd name="connsiteX799" fmla="*/ 48766 w 364247"/>
                <a:gd name="connsiteY799" fmla="*/ 274930 h 1015864"/>
                <a:gd name="connsiteX800" fmla="*/ 48819 w 364247"/>
                <a:gd name="connsiteY800" fmla="*/ 266081 h 1015864"/>
                <a:gd name="connsiteX801" fmla="*/ 48895 w 364247"/>
                <a:gd name="connsiteY801" fmla="*/ 257579 h 1015864"/>
                <a:gd name="connsiteX802" fmla="*/ 48895 w 364247"/>
                <a:gd name="connsiteY802" fmla="*/ 254885 h 1015864"/>
                <a:gd name="connsiteX803" fmla="*/ 48926 w 364247"/>
                <a:gd name="connsiteY803" fmla="*/ 252409 h 1015864"/>
                <a:gd name="connsiteX804" fmla="*/ 48937 w 364247"/>
                <a:gd name="connsiteY804" fmla="*/ 250218 h 1015864"/>
                <a:gd name="connsiteX805" fmla="*/ 49224 w 364247"/>
                <a:gd name="connsiteY805" fmla="*/ 248580 h 1015864"/>
                <a:gd name="connsiteX806" fmla="*/ 51456 w 364247"/>
                <a:gd name="connsiteY806" fmla="*/ 247835 h 1015864"/>
                <a:gd name="connsiteX807" fmla="*/ 51778 w 364247"/>
                <a:gd name="connsiteY807" fmla="*/ 243994 h 1015864"/>
                <a:gd name="connsiteX808" fmla="*/ 51822 w 364247"/>
                <a:gd name="connsiteY808" fmla="*/ 241511 h 1015864"/>
                <a:gd name="connsiteX809" fmla="*/ 51837 w 364247"/>
                <a:gd name="connsiteY809" fmla="*/ 238810 h 1015864"/>
                <a:gd name="connsiteX810" fmla="*/ 51877 w 364247"/>
                <a:gd name="connsiteY810" fmla="*/ 236060 h 1015864"/>
                <a:gd name="connsiteX811" fmla="*/ 51968 w 364247"/>
                <a:gd name="connsiteY811" fmla="*/ 227325 h 1015864"/>
                <a:gd name="connsiteX812" fmla="*/ 52045 w 364247"/>
                <a:gd name="connsiteY812" fmla="*/ 221420 h 1015864"/>
                <a:gd name="connsiteX813" fmla="*/ 52200 w 364247"/>
                <a:gd name="connsiteY813" fmla="*/ 206908 h 1015864"/>
                <a:gd name="connsiteX814" fmla="*/ 54433 w 364247"/>
                <a:gd name="connsiteY814" fmla="*/ 206908 h 1015864"/>
                <a:gd name="connsiteX815" fmla="*/ 54451 w 364247"/>
                <a:gd name="connsiteY815" fmla="*/ 205302 h 1015864"/>
                <a:gd name="connsiteX816" fmla="*/ 54647 w 364247"/>
                <a:gd name="connsiteY816" fmla="*/ 190355 h 1015864"/>
                <a:gd name="connsiteX817" fmla="*/ 54747 w 364247"/>
                <a:gd name="connsiteY817" fmla="*/ 182670 h 1015864"/>
                <a:gd name="connsiteX818" fmla="*/ 54869 w 364247"/>
                <a:gd name="connsiteY818" fmla="*/ 173843 h 1015864"/>
                <a:gd name="connsiteX819" fmla="*/ 54895 w 364247"/>
                <a:gd name="connsiteY819" fmla="*/ 171043 h 1015864"/>
                <a:gd name="connsiteX820" fmla="*/ 54940 w 364247"/>
                <a:gd name="connsiteY820" fmla="*/ 168470 h 1015864"/>
                <a:gd name="connsiteX821" fmla="*/ 54970 w 364247"/>
                <a:gd name="connsiteY821" fmla="*/ 166191 h 1015864"/>
                <a:gd name="connsiteX822" fmla="*/ 55177 w 364247"/>
                <a:gd name="connsiteY822" fmla="*/ 164492 h 1015864"/>
                <a:gd name="connsiteX823" fmla="*/ 56665 w 364247"/>
                <a:gd name="connsiteY823" fmla="*/ 163748 h 1015864"/>
                <a:gd name="connsiteX824" fmla="*/ 56902 w 364247"/>
                <a:gd name="connsiteY824" fmla="*/ 159838 h 1015864"/>
                <a:gd name="connsiteX825" fmla="*/ 56947 w 364247"/>
                <a:gd name="connsiteY825" fmla="*/ 157310 h 1015864"/>
                <a:gd name="connsiteX826" fmla="*/ 56973 w 364247"/>
                <a:gd name="connsiteY826" fmla="*/ 154559 h 1015864"/>
                <a:gd name="connsiteX827" fmla="*/ 57017 w 364247"/>
                <a:gd name="connsiteY827" fmla="*/ 151759 h 1015864"/>
                <a:gd name="connsiteX828" fmla="*/ 57112 w 364247"/>
                <a:gd name="connsiteY828" fmla="*/ 144379 h 1015864"/>
                <a:gd name="connsiteX829" fmla="*/ 57217 w 364247"/>
                <a:gd name="connsiteY829" fmla="*/ 136852 h 1015864"/>
                <a:gd name="connsiteX830" fmla="*/ 57409 w 364247"/>
                <a:gd name="connsiteY830" fmla="*/ 122076 h 1015864"/>
                <a:gd name="connsiteX831" fmla="*/ 59642 w 364247"/>
                <a:gd name="connsiteY831" fmla="*/ 122820 h 1015864"/>
                <a:gd name="connsiteX832" fmla="*/ 60386 w 364247"/>
                <a:gd name="connsiteY832" fmla="*/ 81148 h 1015864"/>
                <a:gd name="connsiteX833" fmla="*/ 62618 w 364247"/>
                <a:gd name="connsiteY833" fmla="*/ 81148 h 1015864"/>
                <a:gd name="connsiteX834" fmla="*/ 62616 w 364247"/>
                <a:gd name="connsiteY834" fmla="*/ 79609 h 1015864"/>
                <a:gd name="connsiteX835" fmla="*/ 62691 w 364247"/>
                <a:gd name="connsiteY835" fmla="*/ 63784 h 1015864"/>
                <a:gd name="connsiteX836" fmla="*/ 62708 w 364247"/>
                <a:gd name="connsiteY836" fmla="*/ 57875 h 1015864"/>
                <a:gd name="connsiteX837" fmla="*/ 62764 w 364247"/>
                <a:gd name="connsiteY837" fmla="*/ 49391 h 1015864"/>
                <a:gd name="connsiteX838" fmla="*/ 62743 w 364247"/>
                <a:gd name="connsiteY838" fmla="*/ 46713 h 1015864"/>
                <a:gd name="connsiteX839" fmla="*/ 63362 w 364247"/>
                <a:gd name="connsiteY839" fmla="*/ 40220 h 1015864"/>
                <a:gd name="connsiteX840" fmla="*/ 67827 w 364247"/>
                <a:gd name="connsiteY840" fmla="*/ 37988 h 1015864"/>
                <a:gd name="connsiteX841" fmla="*/ 68571 w 364247"/>
                <a:gd name="connsiteY841" fmla="*/ 35755 h 1015864"/>
                <a:gd name="connsiteX842" fmla="*/ 70804 w 364247"/>
                <a:gd name="connsiteY842" fmla="*/ 35011 h 1015864"/>
                <a:gd name="connsiteX843" fmla="*/ 71455 w 364247"/>
                <a:gd name="connsiteY843" fmla="*/ 33709 h 1015864"/>
                <a:gd name="connsiteX844" fmla="*/ 76013 w 364247"/>
                <a:gd name="connsiteY844" fmla="*/ 28314 h 1015864"/>
                <a:gd name="connsiteX845" fmla="*/ 77501 w 364247"/>
                <a:gd name="connsiteY845" fmla="*/ 28314 h 1015864"/>
                <a:gd name="connsiteX846" fmla="*/ 77780 w 364247"/>
                <a:gd name="connsiteY846" fmla="*/ 26872 h 1015864"/>
                <a:gd name="connsiteX847" fmla="*/ 78245 w 364247"/>
                <a:gd name="connsiteY847" fmla="*/ 25337 h 1015864"/>
                <a:gd name="connsiteX848" fmla="*/ 81222 w 364247"/>
                <a:gd name="connsiteY848" fmla="*/ 24593 h 1015864"/>
                <a:gd name="connsiteX849" fmla="*/ 81594 w 364247"/>
                <a:gd name="connsiteY849" fmla="*/ 23058 h 1015864"/>
                <a:gd name="connsiteX850" fmla="*/ 81966 w 364247"/>
                <a:gd name="connsiteY850" fmla="*/ 21617 h 1015864"/>
                <a:gd name="connsiteX851" fmla="*/ 84942 w 364247"/>
                <a:gd name="connsiteY851" fmla="*/ 21617 h 1015864"/>
                <a:gd name="connsiteX852" fmla="*/ 84942 w 364247"/>
                <a:gd name="connsiteY852" fmla="*/ 17896 h 1015864"/>
                <a:gd name="connsiteX853" fmla="*/ 87919 w 364247"/>
                <a:gd name="connsiteY853" fmla="*/ 17896 h 1015864"/>
                <a:gd name="connsiteX854" fmla="*/ 88663 w 364247"/>
                <a:gd name="connsiteY854" fmla="*/ 14919 h 1015864"/>
                <a:gd name="connsiteX855" fmla="*/ 90151 w 364247"/>
                <a:gd name="connsiteY855" fmla="*/ 14175 h 1015864"/>
                <a:gd name="connsiteX856" fmla="*/ 90896 w 364247"/>
                <a:gd name="connsiteY856" fmla="*/ 11943 h 1015864"/>
                <a:gd name="connsiteX857" fmla="*/ 92384 w 364247"/>
                <a:gd name="connsiteY857" fmla="*/ 11617 h 1015864"/>
                <a:gd name="connsiteX858" fmla="*/ 93872 w 364247"/>
                <a:gd name="connsiteY858" fmla="*/ 11199 h 1015864"/>
                <a:gd name="connsiteX859" fmla="*/ 94616 w 364247"/>
                <a:gd name="connsiteY859" fmla="*/ 8222 h 1015864"/>
                <a:gd name="connsiteX860" fmla="*/ 96049 w 364247"/>
                <a:gd name="connsiteY860" fmla="*/ 7571 h 1015864"/>
                <a:gd name="connsiteX861" fmla="*/ 98857 w 364247"/>
                <a:gd name="connsiteY861" fmla="*/ 3711 h 1015864"/>
                <a:gd name="connsiteX862" fmla="*/ 101907 w 364247"/>
                <a:gd name="connsiteY862" fmla="*/ 225 h 1015864"/>
                <a:gd name="connsiteX863" fmla="*/ 107127 w 364247"/>
                <a:gd name="connsiteY863" fmla="*/ 35 h 1015864"/>
                <a:gd name="connsiteX864" fmla="*/ 109156 w 364247"/>
                <a:gd name="connsiteY864" fmla="*/ 10 h 101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Lst>
              <a:rect l="l" t="t" r="r" b="b"/>
              <a:pathLst>
                <a:path w="364247" h="1015864">
                  <a:moveTo>
                    <a:pt x="224261" y="91688"/>
                  </a:moveTo>
                  <a:cubicBezTo>
                    <a:pt x="222466" y="91688"/>
                    <a:pt x="222425" y="92402"/>
                    <a:pt x="220694" y="92535"/>
                  </a:cubicBezTo>
                  <a:cubicBezTo>
                    <a:pt x="220089" y="92540"/>
                    <a:pt x="219503" y="92545"/>
                    <a:pt x="218916" y="92550"/>
                  </a:cubicBezTo>
                  <a:cubicBezTo>
                    <a:pt x="217890" y="92561"/>
                    <a:pt x="217890" y="92561"/>
                    <a:pt x="216883" y="92572"/>
                  </a:cubicBezTo>
                  <a:cubicBezTo>
                    <a:pt x="216119" y="92576"/>
                    <a:pt x="215377" y="92581"/>
                    <a:pt x="214635" y="92585"/>
                  </a:cubicBezTo>
                  <a:cubicBezTo>
                    <a:pt x="212158" y="92608"/>
                    <a:pt x="209681" y="92631"/>
                    <a:pt x="207204" y="92649"/>
                  </a:cubicBezTo>
                  <a:cubicBezTo>
                    <a:pt x="205429" y="92661"/>
                    <a:pt x="203654" y="92675"/>
                    <a:pt x="201879" y="92690"/>
                  </a:cubicBezTo>
                  <a:cubicBezTo>
                    <a:pt x="197237" y="92732"/>
                    <a:pt x="192596" y="92771"/>
                    <a:pt x="187954" y="92806"/>
                  </a:cubicBezTo>
                  <a:cubicBezTo>
                    <a:pt x="183140" y="92843"/>
                    <a:pt x="178326" y="92883"/>
                    <a:pt x="173512" y="92924"/>
                  </a:cubicBezTo>
                  <a:cubicBezTo>
                    <a:pt x="163557" y="93009"/>
                    <a:pt x="153602" y="93090"/>
                    <a:pt x="143647" y="93167"/>
                  </a:cubicBezTo>
                  <a:cubicBezTo>
                    <a:pt x="143020" y="93172"/>
                    <a:pt x="143020" y="93172"/>
                    <a:pt x="142406" y="93176"/>
                  </a:cubicBezTo>
                  <a:cubicBezTo>
                    <a:pt x="142406" y="95200"/>
                    <a:pt x="142406" y="97165"/>
                    <a:pt x="142406" y="99129"/>
                  </a:cubicBezTo>
                  <a:cubicBezTo>
                    <a:pt x="141900" y="99129"/>
                    <a:pt x="141409" y="99129"/>
                    <a:pt x="140917" y="99129"/>
                  </a:cubicBezTo>
                  <a:cubicBezTo>
                    <a:pt x="139952" y="101017"/>
                    <a:pt x="139452" y="102591"/>
                    <a:pt x="139265" y="104705"/>
                  </a:cubicBezTo>
                  <a:cubicBezTo>
                    <a:pt x="139276" y="105375"/>
                    <a:pt x="139286" y="106026"/>
                    <a:pt x="139296" y="106676"/>
                  </a:cubicBezTo>
                  <a:cubicBezTo>
                    <a:pt x="139303" y="107441"/>
                    <a:pt x="139310" y="108183"/>
                    <a:pt x="139318" y="108925"/>
                  </a:cubicBezTo>
                  <a:cubicBezTo>
                    <a:pt x="139348" y="110553"/>
                    <a:pt x="139370" y="112180"/>
                    <a:pt x="139385" y="113808"/>
                  </a:cubicBezTo>
                  <a:cubicBezTo>
                    <a:pt x="139408" y="116418"/>
                    <a:pt x="139440" y="119029"/>
                    <a:pt x="139476" y="121640"/>
                  </a:cubicBezTo>
                  <a:cubicBezTo>
                    <a:pt x="139515" y="124261"/>
                    <a:pt x="139552" y="126882"/>
                    <a:pt x="139575" y="129504"/>
                  </a:cubicBezTo>
                  <a:cubicBezTo>
                    <a:pt x="139581" y="130344"/>
                    <a:pt x="139588" y="131160"/>
                    <a:pt x="139595" y="131976"/>
                  </a:cubicBezTo>
                  <a:cubicBezTo>
                    <a:pt x="139612" y="132799"/>
                    <a:pt x="139628" y="133597"/>
                    <a:pt x="139644" y="134395"/>
                  </a:cubicBezTo>
                  <a:cubicBezTo>
                    <a:pt x="139649" y="135151"/>
                    <a:pt x="139654" y="135883"/>
                    <a:pt x="139659" y="136616"/>
                  </a:cubicBezTo>
                  <a:cubicBezTo>
                    <a:pt x="139748" y="138508"/>
                    <a:pt x="139748" y="138508"/>
                    <a:pt x="139429" y="140057"/>
                  </a:cubicBezTo>
                  <a:cubicBezTo>
                    <a:pt x="138670" y="140310"/>
                    <a:pt x="137933" y="140556"/>
                    <a:pt x="137197" y="140801"/>
                  </a:cubicBezTo>
                  <a:cubicBezTo>
                    <a:pt x="137101" y="141337"/>
                    <a:pt x="137008" y="141858"/>
                    <a:pt x="136915" y="142378"/>
                  </a:cubicBezTo>
                  <a:cubicBezTo>
                    <a:pt x="136913" y="143094"/>
                    <a:pt x="136912" y="143788"/>
                    <a:pt x="136910" y="144483"/>
                  </a:cubicBezTo>
                  <a:cubicBezTo>
                    <a:pt x="136903" y="145291"/>
                    <a:pt x="136895" y="146076"/>
                    <a:pt x="136888" y="146861"/>
                  </a:cubicBezTo>
                  <a:cubicBezTo>
                    <a:pt x="136890" y="147741"/>
                    <a:pt x="136892" y="148595"/>
                    <a:pt x="136894" y="149449"/>
                  </a:cubicBezTo>
                  <a:cubicBezTo>
                    <a:pt x="136869" y="152175"/>
                    <a:pt x="136845" y="154900"/>
                    <a:pt x="136833" y="157626"/>
                  </a:cubicBezTo>
                  <a:cubicBezTo>
                    <a:pt x="136822" y="161368"/>
                    <a:pt x="136814" y="165111"/>
                    <a:pt x="136779" y="168853"/>
                  </a:cubicBezTo>
                  <a:cubicBezTo>
                    <a:pt x="136771" y="169751"/>
                    <a:pt x="136763" y="170623"/>
                    <a:pt x="136755" y="171494"/>
                  </a:cubicBezTo>
                  <a:cubicBezTo>
                    <a:pt x="136757" y="172373"/>
                    <a:pt x="136759" y="173225"/>
                    <a:pt x="136762" y="174078"/>
                  </a:cubicBezTo>
                  <a:cubicBezTo>
                    <a:pt x="136754" y="174889"/>
                    <a:pt x="136746" y="175676"/>
                    <a:pt x="136739" y="176463"/>
                  </a:cubicBezTo>
                  <a:cubicBezTo>
                    <a:pt x="136792" y="178506"/>
                    <a:pt x="136792" y="178506"/>
                    <a:pt x="136453" y="180241"/>
                  </a:cubicBezTo>
                  <a:cubicBezTo>
                    <a:pt x="135694" y="180747"/>
                    <a:pt x="134957" y="181238"/>
                    <a:pt x="134220" y="181729"/>
                  </a:cubicBezTo>
                  <a:cubicBezTo>
                    <a:pt x="134136" y="182307"/>
                    <a:pt x="134054" y="182868"/>
                    <a:pt x="133972" y="183428"/>
                  </a:cubicBezTo>
                  <a:cubicBezTo>
                    <a:pt x="133986" y="184158"/>
                    <a:pt x="134000" y="184867"/>
                    <a:pt x="134014" y="185575"/>
                  </a:cubicBezTo>
                  <a:cubicBezTo>
                    <a:pt x="134024" y="186401"/>
                    <a:pt x="134034" y="187203"/>
                    <a:pt x="134044" y="188005"/>
                  </a:cubicBezTo>
                  <a:cubicBezTo>
                    <a:pt x="134086" y="189780"/>
                    <a:pt x="134117" y="191554"/>
                    <a:pt x="134138" y="193329"/>
                  </a:cubicBezTo>
                  <a:cubicBezTo>
                    <a:pt x="134170" y="196176"/>
                    <a:pt x="134216" y="199021"/>
                    <a:pt x="134267" y="201867"/>
                  </a:cubicBezTo>
                  <a:cubicBezTo>
                    <a:pt x="134321" y="204716"/>
                    <a:pt x="134372" y="207564"/>
                    <a:pt x="134404" y="210413"/>
                  </a:cubicBezTo>
                  <a:cubicBezTo>
                    <a:pt x="134418" y="211771"/>
                    <a:pt x="134418" y="211771"/>
                    <a:pt x="134432" y="213102"/>
                  </a:cubicBezTo>
                  <a:cubicBezTo>
                    <a:pt x="134455" y="213999"/>
                    <a:pt x="134478" y="214869"/>
                    <a:pt x="134500" y="215740"/>
                  </a:cubicBezTo>
                  <a:cubicBezTo>
                    <a:pt x="134508" y="216564"/>
                    <a:pt x="134515" y="217363"/>
                    <a:pt x="134523" y="218163"/>
                  </a:cubicBezTo>
                  <a:cubicBezTo>
                    <a:pt x="134643" y="220231"/>
                    <a:pt x="134643" y="220231"/>
                    <a:pt x="134220" y="221913"/>
                  </a:cubicBezTo>
                  <a:cubicBezTo>
                    <a:pt x="133228" y="222160"/>
                    <a:pt x="132236" y="222408"/>
                    <a:pt x="131244" y="222657"/>
                  </a:cubicBezTo>
                  <a:cubicBezTo>
                    <a:pt x="131122" y="223206"/>
                    <a:pt x="131004" y="223739"/>
                    <a:pt x="130886" y="224272"/>
                  </a:cubicBezTo>
                  <a:cubicBezTo>
                    <a:pt x="130892" y="225006"/>
                    <a:pt x="130899" y="225718"/>
                    <a:pt x="130906" y="226430"/>
                  </a:cubicBezTo>
                  <a:cubicBezTo>
                    <a:pt x="130906" y="227259"/>
                    <a:pt x="130906" y="228063"/>
                    <a:pt x="130906" y="228868"/>
                  </a:cubicBezTo>
                  <a:cubicBezTo>
                    <a:pt x="130922" y="229769"/>
                    <a:pt x="130938" y="230644"/>
                    <a:pt x="130953" y="231520"/>
                  </a:cubicBezTo>
                  <a:cubicBezTo>
                    <a:pt x="130966" y="234307"/>
                    <a:pt x="130983" y="237094"/>
                    <a:pt x="131019" y="239881"/>
                  </a:cubicBezTo>
                  <a:cubicBezTo>
                    <a:pt x="131045" y="241825"/>
                    <a:pt x="131065" y="243769"/>
                    <a:pt x="131080" y="245713"/>
                  </a:cubicBezTo>
                  <a:cubicBezTo>
                    <a:pt x="131113" y="250915"/>
                    <a:pt x="131158" y="256118"/>
                    <a:pt x="131224" y="261320"/>
                  </a:cubicBezTo>
                  <a:cubicBezTo>
                    <a:pt x="131230" y="261837"/>
                    <a:pt x="131237" y="262339"/>
                    <a:pt x="131244" y="262840"/>
                  </a:cubicBezTo>
                  <a:cubicBezTo>
                    <a:pt x="130485" y="262840"/>
                    <a:pt x="129748" y="262840"/>
                    <a:pt x="129011" y="262840"/>
                  </a:cubicBezTo>
                  <a:cubicBezTo>
                    <a:pt x="129074" y="267678"/>
                    <a:pt x="129124" y="272515"/>
                    <a:pt x="129157" y="277353"/>
                  </a:cubicBezTo>
                  <a:cubicBezTo>
                    <a:pt x="129169" y="279321"/>
                    <a:pt x="129182" y="281289"/>
                    <a:pt x="129197" y="283258"/>
                  </a:cubicBezTo>
                  <a:cubicBezTo>
                    <a:pt x="129235" y="286169"/>
                    <a:pt x="129272" y="289081"/>
                    <a:pt x="129289" y="291993"/>
                  </a:cubicBezTo>
                  <a:cubicBezTo>
                    <a:pt x="129293" y="292928"/>
                    <a:pt x="129298" y="293835"/>
                    <a:pt x="129302" y="294742"/>
                  </a:cubicBezTo>
                  <a:cubicBezTo>
                    <a:pt x="129325" y="296107"/>
                    <a:pt x="129325" y="296107"/>
                    <a:pt x="129348" y="297444"/>
                  </a:cubicBezTo>
                  <a:cubicBezTo>
                    <a:pt x="129349" y="298288"/>
                    <a:pt x="129349" y="299107"/>
                    <a:pt x="129349" y="299927"/>
                  </a:cubicBezTo>
                  <a:cubicBezTo>
                    <a:pt x="129450" y="302047"/>
                    <a:pt x="129450" y="302047"/>
                    <a:pt x="129011" y="303768"/>
                  </a:cubicBezTo>
                  <a:cubicBezTo>
                    <a:pt x="128260" y="303958"/>
                    <a:pt x="128260" y="303958"/>
                    <a:pt x="127523" y="304144"/>
                  </a:cubicBezTo>
                  <a:cubicBezTo>
                    <a:pt x="126771" y="304330"/>
                    <a:pt x="126771" y="304330"/>
                    <a:pt x="126035" y="304512"/>
                  </a:cubicBezTo>
                  <a:cubicBezTo>
                    <a:pt x="125913" y="305061"/>
                    <a:pt x="125795" y="305594"/>
                    <a:pt x="125677" y="306127"/>
                  </a:cubicBezTo>
                  <a:cubicBezTo>
                    <a:pt x="125683" y="306861"/>
                    <a:pt x="125690" y="307573"/>
                    <a:pt x="125697" y="308285"/>
                  </a:cubicBezTo>
                  <a:cubicBezTo>
                    <a:pt x="125697" y="309114"/>
                    <a:pt x="125697" y="309919"/>
                    <a:pt x="125697" y="310723"/>
                  </a:cubicBezTo>
                  <a:cubicBezTo>
                    <a:pt x="125713" y="311625"/>
                    <a:pt x="125729" y="312500"/>
                    <a:pt x="125744" y="313375"/>
                  </a:cubicBezTo>
                  <a:cubicBezTo>
                    <a:pt x="125757" y="316162"/>
                    <a:pt x="125774" y="318949"/>
                    <a:pt x="125810" y="321737"/>
                  </a:cubicBezTo>
                  <a:cubicBezTo>
                    <a:pt x="125836" y="323680"/>
                    <a:pt x="125856" y="325624"/>
                    <a:pt x="125871" y="327568"/>
                  </a:cubicBezTo>
                  <a:cubicBezTo>
                    <a:pt x="125904" y="332771"/>
                    <a:pt x="125949" y="337973"/>
                    <a:pt x="126015" y="343175"/>
                  </a:cubicBezTo>
                  <a:cubicBezTo>
                    <a:pt x="126021" y="343692"/>
                    <a:pt x="126028" y="344194"/>
                    <a:pt x="126035" y="344696"/>
                  </a:cubicBezTo>
                  <a:cubicBezTo>
                    <a:pt x="125276" y="344696"/>
                    <a:pt x="124539" y="344696"/>
                    <a:pt x="123802" y="344696"/>
                  </a:cubicBezTo>
                  <a:cubicBezTo>
                    <a:pt x="123058" y="346184"/>
                    <a:pt x="123058" y="346184"/>
                    <a:pt x="122984" y="347855"/>
                  </a:cubicBezTo>
                  <a:cubicBezTo>
                    <a:pt x="122992" y="348571"/>
                    <a:pt x="123001" y="349267"/>
                    <a:pt x="123009" y="349962"/>
                  </a:cubicBezTo>
                  <a:cubicBezTo>
                    <a:pt x="123016" y="350773"/>
                    <a:pt x="123024" y="351560"/>
                    <a:pt x="123031" y="352347"/>
                  </a:cubicBezTo>
                  <a:cubicBezTo>
                    <a:pt x="123053" y="354088"/>
                    <a:pt x="123070" y="355830"/>
                    <a:pt x="123083" y="357572"/>
                  </a:cubicBezTo>
                  <a:cubicBezTo>
                    <a:pt x="123102" y="360365"/>
                    <a:pt x="123125" y="363157"/>
                    <a:pt x="123151" y="365950"/>
                  </a:cubicBezTo>
                  <a:cubicBezTo>
                    <a:pt x="123185" y="368746"/>
                    <a:pt x="123217" y="371541"/>
                    <a:pt x="123235" y="374337"/>
                  </a:cubicBezTo>
                  <a:cubicBezTo>
                    <a:pt x="123240" y="375234"/>
                    <a:pt x="123245" y="376105"/>
                    <a:pt x="123250" y="376976"/>
                  </a:cubicBezTo>
                  <a:cubicBezTo>
                    <a:pt x="123264" y="377856"/>
                    <a:pt x="123278" y="378710"/>
                    <a:pt x="123292" y="379564"/>
                  </a:cubicBezTo>
                  <a:cubicBezTo>
                    <a:pt x="123295" y="380373"/>
                    <a:pt x="123297" y="381157"/>
                    <a:pt x="123300" y="381942"/>
                  </a:cubicBezTo>
                  <a:cubicBezTo>
                    <a:pt x="123382" y="383967"/>
                    <a:pt x="123382" y="383967"/>
                    <a:pt x="123058" y="385624"/>
                  </a:cubicBezTo>
                  <a:cubicBezTo>
                    <a:pt x="122299" y="385877"/>
                    <a:pt x="121562" y="386122"/>
                    <a:pt x="120826" y="386368"/>
                  </a:cubicBezTo>
                  <a:cubicBezTo>
                    <a:pt x="120700" y="387181"/>
                    <a:pt x="120700" y="387181"/>
                    <a:pt x="120577" y="387978"/>
                  </a:cubicBezTo>
                  <a:cubicBezTo>
                    <a:pt x="120599" y="389064"/>
                    <a:pt x="120599" y="389064"/>
                    <a:pt x="120619" y="390129"/>
                  </a:cubicBezTo>
                  <a:cubicBezTo>
                    <a:pt x="120629" y="390955"/>
                    <a:pt x="120639" y="391757"/>
                    <a:pt x="120649" y="392559"/>
                  </a:cubicBezTo>
                  <a:cubicBezTo>
                    <a:pt x="120692" y="394339"/>
                    <a:pt x="120723" y="396119"/>
                    <a:pt x="120743" y="397899"/>
                  </a:cubicBezTo>
                  <a:cubicBezTo>
                    <a:pt x="120776" y="400752"/>
                    <a:pt x="120822" y="403606"/>
                    <a:pt x="120872" y="406459"/>
                  </a:cubicBezTo>
                  <a:cubicBezTo>
                    <a:pt x="120926" y="409313"/>
                    <a:pt x="120977" y="412166"/>
                    <a:pt x="121009" y="415020"/>
                  </a:cubicBezTo>
                  <a:cubicBezTo>
                    <a:pt x="121019" y="415936"/>
                    <a:pt x="121028" y="416825"/>
                    <a:pt x="121038" y="417715"/>
                  </a:cubicBezTo>
                  <a:cubicBezTo>
                    <a:pt x="121061" y="418614"/>
                    <a:pt x="121083" y="419487"/>
                    <a:pt x="121106" y="420359"/>
                  </a:cubicBezTo>
                  <a:cubicBezTo>
                    <a:pt x="121113" y="421186"/>
                    <a:pt x="121121" y="421988"/>
                    <a:pt x="121128" y="422790"/>
                  </a:cubicBezTo>
                  <a:cubicBezTo>
                    <a:pt x="121248" y="424865"/>
                    <a:pt x="121248" y="424865"/>
                    <a:pt x="120826" y="426551"/>
                  </a:cubicBezTo>
                  <a:cubicBezTo>
                    <a:pt x="119833" y="426799"/>
                    <a:pt x="118841" y="427047"/>
                    <a:pt x="117849" y="427295"/>
                  </a:cubicBezTo>
                  <a:cubicBezTo>
                    <a:pt x="117668" y="428111"/>
                    <a:pt x="117668" y="428111"/>
                    <a:pt x="117491" y="428910"/>
                  </a:cubicBezTo>
                  <a:cubicBezTo>
                    <a:pt x="117498" y="429644"/>
                    <a:pt x="117505" y="430356"/>
                    <a:pt x="117511" y="431069"/>
                  </a:cubicBezTo>
                  <a:cubicBezTo>
                    <a:pt x="117511" y="431897"/>
                    <a:pt x="117512" y="432702"/>
                    <a:pt x="117512" y="433506"/>
                  </a:cubicBezTo>
                  <a:cubicBezTo>
                    <a:pt x="117528" y="434408"/>
                    <a:pt x="117543" y="435283"/>
                    <a:pt x="117558" y="436158"/>
                  </a:cubicBezTo>
                  <a:cubicBezTo>
                    <a:pt x="117572" y="438946"/>
                    <a:pt x="117589" y="441733"/>
                    <a:pt x="117625" y="444520"/>
                  </a:cubicBezTo>
                  <a:cubicBezTo>
                    <a:pt x="117650" y="446464"/>
                    <a:pt x="117671" y="448408"/>
                    <a:pt x="117686" y="450352"/>
                  </a:cubicBezTo>
                  <a:cubicBezTo>
                    <a:pt x="117718" y="455554"/>
                    <a:pt x="117763" y="460756"/>
                    <a:pt x="117829" y="465958"/>
                  </a:cubicBezTo>
                  <a:cubicBezTo>
                    <a:pt x="117836" y="466475"/>
                    <a:pt x="117842" y="466977"/>
                    <a:pt x="117849" y="467479"/>
                  </a:cubicBezTo>
                  <a:cubicBezTo>
                    <a:pt x="117090" y="467479"/>
                    <a:pt x="116353" y="467479"/>
                    <a:pt x="115617" y="467479"/>
                  </a:cubicBezTo>
                  <a:cubicBezTo>
                    <a:pt x="114872" y="468967"/>
                    <a:pt x="114872" y="468967"/>
                    <a:pt x="114798" y="470638"/>
                  </a:cubicBezTo>
                  <a:cubicBezTo>
                    <a:pt x="114811" y="471702"/>
                    <a:pt x="114811" y="471702"/>
                    <a:pt x="114823" y="472745"/>
                  </a:cubicBezTo>
                  <a:cubicBezTo>
                    <a:pt x="114831" y="473556"/>
                    <a:pt x="114838" y="474343"/>
                    <a:pt x="114845" y="475130"/>
                  </a:cubicBezTo>
                  <a:cubicBezTo>
                    <a:pt x="114868" y="476872"/>
                    <a:pt x="114885" y="478613"/>
                    <a:pt x="114898" y="480355"/>
                  </a:cubicBezTo>
                  <a:cubicBezTo>
                    <a:pt x="114917" y="483148"/>
                    <a:pt x="114939" y="485941"/>
                    <a:pt x="114966" y="488733"/>
                  </a:cubicBezTo>
                  <a:cubicBezTo>
                    <a:pt x="114999" y="491529"/>
                    <a:pt x="115032" y="494324"/>
                    <a:pt x="115049" y="497120"/>
                  </a:cubicBezTo>
                  <a:cubicBezTo>
                    <a:pt x="115054" y="498017"/>
                    <a:pt x="115059" y="498888"/>
                    <a:pt x="115064" y="499759"/>
                  </a:cubicBezTo>
                  <a:cubicBezTo>
                    <a:pt x="115086" y="501066"/>
                    <a:pt x="115086" y="501066"/>
                    <a:pt x="115106" y="502347"/>
                  </a:cubicBezTo>
                  <a:cubicBezTo>
                    <a:pt x="115109" y="503156"/>
                    <a:pt x="115112" y="503941"/>
                    <a:pt x="115114" y="504725"/>
                  </a:cubicBezTo>
                  <a:cubicBezTo>
                    <a:pt x="115197" y="506750"/>
                    <a:pt x="115197" y="506750"/>
                    <a:pt x="114872" y="508407"/>
                  </a:cubicBezTo>
                  <a:cubicBezTo>
                    <a:pt x="114113" y="508660"/>
                    <a:pt x="113377" y="508905"/>
                    <a:pt x="112640" y="509151"/>
                  </a:cubicBezTo>
                  <a:cubicBezTo>
                    <a:pt x="112544" y="509698"/>
                    <a:pt x="112451" y="510230"/>
                    <a:pt x="112358" y="510761"/>
                  </a:cubicBezTo>
                  <a:cubicBezTo>
                    <a:pt x="112357" y="511492"/>
                    <a:pt x="112355" y="512202"/>
                    <a:pt x="112354" y="512912"/>
                  </a:cubicBezTo>
                  <a:cubicBezTo>
                    <a:pt x="112346" y="513739"/>
                    <a:pt x="112338" y="514541"/>
                    <a:pt x="112331" y="515343"/>
                  </a:cubicBezTo>
                  <a:cubicBezTo>
                    <a:pt x="112333" y="516242"/>
                    <a:pt x="112336" y="517115"/>
                    <a:pt x="112338" y="517988"/>
                  </a:cubicBezTo>
                  <a:cubicBezTo>
                    <a:pt x="112304" y="521739"/>
                    <a:pt x="112279" y="525491"/>
                    <a:pt x="112268" y="529243"/>
                  </a:cubicBezTo>
                  <a:cubicBezTo>
                    <a:pt x="112260" y="532096"/>
                    <a:pt x="112248" y="534950"/>
                    <a:pt x="112223" y="537804"/>
                  </a:cubicBezTo>
                  <a:cubicBezTo>
                    <a:pt x="112214" y="538720"/>
                    <a:pt x="112206" y="539609"/>
                    <a:pt x="112198" y="540498"/>
                  </a:cubicBezTo>
                  <a:cubicBezTo>
                    <a:pt x="112201" y="541397"/>
                    <a:pt x="112203" y="542270"/>
                    <a:pt x="112205" y="543143"/>
                  </a:cubicBezTo>
                  <a:cubicBezTo>
                    <a:pt x="112197" y="543969"/>
                    <a:pt x="112190" y="544771"/>
                    <a:pt x="112182" y="545573"/>
                  </a:cubicBezTo>
                  <a:cubicBezTo>
                    <a:pt x="112239" y="547644"/>
                    <a:pt x="112239" y="547644"/>
                    <a:pt x="111896" y="549334"/>
                  </a:cubicBezTo>
                  <a:cubicBezTo>
                    <a:pt x="111137" y="549587"/>
                    <a:pt x="110400" y="549833"/>
                    <a:pt x="109664" y="550079"/>
                  </a:cubicBezTo>
                  <a:cubicBezTo>
                    <a:pt x="109445" y="551453"/>
                    <a:pt x="109445" y="551453"/>
                    <a:pt x="109664" y="556032"/>
                  </a:cubicBezTo>
                  <a:cubicBezTo>
                    <a:pt x="111838" y="555307"/>
                    <a:pt x="113593" y="555191"/>
                    <a:pt x="115865" y="555172"/>
                  </a:cubicBezTo>
                  <a:cubicBezTo>
                    <a:pt x="116422" y="555171"/>
                    <a:pt x="116963" y="555171"/>
                    <a:pt x="117504" y="555170"/>
                  </a:cubicBezTo>
                  <a:cubicBezTo>
                    <a:pt x="119351" y="555158"/>
                    <a:pt x="121197" y="555147"/>
                    <a:pt x="123044" y="555141"/>
                  </a:cubicBezTo>
                  <a:cubicBezTo>
                    <a:pt x="124401" y="555137"/>
                    <a:pt x="125757" y="555131"/>
                    <a:pt x="127113" y="555124"/>
                  </a:cubicBezTo>
                  <a:cubicBezTo>
                    <a:pt x="130801" y="555104"/>
                    <a:pt x="134490" y="555086"/>
                    <a:pt x="138178" y="555071"/>
                  </a:cubicBezTo>
                  <a:cubicBezTo>
                    <a:pt x="142100" y="555056"/>
                    <a:pt x="146022" y="555037"/>
                    <a:pt x="149943" y="555017"/>
                  </a:cubicBezTo>
                  <a:cubicBezTo>
                    <a:pt x="157347" y="554980"/>
                    <a:pt x="164750" y="554945"/>
                    <a:pt x="172153" y="554913"/>
                  </a:cubicBezTo>
                  <a:cubicBezTo>
                    <a:pt x="180649" y="554877"/>
                    <a:pt x="189146" y="554837"/>
                    <a:pt x="197642" y="554796"/>
                  </a:cubicBezTo>
                  <a:cubicBezTo>
                    <a:pt x="215941" y="554707"/>
                    <a:pt x="234240" y="554623"/>
                    <a:pt x="252539" y="554543"/>
                  </a:cubicBezTo>
                  <a:cubicBezTo>
                    <a:pt x="252539" y="555049"/>
                    <a:pt x="252539" y="555541"/>
                    <a:pt x="252539" y="556032"/>
                  </a:cubicBezTo>
                  <a:cubicBezTo>
                    <a:pt x="253298" y="555779"/>
                    <a:pt x="254034" y="555533"/>
                    <a:pt x="254771" y="555288"/>
                  </a:cubicBezTo>
                  <a:cubicBezTo>
                    <a:pt x="254538" y="553427"/>
                    <a:pt x="254538" y="553427"/>
                    <a:pt x="254027" y="551567"/>
                  </a:cubicBezTo>
                  <a:cubicBezTo>
                    <a:pt x="253268" y="551567"/>
                    <a:pt x="252531" y="551567"/>
                    <a:pt x="251794" y="551567"/>
                  </a:cubicBezTo>
                  <a:cubicBezTo>
                    <a:pt x="251810" y="546742"/>
                    <a:pt x="251822" y="541916"/>
                    <a:pt x="251831" y="537091"/>
                  </a:cubicBezTo>
                  <a:cubicBezTo>
                    <a:pt x="251834" y="535126"/>
                    <a:pt x="251837" y="533161"/>
                    <a:pt x="251841" y="531196"/>
                  </a:cubicBezTo>
                  <a:cubicBezTo>
                    <a:pt x="251850" y="528292"/>
                    <a:pt x="251860" y="525388"/>
                    <a:pt x="251864" y="522484"/>
                  </a:cubicBezTo>
                  <a:cubicBezTo>
                    <a:pt x="251865" y="521097"/>
                    <a:pt x="251865" y="521097"/>
                    <a:pt x="251867" y="519737"/>
                  </a:cubicBezTo>
                  <a:cubicBezTo>
                    <a:pt x="251871" y="518823"/>
                    <a:pt x="251875" y="517935"/>
                    <a:pt x="251879" y="517048"/>
                  </a:cubicBezTo>
                  <a:cubicBezTo>
                    <a:pt x="251879" y="516204"/>
                    <a:pt x="251879" y="515384"/>
                    <a:pt x="251879" y="514565"/>
                  </a:cubicBezTo>
                  <a:cubicBezTo>
                    <a:pt x="251884" y="512423"/>
                    <a:pt x="252007" y="511064"/>
                    <a:pt x="251050" y="509151"/>
                  </a:cubicBezTo>
                  <a:cubicBezTo>
                    <a:pt x="250291" y="509151"/>
                    <a:pt x="249555" y="509151"/>
                    <a:pt x="248818" y="509151"/>
                  </a:cubicBezTo>
                  <a:cubicBezTo>
                    <a:pt x="248922" y="504602"/>
                    <a:pt x="249023" y="500054"/>
                    <a:pt x="249119" y="495505"/>
                  </a:cubicBezTo>
                  <a:cubicBezTo>
                    <a:pt x="249158" y="493651"/>
                    <a:pt x="249197" y="491797"/>
                    <a:pt x="249236" y="489943"/>
                  </a:cubicBezTo>
                  <a:cubicBezTo>
                    <a:pt x="249299" y="487206"/>
                    <a:pt x="249362" y="484468"/>
                    <a:pt x="249419" y="481731"/>
                  </a:cubicBezTo>
                  <a:cubicBezTo>
                    <a:pt x="249437" y="480850"/>
                    <a:pt x="249454" y="479994"/>
                    <a:pt x="249472" y="479138"/>
                  </a:cubicBezTo>
                  <a:cubicBezTo>
                    <a:pt x="249493" y="478278"/>
                    <a:pt x="249513" y="477443"/>
                    <a:pt x="249533" y="476608"/>
                  </a:cubicBezTo>
                  <a:cubicBezTo>
                    <a:pt x="249548" y="475810"/>
                    <a:pt x="249563" y="475036"/>
                    <a:pt x="249578" y="474261"/>
                  </a:cubicBezTo>
                  <a:cubicBezTo>
                    <a:pt x="249630" y="471902"/>
                    <a:pt x="249572" y="470485"/>
                    <a:pt x="248818" y="468223"/>
                  </a:cubicBezTo>
                  <a:cubicBezTo>
                    <a:pt x="248059" y="467970"/>
                    <a:pt x="247322" y="467725"/>
                    <a:pt x="246585" y="467479"/>
                  </a:cubicBezTo>
                  <a:cubicBezTo>
                    <a:pt x="246457" y="466671"/>
                    <a:pt x="246457" y="466671"/>
                    <a:pt x="246332" y="465879"/>
                  </a:cubicBezTo>
                  <a:cubicBezTo>
                    <a:pt x="246344" y="465152"/>
                    <a:pt x="246356" y="464447"/>
                    <a:pt x="246367" y="463741"/>
                  </a:cubicBezTo>
                  <a:cubicBezTo>
                    <a:pt x="246375" y="462920"/>
                    <a:pt x="246382" y="462123"/>
                    <a:pt x="246390" y="461325"/>
                  </a:cubicBezTo>
                  <a:cubicBezTo>
                    <a:pt x="246418" y="459997"/>
                    <a:pt x="246418" y="459997"/>
                    <a:pt x="246446" y="458695"/>
                  </a:cubicBezTo>
                  <a:cubicBezTo>
                    <a:pt x="246482" y="454956"/>
                    <a:pt x="246526" y="451218"/>
                    <a:pt x="246585" y="447480"/>
                  </a:cubicBezTo>
                  <a:cubicBezTo>
                    <a:pt x="246630" y="444642"/>
                    <a:pt x="246672" y="441804"/>
                    <a:pt x="246699" y="438965"/>
                  </a:cubicBezTo>
                  <a:cubicBezTo>
                    <a:pt x="246712" y="437608"/>
                    <a:pt x="246712" y="437608"/>
                    <a:pt x="246725" y="436277"/>
                  </a:cubicBezTo>
                  <a:cubicBezTo>
                    <a:pt x="246753" y="434954"/>
                    <a:pt x="246753" y="434954"/>
                    <a:pt x="246781" y="433656"/>
                  </a:cubicBezTo>
                  <a:cubicBezTo>
                    <a:pt x="246789" y="432830"/>
                    <a:pt x="246796" y="432028"/>
                    <a:pt x="246803" y="431226"/>
                  </a:cubicBezTo>
                  <a:cubicBezTo>
                    <a:pt x="246815" y="430498"/>
                    <a:pt x="246827" y="429791"/>
                    <a:pt x="246839" y="429084"/>
                  </a:cubicBezTo>
                  <a:cubicBezTo>
                    <a:pt x="246585" y="427295"/>
                    <a:pt x="246585" y="427295"/>
                    <a:pt x="245475" y="426183"/>
                  </a:cubicBezTo>
                  <a:cubicBezTo>
                    <a:pt x="244178" y="425108"/>
                    <a:pt x="244178" y="425108"/>
                    <a:pt x="244061" y="423251"/>
                  </a:cubicBezTo>
                  <a:cubicBezTo>
                    <a:pt x="244055" y="422511"/>
                    <a:pt x="244049" y="421794"/>
                    <a:pt x="244043" y="421076"/>
                  </a:cubicBezTo>
                  <a:cubicBezTo>
                    <a:pt x="244030" y="420237"/>
                    <a:pt x="244018" y="419423"/>
                    <a:pt x="244006" y="418608"/>
                  </a:cubicBezTo>
                  <a:cubicBezTo>
                    <a:pt x="244003" y="417702"/>
                    <a:pt x="244001" y="416823"/>
                    <a:pt x="243998" y="415944"/>
                  </a:cubicBezTo>
                  <a:cubicBezTo>
                    <a:pt x="243962" y="413126"/>
                    <a:pt x="243928" y="410308"/>
                    <a:pt x="243908" y="407490"/>
                  </a:cubicBezTo>
                  <a:cubicBezTo>
                    <a:pt x="243888" y="404562"/>
                    <a:pt x="243861" y="401634"/>
                    <a:pt x="243830" y="398706"/>
                  </a:cubicBezTo>
                  <a:cubicBezTo>
                    <a:pt x="243808" y="396855"/>
                    <a:pt x="243787" y="395005"/>
                    <a:pt x="243766" y="393155"/>
                  </a:cubicBezTo>
                  <a:cubicBezTo>
                    <a:pt x="243760" y="392248"/>
                    <a:pt x="243755" y="391367"/>
                    <a:pt x="243749" y="390487"/>
                  </a:cubicBezTo>
                  <a:cubicBezTo>
                    <a:pt x="243741" y="389650"/>
                    <a:pt x="243734" y="388838"/>
                    <a:pt x="243726" y="388026"/>
                  </a:cubicBezTo>
                  <a:cubicBezTo>
                    <a:pt x="243712" y="385900"/>
                    <a:pt x="243814" y="384546"/>
                    <a:pt x="242865" y="382647"/>
                  </a:cubicBezTo>
                  <a:cubicBezTo>
                    <a:pt x="242106" y="382647"/>
                    <a:pt x="241369" y="382647"/>
                    <a:pt x="240632" y="382647"/>
                  </a:cubicBezTo>
                  <a:cubicBezTo>
                    <a:pt x="240679" y="377810"/>
                    <a:pt x="240717" y="372972"/>
                    <a:pt x="240741" y="368135"/>
                  </a:cubicBezTo>
                  <a:cubicBezTo>
                    <a:pt x="240750" y="366166"/>
                    <a:pt x="240761" y="364198"/>
                    <a:pt x="240772" y="362230"/>
                  </a:cubicBezTo>
                  <a:cubicBezTo>
                    <a:pt x="240800" y="359318"/>
                    <a:pt x="240828" y="356406"/>
                    <a:pt x="240841" y="353494"/>
                  </a:cubicBezTo>
                  <a:cubicBezTo>
                    <a:pt x="240844" y="352560"/>
                    <a:pt x="240847" y="351652"/>
                    <a:pt x="240850" y="350745"/>
                  </a:cubicBezTo>
                  <a:cubicBezTo>
                    <a:pt x="240862" y="349826"/>
                    <a:pt x="240874" y="348935"/>
                    <a:pt x="240885" y="348044"/>
                  </a:cubicBezTo>
                  <a:cubicBezTo>
                    <a:pt x="240885" y="347199"/>
                    <a:pt x="240886" y="346380"/>
                    <a:pt x="240886" y="345561"/>
                  </a:cubicBezTo>
                  <a:cubicBezTo>
                    <a:pt x="240901" y="343362"/>
                    <a:pt x="240901" y="343362"/>
                    <a:pt x="240632" y="341719"/>
                  </a:cubicBezTo>
                  <a:cubicBezTo>
                    <a:pt x="239873" y="341466"/>
                    <a:pt x="239137" y="341221"/>
                    <a:pt x="238400" y="340975"/>
                  </a:cubicBezTo>
                  <a:cubicBezTo>
                    <a:pt x="238272" y="340165"/>
                    <a:pt x="238272" y="340165"/>
                    <a:pt x="238146" y="339370"/>
                  </a:cubicBezTo>
                  <a:cubicBezTo>
                    <a:pt x="238158" y="338641"/>
                    <a:pt x="238170" y="337933"/>
                    <a:pt x="238182" y="337225"/>
                  </a:cubicBezTo>
                  <a:cubicBezTo>
                    <a:pt x="238189" y="336402"/>
                    <a:pt x="238197" y="335602"/>
                    <a:pt x="238204" y="334802"/>
                  </a:cubicBezTo>
                  <a:cubicBezTo>
                    <a:pt x="238233" y="333470"/>
                    <a:pt x="238233" y="333470"/>
                    <a:pt x="238260" y="332165"/>
                  </a:cubicBezTo>
                  <a:cubicBezTo>
                    <a:pt x="238296" y="328419"/>
                    <a:pt x="238341" y="324675"/>
                    <a:pt x="238400" y="320930"/>
                  </a:cubicBezTo>
                  <a:cubicBezTo>
                    <a:pt x="238445" y="318084"/>
                    <a:pt x="238486" y="315238"/>
                    <a:pt x="238514" y="312392"/>
                  </a:cubicBezTo>
                  <a:cubicBezTo>
                    <a:pt x="238527" y="311033"/>
                    <a:pt x="238527" y="311033"/>
                    <a:pt x="238539" y="309701"/>
                  </a:cubicBezTo>
                  <a:cubicBezTo>
                    <a:pt x="238568" y="308371"/>
                    <a:pt x="238568" y="308371"/>
                    <a:pt x="238596" y="307068"/>
                  </a:cubicBezTo>
                  <a:cubicBezTo>
                    <a:pt x="238603" y="306241"/>
                    <a:pt x="238610" y="305439"/>
                    <a:pt x="238618" y="304637"/>
                  </a:cubicBezTo>
                  <a:cubicBezTo>
                    <a:pt x="238653" y="302491"/>
                    <a:pt x="238653" y="302491"/>
                    <a:pt x="238400" y="300791"/>
                  </a:cubicBezTo>
                  <a:cubicBezTo>
                    <a:pt x="237641" y="300285"/>
                    <a:pt x="236904" y="299794"/>
                    <a:pt x="236167" y="299303"/>
                  </a:cubicBezTo>
                  <a:cubicBezTo>
                    <a:pt x="236068" y="298727"/>
                    <a:pt x="235972" y="298168"/>
                    <a:pt x="235876" y="297609"/>
                  </a:cubicBezTo>
                  <a:cubicBezTo>
                    <a:pt x="235870" y="296881"/>
                    <a:pt x="235864" y="296175"/>
                    <a:pt x="235857" y="295469"/>
                  </a:cubicBezTo>
                  <a:cubicBezTo>
                    <a:pt x="235845" y="294645"/>
                    <a:pt x="235832" y="293846"/>
                    <a:pt x="235820" y="293046"/>
                  </a:cubicBezTo>
                  <a:cubicBezTo>
                    <a:pt x="235816" y="291720"/>
                    <a:pt x="235816" y="291720"/>
                    <a:pt x="235813" y="290420"/>
                  </a:cubicBezTo>
                  <a:cubicBezTo>
                    <a:pt x="235777" y="287648"/>
                    <a:pt x="235742" y="284876"/>
                    <a:pt x="235722" y="282104"/>
                  </a:cubicBezTo>
                  <a:cubicBezTo>
                    <a:pt x="235702" y="279223"/>
                    <a:pt x="235675" y="276343"/>
                    <a:pt x="235644" y="273462"/>
                  </a:cubicBezTo>
                  <a:cubicBezTo>
                    <a:pt x="235622" y="271642"/>
                    <a:pt x="235601" y="269822"/>
                    <a:pt x="235580" y="268003"/>
                  </a:cubicBezTo>
                  <a:cubicBezTo>
                    <a:pt x="235575" y="267110"/>
                    <a:pt x="235569" y="266243"/>
                    <a:pt x="235564" y="265377"/>
                  </a:cubicBezTo>
                  <a:cubicBezTo>
                    <a:pt x="235556" y="264553"/>
                    <a:pt x="235548" y="263753"/>
                    <a:pt x="235541" y="262954"/>
                  </a:cubicBezTo>
                  <a:cubicBezTo>
                    <a:pt x="235526" y="260844"/>
                    <a:pt x="235622" y="259516"/>
                    <a:pt x="234679" y="257631"/>
                  </a:cubicBezTo>
                  <a:cubicBezTo>
                    <a:pt x="233920" y="257631"/>
                    <a:pt x="233183" y="257631"/>
                    <a:pt x="232447" y="257631"/>
                  </a:cubicBezTo>
                  <a:cubicBezTo>
                    <a:pt x="232494" y="252618"/>
                    <a:pt x="232531" y="247604"/>
                    <a:pt x="232556" y="242590"/>
                  </a:cubicBezTo>
                  <a:cubicBezTo>
                    <a:pt x="232567" y="240036"/>
                    <a:pt x="232577" y="237483"/>
                    <a:pt x="232600" y="234929"/>
                  </a:cubicBezTo>
                  <a:cubicBezTo>
                    <a:pt x="232625" y="232425"/>
                    <a:pt x="232645" y="229921"/>
                    <a:pt x="232655" y="227416"/>
                  </a:cubicBezTo>
                  <a:cubicBezTo>
                    <a:pt x="232658" y="226447"/>
                    <a:pt x="232662" y="225507"/>
                    <a:pt x="232665" y="224567"/>
                  </a:cubicBezTo>
                  <a:cubicBezTo>
                    <a:pt x="232677" y="223615"/>
                    <a:pt x="232688" y="222691"/>
                    <a:pt x="232700" y="221767"/>
                  </a:cubicBezTo>
                  <a:cubicBezTo>
                    <a:pt x="232700" y="220892"/>
                    <a:pt x="232700" y="220043"/>
                    <a:pt x="232700" y="219193"/>
                  </a:cubicBezTo>
                  <a:cubicBezTo>
                    <a:pt x="232715" y="216915"/>
                    <a:pt x="232715" y="216915"/>
                    <a:pt x="232447" y="215215"/>
                  </a:cubicBezTo>
                  <a:cubicBezTo>
                    <a:pt x="231688" y="214962"/>
                    <a:pt x="230951" y="214717"/>
                    <a:pt x="230214" y="214471"/>
                  </a:cubicBezTo>
                  <a:cubicBezTo>
                    <a:pt x="230125" y="213935"/>
                    <a:pt x="230038" y="213415"/>
                    <a:pt x="229951" y="212894"/>
                  </a:cubicBezTo>
                  <a:cubicBezTo>
                    <a:pt x="229958" y="212179"/>
                    <a:pt x="229965" y="211484"/>
                    <a:pt x="229973" y="210790"/>
                  </a:cubicBezTo>
                  <a:cubicBezTo>
                    <a:pt x="229975" y="209981"/>
                    <a:pt x="229978" y="209197"/>
                    <a:pt x="229980" y="208412"/>
                  </a:cubicBezTo>
                  <a:cubicBezTo>
                    <a:pt x="229995" y="207532"/>
                    <a:pt x="230009" y="206678"/>
                    <a:pt x="230022" y="205823"/>
                  </a:cubicBezTo>
                  <a:cubicBezTo>
                    <a:pt x="230038" y="203098"/>
                    <a:pt x="230055" y="200372"/>
                    <a:pt x="230087" y="197646"/>
                  </a:cubicBezTo>
                  <a:cubicBezTo>
                    <a:pt x="230121" y="194813"/>
                    <a:pt x="230148" y="191979"/>
                    <a:pt x="230171" y="189146"/>
                  </a:cubicBezTo>
                  <a:cubicBezTo>
                    <a:pt x="230183" y="187357"/>
                    <a:pt x="230195" y="185567"/>
                    <a:pt x="230208" y="183778"/>
                  </a:cubicBezTo>
                  <a:cubicBezTo>
                    <a:pt x="230220" y="182900"/>
                    <a:pt x="230230" y="182047"/>
                    <a:pt x="230241" y="181194"/>
                  </a:cubicBezTo>
                  <a:cubicBezTo>
                    <a:pt x="230249" y="180383"/>
                    <a:pt x="230256" y="179596"/>
                    <a:pt x="230263" y="178809"/>
                  </a:cubicBezTo>
                  <a:cubicBezTo>
                    <a:pt x="230289" y="176700"/>
                    <a:pt x="230413" y="175428"/>
                    <a:pt x="229470" y="173543"/>
                  </a:cubicBezTo>
                  <a:cubicBezTo>
                    <a:pt x="228711" y="173543"/>
                    <a:pt x="227974" y="173543"/>
                    <a:pt x="227238" y="173543"/>
                  </a:cubicBezTo>
                  <a:cubicBezTo>
                    <a:pt x="227253" y="168718"/>
                    <a:pt x="227266" y="163893"/>
                    <a:pt x="227274" y="159068"/>
                  </a:cubicBezTo>
                  <a:cubicBezTo>
                    <a:pt x="227277" y="157103"/>
                    <a:pt x="227281" y="155138"/>
                    <a:pt x="227284" y="153173"/>
                  </a:cubicBezTo>
                  <a:cubicBezTo>
                    <a:pt x="227294" y="150269"/>
                    <a:pt x="227303" y="147365"/>
                    <a:pt x="227307" y="144460"/>
                  </a:cubicBezTo>
                  <a:cubicBezTo>
                    <a:pt x="227309" y="143074"/>
                    <a:pt x="227309" y="143074"/>
                    <a:pt x="227310" y="141714"/>
                  </a:cubicBezTo>
                  <a:cubicBezTo>
                    <a:pt x="227314" y="140800"/>
                    <a:pt x="227318" y="139912"/>
                    <a:pt x="227322" y="139024"/>
                  </a:cubicBezTo>
                  <a:cubicBezTo>
                    <a:pt x="227322" y="138180"/>
                    <a:pt x="227322" y="137361"/>
                    <a:pt x="227322" y="136542"/>
                  </a:cubicBezTo>
                  <a:cubicBezTo>
                    <a:pt x="227327" y="134400"/>
                    <a:pt x="227450" y="133041"/>
                    <a:pt x="226494" y="131127"/>
                  </a:cubicBezTo>
                  <a:cubicBezTo>
                    <a:pt x="225735" y="131127"/>
                    <a:pt x="224998" y="131127"/>
                    <a:pt x="224261" y="131127"/>
                  </a:cubicBezTo>
                  <a:cubicBezTo>
                    <a:pt x="224261" y="117718"/>
                    <a:pt x="224261" y="104703"/>
                    <a:pt x="224261" y="91688"/>
                  </a:cubicBezTo>
                  <a:close/>
                  <a:moveTo>
                    <a:pt x="109156" y="10"/>
                  </a:moveTo>
                  <a:cubicBezTo>
                    <a:pt x="111405" y="-10"/>
                    <a:pt x="113651" y="12"/>
                    <a:pt x="115900" y="34"/>
                  </a:cubicBezTo>
                  <a:cubicBezTo>
                    <a:pt x="117510" y="28"/>
                    <a:pt x="119119" y="20"/>
                    <a:pt x="120729" y="10"/>
                  </a:cubicBezTo>
                  <a:cubicBezTo>
                    <a:pt x="125105" y="-11"/>
                    <a:pt x="129480" y="6"/>
                    <a:pt x="133856" y="30"/>
                  </a:cubicBezTo>
                  <a:cubicBezTo>
                    <a:pt x="138429" y="51"/>
                    <a:pt x="143002" y="41"/>
                    <a:pt x="147576" y="36"/>
                  </a:cubicBezTo>
                  <a:cubicBezTo>
                    <a:pt x="155256" y="32"/>
                    <a:pt x="162936" y="52"/>
                    <a:pt x="170616" y="86"/>
                  </a:cubicBezTo>
                  <a:cubicBezTo>
                    <a:pt x="179504" y="126"/>
                    <a:pt x="188391" y="129"/>
                    <a:pt x="197279" y="111"/>
                  </a:cubicBezTo>
                  <a:cubicBezTo>
                    <a:pt x="205819" y="95"/>
                    <a:pt x="214359" y="104"/>
                    <a:pt x="222899" y="125"/>
                  </a:cubicBezTo>
                  <a:cubicBezTo>
                    <a:pt x="226539" y="134"/>
                    <a:pt x="230178" y="134"/>
                    <a:pt x="233817" y="127"/>
                  </a:cubicBezTo>
                  <a:cubicBezTo>
                    <a:pt x="238099" y="120"/>
                    <a:pt x="242381" y="135"/>
                    <a:pt x="246663" y="167"/>
                  </a:cubicBezTo>
                  <a:cubicBezTo>
                    <a:pt x="248238" y="175"/>
                    <a:pt x="249812" y="176"/>
                    <a:pt x="251387" y="168"/>
                  </a:cubicBezTo>
                  <a:cubicBezTo>
                    <a:pt x="253531" y="160"/>
                    <a:pt x="255673" y="178"/>
                    <a:pt x="257817" y="204"/>
                  </a:cubicBezTo>
                  <a:cubicBezTo>
                    <a:pt x="258445" y="195"/>
                    <a:pt x="259074" y="186"/>
                    <a:pt x="259721" y="177"/>
                  </a:cubicBezTo>
                  <a:cubicBezTo>
                    <a:pt x="261457" y="215"/>
                    <a:pt x="261457" y="215"/>
                    <a:pt x="264280" y="781"/>
                  </a:cubicBezTo>
                  <a:cubicBezTo>
                    <a:pt x="265708" y="2910"/>
                    <a:pt x="265708" y="2910"/>
                    <a:pt x="266513" y="5246"/>
                  </a:cubicBezTo>
                  <a:cubicBezTo>
                    <a:pt x="267794" y="7663"/>
                    <a:pt x="267794" y="7663"/>
                    <a:pt x="270233" y="8222"/>
                  </a:cubicBezTo>
                  <a:cubicBezTo>
                    <a:pt x="270482" y="9214"/>
                    <a:pt x="270730" y="10207"/>
                    <a:pt x="270978" y="11199"/>
                  </a:cubicBezTo>
                  <a:cubicBezTo>
                    <a:pt x="271714" y="11444"/>
                    <a:pt x="272451" y="11690"/>
                    <a:pt x="273210" y="11943"/>
                  </a:cubicBezTo>
                  <a:cubicBezTo>
                    <a:pt x="273456" y="12680"/>
                    <a:pt x="273701" y="13416"/>
                    <a:pt x="273954" y="14175"/>
                  </a:cubicBezTo>
                  <a:cubicBezTo>
                    <a:pt x="274691" y="14421"/>
                    <a:pt x="275428" y="14666"/>
                    <a:pt x="276187" y="14919"/>
                  </a:cubicBezTo>
                  <a:cubicBezTo>
                    <a:pt x="276432" y="15656"/>
                    <a:pt x="276678" y="16393"/>
                    <a:pt x="276931" y="17152"/>
                  </a:cubicBezTo>
                  <a:cubicBezTo>
                    <a:pt x="277667" y="17397"/>
                    <a:pt x="278404" y="17643"/>
                    <a:pt x="279163" y="17896"/>
                  </a:cubicBezTo>
                  <a:cubicBezTo>
                    <a:pt x="279409" y="18633"/>
                    <a:pt x="279654" y="19369"/>
                    <a:pt x="279907" y="20128"/>
                  </a:cubicBezTo>
                  <a:cubicBezTo>
                    <a:pt x="280521" y="20497"/>
                    <a:pt x="281135" y="20865"/>
                    <a:pt x="281768" y="21245"/>
                  </a:cubicBezTo>
                  <a:cubicBezTo>
                    <a:pt x="283628" y="22361"/>
                    <a:pt x="283628" y="22361"/>
                    <a:pt x="284372" y="24593"/>
                  </a:cubicBezTo>
                  <a:cubicBezTo>
                    <a:pt x="285109" y="25084"/>
                    <a:pt x="285846" y="25575"/>
                    <a:pt x="286605" y="26082"/>
                  </a:cubicBezTo>
                  <a:cubicBezTo>
                    <a:pt x="286605" y="26818"/>
                    <a:pt x="286605" y="27555"/>
                    <a:pt x="286605" y="28314"/>
                  </a:cubicBezTo>
                  <a:cubicBezTo>
                    <a:pt x="287595" y="28569"/>
                    <a:pt x="288587" y="28817"/>
                    <a:pt x="289581" y="29058"/>
                  </a:cubicBezTo>
                  <a:cubicBezTo>
                    <a:pt x="289827" y="29795"/>
                    <a:pt x="290072" y="30531"/>
                    <a:pt x="290325" y="31290"/>
                  </a:cubicBezTo>
                  <a:cubicBezTo>
                    <a:pt x="291062" y="31536"/>
                    <a:pt x="291799" y="31782"/>
                    <a:pt x="292558" y="32035"/>
                  </a:cubicBezTo>
                  <a:cubicBezTo>
                    <a:pt x="292558" y="33017"/>
                    <a:pt x="292558" y="33999"/>
                    <a:pt x="292558" y="35011"/>
                  </a:cubicBezTo>
                  <a:cubicBezTo>
                    <a:pt x="293792" y="35289"/>
                    <a:pt x="295033" y="35537"/>
                    <a:pt x="296278" y="35755"/>
                  </a:cubicBezTo>
                  <a:cubicBezTo>
                    <a:pt x="296278" y="36492"/>
                    <a:pt x="296278" y="37229"/>
                    <a:pt x="296278" y="37988"/>
                  </a:cubicBezTo>
                  <a:cubicBezTo>
                    <a:pt x="297367" y="38215"/>
                    <a:pt x="297367" y="38215"/>
                    <a:pt x="298478" y="38447"/>
                  </a:cubicBezTo>
                  <a:cubicBezTo>
                    <a:pt x="299226" y="38786"/>
                    <a:pt x="299973" y="39126"/>
                    <a:pt x="300743" y="39476"/>
                  </a:cubicBezTo>
                  <a:cubicBezTo>
                    <a:pt x="301450" y="41708"/>
                    <a:pt x="301312" y="43947"/>
                    <a:pt x="301264" y="46269"/>
                  </a:cubicBezTo>
                  <a:cubicBezTo>
                    <a:pt x="301268" y="46943"/>
                    <a:pt x="301273" y="47616"/>
                    <a:pt x="301278" y="48310"/>
                  </a:cubicBezTo>
                  <a:cubicBezTo>
                    <a:pt x="301291" y="50466"/>
                    <a:pt x="301275" y="52621"/>
                    <a:pt x="301255" y="54777"/>
                  </a:cubicBezTo>
                  <a:cubicBezTo>
                    <a:pt x="301246" y="56936"/>
                    <a:pt x="301244" y="59094"/>
                    <a:pt x="301255" y="61253"/>
                  </a:cubicBezTo>
                  <a:cubicBezTo>
                    <a:pt x="301261" y="62598"/>
                    <a:pt x="301254" y="63943"/>
                    <a:pt x="301236" y="65288"/>
                  </a:cubicBezTo>
                  <a:cubicBezTo>
                    <a:pt x="301210" y="67298"/>
                    <a:pt x="301210" y="67298"/>
                    <a:pt x="301487" y="69986"/>
                  </a:cubicBezTo>
                  <a:cubicBezTo>
                    <a:pt x="302224" y="70231"/>
                    <a:pt x="302961" y="70477"/>
                    <a:pt x="303720" y="70730"/>
                  </a:cubicBezTo>
                  <a:cubicBezTo>
                    <a:pt x="304006" y="72368"/>
                    <a:pt x="304006" y="72368"/>
                    <a:pt x="304018" y="74560"/>
                  </a:cubicBezTo>
                  <a:cubicBezTo>
                    <a:pt x="304028" y="75377"/>
                    <a:pt x="304038" y="76194"/>
                    <a:pt x="304048" y="77035"/>
                  </a:cubicBezTo>
                  <a:cubicBezTo>
                    <a:pt x="304048" y="78369"/>
                    <a:pt x="304048" y="78369"/>
                    <a:pt x="304048" y="79729"/>
                  </a:cubicBezTo>
                  <a:cubicBezTo>
                    <a:pt x="304063" y="81088"/>
                    <a:pt x="304063" y="81088"/>
                    <a:pt x="304078" y="82474"/>
                  </a:cubicBezTo>
                  <a:cubicBezTo>
                    <a:pt x="304109" y="85380"/>
                    <a:pt x="304125" y="88287"/>
                    <a:pt x="304138" y="91194"/>
                  </a:cubicBezTo>
                  <a:cubicBezTo>
                    <a:pt x="304156" y="94101"/>
                    <a:pt x="304177" y="97007"/>
                    <a:pt x="304207" y="99914"/>
                  </a:cubicBezTo>
                  <a:cubicBezTo>
                    <a:pt x="304225" y="101727"/>
                    <a:pt x="304236" y="103540"/>
                    <a:pt x="304239" y="105352"/>
                  </a:cubicBezTo>
                  <a:cubicBezTo>
                    <a:pt x="304250" y="106578"/>
                    <a:pt x="304250" y="106578"/>
                    <a:pt x="304262" y="107828"/>
                  </a:cubicBezTo>
                  <a:cubicBezTo>
                    <a:pt x="304265" y="108551"/>
                    <a:pt x="304268" y="109274"/>
                    <a:pt x="304272" y="110019"/>
                  </a:cubicBezTo>
                  <a:cubicBezTo>
                    <a:pt x="304335" y="110560"/>
                    <a:pt x="304399" y="111101"/>
                    <a:pt x="304464" y="111658"/>
                  </a:cubicBezTo>
                  <a:cubicBezTo>
                    <a:pt x="304955" y="111903"/>
                    <a:pt x="305446" y="112149"/>
                    <a:pt x="305952" y="112402"/>
                  </a:cubicBezTo>
                  <a:cubicBezTo>
                    <a:pt x="306149" y="113940"/>
                    <a:pt x="306149" y="113940"/>
                    <a:pt x="306166" y="115991"/>
                  </a:cubicBezTo>
                  <a:cubicBezTo>
                    <a:pt x="306176" y="116756"/>
                    <a:pt x="306186" y="117521"/>
                    <a:pt x="306196" y="118309"/>
                  </a:cubicBezTo>
                  <a:cubicBezTo>
                    <a:pt x="306202" y="119559"/>
                    <a:pt x="306202" y="119559"/>
                    <a:pt x="306208" y="120834"/>
                  </a:cubicBezTo>
                  <a:cubicBezTo>
                    <a:pt x="306219" y="121685"/>
                    <a:pt x="306230" y="122536"/>
                    <a:pt x="306241" y="123413"/>
                  </a:cubicBezTo>
                  <a:cubicBezTo>
                    <a:pt x="306276" y="126145"/>
                    <a:pt x="306301" y="128877"/>
                    <a:pt x="306324" y="131610"/>
                  </a:cubicBezTo>
                  <a:cubicBezTo>
                    <a:pt x="306355" y="135196"/>
                    <a:pt x="306395" y="138782"/>
                    <a:pt x="306441" y="142368"/>
                  </a:cubicBezTo>
                  <a:cubicBezTo>
                    <a:pt x="306446" y="143611"/>
                    <a:pt x="306446" y="143611"/>
                    <a:pt x="306452" y="144879"/>
                  </a:cubicBezTo>
                  <a:cubicBezTo>
                    <a:pt x="306462" y="145651"/>
                    <a:pt x="306472" y="146423"/>
                    <a:pt x="306483" y="147219"/>
                  </a:cubicBezTo>
                  <a:cubicBezTo>
                    <a:pt x="306491" y="148237"/>
                    <a:pt x="306491" y="148237"/>
                    <a:pt x="306499" y="149275"/>
                  </a:cubicBezTo>
                  <a:cubicBezTo>
                    <a:pt x="306708" y="151202"/>
                    <a:pt x="307163" y="152436"/>
                    <a:pt x="308185" y="154074"/>
                  </a:cubicBezTo>
                  <a:cubicBezTo>
                    <a:pt x="308430" y="154074"/>
                    <a:pt x="308676" y="154074"/>
                    <a:pt x="308929" y="154074"/>
                  </a:cubicBezTo>
                  <a:cubicBezTo>
                    <a:pt x="309174" y="168071"/>
                    <a:pt x="309420" y="182068"/>
                    <a:pt x="309673" y="196490"/>
                  </a:cubicBezTo>
                  <a:cubicBezTo>
                    <a:pt x="310410" y="196490"/>
                    <a:pt x="311146" y="196490"/>
                    <a:pt x="311905" y="196490"/>
                  </a:cubicBezTo>
                  <a:cubicBezTo>
                    <a:pt x="311914" y="197256"/>
                    <a:pt x="311914" y="197256"/>
                    <a:pt x="311924" y="198038"/>
                  </a:cubicBezTo>
                  <a:cubicBezTo>
                    <a:pt x="311987" y="203337"/>
                    <a:pt x="312061" y="208636"/>
                    <a:pt x="312142" y="213935"/>
                  </a:cubicBezTo>
                  <a:cubicBezTo>
                    <a:pt x="312170" y="215915"/>
                    <a:pt x="312196" y="217895"/>
                    <a:pt x="312219" y="219875"/>
                  </a:cubicBezTo>
                  <a:cubicBezTo>
                    <a:pt x="312253" y="222714"/>
                    <a:pt x="312296" y="225553"/>
                    <a:pt x="312341" y="228392"/>
                  </a:cubicBezTo>
                  <a:cubicBezTo>
                    <a:pt x="312350" y="229283"/>
                    <a:pt x="312359" y="230175"/>
                    <a:pt x="312367" y="231093"/>
                  </a:cubicBezTo>
                  <a:cubicBezTo>
                    <a:pt x="312390" y="232322"/>
                    <a:pt x="312390" y="232322"/>
                    <a:pt x="312412" y="233576"/>
                  </a:cubicBezTo>
                  <a:cubicBezTo>
                    <a:pt x="312422" y="234301"/>
                    <a:pt x="312432" y="235027"/>
                    <a:pt x="312442" y="235774"/>
                  </a:cubicBezTo>
                  <a:cubicBezTo>
                    <a:pt x="312511" y="236316"/>
                    <a:pt x="312579" y="236859"/>
                    <a:pt x="312649" y="237417"/>
                  </a:cubicBezTo>
                  <a:cubicBezTo>
                    <a:pt x="313141" y="237663"/>
                    <a:pt x="313632" y="237909"/>
                    <a:pt x="314138" y="238162"/>
                  </a:cubicBezTo>
                  <a:cubicBezTo>
                    <a:pt x="314375" y="239703"/>
                    <a:pt x="314375" y="239703"/>
                    <a:pt x="314446" y="241760"/>
                  </a:cubicBezTo>
                  <a:cubicBezTo>
                    <a:pt x="314489" y="242913"/>
                    <a:pt x="314489" y="242913"/>
                    <a:pt x="314533" y="244088"/>
                  </a:cubicBezTo>
                  <a:cubicBezTo>
                    <a:pt x="314556" y="244926"/>
                    <a:pt x="314579" y="245763"/>
                    <a:pt x="314603" y="246626"/>
                  </a:cubicBezTo>
                  <a:cubicBezTo>
                    <a:pt x="314633" y="247481"/>
                    <a:pt x="314663" y="248337"/>
                    <a:pt x="314693" y="249218"/>
                  </a:cubicBezTo>
                  <a:cubicBezTo>
                    <a:pt x="314839" y="253876"/>
                    <a:pt x="314893" y="258525"/>
                    <a:pt x="314847" y="263186"/>
                  </a:cubicBezTo>
                  <a:cubicBezTo>
                    <a:pt x="314839" y="264097"/>
                    <a:pt x="314830" y="265007"/>
                    <a:pt x="314822" y="265945"/>
                  </a:cubicBezTo>
                  <a:cubicBezTo>
                    <a:pt x="314800" y="267710"/>
                    <a:pt x="314768" y="269476"/>
                    <a:pt x="314724" y="271241"/>
                  </a:cubicBezTo>
                  <a:cubicBezTo>
                    <a:pt x="314713" y="272042"/>
                    <a:pt x="314702" y="272843"/>
                    <a:pt x="314690" y="273668"/>
                  </a:cubicBezTo>
                  <a:cubicBezTo>
                    <a:pt x="314674" y="274375"/>
                    <a:pt x="314657" y="275082"/>
                    <a:pt x="314640" y="275810"/>
                  </a:cubicBezTo>
                  <a:cubicBezTo>
                    <a:pt x="314689" y="277647"/>
                    <a:pt x="314689" y="277647"/>
                    <a:pt x="315995" y="278584"/>
                  </a:cubicBezTo>
                  <a:cubicBezTo>
                    <a:pt x="317547" y="280316"/>
                    <a:pt x="317400" y="281449"/>
                    <a:pt x="317412" y="283752"/>
                  </a:cubicBezTo>
                  <a:cubicBezTo>
                    <a:pt x="317422" y="284552"/>
                    <a:pt x="317432" y="285351"/>
                    <a:pt x="317443" y="286175"/>
                  </a:cubicBezTo>
                  <a:cubicBezTo>
                    <a:pt x="317443" y="287469"/>
                    <a:pt x="317443" y="287469"/>
                    <a:pt x="317443" y="288789"/>
                  </a:cubicBezTo>
                  <a:cubicBezTo>
                    <a:pt x="317458" y="290117"/>
                    <a:pt x="317458" y="290117"/>
                    <a:pt x="317473" y="291472"/>
                  </a:cubicBezTo>
                  <a:cubicBezTo>
                    <a:pt x="317503" y="294305"/>
                    <a:pt x="317519" y="297138"/>
                    <a:pt x="317533" y="299972"/>
                  </a:cubicBezTo>
                  <a:cubicBezTo>
                    <a:pt x="317551" y="302808"/>
                    <a:pt x="317571" y="305644"/>
                    <a:pt x="317601" y="308480"/>
                  </a:cubicBezTo>
                  <a:cubicBezTo>
                    <a:pt x="317619" y="310246"/>
                    <a:pt x="317630" y="312013"/>
                    <a:pt x="317634" y="313779"/>
                  </a:cubicBezTo>
                  <a:cubicBezTo>
                    <a:pt x="317645" y="314975"/>
                    <a:pt x="317645" y="314975"/>
                    <a:pt x="317657" y="316195"/>
                  </a:cubicBezTo>
                  <a:cubicBezTo>
                    <a:pt x="317660" y="316899"/>
                    <a:pt x="317663" y="317602"/>
                    <a:pt x="317666" y="318328"/>
                  </a:cubicBezTo>
                  <a:cubicBezTo>
                    <a:pt x="317698" y="320165"/>
                    <a:pt x="317698" y="320165"/>
                    <a:pt x="319347" y="321505"/>
                  </a:cubicBezTo>
                  <a:cubicBezTo>
                    <a:pt x="319592" y="321505"/>
                    <a:pt x="319838" y="321505"/>
                    <a:pt x="320091" y="321505"/>
                  </a:cubicBezTo>
                  <a:cubicBezTo>
                    <a:pt x="320097" y="322026"/>
                    <a:pt x="320103" y="322546"/>
                    <a:pt x="320109" y="323082"/>
                  </a:cubicBezTo>
                  <a:cubicBezTo>
                    <a:pt x="320167" y="327977"/>
                    <a:pt x="320232" y="332872"/>
                    <a:pt x="320305" y="337767"/>
                  </a:cubicBezTo>
                  <a:cubicBezTo>
                    <a:pt x="320342" y="340283"/>
                    <a:pt x="320377" y="342800"/>
                    <a:pt x="320405" y="345317"/>
                  </a:cubicBezTo>
                  <a:cubicBezTo>
                    <a:pt x="320437" y="348208"/>
                    <a:pt x="320482" y="351098"/>
                    <a:pt x="320527" y="353989"/>
                  </a:cubicBezTo>
                  <a:cubicBezTo>
                    <a:pt x="320540" y="355350"/>
                    <a:pt x="320540" y="355350"/>
                    <a:pt x="320553" y="356739"/>
                  </a:cubicBezTo>
                  <a:cubicBezTo>
                    <a:pt x="320568" y="357574"/>
                    <a:pt x="320583" y="358408"/>
                    <a:pt x="320598" y="359267"/>
                  </a:cubicBezTo>
                  <a:cubicBezTo>
                    <a:pt x="320613" y="360375"/>
                    <a:pt x="320613" y="360375"/>
                    <a:pt x="320628" y="361506"/>
                  </a:cubicBezTo>
                  <a:cubicBezTo>
                    <a:pt x="320696" y="362057"/>
                    <a:pt x="320765" y="362609"/>
                    <a:pt x="320835" y="363177"/>
                  </a:cubicBezTo>
                  <a:cubicBezTo>
                    <a:pt x="321326" y="363423"/>
                    <a:pt x="321817" y="363668"/>
                    <a:pt x="322323" y="363921"/>
                  </a:cubicBezTo>
                  <a:cubicBezTo>
                    <a:pt x="322571" y="366297"/>
                    <a:pt x="322712" y="368607"/>
                    <a:pt x="322788" y="370991"/>
                  </a:cubicBezTo>
                  <a:cubicBezTo>
                    <a:pt x="322817" y="371728"/>
                    <a:pt x="322845" y="372465"/>
                    <a:pt x="322874" y="373225"/>
                  </a:cubicBezTo>
                  <a:cubicBezTo>
                    <a:pt x="323234" y="384008"/>
                    <a:pt x="323132" y="394805"/>
                    <a:pt x="323067" y="405593"/>
                  </a:cubicBezTo>
                  <a:cubicBezTo>
                    <a:pt x="323804" y="405593"/>
                    <a:pt x="324541" y="405593"/>
                    <a:pt x="325300" y="405593"/>
                  </a:cubicBezTo>
                  <a:cubicBezTo>
                    <a:pt x="325545" y="419345"/>
                    <a:pt x="325791" y="433097"/>
                    <a:pt x="326044" y="447265"/>
                  </a:cubicBezTo>
                  <a:cubicBezTo>
                    <a:pt x="326781" y="447265"/>
                    <a:pt x="327517" y="447265"/>
                    <a:pt x="328276" y="447265"/>
                  </a:cubicBezTo>
                  <a:cubicBezTo>
                    <a:pt x="328282" y="447776"/>
                    <a:pt x="328288" y="448287"/>
                    <a:pt x="328295" y="448814"/>
                  </a:cubicBezTo>
                  <a:cubicBezTo>
                    <a:pt x="328359" y="454113"/>
                    <a:pt x="328433" y="459412"/>
                    <a:pt x="328513" y="464710"/>
                  </a:cubicBezTo>
                  <a:cubicBezTo>
                    <a:pt x="328541" y="466690"/>
                    <a:pt x="328567" y="468670"/>
                    <a:pt x="328590" y="470650"/>
                  </a:cubicBezTo>
                  <a:cubicBezTo>
                    <a:pt x="328624" y="473489"/>
                    <a:pt x="328667" y="476328"/>
                    <a:pt x="328712" y="479167"/>
                  </a:cubicBezTo>
                  <a:cubicBezTo>
                    <a:pt x="328725" y="480504"/>
                    <a:pt x="328725" y="480504"/>
                    <a:pt x="328739" y="481868"/>
                  </a:cubicBezTo>
                  <a:cubicBezTo>
                    <a:pt x="328753" y="482688"/>
                    <a:pt x="328768" y="483507"/>
                    <a:pt x="328783" y="484351"/>
                  </a:cubicBezTo>
                  <a:cubicBezTo>
                    <a:pt x="328798" y="485439"/>
                    <a:pt x="328798" y="485439"/>
                    <a:pt x="328813" y="486550"/>
                  </a:cubicBezTo>
                  <a:cubicBezTo>
                    <a:pt x="328882" y="487092"/>
                    <a:pt x="328950" y="487634"/>
                    <a:pt x="329021" y="488193"/>
                  </a:cubicBezTo>
                  <a:cubicBezTo>
                    <a:pt x="329512" y="488438"/>
                    <a:pt x="330003" y="488684"/>
                    <a:pt x="330509" y="488937"/>
                  </a:cubicBezTo>
                  <a:cubicBezTo>
                    <a:pt x="331551" y="494300"/>
                    <a:pt x="331355" y="499965"/>
                    <a:pt x="331326" y="505410"/>
                  </a:cubicBezTo>
                  <a:cubicBezTo>
                    <a:pt x="331324" y="506532"/>
                    <a:pt x="331324" y="506532"/>
                    <a:pt x="331322" y="507677"/>
                  </a:cubicBezTo>
                  <a:cubicBezTo>
                    <a:pt x="331318" y="510034"/>
                    <a:pt x="331309" y="512392"/>
                    <a:pt x="331300" y="514749"/>
                  </a:cubicBezTo>
                  <a:cubicBezTo>
                    <a:pt x="331296" y="516361"/>
                    <a:pt x="331292" y="517973"/>
                    <a:pt x="331289" y="519585"/>
                  </a:cubicBezTo>
                  <a:cubicBezTo>
                    <a:pt x="331281" y="523508"/>
                    <a:pt x="331269" y="527430"/>
                    <a:pt x="331253" y="531353"/>
                  </a:cubicBezTo>
                  <a:cubicBezTo>
                    <a:pt x="331990" y="531353"/>
                    <a:pt x="332726" y="531353"/>
                    <a:pt x="333485" y="531353"/>
                  </a:cubicBezTo>
                  <a:cubicBezTo>
                    <a:pt x="333492" y="532120"/>
                    <a:pt x="333492" y="532120"/>
                    <a:pt x="333499" y="532902"/>
                  </a:cubicBezTo>
                  <a:cubicBezTo>
                    <a:pt x="333546" y="538201"/>
                    <a:pt x="333609" y="543499"/>
                    <a:pt x="333681" y="548798"/>
                  </a:cubicBezTo>
                  <a:cubicBezTo>
                    <a:pt x="333706" y="550778"/>
                    <a:pt x="333726" y="552758"/>
                    <a:pt x="333743" y="554738"/>
                  </a:cubicBezTo>
                  <a:cubicBezTo>
                    <a:pt x="333768" y="557577"/>
                    <a:pt x="333807" y="560416"/>
                    <a:pt x="333849" y="563255"/>
                  </a:cubicBezTo>
                  <a:cubicBezTo>
                    <a:pt x="333856" y="564592"/>
                    <a:pt x="333856" y="564592"/>
                    <a:pt x="333863" y="565956"/>
                  </a:cubicBezTo>
                  <a:cubicBezTo>
                    <a:pt x="333885" y="567185"/>
                    <a:pt x="333885" y="567185"/>
                    <a:pt x="333908" y="568439"/>
                  </a:cubicBezTo>
                  <a:cubicBezTo>
                    <a:pt x="333916" y="569165"/>
                    <a:pt x="333924" y="569890"/>
                    <a:pt x="333933" y="570637"/>
                  </a:cubicBezTo>
                  <a:cubicBezTo>
                    <a:pt x="334031" y="571180"/>
                    <a:pt x="334129" y="571722"/>
                    <a:pt x="334230" y="572281"/>
                  </a:cubicBezTo>
                  <a:cubicBezTo>
                    <a:pt x="334966" y="572526"/>
                    <a:pt x="335703" y="572772"/>
                    <a:pt x="336462" y="573025"/>
                  </a:cubicBezTo>
                  <a:cubicBezTo>
                    <a:pt x="336744" y="574653"/>
                    <a:pt x="336744" y="574653"/>
                    <a:pt x="336748" y="576831"/>
                  </a:cubicBezTo>
                  <a:cubicBezTo>
                    <a:pt x="336756" y="577643"/>
                    <a:pt x="336763" y="578455"/>
                    <a:pt x="336771" y="579292"/>
                  </a:cubicBezTo>
                  <a:cubicBezTo>
                    <a:pt x="336769" y="580176"/>
                    <a:pt x="336767" y="581061"/>
                    <a:pt x="336764" y="581972"/>
                  </a:cubicBezTo>
                  <a:cubicBezTo>
                    <a:pt x="336772" y="582874"/>
                    <a:pt x="336780" y="583776"/>
                    <a:pt x="336789" y="584706"/>
                  </a:cubicBezTo>
                  <a:cubicBezTo>
                    <a:pt x="336814" y="587602"/>
                    <a:pt x="336826" y="590499"/>
                    <a:pt x="336834" y="593396"/>
                  </a:cubicBezTo>
                  <a:cubicBezTo>
                    <a:pt x="336845" y="597200"/>
                    <a:pt x="336870" y="601004"/>
                    <a:pt x="336904" y="604808"/>
                  </a:cubicBezTo>
                  <a:cubicBezTo>
                    <a:pt x="336900" y="606130"/>
                    <a:pt x="336900" y="606130"/>
                    <a:pt x="336897" y="607479"/>
                  </a:cubicBezTo>
                  <a:cubicBezTo>
                    <a:pt x="336908" y="608704"/>
                    <a:pt x="336908" y="608704"/>
                    <a:pt x="336920" y="609954"/>
                  </a:cubicBezTo>
                  <a:cubicBezTo>
                    <a:pt x="336921" y="610674"/>
                    <a:pt x="336923" y="611394"/>
                    <a:pt x="336924" y="612135"/>
                  </a:cubicBezTo>
                  <a:cubicBezTo>
                    <a:pt x="337261" y="614310"/>
                    <a:pt x="337924" y="614683"/>
                    <a:pt x="339439" y="616185"/>
                  </a:cubicBezTo>
                  <a:cubicBezTo>
                    <a:pt x="339725" y="617946"/>
                    <a:pt x="339725" y="617946"/>
                    <a:pt x="339737" y="620047"/>
                  </a:cubicBezTo>
                  <a:cubicBezTo>
                    <a:pt x="339747" y="620834"/>
                    <a:pt x="339757" y="621621"/>
                    <a:pt x="339767" y="622432"/>
                  </a:cubicBezTo>
                  <a:cubicBezTo>
                    <a:pt x="339767" y="623705"/>
                    <a:pt x="339767" y="623705"/>
                    <a:pt x="339767" y="625004"/>
                  </a:cubicBezTo>
                  <a:cubicBezTo>
                    <a:pt x="339782" y="626310"/>
                    <a:pt x="339782" y="626310"/>
                    <a:pt x="339797" y="627642"/>
                  </a:cubicBezTo>
                  <a:cubicBezTo>
                    <a:pt x="339827" y="630427"/>
                    <a:pt x="339843" y="633212"/>
                    <a:pt x="339857" y="635998"/>
                  </a:cubicBezTo>
                  <a:cubicBezTo>
                    <a:pt x="339875" y="638788"/>
                    <a:pt x="339896" y="641579"/>
                    <a:pt x="339925" y="644369"/>
                  </a:cubicBezTo>
                  <a:cubicBezTo>
                    <a:pt x="339944" y="646108"/>
                    <a:pt x="339955" y="647846"/>
                    <a:pt x="339958" y="649584"/>
                  </a:cubicBezTo>
                  <a:cubicBezTo>
                    <a:pt x="339969" y="650758"/>
                    <a:pt x="339969" y="650758"/>
                    <a:pt x="339981" y="651955"/>
                  </a:cubicBezTo>
                  <a:cubicBezTo>
                    <a:pt x="339984" y="652647"/>
                    <a:pt x="339987" y="653339"/>
                    <a:pt x="339990" y="654053"/>
                  </a:cubicBezTo>
                  <a:cubicBezTo>
                    <a:pt x="340054" y="654571"/>
                    <a:pt x="340117" y="655090"/>
                    <a:pt x="340183" y="655624"/>
                  </a:cubicBezTo>
                  <a:cubicBezTo>
                    <a:pt x="340674" y="655870"/>
                    <a:pt x="341165" y="656116"/>
                    <a:pt x="341671" y="656369"/>
                  </a:cubicBezTo>
                  <a:cubicBezTo>
                    <a:pt x="341878" y="658068"/>
                    <a:pt x="341878" y="658068"/>
                    <a:pt x="341908" y="660347"/>
                  </a:cubicBezTo>
                  <a:cubicBezTo>
                    <a:pt x="341930" y="661620"/>
                    <a:pt x="341930" y="661620"/>
                    <a:pt x="341953" y="662920"/>
                  </a:cubicBezTo>
                  <a:cubicBezTo>
                    <a:pt x="341966" y="664306"/>
                    <a:pt x="341966" y="664306"/>
                    <a:pt x="341979" y="665720"/>
                  </a:cubicBezTo>
                  <a:cubicBezTo>
                    <a:pt x="342001" y="667130"/>
                    <a:pt x="342001" y="667130"/>
                    <a:pt x="342023" y="668569"/>
                  </a:cubicBezTo>
                  <a:cubicBezTo>
                    <a:pt x="342060" y="671074"/>
                    <a:pt x="342090" y="673578"/>
                    <a:pt x="342118" y="676082"/>
                  </a:cubicBezTo>
                  <a:cubicBezTo>
                    <a:pt x="342148" y="678636"/>
                    <a:pt x="342186" y="681190"/>
                    <a:pt x="342223" y="683743"/>
                  </a:cubicBezTo>
                  <a:cubicBezTo>
                    <a:pt x="342295" y="688757"/>
                    <a:pt x="342358" y="693771"/>
                    <a:pt x="342415" y="698785"/>
                  </a:cubicBezTo>
                  <a:cubicBezTo>
                    <a:pt x="343152" y="698785"/>
                    <a:pt x="343889" y="698785"/>
                    <a:pt x="344648" y="698785"/>
                  </a:cubicBezTo>
                  <a:cubicBezTo>
                    <a:pt x="344654" y="699549"/>
                    <a:pt x="344654" y="699549"/>
                    <a:pt x="344661" y="700328"/>
                  </a:cubicBezTo>
                  <a:cubicBezTo>
                    <a:pt x="344708" y="705615"/>
                    <a:pt x="344771" y="710902"/>
                    <a:pt x="344843" y="716189"/>
                  </a:cubicBezTo>
                  <a:cubicBezTo>
                    <a:pt x="344868" y="718164"/>
                    <a:pt x="344888" y="720139"/>
                    <a:pt x="344905" y="722114"/>
                  </a:cubicBezTo>
                  <a:cubicBezTo>
                    <a:pt x="344930" y="724947"/>
                    <a:pt x="344969" y="727781"/>
                    <a:pt x="345011" y="730614"/>
                  </a:cubicBezTo>
                  <a:cubicBezTo>
                    <a:pt x="345018" y="731945"/>
                    <a:pt x="345018" y="731945"/>
                    <a:pt x="345025" y="733304"/>
                  </a:cubicBezTo>
                  <a:cubicBezTo>
                    <a:pt x="345040" y="734123"/>
                    <a:pt x="345055" y="734942"/>
                    <a:pt x="345070" y="735786"/>
                  </a:cubicBezTo>
                  <a:cubicBezTo>
                    <a:pt x="345078" y="736510"/>
                    <a:pt x="345086" y="737234"/>
                    <a:pt x="345095" y="737980"/>
                  </a:cubicBezTo>
                  <a:cubicBezTo>
                    <a:pt x="345193" y="738551"/>
                    <a:pt x="345291" y="739123"/>
                    <a:pt x="345392" y="739712"/>
                  </a:cubicBezTo>
                  <a:cubicBezTo>
                    <a:pt x="346128" y="740203"/>
                    <a:pt x="346865" y="740695"/>
                    <a:pt x="347624" y="741201"/>
                  </a:cubicBezTo>
                  <a:cubicBezTo>
                    <a:pt x="347888" y="742805"/>
                    <a:pt x="347888" y="742805"/>
                    <a:pt x="347866" y="744818"/>
                  </a:cubicBezTo>
                  <a:cubicBezTo>
                    <a:pt x="347863" y="745570"/>
                    <a:pt x="347861" y="746323"/>
                    <a:pt x="347858" y="747098"/>
                  </a:cubicBezTo>
                  <a:cubicBezTo>
                    <a:pt x="347844" y="747914"/>
                    <a:pt x="347830" y="748729"/>
                    <a:pt x="347816" y="749569"/>
                  </a:cubicBezTo>
                  <a:cubicBezTo>
                    <a:pt x="347811" y="750404"/>
                    <a:pt x="347806" y="751239"/>
                    <a:pt x="347801" y="752099"/>
                  </a:cubicBezTo>
                  <a:cubicBezTo>
                    <a:pt x="347784" y="754776"/>
                    <a:pt x="347751" y="757453"/>
                    <a:pt x="347717" y="760130"/>
                  </a:cubicBezTo>
                  <a:cubicBezTo>
                    <a:pt x="347691" y="762804"/>
                    <a:pt x="347668" y="765478"/>
                    <a:pt x="347649" y="768152"/>
                  </a:cubicBezTo>
                  <a:cubicBezTo>
                    <a:pt x="347636" y="769818"/>
                    <a:pt x="347619" y="771484"/>
                    <a:pt x="347597" y="773151"/>
                  </a:cubicBezTo>
                  <a:cubicBezTo>
                    <a:pt x="347590" y="773906"/>
                    <a:pt x="347583" y="774660"/>
                    <a:pt x="347575" y="775438"/>
                  </a:cubicBezTo>
                  <a:cubicBezTo>
                    <a:pt x="347567" y="776103"/>
                    <a:pt x="347558" y="776768"/>
                    <a:pt x="347550" y="777453"/>
                  </a:cubicBezTo>
                  <a:cubicBezTo>
                    <a:pt x="347552" y="779275"/>
                    <a:pt x="347552" y="779275"/>
                    <a:pt x="348368" y="781384"/>
                  </a:cubicBezTo>
                  <a:cubicBezTo>
                    <a:pt x="348859" y="781630"/>
                    <a:pt x="349351" y="781875"/>
                    <a:pt x="349857" y="782128"/>
                  </a:cubicBezTo>
                  <a:cubicBezTo>
                    <a:pt x="350054" y="783733"/>
                    <a:pt x="350054" y="783733"/>
                    <a:pt x="350070" y="785878"/>
                  </a:cubicBezTo>
                  <a:cubicBezTo>
                    <a:pt x="350080" y="786678"/>
                    <a:pt x="350090" y="787477"/>
                    <a:pt x="350100" y="788301"/>
                  </a:cubicBezTo>
                  <a:cubicBezTo>
                    <a:pt x="350104" y="789172"/>
                    <a:pt x="350108" y="790042"/>
                    <a:pt x="350112" y="790939"/>
                  </a:cubicBezTo>
                  <a:cubicBezTo>
                    <a:pt x="350123" y="791826"/>
                    <a:pt x="350134" y="792713"/>
                    <a:pt x="350145" y="793628"/>
                  </a:cubicBezTo>
                  <a:cubicBezTo>
                    <a:pt x="350180" y="796476"/>
                    <a:pt x="350205" y="799325"/>
                    <a:pt x="350229" y="802174"/>
                  </a:cubicBezTo>
                  <a:cubicBezTo>
                    <a:pt x="350259" y="805917"/>
                    <a:pt x="350299" y="809660"/>
                    <a:pt x="350345" y="813403"/>
                  </a:cubicBezTo>
                  <a:cubicBezTo>
                    <a:pt x="350351" y="814706"/>
                    <a:pt x="350351" y="814706"/>
                    <a:pt x="350357" y="816036"/>
                  </a:cubicBezTo>
                  <a:cubicBezTo>
                    <a:pt x="350367" y="816838"/>
                    <a:pt x="350377" y="817640"/>
                    <a:pt x="350387" y="818466"/>
                  </a:cubicBezTo>
                  <a:cubicBezTo>
                    <a:pt x="350392" y="819174"/>
                    <a:pt x="350398" y="819883"/>
                    <a:pt x="350403" y="820612"/>
                  </a:cubicBezTo>
                  <a:cubicBezTo>
                    <a:pt x="350439" y="822459"/>
                    <a:pt x="350439" y="822459"/>
                    <a:pt x="352089" y="823800"/>
                  </a:cubicBezTo>
                  <a:cubicBezTo>
                    <a:pt x="352334" y="823800"/>
                    <a:pt x="352580" y="823800"/>
                    <a:pt x="352833" y="823800"/>
                  </a:cubicBezTo>
                  <a:cubicBezTo>
                    <a:pt x="352837" y="824319"/>
                    <a:pt x="352842" y="824838"/>
                    <a:pt x="352846" y="825372"/>
                  </a:cubicBezTo>
                  <a:cubicBezTo>
                    <a:pt x="352889" y="830256"/>
                    <a:pt x="352943" y="835139"/>
                    <a:pt x="353008" y="840023"/>
                  </a:cubicBezTo>
                  <a:cubicBezTo>
                    <a:pt x="353042" y="842534"/>
                    <a:pt x="353071" y="845045"/>
                    <a:pt x="353091" y="847556"/>
                  </a:cubicBezTo>
                  <a:cubicBezTo>
                    <a:pt x="353116" y="850441"/>
                    <a:pt x="353155" y="853326"/>
                    <a:pt x="353196" y="856211"/>
                  </a:cubicBezTo>
                  <a:cubicBezTo>
                    <a:pt x="353201" y="857115"/>
                    <a:pt x="353206" y="858019"/>
                    <a:pt x="353211" y="858950"/>
                  </a:cubicBezTo>
                  <a:cubicBezTo>
                    <a:pt x="353226" y="859784"/>
                    <a:pt x="353240" y="860618"/>
                    <a:pt x="353255" y="861478"/>
                  </a:cubicBezTo>
                  <a:cubicBezTo>
                    <a:pt x="353264" y="862215"/>
                    <a:pt x="353272" y="862952"/>
                    <a:pt x="353281" y="863711"/>
                  </a:cubicBezTo>
                  <a:cubicBezTo>
                    <a:pt x="353427" y="864583"/>
                    <a:pt x="353427" y="864583"/>
                    <a:pt x="353577" y="865472"/>
                  </a:cubicBezTo>
                  <a:cubicBezTo>
                    <a:pt x="354314" y="865963"/>
                    <a:pt x="355051" y="866454"/>
                    <a:pt x="355810" y="866960"/>
                  </a:cubicBezTo>
                  <a:cubicBezTo>
                    <a:pt x="356078" y="868693"/>
                    <a:pt x="356078" y="868693"/>
                    <a:pt x="356063" y="870886"/>
                  </a:cubicBezTo>
                  <a:cubicBezTo>
                    <a:pt x="356063" y="871706"/>
                    <a:pt x="356063" y="872525"/>
                    <a:pt x="356063" y="873369"/>
                  </a:cubicBezTo>
                  <a:cubicBezTo>
                    <a:pt x="356051" y="874257"/>
                    <a:pt x="356040" y="875144"/>
                    <a:pt x="356028" y="876059"/>
                  </a:cubicBezTo>
                  <a:cubicBezTo>
                    <a:pt x="356024" y="876965"/>
                    <a:pt x="356021" y="877871"/>
                    <a:pt x="356018" y="878805"/>
                  </a:cubicBezTo>
                  <a:cubicBezTo>
                    <a:pt x="356006" y="881709"/>
                    <a:pt x="355978" y="884613"/>
                    <a:pt x="355949" y="887517"/>
                  </a:cubicBezTo>
                  <a:cubicBezTo>
                    <a:pt x="355938" y="889482"/>
                    <a:pt x="355928" y="891447"/>
                    <a:pt x="355919" y="893412"/>
                  </a:cubicBezTo>
                  <a:cubicBezTo>
                    <a:pt x="355894" y="898238"/>
                    <a:pt x="355857" y="903063"/>
                    <a:pt x="355810" y="907888"/>
                  </a:cubicBezTo>
                  <a:cubicBezTo>
                    <a:pt x="356546" y="907888"/>
                    <a:pt x="357283" y="907888"/>
                    <a:pt x="358042" y="907888"/>
                  </a:cubicBezTo>
                  <a:cubicBezTo>
                    <a:pt x="358288" y="921640"/>
                    <a:pt x="358533" y="935391"/>
                    <a:pt x="358786" y="949560"/>
                  </a:cubicBezTo>
                  <a:cubicBezTo>
                    <a:pt x="359523" y="949314"/>
                    <a:pt x="360260" y="949069"/>
                    <a:pt x="361019" y="948816"/>
                  </a:cubicBezTo>
                  <a:cubicBezTo>
                    <a:pt x="361023" y="949335"/>
                    <a:pt x="361027" y="949853"/>
                    <a:pt x="361032" y="950388"/>
                  </a:cubicBezTo>
                  <a:cubicBezTo>
                    <a:pt x="361075" y="955272"/>
                    <a:pt x="361129" y="960155"/>
                    <a:pt x="361194" y="965039"/>
                  </a:cubicBezTo>
                  <a:cubicBezTo>
                    <a:pt x="361227" y="967550"/>
                    <a:pt x="361257" y="970060"/>
                    <a:pt x="361276" y="972571"/>
                  </a:cubicBezTo>
                  <a:cubicBezTo>
                    <a:pt x="361301" y="975457"/>
                    <a:pt x="361340" y="978341"/>
                    <a:pt x="361382" y="981227"/>
                  </a:cubicBezTo>
                  <a:cubicBezTo>
                    <a:pt x="361387" y="982130"/>
                    <a:pt x="361391" y="983034"/>
                    <a:pt x="361396" y="983965"/>
                  </a:cubicBezTo>
                  <a:cubicBezTo>
                    <a:pt x="361411" y="984800"/>
                    <a:pt x="361426" y="985634"/>
                    <a:pt x="361441" y="986493"/>
                  </a:cubicBezTo>
                  <a:cubicBezTo>
                    <a:pt x="361449" y="987230"/>
                    <a:pt x="361458" y="987967"/>
                    <a:pt x="361466" y="988727"/>
                  </a:cubicBezTo>
                  <a:cubicBezTo>
                    <a:pt x="361613" y="989598"/>
                    <a:pt x="361613" y="989598"/>
                    <a:pt x="361763" y="990488"/>
                  </a:cubicBezTo>
                  <a:cubicBezTo>
                    <a:pt x="362499" y="990979"/>
                    <a:pt x="363236" y="991470"/>
                    <a:pt x="363995" y="991976"/>
                  </a:cubicBezTo>
                  <a:cubicBezTo>
                    <a:pt x="364260" y="993636"/>
                    <a:pt x="364260" y="993636"/>
                    <a:pt x="364239" y="995676"/>
                  </a:cubicBezTo>
                  <a:cubicBezTo>
                    <a:pt x="364236" y="996407"/>
                    <a:pt x="364232" y="997137"/>
                    <a:pt x="364228" y="997890"/>
                  </a:cubicBezTo>
                  <a:cubicBezTo>
                    <a:pt x="364212" y="998655"/>
                    <a:pt x="364197" y="999420"/>
                    <a:pt x="364181" y="1000208"/>
                  </a:cubicBezTo>
                  <a:cubicBezTo>
                    <a:pt x="364177" y="1000976"/>
                    <a:pt x="364174" y="1001744"/>
                    <a:pt x="364170" y="1002535"/>
                  </a:cubicBezTo>
                  <a:cubicBezTo>
                    <a:pt x="364110" y="1008233"/>
                    <a:pt x="364110" y="1008233"/>
                    <a:pt x="363251" y="1009091"/>
                  </a:cubicBezTo>
                  <a:cubicBezTo>
                    <a:pt x="361330" y="1009271"/>
                    <a:pt x="359410" y="1009377"/>
                    <a:pt x="357484" y="1009481"/>
                  </a:cubicBezTo>
                  <a:cubicBezTo>
                    <a:pt x="356931" y="1009598"/>
                    <a:pt x="356379" y="1009715"/>
                    <a:pt x="355810" y="1009835"/>
                  </a:cubicBezTo>
                  <a:cubicBezTo>
                    <a:pt x="355564" y="1010572"/>
                    <a:pt x="355319" y="1011309"/>
                    <a:pt x="355065" y="1012068"/>
                  </a:cubicBezTo>
                  <a:cubicBezTo>
                    <a:pt x="353479" y="1012364"/>
                    <a:pt x="353479" y="1012364"/>
                    <a:pt x="351361" y="1012389"/>
                  </a:cubicBezTo>
                  <a:cubicBezTo>
                    <a:pt x="350571" y="1012404"/>
                    <a:pt x="349782" y="1012419"/>
                    <a:pt x="348968" y="1012434"/>
                  </a:cubicBezTo>
                  <a:cubicBezTo>
                    <a:pt x="348109" y="1012439"/>
                    <a:pt x="347250" y="1012444"/>
                    <a:pt x="346365" y="1012448"/>
                  </a:cubicBezTo>
                  <a:cubicBezTo>
                    <a:pt x="345491" y="1012462"/>
                    <a:pt x="344617" y="1012475"/>
                    <a:pt x="343716" y="1012489"/>
                  </a:cubicBezTo>
                  <a:cubicBezTo>
                    <a:pt x="340910" y="1012529"/>
                    <a:pt x="338105" y="1012554"/>
                    <a:pt x="335299" y="1012579"/>
                  </a:cubicBezTo>
                  <a:cubicBezTo>
                    <a:pt x="333403" y="1012604"/>
                    <a:pt x="331506" y="1012630"/>
                    <a:pt x="329609" y="1012656"/>
                  </a:cubicBezTo>
                  <a:cubicBezTo>
                    <a:pt x="324948" y="1012720"/>
                    <a:pt x="320287" y="1012771"/>
                    <a:pt x="315626" y="1012812"/>
                  </a:cubicBezTo>
                  <a:cubicBezTo>
                    <a:pt x="315626" y="1013794"/>
                    <a:pt x="315626" y="1014776"/>
                    <a:pt x="315626" y="1015788"/>
                  </a:cubicBezTo>
                  <a:cubicBezTo>
                    <a:pt x="305312" y="1015788"/>
                    <a:pt x="294998" y="1015788"/>
                    <a:pt x="284372" y="1015788"/>
                  </a:cubicBezTo>
                  <a:cubicBezTo>
                    <a:pt x="284127" y="1014315"/>
                    <a:pt x="283881" y="1012842"/>
                    <a:pt x="283628" y="1011324"/>
                  </a:cubicBezTo>
                  <a:cubicBezTo>
                    <a:pt x="283137" y="1011078"/>
                    <a:pt x="282646" y="1010832"/>
                    <a:pt x="282140" y="1010579"/>
                  </a:cubicBezTo>
                  <a:cubicBezTo>
                    <a:pt x="280393" y="1002189"/>
                    <a:pt x="281364" y="992813"/>
                    <a:pt x="281467" y="984279"/>
                  </a:cubicBezTo>
                  <a:cubicBezTo>
                    <a:pt x="281489" y="982286"/>
                    <a:pt x="281503" y="980293"/>
                    <a:pt x="281515" y="978299"/>
                  </a:cubicBezTo>
                  <a:cubicBezTo>
                    <a:pt x="281525" y="977688"/>
                    <a:pt x="281535" y="977076"/>
                    <a:pt x="281545" y="976446"/>
                  </a:cubicBezTo>
                  <a:cubicBezTo>
                    <a:pt x="281558" y="973536"/>
                    <a:pt x="281560" y="972130"/>
                    <a:pt x="279907" y="969652"/>
                  </a:cubicBezTo>
                  <a:cubicBezTo>
                    <a:pt x="279662" y="969652"/>
                    <a:pt x="279416" y="969652"/>
                    <a:pt x="279163" y="969652"/>
                  </a:cubicBezTo>
                  <a:cubicBezTo>
                    <a:pt x="279157" y="968899"/>
                    <a:pt x="279157" y="968899"/>
                    <a:pt x="279150" y="968131"/>
                  </a:cubicBezTo>
                  <a:cubicBezTo>
                    <a:pt x="279103" y="962929"/>
                    <a:pt x="279040" y="957727"/>
                    <a:pt x="278968" y="952524"/>
                  </a:cubicBezTo>
                  <a:cubicBezTo>
                    <a:pt x="278943" y="950580"/>
                    <a:pt x="278922" y="948637"/>
                    <a:pt x="278905" y="946693"/>
                  </a:cubicBezTo>
                  <a:cubicBezTo>
                    <a:pt x="278881" y="943905"/>
                    <a:pt x="278842" y="941118"/>
                    <a:pt x="278800" y="938331"/>
                  </a:cubicBezTo>
                  <a:cubicBezTo>
                    <a:pt x="278793" y="937018"/>
                    <a:pt x="278793" y="937018"/>
                    <a:pt x="278785" y="935679"/>
                  </a:cubicBezTo>
                  <a:cubicBezTo>
                    <a:pt x="278763" y="934472"/>
                    <a:pt x="278763" y="934472"/>
                    <a:pt x="278741" y="933241"/>
                  </a:cubicBezTo>
                  <a:cubicBezTo>
                    <a:pt x="278732" y="932529"/>
                    <a:pt x="278724" y="931817"/>
                    <a:pt x="278716" y="931083"/>
                  </a:cubicBezTo>
                  <a:cubicBezTo>
                    <a:pt x="278618" y="930550"/>
                    <a:pt x="278520" y="930017"/>
                    <a:pt x="278419" y="929468"/>
                  </a:cubicBezTo>
                  <a:cubicBezTo>
                    <a:pt x="277682" y="929223"/>
                    <a:pt x="276946" y="928977"/>
                    <a:pt x="276187" y="928724"/>
                  </a:cubicBezTo>
                  <a:cubicBezTo>
                    <a:pt x="275905" y="927119"/>
                    <a:pt x="275905" y="927119"/>
                    <a:pt x="275900" y="924974"/>
                  </a:cubicBezTo>
                  <a:cubicBezTo>
                    <a:pt x="275893" y="924175"/>
                    <a:pt x="275885" y="923375"/>
                    <a:pt x="275877" y="922551"/>
                  </a:cubicBezTo>
                  <a:cubicBezTo>
                    <a:pt x="275880" y="921681"/>
                    <a:pt x="275882" y="920810"/>
                    <a:pt x="275884" y="919913"/>
                  </a:cubicBezTo>
                  <a:cubicBezTo>
                    <a:pt x="275876" y="919026"/>
                    <a:pt x="275868" y="918139"/>
                    <a:pt x="275860" y="917225"/>
                  </a:cubicBezTo>
                  <a:cubicBezTo>
                    <a:pt x="275834" y="914376"/>
                    <a:pt x="275823" y="911527"/>
                    <a:pt x="275815" y="908679"/>
                  </a:cubicBezTo>
                  <a:cubicBezTo>
                    <a:pt x="275804" y="904935"/>
                    <a:pt x="275779" y="901193"/>
                    <a:pt x="275745" y="897450"/>
                  </a:cubicBezTo>
                  <a:cubicBezTo>
                    <a:pt x="275747" y="896581"/>
                    <a:pt x="275749" y="895712"/>
                    <a:pt x="275752" y="894817"/>
                  </a:cubicBezTo>
                  <a:cubicBezTo>
                    <a:pt x="275744" y="894015"/>
                    <a:pt x="275737" y="893213"/>
                    <a:pt x="275729" y="892386"/>
                  </a:cubicBezTo>
                  <a:cubicBezTo>
                    <a:pt x="275727" y="891678"/>
                    <a:pt x="275726" y="890970"/>
                    <a:pt x="275724" y="890240"/>
                  </a:cubicBezTo>
                  <a:cubicBezTo>
                    <a:pt x="275631" y="889679"/>
                    <a:pt x="275538" y="889118"/>
                    <a:pt x="275442" y="888540"/>
                  </a:cubicBezTo>
                  <a:cubicBezTo>
                    <a:pt x="274706" y="888049"/>
                    <a:pt x="273969" y="887558"/>
                    <a:pt x="273210" y="887052"/>
                  </a:cubicBezTo>
                  <a:cubicBezTo>
                    <a:pt x="272942" y="885348"/>
                    <a:pt x="272942" y="885348"/>
                    <a:pt x="272957" y="883194"/>
                  </a:cubicBezTo>
                  <a:cubicBezTo>
                    <a:pt x="272957" y="882390"/>
                    <a:pt x="272957" y="881586"/>
                    <a:pt x="272957" y="880757"/>
                  </a:cubicBezTo>
                  <a:cubicBezTo>
                    <a:pt x="272969" y="879886"/>
                    <a:pt x="272980" y="879014"/>
                    <a:pt x="272992" y="878117"/>
                  </a:cubicBezTo>
                  <a:cubicBezTo>
                    <a:pt x="272995" y="877227"/>
                    <a:pt x="272998" y="876337"/>
                    <a:pt x="273002" y="875420"/>
                  </a:cubicBezTo>
                  <a:cubicBezTo>
                    <a:pt x="273014" y="872569"/>
                    <a:pt x="273042" y="869718"/>
                    <a:pt x="273070" y="866867"/>
                  </a:cubicBezTo>
                  <a:cubicBezTo>
                    <a:pt x="273082" y="864938"/>
                    <a:pt x="273092" y="863009"/>
                    <a:pt x="273101" y="861080"/>
                  </a:cubicBezTo>
                  <a:cubicBezTo>
                    <a:pt x="273126" y="856343"/>
                    <a:pt x="273163" y="851606"/>
                    <a:pt x="273210" y="846869"/>
                  </a:cubicBezTo>
                  <a:cubicBezTo>
                    <a:pt x="272473" y="846869"/>
                    <a:pt x="271737" y="846869"/>
                    <a:pt x="270978" y="846869"/>
                  </a:cubicBezTo>
                  <a:cubicBezTo>
                    <a:pt x="270972" y="846387"/>
                    <a:pt x="270966" y="845906"/>
                    <a:pt x="270959" y="845409"/>
                  </a:cubicBezTo>
                  <a:cubicBezTo>
                    <a:pt x="270895" y="840412"/>
                    <a:pt x="270821" y="835415"/>
                    <a:pt x="270741" y="830418"/>
                  </a:cubicBezTo>
                  <a:cubicBezTo>
                    <a:pt x="270713" y="828551"/>
                    <a:pt x="270687" y="826685"/>
                    <a:pt x="270664" y="824818"/>
                  </a:cubicBezTo>
                  <a:cubicBezTo>
                    <a:pt x="270630" y="822139"/>
                    <a:pt x="270587" y="819461"/>
                    <a:pt x="270542" y="816783"/>
                  </a:cubicBezTo>
                  <a:cubicBezTo>
                    <a:pt x="270533" y="815944"/>
                    <a:pt x="270524" y="815106"/>
                    <a:pt x="270516" y="814242"/>
                  </a:cubicBezTo>
                  <a:cubicBezTo>
                    <a:pt x="270501" y="813467"/>
                    <a:pt x="270486" y="812692"/>
                    <a:pt x="270471" y="811894"/>
                  </a:cubicBezTo>
                  <a:cubicBezTo>
                    <a:pt x="270456" y="810868"/>
                    <a:pt x="270456" y="810868"/>
                    <a:pt x="270441" y="809821"/>
                  </a:cubicBezTo>
                  <a:cubicBezTo>
                    <a:pt x="270385" y="808021"/>
                    <a:pt x="270385" y="808021"/>
                    <a:pt x="268745" y="806685"/>
                  </a:cubicBezTo>
                  <a:cubicBezTo>
                    <a:pt x="268500" y="806685"/>
                    <a:pt x="268254" y="806685"/>
                    <a:pt x="268001" y="806685"/>
                  </a:cubicBezTo>
                  <a:cubicBezTo>
                    <a:pt x="267994" y="805937"/>
                    <a:pt x="267994" y="805937"/>
                    <a:pt x="267988" y="805174"/>
                  </a:cubicBezTo>
                  <a:cubicBezTo>
                    <a:pt x="267940" y="799996"/>
                    <a:pt x="267878" y="794818"/>
                    <a:pt x="267806" y="789639"/>
                  </a:cubicBezTo>
                  <a:cubicBezTo>
                    <a:pt x="267781" y="787706"/>
                    <a:pt x="267760" y="785772"/>
                    <a:pt x="267743" y="783838"/>
                  </a:cubicBezTo>
                  <a:cubicBezTo>
                    <a:pt x="267718" y="781062"/>
                    <a:pt x="267679" y="778286"/>
                    <a:pt x="267638" y="775510"/>
                  </a:cubicBezTo>
                  <a:cubicBezTo>
                    <a:pt x="267631" y="774208"/>
                    <a:pt x="267631" y="774208"/>
                    <a:pt x="267623" y="772881"/>
                  </a:cubicBezTo>
                  <a:cubicBezTo>
                    <a:pt x="267609" y="772077"/>
                    <a:pt x="267594" y="771272"/>
                    <a:pt x="267579" y="770443"/>
                  </a:cubicBezTo>
                  <a:cubicBezTo>
                    <a:pt x="267570" y="769735"/>
                    <a:pt x="267562" y="769026"/>
                    <a:pt x="267554" y="768295"/>
                  </a:cubicBezTo>
                  <a:cubicBezTo>
                    <a:pt x="267199" y="766152"/>
                    <a:pt x="266524" y="765752"/>
                    <a:pt x="265024" y="764269"/>
                  </a:cubicBezTo>
                  <a:cubicBezTo>
                    <a:pt x="264738" y="762565"/>
                    <a:pt x="264738" y="762565"/>
                    <a:pt x="264726" y="760543"/>
                  </a:cubicBezTo>
                  <a:cubicBezTo>
                    <a:pt x="264716" y="759786"/>
                    <a:pt x="264707" y="759029"/>
                    <a:pt x="264696" y="758249"/>
                  </a:cubicBezTo>
                  <a:cubicBezTo>
                    <a:pt x="264696" y="757024"/>
                    <a:pt x="264696" y="757024"/>
                    <a:pt x="264696" y="755775"/>
                  </a:cubicBezTo>
                  <a:cubicBezTo>
                    <a:pt x="264686" y="754938"/>
                    <a:pt x="264676" y="754100"/>
                    <a:pt x="264666" y="753238"/>
                  </a:cubicBezTo>
                  <a:cubicBezTo>
                    <a:pt x="264636" y="750558"/>
                    <a:pt x="264620" y="747880"/>
                    <a:pt x="264606" y="745200"/>
                  </a:cubicBezTo>
                  <a:cubicBezTo>
                    <a:pt x="264588" y="742516"/>
                    <a:pt x="264567" y="739832"/>
                    <a:pt x="264538" y="737147"/>
                  </a:cubicBezTo>
                  <a:cubicBezTo>
                    <a:pt x="264519" y="735475"/>
                    <a:pt x="264508" y="733803"/>
                    <a:pt x="264505" y="732131"/>
                  </a:cubicBezTo>
                  <a:cubicBezTo>
                    <a:pt x="264494" y="731002"/>
                    <a:pt x="264494" y="731002"/>
                    <a:pt x="264482" y="729851"/>
                  </a:cubicBezTo>
                  <a:cubicBezTo>
                    <a:pt x="264479" y="729185"/>
                    <a:pt x="264476" y="728519"/>
                    <a:pt x="264473" y="727833"/>
                  </a:cubicBezTo>
                  <a:cubicBezTo>
                    <a:pt x="264409" y="727333"/>
                    <a:pt x="264346" y="726833"/>
                    <a:pt x="264280" y="726318"/>
                  </a:cubicBezTo>
                  <a:cubicBezTo>
                    <a:pt x="263789" y="726072"/>
                    <a:pt x="263298" y="725827"/>
                    <a:pt x="262792" y="725574"/>
                  </a:cubicBezTo>
                  <a:cubicBezTo>
                    <a:pt x="262585" y="723930"/>
                    <a:pt x="262585" y="723930"/>
                    <a:pt x="262555" y="721732"/>
                  </a:cubicBezTo>
                  <a:cubicBezTo>
                    <a:pt x="262540" y="720913"/>
                    <a:pt x="262525" y="720093"/>
                    <a:pt x="262510" y="719249"/>
                  </a:cubicBezTo>
                  <a:cubicBezTo>
                    <a:pt x="262497" y="717912"/>
                    <a:pt x="262497" y="717912"/>
                    <a:pt x="262484" y="716548"/>
                  </a:cubicBezTo>
                  <a:cubicBezTo>
                    <a:pt x="262462" y="715187"/>
                    <a:pt x="262462" y="715187"/>
                    <a:pt x="262440" y="713798"/>
                  </a:cubicBezTo>
                  <a:cubicBezTo>
                    <a:pt x="262396" y="710887"/>
                    <a:pt x="262361" y="707975"/>
                    <a:pt x="262327" y="705063"/>
                  </a:cubicBezTo>
                  <a:cubicBezTo>
                    <a:pt x="262299" y="703095"/>
                    <a:pt x="262270" y="701126"/>
                    <a:pt x="262240" y="699158"/>
                  </a:cubicBezTo>
                  <a:cubicBezTo>
                    <a:pt x="262168" y="694321"/>
                    <a:pt x="262105" y="689483"/>
                    <a:pt x="262048" y="684646"/>
                  </a:cubicBezTo>
                  <a:cubicBezTo>
                    <a:pt x="261311" y="684891"/>
                    <a:pt x="260575" y="685137"/>
                    <a:pt x="259815" y="685390"/>
                  </a:cubicBezTo>
                  <a:cubicBezTo>
                    <a:pt x="259815" y="672621"/>
                    <a:pt x="259815" y="659851"/>
                    <a:pt x="259815" y="646695"/>
                  </a:cubicBezTo>
                  <a:cubicBezTo>
                    <a:pt x="208247" y="646695"/>
                    <a:pt x="156678" y="646695"/>
                    <a:pt x="103546" y="646695"/>
                  </a:cubicBezTo>
                  <a:cubicBezTo>
                    <a:pt x="103792" y="647677"/>
                    <a:pt x="104037" y="648659"/>
                    <a:pt x="104290" y="649671"/>
                  </a:cubicBezTo>
                  <a:cubicBezTo>
                    <a:pt x="104454" y="652910"/>
                    <a:pt x="104460" y="656150"/>
                    <a:pt x="104469" y="659393"/>
                  </a:cubicBezTo>
                  <a:cubicBezTo>
                    <a:pt x="104476" y="660975"/>
                    <a:pt x="104499" y="662557"/>
                    <a:pt x="104523" y="664140"/>
                  </a:cubicBezTo>
                  <a:cubicBezTo>
                    <a:pt x="104527" y="665141"/>
                    <a:pt x="104531" y="666143"/>
                    <a:pt x="104534" y="667144"/>
                  </a:cubicBezTo>
                  <a:cubicBezTo>
                    <a:pt x="104541" y="668056"/>
                    <a:pt x="104548" y="668969"/>
                    <a:pt x="104555" y="669909"/>
                  </a:cubicBezTo>
                  <a:cubicBezTo>
                    <a:pt x="104468" y="670597"/>
                    <a:pt x="104380" y="671286"/>
                    <a:pt x="104290" y="671995"/>
                  </a:cubicBezTo>
                  <a:cubicBezTo>
                    <a:pt x="103553" y="672241"/>
                    <a:pt x="102817" y="672487"/>
                    <a:pt x="102058" y="672740"/>
                  </a:cubicBezTo>
                  <a:cubicBezTo>
                    <a:pt x="101715" y="674461"/>
                    <a:pt x="101715" y="674461"/>
                    <a:pt x="101771" y="676569"/>
                  </a:cubicBezTo>
                  <a:cubicBezTo>
                    <a:pt x="101764" y="677386"/>
                    <a:pt x="101756" y="678203"/>
                    <a:pt x="101749" y="679045"/>
                  </a:cubicBezTo>
                  <a:cubicBezTo>
                    <a:pt x="101751" y="679934"/>
                    <a:pt x="101753" y="680823"/>
                    <a:pt x="101755" y="681739"/>
                  </a:cubicBezTo>
                  <a:cubicBezTo>
                    <a:pt x="101743" y="683098"/>
                    <a:pt x="101743" y="683098"/>
                    <a:pt x="101731" y="684483"/>
                  </a:cubicBezTo>
                  <a:cubicBezTo>
                    <a:pt x="101705" y="687390"/>
                    <a:pt x="101694" y="690297"/>
                    <a:pt x="101686" y="693203"/>
                  </a:cubicBezTo>
                  <a:cubicBezTo>
                    <a:pt x="101675" y="697025"/>
                    <a:pt x="101650" y="700846"/>
                    <a:pt x="101616" y="704668"/>
                  </a:cubicBezTo>
                  <a:cubicBezTo>
                    <a:pt x="101618" y="705557"/>
                    <a:pt x="101620" y="706446"/>
                    <a:pt x="101623" y="707362"/>
                  </a:cubicBezTo>
                  <a:cubicBezTo>
                    <a:pt x="101615" y="708179"/>
                    <a:pt x="101608" y="708996"/>
                    <a:pt x="101600" y="709838"/>
                  </a:cubicBezTo>
                  <a:cubicBezTo>
                    <a:pt x="101598" y="710561"/>
                    <a:pt x="101597" y="711284"/>
                    <a:pt x="101595" y="712029"/>
                  </a:cubicBezTo>
                  <a:cubicBezTo>
                    <a:pt x="101502" y="712570"/>
                    <a:pt x="101409" y="713110"/>
                    <a:pt x="101314" y="713667"/>
                  </a:cubicBezTo>
                  <a:cubicBezTo>
                    <a:pt x="100577" y="713913"/>
                    <a:pt x="99840" y="714159"/>
                    <a:pt x="99081" y="714411"/>
                  </a:cubicBezTo>
                  <a:cubicBezTo>
                    <a:pt x="98733" y="716132"/>
                    <a:pt x="98733" y="716132"/>
                    <a:pt x="98783" y="718241"/>
                  </a:cubicBezTo>
                  <a:cubicBezTo>
                    <a:pt x="98773" y="719058"/>
                    <a:pt x="98763" y="719875"/>
                    <a:pt x="98753" y="720717"/>
                  </a:cubicBezTo>
                  <a:cubicBezTo>
                    <a:pt x="98753" y="721606"/>
                    <a:pt x="98753" y="722495"/>
                    <a:pt x="98753" y="723411"/>
                  </a:cubicBezTo>
                  <a:cubicBezTo>
                    <a:pt x="98743" y="724317"/>
                    <a:pt x="98733" y="725222"/>
                    <a:pt x="98723" y="726155"/>
                  </a:cubicBezTo>
                  <a:cubicBezTo>
                    <a:pt x="98692" y="729062"/>
                    <a:pt x="98676" y="731969"/>
                    <a:pt x="98663" y="734875"/>
                  </a:cubicBezTo>
                  <a:cubicBezTo>
                    <a:pt x="98645" y="737782"/>
                    <a:pt x="98624" y="740689"/>
                    <a:pt x="98594" y="743595"/>
                  </a:cubicBezTo>
                  <a:cubicBezTo>
                    <a:pt x="98576" y="745408"/>
                    <a:pt x="98565" y="747221"/>
                    <a:pt x="98562" y="749034"/>
                  </a:cubicBezTo>
                  <a:cubicBezTo>
                    <a:pt x="98554" y="749851"/>
                    <a:pt x="98547" y="750668"/>
                    <a:pt x="98539" y="751510"/>
                  </a:cubicBezTo>
                  <a:cubicBezTo>
                    <a:pt x="98536" y="752233"/>
                    <a:pt x="98532" y="752956"/>
                    <a:pt x="98529" y="753701"/>
                  </a:cubicBezTo>
                  <a:cubicBezTo>
                    <a:pt x="98434" y="754512"/>
                    <a:pt x="98434" y="754512"/>
                    <a:pt x="98337" y="755339"/>
                  </a:cubicBezTo>
                  <a:cubicBezTo>
                    <a:pt x="97846" y="755585"/>
                    <a:pt x="97355" y="755830"/>
                    <a:pt x="96849" y="756083"/>
                  </a:cubicBezTo>
                  <a:cubicBezTo>
                    <a:pt x="96615" y="757840"/>
                    <a:pt x="96615" y="757840"/>
                    <a:pt x="96647" y="759981"/>
                  </a:cubicBezTo>
                  <a:cubicBezTo>
                    <a:pt x="96639" y="760813"/>
                    <a:pt x="96632" y="761645"/>
                    <a:pt x="96624" y="762502"/>
                  </a:cubicBezTo>
                  <a:cubicBezTo>
                    <a:pt x="96622" y="763407"/>
                    <a:pt x="96621" y="764313"/>
                    <a:pt x="96619" y="765246"/>
                  </a:cubicBezTo>
                  <a:cubicBezTo>
                    <a:pt x="96600" y="767139"/>
                    <a:pt x="96581" y="769032"/>
                    <a:pt x="96562" y="770925"/>
                  </a:cubicBezTo>
                  <a:cubicBezTo>
                    <a:pt x="96539" y="773929"/>
                    <a:pt x="96523" y="776932"/>
                    <a:pt x="96509" y="779936"/>
                  </a:cubicBezTo>
                  <a:cubicBezTo>
                    <a:pt x="96495" y="782822"/>
                    <a:pt x="96464" y="785707"/>
                    <a:pt x="96433" y="788593"/>
                  </a:cubicBezTo>
                  <a:cubicBezTo>
                    <a:pt x="96433" y="789498"/>
                    <a:pt x="96433" y="790404"/>
                    <a:pt x="96433" y="791336"/>
                  </a:cubicBezTo>
                  <a:cubicBezTo>
                    <a:pt x="96423" y="792168"/>
                    <a:pt x="96413" y="793000"/>
                    <a:pt x="96403" y="793857"/>
                  </a:cubicBezTo>
                  <a:cubicBezTo>
                    <a:pt x="96399" y="794594"/>
                    <a:pt x="96395" y="795330"/>
                    <a:pt x="96391" y="796089"/>
                  </a:cubicBezTo>
                  <a:cubicBezTo>
                    <a:pt x="96249" y="796914"/>
                    <a:pt x="96249" y="796914"/>
                    <a:pt x="96105" y="797755"/>
                  </a:cubicBezTo>
                  <a:cubicBezTo>
                    <a:pt x="95368" y="798001"/>
                    <a:pt x="94631" y="798246"/>
                    <a:pt x="93872" y="798499"/>
                  </a:cubicBezTo>
                  <a:cubicBezTo>
                    <a:pt x="93513" y="800225"/>
                    <a:pt x="93513" y="800225"/>
                    <a:pt x="93550" y="802341"/>
                  </a:cubicBezTo>
                  <a:cubicBezTo>
                    <a:pt x="93536" y="803160"/>
                    <a:pt x="93521" y="803980"/>
                    <a:pt x="93506" y="804824"/>
                  </a:cubicBezTo>
                  <a:cubicBezTo>
                    <a:pt x="93501" y="805715"/>
                    <a:pt x="93496" y="806607"/>
                    <a:pt x="93491" y="807525"/>
                  </a:cubicBezTo>
                  <a:cubicBezTo>
                    <a:pt x="93471" y="808886"/>
                    <a:pt x="93471" y="808886"/>
                    <a:pt x="93451" y="810275"/>
                  </a:cubicBezTo>
                  <a:cubicBezTo>
                    <a:pt x="93410" y="813186"/>
                    <a:pt x="93385" y="816098"/>
                    <a:pt x="93361" y="819010"/>
                  </a:cubicBezTo>
                  <a:cubicBezTo>
                    <a:pt x="93336" y="820978"/>
                    <a:pt x="93310" y="822947"/>
                    <a:pt x="93283" y="824915"/>
                  </a:cubicBezTo>
                  <a:cubicBezTo>
                    <a:pt x="93220" y="829752"/>
                    <a:pt x="93169" y="834590"/>
                    <a:pt x="93128" y="839427"/>
                  </a:cubicBezTo>
                  <a:cubicBezTo>
                    <a:pt x="92391" y="839427"/>
                    <a:pt x="91655" y="839427"/>
                    <a:pt x="90896" y="839427"/>
                  </a:cubicBezTo>
                  <a:cubicBezTo>
                    <a:pt x="90650" y="853179"/>
                    <a:pt x="90404" y="866931"/>
                    <a:pt x="90151" y="881099"/>
                  </a:cubicBezTo>
                  <a:cubicBezTo>
                    <a:pt x="89415" y="881099"/>
                    <a:pt x="88678" y="881099"/>
                    <a:pt x="87919" y="881099"/>
                  </a:cubicBezTo>
                  <a:cubicBezTo>
                    <a:pt x="87926" y="881891"/>
                    <a:pt x="87926" y="881891"/>
                    <a:pt x="87934" y="882699"/>
                  </a:cubicBezTo>
                  <a:cubicBezTo>
                    <a:pt x="87979" y="887670"/>
                    <a:pt x="88013" y="892642"/>
                    <a:pt x="88035" y="897613"/>
                  </a:cubicBezTo>
                  <a:cubicBezTo>
                    <a:pt x="88046" y="900169"/>
                    <a:pt x="88062" y="902725"/>
                    <a:pt x="88087" y="905281"/>
                  </a:cubicBezTo>
                  <a:cubicBezTo>
                    <a:pt x="88116" y="908217"/>
                    <a:pt x="88127" y="911154"/>
                    <a:pt x="88137" y="914091"/>
                  </a:cubicBezTo>
                  <a:cubicBezTo>
                    <a:pt x="88149" y="915011"/>
                    <a:pt x="88160" y="915931"/>
                    <a:pt x="88172" y="916879"/>
                  </a:cubicBezTo>
                  <a:cubicBezTo>
                    <a:pt x="88172" y="917728"/>
                    <a:pt x="88172" y="918578"/>
                    <a:pt x="88172" y="919452"/>
                  </a:cubicBezTo>
                  <a:cubicBezTo>
                    <a:pt x="88177" y="920203"/>
                    <a:pt x="88182" y="920953"/>
                    <a:pt x="88187" y="921726"/>
                  </a:cubicBezTo>
                  <a:cubicBezTo>
                    <a:pt x="88099" y="922316"/>
                    <a:pt x="88010" y="922907"/>
                    <a:pt x="87919" y="923515"/>
                  </a:cubicBezTo>
                  <a:cubicBezTo>
                    <a:pt x="87182" y="924006"/>
                    <a:pt x="86446" y="924497"/>
                    <a:pt x="85687" y="925003"/>
                  </a:cubicBezTo>
                  <a:cubicBezTo>
                    <a:pt x="85332" y="926803"/>
                    <a:pt x="85332" y="926803"/>
                    <a:pt x="85365" y="928929"/>
                  </a:cubicBezTo>
                  <a:cubicBezTo>
                    <a:pt x="85350" y="929749"/>
                    <a:pt x="85335" y="930568"/>
                    <a:pt x="85320" y="931412"/>
                  </a:cubicBezTo>
                  <a:cubicBezTo>
                    <a:pt x="85315" y="932300"/>
                    <a:pt x="85311" y="933187"/>
                    <a:pt x="85306" y="934102"/>
                  </a:cubicBezTo>
                  <a:cubicBezTo>
                    <a:pt x="85292" y="935008"/>
                    <a:pt x="85279" y="935914"/>
                    <a:pt x="85265" y="936848"/>
                  </a:cubicBezTo>
                  <a:cubicBezTo>
                    <a:pt x="85225" y="939752"/>
                    <a:pt x="85200" y="942656"/>
                    <a:pt x="85175" y="945560"/>
                  </a:cubicBezTo>
                  <a:cubicBezTo>
                    <a:pt x="85150" y="947525"/>
                    <a:pt x="85125" y="949490"/>
                    <a:pt x="85098" y="951455"/>
                  </a:cubicBezTo>
                  <a:cubicBezTo>
                    <a:pt x="85035" y="956280"/>
                    <a:pt x="84984" y="961106"/>
                    <a:pt x="84942" y="965931"/>
                  </a:cubicBezTo>
                  <a:cubicBezTo>
                    <a:pt x="84206" y="965931"/>
                    <a:pt x="83469" y="965931"/>
                    <a:pt x="82710" y="965931"/>
                  </a:cubicBezTo>
                  <a:cubicBezTo>
                    <a:pt x="82464" y="979683"/>
                    <a:pt x="82219" y="993434"/>
                    <a:pt x="81966" y="1007603"/>
                  </a:cubicBezTo>
                  <a:cubicBezTo>
                    <a:pt x="81229" y="1007603"/>
                    <a:pt x="80492" y="1007603"/>
                    <a:pt x="79733" y="1007603"/>
                  </a:cubicBezTo>
                  <a:cubicBezTo>
                    <a:pt x="79742" y="1008131"/>
                    <a:pt x="79751" y="1008660"/>
                    <a:pt x="79760" y="1009204"/>
                  </a:cubicBezTo>
                  <a:cubicBezTo>
                    <a:pt x="79766" y="1009888"/>
                    <a:pt x="79773" y="1010572"/>
                    <a:pt x="79780" y="1011277"/>
                  </a:cubicBezTo>
                  <a:cubicBezTo>
                    <a:pt x="79789" y="1011959"/>
                    <a:pt x="79797" y="1012641"/>
                    <a:pt x="79806" y="1013344"/>
                  </a:cubicBezTo>
                  <a:cubicBezTo>
                    <a:pt x="79733" y="1015044"/>
                    <a:pt x="79733" y="1015044"/>
                    <a:pt x="78989" y="1015788"/>
                  </a:cubicBezTo>
                  <a:cubicBezTo>
                    <a:pt x="76735" y="1015854"/>
                    <a:pt x="74497" y="1015874"/>
                    <a:pt x="72243" y="1015861"/>
                  </a:cubicBezTo>
                  <a:cubicBezTo>
                    <a:pt x="71566" y="1015860"/>
                    <a:pt x="70890" y="1015859"/>
                    <a:pt x="70194" y="1015858"/>
                  </a:cubicBezTo>
                  <a:cubicBezTo>
                    <a:pt x="68025" y="1015854"/>
                    <a:pt x="65857" y="1015844"/>
                    <a:pt x="63688" y="1015835"/>
                  </a:cubicBezTo>
                  <a:cubicBezTo>
                    <a:pt x="62221" y="1015831"/>
                    <a:pt x="60755" y="1015828"/>
                    <a:pt x="59288" y="1015825"/>
                  </a:cubicBezTo>
                  <a:cubicBezTo>
                    <a:pt x="55685" y="1015817"/>
                    <a:pt x="52083" y="1015804"/>
                    <a:pt x="48480" y="1015788"/>
                  </a:cubicBezTo>
                  <a:cubicBezTo>
                    <a:pt x="48480" y="1015052"/>
                    <a:pt x="48480" y="1014315"/>
                    <a:pt x="48480" y="1013556"/>
                  </a:cubicBezTo>
                  <a:cubicBezTo>
                    <a:pt x="46658" y="1012645"/>
                    <a:pt x="45455" y="1012709"/>
                    <a:pt x="43419" y="1012694"/>
                  </a:cubicBezTo>
                  <a:cubicBezTo>
                    <a:pt x="42676" y="1012687"/>
                    <a:pt x="41934" y="1012679"/>
                    <a:pt x="41169" y="1012671"/>
                  </a:cubicBezTo>
                  <a:cubicBezTo>
                    <a:pt x="39963" y="1012663"/>
                    <a:pt x="39963" y="1012663"/>
                    <a:pt x="38733" y="1012655"/>
                  </a:cubicBezTo>
                  <a:cubicBezTo>
                    <a:pt x="37046" y="1012634"/>
                    <a:pt x="35358" y="1012613"/>
                    <a:pt x="33671" y="1012591"/>
                  </a:cubicBezTo>
                  <a:cubicBezTo>
                    <a:pt x="30999" y="1012560"/>
                    <a:pt x="28327" y="1012533"/>
                    <a:pt x="25655" y="1012513"/>
                  </a:cubicBezTo>
                  <a:cubicBezTo>
                    <a:pt x="23084" y="1012493"/>
                    <a:pt x="20514" y="1012459"/>
                    <a:pt x="17944" y="1012422"/>
                  </a:cubicBezTo>
                  <a:cubicBezTo>
                    <a:pt x="17138" y="1012420"/>
                    <a:pt x="16333" y="1012418"/>
                    <a:pt x="15503" y="1012415"/>
                  </a:cubicBezTo>
                  <a:cubicBezTo>
                    <a:pt x="14393" y="1012397"/>
                    <a:pt x="14393" y="1012397"/>
                    <a:pt x="13261" y="1012378"/>
                  </a:cubicBezTo>
                  <a:cubicBezTo>
                    <a:pt x="12606" y="1012372"/>
                    <a:pt x="11951" y="1012366"/>
                    <a:pt x="11276" y="1012359"/>
                  </a:cubicBezTo>
                  <a:cubicBezTo>
                    <a:pt x="10538" y="1012215"/>
                    <a:pt x="10538" y="1012215"/>
                    <a:pt x="9784" y="1012068"/>
                  </a:cubicBezTo>
                  <a:cubicBezTo>
                    <a:pt x="9416" y="1010963"/>
                    <a:pt x="9416" y="1010963"/>
                    <a:pt x="9040" y="1009835"/>
                  </a:cubicBezTo>
                  <a:cubicBezTo>
                    <a:pt x="7342" y="1009425"/>
                    <a:pt x="7342" y="1009425"/>
                    <a:pt x="5366" y="1009370"/>
                  </a:cubicBezTo>
                  <a:cubicBezTo>
                    <a:pt x="1716" y="1009150"/>
                    <a:pt x="1716" y="1009150"/>
                    <a:pt x="110" y="1008347"/>
                  </a:cubicBezTo>
                  <a:cubicBezTo>
                    <a:pt x="-101" y="1006352"/>
                    <a:pt x="47" y="1004404"/>
                    <a:pt x="110" y="1002394"/>
                  </a:cubicBezTo>
                  <a:cubicBezTo>
                    <a:pt x="847" y="1002639"/>
                    <a:pt x="1584" y="1002885"/>
                    <a:pt x="2343" y="1003138"/>
                  </a:cubicBezTo>
                  <a:cubicBezTo>
                    <a:pt x="2349" y="1002608"/>
                    <a:pt x="2355" y="1002079"/>
                    <a:pt x="2361" y="1001533"/>
                  </a:cubicBezTo>
                  <a:cubicBezTo>
                    <a:pt x="2419" y="996550"/>
                    <a:pt x="2484" y="991568"/>
                    <a:pt x="2557" y="986586"/>
                  </a:cubicBezTo>
                  <a:cubicBezTo>
                    <a:pt x="2594" y="984024"/>
                    <a:pt x="2628" y="981462"/>
                    <a:pt x="2657" y="978900"/>
                  </a:cubicBezTo>
                  <a:cubicBezTo>
                    <a:pt x="2689" y="975958"/>
                    <a:pt x="2734" y="973015"/>
                    <a:pt x="2779" y="970073"/>
                  </a:cubicBezTo>
                  <a:cubicBezTo>
                    <a:pt x="2787" y="969149"/>
                    <a:pt x="2796" y="968225"/>
                    <a:pt x="2805" y="967273"/>
                  </a:cubicBezTo>
                  <a:cubicBezTo>
                    <a:pt x="2820" y="966424"/>
                    <a:pt x="2834" y="965575"/>
                    <a:pt x="2850" y="964700"/>
                  </a:cubicBezTo>
                  <a:cubicBezTo>
                    <a:pt x="2860" y="963948"/>
                    <a:pt x="2870" y="963196"/>
                    <a:pt x="2880" y="962422"/>
                  </a:cubicBezTo>
                  <a:cubicBezTo>
                    <a:pt x="2948" y="961861"/>
                    <a:pt x="3017" y="961300"/>
                    <a:pt x="3087" y="960722"/>
                  </a:cubicBezTo>
                  <a:cubicBezTo>
                    <a:pt x="3578" y="960476"/>
                    <a:pt x="4069" y="960231"/>
                    <a:pt x="4575" y="959978"/>
                  </a:cubicBezTo>
                  <a:cubicBezTo>
                    <a:pt x="5314" y="957763"/>
                    <a:pt x="5424" y="956265"/>
                    <a:pt x="5449" y="953952"/>
                  </a:cubicBezTo>
                  <a:cubicBezTo>
                    <a:pt x="5459" y="953180"/>
                    <a:pt x="5469" y="952407"/>
                    <a:pt x="5479" y="951612"/>
                  </a:cubicBezTo>
                  <a:cubicBezTo>
                    <a:pt x="5487" y="950779"/>
                    <a:pt x="5495" y="949947"/>
                    <a:pt x="5503" y="949089"/>
                  </a:cubicBezTo>
                  <a:cubicBezTo>
                    <a:pt x="5527" y="947336"/>
                    <a:pt x="5552" y="945583"/>
                    <a:pt x="5577" y="943831"/>
                  </a:cubicBezTo>
                  <a:cubicBezTo>
                    <a:pt x="5612" y="941059"/>
                    <a:pt x="5645" y="938288"/>
                    <a:pt x="5674" y="935516"/>
                  </a:cubicBezTo>
                  <a:cubicBezTo>
                    <a:pt x="5704" y="932847"/>
                    <a:pt x="5742" y="930178"/>
                    <a:pt x="5782" y="927509"/>
                  </a:cubicBezTo>
                  <a:cubicBezTo>
                    <a:pt x="5788" y="926673"/>
                    <a:pt x="5794" y="925838"/>
                    <a:pt x="5801" y="924977"/>
                  </a:cubicBezTo>
                  <a:cubicBezTo>
                    <a:pt x="5813" y="924209"/>
                    <a:pt x="5825" y="923442"/>
                    <a:pt x="5838" y="922651"/>
                  </a:cubicBezTo>
                  <a:cubicBezTo>
                    <a:pt x="5846" y="921972"/>
                    <a:pt x="5853" y="921293"/>
                    <a:pt x="5861" y="920594"/>
                  </a:cubicBezTo>
                  <a:cubicBezTo>
                    <a:pt x="5961" y="919830"/>
                    <a:pt x="5961" y="919830"/>
                    <a:pt x="6064" y="919050"/>
                  </a:cubicBezTo>
                  <a:cubicBezTo>
                    <a:pt x="6555" y="918805"/>
                    <a:pt x="7046" y="918559"/>
                    <a:pt x="7552" y="918306"/>
                  </a:cubicBezTo>
                  <a:cubicBezTo>
                    <a:pt x="7785" y="916580"/>
                    <a:pt x="7785" y="916580"/>
                    <a:pt x="7754" y="914476"/>
                  </a:cubicBezTo>
                  <a:cubicBezTo>
                    <a:pt x="7761" y="913659"/>
                    <a:pt x="7769" y="912842"/>
                    <a:pt x="7777" y="912001"/>
                  </a:cubicBezTo>
                  <a:cubicBezTo>
                    <a:pt x="7778" y="911112"/>
                    <a:pt x="7780" y="910223"/>
                    <a:pt x="7781" y="909307"/>
                  </a:cubicBezTo>
                  <a:cubicBezTo>
                    <a:pt x="7800" y="907447"/>
                    <a:pt x="7819" y="905588"/>
                    <a:pt x="7838" y="903728"/>
                  </a:cubicBezTo>
                  <a:cubicBezTo>
                    <a:pt x="7860" y="900779"/>
                    <a:pt x="7877" y="897829"/>
                    <a:pt x="7891" y="894880"/>
                  </a:cubicBezTo>
                  <a:cubicBezTo>
                    <a:pt x="7907" y="892046"/>
                    <a:pt x="7937" y="889212"/>
                    <a:pt x="7967" y="886378"/>
                  </a:cubicBezTo>
                  <a:cubicBezTo>
                    <a:pt x="7968" y="885489"/>
                    <a:pt x="7968" y="884600"/>
                    <a:pt x="7968" y="883684"/>
                  </a:cubicBezTo>
                  <a:cubicBezTo>
                    <a:pt x="7983" y="882458"/>
                    <a:pt x="7983" y="882458"/>
                    <a:pt x="7998" y="881208"/>
                  </a:cubicBezTo>
                  <a:cubicBezTo>
                    <a:pt x="8002" y="880485"/>
                    <a:pt x="8005" y="879762"/>
                    <a:pt x="8009" y="879017"/>
                  </a:cubicBezTo>
                  <a:cubicBezTo>
                    <a:pt x="8104" y="878476"/>
                    <a:pt x="8198" y="877935"/>
                    <a:pt x="8296" y="877378"/>
                  </a:cubicBezTo>
                  <a:cubicBezTo>
                    <a:pt x="9033" y="877133"/>
                    <a:pt x="9769" y="876887"/>
                    <a:pt x="10528" y="876634"/>
                  </a:cubicBezTo>
                  <a:cubicBezTo>
                    <a:pt x="10877" y="874913"/>
                    <a:pt x="10877" y="874913"/>
                    <a:pt x="10826" y="872804"/>
                  </a:cubicBezTo>
                  <a:cubicBezTo>
                    <a:pt x="10841" y="871579"/>
                    <a:pt x="10841" y="871579"/>
                    <a:pt x="10857" y="870329"/>
                  </a:cubicBezTo>
                  <a:cubicBezTo>
                    <a:pt x="10857" y="869440"/>
                    <a:pt x="10857" y="868551"/>
                    <a:pt x="10857" y="867635"/>
                  </a:cubicBezTo>
                  <a:cubicBezTo>
                    <a:pt x="10867" y="866729"/>
                    <a:pt x="10876" y="865823"/>
                    <a:pt x="10887" y="864890"/>
                  </a:cubicBezTo>
                  <a:cubicBezTo>
                    <a:pt x="10917" y="861984"/>
                    <a:pt x="10933" y="859077"/>
                    <a:pt x="10947" y="856170"/>
                  </a:cubicBezTo>
                  <a:cubicBezTo>
                    <a:pt x="10965" y="853263"/>
                    <a:pt x="10985" y="850357"/>
                    <a:pt x="11015" y="847450"/>
                  </a:cubicBezTo>
                  <a:cubicBezTo>
                    <a:pt x="11033" y="845637"/>
                    <a:pt x="11044" y="843825"/>
                    <a:pt x="11048" y="842012"/>
                  </a:cubicBezTo>
                  <a:cubicBezTo>
                    <a:pt x="11055" y="841195"/>
                    <a:pt x="11063" y="840378"/>
                    <a:pt x="11071" y="839536"/>
                  </a:cubicBezTo>
                  <a:cubicBezTo>
                    <a:pt x="11075" y="838451"/>
                    <a:pt x="11075" y="838451"/>
                    <a:pt x="11080" y="837345"/>
                  </a:cubicBezTo>
                  <a:cubicBezTo>
                    <a:pt x="11144" y="836804"/>
                    <a:pt x="11207" y="836263"/>
                    <a:pt x="11273" y="835706"/>
                  </a:cubicBezTo>
                  <a:cubicBezTo>
                    <a:pt x="11764" y="835461"/>
                    <a:pt x="12255" y="835215"/>
                    <a:pt x="12761" y="834962"/>
                  </a:cubicBezTo>
                  <a:cubicBezTo>
                    <a:pt x="13565" y="832689"/>
                    <a:pt x="13609" y="830503"/>
                    <a:pt x="13634" y="828107"/>
                  </a:cubicBezTo>
                  <a:cubicBezTo>
                    <a:pt x="13644" y="827335"/>
                    <a:pt x="13654" y="826563"/>
                    <a:pt x="13665" y="825768"/>
                  </a:cubicBezTo>
                  <a:cubicBezTo>
                    <a:pt x="13672" y="824939"/>
                    <a:pt x="13680" y="824110"/>
                    <a:pt x="13688" y="823257"/>
                  </a:cubicBezTo>
                  <a:cubicBezTo>
                    <a:pt x="13713" y="821506"/>
                    <a:pt x="13737" y="819756"/>
                    <a:pt x="13762" y="818005"/>
                  </a:cubicBezTo>
                  <a:cubicBezTo>
                    <a:pt x="13798" y="815242"/>
                    <a:pt x="13831" y="812479"/>
                    <a:pt x="13860" y="809715"/>
                  </a:cubicBezTo>
                  <a:cubicBezTo>
                    <a:pt x="13889" y="807051"/>
                    <a:pt x="13928" y="804387"/>
                    <a:pt x="13967" y="801723"/>
                  </a:cubicBezTo>
                  <a:cubicBezTo>
                    <a:pt x="13973" y="800890"/>
                    <a:pt x="13980" y="800057"/>
                    <a:pt x="13986" y="799198"/>
                  </a:cubicBezTo>
                  <a:cubicBezTo>
                    <a:pt x="13998" y="798433"/>
                    <a:pt x="14011" y="797668"/>
                    <a:pt x="14024" y="796880"/>
                  </a:cubicBezTo>
                  <a:cubicBezTo>
                    <a:pt x="14031" y="796203"/>
                    <a:pt x="14039" y="795526"/>
                    <a:pt x="14047" y="794829"/>
                  </a:cubicBezTo>
                  <a:cubicBezTo>
                    <a:pt x="14147" y="794067"/>
                    <a:pt x="14147" y="794067"/>
                    <a:pt x="14249" y="793290"/>
                  </a:cubicBezTo>
                  <a:cubicBezTo>
                    <a:pt x="14740" y="793045"/>
                    <a:pt x="15231" y="792799"/>
                    <a:pt x="15737" y="792546"/>
                  </a:cubicBezTo>
                  <a:cubicBezTo>
                    <a:pt x="15971" y="790790"/>
                    <a:pt x="15971" y="790790"/>
                    <a:pt x="15939" y="788648"/>
                  </a:cubicBezTo>
                  <a:cubicBezTo>
                    <a:pt x="15947" y="787816"/>
                    <a:pt x="15954" y="786985"/>
                    <a:pt x="15962" y="786127"/>
                  </a:cubicBezTo>
                  <a:cubicBezTo>
                    <a:pt x="15964" y="785222"/>
                    <a:pt x="15965" y="784317"/>
                    <a:pt x="15967" y="783384"/>
                  </a:cubicBezTo>
                  <a:cubicBezTo>
                    <a:pt x="15986" y="781491"/>
                    <a:pt x="16005" y="779597"/>
                    <a:pt x="16024" y="777704"/>
                  </a:cubicBezTo>
                  <a:cubicBezTo>
                    <a:pt x="16047" y="774701"/>
                    <a:pt x="16063" y="771697"/>
                    <a:pt x="16077" y="768694"/>
                  </a:cubicBezTo>
                  <a:cubicBezTo>
                    <a:pt x="16091" y="765808"/>
                    <a:pt x="16122" y="762922"/>
                    <a:pt x="16153" y="760037"/>
                  </a:cubicBezTo>
                  <a:cubicBezTo>
                    <a:pt x="16153" y="759131"/>
                    <a:pt x="16153" y="758226"/>
                    <a:pt x="16153" y="757293"/>
                  </a:cubicBezTo>
                  <a:cubicBezTo>
                    <a:pt x="16163" y="756461"/>
                    <a:pt x="16173" y="755629"/>
                    <a:pt x="16183" y="754772"/>
                  </a:cubicBezTo>
                  <a:cubicBezTo>
                    <a:pt x="16189" y="753668"/>
                    <a:pt x="16189" y="753668"/>
                    <a:pt x="16195" y="752541"/>
                  </a:cubicBezTo>
                  <a:cubicBezTo>
                    <a:pt x="16289" y="751991"/>
                    <a:pt x="16384" y="751441"/>
                    <a:pt x="16481" y="750874"/>
                  </a:cubicBezTo>
                  <a:cubicBezTo>
                    <a:pt x="17218" y="750629"/>
                    <a:pt x="17955" y="750383"/>
                    <a:pt x="18714" y="750130"/>
                  </a:cubicBezTo>
                  <a:cubicBezTo>
                    <a:pt x="19057" y="748445"/>
                    <a:pt x="19057" y="748445"/>
                    <a:pt x="19000" y="746381"/>
                  </a:cubicBezTo>
                  <a:cubicBezTo>
                    <a:pt x="19008" y="745581"/>
                    <a:pt x="19015" y="744781"/>
                    <a:pt x="19023" y="743957"/>
                  </a:cubicBezTo>
                  <a:cubicBezTo>
                    <a:pt x="19021" y="743087"/>
                    <a:pt x="19019" y="742217"/>
                    <a:pt x="19016" y="741320"/>
                  </a:cubicBezTo>
                  <a:cubicBezTo>
                    <a:pt x="19024" y="740432"/>
                    <a:pt x="19032" y="739545"/>
                    <a:pt x="19041" y="738631"/>
                  </a:cubicBezTo>
                  <a:cubicBezTo>
                    <a:pt x="19066" y="735782"/>
                    <a:pt x="19078" y="732934"/>
                    <a:pt x="19086" y="730085"/>
                  </a:cubicBezTo>
                  <a:cubicBezTo>
                    <a:pt x="19097" y="726342"/>
                    <a:pt x="19122" y="722599"/>
                    <a:pt x="19156" y="718856"/>
                  </a:cubicBezTo>
                  <a:cubicBezTo>
                    <a:pt x="19152" y="717553"/>
                    <a:pt x="19152" y="717553"/>
                    <a:pt x="19149" y="716223"/>
                  </a:cubicBezTo>
                  <a:cubicBezTo>
                    <a:pt x="19156" y="715421"/>
                    <a:pt x="19164" y="714619"/>
                    <a:pt x="19172" y="713793"/>
                  </a:cubicBezTo>
                  <a:cubicBezTo>
                    <a:pt x="19173" y="713084"/>
                    <a:pt x="19175" y="712376"/>
                    <a:pt x="19176" y="711646"/>
                  </a:cubicBezTo>
                  <a:cubicBezTo>
                    <a:pt x="19269" y="711085"/>
                    <a:pt x="19362" y="710524"/>
                    <a:pt x="19458" y="709947"/>
                  </a:cubicBezTo>
                  <a:cubicBezTo>
                    <a:pt x="20195" y="709456"/>
                    <a:pt x="20931" y="708964"/>
                    <a:pt x="21690" y="708458"/>
                  </a:cubicBezTo>
                  <a:cubicBezTo>
                    <a:pt x="22035" y="706693"/>
                    <a:pt x="22035" y="706693"/>
                    <a:pt x="21989" y="704612"/>
                  </a:cubicBezTo>
                  <a:cubicBezTo>
                    <a:pt x="21999" y="703810"/>
                    <a:pt x="22008" y="703009"/>
                    <a:pt x="22019" y="702182"/>
                  </a:cubicBezTo>
                  <a:cubicBezTo>
                    <a:pt x="22019" y="701313"/>
                    <a:pt x="22019" y="700444"/>
                    <a:pt x="22019" y="699549"/>
                  </a:cubicBezTo>
                  <a:cubicBezTo>
                    <a:pt x="22034" y="698217"/>
                    <a:pt x="22034" y="698217"/>
                    <a:pt x="22049" y="696858"/>
                  </a:cubicBezTo>
                  <a:cubicBezTo>
                    <a:pt x="22079" y="694012"/>
                    <a:pt x="22095" y="691166"/>
                    <a:pt x="22109" y="688320"/>
                  </a:cubicBezTo>
                  <a:cubicBezTo>
                    <a:pt x="22127" y="685471"/>
                    <a:pt x="22148" y="682623"/>
                    <a:pt x="22177" y="679774"/>
                  </a:cubicBezTo>
                  <a:cubicBezTo>
                    <a:pt x="22196" y="677999"/>
                    <a:pt x="22207" y="676223"/>
                    <a:pt x="22210" y="674448"/>
                  </a:cubicBezTo>
                  <a:cubicBezTo>
                    <a:pt x="22217" y="673648"/>
                    <a:pt x="22225" y="672848"/>
                    <a:pt x="22233" y="672024"/>
                  </a:cubicBezTo>
                  <a:cubicBezTo>
                    <a:pt x="22236" y="671317"/>
                    <a:pt x="22239" y="670609"/>
                    <a:pt x="22242" y="669880"/>
                  </a:cubicBezTo>
                  <a:cubicBezTo>
                    <a:pt x="22338" y="669085"/>
                    <a:pt x="22338" y="669085"/>
                    <a:pt x="22435" y="668275"/>
                  </a:cubicBezTo>
                  <a:cubicBezTo>
                    <a:pt x="22926" y="668029"/>
                    <a:pt x="23417" y="667784"/>
                    <a:pt x="23923" y="667531"/>
                  </a:cubicBezTo>
                  <a:cubicBezTo>
                    <a:pt x="24172" y="665739"/>
                    <a:pt x="24172" y="665739"/>
                    <a:pt x="24160" y="663553"/>
                  </a:cubicBezTo>
                  <a:cubicBezTo>
                    <a:pt x="24175" y="662703"/>
                    <a:pt x="24190" y="661854"/>
                    <a:pt x="24205" y="660979"/>
                  </a:cubicBezTo>
                  <a:cubicBezTo>
                    <a:pt x="24214" y="660055"/>
                    <a:pt x="24222" y="659131"/>
                    <a:pt x="24231" y="658179"/>
                  </a:cubicBezTo>
                  <a:cubicBezTo>
                    <a:pt x="24245" y="657239"/>
                    <a:pt x="24260" y="656299"/>
                    <a:pt x="24275" y="655330"/>
                  </a:cubicBezTo>
                  <a:cubicBezTo>
                    <a:pt x="24312" y="652826"/>
                    <a:pt x="24342" y="650321"/>
                    <a:pt x="24370" y="647817"/>
                  </a:cubicBezTo>
                  <a:cubicBezTo>
                    <a:pt x="24400" y="645263"/>
                    <a:pt x="24438" y="642710"/>
                    <a:pt x="24475" y="640156"/>
                  </a:cubicBezTo>
                  <a:cubicBezTo>
                    <a:pt x="24547" y="635142"/>
                    <a:pt x="24610" y="630129"/>
                    <a:pt x="24667" y="625115"/>
                  </a:cubicBezTo>
                  <a:cubicBezTo>
                    <a:pt x="25404" y="625360"/>
                    <a:pt x="26140" y="625606"/>
                    <a:pt x="26899" y="625859"/>
                  </a:cubicBezTo>
                  <a:cubicBezTo>
                    <a:pt x="27145" y="611861"/>
                    <a:pt x="27391" y="597864"/>
                    <a:pt x="27644" y="583443"/>
                  </a:cubicBezTo>
                  <a:cubicBezTo>
                    <a:pt x="28135" y="583443"/>
                    <a:pt x="28626" y="583443"/>
                    <a:pt x="29132" y="583443"/>
                  </a:cubicBezTo>
                  <a:cubicBezTo>
                    <a:pt x="30066" y="581574"/>
                    <a:pt x="29984" y="580269"/>
                    <a:pt x="30005" y="578177"/>
                  </a:cubicBezTo>
                  <a:cubicBezTo>
                    <a:pt x="30015" y="577390"/>
                    <a:pt x="30025" y="576603"/>
                    <a:pt x="30036" y="575792"/>
                  </a:cubicBezTo>
                  <a:cubicBezTo>
                    <a:pt x="30043" y="574939"/>
                    <a:pt x="30051" y="574086"/>
                    <a:pt x="30059" y="573208"/>
                  </a:cubicBezTo>
                  <a:cubicBezTo>
                    <a:pt x="30084" y="571419"/>
                    <a:pt x="30108" y="569630"/>
                    <a:pt x="30133" y="567841"/>
                  </a:cubicBezTo>
                  <a:cubicBezTo>
                    <a:pt x="30169" y="565007"/>
                    <a:pt x="30202" y="562173"/>
                    <a:pt x="30231" y="559340"/>
                  </a:cubicBezTo>
                  <a:cubicBezTo>
                    <a:pt x="30260" y="556614"/>
                    <a:pt x="30299" y="553888"/>
                    <a:pt x="30338" y="551163"/>
                  </a:cubicBezTo>
                  <a:cubicBezTo>
                    <a:pt x="30344" y="550309"/>
                    <a:pt x="30351" y="549454"/>
                    <a:pt x="30357" y="548574"/>
                  </a:cubicBezTo>
                  <a:cubicBezTo>
                    <a:pt x="30376" y="547397"/>
                    <a:pt x="30376" y="547397"/>
                    <a:pt x="30395" y="546196"/>
                  </a:cubicBezTo>
                  <a:cubicBezTo>
                    <a:pt x="30402" y="545502"/>
                    <a:pt x="30410" y="544807"/>
                    <a:pt x="30418" y="544092"/>
                  </a:cubicBezTo>
                  <a:cubicBezTo>
                    <a:pt x="30485" y="543571"/>
                    <a:pt x="30551" y="543051"/>
                    <a:pt x="30620" y="542515"/>
                  </a:cubicBezTo>
                  <a:cubicBezTo>
                    <a:pt x="31111" y="542269"/>
                    <a:pt x="31602" y="542024"/>
                    <a:pt x="32108" y="541771"/>
                  </a:cubicBezTo>
                  <a:cubicBezTo>
                    <a:pt x="32358" y="540010"/>
                    <a:pt x="32358" y="540010"/>
                    <a:pt x="32346" y="537861"/>
                  </a:cubicBezTo>
                  <a:cubicBezTo>
                    <a:pt x="32361" y="537027"/>
                    <a:pt x="32375" y="536193"/>
                    <a:pt x="32391" y="535333"/>
                  </a:cubicBezTo>
                  <a:cubicBezTo>
                    <a:pt x="32403" y="533972"/>
                    <a:pt x="32403" y="533972"/>
                    <a:pt x="32417" y="532583"/>
                  </a:cubicBezTo>
                  <a:cubicBezTo>
                    <a:pt x="32431" y="531659"/>
                    <a:pt x="32445" y="530735"/>
                    <a:pt x="32460" y="529783"/>
                  </a:cubicBezTo>
                  <a:cubicBezTo>
                    <a:pt x="32497" y="527323"/>
                    <a:pt x="32528" y="524863"/>
                    <a:pt x="32556" y="522402"/>
                  </a:cubicBezTo>
                  <a:cubicBezTo>
                    <a:pt x="32585" y="519893"/>
                    <a:pt x="32623" y="517385"/>
                    <a:pt x="32661" y="514876"/>
                  </a:cubicBezTo>
                  <a:cubicBezTo>
                    <a:pt x="32732" y="509950"/>
                    <a:pt x="32796" y="505025"/>
                    <a:pt x="32853" y="500099"/>
                  </a:cubicBezTo>
                  <a:cubicBezTo>
                    <a:pt x="33589" y="500345"/>
                    <a:pt x="34326" y="500590"/>
                    <a:pt x="35085" y="500843"/>
                  </a:cubicBezTo>
                  <a:cubicBezTo>
                    <a:pt x="35089" y="500317"/>
                    <a:pt x="35094" y="499790"/>
                    <a:pt x="35098" y="499248"/>
                  </a:cubicBezTo>
                  <a:cubicBezTo>
                    <a:pt x="35141" y="494288"/>
                    <a:pt x="35195" y="489328"/>
                    <a:pt x="35260" y="484368"/>
                  </a:cubicBezTo>
                  <a:cubicBezTo>
                    <a:pt x="35294" y="481818"/>
                    <a:pt x="35323" y="479268"/>
                    <a:pt x="35343" y="476718"/>
                  </a:cubicBezTo>
                  <a:cubicBezTo>
                    <a:pt x="35366" y="473786"/>
                    <a:pt x="35407" y="470855"/>
                    <a:pt x="35448" y="467924"/>
                  </a:cubicBezTo>
                  <a:cubicBezTo>
                    <a:pt x="35455" y="466549"/>
                    <a:pt x="35455" y="466549"/>
                    <a:pt x="35463" y="465147"/>
                  </a:cubicBezTo>
                  <a:cubicBezTo>
                    <a:pt x="35478" y="464298"/>
                    <a:pt x="35492" y="463449"/>
                    <a:pt x="35507" y="462574"/>
                  </a:cubicBezTo>
                  <a:cubicBezTo>
                    <a:pt x="35516" y="461826"/>
                    <a:pt x="35524" y="461077"/>
                    <a:pt x="35532" y="460306"/>
                  </a:cubicBezTo>
                  <a:cubicBezTo>
                    <a:pt x="35883" y="458085"/>
                    <a:pt x="36516" y="457724"/>
                    <a:pt x="38062" y="456195"/>
                  </a:cubicBezTo>
                  <a:cubicBezTo>
                    <a:pt x="38403" y="454355"/>
                    <a:pt x="38403" y="454355"/>
                    <a:pt x="38360" y="452264"/>
                  </a:cubicBezTo>
                  <a:cubicBezTo>
                    <a:pt x="38375" y="451061"/>
                    <a:pt x="38375" y="451061"/>
                    <a:pt x="38390" y="449834"/>
                  </a:cubicBezTo>
                  <a:cubicBezTo>
                    <a:pt x="38390" y="448969"/>
                    <a:pt x="38390" y="448104"/>
                    <a:pt x="38390" y="447213"/>
                  </a:cubicBezTo>
                  <a:cubicBezTo>
                    <a:pt x="38400" y="446326"/>
                    <a:pt x="38410" y="445439"/>
                    <a:pt x="38420" y="444525"/>
                  </a:cubicBezTo>
                  <a:cubicBezTo>
                    <a:pt x="38450" y="441687"/>
                    <a:pt x="38466" y="438848"/>
                    <a:pt x="38480" y="436010"/>
                  </a:cubicBezTo>
                  <a:cubicBezTo>
                    <a:pt x="38498" y="433166"/>
                    <a:pt x="38519" y="430323"/>
                    <a:pt x="38548" y="427479"/>
                  </a:cubicBezTo>
                  <a:cubicBezTo>
                    <a:pt x="38567" y="425708"/>
                    <a:pt x="38578" y="423936"/>
                    <a:pt x="38581" y="422165"/>
                  </a:cubicBezTo>
                  <a:cubicBezTo>
                    <a:pt x="38588" y="421368"/>
                    <a:pt x="38596" y="420570"/>
                    <a:pt x="38604" y="419749"/>
                  </a:cubicBezTo>
                  <a:cubicBezTo>
                    <a:pt x="38607" y="419043"/>
                    <a:pt x="38610" y="418338"/>
                    <a:pt x="38614" y="417611"/>
                  </a:cubicBezTo>
                  <a:cubicBezTo>
                    <a:pt x="38677" y="417083"/>
                    <a:pt x="38740" y="416555"/>
                    <a:pt x="38806" y="416011"/>
                  </a:cubicBezTo>
                  <a:cubicBezTo>
                    <a:pt x="39297" y="415766"/>
                    <a:pt x="39788" y="415520"/>
                    <a:pt x="40294" y="415267"/>
                  </a:cubicBezTo>
                  <a:cubicBezTo>
                    <a:pt x="40543" y="413536"/>
                    <a:pt x="40543" y="413536"/>
                    <a:pt x="40531" y="411425"/>
                  </a:cubicBezTo>
                  <a:cubicBezTo>
                    <a:pt x="40546" y="410606"/>
                    <a:pt x="40561" y="409787"/>
                    <a:pt x="40576" y="408943"/>
                  </a:cubicBezTo>
                  <a:cubicBezTo>
                    <a:pt x="40585" y="408051"/>
                    <a:pt x="40593" y="407160"/>
                    <a:pt x="40602" y="406241"/>
                  </a:cubicBezTo>
                  <a:cubicBezTo>
                    <a:pt x="40617" y="405334"/>
                    <a:pt x="40631" y="404427"/>
                    <a:pt x="40646" y="403492"/>
                  </a:cubicBezTo>
                  <a:cubicBezTo>
                    <a:pt x="40690" y="400580"/>
                    <a:pt x="40725" y="397668"/>
                    <a:pt x="40759" y="394757"/>
                  </a:cubicBezTo>
                  <a:cubicBezTo>
                    <a:pt x="40787" y="392788"/>
                    <a:pt x="40817" y="390820"/>
                    <a:pt x="40846" y="388851"/>
                  </a:cubicBezTo>
                  <a:cubicBezTo>
                    <a:pt x="40918" y="384014"/>
                    <a:pt x="40981" y="379177"/>
                    <a:pt x="41038" y="374339"/>
                  </a:cubicBezTo>
                  <a:cubicBezTo>
                    <a:pt x="41775" y="374339"/>
                    <a:pt x="42512" y="374339"/>
                    <a:pt x="43271" y="374339"/>
                  </a:cubicBezTo>
                  <a:cubicBezTo>
                    <a:pt x="43516" y="360342"/>
                    <a:pt x="43762" y="346345"/>
                    <a:pt x="44015" y="331923"/>
                  </a:cubicBezTo>
                  <a:cubicBezTo>
                    <a:pt x="44751" y="331923"/>
                    <a:pt x="45488" y="331923"/>
                    <a:pt x="46247" y="331923"/>
                  </a:cubicBezTo>
                  <a:cubicBezTo>
                    <a:pt x="46253" y="331403"/>
                    <a:pt x="46259" y="330882"/>
                    <a:pt x="46265" y="330346"/>
                  </a:cubicBezTo>
                  <a:cubicBezTo>
                    <a:pt x="46323" y="325451"/>
                    <a:pt x="46388" y="320557"/>
                    <a:pt x="46461" y="315662"/>
                  </a:cubicBezTo>
                  <a:cubicBezTo>
                    <a:pt x="46498" y="313145"/>
                    <a:pt x="46533" y="310628"/>
                    <a:pt x="46561" y="308112"/>
                  </a:cubicBezTo>
                  <a:cubicBezTo>
                    <a:pt x="46594" y="305221"/>
                    <a:pt x="46638" y="302330"/>
                    <a:pt x="46683" y="299440"/>
                  </a:cubicBezTo>
                  <a:cubicBezTo>
                    <a:pt x="46692" y="298532"/>
                    <a:pt x="46700" y="297624"/>
                    <a:pt x="46709" y="296689"/>
                  </a:cubicBezTo>
                  <a:cubicBezTo>
                    <a:pt x="46724" y="295855"/>
                    <a:pt x="46739" y="295021"/>
                    <a:pt x="46754" y="294161"/>
                  </a:cubicBezTo>
                  <a:cubicBezTo>
                    <a:pt x="46764" y="293423"/>
                    <a:pt x="46774" y="292684"/>
                    <a:pt x="46784" y="291923"/>
                  </a:cubicBezTo>
                  <a:cubicBezTo>
                    <a:pt x="46852" y="291371"/>
                    <a:pt x="46921" y="290820"/>
                    <a:pt x="46991" y="290251"/>
                  </a:cubicBezTo>
                  <a:cubicBezTo>
                    <a:pt x="47482" y="290006"/>
                    <a:pt x="47974" y="289760"/>
                    <a:pt x="48480" y="289507"/>
                  </a:cubicBezTo>
                  <a:cubicBezTo>
                    <a:pt x="48713" y="287781"/>
                    <a:pt x="48713" y="287781"/>
                    <a:pt x="48681" y="285678"/>
                  </a:cubicBezTo>
                  <a:cubicBezTo>
                    <a:pt x="48689" y="284861"/>
                    <a:pt x="48697" y="284044"/>
                    <a:pt x="48704" y="283202"/>
                  </a:cubicBezTo>
                  <a:cubicBezTo>
                    <a:pt x="48706" y="282313"/>
                    <a:pt x="48708" y="281424"/>
                    <a:pt x="48709" y="280508"/>
                  </a:cubicBezTo>
                  <a:cubicBezTo>
                    <a:pt x="48728" y="278648"/>
                    <a:pt x="48747" y="276789"/>
                    <a:pt x="48766" y="274930"/>
                  </a:cubicBezTo>
                  <a:cubicBezTo>
                    <a:pt x="48787" y="271980"/>
                    <a:pt x="48805" y="269031"/>
                    <a:pt x="48819" y="266081"/>
                  </a:cubicBezTo>
                  <a:cubicBezTo>
                    <a:pt x="48835" y="263247"/>
                    <a:pt x="48864" y="260413"/>
                    <a:pt x="48895" y="257579"/>
                  </a:cubicBezTo>
                  <a:cubicBezTo>
                    <a:pt x="48895" y="256690"/>
                    <a:pt x="48895" y="255801"/>
                    <a:pt x="48895" y="254885"/>
                  </a:cubicBezTo>
                  <a:cubicBezTo>
                    <a:pt x="48905" y="254068"/>
                    <a:pt x="48915" y="253251"/>
                    <a:pt x="48926" y="252409"/>
                  </a:cubicBezTo>
                  <a:cubicBezTo>
                    <a:pt x="48929" y="251686"/>
                    <a:pt x="48933" y="250963"/>
                    <a:pt x="48937" y="250218"/>
                  </a:cubicBezTo>
                  <a:cubicBezTo>
                    <a:pt x="49032" y="249677"/>
                    <a:pt x="49126" y="249137"/>
                    <a:pt x="49224" y="248580"/>
                  </a:cubicBezTo>
                  <a:cubicBezTo>
                    <a:pt x="49960" y="248334"/>
                    <a:pt x="50697" y="248088"/>
                    <a:pt x="51456" y="247835"/>
                  </a:cubicBezTo>
                  <a:cubicBezTo>
                    <a:pt x="51815" y="246110"/>
                    <a:pt x="51815" y="246110"/>
                    <a:pt x="51778" y="243994"/>
                  </a:cubicBezTo>
                  <a:cubicBezTo>
                    <a:pt x="51793" y="243175"/>
                    <a:pt x="51807" y="242355"/>
                    <a:pt x="51822" y="241511"/>
                  </a:cubicBezTo>
                  <a:cubicBezTo>
                    <a:pt x="51827" y="240620"/>
                    <a:pt x="51832" y="239728"/>
                    <a:pt x="51837" y="238810"/>
                  </a:cubicBezTo>
                  <a:cubicBezTo>
                    <a:pt x="51850" y="237902"/>
                    <a:pt x="51864" y="236995"/>
                    <a:pt x="51877" y="236060"/>
                  </a:cubicBezTo>
                  <a:cubicBezTo>
                    <a:pt x="51918" y="233148"/>
                    <a:pt x="51943" y="230237"/>
                    <a:pt x="51968" y="227325"/>
                  </a:cubicBezTo>
                  <a:cubicBezTo>
                    <a:pt x="51992" y="225357"/>
                    <a:pt x="52018" y="223388"/>
                    <a:pt x="52045" y="221420"/>
                  </a:cubicBezTo>
                  <a:cubicBezTo>
                    <a:pt x="52108" y="216583"/>
                    <a:pt x="52159" y="211745"/>
                    <a:pt x="52200" y="206908"/>
                  </a:cubicBezTo>
                  <a:cubicBezTo>
                    <a:pt x="52937" y="206908"/>
                    <a:pt x="53674" y="206908"/>
                    <a:pt x="54433" y="206908"/>
                  </a:cubicBezTo>
                  <a:cubicBezTo>
                    <a:pt x="54439" y="206378"/>
                    <a:pt x="54445" y="205848"/>
                    <a:pt x="54451" y="205302"/>
                  </a:cubicBezTo>
                  <a:cubicBezTo>
                    <a:pt x="54509" y="200320"/>
                    <a:pt x="54574" y="195337"/>
                    <a:pt x="54647" y="190355"/>
                  </a:cubicBezTo>
                  <a:cubicBezTo>
                    <a:pt x="54684" y="187793"/>
                    <a:pt x="54718" y="185232"/>
                    <a:pt x="54747" y="182670"/>
                  </a:cubicBezTo>
                  <a:cubicBezTo>
                    <a:pt x="54779" y="179727"/>
                    <a:pt x="54824" y="176785"/>
                    <a:pt x="54869" y="173843"/>
                  </a:cubicBezTo>
                  <a:cubicBezTo>
                    <a:pt x="54877" y="172919"/>
                    <a:pt x="54886" y="171995"/>
                    <a:pt x="54895" y="171043"/>
                  </a:cubicBezTo>
                  <a:cubicBezTo>
                    <a:pt x="54910" y="170194"/>
                    <a:pt x="54924" y="169345"/>
                    <a:pt x="54940" y="168470"/>
                  </a:cubicBezTo>
                  <a:cubicBezTo>
                    <a:pt x="54949" y="167718"/>
                    <a:pt x="54959" y="166966"/>
                    <a:pt x="54970" y="166191"/>
                  </a:cubicBezTo>
                  <a:cubicBezTo>
                    <a:pt x="55038" y="165630"/>
                    <a:pt x="55106" y="165070"/>
                    <a:pt x="55177" y="164492"/>
                  </a:cubicBezTo>
                  <a:cubicBezTo>
                    <a:pt x="55668" y="164246"/>
                    <a:pt x="56159" y="164001"/>
                    <a:pt x="56665" y="163748"/>
                  </a:cubicBezTo>
                  <a:cubicBezTo>
                    <a:pt x="56914" y="161986"/>
                    <a:pt x="56914" y="161986"/>
                    <a:pt x="56902" y="159838"/>
                  </a:cubicBezTo>
                  <a:cubicBezTo>
                    <a:pt x="56917" y="159003"/>
                    <a:pt x="56932" y="158169"/>
                    <a:pt x="56947" y="157310"/>
                  </a:cubicBezTo>
                  <a:cubicBezTo>
                    <a:pt x="56956" y="156402"/>
                    <a:pt x="56964" y="155494"/>
                    <a:pt x="56973" y="154559"/>
                  </a:cubicBezTo>
                  <a:cubicBezTo>
                    <a:pt x="56988" y="153635"/>
                    <a:pt x="57002" y="152711"/>
                    <a:pt x="57017" y="151759"/>
                  </a:cubicBezTo>
                  <a:cubicBezTo>
                    <a:pt x="57054" y="149299"/>
                    <a:pt x="57085" y="146839"/>
                    <a:pt x="57112" y="144379"/>
                  </a:cubicBezTo>
                  <a:cubicBezTo>
                    <a:pt x="57142" y="141870"/>
                    <a:pt x="57180" y="139361"/>
                    <a:pt x="57217" y="136852"/>
                  </a:cubicBezTo>
                  <a:cubicBezTo>
                    <a:pt x="57289" y="131927"/>
                    <a:pt x="57352" y="127001"/>
                    <a:pt x="57409" y="122076"/>
                  </a:cubicBezTo>
                  <a:cubicBezTo>
                    <a:pt x="58146" y="122321"/>
                    <a:pt x="58883" y="122567"/>
                    <a:pt x="59642" y="122820"/>
                  </a:cubicBezTo>
                  <a:cubicBezTo>
                    <a:pt x="59887" y="109068"/>
                    <a:pt x="60133" y="95316"/>
                    <a:pt x="60386" y="81148"/>
                  </a:cubicBezTo>
                  <a:cubicBezTo>
                    <a:pt x="61122" y="81148"/>
                    <a:pt x="61859" y="81148"/>
                    <a:pt x="62618" y="81148"/>
                  </a:cubicBezTo>
                  <a:cubicBezTo>
                    <a:pt x="62618" y="80640"/>
                    <a:pt x="62617" y="80132"/>
                    <a:pt x="62616" y="79609"/>
                  </a:cubicBezTo>
                  <a:cubicBezTo>
                    <a:pt x="62615" y="74334"/>
                    <a:pt x="62644" y="69059"/>
                    <a:pt x="62691" y="63784"/>
                  </a:cubicBezTo>
                  <a:cubicBezTo>
                    <a:pt x="62704" y="61815"/>
                    <a:pt x="62710" y="59845"/>
                    <a:pt x="62708" y="57875"/>
                  </a:cubicBezTo>
                  <a:cubicBezTo>
                    <a:pt x="62705" y="55046"/>
                    <a:pt x="62732" y="52219"/>
                    <a:pt x="62764" y="49391"/>
                  </a:cubicBezTo>
                  <a:cubicBezTo>
                    <a:pt x="62757" y="48507"/>
                    <a:pt x="62750" y="47624"/>
                    <a:pt x="62743" y="46713"/>
                  </a:cubicBezTo>
                  <a:cubicBezTo>
                    <a:pt x="62783" y="44458"/>
                    <a:pt x="62838" y="42414"/>
                    <a:pt x="63362" y="40220"/>
                  </a:cubicBezTo>
                  <a:cubicBezTo>
                    <a:pt x="65586" y="38670"/>
                    <a:pt x="65586" y="38670"/>
                    <a:pt x="67827" y="37988"/>
                  </a:cubicBezTo>
                  <a:cubicBezTo>
                    <a:pt x="68073" y="37251"/>
                    <a:pt x="68318" y="36514"/>
                    <a:pt x="68571" y="35755"/>
                  </a:cubicBezTo>
                  <a:cubicBezTo>
                    <a:pt x="69308" y="35510"/>
                    <a:pt x="70045" y="35264"/>
                    <a:pt x="70804" y="35011"/>
                  </a:cubicBezTo>
                  <a:cubicBezTo>
                    <a:pt x="71019" y="34581"/>
                    <a:pt x="71234" y="34152"/>
                    <a:pt x="71455" y="33709"/>
                  </a:cubicBezTo>
                  <a:cubicBezTo>
                    <a:pt x="72587" y="31445"/>
                    <a:pt x="74143" y="29997"/>
                    <a:pt x="76013" y="28314"/>
                  </a:cubicBezTo>
                  <a:cubicBezTo>
                    <a:pt x="76504" y="28314"/>
                    <a:pt x="76995" y="28314"/>
                    <a:pt x="77501" y="28314"/>
                  </a:cubicBezTo>
                  <a:cubicBezTo>
                    <a:pt x="77639" y="27600"/>
                    <a:pt x="77639" y="27600"/>
                    <a:pt x="77780" y="26872"/>
                  </a:cubicBezTo>
                  <a:cubicBezTo>
                    <a:pt x="77934" y="26366"/>
                    <a:pt x="78087" y="25859"/>
                    <a:pt x="78245" y="25337"/>
                  </a:cubicBezTo>
                  <a:cubicBezTo>
                    <a:pt x="79237" y="25089"/>
                    <a:pt x="80230" y="24841"/>
                    <a:pt x="81222" y="24593"/>
                  </a:cubicBezTo>
                  <a:cubicBezTo>
                    <a:pt x="81345" y="24087"/>
                    <a:pt x="81467" y="23580"/>
                    <a:pt x="81594" y="23058"/>
                  </a:cubicBezTo>
                  <a:cubicBezTo>
                    <a:pt x="81717" y="22583"/>
                    <a:pt x="81839" y="22107"/>
                    <a:pt x="81966" y="21617"/>
                  </a:cubicBezTo>
                  <a:cubicBezTo>
                    <a:pt x="82948" y="21617"/>
                    <a:pt x="83930" y="21617"/>
                    <a:pt x="84942" y="21617"/>
                  </a:cubicBezTo>
                  <a:cubicBezTo>
                    <a:pt x="84942" y="20389"/>
                    <a:pt x="84942" y="19161"/>
                    <a:pt x="84942" y="17896"/>
                  </a:cubicBezTo>
                  <a:cubicBezTo>
                    <a:pt x="85925" y="17896"/>
                    <a:pt x="86907" y="17896"/>
                    <a:pt x="87919" y="17896"/>
                  </a:cubicBezTo>
                  <a:cubicBezTo>
                    <a:pt x="88419" y="16455"/>
                    <a:pt x="88419" y="16455"/>
                    <a:pt x="88663" y="14919"/>
                  </a:cubicBezTo>
                  <a:cubicBezTo>
                    <a:pt x="89400" y="14551"/>
                    <a:pt x="89400" y="14551"/>
                    <a:pt x="90151" y="14175"/>
                  </a:cubicBezTo>
                  <a:cubicBezTo>
                    <a:pt x="90520" y="13070"/>
                    <a:pt x="90520" y="13070"/>
                    <a:pt x="90896" y="11943"/>
                  </a:cubicBezTo>
                  <a:cubicBezTo>
                    <a:pt x="91387" y="11835"/>
                    <a:pt x="91878" y="11728"/>
                    <a:pt x="92384" y="11617"/>
                  </a:cubicBezTo>
                  <a:cubicBezTo>
                    <a:pt x="92875" y="11479"/>
                    <a:pt x="93366" y="11341"/>
                    <a:pt x="93872" y="11199"/>
                  </a:cubicBezTo>
                  <a:cubicBezTo>
                    <a:pt x="94128" y="10208"/>
                    <a:pt x="94375" y="9216"/>
                    <a:pt x="94616" y="8222"/>
                  </a:cubicBezTo>
                  <a:cubicBezTo>
                    <a:pt x="95325" y="7900"/>
                    <a:pt x="95325" y="7900"/>
                    <a:pt x="96049" y="7571"/>
                  </a:cubicBezTo>
                  <a:cubicBezTo>
                    <a:pt x="97987" y="6520"/>
                    <a:pt x="98151" y="5755"/>
                    <a:pt x="98857" y="3711"/>
                  </a:cubicBezTo>
                  <a:cubicBezTo>
                    <a:pt x="100147" y="956"/>
                    <a:pt x="100147" y="956"/>
                    <a:pt x="101907" y="225"/>
                  </a:cubicBezTo>
                  <a:cubicBezTo>
                    <a:pt x="103670" y="14"/>
                    <a:pt x="105352" y="-6"/>
                    <a:pt x="107127" y="35"/>
                  </a:cubicBezTo>
                  <a:cubicBezTo>
                    <a:pt x="108132" y="22"/>
                    <a:pt x="108132" y="22"/>
                    <a:pt x="109156" y="10"/>
                  </a:cubicBezTo>
                  <a:close/>
                </a:path>
              </a:pathLst>
            </a:custGeom>
            <a:grpFill/>
            <a:ln w="744" cap="flat">
              <a:noFill/>
              <a:prstDash val="solid"/>
              <a:miter/>
            </a:ln>
          </p:spPr>
          <p:txBody>
            <a:bodyPr rtlCol="0" anchor="ctr"/>
            <a:lstStyle/>
            <a:p>
              <a:endParaRPr lang="zh-CN" altLang="en-US"/>
            </a:p>
          </p:txBody>
        </p:sp>
        <p:sp>
          <p:nvSpPr>
            <p:cNvPr id="82" name="任意多边形: 形状 81"/>
            <p:cNvSpPr/>
            <p:nvPr/>
          </p:nvSpPr>
          <p:spPr>
            <a:xfrm>
              <a:off x="4491642" y="596372"/>
              <a:ext cx="336545" cy="1039608"/>
            </a:xfrm>
            <a:custGeom>
              <a:avLst/>
              <a:gdLst>
                <a:gd name="connsiteX0" fmla="*/ 78872 w 336545"/>
                <a:gd name="connsiteY0" fmla="*/ 767 h 1039608"/>
                <a:gd name="connsiteX1" fmla="*/ 84825 w 336545"/>
                <a:gd name="connsiteY1" fmla="*/ 767 h 1039608"/>
                <a:gd name="connsiteX2" fmla="*/ 86801 w 336545"/>
                <a:gd name="connsiteY2" fmla="*/ 9982 h 1039608"/>
                <a:gd name="connsiteX3" fmla="*/ 87057 w 336545"/>
                <a:gd name="connsiteY3" fmla="*/ 11929 h 1039608"/>
                <a:gd name="connsiteX4" fmla="*/ 88546 w 336545"/>
                <a:gd name="connsiteY4" fmla="*/ 12673 h 1039608"/>
                <a:gd name="connsiteX5" fmla="*/ 88961 w 336545"/>
                <a:gd name="connsiteY5" fmla="*/ 19603 h 1039608"/>
                <a:gd name="connsiteX6" fmla="*/ 89290 w 336545"/>
                <a:gd name="connsiteY6" fmla="*/ 21603 h 1039608"/>
                <a:gd name="connsiteX7" fmla="*/ 91522 w 336545"/>
                <a:gd name="connsiteY7" fmla="*/ 22347 h 1039608"/>
                <a:gd name="connsiteX8" fmla="*/ 91964 w 336545"/>
                <a:gd name="connsiteY8" fmla="*/ 30440 h 1039608"/>
                <a:gd name="connsiteX9" fmla="*/ 92266 w 336545"/>
                <a:gd name="connsiteY9" fmla="*/ 32765 h 1039608"/>
                <a:gd name="connsiteX10" fmla="*/ 94499 w 336545"/>
                <a:gd name="connsiteY10" fmla="*/ 33509 h 1039608"/>
                <a:gd name="connsiteX11" fmla="*/ 94917 w 336545"/>
                <a:gd name="connsiteY11" fmla="*/ 38346 h 1039608"/>
                <a:gd name="connsiteX12" fmla="*/ 95243 w 336545"/>
                <a:gd name="connsiteY12" fmla="*/ 43183 h 1039608"/>
                <a:gd name="connsiteX13" fmla="*/ 96731 w 336545"/>
                <a:gd name="connsiteY13" fmla="*/ 43927 h 1039608"/>
                <a:gd name="connsiteX14" fmla="*/ 97196 w 336545"/>
                <a:gd name="connsiteY14" fmla="*/ 49555 h 1039608"/>
                <a:gd name="connsiteX15" fmla="*/ 97283 w 336545"/>
                <a:gd name="connsiteY15" fmla="*/ 51158 h 1039608"/>
                <a:gd name="connsiteX16" fmla="*/ 97475 w 336545"/>
                <a:gd name="connsiteY16" fmla="*/ 55089 h 1039608"/>
                <a:gd name="connsiteX17" fmla="*/ 99708 w 336545"/>
                <a:gd name="connsiteY17" fmla="*/ 55089 h 1039608"/>
                <a:gd name="connsiteX18" fmla="*/ 99792 w 336545"/>
                <a:gd name="connsiteY18" fmla="*/ 57342 h 1039608"/>
                <a:gd name="connsiteX19" fmla="*/ 99940 w 336545"/>
                <a:gd name="connsiteY19" fmla="*/ 60252 h 1039608"/>
                <a:gd name="connsiteX20" fmla="*/ 100071 w 336545"/>
                <a:gd name="connsiteY20" fmla="*/ 63156 h 1039608"/>
                <a:gd name="connsiteX21" fmla="*/ 100452 w 336545"/>
                <a:gd name="connsiteY21" fmla="*/ 65507 h 1039608"/>
                <a:gd name="connsiteX22" fmla="*/ 102684 w 336545"/>
                <a:gd name="connsiteY22" fmla="*/ 66251 h 1039608"/>
                <a:gd name="connsiteX23" fmla="*/ 103103 w 336545"/>
                <a:gd name="connsiteY23" fmla="*/ 71088 h 1039608"/>
                <a:gd name="connsiteX24" fmla="*/ 103428 w 336545"/>
                <a:gd name="connsiteY24" fmla="*/ 75925 h 1039608"/>
                <a:gd name="connsiteX25" fmla="*/ 104917 w 336545"/>
                <a:gd name="connsiteY25" fmla="*/ 76669 h 1039608"/>
                <a:gd name="connsiteX26" fmla="*/ 105332 w 336545"/>
                <a:gd name="connsiteY26" fmla="*/ 84181 h 1039608"/>
                <a:gd name="connsiteX27" fmla="*/ 105661 w 336545"/>
                <a:gd name="connsiteY27" fmla="*/ 86343 h 1039608"/>
                <a:gd name="connsiteX28" fmla="*/ 107893 w 336545"/>
                <a:gd name="connsiteY28" fmla="*/ 87087 h 1039608"/>
                <a:gd name="connsiteX29" fmla="*/ 108335 w 336545"/>
                <a:gd name="connsiteY29" fmla="*/ 94599 h 1039608"/>
                <a:gd name="connsiteX30" fmla="*/ 108637 w 336545"/>
                <a:gd name="connsiteY30" fmla="*/ 96761 h 1039608"/>
                <a:gd name="connsiteX31" fmla="*/ 110870 w 336545"/>
                <a:gd name="connsiteY31" fmla="*/ 97505 h 1039608"/>
                <a:gd name="connsiteX32" fmla="*/ 111288 w 336545"/>
                <a:gd name="connsiteY32" fmla="*/ 102714 h 1039608"/>
                <a:gd name="connsiteX33" fmla="*/ 111614 w 336545"/>
                <a:gd name="connsiteY33" fmla="*/ 107923 h 1039608"/>
                <a:gd name="connsiteX34" fmla="*/ 113102 w 336545"/>
                <a:gd name="connsiteY34" fmla="*/ 108667 h 1039608"/>
                <a:gd name="connsiteX35" fmla="*/ 113567 w 336545"/>
                <a:gd name="connsiteY35" fmla="*/ 113923 h 1039608"/>
                <a:gd name="connsiteX36" fmla="*/ 113736 w 336545"/>
                <a:gd name="connsiteY36" fmla="*/ 116833 h 1039608"/>
                <a:gd name="connsiteX37" fmla="*/ 113846 w 336545"/>
                <a:gd name="connsiteY37" fmla="*/ 119085 h 1039608"/>
                <a:gd name="connsiteX38" fmla="*/ 116079 w 336545"/>
                <a:gd name="connsiteY38" fmla="*/ 119085 h 1039608"/>
                <a:gd name="connsiteX39" fmla="*/ 116823 w 336545"/>
                <a:gd name="connsiteY39" fmla="*/ 130248 h 1039608"/>
                <a:gd name="connsiteX40" fmla="*/ 119055 w 336545"/>
                <a:gd name="connsiteY40" fmla="*/ 130248 h 1039608"/>
                <a:gd name="connsiteX41" fmla="*/ 119166 w 336545"/>
                <a:gd name="connsiteY41" fmla="*/ 132338 h 1039608"/>
                <a:gd name="connsiteX42" fmla="*/ 119334 w 336545"/>
                <a:gd name="connsiteY42" fmla="*/ 135038 h 1039608"/>
                <a:gd name="connsiteX43" fmla="*/ 119491 w 336545"/>
                <a:gd name="connsiteY43" fmla="*/ 137733 h 1039608"/>
                <a:gd name="connsiteX44" fmla="*/ 119799 w 336545"/>
                <a:gd name="connsiteY44" fmla="*/ 139921 h 1039608"/>
                <a:gd name="connsiteX45" fmla="*/ 121288 w 336545"/>
                <a:gd name="connsiteY45" fmla="*/ 140665 h 1039608"/>
                <a:gd name="connsiteX46" fmla="*/ 121753 w 336545"/>
                <a:gd name="connsiteY46" fmla="*/ 146293 h 1039608"/>
                <a:gd name="connsiteX47" fmla="*/ 121840 w 336545"/>
                <a:gd name="connsiteY47" fmla="*/ 147896 h 1039608"/>
                <a:gd name="connsiteX48" fmla="*/ 122032 w 336545"/>
                <a:gd name="connsiteY48" fmla="*/ 151828 h 1039608"/>
                <a:gd name="connsiteX49" fmla="*/ 124264 w 336545"/>
                <a:gd name="connsiteY49" fmla="*/ 151828 h 1039608"/>
                <a:gd name="connsiteX50" fmla="*/ 125008 w 336545"/>
                <a:gd name="connsiteY50" fmla="*/ 162246 h 1039608"/>
                <a:gd name="connsiteX51" fmla="*/ 127241 w 336545"/>
                <a:gd name="connsiteY51" fmla="*/ 162246 h 1039608"/>
                <a:gd name="connsiteX52" fmla="*/ 127241 w 336545"/>
                <a:gd name="connsiteY52" fmla="*/ 172664 h 1039608"/>
                <a:gd name="connsiteX53" fmla="*/ 129473 w 336545"/>
                <a:gd name="connsiteY53" fmla="*/ 172664 h 1039608"/>
                <a:gd name="connsiteX54" fmla="*/ 129584 w 336545"/>
                <a:gd name="connsiteY54" fmla="*/ 174538 h 1039608"/>
                <a:gd name="connsiteX55" fmla="*/ 129752 w 336545"/>
                <a:gd name="connsiteY55" fmla="*/ 176989 h 1039608"/>
                <a:gd name="connsiteX56" fmla="*/ 129909 w 336545"/>
                <a:gd name="connsiteY56" fmla="*/ 179422 h 1039608"/>
                <a:gd name="connsiteX57" fmla="*/ 131706 w 336545"/>
                <a:gd name="connsiteY57" fmla="*/ 183826 h 1039608"/>
                <a:gd name="connsiteX58" fmla="*/ 132450 w 336545"/>
                <a:gd name="connsiteY58" fmla="*/ 183826 h 1039608"/>
                <a:gd name="connsiteX59" fmla="*/ 133194 w 336545"/>
                <a:gd name="connsiteY59" fmla="*/ 194244 h 1039608"/>
                <a:gd name="connsiteX60" fmla="*/ 135426 w 336545"/>
                <a:gd name="connsiteY60" fmla="*/ 194244 h 1039608"/>
                <a:gd name="connsiteX61" fmla="*/ 135537 w 336545"/>
                <a:gd name="connsiteY61" fmla="*/ 196496 h 1039608"/>
                <a:gd name="connsiteX62" fmla="*/ 135705 w 336545"/>
                <a:gd name="connsiteY62" fmla="*/ 199406 h 1039608"/>
                <a:gd name="connsiteX63" fmla="*/ 135862 w 336545"/>
                <a:gd name="connsiteY63" fmla="*/ 202310 h 1039608"/>
                <a:gd name="connsiteX64" fmla="*/ 136171 w 336545"/>
                <a:gd name="connsiteY64" fmla="*/ 204662 h 1039608"/>
                <a:gd name="connsiteX65" fmla="*/ 137659 w 336545"/>
                <a:gd name="connsiteY65" fmla="*/ 205406 h 1039608"/>
                <a:gd name="connsiteX66" fmla="*/ 138729 w 336545"/>
                <a:gd name="connsiteY66" fmla="*/ 212917 h 1039608"/>
                <a:gd name="connsiteX67" fmla="*/ 139147 w 336545"/>
                <a:gd name="connsiteY67" fmla="*/ 215080 h 1039608"/>
                <a:gd name="connsiteX68" fmla="*/ 140635 w 336545"/>
                <a:gd name="connsiteY68" fmla="*/ 215824 h 1039608"/>
                <a:gd name="connsiteX69" fmla="*/ 141100 w 336545"/>
                <a:gd name="connsiteY69" fmla="*/ 221451 h 1039608"/>
                <a:gd name="connsiteX70" fmla="*/ 141188 w 336545"/>
                <a:gd name="connsiteY70" fmla="*/ 223054 h 1039608"/>
                <a:gd name="connsiteX71" fmla="*/ 141380 w 336545"/>
                <a:gd name="connsiteY71" fmla="*/ 226986 h 1039608"/>
                <a:gd name="connsiteX72" fmla="*/ 143612 w 336545"/>
                <a:gd name="connsiteY72" fmla="*/ 226986 h 1039608"/>
                <a:gd name="connsiteX73" fmla="*/ 143722 w 336545"/>
                <a:gd name="connsiteY73" fmla="*/ 229076 h 1039608"/>
                <a:gd name="connsiteX74" fmla="*/ 143891 w 336545"/>
                <a:gd name="connsiteY74" fmla="*/ 231776 h 1039608"/>
                <a:gd name="connsiteX75" fmla="*/ 144048 w 336545"/>
                <a:gd name="connsiteY75" fmla="*/ 234471 h 1039608"/>
                <a:gd name="connsiteX76" fmla="*/ 144356 w 336545"/>
                <a:gd name="connsiteY76" fmla="*/ 236660 h 1039608"/>
                <a:gd name="connsiteX77" fmla="*/ 145844 w 336545"/>
                <a:gd name="connsiteY77" fmla="*/ 237404 h 1039608"/>
                <a:gd name="connsiteX78" fmla="*/ 146309 w 336545"/>
                <a:gd name="connsiteY78" fmla="*/ 241822 h 1039608"/>
                <a:gd name="connsiteX79" fmla="*/ 146478 w 336545"/>
                <a:gd name="connsiteY79" fmla="*/ 244261 h 1039608"/>
                <a:gd name="connsiteX80" fmla="*/ 146589 w 336545"/>
                <a:gd name="connsiteY80" fmla="*/ 247822 h 1039608"/>
                <a:gd name="connsiteX81" fmla="*/ 148821 w 336545"/>
                <a:gd name="connsiteY81" fmla="*/ 247822 h 1039608"/>
                <a:gd name="connsiteX82" fmla="*/ 148905 w 336545"/>
                <a:gd name="connsiteY82" fmla="*/ 250074 h 1039608"/>
                <a:gd name="connsiteX83" fmla="*/ 149053 w 336545"/>
                <a:gd name="connsiteY83" fmla="*/ 252984 h 1039608"/>
                <a:gd name="connsiteX84" fmla="*/ 149184 w 336545"/>
                <a:gd name="connsiteY84" fmla="*/ 255888 h 1039608"/>
                <a:gd name="connsiteX85" fmla="*/ 149565 w 336545"/>
                <a:gd name="connsiteY85" fmla="*/ 258240 h 1039608"/>
                <a:gd name="connsiteX86" fmla="*/ 151798 w 336545"/>
                <a:gd name="connsiteY86" fmla="*/ 258984 h 1039608"/>
                <a:gd name="connsiteX87" fmla="*/ 152216 w 336545"/>
                <a:gd name="connsiteY87" fmla="*/ 263821 h 1039608"/>
                <a:gd name="connsiteX88" fmla="*/ 152542 w 336545"/>
                <a:gd name="connsiteY88" fmla="*/ 268658 h 1039608"/>
                <a:gd name="connsiteX89" fmla="*/ 154030 w 336545"/>
                <a:gd name="connsiteY89" fmla="*/ 269402 h 1039608"/>
                <a:gd name="connsiteX90" fmla="*/ 154449 w 336545"/>
                <a:gd name="connsiteY90" fmla="*/ 273402 h 1039608"/>
                <a:gd name="connsiteX91" fmla="*/ 155518 w 336545"/>
                <a:gd name="connsiteY91" fmla="*/ 279820 h 1039608"/>
                <a:gd name="connsiteX92" fmla="*/ 157006 w 336545"/>
                <a:gd name="connsiteY92" fmla="*/ 280564 h 1039608"/>
                <a:gd name="connsiteX93" fmla="*/ 157472 w 336545"/>
                <a:gd name="connsiteY93" fmla="*/ 285819 h 1039608"/>
                <a:gd name="connsiteX94" fmla="*/ 157640 w 336545"/>
                <a:gd name="connsiteY94" fmla="*/ 288729 h 1039608"/>
                <a:gd name="connsiteX95" fmla="*/ 157751 w 336545"/>
                <a:gd name="connsiteY95" fmla="*/ 290982 h 1039608"/>
                <a:gd name="connsiteX96" fmla="*/ 159983 w 336545"/>
                <a:gd name="connsiteY96" fmla="*/ 290238 h 1039608"/>
                <a:gd name="connsiteX97" fmla="*/ 160067 w 336545"/>
                <a:gd name="connsiteY97" fmla="*/ 292601 h 1039608"/>
                <a:gd name="connsiteX98" fmla="*/ 160216 w 336545"/>
                <a:gd name="connsiteY98" fmla="*/ 295679 h 1039608"/>
                <a:gd name="connsiteX99" fmla="*/ 160266 w 336545"/>
                <a:gd name="connsiteY99" fmla="*/ 297236 h 1039608"/>
                <a:gd name="connsiteX100" fmla="*/ 162960 w 336545"/>
                <a:gd name="connsiteY100" fmla="*/ 303632 h 1039608"/>
                <a:gd name="connsiteX101" fmla="*/ 163378 w 336545"/>
                <a:gd name="connsiteY101" fmla="*/ 307818 h 1039608"/>
                <a:gd name="connsiteX102" fmla="*/ 163704 w 336545"/>
                <a:gd name="connsiteY102" fmla="*/ 311818 h 1039608"/>
                <a:gd name="connsiteX103" fmla="*/ 165192 w 336545"/>
                <a:gd name="connsiteY103" fmla="*/ 312562 h 1039608"/>
                <a:gd name="connsiteX104" fmla="*/ 165608 w 336545"/>
                <a:gd name="connsiteY104" fmla="*/ 320073 h 1039608"/>
                <a:gd name="connsiteX105" fmla="*/ 165936 w 336545"/>
                <a:gd name="connsiteY105" fmla="*/ 322236 h 1039608"/>
                <a:gd name="connsiteX106" fmla="*/ 168169 w 336545"/>
                <a:gd name="connsiteY106" fmla="*/ 322980 h 1039608"/>
                <a:gd name="connsiteX107" fmla="*/ 168541 w 336545"/>
                <a:gd name="connsiteY107" fmla="*/ 328096 h 1039608"/>
                <a:gd name="connsiteX108" fmla="*/ 171145 w 336545"/>
                <a:gd name="connsiteY108" fmla="*/ 335630 h 1039608"/>
                <a:gd name="connsiteX109" fmla="*/ 171285 w 336545"/>
                <a:gd name="connsiteY109" fmla="*/ 340235 h 1039608"/>
                <a:gd name="connsiteX110" fmla="*/ 171224 w 336545"/>
                <a:gd name="connsiteY110" fmla="*/ 342685 h 1039608"/>
                <a:gd name="connsiteX111" fmla="*/ 171145 w 336545"/>
                <a:gd name="connsiteY111" fmla="*/ 344560 h 1039608"/>
                <a:gd name="connsiteX112" fmla="*/ 173378 w 336545"/>
                <a:gd name="connsiteY112" fmla="*/ 344560 h 1039608"/>
                <a:gd name="connsiteX113" fmla="*/ 174122 w 336545"/>
                <a:gd name="connsiteY113" fmla="*/ 355722 h 1039608"/>
                <a:gd name="connsiteX114" fmla="*/ 176354 w 336545"/>
                <a:gd name="connsiteY114" fmla="*/ 355722 h 1039608"/>
                <a:gd name="connsiteX115" fmla="*/ 176438 w 336545"/>
                <a:gd name="connsiteY115" fmla="*/ 357975 h 1039608"/>
                <a:gd name="connsiteX116" fmla="*/ 176587 w 336545"/>
                <a:gd name="connsiteY116" fmla="*/ 360885 h 1039608"/>
                <a:gd name="connsiteX117" fmla="*/ 176717 w 336545"/>
                <a:gd name="connsiteY117" fmla="*/ 363788 h 1039608"/>
                <a:gd name="connsiteX118" fmla="*/ 177098 w 336545"/>
                <a:gd name="connsiteY118" fmla="*/ 366140 h 1039608"/>
                <a:gd name="connsiteX119" fmla="*/ 179331 w 336545"/>
                <a:gd name="connsiteY119" fmla="*/ 366884 h 1039608"/>
                <a:gd name="connsiteX120" fmla="*/ 179749 w 336545"/>
                <a:gd name="connsiteY120" fmla="*/ 371721 h 1039608"/>
                <a:gd name="connsiteX121" fmla="*/ 180075 w 336545"/>
                <a:gd name="connsiteY121" fmla="*/ 376558 h 1039608"/>
                <a:gd name="connsiteX122" fmla="*/ 181563 w 336545"/>
                <a:gd name="connsiteY122" fmla="*/ 377302 h 1039608"/>
                <a:gd name="connsiteX123" fmla="*/ 181979 w 336545"/>
                <a:gd name="connsiteY123" fmla="*/ 384232 h 1039608"/>
                <a:gd name="connsiteX124" fmla="*/ 182307 w 336545"/>
                <a:gd name="connsiteY124" fmla="*/ 386232 h 1039608"/>
                <a:gd name="connsiteX125" fmla="*/ 184540 w 336545"/>
                <a:gd name="connsiteY125" fmla="*/ 386976 h 1039608"/>
                <a:gd name="connsiteX126" fmla="*/ 184387 w 336545"/>
                <a:gd name="connsiteY126" fmla="*/ 394141 h 1039608"/>
                <a:gd name="connsiteX127" fmla="*/ 184540 w 336545"/>
                <a:gd name="connsiteY127" fmla="*/ 398138 h 1039608"/>
                <a:gd name="connsiteX128" fmla="*/ 187516 w 336545"/>
                <a:gd name="connsiteY128" fmla="*/ 398882 h 1039608"/>
                <a:gd name="connsiteX129" fmla="*/ 187702 w 336545"/>
                <a:gd name="connsiteY129" fmla="*/ 403766 h 1039608"/>
                <a:gd name="connsiteX130" fmla="*/ 187621 w 336545"/>
                <a:gd name="connsiteY130" fmla="*/ 406466 h 1039608"/>
                <a:gd name="connsiteX131" fmla="*/ 187516 w 336545"/>
                <a:gd name="connsiteY131" fmla="*/ 408556 h 1039608"/>
                <a:gd name="connsiteX132" fmla="*/ 189749 w 336545"/>
                <a:gd name="connsiteY132" fmla="*/ 408556 h 1039608"/>
                <a:gd name="connsiteX133" fmla="*/ 190493 w 336545"/>
                <a:gd name="connsiteY133" fmla="*/ 419718 h 1039608"/>
                <a:gd name="connsiteX134" fmla="*/ 192725 w 336545"/>
                <a:gd name="connsiteY134" fmla="*/ 419718 h 1039608"/>
                <a:gd name="connsiteX135" fmla="*/ 192810 w 336545"/>
                <a:gd name="connsiteY135" fmla="*/ 421808 h 1039608"/>
                <a:gd name="connsiteX136" fmla="*/ 192958 w 336545"/>
                <a:gd name="connsiteY136" fmla="*/ 424509 h 1039608"/>
                <a:gd name="connsiteX137" fmla="*/ 193089 w 336545"/>
                <a:gd name="connsiteY137" fmla="*/ 427203 h 1039608"/>
                <a:gd name="connsiteX138" fmla="*/ 193469 w 336545"/>
                <a:gd name="connsiteY138" fmla="*/ 429392 h 1039608"/>
                <a:gd name="connsiteX139" fmla="*/ 195702 w 336545"/>
                <a:gd name="connsiteY139" fmla="*/ 430136 h 1039608"/>
                <a:gd name="connsiteX140" fmla="*/ 196120 w 336545"/>
                <a:gd name="connsiteY140" fmla="*/ 435345 h 1039608"/>
                <a:gd name="connsiteX141" fmla="*/ 196446 w 336545"/>
                <a:gd name="connsiteY141" fmla="*/ 440554 h 1039608"/>
                <a:gd name="connsiteX142" fmla="*/ 197934 w 336545"/>
                <a:gd name="connsiteY142" fmla="*/ 441298 h 1039608"/>
                <a:gd name="connsiteX143" fmla="*/ 198399 w 336545"/>
                <a:gd name="connsiteY143" fmla="*/ 446926 h 1039608"/>
                <a:gd name="connsiteX144" fmla="*/ 198487 w 336545"/>
                <a:gd name="connsiteY144" fmla="*/ 448529 h 1039608"/>
                <a:gd name="connsiteX145" fmla="*/ 198678 w 336545"/>
                <a:gd name="connsiteY145" fmla="*/ 452460 h 1039608"/>
                <a:gd name="connsiteX146" fmla="*/ 200911 w 336545"/>
                <a:gd name="connsiteY146" fmla="*/ 452460 h 1039608"/>
                <a:gd name="connsiteX147" fmla="*/ 200995 w 336545"/>
                <a:gd name="connsiteY147" fmla="*/ 454550 h 1039608"/>
                <a:gd name="connsiteX148" fmla="*/ 201143 w 336545"/>
                <a:gd name="connsiteY148" fmla="*/ 457251 h 1039608"/>
                <a:gd name="connsiteX149" fmla="*/ 201274 w 336545"/>
                <a:gd name="connsiteY149" fmla="*/ 459945 h 1039608"/>
                <a:gd name="connsiteX150" fmla="*/ 201655 w 336545"/>
                <a:gd name="connsiteY150" fmla="*/ 462134 h 1039608"/>
                <a:gd name="connsiteX151" fmla="*/ 203887 w 336545"/>
                <a:gd name="connsiteY151" fmla="*/ 462878 h 1039608"/>
                <a:gd name="connsiteX152" fmla="*/ 203934 w 336545"/>
                <a:gd name="connsiteY152" fmla="*/ 467297 h 1039608"/>
                <a:gd name="connsiteX153" fmla="*/ 203887 w 336545"/>
                <a:gd name="connsiteY153" fmla="*/ 471808 h 1039608"/>
                <a:gd name="connsiteX154" fmla="*/ 206120 w 336545"/>
                <a:gd name="connsiteY154" fmla="*/ 473296 h 1039608"/>
                <a:gd name="connsiteX155" fmla="*/ 206204 w 336545"/>
                <a:gd name="connsiteY155" fmla="*/ 475386 h 1039608"/>
                <a:gd name="connsiteX156" fmla="*/ 206352 w 336545"/>
                <a:gd name="connsiteY156" fmla="*/ 478087 h 1039608"/>
                <a:gd name="connsiteX157" fmla="*/ 206483 w 336545"/>
                <a:gd name="connsiteY157" fmla="*/ 480781 h 1039608"/>
                <a:gd name="connsiteX158" fmla="*/ 206864 w 336545"/>
                <a:gd name="connsiteY158" fmla="*/ 482970 h 1039608"/>
                <a:gd name="connsiteX159" fmla="*/ 209096 w 336545"/>
                <a:gd name="connsiteY159" fmla="*/ 483714 h 1039608"/>
                <a:gd name="connsiteX160" fmla="*/ 209538 w 336545"/>
                <a:gd name="connsiteY160" fmla="*/ 491807 h 1039608"/>
                <a:gd name="connsiteX161" fmla="*/ 209840 w 336545"/>
                <a:gd name="connsiteY161" fmla="*/ 494132 h 1039608"/>
                <a:gd name="connsiteX162" fmla="*/ 212073 w 336545"/>
                <a:gd name="connsiteY162" fmla="*/ 494876 h 1039608"/>
                <a:gd name="connsiteX163" fmla="*/ 212491 w 336545"/>
                <a:gd name="connsiteY163" fmla="*/ 499713 h 1039608"/>
                <a:gd name="connsiteX164" fmla="*/ 212817 w 336545"/>
                <a:gd name="connsiteY164" fmla="*/ 504550 h 1039608"/>
                <a:gd name="connsiteX165" fmla="*/ 214305 w 336545"/>
                <a:gd name="connsiteY165" fmla="*/ 505294 h 1039608"/>
                <a:gd name="connsiteX166" fmla="*/ 214721 w 336545"/>
                <a:gd name="connsiteY166" fmla="*/ 512079 h 1039608"/>
                <a:gd name="connsiteX167" fmla="*/ 216169 w 336545"/>
                <a:gd name="connsiteY167" fmla="*/ 515343 h 1039608"/>
                <a:gd name="connsiteX168" fmla="*/ 217724 w 336545"/>
                <a:gd name="connsiteY168" fmla="*/ 523366 h 1039608"/>
                <a:gd name="connsiteX169" fmla="*/ 218026 w 336545"/>
                <a:gd name="connsiteY169" fmla="*/ 525386 h 1039608"/>
                <a:gd name="connsiteX170" fmla="*/ 220258 w 336545"/>
                <a:gd name="connsiteY170" fmla="*/ 526874 h 1039608"/>
                <a:gd name="connsiteX171" fmla="*/ 220677 w 336545"/>
                <a:gd name="connsiteY171" fmla="*/ 532130 h 1039608"/>
                <a:gd name="connsiteX172" fmla="*/ 221003 w 336545"/>
                <a:gd name="connsiteY172" fmla="*/ 537292 h 1039608"/>
                <a:gd name="connsiteX173" fmla="*/ 222491 w 336545"/>
                <a:gd name="connsiteY173" fmla="*/ 538037 h 1039608"/>
                <a:gd name="connsiteX174" fmla="*/ 222907 w 336545"/>
                <a:gd name="connsiteY174" fmla="*/ 545548 h 1039608"/>
                <a:gd name="connsiteX175" fmla="*/ 223235 w 336545"/>
                <a:gd name="connsiteY175" fmla="*/ 547710 h 1039608"/>
                <a:gd name="connsiteX176" fmla="*/ 225467 w 336545"/>
                <a:gd name="connsiteY176" fmla="*/ 548455 h 1039608"/>
                <a:gd name="connsiteX177" fmla="*/ 225909 w 336545"/>
                <a:gd name="connsiteY177" fmla="*/ 555966 h 1039608"/>
                <a:gd name="connsiteX178" fmla="*/ 226212 w 336545"/>
                <a:gd name="connsiteY178" fmla="*/ 558128 h 1039608"/>
                <a:gd name="connsiteX179" fmla="*/ 228444 w 336545"/>
                <a:gd name="connsiteY179" fmla="*/ 558872 h 1039608"/>
                <a:gd name="connsiteX180" fmla="*/ 228863 w 336545"/>
                <a:gd name="connsiteY180" fmla="*/ 564081 h 1039608"/>
                <a:gd name="connsiteX181" fmla="*/ 229188 w 336545"/>
                <a:gd name="connsiteY181" fmla="*/ 569290 h 1039608"/>
                <a:gd name="connsiteX182" fmla="*/ 230676 w 336545"/>
                <a:gd name="connsiteY182" fmla="*/ 570035 h 1039608"/>
                <a:gd name="connsiteX183" fmla="*/ 231141 w 336545"/>
                <a:gd name="connsiteY183" fmla="*/ 575290 h 1039608"/>
                <a:gd name="connsiteX184" fmla="*/ 231310 w 336545"/>
                <a:gd name="connsiteY184" fmla="*/ 578200 h 1039608"/>
                <a:gd name="connsiteX185" fmla="*/ 231421 w 336545"/>
                <a:gd name="connsiteY185" fmla="*/ 580453 h 1039608"/>
                <a:gd name="connsiteX186" fmla="*/ 233653 w 336545"/>
                <a:gd name="connsiteY186" fmla="*/ 580453 h 1039608"/>
                <a:gd name="connsiteX187" fmla="*/ 234397 w 336545"/>
                <a:gd name="connsiteY187" fmla="*/ 591615 h 1039608"/>
                <a:gd name="connsiteX188" fmla="*/ 236630 w 336545"/>
                <a:gd name="connsiteY188" fmla="*/ 591615 h 1039608"/>
                <a:gd name="connsiteX189" fmla="*/ 236740 w 336545"/>
                <a:gd name="connsiteY189" fmla="*/ 593705 h 1039608"/>
                <a:gd name="connsiteX190" fmla="*/ 236909 w 336545"/>
                <a:gd name="connsiteY190" fmla="*/ 596405 h 1039608"/>
                <a:gd name="connsiteX191" fmla="*/ 237066 w 336545"/>
                <a:gd name="connsiteY191" fmla="*/ 599100 h 1039608"/>
                <a:gd name="connsiteX192" fmla="*/ 237374 w 336545"/>
                <a:gd name="connsiteY192" fmla="*/ 601288 h 1039608"/>
                <a:gd name="connsiteX193" fmla="*/ 238862 w 336545"/>
                <a:gd name="connsiteY193" fmla="*/ 602033 h 1039608"/>
                <a:gd name="connsiteX194" fmla="*/ 239278 w 336545"/>
                <a:gd name="connsiteY194" fmla="*/ 608817 h 1039608"/>
                <a:gd name="connsiteX195" fmla="*/ 240716 w 336545"/>
                <a:gd name="connsiteY195" fmla="*/ 612029 h 1039608"/>
                <a:gd name="connsiteX196" fmla="*/ 242350 w 336545"/>
                <a:gd name="connsiteY196" fmla="*/ 618543 h 1039608"/>
                <a:gd name="connsiteX197" fmla="*/ 242498 w 336545"/>
                <a:gd name="connsiteY197" fmla="*/ 621412 h 1039608"/>
                <a:gd name="connsiteX198" fmla="*/ 242583 w 336545"/>
                <a:gd name="connsiteY198" fmla="*/ 623613 h 1039608"/>
                <a:gd name="connsiteX199" fmla="*/ 244815 w 336545"/>
                <a:gd name="connsiteY199" fmla="*/ 622869 h 1039608"/>
                <a:gd name="connsiteX200" fmla="*/ 244815 w 336545"/>
                <a:gd name="connsiteY200" fmla="*/ 634031 h 1039608"/>
                <a:gd name="connsiteX201" fmla="*/ 247048 w 336545"/>
                <a:gd name="connsiteY201" fmla="*/ 634031 h 1039608"/>
                <a:gd name="connsiteX202" fmla="*/ 247792 w 336545"/>
                <a:gd name="connsiteY202" fmla="*/ 645193 h 1039608"/>
                <a:gd name="connsiteX203" fmla="*/ 250024 w 336545"/>
                <a:gd name="connsiteY203" fmla="*/ 645193 h 1039608"/>
                <a:gd name="connsiteX204" fmla="*/ 250108 w 336545"/>
                <a:gd name="connsiteY204" fmla="*/ 647283 h 1039608"/>
                <a:gd name="connsiteX205" fmla="*/ 250257 w 336545"/>
                <a:gd name="connsiteY205" fmla="*/ 649983 h 1039608"/>
                <a:gd name="connsiteX206" fmla="*/ 250387 w 336545"/>
                <a:gd name="connsiteY206" fmla="*/ 652678 h 1039608"/>
                <a:gd name="connsiteX207" fmla="*/ 250768 w 336545"/>
                <a:gd name="connsiteY207" fmla="*/ 654867 h 1039608"/>
                <a:gd name="connsiteX208" fmla="*/ 253001 w 336545"/>
                <a:gd name="connsiteY208" fmla="*/ 655611 h 1039608"/>
                <a:gd name="connsiteX209" fmla="*/ 253419 w 336545"/>
                <a:gd name="connsiteY209" fmla="*/ 660820 h 1039608"/>
                <a:gd name="connsiteX210" fmla="*/ 253745 w 336545"/>
                <a:gd name="connsiteY210" fmla="*/ 666029 h 1039608"/>
                <a:gd name="connsiteX211" fmla="*/ 255233 w 336545"/>
                <a:gd name="connsiteY211" fmla="*/ 666773 h 1039608"/>
                <a:gd name="connsiteX212" fmla="*/ 256070 w 336545"/>
                <a:gd name="connsiteY212" fmla="*/ 671656 h 1039608"/>
                <a:gd name="connsiteX213" fmla="*/ 256448 w 336545"/>
                <a:gd name="connsiteY213" fmla="*/ 674357 h 1039608"/>
                <a:gd name="connsiteX214" fmla="*/ 256721 w 336545"/>
                <a:gd name="connsiteY214" fmla="*/ 676447 h 1039608"/>
                <a:gd name="connsiteX215" fmla="*/ 258210 w 336545"/>
                <a:gd name="connsiteY215" fmla="*/ 676447 h 1039608"/>
                <a:gd name="connsiteX216" fmla="*/ 258954 w 336545"/>
                <a:gd name="connsiteY216" fmla="*/ 688353 h 1039608"/>
                <a:gd name="connsiteX217" fmla="*/ 261186 w 336545"/>
                <a:gd name="connsiteY217" fmla="*/ 687609 h 1039608"/>
                <a:gd name="connsiteX218" fmla="*/ 261323 w 336545"/>
                <a:gd name="connsiteY218" fmla="*/ 689835 h 1039608"/>
                <a:gd name="connsiteX219" fmla="*/ 261512 w 336545"/>
                <a:gd name="connsiteY219" fmla="*/ 692725 h 1039608"/>
                <a:gd name="connsiteX220" fmla="*/ 261695 w 336545"/>
                <a:gd name="connsiteY220" fmla="*/ 695602 h 1039608"/>
                <a:gd name="connsiteX221" fmla="*/ 262674 w 336545"/>
                <a:gd name="connsiteY221" fmla="*/ 699515 h 1039608"/>
                <a:gd name="connsiteX222" fmla="*/ 262676 w 336545"/>
                <a:gd name="connsiteY222" fmla="*/ 697717 h 1039608"/>
                <a:gd name="connsiteX223" fmla="*/ 262856 w 336545"/>
                <a:gd name="connsiteY223" fmla="*/ 503985 h 1039608"/>
                <a:gd name="connsiteX224" fmla="*/ 262859 w 336545"/>
                <a:gd name="connsiteY224" fmla="*/ 501064 h 1039608"/>
                <a:gd name="connsiteX225" fmla="*/ 262919 w 336545"/>
                <a:gd name="connsiteY225" fmla="*/ 439760 h 1039608"/>
                <a:gd name="connsiteX226" fmla="*/ 262950 w 336545"/>
                <a:gd name="connsiteY226" fmla="*/ 408966 h 1039608"/>
                <a:gd name="connsiteX227" fmla="*/ 262955 w 336545"/>
                <a:gd name="connsiteY227" fmla="*/ 404321 h 1039608"/>
                <a:gd name="connsiteX228" fmla="*/ 262999 w 336545"/>
                <a:gd name="connsiteY228" fmla="*/ 359233 h 1039608"/>
                <a:gd name="connsiteX229" fmla="*/ 263000 w 336545"/>
                <a:gd name="connsiteY229" fmla="*/ 357675 h 1039608"/>
                <a:gd name="connsiteX230" fmla="*/ 263023 w 336545"/>
                <a:gd name="connsiteY230" fmla="*/ 332766 h 1039608"/>
                <a:gd name="connsiteX231" fmla="*/ 263024 w 336545"/>
                <a:gd name="connsiteY231" fmla="*/ 331211 h 1039608"/>
                <a:gd name="connsiteX232" fmla="*/ 263046 w 336545"/>
                <a:gd name="connsiteY232" fmla="*/ 306393 h 1039608"/>
                <a:gd name="connsiteX233" fmla="*/ 263145 w 336545"/>
                <a:gd name="connsiteY233" fmla="*/ 202665 h 1039608"/>
                <a:gd name="connsiteX234" fmla="*/ 263160 w 336545"/>
                <a:gd name="connsiteY234" fmla="*/ 188250 h 1039608"/>
                <a:gd name="connsiteX235" fmla="*/ 263163 w 336545"/>
                <a:gd name="connsiteY235" fmla="*/ 185384 h 1039608"/>
                <a:gd name="connsiteX236" fmla="*/ 263204 w 336545"/>
                <a:gd name="connsiteY236" fmla="*/ 139618 h 1039608"/>
                <a:gd name="connsiteX237" fmla="*/ 263249 w 336545"/>
                <a:gd name="connsiteY237" fmla="*/ 93663 h 1039608"/>
                <a:gd name="connsiteX238" fmla="*/ 263274 w 336545"/>
                <a:gd name="connsiteY238" fmla="*/ 66325 h 1039608"/>
                <a:gd name="connsiteX239" fmla="*/ 263293 w 336545"/>
                <a:gd name="connsiteY239" fmla="*/ 48096 h 1039608"/>
                <a:gd name="connsiteX240" fmla="*/ 263302 w 336545"/>
                <a:gd name="connsiteY240" fmla="*/ 37689 h 1039608"/>
                <a:gd name="connsiteX241" fmla="*/ 263313 w 336545"/>
                <a:gd name="connsiteY241" fmla="*/ 28240 h 1039608"/>
                <a:gd name="connsiteX242" fmla="*/ 263314 w 336545"/>
                <a:gd name="connsiteY242" fmla="*/ 24824 h 1039608"/>
                <a:gd name="connsiteX243" fmla="*/ 263321 w 336545"/>
                <a:gd name="connsiteY243" fmla="*/ 20220 h 1039608"/>
                <a:gd name="connsiteX244" fmla="*/ 263324 w 336545"/>
                <a:gd name="connsiteY244" fmla="*/ 17634 h 1039608"/>
                <a:gd name="connsiteX245" fmla="*/ 264163 w 336545"/>
                <a:gd name="connsiteY245" fmla="*/ 14162 h 1039608"/>
                <a:gd name="connsiteX246" fmla="*/ 267214 w 336545"/>
                <a:gd name="connsiteY246" fmla="*/ 13978 h 1039608"/>
                <a:gd name="connsiteX247" fmla="*/ 269206 w 336545"/>
                <a:gd name="connsiteY247" fmla="*/ 13968 h 1039608"/>
                <a:gd name="connsiteX248" fmla="*/ 271408 w 336545"/>
                <a:gd name="connsiteY248" fmla="*/ 13981 h 1039608"/>
                <a:gd name="connsiteX249" fmla="*/ 273714 w 336545"/>
                <a:gd name="connsiteY249" fmla="*/ 13977 h 1039608"/>
                <a:gd name="connsiteX250" fmla="*/ 281301 w 336545"/>
                <a:gd name="connsiteY250" fmla="*/ 13990 h 1039608"/>
                <a:gd name="connsiteX251" fmla="*/ 286548 w 336545"/>
                <a:gd name="connsiteY251" fmla="*/ 13991 h 1039608"/>
                <a:gd name="connsiteX252" fmla="*/ 297561 w 336545"/>
                <a:gd name="connsiteY252" fmla="*/ 14008 h 1039608"/>
                <a:gd name="connsiteX253" fmla="*/ 311712 w 336545"/>
                <a:gd name="connsiteY253" fmla="*/ 14023 h 1039608"/>
                <a:gd name="connsiteX254" fmla="*/ 322552 w 336545"/>
                <a:gd name="connsiteY254" fmla="*/ 14033 h 1039608"/>
                <a:gd name="connsiteX255" fmla="*/ 327771 w 336545"/>
                <a:gd name="connsiteY255" fmla="*/ 14037 h 1039608"/>
                <a:gd name="connsiteX256" fmla="*/ 335052 w 336545"/>
                <a:gd name="connsiteY256" fmla="*/ 14053 h 1039608"/>
                <a:gd name="connsiteX257" fmla="*/ 337255 w 336545"/>
                <a:gd name="connsiteY257" fmla="*/ 14052 h 1039608"/>
                <a:gd name="connsiteX258" fmla="*/ 339247 w 336545"/>
                <a:gd name="connsiteY258" fmla="*/ 14062 h 1039608"/>
                <a:gd name="connsiteX259" fmla="*/ 340988 w 336545"/>
                <a:gd name="connsiteY259" fmla="*/ 14066 h 1039608"/>
                <a:gd name="connsiteX260" fmla="*/ 343042 w 336545"/>
                <a:gd name="connsiteY260" fmla="*/ 14906 h 1039608"/>
                <a:gd name="connsiteX261" fmla="*/ 343134 w 336545"/>
                <a:gd name="connsiteY261" fmla="*/ 21478 h 1039608"/>
                <a:gd name="connsiteX262" fmla="*/ 343137 w 336545"/>
                <a:gd name="connsiteY262" fmla="*/ 23607 h 1039608"/>
                <a:gd name="connsiteX263" fmla="*/ 343133 w 336545"/>
                <a:gd name="connsiteY263" fmla="*/ 30779 h 1039608"/>
                <a:gd name="connsiteX264" fmla="*/ 343136 w 336545"/>
                <a:gd name="connsiteY264" fmla="*/ 35952 h 1039608"/>
                <a:gd name="connsiteX265" fmla="*/ 343134 w 336545"/>
                <a:gd name="connsiteY265" fmla="*/ 48791 h 1039608"/>
                <a:gd name="connsiteX266" fmla="*/ 343133 w 336545"/>
                <a:gd name="connsiteY266" fmla="*/ 64264 h 1039608"/>
                <a:gd name="connsiteX267" fmla="*/ 343130 w 336545"/>
                <a:gd name="connsiteY267" fmla="*/ 93186 h 1039608"/>
                <a:gd name="connsiteX268" fmla="*/ 343126 w 336545"/>
                <a:gd name="connsiteY268" fmla="*/ 122513 h 1039608"/>
                <a:gd name="connsiteX269" fmla="*/ 343126 w 336545"/>
                <a:gd name="connsiteY269" fmla="*/ 124381 h 1039608"/>
                <a:gd name="connsiteX270" fmla="*/ 343126 w 336545"/>
                <a:gd name="connsiteY270" fmla="*/ 133809 h 1039608"/>
                <a:gd name="connsiteX271" fmla="*/ 343120 w 336545"/>
                <a:gd name="connsiteY271" fmla="*/ 202133 h 1039608"/>
                <a:gd name="connsiteX272" fmla="*/ 343112 w 336545"/>
                <a:gd name="connsiteY272" fmla="*/ 269817 h 1039608"/>
                <a:gd name="connsiteX273" fmla="*/ 343112 w 336545"/>
                <a:gd name="connsiteY273" fmla="*/ 271939 h 1039608"/>
                <a:gd name="connsiteX274" fmla="*/ 343112 w 336545"/>
                <a:gd name="connsiteY274" fmla="*/ 291120 h 1039608"/>
                <a:gd name="connsiteX275" fmla="*/ 343109 w 336545"/>
                <a:gd name="connsiteY275" fmla="*/ 338810 h 1039608"/>
                <a:gd name="connsiteX276" fmla="*/ 343109 w 336545"/>
                <a:gd name="connsiteY276" fmla="*/ 341003 h 1039608"/>
                <a:gd name="connsiteX277" fmla="*/ 343098 w 336545"/>
                <a:gd name="connsiteY277" fmla="*/ 446712 h 1039608"/>
                <a:gd name="connsiteX278" fmla="*/ 343093 w 336545"/>
                <a:gd name="connsiteY278" fmla="*/ 483406 h 1039608"/>
                <a:gd name="connsiteX279" fmla="*/ 343092 w 336545"/>
                <a:gd name="connsiteY279" fmla="*/ 485705 h 1039608"/>
                <a:gd name="connsiteX280" fmla="*/ 343083 w 336545"/>
                <a:gd name="connsiteY280" fmla="*/ 591451 h 1039608"/>
                <a:gd name="connsiteX281" fmla="*/ 343082 w 336545"/>
                <a:gd name="connsiteY281" fmla="*/ 598314 h 1039608"/>
                <a:gd name="connsiteX282" fmla="*/ 343079 w 336545"/>
                <a:gd name="connsiteY282" fmla="*/ 643796 h 1039608"/>
                <a:gd name="connsiteX283" fmla="*/ 343073 w 336545"/>
                <a:gd name="connsiteY283" fmla="*/ 734297 h 1039608"/>
                <a:gd name="connsiteX284" fmla="*/ 343073 w 336545"/>
                <a:gd name="connsiteY284" fmla="*/ 738607 h 1039608"/>
                <a:gd name="connsiteX285" fmla="*/ 343053 w 336545"/>
                <a:gd name="connsiteY285" fmla="*/ 932696 h 1039608"/>
                <a:gd name="connsiteX286" fmla="*/ 343053 w 336545"/>
                <a:gd name="connsiteY286" fmla="*/ 934532 h 1039608"/>
                <a:gd name="connsiteX287" fmla="*/ 343042 w 336545"/>
                <a:gd name="connsiteY287" fmla="*/ 1025449 h 1039608"/>
                <a:gd name="connsiteX288" fmla="*/ 338434 w 336545"/>
                <a:gd name="connsiteY288" fmla="*/ 1025883 h 1039608"/>
                <a:gd name="connsiteX289" fmla="*/ 337089 w 336545"/>
                <a:gd name="connsiteY289" fmla="*/ 1026193 h 1039608"/>
                <a:gd name="connsiteX290" fmla="*/ 336344 w 336545"/>
                <a:gd name="connsiteY290" fmla="*/ 1029169 h 1039608"/>
                <a:gd name="connsiteX291" fmla="*/ 331551 w 336545"/>
                <a:gd name="connsiteY291" fmla="*/ 1029623 h 1039608"/>
                <a:gd name="connsiteX292" fmla="*/ 328608 w 336545"/>
                <a:gd name="connsiteY292" fmla="*/ 1029695 h 1039608"/>
                <a:gd name="connsiteX293" fmla="*/ 325508 w 336545"/>
                <a:gd name="connsiteY293" fmla="*/ 1029727 h 1039608"/>
                <a:gd name="connsiteX294" fmla="*/ 322399 w 336545"/>
                <a:gd name="connsiteY294" fmla="*/ 1029794 h 1039608"/>
                <a:gd name="connsiteX295" fmla="*/ 314764 w 336545"/>
                <a:gd name="connsiteY295" fmla="*/ 1029913 h 1039608"/>
                <a:gd name="connsiteX296" fmla="*/ 314764 w 336545"/>
                <a:gd name="connsiteY296" fmla="*/ 1032146 h 1039608"/>
                <a:gd name="connsiteX297" fmla="*/ 299140 w 336545"/>
                <a:gd name="connsiteY297" fmla="*/ 1032843 h 1039608"/>
                <a:gd name="connsiteX298" fmla="*/ 294673 w 336545"/>
                <a:gd name="connsiteY298" fmla="*/ 1033634 h 1039608"/>
                <a:gd name="connsiteX299" fmla="*/ 294673 w 336545"/>
                <a:gd name="connsiteY299" fmla="*/ 1035867 h 1039608"/>
                <a:gd name="connsiteX300" fmla="*/ 292772 w 336545"/>
                <a:gd name="connsiteY300" fmla="*/ 1035888 h 1039608"/>
                <a:gd name="connsiteX301" fmla="*/ 285811 w 336545"/>
                <a:gd name="connsiteY301" fmla="*/ 1036021 h 1039608"/>
                <a:gd name="connsiteX302" fmla="*/ 282795 w 336545"/>
                <a:gd name="connsiteY302" fmla="*/ 1036068 h 1039608"/>
                <a:gd name="connsiteX303" fmla="*/ 278467 w 336545"/>
                <a:gd name="connsiteY303" fmla="*/ 1036157 h 1039608"/>
                <a:gd name="connsiteX304" fmla="*/ 275834 w 336545"/>
                <a:gd name="connsiteY304" fmla="*/ 1036204 h 1039608"/>
                <a:gd name="connsiteX305" fmla="*/ 273837 w 336545"/>
                <a:gd name="connsiteY305" fmla="*/ 1036611 h 1039608"/>
                <a:gd name="connsiteX306" fmla="*/ 273092 w 336545"/>
                <a:gd name="connsiteY306" fmla="*/ 1039587 h 1039608"/>
                <a:gd name="connsiteX307" fmla="*/ 267139 w 336545"/>
                <a:gd name="connsiteY307" fmla="*/ 1039587 h 1039608"/>
                <a:gd name="connsiteX308" fmla="*/ 265651 w 336545"/>
                <a:gd name="connsiteY308" fmla="*/ 1035122 h 1039608"/>
                <a:gd name="connsiteX309" fmla="*/ 264163 w 336545"/>
                <a:gd name="connsiteY309" fmla="*/ 1034378 h 1039608"/>
                <a:gd name="connsiteX310" fmla="*/ 263419 w 336545"/>
                <a:gd name="connsiteY310" fmla="*/ 1028425 h 1039608"/>
                <a:gd name="connsiteX311" fmla="*/ 262674 w 336545"/>
                <a:gd name="connsiteY311" fmla="*/ 1023960 h 1039608"/>
                <a:gd name="connsiteX312" fmla="*/ 261186 w 336545"/>
                <a:gd name="connsiteY312" fmla="*/ 1023216 h 1039608"/>
                <a:gd name="connsiteX313" fmla="*/ 260814 w 336545"/>
                <a:gd name="connsiteY313" fmla="*/ 1018798 h 1039608"/>
                <a:gd name="connsiteX314" fmla="*/ 258954 w 336545"/>
                <a:gd name="connsiteY314" fmla="*/ 1012798 h 1039608"/>
                <a:gd name="connsiteX315" fmla="*/ 258210 w 336545"/>
                <a:gd name="connsiteY315" fmla="*/ 1012798 h 1039608"/>
                <a:gd name="connsiteX316" fmla="*/ 258125 w 336545"/>
                <a:gd name="connsiteY316" fmla="*/ 1010761 h 1039608"/>
                <a:gd name="connsiteX317" fmla="*/ 257977 w 336545"/>
                <a:gd name="connsiteY317" fmla="*/ 1008101 h 1039608"/>
                <a:gd name="connsiteX318" fmla="*/ 257846 w 336545"/>
                <a:gd name="connsiteY318" fmla="*/ 1005459 h 1039608"/>
                <a:gd name="connsiteX319" fmla="*/ 256349 w 336545"/>
                <a:gd name="connsiteY319" fmla="*/ 1002008 h 1039608"/>
                <a:gd name="connsiteX320" fmla="*/ 254721 w 336545"/>
                <a:gd name="connsiteY320" fmla="*/ 995915 h 1039608"/>
                <a:gd name="connsiteX321" fmla="*/ 254573 w 336545"/>
                <a:gd name="connsiteY321" fmla="*/ 993256 h 1039608"/>
                <a:gd name="connsiteX322" fmla="*/ 254489 w 336545"/>
                <a:gd name="connsiteY322" fmla="*/ 991218 h 1039608"/>
                <a:gd name="connsiteX323" fmla="*/ 253001 w 336545"/>
                <a:gd name="connsiteY323" fmla="*/ 991218 h 1039608"/>
                <a:gd name="connsiteX324" fmla="*/ 252256 w 336545"/>
                <a:gd name="connsiteY324" fmla="*/ 980800 h 1039608"/>
                <a:gd name="connsiteX325" fmla="*/ 250024 w 336545"/>
                <a:gd name="connsiteY325" fmla="*/ 980800 h 1039608"/>
                <a:gd name="connsiteX326" fmla="*/ 249940 w 336545"/>
                <a:gd name="connsiteY326" fmla="*/ 978574 h 1039608"/>
                <a:gd name="connsiteX327" fmla="*/ 249792 w 336545"/>
                <a:gd name="connsiteY327" fmla="*/ 975684 h 1039608"/>
                <a:gd name="connsiteX328" fmla="*/ 249661 w 336545"/>
                <a:gd name="connsiteY328" fmla="*/ 972806 h 1039608"/>
                <a:gd name="connsiteX329" fmla="*/ 249280 w 336545"/>
                <a:gd name="connsiteY329" fmla="*/ 970382 h 1039608"/>
                <a:gd name="connsiteX330" fmla="*/ 247048 w 336545"/>
                <a:gd name="connsiteY330" fmla="*/ 968894 h 1039608"/>
                <a:gd name="connsiteX331" fmla="*/ 246908 w 336545"/>
                <a:gd name="connsiteY331" fmla="*/ 963964 h 1039608"/>
                <a:gd name="connsiteX332" fmla="*/ 246969 w 336545"/>
                <a:gd name="connsiteY332" fmla="*/ 961284 h 1039608"/>
                <a:gd name="connsiteX333" fmla="*/ 247048 w 336545"/>
                <a:gd name="connsiteY333" fmla="*/ 959220 h 1039608"/>
                <a:gd name="connsiteX334" fmla="*/ 244815 w 336545"/>
                <a:gd name="connsiteY334" fmla="*/ 959220 h 1039608"/>
                <a:gd name="connsiteX335" fmla="*/ 244071 w 336545"/>
                <a:gd name="connsiteY335" fmla="*/ 948058 h 1039608"/>
                <a:gd name="connsiteX336" fmla="*/ 241839 w 336545"/>
                <a:gd name="connsiteY336" fmla="*/ 948058 h 1039608"/>
                <a:gd name="connsiteX337" fmla="*/ 241754 w 336545"/>
                <a:gd name="connsiteY337" fmla="*/ 946157 h 1039608"/>
                <a:gd name="connsiteX338" fmla="*/ 241606 w 336545"/>
                <a:gd name="connsiteY338" fmla="*/ 943686 h 1039608"/>
                <a:gd name="connsiteX339" fmla="*/ 241475 w 336545"/>
                <a:gd name="connsiteY339" fmla="*/ 941227 h 1039608"/>
                <a:gd name="connsiteX340" fmla="*/ 241094 w 336545"/>
                <a:gd name="connsiteY340" fmla="*/ 939128 h 1039608"/>
                <a:gd name="connsiteX341" fmla="*/ 238862 w 336545"/>
                <a:gd name="connsiteY341" fmla="*/ 937640 h 1039608"/>
                <a:gd name="connsiteX342" fmla="*/ 238769 w 336545"/>
                <a:gd name="connsiteY342" fmla="*/ 934431 h 1039608"/>
                <a:gd name="connsiteX343" fmla="*/ 238118 w 336545"/>
                <a:gd name="connsiteY343" fmla="*/ 927222 h 1039608"/>
                <a:gd name="connsiteX344" fmla="*/ 236630 w 336545"/>
                <a:gd name="connsiteY344" fmla="*/ 927222 h 1039608"/>
                <a:gd name="connsiteX345" fmla="*/ 236519 w 336545"/>
                <a:gd name="connsiteY345" fmla="*/ 925158 h 1039608"/>
                <a:gd name="connsiteX346" fmla="*/ 236350 w 336545"/>
                <a:gd name="connsiteY346" fmla="*/ 922478 h 1039608"/>
                <a:gd name="connsiteX347" fmla="*/ 236194 w 336545"/>
                <a:gd name="connsiteY347" fmla="*/ 919810 h 1039608"/>
                <a:gd name="connsiteX348" fmla="*/ 234397 w 336545"/>
                <a:gd name="connsiteY348" fmla="*/ 916060 h 1039608"/>
                <a:gd name="connsiteX349" fmla="*/ 233653 w 336545"/>
                <a:gd name="connsiteY349" fmla="*/ 916060 h 1039608"/>
                <a:gd name="connsiteX350" fmla="*/ 233569 w 336545"/>
                <a:gd name="connsiteY350" fmla="*/ 913996 h 1039608"/>
                <a:gd name="connsiteX351" fmla="*/ 233420 w 336545"/>
                <a:gd name="connsiteY351" fmla="*/ 911316 h 1039608"/>
                <a:gd name="connsiteX352" fmla="*/ 233290 w 336545"/>
                <a:gd name="connsiteY352" fmla="*/ 908648 h 1039608"/>
                <a:gd name="connsiteX353" fmla="*/ 232909 w 336545"/>
                <a:gd name="connsiteY353" fmla="*/ 906386 h 1039608"/>
                <a:gd name="connsiteX354" fmla="*/ 230676 w 336545"/>
                <a:gd name="connsiteY354" fmla="*/ 904898 h 1039608"/>
                <a:gd name="connsiteX355" fmla="*/ 230537 w 336545"/>
                <a:gd name="connsiteY355" fmla="*/ 899596 h 1039608"/>
                <a:gd name="connsiteX356" fmla="*/ 230598 w 336545"/>
                <a:gd name="connsiteY356" fmla="*/ 896706 h 1039608"/>
                <a:gd name="connsiteX357" fmla="*/ 230676 w 336545"/>
                <a:gd name="connsiteY357" fmla="*/ 894480 h 1039608"/>
                <a:gd name="connsiteX358" fmla="*/ 228444 w 336545"/>
                <a:gd name="connsiteY358" fmla="*/ 894480 h 1039608"/>
                <a:gd name="connsiteX359" fmla="*/ 227700 w 336545"/>
                <a:gd name="connsiteY359" fmla="*/ 884062 h 1039608"/>
                <a:gd name="connsiteX360" fmla="*/ 225467 w 336545"/>
                <a:gd name="connsiteY360" fmla="*/ 884062 h 1039608"/>
                <a:gd name="connsiteX361" fmla="*/ 225383 w 336545"/>
                <a:gd name="connsiteY361" fmla="*/ 881809 h 1039608"/>
                <a:gd name="connsiteX362" fmla="*/ 225235 w 336545"/>
                <a:gd name="connsiteY362" fmla="*/ 878899 h 1039608"/>
                <a:gd name="connsiteX363" fmla="*/ 225104 w 336545"/>
                <a:gd name="connsiteY363" fmla="*/ 875995 h 1039608"/>
                <a:gd name="connsiteX364" fmla="*/ 224723 w 336545"/>
                <a:gd name="connsiteY364" fmla="*/ 873644 h 1039608"/>
                <a:gd name="connsiteX365" fmla="*/ 222491 w 336545"/>
                <a:gd name="connsiteY365" fmla="*/ 872900 h 1039608"/>
                <a:gd name="connsiteX366" fmla="*/ 221979 w 336545"/>
                <a:gd name="connsiteY366" fmla="*/ 868016 h 1039608"/>
                <a:gd name="connsiteX367" fmla="*/ 221831 w 336545"/>
                <a:gd name="connsiteY367" fmla="*/ 865316 h 1039608"/>
                <a:gd name="connsiteX368" fmla="*/ 221747 w 336545"/>
                <a:gd name="connsiteY368" fmla="*/ 863226 h 1039608"/>
                <a:gd name="connsiteX369" fmla="*/ 220258 w 336545"/>
                <a:gd name="connsiteY369" fmla="*/ 863226 h 1039608"/>
                <a:gd name="connsiteX370" fmla="*/ 220148 w 336545"/>
                <a:gd name="connsiteY370" fmla="*/ 861162 h 1039608"/>
                <a:gd name="connsiteX371" fmla="*/ 219979 w 336545"/>
                <a:gd name="connsiteY371" fmla="*/ 858482 h 1039608"/>
                <a:gd name="connsiteX372" fmla="*/ 219822 w 336545"/>
                <a:gd name="connsiteY372" fmla="*/ 855814 h 1039608"/>
                <a:gd name="connsiteX373" fmla="*/ 218026 w 336545"/>
                <a:gd name="connsiteY373" fmla="*/ 852064 h 1039608"/>
                <a:gd name="connsiteX374" fmla="*/ 217282 w 336545"/>
                <a:gd name="connsiteY374" fmla="*/ 852064 h 1039608"/>
                <a:gd name="connsiteX375" fmla="*/ 217198 w 336545"/>
                <a:gd name="connsiteY375" fmla="*/ 849974 h 1039608"/>
                <a:gd name="connsiteX376" fmla="*/ 217049 w 336545"/>
                <a:gd name="connsiteY376" fmla="*/ 847273 h 1039608"/>
                <a:gd name="connsiteX377" fmla="*/ 216919 w 336545"/>
                <a:gd name="connsiteY377" fmla="*/ 844579 h 1039608"/>
                <a:gd name="connsiteX378" fmla="*/ 216538 w 336545"/>
                <a:gd name="connsiteY378" fmla="*/ 842390 h 1039608"/>
                <a:gd name="connsiteX379" fmla="*/ 214305 w 336545"/>
                <a:gd name="connsiteY379" fmla="*/ 841646 h 1039608"/>
                <a:gd name="connsiteX380" fmla="*/ 214166 w 336545"/>
                <a:gd name="connsiteY380" fmla="*/ 836018 h 1039608"/>
                <a:gd name="connsiteX381" fmla="*/ 214196 w 336545"/>
                <a:gd name="connsiteY381" fmla="*/ 834415 h 1039608"/>
                <a:gd name="connsiteX382" fmla="*/ 214305 w 336545"/>
                <a:gd name="connsiteY382" fmla="*/ 830484 h 1039608"/>
                <a:gd name="connsiteX383" fmla="*/ 212073 w 336545"/>
                <a:gd name="connsiteY383" fmla="*/ 830484 h 1039608"/>
                <a:gd name="connsiteX384" fmla="*/ 211329 w 336545"/>
                <a:gd name="connsiteY384" fmla="*/ 820066 h 1039608"/>
                <a:gd name="connsiteX385" fmla="*/ 209096 w 336545"/>
                <a:gd name="connsiteY385" fmla="*/ 820066 h 1039608"/>
                <a:gd name="connsiteX386" fmla="*/ 209012 w 336545"/>
                <a:gd name="connsiteY386" fmla="*/ 817813 h 1039608"/>
                <a:gd name="connsiteX387" fmla="*/ 208864 w 336545"/>
                <a:gd name="connsiteY387" fmla="*/ 814903 h 1039608"/>
                <a:gd name="connsiteX388" fmla="*/ 208733 w 336545"/>
                <a:gd name="connsiteY388" fmla="*/ 811999 h 1039608"/>
                <a:gd name="connsiteX389" fmla="*/ 208352 w 336545"/>
                <a:gd name="connsiteY389" fmla="*/ 809648 h 1039608"/>
                <a:gd name="connsiteX390" fmla="*/ 206120 w 336545"/>
                <a:gd name="connsiteY390" fmla="*/ 808904 h 1039608"/>
                <a:gd name="connsiteX391" fmla="*/ 205701 w 336545"/>
                <a:gd name="connsiteY391" fmla="*/ 804067 h 1039608"/>
                <a:gd name="connsiteX392" fmla="*/ 205376 w 336545"/>
                <a:gd name="connsiteY392" fmla="*/ 799230 h 1039608"/>
                <a:gd name="connsiteX393" fmla="*/ 203887 w 336545"/>
                <a:gd name="connsiteY393" fmla="*/ 798486 h 1039608"/>
                <a:gd name="connsiteX394" fmla="*/ 203515 w 336545"/>
                <a:gd name="connsiteY394" fmla="*/ 794067 h 1039608"/>
                <a:gd name="connsiteX395" fmla="*/ 201655 w 336545"/>
                <a:gd name="connsiteY395" fmla="*/ 788068 h 1039608"/>
                <a:gd name="connsiteX396" fmla="*/ 200911 w 336545"/>
                <a:gd name="connsiteY396" fmla="*/ 788068 h 1039608"/>
                <a:gd name="connsiteX397" fmla="*/ 200826 w 336545"/>
                <a:gd name="connsiteY397" fmla="*/ 785815 h 1039608"/>
                <a:gd name="connsiteX398" fmla="*/ 200678 w 336545"/>
                <a:gd name="connsiteY398" fmla="*/ 782905 h 1039608"/>
                <a:gd name="connsiteX399" fmla="*/ 200547 w 336545"/>
                <a:gd name="connsiteY399" fmla="*/ 780001 h 1039608"/>
                <a:gd name="connsiteX400" fmla="*/ 200167 w 336545"/>
                <a:gd name="connsiteY400" fmla="*/ 777650 h 1039608"/>
                <a:gd name="connsiteX401" fmla="*/ 197934 w 336545"/>
                <a:gd name="connsiteY401" fmla="*/ 776906 h 1039608"/>
                <a:gd name="connsiteX402" fmla="*/ 197516 w 336545"/>
                <a:gd name="connsiteY402" fmla="*/ 772069 h 1039608"/>
                <a:gd name="connsiteX403" fmla="*/ 197190 w 336545"/>
                <a:gd name="connsiteY403" fmla="*/ 767232 h 1039608"/>
                <a:gd name="connsiteX404" fmla="*/ 195702 w 336545"/>
                <a:gd name="connsiteY404" fmla="*/ 766488 h 1039608"/>
                <a:gd name="connsiteX405" fmla="*/ 195237 w 336545"/>
                <a:gd name="connsiteY405" fmla="*/ 760860 h 1039608"/>
                <a:gd name="connsiteX406" fmla="*/ 195150 w 336545"/>
                <a:gd name="connsiteY406" fmla="*/ 759257 h 1039608"/>
                <a:gd name="connsiteX407" fmla="*/ 194958 w 336545"/>
                <a:gd name="connsiteY407" fmla="*/ 755326 h 1039608"/>
                <a:gd name="connsiteX408" fmla="*/ 192725 w 336545"/>
                <a:gd name="connsiteY408" fmla="*/ 755326 h 1039608"/>
                <a:gd name="connsiteX409" fmla="*/ 192641 w 336545"/>
                <a:gd name="connsiteY409" fmla="*/ 753236 h 1039608"/>
                <a:gd name="connsiteX410" fmla="*/ 192493 w 336545"/>
                <a:gd name="connsiteY410" fmla="*/ 750535 h 1039608"/>
                <a:gd name="connsiteX411" fmla="*/ 192362 w 336545"/>
                <a:gd name="connsiteY411" fmla="*/ 747841 h 1039608"/>
                <a:gd name="connsiteX412" fmla="*/ 191981 w 336545"/>
                <a:gd name="connsiteY412" fmla="*/ 745652 h 1039608"/>
                <a:gd name="connsiteX413" fmla="*/ 189749 w 336545"/>
                <a:gd name="connsiteY413" fmla="*/ 744908 h 1039608"/>
                <a:gd name="connsiteX414" fmla="*/ 189330 w 336545"/>
                <a:gd name="connsiteY414" fmla="*/ 739699 h 1039608"/>
                <a:gd name="connsiteX415" fmla="*/ 189005 w 336545"/>
                <a:gd name="connsiteY415" fmla="*/ 734490 h 1039608"/>
                <a:gd name="connsiteX416" fmla="*/ 187516 w 336545"/>
                <a:gd name="connsiteY416" fmla="*/ 733745 h 1039608"/>
                <a:gd name="connsiteX417" fmla="*/ 187101 w 336545"/>
                <a:gd name="connsiteY417" fmla="*/ 726816 h 1039608"/>
                <a:gd name="connsiteX418" fmla="*/ 186772 w 336545"/>
                <a:gd name="connsiteY418" fmla="*/ 724816 h 1039608"/>
                <a:gd name="connsiteX419" fmla="*/ 184540 w 336545"/>
                <a:gd name="connsiteY419" fmla="*/ 724072 h 1039608"/>
                <a:gd name="connsiteX420" fmla="*/ 184098 w 336545"/>
                <a:gd name="connsiteY420" fmla="*/ 715979 h 1039608"/>
                <a:gd name="connsiteX421" fmla="*/ 183796 w 336545"/>
                <a:gd name="connsiteY421" fmla="*/ 713654 h 1039608"/>
                <a:gd name="connsiteX422" fmla="*/ 181563 w 336545"/>
                <a:gd name="connsiteY422" fmla="*/ 712910 h 1039608"/>
                <a:gd name="connsiteX423" fmla="*/ 181145 w 336545"/>
                <a:gd name="connsiteY423" fmla="*/ 708073 h 1039608"/>
                <a:gd name="connsiteX424" fmla="*/ 180819 w 336545"/>
                <a:gd name="connsiteY424" fmla="*/ 703236 h 1039608"/>
                <a:gd name="connsiteX425" fmla="*/ 179331 w 336545"/>
                <a:gd name="connsiteY425" fmla="*/ 702492 h 1039608"/>
                <a:gd name="connsiteX426" fmla="*/ 178866 w 336545"/>
                <a:gd name="connsiteY426" fmla="*/ 696864 h 1039608"/>
                <a:gd name="connsiteX427" fmla="*/ 178778 w 336545"/>
                <a:gd name="connsiteY427" fmla="*/ 695261 h 1039608"/>
                <a:gd name="connsiteX428" fmla="*/ 178587 w 336545"/>
                <a:gd name="connsiteY428" fmla="*/ 691329 h 1039608"/>
                <a:gd name="connsiteX429" fmla="*/ 176354 w 336545"/>
                <a:gd name="connsiteY429" fmla="*/ 691329 h 1039608"/>
                <a:gd name="connsiteX430" fmla="*/ 175610 w 336545"/>
                <a:gd name="connsiteY430" fmla="*/ 680912 h 1039608"/>
                <a:gd name="connsiteX431" fmla="*/ 173378 w 336545"/>
                <a:gd name="connsiteY431" fmla="*/ 680912 h 1039608"/>
                <a:gd name="connsiteX432" fmla="*/ 173267 w 336545"/>
                <a:gd name="connsiteY432" fmla="*/ 678659 h 1039608"/>
                <a:gd name="connsiteX433" fmla="*/ 173099 w 336545"/>
                <a:gd name="connsiteY433" fmla="*/ 675749 h 1039608"/>
                <a:gd name="connsiteX434" fmla="*/ 172942 w 336545"/>
                <a:gd name="connsiteY434" fmla="*/ 672845 h 1039608"/>
                <a:gd name="connsiteX435" fmla="*/ 172633 w 336545"/>
                <a:gd name="connsiteY435" fmla="*/ 670494 h 1039608"/>
                <a:gd name="connsiteX436" fmla="*/ 171145 w 336545"/>
                <a:gd name="connsiteY436" fmla="*/ 669749 h 1039608"/>
                <a:gd name="connsiteX437" fmla="*/ 170680 w 336545"/>
                <a:gd name="connsiteY437" fmla="*/ 664494 h 1039608"/>
                <a:gd name="connsiteX438" fmla="*/ 170511 w 336545"/>
                <a:gd name="connsiteY438" fmla="*/ 661584 h 1039608"/>
                <a:gd name="connsiteX439" fmla="*/ 170401 w 336545"/>
                <a:gd name="connsiteY439" fmla="*/ 659331 h 1039608"/>
                <a:gd name="connsiteX440" fmla="*/ 168169 w 336545"/>
                <a:gd name="connsiteY440" fmla="*/ 659331 h 1039608"/>
                <a:gd name="connsiteX441" fmla="*/ 167424 w 336545"/>
                <a:gd name="connsiteY441" fmla="*/ 648913 h 1039608"/>
                <a:gd name="connsiteX442" fmla="*/ 165192 w 336545"/>
                <a:gd name="connsiteY442" fmla="*/ 648913 h 1039608"/>
                <a:gd name="connsiteX443" fmla="*/ 165082 w 336545"/>
                <a:gd name="connsiteY443" fmla="*/ 646498 h 1039608"/>
                <a:gd name="connsiteX444" fmla="*/ 164913 w 336545"/>
                <a:gd name="connsiteY444" fmla="*/ 643379 h 1039608"/>
                <a:gd name="connsiteX445" fmla="*/ 164843 w 336545"/>
                <a:gd name="connsiteY445" fmla="*/ 641785 h 1039608"/>
                <a:gd name="connsiteX446" fmla="*/ 164448 w 336545"/>
                <a:gd name="connsiteY446" fmla="*/ 637751 h 1039608"/>
                <a:gd name="connsiteX447" fmla="*/ 162960 w 336545"/>
                <a:gd name="connsiteY447" fmla="*/ 637007 h 1039608"/>
                <a:gd name="connsiteX448" fmla="*/ 162588 w 336545"/>
                <a:gd name="connsiteY448" fmla="*/ 632961 h 1039608"/>
                <a:gd name="connsiteX449" fmla="*/ 160727 w 336545"/>
                <a:gd name="connsiteY449" fmla="*/ 627333 h 1039608"/>
                <a:gd name="connsiteX450" fmla="*/ 159983 w 336545"/>
                <a:gd name="connsiteY450" fmla="*/ 627333 h 1039608"/>
                <a:gd name="connsiteX451" fmla="*/ 159239 w 336545"/>
                <a:gd name="connsiteY451" fmla="*/ 616171 h 1039608"/>
                <a:gd name="connsiteX452" fmla="*/ 157006 w 336545"/>
                <a:gd name="connsiteY452" fmla="*/ 616171 h 1039608"/>
                <a:gd name="connsiteX453" fmla="*/ 156896 w 336545"/>
                <a:gd name="connsiteY453" fmla="*/ 614081 h 1039608"/>
                <a:gd name="connsiteX454" fmla="*/ 156727 w 336545"/>
                <a:gd name="connsiteY454" fmla="*/ 611381 h 1039608"/>
                <a:gd name="connsiteX455" fmla="*/ 156570 w 336545"/>
                <a:gd name="connsiteY455" fmla="*/ 608686 h 1039608"/>
                <a:gd name="connsiteX456" fmla="*/ 156262 w 336545"/>
                <a:gd name="connsiteY456" fmla="*/ 606497 h 1039608"/>
                <a:gd name="connsiteX457" fmla="*/ 154774 w 336545"/>
                <a:gd name="connsiteY457" fmla="*/ 605753 h 1039608"/>
                <a:gd name="connsiteX458" fmla="*/ 154309 w 336545"/>
                <a:gd name="connsiteY458" fmla="*/ 600126 h 1039608"/>
                <a:gd name="connsiteX459" fmla="*/ 154222 w 336545"/>
                <a:gd name="connsiteY459" fmla="*/ 598523 h 1039608"/>
                <a:gd name="connsiteX460" fmla="*/ 154030 w 336545"/>
                <a:gd name="connsiteY460" fmla="*/ 594591 h 1039608"/>
                <a:gd name="connsiteX461" fmla="*/ 151798 w 336545"/>
                <a:gd name="connsiteY461" fmla="*/ 594591 h 1039608"/>
                <a:gd name="connsiteX462" fmla="*/ 151053 w 336545"/>
                <a:gd name="connsiteY462" fmla="*/ 584173 h 1039608"/>
                <a:gd name="connsiteX463" fmla="*/ 148821 w 336545"/>
                <a:gd name="connsiteY463" fmla="*/ 584173 h 1039608"/>
                <a:gd name="connsiteX464" fmla="*/ 148710 w 336545"/>
                <a:gd name="connsiteY464" fmla="*/ 581920 h 1039608"/>
                <a:gd name="connsiteX465" fmla="*/ 148542 w 336545"/>
                <a:gd name="connsiteY465" fmla="*/ 579011 h 1039608"/>
                <a:gd name="connsiteX466" fmla="*/ 148385 w 336545"/>
                <a:gd name="connsiteY466" fmla="*/ 576107 h 1039608"/>
                <a:gd name="connsiteX467" fmla="*/ 148077 w 336545"/>
                <a:gd name="connsiteY467" fmla="*/ 573755 h 1039608"/>
                <a:gd name="connsiteX468" fmla="*/ 146589 w 336545"/>
                <a:gd name="connsiteY468" fmla="*/ 573011 h 1039608"/>
                <a:gd name="connsiteX469" fmla="*/ 146173 w 336545"/>
                <a:gd name="connsiteY469" fmla="*/ 566081 h 1039608"/>
                <a:gd name="connsiteX470" fmla="*/ 145844 w 336545"/>
                <a:gd name="connsiteY470" fmla="*/ 564081 h 1039608"/>
                <a:gd name="connsiteX471" fmla="*/ 143612 w 336545"/>
                <a:gd name="connsiteY471" fmla="*/ 563337 h 1039608"/>
                <a:gd name="connsiteX472" fmla="*/ 143170 w 336545"/>
                <a:gd name="connsiteY472" fmla="*/ 555245 h 1039608"/>
                <a:gd name="connsiteX473" fmla="*/ 142868 w 336545"/>
                <a:gd name="connsiteY473" fmla="*/ 552919 h 1039608"/>
                <a:gd name="connsiteX474" fmla="*/ 140635 w 336545"/>
                <a:gd name="connsiteY474" fmla="*/ 552175 h 1039608"/>
                <a:gd name="connsiteX475" fmla="*/ 140217 w 336545"/>
                <a:gd name="connsiteY475" fmla="*/ 547338 h 1039608"/>
                <a:gd name="connsiteX476" fmla="*/ 139891 w 336545"/>
                <a:gd name="connsiteY476" fmla="*/ 542501 h 1039608"/>
                <a:gd name="connsiteX477" fmla="*/ 138403 w 336545"/>
                <a:gd name="connsiteY477" fmla="*/ 541757 h 1039608"/>
                <a:gd name="connsiteX478" fmla="*/ 137984 w 336545"/>
                <a:gd name="connsiteY478" fmla="*/ 537757 h 1039608"/>
                <a:gd name="connsiteX479" fmla="*/ 136915 w 336545"/>
                <a:gd name="connsiteY479" fmla="*/ 531339 h 1039608"/>
                <a:gd name="connsiteX480" fmla="*/ 135426 w 336545"/>
                <a:gd name="connsiteY480" fmla="*/ 530595 h 1039608"/>
                <a:gd name="connsiteX481" fmla="*/ 134961 w 336545"/>
                <a:gd name="connsiteY481" fmla="*/ 524968 h 1039608"/>
                <a:gd name="connsiteX482" fmla="*/ 134874 w 336545"/>
                <a:gd name="connsiteY482" fmla="*/ 523364 h 1039608"/>
                <a:gd name="connsiteX483" fmla="*/ 134682 w 336545"/>
                <a:gd name="connsiteY483" fmla="*/ 519433 h 1039608"/>
                <a:gd name="connsiteX484" fmla="*/ 132450 w 336545"/>
                <a:gd name="connsiteY484" fmla="*/ 519433 h 1039608"/>
                <a:gd name="connsiteX485" fmla="*/ 132339 w 336545"/>
                <a:gd name="connsiteY485" fmla="*/ 517343 h 1039608"/>
                <a:gd name="connsiteX486" fmla="*/ 132171 w 336545"/>
                <a:gd name="connsiteY486" fmla="*/ 514643 h 1039608"/>
                <a:gd name="connsiteX487" fmla="*/ 132014 w 336545"/>
                <a:gd name="connsiteY487" fmla="*/ 511948 h 1039608"/>
                <a:gd name="connsiteX488" fmla="*/ 131706 w 336545"/>
                <a:gd name="connsiteY488" fmla="*/ 509759 h 1039608"/>
                <a:gd name="connsiteX489" fmla="*/ 130217 w 336545"/>
                <a:gd name="connsiteY489" fmla="*/ 509015 h 1039608"/>
                <a:gd name="connsiteX490" fmla="*/ 129566 w 336545"/>
                <a:gd name="connsiteY490" fmla="*/ 500923 h 1039608"/>
                <a:gd name="connsiteX491" fmla="*/ 129473 w 336545"/>
                <a:gd name="connsiteY491" fmla="*/ 499341 h 1039608"/>
                <a:gd name="connsiteX492" fmla="*/ 127241 w 336545"/>
                <a:gd name="connsiteY492" fmla="*/ 497853 h 1039608"/>
                <a:gd name="connsiteX493" fmla="*/ 126799 w 336545"/>
                <a:gd name="connsiteY493" fmla="*/ 490897 h 1039608"/>
                <a:gd name="connsiteX494" fmla="*/ 126497 w 336545"/>
                <a:gd name="connsiteY494" fmla="*/ 488923 h 1039608"/>
                <a:gd name="connsiteX495" fmla="*/ 124264 w 336545"/>
                <a:gd name="connsiteY495" fmla="*/ 488179 h 1039608"/>
                <a:gd name="connsiteX496" fmla="*/ 123846 w 336545"/>
                <a:gd name="connsiteY496" fmla="*/ 483017 h 1039608"/>
                <a:gd name="connsiteX497" fmla="*/ 122032 w 336545"/>
                <a:gd name="connsiteY497" fmla="*/ 476273 h 1039608"/>
                <a:gd name="connsiteX498" fmla="*/ 121567 w 336545"/>
                <a:gd name="connsiteY498" fmla="*/ 472599 h 1039608"/>
                <a:gd name="connsiteX499" fmla="*/ 121398 w 336545"/>
                <a:gd name="connsiteY499" fmla="*/ 470625 h 1039608"/>
                <a:gd name="connsiteX500" fmla="*/ 121288 w 336545"/>
                <a:gd name="connsiteY500" fmla="*/ 466599 h 1039608"/>
                <a:gd name="connsiteX501" fmla="*/ 119055 w 336545"/>
                <a:gd name="connsiteY501" fmla="*/ 466599 h 1039608"/>
                <a:gd name="connsiteX502" fmla="*/ 118311 w 336545"/>
                <a:gd name="connsiteY502" fmla="*/ 455437 h 1039608"/>
                <a:gd name="connsiteX503" fmla="*/ 116079 w 336545"/>
                <a:gd name="connsiteY503" fmla="*/ 455437 h 1039608"/>
                <a:gd name="connsiteX504" fmla="*/ 115994 w 336545"/>
                <a:gd name="connsiteY504" fmla="*/ 453399 h 1039608"/>
                <a:gd name="connsiteX505" fmla="*/ 115846 w 336545"/>
                <a:gd name="connsiteY505" fmla="*/ 450740 h 1039608"/>
                <a:gd name="connsiteX506" fmla="*/ 115715 w 336545"/>
                <a:gd name="connsiteY506" fmla="*/ 448097 h 1039608"/>
                <a:gd name="connsiteX507" fmla="*/ 113102 w 336545"/>
                <a:gd name="connsiteY507" fmla="*/ 443531 h 1039608"/>
                <a:gd name="connsiteX508" fmla="*/ 113102 w 336545"/>
                <a:gd name="connsiteY508" fmla="*/ 438322 h 1039608"/>
                <a:gd name="connsiteX509" fmla="*/ 112358 w 336545"/>
                <a:gd name="connsiteY509" fmla="*/ 434601 h 1039608"/>
                <a:gd name="connsiteX510" fmla="*/ 110870 w 336545"/>
                <a:gd name="connsiteY510" fmla="*/ 433857 h 1039608"/>
                <a:gd name="connsiteX511" fmla="*/ 110405 w 336545"/>
                <a:gd name="connsiteY511" fmla="*/ 428601 h 1039608"/>
                <a:gd name="connsiteX512" fmla="*/ 110236 w 336545"/>
                <a:gd name="connsiteY512" fmla="*/ 425692 h 1039608"/>
                <a:gd name="connsiteX513" fmla="*/ 110126 w 336545"/>
                <a:gd name="connsiteY513" fmla="*/ 423439 h 1039608"/>
                <a:gd name="connsiteX514" fmla="*/ 107893 w 336545"/>
                <a:gd name="connsiteY514" fmla="*/ 423439 h 1039608"/>
                <a:gd name="connsiteX515" fmla="*/ 107998 w 336545"/>
                <a:gd name="connsiteY515" fmla="*/ 421186 h 1039608"/>
                <a:gd name="connsiteX516" fmla="*/ 108079 w 336545"/>
                <a:gd name="connsiteY516" fmla="*/ 418276 h 1039608"/>
                <a:gd name="connsiteX517" fmla="*/ 108184 w 336545"/>
                <a:gd name="connsiteY517" fmla="*/ 415373 h 1039608"/>
                <a:gd name="connsiteX518" fmla="*/ 107893 w 336545"/>
                <a:gd name="connsiteY518" fmla="*/ 413021 h 1039608"/>
                <a:gd name="connsiteX519" fmla="*/ 104917 w 336545"/>
                <a:gd name="connsiteY519" fmla="*/ 412277 h 1039608"/>
                <a:gd name="connsiteX520" fmla="*/ 104870 w 336545"/>
                <a:gd name="connsiteY520" fmla="*/ 408277 h 1039608"/>
                <a:gd name="connsiteX521" fmla="*/ 104917 w 336545"/>
                <a:gd name="connsiteY521" fmla="*/ 404091 h 1039608"/>
                <a:gd name="connsiteX522" fmla="*/ 103835 w 336545"/>
                <a:gd name="connsiteY522" fmla="*/ 403048 h 1039608"/>
                <a:gd name="connsiteX523" fmla="*/ 102173 w 336545"/>
                <a:gd name="connsiteY523" fmla="*/ 396510 h 1039608"/>
                <a:gd name="connsiteX524" fmla="*/ 102024 w 336545"/>
                <a:gd name="connsiteY524" fmla="*/ 393641 h 1039608"/>
                <a:gd name="connsiteX525" fmla="*/ 101940 w 336545"/>
                <a:gd name="connsiteY525" fmla="*/ 391441 h 1039608"/>
                <a:gd name="connsiteX526" fmla="*/ 99708 w 336545"/>
                <a:gd name="connsiteY526" fmla="*/ 391441 h 1039608"/>
                <a:gd name="connsiteX527" fmla="*/ 99623 w 336545"/>
                <a:gd name="connsiteY527" fmla="*/ 389240 h 1039608"/>
                <a:gd name="connsiteX528" fmla="*/ 99475 w 336545"/>
                <a:gd name="connsiteY528" fmla="*/ 386371 h 1039608"/>
                <a:gd name="connsiteX529" fmla="*/ 99344 w 336545"/>
                <a:gd name="connsiteY529" fmla="*/ 383520 h 1039608"/>
                <a:gd name="connsiteX530" fmla="*/ 96731 w 336545"/>
                <a:gd name="connsiteY530" fmla="*/ 378790 h 1039608"/>
                <a:gd name="connsiteX531" fmla="*/ 96731 w 336545"/>
                <a:gd name="connsiteY531" fmla="*/ 373581 h 1039608"/>
                <a:gd name="connsiteX532" fmla="*/ 95987 w 336545"/>
                <a:gd name="connsiteY532" fmla="*/ 370605 h 1039608"/>
                <a:gd name="connsiteX533" fmla="*/ 94499 w 336545"/>
                <a:gd name="connsiteY533" fmla="*/ 369861 h 1039608"/>
                <a:gd name="connsiteX534" fmla="*/ 94034 w 336545"/>
                <a:gd name="connsiteY534" fmla="*/ 364233 h 1039608"/>
                <a:gd name="connsiteX535" fmla="*/ 93946 w 336545"/>
                <a:gd name="connsiteY535" fmla="*/ 362630 h 1039608"/>
                <a:gd name="connsiteX536" fmla="*/ 93755 w 336545"/>
                <a:gd name="connsiteY536" fmla="*/ 358699 h 1039608"/>
                <a:gd name="connsiteX537" fmla="*/ 91522 w 336545"/>
                <a:gd name="connsiteY537" fmla="*/ 358699 h 1039608"/>
                <a:gd name="connsiteX538" fmla="*/ 91438 w 336545"/>
                <a:gd name="connsiteY538" fmla="*/ 356609 h 1039608"/>
                <a:gd name="connsiteX539" fmla="*/ 91290 w 336545"/>
                <a:gd name="connsiteY539" fmla="*/ 353908 h 1039608"/>
                <a:gd name="connsiteX540" fmla="*/ 91159 w 336545"/>
                <a:gd name="connsiteY540" fmla="*/ 351214 h 1039608"/>
                <a:gd name="connsiteX541" fmla="*/ 90778 w 336545"/>
                <a:gd name="connsiteY541" fmla="*/ 349025 h 1039608"/>
                <a:gd name="connsiteX542" fmla="*/ 88546 w 336545"/>
                <a:gd name="connsiteY542" fmla="*/ 348281 h 1039608"/>
                <a:gd name="connsiteX543" fmla="*/ 88499 w 336545"/>
                <a:gd name="connsiteY543" fmla="*/ 343955 h 1039608"/>
                <a:gd name="connsiteX544" fmla="*/ 87057 w 336545"/>
                <a:gd name="connsiteY544" fmla="*/ 336374 h 1039608"/>
                <a:gd name="connsiteX545" fmla="*/ 86313 w 336545"/>
                <a:gd name="connsiteY545" fmla="*/ 1025449 h 1039608"/>
                <a:gd name="connsiteX546" fmla="*/ 6690 w 336545"/>
                <a:gd name="connsiteY546" fmla="*/ 1025449 h 1039608"/>
                <a:gd name="connsiteX547" fmla="*/ 6682 w 336545"/>
                <a:gd name="connsiteY547" fmla="*/ 961326 h 1039608"/>
                <a:gd name="connsiteX548" fmla="*/ 6682 w 336545"/>
                <a:gd name="connsiteY548" fmla="*/ 959659 h 1039608"/>
                <a:gd name="connsiteX549" fmla="*/ 6678 w 336545"/>
                <a:gd name="connsiteY549" fmla="*/ 932696 h 1039608"/>
                <a:gd name="connsiteX550" fmla="*/ 6678 w 336545"/>
                <a:gd name="connsiteY550" fmla="*/ 930862 h 1039608"/>
                <a:gd name="connsiteX551" fmla="*/ 6659 w 336545"/>
                <a:gd name="connsiteY551" fmla="*/ 736454 h 1039608"/>
                <a:gd name="connsiteX552" fmla="*/ 6658 w 336545"/>
                <a:gd name="connsiteY552" fmla="*/ 732137 h 1039608"/>
                <a:gd name="connsiteX553" fmla="*/ 6652 w 336545"/>
                <a:gd name="connsiteY553" fmla="*/ 641536 h 1039608"/>
                <a:gd name="connsiteX554" fmla="*/ 6649 w 336545"/>
                <a:gd name="connsiteY554" fmla="*/ 596027 h 1039608"/>
                <a:gd name="connsiteX555" fmla="*/ 6649 w 336545"/>
                <a:gd name="connsiteY555" fmla="*/ 589162 h 1039608"/>
                <a:gd name="connsiteX556" fmla="*/ 6639 w 336545"/>
                <a:gd name="connsiteY556" fmla="*/ 483406 h 1039608"/>
                <a:gd name="connsiteX557" fmla="*/ 6639 w 336545"/>
                <a:gd name="connsiteY557" fmla="*/ 481108 h 1039608"/>
                <a:gd name="connsiteX558" fmla="*/ 6634 w 336545"/>
                <a:gd name="connsiteY558" fmla="*/ 444425 h 1039608"/>
                <a:gd name="connsiteX559" fmla="*/ 6622 w 336545"/>
                <a:gd name="connsiteY559" fmla="*/ 338810 h 1039608"/>
                <a:gd name="connsiteX560" fmla="*/ 6622 w 336545"/>
                <a:gd name="connsiteY560" fmla="*/ 336617 h 1039608"/>
                <a:gd name="connsiteX561" fmla="*/ 6620 w 336545"/>
                <a:gd name="connsiteY561" fmla="*/ 288982 h 1039608"/>
                <a:gd name="connsiteX562" fmla="*/ 6619 w 336545"/>
                <a:gd name="connsiteY562" fmla="*/ 269817 h 1039608"/>
                <a:gd name="connsiteX563" fmla="*/ 6619 w 336545"/>
                <a:gd name="connsiteY563" fmla="*/ 267698 h 1039608"/>
                <a:gd name="connsiteX564" fmla="*/ 6611 w 336545"/>
                <a:gd name="connsiteY564" fmla="*/ 200033 h 1039608"/>
                <a:gd name="connsiteX565" fmla="*/ 6606 w 336545"/>
                <a:gd name="connsiteY565" fmla="*/ 131912 h 1039608"/>
                <a:gd name="connsiteX566" fmla="*/ 6606 w 336545"/>
                <a:gd name="connsiteY566" fmla="*/ 122513 h 1039608"/>
                <a:gd name="connsiteX567" fmla="*/ 6606 w 336545"/>
                <a:gd name="connsiteY567" fmla="*/ 120652 h 1039608"/>
                <a:gd name="connsiteX568" fmla="*/ 6601 w 336545"/>
                <a:gd name="connsiteY568" fmla="*/ 91395 h 1039608"/>
                <a:gd name="connsiteX569" fmla="*/ 6599 w 336545"/>
                <a:gd name="connsiteY569" fmla="*/ 62674 h 1039608"/>
                <a:gd name="connsiteX570" fmla="*/ 6597 w 336545"/>
                <a:gd name="connsiteY570" fmla="*/ 47290 h 1039608"/>
                <a:gd name="connsiteX571" fmla="*/ 6598 w 336545"/>
                <a:gd name="connsiteY571" fmla="*/ 33329 h 1039608"/>
                <a:gd name="connsiteX572" fmla="*/ 6595 w 336545"/>
                <a:gd name="connsiteY572" fmla="*/ 28277 h 1039608"/>
                <a:gd name="connsiteX573" fmla="*/ 6598 w 336545"/>
                <a:gd name="connsiteY573" fmla="*/ 21478 h 1039608"/>
                <a:gd name="connsiteX574" fmla="*/ 6592 w 336545"/>
                <a:gd name="connsiteY574" fmla="*/ 19465 h 1039608"/>
                <a:gd name="connsiteX575" fmla="*/ 7434 w 336545"/>
                <a:gd name="connsiteY575" fmla="*/ 14162 h 1039608"/>
                <a:gd name="connsiteX576" fmla="*/ 13201 w 336545"/>
                <a:gd name="connsiteY576" fmla="*/ 13772 h 1039608"/>
                <a:gd name="connsiteX577" fmla="*/ 14876 w 336545"/>
                <a:gd name="connsiteY577" fmla="*/ 13417 h 1039608"/>
                <a:gd name="connsiteX578" fmla="*/ 15620 w 336545"/>
                <a:gd name="connsiteY578" fmla="*/ 11185 h 1039608"/>
                <a:gd name="connsiteX579" fmla="*/ 20250 w 336545"/>
                <a:gd name="connsiteY579" fmla="*/ 10804 h 1039608"/>
                <a:gd name="connsiteX580" fmla="*/ 23092 w 336545"/>
                <a:gd name="connsiteY580" fmla="*/ 10724 h 1039608"/>
                <a:gd name="connsiteX581" fmla="*/ 26084 w 336545"/>
                <a:gd name="connsiteY581" fmla="*/ 10673 h 1039608"/>
                <a:gd name="connsiteX582" fmla="*/ 29086 w 336545"/>
                <a:gd name="connsiteY582" fmla="*/ 10596 h 1039608"/>
                <a:gd name="connsiteX583" fmla="*/ 36456 w 336545"/>
                <a:gd name="connsiteY583" fmla="*/ 10441 h 1039608"/>
                <a:gd name="connsiteX584" fmla="*/ 36456 w 336545"/>
                <a:gd name="connsiteY584" fmla="*/ 7464 h 1039608"/>
                <a:gd name="connsiteX585" fmla="*/ 57292 w 336545"/>
                <a:gd name="connsiteY585" fmla="*/ 7464 h 1039608"/>
                <a:gd name="connsiteX586" fmla="*/ 57292 w 336545"/>
                <a:gd name="connsiteY586" fmla="*/ 4488 h 1039608"/>
                <a:gd name="connsiteX587" fmla="*/ 59193 w 336545"/>
                <a:gd name="connsiteY587" fmla="*/ 4467 h 1039608"/>
                <a:gd name="connsiteX588" fmla="*/ 66153 w 336545"/>
                <a:gd name="connsiteY588" fmla="*/ 4333 h 1039608"/>
                <a:gd name="connsiteX589" fmla="*/ 69169 w 336545"/>
                <a:gd name="connsiteY589" fmla="*/ 4286 h 1039608"/>
                <a:gd name="connsiteX590" fmla="*/ 73497 w 336545"/>
                <a:gd name="connsiteY590" fmla="*/ 4197 h 1039608"/>
                <a:gd name="connsiteX591" fmla="*/ 76130 w 336545"/>
                <a:gd name="connsiteY591" fmla="*/ 4150 h 1039608"/>
                <a:gd name="connsiteX592" fmla="*/ 78128 w 336545"/>
                <a:gd name="connsiteY592" fmla="*/ 3744 h 1039608"/>
                <a:gd name="connsiteX593" fmla="*/ 78872 w 336545"/>
                <a:gd name="connsiteY593" fmla="*/ 767 h 103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Lst>
              <a:rect l="l" t="t" r="r" b="b"/>
              <a:pathLst>
                <a:path w="336545" h="1039608">
                  <a:moveTo>
                    <a:pt x="78872" y="767"/>
                  </a:moveTo>
                  <a:cubicBezTo>
                    <a:pt x="82868" y="323"/>
                    <a:pt x="82868" y="323"/>
                    <a:pt x="84825" y="767"/>
                  </a:cubicBezTo>
                  <a:cubicBezTo>
                    <a:pt x="86848" y="3802"/>
                    <a:pt x="86630" y="6404"/>
                    <a:pt x="86801" y="9982"/>
                  </a:cubicBezTo>
                  <a:cubicBezTo>
                    <a:pt x="86886" y="10624"/>
                    <a:pt x="86970" y="11267"/>
                    <a:pt x="87057" y="11929"/>
                  </a:cubicBezTo>
                  <a:cubicBezTo>
                    <a:pt x="87794" y="12298"/>
                    <a:pt x="87794" y="12298"/>
                    <a:pt x="88546" y="12673"/>
                  </a:cubicBezTo>
                  <a:cubicBezTo>
                    <a:pt x="88811" y="14984"/>
                    <a:pt x="88876" y="17279"/>
                    <a:pt x="88961" y="19603"/>
                  </a:cubicBezTo>
                  <a:cubicBezTo>
                    <a:pt x="89070" y="20263"/>
                    <a:pt x="89178" y="20923"/>
                    <a:pt x="89290" y="21603"/>
                  </a:cubicBezTo>
                  <a:cubicBezTo>
                    <a:pt x="90395" y="21971"/>
                    <a:pt x="90395" y="21971"/>
                    <a:pt x="91522" y="22347"/>
                  </a:cubicBezTo>
                  <a:cubicBezTo>
                    <a:pt x="91874" y="25051"/>
                    <a:pt x="91898" y="27715"/>
                    <a:pt x="91964" y="30440"/>
                  </a:cubicBezTo>
                  <a:cubicBezTo>
                    <a:pt x="92114" y="31591"/>
                    <a:pt x="92114" y="31591"/>
                    <a:pt x="92266" y="32765"/>
                  </a:cubicBezTo>
                  <a:cubicBezTo>
                    <a:pt x="93371" y="33133"/>
                    <a:pt x="93371" y="33133"/>
                    <a:pt x="94499" y="33509"/>
                  </a:cubicBezTo>
                  <a:cubicBezTo>
                    <a:pt x="94827" y="35672"/>
                    <a:pt x="94827" y="35672"/>
                    <a:pt x="94917" y="38346"/>
                  </a:cubicBezTo>
                  <a:cubicBezTo>
                    <a:pt x="94975" y="39961"/>
                    <a:pt x="95072" y="41576"/>
                    <a:pt x="95243" y="43183"/>
                  </a:cubicBezTo>
                  <a:cubicBezTo>
                    <a:pt x="95734" y="43429"/>
                    <a:pt x="96225" y="43674"/>
                    <a:pt x="96731" y="43927"/>
                  </a:cubicBezTo>
                  <a:cubicBezTo>
                    <a:pt x="96964" y="45824"/>
                    <a:pt x="97113" y="47651"/>
                    <a:pt x="97196" y="49555"/>
                  </a:cubicBezTo>
                  <a:cubicBezTo>
                    <a:pt x="97225" y="50084"/>
                    <a:pt x="97254" y="50613"/>
                    <a:pt x="97283" y="51158"/>
                  </a:cubicBezTo>
                  <a:cubicBezTo>
                    <a:pt x="97354" y="52468"/>
                    <a:pt x="97415" y="53779"/>
                    <a:pt x="97475" y="55089"/>
                  </a:cubicBezTo>
                  <a:cubicBezTo>
                    <a:pt x="98212" y="55089"/>
                    <a:pt x="98949" y="55089"/>
                    <a:pt x="99708" y="55089"/>
                  </a:cubicBezTo>
                  <a:cubicBezTo>
                    <a:pt x="99749" y="56204"/>
                    <a:pt x="99749" y="56204"/>
                    <a:pt x="99792" y="57342"/>
                  </a:cubicBezTo>
                  <a:cubicBezTo>
                    <a:pt x="99841" y="58302"/>
                    <a:pt x="99890" y="59262"/>
                    <a:pt x="99940" y="60252"/>
                  </a:cubicBezTo>
                  <a:cubicBezTo>
                    <a:pt x="99983" y="61210"/>
                    <a:pt x="100027" y="62168"/>
                    <a:pt x="100071" y="63156"/>
                  </a:cubicBezTo>
                  <a:cubicBezTo>
                    <a:pt x="100197" y="63932"/>
                    <a:pt x="100322" y="64708"/>
                    <a:pt x="100452" y="65507"/>
                  </a:cubicBezTo>
                  <a:cubicBezTo>
                    <a:pt x="101557" y="65876"/>
                    <a:pt x="101557" y="65876"/>
                    <a:pt x="102684" y="66251"/>
                  </a:cubicBezTo>
                  <a:cubicBezTo>
                    <a:pt x="103013" y="68414"/>
                    <a:pt x="103013" y="68414"/>
                    <a:pt x="103103" y="71088"/>
                  </a:cubicBezTo>
                  <a:cubicBezTo>
                    <a:pt x="103161" y="72703"/>
                    <a:pt x="103258" y="74318"/>
                    <a:pt x="103428" y="75925"/>
                  </a:cubicBezTo>
                  <a:cubicBezTo>
                    <a:pt x="103919" y="76171"/>
                    <a:pt x="104411" y="76416"/>
                    <a:pt x="104917" y="76669"/>
                  </a:cubicBezTo>
                  <a:cubicBezTo>
                    <a:pt x="105183" y="79174"/>
                    <a:pt x="105248" y="81664"/>
                    <a:pt x="105332" y="84181"/>
                  </a:cubicBezTo>
                  <a:cubicBezTo>
                    <a:pt x="105441" y="84894"/>
                    <a:pt x="105549" y="85608"/>
                    <a:pt x="105661" y="86343"/>
                  </a:cubicBezTo>
                  <a:cubicBezTo>
                    <a:pt x="106397" y="86589"/>
                    <a:pt x="107134" y="86834"/>
                    <a:pt x="107893" y="87087"/>
                  </a:cubicBezTo>
                  <a:cubicBezTo>
                    <a:pt x="108244" y="89598"/>
                    <a:pt x="108269" y="92065"/>
                    <a:pt x="108335" y="94599"/>
                  </a:cubicBezTo>
                  <a:cubicBezTo>
                    <a:pt x="108485" y="95669"/>
                    <a:pt x="108485" y="95669"/>
                    <a:pt x="108637" y="96761"/>
                  </a:cubicBezTo>
                  <a:cubicBezTo>
                    <a:pt x="109374" y="97007"/>
                    <a:pt x="110111" y="97252"/>
                    <a:pt x="110870" y="97505"/>
                  </a:cubicBezTo>
                  <a:cubicBezTo>
                    <a:pt x="111198" y="99831"/>
                    <a:pt x="111198" y="99831"/>
                    <a:pt x="111288" y="102714"/>
                  </a:cubicBezTo>
                  <a:cubicBezTo>
                    <a:pt x="111346" y="104453"/>
                    <a:pt x="111443" y="106192"/>
                    <a:pt x="111614" y="107923"/>
                  </a:cubicBezTo>
                  <a:cubicBezTo>
                    <a:pt x="112105" y="108169"/>
                    <a:pt x="112596" y="108414"/>
                    <a:pt x="113102" y="108667"/>
                  </a:cubicBezTo>
                  <a:cubicBezTo>
                    <a:pt x="113410" y="111019"/>
                    <a:pt x="113410" y="111019"/>
                    <a:pt x="113567" y="113923"/>
                  </a:cubicBezTo>
                  <a:cubicBezTo>
                    <a:pt x="113651" y="115363"/>
                    <a:pt x="113651" y="115363"/>
                    <a:pt x="113736" y="116833"/>
                  </a:cubicBezTo>
                  <a:cubicBezTo>
                    <a:pt x="113772" y="117576"/>
                    <a:pt x="113809" y="118319"/>
                    <a:pt x="113846" y="119085"/>
                  </a:cubicBezTo>
                  <a:cubicBezTo>
                    <a:pt x="114583" y="119085"/>
                    <a:pt x="115320" y="119085"/>
                    <a:pt x="116079" y="119085"/>
                  </a:cubicBezTo>
                  <a:cubicBezTo>
                    <a:pt x="116324" y="122769"/>
                    <a:pt x="116570" y="126452"/>
                    <a:pt x="116823" y="130248"/>
                  </a:cubicBezTo>
                  <a:cubicBezTo>
                    <a:pt x="117560" y="130248"/>
                    <a:pt x="118296" y="130248"/>
                    <a:pt x="119055" y="130248"/>
                  </a:cubicBezTo>
                  <a:cubicBezTo>
                    <a:pt x="119092" y="130937"/>
                    <a:pt x="119128" y="131627"/>
                    <a:pt x="119166" y="132338"/>
                  </a:cubicBezTo>
                  <a:cubicBezTo>
                    <a:pt x="119249" y="133674"/>
                    <a:pt x="119249" y="133674"/>
                    <a:pt x="119334" y="135038"/>
                  </a:cubicBezTo>
                  <a:cubicBezTo>
                    <a:pt x="119386" y="135927"/>
                    <a:pt x="119438" y="136816"/>
                    <a:pt x="119491" y="137733"/>
                  </a:cubicBezTo>
                  <a:cubicBezTo>
                    <a:pt x="119593" y="138455"/>
                    <a:pt x="119695" y="139177"/>
                    <a:pt x="119799" y="139921"/>
                  </a:cubicBezTo>
                  <a:cubicBezTo>
                    <a:pt x="120291" y="140167"/>
                    <a:pt x="120782" y="140412"/>
                    <a:pt x="121288" y="140665"/>
                  </a:cubicBezTo>
                  <a:cubicBezTo>
                    <a:pt x="121520" y="142563"/>
                    <a:pt x="121670" y="144389"/>
                    <a:pt x="121753" y="146293"/>
                  </a:cubicBezTo>
                  <a:cubicBezTo>
                    <a:pt x="121796" y="147087"/>
                    <a:pt x="121796" y="147087"/>
                    <a:pt x="121840" y="147896"/>
                  </a:cubicBezTo>
                  <a:cubicBezTo>
                    <a:pt x="121910" y="149206"/>
                    <a:pt x="121972" y="150517"/>
                    <a:pt x="122032" y="151828"/>
                  </a:cubicBezTo>
                  <a:cubicBezTo>
                    <a:pt x="122769" y="151828"/>
                    <a:pt x="123505" y="151828"/>
                    <a:pt x="124264" y="151828"/>
                  </a:cubicBezTo>
                  <a:cubicBezTo>
                    <a:pt x="124510" y="155266"/>
                    <a:pt x="124755" y="158703"/>
                    <a:pt x="125008" y="162246"/>
                  </a:cubicBezTo>
                  <a:cubicBezTo>
                    <a:pt x="125745" y="162246"/>
                    <a:pt x="126482" y="162246"/>
                    <a:pt x="127241" y="162246"/>
                  </a:cubicBezTo>
                  <a:cubicBezTo>
                    <a:pt x="127241" y="165683"/>
                    <a:pt x="127241" y="169121"/>
                    <a:pt x="127241" y="172664"/>
                  </a:cubicBezTo>
                  <a:cubicBezTo>
                    <a:pt x="127978" y="172664"/>
                    <a:pt x="128714" y="172664"/>
                    <a:pt x="129473" y="172664"/>
                  </a:cubicBezTo>
                  <a:cubicBezTo>
                    <a:pt x="129510" y="173282"/>
                    <a:pt x="129546" y="173901"/>
                    <a:pt x="129584" y="174538"/>
                  </a:cubicBezTo>
                  <a:cubicBezTo>
                    <a:pt x="129639" y="175347"/>
                    <a:pt x="129695" y="176156"/>
                    <a:pt x="129752" y="176989"/>
                  </a:cubicBezTo>
                  <a:cubicBezTo>
                    <a:pt x="129830" y="178193"/>
                    <a:pt x="129830" y="178193"/>
                    <a:pt x="129909" y="179422"/>
                  </a:cubicBezTo>
                  <a:cubicBezTo>
                    <a:pt x="130077" y="181732"/>
                    <a:pt x="130077" y="181732"/>
                    <a:pt x="131706" y="183826"/>
                  </a:cubicBezTo>
                  <a:cubicBezTo>
                    <a:pt x="131951" y="183826"/>
                    <a:pt x="132197" y="183826"/>
                    <a:pt x="132450" y="183826"/>
                  </a:cubicBezTo>
                  <a:cubicBezTo>
                    <a:pt x="132695" y="187264"/>
                    <a:pt x="132941" y="190701"/>
                    <a:pt x="133194" y="194244"/>
                  </a:cubicBezTo>
                  <a:cubicBezTo>
                    <a:pt x="133931" y="194244"/>
                    <a:pt x="134667" y="194244"/>
                    <a:pt x="135426" y="194244"/>
                  </a:cubicBezTo>
                  <a:cubicBezTo>
                    <a:pt x="135463" y="194987"/>
                    <a:pt x="135499" y="195730"/>
                    <a:pt x="135537" y="196496"/>
                  </a:cubicBezTo>
                  <a:cubicBezTo>
                    <a:pt x="135620" y="197937"/>
                    <a:pt x="135620" y="197937"/>
                    <a:pt x="135705" y="199406"/>
                  </a:cubicBezTo>
                  <a:cubicBezTo>
                    <a:pt x="135783" y="200844"/>
                    <a:pt x="135783" y="200844"/>
                    <a:pt x="135862" y="202310"/>
                  </a:cubicBezTo>
                  <a:cubicBezTo>
                    <a:pt x="135964" y="203086"/>
                    <a:pt x="136066" y="203862"/>
                    <a:pt x="136171" y="204662"/>
                  </a:cubicBezTo>
                  <a:cubicBezTo>
                    <a:pt x="136662" y="204907"/>
                    <a:pt x="137153" y="205153"/>
                    <a:pt x="137659" y="205406"/>
                  </a:cubicBezTo>
                  <a:cubicBezTo>
                    <a:pt x="138141" y="207899"/>
                    <a:pt x="138422" y="210396"/>
                    <a:pt x="138729" y="212917"/>
                  </a:cubicBezTo>
                  <a:cubicBezTo>
                    <a:pt x="138867" y="213631"/>
                    <a:pt x="139005" y="214344"/>
                    <a:pt x="139147" y="215080"/>
                  </a:cubicBezTo>
                  <a:cubicBezTo>
                    <a:pt x="139638" y="215325"/>
                    <a:pt x="140129" y="215571"/>
                    <a:pt x="140635" y="215824"/>
                  </a:cubicBezTo>
                  <a:cubicBezTo>
                    <a:pt x="140868" y="217721"/>
                    <a:pt x="141017" y="219547"/>
                    <a:pt x="141100" y="221451"/>
                  </a:cubicBezTo>
                  <a:cubicBezTo>
                    <a:pt x="141129" y="221980"/>
                    <a:pt x="141158" y="222509"/>
                    <a:pt x="141188" y="223054"/>
                  </a:cubicBezTo>
                  <a:cubicBezTo>
                    <a:pt x="141258" y="224364"/>
                    <a:pt x="141320" y="225675"/>
                    <a:pt x="141380" y="226986"/>
                  </a:cubicBezTo>
                  <a:cubicBezTo>
                    <a:pt x="142116" y="226986"/>
                    <a:pt x="142853" y="226986"/>
                    <a:pt x="143612" y="226986"/>
                  </a:cubicBezTo>
                  <a:cubicBezTo>
                    <a:pt x="143667" y="228020"/>
                    <a:pt x="143667" y="228020"/>
                    <a:pt x="143722" y="229076"/>
                  </a:cubicBezTo>
                  <a:cubicBezTo>
                    <a:pt x="143778" y="229967"/>
                    <a:pt x="143834" y="230858"/>
                    <a:pt x="143891" y="231776"/>
                  </a:cubicBezTo>
                  <a:cubicBezTo>
                    <a:pt x="143969" y="233110"/>
                    <a:pt x="143969" y="233110"/>
                    <a:pt x="144048" y="234471"/>
                  </a:cubicBezTo>
                  <a:cubicBezTo>
                    <a:pt x="144150" y="235193"/>
                    <a:pt x="144251" y="235915"/>
                    <a:pt x="144356" y="236660"/>
                  </a:cubicBezTo>
                  <a:cubicBezTo>
                    <a:pt x="144847" y="236905"/>
                    <a:pt x="145338" y="237151"/>
                    <a:pt x="145844" y="237404"/>
                  </a:cubicBezTo>
                  <a:cubicBezTo>
                    <a:pt x="146153" y="239377"/>
                    <a:pt x="146153" y="239377"/>
                    <a:pt x="146309" y="241822"/>
                  </a:cubicBezTo>
                  <a:cubicBezTo>
                    <a:pt x="146393" y="243029"/>
                    <a:pt x="146393" y="243029"/>
                    <a:pt x="146478" y="244261"/>
                  </a:cubicBezTo>
                  <a:cubicBezTo>
                    <a:pt x="146541" y="245447"/>
                    <a:pt x="146589" y="246634"/>
                    <a:pt x="146589" y="247822"/>
                  </a:cubicBezTo>
                  <a:cubicBezTo>
                    <a:pt x="147325" y="247822"/>
                    <a:pt x="148062" y="247822"/>
                    <a:pt x="148821" y="247822"/>
                  </a:cubicBezTo>
                  <a:cubicBezTo>
                    <a:pt x="148863" y="248937"/>
                    <a:pt x="148863" y="248937"/>
                    <a:pt x="148905" y="250074"/>
                  </a:cubicBezTo>
                  <a:cubicBezTo>
                    <a:pt x="148954" y="251035"/>
                    <a:pt x="149003" y="251995"/>
                    <a:pt x="149053" y="252984"/>
                  </a:cubicBezTo>
                  <a:cubicBezTo>
                    <a:pt x="149118" y="254422"/>
                    <a:pt x="149118" y="254422"/>
                    <a:pt x="149184" y="255888"/>
                  </a:cubicBezTo>
                  <a:cubicBezTo>
                    <a:pt x="149310" y="256664"/>
                    <a:pt x="149436" y="257440"/>
                    <a:pt x="149565" y="258240"/>
                  </a:cubicBezTo>
                  <a:cubicBezTo>
                    <a:pt x="150302" y="258485"/>
                    <a:pt x="151038" y="258731"/>
                    <a:pt x="151798" y="258984"/>
                  </a:cubicBezTo>
                  <a:cubicBezTo>
                    <a:pt x="152126" y="261146"/>
                    <a:pt x="152126" y="261146"/>
                    <a:pt x="152216" y="263821"/>
                  </a:cubicBezTo>
                  <a:cubicBezTo>
                    <a:pt x="152274" y="265436"/>
                    <a:pt x="152371" y="267051"/>
                    <a:pt x="152542" y="268658"/>
                  </a:cubicBezTo>
                  <a:cubicBezTo>
                    <a:pt x="153033" y="268903"/>
                    <a:pt x="153524" y="269149"/>
                    <a:pt x="154030" y="269402"/>
                  </a:cubicBezTo>
                  <a:cubicBezTo>
                    <a:pt x="154312" y="271187"/>
                    <a:pt x="154312" y="271187"/>
                    <a:pt x="154449" y="273402"/>
                  </a:cubicBezTo>
                  <a:cubicBezTo>
                    <a:pt x="154601" y="275754"/>
                    <a:pt x="154769" y="277573"/>
                    <a:pt x="155518" y="279820"/>
                  </a:cubicBezTo>
                  <a:cubicBezTo>
                    <a:pt x="156009" y="280065"/>
                    <a:pt x="156500" y="280311"/>
                    <a:pt x="157006" y="280564"/>
                  </a:cubicBezTo>
                  <a:cubicBezTo>
                    <a:pt x="157315" y="282916"/>
                    <a:pt x="157315" y="282916"/>
                    <a:pt x="157472" y="285819"/>
                  </a:cubicBezTo>
                  <a:cubicBezTo>
                    <a:pt x="157555" y="287260"/>
                    <a:pt x="157555" y="287260"/>
                    <a:pt x="157640" y="288729"/>
                  </a:cubicBezTo>
                  <a:cubicBezTo>
                    <a:pt x="157677" y="289473"/>
                    <a:pt x="157713" y="290216"/>
                    <a:pt x="157751" y="290982"/>
                  </a:cubicBezTo>
                  <a:cubicBezTo>
                    <a:pt x="158487" y="290736"/>
                    <a:pt x="159224" y="290491"/>
                    <a:pt x="159983" y="290238"/>
                  </a:cubicBezTo>
                  <a:cubicBezTo>
                    <a:pt x="160025" y="291408"/>
                    <a:pt x="160025" y="291408"/>
                    <a:pt x="160067" y="292601"/>
                  </a:cubicBezTo>
                  <a:cubicBezTo>
                    <a:pt x="160116" y="293627"/>
                    <a:pt x="160166" y="294653"/>
                    <a:pt x="160216" y="295679"/>
                  </a:cubicBezTo>
                  <a:cubicBezTo>
                    <a:pt x="160232" y="296193"/>
                    <a:pt x="160249" y="296707"/>
                    <a:pt x="160266" y="297236"/>
                  </a:cubicBezTo>
                  <a:cubicBezTo>
                    <a:pt x="160429" y="300301"/>
                    <a:pt x="160735" y="301588"/>
                    <a:pt x="162960" y="303632"/>
                  </a:cubicBezTo>
                  <a:cubicBezTo>
                    <a:pt x="163288" y="305615"/>
                    <a:pt x="163288" y="305615"/>
                    <a:pt x="163378" y="307818"/>
                  </a:cubicBezTo>
                  <a:cubicBezTo>
                    <a:pt x="163440" y="309966"/>
                    <a:pt x="163440" y="309966"/>
                    <a:pt x="163704" y="311818"/>
                  </a:cubicBezTo>
                  <a:cubicBezTo>
                    <a:pt x="164195" y="312063"/>
                    <a:pt x="164686" y="312309"/>
                    <a:pt x="165192" y="312562"/>
                  </a:cubicBezTo>
                  <a:cubicBezTo>
                    <a:pt x="165458" y="315067"/>
                    <a:pt x="165523" y="317556"/>
                    <a:pt x="165608" y="320073"/>
                  </a:cubicBezTo>
                  <a:cubicBezTo>
                    <a:pt x="165770" y="321144"/>
                    <a:pt x="165770" y="321144"/>
                    <a:pt x="165936" y="322236"/>
                  </a:cubicBezTo>
                  <a:cubicBezTo>
                    <a:pt x="166673" y="322481"/>
                    <a:pt x="167410" y="322727"/>
                    <a:pt x="168169" y="322980"/>
                  </a:cubicBezTo>
                  <a:cubicBezTo>
                    <a:pt x="168471" y="325253"/>
                    <a:pt x="168471" y="325253"/>
                    <a:pt x="168541" y="328096"/>
                  </a:cubicBezTo>
                  <a:cubicBezTo>
                    <a:pt x="168615" y="332435"/>
                    <a:pt x="168615" y="332435"/>
                    <a:pt x="171145" y="335630"/>
                  </a:cubicBezTo>
                  <a:cubicBezTo>
                    <a:pt x="171363" y="337802"/>
                    <a:pt x="171363" y="337802"/>
                    <a:pt x="171285" y="340235"/>
                  </a:cubicBezTo>
                  <a:cubicBezTo>
                    <a:pt x="171254" y="341448"/>
                    <a:pt x="171254" y="341448"/>
                    <a:pt x="171224" y="342685"/>
                  </a:cubicBezTo>
                  <a:cubicBezTo>
                    <a:pt x="171198" y="343304"/>
                    <a:pt x="171172" y="343923"/>
                    <a:pt x="171145" y="344560"/>
                  </a:cubicBezTo>
                  <a:cubicBezTo>
                    <a:pt x="171882" y="344560"/>
                    <a:pt x="172619" y="344560"/>
                    <a:pt x="173378" y="344560"/>
                  </a:cubicBezTo>
                  <a:cubicBezTo>
                    <a:pt x="173623" y="348243"/>
                    <a:pt x="173869" y="351927"/>
                    <a:pt x="174122" y="355722"/>
                  </a:cubicBezTo>
                  <a:cubicBezTo>
                    <a:pt x="174858" y="355722"/>
                    <a:pt x="175595" y="355722"/>
                    <a:pt x="176354" y="355722"/>
                  </a:cubicBezTo>
                  <a:cubicBezTo>
                    <a:pt x="176396" y="356837"/>
                    <a:pt x="176396" y="356837"/>
                    <a:pt x="176438" y="357975"/>
                  </a:cubicBezTo>
                  <a:cubicBezTo>
                    <a:pt x="176487" y="358935"/>
                    <a:pt x="176536" y="359895"/>
                    <a:pt x="176587" y="360885"/>
                  </a:cubicBezTo>
                  <a:cubicBezTo>
                    <a:pt x="176651" y="362322"/>
                    <a:pt x="176651" y="362322"/>
                    <a:pt x="176717" y="363788"/>
                  </a:cubicBezTo>
                  <a:cubicBezTo>
                    <a:pt x="176843" y="364564"/>
                    <a:pt x="176969" y="365341"/>
                    <a:pt x="177098" y="366140"/>
                  </a:cubicBezTo>
                  <a:cubicBezTo>
                    <a:pt x="177835" y="366386"/>
                    <a:pt x="178572" y="366631"/>
                    <a:pt x="179331" y="366884"/>
                  </a:cubicBezTo>
                  <a:cubicBezTo>
                    <a:pt x="179659" y="369047"/>
                    <a:pt x="179659" y="369047"/>
                    <a:pt x="179749" y="371721"/>
                  </a:cubicBezTo>
                  <a:cubicBezTo>
                    <a:pt x="179807" y="373336"/>
                    <a:pt x="179904" y="374951"/>
                    <a:pt x="180075" y="376558"/>
                  </a:cubicBezTo>
                  <a:cubicBezTo>
                    <a:pt x="180566" y="376804"/>
                    <a:pt x="181057" y="377049"/>
                    <a:pt x="181563" y="377302"/>
                  </a:cubicBezTo>
                  <a:cubicBezTo>
                    <a:pt x="181828" y="379613"/>
                    <a:pt x="181894" y="381908"/>
                    <a:pt x="181979" y="384232"/>
                  </a:cubicBezTo>
                  <a:cubicBezTo>
                    <a:pt x="182087" y="384892"/>
                    <a:pt x="182196" y="385552"/>
                    <a:pt x="182307" y="386232"/>
                  </a:cubicBezTo>
                  <a:cubicBezTo>
                    <a:pt x="183044" y="386477"/>
                    <a:pt x="183781" y="386723"/>
                    <a:pt x="184540" y="386976"/>
                  </a:cubicBezTo>
                  <a:cubicBezTo>
                    <a:pt x="184650" y="389400"/>
                    <a:pt x="184549" y="391724"/>
                    <a:pt x="184387" y="394141"/>
                  </a:cubicBezTo>
                  <a:cubicBezTo>
                    <a:pt x="184290" y="395815"/>
                    <a:pt x="184290" y="395815"/>
                    <a:pt x="184540" y="398138"/>
                  </a:cubicBezTo>
                  <a:cubicBezTo>
                    <a:pt x="185524" y="398415"/>
                    <a:pt x="186517" y="398663"/>
                    <a:pt x="187516" y="398882"/>
                  </a:cubicBezTo>
                  <a:cubicBezTo>
                    <a:pt x="187807" y="401071"/>
                    <a:pt x="187807" y="401071"/>
                    <a:pt x="187702" y="403766"/>
                  </a:cubicBezTo>
                  <a:cubicBezTo>
                    <a:pt x="187675" y="404657"/>
                    <a:pt x="187649" y="405548"/>
                    <a:pt x="187621" y="406466"/>
                  </a:cubicBezTo>
                  <a:cubicBezTo>
                    <a:pt x="187586" y="407156"/>
                    <a:pt x="187552" y="407845"/>
                    <a:pt x="187516" y="408556"/>
                  </a:cubicBezTo>
                  <a:cubicBezTo>
                    <a:pt x="188253" y="408556"/>
                    <a:pt x="188990" y="408556"/>
                    <a:pt x="189749" y="408556"/>
                  </a:cubicBezTo>
                  <a:cubicBezTo>
                    <a:pt x="189994" y="412240"/>
                    <a:pt x="190240" y="415923"/>
                    <a:pt x="190493" y="419718"/>
                  </a:cubicBezTo>
                  <a:cubicBezTo>
                    <a:pt x="191230" y="419718"/>
                    <a:pt x="191966" y="419718"/>
                    <a:pt x="192725" y="419718"/>
                  </a:cubicBezTo>
                  <a:cubicBezTo>
                    <a:pt x="192753" y="420408"/>
                    <a:pt x="192781" y="421098"/>
                    <a:pt x="192810" y="421808"/>
                  </a:cubicBezTo>
                  <a:cubicBezTo>
                    <a:pt x="192858" y="422699"/>
                    <a:pt x="192907" y="423590"/>
                    <a:pt x="192958" y="424509"/>
                  </a:cubicBezTo>
                  <a:cubicBezTo>
                    <a:pt x="193023" y="425842"/>
                    <a:pt x="193023" y="425842"/>
                    <a:pt x="193089" y="427203"/>
                  </a:cubicBezTo>
                  <a:cubicBezTo>
                    <a:pt x="193214" y="427925"/>
                    <a:pt x="193340" y="428648"/>
                    <a:pt x="193469" y="429392"/>
                  </a:cubicBezTo>
                  <a:cubicBezTo>
                    <a:pt x="194206" y="429638"/>
                    <a:pt x="194943" y="429883"/>
                    <a:pt x="195702" y="430136"/>
                  </a:cubicBezTo>
                  <a:cubicBezTo>
                    <a:pt x="196030" y="432462"/>
                    <a:pt x="196030" y="432462"/>
                    <a:pt x="196120" y="435345"/>
                  </a:cubicBezTo>
                  <a:cubicBezTo>
                    <a:pt x="196178" y="437084"/>
                    <a:pt x="196275" y="438823"/>
                    <a:pt x="196446" y="440554"/>
                  </a:cubicBezTo>
                  <a:cubicBezTo>
                    <a:pt x="196937" y="440800"/>
                    <a:pt x="197428" y="441045"/>
                    <a:pt x="197934" y="441298"/>
                  </a:cubicBezTo>
                  <a:cubicBezTo>
                    <a:pt x="198167" y="443195"/>
                    <a:pt x="198316" y="445022"/>
                    <a:pt x="198399" y="446926"/>
                  </a:cubicBezTo>
                  <a:cubicBezTo>
                    <a:pt x="198428" y="447455"/>
                    <a:pt x="198457" y="447984"/>
                    <a:pt x="198487" y="448529"/>
                  </a:cubicBezTo>
                  <a:cubicBezTo>
                    <a:pt x="198557" y="449839"/>
                    <a:pt x="198618" y="451150"/>
                    <a:pt x="198678" y="452460"/>
                  </a:cubicBezTo>
                  <a:cubicBezTo>
                    <a:pt x="199415" y="452460"/>
                    <a:pt x="200152" y="452460"/>
                    <a:pt x="200911" y="452460"/>
                  </a:cubicBezTo>
                  <a:cubicBezTo>
                    <a:pt x="200939" y="453150"/>
                    <a:pt x="200966" y="453840"/>
                    <a:pt x="200995" y="454550"/>
                  </a:cubicBezTo>
                  <a:cubicBezTo>
                    <a:pt x="201044" y="455441"/>
                    <a:pt x="201093" y="456333"/>
                    <a:pt x="201143" y="457251"/>
                  </a:cubicBezTo>
                  <a:cubicBezTo>
                    <a:pt x="201187" y="458140"/>
                    <a:pt x="201230" y="459029"/>
                    <a:pt x="201274" y="459945"/>
                  </a:cubicBezTo>
                  <a:cubicBezTo>
                    <a:pt x="201400" y="460668"/>
                    <a:pt x="201525" y="461390"/>
                    <a:pt x="201655" y="462134"/>
                  </a:cubicBezTo>
                  <a:cubicBezTo>
                    <a:pt x="202392" y="462380"/>
                    <a:pt x="203128" y="462625"/>
                    <a:pt x="203887" y="462878"/>
                  </a:cubicBezTo>
                  <a:cubicBezTo>
                    <a:pt x="204053" y="464852"/>
                    <a:pt x="204053" y="464852"/>
                    <a:pt x="203934" y="467297"/>
                  </a:cubicBezTo>
                  <a:cubicBezTo>
                    <a:pt x="203791" y="469674"/>
                    <a:pt x="203791" y="469674"/>
                    <a:pt x="203887" y="471808"/>
                  </a:cubicBezTo>
                  <a:cubicBezTo>
                    <a:pt x="205113" y="473384"/>
                    <a:pt x="205113" y="473384"/>
                    <a:pt x="206120" y="473296"/>
                  </a:cubicBezTo>
                  <a:cubicBezTo>
                    <a:pt x="206148" y="473986"/>
                    <a:pt x="206175" y="474676"/>
                    <a:pt x="206204" y="475386"/>
                  </a:cubicBezTo>
                  <a:cubicBezTo>
                    <a:pt x="206253" y="476277"/>
                    <a:pt x="206302" y="477169"/>
                    <a:pt x="206352" y="478087"/>
                  </a:cubicBezTo>
                  <a:cubicBezTo>
                    <a:pt x="206395" y="478976"/>
                    <a:pt x="206439" y="479865"/>
                    <a:pt x="206483" y="480781"/>
                  </a:cubicBezTo>
                  <a:cubicBezTo>
                    <a:pt x="206609" y="481504"/>
                    <a:pt x="206734" y="482226"/>
                    <a:pt x="206864" y="482970"/>
                  </a:cubicBezTo>
                  <a:cubicBezTo>
                    <a:pt x="207601" y="483216"/>
                    <a:pt x="208337" y="483461"/>
                    <a:pt x="209096" y="483714"/>
                  </a:cubicBezTo>
                  <a:cubicBezTo>
                    <a:pt x="209448" y="486418"/>
                    <a:pt x="209472" y="489082"/>
                    <a:pt x="209538" y="491807"/>
                  </a:cubicBezTo>
                  <a:cubicBezTo>
                    <a:pt x="209638" y="492574"/>
                    <a:pt x="209738" y="493342"/>
                    <a:pt x="209840" y="494132"/>
                  </a:cubicBezTo>
                  <a:cubicBezTo>
                    <a:pt x="210577" y="494378"/>
                    <a:pt x="211314" y="494623"/>
                    <a:pt x="212073" y="494876"/>
                  </a:cubicBezTo>
                  <a:cubicBezTo>
                    <a:pt x="212401" y="497039"/>
                    <a:pt x="212401" y="497039"/>
                    <a:pt x="212491" y="499713"/>
                  </a:cubicBezTo>
                  <a:cubicBezTo>
                    <a:pt x="212549" y="501328"/>
                    <a:pt x="212646" y="502943"/>
                    <a:pt x="212817" y="504550"/>
                  </a:cubicBezTo>
                  <a:cubicBezTo>
                    <a:pt x="213308" y="504796"/>
                    <a:pt x="213799" y="505041"/>
                    <a:pt x="214305" y="505294"/>
                  </a:cubicBezTo>
                  <a:cubicBezTo>
                    <a:pt x="214572" y="507557"/>
                    <a:pt x="214636" y="509803"/>
                    <a:pt x="214721" y="512079"/>
                  </a:cubicBezTo>
                  <a:cubicBezTo>
                    <a:pt x="214834" y="514229"/>
                    <a:pt x="214834" y="514229"/>
                    <a:pt x="216169" y="515343"/>
                  </a:cubicBezTo>
                  <a:cubicBezTo>
                    <a:pt x="218244" y="517419"/>
                    <a:pt x="217643" y="520574"/>
                    <a:pt x="217724" y="523366"/>
                  </a:cubicBezTo>
                  <a:cubicBezTo>
                    <a:pt x="217823" y="524033"/>
                    <a:pt x="217923" y="524699"/>
                    <a:pt x="218026" y="525386"/>
                  </a:cubicBezTo>
                  <a:cubicBezTo>
                    <a:pt x="218763" y="525877"/>
                    <a:pt x="219499" y="526368"/>
                    <a:pt x="220258" y="526874"/>
                  </a:cubicBezTo>
                  <a:cubicBezTo>
                    <a:pt x="220587" y="529273"/>
                    <a:pt x="220587" y="529273"/>
                    <a:pt x="220677" y="532130"/>
                  </a:cubicBezTo>
                  <a:cubicBezTo>
                    <a:pt x="220735" y="533853"/>
                    <a:pt x="220831" y="535577"/>
                    <a:pt x="221003" y="537292"/>
                  </a:cubicBezTo>
                  <a:cubicBezTo>
                    <a:pt x="221494" y="537538"/>
                    <a:pt x="221985" y="537784"/>
                    <a:pt x="222491" y="538037"/>
                  </a:cubicBezTo>
                  <a:cubicBezTo>
                    <a:pt x="222757" y="540541"/>
                    <a:pt x="222822" y="543031"/>
                    <a:pt x="222907" y="545548"/>
                  </a:cubicBezTo>
                  <a:cubicBezTo>
                    <a:pt x="223015" y="546261"/>
                    <a:pt x="223123" y="546975"/>
                    <a:pt x="223235" y="547710"/>
                  </a:cubicBezTo>
                  <a:cubicBezTo>
                    <a:pt x="223972" y="547956"/>
                    <a:pt x="224708" y="548201"/>
                    <a:pt x="225467" y="548455"/>
                  </a:cubicBezTo>
                  <a:cubicBezTo>
                    <a:pt x="225818" y="550965"/>
                    <a:pt x="225843" y="553432"/>
                    <a:pt x="225909" y="555966"/>
                  </a:cubicBezTo>
                  <a:cubicBezTo>
                    <a:pt x="226009" y="556679"/>
                    <a:pt x="226109" y="557393"/>
                    <a:pt x="226212" y="558128"/>
                  </a:cubicBezTo>
                  <a:cubicBezTo>
                    <a:pt x="226948" y="558374"/>
                    <a:pt x="227685" y="558619"/>
                    <a:pt x="228444" y="558872"/>
                  </a:cubicBezTo>
                  <a:cubicBezTo>
                    <a:pt x="228772" y="561198"/>
                    <a:pt x="228772" y="561198"/>
                    <a:pt x="228863" y="564081"/>
                  </a:cubicBezTo>
                  <a:cubicBezTo>
                    <a:pt x="228920" y="565820"/>
                    <a:pt x="229017" y="567559"/>
                    <a:pt x="229188" y="569290"/>
                  </a:cubicBezTo>
                  <a:cubicBezTo>
                    <a:pt x="229679" y="569536"/>
                    <a:pt x="230170" y="569782"/>
                    <a:pt x="230676" y="570035"/>
                  </a:cubicBezTo>
                  <a:cubicBezTo>
                    <a:pt x="230985" y="572386"/>
                    <a:pt x="230985" y="572386"/>
                    <a:pt x="231141" y="575290"/>
                  </a:cubicBezTo>
                  <a:cubicBezTo>
                    <a:pt x="231197" y="576250"/>
                    <a:pt x="231253" y="577210"/>
                    <a:pt x="231310" y="578200"/>
                  </a:cubicBezTo>
                  <a:cubicBezTo>
                    <a:pt x="231347" y="578943"/>
                    <a:pt x="231383" y="579687"/>
                    <a:pt x="231421" y="580453"/>
                  </a:cubicBezTo>
                  <a:cubicBezTo>
                    <a:pt x="232157" y="580453"/>
                    <a:pt x="232894" y="580453"/>
                    <a:pt x="233653" y="580453"/>
                  </a:cubicBezTo>
                  <a:cubicBezTo>
                    <a:pt x="233899" y="584136"/>
                    <a:pt x="234144" y="587820"/>
                    <a:pt x="234397" y="591615"/>
                  </a:cubicBezTo>
                  <a:cubicBezTo>
                    <a:pt x="235134" y="591615"/>
                    <a:pt x="235871" y="591615"/>
                    <a:pt x="236630" y="591615"/>
                  </a:cubicBezTo>
                  <a:cubicBezTo>
                    <a:pt x="236666" y="592304"/>
                    <a:pt x="236702" y="592994"/>
                    <a:pt x="236740" y="593705"/>
                  </a:cubicBezTo>
                  <a:cubicBezTo>
                    <a:pt x="236823" y="595041"/>
                    <a:pt x="236823" y="595041"/>
                    <a:pt x="236909" y="596405"/>
                  </a:cubicBezTo>
                  <a:cubicBezTo>
                    <a:pt x="236960" y="597294"/>
                    <a:pt x="237012" y="598183"/>
                    <a:pt x="237066" y="599100"/>
                  </a:cubicBezTo>
                  <a:cubicBezTo>
                    <a:pt x="237167" y="599822"/>
                    <a:pt x="237269" y="600544"/>
                    <a:pt x="237374" y="601288"/>
                  </a:cubicBezTo>
                  <a:cubicBezTo>
                    <a:pt x="237865" y="601534"/>
                    <a:pt x="238356" y="601780"/>
                    <a:pt x="238862" y="602033"/>
                  </a:cubicBezTo>
                  <a:cubicBezTo>
                    <a:pt x="239129" y="604295"/>
                    <a:pt x="239193" y="606541"/>
                    <a:pt x="239278" y="608817"/>
                  </a:cubicBezTo>
                  <a:cubicBezTo>
                    <a:pt x="239384" y="610965"/>
                    <a:pt x="239384" y="610965"/>
                    <a:pt x="240716" y="612029"/>
                  </a:cubicBezTo>
                  <a:cubicBezTo>
                    <a:pt x="242540" y="613923"/>
                    <a:pt x="242233" y="615991"/>
                    <a:pt x="242350" y="618543"/>
                  </a:cubicBezTo>
                  <a:cubicBezTo>
                    <a:pt x="242399" y="619490"/>
                    <a:pt x="242448" y="620437"/>
                    <a:pt x="242498" y="621412"/>
                  </a:cubicBezTo>
                  <a:cubicBezTo>
                    <a:pt x="242526" y="622138"/>
                    <a:pt x="242554" y="622865"/>
                    <a:pt x="242583" y="623613"/>
                  </a:cubicBezTo>
                  <a:cubicBezTo>
                    <a:pt x="243319" y="623367"/>
                    <a:pt x="244056" y="623122"/>
                    <a:pt x="244815" y="622869"/>
                  </a:cubicBezTo>
                  <a:cubicBezTo>
                    <a:pt x="244815" y="626552"/>
                    <a:pt x="244815" y="630236"/>
                    <a:pt x="244815" y="634031"/>
                  </a:cubicBezTo>
                  <a:cubicBezTo>
                    <a:pt x="245552" y="634031"/>
                    <a:pt x="246288" y="634031"/>
                    <a:pt x="247048" y="634031"/>
                  </a:cubicBezTo>
                  <a:cubicBezTo>
                    <a:pt x="247293" y="637714"/>
                    <a:pt x="247539" y="641398"/>
                    <a:pt x="247792" y="645193"/>
                  </a:cubicBezTo>
                  <a:cubicBezTo>
                    <a:pt x="248528" y="645193"/>
                    <a:pt x="249265" y="645193"/>
                    <a:pt x="250024" y="645193"/>
                  </a:cubicBezTo>
                  <a:cubicBezTo>
                    <a:pt x="250052" y="645882"/>
                    <a:pt x="250080" y="646572"/>
                    <a:pt x="250108" y="647283"/>
                  </a:cubicBezTo>
                  <a:cubicBezTo>
                    <a:pt x="250157" y="648174"/>
                    <a:pt x="250206" y="649065"/>
                    <a:pt x="250257" y="649983"/>
                  </a:cubicBezTo>
                  <a:cubicBezTo>
                    <a:pt x="250300" y="650872"/>
                    <a:pt x="250343" y="651762"/>
                    <a:pt x="250387" y="652678"/>
                  </a:cubicBezTo>
                  <a:cubicBezTo>
                    <a:pt x="250513" y="653400"/>
                    <a:pt x="250639" y="654122"/>
                    <a:pt x="250768" y="654867"/>
                  </a:cubicBezTo>
                  <a:cubicBezTo>
                    <a:pt x="251505" y="655112"/>
                    <a:pt x="252242" y="655358"/>
                    <a:pt x="253001" y="655611"/>
                  </a:cubicBezTo>
                  <a:cubicBezTo>
                    <a:pt x="253329" y="657936"/>
                    <a:pt x="253329" y="657936"/>
                    <a:pt x="253419" y="660820"/>
                  </a:cubicBezTo>
                  <a:cubicBezTo>
                    <a:pt x="253477" y="662558"/>
                    <a:pt x="253574" y="664297"/>
                    <a:pt x="253745" y="666029"/>
                  </a:cubicBezTo>
                  <a:cubicBezTo>
                    <a:pt x="254236" y="666274"/>
                    <a:pt x="254727" y="666520"/>
                    <a:pt x="255233" y="666773"/>
                  </a:cubicBezTo>
                  <a:cubicBezTo>
                    <a:pt x="255704" y="668962"/>
                    <a:pt x="255704" y="668962"/>
                    <a:pt x="256070" y="671656"/>
                  </a:cubicBezTo>
                  <a:cubicBezTo>
                    <a:pt x="256195" y="672547"/>
                    <a:pt x="256320" y="673439"/>
                    <a:pt x="256448" y="674357"/>
                  </a:cubicBezTo>
                  <a:cubicBezTo>
                    <a:pt x="256538" y="675046"/>
                    <a:pt x="256628" y="675736"/>
                    <a:pt x="256721" y="676447"/>
                  </a:cubicBezTo>
                  <a:cubicBezTo>
                    <a:pt x="257212" y="676447"/>
                    <a:pt x="257704" y="676447"/>
                    <a:pt x="258210" y="676447"/>
                  </a:cubicBezTo>
                  <a:cubicBezTo>
                    <a:pt x="258455" y="680376"/>
                    <a:pt x="258701" y="684305"/>
                    <a:pt x="258954" y="688353"/>
                  </a:cubicBezTo>
                  <a:cubicBezTo>
                    <a:pt x="259690" y="688107"/>
                    <a:pt x="260427" y="687862"/>
                    <a:pt x="261186" y="687609"/>
                  </a:cubicBezTo>
                  <a:cubicBezTo>
                    <a:pt x="261231" y="688344"/>
                    <a:pt x="261276" y="689078"/>
                    <a:pt x="261323" y="689835"/>
                  </a:cubicBezTo>
                  <a:cubicBezTo>
                    <a:pt x="261416" y="691266"/>
                    <a:pt x="261416" y="691266"/>
                    <a:pt x="261512" y="692725"/>
                  </a:cubicBezTo>
                  <a:cubicBezTo>
                    <a:pt x="261572" y="693674"/>
                    <a:pt x="261633" y="694624"/>
                    <a:pt x="261695" y="695602"/>
                  </a:cubicBezTo>
                  <a:cubicBezTo>
                    <a:pt x="261776" y="697940"/>
                    <a:pt x="261776" y="697940"/>
                    <a:pt x="262674" y="699515"/>
                  </a:cubicBezTo>
                  <a:cubicBezTo>
                    <a:pt x="262675" y="698922"/>
                    <a:pt x="262676" y="698328"/>
                    <a:pt x="262676" y="697717"/>
                  </a:cubicBezTo>
                  <a:cubicBezTo>
                    <a:pt x="262734" y="633140"/>
                    <a:pt x="262792" y="568562"/>
                    <a:pt x="262856" y="503985"/>
                  </a:cubicBezTo>
                  <a:cubicBezTo>
                    <a:pt x="262857" y="502539"/>
                    <a:pt x="262857" y="502539"/>
                    <a:pt x="262859" y="501064"/>
                  </a:cubicBezTo>
                  <a:cubicBezTo>
                    <a:pt x="262879" y="480630"/>
                    <a:pt x="262899" y="460195"/>
                    <a:pt x="262919" y="439760"/>
                  </a:cubicBezTo>
                  <a:cubicBezTo>
                    <a:pt x="262930" y="429495"/>
                    <a:pt x="262940" y="419231"/>
                    <a:pt x="262950" y="408966"/>
                  </a:cubicBezTo>
                  <a:cubicBezTo>
                    <a:pt x="262952" y="407418"/>
                    <a:pt x="262953" y="405869"/>
                    <a:pt x="262955" y="404321"/>
                  </a:cubicBezTo>
                  <a:cubicBezTo>
                    <a:pt x="262970" y="389292"/>
                    <a:pt x="262984" y="374262"/>
                    <a:pt x="262999" y="359233"/>
                  </a:cubicBezTo>
                  <a:cubicBezTo>
                    <a:pt x="262999" y="358719"/>
                    <a:pt x="263000" y="358205"/>
                    <a:pt x="263000" y="357675"/>
                  </a:cubicBezTo>
                  <a:cubicBezTo>
                    <a:pt x="263008" y="349372"/>
                    <a:pt x="263015" y="341069"/>
                    <a:pt x="263023" y="332766"/>
                  </a:cubicBezTo>
                  <a:cubicBezTo>
                    <a:pt x="263023" y="332253"/>
                    <a:pt x="263023" y="331740"/>
                    <a:pt x="263024" y="331211"/>
                  </a:cubicBezTo>
                  <a:cubicBezTo>
                    <a:pt x="263031" y="322939"/>
                    <a:pt x="263039" y="314666"/>
                    <a:pt x="263046" y="306393"/>
                  </a:cubicBezTo>
                  <a:cubicBezTo>
                    <a:pt x="263076" y="271817"/>
                    <a:pt x="263109" y="237241"/>
                    <a:pt x="263145" y="202665"/>
                  </a:cubicBezTo>
                  <a:cubicBezTo>
                    <a:pt x="263150" y="197860"/>
                    <a:pt x="263155" y="193055"/>
                    <a:pt x="263160" y="188250"/>
                  </a:cubicBezTo>
                  <a:cubicBezTo>
                    <a:pt x="263161" y="187304"/>
                    <a:pt x="263162" y="186358"/>
                    <a:pt x="263163" y="185384"/>
                  </a:cubicBezTo>
                  <a:cubicBezTo>
                    <a:pt x="263179" y="170128"/>
                    <a:pt x="263192" y="154873"/>
                    <a:pt x="263204" y="139618"/>
                  </a:cubicBezTo>
                  <a:cubicBezTo>
                    <a:pt x="263217" y="124300"/>
                    <a:pt x="263232" y="108981"/>
                    <a:pt x="263249" y="93663"/>
                  </a:cubicBezTo>
                  <a:cubicBezTo>
                    <a:pt x="263260" y="84551"/>
                    <a:pt x="263268" y="75438"/>
                    <a:pt x="263274" y="66325"/>
                  </a:cubicBezTo>
                  <a:cubicBezTo>
                    <a:pt x="263278" y="60249"/>
                    <a:pt x="263284" y="54172"/>
                    <a:pt x="263293" y="48096"/>
                  </a:cubicBezTo>
                  <a:cubicBezTo>
                    <a:pt x="263298" y="44627"/>
                    <a:pt x="263301" y="41158"/>
                    <a:pt x="263302" y="37689"/>
                  </a:cubicBezTo>
                  <a:cubicBezTo>
                    <a:pt x="263302" y="34539"/>
                    <a:pt x="263306" y="31389"/>
                    <a:pt x="263313" y="28240"/>
                  </a:cubicBezTo>
                  <a:cubicBezTo>
                    <a:pt x="263315" y="27101"/>
                    <a:pt x="263315" y="25963"/>
                    <a:pt x="263314" y="24824"/>
                  </a:cubicBezTo>
                  <a:cubicBezTo>
                    <a:pt x="263313" y="23289"/>
                    <a:pt x="263317" y="21754"/>
                    <a:pt x="263321" y="20220"/>
                  </a:cubicBezTo>
                  <a:cubicBezTo>
                    <a:pt x="263323" y="18940"/>
                    <a:pt x="263323" y="18940"/>
                    <a:pt x="263324" y="17634"/>
                  </a:cubicBezTo>
                  <a:cubicBezTo>
                    <a:pt x="263419" y="15650"/>
                    <a:pt x="263419" y="15650"/>
                    <a:pt x="264163" y="14162"/>
                  </a:cubicBezTo>
                  <a:cubicBezTo>
                    <a:pt x="265472" y="13976"/>
                    <a:pt x="265472" y="13976"/>
                    <a:pt x="267214" y="13978"/>
                  </a:cubicBezTo>
                  <a:cubicBezTo>
                    <a:pt x="268200" y="13973"/>
                    <a:pt x="268200" y="13973"/>
                    <a:pt x="269206" y="13968"/>
                  </a:cubicBezTo>
                  <a:cubicBezTo>
                    <a:pt x="270296" y="13974"/>
                    <a:pt x="270296" y="13974"/>
                    <a:pt x="271408" y="13981"/>
                  </a:cubicBezTo>
                  <a:cubicBezTo>
                    <a:pt x="272169" y="13979"/>
                    <a:pt x="272930" y="13978"/>
                    <a:pt x="273714" y="13977"/>
                  </a:cubicBezTo>
                  <a:cubicBezTo>
                    <a:pt x="276243" y="13974"/>
                    <a:pt x="278772" y="13982"/>
                    <a:pt x="281301" y="13990"/>
                  </a:cubicBezTo>
                  <a:cubicBezTo>
                    <a:pt x="283050" y="13991"/>
                    <a:pt x="284799" y="13991"/>
                    <a:pt x="286548" y="13991"/>
                  </a:cubicBezTo>
                  <a:cubicBezTo>
                    <a:pt x="290219" y="13992"/>
                    <a:pt x="293890" y="13998"/>
                    <a:pt x="297561" y="14008"/>
                  </a:cubicBezTo>
                  <a:cubicBezTo>
                    <a:pt x="302278" y="14021"/>
                    <a:pt x="306995" y="14024"/>
                    <a:pt x="311712" y="14023"/>
                  </a:cubicBezTo>
                  <a:cubicBezTo>
                    <a:pt x="315326" y="14024"/>
                    <a:pt x="318939" y="14028"/>
                    <a:pt x="322552" y="14033"/>
                  </a:cubicBezTo>
                  <a:cubicBezTo>
                    <a:pt x="324292" y="14035"/>
                    <a:pt x="326031" y="14037"/>
                    <a:pt x="327771" y="14037"/>
                  </a:cubicBezTo>
                  <a:cubicBezTo>
                    <a:pt x="330198" y="14039"/>
                    <a:pt x="332625" y="14046"/>
                    <a:pt x="335052" y="14053"/>
                  </a:cubicBezTo>
                  <a:cubicBezTo>
                    <a:pt x="335779" y="14053"/>
                    <a:pt x="336506" y="14053"/>
                    <a:pt x="337255" y="14052"/>
                  </a:cubicBezTo>
                  <a:cubicBezTo>
                    <a:pt x="337912" y="14056"/>
                    <a:pt x="338569" y="14059"/>
                    <a:pt x="339247" y="14062"/>
                  </a:cubicBezTo>
                  <a:cubicBezTo>
                    <a:pt x="339821" y="14063"/>
                    <a:pt x="340396" y="14065"/>
                    <a:pt x="340988" y="14066"/>
                  </a:cubicBezTo>
                  <a:cubicBezTo>
                    <a:pt x="342298" y="14162"/>
                    <a:pt x="342298" y="14162"/>
                    <a:pt x="343042" y="14906"/>
                  </a:cubicBezTo>
                  <a:cubicBezTo>
                    <a:pt x="343116" y="17102"/>
                    <a:pt x="343140" y="19281"/>
                    <a:pt x="343134" y="21478"/>
                  </a:cubicBezTo>
                  <a:cubicBezTo>
                    <a:pt x="343136" y="22532"/>
                    <a:pt x="343136" y="22532"/>
                    <a:pt x="343137" y="23607"/>
                  </a:cubicBezTo>
                  <a:cubicBezTo>
                    <a:pt x="343139" y="25998"/>
                    <a:pt x="343136" y="28389"/>
                    <a:pt x="343133" y="30779"/>
                  </a:cubicBezTo>
                  <a:cubicBezTo>
                    <a:pt x="343134" y="32504"/>
                    <a:pt x="343135" y="34228"/>
                    <a:pt x="343136" y="35952"/>
                  </a:cubicBezTo>
                  <a:cubicBezTo>
                    <a:pt x="343138" y="40232"/>
                    <a:pt x="343136" y="44511"/>
                    <a:pt x="343134" y="48791"/>
                  </a:cubicBezTo>
                  <a:cubicBezTo>
                    <a:pt x="343130" y="53949"/>
                    <a:pt x="343131" y="59106"/>
                    <a:pt x="343133" y="64264"/>
                  </a:cubicBezTo>
                  <a:cubicBezTo>
                    <a:pt x="343135" y="73905"/>
                    <a:pt x="343134" y="83545"/>
                    <a:pt x="343130" y="93186"/>
                  </a:cubicBezTo>
                  <a:cubicBezTo>
                    <a:pt x="343127" y="102961"/>
                    <a:pt x="343125" y="112737"/>
                    <a:pt x="343126" y="122513"/>
                  </a:cubicBezTo>
                  <a:cubicBezTo>
                    <a:pt x="343126" y="123130"/>
                    <a:pt x="343126" y="123746"/>
                    <a:pt x="343126" y="124381"/>
                  </a:cubicBezTo>
                  <a:cubicBezTo>
                    <a:pt x="343126" y="127524"/>
                    <a:pt x="343126" y="130666"/>
                    <a:pt x="343126" y="133809"/>
                  </a:cubicBezTo>
                  <a:cubicBezTo>
                    <a:pt x="343127" y="156584"/>
                    <a:pt x="343125" y="179358"/>
                    <a:pt x="343120" y="202133"/>
                  </a:cubicBezTo>
                  <a:cubicBezTo>
                    <a:pt x="343116" y="224694"/>
                    <a:pt x="343113" y="247256"/>
                    <a:pt x="343112" y="269817"/>
                  </a:cubicBezTo>
                  <a:cubicBezTo>
                    <a:pt x="343112" y="270867"/>
                    <a:pt x="343112" y="270867"/>
                    <a:pt x="343112" y="271939"/>
                  </a:cubicBezTo>
                  <a:cubicBezTo>
                    <a:pt x="343112" y="278333"/>
                    <a:pt x="343112" y="284727"/>
                    <a:pt x="343112" y="291120"/>
                  </a:cubicBezTo>
                  <a:cubicBezTo>
                    <a:pt x="343111" y="307017"/>
                    <a:pt x="343110" y="322913"/>
                    <a:pt x="343109" y="338810"/>
                  </a:cubicBezTo>
                  <a:cubicBezTo>
                    <a:pt x="343109" y="339534"/>
                    <a:pt x="343109" y="340257"/>
                    <a:pt x="343109" y="341003"/>
                  </a:cubicBezTo>
                  <a:cubicBezTo>
                    <a:pt x="343107" y="376240"/>
                    <a:pt x="343103" y="411476"/>
                    <a:pt x="343098" y="446712"/>
                  </a:cubicBezTo>
                  <a:cubicBezTo>
                    <a:pt x="343096" y="458944"/>
                    <a:pt x="343094" y="471175"/>
                    <a:pt x="343093" y="483406"/>
                  </a:cubicBezTo>
                  <a:cubicBezTo>
                    <a:pt x="343093" y="484544"/>
                    <a:pt x="343093" y="484544"/>
                    <a:pt x="343092" y="485705"/>
                  </a:cubicBezTo>
                  <a:cubicBezTo>
                    <a:pt x="343088" y="520953"/>
                    <a:pt x="343085" y="556202"/>
                    <a:pt x="343083" y="591451"/>
                  </a:cubicBezTo>
                  <a:cubicBezTo>
                    <a:pt x="343083" y="593738"/>
                    <a:pt x="343082" y="596026"/>
                    <a:pt x="343082" y="598314"/>
                  </a:cubicBezTo>
                  <a:cubicBezTo>
                    <a:pt x="343081" y="613474"/>
                    <a:pt x="343080" y="628635"/>
                    <a:pt x="343079" y="643796"/>
                  </a:cubicBezTo>
                  <a:cubicBezTo>
                    <a:pt x="343078" y="673963"/>
                    <a:pt x="343075" y="704130"/>
                    <a:pt x="343073" y="734297"/>
                  </a:cubicBezTo>
                  <a:cubicBezTo>
                    <a:pt x="343073" y="735734"/>
                    <a:pt x="343073" y="737171"/>
                    <a:pt x="343073" y="738607"/>
                  </a:cubicBezTo>
                  <a:cubicBezTo>
                    <a:pt x="343068" y="803303"/>
                    <a:pt x="343061" y="868000"/>
                    <a:pt x="343053" y="932696"/>
                  </a:cubicBezTo>
                  <a:cubicBezTo>
                    <a:pt x="343053" y="933302"/>
                    <a:pt x="343053" y="933908"/>
                    <a:pt x="343053" y="934532"/>
                  </a:cubicBezTo>
                  <a:cubicBezTo>
                    <a:pt x="343050" y="964837"/>
                    <a:pt x="343046" y="995143"/>
                    <a:pt x="343042" y="1025449"/>
                  </a:cubicBezTo>
                  <a:cubicBezTo>
                    <a:pt x="341506" y="1025593"/>
                    <a:pt x="339970" y="1025738"/>
                    <a:pt x="338434" y="1025883"/>
                  </a:cubicBezTo>
                  <a:cubicBezTo>
                    <a:pt x="337990" y="1025985"/>
                    <a:pt x="337546" y="1026087"/>
                    <a:pt x="337089" y="1026193"/>
                  </a:cubicBezTo>
                  <a:cubicBezTo>
                    <a:pt x="336625" y="1027682"/>
                    <a:pt x="336625" y="1027682"/>
                    <a:pt x="336344" y="1029169"/>
                  </a:cubicBezTo>
                  <a:cubicBezTo>
                    <a:pt x="334279" y="1029575"/>
                    <a:pt x="334279" y="1029575"/>
                    <a:pt x="331551" y="1029623"/>
                  </a:cubicBezTo>
                  <a:cubicBezTo>
                    <a:pt x="330580" y="1029647"/>
                    <a:pt x="329609" y="1029671"/>
                    <a:pt x="328608" y="1029695"/>
                  </a:cubicBezTo>
                  <a:cubicBezTo>
                    <a:pt x="327575" y="1029706"/>
                    <a:pt x="326541" y="1029717"/>
                    <a:pt x="325508" y="1029727"/>
                  </a:cubicBezTo>
                  <a:cubicBezTo>
                    <a:pt x="324472" y="1029748"/>
                    <a:pt x="323435" y="1029771"/>
                    <a:pt x="322399" y="1029794"/>
                  </a:cubicBezTo>
                  <a:cubicBezTo>
                    <a:pt x="319854" y="1029847"/>
                    <a:pt x="317310" y="1029886"/>
                    <a:pt x="314764" y="1029913"/>
                  </a:cubicBezTo>
                  <a:cubicBezTo>
                    <a:pt x="314764" y="1030650"/>
                    <a:pt x="314764" y="1031387"/>
                    <a:pt x="314764" y="1032146"/>
                  </a:cubicBezTo>
                  <a:cubicBezTo>
                    <a:pt x="309534" y="1032821"/>
                    <a:pt x="304412" y="1032936"/>
                    <a:pt x="299140" y="1032843"/>
                  </a:cubicBezTo>
                  <a:cubicBezTo>
                    <a:pt x="296866" y="1032780"/>
                    <a:pt x="296866" y="1032780"/>
                    <a:pt x="294673" y="1033634"/>
                  </a:cubicBezTo>
                  <a:cubicBezTo>
                    <a:pt x="294673" y="1034371"/>
                    <a:pt x="294673" y="1035107"/>
                    <a:pt x="294673" y="1035867"/>
                  </a:cubicBezTo>
                  <a:cubicBezTo>
                    <a:pt x="294045" y="1035874"/>
                    <a:pt x="293418" y="1035880"/>
                    <a:pt x="292772" y="1035888"/>
                  </a:cubicBezTo>
                  <a:cubicBezTo>
                    <a:pt x="290451" y="1035920"/>
                    <a:pt x="288131" y="1035966"/>
                    <a:pt x="285811" y="1036021"/>
                  </a:cubicBezTo>
                  <a:cubicBezTo>
                    <a:pt x="284806" y="1036042"/>
                    <a:pt x="283800" y="1036058"/>
                    <a:pt x="282795" y="1036068"/>
                  </a:cubicBezTo>
                  <a:cubicBezTo>
                    <a:pt x="281352" y="1036084"/>
                    <a:pt x="279909" y="1036120"/>
                    <a:pt x="278467" y="1036157"/>
                  </a:cubicBezTo>
                  <a:cubicBezTo>
                    <a:pt x="277164" y="1036181"/>
                    <a:pt x="277164" y="1036181"/>
                    <a:pt x="275834" y="1036204"/>
                  </a:cubicBezTo>
                  <a:cubicBezTo>
                    <a:pt x="274845" y="1036406"/>
                    <a:pt x="274845" y="1036406"/>
                    <a:pt x="273837" y="1036611"/>
                  </a:cubicBezTo>
                  <a:cubicBezTo>
                    <a:pt x="273327" y="1038082"/>
                    <a:pt x="273327" y="1038082"/>
                    <a:pt x="273092" y="1039587"/>
                  </a:cubicBezTo>
                  <a:cubicBezTo>
                    <a:pt x="269264" y="1040195"/>
                    <a:pt x="269264" y="1040195"/>
                    <a:pt x="267139" y="1039587"/>
                  </a:cubicBezTo>
                  <a:cubicBezTo>
                    <a:pt x="266116" y="1037401"/>
                    <a:pt x="266116" y="1037401"/>
                    <a:pt x="265651" y="1035122"/>
                  </a:cubicBezTo>
                  <a:cubicBezTo>
                    <a:pt x="265160" y="1034877"/>
                    <a:pt x="264669" y="1034631"/>
                    <a:pt x="264163" y="1034378"/>
                  </a:cubicBezTo>
                  <a:cubicBezTo>
                    <a:pt x="263859" y="1032386"/>
                    <a:pt x="263616" y="1030428"/>
                    <a:pt x="263419" y="1028425"/>
                  </a:cubicBezTo>
                  <a:cubicBezTo>
                    <a:pt x="263144" y="1025964"/>
                    <a:pt x="263144" y="1025964"/>
                    <a:pt x="262674" y="1023960"/>
                  </a:cubicBezTo>
                  <a:cubicBezTo>
                    <a:pt x="262183" y="1023715"/>
                    <a:pt x="261692" y="1023469"/>
                    <a:pt x="261186" y="1023216"/>
                  </a:cubicBezTo>
                  <a:cubicBezTo>
                    <a:pt x="260930" y="1021242"/>
                    <a:pt x="260930" y="1021242"/>
                    <a:pt x="260814" y="1018798"/>
                  </a:cubicBezTo>
                  <a:cubicBezTo>
                    <a:pt x="260816" y="1015406"/>
                    <a:pt x="260816" y="1015406"/>
                    <a:pt x="258954" y="1012798"/>
                  </a:cubicBezTo>
                  <a:cubicBezTo>
                    <a:pt x="258708" y="1012798"/>
                    <a:pt x="258463" y="1012798"/>
                    <a:pt x="258210" y="1012798"/>
                  </a:cubicBezTo>
                  <a:cubicBezTo>
                    <a:pt x="258182" y="1012126"/>
                    <a:pt x="258154" y="1011453"/>
                    <a:pt x="258125" y="1010761"/>
                  </a:cubicBezTo>
                  <a:cubicBezTo>
                    <a:pt x="258076" y="1009883"/>
                    <a:pt x="258027" y="1009005"/>
                    <a:pt x="257977" y="1008101"/>
                  </a:cubicBezTo>
                  <a:cubicBezTo>
                    <a:pt x="257934" y="1007229"/>
                    <a:pt x="257891" y="1006357"/>
                    <a:pt x="257846" y="1005459"/>
                  </a:cubicBezTo>
                  <a:cubicBezTo>
                    <a:pt x="257702" y="1003143"/>
                    <a:pt x="257702" y="1003143"/>
                    <a:pt x="256349" y="1002008"/>
                  </a:cubicBezTo>
                  <a:cubicBezTo>
                    <a:pt x="254572" y="1000231"/>
                    <a:pt x="254842" y="998357"/>
                    <a:pt x="254721" y="995915"/>
                  </a:cubicBezTo>
                  <a:cubicBezTo>
                    <a:pt x="254673" y="995038"/>
                    <a:pt x="254624" y="994160"/>
                    <a:pt x="254573" y="993256"/>
                  </a:cubicBezTo>
                  <a:cubicBezTo>
                    <a:pt x="254545" y="992583"/>
                    <a:pt x="254518" y="991911"/>
                    <a:pt x="254489" y="991218"/>
                  </a:cubicBezTo>
                  <a:cubicBezTo>
                    <a:pt x="253998" y="991218"/>
                    <a:pt x="253507" y="991218"/>
                    <a:pt x="253001" y="991218"/>
                  </a:cubicBezTo>
                  <a:cubicBezTo>
                    <a:pt x="252755" y="987780"/>
                    <a:pt x="252509" y="984342"/>
                    <a:pt x="252256" y="980800"/>
                  </a:cubicBezTo>
                  <a:cubicBezTo>
                    <a:pt x="251520" y="980800"/>
                    <a:pt x="250783" y="980800"/>
                    <a:pt x="250024" y="980800"/>
                  </a:cubicBezTo>
                  <a:cubicBezTo>
                    <a:pt x="249996" y="980065"/>
                    <a:pt x="249968" y="979331"/>
                    <a:pt x="249940" y="978574"/>
                  </a:cubicBezTo>
                  <a:cubicBezTo>
                    <a:pt x="249866" y="977143"/>
                    <a:pt x="249866" y="977143"/>
                    <a:pt x="249792" y="975684"/>
                  </a:cubicBezTo>
                  <a:cubicBezTo>
                    <a:pt x="249748" y="974735"/>
                    <a:pt x="249705" y="973785"/>
                    <a:pt x="249661" y="972806"/>
                  </a:cubicBezTo>
                  <a:cubicBezTo>
                    <a:pt x="249472" y="971606"/>
                    <a:pt x="249472" y="971606"/>
                    <a:pt x="249280" y="970382"/>
                  </a:cubicBezTo>
                  <a:cubicBezTo>
                    <a:pt x="248543" y="969891"/>
                    <a:pt x="247807" y="969400"/>
                    <a:pt x="247048" y="968894"/>
                  </a:cubicBezTo>
                  <a:cubicBezTo>
                    <a:pt x="246829" y="966632"/>
                    <a:pt x="246829" y="966632"/>
                    <a:pt x="246908" y="963964"/>
                  </a:cubicBezTo>
                  <a:cubicBezTo>
                    <a:pt x="246928" y="963080"/>
                    <a:pt x="246948" y="962195"/>
                    <a:pt x="246969" y="961284"/>
                  </a:cubicBezTo>
                  <a:cubicBezTo>
                    <a:pt x="247008" y="960262"/>
                    <a:pt x="247008" y="960262"/>
                    <a:pt x="247048" y="959220"/>
                  </a:cubicBezTo>
                  <a:cubicBezTo>
                    <a:pt x="246311" y="959220"/>
                    <a:pt x="245574" y="959220"/>
                    <a:pt x="244815" y="959220"/>
                  </a:cubicBezTo>
                  <a:cubicBezTo>
                    <a:pt x="244570" y="955537"/>
                    <a:pt x="244324" y="951853"/>
                    <a:pt x="244071" y="948058"/>
                  </a:cubicBezTo>
                  <a:cubicBezTo>
                    <a:pt x="243334" y="948058"/>
                    <a:pt x="242598" y="948058"/>
                    <a:pt x="241839" y="948058"/>
                  </a:cubicBezTo>
                  <a:cubicBezTo>
                    <a:pt x="241811" y="947431"/>
                    <a:pt x="241783" y="946803"/>
                    <a:pt x="241754" y="946157"/>
                  </a:cubicBezTo>
                  <a:cubicBezTo>
                    <a:pt x="241705" y="945342"/>
                    <a:pt x="241656" y="944526"/>
                    <a:pt x="241606" y="943686"/>
                  </a:cubicBezTo>
                  <a:cubicBezTo>
                    <a:pt x="241563" y="942875"/>
                    <a:pt x="241520" y="942063"/>
                    <a:pt x="241475" y="941227"/>
                  </a:cubicBezTo>
                  <a:cubicBezTo>
                    <a:pt x="241350" y="940534"/>
                    <a:pt x="241224" y="939842"/>
                    <a:pt x="241094" y="939128"/>
                  </a:cubicBezTo>
                  <a:cubicBezTo>
                    <a:pt x="240358" y="938637"/>
                    <a:pt x="239621" y="938146"/>
                    <a:pt x="238862" y="937640"/>
                  </a:cubicBezTo>
                  <a:cubicBezTo>
                    <a:pt x="238670" y="936160"/>
                    <a:pt x="238670" y="936160"/>
                    <a:pt x="238769" y="934431"/>
                  </a:cubicBezTo>
                  <a:cubicBezTo>
                    <a:pt x="238850" y="931911"/>
                    <a:pt x="238902" y="929654"/>
                    <a:pt x="238118" y="927222"/>
                  </a:cubicBezTo>
                  <a:cubicBezTo>
                    <a:pt x="237627" y="927222"/>
                    <a:pt x="237136" y="927222"/>
                    <a:pt x="236630" y="927222"/>
                  </a:cubicBezTo>
                  <a:cubicBezTo>
                    <a:pt x="236593" y="926541"/>
                    <a:pt x="236557" y="925860"/>
                    <a:pt x="236519" y="925158"/>
                  </a:cubicBezTo>
                  <a:cubicBezTo>
                    <a:pt x="236436" y="923832"/>
                    <a:pt x="236436" y="923832"/>
                    <a:pt x="236350" y="922478"/>
                  </a:cubicBezTo>
                  <a:cubicBezTo>
                    <a:pt x="236299" y="921598"/>
                    <a:pt x="236247" y="920717"/>
                    <a:pt x="236194" y="919810"/>
                  </a:cubicBezTo>
                  <a:cubicBezTo>
                    <a:pt x="236107" y="917470"/>
                    <a:pt x="236107" y="917470"/>
                    <a:pt x="234397" y="916060"/>
                  </a:cubicBezTo>
                  <a:cubicBezTo>
                    <a:pt x="234152" y="916060"/>
                    <a:pt x="233906" y="916060"/>
                    <a:pt x="233653" y="916060"/>
                  </a:cubicBezTo>
                  <a:cubicBezTo>
                    <a:pt x="233625" y="915379"/>
                    <a:pt x="233597" y="914698"/>
                    <a:pt x="233569" y="913996"/>
                  </a:cubicBezTo>
                  <a:cubicBezTo>
                    <a:pt x="233520" y="913112"/>
                    <a:pt x="233471" y="912227"/>
                    <a:pt x="233420" y="911316"/>
                  </a:cubicBezTo>
                  <a:cubicBezTo>
                    <a:pt x="233377" y="910435"/>
                    <a:pt x="233334" y="909555"/>
                    <a:pt x="233290" y="908648"/>
                  </a:cubicBezTo>
                  <a:cubicBezTo>
                    <a:pt x="233164" y="907901"/>
                    <a:pt x="233038" y="907155"/>
                    <a:pt x="232909" y="906386"/>
                  </a:cubicBezTo>
                  <a:cubicBezTo>
                    <a:pt x="232172" y="905895"/>
                    <a:pt x="231435" y="905404"/>
                    <a:pt x="230676" y="904898"/>
                  </a:cubicBezTo>
                  <a:cubicBezTo>
                    <a:pt x="230458" y="902474"/>
                    <a:pt x="230458" y="902474"/>
                    <a:pt x="230537" y="899596"/>
                  </a:cubicBezTo>
                  <a:cubicBezTo>
                    <a:pt x="230557" y="898642"/>
                    <a:pt x="230577" y="897689"/>
                    <a:pt x="230598" y="896706"/>
                  </a:cubicBezTo>
                  <a:cubicBezTo>
                    <a:pt x="230637" y="895604"/>
                    <a:pt x="230637" y="895604"/>
                    <a:pt x="230676" y="894480"/>
                  </a:cubicBezTo>
                  <a:cubicBezTo>
                    <a:pt x="229940" y="894480"/>
                    <a:pt x="229203" y="894480"/>
                    <a:pt x="228444" y="894480"/>
                  </a:cubicBezTo>
                  <a:cubicBezTo>
                    <a:pt x="228198" y="891042"/>
                    <a:pt x="227953" y="887604"/>
                    <a:pt x="227700" y="884062"/>
                  </a:cubicBezTo>
                  <a:cubicBezTo>
                    <a:pt x="226963" y="884062"/>
                    <a:pt x="226226" y="884062"/>
                    <a:pt x="225467" y="884062"/>
                  </a:cubicBezTo>
                  <a:cubicBezTo>
                    <a:pt x="225440" y="883318"/>
                    <a:pt x="225412" y="882575"/>
                    <a:pt x="225383" y="881809"/>
                  </a:cubicBezTo>
                  <a:cubicBezTo>
                    <a:pt x="225310" y="880369"/>
                    <a:pt x="225310" y="880369"/>
                    <a:pt x="225235" y="878899"/>
                  </a:cubicBezTo>
                  <a:cubicBezTo>
                    <a:pt x="225192" y="877941"/>
                    <a:pt x="225149" y="876983"/>
                    <a:pt x="225104" y="875995"/>
                  </a:cubicBezTo>
                  <a:cubicBezTo>
                    <a:pt x="224916" y="874831"/>
                    <a:pt x="224916" y="874831"/>
                    <a:pt x="224723" y="873644"/>
                  </a:cubicBezTo>
                  <a:cubicBezTo>
                    <a:pt x="223987" y="873398"/>
                    <a:pt x="223250" y="873153"/>
                    <a:pt x="222491" y="872900"/>
                  </a:cubicBezTo>
                  <a:cubicBezTo>
                    <a:pt x="222110" y="870711"/>
                    <a:pt x="222110" y="870711"/>
                    <a:pt x="221979" y="868016"/>
                  </a:cubicBezTo>
                  <a:cubicBezTo>
                    <a:pt x="221930" y="867125"/>
                    <a:pt x="221881" y="866234"/>
                    <a:pt x="221831" y="865316"/>
                  </a:cubicBezTo>
                  <a:cubicBezTo>
                    <a:pt x="221803" y="864626"/>
                    <a:pt x="221775" y="863937"/>
                    <a:pt x="221747" y="863226"/>
                  </a:cubicBezTo>
                  <a:cubicBezTo>
                    <a:pt x="221256" y="863226"/>
                    <a:pt x="220764" y="863226"/>
                    <a:pt x="220258" y="863226"/>
                  </a:cubicBezTo>
                  <a:cubicBezTo>
                    <a:pt x="220222" y="862545"/>
                    <a:pt x="220186" y="861864"/>
                    <a:pt x="220148" y="861162"/>
                  </a:cubicBezTo>
                  <a:cubicBezTo>
                    <a:pt x="220065" y="859836"/>
                    <a:pt x="220065" y="859836"/>
                    <a:pt x="219979" y="858482"/>
                  </a:cubicBezTo>
                  <a:cubicBezTo>
                    <a:pt x="219928" y="857601"/>
                    <a:pt x="219876" y="856721"/>
                    <a:pt x="219822" y="855814"/>
                  </a:cubicBezTo>
                  <a:cubicBezTo>
                    <a:pt x="219736" y="853474"/>
                    <a:pt x="219736" y="853474"/>
                    <a:pt x="218026" y="852064"/>
                  </a:cubicBezTo>
                  <a:cubicBezTo>
                    <a:pt x="217780" y="852064"/>
                    <a:pt x="217535" y="852064"/>
                    <a:pt x="217282" y="852064"/>
                  </a:cubicBezTo>
                  <a:cubicBezTo>
                    <a:pt x="217254" y="851374"/>
                    <a:pt x="217226" y="850684"/>
                    <a:pt x="217198" y="849974"/>
                  </a:cubicBezTo>
                  <a:cubicBezTo>
                    <a:pt x="217149" y="849083"/>
                    <a:pt x="217100" y="848192"/>
                    <a:pt x="217049" y="847273"/>
                  </a:cubicBezTo>
                  <a:cubicBezTo>
                    <a:pt x="217006" y="846384"/>
                    <a:pt x="216963" y="845495"/>
                    <a:pt x="216919" y="844579"/>
                  </a:cubicBezTo>
                  <a:cubicBezTo>
                    <a:pt x="216793" y="843856"/>
                    <a:pt x="216667" y="843134"/>
                    <a:pt x="216538" y="842390"/>
                  </a:cubicBezTo>
                  <a:cubicBezTo>
                    <a:pt x="215801" y="842144"/>
                    <a:pt x="215064" y="841899"/>
                    <a:pt x="214305" y="841646"/>
                  </a:cubicBezTo>
                  <a:cubicBezTo>
                    <a:pt x="214137" y="839708"/>
                    <a:pt x="214097" y="837950"/>
                    <a:pt x="214166" y="836018"/>
                  </a:cubicBezTo>
                  <a:cubicBezTo>
                    <a:pt x="214176" y="835489"/>
                    <a:pt x="214186" y="834960"/>
                    <a:pt x="214196" y="834415"/>
                  </a:cubicBezTo>
                  <a:cubicBezTo>
                    <a:pt x="214223" y="833105"/>
                    <a:pt x="214263" y="831794"/>
                    <a:pt x="214305" y="830484"/>
                  </a:cubicBezTo>
                  <a:cubicBezTo>
                    <a:pt x="213569" y="830484"/>
                    <a:pt x="212832" y="830484"/>
                    <a:pt x="212073" y="830484"/>
                  </a:cubicBezTo>
                  <a:cubicBezTo>
                    <a:pt x="211827" y="827046"/>
                    <a:pt x="211582" y="823608"/>
                    <a:pt x="211329" y="820066"/>
                  </a:cubicBezTo>
                  <a:cubicBezTo>
                    <a:pt x="210592" y="820066"/>
                    <a:pt x="209855" y="820066"/>
                    <a:pt x="209096" y="820066"/>
                  </a:cubicBezTo>
                  <a:cubicBezTo>
                    <a:pt x="209069" y="819322"/>
                    <a:pt x="209041" y="818579"/>
                    <a:pt x="209012" y="817813"/>
                  </a:cubicBezTo>
                  <a:cubicBezTo>
                    <a:pt x="208939" y="816373"/>
                    <a:pt x="208939" y="816373"/>
                    <a:pt x="208864" y="814903"/>
                  </a:cubicBezTo>
                  <a:cubicBezTo>
                    <a:pt x="208821" y="813945"/>
                    <a:pt x="208777" y="812987"/>
                    <a:pt x="208733" y="811999"/>
                  </a:cubicBezTo>
                  <a:cubicBezTo>
                    <a:pt x="208544" y="810835"/>
                    <a:pt x="208544" y="810835"/>
                    <a:pt x="208352" y="809648"/>
                  </a:cubicBezTo>
                  <a:cubicBezTo>
                    <a:pt x="207615" y="809402"/>
                    <a:pt x="206879" y="809157"/>
                    <a:pt x="206120" y="808904"/>
                  </a:cubicBezTo>
                  <a:cubicBezTo>
                    <a:pt x="205791" y="806741"/>
                    <a:pt x="205791" y="806741"/>
                    <a:pt x="205701" y="804067"/>
                  </a:cubicBezTo>
                  <a:cubicBezTo>
                    <a:pt x="205643" y="802452"/>
                    <a:pt x="205546" y="800837"/>
                    <a:pt x="205376" y="799230"/>
                  </a:cubicBezTo>
                  <a:cubicBezTo>
                    <a:pt x="204884" y="798984"/>
                    <a:pt x="204393" y="798739"/>
                    <a:pt x="203887" y="798486"/>
                  </a:cubicBezTo>
                  <a:cubicBezTo>
                    <a:pt x="203632" y="796512"/>
                    <a:pt x="203632" y="796512"/>
                    <a:pt x="203515" y="794067"/>
                  </a:cubicBezTo>
                  <a:cubicBezTo>
                    <a:pt x="203517" y="790676"/>
                    <a:pt x="203517" y="790676"/>
                    <a:pt x="201655" y="788068"/>
                  </a:cubicBezTo>
                  <a:cubicBezTo>
                    <a:pt x="201409" y="788068"/>
                    <a:pt x="201164" y="788068"/>
                    <a:pt x="200911" y="788068"/>
                  </a:cubicBezTo>
                  <a:cubicBezTo>
                    <a:pt x="200883" y="787324"/>
                    <a:pt x="200855" y="786581"/>
                    <a:pt x="200826" y="785815"/>
                  </a:cubicBezTo>
                  <a:cubicBezTo>
                    <a:pt x="200753" y="784375"/>
                    <a:pt x="200753" y="784375"/>
                    <a:pt x="200678" y="782905"/>
                  </a:cubicBezTo>
                  <a:cubicBezTo>
                    <a:pt x="200635" y="781947"/>
                    <a:pt x="200592" y="780989"/>
                    <a:pt x="200547" y="780001"/>
                  </a:cubicBezTo>
                  <a:cubicBezTo>
                    <a:pt x="200359" y="778837"/>
                    <a:pt x="200359" y="778837"/>
                    <a:pt x="200167" y="777650"/>
                  </a:cubicBezTo>
                  <a:cubicBezTo>
                    <a:pt x="199430" y="777404"/>
                    <a:pt x="198693" y="777159"/>
                    <a:pt x="197934" y="776906"/>
                  </a:cubicBezTo>
                  <a:cubicBezTo>
                    <a:pt x="197606" y="774743"/>
                    <a:pt x="197606" y="774743"/>
                    <a:pt x="197516" y="772069"/>
                  </a:cubicBezTo>
                  <a:cubicBezTo>
                    <a:pt x="197458" y="770454"/>
                    <a:pt x="197361" y="768839"/>
                    <a:pt x="197190" y="767232"/>
                  </a:cubicBezTo>
                  <a:cubicBezTo>
                    <a:pt x="196699" y="766986"/>
                    <a:pt x="196208" y="766741"/>
                    <a:pt x="195702" y="766488"/>
                  </a:cubicBezTo>
                  <a:cubicBezTo>
                    <a:pt x="195469" y="764591"/>
                    <a:pt x="195320" y="762764"/>
                    <a:pt x="195237" y="760860"/>
                  </a:cubicBezTo>
                  <a:cubicBezTo>
                    <a:pt x="195208" y="760331"/>
                    <a:pt x="195179" y="759802"/>
                    <a:pt x="195150" y="759257"/>
                  </a:cubicBezTo>
                  <a:cubicBezTo>
                    <a:pt x="195079" y="757947"/>
                    <a:pt x="195018" y="756636"/>
                    <a:pt x="194958" y="755326"/>
                  </a:cubicBezTo>
                  <a:cubicBezTo>
                    <a:pt x="194221" y="755326"/>
                    <a:pt x="193484" y="755326"/>
                    <a:pt x="192725" y="755326"/>
                  </a:cubicBezTo>
                  <a:cubicBezTo>
                    <a:pt x="192697" y="754636"/>
                    <a:pt x="192670" y="753946"/>
                    <a:pt x="192641" y="753236"/>
                  </a:cubicBezTo>
                  <a:cubicBezTo>
                    <a:pt x="192592" y="752344"/>
                    <a:pt x="192543" y="751453"/>
                    <a:pt x="192493" y="750535"/>
                  </a:cubicBezTo>
                  <a:cubicBezTo>
                    <a:pt x="192428" y="749201"/>
                    <a:pt x="192428" y="749201"/>
                    <a:pt x="192362" y="747841"/>
                  </a:cubicBezTo>
                  <a:cubicBezTo>
                    <a:pt x="192236" y="747118"/>
                    <a:pt x="192111" y="746396"/>
                    <a:pt x="191981" y="745652"/>
                  </a:cubicBezTo>
                  <a:cubicBezTo>
                    <a:pt x="191244" y="745406"/>
                    <a:pt x="190508" y="745161"/>
                    <a:pt x="189749" y="744908"/>
                  </a:cubicBezTo>
                  <a:cubicBezTo>
                    <a:pt x="189420" y="742582"/>
                    <a:pt x="189420" y="742582"/>
                    <a:pt x="189330" y="739699"/>
                  </a:cubicBezTo>
                  <a:cubicBezTo>
                    <a:pt x="189272" y="737960"/>
                    <a:pt x="189176" y="736221"/>
                    <a:pt x="189005" y="734490"/>
                  </a:cubicBezTo>
                  <a:cubicBezTo>
                    <a:pt x="188513" y="734244"/>
                    <a:pt x="188022" y="733999"/>
                    <a:pt x="187516" y="733745"/>
                  </a:cubicBezTo>
                  <a:cubicBezTo>
                    <a:pt x="187251" y="731435"/>
                    <a:pt x="187186" y="729140"/>
                    <a:pt x="187101" y="726816"/>
                  </a:cubicBezTo>
                  <a:cubicBezTo>
                    <a:pt x="186992" y="726156"/>
                    <a:pt x="186884" y="725496"/>
                    <a:pt x="186772" y="724816"/>
                  </a:cubicBezTo>
                  <a:cubicBezTo>
                    <a:pt x="186035" y="724570"/>
                    <a:pt x="185299" y="724325"/>
                    <a:pt x="184540" y="724072"/>
                  </a:cubicBezTo>
                  <a:cubicBezTo>
                    <a:pt x="184188" y="721367"/>
                    <a:pt x="184164" y="718704"/>
                    <a:pt x="184098" y="715979"/>
                  </a:cubicBezTo>
                  <a:cubicBezTo>
                    <a:pt x="183948" y="714828"/>
                    <a:pt x="183948" y="714828"/>
                    <a:pt x="183796" y="713654"/>
                  </a:cubicBezTo>
                  <a:cubicBezTo>
                    <a:pt x="183059" y="713408"/>
                    <a:pt x="182322" y="713163"/>
                    <a:pt x="181563" y="712910"/>
                  </a:cubicBezTo>
                  <a:cubicBezTo>
                    <a:pt x="181235" y="710747"/>
                    <a:pt x="181235" y="710747"/>
                    <a:pt x="181145" y="708073"/>
                  </a:cubicBezTo>
                  <a:cubicBezTo>
                    <a:pt x="181087" y="706458"/>
                    <a:pt x="180990" y="704843"/>
                    <a:pt x="180819" y="703236"/>
                  </a:cubicBezTo>
                  <a:cubicBezTo>
                    <a:pt x="180328" y="702990"/>
                    <a:pt x="179837" y="702745"/>
                    <a:pt x="179331" y="702492"/>
                  </a:cubicBezTo>
                  <a:cubicBezTo>
                    <a:pt x="179098" y="700594"/>
                    <a:pt x="178949" y="698768"/>
                    <a:pt x="178866" y="696864"/>
                  </a:cubicBezTo>
                  <a:cubicBezTo>
                    <a:pt x="178837" y="696335"/>
                    <a:pt x="178808" y="695806"/>
                    <a:pt x="178778" y="695261"/>
                  </a:cubicBezTo>
                  <a:cubicBezTo>
                    <a:pt x="178708" y="693951"/>
                    <a:pt x="178646" y="692640"/>
                    <a:pt x="178587" y="691329"/>
                  </a:cubicBezTo>
                  <a:cubicBezTo>
                    <a:pt x="177850" y="691329"/>
                    <a:pt x="177113" y="691329"/>
                    <a:pt x="176354" y="691329"/>
                  </a:cubicBezTo>
                  <a:cubicBezTo>
                    <a:pt x="176109" y="687892"/>
                    <a:pt x="175863" y="684454"/>
                    <a:pt x="175610" y="680912"/>
                  </a:cubicBezTo>
                  <a:cubicBezTo>
                    <a:pt x="174873" y="680912"/>
                    <a:pt x="174137" y="680912"/>
                    <a:pt x="173378" y="680912"/>
                  </a:cubicBezTo>
                  <a:cubicBezTo>
                    <a:pt x="173341" y="680168"/>
                    <a:pt x="173305" y="679425"/>
                    <a:pt x="173267" y="678659"/>
                  </a:cubicBezTo>
                  <a:cubicBezTo>
                    <a:pt x="173211" y="677699"/>
                    <a:pt x="173156" y="676738"/>
                    <a:pt x="173099" y="675749"/>
                  </a:cubicBezTo>
                  <a:cubicBezTo>
                    <a:pt x="173047" y="674791"/>
                    <a:pt x="172995" y="673832"/>
                    <a:pt x="172942" y="672845"/>
                  </a:cubicBezTo>
                  <a:cubicBezTo>
                    <a:pt x="172840" y="672069"/>
                    <a:pt x="172738" y="671293"/>
                    <a:pt x="172633" y="670494"/>
                  </a:cubicBezTo>
                  <a:cubicBezTo>
                    <a:pt x="172142" y="670248"/>
                    <a:pt x="171651" y="670002"/>
                    <a:pt x="171145" y="669749"/>
                  </a:cubicBezTo>
                  <a:cubicBezTo>
                    <a:pt x="170837" y="667398"/>
                    <a:pt x="170837" y="667398"/>
                    <a:pt x="170680" y="664494"/>
                  </a:cubicBezTo>
                  <a:cubicBezTo>
                    <a:pt x="170624" y="663534"/>
                    <a:pt x="170569" y="662574"/>
                    <a:pt x="170511" y="661584"/>
                  </a:cubicBezTo>
                  <a:cubicBezTo>
                    <a:pt x="170475" y="660841"/>
                    <a:pt x="170439" y="660097"/>
                    <a:pt x="170401" y="659331"/>
                  </a:cubicBezTo>
                  <a:cubicBezTo>
                    <a:pt x="169664" y="659331"/>
                    <a:pt x="168928" y="659331"/>
                    <a:pt x="168169" y="659331"/>
                  </a:cubicBezTo>
                  <a:cubicBezTo>
                    <a:pt x="167923" y="655894"/>
                    <a:pt x="167677" y="652456"/>
                    <a:pt x="167424" y="648913"/>
                  </a:cubicBezTo>
                  <a:cubicBezTo>
                    <a:pt x="166688" y="648913"/>
                    <a:pt x="165951" y="648913"/>
                    <a:pt x="165192" y="648913"/>
                  </a:cubicBezTo>
                  <a:cubicBezTo>
                    <a:pt x="165137" y="647718"/>
                    <a:pt x="165137" y="647718"/>
                    <a:pt x="165082" y="646498"/>
                  </a:cubicBezTo>
                  <a:cubicBezTo>
                    <a:pt x="165026" y="645458"/>
                    <a:pt x="164970" y="644419"/>
                    <a:pt x="164913" y="643379"/>
                  </a:cubicBezTo>
                  <a:cubicBezTo>
                    <a:pt x="164878" y="642590"/>
                    <a:pt x="164878" y="642590"/>
                    <a:pt x="164843" y="641785"/>
                  </a:cubicBezTo>
                  <a:cubicBezTo>
                    <a:pt x="164766" y="640436"/>
                    <a:pt x="164612" y="639092"/>
                    <a:pt x="164448" y="637751"/>
                  </a:cubicBezTo>
                  <a:cubicBezTo>
                    <a:pt x="163957" y="637506"/>
                    <a:pt x="163466" y="637260"/>
                    <a:pt x="162960" y="637007"/>
                  </a:cubicBezTo>
                  <a:cubicBezTo>
                    <a:pt x="162704" y="635196"/>
                    <a:pt x="162704" y="635196"/>
                    <a:pt x="162588" y="632961"/>
                  </a:cubicBezTo>
                  <a:cubicBezTo>
                    <a:pt x="162553" y="629772"/>
                    <a:pt x="162553" y="629772"/>
                    <a:pt x="160727" y="627333"/>
                  </a:cubicBezTo>
                  <a:cubicBezTo>
                    <a:pt x="160482" y="627333"/>
                    <a:pt x="160236" y="627333"/>
                    <a:pt x="159983" y="627333"/>
                  </a:cubicBezTo>
                  <a:cubicBezTo>
                    <a:pt x="159737" y="623650"/>
                    <a:pt x="159492" y="619966"/>
                    <a:pt x="159239" y="616171"/>
                  </a:cubicBezTo>
                  <a:cubicBezTo>
                    <a:pt x="158502" y="616171"/>
                    <a:pt x="157766" y="616171"/>
                    <a:pt x="157006" y="616171"/>
                  </a:cubicBezTo>
                  <a:cubicBezTo>
                    <a:pt x="156970" y="615482"/>
                    <a:pt x="156934" y="614792"/>
                    <a:pt x="156896" y="614081"/>
                  </a:cubicBezTo>
                  <a:cubicBezTo>
                    <a:pt x="156813" y="612745"/>
                    <a:pt x="156813" y="612745"/>
                    <a:pt x="156727" y="611381"/>
                  </a:cubicBezTo>
                  <a:cubicBezTo>
                    <a:pt x="156650" y="610047"/>
                    <a:pt x="156650" y="610047"/>
                    <a:pt x="156570" y="608686"/>
                  </a:cubicBezTo>
                  <a:cubicBezTo>
                    <a:pt x="156469" y="607964"/>
                    <a:pt x="156367" y="607242"/>
                    <a:pt x="156262" y="606497"/>
                  </a:cubicBezTo>
                  <a:cubicBezTo>
                    <a:pt x="155771" y="606252"/>
                    <a:pt x="155280" y="606006"/>
                    <a:pt x="154774" y="605753"/>
                  </a:cubicBezTo>
                  <a:cubicBezTo>
                    <a:pt x="154542" y="603856"/>
                    <a:pt x="154392" y="602030"/>
                    <a:pt x="154309" y="600126"/>
                  </a:cubicBezTo>
                  <a:cubicBezTo>
                    <a:pt x="154280" y="599597"/>
                    <a:pt x="154251" y="599068"/>
                    <a:pt x="154222" y="598523"/>
                  </a:cubicBezTo>
                  <a:cubicBezTo>
                    <a:pt x="154151" y="597213"/>
                    <a:pt x="154090" y="595902"/>
                    <a:pt x="154030" y="594591"/>
                  </a:cubicBezTo>
                  <a:cubicBezTo>
                    <a:pt x="153293" y="594591"/>
                    <a:pt x="152557" y="594591"/>
                    <a:pt x="151798" y="594591"/>
                  </a:cubicBezTo>
                  <a:cubicBezTo>
                    <a:pt x="151552" y="591153"/>
                    <a:pt x="151306" y="587715"/>
                    <a:pt x="151053" y="584173"/>
                  </a:cubicBezTo>
                  <a:cubicBezTo>
                    <a:pt x="150317" y="584173"/>
                    <a:pt x="149580" y="584173"/>
                    <a:pt x="148821" y="584173"/>
                  </a:cubicBezTo>
                  <a:cubicBezTo>
                    <a:pt x="148784" y="583430"/>
                    <a:pt x="148748" y="582686"/>
                    <a:pt x="148710" y="581920"/>
                  </a:cubicBezTo>
                  <a:cubicBezTo>
                    <a:pt x="148655" y="580960"/>
                    <a:pt x="148599" y="580000"/>
                    <a:pt x="148542" y="579011"/>
                  </a:cubicBezTo>
                  <a:cubicBezTo>
                    <a:pt x="148490" y="578052"/>
                    <a:pt x="148438" y="577094"/>
                    <a:pt x="148385" y="576107"/>
                  </a:cubicBezTo>
                  <a:cubicBezTo>
                    <a:pt x="148283" y="575331"/>
                    <a:pt x="148182" y="574555"/>
                    <a:pt x="148077" y="573755"/>
                  </a:cubicBezTo>
                  <a:cubicBezTo>
                    <a:pt x="147586" y="573510"/>
                    <a:pt x="147095" y="573264"/>
                    <a:pt x="146589" y="573011"/>
                  </a:cubicBezTo>
                  <a:cubicBezTo>
                    <a:pt x="146323" y="570700"/>
                    <a:pt x="146258" y="568405"/>
                    <a:pt x="146173" y="566081"/>
                  </a:cubicBezTo>
                  <a:cubicBezTo>
                    <a:pt x="146064" y="565421"/>
                    <a:pt x="145956" y="564761"/>
                    <a:pt x="145844" y="564081"/>
                  </a:cubicBezTo>
                  <a:cubicBezTo>
                    <a:pt x="145108" y="563836"/>
                    <a:pt x="144371" y="563590"/>
                    <a:pt x="143612" y="563337"/>
                  </a:cubicBezTo>
                  <a:cubicBezTo>
                    <a:pt x="143260" y="560633"/>
                    <a:pt x="143236" y="557970"/>
                    <a:pt x="143170" y="555245"/>
                  </a:cubicBezTo>
                  <a:cubicBezTo>
                    <a:pt x="143020" y="554094"/>
                    <a:pt x="143020" y="554094"/>
                    <a:pt x="142868" y="552919"/>
                  </a:cubicBezTo>
                  <a:cubicBezTo>
                    <a:pt x="142131" y="552674"/>
                    <a:pt x="141394" y="552428"/>
                    <a:pt x="140635" y="552175"/>
                  </a:cubicBezTo>
                  <a:cubicBezTo>
                    <a:pt x="140307" y="550013"/>
                    <a:pt x="140307" y="550013"/>
                    <a:pt x="140217" y="547338"/>
                  </a:cubicBezTo>
                  <a:cubicBezTo>
                    <a:pt x="140159" y="545723"/>
                    <a:pt x="140062" y="544108"/>
                    <a:pt x="139891" y="542501"/>
                  </a:cubicBezTo>
                  <a:cubicBezTo>
                    <a:pt x="139400" y="542256"/>
                    <a:pt x="138909" y="542010"/>
                    <a:pt x="138403" y="541757"/>
                  </a:cubicBezTo>
                  <a:cubicBezTo>
                    <a:pt x="138121" y="539972"/>
                    <a:pt x="138121" y="539972"/>
                    <a:pt x="137984" y="537757"/>
                  </a:cubicBezTo>
                  <a:cubicBezTo>
                    <a:pt x="137832" y="535405"/>
                    <a:pt x="137663" y="533586"/>
                    <a:pt x="136915" y="531339"/>
                  </a:cubicBezTo>
                  <a:cubicBezTo>
                    <a:pt x="136424" y="531094"/>
                    <a:pt x="135932" y="530848"/>
                    <a:pt x="135426" y="530595"/>
                  </a:cubicBezTo>
                  <a:cubicBezTo>
                    <a:pt x="135194" y="528698"/>
                    <a:pt x="135045" y="526872"/>
                    <a:pt x="134961" y="524968"/>
                  </a:cubicBezTo>
                  <a:cubicBezTo>
                    <a:pt x="134933" y="524439"/>
                    <a:pt x="134904" y="523910"/>
                    <a:pt x="134874" y="523364"/>
                  </a:cubicBezTo>
                  <a:cubicBezTo>
                    <a:pt x="134804" y="522054"/>
                    <a:pt x="134742" y="520744"/>
                    <a:pt x="134682" y="519433"/>
                  </a:cubicBezTo>
                  <a:cubicBezTo>
                    <a:pt x="133946" y="519433"/>
                    <a:pt x="133209" y="519433"/>
                    <a:pt x="132450" y="519433"/>
                  </a:cubicBezTo>
                  <a:cubicBezTo>
                    <a:pt x="132413" y="518743"/>
                    <a:pt x="132377" y="518054"/>
                    <a:pt x="132339" y="517343"/>
                  </a:cubicBezTo>
                  <a:cubicBezTo>
                    <a:pt x="132256" y="516006"/>
                    <a:pt x="132256" y="516006"/>
                    <a:pt x="132171" y="514643"/>
                  </a:cubicBezTo>
                  <a:cubicBezTo>
                    <a:pt x="132093" y="513309"/>
                    <a:pt x="132093" y="513309"/>
                    <a:pt x="132014" y="511948"/>
                  </a:cubicBezTo>
                  <a:cubicBezTo>
                    <a:pt x="131912" y="511226"/>
                    <a:pt x="131810" y="510503"/>
                    <a:pt x="131706" y="509759"/>
                  </a:cubicBezTo>
                  <a:cubicBezTo>
                    <a:pt x="131215" y="509514"/>
                    <a:pt x="130723" y="509268"/>
                    <a:pt x="130217" y="509015"/>
                  </a:cubicBezTo>
                  <a:cubicBezTo>
                    <a:pt x="129755" y="506239"/>
                    <a:pt x="129444" y="503730"/>
                    <a:pt x="129566" y="500923"/>
                  </a:cubicBezTo>
                  <a:cubicBezTo>
                    <a:pt x="129536" y="500401"/>
                    <a:pt x="129505" y="499879"/>
                    <a:pt x="129473" y="499341"/>
                  </a:cubicBezTo>
                  <a:cubicBezTo>
                    <a:pt x="128737" y="498850"/>
                    <a:pt x="128000" y="498359"/>
                    <a:pt x="127241" y="497853"/>
                  </a:cubicBezTo>
                  <a:cubicBezTo>
                    <a:pt x="126901" y="495525"/>
                    <a:pt x="126866" y="493248"/>
                    <a:pt x="126799" y="490897"/>
                  </a:cubicBezTo>
                  <a:cubicBezTo>
                    <a:pt x="126649" y="489920"/>
                    <a:pt x="126649" y="489920"/>
                    <a:pt x="126497" y="488923"/>
                  </a:cubicBezTo>
                  <a:cubicBezTo>
                    <a:pt x="125760" y="488678"/>
                    <a:pt x="125023" y="488432"/>
                    <a:pt x="124264" y="488179"/>
                  </a:cubicBezTo>
                  <a:cubicBezTo>
                    <a:pt x="123936" y="485880"/>
                    <a:pt x="123936" y="485880"/>
                    <a:pt x="123846" y="483017"/>
                  </a:cubicBezTo>
                  <a:cubicBezTo>
                    <a:pt x="123953" y="479228"/>
                    <a:pt x="123953" y="479228"/>
                    <a:pt x="122032" y="476273"/>
                  </a:cubicBezTo>
                  <a:cubicBezTo>
                    <a:pt x="121724" y="474578"/>
                    <a:pt x="121724" y="474578"/>
                    <a:pt x="121567" y="472599"/>
                  </a:cubicBezTo>
                  <a:cubicBezTo>
                    <a:pt x="121483" y="471622"/>
                    <a:pt x="121483" y="471622"/>
                    <a:pt x="121398" y="470625"/>
                  </a:cubicBezTo>
                  <a:cubicBezTo>
                    <a:pt x="121316" y="469285"/>
                    <a:pt x="121288" y="467942"/>
                    <a:pt x="121288" y="466599"/>
                  </a:cubicBezTo>
                  <a:cubicBezTo>
                    <a:pt x="120551" y="466599"/>
                    <a:pt x="119814" y="466599"/>
                    <a:pt x="119055" y="466599"/>
                  </a:cubicBezTo>
                  <a:cubicBezTo>
                    <a:pt x="118810" y="462916"/>
                    <a:pt x="118564" y="459232"/>
                    <a:pt x="118311" y="455437"/>
                  </a:cubicBezTo>
                  <a:cubicBezTo>
                    <a:pt x="117574" y="455437"/>
                    <a:pt x="116838" y="455437"/>
                    <a:pt x="116079" y="455437"/>
                  </a:cubicBezTo>
                  <a:cubicBezTo>
                    <a:pt x="116051" y="454764"/>
                    <a:pt x="116023" y="454092"/>
                    <a:pt x="115994" y="453399"/>
                  </a:cubicBezTo>
                  <a:cubicBezTo>
                    <a:pt x="115921" y="452083"/>
                    <a:pt x="115921" y="452083"/>
                    <a:pt x="115846" y="450740"/>
                  </a:cubicBezTo>
                  <a:cubicBezTo>
                    <a:pt x="115781" y="449432"/>
                    <a:pt x="115781" y="449432"/>
                    <a:pt x="115715" y="448097"/>
                  </a:cubicBezTo>
                  <a:cubicBezTo>
                    <a:pt x="115305" y="445581"/>
                    <a:pt x="114925" y="445140"/>
                    <a:pt x="113102" y="443531"/>
                  </a:cubicBezTo>
                  <a:cubicBezTo>
                    <a:pt x="113009" y="441019"/>
                    <a:pt x="113009" y="441019"/>
                    <a:pt x="113102" y="438322"/>
                  </a:cubicBezTo>
                  <a:cubicBezTo>
                    <a:pt x="112889" y="436255"/>
                    <a:pt x="112889" y="436255"/>
                    <a:pt x="112358" y="434601"/>
                  </a:cubicBezTo>
                  <a:cubicBezTo>
                    <a:pt x="111867" y="434355"/>
                    <a:pt x="111376" y="434110"/>
                    <a:pt x="110870" y="433857"/>
                  </a:cubicBezTo>
                  <a:cubicBezTo>
                    <a:pt x="110562" y="431505"/>
                    <a:pt x="110562" y="431505"/>
                    <a:pt x="110405" y="428601"/>
                  </a:cubicBezTo>
                  <a:cubicBezTo>
                    <a:pt x="110349" y="427641"/>
                    <a:pt x="110293" y="426681"/>
                    <a:pt x="110236" y="425692"/>
                  </a:cubicBezTo>
                  <a:cubicBezTo>
                    <a:pt x="110200" y="424948"/>
                    <a:pt x="110163" y="424205"/>
                    <a:pt x="110126" y="423439"/>
                  </a:cubicBezTo>
                  <a:cubicBezTo>
                    <a:pt x="109389" y="423439"/>
                    <a:pt x="108652" y="423439"/>
                    <a:pt x="107893" y="423439"/>
                  </a:cubicBezTo>
                  <a:cubicBezTo>
                    <a:pt x="107928" y="422695"/>
                    <a:pt x="107962" y="421952"/>
                    <a:pt x="107998" y="421186"/>
                  </a:cubicBezTo>
                  <a:cubicBezTo>
                    <a:pt x="108025" y="420226"/>
                    <a:pt x="108052" y="419266"/>
                    <a:pt x="108079" y="418276"/>
                  </a:cubicBezTo>
                  <a:cubicBezTo>
                    <a:pt x="108114" y="417318"/>
                    <a:pt x="108148" y="416360"/>
                    <a:pt x="108184" y="415373"/>
                  </a:cubicBezTo>
                  <a:cubicBezTo>
                    <a:pt x="108088" y="414596"/>
                    <a:pt x="107992" y="413820"/>
                    <a:pt x="107893" y="413021"/>
                  </a:cubicBezTo>
                  <a:cubicBezTo>
                    <a:pt x="106411" y="412549"/>
                    <a:pt x="106411" y="412549"/>
                    <a:pt x="104917" y="412277"/>
                  </a:cubicBezTo>
                  <a:cubicBezTo>
                    <a:pt x="104704" y="410492"/>
                    <a:pt x="104704" y="410492"/>
                    <a:pt x="104870" y="408277"/>
                  </a:cubicBezTo>
                  <a:cubicBezTo>
                    <a:pt x="105075" y="406111"/>
                    <a:pt x="105075" y="406111"/>
                    <a:pt x="104917" y="404091"/>
                  </a:cubicBezTo>
                  <a:cubicBezTo>
                    <a:pt x="104560" y="403747"/>
                    <a:pt x="104203" y="403402"/>
                    <a:pt x="103835" y="403048"/>
                  </a:cubicBezTo>
                  <a:cubicBezTo>
                    <a:pt x="101986" y="401137"/>
                    <a:pt x="102291" y="399094"/>
                    <a:pt x="102173" y="396510"/>
                  </a:cubicBezTo>
                  <a:cubicBezTo>
                    <a:pt x="102124" y="395564"/>
                    <a:pt x="102075" y="394617"/>
                    <a:pt x="102024" y="393641"/>
                  </a:cubicBezTo>
                  <a:cubicBezTo>
                    <a:pt x="101983" y="392552"/>
                    <a:pt x="101983" y="392552"/>
                    <a:pt x="101940" y="391441"/>
                  </a:cubicBezTo>
                  <a:cubicBezTo>
                    <a:pt x="101203" y="391441"/>
                    <a:pt x="100467" y="391441"/>
                    <a:pt x="99708" y="391441"/>
                  </a:cubicBezTo>
                  <a:cubicBezTo>
                    <a:pt x="99666" y="390352"/>
                    <a:pt x="99666" y="390352"/>
                    <a:pt x="99623" y="389240"/>
                  </a:cubicBezTo>
                  <a:cubicBezTo>
                    <a:pt x="99574" y="388294"/>
                    <a:pt x="99526" y="387347"/>
                    <a:pt x="99475" y="386371"/>
                  </a:cubicBezTo>
                  <a:cubicBezTo>
                    <a:pt x="99432" y="385430"/>
                    <a:pt x="99389" y="384489"/>
                    <a:pt x="99344" y="383520"/>
                  </a:cubicBezTo>
                  <a:cubicBezTo>
                    <a:pt x="98942" y="380880"/>
                    <a:pt x="98646" y="380445"/>
                    <a:pt x="96731" y="378790"/>
                  </a:cubicBezTo>
                  <a:cubicBezTo>
                    <a:pt x="96638" y="376232"/>
                    <a:pt x="96638" y="376232"/>
                    <a:pt x="96731" y="373581"/>
                  </a:cubicBezTo>
                  <a:cubicBezTo>
                    <a:pt x="96525" y="371879"/>
                    <a:pt x="96525" y="371879"/>
                    <a:pt x="95987" y="370605"/>
                  </a:cubicBezTo>
                  <a:cubicBezTo>
                    <a:pt x="95496" y="370359"/>
                    <a:pt x="95005" y="370114"/>
                    <a:pt x="94499" y="369861"/>
                  </a:cubicBezTo>
                  <a:cubicBezTo>
                    <a:pt x="94266" y="367964"/>
                    <a:pt x="94117" y="366137"/>
                    <a:pt x="94034" y="364233"/>
                  </a:cubicBezTo>
                  <a:cubicBezTo>
                    <a:pt x="94005" y="363704"/>
                    <a:pt x="93976" y="363175"/>
                    <a:pt x="93946" y="362630"/>
                  </a:cubicBezTo>
                  <a:cubicBezTo>
                    <a:pt x="93876" y="361320"/>
                    <a:pt x="93814" y="360009"/>
                    <a:pt x="93755" y="358699"/>
                  </a:cubicBezTo>
                  <a:cubicBezTo>
                    <a:pt x="93018" y="358699"/>
                    <a:pt x="92281" y="358699"/>
                    <a:pt x="91522" y="358699"/>
                  </a:cubicBezTo>
                  <a:cubicBezTo>
                    <a:pt x="91494" y="358009"/>
                    <a:pt x="91466" y="357319"/>
                    <a:pt x="91438" y="356609"/>
                  </a:cubicBezTo>
                  <a:cubicBezTo>
                    <a:pt x="91389" y="355718"/>
                    <a:pt x="91340" y="354826"/>
                    <a:pt x="91290" y="353908"/>
                  </a:cubicBezTo>
                  <a:cubicBezTo>
                    <a:pt x="91246" y="353019"/>
                    <a:pt x="91203" y="352130"/>
                    <a:pt x="91159" y="351214"/>
                  </a:cubicBezTo>
                  <a:cubicBezTo>
                    <a:pt x="91033" y="350491"/>
                    <a:pt x="90907" y="349769"/>
                    <a:pt x="90778" y="349025"/>
                  </a:cubicBezTo>
                  <a:cubicBezTo>
                    <a:pt x="90041" y="348779"/>
                    <a:pt x="89305" y="348534"/>
                    <a:pt x="88546" y="348281"/>
                  </a:cubicBezTo>
                  <a:cubicBezTo>
                    <a:pt x="88380" y="346359"/>
                    <a:pt x="88380" y="346359"/>
                    <a:pt x="88499" y="343955"/>
                  </a:cubicBezTo>
                  <a:cubicBezTo>
                    <a:pt x="88658" y="340611"/>
                    <a:pt x="88609" y="339478"/>
                    <a:pt x="87057" y="336374"/>
                  </a:cubicBezTo>
                  <a:cubicBezTo>
                    <a:pt x="86812" y="563769"/>
                    <a:pt x="86566" y="791163"/>
                    <a:pt x="86313" y="1025449"/>
                  </a:cubicBezTo>
                  <a:cubicBezTo>
                    <a:pt x="60038" y="1025449"/>
                    <a:pt x="33762" y="1025449"/>
                    <a:pt x="6690" y="1025449"/>
                  </a:cubicBezTo>
                  <a:cubicBezTo>
                    <a:pt x="6684" y="979153"/>
                    <a:pt x="6684" y="979153"/>
                    <a:pt x="6682" y="961326"/>
                  </a:cubicBezTo>
                  <a:cubicBezTo>
                    <a:pt x="6682" y="960776"/>
                    <a:pt x="6682" y="960226"/>
                    <a:pt x="6682" y="959659"/>
                  </a:cubicBezTo>
                  <a:cubicBezTo>
                    <a:pt x="6680" y="950672"/>
                    <a:pt x="6679" y="941684"/>
                    <a:pt x="6678" y="932696"/>
                  </a:cubicBezTo>
                  <a:cubicBezTo>
                    <a:pt x="6678" y="932091"/>
                    <a:pt x="6678" y="931486"/>
                    <a:pt x="6678" y="930862"/>
                  </a:cubicBezTo>
                  <a:cubicBezTo>
                    <a:pt x="6670" y="866060"/>
                    <a:pt x="6663" y="801257"/>
                    <a:pt x="6659" y="736454"/>
                  </a:cubicBezTo>
                  <a:cubicBezTo>
                    <a:pt x="6658" y="735015"/>
                    <a:pt x="6658" y="733576"/>
                    <a:pt x="6658" y="732137"/>
                  </a:cubicBezTo>
                  <a:cubicBezTo>
                    <a:pt x="6656" y="701937"/>
                    <a:pt x="6654" y="671737"/>
                    <a:pt x="6652" y="641536"/>
                  </a:cubicBezTo>
                  <a:cubicBezTo>
                    <a:pt x="6651" y="626366"/>
                    <a:pt x="6650" y="611197"/>
                    <a:pt x="6649" y="596027"/>
                  </a:cubicBezTo>
                  <a:cubicBezTo>
                    <a:pt x="6649" y="593738"/>
                    <a:pt x="6649" y="591450"/>
                    <a:pt x="6649" y="589162"/>
                  </a:cubicBezTo>
                  <a:cubicBezTo>
                    <a:pt x="6647" y="553910"/>
                    <a:pt x="6644" y="518658"/>
                    <a:pt x="6639" y="483406"/>
                  </a:cubicBezTo>
                  <a:cubicBezTo>
                    <a:pt x="6639" y="482648"/>
                    <a:pt x="6639" y="481889"/>
                    <a:pt x="6639" y="481108"/>
                  </a:cubicBezTo>
                  <a:cubicBezTo>
                    <a:pt x="6637" y="468880"/>
                    <a:pt x="6635" y="456652"/>
                    <a:pt x="6634" y="444425"/>
                  </a:cubicBezTo>
                  <a:cubicBezTo>
                    <a:pt x="6629" y="409220"/>
                    <a:pt x="6624" y="374015"/>
                    <a:pt x="6622" y="338810"/>
                  </a:cubicBezTo>
                  <a:cubicBezTo>
                    <a:pt x="6622" y="338086"/>
                    <a:pt x="6622" y="337363"/>
                    <a:pt x="6622" y="336617"/>
                  </a:cubicBezTo>
                  <a:cubicBezTo>
                    <a:pt x="6621" y="320739"/>
                    <a:pt x="6621" y="304860"/>
                    <a:pt x="6620" y="288982"/>
                  </a:cubicBezTo>
                  <a:cubicBezTo>
                    <a:pt x="6620" y="282594"/>
                    <a:pt x="6620" y="276205"/>
                    <a:pt x="6619" y="269817"/>
                  </a:cubicBezTo>
                  <a:cubicBezTo>
                    <a:pt x="6619" y="269118"/>
                    <a:pt x="6619" y="268419"/>
                    <a:pt x="6619" y="267698"/>
                  </a:cubicBezTo>
                  <a:cubicBezTo>
                    <a:pt x="6619" y="245143"/>
                    <a:pt x="6615" y="222588"/>
                    <a:pt x="6611" y="200033"/>
                  </a:cubicBezTo>
                  <a:cubicBezTo>
                    <a:pt x="6607" y="177326"/>
                    <a:pt x="6604" y="154619"/>
                    <a:pt x="6606" y="131912"/>
                  </a:cubicBezTo>
                  <a:cubicBezTo>
                    <a:pt x="6606" y="128779"/>
                    <a:pt x="6606" y="125646"/>
                    <a:pt x="6606" y="122513"/>
                  </a:cubicBezTo>
                  <a:cubicBezTo>
                    <a:pt x="6606" y="121899"/>
                    <a:pt x="6606" y="121285"/>
                    <a:pt x="6606" y="120652"/>
                  </a:cubicBezTo>
                  <a:cubicBezTo>
                    <a:pt x="6606" y="110899"/>
                    <a:pt x="6604" y="101147"/>
                    <a:pt x="6601" y="91395"/>
                  </a:cubicBezTo>
                  <a:cubicBezTo>
                    <a:pt x="6598" y="81821"/>
                    <a:pt x="6597" y="72248"/>
                    <a:pt x="6599" y="62674"/>
                  </a:cubicBezTo>
                  <a:cubicBezTo>
                    <a:pt x="6601" y="57546"/>
                    <a:pt x="6601" y="52418"/>
                    <a:pt x="6597" y="47290"/>
                  </a:cubicBezTo>
                  <a:cubicBezTo>
                    <a:pt x="6594" y="42637"/>
                    <a:pt x="6595" y="37983"/>
                    <a:pt x="6598" y="33329"/>
                  </a:cubicBezTo>
                  <a:cubicBezTo>
                    <a:pt x="6598" y="31645"/>
                    <a:pt x="6597" y="29961"/>
                    <a:pt x="6595" y="28277"/>
                  </a:cubicBezTo>
                  <a:cubicBezTo>
                    <a:pt x="6593" y="26011"/>
                    <a:pt x="6595" y="23744"/>
                    <a:pt x="6598" y="21478"/>
                  </a:cubicBezTo>
                  <a:cubicBezTo>
                    <a:pt x="6596" y="20813"/>
                    <a:pt x="6594" y="20149"/>
                    <a:pt x="6592" y="19465"/>
                  </a:cubicBezTo>
                  <a:cubicBezTo>
                    <a:pt x="6605" y="14991"/>
                    <a:pt x="6605" y="14991"/>
                    <a:pt x="7434" y="14162"/>
                  </a:cubicBezTo>
                  <a:cubicBezTo>
                    <a:pt x="9355" y="13982"/>
                    <a:pt x="11275" y="13876"/>
                    <a:pt x="13201" y="13772"/>
                  </a:cubicBezTo>
                  <a:cubicBezTo>
                    <a:pt x="13754" y="13655"/>
                    <a:pt x="14306" y="13538"/>
                    <a:pt x="14876" y="13417"/>
                  </a:cubicBezTo>
                  <a:cubicBezTo>
                    <a:pt x="15121" y="12681"/>
                    <a:pt x="15367" y="11944"/>
                    <a:pt x="15620" y="11185"/>
                  </a:cubicBezTo>
                  <a:cubicBezTo>
                    <a:pt x="17617" y="10863"/>
                    <a:pt x="17617" y="10863"/>
                    <a:pt x="20250" y="10804"/>
                  </a:cubicBezTo>
                  <a:cubicBezTo>
                    <a:pt x="21188" y="10778"/>
                    <a:pt x="22126" y="10751"/>
                    <a:pt x="23092" y="10724"/>
                  </a:cubicBezTo>
                  <a:cubicBezTo>
                    <a:pt x="24089" y="10707"/>
                    <a:pt x="25087" y="10690"/>
                    <a:pt x="26084" y="10673"/>
                  </a:cubicBezTo>
                  <a:cubicBezTo>
                    <a:pt x="27085" y="10649"/>
                    <a:pt x="28085" y="10623"/>
                    <a:pt x="29086" y="10596"/>
                  </a:cubicBezTo>
                  <a:cubicBezTo>
                    <a:pt x="31542" y="10535"/>
                    <a:pt x="33999" y="10483"/>
                    <a:pt x="36456" y="10441"/>
                  </a:cubicBezTo>
                  <a:cubicBezTo>
                    <a:pt x="36456" y="9459"/>
                    <a:pt x="36456" y="8476"/>
                    <a:pt x="36456" y="7464"/>
                  </a:cubicBezTo>
                  <a:cubicBezTo>
                    <a:pt x="43332" y="7464"/>
                    <a:pt x="50207" y="7464"/>
                    <a:pt x="57292" y="7464"/>
                  </a:cubicBezTo>
                  <a:cubicBezTo>
                    <a:pt x="57292" y="6482"/>
                    <a:pt x="57292" y="5500"/>
                    <a:pt x="57292" y="4488"/>
                  </a:cubicBezTo>
                  <a:cubicBezTo>
                    <a:pt x="58233" y="4477"/>
                    <a:pt x="58233" y="4477"/>
                    <a:pt x="59193" y="4467"/>
                  </a:cubicBezTo>
                  <a:cubicBezTo>
                    <a:pt x="61513" y="4434"/>
                    <a:pt x="63833" y="4388"/>
                    <a:pt x="66153" y="4333"/>
                  </a:cubicBezTo>
                  <a:cubicBezTo>
                    <a:pt x="67158" y="4312"/>
                    <a:pt x="68164" y="4297"/>
                    <a:pt x="69169" y="4286"/>
                  </a:cubicBezTo>
                  <a:cubicBezTo>
                    <a:pt x="70612" y="4270"/>
                    <a:pt x="72055" y="4234"/>
                    <a:pt x="73497" y="4197"/>
                  </a:cubicBezTo>
                  <a:cubicBezTo>
                    <a:pt x="74366" y="4181"/>
                    <a:pt x="75235" y="4166"/>
                    <a:pt x="76130" y="4150"/>
                  </a:cubicBezTo>
                  <a:cubicBezTo>
                    <a:pt x="76789" y="4016"/>
                    <a:pt x="77449" y="3882"/>
                    <a:pt x="78128" y="3744"/>
                  </a:cubicBezTo>
                  <a:cubicBezTo>
                    <a:pt x="78636" y="2266"/>
                    <a:pt x="78636" y="2266"/>
                    <a:pt x="78872" y="767"/>
                  </a:cubicBezTo>
                  <a:close/>
                </a:path>
              </a:pathLst>
            </a:custGeom>
            <a:grpFill/>
            <a:ln w="744" cap="flat">
              <a:noFill/>
              <a:prstDash val="solid"/>
              <a:miter/>
            </a:ln>
          </p:spPr>
          <p:txBody>
            <a:bodyPr rtlCol="0" anchor="ctr"/>
            <a:lstStyle/>
            <a:p>
              <a:endParaRPr lang="zh-CN" altLang="en-US"/>
            </a:p>
          </p:txBody>
        </p:sp>
        <p:sp>
          <p:nvSpPr>
            <p:cNvPr id="83" name="任意多边形: 形状 82"/>
            <p:cNvSpPr/>
            <p:nvPr/>
          </p:nvSpPr>
          <p:spPr>
            <a:xfrm>
              <a:off x="8072485" y="627396"/>
              <a:ext cx="421107" cy="516882"/>
            </a:xfrm>
            <a:custGeom>
              <a:avLst/>
              <a:gdLst>
                <a:gd name="connsiteX0" fmla="*/ 241615 w 421107"/>
                <a:gd name="connsiteY0" fmla="*/ 356471 h 516882"/>
                <a:gd name="connsiteX1" fmla="*/ 238220 w 421107"/>
                <a:gd name="connsiteY1" fmla="*/ 359494 h 516882"/>
                <a:gd name="connsiteX2" fmla="*/ 237894 w 421107"/>
                <a:gd name="connsiteY2" fmla="*/ 361680 h 516882"/>
                <a:gd name="connsiteX3" fmla="*/ 236406 w 421107"/>
                <a:gd name="connsiteY3" fmla="*/ 361680 h 516882"/>
                <a:gd name="connsiteX4" fmla="*/ 235290 w 421107"/>
                <a:gd name="connsiteY4" fmla="*/ 363494 h 516882"/>
                <a:gd name="connsiteX5" fmla="*/ 234174 w 421107"/>
                <a:gd name="connsiteY5" fmla="*/ 365401 h 516882"/>
                <a:gd name="connsiteX6" fmla="*/ 232685 w 421107"/>
                <a:gd name="connsiteY6" fmla="*/ 366145 h 516882"/>
                <a:gd name="connsiteX7" fmla="*/ 231941 w 421107"/>
                <a:gd name="connsiteY7" fmla="*/ 369121 h 516882"/>
                <a:gd name="connsiteX8" fmla="*/ 230453 w 421107"/>
                <a:gd name="connsiteY8" fmla="*/ 369121 h 516882"/>
                <a:gd name="connsiteX9" fmla="*/ 229709 w 421107"/>
                <a:gd name="connsiteY9" fmla="*/ 370982 h 516882"/>
                <a:gd name="connsiteX10" fmla="*/ 228965 w 421107"/>
                <a:gd name="connsiteY10" fmla="*/ 372842 h 516882"/>
                <a:gd name="connsiteX11" fmla="*/ 227476 w 421107"/>
                <a:gd name="connsiteY11" fmla="*/ 372842 h 516882"/>
                <a:gd name="connsiteX12" fmla="*/ 226732 w 421107"/>
                <a:gd name="connsiteY12" fmla="*/ 375819 h 516882"/>
                <a:gd name="connsiteX13" fmla="*/ 224500 w 421107"/>
                <a:gd name="connsiteY13" fmla="*/ 376563 h 516882"/>
                <a:gd name="connsiteX14" fmla="*/ 224081 w 421107"/>
                <a:gd name="connsiteY14" fmla="*/ 378098 h 516882"/>
                <a:gd name="connsiteX15" fmla="*/ 223756 w 421107"/>
                <a:gd name="connsiteY15" fmla="*/ 379539 h 516882"/>
                <a:gd name="connsiteX16" fmla="*/ 222267 w 421107"/>
                <a:gd name="connsiteY16" fmla="*/ 379539 h 516882"/>
                <a:gd name="connsiteX17" fmla="*/ 220779 w 421107"/>
                <a:gd name="connsiteY17" fmla="*/ 383260 h 516882"/>
                <a:gd name="connsiteX18" fmla="*/ 218547 w 421107"/>
                <a:gd name="connsiteY18" fmla="*/ 383260 h 516882"/>
                <a:gd name="connsiteX19" fmla="*/ 214082 w 421107"/>
                <a:gd name="connsiteY19" fmla="*/ 389213 h 516882"/>
                <a:gd name="connsiteX20" fmla="*/ 211105 w 421107"/>
                <a:gd name="connsiteY20" fmla="*/ 390701 h 516882"/>
                <a:gd name="connsiteX21" fmla="*/ 211105 w 421107"/>
                <a:gd name="connsiteY21" fmla="*/ 393678 h 516882"/>
                <a:gd name="connsiteX22" fmla="*/ 208129 w 421107"/>
                <a:gd name="connsiteY22" fmla="*/ 393678 h 516882"/>
                <a:gd name="connsiteX23" fmla="*/ 207757 w 421107"/>
                <a:gd name="connsiteY23" fmla="*/ 395120 h 516882"/>
                <a:gd name="connsiteX24" fmla="*/ 207384 w 421107"/>
                <a:gd name="connsiteY24" fmla="*/ 396655 h 516882"/>
                <a:gd name="connsiteX25" fmla="*/ 204408 w 421107"/>
                <a:gd name="connsiteY25" fmla="*/ 397399 h 516882"/>
                <a:gd name="connsiteX26" fmla="*/ 203664 w 421107"/>
                <a:gd name="connsiteY26" fmla="*/ 400375 h 516882"/>
                <a:gd name="connsiteX27" fmla="*/ 200687 w 421107"/>
                <a:gd name="connsiteY27" fmla="*/ 400375 h 516882"/>
                <a:gd name="connsiteX28" fmla="*/ 199524 w 421107"/>
                <a:gd name="connsiteY28" fmla="*/ 401817 h 516882"/>
                <a:gd name="connsiteX29" fmla="*/ 198455 w 421107"/>
                <a:gd name="connsiteY29" fmla="*/ 403352 h 516882"/>
                <a:gd name="connsiteX30" fmla="*/ 196222 w 421107"/>
                <a:gd name="connsiteY30" fmla="*/ 404096 h 516882"/>
                <a:gd name="connsiteX31" fmla="*/ 194734 w 421107"/>
                <a:gd name="connsiteY31" fmla="*/ 407073 h 516882"/>
                <a:gd name="connsiteX32" fmla="*/ 191758 w 421107"/>
                <a:gd name="connsiteY32" fmla="*/ 407073 h 516882"/>
                <a:gd name="connsiteX33" fmla="*/ 191013 w 421107"/>
                <a:gd name="connsiteY33" fmla="*/ 410793 h 516882"/>
                <a:gd name="connsiteX34" fmla="*/ 188827 w 421107"/>
                <a:gd name="connsiteY34" fmla="*/ 410840 h 516882"/>
                <a:gd name="connsiteX35" fmla="*/ 186549 w 421107"/>
                <a:gd name="connsiteY35" fmla="*/ 410793 h 516882"/>
                <a:gd name="connsiteX36" fmla="*/ 185758 w 421107"/>
                <a:gd name="connsiteY36" fmla="*/ 412235 h 516882"/>
                <a:gd name="connsiteX37" fmla="*/ 185060 w 421107"/>
                <a:gd name="connsiteY37" fmla="*/ 413770 h 516882"/>
                <a:gd name="connsiteX38" fmla="*/ 181340 w 421107"/>
                <a:gd name="connsiteY38" fmla="*/ 414514 h 516882"/>
                <a:gd name="connsiteX39" fmla="*/ 180595 w 421107"/>
                <a:gd name="connsiteY39" fmla="*/ 417491 h 516882"/>
                <a:gd name="connsiteX40" fmla="*/ 177944 w 421107"/>
                <a:gd name="connsiteY40" fmla="*/ 418049 h 516882"/>
                <a:gd name="connsiteX41" fmla="*/ 175386 w 421107"/>
                <a:gd name="connsiteY41" fmla="*/ 418235 h 516882"/>
                <a:gd name="connsiteX42" fmla="*/ 175386 w 421107"/>
                <a:gd name="connsiteY42" fmla="*/ 421211 h 516882"/>
                <a:gd name="connsiteX43" fmla="*/ 170922 w 421107"/>
                <a:gd name="connsiteY43" fmla="*/ 421211 h 516882"/>
                <a:gd name="connsiteX44" fmla="*/ 170177 w 421107"/>
                <a:gd name="connsiteY44" fmla="*/ 424188 h 516882"/>
                <a:gd name="connsiteX45" fmla="*/ 167573 w 421107"/>
                <a:gd name="connsiteY45" fmla="*/ 424606 h 516882"/>
                <a:gd name="connsiteX46" fmla="*/ 164968 w 421107"/>
                <a:gd name="connsiteY46" fmla="*/ 424932 h 516882"/>
                <a:gd name="connsiteX47" fmla="*/ 164224 w 421107"/>
                <a:gd name="connsiteY47" fmla="*/ 427164 h 516882"/>
                <a:gd name="connsiteX48" fmla="*/ 161201 w 421107"/>
                <a:gd name="connsiteY48" fmla="*/ 427862 h 516882"/>
                <a:gd name="connsiteX49" fmla="*/ 158271 w 421107"/>
                <a:gd name="connsiteY49" fmla="*/ 428653 h 516882"/>
                <a:gd name="connsiteX50" fmla="*/ 158271 w 421107"/>
                <a:gd name="connsiteY50" fmla="*/ 431629 h 516882"/>
                <a:gd name="connsiteX51" fmla="*/ 155341 w 421107"/>
                <a:gd name="connsiteY51" fmla="*/ 431490 h 516882"/>
                <a:gd name="connsiteX52" fmla="*/ 152318 w 421107"/>
                <a:gd name="connsiteY52" fmla="*/ 431629 h 516882"/>
                <a:gd name="connsiteX53" fmla="*/ 151574 w 421107"/>
                <a:gd name="connsiteY53" fmla="*/ 433862 h 516882"/>
                <a:gd name="connsiteX54" fmla="*/ 148179 w 421107"/>
                <a:gd name="connsiteY54" fmla="*/ 434559 h 516882"/>
                <a:gd name="connsiteX55" fmla="*/ 144877 w 421107"/>
                <a:gd name="connsiteY55" fmla="*/ 435350 h 516882"/>
                <a:gd name="connsiteX56" fmla="*/ 144877 w 421107"/>
                <a:gd name="connsiteY56" fmla="*/ 438326 h 516882"/>
                <a:gd name="connsiteX57" fmla="*/ 141993 w 421107"/>
                <a:gd name="connsiteY57" fmla="*/ 438187 h 516882"/>
                <a:gd name="connsiteX58" fmla="*/ 138924 w 421107"/>
                <a:gd name="connsiteY58" fmla="*/ 438326 h 516882"/>
                <a:gd name="connsiteX59" fmla="*/ 137435 w 421107"/>
                <a:gd name="connsiteY59" fmla="*/ 440559 h 516882"/>
                <a:gd name="connsiteX60" fmla="*/ 134552 w 421107"/>
                <a:gd name="connsiteY60" fmla="*/ 440977 h 516882"/>
                <a:gd name="connsiteX61" fmla="*/ 125529 w 421107"/>
                <a:gd name="connsiteY61" fmla="*/ 445024 h 516882"/>
                <a:gd name="connsiteX62" fmla="*/ 334633 w 421107"/>
                <a:gd name="connsiteY62" fmla="*/ 445024 h 516882"/>
                <a:gd name="connsiteX63" fmla="*/ 333888 w 421107"/>
                <a:gd name="connsiteY63" fmla="*/ 442791 h 516882"/>
                <a:gd name="connsiteX64" fmla="*/ 330912 w 421107"/>
                <a:gd name="connsiteY64" fmla="*/ 442047 h 516882"/>
                <a:gd name="connsiteX65" fmla="*/ 330912 w 421107"/>
                <a:gd name="connsiteY65" fmla="*/ 439815 h 516882"/>
                <a:gd name="connsiteX66" fmla="*/ 329563 w 421107"/>
                <a:gd name="connsiteY66" fmla="*/ 438751 h 516882"/>
                <a:gd name="connsiteX67" fmla="*/ 325703 w 421107"/>
                <a:gd name="connsiteY67" fmla="*/ 434513 h 516882"/>
                <a:gd name="connsiteX68" fmla="*/ 323470 w 421107"/>
                <a:gd name="connsiteY68" fmla="*/ 431629 h 516882"/>
                <a:gd name="connsiteX69" fmla="*/ 320494 w 421107"/>
                <a:gd name="connsiteY69" fmla="*/ 430885 h 516882"/>
                <a:gd name="connsiteX70" fmla="*/ 320494 w 421107"/>
                <a:gd name="connsiteY70" fmla="*/ 427908 h 516882"/>
                <a:gd name="connsiteX71" fmla="*/ 319006 w 421107"/>
                <a:gd name="connsiteY71" fmla="*/ 427490 h 516882"/>
                <a:gd name="connsiteX72" fmla="*/ 317517 w 421107"/>
                <a:gd name="connsiteY72" fmla="*/ 427164 h 516882"/>
                <a:gd name="connsiteX73" fmla="*/ 317517 w 421107"/>
                <a:gd name="connsiteY73" fmla="*/ 424932 h 516882"/>
                <a:gd name="connsiteX74" fmla="*/ 315285 w 421107"/>
                <a:gd name="connsiteY74" fmla="*/ 424188 h 516882"/>
                <a:gd name="connsiteX75" fmla="*/ 313797 w 421107"/>
                <a:gd name="connsiteY75" fmla="*/ 421955 h 516882"/>
                <a:gd name="connsiteX76" fmla="*/ 307843 w 421107"/>
                <a:gd name="connsiteY76" fmla="*/ 416746 h 516882"/>
                <a:gd name="connsiteX77" fmla="*/ 307099 w 421107"/>
                <a:gd name="connsiteY77" fmla="*/ 414514 h 516882"/>
                <a:gd name="connsiteX78" fmla="*/ 304123 w 421107"/>
                <a:gd name="connsiteY78" fmla="*/ 413770 h 516882"/>
                <a:gd name="connsiteX79" fmla="*/ 304123 w 421107"/>
                <a:gd name="connsiteY79" fmla="*/ 411537 h 516882"/>
                <a:gd name="connsiteX80" fmla="*/ 302262 w 421107"/>
                <a:gd name="connsiteY80" fmla="*/ 411165 h 516882"/>
                <a:gd name="connsiteX81" fmla="*/ 300402 w 421107"/>
                <a:gd name="connsiteY81" fmla="*/ 410793 h 516882"/>
                <a:gd name="connsiteX82" fmla="*/ 300402 w 421107"/>
                <a:gd name="connsiteY82" fmla="*/ 408561 h 516882"/>
                <a:gd name="connsiteX83" fmla="*/ 296681 w 421107"/>
                <a:gd name="connsiteY83" fmla="*/ 407073 h 516882"/>
                <a:gd name="connsiteX84" fmla="*/ 296263 w 421107"/>
                <a:gd name="connsiteY84" fmla="*/ 405538 h 516882"/>
                <a:gd name="connsiteX85" fmla="*/ 295937 w 421107"/>
                <a:gd name="connsiteY85" fmla="*/ 404096 h 516882"/>
                <a:gd name="connsiteX86" fmla="*/ 294402 w 421107"/>
                <a:gd name="connsiteY86" fmla="*/ 403677 h 516882"/>
                <a:gd name="connsiteX87" fmla="*/ 292961 w 421107"/>
                <a:gd name="connsiteY87" fmla="*/ 403352 h 516882"/>
                <a:gd name="connsiteX88" fmla="*/ 292961 w 421107"/>
                <a:gd name="connsiteY88" fmla="*/ 401119 h 516882"/>
                <a:gd name="connsiteX89" fmla="*/ 291100 w 421107"/>
                <a:gd name="connsiteY89" fmla="*/ 400747 h 516882"/>
                <a:gd name="connsiteX90" fmla="*/ 289240 w 421107"/>
                <a:gd name="connsiteY90" fmla="*/ 400375 h 516882"/>
                <a:gd name="connsiteX91" fmla="*/ 289240 w 421107"/>
                <a:gd name="connsiteY91" fmla="*/ 398143 h 516882"/>
                <a:gd name="connsiteX92" fmla="*/ 287380 w 421107"/>
                <a:gd name="connsiteY92" fmla="*/ 397399 h 516882"/>
                <a:gd name="connsiteX93" fmla="*/ 285519 w 421107"/>
                <a:gd name="connsiteY93" fmla="*/ 396655 h 516882"/>
                <a:gd name="connsiteX94" fmla="*/ 285519 w 421107"/>
                <a:gd name="connsiteY94" fmla="*/ 394422 h 516882"/>
                <a:gd name="connsiteX95" fmla="*/ 282543 w 421107"/>
                <a:gd name="connsiteY95" fmla="*/ 393678 h 516882"/>
                <a:gd name="connsiteX96" fmla="*/ 281799 w 421107"/>
                <a:gd name="connsiteY96" fmla="*/ 390701 h 516882"/>
                <a:gd name="connsiteX97" fmla="*/ 279520 w 421107"/>
                <a:gd name="connsiteY97" fmla="*/ 390143 h 516882"/>
                <a:gd name="connsiteX98" fmla="*/ 277334 w 421107"/>
                <a:gd name="connsiteY98" fmla="*/ 389957 h 516882"/>
                <a:gd name="connsiteX99" fmla="*/ 277334 w 421107"/>
                <a:gd name="connsiteY99" fmla="*/ 387725 h 516882"/>
                <a:gd name="connsiteX100" fmla="*/ 271939 w 421107"/>
                <a:gd name="connsiteY100" fmla="*/ 383539 h 516882"/>
                <a:gd name="connsiteX101" fmla="*/ 270636 w 421107"/>
                <a:gd name="connsiteY101" fmla="*/ 383260 h 516882"/>
                <a:gd name="connsiteX102" fmla="*/ 269892 w 421107"/>
                <a:gd name="connsiteY102" fmla="*/ 381028 h 516882"/>
                <a:gd name="connsiteX103" fmla="*/ 266172 w 421107"/>
                <a:gd name="connsiteY103" fmla="*/ 379539 h 516882"/>
                <a:gd name="connsiteX104" fmla="*/ 266172 w 421107"/>
                <a:gd name="connsiteY104" fmla="*/ 377307 h 516882"/>
                <a:gd name="connsiteX105" fmla="*/ 264311 w 421107"/>
                <a:gd name="connsiteY105" fmla="*/ 376935 h 516882"/>
                <a:gd name="connsiteX106" fmla="*/ 262451 w 421107"/>
                <a:gd name="connsiteY106" fmla="*/ 376563 h 516882"/>
                <a:gd name="connsiteX107" fmla="*/ 262451 w 421107"/>
                <a:gd name="connsiteY107" fmla="*/ 374330 h 516882"/>
                <a:gd name="connsiteX108" fmla="*/ 260218 w 421107"/>
                <a:gd name="connsiteY108" fmla="*/ 373586 h 516882"/>
                <a:gd name="connsiteX109" fmla="*/ 257986 w 421107"/>
                <a:gd name="connsiteY109" fmla="*/ 372842 h 516882"/>
                <a:gd name="connsiteX110" fmla="*/ 257986 w 421107"/>
                <a:gd name="connsiteY110" fmla="*/ 370610 h 516882"/>
                <a:gd name="connsiteX111" fmla="*/ 254265 w 421107"/>
                <a:gd name="connsiteY111" fmla="*/ 369866 h 516882"/>
                <a:gd name="connsiteX112" fmla="*/ 254265 w 421107"/>
                <a:gd name="connsiteY112" fmla="*/ 366889 h 516882"/>
                <a:gd name="connsiteX113" fmla="*/ 249800 w 421107"/>
                <a:gd name="connsiteY113" fmla="*/ 366145 h 516882"/>
                <a:gd name="connsiteX114" fmla="*/ 249800 w 421107"/>
                <a:gd name="connsiteY114" fmla="*/ 363168 h 516882"/>
                <a:gd name="connsiteX115" fmla="*/ 248359 w 421107"/>
                <a:gd name="connsiteY115" fmla="*/ 362750 h 516882"/>
                <a:gd name="connsiteX116" fmla="*/ 246824 w 421107"/>
                <a:gd name="connsiteY116" fmla="*/ 362424 h 516882"/>
                <a:gd name="connsiteX117" fmla="*/ 246080 w 421107"/>
                <a:gd name="connsiteY117" fmla="*/ 360192 h 516882"/>
                <a:gd name="connsiteX118" fmla="*/ 243801 w 421107"/>
                <a:gd name="connsiteY118" fmla="*/ 359680 h 516882"/>
                <a:gd name="connsiteX119" fmla="*/ 241615 w 421107"/>
                <a:gd name="connsiteY119" fmla="*/ 359448 h 516882"/>
                <a:gd name="connsiteX120" fmla="*/ 241615 w 421107"/>
                <a:gd name="connsiteY120" fmla="*/ 356471 h 516882"/>
                <a:gd name="connsiteX121" fmla="*/ 60546 w 421107"/>
                <a:gd name="connsiteY121" fmla="*/ 74063 h 516882"/>
                <a:gd name="connsiteX122" fmla="*/ 59703 w 421107"/>
                <a:gd name="connsiteY122" fmla="*/ 80511 h 516882"/>
                <a:gd name="connsiteX123" fmla="*/ 59708 w 421107"/>
                <a:gd name="connsiteY123" fmla="*/ 82266 h 516882"/>
                <a:gd name="connsiteX124" fmla="*/ 59704 w 421107"/>
                <a:gd name="connsiteY124" fmla="*/ 88229 h 516882"/>
                <a:gd name="connsiteX125" fmla="*/ 59706 w 421107"/>
                <a:gd name="connsiteY125" fmla="*/ 92638 h 516882"/>
                <a:gd name="connsiteX126" fmla="*/ 59703 w 421107"/>
                <a:gd name="connsiteY126" fmla="*/ 104782 h 516882"/>
                <a:gd name="connsiteX127" fmla="*/ 59703 w 421107"/>
                <a:gd name="connsiteY127" fmla="*/ 118067 h 516882"/>
                <a:gd name="connsiteX128" fmla="*/ 59700 w 421107"/>
                <a:gd name="connsiteY128" fmla="*/ 144083 h 516882"/>
                <a:gd name="connsiteX129" fmla="*/ 59702 w 421107"/>
                <a:gd name="connsiteY129" fmla="*/ 166974 h 516882"/>
                <a:gd name="connsiteX130" fmla="*/ 59702 w 421107"/>
                <a:gd name="connsiteY130" fmla="*/ 168503 h 516882"/>
                <a:gd name="connsiteX131" fmla="*/ 59701 w 421107"/>
                <a:gd name="connsiteY131" fmla="*/ 174652 h 516882"/>
                <a:gd name="connsiteX132" fmla="*/ 59705 w 421107"/>
                <a:gd name="connsiteY132" fmla="*/ 232364 h 516882"/>
                <a:gd name="connsiteX133" fmla="*/ 59705 w 421107"/>
                <a:gd name="connsiteY133" fmla="*/ 283755 h 516882"/>
                <a:gd name="connsiteX134" fmla="*/ 59701 w 421107"/>
                <a:gd name="connsiteY134" fmla="*/ 341567 h 516882"/>
                <a:gd name="connsiteX135" fmla="*/ 59702 w 421107"/>
                <a:gd name="connsiteY135" fmla="*/ 347729 h 516882"/>
                <a:gd name="connsiteX136" fmla="*/ 59702 w 421107"/>
                <a:gd name="connsiteY136" fmla="*/ 349262 h 516882"/>
                <a:gd name="connsiteX137" fmla="*/ 59701 w 421107"/>
                <a:gd name="connsiteY137" fmla="*/ 372160 h 516882"/>
                <a:gd name="connsiteX138" fmla="*/ 59701 w 421107"/>
                <a:gd name="connsiteY138" fmla="*/ 396952 h 516882"/>
                <a:gd name="connsiteX139" fmla="*/ 59704 w 421107"/>
                <a:gd name="connsiteY139" fmla="*/ 410380 h 516882"/>
                <a:gd name="connsiteX140" fmla="*/ 59704 w 421107"/>
                <a:gd name="connsiteY140" fmla="*/ 422839 h 516882"/>
                <a:gd name="connsiteX141" fmla="*/ 59707 w 421107"/>
                <a:gd name="connsiteY141" fmla="*/ 427365 h 516882"/>
                <a:gd name="connsiteX142" fmla="*/ 59705 w 421107"/>
                <a:gd name="connsiteY142" fmla="*/ 433630 h 516882"/>
                <a:gd name="connsiteX143" fmla="*/ 59708 w 421107"/>
                <a:gd name="connsiteY143" fmla="*/ 435511 h 516882"/>
                <a:gd name="connsiteX144" fmla="*/ 60546 w 421107"/>
                <a:gd name="connsiteY144" fmla="*/ 445389 h 516882"/>
                <a:gd name="connsiteX145" fmla="*/ 108171 w 421107"/>
                <a:gd name="connsiteY145" fmla="*/ 444645 h 516882"/>
                <a:gd name="connsiteX146" fmla="*/ 106682 w 421107"/>
                <a:gd name="connsiteY146" fmla="*/ 440924 h 516882"/>
                <a:gd name="connsiteX147" fmla="*/ 104450 w 421107"/>
                <a:gd name="connsiteY147" fmla="*/ 440180 h 516882"/>
                <a:gd name="connsiteX148" fmla="*/ 103938 w 421107"/>
                <a:gd name="connsiteY148" fmla="*/ 437529 h 516882"/>
                <a:gd name="connsiteX149" fmla="*/ 103706 w 421107"/>
                <a:gd name="connsiteY149" fmla="*/ 434971 h 516882"/>
                <a:gd name="connsiteX150" fmla="*/ 101474 w 421107"/>
                <a:gd name="connsiteY150" fmla="*/ 434971 h 516882"/>
                <a:gd name="connsiteX151" fmla="*/ 101474 w 421107"/>
                <a:gd name="connsiteY151" fmla="*/ 430506 h 516882"/>
                <a:gd name="connsiteX152" fmla="*/ 99241 w 421107"/>
                <a:gd name="connsiteY152" fmla="*/ 430506 h 516882"/>
                <a:gd name="connsiteX153" fmla="*/ 98823 w 421107"/>
                <a:gd name="connsiteY153" fmla="*/ 428692 h 516882"/>
                <a:gd name="connsiteX154" fmla="*/ 98497 w 421107"/>
                <a:gd name="connsiteY154" fmla="*/ 426786 h 516882"/>
                <a:gd name="connsiteX155" fmla="*/ 97009 w 421107"/>
                <a:gd name="connsiteY155" fmla="*/ 426041 h 516882"/>
                <a:gd name="connsiteX156" fmla="*/ 95520 w 421107"/>
                <a:gd name="connsiteY156" fmla="*/ 422321 h 516882"/>
                <a:gd name="connsiteX157" fmla="*/ 93288 w 421107"/>
                <a:gd name="connsiteY157" fmla="*/ 421577 h 516882"/>
                <a:gd name="connsiteX158" fmla="*/ 92544 w 421107"/>
                <a:gd name="connsiteY158" fmla="*/ 417856 h 516882"/>
                <a:gd name="connsiteX159" fmla="*/ 90311 w 421107"/>
                <a:gd name="connsiteY159" fmla="*/ 417856 h 516882"/>
                <a:gd name="connsiteX160" fmla="*/ 90311 w 421107"/>
                <a:gd name="connsiteY160" fmla="*/ 414135 h 516882"/>
                <a:gd name="connsiteX161" fmla="*/ 88079 w 421107"/>
                <a:gd name="connsiteY161" fmla="*/ 413391 h 516882"/>
                <a:gd name="connsiteX162" fmla="*/ 87009 w 421107"/>
                <a:gd name="connsiteY162" fmla="*/ 410042 h 516882"/>
                <a:gd name="connsiteX163" fmla="*/ 85847 w 421107"/>
                <a:gd name="connsiteY163" fmla="*/ 408926 h 516882"/>
                <a:gd name="connsiteX164" fmla="*/ 85102 w 421107"/>
                <a:gd name="connsiteY164" fmla="*/ 406694 h 516882"/>
                <a:gd name="connsiteX165" fmla="*/ 82870 w 421107"/>
                <a:gd name="connsiteY165" fmla="*/ 406694 h 516882"/>
                <a:gd name="connsiteX166" fmla="*/ 82870 w 421107"/>
                <a:gd name="connsiteY166" fmla="*/ 404461 h 516882"/>
                <a:gd name="connsiteX167" fmla="*/ 81382 w 421107"/>
                <a:gd name="connsiteY167" fmla="*/ 403717 h 516882"/>
                <a:gd name="connsiteX168" fmla="*/ 79893 w 421107"/>
                <a:gd name="connsiteY168" fmla="*/ 402973 h 516882"/>
                <a:gd name="connsiteX169" fmla="*/ 79893 w 421107"/>
                <a:gd name="connsiteY169" fmla="*/ 400741 h 516882"/>
                <a:gd name="connsiteX170" fmla="*/ 76917 w 421107"/>
                <a:gd name="connsiteY170" fmla="*/ 399252 h 516882"/>
                <a:gd name="connsiteX171" fmla="*/ 76917 w 421107"/>
                <a:gd name="connsiteY171" fmla="*/ 396276 h 516882"/>
                <a:gd name="connsiteX172" fmla="*/ 73940 w 421107"/>
                <a:gd name="connsiteY172" fmla="*/ 395532 h 516882"/>
                <a:gd name="connsiteX173" fmla="*/ 73940 w 421107"/>
                <a:gd name="connsiteY173" fmla="*/ 390323 h 516882"/>
                <a:gd name="connsiteX174" fmla="*/ 75353 w 421107"/>
                <a:gd name="connsiteY174" fmla="*/ 390349 h 516882"/>
                <a:gd name="connsiteX175" fmla="*/ 77196 w 421107"/>
                <a:gd name="connsiteY175" fmla="*/ 390369 h 516882"/>
                <a:gd name="connsiteX176" fmla="*/ 82126 w 421107"/>
                <a:gd name="connsiteY176" fmla="*/ 389579 h 516882"/>
                <a:gd name="connsiteX177" fmla="*/ 82870 w 421107"/>
                <a:gd name="connsiteY177" fmla="*/ 386602 h 516882"/>
                <a:gd name="connsiteX178" fmla="*/ 84844 w 421107"/>
                <a:gd name="connsiteY178" fmla="*/ 386390 h 516882"/>
                <a:gd name="connsiteX179" fmla="*/ 91800 w 421107"/>
                <a:gd name="connsiteY179" fmla="*/ 386602 h 516882"/>
                <a:gd name="connsiteX180" fmla="*/ 93288 w 421107"/>
                <a:gd name="connsiteY180" fmla="*/ 384370 h 516882"/>
                <a:gd name="connsiteX181" fmla="*/ 97427 w 421107"/>
                <a:gd name="connsiteY181" fmla="*/ 383625 h 516882"/>
                <a:gd name="connsiteX182" fmla="*/ 101474 w 421107"/>
                <a:gd name="connsiteY182" fmla="*/ 382881 h 516882"/>
                <a:gd name="connsiteX183" fmla="*/ 102218 w 421107"/>
                <a:gd name="connsiteY183" fmla="*/ 380649 h 516882"/>
                <a:gd name="connsiteX184" fmla="*/ 103892 w 421107"/>
                <a:gd name="connsiteY184" fmla="*/ 380399 h 516882"/>
                <a:gd name="connsiteX185" fmla="*/ 109659 w 421107"/>
                <a:gd name="connsiteY185" fmla="*/ 379905 h 516882"/>
                <a:gd name="connsiteX186" fmla="*/ 110403 w 421107"/>
                <a:gd name="connsiteY186" fmla="*/ 376184 h 516882"/>
                <a:gd name="connsiteX187" fmla="*/ 114124 w 421107"/>
                <a:gd name="connsiteY187" fmla="*/ 376091 h 516882"/>
                <a:gd name="connsiteX188" fmla="*/ 117845 w 421107"/>
                <a:gd name="connsiteY188" fmla="*/ 376184 h 516882"/>
                <a:gd name="connsiteX189" fmla="*/ 118589 w 421107"/>
                <a:gd name="connsiteY189" fmla="*/ 373952 h 516882"/>
                <a:gd name="connsiteX190" fmla="*/ 120100 w 421107"/>
                <a:gd name="connsiteY190" fmla="*/ 373487 h 516882"/>
                <a:gd name="connsiteX191" fmla="*/ 125286 w 421107"/>
                <a:gd name="connsiteY191" fmla="*/ 372463 h 516882"/>
                <a:gd name="connsiteX192" fmla="*/ 126030 w 421107"/>
                <a:gd name="connsiteY192" fmla="*/ 370231 h 516882"/>
                <a:gd name="connsiteX193" fmla="*/ 127379 w 421107"/>
                <a:gd name="connsiteY193" fmla="*/ 369929 h 516882"/>
                <a:gd name="connsiteX194" fmla="*/ 131983 w 421107"/>
                <a:gd name="connsiteY194" fmla="*/ 369487 h 516882"/>
                <a:gd name="connsiteX195" fmla="*/ 132727 w 421107"/>
                <a:gd name="connsiteY195" fmla="*/ 367254 h 516882"/>
                <a:gd name="connsiteX196" fmla="*/ 137192 w 421107"/>
                <a:gd name="connsiteY196" fmla="*/ 366510 h 516882"/>
                <a:gd name="connsiteX197" fmla="*/ 137936 w 421107"/>
                <a:gd name="connsiteY197" fmla="*/ 365022 h 516882"/>
                <a:gd name="connsiteX198" fmla="*/ 138681 w 421107"/>
                <a:gd name="connsiteY198" fmla="*/ 363534 h 516882"/>
                <a:gd name="connsiteX199" fmla="*/ 143145 w 421107"/>
                <a:gd name="connsiteY199" fmla="*/ 362790 h 516882"/>
                <a:gd name="connsiteX200" fmla="*/ 143797 w 421107"/>
                <a:gd name="connsiteY200" fmla="*/ 360883 h 516882"/>
                <a:gd name="connsiteX201" fmla="*/ 143890 w 421107"/>
                <a:gd name="connsiteY201" fmla="*/ 359069 h 516882"/>
                <a:gd name="connsiteX202" fmla="*/ 145378 w 421107"/>
                <a:gd name="connsiteY202" fmla="*/ 359813 h 516882"/>
                <a:gd name="connsiteX203" fmla="*/ 148354 w 421107"/>
                <a:gd name="connsiteY203" fmla="*/ 359069 h 516882"/>
                <a:gd name="connsiteX204" fmla="*/ 149099 w 421107"/>
                <a:gd name="connsiteY204" fmla="*/ 356092 h 516882"/>
                <a:gd name="connsiteX205" fmla="*/ 153563 w 421107"/>
                <a:gd name="connsiteY205" fmla="*/ 356092 h 516882"/>
                <a:gd name="connsiteX206" fmla="*/ 153935 w 421107"/>
                <a:gd name="connsiteY206" fmla="*/ 354232 h 516882"/>
                <a:gd name="connsiteX207" fmla="*/ 154307 w 421107"/>
                <a:gd name="connsiteY207" fmla="*/ 352372 h 516882"/>
                <a:gd name="connsiteX208" fmla="*/ 156586 w 421107"/>
                <a:gd name="connsiteY208" fmla="*/ 352139 h 516882"/>
                <a:gd name="connsiteX209" fmla="*/ 158772 w 421107"/>
                <a:gd name="connsiteY209" fmla="*/ 352372 h 516882"/>
                <a:gd name="connsiteX210" fmla="*/ 158772 w 421107"/>
                <a:gd name="connsiteY210" fmla="*/ 349395 h 516882"/>
                <a:gd name="connsiteX211" fmla="*/ 161749 w 421107"/>
                <a:gd name="connsiteY211" fmla="*/ 349395 h 516882"/>
                <a:gd name="connsiteX212" fmla="*/ 163237 w 421107"/>
                <a:gd name="connsiteY212" fmla="*/ 346418 h 516882"/>
                <a:gd name="connsiteX213" fmla="*/ 166958 w 421107"/>
                <a:gd name="connsiteY213" fmla="*/ 345674 h 516882"/>
                <a:gd name="connsiteX214" fmla="*/ 166958 w 421107"/>
                <a:gd name="connsiteY214" fmla="*/ 342698 h 516882"/>
                <a:gd name="connsiteX215" fmla="*/ 170307 w 421107"/>
                <a:gd name="connsiteY215" fmla="*/ 341637 h 516882"/>
                <a:gd name="connsiteX216" fmla="*/ 174824 w 421107"/>
                <a:gd name="connsiteY216" fmla="*/ 336311 h 516882"/>
                <a:gd name="connsiteX217" fmla="*/ 175888 w 421107"/>
                <a:gd name="connsiteY217" fmla="*/ 335256 h 516882"/>
                <a:gd name="connsiteX218" fmla="*/ 178864 w 421107"/>
                <a:gd name="connsiteY218" fmla="*/ 331536 h 516882"/>
                <a:gd name="connsiteX219" fmla="*/ 182585 w 421107"/>
                <a:gd name="connsiteY219" fmla="*/ 327815 h 516882"/>
                <a:gd name="connsiteX220" fmla="*/ 183329 w 421107"/>
                <a:gd name="connsiteY220" fmla="*/ 325582 h 516882"/>
                <a:gd name="connsiteX221" fmla="*/ 187794 w 421107"/>
                <a:gd name="connsiteY221" fmla="*/ 319629 h 516882"/>
                <a:gd name="connsiteX222" fmla="*/ 189282 w 421107"/>
                <a:gd name="connsiteY222" fmla="*/ 315909 h 516882"/>
                <a:gd name="connsiteX223" fmla="*/ 191515 w 421107"/>
                <a:gd name="connsiteY223" fmla="*/ 315165 h 516882"/>
                <a:gd name="connsiteX224" fmla="*/ 191654 w 421107"/>
                <a:gd name="connsiteY224" fmla="*/ 313258 h 516882"/>
                <a:gd name="connsiteX225" fmla="*/ 191515 w 421107"/>
                <a:gd name="connsiteY225" fmla="*/ 311444 h 516882"/>
                <a:gd name="connsiteX226" fmla="*/ 193003 w 421107"/>
                <a:gd name="connsiteY226" fmla="*/ 311444 h 516882"/>
                <a:gd name="connsiteX227" fmla="*/ 194119 w 421107"/>
                <a:gd name="connsiteY227" fmla="*/ 309397 h 516882"/>
                <a:gd name="connsiteX228" fmla="*/ 195235 w 421107"/>
                <a:gd name="connsiteY228" fmla="*/ 306979 h 516882"/>
                <a:gd name="connsiteX229" fmla="*/ 196724 w 421107"/>
                <a:gd name="connsiteY229" fmla="*/ 304002 h 516882"/>
                <a:gd name="connsiteX230" fmla="*/ 74684 w 421107"/>
                <a:gd name="connsiteY230" fmla="*/ 304002 h 516882"/>
                <a:gd name="connsiteX231" fmla="*/ 73940 w 421107"/>
                <a:gd name="connsiteY231" fmla="*/ 240006 h 516882"/>
                <a:gd name="connsiteX232" fmla="*/ 205653 w 421107"/>
                <a:gd name="connsiteY232" fmla="*/ 240006 h 516882"/>
                <a:gd name="connsiteX233" fmla="*/ 205658 w 421107"/>
                <a:gd name="connsiteY233" fmla="*/ 234940 h 516882"/>
                <a:gd name="connsiteX234" fmla="*/ 205690 w 421107"/>
                <a:gd name="connsiteY234" fmla="*/ 220513 h 516882"/>
                <a:gd name="connsiteX235" fmla="*/ 205704 w 421107"/>
                <a:gd name="connsiteY235" fmla="*/ 212311 h 516882"/>
                <a:gd name="connsiteX236" fmla="*/ 205723 w 421107"/>
                <a:gd name="connsiteY236" fmla="*/ 204241 h 516882"/>
                <a:gd name="connsiteX237" fmla="*/ 205726 w 421107"/>
                <a:gd name="connsiteY237" fmla="*/ 201172 h 516882"/>
                <a:gd name="connsiteX238" fmla="*/ 205738 w 421107"/>
                <a:gd name="connsiteY238" fmla="*/ 198188 h 516882"/>
                <a:gd name="connsiteX239" fmla="*/ 205738 w 421107"/>
                <a:gd name="connsiteY239" fmla="*/ 195419 h 516882"/>
                <a:gd name="connsiteX240" fmla="*/ 205743 w 421107"/>
                <a:gd name="connsiteY240" fmla="*/ 192983 h 516882"/>
                <a:gd name="connsiteX241" fmla="*/ 205653 w 421107"/>
                <a:gd name="connsiteY241" fmla="*/ 190893 h 516882"/>
                <a:gd name="connsiteX242" fmla="*/ 204909 w 421107"/>
                <a:gd name="connsiteY242" fmla="*/ 187917 h 516882"/>
                <a:gd name="connsiteX243" fmla="*/ 202762 w 421107"/>
                <a:gd name="connsiteY243" fmla="*/ 187539 h 516882"/>
                <a:gd name="connsiteX244" fmla="*/ 199850 w 421107"/>
                <a:gd name="connsiteY244" fmla="*/ 187531 h 516882"/>
                <a:gd name="connsiteX245" fmla="*/ 194793 w 421107"/>
                <a:gd name="connsiteY245" fmla="*/ 187511 h 516882"/>
                <a:gd name="connsiteX246" fmla="*/ 191168 w 421107"/>
                <a:gd name="connsiteY246" fmla="*/ 187518 h 516882"/>
                <a:gd name="connsiteX247" fmla="*/ 183638 w 421107"/>
                <a:gd name="connsiteY247" fmla="*/ 187518 h 516882"/>
                <a:gd name="connsiteX248" fmla="*/ 173811 w 421107"/>
                <a:gd name="connsiteY248" fmla="*/ 187528 h 516882"/>
                <a:gd name="connsiteX249" fmla="*/ 166162 w 421107"/>
                <a:gd name="connsiteY249" fmla="*/ 187513 h 516882"/>
                <a:gd name="connsiteX250" fmla="*/ 162516 w 421107"/>
                <a:gd name="connsiteY250" fmla="*/ 187521 h 516882"/>
                <a:gd name="connsiteX251" fmla="*/ 157248 w 421107"/>
                <a:gd name="connsiteY251" fmla="*/ 187516 h 516882"/>
                <a:gd name="connsiteX252" fmla="*/ 155646 w 421107"/>
                <a:gd name="connsiteY252" fmla="*/ 187531 h 516882"/>
                <a:gd name="connsiteX253" fmla="*/ 150587 w 421107"/>
                <a:gd name="connsiteY253" fmla="*/ 187917 h 516882"/>
                <a:gd name="connsiteX254" fmla="*/ 149992 w 421107"/>
                <a:gd name="connsiteY254" fmla="*/ 189429 h 516882"/>
                <a:gd name="connsiteX255" fmla="*/ 149843 w 421107"/>
                <a:gd name="connsiteY255" fmla="*/ 190893 h 516882"/>
                <a:gd name="connsiteX256" fmla="*/ 148354 w 421107"/>
                <a:gd name="connsiteY256" fmla="*/ 190893 h 516882"/>
                <a:gd name="connsiteX257" fmla="*/ 147610 w 421107"/>
                <a:gd name="connsiteY257" fmla="*/ 194614 h 516882"/>
                <a:gd name="connsiteX258" fmla="*/ 145378 w 421107"/>
                <a:gd name="connsiteY258" fmla="*/ 195358 h 516882"/>
                <a:gd name="connsiteX259" fmla="*/ 144634 w 421107"/>
                <a:gd name="connsiteY259" fmla="*/ 197032 h 516882"/>
                <a:gd name="connsiteX260" fmla="*/ 141657 w 421107"/>
                <a:gd name="connsiteY260" fmla="*/ 202799 h 516882"/>
                <a:gd name="connsiteX261" fmla="*/ 136681 w 421107"/>
                <a:gd name="connsiteY261" fmla="*/ 209357 h 516882"/>
                <a:gd name="connsiteX262" fmla="*/ 135704 w 421107"/>
                <a:gd name="connsiteY262" fmla="*/ 210985 h 516882"/>
                <a:gd name="connsiteX263" fmla="*/ 133472 w 421107"/>
                <a:gd name="connsiteY263" fmla="*/ 213217 h 516882"/>
                <a:gd name="connsiteX264" fmla="*/ 132727 w 421107"/>
                <a:gd name="connsiteY264" fmla="*/ 214706 h 516882"/>
                <a:gd name="connsiteX265" fmla="*/ 131239 w 421107"/>
                <a:gd name="connsiteY265" fmla="*/ 215450 h 516882"/>
                <a:gd name="connsiteX266" fmla="*/ 130495 w 421107"/>
                <a:gd name="connsiteY266" fmla="*/ 218426 h 516882"/>
                <a:gd name="connsiteX267" fmla="*/ 129007 w 421107"/>
                <a:gd name="connsiteY267" fmla="*/ 218426 h 516882"/>
                <a:gd name="connsiteX268" fmla="*/ 128263 w 421107"/>
                <a:gd name="connsiteY268" fmla="*/ 220287 h 516882"/>
                <a:gd name="connsiteX269" fmla="*/ 127518 w 421107"/>
                <a:gd name="connsiteY269" fmla="*/ 222147 h 516882"/>
                <a:gd name="connsiteX270" fmla="*/ 126030 w 421107"/>
                <a:gd name="connsiteY270" fmla="*/ 222147 h 516882"/>
                <a:gd name="connsiteX271" fmla="*/ 125286 w 421107"/>
                <a:gd name="connsiteY271" fmla="*/ 225868 h 516882"/>
                <a:gd name="connsiteX272" fmla="*/ 118589 w 421107"/>
                <a:gd name="connsiteY272" fmla="*/ 225868 h 516882"/>
                <a:gd name="connsiteX273" fmla="*/ 118589 w 421107"/>
                <a:gd name="connsiteY273" fmla="*/ 223635 h 516882"/>
                <a:gd name="connsiteX274" fmla="*/ 117147 w 421107"/>
                <a:gd name="connsiteY274" fmla="*/ 222519 h 516882"/>
                <a:gd name="connsiteX275" fmla="*/ 115612 w 421107"/>
                <a:gd name="connsiteY275" fmla="*/ 221403 h 516882"/>
                <a:gd name="connsiteX276" fmla="*/ 114868 w 421107"/>
                <a:gd name="connsiteY276" fmla="*/ 219170 h 516882"/>
                <a:gd name="connsiteX277" fmla="*/ 111147 w 421107"/>
                <a:gd name="connsiteY277" fmla="*/ 219170 h 516882"/>
                <a:gd name="connsiteX278" fmla="*/ 110729 w 421107"/>
                <a:gd name="connsiteY278" fmla="*/ 217729 h 516882"/>
                <a:gd name="connsiteX279" fmla="*/ 110403 w 421107"/>
                <a:gd name="connsiteY279" fmla="*/ 216194 h 516882"/>
                <a:gd name="connsiteX280" fmla="*/ 108915 w 421107"/>
                <a:gd name="connsiteY280" fmla="*/ 215822 h 516882"/>
                <a:gd name="connsiteX281" fmla="*/ 107427 w 421107"/>
                <a:gd name="connsiteY281" fmla="*/ 215450 h 516882"/>
                <a:gd name="connsiteX282" fmla="*/ 106682 w 421107"/>
                <a:gd name="connsiteY282" fmla="*/ 212473 h 516882"/>
                <a:gd name="connsiteX283" fmla="*/ 104822 w 421107"/>
                <a:gd name="connsiteY283" fmla="*/ 212055 h 516882"/>
                <a:gd name="connsiteX284" fmla="*/ 102962 w 421107"/>
                <a:gd name="connsiteY284" fmla="*/ 211729 h 516882"/>
                <a:gd name="connsiteX285" fmla="*/ 102218 w 421107"/>
                <a:gd name="connsiteY285" fmla="*/ 209497 h 516882"/>
                <a:gd name="connsiteX286" fmla="*/ 98497 w 421107"/>
                <a:gd name="connsiteY286" fmla="*/ 208752 h 516882"/>
                <a:gd name="connsiteX287" fmla="*/ 97753 w 421107"/>
                <a:gd name="connsiteY287" fmla="*/ 205776 h 516882"/>
                <a:gd name="connsiteX288" fmla="*/ 95520 w 421107"/>
                <a:gd name="connsiteY288" fmla="*/ 205404 h 516882"/>
                <a:gd name="connsiteX289" fmla="*/ 93288 w 421107"/>
                <a:gd name="connsiteY289" fmla="*/ 205032 h 516882"/>
                <a:gd name="connsiteX290" fmla="*/ 92869 w 421107"/>
                <a:gd name="connsiteY290" fmla="*/ 203497 h 516882"/>
                <a:gd name="connsiteX291" fmla="*/ 92544 w 421107"/>
                <a:gd name="connsiteY291" fmla="*/ 202055 h 516882"/>
                <a:gd name="connsiteX292" fmla="*/ 90637 w 421107"/>
                <a:gd name="connsiteY292" fmla="*/ 201869 h 516882"/>
                <a:gd name="connsiteX293" fmla="*/ 88823 w 421107"/>
                <a:gd name="connsiteY293" fmla="*/ 202055 h 516882"/>
                <a:gd name="connsiteX294" fmla="*/ 87335 w 421107"/>
                <a:gd name="connsiteY294" fmla="*/ 198334 h 516882"/>
                <a:gd name="connsiteX295" fmla="*/ 83614 w 421107"/>
                <a:gd name="connsiteY295" fmla="*/ 198334 h 516882"/>
                <a:gd name="connsiteX296" fmla="*/ 82870 w 421107"/>
                <a:gd name="connsiteY296" fmla="*/ 195358 h 516882"/>
                <a:gd name="connsiteX297" fmla="*/ 80963 w 421107"/>
                <a:gd name="connsiteY297" fmla="*/ 195172 h 516882"/>
                <a:gd name="connsiteX298" fmla="*/ 79149 w 421107"/>
                <a:gd name="connsiteY298" fmla="*/ 195358 h 516882"/>
                <a:gd name="connsiteX299" fmla="*/ 79149 w 421107"/>
                <a:gd name="connsiteY299" fmla="*/ 192381 h 516882"/>
                <a:gd name="connsiteX300" fmla="*/ 77661 w 421107"/>
                <a:gd name="connsiteY300" fmla="*/ 191637 h 516882"/>
                <a:gd name="connsiteX301" fmla="*/ 73196 w 421107"/>
                <a:gd name="connsiteY301" fmla="*/ 191637 h 516882"/>
                <a:gd name="connsiteX302" fmla="*/ 73940 w 421107"/>
                <a:gd name="connsiteY302" fmla="*/ 181963 h 516882"/>
                <a:gd name="connsiteX303" fmla="*/ 76917 w 421107"/>
                <a:gd name="connsiteY303" fmla="*/ 181963 h 516882"/>
                <a:gd name="connsiteX304" fmla="*/ 77708 w 421107"/>
                <a:gd name="connsiteY304" fmla="*/ 180522 h 516882"/>
                <a:gd name="connsiteX305" fmla="*/ 78405 w 421107"/>
                <a:gd name="connsiteY305" fmla="*/ 178987 h 516882"/>
                <a:gd name="connsiteX306" fmla="*/ 80638 w 421107"/>
                <a:gd name="connsiteY306" fmla="*/ 178243 h 516882"/>
                <a:gd name="connsiteX307" fmla="*/ 81428 w 421107"/>
                <a:gd name="connsiteY307" fmla="*/ 176336 h 516882"/>
                <a:gd name="connsiteX308" fmla="*/ 82126 w 421107"/>
                <a:gd name="connsiteY308" fmla="*/ 174522 h 516882"/>
                <a:gd name="connsiteX309" fmla="*/ 83614 w 421107"/>
                <a:gd name="connsiteY309" fmla="*/ 174522 h 516882"/>
                <a:gd name="connsiteX310" fmla="*/ 84358 w 421107"/>
                <a:gd name="connsiteY310" fmla="*/ 171545 h 516882"/>
                <a:gd name="connsiteX311" fmla="*/ 87335 w 421107"/>
                <a:gd name="connsiteY311" fmla="*/ 171545 h 516882"/>
                <a:gd name="connsiteX312" fmla="*/ 88079 w 421107"/>
                <a:gd name="connsiteY312" fmla="*/ 170057 h 516882"/>
                <a:gd name="connsiteX313" fmla="*/ 90311 w 421107"/>
                <a:gd name="connsiteY313" fmla="*/ 167825 h 516882"/>
                <a:gd name="connsiteX314" fmla="*/ 90311 w 421107"/>
                <a:gd name="connsiteY314" fmla="*/ 164848 h 516882"/>
                <a:gd name="connsiteX315" fmla="*/ 92544 w 421107"/>
                <a:gd name="connsiteY315" fmla="*/ 164848 h 516882"/>
                <a:gd name="connsiteX316" fmla="*/ 92916 w 421107"/>
                <a:gd name="connsiteY316" fmla="*/ 162988 h 516882"/>
                <a:gd name="connsiteX317" fmla="*/ 93288 w 421107"/>
                <a:gd name="connsiteY317" fmla="*/ 161127 h 516882"/>
                <a:gd name="connsiteX318" fmla="*/ 95520 w 421107"/>
                <a:gd name="connsiteY318" fmla="*/ 161127 h 516882"/>
                <a:gd name="connsiteX319" fmla="*/ 95939 w 421107"/>
                <a:gd name="connsiteY319" fmla="*/ 159314 h 516882"/>
                <a:gd name="connsiteX320" fmla="*/ 96265 w 421107"/>
                <a:gd name="connsiteY320" fmla="*/ 157407 h 516882"/>
                <a:gd name="connsiteX321" fmla="*/ 97753 w 421107"/>
                <a:gd name="connsiteY321" fmla="*/ 156663 h 516882"/>
                <a:gd name="connsiteX322" fmla="*/ 98497 w 421107"/>
                <a:gd name="connsiteY322" fmla="*/ 153686 h 516882"/>
                <a:gd name="connsiteX323" fmla="*/ 99985 w 421107"/>
                <a:gd name="connsiteY323" fmla="*/ 153686 h 516882"/>
                <a:gd name="connsiteX324" fmla="*/ 101055 w 421107"/>
                <a:gd name="connsiteY324" fmla="*/ 151593 h 516882"/>
                <a:gd name="connsiteX325" fmla="*/ 104450 w 421107"/>
                <a:gd name="connsiteY325" fmla="*/ 146989 h 516882"/>
                <a:gd name="connsiteX326" fmla="*/ 106682 w 421107"/>
                <a:gd name="connsiteY326" fmla="*/ 144756 h 516882"/>
                <a:gd name="connsiteX327" fmla="*/ 107427 w 421107"/>
                <a:gd name="connsiteY327" fmla="*/ 141036 h 516882"/>
                <a:gd name="connsiteX328" fmla="*/ 109659 w 421107"/>
                <a:gd name="connsiteY328" fmla="*/ 140292 h 516882"/>
                <a:gd name="connsiteX329" fmla="*/ 109659 w 421107"/>
                <a:gd name="connsiteY329" fmla="*/ 138431 h 516882"/>
                <a:gd name="connsiteX330" fmla="*/ 109659 w 421107"/>
                <a:gd name="connsiteY330" fmla="*/ 136571 h 516882"/>
                <a:gd name="connsiteX331" fmla="*/ 111891 w 421107"/>
                <a:gd name="connsiteY331" fmla="*/ 135827 h 516882"/>
                <a:gd name="connsiteX332" fmla="*/ 112264 w 421107"/>
                <a:gd name="connsiteY332" fmla="*/ 133594 h 516882"/>
                <a:gd name="connsiteX333" fmla="*/ 112636 w 421107"/>
                <a:gd name="connsiteY333" fmla="*/ 131362 h 516882"/>
                <a:gd name="connsiteX334" fmla="*/ 114868 w 421107"/>
                <a:gd name="connsiteY334" fmla="*/ 130618 h 516882"/>
                <a:gd name="connsiteX335" fmla="*/ 115008 w 421107"/>
                <a:gd name="connsiteY335" fmla="*/ 128711 h 516882"/>
                <a:gd name="connsiteX336" fmla="*/ 114868 w 421107"/>
                <a:gd name="connsiteY336" fmla="*/ 126897 h 516882"/>
                <a:gd name="connsiteX337" fmla="*/ 117100 w 421107"/>
                <a:gd name="connsiteY337" fmla="*/ 126897 h 516882"/>
                <a:gd name="connsiteX338" fmla="*/ 117845 w 421107"/>
                <a:gd name="connsiteY338" fmla="*/ 124386 h 516882"/>
                <a:gd name="connsiteX339" fmla="*/ 118589 w 421107"/>
                <a:gd name="connsiteY339" fmla="*/ 121688 h 516882"/>
                <a:gd name="connsiteX340" fmla="*/ 120821 w 421107"/>
                <a:gd name="connsiteY340" fmla="*/ 120200 h 516882"/>
                <a:gd name="connsiteX341" fmla="*/ 120589 w 421107"/>
                <a:gd name="connsiteY341" fmla="*/ 117874 h 516882"/>
                <a:gd name="connsiteX342" fmla="*/ 120077 w 421107"/>
                <a:gd name="connsiteY342" fmla="*/ 115735 h 516882"/>
                <a:gd name="connsiteX343" fmla="*/ 123054 w 421107"/>
                <a:gd name="connsiteY343" fmla="*/ 114991 h 516882"/>
                <a:gd name="connsiteX344" fmla="*/ 123240 w 421107"/>
                <a:gd name="connsiteY344" fmla="*/ 112712 h 516882"/>
                <a:gd name="connsiteX345" fmla="*/ 123054 w 421107"/>
                <a:gd name="connsiteY345" fmla="*/ 110526 h 516882"/>
                <a:gd name="connsiteX346" fmla="*/ 125286 w 421107"/>
                <a:gd name="connsiteY346" fmla="*/ 110526 h 516882"/>
                <a:gd name="connsiteX347" fmla="*/ 126030 w 421107"/>
                <a:gd name="connsiteY347" fmla="*/ 109038 h 516882"/>
                <a:gd name="connsiteX348" fmla="*/ 126030 w 421107"/>
                <a:gd name="connsiteY348" fmla="*/ 103829 h 516882"/>
                <a:gd name="connsiteX349" fmla="*/ 128263 w 421107"/>
                <a:gd name="connsiteY349" fmla="*/ 103084 h 516882"/>
                <a:gd name="connsiteX350" fmla="*/ 128635 w 421107"/>
                <a:gd name="connsiteY350" fmla="*/ 100480 h 516882"/>
                <a:gd name="connsiteX351" fmla="*/ 129007 w 421107"/>
                <a:gd name="connsiteY351" fmla="*/ 97875 h 516882"/>
                <a:gd name="connsiteX352" fmla="*/ 131239 w 421107"/>
                <a:gd name="connsiteY352" fmla="*/ 97131 h 516882"/>
                <a:gd name="connsiteX353" fmla="*/ 131193 w 421107"/>
                <a:gd name="connsiteY353" fmla="*/ 93411 h 516882"/>
                <a:gd name="connsiteX354" fmla="*/ 131239 w 421107"/>
                <a:gd name="connsiteY354" fmla="*/ 89690 h 516882"/>
                <a:gd name="connsiteX355" fmla="*/ 132719 w 421107"/>
                <a:gd name="connsiteY355" fmla="*/ 89298 h 516882"/>
                <a:gd name="connsiteX356" fmla="*/ 134216 w 421107"/>
                <a:gd name="connsiteY356" fmla="*/ 88946 h 516882"/>
                <a:gd name="connsiteX357" fmla="*/ 134506 w 421107"/>
                <a:gd name="connsiteY357" fmla="*/ 87408 h 516882"/>
                <a:gd name="connsiteX358" fmla="*/ 134402 w 421107"/>
                <a:gd name="connsiteY358" fmla="*/ 85551 h 516882"/>
                <a:gd name="connsiteX359" fmla="*/ 134320 w 421107"/>
                <a:gd name="connsiteY359" fmla="*/ 83687 h 516882"/>
                <a:gd name="connsiteX360" fmla="*/ 134216 w 421107"/>
                <a:gd name="connsiteY360" fmla="*/ 82249 h 516882"/>
                <a:gd name="connsiteX361" fmla="*/ 136448 w 421107"/>
                <a:gd name="connsiteY361" fmla="*/ 82249 h 516882"/>
                <a:gd name="connsiteX362" fmla="*/ 137192 w 421107"/>
                <a:gd name="connsiteY362" fmla="*/ 75551 h 516882"/>
                <a:gd name="connsiteX363" fmla="*/ 62034 w 421107"/>
                <a:gd name="connsiteY363" fmla="*/ 75551 h 516882"/>
                <a:gd name="connsiteX364" fmla="*/ 62034 w 421107"/>
                <a:gd name="connsiteY364" fmla="*/ 74063 h 516882"/>
                <a:gd name="connsiteX365" fmla="*/ 60546 w 421107"/>
                <a:gd name="connsiteY365" fmla="*/ 74063 h 516882"/>
                <a:gd name="connsiteX366" fmla="*/ 404150 w 421107"/>
                <a:gd name="connsiteY366" fmla="*/ 0 h 516882"/>
                <a:gd name="connsiteX367" fmla="*/ 408730 w 421107"/>
                <a:gd name="connsiteY367" fmla="*/ 294 h 516882"/>
                <a:gd name="connsiteX368" fmla="*/ 410399 w 421107"/>
                <a:gd name="connsiteY368" fmla="*/ 9314 h 516882"/>
                <a:gd name="connsiteX369" fmla="*/ 410403 w 421107"/>
                <a:gd name="connsiteY369" fmla="*/ 11419 h 516882"/>
                <a:gd name="connsiteX370" fmla="*/ 410389 w 421107"/>
                <a:gd name="connsiteY370" fmla="*/ 18319 h 516882"/>
                <a:gd name="connsiteX371" fmla="*/ 410388 w 421107"/>
                <a:gd name="connsiteY371" fmla="*/ 23103 h 516882"/>
                <a:gd name="connsiteX372" fmla="*/ 410371 w 421107"/>
                <a:gd name="connsiteY372" fmla="*/ 33134 h 516882"/>
                <a:gd name="connsiteX373" fmla="*/ 410356 w 421107"/>
                <a:gd name="connsiteY373" fmla="*/ 46014 h 516882"/>
                <a:gd name="connsiteX374" fmla="*/ 410347 w 421107"/>
                <a:gd name="connsiteY374" fmla="*/ 55894 h 516882"/>
                <a:gd name="connsiteX375" fmla="*/ 410342 w 421107"/>
                <a:gd name="connsiteY375" fmla="*/ 60645 h 516882"/>
                <a:gd name="connsiteX376" fmla="*/ 410326 w 421107"/>
                <a:gd name="connsiteY376" fmla="*/ 67272 h 516882"/>
                <a:gd name="connsiteX377" fmla="*/ 410327 w 421107"/>
                <a:gd name="connsiteY377" fmla="*/ 69270 h 516882"/>
                <a:gd name="connsiteX378" fmla="*/ 409474 w 421107"/>
                <a:gd name="connsiteY378" fmla="*/ 75452 h 516882"/>
                <a:gd name="connsiteX379" fmla="*/ 405466 w 421107"/>
                <a:gd name="connsiteY379" fmla="*/ 75647 h 516882"/>
                <a:gd name="connsiteX380" fmla="*/ 402814 w 421107"/>
                <a:gd name="connsiteY380" fmla="*/ 75664 h 516882"/>
                <a:gd name="connsiteX381" fmla="*/ 399864 w 421107"/>
                <a:gd name="connsiteY381" fmla="*/ 75659 h 516882"/>
                <a:gd name="connsiteX382" fmla="*/ 396759 w 421107"/>
                <a:gd name="connsiteY382" fmla="*/ 75672 h 516882"/>
                <a:gd name="connsiteX383" fmla="*/ 388186 w 421107"/>
                <a:gd name="connsiteY383" fmla="*/ 75688 h 516882"/>
                <a:gd name="connsiteX384" fmla="*/ 378957 w 421107"/>
                <a:gd name="connsiteY384" fmla="*/ 75712 h 516882"/>
                <a:gd name="connsiteX385" fmla="*/ 362953 w 421107"/>
                <a:gd name="connsiteY385" fmla="*/ 75747 h 516882"/>
                <a:gd name="connsiteX386" fmla="*/ 339813 w 421107"/>
                <a:gd name="connsiteY386" fmla="*/ 75798 h 516882"/>
                <a:gd name="connsiteX387" fmla="*/ 302275 w 421107"/>
                <a:gd name="connsiteY387" fmla="*/ 75882 h 516882"/>
                <a:gd name="connsiteX388" fmla="*/ 265800 w 421107"/>
                <a:gd name="connsiteY388" fmla="*/ 75960 h 516882"/>
                <a:gd name="connsiteX389" fmla="*/ 263531 w 421107"/>
                <a:gd name="connsiteY389" fmla="*/ 75965 h 516882"/>
                <a:gd name="connsiteX390" fmla="*/ 252261 w 421107"/>
                <a:gd name="connsiteY390" fmla="*/ 75993 h 516882"/>
                <a:gd name="connsiteX391" fmla="*/ 158698 w 421107"/>
                <a:gd name="connsiteY391" fmla="*/ 76196 h 516882"/>
                <a:gd name="connsiteX392" fmla="*/ 159443 w 421107"/>
                <a:gd name="connsiteY392" fmla="*/ 78429 h 516882"/>
                <a:gd name="connsiteX393" fmla="*/ 164652 w 421107"/>
                <a:gd name="connsiteY393" fmla="*/ 78801 h 516882"/>
                <a:gd name="connsiteX394" fmla="*/ 169861 w 421107"/>
                <a:gd name="connsiteY394" fmla="*/ 79173 h 516882"/>
                <a:gd name="connsiteX395" fmla="*/ 170605 w 421107"/>
                <a:gd name="connsiteY395" fmla="*/ 81405 h 516882"/>
                <a:gd name="connsiteX396" fmla="*/ 176604 w 421107"/>
                <a:gd name="connsiteY396" fmla="*/ 82010 h 516882"/>
                <a:gd name="connsiteX397" fmla="*/ 180078 w 421107"/>
                <a:gd name="connsiteY397" fmla="*/ 83611 h 516882"/>
                <a:gd name="connsiteX398" fmla="*/ 187162 w 421107"/>
                <a:gd name="connsiteY398" fmla="*/ 85684 h 516882"/>
                <a:gd name="connsiteX399" fmla="*/ 190010 w 421107"/>
                <a:gd name="connsiteY399" fmla="*/ 85812 h 516882"/>
                <a:gd name="connsiteX400" fmla="*/ 192185 w 421107"/>
                <a:gd name="connsiteY400" fmla="*/ 85870 h 516882"/>
                <a:gd name="connsiteX401" fmla="*/ 191441 w 421107"/>
                <a:gd name="connsiteY401" fmla="*/ 88102 h 516882"/>
                <a:gd name="connsiteX402" fmla="*/ 192789 w 421107"/>
                <a:gd name="connsiteY402" fmla="*/ 88753 h 516882"/>
                <a:gd name="connsiteX403" fmla="*/ 196650 w 421107"/>
                <a:gd name="connsiteY403" fmla="*/ 91079 h 516882"/>
                <a:gd name="connsiteX404" fmla="*/ 196650 w 421107"/>
                <a:gd name="connsiteY404" fmla="*/ 93311 h 516882"/>
                <a:gd name="connsiteX405" fmla="*/ 195161 w 421107"/>
                <a:gd name="connsiteY405" fmla="*/ 94055 h 516882"/>
                <a:gd name="connsiteX406" fmla="*/ 194164 w 421107"/>
                <a:gd name="connsiteY406" fmla="*/ 99241 h 516882"/>
                <a:gd name="connsiteX407" fmla="*/ 193673 w 421107"/>
                <a:gd name="connsiteY407" fmla="*/ 100753 h 516882"/>
                <a:gd name="connsiteX408" fmla="*/ 191441 w 421107"/>
                <a:gd name="connsiteY408" fmla="*/ 101497 h 516882"/>
                <a:gd name="connsiteX409" fmla="*/ 191301 w 421107"/>
                <a:gd name="connsiteY409" fmla="*/ 105636 h 516882"/>
                <a:gd name="connsiteX410" fmla="*/ 191362 w 421107"/>
                <a:gd name="connsiteY410" fmla="*/ 107918 h 516882"/>
                <a:gd name="connsiteX411" fmla="*/ 191441 w 421107"/>
                <a:gd name="connsiteY411" fmla="*/ 109682 h 516882"/>
                <a:gd name="connsiteX412" fmla="*/ 189208 w 421107"/>
                <a:gd name="connsiteY412" fmla="*/ 108938 h 516882"/>
                <a:gd name="connsiteX413" fmla="*/ 188464 w 421107"/>
                <a:gd name="connsiteY413" fmla="*/ 117124 h 516882"/>
                <a:gd name="connsiteX414" fmla="*/ 186232 w 421107"/>
                <a:gd name="connsiteY414" fmla="*/ 117124 h 516882"/>
                <a:gd name="connsiteX415" fmla="*/ 185487 w 421107"/>
                <a:gd name="connsiteY415" fmla="*/ 123077 h 516882"/>
                <a:gd name="connsiteX416" fmla="*/ 377476 w 421107"/>
                <a:gd name="connsiteY416" fmla="*/ 123821 h 516882"/>
                <a:gd name="connsiteX417" fmla="*/ 375987 w 421107"/>
                <a:gd name="connsiteY417" fmla="*/ 188561 h 516882"/>
                <a:gd name="connsiteX418" fmla="*/ 371712 w 421107"/>
                <a:gd name="connsiteY418" fmla="*/ 188830 h 516882"/>
                <a:gd name="connsiteX419" fmla="*/ 368955 w 421107"/>
                <a:gd name="connsiteY419" fmla="*/ 188839 h 516882"/>
                <a:gd name="connsiteX420" fmla="*/ 365914 w 421107"/>
                <a:gd name="connsiteY420" fmla="*/ 188815 h 516882"/>
                <a:gd name="connsiteX421" fmla="*/ 362724 w 421107"/>
                <a:gd name="connsiteY421" fmla="*/ 188816 h 516882"/>
                <a:gd name="connsiteX422" fmla="*/ 354048 w 421107"/>
                <a:gd name="connsiteY422" fmla="*/ 188788 h 516882"/>
                <a:gd name="connsiteX423" fmla="*/ 344988 w 421107"/>
                <a:gd name="connsiteY423" fmla="*/ 188770 h 516882"/>
                <a:gd name="connsiteX424" fmla="*/ 327823 w 421107"/>
                <a:gd name="connsiteY424" fmla="*/ 188722 h 516882"/>
                <a:gd name="connsiteX425" fmla="*/ 304634 w 421107"/>
                <a:gd name="connsiteY425" fmla="*/ 188667 h 516882"/>
                <a:gd name="connsiteX426" fmla="*/ 268087 w 421107"/>
                <a:gd name="connsiteY426" fmla="*/ 188561 h 516882"/>
                <a:gd name="connsiteX427" fmla="*/ 268087 w 421107"/>
                <a:gd name="connsiteY427" fmla="*/ 239163 h 516882"/>
                <a:gd name="connsiteX428" fmla="*/ 396079 w 421107"/>
                <a:gd name="connsiteY428" fmla="*/ 239907 h 516882"/>
                <a:gd name="connsiteX429" fmla="*/ 396079 w 421107"/>
                <a:gd name="connsiteY429" fmla="*/ 304647 h 516882"/>
                <a:gd name="connsiteX430" fmla="*/ 274040 w 421107"/>
                <a:gd name="connsiteY430" fmla="*/ 305391 h 516882"/>
                <a:gd name="connsiteX431" fmla="*/ 278226 w 421107"/>
                <a:gd name="connsiteY431" fmla="*/ 307996 h 516882"/>
                <a:gd name="connsiteX432" fmla="*/ 279993 w 421107"/>
                <a:gd name="connsiteY432" fmla="*/ 308368 h 516882"/>
                <a:gd name="connsiteX433" fmla="*/ 280737 w 421107"/>
                <a:gd name="connsiteY433" fmla="*/ 310600 h 516882"/>
                <a:gd name="connsiteX434" fmla="*/ 283714 w 421107"/>
                <a:gd name="connsiteY434" fmla="*/ 312089 h 516882"/>
                <a:gd name="connsiteX435" fmla="*/ 285202 w 421107"/>
                <a:gd name="connsiteY435" fmla="*/ 314321 h 516882"/>
                <a:gd name="connsiteX436" fmla="*/ 286737 w 421107"/>
                <a:gd name="connsiteY436" fmla="*/ 314647 h 516882"/>
                <a:gd name="connsiteX437" fmla="*/ 288179 w 421107"/>
                <a:gd name="connsiteY437" fmla="*/ 315065 h 516882"/>
                <a:gd name="connsiteX438" fmla="*/ 288923 w 421107"/>
                <a:gd name="connsiteY438" fmla="*/ 318042 h 516882"/>
                <a:gd name="connsiteX439" fmla="*/ 290411 w 421107"/>
                <a:gd name="connsiteY439" fmla="*/ 318414 h 516882"/>
                <a:gd name="connsiteX440" fmla="*/ 291900 w 421107"/>
                <a:gd name="connsiteY440" fmla="*/ 318786 h 516882"/>
                <a:gd name="connsiteX441" fmla="*/ 292179 w 421107"/>
                <a:gd name="connsiteY441" fmla="*/ 320321 h 516882"/>
                <a:gd name="connsiteX442" fmla="*/ 292644 w 421107"/>
                <a:gd name="connsiteY442" fmla="*/ 321762 h 516882"/>
                <a:gd name="connsiteX443" fmla="*/ 294876 w 421107"/>
                <a:gd name="connsiteY443" fmla="*/ 321762 h 516882"/>
                <a:gd name="connsiteX444" fmla="*/ 297109 w 421107"/>
                <a:gd name="connsiteY444" fmla="*/ 321762 h 516882"/>
                <a:gd name="connsiteX445" fmla="*/ 297853 w 421107"/>
                <a:gd name="connsiteY445" fmla="*/ 324739 h 516882"/>
                <a:gd name="connsiteX446" fmla="*/ 300829 w 421107"/>
                <a:gd name="connsiteY446" fmla="*/ 325483 h 516882"/>
                <a:gd name="connsiteX447" fmla="*/ 301573 w 421107"/>
                <a:gd name="connsiteY447" fmla="*/ 327716 h 516882"/>
                <a:gd name="connsiteX448" fmla="*/ 303434 w 421107"/>
                <a:gd name="connsiteY448" fmla="*/ 328460 h 516882"/>
                <a:gd name="connsiteX449" fmla="*/ 305294 w 421107"/>
                <a:gd name="connsiteY449" fmla="*/ 329204 h 516882"/>
                <a:gd name="connsiteX450" fmla="*/ 306038 w 421107"/>
                <a:gd name="connsiteY450" fmla="*/ 331436 h 516882"/>
                <a:gd name="connsiteX451" fmla="*/ 307527 w 421107"/>
                <a:gd name="connsiteY451" fmla="*/ 331808 h 516882"/>
                <a:gd name="connsiteX452" fmla="*/ 309015 w 421107"/>
                <a:gd name="connsiteY452" fmla="*/ 332180 h 516882"/>
                <a:gd name="connsiteX453" fmla="*/ 309759 w 421107"/>
                <a:gd name="connsiteY453" fmla="*/ 334413 h 516882"/>
                <a:gd name="connsiteX454" fmla="*/ 311619 w 421107"/>
                <a:gd name="connsiteY454" fmla="*/ 335157 h 516882"/>
                <a:gd name="connsiteX455" fmla="*/ 313480 w 421107"/>
                <a:gd name="connsiteY455" fmla="*/ 335901 h 516882"/>
                <a:gd name="connsiteX456" fmla="*/ 314224 w 421107"/>
                <a:gd name="connsiteY456" fmla="*/ 338134 h 516882"/>
                <a:gd name="connsiteX457" fmla="*/ 315712 w 421107"/>
                <a:gd name="connsiteY457" fmla="*/ 338506 h 516882"/>
                <a:gd name="connsiteX458" fmla="*/ 317200 w 421107"/>
                <a:gd name="connsiteY458" fmla="*/ 338878 h 516882"/>
                <a:gd name="connsiteX459" fmla="*/ 317944 w 421107"/>
                <a:gd name="connsiteY459" fmla="*/ 341110 h 516882"/>
                <a:gd name="connsiteX460" fmla="*/ 319758 w 421107"/>
                <a:gd name="connsiteY460" fmla="*/ 341808 h 516882"/>
                <a:gd name="connsiteX461" fmla="*/ 323153 w 421107"/>
                <a:gd name="connsiteY461" fmla="*/ 345575 h 516882"/>
                <a:gd name="connsiteX462" fmla="*/ 327758 w 421107"/>
                <a:gd name="connsiteY462" fmla="*/ 348924 h 516882"/>
                <a:gd name="connsiteX463" fmla="*/ 329107 w 421107"/>
                <a:gd name="connsiteY463" fmla="*/ 349296 h 516882"/>
                <a:gd name="connsiteX464" fmla="*/ 329851 w 421107"/>
                <a:gd name="connsiteY464" fmla="*/ 352272 h 516882"/>
                <a:gd name="connsiteX465" fmla="*/ 332827 w 421107"/>
                <a:gd name="connsiteY465" fmla="*/ 353016 h 516882"/>
                <a:gd name="connsiteX466" fmla="*/ 334316 w 421107"/>
                <a:gd name="connsiteY466" fmla="*/ 355249 h 516882"/>
                <a:gd name="connsiteX467" fmla="*/ 335804 w 421107"/>
                <a:gd name="connsiteY467" fmla="*/ 355574 h 516882"/>
                <a:gd name="connsiteX468" fmla="*/ 337292 w 421107"/>
                <a:gd name="connsiteY468" fmla="*/ 355993 h 516882"/>
                <a:gd name="connsiteX469" fmla="*/ 338780 w 421107"/>
                <a:gd name="connsiteY469" fmla="*/ 358969 h 516882"/>
                <a:gd name="connsiteX470" fmla="*/ 341013 w 421107"/>
                <a:gd name="connsiteY470" fmla="*/ 359714 h 516882"/>
                <a:gd name="connsiteX471" fmla="*/ 341013 w 421107"/>
                <a:gd name="connsiteY471" fmla="*/ 362690 h 516882"/>
                <a:gd name="connsiteX472" fmla="*/ 344734 w 421107"/>
                <a:gd name="connsiteY472" fmla="*/ 362690 h 516882"/>
                <a:gd name="connsiteX473" fmla="*/ 344734 w 421107"/>
                <a:gd name="connsiteY473" fmla="*/ 365667 h 516882"/>
                <a:gd name="connsiteX474" fmla="*/ 348454 w 421107"/>
                <a:gd name="connsiteY474" fmla="*/ 366411 h 516882"/>
                <a:gd name="connsiteX475" fmla="*/ 349198 w 421107"/>
                <a:gd name="connsiteY475" fmla="*/ 369387 h 516882"/>
                <a:gd name="connsiteX476" fmla="*/ 352175 w 421107"/>
                <a:gd name="connsiteY476" fmla="*/ 370876 h 516882"/>
                <a:gd name="connsiteX477" fmla="*/ 352175 w 421107"/>
                <a:gd name="connsiteY477" fmla="*/ 373108 h 516882"/>
                <a:gd name="connsiteX478" fmla="*/ 355896 w 421107"/>
                <a:gd name="connsiteY478" fmla="*/ 373108 h 516882"/>
                <a:gd name="connsiteX479" fmla="*/ 355896 w 421107"/>
                <a:gd name="connsiteY479" fmla="*/ 376085 h 516882"/>
                <a:gd name="connsiteX480" fmla="*/ 359616 w 421107"/>
                <a:gd name="connsiteY480" fmla="*/ 376829 h 516882"/>
                <a:gd name="connsiteX481" fmla="*/ 360361 w 421107"/>
                <a:gd name="connsiteY481" fmla="*/ 379061 h 516882"/>
                <a:gd name="connsiteX482" fmla="*/ 361895 w 421107"/>
                <a:gd name="connsiteY482" fmla="*/ 380596 h 516882"/>
                <a:gd name="connsiteX483" fmla="*/ 363337 w 421107"/>
                <a:gd name="connsiteY483" fmla="*/ 383526 h 516882"/>
                <a:gd name="connsiteX484" fmla="*/ 364825 w 421107"/>
                <a:gd name="connsiteY484" fmla="*/ 383852 h 516882"/>
                <a:gd name="connsiteX485" fmla="*/ 366314 w 421107"/>
                <a:gd name="connsiteY485" fmla="*/ 384270 h 516882"/>
                <a:gd name="connsiteX486" fmla="*/ 366314 w 421107"/>
                <a:gd name="connsiteY486" fmla="*/ 386503 h 516882"/>
                <a:gd name="connsiteX487" fmla="*/ 369290 w 421107"/>
                <a:gd name="connsiteY487" fmla="*/ 386503 h 516882"/>
                <a:gd name="connsiteX488" fmla="*/ 369616 w 421107"/>
                <a:gd name="connsiteY488" fmla="*/ 387898 h 516882"/>
                <a:gd name="connsiteX489" fmla="*/ 370034 w 421107"/>
                <a:gd name="connsiteY489" fmla="*/ 389479 h 516882"/>
                <a:gd name="connsiteX490" fmla="*/ 373755 w 421107"/>
                <a:gd name="connsiteY490" fmla="*/ 390968 h 516882"/>
                <a:gd name="connsiteX491" fmla="*/ 374499 w 421107"/>
                <a:gd name="connsiteY491" fmla="*/ 393200 h 516882"/>
                <a:gd name="connsiteX492" fmla="*/ 376732 w 421107"/>
                <a:gd name="connsiteY492" fmla="*/ 393944 h 516882"/>
                <a:gd name="connsiteX493" fmla="*/ 378220 w 421107"/>
                <a:gd name="connsiteY493" fmla="*/ 398409 h 516882"/>
                <a:gd name="connsiteX494" fmla="*/ 379708 w 421107"/>
                <a:gd name="connsiteY494" fmla="*/ 399153 h 516882"/>
                <a:gd name="connsiteX495" fmla="*/ 376732 w 421107"/>
                <a:gd name="connsiteY495" fmla="*/ 405106 h 516882"/>
                <a:gd name="connsiteX496" fmla="*/ 375243 w 421107"/>
                <a:gd name="connsiteY496" fmla="*/ 405106 h 516882"/>
                <a:gd name="connsiteX497" fmla="*/ 374639 w 421107"/>
                <a:gd name="connsiteY497" fmla="*/ 407106 h 516882"/>
                <a:gd name="connsiteX498" fmla="*/ 370034 w 421107"/>
                <a:gd name="connsiteY498" fmla="*/ 413292 h 516882"/>
                <a:gd name="connsiteX499" fmla="*/ 367802 w 421107"/>
                <a:gd name="connsiteY499" fmla="*/ 417012 h 516882"/>
                <a:gd name="connsiteX500" fmla="*/ 366314 w 421107"/>
                <a:gd name="connsiteY500" fmla="*/ 417757 h 516882"/>
                <a:gd name="connsiteX501" fmla="*/ 365569 w 421107"/>
                <a:gd name="connsiteY501" fmla="*/ 419989 h 516882"/>
                <a:gd name="connsiteX502" fmla="*/ 364081 w 421107"/>
                <a:gd name="connsiteY502" fmla="*/ 420733 h 516882"/>
                <a:gd name="connsiteX503" fmla="*/ 363756 w 421107"/>
                <a:gd name="connsiteY503" fmla="*/ 422268 h 516882"/>
                <a:gd name="connsiteX504" fmla="*/ 363337 w 421107"/>
                <a:gd name="connsiteY504" fmla="*/ 423710 h 516882"/>
                <a:gd name="connsiteX505" fmla="*/ 361105 w 421107"/>
                <a:gd name="connsiteY505" fmla="*/ 423710 h 516882"/>
                <a:gd name="connsiteX506" fmla="*/ 360733 w 421107"/>
                <a:gd name="connsiteY506" fmla="*/ 425570 h 516882"/>
                <a:gd name="connsiteX507" fmla="*/ 360361 w 421107"/>
                <a:gd name="connsiteY507" fmla="*/ 427430 h 516882"/>
                <a:gd name="connsiteX508" fmla="*/ 358128 w 421107"/>
                <a:gd name="connsiteY508" fmla="*/ 427430 h 516882"/>
                <a:gd name="connsiteX509" fmla="*/ 358314 w 421107"/>
                <a:gd name="connsiteY509" fmla="*/ 429058 h 516882"/>
                <a:gd name="connsiteX510" fmla="*/ 355152 w 421107"/>
                <a:gd name="connsiteY510" fmla="*/ 434872 h 516882"/>
                <a:gd name="connsiteX511" fmla="*/ 353663 w 421107"/>
                <a:gd name="connsiteY511" fmla="*/ 435616 h 516882"/>
                <a:gd name="connsiteX512" fmla="*/ 352640 w 421107"/>
                <a:gd name="connsiteY512" fmla="*/ 437709 h 516882"/>
                <a:gd name="connsiteX513" fmla="*/ 348454 w 421107"/>
                <a:gd name="connsiteY513" fmla="*/ 443057 h 516882"/>
                <a:gd name="connsiteX514" fmla="*/ 346966 w 421107"/>
                <a:gd name="connsiteY514" fmla="*/ 443057 h 516882"/>
                <a:gd name="connsiteX515" fmla="*/ 346966 w 421107"/>
                <a:gd name="connsiteY515" fmla="*/ 444546 h 516882"/>
                <a:gd name="connsiteX516" fmla="*/ 349730 w 421107"/>
                <a:gd name="connsiteY516" fmla="*/ 444541 h 516882"/>
                <a:gd name="connsiteX517" fmla="*/ 375452 w 421107"/>
                <a:gd name="connsiteY517" fmla="*/ 444507 h 516882"/>
                <a:gd name="connsiteX518" fmla="*/ 388678 w 421107"/>
                <a:gd name="connsiteY518" fmla="*/ 444490 h 516882"/>
                <a:gd name="connsiteX519" fmla="*/ 401431 w 421107"/>
                <a:gd name="connsiteY519" fmla="*/ 444475 h 516882"/>
                <a:gd name="connsiteX520" fmla="*/ 406308 w 421107"/>
                <a:gd name="connsiteY520" fmla="*/ 444467 h 516882"/>
                <a:gd name="connsiteX521" fmla="*/ 413113 w 421107"/>
                <a:gd name="connsiteY521" fmla="*/ 444461 h 516882"/>
                <a:gd name="connsiteX522" fmla="*/ 415171 w 421107"/>
                <a:gd name="connsiteY522" fmla="*/ 444453 h 516882"/>
                <a:gd name="connsiteX523" fmla="*/ 420636 w 421107"/>
                <a:gd name="connsiteY523" fmla="*/ 445290 h 516882"/>
                <a:gd name="connsiteX524" fmla="*/ 420779 w 421107"/>
                <a:gd name="connsiteY524" fmla="*/ 451852 h 516882"/>
                <a:gd name="connsiteX525" fmla="*/ 420798 w 421107"/>
                <a:gd name="connsiteY525" fmla="*/ 453938 h 516882"/>
                <a:gd name="connsiteX526" fmla="*/ 420839 w 421107"/>
                <a:gd name="connsiteY526" fmla="*/ 460800 h 516882"/>
                <a:gd name="connsiteX527" fmla="*/ 420851 w 421107"/>
                <a:gd name="connsiteY527" fmla="*/ 463159 h 516882"/>
                <a:gd name="connsiteX528" fmla="*/ 420896 w 421107"/>
                <a:gd name="connsiteY528" fmla="*/ 475509 h 516882"/>
                <a:gd name="connsiteX529" fmla="*/ 420980 w 421107"/>
                <a:gd name="connsiteY529" fmla="*/ 488309 h 516882"/>
                <a:gd name="connsiteX530" fmla="*/ 421018 w 421107"/>
                <a:gd name="connsiteY530" fmla="*/ 498114 h 516882"/>
                <a:gd name="connsiteX531" fmla="*/ 421052 w 421107"/>
                <a:gd name="connsiteY531" fmla="*/ 502835 h 516882"/>
                <a:gd name="connsiteX532" fmla="*/ 421070 w 421107"/>
                <a:gd name="connsiteY532" fmla="*/ 509421 h 516882"/>
                <a:gd name="connsiteX533" fmla="*/ 421107 w 421107"/>
                <a:gd name="connsiteY533" fmla="*/ 511413 h 516882"/>
                <a:gd name="connsiteX534" fmla="*/ 420636 w 421107"/>
                <a:gd name="connsiteY534" fmla="*/ 515983 h 516882"/>
                <a:gd name="connsiteX535" fmla="*/ 409977 w 421107"/>
                <a:gd name="connsiteY535" fmla="*/ 516821 h 516882"/>
                <a:gd name="connsiteX536" fmla="*/ 407841 w 421107"/>
                <a:gd name="connsiteY536" fmla="*/ 516824 h 516882"/>
                <a:gd name="connsiteX537" fmla="*/ 400714 w 421107"/>
                <a:gd name="connsiteY537" fmla="*/ 516822 h 516882"/>
                <a:gd name="connsiteX538" fmla="*/ 395569 w 421107"/>
                <a:gd name="connsiteY538" fmla="*/ 516825 h 516882"/>
                <a:gd name="connsiteX539" fmla="*/ 381400 w 421107"/>
                <a:gd name="connsiteY539" fmla="*/ 516825 h 516882"/>
                <a:gd name="connsiteX540" fmla="*/ 367699 w 421107"/>
                <a:gd name="connsiteY540" fmla="*/ 516827 h 516882"/>
                <a:gd name="connsiteX541" fmla="*/ 337943 w 421107"/>
                <a:gd name="connsiteY541" fmla="*/ 516828 h 516882"/>
                <a:gd name="connsiteX542" fmla="*/ 311906 w 421107"/>
                <a:gd name="connsiteY542" fmla="*/ 516827 h 516882"/>
                <a:gd name="connsiteX543" fmla="*/ 310164 w 421107"/>
                <a:gd name="connsiteY543" fmla="*/ 516827 h 516882"/>
                <a:gd name="connsiteX544" fmla="*/ 303159 w 421107"/>
                <a:gd name="connsiteY544" fmla="*/ 516828 h 516882"/>
                <a:gd name="connsiteX545" fmla="*/ 237434 w 421107"/>
                <a:gd name="connsiteY545" fmla="*/ 516824 h 516882"/>
                <a:gd name="connsiteX546" fmla="*/ 178998 w 421107"/>
                <a:gd name="connsiteY546" fmla="*/ 516824 h 516882"/>
                <a:gd name="connsiteX547" fmla="*/ 113384 w 421107"/>
                <a:gd name="connsiteY547" fmla="*/ 516828 h 516882"/>
                <a:gd name="connsiteX548" fmla="*/ 106395 w 421107"/>
                <a:gd name="connsiteY548" fmla="*/ 516827 h 516882"/>
                <a:gd name="connsiteX549" fmla="*/ 104656 w 421107"/>
                <a:gd name="connsiteY549" fmla="*/ 516827 h 516882"/>
                <a:gd name="connsiteX550" fmla="*/ 78627 w 421107"/>
                <a:gd name="connsiteY550" fmla="*/ 516829 h 516882"/>
                <a:gd name="connsiteX551" fmla="*/ 49047 w 421107"/>
                <a:gd name="connsiteY551" fmla="*/ 516826 h 516882"/>
                <a:gd name="connsiteX552" fmla="*/ 33941 w 421107"/>
                <a:gd name="connsiteY552" fmla="*/ 516826 h 516882"/>
                <a:gd name="connsiteX553" fmla="*/ 20134 w 421107"/>
                <a:gd name="connsiteY553" fmla="*/ 516823 h 516882"/>
                <a:gd name="connsiteX554" fmla="*/ 15118 w 421107"/>
                <a:gd name="connsiteY554" fmla="*/ 516824 h 516882"/>
                <a:gd name="connsiteX555" fmla="*/ 8342 w 421107"/>
                <a:gd name="connsiteY555" fmla="*/ 516821 h 516882"/>
                <a:gd name="connsiteX556" fmla="*/ 6339 w 421107"/>
                <a:gd name="connsiteY556" fmla="*/ 516826 h 516882"/>
                <a:gd name="connsiteX557" fmla="*/ 196 w 421107"/>
                <a:gd name="connsiteY557" fmla="*/ 515983 h 516882"/>
                <a:gd name="connsiteX558" fmla="*/ 11 w 421107"/>
                <a:gd name="connsiteY558" fmla="*/ 512590 h 516882"/>
                <a:gd name="connsiteX559" fmla="*/ 0 w 421107"/>
                <a:gd name="connsiteY559" fmla="*/ 510348 h 516882"/>
                <a:gd name="connsiteX560" fmla="*/ 11 w 421107"/>
                <a:gd name="connsiteY560" fmla="*/ 507852 h 516882"/>
                <a:gd name="connsiteX561" fmla="*/ 5 w 421107"/>
                <a:gd name="connsiteY561" fmla="*/ 505215 h 516882"/>
                <a:gd name="connsiteX562" fmla="*/ 10 w 421107"/>
                <a:gd name="connsiteY562" fmla="*/ 497905 h 516882"/>
                <a:gd name="connsiteX563" fmla="*/ 7 w 421107"/>
                <a:gd name="connsiteY563" fmla="*/ 489977 h 516882"/>
                <a:gd name="connsiteX564" fmla="*/ 9 w 421107"/>
                <a:gd name="connsiteY564" fmla="*/ 476060 h 516882"/>
                <a:gd name="connsiteX565" fmla="*/ 12 w 421107"/>
                <a:gd name="connsiteY565" fmla="*/ 455367 h 516882"/>
                <a:gd name="connsiteX566" fmla="*/ 16 w 421107"/>
                <a:gd name="connsiteY566" fmla="*/ 420561 h 516882"/>
                <a:gd name="connsiteX567" fmla="*/ 26 w 421107"/>
                <a:gd name="connsiteY567" fmla="*/ 386082 h 516882"/>
                <a:gd name="connsiteX568" fmla="*/ 26 w 421107"/>
                <a:gd name="connsiteY568" fmla="*/ 383919 h 516882"/>
                <a:gd name="connsiteX569" fmla="*/ 26 w 421107"/>
                <a:gd name="connsiteY569" fmla="*/ 375228 h 516882"/>
                <a:gd name="connsiteX570" fmla="*/ 44 w 421107"/>
                <a:gd name="connsiteY570" fmla="*/ 293628 h 516882"/>
                <a:gd name="connsiteX571" fmla="*/ 59 w 421107"/>
                <a:gd name="connsiteY571" fmla="*/ 221062 h 516882"/>
                <a:gd name="connsiteX572" fmla="*/ 58 w 421107"/>
                <a:gd name="connsiteY572" fmla="*/ 216402 h 516882"/>
                <a:gd name="connsiteX573" fmla="*/ 58 w 421107"/>
                <a:gd name="connsiteY573" fmla="*/ 214076 h 516882"/>
                <a:gd name="connsiteX574" fmla="*/ 58 w 421107"/>
                <a:gd name="connsiteY574" fmla="*/ 202482 h 516882"/>
                <a:gd name="connsiteX575" fmla="*/ 58 w 421107"/>
                <a:gd name="connsiteY575" fmla="*/ 200172 h 516882"/>
                <a:gd name="connsiteX576" fmla="*/ 66 w 421107"/>
                <a:gd name="connsiteY576" fmla="*/ 139615 h 516882"/>
                <a:gd name="connsiteX577" fmla="*/ 66 w 421107"/>
                <a:gd name="connsiteY577" fmla="*/ 137440 h 516882"/>
                <a:gd name="connsiteX578" fmla="*/ 68 w 421107"/>
                <a:gd name="connsiteY578" fmla="*/ 128782 h 516882"/>
                <a:gd name="connsiteX579" fmla="*/ 72 w 421107"/>
                <a:gd name="connsiteY579" fmla="*/ 98605 h 516882"/>
                <a:gd name="connsiteX580" fmla="*/ 83 w 421107"/>
                <a:gd name="connsiteY580" fmla="*/ 59724 h 516882"/>
                <a:gd name="connsiteX581" fmla="*/ 87 w 421107"/>
                <a:gd name="connsiteY581" fmla="*/ 39141 h 516882"/>
                <a:gd name="connsiteX582" fmla="*/ 93 w 421107"/>
                <a:gd name="connsiteY582" fmla="*/ 25418 h 516882"/>
                <a:gd name="connsiteX583" fmla="*/ 95 w 421107"/>
                <a:gd name="connsiteY583" fmla="*/ 17582 h 516882"/>
                <a:gd name="connsiteX584" fmla="*/ 101 w 421107"/>
                <a:gd name="connsiteY584" fmla="*/ 9169 h 516882"/>
                <a:gd name="connsiteX585" fmla="*/ 96 w 421107"/>
                <a:gd name="connsiteY585" fmla="*/ 6673 h 516882"/>
                <a:gd name="connsiteX586" fmla="*/ 102 w 421107"/>
                <a:gd name="connsiteY586" fmla="*/ 4431 h 516882"/>
                <a:gd name="connsiteX587" fmla="*/ 103 w 421107"/>
                <a:gd name="connsiteY587" fmla="*/ 2485 h 516882"/>
                <a:gd name="connsiteX588" fmla="*/ 5421 w 421107"/>
                <a:gd name="connsiteY588" fmla="*/ 192 h 516882"/>
                <a:gd name="connsiteX589" fmla="*/ 7397 w 421107"/>
                <a:gd name="connsiteY589" fmla="*/ 196 h 516882"/>
                <a:gd name="connsiteX590" fmla="*/ 9484 w 421107"/>
                <a:gd name="connsiteY590" fmla="*/ 191 h 516882"/>
                <a:gd name="connsiteX591" fmla="*/ 16501 w 421107"/>
                <a:gd name="connsiteY591" fmla="*/ 189 h 516882"/>
                <a:gd name="connsiteX592" fmla="*/ 21546 w 421107"/>
                <a:gd name="connsiteY592" fmla="*/ 183 h 516882"/>
                <a:gd name="connsiteX593" fmla="*/ 35481 w 421107"/>
                <a:gd name="connsiteY593" fmla="*/ 175 h 516882"/>
                <a:gd name="connsiteX594" fmla="*/ 48943 w 421107"/>
                <a:gd name="connsiteY594" fmla="*/ 164 h 516882"/>
                <a:gd name="connsiteX595" fmla="*/ 85025 w 421107"/>
                <a:gd name="connsiteY595" fmla="*/ 144 h 516882"/>
                <a:gd name="connsiteX596" fmla="*/ 102082 w 421107"/>
                <a:gd name="connsiteY596" fmla="*/ 137 h 516882"/>
                <a:gd name="connsiteX597" fmla="*/ 160432 w 421107"/>
                <a:gd name="connsiteY597" fmla="*/ 117 h 516882"/>
                <a:gd name="connsiteX598" fmla="*/ 164097 w 421107"/>
                <a:gd name="connsiteY598" fmla="*/ 116 h 516882"/>
                <a:gd name="connsiteX599" fmla="*/ 167770 w 421107"/>
                <a:gd name="connsiteY599" fmla="*/ 116 h 516882"/>
                <a:gd name="connsiteX600" fmla="*/ 175141 w 421107"/>
                <a:gd name="connsiteY600" fmla="*/ 115 h 516882"/>
                <a:gd name="connsiteX601" fmla="*/ 176987 w 421107"/>
                <a:gd name="connsiteY601" fmla="*/ 115 h 516882"/>
                <a:gd name="connsiteX602" fmla="*/ 236277 w 421107"/>
                <a:gd name="connsiteY602" fmla="*/ 83 h 516882"/>
                <a:gd name="connsiteX603" fmla="*/ 298911 w 421107"/>
                <a:gd name="connsiteY603" fmla="*/ 53 h 516882"/>
                <a:gd name="connsiteX604" fmla="*/ 305780 w 421107"/>
                <a:gd name="connsiteY604" fmla="*/ 53 h 516882"/>
                <a:gd name="connsiteX605" fmla="*/ 307489 w 421107"/>
                <a:gd name="connsiteY605" fmla="*/ 53 h 516882"/>
                <a:gd name="connsiteX606" fmla="*/ 334766 w 421107"/>
                <a:gd name="connsiteY606" fmla="*/ 33 h 516882"/>
                <a:gd name="connsiteX607" fmla="*/ 362157 w 421107"/>
                <a:gd name="connsiteY607" fmla="*/ 26 h 516882"/>
                <a:gd name="connsiteX608" fmla="*/ 377009 w 421107"/>
                <a:gd name="connsiteY608" fmla="*/ 18 h 516882"/>
                <a:gd name="connsiteX609" fmla="*/ 390585 w 421107"/>
                <a:gd name="connsiteY609" fmla="*/ 18 h 516882"/>
                <a:gd name="connsiteX610" fmla="*/ 395517 w 421107"/>
                <a:gd name="connsiteY610" fmla="*/ 11 h 516882"/>
                <a:gd name="connsiteX611" fmla="*/ 402180 w 421107"/>
                <a:gd name="connsiteY611" fmla="*/ 17 h 516882"/>
                <a:gd name="connsiteX612" fmla="*/ 404150 w 421107"/>
                <a:gd name="connsiteY612" fmla="*/ 0 h 51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Lst>
              <a:rect l="l" t="t" r="r" b="b"/>
              <a:pathLst>
                <a:path w="421107" h="516882">
                  <a:moveTo>
                    <a:pt x="241615" y="356471"/>
                  </a:moveTo>
                  <a:cubicBezTo>
                    <a:pt x="238775" y="356471"/>
                    <a:pt x="238775" y="356471"/>
                    <a:pt x="238220" y="359494"/>
                  </a:cubicBezTo>
                  <a:cubicBezTo>
                    <a:pt x="238109" y="360237"/>
                    <a:pt x="238002" y="360959"/>
                    <a:pt x="237894" y="361680"/>
                  </a:cubicBezTo>
                  <a:cubicBezTo>
                    <a:pt x="237388" y="361680"/>
                    <a:pt x="236897" y="361680"/>
                    <a:pt x="236406" y="361680"/>
                  </a:cubicBezTo>
                  <a:cubicBezTo>
                    <a:pt x="235842" y="362596"/>
                    <a:pt x="235842" y="362596"/>
                    <a:pt x="235290" y="363494"/>
                  </a:cubicBezTo>
                  <a:cubicBezTo>
                    <a:pt x="234726" y="364457"/>
                    <a:pt x="234726" y="364457"/>
                    <a:pt x="234174" y="365401"/>
                  </a:cubicBezTo>
                  <a:cubicBezTo>
                    <a:pt x="233668" y="365654"/>
                    <a:pt x="233176" y="365899"/>
                    <a:pt x="232685" y="366145"/>
                  </a:cubicBezTo>
                  <a:cubicBezTo>
                    <a:pt x="232444" y="367139"/>
                    <a:pt x="232197" y="368131"/>
                    <a:pt x="231941" y="369121"/>
                  </a:cubicBezTo>
                  <a:cubicBezTo>
                    <a:pt x="231435" y="369121"/>
                    <a:pt x="230944" y="369121"/>
                    <a:pt x="230453" y="369121"/>
                  </a:cubicBezTo>
                  <a:cubicBezTo>
                    <a:pt x="230200" y="369754"/>
                    <a:pt x="229954" y="370368"/>
                    <a:pt x="229709" y="370982"/>
                  </a:cubicBezTo>
                  <a:cubicBezTo>
                    <a:pt x="229456" y="371614"/>
                    <a:pt x="229210" y="372228"/>
                    <a:pt x="228965" y="372842"/>
                  </a:cubicBezTo>
                  <a:cubicBezTo>
                    <a:pt x="228459" y="372842"/>
                    <a:pt x="227967" y="372842"/>
                    <a:pt x="227476" y="372842"/>
                  </a:cubicBezTo>
                  <a:cubicBezTo>
                    <a:pt x="227251" y="373840"/>
                    <a:pt x="227001" y="374832"/>
                    <a:pt x="226732" y="375819"/>
                  </a:cubicBezTo>
                  <a:cubicBezTo>
                    <a:pt x="225973" y="376072"/>
                    <a:pt x="225236" y="376317"/>
                    <a:pt x="224500" y="376563"/>
                  </a:cubicBezTo>
                  <a:cubicBezTo>
                    <a:pt x="224357" y="377085"/>
                    <a:pt x="224219" y="377591"/>
                    <a:pt x="224081" y="378098"/>
                  </a:cubicBezTo>
                  <a:cubicBezTo>
                    <a:pt x="223970" y="378588"/>
                    <a:pt x="223863" y="379064"/>
                    <a:pt x="223756" y="379539"/>
                  </a:cubicBezTo>
                  <a:cubicBezTo>
                    <a:pt x="223250" y="379539"/>
                    <a:pt x="222758" y="379539"/>
                    <a:pt x="222267" y="379539"/>
                  </a:cubicBezTo>
                  <a:cubicBezTo>
                    <a:pt x="221798" y="380790"/>
                    <a:pt x="221301" y="382031"/>
                    <a:pt x="220779" y="383260"/>
                  </a:cubicBezTo>
                  <a:cubicBezTo>
                    <a:pt x="220020" y="383260"/>
                    <a:pt x="219283" y="383260"/>
                    <a:pt x="218547" y="383260"/>
                  </a:cubicBezTo>
                  <a:cubicBezTo>
                    <a:pt x="217418" y="385517"/>
                    <a:pt x="215833" y="387411"/>
                    <a:pt x="214082" y="389213"/>
                  </a:cubicBezTo>
                  <a:cubicBezTo>
                    <a:pt x="213084" y="389698"/>
                    <a:pt x="212090" y="390191"/>
                    <a:pt x="211105" y="390701"/>
                  </a:cubicBezTo>
                  <a:cubicBezTo>
                    <a:pt x="211105" y="391713"/>
                    <a:pt x="211105" y="392696"/>
                    <a:pt x="211105" y="393678"/>
                  </a:cubicBezTo>
                  <a:cubicBezTo>
                    <a:pt x="210093" y="393678"/>
                    <a:pt x="209111" y="393678"/>
                    <a:pt x="208129" y="393678"/>
                  </a:cubicBezTo>
                  <a:cubicBezTo>
                    <a:pt x="208002" y="394168"/>
                    <a:pt x="207879" y="394644"/>
                    <a:pt x="207757" y="395120"/>
                  </a:cubicBezTo>
                  <a:cubicBezTo>
                    <a:pt x="207630" y="395642"/>
                    <a:pt x="207507" y="396148"/>
                    <a:pt x="207384" y="396655"/>
                  </a:cubicBezTo>
                  <a:cubicBezTo>
                    <a:pt x="206392" y="396903"/>
                    <a:pt x="205400" y="397151"/>
                    <a:pt x="204408" y="397399"/>
                  </a:cubicBezTo>
                  <a:cubicBezTo>
                    <a:pt x="204167" y="398393"/>
                    <a:pt x="203919" y="399385"/>
                    <a:pt x="203664" y="400375"/>
                  </a:cubicBezTo>
                  <a:cubicBezTo>
                    <a:pt x="202652" y="400375"/>
                    <a:pt x="201669" y="400375"/>
                    <a:pt x="200687" y="400375"/>
                  </a:cubicBezTo>
                  <a:cubicBezTo>
                    <a:pt x="200292" y="400865"/>
                    <a:pt x="199908" y="401341"/>
                    <a:pt x="199524" y="401817"/>
                  </a:cubicBezTo>
                  <a:cubicBezTo>
                    <a:pt x="199161" y="402339"/>
                    <a:pt x="198808" y="402845"/>
                    <a:pt x="198455" y="403352"/>
                  </a:cubicBezTo>
                  <a:cubicBezTo>
                    <a:pt x="197696" y="403605"/>
                    <a:pt x="196959" y="403850"/>
                    <a:pt x="196222" y="404096"/>
                  </a:cubicBezTo>
                  <a:cubicBezTo>
                    <a:pt x="195546" y="405634"/>
                    <a:pt x="195546" y="405634"/>
                    <a:pt x="194734" y="407073"/>
                  </a:cubicBezTo>
                  <a:cubicBezTo>
                    <a:pt x="193722" y="407073"/>
                    <a:pt x="192740" y="407073"/>
                    <a:pt x="191758" y="407073"/>
                  </a:cubicBezTo>
                  <a:cubicBezTo>
                    <a:pt x="191507" y="408945"/>
                    <a:pt x="191507" y="408945"/>
                    <a:pt x="191013" y="410793"/>
                  </a:cubicBezTo>
                  <a:cubicBezTo>
                    <a:pt x="190270" y="410809"/>
                    <a:pt x="189549" y="410824"/>
                    <a:pt x="188827" y="410840"/>
                  </a:cubicBezTo>
                  <a:cubicBezTo>
                    <a:pt x="188053" y="410824"/>
                    <a:pt x="187301" y="410809"/>
                    <a:pt x="186549" y="410793"/>
                  </a:cubicBezTo>
                  <a:cubicBezTo>
                    <a:pt x="186280" y="411283"/>
                    <a:pt x="186019" y="411759"/>
                    <a:pt x="185758" y="412235"/>
                  </a:cubicBezTo>
                  <a:cubicBezTo>
                    <a:pt x="185521" y="412757"/>
                    <a:pt x="185290" y="413263"/>
                    <a:pt x="185060" y="413770"/>
                  </a:cubicBezTo>
                  <a:cubicBezTo>
                    <a:pt x="183819" y="414012"/>
                    <a:pt x="182579" y="414260"/>
                    <a:pt x="181340" y="414514"/>
                  </a:cubicBezTo>
                  <a:cubicBezTo>
                    <a:pt x="181088" y="416017"/>
                    <a:pt x="181088" y="416017"/>
                    <a:pt x="180595" y="417491"/>
                  </a:cubicBezTo>
                  <a:cubicBezTo>
                    <a:pt x="179694" y="417680"/>
                    <a:pt x="178819" y="417864"/>
                    <a:pt x="177944" y="418049"/>
                  </a:cubicBezTo>
                  <a:cubicBezTo>
                    <a:pt x="177075" y="418112"/>
                    <a:pt x="176231" y="418173"/>
                    <a:pt x="175386" y="418235"/>
                  </a:cubicBezTo>
                  <a:cubicBezTo>
                    <a:pt x="175386" y="419247"/>
                    <a:pt x="175386" y="420229"/>
                    <a:pt x="175386" y="421211"/>
                  </a:cubicBezTo>
                  <a:cubicBezTo>
                    <a:pt x="173201" y="421025"/>
                    <a:pt x="173201" y="421025"/>
                    <a:pt x="170922" y="421211"/>
                  </a:cubicBezTo>
                  <a:cubicBezTo>
                    <a:pt x="170696" y="422209"/>
                    <a:pt x="170447" y="423201"/>
                    <a:pt x="170177" y="424188"/>
                  </a:cubicBezTo>
                  <a:cubicBezTo>
                    <a:pt x="169292" y="424330"/>
                    <a:pt x="168432" y="424468"/>
                    <a:pt x="167573" y="424606"/>
                  </a:cubicBezTo>
                  <a:cubicBezTo>
                    <a:pt x="166258" y="424771"/>
                    <a:pt x="166258" y="424771"/>
                    <a:pt x="164968" y="424932"/>
                  </a:cubicBezTo>
                  <a:cubicBezTo>
                    <a:pt x="164593" y="426059"/>
                    <a:pt x="164593" y="426059"/>
                    <a:pt x="164224" y="427164"/>
                  </a:cubicBezTo>
                  <a:cubicBezTo>
                    <a:pt x="162822" y="427651"/>
                    <a:pt x="162822" y="427651"/>
                    <a:pt x="161201" y="427862"/>
                  </a:cubicBezTo>
                  <a:cubicBezTo>
                    <a:pt x="159547" y="428115"/>
                    <a:pt x="159547" y="428115"/>
                    <a:pt x="158271" y="428653"/>
                  </a:cubicBezTo>
                  <a:cubicBezTo>
                    <a:pt x="158271" y="429665"/>
                    <a:pt x="158271" y="430647"/>
                    <a:pt x="158271" y="431629"/>
                  </a:cubicBezTo>
                  <a:cubicBezTo>
                    <a:pt x="157275" y="431582"/>
                    <a:pt x="156308" y="431536"/>
                    <a:pt x="155341" y="431490"/>
                  </a:cubicBezTo>
                  <a:cubicBezTo>
                    <a:pt x="153693" y="431411"/>
                    <a:pt x="153693" y="431411"/>
                    <a:pt x="152318" y="431629"/>
                  </a:cubicBezTo>
                  <a:cubicBezTo>
                    <a:pt x="151942" y="432757"/>
                    <a:pt x="151942" y="432757"/>
                    <a:pt x="151574" y="433862"/>
                  </a:cubicBezTo>
                  <a:cubicBezTo>
                    <a:pt x="150000" y="434350"/>
                    <a:pt x="150000" y="434350"/>
                    <a:pt x="148179" y="434559"/>
                  </a:cubicBezTo>
                  <a:cubicBezTo>
                    <a:pt x="146316" y="434812"/>
                    <a:pt x="146316" y="434812"/>
                    <a:pt x="144877" y="435350"/>
                  </a:cubicBezTo>
                  <a:cubicBezTo>
                    <a:pt x="144877" y="436362"/>
                    <a:pt x="144877" y="437344"/>
                    <a:pt x="144877" y="438326"/>
                  </a:cubicBezTo>
                  <a:cubicBezTo>
                    <a:pt x="143896" y="438279"/>
                    <a:pt x="142945" y="438233"/>
                    <a:pt x="141993" y="438187"/>
                  </a:cubicBezTo>
                  <a:cubicBezTo>
                    <a:pt x="140371" y="438108"/>
                    <a:pt x="140371" y="438108"/>
                    <a:pt x="138924" y="438326"/>
                  </a:cubicBezTo>
                  <a:cubicBezTo>
                    <a:pt x="138418" y="439085"/>
                    <a:pt x="137926" y="439822"/>
                    <a:pt x="137435" y="440559"/>
                  </a:cubicBezTo>
                  <a:cubicBezTo>
                    <a:pt x="136455" y="440701"/>
                    <a:pt x="135503" y="440839"/>
                    <a:pt x="134552" y="440977"/>
                  </a:cubicBezTo>
                  <a:cubicBezTo>
                    <a:pt x="130583" y="441343"/>
                    <a:pt x="128766" y="442596"/>
                    <a:pt x="125529" y="445024"/>
                  </a:cubicBezTo>
                  <a:cubicBezTo>
                    <a:pt x="196624" y="445024"/>
                    <a:pt x="265628" y="445024"/>
                    <a:pt x="334633" y="445024"/>
                  </a:cubicBezTo>
                  <a:cubicBezTo>
                    <a:pt x="334380" y="444265"/>
                    <a:pt x="334134" y="443528"/>
                    <a:pt x="333888" y="442791"/>
                  </a:cubicBezTo>
                  <a:cubicBezTo>
                    <a:pt x="332894" y="442550"/>
                    <a:pt x="331902" y="442303"/>
                    <a:pt x="330912" y="442047"/>
                  </a:cubicBezTo>
                  <a:cubicBezTo>
                    <a:pt x="330912" y="441288"/>
                    <a:pt x="330912" y="440551"/>
                    <a:pt x="330912" y="439815"/>
                  </a:cubicBezTo>
                  <a:cubicBezTo>
                    <a:pt x="330453" y="439453"/>
                    <a:pt x="330008" y="439102"/>
                    <a:pt x="329563" y="438751"/>
                  </a:cubicBezTo>
                  <a:cubicBezTo>
                    <a:pt x="327813" y="437495"/>
                    <a:pt x="326906" y="436285"/>
                    <a:pt x="325703" y="434513"/>
                  </a:cubicBezTo>
                  <a:cubicBezTo>
                    <a:pt x="324633" y="432926"/>
                    <a:pt x="324633" y="432926"/>
                    <a:pt x="323470" y="431629"/>
                  </a:cubicBezTo>
                  <a:cubicBezTo>
                    <a:pt x="322473" y="431405"/>
                    <a:pt x="321479" y="431161"/>
                    <a:pt x="320494" y="430885"/>
                  </a:cubicBezTo>
                  <a:cubicBezTo>
                    <a:pt x="320494" y="429873"/>
                    <a:pt x="320494" y="428891"/>
                    <a:pt x="320494" y="427908"/>
                  </a:cubicBezTo>
                  <a:cubicBezTo>
                    <a:pt x="319988" y="427766"/>
                    <a:pt x="319497" y="427628"/>
                    <a:pt x="319006" y="427490"/>
                  </a:cubicBezTo>
                  <a:cubicBezTo>
                    <a:pt x="318500" y="427379"/>
                    <a:pt x="318008" y="427272"/>
                    <a:pt x="317517" y="427164"/>
                  </a:cubicBezTo>
                  <a:cubicBezTo>
                    <a:pt x="317517" y="426405"/>
                    <a:pt x="317517" y="425669"/>
                    <a:pt x="317517" y="424932"/>
                  </a:cubicBezTo>
                  <a:cubicBezTo>
                    <a:pt x="316758" y="424679"/>
                    <a:pt x="316022" y="424433"/>
                    <a:pt x="315285" y="424188"/>
                  </a:cubicBezTo>
                  <a:cubicBezTo>
                    <a:pt x="314533" y="423060"/>
                    <a:pt x="314533" y="423060"/>
                    <a:pt x="313797" y="421955"/>
                  </a:cubicBezTo>
                  <a:cubicBezTo>
                    <a:pt x="311482" y="420412"/>
                    <a:pt x="309732" y="418784"/>
                    <a:pt x="307843" y="416746"/>
                  </a:cubicBezTo>
                  <a:cubicBezTo>
                    <a:pt x="307590" y="415987"/>
                    <a:pt x="307345" y="415251"/>
                    <a:pt x="307099" y="414514"/>
                  </a:cubicBezTo>
                  <a:cubicBezTo>
                    <a:pt x="306105" y="414273"/>
                    <a:pt x="305113" y="414025"/>
                    <a:pt x="304123" y="413770"/>
                  </a:cubicBezTo>
                  <a:cubicBezTo>
                    <a:pt x="304123" y="413011"/>
                    <a:pt x="304123" y="412274"/>
                    <a:pt x="304123" y="411537"/>
                  </a:cubicBezTo>
                  <a:cubicBezTo>
                    <a:pt x="303490" y="411411"/>
                    <a:pt x="302876" y="411288"/>
                    <a:pt x="302262" y="411165"/>
                  </a:cubicBezTo>
                  <a:cubicBezTo>
                    <a:pt x="301630" y="411039"/>
                    <a:pt x="301016" y="410916"/>
                    <a:pt x="300402" y="410793"/>
                  </a:cubicBezTo>
                  <a:cubicBezTo>
                    <a:pt x="300402" y="410034"/>
                    <a:pt x="300402" y="409298"/>
                    <a:pt x="300402" y="408561"/>
                  </a:cubicBezTo>
                  <a:cubicBezTo>
                    <a:pt x="299155" y="408081"/>
                    <a:pt x="297915" y="407584"/>
                    <a:pt x="296681" y="407073"/>
                  </a:cubicBezTo>
                  <a:cubicBezTo>
                    <a:pt x="296539" y="406551"/>
                    <a:pt x="296401" y="406044"/>
                    <a:pt x="296263" y="405538"/>
                  </a:cubicBezTo>
                  <a:cubicBezTo>
                    <a:pt x="296098" y="404810"/>
                    <a:pt x="296098" y="404810"/>
                    <a:pt x="295937" y="404096"/>
                  </a:cubicBezTo>
                  <a:cubicBezTo>
                    <a:pt x="295415" y="403954"/>
                    <a:pt x="294909" y="403816"/>
                    <a:pt x="294402" y="403677"/>
                  </a:cubicBezTo>
                  <a:cubicBezTo>
                    <a:pt x="293912" y="403567"/>
                    <a:pt x="293436" y="403459"/>
                    <a:pt x="292961" y="403352"/>
                  </a:cubicBezTo>
                  <a:cubicBezTo>
                    <a:pt x="292961" y="402593"/>
                    <a:pt x="292961" y="401856"/>
                    <a:pt x="292961" y="401119"/>
                  </a:cubicBezTo>
                  <a:cubicBezTo>
                    <a:pt x="292328" y="400993"/>
                    <a:pt x="291714" y="400870"/>
                    <a:pt x="291100" y="400747"/>
                  </a:cubicBezTo>
                  <a:cubicBezTo>
                    <a:pt x="290468" y="400621"/>
                    <a:pt x="289854" y="400498"/>
                    <a:pt x="289240" y="400375"/>
                  </a:cubicBezTo>
                  <a:cubicBezTo>
                    <a:pt x="289240" y="399616"/>
                    <a:pt x="289240" y="398880"/>
                    <a:pt x="289240" y="398143"/>
                  </a:cubicBezTo>
                  <a:cubicBezTo>
                    <a:pt x="288607" y="397890"/>
                    <a:pt x="287994" y="397644"/>
                    <a:pt x="287380" y="397399"/>
                  </a:cubicBezTo>
                  <a:cubicBezTo>
                    <a:pt x="286747" y="397146"/>
                    <a:pt x="286133" y="396900"/>
                    <a:pt x="285519" y="396655"/>
                  </a:cubicBezTo>
                  <a:cubicBezTo>
                    <a:pt x="285519" y="395896"/>
                    <a:pt x="285519" y="395159"/>
                    <a:pt x="285519" y="394422"/>
                  </a:cubicBezTo>
                  <a:cubicBezTo>
                    <a:pt x="284522" y="394197"/>
                    <a:pt x="283529" y="393947"/>
                    <a:pt x="282543" y="393678"/>
                  </a:cubicBezTo>
                  <a:cubicBezTo>
                    <a:pt x="282264" y="392190"/>
                    <a:pt x="282264" y="392190"/>
                    <a:pt x="281799" y="390701"/>
                  </a:cubicBezTo>
                  <a:cubicBezTo>
                    <a:pt x="281024" y="390512"/>
                    <a:pt x="280272" y="390328"/>
                    <a:pt x="279520" y="390143"/>
                  </a:cubicBezTo>
                  <a:cubicBezTo>
                    <a:pt x="278776" y="390080"/>
                    <a:pt x="278055" y="390019"/>
                    <a:pt x="277334" y="389957"/>
                  </a:cubicBezTo>
                  <a:cubicBezTo>
                    <a:pt x="277334" y="389198"/>
                    <a:pt x="277334" y="388462"/>
                    <a:pt x="277334" y="387725"/>
                  </a:cubicBezTo>
                  <a:cubicBezTo>
                    <a:pt x="275662" y="385775"/>
                    <a:pt x="274459" y="384239"/>
                    <a:pt x="271939" y="383539"/>
                  </a:cubicBezTo>
                  <a:cubicBezTo>
                    <a:pt x="271496" y="383444"/>
                    <a:pt x="271066" y="383352"/>
                    <a:pt x="270636" y="383260"/>
                  </a:cubicBezTo>
                  <a:cubicBezTo>
                    <a:pt x="270383" y="382501"/>
                    <a:pt x="270138" y="381764"/>
                    <a:pt x="269892" y="381028"/>
                  </a:cubicBezTo>
                  <a:cubicBezTo>
                    <a:pt x="268648" y="380542"/>
                    <a:pt x="267407" y="380046"/>
                    <a:pt x="266172" y="379539"/>
                  </a:cubicBezTo>
                  <a:cubicBezTo>
                    <a:pt x="266172" y="378780"/>
                    <a:pt x="266172" y="378044"/>
                    <a:pt x="266172" y="377307"/>
                  </a:cubicBezTo>
                  <a:cubicBezTo>
                    <a:pt x="265539" y="377180"/>
                    <a:pt x="264925" y="377058"/>
                    <a:pt x="264311" y="376935"/>
                  </a:cubicBezTo>
                  <a:cubicBezTo>
                    <a:pt x="263679" y="376808"/>
                    <a:pt x="263065" y="376686"/>
                    <a:pt x="262451" y="376563"/>
                  </a:cubicBezTo>
                  <a:cubicBezTo>
                    <a:pt x="262451" y="375804"/>
                    <a:pt x="262451" y="375067"/>
                    <a:pt x="262451" y="374330"/>
                  </a:cubicBezTo>
                  <a:cubicBezTo>
                    <a:pt x="261692" y="374077"/>
                    <a:pt x="260955" y="373832"/>
                    <a:pt x="260218" y="373586"/>
                  </a:cubicBezTo>
                  <a:cubicBezTo>
                    <a:pt x="259459" y="373333"/>
                    <a:pt x="258723" y="373088"/>
                    <a:pt x="257986" y="372842"/>
                  </a:cubicBezTo>
                  <a:cubicBezTo>
                    <a:pt x="257986" y="372083"/>
                    <a:pt x="257986" y="371346"/>
                    <a:pt x="257986" y="370610"/>
                  </a:cubicBezTo>
                  <a:cubicBezTo>
                    <a:pt x="256740" y="370392"/>
                    <a:pt x="255499" y="370143"/>
                    <a:pt x="254265" y="369866"/>
                  </a:cubicBezTo>
                  <a:cubicBezTo>
                    <a:pt x="254265" y="368853"/>
                    <a:pt x="254265" y="367871"/>
                    <a:pt x="254265" y="366889"/>
                  </a:cubicBezTo>
                  <a:cubicBezTo>
                    <a:pt x="252747" y="366636"/>
                    <a:pt x="251274" y="366390"/>
                    <a:pt x="249800" y="366145"/>
                  </a:cubicBezTo>
                  <a:cubicBezTo>
                    <a:pt x="249800" y="365133"/>
                    <a:pt x="249800" y="364151"/>
                    <a:pt x="249800" y="363168"/>
                  </a:cubicBezTo>
                  <a:cubicBezTo>
                    <a:pt x="249310" y="363026"/>
                    <a:pt x="248835" y="362888"/>
                    <a:pt x="248359" y="362750"/>
                  </a:cubicBezTo>
                  <a:cubicBezTo>
                    <a:pt x="247837" y="362639"/>
                    <a:pt x="247330" y="362532"/>
                    <a:pt x="246824" y="362424"/>
                  </a:cubicBezTo>
                  <a:cubicBezTo>
                    <a:pt x="246571" y="361665"/>
                    <a:pt x="246325" y="360928"/>
                    <a:pt x="246080" y="360192"/>
                  </a:cubicBezTo>
                  <a:cubicBezTo>
                    <a:pt x="245305" y="360018"/>
                    <a:pt x="244553" y="359849"/>
                    <a:pt x="243801" y="359680"/>
                  </a:cubicBezTo>
                  <a:cubicBezTo>
                    <a:pt x="243058" y="359601"/>
                    <a:pt x="242336" y="359524"/>
                    <a:pt x="241615" y="359448"/>
                  </a:cubicBezTo>
                  <a:cubicBezTo>
                    <a:pt x="241615" y="358436"/>
                    <a:pt x="241615" y="357453"/>
                    <a:pt x="241615" y="356471"/>
                  </a:cubicBezTo>
                  <a:close/>
                  <a:moveTo>
                    <a:pt x="60546" y="74063"/>
                  </a:moveTo>
                  <a:cubicBezTo>
                    <a:pt x="59796" y="76311"/>
                    <a:pt x="59711" y="78159"/>
                    <a:pt x="59703" y="80511"/>
                  </a:cubicBezTo>
                  <a:cubicBezTo>
                    <a:pt x="59705" y="81107"/>
                    <a:pt x="59706" y="81687"/>
                    <a:pt x="59708" y="82266"/>
                  </a:cubicBezTo>
                  <a:cubicBezTo>
                    <a:pt x="59705" y="84253"/>
                    <a:pt x="59702" y="86241"/>
                    <a:pt x="59704" y="88229"/>
                  </a:cubicBezTo>
                  <a:cubicBezTo>
                    <a:pt x="59706" y="89698"/>
                    <a:pt x="59707" y="91168"/>
                    <a:pt x="59706" y="92638"/>
                  </a:cubicBezTo>
                  <a:cubicBezTo>
                    <a:pt x="59702" y="96686"/>
                    <a:pt x="59701" y="100734"/>
                    <a:pt x="59703" y="104782"/>
                  </a:cubicBezTo>
                  <a:cubicBezTo>
                    <a:pt x="59705" y="109210"/>
                    <a:pt x="59705" y="113639"/>
                    <a:pt x="59703" y="118067"/>
                  </a:cubicBezTo>
                  <a:cubicBezTo>
                    <a:pt x="59699" y="126739"/>
                    <a:pt x="59698" y="135411"/>
                    <a:pt x="59700" y="144083"/>
                  </a:cubicBezTo>
                  <a:cubicBezTo>
                    <a:pt x="59702" y="151713"/>
                    <a:pt x="59703" y="159343"/>
                    <a:pt x="59702" y="166974"/>
                  </a:cubicBezTo>
                  <a:cubicBezTo>
                    <a:pt x="59702" y="167494"/>
                    <a:pt x="59702" y="167998"/>
                    <a:pt x="59702" y="168503"/>
                  </a:cubicBezTo>
                  <a:cubicBezTo>
                    <a:pt x="59702" y="170552"/>
                    <a:pt x="59702" y="172602"/>
                    <a:pt x="59701" y="174652"/>
                  </a:cubicBezTo>
                  <a:cubicBezTo>
                    <a:pt x="59699" y="193889"/>
                    <a:pt x="59701" y="213126"/>
                    <a:pt x="59705" y="232364"/>
                  </a:cubicBezTo>
                  <a:cubicBezTo>
                    <a:pt x="59708" y="249494"/>
                    <a:pt x="59708" y="266625"/>
                    <a:pt x="59705" y="283755"/>
                  </a:cubicBezTo>
                  <a:cubicBezTo>
                    <a:pt x="59701" y="303026"/>
                    <a:pt x="59699" y="322297"/>
                    <a:pt x="59701" y="341567"/>
                  </a:cubicBezTo>
                  <a:cubicBezTo>
                    <a:pt x="59701" y="343621"/>
                    <a:pt x="59702" y="345675"/>
                    <a:pt x="59702" y="347729"/>
                  </a:cubicBezTo>
                  <a:cubicBezTo>
                    <a:pt x="59702" y="348250"/>
                    <a:pt x="59702" y="348756"/>
                    <a:pt x="59702" y="349262"/>
                  </a:cubicBezTo>
                  <a:cubicBezTo>
                    <a:pt x="59703" y="356895"/>
                    <a:pt x="59702" y="364527"/>
                    <a:pt x="59701" y="372160"/>
                  </a:cubicBezTo>
                  <a:cubicBezTo>
                    <a:pt x="59699" y="380424"/>
                    <a:pt x="59698" y="388688"/>
                    <a:pt x="59701" y="396952"/>
                  </a:cubicBezTo>
                  <a:cubicBezTo>
                    <a:pt x="59703" y="401428"/>
                    <a:pt x="59706" y="405904"/>
                    <a:pt x="59704" y="410380"/>
                  </a:cubicBezTo>
                  <a:cubicBezTo>
                    <a:pt x="59702" y="414533"/>
                    <a:pt x="59701" y="418686"/>
                    <a:pt x="59704" y="422839"/>
                  </a:cubicBezTo>
                  <a:cubicBezTo>
                    <a:pt x="59705" y="424348"/>
                    <a:pt x="59706" y="425856"/>
                    <a:pt x="59707" y="427365"/>
                  </a:cubicBezTo>
                  <a:cubicBezTo>
                    <a:pt x="59705" y="429453"/>
                    <a:pt x="59702" y="431542"/>
                    <a:pt x="59705" y="433630"/>
                  </a:cubicBezTo>
                  <a:cubicBezTo>
                    <a:pt x="59706" y="434580"/>
                    <a:pt x="59706" y="434580"/>
                    <a:pt x="59708" y="435511"/>
                  </a:cubicBezTo>
                  <a:cubicBezTo>
                    <a:pt x="59698" y="438934"/>
                    <a:pt x="59868" y="442001"/>
                    <a:pt x="60546" y="445389"/>
                  </a:cubicBezTo>
                  <a:cubicBezTo>
                    <a:pt x="76738" y="445136"/>
                    <a:pt x="92455" y="444891"/>
                    <a:pt x="108171" y="444645"/>
                  </a:cubicBezTo>
                  <a:cubicBezTo>
                    <a:pt x="107665" y="443380"/>
                    <a:pt x="107174" y="442152"/>
                    <a:pt x="106682" y="440924"/>
                  </a:cubicBezTo>
                  <a:cubicBezTo>
                    <a:pt x="105923" y="440671"/>
                    <a:pt x="105187" y="440426"/>
                    <a:pt x="104450" y="440180"/>
                  </a:cubicBezTo>
                  <a:cubicBezTo>
                    <a:pt x="104276" y="439279"/>
                    <a:pt x="104107" y="438404"/>
                    <a:pt x="103938" y="437529"/>
                  </a:cubicBezTo>
                  <a:cubicBezTo>
                    <a:pt x="103859" y="436659"/>
                    <a:pt x="103783" y="435815"/>
                    <a:pt x="103706" y="434971"/>
                  </a:cubicBezTo>
                  <a:cubicBezTo>
                    <a:pt x="102947" y="434971"/>
                    <a:pt x="102210" y="434971"/>
                    <a:pt x="101474" y="434971"/>
                  </a:cubicBezTo>
                  <a:cubicBezTo>
                    <a:pt x="101474" y="433453"/>
                    <a:pt x="101474" y="431980"/>
                    <a:pt x="101474" y="430506"/>
                  </a:cubicBezTo>
                  <a:cubicBezTo>
                    <a:pt x="100714" y="430506"/>
                    <a:pt x="99978" y="430506"/>
                    <a:pt x="99241" y="430506"/>
                  </a:cubicBezTo>
                  <a:cubicBezTo>
                    <a:pt x="99099" y="429890"/>
                    <a:pt x="98961" y="429291"/>
                    <a:pt x="98823" y="428692"/>
                  </a:cubicBezTo>
                  <a:cubicBezTo>
                    <a:pt x="98658" y="427730"/>
                    <a:pt x="98658" y="427730"/>
                    <a:pt x="98497" y="426786"/>
                  </a:cubicBezTo>
                  <a:cubicBezTo>
                    <a:pt x="97991" y="426533"/>
                    <a:pt x="97500" y="426287"/>
                    <a:pt x="97009" y="426041"/>
                  </a:cubicBezTo>
                  <a:cubicBezTo>
                    <a:pt x="96540" y="424791"/>
                    <a:pt x="96043" y="423550"/>
                    <a:pt x="95520" y="422321"/>
                  </a:cubicBezTo>
                  <a:cubicBezTo>
                    <a:pt x="94761" y="422068"/>
                    <a:pt x="94025" y="421822"/>
                    <a:pt x="93288" y="421577"/>
                  </a:cubicBezTo>
                  <a:cubicBezTo>
                    <a:pt x="93046" y="420335"/>
                    <a:pt x="92798" y="419095"/>
                    <a:pt x="92544" y="417856"/>
                  </a:cubicBezTo>
                  <a:cubicBezTo>
                    <a:pt x="91785" y="417856"/>
                    <a:pt x="91048" y="417856"/>
                    <a:pt x="90311" y="417856"/>
                  </a:cubicBezTo>
                  <a:cubicBezTo>
                    <a:pt x="90451" y="416042"/>
                    <a:pt x="90451" y="416042"/>
                    <a:pt x="90311" y="414135"/>
                  </a:cubicBezTo>
                  <a:cubicBezTo>
                    <a:pt x="89552" y="413882"/>
                    <a:pt x="88816" y="413637"/>
                    <a:pt x="88079" y="413391"/>
                  </a:cubicBezTo>
                  <a:cubicBezTo>
                    <a:pt x="88079" y="411159"/>
                    <a:pt x="88079" y="411159"/>
                    <a:pt x="87009" y="410042"/>
                  </a:cubicBezTo>
                  <a:cubicBezTo>
                    <a:pt x="86422" y="409479"/>
                    <a:pt x="86422" y="409479"/>
                    <a:pt x="85847" y="408926"/>
                  </a:cubicBezTo>
                  <a:cubicBezTo>
                    <a:pt x="85471" y="407799"/>
                    <a:pt x="85471" y="407799"/>
                    <a:pt x="85102" y="406694"/>
                  </a:cubicBezTo>
                  <a:cubicBezTo>
                    <a:pt x="84343" y="406694"/>
                    <a:pt x="83607" y="406694"/>
                    <a:pt x="82870" y="406694"/>
                  </a:cubicBezTo>
                  <a:cubicBezTo>
                    <a:pt x="82870" y="405935"/>
                    <a:pt x="82870" y="405198"/>
                    <a:pt x="82870" y="404461"/>
                  </a:cubicBezTo>
                  <a:cubicBezTo>
                    <a:pt x="82364" y="404208"/>
                    <a:pt x="81873" y="403963"/>
                    <a:pt x="81382" y="403717"/>
                  </a:cubicBezTo>
                  <a:cubicBezTo>
                    <a:pt x="80876" y="403464"/>
                    <a:pt x="80385" y="403219"/>
                    <a:pt x="79893" y="402973"/>
                  </a:cubicBezTo>
                  <a:cubicBezTo>
                    <a:pt x="79893" y="402214"/>
                    <a:pt x="79893" y="401477"/>
                    <a:pt x="79893" y="400741"/>
                  </a:cubicBezTo>
                  <a:cubicBezTo>
                    <a:pt x="78889" y="400270"/>
                    <a:pt x="77897" y="399773"/>
                    <a:pt x="76917" y="399252"/>
                  </a:cubicBezTo>
                  <a:cubicBezTo>
                    <a:pt x="76917" y="398240"/>
                    <a:pt x="76917" y="397258"/>
                    <a:pt x="76917" y="396276"/>
                  </a:cubicBezTo>
                  <a:cubicBezTo>
                    <a:pt x="75407" y="396084"/>
                    <a:pt x="75407" y="396084"/>
                    <a:pt x="73940" y="395532"/>
                  </a:cubicBezTo>
                  <a:cubicBezTo>
                    <a:pt x="73692" y="392896"/>
                    <a:pt x="73692" y="392896"/>
                    <a:pt x="73940" y="390323"/>
                  </a:cubicBezTo>
                  <a:cubicBezTo>
                    <a:pt x="74654" y="390336"/>
                    <a:pt x="74654" y="390336"/>
                    <a:pt x="75353" y="390349"/>
                  </a:cubicBezTo>
                  <a:cubicBezTo>
                    <a:pt x="75980" y="390356"/>
                    <a:pt x="76588" y="390363"/>
                    <a:pt x="77196" y="390369"/>
                  </a:cubicBezTo>
                  <a:cubicBezTo>
                    <a:pt x="79187" y="390398"/>
                    <a:pt x="80336" y="390474"/>
                    <a:pt x="82126" y="389579"/>
                  </a:cubicBezTo>
                  <a:cubicBezTo>
                    <a:pt x="82254" y="388031"/>
                    <a:pt x="82254" y="388031"/>
                    <a:pt x="82870" y="386602"/>
                  </a:cubicBezTo>
                  <a:cubicBezTo>
                    <a:pt x="83867" y="386495"/>
                    <a:pt x="83867" y="386495"/>
                    <a:pt x="84844" y="386390"/>
                  </a:cubicBezTo>
                  <a:cubicBezTo>
                    <a:pt x="87189" y="386549"/>
                    <a:pt x="89452" y="386730"/>
                    <a:pt x="91800" y="386602"/>
                  </a:cubicBezTo>
                  <a:cubicBezTo>
                    <a:pt x="92306" y="385843"/>
                    <a:pt x="92797" y="385106"/>
                    <a:pt x="93288" y="384370"/>
                  </a:cubicBezTo>
                  <a:cubicBezTo>
                    <a:pt x="95237" y="383857"/>
                    <a:pt x="95237" y="383857"/>
                    <a:pt x="97427" y="383625"/>
                  </a:cubicBezTo>
                  <a:cubicBezTo>
                    <a:pt x="99663" y="383346"/>
                    <a:pt x="99663" y="383346"/>
                    <a:pt x="101474" y="382881"/>
                  </a:cubicBezTo>
                  <a:cubicBezTo>
                    <a:pt x="101727" y="382122"/>
                    <a:pt x="101972" y="381386"/>
                    <a:pt x="102218" y="380649"/>
                  </a:cubicBezTo>
                  <a:cubicBezTo>
                    <a:pt x="102787" y="380564"/>
                    <a:pt x="103339" y="380481"/>
                    <a:pt x="103892" y="380399"/>
                  </a:cubicBezTo>
                  <a:cubicBezTo>
                    <a:pt x="105872" y="380371"/>
                    <a:pt x="107717" y="380298"/>
                    <a:pt x="109659" y="379905"/>
                  </a:cubicBezTo>
                  <a:cubicBezTo>
                    <a:pt x="109901" y="378663"/>
                    <a:pt x="110149" y="377423"/>
                    <a:pt x="110403" y="376184"/>
                  </a:cubicBezTo>
                  <a:cubicBezTo>
                    <a:pt x="112121" y="375974"/>
                    <a:pt x="112121" y="375974"/>
                    <a:pt x="114124" y="376091"/>
                  </a:cubicBezTo>
                  <a:cubicBezTo>
                    <a:pt x="116170" y="376271"/>
                    <a:pt x="116170" y="376271"/>
                    <a:pt x="117845" y="376184"/>
                  </a:cubicBezTo>
                  <a:cubicBezTo>
                    <a:pt x="118098" y="375425"/>
                    <a:pt x="118343" y="374688"/>
                    <a:pt x="118589" y="373952"/>
                  </a:cubicBezTo>
                  <a:cubicBezTo>
                    <a:pt x="119103" y="373794"/>
                    <a:pt x="119601" y="373640"/>
                    <a:pt x="120100" y="373487"/>
                  </a:cubicBezTo>
                  <a:cubicBezTo>
                    <a:pt x="121876" y="373217"/>
                    <a:pt x="123568" y="372992"/>
                    <a:pt x="125286" y="372463"/>
                  </a:cubicBezTo>
                  <a:cubicBezTo>
                    <a:pt x="125539" y="371704"/>
                    <a:pt x="125785" y="370968"/>
                    <a:pt x="126030" y="370231"/>
                  </a:cubicBezTo>
                  <a:cubicBezTo>
                    <a:pt x="126489" y="370128"/>
                    <a:pt x="126934" y="370028"/>
                    <a:pt x="127379" y="369929"/>
                  </a:cubicBezTo>
                  <a:cubicBezTo>
                    <a:pt x="128961" y="369861"/>
                    <a:pt x="130436" y="369834"/>
                    <a:pt x="131983" y="369487"/>
                  </a:cubicBezTo>
                  <a:cubicBezTo>
                    <a:pt x="132236" y="368728"/>
                    <a:pt x="132482" y="367991"/>
                    <a:pt x="132727" y="367254"/>
                  </a:cubicBezTo>
                  <a:cubicBezTo>
                    <a:pt x="134220" y="367032"/>
                    <a:pt x="135708" y="366783"/>
                    <a:pt x="137192" y="366510"/>
                  </a:cubicBezTo>
                  <a:cubicBezTo>
                    <a:pt x="137445" y="366004"/>
                    <a:pt x="137691" y="365513"/>
                    <a:pt x="137936" y="365022"/>
                  </a:cubicBezTo>
                  <a:cubicBezTo>
                    <a:pt x="138189" y="364516"/>
                    <a:pt x="138435" y="364025"/>
                    <a:pt x="138681" y="363534"/>
                  </a:cubicBezTo>
                  <a:cubicBezTo>
                    <a:pt x="140174" y="363320"/>
                    <a:pt x="141663" y="363073"/>
                    <a:pt x="143145" y="362790"/>
                  </a:cubicBezTo>
                  <a:cubicBezTo>
                    <a:pt x="143474" y="361827"/>
                    <a:pt x="143474" y="361827"/>
                    <a:pt x="143797" y="360883"/>
                  </a:cubicBezTo>
                  <a:cubicBezTo>
                    <a:pt x="143828" y="360266"/>
                    <a:pt x="143859" y="359667"/>
                    <a:pt x="143890" y="359069"/>
                  </a:cubicBezTo>
                  <a:cubicBezTo>
                    <a:pt x="144396" y="359322"/>
                    <a:pt x="144887" y="359567"/>
                    <a:pt x="145378" y="359813"/>
                  </a:cubicBezTo>
                  <a:cubicBezTo>
                    <a:pt x="146913" y="359673"/>
                    <a:pt x="146913" y="359673"/>
                    <a:pt x="148354" y="359069"/>
                  </a:cubicBezTo>
                  <a:cubicBezTo>
                    <a:pt x="148599" y="357533"/>
                    <a:pt x="148599" y="357533"/>
                    <a:pt x="149099" y="356092"/>
                  </a:cubicBezTo>
                  <a:cubicBezTo>
                    <a:pt x="150586" y="356123"/>
                    <a:pt x="152075" y="356123"/>
                    <a:pt x="153563" y="356092"/>
                  </a:cubicBezTo>
                  <a:cubicBezTo>
                    <a:pt x="153690" y="355460"/>
                    <a:pt x="153813" y="354846"/>
                    <a:pt x="153935" y="354232"/>
                  </a:cubicBezTo>
                  <a:cubicBezTo>
                    <a:pt x="154062" y="353599"/>
                    <a:pt x="154185" y="352985"/>
                    <a:pt x="154307" y="352372"/>
                  </a:cubicBezTo>
                  <a:cubicBezTo>
                    <a:pt x="155082" y="352292"/>
                    <a:pt x="155834" y="352216"/>
                    <a:pt x="156586" y="352139"/>
                  </a:cubicBezTo>
                  <a:cubicBezTo>
                    <a:pt x="157330" y="352218"/>
                    <a:pt x="158051" y="352295"/>
                    <a:pt x="158772" y="352372"/>
                  </a:cubicBezTo>
                  <a:cubicBezTo>
                    <a:pt x="158772" y="351360"/>
                    <a:pt x="158772" y="350377"/>
                    <a:pt x="158772" y="349395"/>
                  </a:cubicBezTo>
                  <a:cubicBezTo>
                    <a:pt x="159784" y="349395"/>
                    <a:pt x="160767" y="349395"/>
                    <a:pt x="161749" y="349395"/>
                  </a:cubicBezTo>
                  <a:cubicBezTo>
                    <a:pt x="162232" y="348396"/>
                    <a:pt x="162729" y="347405"/>
                    <a:pt x="163237" y="346418"/>
                  </a:cubicBezTo>
                  <a:cubicBezTo>
                    <a:pt x="164480" y="346182"/>
                    <a:pt x="165720" y="345935"/>
                    <a:pt x="166958" y="345674"/>
                  </a:cubicBezTo>
                  <a:cubicBezTo>
                    <a:pt x="166958" y="344662"/>
                    <a:pt x="166958" y="343680"/>
                    <a:pt x="166958" y="342698"/>
                  </a:cubicBezTo>
                  <a:cubicBezTo>
                    <a:pt x="169190" y="342698"/>
                    <a:pt x="169190" y="342698"/>
                    <a:pt x="170307" y="341637"/>
                  </a:cubicBezTo>
                  <a:cubicBezTo>
                    <a:pt x="171761" y="339807"/>
                    <a:pt x="173176" y="337972"/>
                    <a:pt x="174824" y="336311"/>
                  </a:cubicBezTo>
                  <a:cubicBezTo>
                    <a:pt x="175185" y="335953"/>
                    <a:pt x="175536" y="335605"/>
                    <a:pt x="175888" y="335256"/>
                  </a:cubicBezTo>
                  <a:cubicBezTo>
                    <a:pt x="176872" y="334010"/>
                    <a:pt x="177865" y="332770"/>
                    <a:pt x="178864" y="331536"/>
                  </a:cubicBezTo>
                  <a:cubicBezTo>
                    <a:pt x="180119" y="330310"/>
                    <a:pt x="181361" y="329072"/>
                    <a:pt x="182585" y="327815"/>
                  </a:cubicBezTo>
                  <a:cubicBezTo>
                    <a:pt x="182838" y="327056"/>
                    <a:pt x="183083" y="326319"/>
                    <a:pt x="183329" y="325582"/>
                  </a:cubicBezTo>
                  <a:cubicBezTo>
                    <a:pt x="185257" y="324618"/>
                    <a:pt x="185257" y="324618"/>
                    <a:pt x="187794" y="319629"/>
                  </a:cubicBezTo>
                  <a:cubicBezTo>
                    <a:pt x="188257" y="318376"/>
                    <a:pt x="188743" y="317131"/>
                    <a:pt x="189282" y="315909"/>
                  </a:cubicBezTo>
                  <a:cubicBezTo>
                    <a:pt x="190041" y="315656"/>
                    <a:pt x="190778" y="315410"/>
                    <a:pt x="191515" y="315165"/>
                  </a:cubicBezTo>
                  <a:cubicBezTo>
                    <a:pt x="191562" y="314516"/>
                    <a:pt x="191608" y="313887"/>
                    <a:pt x="191654" y="313258"/>
                  </a:cubicBezTo>
                  <a:cubicBezTo>
                    <a:pt x="191607" y="312641"/>
                    <a:pt x="191561" y="312042"/>
                    <a:pt x="191515" y="311444"/>
                  </a:cubicBezTo>
                  <a:cubicBezTo>
                    <a:pt x="192021" y="311444"/>
                    <a:pt x="192512" y="311444"/>
                    <a:pt x="193003" y="311444"/>
                  </a:cubicBezTo>
                  <a:cubicBezTo>
                    <a:pt x="193382" y="310748"/>
                    <a:pt x="193751" y="310073"/>
                    <a:pt x="194119" y="309397"/>
                  </a:cubicBezTo>
                  <a:cubicBezTo>
                    <a:pt x="194683" y="308176"/>
                    <a:pt x="194683" y="308176"/>
                    <a:pt x="195235" y="306979"/>
                  </a:cubicBezTo>
                  <a:cubicBezTo>
                    <a:pt x="195741" y="305967"/>
                    <a:pt x="196232" y="304985"/>
                    <a:pt x="196724" y="304002"/>
                  </a:cubicBezTo>
                  <a:cubicBezTo>
                    <a:pt x="155230" y="304002"/>
                    <a:pt x="114957" y="304002"/>
                    <a:pt x="74684" y="304002"/>
                  </a:cubicBezTo>
                  <a:cubicBezTo>
                    <a:pt x="74431" y="282244"/>
                    <a:pt x="74186" y="261125"/>
                    <a:pt x="73940" y="240006"/>
                  </a:cubicBezTo>
                  <a:cubicBezTo>
                    <a:pt x="118723" y="240006"/>
                    <a:pt x="162188" y="240006"/>
                    <a:pt x="205653" y="240006"/>
                  </a:cubicBezTo>
                  <a:cubicBezTo>
                    <a:pt x="205653" y="238318"/>
                    <a:pt x="205654" y="236629"/>
                    <a:pt x="205658" y="234940"/>
                  </a:cubicBezTo>
                  <a:cubicBezTo>
                    <a:pt x="205672" y="230131"/>
                    <a:pt x="205682" y="225322"/>
                    <a:pt x="205690" y="220513"/>
                  </a:cubicBezTo>
                  <a:cubicBezTo>
                    <a:pt x="205693" y="217779"/>
                    <a:pt x="205697" y="215045"/>
                    <a:pt x="205704" y="212311"/>
                  </a:cubicBezTo>
                  <a:cubicBezTo>
                    <a:pt x="205713" y="209621"/>
                    <a:pt x="205720" y="206931"/>
                    <a:pt x="205723" y="204241"/>
                  </a:cubicBezTo>
                  <a:cubicBezTo>
                    <a:pt x="205723" y="203218"/>
                    <a:pt x="205724" y="202195"/>
                    <a:pt x="205726" y="201172"/>
                  </a:cubicBezTo>
                  <a:cubicBezTo>
                    <a:pt x="205730" y="200177"/>
                    <a:pt x="205734" y="199183"/>
                    <a:pt x="205738" y="198188"/>
                  </a:cubicBezTo>
                  <a:cubicBezTo>
                    <a:pt x="205738" y="197247"/>
                    <a:pt x="205738" y="196333"/>
                    <a:pt x="205738" y="195419"/>
                  </a:cubicBezTo>
                  <a:cubicBezTo>
                    <a:pt x="205739" y="194591"/>
                    <a:pt x="205741" y="193787"/>
                    <a:pt x="205743" y="192983"/>
                  </a:cubicBezTo>
                  <a:cubicBezTo>
                    <a:pt x="205712" y="192272"/>
                    <a:pt x="205683" y="191583"/>
                    <a:pt x="205653" y="190893"/>
                  </a:cubicBezTo>
                  <a:cubicBezTo>
                    <a:pt x="205592" y="189146"/>
                    <a:pt x="205592" y="189146"/>
                    <a:pt x="204909" y="187917"/>
                  </a:cubicBezTo>
                  <a:cubicBezTo>
                    <a:pt x="204179" y="187788"/>
                    <a:pt x="203471" y="187663"/>
                    <a:pt x="202762" y="187539"/>
                  </a:cubicBezTo>
                  <a:cubicBezTo>
                    <a:pt x="201772" y="187536"/>
                    <a:pt x="200811" y="187534"/>
                    <a:pt x="199850" y="187531"/>
                  </a:cubicBezTo>
                  <a:cubicBezTo>
                    <a:pt x="198164" y="187515"/>
                    <a:pt x="196479" y="187503"/>
                    <a:pt x="194793" y="187511"/>
                  </a:cubicBezTo>
                  <a:cubicBezTo>
                    <a:pt x="193585" y="187518"/>
                    <a:pt x="192377" y="187520"/>
                    <a:pt x="191168" y="187518"/>
                  </a:cubicBezTo>
                  <a:cubicBezTo>
                    <a:pt x="188658" y="187510"/>
                    <a:pt x="186148" y="187507"/>
                    <a:pt x="183638" y="187518"/>
                  </a:cubicBezTo>
                  <a:cubicBezTo>
                    <a:pt x="180362" y="187536"/>
                    <a:pt x="177087" y="187545"/>
                    <a:pt x="173811" y="187528"/>
                  </a:cubicBezTo>
                  <a:cubicBezTo>
                    <a:pt x="171261" y="187515"/>
                    <a:pt x="168711" y="187508"/>
                    <a:pt x="166162" y="187513"/>
                  </a:cubicBezTo>
                  <a:cubicBezTo>
                    <a:pt x="164946" y="187516"/>
                    <a:pt x="163731" y="187519"/>
                    <a:pt x="162516" y="187521"/>
                  </a:cubicBezTo>
                  <a:cubicBezTo>
                    <a:pt x="160760" y="187511"/>
                    <a:pt x="159005" y="187502"/>
                    <a:pt x="157248" y="187516"/>
                  </a:cubicBezTo>
                  <a:cubicBezTo>
                    <a:pt x="156704" y="187521"/>
                    <a:pt x="156175" y="187526"/>
                    <a:pt x="155646" y="187531"/>
                  </a:cubicBezTo>
                  <a:cubicBezTo>
                    <a:pt x="152734" y="187539"/>
                    <a:pt x="152734" y="187539"/>
                    <a:pt x="150587" y="187917"/>
                  </a:cubicBezTo>
                  <a:cubicBezTo>
                    <a:pt x="150384" y="188431"/>
                    <a:pt x="150188" y="188930"/>
                    <a:pt x="149992" y="189429"/>
                  </a:cubicBezTo>
                  <a:cubicBezTo>
                    <a:pt x="149941" y="189927"/>
                    <a:pt x="149892" y="190410"/>
                    <a:pt x="149843" y="190893"/>
                  </a:cubicBezTo>
                  <a:cubicBezTo>
                    <a:pt x="149337" y="190893"/>
                    <a:pt x="148846" y="190893"/>
                    <a:pt x="148354" y="190893"/>
                  </a:cubicBezTo>
                  <a:cubicBezTo>
                    <a:pt x="148131" y="192138"/>
                    <a:pt x="147881" y="193378"/>
                    <a:pt x="147610" y="194614"/>
                  </a:cubicBezTo>
                  <a:cubicBezTo>
                    <a:pt x="146851" y="194867"/>
                    <a:pt x="146115" y="195112"/>
                    <a:pt x="145378" y="195358"/>
                  </a:cubicBezTo>
                  <a:cubicBezTo>
                    <a:pt x="145125" y="195927"/>
                    <a:pt x="144879" y="196480"/>
                    <a:pt x="144634" y="197032"/>
                  </a:cubicBezTo>
                  <a:cubicBezTo>
                    <a:pt x="143850" y="199189"/>
                    <a:pt x="142919" y="200883"/>
                    <a:pt x="141657" y="202799"/>
                  </a:cubicBezTo>
                  <a:cubicBezTo>
                    <a:pt x="139865" y="204950"/>
                    <a:pt x="138122" y="206954"/>
                    <a:pt x="136681" y="209357"/>
                  </a:cubicBezTo>
                  <a:cubicBezTo>
                    <a:pt x="136349" y="209911"/>
                    <a:pt x="136026" y="210448"/>
                    <a:pt x="135704" y="210985"/>
                  </a:cubicBezTo>
                  <a:cubicBezTo>
                    <a:pt x="134216" y="211729"/>
                    <a:pt x="134216" y="211729"/>
                    <a:pt x="133472" y="213217"/>
                  </a:cubicBezTo>
                  <a:cubicBezTo>
                    <a:pt x="133219" y="213723"/>
                    <a:pt x="132973" y="214214"/>
                    <a:pt x="132727" y="214706"/>
                  </a:cubicBezTo>
                  <a:cubicBezTo>
                    <a:pt x="132221" y="214959"/>
                    <a:pt x="131730" y="215204"/>
                    <a:pt x="131239" y="215450"/>
                  </a:cubicBezTo>
                  <a:cubicBezTo>
                    <a:pt x="130998" y="216444"/>
                    <a:pt x="130751" y="217436"/>
                    <a:pt x="130495" y="218426"/>
                  </a:cubicBezTo>
                  <a:cubicBezTo>
                    <a:pt x="129989" y="218426"/>
                    <a:pt x="129498" y="218426"/>
                    <a:pt x="129007" y="218426"/>
                  </a:cubicBezTo>
                  <a:cubicBezTo>
                    <a:pt x="128754" y="219059"/>
                    <a:pt x="128508" y="219673"/>
                    <a:pt x="128263" y="220287"/>
                  </a:cubicBezTo>
                  <a:cubicBezTo>
                    <a:pt x="128010" y="220919"/>
                    <a:pt x="127764" y="221533"/>
                    <a:pt x="127518" y="222147"/>
                  </a:cubicBezTo>
                  <a:cubicBezTo>
                    <a:pt x="127012" y="222147"/>
                    <a:pt x="126521" y="222147"/>
                    <a:pt x="126030" y="222147"/>
                  </a:cubicBezTo>
                  <a:cubicBezTo>
                    <a:pt x="126084" y="224048"/>
                    <a:pt x="126084" y="224048"/>
                    <a:pt x="125286" y="225868"/>
                  </a:cubicBezTo>
                  <a:cubicBezTo>
                    <a:pt x="123033" y="226230"/>
                    <a:pt x="120854" y="226074"/>
                    <a:pt x="118589" y="225868"/>
                  </a:cubicBezTo>
                  <a:cubicBezTo>
                    <a:pt x="118589" y="225109"/>
                    <a:pt x="118589" y="224372"/>
                    <a:pt x="118589" y="223635"/>
                  </a:cubicBezTo>
                  <a:cubicBezTo>
                    <a:pt x="117861" y="223072"/>
                    <a:pt x="117861" y="223072"/>
                    <a:pt x="117147" y="222519"/>
                  </a:cubicBezTo>
                  <a:cubicBezTo>
                    <a:pt x="116372" y="221955"/>
                    <a:pt x="116372" y="221955"/>
                    <a:pt x="115612" y="221403"/>
                  </a:cubicBezTo>
                  <a:cubicBezTo>
                    <a:pt x="115359" y="220644"/>
                    <a:pt x="115114" y="219907"/>
                    <a:pt x="114868" y="219170"/>
                  </a:cubicBezTo>
                  <a:cubicBezTo>
                    <a:pt x="113628" y="219201"/>
                    <a:pt x="112387" y="219201"/>
                    <a:pt x="111147" y="219170"/>
                  </a:cubicBezTo>
                  <a:cubicBezTo>
                    <a:pt x="111005" y="218680"/>
                    <a:pt x="110867" y="218204"/>
                    <a:pt x="110729" y="217729"/>
                  </a:cubicBezTo>
                  <a:cubicBezTo>
                    <a:pt x="110564" y="216954"/>
                    <a:pt x="110564" y="216954"/>
                    <a:pt x="110403" y="216194"/>
                  </a:cubicBezTo>
                  <a:cubicBezTo>
                    <a:pt x="109897" y="216067"/>
                    <a:pt x="109406" y="215945"/>
                    <a:pt x="108915" y="215822"/>
                  </a:cubicBezTo>
                  <a:cubicBezTo>
                    <a:pt x="108409" y="215695"/>
                    <a:pt x="107918" y="215572"/>
                    <a:pt x="107427" y="215450"/>
                  </a:cubicBezTo>
                  <a:cubicBezTo>
                    <a:pt x="107208" y="214451"/>
                    <a:pt x="106959" y="213458"/>
                    <a:pt x="106682" y="212473"/>
                  </a:cubicBezTo>
                  <a:cubicBezTo>
                    <a:pt x="106050" y="212331"/>
                    <a:pt x="105436" y="212193"/>
                    <a:pt x="104822" y="212055"/>
                  </a:cubicBezTo>
                  <a:cubicBezTo>
                    <a:pt x="104190" y="211944"/>
                    <a:pt x="103576" y="211836"/>
                    <a:pt x="102962" y="211729"/>
                  </a:cubicBezTo>
                  <a:cubicBezTo>
                    <a:pt x="102709" y="210970"/>
                    <a:pt x="102463" y="210233"/>
                    <a:pt x="102218" y="209497"/>
                  </a:cubicBezTo>
                  <a:cubicBezTo>
                    <a:pt x="100972" y="209279"/>
                    <a:pt x="99731" y="209030"/>
                    <a:pt x="98497" y="208752"/>
                  </a:cubicBezTo>
                  <a:cubicBezTo>
                    <a:pt x="98278" y="207753"/>
                    <a:pt x="98030" y="206760"/>
                    <a:pt x="97753" y="205776"/>
                  </a:cubicBezTo>
                  <a:cubicBezTo>
                    <a:pt x="96994" y="205649"/>
                    <a:pt x="96257" y="205527"/>
                    <a:pt x="95520" y="205404"/>
                  </a:cubicBezTo>
                  <a:cubicBezTo>
                    <a:pt x="94761" y="205277"/>
                    <a:pt x="94025" y="205155"/>
                    <a:pt x="93288" y="205032"/>
                  </a:cubicBezTo>
                  <a:cubicBezTo>
                    <a:pt x="93146" y="204510"/>
                    <a:pt x="93008" y="204003"/>
                    <a:pt x="92869" y="203497"/>
                  </a:cubicBezTo>
                  <a:cubicBezTo>
                    <a:pt x="92759" y="203007"/>
                    <a:pt x="92651" y="202531"/>
                    <a:pt x="92544" y="202055"/>
                  </a:cubicBezTo>
                  <a:cubicBezTo>
                    <a:pt x="91895" y="201992"/>
                    <a:pt x="91266" y="201931"/>
                    <a:pt x="90637" y="201869"/>
                  </a:cubicBezTo>
                  <a:cubicBezTo>
                    <a:pt x="90020" y="201932"/>
                    <a:pt x="89422" y="201994"/>
                    <a:pt x="88823" y="202055"/>
                  </a:cubicBezTo>
                  <a:cubicBezTo>
                    <a:pt x="88823" y="199823"/>
                    <a:pt x="88823" y="199823"/>
                    <a:pt x="87335" y="198334"/>
                  </a:cubicBezTo>
                  <a:cubicBezTo>
                    <a:pt x="85443" y="198459"/>
                    <a:pt x="85443" y="198459"/>
                    <a:pt x="83614" y="198334"/>
                  </a:cubicBezTo>
                  <a:cubicBezTo>
                    <a:pt x="83366" y="197342"/>
                    <a:pt x="83118" y="196350"/>
                    <a:pt x="82870" y="195358"/>
                  </a:cubicBezTo>
                  <a:cubicBezTo>
                    <a:pt x="82222" y="195295"/>
                    <a:pt x="81592" y="195233"/>
                    <a:pt x="80963" y="195172"/>
                  </a:cubicBezTo>
                  <a:cubicBezTo>
                    <a:pt x="80346" y="195235"/>
                    <a:pt x="79748" y="195297"/>
                    <a:pt x="79149" y="195358"/>
                  </a:cubicBezTo>
                  <a:cubicBezTo>
                    <a:pt x="79149" y="194346"/>
                    <a:pt x="79149" y="193364"/>
                    <a:pt x="79149" y="192381"/>
                  </a:cubicBezTo>
                  <a:cubicBezTo>
                    <a:pt x="78643" y="192128"/>
                    <a:pt x="78152" y="191883"/>
                    <a:pt x="77661" y="191637"/>
                  </a:cubicBezTo>
                  <a:cubicBezTo>
                    <a:pt x="76143" y="191637"/>
                    <a:pt x="74670" y="191637"/>
                    <a:pt x="73196" y="191637"/>
                  </a:cubicBezTo>
                  <a:cubicBezTo>
                    <a:pt x="73449" y="188348"/>
                    <a:pt x="73695" y="185156"/>
                    <a:pt x="73940" y="181963"/>
                  </a:cubicBezTo>
                  <a:cubicBezTo>
                    <a:pt x="74952" y="181963"/>
                    <a:pt x="75935" y="181963"/>
                    <a:pt x="76917" y="181963"/>
                  </a:cubicBezTo>
                  <a:cubicBezTo>
                    <a:pt x="77316" y="181235"/>
                    <a:pt x="77316" y="181235"/>
                    <a:pt x="77708" y="180522"/>
                  </a:cubicBezTo>
                  <a:cubicBezTo>
                    <a:pt x="77945" y="180000"/>
                    <a:pt x="78175" y="179493"/>
                    <a:pt x="78405" y="178987"/>
                  </a:cubicBezTo>
                  <a:cubicBezTo>
                    <a:pt x="79164" y="178734"/>
                    <a:pt x="79901" y="178488"/>
                    <a:pt x="80638" y="178243"/>
                  </a:cubicBezTo>
                  <a:cubicBezTo>
                    <a:pt x="80906" y="177594"/>
                    <a:pt x="81167" y="176965"/>
                    <a:pt x="81428" y="176336"/>
                  </a:cubicBezTo>
                  <a:cubicBezTo>
                    <a:pt x="81781" y="175420"/>
                    <a:pt x="81781" y="175420"/>
                    <a:pt x="82126" y="174522"/>
                  </a:cubicBezTo>
                  <a:cubicBezTo>
                    <a:pt x="82632" y="174522"/>
                    <a:pt x="83123" y="174522"/>
                    <a:pt x="83614" y="174522"/>
                  </a:cubicBezTo>
                  <a:cubicBezTo>
                    <a:pt x="83866" y="173019"/>
                    <a:pt x="83866" y="173019"/>
                    <a:pt x="84358" y="171545"/>
                  </a:cubicBezTo>
                  <a:cubicBezTo>
                    <a:pt x="85370" y="171545"/>
                    <a:pt x="86353" y="171545"/>
                    <a:pt x="87335" y="171545"/>
                  </a:cubicBezTo>
                  <a:cubicBezTo>
                    <a:pt x="87588" y="171039"/>
                    <a:pt x="87833" y="170548"/>
                    <a:pt x="88079" y="170057"/>
                  </a:cubicBezTo>
                  <a:cubicBezTo>
                    <a:pt x="89242" y="169034"/>
                    <a:pt x="89242" y="169034"/>
                    <a:pt x="90311" y="167825"/>
                  </a:cubicBezTo>
                  <a:cubicBezTo>
                    <a:pt x="90311" y="166813"/>
                    <a:pt x="90311" y="165830"/>
                    <a:pt x="90311" y="164848"/>
                  </a:cubicBezTo>
                  <a:cubicBezTo>
                    <a:pt x="91070" y="164848"/>
                    <a:pt x="91807" y="164848"/>
                    <a:pt x="92544" y="164848"/>
                  </a:cubicBezTo>
                  <a:cubicBezTo>
                    <a:pt x="92670" y="164216"/>
                    <a:pt x="92793" y="163602"/>
                    <a:pt x="92916" y="162988"/>
                  </a:cubicBezTo>
                  <a:cubicBezTo>
                    <a:pt x="93042" y="162355"/>
                    <a:pt x="93165" y="161741"/>
                    <a:pt x="93288" y="161127"/>
                  </a:cubicBezTo>
                  <a:cubicBezTo>
                    <a:pt x="94047" y="161127"/>
                    <a:pt x="94784" y="161127"/>
                    <a:pt x="95520" y="161127"/>
                  </a:cubicBezTo>
                  <a:cubicBezTo>
                    <a:pt x="95663" y="160511"/>
                    <a:pt x="95801" y="159912"/>
                    <a:pt x="95939" y="159314"/>
                  </a:cubicBezTo>
                  <a:cubicBezTo>
                    <a:pt x="96050" y="158665"/>
                    <a:pt x="96157" y="158036"/>
                    <a:pt x="96265" y="157407"/>
                  </a:cubicBezTo>
                  <a:cubicBezTo>
                    <a:pt x="97016" y="157031"/>
                    <a:pt x="97016" y="157031"/>
                    <a:pt x="97753" y="156663"/>
                  </a:cubicBezTo>
                  <a:cubicBezTo>
                    <a:pt x="97994" y="155669"/>
                    <a:pt x="98241" y="154676"/>
                    <a:pt x="98497" y="153686"/>
                  </a:cubicBezTo>
                  <a:cubicBezTo>
                    <a:pt x="99003" y="153686"/>
                    <a:pt x="99494" y="153686"/>
                    <a:pt x="99985" y="153686"/>
                  </a:cubicBezTo>
                  <a:cubicBezTo>
                    <a:pt x="100349" y="152974"/>
                    <a:pt x="100702" y="152284"/>
                    <a:pt x="101055" y="151593"/>
                  </a:cubicBezTo>
                  <a:cubicBezTo>
                    <a:pt x="102078" y="149507"/>
                    <a:pt x="102754" y="148473"/>
                    <a:pt x="104450" y="146989"/>
                  </a:cubicBezTo>
                  <a:cubicBezTo>
                    <a:pt x="105659" y="145966"/>
                    <a:pt x="105659" y="145966"/>
                    <a:pt x="106682" y="144756"/>
                  </a:cubicBezTo>
                  <a:cubicBezTo>
                    <a:pt x="106919" y="143514"/>
                    <a:pt x="107166" y="142273"/>
                    <a:pt x="107427" y="141036"/>
                  </a:cubicBezTo>
                  <a:cubicBezTo>
                    <a:pt x="108554" y="140660"/>
                    <a:pt x="108554" y="140660"/>
                    <a:pt x="109659" y="140292"/>
                  </a:cubicBezTo>
                  <a:cubicBezTo>
                    <a:pt x="109659" y="139659"/>
                    <a:pt x="109659" y="139045"/>
                    <a:pt x="109659" y="138431"/>
                  </a:cubicBezTo>
                  <a:cubicBezTo>
                    <a:pt x="109659" y="137799"/>
                    <a:pt x="109659" y="137185"/>
                    <a:pt x="109659" y="136571"/>
                  </a:cubicBezTo>
                  <a:cubicBezTo>
                    <a:pt x="110786" y="136195"/>
                    <a:pt x="110786" y="136195"/>
                    <a:pt x="111891" y="135827"/>
                  </a:cubicBezTo>
                  <a:cubicBezTo>
                    <a:pt x="112018" y="135068"/>
                    <a:pt x="112141" y="134331"/>
                    <a:pt x="112264" y="133594"/>
                  </a:cubicBezTo>
                  <a:cubicBezTo>
                    <a:pt x="112390" y="132835"/>
                    <a:pt x="112513" y="132099"/>
                    <a:pt x="112636" y="131362"/>
                  </a:cubicBezTo>
                  <a:cubicBezTo>
                    <a:pt x="113763" y="130986"/>
                    <a:pt x="113763" y="130986"/>
                    <a:pt x="114868" y="130618"/>
                  </a:cubicBezTo>
                  <a:cubicBezTo>
                    <a:pt x="114939" y="129655"/>
                    <a:pt x="114939" y="129655"/>
                    <a:pt x="115008" y="128711"/>
                  </a:cubicBezTo>
                  <a:cubicBezTo>
                    <a:pt x="114960" y="128094"/>
                    <a:pt x="114914" y="127496"/>
                    <a:pt x="114868" y="126897"/>
                  </a:cubicBezTo>
                  <a:cubicBezTo>
                    <a:pt x="115627" y="126897"/>
                    <a:pt x="116364" y="126897"/>
                    <a:pt x="117100" y="126897"/>
                  </a:cubicBezTo>
                  <a:cubicBezTo>
                    <a:pt x="117476" y="125629"/>
                    <a:pt x="117476" y="125629"/>
                    <a:pt x="117845" y="124386"/>
                  </a:cubicBezTo>
                  <a:cubicBezTo>
                    <a:pt x="118098" y="123468"/>
                    <a:pt x="118343" y="122578"/>
                    <a:pt x="118589" y="121688"/>
                  </a:cubicBezTo>
                  <a:cubicBezTo>
                    <a:pt x="119348" y="121182"/>
                    <a:pt x="120084" y="120691"/>
                    <a:pt x="120821" y="120200"/>
                  </a:cubicBezTo>
                  <a:cubicBezTo>
                    <a:pt x="120742" y="119409"/>
                    <a:pt x="120665" y="118642"/>
                    <a:pt x="120589" y="117874"/>
                  </a:cubicBezTo>
                  <a:cubicBezTo>
                    <a:pt x="120415" y="117147"/>
                    <a:pt x="120246" y="116441"/>
                    <a:pt x="120077" y="115735"/>
                  </a:cubicBezTo>
                  <a:cubicBezTo>
                    <a:pt x="121565" y="115642"/>
                    <a:pt x="121565" y="115642"/>
                    <a:pt x="123054" y="114991"/>
                  </a:cubicBezTo>
                  <a:cubicBezTo>
                    <a:pt x="123117" y="114216"/>
                    <a:pt x="123178" y="113464"/>
                    <a:pt x="123240" y="112712"/>
                  </a:cubicBezTo>
                  <a:cubicBezTo>
                    <a:pt x="123176" y="111969"/>
                    <a:pt x="123115" y="111247"/>
                    <a:pt x="123054" y="110526"/>
                  </a:cubicBezTo>
                  <a:cubicBezTo>
                    <a:pt x="123813" y="110526"/>
                    <a:pt x="124549" y="110526"/>
                    <a:pt x="125286" y="110526"/>
                  </a:cubicBezTo>
                  <a:cubicBezTo>
                    <a:pt x="125662" y="109774"/>
                    <a:pt x="125662" y="109774"/>
                    <a:pt x="126030" y="109038"/>
                  </a:cubicBezTo>
                  <a:cubicBezTo>
                    <a:pt x="125906" y="106402"/>
                    <a:pt x="125906" y="106402"/>
                    <a:pt x="126030" y="103829"/>
                  </a:cubicBezTo>
                  <a:cubicBezTo>
                    <a:pt x="127158" y="103453"/>
                    <a:pt x="127158" y="103453"/>
                    <a:pt x="128263" y="103084"/>
                  </a:cubicBezTo>
                  <a:cubicBezTo>
                    <a:pt x="128389" y="102199"/>
                    <a:pt x="128512" y="101339"/>
                    <a:pt x="128635" y="100480"/>
                  </a:cubicBezTo>
                  <a:cubicBezTo>
                    <a:pt x="128761" y="99594"/>
                    <a:pt x="128884" y="98735"/>
                    <a:pt x="129007" y="97875"/>
                  </a:cubicBezTo>
                  <a:cubicBezTo>
                    <a:pt x="130134" y="97500"/>
                    <a:pt x="130134" y="97500"/>
                    <a:pt x="131239" y="97131"/>
                  </a:cubicBezTo>
                  <a:cubicBezTo>
                    <a:pt x="131353" y="95457"/>
                    <a:pt x="131353" y="95457"/>
                    <a:pt x="131193" y="93411"/>
                  </a:cubicBezTo>
                  <a:cubicBezTo>
                    <a:pt x="130961" y="91423"/>
                    <a:pt x="130961" y="91423"/>
                    <a:pt x="131239" y="89690"/>
                  </a:cubicBezTo>
                  <a:cubicBezTo>
                    <a:pt x="131742" y="89557"/>
                    <a:pt x="132230" y="89427"/>
                    <a:pt x="132719" y="89298"/>
                  </a:cubicBezTo>
                  <a:cubicBezTo>
                    <a:pt x="133228" y="89178"/>
                    <a:pt x="133722" y="89062"/>
                    <a:pt x="134216" y="88946"/>
                  </a:cubicBezTo>
                  <a:cubicBezTo>
                    <a:pt x="134362" y="88169"/>
                    <a:pt x="134362" y="88169"/>
                    <a:pt x="134506" y="87408"/>
                  </a:cubicBezTo>
                  <a:cubicBezTo>
                    <a:pt x="134471" y="86777"/>
                    <a:pt x="134436" y="86164"/>
                    <a:pt x="134402" y="85551"/>
                  </a:cubicBezTo>
                  <a:cubicBezTo>
                    <a:pt x="134374" y="84917"/>
                    <a:pt x="134347" y="84302"/>
                    <a:pt x="134320" y="83687"/>
                  </a:cubicBezTo>
                  <a:cubicBezTo>
                    <a:pt x="134285" y="83198"/>
                    <a:pt x="134250" y="82723"/>
                    <a:pt x="134216" y="82249"/>
                  </a:cubicBezTo>
                  <a:cubicBezTo>
                    <a:pt x="134975" y="82249"/>
                    <a:pt x="135711" y="82249"/>
                    <a:pt x="136448" y="82249"/>
                  </a:cubicBezTo>
                  <a:cubicBezTo>
                    <a:pt x="136701" y="79971"/>
                    <a:pt x="136947" y="77761"/>
                    <a:pt x="137192" y="75551"/>
                  </a:cubicBezTo>
                  <a:cubicBezTo>
                    <a:pt x="111638" y="75551"/>
                    <a:pt x="86836" y="75551"/>
                    <a:pt x="62034" y="75551"/>
                  </a:cubicBezTo>
                  <a:cubicBezTo>
                    <a:pt x="62034" y="75045"/>
                    <a:pt x="62034" y="74554"/>
                    <a:pt x="62034" y="74063"/>
                  </a:cubicBezTo>
                  <a:cubicBezTo>
                    <a:pt x="61528" y="74063"/>
                    <a:pt x="61037" y="74063"/>
                    <a:pt x="60546" y="74063"/>
                  </a:cubicBezTo>
                  <a:close/>
                  <a:moveTo>
                    <a:pt x="404150" y="0"/>
                  </a:moveTo>
                  <a:cubicBezTo>
                    <a:pt x="405931" y="16"/>
                    <a:pt x="405931" y="16"/>
                    <a:pt x="408730" y="294"/>
                  </a:cubicBezTo>
                  <a:cubicBezTo>
                    <a:pt x="410712" y="3267"/>
                    <a:pt x="410421" y="5862"/>
                    <a:pt x="410399" y="9314"/>
                  </a:cubicBezTo>
                  <a:cubicBezTo>
                    <a:pt x="410400" y="10008"/>
                    <a:pt x="410402" y="10703"/>
                    <a:pt x="410403" y="11419"/>
                  </a:cubicBezTo>
                  <a:cubicBezTo>
                    <a:pt x="410406" y="13719"/>
                    <a:pt x="410398" y="16019"/>
                    <a:pt x="410389" y="18319"/>
                  </a:cubicBezTo>
                  <a:cubicBezTo>
                    <a:pt x="410389" y="19914"/>
                    <a:pt x="410388" y="21509"/>
                    <a:pt x="410388" y="23103"/>
                  </a:cubicBezTo>
                  <a:cubicBezTo>
                    <a:pt x="410387" y="26447"/>
                    <a:pt x="410381" y="29791"/>
                    <a:pt x="410371" y="33134"/>
                  </a:cubicBezTo>
                  <a:cubicBezTo>
                    <a:pt x="410358" y="37428"/>
                    <a:pt x="410356" y="41721"/>
                    <a:pt x="410356" y="46014"/>
                  </a:cubicBezTo>
                  <a:cubicBezTo>
                    <a:pt x="410356" y="49308"/>
                    <a:pt x="410352" y="52601"/>
                    <a:pt x="410347" y="55894"/>
                  </a:cubicBezTo>
                  <a:cubicBezTo>
                    <a:pt x="410344" y="57478"/>
                    <a:pt x="410343" y="59061"/>
                    <a:pt x="410342" y="60645"/>
                  </a:cubicBezTo>
                  <a:cubicBezTo>
                    <a:pt x="410341" y="62854"/>
                    <a:pt x="410334" y="65063"/>
                    <a:pt x="410326" y="67272"/>
                  </a:cubicBezTo>
                  <a:cubicBezTo>
                    <a:pt x="410326" y="67932"/>
                    <a:pt x="410327" y="68591"/>
                    <a:pt x="410327" y="69270"/>
                  </a:cubicBezTo>
                  <a:cubicBezTo>
                    <a:pt x="410303" y="73793"/>
                    <a:pt x="410303" y="73793"/>
                    <a:pt x="409474" y="75452"/>
                  </a:cubicBezTo>
                  <a:cubicBezTo>
                    <a:pt x="407773" y="75642"/>
                    <a:pt x="407773" y="75642"/>
                    <a:pt x="405466" y="75647"/>
                  </a:cubicBezTo>
                  <a:cubicBezTo>
                    <a:pt x="404591" y="75652"/>
                    <a:pt x="403716" y="75658"/>
                    <a:pt x="402814" y="75664"/>
                  </a:cubicBezTo>
                  <a:cubicBezTo>
                    <a:pt x="401354" y="75661"/>
                    <a:pt x="401354" y="75661"/>
                    <a:pt x="399864" y="75659"/>
                  </a:cubicBezTo>
                  <a:cubicBezTo>
                    <a:pt x="398829" y="75663"/>
                    <a:pt x="397794" y="75667"/>
                    <a:pt x="396759" y="75672"/>
                  </a:cubicBezTo>
                  <a:cubicBezTo>
                    <a:pt x="393901" y="75684"/>
                    <a:pt x="391044" y="75687"/>
                    <a:pt x="388186" y="75688"/>
                  </a:cubicBezTo>
                  <a:cubicBezTo>
                    <a:pt x="385110" y="75690"/>
                    <a:pt x="382033" y="75702"/>
                    <a:pt x="378957" y="75712"/>
                  </a:cubicBezTo>
                  <a:cubicBezTo>
                    <a:pt x="373622" y="75728"/>
                    <a:pt x="368287" y="75740"/>
                    <a:pt x="362953" y="75747"/>
                  </a:cubicBezTo>
                  <a:cubicBezTo>
                    <a:pt x="355239" y="75758"/>
                    <a:pt x="347526" y="75777"/>
                    <a:pt x="339813" y="75798"/>
                  </a:cubicBezTo>
                  <a:cubicBezTo>
                    <a:pt x="327300" y="75832"/>
                    <a:pt x="314788" y="75859"/>
                    <a:pt x="302275" y="75882"/>
                  </a:cubicBezTo>
                  <a:cubicBezTo>
                    <a:pt x="290117" y="75905"/>
                    <a:pt x="277959" y="75930"/>
                    <a:pt x="265800" y="75960"/>
                  </a:cubicBezTo>
                  <a:cubicBezTo>
                    <a:pt x="265051" y="75962"/>
                    <a:pt x="264303" y="75964"/>
                    <a:pt x="263531" y="75965"/>
                  </a:cubicBezTo>
                  <a:cubicBezTo>
                    <a:pt x="259774" y="75975"/>
                    <a:pt x="256018" y="75984"/>
                    <a:pt x="252261" y="75993"/>
                  </a:cubicBezTo>
                  <a:cubicBezTo>
                    <a:pt x="221073" y="76070"/>
                    <a:pt x="189886" y="76137"/>
                    <a:pt x="158698" y="76196"/>
                  </a:cubicBezTo>
                  <a:cubicBezTo>
                    <a:pt x="158944" y="76933"/>
                    <a:pt x="159190" y="77669"/>
                    <a:pt x="159443" y="78429"/>
                  </a:cubicBezTo>
                  <a:cubicBezTo>
                    <a:pt x="161854" y="78783"/>
                    <a:pt x="161854" y="78783"/>
                    <a:pt x="164652" y="78801"/>
                  </a:cubicBezTo>
                  <a:cubicBezTo>
                    <a:pt x="167535" y="78870"/>
                    <a:pt x="167535" y="78870"/>
                    <a:pt x="169861" y="79173"/>
                  </a:cubicBezTo>
                  <a:cubicBezTo>
                    <a:pt x="170106" y="79909"/>
                    <a:pt x="170352" y="80646"/>
                    <a:pt x="170605" y="81405"/>
                  </a:cubicBezTo>
                  <a:cubicBezTo>
                    <a:pt x="172717" y="82069"/>
                    <a:pt x="174391" y="82145"/>
                    <a:pt x="176604" y="82010"/>
                  </a:cubicBezTo>
                  <a:cubicBezTo>
                    <a:pt x="178790" y="82149"/>
                    <a:pt x="178790" y="82149"/>
                    <a:pt x="180078" y="83611"/>
                  </a:cubicBezTo>
                  <a:cubicBezTo>
                    <a:pt x="182400" y="85694"/>
                    <a:pt x="184087" y="85570"/>
                    <a:pt x="187162" y="85684"/>
                  </a:cubicBezTo>
                  <a:cubicBezTo>
                    <a:pt x="188102" y="85726"/>
                    <a:pt x="189042" y="85768"/>
                    <a:pt x="190010" y="85812"/>
                  </a:cubicBezTo>
                  <a:cubicBezTo>
                    <a:pt x="190728" y="85831"/>
                    <a:pt x="191445" y="85850"/>
                    <a:pt x="192185" y="85870"/>
                  </a:cubicBezTo>
                  <a:cubicBezTo>
                    <a:pt x="191939" y="86607"/>
                    <a:pt x="191694" y="87343"/>
                    <a:pt x="191441" y="88102"/>
                  </a:cubicBezTo>
                  <a:cubicBezTo>
                    <a:pt x="191886" y="88317"/>
                    <a:pt x="192331" y="88532"/>
                    <a:pt x="192789" y="88753"/>
                  </a:cubicBezTo>
                  <a:cubicBezTo>
                    <a:pt x="194417" y="89591"/>
                    <a:pt x="194417" y="89591"/>
                    <a:pt x="196650" y="91079"/>
                  </a:cubicBezTo>
                  <a:cubicBezTo>
                    <a:pt x="196650" y="91816"/>
                    <a:pt x="196650" y="92552"/>
                    <a:pt x="196650" y="93311"/>
                  </a:cubicBezTo>
                  <a:cubicBezTo>
                    <a:pt x="196158" y="93557"/>
                    <a:pt x="195667" y="93802"/>
                    <a:pt x="195161" y="94055"/>
                  </a:cubicBezTo>
                  <a:cubicBezTo>
                    <a:pt x="194716" y="95772"/>
                    <a:pt x="194449" y="97491"/>
                    <a:pt x="194164" y="99241"/>
                  </a:cubicBezTo>
                  <a:cubicBezTo>
                    <a:pt x="194002" y="99740"/>
                    <a:pt x="193840" y="100239"/>
                    <a:pt x="193673" y="100753"/>
                  </a:cubicBezTo>
                  <a:cubicBezTo>
                    <a:pt x="192936" y="100998"/>
                    <a:pt x="192200" y="101244"/>
                    <a:pt x="191441" y="101497"/>
                  </a:cubicBezTo>
                  <a:cubicBezTo>
                    <a:pt x="191168" y="103425"/>
                    <a:pt x="191168" y="103425"/>
                    <a:pt x="191301" y="105636"/>
                  </a:cubicBezTo>
                  <a:cubicBezTo>
                    <a:pt x="191321" y="106389"/>
                    <a:pt x="191341" y="107142"/>
                    <a:pt x="191362" y="107918"/>
                  </a:cubicBezTo>
                  <a:cubicBezTo>
                    <a:pt x="191388" y="108500"/>
                    <a:pt x="191414" y="109083"/>
                    <a:pt x="191441" y="109682"/>
                  </a:cubicBezTo>
                  <a:cubicBezTo>
                    <a:pt x="190704" y="109437"/>
                    <a:pt x="189967" y="109191"/>
                    <a:pt x="189208" y="108938"/>
                  </a:cubicBezTo>
                  <a:cubicBezTo>
                    <a:pt x="188963" y="111640"/>
                    <a:pt x="188717" y="114341"/>
                    <a:pt x="188464" y="117124"/>
                  </a:cubicBezTo>
                  <a:cubicBezTo>
                    <a:pt x="187727" y="117124"/>
                    <a:pt x="186991" y="117124"/>
                    <a:pt x="186232" y="117124"/>
                  </a:cubicBezTo>
                  <a:cubicBezTo>
                    <a:pt x="185986" y="119088"/>
                    <a:pt x="185740" y="121053"/>
                    <a:pt x="185487" y="123077"/>
                  </a:cubicBezTo>
                  <a:cubicBezTo>
                    <a:pt x="248844" y="123323"/>
                    <a:pt x="312200" y="123568"/>
                    <a:pt x="377476" y="123821"/>
                  </a:cubicBezTo>
                  <a:cubicBezTo>
                    <a:pt x="377476" y="186329"/>
                    <a:pt x="377476" y="186329"/>
                    <a:pt x="375987" y="188561"/>
                  </a:cubicBezTo>
                  <a:cubicBezTo>
                    <a:pt x="374119" y="188836"/>
                    <a:pt x="374119" y="188836"/>
                    <a:pt x="371712" y="188830"/>
                  </a:cubicBezTo>
                  <a:cubicBezTo>
                    <a:pt x="370347" y="188834"/>
                    <a:pt x="370347" y="188834"/>
                    <a:pt x="368955" y="188839"/>
                  </a:cubicBezTo>
                  <a:cubicBezTo>
                    <a:pt x="367941" y="188831"/>
                    <a:pt x="366927" y="188823"/>
                    <a:pt x="365914" y="188815"/>
                  </a:cubicBezTo>
                  <a:cubicBezTo>
                    <a:pt x="364850" y="188814"/>
                    <a:pt x="363787" y="188814"/>
                    <a:pt x="362724" y="188816"/>
                  </a:cubicBezTo>
                  <a:cubicBezTo>
                    <a:pt x="359832" y="188816"/>
                    <a:pt x="356940" y="188803"/>
                    <a:pt x="354048" y="188788"/>
                  </a:cubicBezTo>
                  <a:cubicBezTo>
                    <a:pt x="351028" y="188774"/>
                    <a:pt x="348008" y="188772"/>
                    <a:pt x="344988" y="188770"/>
                  </a:cubicBezTo>
                  <a:cubicBezTo>
                    <a:pt x="339266" y="188763"/>
                    <a:pt x="333545" y="188744"/>
                    <a:pt x="327823" y="188722"/>
                  </a:cubicBezTo>
                  <a:cubicBezTo>
                    <a:pt x="320094" y="188693"/>
                    <a:pt x="312364" y="188680"/>
                    <a:pt x="304634" y="188667"/>
                  </a:cubicBezTo>
                  <a:cubicBezTo>
                    <a:pt x="292452" y="188646"/>
                    <a:pt x="280269" y="188602"/>
                    <a:pt x="268087" y="188561"/>
                  </a:cubicBezTo>
                  <a:cubicBezTo>
                    <a:pt x="268087" y="205260"/>
                    <a:pt x="268087" y="221958"/>
                    <a:pt x="268087" y="239163"/>
                  </a:cubicBezTo>
                  <a:cubicBezTo>
                    <a:pt x="331443" y="239531"/>
                    <a:pt x="331443" y="239531"/>
                    <a:pt x="396079" y="239907"/>
                  </a:cubicBezTo>
                  <a:cubicBezTo>
                    <a:pt x="396079" y="261271"/>
                    <a:pt x="396079" y="282636"/>
                    <a:pt x="396079" y="304647"/>
                  </a:cubicBezTo>
                  <a:cubicBezTo>
                    <a:pt x="335670" y="305016"/>
                    <a:pt x="335670" y="305016"/>
                    <a:pt x="274040" y="305391"/>
                  </a:cubicBezTo>
                  <a:cubicBezTo>
                    <a:pt x="275990" y="307760"/>
                    <a:pt x="275990" y="307760"/>
                    <a:pt x="278226" y="307996"/>
                  </a:cubicBezTo>
                  <a:cubicBezTo>
                    <a:pt x="278809" y="308119"/>
                    <a:pt x="279392" y="308241"/>
                    <a:pt x="279993" y="308368"/>
                  </a:cubicBezTo>
                  <a:cubicBezTo>
                    <a:pt x="280239" y="309105"/>
                    <a:pt x="280484" y="309841"/>
                    <a:pt x="280737" y="310600"/>
                  </a:cubicBezTo>
                  <a:cubicBezTo>
                    <a:pt x="281723" y="311109"/>
                    <a:pt x="282716" y="311605"/>
                    <a:pt x="283714" y="312089"/>
                  </a:cubicBezTo>
                  <a:cubicBezTo>
                    <a:pt x="284205" y="312825"/>
                    <a:pt x="284696" y="313562"/>
                    <a:pt x="285202" y="314321"/>
                  </a:cubicBezTo>
                  <a:cubicBezTo>
                    <a:pt x="285709" y="314429"/>
                    <a:pt x="286215" y="314536"/>
                    <a:pt x="286737" y="314647"/>
                  </a:cubicBezTo>
                  <a:cubicBezTo>
                    <a:pt x="287213" y="314785"/>
                    <a:pt x="287689" y="314923"/>
                    <a:pt x="288179" y="315065"/>
                  </a:cubicBezTo>
                  <a:cubicBezTo>
                    <a:pt x="288427" y="316057"/>
                    <a:pt x="288675" y="317050"/>
                    <a:pt x="288923" y="318042"/>
                  </a:cubicBezTo>
                  <a:cubicBezTo>
                    <a:pt x="289414" y="318165"/>
                    <a:pt x="289905" y="318287"/>
                    <a:pt x="290411" y="318414"/>
                  </a:cubicBezTo>
                  <a:cubicBezTo>
                    <a:pt x="290902" y="318537"/>
                    <a:pt x="291394" y="318659"/>
                    <a:pt x="291900" y="318786"/>
                  </a:cubicBezTo>
                  <a:cubicBezTo>
                    <a:pt x="291992" y="319292"/>
                    <a:pt x="292084" y="319799"/>
                    <a:pt x="292179" y="320321"/>
                  </a:cubicBezTo>
                  <a:cubicBezTo>
                    <a:pt x="292332" y="320796"/>
                    <a:pt x="292486" y="321272"/>
                    <a:pt x="292644" y="321762"/>
                  </a:cubicBezTo>
                  <a:cubicBezTo>
                    <a:pt x="293380" y="321762"/>
                    <a:pt x="294117" y="321762"/>
                    <a:pt x="294876" y="321762"/>
                  </a:cubicBezTo>
                  <a:cubicBezTo>
                    <a:pt x="295613" y="321762"/>
                    <a:pt x="296350" y="321762"/>
                    <a:pt x="297109" y="321762"/>
                  </a:cubicBezTo>
                  <a:cubicBezTo>
                    <a:pt x="297574" y="323204"/>
                    <a:pt x="297574" y="323204"/>
                    <a:pt x="297853" y="324739"/>
                  </a:cubicBezTo>
                  <a:cubicBezTo>
                    <a:pt x="298837" y="325016"/>
                    <a:pt x="299830" y="325265"/>
                    <a:pt x="300829" y="325483"/>
                  </a:cubicBezTo>
                  <a:cubicBezTo>
                    <a:pt x="301075" y="326220"/>
                    <a:pt x="301320" y="326957"/>
                    <a:pt x="301573" y="327716"/>
                  </a:cubicBezTo>
                  <a:cubicBezTo>
                    <a:pt x="302187" y="327961"/>
                    <a:pt x="302801" y="328207"/>
                    <a:pt x="303434" y="328460"/>
                  </a:cubicBezTo>
                  <a:cubicBezTo>
                    <a:pt x="304048" y="328705"/>
                    <a:pt x="304662" y="328951"/>
                    <a:pt x="305294" y="329204"/>
                  </a:cubicBezTo>
                  <a:cubicBezTo>
                    <a:pt x="305540" y="329941"/>
                    <a:pt x="305785" y="330677"/>
                    <a:pt x="306038" y="331436"/>
                  </a:cubicBezTo>
                  <a:cubicBezTo>
                    <a:pt x="306529" y="331559"/>
                    <a:pt x="307021" y="331682"/>
                    <a:pt x="307527" y="331808"/>
                  </a:cubicBezTo>
                  <a:cubicBezTo>
                    <a:pt x="308018" y="331931"/>
                    <a:pt x="308509" y="332054"/>
                    <a:pt x="309015" y="332180"/>
                  </a:cubicBezTo>
                  <a:cubicBezTo>
                    <a:pt x="309260" y="332917"/>
                    <a:pt x="309506" y="333654"/>
                    <a:pt x="309759" y="334413"/>
                  </a:cubicBezTo>
                  <a:cubicBezTo>
                    <a:pt x="310373" y="334658"/>
                    <a:pt x="310987" y="334904"/>
                    <a:pt x="311619" y="335157"/>
                  </a:cubicBezTo>
                  <a:cubicBezTo>
                    <a:pt x="312233" y="335403"/>
                    <a:pt x="312847" y="335648"/>
                    <a:pt x="313480" y="335901"/>
                  </a:cubicBezTo>
                  <a:cubicBezTo>
                    <a:pt x="313725" y="336638"/>
                    <a:pt x="313971" y="337375"/>
                    <a:pt x="314224" y="338134"/>
                  </a:cubicBezTo>
                  <a:cubicBezTo>
                    <a:pt x="314715" y="338256"/>
                    <a:pt x="315206" y="338379"/>
                    <a:pt x="315712" y="338506"/>
                  </a:cubicBezTo>
                  <a:cubicBezTo>
                    <a:pt x="316203" y="338628"/>
                    <a:pt x="316694" y="338751"/>
                    <a:pt x="317200" y="338878"/>
                  </a:cubicBezTo>
                  <a:cubicBezTo>
                    <a:pt x="317446" y="339614"/>
                    <a:pt x="317691" y="340351"/>
                    <a:pt x="317944" y="341110"/>
                  </a:cubicBezTo>
                  <a:cubicBezTo>
                    <a:pt x="318543" y="341340"/>
                    <a:pt x="319142" y="341571"/>
                    <a:pt x="319758" y="341808"/>
                  </a:cubicBezTo>
                  <a:cubicBezTo>
                    <a:pt x="322069" y="342766"/>
                    <a:pt x="322177" y="343361"/>
                    <a:pt x="323153" y="345575"/>
                  </a:cubicBezTo>
                  <a:cubicBezTo>
                    <a:pt x="325072" y="347858"/>
                    <a:pt x="325072" y="347858"/>
                    <a:pt x="327758" y="348924"/>
                  </a:cubicBezTo>
                  <a:cubicBezTo>
                    <a:pt x="328203" y="349046"/>
                    <a:pt x="328648" y="349169"/>
                    <a:pt x="329107" y="349296"/>
                  </a:cubicBezTo>
                  <a:cubicBezTo>
                    <a:pt x="329355" y="350288"/>
                    <a:pt x="329603" y="351280"/>
                    <a:pt x="329851" y="352272"/>
                  </a:cubicBezTo>
                  <a:cubicBezTo>
                    <a:pt x="331299" y="352712"/>
                    <a:pt x="331299" y="352712"/>
                    <a:pt x="332827" y="353016"/>
                  </a:cubicBezTo>
                  <a:cubicBezTo>
                    <a:pt x="333318" y="353753"/>
                    <a:pt x="333810" y="354490"/>
                    <a:pt x="334316" y="355249"/>
                  </a:cubicBezTo>
                  <a:cubicBezTo>
                    <a:pt x="334807" y="355356"/>
                    <a:pt x="335298" y="355464"/>
                    <a:pt x="335804" y="355574"/>
                  </a:cubicBezTo>
                  <a:cubicBezTo>
                    <a:pt x="336295" y="355712"/>
                    <a:pt x="336786" y="355851"/>
                    <a:pt x="337292" y="355993"/>
                  </a:cubicBezTo>
                  <a:cubicBezTo>
                    <a:pt x="337813" y="356973"/>
                    <a:pt x="338310" y="357965"/>
                    <a:pt x="338780" y="358969"/>
                  </a:cubicBezTo>
                  <a:cubicBezTo>
                    <a:pt x="339517" y="359215"/>
                    <a:pt x="340254" y="359461"/>
                    <a:pt x="341013" y="359714"/>
                  </a:cubicBezTo>
                  <a:cubicBezTo>
                    <a:pt x="341013" y="360696"/>
                    <a:pt x="341013" y="361678"/>
                    <a:pt x="341013" y="362690"/>
                  </a:cubicBezTo>
                  <a:cubicBezTo>
                    <a:pt x="342241" y="362690"/>
                    <a:pt x="343469" y="362690"/>
                    <a:pt x="344734" y="362690"/>
                  </a:cubicBezTo>
                  <a:cubicBezTo>
                    <a:pt x="344734" y="363672"/>
                    <a:pt x="344734" y="364655"/>
                    <a:pt x="344734" y="365667"/>
                  </a:cubicBezTo>
                  <a:cubicBezTo>
                    <a:pt x="345973" y="365921"/>
                    <a:pt x="347213" y="366169"/>
                    <a:pt x="348454" y="366411"/>
                  </a:cubicBezTo>
                  <a:cubicBezTo>
                    <a:pt x="348873" y="367853"/>
                    <a:pt x="348873" y="367853"/>
                    <a:pt x="349198" y="369387"/>
                  </a:cubicBezTo>
                  <a:cubicBezTo>
                    <a:pt x="350185" y="369895"/>
                    <a:pt x="351176" y="370393"/>
                    <a:pt x="352175" y="370876"/>
                  </a:cubicBezTo>
                  <a:cubicBezTo>
                    <a:pt x="352175" y="371612"/>
                    <a:pt x="352175" y="372349"/>
                    <a:pt x="352175" y="373108"/>
                  </a:cubicBezTo>
                  <a:cubicBezTo>
                    <a:pt x="353403" y="373108"/>
                    <a:pt x="354631" y="373108"/>
                    <a:pt x="355896" y="373108"/>
                  </a:cubicBezTo>
                  <a:cubicBezTo>
                    <a:pt x="355896" y="374090"/>
                    <a:pt x="355896" y="375073"/>
                    <a:pt x="355896" y="376085"/>
                  </a:cubicBezTo>
                  <a:cubicBezTo>
                    <a:pt x="357128" y="376369"/>
                    <a:pt x="358370" y="376616"/>
                    <a:pt x="359616" y="376829"/>
                  </a:cubicBezTo>
                  <a:cubicBezTo>
                    <a:pt x="359862" y="377566"/>
                    <a:pt x="360107" y="378302"/>
                    <a:pt x="360361" y="379061"/>
                  </a:cubicBezTo>
                  <a:cubicBezTo>
                    <a:pt x="360867" y="379568"/>
                    <a:pt x="361373" y="380074"/>
                    <a:pt x="361895" y="380596"/>
                  </a:cubicBezTo>
                  <a:cubicBezTo>
                    <a:pt x="363337" y="382038"/>
                    <a:pt x="363337" y="382038"/>
                    <a:pt x="363337" y="383526"/>
                  </a:cubicBezTo>
                  <a:cubicBezTo>
                    <a:pt x="363828" y="383634"/>
                    <a:pt x="364319" y="383741"/>
                    <a:pt x="364825" y="383852"/>
                  </a:cubicBezTo>
                  <a:cubicBezTo>
                    <a:pt x="365316" y="383990"/>
                    <a:pt x="365808" y="384128"/>
                    <a:pt x="366314" y="384270"/>
                  </a:cubicBezTo>
                  <a:cubicBezTo>
                    <a:pt x="366314" y="385007"/>
                    <a:pt x="366314" y="385744"/>
                    <a:pt x="366314" y="386503"/>
                  </a:cubicBezTo>
                  <a:cubicBezTo>
                    <a:pt x="367296" y="386503"/>
                    <a:pt x="368278" y="386503"/>
                    <a:pt x="369290" y="386503"/>
                  </a:cubicBezTo>
                  <a:cubicBezTo>
                    <a:pt x="369398" y="386963"/>
                    <a:pt x="369505" y="387424"/>
                    <a:pt x="369616" y="387898"/>
                  </a:cubicBezTo>
                  <a:cubicBezTo>
                    <a:pt x="369754" y="388420"/>
                    <a:pt x="369892" y="388942"/>
                    <a:pt x="370034" y="389479"/>
                  </a:cubicBezTo>
                  <a:cubicBezTo>
                    <a:pt x="371264" y="390002"/>
                    <a:pt x="372504" y="390499"/>
                    <a:pt x="373755" y="390968"/>
                  </a:cubicBezTo>
                  <a:cubicBezTo>
                    <a:pt x="374001" y="391704"/>
                    <a:pt x="374246" y="392441"/>
                    <a:pt x="374499" y="393200"/>
                  </a:cubicBezTo>
                  <a:cubicBezTo>
                    <a:pt x="375236" y="393446"/>
                    <a:pt x="375973" y="393691"/>
                    <a:pt x="376732" y="393944"/>
                  </a:cubicBezTo>
                  <a:cubicBezTo>
                    <a:pt x="377255" y="395423"/>
                    <a:pt x="377752" y="396912"/>
                    <a:pt x="378220" y="398409"/>
                  </a:cubicBezTo>
                  <a:cubicBezTo>
                    <a:pt x="378711" y="398655"/>
                    <a:pt x="379202" y="398900"/>
                    <a:pt x="379708" y="399153"/>
                  </a:cubicBezTo>
                  <a:cubicBezTo>
                    <a:pt x="379451" y="401639"/>
                    <a:pt x="378375" y="403266"/>
                    <a:pt x="376732" y="405106"/>
                  </a:cubicBezTo>
                  <a:cubicBezTo>
                    <a:pt x="376240" y="405106"/>
                    <a:pt x="375749" y="405106"/>
                    <a:pt x="375243" y="405106"/>
                  </a:cubicBezTo>
                  <a:cubicBezTo>
                    <a:pt x="375044" y="405766"/>
                    <a:pt x="374844" y="406426"/>
                    <a:pt x="374639" y="407106"/>
                  </a:cubicBezTo>
                  <a:cubicBezTo>
                    <a:pt x="373606" y="409986"/>
                    <a:pt x="372230" y="411203"/>
                    <a:pt x="370034" y="413292"/>
                  </a:cubicBezTo>
                  <a:cubicBezTo>
                    <a:pt x="369278" y="414525"/>
                    <a:pt x="368531" y="415763"/>
                    <a:pt x="367802" y="417012"/>
                  </a:cubicBezTo>
                  <a:cubicBezTo>
                    <a:pt x="367311" y="417258"/>
                    <a:pt x="366820" y="417504"/>
                    <a:pt x="366314" y="417757"/>
                  </a:cubicBezTo>
                  <a:cubicBezTo>
                    <a:pt x="366068" y="418493"/>
                    <a:pt x="365823" y="419230"/>
                    <a:pt x="365569" y="419989"/>
                  </a:cubicBezTo>
                  <a:cubicBezTo>
                    <a:pt x="365078" y="420235"/>
                    <a:pt x="364587" y="420480"/>
                    <a:pt x="364081" y="420733"/>
                  </a:cubicBezTo>
                  <a:cubicBezTo>
                    <a:pt x="363974" y="421240"/>
                    <a:pt x="363866" y="421746"/>
                    <a:pt x="363756" y="422268"/>
                  </a:cubicBezTo>
                  <a:cubicBezTo>
                    <a:pt x="363618" y="422744"/>
                    <a:pt x="363479" y="423220"/>
                    <a:pt x="363337" y="423710"/>
                  </a:cubicBezTo>
                  <a:cubicBezTo>
                    <a:pt x="362600" y="423710"/>
                    <a:pt x="361864" y="423710"/>
                    <a:pt x="361105" y="423710"/>
                  </a:cubicBezTo>
                  <a:cubicBezTo>
                    <a:pt x="360982" y="424324"/>
                    <a:pt x="360859" y="424938"/>
                    <a:pt x="360733" y="425570"/>
                  </a:cubicBezTo>
                  <a:cubicBezTo>
                    <a:pt x="360610" y="426184"/>
                    <a:pt x="360487" y="426798"/>
                    <a:pt x="360361" y="427430"/>
                  </a:cubicBezTo>
                  <a:cubicBezTo>
                    <a:pt x="359624" y="427430"/>
                    <a:pt x="358887" y="427430"/>
                    <a:pt x="358128" y="427430"/>
                  </a:cubicBezTo>
                  <a:cubicBezTo>
                    <a:pt x="358189" y="427968"/>
                    <a:pt x="358251" y="428505"/>
                    <a:pt x="358314" y="429058"/>
                  </a:cubicBezTo>
                  <a:cubicBezTo>
                    <a:pt x="358070" y="431800"/>
                    <a:pt x="357013" y="432901"/>
                    <a:pt x="355152" y="434872"/>
                  </a:cubicBezTo>
                  <a:cubicBezTo>
                    <a:pt x="354660" y="435117"/>
                    <a:pt x="354169" y="435363"/>
                    <a:pt x="353663" y="435616"/>
                  </a:cubicBezTo>
                  <a:cubicBezTo>
                    <a:pt x="353157" y="436652"/>
                    <a:pt x="353157" y="436652"/>
                    <a:pt x="352640" y="437709"/>
                  </a:cubicBezTo>
                  <a:cubicBezTo>
                    <a:pt x="351468" y="440008"/>
                    <a:pt x="350418" y="441410"/>
                    <a:pt x="348454" y="443057"/>
                  </a:cubicBezTo>
                  <a:cubicBezTo>
                    <a:pt x="347963" y="443057"/>
                    <a:pt x="347472" y="443057"/>
                    <a:pt x="346966" y="443057"/>
                  </a:cubicBezTo>
                  <a:cubicBezTo>
                    <a:pt x="346966" y="443549"/>
                    <a:pt x="346966" y="444040"/>
                    <a:pt x="346966" y="444546"/>
                  </a:cubicBezTo>
                  <a:cubicBezTo>
                    <a:pt x="347878" y="444544"/>
                    <a:pt x="348790" y="444542"/>
                    <a:pt x="349730" y="444541"/>
                  </a:cubicBezTo>
                  <a:cubicBezTo>
                    <a:pt x="358304" y="444526"/>
                    <a:pt x="366878" y="444514"/>
                    <a:pt x="375452" y="444507"/>
                  </a:cubicBezTo>
                  <a:cubicBezTo>
                    <a:pt x="379861" y="444503"/>
                    <a:pt x="384270" y="444498"/>
                    <a:pt x="388678" y="444490"/>
                  </a:cubicBezTo>
                  <a:cubicBezTo>
                    <a:pt x="392929" y="444481"/>
                    <a:pt x="397180" y="444477"/>
                    <a:pt x="401431" y="444475"/>
                  </a:cubicBezTo>
                  <a:cubicBezTo>
                    <a:pt x="403056" y="444474"/>
                    <a:pt x="404682" y="444471"/>
                    <a:pt x="406308" y="444467"/>
                  </a:cubicBezTo>
                  <a:cubicBezTo>
                    <a:pt x="408576" y="444462"/>
                    <a:pt x="410844" y="444461"/>
                    <a:pt x="413113" y="444461"/>
                  </a:cubicBezTo>
                  <a:cubicBezTo>
                    <a:pt x="413792" y="444458"/>
                    <a:pt x="414471" y="444456"/>
                    <a:pt x="415171" y="444453"/>
                  </a:cubicBezTo>
                  <a:cubicBezTo>
                    <a:pt x="419807" y="444461"/>
                    <a:pt x="419807" y="444461"/>
                    <a:pt x="420636" y="445290"/>
                  </a:cubicBezTo>
                  <a:cubicBezTo>
                    <a:pt x="420727" y="447483"/>
                    <a:pt x="420769" y="449658"/>
                    <a:pt x="420779" y="451852"/>
                  </a:cubicBezTo>
                  <a:cubicBezTo>
                    <a:pt x="420786" y="452540"/>
                    <a:pt x="420792" y="453229"/>
                    <a:pt x="420798" y="453938"/>
                  </a:cubicBezTo>
                  <a:cubicBezTo>
                    <a:pt x="420816" y="456226"/>
                    <a:pt x="420829" y="458513"/>
                    <a:pt x="420839" y="460800"/>
                  </a:cubicBezTo>
                  <a:cubicBezTo>
                    <a:pt x="420845" y="461968"/>
                    <a:pt x="420845" y="461968"/>
                    <a:pt x="420851" y="463159"/>
                  </a:cubicBezTo>
                  <a:cubicBezTo>
                    <a:pt x="420871" y="467275"/>
                    <a:pt x="420886" y="471392"/>
                    <a:pt x="420896" y="475509"/>
                  </a:cubicBezTo>
                  <a:cubicBezTo>
                    <a:pt x="420909" y="479775"/>
                    <a:pt x="420942" y="484042"/>
                    <a:pt x="420980" y="488309"/>
                  </a:cubicBezTo>
                  <a:cubicBezTo>
                    <a:pt x="421005" y="491577"/>
                    <a:pt x="421014" y="494845"/>
                    <a:pt x="421018" y="498114"/>
                  </a:cubicBezTo>
                  <a:cubicBezTo>
                    <a:pt x="421023" y="499688"/>
                    <a:pt x="421034" y="501261"/>
                    <a:pt x="421052" y="502835"/>
                  </a:cubicBezTo>
                  <a:cubicBezTo>
                    <a:pt x="421075" y="505031"/>
                    <a:pt x="421076" y="507225"/>
                    <a:pt x="421070" y="509421"/>
                  </a:cubicBezTo>
                  <a:cubicBezTo>
                    <a:pt x="421082" y="510078"/>
                    <a:pt x="421095" y="510735"/>
                    <a:pt x="421107" y="511413"/>
                  </a:cubicBezTo>
                  <a:cubicBezTo>
                    <a:pt x="421088" y="513215"/>
                    <a:pt x="421088" y="513215"/>
                    <a:pt x="420636" y="515983"/>
                  </a:cubicBezTo>
                  <a:cubicBezTo>
                    <a:pt x="417331" y="517208"/>
                    <a:pt x="413463" y="516830"/>
                    <a:pt x="409977" y="516821"/>
                  </a:cubicBezTo>
                  <a:cubicBezTo>
                    <a:pt x="409272" y="516822"/>
                    <a:pt x="408567" y="516823"/>
                    <a:pt x="407841" y="516824"/>
                  </a:cubicBezTo>
                  <a:cubicBezTo>
                    <a:pt x="405465" y="516827"/>
                    <a:pt x="403090" y="516824"/>
                    <a:pt x="400714" y="516822"/>
                  </a:cubicBezTo>
                  <a:cubicBezTo>
                    <a:pt x="398999" y="516823"/>
                    <a:pt x="397284" y="516824"/>
                    <a:pt x="395569" y="516825"/>
                  </a:cubicBezTo>
                  <a:cubicBezTo>
                    <a:pt x="390846" y="516828"/>
                    <a:pt x="386123" y="516827"/>
                    <a:pt x="381400" y="516825"/>
                  </a:cubicBezTo>
                  <a:cubicBezTo>
                    <a:pt x="376833" y="516823"/>
                    <a:pt x="372266" y="516825"/>
                    <a:pt x="367699" y="516827"/>
                  </a:cubicBezTo>
                  <a:cubicBezTo>
                    <a:pt x="357781" y="516831"/>
                    <a:pt x="347862" y="516830"/>
                    <a:pt x="337943" y="516828"/>
                  </a:cubicBezTo>
                  <a:cubicBezTo>
                    <a:pt x="329264" y="516826"/>
                    <a:pt x="320585" y="516826"/>
                    <a:pt x="311906" y="516827"/>
                  </a:cubicBezTo>
                  <a:cubicBezTo>
                    <a:pt x="311044" y="516827"/>
                    <a:pt x="311044" y="516827"/>
                    <a:pt x="310164" y="516827"/>
                  </a:cubicBezTo>
                  <a:cubicBezTo>
                    <a:pt x="307829" y="516827"/>
                    <a:pt x="305494" y="516828"/>
                    <a:pt x="303159" y="516828"/>
                  </a:cubicBezTo>
                  <a:cubicBezTo>
                    <a:pt x="281251" y="516830"/>
                    <a:pt x="259342" y="516828"/>
                    <a:pt x="237434" y="516824"/>
                  </a:cubicBezTo>
                  <a:cubicBezTo>
                    <a:pt x="217955" y="516820"/>
                    <a:pt x="198477" y="516821"/>
                    <a:pt x="178998" y="516824"/>
                  </a:cubicBezTo>
                  <a:cubicBezTo>
                    <a:pt x="157127" y="516828"/>
                    <a:pt x="135255" y="516830"/>
                    <a:pt x="113384" y="516828"/>
                  </a:cubicBezTo>
                  <a:cubicBezTo>
                    <a:pt x="111054" y="516827"/>
                    <a:pt x="108725" y="516827"/>
                    <a:pt x="106395" y="516827"/>
                  </a:cubicBezTo>
                  <a:cubicBezTo>
                    <a:pt x="105821" y="516827"/>
                    <a:pt x="105247" y="516827"/>
                    <a:pt x="104656" y="516827"/>
                  </a:cubicBezTo>
                  <a:cubicBezTo>
                    <a:pt x="95980" y="516826"/>
                    <a:pt x="87304" y="516827"/>
                    <a:pt x="78627" y="516829"/>
                  </a:cubicBezTo>
                  <a:cubicBezTo>
                    <a:pt x="68767" y="516831"/>
                    <a:pt x="58907" y="516830"/>
                    <a:pt x="49047" y="516826"/>
                  </a:cubicBezTo>
                  <a:cubicBezTo>
                    <a:pt x="44011" y="516824"/>
                    <a:pt x="38976" y="516824"/>
                    <a:pt x="33941" y="516826"/>
                  </a:cubicBezTo>
                  <a:cubicBezTo>
                    <a:pt x="29338" y="516828"/>
                    <a:pt x="24736" y="516827"/>
                    <a:pt x="20134" y="516823"/>
                  </a:cubicBezTo>
                  <a:cubicBezTo>
                    <a:pt x="18462" y="516822"/>
                    <a:pt x="16790" y="516823"/>
                    <a:pt x="15118" y="516824"/>
                  </a:cubicBezTo>
                  <a:cubicBezTo>
                    <a:pt x="12859" y="516827"/>
                    <a:pt x="10601" y="516824"/>
                    <a:pt x="8342" y="516821"/>
                  </a:cubicBezTo>
                  <a:cubicBezTo>
                    <a:pt x="7681" y="516823"/>
                    <a:pt x="7020" y="516824"/>
                    <a:pt x="6339" y="516826"/>
                  </a:cubicBezTo>
                  <a:cubicBezTo>
                    <a:pt x="1855" y="516812"/>
                    <a:pt x="1855" y="516812"/>
                    <a:pt x="196" y="515983"/>
                  </a:cubicBezTo>
                  <a:cubicBezTo>
                    <a:pt x="11" y="514536"/>
                    <a:pt x="11" y="514536"/>
                    <a:pt x="11" y="512590"/>
                  </a:cubicBezTo>
                  <a:cubicBezTo>
                    <a:pt x="7" y="511850"/>
                    <a:pt x="4" y="511111"/>
                    <a:pt x="0" y="510348"/>
                  </a:cubicBezTo>
                  <a:cubicBezTo>
                    <a:pt x="4" y="509525"/>
                    <a:pt x="7" y="508701"/>
                    <a:pt x="11" y="507852"/>
                  </a:cubicBezTo>
                  <a:cubicBezTo>
                    <a:pt x="9" y="506982"/>
                    <a:pt x="7" y="506111"/>
                    <a:pt x="5" y="505215"/>
                  </a:cubicBezTo>
                  <a:cubicBezTo>
                    <a:pt x="1" y="502778"/>
                    <a:pt x="4" y="500342"/>
                    <a:pt x="10" y="497905"/>
                  </a:cubicBezTo>
                  <a:cubicBezTo>
                    <a:pt x="14" y="495262"/>
                    <a:pt x="10" y="492620"/>
                    <a:pt x="7" y="489977"/>
                  </a:cubicBezTo>
                  <a:cubicBezTo>
                    <a:pt x="3" y="485338"/>
                    <a:pt x="4" y="480699"/>
                    <a:pt x="9" y="476060"/>
                  </a:cubicBezTo>
                  <a:cubicBezTo>
                    <a:pt x="16" y="469162"/>
                    <a:pt x="15" y="462265"/>
                    <a:pt x="12" y="455367"/>
                  </a:cubicBezTo>
                  <a:cubicBezTo>
                    <a:pt x="7" y="443765"/>
                    <a:pt x="10" y="432163"/>
                    <a:pt x="16" y="420561"/>
                  </a:cubicBezTo>
                  <a:cubicBezTo>
                    <a:pt x="23" y="409068"/>
                    <a:pt x="26" y="397575"/>
                    <a:pt x="26" y="386082"/>
                  </a:cubicBezTo>
                  <a:cubicBezTo>
                    <a:pt x="26" y="385368"/>
                    <a:pt x="26" y="384654"/>
                    <a:pt x="26" y="383919"/>
                  </a:cubicBezTo>
                  <a:cubicBezTo>
                    <a:pt x="26" y="381022"/>
                    <a:pt x="26" y="378125"/>
                    <a:pt x="26" y="375228"/>
                  </a:cubicBezTo>
                  <a:cubicBezTo>
                    <a:pt x="25" y="348028"/>
                    <a:pt x="33" y="320828"/>
                    <a:pt x="44" y="293628"/>
                  </a:cubicBezTo>
                  <a:cubicBezTo>
                    <a:pt x="54" y="269439"/>
                    <a:pt x="59" y="245250"/>
                    <a:pt x="59" y="221062"/>
                  </a:cubicBezTo>
                  <a:cubicBezTo>
                    <a:pt x="59" y="219508"/>
                    <a:pt x="58" y="217955"/>
                    <a:pt x="58" y="216402"/>
                  </a:cubicBezTo>
                  <a:cubicBezTo>
                    <a:pt x="58" y="215635"/>
                    <a:pt x="58" y="214867"/>
                    <a:pt x="58" y="214076"/>
                  </a:cubicBezTo>
                  <a:cubicBezTo>
                    <a:pt x="58" y="210211"/>
                    <a:pt x="58" y="206347"/>
                    <a:pt x="58" y="202482"/>
                  </a:cubicBezTo>
                  <a:cubicBezTo>
                    <a:pt x="58" y="201720"/>
                    <a:pt x="58" y="200957"/>
                    <a:pt x="58" y="200172"/>
                  </a:cubicBezTo>
                  <a:cubicBezTo>
                    <a:pt x="58" y="179986"/>
                    <a:pt x="61" y="159801"/>
                    <a:pt x="66" y="139615"/>
                  </a:cubicBezTo>
                  <a:cubicBezTo>
                    <a:pt x="66" y="138897"/>
                    <a:pt x="66" y="138180"/>
                    <a:pt x="66" y="137440"/>
                  </a:cubicBezTo>
                  <a:cubicBezTo>
                    <a:pt x="67" y="134554"/>
                    <a:pt x="68" y="131668"/>
                    <a:pt x="68" y="128782"/>
                  </a:cubicBezTo>
                  <a:cubicBezTo>
                    <a:pt x="71" y="118723"/>
                    <a:pt x="72" y="108664"/>
                    <a:pt x="72" y="98605"/>
                  </a:cubicBezTo>
                  <a:cubicBezTo>
                    <a:pt x="73" y="85644"/>
                    <a:pt x="76" y="72684"/>
                    <a:pt x="83" y="59724"/>
                  </a:cubicBezTo>
                  <a:cubicBezTo>
                    <a:pt x="87" y="52863"/>
                    <a:pt x="89" y="46002"/>
                    <a:pt x="87" y="39141"/>
                  </a:cubicBezTo>
                  <a:cubicBezTo>
                    <a:pt x="87" y="34566"/>
                    <a:pt x="89" y="29992"/>
                    <a:pt x="93" y="25418"/>
                  </a:cubicBezTo>
                  <a:cubicBezTo>
                    <a:pt x="96" y="22806"/>
                    <a:pt x="97" y="20194"/>
                    <a:pt x="95" y="17582"/>
                  </a:cubicBezTo>
                  <a:cubicBezTo>
                    <a:pt x="94" y="14778"/>
                    <a:pt x="97" y="11974"/>
                    <a:pt x="101" y="9169"/>
                  </a:cubicBezTo>
                  <a:cubicBezTo>
                    <a:pt x="99" y="8345"/>
                    <a:pt x="98" y="7522"/>
                    <a:pt x="96" y="6673"/>
                  </a:cubicBezTo>
                  <a:cubicBezTo>
                    <a:pt x="98" y="5933"/>
                    <a:pt x="100" y="5193"/>
                    <a:pt x="102" y="4431"/>
                  </a:cubicBezTo>
                  <a:cubicBezTo>
                    <a:pt x="103" y="3789"/>
                    <a:pt x="103" y="3147"/>
                    <a:pt x="103" y="2485"/>
                  </a:cubicBezTo>
                  <a:cubicBezTo>
                    <a:pt x="309" y="-712"/>
                    <a:pt x="2785" y="202"/>
                    <a:pt x="5421" y="192"/>
                  </a:cubicBezTo>
                  <a:cubicBezTo>
                    <a:pt x="6399" y="194"/>
                    <a:pt x="6399" y="194"/>
                    <a:pt x="7397" y="196"/>
                  </a:cubicBezTo>
                  <a:cubicBezTo>
                    <a:pt x="8085" y="194"/>
                    <a:pt x="8774" y="193"/>
                    <a:pt x="9484" y="191"/>
                  </a:cubicBezTo>
                  <a:cubicBezTo>
                    <a:pt x="11823" y="187"/>
                    <a:pt x="14162" y="188"/>
                    <a:pt x="16501" y="189"/>
                  </a:cubicBezTo>
                  <a:cubicBezTo>
                    <a:pt x="18183" y="187"/>
                    <a:pt x="19865" y="185"/>
                    <a:pt x="21546" y="183"/>
                  </a:cubicBezTo>
                  <a:cubicBezTo>
                    <a:pt x="26191" y="177"/>
                    <a:pt x="30836" y="175"/>
                    <a:pt x="35481" y="175"/>
                  </a:cubicBezTo>
                  <a:cubicBezTo>
                    <a:pt x="39968" y="173"/>
                    <a:pt x="44455" y="169"/>
                    <a:pt x="48943" y="164"/>
                  </a:cubicBezTo>
                  <a:cubicBezTo>
                    <a:pt x="60970" y="152"/>
                    <a:pt x="72997" y="148"/>
                    <a:pt x="85025" y="144"/>
                  </a:cubicBezTo>
                  <a:cubicBezTo>
                    <a:pt x="90710" y="143"/>
                    <a:pt x="96396" y="140"/>
                    <a:pt x="102082" y="137"/>
                  </a:cubicBezTo>
                  <a:cubicBezTo>
                    <a:pt x="121532" y="128"/>
                    <a:pt x="140982" y="120"/>
                    <a:pt x="160432" y="117"/>
                  </a:cubicBezTo>
                  <a:cubicBezTo>
                    <a:pt x="161653" y="117"/>
                    <a:pt x="162875" y="117"/>
                    <a:pt x="164097" y="116"/>
                  </a:cubicBezTo>
                  <a:cubicBezTo>
                    <a:pt x="165321" y="116"/>
                    <a:pt x="166546" y="116"/>
                    <a:pt x="167770" y="116"/>
                  </a:cubicBezTo>
                  <a:cubicBezTo>
                    <a:pt x="170227" y="116"/>
                    <a:pt x="172684" y="115"/>
                    <a:pt x="175141" y="115"/>
                  </a:cubicBezTo>
                  <a:cubicBezTo>
                    <a:pt x="176055" y="115"/>
                    <a:pt x="176055" y="115"/>
                    <a:pt x="176987" y="115"/>
                  </a:cubicBezTo>
                  <a:cubicBezTo>
                    <a:pt x="196750" y="112"/>
                    <a:pt x="216513" y="100"/>
                    <a:pt x="236277" y="83"/>
                  </a:cubicBezTo>
                  <a:cubicBezTo>
                    <a:pt x="257155" y="65"/>
                    <a:pt x="278033" y="54"/>
                    <a:pt x="298911" y="53"/>
                  </a:cubicBezTo>
                  <a:cubicBezTo>
                    <a:pt x="301201" y="53"/>
                    <a:pt x="303491" y="53"/>
                    <a:pt x="305780" y="53"/>
                  </a:cubicBezTo>
                  <a:cubicBezTo>
                    <a:pt x="306344" y="53"/>
                    <a:pt x="306908" y="53"/>
                    <a:pt x="307489" y="53"/>
                  </a:cubicBezTo>
                  <a:cubicBezTo>
                    <a:pt x="316581" y="52"/>
                    <a:pt x="325673" y="44"/>
                    <a:pt x="334766" y="33"/>
                  </a:cubicBezTo>
                  <a:cubicBezTo>
                    <a:pt x="343896" y="22"/>
                    <a:pt x="353026" y="20"/>
                    <a:pt x="362157" y="26"/>
                  </a:cubicBezTo>
                  <a:cubicBezTo>
                    <a:pt x="367108" y="29"/>
                    <a:pt x="372058" y="28"/>
                    <a:pt x="377009" y="18"/>
                  </a:cubicBezTo>
                  <a:cubicBezTo>
                    <a:pt x="381535" y="8"/>
                    <a:pt x="386060" y="9"/>
                    <a:pt x="390585" y="18"/>
                  </a:cubicBezTo>
                  <a:cubicBezTo>
                    <a:pt x="392229" y="20"/>
                    <a:pt x="393873" y="17"/>
                    <a:pt x="395517" y="11"/>
                  </a:cubicBezTo>
                  <a:cubicBezTo>
                    <a:pt x="397738" y="3"/>
                    <a:pt x="399959" y="8"/>
                    <a:pt x="402180" y="17"/>
                  </a:cubicBezTo>
                  <a:cubicBezTo>
                    <a:pt x="402830" y="11"/>
                    <a:pt x="403480" y="6"/>
                    <a:pt x="404150" y="0"/>
                  </a:cubicBezTo>
                  <a:close/>
                </a:path>
              </a:pathLst>
            </a:custGeom>
            <a:grpFill/>
            <a:ln w="744" cap="flat">
              <a:noFill/>
              <a:prstDash val="solid"/>
              <a:miter/>
            </a:ln>
          </p:spPr>
          <p:txBody>
            <a:bodyPr rtlCol="0" anchor="ctr"/>
            <a:lstStyle/>
            <a:p>
              <a:endParaRPr lang="zh-CN" altLang="en-US"/>
            </a:p>
          </p:txBody>
        </p:sp>
        <p:sp>
          <p:nvSpPr>
            <p:cNvPr id="84" name="任意多边形: 形状 83"/>
            <p:cNvSpPr/>
            <p:nvPr/>
          </p:nvSpPr>
          <p:spPr>
            <a:xfrm>
              <a:off x="1955420" y="609907"/>
              <a:ext cx="309401" cy="1011480"/>
            </a:xfrm>
            <a:custGeom>
              <a:avLst/>
              <a:gdLst>
                <a:gd name="connsiteX0" fmla="*/ 3375 w 309401"/>
                <a:gd name="connsiteY0" fmla="*/ 645 h 1011480"/>
                <a:gd name="connsiteX1" fmla="*/ 82254 w 309401"/>
                <a:gd name="connsiteY1" fmla="*/ 645 h 1011480"/>
                <a:gd name="connsiteX2" fmla="*/ 82998 w 309401"/>
                <a:gd name="connsiteY2" fmla="*/ 920403 h 1011480"/>
                <a:gd name="connsiteX3" fmla="*/ 85231 w 309401"/>
                <a:gd name="connsiteY3" fmla="*/ 919659 h 1011480"/>
                <a:gd name="connsiteX4" fmla="*/ 90993 w 309401"/>
                <a:gd name="connsiteY4" fmla="*/ 919570 h 1011480"/>
                <a:gd name="connsiteX5" fmla="*/ 92790 w 309401"/>
                <a:gd name="connsiteY5" fmla="*/ 919568 h 1011480"/>
                <a:gd name="connsiteX6" fmla="*/ 98769 w 309401"/>
                <a:gd name="connsiteY6" fmla="*/ 919575 h 1011480"/>
                <a:gd name="connsiteX7" fmla="*/ 103048 w 309401"/>
                <a:gd name="connsiteY7" fmla="*/ 919574 h 1011480"/>
                <a:gd name="connsiteX8" fmla="*/ 114685 w 309401"/>
                <a:gd name="connsiteY8" fmla="*/ 919584 h 1011480"/>
                <a:gd name="connsiteX9" fmla="*/ 126847 w 309401"/>
                <a:gd name="connsiteY9" fmla="*/ 919589 h 1011480"/>
                <a:gd name="connsiteX10" fmla="*/ 149894 w 309401"/>
                <a:gd name="connsiteY10" fmla="*/ 919605 h 1011480"/>
                <a:gd name="connsiteX11" fmla="*/ 176100 w 309401"/>
                <a:gd name="connsiteY11" fmla="*/ 919622 h 1011480"/>
                <a:gd name="connsiteX12" fmla="*/ 226263 w 309401"/>
                <a:gd name="connsiteY12" fmla="*/ 919656 h 1011480"/>
                <a:gd name="connsiteX13" fmla="*/ 232571 w 309401"/>
                <a:gd name="connsiteY13" fmla="*/ 919659 h 1011480"/>
                <a:gd name="connsiteX14" fmla="*/ 232570 w 309401"/>
                <a:gd name="connsiteY14" fmla="*/ 917246 h 1011480"/>
                <a:gd name="connsiteX15" fmla="*/ 232559 w 309401"/>
                <a:gd name="connsiteY15" fmla="*/ 835457 h 1011480"/>
                <a:gd name="connsiteX16" fmla="*/ 232559 w 309401"/>
                <a:gd name="connsiteY16" fmla="*/ 833792 h 1011480"/>
                <a:gd name="connsiteX17" fmla="*/ 232539 w 309401"/>
                <a:gd name="connsiteY17" fmla="*/ 657300 h 1011480"/>
                <a:gd name="connsiteX18" fmla="*/ 232539 w 309401"/>
                <a:gd name="connsiteY18" fmla="*/ 653381 h 1011480"/>
                <a:gd name="connsiteX19" fmla="*/ 232533 w 309401"/>
                <a:gd name="connsiteY19" fmla="*/ 571126 h 1011480"/>
                <a:gd name="connsiteX20" fmla="*/ 232530 w 309401"/>
                <a:gd name="connsiteY20" fmla="*/ 529809 h 1011480"/>
                <a:gd name="connsiteX21" fmla="*/ 232529 w 309401"/>
                <a:gd name="connsiteY21" fmla="*/ 523576 h 1011480"/>
                <a:gd name="connsiteX22" fmla="*/ 232524 w 309401"/>
                <a:gd name="connsiteY22" fmla="*/ 463080 h 1011480"/>
                <a:gd name="connsiteX23" fmla="*/ 232524 w 309401"/>
                <a:gd name="connsiteY23" fmla="*/ 460989 h 1011480"/>
                <a:gd name="connsiteX24" fmla="*/ 232520 w 309401"/>
                <a:gd name="connsiteY24" fmla="*/ 427566 h 1011480"/>
                <a:gd name="connsiteX25" fmla="*/ 232519 w 309401"/>
                <a:gd name="connsiteY25" fmla="*/ 425480 h 1011480"/>
                <a:gd name="connsiteX26" fmla="*/ 232514 w 309401"/>
                <a:gd name="connsiteY26" fmla="*/ 392178 h 1011480"/>
                <a:gd name="connsiteX27" fmla="*/ 232503 w 309401"/>
                <a:gd name="connsiteY27" fmla="*/ 296297 h 1011480"/>
                <a:gd name="connsiteX28" fmla="*/ 232503 w 309401"/>
                <a:gd name="connsiteY28" fmla="*/ 294307 h 1011480"/>
                <a:gd name="connsiteX29" fmla="*/ 232501 w 309401"/>
                <a:gd name="connsiteY29" fmla="*/ 251058 h 1011480"/>
                <a:gd name="connsiteX30" fmla="*/ 232500 w 309401"/>
                <a:gd name="connsiteY30" fmla="*/ 233658 h 1011480"/>
                <a:gd name="connsiteX31" fmla="*/ 232500 w 309401"/>
                <a:gd name="connsiteY31" fmla="*/ 231735 h 1011480"/>
                <a:gd name="connsiteX32" fmla="*/ 232492 w 309401"/>
                <a:gd name="connsiteY32" fmla="*/ 170307 h 1011480"/>
                <a:gd name="connsiteX33" fmla="*/ 232486 w 309401"/>
                <a:gd name="connsiteY33" fmla="*/ 108462 h 1011480"/>
                <a:gd name="connsiteX34" fmla="*/ 232486 w 309401"/>
                <a:gd name="connsiteY34" fmla="*/ 99928 h 1011480"/>
                <a:gd name="connsiteX35" fmla="*/ 232487 w 309401"/>
                <a:gd name="connsiteY35" fmla="*/ 98238 h 1011480"/>
                <a:gd name="connsiteX36" fmla="*/ 232481 w 309401"/>
                <a:gd name="connsiteY36" fmla="*/ 71679 h 1011480"/>
                <a:gd name="connsiteX37" fmla="*/ 232480 w 309401"/>
                <a:gd name="connsiteY37" fmla="*/ 45604 h 1011480"/>
                <a:gd name="connsiteX38" fmla="*/ 232478 w 309401"/>
                <a:gd name="connsiteY38" fmla="*/ 31639 h 1011480"/>
                <a:gd name="connsiteX39" fmla="*/ 232478 w 309401"/>
                <a:gd name="connsiteY39" fmla="*/ 18962 h 1011480"/>
                <a:gd name="connsiteX40" fmla="*/ 232476 w 309401"/>
                <a:gd name="connsiteY40" fmla="*/ 14378 h 1011480"/>
                <a:gd name="connsiteX41" fmla="*/ 232478 w 309401"/>
                <a:gd name="connsiteY41" fmla="*/ 8202 h 1011480"/>
                <a:gd name="connsiteX42" fmla="*/ 232473 w 309401"/>
                <a:gd name="connsiteY42" fmla="*/ 6380 h 1011480"/>
                <a:gd name="connsiteX43" fmla="*/ 233315 w 309401"/>
                <a:gd name="connsiteY43" fmla="*/ 645 h 1011480"/>
                <a:gd name="connsiteX44" fmla="*/ 236366 w 309401"/>
                <a:gd name="connsiteY44" fmla="*/ 461 h 1011480"/>
                <a:gd name="connsiteX45" fmla="*/ 238358 w 309401"/>
                <a:gd name="connsiteY45" fmla="*/ 452 h 1011480"/>
                <a:gd name="connsiteX46" fmla="*/ 240560 w 309401"/>
                <a:gd name="connsiteY46" fmla="*/ 465 h 1011480"/>
                <a:gd name="connsiteX47" fmla="*/ 242866 w 309401"/>
                <a:gd name="connsiteY47" fmla="*/ 460 h 1011480"/>
                <a:gd name="connsiteX48" fmla="*/ 250453 w 309401"/>
                <a:gd name="connsiteY48" fmla="*/ 474 h 1011480"/>
                <a:gd name="connsiteX49" fmla="*/ 255700 w 309401"/>
                <a:gd name="connsiteY49" fmla="*/ 475 h 1011480"/>
                <a:gd name="connsiteX50" fmla="*/ 266713 w 309401"/>
                <a:gd name="connsiteY50" fmla="*/ 492 h 1011480"/>
                <a:gd name="connsiteX51" fmla="*/ 280864 w 309401"/>
                <a:gd name="connsiteY51" fmla="*/ 507 h 1011480"/>
                <a:gd name="connsiteX52" fmla="*/ 291704 w 309401"/>
                <a:gd name="connsiteY52" fmla="*/ 517 h 1011480"/>
                <a:gd name="connsiteX53" fmla="*/ 296923 w 309401"/>
                <a:gd name="connsiteY53" fmla="*/ 521 h 1011480"/>
                <a:gd name="connsiteX54" fmla="*/ 304204 w 309401"/>
                <a:gd name="connsiteY54" fmla="*/ 537 h 1011480"/>
                <a:gd name="connsiteX55" fmla="*/ 306407 w 309401"/>
                <a:gd name="connsiteY55" fmla="*/ 536 h 1011480"/>
                <a:gd name="connsiteX56" fmla="*/ 308399 w 309401"/>
                <a:gd name="connsiteY56" fmla="*/ 546 h 1011480"/>
                <a:gd name="connsiteX57" fmla="*/ 310140 w 309401"/>
                <a:gd name="connsiteY57" fmla="*/ 550 h 1011480"/>
                <a:gd name="connsiteX58" fmla="*/ 312194 w 309401"/>
                <a:gd name="connsiteY58" fmla="*/ 1390 h 1011480"/>
                <a:gd name="connsiteX59" fmla="*/ 312289 w 309401"/>
                <a:gd name="connsiteY59" fmla="*/ 7698 h 1011480"/>
                <a:gd name="connsiteX60" fmla="*/ 312292 w 309401"/>
                <a:gd name="connsiteY60" fmla="*/ 9741 h 1011480"/>
                <a:gd name="connsiteX61" fmla="*/ 312292 w 309401"/>
                <a:gd name="connsiteY61" fmla="*/ 16622 h 1011480"/>
                <a:gd name="connsiteX62" fmla="*/ 312296 w 309401"/>
                <a:gd name="connsiteY62" fmla="*/ 21585 h 1011480"/>
                <a:gd name="connsiteX63" fmla="*/ 312299 w 309401"/>
                <a:gd name="connsiteY63" fmla="*/ 35354 h 1011480"/>
                <a:gd name="connsiteX64" fmla="*/ 312304 w 309401"/>
                <a:gd name="connsiteY64" fmla="*/ 48746 h 1011480"/>
                <a:gd name="connsiteX65" fmla="*/ 312312 w 309401"/>
                <a:gd name="connsiteY65" fmla="*/ 76493 h 1011480"/>
                <a:gd name="connsiteX66" fmla="*/ 312319 w 309401"/>
                <a:gd name="connsiteY66" fmla="*/ 104629 h 1011480"/>
                <a:gd name="connsiteX67" fmla="*/ 312319 w 309401"/>
                <a:gd name="connsiteY67" fmla="*/ 106421 h 1011480"/>
                <a:gd name="connsiteX68" fmla="*/ 312322 w 309401"/>
                <a:gd name="connsiteY68" fmla="*/ 113645 h 1011480"/>
                <a:gd name="connsiteX69" fmla="*/ 312343 w 309401"/>
                <a:gd name="connsiteY69" fmla="*/ 199271 h 1011480"/>
                <a:gd name="connsiteX70" fmla="*/ 312350 w 309401"/>
                <a:gd name="connsiteY70" fmla="*/ 241887 h 1011480"/>
                <a:gd name="connsiteX71" fmla="*/ 312370 w 309401"/>
                <a:gd name="connsiteY71" fmla="*/ 378502 h 1011480"/>
                <a:gd name="connsiteX72" fmla="*/ 312371 w 309401"/>
                <a:gd name="connsiteY72" fmla="*/ 385035 h 1011480"/>
                <a:gd name="connsiteX73" fmla="*/ 312371 w 309401"/>
                <a:gd name="connsiteY73" fmla="*/ 398135 h 1011480"/>
                <a:gd name="connsiteX74" fmla="*/ 312372 w 309401"/>
                <a:gd name="connsiteY74" fmla="*/ 413474 h 1011480"/>
                <a:gd name="connsiteX75" fmla="*/ 312373 w 309401"/>
                <a:gd name="connsiteY75" fmla="*/ 417864 h 1011480"/>
                <a:gd name="connsiteX76" fmla="*/ 312404 w 309401"/>
                <a:gd name="connsiteY76" fmla="*/ 558920 h 1011480"/>
                <a:gd name="connsiteX77" fmla="*/ 312431 w 309401"/>
                <a:gd name="connsiteY77" fmla="*/ 660250 h 1011480"/>
                <a:gd name="connsiteX78" fmla="*/ 312431 w 309401"/>
                <a:gd name="connsiteY78" fmla="*/ 662354 h 1011480"/>
                <a:gd name="connsiteX79" fmla="*/ 312434 w 309401"/>
                <a:gd name="connsiteY79" fmla="*/ 708056 h 1011480"/>
                <a:gd name="connsiteX80" fmla="*/ 312434 w 309401"/>
                <a:gd name="connsiteY80" fmla="*/ 724408 h 1011480"/>
                <a:gd name="connsiteX81" fmla="*/ 312435 w 309401"/>
                <a:gd name="connsiteY81" fmla="*/ 728476 h 1011480"/>
                <a:gd name="connsiteX82" fmla="*/ 312454 w 309401"/>
                <a:gd name="connsiteY82" fmla="*/ 793395 h 1011480"/>
                <a:gd name="connsiteX83" fmla="*/ 312462 w 309401"/>
                <a:gd name="connsiteY83" fmla="*/ 858749 h 1011480"/>
                <a:gd name="connsiteX84" fmla="*/ 312460 w 309401"/>
                <a:gd name="connsiteY84" fmla="*/ 867766 h 1011480"/>
                <a:gd name="connsiteX85" fmla="*/ 312459 w 309401"/>
                <a:gd name="connsiteY85" fmla="*/ 869551 h 1011480"/>
                <a:gd name="connsiteX86" fmla="*/ 312471 w 309401"/>
                <a:gd name="connsiteY86" fmla="*/ 897620 h 1011480"/>
                <a:gd name="connsiteX87" fmla="*/ 312472 w 309401"/>
                <a:gd name="connsiteY87" fmla="*/ 925173 h 1011480"/>
                <a:gd name="connsiteX88" fmla="*/ 312477 w 309401"/>
                <a:gd name="connsiteY88" fmla="*/ 939932 h 1011480"/>
                <a:gd name="connsiteX89" fmla="*/ 312473 w 309401"/>
                <a:gd name="connsiteY89" fmla="*/ 953326 h 1011480"/>
                <a:gd name="connsiteX90" fmla="*/ 312480 w 309401"/>
                <a:gd name="connsiteY90" fmla="*/ 958173 h 1011480"/>
                <a:gd name="connsiteX91" fmla="*/ 312472 w 309401"/>
                <a:gd name="connsiteY91" fmla="*/ 964696 h 1011480"/>
                <a:gd name="connsiteX92" fmla="*/ 312489 w 309401"/>
                <a:gd name="connsiteY92" fmla="*/ 966627 h 1011480"/>
                <a:gd name="connsiteX93" fmla="*/ 312194 w 309401"/>
                <a:gd name="connsiteY93" fmla="*/ 971005 h 1011480"/>
                <a:gd name="connsiteX94" fmla="*/ 309961 w 309401"/>
                <a:gd name="connsiteY94" fmla="*/ 971749 h 1011480"/>
                <a:gd name="connsiteX95" fmla="*/ 309217 w 309401"/>
                <a:gd name="connsiteY95" fmla="*/ 973981 h 1011480"/>
                <a:gd name="connsiteX96" fmla="*/ 306985 w 309401"/>
                <a:gd name="connsiteY96" fmla="*/ 974725 h 1011480"/>
                <a:gd name="connsiteX97" fmla="*/ 305496 w 309401"/>
                <a:gd name="connsiteY97" fmla="*/ 977702 h 1011480"/>
                <a:gd name="connsiteX98" fmla="*/ 304008 w 309401"/>
                <a:gd name="connsiteY98" fmla="*/ 978446 h 1011480"/>
                <a:gd name="connsiteX99" fmla="*/ 303264 w 309401"/>
                <a:gd name="connsiteY99" fmla="*/ 980679 h 1011480"/>
                <a:gd name="connsiteX100" fmla="*/ 301032 w 309401"/>
                <a:gd name="connsiteY100" fmla="*/ 982167 h 1011480"/>
                <a:gd name="connsiteX101" fmla="*/ 300287 w 309401"/>
                <a:gd name="connsiteY101" fmla="*/ 984399 h 1011480"/>
                <a:gd name="connsiteX102" fmla="*/ 296567 w 309401"/>
                <a:gd name="connsiteY102" fmla="*/ 988120 h 1011480"/>
                <a:gd name="connsiteX103" fmla="*/ 295078 w 309401"/>
                <a:gd name="connsiteY103" fmla="*/ 989980 h 1011480"/>
                <a:gd name="connsiteX104" fmla="*/ 289869 w 309401"/>
                <a:gd name="connsiteY104" fmla="*/ 995561 h 1011480"/>
                <a:gd name="connsiteX105" fmla="*/ 288381 w 309401"/>
                <a:gd name="connsiteY105" fmla="*/ 995561 h 1011480"/>
                <a:gd name="connsiteX106" fmla="*/ 286893 w 309401"/>
                <a:gd name="connsiteY106" fmla="*/ 999282 h 1011480"/>
                <a:gd name="connsiteX107" fmla="*/ 285405 w 309401"/>
                <a:gd name="connsiteY107" fmla="*/ 1001514 h 1011480"/>
                <a:gd name="connsiteX108" fmla="*/ 282428 w 309401"/>
                <a:gd name="connsiteY108" fmla="*/ 1001514 h 1011480"/>
                <a:gd name="connsiteX109" fmla="*/ 281684 w 309401"/>
                <a:gd name="connsiteY109" fmla="*/ 1005235 h 1011480"/>
                <a:gd name="connsiteX110" fmla="*/ 279452 w 309401"/>
                <a:gd name="connsiteY110" fmla="*/ 1005235 h 1011480"/>
                <a:gd name="connsiteX111" fmla="*/ 279452 w 309401"/>
                <a:gd name="connsiteY111" fmla="*/ 1008956 h 1011480"/>
                <a:gd name="connsiteX112" fmla="*/ 276475 w 309401"/>
                <a:gd name="connsiteY112" fmla="*/ 1008956 h 1011480"/>
                <a:gd name="connsiteX113" fmla="*/ 276475 w 309401"/>
                <a:gd name="connsiteY113" fmla="*/ 1011932 h 1011480"/>
                <a:gd name="connsiteX114" fmla="*/ 39094 w 309401"/>
                <a:gd name="connsiteY114" fmla="*/ 1011932 h 1011480"/>
                <a:gd name="connsiteX115" fmla="*/ 39094 w 309401"/>
                <a:gd name="connsiteY115" fmla="*/ 1008956 h 1011480"/>
                <a:gd name="connsiteX116" fmla="*/ 36118 w 309401"/>
                <a:gd name="connsiteY116" fmla="*/ 1008956 h 1011480"/>
                <a:gd name="connsiteX117" fmla="*/ 36350 w 309401"/>
                <a:gd name="connsiteY117" fmla="*/ 1007142 h 1011480"/>
                <a:gd name="connsiteX118" fmla="*/ 36118 w 309401"/>
                <a:gd name="connsiteY118" fmla="*/ 1005235 h 1011480"/>
                <a:gd name="connsiteX119" fmla="*/ 34420 w 309401"/>
                <a:gd name="connsiteY119" fmla="*/ 1004947 h 1011480"/>
                <a:gd name="connsiteX120" fmla="*/ 29560 w 309401"/>
                <a:gd name="connsiteY120" fmla="*/ 1001235 h 1011480"/>
                <a:gd name="connsiteX121" fmla="*/ 28196 w 309401"/>
                <a:gd name="connsiteY121" fmla="*/ 999451 h 1011480"/>
                <a:gd name="connsiteX122" fmla="*/ 27188 w 309401"/>
                <a:gd name="connsiteY122" fmla="*/ 995561 h 1011480"/>
                <a:gd name="connsiteX123" fmla="*/ 25467 w 309401"/>
                <a:gd name="connsiteY123" fmla="*/ 995247 h 1011480"/>
                <a:gd name="connsiteX124" fmla="*/ 22258 w 309401"/>
                <a:gd name="connsiteY124" fmla="*/ 993410 h 1011480"/>
                <a:gd name="connsiteX125" fmla="*/ 21235 w 309401"/>
                <a:gd name="connsiteY125" fmla="*/ 991655 h 1011480"/>
                <a:gd name="connsiteX126" fmla="*/ 15282 w 309401"/>
                <a:gd name="connsiteY126" fmla="*/ 984399 h 1011480"/>
                <a:gd name="connsiteX127" fmla="*/ 13793 w 309401"/>
                <a:gd name="connsiteY127" fmla="*/ 981423 h 1011480"/>
                <a:gd name="connsiteX128" fmla="*/ 12584 w 309401"/>
                <a:gd name="connsiteY128" fmla="*/ 980213 h 1011480"/>
                <a:gd name="connsiteX129" fmla="*/ 11561 w 309401"/>
                <a:gd name="connsiteY129" fmla="*/ 977702 h 1011480"/>
                <a:gd name="connsiteX130" fmla="*/ 9328 w 309401"/>
                <a:gd name="connsiteY130" fmla="*/ 977702 h 1011480"/>
                <a:gd name="connsiteX131" fmla="*/ 8584 w 309401"/>
                <a:gd name="connsiteY131" fmla="*/ 974725 h 1011480"/>
                <a:gd name="connsiteX132" fmla="*/ 6352 w 309401"/>
                <a:gd name="connsiteY132" fmla="*/ 974725 h 1011480"/>
                <a:gd name="connsiteX133" fmla="*/ 5608 w 309401"/>
                <a:gd name="connsiteY133" fmla="*/ 971749 h 1011480"/>
                <a:gd name="connsiteX134" fmla="*/ 3375 w 309401"/>
                <a:gd name="connsiteY134" fmla="*/ 971005 h 1011480"/>
                <a:gd name="connsiteX135" fmla="*/ 3098 w 309401"/>
                <a:gd name="connsiteY135" fmla="*/ 964690 h 1011480"/>
                <a:gd name="connsiteX136" fmla="*/ 3089 w 309401"/>
                <a:gd name="connsiteY136" fmla="*/ 962645 h 1011480"/>
                <a:gd name="connsiteX137" fmla="*/ 3101 w 309401"/>
                <a:gd name="connsiteY137" fmla="*/ 955759 h 1011480"/>
                <a:gd name="connsiteX138" fmla="*/ 3093 w 309401"/>
                <a:gd name="connsiteY138" fmla="*/ 950791 h 1011480"/>
                <a:gd name="connsiteX139" fmla="*/ 3102 w 309401"/>
                <a:gd name="connsiteY139" fmla="*/ 937010 h 1011480"/>
                <a:gd name="connsiteX140" fmla="*/ 3102 w 309401"/>
                <a:gd name="connsiteY140" fmla="*/ 923605 h 1011480"/>
                <a:gd name="connsiteX141" fmla="*/ 3109 w 309401"/>
                <a:gd name="connsiteY141" fmla="*/ 895834 h 1011480"/>
                <a:gd name="connsiteX142" fmla="*/ 3123 w 309401"/>
                <a:gd name="connsiteY142" fmla="*/ 867673 h 1011480"/>
                <a:gd name="connsiteX143" fmla="*/ 3123 w 309401"/>
                <a:gd name="connsiteY143" fmla="*/ 865879 h 1011480"/>
                <a:gd name="connsiteX144" fmla="*/ 3121 w 309401"/>
                <a:gd name="connsiteY144" fmla="*/ 856826 h 1011480"/>
                <a:gd name="connsiteX145" fmla="*/ 3139 w 309401"/>
                <a:gd name="connsiteY145" fmla="*/ 791219 h 1011480"/>
                <a:gd name="connsiteX146" fmla="*/ 3164 w 309401"/>
                <a:gd name="connsiteY146" fmla="*/ 726227 h 1011480"/>
                <a:gd name="connsiteX147" fmla="*/ 3164 w 309401"/>
                <a:gd name="connsiteY147" fmla="*/ 724190 h 1011480"/>
                <a:gd name="connsiteX148" fmla="*/ 3166 w 309401"/>
                <a:gd name="connsiteY148" fmla="*/ 705771 h 1011480"/>
                <a:gd name="connsiteX149" fmla="*/ 3172 w 309401"/>
                <a:gd name="connsiteY149" fmla="*/ 659978 h 1011480"/>
                <a:gd name="connsiteX150" fmla="*/ 3172 w 309401"/>
                <a:gd name="connsiteY150" fmla="*/ 657871 h 1011480"/>
                <a:gd name="connsiteX151" fmla="*/ 3207 w 309401"/>
                <a:gd name="connsiteY151" fmla="*/ 556366 h 1011480"/>
                <a:gd name="connsiteX152" fmla="*/ 3222 w 309401"/>
                <a:gd name="connsiteY152" fmla="*/ 521132 h 1011480"/>
                <a:gd name="connsiteX153" fmla="*/ 3223 w 309401"/>
                <a:gd name="connsiteY153" fmla="*/ 518925 h 1011480"/>
                <a:gd name="connsiteX154" fmla="*/ 3252 w 309401"/>
                <a:gd name="connsiteY154" fmla="*/ 417384 h 1011480"/>
                <a:gd name="connsiteX155" fmla="*/ 3254 w 309401"/>
                <a:gd name="connsiteY155" fmla="*/ 410794 h 1011480"/>
                <a:gd name="connsiteX156" fmla="*/ 3262 w 309401"/>
                <a:gd name="connsiteY156" fmla="*/ 367121 h 1011480"/>
                <a:gd name="connsiteX157" fmla="*/ 3280 w 309401"/>
                <a:gd name="connsiteY157" fmla="*/ 280218 h 1011480"/>
                <a:gd name="connsiteX158" fmla="*/ 3281 w 309401"/>
                <a:gd name="connsiteY158" fmla="*/ 276079 h 1011480"/>
                <a:gd name="connsiteX159" fmla="*/ 3340 w 309401"/>
                <a:gd name="connsiteY159" fmla="*/ 89710 h 1011480"/>
                <a:gd name="connsiteX160" fmla="*/ 3341 w 309401"/>
                <a:gd name="connsiteY160" fmla="*/ 87946 h 1011480"/>
                <a:gd name="connsiteX161" fmla="*/ 3351 w 309401"/>
                <a:gd name="connsiteY161" fmla="*/ 62217 h 1011480"/>
                <a:gd name="connsiteX162" fmla="*/ 3351 w 309401"/>
                <a:gd name="connsiteY162" fmla="*/ 60692 h 1011480"/>
                <a:gd name="connsiteX163" fmla="*/ 3375 w 309401"/>
                <a:gd name="connsiteY163" fmla="*/ 645 h 10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09401" h="1011480">
                  <a:moveTo>
                    <a:pt x="3375" y="645"/>
                  </a:moveTo>
                  <a:cubicBezTo>
                    <a:pt x="29405" y="645"/>
                    <a:pt x="55435" y="645"/>
                    <a:pt x="82254" y="645"/>
                  </a:cubicBezTo>
                  <a:cubicBezTo>
                    <a:pt x="82500" y="304165"/>
                    <a:pt x="82745" y="607686"/>
                    <a:pt x="82998" y="920403"/>
                  </a:cubicBezTo>
                  <a:cubicBezTo>
                    <a:pt x="83735" y="920158"/>
                    <a:pt x="84472" y="919912"/>
                    <a:pt x="85231" y="919659"/>
                  </a:cubicBezTo>
                  <a:cubicBezTo>
                    <a:pt x="87158" y="919589"/>
                    <a:pt x="89066" y="919562"/>
                    <a:pt x="90993" y="919570"/>
                  </a:cubicBezTo>
                  <a:cubicBezTo>
                    <a:pt x="91586" y="919569"/>
                    <a:pt x="92179" y="919568"/>
                    <a:pt x="92790" y="919568"/>
                  </a:cubicBezTo>
                  <a:cubicBezTo>
                    <a:pt x="94783" y="919566"/>
                    <a:pt x="96776" y="919570"/>
                    <a:pt x="98769" y="919575"/>
                  </a:cubicBezTo>
                  <a:cubicBezTo>
                    <a:pt x="100196" y="919575"/>
                    <a:pt x="101622" y="919575"/>
                    <a:pt x="103048" y="919574"/>
                  </a:cubicBezTo>
                  <a:cubicBezTo>
                    <a:pt x="106927" y="919574"/>
                    <a:pt x="110806" y="919578"/>
                    <a:pt x="114685" y="919584"/>
                  </a:cubicBezTo>
                  <a:cubicBezTo>
                    <a:pt x="118739" y="919588"/>
                    <a:pt x="122793" y="919589"/>
                    <a:pt x="126847" y="919589"/>
                  </a:cubicBezTo>
                  <a:cubicBezTo>
                    <a:pt x="134529" y="919592"/>
                    <a:pt x="142211" y="919598"/>
                    <a:pt x="149894" y="919605"/>
                  </a:cubicBezTo>
                  <a:cubicBezTo>
                    <a:pt x="158629" y="919614"/>
                    <a:pt x="167365" y="919618"/>
                    <a:pt x="176100" y="919622"/>
                  </a:cubicBezTo>
                  <a:cubicBezTo>
                    <a:pt x="192821" y="919629"/>
                    <a:pt x="209542" y="919640"/>
                    <a:pt x="226263" y="919656"/>
                  </a:cubicBezTo>
                  <a:cubicBezTo>
                    <a:pt x="228365" y="919657"/>
                    <a:pt x="230468" y="919659"/>
                    <a:pt x="232571" y="919659"/>
                  </a:cubicBezTo>
                  <a:cubicBezTo>
                    <a:pt x="232571" y="918863"/>
                    <a:pt x="232570" y="918066"/>
                    <a:pt x="232570" y="917246"/>
                  </a:cubicBezTo>
                  <a:cubicBezTo>
                    <a:pt x="232566" y="889983"/>
                    <a:pt x="232563" y="862720"/>
                    <a:pt x="232559" y="835457"/>
                  </a:cubicBezTo>
                  <a:cubicBezTo>
                    <a:pt x="232559" y="834907"/>
                    <a:pt x="232559" y="834358"/>
                    <a:pt x="232559" y="833792"/>
                  </a:cubicBezTo>
                  <a:cubicBezTo>
                    <a:pt x="232551" y="774962"/>
                    <a:pt x="232544" y="716131"/>
                    <a:pt x="232539" y="657300"/>
                  </a:cubicBezTo>
                  <a:cubicBezTo>
                    <a:pt x="232539" y="655994"/>
                    <a:pt x="232539" y="654687"/>
                    <a:pt x="232539" y="653381"/>
                  </a:cubicBezTo>
                  <a:cubicBezTo>
                    <a:pt x="232537" y="625963"/>
                    <a:pt x="232535" y="598544"/>
                    <a:pt x="232533" y="571126"/>
                  </a:cubicBezTo>
                  <a:cubicBezTo>
                    <a:pt x="232532" y="557354"/>
                    <a:pt x="232531" y="543581"/>
                    <a:pt x="232530" y="529809"/>
                  </a:cubicBezTo>
                  <a:cubicBezTo>
                    <a:pt x="232530" y="527731"/>
                    <a:pt x="232530" y="525654"/>
                    <a:pt x="232529" y="523576"/>
                  </a:cubicBezTo>
                  <a:cubicBezTo>
                    <a:pt x="232528" y="503411"/>
                    <a:pt x="232527" y="483245"/>
                    <a:pt x="232524" y="463080"/>
                  </a:cubicBezTo>
                  <a:cubicBezTo>
                    <a:pt x="232524" y="462045"/>
                    <a:pt x="232524" y="462045"/>
                    <a:pt x="232524" y="460989"/>
                  </a:cubicBezTo>
                  <a:cubicBezTo>
                    <a:pt x="232523" y="449848"/>
                    <a:pt x="232521" y="438707"/>
                    <a:pt x="232520" y="427566"/>
                  </a:cubicBezTo>
                  <a:cubicBezTo>
                    <a:pt x="232519" y="426877"/>
                    <a:pt x="232519" y="426189"/>
                    <a:pt x="232519" y="425480"/>
                  </a:cubicBezTo>
                  <a:cubicBezTo>
                    <a:pt x="232518" y="414379"/>
                    <a:pt x="232516" y="403279"/>
                    <a:pt x="232514" y="392178"/>
                  </a:cubicBezTo>
                  <a:cubicBezTo>
                    <a:pt x="232509" y="360218"/>
                    <a:pt x="232505" y="328258"/>
                    <a:pt x="232503" y="296297"/>
                  </a:cubicBezTo>
                  <a:cubicBezTo>
                    <a:pt x="232503" y="295312"/>
                    <a:pt x="232503" y="295312"/>
                    <a:pt x="232503" y="294307"/>
                  </a:cubicBezTo>
                  <a:cubicBezTo>
                    <a:pt x="232502" y="279891"/>
                    <a:pt x="232501" y="265474"/>
                    <a:pt x="232501" y="251058"/>
                  </a:cubicBezTo>
                  <a:cubicBezTo>
                    <a:pt x="232501" y="245258"/>
                    <a:pt x="232500" y="239458"/>
                    <a:pt x="232500" y="233658"/>
                  </a:cubicBezTo>
                  <a:cubicBezTo>
                    <a:pt x="232500" y="233023"/>
                    <a:pt x="232500" y="232389"/>
                    <a:pt x="232500" y="231735"/>
                  </a:cubicBezTo>
                  <a:cubicBezTo>
                    <a:pt x="232499" y="211259"/>
                    <a:pt x="232496" y="190783"/>
                    <a:pt x="232492" y="170307"/>
                  </a:cubicBezTo>
                  <a:cubicBezTo>
                    <a:pt x="232487" y="149692"/>
                    <a:pt x="232485" y="129077"/>
                    <a:pt x="232486" y="108462"/>
                  </a:cubicBezTo>
                  <a:cubicBezTo>
                    <a:pt x="232486" y="105617"/>
                    <a:pt x="232486" y="102773"/>
                    <a:pt x="232486" y="99928"/>
                  </a:cubicBezTo>
                  <a:cubicBezTo>
                    <a:pt x="232487" y="99370"/>
                    <a:pt x="232487" y="98813"/>
                    <a:pt x="232487" y="98238"/>
                  </a:cubicBezTo>
                  <a:cubicBezTo>
                    <a:pt x="232487" y="89385"/>
                    <a:pt x="232485" y="80532"/>
                    <a:pt x="232481" y="71679"/>
                  </a:cubicBezTo>
                  <a:cubicBezTo>
                    <a:pt x="232478" y="62988"/>
                    <a:pt x="232478" y="54296"/>
                    <a:pt x="232480" y="45604"/>
                  </a:cubicBezTo>
                  <a:cubicBezTo>
                    <a:pt x="232481" y="40949"/>
                    <a:pt x="232481" y="36294"/>
                    <a:pt x="232478" y="31639"/>
                  </a:cubicBezTo>
                  <a:cubicBezTo>
                    <a:pt x="232475" y="27413"/>
                    <a:pt x="232475" y="23188"/>
                    <a:pt x="232478" y="18962"/>
                  </a:cubicBezTo>
                  <a:cubicBezTo>
                    <a:pt x="232479" y="17434"/>
                    <a:pt x="232478" y="15906"/>
                    <a:pt x="232476" y="14378"/>
                  </a:cubicBezTo>
                  <a:cubicBezTo>
                    <a:pt x="232473" y="12319"/>
                    <a:pt x="232475" y="10260"/>
                    <a:pt x="232478" y="8202"/>
                  </a:cubicBezTo>
                  <a:cubicBezTo>
                    <a:pt x="232476" y="7601"/>
                    <a:pt x="232475" y="6999"/>
                    <a:pt x="232473" y="6380"/>
                  </a:cubicBezTo>
                  <a:cubicBezTo>
                    <a:pt x="232486" y="2304"/>
                    <a:pt x="232486" y="2304"/>
                    <a:pt x="233315" y="645"/>
                  </a:cubicBezTo>
                  <a:cubicBezTo>
                    <a:pt x="234625" y="460"/>
                    <a:pt x="234625" y="460"/>
                    <a:pt x="236366" y="461"/>
                  </a:cubicBezTo>
                  <a:cubicBezTo>
                    <a:pt x="237023" y="458"/>
                    <a:pt x="237680" y="455"/>
                    <a:pt x="238358" y="452"/>
                  </a:cubicBezTo>
                  <a:cubicBezTo>
                    <a:pt x="239448" y="458"/>
                    <a:pt x="239448" y="458"/>
                    <a:pt x="240560" y="465"/>
                  </a:cubicBezTo>
                  <a:cubicBezTo>
                    <a:pt x="241321" y="463"/>
                    <a:pt x="242082" y="462"/>
                    <a:pt x="242866" y="460"/>
                  </a:cubicBezTo>
                  <a:cubicBezTo>
                    <a:pt x="245395" y="458"/>
                    <a:pt x="247924" y="466"/>
                    <a:pt x="250453" y="474"/>
                  </a:cubicBezTo>
                  <a:cubicBezTo>
                    <a:pt x="252202" y="475"/>
                    <a:pt x="253951" y="475"/>
                    <a:pt x="255700" y="475"/>
                  </a:cubicBezTo>
                  <a:cubicBezTo>
                    <a:pt x="259371" y="476"/>
                    <a:pt x="263042" y="482"/>
                    <a:pt x="266713" y="492"/>
                  </a:cubicBezTo>
                  <a:cubicBezTo>
                    <a:pt x="271430" y="505"/>
                    <a:pt x="276147" y="508"/>
                    <a:pt x="280864" y="507"/>
                  </a:cubicBezTo>
                  <a:cubicBezTo>
                    <a:pt x="284478" y="507"/>
                    <a:pt x="288091" y="511"/>
                    <a:pt x="291704" y="517"/>
                  </a:cubicBezTo>
                  <a:cubicBezTo>
                    <a:pt x="293444" y="519"/>
                    <a:pt x="295184" y="521"/>
                    <a:pt x="296923" y="521"/>
                  </a:cubicBezTo>
                  <a:cubicBezTo>
                    <a:pt x="299350" y="523"/>
                    <a:pt x="301777" y="529"/>
                    <a:pt x="304204" y="537"/>
                  </a:cubicBezTo>
                  <a:cubicBezTo>
                    <a:pt x="304931" y="537"/>
                    <a:pt x="305658" y="537"/>
                    <a:pt x="306407" y="536"/>
                  </a:cubicBezTo>
                  <a:cubicBezTo>
                    <a:pt x="307064" y="539"/>
                    <a:pt x="307721" y="543"/>
                    <a:pt x="308399" y="546"/>
                  </a:cubicBezTo>
                  <a:cubicBezTo>
                    <a:pt x="308973" y="547"/>
                    <a:pt x="309548" y="548"/>
                    <a:pt x="310140" y="550"/>
                  </a:cubicBezTo>
                  <a:cubicBezTo>
                    <a:pt x="311450" y="645"/>
                    <a:pt x="311450" y="645"/>
                    <a:pt x="312194" y="1390"/>
                  </a:cubicBezTo>
                  <a:cubicBezTo>
                    <a:pt x="312269" y="3498"/>
                    <a:pt x="312294" y="5589"/>
                    <a:pt x="312289" y="7698"/>
                  </a:cubicBezTo>
                  <a:cubicBezTo>
                    <a:pt x="312290" y="8373"/>
                    <a:pt x="312291" y="9047"/>
                    <a:pt x="312292" y="9741"/>
                  </a:cubicBezTo>
                  <a:cubicBezTo>
                    <a:pt x="312296" y="12035"/>
                    <a:pt x="312294" y="14328"/>
                    <a:pt x="312292" y="16622"/>
                  </a:cubicBezTo>
                  <a:cubicBezTo>
                    <a:pt x="312293" y="18276"/>
                    <a:pt x="312294" y="19930"/>
                    <a:pt x="312296" y="21585"/>
                  </a:cubicBezTo>
                  <a:cubicBezTo>
                    <a:pt x="312300" y="26174"/>
                    <a:pt x="312300" y="30764"/>
                    <a:pt x="312299" y="35354"/>
                  </a:cubicBezTo>
                  <a:cubicBezTo>
                    <a:pt x="312298" y="39818"/>
                    <a:pt x="312301" y="44282"/>
                    <a:pt x="312304" y="48746"/>
                  </a:cubicBezTo>
                  <a:cubicBezTo>
                    <a:pt x="312310" y="57995"/>
                    <a:pt x="312312" y="67244"/>
                    <a:pt x="312312" y="76493"/>
                  </a:cubicBezTo>
                  <a:cubicBezTo>
                    <a:pt x="312313" y="85871"/>
                    <a:pt x="312315" y="95250"/>
                    <a:pt x="312319" y="104629"/>
                  </a:cubicBezTo>
                  <a:cubicBezTo>
                    <a:pt x="312319" y="105220"/>
                    <a:pt x="312319" y="105811"/>
                    <a:pt x="312319" y="106421"/>
                  </a:cubicBezTo>
                  <a:cubicBezTo>
                    <a:pt x="312320" y="108829"/>
                    <a:pt x="312321" y="111237"/>
                    <a:pt x="312322" y="113645"/>
                  </a:cubicBezTo>
                  <a:cubicBezTo>
                    <a:pt x="312335" y="142187"/>
                    <a:pt x="312339" y="170729"/>
                    <a:pt x="312343" y="199271"/>
                  </a:cubicBezTo>
                  <a:cubicBezTo>
                    <a:pt x="312345" y="213477"/>
                    <a:pt x="312347" y="227682"/>
                    <a:pt x="312350" y="241887"/>
                  </a:cubicBezTo>
                  <a:cubicBezTo>
                    <a:pt x="312360" y="287426"/>
                    <a:pt x="312368" y="332964"/>
                    <a:pt x="312370" y="378502"/>
                  </a:cubicBezTo>
                  <a:cubicBezTo>
                    <a:pt x="312371" y="380680"/>
                    <a:pt x="312371" y="382857"/>
                    <a:pt x="312371" y="385035"/>
                  </a:cubicBezTo>
                  <a:cubicBezTo>
                    <a:pt x="312371" y="389402"/>
                    <a:pt x="312371" y="393769"/>
                    <a:pt x="312371" y="398135"/>
                  </a:cubicBezTo>
                  <a:cubicBezTo>
                    <a:pt x="312372" y="403248"/>
                    <a:pt x="312372" y="408361"/>
                    <a:pt x="312372" y="413474"/>
                  </a:cubicBezTo>
                  <a:cubicBezTo>
                    <a:pt x="312372" y="414938"/>
                    <a:pt x="312373" y="416401"/>
                    <a:pt x="312373" y="417864"/>
                  </a:cubicBezTo>
                  <a:cubicBezTo>
                    <a:pt x="312375" y="464883"/>
                    <a:pt x="312386" y="511901"/>
                    <a:pt x="312404" y="558920"/>
                  </a:cubicBezTo>
                  <a:cubicBezTo>
                    <a:pt x="312416" y="592697"/>
                    <a:pt x="312428" y="626474"/>
                    <a:pt x="312431" y="660250"/>
                  </a:cubicBezTo>
                  <a:cubicBezTo>
                    <a:pt x="312431" y="660945"/>
                    <a:pt x="312431" y="661639"/>
                    <a:pt x="312431" y="662354"/>
                  </a:cubicBezTo>
                  <a:cubicBezTo>
                    <a:pt x="312433" y="677588"/>
                    <a:pt x="312434" y="692822"/>
                    <a:pt x="312434" y="708056"/>
                  </a:cubicBezTo>
                  <a:cubicBezTo>
                    <a:pt x="312434" y="713507"/>
                    <a:pt x="312434" y="718958"/>
                    <a:pt x="312434" y="724408"/>
                  </a:cubicBezTo>
                  <a:cubicBezTo>
                    <a:pt x="312434" y="725764"/>
                    <a:pt x="312435" y="727120"/>
                    <a:pt x="312435" y="728476"/>
                  </a:cubicBezTo>
                  <a:cubicBezTo>
                    <a:pt x="312435" y="750116"/>
                    <a:pt x="312443" y="771755"/>
                    <a:pt x="312454" y="793395"/>
                  </a:cubicBezTo>
                  <a:cubicBezTo>
                    <a:pt x="312464" y="815179"/>
                    <a:pt x="312468" y="836964"/>
                    <a:pt x="312462" y="858749"/>
                  </a:cubicBezTo>
                  <a:cubicBezTo>
                    <a:pt x="312461" y="861754"/>
                    <a:pt x="312461" y="864760"/>
                    <a:pt x="312460" y="867766"/>
                  </a:cubicBezTo>
                  <a:cubicBezTo>
                    <a:pt x="312460" y="868649"/>
                    <a:pt x="312460" y="868649"/>
                    <a:pt x="312459" y="869551"/>
                  </a:cubicBezTo>
                  <a:cubicBezTo>
                    <a:pt x="312457" y="878907"/>
                    <a:pt x="312463" y="888264"/>
                    <a:pt x="312471" y="897620"/>
                  </a:cubicBezTo>
                  <a:cubicBezTo>
                    <a:pt x="312480" y="906804"/>
                    <a:pt x="312480" y="915989"/>
                    <a:pt x="312472" y="925173"/>
                  </a:cubicBezTo>
                  <a:cubicBezTo>
                    <a:pt x="312468" y="930093"/>
                    <a:pt x="312467" y="935013"/>
                    <a:pt x="312477" y="939932"/>
                  </a:cubicBezTo>
                  <a:cubicBezTo>
                    <a:pt x="312485" y="944397"/>
                    <a:pt x="312483" y="948862"/>
                    <a:pt x="312473" y="953326"/>
                  </a:cubicBezTo>
                  <a:cubicBezTo>
                    <a:pt x="312471" y="954942"/>
                    <a:pt x="312473" y="956557"/>
                    <a:pt x="312480" y="958173"/>
                  </a:cubicBezTo>
                  <a:cubicBezTo>
                    <a:pt x="312487" y="960347"/>
                    <a:pt x="312481" y="962521"/>
                    <a:pt x="312472" y="964696"/>
                  </a:cubicBezTo>
                  <a:cubicBezTo>
                    <a:pt x="312477" y="965333"/>
                    <a:pt x="312483" y="965970"/>
                    <a:pt x="312489" y="966627"/>
                  </a:cubicBezTo>
                  <a:cubicBezTo>
                    <a:pt x="312472" y="968361"/>
                    <a:pt x="312472" y="968361"/>
                    <a:pt x="312194" y="971005"/>
                  </a:cubicBezTo>
                  <a:cubicBezTo>
                    <a:pt x="311457" y="971250"/>
                    <a:pt x="310720" y="971496"/>
                    <a:pt x="309961" y="971749"/>
                  </a:cubicBezTo>
                  <a:cubicBezTo>
                    <a:pt x="309716" y="972486"/>
                    <a:pt x="309470" y="973222"/>
                    <a:pt x="309217" y="973981"/>
                  </a:cubicBezTo>
                  <a:cubicBezTo>
                    <a:pt x="308480" y="974227"/>
                    <a:pt x="307744" y="974472"/>
                    <a:pt x="306985" y="974725"/>
                  </a:cubicBezTo>
                  <a:cubicBezTo>
                    <a:pt x="306464" y="975705"/>
                    <a:pt x="305967" y="976698"/>
                    <a:pt x="305496" y="977702"/>
                  </a:cubicBezTo>
                  <a:cubicBezTo>
                    <a:pt x="305005" y="977947"/>
                    <a:pt x="304514" y="978193"/>
                    <a:pt x="304008" y="978446"/>
                  </a:cubicBezTo>
                  <a:cubicBezTo>
                    <a:pt x="303763" y="979183"/>
                    <a:pt x="303517" y="979919"/>
                    <a:pt x="303264" y="980679"/>
                  </a:cubicBezTo>
                  <a:cubicBezTo>
                    <a:pt x="302527" y="981170"/>
                    <a:pt x="301791" y="981661"/>
                    <a:pt x="301032" y="982167"/>
                  </a:cubicBezTo>
                  <a:cubicBezTo>
                    <a:pt x="300786" y="982903"/>
                    <a:pt x="300540" y="983640"/>
                    <a:pt x="300287" y="984399"/>
                  </a:cubicBezTo>
                  <a:cubicBezTo>
                    <a:pt x="299064" y="985656"/>
                    <a:pt x="297821" y="986894"/>
                    <a:pt x="296567" y="988120"/>
                  </a:cubicBezTo>
                  <a:cubicBezTo>
                    <a:pt x="295830" y="989041"/>
                    <a:pt x="295830" y="989041"/>
                    <a:pt x="295078" y="989980"/>
                  </a:cubicBezTo>
                  <a:cubicBezTo>
                    <a:pt x="293462" y="992001"/>
                    <a:pt x="291773" y="993808"/>
                    <a:pt x="289869" y="995561"/>
                  </a:cubicBezTo>
                  <a:cubicBezTo>
                    <a:pt x="289378" y="995561"/>
                    <a:pt x="288887" y="995561"/>
                    <a:pt x="288381" y="995561"/>
                  </a:cubicBezTo>
                  <a:cubicBezTo>
                    <a:pt x="287851" y="996787"/>
                    <a:pt x="287359" y="998030"/>
                    <a:pt x="286893" y="999282"/>
                  </a:cubicBezTo>
                  <a:cubicBezTo>
                    <a:pt x="286402" y="1000019"/>
                    <a:pt x="285911" y="1000755"/>
                    <a:pt x="285405" y="1001514"/>
                  </a:cubicBezTo>
                  <a:cubicBezTo>
                    <a:pt x="284422" y="1001514"/>
                    <a:pt x="283440" y="1001514"/>
                    <a:pt x="282428" y="1001514"/>
                  </a:cubicBezTo>
                  <a:cubicBezTo>
                    <a:pt x="282150" y="1002748"/>
                    <a:pt x="281902" y="1003989"/>
                    <a:pt x="281684" y="1005235"/>
                  </a:cubicBezTo>
                  <a:cubicBezTo>
                    <a:pt x="280947" y="1005235"/>
                    <a:pt x="280211" y="1005235"/>
                    <a:pt x="279452" y="1005235"/>
                  </a:cubicBezTo>
                  <a:cubicBezTo>
                    <a:pt x="279452" y="1006463"/>
                    <a:pt x="279452" y="1007691"/>
                    <a:pt x="279452" y="1008956"/>
                  </a:cubicBezTo>
                  <a:cubicBezTo>
                    <a:pt x="278469" y="1008956"/>
                    <a:pt x="277487" y="1008956"/>
                    <a:pt x="276475" y="1008956"/>
                  </a:cubicBezTo>
                  <a:cubicBezTo>
                    <a:pt x="276475" y="1009938"/>
                    <a:pt x="276475" y="1010920"/>
                    <a:pt x="276475" y="1011932"/>
                  </a:cubicBezTo>
                  <a:cubicBezTo>
                    <a:pt x="198139" y="1011932"/>
                    <a:pt x="119804" y="1011932"/>
                    <a:pt x="39094" y="1011932"/>
                  </a:cubicBezTo>
                  <a:cubicBezTo>
                    <a:pt x="39094" y="1010950"/>
                    <a:pt x="39094" y="1009968"/>
                    <a:pt x="39094" y="1008956"/>
                  </a:cubicBezTo>
                  <a:cubicBezTo>
                    <a:pt x="38112" y="1008956"/>
                    <a:pt x="37130" y="1008956"/>
                    <a:pt x="36118" y="1008956"/>
                  </a:cubicBezTo>
                  <a:cubicBezTo>
                    <a:pt x="36194" y="1008357"/>
                    <a:pt x="36271" y="1007759"/>
                    <a:pt x="36350" y="1007142"/>
                  </a:cubicBezTo>
                  <a:cubicBezTo>
                    <a:pt x="36273" y="1006513"/>
                    <a:pt x="36197" y="1005883"/>
                    <a:pt x="36118" y="1005235"/>
                  </a:cubicBezTo>
                  <a:cubicBezTo>
                    <a:pt x="35557" y="1005140"/>
                    <a:pt x="34997" y="1005045"/>
                    <a:pt x="34420" y="1004947"/>
                  </a:cubicBezTo>
                  <a:cubicBezTo>
                    <a:pt x="31799" y="1004356"/>
                    <a:pt x="31141" y="1003365"/>
                    <a:pt x="29560" y="1001235"/>
                  </a:cubicBezTo>
                  <a:cubicBezTo>
                    <a:pt x="29110" y="1000646"/>
                    <a:pt x="28660" y="1000057"/>
                    <a:pt x="28196" y="999451"/>
                  </a:cubicBezTo>
                  <a:cubicBezTo>
                    <a:pt x="27188" y="997794"/>
                    <a:pt x="27188" y="997794"/>
                    <a:pt x="27188" y="995561"/>
                  </a:cubicBezTo>
                  <a:cubicBezTo>
                    <a:pt x="26336" y="995406"/>
                    <a:pt x="26336" y="995406"/>
                    <a:pt x="25467" y="995247"/>
                  </a:cubicBezTo>
                  <a:cubicBezTo>
                    <a:pt x="23467" y="994817"/>
                    <a:pt x="23467" y="994817"/>
                    <a:pt x="22258" y="993410"/>
                  </a:cubicBezTo>
                  <a:cubicBezTo>
                    <a:pt x="21751" y="992541"/>
                    <a:pt x="21751" y="992541"/>
                    <a:pt x="21235" y="991655"/>
                  </a:cubicBezTo>
                  <a:cubicBezTo>
                    <a:pt x="19508" y="988846"/>
                    <a:pt x="17653" y="986704"/>
                    <a:pt x="15282" y="984399"/>
                  </a:cubicBezTo>
                  <a:cubicBezTo>
                    <a:pt x="14763" y="983419"/>
                    <a:pt x="14262" y="982428"/>
                    <a:pt x="13793" y="981423"/>
                  </a:cubicBezTo>
                  <a:cubicBezTo>
                    <a:pt x="13394" y="981024"/>
                    <a:pt x="12995" y="980625"/>
                    <a:pt x="12584" y="980213"/>
                  </a:cubicBezTo>
                  <a:cubicBezTo>
                    <a:pt x="11561" y="979190"/>
                    <a:pt x="11561" y="979190"/>
                    <a:pt x="11561" y="977702"/>
                  </a:cubicBezTo>
                  <a:cubicBezTo>
                    <a:pt x="10824" y="977702"/>
                    <a:pt x="10087" y="977702"/>
                    <a:pt x="9328" y="977702"/>
                  </a:cubicBezTo>
                  <a:cubicBezTo>
                    <a:pt x="9080" y="976710"/>
                    <a:pt x="8832" y="975718"/>
                    <a:pt x="8584" y="974725"/>
                  </a:cubicBezTo>
                  <a:cubicBezTo>
                    <a:pt x="7848" y="974725"/>
                    <a:pt x="7111" y="974725"/>
                    <a:pt x="6352" y="974725"/>
                  </a:cubicBezTo>
                  <a:cubicBezTo>
                    <a:pt x="6096" y="973735"/>
                    <a:pt x="5849" y="972743"/>
                    <a:pt x="5608" y="971749"/>
                  </a:cubicBezTo>
                  <a:cubicBezTo>
                    <a:pt x="4871" y="971503"/>
                    <a:pt x="4134" y="971258"/>
                    <a:pt x="3375" y="971005"/>
                  </a:cubicBezTo>
                  <a:cubicBezTo>
                    <a:pt x="3149" y="968849"/>
                    <a:pt x="3079" y="966850"/>
                    <a:pt x="3098" y="964690"/>
                  </a:cubicBezTo>
                  <a:cubicBezTo>
                    <a:pt x="3094" y="963678"/>
                    <a:pt x="3094" y="963678"/>
                    <a:pt x="3089" y="962645"/>
                  </a:cubicBezTo>
                  <a:cubicBezTo>
                    <a:pt x="3083" y="960350"/>
                    <a:pt x="3092" y="958054"/>
                    <a:pt x="3101" y="955759"/>
                  </a:cubicBezTo>
                  <a:cubicBezTo>
                    <a:pt x="3099" y="954103"/>
                    <a:pt x="3096" y="952447"/>
                    <a:pt x="3093" y="950791"/>
                  </a:cubicBezTo>
                  <a:cubicBezTo>
                    <a:pt x="3086" y="946198"/>
                    <a:pt x="3093" y="941604"/>
                    <a:pt x="3102" y="937010"/>
                  </a:cubicBezTo>
                  <a:cubicBezTo>
                    <a:pt x="3109" y="932542"/>
                    <a:pt x="3106" y="928074"/>
                    <a:pt x="3102" y="923605"/>
                  </a:cubicBezTo>
                  <a:cubicBezTo>
                    <a:pt x="3096" y="914348"/>
                    <a:pt x="3100" y="905091"/>
                    <a:pt x="3109" y="895834"/>
                  </a:cubicBezTo>
                  <a:cubicBezTo>
                    <a:pt x="3119" y="886447"/>
                    <a:pt x="3124" y="877060"/>
                    <a:pt x="3123" y="867673"/>
                  </a:cubicBezTo>
                  <a:cubicBezTo>
                    <a:pt x="3123" y="867081"/>
                    <a:pt x="3123" y="866489"/>
                    <a:pt x="3123" y="865879"/>
                  </a:cubicBezTo>
                  <a:cubicBezTo>
                    <a:pt x="3122" y="862861"/>
                    <a:pt x="3122" y="859844"/>
                    <a:pt x="3121" y="856826"/>
                  </a:cubicBezTo>
                  <a:cubicBezTo>
                    <a:pt x="3118" y="834957"/>
                    <a:pt x="3126" y="813088"/>
                    <a:pt x="3139" y="791219"/>
                  </a:cubicBezTo>
                  <a:cubicBezTo>
                    <a:pt x="3153" y="769555"/>
                    <a:pt x="3161" y="747891"/>
                    <a:pt x="3164" y="726227"/>
                  </a:cubicBezTo>
                  <a:cubicBezTo>
                    <a:pt x="3164" y="725555"/>
                    <a:pt x="3164" y="724882"/>
                    <a:pt x="3164" y="724190"/>
                  </a:cubicBezTo>
                  <a:cubicBezTo>
                    <a:pt x="3164" y="718050"/>
                    <a:pt x="3165" y="711910"/>
                    <a:pt x="3166" y="705771"/>
                  </a:cubicBezTo>
                  <a:cubicBezTo>
                    <a:pt x="3167" y="690506"/>
                    <a:pt x="3169" y="675242"/>
                    <a:pt x="3172" y="659978"/>
                  </a:cubicBezTo>
                  <a:cubicBezTo>
                    <a:pt x="3172" y="659283"/>
                    <a:pt x="3172" y="658588"/>
                    <a:pt x="3172" y="657871"/>
                  </a:cubicBezTo>
                  <a:cubicBezTo>
                    <a:pt x="3178" y="624036"/>
                    <a:pt x="3192" y="590201"/>
                    <a:pt x="3207" y="556366"/>
                  </a:cubicBezTo>
                  <a:cubicBezTo>
                    <a:pt x="3212" y="544622"/>
                    <a:pt x="3217" y="532877"/>
                    <a:pt x="3222" y="521132"/>
                  </a:cubicBezTo>
                  <a:cubicBezTo>
                    <a:pt x="3222" y="520404"/>
                    <a:pt x="3223" y="519675"/>
                    <a:pt x="3223" y="518925"/>
                  </a:cubicBezTo>
                  <a:cubicBezTo>
                    <a:pt x="3237" y="485078"/>
                    <a:pt x="3245" y="451231"/>
                    <a:pt x="3252" y="417384"/>
                  </a:cubicBezTo>
                  <a:cubicBezTo>
                    <a:pt x="3253" y="415187"/>
                    <a:pt x="3253" y="412991"/>
                    <a:pt x="3254" y="410794"/>
                  </a:cubicBezTo>
                  <a:cubicBezTo>
                    <a:pt x="3257" y="396236"/>
                    <a:pt x="3259" y="381678"/>
                    <a:pt x="3262" y="367121"/>
                  </a:cubicBezTo>
                  <a:cubicBezTo>
                    <a:pt x="3268" y="338153"/>
                    <a:pt x="3274" y="309186"/>
                    <a:pt x="3280" y="280218"/>
                  </a:cubicBezTo>
                  <a:cubicBezTo>
                    <a:pt x="3281" y="278839"/>
                    <a:pt x="3281" y="277459"/>
                    <a:pt x="3281" y="276079"/>
                  </a:cubicBezTo>
                  <a:cubicBezTo>
                    <a:pt x="3295" y="213956"/>
                    <a:pt x="3316" y="151833"/>
                    <a:pt x="3340" y="89710"/>
                  </a:cubicBezTo>
                  <a:cubicBezTo>
                    <a:pt x="3340" y="89128"/>
                    <a:pt x="3340" y="88546"/>
                    <a:pt x="3341" y="87946"/>
                  </a:cubicBezTo>
                  <a:cubicBezTo>
                    <a:pt x="3344" y="79370"/>
                    <a:pt x="3347" y="70794"/>
                    <a:pt x="3351" y="62217"/>
                  </a:cubicBezTo>
                  <a:cubicBezTo>
                    <a:pt x="3351" y="61714"/>
                    <a:pt x="3351" y="61210"/>
                    <a:pt x="3351" y="60692"/>
                  </a:cubicBezTo>
                  <a:cubicBezTo>
                    <a:pt x="3359" y="40676"/>
                    <a:pt x="3367" y="20661"/>
                    <a:pt x="3375" y="645"/>
                  </a:cubicBezTo>
                  <a:close/>
                </a:path>
              </a:pathLst>
            </a:custGeom>
            <a:grpFill/>
            <a:ln w="744" cap="flat">
              <a:noFill/>
              <a:prstDash val="solid"/>
              <a:miter/>
            </a:ln>
          </p:spPr>
          <p:txBody>
            <a:bodyPr rtlCol="0" anchor="ctr"/>
            <a:lstStyle/>
            <a:p>
              <a:endParaRPr lang="zh-CN" altLang="en-US"/>
            </a:p>
          </p:txBody>
        </p:sp>
        <p:sp>
          <p:nvSpPr>
            <p:cNvPr id="85" name="任意多边形: 形状 84"/>
            <p:cNvSpPr/>
            <p:nvPr/>
          </p:nvSpPr>
          <p:spPr>
            <a:xfrm>
              <a:off x="9949456" y="600569"/>
              <a:ext cx="438098" cy="560149"/>
            </a:xfrm>
            <a:custGeom>
              <a:avLst/>
              <a:gdLst>
                <a:gd name="connsiteX0" fmla="*/ 159688 w 438098"/>
                <a:gd name="connsiteY0" fmla="*/ 350512 h 560149"/>
                <a:gd name="connsiteX1" fmla="*/ 158849 w 438098"/>
                <a:gd name="connsiteY1" fmla="*/ 352555 h 560149"/>
                <a:gd name="connsiteX2" fmla="*/ 158848 w 438098"/>
                <a:gd name="connsiteY2" fmla="*/ 354266 h 560149"/>
                <a:gd name="connsiteX3" fmla="*/ 158841 w 438098"/>
                <a:gd name="connsiteY3" fmla="*/ 356200 h 560149"/>
                <a:gd name="connsiteX4" fmla="*/ 158845 w 438098"/>
                <a:gd name="connsiteY4" fmla="*/ 358302 h 560149"/>
                <a:gd name="connsiteX5" fmla="*/ 158842 w 438098"/>
                <a:gd name="connsiteY5" fmla="*/ 362660 h 560149"/>
                <a:gd name="connsiteX6" fmla="*/ 158847 w 438098"/>
                <a:gd name="connsiteY6" fmla="*/ 369568 h 560149"/>
                <a:gd name="connsiteX7" fmla="*/ 158843 w 438098"/>
                <a:gd name="connsiteY7" fmla="*/ 374064 h 560149"/>
                <a:gd name="connsiteX8" fmla="*/ 158845 w 438098"/>
                <a:gd name="connsiteY8" fmla="*/ 376208 h 560149"/>
                <a:gd name="connsiteX9" fmla="*/ 158841 w 438098"/>
                <a:gd name="connsiteY9" fmla="*/ 378310 h 560149"/>
                <a:gd name="connsiteX10" fmla="*/ 158848 w 438098"/>
                <a:gd name="connsiteY10" fmla="*/ 380244 h 560149"/>
                <a:gd name="connsiteX11" fmla="*/ 159688 w 438098"/>
                <a:gd name="connsiteY11" fmla="*/ 383998 h 560149"/>
                <a:gd name="connsiteX12" fmla="*/ 164065 w 438098"/>
                <a:gd name="connsiteY12" fmla="*/ 384078 h 560149"/>
                <a:gd name="connsiteX13" fmla="*/ 165988 w 438098"/>
                <a:gd name="connsiteY13" fmla="*/ 384065 h 560149"/>
                <a:gd name="connsiteX14" fmla="*/ 172434 w 438098"/>
                <a:gd name="connsiteY14" fmla="*/ 384039 h 560149"/>
                <a:gd name="connsiteX15" fmla="*/ 177178 w 438098"/>
                <a:gd name="connsiteY15" fmla="*/ 384017 h 560149"/>
                <a:gd name="connsiteX16" fmla="*/ 190063 w 438098"/>
                <a:gd name="connsiteY16" fmla="*/ 383962 h 560149"/>
                <a:gd name="connsiteX17" fmla="*/ 203771 w 438098"/>
                <a:gd name="connsiteY17" fmla="*/ 383898 h 560149"/>
                <a:gd name="connsiteX18" fmla="*/ 226691 w 438098"/>
                <a:gd name="connsiteY18" fmla="*/ 383792 h 560149"/>
                <a:gd name="connsiteX19" fmla="*/ 253439 w 438098"/>
                <a:gd name="connsiteY19" fmla="*/ 383669 h 560149"/>
                <a:gd name="connsiteX20" fmla="*/ 276538 w 438098"/>
                <a:gd name="connsiteY20" fmla="*/ 383568 h 560149"/>
                <a:gd name="connsiteX21" fmla="*/ 290290 w 438098"/>
                <a:gd name="connsiteY21" fmla="*/ 383504 h 560149"/>
                <a:gd name="connsiteX22" fmla="*/ 303463 w 438098"/>
                <a:gd name="connsiteY22" fmla="*/ 383445 h 560149"/>
                <a:gd name="connsiteX23" fmla="*/ 308298 w 438098"/>
                <a:gd name="connsiteY23" fmla="*/ 383419 h 560149"/>
                <a:gd name="connsiteX24" fmla="*/ 315073 w 438098"/>
                <a:gd name="connsiteY24" fmla="*/ 383390 h 560149"/>
                <a:gd name="connsiteX25" fmla="*/ 317099 w 438098"/>
                <a:gd name="connsiteY25" fmla="*/ 383377 h 560149"/>
                <a:gd name="connsiteX26" fmla="*/ 324143 w 438098"/>
                <a:gd name="connsiteY26" fmla="*/ 382510 h 560149"/>
                <a:gd name="connsiteX27" fmla="*/ 324114 w 438098"/>
                <a:gd name="connsiteY27" fmla="*/ 377774 h 560149"/>
                <a:gd name="connsiteX28" fmla="*/ 324053 w 438098"/>
                <a:gd name="connsiteY28" fmla="*/ 375763 h 560149"/>
                <a:gd name="connsiteX29" fmla="*/ 323881 w 438098"/>
                <a:gd name="connsiteY29" fmla="*/ 369419 h 560149"/>
                <a:gd name="connsiteX30" fmla="*/ 323758 w 438098"/>
                <a:gd name="connsiteY30" fmla="*/ 364995 h 560149"/>
                <a:gd name="connsiteX31" fmla="*/ 323399 w 438098"/>
                <a:gd name="connsiteY31" fmla="*/ 352000 h 560149"/>
                <a:gd name="connsiteX32" fmla="*/ 262926 w 438098"/>
                <a:gd name="connsiteY32" fmla="*/ 351760 h 560149"/>
                <a:gd name="connsiteX33" fmla="*/ 233535 w 438098"/>
                <a:gd name="connsiteY33" fmla="*/ 351641 h 560149"/>
                <a:gd name="connsiteX34" fmla="*/ 207713 w 438098"/>
                <a:gd name="connsiteY34" fmla="*/ 351538 h 560149"/>
                <a:gd name="connsiteX35" fmla="*/ 194085 w 438098"/>
                <a:gd name="connsiteY35" fmla="*/ 351482 h 560149"/>
                <a:gd name="connsiteX36" fmla="*/ 181032 w 438098"/>
                <a:gd name="connsiteY36" fmla="*/ 351431 h 560149"/>
                <a:gd name="connsiteX37" fmla="*/ 176237 w 438098"/>
                <a:gd name="connsiteY37" fmla="*/ 351409 h 560149"/>
                <a:gd name="connsiteX38" fmla="*/ 169525 w 438098"/>
                <a:gd name="connsiteY38" fmla="*/ 351385 h 560149"/>
                <a:gd name="connsiteX39" fmla="*/ 167514 w 438098"/>
                <a:gd name="connsiteY39" fmla="*/ 351374 h 560149"/>
                <a:gd name="connsiteX40" fmla="*/ 161176 w 438098"/>
                <a:gd name="connsiteY40" fmla="*/ 351256 h 560149"/>
                <a:gd name="connsiteX41" fmla="*/ 159688 w 438098"/>
                <a:gd name="connsiteY41" fmla="*/ 350512 h 560149"/>
                <a:gd name="connsiteX42" fmla="*/ 318997 w 438098"/>
                <a:gd name="connsiteY42" fmla="*/ 252515 h 560149"/>
                <a:gd name="connsiteX43" fmla="*/ 317065 w 438098"/>
                <a:gd name="connsiteY43" fmla="*/ 252541 h 560149"/>
                <a:gd name="connsiteX44" fmla="*/ 310584 w 438098"/>
                <a:gd name="connsiteY44" fmla="*/ 252544 h 560149"/>
                <a:gd name="connsiteX45" fmla="*/ 305815 w 438098"/>
                <a:gd name="connsiteY45" fmla="*/ 252563 h 560149"/>
                <a:gd name="connsiteX46" fmla="*/ 292862 w 438098"/>
                <a:gd name="connsiteY46" fmla="*/ 252585 h 560149"/>
                <a:gd name="connsiteX47" fmla="*/ 279084 w 438098"/>
                <a:gd name="connsiteY47" fmla="*/ 252619 h 560149"/>
                <a:gd name="connsiteX48" fmla="*/ 253079 w 438098"/>
                <a:gd name="connsiteY48" fmla="*/ 252675 h 560149"/>
                <a:gd name="connsiteX49" fmla="*/ 223231 w 438098"/>
                <a:gd name="connsiteY49" fmla="*/ 252745 h 560149"/>
                <a:gd name="connsiteX50" fmla="*/ 158942 w 438098"/>
                <a:gd name="connsiteY50" fmla="*/ 252899 h 560149"/>
                <a:gd name="connsiteX51" fmla="*/ 158906 w 438098"/>
                <a:gd name="connsiteY51" fmla="*/ 265031 h 560149"/>
                <a:gd name="connsiteX52" fmla="*/ 158896 w 438098"/>
                <a:gd name="connsiteY52" fmla="*/ 269968 h 560149"/>
                <a:gd name="connsiteX53" fmla="*/ 158873 w 438098"/>
                <a:gd name="connsiteY53" fmla="*/ 277270 h 560149"/>
                <a:gd name="connsiteX54" fmla="*/ 158870 w 438098"/>
                <a:gd name="connsiteY54" fmla="*/ 279569 h 560149"/>
                <a:gd name="connsiteX55" fmla="*/ 158858 w 438098"/>
                <a:gd name="connsiteY55" fmla="*/ 281826 h 560149"/>
                <a:gd name="connsiteX56" fmla="*/ 158858 w 438098"/>
                <a:gd name="connsiteY56" fmla="*/ 283903 h 560149"/>
                <a:gd name="connsiteX57" fmla="*/ 158853 w 438098"/>
                <a:gd name="connsiteY57" fmla="*/ 285741 h 560149"/>
                <a:gd name="connsiteX58" fmla="*/ 159687 w 438098"/>
                <a:gd name="connsiteY58" fmla="*/ 287874 h 560149"/>
                <a:gd name="connsiteX59" fmla="*/ 164087 w 438098"/>
                <a:gd name="connsiteY59" fmla="*/ 287950 h 560149"/>
                <a:gd name="connsiteX60" fmla="*/ 166019 w 438098"/>
                <a:gd name="connsiteY60" fmla="*/ 287935 h 560149"/>
                <a:gd name="connsiteX61" fmla="*/ 172500 w 438098"/>
                <a:gd name="connsiteY61" fmla="*/ 287905 h 560149"/>
                <a:gd name="connsiteX62" fmla="*/ 177269 w 438098"/>
                <a:gd name="connsiteY62" fmla="*/ 287879 h 560149"/>
                <a:gd name="connsiteX63" fmla="*/ 190222 w 438098"/>
                <a:gd name="connsiteY63" fmla="*/ 287815 h 560149"/>
                <a:gd name="connsiteX64" fmla="*/ 204000 w 438098"/>
                <a:gd name="connsiteY64" fmla="*/ 287744 h 560149"/>
                <a:gd name="connsiteX65" fmla="*/ 230006 w 438098"/>
                <a:gd name="connsiteY65" fmla="*/ 287612 h 560149"/>
                <a:gd name="connsiteX66" fmla="*/ 259853 w 438098"/>
                <a:gd name="connsiteY66" fmla="*/ 287459 h 560149"/>
                <a:gd name="connsiteX67" fmla="*/ 324142 w 438098"/>
                <a:gd name="connsiteY67" fmla="*/ 287130 h 560149"/>
                <a:gd name="connsiteX68" fmla="*/ 324178 w 438098"/>
                <a:gd name="connsiteY68" fmla="*/ 276165 h 560149"/>
                <a:gd name="connsiteX69" fmla="*/ 324188 w 438098"/>
                <a:gd name="connsiteY69" fmla="*/ 271689 h 560149"/>
                <a:gd name="connsiteX70" fmla="*/ 324211 w 438098"/>
                <a:gd name="connsiteY70" fmla="*/ 265093 h 560149"/>
                <a:gd name="connsiteX71" fmla="*/ 324214 w 438098"/>
                <a:gd name="connsiteY71" fmla="*/ 263003 h 560149"/>
                <a:gd name="connsiteX72" fmla="*/ 324226 w 438098"/>
                <a:gd name="connsiteY72" fmla="*/ 260978 h 560149"/>
                <a:gd name="connsiteX73" fmla="*/ 324226 w 438098"/>
                <a:gd name="connsiteY73" fmla="*/ 259083 h 560149"/>
                <a:gd name="connsiteX74" fmla="*/ 323398 w 438098"/>
                <a:gd name="connsiteY74" fmla="*/ 252899 h 560149"/>
                <a:gd name="connsiteX75" fmla="*/ 318997 w 438098"/>
                <a:gd name="connsiteY75" fmla="*/ 252515 h 560149"/>
                <a:gd name="connsiteX76" fmla="*/ 164292 w 438098"/>
                <a:gd name="connsiteY76" fmla="*/ 0 h 560149"/>
                <a:gd name="connsiteX77" fmla="*/ 165641 w 438098"/>
                <a:gd name="connsiteY77" fmla="*/ 296 h 560149"/>
                <a:gd name="connsiteX78" fmla="*/ 166385 w 438098"/>
                <a:gd name="connsiteY78" fmla="*/ 2529 h 560149"/>
                <a:gd name="connsiteX79" fmla="*/ 172013 w 438098"/>
                <a:gd name="connsiteY79" fmla="*/ 3041 h 560149"/>
                <a:gd name="connsiteX80" fmla="*/ 173616 w 438098"/>
                <a:gd name="connsiteY80" fmla="*/ 3118 h 560149"/>
                <a:gd name="connsiteX81" fmla="*/ 177547 w 438098"/>
                <a:gd name="connsiteY81" fmla="*/ 3273 h 560149"/>
                <a:gd name="connsiteX82" fmla="*/ 177547 w 438098"/>
                <a:gd name="connsiteY82" fmla="*/ 6250 h 560149"/>
                <a:gd name="connsiteX83" fmla="*/ 180126 w 438098"/>
                <a:gd name="connsiteY83" fmla="*/ 6334 h 560149"/>
                <a:gd name="connsiteX84" fmla="*/ 183454 w 438098"/>
                <a:gd name="connsiteY84" fmla="*/ 6482 h 560149"/>
                <a:gd name="connsiteX85" fmla="*/ 185156 w 438098"/>
                <a:gd name="connsiteY85" fmla="*/ 6533 h 560149"/>
                <a:gd name="connsiteX86" fmla="*/ 189454 w 438098"/>
                <a:gd name="connsiteY86" fmla="*/ 6994 h 560149"/>
                <a:gd name="connsiteX87" fmla="*/ 190198 w 438098"/>
                <a:gd name="connsiteY87" fmla="*/ 9226 h 560149"/>
                <a:gd name="connsiteX88" fmla="*/ 197363 w 438098"/>
                <a:gd name="connsiteY88" fmla="*/ 9553 h 560149"/>
                <a:gd name="connsiteX89" fmla="*/ 201360 w 438098"/>
                <a:gd name="connsiteY89" fmla="*/ 9970 h 560149"/>
                <a:gd name="connsiteX90" fmla="*/ 201729 w 438098"/>
                <a:gd name="connsiteY90" fmla="*/ 11450 h 560149"/>
                <a:gd name="connsiteX91" fmla="*/ 202104 w 438098"/>
                <a:gd name="connsiteY91" fmla="*/ 12947 h 560149"/>
                <a:gd name="connsiteX92" fmla="*/ 207732 w 438098"/>
                <a:gd name="connsiteY92" fmla="*/ 13505 h 560149"/>
                <a:gd name="connsiteX93" fmla="*/ 209335 w 438098"/>
                <a:gd name="connsiteY93" fmla="*/ 13572 h 560149"/>
                <a:gd name="connsiteX94" fmla="*/ 213266 w 438098"/>
                <a:gd name="connsiteY94" fmla="*/ 13691 h 560149"/>
                <a:gd name="connsiteX95" fmla="*/ 213266 w 438098"/>
                <a:gd name="connsiteY95" fmla="*/ 16668 h 560149"/>
                <a:gd name="connsiteX96" fmla="*/ 214842 w 438098"/>
                <a:gd name="connsiteY96" fmla="*/ 16641 h 560149"/>
                <a:gd name="connsiteX97" fmla="*/ 216894 w 438098"/>
                <a:gd name="connsiteY97" fmla="*/ 16621 h 560149"/>
                <a:gd name="connsiteX98" fmla="*/ 218934 w 438098"/>
                <a:gd name="connsiteY98" fmla="*/ 16595 h 560149"/>
                <a:gd name="connsiteX99" fmla="*/ 222196 w 438098"/>
                <a:gd name="connsiteY99" fmla="*/ 17412 h 560149"/>
                <a:gd name="connsiteX100" fmla="*/ 222341 w 438098"/>
                <a:gd name="connsiteY100" fmla="*/ 20577 h 560149"/>
                <a:gd name="connsiteX101" fmla="*/ 222327 w 438098"/>
                <a:gd name="connsiteY101" fmla="*/ 22503 h 560149"/>
                <a:gd name="connsiteX102" fmla="*/ 222289 w 438098"/>
                <a:gd name="connsiteY102" fmla="*/ 24528 h 560149"/>
                <a:gd name="connsiteX103" fmla="*/ 222268 w 438098"/>
                <a:gd name="connsiteY103" fmla="*/ 26561 h 560149"/>
                <a:gd name="connsiteX104" fmla="*/ 222196 w 438098"/>
                <a:gd name="connsiteY104" fmla="*/ 31550 h 560149"/>
                <a:gd name="connsiteX105" fmla="*/ 219963 w 438098"/>
                <a:gd name="connsiteY105" fmla="*/ 30806 h 560149"/>
                <a:gd name="connsiteX106" fmla="*/ 219219 w 438098"/>
                <a:gd name="connsiteY106" fmla="*/ 41224 h 560149"/>
                <a:gd name="connsiteX107" fmla="*/ 216987 w 438098"/>
                <a:gd name="connsiteY107" fmla="*/ 41224 h 560149"/>
                <a:gd name="connsiteX108" fmla="*/ 216876 w 438098"/>
                <a:gd name="connsiteY108" fmla="*/ 43477 h 560149"/>
                <a:gd name="connsiteX109" fmla="*/ 216708 w 438098"/>
                <a:gd name="connsiteY109" fmla="*/ 46387 h 560149"/>
                <a:gd name="connsiteX110" fmla="*/ 216551 w 438098"/>
                <a:gd name="connsiteY110" fmla="*/ 49291 h 560149"/>
                <a:gd name="connsiteX111" fmla="*/ 216243 w 438098"/>
                <a:gd name="connsiteY111" fmla="*/ 51642 h 560149"/>
                <a:gd name="connsiteX112" fmla="*/ 214754 w 438098"/>
                <a:gd name="connsiteY112" fmla="*/ 52386 h 560149"/>
                <a:gd name="connsiteX113" fmla="*/ 214339 w 438098"/>
                <a:gd name="connsiteY113" fmla="*/ 59897 h 560149"/>
                <a:gd name="connsiteX114" fmla="*/ 214010 w 438098"/>
                <a:gd name="connsiteY114" fmla="*/ 62060 h 560149"/>
                <a:gd name="connsiteX115" fmla="*/ 211778 w 438098"/>
                <a:gd name="connsiteY115" fmla="*/ 62804 h 560149"/>
                <a:gd name="connsiteX116" fmla="*/ 211406 w 438098"/>
                <a:gd name="connsiteY116" fmla="*/ 66013 h 560149"/>
                <a:gd name="connsiteX117" fmla="*/ 208801 w 438098"/>
                <a:gd name="connsiteY117" fmla="*/ 72478 h 560149"/>
                <a:gd name="connsiteX118" fmla="*/ 210289 w 438098"/>
                <a:gd name="connsiteY118" fmla="*/ 71734 h 560149"/>
                <a:gd name="connsiteX119" fmla="*/ 214015 w 438098"/>
                <a:gd name="connsiteY119" fmla="*/ 71640 h 560149"/>
                <a:gd name="connsiteX120" fmla="*/ 216418 w 438098"/>
                <a:gd name="connsiteY120" fmla="*/ 71634 h 560149"/>
                <a:gd name="connsiteX121" fmla="*/ 219080 w 438098"/>
                <a:gd name="connsiteY121" fmla="*/ 71639 h 560149"/>
                <a:gd name="connsiteX122" fmla="*/ 221891 w 438098"/>
                <a:gd name="connsiteY122" fmla="*/ 71636 h 560149"/>
                <a:gd name="connsiteX123" fmla="*/ 229639 w 438098"/>
                <a:gd name="connsiteY123" fmla="*/ 71637 h 560149"/>
                <a:gd name="connsiteX124" fmla="*/ 237986 w 438098"/>
                <a:gd name="connsiteY124" fmla="*/ 71634 h 560149"/>
                <a:gd name="connsiteX125" fmla="*/ 254347 w 438098"/>
                <a:gd name="connsiteY125" fmla="*/ 71633 h 560149"/>
                <a:gd name="connsiteX126" fmla="*/ 267638 w 438098"/>
                <a:gd name="connsiteY126" fmla="*/ 71634 h 560149"/>
                <a:gd name="connsiteX127" fmla="*/ 269545 w 438098"/>
                <a:gd name="connsiteY127" fmla="*/ 71634 h 560149"/>
                <a:gd name="connsiteX128" fmla="*/ 273381 w 438098"/>
                <a:gd name="connsiteY128" fmla="*/ 71633 h 560149"/>
                <a:gd name="connsiteX129" fmla="*/ 309384 w 438098"/>
                <a:gd name="connsiteY129" fmla="*/ 71638 h 560149"/>
                <a:gd name="connsiteX130" fmla="*/ 340309 w 438098"/>
                <a:gd name="connsiteY130" fmla="*/ 71637 h 560149"/>
                <a:gd name="connsiteX131" fmla="*/ 376182 w 438098"/>
                <a:gd name="connsiteY131" fmla="*/ 71634 h 560149"/>
                <a:gd name="connsiteX132" fmla="*/ 380004 w 438098"/>
                <a:gd name="connsiteY132" fmla="*/ 71634 h 560149"/>
                <a:gd name="connsiteX133" fmla="*/ 381903 w 438098"/>
                <a:gd name="connsiteY133" fmla="*/ 71635 h 560149"/>
                <a:gd name="connsiteX134" fmla="*/ 395187 w 438098"/>
                <a:gd name="connsiteY134" fmla="*/ 71633 h 560149"/>
                <a:gd name="connsiteX135" fmla="*/ 411362 w 438098"/>
                <a:gd name="connsiteY135" fmla="*/ 71635 h 560149"/>
                <a:gd name="connsiteX136" fmla="*/ 419622 w 438098"/>
                <a:gd name="connsiteY136" fmla="*/ 71635 h 560149"/>
                <a:gd name="connsiteX137" fmla="*/ 428557 w 438098"/>
                <a:gd name="connsiteY137" fmla="*/ 71639 h 560149"/>
                <a:gd name="connsiteX138" fmla="*/ 431223 w 438098"/>
                <a:gd name="connsiteY138" fmla="*/ 71634 h 560149"/>
                <a:gd name="connsiteX139" fmla="*/ 433620 w 438098"/>
                <a:gd name="connsiteY139" fmla="*/ 71640 h 560149"/>
                <a:gd name="connsiteX140" fmla="*/ 435706 w 438098"/>
                <a:gd name="connsiteY140" fmla="*/ 71641 h 560149"/>
                <a:gd name="connsiteX141" fmla="*/ 437997 w 438098"/>
                <a:gd name="connsiteY141" fmla="*/ 72478 h 560149"/>
                <a:gd name="connsiteX142" fmla="*/ 438093 w 438098"/>
                <a:gd name="connsiteY142" fmla="*/ 79313 h 560149"/>
                <a:gd name="connsiteX143" fmla="*/ 438097 w 438098"/>
                <a:gd name="connsiteY143" fmla="*/ 81488 h 560149"/>
                <a:gd name="connsiteX144" fmla="*/ 438095 w 438098"/>
                <a:gd name="connsiteY144" fmla="*/ 88640 h 560149"/>
                <a:gd name="connsiteX145" fmla="*/ 438098 w 438098"/>
                <a:gd name="connsiteY145" fmla="*/ 93586 h 560149"/>
                <a:gd name="connsiteX146" fmla="*/ 438094 w 438098"/>
                <a:gd name="connsiteY146" fmla="*/ 103969 h 560149"/>
                <a:gd name="connsiteX147" fmla="*/ 438096 w 438098"/>
                <a:gd name="connsiteY147" fmla="*/ 117309 h 560149"/>
                <a:gd name="connsiteX148" fmla="*/ 438096 w 438098"/>
                <a:gd name="connsiteY148" fmla="*/ 127528 h 560149"/>
                <a:gd name="connsiteX149" fmla="*/ 438098 w 438098"/>
                <a:gd name="connsiteY149" fmla="*/ 132449 h 560149"/>
                <a:gd name="connsiteX150" fmla="*/ 438093 w 438098"/>
                <a:gd name="connsiteY150" fmla="*/ 139313 h 560149"/>
                <a:gd name="connsiteX151" fmla="*/ 438097 w 438098"/>
                <a:gd name="connsiteY151" fmla="*/ 141389 h 560149"/>
                <a:gd name="connsiteX152" fmla="*/ 437252 w 438098"/>
                <a:gd name="connsiteY152" fmla="*/ 146892 h 560149"/>
                <a:gd name="connsiteX153" fmla="*/ 433210 w 438098"/>
                <a:gd name="connsiteY153" fmla="*/ 146984 h 560149"/>
                <a:gd name="connsiteX154" fmla="*/ 430534 w 438098"/>
                <a:gd name="connsiteY154" fmla="*/ 146988 h 560149"/>
                <a:gd name="connsiteX155" fmla="*/ 427558 w 438098"/>
                <a:gd name="connsiteY155" fmla="*/ 146982 h 560149"/>
                <a:gd name="connsiteX156" fmla="*/ 424425 w 438098"/>
                <a:gd name="connsiteY156" fmla="*/ 146984 h 560149"/>
                <a:gd name="connsiteX157" fmla="*/ 415776 w 438098"/>
                <a:gd name="connsiteY157" fmla="*/ 146979 h 560149"/>
                <a:gd name="connsiteX158" fmla="*/ 406464 w 438098"/>
                <a:gd name="connsiteY158" fmla="*/ 146977 h 560149"/>
                <a:gd name="connsiteX159" fmla="*/ 390318 w 438098"/>
                <a:gd name="connsiteY159" fmla="*/ 146971 h 560149"/>
                <a:gd name="connsiteX160" fmla="*/ 366972 w 438098"/>
                <a:gd name="connsiteY160" fmla="*/ 146962 h 560149"/>
                <a:gd name="connsiteX161" fmla="*/ 329100 w 438098"/>
                <a:gd name="connsiteY161" fmla="*/ 146948 h 560149"/>
                <a:gd name="connsiteX162" fmla="*/ 292300 w 438098"/>
                <a:gd name="connsiteY162" fmla="*/ 146933 h 560149"/>
                <a:gd name="connsiteX163" fmla="*/ 290011 w 438098"/>
                <a:gd name="connsiteY163" fmla="*/ 146932 h 560149"/>
                <a:gd name="connsiteX164" fmla="*/ 278640 w 438098"/>
                <a:gd name="connsiteY164" fmla="*/ 146930 h 560149"/>
                <a:gd name="connsiteX165" fmla="*/ 184245 w 438098"/>
                <a:gd name="connsiteY165" fmla="*/ 146892 h 560149"/>
                <a:gd name="connsiteX166" fmla="*/ 183966 w 438098"/>
                <a:gd name="connsiteY166" fmla="*/ 149822 h 560149"/>
                <a:gd name="connsiteX167" fmla="*/ 183500 w 438098"/>
                <a:gd name="connsiteY167" fmla="*/ 152845 h 560149"/>
                <a:gd name="connsiteX168" fmla="*/ 182012 w 438098"/>
                <a:gd name="connsiteY168" fmla="*/ 153589 h 560149"/>
                <a:gd name="connsiteX169" fmla="*/ 181669 w 438098"/>
                <a:gd name="connsiteY169" fmla="*/ 158194 h 560149"/>
                <a:gd name="connsiteX170" fmla="*/ 181268 w 438098"/>
                <a:gd name="connsiteY170" fmla="*/ 159543 h 560149"/>
                <a:gd name="connsiteX171" fmla="*/ 179762 w 438098"/>
                <a:gd name="connsiteY171" fmla="*/ 159888 h 560149"/>
                <a:gd name="connsiteX172" fmla="*/ 178291 w 438098"/>
                <a:gd name="connsiteY172" fmla="*/ 160287 h 560149"/>
                <a:gd name="connsiteX173" fmla="*/ 178105 w 438098"/>
                <a:gd name="connsiteY173" fmla="*/ 163682 h 560149"/>
                <a:gd name="connsiteX174" fmla="*/ 178187 w 438098"/>
                <a:gd name="connsiteY174" fmla="*/ 165545 h 560149"/>
                <a:gd name="connsiteX175" fmla="*/ 178291 w 438098"/>
                <a:gd name="connsiteY175" fmla="*/ 166984 h 560149"/>
                <a:gd name="connsiteX176" fmla="*/ 176059 w 438098"/>
                <a:gd name="connsiteY176" fmla="*/ 166984 h 560149"/>
                <a:gd name="connsiteX177" fmla="*/ 175315 w 438098"/>
                <a:gd name="connsiteY177" fmla="*/ 173681 h 560149"/>
                <a:gd name="connsiteX178" fmla="*/ 173082 w 438098"/>
                <a:gd name="connsiteY178" fmla="*/ 173681 h 560149"/>
                <a:gd name="connsiteX179" fmla="*/ 173222 w 438098"/>
                <a:gd name="connsiteY179" fmla="*/ 176146 h 560149"/>
                <a:gd name="connsiteX180" fmla="*/ 170850 w 438098"/>
                <a:gd name="connsiteY180" fmla="*/ 181123 h 560149"/>
                <a:gd name="connsiteX181" fmla="*/ 170478 w 438098"/>
                <a:gd name="connsiteY181" fmla="*/ 183355 h 560149"/>
                <a:gd name="connsiteX182" fmla="*/ 167873 w 438098"/>
                <a:gd name="connsiteY182" fmla="*/ 187820 h 560149"/>
                <a:gd name="connsiteX183" fmla="*/ 169266 w 438098"/>
                <a:gd name="connsiteY183" fmla="*/ 187819 h 560149"/>
                <a:gd name="connsiteX184" fmla="*/ 250880 w 438098"/>
                <a:gd name="connsiteY184" fmla="*/ 187782 h 560149"/>
                <a:gd name="connsiteX185" fmla="*/ 260669 w 438098"/>
                <a:gd name="connsiteY185" fmla="*/ 187779 h 560149"/>
                <a:gd name="connsiteX186" fmla="*/ 262637 w 438098"/>
                <a:gd name="connsiteY186" fmla="*/ 187778 h 560149"/>
                <a:gd name="connsiteX187" fmla="*/ 294236 w 438098"/>
                <a:gd name="connsiteY187" fmla="*/ 187762 h 560149"/>
                <a:gd name="connsiteX188" fmla="*/ 326635 w 438098"/>
                <a:gd name="connsiteY188" fmla="*/ 187750 h 560149"/>
                <a:gd name="connsiteX189" fmla="*/ 346643 w 438098"/>
                <a:gd name="connsiteY189" fmla="*/ 187740 h 560149"/>
                <a:gd name="connsiteX190" fmla="*/ 360344 w 438098"/>
                <a:gd name="connsiteY190" fmla="*/ 187735 h 560149"/>
                <a:gd name="connsiteX191" fmla="*/ 368261 w 438098"/>
                <a:gd name="connsiteY191" fmla="*/ 187731 h 560149"/>
                <a:gd name="connsiteX192" fmla="*/ 376824 w 438098"/>
                <a:gd name="connsiteY192" fmla="*/ 187730 h 560149"/>
                <a:gd name="connsiteX193" fmla="*/ 379379 w 438098"/>
                <a:gd name="connsiteY193" fmla="*/ 187724 h 560149"/>
                <a:gd name="connsiteX194" fmla="*/ 381678 w 438098"/>
                <a:gd name="connsiteY194" fmla="*/ 187728 h 560149"/>
                <a:gd name="connsiteX195" fmla="*/ 383677 w 438098"/>
                <a:gd name="connsiteY195" fmla="*/ 187727 h 560149"/>
                <a:gd name="connsiteX196" fmla="*/ 385907 w 438098"/>
                <a:gd name="connsiteY196" fmla="*/ 188564 h 560149"/>
                <a:gd name="connsiteX197" fmla="*/ 386002 w 438098"/>
                <a:gd name="connsiteY197" fmla="*/ 193535 h 560149"/>
                <a:gd name="connsiteX198" fmla="*/ 386006 w 438098"/>
                <a:gd name="connsiteY198" fmla="*/ 195136 h 560149"/>
                <a:gd name="connsiteX199" fmla="*/ 386006 w 438098"/>
                <a:gd name="connsiteY199" fmla="*/ 200514 h 560149"/>
                <a:gd name="connsiteX200" fmla="*/ 386011 w 438098"/>
                <a:gd name="connsiteY200" fmla="*/ 204382 h 560149"/>
                <a:gd name="connsiteX201" fmla="*/ 386015 w 438098"/>
                <a:gd name="connsiteY201" fmla="*/ 215062 h 560149"/>
                <a:gd name="connsiteX202" fmla="*/ 386022 w 438098"/>
                <a:gd name="connsiteY202" fmla="*/ 226561 h 560149"/>
                <a:gd name="connsiteX203" fmla="*/ 386031 w 438098"/>
                <a:gd name="connsiteY203" fmla="*/ 249107 h 560149"/>
                <a:gd name="connsiteX204" fmla="*/ 386035 w 438098"/>
                <a:gd name="connsiteY204" fmla="*/ 267422 h 560149"/>
                <a:gd name="connsiteX205" fmla="*/ 386045 w 438098"/>
                <a:gd name="connsiteY205" fmla="*/ 319283 h 560149"/>
                <a:gd name="connsiteX206" fmla="*/ 386045 w 438098"/>
                <a:gd name="connsiteY206" fmla="*/ 322110 h 560149"/>
                <a:gd name="connsiteX207" fmla="*/ 386044 w 438098"/>
                <a:gd name="connsiteY207" fmla="*/ 324941 h 560149"/>
                <a:gd name="connsiteX208" fmla="*/ 386062 w 438098"/>
                <a:gd name="connsiteY208" fmla="*/ 370384 h 560149"/>
                <a:gd name="connsiteX209" fmla="*/ 386077 w 438098"/>
                <a:gd name="connsiteY209" fmla="*/ 416980 h 560149"/>
                <a:gd name="connsiteX210" fmla="*/ 386087 w 438098"/>
                <a:gd name="connsiteY210" fmla="*/ 443166 h 560149"/>
                <a:gd name="connsiteX211" fmla="*/ 386090 w 438098"/>
                <a:gd name="connsiteY211" fmla="*/ 465457 h 560149"/>
                <a:gd name="connsiteX212" fmla="*/ 386094 w 438098"/>
                <a:gd name="connsiteY212" fmla="*/ 476842 h 560149"/>
                <a:gd name="connsiteX213" fmla="*/ 386092 w 438098"/>
                <a:gd name="connsiteY213" fmla="*/ 487246 h 560149"/>
                <a:gd name="connsiteX214" fmla="*/ 386097 w 438098"/>
                <a:gd name="connsiteY214" fmla="*/ 491027 h 560149"/>
                <a:gd name="connsiteX215" fmla="*/ 386092 w 438098"/>
                <a:gd name="connsiteY215" fmla="*/ 496133 h 560149"/>
                <a:gd name="connsiteX216" fmla="*/ 386092 w 438098"/>
                <a:gd name="connsiteY216" fmla="*/ 499007 h 560149"/>
                <a:gd name="connsiteX217" fmla="*/ 385907 w 438098"/>
                <a:gd name="connsiteY217" fmla="*/ 501103 h 560149"/>
                <a:gd name="connsiteX218" fmla="*/ 384418 w 438098"/>
                <a:gd name="connsiteY218" fmla="*/ 501847 h 560149"/>
                <a:gd name="connsiteX219" fmla="*/ 383491 w 438098"/>
                <a:gd name="connsiteY219" fmla="*/ 508018 h 560149"/>
                <a:gd name="connsiteX220" fmla="*/ 383417 w 438098"/>
                <a:gd name="connsiteY220" fmla="*/ 509810 h 560149"/>
                <a:gd name="connsiteX221" fmla="*/ 383289 w 438098"/>
                <a:gd name="connsiteY221" fmla="*/ 513537 h 560149"/>
                <a:gd name="connsiteX222" fmla="*/ 382930 w 438098"/>
                <a:gd name="connsiteY222" fmla="*/ 518218 h 560149"/>
                <a:gd name="connsiteX223" fmla="*/ 381442 w 438098"/>
                <a:gd name="connsiteY223" fmla="*/ 518962 h 560149"/>
                <a:gd name="connsiteX224" fmla="*/ 381026 w 438098"/>
                <a:gd name="connsiteY224" fmla="*/ 525892 h 560149"/>
                <a:gd name="connsiteX225" fmla="*/ 380698 w 438098"/>
                <a:gd name="connsiteY225" fmla="*/ 527892 h 560149"/>
                <a:gd name="connsiteX226" fmla="*/ 378465 w 438098"/>
                <a:gd name="connsiteY226" fmla="*/ 528636 h 560149"/>
                <a:gd name="connsiteX227" fmla="*/ 377721 w 438098"/>
                <a:gd name="connsiteY227" fmla="*/ 532357 h 560149"/>
                <a:gd name="connsiteX228" fmla="*/ 375489 w 438098"/>
                <a:gd name="connsiteY228" fmla="*/ 533845 h 560149"/>
                <a:gd name="connsiteX229" fmla="*/ 374745 w 438098"/>
                <a:gd name="connsiteY229" fmla="*/ 537566 h 560149"/>
                <a:gd name="connsiteX230" fmla="*/ 373256 w 438098"/>
                <a:gd name="connsiteY230" fmla="*/ 537566 h 560149"/>
                <a:gd name="connsiteX231" fmla="*/ 372512 w 438098"/>
                <a:gd name="connsiteY231" fmla="*/ 539798 h 560149"/>
                <a:gd name="connsiteX232" fmla="*/ 369536 w 438098"/>
                <a:gd name="connsiteY232" fmla="*/ 539798 h 560149"/>
                <a:gd name="connsiteX233" fmla="*/ 369536 w 438098"/>
                <a:gd name="connsiteY233" fmla="*/ 542775 h 560149"/>
                <a:gd name="connsiteX234" fmla="*/ 366559 w 438098"/>
                <a:gd name="connsiteY234" fmla="*/ 542775 h 560149"/>
                <a:gd name="connsiteX235" fmla="*/ 366280 w 438098"/>
                <a:gd name="connsiteY235" fmla="*/ 544542 h 560149"/>
                <a:gd name="connsiteX236" fmla="*/ 365815 w 438098"/>
                <a:gd name="connsiteY236" fmla="*/ 546496 h 560149"/>
                <a:gd name="connsiteX237" fmla="*/ 361350 w 438098"/>
                <a:gd name="connsiteY237" fmla="*/ 547984 h 560149"/>
                <a:gd name="connsiteX238" fmla="*/ 359862 w 438098"/>
                <a:gd name="connsiteY238" fmla="*/ 550216 h 560149"/>
                <a:gd name="connsiteX239" fmla="*/ 357955 w 438098"/>
                <a:gd name="connsiteY239" fmla="*/ 550588 h 560149"/>
                <a:gd name="connsiteX240" fmla="*/ 356141 w 438098"/>
                <a:gd name="connsiteY240" fmla="*/ 550960 h 560149"/>
                <a:gd name="connsiteX241" fmla="*/ 355397 w 438098"/>
                <a:gd name="connsiteY241" fmla="*/ 553193 h 560149"/>
                <a:gd name="connsiteX242" fmla="*/ 351258 w 438098"/>
                <a:gd name="connsiteY242" fmla="*/ 553705 h 560149"/>
                <a:gd name="connsiteX243" fmla="*/ 348976 w 438098"/>
                <a:gd name="connsiteY243" fmla="*/ 553853 h 560149"/>
                <a:gd name="connsiteX244" fmla="*/ 347211 w 438098"/>
                <a:gd name="connsiteY244" fmla="*/ 553937 h 560149"/>
                <a:gd name="connsiteX245" fmla="*/ 347211 w 438098"/>
                <a:gd name="connsiteY245" fmla="*/ 556914 h 560149"/>
                <a:gd name="connsiteX246" fmla="*/ 344633 w 438098"/>
                <a:gd name="connsiteY246" fmla="*/ 556998 h 560149"/>
                <a:gd name="connsiteX247" fmla="*/ 341305 w 438098"/>
                <a:gd name="connsiteY247" fmla="*/ 557146 h 560149"/>
                <a:gd name="connsiteX248" fmla="*/ 339603 w 438098"/>
                <a:gd name="connsiteY248" fmla="*/ 557197 h 560149"/>
                <a:gd name="connsiteX249" fmla="*/ 335305 w 438098"/>
                <a:gd name="connsiteY249" fmla="*/ 557658 h 560149"/>
                <a:gd name="connsiteX250" fmla="*/ 334561 w 438098"/>
                <a:gd name="connsiteY250" fmla="*/ 559890 h 560149"/>
                <a:gd name="connsiteX251" fmla="*/ 328670 w 438098"/>
                <a:gd name="connsiteY251" fmla="*/ 560144 h 560149"/>
                <a:gd name="connsiteX252" fmla="*/ 326800 w 438098"/>
                <a:gd name="connsiteY252" fmla="*/ 560145 h 560149"/>
                <a:gd name="connsiteX253" fmla="*/ 320652 w 438098"/>
                <a:gd name="connsiteY253" fmla="*/ 560108 h 560149"/>
                <a:gd name="connsiteX254" fmla="*/ 316401 w 438098"/>
                <a:gd name="connsiteY254" fmla="*/ 560099 h 560149"/>
                <a:gd name="connsiteX255" fmla="*/ 305189 w 438098"/>
                <a:gd name="connsiteY255" fmla="*/ 560043 h 560149"/>
                <a:gd name="connsiteX256" fmla="*/ 293757 w 438098"/>
                <a:gd name="connsiteY256" fmla="*/ 559999 h 560149"/>
                <a:gd name="connsiteX257" fmla="*/ 271309 w 438098"/>
                <a:gd name="connsiteY257" fmla="*/ 559890 h 560149"/>
                <a:gd name="connsiteX258" fmla="*/ 271225 w 438098"/>
                <a:gd name="connsiteY258" fmla="*/ 557637 h 560149"/>
                <a:gd name="connsiteX259" fmla="*/ 271076 w 438098"/>
                <a:gd name="connsiteY259" fmla="*/ 554728 h 560149"/>
                <a:gd name="connsiteX260" fmla="*/ 270946 w 438098"/>
                <a:gd name="connsiteY260" fmla="*/ 551824 h 560149"/>
                <a:gd name="connsiteX261" fmla="*/ 270565 w 438098"/>
                <a:gd name="connsiteY261" fmla="*/ 549472 h 560149"/>
                <a:gd name="connsiteX262" fmla="*/ 268332 w 438098"/>
                <a:gd name="connsiteY262" fmla="*/ 548728 h 560149"/>
                <a:gd name="connsiteX263" fmla="*/ 268004 w 438098"/>
                <a:gd name="connsiteY263" fmla="*/ 545752 h 560149"/>
                <a:gd name="connsiteX264" fmla="*/ 267944 w 438098"/>
                <a:gd name="connsiteY264" fmla="*/ 543938 h 560149"/>
                <a:gd name="connsiteX265" fmla="*/ 267914 w 438098"/>
                <a:gd name="connsiteY265" fmla="*/ 542031 h 560149"/>
                <a:gd name="connsiteX266" fmla="*/ 267818 w 438098"/>
                <a:gd name="connsiteY266" fmla="*/ 538310 h 560149"/>
                <a:gd name="connsiteX267" fmla="*/ 267790 w 438098"/>
                <a:gd name="connsiteY267" fmla="*/ 536636 h 560149"/>
                <a:gd name="connsiteX268" fmla="*/ 267588 w 438098"/>
                <a:gd name="connsiteY268" fmla="*/ 535334 h 560149"/>
                <a:gd name="connsiteX269" fmla="*/ 266100 w 438098"/>
                <a:gd name="connsiteY269" fmla="*/ 534589 h 560149"/>
                <a:gd name="connsiteX270" fmla="*/ 265681 w 438098"/>
                <a:gd name="connsiteY270" fmla="*/ 530218 h 560149"/>
                <a:gd name="connsiteX271" fmla="*/ 264612 w 438098"/>
                <a:gd name="connsiteY271" fmla="*/ 523427 h 560149"/>
                <a:gd name="connsiteX272" fmla="*/ 263123 w 438098"/>
                <a:gd name="connsiteY272" fmla="*/ 522683 h 560149"/>
                <a:gd name="connsiteX273" fmla="*/ 262708 w 438098"/>
                <a:gd name="connsiteY273" fmla="*/ 515753 h 560149"/>
                <a:gd name="connsiteX274" fmla="*/ 262379 w 438098"/>
                <a:gd name="connsiteY274" fmla="*/ 513753 h 560149"/>
                <a:gd name="connsiteX275" fmla="*/ 260147 w 438098"/>
                <a:gd name="connsiteY275" fmla="*/ 513009 h 560149"/>
                <a:gd name="connsiteX276" fmla="*/ 259728 w 438098"/>
                <a:gd name="connsiteY276" fmla="*/ 508917 h 560149"/>
                <a:gd name="connsiteX277" fmla="*/ 259403 w 438098"/>
                <a:gd name="connsiteY277" fmla="*/ 504824 h 560149"/>
                <a:gd name="connsiteX278" fmla="*/ 257915 w 438098"/>
                <a:gd name="connsiteY278" fmla="*/ 504080 h 560149"/>
                <a:gd name="connsiteX279" fmla="*/ 257077 w 438098"/>
                <a:gd name="connsiteY279" fmla="*/ 499940 h 560149"/>
                <a:gd name="connsiteX280" fmla="*/ 256699 w 438098"/>
                <a:gd name="connsiteY280" fmla="*/ 497659 h 560149"/>
                <a:gd name="connsiteX281" fmla="*/ 256426 w 438098"/>
                <a:gd name="connsiteY281" fmla="*/ 495894 h 560149"/>
                <a:gd name="connsiteX282" fmla="*/ 254938 w 438098"/>
                <a:gd name="connsiteY282" fmla="*/ 495894 h 560149"/>
                <a:gd name="connsiteX283" fmla="*/ 254938 w 438098"/>
                <a:gd name="connsiteY283" fmla="*/ 488453 h 560149"/>
                <a:gd name="connsiteX284" fmla="*/ 257475 w 438098"/>
                <a:gd name="connsiteY284" fmla="*/ 488439 h 560149"/>
                <a:gd name="connsiteX285" fmla="*/ 281096 w 438098"/>
                <a:gd name="connsiteY285" fmla="*/ 488277 h 560149"/>
                <a:gd name="connsiteX286" fmla="*/ 293241 w 438098"/>
                <a:gd name="connsiteY286" fmla="*/ 488195 h 560149"/>
                <a:gd name="connsiteX287" fmla="*/ 304951 w 438098"/>
                <a:gd name="connsiteY287" fmla="*/ 488108 h 560149"/>
                <a:gd name="connsiteX288" fmla="*/ 309429 w 438098"/>
                <a:gd name="connsiteY288" fmla="*/ 488082 h 560149"/>
                <a:gd name="connsiteX289" fmla="*/ 315678 w 438098"/>
                <a:gd name="connsiteY289" fmla="*/ 488030 h 560149"/>
                <a:gd name="connsiteX290" fmla="*/ 317568 w 438098"/>
                <a:gd name="connsiteY290" fmla="*/ 488034 h 560149"/>
                <a:gd name="connsiteX291" fmla="*/ 321911 w 438098"/>
                <a:gd name="connsiteY291" fmla="*/ 487709 h 560149"/>
                <a:gd name="connsiteX292" fmla="*/ 322796 w 438098"/>
                <a:gd name="connsiteY292" fmla="*/ 481979 h 560149"/>
                <a:gd name="connsiteX293" fmla="*/ 322833 w 438098"/>
                <a:gd name="connsiteY293" fmla="*/ 479835 h 560149"/>
                <a:gd name="connsiteX294" fmla="*/ 322864 w 438098"/>
                <a:gd name="connsiteY294" fmla="*/ 477523 h 560149"/>
                <a:gd name="connsiteX295" fmla="*/ 322906 w 438098"/>
                <a:gd name="connsiteY295" fmla="*/ 475146 h 560149"/>
                <a:gd name="connsiteX296" fmla="*/ 323027 w 438098"/>
                <a:gd name="connsiteY296" fmla="*/ 467617 h 560149"/>
                <a:gd name="connsiteX297" fmla="*/ 323190 w 438098"/>
                <a:gd name="connsiteY297" fmla="*/ 457710 h 560149"/>
                <a:gd name="connsiteX298" fmla="*/ 323220 w 438098"/>
                <a:gd name="connsiteY298" fmla="*/ 455399 h 560149"/>
                <a:gd name="connsiteX299" fmla="*/ 323258 w 438098"/>
                <a:gd name="connsiteY299" fmla="*/ 453254 h 560149"/>
                <a:gd name="connsiteX300" fmla="*/ 323286 w 438098"/>
                <a:gd name="connsiteY300" fmla="*/ 451367 h 560149"/>
                <a:gd name="connsiteX301" fmla="*/ 324143 w 438098"/>
                <a:gd name="connsiteY301" fmla="*/ 447525 h 560149"/>
                <a:gd name="connsiteX302" fmla="*/ 159688 w 438098"/>
                <a:gd name="connsiteY302" fmla="*/ 447525 h 560149"/>
                <a:gd name="connsiteX303" fmla="*/ 158944 w 438098"/>
                <a:gd name="connsiteY303" fmla="*/ 559890 h 560149"/>
                <a:gd name="connsiteX304" fmla="*/ 129225 w 438098"/>
                <a:gd name="connsiteY304" fmla="*/ 559983 h 560149"/>
                <a:gd name="connsiteX305" fmla="*/ 119827 w 438098"/>
                <a:gd name="connsiteY305" fmla="*/ 560024 h 560149"/>
                <a:gd name="connsiteX306" fmla="*/ 114286 w 438098"/>
                <a:gd name="connsiteY306" fmla="*/ 560032 h 560149"/>
                <a:gd name="connsiteX307" fmla="*/ 110573 w 438098"/>
                <a:gd name="connsiteY307" fmla="*/ 560047 h 560149"/>
                <a:gd name="connsiteX308" fmla="*/ 104962 w 438098"/>
                <a:gd name="connsiteY308" fmla="*/ 560059 h 560149"/>
                <a:gd name="connsiteX309" fmla="*/ 103280 w 438098"/>
                <a:gd name="connsiteY309" fmla="*/ 560075 h 560149"/>
                <a:gd name="connsiteX310" fmla="*/ 99413 w 438098"/>
                <a:gd name="connsiteY310" fmla="*/ 559890 h 560149"/>
                <a:gd name="connsiteX311" fmla="*/ 98577 w 438098"/>
                <a:gd name="connsiteY311" fmla="*/ 554314 h 560149"/>
                <a:gd name="connsiteX312" fmla="*/ 98572 w 438098"/>
                <a:gd name="connsiteY312" fmla="*/ 551666 h 560149"/>
                <a:gd name="connsiteX313" fmla="*/ 98579 w 438098"/>
                <a:gd name="connsiteY313" fmla="*/ 548731 h 560149"/>
                <a:gd name="connsiteX314" fmla="*/ 98577 w 438098"/>
                <a:gd name="connsiteY314" fmla="*/ 545633 h 560149"/>
                <a:gd name="connsiteX315" fmla="*/ 98582 w 438098"/>
                <a:gd name="connsiteY315" fmla="*/ 537091 h 560149"/>
                <a:gd name="connsiteX316" fmla="*/ 98584 w 438098"/>
                <a:gd name="connsiteY316" fmla="*/ 527890 h 560149"/>
                <a:gd name="connsiteX317" fmla="*/ 98590 w 438098"/>
                <a:gd name="connsiteY317" fmla="*/ 511940 h 560149"/>
                <a:gd name="connsiteX318" fmla="*/ 98599 w 438098"/>
                <a:gd name="connsiteY318" fmla="*/ 488878 h 560149"/>
                <a:gd name="connsiteX319" fmla="*/ 98612 w 438098"/>
                <a:gd name="connsiteY319" fmla="*/ 451465 h 560149"/>
                <a:gd name="connsiteX320" fmla="*/ 98628 w 438098"/>
                <a:gd name="connsiteY320" fmla="*/ 415114 h 560149"/>
                <a:gd name="connsiteX321" fmla="*/ 98628 w 438098"/>
                <a:gd name="connsiteY321" fmla="*/ 412852 h 560149"/>
                <a:gd name="connsiteX322" fmla="*/ 98631 w 438098"/>
                <a:gd name="connsiteY322" fmla="*/ 401618 h 560149"/>
                <a:gd name="connsiteX323" fmla="*/ 98668 w 438098"/>
                <a:gd name="connsiteY323" fmla="*/ 308371 h 560149"/>
                <a:gd name="connsiteX324" fmla="*/ 96901 w 438098"/>
                <a:gd name="connsiteY324" fmla="*/ 312603 h 560149"/>
                <a:gd name="connsiteX325" fmla="*/ 96436 w 438098"/>
                <a:gd name="connsiteY325" fmla="*/ 314324 h 560149"/>
                <a:gd name="connsiteX326" fmla="*/ 93459 w 438098"/>
                <a:gd name="connsiteY326" fmla="*/ 314324 h 560149"/>
                <a:gd name="connsiteX327" fmla="*/ 93459 w 438098"/>
                <a:gd name="connsiteY327" fmla="*/ 317300 h 560149"/>
                <a:gd name="connsiteX328" fmla="*/ 91227 w 438098"/>
                <a:gd name="connsiteY328" fmla="*/ 318045 h 560149"/>
                <a:gd name="connsiteX329" fmla="*/ 90855 w 438098"/>
                <a:gd name="connsiteY329" fmla="*/ 319579 h 560149"/>
                <a:gd name="connsiteX330" fmla="*/ 90483 w 438098"/>
                <a:gd name="connsiteY330" fmla="*/ 321021 h 560149"/>
                <a:gd name="connsiteX331" fmla="*/ 88250 w 438098"/>
                <a:gd name="connsiteY331" fmla="*/ 321021 h 560149"/>
                <a:gd name="connsiteX332" fmla="*/ 88250 w 438098"/>
                <a:gd name="connsiteY332" fmla="*/ 324742 h 560149"/>
                <a:gd name="connsiteX333" fmla="*/ 86018 w 438098"/>
                <a:gd name="connsiteY333" fmla="*/ 324742 h 560149"/>
                <a:gd name="connsiteX334" fmla="*/ 85274 w 438098"/>
                <a:gd name="connsiteY334" fmla="*/ 327718 h 560149"/>
                <a:gd name="connsiteX335" fmla="*/ 83041 w 438098"/>
                <a:gd name="connsiteY335" fmla="*/ 328462 h 560149"/>
                <a:gd name="connsiteX336" fmla="*/ 82669 w 438098"/>
                <a:gd name="connsiteY336" fmla="*/ 329997 h 560149"/>
                <a:gd name="connsiteX337" fmla="*/ 82297 w 438098"/>
                <a:gd name="connsiteY337" fmla="*/ 331439 h 560149"/>
                <a:gd name="connsiteX338" fmla="*/ 80065 w 438098"/>
                <a:gd name="connsiteY338" fmla="*/ 331439 h 560149"/>
                <a:gd name="connsiteX339" fmla="*/ 79693 w 438098"/>
                <a:gd name="connsiteY339" fmla="*/ 332927 h 560149"/>
                <a:gd name="connsiteX340" fmla="*/ 79321 w 438098"/>
                <a:gd name="connsiteY340" fmla="*/ 334416 h 560149"/>
                <a:gd name="connsiteX341" fmla="*/ 77088 w 438098"/>
                <a:gd name="connsiteY341" fmla="*/ 334416 h 560149"/>
                <a:gd name="connsiteX342" fmla="*/ 76344 w 438098"/>
                <a:gd name="connsiteY342" fmla="*/ 337392 h 560149"/>
                <a:gd name="connsiteX343" fmla="*/ 74856 w 438098"/>
                <a:gd name="connsiteY343" fmla="*/ 338136 h 560149"/>
                <a:gd name="connsiteX344" fmla="*/ 74251 w 438098"/>
                <a:gd name="connsiteY344" fmla="*/ 339439 h 560149"/>
                <a:gd name="connsiteX345" fmla="*/ 69647 w 438098"/>
                <a:gd name="connsiteY345" fmla="*/ 344834 h 560149"/>
                <a:gd name="connsiteX346" fmla="*/ 68856 w 438098"/>
                <a:gd name="connsiteY346" fmla="*/ 346461 h 560149"/>
                <a:gd name="connsiteX347" fmla="*/ 65182 w 438098"/>
                <a:gd name="connsiteY347" fmla="*/ 349298 h 560149"/>
                <a:gd name="connsiteX348" fmla="*/ 63694 w 438098"/>
                <a:gd name="connsiteY348" fmla="*/ 351531 h 560149"/>
                <a:gd name="connsiteX349" fmla="*/ 61461 w 438098"/>
                <a:gd name="connsiteY349" fmla="*/ 352275 h 560149"/>
                <a:gd name="connsiteX350" fmla="*/ 60717 w 438098"/>
                <a:gd name="connsiteY350" fmla="*/ 354507 h 560149"/>
                <a:gd name="connsiteX351" fmla="*/ 58485 w 438098"/>
                <a:gd name="connsiteY351" fmla="*/ 355252 h 560149"/>
                <a:gd name="connsiteX352" fmla="*/ 56997 w 438098"/>
                <a:gd name="connsiteY352" fmla="*/ 358228 h 560149"/>
                <a:gd name="connsiteX353" fmla="*/ 54020 w 438098"/>
                <a:gd name="connsiteY353" fmla="*/ 360879 h 560149"/>
                <a:gd name="connsiteX354" fmla="*/ 49555 w 438098"/>
                <a:gd name="connsiteY354" fmla="*/ 365669 h 560149"/>
                <a:gd name="connsiteX355" fmla="*/ 47323 w 438098"/>
                <a:gd name="connsiteY355" fmla="*/ 365669 h 560149"/>
                <a:gd name="connsiteX356" fmla="*/ 45834 w 438098"/>
                <a:gd name="connsiteY356" fmla="*/ 368646 h 560149"/>
                <a:gd name="connsiteX357" fmla="*/ 43602 w 438098"/>
                <a:gd name="connsiteY357" fmla="*/ 370134 h 560149"/>
                <a:gd name="connsiteX358" fmla="*/ 43602 w 438098"/>
                <a:gd name="connsiteY358" fmla="*/ 372367 h 560149"/>
                <a:gd name="connsiteX359" fmla="*/ 36905 w 438098"/>
                <a:gd name="connsiteY359" fmla="*/ 372367 h 560149"/>
                <a:gd name="connsiteX360" fmla="*/ 35416 w 438098"/>
                <a:gd name="connsiteY360" fmla="*/ 368646 h 560149"/>
                <a:gd name="connsiteX361" fmla="*/ 33928 w 438098"/>
                <a:gd name="connsiteY361" fmla="*/ 367902 h 560149"/>
                <a:gd name="connsiteX362" fmla="*/ 32440 w 438098"/>
                <a:gd name="connsiteY362" fmla="*/ 363437 h 560149"/>
                <a:gd name="connsiteX363" fmla="*/ 30952 w 438098"/>
                <a:gd name="connsiteY363" fmla="*/ 362693 h 560149"/>
                <a:gd name="connsiteX364" fmla="*/ 30626 w 438098"/>
                <a:gd name="connsiteY364" fmla="*/ 360926 h 560149"/>
                <a:gd name="connsiteX365" fmla="*/ 27975 w 438098"/>
                <a:gd name="connsiteY365" fmla="*/ 356740 h 560149"/>
                <a:gd name="connsiteX366" fmla="*/ 27975 w 438098"/>
                <a:gd name="connsiteY366" fmla="*/ 354507 h 560149"/>
                <a:gd name="connsiteX367" fmla="*/ 25743 w 438098"/>
                <a:gd name="connsiteY367" fmla="*/ 354507 h 560149"/>
                <a:gd name="connsiteX368" fmla="*/ 24254 w 438098"/>
                <a:gd name="connsiteY368" fmla="*/ 350787 h 560149"/>
                <a:gd name="connsiteX369" fmla="*/ 22766 w 438098"/>
                <a:gd name="connsiteY369" fmla="*/ 350043 h 560149"/>
                <a:gd name="connsiteX370" fmla="*/ 21278 w 438098"/>
                <a:gd name="connsiteY370" fmla="*/ 346322 h 560149"/>
                <a:gd name="connsiteX371" fmla="*/ 19789 w 438098"/>
                <a:gd name="connsiteY371" fmla="*/ 345578 h 560149"/>
                <a:gd name="connsiteX372" fmla="*/ 19464 w 438098"/>
                <a:gd name="connsiteY372" fmla="*/ 343810 h 560149"/>
                <a:gd name="connsiteX373" fmla="*/ 16813 w 438098"/>
                <a:gd name="connsiteY373" fmla="*/ 339625 h 560149"/>
                <a:gd name="connsiteX374" fmla="*/ 16813 w 438098"/>
                <a:gd name="connsiteY374" fmla="*/ 338136 h 560149"/>
                <a:gd name="connsiteX375" fmla="*/ 14581 w 438098"/>
                <a:gd name="connsiteY375" fmla="*/ 338136 h 560149"/>
                <a:gd name="connsiteX376" fmla="*/ 14720 w 438098"/>
                <a:gd name="connsiteY376" fmla="*/ 336322 h 560149"/>
                <a:gd name="connsiteX377" fmla="*/ 14581 w 438098"/>
                <a:gd name="connsiteY377" fmla="*/ 334416 h 560149"/>
                <a:gd name="connsiteX378" fmla="*/ 12348 w 438098"/>
                <a:gd name="connsiteY378" fmla="*/ 333671 h 560149"/>
                <a:gd name="connsiteX379" fmla="*/ 11976 w 438098"/>
                <a:gd name="connsiteY379" fmla="*/ 332137 h 560149"/>
                <a:gd name="connsiteX380" fmla="*/ 11604 w 438098"/>
                <a:gd name="connsiteY380" fmla="*/ 330695 h 560149"/>
                <a:gd name="connsiteX381" fmla="*/ 9372 w 438098"/>
                <a:gd name="connsiteY381" fmla="*/ 330695 h 560149"/>
                <a:gd name="connsiteX382" fmla="*/ 7883 w 438098"/>
                <a:gd name="connsiteY382" fmla="*/ 327718 h 560149"/>
                <a:gd name="connsiteX383" fmla="*/ 6395 w 438098"/>
                <a:gd name="connsiteY383" fmla="*/ 326974 h 560149"/>
                <a:gd name="connsiteX384" fmla="*/ 5651 w 438098"/>
                <a:gd name="connsiteY384" fmla="*/ 324742 h 560149"/>
                <a:gd name="connsiteX385" fmla="*/ 4163 w 438098"/>
                <a:gd name="connsiteY385" fmla="*/ 323998 h 560149"/>
                <a:gd name="connsiteX386" fmla="*/ 3465 w 438098"/>
                <a:gd name="connsiteY386" fmla="*/ 322509 h 560149"/>
                <a:gd name="connsiteX387" fmla="*/ 442 w 438098"/>
                <a:gd name="connsiteY387" fmla="*/ 320277 h 560149"/>
                <a:gd name="connsiteX388" fmla="*/ 70 w 438098"/>
                <a:gd name="connsiteY388" fmla="*/ 315859 h 560149"/>
                <a:gd name="connsiteX389" fmla="*/ 0 w 438098"/>
                <a:gd name="connsiteY389" fmla="*/ 313420 h 560149"/>
                <a:gd name="connsiteX390" fmla="*/ 442 w 438098"/>
                <a:gd name="connsiteY390" fmla="*/ 311347 h 560149"/>
                <a:gd name="connsiteX391" fmla="*/ 4163 w 438098"/>
                <a:gd name="connsiteY391" fmla="*/ 309859 h 560149"/>
                <a:gd name="connsiteX392" fmla="*/ 4907 w 438098"/>
                <a:gd name="connsiteY392" fmla="*/ 307627 h 560149"/>
                <a:gd name="connsiteX393" fmla="*/ 6767 w 438098"/>
                <a:gd name="connsiteY393" fmla="*/ 307301 h 560149"/>
                <a:gd name="connsiteX394" fmla="*/ 8627 w 438098"/>
                <a:gd name="connsiteY394" fmla="*/ 306882 h 560149"/>
                <a:gd name="connsiteX395" fmla="*/ 9372 w 438098"/>
                <a:gd name="connsiteY395" fmla="*/ 303906 h 560149"/>
                <a:gd name="connsiteX396" fmla="*/ 11604 w 438098"/>
                <a:gd name="connsiteY396" fmla="*/ 303162 h 560149"/>
                <a:gd name="connsiteX397" fmla="*/ 12348 w 438098"/>
                <a:gd name="connsiteY397" fmla="*/ 300929 h 560149"/>
                <a:gd name="connsiteX398" fmla="*/ 15325 w 438098"/>
                <a:gd name="connsiteY398" fmla="*/ 299441 h 560149"/>
                <a:gd name="connsiteX399" fmla="*/ 16813 w 438098"/>
                <a:gd name="connsiteY399" fmla="*/ 297209 h 560149"/>
                <a:gd name="connsiteX400" fmla="*/ 19045 w 438098"/>
                <a:gd name="connsiteY400" fmla="*/ 296464 h 560149"/>
                <a:gd name="connsiteX401" fmla="*/ 19371 w 438098"/>
                <a:gd name="connsiteY401" fmla="*/ 294930 h 560149"/>
                <a:gd name="connsiteX402" fmla="*/ 19789 w 438098"/>
                <a:gd name="connsiteY402" fmla="*/ 293488 h 560149"/>
                <a:gd name="connsiteX403" fmla="*/ 22766 w 438098"/>
                <a:gd name="connsiteY403" fmla="*/ 293488 h 560149"/>
                <a:gd name="connsiteX404" fmla="*/ 22766 w 438098"/>
                <a:gd name="connsiteY404" fmla="*/ 291255 h 560149"/>
                <a:gd name="connsiteX405" fmla="*/ 24208 w 438098"/>
                <a:gd name="connsiteY405" fmla="*/ 290930 h 560149"/>
                <a:gd name="connsiteX406" fmla="*/ 25743 w 438098"/>
                <a:gd name="connsiteY406" fmla="*/ 290511 h 560149"/>
                <a:gd name="connsiteX407" fmla="*/ 26487 w 438098"/>
                <a:gd name="connsiteY407" fmla="*/ 287535 h 560149"/>
                <a:gd name="connsiteX408" fmla="*/ 27975 w 438098"/>
                <a:gd name="connsiteY408" fmla="*/ 286791 h 560149"/>
                <a:gd name="connsiteX409" fmla="*/ 28626 w 438098"/>
                <a:gd name="connsiteY409" fmla="*/ 285349 h 560149"/>
                <a:gd name="connsiteX410" fmla="*/ 32440 w 438098"/>
                <a:gd name="connsiteY410" fmla="*/ 282326 h 560149"/>
                <a:gd name="connsiteX411" fmla="*/ 33928 w 438098"/>
                <a:gd name="connsiteY411" fmla="*/ 279349 h 560149"/>
                <a:gd name="connsiteX412" fmla="*/ 35416 w 438098"/>
                <a:gd name="connsiteY412" fmla="*/ 279349 h 560149"/>
                <a:gd name="connsiteX413" fmla="*/ 35742 w 438098"/>
                <a:gd name="connsiteY413" fmla="*/ 277861 h 560149"/>
                <a:gd name="connsiteX414" fmla="*/ 36161 w 438098"/>
                <a:gd name="connsiteY414" fmla="*/ 276373 h 560149"/>
                <a:gd name="connsiteX415" fmla="*/ 38393 w 438098"/>
                <a:gd name="connsiteY415" fmla="*/ 276373 h 560149"/>
                <a:gd name="connsiteX416" fmla="*/ 38393 w 438098"/>
                <a:gd name="connsiteY416" fmla="*/ 273396 h 560149"/>
                <a:gd name="connsiteX417" fmla="*/ 41370 w 438098"/>
                <a:gd name="connsiteY417" fmla="*/ 273396 h 560149"/>
                <a:gd name="connsiteX418" fmla="*/ 42858 w 438098"/>
                <a:gd name="connsiteY418" fmla="*/ 269675 h 560149"/>
                <a:gd name="connsiteX419" fmla="*/ 44346 w 438098"/>
                <a:gd name="connsiteY419" fmla="*/ 269675 h 560149"/>
                <a:gd name="connsiteX420" fmla="*/ 44346 w 438098"/>
                <a:gd name="connsiteY420" fmla="*/ 266699 h 560149"/>
                <a:gd name="connsiteX421" fmla="*/ 46579 w 438098"/>
                <a:gd name="connsiteY421" fmla="*/ 265955 h 560149"/>
                <a:gd name="connsiteX422" fmla="*/ 46951 w 438098"/>
                <a:gd name="connsiteY422" fmla="*/ 264466 h 560149"/>
                <a:gd name="connsiteX423" fmla="*/ 47323 w 438098"/>
                <a:gd name="connsiteY423" fmla="*/ 262978 h 560149"/>
                <a:gd name="connsiteX424" fmla="*/ 49555 w 438098"/>
                <a:gd name="connsiteY424" fmla="*/ 262234 h 560149"/>
                <a:gd name="connsiteX425" fmla="*/ 50299 w 438098"/>
                <a:gd name="connsiteY425" fmla="*/ 260002 h 560149"/>
                <a:gd name="connsiteX426" fmla="*/ 51788 w 438098"/>
                <a:gd name="connsiteY426" fmla="*/ 259257 h 560149"/>
                <a:gd name="connsiteX427" fmla="*/ 52113 w 438098"/>
                <a:gd name="connsiteY427" fmla="*/ 257769 h 560149"/>
                <a:gd name="connsiteX428" fmla="*/ 52532 w 438098"/>
                <a:gd name="connsiteY428" fmla="*/ 256281 h 560149"/>
                <a:gd name="connsiteX429" fmla="*/ 54764 w 438098"/>
                <a:gd name="connsiteY429" fmla="*/ 255537 h 560149"/>
                <a:gd name="connsiteX430" fmla="*/ 55090 w 438098"/>
                <a:gd name="connsiteY430" fmla="*/ 253816 h 560149"/>
                <a:gd name="connsiteX431" fmla="*/ 58485 w 438098"/>
                <a:gd name="connsiteY431" fmla="*/ 248839 h 560149"/>
                <a:gd name="connsiteX432" fmla="*/ 59973 w 438098"/>
                <a:gd name="connsiteY432" fmla="*/ 248839 h 560149"/>
                <a:gd name="connsiteX433" fmla="*/ 60578 w 438098"/>
                <a:gd name="connsiteY433" fmla="*/ 246467 h 560149"/>
                <a:gd name="connsiteX434" fmla="*/ 65182 w 438098"/>
                <a:gd name="connsiteY434" fmla="*/ 239910 h 560149"/>
                <a:gd name="connsiteX435" fmla="*/ 66438 w 438098"/>
                <a:gd name="connsiteY435" fmla="*/ 237817 h 560149"/>
                <a:gd name="connsiteX436" fmla="*/ 67414 w 438098"/>
                <a:gd name="connsiteY436" fmla="*/ 236189 h 560149"/>
                <a:gd name="connsiteX437" fmla="*/ 68903 w 438098"/>
                <a:gd name="connsiteY437" fmla="*/ 236189 h 560149"/>
                <a:gd name="connsiteX438" fmla="*/ 69647 w 438098"/>
                <a:gd name="connsiteY438" fmla="*/ 232468 h 560149"/>
                <a:gd name="connsiteX439" fmla="*/ 71135 w 438098"/>
                <a:gd name="connsiteY439" fmla="*/ 231724 h 560149"/>
                <a:gd name="connsiteX440" fmla="*/ 71507 w 438098"/>
                <a:gd name="connsiteY440" fmla="*/ 229864 h 560149"/>
                <a:gd name="connsiteX441" fmla="*/ 71879 w 438098"/>
                <a:gd name="connsiteY441" fmla="*/ 228003 h 560149"/>
                <a:gd name="connsiteX442" fmla="*/ 73368 w 438098"/>
                <a:gd name="connsiteY442" fmla="*/ 227259 h 560149"/>
                <a:gd name="connsiteX443" fmla="*/ 74484 w 438098"/>
                <a:gd name="connsiteY443" fmla="*/ 224980 h 560149"/>
                <a:gd name="connsiteX444" fmla="*/ 75600 w 438098"/>
                <a:gd name="connsiteY444" fmla="*/ 222795 h 560149"/>
                <a:gd name="connsiteX445" fmla="*/ 77088 w 438098"/>
                <a:gd name="connsiteY445" fmla="*/ 222795 h 560149"/>
                <a:gd name="connsiteX446" fmla="*/ 77832 w 438098"/>
                <a:gd name="connsiteY446" fmla="*/ 220934 h 560149"/>
                <a:gd name="connsiteX447" fmla="*/ 78577 w 438098"/>
                <a:gd name="connsiteY447" fmla="*/ 219074 h 560149"/>
                <a:gd name="connsiteX448" fmla="*/ 80065 w 438098"/>
                <a:gd name="connsiteY448" fmla="*/ 219074 h 560149"/>
                <a:gd name="connsiteX449" fmla="*/ 80065 w 438098"/>
                <a:gd name="connsiteY449" fmla="*/ 214609 h 560149"/>
                <a:gd name="connsiteX450" fmla="*/ 81553 w 438098"/>
                <a:gd name="connsiteY450" fmla="*/ 214609 h 560149"/>
                <a:gd name="connsiteX451" fmla="*/ 83041 w 438098"/>
                <a:gd name="connsiteY451" fmla="*/ 210144 h 560149"/>
                <a:gd name="connsiteX452" fmla="*/ 84530 w 438098"/>
                <a:gd name="connsiteY452" fmla="*/ 209400 h 560149"/>
                <a:gd name="connsiteX453" fmla="*/ 87925 w 438098"/>
                <a:gd name="connsiteY453" fmla="*/ 202052 h 560149"/>
                <a:gd name="connsiteX454" fmla="*/ 88995 w 438098"/>
                <a:gd name="connsiteY454" fmla="*/ 199726 h 560149"/>
                <a:gd name="connsiteX455" fmla="*/ 90483 w 438098"/>
                <a:gd name="connsiteY455" fmla="*/ 199726 h 560149"/>
                <a:gd name="connsiteX456" fmla="*/ 90762 w 438098"/>
                <a:gd name="connsiteY456" fmla="*/ 197540 h 560149"/>
                <a:gd name="connsiteX457" fmla="*/ 91227 w 438098"/>
                <a:gd name="connsiteY457" fmla="*/ 195261 h 560149"/>
                <a:gd name="connsiteX458" fmla="*/ 92715 w 438098"/>
                <a:gd name="connsiteY458" fmla="*/ 194517 h 560149"/>
                <a:gd name="connsiteX459" fmla="*/ 93041 w 438098"/>
                <a:gd name="connsiteY459" fmla="*/ 192331 h 560149"/>
                <a:gd name="connsiteX460" fmla="*/ 93459 w 438098"/>
                <a:gd name="connsiteY460" fmla="*/ 190052 h 560149"/>
                <a:gd name="connsiteX461" fmla="*/ 95692 w 438098"/>
                <a:gd name="connsiteY461" fmla="*/ 188564 h 560149"/>
                <a:gd name="connsiteX462" fmla="*/ 96064 w 438098"/>
                <a:gd name="connsiteY462" fmla="*/ 186611 h 560149"/>
                <a:gd name="connsiteX463" fmla="*/ 96436 w 438098"/>
                <a:gd name="connsiteY463" fmla="*/ 184843 h 560149"/>
                <a:gd name="connsiteX464" fmla="*/ 98668 w 438098"/>
                <a:gd name="connsiteY464" fmla="*/ 184843 h 560149"/>
                <a:gd name="connsiteX465" fmla="*/ 98947 w 438098"/>
                <a:gd name="connsiteY465" fmla="*/ 181913 h 560149"/>
                <a:gd name="connsiteX466" fmla="*/ 99413 w 438098"/>
                <a:gd name="connsiteY466" fmla="*/ 178890 h 560149"/>
                <a:gd name="connsiteX467" fmla="*/ 100901 w 438098"/>
                <a:gd name="connsiteY467" fmla="*/ 178146 h 560149"/>
                <a:gd name="connsiteX468" fmla="*/ 101645 w 438098"/>
                <a:gd name="connsiteY468" fmla="*/ 173681 h 560149"/>
                <a:gd name="connsiteX469" fmla="*/ 103877 w 438098"/>
                <a:gd name="connsiteY469" fmla="*/ 173681 h 560149"/>
                <a:gd name="connsiteX470" fmla="*/ 104622 w 438098"/>
                <a:gd name="connsiteY470" fmla="*/ 167728 h 560149"/>
                <a:gd name="connsiteX471" fmla="*/ 106854 w 438098"/>
                <a:gd name="connsiteY471" fmla="*/ 167728 h 560149"/>
                <a:gd name="connsiteX472" fmla="*/ 107086 w 438098"/>
                <a:gd name="connsiteY472" fmla="*/ 165170 h 560149"/>
                <a:gd name="connsiteX473" fmla="*/ 107598 w 438098"/>
                <a:gd name="connsiteY473" fmla="*/ 162519 h 560149"/>
                <a:gd name="connsiteX474" fmla="*/ 109831 w 438098"/>
                <a:gd name="connsiteY474" fmla="*/ 161775 h 560149"/>
                <a:gd name="connsiteX475" fmla="*/ 109831 w 438098"/>
                <a:gd name="connsiteY475" fmla="*/ 158426 h 560149"/>
                <a:gd name="connsiteX476" fmla="*/ 109831 w 438098"/>
                <a:gd name="connsiteY476" fmla="*/ 155078 h 560149"/>
                <a:gd name="connsiteX477" fmla="*/ 112063 w 438098"/>
                <a:gd name="connsiteY477" fmla="*/ 154334 h 560149"/>
                <a:gd name="connsiteX478" fmla="*/ 112807 w 438098"/>
                <a:gd name="connsiteY478" fmla="*/ 149869 h 560149"/>
                <a:gd name="connsiteX479" fmla="*/ 115039 w 438098"/>
                <a:gd name="connsiteY479" fmla="*/ 149869 h 560149"/>
                <a:gd name="connsiteX480" fmla="*/ 114295 w 438098"/>
                <a:gd name="connsiteY480" fmla="*/ 146148 h 560149"/>
                <a:gd name="connsiteX481" fmla="*/ 113551 w 438098"/>
                <a:gd name="connsiteY481" fmla="*/ 146892 h 560149"/>
                <a:gd name="connsiteX482" fmla="*/ 109738 w 438098"/>
                <a:gd name="connsiteY482" fmla="*/ 146987 h 560149"/>
                <a:gd name="connsiteX483" fmla="*/ 107233 w 438098"/>
                <a:gd name="connsiteY483" fmla="*/ 146993 h 560149"/>
                <a:gd name="connsiteX484" fmla="*/ 104462 w 438098"/>
                <a:gd name="connsiteY484" fmla="*/ 146988 h 560149"/>
                <a:gd name="connsiteX485" fmla="*/ 101562 w 438098"/>
                <a:gd name="connsiteY485" fmla="*/ 146992 h 560149"/>
                <a:gd name="connsiteX486" fmla="*/ 93665 w 438098"/>
                <a:gd name="connsiteY486" fmla="*/ 146992 h 560149"/>
                <a:gd name="connsiteX487" fmla="*/ 85419 w 438098"/>
                <a:gd name="connsiteY487" fmla="*/ 146993 h 560149"/>
                <a:gd name="connsiteX488" fmla="*/ 71569 w 438098"/>
                <a:gd name="connsiteY488" fmla="*/ 146989 h 560149"/>
                <a:gd name="connsiteX489" fmla="*/ 55534 w 438098"/>
                <a:gd name="connsiteY489" fmla="*/ 146991 h 560149"/>
                <a:gd name="connsiteX490" fmla="*/ 41791 w 438098"/>
                <a:gd name="connsiteY490" fmla="*/ 146992 h 560149"/>
                <a:gd name="connsiteX491" fmla="*/ 33572 w 438098"/>
                <a:gd name="connsiteY491" fmla="*/ 146994 h 560149"/>
                <a:gd name="connsiteX492" fmla="*/ 24414 w 438098"/>
                <a:gd name="connsiteY492" fmla="*/ 146988 h 560149"/>
                <a:gd name="connsiteX493" fmla="*/ 21643 w 438098"/>
                <a:gd name="connsiteY493" fmla="*/ 146993 h 560149"/>
                <a:gd name="connsiteX494" fmla="*/ 19138 w 438098"/>
                <a:gd name="connsiteY494" fmla="*/ 146987 h 560149"/>
                <a:gd name="connsiteX495" fmla="*/ 16948 w 438098"/>
                <a:gd name="connsiteY495" fmla="*/ 146986 h 560149"/>
                <a:gd name="connsiteX496" fmla="*/ 14581 w 438098"/>
                <a:gd name="connsiteY496" fmla="*/ 146148 h 560149"/>
                <a:gd name="connsiteX497" fmla="*/ 14496 w 438098"/>
                <a:gd name="connsiteY497" fmla="*/ 139233 h 560149"/>
                <a:gd name="connsiteX498" fmla="*/ 14496 w 438098"/>
                <a:gd name="connsiteY498" fmla="*/ 137033 h 560149"/>
                <a:gd name="connsiteX499" fmla="*/ 14508 w 438098"/>
                <a:gd name="connsiteY499" fmla="*/ 129797 h 560149"/>
                <a:gd name="connsiteX500" fmla="*/ 14511 w 438098"/>
                <a:gd name="connsiteY500" fmla="*/ 124795 h 560149"/>
                <a:gd name="connsiteX501" fmla="*/ 14529 w 438098"/>
                <a:gd name="connsiteY501" fmla="*/ 111601 h 560149"/>
                <a:gd name="connsiteX502" fmla="*/ 14544 w 438098"/>
                <a:gd name="connsiteY502" fmla="*/ 98150 h 560149"/>
                <a:gd name="connsiteX503" fmla="*/ 14581 w 438098"/>
                <a:gd name="connsiteY503" fmla="*/ 71734 h 560149"/>
                <a:gd name="connsiteX504" fmla="*/ 63656 w 438098"/>
                <a:gd name="connsiteY504" fmla="*/ 71695 h 560149"/>
                <a:gd name="connsiteX505" fmla="*/ 86441 w 438098"/>
                <a:gd name="connsiteY505" fmla="*/ 71678 h 560149"/>
                <a:gd name="connsiteX506" fmla="*/ 106297 w 438098"/>
                <a:gd name="connsiteY506" fmla="*/ 71664 h 560149"/>
                <a:gd name="connsiteX507" fmla="*/ 116814 w 438098"/>
                <a:gd name="connsiteY507" fmla="*/ 71655 h 560149"/>
                <a:gd name="connsiteX508" fmla="*/ 126707 w 438098"/>
                <a:gd name="connsiteY508" fmla="*/ 71650 h 560149"/>
                <a:gd name="connsiteX509" fmla="*/ 130343 w 438098"/>
                <a:gd name="connsiteY509" fmla="*/ 71645 h 560149"/>
                <a:gd name="connsiteX510" fmla="*/ 135297 w 438098"/>
                <a:gd name="connsiteY510" fmla="*/ 71644 h 560149"/>
                <a:gd name="connsiteX511" fmla="*/ 138102 w 438098"/>
                <a:gd name="connsiteY511" fmla="*/ 71642 h 560149"/>
                <a:gd name="connsiteX512" fmla="*/ 142573 w 438098"/>
                <a:gd name="connsiteY512" fmla="*/ 72478 h 560149"/>
                <a:gd name="connsiteX513" fmla="*/ 142573 w 438098"/>
                <a:gd name="connsiteY513" fmla="*/ 65781 h 560149"/>
                <a:gd name="connsiteX514" fmla="*/ 145549 w 438098"/>
                <a:gd name="connsiteY514" fmla="*/ 65781 h 560149"/>
                <a:gd name="connsiteX515" fmla="*/ 145549 w 438098"/>
                <a:gd name="connsiteY515" fmla="*/ 56851 h 560149"/>
                <a:gd name="connsiteX516" fmla="*/ 147782 w 438098"/>
                <a:gd name="connsiteY516" fmla="*/ 56851 h 560149"/>
                <a:gd name="connsiteX517" fmla="*/ 147892 w 438098"/>
                <a:gd name="connsiteY517" fmla="*/ 54598 h 560149"/>
                <a:gd name="connsiteX518" fmla="*/ 148061 w 438098"/>
                <a:gd name="connsiteY518" fmla="*/ 51689 h 560149"/>
                <a:gd name="connsiteX519" fmla="*/ 148218 w 438098"/>
                <a:gd name="connsiteY519" fmla="*/ 48785 h 560149"/>
                <a:gd name="connsiteX520" fmla="*/ 148526 w 438098"/>
                <a:gd name="connsiteY520" fmla="*/ 46433 h 560149"/>
                <a:gd name="connsiteX521" fmla="*/ 150014 w 438098"/>
                <a:gd name="connsiteY521" fmla="*/ 45689 h 560149"/>
                <a:gd name="connsiteX522" fmla="*/ 150430 w 438098"/>
                <a:gd name="connsiteY522" fmla="*/ 38178 h 560149"/>
                <a:gd name="connsiteX523" fmla="*/ 150758 w 438098"/>
                <a:gd name="connsiteY523" fmla="*/ 36015 h 560149"/>
                <a:gd name="connsiteX524" fmla="*/ 152991 w 438098"/>
                <a:gd name="connsiteY524" fmla="*/ 35271 h 560149"/>
                <a:gd name="connsiteX525" fmla="*/ 153363 w 438098"/>
                <a:gd name="connsiteY525" fmla="*/ 30062 h 560149"/>
                <a:gd name="connsiteX526" fmla="*/ 153735 w 438098"/>
                <a:gd name="connsiteY526" fmla="*/ 24853 h 560149"/>
                <a:gd name="connsiteX527" fmla="*/ 155967 w 438098"/>
                <a:gd name="connsiteY527" fmla="*/ 24109 h 560149"/>
                <a:gd name="connsiteX528" fmla="*/ 156386 w 438098"/>
                <a:gd name="connsiteY528" fmla="*/ 18900 h 560149"/>
                <a:gd name="connsiteX529" fmla="*/ 156711 w 438098"/>
                <a:gd name="connsiteY529" fmla="*/ 13691 h 560149"/>
                <a:gd name="connsiteX530" fmla="*/ 158200 w 438098"/>
                <a:gd name="connsiteY530" fmla="*/ 12947 h 560149"/>
                <a:gd name="connsiteX531" fmla="*/ 158618 w 438098"/>
                <a:gd name="connsiteY531" fmla="*/ 7831 h 560149"/>
                <a:gd name="connsiteX532" fmla="*/ 159688 w 438098"/>
                <a:gd name="connsiteY532" fmla="*/ 296 h 560149"/>
                <a:gd name="connsiteX533" fmla="*/ 162664 w 438098"/>
                <a:gd name="connsiteY533" fmla="*/ 17 h 560149"/>
                <a:gd name="connsiteX534" fmla="*/ 164292 w 438098"/>
                <a:gd name="connsiteY534" fmla="*/ 0 h 56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438098" h="560149">
                  <a:moveTo>
                    <a:pt x="159688" y="350512"/>
                  </a:moveTo>
                  <a:cubicBezTo>
                    <a:pt x="158944" y="351256"/>
                    <a:pt x="158944" y="351256"/>
                    <a:pt x="158849" y="352555"/>
                  </a:cubicBezTo>
                  <a:cubicBezTo>
                    <a:pt x="158849" y="353137"/>
                    <a:pt x="158848" y="353702"/>
                    <a:pt x="158848" y="354266"/>
                  </a:cubicBezTo>
                  <a:cubicBezTo>
                    <a:pt x="158845" y="354924"/>
                    <a:pt x="158843" y="355562"/>
                    <a:pt x="158841" y="356200"/>
                  </a:cubicBezTo>
                  <a:cubicBezTo>
                    <a:pt x="158842" y="356915"/>
                    <a:pt x="158844" y="357608"/>
                    <a:pt x="158845" y="358302"/>
                  </a:cubicBezTo>
                  <a:cubicBezTo>
                    <a:pt x="158844" y="359755"/>
                    <a:pt x="158843" y="361207"/>
                    <a:pt x="158842" y="362660"/>
                  </a:cubicBezTo>
                  <a:cubicBezTo>
                    <a:pt x="158847" y="364962"/>
                    <a:pt x="158851" y="367265"/>
                    <a:pt x="158847" y="369568"/>
                  </a:cubicBezTo>
                  <a:cubicBezTo>
                    <a:pt x="158844" y="371067"/>
                    <a:pt x="158842" y="372566"/>
                    <a:pt x="158843" y="374064"/>
                  </a:cubicBezTo>
                  <a:cubicBezTo>
                    <a:pt x="158844" y="374793"/>
                    <a:pt x="158844" y="375501"/>
                    <a:pt x="158845" y="376208"/>
                  </a:cubicBezTo>
                  <a:cubicBezTo>
                    <a:pt x="158844" y="376923"/>
                    <a:pt x="158842" y="377617"/>
                    <a:pt x="158841" y="378310"/>
                  </a:cubicBezTo>
                  <a:cubicBezTo>
                    <a:pt x="158843" y="378968"/>
                    <a:pt x="158845" y="379606"/>
                    <a:pt x="158848" y="380244"/>
                  </a:cubicBezTo>
                  <a:cubicBezTo>
                    <a:pt x="158849" y="381831"/>
                    <a:pt x="158549" y="382859"/>
                    <a:pt x="159688" y="383998"/>
                  </a:cubicBezTo>
                  <a:cubicBezTo>
                    <a:pt x="161147" y="384044"/>
                    <a:pt x="162606" y="384080"/>
                    <a:pt x="164065" y="384078"/>
                  </a:cubicBezTo>
                  <a:cubicBezTo>
                    <a:pt x="164719" y="384074"/>
                    <a:pt x="165353" y="384069"/>
                    <a:pt x="165988" y="384065"/>
                  </a:cubicBezTo>
                  <a:cubicBezTo>
                    <a:pt x="168136" y="384059"/>
                    <a:pt x="170285" y="384051"/>
                    <a:pt x="172434" y="384039"/>
                  </a:cubicBezTo>
                  <a:cubicBezTo>
                    <a:pt x="174015" y="384031"/>
                    <a:pt x="175596" y="384023"/>
                    <a:pt x="177178" y="384017"/>
                  </a:cubicBezTo>
                  <a:cubicBezTo>
                    <a:pt x="181473" y="384002"/>
                    <a:pt x="185768" y="383984"/>
                    <a:pt x="190063" y="383962"/>
                  </a:cubicBezTo>
                  <a:cubicBezTo>
                    <a:pt x="194632" y="383939"/>
                    <a:pt x="199202" y="383918"/>
                    <a:pt x="203771" y="383898"/>
                  </a:cubicBezTo>
                  <a:cubicBezTo>
                    <a:pt x="211411" y="383866"/>
                    <a:pt x="219051" y="383830"/>
                    <a:pt x="226691" y="383792"/>
                  </a:cubicBezTo>
                  <a:cubicBezTo>
                    <a:pt x="235607" y="383748"/>
                    <a:pt x="244523" y="383706"/>
                    <a:pt x="253439" y="383669"/>
                  </a:cubicBezTo>
                  <a:cubicBezTo>
                    <a:pt x="261139" y="383638"/>
                    <a:pt x="268838" y="383604"/>
                    <a:pt x="276538" y="383568"/>
                  </a:cubicBezTo>
                  <a:cubicBezTo>
                    <a:pt x="281122" y="383546"/>
                    <a:pt x="285706" y="383523"/>
                    <a:pt x="290290" y="383504"/>
                  </a:cubicBezTo>
                  <a:cubicBezTo>
                    <a:pt x="294681" y="383487"/>
                    <a:pt x="299072" y="383468"/>
                    <a:pt x="303463" y="383445"/>
                  </a:cubicBezTo>
                  <a:cubicBezTo>
                    <a:pt x="305075" y="383436"/>
                    <a:pt x="306686" y="383427"/>
                    <a:pt x="308298" y="383419"/>
                  </a:cubicBezTo>
                  <a:cubicBezTo>
                    <a:pt x="310557" y="383411"/>
                    <a:pt x="312815" y="383403"/>
                    <a:pt x="315073" y="383390"/>
                  </a:cubicBezTo>
                  <a:cubicBezTo>
                    <a:pt x="315762" y="383385"/>
                    <a:pt x="316431" y="383381"/>
                    <a:pt x="317099" y="383377"/>
                  </a:cubicBezTo>
                  <a:cubicBezTo>
                    <a:pt x="319231" y="383373"/>
                    <a:pt x="322597" y="384056"/>
                    <a:pt x="324143" y="382510"/>
                  </a:cubicBezTo>
                  <a:cubicBezTo>
                    <a:pt x="324152" y="380931"/>
                    <a:pt x="324153" y="379352"/>
                    <a:pt x="324114" y="377774"/>
                  </a:cubicBezTo>
                  <a:cubicBezTo>
                    <a:pt x="324083" y="376759"/>
                    <a:pt x="324083" y="376759"/>
                    <a:pt x="324053" y="375763"/>
                  </a:cubicBezTo>
                  <a:cubicBezTo>
                    <a:pt x="323998" y="373648"/>
                    <a:pt x="323942" y="371534"/>
                    <a:pt x="323881" y="369419"/>
                  </a:cubicBezTo>
                  <a:cubicBezTo>
                    <a:pt x="323839" y="367944"/>
                    <a:pt x="323798" y="366469"/>
                    <a:pt x="323758" y="364995"/>
                  </a:cubicBezTo>
                  <a:cubicBezTo>
                    <a:pt x="323643" y="360663"/>
                    <a:pt x="323523" y="356332"/>
                    <a:pt x="323399" y="352000"/>
                  </a:cubicBezTo>
                  <a:cubicBezTo>
                    <a:pt x="303241" y="351924"/>
                    <a:pt x="283083" y="351845"/>
                    <a:pt x="262926" y="351760"/>
                  </a:cubicBezTo>
                  <a:cubicBezTo>
                    <a:pt x="253129" y="351719"/>
                    <a:pt x="243332" y="351678"/>
                    <a:pt x="233535" y="351641"/>
                  </a:cubicBezTo>
                  <a:cubicBezTo>
                    <a:pt x="224927" y="351609"/>
                    <a:pt x="216320" y="351576"/>
                    <a:pt x="207713" y="351538"/>
                  </a:cubicBezTo>
                  <a:cubicBezTo>
                    <a:pt x="203170" y="351518"/>
                    <a:pt x="198627" y="351498"/>
                    <a:pt x="194085" y="351482"/>
                  </a:cubicBezTo>
                  <a:cubicBezTo>
                    <a:pt x="189734" y="351467"/>
                    <a:pt x="185383" y="351451"/>
                    <a:pt x="181032" y="351431"/>
                  </a:cubicBezTo>
                  <a:cubicBezTo>
                    <a:pt x="179434" y="351424"/>
                    <a:pt x="177835" y="351416"/>
                    <a:pt x="176237" y="351409"/>
                  </a:cubicBezTo>
                  <a:cubicBezTo>
                    <a:pt x="174000" y="351403"/>
                    <a:pt x="171762" y="351396"/>
                    <a:pt x="169525" y="351385"/>
                  </a:cubicBezTo>
                  <a:cubicBezTo>
                    <a:pt x="168509" y="351379"/>
                    <a:pt x="168509" y="351379"/>
                    <a:pt x="167514" y="351374"/>
                  </a:cubicBezTo>
                  <a:cubicBezTo>
                    <a:pt x="165395" y="351371"/>
                    <a:pt x="163295" y="351337"/>
                    <a:pt x="161176" y="351256"/>
                  </a:cubicBezTo>
                  <a:cubicBezTo>
                    <a:pt x="160670" y="351003"/>
                    <a:pt x="160179" y="350758"/>
                    <a:pt x="159688" y="350512"/>
                  </a:cubicBezTo>
                  <a:close/>
                  <a:moveTo>
                    <a:pt x="318997" y="252515"/>
                  </a:moveTo>
                  <a:cubicBezTo>
                    <a:pt x="318340" y="252524"/>
                    <a:pt x="317702" y="252533"/>
                    <a:pt x="317065" y="252541"/>
                  </a:cubicBezTo>
                  <a:cubicBezTo>
                    <a:pt x="314904" y="252533"/>
                    <a:pt x="312745" y="252530"/>
                    <a:pt x="310584" y="252544"/>
                  </a:cubicBezTo>
                  <a:cubicBezTo>
                    <a:pt x="308994" y="252556"/>
                    <a:pt x="307405" y="252562"/>
                    <a:pt x="305815" y="252563"/>
                  </a:cubicBezTo>
                  <a:cubicBezTo>
                    <a:pt x="301497" y="252558"/>
                    <a:pt x="297180" y="252564"/>
                    <a:pt x="292862" y="252585"/>
                  </a:cubicBezTo>
                  <a:cubicBezTo>
                    <a:pt x="288270" y="252606"/>
                    <a:pt x="283677" y="252615"/>
                    <a:pt x="279084" y="252619"/>
                  </a:cubicBezTo>
                  <a:cubicBezTo>
                    <a:pt x="270415" y="252626"/>
                    <a:pt x="261747" y="252645"/>
                    <a:pt x="253079" y="252675"/>
                  </a:cubicBezTo>
                  <a:cubicBezTo>
                    <a:pt x="243129" y="252709"/>
                    <a:pt x="233180" y="252730"/>
                    <a:pt x="223231" y="252745"/>
                  </a:cubicBezTo>
                  <a:cubicBezTo>
                    <a:pt x="201801" y="252777"/>
                    <a:pt x="180372" y="252830"/>
                    <a:pt x="158942" y="252899"/>
                  </a:cubicBezTo>
                  <a:cubicBezTo>
                    <a:pt x="158927" y="256943"/>
                    <a:pt x="158914" y="260987"/>
                    <a:pt x="158906" y="265031"/>
                  </a:cubicBezTo>
                  <a:cubicBezTo>
                    <a:pt x="158903" y="266676"/>
                    <a:pt x="158900" y="268322"/>
                    <a:pt x="158896" y="269968"/>
                  </a:cubicBezTo>
                  <a:cubicBezTo>
                    <a:pt x="158887" y="272402"/>
                    <a:pt x="158877" y="274836"/>
                    <a:pt x="158873" y="277270"/>
                  </a:cubicBezTo>
                  <a:cubicBezTo>
                    <a:pt x="158872" y="278052"/>
                    <a:pt x="158871" y="278810"/>
                    <a:pt x="158870" y="279569"/>
                  </a:cubicBezTo>
                  <a:cubicBezTo>
                    <a:pt x="158866" y="280337"/>
                    <a:pt x="158862" y="281081"/>
                    <a:pt x="158858" y="281826"/>
                  </a:cubicBezTo>
                  <a:cubicBezTo>
                    <a:pt x="158858" y="282532"/>
                    <a:pt x="158858" y="283218"/>
                    <a:pt x="158858" y="283903"/>
                  </a:cubicBezTo>
                  <a:cubicBezTo>
                    <a:pt x="158856" y="284528"/>
                    <a:pt x="158855" y="285134"/>
                    <a:pt x="158853" y="285741"/>
                  </a:cubicBezTo>
                  <a:cubicBezTo>
                    <a:pt x="158942" y="287130"/>
                    <a:pt x="158942" y="287130"/>
                    <a:pt x="159687" y="287874"/>
                  </a:cubicBezTo>
                  <a:cubicBezTo>
                    <a:pt x="161153" y="287918"/>
                    <a:pt x="162620" y="287953"/>
                    <a:pt x="164087" y="287950"/>
                  </a:cubicBezTo>
                  <a:cubicBezTo>
                    <a:pt x="164744" y="287945"/>
                    <a:pt x="165382" y="287940"/>
                    <a:pt x="166019" y="287935"/>
                  </a:cubicBezTo>
                  <a:cubicBezTo>
                    <a:pt x="168180" y="287927"/>
                    <a:pt x="170340" y="287918"/>
                    <a:pt x="172500" y="287905"/>
                  </a:cubicBezTo>
                  <a:cubicBezTo>
                    <a:pt x="174090" y="287895"/>
                    <a:pt x="175679" y="287886"/>
                    <a:pt x="177269" y="287879"/>
                  </a:cubicBezTo>
                  <a:cubicBezTo>
                    <a:pt x="181587" y="287860"/>
                    <a:pt x="185904" y="287839"/>
                    <a:pt x="190222" y="287815"/>
                  </a:cubicBezTo>
                  <a:cubicBezTo>
                    <a:pt x="194815" y="287788"/>
                    <a:pt x="199408" y="287765"/>
                    <a:pt x="204000" y="287744"/>
                  </a:cubicBezTo>
                  <a:cubicBezTo>
                    <a:pt x="212669" y="287703"/>
                    <a:pt x="221337" y="287659"/>
                    <a:pt x="230006" y="287612"/>
                  </a:cubicBezTo>
                  <a:cubicBezTo>
                    <a:pt x="239955" y="287558"/>
                    <a:pt x="249904" y="287508"/>
                    <a:pt x="259853" y="287459"/>
                  </a:cubicBezTo>
                  <a:cubicBezTo>
                    <a:pt x="281283" y="287354"/>
                    <a:pt x="302712" y="287244"/>
                    <a:pt x="324142" y="287130"/>
                  </a:cubicBezTo>
                  <a:cubicBezTo>
                    <a:pt x="324157" y="283475"/>
                    <a:pt x="324170" y="279820"/>
                    <a:pt x="324178" y="276165"/>
                  </a:cubicBezTo>
                  <a:cubicBezTo>
                    <a:pt x="324181" y="274673"/>
                    <a:pt x="324184" y="273181"/>
                    <a:pt x="324188" y="271689"/>
                  </a:cubicBezTo>
                  <a:cubicBezTo>
                    <a:pt x="324198" y="269490"/>
                    <a:pt x="324207" y="267291"/>
                    <a:pt x="324211" y="265093"/>
                  </a:cubicBezTo>
                  <a:cubicBezTo>
                    <a:pt x="324213" y="264038"/>
                    <a:pt x="324213" y="264038"/>
                    <a:pt x="324214" y="263003"/>
                  </a:cubicBezTo>
                  <a:cubicBezTo>
                    <a:pt x="324218" y="262315"/>
                    <a:pt x="324222" y="261646"/>
                    <a:pt x="324226" y="260978"/>
                  </a:cubicBezTo>
                  <a:cubicBezTo>
                    <a:pt x="324226" y="260334"/>
                    <a:pt x="324226" y="259708"/>
                    <a:pt x="324226" y="259083"/>
                  </a:cubicBezTo>
                  <a:cubicBezTo>
                    <a:pt x="324233" y="256915"/>
                    <a:pt x="324222" y="254926"/>
                    <a:pt x="323398" y="252899"/>
                  </a:cubicBezTo>
                  <a:cubicBezTo>
                    <a:pt x="320738" y="252533"/>
                    <a:pt x="320738" y="252533"/>
                    <a:pt x="318997" y="252515"/>
                  </a:cubicBezTo>
                  <a:close/>
                  <a:moveTo>
                    <a:pt x="164292" y="0"/>
                  </a:moveTo>
                  <a:cubicBezTo>
                    <a:pt x="164737" y="98"/>
                    <a:pt x="165182" y="196"/>
                    <a:pt x="165641" y="296"/>
                  </a:cubicBezTo>
                  <a:cubicBezTo>
                    <a:pt x="165887" y="1033"/>
                    <a:pt x="166132" y="1770"/>
                    <a:pt x="166385" y="2529"/>
                  </a:cubicBezTo>
                  <a:cubicBezTo>
                    <a:pt x="168312" y="2821"/>
                    <a:pt x="170077" y="2979"/>
                    <a:pt x="172013" y="3041"/>
                  </a:cubicBezTo>
                  <a:cubicBezTo>
                    <a:pt x="172806" y="3079"/>
                    <a:pt x="172806" y="3079"/>
                    <a:pt x="173616" y="3118"/>
                  </a:cubicBezTo>
                  <a:cubicBezTo>
                    <a:pt x="174926" y="3179"/>
                    <a:pt x="176237" y="3227"/>
                    <a:pt x="177547" y="3273"/>
                  </a:cubicBezTo>
                  <a:cubicBezTo>
                    <a:pt x="177547" y="4255"/>
                    <a:pt x="177547" y="5238"/>
                    <a:pt x="177547" y="6250"/>
                  </a:cubicBezTo>
                  <a:cubicBezTo>
                    <a:pt x="178824" y="6291"/>
                    <a:pt x="178824" y="6291"/>
                    <a:pt x="180126" y="6334"/>
                  </a:cubicBezTo>
                  <a:cubicBezTo>
                    <a:pt x="181235" y="6383"/>
                    <a:pt x="182345" y="6432"/>
                    <a:pt x="183454" y="6482"/>
                  </a:cubicBezTo>
                  <a:cubicBezTo>
                    <a:pt x="184016" y="6499"/>
                    <a:pt x="184577" y="6516"/>
                    <a:pt x="185156" y="6533"/>
                  </a:cubicBezTo>
                  <a:cubicBezTo>
                    <a:pt x="186776" y="6613"/>
                    <a:pt x="186776" y="6613"/>
                    <a:pt x="189454" y="6994"/>
                  </a:cubicBezTo>
                  <a:cubicBezTo>
                    <a:pt x="189699" y="7730"/>
                    <a:pt x="189945" y="8467"/>
                    <a:pt x="190198" y="9226"/>
                  </a:cubicBezTo>
                  <a:cubicBezTo>
                    <a:pt x="192610" y="9494"/>
                    <a:pt x="194940" y="9551"/>
                    <a:pt x="197363" y="9553"/>
                  </a:cubicBezTo>
                  <a:cubicBezTo>
                    <a:pt x="198872" y="9595"/>
                    <a:pt x="198872" y="9595"/>
                    <a:pt x="201360" y="9970"/>
                  </a:cubicBezTo>
                  <a:cubicBezTo>
                    <a:pt x="201482" y="10459"/>
                    <a:pt x="201603" y="10947"/>
                    <a:pt x="201729" y="11450"/>
                  </a:cubicBezTo>
                  <a:cubicBezTo>
                    <a:pt x="201853" y="11944"/>
                    <a:pt x="201976" y="12438"/>
                    <a:pt x="202104" y="12947"/>
                  </a:cubicBezTo>
                  <a:cubicBezTo>
                    <a:pt x="204072" y="13302"/>
                    <a:pt x="205754" y="13465"/>
                    <a:pt x="207732" y="13505"/>
                  </a:cubicBezTo>
                  <a:cubicBezTo>
                    <a:pt x="208261" y="13527"/>
                    <a:pt x="208790" y="13549"/>
                    <a:pt x="209335" y="13572"/>
                  </a:cubicBezTo>
                  <a:cubicBezTo>
                    <a:pt x="210645" y="13625"/>
                    <a:pt x="211955" y="13659"/>
                    <a:pt x="213266" y="13691"/>
                  </a:cubicBezTo>
                  <a:cubicBezTo>
                    <a:pt x="213266" y="14673"/>
                    <a:pt x="213266" y="15656"/>
                    <a:pt x="213266" y="16668"/>
                  </a:cubicBezTo>
                  <a:cubicBezTo>
                    <a:pt x="213786" y="16659"/>
                    <a:pt x="214306" y="16650"/>
                    <a:pt x="214842" y="16641"/>
                  </a:cubicBezTo>
                  <a:cubicBezTo>
                    <a:pt x="215857" y="16631"/>
                    <a:pt x="215857" y="16631"/>
                    <a:pt x="216894" y="16621"/>
                  </a:cubicBezTo>
                  <a:cubicBezTo>
                    <a:pt x="217567" y="16612"/>
                    <a:pt x="218241" y="16604"/>
                    <a:pt x="218934" y="16595"/>
                  </a:cubicBezTo>
                  <a:cubicBezTo>
                    <a:pt x="220707" y="16668"/>
                    <a:pt x="220707" y="16668"/>
                    <a:pt x="222196" y="17412"/>
                  </a:cubicBezTo>
                  <a:cubicBezTo>
                    <a:pt x="222365" y="18794"/>
                    <a:pt x="222365" y="18794"/>
                    <a:pt x="222341" y="20577"/>
                  </a:cubicBezTo>
                  <a:cubicBezTo>
                    <a:pt x="222336" y="21213"/>
                    <a:pt x="222331" y="21848"/>
                    <a:pt x="222327" y="22503"/>
                  </a:cubicBezTo>
                  <a:cubicBezTo>
                    <a:pt x="222314" y="23171"/>
                    <a:pt x="222302" y="23839"/>
                    <a:pt x="222289" y="24528"/>
                  </a:cubicBezTo>
                  <a:cubicBezTo>
                    <a:pt x="222282" y="25199"/>
                    <a:pt x="222275" y="25870"/>
                    <a:pt x="222268" y="26561"/>
                  </a:cubicBezTo>
                  <a:cubicBezTo>
                    <a:pt x="222251" y="28224"/>
                    <a:pt x="222226" y="29887"/>
                    <a:pt x="222196" y="31550"/>
                  </a:cubicBezTo>
                  <a:cubicBezTo>
                    <a:pt x="221459" y="31305"/>
                    <a:pt x="220722" y="31059"/>
                    <a:pt x="219963" y="30806"/>
                  </a:cubicBezTo>
                  <a:cubicBezTo>
                    <a:pt x="219718" y="34244"/>
                    <a:pt x="219472" y="37682"/>
                    <a:pt x="219219" y="41224"/>
                  </a:cubicBezTo>
                  <a:cubicBezTo>
                    <a:pt x="218482" y="41224"/>
                    <a:pt x="217746" y="41224"/>
                    <a:pt x="216987" y="41224"/>
                  </a:cubicBezTo>
                  <a:cubicBezTo>
                    <a:pt x="216950" y="41968"/>
                    <a:pt x="216914" y="42711"/>
                    <a:pt x="216876" y="43477"/>
                  </a:cubicBezTo>
                  <a:cubicBezTo>
                    <a:pt x="216821" y="44437"/>
                    <a:pt x="216765" y="45397"/>
                    <a:pt x="216708" y="46387"/>
                  </a:cubicBezTo>
                  <a:cubicBezTo>
                    <a:pt x="216656" y="47345"/>
                    <a:pt x="216604" y="48303"/>
                    <a:pt x="216551" y="49291"/>
                  </a:cubicBezTo>
                  <a:cubicBezTo>
                    <a:pt x="216449" y="50067"/>
                    <a:pt x="216347" y="50843"/>
                    <a:pt x="216243" y="51642"/>
                  </a:cubicBezTo>
                  <a:cubicBezTo>
                    <a:pt x="215751" y="51888"/>
                    <a:pt x="215260" y="52133"/>
                    <a:pt x="214754" y="52386"/>
                  </a:cubicBezTo>
                  <a:cubicBezTo>
                    <a:pt x="214488" y="54891"/>
                    <a:pt x="214423" y="57381"/>
                    <a:pt x="214339" y="59897"/>
                  </a:cubicBezTo>
                  <a:cubicBezTo>
                    <a:pt x="214230" y="60611"/>
                    <a:pt x="214122" y="61325"/>
                    <a:pt x="214010" y="62060"/>
                  </a:cubicBezTo>
                  <a:cubicBezTo>
                    <a:pt x="212905" y="62429"/>
                    <a:pt x="212905" y="62429"/>
                    <a:pt x="211778" y="62804"/>
                  </a:cubicBezTo>
                  <a:cubicBezTo>
                    <a:pt x="211424" y="64283"/>
                    <a:pt x="211424" y="64283"/>
                    <a:pt x="211406" y="66013"/>
                  </a:cubicBezTo>
                  <a:cubicBezTo>
                    <a:pt x="211196" y="68811"/>
                    <a:pt x="210855" y="70424"/>
                    <a:pt x="208801" y="72478"/>
                  </a:cubicBezTo>
                  <a:cubicBezTo>
                    <a:pt x="209292" y="72233"/>
                    <a:pt x="209783" y="71987"/>
                    <a:pt x="210289" y="71734"/>
                  </a:cubicBezTo>
                  <a:cubicBezTo>
                    <a:pt x="211530" y="71663"/>
                    <a:pt x="212773" y="71641"/>
                    <a:pt x="214015" y="71640"/>
                  </a:cubicBezTo>
                  <a:cubicBezTo>
                    <a:pt x="215205" y="71637"/>
                    <a:pt x="215205" y="71637"/>
                    <a:pt x="216418" y="71634"/>
                  </a:cubicBezTo>
                  <a:cubicBezTo>
                    <a:pt x="217297" y="71636"/>
                    <a:pt x="218175" y="71638"/>
                    <a:pt x="219080" y="71639"/>
                  </a:cubicBezTo>
                  <a:cubicBezTo>
                    <a:pt x="220007" y="71638"/>
                    <a:pt x="220935" y="71637"/>
                    <a:pt x="221891" y="71636"/>
                  </a:cubicBezTo>
                  <a:cubicBezTo>
                    <a:pt x="224474" y="71633"/>
                    <a:pt x="227057" y="71634"/>
                    <a:pt x="229639" y="71637"/>
                  </a:cubicBezTo>
                  <a:cubicBezTo>
                    <a:pt x="232422" y="71638"/>
                    <a:pt x="235204" y="71636"/>
                    <a:pt x="237986" y="71634"/>
                  </a:cubicBezTo>
                  <a:cubicBezTo>
                    <a:pt x="243440" y="71630"/>
                    <a:pt x="248894" y="71631"/>
                    <a:pt x="254347" y="71633"/>
                  </a:cubicBezTo>
                  <a:cubicBezTo>
                    <a:pt x="258777" y="71635"/>
                    <a:pt x="263208" y="71635"/>
                    <a:pt x="267638" y="71634"/>
                  </a:cubicBezTo>
                  <a:cubicBezTo>
                    <a:pt x="268582" y="71634"/>
                    <a:pt x="268582" y="71634"/>
                    <a:pt x="269545" y="71634"/>
                  </a:cubicBezTo>
                  <a:cubicBezTo>
                    <a:pt x="270824" y="71634"/>
                    <a:pt x="272102" y="71634"/>
                    <a:pt x="273381" y="71633"/>
                  </a:cubicBezTo>
                  <a:cubicBezTo>
                    <a:pt x="285382" y="71631"/>
                    <a:pt x="297383" y="71634"/>
                    <a:pt x="309384" y="71638"/>
                  </a:cubicBezTo>
                  <a:cubicBezTo>
                    <a:pt x="319692" y="71641"/>
                    <a:pt x="330001" y="71640"/>
                    <a:pt x="340309" y="71637"/>
                  </a:cubicBezTo>
                  <a:cubicBezTo>
                    <a:pt x="352267" y="71633"/>
                    <a:pt x="364225" y="71631"/>
                    <a:pt x="376182" y="71634"/>
                  </a:cubicBezTo>
                  <a:cubicBezTo>
                    <a:pt x="377456" y="71634"/>
                    <a:pt x="378730" y="71634"/>
                    <a:pt x="380004" y="71634"/>
                  </a:cubicBezTo>
                  <a:cubicBezTo>
                    <a:pt x="380631" y="71635"/>
                    <a:pt x="381257" y="71635"/>
                    <a:pt x="381903" y="71635"/>
                  </a:cubicBezTo>
                  <a:cubicBezTo>
                    <a:pt x="386331" y="71635"/>
                    <a:pt x="390759" y="71634"/>
                    <a:pt x="395187" y="71633"/>
                  </a:cubicBezTo>
                  <a:cubicBezTo>
                    <a:pt x="400578" y="71630"/>
                    <a:pt x="405970" y="71631"/>
                    <a:pt x="411362" y="71635"/>
                  </a:cubicBezTo>
                  <a:cubicBezTo>
                    <a:pt x="414115" y="71637"/>
                    <a:pt x="416869" y="71638"/>
                    <a:pt x="419622" y="71635"/>
                  </a:cubicBezTo>
                  <a:cubicBezTo>
                    <a:pt x="422600" y="71633"/>
                    <a:pt x="425578" y="71636"/>
                    <a:pt x="428557" y="71639"/>
                  </a:cubicBezTo>
                  <a:cubicBezTo>
                    <a:pt x="429436" y="71638"/>
                    <a:pt x="430316" y="71636"/>
                    <a:pt x="431223" y="71634"/>
                  </a:cubicBezTo>
                  <a:cubicBezTo>
                    <a:pt x="432014" y="71636"/>
                    <a:pt x="432805" y="71638"/>
                    <a:pt x="433620" y="71640"/>
                  </a:cubicBezTo>
                  <a:cubicBezTo>
                    <a:pt x="434309" y="71640"/>
                    <a:pt x="434997" y="71641"/>
                    <a:pt x="435706" y="71641"/>
                  </a:cubicBezTo>
                  <a:cubicBezTo>
                    <a:pt x="437252" y="71734"/>
                    <a:pt x="437252" y="71734"/>
                    <a:pt x="437997" y="72478"/>
                  </a:cubicBezTo>
                  <a:cubicBezTo>
                    <a:pt x="438071" y="74762"/>
                    <a:pt x="438098" y="77029"/>
                    <a:pt x="438093" y="79313"/>
                  </a:cubicBezTo>
                  <a:cubicBezTo>
                    <a:pt x="438094" y="80031"/>
                    <a:pt x="438095" y="80748"/>
                    <a:pt x="438097" y="81488"/>
                  </a:cubicBezTo>
                  <a:cubicBezTo>
                    <a:pt x="438100" y="83872"/>
                    <a:pt x="438098" y="86256"/>
                    <a:pt x="438095" y="88640"/>
                  </a:cubicBezTo>
                  <a:cubicBezTo>
                    <a:pt x="438096" y="90289"/>
                    <a:pt x="438097" y="91938"/>
                    <a:pt x="438098" y="93586"/>
                  </a:cubicBezTo>
                  <a:cubicBezTo>
                    <a:pt x="438099" y="97047"/>
                    <a:pt x="438097" y="100508"/>
                    <a:pt x="438094" y="103969"/>
                  </a:cubicBezTo>
                  <a:cubicBezTo>
                    <a:pt x="438089" y="108416"/>
                    <a:pt x="438092" y="112862"/>
                    <a:pt x="438096" y="117309"/>
                  </a:cubicBezTo>
                  <a:cubicBezTo>
                    <a:pt x="438099" y="120716"/>
                    <a:pt x="438098" y="124122"/>
                    <a:pt x="438096" y="127528"/>
                  </a:cubicBezTo>
                  <a:cubicBezTo>
                    <a:pt x="438096" y="129168"/>
                    <a:pt x="438096" y="130809"/>
                    <a:pt x="438098" y="132449"/>
                  </a:cubicBezTo>
                  <a:cubicBezTo>
                    <a:pt x="438100" y="134737"/>
                    <a:pt x="438097" y="137025"/>
                    <a:pt x="438093" y="139313"/>
                  </a:cubicBezTo>
                  <a:cubicBezTo>
                    <a:pt x="438094" y="139998"/>
                    <a:pt x="438096" y="140683"/>
                    <a:pt x="438097" y="141389"/>
                  </a:cubicBezTo>
                  <a:cubicBezTo>
                    <a:pt x="438082" y="146063"/>
                    <a:pt x="438082" y="146063"/>
                    <a:pt x="437252" y="146892"/>
                  </a:cubicBezTo>
                  <a:cubicBezTo>
                    <a:pt x="435906" y="146965"/>
                    <a:pt x="434557" y="146984"/>
                    <a:pt x="433210" y="146984"/>
                  </a:cubicBezTo>
                  <a:cubicBezTo>
                    <a:pt x="431885" y="146986"/>
                    <a:pt x="431885" y="146986"/>
                    <a:pt x="430534" y="146988"/>
                  </a:cubicBezTo>
                  <a:cubicBezTo>
                    <a:pt x="429542" y="146986"/>
                    <a:pt x="428550" y="146984"/>
                    <a:pt x="427558" y="146982"/>
                  </a:cubicBezTo>
                  <a:cubicBezTo>
                    <a:pt x="426513" y="146982"/>
                    <a:pt x="425469" y="146983"/>
                    <a:pt x="424425" y="146984"/>
                  </a:cubicBezTo>
                  <a:cubicBezTo>
                    <a:pt x="421542" y="146985"/>
                    <a:pt x="418659" y="146982"/>
                    <a:pt x="415776" y="146979"/>
                  </a:cubicBezTo>
                  <a:cubicBezTo>
                    <a:pt x="412672" y="146975"/>
                    <a:pt x="409568" y="146976"/>
                    <a:pt x="406464" y="146977"/>
                  </a:cubicBezTo>
                  <a:cubicBezTo>
                    <a:pt x="401082" y="146977"/>
                    <a:pt x="395700" y="146975"/>
                    <a:pt x="390318" y="146971"/>
                  </a:cubicBezTo>
                  <a:cubicBezTo>
                    <a:pt x="382536" y="146965"/>
                    <a:pt x="374754" y="146963"/>
                    <a:pt x="366972" y="146962"/>
                  </a:cubicBezTo>
                  <a:cubicBezTo>
                    <a:pt x="354348" y="146960"/>
                    <a:pt x="341724" y="146955"/>
                    <a:pt x="329100" y="146948"/>
                  </a:cubicBezTo>
                  <a:cubicBezTo>
                    <a:pt x="316833" y="146941"/>
                    <a:pt x="304567" y="146936"/>
                    <a:pt x="292300" y="146933"/>
                  </a:cubicBezTo>
                  <a:cubicBezTo>
                    <a:pt x="291545" y="146933"/>
                    <a:pt x="290789" y="146933"/>
                    <a:pt x="290011" y="146932"/>
                  </a:cubicBezTo>
                  <a:cubicBezTo>
                    <a:pt x="286221" y="146931"/>
                    <a:pt x="282431" y="146931"/>
                    <a:pt x="278640" y="146930"/>
                  </a:cubicBezTo>
                  <a:cubicBezTo>
                    <a:pt x="247175" y="146922"/>
                    <a:pt x="215710" y="146909"/>
                    <a:pt x="184245" y="146892"/>
                  </a:cubicBezTo>
                  <a:cubicBezTo>
                    <a:pt x="184106" y="148343"/>
                    <a:pt x="184106" y="148343"/>
                    <a:pt x="183966" y="149822"/>
                  </a:cubicBezTo>
                  <a:cubicBezTo>
                    <a:pt x="183809" y="151470"/>
                    <a:pt x="183809" y="151470"/>
                    <a:pt x="183500" y="152845"/>
                  </a:cubicBezTo>
                  <a:cubicBezTo>
                    <a:pt x="183009" y="153091"/>
                    <a:pt x="182518" y="153336"/>
                    <a:pt x="182012" y="153589"/>
                  </a:cubicBezTo>
                  <a:cubicBezTo>
                    <a:pt x="181780" y="155128"/>
                    <a:pt x="181730" y="156640"/>
                    <a:pt x="181669" y="158194"/>
                  </a:cubicBezTo>
                  <a:cubicBezTo>
                    <a:pt x="181471" y="158861"/>
                    <a:pt x="181471" y="158861"/>
                    <a:pt x="181268" y="159543"/>
                  </a:cubicBezTo>
                  <a:cubicBezTo>
                    <a:pt x="180771" y="159657"/>
                    <a:pt x="180274" y="159771"/>
                    <a:pt x="179762" y="159888"/>
                  </a:cubicBezTo>
                  <a:cubicBezTo>
                    <a:pt x="179277" y="160020"/>
                    <a:pt x="178792" y="160151"/>
                    <a:pt x="178291" y="160287"/>
                  </a:cubicBezTo>
                  <a:cubicBezTo>
                    <a:pt x="177929" y="161869"/>
                    <a:pt x="177929" y="161869"/>
                    <a:pt x="178105" y="163682"/>
                  </a:cubicBezTo>
                  <a:cubicBezTo>
                    <a:pt x="178132" y="164297"/>
                    <a:pt x="178159" y="164912"/>
                    <a:pt x="178187" y="165545"/>
                  </a:cubicBezTo>
                  <a:cubicBezTo>
                    <a:pt x="178221" y="166020"/>
                    <a:pt x="178256" y="166495"/>
                    <a:pt x="178291" y="166984"/>
                  </a:cubicBezTo>
                  <a:cubicBezTo>
                    <a:pt x="177555" y="166984"/>
                    <a:pt x="176818" y="166984"/>
                    <a:pt x="176059" y="166984"/>
                  </a:cubicBezTo>
                  <a:cubicBezTo>
                    <a:pt x="175813" y="169194"/>
                    <a:pt x="175568" y="171404"/>
                    <a:pt x="175315" y="173681"/>
                  </a:cubicBezTo>
                  <a:cubicBezTo>
                    <a:pt x="174578" y="173681"/>
                    <a:pt x="173841" y="173681"/>
                    <a:pt x="173082" y="173681"/>
                  </a:cubicBezTo>
                  <a:cubicBezTo>
                    <a:pt x="173129" y="174495"/>
                    <a:pt x="173175" y="175308"/>
                    <a:pt x="173222" y="176146"/>
                  </a:cubicBezTo>
                  <a:cubicBezTo>
                    <a:pt x="173067" y="179200"/>
                    <a:pt x="172911" y="179227"/>
                    <a:pt x="170850" y="181123"/>
                  </a:cubicBezTo>
                  <a:cubicBezTo>
                    <a:pt x="170727" y="181859"/>
                    <a:pt x="170604" y="182596"/>
                    <a:pt x="170478" y="183355"/>
                  </a:cubicBezTo>
                  <a:cubicBezTo>
                    <a:pt x="170071" y="185797"/>
                    <a:pt x="169641" y="186240"/>
                    <a:pt x="167873" y="187820"/>
                  </a:cubicBezTo>
                  <a:cubicBezTo>
                    <a:pt x="168333" y="187820"/>
                    <a:pt x="168792" y="187819"/>
                    <a:pt x="169266" y="187819"/>
                  </a:cubicBezTo>
                  <a:cubicBezTo>
                    <a:pt x="196470" y="187802"/>
                    <a:pt x="223675" y="187790"/>
                    <a:pt x="250880" y="187782"/>
                  </a:cubicBezTo>
                  <a:cubicBezTo>
                    <a:pt x="254143" y="187781"/>
                    <a:pt x="257406" y="187780"/>
                    <a:pt x="260669" y="187779"/>
                  </a:cubicBezTo>
                  <a:cubicBezTo>
                    <a:pt x="261318" y="187779"/>
                    <a:pt x="261968" y="187779"/>
                    <a:pt x="262637" y="187778"/>
                  </a:cubicBezTo>
                  <a:cubicBezTo>
                    <a:pt x="273170" y="187775"/>
                    <a:pt x="283703" y="187769"/>
                    <a:pt x="294236" y="187762"/>
                  </a:cubicBezTo>
                  <a:cubicBezTo>
                    <a:pt x="305036" y="187756"/>
                    <a:pt x="315835" y="187751"/>
                    <a:pt x="326635" y="187750"/>
                  </a:cubicBezTo>
                  <a:cubicBezTo>
                    <a:pt x="333304" y="187749"/>
                    <a:pt x="339973" y="187746"/>
                    <a:pt x="346643" y="187740"/>
                  </a:cubicBezTo>
                  <a:cubicBezTo>
                    <a:pt x="351210" y="187736"/>
                    <a:pt x="355777" y="187734"/>
                    <a:pt x="360344" y="187735"/>
                  </a:cubicBezTo>
                  <a:cubicBezTo>
                    <a:pt x="362983" y="187736"/>
                    <a:pt x="365622" y="187735"/>
                    <a:pt x="368261" y="187731"/>
                  </a:cubicBezTo>
                  <a:cubicBezTo>
                    <a:pt x="371115" y="187727"/>
                    <a:pt x="373970" y="187728"/>
                    <a:pt x="376824" y="187730"/>
                  </a:cubicBezTo>
                  <a:cubicBezTo>
                    <a:pt x="378089" y="187727"/>
                    <a:pt x="378089" y="187727"/>
                    <a:pt x="379379" y="187724"/>
                  </a:cubicBezTo>
                  <a:cubicBezTo>
                    <a:pt x="380138" y="187725"/>
                    <a:pt x="380896" y="187727"/>
                    <a:pt x="381678" y="187728"/>
                  </a:cubicBezTo>
                  <a:cubicBezTo>
                    <a:pt x="382667" y="187728"/>
                    <a:pt x="382667" y="187728"/>
                    <a:pt x="383677" y="187727"/>
                  </a:cubicBezTo>
                  <a:cubicBezTo>
                    <a:pt x="385163" y="187820"/>
                    <a:pt x="385163" y="187820"/>
                    <a:pt x="385907" y="188564"/>
                  </a:cubicBezTo>
                  <a:cubicBezTo>
                    <a:pt x="385981" y="190220"/>
                    <a:pt x="386002" y="191877"/>
                    <a:pt x="386002" y="193535"/>
                  </a:cubicBezTo>
                  <a:cubicBezTo>
                    <a:pt x="386004" y="194063"/>
                    <a:pt x="386005" y="194591"/>
                    <a:pt x="386006" y="195136"/>
                  </a:cubicBezTo>
                  <a:cubicBezTo>
                    <a:pt x="386010" y="196928"/>
                    <a:pt x="386008" y="198721"/>
                    <a:pt x="386006" y="200514"/>
                  </a:cubicBezTo>
                  <a:cubicBezTo>
                    <a:pt x="386008" y="201803"/>
                    <a:pt x="386009" y="203092"/>
                    <a:pt x="386011" y="204382"/>
                  </a:cubicBezTo>
                  <a:cubicBezTo>
                    <a:pt x="386016" y="207942"/>
                    <a:pt x="386016" y="211502"/>
                    <a:pt x="386015" y="215062"/>
                  </a:cubicBezTo>
                  <a:cubicBezTo>
                    <a:pt x="386015" y="218895"/>
                    <a:pt x="386019" y="222728"/>
                    <a:pt x="386022" y="226561"/>
                  </a:cubicBezTo>
                  <a:cubicBezTo>
                    <a:pt x="386029" y="234076"/>
                    <a:pt x="386031" y="241592"/>
                    <a:pt x="386031" y="249107"/>
                  </a:cubicBezTo>
                  <a:cubicBezTo>
                    <a:pt x="386031" y="255212"/>
                    <a:pt x="386033" y="261317"/>
                    <a:pt x="386035" y="267422"/>
                  </a:cubicBezTo>
                  <a:cubicBezTo>
                    <a:pt x="386042" y="284709"/>
                    <a:pt x="386045" y="301996"/>
                    <a:pt x="386045" y="319283"/>
                  </a:cubicBezTo>
                  <a:cubicBezTo>
                    <a:pt x="386045" y="320683"/>
                    <a:pt x="386045" y="320683"/>
                    <a:pt x="386045" y="322110"/>
                  </a:cubicBezTo>
                  <a:cubicBezTo>
                    <a:pt x="386045" y="323511"/>
                    <a:pt x="386045" y="323511"/>
                    <a:pt x="386044" y="324941"/>
                  </a:cubicBezTo>
                  <a:cubicBezTo>
                    <a:pt x="386044" y="340089"/>
                    <a:pt x="386051" y="355236"/>
                    <a:pt x="386062" y="370384"/>
                  </a:cubicBezTo>
                  <a:cubicBezTo>
                    <a:pt x="386072" y="385916"/>
                    <a:pt x="386078" y="401448"/>
                    <a:pt x="386077" y="416980"/>
                  </a:cubicBezTo>
                  <a:cubicBezTo>
                    <a:pt x="386077" y="425709"/>
                    <a:pt x="386079" y="434437"/>
                    <a:pt x="386087" y="443166"/>
                  </a:cubicBezTo>
                  <a:cubicBezTo>
                    <a:pt x="386094" y="450596"/>
                    <a:pt x="386095" y="458027"/>
                    <a:pt x="386090" y="465457"/>
                  </a:cubicBezTo>
                  <a:cubicBezTo>
                    <a:pt x="386088" y="469252"/>
                    <a:pt x="386088" y="473047"/>
                    <a:pt x="386094" y="476842"/>
                  </a:cubicBezTo>
                  <a:cubicBezTo>
                    <a:pt x="386100" y="480310"/>
                    <a:pt x="386099" y="483778"/>
                    <a:pt x="386092" y="487246"/>
                  </a:cubicBezTo>
                  <a:cubicBezTo>
                    <a:pt x="386091" y="488506"/>
                    <a:pt x="386093" y="489767"/>
                    <a:pt x="386097" y="491027"/>
                  </a:cubicBezTo>
                  <a:cubicBezTo>
                    <a:pt x="386102" y="492729"/>
                    <a:pt x="386098" y="494431"/>
                    <a:pt x="386092" y="496133"/>
                  </a:cubicBezTo>
                  <a:cubicBezTo>
                    <a:pt x="386092" y="497556"/>
                    <a:pt x="386092" y="497556"/>
                    <a:pt x="386092" y="499007"/>
                  </a:cubicBezTo>
                  <a:cubicBezTo>
                    <a:pt x="386031" y="499699"/>
                    <a:pt x="385970" y="500391"/>
                    <a:pt x="385907" y="501103"/>
                  </a:cubicBezTo>
                  <a:cubicBezTo>
                    <a:pt x="385416" y="501349"/>
                    <a:pt x="384924" y="501594"/>
                    <a:pt x="384418" y="501847"/>
                  </a:cubicBezTo>
                  <a:cubicBezTo>
                    <a:pt x="383721" y="503900"/>
                    <a:pt x="383562" y="505862"/>
                    <a:pt x="383491" y="508018"/>
                  </a:cubicBezTo>
                  <a:cubicBezTo>
                    <a:pt x="383467" y="508610"/>
                    <a:pt x="383442" y="509201"/>
                    <a:pt x="383417" y="509810"/>
                  </a:cubicBezTo>
                  <a:cubicBezTo>
                    <a:pt x="383371" y="511052"/>
                    <a:pt x="383329" y="512295"/>
                    <a:pt x="383289" y="513537"/>
                  </a:cubicBezTo>
                  <a:cubicBezTo>
                    <a:pt x="383222" y="515100"/>
                    <a:pt x="383082" y="516661"/>
                    <a:pt x="382930" y="518218"/>
                  </a:cubicBezTo>
                  <a:cubicBezTo>
                    <a:pt x="382439" y="518464"/>
                    <a:pt x="381948" y="518709"/>
                    <a:pt x="381442" y="518962"/>
                  </a:cubicBezTo>
                  <a:cubicBezTo>
                    <a:pt x="381176" y="521273"/>
                    <a:pt x="381111" y="523568"/>
                    <a:pt x="381026" y="525892"/>
                  </a:cubicBezTo>
                  <a:cubicBezTo>
                    <a:pt x="380918" y="526552"/>
                    <a:pt x="380809" y="527212"/>
                    <a:pt x="380698" y="527892"/>
                  </a:cubicBezTo>
                  <a:cubicBezTo>
                    <a:pt x="379961" y="528138"/>
                    <a:pt x="379224" y="528383"/>
                    <a:pt x="378465" y="528636"/>
                  </a:cubicBezTo>
                  <a:cubicBezTo>
                    <a:pt x="378211" y="529875"/>
                    <a:pt x="377963" y="531116"/>
                    <a:pt x="377721" y="532357"/>
                  </a:cubicBezTo>
                  <a:cubicBezTo>
                    <a:pt x="376984" y="532848"/>
                    <a:pt x="376248" y="533339"/>
                    <a:pt x="375489" y="533845"/>
                  </a:cubicBezTo>
                  <a:cubicBezTo>
                    <a:pt x="375224" y="535082"/>
                    <a:pt x="374974" y="536322"/>
                    <a:pt x="374745" y="537566"/>
                  </a:cubicBezTo>
                  <a:cubicBezTo>
                    <a:pt x="374253" y="537566"/>
                    <a:pt x="373762" y="537566"/>
                    <a:pt x="373256" y="537566"/>
                  </a:cubicBezTo>
                  <a:cubicBezTo>
                    <a:pt x="373011" y="538303"/>
                    <a:pt x="372765" y="539039"/>
                    <a:pt x="372512" y="539798"/>
                  </a:cubicBezTo>
                  <a:cubicBezTo>
                    <a:pt x="371530" y="539798"/>
                    <a:pt x="370548" y="539798"/>
                    <a:pt x="369536" y="539798"/>
                  </a:cubicBezTo>
                  <a:cubicBezTo>
                    <a:pt x="369536" y="540781"/>
                    <a:pt x="369536" y="541763"/>
                    <a:pt x="369536" y="542775"/>
                  </a:cubicBezTo>
                  <a:cubicBezTo>
                    <a:pt x="368553" y="542775"/>
                    <a:pt x="367571" y="542775"/>
                    <a:pt x="366559" y="542775"/>
                  </a:cubicBezTo>
                  <a:cubicBezTo>
                    <a:pt x="366467" y="543358"/>
                    <a:pt x="366375" y="543941"/>
                    <a:pt x="366280" y="544542"/>
                  </a:cubicBezTo>
                  <a:cubicBezTo>
                    <a:pt x="366050" y="545509"/>
                    <a:pt x="366050" y="545509"/>
                    <a:pt x="365815" y="546496"/>
                  </a:cubicBezTo>
                  <a:cubicBezTo>
                    <a:pt x="363629" y="547333"/>
                    <a:pt x="363629" y="547333"/>
                    <a:pt x="361350" y="547984"/>
                  </a:cubicBezTo>
                  <a:cubicBezTo>
                    <a:pt x="360859" y="548721"/>
                    <a:pt x="360368" y="549457"/>
                    <a:pt x="359862" y="550216"/>
                  </a:cubicBezTo>
                  <a:cubicBezTo>
                    <a:pt x="359233" y="550339"/>
                    <a:pt x="358603" y="550462"/>
                    <a:pt x="357955" y="550588"/>
                  </a:cubicBezTo>
                  <a:cubicBezTo>
                    <a:pt x="357356" y="550711"/>
                    <a:pt x="356758" y="550834"/>
                    <a:pt x="356141" y="550960"/>
                  </a:cubicBezTo>
                  <a:cubicBezTo>
                    <a:pt x="355896" y="551697"/>
                    <a:pt x="355650" y="552434"/>
                    <a:pt x="355397" y="553193"/>
                  </a:cubicBezTo>
                  <a:cubicBezTo>
                    <a:pt x="353534" y="553574"/>
                    <a:pt x="353534" y="553574"/>
                    <a:pt x="351258" y="553705"/>
                  </a:cubicBezTo>
                  <a:cubicBezTo>
                    <a:pt x="350505" y="553753"/>
                    <a:pt x="349752" y="553802"/>
                    <a:pt x="348976" y="553853"/>
                  </a:cubicBezTo>
                  <a:cubicBezTo>
                    <a:pt x="348394" y="553881"/>
                    <a:pt x="347811" y="553908"/>
                    <a:pt x="347211" y="553937"/>
                  </a:cubicBezTo>
                  <a:cubicBezTo>
                    <a:pt x="347211" y="554919"/>
                    <a:pt x="347211" y="555902"/>
                    <a:pt x="347211" y="556914"/>
                  </a:cubicBezTo>
                  <a:cubicBezTo>
                    <a:pt x="346361" y="556941"/>
                    <a:pt x="345510" y="556969"/>
                    <a:pt x="344633" y="556998"/>
                  </a:cubicBezTo>
                  <a:cubicBezTo>
                    <a:pt x="343524" y="557047"/>
                    <a:pt x="342414" y="557096"/>
                    <a:pt x="341305" y="557146"/>
                  </a:cubicBezTo>
                  <a:cubicBezTo>
                    <a:pt x="340462" y="557171"/>
                    <a:pt x="340462" y="557171"/>
                    <a:pt x="339603" y="557197"/>
                  </a:cubicBezTo>
                  <a:cubicBezTo>
                    <a:pt x="337800" y="557261"/>
                    <a:pt x="337800" y="557261"/>
                    <a:pt x="335305" y="557658"/>
                  </a:cubicBezTo>
                  <a:cubicBezTo>
                    <a:pt x="335060" y="558394"/>
                    <a:pt x="334814" y="559131"/>
                    <a:pt x="334561" y="559890"/>
                  </a:cubicBezTo>
                  <a:cubicBezTo>
                    <a:pt x="332542" y="560108"/>
                    <a:pt x="330691" y="560171"/>
                    <a:pt x="328670" y="560144"/>
                  </a:cubicBezTo>
                  <a:cubicBezTo>
                    <a:pt x="327745" y="560144"/>
                    <a:pt x="327745" y="560144"/>
                    <a:pt x="326800" y="560145"/>
                  </a:cubicBezTo>
                  <a:cubicBezTo>
                    <a:pt x="324751" y="560143"/>
                    <a:pt x="322702" y="560126"/>
                    <a:pt x="320652" y="560108"/>
                  </a:cubicBezTo>
                  <a:cubicBezTo>
                    <a:pt x="319235" y="560104"/>
                    <a:pt x="317818" y="560101"/>
                    <a:pt x="316401" y="560099"/>
                  </a:cubicBezTo>
                  <a:cubicBezTo>
                    <a:pt x="312663" y="560090"/>
                    <a:pt x="308926" y="560068"/>
                    <a:pt x="305189" y="560043"/>
                  </a:cubicBezTo>
                  <a:cubicBezTo>
                    <a:pt x="301378" y="560021"/>
                    <a:pt x="297567" y="560010"/>
                    <a:pt x="293757" y="559999"/>
                  </a:cubicBezTo>
                  <a:cubicBezTo>
                    <a:pt x="286274" y="559975"/>
                    <a:pt x="278792" y="559937"/>
                    <a:pt x="271309" y="559890"/>
                  </a:cubicBezTo>
                  <a:cubicBezTo>
                    <a:pt x="271281" y="559147"/>
                    <a:pt x="271253" y="558403"/>
                    <a:pt x="271225" y="557637"/>
                  </a:cubicBezTo>
                  <a:cubicBezTo>
                    <a:pt x="271176" y="556677"/>
                    <a:pt x="271127" y="555717"/>
                    <a:pt x="271076" y="554728"/>
                  </a:cubicBezTo>
                  <a:cubicBezTo>
                    <a:pt x="271033" y="553769"/>
                    <a:pt x="270990" y="552811"/>
                    <a:pt x="270946" y="551824"/>
                  </a:cubicBezTo>
                  <a:cubicBezTo>
                    <a:pt x="270820" y="551048"/>
                    <a:pt x="270694" y="550272"/>
                    <a:pt x="270565" y="549472"/>
                  </a:cubicBezTo>
                  <a:cubicBezTo>
                    <a:pt x="269828" y="549227"/>
                    <a:pt x="269092" y="548981"/>
                    <a:pt x="268332" y="548728"/>
                  </a:cubicBezTo>
                  <a:cubicBezTo>
                    <a:pt x="268034" y="547426"/>
                    <a:pt x="268034" y="547426"/>
                    <a:pt x="268004" y="545752"/>
                  </a:cubicBezTo>
                  <a:cubicBezTo>
                    <a:pt x="267984" y="545153"/>
                    <a:pt x="267965" y="544554"/>
                    <a:pt x="267944" y="543938"/>
                  </a:cubicBezTo>
                  <a:cubicBezTo>
                    <a:pt x="267934" y="543308"/>
                    <a:pt x="267924" y="542679"/>
                    <a:pt x="267914" y="542031"/>
                  </a:cubicBezTo>
                  <a:cubicBezTo>
                    <a:pt x="267888" y="540790"/>
                    <a:pt x="267857" y="539550"/>
                    <a:pt x="267818" y="538310"/>
                  </a:cubicBezTo>
                  <a:cubicBezTo>
                    <a:pt x="267804" y="537481"/>
                    <a:pt x="267804" y="537481"/>
                    <a:pt x="267790" y="536636"/>
                  </a:cubicBezTo>
                  <a:cubicBezTo>
                    <a:pt x="267724" y="536206"/>
                    <a:pt x="267657" y="535776"/>
                    <a:pt x="267588" y="535334"/>
                  </a:cubicBezTo>
                  <a:cubicBezTo>
                    <a:pt x="267097" y="535088"/>
                    <a:pt x="266606" y="534842"/>
                    <a:pt x="266100" y="534589"/>
                  </a:cubicBezTo>
                  <a:cubicBezTo>
                    <a:pt x="265818" y="532642"/>
                    <a:pt x="265818" y="532642"/>
                    <a:pt x="265681" y="530218"/>
                  </a:cubicBezTo>
                  <a:cubicBezTo>
                    <a:pt x="265535" y="527742"/>
                    <a:pt x="265398" y="525785"/>
                    <a:pt x="264612" y="523427"/>
                  </a:cubicBezTo>
                  <a:cubicBezTo>
                    <a:pt x="264121" y="523182"/>
                    <a:pt x="263629" y="522936"/>
                    <a:pt x="263123" y="522683"/>
                  </a:cubicBezTo>
                  <a:cubicBezTo>
                    <a:pt x="262858" y="520372"/>
                    <a:pt x="262793" y="518077"/>
                    <a:pt x="262708" y="515753"/>
                  </a:cubicBezTo>
                  <a:cubicBezTo>
                    <a:pt x="262599" y="515093"/>
                    <a:pt x="262491" y="514433"/>
                    <a:pt x="262379" y="513753"/>
                  </a:cubicBezTo>
                  <a:cubicBezTo>
                    <a:pt x="261643" y="513508"/>
                    <a:pt x="260906" y="513262"/>
                    <a:pt x="260147" y="513009"/>
                  </a:cubicBezTo>
                  <a:cubicBezTo>
                    <a:pt x="259818" y="511172"/>
                    <a:pt x="259818" y="511172"/>
                    <a:pt x="259728" y="508917"/>
                  </a:cubicBezTo>
                  <a:cubicBezTo>
                    <a:pt x="259666" y="506726"/>
                    <a:pt x="259666" y="506726"/>
                    <a:pt x="259403" y="504824"/>
                  </a:cubicBezTo>
                  <a:cubicBezTo>
                    <a:pt x="258912" y="504578"/>
                    <a:pt x="258421" y="504333"/>
                    <a:pt x="257915" y="504080"/>
                  </a:cubicBezTo>
                  <a:cubicBezTo>
                    <a:pt x="257444" y="502216"/>
                    <a:pt x="257444" y="502216"/>
                    <a:pt x="257077" y="499940"/>
                  </a:cubicBezTo>
                  <a:cubicBezTo>
                    <a:pt x="256953" y="499187"/>
                    <a:pt x="256828" y="498434"/>
                    <a:pt x="256699" y="497659"/>
                  </a:cubicBezTo>
                  <a:cubicBezTo>
                    <a:pt x="256609" y="497076"/>
                    <a:pt x="256519" y="496494"/>
                    <a:pt x="256426" y="495894"/>
                  </a:cubicBezTo>
                  <a:cubicBezTo>
                    <a:pt x="255935" y="495894"/>
                    <a:pt x="255444" y="495894"/>
                    <a:pt x="254938" y="495894"/>
                  </a:cubicBezTo>
                  <a:cubicBezTo>
                    <a:pt x="254938" y="493438"/>
                    <a:pt x="254938" y="490983"/>
                    <a:pt x="254938" y="488453"/>
                  </a:cubicBezTo>
                  <a:cubicBezTo>
                    <a:pt x="255775" y="488448"/>
                    <a:pt x="256613" y="488444"/>
                    <a:pt x="257475" y="488439"/>
                  </a:cubicBezTo>
                  <a:cubicBezTo>
                    <a:pt x="265349" y="488397"/>
                    <a:pt x="273222" y="488343"/>
                    <a:pt x="281096" y="488277"/>
                  </a:cubicBezTo>
                  <a:cubicBezTo>
                    <a:pt x="285144" y="488244"/>
                    <a:pt x="289192" y="488215"/>
                    <a:pt x="293241" y="488195"/>
                  </a:cubicBezTo>
                  <a:cubicBezTo>
                    <a:pt x="297144" y="488176"/>
                    <a:pt x="301047" y="488146"/>
                    <a:pt x="304951" y="488108"/>
                  </a:cubicBezTo>
                  <a:cubicBezTo>
                    <a:pt x="306443" y="488096"/>
                    <a:pt x="307936" y="488087"/>
                    <a:pt x="309429" y="488082"/>
                  </a:cubicBezTo>
                  <a:cubicBezTo>
                    <a:pt x="311512" y="488075"/>
                    <a:pt x="313595" y="488054"/>
                    <a:pt x="315678" y="488030"/>
                  </a:cubicBezTo>
                  <a:cubicBezTo>
                    <a:pt x="316302" y="488031"/>
                    <a:pt x="316925" y="488032"/>
                    <a:pt x="317568" y="488034"/>
                  </a:cubicBezTo>
                  <a:cubicBezTo>
                    <a:pt x="319437" y="488030"/>
                    <a:pt x="319437" y="488030"/>
                    <a:pt x="321911" y="487709"/>
                  </a:cubicBezTo>
                  <a:cubicBezTo>
                    <a:pt x="322620" y="485581"/>
                    <a:pt x="322763" y="484191"/>
                    <a:pt x="322796" y="481979"/>
                  </a:cubicBezTo>
                  <a:cubicBezTo>
                    <a:pt x="322808" y="481271"/>
                    <a:pt x="322821" y="480564"/>
                    <a:pt x="322833" y="479835"/>
                  </a:cubicBezTo>
                  <a:cubicBezTo>
                    <a:pt x="322849" y="478690"/>
                    <a:pt x="322849" y="478690"/>
                    <a:pt x="322864" y="477523"/>
                  </a:cubicBezTo>
                  <a:cubicBezTo>
                    <a:pt x="322885" y="476347"/>
                    <a:pt x="322885" y="476347"/>
                    <a:pt x="322906" y="475146"/>
                  </a:cubicBezTo>
                  <a:cubicBezTo>
                    <a:pt x="322949" y="472636"/>
                    <a:pt x="322989" y="470127"/>
                    <a:pt x="323027" y="467617"/>
                  </a:cubicBezTo>
                  <a:cubicBezTo>
                    <a:pt x="323077" y="464315"/>
                    <a:pt x="323132" y="461012"/>
                    <a:pt x="323190" y="457710"/>
                  </a:cubicBezTo>
                  <a:cubicBezTo>
                    <a:pt x="323205" y="456566"/>
                    <a:pt x="323205" y="456566"/>
                    <a:pt x="323220" y="455399"/>
                  </a:cubicBezTo>
                  <a:cubicBezTo>
                    <a:pt x="323233" y="454691"/>
                    <a:pt x="323245" y="453983"/>
                    <a:pt x="323258" y="453254"/>
                  </a:cubicBezTo>
                  <a:cubicBezTo>
                    <a:pt x="323267" y="452631"/>
                    <a:pt x="323277" y="452009"/>
                    <a:pt x="323286" y="451367"/>
                  </a:cubicBezTo>
                  <a:cubicBezTo>
                    <a:pt x="323399" y="449757"/>
                    <a:pt x="323399" y="449757"/>
                    <a:pt x="324143" y="447525"/>
                  </a:cubicBezTo>
                  <a:cubicBezTo>
                    <a:pt x="269873" y="447525"/>
                    <a:pt x="215603" y="447525"/>
                    <a:pt x="159688" y="447525"/>
                  </a:cubicBezTo>
                  <a:cubicBezTo>
                    <a:pt x="159320" y="503146"/>
                    <a:pt x="159320" y="503146"/>
                    <a:pt x="158944" y="559890"/>
                  </a:cubicBezTo>
                  <a:cubicBezTo>
                    <a:pt x="149136" y="559921"/>
                    <a:pt x="139329" y="559952"/>
                    <a:pt x="129225" y="559983"/>
                  </a:cubicBezTo>
                  <a:cubicBezTo>
                    <a:pt x="126124" y="559997"/>
                    <a:pt x="123022" y="560010"/>
                    <a:pt x="119827" y="560024"/>
                  </a:cubicBezTo>
                  <a:cubicBezTo>
                    <a:pt x="116052" y="560031"/>
                    <a:pt x="116052" y="560031"/>
                    <a:pt x="114286" y="560032"/>
                  </a:cubicBezTo>
                  <a:cubicBezTo>
                    <a:pt x="113049" y="560035"/>
                    <a:pt x="111811" y="560040"/>
                    <a:pt x="110573" y="560047"/>
                  </a:cubicBezTo>
                  <a:cubicBezTo>
                    <a:pt x="108703" y="560058"/>
                    <a:pt x="106832" y="560060"/>
                    <a:pt x="104962" y="560059"/>
                  </a:cubicBezTo>
                  <a:cubicBezTo>
                    <a:pt x="104129" y="560067"/>
                    <a:pt x="104129" y="560067"/>
                    <a:pt x="103280" y="560075"/>
                  </a:cubicBezTo>
                  <a:cubicBezTo>
                    <a:pt x="101989" y="560070"/>
                    <a:pt x="100699" y="559988"/>
                    <a:pt x="99413" y="559890"/>
                  </a:cubicBezTo>
                  <a:cubicBezTo>
                    <a:pt x="98436" y="557937"/>
                    <a:pt x="98576" y="556502"/>
                    <a:pt x="98577" y="554314"/>
                  </a:cubicBezTo>
                  <a:cubicBezTo>
                    <a:pt x="98575" y="553440"/>
                    <a:pt x="98574" y="552566"/>
                    <a:pt x="98572" y="551666"/>
                  </a:cubicBezTo>
                  <a:cubicBezTo>
                    <a:pt x="98575" y="550697"/>
                    <a:pt x="98577" y="549729"/>
                    <a:pt x="98579" y="548731"/>
                  </a:cubicBezTo>
                  <a:cubicBezTo>
                    <a:pt x="98579" y="547698"/>
                    <a:pt x="98578" y="546666"/>
                    <a:pt x="98577" y="545633"/>
                  </a:cubicBezTo>
                  <a:cubicBezTo>
                    <a:pt x="98575" y="542786"/>
                    <a:pt x="98578" y="539938"/>
                    <a:pt x="98582" y="537091"/>
                  </a:cubicBezTo>
                  <a:cubicBezTo>
                    <a:pt x="98585" y="534024"/>
                    <a:pt x="98584" y="530957"/>
                    <a:pt x="98584" y="527890"/>
                  </a:cubicBezTo>
                  <a:cubicBezTo>
                    <a:pt x="98583" y="522573"/>
                    <a:pt x="98586" y="517257"/>
                    <a:pt x="98590" y="511940"/>
                  </a:cubicBezTo>
                  <a:cubicBezTo>
                    <a:pt x="98596" y="504252"/>
                    <a:pt x="98598" y="496565"/>
                    <a:pt x="98599" y="488878"/>
                  </a:cubicBezTo>
                  <a:cubicBezTo>
                    <a:pt x="98600" y="476407"/>
                    <a:pt x="98605" y="463936"/>
                    <a:pt x="98612" y="451465"/>
                  </a:cubicBezTo>
                  <a:cubicBezTo>
                    <a:pt x="98619" y="439348"/>
                    <a:pt x="98624" y="427231"/>
                    <a:pt x="98628" y="415114"/>
                  </a:cubicBezTo>
                  <a:cubicBezTo>
                    <a:pt x="98628" y="414367"/>
                    <a:pt x="98628" y="413621"/>
                    <a:pt x="98628" y="412852"/>
                  </a:cubicBezTo>
                  <a:cubicBezTo>
                    <a:pt x="98629" y="409107"/>
                    <a:pt x="98630" y="405363"/>
                    <a:pt x="98631" y="401618"/>
                  </a:cubicBezTo>
                  <a:cubicBezTo>
                    <a:pt x="98639" y="370536"/>
                    <a:pt x="98652" y="339453"/>
                    <a:pt x="98668" y="308371"/>
                  </a:cubicBezTo>
                  <a:cubicBezTo>
                    <a:pt x="97055" y="310440"/>
                    <a:pt x="97055" y="310440"/>
                    <a:pt x="96901" y="312603"/>
                  </a:cubicBezTo>
                  <a:cubicBezTo>
                    <a:pt x="96748" y="313171"/>
                    <a:pt x="96594" y="313739"/>
                    <a:pt x="96436" y="314324"/>
                  </a:cubicBezTo>
                  <a:cubicBezTo>
                    <a:pt x="95454" y="314324"/>
                    <a:pt x="94471" y="314324"/>
                    <a:pt x="93459" y="314324"/>
                  </a:cubicBezTo>
                  <a:cubicBezTo>
                    <a:pt x="93459" y="315306"/>
                    <a:pt x="93459" y="316288"/>
                    <a:pt x="93459" y="317300"/>
                  </a:cubicBezTo>
                  <a:cubicBezTo>
                    <a:pt x="92723" y="317546"/>
                    <a:pt x="91986" y="317791"/>
                    <a:pt x="91227" y="318045"/>
                  </a:cubicBezTo>
                  <a:cubicBezTo>
                    <a:pt x="91104" y="318551"/>
                    <a:pt x="90981" y="319057"/>
                    <a:pt x="90855" y="319579"/>
                  </a:cubicBezTo>
                  <a:cubicBezTo>
                    <a:pt x="90732" y="320055"/>
                    <a:pt x="90609" y="320531"/>
                    <a:pt x="90483" y="321021"/>
                  </a:cubicBezTo>
                  <a:cubicBezTo>
                    <a:pt x="89746" y="321021"/>
                    <a:pt x="89009" y="321021"/>
                    <a:pt x="88250" y="321021"/>
                  </a:cubicBezTo>
                  <a:cubicBezTo>
                    <a:pt x="88250" y="322249"/>
                    <a:pt x="88250" y="323477"/>
                    <a:pt x="88250" y="324742"/>
                  </a:cubicBezTo>
                  <a:cubicBezTo>
                    <a:pt x="87514" y="324742"/>
                    <a:pt x="86777" y="324742"/>
                    <a:pt x="86018" y="324742"/>
                  </a:cubicBezTo>
                  <a:cubicBezTo>
                    <a:pt x="85762" y="325732"/>
                    <a:pt x="85515" y="326724"/>
                    <a:pt x="85274" y="327718"/>
                  </a:cubicBezTo>
                  <a:cubicBezTo>
                    <a:pt x="84537" y="327964"/>
                    <a:pt x="83800" y="328209"/>
                    <a:pt x="83041" y="328462"/>
                  </a:cubicBezTo>
                  <a:cubicBezTo>
                    <a:pt x="82919" y="328969"/>
                    <a:pt x="82796" y="329475"/>
                    <a:pt x="82669" y="329997"/>
                  </a:cubicBezTo>
                  <a:cubicBezTo>
                    <a:pt x="82547" y="330473"/>
                    <a:pt x="82424" y="330949"/>
                    <a:pt x="82297" y="331439"/>
                  </a:cubicBezTo>
                  <a:cubicBezTo>
                    <a:pt x="81561" y="331439"/>
                    <a:pt x="80824" y="331439"/>
                    <a:pt x="80065" y="331439"/>
                  </a:cubicBezTo>
                  <a:cubicBezTo>
                    <a:pt x="79942" y="331930"/>
                    <a:pt x="79819" y="332421"/>
                    <a:pt x="79693" y="332927"/>
                  </a:cubicBezTo>
                  <a:cubicBezTo>
                    <a:pt x="79570" y="333418"/>
                    <a:pt x="79447" y="333910"/>
                    <a:pt x="79321" y="334416"/>
                  </a:cubicBezTo>
                  <a:cubicBezTo>
                    <a:pt x="78584" y="334416"/>
                    <a:pt x="77847" y="334416"/>
                    <a:pt x="77088" y="334416"/>
                  </a:cubicBezTo>
                  <a:cubicBezTo>
                    <a:pt x="76649" y="335864"/>
                    <a:pt x="76649" y="335864"/>
                    <a:pt x="76344" y="337392"/>
                  </a:cubicBezTo>
                  <a:cubicBezTo>
                    <a:pt x="75853" y="337638"/>
                    <a:pt x="75362" y="337883"/>
                    <a:pt x="74856" y="338136"/>
                  </a:cubicBezTo>
                  <a:cubicBezTo>
                    <a:pt x="74557" y="338781"/>
                    <a:pt x="74557" y="338781"/>
                    <a:pt x="74251" y="339439"/>
                  </a:cubicBezTo>
                  <a:cubicBezTo>
                    <a:pt x="73088" y="341643"/>
                    <a:pt x="71403" y="343077"/>
                    <a:pt x="69647" y="344834"/>
                  </a:cubicBezTo>
                  <a:cubicBezTo>
                    <a:pt x="69386" y="345371"/>
                    <a:pt x="69125" y="345908"/>
                    <a:pt x="68856" y="346461"/>
                  </a:cubicBezTo>
                  <a:cubicBezTo>
                    <a:pt x="67948" y="348217"/>
                    <a:pt x="66938" y="348475"/>
                    <a:pt x="65182" y="349298"/>
                  </a:cubicBezTo>
                  <a:cubicBezTo>
                    <a:pt x="64691" y="350035"/>
                    <a:pt x="64200" y="350772"/>
                    <a:pt x="63694" y="351531"/>
                  </a:cubicBezTo>
                  <a:cubicBezTo>
                    <a:pt x="62957" y="351776"/>
                    <a:pt x="62220" y="352022"/>
                    <a:pt x="61461" y="352275"/>
                  </a:cubicBezTo>
                  <a:cubicBezTo>
                    <a:pt x="61216" y="353012"/>
                    <a:pt x="60970" y="353748"/>
                    <a:pt x="60717" y="354507"/>
                  </a:cubicBezTo>
                  <a:cubicBezTo>
                    <a:pt x="59981" y="354753"/>
                    <a:pt x="59244" y="354999"/>
                    <a:pt x="58485" y="355252"/>
                  </a:cubicBezTo>
                  <a:cubicBezTo>
                    <a:pt x="57981" y="356240"/>
                    <a:pt x="57486" y="357233"/>
                    <a:pt x="56997" y="358228"/>
                  </a:cubicBezTo>
                  <a:cubicBezTo>
                    <a:pt x="55601" y="359580"/>
                    <a:pt x="55601" y="359580"/>
                    <a:pt x="54020" y="360879"/>
                  </a:cubicBezTo>
                  <a:cubicBezTo>
                    <a:pt x="52117" y="362450"/>
                    <a:pt x="50944" y="363586"/>
                    <a:pt x="49555" y="365669"/>
                  </a:cubicBezTo>
                  <a:cubicBezTo>
                    <a:pt x="48818" y="365669"/>
                    <a:pt x="48082" y="365669"/>
                    <a:pt x="47323" y="365669"/>
                  </a:cubicBezTo>
                  <a:cubicBezTo>
                    <a:pt x="46801" y="366648"/>
                    <a:pt x="46307" y="367642"/>
                    <a:pt x="45834" y="368646"/>
                  </a:cubicBezTo>
                  <a:cubicBezTo>
                    <a:pt x="45098" y="369137"/>
                    <a:pt x="44361" y="369628"/>
                    <a:pt x="43602" y="370134"/>
                  </a:cubicBezTo>
                  <a:cubicBezTo>
                    <a:pt x="43602" y="370871"/>
                    <a:pt x="43602" y="371608"/>
                    <a:pt x="43602" y="372367"/>
                  </a:cubicBezTo>
                  <a:cubicBezTo>
                    <a:pt x="41334" y="372577"/>
                    <a:pt x="39162" y="372715"/>
                    <a:pt x="36905" y="372367"/>
                  </a:cubicBezTo>
                  <a:cubicBezTo>
                    <a:pt x="35835" y="370553"/>
                    <a:pt x="35835" y="370553"/>
                    <a:pt x="35416" y="368646"/>
                  </a:cubicBezTo>
                  <a:cubicBezTo>
                    <a:pt x="34925" y="368400"/>
                    <a:pt x="34434" y="368155"/>
                    <a:pt x="33928" y="367902"/>
                  </a:cubicBezTo>
                  <a:cubicBezTo>
                    <a:pt x="33432" y="366414"/>
                    <a:pt x="32936" y="364925"/>
                    <a:pt x="32440" y="363437"/>
                  </a:cubicBezTo>
                  <a:cubicBezTo>
                    <a:pt x="31949" y="363192"/>
                    <a:pt x="31458" y="362946"/>
                    <a:pt x="30952" y="362693"/>
                  </a:cubicBezTo>
                  <a:cubicBezTo>
                    <a:pt x="30844" y="362110"/>
                    <a:pt x="30737" y="361526"/>
                    <a:pt x="30626" y="360926"/>
                  </a:cubicBezTo>
                  <a:cubicBezTo>
                    <a:pt x="30156" y="358732"/>
                    <a:pt x="29543" y="358239"/>
                    <a:pt x="27975" y="356740"/>
                  </a:cubicBezTo>
                  <a:cubicBezTo>
                    <a:pt x="27975" y="356003"/>
                    <a:pt x="27975" y="355266"/>
                    <a:pt x="27975" y="354507"/>
                  </a:cubicBezTo>
                  <a:cubicBezTo>
                    <a:pt x="27238" y="354507"/>
                    <a:pt x="26502" y="354507"/>
                    <a:pt x="25743" y="354507"/>
                  </a:cubicBezTo>
                  <a:cubicBezTo>
                    <a:pt x="25209" y="353283"/>
                    <a:pt x="24713" y="352041"/>
                    <a:pt x="24254" y="350787"/>
                  </a:cubicBezTo>
                  <a:cubicBezTo>
                    <a:pt x="23763" y="350541"/>
                    <a:pt x="23272" y="350296"/>
                    <a:pt x="22766" y="350043"/>
                  </a:cubicBezTo>
                  <a:cubicBezTo>
                    <a:pt x="22270" y="348802"/>
                    <a:pt x="21774" y="347562"/>
                    <a:pt x="21278" y="346322"/>
                  </a:cubicBezTo>
                  <a:cubicBezTo>
                    <a:pt x="20787" y="346076"/>
                    <a:pt x="20296" y="345831"/>
                    <a:pt x="19789" y="345578"/>
                  </a:cubicBezTo>
                  <a:cubicBezTo>
                    <a:pt x="19682" y="344994"/>
                    <a:pt x="19575" y="344411"/>
                    <a:pt x="19464" y="343810"/>
                  </a:cubicBezTo>
                  <a:cubicBezTo>
                    <a:pt x="18998" y="341634"/>
                    <a:pt x="18408" y="341081"/>
                    <a:pt x="16813" y="339625"/>
                  </a:cubicBezTo>
                  <a:cubicBezTo>
                    <a:pt x="16813" y="339133"/>
                    <a:pt x="16813" y="338642"/>
                    <a:pt x="16813" y="338136"/>
                  </a:cubicBezTo>
                  <a:cubicBezTo>
                    <a:pt x="16076" y="338136"/>
                    <a:pt x="15340" y="338136"/>
                    <a:pt x="14581" y="338136"/>
                  </a:cubicBezTo>
                  <a:cubicBezTo>
                    <a:pt x="14650" y="337238"/>
                    <a:pt x="14650" y="337238"/>
                    <a:pt x="14720" y="336322"/>
                  </a:cubicBezTo>
                  <a:cubicBezTo>
                    <a:pt x="14674" y="335693"/>
                    <a:pt x="14628" y="335064"/>
                    <a:pt x="14581" y="334416"/>
                  </a:cubicBezTo>
                  <a:cubicBezTo>
                    <a:pt x="13844" y="334170"/>
                    <a:pt x="13107" y="333924"/>
                    <a:pt x="12348" y="333671"/>
                  </a:cubicBezTo>
                  <a:cubicBezTo>
                    <a:pt x="12225" y="333165"/>
                    <a:pt x="12103" y="332659"/>
                    <a:pt x="11976" y="332137"/>
                  </a:cubicBezTo>
                  <a:cubicBezTo>
                    <a:pt x="11853" y="331661"/>
                    <a:pt x="11730" y="331185"/>
                    <a:pt x="11604" y="330695"/>
                  </a:cubicBezTo>
                  <a:cubicBezTo>
                    <a:pt x="10867" y="330695"/>
                    <a:pt x="10131" y="330695"/>
                    <a:pt x="9372" y="330695"/>
                  </a:cubicBezTo>
                  <a:cubicBezTo>
                    <a:pt x="8581" y="329253"/>
                    <a:pt x="8581" y="329253"/>
                    <a:pt x="7883" y="327718"/>
                  </a:cubicBezTo>
                  <a:cubicBezTo>
                    <a:pt x="7392" y="327473"/>
                    <a:pt x="6901" y="327227"/>
                    <a:pt x="6395" y="326974"/>
                  </a:cubicBezTo>
                  <a:cubicBezTo>
                    <a:pt x="6027" y="325869"/>
                    <a:pt x="6027" y="325869"/>
                    <a:pt x="5651" y="324742"/>
                  </a:cubicBezTo>
                  <a:cubicBezTo>
                    <a:pt x="5160" y="324496"/>
                    <a:pt x="4669" y="324251"/>
                    <a:pt x="4163" y="323998"/>
                  </a:cubicBezTo>
                  <a:cubicBezTo>
                    <a:pt x="3932" y="323506"/>
                    <a:pt x="3702" y="323015"/>
                    <a:pt x="3465" y="322509"/>
                  </a:cubicBezTo>
                  <a:cubicBezTo>
                    <a:pt x="2757" y="320764"/>
                    <a:pt x="2757" y="320764"/>
                    <a:pt x="442" y="320277"/>
                  </a:cubicBezTo>
                  <a:cubicBezTo>
                    <a:pt x="93" y="318303"/>
                    <a:pt x="93" y="318303"/>
                    <a:pt x="70" y="315859"/>
                  </a:cubicBezTo>
                  <a:cubicBezTo>
                    <a:pt x="47" y="315054"/>
                    <a:pt x="24" y="314249"/>
                    <a:pt x="0" y="313420"/>
                  </a:cubicBezTo>
                  <a:cubicBezTo>
                    <a:pt x="146" y="312736"/>
                    <a:pt x="292" y="312052"/>
                    <a:pt x="442" y="311347"/>
                  </a:cubicBezTo>
                  <a:cubicBezTo>
                    <a:pt x="2279" y="310461"/>
                    <a:pt x="2279" y="310461"/>
                    <a:pt x="4163" y="309859"/>
                  </a:cubicBezTo>
                  <a:cubicBezTo>
                    <a:pt x="4408" y="309122"/>
                    <a:pt x="4654" y="308386"/>
                    <a:pt x="4907" y="307627"/>
                  </a:cubicBezTo>
                  <a:cubicBezTo>
                    <a:pt x="5521" y="307519"/>
                    <a:pt x="6135" y="307412"/>
                    <a:pt x="6767" y="307301"/>
                  </a:cubicBezTo>
                  <a:cubicBezTo>
                    <a:pt x="7381" y="307163"/>
                    <a:pt x="7995" y="307025"/>
                    <a:pt x="8627" y="306882"/>
                  </a:cubicBezTo>
                  <a:cubicBezTo>
                    <a:pt x="9120" y="305409"/>
                    <a:pt x="9120" y="305409"/>
                    <a:pt x="9372" y="303906"/>
                  </a:cubicBezTo>
                  <a:cubicBezTo>
                    <a:pt x="10108" y="303660"/>
                    <a:pt x="10845" y="303415"/>
                    <a:pt x="11604" y="303162"/>
                  </a:cubicBezTo>
                  <a:cubicBezTo>
                    <a:pt x="11850" y="302425"/>
                    <a:pt x="12095" y="301688"/>
                    <a:pt x="12348" y="300929"/>
                  </a:cubicBezTo>
                  <a:cubicBezTo>
                    <a:pt x="13334" y="300420"/>
                    <a:pt x="14326" y="299925"/>
                    <a:pt x="15325" y="299441"/>
                  </a:cubicBezTo>
                  <a:cubicBezTo>
                    <a:pt x="15816" y="298704"/>
                    <a:pt x="16307" y="297968"/>
                    <a:pt x="16813" y="297209"/>
                  </a:cubicBezTo>
                  <a:cubicBezTo>
                    <a:pt x="17550" y="296963"/>
                    <a:pt x="18286" y="296717"/>
                    <a:pt x="19045" y="296464"/>
                  </a:cubicBezTo>
                  <a:cubicBezTo>
                    <a:pt x="19153" y="295958"/>
                    <a:pt x="19260" y="295451"/>
                    <a:pt x="19371" y="294930"/>
                  </a:cubicBezTo>
                  <a:cubicBezTo>
                    <a:pt x="19509" y="294454"/>
                    <a:pt x="19647" y="293978"/>
                    <a:pt x="19789" y="293488"/>
                  </a:cubicBezTo>
                  <a:cubicBezTo>
                    <a:pt x="20772" y="293488"/>
                    <a:pt x="21754" y="293488"/>
                    <a:pt x="22766" y="293488"/>
                  </a:cubicBezTo>
                  <a:cubicBezTo>
                    <a:pt x="22766" y="292751"/>
                    <a:pt x="22766" y="292014"/>
                    <a:pt x="22766" y="291255"/>
                  </a:cubicBezTo>
                  <a:cubicBezTo>
                    <a:pt x="23242" y="291148"/>
                    <a:pt x="23718" y="291041"/>
                    <a:pt x="24208" y="290930"/>
                  </a:cubicBezTo>
                  <a:cubicBezTo>
                    <a:pt x="24714" y="290792"/>
                    <a:pt x="25221" y="290654"/>
                    <a:pt x="25743" y="290511"/>
                  </a:cubicBezTo>
                  <a:cubicBezTo>
                    <a:pt x="26235" y="289038"/>
                    <a:pt x="26235" y="289038"/>
                    <a:pt x="26487" y="287535"/>
                  </a:cubicBezTo>
                  <a:cubicBezTo>
                    <a:pt x="26978" y="287289"/>
                    <a:pt x="27469" y="287044"/>
                    <a:pt x="27975" y="286791"/>
                  </a:cubicBezTo>
                  <a:cubicBezTo>
                    <a:pt x="28190" y="286315"/>
                    <a:pt x="28405" y="285839"/>
                    <a:pt x="28626" y="285349"/>
                  </a:cubicBezTo>
                  <a:cubicBezTo>
                    <a:pt x="29652" y="283467"/>
                    <a:pt x="30566" y="283263"/>
                    <a:pt x="32440" y="282326"/>
                  </a:cubicBezTo>
                  <a:cubicBezTo>
                    <a:pt x="32959" y="281345"/>
                    <a:pt x="33459" y="280354"/>
                    <a:pt x="33928" y="279349"/>
                  </a:cubicBezTo>
                  <a:cubicBezTo>
                    <a:pt x="34419" y="279349"/>
                    <a:pt x="34910" y="279349"/>
                    <a:pt x="35416" y="279349"/>
                  </a:cubicBezTo>
                  <a:cubicBezTo>
                    <a:pt x="35524" y="278858"/>
                    <a:pt x="35631" y="278367"/>
                    <a:pt x="35742" y="277861"/>
                  </a:cubicBezTo>
                  <a:cubicBezTo>
                    <a:pt x="35880" y="277370"/>
                    <a:pt x="36018" y="276879"/>
                    <a:pt x="36161" y="276373"/>
                  </a:cubicBezTo>
                  <a:cubicBezTo>
                    <a:pt x="36897" y="276373"/>
                    <a:pt x="37634" y="276373"/>
                    <a:pt x="38393" y="276373"/>
                  </a:cubicBezTo>
                  <a:cubicBezTo>
                    <a:pt x="38393" y="275390"/>
                    <a:pt x="38393" y="274408"/>
                    <a:pt x="38393" y="273396"/>
                  </a:cubicBezTo>
                  <a:cubicBezTo>
                    <a:pt x="39375" y="273396"/>
                    <a:pt x="40358" y="273396"/>
                    <a:pt x="41370" y="273396"/>
                  </a:cubicBezTo>
                  <a:cubicBezTo>
                    <a:pt x="42229" y="271557"/>
                    <a:pt x="42229" y="271557"/>
                    <a:pt x="42858" y="269675"/>
                  </a:cubicBezTo>
                  <a:cubicBezTo>
                    <a:pt x="43349" y="269675"/>
                    <a:pt x="43840" y="269675"/>
                    <a:pt x="44346" y="269675"/>
                  </a:cubicBezTo>
                  <a:cubicBezTo>
                    <a:pt x="44346" y="268693"/>
                    <a:pt x="44346" y="267711"/>
                    <a:pt x="44346" y="266699"/>
                  </a:cubicBezTo>
                  <a:cubicBezTo>
                    <a:pt x="45083" y="266453"/>
                    <a:pt x="45820" y="266208"/>
                    <a:pt x="46579" y="265955"/>
                  </a:cubicBezTo>
                  <a:cubicBezTo>
                    <a:pt x="46701" y="265464"/>
                    <a:pt x="46824" y="264972"/>
                    <a:pt x="46951" y="264466"/>
                  </a:cubicBezTo>
                  <a:cubicBezTo>
                    <a:pt x="47073" y="263975"/>
                    <a:pt x="47196" y="263484"/>
                    <a:pt x="47323" y="262978"/>
                  </a:cubicBezTo>
                  <a:cubicBezTo>
                    <a:pt x="48059" y="262733"/>
                    <a:pt x="48796" y="262487"/>
                    <a:pt x="49555" y="262234"/>
                  </a:cubicBezTo>
                  <a:cubicBezTo>
                    <a:pt x="49801" y="261497"/>
                    <a:pt x="50046" y="260761"/>
                    <a:pt x="50299" y="260002"/>
                  </a:cubicBezTo>
                  <a:cubicBezTo>
                    <a:pt x="50790" y="259756"/>
                    <a:pt x="51282" y="259510"/>
                    <a:pt x="51788" y="259257"/>
                  </a:cubicBezTo>
                  <a:cubicBezTo>
                    <a:pt x="51895" y="258766"/>
                    <a:pt x="52002" y="258275"/>
                    <a:pt x="52113" y="257769"/>
                  </a:cubicBezTo>
                  <a:cubicBezTo>
                    <a:pt x="52251" y="257278"/>
                    <a:pt x="52389" y="256787"/>
                    <a:pt x="52532" y="256281"/>
                  </a:cubicBezTo>
                  <a:cubicBezTo>
                    <a:pt x="53268" y="256035"/>
                    <a:pt x="54005" y="255790"/>
                    <a:pt x="54764" y="255537"/>
                  </a:cubicBezTo>
                  <a:cubicBezTo>
                    <a:pt x="54872" y="254969"/>
                    <a:pt x="54979" y="254401"/>
                    <a:pt x="55090" y="253816"/>
                  </a:cubicBezTo>
                  <a:cubicBezTo>
                    <a:pt x="55611" y="251326"/>
                    <a:pt x="56542" y="250429"/>
                    <a:pt x="58485" y="248839"/>
                  </a:cubicBezTo>
                  <a:cubicBezTo>
                    <a:pt x="58976" y="248839"/>
                    <a:pt x="59467" y="248839"/>
                    <a:pt x="59973" y="248839"/>
                  </a:cubicBezTo>
                  <a:cubicBezTo>
                    <a:pt x="60173" y="248057"/>
                    <a:pt x="60372" y="247274"/>
                    <a:pt x="60578" y="246467"/>
                  </a:cubicBezTo>
                  <a:cubicBezTo>
                    <a:pt x="61575" y="243267"/>
                    <a:pt x="62762" y="242152"/>
                    <a:pt x="65182" y="239910"/>
                  </a:cubicBezTo>
                  <a:cubicBezTo>
                    <a:pt x="65596" y="239219"/>
                    <a:pt x="66011" y="238528"/>
                    <a:pt x="66438" y="237817"/>
                  </a:cubicBezTo>
                  <a:cubicBezTo>
                    <a:pt x="66921" y="237011"/>
                    <a:pt x="66921" y="237011"/>
                    <a:pt x="67414" y="236189"/>
                  </a:cubicBezTo>
                  <a:cubicBezTo>
                    <a:pt x="67906" y="236189"/>
                    <a:pt x="68397" y="236189"/>
                    <a:pt x="68903" y="236189"/>
                  </a:cubicBezTo>
                  <a:cubicBezTo>
                    <a:pt x="69157" y="234950"/>
                    <a:pt x="69405" y="233710"/>
                    <a:pt x="69647" y="232468"/>
                  </a:cubicBezTo>
                  <a:cubicBezTo>
                    <a:pt x="70138" y="232223"/>
                    <a:pt x="70629" y="231977"/>
                    <a:pt x="71135" y="231724"/>
                  </a:cubicBezTo>
                  <a:cubicBezTo>
                    <a:pt x="71258" y="231110"/>
                    <a:pt x="71381" y="230496"/>
                    <a:pt x="71507" y="229864"/>
                  </a:cubicBezTo>
                  <a:cubicBezTo>
                    <a:pt x="71630" y="229250"/>
                    <a:pt x="71753" y="228636"/>
                    <a:pt x="71879" y="228003"/>
                  </a:cubicBezTo>
                  <a:cubicBezTo>
                    <a:pt x="72370" y="227758"/>
                    <a:pt x="72862" y="227512"/>
                    <a:pt x="73368" y="227259"/>
                  </a:cubicBezTo>
                  <a:cubicBezTo>
                    <a:pt x="73736" y="226507"/>
                    <a:pt x="74104" y="225755"/>
                    <a:pt x="74484" y="224980"/>
                  </a:cubicBezTo>
                  <a:cubicBezTo>
                    <a:pt x="75036" y="223898"/>
                    <a:pt x="75036" y="223898"/>
                    <a:pt x="75600" y="222795"/>
                  </a:cubicBezTo>
                  <a:cubicBezTo>
                    <a:pt x="76091" y="222795"/>
                    <a:pt x="76582" y="222795"/>
                    <a:pt x="77088" y="222795"/>
                  </a:cubicBezTo>
                  <a:cubicBezTo>
                    <a:pt x="77457" y="221874"/>
                    <a:pt x="77457" y="221874"/>
                    <a:pt x="77832" y="220934"/>
                  </a:cubicBezTo>
                  <a:cubicBezTo>
                    <a:pt x="78201" y="220013"/>
                    <a:pt x="78201" y="220013"/>
                    <a:pt x="78577" y="219074"/>
                  </a:cubicBezTo>
                  <a:cubicBezTo>
                    <a:pt x="79068" y="219074"/>
                    <a:pt x="79559" y="219074"/>
                    <a:pt x="80065" y="219074"/>
                  </a:cubicBezTo>
                  <a:cubicBezTo>
                    <a:pt x="80065" y="217600"/>
                    <a:pt x="80065" y="216127"/>
                    <a:pt x="80065" y="214609"/>
                  </a:cubicBezTo>
                  <a:cubicBezTo>
                    <a:pt x="80556" y="214609"/>
                    <a:pt x="81047" y="214609"/>
                    <a:pt x="81553" y="214609"/>
                  </a:cubicBezTo>
                  <a:cubicBezTo>
                    <a:pt x="82059" y="213124"/>
                    <a:pt x="82554" y="211635"/>
                    <a:pt x="83041" y="210144"/>
                  </a:cubicBezTo>
                  <a:cubicBezTo>
                    <a:pt x="83533" y="209899"/>
                    <a:pt x="84024" y="209653"/>
                    <a:pt x="84530" y="209400"/>
                  </a:cubicBezTo>
                  <a:cubicBezTo>
                    <a:pt x="85837" y="207012"/>
                    <a:pt x="86910" y="204573"/>
                    <a:pt x="87925" y="202052"/>
                  </a:cubicBezTo>
                  <a:cubicBezTo>
                    <a:pt x="88278" y="201284"/>
                    <a:pt x="88631" y="200517"/>
                    <a:pt x="88995" y="199726"/>
                  </a:cubicBezTo>
                  <a:cubicBezTo>
                    <a:pt x="89486" y="199726"/>
                    <a:pt x="89977" y="199726"/>
                    <a:pt x="90483" y="199726"/>
                  </a:cubicBezTo>
                  <a:cubicBezTo>
                    <a:pt x="90575" y="199005"/>
                    <a:pt x="90667" y="198283"/>
                    <a:pt x="90762" y="197540"/>
                  </a:cubicBezTo>
                  <a:cubicBezTo>
                    <a:pt x="90915" y="196788"/>
                    <a:pt x="91069" y="196036"/>
                    <a:pt x="91227" y="195261"/>
                  </a:cubicBezTo>
                  <a:cubicBezTo>
                    <a:pt x="91718" y="195016"/>
                    <a:pt x="92209" y="194770"/>
                    <a:pt x="92715" y="194517"/>
                  </a:cubicBezTo>
                  <a:cubicBezTo>
                    <a:pt x="92823" y="193796"/>
                    <a:pt x="92930" y="193074"/>
                    <a:pt x="93041" y="192331"/>
                  </a:cubicBezTo>
                  <a:cubicBezTo>
                    <a:pt x="93248" y="191203"/>
                    <a:pt x="93248" y="191203"/>
                    <a:pt x="93459" y="190052"/>
                  </a:cubicBezTo>
                  <a:cubicBezTo>
                    <a:pt x="94196" y="189561"/>
                    <a:pt x="94933" y="189070"/>
                    <a:pt x="95692" y="188564"/>
                  </a:cubicBezTo>
                  <a:cubicBezTo>
                    <a:pt x="95815" y="187919"/>
                    <a:pt x="95937" y="187275"/>
                    <a:pt x="96064" y="186611"/>
                  </a:cubicBezTo>
                  <a:cubicBezTo>
                    <a:pt x="96187" y="186027"/>
                    <a:pt x="96309" y="185444"/>
                    <a:pt x="96436" y="184843"/>
                  </a:cubicBezTo>
                  <a:cubicBezTo>
                    <a:pt x="97173" y="184843"/>
                    <a:pt x="97909" y="184843"/>
                    <a:pt x="98668" y="184843"/>
                  </a:cubicBezTo>
                  <a:cubicBezTo>
                    <a:pt x="98807" y="183393"/>
                    <a:pt x="98807" y="183393"/>
                    <a:pt x="98947" y="181913"/>
                  </a:cubicBezTo>
                  <a:cubicBezTo>
                    <a:pt x="99104" y="180265"/>
                    <a:pt x="99104" y="180265"/>
                    <a:pt x="99413" y="178890"/>
                  </a:cubicBezTo>
                  <a:cubicBezTo>
                    <a:pt x="99904" y="178645"/>
                    <a:pt x="100395" y="178399"/>
                    <a:pt x="100901" y="178146"/>
                  </a:cubicBezTo>
                  <a:cubicBezTo>
                    <a:pt x="101390" y="175892"/>
                    <a:pt x="101390" y="175892"/>
                    <a:pt x="101645" y="173681"/>
                  </a:cubicBezTo>
                  <a:cubicBezTo>
                    <a:pt x="102382" y="173681"/>
                    <a:pt x="103118" y="173681"/>
                    <a:pt x="103877" y="173681"/>
                  </a:cubicBezTo>
                  <a:cubicBezTo>
                    <a:pt x="104123" y="171717"/>
                    <a:pt x="104369" y="169752"/>
                    <a:pt x="104622" y="167728"/>
                  </a:cubicBezTo>
                  <a:cubicBezTo>
                    <a:pt x="105358" y="167728"/>
                    <a:pt x="106095" y="167728"/>
                    <a:pt x="106854" y="167728"/>
                  </a:cubicBezTo>
                  <a:cubicBezTo>
                    <a:pt x="106969" y="166462"/>
                    <a:pt x="106969" y="166462"/>
                    <a:pt x="107086" y="165170"/>
                  </a:cubicBezTo>
                  <a:cubicBezTo>
                    <a:pt x="107340" y="163858"/>
                    <a:pt x="107340" y="163858"/>
                    <a:pt x="107598" y="162519"/>
                  </a:cubicBezTo>
                  <a:cubicBezTo>
                    <a:pt x="108335" y="162274"/>
                    <a:pt x="109071" y="162028"/>
                    <a:pt x="109831" y="161775"/>
                  </a:cubicBezTo>
                  <a:cubicBezTo>
                    <a:pt x="110017" y="160210"/>
                    <a:pt x="110017" y="160210"/>
                    <a:pt x="109831" y="158426"/>
                  </a:cubicBezTo>
                  <a:cubicBezTo>
                    <a:pt x="109691" y="156589"/>
                    <a:pt x="109691" y="156589"/>
                    <a:pt x="109831" y="155078"/>
                  </a:cubicBezTo>
                  <a:cubicBezTo>
                    <a:pt x="110567" y="154832"/>
                    <a:pt x="111304" y="154587"/>
                    <a:pt x="112063" y="154334"/>
                  </a:cubicBezTo>
                  <a:cubicBezTo>
                    <a:pt x="112614" y="152084"/>
                    <a:pt x="112614" y="152084"/>
                    <a:pt x="112807" y="149869"/>
                  </a:cubicBezTo>
                  <a:cubicBezTo>
                    <a:pt x="113544" y="149869"/>
                    <a:pt x="114280" y="149869"/>
                    <a:pt x="115039" y="149869"/>
                  </a:cubicBezTo>
                  <a:cubicBezTo>
                    <a:pt x="114794" y="148641"/>
                    <a:pt x="114548" y="147413"/>
                    <a:pt x="114295" y="146148"/>
                  </a:cubicBezTo>
                  <a:cubicBezTo>
                    <a:pt x="114050" y="146394"/>
                    <a:pt x="113804" y="146639"/>
                    <a:pt x="113551" y="146892"/>
                  </a:cubicBezTo>
                  <a:cubicBezTo>
                    <a:pt x="112282" y="146965"/>
                    <a:pt x="111009" y="146986"/>
                    <a:pt x="109738" y="146987"/>
                  </a:cubicBezTo>
                  <a:cubicBezTo>
                    <a:pt x="108911" y="146989"/>
                    <a:pt x="108085" y="146991"/>
                    <a:pt x="107233" y="146993"/>
                  </a:cubicBezTo>
                  <a:cubicBezTo>
                    <a:pt x="106319" y="146992"/>
                    <a:pt x="105404" y="146990"/>
                    <a:pt x="104462" y="146988"/>
                  </a:cubicBezTo>
                  <a:cubicBezTo>
                    <a:pt x="103505" y="146990"/>
                    <a:pt x="102548" y="146991"/>
                    <a:pt x="101562" y="146992"/>
                  </a:cubicBezTo>
                  <a:cubicBezTo>
                    <a:pt x="98930" y="146996"/>
                    <a:pt x="96298" y="146994"/>
                    <a:pt x="93665" y="146992"/>
                  </a:cubicBezTo>
                  <a:cubicBezTo>
                    <a:pt x="90917" y="146990"/>
                    <a:pt x="88168" y="146992"/>
                    <a:pt x="85419" y="146993"/>
                  </a:cubicBezTo>
                  <a:cubicBezTo>
                    <a:pt x="80803" y="146995"/>
                    <a:pt x="76186" y="146993"/>
                    <a:pt x="71569" y="146989"/>
                  </a:cubicBezTo>
                  <a:cubicBezTo>
                    <a:pt x="66224" y="146985"/>
                    <a:pt x="60879" y="146986"/>
                    <a:pt x="55534" y="146991"/>
                  </a:cubicBezTo>
                  <a:cubicBezTo>
                    <a:pt x="50953" y="146994"/>
                    <a:pt x="46372" y="146994"/>
                    <a:pt x="41791" y="146992"/>
                  </a:cubicBezTo>
                  <a:cubicBezTo>
                    <a:pt x="39051" y="146991"/>
                    <a:pt x="36311" y="146991"/>
                    <a:pt x="33572" y="146994"/>
                  </a:cubicBezTo>
                  <a:cubicBezTo>
                    <a:pt x="30519" y="146996"/>
                    <a:pt x="27467" y="146993"/>
                    <a:pt x="24414" y="146988"/>
                  </a:cubicBezTo>
                  <a:cubicBezTo>
                    <a:pt x="23042" y="146991"/>
                    <a:pt x="23042" y="146991"/>
                    <a:pt x="21643" y="146993"/>
                  </a:cubicBezTo>
                  <a:cubicBezTo>
                    <a:pt x="20403" y="146990"/>
                    <a:pt x="20403" y="146990"/>
                    <a:pt x="19138" y="146987"/>
                  </a:cubicBezTo>
                  <a:cubicBezTo>
                    <a:pt x="18415" y="146986"/>
                    <a:pt x="17693" y="146986"/>
                    <a:pt x="16948" y="146986"/>
                  </a:cubicBezTo>
                  <a:cubicBezTo>
                    <a:pt x="15325" y="146892"/>
                    <a:pt x="15325" y="146892"/>
                    <a:pt x="14581" y="146148"/>
                  </a:cubicBezTo>
                  <a:cubicBezTo>
                    <a:pt x="14510" y="143837"/>
                    <a:pt x="14487" y="141543"/>
                    <a:pt x="14496" y="139233"/>
                  </a:cubicBezTo>
                  <a:cubicBezTo>
                    <a:pt x="14496" y="138507"/>
                    <a:pt x="14496" y="137781"/>
                    <a:pt x="14496" y="137033"/>
                  </a:cubicBezTo>
                  <a:cubicBezTo>
                    <a:pt x="14496" y="134621"/>
                    <a:pt x="14502" y="132209"/>
                    <a:pt x="14508" y="129797"/>
                  </a:cubicBezTo>
                  <a:cubicBezTo>
                    <a:pt x="14509" y="128130"/>
                    <a:pt x="14510" y="126463"/>
                    <a:pt x="14511" y="124795"/>
                  </a:cubicBezTo>
                  <a:cubicBezTo>
                    <a:pt x="14514" y="120397"/>
                    <a:pt x="14521" y="115999"/>
                    <a:pt x="14529" y="111601"/>
                  </a:cubicBezTo>
                  <a:cubicBezTo>
                    <a:pt x="14537" y="107117"/>
                    <a:pt x="14540" y="102633"/>
                    <a:pt x="14544" y="98150"/>
                  </a:cubicBezTo>
                  <a:cubicBezTo>
                    <a:pt x="14552" y="89344"/>
                    <a:pt x="14565" y="80539"/>
                    <a:pt x="14581" y="71734"/>
                  </a:cubicBezTo>
                  <a:cubicBezTo>
                    <a:pt x="30939" y="71717"/>
                    <a:pt x="47297" y="71703"/>
                    <a:pt x="63656" y="71695"/>
                  </a:cubicBezTo>
                  <a:cubicBezTo>
                    <a:pt x="71251" y="71692"/>
                    <a:pt x="78846" y="71686"/>
                    <a:pt x="86441" y="71678"/>
                  </a:cubicBezTo>
                  <a:cubicBezTo>
                    <a:pt x="93060" y="71670"/>
                    <a:pt x="99678" y="71666"/>
                    <a:pt x="106297" y="71664"/>
                  </a:cubicBezTo>
                  <a:cubicBezTo>
                    <a:pt x="109802" y="71663"/>
                    <a:pt x="113308" y="71661"/>
                    <a:pt x="116814" y="71655"/>
                  </a:cubicBezTo>
                  <a:cubicBezTo>
                    <a:pt x="120112" y="71650"/>
                    <a:pt x="123409" y="71649"/>
                    <a:pt x="126707" y="71650"/>
                  </a:cubicBezTo>
                  <a:cubicBezTo>
                    <a:pt x="127919" y="71650"/>
                    <a:pt x="129131" y="71648"/>
                    <a:pt x="130343" y="71645"/>
                  </a:cubicBezTo>
                  <a:cubicBezTo>
                    <a:pt x="131995" y="71642"/>
                    <a:pt x="133646" y="71642"/>
                    <a:pt x="135297" y="71644"/>
                  </a:cubicBezTo>
                  <a:cubicBezTo>
                    <a:pt x="136685" y="71643"/>
                    <a:pt x="136685" y="71643"/>
                    <a:pt x="138102" y="71642"/>
                  </a:cubicBezTo>
                  <a:cubicBezTo>
                    <a:pt x="140340" y="71734"/>
                    <a:pt x="140340" y="71734"/>
                    <a:pt x="142573" y="72478"/>
                  </a:cubicBezTo>
                  <a:cubicBezTo>
                    <a:pt x="142573" y="70268"/>
                    <a:pt x="142573" y="68058"/>
                    <a:pt x="142573" y="65781"/>
                  </a:cubicBezTo>
                  <a:cubicBezTo>
                    <a:pt x="143555" y="65781"/>
                    <a:pt x="144537" y="65781"/>
                    <a:pt x="145549" y="65781"/>
                  </a:cubicBezTo>
                  <a:cubicBezTo>
                    <a:pt x="145549" y="62834"/>
                    <a:pt x="145549" y="59887"/>
                    <a:pt x="145549" y="56851"/>
                  </a:cubicBezTo>
                  <a:cubicBezTo>
                    <a:pt x="146286" y="56851"/>
                    <a:pt x="147023" y="56851"/>
                    <a:pt x="147782" y="56851"/>
                  </a:cubicBezTo>
                  <a:cubicBezTo>
                    <a:pt x="147836" y="55736"/>
                    <a:pt x="147836" y="55736"/>
                    <a:pt x="147892" y="54598"/>
                  </a:cubicBezTo>
                  <a:cubicBezTo>
                    <a:pt x="147948" y="53638"/>
                    <a:pt x="148003" y="52678"/>
                    <a:pt x="148061" y="51689"/>
                  </a:cubicBezTo>
                  <a:cubicBezTo>
                    <a:pt x="148138" y="50251"/>
                    <a:pt x="148138" y="50251"/>
                    <a:pt x="148218" y="48785"/>
                  </a:cubicBezTo>
                  <a:cubicBezTo>
                    <a:pt x="148319" y="48009"/>
                    <a:pt x="148421" y="47233"/>
                    <a:pt x="148526" y="46433"/>
                  </a:cubicBezTo>
                  <a:cubicBezTo>
                    <a:pt x="149017" y="46188"/>
                    <a:pt x="149508" y="45942"/>
                    <a:pt x="150014" y="45689"/>
                  </a:cubicBezTo>
                  <a:cubicBezTo>
                    <a:pt x="150280" y="43185"/>
                    <a:pt x="150345" y="40695"/>
                    <a:pt x="150430" y="38178"/>
                  </a:cubicBezTo>
                  <a:cubicBezTo>
                    <a:pt x="150592" y="37107"/>
                    <a:pt x="150592" y="37107"/>
                    <a:pt x="150758" y="36015"/>
                  </a:cubicBezTo>
                  <a:cubicBezTo>
                    <a:pt x="151495" y="35770"/>
                    <a:pt x="152232" y="35524"/>
                    <a:pt x="152991" y="35271"/>
                  </a:cubicBezTo>
                  <a:cubicBezTo>
                    <a:pt x="153345" y="32860"/>
                    <a:pt x="153345" y="32860"/>
                    <a:pt x="153363" y="30062"/>
                  </a:cubicBezTo>
                  <a:cubicBezTo>
                    <a:pt x="153433" y="27179"/>
                    <a:pt x="153433" y="27179"/>
                    <a:pt x="153735" y="24853"/>
                  </a:cubicBezTo>
                  <a:cubicBezTo>
                    <a:pt x="154472" y="24608"/>
                    <a:pt x="155208" y="24362"/>
                    <a:pt x="155967" y="24109"/>
                  </a:cubicBezTo>
                  <a:cubicBezTo>
                    <a:pt x="156351" y="21699"/>
                    <a:pt x="156351" y="21699"/>
                    <a:pt x="156386" y="18900"/>
                  </a:cubicBezTo>
                  <a:cubicBezTo>
                    <a:pt x="156444" y="17161"/>
                    <a:pt x="156540" y="15422"/>
                    <a:pt x="156711" y="13691"/>
                  </a:cubicBezTo>
                  <a:cubicBezTo>
                    <a:pt x="157448" y="13323"/>
                    <a:pt x="157448" y="13323"/>
                    <a:pt x="158200" y="12947"/>
                  </a:cubicBezTo>
                  <a:cubicBezTo>
                    <a:pt x="158522" y="10584"/>
                    <a:pt x="158522" y="10584"/>
                    <a:pt x="158618" y="7831"/>
                  </a:cubicBezTo>
                  <a:cubicBezTo>
                    <a:pt x="158875" y="2737"/>
                    <a:pt x="158875" y="2737"/>
                    <a:pt x="159688" y="296"/>
                  </a:cubicBezTo>
                  <a:cubicBezTo>
                    <a:pt x="161037" y="0"/>
                    <a:pt x="161037" y="0"/>
                    <a:pt x="162664" y="17"/>
                  </a:cubicBezTo>
                  <a:cubicBezTo>
                    <a:pt x="163202" y="12"/>
                    <a:pt x="163739" y="6"/>
                    <a:pt x="164292" y="0"/>
                  </a:cubicBezTo>
                  <a:close/>
                </a:path>
              </a:pathLst>
            </a:custGeom>
            <a:grpFill/>
            <a:ln w="744" cap="flat">
              <a:noFill/>
              <a:prstDash val="solid"/>
              <a:miter/>
            </a:ln>
          </p:spPr>
          <p:txBody>
            <a:bodyPr rtlCol="0" anchor="ctr"/>
            <a:lstStyle/>
            <a:p>
              <a:endParaRPr lang="zh-CN" altLang="en-US"/>
            </a:p>
          </p:txBody>
        </p:sp>
        <p:sp>
          <p:nvSpPr>
            <p:cNvPr id="86" name="任意多边形: 形状 85"/>
            <p:cNvSpPr/>
            <p:nvPr/>
          </p:nvSpPr>
          <p:spPr>
            <a:xfrm>
              <a:off x="2357134" y="609616"/>
              <a:ext cx="287367" cy="1012154"/>
            </a:xfrm>
            <a:custGeom>
              <a:avLst/>
              <a:gdLst>
                <a:gd name="connsiteX0" fmla="*/ 40550 w 287367"/>
                <a:gd name="connsiteY0" fmla="*/ 936 h 1012154"/>
                <a:gd name="connsiteX1" fmla="*/ 44610 w 287367"/>
                <a:gd name="connsiteY1" fmla="*/ 476 h 1012154"/>
                <a:gd name="connsiteX2" fmla="*/ 47240 w 287367"/>
                <a:gd name="connsiteY2" fmla="*/ 452 h 1012154"/>
                <a:gd name="connsiteX3" fmla="*/ 50154 w 287367"/>
                <a:gd name="connsiteY3" fmla="*/ 483 h 1012154"/>
                <a:gd name="connsiteX4" fmla="*/ 53231 w 287367"/>
                <a:gd name="connsiteY4" fmla="*/ 472 h 1012154"/>
                <a:gd name="connsiteX5" fmla="*/ 61713 w 287367"/>
                <a:gd name="connsiteY5" fmla="*/ 493 h 1012154"/>
                <a:gd name="connsiteX6" fmla="*/ 70850 w 287367"/>
                <a:gd name="connsiteY6" fmla="*/ 496 h 1012154"/>
                <a:gd name="connsiteX7" fmla="*/ 88760 w 287367"/>
                <a:gd name="connsiteY7" fmla="*/ 527 h 1012154"/>
                <a:gd name="connsiteX8" fmla="*/ 109599 w 287367"/>
                <a:gd name="connsiteY8" fmla="*/ 556 h 1012154"/>
                <a:gd name="connsiteX9" fmla="*/ 146769 w 287367"/>
                <a:gd name="connsiteY9" fmla="*/ 614 h 1012154"/>
                <a:gd name="connsiteX10" fmla="*/ 182873 w 287367"/>
                <a:gd name="connsiteY10" fmla="*/ 675 h 1012154"/>
                <a:gd name="connsiteX11" fmla="*/ 185119 w 287367"/>
                <a:gd name="connsiteY11" fmla="*/ 677 h 1012154"/>
                <a:gd name="connsiteX12" fmla="*/ 194055 w 287367"/>
                <a:gd name="connsiteY12" fmla="*/ 683 h 1012154"/>
                <a:gd name="connsiteX13" fmla="*/ 232557 w 287367"/>
                <a:gd name="connsiteY13" fmla="*/ 729 h 1012154"/>
                <a:gd name="connsiteX14" fmla="*/ 238803 w 287367"/>
                <a:gd name="connsiteY14" fmla="*/ 738 h 1012154"/>
                <a:gd name="connsiteX15" fmla="*/ 260661 w 287367"/>
                <a:gd name="connsiteY15" fmla="*/ 779 h 1012154"/>
                <a:gd name="connsiteX16" fmla="*/ 269704 w 287367"/>
                <a:gd name="connsiteY16" fmla="*/ 797 h 1012154"/>
                <a:gd name="connsiteX17" fmla="*/ 277972 w 287367"/>
                <a:gd name="connsiteY17" fmla="*/ 817 h 1012154"/>
                <a:gd name="connsiteX18" fmla="*/ 282402 w 287367"/>
                <a:gd name="connsiteY18" fmla="*/ 822 h 1012154"/>
                <a:gd name="connsiteX19" fmla="*/ 285032 w 287367"/>
                <a:gd name="connsiteY19" fmla="*/ 834 h 1012154"/>
                <a:gd name="connsiteX20" fmla="*/ 287316 w 287367"/>
                <a:gd name="connsiteY20" fmla="*/ 839 h 1012154"/>
                <a:gd name="connsiteX21" fmla="*/ 290581 w 287367"/>
                <a:gd name="connsiteY21" fmla="*/ 1680 h 1012154"/>
                <a:gd name="connsiteX22" fmla="*/ 290770 w 287367"/>
                <a:gd name="connsiteY22" fmla="*/ 5178 h 1012154"/>
                <a:gd name="connsiteX23" fmla="*/ 290783 w 287367"/>
                <a:gd name="connsiteY23" fmla="*/ 7470 h 1012154"/>
                <a:gd name="connsiteX24" fmla="*/ 290774 w 287367"/>
                <a:gd name="connsiteY24" fmla="*/ 10006 h 1012154"/>
                <a:gd name="connsiteX25" fmla="*/ 290782 w 287367"/>
                <a:gd name="connsiteY25" fmla="*/ 12661 h 1012154"/>
                <a:gd name="connsiteX26" fmla="*/ 290781 w 287367"/>
                <a:gd name="connsiteY26" fmla="*/ 19888 h 1012154"/>
                <a:gd name="connsiteX27" fmla="*/ 290783 w 287367"/>
                <a:gd name="connsiteY27" fmla="*/ 27439 h 1012154"/>
                <a:gd name="connsiteX28" fmla="*/ 290775 w 287367"/>
                <a:gd name="connsiteY28" fmla="*/ 40124 h 1012154"/>
                <a:gd name="connsiteX29" fmla="*/ 290778 w 287367"/>
                <a:gd name="connsiteY29" fmla="*/ 54802 h 1012154"/>
                <a:gd name="connsiteX30" fmla="*/ 290782 w 287367"/>
                <a:gd name="connsiteY30" fmla="*/ 67387 h 1012154"/>
                <a:gd name="connsiteX31" fmla="*/ 290784 w 287367"/>
                <a:gd name="connsiteY31" fmla="*/ 74911 h 1012154"/>
                <a:gd name="connsiteX32" fmla="*/ 290774 w 287367"/>
                <a:gd name="connsiteY32" fmla="*/ 83298 h 1012154"/>
                <a:gd name="connsiteX33" fmla="*/ 290783 w 287367"/>
                <a:gd name="connsiteY33" fmla="*/ 85830 h 1012154"/>
                <a:gd name="connsiteX34" fmla="*/ 290770 w 287367"/>
                <a:gd name="connsiteY34" fmla="*/ 88129 h 1012154"/>
                <a:gd name="connsiteX35" fmla="*/ 290768 w 287367"/>
                <a:gd name="connsiteY35" fmla="*/ 90134 h 1012154"/>
                <a:gd name="connsiteX36" fmla="*/ 289093 w 287367"/>
                <a:gd name="connsiteY36" fmla="*/ 93209 h 1012154"/>
                <a:gd name="connsiteX37" fmla="*/ 285729 w 287367"/>
                <a:gd name="connsiteY37" fmla="*/ 93392 h 1012154"/>
                <a:gd name="connsiteX38" fmla="*/ 283571 w 287367"/>
                <a:gd name="connsiteY38" fmla="*/ 93401 h 1012154"/>
                <a:gd name="connsiteX39" fmla="*/ 281183 w 287367"/>
                <a:gd name="connsiteY39" fmla="*/ 93388 h 1012154"/>
                <a:gd name="connsiteX40" fmla="*/ 278659 w 287367"/>
                <a:gd name="connsiteY40" fmla="*/ 93392 h 1012154"/>
                <a:gd name="connsiteX41" fmla="*/ 270231 w 287367"/>
                <a:gd name="connsiteY41" fmla="*/ 93378 h 1012154"/>
                <a:gd name="connsiteX42" fmla="*/ 264211 w 287367"/>
                <a:gd name="connsiteY42" fmla="*/ 93379 h 1012154"/>
                <a:gd name="connsiteX43" fmla="*/ 251220 w 287367"/>
                <a:gd name="connsiteY43" fmla="*/ 93367 h 1012154"/>
                <a:gd name="connsiteX44" fmla="*/ 232434 w 287367"/>
                <a:gd name="connsiteY44" fmla="*/ 93349 h 1012154"/>
                <a:gd name="connsiteX45" fmla="*/ 201949 w 287367"/>
                <a:gd name="connsiteY45" fmla="*/ 93321 h 1012154"/>
                <a:gd name="connsiteX46" fmla="*/ 172342 w 287367"/>
                <a:gd name="connsiteY46" fmla="*/ 93291 h 1012154"/>
                <a:gd name="connsiteX47" fmla="*/ 170500 w 287367"/>
                <a:gd name="connsiteY47" fmla="*/ 93290 h 1012154"/>
                <a:gd name="connsiteX48" fmla="*/ 161352 w 287367"/>
                <a:gd name="connsiteY48" fmla="*/ 93284 h 1012154"/>
                <a:gd name="connsiteX49" fmla="*/ 86689 w 287367"/>
                <a:gd name="connsiteY49" fmla="*/ 93211 h 1012154"/>
                <a:gd name="connsiteX50" fmla="*/ 83710 w 287367"/>
                <a:gd name="connsiteY50" fmla="*/ 93209 h 1012154"/>
                <a:gd name="connsiteX51" fmla="*/ 83710 w 287367"/>
                <a:gd name="connsiteY51" fmla="*/ 459326 h 1012154"/>
                <a:gd name="connsiteX52" fmla="*/ 219316 w 287367"/>
                <a:gd name="connsiteY52" fmla="*/ 459259 h 1012154"/>
                <a:gd name="connsiteX53" fmla="*/ 238511 w 287367"/>
                <a:gd name="connsiteY53" fmla="*/ 459255 h 1012154"/>
                <a:gd name="connsiteX54" fmla="*/ 251386 w 287367"/>
                <a:gd name="connsiteY54" fmla="*/ 459248 h 1012154"/>
                <a:gd name="connsiteX55" fmla="*/ 266217 w 287367"/>
                <a:gd name="connsiteY55" fmla="*/ 459242 h 1012154"/>
                <a:gd name="connsiteX56" fmla="*/ 273811 w 287367"/>
                <a:gd name="connsiteY56" fmla="*/ 459238 h 1012154"/>
                <a:gd name="connsiteX57" fmla="*/ 281922 w 287367"/>
                <a:gd name="connsiteY57" fmla="*/ 459237 h 1012154"/>
                <a:gd name="connsiteX58" fmla="*/ 284345 w 287367"/>
                <a:gd name="connsiteY58" fmla="*/ 459230 h 1012154"/>
                <a:gd name="connsiteX59" fmla="*/ 286526 w 287367"/>
                <a:gd name="connsiteY59" fmla="*/ 459235 h 1012154"/>
                <a:gd name="connsiteX60" fmla="*/ 288423 w 287367"/>
                <a:gd name="connsiteY60" fmla="*/ 459234 h 1012154"/>
                <a:gd name="connsiteX61" fmla="*/ 290581 w 287367"/>
                <a:gd name="connsiteY61" fmla="*/ 460070 h 1012154"/>
                <a:gd name="connsiteX62" fmla="*/ 290581 w 287367"/>
                <a:gd name="connsiteY62" fmla="*/ 550856 h 1012154"/>
                <a:gd name="connsiteX63" fmla="*/ 82966 w 287367"/>
                <a:gd name="connsiteY63" fmla="*/ 550856 h 1012154"/>
                <a:gd name="connsiteX64" fmla="*/ 83710 w 287367"/>
                <a:gd name="connsiteY64" fmla="*/ 920693 h 1012154"/>
                <a:gd name="connsiteX65" fmla="*/ 85942 w 287367"/>
                <a:gd name="connsiteY65" fmla="*/ 919949 h 1012154"/>
                <a:gd name="connsiteX66" fmla="*/ 89344 w 287367"/>
                <a:gd name="connsiteY66" fmla="*/ 919854 h 1012154"/>
                <a:gd name="connsiteX67" fmla="*/ 91472 w 287367"/>
                <a:gd name="connsiteY67" fmla="*/ 919846 h 1012154"/>
                <a:gd name="connsiteX68" fmla="*/ 93813 w 287367"/>
                <a:gd name="connsiteY68" fmla="*/ 919850 h 1012154"/>
                <a:gd name="connsiteX69" fmla="*/ 96297 w 287367"/>
                <a:gd name="connsiteY69" fmla="*/ 919845 h 1012154"/>
                <a:gd name="connsiteX70" fmla="*/ 104580 w 287367"/>
                <a:gd name="connsiteY70" fmla="*/ 919841 h 1012154"/>
                <a:gd name="connsiteX71" fmla="*/ 110502 w 287367"/>
                <a:gd name="connsiteY71" fmla="*/ 919834 h 1012154"/>
                <a:gd name="connsiteX72" fmla="*/ 124942 w 287367"/>
                <a:gd name="connsiteY72" fmla="*/ 919825 h 1012154"/>
                <a:gd name="connsiteX73" fmla="*/ 136677 w 287367"/>
                <a:gd name="connsiteY73" fmla="*/ 919821 h 1012154"/>
                <a:gd name="connsiteX74" fmla="*/ 169936 w 287367"/>
                <a:gd name="connsiteY74" fmla="*/ 919811 h 1012154"/>
                <a:gd name="connsiteX75" fmla="*/ 171748 w 287367"/>
                <a:gd name="connsiteY75" fmla="*/ 919811 h 1012154"/>
                <a:gd name="connsiteX76" fmla="*/ 173562 w 287367"/>
                <a:gd name="connsiteY76" fmla="*/ 919811 h 1012154"/>
                <a:gd name="connsiteX77" fmla="*/ 202671 w 287367"/>
                <a:gd name="connsiteY77" fmla="*/ 919794 h 1012154"/>
                <a:gd name="connsiteX78" fmla="*/ 232547 w 287367"/>
                <a:gd name="connsiteY78" fmla="*/ 919779 h 1012154"/>
                <a:gd name="connsiteX79" fmla="*/ 249326 w 287367"/>
                <a:gd name="connsiteY79" fmla="*/ 919769 h 1012154"/>
                <a:gd name="connsiteX80" fmla="*/ 263611 w 287367"/>
                <a:gd name="connsiteY80" fmla="*/ 919766 h 1012154"/>
                <a:gd name="connsiteX81" fmla="*/ 270901 w 287367"/>
                <a:gd name="connsiteY81" fmla="*/ 919762 h 1012154"/>
                <a:gd name="connsiteX82" fmla="*/ 278800 w 287367"/>
                <a:gd name="connsiteY82" fmla="*/ 919765 h 1012154"/>
                <a:gd name="connsiteX83" fmla="*/ 281132 w 287367"/>
                <a:gd name="connsiteY83" fmla="*/ 919754 h 1012154"/>
                <a:gd name="connsiteX84" fmla="*/ 283271 w 287367"/>
                <a:gd name="connsiteY84" fmla="*/ 919764 h 1012154"/>
                <a:gd name="connsiteX85" fmla="*/ 285112 w 287367"/>
                <a:gd name="connsiteY85" fmla="*/ 919764 h 1012154"/>
                <a:gd name="connsiteX86" fmla="*/ 290581 w 287367"/>
                <a:gd name="connsiteY86" fmla="*/ 921438 h 1012154"/>
                <a:gd name="connsiteX87" fmla="*/ 291028 w 287367"/>
                <a:gd name="connsiteY87" fmla="*/ 925063 h 1012154"/>
                <a:gd name="connsiteX88" fmla="*/ 291044 w 287367"/>
                <a:gd name="connsiteY88" fmla="*/ 927384 h 1012154"/>
                <a:gd name="connsiteX89" fmla="*/ 291003 w 287367"/>
                <a:gd name="connsiteY89" fmla="*/ 929940 h 1012154"/>
                <a:gd name="connsiteX90" fmla="*/ 291005 w 287367"/>
                <a:gd name="connsiteY90" fmla="*/ 932624 h 1012154"/>
                <a:gd name="connsiteX91" fmla="*/ 290958 w 287367"/>
                <a:gd name="connsiteY91" fmla="*/ 939921 h 1012154"/>
                <a:gd name="connsiteX92" fmla="*/ 290928 w 287367"/>
                <a:gd name="connsiteY92" fmla="*/ 947542 h 1012154"/>
                <a:gd name="connsiteX93" fmla="*/ 290849 w 287367"/>
                <a:gd name="connsiteY93" fmla="*/ 961979 h 1012154"/>
                <a:gd name="connsiteX94" fmla="*/ 290768 w 287367"/>
                <a:gd name="connsiteY94" fmla="*/ 978413 h 1012154"/>
                <a:gd name="connsiteX95" fmla="*/ 290581 w 287367"/>
                <a:gd name="connsiteY95" fmla="*/ 1012223 h 1012154"/>
                <a:gd name="connsiteX96" fmla="*/ 195100 w 287367"/>
                <a:gd name="connsiteY96" fmla="*/ 1012375 h 1012154"/>
                <a:gd name="connsiteX97" fmla="*/ 183838 w 287367"/>
                <a:gd name="connsiteY97" fmla="*/ 1012386 h 1012154"/>
                <a:gd name="connsiteX98" fmla="*/ 181573 w 287367"/>
                <a:gd name="connsiteY98" fmla="*/ 1012389 h 1012154"/>
                <a:gd name="connsiteX99" fmla="*/ 145226 w 287367"/>
                <a:gd name="connsiteY99" fmla="*/ 1012452 h 1012154"/>
                <a:gd name="connsiteX100" fmla="*/ 107956 w 287367"/>
                <a:gd name="connsiteY100" fmla="*/ 1012503 h 1012154"/>
                <a:gd name="connsiteX101" fmla="*/ 84942 w 287367"/>
                <a:gd name="connsiteY101" fmla="*/ 1012544 h 1012154"/>
                <a:gd name="connsiteX102" fmla="*/ 69180 w 287367"/>
                <a:gd name="connsiteY102" fmla="*/ 1012561 h 1012154"/>
                <a:gd name="connsiteX103" fmla="*/ 60073 w 287367"/>
                <a:gd name="connsiteY103" fmla="*/ 1012578 h 1012154"/>
                <a:gd name="connsiteX104" fmla="*/ 51748 w 287367"/>
                <a:gd name="connsiteY104" fmla="*/ 1012583 h 1012154"/>
                <a:gd name="connsiteX105" fmla="*/ 47286 w 287367"/>
                <a:gd name="connsiteY105" fmla="*/ 1012607 h 1012154"/>
                <a:gd name="connsiteX106" fmla="*/ 44638 w 287367"/>
                <a:gd name="connsiteY106" fmla="*/ 1012589 h 1012154"/>
                <a:gd name="connsiteX107" fmla="*/ 42338 w 287367"/>
                <a:gd name="connsiteY107" fmla="*/ 1012592 h 1012154"/>
                <a:gd name="connsiteX108" fmla="*/ 40550 w 287367"/>
                <a:gd name="connsiteY108" fmla="*/ 1012223 h 1012154"/>
                <a:gd name="connsiteX109" fmla="*/ 39061 w 287367"/>
                <a:gd name="connsiteY109" fmla="*/ 1009246 h 1012154"/>
                <a:gd name="connsiteX110" fmla="*/ 36829 w 287367"/>
                <a:gd name="connsiteY110" fmla="*/ 1007014 h 1012154"/>
                <a:gd name="connsiteX111" fmla="*/ 33852 w 287367"/>
                <a:gd name="connsiteY111" fmla="*/ 1002549 h 1012154"/>
                <a:gd name="connsiteX112" fmla="*/ 31620 w 287367"/>
                <a:gd name="connsiteY112" fmla="*/ 1001805 h 1012154"/>
                <a:gd name="connsiteX113" fmla="*/ 30876 w 287367"/>
                <a:gd name="connsiteY113" fmla="*/ 999572 h 1012154"/>
                <a:gd name="connsiteX114" fmla="*/ 28644 w 287367"/>
                <a:gd name="connsiteY114" fmla="*/ 998828 h 1012154"/>
                <a:gd name="connsiteX115" fmla="*/ 27899 w 287367"/>
                <a:gd name="connsiteY115" fmla="*/ 995852 h 1012154"/>
                <a:gd name="connsiteX116" fmla="*/ 25667 w 287367"/>
                <a:gd name="connsiteY116" fmla="*/ 994363 h 1012154"/>
                <a:gd name="connsiteX117" fmla="*/ 25667 w 287367"/>
                <a:gd name="connsiteY117" fmla="*/ 992131 h 1012154"/>
                <a:gd name="connsiteX118" fmla="*/ 22690 w 287367"/>
                <a:gd name="connsiteY118" fmla="*/ 992131 h 1012154"/>
                <a:gd name="connsiteX119" fmla="*/ 21946 w 287367"/>
                <a:gd name="connsiteY119" fmla="*/ 989154 h 1012154"/>
                <a:gd name="connsiteX120" fmla="*/ 20458 w 287367"/>
                <a:gd name="connsiteY120" fmla="*/ 989154 h 1012154"/>
                <a:gd name="connsiteX121" fmla="*/ 19853 w 287367"/>
                <a:gd name="connsiteY121" fmla="*/ 987899 h 1012154"/>
                <a:gd name="connsiteX122" fmla="*/ 13714 w 287367"/>
                <a:gd name="connsiteY122" fmla="*/ 981015 h 1012154"/>
                <a:gd name="connsiteX123" fmla="*/ 10738 w 287367"/>
                <a:gd name="connsiteY123" fmla="*/ 977155 h 1012154"/>
                <a:gd name="connsiteX124" fmla="*/ 7063 w 287367"/>
                <a:gd name="connsiteY124" fmla="*/ 973527 h 1012154"/>
                <a:gd name="connsiteX125" fmla="*/ 7063 w 287367"/>
                <a:gd name="connsiteY125" fmla="*/ 971295 h 1012154"/>
                <a:gd name="connsiteX126" fmla="*/ 5598 w 287367"/>
                <a:gd name="connsiteY126" fmla="*/ 971161 h 1012154"/>
                <a:gd name="connsiteX127" fmla="*/ 4087 w 287367"/>
                <a:gd name="connsiteY127" fmla="*/ 970551 h 1012154"/>
                <a:gd name="connsiteX128" fmla="*/ 3714 w 287367"/>
                <a:gd name="connsiteY128" fmla="*/ 964510 h 1012154"/>
                <a:gd name="connsiteX129" fmla="*/ 3701 w 287367"/>
                <a:gd name="connsiteY129" fmla="*/ 962555 h 1012154"/>
                <a:gd name="connsiteX130" fmla="*/ 3712 w 287367"/>
                <a:gd name="connsiteY130" fmla="*/ 955971 h 1012154"/>
                <a:gd name="connsiteX131" fmla="*/ 3699 w 287367"/>
                <a:gd name="connsiteY131" fmla="*/ 951223 h 1012154"/>
                <a:gd name="connsiteX132" fmla="*/ 3704 w 287367"/>
                <a:gd name="connsiteY132" fmla="*/ 938047 h 1012154"/>
                <a:gd name="connsiteX133" fmla="*/ 3695 w 287367"/>
                <a:gd name="connsiteY133" fmla="*/ 923762 h 1012154"/>
                <a:gd name="connsiteX134" fmla="*/ 3692 w 287367"/>
                <a:gd name="connsiteY134" fmla="*/ 898682 h 1012154"/>
                <a:gd name="connsiteX135" fmla="*/ 3696 w 287367"/>
                <a:gd name="connsiteY135" fmla="*/ 871759 h 1012154"/>
                <a:gd name="connsiteX136" fmla="*/ 3695 w 287367"/>
                <a:gd name="connsiteY136" fmla="*/ 870045 h 1012154"/>
                <a:gd name="connsiteX137" fmla="*/ 3690 w 287367"/>
                <a:gd name="connsiteY137" fmla="*/ 863131 h 1012154"/>
                <a:gd name="connsiteX138" fmla="*/ 3681 w 287367"/>
                <a:gd name="connsiteY138" fmla="*/ 798666 h 1012154"/>
                <a:gd name="connsiteX139" fmla="*/ 3682 w 287367"/>
                <a:gd name="connsiteY139" fmla="*/ 796735 h 1012154"/>
                <a:gd name="connsiteX140" fmla="*/ 3683 w 287367"/>
                <a:gd name="connsiteY140" fmla="*/ 794800 h 1012154"/>
                <a:gd name="connsiteX141" fmla="*/ 3689 w 287367"/>
                <a:gd name="connsiteY141" fmla="*/ 736528 h 1012154"/>
                <a:gd name="connsiteX142" fmla="*/ 3688 w 287367"/>
                <a:gd name="connsiteY142" fmla="*/ 732630 h 1012154"/>
                <a:gd name="connsiteX143" fmla="*/ 3685 w 287367"/>
                <a:gd name="connsiteY143" fmla="*/ 716969 h 1012154"/>
                <a:gd name="connsiteX144" fmla="*/ 3680 w 287367"/>
                <a:gd name="connsiteY144" fmla="*/ 673185 h 1012154"/>
                <a:gd name="connsiteX145" fmla="*/ 3680 w 287367"/>
                <a:gd name="connsiteY145" fmla="*/ 671170 h 1012154"/>
                <a:gd name="connsiteX146" fmla="*/ 3688 w 287367"/>
                <a:gd name="connsiteY146" fmla="*/ 607601 h 1012154"/>
                <a:gd name="connsiteX147" fmla="*/ 3689 w 287367"/>
                <a:gd name="connsiteY147" fmla="*/ 605517 h 1012154"/>
                <a:gd name="connsiteX148" fmla="*/ 3700 w 287367"/>
                <a:gd name="connsiteY148" fmla="*/ 572016 h 1012154"/>
                <a:gd name="connsiteX149" fmla="*/ 3699 w 287367"/>
                <a:gd name="connsiteY149" fmla="*/ 439139 h 1012154"/>
                <a:gd name="connsiteX150" fmla="*/ 3688 w 287367"/>
                <a:gd name="connsiteY150" fmla="*/ 405658 h 1012154"/>
                <a:gd name="connsiteX151" fmla="*/ 3688 w 287367"/>
                <a:gd name="connsiteY151" fmla="*/ 403575 h 1012154"/>
                <a:gd name="connsiteX152" fmla="*/ 3680 w 287367"/>
                <a:gd name="connsiteY152" fmla="*/ 340076 h 1012154"/>
                <a:gd name="connsiteX153" fmla="*/ 3680 w 287367"/>
                <a:gd name="connsiteY153" fmla="*/ 338063 h 1012154"/>
                <a:gd name="connsiteX154" fmla="*/ 3685 w 287367"/>
                <a:gd name="connsiteY154" fmla="*/ 294327 h 1012154"/>
                <a:gd name="connsiteX155" fmla="*/ 3688 w 287367"/>
                <a:gd name="connsiteY155" fmla="*/ 278678 h 1012154"/>
                <a:gd name="connsiteX156" fmla="*/ 3689 w 287367"/>
                <a:gd name="connsiteY156" fmla="*/ 274785 h 1012154"/>
                <a:gd name="connsiteX157" fmla="*/ 3682 w 287367"/>
                <a:gd name="connsiteY157" fmla="*/ 216525 h 1012154"/>
                <a:gd name="connsiteX158" fmla="*/ 3681 w 287367"/>
                <a:gd name="connsiteY158" fmla="*/ 214594 h 1012154"/>
                <a:gd name="connsiteX159" fmla="*/ 3680 w 287367"/>
                <a:gd name="connsiteY159" fmla="*/ 212666 h 1012154"/>
                <a:gd name="connsiteX160" fmla="*/ 3691 w 287367"/>
                <a:gd name="connsiteY160" fmla="*/ 148390 h 1012154"/>
                <a:gd name="connsiteX161" fmla="*/ 3696 w 287367"/>
                <a:gd name="connsiteY161" fmla="*/ 141497 h 1012154"/>
                <a:gd name="connsiteX162" fmla="*/ 3697 w 287367"/>
                <a:gd name="connsiteY162" fmla="*/ 139788 h 1012154"/>
                <a:gd name="connsiteX163" fmla="*/ 3690 w 287367"/>
                <a:gd name="connsiteY163" fmla="*/ 112931 h 1012154"/>
                <a:gd name="connsiteX164" fmla="*/ 3699 w 287367"/>
                <a:gd name="connsiteY164" fmla="*/ 86564 h 1012154"/>
                <a:gd name="connsiteX165" fmla="*/ 3698 w 287367"/>
                <a:gd name="connsiteY165" fmla="*/ 72442 h 1012154"/>
                <a:gd name="connsiteX166" fmla="*/ 3708 w 287367"/>
                <a:gd name="connsiteY166" fmla="*/ 59622 h 1012154"/>
                <a:gd name="connsiteX167" fmla="*/ 3701 w 287367"/>
                <a:gd name="connsiteY167" fmla="*/ 54987 h 1012154"/>
                <a:gd name="connsiteX168" fmla="*/ 3714 w 287367"/>
                <a:gd name="connsiteY168" fmla="*/ 48742 h 1012154"/>
                <a:gd name="connsiteX169" fmla="*/ 3692 w 287367"/>
                <a:gd name="connsiteY169" fmla="*/ 46899 h 1012154"/>
                <a:gd name="connsiteX170" fmla="*/ 4087 w 287367"/>
                <a:gd name="connsiteY170" fmla="*/ 42608 h 1012154"/>
                <a:gd name="connsiteX171" fmla="*/ 7063 w 287367"/>
                <a:gd name="connsiteY171" fmla="*/ 41119 h 1012154"/>
                <a:gd name="connsiteX172" fmla="*/ 9249 w 287367"/>
                <a:gd name="connsiteY172" fmla="*/ 38282 h 1012154"/>
                <a:gd name="connsiteX173" fmla="*/ 15249 w 287367"/>
                <a:gd name="connsiteY173" fmla="*/ 31446 h 1012154"/>
                <a:gd name="connsiteX174" fmla="*/ 16737 w 287367"/>
                <a:gd name="connsiteY174" fmla="*/ 31446 h 1012154"/>
                <a:gd name="connsiteX175" fmla="*/ 17481 w 287367"/>
                <a:gd name="connsiteY175" fmla="*/ 29585 h 1012154"/>
                <a:gd name="connsiteX176" fmla="*/ 18226 w 287367"/>
                <a:gd name="connsiteY176" fmla="*/ 27725 h 1012154"/>
                <a:gd name="connsiteX177" fmla="*/ 19714 w 287367"/>
                <a:gd name="connsiteY177" fmla="*/ 27725 h 1012154"/>
                <a:gd name="connsiteX178" fmla="*/ 19714 w 287367"/>
                <a:gd name="connsiteY178" fmla="*/ 25492 h 1012154"/>
                <a:gd name="connsiteX179" fmla="*/ 21574 w 287367"/>
                <a:gd name="connsiteY179" fmla="*/ 25167 h 1012154"/>
                <a:gd name="connsiteX180" fmla="*/ 23435 w 287367"/>
                <a:gd name="connsiteY180" fmla="*/ 24748 h 1012154"/>
                <a:gd name="connsiteX181" fmla="*/ 23435 w 287367"/>
                <a:gd name="connsiteY181" fmla="*/ 21772 h 1012154"/>
                <a:gd name="connsiteX182" fmla="*/ 25667 w 287367"/>
                <a:gd name="connsiteY182" fmla="*/ 21772 h 1012154"/>
                <a:gd name="connsiteX183" fmla="*/ 25667 w 287367"/>
                <a:gd name="connsiteY183" fmla="*/ 18051 h 1012154"/>
                <a:gd name="connsiteX184" fmla="*/ 28644 w 287367"/>
                <a:gd name="connsiteY184" fmla="*/ 18051 h 1012154"/>
                <a:gd name="connsiteX185" fmla="*/ 28644 w 287367"/>
                <a:gd name="connsiteY185" fmla="*/ 15074 h 1012154"/>
                <a:gd name="connsiteX186" fmla="*/ 31620 w 287367"/>
                <a:gd name="connsiteY186" fmla="*/ 15074 h 1012154"/>
                <a:gd name="connsiteX187" fmla="*/ 32364 w 287367"/>
                <a:gd name="connsiteY187" fmla="*/ 12098 h 1012154"/>
                <a:gd name="connsiteX188" fmla="*/ 33852 w 287367"/>
                <a:gd name="connsiteY188" fmla="*/ 11354 h 1012154"/>
                <a:gd name="connsiteX189" fmla="*/ 34178 w 287367"/>
                <a:gd name="connsiteY189" fmla="*/ 9865 h 1012154"/>
                <a:gd name="connsiteX190" fmla="*/ 34597 w 287367"/>
                <a:gd name="connsiteY190" fmla="*/ 8377 h 1012154"/>
                <a:gd name="connsiteX191" fmla="*/ 36829 w 287367"/>
                <a:gd name="connsiteY191" fmla="*/ 7633 h 1012154"/>
                <a:gd name="connsiteX192" fmla="*/ 37573 w 287367"/>
                <a:gd name="connsiteY192" fmla="*/ 5401 h 1012154"/>
                <a:gd name="connsiteX193" fmla="*/ 39061 w 287367"/>
                <a:gd name="connsiteY193" fmla="*/ 4656 h 1012154"/>
                <a:gd name="connsiteX194" fmla="*/ 39645 w 287367"/>
                <a:gd name="connsiteY194" fmla="*/ 2778 h 1012154"/>
                <a:gd name="connsiteX195" fmla="*/ 40550 w 287367"/>
                <a:gd name="connsiteY195" fmla="*/ 936 h 101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287367" h="1012154">
                  <a:moveTo>
                    <a:pt x="40550" y="936"/>
                  </a:moveTo>
                  <a:cubicBezTo>
                    <a:pt x="42327" y="473"/>
                    <a:pt x="42327" y="473"/>
                    <a:pt x="44610" y="476"/>
                  </a:cubicBezTo>
                  <a:cubicBezTo>
                    <a:pt x="45912" y="464"/>
                    <a:pt x="45912" y="464"/>
                    <a:pt x="47240" y="452"/>
                  </a:cubicBezTo>
                  <a:cubicBezTo>
                    <a:pt x="48683" y="467"/>
                    <a:pt x="48683" y="467"/>
                    <a:pt x="50154" y="483"/>
                  </a:cubicBezTo>
                  <a:cubicBezTo>
                    <a:pt x="51180" y="481"/>
                    <a:pt x="52205" y="477"/>
                    <a:pt x="53231" y="472"/>
                  </a:cubicBezTo>
                  <a:cubicBezTo>
                    <a:pt x="56058" y="462"/>
                    <a:pt x="58886" y="476"/>
                    <a:pt x="61713" y="493"/>
                  </a:cubicBezTo>
                  <a:cubicBezTo>
                    <a:pt x="64759" y="507"/>
                    <a:pt x="67804" y="501"/>
                    <a:pt x="70850" y="496"/>
                  </a:cubicBezTo>
                  <a:cubicBezTo>
                    <a:pt x="76820" y="491"/>
                    <a:pt x="82790" y="506"/>
                    <a:pt x="88760" y="527"/>
                  </a:cubicBezTo>
                  <a:cubicBezTo>
                    <a:pt x="95707" y="551"/>
                    <a:pt x="102653" y="554"/>
                    <a:pt x="109599" y="556"/>
                  </a:cubicBezTo>
                  <a:cubicBezTo>
                    <a:pt x="121989" y="561"/>
                    <a:pt x="134379" y="582"/>
                    <a:pt x="146769" y="614"/>
                  </a:cubicBezTo>
                  <a:cubicBezTo>
                    <a:pt x="158804" y="645"/>
                    <a:pt x="170839" y="666"/>
                    <a:pt x="182873" y="675"/>
                  </a:cubicBezTo>
                  <a:cubicBezTo>
                    <a:pt x="183614" y="676"/>
                    <a:pt x="184356" y="676"/>
                    <a:pt x="185119" y="677"/>
                  </a:cubicBezTo>
                  <a:cubicBezTo>
                    <a:pt x="188098" y="679"/>
                    <a:pt x="191077" y="681"/>
                    <a:pt x="194055" y="683"/>
                  </a:cubicBezTo>
                  <a:cubicBezTo>
                    <a:pt x="206889" y="693"/>
                    <a:pt x="219723" y="711"/>
                    <a:pt x="232557" y="729"/>
                  </a:cubicBezTo>
                  <a:cubicBezTo>
                    <a:pt x="234639" y="732"/>
                    <a:pt x="236721" y="735"/>
                    <a:pt x="238803" y="738"/>
                  </a:cubicBezTo>
                  <a:cubicBezTo>
                    <a:pt x="246089" y="747"/>
                    <a:pt x="253375" y="760"/>
                    <a:pt x="260661" y="779"/>
                  </a:cubicBezTo>
                  <a:cubicBezTo>
                    <a:pt x="263676" y="787"/>
                    <a:pt x="266690" y="793"/>
                    <a:pt x="269704" y="797"/>
                  </a:cubicBezTo>
                  <a:cubicBezTo>
                    <a:pt x="272460" y="800"/>
                    <a:pt x="275216" y="807"/>
                    <a:pt x="277972" y="817"/>
                  </a:cubicBezTo>
                  <a:cubicBezTo>
                    <a:pt x="279449" y="821"/>
                    <a:pt x="280926" y="822"/>
                    <a:pt x="282402" y="822"/>
                  </a:cubicBezTo>
                  <a:cubicBezTo>
                    <a:pt x="283270" y="826"/>
                    <a:pt x="284138" y="830"/>
                    <a:pt x="285032" y="834"/>
                  </a:cubicBezTo>
                  <a:cubicBezTo>
                    <a:pt x="285786" y="836"/>
                    <a:pt x="286539" y="837"/>
                    <a:pt x="287316" y="839"/>
                  </a:cubicBezTo>
                  <a:cubicBezTo>
                    <a:pt x="289093" y="936"/>
                    <a:pt x="289093" y="936"/>
                    <a:pt x="290581" y="1680"/>
                  </a:cubicBezTo>
                  <a:cubicBezTo>
                    <a:pt x="290768" y="3173"/>
                    <a:pt x="290768" y="3173"/>
                    <a:pt x="290770" y="5178"/>
                  </a:cubicBezTo>
                  <a:cubicBezTo>
                    <a:pt x="290774" y="5934"/>
                    <a:pt x="290778" y="6691"/>
                    <a:pt x="290783" y="7470"/>
                  </a:cubicBezTo>
                  <a:cubicBezTo>
                    <a:pt x="290778" y="8725"/>
                    <a:pt x="290778" y="8725"/>
                    <a:pt x="290774" y="10006"/>
                  </a:cubicBezTo>
                  <a:cubicBezTo>
                    <a:pt x="290778" y="11320"/>
                    <a:pt x="290778" y="11320"/>
                    <a:pt x="290782" y="12661"/>
                  </a:cubicBezTo>
                  <a:cubicBezTo>
                    <a:pt x="290787" y="15070"/>
                    <a:pt x="290786" y="17479"/>
                    <a:pt x="290781" y="19888"/>
                  </a:cubicBezTo>
                  <a:cubicBezTo>
                    <a:pt x="290777" y="22405"/>
                    <a:pt x="290781" y="24922"/>
                    <a:pt x="290783" y="27439"/>
                  </a:cubicBezTo>
                  <a:cubicBezTo>
                    <a:pt x="290786" y="31667"/>
                    <a:pt x="290782" y="35896"/>
                    <a:pt x="290775" y="40124"/>
                  </a:cubicBezTo>
                  <a:cubicBezTo>
                    <a:pt x="290767" y="45017"/>
                    <a:pt x="290770" y="49909"/>
                    <a:pt x="290778" y="54802"/>
                  </a:cubicBezTo>
                  <a:cubicBezTo>
                    <a:pt x="290785" y="58997"/>
                    <a:pt x="290785" y="63192"/>
                    <a:pt x="290782" y="67387"/>
                  </a:cubicBezTo>
                  <a:cubicBezTo>
                    <a:pt x="290779" y="69895"/>
                    <a:pt x="290779" y="72403"/>
                    <a:pt x="290784" y="74911"/>
                  </a:cubicBezTo>
                  <a:cubicBezTo>
                    <a:pt x="290788" y="77707"/>
                    <a:pt x="290782" y="80502"/>
                    <a:pt x="290774" y="83298"/>
                  </a:cubicBezTo>
                  <a:cubicBezTo>
                    <a:pt x="290777" y="84134"/>
                    <a:pt x="290780" y="84969"/>
                    <a:pt x="290783" y="85830"/>
                  </a:cubicBezTo>
                  <a:cubicBezTo>
                    <a:pt x="290779" y="86588"/>
                    <a:pt x="290774" y="87347"/>
                    <a:pt x="290770" y="88129"/>
                  </a:cubicBezTo>
                  <a:cubicBezTo>
                    <a:pt x="290769" y="89121"/>
                    <a:pt x="290769" y="89121"/>
                    <a:pt x="290768" y="90134"/>
                  </a:cubicBezTo>
                  <a:cubicBezTo>
                    <a:pt x="290581" y="91721"/>
                    <a:pt x="290581" y="91721"/>
                    <a:pt x="289093" y="93209"/>
                  </a:cubicBezTo>
                  <a:cubicBezTo>
                    <a:pt x="287602" y="93394"/>
                    <a:pt x="287602" y="93394"/>
                    <a:pt x="285729" y="93392"/>
                  </a:cubicBezTo>
                  <a:cubicBezTo>
                    <a:pt x="284661" y="93397"/>
                    <a:pt x="284661" y="93397"/>
                    <a:pt x="283571" y="93401"/>
                  </a:cubicBezTo>
                  <a:cubicBezTo>
                    <a:pt x="282389" y="93395"/>
                    <a:pt x="282389" y="93395"/>
                    <a:pt x="281183" y="93388"/>
                  </a:cubicBezTo>
                  <a:cubicBezTo>
                    <a:pt x="280350" y="93389"/>
                    <a:pt x="279517" y="93391"/>
                    <a:pt x="278659" y="93392"/>
                  </a:cubicBezTo>
                  <a:cubicBezTo>
                    <a:pt x="275850" y="93394"/>
                    <a:pt x="273040" y="93386"/>
                    <a:pt x="270231" y="93378"/>
                  </a:cubicBezTo>
                  <a:cubicBezTo>
                    <a:pt x="268224" y="93378"/>
                    <a:pt x="266217" y="93378"/>
                    <a:pt x="264211" y="93379"/>
                  </a:cubicBezTo>
                  <a:cubicBezTo>
                    <a:pt x="259881" y="93380"/>
                    <a:pt x="255551" y="93375"/>
                    <a:pt x="251220" y="93367"/>
                  </a:cubicBezTo>
                  <a:cubicBezTo>
                    <a:pt x="244958" y="93354"/>
                    <a:pt x="238696" y="93351"/>
                    <a:pt x="232434" y="93349"/>
                  </a:cubicBezTo>
                  <a:cubicBezTo>
                    <a:pt x="222272" y="93345"/>
                    <a:pt x="212111" y="93336"/>
                    <a:pt x="201949" y="93321"/>
                  </a:cubicBezTo>
                  <a:cubicBezTo>
                    <a:pt x="192080" y="93308"/>
                    <a:pt x="182211" y="93297"/>
                    <a:pt x="172342" y="93291"/>
                  </a:cubicBezTo>
                  <a:cubicBezTo>
                    <a:pt x="171734" y="93291"/>
                    <a:pt x="171126" y="93290"/>
                    <a:pt x="170500" y="93290"/>
                  </a:cubicBezTo>
                  <a:cubicBezTo>
                    <a:pt x="167451" y="93288"/>
                    <a:pt x="164402" y="93286"/>
                    <a:pt x="161352" y="93284"/>
                  </a:cubicBezTo>
                  <a:cubicBezTo>
                    <a:pt x="136464" y="93269"/>
                    <a:pt x="111577" y="93243"/>
                    <a:pt x="86689" y="93211"/>
                  </a:cubicBezTo>
                  <a:cubicBezTo>
                    <a:pt x="85696" y="93210"/>
                    <a:pt x="84703" y="93209"/>
                    <a:pt x="83710" y="93209"/>
                  </a:cubicBezTo>
                  <a:cubicBezTo>
                    <a:pt x="83710" y="214028"/>
                    <a:pt x="83710" y="334846"/>
                    <a:pt x="83710" y="459326"/>
                  </a:cubicBezTo>
                  <a:cubicBezTo>
                    <a:pt x="151513" y="459297"/>
                    <a:pt x="151513" y="459297"/>
                    <a:pt x="219316" y="459259"/>
                  </a:cubicBezTo>
                  <a:cubicBezTo>
                    <a:pt x="232397" y="459256"/>
                    <a:pt x="232397" y="459256"/>
                    <a:pt x="238511" y="459255"/>
                  </a:cubicBezTo>
                  <a:cubicBezTo>
                    <a:pt x="242803" y="459255"/>
                    <a:pt x="247094" y="459252"/>
                    <a:pt x="251386" y="459248"/>
                  </a:cubicBezTo>
                  <a:cubicBezTo>
                    <a:pt x="256330" y="459243"/>
                    <a:pt x="261273" y="459241"/>
                    <a:pt x="266217" y="459242"/>
                  </a:cubicBezTo>
                  <a:cubicBezTo>
                    <a:pt x="268748" y="459242"/>
                    <a:pt x="271280" y="459242"/>
                    <a:pt x="273811" y="459238"/>
                  </a:cubicBezTo>
                  <a:cubicBezTo>
                    <a:pt x="276515" y="459234"/>
                    <a:pt x="279218" y="459235"/>
                    <a:pt x="281922" y="459237"/>
                  </a:cubicBezTo>
                  <a:cubicBezTo>
                    <a:pt x="282722" y="459235"/>
                    <a:pt x="283521" y="459232"/>
                    <a:pt x="284345" y="459230"/>
                  </a:cubicBezTo>
                  <a:cubicBezTo>
                    <a:pt x="285065" y="459232"/>
                    <a:pt x="285785" y="459233"/>
                    <a:pt x="286526" y="459235"/>
                  </a:cubicBezTo>
                  <a:cubicBezTo>
                    <a:pt x="287152" y="459234"/>
                    <a:pt x="287778" y="459234"/>
                    <a:pt x="288423" y="459234"/>
                  </a:cubicBezTo>
                  <a:cubicBezTo>
                    <a:pt x="289837" y="459326"/>
                    <a:pt x="289837" y="459326"/>
                    <a:pt x="290581" y="460070"/>
                  </a:cubicBezTo>
                  <a:cubicBezTo>
                    <a:pt x="290581" y="490030"/>
                    <a:pt x="290581" y="519989"/>
                    <a:pt x="290581" y="550856"/>
                  </a:cubicBezTo>
                  <a:cubicBezTo>
                    <a:pt x="222068" y="550856"/>
                    <a:pt x="153555" y="550856"/>
                    <a:pt x="82966" y="550856"/>
                  </a:cubicBezTo>
                  <a:cubicBezTo>
                    <a:pt x="83211" y="672902"/>
                    <a:pt x="83457" y="794949"/>
                    <a:pt x="83710" y="920693"/>
                  </a:cubicBezTo>
                  <a:cubicBezTo>
                    <a:pt x="84447" y="920448"/>
                    <a:pt x="85183" y="920202"/>
                    <a:pt x="85942" y="919949"/>
                  </a:cubicBezTo>
                  <a:cubicBezTo>
                    <a:pt x="87075" y="919881"/>
                    <a:pt x="88210" y="919855"/>
                    <a:pt x="89344" y="919854"/>
                  </a:cubicBezTo>
                  <a:cubicBezTo>
                    <a:pt x="90397" y="919850"/>
                    <a:pt x="90397" y="919850"/>
                    <a:pt x="91472" y="919846"/>
                  </a:cubicBezTo>
                  <a:cubicBezTo>
                    <a:pt x="92245" y="919847"/>
                    <a:pt x="93017" y="919849"/>
                    <a:pt x="93813" y="919850"/>
                  </a:cubicBezTo>
                  <a:cubicBezTo>
                    <a:pt x="95043" y="919847"/>
                    <a:pt x="95043" y="919847"/>
                    <a:pt x="96297" y="919845"/>
                  </a:cubicBezTo>
                  <a:cubicBezTo>
                    <a:pt x="99058" y="919840"/>
                    <a:pt x="101819" y="919841"/>
                    <a:pt x="104580" y="919841"/>
                  </a:cubicBezTo>
                  <a:cubicBezTo>
                    <a:pt x="106554" y="919839"/>
                    <a:pt x="108528" y="919836"/>
                    <a:pt x="110502" y="919834"/>
                  </a:cubicBezTo>
                  <a:cubicBezTo>
                    <a:pt x="115315" y="919827"/>
                    <a:pt x="120128" y="919825"/>
                    <a:pt x="124942" y="919825"/>
                  </a:cubicBezTo>
                  <a:cubicBezTo>
                    <a:pt x="128854" y="919825"/>
                    <a:pt x="132765" y="919823"/>
                    <a:pt x="136677" y="919821"/>
                  </a:cubicBezTo>
                  <a:cubicBezTo>
                    <a:pt x="147763" y="919814"/>
                    <a:pt x="158850" y="919811"/>
                    <a:pt x="169936" y="919811"/>
                  </a:cubicBezTo>
                  <a:cubicBezTo>
                    <a:pt x="170534" y="919811"/>
                    <a:pt x="171132" y="919811"/>
                    <a:pt x="171748" y="919811"/>
                  </a:cubicBezTo>
                  <a:cubicBezTo>
                    <a:pt x="172346" y="919811"/>
                    <a:pt x="172945" y="919811"/>
                    <a:pt x="173562" y="919811"/>
                  </a:cubicBezTo>
                  <a:cubicBezTo>
                    <a:pt x="183265" y="919812"/>
                    <a:pt x="192968" y="919805"/>
                    <a:pt x="202671" y="919794"/>
                  </a:cubicBezTo>
                  <a:cubicBezTo>
                    <a:pt x="212630" y="919784"/>
                    <a:pt x="222589" y="919778"/>
                    <a:pt x="232547" y="919779"/>
                  </a:cubicBezTo>
                  <a:cubicBezTo>
                    <a:pt x="238140" y="919779"/>
                    <a:pt x="243733" y="919777"/>
                    <a:pt x="249326" y="919769"/>
                  </a:cubicBezTo>
                  <a:cubicBezTo>
                    <a:pt x="254088" y="919762"/>
                    <a:pt x="258849" y="919761"/>
                    <a:pt x="263611" y="919766"/>
                  </a:cubicBezTo>
                  <a:cubicBezTo>
                    <a:pt x="266041" y="919768"/>
                    <a:pt x="268471" y="919768"/>
                    <a:pt x="270901" y="919762"/>
                  </a:cubicBezTo>
                  <a:cubicBezTo>
                    <a:pt x="273534" y="919756"/>
                    <a:pt x="276167" y="919760"/>
                    <a:pt x="278800" y="919765"/>
                  </a:cubicBezTo>
                  <a:cubicBezTo>
                    <a:pt x="279570" y="919761"/>
                    <a:pt x="280339" y="919758"/>
                    <a:pt x="281132" y="919754"/>
                  </a:cubicBezTo>
                  <a:cubicBezTo>
                    <a:pt x="281838" y="919757"/>
                    <a:pt x="282544" y="919761"/>
                    <a:pt x="283271" y="919764"/>
                  </a:cubicBezTo>
                  <a:cubicBezTo>
                    <a:pt x="283879" y="919764"/>
                    <a:pt x="284486" y="919764"/>
                    <a:pt x="285112" y="919764"/>
                  </a:cubicBezTo>
                  <a:cubicBezTo>
                    <a:pt x="287229" y="919989"/>
                    <a:pt x="288730" y="920371"/>
                    <a:pt x="290581" y="921438"/>
                  </a:cubicBezTo>
                  <a:cubicBezTo>
                    <a:pt x="291039" y="923038"/>
                    <a:pt x="291039" y="923038"/>
                    <a:pt x="291028" y="925063"/>
                  </a:cubicBezTo>
                  <a:cubicBezTo>
                    <a:pt x="291036" y="926212"/>
                    <a:pt x="291036" y="926212"/>
                    <a:pt x="291044" y="927384"/>
                  </a:cubicBezTo>
                  <a:cubicBezTo>
                    <a:pt x="291031" y="928228"/>
                    <a:pt x="291017" y="929071"/>
                    <a:pt x="291003" y="929940"/>
                  </a:cubicBezTo>
                  <a:cubicBezTo>
                    <a:pt x="291004" y="930826"/>
                    <a:pt x="291005" y="931712"/>
                    <a:pt x="291005" y="932624"/>
                  </a:cubicBezTo>
                  <a:cubicBezTo>
                    <a:pt x="291003" y="935057"/>
                    <a:pt x="290984" y="937488"/>
                    <a:pt x="290958" y="939921"/>
                  </a:cubicBezTo>
                  <a:cubicBezTo>
                    <a:pt x="290935" y="942461"/>
                    <a:pt x="290933" y="945002"/>
                    <a:pt x="290928" y="947542"/>
                  </a:cubicBezTo>
                  <a:cubicBezTo>
                    <a:pt x="290917" y="952354"/>
                    <a:pt x="290886" y="957167"/>
                    <a:pt x="290849" y="961979"/>
                  </a:cubicBezTo>
                  <a:cubicBezTo>
                    <a:pt x="290807" y="967457"/>
                    <a:pt x="290787" y="972935"/>
                    <a:pt x="290768" y="978413"/>
                  </a:cubicBezTo>
                  <a:cubicBezTo>
                    <a:pt x="290729" y="989683"/>
                    <a:pt x="290664" y="1000953"/>
                    <a:pt x="290581" y="1012223"/>
                  </a:cubicBezTo>
                  <a:cubicBezTo>
                    <a:pt x="258754" y="1012291"/>
                    <a:pt x="226927" y="1012343"/>
                    <a:pt x="195100" y="1012375"/>
                  </a:cubicBezTo>
                  <a:cubicBezTo>
                    <a:pt x="191346" y="1012378"/>
                    <a:pt x="187592" y="1012382"/>
                    <a:pt x="183838" y="1012386"/>
                  </a:cubicBezTo>
                  <a:cubicBezTo>
                    <a:pt x="182717" y="1012387"/>
                    <a:pt x="182717" y="1012387"/>
                    <a:pt x="181573" y="1012389"/>
                  </a:cubicBezTo>
                  <a:cubicBezTo>
                    <a:pt x="169458" y="1012402"/>
                    <a:pt x="157342" y="1012425"/>
                    <a:pt x="145226" y="1012452"/>
                  </a:cubicBezTo>
                  <a:cubicBezTo>
                    <a:pt x="132803" y="1012480"/>
                    <a:pt x="120380" y="1012497"/>
                    <a:pt x="107956" y="1012503"/>
                  </a:cubicBezTo>
                  <a:cubicBezTo>
                    <a:pt x="100285" y="1012507"/>
                    <a:pt x="92614" y="1012520"/>
                    <a:pt x="84942" y="1012544"/>
                  </a:cubicBezTo>
                  <a:cubicBezTo>
                    <a:pt x="79688" y="1012560"/>
                    <a:pt x="74434" y="1012564"/>
                    <a:pt x="69180" y="1012561"/>
                  </a:cubicBezTo>
                  <a:cubicBezTo>
                    <a:pt x="66144" y="1012559"/>
                    <a:pt x="63109" y="1012562"/>
                    <a:pt x="60073" y="1012578"/>
                  </a:cubicBezTo>
                  <a:cubicBezTo>
                    <a:pt x="57298" y="1012592"/>
                    <a:pt x="54523" y="1012593"/>
                    <a:pt x="51748" y="1012583"/>
                  </a:cubicBezTo>
                  <a:cubicBezTo>
                    <a:pt x="50261" y="1012581"/>
                    <a:pt x="48773" y="1012594"/>
                    <a:pt x="47286" y="1012607"/>
                  </a:cubicBezTo>
                  <a:cubicBezTo>
                    <a:pt x="45975" y="1012598"/>
                    <a:pt x="45975" y="1012598"/>
                    <a:pt x="44638" y="1012589"/>
                  </a:cubicBezTo>
                  <a:cubicBezTo>
                    <a:pt x="43879" y="1012590"/>
                    <a:pt x="43120" y="1012591"/>
                    <a:pt x="42338" y="1012592"/>
                  </a:cubicBezTo>
                  <a:cubicBezTo>
                    <a:pt x="41748" y="1012470"/>
                    <a:pt x="41158" y="1012348"/>
                    <a:pt x="40550" y="1012223"/>
                  </a:cubicBezTo>
                  <a:cubicBezTo>
                    <a:pt x="39617" y="1010784"/>
                    <a:pt x="39617" y="1010784"/>
                    <a:pt x="39061" y="1009246"/>
                  </a:cubicBezTo>
                  <a:cubicBezTo>
                    <a:pt x="38007" y="1008068"/>
                    <a:pt x="38007" y="1008068"/>
                    <a:pt x="36829" y="1007014"/>
                  </a:cubicBezTo>
                  <a:cubicBezTo>
                    <a:pt x="35118" y="1005435"/>
                    <a:pt x="34617" y="1004844"/>
                    <a:pt x="33852" y="1002549"/>
                  </a:cubicBezTo>
                  <a:cubicBezTo>
                    <a:pt x="33116" y="1002303"/>
                    <a:pt x="32379" y="1002058"/>
                    <a:pt x="31620" y="1001805"/>
                  </a:cubicBezTo>
                  <a:cubicBezTo>
                    <a:pt x="31252" y="1000700"/>
                    <a:pt x="31252" y="1000700"/>
                    <a:pt x="30876" y="999572"/>
                  </a:cubicBezTo>
                  <a:cubicBezTo>
                    <a:pt x="30139" y="999327"/>
                    <a:pt x="29403" y="999081"/>
                    <a:pt x="28644" y="998828"/>
                  </a:cubicBezTo>
                  <a:cubicBezTo>
                    <a:pt x="28388" y="997838"/>
                    <a:pt x="28140" y="996846"/>
                    <a:pt x="27899" y="995852"/>
                  </a:cubicBezTo>
                  <a:cubicBezTo>
                    <a:pt x="27163" y="995360"/>
                    <a:pt x="26426" y="994869"/>
                    <a:pt x="25667" y="994363"/>
                  </a:cubicBezTo>
                  <a:cubicBezTo>
                    <a:pt x="25667" y="993627"/>
                    <a:pt x="25667" y="992890"/>
                    <a:pt x="25667" y="992131"/>
                  </a:cubicBezTo>
                  <a:cubicBezTo>
                    <a:pt x="24685" y="992131"/>
                    <a:pt x="23702" y="992131"/>
                    <a:pt x="22690" y="992131"/>
                  </a:cubicBezTo>
                  <a:cubicBezTo>
                    <a:pt x="22225" y="990643"/>
                    <a:pt x="22225" y="990643"/>
                    <a:pt x="21946" y="989154"/>
                  </a:cubicBezTo>
                  <a:cubicBezTo>
                    <a:pt x="21455" y="989154"/>
                    <a:pt x="20964" y="989154"/>
                    <a:pt x="20458" y="989154"/>
                  </a:cubicBezTo>
                  <a:cubicBezTo>
                    <a:pt x="20258" y="988740"/>
                    <a:pt x="20059" y="988326"/>
                    <a:pt x="19853" y="987899"/>
                  </a:cubicBezTo>
                  <a:cubicBezTo>
                    <a:pt x="18406" y="985080"/>
                    <a:pt x="16003" y="983165"/>
                    <a:pt x="13714" y="981015"/>
                  </a:cubicBezTo>
                  <a:cubicBezTo>
                    <a:pt x="12272" y="979481"/>
                    <a:pt x="12272" y="979481"/>
                    <a:pt x="10738" y="977155"/>
                  </a:cubicBezTo>
                  <a:cubicBezTo>
                    <a:pt x="9404" y="974883"/>
                    <a:pt x="9404" y="974883"/>
                    <a:pt x="7063" y="973527"/>
                  </a:cubicBezTo>
                  <a:cubicBezTo>
                    <a:pt x="7063" y="972791"/>
                    <a:pt x="7063" y="972054"/>
                    <a:pt x="7063" y="971295"/>
                  </a:cubicBezTo>
                  <a:cubicBezTo>
                    <a:pt x="6580" y="971251"/>
                    <a:pt x="6097" y="971207"/>
                    <a:pt x="5598" y="971161"/>
                  </a:cubicBezTo>
                  <a:cubicBezTo>
                    <a:pt x="4850" y="970859"/>
                    <a:pt x="4850" y="970859"/>
                    <a:pt x="4087" y="970551"/>
                  </a:cubicBezTo>
                  <a:cubicBezTo>
                    <a:pt x="3777" y="968446"/>
                    <a:pt x="3689" y="966622"/>
                    <a:pt x="3714" y="964510"/>
                  </a:cubicBezTo>
                  <a:cubicBezTo>
                    <a:pt x="3710" y="963865"/>
                    <a:pt x="3705" y="963220"/>
                    <a:pt x="3701" y="962555"/>
                  </a:cubicBezTo>
                  <a:cubicBezTo>
                    <a:pt x="3691" y="960360"/>
                    <a:pt x="3702" y="958166"/>
                    <a:pt x="3712" y="955971"/>
                  </a:cubicBezTo>
                  <a:cubicBezTo>
                    <a:pt x="3709" y="954388"/>
                    <a:pt x="3705" y="952805"/>
                    <a:pt x="3699" y="951223"/>
                  </a:cubicBezTo>
                  <a:cubicBezTo>
                    <a:pt x="3687" y="946831"/>
                    <a:pt x="3695" y="942439"/>
                    <a:pt x="3704" y="938047"/>
                  </a:cubicBezTo>
                  <a:cubicBezTo>
                    <a:pt x="3712" y="933286"/>
                    <a:pt x="3702" y="928524"/>
                    <a:pt x="3695" y="923762"/>
                  </a:cubicBezTo>
                  <a:cubicBezTo>
                    <a:pt x="3684" y="915402"/>
                    <a:pt x="3684" y="907042"/>
                    <a:pt x="3692" y="898682"/>
                  </a:cubicBezTo>
                  <a:cubicBezTo>
                    <a:pt x="3700" y="889708"/>
                    <a:pt x="3702" y="880734"/>
                    <a:pt x="3696" y="871759"/>
                  </a:cubicBezTo>
                  <a:cubicBezTo>
                    <a:pt x="3695" y="871194"/>
                    <a:pt x="3695" y="870628"/>
                    <a:pt x="3695" y="870045"/>
                  </a:cubicBezTo>
                  <a:cubicBezTo>
                    <a:pt x="3693" y="867740"/>
                    <a:pt x="3691" y="865436"/>
                    <a:pt x="3690" y="863131"/>
                  </a:cubicBezTo>
                  <a:cubicBezTo>
                    <a:pt x="3674" y="841643"/>
                    <a:pt x="3673" y="820155"/>
                    <a:pt x="3681" y="798666"/>
                  </a:cubicBezTo>
                  <a:cubicBezTo>
                    <a:pt x="3682" y="797710"/>
                    <a:pt x="3682" y="797710"/>
                    <a:pt x="3682" y="796735"/>
                  </a:cubicBezTo>
                  <a:cubicBezTo>
                    <a:pt x="3682" y="796097"/>
                    <a:pt x="3682" y="795458"/>
                    <a:pt x="3683" y="794800"/>
                  </a:cubicBezTo>
                  <a:cubicBezTo>
                    <a:pt x="3690" y="775376"/>
                    <a:pt x="3692" y="755952"/>
                    <a:pt x="3689" y="736528"/>
                  </a:cubicBezTo>
                  <a:cubicBezTo>
                    <a:pt x="3688" y="735228"/>
                    <a:pt x="3688" y="733929"/>
                    <a:pt x="3688" y="732630"/>
                  </a:cubicBezTo>
                  <a:cubicBezTo>
                    <a:pt x="3687" y="727410"/>
                    <a:pt x="3686" y="722189"/>
                    <a:pt x="3685" y="716969"/>
                  </a:cubicBezTo>
                  <a:cubicBezTo>
                    <a:pt x="3682" y="702374"/>
                    <a:pt x="3681" y="687779"/>
                    <a:pt x="3680" y="673185"/>
                  </a:cubicBezTo>
                  <a:cubicBezTo>
                    <a:pt x="3680" y="672520"/>
                    <a:pt x="3680" y="671855"/>
                    <a:pt x="3680" y="671170"/>
                  </a:cubicBezTo>
                  <a:cubicBezTo>
                    <a:pt x="3678" y="649980"/>
                    <a:pt x="3682" y="628791"/>
                    <a:pt x="3688" y="607601"/>
                  </a:cubicBezTo>
                  <a:cubicBezTo>
                    <a:pt x="3688" y="606913"/>
                    <a:pt x="3689" y="606225"/>
                    <a:pt x="3689" y="605517"/>
                  </a:cubicBezTo>
                  <a:cubicBezTo>
                    <a:pt x="3692" y="594350"/>
                    <a:pt x="3696" y="583183"/>
                    <a:pt x="3700" y="572016"/>
                  </a:cubicBezTo>
                  <a:cubicBezTo>
                    <a:pt x="3714" y="527723"/>
                    <a:pt x="3713" y="483431"/>
                    <a:pt x="3699" y="439139"/>
                  </a:cubicBezTo>
                  <a:cubicBezTo>
                    <a:pt x="3695" y="427979"/>
                    <a:pt x="3692" y="416818"/>
                    <a:pt x="3688" y="405658"/>
                  </a:cubicBezTo>
                  <a:cubicBezTo>
                    <a:pt x="3688" y="404627"/>
                    <a:pt x="3688" y="404627"/>
                    <a:pt x="3688" y="403575"/>
                  </a:cubicBezTo>
                  <a:cubicBezTo>
                    <a:pt x="3681" y="382409"/>
                    <a:pt x="3678" y="361242"/>
                    <a:pt x="3680" y="340076"/>
                  </a:cubicBezTo>
                  <a:cubicBezTo>
                    <a:pt x="3680" y="339411"/>
                    <a:pt x="3680" y="338747"/>
                    <a:pt x="3680" y="338063"/>
                  </a:cubicBezTo>
                  <a:cubicBezTo>
                    <a:pt x="3681" y="323484"/>
                    <a:pt x="3683" y="308905"/>
                    <a:pt x="3685" y="294327"/>
                  </a:cubicBezTo>
                  <a:cubicBezTo>
                    <a:pt x="3686" y="289110"/>
                    <a:pt x="3687" y="283894"/>
                    <a:pt x="3688" y="278678"/>
                  </a:cubicBezTo>
                  <a:cubicBezTo>
                    <a:pt x="3688" y="277381"/>
                    <a:pt x="3689" y="276083"/>
                    <a:pt x="3689" y="274785"/>
                  </a:cubicBezTo>
                  <a:cubicBezTo>
                    <a:pt x="3692" y="255365"/>
                    <a:pt x="3689" y="235945"/>
                    <a:pt x="3682" y="216525"/>
                  </a:cubicBezTo>
                  <a:cubicBezTo>
                    <a:pt x="3682" y="215887"/>
                    <a:pt x="3681" y="215250"/>
                    <a:pt x="3681" y="214594"/>
                  </a:cubicBezTo>
                  <a:cubicBezTo>
                    <a:pt x="3681" y="213957"/>
                    <a:pt x="3681" y="213321"/>
                    <a:pt x="3680" y="212666"/>
                  </a:cubicBezTo>
                  <a:cubicBezTo>
                    <a:pt x="3672" y="191241"/>
                    <a:pt x="3675" y="169815"/>
                    <a:pt x="3691" y="148390"/>
                  </a:cubicBezTo>
                  <a:cubicBezTo>
                    <a:pt x="3693" y="146092"/>
                    <a:pt x="3694" y="143795"/>
                    <a:pt x="3696" y="141497"/>
                  </a:cubicBezTo>
                  <a:cubicBezTo>
                    <a:pt x="3696" y="140933"/>
                    <a:pt x="3697" y="140369"/>
                    <a:pt x="3697" y="139788"/>
                  </a:cubicBezTo>
                  <a:cubicBezTo>
                    <a:pt x="3703" y="130836"/>
                    <a:pt x="3699" y="121883"/>
                    <a:pt x="3690" y="112931"/>
                  </a:cubicBezTo>
                  <a:cubicBezTo>
                    <a:pt x="3683" y="104142"/>
                    <a:pt x="3686" y="95353"/>
                    <a:pt x="3699" y="86564"/>
                  </a:cubicBezTo>
                  <a:cubicBezTo>
                    <a:pt x="3707" y="81856"/>
                    <a:pt x="3709" y="77149"/>
                    <a:pt x="3698" y="72442"/>
                  </a:cubicBezTo>
                  <a:cubicBezTo>
                    <a:pt x="3689" y="68168"/>
                    <a:pt x="3693" y="63895"/>
                    <a:pt x="3708" y="59622"/>
                  </a:cubicBezTo>
                  <a:cubicBezTo>
                    <a:pt x="3711" y="58077"/>
                    <a:pt x="3709" y="56532"/>
                    <a:pt x="3701" y="54987"/>
                  </a:cubicBezTo>
                  <a:cubicBezTo>
                    <a:pt x="3692" y="52905"/>
                    <a:pt x="3700" y="50824"/>
                    <a:pt x="3714" y="48742"/>
                  </a:cubicBezTo>
                  <a:cubicBezTo>
                    <a:pt x="3707" y="48134"/>
                    <a:pt x="3700" y="47526"/>
                    <a:pt x="3692" y="46899"/>
                  </a:cubicBezTo>
                  <a:cubicBezTo>
                    <a:pt x="3714" y="45234"/>
                    <a:pt x="3714" y="45234"/>
                    <a:pt x="4087" y="42608"/>
                  </a:cubicBezTo>
                  <a:cubicBezTo>
                    <a:pt x="5527" y="41562"/>
                    <a:pt x="5527" y="41562"/>
                    <a:pt x="7063" y="41119"/>
                  </a:cubicBezTo>
                  <a:cubicBezTo>
                    <a:pt x="8236" y="39808"/>
                    <a:pt x="8236" y="39808"/>
                    <a:pt x="9249" y="38282"/>
                  </a:cubicBezTo>
                  <a:cubicBezTo>
                    <a:pt x="11083" y="35734"/>
                    <a:pt x="12901" y="33533"/>
                    <a:pt x="15249" y="31446"/>
                  </a:cubicBezTo>
                  <a:cubicBezTo>
                    <a:pt x="15740" y="31446"/>
                    <a:pt x="16231" y="31446"/>
                    <a:pt x="16737" y="31446"/>
                  </a:cubicBezTo>
                  <a:cubicBezTo>
                    <a:pt x="16983" y="30832"/>
                    <a:pt x="17228" y="30218"/>
                    <a:pt x="17481" y="29585"/>
                  </a:cubicBezTo>
                  <a:cubicBezTo>
                    <a:pt x="17727" y="28971"/>
                    <a:pt x="17973" y="28357"/>
                    <a:pt x="18226" y="27725"/>
                  </a:cubicBezTo>
                  <a:cubicBezTo>
                    <a:pt x="18717" y="27725"/>
                    <a:pt x="19208" y="27725"/>
                    <a:pt x="19714" y="27725"/>
                  </a:cubicBezTo>
                  <a:cubicBezTo>
                    <a:pt x="19714" y="26988"/>
                    <a:pt x="19714" y="26251"/>
                    <a:pt x="19714" y="25492"/>
                  </a:cubicBezTo>
                  <a:cubicBezTo>
                    <a:pt x="20328" y="25385"/>
                    <a:pt x="20942" y="25278"/>
                    <a:pt x="21574" y="25167"/>
                  </a:cubicBezTo>
                  <a:cubicBezTo>
                    <a:pt x="22188" y="25029"/>
                    <a:pt x="22802" y="24891"/>
                    <a:pt x="23435" y="24748"/>
                  </a:cubicBezTo>
                  <a:cubicBezTo>
                    <a:pt x="23435" y="23766"/>
                    <a:pt x="23435" y="22784"/>
                    <a:pt x="23435" y="21772"/>
                  </a:cubicBezTo>
                  <a:cubicBezTo>
                    <a:pt x="24171" y="21772"/>
                    <a:pt x="24908" y="21772"/>
                    <a:pt x="25667" y="21772"/>
                  </a:cubicBezTo>
                  <a:cubicBezTo>
                    <a:pt x="25667" y="20544"/>
                    <a:pt x="25667" y="19316"/>
                    <a:pt x="25667" y="18051"/>
                  </a:cubicBezTo>
                  <a:cubicBezTo>
                    <a:pt x="26649" y="18051"/>
                    <a:pt x="27631" y="18051"/>
                    <a:pt x="28644" y="18051"/>
                  </a:cubicBezTo>
                  <a:cubicBezTo>
                    <a:pt x="28644" y="17069"/>
                    <a:pt x="28644" y="16086"/>
                    <a:pt x="28644" y="15074"/>
                  </a:cubicBezTo>
                  <a:cubicBezTo>
                    <a:pt x="29626" y="15074"/>
                    <a:pt x="30608" y="15074"/>
                    <a:pt x="31620" y="15074"/>
                  </a:cubicBezTo>
                  <a:cubicBezTo>
                    <a:pt x="32120" y="13634"/>
                    <a:pt x="32120" y="13634"/>
                    <a:pt x="32364" y="12098"/>
                  </a:cubicBezTo>
                  <a:cubicBezTo>
                    <a:pt x="32855" y="11852"/>
                    <a:pt x="33346" y="11607"/>
                    <a:pt x="33852" y="11354"/>
                  </a:cubicBezTo>
                  <a:cubicBezTo>
                    <a:pt x="33960" y="10863"/>
                    <a:pt x="34067" y="10371"/>
                    <a:pt x="34178" y="9865"/>
                  </a:cubicBezTo>
                  <a:cubicBezTo>
                    <a:pt x="34385" y="9129"/>
                    <a:pt x="34385" y="9129"/>
                    <a:pt x="34597" y="8377"/>
                  </a:cubicBezTo>
                  <a:cubicBezTo>
                    <a:pt x="35333" y="8132"/>
                    <a:pt x="36070" y="7886"/>
                    <a:pt x="36829" y="7633"/>
                  </a:cubicBezTo>
                  <a:cubicBezTo>
                    <a:pt x="37075" y="6896"/>
                    <a:pt x="37320" y="6160"/>
                    <a:pt x="37573" y="5401"/>
                  </a:cubicBezTo>
                  <a:cubicBezTo>
                    <a:pt x="38064" y="5155"/>
                    <a:pt x="38555" y="4909"/>
                    <a:pt x="39061" y="4656"/>
                  </a:cubicBezTo>
                  <a:cubicBezTo>
                    <a:pt x="39350" y="3727"/>
                    <a:pt x="39350" y="3727"/>
                    <a:pt x="39645" y="2778"/>
                  </a:cubicBezTo>
                  <a:cubicBezTo>
                    <a:pt x="39943" y="2170"/>
                    <a:pt x="40242" y="1562"/>
                    <a:pt x="40550" y="936"/>
                  </a:cubicBezTo>
                  <a:close/>
                </a:path>
              </a:pathLst>
            </a:custGeom>
            <a:grpFill/>
            <a:ln w="744" cap="flat">
              <a:noFill/>
              <a:prstDash val="solid"/>
              <a:miter/>
            </a:ln>
          </p:spPr>
          <p:txBody>
            <a:bodyPr rtlCol="0" anchor="ctr"/>
            <a:lstStyle/>
            <a:p>
              <a:endParaRPr lang="zh-CN" altLang="en-US"/>
            </a:p>
          </p:txBody>
        </p:sp>
        <p:sp>
          <p:nvSpPr>
            <p:cNvPr id="87" name="任意多边形: 形状 86"/>
            <p:cNvSpPr/>
            <p:nvPr/>
          </p:nvSpPr>
          <p:spPr>
            <a:xfrm>
              <a:off x="5204280" y="603673"/>
              <a:ext cx="440747" cy="547312"/>
            </a:xfrm>
            <a:custGeom>
              <a:avLst/>
              <a:gdLst>
                <a:gd name="connsiteX0" fmla="*/ 200045 w 440747"/>
                <a:gd name="connsiteY0" fmla="*/ 413726 h 547312"/>
                <a:gd name="connsiteX1" fmla="*/ 199770 w 440747"/>
                <a:gd name="connsiteY1" fmla="*/ 435301 h 547312"/>
                <a:gd name="connsiteX2" fmla="*/ 199595 w 440747"/>
                <a:gd name="connsiteY2" fmla="*/ 449499 h 547312"/>
                <a:gd name="connsiteX3" fmla="*/ 199445 w 440747"/>
                <a:gd name="connsiteY3" fmla="*/ 461335 h 547312"/>
                <a:gd name="connsiteX4" fmla="*/ 199391 w 440747"/>
                <a:gd name="connsiteY4" fmla="*/ 465830 h 547312"/>
                <a:gd name="connsiteX5" fmla="*/ 199307 w 440747"/>
                <a:gd name="connsiteY5" fmla="*/ 472317 h 547312"/>
                <a:gd name="connsiteX6" fmla="*/ 199285 w 440747"/>
                <a:gd name="connsiteY6" fmla="*/ 474297 h 547312"/>
                <a:gd name="connsiteX7" fmla="*/ 200045 w 440747"/>
                <a:gd name="connsiteY7" fmla="*/ 482931 h 547312"/>
                <a:gd name="connsiteX8" fmla="*/ 201584 w 440747"/>
                <a:gd name="connsiteY8" fmla="*/ 483205 h 547312"/>
                <a:gd name="connsiteX9" fmla="*/ 203635 w 440747"/>
                <a:gd name="connsiteY9" fmla="*/ 483196 h 547312"/>
                <a:gd name="connsiteX10" fmla="*/ 205953 w 440747"/>
                <a:gd name="connsiteY10" fmla="*/ 483203 h 547312"/>
                <a:gd name="connsiteX11" fmla="*/ 208478 w 440747"/>
                <a:gd name="connsiteY11" fmla="*/ 483175 h 547312"/>
                <a:gd name="connsiteX12" fmla="*/ 213720 w 440747"/>
                <a:gd name="connsiteY12" fmla="*/ 483164 h 547312"/>
                <a:gd name="connsiteX13" fmla="*/ 222025 w 440747"/>
                <a:gd name="connsiteY13" fmla="*/ 483110 h 547312"/>
                <a:gd name="connsiteX14" fmla="*/ 227427 w 440747"/>
                <a:gd name="connsiteY14" fmla="*/ 483095 h 547312"/>
                <a:gd name="connsiteX15" fmla="*/ 230012 w 440747"/>
                <a:gd name="connsiteY15" fmla="*/ 483082 h 547312"/>
                <a:gd name="connsiteX16" fmla="*/ 232523 w 440747"/>
                <a:gd name="connsiteY16" fmla="*/ 483073 h 547312"/>
                <a:gd name="connsiteX17" fmla="*/ 234862 w 440747"/>
                <a:gd name="connsiteY17" fmla="*/ 483051 h 547312"/>
                <a:gd name="connsiteX18" fmla="*/ 241717 w 440747"/>
                <a:gd name="connsiteY18" fmla="*/ 482187 h 547312"/>
                <a:gd name="connsiteX19" fmla="*/ 242040 w 440747"/>
                <a:gd name="connsiteY19" fmla="*/ 477750 h 547312"/>
                <a:gd name="connsiteX20" fmla="*/ 241987 w 440747"/>
                <a:gd name="connsiteY20" fmla="*/ 475818 h 547312"/>
                <a:gd name="connsiteX21" fmla="*/ 241894 w 440747"/>
                <a:gd name="connsiteY21" fmla="*/ 469430 h 547312"/>
                <a:gd name="connsiteX22" fmla="*/ 241812 w 440747"/>
                <a:gd name="connsiteY22" fmla="*/ 464852 h 547312"/>
                <a:gd name="connsiteX23" fmla="*/ 241624 w 440747"/>
                <a:gd name="connsiteY23" fmla="*/ 452881 h 547312"/>
                <a:gd name="connsiteX24" fmla="*/ 241383 w 440747"/>
                <a:gd name="connsiteY24" fmla="*/ 438025 h 547312"/>
                <a:gd name="connsiteX25" fmla="*/ 240973 w 440747"/>
                <a:gd name="connsiteY25" fmla="*/ 413726 h 547312"/>
                <a:gd name="connsiteX26" fmla="*/ 200045 w 440747"/>
                <a:gd name="connsiteY26" fmla="*/ 413726 h 547312"/>
                <a:gd name="connsiteX27" fmla="*/ 294834 w 440747"/>
                <a:gd name="connsiteY27" fmla="*/ 413636 h 547312"/>
                <a:gd name="connsiteX28" fmla="*/ 292346 w 440747"/>
                <a:gd name="connsiteY28" fmla="*/ 418685 h 547312"/>
                <a:gd name="connsiteX29" fmla="*/ 292350 w 440747"/>
                <a:gd name="connsiteY29" fmla="*/ 420518 h 547312"/>
                <a:gd name="connsiteX30" fmla="*/ 292345 w 440747"/>
                <a:gd name="connsiteY30" fmla="*/ 426585 h 547312"/>
                <a:gd name="connsiteX31" fmla="*/ 292347 w 440747"/>
                <a:gd name="connsiteY31" fmla="*/ 430938 h 547312"/>
                <a:gd name="connsiteX32" fmla="*/ 292347 w 440747"/>
                <a:gd name="connsiteY32" fmla="*/ 439991 h 547312"/>
                <a:gd name="connsiteX33" fmla="*/ 292350 w 440747"/>
                <a:gd name="connsiteY33" fmla="*/ 451792 h 547312"/>
                <a:gd name="connsiteX34" fmla="*/ 292346 w 440747"/>
                <a:gd name="connsiteY34" fmla="*/ 460978 h 547312"/>
                <a:gd name="connsiteX35" fmla="*/ 292348 w 440747"/>
                <a:gd name="connsiteY35" fmla="*/ 465365 h 547312"/>
                <a:gd name="connsiteX36" fmla="*/ 292347 w 440747"/>
                <a:gd name="connsiteY36" fmla="*/ 471683 h 547312"/>
                <a:gd name="connsiteX37" fmla="*/ 292350 w 440747"/>
                <a:gd name="connsiteY37" fmla="*/ 473617 h 547312"/>
                <a:gd name="connsiteX38" fmla="*/ 293191 w 440747"/>
                <a:gd name="connsiteY38" fmla="*/ 482930 h 547312"/>
                <a:gd name="connsiteX39" fmla="*/ 294834 w 440747"/>
                <a:gd name="connsiteY39" fmla="*/ 483288 h 547312"/>
                <a:gd name="connsiteX40" fmla="*/ 297032 w 440747"/>
                <a:gd name="connsiteY40" fmla="*/ 483268 h 547312"/>
                <a:gd name="connsiteX41" fmla="*/ 299550 w 440747"/>
                <a:gd name="connsiteY41" fmla="*/ 483267 h 547312"/>
                <a:gd name="connsiteX42" fmla="*/ 302217 w 440747"/>
                <a:gd name="connsiteY42" fmla="*/ 483221 h 547312"/>
                <a:gd name="connsiteX43" fmla="*/ 307247 w 440747"/>
                <a:gd name="connsiteY43" fmla="*/ 483199 h 547312"/>
                <a:gd name="connsiteX44" fmla="*/ 313701 w 440747"/>
                <a:gd name="connsiteY44" fmla="*/ 483116 h 547312"/>
                <a:gd name="connsiteX45" fmla="*/ 334119 w 440747"/>
                <a:gd name="connsiteY45" fmla="*/ 482930 h 547312"/>
                <a:gd name="connsiteX46" fmla="*/ 334119 w 440747"/>
                <a:gd name="connsiteY46" fmla="*/ 413725 h 547312"/>
                <a:gd name="connsiteX47" fmla="*/ 313701 w 440747"/>
                <a:gd name="connsiteY47" fmla="*/ 413679 h 547312"/>
                <a:gd name="connsiteX48" fmla="*/ 304652 w 440747"/>
                <a:gd name="connsiteY48" fmla="*/ 413655 h 547312"/>
                <a:gd name="connsiteX49" fmla="*/ 302217 w 440747"/>
                <a:gd name="connsiteY49" fmla="*/ 413653 h 547312"/>
                <a:gd name="connsiteX50" fmla="*/ 299550 w 440747"/>
                <a:gd name="connsiteY50" fmla="*/ 413641 h 547312"/>
                <a:gd name="connsiteX51" fmla="*/ 297032 w 440747"/>
                <a:gd name="connsiteY51" fmla="*/ 413641 h 547312"/>
                <a:gd name="connsiteX52" fmla="*/ 294834 w 440747"/>
                <a:gd name="connsiteY52" fmla="*/ 413636 h 547312"/>
                <a:gd name="connsiteX53" fmla="*/ 146315 w 440747"/>
                <a:gd name="connsiteY53" fmla="*/ 413363 h 547312"/>
                <a:gd name="connsiteX54" fmla="*/ 144284 w 440747"/>
                <a:gd name="connsiteY54" fmla="*/ 413376 h 547312"/>
                <a:gd name="connsiteX55" fmla="*/ 141989 w 440747"/>
                <a:gd name="connsiteY55" fmla="*/ 413369 h 547312"/>
                <a:gd name="connsiteX56" fmla="*/ 139492 w 440747"/>
                <a:gd name="connsiteY56" fmla="*/ 413409 h 547312"/>
                <a:gd name="connsiteX57" fmla="*/ 134321 w 440747"/>
                <a:gd name="connsiteY57" fmla="*/ 413428 h 547312"/>
                <a:gd name="connsiteX58" fmla="*/ 126119 w 440747"/>
                <a:gd name="connsiteY58" fmla="*/ 413506 h 547312"/>
                <a:gd name="connsiteX59" fmla="*/ 120781 w 440747"/>
                <a:gd name="connsiteY59" fmla="*/ 413530 h 547312"/>
                <a:gd name="connsiteX60" fmla="*/ 118237 w 440747"/>
                <a:gd name="connsiteY60" fmla="*/ 413548 h 547312"/>
                <a:gd name="connsiteX61" fmla="*/ 115740 w 440747"/>
                <a:gd name="connsiteY61" fmla="*/ 413565 h 547312"/>
                <a:gd name="connsiteX62" fmla="*/ 113445 w 440747"/>
                <a:gd name="connsiteY62" fmla="*/ 413594 h 547312"/>
                <a:gd name="connsiteX63" fmla="*/ 109044 w 440747"/>
                <a:gd name="connsiteY63" fmla="*/ 418685 h 547312"/>
                <a:gd name="connsiteX64" fmla="*/ 109048 w 440747"/>
                <a:gd name="connsiteY64" fmla="*/ 420518 h 547312"/>
                <a:gd name="connsiteX65" fmla="*/ 109043 w 440747"/>
                <a:gd name="connsiteY65" fmla="*/ 426585 h 547312"/>
                <a:gd name="connsiteX66" fmla="*/ 109045 w 440747"/>
                <a:gd name="connsiteY66" fmla="*/ 430939 h 547312"/>
                <a:gd name="connsiteX67" fmla="*/ 109045 w 440747"/>
                <a:gd name="connsiteY67" fmla="*/ 439991 h 547312"/>
                <a:gd name="connsiteX68" fmla="*/ 109048 w 440747"/>
                <a:gd name="connsiteY68" fmla="*/ 451793 h 547312"/>
                <a:gd name="connsiteX69" fmla="*/ 109044 w 440747"/>
                <a:gd name="connsiteY69" fmla="*/ 460979 h 547312"/>
                <a:gd name="connsiteX70" fmla="*/ 109046 w 440747"/>
                <a:gd name="connsiteY70" fmla="*/ 465365 h 547312"/>
                <a:gd name="connsiteX71" fmla="*/ 109044 w 440747"/>
                <a:gd name="connsiteY71" fmla="*/ 471684 h 547312"/>
                <a:gd name="connsiteX72" fmla="*/ 109048 w 440747"/>
                <a:gd name="connsiteY72" fmla="*/ 473617 h 547312"/>
                <a:gd name="connsiteX73" fmla="*/ 109889 w 440747"/>
                <a:gd name="connsiteY73" fmla="*/ 482931 h 547312"/>
                <a:gd name="connsiteX74" fmla="*/ 111309 w 440747"/>
                <a:gd name="connsiteY74" fmla="*/ 483294 h 547312"/>
                <a:gd name="connsiteX75" fmla="*/ 113193 w 440747"/>
                <a:gd name="connsiteY75" fmla="*/ 483281 h 547312"/>
                <a:gd name="connsiteX76" fmla="*/ 115324 w 440747"/>
                <a:gd name="connsiteY76" fmla="*/ 483287 h 547312"/>
                <a:gd name="connsiteX77" fmla="*/ 117644 w 440747"/>
                <a:gd name="connsiteY77" fmla="*/ 483248 h 547312"/>
                <a:gd name="connsiteX78" fmla="*/ 122470 w 440747"/>
                <a:gd name="connsiteY78" fmla="*/ 483229 h 547312"/>
                <a:gd name="connsiteX79" fmla="*/ 130107 w 440747"/>
                <a:gd name="connsiteY79" fmla="*/ 483150 h 547312"/>
                <a:gd name="connsiteX80" fmla="*/ 135076 w 440747"/>
                <a:gd name="connsiteY80" fmla="*/ 483126 h 547312"/>
                <a:gd name="connsiteX81" fmla="*/ 137457 w 440747"/>
                <a:gd name="connsiteY81" fmla="*/ 483108 h 547312"/>
                <a:gd name="connsiteX82" fmla="*/ 139759 w 440747"/>
                <a:gd name="connsiteY82" fmla="*/ 483092 h 547312"/>
                <a:gd name="connsiteX83" fmla="*/ 141918 w 440747"/>
                <a:gd name="connsiteY83" fmla="*/ 483063 h 547312"/>
                <a:gd name="connsiteX84" fmla="*/ 149328 w 440747"/>
                <a:gd name="connsiteY84" fmla="*/ 482187 h 547312"/>
                <a:gd name="connsiteX85" fmla="*/ 148500 w 440747"/>
                <a:gd name="connsiteY85" fmla="*/ 475696 h 547312"/>
                <a:gd name="connsiteX86" fmla="*/ 148512 w 440747"/>
                <a:gd name="connsiteY86" fmla="*/ 473942 h 547312"/>
                <a:gd name="connsiteX87" fmla="*/ 148519 w 440747"/>
                <a:gd name="connsiteY87" fmla="*/ 470134 h 547312"/>
                <a:gd name="connsiteX88" fmla="*/ 148543 w 440747"/>
                <a:gd name="connsiteY88" fmla="*/ 463907 h 547312"/>
                <a:gd name="connsiteX89" fmla="*/ 148584 w 440747"/>
                <a:gd name="connsiteY89" fmla="*/ 448375 h 547312"/>
                <a:gd name="connsiteX90" fmla="*/ 148622 w 440747"/>
                <a:gd name="connsiteY90" fmla="*/ 434976 h 547312"/>
                <a:gd name="connsiteX91" fmla="*/ 148640 w 440747"/>
                <a:gd name="connsiteY91" fmla="*/ 428663 h 547312"/>
                <a:gd name="connsiteX92" fmla="*/ 148654 w 440747"/>
                <a:gd name="connsiteY92" fmla="*/ 424671 h 547312"/>
                <a:gd name="connsiteX93" fmla="*/ 148657 w 440747"/>
                <a:gd name="connsiteY93" fmla="*/ 422811 h 547312"/>
                <a:gd name="connsiteX94" fmla="*/ 147840 w 440747"/>
                <a:gd name="connsiteY94" fmla="*/ 413726 h 547312"/>
                <a:gd name="connsiteX95" fmla="*/ 146315 w 440747"/>
                <a:gd name="connsiteY95" fmla="*/ 413363 h 547312"/>
                <a:gd name="connsiteX96" fmla="*/ 112338 w 440747"/>
                <a:gd name="connsiteY96" fmla="*/ 3 h 547312"/>
                <a:gd name="connsiteX97" fmla="*/ 118414 w 440747"/>
                <a:gd name="connsiteY97" fmla="*/ 27 h 547312"/>
                <a:gd name="connsiteX98" fmla="*/ 122615 w 440747"/>
                <a:gd name="connsiteY98" fmla="*/ 34 h 547312"/>
                <a:gd name="connsiteX99" fmla="*/ 133695 w 440747"/>
                <a:gd name="connsiteY99" fmla="*/ 71 h 547312"/>
                <a:gd name="connsiteX100" fmla="*/ 146977 w 440747"/>
                <a:gd name="connsiteY100" fmla="*/ 104 h 547312"/>
                <a:gd name="connsiteX101" fmla="*/ 167175 w 440747"/>
                <a:gd name="connsiteY101" fmla="*/ 173 h 547312"/>
                <a:gd name="connsiteX102" fmla="*/ 167175 w 440747"/>
                <a:gd name="connsiteY102" fmla="*/ 32171 h 547312"/>
                <a:gd name="connsiteX103" fmla="*/ 169408 w 440747"/>
                <a:gd name="connsiteY103" fmla="*/ 30683 h 547312"/>
                <a:gd name="connsiteX104" fmla="*/ 173546 w 440747"/>
                <a:gd name="connsiteY104" fmla="*/ 30504 h 547312"/>
                <a:gd name="connsiteX105" fmla="*/ 176155 w 440747"/>
                <a:gd name="connsiteY105" fmla="*/ 30497 h 547312"/>
                <a:gd name="connsiteX106" fmla="*/ 179020 w 440747"/>
                <a:gd name="connsiteY106" fmla="*/ 30514 h 547312"/>
                <a:gd name="connsiteX107" fmla="*/ 182034 w 440747"/>
                <a:gd name="connsiteY107" fmla="*/ 30513 h 547312"/>
                <a:gd name="connsiteX108" fmla="*/ 190220 w 440747"/>
                <a:gd name="connsiteY108" fmla="*/ 30532 h 547312"/>
                <a:gd name="connsiteX109" fmla="*/ 198774 w 440747"/>
                <a:gd name="connsiteY109" fmla="*/ 30544 h 547312"/>
                <a:gd name="connsiteX110" fmla="*/ 214974 w 440747"/>
                <a:gd name="connsiteY110" fmla="*/ 30575 h 547312"/>
                <a:gd name="connsiteX111" fmla="*/ 233416 w 440747"/>
                <a:gd name="connsiteY111" fmla="*/ 30608 h 547312"/>
                <a:gd name="connsiteX112" fmla="*/ 271355 w 440747"/>
                <a:gd name="connsiteY112" fmla="*/ 30683 h 547312"/>
                <a:gd name="connsiteX113" fmla="*/ 271355 w 440747"/>
                <a:gd name="connsiteY113" fmla="*/ 32171 h 547312"/>
                <a:gd name="connsiteX114" fmla="*/ 273587 w 440747"/>
                <a:gd name="connsiteY114" fmla="*/ 32171 h 547312"/>
                <a:gd name="connsiteX115" fmla="*/ 273587 w 440747"/>
                <a:gd name="connsiteY115" fmla="*/ 173 h 547312"/>
                <a:gd name="connsiteX116" fmla="*/ 333863 w 440747"/>
                <a:gd name="connsiteY116" fmla="*/ 173 h 547312"/>
                <a:gd name="connsiteX117" fmla="*/ 333863 w 440747"/>
                <a:gd name="connsiteY117" fmla="*/ 32171 h 547312"/>
                <a:gd name="connsiteX118" fmla="*/ 336095 w 440747"/>
                <a:gd name="connsiteY118" fmla="*/ 30683 h 547312"/>
                <a:gd name="connsiteX119" fmla="*/ 339960 w 440747"/>
                <a:gd name="connsiteY119" fmla="*/ 30499 h 547312"/>
                <a:gd name="connsiteX120" fmla="*/ 342385 w 440747"/>
                <a:gd name="connsiteY120" fmla="*/ 30489 h 547312"/>
                <a:gd name="connsiteX121" fmla="*/ 345045 w 440747"/>
                <a:gd name="connsiteY121" fmla="*/ 30502 h 547312"/>
                <a:gd name="connsiteX122" fmla="*/ 347847 w 440747"/>
                <a:gd name="connsiteY122" fmla="*/ 30498 h 547312"/>
                <a:gd name="connsiteX123" fmla="*/ 355457 w 440747"/>
                <a:gd name="connsiteY123" fmla="*/ 30507 h 547312"/>
                <a:gd name="connsiteX124" fmla="*/ 363420 w 440747"/>
                <a:gd name="connsiteY124" fmla="*/ 30512 h 547312"/>
                <a:gd name="connsiteX125" fmla="*/ 376795 w 440747"/>
                <a:gd name="connsiteY125" fmla="*/ 30529 h 547312"/>
                <a:gd name="connsiteX126" fmla="*/ 392257 w 440747"/>
                <a:gd name="connsiteY126" fmla="*/ 30544 h 547312"/>
                <a:gd name="connsiteX127" fmla="*/ 407129 w 440747"/>
                <a:gd name="connsiteY127" fmla="*/ 30554 h 547312"/>
                <a:gd name="connsiteX128" fmla="*/ 413459 w 440747"/>
                <a:gd name="connsiteY128" fmla="*/ 30558 h 547312"/>
                <a:gd name="connsiteX129" fmla="*/ 422299 w 440747"/>
                <a:gd name="connsiteY129" fmla="*/ 30574 h 547312"/>
                <a:gd name="connsiteX130" fmla="*/ 424955 w 440747"/>
                <a:gd name="connsiteY130" fmla="*/ 30573 h 547312"/>
                <a:gd name="connsiteX131" fmla="*/ 427386 w 440747"/>
                <a:gd name="connsiteY131" fmla="*/ 30583 h 547312"/>
                <a:gd name="connsiteX132" fmla="*/ 429498 w 440747"/>
                <a:gd name="connsiteY132" fmla="*/ 30587 h 547312"/>
                <a:gd name="connsiteX133" fmla="*/ 434322 w 440747"/>
                <a:gd name="connsiteY133" fmla="*/ 31427 h 547312"/>
                <a:gd name="connsiteX134" fmla="*/ 435162 w 440747"/>
                <a:gd name="connsiteY134" fmla="*/ 38810 h 547312"/>
                <a:gd name="connsiteX135" fmla="*/ 435166 w 440747"/>
                <a:gd name="connsiteY135" fmla="*/ 40655 h 547312"/>
                <a:gd name="connsiteX136" fmla="*/ 435165 w 440747"/>
                <a:gd name="connsiteY136" fmla="*/ 46708 h 547312"/>
                <a:gd name="connsiteX137" fmla="*/ 435167 w 440747"/>
                <a:gd name="connsiteY137" fmla="*/ 50900 h 547312"/>
                <a:gd name="connsiteX138" fmla="*/ 435163 w 440747"/>
                <a:gd name="connsiteY138" fmla="*/ 59693 h 547312"/>
                <a:gd name="connsiteX139" fmla="*/ 435166 w 440747"/>
                <a:gd name="connsiteY139" fmla="*/ 70989 h 547312"/>
                <a:gd name="connsiteX140" fmla="*/ 435165 w 440747"/>
                <a:gd name="connsiteY140" fmla="*/ 79647 h 547312"/>
                <a:gd name="connsiteX141" fmla="*/ 435167 w 440747"/>
                <a:gd name="connsiteY141" fmla="*/ 83813 h 547312"/>
                <a:gd name="connsiteX142" fmla="*/ 435162 w 440747"/>
                <a:gd name="connsiteY142" fmla="*/ 89624 h 547312"/>
                <a:gd name="connsiteX143" fmla="*/ 435167 w 440747"/>
                <a:gd name="connsiteY143" fmla="*/ 91380 h 547312"/>
                <a:gd name="connsiteX144" fmla="*/ 434322 w 440747"/>
                <a:gd name="connsiteY144" fmla="*/ 96167 h 547312"/>
                <a:gd name="connsiteX145" fmla="*/ 430418 w 440747"/>
                <a:gd name="connsiteY145" fmla="*/ 96256 h 547312"/>
                <a:gd name="connsiteX146" fmla="*/ 427854 w 440747"/>
                <a:gd name="connsiteY146" fmla="*/ 96260 h 547312"/>
                <a:gd name="connsiteX147" fmla="*/ 425015 w 440747"/>
                <a:gd name="connsiteY147" fmla="*/ 96251 h 547312"/>
                <a:gd name="connsiteX148" fmla="*/ 422046 w 440747"/>
                <a:gd name="connsiteY148" fmla="*/ 96252 h 547312"/>
                <a:gd name="connsiteX149" fmla="*/ 413961 w 440747"/>
                <a:gd name="connsiteY149" fmla="*/ 96242 h 547312"/>
                <a:gd name="connsiteX150" fmla="*/ 405520 w 440747"/>
                <a:gd name="connsiteY150" fmla="*/ 96236 h 547312"/>
                <a:gd name="connsiteX151" fmla="*/ 389525 w 440747"/>
                <a:gd name="connsiteY151" fmla="*/ 96221 h 547312"/>
                <a:gd name="connsiteX152" fmla="*/ 371321 w 440747"/>
                <a:gd name="connsiteY152" fmla="*/ 96204 h 547312"/>
                <a:gd name="connsiteX153" fmla="*/ 333863 w 440747"/>
                <a:gd name="connsiteY153" fmla="*/ 96167 h 547312"/>
                <a:gd name="connsiteX154" fmla="*/ 333893 w 440747"/>
                <a:gd name="connsiteY154" fmla="*/ 97400 h 547312"/>
                <a:gd name="connsiteX155" fmla="*/ 334108 w 440747"/>
                <a:gd name="connsiteY155" fmla="*/ 110074 h 547312"/>
                <a:gd name="connsiteX156" fmla="*/ 334200 w 440747"/>
                <a:gd name="connsiteY156" fmla="*/ 114808 h 547312"/>
                <a:gd name="connsiteX157" fmla="*/ 334299 w 440747"/>
                <a:gd name="connsiteY157" fmla="*/ 121601 h 547312"/>
                <a:gd name="connsiteX158" fmla="*/ 334369 w 440747"/>
                <a:gd name="connsiteY158" fmla="*/ 123748 h 547312"/>
                <a:gd name="connsiteX159" fmla="*/ 333863 w 440747"/>
                <a:gd name="connsiteY159" fmla="*/ 128909 h 547312"/>
                <a:gd name="connsiteX160" fmla="*/ 324246 w 440747"/>
                <a:gd name="connsiteY160" fmla="*/ 130498 h 547312"/>
                <a:gd name="connsiteX161" fmla="*/ 322748 w 440747"/>
                <a:gd name="connsiteY161" fmla="*/ 130477 h 547312"/>
                <a:gd name="connsiteX162" fmla="*/ 317893 w 440747"/>
                <a:gd name="connsiteY162" fmla="*/ 130380 h 547312"/>
                <a:gd name="connsiteX163" fmla="*/ 314508 w 440747"/>
                <a:gd name="connsiteY163" fmla="*/ 130324 h 547312"/>
                <a:gd name="connsiteX164" fmla="*/ 305634 w 440747"/>
                <a:gd name="connsiteY164" fmla="*/ 130155 h 547312"/>
                <a:gd name="connsiteX165" fmla="*/ 296566 w 440747"/>
                <a:gd name="connsiteY165" fmla="*/ 129990 h 547312"/>
                <a:gd name="connsiteX166" fmla="*/ 278796 w 440747"/>
                <a:gd name="connsiteY166" fmla="*/ 129653 h 547312"/>
                <a:gd name="connsiteX167" fmla="*/ 280808 w 440747"/>
                <a:gd name="connsiteY167" fmla="*/ 129738 h 547312"/>
                <a:gd name="connsiteX168" fmla="*/ 283447 w 440747"/>
                <a:gd name="connsiteY168" fmla="*/ 129886 h 547312"/>
                <a:gd name="connsiteX169" fmla="*/ 286063 w 440747"/>
                <a:gd name="connsiteY169" fmla="*/ 130017 h 547312"/>
                <a:gd name="connsiteX170" fmla="*/ 291447 w 440747"/>
                <a:gd name="connsiteY170" fmla="*/ 132630 h 547312"/>
                <a:gd name="connsiteX171" fmla="*/ 294804 w 440747"/>
                <a:gd name="connsiteY171" fmla="*/ 132984 h 547312"/>
                <a:gd name="connsiteX172" fmla="*/ 296698 w 440747"/>
                <a:gd name="connsiteY172" fmla="*/ 133054 h 547312"/>
                <a:gd name="connsiteX173" fmla="*/ 298656 w 440747"/>
                <a:gd name="connsiteY173" fmla="*/ 133095 h 547312"/>
                <a:gd name="connsiteX174" fmla="*/ 302525 w 440747"/>
                <a:gd name="connsiteY174" fmla="*/ 133217 h 547312"/>
                <a:gd name="connsiteX175" fmla="*/ 304250 w 440747"/>
                <a:gd name="connsiteY175" fmla="*/ 133257 h 547312"/>
                <a:gd name="connsiteX176" fmla="*/ 306330 w 440747"/>
                <a:gd name="connsiteY176" fmla="*/ 134118 h 547312"/>
                <a:gd name="connsiteX177" fmla="*/ 306402 w 440747"/>
                <a:gd name="connsiteY177" fmla="*/ 137121 h 547312"/>
                <a:gd name="connsiteX178" fmla="*/ 306395 w 440747"/>
                <a:gd name="connsiteY178" fmla="*/ 138945 h 547312"/>
                <a:gd name="connsiteX179" fmla="*/ 306376 w 440747"/>
                <a:gd name="connsiteY179" fmla="*/ 140862 h 547312"/>
                <a:gd name="connsiteX180" fmla="*/ 306366 w 440747"/>
                <a:gd name="connsiteY180" fmla="*/ 142788 h 547312"/>
                <a:gd name="connsiteX181" fmla="*/ 306330 w 440747"/>
                <a:gd name="connsiteY181" fmla="*/ 147513 h 547312"/>
                <a:gd name="connsiteX182" fmla="*/ 304097 w 440747"/>
                <a:gd name="connsiteY182" fmla="*/ 147513 h 547312"/>
                <a:gd name="connsiteX183" fmla="*/ 303987 w 440747"/>
                <a:gd name="connsiteY183" fmla="*/ 150254 h 547312"/>
                <a:gd name="connsiteX184" fmla="*/ 303818 w 440747"/>
                <a:gd name="connsiteY184" fmla="*/ 153791 h 547312"/>
                <a:gd name="connsiteX185" fmla="*/ 303748 w 440747"/>
                <a:gd name="connsiteY185" fmla="*/ 155601 h 547312"/>
                <a:gd name="connsiteX186" fmla="*/ 303353 w 440747"/>
                <a:gd name="connsiteY186" fmla="*/ 160163 h 547312"/>
                <a:gd name="connsiteX187" fmla="*/ 301865 w 440747"/>
                <a:gd name="connsiteY187" fmla="*/ 160907 h 547312"/>
                <a:gd name="connsiteX188" fmla="*/ 301493 w 440747"/>
                <a:gd name="connsiteY188" fmla="*/ 164535 h 547312"/>
                <a:gd name="connsiteX189" fmla="*/ 299632 w 440747"/>
                <a:gd name="connsiteY189" fmla="*/ 170581 h 547312"/>
                <a:gd name="connsiteX190" fmla="*/ 301478 w 440747"/>
                <a:gd name="connsiteY190" fmla="*/ 170591 h 547312"/>
                <a:gd name="connsiteX191" fmla="*/ 345874 w 440747"/>
                <a:gd name="connsiteY191" fmla="*/ 170833 h 547312"/>
                <a:gd name="connsiteX192" fmla="*/ 367343 w 440747"/>
                <a:gd name="connsiteY192" fmla="*/ 170951 h 547312"/>
                <a:gd name="connsiteX193" fmla="*/ 386049 w 440747"/>
                <a:gd name="connsiteY193" fmla="*/ 171055 h 547312"/>
                <a:gd name="connsiteX194" fmla="*/ 395960 w 440747"/>
                <a:gd name="connsiteY194" fmla="*/ 171109 h 547312"/>
                <a:gd name="connsiteX195" fmla="*/ 405277 w 440747"/>
                <a:gd name="connsiteY195" fmla="*/ 171162 h 547312"/>
                <a:gd name="connsiteX196" fmla="*/ 408707 w 440747"/>
                <a:gd name="connsiteY196" fmla="*/ 171179 h 547312"/>
                <a:gd name="connsiteX197" fmla="*/ 413369 w 440747"/>
                <a:gd name="connsiteY197" fmla="*/ 171207 h 547312"/>
                <a:gd name="connsiteX198" fmla="*/ 416011 w 440747"/>
                <a:gd name="connsiteY198" fmla="*/ 171222 h 547312"/>
                <a:gd name="connsiteX199" fmla="*/ 418695 w 440747"/>
                <a:gd name="connsiteY199" fmla="*/ 172069 h 547312"/>
                <a:gd name="connsiteX200" fmla="*/ 418791 w 440747"/>
                <a:gd name="connsiteY200" fmla="*/ 177607 h 547312"/>
                <a:gd name="connsiteX201" fmla="*/ 418795 w 440747"/>
                <a:gd name="connsiteY201" fmla="*/ 179363 h 547312"/>
                <a:gd name="connsiteX202" fmla="*/ 418794 w 440747"/>
                <a:gd name="connsiteY202" fmla="*/ 185138 h 547312"/>
                <a:gd name="connsiteX203" fmla="*/ 418796 w 440747"/>
                <a:gd name="connsiteY203" fmla="*/ 189134 h 547312"/>
                <a:gd name="connsiteX204" fmla="*/ 418792 w 440747"/>
                <a:gd name="connsiteY204" fmla="*/ 197519 h 547312"/>
                <a:gd name="connsiteX205" fmla="*/ 418794 w 440747"/>
                <a:gd name="connsiteY205" fmla="*/ 208292 h 547312"/>
                <a:gd name="connsiteX206" fmla="*/ 418794 w 440747"/>
                <a:gd name="connsiteY206" fmla="*/ 216546 h 547312"/>
                <a:gd name="connsiteX207" fmla="*/ 418796 w 440747"/>
                <a:gd name="connsiteY207" fmla="*/ 220520 h 547312"/>
                <a:gd name="connsiteX208" fmla="*/ 418791 w 440747"/>
                <a:gd name="connsiteY208" fmla="*/ 226063 h 547312"/>
                <a:gd name="connsiteX209" fmla="*/ 418796 w 440747"/>
                <a:gd name="connsiteY209" fmla="*/ 227738 h 547312"/>
                <a:gd name="connsiteX210" fmla="*/ 417951 w 440747"/>
                <a:gd name="connsiteY210" fmla="*/ 232345 h 547312"/>
                <a:gd name="connsiteX211" fmla="*/ 414895 w 440747"/>
                <a:gd name="connsiteY211" fmla="*/ 232462 h 547312"/>
                <a:gd name="connsiteX212" fmla="*/ 412900 w 440747"/>
                <a:gd name="connsiteY212" fmla="*/ 232484 h 547312"/>
                <a:gd name="connsiteX213" fmla="*/ 410694 w 440747"/>
                <a:gd name="connsiteY213" fmla="*/ 232497 h 547312"/>
                <a:gd name="connsiteX214" fmla="*/ 408384 w 440747"/>
                <a:gd name="connsiteY214" fmla="*/ 232520 h 547312"/>
                <a:gd name="connsiteX215" fmla="*/ 400786 w 440747"/>
                <a:gd name="connsiteY215" fmla="*/ 232580 h 547312"/>
                <a:gd name="connsiteX216" fmla="*/ 395534 w 440747"/>
                <a:gd name="connsiteY216" fmla="*/ 232627 h 547312"/>
                <a:gd name="connsiteX217" fmla="*/ 381679 w 440747"/>
                <a:gd name="connsiteY217" fmla="*/ 232741 h 547312"/>
                <a:gd name="connsiteX218" fmla="*/ 367554 w 440747"/>
                <a:gd name="connsiteY218" fmla="*/ 232861 h 547312"/>
                <a:gd name="connsiteX219" fmla="*/ 339816 w 440747"/>
                <a:gd name="connsiteY219" fmla="*/ 233089 h 547312"/>
                <a:gd name="connsiteX220" fmla="*/ 342016 w 440747"/>
                <a:gd name="connsiteY220" fmla="*/ 234821 h 547312"/>
                <a:gd name="connsiteX221" fmla="*/ 345025 w 440747"/>
                <a:gd name="connsiteY221" fmla="*/ 240530 h 547312"/>
                <a:gd name="connsiteX222" fmla="*/ 347257 w 440747"/>
                <a:gd name="connsiteY222" fmla="*/ 241274 h 547312"/>
                <a:gd name="connsiteX223" fmla="*/ 350234 w 440747"/>
                <a:gd name="connsiteY223" fmla="*/ 246995 h 547312"/>
                <a:gd name="connsiteX224" fmla="*/ 353210 w 440747"/>
                <a:gd name="connsiteY224" fmla="*/ 250204 h 547312"/>
                <a:gd name="connsiteX225" fmla="*/ 353210 w 440747"/>
                <a:gd name="connsiteY225" fmla="*/ 253181 h 547312"/>
                <a:gd name="connsiteX226" fmla="*/ 355443 w 440747"/>
                <a:gd name="connsiteY226" fmla="*/ 253181 h 547312"/>
                <a:gd name="connsiteX227" fmla="*/ 356187 w 440747"/>
                <a:gd name="connsiteY227" fmla="*/ 256901 h 547312"/>
                <a:gd name="connsiteX228" fmla="*/ 358419 w 440747"/>
                <a:gd name="connsiteY228" fmla="*/ 259134 h 547312"/>
                <a:gd name="connsiteX229" fmla="*/ 359164 w 440747"/>
                <a:gd name="connsiteY229" fmla="*/ 261366 h 547312"/>
                <a:gd name="connsiteX230" fmla="*/ 360652 w 440747"/>
                <a:gd name="connsiteY230" fmla="*/ 262110 h 547312"/>
                <a:gd name="connsiteX231" fmla="*/ 362140 w 440747"/>
                <a:gd name="connsiteY231" fmla="*/ 267319 h 547312"/>
                <a:gd name="connsiteX232" fmla="*/ 363628 w 440747"/>
                <a:gd name="connsiteY232" fmla="*/ 268063 h 547312"/>
                <a:gd name="connsiteX233" fmla="*/ 363954 w 440747"/>
                <a:gd name="connsiteY233" fmla="*/ 269924 h 547312"/>
                <a:gd name="connsiteX234" fmla="*/ 364373 w 440747"/>
                <a:gd name="connsiteY234" fmla="*/ 271784 h 547312"/>
                <a:gd name="connsiteX235" fmla="*/ 366605 w 440747"/>
                <a:gd name="connsiteY235" fmla="*/ 272528 h 547312"/>
                <a:gd name="connsiteX236" fmla="*/ 367349 w 440747"/>
                <a:gd name="connsiteY236" fmla="*/ 276993 h 547312"/>
                <a:gd name="connsiteX237" fmla="*/ 368837 w 440747"/>
                <a:gd name="connsiteY237" fmla="*/ 277737 h 547312"/>
                <a:gd name="connsiteX238" fmla="*/ 370326 w 440747"/>
                <a:gd name="connsiteY238" fmla="*/ 282202 h 547312"/>
                <a:gd name="connsiteX239" fmla="*/ 371814 w 440747"/>
                <a:gd name="connsiteY239" fmla="*/ 282946 h 547312"/>
                <a:gd name="connsiteX240" fmla="*/ 372139 w 440747"/>
                <a:gd name="connsiteY240" fmla="*/ 285132 h 547312"/>
                <a:gd name="connsiteX241" fmla="*/ 372558 w 440747"/>
                <a:gd name="connsiteY241" fmla="*/ 287411 h 547312"/>
                <a:gd name="connsiteX242" fmla="*/ 374790 w 440747"/>
                <a:gd name="connsiteY242" fmla="*/ 288899 h 547312"/>
                <a:gd name="connsiteX243" fmla="*/ 375535 w 440747"/>
                <a:gd name="connsiteY243" fmla="*/ 294108 h 547312"/>
                <a:gd name="connsiteX244" fmla="*/ 377023 w 440747"/>
                <a:gd name="connsiteY244" fmla="*/ 294852 h 547312"/>
                <a:gd name="connsiteX245" fmla="*/ 378093 w 440747"/>
                <a:gd name="connsiteY245" fmla="*/ 299457 h 547312"/>
                <a:gd name="connsiteX246" fmla="*/ 378511 w 440747"/>
                <a:gd name="connsiteY246" fmla="*/ 300806 h 547312"/>
                <a:gd name="connsiteX247" fmla="*/ 379999 w 440747"/>
                <a:gd name="connsiteY247" fmla="*/ 301550 h 547312"/>
                <a:gd name="connsiteX248" fmla="*/ 380465 w 440747"/>
                <a:gd name="connsiteY248" fmla="*/ 304945 h 547312"/>
                <a:gd name="connsiteX249" fmla="*/ 380633 w 440747"/>
                <a:gd name="connsiteY249" fmla="*/ 306808 h 547312"/>
                <a:gd name="connsiteX250" fmla="*/ 380744 w 440747"/>
                <a:gd name="connsiteY250" fmla="*/ 308247 h 547312"/>
                <a:gd name="connsiteX251" fmla="*/ 382976 w 440747"/>
                <a:gd name="connsiteY251" fmla="*/ 308247 h 547312"/>
                <a:gd name="connsiteX252" fmla="*/ 382871 w 440747"/>
                <a:gd name="connsiteY252" fmla="*/ 309849 h 547312"/>
                <a:gd name="connsiteX253" fmla="*/ 382790 w 440747"/>
                <a:gd name="connsiteY253" fmla="*/ 311921 h 547312"/>
                <a:gd name="connsiteX254" fmla="*/ 382685 w 440747"/>
                <a:gd name="connsiteY254" fmla="*/ 313988 h 547312"/>
                <a:gd name="connsiteX255" fmla="*/ 382976 w 440747"/>
                <a:gd name="connsiteY255" fmla="*/ 315688 h 547312"/>
                <a:gd name="connsiteX256" fmla="*/ 385953 w 440747"/>
                <a:gd name="connsiteY256" fmla="*/ 316433 h 547312"/>
                <a:gd name="connsiteX257" fmla="*/ 385953 w 440747"/>
                <a:gd name="connsiteY257" fmla="*/ 320153 h 547312"/>
                <a:gd name="connsiteX258" fmla="*/ 383720 w 440747"/>
                <a:gd name="connsiteY258" fmla="*/ 320897 h 547312"/>
                <a:gd name="connsiteX259" fmla="*/ 383116 w 440747"/>
                <a:gd name="connsiteY259" fmla="*/ 322758 h 547312"/>
                <a:gd name="connsiteX260" fmla="*/ 382232 w 440747"/>
                <a:gd name="connsiteY260" fmla="*/ 324618 h 547312"/>
                <a:gd name="connsiteX261" fmla="*/ 377767 w 440747"/>
                <a:gd name="connsiteY261" fmla="*/ 325362 h 547312"/>
                <a:gd name="connsiteX262" fmla="*/ 377441 w 440747"/>
                <a:gd name="connsiteY262" fmla="*/ 326897 h 547312"/>
                <a:gd name="connsiteX263" fmla="*/ 377023 w 440747"/>
                <a:gd name="connsiteY263" fmla="*/ 328339 h 547312"/>
                <a:gd name="connsiteX264" fmla="*/ 371814 w 440747"/>
                <a:gd name="connsiteY264" fmla="*/ 328339 h 547312"/>
                <a:gd name="connsiteX265" fmla="*/ 371814 w 440747"/>
                <a:gd name="connsiteY265" fmla="*/ 331315 h 547312"/>
                <a:gd name="connsiteX266" fmla="*/ 367349 w 440747"/>
                <a:gd name="connsiteY266" fmla="*/ 332804 h 547312"/>
                <a:gd name="connsiteX267" fmla="*/ 366605 w 440747"/>
                <a:gd name="connsiteY267" fmla="*/ 335036 h 547312"/>
                <a:gd name="connsiteX268" fmla="*/ 364791 w 440747"/>
                <a:gd name="connsiteY268" fmla="*/ 335362 h 547312"/>
                <a:gd name="connsiteX269" fmla="*/ 362884 w 440747"/>
                <a:gd name="connsiteY269" fmla="*/ 335780 h 547312"/>
                <a:gd name="connsiteX270" fmla="*/ 362140 w 440747"/>
                <a:gd name="connsiteY270" fmla="*/ 337268 h 547312"/>
                <a:gd name="connsiteX271" fmla="*/ 361396 w 440747"/>
                <a:gd name="connsiteY271" fmla="*/ 338757 h 547312"/>
                <a:gd name="connsiteX272" fmla="*/ 357675 w 440747"/>
                <a:gd name="connsiteY272" fmla="*/ 339501 h 547312"/>
                <a:gd name="connsiteX273" fmla="*/ 356931 w 440747"/>
                <a:gd name="connsiteY273" fmla="*/ 341733 h 547312"/>
                <a:gd name="connsiteX274" fmla="*/ 354699 w 440747"/>
                <a:gd name="connsiteY274" fmla="*/ 341640 h 547312"/>
                <a:gd name="connsiteX275" fmla="*/ 352466 w 440747"/>
                <a:gd name="connsiteY275" fmla="*/ 341733 h 547312"/>
                <a:gd name="connsiteX276" fmla="*/ 352141 w 440747"/>
                <a:gd name="connsiteY276" fmla="*/ 343594 h 547312"/>
                <a:gd name="connsiteX277" fmla="*/ 351722 w 440747"/>
                <a:gd name="connsiteY277" fmla="*/ 345454 h 547312"/>
                <a:gd name="connsiteX278" fmla="*/ 346513 w 440747"/>
                <a:gd name="connsiteY278" fmla="*/ 345454 h 547312"/>
                <a:gd name="connsiteX279" fmla="*/ 346513 w 440747"/>
                <a:gd name="connsiteY279" fmla="*/ 348431 h 547312"/>
                <a:gd name="connsiteX280" fmla="*/ 342048 w 440747"/>
                <a:gd name="connsiteY280" fmla="*/ 349919 h 547312"/>
                <a:gd name="connsiteX281" fmla="*/ 340560 w 440747"/>
                <a:gd name="connsiteY281" fmla="*/ 351407 h 547312"/>
                <a:gd name="connsiteX282" fmla="*/ 342528 w 440747"/>
                <a:gd name="connsiteY282" fmla="*/ 351415 h 547312"/>
                <a:gd name="connsiteX283" fmla="*/ 360858 w 440747"/>
                <a:gd name="connsiteY283" fmla="*/ 351544 h 547312"/>
                <a:gd name="connsiteX284" fmla="*/ 370282 w 440747"/>
                <a:gd name="connsiteY284" fmla="*/ 351609 h 547312"/>
                <a:gd name="connsiteX285" fmla="*/ 379373 w 440747"/>
                <a:gd name="connsiteY285" fmla="*/ 351681 h 547312"/>
                <a:gd name="connsiteX286" fmla="*/ 382846 w 440747"/>
                <a:gd name="connsiteY286" fmla="*/ 351699 h 547312"/>
                <a:gd name="connsiteX287" fmla="*/ 387699 w 440747"/>
                <a:gd name="connsiteY287" fmla="*/ 351745 h 547312"/>
                <a:gd name="connsiteX288" fmla="*/ 390493 w 440747"/>
                <a:gd name="connsiteY288" fmla="*/ 351765 h 547312"/>
                <a:gd name="connsiteX289" fmla="*/ 393517 w 440747"/>
                <a:gd name="connsiteY289" fmla="*/ 353349 h 547312"/>
                <a:gd name="connsiteX290" fmla="*/ 394327 w 440747"/>
                <a:gd name="connsiteY290" fmla="*/ 360155 h 547312"/>
                <a:gd name="connsiteX291" fmla="*/ 394334 w 440747"/>
                <a:gd name="connsiteY291" fmla="*/ 361685 h 547312"/>
                <a:gd name="connsiteX292" fmla="*/ 394331 w 440747"/>
                <a:gd name="connsiteY292" fmla="*/ 366758 h 547312"/>
                <a:gd name="connsiteX293" fmla="*/ 394339 w 440747"/>
                <a:gd name="connsiteY293" fmla="*/ 370396 h 547312"/>
                <a:gd name="connsiteX294" fmla="*/ 394338 w 440747"/>
                <a:gd name="connsiteY294" fmla="*/ 380275 h 547312"/>
                <a:gd name="connsiteX295" fmla="*/ 394340 w 440747"/>
                <a:gd name="connsiteY295" fmla="*/ 390610 h 547312"/>
                <a:gd name="connsiteX296" fmla="*/ 394332 w 440747"/>
                <a:gd name="connsiteY296" fmla="*/ 407965 h 547312"/>
                <a:gd name="connsiteX297" fmla="*/ 394335 w 440747"/>
                <a:gd name="connsiteY297" fmla="*/ 428037 h 547312"/>
                <a:gd name="connsiteX298" fmla="*/ 394339 w 440747"/>
                <a:gd name="connsiteY298" fmla="*/ 445263 h 547312"/>
                <a:gd name="connsiteX299" fmla="*/ 394341 w 440747"/>
                <a:gd name="connsiteY299" fmla="*/ 455555 h 547312"/>
                <a:gd name="connsiteX300" fmla="*/ 394334 w 440747"/>
                <a:gd name="connsiteY300" fmla="*/ 465229 h 547312"/>
                <a:gd name="connsiteX301" fmla="*/ 394336 w 440747"/>
                <a:gd name="connsiteY301" fmla="*/ 468782 h 547312"/>
                <a:gd name="connsiteX302" fmla="*/ 394327 w 440747"/>
                <a:gd name="connsiteY302" fmla="*/ 473628 h 547312"/>
                <a:gd name="connsiteX303" fmla="*/ 394325 w 440747"/>
                <a:gd name="connsiteY303" fmla="*/ 476368 h 547312"/>
                <a:gd name="connsiteX304" fmla="*/ 392650 w 440747"/>
                <a:gd name="connsiteY304" fmla="*/ 481632 h 547312"/>
                <a:gd name="connsiteX305" fmla="*/ 394292 w 440747"/>
                <a:gd name="connsiteY305" fmla="*/ 481627 h 547312"/>
                <a:gd name="connsiteX306" fmla="*/ 409630 w 440747"/>
                <a:gd name="connsiteY306" fmla="*/ 481593 h 547312"/>
                <a:gd name="connsiteX307" fmla="*/ 417516 w 440747"/>
                <a:gd name="connsiteY307" fmla="*/ 481576 h 547312"/>
                <a:gd name="connsiteX308" fmla="*/ 426587 w 440747"/>
                <a:gd name="connsiteY308" fmla="*/ 481559 h 547312"/>
                <a:gd name="connsiteX309" fmla="*/ 429439 w 440747"/>
                <a:gd name="connsiteY309" fmla="*/ 481547 h 547312"/>
                <a:gd name="connsiteX310" fmla="*/ 432101 w 440747"/>
                <a:gd name="connsiteY310" fmla="*/ 481547 h 547312"/>
                <a:gd name="connsiteX311" fmla="*/ 434440 w 440747"/>
                <a:gd name="connsiteY311" fmla="*/ 481542 h 547312"/>
                <a:gd name="connsiteX312" fmla="*/ 436554 w 440747"/>
                <a:gd name="connsiteY312" fmla="*/ 481632 h 547312"/>
                <a:gd name="connsiteX313" fmla="*/ 438664 w 440747"/>
                <a:gd name="connsiteY313" fmla="*/ 481642 h 547312"/>
                <a:gd name="connsiteX314" fmla="*/ 440275 w 440747"/>
                <a:gd name="connsiteY314" fmla="*/ 482376 h 547312"/>
                <a:gd name="connsiteX315" fmla="*/ 440733 w 440747"/>
                <a:gd name="connsiteY315" fmla="*/ 488243 h 547312"/>
                <a:gd name="connsiteX316" fmla="*/ 440745 w 440747"/>
                <a:gd name="connsiteY316" fmla="*/ 490106 h 547312"/>
                <a:gd name="connsiteX317" fmla="*/ 440717 w 440747"/>
                <a:gd name="connsiteY317" fmla="*/ 496233 h 547312"/>
                <a:gd name="connsiteX318" fmla="*/ 440717 w 440747"/>
                <a:gd name="connsiteY318" fmla="*/ 500473 h 547312"/>
                <a:gd name="connsiteX319" fmla="*/ 440678 w 440747"/>
                <a:gd name="connsiteY319" fmla="*/ 509374 h 547312"/>
                <a:gd name="connsiteX320" fmla="*/ 440651 w 440747"/>
                <a:gd name="connsiteY320" fmla="*/ 520803 h 547312"/>
                <a:gd name="connsiteX321" fmla="*/ 440632 w 440747"/>
                <a:gd name="connsiteY321" fmla="*/ 529565 h 547312"/>
                <a:gd name="connsiteX322" fmla="*/ 440625 w 440747"/>
                <a:gd name="connsiteY322" fmla="*/ 533779 h 547312"/>
                <a:gd name="connsiteX323" fmla="*/ 440587 w 440747"/>
                <a:gd name="connsiteY323" fmla="*/ 539664 h 547312"/>
                <a:gd name="connsiteX324" fmla="*/ 440594 w 440747"/>
                <a:gd name="connsiteY324" fmla="*/ 541437 h 547312"/>
                <a:gd name="connsiteX325" fmla="*/ 440275 w 440747"/>
                <a:gd name="connsiteY325" fmla="*/ 545628 h 547312"/>
                <a:gd name="connsiteX326" fmla="*/ 434976 w 440747"/>
                <a:gd name="connsiteY326" fmla="*/ 547302 h 547312"/>
                <a:gd name="connsiteX327" fmla="*/ 433072 w 440747"/>
                <a:gd name="connsiteY327" fmla="*/ 547312 h 547312"/>
                <a:gd name="connsiteX328" fmla="*/ 430975 w 440747"/>
                <a:gd name="connsiteY328" fmla="*/ 547301 h 547312"/>
                <a:gd name="connsiteX329" fmla="*/ 428742 w 440747"/>
                <a:gd name="connsiteY329" fmla="*/ 547307 h 547312"/>
                <a:gd name="connsiteX330" fmla="*/ 421262 w 440747"/>
                <a:gd name="connsiteY330" fmla="*/ 547300 h 547312"/>
                <a:gd name="connsiteX331" fmla="*/ 415875 w 440747"/>
                <a:gd name="connsiteY331" fmla="*/ 547306 h 547312"/>
                <a:gd name="connsiteX332" fmla="*/ 404123 w 440747"/>
                <a:gd name="connsiteY332" fmla="*/ 547304 h 547312"/>
                <a:gd name="connsiteX333" fmla="*/ 386649 w 440747"/>
                <a:gd name="connsiteY333" fmla="*/ 547300 h 547312"/>
                <a:gd name="connsiteX334" fmla="*/ 357255 w 440747"/>
                <a:gd name="connsiteY334" fmla="*/ 547296 h 547312"/>
                <a:gd name="connsiteX335" fmla="*/ 328137 w 440747"/>
                <a:gd name="connsiteY335" fmla="*/ 547286 h 547312"/>
                <a:gd name="connsiteX336" fmla="*/ 326310 w 440747"/>
                <a:gd name="connsiteY336" fmla="*/ 547286 h 547312"/>
                <a:gd name="connsiteX337" fmla="*/ 318967 w 440747"/>
                <a:gd name="connsiteY337" fmla="*/ 547286 h 547312"/>
                <a:gd name="connsiteX338" fmla="*/ 250038 w 440747"/>
                <a:gd name="connsiteY338" fmla="*/ 547268 h 547312"/>
                <a:gd name="connsiteX339" fmla="*/ 188756 w 440747"/>
                <a:gd name="connsiteY339" fmla="*/ 547254 h 547312"/>
                <a:gd name="connsiteX340" fmla="*/ 184821 w 440747"/>
                <a:gd name="connsiteY340" fmla="*/ 547254 h 547312"/>
                <a:gd name="connsiteX341" fmla="*/ 182856 w 440747"/>
                <a:gd name="connsiteY341" fmla="*/ 547254 h 547312"/>
                <a:gd name="connsiteX342" fmla="*/ 173065 w 440747"/>
                <a:gd name="connsiteY342" fmla="*/ 547254 h 547312"/>
                <a:gd name="connsiteX343" fmla="*/ 171114 w 440747"/>
                <a:gd name="connsiteY343" fmla="*/ 547254 h 547312"/>
                <a:gd name="connsiteX344" fmla="*/ 119955 w 440747"/>
                <a:gd name="connsiteY344" fmla="*/ 547247 h 547312"/>
                <a:gd name="connsiteX345" fmla="*/ 118118 w 440747"/>
                <a:gd name="connsiteY345" fmla="*/ 547246 h 547312"/>
                <a:gd name="connsiteX346" fmla="*/ 110802 w 440747"/>
                <a:gd name="connsiteY346" fmla="*/ 547244 h 547312"/>
                <a:gd name="connsiteX347" fmla="*/ 85318 w 440747"/>
                <a:gd name="connsiteY347" fmla="*/ 547240 h 547312"/>
                <a:gd name="connsiteX348" fmla="*/ 52483 w 440747"/>
                <a:gd name="connsiteY348" fmla="*/ 547230 h 547312"/>
                <a:gd name="connsiteX349" fmla="*/ 35104 w 440747"/>
                <a:gd name="connsiteY349" fmla="*/ 547225 h 547312"/>
                <a:gd name="connsiteX350" fmla="*/ 22156 w 440747"/>
                <a:gd name="connsiteY350" fmla="*/ 547218 h 547312"/>
                <a:gd name="connsiteX351" fmla="*/ 16897 w 440747"/>
                <a:gd name="connsiteY351" fmla="*/ 547217 h 547312"/>
                <a:gd name="connsiteX352" fmla="*/ 9787 w 440747"/>
                <a:gd name="connsiteY352" fmla="*/ 547212 h 547312"/>
                <a:gd name="connsiteX353" fmla="*/ 7691 w 440747"/>
                <a:gd name="connsiteY353" fmla="*/ 547216 h 547312"/>
                <a:gd name="connsiteX354" fmla="*/ 5786 w 440747"/>
                <a:gd name="connsiteY354" fmla="*/ 547210 h 547312"/>
                <a:gd name="connsiteX355" fmla="*/ 4143 w 440747"/>
                <a:gd name="connsiteY355" fmla="*/ 547210 h 547312"/>
                <a:gd name="connsiteX356" fmla="*/ 488 w 440747"/>
                <a:gd name="connsiteY356" fmla="*/ 546372 h 547312"/>
                <a:gd name="connsiteX357" fmla="*/ 175 w 440747"/>
                <a:gd name="connsiteY357" fmla="*/ 540425 h 547312"/>
                <a:gd name="connsiteX358" fmla="*/ 156 w 440747"/>
                <a:gd name="connsiteY358" fmla="*/ 538536 h 547312"/>
                <a:gd name="connsiteX359" fmla="*/ 139 w 440747"/>
                <a:gd name="connsiteY359" fmla="*/ 532326 h 547312"/>
                <a:gd name="connsiteX360" fmla="*/ 122 w 440747"/>
                <a:gd name="connsiteY360" fmla="*/ 528030 h 547312"/>
                <a:gd name="connsiteX361" fmla="*/ 115 w 440747"/>
                <a:gd name="connsiteY361" fmla="*/ 519015 h 547312"/>
                <a:gd name="connsiteX362" fmla="*/ 66 w 440747"/>
                <a:gd name="connsiteY362" fmla="*/ 507431 h 547312"/>
                <a:gd name="connsiteX363" fmla="*/ 48 w 440747"/>
                <a:gd name="connsiteY363" fmla="*/ 498556 h 547312"/>
                <a:gd name="connsiteX364" fmla="*/ 26 w 440747"/>
                <a:gd name="connsiteY364" fmla="*/ 494284 h 547312"/>
                <a:gd name="connsiteX365" fmla="*/ 30 w 440747"/>
                <a:gd name="connsiteY365" fmla="*/ 488323 h 547312"/>
                <a:gd name="connsiteX366" fmla="*/ 0 w 440747"/>
                <a:gd name="connsiteY366" fmla="*/ 486521 h 547312"/>
                <a:gd name="connsiteX367" fmla="*/ 488 w 440747"/>
                <a:gd name="connsiteY367" fmla="*/ 482376 h 547312"/>
                <a:gd name="connsiteX368" fmla="*/ 4208 w 440747"/>
                <a:gd name="connsiteY368" fmla="*/ 481632 h 547312"/>
                <a:gd name="connsiteX369" fmla="*/ 6359 w 440747"/>
                <a:gd name="connsiteY369" fmla="*/ 481537 h 547312"/>
                <a:gd name="connsiteX370" fmla="*/ 8750 w 440747"/>
                <a:gd name="connsiteY370" fmla="*/ 481535 h 547312"/>
                <a:gd name="connsiteX371" fmla="*/ 11474 w 440747"/>
                <a:gd name="connsiteY371" fmla="*/ 481528 h 547312"/>
                <a:gd name="connsiteX372" fmla="*/ 14397 w 440747"/>
                <a:gd name="connsiteY372" fmla="*/ 481533 h 547312"/>
                <a:gd name="connsiteX373" fmla="*/ 17413 w 440747"/>
                <a:gd name="connsiteY373" fmla="*/ 481531 h 547312"/>
                <a:gd name="connsiteX374" fmla="*/ 23719 w 440747"/>
                <a:gd name="connsiteY374" fmla="*/ 481535 h 547312"/>
                <a:gd name="connsiteX375" fmla="*/ 31794 w 440747"/>
                <a:gd name="connsiteY375" fmla="*/ 481532 h 547312"/>
                <a:gd name="connsiteX376" fmla="*/ 38016 w 440747"/>
                <a:gd name="connsiteY376" fmla="*/ 481532 h 547312"/>
                <a:gd name="connsiteX377" fmla="*/ 42438 w 440747"/>
                <a:gd name="connsiteY377" fmla="*/ 481528 h 547312"/>
                <a:gd name="connsiteX378" fmla="*/ 45155 w 440747"/>
                <a:gd name="connsiteY378" fmla="*/ 481535 h 547312"/>
                <a:gd name="connsiteX379" fmla="*/ 47545 w 440747"/>
                <a:gd name="connsiteY379" fmla="*/ 481537 h 547312"/>
                <a:gd name="connsiteX380" fmla="*/ 52578 w 440747"/>
                <a:gd name="connsiteY380" fmla="*/ 482376 h 547312"/>
                <a:gd name="connsiteX381" fmla="*/ 52578 w 440747"/>
                <a:gd name="connsiteY381" fmla="*/ 352151 h 547312"/>
                <a:gd name="connsiteX382" fmla="*/ 334607 w 440747"/>
                <a:gd name="connsiteY382" fmla="*/ 351407 h 547312"/>
                <a:gd name="connsiteX383" fmla="*/ 333119 w 440747"/>
                <a:gd name="connsiteY383" fmla="*/ 344710 h 547312"/>
                <a:gd name="connsiteX384" fmla="*/ 330886 w 440747"/>
                <a:gd name="connsiteY384" fmla="*/ 343966 h 547312"/>
                <a:gd name="connsiteX385" fmla="*/ 330468 w 440747"/>
                <a:gd name="connsiteY385" fmla="*/ 339873 h 547312"/>
                <a:gd name="connsiteX386" fmla="*/ 330142 w 440747"/>
                <a:gd name="connsiteY386" fmla="*/ 335780 h 547312"/>
                <a:gd name="connsiteX387" fmla="*/ 328654 w 440747"/>
                <a:gd name="connsiteY387" fmla="*/ 335036 h 547312"/>
                <a:gd name="connsiteX388" fmla="*/ 327584 w 440747"/>
                <a:gd name="connsiteY388" fmla="*/ 330432 h 547312"/>
                <a:gd name="connsiteX389" fmla="*/ 327165 w 440747"/>
                <a:gd name="connsiteY389" fmla="*/ 329083 h 547312"/>
                <a:gd name="connsiteX390" fmla="*/ 325677 w 440747"/>
                <a:gd name="connsiteY390" fmla="*/ 328339 h 547312"/>
                <a:gd name="connsiteX391" fmla="*/ 325262 w 440747"/>
                <a:gd name="connsiteY391" fmla="*/ 323734 h 547312"/>
                <a:gd name="connsiteX392" fmla="*/ 324933 w 440747"/>
                <a:gd name="connsiteY392" fmla="*/ 322386 h 547312"/>
                <a:gd name="connsiteX393" fmla="*/ 322701 w 440747"/>
                <a:gd name="connsiteY393" fmla="*/ 321642 h 547312"/>
                <a:gd name="connsiteX394" fmla="*/ 322701 w 440747"/>
                <a:gd name="connsiteY394" fmla="*/ 316433 h 547312"/>
                <a:gd name="connsiteX395" fmla="*/ 320468 w 440747"/>
                <a:gd name="connsiteY395" fmla="*/ 315688 h 547312"/>
                <a:gd name="connsiteX396" fmla="*/ 318980 w 440747"/>
                <a:gd name="connsiteY396" fmla="*/ 310479 h 547312"/>
                <a:gd name="connsiteX397" fmla="*/ 317492 w 440747"/>
                <a:gd name="connsiteY397" fmla="*/ 309735 h 547312"/>
                <a:gd name="connsiteX398" fmla="*/ 317166 w 440747"/>
                <a:gd name="connsiteY398" fmla="*/ 307131 h 547312"/>
                <a:gd name="connsiteX399" fmla="*/ 316748 w 440747"/>
                <a:gd name="connsiteY399" fmla="*/ 304526 h 547312"/>
                <a:gd name="connsiteX400" fmla="*/ 314515 w 440747"/>
                <a:gd name="connsiteY400" fmla="*/ 303782 h 547312"/>
                <a:gd name="connsiteX401" fmla="*/ 314515 w 440747"/>
                <a:gd name="connsiteY401" fmla="*/ 299317 h 547312"/>
                <a:gd name="connsiteX402" fmla="*/ 312283 w 440747"/>
                <a:gd name="connsiteY402" fmla="*/ 298573 h 547312"/>
                <a:gd name="connsiteX403" fmla="*/ 310794 w 440747"/>
                <a:gd name="connsiteY403" fmla="*/ 294108 h 547312"/>
                <a:gd name="connsiteX404" fmla="*/ 309306 w 440747"/>
                <a:gd name="connsiteY404" fmla="*/ 293364 h 547312"/>
                <a:gd name="connsiteX405" fmla="*/ 308981 w 440747"/>
                <a:gd name="connsiteY405" fmla="*/ 291132 h 547312"/>
                <a:gd name="connsiteX406" fmla="*/ 308562 w 440747"/>
                <a:gd name="connsiteY406" fmla="*/ 288899 h 547312"/>
                <a:gd name="connsiteX407" fmla="*/ 306330 w 440747"/>
                <a:gd name="connsiteY407" fmla="*/ 288155 h 547312"/>
                <a:gd name="connsiteX408" fmla="*/ 306330 w 440747"/>
                <a:gd name="connsiteY408" fmla="*/ 283690 h 547312"/>
                <a:gd name="connsiteX409" fmla="*/ 304097 w 440747"/>
                <a:gd name="connsiteY409" fmla="*/ 283690 h 547312"/>
                <a:gd name="connsiteX410" fmla="*/ 302609 w 440747"/>
                <a:gd name="connsiteY410" fmla="*/ 279970 h 547312"/>
                <a:gd name="connsiteX411" fmla="*/ 301121 w 440747"/>
                <a:gd name="connsiteY411" fmla="*/ 279225 h 547312"/>
                <a:gd name="connsiteX412" fmla="*/ 299632 w 440747"/>
                <a:gd name="connsiteY412" fmla="*/ 274761 h 547312"/>
                <a:gd name="connsiteX413" fmla="*/ 298144 w 440747"/>
                <a:gd name="connsiteY413" fmla="*/ 274017 h 547312"/>
                <a:gd name="connsiteX414" fmla="*/ 297400 w 440747"/>
                <a:gd name="connsiteY414" fmla="*/ 270296 h 547312"/>
                <a:gd name="connsiteX415" fmla="*/ 295912 w 440747"/>
                <a:gd name="connsiteY415" fmla="*/ 269552 h 547312"/>
                <a:gd name="connsiteX416" fmla="*/ 295586 w 440747"/>
                <a:gd name="connsiteY416" fmla="*/ 268110 h 547312"/>
                <a:gd name="connsiteX417" fmla="*/ 292935 w 440747"/>
                <a:gd name="connsiteY417" fmla="*/ 265087 h 547312"/>
                <a:gd name="connsiteX418" fmla="*/ 292191 w 440747"/>
                <a:gd name="connsiteY418" fmla="*/ 262854 h 547312"/>
                <a:gd name="connsiteX419" fmla="*/ 289958 w 440747"/>
                <a:gd name="connsiteY419" fmla="*/ 261366 h 547312"/>
                <a:gd name="connsiteX420" fmla="*/ 289214 w 440747"/>
                <a:gd name="connsiteY420" fmla="*/ 257645 h 547312"/>
                <a:gd name="connsiteX421" fmla="*/ 287726 w 440747"/>
                <a:gd name="connsiteY421" fmla="*/ 257645 h 547312"/>
                <a:gd name="connsiteX422" fmla="*/ 288470 w 440747"/>
                <a:gd name="connsiteY422" fmla="*/ 253925 h 547312"/>
                <a:gd name="connsiteX423" fmla="*/ 292191 w 440747"/>
                <a:gd name="connsiteY423" fmla="*/ 252436 h 547312"/>
                <a:gd name="connsiteX424" fmla="*/ 292935 w 440747"/>
                <a:gd name="connsiteY424" fmla="*/ 250204 h 547312"/>
                <a:gd name="connsiteX425" fmla="*/ 297400 w 440747"/>
                <a:gd name="connsiteY425" fmla="*/ 248716 h 547312"/>
                <a:gd name="connsiteX426" fmla="*/ 298144 w 440747"/>
                <a:gd name="connsiteY426" fmla="*/ 246483 h 547312"/>
                <a:gd name="connsiteX427" fmla="*/ 303353 w 440747"/>
                <a:gd name="connsiteY427" fmla="*/ 245739 h 547312"/>
                <a:gd name="connsiteX428" fmla="*/ 303353 w 440747"/>
                <a:gd name="connsiteY428" fmla="*/ 242763 h 547312"/>
                <a:gd name="connsiteX429" fmla="*/ 308562 w 440747"/>
                <a:gd name="connsiteY429" fmla="*/ 241274 h 547312"/>
                <a:gd name="connsiteX430" fmla="*/ 309306 w 440747"/>
                <a:gd name="connsiteY430" fmla="*/ 239786 h 547312"/>
                <a:gd name="connsiteX431" fmla="*/ 311539 w 440747"/>
                <a:gd name="connsiteY431" fmla="*/ 239088 h 547312"/>
                <a:gd name="connsiteX432" fmla="*/ 313771 w 440747"/>
                <a:gd name="connsiteY432" fmla="*/ 238298 h 547312"/>
                <a:gd name="connsiteX433" fmla="*/ 314515 w 440747"/>
                <a:gd name="connsiteY433" fmla="*/ 236065 h 547312"/>
                <a:gd name="connsiteX434" fmla="*/ 317445 w 440747"/>
                <a:gd name="connsiteY434" fmla="*/ 235275 h 547312"/>
                <a:gd name="connsiteX435" fmla="*/ 321956 w 440747"/>
                <a:gd name="connsiteY435" fmla="*/ 233089 h 547312"/>
                <a:gd name="connsiteX436" fmla="*/ 304829 w 440747"/>
                <a:gd name="connsiteY436" fmla="*/ 232966 h 547312"/>
                <a:gd name="connsiteX437" fmla="*/ 298997 w 440747"/>
                <a:gd name="connsiteY437" fmla="*/ 232920 h 547312"/>
                <a:gd name="connsiteX438" fmla="*/ 290636 w 440747"/>
                <a:gd name="connsiteY438" fmla="*/ 232871 h 547312"/>
                <a:gd name="connsiteX439" fmla="*/ 287984 w 440747"/>
                <a:gd name="connsiteY439" fmla="*/ 232836 h 547312"/>
                <a:gd name="connsiteX440" fmla="*/ 285546 w 440747"/>
                <a:gd name="connsiteY440" fmla="*/ 232835 h 547312"/>
                <a:gd name="connsiteX441" fmla="*/ 283388 w 440747"/>
                <a:gd name="connsiteY441" fmla="*/ 232820 h 547312"/>
                <a:gd name="connsiteX442" fmla="*/ 281773 w 440747"/>
                <a:gd name="connsiteY442" fmla="*/ 233089 h 547312"/>
                <a:gd name="connsiteX443" fmla="*/ 281029 w 440747"/>
                <a:gd name="connsiteY443" fmla="*/ 235321 h 547312"/>
                <a:gd name="connsiteX444" fmla="*/ 279540 w 440747"/>
                <a:gd name="connsiteY444" fmla="*/ 235321 h 547312"/>
                <a:gd name="connsiteX445" fmla="*/ 279430 w 440747"/>
                <a:gd name="connsiteY445" fmla="*/ 236923 h 547312"/>
                <a:gd name="connsiteX446" fmla="*/ 279261 w 440747"/>
                <a:gd name="connsiteY446" fmla="*/ 238995 h 547312"/>
                <a:gd name="connsiteX447" fmla="*/ 279104 w 440747"/>
                <a:gd name="connsiteY447" fmla="*/ 241062 h 547312"/>
                <a:gd name="connsiteX448" fmla="*/ 278796 w 440747"/>
                <a:gd name="connsiteY448" fmla="*/ 242763 h 547312"/>
                <a:gd name="connsiteX449" fmla="*/ 277308 w 440747"/>
                <a:gd name="connsiteY449" fmla="*/ 243507 h 547312"/>
                <a:gd name="connsiteX450" fmla="*/ 276892 w 440747"/>
                <a:gd name="connsiteY450" fmla="*/ 248692 h 547312"/>
                <a:gd name="connsiteX451" fmla="*/ 276564 w 440747"/>
                <a:gd name="connsiteY451" fmla="*/ 250204 h 547312"/>
                <a:gd name="connsiteX452" fmla="*/ 274331 w 440747"/>
                <a:gd name="connsiteY452" fmla="*/ 250948 h 547312"/>
                <a:gd name="connsiteX453" fmla="*/ 273587 w 440747"/>
                <a:gd name="connsiteY453" fmla="*/ 256157 h 547312"/>
                <a:gd name="connsiteX454" fmla="*/ 271355 w 440747"/>
                <a:gd name="connsiteY454" fmla="*/ 256157 h 547312"/>
                <a:gd name="connsiteX455" fmla="*/ 270611 w 440747"/>
                <a:gd name="connsiteY455" fmla="*/ 262854 h 547312"/>
                <a:gd name="connsiteX456" fmla="*/ 268378 w 440747"/>
                <a:gd name="connsiteY456" fmla="*/ 262854 h 547312"/>
                <a:gd name="connsiteX457" fmla="*/ 268518 w 440747"/>
                <a:gd name="connsiteY457" fmla="*/ 265366 h 547312"/>
                <a:gd name="connsiteX458" fmla="*/ 268378 w 440747"/>
                <a:gd name="connsiteY458" fmla="*/ 268063 h 547312"/>
                <a:gd name="connsiteX459" fmla="*/ 266146 w 440747"/>
                <a:gd name="connsiteY459" fmla="*/ 269552 h 547312"/>
                <a:gd name="connsiteX460" fmla="*/ 265774 w 440747"/>
                <a:gd name="connsiteY460" fmla="*/ 272575 h 547312"/>
                <a:gd name="connsiteX461" fmla="*/ 265402 w 440747"/>
                <a:gd name="connsiteY461" fmla="*/ 275505 h 547312"/>
                <a:gd name="connsiteX462" fmla="*/ 263169 w 440747"/>
                <a:gd name="connsiteY462" fmla="*/ 276249 h 547312"/>
                <a:gd name="connsiteX463" fmla="*/ 262425 w 440747"/>
                <a:gd name="connsiteY463" fmla="*/ 280714 h 547312"/>
                <a:gd name="connsiteX464" fmla="*/ 260937 w 440747"/>
                <a:gd name="connsiteY464" fmla="*/ 281458 h 547312"/>
                <a:gd name="connsiteX465" fmla="*/ 259821 w 440747"/>
                <a:gd name="connsiteY465" fmla="*/ 284109 h 547312"/>
                <a:gd name="connsiteX466" fmla="*/ 258705 w 440747"/>
                <a:gd name="connsiteY466" fmla="*/ 286667 h 547312"/>
                <a:gd name="connsiteX467" fmla="*/ 257216 w 440747"/>
                <a:gd name="connsiteY467" fmla="*/ 286667 h 547312"/>
                <a:gd name="connsiteX468" fmla="*/ 257216 w 440747"/>
                <a:gd name="connsiteY468" fmla="*/ 291876 h 547312"/>
                <a:gd name="connsiteX469" fmla="*/ 255728 w 440747"/>
                <a:gd name="connsiteY469" fmla="*/ 291876 h 547312"/>
                <a:gd name="connsiteX470" fmla="*/ 255030 w 440747"/>
                <a:gd name="connsiteY470" fmla="*/ 294015 h 547312"/>
                <a:gd name="connsiteX471" fmla="*/ 252007 w 440747"/>
                <a:gd name="connsiteY471" fmla="*/ 297829 h 547312"/>
                <a:gd name="connsiteX472" fmla="*/ 252007 w 440747"/>
                <a:gd name="connsiteY472" fmla="*/ 301550 h 547312"/>
                <a:gd name="connsiteX473" fmla="*/ 249775 w 440747"/>
                <a:gd name="connsiteY473" fmla="*/ 301550 h 547312"/>
                <a:gd name="connsiteX474" fmla="*/ 248287 w 440747"/>
                <a:gd name="connsiteY474" fmla="*/ 306759 h 547312"/>
                <a:gd name="connsiteX475" fmla="*/ 246798 w 440747"/>
                <a:gd name="connsiteY475" fmla="*/ 307503 h 547312"/>
                <a:gd name="connsiteX476" fmla="*/ 246473 w 440747"/>
                <a:gd name="connsiteY476" fmla="*/ 308898 h 547312"/>
                <a:gd name="connsiteX477" fmla="*/ 243822 w 440747"/>
                <a:gd name="connsiteY477" fmla="*/ 312712 h 547312"/>
                <a:gd name="connsiteX478" fmla="*/ 243078 w 440747"/>
                <a:gd name="connsiteY478" fmla="*/ 315688 h 547312"/>
                <a:gd name="connsiteX479" fmla="*/ 241589 w 440747"/>
                <a:gd name="connsiteY479" fmla="*/ 315688 h 547312"/>
                <a:gd name="connsiteX480" fmla="*/ 240101 w 440747"/>
                <a:gd name="connsiteY480" fmla="*/ 320897 h 547312"/>
                <a:gd name="connsiteX481" fmla="*/ 231915 w 440747"/>
                <a:gd name="connsiteY481" fmla="*/ 321642 h 547312"/>
                <a:gd name="connsiteX482" fmla="*/ 230427 w 440747"/>
                <a:gd name="connsiteY482" fmla="*/ 317921 h 547312"/>
                <a:gd name="connsiteX483" fmla="*/ 227451 w 440747"/>
                <a:gd name="connsiteY483" fmla="*/ 317177 h 547312"/>
                <a:gd name="connsiteX484" fmla="*/ 227451 w 440747"/>
                <a:gd name="connsiteY484" fmla="*/ 314944 h 547312"/>
                <a:gd name="connsiteX485" fmla="*/ 223730 w 440747"/>
                <a:gd name="connsiteY485" fmla="*/ 314200 h 547312"/>
                <a:gd name="connsiteX486" fmla="*/ 222986 w 440747"/>
                <a:gd name="connsiteY486" fmla="*/ 311968 h 547312"/>
                <a:gd name="connsiteX487" fmla="*/ 221498 w 440747"/>
                <a:gd name="connsiteY487" fmla="*/ 311270 h 547312"/>
                <a:gd name="connsiteX488" fmla="*/ 220009 w 440747"/>
                <a:gd name="connsiteY488" fmla="*/ 310479 h 547312"/>
                <a:gd name="connsiteX489" fmla="*/ 219637 w 440747"/>
                <a:gd name="connsiteY489" fmla="*/ 308898 h 547312"/>
                <a:gd name="connsiteX490" fmla="*/ 219265 w 440747"/>
                <a:gd name="connsiteY490" fmla="*/ 307503 h 547312"/>
                <a:gd name="connsiteX491" fmla="*/ 216289 w 440747"/>
                <a:gd name="connsiteY491" fmla="*/ 307503 h 547312"/>
                <a:gd name="connsiteX492" fmla="*/ 215544 w 440747"/>
                <a:gd name="connsiteY492" fmla="*/ 305270 h 547312"/>
                <a:gd name="connsiteX493" fmla="*/ 213684 w 440747"/>
                <a:gd name="connsiteY493" fmla="*/ 304526 h 547312"/>
                <a:gd name="connsiteX494" fmla="*/ 211824 w 440747"/>
                <a:gd name="connsiteY494" fmla="*/ 303782 h 547312"/>
                <a:gd name="connsiteX495" fmla="*/ 211080 w 440747"/>
                <a:gd name="connsiteY495" fmla="*/ 301550 h 547312"/>
                <a:gd name="connsiteX496" fmla="*/ 209591 w 440747"/>
                <a:gd name="connsiteY496" fmla="*/ 301178 h 547312"/>
                <a:gd name="connsiteX497" fmla="*/ 208103 w 440747"/>
                <a:gd name="connsiteY497" fmla="*/ 300806 h 547312"/>
                <a:gd name="connsiteX498" fmla="*/ 207359 w 440747"/>
                <a:gd name="connsiteY498" fmla="*/ 298573 h 547312"/>
                <a:gd name="connsiteX499" fmla="*/ 205498 w 440747"/>
                <a:gd name="connsiteY499" fmla="*/ 297876 h 547312"/>
                <a:gd name="connsiteX500" fmla="*/ 203638 w 440747"/>
                <a:gd name="connsiteY500" fmla="*/ 297085 h 547312"/>
                <a:gd name="connsiteX501" fmla="*/ 203313 w 440747"/>
                <a:gd name="connsiteY501" fmla="*/ 295504 h 547312"/>
                <a:gd name="connsiteX502" fmla="*/ 202894 w 440747"/>
                <a:gd name="connsiteY502" fmla="*/ 294108 h 547312"/>
                <a:gd name="connsiteX503" fmla="*/ 200662 w 440747"/>
                <a:gd name="connsiteY503" fmla="*/ 294108 h 547312"/>
                <a:gd name="connsiteX504" fmla="*/ 198429 w 440747"/>
                <a:gd name="connsiteY504" fmla="*/ 294108 h 547312"/>
                <a:gd name="connsiteX505" fmla="*/ 197685 w 440747"/>
                <a:gd name="connsiteY505" fmla="*/ 291132 h 547312"/>
                <a:gd name="connsiteX506" fmla="*/ 194708 w 440747"/>
                <a:gd name="connsiteY506" fmla="*/ 290388 h 547312"/>
                <a:gd name="connsiteX507" fmla="*/ 193964 w 440747"/>
                <a:gd name="connsiteY507" fmla="*/ 288155 h 547312"/>
                <a:gd name="connsiteX508" fmla="*/ 191360 w 440747"/>
                <a:gd name="connsiteY508" fmla="*/ 287783 h 547312"/>
                <a:gd name="connsiteX509" fmla="*/ 188755 w 440747"/>
                <a:gd name="connsiteY509" fmla="*/ 286667 h 547312"/>
                <a:gd name="connsiteX510" fmla="*/ 188755 w 440747"/>
                <a:gd name="connsiteY510" fmla="*/ 276993 h 547312"/>
                <a:gd name="connsiteX511" fmla="*/ 191732 w 440747"/>
                <a:gd name="connsiteY511" fmla="*/ 276993 h 547312"/>
                <a:gd name="connsiteX512" fmla="*/ 191453 w 440747"/>
                <a:gd name="connsiteY512" fmla="*/ 274993 h 547312"/>
                <a:gd name="connsiteX513" fmla="*/ 193871 w 440747"/>
                <a:gd name="connsiteY513" fmla="*/ 270621 h 547312"/>
                <a:gd name="connsiteX514" fmla="*/ 196197 w 440747"/>
                <a:gd name="connsiteY514" fmla="*/ 268808 h 547312"/>
                <a:gd name="connsiteX515" fmla="*/ 197685 w 440747"/>
                <a:gd name="connsiteY515" fmla="*/ 265087 h 547312"/>
                <a:gd name="connsiteX516" fmla="*/ 202150 w 440747"/>
                <a:gd name="connsiteY516" fmla="*/ 259878 h 547312"/>
                <a:gd name="connsiteX517" fmla="*/ 202475 w 440747"/>
                <a:gd name="connsiteY517" fmla="*/ 257971 h 547312"/>
                <a:gd name="connsiteX518" fmla="*/ 202894 w 440747"/>
                <a:gd name="connsiteY518" fmla="*/ 256157 h 547312"/>
                <a:gd name="connsiteX519" fmla="*/ 205126 w 440747"/>
                <a:gd name="connsiteY519" fmla="*/ 256157 h 547312"/>
                <a:gd name="connsiteX520" fmla="*/ 204940 w 440747"/>
                <a:gd name="connsiteY520" fmla="*/ 254018 h 547312"/>
                <a:gd name="connsiteX521" fmla="*/ 205126 w 440747"/>
                <a:gd name="connsiteY521" fmla="*/ 251692 h 547312"/>
                <a:gd name="connsiteX522" fmla="*/ 208103 w 440747"/>
                <a:gd name="connsiteY522" fmla="*/ 250204 h 547312"/>
                <a:gd name="connsiteX523" fmla="*/ 208103 w 440747"/>
                <a:gd name="connsiteY523" fmla="*/ 245739 h 547312"/>
                <a:gd name="connsiteX524" fmla="*/ 210335 w 440747"/>
                <a:gd name="connsiteY524" fmla="*/ 245739 h 547312"/>
                <a:gd name="connsiteX525" fmla="*/ 210568 w 440747"/>
                <a:gd name="connsiteY525" fmla="*/ 243228 h 547312"/>
                <a:gd name="connsiteX526" fmla="*/ 211080 w 440747"/>
                <a:gd name="connsiteY526" fmla="*/ 240530 h 547312"/>
                <a:gd name="connsiteX527" fmla="*/ 213312 w 440747"/>
                <a:gd name="connsiteY527" fmla="*/ 239042 h 547312"/>
                <a:gd name="connsiteX528" fmla="*/ 213312 w 440747"/>
                <a:gd name="connsiteY528" fmla="*/ 236809 h 547312"/>
                <a:gd name="connsiteX529" fmla="*/ 213312 w 440747"/>
                <a:gd name="connsiteY529" fmla="*/ 234577 h 547312"/>
                <a:gd name="connsiteX530" fmla="*/ 215544 w 440747"/>
                <a:gd name="connsiteY530" fmla="*/ 233089 h 547312"/>
                <a:gd name="connsiteX531" fmla="*/ 216289 w 440747"/>
                <a:gd name="connsiteY531" fmla="*/ 228624 h 547312"/>
                <a:gd name="connsiteX532" fmla="*/ 218521 w 440747"/>
                <a:gd name="connsiteY532" fmla="*/ 228624 h 547312"/>
                <a:gd name="connsiteX533" fmla="*/ 219265 w 440747"/>
                <a:gd name="connsiteY533" fmla="*/ 222671 h 547312"/>
                <a:gd name="connsiteX534" fmla="*/ 221498 w 440747"/>
                <a:gd name="connsiteY534" fmla="*/ 222671 h 547312"/>
                <a:gd name="connsiteX535" fmla="*/ 221419 w 440747"/>
                <a:gd name="connsiteY535" fmla="*/ 221232 h 547312"/>
                <a:gd name="connsiteX536" fmla="*/ 221358 w 440747"/>
                <a:gd name="connsiteY536" fmla="*/ 219369 h 547312"/>
                <a:gd name="connsiteX537" fmla="*/ 221279 w 440747"/>
                <a:gd name="connsiteY537" fmla="*/ 217511 h 547312"/>
                <a:gd name="connsiteX538" fmla="*/ 221498 w 440747"/>
                <a:gd name="connsiteY538" fmla="*/ 215974 h 547312"/>
                <a:gd name="connsiteX539" fmla="*/ 223730 w 440747"/>
                <a:gd name="connsiteY539" fmla="*/ 215229 h 547312"/>
                <a:gd name="connsiteX540" fmla="*/ 224242 w 440747"/>
                <a:gd name="connsiteY540" fmla="*/ 212206 h 547312"/>
                <a:gd name="connsiteX541" fmla="*/ 224474 w 440747"/>
                <a:gd name="connsiteY541" fmla="*/ 209276 h 547312"/>
                <a:gd name="connsiteX542" fmla="*/ 226706 w 440747"/>
                <a:gd name="connsiteY542" fmla="*/ 209276 h 547312"/>
                <a:gd name="connsiteX543" fmla="*/ 226817 w 440747"/>
                <a:gd name="connsiteY543" fmla="*/ 207675 h 547312"/>
                <a:gd name="connsiteX544" fmla="*/ 226986 w 440747"/>
                <a:gd name="connsiteY544" fmla="*/ 205602 h 547312"/>
                <a:gd name="connsiteX545" fmla="*/ 227143 w 440747"/>
                <a:gd name="connsiteY545" fmla="*/ 203535 h 547312"/>
                <a:gd name="connsiteX546" fmla="*/ 227451 w 440747"/>
                <a:gd name="connsiteY546" fmla="*/ 201835 h 547312"/>
                <a:gd name="connsiteX547" fmla="*/ 228939 w 440747"/>
                <a:gd name="connsiteY547" fmla="*/ 201091 h 547312"/>
                <a:gd name="connsiteX548" fmla="*/ 229355 w 440747"/>
                <a:gd name="connsiteY548" fmla="*/ 195324 h 547312"/>
                <a:gd name="connsiteX549" fmla="*/ 229683 w 440747"/>
                <a:gd name="connsiteY549" fmla="*/ 193649 h 547312"/>
                <a:gd name="connsiteX550" fmla="*/ 231915 w 440747"/>
                <a:gd name="connsiteY550" fmla="*/ 192905 h 547312"/>
                <a:gd name="connsiteX551" fmla="*/ 232427 w 440747"/>
                <a:gd name="connsiteY551" fmla="*/ 189138 h 547312"/>
                <a:gd name="connsiteX552" fmla="*/ 232575 w 440747"/>
                <a:gd name="connsiteY552" fmla="*/ 187065 h 547312"/>
                <a:gd name="connsiteX553" fmla="*/ 232660 w 440747"/>
                <a:gd name="connsiteY553" fmla="*/ 185464 h 547312"/>
                <a:gd name="connsiteX554" fmla="*/ 234892 w 440747"/>
                <a:gd name="connsiteY554" fmla="*/ 185464 h 547312"/>
                <a:gd name="connsiteX555" fmla="*/ 234976 w 440747"/>
                <a:gd name="connsiteY555" fmla="*/ 183426 h 547312"/>
                <a:gd name="connsiteX556" fmla="*/ 235125 w 440747"/>
                <a:gd name="connsiteY556" fmla="*/ 180766 h 547312"/>
                <a:gd name="connsiteX557" fmla="*/ 235255 w 440747"/>
                <a:gd name="connsiteY557" fmla="*/ 178124 h 547312"/>
                <a:gd name="connsiteX558" fmla="*/ 237869 w 440747"/>
                <a:gd name="connsiteY558" fmla="*/ 173558 h 547312"/>
                <a:gd name="connsiteX559" fmla="*/ 238008 w 440747"/>
                <a:gd name="connsiteY559" fmla="*/ 169325 h 547312"/>
                <a:gd name="connsiteX560" fmla="*/ 237947 w 440747"/>
                <a:gd name="connsiteY560" fmla="*/ 167084 h 547312"/>
                <a:gd name="connsiteX561" fmla="*/ 237869 w 440747"/>
                <a:gd name="connsiteY561" fmla="*/ 165372 h 547312"/>
                <a:gd name="connsiteX562" fmla="*/ 240845 w 440747"/>
                <a:gd name="connsiteY562" fmla="*/ 165372 h 547312"/>
                <a:gd name="connsiteX563" fmla="*/ 240845 w 440747"/>
                <a:gd name="connsiteY563" fmla="*/ 154210 h 547312"/>
                <a:gd name="connsiteX564" fmla="*/ 242333 w 440747"/>
                <a:gd name="connsiteY564" fmla="*/ 154210 h 547312"/>
                <a:gd name="connsiteX565" fmla="*/ 243540 w 440747"/>
                <a:gd name="connsiteY565" fmla="*/ 144603 h 547312"/>
                <a:gd name="connsiteX566" fmla="*/ 243822 w 440747"/>
                <a:gd name="connsiteY566" fmla="*/ 142304 h 547312"/>
                <a:gd name="connsiteX567" fmla="*/ 245310 w 440747"/>
                <a:gd name="connsiteY567" fmla="*/ 141559 h 547312"/>
                <a:gd name="connsiteX568" fmla="*/ 245540 w 440747"/>
                <a:gd name="connsiteY568" fmla="*/ 138583 h 547312"/>
                <a:gd name="connsiteX569" fmla="*/ 245596 w 440747"/>
                <a:gd name="connsiteY569" fmla="*/ 136769 h 547312"/>
                <a:gd name="connsiteX570" fmla="*/ 245666 w 440747"/>
                <a:gd name="connsiteY570" fmla="*/ 132955 h 547312"/>
                <a:gd name="connsiteX571" fmla="*/ 245726 w 440747"/>
                <a:gd name="connsiteY571" fmla="*/ 131142 h 547312"/>
                <a:gd name="connsiteX572" fmla="*/ 245756 w 440747"/>
                <a:gd name="connsiteY572" fmla="*/ 129467 h 547312"/>
                <a:gd name="connsiteX573" fmla="*/ 246054 w 440747"/>
                <a:gd name="connsiteY573" fmla="*/ 128165 h 547312"/>
                <a:gd name="connsiteX574" fmla="*/ 248287 w 440747"/>
                <a:gd name="connsiteY574" fmla="*/ 127421 h 547312"/>
                <a:gd name="connsiteX575" fmla="*/ 248819 w 440747"/>
                <a:gd name="connsiteY575" fmla="*/ 125174 h 547312"/>
                <a:gd name="connsiteX576" fmla="*/ 249775 w 440747"/>
                <a:gd name="connsiteY576" fmla="*/ 122956 h 547312"/>
                <a:gd name="connsiteX577" fmla="*/ 255402 w 440747"/>
                <a:gd name="connsiteY577" fmla="*/ 122444 h 547312"/>
                <a:gd name="connsiteX578" fmla="*/ 256976 w 440747"/>
                <a:gd name="connsiteY578" fmla="*/ 122411 h 547312"/>
                <a:gd name="connsiteX579" fmla="*/ 260937 w 440747"/>
                <a:gd name="connsiteY579" fmla="*/ 122956 h 547312"/>
                <a:gd name="connsiteX580" fmla="*/ 261681 w 440747"/>
                <a:gd name="connsiteY580" fmla="*/ 126677 h 547312"/>
                <a:gd name="connsiteX581" fmla="*/ 273587 w 440747"/>
                <a:gd name="connsiteY581" fmla="*/ 126677 h 547312"/>
                <a:gd name="connsiteX582" fmla="*/ 273587 w 440747"/>
                <a:gd name="connsiteY582" fmla="*/ 95423 h 547312"/>
                <a:gd name="connsiteX583" fmla="*/ 271355 w 440747"/>
                <a:gd name="connsiteY583" fmla="*/ 96167 h 547312"/>
                <a:gd name="connsiteX584" fmla="*/ 267131 w 440747"/>
                <a:gd name="connsiteY584" fmla="*/ 96256 h 547312"/>
                <a:gd name="connsiteX585" fmla="*/ 264466 w 440747"/>
                <a:gd name="connsiteY585" fmla="*/ 96260 h 547312"/>
                <a:gd name="connsiteX586" fmla="*/ 261538 w 440747"/>
                <a:gd name="connsiteY586" fmla="*/ 96251 h 547312"/>
                <a:gd name="connsiteX587" fmla="*/ 258458 w 440747"/>
                <a:gd name="connsiteY587" fmla="*/ 96252 h 547312"/>
                <a:gd name="connsiteX588" fmla="*/ 250092 w 440747"/>
                <a:gd name="connsiteY588" fmla="*/ 96242 h 547312"/>
                <a:gd name="connsiteX589" fmla="*/ 241350 w 440747"/>
                <a:gd name="connsiteY589" fmla="*/ 96236 h 547312"/>
                <a:gd name="connsiteX590" fmla="*/ 224794 w 440747"/>
                <a:gd name="connsiteY590" fmla="*/ 96221 h 547312"/>
                <a:gd name="connsiteX591" fmla="*/ 205947 w 440747"/>
                <a:gd name="connsiteY591" fmla="*/ 96204 h 547312"/>
                <a:gd name="connsiteX592" fmla="*/ 167175 w 440747"/>
                <a:gd name="connsiteY592" fmla="*/ 96167 h 547312"/>
                <a:gd name="connsiteX593" fmla="*/ 167187 w 440747"/>
                <a:gd name="connsiteY593" fmla="*/ 98888 h 547312"/>
                <a:gd name="connsiteX594" fmla="*/ 167216 w 440747"/>
                <a:gd name="connsiteY594" fmla="*/ 108843 h 547312"/>
                <a:gd name="connsiteX595" fmla="*/ 167231 w 440747"/>
                <a:gd name="connsiteY595" fmla="*/ 113159 h 547312"/>
                <a:gd name="connsiteX596" fmla="*/ 167248 w 440747"/>
                <a:gd name="connsiteY596" fmla="*/ 119349 h 547312"/>
                <a:gd name="connsiteX597" fmla="*/ 167260 w 440747"/>
                <a:gd name="connsiteY597" fmla="*/ 121310 h 547312"/>
                <a:gd name="connsiteX598" fmla="*/ 167175 w 440747"/>
                <a:gd name="connsiteY598" fmla="*/ 125933 h 547312"/>
                <a:gd name="connsiteX599" fmla="*/ 160769 w 440747"/>
                <a:gd name="connsiteY599" fmla="*/ 126797 h 547312"/>
                <a:gd name="connsiteX600" fmla="*/ 158972 w 440747"/>
                <a:gd name="connsiteY600" fmla="*/ 126808 h 547312"/>
                <a:gd name="connsiteX601" fmla="*/ 153063 w 440747"/>
                <a:gd name="connsiteY601" fmla="*/ 126828 h 547312"/>
                <a:gd name="connsiteX602" fmla="*/ 148972 w 440747"/>
                <a:gd name="connsiteY602" fmla="*/ 126841 h 547312"/>
                <a:gd name="connsiteX603" fmla="*/ 140386 w 440747"/>
                <a:gd name="connsiteY603" fmla="*/ 126855 h 547312"/>
                <a:gd name="connsiteX604" fmla="*/ 129363 w 440747"/>
                <a:gd name="connsiteY604" fmla="*/ 126899 h 547312"/>
                <a:gd name="connsiteX605" fmla="*/ 120912 w 440747"/>
                <a:gd name="connsiteY605" fmla="*/ 126917 h 547312"/>
                <a:gd name="connsiteX606" fmla="*/ 116847 w 440747"/>
                <a:gd name="connsiteY606" fmla="*/ 126935 h 547312"/>
                <a:gd name="connsiteX607" fmla="*/ 111170 w 440747"/>
                <a:gd name="connsiteY607" fmla="*/ 126942 h 547312"/>
                <a:gd name="connsiteX608" fmla="*/ 109461 w 440747"/>
                <a:gd name="connsiteY608" fmla="*/ 126963 h 547312"/>
                <a:gd name="connsiteX609" fmla="*/ 105412 w 440747"/>
                <a:gd name="connsiteY609" fmla="*/ 126677 h 547312"/>
                <a:gd name="connsiteX610" fmla="*/ 103726 w 440747"/>
                <a:gd name="connsiteY610" fmla="*/ 118796 h 547312"/>
                <a:gd name="connsiteX611" fmla="*/ 103721 w 440747"/>
                <a:gd name="connsiteY611" fmla="*/ 117126 h 547312"/>
                <a:gd name="connsiteX612" fmla="*/ 103729 w 440747"/>
                <a:gd name="connsiteY612" fmla="*/ 113630 h 547312"/>
                <a:gd name="connsiteX613" fmla="*/ 103720 w 440747"/>
                <a:gd name="connsiteY613" fmla="*/ 108290 h 547312"/>
                <a:gd name="connsiteX614" fmla="*/ 103726 w 440747"/>
                <a:gd name="connsiteY614" fmla="*/ 104890 h 547312"/>
                <a:gd name="connsiteX615" fmla="*/ 103716 w 440747"/>
                <a:gd name="connsiteY615" fmla="*/ 103281 h 547312"/>
                <a:gd name="connsiteX616" fmla="*/ 105412 w 440747"/>
                <a:gd name="connsiteY616" fmla="*/ 96167 h 547312"/>
                <a:gd name="connsiteX617" fmla="*/ 103868 w 440747"/>
                <a:gd name="connsiteY617" fmla="*/ 96169 h 547312"/>
                <a:gd name="connsiteX618" fmla="*/ 66738 w 440747"/>
                <a:gd name="connsiteY618" fmla="*/ 96205 h 547312"/>
                <a:gd name="connsiteX619" fmla="*/ 48782 w 440747"/>
                <a:gd name="connsiteY619" fmla="*/ 96223 h 547312"/>
                <a:gd name="connsiteX620" fmla="*/ 33137 w 440747"/>
                <a:gd name="connsiteY620" fmla="*/ 96237 h 547312"/>
                <a:gd name="connsiteX621" fmla="*/ 24849 w 440747"/>
                <a:gd name="connsiteY621" fmla="*/ 96246 h 547312"/>
                <a:gd name="connsiteX622" fmla="*/ 15611 w 440747"/>
                <a:gd name="connsiteY622" fmla="*/ 96251 h 547312"/>
                <a:gd name="connsiteX623" fmla="*/ 12814 w 440747"/>
                <a:gd name="connsiteY623" fmla="*/ 96260 h 547312"/>
                <a:gd name="connsiteX624" fmla="*/ 10288 w 440747"/>
                <a:gd name="connsiteY624" fmla="*/ 96256 h 547312"/>
                <a:gd name="connsiteX625" fmla="*/ 8078 w 440747"/>
                <a:gd name="connsiteY625" fmla="*/ 96258 h 547312"/>
                <a:gd name="connsiteX626" fmla="*/ 5697 w 440747"/>
                <a:gd name="connsiteY626" fmla="*/ 95423 h 547312"/>
                <a:gd name="connsiteX627" fmla="*/ 5553 w 440747"/>
                <a:gd name="connsiteY627" fmla="*/ 89556 h 547312"/>
                <a:gd name="connsiteX628" fmla="*/ 5535 w 440747"/>
                <a:gd name="connsiteY628" fmla="*/ 87693 h 547312"/>
                <a:gd name="connsiteX629" fmla="*/ 5493 w 440747"/>
                <a:gd name="connsiteY629" fmla="*/ 81566 h 547312"/>
                <a:gd name="connsiteX630" fmla="*/ 5481 w 440747"/>
                <a:gd name="connsiteY630" fmla="*/ 79459 h 547312"/>
                <a:gd name="connsiteX631" fmla="*/ 5436 w 440747"/>
                <a:gd name="connsiteY631" fmla="*/ 68424 h 547312"/>
                <a:gd name="connsiteX632" fmla="*/ 5353 w 440747"/>
                <a:gd name="connsiteY632" fmla="*/ 56996 h 547312"/>
                <a:gd name="connsiteX633" fmla="*/ 5315 w 440747"/>
                <a:gd name="connsiteY633" fmla="*/ 48234 h 547312"/>
                <a:gd name="connsiteX634" fmla="*/ 5281 w 440747"/>
                <a:gd name="connsiteY634" fmla="*/ 44019 h 547312"/>
                <a:gd name="connsiteX635" fmla="*/ 5263 w 440747"/>
                <a:gd name="connsiteY635" fmla="*/ 38134 h 547312"/>
                <a:gd name="connsiteX636" fmla="*/ 5226 w 440747"/>
                <a:gd name="connsiteY636" fmla="*/ 36362 h 547312"/>
                <a:gd name="connsiteX637" fmla="*/ 5697 w 440747"/>
                <a:gd name="connsiteY637" fmla="*/ 32171 h 547312"/>
                <a:gd name="connsiteX638" fmla="*/ 13453 w 440747"/>
                <a:gd name="connsiteY638" fmla="*/ 30504 h 547312"/>
                <a:gd name="connsiteX639" fmla="*/ 15878 w 440747"/>
                <a:gd name="connsiteY639" fmla="*/ 30497 h 547312"/>
                <a:gd name="connsiteX640" fmla="*/ 18515 w 440747"/>
                <a:gd name="connsiteY640" fmla="*/ 30514 h 547312"/>
                <a:gd name="connsiteX641" fmla="*/ 21310 w 440747"/>
                <a:gd name="connsiteY641" fmla="*/ 30513 h 547312"/>
                <a:gd name="connsiteX642" fmla="*/ 28878 w 440747"/>
                <a:gd name="connsiteY642" fmla="*/ 30532 h 547312"/>
                <a:gd name="connsiteX643" fmla="*/ 36795 w 440747"/>
                <a:gd name="connsiteY643" fmla="*/ 30544 h 547312"/>
                <a:gd name="connsiteX644" fmla="*/ 51777 w 440747"/>
                <a:gd name="connsiteY644" fmla="*/ 30575 h 547312"/>
                <a:gd name="connsiteX645" fmla="*/ 68837 w 440747"/>
                <a:gd name="connsiteY645" fmla="*/ 30608 h 547312"/>
                <a:gd name="connsiteX646" fmla="*/ 103923 w 440747"/>
                <a:gd name="connsiteY646" fmla="*/ 30683 h 547312"/>
                <a:gd name="connsiteX647" fmla="*/ 103911 w 440747"/>
                <a:gd name="connsiteY647" fmla="*/ 28042 h 547312"/>
                <a:gd name="connsiteX648" fmla="*/ 103882 w 440747"/>
                <a:gd name="connsiteY648" fmla="*/ 18365 h 547312"/>
                <a:gd name="connsiteX649" fmla="*/ 103867 w 440747"/>
                <a:gd name="connsiteY649" fmla="*/ 14173 h 547312"/>
                <a:gd name="connsiteX650" fmla="*/ 103851 w 440747"/>
                <a:gd name="connsiteY650" fmla="*/ 8155 h 547312"/>
                <a:gd name="connsiteX651" fmla="*/ 103839 w 440747"/>
                <a:gd name="connsiteY651" fmla="*/ 6254 h 547312"/>
                <a:gd name="connsiteX652" fmla="*/ 104667 w 440747"/>
                <a:gd name="connsiteY652" fmla="*/ 173 h 547312"/>
                <a:gd name="connsiteX653" fmla="*/ 110490 w 440747"/>
                <a:gd name="connsiteY653" fmla="*/ 4 h 547312"/>
                <a:gd name="connsiteX654" fmla="*/ 112338 w 440747"/>
                <a:gd name="connsiteY654" fmla="*/ 3 h 54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Lst>
              <a:rect l="l" t="t" r="r" b="b"/>
              <a:pathLst>
                <a:path w="440747" h="547312">
                  <a:moveTo>
                    <a:pt x="200045" y="413726"/>
                  </a:moveTo>
                  <a:cubicBezTo>
                    <a:pt x="199952" y="420918"/>
                    <a:pt x="199857" y="428109"/>
                    <a:pt x="199770" y="435301"/>
                  </a:cubicBezTo>
                  <a:cubicBezTo>
                    <a:pt x="199713" y="440034"/>
                    <a:pt x="199657" y="444767"/>
                    <a:pt x="199595" y="449499"/>
                  </a:cubicBezTo>
                  <a:cubicBezTo>
                    <a:pt x="199543" y="453445"/>
                    <a:pt x="199491" y="457390"/>
                    <a:pt x="199445" y="461335"/>
                  </a:cubicBezTo>
                  <a:cubicBezTo>
                    <a:pt x="199427" y="462834"/>
                    <a:pt x="199409" y="464332"/>
                    <a:pt x="199391" y="465830"/>
                  </a:cubicBezTo>
                  <a:cubicBezTo>
                    <a:pt x="199361" y="467993"/>
                    <a:pt x="199331" y="470155"/>
                    <a:pt x="199307" y="472317"/>
                  </a:cubicBezTo>
                  <a:cubicBezTo>
                    <a:pt x="199299" y="472990"/>
                    <a:pt x="199292" y="473644"/>
                    <a:pt x="199285" y="474297"/>
                  </a:cubicBezTo>
                  <a:cubicBezTo>
                    <a:pt x="199238" y="477314"/>
                    <a:pt x="199080" y="480034"/>
                    <a:pt x="200045" y="482931"/>
                  </a:cubicBezTo>
                  <a:cubicBezTo>
                    <a:pt x="200568" y="483024"/>
                    <a:pt x="201076" y="483114"/>
                    <a:pt x="201584" y="483205"/>
                  </a:cubicBezTo>
                  <a:cubicBezTo>
                    <a:pt x="202620" y="483200"/>
                    <a:pt x="202620" y="483200"/>
                    <a:pt x="203635" y="483196"/>
                  </a:cubicBezTo>
                  <a:cubicBezTo>
                    <a:pt x="204423" y="483199"/>
                    <a:pt x="205188" y="483201"/>
                    <a:pt x="205953" y="483203"/>
                  </a:cubicBezTo>
                  <a:cubicBezTo>
                    <a:pt x="206812" y="483194"/>
                    <a:pt x="207645" y="483184"/>
                    <a:pt x="208478" y="483175"/>
                  </a:cubicBezTo>
                  <a:cubicBezTo>
                    <a:pt x="210225" y="483172"/>
                    <a:pt x="211973" y="483168"/>
                    <a:pt x="213720" y="483164"/>
                  </a:cubicBezTo>
                  <a:cubicBezTo>
                    <a:pt x="216489" y="483140"/>
                    <a:pt x="219256" y="483117"/>
                    <a:pt x="222025" y="483110"/>
                  </a:cubicBezTo>
                  <a:cubicBezTo>
                    <a:pt x="223825" y="483107"/>
                    <a:pt x="225626" y="483102"/>
                    <a:pt x="227427" y="483095"/>
                  </a:cubicBezTo>
                  <a:cubicBezTo>
                    <a:pt x="228306" y="483091"/>
                    <a:pt x="229159" y="483086"/>
                    <a:pt x="230012" y="483082"/>
                  </a:cubicBezTo>
                  <a:cubicBezTo>
                    <a:pt x="230865" y="483079"/>
                    <a:pt x="231694" y="483076"/>
                    <a:pt x="232523" y="483073"/>
                  </a:cubicBezTo>
                  <a:cubicBezTo>
                    <a:pt x="233704" y="483062"/>
                    <a:pt x="233704" y="483062"/>
                    <a:pt x="234862" y="483051"/>
                  </a:cubicBezTo>
                  <a:cubicBezTo>
                    <a:pt x="237258" y="483033"/>
                    <a:pt x="239464" y="483049"/>
                    <a:pt x="241717" y="482187"/>
                  </a:cubicBezTo>
                  <a:cubicBezTo>
                    <a:pt x="242047" y="479498"/>
                    <a:pt x="242047" y="479498"/>
                    <a:pt x="242040" y="477750"/>
                  </a:cubicBezTo>
                  <a:cubicBezTo>
                    <a:pt x="242022" y="477093"/>
                    <a:pt x="242005" y="476455"/>
                    <a:pt x="241987" y="475818"/>
                  </a:cubicBezTo>
                  <a:cubicBezTo>
                    <a:pt x="241965" y="473688"/>
                    <a:pt x="241939" y="471559"/>
                    <a:pt x="241894" y="469430"/>
                  </a:cubicBezTo>
                  <a:cubicBezTo>
                    <a:pt x="241862" y="467904"/>
                    <a:pt x="241834" y="466378"/>
                    <a:pt x="241812" y="464852"/>
                  </a:cubicBezTo>
                  <a:cubicBezTo>
                    <a:pt x="241761" y="460861"/>
                    <a:pt x="241700" y="456871"/>
                    <a:pt x="241624" y="452881"/>
                  </a:cubicBezTo>
                  <a:cubicBezTo>
                    <a:pt x="241530" y="447929"/>
                    <a:pt x="241455" y="442977"/>
                    <a:pt x="241383" y="438025"/>
                  </a:cubicBezTo>
                  <a:cubicBezTo>
                    <a:pt x="241278" y="430782"/>
                    <a:pt x="241278" y="430782"/>
                    <a:pt x="240973" y="413726"/>
                  </a:cubicBezTo>
                  <a:cubicBezTo>
                    <a:pt x="227058" y="413726"/>
                    <a:pt x="213552" y="413726"/>
                    <a:pt x="200045" y="413726"/>
                  </a:cubicBezTo>
                  <a:close/>
                  <a:moveTo>
                    <a:pt x="294834" y="413636"/>
                  </a:moveTo>
                  <a:cubicBezTo>
                    <a:pt x="292365" y="413770"/>
                    <a:pt x="292365" y="413770"/>
                    <a:pt x="292346" y="418685"/>
                  </a:cubicBezTo>
                  <a:cubicBezTo>
                    <a:pt x="292347" y="419308"/>
                    <a:pt x="292349" y="419913"/>
                    <a:pt x="292350" y="420518"/>
                  </a:cubicBezTo>
                  <a:cubicBezTo>
                    <a:pt x="292346" y="422540"/>
                    <a:pt x="292343" y="424562"/>
                    <a:pt x="292345" y="426585"/>
                  </a:cubicBezTo>
                  <a:cubicBezTo>
                    <a:pt x="292347" y="428036"/>
                    <a:pt x="292348" y="429487"/>
                    <a:pt x="292347" y="430938"/>
                  </a:cubicBezTo>
                  <a:cubicBezTo>
                    <a:pt x="292345" y="433956"/>
                    <a:pt x="292344" y="436973"/>
                    <a:pt x="292347" y="439991"/>
                  </a:cubicBezTo>
                  <a:cubicBezTo>
                    <a:pt x="292352" y="443925"/>
                    <a:pt x="292354" y="447858"/>
                    <a:pt x="292350" y="451792"/>
                  </a:cubicBezTo>
                  <a:cubicBezTo>
                    <a:pt x="292346" y="454854"/>
                    <a:pt x="292345" y="457916"/>
                    <a:pt x="292346" y="460978"/>
                  </a:cubicBezTo>
                  <a:cubicBezTo>
                    <a:pt x="292347" y="462440"/>
                    <a:pt x="292347" y="463903"/>
                    <a:pt x="292348" y="465365"/>
                  </a:cubicBezTo>
                  <a:cubicBezTo>
                    <a:pt x="292345" y="467471"/>
                    <a:pt x="292343" y="469577"/>
                    <a:pt x="292347" y="471683"/>
                  </a:cubicBezTo>
                  <a:cubicBezTo>
                    <a:pt x="292348" y="472341"/>
                    <a:pt x="292349" y="472979"/>
                    <a:pt x="292350" y="473617"/>
                  </a:cubicBezTo>
                  <a:cubicBezTo>
                    <a:pt x="292343" y="476771"/>
                    <a:pt x="292131" y="479917"/>
                    <a:pt x="293191" y="482930"/>
                  </a:cubicBezTo>
                  <a:cubicBezTo>
                    <a:pt x="293750" y="483052"/>
                    <a:pt x="294292" y="483170"/>
                    <a:pt x="294834" y="483288"/>
                  </a:cubicBezTo>
                  <a:cubicBezTo>
                    <a:pt x="295582" y="483282"/>
                    <a:pt x="296307" y="483275"/>
                    <a:pt x="297032" y="483268"/>
                  </a:cubicBezTo>
                  <a:cubicBezTo>
                    <a:pt x="297888" y="483268"/>
                    <a:pt x="298719" y="483268"/>
                    <a:pt x="299550" y="483267"/>
                  </a:cubicBezTo>
                  <a:cubicBezTo>
                    <a:pt x="300457" y="483252"/>
                    <a:pt x="301337" y="483236"/>
                    <a:pt x="302217" y="483221"/>
                  </a:cubicBezTo>
                  <a:cubicBezTo>
                    <a:pt x="303893" y="483215"/>
                    <a:pt x="305570" y="483207"/>
                    <a:pt x="307247" y="483199"/>
                  </a:cubicBezTo>
                  <a:cubicBezTo>
                    <a:pt x="309441" y="483171"/>
                    <a:pt x="311571" y="483144"/>
                    <a:pt x="313701" y="483116"/>
                  </a:cubicBezTo>
                  <a:cubicBezTo>
                    <a:pt x="324012" y="483023"/>
                    <a:pt x="324012" y="483023"/>
                    <a:pt x="334119" y="482930"/>
                  </a:cubicBezTo>
                  <a:cubicBezTo>
                    <a:pt x="334119" y="459401"/>
                    <a:pt x="334119" y="436563"/>
                    <a:pt x="334119" y="413725"/>
                  </a:cubicBezTo>
                  <a:cubicBezTo>
                    <a:pt x="327177" y="413710"/>
                    <a:pt x="320439" y="413694"/>
                    <a:pt x="313701" y="413679"/>
                  </a:cubicBezTo>
                  <a:cubicBezTo>
                    <a:pt x="310685" y="413669"/>
                    <a:pt x="307669" y="413659"/>
                    <a:pt x="304652" y="413655"/>
                  </a:cubicBezTo>
                  <a:cubicBezTo>
                    <a:pt x="303422" y="413654"/>
                    <a:pt x="303422" y="413654"/>
                    <a:pt x="302217" y="413653"/>
                  </a:cubicBezTo>
                  <a:cubicBezTo>
                    <a:pt x="300870" y="413647"/>
                    <a:pt x="300870" y="413647"/>
                    <a:pt x="299550" y="413641"/>
                  </a:cubicBezTo>
                  <a:cubicBezTo>
                    <a:pt x="298694" y="413641"/>
                    <a:pt x="297863" y="413641"/>
                    <a:pt x="297032" y="413641"/>
                  </a:cubicBezTo>
                  <a:cubicBezTo>
                    <a:pt x="296285" y="413639"/>
                    <a:pt x="295560" y="413638"/>
                    <a:pt x="294834" y="413636"/>
                  </a:cubicBezTo>
                  <a:close/>
                  <a:moveTo>
                    <a:pt x="146315" y="413363"/>
                  </a:moveTo>
                  <a:cubicBezTo>
                    <a:pt x="145624" y="413367"/>
                    <a:pt x="144954" y="413372"/>
                    <a:pt x="144284" y="413376"/>
                  </a:cubicBezTo>
                  <a:cubicBezTo>
                    <a:pt x="143503" y="413374"/>
                    <a:pt x="142746" y="413372"/>
                    <a:pt x="141989" y="413369"/>
                  </a:cubicBezTo>
                  <a:cubicBezTo>
                    <a:pt x="141140" y="413383"/>
                    <a:pt x="140316" y="413396"/>
                    <a:pt x="139492" y="413409"/>
                  </a:cubicBezTo>
                  <a:cubicBezTo>
                    <a:pt x="137768" y="413414"/>
                    <a:pt x="136044" y="413420"/>
                    <a:pt x="134321" y="413428"/>
                  </a:cubicBezTo>
                  <a:cubicBezTo>
                    <a:pt x="131586" y="413461"/>
                    <a:pt x="128853" y="413493"/>
                    <a:pt x="126119" y="413506"/>
                  </a:cubicBezTo>
                  <a:cubicBezTo>
                    <a:pt x="124340" y="413512"/>
                    <a:pt x="122560" y="413520"/>
                    <a:pt x="120781" y="413530"/>
                  </a:cubicBezTo>
                  <a:cubicBezTo>
                    <a:pt x="119916" y="413536"/>
                    <a:pt x="119077" y="413542"/>
                    <a:pt x="118237" y="413548"/>
                  </a:cubicBezTo>
                  <a:cubicBezTo>
                    <a:pt x="116976" y="413557"/>
                    <a:pt x="116976" y="413557"/>
                    <a:pt x="115740" y="413565"/>
                  </a:cubicBezTo>
                  <a:cubicBezTo>
                    <a:pt x="114581" y="413580"/>
                    <a:pt x="114581" y="413580"/>
                    <a:pt x="113445" y="413594"/>
                  </a:cubicBezTo>
                  <a:cubicBezTo>
                    <a:pt x="109063" y="413642"/>
                    <a:pt x="109063" y="413642"/>
                    <a:pt x="109044" y="418685"/>
                  </a:cubicBezTo>
                  <a:cubicBezTo>
                    <a:pt x="109045" y="419308"/>
                    <a:pt x="109047" y="419913"/>
                    <a:pt x="109048" y="420518"/>
                  </a:cubicBezTo>
                  <a:cubicBezTo>
                    <a:pt x="109044" y="422541"/>
                    <a:pt x="109041" y="424563"/>
                    <a:pt x="109043" y="426585"/>
                  </a:cubicBezTo>
                  <a:cubicBezTo>
                    <a:pt x="109045" y="428036"/>
                    <a:pt x="109046" y="429487"/>
                    <a:pt x="109045" y="430939"/>
                  </a:cubicBezTo>
                  <a:cubicBezTo>
                    <a:pt x="109043" y="433956"/>
                    <a:pt x="109042" y="436974"/>
                    <a:pt x="109045" y="439991"/>
                  </a:cubicBezTo>
                  <a:cubicBezTo>
                    <a:pt x="109050" y="443925"/>
                    <a:pt x="109052" y="447859"/>
                    <a:pt x="109048" y="451793"/>
                  </a:cubicBezTo>
                  <a:cubicBezTo>
                    <a:pt x="109044" y="454855"/>
                    <a:pt x="109043" y="457917"/>
                    <a:pt x="109044" y="460979"/>
                  </a:cubicBezTo>
                  <a:cubicBezTo>
                    <a:pt x="109045" y="462441"/>
                    <a:pt x="109045" y="463903"/>
                    <a:pt x="109046" y="465365"/>
                  </a:cubicBezTo>
                  <a:cubicBezTo>
                    <a:pt x="109043" y="467471"/>
                    <a:pt x="109041" y="469578"/>
                    <a:pt x="109044" y="471684"/>
                  </a:cubicBezTo>
                  <a:cubicBezTo>
                    <a:pt x="109046" y="472341"/>
                    <a:pt x="109047" y="472979"/>
                    <a:pt x="109048" y="473617"/>
                  </a:cubicBezTo>
                  <a:cubicBezTo>
                    <a:pt x="109041" y="476779"/>
                    <a:pt x="108856" y="479902"/>
                    <a:pt x="109889" y="482931"/>
                  </a:cubicBezTo>
                  <a:cubicBezTo>
                    <a:pt x="110606" y="483114"/>
                    <a:pt x="110606" y="483114"/>
                    <a:pt x="111309" y="483294"/>
                  </a:cubicBezTo>
                  <a:cubicBezTo>
                    <a:pt x="112261" y="483287"/>
                    <a:pt x="112261" y="483287"/>
                    <a:pt x="113193" y="483281"/>
                  </a:cubicBezTo>
                  <a:cubicBezTo>
                    <a:pt x="113918" y="483283"/>
                    <a:pt x="114621" y="483285"/>
                    <a:pt x="115324" y="483287"/>
                  </a:cubicBezTo>
                  <a:cubicBezTo>
                    <a:pt x="116113" y="483274"/>
                    <a:pt x="116878" y="483261"/>
                    <a:pt x="117644" y="483248"/>
                  </a:cubicBezTo>
                  <a:cubicBezTo>
                    <a:pt x="119253" y="483243"/>
                    <a:pt x="120861" y="483236"/>
                    <a:pt x="122470" y="483229"/>
                  </a:cubicBezTo>
                  <a:cubicBezTo>
                    <a:pt x="125015" y="483196"/>
                    <a:pt x="127561" y="483163"/>
                    <a:pt x="130107" y="483150"/>
                  </a:cubicBezTo>
                  <a:cubicBezTo>
                    <a:pt x="131763" y="483145"/>
                    <a:pt x="133420" y="483137"/>
                    <a:pt x="135076" y="483126"/>
                  </a:cubicBezTo>
                  <a:cubicBezTo>
                    <a:pt x="135885" y="483120"/>
                    <a:pt x="136671" y="483114"/>
                    <a:pt x="137457" y="483108"/>
                  </a:cubicBezTo>
                  <a:cubicBezTo>
                    <a:pt x="138240" y="483102"/>
                    <a:pt x="139000" y="483097"/>
                    <a:pt x="139759" y="483092"/>
                  </a:cubicBezTo>
                  <a:cubicBezTo>
                    <a:pt x="140493" y="483082"/>
                    <a:pt x="141206" y="483072"/>
                    <a:pt x="141918" y="483063"/>
                  </a:cubicBezTo>
                  <a:cubicBezTo>
                    <a:pt x="144485" y="483032"/>
                    <a:pt x="146822" y="482746"/>
                    <a:pt x="149328" y="482187"/>
                  </a:cubicBezTo>
                  <a:cubicBezTo>
                    <a:pt x="148574" y="479924"/>
                    <a:pt x="148500" y="478063"/>
                    <a:pt x="148500" y="475696"/>
                  </a:cubicBezTo>
                  <a:cubicBezTo>
                    <a:pt x="148506" y="474810"/>
                    <a:pt x="148506" y="474810"/>
                    <a:pt x="148512" y="473942"/>
                  </a:cubicBezTo>
                  <a:cubicBezTo>
                    <a:pt x="148514" y="472672"/>
                    <a:pt x="148516" y="471403"/>
                    <a:pt x="148519" y="470134"/>
                  </a:cubicBezTo>
                  <a:cubicBezTo>
                    <a:pt x="148528" y="468058"/>
                    <a:pt x="148538" y="465983"/>
                    <a:pt x="148543" y="463907"/>
                  </a:cubicBezTo>
                  <a:cubicBezTo>
                    <a:pt x="148551" y="458730"/>
                    <a:pt x="148567" y="453552"/>
                    <a:pt x="148584" y="448375"/>
                  </a:cubicBezTo>
                  <a:cubicBezTo>
                    <a:pt x="148599" y="443909"/>
                    <a:pt x="148614" y="439443"/>
                    <a:pt x="148622" y="434976"/>
                  </a:cubicBezTo>
                  <a:cubicBezTo>
                    <a:pt x="148626" y="432872"/>
                    <a:pt x="148631" y="430767"/>
                    <a:pt x="148640" y="428663"/>
                  </a:cubicBezTo>
                  <a:cubicBezTo>
                    <a:pt x="148646" y="427332"/>
                    <a:pt x="148651" y="426002"/>
                    <a:pt x="148654" y="424671"/>
                  </a:cubicBezTo>
                  <a:cubicBezTo>
                    <a:pt x="148655" y="424039"/>
                    <a:pt x="148656" y="423425"/>
                    <a:pt x="148657" y="422811"/>
                  </a:cubicBezTo>
                  <a:cubicBezTo>
                    <a:pt x="148676" y="419878"/>
                    <a:pt x="149221" y="416368"/>
                    <a:pt x="147840" y="413726"/>
                  </a:cubicBezTo>
                  <a:cubicBezTo>
                    <a:pt x="147321" y="413602"/>
                    <a:pt x="146818" y="413483"/>
                    <a:pt x="146315" y="413363"/>
                  </a:cubicBezTo>
                  <a:close/>
                  <a:moveTo>
                    <a:pt x="112338" y="3"/>
                  </a:moveTo>
                  <a:cubicBezTo>
                    <a:pt x="114363" y="4"/>
                    <a:pt x="116388" y="16"/>
                    <a:pt x="118414" y="27"/>
                  </a:cubicBezTo>
                  <a:cubicBezTo>
                    <a:pt x="119814" y="30"/>
                    <a:pt x="121214" y="32"/>
                    <a:pt x="122615" y="34"/>
                  </a:cubicBezTo>
                  <a:cubicBezTo>
                    <a:pt x="126308" y="40"/>
                    <a:pt x="130001" y="54"/>
                    <a:pt x="133695" y="71"/>
                  </a:cubicBezTo>
                  <a:cubicBezTo>
                    <a:pt x="138122" y="88"/>
                    <a:pt x="142549" y="95"/>
                    <a:pt x="146977" y="104"/>
                  </a:cubicBezTo>
                  <a:cubicBezTo>
                    <a:pt x="153710" y="118"/>
                    <a:pt x="160442" y="147"/>
                    <a:pt x="167175" y="173"/>
                  </a:cubicBezTo>
                  <a:cubicBezTo>
                    <a:pt x="167175" y="10732"/>
                    <a:pt x="167175" y="21292"/>
                    <a:pt x="167175" y="32171"/>
                  </a:cubicBezTo>
                  <a:cubicBezTo>
                    <a:pt x="167912" y="31680"/>
                    <a:pt x="168649" y="31189"/>
                    <a:pt x="169408" y="30683"/>
                  </a:cubicBezTo>
                  <a:cubicBezTo>
                    <a:pt x="171274" y="30499"/>
                    <a:pt x="171274" y="30499"/>
                    <a:pt x="173546" y="30504"/>
                  </a:cubicBezTo>
                  <a:cubicBezTo>
                    <a:pt x="174407" y="30502"/>
                    <a:pt x="175268" y="30499"/>
                    <a:pt x="176155" y="30497"/>
                  </a:cubicBezTo>
                  <a:cubicBezTo>
                    <a:pt x="177100" y="30503"/>
                    <a:pt x="178046" y="30508"/>
                    <a:pt x="179020" y="30514"/>
                  </a:cubicBezTo>
                  <a:cubicBezTo>
                    <a:pt x="180024" y="30514"/>
                    <a:pt x="181029" y="30514"/>
                    <a:pt x="182034" y="30513"/>
                  </a:cubicBezTo>
                  <a:cubicBezTo>
                    <a:pt x="184763" y="30513"/>
                    <a:pt x="187491" y="30521"/>
                    <a:pt x="190220" y="30532"/>
                  </a:cubicBezTo>
                  <a:cubicBezTo>
                    <a:pt x="193071" y="30541"/>
                    <a:pt x="195923" y="30542"/>
                    <a:pt x="198774" y="30544"/>
                  </a:cubicBezTo>
                  <a:cubicBezTo>
                    <a:pt x="204174" y="30548"/>
                    <a:pt x="209574" y="30560"/>
                    <a:pt x="214974" y="30575"/>
                  </a:cubicBezTo>
                  <a:cubicBezTo>
                    <a:pt x="221121" y="30592"/>
                    <a:pt x="227269" y="30600"/>
                    <a:pt x="233416" y="30608"/>
                  </a:cubicBezTo>
                  <a:cubicBezTo>
                    <a:pt x="246062" y="30623"/>
                    <a:pt x="258709" y="30649"/>
                    <a:pt x="271355" y="30683"/>
                  </a:cubicBezTo>
                  <a:cubicBezTo>
                    <a:pt x="271355" y="31174"/>
                    <a:pt x="271355" y="31665"/>
                    <a:pt x="271355" y="32171"/>
                  </a:cubicBezTo>
                  <a:cubicBezTo>
                    <a:pt x="272092" y="32171"/>
                    <a:pt x="272828" y="32171"/>
                    <a:pt x="273587" y="32171"/>
                  </a:cubicBezTo>
                  <a:cubicBezTo>
                    <a:pt x="273587" y="21611"/>
                    <a:pt x="273587" y="11052"/>
                    <a:pt x="273587" y="173"/>
                  </a:cubicBezTo>
                  <a:cubicBezTo>
                    <a:pt x="293478" y="173"/>
                    <a:pt x="313369" y="173"/>
                    <a:pt x="333863" y="173"/>
                  </a:cubicBezTo>
                  <a:cubicBezTo>
                    <a:pt x="333863" y="10732"/>
                    <a:pt x="333863" y="21292"/>
                    <a:pt x="333863" y="32171"/>
                  </a:cubicBezTo>
                  <a:cubicBezTo>
                    <a:pt x="334599" y="31680"/>
                    <a:pt x="335336" y="31189"/>
                    <a:pt x="336095" y="30683"/>
                  </a:cubicBezTo>
                  <a:cubicBezTo>
                    <a:pt x="337849" y="30497"/>
                    <a:pt x="337849" y="30497"/>
                    <a:pt x="339960" y="30499"/>
                  </a:cubicBezTo>
                  <a:cubicBezTo>
                    <a:pt x="340760" y="30495"/>
                    <a:pt x="341560" y="30492"/>
                    <a:pt x="342385" y="30489"/>
                  </a:cubicBezTo>
                  <a:cubicBezTo>
                    <a:pt x="343701" y="30495"/>
                    <a:pt x="343701" y="30495"/>
                    <a:pt x="345045" y="30502"/>
                  </a:cubicBezTo>
                  <a:cubicBezTo>
                    <a:pt x="346432" y="30500"/>
                    <a:pt x="346432" y="30500"/>
                    <a:pt x="347847" y="30498"/>
                  </a:cubicBezTo>
                  <a:cubicBezTo>
                    <a:pt x="350384" y="30495"/>
                    <a:pt x="352920" y="30500"/>
                    <a:pt x="355457" y="30507"/>
                  </a:cubicBezTo>
                  <a:cubicBezTo>
                    <a:pt x="358112" y="30514"/>
                    <a:pt x="360766" y="30512"/>
                    <a:pt x="363420" y="30512"/>
                  </a:cubicBezTo>
                  <a:cubicBezTo>
                    <a:pt x="367878" y="30513"/>
                    <a:pt x="372337" y="30519"/>
                    <a:pt x="376795" y="30529"/>
                  </a:cubicBezTo>
                  <a:cubicBezTo>
                    <a:pt x="381949" y="30541"/>
                    <a:pt x="387103" y="30545"/>
                    <a:pt x="392257" y="30544"/>
                  </a:cubicBezTo>
                  <a:cubicBezTo>
                    <a:pt x="397215" y="30544"/>
                    <a:pt x="402172" y="30548"/>
                    <a:pt x="407129" y="30554"/>
                  </a:cubicBezTo>
                  <a:cubicBezTo>
                    <a:pt x="409239" y="30557"/>
                    <a:pt x="411349" y="30558"/>
                    <a:pt x="413459" y="30558"/>
                  </a:cubicBezTo>
                  <a:cubicBezTo>
                    <a:pt x="416406" y="30559"/>
                    <a:pt x="419352" y="30567"/>
                    <a:pt x="422299" y="30574"/>
                  </a:cubicBezTo>
                  <a:cubicBezTo>
                    <a:pt x="423175" y="30574"/>
                    <a:pt x="424052" y="30574"/>
                    <a:pt x="424955" y="30573"/>
                  </a:cubicBezTo>
                  <a:cubicBezTo>
                    <a:pt x="426158" y="30578"/>
                    <a:pt x="426158" y="30578"/>
                    <a:pt x="427386" y="30583"/>
                  </a:cubicBezTo>
                  <a:cubicBezTo>
                    <a:pt x="428083" y="30584"/>
                    <a:pt x="428780" y="30586"/>
                    <a:pt x="429498" y="30587"/>
                  </a:cubicBezTo>
                  <a:cubicBezTo>
                    <a:pt x="431234" y="30677"/>
                    <a:pt x="432684" y="30843"/>
                    <a:pt x="434322" y="31427"/>
                  </a:cubicBezTo>
                  <a:cubicBezTo>
                    <a:pt x="435488" y="33760"/>
                    <a:pt x="435169" y="36249"/>
                    <a:pt x="435162" y="38810"/>
                  </a:cubicBezTo>
                  <a:cubicBezTo>
                    <a:pt x="435163" y="39419"/>
                    <a:pt x="435165" y="40028"/>
                    <a:pt x="435166" y="40655"/>
                  </a:cubicBezTo>
                  <a:cubicBezTo>
                    <a:pt x="435169" y="42672"/>
                    <a:pt x="435167" y="44690"/>
                    <a:pt x="435165" y="46708"/>
                  </a:cubicBezTo>
                  <a:cubicBezTo>
                    <a:pt x="435165" y="48105"/>
                    <a:pt x="435166" y="49503"/>
                    <a:pt x="435167" y="50900"/>
                  </a:cubicBezTo>
                  <a:cubicBezTo>
                    <a:pt x="435168" y="53831"/>
                    <a:pt x="435166" y="56762"/>
                    <a:pt x="435163" y="59693"/>
                  </a:cubicBezTo>
                  <a:cubicBezTo>
                    <a:pt x="435159" y="63458"/>
                    <a:pt x="435161" y="67223"/>
                    <a:pt x="435166" y="70989"/>
                  </a:cubicBezTo>
                  <a:cubicBezTo>
                    <a:pt x="435168" y="73875"/>
                    <a:pt x="435167" y="76761"/>
                    <a:pt x="435165" y="79647"/>
                  </a:cubicBezTo>
                  <a:cubicBezTo>
                    <a:pt x="435165" y="81036"/>
                    <a:pt x="435166" y="82425"/>
                    <a:pt x="435167" y="83813"/>
                  </a:cubicBezTo>
                  <a:cubicBezTo>
                    <a:pt x="435169" y="85750"/>
                    <a:pt x="435166" y="87687"/>
                    <a:pt x="435162" y="89624"/>
                  </a:cubicBezTo>
                  <a:cubicBezTo>
                    <a:pt x="435164" y="90203"/>
                    <a:pt x="435165" y="90783"/>
                    <a:pt x="435167" y="91380"/>
                  </a:cubicBezTo>
                  <a:cubicBezTo>
                    <a:pt x="435151" y="95338"/>
                    <a:pt x="435151" y="95338"/>
                    <a:pt x="434322" y="96167"/>
                  </a:cubicBezTo>
                  <a:cubicBezTo>
                    <a:pt x="433022" y="96239"/>
                    <a:pt x="431720" y="96258"/>
                    <a:pt x="430418" y="96256"/>
                  </a:cubicBezTo>
                  <a:cubicBezTo>
                    <a:pt x="429572" y="96257"/>
                    <a:pt x="428726" y="96258"/>
                    <a:pt x="427854" y="96260"/>
                  </a:cubicBezTo>
                  <a:cubicBezTo>
                    <a:pt x="426917" y="96257"/>
                    <a:pt x="425981" y="96254"/>
                    <a:pt x="425015" y="96251"/>
                  </a:cubicBezTo>
                  <a:cubicBezTo>
                    <a:pt x="424035" y="96252"/>
                    <a:pt x="423056" y="96252"/>
                    <a:pt x="422046" y="96252"/>
                  </a:cubicBezTo>
                  <a:cubicBezTo>
                    <a:pt x="419351" y="96252"/>
                    <a:pt x="416656" y="96248"/>
                    <a:pt x="413961" y="96242"/>
                  </a:cubicBezTo>
                  <a:cubicBezTo>
                    <a:pt x="411147" y="96238"/>
                    <a:pt x="408333" y="96237"/>
                    <a:pt x="405520" y="96236"/>
                  </a:cubicBezTo>
                  <a:cubicBezTo>
                    <a:pt x="400188" y="96234"/>
                    <a:pt x="394857" y="96228"/>
                    <a:pt x="389525" y="96221"/>
                  </a:cubicBezTo>
                  <a:cubicBezTo>
                    <a:pt x="383457" y="96212"/>
                    <a:pt x="377389" y="96208"/>
                    <a:pt x="371321" y="96204"/>
                  </a:cubicBezTo>
                  <a:cubicBezTo>
                    <a:pt x="358835" y="96197"/>
                    <a:pt x="346349" y="96183"/>
                    <a:pt x="333863" y="96167"/>
                  </a:cubicBezTo>
                  <a:cubicBezTo>
                    <a:pt x="333878" y="96777"/>
                    <a:pt x="333878" y="96777"/>
                    <a:pt x="333893" y="97400"/>
                  </a:cubicBezTo>
                  <a:cubicBezTo>
                    <a:pt x="333991" y="101624"/>
                    <a:pt x="334059" y="105849"/>
                    <a:pt x="334108" y="110074"/>
                  </a:cubicBezTo>
                  <a:cubicBezTo>
                    <a:pt x="334130" y="111652"/>
                    <a:pt x="334161" y="113230"/>
                    <a:pt x="334200" y="114808"/>
                  </a:cubicBezTo>
                  <a:cubicBezTo>
                    <a:pt x="334254" y="117073"/>
                    <a:pt x="334279" y="119336"/>
                    <a:pt x="334299" y="121601"/>
                  </a:cubicBezTo>
                  <a:cubicBezTo>
                    <a:pt x="334322" y="122310"/>
                    <a:pt x="334345" y="123018"/>
                    <a:pt x="334369" y="123748"/>
                  </a:cubicBezTo>
                  <a:cubicBezTo>
                    <a:pt x="334370" y="125572"/>
                    <a:pt x="334338" y="127149"/>
                    <a:pt x="333863" y="128909"/>
                  </a:cubicBezTo>
                  <a:cubicBezTo>
                    <a:pt x="330853" y="130764"/>
                    <a:pt x="327717" y="130563"/>
                    <a:pt x="324246" y="130498"/>
                  </a:cubicBezTo>
                  <a:cubicBezTo>
                    <a:pt x="323505" y="130487"/>
                    <a:pt x="323505" y="130487"/>
                    <a:pt x="322748" y="130477"/>
                  </a:cubicBezTo>
                  <a:cubicBezTo>
                    <a:pt x="321130" y="130452"/>
                    <a:pt x="319511" y="130416"/>
                    <a:pt x="317893" y="130380"/>
                  </a:cubicBezTo>
                  <a:cubicBezTo>
                    <a:pt x="316765" y="130360"/>
                    <a:pt x="315637" y="130342"/>
                    <a:pt x="314508" y="130324"/>
                  </a:cubicBezTo>
                  <a:cubicBezTo>
                    <a:pt x="311550" y="130274"/>
                    <a:pt x="308592" y="130215"/>
                    <a:pt x="305634" y="130155"/>
                  </a:cubicBezTo>
                  <a:cubicBezTo>
                    <a:pt x="302612" y="130094"/>
                    <a:pt x="299589" y="130043"/>
                    <a:pt x="296566" y="129990"/>
                  </a:cubicBezTo>
                  <a:cubicBezTo>
                    <a:pt x="290642" y="129887"/>
                    <a:pt x="284719" y="129773"/>
                    <a:pt x="278796" y="129653"/>
                  </a:cubicBezTo>
                  <a:cubicBezTo>
                    <a:pt x="279460" y="129681"/>
                    <a:pt x="280124" y="129709"/>
                    <a:pt x="280808" y="129738"/>
                  </a:cubicBezTo>
                  <a:cubicBezTo>
                    <a:pt x="282114" y="129811"/>
                    <a:pt x="282114" y="129811"/>
                    <a:pt x="283447" y="129886"/>
                  </a:cubicBezTo>
                  <a:cubicBezTo>
                    <a:pt x="284311" y="129929"/>
                    <a:pt x="285174" y="129972"/>
                    <a:pt x="286063" y="130017"/>
                  </a:cubicBezTo>
                  <a:cubicBezTo>
                    <a:pt x="288587" y="130416"/>
                    <a:pt x="289556" y="130994"/>
                    <a:pt x="291447" y="132630"/>
                  </a:cubicBezTo>
                  <a:cubicBezTo>
                    <a:pt x="293079" y="132987"/>
                    <a:pt x="293079" y="132987"/>
                    <a:pt x="294804" y="132984"/>
                  </a:cubicBezTo>
                  <a:cubicBezTo>
                    <a:pt x="295742" y="133019"/>
                    <a:pt x="295742" y="133019"/>
                    <a:pt x="296698" y="133054"/>
                  </a:cubicBezTo>
                  <a:cubicBezTo>
                    <a:pt x="297344" y="133068"/>
                    <a:pt x="297990" y="133081"/>
                    <a:pt x="298656" y="133095"/>
                  </a:cubicBezTo>
                  <a:cubicBezTo>
                    <a:pt x="299945" y="133133"/>
                    <a:pt x="301235" y="133173"/>
                    <a:pt x="302525" y="133217"/>
                  </a:cubicBezTo>
                  <a:cubicBezTo>
                    <a:pt x="303094" y="133230"/>
                    <a:pt x="303664" y="133243"/>
                    <a:pt x="304250" y="133257"/>
                  </a:cubicBezTo>
                  <a:cubicBezTo>
                    <a:pt x="305585" y="133374"/>
                    <a:pt x="305585" y="133374"/>
                    <a:pt x="306330" y="134118"/>
                  </a:cubicBezTo>
                  <a:cubicBezTo>
                    <a:pt x="306394" y="135117"/>
                    <a:pt x="306409" y="136120"/>
                    <a:pt x="306402" y="137121"/>
                  </a:cubicBezTo>
                  <a:cubicBezTo>
                    <a:pt x="306400" y="137723"/>
                    <a:pt x="306397" y="138325"/>
                    <a:pt x="306395" y="138945"/>
                  </a:cubicBezTo>
                  <a:cubicBezTo>
                    <a:pt x="306389" y="139577"/>
                    <a:pt x="306382" y="140210"/>
                    <a:pt x="306376" y="140862"/>
                  </a:cubicBezTo>
                  <a:cubicBezTo>
                    <a:pt x="306373" y="141497"/>
                    <a:pt x="306369" y="142133"/>
                    <a:pt x="306366" y="142788"/>
                  </a:cubicBezTo>
                  <a:cubicBezTo>
                    <a:pt x="306357" y="144363"/>
                    <a:pt x="306344" y="145938"/>
                    <a:pt x="306330" y="147513"/>
                  </a:cubicBezTo>
                  <a:cubicBezTo>
                    <a:pt x="305593" y="147513"/>
                    <a:pt x="304856" y="147513"/>
                    <a:pt x="304097" y="147513"/>
                  </a:cubicBezTo>
                  <a:cubicBezTo>
                    <a:pt x="304061" y="148417"/>
                    <a:pt x="304024" y="149322"/>
                    <a:pt x="303987" y="150254"/>
                  </a:cubicBezTo>
                  <a:cubicBezTo>
                    <a:pt x="303931" y="151433"/>
                    <a:pt x="303875" y="152612"/>
                    <a:pt x="303818" y="153791"/>
                  </a:cubicBezTo>
                  <a:cubicBezTo>
                    <a:pt x="303795" y="154388"/>
                    <a:pt x="303772" y="154986"/>
                    <a:pt x="303748" y="155601"/>
                  </a:cubicBezTo>
                  <a:cubicBezTo>
                    <a:pt x="303671" y="157125"/>
                    <a:pt x="303518" y="158645"/>
                    <a:pt x="303353" y="160163"/>
                  </a:cubicBezTo>
                  <a:cubicBezTo>
                    <a:pt x="302862" y="160409"/>
                    <a:pt x="302371" y="160654"/>
                    <a:pt x="301865" y="160907"/>
                  </a:cubicBezTo>
                  <a:cubicBezTo>
                    <a:pt x="301573" y="162587"/>
                    <a:pt x="301573" y="162587"/>
                    <a:pt x="301493" y="164535"/>
                  </a:cubicBezTo>
                  <a:cubicBezTo>
                    <a:pt x="301332" y="167292"/>
                    <a:pt x="301215" y="168206"/>
                    <a:pt x="299632" y="170581"/>
                  </a:cubicBezTo>
                  <a:cubicBezTo>
                    <a:pt x="300241" y="170584"/>
                    <a:pt x="300850" y="170587"/>
                    <a:pt x="301478" y="170591"/>
                  </a:cubicBezTo>
                  <a:cubicBezTo>
                    <a:pt x="316277" y="170667"/>
                    <a:pt x="331075" y="170748"/>
                    <a:pt x="345874" y="170833"/>
                  </a:cubicBezTo>
                  <a:cubicBezTo>
                    <a:pt x="353031" y="170875"/>
                    <a:pt x="360187" y="170914"/>
                    <a:pt x="367343" y="170951"/>
                  </a:cubicBezTo>
                  <a:cubicBezTo>
                    <a:pt x="373579" y="170983"/>
                    <a:pt x="379814" y="171017"/>
                    <a:pt x="386049" y="171055"/>
                  </a:cubicBezTo>
                  <a:cubicBezTo>
                    <a:pt x="389353" y="171075"/>
                    <a:pt x="392656" y="171093"/>
                    <a:pt x="395960" y="171109"/>
                  </a:cubicBezTo>
                  <a:cubicBezTo>
                    <a:pt x="399066" y="171123"/>
                    <a:pt x="402171" y="171141"/>
                    <a:pt x="405277" y="171162"/>
                  </a:cubicBezTo>
                  <a:cubicBezTo>
                    <a:pt x="406420" y="171169"/>
                    <a:pt x="407564" y="171174"/>
                    <a:pt x="408707" y="171179"/>
                  </a:cubicBezTo>
                  <a:cubicBezTo>
                    <a:pt x="410261" y="171185"/>
                    <a:pt x="411815" y="171196"/>
                    <a:pt x="413369" y="171207"/>
                  </a:cubicBezTo>
                  <a:cubicBezTo>
                    <a:pt x="414677" y="171215"/>
                    <a:pt x="414677" y="171215"/>
                    <a:pt x="416011" y="171222"/>
                  </a:cubicBezTo>
                  <a:cubicBezTo>
                    <a:pt x="417951" y="171325"/>
                    <a:pt x="417951" y="171325"/>
                    <a:pt x="418695" y="172069"/>
                  </a:cubicBezTo>
                  <a:cubicBezTo>
                    <a:pt x="418769" y="173922"/>
                    <a:pt x="418796" y="175754"/>
                    <a:pt x="418791" y="177607"/>
                  </a:cubicBezTo>
                  <a:cubicBezTo>
                    <a:pt x="418792" y="178186"/>
                    <a:pt x="418794" y="178766"/>
                    <a:pt x="418795" y="179363"/>
                  </a:cubicBezTo>
                  <a:cubicBezTo>
                    <a:pt x="418798" y="181288"/>
                    <a:pt x="418796" y="183213"/>
                    <a:pt x="418794" y="185138"/>
                  </a:cubicBezTo>
                  <a:cubicBezTo>
                    <a:pt x="418794" y="186470"/>
                    <a:pt x="418795" y="187802"/>
                    <a:pt x="418796" y="189134"/>
                  </a:cubicBezTo>
                  <a:cubicBezTo>
                    <a:pt x="418797" y="191929"/>
                    <a:pt x="418795" y="194724"/>
                    <a:pt x="418792" y="197519"/>
                  </a:cubicBezTo>
                  <a:cubicBezTo>
                    <a:pt x="418788" y="201110"/>
                    <a:pt x="418790" y="204701"/>
                    <a:pt x="418794" y="208292"/>
                  </a:cubicBezTo>
                  <a:cubicBezTo>
                    <a:pt x="418797" y="211044"/>
                    <a:pt x="418796" y="213795"/>
                    <a:pt x="418794" y="216546"/>
                  </a:cubicBezTo>
                  <a:cubicBezTo>
                    <a:pt x="418794" y="217871"/>
                    <a:pt x="418794" y="219195"/>
                    <a:pt x="418796" y="220520"/>
                  </a:cubicBezTo>
                  <a:cubicBezTo>
                    <a:pt x="418798" y="222367"/>
                    <a:pt x="418795" y="224215"/>
                    <a:pt x="418791" y="226063"/>
                  </a:cubicBezTo>
                  <a:cubicBezTo>
                    <a:pt x="418793" y="226616"/>
                    <a:pt x="418794" y="227169"/>
                    <a:pt x="418796" y="227738"/>
                  </a:cubicBezTo>
                  <a:cubicBezTo>
                    <a:pt x="418780" y="231515"/>
                    <a:pt x="418780" y="231515"/>
                    <a:pt x="417951" y="232345"/>
                  </a:cubicBezTo>
                  <a:cubicBezTo>
                    <a:pt x="416934" y="232425"/>
                    <a:pt x="415914" y="232454"/>
                    <a:pt x="414895" y="232462"/>
                  </a:cubicBezTo>
                  <a:cubicBezTo>
                    <a:pt x="414236" y="232470"/>
                    <a:pt x="413578" y="232477"/>
                    <a:pt x="412900" y="232484"/>
                  </a:cubicBezTo>
                  <a:cubicBezTo>
                    <a:pt x="412172" y="232489"/>
                    <a:pt x="411444" y="232493"/>
                    <a:pt x="410694" y="232497"/>
                  </a:cubicBezTo>
                  <a:cubicBezTo>
                    <a:pt x="409931" y="232505"/>
                    <a:pt x="409169" y="232512"/>
                    <a:pt x="408384" y="232520"/>
                  </a:cubicBezTo>
                  <a:cubicBezTo>
                    <a:pt x="405851" y="232543"/>
                    <a:pt x="403319" y="232562"/>
                    <a:pt x="400786" y="232580"/>
                  </a:cubicBezTo>
                  <a:cubicBezTo>
                    <a:pt x="399035" y="232595"/>
                    <a:pt x="397285" y="232611"/>
                    <a:pt x="395534" y="232627"/>
                  </a:cubicBezTo>
                  <a:cubicBezTo>
                    <a:pt x="390916" y="232668"/>
                    <a:pt x="386297" y="232705"/>
                    <a:pt x="381679" y="232741"/>
                  </a:cubicBezTo>
                  <a:cubicBezTo>
                    <a:pt x="376971" y="232778"/>
                    <a:pt x="372262" y="232819"/>
                    <a:pt x="367554" y="232861"/>
                  </a:cubicBezTo>
                  <a:cubicBezTo>
                    <a:pt x="358308" y="232941"/>
                    <a:pt x="349062" y="233016"/>
                    <a:pt x="339816" y="233089"/>
                  </a:cubicBezTo>
                  <a:cubicBezTo>
                    <a:pt x="340542" y="233660"/>
                    <a:pt x="341268" y="234232"/>
                    <a:pt x="342016" y="234821"/>
                  </a:cubicBezTo>
                  <a:cubicBezTo>
                    <a:pt x="344236" y="236569"/>
                    <a:pt x="344633" y="237709"/>
                    <a:pt x="345025" y="240530"/>
                  </a:cubicBezTo>
                  <a:cubicBezTo>
                    <a:pt x="345762" y="240776"/>
                    <a:pt x="346498" y="241021"/>
                    <a:pt x="347257" y="241274"/>
                  </a:cubicBezTo>
                  <a:cubicBezTo>
                    <a:pt x="348545" y="243128"/>
                    <a:pt x="349447" y="244879"/>
                    <a:pt x="350234" y="246995"/>
                  </a:cubicBezTo>
                  <a:cubicBezTo>
                    <a:pt x="350895" y="248953"/>
                    <a:pt x="350895" y="248953"/>
                    <a:pt x="353210" y="250204"/>
                  </a:cubicBezTo>
                  <a:cubicBezTo>
                    <a:pt x="353210" y="251186"/>
                    <a:pt x="353210" y="252169"/>
                    <a:pt x="353210" y="253181"/>
                  </a:cubicBezTo>
                  <a:cubicBezTo>
                    <a:pt x="353947" y="253181"/>
                    <a:pt x="354684" y="253181"/>
                    <a:pt x="355443" y="253181"/>
                  </a:cubicBezTo>
                  <a:cubicBezTo>
                    <a:pt x="355710" y="254417"/>
                    <a:pt x="355956" y="255658"/>
                    <a:pt x="356187" y="256901"/>
                  </a:cubicBezTo>
                  <a:cubicBezTo>
                    <a:pt x="357272" y="258111"/>
                    <a:pt x="357272" y="258111"/>
                    <a:pt x="358419" y="259134"/>
                  </a:cubicBezTo>
                  <a:cubicBezTo>
                    <a:pt x="358665" y="259870"/>
                    <a:pt x="358911" y="260607"/>
                    <a:pt x="359164" y="261366"/>
                  </a:cubicBezTo>
                  <a:cubicBezTo>
                    <a:pt x="359655" y="261612"/>
                    <a:pt x="360146" y="261857"/>
                    <a:pt x="360652" y="262110"/>
                  </a:cubicBezTo>
                  <a:cubicBezTo>
                    <a:pt x="361148" y="263847"/>
                    <a:pt x="361644" y="265583"/>
                    <a:pt x="362140" y="267319"/>
                  </a:cubicBezTo>
                  <a:cubicBezTo>
                    <a:pt x="362631" y="267565"/>
                    <a:pt x="363122" y="267810"/>
                    <a:pt x="363628" y="268063"/>
                  </a:cubicBezTo>
                  <a:cubicBezTo>
                    <a:pt x="363736" y="268677"/>
                    <a:pt x="363843" y="269291"/>
                    <a:pt x="363954" y="269924"/>
                  </a:cubicBezTo>
                  <a:cubicBezTo>
                    <a:pt x="364092" y="270538"/>
                    <a:pt x="364230" y="271152"/>
                    <a:pt x="364373" y="271784"/>
                  </a:cubicBezTo>
                  <a:cubicBezTo>
                    <a:pt x="365109" y="272030"/>
                    <a:pt x="365846" y="272275"/>
                    <a:pt x="366605" y="272528"/>
                  </a:cubicBezTo>
                  <a:cubicBezTo>
                    <a:pt x="366883" y="274011"/>
                    <a:pt x="367131" y="275500"/>
                    <a:pt x="367349" y="276993"/>
                  </a:cubicBezTo>
                  <a:cubicBezTo>
                    <a:pt x="367840" y="277239"/>
                    <a:pt x="368331" y="277484"/>
                    <a:pt x="368837" y="277737"/>
                  </a:cubicBezTo>
                  <a:cubicBezTo>
                    <a:pt x="369333" y="279225"/>
                    <a:pt x="369830" y="280714"/>
                    <a:pt x="370326" y="282202"/>
                  </a:cubicBezTo>
                  <a:cubicBezTo>
                    <a:pt x="370817" y="282448"/>
                    <a:pt x="371308" y="282693"/>
                    <a:pt x="371814" y="282946"/>
                  </a:cubicBezTo>
                  <a:cubicBezTo>
                    <a:pt x="371921" y="283668"/>
                    <a:pt x="372029" y="284389"/>
                    <a:pt x="372139" y="285132"/>
                  </a:cubicBezTo>
                  <a:cubicBezTo>
                    <a:pt x="372278" y="285884"/>
                    <a:pt x="372416" y="286636"/>
                    <a:pt x="372558" y="287411"/>
                  </a:cubicBezTo>
                  <a:cubicBezTo>
                    <a:pt x="373295" y="287902"/>
                    <a:pt x="374031" y="288393"/>
                    <a:pt x="374790" y="288899"/>
                  </a:cubicBezTo>
                  <a:cubicBezTo>
                    <a:pt x="375064" y="290632"/>
                    <a:pt x="375313" y="292368"/>
                    <a:pt x="375535" y="294108"/>
                  </a:cubicBezTo>
                  <a:cubicBezTo>
                    <a:pt x="376026" y="294354"/>
                    <a:pt x="376517" y="294599"/>
                    <a:pt x="377023" y="294852"/>
                  </a:cubicBezTo>
                  <a:cubicBezTo>
                    <a:pt x="377495" y="296372"/>
                    <a:pt x="377781" y="297897"/>
                    <a:pt x="378093" y="299457"/>
                  </a:cubicBezTo>
                  <a:cubicBezTo>
                    <a:pt x="378231" y="299902"/>
                    <a:pt x="378369" y="300347"/>
                    <a:pt x="378511" y="300806"/>
                  </a:cubicBezTo>
                  <a:cubicBezTo>
                    <a:pt x="379002" y="301051"/>
                    <a:pt x="379493" y="301297"/>
                    <a:pt x="379999" y="301550"/>
                  </a:cubicBezTo>
                  <a:cubicBezTo>
                    <a:pt x="380308" y="303087"/>
                    <a:pt x="380308" y="303087"/>
                    <a:pt x="380465" y="304945"/>
                  </a:cubicBezTo>
                  <a:cubicBezTo>
                    <a:pt x="380548" y="305867"/>
                    <a:pt x="380548" y="305867"/>
                    <a:pt x="380633" y="306808"/>
                  </a:cubicBezTo>
                  <a:cubicBezTo>
                    <a:pt x="380670" y="307283"/>
                    <a:pt x="380706" y="307758"/>
                    <a:pt x="380744" y="308247"/>
                  </a:cubicBezTo>
                  <a:cubicBezTo>
                    <a:pt x="381480" y="308247"/>
                    <a:pt x="382217" y="308247"/>
                    <a:pt x="382976" y="308247"/>
                  </a:cubicBezTo>
                  <a:cubicBezTo>
                    <a:pt x="382924" y="309040"/>
                    <a:pt x="382924" y="309040"/>
                    <a:pt x="382871" y="309849"/>
                  </a:cubicBezTo>
                  <a:cubicBezTo>
                    <a:pt x="382845" y="310533"/>
                    <a:pt x="382818" y="311217"/>
                    <a:pt x="382790" y="311921"/>
                  </a:cubicBezTo>
                  <a:cubicBezTo>
                    <a:pt x="382738" y="312944"/>
                    <a:pt x="382738" y="312944"/>
                    <a:pt x="382685" y="313988"/>
                  </a:cubicBezTo>
                  <a:cubicBezTo>
                    <a:pt x="382829" y="314830"/>
                    <a:pt x="382829" y="314830"/>
                    <a:pt x="382976" y="315688"/>
                  </a:cubicBezTo>
                  <a:cubicBezTo>
                    <a:pt x="384440" y="316216"/>
                    <a:pt x="384440" y="316216"/>
                    <a:pt x="385953" y="316433"/>
                  </a:cubicBezTo>
                  <a:cubicBezTo>
                    <a:pt x="386278" y="318293"/>
                    <a:pt x="386278" y="318293"/>
                    <a:pt x="385953" y="320153"/>
                  </a:cubicBezTo>
                  <a:cubicBezTo>
                    <a:pt x="385216" y="320399"/>
                    <a:pt x="384479" y="320644"/>
                    <a:pt x="383720" y="320897"/>
                  </a:cubicBezTo>
                  <a:cubicBezTo>
                    <a:pt x="383521" y="321511"/>
                    <a:pt x="383321" y="322125"/>
                    <a:pt x="383116" y="322758"/>
                  </a:cubicBezTo>
                  <a:cubicBezTo>
                    <a:pt x="382678" y="323679"/>
                    <a:pt x="382678" y="323679"/>
                    <a:pt x="382232" y="324618"/>
                  </a:cubicBezTo>
                  <a:cubicBezTo>
                    <a:pt x="380748" y="324891"/>
                    <a:pt x="379259" y="325140"/>
                    <a:pt x="377767" y="325362"/>
                  </a:cubicBezTo>
                  <a:cubicBezTo>
                    <a:pt x="377660" y="325869"/>
                    <a:pt x="377552" y="326375"/>
                    <a:pt x="377441" y="326897"/>
                  </a:cubicBezTo>
                  <a:cubicBezTo>
                    <a:pt x="377303" y="327373"/>
                    <a:pt x="377165" y="327849"/>
                    <a:pt x="377023" y="328339"/>
                  </a:cubicBezTo>
                  <a:cubicBezTo>
                    <a:pt x="374372" y="328525"/>
                    <a:pt x="374372" y="328525"/>
                    <a:pt x="371814" y="328339"/>
                  </a:cubicBezTo>
                  <a:cubicBezTo>
                    <a:pt x="371814" y="329321"/>
                    <a:pt x="371814" y="330303"/>
                    <a:pt x="371814" y="331315"/>
                  </a:cubicBezTo>
                  <a:cubicBezTo>
                    <a:pt x="370339" y="331849"/>
                    <a:pt x="368849" y="332344"/>
                    <a:pt x="367349" y="332804"/>
                  </a:cubicBezTo>
                  <a:cubicBezTo>
                    <a:pt x="367104" y="333540"/>
                    <a:pt x="366858" y="334277"/>
                    <a:pt x="366605" y="335036"/>
                  </a:cubicBezTo>
                  <a:cubicBezTo>
                    <a:pt x="366006" y="335143"/>
                    <a:pt x="365408" y="335251"/>
                    <a:pt x="364791" y="335362"/>
                  </a:cubicBezTo>
                  <a:cubicBezTo>
                    <a:pt x="364162" y="335500"/>
                    <a:pt x="363533" y="335638"/>
                    <a:pt x="362884" y="335780"/>
                  </a:cubicBezTo>
                  <a:cubicBezTo>
                    <a:pt x="362639" y="336271"/>
                    <a:pt x="362393" y="336762"/>
                    <a:pt x="362140" y="337268"/>
                  </a:cubicBezTo>
                  <a:cubicBezTo>
                    <a:pt x="361895" y="337760"/>
                    <a:pt x="361649" y="338251"/>
                    <a:pt x="361396" y="338757"/>
                  </a:cubicBezTo>
                  <a:cubicBezTo>
                    <a:pt x="360161" y="339028"/>
                    <a:pt x="358920" y="339277"/>
                    <a:pt x="357675" y="339501"/>
                  </a:cubicBezTo>
                  <a:cubicBezTo>
                    <a:pt x="357430" y="340238"/>
                    <a:pt x="357184" y="340974"/>
                    <a:pt x="356931" y="341733"/>
                  </a:cubicBezTo>
                  <a:cubicBezTo>
                    <a:pt x="356194" y="341703"/>
                    <a:pt x="355458" y="341672"/>
                    <a:pt x="354699" y="341640"/>
                  </a:cubicBezTo>
                  <a:cubicBezTo>
                    <a:pt x="353594" y="341686"/>
                    <a:pt x="353594" y="341686"/>
                    <a:pt x="352466" y="341733"/>
                  </a:cubicBezTo>
                  <a:cubicBezTo>
                    <a:pt x="352359" y="342347"/>
                    <a:pt x="352251" y="342961"/>
                    <a:pt x="352141" y="343594"/>
                  </a:cubicBezTo>
                  <a:cubicBezTo>
                    <a:pt x="352003" y="344208"/>
                    <a:pt x="351864" y="344821"/>
                    <a:pt x="351722" y="345454"/>
                  </a:cubicBezTo>
                  <a:cubicBezTo>
                    <a:pt x="349071" y="345687"/>
                    <a:pt x="349071" y="345687"/>
                    <a:pt x="346513" y="345454"/>
                  </a:cubicBezTo>
                  <a:cubicBezTo>
                    <a:pt x="346513" y="346436"/>
                    <a:pt x="346513" y="347419"/>
                    <a:pt x="346513" y="348431"/>
                  </a:cubicBezTo>
                  <a:cubicBezTo>
                    <a:pt x="344374" y="349268"/>
                    <a:pt x="344374" y="349268"/>
                    <a:pt x="342048" y="349919"/>
                  </a:cubicBezTo>
                  <a:cubicBezTo>
                    <a:pt x="341557" y="350410"/>
                    <a:pt x="341066" y="350901"/>
                    <a:pt x="340560" y="351407"/>
                  </a:cubicBezTo>
                  <a:cubicBezTo>
                    <a:pt x="341209" y="351410"/>
                    <a:pt x="341859" y="351413"/>
                    <a:pt x="342528" y="351415"/>
                  </a:cubicBezTo>
                  <a:cubicBezTo>
                    <a:pt x="348638" y="351443"/>
                    <a:pt x="354748" y="351486"/>
                    <a:pt x="360858" y="351544"/>
                  </a:cubicBezTo>
                  <a:cubicBezTo>
                    <a:pt x="363999" y="351573"/>
                    <a:pt x="367141" y="351597"/>
                    <a:pt x="370282" y="351609"/>
                  </a:cubicBezTo>
                  <a:cubicBezTo>
                    <a:pt x="373313" y="351620"/>
                    <a:pt x="376342" y="351646"/>
                    <a:pt x="379373" y="351681"/>
                  </a:cubicBezTo>
                  <a:cubicBezTo>
                    <a:pt x="380530" y="351692"/>
                    <a:pt x="381688" y="351698"/>
                    <a:pt x="382846" y="351699"/>
                  </a:cubicBezTo>
                  <a:cubicBezTo>
                    <a:pt x="384464" y="351700"/>
                    <a:pt x="386081" y="351721"/>
                    <a:pt x="387699" y="351745"/>
                  </a:cubicBezTo>
                  <a:cubicBezTo>
                    <a:pt x="388621" y="351752"/>
                    <a:pt x="389543" y="351758"/>
                    <a:pt x="390493" y="351765"/>
                  </a:cubicBezTo>
                  <a:cubicBezTo>
                    <a:pt x="392650" y="352151"/>
                    <a:pt x="392650" y="352151"/>
                    <a:pt x="393517" y="353349"/>
                  </a:cubicBezTo>
                  <a:cubicBezTo>
                    <a:pt x="394333" y="355686"/>
                    <a:pt x="394326" y="357678"/>
                    <a:pt x="394327" y="360155"/>
                  </a:cubicBezTo>
                  <a:cubicBezTo>
                    <a:pt x="394329" y="360660"/>
                    <a:pt x="394332" y="361165"/>
                    <a:pt x="394334" y="361685"/>
                  </a:cubicBezTo>
                  <a:cubicBezTo>
                    <a:pt x="394340" y="363376"/>
                    <a:pt x="394335" y="365067"/>
                    <a:pt x="394331" y="366758"/>
                  </a:cubicBezTo>
                  <a:cubicBezTo>
                    <a:pt x="394333" y="367971"/>
                    <a:pt x="394335" y="369183"/>
                    <a:pt x="394339" y="370396"/>
                  </a:cubicBezTo>
                  <a:cubicBezTo>
                    <a:pt x="394345" y="373689"/>
                    <a:pt x="394343" y="376982"/>
                    <a:pt x="394338" y="380275"/>
                  </a:cubicBezTo>
                  <a:cubicBezTo>
                    <a:pt x="394334" y="383720"/>
                    <a:pt x="394338" y="387165"/>
                    <a:pt x="394340" y="390610"/>
                  </a:cubicBezTo>
                  <a:cubicBezTo>
                    <a:pt x="394343" y="396395"/>
                    <a:pt x="394339" y="402180"/>
                    <a:pt x="394332" y="407965"/>
                  </a:cubicBezTo>
                  <a:cubicBezTo>
                    <a:pt x="394324" y="414656"/>
                    <a:pt x="394327" y="421346"/>
                    <a:pt x="394335" y="428037"/>
                  </a:cubicBezTo>
                  <a:cubicBezTo>
                    <a:pt x="394342" y="433779"/>
                    <a:pt x="394343" y="439521"/>
                    <a:pt x="394339" y="445263"/>
                  </a:cubicBezTo>
                  <a:cubicBezTo>
                    <a:pt x="394336" y="448694"/>
                    <a:pt x="394336" y="452124"/>
                    <a:pt x="394341" y="455555"/>
                  </a:cubicBezTo>
                  <a:cubicBezTo>
                    <a:pt x="394345" y="458780"/>
                    <a:pt x="394342" y="462005"/>
                    <a:pt x="394334" y="465229"/>
                  </a:cubicBezTo>
                  <a:cubicBezTo>
                    <a:pt x="394332" y="466414"/>
                    <a:pt x="394332" y="467598"/>
                    <a:pt x="394336" y="468782"/>
                  </a:cubicBezTo>
                  <a:cubicBezTo>
                    <a:pt x="394340" y="470398"/>
                    <a:pt x="394335" y="472012"/>
                    <a:pt x="394327" y="473628"/>
                  </a:cubicBezTo>
                  <a:cubicBezTo>
                    <a:pt x="394327" y="474532"/>
                    <a:pt x="394326" y="475436"/>
                    <a:pt x="394325" y="476368"/>
                  </a:cubicBezTo>
                  <a:cubicBezTo>
                    <a:pt x="394147" y="478552"/>
                    <a:pt x="393796" y="479793"/>
                    <a:pt x="392650" y="481632"/>
                  </a:cubicBezTo>
                  <a:cubicBezTo>
                    <a:pt x="393192" y="481630"/>
                    <a:pt x="393733" y="481628"/>
                    <a:pt x="394292" y="481627"/>
                  </a:cubicBezTo>
                  <a:cubicBezTo>
                    <a:pt x="399404" y="481612"/>
                    <a:pt x="404517" y="481600"/>
                    <a:pt x="409630" y="481593"/>
                  </a:cubicBezTo>
                  <a:cubicBezTo>
                    <a:pt x="412259" y="481589"/>
                    <a:pt x="414887" y="481584"/>
                    <a:pt x="417516" y="481576"/>
                  </a:cubicBezTo>
                  <a:cubicBezTo>
                    <a:pt x="420539" y="481566"/>
                    <a:pt x="423563" y="481562"/>
                    <a:pt x="426587" y="481559"/>
                  </a:cubicBezTo>
                  <a:cubicBezTo>
                    <a:pt x="427528" y="481555"/>
                    <a:pt x="428469" y="481551"/>
                    <a:pt x="429439" y="481547"/>
                  </a:cubicBezTo>
                  <a:cubicBezTo>
                    <a:pt x="430317" y="481547"/>
                    <a:pt x="431196" y="481547"/>
                    <a:pt x="432101" y="481547"/>
                  </a:cubicBezTo>
                  <a:cubicBezTo>
                    <a:pt x="432873" y="481546"/>
                    <a:pt x="433645" y="481544"/>
                    <a:pt x="434440" y="481542"/>
                  </a:cubicBezTo>
                  <a:cubicBezTo>
                    <a:pt x="435138" y="481572"/>
                    <a:pt x="435835" y="481601"/>
                    <a:pt x="436554" y="481632"/>
                  </a:cubicBezTo>
                  <a:cubicBezTo>
                    <a:pt x="437599" y="481637"/>
                    <a:pt x="437599" y="481637"/>
                    <a:pt x="438664" y="481642"/>
                  </a:cubicBezTo>
                  <a:cubicBezTo>
                    <a:pt x="439196" y="481884"/>
                    <a:pt x="439727" y="482126"/>
                    <a:pt x="440275" y="482376"/>
                  </a:cubicBezTo>
                  <a:cubicBezTo>
                    <a:pt x="440666" y="484471"/>
                    <a:pt x="440768" y="486136"/>
                    <a:pt x="440733" y="488243"/>
                  </a:cubicBezTo>
                  <a:cubicBezTo>
                    <a:pt x="440737" y="488858"/>
                    <a:pt x="440741" y="489472"/>
                    <a:pt x="440745" y="490106"/>
                  </a:cubicBezTo>
                  <a:cubicBezTo>
                    <a:pt x="440754" y="492148"/>
                    <a:pt x="440736" y="494190"/>
                    <a:pt x="440717" y="496233"/>
                  </a:cubicBezTo>
                  <a:cubicBezTo>
                    <a:pt x="440715" y="497646"/>
                    <a:pt x="440715" y="499060"/>
                    <a:pt x="440717" y="500473"/>
                  </a:cubicBezTo>
                  <a:cubicBezTo>
                    <a:pt x="440716" y="503440"/>
                    <a:pt x="440702" y="506407"/>
                    <a:pt x="440678" y="509374"/>
                  </a:cubicBezTo>
                  <a:cubicBezTo>
                    <a:pt x="440649" y="513184"/>
                    <a:pt x="440645" y="516993"/>
                    <a:pt x="440651" y="520803"/>
                  </a:cubicBezTo>
                  <a:cubicBezTo>
                    <a:pt x="440653" y="523724"/>
                    <a:pt x="440644" y="526644"/>
                    <a:pt x="440632" y="529565"/>
                  </a:cubicBezTo>
                  <a:cubicBezTo>
                    <a:pt x="440626" y="530969"/>
                    <a:pt x="440624" y="532374"/>
                    <a:pt x="440625" y="533779"/>
                  </a:cubicBezTo>
                  <a:cubicBezTo>
                    <a:pt x="440623" y="535741"/>
                    <a:pt x="440607" y="537702"/>
                    <a:pt x="440587" y="539664"/>
                  </a:cubicBezTo>
                  <a:cubicBezTo>
                    <a:pt x="440590" y="540249"/>
                    <a:pt x="440592" y="540834"/>
                    <a:pt x="440594" y="541437"/>
                  </a:cubicBezTo>
                  <a:cubicBezTo>
                    <a:pt x="440568" y="543053"/>
                    <a:pt x="440568" y="543053"/>
                    <a:pt x="440275" y="545628"/>
                  </a:cubicBezTo>
                  <a:cubicBezTo>
                    <a:pt x="437991" y="547150"/>
                    <a:pt x="437546" y="547302"/>
                    <a:pt x="434976" y="547302"/>
                  </a:cubicBezTo>
                  <a:cubicBezTo>
                    <a:pt x="434348" y="547305"/>
                    <a:pt x="433720" y="547309"/>
                    <a:pt x="433072" y="547312"/>
                  </a:cubicBezTo>
                  <a:cubicBezTo>
                    <a:pt x="432034" y="547307"/>
                    <a:pt x="432034" y="547307"/>
                    <a:pt x="430975" y="547301"/>
                  </a:cubicBezTo>
                  <a:cubicBezTo>
                    <a:pt x="430238" y="547303"/>
                    <a:pt x="429502" y="547305"/>
                    <a:pt x="428742" y="547307"/>
                  </a:cubicBezTo>
                  <a:cubicBezTo>
                    <a:pt x="426249" y="547312"/>
                    <a:pt x="423756" y="547306"/>
                    <a:pt x="421262" y="547300"/>
                  </a:cubicBezTo>
                  <a:cubicBezTo>
                    <a:pt x="419467" y="547301"/>
                    <a:pt x="417671" y="547303"/>
                    <a:pt x="415875" y="547306"/>
                  </a:cubicBezTo>
                  <a:cubicBezTo>
                    <a:pt x="411957" y="547309"/>
                    <a:pt x="408040" y="547308"/>
                    <a:pt x="404123" y="547304"/>
                  </a:cubicBezTo>
                  <a:cubicBezTo>
                    <a:pt x="398298" y="547296"/>
                    <a:pt x="392473" y="547297"/>
                    <a:pt x="386649" y="547300"/>
                  </a:cubicBezTo>
                  <a:cubicBezTo>
                    <a:pt x="376851" y="547305"/>
                    <a:pt x="367053" y="547303"/>
                    <a:pt x="357255" y="547296"/>
                  </a:cubicBezTo>
                  <a:cubicBezTo>
                    <a:pt x="347549" y="547290"/>
                    <a:pt x="337843" y="547286"/>
                    <a:pt x="328137" y="547286"/>
                  </a:cubicBezTo>
                  <a:cubicBezTo>
                    <a:pt x="327534" y="547286"/>
                    <a:pt x="326931" y="547286"/>
                    <a:pt x="326310" y="547286"/>
                  </a:cubicBezTo>
                  <a:cubicBezTo>
                    <a:pt x="323862" y="547286"/>
                    <a:pt x="321414" y="547286"/>
                    <a:pt x="318967" y="547286"/>
                  </a:cubicBezTo>
                  <a:cubicBezTo>
                    <a:pt x="295990" y="547287"/>
                    <a:pt x="273014" y="547280"/>
                    <a:pt x="250038" y="547268"/>
                  </a:cubicBezTo>
                  <a:cubicBezTo>
                    <a:pt x="229610" y="547258"/>
                    <a:pt x="209183" y="547253"/>
                    <a:pt x="188756" y="547254"/>
                  </a:cubicBezTo>
                  <a:cubicBezTo>
                    <a:pt x="187444" y="547254"/>
                    <a:pt x="186133" y="547254"/>
                    <a:pt x="184821" y="547254"/>
                  </a:cubicBezTo>
                  <a:cubicBezTo>
                    <a:pt x="183848" y="547254"/>
                    <a:pt x="183848" y="547254"/>
                    <a:pt x="182856" y="547254"/>
                  </a:cubicBezTo>
                  <a:cubicBezTo>
                    <a:pt x="179592" y="547254"/>
                    <a:pt x="176329" y="547254"/>
                    <a:pt x="173065" y="547254"/>
                  </a:cubicBezTo>
                  <a:cubicBezTo>
                    <a:pt x="172099" y="547254"/>
                    <a:pt x="172099" y="547254"/>
                    <a:pt x="171114" y="547254"/>
                  </a:cubicBezTo>
                  <a:cubicBezTo>
                    <a:pt x="154061" y="547255"/>
                    <a:pt x="137008" y="547251"/>
                    <a:pt x="119955" y="547247"/>
                  </a:cubicBezTo>
                  <a:cubicBezTo>
                    <a:pt x="119349" y="547246"/>
                    <a:pt x="118743" y="547246"/>
                    <a:pt x="118118" y="547246"/>
                  </a:cubicBezTo>
                  <a:cubicBezTo>
                    <a:pt x="115679" y="547245"/>
                    <a:pt x="113241" y="547245"/>
                    <a:pt x="110802" y="547244"/>
                  </a:cubicBezTo>
                  <a:cubicBezTo>
                    <a:pt x="102308" y="547242"/>
                    <a:pt x="93813" y="547241"/>
                    <a:pt x="85318" y="547240"/>
                  </a:cubicBezTo>
                  <a:cubicBezTo>
                    <a:pt x="74373" y="547240"/>
                    <a:pt x="63428" y="547237"/>
                    <a:pt x="52483" y="547230"/>
                  </a:cubicBezTo>
                  <a:cubicBezTo>
                    <a:pt x="46690" y="547226"/>
                    <a:pt x="40897" y="547224"/>
                    <a:pt x="35104" y="547225"/>
                  </a:cubicBezTo>
                  <a:cubicBezTo>
                    <a:pt x="30788" y="547226"/>
                    <a:pt x="26472" y="547222"/>
                    <a:pt x="22156" y="547218"/>
                  </a:cubicBezTo>
                  <a:cubicBezTo>
                    <a:pt x="20403" y="547216"/>
                    <a:pt x="18650" y="547216"/>
                    <a:pt x="16897" y="547217"/>
                  </a:cubicBezTo>
                  <a:cubicBezTo>
                    <a:pt x="14527" y="547219"/>
                    <a:pt x="12157" y="547216"/>
                    <a:pt x="9787" y="547212"/>
                  </a:cubicBezTo>
                  <a:cubicBezTo>
                    <a:pt x="9095" y="547213"/>
                    <a:pt x="8403" y="547215"/>
                    <a:pt x="7691" y="547216"/>
                  </a:cubicBezTo>
                  <a:cubicBezTo>
                    <a:pt x="7062" y="547214"/>
                    <a:pt x="6434" y="547212"/>
                    <a:pt x="5786" y="547210"/>
                  </a:cubicBezTo>
                  <a:cubicBezTo>
                    <a:pt x="4973" y="547210"/>
                    <a:pt x="4973" y="547210"/>
                    <a:pt x="4143" y="547210"/>
                  </a:cubicBezTo>
                  <a:cubicBezTo>
                    <a:pt x="2720" y="547116"/>
                    <a:pt x="2720" y="547116"/>
                    <a:pt x="488" y="546372"/>
                  </a:cubicBezTo>
                  <a:cubicBezTo>
                    <a:pt x="250" y="544336"/>
                    <a:pt x="168" y="542465"/>
                    <a:pt x="175" y="540425"/>
                  </a:cubicBezTo>
                  <a:cubicBezTo>
                    <a:pt x="169" y="539802"/>
                    <a:pt x="163" y="539178"/>
                    <a:pt x="156" y="538536"/>
                  </a:cubicBezTo>
                  <a:cubicBezTo>
                    <a:pt x="139" y="536466"/>
                    <a:pt x="138" y="534397"/>
                    <a:pt x="139" y="532326"/>
                  </a:cubicBezTo>
                  <a:cubicBezTo>
                    <a:pt x="134" y="530894"/>
                    <a:pt x="128" y="529462"/>
                    <a:pt x="122" y="528030"/>
                  </a:cubicBezTo>
                  <a:cubicBezTo>
                    <a:pt x="112" y="525025"/>
                    <a:pt x="111" y="522020"/>
                    <a:pt x="115" y="519015"/>
                  </a:cubicBezTo>
                  <a:cubicBezTo>
                    <a:pt x="119" y="515153"/>
                    <a:pt x="97" y="511292"/>
                    <a:pt x="66" y="507431"/>
                  </a:cubicBezTo>
                  <a:cubicBezTo>
                    <a:pt x="47" y="504472"/>
                    <a:pt x="45" y="501514"/>
                    <a:pt x="48" y="498556"/>
                  </a:cubicBezTo>
                  <a:cubicBezTo>
                    <a:pt x="47" y="497132"/>
                    <a:pt x="39" y="495708"/>
                    <a:pt x="26" y="494284"/>
                  </a:cubicBezTo>
                  <a:cubicBezTo>
                    <a:pt x="10" y="492296"/>
                    <a:pt x="17" y="490310"/>
                    <a:pt x="30" y="488323"/>
                  </a:cubicBezTo>
                  <a:cubicBezTo>
                    <a:pt x="20" y="487729"/>
                    <a:pt x="10" y="487134"/>
                    <a:pt x="0" y="486521"/>
                  </a:cubicBezTo>
                  <a:cubicBezTo>
                    <a:pt x="25" y="484890"/>
                    <a:pt x="25" y="484890"/>
                    <a:pt x="488" y="482376"/>
                  </a:cubicBezTo>
                  <a:cubicBezTo>
                    <a:pt x="2093" y="481638"/>
                    <a:pt x="2093" y="481638"/>
                    <a:pt x="4208" y="481632"/>
                  </a:cubicBezTo>
                  <a:cubicBezTo>
                    <a:pt x="4918" y="481601"/>
                    <a:pt x="5628" y="481569"/>
                    <a:pt x="6359" y="481537"/>
                  </a:cubicBezTo>
                  <a:cubicBezTo>
                    <a:pt x="7148" y="481537"/>
                    <a:pt x="7937" y="481536"/>
                    <a:pt x="8750" y="481535"/>
                  </a:cubicBezTo>
                  <a:cubicBezTo>
                    <a:pt x="9649" y="481533"/>
                    <a:pt x="10548" y="481531"/>
                    <a:pt x="11474" y="481528"/>
                  </a:cubicBezTo>
                  <a:cubicBezTo>
                    <a:pt x="12439" y="481530"/>
                    <a:pt x="13403" y="481531"/>
                    <a:pt x="14397" y="481533"/>
                  </a:cubicBezTo>
                  <a:cubicBezTo>
                    <a:pt x="15402" y="481532"/>
                    <a:pt x="16407" y="481532"/>
                    <a:pt x="17413" y="481531"/>
                  </a:cubicBezTo>
                  <a:cubicBezTo>
                    <a:pt x="19515" y="481530"/>
                    <a:pt x="21617" y="481531"/>
                    <a:pt x="23719" y="481535"/>
                  </a:cubicBezTo>
                  <a:cubicBezTo>
                    <a:pt x="26411" y="481539"/>
                    <a:pt x="29102" y="481537"/>
                    <a:pt x="31794" y="481532"/>
                  </a:cubicBezTo>
                  <a:cubicBezTo>
                    <a:pt x="33868" y="481529"/>
                    <a:pt x="35942" y="481530"/>
                    <a:pt x="38016" y="481532"/>
                  </a:cubicBezTo>
                  <a:cubicBezTo>
                    <a:pt x="39490" y="481533"/>
                    <a:pt x="40964" y="481531"/>
                    <a:pt x="42438" y="481528"/>
                  </a:cubicBezTo>
                  <a:cubicBezTo>
                    <a:pt x="43335" y="481531"/>
                    <a:pt x="44232" y="481533"/>
                    <a:pt x="45155" y="481535"/>
                  </a:cubicBezTo>
                  <a:cubicBezTo>
                    <a:pt x="45944" y="481536"/>
                    <a:pt x="46732" y="481537"/>
                    <a:pt x="47545" y="481537"/>
                  </a:cubicBezTo>
                  <a:cubicBezTo>
                    <a:pt x="49601" y="481632"/>
                    <a:pt x="49601" y="481632"/>
                    <a:pt x="52578" y="482376"/>
                  </a:cubicBezTo>
                  <a:cubicBezTo>
                    <a:pt x="52578" y="439402"/>
                    <a:pt x="52578" y="396428"/>
                    <a:pt x="52578" y="352151"/>
                  </a:cubicBezTo>
                  <a:cubicBezTo>
                    <a:pt x="192182" y="351783"/>
                    <a:pt x="192182" y="351783"/>
                    <a:pt x="334607" y="351407"/>
                  </a:cubicBezTo>
                  <a:cubicBezTo>
                    <a:pt x="334116" y="349197"/>
                    <a:pt x="333625" y="346987"/>
                    <a:pt x="333119" y="344710"/>
                  </a:cubicBezTo>
                  <a:cubicBezTo>
                    <a:pt x="332382" y="344464"/>
                    <a:pt x="331645" y="344219"/>
                    <a:pt x="330886" y="343966"/>
                  </a:cubicBezTo>
                  <a:cubicBezTo>
                    <a:pt x="330558" y="342129"/>
                    <a:pt x="330558" y="342129"/>
                    <a:pt x="330468" y="339873"/>
                  </a:cubicBezTo>
                  <a:cubicBezTo>
                    <a:pt x="330405" y="337682"/>
                    <a:pt x="330405" y="337682"/>
                    <a:pt x="330142" y="335780"/>
                  </a:cubicBezTo>
                  <a:cubicBezTo>
                    <a:pt x="329651" y="335535"/>
                    <a:pt x="329160" y="335289"/>
                    <a:pt x="328654" y="335036"/>
                  </a:cubicBezTo>
                  <a:cubicBezTo>
                    <a:pt x="328182" y="333516"/>
                    <a:pt x="327896" y="331992"/>
                    <a:pt x="327584" y="330432"/>
                  </a:cubicBezTo>
                  <a:cubicBezTo>
                    <a:pt x="327446" y="329987"/>
                    <a:pt x="327308" y="329541"/>
                    <a:pt x="327165" y="329083"/>
                  </a:cubicBezTo>
                  <a:cubicBezTo>
                    <a:pt x="326674" y="328837"/>
                    <a:pt x="326183" y="328592"/>
                    <a:pt x="325677" y="328339"/>
                  </a:cubicBezTo>
                  <a:cubicBezTo>
                    <a:pt x="325416" y="326802"/>
                    <a:pt x="325348" y="325290"/>
                    <a:pt x="325262" y="323734"/>
                  </a:cubicBezTo>
                  <a:cubicBezTo>
                    <a:pt x="325153" y="323289"/>
                    <a:pt x="325045" y="322844"/>
                    <a:pt x="324933" y="322386"/>
                  </a:cubicBezTo>
                  <a:cubicBezTo>
                    <a:pt x="324196" y="322140"/>
                    <a:pt x="323460" y="321895"/>
                    <a:pt x="322701" y="321642"/>
                  </a:cubicBezTo>
                  <a:cubicBezTo>
                    <a:pt x="322701" y="319905"/>
                    <a:pt x="322701" y="318169"/>
                    <a:pt x="322701" y="316433"/>
                  </a:cubicBezTo>
                  <a:cubicBezTo>
                    <a:pt x="321964" y="316187"/>
                    <a:pt x="321227" y="315941"/>
                    <a:pt x="320468" y="315688"/>
                  </a:cubicBezTo>
                  <a:cubicBezTo>
                    <a:pt x="319944" y="313960"/>
                    <a:pt x="319447" y="312224"/>
                    <a:pt x="318980" y="310479"/>
                  </a:cubicBezTo>
                  <a:cubicBezTo>
                    <a:pt x="318489" y="310234"/>
                    <a:pt x="317998" y="309988"/>
                    <a:pt x="317492" y="309735"/>
                  </a:cubicBezTo>
                  <a:cubicBezTo>
                    <a:pt x="317384" y="308876"/>
                    <a:pt x="317277" y="308016"/>
                    <a:pt x="317166" y="307131"/>
                  </a:cubicBezTo>
                  <a:cubicBezTo>
                    <a:pt x="317028" y="306271"/>
                    <a:pt x="316890" y="305412"/>
                    <a:pt x="316748" y="304526"/>
                  </a:cubicBezTo>
                  <a:cubicBezTo>
                    <a:pt x="316011" y="304281"/>
                    <a:pt x="315274" y="304035"/>
                    <a:pt x="314515" y="303782"/>
                  </a:cubicBezTo>
                  <a:cubicBezTo>
                    <a:pt x="314515" y="302294"/>
                    <a:pt x="314515" y="300806"/>
                    <a:pt x="314515" y="299317"/>
                  </a:cubicBezTo>
                  <a:cubicBezTo>
                    <a:pt x="313778" y="299072"/>
                    <a:pt x="313042" y="298826"/>
                    <a:pt x="312283" y="298573"/>
                  </a:cubicBezTo>
                  <a:cubicBezTo>
                    <a:pt x="311759" y="297094"/>
                    <a:pt x="311262" y="295606"/>
                    <a:pt x="310794" y="294108"/>
                  </a:cubicBezTo>
                  <a:cubicBezTo>
                    <a:pt x="310303" y="293863"/>
                    <a:pt x="309812" y="293617"/>
                    <a:pt x="309306" y="293364"/>
                  </a:cubicBezTo>
                  <a:cubicBezTo>
                    <a:pt x="309199" y="292627"/>
                    <a:pt x="309091" y="291891"/>
                    <a:pt x="308981" y="291132"/>
                  </a:cubicBezTo>
                  <a:cubicBezTo>
                    <a:pt x="308842" y="290395"/>
                    <a:pt x="308704" y="289658"/>
                    <a:pt x="308562" y="288899"/>
                  </a:cubicBezTo>
                  <a:cubicBezTo>
                    <a:pt x="307825" y="288654"/>
                    <a:pt x="307089" y="288408"/>
                    <a:pt x="306330" y="288155"/>
                  </a:cubicBezTo>
                  <a:cubicBezTo>
                    <a:pt x="306190" y="285876"/>
                    <a:pt x="306190" y="285876"/>
                    <a:pt x="306330" y="283690"/>
                  </a:cubicBezTo>
                  <a:cubicBezTo>
                    <a:pt x="305593" y="283690"/>
                    <a:pt x="304856" y="283690"/>
                    <a:pt x="304097" y="283690"/>
                  </a:cubicBezTo>
                  <a:cubicBezTo>
                    <a:pt x="303563" y="282466"/>
                    <a:pt x="303068" y="281224"/>
                    <a:pt x="302609" y="279970"/>
                  </a:cubicBezTo>
                  <a:cubicBezTo>
                    <a:pt x="302118" y="279724"/>
                    <a:pt x="301627" y="279479"/>
                    <a:pt x="301121" y="279225"/>
                  </a:cubicBezTo>
                  <a:cubicBezTo>
                    <a:pt x="300624" y="277737"/>
                    <a:pt x="300128" y="276249"/>
                    <a:pt x="299632" y="274761"/>
                  </a:cubicBezTo>
                  <a:cubicBezTo>
                    <a:pt x="299141" y="274515"/>
                    <a:pt x="298650" y="274270"/>
                    <a:pt x="298144" y="274017"/>
                  </a:cubicBezTo>
                  <a:cubicBezTo>
                    <a:pt x="297896" y="272776"/>
                    <a:pt x="297648" y="271536"/>
                    <a:pt x="297400" y="270296"/>
                  </a:cubicBezTo>
                  <a:cubicBezTo>
                    <a:pt x="296909" y="270050"/>
                    <a:pt x="296418" y="269805"/>
                    <a:pt x="295912" y="269552"/>
                  </a:cubicBezTo>
                  <a:cubicBezTo>
                    <a:pt x="295804" y="269076"/>
                    <a:pt x="295697" y="268600"/>
                    <a:pt x="295586" y="268110"/>
                  </a:cubicBezTo>
                  <a:cubicBezTo>
                    <a:pt x="295270" y="266291"/>
                    <a:pt x="295270" y="266291"/>
                    <a:pt x="292935" y="265087"/>
                  </a:cubicBezTo>
                  <a:cubicBezTo>
                    <a:pt x="292689" y="264350"/>
                    <a:pt x="292444" y="263613"/>
                    <a:pt x="292191" y="262854"/>
                  </a:cubicBezTo>
                  <a:cubicBezTo>
                    <a:pt x="291454" y="262363"/>
                    <a:pt x="290717" y="261872"/>
                    <a:pt x="289958" y="261366"/>
                  </a:cubicBezTo>
                  <a:cubicBezTo>
                    <a:pt x="289693" y="260129"/>
                    <a:pt x="289443" y="258889"/>
                    <a:pt x="289214" y="257645"/>
                  </a:cubicBezTo>
                  <a:cubicBezTo>
                    <a:pt x="288723" y="257645"/>
                    <a:pt x="288232" y="257645"/>
                    <a:pt x="287726" y="257645"/>
                  </a:cubicBezTo>
                  <a:cubicBezTo>
                    <a:pt x="287866" y="255878"/>
                    <a:pt x="287866" y="255878"/>
                    <a:pt x="288470" y="253925"/>
                  </a:cubicBezTo>
                  <a:cubicBezTo>
                    <a:pt x="290331" y="253088"/>
                    <a:pt x="290331" y="253088"/>
                    <a:pt x="292191" y="252436"/>
                  </a:cubicBezTo>
                  <a:cubicBezTo>
                    <a:pt x="292436" y="251700"/>
                    <a:pt x="292682" y="250963"/>
                    <a:pt x="292935" y="250204"/>
                  </a:cubicBezTo>
                  <a:cubicBezTo>
                    <a:pt x="294423" y="249708"/>
                    <a:pt x="295912" y="249212"/>
                    <a:pt x="297400" y="248716"/>
                  </a:cubicBezTo>
                  <a:cubicBezTo>
                    <a:pt x="297645" y="247979"/>
                    <a:pt x="297891" y="247242"/>
                    <a:pt x="298144" y="246483"/>
                  </a:cubicBezTo>
                  <a:cubicBezTo>
                    <a:pt x="300795" y="245972"/>
                    <a:pt x="300795" y="245972"/>
                    <a:pt x="303353" y="245739"/>
                  </a:cubicBezTo>
                  <a:cubicBezTo>
                    <a:pt x="303353" y="244757"/>
                    <a:pt x="303353" y="243775"/>
                    <a:pt x="303353" y="242763"/>
                  </a:cubicBezTo>
                  <a:cubicBezTo>
                    <a:pt x="305911" y="241925"/>
                    <a:pt x="305911" y="241925"/>
                    <a:pt x="308562" y="241274"/>
                  </a:cubicBezTo>
                  <a:cubicBezTo>
                    <a:pt x="308808" y="240783"/>
                    <a:pt x="309053" y="240292"/>
                    <a:pt x="309306" y="239786"/>
                  </a:cubicBezTo>
                  <a:cubicBezTo>
                    <a:pt x="310411" y="239441"/>
                    <a:pt x="310411" y="239441"/>
                    <a:pt x="311539" y="239088"/>
                  </a:cubicBezTo>
                  <a:cubicBezTo>
                    <a:pt x="312275" y="238828"/>
                    <a:pt x="313012" y="238567"/>
                    <a:pt x="313771" y="238298"/>
                  </a:cubicBezTo>
                  <a:cubicBezTo>
                    <a:pt x="314017" y="237561"/>
                    <a:pt x="314262" y="236824"/>
                    <a:pt x="314515" y="236065"/>
                  </a:cubicBezTo>
                  <a:cubicBezTo>
                    <a:pt x="315838" y="235574"/>
                    <a:pt x="315838" y="235574"/>
                    <a:pt x="317445" y="235275"/>
                  </a:cubicBezTo>
                  <a:cubicBezTo>
                    <a:pt x="319985" y="234798"/>
                    <a:pt x="319985" y="234798"/>
                    <a:pt x="321956" y="233089"/>
                  </a:cubicBezTo>
                  <a:cubicBezTo>
                    <a:pt x="316247" y="233032"/>
                    <a:pt x="310538" y="232993"/>
                    <a:pt x="304829" y="232966"/>
                  </a:cubicBezTo>
                  <a:cubicBezTo>
                    <a:pt x="302885" y="232955"/>
                    <a:pt x="300941" y="232940"/>
                    <a:pt x="298997" y="232920"/>
                  </a:cubicBezTo>
                  <a:cubicBezTo>
                    <a:pt x="296210" y="232893"/>
                    <a:pt x="293423" y="232881"/>
                    <a:pt x="290636" y="232871"/>
                  </a:cubicBezTo>
                  <a:cubicBezTo>
                    <a:pt x="289761" y="232859"/>
                    <a:pt x="288885" y="232848"/>
                    <a:pt x="287984" y="232836"/>
                  </a:cubicBezTo>
                  <a:cubicBezTo>
                    <a:pt x="287179" y="232836"/>
                    <a:pt x="286375" y="232836"/>
                    <a:pt x="285546" y="232835"/>
                  </a:cubicBezTo>
                  <a:cubicBezTo>
                    <a:pt x="284834" y="232830"/>
                    <a:pt x="284122" y="232825"/>
                    <a:pt x="283388" y="232820"/>
                  </a:cubicBezTo>
                  <a:cubicBezTo>
                    <a:pt x="282855" y="232909"/>
                    <a:pt x="282322" y="232998"/>
                    <a:pt x="281773" y="233089"/>
                  </a:cubicBezTo>
                  <a:cubicBezTo>
                    <a:pt x="281527" y="233825"/>
                    <a:pt x="281282" y="234562"/>
                    <a:pt x="281029" y="235321"/>
                  </a:cubicBezTo>
                  <a:cubicBezTo>
                    <a:pt x="280538" y="235321"/>
                    <a:pt x="280046" y="235321"/>
                    <a:pt x="279540" y="235321"/>
                  </a:cubicBezTo>
                  <a:cubicBezTo>
                    <a:pt x="279504" y="235850"/>
                    <a:pt x="279468" y="236378"/>
                    <a:pt x="279430" y="236923"/>
                  </a:cubicBezTo>
                  <a:cubicBezTo>
                    <a:pt x="279347" y="237949"/>
                    <a:pt x="279347" y="237949"/>
                    <a:pt x="279261" y="238995"/>
                  </a:cubicBezTo>
                  <a:cubicBezTo>
                    <a:pt x="279210" y="239677"/>
                    <a:pt x="279158" y="240359"/>
                    <a:pt x="279104" y="241062"/>
                  </a:cubicBezTo>
                  <a:cubicBezTo>
                    <a:pt x="279003" y="241623"/>
                    <a:pt x="278901" y="242184"/>
                    <a:pt x="278796" y="242763"/>
                  </a:cubicBezTo>
                  <a:cubicBezTo>
                    <a:pt x="278305" y="243008"/>
                    <a:pt x="277814" y="243254"/>
                    <a:pt x="277308" y="243507"/>
                  </a:cubicBezTo>
                  <a:cubicBezTo>
                    <a:pt x="277045" y="245237"/>
                    <a:pt x="276978" y="246945"/>
                    <a:pt x="276892" y="248692"/>
                  </a:cubicBezTo>
                  <a:cubicBezTo>
                    <a:pt x="276784" y="249191"/>
                    <a:pt x="276676" y="249690"/>
                    <a:pt x="276564" y="250204"/>
                  </a:cubicBezTo>
                  <a:cubicBezTo>
                    <a:pt x="275827" y="250450"/>
                    <a:pt x="275091" y="250695"/>
                    <a:pt x="274331" y="250948"/>
                  </a:cubicBezTo>
                  <a:cubicBezTo>
                    <a:pt x="273780" y="253571"/>
                    <a:pt x="273780" y="253571"/>
                    <a:pt x="273587" y="256157"/>
                  </a:cubicBezTo>
                  <a:cubicBezTo>
                    <a:pt x="272851" y="256157"/>
                    <a:pt x="272114" y="256157"/>
                    <a:pt x="271355" y="256157"/>
                  </a:cubicBezTo>
                  <a:cubicBezTo>
                    <a:pt x="271109" y="258367"/>
                    <a:pt x="270864" y="260577"/>
                    <a:pt x="270611" y="262854"/>
                  </a:cubicBezTo>
                  <a:cubicBezTo>
                    <a:pt x="269874" y="262854"/>
                    <a:pt x="269137" y="262854"/>
                    <a:pt x="268378" y="262854"/>
                  </a:cubicBezTo>
                  <a:cubicBezTo>
                    <a:pt x="268447" y="264098"/>
                    <a:pt x="268447" y="264098"/>
                    <a:pt x="268518" y="265366"/>
                  </a:cubicBezTo>
                  <a:cubicBezTo>
                    <a:pt x="268472" y="266256"/>
                    <a:pt x="268426" y="267146"/>
                    <a:pt x="268378" y="268063"/>
                  </a:cubicBezTo>
                  <a:cubicBezTo>
                    <a:pt x="267642" y="268555"/>
                    <a:pt x="266905" y="269046"/>
                    <a:pt x="266146" y="269552"/>
                  </a:cubicBezTo>
                  <a:cubicBezTo>
                    <a:pt x="265799" y="270992"/>
                    <a:pt x="265799" y="270992"/>
                    <a:pt x="265774" y="272575"/>
                  </a:cubicBezTo>
                  <a:cubicBezTo>
                    <a:pt x="265651" y="273542"/>
                    <a:pt x="265528" y="274509"/>
                    <a:pt x="265402" y="275505"/>
                  </a:cubicBezTo>
                  <a:cubicBezTo>
                    <a:pt x="264665" y="275750"/>
                    <a:pt x="263928" y="275996"/>
                    <a:pt x="263169" y="276249"/>
                  </a:cubicBezTo>
                  <a:cubicBezTo>
                    <a:pt x="262891" y="277732"/>
                    <a:pt x="262643" y="279221"/>
                    <a:pt x="262425" y="280714"/>
                  </a:cubicBezTo>
                  <a:cubicBezTo>
                    <a:pt x="261934" y="280959"/>
                    <a:pt x="261443" y="281205"/>
                    <a:pt x="260937" y="281458"/>
                  </a:cubicBezTo>
                  <a:cubicBezTo>
                    <a:pt x="260569" y="282333"/>
                    <a:pt x="260200" y="283208"/>
                    <a:pt x="259821" y="284109"/>
                  </a:cubicBezTo>
                  <a:cubicBezTo>
                    <a:pt x="259452" y="284953"/>
                    <a:pt x="259084" y="285797"/>
                    <a:pt x="258705" y="286667"/>
                  </a:cubicBezTo>
                  <a:cubicBezTo>
                    <a:pt x="258213" y="286667"/>
                    <a:pt x="257722" y="286667"/>
                    <a:pt x="257216" y="286667"/>
                  </a:cubicBezTo>
                  <a:cubicBezTo>
                    <a:pt x="257216" y="288386"/>
                    <a:pt x="257216" y="290105"/>
                    <a:pt x="257216" y="291876"/>
                  </a:cubicBezTo>
                  <a:cubicBezTo>
                    <a:pt x="256725" y="291876"/>
                    <a:pt x="256234" y="291876"/>
                    <a:pt x="255728" y="291876"/>
                  </a:cubicBezTo>
                  <a:cubicBezTo>
                    <a:pt x="255498" y="292582"/>
                    <a:pt x="255268" y="293288"/>
                    <a:pt x="255030" y="294015"/>
                  </a:cubicBezTo>
                  <a:cubicBezTo>
                    <a:pt x="254240" y="296341"/>
                    <a:pt x="254240" y="296341"/>
                    <a:pt x="252007" y="297829"/>
                  </a:cubicBezTo>
                  <a:cubicBezTo>
                    <a:pt x="251821" y="299752"/>
                    <a:pt x="251821" y="299752"/>
                    <a:pt x="252007" y="301550"/>
                  </a:cubicBezTo>
                  <a:cubicBezTo>
                    <a:pt x="251271" y="301550"/>
                    <a:pt x="250534" y="301550"/>
                    <a:pt x="249775" y="301550"/>
                  </a:cubicBezTo>
                  <a:cubicBezTo>
                    <a:pt x="249242" y="303275"/>
                    <a:pt x="248746" y="305012"/>
                    <a:pt x="248287" y="306759"/>
                  </a:cubicBezTo>
                  <a:cubicBezTo>
                    <a:pt x="247795" y="307004"/>
                    <a:pt x="247304" y="307250"/>
                    <a:pt x="246798" y="307503"/>
                  </a:cubicBezTo>
                  <a:cubicBezTo>
                    <a:pt x="246691" y="307963"/>
                    <a:pt x="246583" y="308424"/>
                    <a:pt x="246473" y="308898"/>
                  </a:cubicBezTo>
                  <a:cubicBezTo>
                    <a:pt x="245974" y="310781"/>
                    <a:pt x="245176" y="311358"/>
                    <a:pt x="243822" y="312712"/>
                  </a:cubicBezTo>
                  <a:cubicBezTo>
                    <a:pt x="243567" y="313702"/>
                    <a:pt x="243318" y="314694"/>
                    <a:pt x="243078" y="315688"/>
                  </a:cubicBezTo>
                  <a:cubicBezTo>
                    <a:pt x="242586" y="315688"/>
                    <a:pt x="242095" y="315688"/>
                    <a:pt x="241589" y="315688"/>
                  </a:cubicBezTo>
                  <a:cubicBezTo>
                    <a:pt x="241085" y="317422"/>
                    <a:pt x="240589" y="319159"/>
                    <a:pt x="240101" y="320897"/>
                  </a:cubicBezTo>
                  <a:cubicBezTo>
                    <a:pt x="237550" y="322173"/>
                    <a:pt x="234699" y="322135"/>
                    <a:pt x="231915" y="321642"/>
                  </a:cubicBezTo>
                  <a:cubicBezTo>
                    <a:pt x="230939" y="319828"/>
                    <a:pt x="230939" y="319828"/>
                    <a:pt x="230427" y="317921"/>
                  </a:cubicBezTo>
                  <a:cubicBezTo>
                    <a:pt x="228888" y="317443"/>
                    <a:pt x="228888" y="317443"/>
                    <a:pt x="227451" y="317177"/>
                  </a:cubicBezTo>
                  <a:cubicBezTo>
                    <a:pt x="227451" y="316440"/>
                    <a:pt x="227451" y="315703"/>
                    <a:pt x="227451" y="314944"/>
                  </a:cubicBezTo>
                  <a:cubicBezTo>
                    <a:pt x="226212" y="314690"/>
                    <a:pt x="224971" y="314442"/>
                    <a:pt x="223730" y="314200"/>
                  </a:cubicBezTo>
                  <a:cubicBezTo>
                    <a:pt x="223484" y="313463"/>
                    <a:pt x="223239" y="312727"/>
                    <a:pt x="222986" y="311968"/>
                  </a:cubicBezTo>
                  <a:cubicBezTo>
                    <a:pt x="222495" y="311737"/>
                    <a:pt x="222004" y="311507"/>
                    <a:pt x="221498" y="311270"/>
                  </a:cubicBezTo>
                  <a:cubicBezTo>
                    <a:pt x="221006" y="311009"/>
                    <a:pt x="220515" y="310748"/>
                    <a:pt x="220009" y="310479"/>
                  </a:cubicBezTo>
                  <a:cubicBezTo>
                    <a:pt x="219886" y="309958"/>
                    <a:pt x="219764" y="309436"/>
                    <a:pt x="219637" y="308898"/>
                  </a:cubicBezTo>
                  <a:cubicBezTo>
                    <a:pt x="219514" y="308438"/>
                    <a:pt x="219392" y="307977"/>
                    <a:pt x="219265" y="307503"/>
                  </a:cubicBezTo>
                  <a:cubicBezTo>
                    <a:pt x="218283" y="307503"/>
                    <a:pt x="217301" y="307503"/>
                    <a:pt x="216289" y="307503"/>
                  </a:cubicBezTo>
                  <a:cubicBezTo>
                    <a:pt x="216043" y="306766"/>
                    <a:pt x="215797" y="306029"/>
                    <a:pt x="215544" y="305270"/>
                  </a:cubicBezTo>
                  <a:cubicBezTo>
                    <a:pt x="214930" y="305025"/>
                    <a:pt x="214317" y="304779"/>
                    <a:pt x="213684" y="304526"/>
                  </a:cubicBezTo>
                  <a:cubicBezTo>
                    <a:pt x="213070" y="304281"/>
                    <a:pt x="212456" y="304035"/>
                    <a:pt x="211824" y="303782"/>
                  </a:cubicBezTo>
                  <a:cubicBezTo>
                    <a:pt x="211578" y="303045"/>
                    <a:pt x="211333" y="302309"/>
                    <a:pt x="211080" y="301550"/>
                  </a:cubicBezTo>
                  <a:cubicBezTo>
                    <a:pt x="210588" y="301427"/>
                    <a:pt x="210097" y="301304"/>
                    <a:pt x="209591" y="301178"/>
                  </a:cubicBezTo>
                  <a:cubicBezTo>
                    <a:pt x="209100" y="301055"/>
                    <a:pt x="208609" y="300932"/>
                    <a:pt x="208103" y="300806"/>
                  </a:cubicBezTo>
                  <a:cubicBezTo>
                    <a:pt x="207857" y="300069"/>
                    <a:pt x="207612" y="299332"/>
                    <a:pt x="207359" y="298573"/>
                  </a:cubicBezTo>
                  <a:cubicBezTo>
                    <a:pt x="206745" y="298343"/>
                    <a:pt x="206131" y="298113"/>
                    <a:pt x="205498" y="297876"/>
                  </a:cubicBezTo>
                  <a:cubicBezTo>
                    <a:pt x="204885" y="297615"/>
                    <a:pt x="204271" y="297354"/>
                    <a:pt x="203638" y="297085"/>
                  </a:cubicBezTo>
                  <a:cubicBezTo>
                    <a:pt x="203531" y="296563"/>
                    <a:pt x="203423" y="296041"/>
                    <a:pt x="203313" y="295504"/>
                  </a:cubicBezTo>
                  <a:cubicBezTo>
                    <a:pt x="203174" y="295043"/>
                    <a:pt x="203036" y="294583"/>
                    <a:pt x="202894" y="294108"/>
                  </a:cubicBezTo>
                  <a:cubicBezTo>
                    <a:pt x="202157" y="294108"/>
                    <a:pt x="201421" y="294108"/>
                    <a:pt x="200662" y="294108"/>
                  </a:cubicBezTo>
                  <a:cubicBezTo>
                    <a:pt x="199925" y="294108"/>
                    <a:pt x="199188" y="294108"/>
                    <a:pt x="198429" y="294108"/>
                  </a:cubicBezTo>
                  <a:cubicBezTo>
                    <a:pt x="197964" y="292667"/>
                    <a:pt x="197964" y="292667"/>
                    <a:pt x="197685" y="291132"/>
                  </a:cubicBezTo>
                  <a:cubicBezTo>
                    <a:pt x="196700" y="290855"/>
                    <a:pt x="195708" y="290606"/>
                    <a:pt x="194708" y="290388"/>
                  </a:cubicBezTo>
                  <a:cubicBezTo>
                    <a:pt x="194463" y="289651"/>
                    <a:pt x="194217" y="288914"/>
                    <a:pt x="193964" y="288155"/>
                  </a:cubicBezTo>
                  <a:cubicBezTo>
                    <a:pt x="193105" y="288032"/>
                    <a:pt x="192245" y="287910"/>
                    <a:pt x="191360" y="287783"/>
                  </a:cubicBezTo>
                  <a:cubicBezTo>
                    <a:pt x="190071" y="287231"/>
                    <a:pt x="190071" y="287231"/>
                    <a:pt x="188755" y="286667"/>
                  </a:cubicBezTo>
                  <a:cubicBezTo>
                    <a:pt x="187868" y="283581"/>
                    <a:pt x="187283" y="279938"/>
                    <a:pt x="188755" y="276993"/>
                  </a:cubicBezTo>
                  <a:cubicBezTo>
                    <a:pt x="189738" y="276993"/>
                    <a:pt x="190720" y="276993"/>
                    <a:pt x="191732" y="276993"/>
                  </a:cubicBezTo>
                  <a:cubicBezTo>
                    <a:pt x="191640" y="276333"/>
                    <a:pt x="191548" y="275673"/>
                    <a:pt x="191453" y="274993"/>
                  </a:cubicBezTo>
                  <a:cubicBezTo>
                    <a:pt x="191732" y="272528"/>
                    <a:pt x="191732" y="272528"/>
                    <a:pt x="193871" y="270621"/>
                  </a:cubicBezTo>
                  <a:cubicBezTo>
                    <a:pt x="195022" y="269724"/>
                    <a:pt x="195022" y="269724"/>
                    <a:pt x="196197" y="268808"/>
                  </a:cubicBezTo>
                  <a:cubicBezTo>
                    <a:pt x="197067" y="267004"/>
                    <a:pt x="197067" y="267004"/>
                    <a:pt x="197685" y="265087"/>
                  </a:cubicBezTo>
                  <a:cubicBezTo>
                    <a:pt x="200331" y="260787"/>
                    <a:pt x="200331" y="260787"/>
                    <a:pt x="202150" y="259878"/>
                  </a:cubicBezTo>
                  <a:cubicBezTo>
                    <a:pt x="202257" y="259249"/>
                    <a:pt x="202365" y="258619"/>
                    <a:pt x="202475" y="257971"/>
                  </a:cubicBezTo>
                  <a:cubicBezTo>
                    <a:pt x="202614" y="257372"/>
                    <a:pt x="202752" y="256774"/>
                    <a:pt x="202894" y="256157"/>
                  </a:cubicBezTo>
                  <a:cubicBezTo>
                    <a:pt x="203631" y="256157"/>
                    <a:pt x="204367" y="256157"/>
                    <a:pt x="205126" y="256157"/>
                  </a:cubicBezTo>
                  <a:cubicBezTo>
                    <a:pt x="205065" y="255451"/>
                    <a:pt x="205004" y="254745"/>
                    <a:pt x="204940" y="254018"/>
                  </a:cubicBezTo>
                  <a:cubicBezTo>
                    <a:pt x="205002" y="253250"/>
                    <a:pt x="205063" y="252483"/>
                    <a:pt x="205126" y="251692"/>
                  </a:cubicBezTo>
                  <a:cubicBezTo>
                    <a:pt x="206119" y="251196"/>
                    <a:pt x="207111" y="250700"/>
                    <a:pt x="208103" y="250204"/>
                  </a:cubicBezTo>
                  <a:cubicBezTo>
                    <a:pt x="208351" y="247909"/>
                    <a:pt x="208351" y="247909"/>
                    <a:pt x="208103" y="245739"/>
                  </a:cubicBezTo>
                  <a:cubicBezTo>
                    <a:pt x="208840" y="245739"/>
                    <a:pt x="209576" y="245739"/>
                    <a:pt x="210335" y="245739"/>
                  </a:cubicBezTo>
                  <a:cubicBezTo>
                    <a:pt x="210412" y="244910"/>
                    <a:pt x="210489" y="244082"/>
                    <a:pt x="210568" y="243228"/>
                  </a:cubicBezTo>
                  <a:cubicBezTo>
                    <a:pt x="210821" y="241892"/>
                    <a:pt x="210821" y="241892"/>
                    <a:pt x="211080" y="240530"/>
                  </a:cubicBezTo>
                  <a:cubicBezTo>
                    <a:pt x="211816" y="240039"/>
                    <a:pt x="212553" y="239548"/>
                    <a:pt x="213312" y="239042"/>
                  </a:cubicBezTo>
                  <a:cubicBezTo>
                    <a:pt x="213312" y="238305"/>
                    <a:pt x="213312" y="237568"/>
                    <a:pt x="213312" y="236809"/>
                  </a:cubicBezTo>
                  <a:cubicBezTo>
                    <a:pt x="213312" y="236073"/>
                    <a:pt x="213312" y="235336"/>
                    <a:pt x="213312" y="234577"/>
                  </a:cubicBezTo>
                  <a:cubicBezTo>
                    <a:pt x="214049" y="234086"/>
                    <a:pt x="214785" y="233595"/>
                    <a:pt x="215544" y="233089"/>
                  </a:cubicBezTo>
                  <a:cubicBezTo>
                    <a:pt x="216090" y="230808"/>
                    <a:pt x="216090" y="230808"/>
                    <a:pt x="216289" y="228624"/>
                  </a:cubicBezTo>
                  <a:cubicBezTo>
                    <a:pt x="217025" y="228624"/>
                    <a:pt x="217762" y="228624"/>
                    <a:pt x="218521" y="228624"/>
                  </a:cubicBezTo>
                  <a:cubicBezTo>
                    <a:pt x="218767" y="226659"/>
                    <a:pt x="219012" y="224695"/>
                    <a:pt x="219265" y="222671"/>
                  </a:cubicBezTo>
                  <a:cubicBezTo>
                    <a:pt x="220002" y="222671"/>
                    <a:pt x="220738" y="222671"/>
                    <a:pt x="221498" y="222671"/>
                  </a:cubicBezTo>
                  <a:cubicBezTo>
                    <a:pt x="221459" y="221959"/>
                    <a:pt x="221459" y="221959"/>
                    <a:pt x="221419" y="221232"/>
                  </a:cubicBezTo>
                  <a:cubicBezTo>
                    <a:pt x="221399" y="220617"/>
                    <a:pt x="221379" y="220002"/>
                    <a:pt x="221358" y="219369"/>
                  </a:cubicBezTo>
                  <a:cubicBezTo>
                    <a:pt x="221332" y="218756"/>
                    <a:pt x="221306" y="218143"/>
                    <a:pt x="221279" y="217511"/>
                  </a:cubicBezTo>
                  <a:cubicBezTo>
                    <a:pt x="221351" y="217004"/>
                    <a:pt x="221423" y="216496"/>
                    <a:pt x="221498" y="215974"/>
                  </a:cubicBezTo>
                  <a:cubicBezTo>
                    <a:pt x="222234" y="215728"/>
                    <a:pt x="222971" y="215482"/>
                    <a:pt x="223730" y="215229"/>
                  </a:cubicBezTo>
                  <a:cubicBezTo>
                    <a:pt x="224165" y="213826"/>
                    <a:pt x="224165" y="213826"/>
                    <a:pt x="224242" y="212206"/>
                  </a:cubicBezTo>
                  <a:cubicBezTo>
                    <a:pt x="224318" y="211239"/>
                    <a:pt x="224395" y="210272"/>
                    <a:pt x="224474" y="209276"/>
                  </a:cubicBezTo>
                  <a:cubicBezTo>
                    <a:pt x="225211" y="209276"/>
                    <a:pt x="225947" y="209276"/>
                    <a:pt x="226706" y="209276"/>
                  </a:cubicBezTo>
                  <a:cubicBezTo>
                    <a:pt x="226743" y="208748"/>
                    <a:pt x="226779" y="208219"/>
                    <a:pt x="226817" y="207675"/>
                  </a:cubicBezTo>
                  <a:cubicBezTo>
                    <a:pt x="226900" y="206649"/>
                    <a:pt x="226900" y="206649"/>
                    <a:pt x="226986" y="205602"/>
                  </a:cubicBezTo>
                  <a:cubicBezTo>
                    <a:pt x="227037" y="204920"/>
                    <a:pt x="227089" y="204238"/>
                    <a:pt x="227143" y="203535"/>
                  </a:cubicBezTo>
                  <a:cubicBezTo>
                    <a:pt x="227244" y="202974"/>
                    <a:pt x="227346" y="202413"/>
                    <a:pt x="227451" y="201835"/>
                  </a:cubicBezTo>
                  <a:cubicBezTo>
                    <a:pt x="227942" y="201589"/>
                    <a:pt x="228433" y="201344"/>
                    <a:pt x="228939" y="201091"/>
                  </a:cubicBezTo>
                  <a:cubicBezTo>
                    <a:pt x="229203" y="199167"/>
                    <a:pt x="229269" y="197263"/>
                    <a:pt x="229355" y="195324"/>
                  </a:cubicBezTo>
                  <a:cubicBezTo>
                    <a:pt x="229463" y="194771"/>
                    <a:pt x="229571" y="194219"/>
                    <a:pt x="229683" y="193649"/>
                  </a:cubicBezTo>
                  <a:cubicBezTo>
                    <a:pt x="230420" y="193404"/>
                    <a:pt x="231156" y="193158"/>
                    <a:pt x="231915" y="192905"/>
                  </a:cubicBezTo>
                  <a:cubicBezTo>
                    <a:pt x="232353" y="191158"/>
                    <a:pt x="232353" y="191158"/>
                    <a:pt x="232427" y="189138"/>
                  </a:cubicBezTo>
                  <a:cubicBezTo>
                    <a:pt x="232500" y="188112"/>
                    <a:pt x="232500" y="188112"/>
                    <a:pt x="232575" y="187065"/>
                  </a:cubicBezTo>
                  <a:cubicBezTo>
                    <a:pt x="232603" y="186537"/>
                    <a:pt x="232631" y="186008"/>
                    <a:pt x="232660" y="185464"/>
                  </a:cubicBezTo>
                  <a:cubicBezTo>
                    <a:pt x="233396" y="185464"/>
                    <a:pt x="234133" y="185464"/>
                    <a:pt x="234892" y="185464"/>
                  </a:cubicBezTo>
                  <a:cubicBezTo>
                    <a:pt x="234920" y="184791"/>
                    <a:pt x="234948" y="184119"/>
                    <a:pt x="234976" y="183426"/>
                  </a:cubicBezTo>
                  <a:cubicBezTo>
                    <a:pt x="235025" y="182548"/>
                    <a:pt x="235074" y="181671"/>
                    <a:pt x="235125" y="180766"/>
                  </a:cubicBezTo>
                  <a:cubicBezTo>
                    <a:pt x="235168" y="179894"/>
                    <a:pt x="235211" y="179022"/>
                    <a:pt x="235255" y="178124"/>
                  </a:cubicBezTo>
                  <a:cubicBezTo>
                    <a:pt x="235677" y="175537"/>
                    <a:pt x="236104" y="175284"/>
                    <a:pt x="237869" y="173558"/>
                  </a:cubicBezTo>
                  <a:cubicBezTo>
                    <a:pt x="238138" y="171517"/>
                    <a:pt x="238138" y="171517"/>
                    <a:pt x="238008" y="169325"/>
                  </a:cubicBezTo>
                  <a:cubicBezTo>
                    <a:pt x="237988" y="168586"/>
                    <a:pt x="237968" y="167846"/>
                    <a:pt x="237947" y="167084"/>
                  </a:cubicBezTo>
                  <a:cubicBezTo>
                    <a:pt x="237908" y="166237"/>
                    <a:pt x="237908" y="166237"/>
                    <a:pt x="237869" y="165372"/>
                  </a:cubicBezTo>
                  <a:cubicBezTo>
                    <a:pt x="238851" y="165372"/>
                    <a:pt x="239833" y="165372"/>
                    <a:pt x="240845" y="165372"/>
                  </a:cubicBezTo>
                  <a:cubicBezTo>
                    <a:pt x="240845" y="161689"/>
                    <a:pt x="240845" y="158005"/>
                    <a:pt x="240845" y="154210"/>
                  </a:cubicBezTo>
                  <a:cubicBezTo>
                    <a:pt x="241336" y="154210"/>
                    <a:pt x="241827" y="154210"/>
                    <a:pt x="242333" y="154210"/>
                  </a:cubicBezTo>
                  <a:cubicBezTo>
                    <a:pt x="243770" y="151336"/>
                    <a:pt x="243389" y="147772"/>
                    <a:pt x="243540" y="144603"/>
                  </a:cubicBezTo>
                  <a:cubicBezTo>
                    <a:pt x="243633" y="143844"/>
                    <a:pt x="243726" y="143085"/>
                    <a:pt x="243822" y="142304"/>
                  </a:cubicBezTo>
                  <a:cubicBezTo>
                    <a:pt x="244313" y="142058"/>
                    <a:pt x="244804" y="141813"/>
                    <a:pt x="245310" y="141559"/>
                  </a:cubicBezTo>
                  <a:cubicBezTo>
                    <a:pt x="245551" y="140201"/>
                    <a:pt x="245551" y="140201"/>
                    <a:pt x="245540" y="138583"/>
                  </a:cubicBezTo>
                  <a:cubicBezTo>
                    <a:pt x="245558" y="137984"/>
                    <a:pt x="245577" y="137386"/>
                    <a:pt x="245596" y="136769"/>
                  </a:cubicBezTo>
                  <a:cubicBezTo>
                    <a:pt x="245622" y="135498"/>
                    <a:pt x="245646" y="134227"/>
                    <a:pt x="245666" y="132955"/>
                  </a:cubicBezTo>
                  <a:cubicBezTo>
                    <a:pt x="245686" y="132357"/>
                    <a:pt x="245705" y="131758"/>
                    <a:pt x="245726" y="131142"/>
                  </a:cubicBezTo>
                  <a:cubicBezTo>
                    <a:pt x="245736" y="130589"/>
                    <a:pt x="245746" y="130036"/>
                    <a:pt x="245756" y="129467"/>
                  </a:cubicBezTo>
                  <a:cubicBezTo>
                    <a:pt x="245854" y="129037"/>
                    <a:pt x="245953" y="128608"/>
                    <a:pt x="246054" y="128165"/>
                  </a:cubicBezTo>
                  <a:cubicBezTo>
                    <a:pt x="246791" y="127919"/>
                    <a:pt x="247528" y="127674"/>
                    <a:pt x="248287" y="127421"/>
                  </a:cubicBezTo>
                  <a:cubicBezTo>
                    <a:pt x="248462" y="126679"/>
                    <a:pt x="248638" y="125938"/>
                    <a:pt x="248819" y="125174"/>
                  </a:cubicBezTo>
                  <a:cubicBezTo>
                    <a:pt x="249134" y="124442"/>
                    <a:pt x="249450" y="123710"/>
                    <a:pt x="249775" y="122956"/>
                  </a:cubicBezTo>
                  <a:cubicBezTo>
                    <a:pt x="251892" y="122487"/>
                    <a:pt x="253293" y="122360"/>
                    <a:pt x="255402" y="122444"/>
                  </a:cubicBezTo>
                  <a:cubicBezTo>
                    <a:pt x="255922" y="122433"/>
                    <a:pt x="256441" y="122422"/>
                    <a:pt x="256976" y="122411"/>
                  </a:cubicBezTo>
                  <a:cubicBezTo>
                    <a:pt x="258475" y="122436"/>
                    <a:pt x="258475" y="122436"/>
                    <a:pt x="260937" y="122956"/>
                  </a:cubicBezTo>
                  <a:cubicBezTo>
                    <a:pt x="261183" y="124184"/>
                    <a:pt x="261428" y="125412"/>
                    <a:pt x="261681" y="126677"/>
                  </a:cubicBezTo>
                  <a:cubicBezTo>
                    <a:pt x="265610" y="126677"/>
                    <a:pt x="269539" y="126677"/>
                    <a:pt x="273587" y="126677"/>
                  </a:cubicBezTo>
                  <a:cubicBezTo>
                    <a:pt x="273587" y="116363"/>
                    <a:pt x="273587" y="106049"/>
                    <a:pt x="273587" y="95423"/>
                  </a:cubicBezTo>
                  <a:cubicBezTo>
                    <a:pt x="272851" y="95668"/>
                    <a:pt x="272114" y="95914"/>
                    <a:pt x="271355" y="96167"/>
                  </a:cubicBezTo>
                  <a:cubicBezTo>
                    <a:pt x="269948" y="96235"/>
                    <a:pt x="268540" y="96258"/>
                    <a:pt x="267131" y="96256"/>
                  </a:cubicBezTo>
                  <a:cubicBezTo>
                    <a:pt x="265812" y="96258"/>
                    <a:pt x="265812" y="96258"/>
                    <a:pt x="264466" y="96260"/>
                  </a:cubicBezTo>
                  <a:cubicBezTo>
                    <a:pt x="263500" y="96257"/>
                    <a:pt x="262534" y="96254"/>
                    <a:pt x="261538" y="96251"/>
                  </a:cubicBezTo>
                  <a:cubicBezTo>
                    <a:pt x="260511" y="96251"/>
                    <a:pt x="259485" y="96251"/>
                    <a:pt x="258458" y="96252"/>
                  </a:cubicBezTo>
                  <a:cubicBezTo>
                    <a:pt x="255669" y="96252"/>
                    <a:pt x="252880" y="96248"/>
                    <a:pt x="250092" y="96242"/>
                  </a:cubicBezTo>
                  <a:cubicBezTo>
                    <a:pt x="247178" y="96238"/>
                    <a:pt x="244264" y="96237"/>
                    <a:pt x="241350" y="96236"/>
                  </a:cubicBezTo>
                  <a:cubicBezTo>
                    <a:pt x="235831" y="96234"/>
                    <a:pt x="230313" y="96228"/>
                    <a:pt x="224794" y="96221"/>
                  </a:cubicBezTo>
                  <a:cubicBezTo>
                    <a:pt x="218512" y="96212"/>
                    <a:pt x="212230" y="96208"/>
                    <a:pt x="205947" y="96204"/>
                  </a:cubicBezTo>
                  <a:cubicBezTo>
                    <a:pt x="193023" y="96197"/>
                    <a:pt x="180099" y="96184"/>
                    <a:pt x="167175" y="96167"/>
                  </a:cubicBezTo>
                  <a:cubicBezTo>
                    <a:pt x="167179" y="97065"/>
                    <a:pt x="167183" y="97963"/>
                    <a:pt x="167187" y="98888"/>
                  </a:cubicBezTo>
                  <a:cubicBezTo>
                    <a:pt x="167200" y="102206"/>
                    <a:pt x="167209" y="105525"/>
                    <a:pt x="167216" y="108843"/>
                  </a:cubicBezTo>
                  <a:cubicBezTo>
                    <a:pt x="167220" y="110282"/>
                    <a:pt x="167225" y="111721"/>
                    <a:pt x="167231" y="113159"/>
                  </a:cubicBezTo>
                  <a:cubicBezTo>
                    <a:pt x="167240" y="115222"/>
                    <a:pt x="167245" y="117285"/>
                    <a:pt x="167248" y="119349"/>
                  </a:cubicBezTo>
                  <a:cubicBezTo>
                    <a:pt x="167252" y="119996"/>
                    <a:pt x="167256" y="120643"/>
                    <a:pt x="167260" y="121310"/>
                  </a:cubicBezTo>
                  <a:cubicBezTo>
                    <a:pt x="167260" y="122851"/>
                    <a:pt x="167221" y="124392"/>
                    <a:pt x="167175" y="125933"/>
                  </a:cubicBezTo>
                  <a:cubicBezTo>
                    <a:pt x="165701" y="127407"/>
                    <a:pt x="162786" y="126794"/>
                    <a:pt x="160769" y="126797"/>
                  </a:cubicBezTo>
                  <a:cubicBezTo>
                    <a:pt x="160176" y="126800"/>
                    <a:pt x="159583" y="126804"/>
                    <a:pt x="158972" y="126808"/>
                  </a:cubicBezTo>
                  <a:cubicBezTo>
                    <a:pt x="157002" y="126819"/>
                    <a:pt x="155033" y="126824"/>
                    <a:pt x="153063" y="126828"/>
                  </a:cubicBezTo>
                  <a:cubicBezTo>
                    <a:pt x="151699" y="126832"/>
                    <a:pt x="150336" y="126836"/>
                    <a:pt x="148972" y="126841"/>
                  </a:cubicBezTo>
                  <a:cubicBezTo>
                    <a:pt x="146110" y="126849"/>
                    <a:pt x="143248" y="126853"/>
                    <a:pt x="140386" y="126855"/>
                  </a:cubicBezTo>
                  <a:cubicBezTo>
                    <a:pt x="136712" y="126860"/>
                    <a:pt x="133038" y="126877"/>
                    <a:pt x="129363" y="126899"/>
                  </a:cubicBezTo>
                  <a:cubicBezTo>
                    <a:pt x="126546" y="126912"/>
                    <a:pt x="123729" y="126916"/>
                    <a:pt x="120912" y="126917"/>
                  </a:cubicBezTo>
                  <a:cubicBezTo>
                    <a:pt x="119557" y="126920"/>
                    <a:pt x="118202" y="126926"/>
                    <a:pt x="116847" y="126935"/>
                  </a:cubicBezTo>
                  <a:cubicBezTo>
                    <a:pt x="114954" y="126948"/>
                    <a:pt x="113063" y="126947"/>
                    <a:pt x="111170" y="126942"/>
                  </a:cubicBezTo>
                  <a:cubicBezTo>
                    <a:pt x="110606" y="126949"/>
                    <a:pt x="110042" y="126956"/>
                    <a:pt x="109461" y="126963"/>
                  </a:cubicBezTo>
                  <a:cubicBezTo>
                    <a:pt x="107902" y="126950"/>
                    <a:pt x="107902" y="126950"/>
                    <a:pt x="105412" y="126677"/>
                  </a:cubicBezTo>
                  <a:cubicBezTo>
                    <a:pt x="103601" y="123961"/>
                    <a:pt x="103708" y="121935"/>
                    <a:pt x="103726" y="118796"/>
                  </a:cubicBezTo>
                  <a:cubicBezTo>
                    <a:pt x="103724" y="118245"/>
                    <a:pt x="103723" y="117694"/>
                    <a:pt x="103721" y="117126"/>
                  </a:cubicBezTo>
                  <a:cubicBezTo>
                    <a:pt x="103720" y="115960"/>
                    <a:pt x="103723" y="114795"/>
                    <a:pt x="103729" y="113630"/>
                  </a:cubicBezTo>
                  <a:cubicBezTo>
                    <a:pt x="103737" y="111850"/>
                    <a:pt x="103729" y="110070"/>
                    <a:pt x="103720" y="108290"/>
                  </a:cubicBezTo>
                  <a:cubicBezTo>
                    <a:pt x="103721" y="107157"/>
                    <a:pt x="103723" y="106023"/>
                    <a:pt x="103726" y="104890"/>
                  </a:cubicBezTo>
                  <a:cubicBezTo>
                    <a:pt x="103723" y="104359"/>
                    <a:pt x="103720" y="103828"/>
                    <a:pt x="103716" y="103281"/>
                  </a:cubicBezTo>
                  <a:cubicBezTo>
                    <a:pt x="103743" y="100470"/>
                    <a:pt x="104060" y="98611"/>
                    <a:pt x="105412" y="96167"/>
                  </a:cubicBezTo>
                  <a:cubicBezTo>
                    <a:pt x="104902" y="96168"/>
                    <a:pt x="104393" y="96168"/>
                    <a:pt x="103868" y="96169"/>
                  </a:cubicBezTo>
                  <a:cubicBezTo>
                    <a:pt x="91491" y="96185"/>
                    <a:pt x="79114" y="96198"/>
                    <a:pt x="66738" y="96205"/>
                  </a:cubicBezTo>
                  <a:cubicBezTo>
                    <a:pt x="60752" y="96209"/>
                    <a:pt x="54767" y="96215"/>
                    <a:pt x="48782" y="96223"/>
                  </a:cubicBezTo>
                  <a:cubicBezTo>
                    <a:pt x="43567" y="96230"/>
                    <a:pt x="38352" y="96235"/>
                    <a:pt x="33137" y="96237"/>
                  </a:cubicBezTo>
                  <a:cubicBezTo>
                    <a:pt x="30374" y="96238"/>
                    <a:pt x="27611" y="96240"/>
                    <a:pt x="24849" y="96246"/>
                  </a:cubicBezTo>
                  <a:cubicBezTo>
                    <a:pt x="21769" y="96252"/>
                    <a:pt x="18690" y="96252"/>
                    <a:pt x="15611" y="96251"/>
                  </a:cubicBezTo>
                  <a:cubicBezTo>
                    <a:pt x="14688" y="96254"/>
                    <a:pt x="13765" y="96257"/>
                    <a:pt x="12814" y="96260"/>
                  </a:cubicBezTo>
                  <a:cubicBezTo>
                    <a:pt x="11980" y="96258"/>
                    <a:pt x="11147" y="96257"/>
                    <a:pt x="10288" y="96256"/>
                  </a:cubicBezTo>
                  <a:cubicBezTo>
                    <a:pt x="9558" y="96257"/>
                    <a:pt x="8829" y="96258"/>
                    <a:pt x="8078" y="96258"/>
                  </a:cubicBezTo>
                  <a:cubicBezTo>
                    <a:pt x="6441" y="96167"/>
                    <a:pt x="6441" y="96167"/>
                    <a:pt x="5697" y="95423"/>
                  </a:cubicBezTo>
                  <a:cubicBezTo>
                    <a:pt x="5606" y="93461"/>
                    <a:pt x="5564" y="91518"/>
                    <a:pt x="5553" y="89556"/>
                  </a:cubicBezTo>
                  <a:cubicBezTo>
                    <a:pt x="5544" y="88634"/>
                    <a:pt x="5544" y="88634"/>
                    <a:pt x="5535" y="87693"/>
                  </a:cubicBezTo>
                  <a:cubicBezTo>
                    <a:pt x="5516" y="85651"/>
                    <a:pt x="5504" y="83608"/>
                    <a:pt x="5493" y="81566"/>
                  </a:cubicBezTo>
                  <a:cubicBezTo>
                    <a:pt x="5489" y="80871"/>
                    <a:pt x="5485" y="80175"/>
                    <a:pt x="5481" y="79459"/>
                  </a:cubicBezTo>
                  <a:cubicBezTo>
                    <a:pt x="5461" y="75781"/>
                    <a:pt x="5447" y="72103"/>
                    <a:pt x="5436" y="68424"/>
                  </a:cubicBezTo>
                  <a:cubicBezTo>
                    <a:pt x="5424" y="64614"/>
                    <a:pt x="5390" y="60805"/>
                    <a:pt x="5353" y="56996"/>
                  </a:cubicBezTo>
                  <a:cubicBezTo>
                    <a:pt x="5328" y="54075"/>
                    <a:pt x="5319" y="51155"/>
                    <a:pt x="5315" y="48234"/>
                  </a:cubicBezTo>
                  <a:cubicBezTo>
                    <a:pt x="5310" y="46829"/>
                    <a:pt x="5298" y="45424"/>
                    <a:pt x="5281" y="44019"/>
                  </a:cubicBezTo>
                  <a:cubicBezTo>
                    <a:pt x="5257" y="42057"/>
                    <a:pt x="5257" y="40097"/>
                    <a:pt x="5263" y="38134"/>
                  </a:cubicBezTo>
                  <a:cubicBezTo>
                    <a:pt x="5250" y="37549"/>
                    <a:pt x="5238" y="36964"/>
                    <a:pt x="5226" y="36362"/>
                  </a:cubicBezTo>
                  <a:cubicBezTo>
                    <a:pt x="5244" y="34746"/>
                    <a:pt x="5244" y="34746"/>
                    <a:pt x="5697" y="32171"/>
                  </a:cubicBezTo>
                  <a:cubicBezTo>
                    <a:pt x="8293" y="30753"/>
                    <a:pt x="10529" y="30498"/>
                    <a:pt x="13453" y="30504"/>
                  </a:cubicBezTo>
                  <a:cubicBezTo>
                    <a:pt x="14253" y="30502"/>
                    <a:pt x="15053" y="30499"/>
                    <a:pt x="15878" y="30497"/>
                  </a:cubicBezTo>
                  <a:cubicBezTo>
                    <a:pt x="17183" y="30505"/>
                    <a:pt x="17183" y="30505"/>
                    <a:pt x="18515" y="30514"/>
                  </a:cubicBezTo>
                  <a:cubicBezTo>
                    <a:pt x="19437" y="30513"/>
                    <a:pt x="20360" y="30513"/>
                    <a:pt x="21310" y="30513"/>
                  </a:cubicBezTo>
                  <a:cubicBezTo>
                    <a:pt x="23833" y="30514"/>
                    <a:pt x="26355" y="30521"/>
                    <a:pt x="28878" y="30532"/>
                  </a:cubicBezTo>
                  <a:cubicBezTo>
                    <a:pt x="31517" y="30541"/>
                    <a:pt x="34156" y="30542"/>
                    <a:pt x="36795" y="30544"/>
                  </a:cubicBezTo>
                  <a:cubicBezTo>
                    <a:pt x="41789" y="30548"/>
                    <a:pt x="46783" y="30560"/>
                    <a:pt x="51777" y="30575"/>
                  </a:cubicBezTo>
                  <a:cubicBezTo>
                    <a:pt x="57463" y="30592"/>
                    <a:pt x="63150" y="30600"/>
                    <a:pt x="68837" y="30608"/>
                  </a:cubicBezTo>
                  <a:cubicBezTo>
                    <a:pt x="80532" y="30623"/>
                    <a:pt x="92228" y="30649"/>
                    <a:pt x="103923" y="30683"/>
                  </a:cubicBezTo>
                  <a:cubicBezTo>
                    <a:pt x="103919" y="29811"/>
                    <a:pt x="103915" y="28940"/>
                    <a:pt x="103911" y="28042"/>
                  </a:cubicBezTo>
                  <a:cubicBezTo>
                    <a:pt x="103898" y="24816"/>
                    <a:pt x="103889" y="21591"/>
                    <a:pt x="103882" y="18365"/>
                  </a:cubicBezTo>
                  <a:cubicBezTo>
                    <a:pt x="103879" y="16968"/>
                    <a:pt x="103874" y="15570"/>
                    <a:pt x="103867" y="14173"/>
                  </a:cubicBezTo>
                  <a:cubicBezTo>
                    <a:pt x="103858" y="12167"/>
                    <a:pt x="103854" y="10161"/>
                    <a:pt x="103851" y="8155"/>
                  </a:cubicBezTo>
                  <a:cubicBezTo>
                    <a:pt x="103847" y="7528"/>
                    <a:pt x="103843" y="6901"/>
                    <a:pt x="103839" y="6254"/>
                  </a:cubicBezTo>
                  <a:cubicBezTo>
                    <a:pt x="103839" y="1831"/>
                    <a:pt x="103839" y="1831"/>
                    <a:pt x="104667" y="173"/>
                  </a:cubicBezTo>
                  <a:cubicBezTo>
                    <a:pt x="106634" y="30"/>
                    <a:pt x="108523" y="-14"/>
                    <a:pt x="110490" y="4"/>
                  </a:cubicBezTo>
                  <a:cubicBezTo>
                    <a:pt x="111405" y="4"/>
                    <a:pt x="111405" y="4"/>
                    <a:pt x="112338" y="3"/>
                  </a:cubicBezTo>
                  <a:close/>
                </a:path>
              </a:pathLst>
            </a:custGeom>
            <a:grpFill/>
            <a:ln w="744" cap="flat">
              <a:noFill/>
              <a:prstDash val="solid"/>
              <a:miter/>
            </a:ln>
          </p:spPr>
          <p:txBody>
            <a:bodyPr rtlCol="0" anchor="ctr"/>
            <a:lstStyle/>
            <a:p>
              <a:endParaRPr lang="zh-CN" altLang="en-US"/>
            </a:p>
          </p:txBody>
        </p:sp>
        <p:sp>
          <p:nvSpPr>
            <p:cNvPr id="88" name="任意多边形: 形状 87"/>
            <p:cNvSpPr/>
            <p:nvPr/>
          </p:nvSpPr>
          <p:spPr>
            <a:xfrm>
              <a:off x="6136781" y="602968"/>
              <a:ext cx="457155" cy="557310"/>
            </a:xfrm>
            <a:custGeom>
              <a:avLst/>
              <a:gdLst>
                <a:gd name="connsiteX0" fmla="*/ 283171 w 457155"/>
                <a:gd name="connsiteY0" fmla="*/ 877 h 557310"/>
                <a:gd name="connsiteX1" fmla="*/ 288720 w 457155"/>
                <a:gd name="connsiteY1" fmla="*/ 455 h 557310"/>
                <a:gd name="connsiteX2" fmla="*/ 290509 w 457155"/>
                <a:gd name="connsiteY2" fmla="*/ 454 h 557310"/>
                <a:gd name="connsiteX3" fmla="*/ 296266 w 457155"/>
                <a:gd name="connsiteY3" fmla="*/ 514 h 557310"/>
                <a:gd name="connsiteX4" fmla="*/ 299810 w 457155"/>
                <a:gd name="connsiteY4" fmla="*/ 525 h 557310"/>
                <a:gd name="connsiteX5" fmla="*/ 312983 w 457155"/>
                <a:gd name="connsiteY5" fmla="*/ 645 h 557310"/>
                <a:gd name="connsiteX6" fmla="*/ 342702 w 457155"/>
                <a:gd name="connsiteY6" fmla="*/ 877 h 557310"/>
                <a:gd name="connsiteX7" fmla="*/ 342702 w 457155"/>
                <a:gd name="connsiteY7" fmla="*/ 96871 h 557310"/>
                <a:gd name="connsiteX8" fmla="*/ 400745 w 457155"/>
                <a:gd name="connsiteY8" fmla="*/ 96871 h 557310"/>
                <a:gd name="connsiteX9" fmla="*/ 398513 w 457155"/>
                <a:gd name="connsiteY9" fmla="*/ 93895 h 557310"/>
                <a:gd name="connsiteX10" fmla="*/ 396281 w 457155"/>
                <a:gd name="connsiteY10" fmla="*/ 90918 h 557310"/>
                <a:gd name="connsiteX11" fmla="*/ 395118 w 457155"/>
                <a:gd name="connsiteY11" fmla="*/ 89756 h 557310"/>
                <a:gd name="connsiteX12" fmla="*/ 394048 w 457155"/>
                <a:gd name="connsiteY12" fmla="*/ 87198 h 557310"/>
                <a:gd name="connsiteX13" fmla="*/ 391816 w 457155"/>
                <a:gd name="connsiteY13" fmla="*/ 86454 h 557310"/>
                <a:gd name="connsiteX14" fmla="*/ 391072 w 457155"/>
                <a:gd name="connsiteY14" fmla="*/ 84221 h 557310"/>
                <a:gd name="connsiteX15" fmla="*/ 387351 w 457155"/>
                <a:gd name="connsiteY15" fmla="*/ 81245 h 557310"/>
                <a:gd name="connsiteX16" fmla="*/ 383630 w 457155"/>
                <a:gd name="connsiteY16" fmla="*/ 76036 h 557310"/>
                <a:gd name="connsiteX17" fmla="*/ 382142 w 457155"/>
                <a:gd name="connsiteY17" fmla="*/ 75291 h 557310"/>
                <a:gd name="connsiteX18" fmla="*/ 381398 w 457155"/>
                <a:gd name="connsiteY18" fmla="*/ 73059 h 557310"/>
                <a:gd name="connsiteX19" fmla="*/ 379165 w 457155"/>
                <a:gd name="connsiteY19" fmla="*/ 72315 h 557310"/>
                <a:gd name="connsiteX20" fmla="*/ 377677 w 457155"/>
                <a:gd name="connsiteY20" fmla="*/ 69338 h 557310"/>
                <a:gd name="connsiteX21" fmla="*/ 376468 w 457155"/>
                <a:gd name="connsiteY21" fmla="*/ 68129 h 557310"/>
                <a:gd name="connsiteX22" fmla="*/ 375445 w 457155"/>
                <a:gd name="connsiteY22" fmla="*/ 65618 h 557310"/>
                <a:gd name="connsiteX23" fmla="*/ 373212 w 457155"/>
                <a:gd name="connsiteY23" fmla="*/ 65618 h 557310"/>
                <a:gd name="connsiteX24" fmla="*/ 373212 w 457155"/>
                <a:gd name="connsiteY24" fmla="*/ 62641 h 557310"/>
                <a:gd name="connsiteX25" fmla="*/ 369492 w 457155"/>
                <a:gd name="connsiteY25" fmla="*/ 61897 h 557310"/>
                <a:gd name="connsiteX26" fmla="*/ 369492 w 457155"/>
                <a:gd name="connsiteY26" fmla="*/ 59664 h 557310"/>
                <a:gd name="connsiteX27" fmla="*/ 367678 w 457155"/>
                <a:gd name="connsiteY27" fmla="*/ 58967 h 557310"/>
                <a:gd name="connsiteX28" fmla="*/ 365771 w 457155"/>
                <a:gd name="connsiteY28" fmla="*/ 58176 h 557310"/>
                <a:gd name="connsiteX29" fmla="*/ 365027 w 457155"/>
                <a:gd name="connsiteY29" fmla="*/ 55200 h 557310"/>
                <a:gd name="connsiteX30" fmla="*/ 362794 w 457155"/>
                <a:gd name="connsiteY30" fmla="*/ 54455 h 557310"/>
                <a:gd name="connsiteX31" fmla="*/ 359074 w 457155"/>
                <a:gd name="connsiteY31" fmla="*/ 48502 h 557310"/>
                <a:gd name="connsiteX32" fmla="*/ 355353 w 457155"/>
                <a:gd name="connsiteY32" fmla="*/ 47758 h 557310"/>
                <a:gd name="connsiteX33" fmla="*/ 353865 w 457155"/>
                <a:gd name="connsiteY33" fmla="*/ 47014 h 557310"/>
                <a:gd name="connsiteX34" fmla="*/ 353632 w 457155"/>
                <a:gd name="connsiteY34" fmla="*/ 42921 h 557310"/>
                <a:gd name="connsiteX35" fmla="*/ 353594 w 457155"/>
                <a:gd name="connsiteY35" fmla="*/ 40666 h 557310"/>
                <a:gd name="connsiteX36" fmla="*/ 353865 w 457155"/>
                <a:gd name="connsiteY36" fmla="*/ 38829 h 557310"/>
                <a:gd name="connsiteX37" fmla="*/ 356097 w 457155"/>
                <a:gd name="connsiteY37" fmla="*/ 38084 h 557310"/>
                <a:gd name="connsiteX38" fmla="*/ 356469 w 457155"/>
                <a:gd name="connsiteY38" fmla="*/ 36550 h 557310"/>
                <a:gd name="connsiteX39" fmla="*/ 356841 w 457155"/>
                <a:gd name="connsiteY39" fmla="*/ 35108 h 557310"/>
                <a:gd name="connsiteX40" fmla="*/ 359074 w 457155"/>
                <a:gd name="connsiteY40" fmla="*/ 35108 h 557310"/>
                <a:gd name="connsiteX41" fmla="*/ 359446 w 457155"/>
                <a:gd name="connsiteY41" fmla="*/ 33620 h 557310"/>
                <a:gd name="connsiteX42" fmla="*/ 359818 w 457155"/>
                <a:gd name="connsiteY42" fmla="*/ 32131 h 557310"/>
                <a:gd name="connsiteX43" fmla="*/ 362050 w 457155"/>
                <a:gd name="connsiteY43" fmla="*/ 32131 h 557310"/>
                <a:gd name="connsiteX44" fmla="*/ 362794 w 457155"/>
                <a:gd name="connsiteY44" fmla="*/ 29155 h 557310"/>
                <a:gd name="connsiteX45" fmla="*/ 364283 w 457155"/>
                <a:gd name="connsiteY45" fmla="*/ 28411 h 557310"/>
                <a:gd name="connsiteX46" fmla="*/ 365027 w 457155"/>
                <a:gd name="connsiteY46" fmla="*/ 26922 h 557310"/>
                <a:gd name="connsiteX47" fmla="*/ 367259 w 457155"/>
                <a:gd name="connsiteY47" fmla="*/ 24690 h 557310"/>
                <a:gd name="connsiteX48" fmla="*/ 367864 w 457155"/>
                <a:gd name="connsiteY48" fmla="*/ 23388 h 557310"/>
                <a:gd name="connsiteX49" fmla="*/ 372468 w 457155"/>
                <a:gd name="connsiteY49" fmla="*/ 17993 h 557310"/>
                <a:gd name="connsiteX50" fmla="*/ 376189 w 457155"/>
                <a:gd name="connsiteY50" fmla="*/ 12039 h 557310"/>
                <a:gd name="connsiteX51" fmla="*/ 377910 w 457155"/>
                <a:gd name="connsiteY51" fmla="*/ 11109 h 557310"/>
                <a:gd name="connsiteX52" fmla="*/ 381119 w 457155"/>
                <a:gd name="connsiteY52" fmla="*/ 7063 h 557310"/>
                <a:gd name="connsiteX53" fmla="*/ 382886 w 457155"/>
                <a:gd name="connsiteY53" fmla="*/ 4598 h 557310"/>
                <a:gd name="connsiteX54" fmla="*/ 391072 w 457155"/>
                <a:gd name="connsiteY54" fmla="*/ 4598 h 557310"/>
                <a:gd name="connsiteX55" fmla="*/ 391072 w 457155"/>
                <a:gd name="connsiteY55" fmla="*/ 7575 h 557310"/>
                <a:gd name="connsiteX56" fmla="*/ 394792 w 457155"/>
                <a:gd name="connsiteY56" fmla="*/ 9063 h 557310"/>
                <a:gd name="connsiteX57" fmla="*/ 395536 w 457155"/>
                <a:gd name="connsiteY57" fmla="*/ 10551 h 557310"/>
                <a:gd name="connsiteX58" fmla="*/ 396978 w 457155"/>
                <a:gd name="connsiteY58" fmla="*/ 10830 h 557310"/>
                <a:gd name="connsiteX59" fmla="*/ 398513 w 457155"/>
                <a:gd name="connsiteY59" fmla="*/ 11295 h 557310"/>
                <a:gd name="connsiteX60" fmla="*/ 400001 w 457155"/>
                <a:gd name="connsiteY60" fmla="*/ 14272 h 557310"/>
                <a:gd name="connsiteX61" fmla="*/ 402234 w 457155"/>
                <a:gd name="connsiteY61" fmla="*/ 15016 h 557310"/>
                <a:gd name="connsiteX62" fmla="*/ 402978 w 457155"/>
                <a:gd name="connsiteY62" fmla="*/ 16551 h 557310"/>
                <a:gd name="connsiteX63" fmla="*/ 403722 w 457155"/>
                <a:gd name="connsiteY63" fmla="*/ 17993 h 557310"/>
                <a:gd name="connsiteX64" fmla="*/ 405954 w 457155"/>
                <a:gd name="connsiteY64" fmla="*/ 17993 h 557310"/>
                <a:gd name="connsiteX65" fmla="*/ 405954 w 457155"/>
                <a:gd name="connsiteY65" fmla="*/ 20969 h 557310"/>
                <a:gd name="connsiteX66" fmla="*/ 409675 w 457155"/>
                <a:gd name="connsiteY66" fmla="*/ 21713 h 557310"/>
                <a:gd name="connsiteX67" fmla="*/ 411163 w 457155"/>
                <a:gd name="connsiteY67" fmla="*/ 24690 h 557310"/>
                <a:gd name="connsiteX68" fmla="*/ 413396 w 457155"/>
                <a:gd name="connsiteY68" fmla="*/ 26178 h 557310"/>
                <a:gd name="connsiteX69" fmla="*/ 413396 w 457155"/>
                <a:gd name="connsiteY69" fmla="*/ 28411 h 557310"/>
                <a:gd name="connsiteX70" fmla="*/ 416372 w 457155"/>
                <a:gd name="connsiteY70" fmla="*/ 28411 h 557310"/>
                <a:gd name="connsiteX71" fmla="*/ 416372 w 457155"/>
                <a:gd name="connsiteY71" fmla="*/ 31387 h 557310"/>
                <a:gd name="connsiteX72" fmla="*/ 417954 w 457155"/>
                <a:gd name="connsiteY72" fmla="*/ 31573 h 557310"/>
                <a:gd name="connsiteX73" fmla="*/ 423497 w 457155"/>
                <a:gd name="connsiteY73" fmla="*/ 36593 h 557310"/>
                <a:gd name="connsiteX74" fmla="*/ 426325 w 457155"/>
                <a:gd name="connsiteY74" fmla="*/ 39852 h 557310"/>
                <a:gd name="connsiteX75" fmla="*/ 427534 w 457155"/>
                <a:gd name="connsiteY75" fmla="*/ 42549 h 557310"/>
                <a:gd name="connsiteX76" fmla="*/ 429767 w 457155"/>
                <a:gd name="connsiteY76" fmla="*/ 42549 h 557310"/>
                <a:gd name="connsiteX77" fmla="*/ 431255 w 457155"/>
                <a:gd name="connsiteY77" fmla="*/ 45526 h 557310"/>
                <a:gd name="connsiteX78" fmla="*/ 432743 w 457155"/>
                <a:gd name="connsiteY78" fmla="*/ 46270 h 557310"/>
                <a:gd name="connsiteX79" fmla="*/ 433488 w 457155"/>
                <a:gd name="connsiteY79" fmla="*/ 48502 h 557310"/>
                <a:gd name="connsiteX80" fmla="*/ 435720 w 457155"/>
                <a:gd name="connsiteY80" fmla="*/ 50735 h 557310"/>
                <a:gd name="connsiteX81" fmla="*/ 438697 w 457155"/>
                <a:gd name="connsiteY81" fmla="*/ 55200 h 557310"/>
                <a:gd name="connsiteX82" fmla="*/ 440929 w 457155"/>
                <a:gd name="connsiteY82" fmla="*/ 56688 h 557310"/>
                <a:gd name="connsiteX83" fmla="*/ 441673 w 457155"/>
                <a:gd name="connsiteY83" fmla="*/ 58920 h 557310"/>
                <a:gd name="connsiteX84" fmla="*/ 443906 w 457155"/>
                <a:gd name="connsiteY84" fmla="*/ 59664 h 557310"/>
                <a:gd name="connsiteX85" fmla="*/ 444650 w 457155"/>
                <a:gd name="connsiteY85" fmla="*/ 63385 h 557310"/>
                <a:gd name="connsiteX86" fmla="*/ 446882 w 457155"/>
                <a:gd name="connsiteY86" fmla="*/ 64129 h 557310"/>
                <a:gd name="connsiteX87" fmla="*/ 446882 w 457155"/>
                <a:gd name="connsiteY87" fmla="*/ 67850 h 557310"/>
                <a:gd name="connsiteX88" fmla="*/ 444650 w 457155"/>
                <a:gd name="connsiteY88" fmla="*/ 68594 h 557310"/>
                <a:gd name="connsiteX89" fmla="*/ 442417 w 457155"/>
                <a:gd name="connsiteY89" fmla="*/ 72315 h 557310"/>
                <a:gd name="connsiteX90" fmla="*/ 440929 w 457155"/>
                <a:gd name="connsiteY90" fmla="*/ 72315 h 557310"/>
                <a:gd name="connsiteX91" fmla="*/ 440185 w 457155"/>
                <a:gd name="connsiteY91" fmla="*/ 75291 h 557310"/>
                <a:gd name="connsiteX92" fmla="*/ 438697 w 457155"/>
                <a:gd name="connsiteY92" fmla="*/ 76036 h 557310"/>
                <a:gd name="connsiteX93" fmla="*/ 437952 w 457155"/>
                <a:gd name="connsiteY93" fmla="*/ 77570 h 557310"/>
                <a:gd name="connsiteX94" fmla="*/ 437208 w 457155"/>
                <a:gd name="connsiteY94" fmla="*/ 79012 h 557310"/>
                <a:gd name="connsiteX95" fmla="*/ 435720 w 457155"/>
                <a:gd name="connsiteY95" fmla="*/ 79012 h 557310"/>
                <a:gd name="connsiteX96" fmla="*/ 435394 w 457155"/>
                <a:gd name="connsiteY96" fmla="*/ 80361 h 557310"/>
                <a:gd name="connsiteX97" fmla="*/ 432743 w 457155"/>
                <a:gd name="connsiteY97" fmla="*/ 84221 h 557310"/>
                <a:gd name="connsiteX98" fmla="*/ 431581 w 457155"/>
                <a:gd name="connsiteY98" fmla="*/ 85430 h 557310"/>
                <a:gd name="connsiteX99" fmla="*/ 429023 w 457155"/>
                <a:gd name="connsiteY99" fmla="*/ 87198 h 557310"/>
                <a:gd name="connsiteX100" fmla="*/ 428279 w 457155"/>
                <a:gd name="connsiteY100" fmla="*/ 88686 h 557310"/>
                <a:gd name="connsiteX101" fmla="*/ 426046 w 457155"/>
                <a:gd name="connsiteY101" fmla="*/ 90918 h 557310"/>
                <a:gd name="connsiteX102" fmla="*/ 425302 w 457155"/>
                <a:gd name="connsiteY102" fmla="*/ 93151 h 557310"/>
                <a:gd name="connsiteX103" fmla="*/ 422325 w 457155"/>
                <a:gd name="connsiteY103" fmla="*/ 94639 h 557310"/>
                <a:gd name="connsiteX104" fmla="*/ 421581 w 457155"/>
                <a:gd name="connsiteY104" fmla="*/ 96871 h 557310"/>
                <a:gd name="connsiteX105" fmla="*/ 460277 w 457155"/>
                <a:gd name="connsiteY105" fmla="*/ 96871 h 557310"/>
                <a:gd name="connsiteX106" fmla="*/ 460313 w 457155"/>
                <a:gd name="connsiteY106" fmla="*/ 121964 h 557310"/>
                <a:gd name="connsiteX107" fmla="*/ 460333 w 457155"/>
                <a:gd name="connsiteY107" fmla="*/ 137305 h 557310"/>
                <a:gd name="connsiteX108" fmla="*/ 460347 w 457155"/>
                <a:gd name="connsiteY108" fmla="*/ 149667 h 557310"/>
                <a:gd name="connsiteX109" fmla="*/ 460355 w 457155"/>
                <a:gd name="connsiteY109" fmla="*/ 154394 h 557310"/>
                <a:gd name="connsiteX110" fmla="*/ 460361 w 457155"/>
                <a:gd name="connsiteY110" fmla="*/ 160991 h 557310"/>
                <a:gd name="connsiteX111" fmla="*/ 460369 w 457155"/>
                <a:gd name="connsiteY111" fmla="*/ 162986 h 557310"/>
                <a:gd name="connsiteX112" fmla="*/ 459533 w 457155"/>
                <a:gd name="connsiteY112" fmla="*/ 168309 h 557310"/>
                <a:gd name="connsiteX113" fmla="*/ 455102 w 457155"/>
                <a:gd name="connsiteY113" fmla="*/ 168403 h 557310"/>
                <a:gd name="connsiteX114" fmla="*/ 452184 w 457155"/>
                <a:gd name="connsiteY114" fmla="*/ 168410 h 557310"/>
                <a:gd name="connsiteX115" fmla="*/ 448952 w 457155"/>
                <a:gd name="connsiteY115" fmla="*/ 168405 h 557310"/>
                <a:gd name="connsiteX116" fmla="*/ 445572 w 457155"/>
                <a:gd name="connsiteY116" fmla="*/ 168409 h 557310"/>
                <a:gd name="connsiteX117" fmla="*/ 436365 w 457155"/>
                <a:gd name="connsiteY117" fmla="*/ 168409 h 557310"/>
                <a:gd name="connsiteX118" fmla="*/ 426750 w 457155"/>
                <a:gd name="connsiteY118" fmla="*/ 168410 h 557310"/>
                <a:gd name="connsiteX119" fmla="*/ 410597 w 457155"/>
                <a:gd name="connsiteY119" fmla="*/ 168406 h 557310"/>
                <a:gd name="connsiteX120" fmla="*/ 391901 w 457155"/>
                <a:gd name="connsiteY120" fmla="*/ 168407 h 557310"/>
                <a:gd name="connsiteX121" fmla="*/ 375875 w 457155"/>
                <a:gd name="connsiteY121" fmla="*/ 168409 h 557310"/>
                <a:gd name="connsiteX122" fmla="*/ 366293 w 457155"/>
                <a:gd name="connsiteY122" fmla="*/ 168410 h 557310"/>
                <a:gd name="connsiteX123" fmla="*/ 357283 w 457155"/>
                <a:gd name="connsiteY123" fmla="*/ 168407 h 557310"/>
                <a:gd name="connsiteX124" fmla="*/ 353969 w 457155"/>
                <a:gd name="connsiteY124" fmla="*/ 168408 h 557310"/>
                <a:gd name="connsiteX125" fmla="*/ 349459 w 457155"/>
                <a:gd name="connsiteY125" fmla="*/ 168403 h 557310"/>
                <a:gd name="connsiteX126" fmla="*/ 346906 w 457155"/>
                <a:gd name="connsiteY126" fmla="*/ 168403 h 557310"/>
                <a:gd name="connsiteX127" fmla="*/ 343447 w 457155"/>
                <a:gd name="connsiteY127" fmla="*/ 167565 h 557310"/>
                <a:gd name="connsiteX128" fmla="*/ 343324 w 457155"/>
                <a:gd name="connsiteY128" fmla="*/ 177062 h 557310"/>
                <a:gd name="connsiteX129" fmla="*/ 343278 w 457155"/>
                <a:gd name="connsiteY129" fmla="*/ 180295 h 557310"/>
                <a:gd name="connsiteX130" fmla="*/ 343229 w 457155"/>
                <a:gd name="connsiteY130" fmla="*/ 184933 h 557310"/>
                <a:gd name="connsiteX131" fmla="*/ 343193 w 457155"/>
                <a:gd name="connsiteY131" fmla="*/ 187755 h 557310"/>
                <a:gd name="connsiteX132" fmla="*/ 343447 w 457155"/>
                <a:gd name="connsiteY132" fmla="*/ 189889 h 557310"/>
                <a:gd name="connsiteX133" fmla="*/ 345679 w 457155"/>
                <a:gd name="connsiteY133" fmla="*/ 190633 h 557310"/>
                <a:gd name="connsiteX134" fmla="*/ 345981 w 457155"/>
                <a:gd name="connsiteY134" fmla="*/ 194235 h 557310"/>
                <a:gd name="connsiteX135" fmla="*/ 346031 w 457155"/>
                <a:gd name="connsiteY135" fmla="*/ 196445 h 557310"/>
                <a:gd name="connsiteX136" fmla="*/ 346051 w 457155"/>
                <a:gd name="connsiteY136" fmla="*/ 198772 h 557310"/>
                <a:gd name="connsiteX137" fmla="*/ 346121 w 457155"/>
                <a:gd name="connsiteY137" fmla="*/ 203304 h 557310"/>
                <a:gd name="connsiteX138" fmla="*/ 346137 w 457155"/>
                <a:gd name="connsiteY138" fmla="*/ 205344 h 557310"/>
                <a:gd name="connsiteX139" fmla="*/ 346423 w 457155"/>
                <a:gd name="connsiteY139" fmla="*/ 207004 h 557310"/>
                <a:gd name="connsiteX140" fmla="*/ 348656 w 457155"/>
                <a:gd name="connsiteY140" fmla="*/ 208493 h 557310"/>
                <a:gd name="connsiteX141" fmla="*/ 348795 w 457155"/>
                <a:gd name="connsiteY141" fmla="*/ 211652 h 557310"/>
                <a:gd name="connsiteX142" fmla="*/ 348743 w 457155"/>
                <a:gd name="connsiteY142" fmla="*/ 213540 h 557310"/>
                <a:gd name="connsiteX143" fmla="*/ 348568 w 457155"/>
                <a:gd name="connsiteY143" fmla="*/ 217482 h 557310"/>
                <a:gd name="connsiteX144" fmla="*/ 348516 w 457155"/>
                <a:gd name="connsiteY144" fmla="*/ 219373 h 557310"/>
                <a:gd name="connsiteX145" fmla="*/ 348438 w 457155"/>
                <a:gd name="connsiteY145" fmla="*/ 221104 h 557310"/>
                <a:gd name="connsiteX146" fmla="*/ 350888 w 457155"/>
                <a:gd name="connsiteY146" fmla="*/ 224864 h 557310"/>
                <a:gd name="connsiteX147" fmla="*/ 351280 w 457155"/>
                <a:gd name="connsiteY147" fmla="*/ 233061 h 557310"/>
                <a:gd name="connsiteX148" fmla="*/ 351632 w 457155"/>
                <a:gd name="connsiteY148" fmla="*/ 237514 h 557310"/>
                <a:gd name="connsiteX149" fmla="*/ 353865 w 457155"/>
                <a:gd name="connsiteY149" fmla="*/ 238258 h 557310"/>
                <a:gd name="connsiteX150" fmla="*/ 354257 w 457155"/>
                <a:gd name="connsiteY150" fmla="*/ 246383 h 557310"/>
                <a:gd name="connsiteX151" fmla="*/ 354609 w 457155"/>
                <a:gd name="connsiteY151" fmla="*/ 250909 h 557310"/>
                <a:gd name="connsiteX152" fmla="*/ 356841 w 457155"/>
                <a:gd name="connsiteY152" fmla="*/ 251653 h 557310"/>
                <a:gd name="connsiteX153" fmla="*/ 356981 w 457155"/>
                <a:gd name="connsiteY153" fmla="*/ 257652 h 557310"/>
                <a:gd name="connsiteX154" fmla="*/ 356950 w 457155"/>
                <a:gd name="connsiteY154" fmla="*/ 259363 h 557310"/>
                <a:gd name="connsiteX155" fmla="*/ 356841 w 457155"/>
                <a:gd name="connsiteY155" fmla="*/ 263559 h 557310"/>
                <a:gd name="connsiteX156" fmla="*/ 359074 w 457155"/>
                <a:gd name="connsiteY156" fmla="*/ 263559 h 557310"/>
                <a:gd name="connsiteX157" fmla="*/ 359818 w 457155"/>
                <a:gd name="connsiteY157" fmla="*/ 265791 h 557310"/>
                <a:gd name="connsiteX158" fmla="*/ 361632 w 457155"/>
                <a:gd name="connsiteY158" fmla="*/ 262815 h 557310"/>
                <a:gd name="connsiteX159" fmla="*/ 364283 w 457155"/>
                <a:gd name="connsiteY159" fmla="*/ 259838 h 557310"/>
                <a:gd name="connsiteX160" fmla="*/ 365771 w 457155"/>
                <a:gd name="connsiteY160" fmla="*/ 256118 h 557310"/>
                <a:gd name="connsiteX161" fmla="*/ 369492 w 457155"/>
                <a:gd name="connsiteY161" fmla="*/ 250909 h 557310"/>
                <a:gd name="connsiteX162" fmla="*/ 369817 w 457155"/>
                <a:gd name="connsiteY162" fmla="*/ 249048 h 557310"/>
                <a:gd name="connsiteX163" fmla="*/ 370236 w 457155"/>
                <a:gd name="connsiteY163" fmla="*/ 247188 h 557310"/>
                <a:gd name="connsiteX164" fmla="*/ 372468 w 457155"/>
                <a:gd name="connsiteY164" fmla="*/ 246444 h 557310"/>
                <a:gd name="connsiteX165" fmla="*/ 373212 w 457155"/>
                <a:gd name="connsiteY165" fmla="*/ 241979 h 557310"/>
                <a:gd name="connsiteX166" fmla="*/ 375445 w 457155"/>
                <a:gd name="connsiteY166" fmla="*/ 239746 h 557310"/>
                <a:gd name="connsiteX167" fmla="*/ 375817 w 457155"/>
                <a:gd name="connsiteY167" fmla="*/ 238119 h 557310"/>
                <a:gd name="connsiteX168" fmla="*/ 376189 w 457155"/>
                <a:gd name="connsiteY168" fmla="*/ 236770 h 557310"/>
                <a:gd name="connsiteX169" fmla="*/ 378421 w 457155"/>
                <a:gd name="connsiteY169" fmla="*/ 236770 h 557310"/>
                <a:gd name="connsiteX170" fmla="*/ 378421 w 457155"/>
                <a:gd name="connsiteY170" fmla="*/ 232305 h 557310"/>
                <a:gd name="connsiteX171" fmla="*/ 380654 w 457155"/>
                <a:gd name="connsiteY171" fmla="*/ 232305 h 557310"/>
                <a:gd name="connsiteX172" fmla="*/ 380886 w 457155"/>
                <a:gd name="connsiteY172" fmla="*/ 230166 h 557310"/>
                <a:gd name="connsiteX173" fmla="*/ 383630 w 457155"/>
                <a:gd name="connsiteY173" fmla="*/ 226352 h 557310"/>
                <a:gd name="connsiteX174" fmla="*/ 383630 w 457155"/>
                <a:gd name="connsiteY174" fmla="*/ 224492 h 557310"/>
                <a:gd name="connsiteX175" fmla="*/ 383630 w 457155"/>
                <a:gd name="connsiteY175" fmla="*/ 222631 h 557310"/>
                <a:gd name="connsiteX176" fmla="*/ 385863 w 457155"/>
                <a:gd name="connsiteY176" fmla="*/ 221143 h 557310"/>
                <a:gd name="connsiteX177" fmla="*/ 386607 w 457155"/>
                <a:gd name="connsiteY177" fmla="*/ 219236 h 557310"/>
                <a:gd name="connsiteX178" fmla="*/ 387351 w 457155"/>
                <a:gd name="connsiteY178" fmla="*/ 217422 h 557310"/>
                <a:gd name="connsiteX179" fmla="*/ 389583 w 457155"/>
                <a:gd name="connsiteY179" fmla="*/ 216678 h 557310"/>
                <a:gd name="connsiteX180" fmla="*/ 389583 w 457155"/>
                <a:gd name="connsiteY180" fmla="*/ 211469 h 557310"/>
                <a:gd name="connsiteX181" fmla="*/ 391072 w 457155"/>
                <a:gd name="connsiteY181" fmla="*/ 211469 h 557310"/>
                <a:gd name="connsiteX182" fmla="*/ 392560 w 457155"/>
                <a:gd name="connsiteY182" fmla="*/ 207004 h 557310"/>
                <a:gd name="connsiteX183" fmla="*/ 394048 w 457155"/>
                <a:gd name="connsiteY183" fmla="*/ 206260 h 557310"/>
                <a:gd name="connsiteX184" fmla="*/ 394792 w 457155"/>
                <a:gd name="connsiteY184" fmla="*/ 201051 h 557310"/>
                <a:gd name="connsiteX185" fmla="*/ 397025 w 457155"/>
                <a:gd name="connsiteY185" fmla="*/ 201051 h 557310"/>
                <a:gd name="connsiteX186" fmla="*/ 397769 w 457155"/>
                <a:gd name="connsiteY186" fmla="*/ 195098 h 557310"/>
                <a:gd name="connsiteX187" fmla="*/ 399257 w 457155"/>
                <a:gd name="connsiteY187" fmla="*/ 195098 h 557310"/>
                <a:gd name="connsiteX188" fmla="*/ 400001 w 457155"/>
                <a:gd name="connsiteY188" fmla="*/ 192168 h 557310"/>
                <a:gd name="connsiteX189" fmla="*/ 400745 w 457155"/>
                <a:gd name="connsiteY189" fmla="*/ 189145 h 557310"/>
                <a:gd name="connsiteX190" fmla="*/ 402234 w 457155"/>
                <a:gd name="connsiteY190" fmla="*/ 188401 h 557310"/>
                <a:gd name="connsiteX191" fmla="*/ 402417 w 457155"/>
                <a:gd name="connsiteY191" fmla="*/ 186878 h 557310"/>
                <a:gd name="connsiteX192" fmla="*/ 402978 w 457155"/>
                <a:gd name="connsiteY192" fmla="*/ 185424 h 557310"/>
                <a:gd name="connsiteX193" fmla="*/ 407489 w 457155"/>
                <a:gd name="connsiteY193" fmla="*/ 185238 h 557310"/>
                <a:gd name="connsiteX194" fmla="*/ 409980 w 457155"/>
                <a:gd name="connsiteY194" fmla="*/ 185320 h 557310"/>
                <a:gd name="connsiteX195" fmla="*/ 411908 w 457155"/>
                <a:gd name="connsiteY195" fmla="*/ 185424 h 557310"/>
                <a:gd name="connsiteX196" fmla="*/ 411908 w 457155"/>
                <a:gd name="connsiteY196" fmla="*/ 187657 h 557310"/>
                <a:gd name="connsiteX197" fmla="*/ 416372 w 457155"/>
                <a:gd name="connsiteY197" fmla="*/ 189145 h 557310"/>
                <a:gd name="connsiteX198" fmla="*/ 417117 w 457155"/>
                <a:gd name="connsiteY198" fmla="*/ 191377 h 557310"/>
                <a:gd name="connsiteX199" fmla="*/ 419349 w 457155"/>
                <a:gd name="connsiteY199" fmla="*/ 191703 h 557310"/>
                <a:gd name="connsiteX200" fmla="*/ 421581 w 457155"/>
                <a:gd name="connsiteY200" fmla="*/ 192121 h 557310"/>
                <a:gd name="connsiteX201" fmla="*/ 422325 w 457155"/>
                <a:gd name="connsiteY201" fmla="*/ 195098 h 557310"/>
                <a:gd name="connsiteX202" fmla="*/ 424558 w 457155"/>
                <a:gd name="connsiteY202" fmla="*/ 195470 h 557310"/>
                <a:gd name="connsiteX203" fmla="*/ 426790 w 457155"/>
                <a:gd name="connsiteY203" fmla="*/ 195842 h 557310"/>
                <a:gd name="connsiteX204" fmla="*/ 427534 w 457155"/>
                <a:gd name="connsiteY204" fmla="*/ 198819 h 557310"/>
                <a:gd name="connsiteX205" fmla="*/ 429348 w 457155"/>
                <a:gd name="connsiteY205" fmla="*/ 198819 h 557310"/>
                <a:gd name="connsiteX206" fmla="*/ 431255 w 457155"/>
                <a:gd name="connsiteY206" fmla="*/ 198819 h 557310"/>
                <a:gd name="connsiteX207" fmla="*/ 431906 w 457155"/>
                <a:gd name="connsiteY207" fmla="*/ 200261 h 557310"/>
                <a:gd name="connsiteX208" fmla="*/ 432743 w 457155"/>
                <a:gd name="connsiteY208" fmla="*/ 201795 h 557310"/>
                <a:gd name="connsiteX209" fmla="*/ 435394 w 457155"/>
                <a:gd name="connsiteY209" fmla="*/ 202167 h 557310"/>
                <a:gd name="connsiteX210" fmla="*/ 437952 w 457155"/>
                <a:gd name="connsiteY210" fmla="*/ 202539 h 557310"/>
                <a:gd name="connsiteX211" fmla="*/ 438697 w 457155"/>
                <a:gd name="connsiteY211" fmla="*/ 205516 h 557310"/>
                <a:gd name="connsiteX212" fmla="*/ 442417 w 457155"/>
                <a:gd name="connsiteY212" fmla="*/ 206260 h 557310"/>
                <a:gd name="connsiteX213" fmla="*/ 443161 w 457155"/>
                <a:gd name="connsiteY213" fmla="*/ 208493 h 557310"/>
                <a:gd name="connsiteX214" fmla="*/ 445766 w 457155"/>
                <a:gd name="connsiteY214" fmla="*/ 208818 h 557310"/>
                <a:gd name="connsiteX215" fmla="*/ 448370 w 457155"/>
                <a:gd name="connsiteY215" fmla="*/ 209237 h 557310"/>
                <a:gd name="connsiteX216" fmla="*/ 449115 w 457155"/>
                <a:gd name="connsiteY216" fmla="*/ 212213 h 557310"/>
                <a:gd name="connsiteX217" fmla="*/ 453579 w 457155"/>
                <a:gd name="connsiteY217" fmla="*/ 212957 h 557310"/>
                <a:gd name="connsiteX218" fmla="*/ 453579 w 457155"/>
                <a:gd name="connsiteY218" fmla="*/ 215934 h 557310"/>
                <a:gd name="connsiteX219" fmla="*/ 455440 w 457155"/>
                <a:gd name="connsiteY219" fmla="*/ 216120 h 557310"/>
                <a:gd name="connsiteX220" fmla="*/ 457300 w 457155"/>
                <a:gd name="connsiteY220" fmla="*/ 216678 h 557310"/>
                <a:gd name="connsiteX221" fmla="*/ 457300 w 457155"/>
                <a:gd name="connsiteY221" fmla="*/ 222631 h 557310"/>
                <a:gd name="connsiteX222" fmla="*/ 455812 w 457155"/>
                <a:gd name="connsiteY222" fmla="*/ 223375 h 557310"/>
                <a:gd name="connsiteX223" fmla="*/ 455486 w 457155"/>
                <a:gd name="connsiteY223" fmla="*/ 224817 h 557310"/>
                <a:gd name="connsiteX224" fmla="*/ 452835 w 457155"/>
                <a:gd name="connsiteY224" fmla="*/ 227840 h 557310"/>
                <a:gd name="connsiteX225" fmla="*/ 452463 w 457155"/>
                <a:gd name="connsiteY225" fmla="*/ 229701 h 557310"/>
                <a:gd name="connsiteX226" fmla="*/ 449859 w 457155"/>
                <a:gd name="connsiteY226" fmla="*/ 233049 h 557310"/>
                <a:gd name="connsiteX227" fmla="*/ 449068 w 457155"/>
                <a:gd name="connsiteY227" fmla="*/ 234630 h 557310"/>
                <a:gd name="connsiteX228" fmla="*/ 448370 w 457155"/>
                <a:gd name="connsiteY228" fmla="*/ 236026 h 557310"/>
                <a:gd name="connsiteX229" fmla="*/ 446882 w 457155"/>
                <a:gd name="connsiteY229" fmla="*/ 236026 h 557310"/>
                <a:gd name="connsiteX230" fmla="*/ 446138 w 457155"/>
                <a:gd name="connsiteY230" fmla="*/ 239746 h 557310"/>
                <a:gd name="connsiteX231" fmla="*/ 444650 w 457155"/>
                <a:gd name="connsiteY231" fmla="*/ 240491 h 557310"/>
                <a:gd name="connsiteX232" fmla="*/ 444324 w 457155"/>
                <a:gd name="connsiteY232" fmla="*/ 242258 h 557310"/>
                <a:gd name="connsiteX233" fmla="*/ 441673 w 457155"/>
                <a:gd name="connsiteY233" fmla="*/ 246444 h 557310"/>
                <a:gd name="connsiteX234" fmla="*/ 440883 w 457155"/>
                <a:gd name="connsiteY234" fmla="*/ 248072 h 557310"/>
                <a:gd name="connsiteX235" fmla="*/ 440185 w 457155"/>
                <a:gd name="connsiteY235" fmla="*/ 249420 h 557310"/>
                <a:gd name="connsiteX236" fmla="*/ 438697 w 457155"/>
                <a:gd name="connsiteY236" fmla="*/ 249420 h 557310"/>
                <a:gd name="connsiteX237" fmla="*/ 438371 w 457155"/>
                <a:gd name="connsiteY237" fmla="*/ 251281 h 557310"/>
                <a:gd name="connsiteX238" fmla="*/ 437952 w 457155"/>
                <a:gd name="connsiteY238" fmla="*/ 253141 h 557310"/>
                <a:gd name="connsiteX239" fmla="*/ 435720 w 457155"/>
                <a:gd name="connsiteY239" fmla="*/ 253141 h 557310"/>
                <a:gd name="connsiteX240" fmla="*/ 435860 w 457155"/>
                <a:gd name="connsiteY240" fmla="*/ 254955 h 557310"/>
                <a:gd name="connsiteX241" fmla="*/ 435720 w 457155"/>
                <a:gd name="connsiteY241" fmla="*/ 256862 h 557310"/>
                <a:gd name="connsiteX242" fmla="*/ 433488 w 457155"/>
                <a:gd name="connsiteY242" fmla="*/ 257606 h 557310"/>
                <a:gd name="connsiteX243" fmla="*/ 432743 w 457155"/>
                <a:gd name="connsiteY243" fmla="*/ 261327 h 557310"/>
                <a:gd name="connsiteX244" fmla="*/ 431255 w 457155"/>
                <a:gd name="connsiteY244" fmla="*/ 261327 h 557310"/>
                <a:gd name="connsiteX245" fmla="*/ 430697 w 457155"/>
                <a:gd name="connsiteY245" fmla="*/ 262815 h 557310"/>
                <a:gd name="connsiteX246" fmla="*/ 426299 w 457155"/>
                <a:gd name="connsiteY246" fmla="*/ 269611 h 557310"/>
                <a:gd name="connsiteX247" fmla="*/ 424558 w 457155"/>
                <a:gd name="connsiteY247" fmla="*/ 273233 h 557310"/>
                <a:gd name="connsiteX248" fmla="*/ 422325 w 457155"/>
                <a:gd name="connsiteY248" fmla="*/ 274721 h 557310"/>
                <a:gd name="connsiteX249" fmla="*/ 421953 w 457155"/>
                <a:gd name="connsiteY249" fmla="*/ 276302 h 557310"/>
                <a:gd name="connsiteX250" fmla="*/ 421581 w 457155"/>
                <a:gd name="connsiteY250" fmla="*/ 277698 h 557310"/>
                <a:gd name="connsiteX251" fmla="*/ 419349 w 457155"/>
                <a:gd name="connsiteY251" fmla="*/ 277698 h 557310"/>
                <a:gd name="connsiteX252" fmla="*/ 419349 w 457155"/>
                <a:gd name="connsiteY252" fmla="*/ 281418 h 557310"/>
                <a:gd name="connsiteX253" fmla="*/ 417117 w 457155"/>
                <a:gd name="connsiteY253" fmla="*/ 281418 h 557310"/>
                <a:gd name="connsiteX254" fmla="*/ 416372 w 457155"/>
                <a:gd name="connsiteY254" fmla="*/ 285139 h 557310"/>
                <a:gd name="connsiteX255" fmla="*/ 414884 w 457155"/>
                <a:gd name="connsiteY255" fmla="*/ 285883 h 557310"/>
                <a:gd name="connsiteX256" fmla="*/ 414279 w 457155"/>
                <a:gd name="connsiteY256" fmla="*/ 287930 h 557310"/>
                <a:gd name="connsiteX257" fmla="*/ 409675 w 457155"/>
                <a:gd name="connsiteY257" fmla="*/ 294069 h 557310"/>
                <a:gd name="connsiteX258" fmla="*/ 407443 w 457155"/>
                <a:gd name="connsiteY258" fmla="*/ 297789 h 557310"/>
                <a:gd name="connsiteX259" fmla="*/ 405954 w 457155"/>
                <a:gd name="connsiteY259" fmla="*/ 298534 h 557310"/>
                <a:gd name="connsiteX260" fmla="*/ 405582 w 457155"/>
                <a:gd name="connsiteY260" fmla="*/ 300022 h 557310"/>
                <a:gd name="connsiteX261" fmla="*/ 405210 w 457155"/>
                <a:gd name="connsiteY261" fmla="*/ 301510 h 557310"/>
                <a:gd name="connsiteX262" fmla="*/ 403722 w 457155"/>
                <a:gd name="connsiteY262" fmla="*/ 302254 h 557310"/>
                <a:gd name="connsiteX263" fmla="*/ 403024 w 457155"/>
                <a:gd name="connsiteY263" fmla="*/ 303789 h 557310"/>
                <a:gd name="connsiteX264" fmla="*/ 402234 w 457155"/>
                <a:gd name="connsiteY264" fmla="*/ 305231 h 557310"/>
                <a:gd name="connsiteX265" fmla="*/ 400001 w 457155"/>
                <a:gd name="connsiteY265" fmla="*/ 305231 h 557310"/>
                <a:gd name="connsiteX266" fmla="*/ 400001 w 457155"/>
                <a:gd name="connsiteY266" fmla="*/ 308207 h 557310"/>
                <a:gd name="connsiteX267" fmla="*/ 397769 w 457155"/>
                <a:gd name="connsiteY267" fmla="*/ 308207 h 557310"/>
                <a:gd name="connsiteX268" fmla="*/ 397908 w 457155"/>
                <a:gd name="connsiteY268" fmla="*/ 310021 h 557310"/>
                <a:gd name="connsiteX269" fmla="*/ 397769 w 457155"/>
                <a:gd name="connsiteY269" fmla="*/ 311928 h 557310"/>
                <a:gd name="connsiteX270" fmla="*/ 395536 w 457155"/>
                <a:gd name="connsiteY270" fmla="*/ 312672 h 557310"/>
                <a:gd name="connsiteX271" fmla="*/ 394792 w 457155"/>
                <a:gd name="connsiteY271" fmla="*/ 315649 h 557310"/>
                <a:gd name="connsiteX272" fmla="*/ 393304 w 457155"/>
                <a:gd name="connsiteY272" fmla="*/ 316393 h 557310"/>
                <a:gd name="connsiteX273" fmla="*/ 392560 w 457155"/>
                <a:gd name="connsiteY273" fmla="*/ 317881 h 557310"/>
                <a:gd name="connsiteX274" fmla="*/ 390327 w 457155"/>
                <a:gd name="connsiteY274" fmla="*/ 320114 h 557310"/>
                <a:gd name="connsiteX275" fmla="*/ 389723 w 457155"/>
                <a:gd name="connsiteY275" fmla="*/ 322160 h 557310"/>
                <a:gd name="connsiteX276" fmla="*/ 385118 w 457155"/>
                <a:gd name="connsiteY276" fmla="*/ 328299 h 557310"/>
                <a:gd name="connsiteX277" fmla="*/ 381165 w 457155"/>
                <a:gd name="connsiteY277" fmla="*/ 334703 h 557310"/>
                <a:gd name="connsiteX278" fmla="*/ 381398 w 457155"/>
                <a:gd name="connsiteY278" fmla="*/ 340205 h 557310"/>
                <a:gd name="connsiteX279" fmla="*/ 383630 w 457155"/>
                <a:gd name="connsiteY279" fmla="*/ 340205 h 557310"/>
                <a:gd name="connsiteX280" fmla="*/ 383994 w 457155"/>
                <a:gd name="connsiteY280" fmla="*/ 344784 h 557310"/>
                <a:gd name="connsiteX281" fmla="*/ 384374 w 457155"/>
                <a:gd name="connsiteY281" fmla="*/ 346159 h 557310"/>
                <a:gd name="connsiteX282" fmla="*/ 386607 w 457155"/>
                <a:gd name="connsiteY282" fmla="*/ 346903 h 557310"/>
                <a:gd name="connsiteX283" fmla="*/ 386607 w 457155"/>
                <a:gd name="connsiteY283" fmla="*/ 352856 h 557310"/>
                <a:gd name="connsiteX284" fmla="*/ 388839 w 457155"/>
                <a:gd name="connsiteY284" fmla="*/ 353600 h 557310"/>
                <a:gd name="connsiteX285" fmla="*/ 389583 w 457155"/>
                <a:gd name="connsiteY285" fmla="*/ 358065 h 557310"/>
                <a:gd name="connsiteX286" fmla="*/ 391816 w 457155"/>
                <a:gd name="connsiteY286" fmla="*/ 358809 h 557310"/>
                <a:gd name="connsiteX287" fmla="*/ 392560 w 457155"/>
                <a:gd name="connsiteY287" fmla="*/ 362530 h 557310"/>
                <a:gd name="connsiteX288" fmla="*/ 394792 w 457155"/>
                <a:gd name="connsiteY288" fmla="*/ 363274 h 557310"/>
                <a:gd name="connsiteX289" fmla="*/ 395536 w 457155"/>
                <a:gd name="connsiteY289" fmla="*/ 367739 h 557310"/>
                <a:gd name="connsiteX290" fmla="*/ 397769 w 457155"/>
                <a:gd name="connsiteY290" fmla="*/ 369227 h 557310"/>
                <a:gd name="connsiteX291" fmla="*/ 397769 w 457155"/>
                <a:gd name="connsiteY291" fmla="*/ 373692 h 557310"/>
                <a:gd name="connsiteX292" fmla="*/ 400001 w 457155"/>
                <a:gd name="connsiteY292" fmla="*/ 373692 h 557310"/>
                <a:gd name="connsiteX293" fmla="*/ 401490 w 457155"/>
                <a:gd name="connsiteY293" fmla="*/ 377412 h 557310"/>
                <a:gd name="connsiteX294" fmla="*/ 402978 w 457155"/>
                <a:gd name="connsiteY294" fmla="*/ 378157 h 557310"/>
                <a:gd name="connsiteX295" fmla="*/ 404466 w 457155"/>
                <a:gd name="connsiteY295" fmla="*/ 382621 h 557310"/>
                <a:gd name="connsiteX296" fmla="*/ 405954 w 457155"/>
                <a:gd name="connsiteY296" fmla="*/ 383366 h 557310"/>
                <a:gd name="connsiteX297" fmla="*/ 405954 w 457155"/>
                <a:gd name="connsiteY297" fmla="*/ 387086 h 557310"/>
                <a:gd name="connsiteX298" fmla="*/ 408187 w 457155"/>
                <a:gd name="connsiteY298" fmla="*/ 387086 h 557310"/>
                <a:gd name="connsiteX299" fmla="*/ 408001 w 457155"/>
                <a:gd name="connsiteY299" fmla="*/ 388854 h 557310"/>
                <a:gd name="connsiteX300" fmla="*/ 408187 w 457155"/>
                <a:gd name="connsiteY300" fmla="*/ 390807 h 557310"/>
                <a:gd name="connsiteX301" fmla="*/ 411163 w 457155"/>
                <a:gd name="connsiteY301" fmla="*/ 392295 h 557310"/>
                <a:gd name="connsiteX302" fmla="*/ 411163 w 457155"/>
                <a:gd name="connsiteY302" fmla="*/ 394528 h 557310"/>
                <a:gd name="connsiteX303" fmla="*/ 413396 w 457155"/>
                <a:gd name="connsiteY303" fmla="*/ 395272 h 557310"/>
                <a:gd name="connsiteX304" fmla="*/ 414140 w 457155"/>
                <a:gd name="connsiteY304" fmla="*/ 398248 h 557310"/>
                <a:gd name="connsiteX305" fmla="*/ 415628 w 457155"/>
                <a:gd name="connsiteY305" fmla="*/ 398248 h 557310"/>
                <a:gd name="connsiteX306" fmla="*/ 419302 w 457155"/>
                <a:gd name="connsiteY306" fmla="*/ 402806 h 557310"/>
                <a:gd name="connsiteX307" fmla="*/ 421512 w 457155"/>
                <a:gd name="connsiteY307" fmla="*/ 405667 h 557310"/>
                <a:gd name="connsiteX308" fmla="*/ 422660 w 457155"/>
                <a:gd name="connsiteY308" fmla="*/ 407164 h 557310"/>
                <a:gd name="connsiteX309" fmla="*/ 428232 w 457155"/>
                <a:gd name="connsiteY309" fmla="*/ 414340 h 557310"/>
                <a:gd name="connsiteX310" fmla="*/ 429242 w 457155"/>
                <a:gd name="connsiteY310" fmla="*/ 415646 h 557310"/>
                <a:gd name="connsiteX311" fmla="*/ 433677 w 457155"/>
                <a:gd name="connsiteY311" fmla="*/ 420730 h 557310"/>
                <a:gd name="connsiteX312" fmla="*/ 435720 w 457155"/>
                <a:gd name="connsiteY312" fmla="*/ 424293 h 557310"/>
                <a:gd name="connsiteX313" fmla="*/ 437952 w 457155"/>
                <a:gd name="connsiteY313" fmla="*/ 425037 h 557310"/>
                <a:gd name="connsiteX314" fmla="*/ 438697 w 457155"/>
                <a:gd name="connsiteY314" fmla="*/ 428014 h 557310"/>
                <a:gd name="connsiteX315" fmla="*/ 440929 w 457155"/>
                <a:gd name="connsiteY315" fmla="*/ 428758 h 557310"/>
                <a:gd name="connsiteX316" fmla="*/ 441673 w 457155"/>
                <a:gd name="connsiteY316" fmla="*/ 430991 h 557310"/>
                <a:gd name="connsiteX317" fmla="*/ 443906 w 457155"/>
                <a:gd name="connsiteY317" fmla="*/ 431735 h 557310"/>
                <a:gd name="connsiteX318" fmla="*/ 444650 w 457155"/>
                <a:gd name="connsiteY318" fmla="*/ 433967 h 557310"/>
                <a:gd name="connsiteX319" fmla="*/ 445952 w 457155"/>
                <a:gd name="connsiteY319" fmla="*/ 434618 h 557310"/>
                <a:gd name="connsiteX320" fmla="*/ 452091 w 457155"/>
                <a:gd name="connsiteY320" fmla="*/ 441409 h 557310"/>
                <a:gd name="connsiteX321" fmla="*/ 454324 w 457155"/>
                <a:gd name="connsiteY321" fmla="*/ 442153 h 557310"/>
                <a:gd name="connsiteX322" fmla="*/ 454649 w 457155"/>
                <a:gd name="connsiteY322" fmla="*/ 443687 h 557310"/>
                <a:gd name="connsiteX323" fmla="*/ 455068 w 457155"/>
                <a:gd name="connsiteY323" fmla="*/ 445129 h 557310"/>
                <a:gd name="connsiteX324" fmla="*/ 458044 w 457155"/>
                <a:gd name="connsiteY324" fmla="*/ 445129 h 557310"/>
                <a:gd name="connsiteX325" fmla="*/ 458788 w 457155"/>
                <a:gd name="connsiteY325" fmla="*/ 447362 h 557310"/>
                <a:gd name="connsiteX326" fmla="*/ 460695 w 457155"/>
                <a:gd name="connsiteY326" fmla="*/ 448478 h 557310"/>
                <a:gd name="connsiteX327" fmla="*/ 462509 w 457155"/>
                <a:gd name="connsiteY327" fmla="*/ 449594 h 557310"/>
                <a:gd name="connsiteX328" fmla="*/ 462509 w 457155"/>
                <a:gd name="connsiteY328" fmla="*/ 451827 h 557310"/>
                <a:gd name="connsiteX329" fmla="*/ 466230 w 457155"/>
                <a:gd name="connsiteY329" fmla="*/ 451827 h 557310"/>
                <a:gd name="connsiteX330" fmla="*/ 466230 w 457155"/>
                <a:gd name="connsiteY330" fmla="*/ 462244 h 557310"/>
                <a:gd name="connsiteX331" fmla="*/ 462509 w 457155"/>
                <a:gd name="connsiteY331" fmla="*/ 462244 h 557310"/>
                <a:gd name="connsiteX332" fmla="*/ 462509 w 457155"/>
                <a:gd name="connsiteY332" fmla="*/ 465221 h 557310"/>
                <a:gd name="connsiteX333" fmla="*/ 460277 w 457155"/>
                <a:gd name="connsiteY333" fmla="*/ 465965 h 557310"/>
                <a:gd name="connsiteX334" fmla="*/ 458347 w 457155"/>
                <a:gd name="connsiteY334" fmla="*/ 468401 h 557310"/>
                <a:gd name="connsiteX335" fmla="*/ 457280 w 457155"/>
                <a:gd name="connsiteY335" fmla="*/ 469889 h 557310"/>
                <a:gd name="connsiteX336" fmla="*/ 456184 w 457155"/>
                <a:gd name="connsiteY336" fmla="*/ 471453 h 557310"/>
                <a:gd name="connsiteX337" fmla="*/ 454021 w 457155"/>
                <a:gd name="connsiteY337" fmla="*/ 474494 h 557310"/>
                <a:gd name="connsiteX338" fmla="*/ 453061 w 457155"/>
                <a:gd name="connsiteY338" fmla="*/ 475861 h 557310"/>
                <a:gd name="connsiteX339" fmla="*/ 450901 w 457155"/>
                <a:gd name="connsiteY339" fmla="*/ 478269 h 557310"/>
                <a:gd name="connsiteX340" fmla="*/ 449115 w 457155"/>
                <a:gd name="connsiteY340" fmla="*/ 481592 h 557310"/>
                <a:gd name="connsiteX341" fmla="*/ 446882 w 457155"/>
                <a:gd name="connsiteY341" fmla="*/ 483080 h 557310"/>
                <a:gd name="connsiteX342" fmla="*/ 446510 w 457155"/>
                <a:gd name="connsiteY342" fmla="*/ 484662 h 557310"/>
                <a:gd name="connsiteX343" fmla="*/ 446138 w 457155"/>
                <a:gd name="connsiteY343" fmla="*/ 486057 h 557310"/>
                <a:gd name="connsiteX344" fmla="*/ 443906 w 457155"/>
                <a:gd name="connsiteY344" fmla="*/ 486057 h 557310"/>
                <a:gd name="connsiteX345" fmla="*/ 444045 w 457155"/>
                <a:gd name="connsiteY345" fmla="*/ 488243 h 557310"/>
                <a:gd name="connsiteX346" fmla="*/ 443906 w 457155"/>
                <a:gd name="connsiteY346" fmla="*/ 490522 h 557310"/>
                <a:gd name="connsiteX347" fmla="*/ 441673 w 457155"/>
                <a:gd name="connsiteY347" fmla="*/ 491266 h 557310"/>
                <a:gd name="connsiteX348" fmla="*/ 440929 w 457155"/>
                <a:gd name="connsiteY348" fmla="*/ 495731 h 557310"/>
                <a:gd name="connsiteX349" fmla="*/ 439441 w 457155"/>
                <a:gd name="connsiteY349" fmla="*/ 496475 h 557310"/>
                <a:gd name="connsiteX350" fmla="*/ 437952 w 457155"/>
                <a:gd name="connsiteY350" fmla="*/ 500940 h 557310"/>
                <a:gd name="connsiteX351" fmla="*/ 436464 w 457155"/>
                <a:gd name="connsiteY351" fmla="*/ 502428 h 557310"/>
                <a:gd name="connsiteX352" fmla="*/ 436048 w 457155"/>
                <a:gd name="connsiteY352" fmla="*/ 506986 h 557310"/>
                <a:gd name="connsiteX353" fmla="*/ 433488 w 457155"/>
                <a:gd name="connsiteY353" fmla="*/ 509869 h 557310"/>
                <a:gd name="connsiteX354" fmla="*/ 433302 w 457155"/>
                <a:gd name="connsiteY354" fmla="*/ 511823 h 557310"/>
                <a:gd name="connsiteX355" fmla="*/ 432743 w 457155"/>
                <a:gd name="connsiteY355" fmla="*/ 513590 h 557310"/>
                <a:gd name="connsiteX356" fmla="*/ 427534 w 457155"/>
                <a:gd name="connsiteY356" fmla="*/ 513590 h 557310"/>
                <a:gd name="connsiteX357" fmla="*/ 426790 w 457155"/>
                <a:gd name="connsiteY357" fmla="*/ 510614 h 557310"/>
                <a:gd name="connsiteX358" fmla="*/ 424558 w 457155"/>
                <a:gd name="connsiteY358" fmla="*/ 509869 h 557310"/>
                <a:gd name="connsiteX359" fmla="*/ 420093 w 457155"/>
                <a:gd name="connsiteY359" fmla="*/ 503172 h 557310"/>
                <a:gd name="connsiteX360" fmla="*/ 418558 w 457155"/>
                <a:gd name="connsiteY360" fmla="*/ 502800 h 557310"/>
                <a:gd name="connsiteX361" fmla="*/ 417117 w 457155"/>
                <a:gd name="connsiteY361" fmla="*/ 502428 h 557310"/>
                <a:gd name="connsiteX362" fmla="*/ 417117 w 457155"/>
                <a:gd name="connsiteY362" fmla="*/ 499452 h 557310"/>
                <a:gd name="connsiteX363" fmla="*/ 414140 w 457155"/>
                <a:gd name="connsiteY363" fmla="*/ 499452 h 557310"/>
                <a:gd name="connsiteX364" fmla="*/ 414140 w 457155"/>
                <a:gd name="connsiteY364" fmla="*/ 496475 h 557310"/>
                <a:gd name="connsiteX365" fmla="*/ 411163 w 457155"/>
                <a:gd name="connsiteY365" fmla="*/ 496475 h 557310"/>
                <a:gd name="connsiteX366" fmla="*/ 411163 w 457155"/>
                <a:gd name="connsiteY366" fmla="*/ 493498 h 557310"/>
                <a:gd name="connsiteX367" fmla="*/ 408187 w 457155"/>
                <a:gd name="connsiteY367" fmla="*/ 492754 h 557310"/>
                <a:gd name="connsiteX368" fmla="*/ 400606 w 457155"/>
                <a:gd name="connsiteY368" fmla="*/ 484011 h 557310"/>
                <a:gd name="connsiteX369" fmla="*/ 395536 w 457155"/>
                <a:gd name="connsiteY369" fmla="*/ 478616 h 557310"/>
                <a:gd name="connsiteX370" fmla="*/ 394048 w 457155"/>
                <a:gd name="connsiteY370" fmla="*/ 475639 h 557310"/>
                <a:gd name="connsiteX371" fmla="*/ 392560 w 457155"/>
                <a:gd name="connsiteY371" fmla="*/ 474895 h 557310"/>
                <a:gd name="connsiteX372" fmla="*/ 391816 w 457155"/>
                <a:gd name="connsiteY372" fmla="*/ 472662 h 557310"/>
                <a:gd name="connsiteX373" fmla="*/ 389583 w 457155"/>
                <a:gd name="connsiteY373" fmla="*/ 471174 h 557310"/>
                <a:gd name="connsiteX374" fmla="*/ 388839 w 457155"/>
                <a:gd name="connsiteY374" fmla="*/ 468942 h 557310"/>
                <a:gd name="connsiteX375" fmla="*/ 387676 w 457155"/>
                <a:gd name="connsiteY375" fmla="*/ 467779 h 557310"/>
                <a:gd name="connsiteX376" fmla="*/ 386607 w 457155"/>
                <a:gd name="connsiteY376" fmla="*/ 465221 h 557310"/>
                <a:gd name="connsiteX377" fmla="*/ 384374 w 457155"/>
                <a:gd name="connsiteY377" fmla="*/ 464477 h 557310"/>
                <a:gd name="connsiteX378" fmla="*/ 382142 w 457155"/>
                <a:gd name="connsiteY378" fmla="*/ 460756 h 557310"/>
                <a:gd name="connsiteX379" fmla="*/ 377212 w 457155"/>
                <a:gd name="connsiteY379" fmla="*/ 455175 h 557310"/>
                <a:gd name="connsiteX380" fmla="*/ 373212 w 457155"/>
                <a:gd name="connsiteY380" fmla="*/ 447501 h 557310"/>
                <a:gd name="connsiteX381" fmla="*/ 372468 w 457155"/>
                <a:gd name="connsiteY381" fmla="*/ 445873 h 557310"/>
                <a:gd name="connsiteX382" fmla="*/ 370236 w 457155"/>
                <a:gd name="connsiteY382" fmla="*/ 445129 h 557310"/>
                <a:gd name="connsiteX383" fmla="*/ 369492 w 457155"/>
                <a:gd name="connsiteY383" fmla="*/ 442153 h 557310"/>
                <a:gd name="connsiteX384" fmla="*/ 368003 w 457155"/>
                <a:gd name="connsiteY384" fmla="*/ 441409 h 557310"/>
                <a:gd name="connsiteX385" fmla="*/ 366515 w 457155"/>
                <a:gd name="connsiteY385" fmla="*/ 437688 h 557310"/>
                <a:gd name="connsiteX386" fmla="*/ 365027 w 457155"/>
                <a:gd name="connsiteY386" fmla="*/ 436944 h 557310"/>
                <a:gd name="connsiteX387" fmla="*/ 364701 w 457155"/>
                <a:gd name="connsiteY387" fmla="*/ 434711 h 557310"/>
                <a:gd name="connsiteX388" fmla="*/ 364283 w 457155"/>
                <a:gd name="connsiteY388" fmla="*/ 432479 h 557310"/>
                <a:gd name="connsiteX389" fmla="*/ 362050 w 457155"/>
                <a:gd name="connsiteY389" fmla="*/ 431735 h 557310"/>
                <a:gd name="connsiteX390" fmla="*/ 362050 w 457155"/>
                <a:gd name="connsiteY390" fmla="*/ 428014 h 557310"/>
                <a:gd name="connsiteX391" fmla="*/ 359818 w 457155"/>
                <a:gd name="connsiteY391" fmla="*/ 427270 h 557310"/>
                <a:gd name="connsiteX392" fmla="*/ 359446 w 457155"/>
                <a:gd name="connsiteY392" fmla="*/ 425363 h 557310"/>
                <a:gd name="connsiteX393" fmla="*/ 359074 w 457155"/>
                <a:gd name="connsiteY393" fmla="*/ 423549 h 557310"/>
                <a:gd name="connsiteX394" fmla="*/ 356841 w 457155"/>
                <a:gd name="connsiteY394" fmla="*/ 423549 h 557310"/>
                <a:gd name="connsiteX395" fmla="*/ 356097 w 457155"/>
                <a:gd name="connsiteY395" fmla="*/ 419084 h 557310"/>
                <a:gd name="connsiteX396" fmla="*/ 353865 w 457155"/>
                <a:gd name="connsiteY396" fmla="*/ 419084 h 557310"/>
                <a:gd name="connsiteX397" fmla="*/ 353632 w 457155"/>
                <a:gd name="connsiteY397" fmla="*/ 416619 h 557310"/>
                <a:gd name="connsiteX398" fmla="*/ 350888 w 457155"/>
                <a:gd name="connsiteY398" fmla="*/ 411643 h 557310"/>
                <a:gd name="connsiteX399" fmla="*/ 350144 w 457155"/>
                <a:gd name="connsiteY399" fmla="*/ 409410 h 557310"/>
                <a:gd name="connsiteX400" fmla="*/ 348656 w 457155"/>
                <a:gd name="connsiteY400" fmla="*/ 408666 h 557310"/>
                <a:gd name="connsiteX401" fmla="*/ 347167 w 457155"/>
                <a:gd name="connsiteY401" fmla="*/ 403457 h 557310"/>
                <a:gd name="connsiteX402" fmla="*/ 345679 w 457155"/>
                <a:gd name="connsiteY402" fmla="*/ 402713 h 557310"/>
                <a:gd name="connsiteX403" fmla="*/ 344935 w 457155"/>
                <a:gd name="connsiteY403" fmla="*/ 397504 h 557310"/>
                <a:gd name="connsiteX404" fmla="*/ 343447 w 457155"/>
                <a:gd name="connsiteY404" fmla="*/ 395272 h 557310"/>
                <a:gd name="connsiteX405" fmla="*/ 343439 w 457155"/>
                <a:gd name="connsiteY405" fmla="*/ 397013 h 557310"/>
                <a:gd name="connsiteX406" fmla="*/ 343233 w 457155"/>
                <a:gd name="connsiteY406" fmla="*/ 438894 h 557310"/>
                <a:gd name="connsiteX407" fmla="*/ 343133 w 457155"/>
                <a:gd name="connsiteY407" fmla="*/ 459147 h 557310"/>
                <a:gd name="connsiteX408" fmla="*/ 343043 w 457155"/>
                <a:gd name="connsiteY408" fmla="*/ 476793 h 557310"/>
                <a:gd name="connsiteX409" fmla="*/ 342998 w 457155"/>
                <a:gd name="connsiteY409" fmla="*/ 486142 h 557310"/>
                <a:gd name="connsiteX410" fmla="*/ 342950 w 457155"/>
                <a:gd name="connsiteY410" fmla="*/ 494932 h 557310"/>
                <a:gd name="connsiteX411" fmla="*/ 342937 w 457155"/>
                <a:gd name="connsiteY411" fmla="*/ 498167 h 557310"/>
                <a:gd name="connsiteX412" fmla="*/ 342910 w 457155"/>
                <a:gd name="connsiteY412" fmla="*/ 502566 h 557310"/>
                <a:gd name="connsiteX413" fmla="*/ 342897 w 457155"/>
                <a:gd name="connsiteY413" fmla="*/ 505058 h 557310"/>
                <a:gd name="connsiteX414" fmla="*/ 342702 w 457155"/>
                <a:gd name="connsiteY414" fmla="*/ 506893 h 557310"/>
                <a:gd name="connsiteX415" fmla="*/ 341214 w 457155"/>
                <a:gd name="connsiteY415" fmla="*/ 507637 h 557310"/>
                <a:gd name="connsiteX416" fmla="*/ 340610 w 457155"/>
                <a:gd name="connsiteY416" fmla="*/ 514892 h 557310"/>
                <a:gd name="connsiteX417" fmla="*/ 340470 w 457155"/>
                <a:gd name="connsiteY417" fmla="*/ 517311 h 557310"/>
                <a:gd name="connsiteX418" fmla="*/ 338985 w 457155"/>
                <a:gd name="connsiteY418" fmla="*/ 517991 h 557310"/>
                <a:gd name="connsiteX419" fmla="*/ 337493 w 457155"/>
                <a:gd name="connsiteY419" fmla="*/ 518799 h 557310"/>
                <a:gd name="connsiteX420" fmla="*/ 337307 w 457155"/>
                <a:gd name="connsiteY420" fmla="*/ 522241 h 557310"/>
                <a:gd name="connsiteX421" fmla="*/ 337389 w 457155"/>
                <a:gd name="connsiteY421" fmla="*/ 524084 h 557310"/>
                <a:gd name="connsiteX422" fmla="*/ 337493 w 457155"/>
                <a:gd name="connsiteY422" fmla="*/ 525496 h 557310"/>
                <a:gd name="connsiteX423" fmla="*/ 335261 w 457155"/>
                <a:gd name="connsiteY423" fmla="*/ 525496 h 557310"/>
                <a:gd name="connsiteX424" fmla="*/ 335029 w 457155"/>
                <a:gd name="connsiteY424" fmla="*/ 527636 h 557310"/>
                <a:gd name="connsiteX425" fmla="*/ 332284 w 457155"/>
                <a:gd name="connsiteY425" fmla="*/ 531450 h 557310"/>
                <a:gd name="connsiteX426" fmla="*/ 331540 w 457155"/>
                <a:gd name="connsiteY426" fmla="*/ 533682 h 557310"/>
                <a:gd name="connsiteX427" fmla="*/ 329308 w 457155"/>
                <a:gd name="connsiteY427" fmla="*/ 533682 h 557310"/>
                <a:gd name="connsiteX428" fmla="*/ 329308 w 457155"/>
                <a:gd name="connsiteY428" fmla="*/ 537403 h 557310"/>
                <a:gd name="connsiteX429" fmla="*/ 326331 w 457155"/>
                <a:gd name="connsiteY429" fmla="*/ 537403 h 557310"/>
                <a:gd name="connsiteX430" fmla="*/ 326331 w 457155"/>
                <a:gd name="connsiteY430" fmla="*/ 540379 h 557310"/>
                <a:gd name="connsiteX431" fmla="*/ 322611 w 457155"/>
                <a:gd name="connsiteY431" fmla="*/ 541123 h 557310"/>
                <a:gd name="connsiteX432" fmla="*/ 322611 w 457155"/>
                <a:gd name="connsiteY432" fmla="*/ 544100 h 557310"/>
                <a:gd name="connsiteX433" fmla="*/ 318890 w 457155"/>
                <a:gd name="connsiteY433" fmla="*/ 544844 h 557310"/>
                <a:gd name="connsiteX434" fmla="*/ 318611 w 457155"/>
                <a:gd name="connsiteY434" fmla="*/ 546379 h 557310"/>
                <a:gd name="connsiteX435" fmla="*/ 318146 w 457155"/>
                <a:gd name="connsiteY435" fmla="*/ 547821 h 557310"/>
                <a:gd name="connsiteX436" fmla="*/ 312937 w 457155"/>
                <a:gd name="connsiteY436" fmla="*/ 547821 h 557310"/>
                <a:gd name="connsiteX437" fmla="*/ 312658 w 457155"/>
                <a:gd name="connsiteY437" fmla="*/ 549312 h 557310"/>
                <a:gd name="connsiteX438" fmla="*/ 312193 w 457155"/>
                <a:gd name="connsiteY438" fmla="*/ 550797 h 557310"/>
                <a:gd name="connsiteX439" fmla="*/ 305844 w 457155"/>
                <a:gd name="connsiteY439" fmla="*/ 550539 h 557310"/>
                <a:gd name="connsiteX440" fmla="*/ 304007 w 457155"/>
                <a:gd name="connsiteY440" fmla="*/ 550797 h 557310"/>
                <a:gd name="connsiteX441" fmla="*/ 303728 w 457155"/>
                <a:gd name="connsiteY441" fmla="*/ 552631 h 557310"/>
                <a:gd name="connsiteX442" fmla="*/ 303263 w 457155"/>
                <a:gd name="connsiteY442" fmla="*/ 554518 h 557310"/>
                <a:gd name="connsiteX443" fmla="*/ 297682 w 457155"/>
                <a:gd name="connsiteY443" fmla="*/ 554983 h 557310"/>
                <a:gd name="connsiteX444" fmla="*/ 292101 w 457155"/>
                <a:gd name="connsiteY444" fmla="*/ 555262 h 557310"/>
                <a:gd name="connsiteX445" fmla="*/ 291357 w 457155"/>
                <a:gd name="connsiteY445" fmla="*/ 557494 h 557310"/>
                <a:gd name="connsiteX446" fmla="*/ 286491 w 457155"/>
                <a:gd name="connsiteY446" fmla="*/ 557748 h 557310"/>
                <a:gd name="connsiteX447" fmla="*/ 284951 w 457155"/>
                <a:gd name="connsiteY447" fmla="*/ 557749 h 557310"/>
                <a:gd name="connsiteX448" fmla="*/ 279889 w 457155"/>
                <a:gd name="connsiteY448" fmla="*/ 557712 h 557310"/>
                <a:gd name="connsiteX449" fmla="*/ 276389 w 457155"/>
                <a:gd name="connsiteY449" fmla="*/ 557703 h 557310"/>
                <a:gd name="connsiteX450" fmla="*/ 267159 w 457155"/>
                <a:gd name="connsiteY450" fmla="*/ 557648 h 557310"/>
                <a:gd name="connsiteX451" fmla="*/ 257747 w 457155"/>
                <a:gd name="connsiteY451" fmla="*/ 557603 h 557310"/>
                <a:gd name="connsiteX452" fmla="*/ 239267 w 457155"/>
                <a:gd name="connsiteY452" fmla="*/ 557494 h 557310"/>
                <a:gd name="connsiteX453" fmla="*/ 239234 w 457155"/>
                <a:gd name="connsiteY453" fmla="*/ 556220 h 557310"/>
                <a:gd name="connsiteX454" fmla="*/ 239034 w 457155"/>
                <a:gd name="connsiteY454" fmla="*/ 550518 h 557310"/>
                <a:gd name="connsiteX455" fmla="*/ 238983 w 457155"/>
                <a:gd name="connsiteY455" fmla="*/ 548512 h 557310"/>
                <a:gd name="connsiteX456" fmla="*/ 238904 w 457155"/>
                <a:gd name="connsiteY456" fmla="*/ 546594 h 557310"/>
                <a:gd name="connsiteX457" fmla="*/ 238845 w 457155"/>
                <a:gd name="connsiteY457" fmla="*/ 544823 h 557310"/>
                <a:gd name="connsiteX458" fmla="*/ 236290 w 457155"/>
                <a:gd name="connsiteY458" fmla="*/ 541868 h 557310"/>
                <a:gd name="connsiteX459" fmla="*/ 235779 w 457155"/>
                <a:gd name="connsiteY459" fmla="*/ 536193 h 557310"/>
                <a:gd name="connsiteX460" fmla="*/ 235702 w 457155"/>
                <a:gd name="connsiteY460" fmla="*/ 534601 h 557310"/>
                <a:gd name="connsiteX461" fmla="*/ 235546 w 457155"/>
                <a:gd name="connsiteY461" fmla="*/ 530705 h 557310"/>
                <a:gd name="connsiteX462" fmla="*/ 233314 w 457155"/>
                <a:gd name="connsiteY462" fmla="*/ 530705 h 557310"/>
                <a:gd name="connsiteX463" fmla="*/ 233203 w 457155"/>
                <a:gd name="connsiteY463" fmla="*/ 528615 h 557310"/>
                <a:gd name="connsiteX464" fmla="*/ 233035 w 457155"/>
                <a:gd name="connsiteY464" fmla="*/ 525915 h 557310"/>
                <a:gd name="connsiteX465" fmla="*/ 232878 w 457155"/>
                <a:gd name="connsiteY465" fmla="*/ 523220 h 557310"/>
                <a:gd name="connsiteX466" fmla="*/ 232570 w 457155"/>
                <a:gd name="connsiteY466" fmla="*/ 521032 h 557310"/>
                <a:gd name="connsiteX467" fmla="*/ 231081 w 457155"/>
                <a:gd name="connsiteY467" fmla="*/ 520287 h 557310"/>
                <a:gd name="connsiteX468" fmla="*/ 230666 w 457155"/>
                <a:gd name="connsiteY468" fmla="*/ 514520 h 557310"/>
                <a:gd name="connsiteX469" fmla="*/ 230337 w 457155"/>
                <a:gd name="connsiteY469" fmla="*/ 512846 h 557310"/>
                <a:gd name="connsiteX470" fmla="*/ 228105 w 457155"/>
                <a:gd name="connsiteY470" fmla="*/ 512102 h 557310"/>
                <a:gd name="connsiteX471" fmla="*/ 227593 w 457155"/>
                <a:gd name="connsiteY471" fmla="*/ 507591 h 557310"/>
                <a:gd name="connsiteX472" fmla="*/ 227445 w 457155"/>
                <a:gd name="connsiteY472" fmla="*/ 505099 h 557310"/>
                <a:gd name="connsiteX473" fmla="*/ 227361 w 457155"/>
                <a:gd name="connsiteY473" fmla="*/ 503172 h 557310"/>
                <a:gd name="connsiteX474" fmla="*/ 225128 w 457155"/>
                <a:gd name="connsiteY474" fmla="*/ 503172 h 557310"/>
                <a:gd name="connsiteX475" fmla="*/ 225018 w 457155"/>
                <a:gd name="connsiteY475" fmla="*/ 501733 h 557310"/>
                <a:gd name="connsiteX476" fmla="*/ 224849 w 457155"/>
                <a:gd name="connsiteY476" fmla="*/ 499870 h 557310"/>
                <a:gd name="connsiteX477" fmla="*/ 224692 w 457155"/>
                <a:gd name="connsiteY477" fmla="*/ 498013 h 557310"/>
                <a:gd name="connsiteX478" fmla="*/ 224384 w 457155"/>
                <a:gd name="connsiteY478" fmla="*/ 496475 h 557310"/>
                <a:gd name="connsiteX479" fmla="*/ 222896 w 457155"/>
                <a:gd name="connsiteY479" fmla="*/ 495731 h 557310"/>
                <a:gd name="connsiteX480" fmla="*/ 222803 w 457155"/>
                <a:gd name="connsiteY480" fmla="*/ 490847 h 557310"/>
                <a:gd name="connsiteX481" fmla="*/ 222843 w 457155"/>
                <a:gd name="connsiteY481" fmla="*/ 488147 h 557310"/>
                <a:gd name="connsiteX482" fmla="*/ 222896 w 457155"/>
                <a:gd name="connsiteY482" fmla="*/ 486057 h 557310"/>
                <a:gd name="connsiteX483" fmla="*/ 225089 w 457155"/>
                <a:gd name="connsiteY483" fmla="*/ 486082 h 557310"/>
                <a:gd name="connsiteX484" fmla="*/ 245522 w 457155"/>
                <a:gd name="connsiteY484" fmla="*/ 486250 h 557310"/>
                <a:gd name="connsiteX485" fmla="*/ 256028 w 457155"/>
                <a:gd name="connsiteY485" fmla="*/ 486338 h 557310"/>
                <a:gd name="connsiteX486" fmla="*/ 266160 w 457155"/>
                <a:gd name="connsiteY486" fmla="*/ 486410 h 557310"/>
                <a:gd name="connsiteX487" fmla="*/ 270032 w 457155"/>
                <a:gd name="connsiteY487" fmla="*/ 486450 h 557310"/>
                <a:gd name="connsiteX488" fmla="*/ 275442 w 457155"/>
                <a:gd name="connsiteY488" fmla="*/ 486479 h 557310"/>
                <a:gd name="connsiteX489" fmla="*/ 277070 w 457155"/>
                <a:gd name="connsiteY489" fmla="*/ 486520 h 557310"/>
                <a:gd name="connsiteX490" fmla="*/ 280939 w 457155"/>
                <a:gd name="connsiteY490" fmla="*/ 486057 h 557310"/>
                <a:gd name="connsiteX491" fmla="*/ 282606 w 457155"/>
                <a:gd name="connsiteY491" fmla="*/ 478542 h 557310"/>
                <a:gd name="connsiteX492" fmla="*/ 282612 w 457155"/>
                <a:gd name="connsiteY492" fmla="*/ 476278 h 557310"/>
                <a:gd name="connsiteX493" fmla="*/ 282596 w 457155"/>
                <a:gd name="connsiteY493" fmla="*/ 473820 h 557310"/>
                <a:gd name="connsiteX494" fmla="*/ 282597 w 457155"/>
                <a:gd name="connsiteY494" fmla="*/ 471212 h 557310"/>
                <a:gd name="connsiteX495" fmla="*/ 282572 w 457155"/>
                <a:gd name="connsiteY495" fmla="*/ 462680 h 557310"/>
                <a:gd name="connsiteX496" fmla="*/ 282566 w 457155"/>
                <a:gd name="connsiteY496" fmla="*/ 456756 h 557310"/>
                <a:gd name="connsiteX497" fmla="*/ 282534 w 457155"/>
                <a:gd name="connsiteY497" fmla="*/ 442755 h 557310"/>
                <a:gd name="connsiteX498" fmla="*/ 282502 w 457155"/>
                <a:gd name="connsiteY498" fmla="*/ 426838 h 557310"/>
                <a:gd name="connsiteX499" fmla="*/ 282431 w 457155"/>
                <a:gd name="connsiteY499" fmla="*/ 395431 h 557310"/>
                <a:gd name="connsiteX500" fmla="*/ 282427 w 457155"/>
                <a:gd name="connsiteY500" fmla="*/ 391551 h 557310"/>
                <a:gd name="connsiteX501" fmla="*/ 281032 w 457155"/>
                <a:gd name="connsiteY501" fmla="*/ 393039 h 557310"/>
                <a:gd name="connsiteX502" fmla="*/ 277962 w 457155"/>
                <a:gd name="connsiteY502" fmla="*/ 394528 h 557310"/>
                <a:gd name="connsiteX503" fmla="*/ 277637 w 457155"/>
                <a:gd name="connsiteY503" fmla="*/ 395969 h 557310"/>
                <a:gd name="connsiteX504" fmla="*/ 277218 w 457155"/>
                <a:gd name="connsiteY504" fmla="*/ 397504 h 557310"/>
                <a:gd name="connsiteX505" fmla="*/ 274986 w 457155"/>
                <a:gd name="connsiteY505" fmla="*/ 398248 h 557310"/>
                <a:gd name="connsiteX506" fmla="*/ 274242 w 457155"/>
                <a:gd name="connsiteY506" fmla="*/ 401225 h 557310"/>
                <a:gd name="connsiteX507" fmla="*/ 272753 w 457155"/>
                <a:gd name="connsiteY507" fmla="*/ 401225 h 557310"/>
                <a:gd name="connsiteX508" fmla="*/ 272009 w 457155"/>
                <a:gd name="connsiteY508" fmla="*/ 403085 h 557310"/>
                <a:gd name="connsiteX509" fmla="*/ 271265 w 457155"/>
                <a:gd name="connsiteY509" fmla="*/ 404946 h 557310"/>
                <a:gd name="connsiteX510" fmla="*/ 269777 w 457155"/>
                <a:gd name="connsiteY510" fmla="*/ 404946 h 557310"/>
                <a:gd name="connsiteX511" fmla="*/ 269033 w 457155"/>
                <a:gd name="connsiteY511" fmla="*/ 407922 h 557310"/>
                <a:gd name="connsiteX512" fmla="*/ 267544 w 457155"/>
                <a:gd name="connsiteY512" fmla="*/ 408666 h 557310"/>
                <a:gd name="connsiteX513" fmla="*/ 266800 w 457155"/>
                <a:gd name="connsiteY513" fmla="*/ 410899 h 557310"/>
                <a:gd name="connsiteX514" fmla="*/ 264568 w 457155"/>
                <a:gd name="connsiteY514" fmla="*/ 411643 h 557310"/>
                <a:gd name="connsiteX515" fmla="*/ 263079 w 457155"/>
                <a:gd name="connsiteY515" fmla="*/ 414619 h 557310"/>
                <a:gd name="connsiteX516" fmla="*/ 261591 w 457155"/>
                <a:gd name="connsiteY516" fmla="*/ 414619 h 557310"/>
                <a:gd name="connsiteX517" fmla="*/ 261266 w 457155"/>
                <a:gd name="connsiteY517" fmla="*/ 416061 h 557310"/>
                <a:gd name="connsiteX518" fmla="*/ 260847 w 457155"/>
                <a:gd name="connsiteY518" fmla="*/ 417596 h 557310"/>
                <a:gd name="connsiteX519" fmla="*/ 258615 w 457155"/>
                <a:gd name="connsiteY519" fmla="*/ 418340 h 557310"/>
                <a:gd name="connsiteX520" fmla="*/ 257126 w 457155"/>
                <a:gd name="connsiteY520" fmla="*/ 421317 h 557310"/>
                <a:gd name="connsiteX521" fmla="*/ 255638 w 457155"/>
                <a:gd name="connsiteY521" fmla="*/ 424293 h 557310"/>
                <a:gd name="connsiteX522" fmla="*/ 253406 w 457155"/>
                <a:gd name="connsiteY522" fmla="*/ 425037 h 557310"/>
                <a:gd name="connsiteX523" fmla="*/ 252661 w 457155"/>
                <a:gd name="connsiteY523" fmla="*/ 427270 h 557310"/>
                <a:gd name="connsiteX524" fmla="*/ 250429 w 457155"/>
                <a:gd name="connsiteY524" fmla="*/ 428014 h 557310"/>
                <a:gd name="connsiteX525" fmla="*/ 248941 w 457155"/>
                <a:gd name="connsiteY525" fmla="*/ 430991 h 557310"/>
                <a:gd name="connsiteX526" fmla="*/ 247452 w 457155"/>
                <a:gd name="connsiteY526" fmla="*/ 431735 h 557310"/>
                <a:gd name="connsiteX527" fmla="*/ 246708 w 457155"/>
                <a:gd name="connsiteY527" fmla="*/ 433967 h 557310"/>
                <a:gd name="connsiteX528" fmla="*/ 244476 w 457155"/>
                <a:gd name="connsiteY528" fmla="*/ 435455 h 557310"/>
                <a:gd name="connsiteX529" fmla="*/ 243732 w 457155"/>
                <a:gd name="connsiteY529" fmla="*/ 437688 h 557310"/>
                <a:gd name="connsiteX530" fmla="*/ 242243 w 457155"/>
                <a:gd name="connsiteY530" fmla="*/ 438432 h 557310"/>
                <a:gd name="connsiteX531" fmla="*/ 241639 w 457155"/>
                <a:gd name="connsiteY531" fmla="*/ 439734 h 557310"/>
                <a:gd name="connsiteX532" fmla="*/ 237034 w 457155"/>
                <a:gd name="connsiteY532" fmla="*/ 445129 h 557310"/>
                <a:gd name="connsiteX533" fmla="*/ 235779 w 457155"/>
                <a:gd name="connsiteY533" fmla="*/ 446850 h 557310"/>
                <a:gd name="connsiteX534" fmla="*/ 234802 w 457155"/>
                <a:gd name="connsiteY534" fmla="*/ 448106 h 557310"/>
                <a:gd name="connsiteX535" fmla="*/ 233314 w 457155"/>
                <a:gd name="connsiteY535" fmla="*/ 448106 h 557310"/>
                <a:gd name="connsiteX536" fmla="*/ 232570 w 457155"/>
                <a:gd name="connsiteY536" fmla="*/ 451082 h 557310"/>
                <a:gd name="connsiteX537" fmla="*/ 231081 w 457155"/>
                <a:gd name="connsiteY537" fmla="*/ 451827 h 557310"/>
                <a:gd name="connsiteX538" fmla="*/ 230430 w 457155"/>
                <a:gd name="connsiteY538" fmla="*/ 453268 h 557310"/>
                <a:gd name="connsiteX539" fmla="*/ 226617 w 457155"/>
                <a:gd name="connsiteY539" fmla="*/ 456291 h 557310"/>
                <a:gd name="connsiteX540" fmla="*/ 225128 w 457155"/>
                <a:gd name="connsiteY540" fmla="*/ 459268 h 557310"/>
                <a:gd name="connsiteX541" fmla="*/ 223640 w 457155"/>
                <a:gd name="connsiteY541" fmla="*/ 460012 h 557310"/>
                <a:gd name="connsiteX542" fmla="*/ 222896 w 457155"/>
                <a:gd name="connsiteY542" fmla="*/ 461547 h 557310"/>
                <a:gd name="connsiteX543" fmla="*/ 222152 w 457155"/>
                <a:gd name="connsiteY543" fmla="*/ 462989 h 557310"/>
                <a:gd name="connsiteX544" fmla="*/ 220663 w 457155"/>
                <a:gd name="connsiteY544" fmla="*/ 462989 h 557310"/>
                <a:gd name="connsiteX545" fmla="*/ 220338 w 457155"/>
                <a:gd name="connsiteY545" fmla="*/ 464477 h 557310"/>
                <a:gd name="connsiteX546" fmla="*/ 219919 w 457155"/>
                <a:gd name="connsiteY546" fmla="*/ 465965 h 557310"/>
                <a:gd name="connsiteX547" fmla="*/ 217687 w 457155"/>
                <a:gd name="connsiteY547" fmla="*/ 465965 h 557310"/>
                <a:gd name="connsiteX548" fmla="*/ 217315 w 457155"/>
                <a:gd name="connsiteY548" fmla="*/ 467453 h 557310"/>
                <a:gd name="connsiteX549" fmla="*/ 216943 w 457155"/>
                <a:gd name="connsiteY549" fmla="*/ 468942 h 557310"/>
                <a:gd name="connsiteX550" fmla="*/ 214710 w 457155"/>
                <a:gd name="connsiteY550" fmla="*/ 468942 h 557310"/>
                <a:gd name="connsiteX551" fmla="*/ 213966 w 457155"/>
                <a:gd name="connsiteY551" fmla="*/ 471918 h 557310"/>
                <a:gd name="connsiteX552" fmla="*/ 212478 w 457155"/>
                <a:gd name="connsiteY552" fmla="*/ 472662 h 557310"/>
                <a:gd name="connsiteX553" fmla="*/ 212199 w 457155"/>
                <a:gd name="connsiteY553" fmla="*/ 474197 h 557310"/>
                <a:gd name="connsiteX554" fmla="*/ 211734 w 457155"/>
                <a:gd name="connsiteY554" fmla="*/ 475639 h 557310"/>
                <a:gd name="connsiteX555" fmla="*/ 208757 w 457155"/>
                <a:gd name="connsiteY555" fmla="*/ 475639 h 557310"/>
                <a:gd name="connsiteX556" fmla="*/ 208013 w 457155"/>
                <a:gd name="connsiteY556" fmla="*/ 478616 h 557310"/>
                <a:gd name="connsiteX557" fmla="*/ 206525 w 457155"/>
                <a:gd name="connsiteY557" fmla="*/ 479360 h 557310"/>
                <a:gd name="connsiteX558" fmla="*/ 205781 w 457155"/>
                <a:gd name="connsiteY558" fmla="*/ 480848 h 557310"/>
                <a:gd name="connsiteX559" fmla="*/ 203548 w 457155"/>
                <a:gd name="connsiteY559" fmla="*/ 483080 h 557310"/>
                <a:gd name="connsiteX560" fmla="*/ 202804 w 457155"/>
                <a:gd name="connsiteY560" fmla="*/ 485313 h 557310"/>
                <a:gd name="connsiteX561" fmla="*/ 199083 w 457155"/>
                <a:gd name="connsiteY561" fmla="*/ 489034 h 557310"/>
                <a:gd name="connsiteX562" fmla="*/ 197921 w 457155"/>
                <a:gd name="connsiteY562" fmla="*/ 491033 h 557310"/>
                <a:gd name="connsiteX563" fmla="*/ 193874 w 457155"/>
                <a:gd name="connsiteY563" fmla="*/ 494243 h 557310"/>
                <a:gd name="connsiteX564" fmla="*/ 193874 w 457155"/>
                <a:gd name="connsiteY564" fmla="*/ 496475 h 557310"/>
                <a:gd name="connsiteX565" fmla="*/ 187177 w 457155"/>
                <a:gd name="connsiteY565" fmla="*/ 496475 h 557310"/>
                <a:gd name="connsiteX566" fmla="*/ 186433 w 457155"/>
                <a:gd name="connsiteY566" fmla="*/ 492754 h 557310"/>
                <a:gd name="connsiteX567" fmla="*/ 184200 w 457155"/>
                <a:gd name="connsiteY567" fmla="*/ 490522 h 557310"/>
                <a:gd name="connsiteX568" fmla="*/ 183456 w 457155"/>
                <a:gd name="connsiteY568" fmla="*/ 487545 h 557310"/>
                <a:gd name="connsiteX569" fmla="*/ 181968 w 457155"/>
                <a:gd name="connsiteY569" fmla="*/ 486801 h 557310"/>
                <a:gd name="connsiteX570" fmla="*/ 181643 w 457155"/>
                <a:gd name="connsiteY570" fmla="*/ 484569 h 557310"/>
                <a:gd name="connsiteX571" fmla="*/ 181224 w 457155"/>
                <a:gd name="connsiteY571" fmla="*/ 482336 h 557310"/>
                <a:gd name="connsiteX572" fmla="*/ 178992 w 457155"/>
                <a:gd name="connsiteY572" fmla="*/ 481592 h 557310"/>
                <a:gd name="connsiteX573" fmla="*/ 177503 w 457155"/>
                <a:gd name="connsiteY573" fmla="*/ 476383 h 557310"/>
                <a:gd name="connsiteX574" fmla="*/ 173783 w 457155"/>
                <a:gd name="connsiteY574" fmla="*/ 471174 h 557310"/>
                <a:gd name="connsiteX575" fmla="*/ 173038 w 457155"/>
                <a:gd name="connsiteY575" fmla="*/ 465965 h 557310"/>
                <a:gd name="connsiteX576" fmla="*/ 170806 w 457155"/>
                <a:gd name="connsiteY576" fmla="*/ 465965 h 557310"/>
                <a:gd name="connsiteX577" fmla="*/ 170992 w 457155"/>
                <a:gd name="connsiteY577" fmla="*/ 463826 h 557310"/>
                <a:gd name="connsiteX578" fmla="*/ 170806 w 457155"/>
                <a:gd name="connsiteY578" fmla="*/ 461500 h 557310"/>
                <a:gd name="connsiteX579" fmla="*/ 167829 w 457155"/>
                <a:gd name="connsiteY579" fmla="*/ 460012 h 557310"/>
                <a:gd name="connsiteX580" fmla="*/ 167085 w 457155"/>
                <a:gd name="connsiteY580" fmla="*/ 456291 h 557310"/>
                <a:gd name="connsiteX581" fmla="*/ 165597 w 457155"/>
                <a:gd name="connsiteY581" fmla="*/ 455547 h 557310"/>
                <a:gd name="connsiteX582" fmla="*/ 164109 w 457155"/>
                <a:gd name="connsiteY582" fmla="*/ 451082 h 557310"/>
                <a:gd name="connsiteX583" fmla="*/ 162620 w 457155"/>
                <a:gd name="connsiteY583" fmla="*/ 448850 h 557310"/>
                <a:gd name="connsiteX584" fmla="*/ 159644 w 457155"/>
                <a:gd name="connsiteY584" fmla="*/ 449594 h 557310"/>
                <a:gd name="connsiteX585" fmla="*/ 158900 w 457155"/>
                <a:gd name="connsiteY585" fmla="*/ 451827 h 557310"/>
                <a:gd name="connsiteX586" fmla="*/ 153133 w 457155"/>
                <a:gd name="connsiteY586" fmla="*/ 452196 h 557310"/>
                <a:gd name="connsiteX587" fmla="*/ 151458 w 457155"/>
                <a:gd name="connsiteY587" fmla="*/ 452571 h 557310"/>
                <a:gd name="connsiteX588" fmla="*/ 151109 w 457155"/>
                <a:gd name="connsiteY588" fmla="*/ 454059 h 557310"/>
                <a:gd name="connsiteX589" fmla="*/ 150714 w 457155"/>
                <a:gd name="connsiteY589" fmla="*/ 455547 h 557310"/>
                <a:gd name="connsiteX590" fmla="*/ 146621 w 457155"/>
                <a:gd name="connsiteY590" fmla="*/ 455966 h 557310"/>
                <a:gd name="connsiteX591" fmla="*/ 142529 w 457155"/>
                <a:gd name="connsiteY591" fmla="*/ 456291 h 557310"/>
                <a:gd name="connsiteX592" fmla="*/ 141784 w 457155"/>
                <a:gd name="connsiteY592" fmla="*/ 458524 h 557310"/>
                <a:gd name="connsiteX593" fmla="*/ 137645 w 457155"/>
                <a:gd name="connsiteY593" fmla="*/ 459035 h 557310"/>
                <a:gd name="connsiteX594" fmla="*/ 135363 w 457155"/>
                <a:gd name="connsiteY594" fmla="*/ 459184 h 557310"/>
                <a:gd name="connsiteX595" fmla="*/ 133599 w 457155"/>
                <a:gd name="connsiteY595" fmla="*/ 459268 h 557310"/>
                <a:gd name="connsiteX596" fmla="*/ 133599 w 457155"/>
                <a:gd name="connsiteY596" fmla="*/ 462244 h 557310"/>
                <a:gd name="connsiteX597" fmla="*/ 131835 w 457155"/>
                <a:gd name="connsiteY597" fmla="*/ 462329 h 557310"/>
                <a:gd name="connsiteX598" fmla="*/ 129553 w 457155"/>
                <a:gd name="connsiteY598" fmla="*/ 462477 h 557310"/>
                <a:gd name="connsiteX599" fmla="*/ 127277 w 457155"/>
                <a:gd name="connsiteY599" fmla="*/ 462608 h 557310"/>
                <a:gd name="connsiteX600" fmla="*/ 125413 w 457155"/>
                <a:gd name="connsiteY600" fmla="*/ 462989 h 557310"/>
                <a:gd name="connsiteX601" fmla="*/ 124669 w 457155"/>
                <a:gd name="connsiteY601" fmla="*/ 465221 h 557310"/>
                <a:gd name="connsiteX602" fmla="*/ 120158 w 457155"/>
                <a:gd name="connsiteY602" fmla="*/ 465733 h 557310"/>
                <a:gd name="connsiteX603" fmla="*/ 117667 w 457155"/>
                <a:gd name="connsiteY603" fmla="*/ 465881 h 557310"/>
                <a:gd name="connsiteX604" fmla="*/ 115740 w 457155"/>
                <a:gd name="connsiteY604" fmla="*/ 465965 h 557310"/>
                <a:gd name="connsiteX605" fmla="*/ 115740 w 457155"/>
                <a:gd name="connsiteY605" fmla="*/ 468942 h 557310"/>
                <a:gd name="connsiteX606" fmla="*/ 113975 w 457155"/>
                <a:gd name="connsiteY606" fmla="*/ 469000 h 557310"/>
                <a:gd name="connsiteX607" fmla="*/ 111693 w 457155"/>
                <a:gd name="connsiteY607" fmla="*/ 469128 h 557310"/>
                <a:gd name="connsiteX608" fmla="*/ 109417 w 457155"/>
                <a:gd name="connsiteY608" fmla="*/ 469232 h 557310"/>
                <a:gd name="connsiteX609" fmla="*/ 107554 w 457155"/>
                <a:gd name="connsiteY609" fmla="*/ 469686 h 557310"/>
                <a:gd name="connsiteX610" fmla="*/ 107182 w 457155"/>
                <a:gd name="connsiteY610" fmla="*/ 471197 h 557310"/>
                <a:gd name="connsiteX611" fmla="*/ 106810 w 457155"/>
                <a:gd name="connsiteY611" fmla="*/ 472662 h 557310"/>
                <a:gd name="connsiteX612" fmla="*/ 102671 w 457155"/>
                <a:gd name="connsiteY612" fmla="*/ 472848 h 557310"/>
                <a:gd name="connsiteX613" fmla="*/ 100389 w 457155"/>
                <a:gd name="connsiteY613" fmla="*/ 472767 h 557310"/>
                <a:gd name="connsiteX614" fmla="*/ 98624 w 457155"/>
                <a:gd name="connsiteY614" fmla="*/ 472662 h 557310"/>
                <a:gd name="connsiteX615" fmla="*/ 98624 w 457155"/>
                <a:gd name="connsiteY615" fmla="*/ 475639 h 557310"/>
                <a:gd name="connsiteX616" fmla="*/ 89695 w 457155"/>
                <a:gd name="connsiteY616" fmla="*/ 476383 h 557310"/>
                <a:gd name="connsiteX617" fmla="*/ 89695 w 457155"/>
                <a:gd name="connsiteY617" fmla="*/ 479360 h 557310"/>
                <a:gd name="connsiteX618" fmla="*/ 87930 w 457155"/>
                <a:gd name="connsiteY618" fmla="*/ 479444 h 557310"/>
                <a:gd name="connsiteX619" fmla="*/ 85648 w 457155"/>
                <a:gd name="connsiteY619" fmla="*/ 479592 h 557310"/>
                <a:gd name="connsiteX620" fmla="*/ 83372 w 457155"/>
                <a:gd name="connsiteY620" fmla="*/ 479723 h 557310"/>
                <a:gd name="connsiteX621" fmla="*/ 81509 w 457155"/>
                <a:gd name="connsiteY621" fmla="*/ 480104 h 557310"/>
                <a:gd name="connsiteX622" fmla="*/ 80765 w 457155"/>
                <a:gd name="connsiteY622" fmla="*/ 482336 h 557310"/>
                <a:gd name="connsiteX623" fmla="*/ 76254 w 457155"/>
                <a:gd name="connsiteY623" fmla="*/ 482848 h 557310"/>
                <a:gd name="connsiteX624" fmla="*/ 73762 w 457155"/>
                <a:gd name="connsiteY624" fmla="*/ 482996 h 557310"/>
                <a:gd name="connsiteX625" fmla="*/ 71835 w 457155"/>
                <a:gd name="connsiteY625" fmla="*/ 483080 h 557310"/>
                <a:gd name="connsiteX626" fmla="*/ 71835 w 457155"/>
                <a:gd name="connsiteY626" fmla="*/ 486057 h 557310"/>
                <a:gd name="connsiteX627" fmla="*/ 70260 w 457155"/>
                <a:gd name="connsiteY627" fmla="*/ 486115 h 557310"/>
                <a:gd name="connsiteX628" fmla="*/ 68208 w 457155"/>
                <a:gd name="connsiteY628" fmla="*/ 486243 h 557310"/>
                <a:gd name="connsiteX629" fmla="*/ 66167 w 457155"/>
                <a:gd name="connsiteY629" fmla="*/ 486348 h 557310"/>
                <a:gd name="connsiteX630" fmla="*/ 64394 w 457155"/>
                <a:gd name="connsiteY630" fmla="*/ 486801 h 557310"/>
                <a:gd name="connsiteX631" fmla="*/ 62906 w 457155"/>
                <a:gd name="connsiteY631" fmla="*/ 489778 h 557310"/>
                <a:gd name="connsiteX632" fmla="*/ 57766 w 457155"/>
                <a:gd name="connsiteY632" fmla="*/ 489592 h 557310"/>
                <a:gd name="connsiteX633" fmla="*/ 56208 w 457155"/>
                <a:gd name="connsiteY633" fmla="*/ 489778 h 557310"/>
                <a:gd name="connsiteX634" fmla="*/ 55540 w 457155"/>
                <a:gd name="connsiteY634" fmla="*/ 491231 h 557310"/>
                <a:gd name="connsiteX635" fmla="*/ 54720 w 457155"/>
                <a:gd name="connsiteY635" fmla="*/ 492754 h 557310"/>
                <a:gd name="connsiteX636" fmla="*/ 50162 w 457155"/>
                <a:gd name="connsiteY636" fmla="*/ 493312 h 557310"/>
                <a:gd name="connsiteX637" fmla="*/ 47691 w 457155"/>
                <a:gd name="connsiteY637" fmla="*/ 493440 h 557310"/>
                <a:gd name="connsiteX638" fmla="*/ 45790 w 457155"/>
                <a:gd name="connsiteY638" fmla="*/ 493498 h 557310"/>
                <a:gd name="connsiteX639" fmla="*/ 45790 w 457155"/>
                <a:gd name="connsiteY639" fmla="*/ 496475 h 557310"/>
                <a:gd name="connsiteX640" fmla="*/ 44026 w 457155"/>
                <a:gd name="connsiteY640" fmla="*/ 496559 h 557310"/>
                <a:gd name="connsiteX641" fmla="*/ 41744 w 457155"/>
                <a:gd name="connsiteY641" fmla="*/ 496707 h 557310"/>
                <a:gd name="connsiteX642" fmla="*/ 39468 w 457155"/>
                <a:gd name="connsiteY642" fmla="*/ 496838 h 557310"/>
                <a:gd name="connsiteX643" fmla="*/ 37605 w 457155"/>
                <a:gd name="connsiteY643" fmla="*/ 497219 h 557310"/>
                <a:gd name="connsiteX644" fmla="*/ 36861 w 457155"/>
                <a:gd name="connsiteY644" fmla="*/ 499452 h 557310"/>
                <a:gd name="connsiteX645" fmla="*/ 33559 w 457155"/>
                <a:gd name="connsiteY645" fmla="*/ 499917 h 557310"/>
                <a:gd name="connsiteX646" fmla="*/ 28675 w 457155"/>
                <a:gd name="connsiteY646" fmla="*/ 500940 h 557310"/>
                <a:gd name="connsiteX647" fmla="*/ 27931 w 457155"/>
                <a:gd name="connsiteY647" fmla="*/ 503172 h 557310"/>
                <a:gd name="connsiteX648" fmla="*/ 20490 w 457155"/>
                <a:gd name="connsiteY648" fmla="*/ 503172 h 557310"/>
                <a:gd name="connsiteX649" fmla="*/ 19745 w 457155"/>
                <a:gd name="connsiteY649" fmla="*/ 492010 h 557310"/>
                <a:gd name="connsiteX650" fmla="*/ 17513 w 457155"/>
                <a:gd name="connsiteY650" fmla="*/ 492010 h 557310"/>
                <a:gd name="connsiteX651" fmla="*/ 17513 w 457155"/>
                <a:gd name="connsiteY651" fmla="*/ 477871 h 557310"/>
                <a:gd name="connsiteX652" fmla="*/ 15281 w 457155"/>
                <a:gd name="connsiteY652" fmla="*/ 477871 h 557310"/>
                <a:gd name="connsiteX653" fmla="*/ 15170 w 457155"/>
                <a:gd name="connsiteY653" fmla="*/ 475183 h 557310"/>
                <a:gd name="connsiteX654" fmla="*/ 15002 w 457155"/>
                <a:gd name="connsiteY654" fmla="*/ 471686 h 557310"/>
                <a:gd name="connsiteX655" fmla="*/ 14932 w 457155"/>
                <a:gd name="connsiteY655" fmla="*/ 469914 h 557310"/>
                <a:gd name="connsiteX656" fmla="*/ 14845 w 457155"/>
                <a:gd name="connsiteY656" fmla="*/ 468206 h 557310"/>
                <a:gd name="connsiteX657" fmla="*/ 14774 w 457155"/>
                <a:gd name="connsiteY657" fmla="*/ 466636 h 557310"/>
                <a:gd name="connsiteX658" fmla="*/ 13048 w 457155"/>
                <a:gd name="connsiteY658" fmla="*/ 462989 h 557310"/>
                <a:gd name="connsiteX659" fmla="*/ 12304 w 457155"/>
                <a:gd name="connsiteY659" fmla="*/ 462989 h 557310"/>
                <a:gd name="connsiteX660" fmla="*/ 11560 w 457155"/>
                <a:gd name="connsiteY660" fmla="*/ 447362 h 557310"/>
                <a:gd name="connsiteX661" fmla="*/ 9327 w 457155"/>
                <a:gd name="connsiteY661" fmla="*/ 447362 h 557310"/>
                <a:gd name="connsiteX662" fmla="*/ 9188 w 457155"/>
                <a:gd name="connsiteY662" fmla="*/ 439223 h 557310"/>
                <a:gd name="connsiteX663" fmla="*/ 9131 w 457155"/>
                <a:gd name="connsiteY663" fmla="*/ 436875 h 557310"/>
                <a:gd name="connsiteX664" fmla="*/ 9109 w 457155"/>
                <a:gd name="connsiteY664" fmla="*/ 434644 h 557310"/>
                <a:gd name="connsiteX665" fmla="*/ 9074 w 457155"/>
                <a:gd name="connsiteY665" fmla="*/ 432578 h 557310"/>
                <a:gd name="connsiteX666" fmla="*/ 9327 w 457155"/>
                <a:gd name="connsiteY666" fmla="*/ 430991 h 557310"/>
                <a:gd name="connsiteX667" fmla="*/ 11560 w 457155"/>
                <a:gd name="connsiteY667" fmla="*/ 430246 h 557310"/>
                <a:gd name="connsiteX668" fmla="*/ 11560 w 457155"/>
                <a:gd name="connsiteY668" fmla="*/ 428014 h 557310"/>
                <a:gd name="connsiteX669" fmla="*/ 13650 w 457155"/>
                <a:gd name="connsiteY669" fmla="*/ 427930 h 557310"/>
                <a:gd name="connsiteX670" fmla="*/ 16350 w 457155"/>
                <a:gd name="connsiteY670" fmla="*/ 427781 h 557310"/>
                <a:gd name="connsiteX671" fmla="*/ 19045 w 457155"/>
                <a:gd name="connsiteY671" fmla="*/ 427651 h 557310"/>
                <a:gd name="connsiteX672" fmla="*/ 21234 w 457155"/>
                <a:gd name="connsiteY672" fmla="*/ 427270 h 557310"/>
                <a:gd name="connsiteX673" fmla="*/ 21978 w 457155"/>
                <a:gd name="connsiteY673" fmla="*/ 425037 h 557310"/>
                <a:gd name="connsiteX674" fmla="*/ 28443 w 457155"/>
                <a:gd name="connsiteY674" fmla="*/ 424247 h 557310"/>
                <a:gd name="connsiteX675" fmla="*/ 30684 w 457155"/>
                <a:gd name="connsiteY675" fmla="*/ 424267 h 557310"/>
                <a:gd name="connsiteX676" fmla="*/ 32396 w 457155"/>
                <a:gd name="connsiteY676" fmla="*/ 424293 h 557310"/>
                <a:gd name="connsiteX677" fmla="*/ 32396 w 457155"/>
                <a:gd name="connsiteY677" fmla="*/ 421317 h 557310"/>
                <a:gd name="connsiteX678" fmla="*/ 34486 w 457155"/>
                <a:gd name="connsiteY678" fmla="*/ 421259 h 557310"/>
                <a:gd name="connsiteX679" fmla="*/ 37186 w 457155"/>
                <a:gd name="connsiteY679" fmla="*/ 421131 h 557310"/>
                <a:gd name="connsiteX680" fmla="*/ 39881 w 457155"/>
                <a:gd name="connsiteY680" fmla="*/ 421026 h 557310"/>
                <a:gd name="connsiteX681" fmla="*/ 42070 w 457155"/>
                <a:gd name="connsiteY681" fmla="*/ 420573 h 557310"/>
                <a:gd name="connsiteX682" fmla="*/ 42814 w 457155"/>
                <a:gd name="connsiteY682" fmla="*/ 417596 h 557310"/>
                <a:gd name="connsiteX683" fmla="*/ 47279 w 457155"/>
                <a:gd name="connsiteY683" fmla="*/ 417177 h 557310"/>
                <a:gd name="connsiteX684" fmla="*/ 51743 w 457155"/>
                <a:gd name="connsiteY684" fmla="*/ 416852 h 557310"/>
                <a:gd name="connsiteX685" fmla="*/ 52488 w 457155"/>
                <a:gd name="connsiteY685" fmla="*/ 414619 h 557310"/>
                <a:gd name="connsiteX686" fmla="*/ 57964 w 457155"/>
                <a:gd name="connsiteY686" fmla="*/ 414250 h 557310"/>
                <a:gd name="connsiteX687" fmla="*/ 63650 w 457155"/>
                <a:gd name="connsiteY687" fmla="*/ 410899 h 557310"/>
                <a:gd name="connsiteX688" fmla="*/ 64097 w 457155"/>
                <a:gd name="connsiteY688" fmla="*/ 405484 h 557310"/>
                <a:gd name="connsiteX689" fmla="*/ 64107 w 457155"/>
                <a:gd name="connsiteY689" fmla="*/ 403828 h 557310"/>
                <a:gd name="connsiteX690" fmla="*/ 64072 w 457155"/>
                <a:gd name="connsiteY690" fmla="*/ 398333 h 557310"/>
                <a:gd name="connsiteX691" fmla="*/ 64074 w 457155"/>
                <a:gd name="connsiteY691" fmla="*/ 394395 h 557310"/>
                <a:gd name="connsiteX692" fmla="*/ 64027 w 457155"/>
                <a:gd name="connsiteY692" fmla="*/ 383700 h 557310"/>
                <a:gd name="connsiteX693" fmla="*/ 63997 w 457155"/>
                <a:gd name="connsiteY693" fmla="*/ 372524 h 557310"/>
                <a:gd name="connsiteX694" fmla="*/ 63918 w 457155"/>
                <a:gd name="connsiteY694" fmla="*/ 351359 h 557310"/>
                <a:gd name="connsiteX695" fmla="*/ 63837 w 457155"/>
                <a:gd name="connsiteY695" fmla="*/ 327264 h 557310"/>
                <a:gd name="connsiteX696" fmla="*/ 63650 w 457155"/>
                <a:gd name="connsiteY696" fmla="*/ 277698 h 557310"/>
                <a:gd name="connsiteX697" fmla="*/ 61965 w 457155"/>
                <a:gd name="connsiteY697" fmla="*/ 277708 h 557310"/>
                <a:gd name="connsiteX698" fmla="*/ 46263 w 457155"/>
                <a:gd name="connsiteY698" fmla="*/ 277775 h 557310"/>
                <a:gd name="connsiteX699" fmla="*/ 38189 w 457155"/>
                <a:gd name="connsiteY699" fmla="*/ 277810 h 557310"/>
                <a:gd name="connsiteX700" fmla="*/ 30402 w 457155"/>
                <a:gd name="connsiteY700" fmla="*/ 277839 h 557310"/>
                <a:gd name="connsiteX701" fmla="*/ 25977 w 457155"/>
                <a:gd name="connsiteY701" fmla="*/ 277866 h 557310"/>
                <a:gd name="connsiteX702" fmla="*/ 23269 w 457155"/>
                <a:gd name="connsiteY702" fmla="*/ 277867 h 557310"/>
                <a:gd name="connsiteX703" fmla="*/ 20875 w 457155"/>
                <a:gd name="connsiteY703" fmla="*/ 277877 h 557310"/>
                <a:gd name="connsiteX704" fmla="*/ 17513 w 457155"/>
                <a:gd name="connsiteY704" fmla="*/ 276209 h 557310"/>
                <a:gd name="connsiteX705" fmla="*/ 17344 w 457155"/>
                <a:gd name="connsiteY705" fmla="*/ 269619 h 557310"/>
                <a:gd name="connsiteX706" fmla="*/ 17343 w 457155"/>
                <a:gd name="connsiteY706" fmla="*/ 267551 h 557310"/>
                <a:gd name="connsiteX707" fmla="*/ 17368 w 457155"/>
                <a:gd name="connsiteY707" fmla="*/ 260763 h 557310"/>
                <a:gd name="connsiteX708" fmla="*/ 17374 w 457155"/>
                <a:gd name="connsiteY708" fmla="*/ 256064 h 557310"/>
                <a:gd name="connsiteX709" fmla="*/ 17411 w 457155"/>
                <a:gd name="connsiteY709" fmla="*/ 243681 h 557310"/>
                <a:gd name="connsiteX710" fmla="*/ 17444 w 457155"/>
                <a:gd name="connsiteY710" fmla="*/ 228833 h 557310"/>
                <a:gd name="connsiteX711" fmla="*/ 17513 w 457155"/>
                <a:gd name="connsiteY711" fmla="*/ 206260 h 557310"/>
                <a:gd name="connsiteX712" fmla="*/ 64394 w 457155"/>
                <a:gd name="connsiteY712" fmla="*/ 205516 h 557310"/>
                <a:gd name="connsiteX713" fmla="*/ 64394 w 457155"/>
                <a:gd name="connsiteY713" fmla="*/ 107289 h 557310"/>
                <a:gd name="connsiteX714" fmla="*/ 15281 w 457155"/>
                <a:gd name="connsiteY714" fmla="*/ 106545 h 557310"/>
                <a:gd name="connsiteX715" fmla="*/ 15281 w 457155"/>
                <a:gd name="connsiteY715" fmla="*/ 35108 h 557310"/>
                <a:gd name="connsiteX716" fmla="*/ 170806 w 457155"/>
                <a:gd name="connsiteY716" fmla="*/ 35108 h 557310"/>
                <a:gd name="connsiteX717" fmla="*/ 170806 w 457155"/>
                <a:gd name="connsiteY717" fmla="*/ 106545 h 557310"/>
                <a:gd name="connsiteX718" fmla="*/ 123925 w 457155"/>
                <a:gd name="connsiteY718" fmla="*/ 107289 h 557310"/>
                <a:gd name="connsiteX719" fmla="*/ 123925 w 457155"/>
                <a:gd name="connsiteY719" fmla="*/ 205516 h 557310"/>
                <a:gd name="connsiteX720" fmla="*/ 164853 w 457155"/>
                <a:gd name="connsiteY720" fmla="*/ 206260 h 557310"/>
                <a:gd name="connsiteX721" fmla="*/ 164926 w 457155"/>
                <a:gd name="connsiteY721" fmla="*/ 231052 h 557310"/>
                <a:gd name="connsiteX722" fmla="*/ 164965 w 457155"/>
                <a:gd name="connsiteY722" fmla="*/ 246212 h 557310"/>
                <a:gd name="connsiteX723" fmla="*/ 164994 w 457155"/>
                <a:gd name="connsiteY723" fmla="*/ 258428 h 557310"/>
                <a:gd name="connsiteX724" fmla="*/ 165010 w 457155"/>
                <a:gd name="connsiteY724" fmla="*/ 263098 h 557310"/>
                <a:gd name="connsiteX725" fmla="*/ 165022 w 457155"/>
                <a:gd name="connsiteY725" fmla="*/ 269619 h 557310"/>
                <a:gd name="connsiteX726" fmla="*/ 165038 w 457155"/>
                <a:gd name="connsiteY726" fmla="*/ 271585 h 557310"/>
                <a:gd name="connsiteX727" fmla="*/ 163365 w 457155"/>
                <a:gd name="connsiteY727" fmla="*/ 277698 h 557310"/>
                <a:gd name="connsiteX728" fmla="*/ 124669 w 457155"/>
                <a:gd name="connsiteY728" fmla="*/ 277698 h 557310"/>
                <a:gd name="connsiteX729" fmla="*/ 123925 w 457155"/>
                <a:gd name="connsiteY729" fmla="*/ 390063 h 557310"/>
                <a:gd name="connsiteX730" fmla="*/ 128390 w 457155"/>
                <a:gd name="connsiteY730" fmla="*/ 389319 h 557310"/>
                <a:gd name="connsiteX731" fmla="*/ 128390 w 457155"/>
                <a:gd name="connsiteY731" fmla="*/ 387086 h 557310"/>
                <a:gd name="connsiteX732" fmla="*/ 130128 w 457155"/>
                <a:gd name="connsiteY732" fmla="*/ 387028 h 557310"/>
                <a:gd name="connsiteX733" fmla="*/ 132390 w 457155"/>
                <a:gd name="connsiteY733" fmla="*/ 386900 h 557310"/>
                <a:gd name="connsiteX734" fmla="*/ 134640 w 457155"/>
                <a:gd name="connsiteY734" fmla="*/ 386796 h 557310"/>
                <a:gd name="connsiteX735" fmla="*/ 136575 w 457155"/>
                <a:gd name="connsiteY735" fmla="*/ 386342 h 557310"/>
                <a:gd name="connsiteX736" fmla="*/ 137323 w 457155"/>
                <a:gd name="connsiteY736" fmla="*/ 384845 h 557310"/>
                <a:gd name="connsiteX737" fmla="*/ 138064 w 457155"/>
                <a:gd name="connsiteY737" fmla="*/ 383366 h 557310"/>
                <a:gd name="connsiteX738" fmla="*/ 142203 w 457155"/>
                <a:gd name="connsiteY738" fmla="*/ 382947 h 557310"/>
                <a:gd name="connsiteX739" fmla="*/ 146249 w 457155"/>
                <a:gd name="connsiteY739" fmla="*/ 382621 h 557310"/>
                <a:gd name="connsiteX740" fmla="*/ 146993 w 457155"/>
                <a:gd name="connsiteY740" fmla="*/ 380389 h 557310"/>
                <a:gd name="connsiteX741" fmla="*/ 153342 w 457155"/>
                <a:gd name="connsiteY741" fmla="*/ 380020 h 557310"/>
                <a:gd name="connsiteX742" fmla="*/ 155179 w 457155"/>
                <a:gd name="connsiteY742" fmla="*/ 379645 h 557310"/>
                <a:gd name="connsiteX743" fmla="*/ 155551 w 457155"/>
                <a:gd name="connsiteY743" fmla="*/ 378157 h 557310"/>
                <a:gd name="connsiteX744" fmla="*/ 155923 w 457155"/>
                <a:gd name="connsiteY744" fmla="*/ 376668 h 557310"/>
                <a:gd name="connsiteX745" fmla="*/ 160016 w 457155"/>
                <a:gd name="connsiteY745" fmla="*/ 376250 h 557310"/>
                <a:gd name="connsiteX746" fmla="*/ 164109 w 457155"/>
                <a:gd name="connsiteY746" fmla="*/ 375924 h 557310"/>
                <a:gd name="connsiteX747" fmla="*/ 164853 w 457155"/>
                <a:gd name="connsiteY747" fmla="*/ 373692 h 557310"/>
                <a:gd name="connsiteX748" fmla="*/ 168248 w 457155"/>
                <a:gd name="connsiteY748" fmla="*/ 373552 h 557310"/>
                <a:gd name="connsiteX749" fmla="*/ 170111 w 457155"/>
                <a:gd name="connsiteY749" fmla="*/ 373613 h 557310"/>
                <a:gd name="connsiteX750" fmla="*/ 171550 w 457155"/>
                <a:gd name="connsiteY750" fmla="*/ 373692 h 557310"/>
                <a:gd name="connsiteX751" fmla="*/ 171550 w 457155"/>
                <a:gd name="connsiteY751" fmla="*/ 375924 h 557310"/>
                <a:gd name="connsiteX752" fmla="*/ 173038 w 457155"/>
                <a:gd name="connsiteY752" fmla="*/ 375924 h 557310"/>
                <a:gd name="connsiteX753" fmla="*/ 173783 w 457155"/>
                <a:gd name="connsiteY753" fmla="*/ 387226 h 557310"/>
                <a:gd name="connsiteX754" fmla="*/ 173736 w 457155"/>
                <a:gd name="connsiteY754" fmla="*/ 390792 h 557310"/>
                <a:gd name="connsiteX755" fmla="*/ 173710 w 457155"/>
                <a:gd name="connsiteY755" fmla="*/ 392371 h 557310"/>
                <a:gd name="connsiteX756" fmla="*/ 174527 w 457155"/>
                <a:gd name="connsiteY756" fmla="*/ 396016 h 557310"/>
                <a:gd name="connsiteX757" fmla="*/ 176015 w 457155"/>
                <a:gd name="connsiteY757" fmla="*/ 396760 h 557310"/>
                <a:gd name="connsiteX758" fmla="*/ 176480 w 457155"/>
                <a:gd name="connsiteY758" fmla="*/ 402760 h 557310"/>
                <a:gd name="connsiteX759" fmla="*/ 176567 w 457155"/>
                <a:gd name="connsiteY759" fmla="*/ 404470 h 557310"/>
                <a:gd name="connsiteX760" fmla="*/ 176759 w 457155"/>
                <a:gd name="connsiteY760" fmla="*/ 408666 h 557310"/>
                <a:gd name="connsiteX761" fmla="*/ 179689 w 457155"/>
                <a:gd name="connsiteY761" fmla="*/ 405643 h 557310"/>
                <a:gd name="connsiteX762" fmla="*/ 180480 w 457155"/>
                <a:gd name="connsiteY762" fmla="*/ 404202 h 557310"/>
                <a:gd name="connsiteX763" fmla="*/ 182015 w 457155"/>
                <a:gd name="connsiteY763" fmla="*/ 403829 h 557310"/>
                <a:gd name="connsiteX764" fmla="*/ 183456 w 457155"/>
                <a:gd name="connsiteY764" fmla="*/ 403457 h 557310"/>
                <a:gd name="connsiteX765" fmla="*/ 183828 w 457155"/>
                <a:gd name="connsiteY765" fmla="*/ 401923 h 557310"/>
                <a:gd name="connsiteX766" fmla="*/ 184200 w 457155"/>
                <a:gd name="connsiteY766" fmla="*/ 400481 h 557310"/>
                <a:gd name="connsiteX767" fmla="*/ 187177 w 457155"/>
                <a:gd name="connsiteY767" fmla="*/ 400481 h 557310"/>
                <a:gd name="connsiteX768" fmla="*/ 187177 w 457155"/>
                <a:gd name="connsiteY768" fmla="*/ 397504 h 557310"/>
                <a:gd name="connsiteX769" fmla="*/ 190154 w 457155"/>
                <a:gd name="connsiteY769" fmla="*/ 396760 h 557310"/>
                <a:gd name="connsiteX770" fmla="*/ 190898 w 457155"/>
                <a:gd name="connsiteY770" fmla="*/ 394528 h 557310"/>
                <a:gd name="connsiteX771" fmla="*/ 192805 w 457155"/>
                <a:gd name="connsiteY771" fmla="*/ 393784 h 557310"/>
                <a:gd name="connsiteX772" fmla="*/ 194618 w 457155"/>
                <a:gd name="connsiteY772" fmla="*/ 393039 h 557310"/>
                <a:gd name="connsiteX773" fmla="*/ 194618 w 457155"/>
                <a:gd name="connsiteY773" fmla="*/ 390807 h 557310"/>
                <a:gd name="connsiteX774" fmla="*/ 198339 w 457155"/>
                <a:gd name="connsiteY774" fmla="*/ 390063 h 557310"/>
                <a:gd name="connsiteX775" fmla="*/ 198339 w 457155"/>
                <a:gd name="connsiteY775" fmla="*/ 387830 h 557310"/>
                <a:gd name="connsiteX776" fmla="*/ 199781 w 457155"/>
                <a:gd name="connsiteY776" fmla="*/ 387505 h 557310"/>
                <a:gd name="connsiteX777" fmla="*/ 201316 w 457155"/>
                <a:gd name="connsiteY777" fmla="*/ 387086 h 557310"/>
                <a:gd name="connsiteX778" fmla="*/ 202060 w 457155"/>
                <a:gd name="connsiteY778" fmla="*/ 384110 h 557310"/>
                <a:gd name="connsiteX779" fmla="*/ 205036 w 457155"/>
                <a:gd name="connsiteY779" fmla="*/ 382621 h 557310"/>
                <a:gd name="connsiteX780" fmla="*/ 205781 w 457155"/>
                <a:gd name="connsiteY780" fmla="*/ 380389 h 557310"/>
                <a:gd name="connsiteX781" fmla="*/ 208757 w 457155"/>
                <a:gd name="connsiteY781" fmla="*/ 380389 h 557310"/>
                <a:gd name="connsiteX782" fmla="*/ 209501 w 457155"/>
                <a:gd name="connsiteY782" fmla="*/ 377412 h 557310"/>
                <a:gd name="connsiteX783" fmla="*/ 211734 w 457155"/>
                <a:gd name="connsiteY783" fmla="*/ 375924 h 557310"/>
                <a:gd name="connsiteX784" fmla="*/ 212478 w 457155"/>
                <a:gd name="connsiteY784" fmla="*/ 373692 h 557310"/>
                <a:gd name="connsiteX785" fmla="*/ 215454 w 457155"/>
                <a:gd name="connsiteY785" fmla="*/ 372203 h 557310"/>
                <a:gd name="connsiteX786" fmla="*/ 216199 w 457155"/>
                <a:gd name="connsiteY786" fmla="*/ 369971 h 557310"/>
                <a:gd name="connsiteX787" fmla="*/ 219919 w 457155"/>
                <a:gd name="connsiteY787" fmla="*/ 369971 h 557310"/>
                <a:gd name="connsiteX788" fmla="*/ 219919 w 457155"/>
                <a:gd name="connsiteY788" fmla="*/ 366994 h 557310"/>
                <a:gd name="connsiteX789" fmla="*/ 222896 w 457155"/>
                <a:gd name="connsiteY789" fmla="*/ 366994 h 557310"/>
                <a:gd name="connsiteX790" fmla="*/ 224384 w 457155"/>
                <a:gd name="connsiteY790" fmla="*/ 363274 h 557310"/>
                <a:gd name="connsiteX791" fmla="*/ 225872 w 457155"/>
                <a:gd name="connsiteY791" fmla="*/ 363274 h 557310"/>
                <a:gd name="connsiteX792" fmla="*/ 226523 w 457155"/>
                <a:gd name="connsiteY792" fmla="*/ 361599 h 557310"/>
                <a:gd name="connsiteX793" fmla="*/ 230337 w 457155"/>
                <a:gd name="connsiteY793" fmla="*/ 356577 h 557310"/>
                <a:gd name="connsiteX794" fmla="*/ 233314 w 457155"/>
                <a:gd name="connsiteY794" fmla="*/ 356577 h 557310"/>
                <a:gd name="connsiteX795" fmla="*/ 234058 w 457155"/>
                <a:gd name="connsiteY795" fmla="*/ 353600 h 557310"/>
                <a:gd name="connsiteX796" fmla="*/ 236290 w 457155"/>
                <a:gd name="connsiteY796" fmla="*/ 352112 h 557310"/>
                <a:gd name="connsiteX797" fmla="*/ 237034 w 457155"/>
                <a:gd name="connsiteY797" fmla="*/ 349879 h 557310"/>
                <a:gd name="connsiteX798" fmla="*/ 239267 w 457155"/>
                <a:gd name="connsiteY798" fmla="*/ 349135 h 557310"/>
                <a:gd name="connsiteX799" fmla="*/ 239918 w 457155"/>
                <a:gd name="connsiteY799" fmla="*/ 347833 h 557310"/>
                <a:gd name="connsiteX800" fmla="*/ 244476 w 457155"/>
                <a:gd name="connsiteY800" fmla="*/ 342438 h 557310"/>
                <a:gd name="connsiteX801" fmla="*/ 247452 w 457155"/>
                <a:gd name="connsiteY801" fmla="*/ 342438 h 557310"/>
                <a:gd name="connsiteX802" fmla="*/ 247452 w 457155"/>
                <a:gd name="connsiteY802" fmla="*/ 339461 h 557310"/>
                <a:gd name="connsiteX803" fmla="*/ 250429 w 457155"/>
                <a:gd name="connsiteY803" fmla="*/ 339461 h 557310"/>
                <a:gd name="connsiteX804" fmla="*/ 251917 w 457155"/>
                <a:gd name="connsiteY804" fmla="*/ 335741 h 557310"/>
                <a:gd name="connsiteX805" fmla="*/ 255638 w 457155"/>
                <a:gd name="connsiteY805" fmla="*/ 332020 h 557310"/>
                <a:gd name="connsiteX806" fmla="*/ 257870 w 457155"/>
                <a:gd name="connsiteY806" fmla="*/ 332020 h 557310"/>
                <a:gd name="connsiteX807" fmla="*/ 257870 w 457155"/>
                <a:gd name="connsiteY807" fmla="*/ 329043 h 557310"/>
                <a:gd name="connsiteX808" fmla="*/ 260847 w 457155"/>
                <a:gd name="connsiteY808" fmla="*/ 329043 h 557310"/>
                <a:gd name="connsiteX809" fmla="*/ 260847 w 457155"/>
                <a:gd name="connsiteY809" fmla="*/ 326067 h 557310"/>
                <a:gd name="connsiteX810" fmla="*/ 263824 w 457155"/>
                <a:gd name="connsiteY810" fmla="*/ 324578 h 557310"/>
                <a:gd name="connsiteX811" fmla="*/ 265312 w 457155"/>
                <a:gd name="connsiteY811" fmla="*/ 322346 h 557310"/>
                <a:gd name="connsiteX812" fmla="*/ 266800 w 457155"/>
                <a:gd name="connsiteY812" fmla="*/ 322346 h 557310"/>
                <a:gd name="connsiteX813" fmla="*/ 267033 w 457155"/>
                <a:gd name="connsiteY813" fmla="*/ 321090 h 557310"/>
                <a:gd name="connsiteX814" fmla="*/ 271265 w 457155"/>
                <a:gd name="connsiteY814" fmla="*/ 315649 h 557310"/>
                <a:gd name="connsiteX815" fmla="*/ 274242 w 457155"/>
                <a:gd name="connsiteY815" fmla="*/ 315649 h 557310"/>
                <a:gd name="connsiteX816" fmla="*/ 274986 w 457155"/>
                <a:gd name="connsiteY816" fmla="*/ 312672 h 557310"/>
                <a:gd name="connsiteX817" fmla="*/ 277218 w 457155"/>
                <a:gd name="connsiteY817" fmla="*/ 311184 h 557310"/>
                <a:gd name="connsiteX818" fmla="*/ 277962 w 457155"/>
                <a:gd name="connsiteY818" fmla="*/ 308952 h 557310"/>
                <a:gd name="connsiteX819" fmla="*/ 280195 w 457155"/>
                <a:gd name="connsiteY819" fmla="*/ 308952 h 557310"/>
                <a:gd name="connsiteX820" fmla="*/ 281683 w 457155"/>
                <a:gd name="connsiteY820" fmla="*/ 305231 h 557310"/>
                <a:gd name="connsiteX821" fmla="*/ 283171 w 457155"/>
                <a:gd name="connsiteY821" fmla="*/ 305231 h 557310"/>
                <a:gd name="connsiteX822" fmla="*/ 282427 w 457155"/>
                <a:gd name="connsiteY822" fmla="*/ 168309 h 557310"/>
                <a:gd name="connsiteX823" fmla="*/ 212943 w 457155"/>
                <a:gd name="connsiteY823" fmla="*/ 168376 h 557310"/>
                <a:gd name="connsiteX824" fmla="*/ 203105 w 457155"/>
                <a:gd name="connsiteY824" fmla="*/ 168380 h 557310"/>
                <a:gd name="connsiteX825" fmla="*/ 196509 w 457155"/>
                <a:gd name="connsiteY825" fmla="*/ 168388 h 557310"/>
                <a:gd name="connsiteX826" fmla="*/ 188110 w 457155"/>
                <a:gd name="connsiteY826" fmla="*/ 168393 h 557310"/>
                <a:gd name="connsiteX827" fmla="*/ 185018 w 457155"/>
                <a:gd name="connsiteY827" fmla="*/ 168398 h 557310"/>
                <a:gd name="connsiteX828" fmla="*/ 180860 w 457155"/>
                <a:gd name="connsiteY828" fmla="*/ 168398 h 557310"/>
                <a:gd name="connsiteX829" fmla="*/ 178501 w 457155"/>
                <a:gd name="connsiteY829" fmla="*/ 168401 h 557310"/>
                <a:gd name="connsiteX830" fmla="*/ 176015 w 457155"/>
                <a:gd name="connsiteY830" fmla="*/ 167565 h 557310"/>
                <a:gd name="connsiteX831" fmla="*/ 175930 w 457155"/>
                <a:gd name="connsiteY831" fmla="*/ 160991 h 557310"/>
                <a:gd name="connsiteX832" fmla="*/ 175930 w 457155"/>
                <a:gd name="connsiteY832" fmla="*/ 158867 h 557310"/>
                <a:gd name="connsiteX833" fmla="*/ 175942 w 457155"/>
                <a:gd name="connsiteY833" fmla="*/ 152028 h 557310"/>
                <a:gd name="connsiteX834" fmla="*/ 175945 w 457155"/>
                <a:gd name="connsiteY834" fmla="*/ 147819 h 557310"/>
                <a:gd name="connsiteX835" fmla="*/ 175968 w 457155"/>
                <a:gd name="connsiteY835" fmla="*/ 132172 h 557310"/>
                <a:gd name="connsiteX836" fmla="*/ 176015 w 457155"/>
                <a:gd name="connsiteY836" fmla="*/ 96871 h 557310"/>
                <a:gd name="connsiteX837" fmla="*/ 283171 w 457155"/>
                <a:gd name="connsiteY837" fmla="*/ 96127 h 557310"/>
                <a:gd name="connsiteX838" fmla="*/ 282614 w 457155"/>
                <a:gd name="connsiteY838" fmla="*/ 36218 h 557310"/>
                <a:gd name="connsiteX839" fmla="*/ 282541 w 457155"/>
                <a:gd name="connsiteY839" fmla="*/ 27713 h 557310"/>
                <a:gd name="connsiteX840" fmla="*/ 282472 w 457155"/>
                <a:gd name="connsiteY840" fmla="*/ 20536 h 557310"/>
                <a:gd name="connsiteX841" fmla="*/ 282411 w 457155"/>
                <a:gd name="connsiteY841" fmla="*/ 13423 h 557310"/>
                <a:gd name="connsiteX842" fmla="*/ 282382 w 457155"/>
                <a:gd name="connsiteY842" fmla="*/ 10865 h 557310"/>
                <a:gd name="connsiteX843" fmla="*/ 282366 w 457155"/>
                <a:gd name="connsiteY843" fmla="*/ 8520 h 557310"/>
                <a:gd name="connsiteX844" fmla="*/ 282347 w 457155"/>
                <a:gd name="connsiteY844" fmla="*/ 6485 h 557310"/>
                <a:gd name="connsiteX845" fmla="*/ 283171 w 457155"/>
                <a:gd name="connsiteY845" fmla="*/ 877 h 557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Lst>
              <a:rect l="l" t="t" r="r" b="b"/>
              <a:pathLst>
                <a:path w="457155" h="557310">
                  <a:moveTo>
                    <a:pt x="283171" y="877"/>
                  </a:moveTo>
                  <a:cubicBezTo>
                    <a:pt x="285169" y="497"/>
                    <a:pt x="286714" y="407"/>
                    <a:pt x="288720" y="455"/>
                  </a:cubicBezTo>
                  <a:cubicBezTo>
                    <a:pt x="289311" y="455"/>
                    <a:pt x="289901" y="454"/>
                    <a:pt x="290509" y="454"/>
                  </a:cubicBezTo>
                  <a:cubicBezTo>
                    <a:pt x="292429" y="456"/>
                    <a:pt x="294347" y="485"/>
                    <a:pt x="296266" y="514"/>
                  </a:cubicBezTo>
                  <a:cubicBezTo>
                    <a:pt x="297448" y="519"/>
                    <a:pt x="298629" y="523"/>
                    <a:pt x="299810" y="525"/>
                  </a:cubicBezTo>
                  <a:cubicBezTo>
                    <a:pt x="304201" y="545"/>
                    <a:pt x="308592" y="597"/>
                    <a:pt x="312983" y="645"/>
                  </a:cubicBezTo>
                  <a:cubicBezTo>
                    <a:pt x="327694" y="760"/>
                    <a:pt x="327694" y="760"/>
                    <a:pt x="342702" y="877"/>
                  </a:cubicBezTo>
                  <a:cubicBezTo>
                    <a:pt x="342702" y="32555"/>
                    <a:pt x="342702" y="64233"/>
                    <a:pt x="342702" y="96871"/>
                  </a:cubicBezTo>
                  <a:cubicBezTo>
                    <a:pt x="361857" y="96871"/>
                    <a:pt x="381011" y="96871"/>
                    <a:pt x="400745" y="96871"/>
                  </a:cubicBezTo>
                  <a:cubicBezTo>
                    <a:pt x="400264" y="94551"/>
                    <a:pt x="400264" y="94551"/>
                    <a:pt x="398513" y="93895"/>
                  </a:cubicBezTo>
                  <a:cubicBezTo>
                    <a:pt x="397025" y="93151"/>
                    <a:pt x="397025" y="93151"/>
                    <a:pt x="396281" y="90918"/>
                  </a:cubicBezTo>
                  <a:cubicBezTo>
                    <a:pt x="395897" y="90535"/>
                    <a:pt x="395513" y="90151"/>
                    <a:pt x="395118" y="89756"/>
                  </a:cubicBezTo>
                  <a:cubicBezTo>
                    <a:pt x="394048" y="88686"/>
                    <a:pt x="394048" y="88686"/>
                    <a:pt x="394048" y="87198"/>
                  </a:cubicBezTo>
                  <a:cubicBezTo>
                    <a:pt x="393311" y="86952"/>
                    <a:pt x="392575" y="86707"/>
                    <a:pt x="391816" y="86454"/>
                  </a:cubicBezTo>
                  <a:cubicBezTo>
                    <a:pt x="391570" y="85717"/>
                    <a:pt x="391325" y="84980"/>
                    <a:pt x="391072" y="84221"/>
                  </a:cubicBezTo>
                  <a:cubicBezTo>
                    <a:pt x="389854" y="83201"/>
                    <a:pt x="388611" y="82211"/>
                    <a:pt x="387351" y="81245"/>
                  </a:cubicBezTo>
                  <a:cubicBezTo>
                    <a:pt x="385382" y="79440"/>
                    <a:pt x="384483" y="78594"/>
                    <a:pt x="383630" y="76036"/>
                  </a:cubicBezTo>
                  <a:cubicBezTo>
                    <a:pt x="383139" y="75790"/>
                    <a:pt x="382648" y="75544"/>
                    <a:pt x="382142" y="75291"/>
                  </a:cubicBezTo>
                  <a:cubicBezTo>
                    <a:pt x="381896" y="74555"/>
                    <a:pt x="381651" y="73818"/>
                    <a:pt x="381398" y="73059"/>
                  </a:cubicBezTo>
                  <a:cubicBezTo>
                    <a:pt x="380661" y="72813"/>
                    <a:pt x="379924" y="72568"/>
                    <a:pt x="379165" y="72315"/>
                  </a:cubicBezTo>
                  <a:cubicBezTo>
                    <a:pt x="378643" y="71336"/>
                    <a:pt x="378149" y="70342"/>
                    <a:pt x="377677" y="69338"/>
                  </a:cubicBezTo>
                  <a:cubicBezTo>
                    <a:pt x="377278" y="68939"/>
                    <a:pt x="376879" y="68540"/>
                    <a:pt x="376468" y="68129"/>
                  </a:cubicBezTo>
                  <a:cubicBezTo>
                    <a:pt x="375445" y="67106"/>
                    <a:pt x="375445" y="67106"/>
                    <a:pt x="375445" y="65618"/>
                  </a:cubicBezTo>
                  <a:cubicBezTo>
                    <a:pt x="374708" y="65618"/>
                    <a:pt x="373971" y="65618"/>
                    <a:pt x="373212" y="65618"/>
                  </a:cubicBezTo>
                  <a:cubicBezTo>
                    <a:pt x="373212" y="64635"/>
                    <a:pt x="373212" y="63653"/>
                    <a:pt x="373212" y="62641"/>
                  </a:cubicBezTo>
                  <a:cubicBezTo>
                    <a:pt x="371978" y="62363"/>
                    <a:pt x="370737" y="62115"/>
                    <a:pt x="369492" y="61897"/>
                  </a:cubicBezTo>
                  <a:cubicBezTo>
                    <a:pt x="369492" y="61160"/>
                    <a:pt x="369492" y="60423"/>
                    <a:pt x="369492" y="59664"/>
                  </a:cubicBezTo>
                  <a:cubicBezTo>
                    <a:pt x="368594" y="59319"/>
                    <a:pt x="368594" y="59319"/>
                    <a:pt x="367678" y="58967"/>
                  </a:cubicBezTo>
                  <a:cubicBezTo>
                    <a:pt x="367048" y="58706"/>
                    <a:pt x="366419" y="58445"/>
                    <a:pt x="365771" y="58176"/>
                  </a:cubicBezTo>
                  <a:cubicBezTo>
                    <a:pt x="365306" y="56641"/>
                    <a:pt x="365306" y="56641"/>
                    <a:pt x="365027" y="55200"/>
                  </a:cubicBezTo>
                  <a:cubicBezTo>
                    <a:pt x="364290" y="54954"/>
                    <a:pt x="363553" y="54708"/>
                    <a:pt x="362794" y="54455"/>
                  </a:cubicBezTo>
                  <a:cubicBezTo>
                    <a:pt x="359074" y="50389"/>
                    <a:pt x="359074" y="50389"/>
                    <a:pt x="359074" y="48502"/>
                  </a:cubicBezTo>
                  <a:cubicBezTo>
                    <a:pt x="357843" y="48211"/>
                    <a:pt x="356600" y="47966"/>
                    <a:pt x="355353" y="47758"/>
                  </a:cubicBezTo>
                  <a:cubicBezTo>
                    <a:pt x="354862" y="47513"/>
                    <a:pt x="354371" y="47267"/>
                    <a:pt x="353865" y="47014"/>
                  </a:cubicBezTo>
                  <a:cubicBezTo>
                    <a:pt x="353641" y="45177"/>
                    <a:pt x="353641" y="45177"/>
                    <a:pt x="353632" y="42921"/>
                  </a:cubicBezTo>
                  <a:cubicBezTo>
                    <a:pt x="353620" y="42177"/>
                    <a:pt x="353607" y="41433"/>
                    <a:pt x="353594" y="40666"/>
                  </a:cubicBezTo>
                  <a:cubicBezTo>
                    <a:pt x="353683" y="40059"/>
                    <a:pt x="353773" y="39453"/>
                    <a:pt x="353865" y="38829"/>
                  </a:cubicBezTo>
                  <a:cubicBezTo>
                    <a:pt x="354970" y="38460"/>
                    <a:pt x="354970" y="38460"/>
                    <a:pt x="356097" y="38084"/>
                  </a:cubicBezTo>
                  <a:cubicBezTo>
                    <a:pt x="356220" y="37578"/>
                    <a:pt x="356343" y="37071"/>
                    <a:pt x="356469" y="36550"/>
                  </a:cubicBezTo>
                  <a:cubicBezTo>
                    <a:pt x="356592" y="36074"/>
                    <a:pt x="356715" y="35598"/>
                    <a:pt x="356841" y="35108"/>
                  </a:cubicBezTo>
                  <a:cubicBezTo>
                    <a:pt x="357578" y="35108"/>
                    <a:pt x="358315" y="35108"/>
                    <a:pt x="359074" y="35108"/>
                  </a:cubicBezTo>
                  <a:cubicBezTo>
                    <a:pt x="359196" y="34617"/>
                    <a:pt x="359319" y="34126"/>
                    <a:pt x="359446" y="33620"/>
                  </a:cubicBezTo>
                  <a:cubicBezTo>
                    <a:pt x="359568" y="33128"/>
                    <a:pt x="359691" y="32637"/>
                    <a:pt x="359818" y="32131"/>
                  </a:cubicBezTo>
                  <a:cubicBezTo>
                    <a:pt x="360554" y="32131"/>
                    <a:pt x="361291" y="32131"/>
                    <a:pt x="362050" y="32131"/>
                  </a:cubicBezTo>
                  <a:cubicBezTo>
                    <a:pt x="362490" y="30683"/>
                    <a:pt x="362490" y="30683"/>
                    <a:pt x="362794" y="29155"/>
                  </a:cubicBezTo>
                  <a:cubicBezTo>
                    <a:pt x="363285" y="28909"/>
                    <a:pt x="363777" y="28664"/>
                    <a:pt x="364283" y="28411"/>
                  </a:cubicBezTo>
                  <a:cubicBezTo>
                    <a:pt x="364528" y="27919"/>
                    <a:pt x="364774" y="27428"/>
                    <a:pt x="365027" y="26922"/>
                  </a:cubicBezTo>
                  <a:cubicBezTo>
                    <a:pt x="365771" y="25434"/>
                    <a:pt x="365771" y="25434"/>
                    <a:pt x="367259" y="24690"/>
                  </a:cubicBezTo>
                  <a:cubicBezTo>
                    <a:pt x="367459" y="24260"/>
                    <a:pt x="367658" y="23830"/>
                    <a:pt x="367864" y="23388"/>
                  </a:cubicBezTo>
                  <a:cubicBezTo>
                    <a:pt x="369034" y="21170"/>
                    <a:pt x="370678" y="19740"/>
                    <a:pt x="372468" y="17993"/>
                  </a:cubicBezTo>
                  <a:cubicBezTo>
                    <a:pt x="374219" y="15949"/>
                    <a:pt x="375336" y="14597"/>
                    <a:pt x="376189" y="12039"/>
                  </a:cubicBezTo>
                  <a:cubicBezTo>
                    <a:pt x="377041" y="11579"/>
                    <a:pt x="377041" y="11579"/>
                    <a:pt x="377910" y="11109"/>
                  </a:cubicBezTo>
                  <a:cubicBezTo>
                    <a:pt x="380067" y="9705"/>
                    <a:pt x="380203" y="9305"/>
                    <a:pt x="381119" y="7063"/>
                  </a:cubicBezTo>
                  <a:cubicBezTo>
                    <a:pt x="381811" y="5679"/>
                    <a:pt x="381811" y="5679"/>
                    <a:pt x="382886" y="4598"/>
                  </a:cubicBezTo>
                  <a:cubicBezTo>
                    <a:pt x="385660" y="4132"/>
                    <a:pt x="388284" y="4295"/>
                    <a:pt x="391072" y="4598"/>
                  </a:cubicBezTo>
                  <a:cubicBezTo>
                    <a:pt x="391072" y="5580"/>
                    <a:pt x="391072" y="6563"/>
                    <a:pt x="391072" y="7575"/>
                  </a:cubicBezTo>
                  <a:cubicBezTo>
                    <a:pt x="392875" y="8445"/>
                    <a:pt x="392875" y="8445"/>
                    <a:pt x="394792" y="9063"/>
                  </a:cubicBezTo>
                  <a:cubicBezTo>
                    <a:pt x="395038" y="9554"/>
                    <a:pt x="395283" y="10045"/>
                    <a:pt x="395536" y="10551"/>
                  </a:cubicBezTo>
                  <a:cubicBezTo>
                    <a:pt x="396250" y="10689"/>
                    <a:pt x="396250" y="10689"/>
                    <a:pt x="396978" y="10830"/>
                  </a:cubicBezTo>
                  <a:cubicBezTo>
                    <a:pt x="397485" y="10984"/>
                    <a:pt x="397991" y="11137"/>
                    <a:pt x="398513" y="11295"/>
                  </a:cubicBezTo>
                  <a:cubicBezTo>
                    <a:pt x="399033" y="12275"/>
                    <a:pt x="399530" y="13267"/>
                    <a:pt x="400001" y="14272"/>
                  </a:cubicBezTo>
                  <a:cubicBezTo>
                    <a:pt x="400738" y="14517"/>
                    <a:pt x="401475" y="14763"/>
                    <a:pt x="402234" y="15016"/>
                  </a:cubicBezTo>
                  <a:cubicBezTo>
                    <a:pt x="402479" y="15523"/>
                    <a:pt x="402725" y="16029"/>
                    <a:pt x="402978" y="16551"/>
                  </a:cubicBezTo>
                  <a:cubicBezTo>
                    <a:pt x="403223" y="17027"/>
                    <a:pt x="403469" y="17502"/>
                    <a:pt x="403722" y="17993"/>
                  </a:cubicBezTo>
                  <a:cubicBezTo>
                    <a:pt x="404459" y="17993"/>
                    <a:pt x="405195" y="17993"/>
                    <a:pt x="405954" y="17993"/>
                  </a:cubicBezTo>
                  <a:cubicBezTo>
                    <a:pt x="405954" y="18975"/>
                    <a:pt x="405954" y="19957"/>
                    <a:pt x="405954" y="20969"/>
                  </a:cubicBezTo>
                  <a:cubicBezTo>
                    <a:pt x="407192" y="21230"/>
                    <a:pt x="408433" y="21477"/>
                    <a:pt x="409675" y="21713"/>
                  </a:cubicBezTo>
                  <a:cubicBezTo>
                    <a:pt x="410512" y="23155"/>
                    <a:pt x="410512" y="23155"/>
                    <a:pt x="411163" y="24690"/>
                  </a:cubicBezTo>
                  <a:cubicBezTo>
                    <a:pt x="411900" y="25181"/>
                    <a:pt x="412637" y="25672"/>
                    <a:pt x="413396" y="26178"/>
                  </a:cubicBezTo>
                  <a:cubicBezTo>
                    <a:pt x="413396" y="26915"/>
                    <a:pt x="413396" y="27652"/>
                    <a:pt x="413396" y="28411"/>
                  </a:cubicBezTo>
                  <a:cubicBezTo>
                    <a:pt x="414378" y="28411"/>
                    <a:pt x="415360" y="28411"/>
                    <a:pt x="416372" y="28411"/>
                  </a:cubicBezTo>
                  <a:cubicBezTo>
                    <a:pt x="416372" y="29393"/>
                    <a:pt x="416372" y="30375"/>
                    <a:pt x="416372" y="31387"/>
                  </a:cubicBezTo>
                  <a:cubicBezTo>
                    <a:pt x="416894" y="31449"/>
                    <a:pt x="417416" y="31510"/>
                    <a:pt x="417954" y="31573"/>
                  </a:cubicBezTo>
                  <a:cubicBezTo>
                    <a:pt x="420960" y="32357"/>
                    <a:pt x="421778" y="34110"/>
                    <a:pt x="423497" y="36593"/>
                  </a:cubicBezTo>
                  <a:cubicBezTo>
                    <a:pt x="424584" y="38208"/>
                    <a:pt x="424584" y="38208"/>
                    <a:pt x="426325" y="39852"/>
                  </a:cubicBezTo>
                  <a:cubicBezTo>
                    <a:pt x="427534" y="41061"/>
                    <a:pt x="427534" y="41061"/>
                    <a:pt x="427534" y="42549"/>
                  </a:cubicBezTo>
                  <a:cubicBezTo>
                    <a:pt x="428271" y="42549"/>
                    <a:pt x="429008" y="42549"/>
                    <a:pt x="429767" y="42549"/>
                  </a:cubicBezTo>
                  <a:cubicBezTo>
                    <a:pt x="430558" y="43991"/>
                    <a:pt x="430558" y="43991"/>
                    <a:pt x="431255" y="45526"/>
                  </a:cubicBezTo>
                  <a:cubicBezTo>
                    <a:pt x="431746" y="45771"/>
                    <a:pt x="432237" y="46017"/>
                    <a:pt x="432743" y="46270"/>
                  </a:cubicBezTo>
                  <a:cubicBezTo>
                    <a:pt x="432989" y="47007"/>
                    <a:pt x="433235" y="47743"/>
                    <a:pt x="433488" y="48502"/>
                  </a:cubicBezTo>
                  <a:cubicBezTo>
                    <a:pt x="434511" y="49650"/>
                    <a:pt x="434511" y="49650"/>
                    <a:pt x="435720" y="50735"/>
                  </a:cubicBezTo>
                  <a:cubicBezTo>
                    <a:pt x="437431" y="52314"/>
                    <a:pt x="437932" y="52905"/>
                    <a:pt x="438697" y="55200"/>
                  </a:cubicBezTo>
                  <a:cubicBezTo>
                    <a:pt x="439433" y="55691"/>
                    <a:pt x="440170" y="56182"/>
                    <a:pt x="440929" y="56688"/>
                  </a:cubicBezTo>
                  <a:cubicBezTo>
                    <a:pt x="441175" y="57425"/>
                    <a:pt x="441420" y="58161"/>
                    <a:pt x="441673" y="58920"/>
                  </a:cubicBezTo>
                  <a:cubicBezTo>
                    <a:pt x="442410" y="59166"/>
                    <a:pt x="443147" y="59411"/>
                    <a:pt x="443906" y="59664"/>
                  </a:cubicBezTo>
                  <a:cubicBezTo>
                    <a:pt x="444154" y="60905"/>
                    <a:pt x="444402" y="62145"/>
                    <a:pt x="444650" y="63385"/>
                  </a:cubicBezTo>
                  <a:cubicBezTo>
                    <a:pt x="445386" y="63631"/>
                    <a:pt x="446123" y="63876"/>
                    <a:pt x="446882" y="64129"/>
                  </a:cubicBezTo>
                  <a:cubicBezTo>
                    <a:pt x="447161" y="65990"/>
                    <a:pt x="447161" y="65990"/>
                    <a:pt x="446882" y="67850"/>
                  </a:cubicBezTo>
                  <a:cubicBezTo>
                    <a:pt x="445777" y="68218"/>
                    <a:pt x="445777" y="68218"/>
                    <a:pt x="444650" y="68594"/>
                  </a:cubicBezTo>
                  <a:cubicBezTo>
                    <a:pt x="443897" y="69829"/>
                    <a:pt x="443152" y="71069"/>
                    <a:pt x="442417" y="72315"/>
                  </a:cubicBezTo>
                  <a:cubicBezTo>
                    <a:pt x="441926" y="72315"/>
                    <a:pt x="441435" y="72315"/>
                    <a:pt x="440929" y="72315"/>
                  </a:cubicBezTo>
                  <a:cubicBezTo>
                    <a:pt x="440673" y="73305"/>
                    <a:pt x="440426" y="74297"/>
                    <a:pt x="440185" y="75291"/>
                  </a:cubicBezTo>
                  <a:cubicBezTo>
                    <a:pt x="439694" y="75537"/>
                    <a:pt x="439203" y="75783"/>
                    <a:pt x="438697" y="76036"/>
                  </a:cubicBezTo>
                  <a:cubicBezTo>
                    <a:pt x="438451" y="76542"/>
                    <a:pt x="438205" y="77049"/>
                    <a:pt x="437952" y="77570"/>
                  </a:cubicBezTo>
                  <a:cubicBezTo>
                    <a:pt x="437707" y="78046"/>
                    <a:pt x="437461" y="78522"/>
                    <a:pt x="437208" y="79012"/>
                  </a:cubicBezTo>
                  <a:cubicBezTo>
                    <a:pt x="436717" y="79012"/>
                    <a:pt x="436226" y="79012"/>
                    <a:pt x="435720" y="79012"/>
                  </a:cubicBezTo>
                  <a:cubicBezTo>
                    <a:pt x="435613" y="79457"/>
                    <a:pt x="435505" y="79902"/>
                    <a:pt x="435394" y="80361"/>
                  </a:cubicBezTo>
                  <a:cubicBezTo>
                    <a:pt x="434896" y="82301"/>
                    <a:pt x="434225" y="82910"/>
                    <a:pt x="432743" y="84221"/>
                  </a:cubicBezTo>
                  <a:cubicBezTo>
                    <a:pt x="432360" y="84620"/>
                    <a:pt x="431976" y="85019"/>
                    <a:pt x="431581" y="85430"/>
                  </a:cubicBezTo>
                  <a:cubicBezTo>
                    <a:pt x="430511" y="86454"/>
                    <a:pt x="430511" y="86454"/>
                    <a:pt x="429023" y="87198"/>
                  </a:cubicBezTo>
                  <a:cubicBezTo>
                    <a:pt x="428777" y="87689"/>
                    <a:pt x="428532" y="88180"/>
                    <a:pt x="428279" y="88686"/>
                  </a:cubicBezTo>
                  <a:cubicBezTo>
                    <a:pt x="427534" y="90174"/>
                    <a:pt x="427534" y="90174"/>
                    <a:pt x="426046" y="90918"/>
                  </a:cubicBezTo>
                  <a:cubicBezTo>
                    <a:pt x="425801" y="91655"/>
                    <a:pt x="425555" y="92392"/>
                    <a:pt x="425302" y="93151"/>
                  </a:cubicBezTo>
                  <a:cubicBezTo>
                    <a:pt x="424310" y="93647"/>
                    <a:pt x="423318" y="94143"/>
                    <a:pt x="422325" y="94639"/>
                  </a:cubicBezTo>
                  <a:cubicBezTo>
                    <a:pt x="422080" y="95376"/>
                    <a:pt x="421834" y="96112"/>
                    <a:pt x="421581" y="96871"/>
                  </a:cubicBezTo>
                  <a:cubicBezTo>
                    <a:pt x="434351" y="96871"/>
                    <a:pt x="447120" y="96871"/>
                    <a:pt x="460277" y="96871"/>
                  </a:cubicBezTo>
                  <a:cubicBezTo>
                    <a:pt x="460307" y="114484"/>
                    <a:pt x="460307" y="114484"/>
                    <a:pt x="460313" y="121964"/>
                  </a:cubicBezTo>
                  <a:cubicBezTo>
                    <a:pt x="460317" y="127078"/>
                    <a:pt x="460323" y="132192"/>
                    <a:pt x="460333" y="137305"/>
                  </a:cubicBezTo>
                  <a:cubicBezTo>
                    <a:pt x="460341" y="141426"/>
                    <a:pt x="460345" y="145546"/>
                    <a:pt x="460347" y="149667"/>
                  </a:cubicBezTo>
                  <a:cubicBezTo>
                    <a:pt x="460349" y="151242"/>
                    <a:pt x="460351" y="152818"/>
                    <a:pt x="460355" y="154394"/>
                  </a:cubicBezTo>
                  <a:cubicBezTo>
                    <a:pt x="460361" y="156593"/>
                    <a:pt x="460362" y="158792"/>
                    <a:pt x="460361" y="160991"/>
                  </a:cubicBezTo>
                  <a:cubicBezTo>
                    <a:pt x="460364" y="161649"/>
                    <a:pt x="460366" y="162308"/>
                    <a:pt x="460369" y="162986"/>
                  </a:cubicBezTo>
                  <a:cubicBezTo>
                    <a:pt x="460362" y="167480"/>
                    <a:pt x="460362" y="167480"/>
                    <a:pt x="459533" y="168309"/>
                  </a:cubicBezTo>
                  <a:cubicBezTo>
                    <a:pt x="458057" y="168383"/>
                    <a:pt x="456580" y="168403"/>
                    <a:pt x="455102" y="168403"/>
                  </a:cubicBezTo>
                  <a:cubicBezTo>
                    <a:pt x="453658" y="168407"/>
                    <a:pt x="453658" y="168407"/>
                    <a:pt x="452184" y="168410"/>
                  </a:cubicBezTo>
                  <a:cubicBezTo>
                    <a:pt x="451107" y="168408"/>
                    <a:pt x="450029" y="168407"/>
                    <a:pt x="448952" y="168405"/>
                  </a:cubicBezTo>
                  <a:cubicBezTo>
                    <a:pt x="447825" y="168406"/>
                    <a:pt x="446699" y="168408"/>
                    <a:pt x="445572" y="168409"/>
                  </a:cubicBezTo>
                  <a:cubicBezTo>
                    <a:pt x="442503" y="168413"/>
                    <a:pt x="439434" y="168411"/>
                    <a:pt x="436365" y="168409"/>
                  </a:cubicBezTo>
                  <a:cubicBezTo>
                    <a:pt x="433160" y="168407"/>
                    <a:pt x="429955" y="168409"/>
                    <a:pt x="426750" y="168410"/>
                  </a:cubicBezTo>
                  <a:cubicBezTo>
                    <a:pt x="421366" y="168411"/>
                    <a:pt x="415981" y="168410"/>
                    <a:pt x="410597" y="168406"/>
                  </a:cubicBezTo>
                  <a:cubicBezTo>
                    <a:pt x="404365" y="168402"/>
                    <a:pt x="398133" y="168403"/>
                    <a:pt x="391901" y="168407"/>
                  </a:cubicBezTo>
                  <a:cubicBezTo>
                    <a:pt x="386559" y="168411"/>
                    <a:pt x="381217" y="168411"/>
                    <a:pt x="375875" y="168409"/>
                  </a:cubicBezTo>
                  <a:cubicBezTo>
                    <a:pt x="372681" y="168408"/>
                    <a:pt x="369487" y="168408"/>
                    <a:pt x="366293" y="168410"/>
                  </a:cubicBezTo>
                  <a:cubicBezTo>
                    <a:pt x="363289" y="168413"/>
                    <a:pt x="360286" y="168411"/>
                    <a:pt x="357283" y="168407"/>
                  </a:cubicBezTo>
                  <a:cubicBezTo>
                    <a:pt x="356178" y="168406"/>
                    <a:pt x="355074" y="168406"/>
                    <a:pt x="353969" y="168408"/>
                  </a:cubicBezTo>
                  <a:cubicBezTo>
                    <a:pt x="352466" y="168410"/>
                    <a:pt x="350963" y="168407"/>
                    <a:pt x="349459" y="168403"/>
                  </a:cubicBezTo>
                  <a:cubicBezTo>
                    <a:pt x="348617" y="168403"/>
                    <a:pt x="347774" y="168403"/>
                    <a:pt x="346906" y="168403"/>
                  </a:cubicBezTo>
                  <a:cubicBezTo>
                    <a:pt x="344935" y="168309"/>
                    <a:pt x="344935" y="168309"/>
                    <a:pt x="343447" y="167565"/>
                  </a:cubicBezTo>
                  <a:cubicBezTo>
                    <a:pt x="343392" y="170730"/>
                    <a:pt x="343351" y="173896"/>
                    <a:pt x="343324" y="177062"/>
                  </a:cubicBezTo>
                  <a:cubicBezTo>
                    <a:pt x="343313" y="178140"/>
                    <a:pt x="343297" y="179217"/>
                    <a:pt x="343278" y="180295"/>
                  </a:cubicBezTo>
                  <a:cubicBezTo>
                    <a:pt x="343251" y="181841"/>
                    <a:pt x="343238" y="183387"/>
                    <a:pt x="343229" y="184933"/>
                  </a:cubicBezTo>
                  <a:cubicBezTo>
                    <a:pt x="343217" y="185864"/>
                    <a:pt x="343205" y="186796"/>
                    <a:pt x="343193" y="187755"/>
                  </a:cubicBezTo>
                  <a:cubicBezTo>
                    <a:pt x="343277" y="188459"/>
                    <a:pt x="343360" y="189164"/>
                    <a:pt x="343447" y="189889"/>
                  </a:cubicBezTo>
                  <a:cubicBezTo>
                    <a:pt x="344183" y="190135"/>
                    <a:pt x="344920" y="190380"/>
                    <a:pt x="345679" y="190633"/>
                  </a:cubicBezTo>
                  <a:cubicBezTo>
                    <a:pt x="345965" y="192197"/>
                    <a:pt x="345965" y="192197"/>
                    <a:pt x="345981" y="194235"/>
                  </a:cubicBezTo>
                  <a:cubicBezTo>
                    <a:pt x="345998" y="194964"/>
                    <a:pt x="346014" y="195694"/>
                    <a:pt x="346031" y="196445"/>
                  </a:cubicBezTo>
                  <a:cubicBezTo>
                    <a:pt x="346041" y="197597"/>
                    <a:pt x="346041" y="197597"/>
                    <a:pt x="346051" y="198772"/>
                  </a:cubicBezTo>
                  <a:cubicBezTo>
                    <a:pt x="346064" y="200283"/>
                    <a:pt x="346087" y="201794"/>
                    <a:pt x="346121" y="203304"/>
                  </a:cubicBezTo>
                  <a:cubicBezTo>
                    <a:pt x="346126" y="203977"/>
                    <a:pt x="346131" y="204651"/>
                    <a:pt x="346137" y="205344"/>
                  </a:cubicBezTo>
                  <a:cubicBezTo>
                    <a:pt x="346231" y="205892"/>
                    <a:pt x="346326" y="206440"/>
                    <a:pt x="346423" y="207004"/>
                  </a:cubicBezTo>
                  <a:cubicBezTo>
                    <a:pt x="347160" y="207495"/>
                    <a:pt x="347897" y="207987"/>
                    <a:pt x="348656" y="208493"/>
                  </a:cubicBezTo>
                  <a:cubicBezTo>
                    <a:pt x="348874" y="209924"/>
                    <a:pt x="348874" y="209924"/>
                    <a:pt x="348795" y="211652"/>
                  </a:cubicBezTo>
                  <a:cubicBezTo>
                    <a:pt x="348769" y="212587"/>
                    <a:pt x="348769" y="212587"/>
                    <a:pt x="348743" y="213540"/>
                  </a:cubicBezTo>
                  <a:cubicBezTo>
                    <a:pt x="348685" y="214854"/>
                    <a:pt x="348627" y="216168"/>
                    <a:pt x="348568" y="217482"/>
                  </a:cubicBezTo>
                  <a:cubicBezTo>
                    <a:pt x="348551" y="218106"/>
                    <a:pt x="348534" y="218730"/>
                    <a:pt x="348516" y="219373"/>
                  </a:cubicBezTo>
                  <a:cubicBezTo>
                    <a:pt x="348490" y="219944"/>
                    <a:pt x="348464" y="220515"/>
                    <a:pt x="348438" y="221104"/>
                  </a:cubicBezTo>
                  <a:cubicBezTo>
                    <a:pt x="348715" y="223050"/>
                    <a:pt x="349510" y="223521"/>
                    <a:pt x="350888" y="224864"/>
                  </a:cubicBezTo>
                  <a:cubicBezTo>
                    <a:pt x="351169" y="227618"/>
                    <a:pt x="351249" y="230297"/>
                    <a:pt x="351280" y="233061"/>
                  </a:cubicBezTo>
                  <a:cubicBezTo>
                    <a:pt x="351324" y="234549"/>
                    <a:pt x="351470" y="236034"/>
                    <a:pt x="351632" y="237514"/>
                  </a:cubicBezTo>
                  <a:cubicBezTo>
                    <a:pt x="352369" y="237760"/>
                    <a:pt x="353106" y="238005"/>
                    <a:pt x="353865" y="238258"/>
                  </a:cubicBezTo>
                  <a:cubicBezTo>
                    <a:pt x="354158" y="240987"/>
                    <a:pt x="354226" y="243642"/>
                    <a:pt x="354257" y="246383"/>
                  </a:cubicBezTo>
                  <a:cubicBezTo>
                    <a:pt x="354301" y="247895"/>
                    <a:pt x="354447" y="249404"/>
                    <a:pt x="354609" y="250909"/>
                  </a:cubicBezTo>
                  <a:cubicBezTo>
                    <a:pt x="355345" y="251154"/>
                    <a:pt x="356082" y="251400"/>
                    <a:pt x="356841" y="251653"/>
                  </a:cubicBezTo>
                  <a:cubicBezTo>
                    <a:pt x="357009" y="253711"/>
                    <a:pt x="357049" y="255600"/>
                    <a:pt x="356981" y="257652"/>
                  </a:cubicBezTo>
                  <a:cubicBezTo>
                    <a:pt x="356971" y="258217"/>
                    <a:pt x="356961" y="258781"/>
                    <a:pt x="356950" y="259363"/>
                  </a:cubicBezTo>
                  <a:cubicBezTo>
                    <a:pt x="356924" y="260762"/>
                    <a:pt x="356884" y="262160"/>
                    <a:pt x="356841" y="263559"/>
                  </a:cubicBezTo>
                  <a:cubicBezTo>
                    <a:pt x="357578" y="263559"/>
                    <a:pt x="358315" y="263559"/>
                    <a:pt x="359074" y="263559"/>
                  </a:cubicBezTo>
                  <a:cubicBezTo>
                    <a:pt x="359319" y="264296"/>
                    <a:pt x="359565" y="265032"/>
                    <a:pt x="359818" y="265791"/>
                  </a:cubicBezTo>
                  <a:cubicBezTo>
                    <a:pt x="361411" y="264466"/>
                    <a:pt x="361411" y="264466"/>
                    <a:pt x="361632" y="262815"/>
                  </a:cubicBezTo>
                  <a:cubicBezTo>
                    <a:pt x="362050" y="261327"/>
                    <a:pt x="362050" y="261327"/>
                    <a:pt x="364283" y="259838"/>
                  </a:cubicBezTo>
                  <a:cubicBezTo>
                    <a:pt x="364825" y="258618"/>
                    <a:pt x="365314" y="257373"/>
                    <a:pt x="365771" y="256118"/>
                  </a:cubicBezTo>
                  <a:cubicBezTo>
                    <a:pt x="367780" y="251764"/>
                    <a:pt x="367780" y="251764"/>
                    <a:pt x="369492" y="250909"/>
                  </a:cubicBezTo>
                  <a:cubicBezTo>
                    <a:pt x="369599" y="250295"/>
                    <a:pt x="369706" y="249681"/>
                    <a:pt x="369817" y="249048"/>
                  </a:cubicBezTo>
                  <a:cubicBezTo>
                    <a:pt x="369955" y="248434"/>
                    <a:pt x="370093" y="247820"/>
                    <a:pt x="370236" y="247188"/>
                  </a:cubicBezTo>
                  <a:cubicBezTo>
                    <a:pt x="370972" y="246942"/>
                    <a:pt x="371709" y="246697"/>
                    <a:pt x="372468" y="246444"/>
                  </a:cubicBezTo>
                  <a:cubicBezTo>
                    <a:pt x="372727" y="244957"/>
                    <a:pt x="372974" y="243469"/>
                    <a:pt x="373212" y="241979"/>
                  </a:cubicBezTo>
                  <a:cubicBezTo>
                    <a:pt x="374328" y="240770"/>
                    <a:pt x="374328" y="240770"/>
                    <a:pt x="375445" y="239746"/>
                  </a:cubicBezTo>
                  <a:cubicBezTo>
                    <a:pt x="375567" y="239209"/>
                    <a:pt x="375690" y="238672"/>
                    <a:pt x="375817" y="238119"/>
                  </a:cubicBezTo>
                  <a:cubicBezTo>
                    <a:pt x="375939" y="237674"/>
                    <a:pt x="376062" y="237228"/>
                    <a:pt x="376189" y="236770"/>
                  </a:cubicBezTo>
                  <a:cubicBezTo>
                    <a:pt x="376925" y="236770"/>
                    <a:pt x="377662" y="236770"/>
                    <a:pt x="378421" y="236770"/>
                  </a:cubicBezTo>
                  <a:cubicBezTo>
                    <a:pt x="378421" y="235296"/>
                    <a:pt x="378421" y="233823"/>
                    <a:pt x="378421" y="232305"/>
                  </a:cubicBezTo>
                  <a:cubicBezTo>
                    <a:pt x="379158" y="232305"/>
                    <a:pt x="379895" y="232305"/>
                    <a:pt x="380654" y="232305"/>
                  </a:cubicBezTo>
                  <a:cubicBezTo>
                    <a:pt x="380730" y="231599"/>
                    <a:pt x="380807" y="230893"/>
                    <a:pt x="380886" y="230166"/>
                  </a:cubicBezTo>
                  <a:cubicBezTo>
                    <a:pt x="381398" y="227840"/>
                    <a:pt x="381398" y="227840"/>
                    <a:pt x="383630" y="226352"/>
                  </a:cubicBezTo>
                  <a:cubicBezTo>
                    <a:pt x="383630" y="225738"/>
                    <a:pt x="383630" y="225124"/>
                    <a:pt x="383630" y="224492"/>
                  </a:cubicBezTo>
                  <a:cubicBezTo>
                    <a:pt x="383630" y="223878"/>
                    <a:pt x="383630" y="223264"/>
                    <a:pt x="383630" y="222631"/>
                  </a:cubicBezTo>
                  <a:cubicBezTo>
                    <a:pt x="384367" y="222140"/>
                    <a:pt x="385104" y="221649"/>
                    <a:pt x="385863" y="221143"/>
                  </a:cubicBezTo>
                  <a:cubicBezTo>
                    <a:pt x="386108" y="220514"/>
                    <a:pt x="386354" y="219884"/>
                    <a:pt x="386607" y="219236"/>
                  </a:cubicBezTo>
                  <a:cubicBezTo>
                    <a:pt x="386852" y="218638"/>
                    <a:pt x="387098" y="218039"/>
                    <a:pt x="387351" y="217422"/>
                  </a:cubicBezTo>
                  <a:cubicBezTo>
                    <a:pt x="388088" y="217177"/>
                    <a:pt x="388824" y="216931"/>
                    <a:pt x="389583" y="216678"/>
                  </a:cubicBezTo>
                  <a:cubicBezTo>
                    <a:pt x="389769" y="214043"/>
                    <a:pt x="389769" y="214043"/>
                    <a:pt x="389583" y="211469"/>
                  </a:cubicBezTo>
                  <a:cubicBezTo>
                    <a:pt x="390074" y="211469"/>
                    <a:pt x="390566" y="211469"/>
                    <a:pt x="391072" y="211469"/>
                  </a:cubicBezTo>
                  <a:cubicBezTo>
                    <a:pt x="391577" y="209984"/>
                    <a:pt x="392073" y="208496"/>
                    <a:pt x="392560" y="207004"/>
                  </a:cubicBezTo>
                  <a:cubicBezTo>
                    <a:pt x="393051" y="206759"/>
                    <a:pt x="393542" y="206513"/>
                    <a:pt x="394048" y="206260"/>
                  </a:cubicBezTo>
                  <a:cubicBezTo>
                    <a:pt x="394351" y="204533"/>
                    <a:pt x="394602" y="202795"/>
                    <a:pt x="394792" y="201051"/>
                  </a:cubicBezTo>
                  <a:cubicBezTo>
                    <a:pt x="395529" y="201051"/>
                    <a:pt x="396266" y="201051"/>
                    <a:pt x="397025" y="201051"/>
                  </a:cubicBezTo>
                  <a:cubicBezTo>
                    <a:pt x="397270" y="199087"/>
                    <a:pt x="397516" y="197122"/>
                    <a:pt x="397769" y="195098"/>
                  </a:cubicBezTo>
                  <a:cubicBezTo>
                    <a:pt x="398260" y="195098"/>
                    <a:pt x="398751" y="195098"/>
                    <a:pt x="399257" y="195098"/>
                  </a:cubicBezTo>
                  <a:cubicBezTo>
                    <a:pt x="399720" y="193775"/>
                    <a:pt x="399720" y="193775"/>
                    <a:pt x="400001" y="192168"/>
                  </a:cubicBezTo>
                  <a:cubicBezTo>
                    <a:pt x="400327" y="190520"/>
                    <a:pt x="400327" y="190520"/>
                    <a:pt x="400745" y="189145"/>
                  </a:cubicBezTo>
                  <a:cubicBezTo>
                    <a:pt x="401237" y="188899"/>
                    <a:pt x="401728" y="188654"/>
                    <a:pt x="402234" y="188401"/>
                  </a:cubicBezTo>
                  <a:cubicBezTo>
                    <a:pt x="402294" y="187898"/>
                    <a:pt x="402355" y="187395"/>
                    <a:pt x="402417" y="186878"/>
                  </a:cubicBezTo>
                  <a:cubicBezTo>
                    <a:pt x="402695" y="186158"/>
                    <a:pt x="402695" y="186158"/>
                    <a:pt x="402978" y="185424"/>
                  </a:cubicBezTo>
                  <a:cubicBezTo>
                    <a:pt x="405004" y="185134"/>
                    <a:pt x="405004" y="185134"/>
                    <a:pt x="407489" y="185238"/>
                  </a:cubicBezTo>
                  <a:cubicBezTo>
                    <a:pt x="408311" y="185265"/>
                    <a:pt x="409133" y="185292"/>
                    <a:pt x="409980" y="185320"/>
                  </a:cubicBezTo>
                  <a:cubicBezTo>
                    <a:pt x="410616" y="185354"/>
                    <a:pt x="411252" y="185389"/>
                    <a:pt x="411908" y="185424"/>
                  </a:cubicBezTo>
                  <a:cubicBezTo>
                    <a:pt x="411908" y="186161"/>
                    <a:pt x="411908" y="186898"/>
                    <a:pt x="411908" y="187657"/>
                  </a:cubicBezTo>
                  <a:cubicBezTo>
                    <a:pt x="413393" y="188162"/>
                    <a:pt x="414881" y="188658"/>
                    <a:pt x="416372" y="189145"/>
                  </a:cubicBezTo>
                  <a:cubicBezTo>
                    <a:pt x="416618" y="189882"/>
                    <a:pt x="416864" y="190618"/>
                    <a:pt x="417117" y="191377"/>
                  </a:cubicBezTo>
                  <a:cubicBezTo>
                    <a:pt x="417853" y="191485"/>
                    <a:pt x="418590" y="191592"/>
                    <a:pt x="419349" y="191703"/>
                  </a:cubicBezTo>
                  <a:cubicBezTo>
                    <a:pt x="420086" y="191841"/>
                    <a:pt x="420822" y="191979"/>
                    <a:pt x="421581" y="192121"/>
                  </a:cubicBezTo>
                  <a:cubicBezTo>
                    <a:pt x="421829" y="193114"/>
                    <a:pt x="422077" y="194106"/>
                    <a:pt x="422325" y="195098"/>
                  </a:cubicBezTo>
                  <a:cubicBezTo>
                    <a:pt x="423062" y="195221"/>
                    <a:pt x="423799" y="195344"/>
                    <a:pt x="424558" y="195470"/>
                  </a:cubicBezTo>
                  <a:cubicBezTo>
                    <a:pt x="425295" y="195593"/>
                    <a:pt x="426031" y="195716"/>
                    <a:pt x="426790" y="195842"/>
                  </a:cubicBezTo>
                  <a:cubicBezTo>
                    <a:pt x="427059" y="196829"/>
                    <a:pt x="427309" y="197821"/>
                    <a:pt x="427534" y="198819"/>
                  </a:cubicBezTo>
                  <a:cubicBezTo>
                    <a:pt x="428133" y="198819"/>
                    <a:pt x="428732" y="198819"/>
                    <a:pt x="429348" y="198819"/>
                  </a:cubicBezTo>
                  <a:cubicBezTo>
                    <a:pt x="429978" y="198819"/>
                    <a:pt x="430607" y="198819"/>
                    <a:pt x="431255" y="198819"/>
                  </a:cubicBezTo>
                  <a:cubicBezTo>
                    <a:pt x="431470" y="199295"/>
                    <a:pt x="431685" y="199770"/>
                    <a:pt x="431906" y="200261"/>
                  </a:cubicBezTo>
                  <a:cubicBezTo>
                    <a:pt x="432183" y="200767"/>
                    <a:pt x="432459" y="201273"/>
                    <a:pt x="432743" y="201795"/>
                  </a:cubicBezTo>
                  <a:cubicBezTo>
                    <a:pt x="433618" y="201918"/>
                    <a:pt x="434493" y="202041"/>
                    <a:pt x="435394" y="202167"/>
                  </a:cubicBezTo>
                  <a:cubicBezTo>
                    <a:pt x="436239" y="202290"/>
                    <a:pt x="437083" y="202413"/>
                    <a:pt x="437952" y="202539"/>
                  </a:cubicBezTo>
                  <a:cubicBezTo>
                    <a:pt x="438418" y="204028"/>
                    <a:pt x="438418" y="204028"/>
                    <a:pt x="438697" y="205516"/>
                  </a:cubicBezTo>
                  <a:cubicBezTo>
                    <a:pt x="439931" y="205794"/>
                    <a:pt x="441171" y="206042"/>
                    <a:pt x="442417" y="206260"/>
                  </a:cubicBezTo>
                  <a:cubicBezTo>
                    <a:pt x="442663" y="206997"/>
                    <a:pt x="442908" y="207734"/>
                    <a:pt x="443161" y="208493"/>
                  </a:cubicBezTo>
                  <a:cubicBezTo>
                    <a:pt x="444021" y="208600"/>
                    <a:pt x="444880" y="208707"/>
                    <a:pt x="445766" y="208818"/>
                  </a:cubicBezTo>
                  <a:cubicBezTo>
                    <a:pt x="446625" y="208956"/>
                    <a:pt x="447485" y="209094"/>
                    <a:pt x="448370" y="209237"/>
                  </a:cubicBezTo>
                  <a:cubicBezTo>
                    <a:pt x="448647" y="210221"/>
                    <a:pt x="448896" y="211214"/>
                    <a:pt x="449115" y="212213"/>
                  </a:cubicBezTo>
                  <a:cubicBezTo>
                    <a:pt x="451359" y="212825"/>
                    <a:pt x="451359" y="212825"/>
                    <a:pt x="453579" y="212957"/>
                  </a:cubicBezTo>
                  <a:cubicBezTo>
                    <a:pt x="453579" y="213940"/>
                    <a:pt x="453579" y="214922"/>
                    <a:pt x="453579" y="215934"/>
                  </a:cubicBezTo>
                  <a:cubicBezTo>
                    <a:pt x="454193" y="215995"/>
                    <a:pt x="454807" y="216057"/>
                    <a:pt x="455440" y="216120"/>
                  </a:cubicBezTo>
                  <a:cubicBezTo>
                    <a:pt x="456054" y="216304"/>
                    <a:pt x="456668" y="216488"/>
                    <a:pt x="457300" y="216678"/>
                  </a:cubicBezTo>
                  <a:cubicBezTo>
                    <a:pt x="457750" y="218687"/>
                    <a:pt x="457713" y="220617"/>
                    <a:pt x="457300" y="222631"/>
                  </a:cubicBezTo>
                  <a:cubicBezTo>
                    <a:pt x="456563" y="223000"/>
                    <a:pt x="456563" y="223000"/>
                    <a:pt x="455812" y="223375"/>
                  </a:cubicBezTo>
                  <a:cubicBezTo>
                    <a:pt x="455704" y="223851"/>
                    <a:pt x="455597" y="224327"/>
                    <a:pt x="455486" y="224817"/>
                  </a:cubicBezTo>
                  <a:cubicBezTo>
                    <a:pt x="455068" y="226352"/>
                    <a:pt x="455068" y="226352"/>
                    <a:pt x="452835" y="227840"/>
                  </a:cubicBezTo>
                  <a:cubicBezTo>
                    <a:pt x="452712" y="228454"/>
                    <a:pt x="452590" y="229068"/>
                    <a:pt x="452463" y="229701"/>
                  </a:cubicBezTo>
                  <a:cubicBezTo>
                    <a:pt x="452091" y="231561"/>
                    <a:pt x="452091" y="231561"/>
                    <a:pt x="449859" y="233049"/>
                  </a:cubicBezTo>
                  <a:cubicBezTo>
                    <a:pt x="449598" y="233571"/>
                    <a:pt x="449337" y="234093"/>
                    <a:pt x="449068" y="234630"/>
                  </a:cubicBezTo>
                  <a:cubicBezTo>
                    <a:pt x="448838" y="235091"/>
                    <a:pt x="448608" y="235551"/>
                    <a:pt x="448370" y="236026"/>
                  </a:cubicBezTo>
                  <a:cubicBezTo>
                    <a:pt x="447879" y="236026"/>
                    <a:pt x="447388" y="236026"/>
                    <a:pt x="446882" y="236026"/>
                  </a:cubicBezTo>
                  <a:cubicBezTo>
                    <a:pt x="446628" y="237265"/>
                    <a:pt x="446380" y="238505"/>
                    <a:pt x="446138" y="239746"/>
                  </a:cubicBezTo>
                  <a:cubicBezTo>
                    <a:pt x="445401" y="240115"/>
                    <a:pt x="445401" y="240115"/>
                    <a:pt x="444650" y="240491"/>
                  </a:cubicBezTo>
                  <a:cubicBezTo>
                    <a:pt x="444542" y="241074"/>
                    <a:pt x="444435" y="241657"/>
                    <a:pt x="444324" y="242258"/>
                  </a:cubicBezTo>
                  <a:cubicBezTo>
                    <a:pt x="443850" y="244471"/>
                    <a:pt x="443291" y="244955"/>
                    <a:pt x="441673" y="246444"/>
                  </a:cubicBezTo>
                  <a:cubicBezTo>
                    <a:pt x="441412" y="246981"/>
                    <a:pt x="441151" y="247518"/>
                    <a:pt x="440883" y="248072"/>
                  </a:cubicBezTo>
                  <a:cubicBezTo>
                    <a:pt x="440652" y="248517"/>
                    <a:pt x="440422" y="248962"/>
                    <a:pt x="440185" y="249420"/>
                  </a:cubicBezTo>
                  <a:cubicBezTo>
                    <a:pt x="439694" y="249420"/>
                    <a:pt x="439203" y="249420"/>
                    <a:pt x="438697" y="249420"/>
                  </a:cubicBezTo>
                  <a:cubicBezTo>
                    <a:pt x="438589" y="250034"/>
                    <a:pt x="438482" y="250648"/>
                    <a:pt x="438371" y="251281"/>
                  </a:cubicBezTo>
                  <a:cubicBezTo>
                    <a:pt x="438233" y="251895"/>
                    <a:pt x="438095" y="252508"/>
                    <a:pt x="437952" y="253141"/>
                  </a:cubicBezTo>
                  <a:cubicBezTo>
                    <a:pt x="437216" y="253141"/>
                    <a:pt x="436479" y="253141"/>
                    <a:pt x="435720" y="253141"/>
                  </a:cubicBezTo>
                  <a:cubicBezTo>
                    <a:pt x="435789" y="254039"/>
                    <a:pt x="435789" y="254039"/>
                    <a:pt x="435860" y="254955"/>
                  </a:cubicBezTo>
                  <a:cubicBezTo>
                    <a:pt x="435790" y="255899"/>
                    <a:pt x="435790" y="255899"/>
                    <a:pt x="435720" y="256862"/>
                  </a:cubicBezTo>
                  <a:cubicBezTo>
                    <a:pt x="434983" y="257107"/>
                    <a:pt x="434247" y="257353"/>
                    <a:pt x="433488" y="257606"/>
                  </a:cubicBezTo>
                  <a:cubicBezTo>
                    <a:pt x="433216" y="258841"/>
                    <a:pt x="432967" y="260082"/>
                    <a:pt x="432743" y="261327"/>
                  </a:cubicBezTo>
                  <a:cubicBezTo>
                    <a:pt x="432252" y="261327"/>
                    <a:pt x="431761" y="261327"/>
                    <a:pt x="431255" y="261327"/>
                  </a:cubicBezTo>
                  <a:cubicBezTo>
                    <a:pt x="431071" y="261818"/>
                    <a:pt x="430887" y="262309"/>
                    <a:pt x="430697" y="262815"/>
                  </a:cubicBezTo>
                  <a:cubicBezTo>
                    <a:pt x="429598" y="265452"/>
                    <a:pt x="428069" y="267387"/>
                    <a:pt x="426299" y="269611"/>
                  </a:cubicBezTo>
                  <a:cubicBezTo>
                    <a:pt x="425164" y="271049"/>
                    <a:pt x="425164" y="271049"/>
                    <a:pt x="424558" y="273233"/>
                  </a:cubicBezTo>
                  <a:cubicBezTo>
                    <a:pt x="423821" y="273724"/>
                    <a:pt x="423085" y="274215"/>
                    <a:pt x="422325" y="274721"/>
                  </a:cubicBezTo>
                  <a:cubicBezTo>
                    <a:pt x="422203" y="275243"/>
                    <a:pt x="422080" y="275765"/>
                    <a:pt x="421953" y="276302"/>
                  </a:cubicBezTo>
                  <a:cubicBezTo>
                    <a:pt x="421831" y="276763"/>
                    <a:pt x="421708" y="277223"/>
                    <a:pt x="421581" y="277698"/>
                  </a:cubicBezTo>
                  <a:cubicBezTo>
                    <a:pt x="420845" y="277698"/>
                    <a:pt x="420108" y="277698"/>
                    <a:pt x="419349" y="277698"/>
                  </a:cubicBezTo>
                  <a:cubicBezTo>
                    <a:pt x="419349" y="278925"/>
                    <a:pt x="419349" y="280153"/>
                    <a:pt x="419349" y="281418"/>
                  </a:cubicBezTo>
                  <a:cubicBezTo>
                    <a:pt x="418612" y="281418"/>
                    <a:pt x="417876" y="281418"/>
                    <a:pt x="417117" y="281418"/>
                  </a:cubicBezTo>
                  <a:cubicBezTo>
                    <a:pt x="416832" y="282651"/>
                    <a:pt x="416585" y="283892"/>
                    <a:pt x="416372" y="285139"/>
                  </a:cubicBezTo>
                  <a:cubicBezTo>
                    <a:pt x="415636" y="285507"/>
                    <a:pt x="415636" y="285507"/>
                    <a:pt x="414884" y="285883"/>
                  </a:cubicBezTo>
                  <a:cubicBezTo>
                    <a:pt x="414685" y="286558"/>
                    <a:pt x="414485" y="287234"/>
                    <a:pt x="414279" y="287930"/>
                  </a:cubicBezTo>
                  <a:cubicBezTo>
                    <a:pt x="413242" y="290770"/>
                    <a:pt x="411846" y="292004"/>
                    <a:pt x="409675" y="294069"/>
                  </a:cubicBezTo>
                  <a:cubicBezTo>
                    <a:pt x="408919" y="295301"/>
                    <a:pt x="408171" y="296540"/>
                    <a:pt x="407443" y="297789"/>
                  </a:cubicBezTo>
                  <a:cubicBezTo>
                    <a:pt x="406706" y="298158"/>
                    <a:pt x="406706" y="298158"/>
                    <a:pt x="405954" y="298534"/>
                  </a:cubicBezTo>
                  <a:cubicBezTo>
                    <a:pt x="405832" y="299025"/>
                    <a:pt x="405709" y="299516"/>
                    <a:pt x="405582" y="300022"/>
                  </a:cubicBezTo>
                  <a:cubicBezTo>
                    <a:pt x="405460" y="300513"/>
                    <a:pt x="405337" y="301004"/>
                    <a:pt x="405210" y="301510"/>
                  </a:cubicBezTo>
                  <a:cubicBezTo>
                    <a:pt x="404474" y="301878"/>
                    <a:pt x="404474" y="301878"/>
                    <a:pt x="403722" y="302254"/>
                  </a:cubicBezTo>
                  <a:cubicBezTo>
                    <a:pt x="403492" y="302761"/>
                    <a:pt x="403262" y="303267"/>
                    <a:pt x="403024" y="303789"/>
                  </a:cubicBezTo>
                  <a:cubicBezTo>
                    <a:pt x="402763" y="304265"/>
                    <a:pt x="402503" y="304741"/>
                    <a:pt x="402234" y="305231"/>
                  </a:cubicBezTo>
                  <a:cubicBezTo>
                    <a:pt x="401497" y="305231"/>
                    <a:pt x="400760" y="305231"/>
                    <a:pt x="400001" y="305231"/>
                  </a:cubicBezTo>
                  <a:cubicBezTo>
                    <a:pt x="400001" y="306213"/>
                    <a:pt x="400001" y="307195"/>
                    <a:pt x="400001" y="308207"/>
                  </a:cubicBezTo>
                  <a:cubicBezTo>
                    <a:pt x="399265" y="308207"/>
                    <a:pt x="398528" y="308207"/>
                    <a:pt x="397769" y="308207"/>
                  </a:cubicBezTo>
                  <a:cubicBezTo>
                    <a:pt x="397838" y="309105"/>
                    <a:pt x="397838" y="309105"/>
                    <a:pt x="397908" y="310021"/>
                  </a:cubicBezTo>
                  <a:cubicBezTo>
                    <a:pt x="397839" y="310965"/>
                    <a:pt x="397839" y="310965"/>
                    <a:pt x="397769" y="311928"/>
                  </a:cubicBezTo>
                  <a:cubicBezTo>
                    <a:pt x="397032" y="312174"/>
                    <a:pt x="396295" y="312419"/>
                    <a:pt x="395536" y="312672"/>
                  </a:cubicBezTo>
                  <a:cubicBezTo>
                    <a:pt x="395260" y="313657"/>
                    <a:pt x="395011" y="314650"/>
                    <a:pt x="394792" y="315649"/>
                  </a:cubicBezTo>
                  <a:cubicBezTo>
                    <a:pt x="394056" y="316017"/>
                    <a:pt x="394056" y="316017"/>
                    <a:pt x="393304" y="316393"/>
                  </a:cubicBezTo>
                  <a:cubicBezTo>
                    <a:pt x="393058" y="316884"/>
                    <a:pt x="392813" y="317375"/>
                    <a:pt x="392560" y="317881"/>
                  </a:cubicBezTo>
                  <a:cubicBezTo>
                    <a:pt x="391816" y="319369"/>
                    <a:pt x="391816" y="319369"/>
                    <a:pt x="390327" y="320114"/>
                  </a:cubicBezTo>
                  <a:cubicBezTo>
                    <a:pt x="390128" y="320789"/>
                    <a:pt x="389928" y="321464"/>
                    <a:pt x="389723" y="322160"/>
                  </a:cubicBezTo>
                  <a:cubicBezTo>
                    <a:pt x="388676" y="325026"/>
                    <a:pt x="387338" y="326234"/>
                    <a:pt x="385118" y="328299"/>
                  </a:cubicBezTo>
                  <a:cubicBezTo>
                    <a:pt x="382255" y="331025"/>
                    <a:pt x="382255" y="331025"/>
                    <a:pt x="381165" y="334703"/>
                  </a:cubicBezTo>
                  <a:cubicBezTo>
                    <a:pt x="381165" y="336552"/>
                    <a:pt x="381234" y="338364"/>
                    <a:pt x="381398" y="340205"/>
                  </a:cubicBezTo>
                  <a:cubicBezTo>
                    <a:pt x="382134" y="340205"/>
                    <a:pt x="382871" y="340205"/>
                    <a:pt x="383630" y="340205"/>
                  </a:cubicBezTo>
                  <a:cubicBezTo>
                    <a:pt x="383751" y="341732"/>
                    <a:pt x="383872" y="343258"/>
                    <a:pt x="383994" y="344784"/>
                  </a:cubicBezTo>
                  <a:cubicBezTo>
                    <a:pt x="384119" y="345237"/>
                    <a:pt x="384245" y="345691"/>
                    <a:pt x="384374" y="346159"/>
                  </a:cubicBezTo>
                  <a:cubicBezTo>
                    <a:pt x="385111" y="346404"/>
                    <a:pt x="385848" y="346650"/>
                    <a:pt x="386607" y="346903"/>
                  </a:cubicBezTo>
                  <a:cubicBezTo>
                    <a:pt x="386607" y="348887"/>
                    <a:pt x="386607" y="350871"/>
                    <a:pt x="386607" y="352856"/>
                  </a:cubicBezTo>
                  <a:cubicBezTo>
                    <a:pt x="387343" y="353101"/>
                    <a:pt x="388080" y="353347"/>
                    <a:pt x="388839" y="353600"/>
                  </a:cubicBezTo>
                  <a:cubicBezTo>
                    <a:pt x="389087" y="355088"/>
                    <a:pt x="389335" y="356577"/>
                    <a:pt x="389583" y="358065"/>
                  </a:cubicBezTo>
                  <a:cubicBezTo>
                    <a:pt x="390320" y="358310"/>
                    <a:pt x="391057" y="358556"/>
                    <a:pt x="391816" y="358809"/>
                  </a:cubicBezTo>
                  <a:cubicBezTo>
                    <a:pt x="392064" y="360049"/>
                    <a:pt x="392312" y="361289"/>
                    <a:pt x="392560" y="362530"/>
                  </a:cubicBezTo>
                  <a:cubicBezTo>
                    <a:pt x="393297" y="362775"/>
                    <a:pt x="394033" y="363021"/>
                    <a:pt x="394792" y="363274"/>
                  </a:cubicBezTo>
                  <a:cubicBezTo>
                    <a:pt x="395045" y="364761"/>
                    <a:pt x="395293" y="366250"/>
                    <a:pt x="395536" y="367739"/>
                  </a:cubicBezTo>
                  <a:cubicBezTo>
                    <a:pt x="396273" y="368230"/>
                    <a:pt x="397010" y="368721"/>
                    <a:pt x="397769" y="369227"/>
                  </a:cubicBezTo>
                  <a:cubicBezTo>
                    <a:pt x="397908" y="371552"/>
                    <a:pt x="397908" y="371552"/>
                    <a:pt x="397769" y="373692"/>
                  </a:cubicBezTo>
                  <a:cubicBezTo>
                    <a:pt x="398506" y="373692"/>
                    <a:pt x="399242" y="373692"/>
                    <a:pt x="400001" y="373692"/>
                  </a:cubicBezTo>
                  <a:cubicBezTo>
                    <a:pt x="400535" y="374916"/>
                    <a:pt x="401031" y="376158"/>
                    <a:pt x="401490" y="377412"/>
                  </a:cubicBezTo>
                  <a:cubicBezTo>
                    <a:pt x="401981" y="377658"/>
                    <a:pt x="402472" y="377904"/>
                    <a:pt x="402978" y="378157"/>
                  </a:cubicBezTo>
                  <a:cubicBezTo>
                    <a:pt x="403474" y="379645"/>
                    <a:pt x="403970" y="381133"/>
                    <a:pt x="404466" y="382621"/>
                  </a:cubicBezTo>
                  <a:cubicBezTo>
                    <a:pt x="404957" y="382867"/>
                    <a:pt x="405448" y="383113"/>
                    <a:pt x="405954" y="383366"/>
                  </a:cubicBezTo>
                  <a:cubicBezTo>
                    <a:pt x="406047" y="385272"/>
                    <a:pt x="406047" y="385272"/>
                    <a:pt x="405954" y="387086"/>
                  </a:cubicBezTo>
                  <a:cubicBezTo>
                    <a:pt x="406691" y="387086"/>
                    <a:pt x="407428" y="387086"/>
                    <a:pt x="408187" y="387086"/>
                  </a:cubicBezTo>
                  <a:cubicBezTo>
                    <a:pt x="408125" y="387670"/>
                    <a:pt x="408064" y="388253"/>
                    <a:pt x="408001" y="388854"/>
                  </a:cubicBezTo>
                  <a:cubicBezTo>
                    <a:pt x="408062" y="389498"/>
                    <a:pt x="408124" y="390143"/>
                    <a:pt x="408187" y="390807"/>
                  </a:cubicBezTo>
                  <a:cubicBezTo>
                    <a:pt x="409650" y="391663"/>
                    <a:pt x="409650" y="391663"/>
                    <a:pt x="411163" y="392295"/>
                  </a:cubicBezTo>
                  <a:cubicBezTo>
                    <a:pt x="411163" y="393032"/>
                    <a:pt x="411163" y="393769"/>
                    <a:pt x="411163" y="394528"/>
                  </a:cubicBezTo>
                  <a:cubicBezTo>
                    <a:pt x="411900" y="394773"/>
                    <a:pt x="412637" y="395019"/>
                    <a:pt x="413396" y="395272"/>
                  </a:cubicBezTo>
                  <a:cubicBezTo>
                    <a:pt x="413665" y="396259"/>
                    <a:pt x="413915" y="397251"/>
                    <a:pt x="414140" y="398248"/>
                  </a:cubicBezTo>
                  <a:cubicBezTo>
                    <a:pt x="414631" y="398248"/>
                    <a:pt x="415122" y="398248"/>
                    <a:pt x="415628" y="398248"/>
                  </a:cubicBezTo>
                  <a:cubicBezTo>
                    <a:pt x="416914" y="399740"/>
                    <a:pt x="418114" y="401239"/>
                    <a:pt x="419302" y="402806"/>
                  </a:cubicBezTo>
                  <a:cubicBezTo>
                    <a:pt x="420039" y="403760"/>
                    <a:pt x="420775" y="404713"/>
                    <a:pt x="421512" y="405667"/>
                  </a:cubicBezTo>
                  <a:cubicBezTo>
                    <a:pt x="421891" y="406161"/>
                    <a:pt x="422269" y="406655"/>
                    <a:pt x="422660" y="407164"/>
                  </a:cubicBezTo>
                  <a:cubicBezTo>
                    <a:pt x="424504" y="409566"/>
                    <a:pt x="426367" y="411954"/>
                    <a:pt x="428232" y="414340"/>
                  </a:cubicBezTo>
                  <a:cubicBezTo>
                    <a:pt x="428565" y="414771"/>
                    <a:pt x="428899" y="415202"/>
                    <a:pt x="429242" y="415646"/>
                  </a:cubicBezTo>
                  <a:cubicBezTo>
                    <a:pt x="430644" y="417443"/>
                    <a:pt x="432048" y="419132"/>
                    <a:pt x="433677" y="420730"/>
                  </a:cubicBezTo>
                  <a:cubicBezTo>
                    <a:pt x="434976" y="422061"/>
                    <a:pt x="434976" y="422061"/>
                    <a:pt x="435720" y="424293"/>
                  </a:cubicBezTo>
                  <a:cubicBezTo>
                    <a:pt x="436457" y="424539"/>
                    <a:pt x="437193" y="424784"/>
                    <a:pt x="437952" y="425037"/>
                  </a:cubicBezTo>
                  <a:cubicBezTo>
                    <a:pt x="438200" y="426030"/>
                    <a:pt x="438449" y="427022"/>
                    <a:pt x="438697" y="428014"/>
                  </a:cubicBezTo>
                  <a:cubicBezTo>
                    <a:pt x="439433" y="428260"/>
                    <a:pt x="440170" y="428505"/>
                    <a:pt x="440929" y="428758"/>
                  </a:cubicBezTo>
                  <a:cubicBezTo>
                    <a:pt x="441175" y="429495"/>
                    <a:pt x="441420" y="430232"/>
                    <a:pt x="441673" y="430991"/>
                  </a:cubicBezTo>
                  <a:cubicBezTo>
                    <a:pt x="442410" y="431236"/>
                    <a:pt x="443147" y="431482"/>
                    <a:pt x="443906" y="431735"/>
                  </a:cubicBezTo>
                  <a:cubicBezTo>
                    <a:pt x="444151" y="432471"/>
                    <a:pt x="444397" y="433208"/>
                    <a:pt x="444650" y="433967"/>
                  </a:cubicBezTo>
                  <a:cubicBezTo>
                    <a:pt x="445079" y="434182"/>
                    <a:pt x="445509" y="434397"/>
                    <a:pt x="445952" y="434618"/>
                  </a:cubicBezTo>
                  <a:cubicBezTo>
                    <a:pt x="448974" y="436129"/>
                    <a:pt x="451025" y="438212"/>
                    <a:pt x="452091" y="441409"/>
                  </a:cubicBezTo>
                  <a:cubicBezTo>
                    <a:pt x="452828" y="441654"/>
                    <a:pt x="453565" y="441900"/>
                    <a:pt x="454324" y="442153"/>
                  </a:cubicBezTo>
                  <a:cubicBezTo>
                    <a:pt x="454431" y="442659"/>
                    <a:pt x="454538" y="443166"/>
                    <a:pt x="454649" y="443687"/>
                  </a:cubicBezTo>
                  <a:cubicBezTo>
                    <a:pt x="454787" y="444163"/>
                    <a:pt x="454925" y="444639"/>
                    <a:pt x="455068" y="445129"/>
                  </a:cubicBezTo>
                  <a:cubicBezTo>
                    <a:pt x="456050" y="445129"/>
                    <a:pt x="457032" y="445129"/>
                    <a:pt x="458044" y="445129"/>
                  </a:cubicBezTo>
                  <a:cubicBezTo>
                    <a:pt x="458290" y="445866"/>
                    <a:pt x="458535" y="446603"/>
                    <a:pt x="458788" y="447362"/>
                  </a:cubicBezTo>
                  <a:cubicBezTo>
                    <a:pt x="459418" y="447730"/>
                    <a:pt x="460047" y="448098"/>
                    <a:pt x="460695" y="448478"/>
                  </a:cubicBezTo>
                  <a:cubicBezTo>
                    <a:pt x="461294" y="448846"/>
                    <a:pt x="461892" y="449215"/>
                    <a:pt x="462509" y="449594"/>
                  </a:cubicBezTo>
                  <a:cubicBezTo>
                    <a:pt x="462509" y="450331"/>
                    <a:pt x="462509" y="451067"/>
                    <a:pt x="462509" y="451827"/>
                  </a:cubicBezTo>
                  <a:cubicBezTo>
                    <a:pt x="463737" y="451827"/>
                    <a:pt x="464965" y="451827"/>
                    <a:pt x="466230" y="451827"/>
                  </a:cubicBezTo>
                  <a:cubicBezTo>
                    <a:pt x="466230" y="455264"/>
                    <a:pt x="466230" y="458702"/>
                    <a:pt x="466230" y="462244"/>
                  </a:cubicBezTo>
                  <a:cubicBezTo>
                    <a:pt x="465002" y="462244"/>
                    <a:pt x="463774" y="462244"/>
                    <a:pt x="462509" y="462244"/>
                  </a:cubicBezTo>
                  <a:cubicBezTo>
                    <a:pt x="462509" y="463227"/>
                    <a:pt x="462509" y="464209"/>
                    <a:pt x="462509" y="465221"/>
                  </a:cubicBezTo>
                  <a:cubicBezTo>
                    <a:pt x="461772" y="465467"/>
                    <a:pt x="461036" y="465712"/>
                    <a:pt x="460277" y="465965"/>
                  </a:cubicBezTo>
                  <a:cubicBezTo>
                    <a:pt x="459260" y="467048"/>
                    <a:pt x="459260" y="467048"/>
                    <a:pt x="458347" y="468401"/>
                  </a:cubicBezTo>
                  <a:cubicBezTo>
                    <a:pt x="457995" y="468892"/>
                    <a:pt x="457642" y="469383"/>
                    <a:pt x="457280" y="469889"/>
                  </a:cubicBezTo>
                  <a:cubicBezTo>
                    <a:pt x="456918" y="470405"/>
                    <a:pt x="456556" y="470921"/>
                    <a:pt x="456184" y="471453"/>
                  </a:cubicBezTo>
                  <a:cubicBezTo>
                    <a:pt x="455465" y="472468"/>
                    <a:pt x="454744" y="473482"/>
                    <a:pt x="454021" y="474494"/>
                  </a:cubicBezTo>
                  <a:cubicBezTo>
                    <a:pt x="453704" y="474945"/>
                    <a:pt x="453387" y="475396"/>
                    <a:pt x="453061" y="475861"/>
                  </a:cubicBezTo>
                  <a:cubicBezTo>
                    <a:pt x="452091" y="477127"/>
                    <a:pt x="452091" y="477127"/>
                    <a:pt x="450901" y="478269"/>
                  </a:cubicBezTo>
                  <a:cubicBezTo>
                    <a:pt x="449667" y="479405"/>
                    <a:pt x="449667" y="479405"/>
                    <a:pt x="449115" y="481592"/>
                  </a:cubicBezTo>
                  <a:cubicBezTo>
                    <a:pt x="448378" y="482083"/>
                    <a:pt x="447641" y="482574"/>
                    <a:pt x="446882" y="483080"/>
                  </a:cubicBezTo>
                  <a:cubicBezTo>
                    <a:pt x="446759" y="483602"/>
                    <a:pt x="446637" y="484124"/>
                    <a:pt x="446510" y="484662"/>
                  </a:cubicBezTo>
                  <a:cubicBezTo>
                    <a:pt x="446387" y="485122"/>
                    <a:pt x="446265" y="485583"/>
                    <a:pt x="446138" y="486057"/>
                  </a:cubicBezTo>
                  <a:cubicBezTo>
                    <a:pt x="445401" y="486057"/>
                    <a:pt x="444665" y="486057"/>
                    <a:pt x="443906" y="486057"/>
                  </a:cubicBezTo>
                  <a:cubicBezTo>
                    <a:pt x="443975" y="487139"/>
                    <a:pt x="443975" y="487139"/>
                    <a:pt x="444045" y="488243"/>
                  </a:cubicBezTo>
                  <a:cubicBezTo>
                    <a:pt x="443999" y="488995"/>
                    <a:pt x="443953" y="489747"/>
                    <a:pt x="443906" y="490522"/>
                  </a:cubicBezTo>
                  <a:cubicBezTo>
                    <a:pt x="443169" y="490767"/>
                    <a:pt x="442432" y="491013"/>
                    <a:pt x="441673" y="491266"/>
                  </a:cubicBezTo>
                  <a:cubicBezTo>
                    <a:pt x="441395" y="492749"/>
                    <a:pt x="441147" y="494238"/>
                    <a:pt x="440929" y="495731"/>
                  </a:cubicBezTo>
                  <a:cubicBezTo>
                    <a:pt x="440438" y="495976"/>
                    <a:pt x="439947" y="496222"/>
                    <a:pt x="439441" y="496475"/>
                  </a:cubicBezTo>
                  <a:cubicBezTo>
                    <a:pt x="438935" y="497960"/>
                    <a:pt x="438439" y="499449"/>
                    <a:pt x="437952" y="500940"/>
                  </a:cubicBezTo>
                  <a:cubicBezTo>
                    <a:pt x="437461" y="501431"/>
                    <a:pt x="436970" y="501922"/>
                    <a:pt x="436464" y="502428"/>
                  </a:cubicBezTo>
                  <a:cubicBezTo>
                    <a:pt x="436214" y="503950"/>
                    <a:pt x="436136" y="505446"/>
                    <a:pt x="436048" y="506986"/>
                  </a:cubicBezTo>
                  <a:cubicBezTo>
                    <a:pt x="435720" y="508381"/>
                    <a:pt x="435720" y="508381"/>
                    <a:pt x="433488" y="509869"/>
                  </a:cubicBezTo>
                  <a:cubicBezTo>
                    <a:pt x="433426" y="510514"/>
                    <a:pt x="433365" y="511159"/>
                    <a:pt x="433302" y="511823"/>
                  </a:cubicBezTo>
                  <a:cubicBezTo>
                    <a:pt x="433117" y="512406"/>
                    <a:pt x="432933" y="512989"/>
                    <a:pt x="432743" y="513590"/>
                  </a:cubicBezTo>
                  <a:cubicBezTo>
                    <a:pt x="430139" y="514009"/>
                    <a:pt x="430139" y="514009"/>
                    <a:pt x="427534" y="513590"/>
                  </a:cubicBezTo>
                  <a:cubicBezTo>
                    <a:pt x="426976" y="512148"/>
                    <a:pt x="426976" y="512148"/>
                    <a:pt x="426790" y="510614"/>
                  </a:cubicBezTo>
                  <a:cubicBezTo>
                    <a:pt x="426054" y="510368"/>
                    <a:pt x="425317" y="510122"/>
                    <a:pt x="424558" y="509869"/>
                  </a:cubicBezTo>
                  <a:cubicBezTo>
                    <a:pt x="422068" y="507676"/>
                    <a:pt x="420883" y="506331"/>
                    <a:pt x="420093" y="503172"/>
                  </a:cubicBezTo>
                  <a:cubicBezTo>
                    <a:pt x="419587" y="503049"/>
                    <a:pt x="419080" y="502927"/>
                    <a:pt x="418558" y="502800"/>
                  </a:cubicBezTo>
                  <a:cubicBezTo>
                    <a:pt x="418083" y="502677"/>
                    <a:pt x="417607" y="502555"/>
                    <a:pt x="417117" y="502428"/>
                  </a:cubicBezTo>
                  <a:cubicBezTo>
                    <a:pt x="417117" y="501446"/>
                    <a:pt x="417117" y="500464"/>
                    <a:pt x="417117" y="499452"/>
                  </a:cubicBezTo>
                  <a:cubicBezTo>
                    <a:pt x="416134" y="499452"/>
                    <a:pt x="415152" y="499452"/>
                    <a:pt x="414140" y="499452"/>
                  </a:cubicBezTo>
                  <a:cubicBezTo>
                    <a:pt x="414140" y="498469"/>
                    <a:pt x="414140" y="497487"/>
                    <a:pt x="414140" y="496475"/>
                  </a:cubicBezTo>
                  <a:cubicBezTo>
                    <a:pt x="413158" y="496475"/>
                    <a:pt x="412175" y="496475"/>
                    <a:pt x="411163" y="496475"/>
                  </a:cubicBezTo>
                  <a:cubicBezTo>
                    <a:pt x="411163" y="495493"/>
                    <a:pt x="411163" y="494510"/>
                    <a:pt x="411163" y="493498"/>
                  </a:cubicBezTo>
                  <a:cubicBezTo>
                    <a:pt x="410173" y="493242"/>
                    <a:pt x="409181" y="492996"/>
                    <a:pt x="408187" y="492754"/>
                  </a:cubicBezTo>
                  <a:cubicBezTo>
                    <a:pt x="405275" y="490102"/>
                    <a:pt x="402942" y="487156"/>
                    <a:pt x="400606" y="484011"/>
                  </a:cubicBezTo>
                  <a:cubicBezTo>
                    <a:pt x="398473" y="480870"/>
                    <a:pt x="398473" y="480870"/>
                    <a:pt x="395536" y="478616"/>
                  </a:cubicBezTo>
                  <a:cubicBezTo>
                    <a:pt x="395040" y="477623"/>
                    <a:pt x="394544" y="476631"/>
                    <a:pt x="394048" y="475639"/>
                  </a:cubicBezTo>
                  <a:cubicBezTo>
                    <a:pt x="393557" y="475393"/>
                    <a:pt x="393066" y="475148"/>
                    <a:pt x="392560" y="474895"/>
                  </a:cubicBezTo>
                  <a:cubicBezTo>
                    <a:pt x="392314" y="474158"/>
                    <a:pt x="392069" y="473421"/>
                    <a:pt x="391816" y="472662"/>
                  </a:cubicBezTo>
                  <a:cubicBezTo>
                    <a:pt x="391079" y="472171"/>
                    <a:pt x="390342" y="471680"/>
                    <a:pt x="389583" y="471174"/>
                  </a:cubicBezTo>
                  <a:cubicBezTo>
                    <a:pt x="389338" y="470437"/>
                    <a:pt x="389092" y="469701"/>
                    <a:pt x="388839" y="468942"/>
                  </a:cubicBezTo>
                  <a:cubicBezTo>
                    <a:pt x="388455" y="468558"/>
                    <a:pt x="388072" y="468174"/>
                    <a:pt x="387676" y="467779"/>
                  </a:cubicBezTo>
                  <a:cubicBezTo>
                    <a:pt x="386607" y="466709"/>
                    <a:pt x="386607" y="466709"/>
                    <a:pt x="386607" y="465221"/>
                  </a:cubicBezTo>
                  <a:cubicBezTo>
                    <a:pt x="385870" y="464975"/>
                    <a:pt x="385133" y="464730"/>
                    <a:pt x="384374" y="464477"/>
                  </a:cubicBezTo>
                  <a:cubicBezTo>
                    <a:pt x="383605" y="463252"/>
                    <a:pt x="382865" y="462009"/>
                    <a:pt x="382142" y="460756"/>
                  </a:cubicBezTo>
                  <a:cubicBezTo>
                    <a:pt x="380625" y="458778"/>
                    <a:pt x="379047" y="456869"/>
                    <a:pt x="377212" y="455175"/>
                  </a:cubicBezTo>
                  <a:cubicBezTo>
                    <a:pt x="375218" y="453000"/>
                    <a:pt x="374190" y="450252"/>
                    <a:pt x="373212" y="447501"/>
                  </a:cubicBezTo>
                  <a:cubicBezTo>
                    <a:pt x="372844" y="446695"/>
                    <a:pt x="372844" y="446695"/>
                    <a:pt x="372468" y="445873"/>
                  </a:cubicBezTo>
                  <a:cubicBezTo>
                    <a:pt x="371731" y="445628"/>
                    <a:pt x="370995" y="445382"/>
                    <a:pt x="370236" y="445129"/>
                  </a:cubicBezTo>
                  <a:cubicBezTo>
                    <a:pt x="369959" y="444145"/>
                    <a:pt x="369710" y="443152"/>
                    <a:pt x="369492" y="442153"/>
                  </a:cubicBezTo>
                  <a:cubicBezTo>
                    <a:pt x="369000" y="441907"/>
                    <a:pt x="368509" y="441662"/>
                    <a:pt x="368003" y="441409"/>
                  </a:cubicBezTo>
                  <a:cubicBezTo>
                    <a:pt x="367507" y="440168"/>
                    <a:pt x="367011" y="438928"/>
                    <a:pt x="366515" y="437688"/>
                  </a:cubicBezTo>
                  <a:cubicBezTo>
                    <a:pt x="366024" y="437442"/>
                    <a:pt x="365533" y="437197"/>
                    <a:pt x="365027" y="436944"/>
                  </a:cubicBezTo>
                  <a:cubicBezTo>
                    <a:pt x="364919" y="436207"/>
                    <a:pt x="364812" y="435470"/>
                    <a:pt x="364701" y="434711"/>
                  </a:cubicBezTo>
                  <a:cubicBezTo>
                    <a:pt x="364563" y="433975"/>
                    <a:pt x="364425" y="433238"/>
                    <a:pt x="364283" y="432479"/>
                  </a:cubicBezTo>
                  <a:cubicBezTo>
                    <a:pt x="363546" y="432233"/>
                    <a:pt x="362809" y="431988"/>
                    <a:pt x="362050" y="431735"/>
                  </a:cubicBezTo>
                  <a:cubicBezTo>
                    <a:pt x="362050" y="430494"/>
                    <a:pt x="362050" y="429254"/>
                    <a:pt x="362050" y="428014"/>
                  </a:cubicBezTo>
                  <a:cubicBezTo>
                    <a:pt x="361313" y="427768"/>
                    <a:pt x="360577" y="427523"/>
                    <a:pt x="359818" y="427270"/>
                  </a:cubicBezTo>
                  <a:cubicBezTo>
                    <a:pt x="359695" y="426641"/>
                    <a:pt x="359572" y="426011"/>
                    <a:pt x="359446" y="425363"/>
                  </a:cubicBezTo>
                  <a:cubicBezTo>
                    <a:pt x="359323" y="424764"/>
                    <a:pt x="359200" y="424166"/>
                    <a:pt x="359074" y="423549"/>
                  </a:cubicBezTo>
                  <a:cubicBezTo>
                    <a:pt x="358337" y="423549"/>
                    <a:pt x="357600" y="423549"/>
                    <a:pt x="356841" y="423549"/>
                  </a:cubicBezTo>
                  <a:cubicBezTo>
                    <a:pt x="356596" y="422076"/>
                    <a:pt x="356350" y="420602"/>
                    <a:pt x="356097" y="419084"/>
                  </a:cubicBezTo>
                  <a:cubicBezTo>
                    <a:pt x="355360" y="419084"/>
                    <a:pt x="354624" y="419084"/>
                    <a:pt x="353865" y="419084"/>
                  </a:cubicBezTo>
                  <a:cubicBezTo>
                    <a:pt x="353788" y="418271"/>
                    <a:pt x="353711" y="417457"/>
                    <a:pt x="353632" y="416619"/>
                  </a:cubicBezTo>
                  <a:cubicBezTo>
                    <a:pt x="353117" y="413858"/>
                    <a:pt x="352918" y="413335"/>
                    <a:pt x="350888" y="411643"/>
                  </a:cubicBezTo>
                  <a:cubicBezTo>
                    <a:pt x="350642" y="410906"/>
                    <a:pt x="350397" y="410170"/>
                    <a:pt x="350144" y="409410"/>
                  </a:cubicBezTo>
                  <a:cubicBezTo>
                    <a:pt x="349653" y="409165"/>
                    <a:pt x="349162" y="408919"/>
                    <a:pt x="348656" y="408666"/>
                  </a:cubicBezTo>
                  <a:cubicBezTo>
                    <a:pt x="348159" y="406930"/>
                    <a:pt x="347663" y="405194"/>
                    <a:pt x="347167" y="403457"/>
                  </a:cubicBezTo>
                  <a:cubicBezTo>
                    <a:pt x="346676" y="403212"/>
                    <a:pt x="346185" y="402966"/>
                    <a:pt x="345679" y="402713"/>
                  </a:cubicBezTo>
                  <a:cubicBezTo>
                    <a:pt x="345422" y="400978"/>
                    <a:pt x="345175" y="399242"/>
                    <a:pt x="344935" y="397504"/>
                  </a:cubicBezTo>
                  <a:cubicBezTo>
                    <a:pt x="344444" y="396768"/>
                    <a:pt x="343953" y="396031"/>
                    <a:pt x="343447" y="395272"/>
                  </a:cubicBezTo>
                  <a:cubicBezTo>
                    <a:pt x="343443" y="396134"/>
                    <a:pt x="343443" y="396134"/>
                    <a:pt x="343439" y="397013"/>
                  </a:cubicBezTo>
                  <a:cubicBezTo>
                    <a:pt x="343379" y="410973"/>
                    <a:pt x="343310" y="424934"/>
                    <a:pt x="343233" y="438894"/>
                  </a:cubicBezTo>
                  <a:cubicBezTo>
                    <a:pt x="343195" y="445645"/>
                    <a:pt x="343161" y="452396"/>
                    <a:pt x="343133" y="459147"/>
                  </a:cubicBezTo>
                  <a:cubicBezTo>
                    <a:pt x="343108" y="465029"/>
                    <a:pt x="343079" y="470911"/>
                    <a:pt x="343043" y="476793"/>
                  </a:cubicBezTo>
                  <a:cubicBezTo>
                    <a:pt x="343024" y="479910"/>
                    <a:pt x="343008" y="483026"/>
                    <a:pt x="342998" y="486142"/>
                  </a:cubicBezTo>
                  <a:cubicBezTo>
                    <a:pt x="342988" y="489072"/>
                    <a:pt x="342972" y="492002"/>
                    <a:pt x="342950" y="494932"/>
                  </a:cubicBezTo>
                  <a:cubicBezTo>
                    <a:pt x="342943" y="496011"/>
                    <a:pt x="342939" y="497089"/>
                    <a:pt x="342937" y="498167"/>
                  </a:cubicBezTo>
                  <a:cubicBezTo>
                    <a:pt x="342935" y="499634"/>
                    <a:pt x="342923" y="501100"/>
                    <a:pt x="342910" y="502566"/>
                  </a:cubicBezTo>
                  <a:cubicBezTo>
                    <a:pt x="342906" y="503388"/>
                    <a:pt x="342901" y="504211"/>
                    <a:pt x="342897" y="505058"/>
                  </a:cubicBezTo>
                  <a:cubicBezTo>
                    <a:pt x="342833" y="505664"/>
                    <a:pt x="342769" y="506269"/>
                    <a:pt x="342702" y="506893"/>
                  </a:cubicBezTo>
                  <a:cubicBezTo>
                    <a:pt x="342211" y="507138"/>
                    <a:pt x="341720" y="507384"/>
                    <a:pt x="341214" y="507637"/>
                  </a:cubicBezTo>
                  <a:cubicBezTo>
                    <a:pt x="340613" y="510162"/>
                    <a:pt x="340480" y="512293"/>
                    <a:pt x="340610" y="514892"/>
                  </a:cubicBezTo>
                  <a:cubicBezTo>
                    <a:pt x="340564" y="515691"/>
                    <a:pt x="340517" y="516489"/>
                    <a:pt x="340470" y="517311"/>
                  </a:cubicBezTo>
                  <a:cubicBezTo>
                    <a:pt x="339980" y="517535"/>
                    <a:pt x="339490" y="517760"/>
                    <a:pt x="338985" y="517991"/>
                  </a:cubicBezTo>
                  <a:cubicBezTo>
                    <a:pt x="338493" y="518258"/>
                    <a:pt x="338000" y="518524"/>
                    <a:pt x="337493" y="518799"/>
                  </a:cubicBezTo>
                  <a:cubicBezTo>
                    <a:pt x="337133" y="520438"/>
                    <a:pt x="337133" y="520438"/>
                    <a:pt x="337307" y="522241"/>
                  </a:cubicBezTo>
                  <a:cubicBezTo>
                    <a:pt x="337334" y="522849"/>
                    <a:pt x="337361" y="523457"/>
                    <a:pt x="337389" y="524084"/>
                  </a:cubicBezTo>
                  <a:cubicBezTo>
                    <a:pt x="337423" y="524550"/>
                    <a:pt x="337458" y="525016"/>
                    <a:pt x="337493" y="525496"/>
                  </a:cubicBezTo>
                  <a:cubicBezTo>
                    <a:pt x="336757" y="525496"/>
                    <a:pt x="336020" y="525496"/>
                    <a:pt x="335261" y="525496"/>
                  </a:cubicBezTo>
                  <a:cubicBezTo>
                    <a:pt x="335184" y="526202"/>
                    <a:pt x="335108" y="526908"/>
                    <a:pt x="335029" y="527636"/>
                  </a:cubicBezTo>
                  <a:cubicBezTo>
                    <a:pt x="334517" y="529961"/>
                    <a:pt x="334517" y="529961"/>
                    <a:pt x="332284" y="531450"/>
                  </a:cubicBezTo>
                  <a:cubicBezTo>
                    <a:pt x="332039" y="532186"/>
                    <a:pt x="331793" y="532923"/>
                    <a:pt x="331540" y="533682"/>
                  </a:cubicBezTo>
                  <a:cubicBezTo>
                    <a:pt x="330804" y="533682"/>
                    <a:pt x="330067" y="533682"/>
                    <a:pt x="329308" y="533682"/>
                  </a:cubicBezTo>
                  <a:cubicBezTo>
                    <a:pt x="329308" y="534910"/>
                    <a:pt x="329308" y="536138"/>
                    <a:pt x="329308" y="537403"/>
                  </a:cubicBezTo>
                  <a:cubicBezTo>
                    <a:pt x="328326" y="537403"/>
                    <a:pt x="327343" y="537403"/>
                    <a:pt x="326331" y="537403"/>
                  </a:cubicBezTo>
                  <a:cubicBezTo>
                    <a:pt x="326331" y="538385"/>
                    <a:pt x="326331" y="539367"/>
                    <a:pt x="326331" y="540379"/>
                  </a:cubicBezTo>
                  <a:cubicBezTo>
                    <a:pt x="325091" y="540627"/>
                    <a:pt x="323851" y="540875"/>
                    <a:pt x="322611" y="541123"/>
                  </a:cubicBezTo>
                  <a:cubicBezTo>
                    <a:pt x="322611" y="542106"/>
                    <a:pt x="322611" y="543088"/>
                    <a:pt x="322611" y="544100"/>
                  </a:cubicBezTo>
                  <a:cubicBezTo>
                    <a:pt x="321372" y="544354"/>
                    <a:pt x="320131" y="544602"/>
                    <a:pt x="318890" y="544844"/>
                  </a:cubicBezTo>
                  <a:cubicBezTo>
                    <a:pt x="318798" y="545351"/>
                    <a:pt x="318706" y="545857"/>
                    <a:pt x="318611" y="546379"/>
                  </a:cubicBezTo>
                  <a:cubicBezTo>
                    <a:pt x="318381" y="547093"/>
                    <a:pt x="318381" y="547093"/>
                    <a:pt x="318146" y="547821"/>
                  </a:cubicBezTo>
                  <a:cubicBezTo>
                    <a:pt x="316409" y="547821"/>
                    <a:pt x="314673" y="547821"/>
                    <a:pt x="312937" y="547821"/>
                  </a:cubicBezTo>
                  <a:cubicBezTo>
                    <a:pt x="312845" y="548313"/>
                    <a:pt x="312753" y="548805"/>
                    <a:pt x="312658" y="549312"/>
                  </a:cubicBezTo>
                  <a:cubicBezTo>
                    <a:pt x="312428" y="550047"/>
                    <a:pt x="312428" y="550047"/>
                    <a:pt x="312193" y="550797"/>
                  </a:cubicBezTo>
                  <a:cubicBezTo>
                    <a:pt x="310026" y="550986"/>
                    <a:pt x="308007" y="550742"/>
                    <a:pt x="305844" y="550539"/>
                  </a:cubicBezTo>
                  <a:cubicBezTo>
                    <a:pt x="304935" y="550667"/>
                    <a:pt x="304935" y="550667"/>
                    <a:pt x="304007" y="550797"/>
                  </a:cubicBezTo>
                  <a:cubicBezTo>
                    <a:pt x="303915" y="551403"/>
                    <a:pt x="303823" y="552008"/>
                    <a:pt x="303728" y="552631"/>
                  </a:cubicBezTo>
                  <a:cubicBezTo>
                    <a:pt x="303575" y="553254"/>
                    <a:pt x="303421" y="553877"/>
                    <a:pt x="303263" y="554518"/>
                  </a:cubicBezTo>
                  <a:cubicBezTo>
                    <a:pt x="301273" y="554876"/>
                    <a:pt x="299675" y="555005"/>
                    <a:pt x="297682" y="554983"/>
                  </a:cubicBezTo>
                  <a:cubicBezTo>
                    <a:pt x="295782" y="554983"/>
                    <a:pt x="294000" y="555071"/>
                    <a:pt x="292101" y="555262"/>
                  </a:cubicBezTo>
                  <a:cubicBezTo>
                    <a:pt x="291855" y="555999"/>
                    <a:pt x="291610" y="556735"/>
                    <a:pt x="291357" y="557494"/>
                  </a:cubicBezTo>
                  <a:cubicBezTo>
                    <a:pt x="289290" y="557763"/>
                    <a:pt x="289290" y="557763"/>
                    <a:pt x="286491" y="557748"/>
                  </a:cubicBezTo>
                  <a:cubicBezTo>
                    <a:pt x="285728" y="557748"/>
                    <a:pt x="285728" y="557748"/>
                    <a:pt x="284951" y="557749"/>
                  </a:cubicBezTo>
                  <a:cubicBezTo>
                    <a:pt x="283263" y="557747"/>
                    <a:pt x="281577" y="557730"/>
                    <a:pt x="279889" y="557712"/>
                  </a:cubicBezTo>
                  <a:cubicBezTo>
                    <a:pt x="278723" y="557708"/>
                    <a:pt x="277556" y="557705"/>
                    <a:pt x="276389" y="557703"/>
                  </a:cubicBezTo>
                  <a:cubicBezTo>
                    <a:pt x="273312" y="557694"/>
                    <a:pt x="270236" y="557672"/>
                    <a:pt x="267159" y="557648"/>
                  </a:cubicBezTo>
                  <a:cubicBezTo>
                    <a:pt x="264022" y="557625"/>
                    <a:pt x="260884" y="557615"/>
                    <a:pt x="257747" y="557603"/>
                  </a:cubicBezTo>
                  <a:cubicBezTo>
                    <a:pt x="251587" y="557579"/>
                    <a:pt x="245427" y="557541"/>
                    <a:pt x="239267" y="557494"/>
                  </a:cubicBezTo>
                  <a:cubicBezTo>
                    <a:pt x="239251" y="556864"/>
                    <a:pt x="239251" y="556864"/>
                    <a:pt x="239234" y="556220"/>
                  </a:cubicBezTo>
                  <a:cubicBezTo>
                    <a:pt x="239179" y="554319"/>
                    <a:pt x="239107" y="552419"/>
                    <a:pt x="239034" y="550518"/>
                  </a:cubicBezTo>
                  <a:cubicBezTo>
                    <a:pt x="239018" y="549856"/>
                    <a:pt x="239001" y="549194"/>
                    <a:pt x="238983" y="548512"/>
                  </a:cubicBezTo>
                  <a:cubicBezTo>
                    <a:pt x="238944" y="547563"/>
                    <a:pt x="238944" y="547563"/>
                    <a:pt x="238904" y="546594"/>
                  </a:cubicBezTo>
                  <a:cubicBezTo>
                    <a:pt x="238884" y="546009"/>
                    <a:pt x="238865" y="545425"/>
                    <a:pt x="238845" y="544823"/>
                  </a:cubicBezTo>
                  <a:cubicBezTo>
                    <a:pt x="238635" y="543058"/>
                    <a:pt x="238635" y="543058"/>
                    <a:pt x="236290" y="541868"/>
                  </a:cubicBezTo>
                  <a:cubicBezTo>
                    <a:pt x="236005" y="539926"/>
                    <a:pt x="235842" y="538143"/>
                    <a:pt x="235779" y="536193"/>
                  </a:cubicBezTo>
                  <a:cubicBezTo>
                    <a:pt x="235753" y="535668"/>
                    <a:pt x="235728" y="535142"/>
                    <a:pt x="235702" y="534601"/>
                  </a:cubicBezTo>
                  <a:cubicBezTo>
                    <a:pt x="235640" y="533303"/>
                    <a:pt x="235592" y="532004"/>
                    <a:pt x="235546" y="530705"/>
                  </a:cubicBezTo>
                  <a:cubicBezTo>
                    <a:pt x="234809" y="530705"/>
                    <a:pt x="234073" y="530705"/>
                    <a:pt x="233314" y="530705"/>
                  </a:cubicBezTo>
                  <a:cubicBezTo>
                    <a:pt x="233277" y="530016"/>
                    <a:pt x="233241" y="529326"/>
                    <a:pt x="233203" y="528615"/>
                  </a:cubicBezTo>
                  <a:cubicBezTo>
                    <a:pt x="233120" y="527279"/>
                    <a:pt x="233120" y="527279"/>
                    <a:pt x="233035" y="525915"/>
                  </a:cubicBezTo>
                  <a:cubicBezTo>
                    <a:pt x="232983" y="525026"/>
                    <a:pt x="232931" y="524137"/>
                    <a:pt x="232878" y="523220"/>
                  </a:cubicBezTo>
                  <a:cubicBezTo>
                    <a:pt x="232776" y="522498"/>
                    <a:pt x="232674" y="521776"/>
                    <a:pt x="232570" y="521032"/>
                  </a:cubicBezTo>
                  <a:cubicBezTo>
                    <a:pt x="232078" y="520786"/>
                    <a:pt x="231587" y="520540"/>
                    <a:pt x="231081" y="520287"/>
                  </a:cubicBezTo>
                  <a:cubicBezTo>
                    <a:pt x="230818" y="518364"/>
                    <a:pt x="230751" y="516460"/>
                    <a:pt x="230666" y="514520"/>
                  </a:cubicBezTo>
                  <a:cubicBezTo>
                    <a:pt x="230557" y="513968"/>
                    <a:pt x="230449" y="513415"/>
                    <a:pt x="230337" y="512846"/>
                  </a:cubicBezTo>
                  <a:cubicBezTo>
                    <a:pt x="229601" y="512600"/>
                    <a:pt x="228864" y="512355"/>
                    <a:pt x="228105" y="512102"/>
                  </a:cubicBezTo>
                  <a:cubicBezTo>
                    <a:pt x="227724" y="510076"/>
                    <a:pt x="227724" y="510076"/>
                    <a:pt x="227593" y="507591"/>
                  </a:cubicBezTo>
                  <a:cubicBezTo>
                    <a:pt x="227544" y="506768"/>
                    <a:pt x="227495" y="505946"/>
                    <a:pt x="227445" y="505099"/>
                  </a:cubicBezTo>
                  <a:cubicBezTo>
                    <a:pt x="227417" y="504463"/>
                    <a:pt x="227389" y="503827"/>
                    <a:pt x="227361" y="503172"/>
                  </a:cubicBezTo>
                  <a:cubicBezTo>
                    <a:pt x="226624" y="503172"/>
                    <a:pt x="225887" y="503172"/>
                    <a:pt x="225128" y="503172"/>
                  </a:cubicBezTo>
                  <a:cubicBezTo>
                    <a:pt x="225092" y="502697"/>
                    <a:pt x="225055" y="502223"/>
                    <a:pt x="225018" y="501733"/>
                  </a:cubicBezTo>
                  <a:cubicBezTo>
                    <a:pt x="224934" y="500811"/>
                    <a:pt x="224934" y="500811"/>
                    <a:pt x="224849" y="499870"/>
                  </a:cubicBezTo>
                  <a:cubicBezTo>
                    <a:pt x="224797" y="499257"/>
                    <a:pt x="224746" y="498644"/>
                    <a:pt x="224692" y="498013"/>
                  </a:cubicBezTo>
                  <a:cubicBezTo>
                    <a:pt x="224591" y="497505"/>
                    <a:pt x="224489" y="496998"/>
                    <a:pt x="224384" y="496475"/>
                  </a:cubicBezTo>
                  <a:cubicBezTo>
                    <a:pt x="223893" y="496229"/>
                    <a:pt x="223402" y="495984"/>
                    <a:pt x="222896" y="495731"/>
                  </a:cubicBezTo>
                  <a:cubicBezTo>
                    <a:pt x="222750" y="493542"/>
                    <a:pt x="222750" y="493542"/>
                    <a:pt x="222803" y="490847"/>
                  </a:cubicBezTo>
                  <a:cubicBezTo>
                    <a:pt x="222816" y="489956"/>
                    <a:pt x="222830" y="489065"/>
                    <a:pt x="222843" y="488147"/>
                  </a:cubicBezTo>
                  <a:cubicBezTo>
                    <a:pt x="222861" y="487457"/>
                    <a:pt x="222878" y="486768"/>
                    <a:pt x="222896" y="486057"/>
                  </a:cubicBezTo>
                  <a:cubicBezTo>
                    <a:pt x="223620" y="486065"/>
                    <a:pt x="224344" y="486074"/>
                    <a:pt x="225089" y="486082"/>
                  </a:cubicBezTo>
                  <a:cubicBezTo>
                    <a:pt x="231900" y="486157"/>
                    <a:pt x="238711" y="486213"/>
                    <a:pt x="245522" y="486250"/>
                  </a:cubicBezTo>
                  <a:cubicBezTo>
                    <a:pt x="249024" y="486269"/>
                    <a:pt x="252526" y="486296"/>
                    <a:pt x="256028" y="486338"/>
                  </a:cubicBezTo>
                  <a:cubicBezTo>
                    <a:pt x="259405" y="486378"/>
                    <a:pt x="262782" y="486400"/>
                    <a:pt x="266160" y="486410"/>
                  </a:cubicBezTo>
                  <a:cubicBezTo>
                    <a:pt x="267451" y="486417"/>
                    <a:pt x="268742" y="486430"/>
                    <a:pt x="270032" y="486450"/>
                  </a:cubicBezTo>
                  <a:cubicBezTo>
                    <a:pt x="271836" y="486477"/>
                    <a:pt x="273638" y="486481"/>
                    <a:pt x="275442" y="486479"/>
                  </a:cubicBezTo>
                  <a:cubicBezTo>
                    <a:pt x="276248" y="486499"/>
                    <a:pt x="276248" y="486499"/>
                    <a:pt x="277070" y="486520"/>
                  </a:cubicBezTo>
                  <a:cubicBezTo>
                    <a:pt x="278717" y="486546"/>
                    <a:pt x="278717" y="486546"/>
                    <a:pt x="280939" y="486057"/>
                  </a:cubicBezTo>
                  <a:cubicBezTo>
                    <a:pt x="282290" y="483527"/>
                    <a:pt x="282612" y="481381"/>
                    <a:pt x="282606" y="478542"/>
                  </a:cubicBezTo>
                  <a:cubicBezTo>
                    <a:pt x="282608" y="477795"/>
                    <a:pt x="282610" y="477048"/>
                    <a:pt x="282612" y="476278"/>
                  </a:cubicBezTo>
                  <a:cubicBezTo>
                    <a:pt x="282607" y="475467"/>
                    <a:pt x="282602" y="474656"/>
                    <a:pt x="282596" y="473820"/>
                  </a:cubicBezTo>
                  <a:cubicBezTo>
                    <a:pt x="282596" y="472529"/>
                    <a:pt x="282596" y="472529"/>
                    <a:pt x="282597" y="471212"/>
                  </a:cubicBezTo>
                  <a:cubicBezTo>
                    <a:pt x="282596" y="468368"/>
                    <a:pt x="282584" y="465524"/>
                    <a:pt x="282572" y="462680"/>
                  </a:cubicBezTo>
                  <a:cubicBezTo>
                    <a:pt x="282570" y="460706"/>
                    <a:pt x="282567" y="458731"/>
                    <a:pt x="282566" y="456756"/>
                  </a:cubicBezTo>
                  <a:cubicBezTo>
                    <a:pt x="282561" y="452089"/>
                    <a:pt x="282549" y="447422"/>
                    <a:pt x="282534" y="442755"/>
                  </a:cubicBezTo>
                  <a:cubicBezTo>
                    <a:pt x="282518" y="437449"/>
                    <a:pt x="282509" y="432144"/>
                    <a:pt x="282502" y="426838"/>
                  </a:cubicBezTo>
                  <a:cubicBezTo>
                    <a:pt x="282487" y="416369"/>
                    <a:pt x="282463" y="405900"/>
                    <a:pt x="282431" y="395431"/>
                  </a:cubicBezTo>
                  <a:cubicBezTo>
                    <a:pt x="282428" y="394138"/>
                    <a:pt x="282427" y="392844"/>
                    <a:pt x="282427" y="391551"/>
                  </a:cubicBezTo>
                  <a:cubicBezTo>
                    <a:pt x="281967" y="392042"/>
                    <a:pt x="281506" y="392533"/>
                    <a:pt x="281032" y="393039"/>
                  </a:cubicBezTo>
                  <a:cubicBezTo>
                    <a:pt x="279450" y="394528"/>
                    <a:pt x="279450" y="394528"/>
                    <a:pt x="277962" y="394528"/>
                  </a:cubicBezTo>
                  <a:cubicBezTo>
                    <a:pt x="277855" y="395003"/>
                    <a:pt x="277747" y="395479"/>
                    <a:pt x="277637" y="395969"/>
                  </a:cubicBezTo>
                  <a:cubicBezTo>
                    <a:pt x="277499" y="396476"/>
                    <a:pt x="277360" y="396982"/>
                    <a:pt x="277218" y="397504"/>
                  </a:cubicBezTo>
                  <a:cubicBezTo>
                    <a:pt x="276481" y="397750"/>
                    <a:pt x="275745" y="397995"/>
                    <a:pt x="274986" y="398248"/>
                  </a:cubicBezTo>
                  <a:cubicBezTo>
                    <a:pt x="274717" y="399235"/>
                    <a:pt x="274467" y="400227"/>
                    <a:pt x="274242" y="401225"/>
                  </a:cubicBezTo>
                  <a:cubicBezTo>
                    <a:pt x="273750" y="401225"/>
                    <a:pt x="273259" y="401225"/>
                    <a:pt x="272753" y="401225"/>
                  </a:cubicBezTo>
                  <a:cubicBezTo>
                    <a:pt x="272508" y="401839"/>
                    <a:pt x="272262" y="402453"/>
                    <a:pt x="272009" y="403085"/>
                  </a:cubicBezTo>
                  <a:cubicBezTo>
                    <a:pt x="271764" y="403699"/>
                    <a:pt x="271518" y="404313"/>
                    <a:pt x="271265" y="404946"/>
                  </a:cubicBezTo>
                  <a:cubicBezTo>
                    <a:pt x="270774" y="404946"/>
                    <a:pt x="270283" y="404946"/>
                    <a:pt x="269777" y="404946"/>
                  </a:cubicBezTo>
                  <a:cubicBezTo>
                    <a:pt x="269521" y="405936"/>
                    <a:pt x="269273" y="406928"/>
                    <a:pt x="269033" y="407922"/>
                  </a:cubicBezTo>
                  <a:cubicBezTo>
                    <a:pt x="268541" y="408168"/>
                    <a:pt x="268050" y="408413"/>
                    <a:pt x="267544" y="408666"/>
                  </a:cubicBezTo>
                  <a:cubicBezTo>
                    <a:pt x="267299" y="409403"/>
                    <a:pt x="267053" y="410140"/>
                    <a:pt x="266800" y="410899"/>
                  </a:cubicBezTo>
                  <a:cubicBezTo>
                    <a:pt x="266063" y="411144"/>
                    <a:pt x="265327" y="411390"/>
                    <a:pt x="264568" y="411643"/>
                  </a:cubicBezTo>
                  <a:cubicBezTo>
                    <a:pt x="264060" y="412629"/>
                    <a:pt x="263563" y="413621"/>
                    <a:pt x="263079" y="414619"/>
                  </a:cubicBezTo>
                  <a:cubicBezTo>
                    <a:pt x="262588" y="414619"/>
                    <a:pt x="262097" y="414619"/>
                    <a:pt x="261591" y="414619"/>
                  </a:cubicBezTo>
                  <a:cubicBezTo>
                    <a:pt x="261484" y="415095"/>
                    <a:pt x="261376" y="415571"/>
                    <a:pt x="261266" y="416061"/>
                  </a:cubicBezTo>
                  <a:cubicBezTo>
                    <a:pt x="261127" y="416568"/>
                    <a:pt x="260989" y="417074"/>
                    <a:pt x="260847" y="417596"/>
                  </a:cubicBezTo>
                  <a:cubicBezTo>
                    <a:pt x="260110" y="417842"/>
                    <a:pt x="259374" y="418087"/>
                    <a:pt x="258615" y="418340"/>
                  </a:cubicBezTo>
                  <a:cubicBezTo>
                    <a:pt x="257777" y="419704"/>
                    <a:pt x="257777" y="419704"/>
                    <a:pt x="257126" y="421317"/>
                  </a:cubicBezTo>
                  <a:cubicBezTo>
                    <a:pt x="256429" y="422945"/>
                    <a:pt x="256429" y="422945"/>
                    <a:pt x="255638" y="424293"/>
                  </a:cubicBezTo>
                  <a:cubicBezTo>
                    <a:pt x="254901" y="424539"/>
                    <a:pt x="254165" y="424784"/>
                    <a:pt x="253406" y="425037"/>
                  </a:cubicBezTo>
                  <a:cubicBezTo>
                    <a:pt x="253160" y="425774"/>
                    <a:pt x="252914" y="426511"/>
                    <a:pt x="252661" y="427270"/>
                  </a:cubicBezTo>
                  <a:cubicBezTo>
                    <a:pt x="251925" y="427515"/>
                    <a:pt x="251188" y="427761"/>
                    <a:pt x="250429" y="428014"/>
                  </a:cubicBezTo>
                  <a:cubicBezTo>
                    <a:pt x="249909" y="428994"/>
                    <a:pt x="249412" y="429986"/>
                    <a:pt x="248941" y="430991"/>
                  </a:cubicBezTo>
                  <a:cubicBezTo>
                    <a:pt x="248450" y="431236"/>
                    <a:pt x="247958" y="431482"/>
                    <a:pt x="247452" y="431735"/>
                  </a:cubicBezTo>
                  <a:cubicBezTo>
                    <a:pt x="247207" y="432471"/>
                    <a:pt x="246961" y="433208"/>
                    <a:pt x="246708" y="433967"/>
                  </a:cubicBezTo>
                  <a:cubicBezTo>
                    <a:pt x="245972" y="434458"/>
                    <a:pt x="245235" y="434949"/>
                    <a:pt x="244476" y="435455"/>
                  </a:cubicBezTo>
                  <a:cubicBezTo>
                    <a:pt x="244230" y="436192"/>
                    <a:pt x="243985" y="436929"/>
                    <a:pt x="243732" y="437688"/>
                  </a:cubicBezTo>
                  <a:cubicBezTo>
                    <a:pt x="243241" y="437933"/>
                    <a:pt x="242749" y="438179"/>
                    <a:pt x="242243" y="438432"/>
                  </a:cubicBezTo>
                  <a:cubicBezTo>
                    <a:pt x="241944" y="439077"/>
                    <a:pt x="241944" y="439077"/>
                    <a:pt x="241639" y="439734"/>
                  </a:cubicBezTo>
                  <a:cubicBezTo>
                    <a:pt x="240470" y="441949"/>
                    <a:pt x="238821" y="443387"/>
                    <a:pt x="237034" y="445129"/>
                  </a:cubicBezTo>
                  <a:cubicBezTo>
                    <a:pt x="236620" y="445697"/>
                    <a:pt x="236206" y="446265"/>
                    <a:pt x="235779" y="446850"/>
                  </a:cubicBezTo>
                  <a:cubicBezTo>
                    <a:pt x="235456" y="447264"/>
                    <a:pt x="235134" y="447679"/>
                    <a:pt x="234802" y="448106"/>
                  </a:cubicBezTo>
                  <a:cubicBezTo>
                    <a:pt x="234311" y="448106"/>
                    <a:pt x="233820" y="448106"/>
                    <a:pt x="233314" y="448106"/>
                  </a:cubicBezTo>
                  <a:cubicBezTo>
                    <a:pt x="233058" y="449096"/>
                    <a:pt x="232811" y="450088"/>
                    <a:pt x="232570" y="451082"/>
                  </a:cubicBezTo>
                  <a:cubicBezTo>
                    <a:pt x="232078" y="451328"/>
                    <a:pt x="231587" y="451573"/>
                    <a:pt x="231081" y="451827"/>
                  </a:cubicBezTo>
                  <a:cubicBezTo>
                    <a:pt x="230759" y="452540"/>
                    <a:pt x="230759" y="452540"/>
                    <a:pt x="230430" y="453268"/>
                  </a:cubicBezTo>
                  <a:cubicBezTo>
                    <a:pt x="229404" y="455150"/>
                    <a:pt x="228490" y="455354"/>
                    <a:pt x="226617" y="456291"/>
                  </a:cubicBezTo>
                  <a:cubicBezTo>
                    <a:pt x="225773" y="457792"/>
                    <a:pt x="225773" y="457792"/>
                    <a:pt x="225128" y="459268"/>
                  </a:cubicBezTo>
                  <a:cubicBezTo>
                    <a:pt x="224637" y="459513"/>
                    <a:pt x="224146" y="459759"/>
                    <a:pt x="223640" y="460012"/>
                  </a:cubicBezTo>
                  <a:cubicBezTo>
                    <a:pt x="223272" y="460772"/>
                    <a:pt x="223272" y="460772"/>
                    <a:pt x="222896" y="461547"/>
                  </a:cubicBezTo>
                  <a:cubicBezTo>
                    <a:pt x="222650" y="462023"/>
                    <a:pt x="222405" y="462498"/>
                    <a:pt x="222152" y="462989"/>
                  </a:cubicBezTo>
                  <a:cubicBezTo>
                    <a:pt x="221661" y="462989"/>
                    <a:pt x="221169" y="462989"/>
                    <a:pt x="220663" y="462989"/>
                  </a:cubicBezTo>
                  <a:cubicBezTo>
                    <a:pt x="220556" y="463480"/>
                    <a:pt x="220449" y="463971"/>
                    <a:pt x="220338" y="464477"/>
                  </a:cubicBezTo>
                  <a:cubicBezTo>
                    <a:pt x="220200" y="464968"/>
                    <a:pt x="220062" y="465459"/>
                    <a:pt x="219919" y="465965"/>
                  </a:cubicBezTo>
                  <a:cubicBezTo>
                    <a:pt x="219183" y="465965"/>
                    <a:pt x="218446" y="465965"/>
                    <a:pt x="217687" y="465965"/>
                  </a:cubicBezTo>
                  <a:cubicBezTo>
                    <a:pt x="217564" y="466456"/>
                    <a:pt x="217441" y="466947"/>
                    <a:pt x="217315" y="467453"/>
                  </a:cubicBezTo>
                  <a:cubicBezTo>
                    <a:pt x="217192" y="467945"/>
                    <a:pt x="217069" y="468436"/>
                    <a:pt x="216943" y="468942"/>
                  </a:cubicBezTo>
                  <a:cubicBezTo>
                    <a:pt x="216206" y="468942"/>
                    <a:pt x="215469" y="468942"/>
                    <a:pt x="214710" y="468942"/>
                  </a:cubicBezTo>
                  <a:cubicBezTo>
                    <a:pt x="214271" y="470390"/>
                    <a:pt x="214271" y="470390"/>
                    <a:pt x="213966" y="471918"/>
                  </a:cubicBezTo>
                  <a:cubicBezTo>
                    <a:pt x="213475" y="472164"/>
                    <a:pt x="212984" y="472409"/>
                    <a:pt x="212478" y="472662"/>
                  </a:cubicBezTo>
                  <a:cubicBezTo>
                    <a:pt x="212386" y="473169"/>
                    <a:pt x="212294" y="473675"/>
                    <a:pt x="212199" y="474197"/>
                  </a:cubicBezTo>
                  <a:cubicBezTo>
                    <a:pt x="211969" y="474911"/>
                    <a:pt x="211969" y="474911"/>
                    <a:pt x="211734" y="475639"/>
                  </a:cubicBezTo>
                  <a:cubicBezTo>
                    <a:pt x="210751" y="475639"/>
                    <a:pt x="209769" y="475639"/>
                    <a:pt x="208757" y="475639"/>
                  </a:cubicBezTo>
                  <a:cubicBezTo>
                    <a:pt x="208257" y="477080"/>
                    <a:pt x="208257" y="477080"/>
                    <a:pt x="208013" y="478616"/>
                  </a:cubicBezTo>
                  <a:cubicBezTo>
                    <a:pt x="207522" y="478861"/>
                    <a:pt x="207031" y="479107"/>
                    <a:pt x="206525" y="479360"/>
                  </a:cubicBezTo>
                  <a:cubicBezTo>
                    <a:pt x="206279" y="479851"/>
                    <a:pt x="206034" y="480342"/>
                    <a:pt x="205781" y="480848"/>
                  </a:cubicBezTo>
                  <a:cubicBezTo>
                    <a:pt x="205036" y="482336"/>
                    <a:pt x="205036" y="482336"/>
                    <a:pt x="203548" y="483080"/>
                  </a:cubicBezTo>
                  <a:cubicBezTo>
                    <a:pt x="203303" y="483817"/>
                    <a:pt x="203057" y="484554"/>
                    <a:pt x="202804" y="485313"/>
                  </a:cubicBezTo>
                  <a:cubicBezTo>
                    <a:pt x="201564" y="486553"/>
                    <a:pt x="200324" y="487793"/>
                    <a:pt x="199083" y="489034"/>
                  </a:cubicBezTo>
                  <a:cubicBezTo>
                    <a:pt x="198700" y="489694"/>
                    <a:pt x="198316" y="490353"/>
                    <a:pt x="197921" y="491033"/>
                  </a:cubicBezTo>
                  <a:cubicBezTo>
                    <a:pt x="196723" y="492960"/>
                    <a:pt x="195855" y="493286"/>
                    <a:pt x="193874" y="494243"/>
                  </a:cubicBezTo>
                  <a:cubicBezTo>
                    <a:pt x="193874" y="494979"/>
                    <a:pt x="193874" y="495716"/>
                    <a:pt x="193874" y="496475"/>
                  </a:cubicBezTo>
                  <a:cubicBezTo>
                    <a:pt x="191609" y="496681"/>
                    <a:pt x="189432" y="496826"/>
                    <a:pt x="187177" y="496475"/>
                  </a:cubicBezTo>
                  <a:cubicBezTo>
                    <a:pt x="186526" y="494754"/>
                    <a:pt x="186526" y="494754"/>
                    <a:pt x="186433" y="492754"/>
                  </a:cubicBezTo>
                  <a:cubicBezTo>
                    <a:pt x="185704" y="491995"/>
                    <a:pt x="184960" y="491250"/>
                    <a:pt x="184200" y="490522"/>
                  </a:cubicBezTo>
                  <a:cubicBezTo>
                    <a:pt x="183939" y="489533"/>
                    <a:pt x="183689" y="488541"/>
                    <a:pt x="183456" y="487545"/>
                  </a:cubicBezTo>
                  <a:cubicBezTo>
                    <a:pt x="182965" y="487300"/>
                    <a:pt x="182474" y="487054"/>
                    <a:pt x="181968" y="486801"/>
                  </a:cubicBezTo>
                  <a:cubicBezTo>
                    <a:pt x="181807" y="485696"/>
                    <a:pt x="181807" y="485696"/>
                    <a:pt x="181643" y="484569"/>
                  </a:cubicBezTo>
                  <a:cubicBezTo>
                    <a:pt x="181504" y="483832"/>
                    <a:pt x="181366" y="483095"/>
                    <a:pt x="181224" y="482336"/>
                  </a:cubicBezTo>
                  <a:cubicBezTo>
                    <a:pt x="180487" y="482091"/>
                    <a:pt x="179751" y="481845"/>
                    <a:pt x="178992" y="481592"/>
                  </a:cubicBezTo>
                  <a:cubicBezTo>
                    <a:pt x="178451" y="479869"/>
                    <a:pt x="177961" y="478130"/>
                    <a:pt x="177503" y="476383"/>
                  </a:cubicBezTo>
                  <a:cubicBezTo>
                    <a:pt x="176276" y="473199"/>
                    <a:pt x="176276" y="473199"/>
                    <a:pt x="173783" y="471174"/>
                  </a:cubicBezTo>
                  <a:cubicBezTo>
                    <a:pt x="173479" y="469447"/>
                    <a:pt x="173229" y="467709"/>
                    <a:pt x="173038" y="465965"/>
                  </a:cubicBezTo>
                  <a:cubicBezTo>
                    <a:pt x="172302" y="465965"/>
                    <a:pt x="171565" y="465965"/>
                    <a:pt x="170806" y="465965"/>
                  </a:cubicBezTo>
                  <a:cubicBezTo>
                    <a:pt x="170867" y="465259"/>
                    <a:pt x="170929" y="464553"/>
                    <a:pt x="170992" y="463826"/>
                  </a:cubicBezTo>
                  <a:cubicBezTo>
                    <a:pt x="170931" y="463058"/>
                    <a:pt x="170869" y="462291"/>
                    <a:pt x="170806" y="461500"/>
                  </a:cubicBezTo>
                  <a:cubicBezTo>
                    <a:pt x="169367" y="460688"/>
                    <a:pt x="169367" y="460688"/>
                    <a:pt x="167829" y="460012"/>
                  </a:cubicBezTo>
                  <a:cubicBezTo>
                    <a:pt x="167364" y="458105"/>
                    <a:pt x="167364" y="458105"/>
                    <a:pt x="167085" y="456291"/>
                  </a:cubicBezTo>
                  <a:cubicBezTo>
                    <a:pt x="166594" y="456046"/>
                    <a:pt x="166103" y="455800"/>
                    <a:pt x="165597" y="455547"/>
                  </a:cubicBezTo>
                  <a:cubicBezTo>
                    <a:pt x="165082" y="454066"/>
                    <a:pt x="164587" y="452577"/>
                    <a:pt x="164109" y="451082"/>
                  </a:cubicBezTo>
                  <a:cubicBezTo>
                    <a:pt x="163372" y="449977"/>
                    <a:pt x="163372" y="449977"/>
                    <a:pt x="162620" y="448850"/>
                  </a:cubicBezTo>
                  <a:cubicBezTo>
                    <a:pt x="161056" y="448853"/>
                    <a:pt x="161056" y="448853"/>
                    <a:pt x="159644" y="449594"/>
                  </a:cubicBezTo>
                  <a:cubicBezTo>
                    <a:pt x="159398" y="450331"/>
                    <a:pt x="159153" y="451067"/>
                    <a:pt x="158900" y="451827"/>
                  </a:cubicBezTo>
                  <a:cubicBezTo>
                    <a:pt x="156966" y="452145"/>
                    <a:pt x="155091" y="452154"/>
                    <a:pt x="153133" y="452196"/>
                  </a:cubicBezTo>
                  <a:cubicBezTo>
                    <a:pt x="152580" y="452319"/>
                    <a:pt x="152028" y="452443"/>
                    <a:pt x="151458" y="452571"/>
                  </a:cubicBezTo>
                  <a:cubicBezTo>
                    <a:pt x="151343" y="453062"/>
                    <a:pt x="151228" y="453553"/>
                    <a:pt x="151109" y="454059"/>
                  </a:cubicBezTo>
                  <a:cubicBezTo>
                    <a:pt x="150914" y="454796"/>
                    <a:pt x="150914" y="454796"/>
                    <a:pt x="150714" y="455547"/>
                  </a:cubicBezTo>
                  <a:cubicBezTo>
                    <a:pt x="148877" y="455922"/>
                    <a:pt x="148877" y="455922"/>
                    <a:pt x="146621" y="455966"/>
                  </a:cubicBezTo>
                  <a:cubicBezTo>
                    <a:pt x="144428" y="455966"/>
                    <a:pt x="144428" y="455966"/>
                    <a:pt x="142529" y="456291"/>
                  </a:cubicBezTo>
                  <a:cubicBezTo>
                    <a:pt x="142283" y="457028"/>
                    <a:pt x="142037" y="457765"/>
                    <a:pt x="141784" y="458524"/>
                  </a:cubicBezTo>
                  <a:cubicBezTo>
                    <a:pt x="139921" y="458905"/>
                    <a:pt x="139921" y="458905"/>
                    <a:pt x="137645" y="459035"/>
                  </a:cubicBezTo>
                  <a:cubicBezTo>
                    <a:pt x="136892" y="459084"/>
                    <a:pt x="136139" y="459133"/>
                    <a:pt x="135363" y="459184"/>
                  </a:cubicBezTo>
                  <a:cubicBezTo>
                    <a:pt x="134781" y="459211"/>
                    <a:pt x="134199" y="459239"/>
                    <a:pt x="133599" y="459268"/>
                  </a:cubicBezTo>
                  <a:cubicBezTo>
                    <a:pt x="133599" y="460250"/>
                    <a:pt x="133599" y="461232"/>
                    <a:pt x="133599" y="462244"/>
                  </a:cubicBezTo>
                  <a:cubicBezTo>
                    <a:pt x="133017" y="462272"/>
                    <a:pt x="132434" y="462300"/>
                    <a:pt x="131835" y="462329"/>
                  </a:cubicBezTo>
                  <a:cubicBezTo>
                    <a:pt x="131081" y="462378"/>
                    <a:pt x="130328" y="462427"/>
                    <a:pt x="129553" y="462477"/>
                  </a:cubicBezTo>
                  <a:cubicBezTo>
                    <a:pt x="128802" y="462520"/>
                    <a:pt x="128050" y="462563"/>
                    <a:pt x="127277" y="462608"/>
                  </a:cubicBezTo>
                  <a:cubicBezTo>
                    <a:pt x="126662" y="462733"/>
                    <a:pt x="126047" y="462859"/>
                    <a:pt x="125413" y="462989"/>
                  </a:cubicBezTo>
                  <a:cubicBezTo>
                    <a:pt x="125168" y="463725"/>
                    <a:pt x="124922" y="464462"/>
                    <a:pt x="124669" y="465221"/>
                  </a:cubicBezTo>
                  <a:cubicBezTo>
                    <a:pt x="122643" y="465602"/>
                    <a:pt x="122643" y="465602"/>
                    <a:pt x="120158" y="465733"/>
                  </a:cubicBezTo>
                  <a:cubicBezTo>
                    <a:pt x="119336" y="465782"/>
                    <a:pt x="118514" y="465830"/>
                    <a:pt x="117667" y="465881"/>
                  </a:cubicBezTo>
                  <a:cubicBezTo>
                    <a:pt x="117031" y="465909"/>
                    <a:pt x="116395" y="465937"/>
                    <a:pt x="115740" y="465965"/>
                  </a:cubicBezTo>
                  <a:cubicBezTo>
                    <a:pt x="115740" y="466947"/>
                    <a:pt x="115740" y="467930"/>
                    <a:pt x="115740" y="468942"/>
                  </a:cubicBezTo>
                  <a:cubicBezTo>
                    <a:pt x="114866" y="468971"/>
                    <a:pt x="114866" y="468971"/>
                    <a:pt x="113975" y="469000"/>
                  </a:cubicBezTo>
                  <a:cubicBezTo>
                    <a:pt x="113222" y="469042"/>
                    <a:pt x="112469" y="469084"/>
                    <a:pt x="111693" y="469128"/>
                  </a:cubicBezTo>
                  <a:cubicBezTo>
                    <a:pt x="110942" y="469162"/>
                    <a:pt x="110191" y="469197"/>
                    <a:pt x="109417" y="469232"/>
                  </a:cubicBezTo>
                  <a:cubicBezTo>
                    <a:pt x="108802" y="469382"/>
                    <a:pt x="108188" y="469532"/>
                    <a:pt x="107554" y="469686"/>
                  </a:cubicBezTo>
                  <a:cubicBezTo>
                    <a:pt x="107431" y="470185"/>
                    <a:pt x="107308" y="470684"/>
                    <a:pt x="107182" y="471197"/>
                  </a:cubicBezTo>
                  <a:cubicBezTo>
                    <a:pt x="107059" y="471681"/>
                    <a:pt x="106936" y="472164"/>
                    <a:pt x="106810" y="472662"/>
                  </a:cubicBezTo>
                  <a:cubicBezTo>
                    <a:pt x="104947" y="472953"/>
                    <a:pt x="104947" y="472953"/>
                    <a:pt x="102671" y="472848"/>
                  </a:cubicBezTo>
                  <a:cubicBezTo>
                    <a:pt x="101918" y="472822"/>
                    <a:pt x="101165" y="472795"/>
                    <a:pt x="100389" y="472767"/>
                  </a:cubicBezTo>
                  <a:cubicBezTo>
                    <a:pt x="99515" y="472715"/>
                    <a:pt x="99515" y="472715"/>
                    <a:pt x="98624" y="472662"/>
                  </a:cubicBezTo>
                  <a:cubicBezTo>
                    <a:pt x="98624" y="473645"/>
                    <a:pt x="98624" y="474627"/>
                    <a:pt x="98624" y="475639"/>
                  </a:cubicBezTo>
                  <a:cubicBezTo>
                    <a:pt x="95678" y="475885"/>
                    <a:pt x="92731" y="476130"/>
                    <a:pt x="89695" y="476383"/>
                  </a:cubicBezTo>
                  <a:cubicBezTo>
                    <a:pt x="89695" y="477365"/>
                    <a:pt x="89695" y="478348"/>
                    <a:pt x="89695" y="479360"/>
                  </a:cubicBezTo>
                  <a:cubicBezTo>
                    <a:pt x="89112" y="479388"/>
                    <a:pt x="88530" y="479415"/>
                    <a:pt x="87930" y="479444"/>
                  </a:cubicBezTo>
                  <a:cubicBezTo>
                    <a:pt x="87177" y="479493"/>
                    <a:pt x="86424" y="479542"/>
                    <a:pt x="85648" y="479592"/>
                  </a:cubicBezTo>
                  <a:cubicBezTo>
                    <a:pt x="84897" y="479635"/>
                    <a:pt x="84146" y="479679"/>
                    <a:pt x="83372" y="479723"/>
                  </a:cubicBezTo>
                  <a:cubicBezTo>
                    <a:pt x="82757" y="479849"/>
                    <a:pt x="82143" y="479974"/>
                    <a:pt x="81509" y="480104"/>
                  </a:cubicBezTo>
                  <a:cubicBezTo>
                    <a:pt x="81264" y="480841"/>
                    <a:pt x="81018" y="481577"/>
                    <a:pt x="80765" y="482336"/>
                  </a:cubicBezTo>
                  <a:cubicBezTo>
                    <a:pt x="78739" y="482717"/>
                    <a:pt x="78739" y="482717"/>
                    <a:pt x="76254" y="482848"/>
                  </a:cubicBezTo>
                  <a:cubicBezTo>
                    <a:pt x="75432" y="482897"/>
                    <a:pt x="74609" y="482946"/>
                    <a:pt x="73762" y="482996"/>
                  </a:cubicBezTo>
                  <a:cubicBezTo>
                    <a:pt x="73126" y="483024"/>
                    <a:pt x="72491" y="483052"/>
                    <a:pt x="71835" y="483080"/>
                  </a:cubicBezTo>
                  <a:cubicBezTo>
                    <a:pt x="71835" y="484063"/>
                    <a:pt x="71835" y="485045"/>
                    <a:pt x="71835" y="486057"/>
                  </a:cubicBezTo>
                  <a:cubicBezTo>
                    <a:pt x="71315" y="486076"/>
                    <a:pt x="70795" y="486095"/>
                    <a:pt x="70260" y="486115"/>
                  </a:cubicBezTo>
                  <a:cubicBezTo>
                    <a:pt x="69583" y="486157"/>
                    <a:pt x="68905" y="486200"/>
                    <a:pt x="68208" y="486243"/>
                  </a:cubicBezTo>
                  <a:cubicBezTo>
                    <a:pt x="67534" y="486278"/>
                    <a:pt x="66861" y="486312"/>
                    <a:pt x="66167" y="486348"/>
                  </a:cubicBezTo>
                  <a:cubicBezTo>
                    <a:pt x="65582" y="486497"/>
                    <a:pt x="64997" y="486647"/>
                    <a:pt x="64394" y="486801"/>
                  </a:cubicBezTo>
                  <a:cubicBezTo>
                    <a:pt x="63892" y="487790"/>
                    <a:pt x="63395" y="488782"/>
                    <a:pt x="62906" y="489778"/>
                  </a:cubicBezTo>
                  <a:cubicBezTo>
                    <a:pt x="61126" y="489990"/>
                    <a:pt x="59545" y="489776"/>
                    <a:pt x="57766" y="489592"/>
                  </a:cubicBezTo>
                  <a:cubicBezTo>
                    <a:pt x="57252" y="489653"/>
                    <a:pt x="56738" y="489714"/>
                    <a:pt x="56208" y="489778"/>
                  </a:cubicBezTo>
                  <a:cubicBezTo>
                    <a:pt x="55988" y="490257"/>
                    <a:pt x="55767" y="490737"/>
                    <a:pt x="55540" y="491231"/>
                  </a:cubicBezTo>
                  <a:cubicBezTo>
                    <a:pt x="55269" y="491734"/>
                    <a:pt x="54999" y="492236"/>
                    <a:pt x="54720" y="492754"/>
                  </a:cubicBezTo>
                  <a:cubicBezTo>
                    <a:pt x="52621" y="493208"/>
                    <a:pt x="52621" y="493208"/>
                    <a:pt x="50162" y="493312"/>
                  </a:cubicBezTo>
                  <a:cubicBezTo>
                    <a:pt x="49347" y="493355"/>
                    <a:pt x="48531" y="493397"/>
                    <a:pt x="47691" y="493440"/>
                  </a:cubicBezTo>
                  <a:cubicBezTo>
                    <a:pt x="47064" y="493459"/>
                    <a:pt x="46437" y="493479"/>
                    <a:pt x="45790" y="493498"/>
                  </a:cubicBezTo>
                  <a:cubicBezTo>
                    <a:pt x="45790" y="494481"/>
                    <a:pt x="45790" y="495463"/>
                    <a:pt x="45790" y="496475"/>
                  </a:cubicBezTo>
                  <a:cubicBezTo>
                    <a:pt x="45208" y="496503"/>
                    <a:pt x="44626" y="496531"/>
                    <a:pt x="44026" y="496559"/>
                  </a:cubicBezTo>
                  <a:cubicBezTo>
                    <a:pt x="43273" y="496608"/>
                    <a:pt x="42520" y="496657"/>
                    <a:pt x="41744" y="496707"/>
                  </a:cubicBezTo>
                  <a:cubicBezTo>
                    <a:pt x="40993" y="496751"/>
                    <a:pt x="40242" y="496794"/>
                    <a:pt x="39468" y="496838"/>
                  </a:cubicBezTo>
                  <a:cubicBezTo>
                    <a:pt x="38853" y="496964"/>
                    <a:pt x="38238" y="497090"/>
                    <a:pt x="37605" y="497219"/>
                  </a:cubicBezTo>
                  <a:cubicBezTo>
                    <a:pt x="37359" y="497956"/>
                    <a:pt x="37114" y="498692"/>
                    <a:pt x="36861" y="499452"/>
                  </a:cubicBezTo>
                  <a:cubicBezTo>
                    <a:pt x="35375" y="499806"/>
                    <a:pt x="35375" y="499806"/>
                    <a:pt x="33559" y="499917"/>
                  </a:cubicBezTo>
                  <a:cubicBezTo>
                    <a:pt x="31021" y="500062"/>
                    <a:pt x="31021" y="500062"/>
                    <a:pt x="28675" y="500940"/>
                  </a:cubicBezTo>
                  <a:cubicBezTo>
                    <a:pt x="28430" y="501676"/>
                    <a:pt x="28184" y="502413"/>
                    <a:pt x="27931" y="503172"/>
                  </a:cubicBezTo>
                  <a:cubicBezTo>
                    <a:pt x="25433" y="503492"/>
                    <a:pt x="23014" y="503268"/>
                    <a:pt x="20490" y="503172"/>
                  </a:cubicBezTo>
                  <a:cubicBezTo>
                    <a:pt x="20244" y="499489"/>
                    <a:pt x="19998" y="495805"/>
                    <a:pt x="19745" y="492010"/>
                  </a:cubicBezTo>
                  <a:cubicBezTo>
                    <a:pt x="19009" y="492010"/>
                    <a:pt x="18272" y="492010"/>
                    <a:pt x="17513" y="492010"/>
                  </a:cubicBezTo>
                  <a:cubicBezTo>
                    <a:pt x="17513" y="487344"/>
                    <a:pt x="17513" y="482679"/>
                    <a:pt x="17513" y="477871"/>
                  </a:cubicBezTo>
                  <a:cubicBezTo>
                    <a:pt x="16776" y="477871"/>
                    <a:pt x="16040" y="477871"/>
                    <a:pt x="15281" y="477871"/>
                  </a:cubicBezTo>
                  <a:cubicBezTo>
                    <a:pt x="15244" y="476984"/>
                    <a:pt x="15208" y="476097"/>
                    <a:pt x="15170" y="475183"/>
                  </a:cubicBezTo>
                  <a:cubicBezTo>
                    <a:pt x="15114" y="474017"/>
                    <a:pt x="15058" y="472851"/>
                    <a:pt x="15002" y="471686"/>
                  </a:cubicBezTo>
                  <a:cubicBezTo>
                    <a:pt x="14978" y="471101"/>
                    <a:pt x="14955" y="470516"/>
                    <a:pt x="14932" y="469914"/>
                  </a:cubicBezTo>
                  <a:cubicBezTo>
                    <a:pt x="14903" y="469351"/>
                    <a:pt x="14874" y="468787"/>
                    <a:pt x="14845" y="468206"/>
                  </a:cubicBezTo>
                  <a:cubicBezTo>
                    <a:pt x="14809" y="467429"/>
                    <a:pt x="14809" y="467429"/>
                    <a:pt x="14774" y="466636"/>
                  </a:cubicBezTo>
                  <a:cubicBezTo>
                    <a:pt x="14595" y="464979"/>
                    <a:pt x="14595" y="464979"/>
                    <a:pt x="13048" y="462989"/>
                  </a:cubicBezTo>
                  <a:cubicBezTo>
                    <a:pt x="12803" y="462989"/>
                    <a:pt x="12557" y="462989"/>
                    <a:pt x="12304" y="462989"/>
                  </a:cubicBezTo>
                  <a:cubicBezTo>
                    <a:pt x="12058" y="457832"/>
                    <a:pt x="11813" y="452675"/>
                    <a:pt x="11560" y="447362"/>
                  </a:cubicBezTo>
                  <a:cubicBezTo>
                    <a:pt x="10823" y="447362"/>
                    <a:pt x="10086" y="447362"/>
                    <a:pt x="9327" y="447362"/>
                  </a:cubicBezTo>
                  <a:cubicBezTo>
                    <a:pt x="9263" y="444649"/>
                    <a:pt x="9223" y="441936"/>
                    <a:pt x="9188" y="439223"/>
                  </a:cubicBezTo>
                  <a:cubicBezTo>
                    <a:pt x="9169" y="438448"/>
                    <a:pt x="9151" y="437673"/>
                    <a:pt x="9131" y="436875"/>
                  </a:cubicBezTo>
                  <a:cubicBezTo>
                    <a:pt x="9124" y="436139"/>
                    <a:pt x="9117" y="435403"/>
                    <a:pt x="9109" y="434644"/>
                  </a:cubicBezTo>
                  <a:cubicBezTo>
                    <a:pt x="9098" y="433962"/>
                    <a:pt x="9086" y="433280"/>
                    <a:pt x="9074" y="432578"/>
                  </a:cubicBezTo>
                  <a:cubicBezTo>
                    <a:pt x="9199" y="431792"/>
                    <a:pt x="9199" y="431792"/>
                    <a:pt x="9327" y="430991"/>
                  </a:cubicBezTo>
                  <a:cubicBezTo>
                    <a:pt x="10064" y="430745"/>
                    <a:pt x="10801" y="430499"/>
                    <a:pt x="11560" y="430246"/>
                  </a:cubicBezTo>
                  <a:cubicBezTo>
                    <a:pt x="11560" y="429510"/>
                    <a:pt x="11560" y="428773"/>
                    <a:pt x="11560" y="428014"/>
                  </a:cubicBezTo>
                  <a:cubicBezTo>
                    <a:pt x="12250" y="427986"/>
                    <a:pt x="12939" y="427958"/>
                    <a:pt x="13650" y="427930"/>
                  </a:cubicBezTo>
                  <a:cubicBezTo>
                    <a:pt x="14541" y="427881"/>
                    <a:pt x="15432" y="427832"/>
                    <a:pt x="16350" y="427781"/>
                  </a:cubicBezTo>
                  <a:cubicBezTo>
                    <a:pt x="17239" y="427738"/>
                    <a:pt x="18129" y="427695"/>
                    <a:pt x="19045" y="427651"/>
                  </a:cubicBezTo>
                  <a:cubicBezTo>
                    <a:pt x="19767" y="427525"/>
                    <a:pt x="20489" y="427399"/>
                    <a:pt x="21234" y="427270"/>
                  </a:cubicBezTo>
                  <a:cubicBezTo>
                    <a:pt x="21479" y="426533"/>
                    <a:pt x="21725" y="425796"/>
                    <a:pt x="21978" y="425037"/>
                  </a:cubicBezTo>
                  <a:cubicBezTo>
                    <a:pt x="24321" y="424256"/>
                    <a:pt x="25987" y="424218"/>
                    <a:pt x="28443" y="424247"/>
                  </a:cubicBezTo>
                  <a:cubicBezTo>
                    <a:pt x="29182" y="424254"/>
                    <a:pt x="29922" y="424260"/>
                    <a:pt x="30684" y="424267"/>
                  </a:cubicBezTo>
                  <a:cubicBezTo>
                    <a:pt x="31531" y="424280"/>
                    <a:pt x="31531" y="424280"/>
                    <a:pt x="32396" y="424293"/>
                  </a:cubicBezTo>
                  <a:cubicBezTo>
                    <a:pt x="32396" y="423311"/>
                    <a:pt x="32396" y="422329"/>
                    <a:pt x="32396" y="421317"/>
                  </a:cubicBezTo>
                  <a:cubicBezTo>
                    <a:pt x="33086" y="421298"/>
                    <a:pt x="33775" y="421278"/>
                    <a:pt x="34486" y="421259"/>
                  </a:cubicBezTo>
                  <a:cubicBezTo>
                    <a:pt x="35377" y="421216"/>
                    <a:pt x="36268" y="421174"/>
                    <a:pt x="37186" y="421131"/>
                  </a:cubicBezTo>
                  <a:cubicBezTo>
                    <a:pt x="38075" y="421096"/>
                    <a:pt x="38965" y="421062"/>
                    <a:pt x="39881" y="421026"/>
                  </a:cubicBezTo>
                  <a:cubicBezTo>
                    <a:pt x="40603" y="420876"/>
                    <a:pt x="41325" y="420727"/>
                    <a:pt x="42070" y="420573"/>
                  </a:cubicBezTo>
                  <a:cubicBezTo>
                    <a:pt x="42333" y="419584"/>
                    <a:pt x="42581" y="418592"/>
                    <a:pt x="42814" y="417596"/>
                  </a:cubicBezTo>
                  <a:cubicBezTo>
                    <a:pt x="44814" y="417221"/>
                    <a:pt x="44814" y="417221"/>
                    <a:pt x="47279" y="417177"/>
                  </a:cubicBezTo>
                  <a:cubicBezTo>
                    <a:pt x="49673" y="417178"/>
                    <a:pt x="49673" y="417178"/>
                    <a:pt x="51743" y="416852"/>
                  </a:cubicBezTo>
                  <a:cubicBezTo>
                    <a:pt x="51989" y="416115"/>
                    <a:pt x="52235" y="415379"/>
                    <a:pt x="52488" y="414619"/>
                  </a:cubicBezTo>
                  <a:cubicBezTo>
                    <a:pt x="54324" y="414296"/>
                    <a:pt x="56101" y="414292"/>
                    <a:pt x="57964" y="414250"/>
                  </a:cubicBezTo>
                  <a:cubicBezTo>
                    <a:pt x="60624" y="413743"/>
                    <a:pt x="61757" y="412832"/>
                    <a:pt x="63650" y="410899"/>
                  </a:cubicBezTo>
                  <a:cubicBezTo>
                    <a:pt x="64200" y="408381"/>
                    <a:pt x="64200" y="408381"/>
                    <a:pt x="64097" y="405484"/>
                  </a:cubicBezTo>
                  <a:cubicBezTo>
                    <a:pt x="64100" y="404938"/>
                    <a:pt x="64103" y="404391"/>
                    <a:pt x="64107" y="403828"/>
                  </a:cubicBezTo>
                  <a:cubicBezTo>
                    <a:pt x="64113" y="401996"/>
                    <a:pt x="64092" y="400165"/>
                    <a:pt x="64072" y="398333"/>
                  </a:cubicBezTo>
                  <a:cubicBezTo>
                    <a:pt x="64071" y="397021"/>
                    <a:pt x="64072" y="395708"/>
                    <a:pt x="64074" y="394395"/>
                  </a:cubicBezTo>
                  <a:cubicBezTo>
                    <a:pt x="64075" y="390830"/>
                    <a:pt x="64053" y="387265"/>
                    <a:pt x="64027" y="383700"/>
                  </a:cubicBezTo>
                  <a:cubicBezTo>
                    <a:pt x="64004" y="379975"/>
                    <a:pt x="64002" y="376249"/>
                    <a:pt x="63997" y="372524"/>
                  </a:cubicBezTo>
                  <a:cubicBezTo>
                    <a:pt x="63986" y="365469"/>
                    <a:pt x="63955" y="358414"/>
                    <a:pt x="63918" y="351359"/>
                  </a:cubicBezTo>
                  <a:cubicBezTo>
                    <a:pt x="63876" y="343327"/>
                    <a:pt x="63856" y="335296"/>
                    <a:pt x="63837" y="327264"/>
                  </a:cubicBezTo>
                  <a:cubicBezTo>
                    <a:pt x="63798" y="310742"/>
                    <a:pt x="63733" y="294220"/>
                    <a:pt x="63650" y="277698"/>
                  </a:cubicBezTo>
                  <a:cubicBezTo>
                    <a:pt x="62816" y="277703"/>
                    <a:pt x="62816" y="277703"/>
                    <a:pt x="61965" y="277708"/>
                  </a:cubicBezTo>
                  <a:cubicBezTo>
                    <a:pt x="56731" y="277737"/>
                    <a:pt x="51497" y="277760"/>
                    <a:pt x="46263" y="277775"/>
                  </a:cubicBezTo>
                  <a:cubicBezTo>
                    <a:pt x="43571" y="277783"/>
                    <a:pt x="40880" y="277793"/>
                    <a:pt x="38189" y="277810"/>
                  </a:cubicBezTo>
                  <a:cubicBezTo>
                    <a:pt x="35594" y="277826"/>
                    <a:pt x="32998" y="277835"/>
                    <a:pt x="30402" y="277839"/>
                  </a:cubicBezTo>
                  <a:cubicBezTo>
                    <a:pt x="28927" y="277843"/>
                    <a:pt x="27452" y="277855"/>
                    <a:pt x="25977" y="277866"/>
                  </a:cubicBezTo>
                  <a:cubicBezTo>
                    <a:pt x="25083" y="277866"/>
                    <a:pt x="24190" y="277866"/>
                    <a:pt x="23269" y="277867"/>
                  </a:cubicBezTo>
                  <a:cubicBezTo>
                    <a:pt x="22479" y="277870"/>
                    <a:pt x="21689" y="277873"/>
                    <a:pt x="20875" y="277877"/>
                  </a:cubicBezTo>
                  <a:cubicBezTo>
                    <a:pt x="19001" y="277698"/>
                    <a:pt x="19001" y="277698"/>
                    <a:pt x="17513" y="276209"/>
                  </a:cubicBezTo>
                  <a:cubicBezTo>
                    <a:pt x="17373" y="273990"/>
                    <a:pt x="17326" y="271839"/>
                    <a:pt x="17344" y="269619"/>
                  </a:cubicBezTo>
                  <a:cubicBezTo>
                    <a:pt x="17344" y="268937"/>
                    <a:pt x="17344" y="268254"/>
                    <a:pt x="17343" y="267551"/>
                  </a:cubicBezTo>
                  <a:cubicBezTo>
                    <a:pt x="17344" y="265288"/>
                    <a:pt x="17356" y="263026"/>
                    <a:pt x="17368" y="260763"/>
                  </a:cubicBezTo>
                  <a:cubicBezTo>
                    <a:pt x="17370" y="259196"/>
                    <a:pt x="17373" y="257630"/>
                    <a:pt x="17374" y="256064"/>
                  </a:cubicBezTo>
                  <a:cubicBezTo>
                    <a:pt x="17380" y="251937"/>
                    <a:pt x="17394" y="247809"/>
                    <a:pt x="17411" y="243681"/>
                  </a:cubicBezTo>
                  <a:cubicBezTo>
                    <a:pt x="17429" y="238732"/>
                    <a:pt x="17436" y="233782"/>
                    <a:pt x="17444" y="228833"/>
                  </a:cubicBezTo>
                  <a:cubicBezTo>
                    <a:pt x="17459" y="221309"/>
                    <a:pt x="17487" y="213784"/>
                    <a:pt x="17513" y="206260"/>
                  </a:cubicBezTo>
                  <a:cubicBezTo>
                    <a:pt x="32984" y="206015"/>
                    <a:pt x="48454" y="205769"/>
                    <a:pt x="64394" y="205516"/>
                  </a:cubicBezTo>
                  <a:cubicBezTo>
                    <a:pt x="64394" y="173101"/>
                    <a:pt x="64394" y="140686"/>
                    <a:pt x="64394" y="107289"/>
                  </a:cubicBezTo>
                  <a:cubicBezTo>
                    <a:pt x="40083" y="106921"/>
                    <a:pt x="40083" y="106921"/>
                    <a:pt x="15281" y="106545"/>
                  </a:cubicBezTo>
                  <a:cubicBezTo>
                    <a:pt x="15281" y="82971"/>
                    <a:pt x="15281" y="59397"/>
                    <a:pt x="15281" y="35108"/>
                  </a:cubicBezTo>
                  <a:cubicBezTo>
                    <a:pt x="66604" y="35108"/>
                    <a:pt x="117927" y="35108"/>
                    <a:pt x="170806" y="35108"/>
                  </a:cubicBezTo>
                  <a:cubicBezTo>
                    <a:pt x="170806" y="58682"/>
                    <a:pt x="170806" y="82257"/>
                    <a:pt x="170806" y="106545"/>
                  </a:cubicBezTo>
                  <a:cubicBezTo>
                    <a:pt x="155335" y="106791"/>
                    <a:pt x="139865" y="107036"/>
                    <a:pt x="123925" y="107289"/>
                  </a:cubicBezTo>
                  <a:cubicBezTo>
                    <a:pt x="123925" y="139704"/>
                    <a:pt x="123925" y="172119"/>
                    <a:pt x="123925" y="205516"/>
                  </a:cubicBezTo>
                  <a:cubicBezTo>
                    <a:pt x="137431" y="205762"/>
                    <a:pt x="150937" y="206007"/>
                    <a:pt x="164853" y="206260"/>
                  </a:cubicBezTo>
                  <a:cubicBezTo>
                    <a:pt x="164913" y="223657"/>
                    <a:pt x="164913" y="223657"/>
                    <a:pt x="164926" y="231052"/>
                  </a:cubicBezTo>
                  <a:cubicBezTo>
                    <a:pt x="164934" y="236105"/>
                    <a:pt x="164945" y="241158"/>
                    <a:pt x="164965" y="246212"/>
                  </a:cubicBezTo>
                  <a:cubicBezTo>
                    <a:pt x="164981" y="250284"/>
                    <a:pt x="164990" y="254356"/>
                    <a:pt x="164994" y="258428"/>
                  </a:cubicBezTo>
                  <a:cubicBezTo>
                    <a:pt x="164997" y="259985"/>
                    <a:pt x="165002" y="261541"/>
                    <a:pt x="165010" y="263098"/>
                  </a:cubicBezTo>
                  <a:cubicBezTo>
                    <a:pt x="165021" y="265272"/>
                    <a:pt x="165022" y="267445"/>
                    <a:pt x="165022" y="269619"/>
                  </a:cubicBezTo>
                  <a:cubicBezTo>
                    <a:pt x="165027" y="270268"/>
                    <a:pt x="165032" y="270917"/>
                    <a:pt x="165038" y="271585"/>
                  </a:cubicBezTo>
                  <a:cubicBezTo>
                    <a:pt x="165023" y="276040"/>
                    <a:pt x="165023" y="276040"/>
                    <a:pt x="163365" y="277698"/>
                  </a:cubicBezTo>
                  <a:cubicBezTo>
                    <a:pt x="150595" y="277698"/>
                    <a:pt x="137826" y="277698"/>
                    <a:pt x="124669" y="277698"/>
                  </a:cubicBezTo>
                  <a:cubicBezTo>
                    <a:pt x="124301" y="333318"/>
                    <a:pt x="124301" y="333318"/>
                    <a:pt x="123925" y="390063"/>
                  </a:cubicBezTo>
                  <a:cubicBezTo>
                    <a:pt x="125398" y="389817"/>
                    <a:pt x="126872" y="389572"/>
                    <a:pt x="128390" y="389319"/>
                  </a:cubicBezTo>
                  <a:cubicBezTo>
                    <a:pt x="128390" y="388582"/>
                    <a:pt x="128390" y="387845"/>
                    <a:pt x="128390" y="387086"/>
                  </a:cubicBezTo>
                  <a:cubicBezTo>
                    <a:pt x="128964" y="387067"/>
                    <a:pt x="129537" y="387048"/>
                    <a:pt x="130128" y="387028"/>
                  </a:cubicBezTo>
                  <a:cubicBezTo>
                    <a:pt x="130874" y="386986"/>
                    <a:pt x="131621" y="386944"/>
                    <a:pt x="132390" y="386900"/>
                  </a:cubicBezTo>
                  <a:cubicBezTo>
                    <a:pt x="133132" y="386866"/>
                    <a:pt x="133875" y="386831"/>
                    <a:pt x="134640" y="386796"/>
                  </a:cubicBezTo>
                  <a:cubicBezTo>
                    <a:pt x="135278" y="386646"/>
                    <a:pt x="135917" y="386496"/>
                    <a:pt x="136575" y="386342"/>
                  </a:cubicBezTo>
                  <a:cubicBezTo>
                    <a:pt x="136822" y="385848"/>
                    <a:pt x="137069" y="385354"/>
                    <a:pt x="137323" y="384845"/>
                  </a:cubicBezTo>
                  <a:cubicBezTo>
                    <a:pt x="137689" y="384113"/>
                    <a:pt x="137689" y="384113"/>
                    <a:pt x="138064" y="383366"/>
                  </a:cubicBezTo>
                  <a:cubicBezTo>
                    <a:pt x="139974" y="382991"/>
                    <a:pt x="139974" y="382991"/>
                    <a:pt x="142203" y="382947"/>
                  </a:cubicBezTo>
                  <a:cubicBezTo>
                    <a:pt x="144375" y="382947"/>
                    <a:pt x="144375" y="382947"/>
                    <a:pt x="146249" y="382621"/>
                  </a:cubicBezTo>
                  <a:cubicBezTo>
                    <a:pt x="146495" y="381885"/>
                    <a:pt x="146740" y="381148"/>
                    <a:pt x="146993" y="380389"/>
                  </a:cubicBezTo>
                  <a:cubicBezTo>
                    <a:pt x="149120" y="380069"/>
                    <a:pt x="151193" y="380061"/>
                    <a:pt x="153342" y="380020"/>
                  </a:cubicBezTo>
                  <a:cubicBezTo>
                    <a:pt x="153948" y="379896"/>
                    <a:pt x="154554" y="379772"/>
                    <a:pt x="155179" y="379645"/>
                  </a:cubicBezTo>
                  <a:cubicBezTo>
                    <a:pt x="155302" y="379154"/>
                    <a:pt x="155425" y="378663"/>
                    <a:pt x="155551" y="378157"/>
                  </a:cubicBezTo>
                  <a:cubicBezTo>
                    <a:pt x="155674" y="377665"/>
                    <a:pt x="155797" y="377174"/>
                    <a:pt x="155923" y="376668"/>
                  </a:cubicBezTo>
                  <a:cubicBezTo>
                    <a:pt x="157760" y="376293"/>
                    <a:pt x="157760" y="376293"/>
                    <a:pt x="160016" y="376250"/>
                  </a:cubicBezTo>
                  <a:cubicBezTo>
                    <a:pt x="162209" y="376249"/>
                    <a:pt x="162209" y="376249"/>
                    <a:pt x="164109" y="375924"/>
                  </a:cubicBezTo>
                  <a:cubicBezTo>
                    <a:pt x="164354" y="375187"/>
                    <a:pt x="164600" y="374451"/>
                    <a:pt x="164853" y="373692"/>
                  </a:cubicBezTo>
                  <a:cubicBezTo>
                    <a:pt x="166391" y="373474"/>
                    <a:pt x="166391" y="373474"/>
                    <a:pt x="168248" y="373552"/>
                  </a:cubicBezTo>
                  <a:cubicBezTo>
                    <a:pt x="168863" y="373572"/>
                    <a:pt x="169478" y="373593"/>
                    <a:pt x="170111" y="373613"/>
                  </a:cubicBezTo>
                  <a:cubicBezTo>
                    <a:pt x="170823" y="373652"/>
                    <a:pt x="170823" y="373652"/>
                    <a:pt x="171550" y="373692"/>
                  </a:cubicBezTo>
                  <a:cubicBezTo>
                    <a:pt x="171550" y="374428"/>
                    <a:pt x="171550" y="375165"/>
                    <a:pt x="171550" y="375924"/>
                  </a:cubicBezTo>
                  <a:cubicBezTo>
                    <a:pt x="172041" y="375924"/>
                    <a:pt x="172532" y="375924"/>
                    <a:pt x="173038" y="375924"/>
                  </a:cubicBezTo>
                  <a:cubicBezTo>
                    <a:pt x="173824" y="379737"/>
                    <a:pt x="173845" y="383358"/>
                    <a:pt x="173783" y="387226"/>
                  </a:cubicBezTo>
                  <a:cubicBezTo>
                    <a:pt x="173764" y="388415"/>
                    <a:pt x="173748" y="389604"/>
                    <a:pt x="173736" y="390792"/>
                  </a:cubicBezTo>
                  <a:cubicBezTo>
                    <a:pt x="173727" y="391313"/>
                    <a:pt x="173719" y="391835"/>
                    <a:pt x="173710" y="392371"/>
                  </a:cubicBezTo>
                  <a:cubicBezTo>
                    <a:pt x="173728" y="393952"/>
                    <a:pt x="173728" y="393952"/>
                    <a:pt x="174527" y="396016"/>
                  </a:cubicBezTo>
                  <a:cubicBezTo>
                    <a:pt x="175018" y="396262"/>
                    <a:pt x="175509" y="396507"/>
                    <a:pt x="176015" y="396760"/>
                  </a:cubicBezTo>
                  <a:cubicBezTo>
                    <a:pt x="176247" y="398780"/>
                    <a:pt x="176397" y="400733"/>
                    <a:pt x="176480" y="402760"/>
                  </a:cubicBezTo>
                  <a:cubicBezTo>
                    <a:pt x="176509" y="403324"/>
                    <a:pt x="176538" y="403889"/>
                    <a:pt x="176567" y="404470"/>
                  </a:cubicBezTo>
                  <a:cubicBezTo>
                    <a:pt x="176638" y="405869"/>
                    <a:pt x="176699" y="407268"/>
                    <a:pt x="176759" y="408666"/>
                  </a:cubicBezTo>
                  <a:cubicBezTo>
                    <a:pt x="179040" y="407429"/>
                    <a:pt x="179040" y="407429"/>
                    <a:pt x="179689" y="405643"/>
                  </a:cubicBezTo>
                  <a:cubicBezTo>
                    <a:pt x="179950" y="405167"/>
                    <a:pt x="180211" y="404692"/>
                    <a:pt x="180480" y="404202"/>
                  </a:cubicBezTo>
                  <a:cubicBezTo>
                    <a:pt x="180986" y="404079"/>
                    <a:pt x="181493" y="403956"/>
                    <a:pt x="182015" y="403829"/>
                  </a:cubicBezTo>
                  <a:cubicBezTo>
                    <a:pt x="182490" y="403707"/>
                    <a:pt x="182966" y="403584"/>
                    <a:pt x="183456" y="403457"/>
                  </a:cubicBezTo>
                  <a:cubicBezTo>
                    <a:pt x="183641" y="402698"/>
                    <a:pt x="183641" y="402698"/>
                    <a:pt x="183828" y="401923"/>
                  </a:cubicBezTo>
                  <a:cubicBezTo>
                    <a:pt x="183951" y="401447"/>
                    <a:pt x="184074" y="400971"/>
                    <a:pt x="184200" y="400481"/>
                  </a:cubicBezTo>
                  <a:cubicBezTo>
                    <a:pt x="185183" y="400481"/>
                    <a:pt x="186165" y="400481"/>
                    <a:pt x="187177" y="400481"/>
                  </a:cubicBezTo>
                  <a:cubicBezTo>
                    <a:pt x="187177" y="399499"/>
                    <a:pt x="187177" y="398516"/>
                    <a:pt x="187177" y="397504"/>
                  </a:cubicBezTo>
                  <a:cubicBezTo>
                    <a:pt x="188619" y="397086"/>
                    <a:pt x="188619" y="397086"/>
                    <a:pt x="190154" y="396760"/>
                  </a:cubicBezTo>
                  <a:cubicBezTo>
                    <a:pt x="190399" y="396023"/>
                    <a:pt x="190645" y="395287"/>
                    <a:pt x="190898" y="394528"/>
                  </a:cubicBezTo>
                  <a:cubicBezTo>
                    <a:pt x="191527" y="394282"/>
                    <a:pt x="192156" y="394037"/>
                    <a:pt x="192805" y="393784"/>
                  </a:cubicBezTo>
                  <a:cubicBezTo>
                    <a:pt x="193403" y="393538"/>
                    <a:pt x="194002" y="393292"/>
                    <a:pt x="194618" y="393039"/>
                  </a:cubicBezTo>
                  <a:cubicBezTo>
                    <a:pt x="194618" y="392303"/>
                    <a:pt x="194618" y="391566"/>
                    <a:pt x="194618" y="390807"/>
                  </a:cubicBezTo>
                  <a:cubicBezTo>
                    <a:pt x="195859" y="390559"/>
                    <a:pt x="197099" y="390311"/>
                    <a:pt x="198339" y="390063"/>
                  </a:cubicBezTo>
                  <a:cubicBezTo>
                    <a:pt x="198339" y="389326"/>
                    <a:pt x="198339" y="388589"/>
                    <a:pt x="198339" y="387830"/>
                  </a:cubicBezTo>
                  <a:cubicBezTo>
                    <a:pt x="198815" y="387723"/>
                    <a:pt x="199291" y="387616"/>
                    <a:pt x="199781" y="387505"/>
                  </a:cubicBezTo>
                  <a:cubicBezTo>
                    <a:pt x="200287" y="387367"/>
                    <a:pt x="200794" y="387229"/>
                    <a:pt x="201316" y="387086"/>
                  </a:cubicBezTo>
                  <a:cubicBezTo>
                    <a:pt x="201571" y="386096"/>
                    <a:pt x="201819" y="385104"/>
                    <a:pt x="202060" y="384110"/>
                  </a:cubicBezTo>
                  <a:cubicBezTo>
                    <a:pt x="203040" y="383589"/>
                    <a:pt x="204032" y="383092"/>
                    <a:pt x="205036" y="382621"/>
                  </a:cubicBezTo>
                  <a:cubicBezTo>
                    <a:pt x="205282" y="381885"/>
                    <a:pt x="205528" y="381148"/>
                    <a:pt x="205781" y="380389"/>
                  </a:cubicBezTo>
                  <a:cubicBezTo>
                    <a:pt x="206763" y="380389"/>
                    <a:pt x="207745" y="380389"/>
                    <a:pt x="208757" y="380389"/>
                  </a:cubicBezTo>
                  <a:cubicBezTo>
                    <a:pt x="209204" y="378974"/>
                    <a:pt x="209204" y="378974"/>
                    <a:pt x="209501" y="377412"/>
                  </a:cubicBezTo>
                  <a:cubicBezTo>
                    <a:pt x="210238" y="376921"/>
                    <a:pt x="210975" y="376430"/>
                    <a:pt x="211734" y="375924"/>
                  </a:cubicBezTo>
                  <a:cubicBezTo>
                    <a:pt x="211979" y="375187"/>
                    <a:pt x="212225" y="374451"/>
                    <a:pt x="212478" y="373692"/>
                  </a:cubicBezTo>
                  <a:cubicBezTo>
                    <a:pt x="213470" y="373196"/>
                    <a:pt x="214462" y="372700"/>
                    <a:pt x="215454" y="372203"/>
                  </a:cubicBezTo>
                  <a:cubicBezTo>
                    <a:pt x="215700" y="371467"/>
                    <a:pt x="215946" y="370730"/>
                    <a:pt x="216199" y="369971"/>
                  </a:cubicBezTo>
                  <a:cubicBezTo>
                    <a:pt x="218105" y="369832"/>
                    <a:pt x="218105" y="369832"/>
                    <a:pt x="219919" y="369971"/>
                  </a:cubicBezTo>
                  <a:cubicBezTo>
                    <a:pt x="219919" y="368989"/>
                    <a:pt x="219919" y="368007"/>
                    <a:pt x="219919" y="366994"/>
                  </a:cubicBezTo>
                  <a:cubicBezTo>
                    <a:pt x="220902" y="366994"/>
                    <a:pt x="221884" y="366994"/>
                    <a:pt x="222896" y="366994"/>
                  </a:cubicBezTo>
                  <a:cubicBezTo>
                    <a:pt x="223755" y="365155"/>
                    <a:pt x="223755" y="365155"/>
                    <a:pt x="224384" y="363274"/>
                  </a:cubicBezTo>
                  <a:cubicBezTo>
                    <a:pt x="224875" y="363274"/>
                    <a:pt x="225366" y="363274"/>
                    <a:pt x="225872" y="363274"/>
                  </a:cubicBezTo>
                  <a:cubicBezTo>
                    <a:pt x="226087" y="362721"/>
                    <a:pt x="226302" y="362169"/>
                    <a:pt x="226523" y="361599"/>
                  </a:cubicBezTo>
                  <a:cubicBezTo>
                    <a:pt x="227466" y="359295"/>
                    <a:pt x="228393" y="358120"/>
                    <a:pt x="230337" y="356577"/>
                  </a:cubicBezTo>
                  <a:cubicBezTo>
                    <a:pt x="231319" y="356577"/>
                    <a:pt x="232302" y="356577"/>
                    <a:pt x="233314" y="356577"/>
                  </a:cubicBezTo>
                  <a:cubicBezTo>
                    <a:pt x="233761" y="355161"/>
                    <a:pt x="233761" y="355161"/>
                    <a:pt x="234058" y="353600"/>
                  </a:cubicBezTo>
                  <a:cubicBezTo>
                    <a:pt x="234795" y="353109"/>
                    <a:pt x="235531" y="352618"/>
                    <a:pt x="236290" y="352112"/>
                  </a:cubicBezTo>
                  <a:cubicBezTo>
                    <a:pt x="236536" y="351375"/>
                    <a:pt x="236781" y="350638"/>
                    <a:pt x="237034" y="349879"/>
                  </a:cubicBezTo>
                  <a:cubicBezTo>
                    <a:pt x="237771" y="349634"/>
                    <a:pt x="238508" y="349388"/>
                    <a:pt x="239267" y="349135"/>
                  </a:cubicBezTo>
                  <a:cubicBezTo>
                    <a:pt x="239482" y="348705"/>
                    <a:pt x="239697" y="348276"/>
                    <a:pt x="239918" y="347833"/>
                  </a:cubicBezTo>
                  <a:cubicBezTo>
                    <a:pt x="241066" y="345537"/>
                    <a:pt x="242535" y="344101"/>
                    <a:pt x="244476" y="342438"/>
                  </a:cubicBezTo>
                  <a:cubicBezTo>
                    <a:pt x="245458" y="342438"/>
                    <a:pt x="246440" y="342438"/>
                    <a:pt x="247452" y="342438"/>
                  </a:cubicBezTo>
                  <a:cubicBezTo>
                    <a:pt x="247452" y="341456"/>
                    <a:pt x="247452" y="340473"/>
                    <a:pt x="247452" y="339461"/>
                  </a:cubicBezTo>
                  <a:cubicBezTo>
                    <a:pt x="248435" y="339461"/>
                    <a:pt x="249417" y="339461"/>
                    <a:pt x="250429" y="339461"/>
                  </a:cubicBezTo>
                  <a:cubicBezTo>
                    <a:pt x="250955" y="338234"/>
                    <a:pt x="251445" y="336990"/>
                    <a:pt x="251917" y="335741"/>
                  </a:cubicBezTo>
                  <a:cubicBezTo>
                    <a:pt x="253731" y="333648"/>
                    <a:pt x="253731" y="333648"/>
                    <a:pt x="255638" y="332020"/>
                  </a:cubicBezTo>
                  <a:cubicBezTo>
                    <a:pt x="256375" y="332020"/>
                    <a:pt x="257111" y="332020"/>
                    <a:pt x="257870" y="332020"/>
                  </a:cubicBezTo>
                  <a:cubicBezTo>
                    <a:pt x="257870" y="331038"/>
                    <a:pt x="257870" y="330055"/>
                    <a:pt x="257870" y="329043"/>
                  </a:cubicBezTo>
                  <a:cubicBezTo>
                    <a:pt x="258853" y="329043"/>
                    <a:pt x="259835" y="329043"/>
                    <a:pt x="260847" y="329043"/>
                  </a:cubicBezTo>
                  <a:cubicBezTo>
                    <a:pt x="260847" y="328061"/>
                    <a:pt x="260847" y="327079"/>
                    <a:pt x="260847" y="326067"/>
                  </a:cubicBezTo>
                  <a:cubicBezTo>
                    <a:pt x="262242" y="325276"/>
                    <a:pt x="262242" y="325276"/>
                    <a:pt x="263824" y="324578"/>
                  </a:cubicBezTo>
                  <a:cubicBezTo>
                    <a:pt x="264315" y="323842"/>
                    <a:pt x="264806" y="323105"/>
                    <a:pt x="265312" y="322346"/>
                  </a:cubicBezTo>
                  <a:cubicBezTo>
                    <a:pt x="265803" y="322346"/>
                    <a:pt x="266294" y="322346"/>
                    <a:pt x="266800" y="322346"/>
                  </a:cubicBezTo>
                  <a:cubicBezTo>
                    <a:pt x="266877" y="321932"/>
                    <a:pt x="266954" y="321517"/>
                    <a:pt x="267033" y="321090"/>
                  </a:cubicBezTo>
                  <a:cubicBezTo>
                    <a:pt x="267791" y="318540"/>
                    <a:pt x="269255" y="317332"/>
                    <a:pt x="271265" y="315649"/>
                  </a:cubicBezTo>
                  <a:cubicBezTo>
                    <a:pt x="272247" y="315649"/>
                    <a:pt x="273229" y="315649"/>
                    <a:pt x="274242" y="315649"/>
                  </a:cubicBezTo>
                  <a:cubicBezTo>
                    <a:pt x="274688" y="314234"/>
                    <a:pt x="274688" y="314234"/>
                    <a:pt x="274986" y="312672"/>
                  </a:cubicBezTo>
                  <a:cubicBezTo>
                    <a:pt x="275722" y="312181"/>
                    <a:pt x="276459" y="311690"/>
                    <a:pt x="277218" y="311184"/>
                  </a:cubicBezTo>
                  <a:cubicBezTo>
                    <a:pt x="277464" y="310447"/>
                    <a:pt x="277709" y="309711"/>
                    <a:pt x="277962" y="308952"/>
                  </a:cubicBezTo>
                  <a:cubicBezTo>
                    <a:pt x="278699" y="308952"/>
                    <a:pt x="279436" y="308952"/>
                    <a:pt x="280195" y="308952"/>
                  </a:cubicBezTo>
                  <a:cubicBezTo>
                    <a:pt x="280717" y="307722"/>
                    <a:pt x="281214" y="306482"/>
                    <a:pt x="281683" y="305231"/>
                  </a:cubicBezTo>
                  <a:cubicBezTo>
                    <a:pt x="282174" y="305231"/>
                    <a:pt x="282665" y="305231"/>
                    <a:pt x="283171" y="305231"/>
                  </a:cubicBezTo>
                  <a:cubicBezTo>
                    <a:pt x="282803" y="237455"/>
                    <a:pt x="282803" y="237455"/>
                    <a:pt x="282427" y="168309"/>
                  </a:cubicBezTo>
                  <a:cubicBezTo>
                    <a:pt x="247685" y="168338"/>
                    <a:pt x="247685" y="168338"/>
                    <a:pt x="212943" y="168376"/>
                  </a:cubicBezTo>
                  <a:cubicBezTo>
                    <a:pt x="206239" y="168379"/>
                    <a:pt x="206239" y="168379"/>
                    <a:pt x="203105" y="168380"/>
                  </a:cubicBezTo>
                  <a:cubicBezTo>
                    <a:pt x="200906" y="168381"/>
                    <a:pt x="198707" y="168383"/>
                    <a:pt x="196509" y="168388"/>
                  </a:cubicBezTo>
                  <a:cubicBezTo>
                    <a:pt x="193709" y="168393"/>
                    <a:pt x="190909" y="168394"/>
                    <a:pt x="188110" y="168393"/>
                  </a:cubicBezTo>
                  <a:cubicBezTo>
                    <a:pt x="187079" y="168393"/>
                    <a:pt x="186048" y="168395"/>
                    <a:pt x="185018" y="168398"/>
                  </a:cubicBezTo>
                  <a:cubicBezTo>
                    <a:pt x="183632" y="168401"/>
                    <a:pt x="182246" y="168400"/>
                    <a:pt x="180860" y="168398"/>
                  </a:cubicBezTo>
                  <a:cubicBezTo>
                    <a:pt x="180082" y="168399"/>
                    <a:pt x="179303" y="168400"/>
                    <a:pt x="178501" y="168401"/>
                  </a:cubicBezTo>
                  <a:cubicBezTo>
                    <a:pt x="176759" y="168309"/>
                    <a:pt x="176759" y="168309"/>
                    <a:pt x="176015" y="167565"/>
                  </a:cubicBezTo>
                  <a:cubicBezTo>
                    <a:pt x="175944" y="165368"/>
                    <a:pt x="175922" y="163188"/>
                    <a:pt x="175930" y="160991"/>
                  </a:cubicBezTo>
                  <a:cubicBezTo>
                    <a:pt x="175930" y="160290"/>
                    <a:pt x="175930" y="159589"/>
                    <a:pt x="175930" y="158867"/>
                  </a:cubicBezTo>
                  <a:cubicBezTo>
                    <a:pt x="175931" y="156587"/>
                    <a:pt x="175936" y="154308"/>
                    <a:pt x="175942" y="152028"/>
                  </a:cubicBezTo>
                  <a:cubicBezTo>
                    <a:pt x="175943" y="150625"/>
                    <a:pt x="175944" y="149222"/>
                    <a:pt x="175945" y="147819"/>
                  </a:cubicBezTo>
                  <a:cubicBezTo>
                    <a:pt x="175948" y="142603"/>
                    <a:pt x="175959" y="137387"/>
                    <a:pt x="175968" y="132172"/>
                  </a:cubicBezTo>
                  <a:cubicBezTo>
                    <a:pt x="175984" y="120523"/>
                    <a:pt x="175999" y="108874"/>
                    <a:pt x="176015" y="96871"/>
                  </a:cubicBezTo>
                  <a:cubicBezTo>
                    <a:pt x="211377" y="96626"/>
                    <a:pt x="246738" y="96380"/>
                    <a:pt x="283171" y="96127"/>
                  </a:cubicBezTo>
                  <a:cubicBezTo>
                    <a:pt x="282897" y="66172"/>
                    <a:pt x="282897" y="66172"/>
                    <a:pt x="282614" y="36218"/>
                  </a:cubicBezTo>
                  <a:cubicBezTo>
                    <a:pt x="282564" y="30425"/>
                    <a:pt x="282564" y="30425"/>
                    <a:pt x="282541" y="27713"/>
                  </a:cubicBezTo>
                  <a:cubicBezTo>
                    <a:pt x="282520" y="25320"/>
                    <a:pt x="282496" y="22928"/>
                    <a:pt x="282472" y="20536"/>
                  </a:cubicBezTo>
                  <a:cubicBezTo>
                    <a:pt x="282448" y="18165"/>
                    <a:pt x="282430" y="15794"/>
                    <a:pt x="282411" y="13423"/>
                  </a:cubicBezTo>
                  <a:cubicBezTo>
                    <a:pt x="282401" y="12578"/>
                    <a:pt x="282392" y="11734"/>
                    <a:pt x="282382" y="10865"/>
                  </a:cubicBezTo>
                  <a:cubicBezTo>
                    <a:pt x="282376" y="10091"/>
                    <a:pt x="282371" y="9317"/>
                    <a:pt x="282366" y="8520"/>
                  </a:cubicBezTo>
                  <a:cubicBezTo>
                    <a:pt x="282357" y="7513"/>
                    <a:pt x="282357" y="7513"/>
                    <a:pt x="282347" y="6485"/>
                  </a:cubicBezTo>
                  <a:cubicBezTo>
                    <a:pt x="282431" y="4505"/>
                    <a:pt x="282577" y="2772"/>
                    <a:pt x="283171" y="877"/>
                  </a:cubicBezTo>
                  <a:close/>
                </a:path>
              </a:pathLst>
            </a:custGeom>
            <a:grpFill/>
            <a:ln w="744" cap="flat">
              <a:noFill/>
              <a:prstDash val="solid"/>
              <a:miter/>
            </a:ln>
          </p:spPr>
          <p:txBody>
            <a:bodyPr rtlCol="0" anchor="ctr"/>
            <a:lstStyle/>
            <a:p>
              <a:endParaRPr lang="zh-CN" altLang="en-US"/>
            </a:p>
          </p:txBody>
        </p:sp>
        <p:sp>
          <p:nvSpPr>
            <p:cNvPr id="89" name="任意多边形: 形状 88"/>
            <p:cNvSpPr/>
            <p:nvPr/>
          </p:nvSpPr>
          <p:spPr>
            <a:xfrm>
              <a:off x="-291095" y="273657"/>
              <a:ext cx="869556" cy="448064"/>
            </a:xfrm>
            <a:custGeom>
              <a:avLst/>
              <a:gdLst>
                <a:gd name="connsiteX0" fmla="*/ 512969 w 869556"/>
                <a:gd name="connsiteY0" fmla="*/ 92 h 448064"/>
                <a:gd name="connsiteX1" fmla="*/ 554554 w 869556"/>
                <a:gd name="connsiteY1" fmla="*/ 53 h 448064"/>
                <a:gd name="connsiteX2" fmla="*/ 573861 w 869556"/>
                <a:gd name="connsiteY2" fmla="*/ 35 h 448064"/>
                <a:gd name="connsiteX3" fmla="*/ 590683 w 869556"/>
                <a:gd name="connsiteY3" fmla="*/ 22 h 448064"/>
                <a:gd name="connsiteX4" fmla="*/ 599595 w 869556"/>
                <a:gd name="connsiteY4" fmla="*/ 13 h 448064"/>
                <a:gd name="connsiteX5" fmla="*/ 607974 w 869556"/>
                <a:gd name="connsiteY5" fmla="*/ 7 h 448064"/>
                <a:gd name="connsiteX6" fmla="*/ 611059 w 869556"/>
                <a:gd name="connsiteY6" fmla="*/ 3 h 448064"/>
                <a:gd name="connsiteX7" fmla="*/ 615252 w 869556"/>
                <a:gd name="connsiteY7" fmla="*/ 2 h 448064"/>
                <a:gd name="connsiteX8" fmla="*/ 617628 w 869556"/>
                <a:gd name="connsiteY8" fmla="*/ 0 h 448064"/>
                <a:gd name="connsiteX9" fmla="*/ 620125 w 869556"/>
                <a:gd name="connsiteY9" fmla="*/ 836 h 448064"/>
                <a:gd name="connsiteX10" fmla="*/ 626683 w 869556"/>
                <a:gd name="connsiteY10" fmla="*/ 940 h 448064"/>
                <a:gd name="connsiteX11" fmla="*/ 630735 w 869556"/>
                <a:gd name="connsiteY11" fmla="*/ 984 h 448064"/>
                <a:gd name="connsiteX12" fmla="*/ 637158 w 869556"/>
                <a:gd name="connsiteY12" fmla="*/ 1022 h 448064"/>
                <a:gd name="connsiteX13" fmla="*/ 643333 w 869556"/>
                <a:gd name="connsiteY13" fmla="*/ 1080 h 448064"/>
                <a:gd name="connsiteX14" fmla="*/ 645287 w 869556"/>
                <a:gd name="connsiteY14" fmla="*/ 1064 h 448064"/>
                <a:gd name="connsiteX15" fmla="*/ 649891 w 869556"/>
                <a:gd name="connsiteY15" fmla="*/ 1580 h 448064"/>
                <a:gd name="connsiteX16" fmla="*/ 650635 w 869556"/>
                <a:gd name="connsiteY16" fmla="*/ 5301 h 448064"/>
                <a:gd name="connsiteX17" fmla="*/ 655864 w 869556"/>
                <a:gd name="connsiteY17" fmla="*/ 5559 h 448064"/>
                <a:gd name="connsiteX18" fmla="*/ 657452 w 869556"/>
                <a:gd name="connsiteY18" fmla="*/ 5522 h 448064"/>
                <a:gd name="connsiteX19" fmla="*/ 662495 w 869556"/>
                <a:gd name="connsiteY19" fmla="*/ 5347 h 448064"/>
                <a:gd name="connsiteX20" fmla="*/ 667529 w 869556"/>
                <a:gd name="connsiteY20" fmla="*/ 5180 h 448064"/>
                <a:gd name="connsiteX21" fmla="*/ 670667 w 869556"/>
                <a:gd name="connsiteY21" fmla="*/ 5059 h 448064"/>
                <a:gd name="connsiteX22" fmla="*/ 674447 w 869556"/>
                <a:gd name="connsiteY22" fmla="*/ 5301 h 448064"/>
                <a:gd name="connsiteX23" fmla="*/ 675936 w 869556"/>
                <a:gd name="connsiteY23" fmla="*/ 8277 h 448064"/>
                <a:gd name="connsiteX24" fmla="*/ 681191 w 869556"/>
                <a:gd name="connsiteY24" fmla="*/ 8417 h 448064"/>
                <a:gd name="connsiteX25" fmla="*/ 693795 w 869556"/>
                <a:gd name="connsiteY25" fmla="*/ 9021 h 448064"/>
                <a:gd name="connsiteX26" fmla="*/ 694539 w 869556"/>
                <a:gd name="connsiteY26" fmla="*/ 11254 h 448064"/>
                <a:gd name="connsiteX27" fmla="*/ 698004 w 869556"/>
                <a:gd name="connsiteY27" fmla="*/ 11530 h 448064"/>
                <a:gd name="connsiteX28" fmla="*/ 700123 w 869556"/>
                <a:gd name="connsiteY28" fmla="*/ 11569 h 448064"/>
                <a:gd name="connsiteX29" fmla="*/ 704582 w 869556"/>
                <a:gd name="connsiteY29" fmla="*/ 11581 h 448064"/>
                <a:gd name="connsiteX30" fmla="*/ 706701 w 869556"/>
                <a:gd name="connsiteY30" fmla="*/ 11623 h 448064"/>
                <a:gd name="connsiteX31" fmla="*/ 708659 w 869556"/>
                <a:gd name="connsiteY31" fmla="*/ 11627 h 448064"/>
                <a:gd name="connsiteX32" fmla="*/ 710166 w 869556"/>
                <a:gd name="connsiteY32" fmla="*/ 11998 h 448064"/>
                <a:gd name="connsiteX33" fmla="*/ 710910 w 869556"/>
                <a:gd name="connsiteY33" fmla="*/ 14974 h 448064"/>
                <a:gd name="connsiteX34" fmla="*/ 717236 w 869556"/>
                <a:gd name="connsiteY34" fmla="*/ 15393 h 448064"/>
                <a:gd name="connsiteX35" fmla="*/ 723561 w 869556"/>
                <a:gd name="connsiteY35" fmla="*/ 15719 h 448064"/>
                <a:gd name="connsiteX36" fmla="*/ 724305 w 869556"/>
                <a:gd name="connsiteY36" fmla="*/ 17951 h 448064"/>
                <a:gd name="connsiteX37" fmla="*/ 732397 w 869556"/>
                <a:gd name="connsiteY37" fmla="*/ 18320 h 448064"/>
                <a:gd name="connsiteX38" fmla="*/ 734723 w 869556"/>
                <a:gd name="connsiteY38" fmla="*/ 18695 h 448064"/>
                <a:gd name="connsiteX39" fmla="*/ 735467 w 869556"/>
                <a:gd name="connsiteY39" fmla="*/ 21672 h 448064"/>
                <a:gd name="connsiteX40" fmla="*/ 739560 w 869556"/>
                <a:gd name="connsiteY40" fmla="*/ 22044 h 448064"/>
                <a:gd name="connsiteX41" fmla="*/ 743653 w 869556"/>
                <a:gd name="connsiteY41" fmla="*/ 22416 h 448064"/>
                <a:gd name="connsiteX42" fmla="*/ 744397 w 869556"/>
                <a:gd name="connsiteY42" fmla="*/ 25392 h 448064"/>
                <a:gd name="connsiteX43" fmla="*/ 748978 w 869556"/>
                <a:gd name="connsiteY43" fmla="*/ 25250 h 448064"/>
                <a:gd name="connsiteX44" fmla="*/ 750350 w 869556"/>
                <a:gd name="connsiteY44" fmla="*/ 25392 h 448064"/>
                <a:gd name="connsiteX45" fmla="*/ 751047 w 869556"/>
                <a:gd name="connsiteY45" fmla="*/ 27253 h 448064"/>
                <a:gd name="connsiteX46" fmla="*/ 751838 w 869556"/>
                <a:gd name="connsiteY46" fmla="*/ 29113 h 448064"/>
                <a:gd name="connsiteX47" fmla="*/ 758535 w 869556"/>
                <a:gd name="connsiteY47" fmla="*/ 29113 h 448064"/>
                <a:gd name="connsiteX48" fmla="*/ 758535 w 869556"/>
                <a:gd name="connsiteY48" fmla="*/ 32090 h 448064"/>
                <a:gd name="connsiteX49" fmla="*/ 765233 w 869556"/>
                <a:gd name="connsiteY49" fmla="*/ 32834 h 448064"/>
                <a:gd name="connsiteX50" fmla="*/ 765233 w 869556"/>
                <a:gd name="connsiteY50" fmla="*/ 35810 h 448064"/>
                <a:gd name="connsiteX51" fmla="*/ 771930 w 869556"/>
                <a:gd name="connsiteY51" fmla="*/ 35810 h 448064"/>
                <a:gd name="connsiteX52" fmla="*/ 771930 w 869556"/>
                <a:gd name="connsiteY52" fmla="*/ 38787 h 448064"/>
                <a:gd name="connsiteX53" fmla="*/ 773343 w 869556"/>
                <a:gd name="connsiteY53" fmla="*/ 38845 h 448064"/>
                <a:gd name="connsiteX54" fmla="*/ 775186 w 869556"/>
                <a:gd name="connsiteY54" fmla="*/ 38973 h 448064"/>
                <a:gd name="connsiteX55" fmla="*/ 777017 w 869556"/>
                <a:gd name="connsiteY55" fmla="*/ 39078 h 448064"/>
                <a:gd name="connsiteX56" fmla="*/ 778627 w 869556"/>
                <a:gd name="connsiteY56" fmla="*/ 39531 h 448064"/>
                <a:gd name="connsiteX57" fmla="*/ 780115 w 869556"/>
                <a:gd name="connsiteY57" fmla="*/ 42508 h 448064"/>
                <a:gd name="connsiteX58" fmla="*/ 782394 w 869556"/>
                <a:gd name="connsiteY58" fmla="*/ 42461 h 448064"/>
                <a:gd name="connsiteX59" fmla="*/ 784580 w 869556"/>
                <a:gd name="connsiteY59" fmla="*/ 42508 h 448064"/>
                <a:gd name="connsiteX60" fmla="*/ 784859 w 869556"/>
                <a:gd name="connsiteY60" fmla="*/ 44368 h 448064"/>
                <a:gd name="connsiteX61" fmla="*/ 785324 w 869556"/>
                <a:gd name="connsiteY61" fmla="*/ 46228 h 448064"/>
                <a:gd name="connsiteX62" fmla="*/ 791278 w 869556"/>
                <a:gd name="connsiteY62" fmla="*/ 46228 h 448064"/>
                <a:gd name="connsiteX63" fmla="*/ 791278 w 869556"/>
                <a:gd name="connsiteY63" fmla="*/ 49205 h 448064"/>
                <a:gd name="connsiteX64" fmla="*/ 797975 w 869556"/>
                <a:gd name="connsiteY64" fmla="*/ 49949 h 448064"/>
                <a:gd name="connsiteX65" fmla="*/ 797975 w 869556"/>
                <a:gd name="connsiteY65" fmla="*/ 52926 h 448064"/>
                <a:gd name="connsiteX66" fmla="*/ 803928 w 869556"/>
                <a:gd name="connsiteY66" fmla="*/ 52926 h 448064"/>
                <a:gd name="connsiteX67" fmla="*/ 803928 w 869556"/>
                <a:gd name="connsiteY67" fmla="*/ 56646 h 448064"/>
                <a:gd name="connsiteX68" fmla="*/ 806486 w 869556"/>
                <a:gd name="connsiteY68" fmla="*/ 56460 h 448064"/>
                <a:gd name="connsiteX69" fmla="*/ 809137 w 869556"/>
                <a:gd name="connsiteY69" fmla="*/ 56646 h 448064"/>
                <a:gd name="connsiteX70" fmla="*/ 809881 w 869556"/>
                <a:gd name="connsiteY70" fmla="*/ 59623 h 448064"/>
                <a:gd name="connsiteX71" fmla="*/ 812486 w 869556"/>
                <a:gd name="connsiteY71" fmla="*/ 59623 h 448064"/>
                <a:gd name="connsiteX72" fmla="*/ 815090 w 869556"/>
                <a:gd name="connsiteY72" fmla="*/ 59623 h 448064"/>
                <a:gd name="connsiteX73" fmla="*/ 815834 w 869556"/>
                <a:gd name="connsiteY73" fmla="*/ 62599 h 448064"/>
                <a:gd name="connsiteX74" fmla="*/ 820299 w 869556"/>
                <a:gd name="connsiteY74" fmla="*/ 63344 h 448064"/>
                <a:gd name="connsiteX75" fmla="*/ 821787 w 869556"/>
                <a:gd name="connsiteY75" fmla="*/ 66320 h 448064"/>
                <a:gd name="connsiteX76" fmla="*/ 826252 w 869556"/>
                <a:gd name="connsiteY76" fmla="*/ 67064 h 448064"/>
                <a:gd name="connsiteX77" fmla="*/ 826252 w 869556"/>
                <a:gd name="connsiteY77" fmla="*/ 70041 h 448064"/>
                <a:gd name="connsiteX78" fmla="*/ 828810 w 869556"/>
                <a:gd name="connsiteY78" fmla="*/ 69855 h 448064"/>
                <a:gd name="connsiteX79" fmla="*/ 831461 w 869556"/>
                <a:gd name="connsiteY79" fmla="*/ 70041 h 448064"/>
                <a:gd name="connsiteX80" fmla="*/ 832205 w 869556"/>
                <a:gd name="connsiteY80" fmla="*/ 73017 h 448064"/>
                <a:gd name="connsiteX81" fmla="*/ 836670 w 869556"/>
                <a:gd name="connsiteY81" fmla="*/ 73761 h 448064"/>
                <a:gd name="connsiteX82" fmla="*/ 837414 w 869556"/>
                <a:gd name="connsiteY82" fmla="*/ 75994 h 448064"/>
                <a:gd name="connsiteX83" fmla="*/ 840019 w 869556"/>
                <a:gd name="connsiteY83" fmla="*/ 76738 h 448064"/>
                <a:gd name="connsiteX84" fmla="*/ 842623 w 869556"/>
                <a:gd name="connsiteY84" fmla="*/ 77482 h 448064"/>
                <a:gd name="connsiteX85" fmla="*/ 843367 w 869556"/>
                <a:gd name="connsiteY85" fmla="*/ 79715 h 448064"/>
                <a:gd name="connsiteX86" fmla="*/ 847832 w 869556"/>
                <a:gd name="connsiteY86" fmla="*/ 80459 h 448064"/>
                <a:gd name="connsiteX87" fmla="*/ 847832 w 869556"/>
                <a:gd name="connsiteY87" fmla="*/ 83435 h 448064"/>
                <a:gd name="connsiteX88" fmla="*/ 853041 w 869556"/>
                <a:gd name="connsiteY88" fmla="*/ 84179 h 448064"/>
                <a:gd name="connsiteX89" fmla="*/ 853041 w 869556"/>
                <a:gd name="connsiteY89" fmla="*/ 87156 h 448064"/>
                <a:gd name="connsiteX90" fmla="*/ 855599 w 869556"/>
                <a:gd name="connsiteY90" fmla="*/ 86970 h 448064"/>
                <a:gd name="connsiteX91" fmla="*/ 858250 w 869556"/>
                <a:gd name="connsiteY91" fmla="*/ 87156 h 448064"/>
                <a:gd name="connsiteX92" fmla="*/ 858994 w 869556"/>
                <a:gd name="connsiteY92" fmla="*/ 90133 h 448064"/>
                <a:gd name="connsiteX93" fmla="*/ 863459 w 869556"/>
                <a:gd name="connsiteY93" fmla="*/ 90877 h 448064"/>
                <a:gd name="connsiteX94" fmla="*/ 863459 w 869556"/>
                <a:gd name="connsiteY94" fmla="*/ 93853 h 448064"/>
                <a:gd name="connsiteX95" fmla="*/ 865971 w 869556"/>
                <a:gd name="connsiteY95" fmla="*/ 93760 h 448064"/>
                <a:gd name="connsiteX96" fmla="*/ 870156 w 869556"/>
                <a:gd name="connsiteY96" fmla="*/ 95342 h 448064"/>
                <a:gd name="connsiteX97" fmla="*/ 870296 w 869556"/>
                <a:gd name="connsiteY97" fmla="*/ 99481 h 448064"/>
                <a:gd name="connsiteX98" fmla="*/ 870281 w 869556"/>
                <a:gd name="connsiteY98" fmla="*/ 101716 h 448064"/>
                <a:gd name="connsiteX99" fmla="*/ 869412 w 869556"/>
                <a:gd name="connsiteY99" fmla="*/ 104271 h 448064"/>
                <a:gd name="connsiteX100" fmla="*/ 864834 w 869556"/>
                <a:gd name="connsiteY100" fmla="*/ 104402 h 448064"/>
                <a:gd name="connsiteX101" fmla="*/ 862013 w 869556"/>
                <a:gd name="connsiteY101" fmla="*/ 104456 h 448064"/>
                <a:gd name="connsiteX102" fmla="*/ 856077 w 869556"/>
                <a:gd name="connsiteY102" fmla="*/ 104526 h 448064"/>
                <a:gd name="connsiteX103" fmla="*/ 853253 w 869556"/>
                <a:gd name="connsiteY103" fmla="*/ 104588 h 448064"/>
                <a:gd name="connsiteX104" fmla="*/ 850646 w 869556"/>
                <a:gd name="connsiteY104" fmla="*/ 104621 h 448064"/>
                <a:gd name="connsiteX105" fmla="*/ 848576 w 869556"/>
                <a:gd name="connsiteY105" fmla="*/ 105015 h 448064"/>
                <a:gd name="connsiteX106" fmla="*/ 847853 w 869556"/>
                <a:gd name="connsiteY106" fmla="*/ 106507 h 448064"/>
                <a:gd name="connsiteX107" fmla="*/ 847088 w 869556"/>
                <a:gd name="connsiteY107" fmla="*/ 107992 h 448064"/>
                <a:gd name="connsiteX108" fmla="*/ 842085 w 869556"/>
                <a:gd name="connsiteY108" fmla="*/ 108367 h 448064"/>
                <a:gd name="connsiteX109" fmla="*/ 840596 w 869556"/>
                <a:gd name="connsiteY109" fmla="*/ 108388 h 448064"/>
                <a:gd name="connsiteX110" fmla="*/ 835879 w 869556"/>
                <a:gd name="connsiteY110" fmla="*/ 108411 h 448064"/>
                <a:gd name="connsiteX111" fmla="*/ 831155 w 869556"/>
                <a:gd name="connsiteY111" fmla="*/ 108441 h 448064"/>
                <a:gd name="connsiteX112" fmla="*/ 826874 w 869556"/>
                <a:gd name="connsiteY112" fmla="*/ 108462 h 448064"/>
                <a:gd name="connsiteX113" fmla="*/ 824764 w 869556"/>
                <a:gd name="connsiteY113" fmla="*/ 108736 h 448064"/>
                <a:gd name="connsiteX114" fmla="*/ 824020 w 869556"/>
                <a:gd name="connsiteY114" fmla="*/ 110969 h 448064"/>
                <a:gd name="connsiteX115" fmla="*/ 819604 w 869556"/>
                <a:gd name="connsiteY115" fmla="*/ 111323 h 448064"/>
                <a:gd name="connsiteX116" fmla="*/ 816885 w 869556"/>
                <a:gd name="connsiteY116" fmla="*/ 111393 h 448064"/>
                <a:gd name="connsiteX117" fmla="*/ 814020 w 869556"/>
                <a:gd name="connsiteY117" fmla="*/ 111434 h 448064"/>
                <a:gd name="connsiteX118" fmla="*/ 808442 w 869556"/>
                <a:gd name="connsiteY118" fmla="*/ 111556 h 448064"/>
                <a:gd name="connsiteX119" fmla="*/ 805929 w 869556"/>
                <a:gd name="connsiteY119" fmla="*/ 111595 h 448064"/>
                <a:gd name="connsiteX120" fmla="*/ 802440 w 869556"/>
                <a:gd name="connsiteY120" fmla="*/ 112457 h 448064"/>
                <a:gd name="connsiteX121" fmla="*/ 802440 w 869556"/>
                <a:gd name="connsiteY121" fmla="*/ 114689 h 448064"/>
                <a:gd name="connsiteX122" fmla="*/ 800607 w 869556"/>
                <a:gd name="connsiteY122" fmla="*/ 114722 h 448064"/>
                <a:gd name="connsiteX123" fmla="*/ 792440 w 869556"/>
                <a:gd name="connsiteY123" fmla="*/ 114922 h 448064"/>
                <a:gd name="connsiteX124" fmla="*/ 789555 w 869556"/>
                <a:gd name="connsiteY124" fmla="*/ 114973 h 448064"/>
                <a:gd name="connsiteX125" fmla="*/ 786816 w 869556"/>
                <a:gd name="connsiteY125" fmla="*/ 115053 h 448064"/>
                <a:gd name="connsiteX126" fmla="*/ 784277 w 869556"/>
                <a:gd name="connsiteY126" fmla="*/ 115112 h 448064"/>
                <a:gd name="connsiteX127" fmla="*/ 782348 w 869556"/>
                <a:gd name="connsiteY127" fmla="*/ 115433 h 448064"/>
                <a:gd name="connsiteX128" fmla="*/ 781604 w 869556"/>
                <a:gd name="connsiteY128" fmla="*/ 117666 h 448064"/>
                <a:gd name="connsiteX129" fmla="*/ 777462 w 869556"/>
                <a:gd name="connsiteY129" fmla="*/ 118047 h 448064"/>
                <a:gd name="connsiteX130" fmla="*/ 774925 w 869556"/>
                <a:gd name="connsiteY130" fmla="*/ 118126 h 448064"/>
                <a:gd name="connsiteX131" fmla="*/ 772255 w 869556"/>
                <a:gd name="connsiteY131" fmla="*/ 118177 h 448064"/>
                <a:gd name="connsiteX132" fmla="*/ 769577 w 869556"/>
                <a:gd name="connsiteY132" fmla="*/ 118254 h 448064"/>
                <a:gd name="connsiteX133" fmla="*/ 763000 w 869556"/>
                <a:gd name="connsiteY133" fmla="*/ 118410 h 448064"/>
                <a:gd name="connsiteX134" fmla="*/ 763000 w 869556"/>
                <a:gd name="connsiteY134" fmla="*/ 121386 h 448064"/>
                <a:gd name="connsiteX135" fmla="*/ 761521 w 869556"/>
                <a:gd name="connsiteY135" fmla="*/ 121408 h 448064"/>
                <a:gd name="connsiteX136" fmla="*/ 754908 w 869556"/>
                <a:gd name="connsiteY136" fmla="*/ 121573 h 448064"/>
                <a:gd name="connsiteX137" fmla="*/ 752579 w 869556"/>
                <a:gd name="connsiteY137" fmla="*/ 121604 h 448064"/>
                <a:gd name="connsiteX138" fmla="*/ 750356 w 869556"/>
                <a:gd name="connsiteY138" fmla="*/ 121677 h 448064"/>
                <a:gd name="connsiteX139" fmla="*/ 748301 w 869556"/>
                <a:gd name="connsiteY139" fmla="*/ 121724 h 448064"/>
                <a:gd name="connsiteX140" fmla="*/ 746629 w 869556"/>
                <a:gd name="connsiteY140" fmla="*/ 122131 h 448064"/>
                <a:gd name="connsiteX141" fmla="*/ 745141 w 869556"/>
                <a:gd name="connsiteY141" fmla="*/ 125107 h 448064"/>
                <a:gd name="connsiteX142" fmla="*/ 741955 w 869556"/>
                <a:gd name="connsiteY142" fmla="*/ 125372 h 448064"/>
                <a:gd name="connsiteX143" fmla="*/ 740057 w 869556"/>
                <a:gd name="connsiteY143" fmla="*/ 125332 h 448064"/>
                <a:gd name="connsiteX144" fmla="*/ 738071 w 869556"/>
                <a:gd name="connsiteY144" fmla="*/ 125247 h 448064"/>
                <a:gd name="connsiteX145" fmla="*/ 734188 w 869556"/>
                <a:gd name="connsiteY145" fmla="*/ 125139 h 448064"/>
                <a:gd name="connsiteX146" fmla="*/ 732445 w 869556"/>
                <a:gd name="connsiteY146" fmla="*/ 125070 h 448064"/>
                <a:gd name="connsiteX147" fmla="*/ 729514 w 869556"/>
                <a:gd name="connsiteY147" fmla="*/ 125851 h 448064"/>
                <a:gd name="connsiteX148" fmla="*/ 728770 w 869556"/>
                <a:gd name="connsiteY148" fmla="*/ 128084 h 448064"/>
                <a:gd name="connsiteX149" fmla="*/ 725468 w 869556"/>
                <a:gd name="connsiteY149" fmla="*/ 128360 h 448064"/>
                <a:gd name="connsiteX150" fmla="*/ 723450 w 869556"/>
                <a:gd name="connsiteY150" fmla="*/ 128399 h 448064"/>
                <a:gd name="connsiteX151" fmla="*/ 719206 w 869556"/>
                <a:gd name="connsiteY151" fmla="*/ 128411 h 448064"/>
                <a:gd name="connsiteX152" fmla="*/ 717189 w 869556"/>
                <a:gd name="connsiteY152" fmla="*/ 128453 h 448064"/>
                <a:gd name="connsiteX153" fmla="*/ 715326 w 869556"/>
                <a:gd name="connsiteY153" fmla="*/ 128457 h 448064"/>
                <a:gd name="connsiteX154" fmla="*/ 713887 w 869556"/>
                <a:gd name="connsiteY154" fmla="*/ 128828 h 448064"/>
                <a:gd name="connsiteX155" fmla="*/ 713143 w 869556"/>
                <a:gd name="connsiteY155" fmla="*/ 131804 h 448064"/>
                <a:gd name="connsiteX156" fmla="*/ 710003 w 869556"/>
                <a:gd name="connsiteY156" fmla="*/ 132179 h 448064"/>
                <a:gd name="connsiteX157" fmla="*/ 708088 w 869556"/>
                <a:gd name="connsiteY157" fmla="*/ 132222 h 448064"/>
                <a:gd name="connsiteX158" fmla="*/ 706073 w 869556"/>
                <a:gd name="connsiteY158" fmla="*/ 132223 h 448064"/>
                <a:gd name="connsiteX159" fmla="*/ 702143 w 869556"/>
                <a:gd name="connsiteY159" fmla="*/ 132272 h 448064"/>
                <a:gd name="connsiteX160" fmla="*/ 700375 w 869556"/>
                <a:gd name="connsiteY160" fmla="*/ 132274 h 448064"/>
                <a:gd name="connsiteX161" fmla="*/ 699004 w 869556"/>
                <a:gd name="connsiteY161" fmla="*/ 132549 h 448064"/>
                <a:gd name="connsiteX162" fmla="*/ 698260 w 869556"/>
                <a:gd name="connsiteY162" fmla="*/ 134781 h 448064"/>
                <a:gd name="connsiteX163" fmla="*/ 691981 w 869556"/>
                <a:gd name="connsiteY163" fmla="*/ 135246 h 448064"/>
                <a:gd name="connsiteX164" fmla="*/ 684121 w 869556"/>
                <a:gd name="connsiteY164" fmla="*/ 136269 h 448064"/>
                <a:gd name="connsiteX165" fmla="*/ 683377 w 869556"/>
                <a:gd name="connsiteY165" fmla="*/ 138502 h 448064"/>
                <a:gd name="connsiteX166" fmla="*/ 680401 w 869556"/>
                <a:gd name="connsiteY166" fmla="*/ 138804 h 448064"/>
                <a:gd name="connsiteX167" fmla="*/ 678587 w 869556"/>
                <a:gd name="connsiteY167" fmla="*/ 138853 h 448064"/>
                <a:gd name="connsiteX168" fmla="*/ 674773 w 869556"/>
                <a:gd name="connsiteY168" fmla="*/ 138894 h 448064"/>
                <a:gd name="connsiteX169" fmla="*/ 672959 w 869556"/>
                <a:gd name="connsiteY169" fmla="*/ 138944 h 448064"/>
                <a:gd name="connsiteX170" fmla="*/ 671285 w 869556"/>
                <a:gd name="connsiteY170" fmla="*/ 138960 h 448064"/>
                <a:gd name="connsiteX171" fmla="*/ 669983 w 869556"/>
                <a:gd name="connsiteY171" fmla="*/ 139246 h 448064"/>
                <a:gd name="connsiteX172" fmla="*/ 669238 w 869556"/>
                <a:gd name="connsiteY172" fmla="*/ 141478 h 448064"/>
                <a:gd name="connsiteX173" fmla="*/ 664541 w 869556"/>
                <a:gd name="connsiteY173" fmla="*/ 141943 h 448064"/>
                <a:gd name="connsiteX174" fmla="*/ 656588 w 869556"/>
                <a:gd name="connsiteY174" fmla="*/ 142967 h 448064"/>
                <a:gd name="connsiteX175" fmla="*/ 655844 w 869556"/>
                <a:gd name="connsiteY175" fmla="*/ 145199 h 448064"/>
                <a:gd name="connsiteX176" fmla="*/ 648744 w 869556"/>
                <a:gd name="connsiteY176" fmla="*/ 145526 h 448064"/>
                <a:gd name="connsiteX177" fmla="*/ 644682 w 869556"/>
                <a:gd name="connsiteY177" fmla="*/ 145943 h 448064"/>
                <a:gd name="connsiteX178" fmla="*/ 643964 w 869556"/>
                <a:gd name="connsiteY178" fmla="*/ 147446 h 448064"/>
                <a:gd name="connsiteX179" fmla="*/ 643194 w 869556"/>
                <a:gd name="connsiteY179" fmla="*/ 148920 h 448064"/>
                <a:gd name="connsiteX180" fmla="*/ 637147 w 869556"/>
                <a:gd name="connsiteY180" fmla="*/ 149106 h 448064"/>
                <a:gd name="connsiteX181" fmla="*/ 635447 w 869556"/>
                <a:gd name="connsiteY181" fmla="*/ 149065 h 448064"/>
                <a:gd name="connsiteX182" fmla="*/ 631287 w 869556"/>
                <a:gd name="connsiteY182" fmla="*/ 148920 h 448064"/>
                <a:gd name="connsiteX183" fmla="*/ 631287 w 869556"/>
                <a:gd name="connsiteY183" fmla="*/ 151896 h 448064"/>
                <a:gd name="connsiteX184" fmla="*/ 629061 w 869556"/>
                <a:gd name="connsiteY184" fmla="*/ 152033 h 448064"/>
                <a:gd name="connsiteX185" fmla="*/ 626171 w 869556"/>
                <a:gd name="connsiteY185" fmla="*/ 152222 h 448064"/>
                <a:gd name="connsiteX186" fmla="*/ 623294 w 869556"/>
                <a:gd name="connsiteY186" fmla="*/ 152405 h 448064"/>
                <a:gd name="connsiteX187" fmla="*/ 619381 w 869556"/>
                <a:gd name="connsiteY187" fmla="*/ 153385 h 448064"/>
                <a:gd name="connsiteX188" fmla="*/ 619381 w 869556"/>
                <a:gd name="connsiteY188" fmla="*/ 155617 h 448064"/>
                <a:gd name="connsiteX189" fmla="*/ 616992 w 869556"/>
                <a:gd name="connsiteY189" fmla="*/ 155701 h 448064"/>
                <a:gd name="connsiteX190" fmla="*/ 613893 w 869556"/>
                <a:gd name="connsiteY190" fmla="*/ 155849 h 448064"/>
                <a:gd name="connsiteX191" fmla="*/ 612318 w 869556"/>
                <a:gd name="connsiteY191" fmla="*/ 155900 h 448064"/>
                <a:gd name="connsiteX192" fmla="*/ 608219 w 869556"/>
                <a:gd name="connsiteY192" fmla="*/ 156361 h 448064"/>
                <a:gd name="connsiteX193" fmla="*/ 606731 w 869556"/>
                <a:gd name="connsiteY193" fmla="*/ 158593 h 448064"/>
                <a:gd name="connsiteX194" fmla="*/ 601057 w 869556"/>
                <a:gd name="connsiteY194" fmla="*/ 159105 h 448064"/>
                <a:gd name="connsiteX195" fmla="*/ 599464 w 869556"/>
                <a:gd name="connsiteY195" fmla="*/ 159182 h 448064"/>
                <a:gd name="connsiteX196" fmla="*/ 595569 w 869556"/>
                <a:gd name="connsiteY196" fmla="*/ 159338 h 448064"/>
                <a:gd name="connsiteX197" fmla="*/ 595569 w 869556"/>
                <a:gd name="connsiteY197" fmla="*/ 162314 h 448064"/>
                <a:gd name="connsiteX198" fmla="*/ 593316 w 869556"/>
                <a:gd name="connsiteY198" fmla="*/ 162372 h 448064"/>
                <a:gd name="connsiteX199" fmla="*/ 590406 w 869556"/>
                <a:gd name="connsiteY199" fmla="*/ 162500 h 448064"/>
                <a:gd name="connsiteX200" fmla="*/ 587502 w 869556"/>
                <a:gd name="connsiteY200" fmla="*/ 162605 h 448064"/>
                <a:gd name="connsiteX201" fmla="*/ 585151 w 869556"/>
                <a:gd name="connsiteY201" fmla="*/ 163058 h 448064"/>
                <a:gd name="connsiteX202" fmla="*/ 584406 w 869556"/>
                <a:gd name="connsiteY202" fmla="*/ 166035 h 448064"/>
                <a:gd name="connsiteX203" fmla="*/ 579570 w 869556"/>
                <a:gd name="connsiteY203" fmla="*/ 166453 h 448064"/>
                <a:gd name="connsiteX204" fmla="*/ 574733 w 869556"/>
                <a:gd name="connsiteY204" fmla="*/ 166779 h 448064"/>
                <a:gd name="connsiteX205" fmla="*/ 573988 w 869556"/>
                <a:gd name="connsiteY205" fmla="*/ 169011 h 448064"/>
                <a:gd name="connsiteX206" fmla="*/ 568733 w 869556"/>
                <a:gd name="connsiteY206" fmla="*/ 169523 h 448064"/>
                <a:gd name="connsiteX207" fmla="*/ 565823 w 869556"/>
                <a:gd name="connsiteY207" fmla="*/ 169671 h 448064"/>
                <a:gd name="connsiteX208" fmla="*/ 563571 w 869556"/>
                <a:gd name="connsiteY208" fmla="*/ 169756 h 448064"/>
                <a:gd name="connsiteX209" fmla="*/ 563571 w 869556"/>
                <a:gd name="connsiteY209" fmla="*/ 172732 h 448064"/>
                <a:gd name="connsiteX210" fmla="*/ 561481 w 869556"/>
                <a:gd name="connsiteY210" fmla="*/ 172816 h 448064"/>
                <a:gd name="connsiteX211" fmla="*/ 558780 w 869556"/>
                <a:gd name="connsiteY211" fmla="*/ 172965 h 448064"/>
                <a:gd name="connsiteX212" fmla="*/ 556086 w 869556"/>
                <a:gd name="connsiteY212" fmla="*/ 173096 h 448064"/>
                <a:gd name="connsiteX213" fmla="*/ 553897 w 869556"/>
                <a:gd name="connsiteY213" fmla="*/ 173476 h 448064"/>
                <a:gd name="connsiteX214" fmla="*/ 553153 w 869556"/>
                <a:gd name="connsiteY214" fmla="*/ 175709 h 448064"/>
                <a:gd name="connsiteX215" fmla="*/ 548269 w 869556"/>
                <a:gd name="connsiteY215" fmla="*/ 176220 h 448064"/>
                <a:gd name="connsiteX216" fmla="*/ 545569 w 869556"/>
                <a:gd name="connsiteY216" fmla="*/ 176369 h 448064"/>
                <a:gd name="connsiteX217" fmla="*/ 543479 w 869556"/>
                <a:gd name="connsiteY217" fmla="*/ 176453 h 448064"/>
                <a:gd name="connsiteX218" fmla="*/ 543479 w 869556"/>
                <a:gd name="connsiteY218" fmla="*/ 179429 h 448064"/>
                <a:gd name="connsiteX219" fmla="*/ 541578 w 869556"/>
                <a:gd name="connsiteY219" fmla="*/ 179488 h 448064"/>
                <a:gd name="connsiteX220" fmla="*/ 539107 w 869556"/>
                <a:gd name="connsiteY220" fmla="*/ 179615 h 448064"/>
                <a:gd name="connsiteX221" fmla="*/ 536648 w 869556"/>
                <a:gd name="connsiteY221" fmla="*/ 179720 h 448064"/>
                <a:gd name="connsiteX222" fmla="*/ 534549 w 869556"/>
                <a:gd name="connsiteY222" fmla="*/ 180174 h 448064"/>
                <a:gd name="connsiteX223" fmla="*/ 533805 w 869556"/>
                <a:gd name="connsiteY223" fmla="*/ 181685 h 448064"/>
                <a:gd name="connsiteX224" fmla="*/ 533061 w 869556"/>
                <a:gd name="connsiteY224" fmla="*/ 183150 h 448064"/>
                <a:gd name="connsiteX225" fmla="*/ 528503 w 869556"/>
                <a:gd name="connsiteY225" fmla="*/ 183336 h 448064"/>
                <a:gd name="connsiteX226" fmla="*/ 526032 w 869556"/>
                <a:gd name="connsiteY226" fmla="*/ 183255 h 448064"/>
                <a:gd name="connsiteX227" fmla="*/ 524131 w 869556"/>
                <a:gd name="connsiteY227" fmla="*/ 183150 h 448064"/>
                <a:gd name="connsiteX228" fmla="*/ 524131 w 869556"/>
                <a:gd name="connsiteY228" fmla="*/ 186127 h 448064"/>
                <a:gd name="connsiteX229" fmla="*/ 522204 w 869556"/>
                <a:gd name="connsiteY229" fmla="*/ 186185 h 448064"/>
                <a:gd name="connsiteX230" fmla="*/ 519713 w 869556"/>
                <a:gd name="connsiteY230" fmla="*/ 186313 h 448064"/>
                <a:gd name="connsiteX231" fmla="*/ 517227 w 869556"/>
                <a:gd name="connsiteY231" fmla="*/ 186417 h 448064"/>
                <a:gd name="connsiteX232" fmla="*/ 515201 w 869556"/>
                <a:gd name="connsiteY232" fmla="*/ 186871 h 448064"/>
                <a:gd name="connsiteX233" fmla="*/ 514457 w 869556"/>
                <a:gd name="connsiteY233" fmla="*/ 189847 h 448064"/>
                <a:gd name="connsiteX234" fmla="*/ 510364 w 869556"/>
                <a:gd name="connsiteY234" fmla="*/ 190266 h 448064"/>
                <a:gd name="connsiteX235" fmla="*/ 506272 w 869556"/>
                <a:gd name="connsiteY235" fmla="*/ 190592 h 448064"/>
                <a:gd name="connsiteX236" fmla="*/ 505528 w 869556"/>
                <a:gd name="connsiteY236" fmla="*/ 192824 h 448064"/>
                <a:gd name="connsiteX237" fmla="*/ 501016 w 869556"/>
                <a:gd name="connsiteY237" fmla="*/ 193336 h 448064"/>
                <a:gd name="connsiteX238" fmla="*/ 498525 w 869556"/>
                <a:gd name="connsiteY238" fmla="*/ 193484 h 448064"/>
                <a:gd name="connsiteX239" fmla="*/ 496598 w 869556"/>
                <a:gd name="connsiteY239" fmla="*/ 193568 h 448064"/>
                <a:gd name="connsiteX240" fmla="*/ 496598 w 869556"/>
                <a:gd name="connsiteY240" fmla="*/ 196545 h 448064"/>
                <a:gd name="connsiteX241" fmla="*/ 494671 w 869556"/>
                <a:gd name="connsiteY241" fmla="*/ 196603 h 448064"/>
                <a:gd name="connsiteX242" fmla="*/ 492180 w 869556"/>
                <a:gd name="connsiteY242" fmla="*/ 196731 h 448064"/>
                <a:gd name="connsiteX243" fmla="*/ 489694 w 869556"/>
                <a:gd name="connsiteY243" fmla="*/ 196835 h 448064"/>
                <a:gd name="connsiteX244" fmla="*/ 487668 w 869556"/>
                <a:gd name="connsiteY244" fmla="*/ 197289 h 448064"/>
                <a:gd name="connsiteX245" fmla="*/ 486924 w 869556"/>
                <a:gd name="connsiteY245" fmla="*/ 200265 h 448064"/>
                <a:gd name="connsiteX246" fmla="*/ 483203 w 869556"/>
                <a:gd name="connsiteY246" fmla="*/ 200684 h 448064"/>
                <a:gd name="connsiteX247" fmla="*/ 479483 w 869556"/>
                <a:gd name="connsiteY247" fmla="*/ 201010 h 448064"/>
                <a:gd name="connsiteX248" fmla="*/ 478738 w 869556"/>
                <a:gd name="connsiteY248" fmla="*/ 203242 h 448064"/>
                <a:gd name="connsiteX249" fmla="*/ 474599 w 869556"/>
                <a:gd name="connsiteY249" fmla="*/ 203754 h 448064"/>
                <a:gd name="connsiteX250" fmla="*/ 472317 w 869556"/>
                <a:gd name="connsiteY250" fmla="*/ 203902 h 448064"/>
                <a:gd name="connsiteX251" fmla="*/ 470553 w 869556"/>
                <a:gd name="connsiteY251" fmla="*/ 203986 h 448064"/>
                <a:gd name="connsiteX252" fmla="*/ 470553 w 869556"/>
                <a:gd name="connsiteY252" fmla="*/ 206963 h 448064"/>
                <a:gd name="connsiteX253" fmla="*/ 468788 w 869556"/>
                <a:gd name="connsiteY253" fmla="*/ 207047 h 448064"/>
                <a:gd name="connsiteX254" fmla="*/ 466507 w 869556"/>
                <a:gd name="connsiteY254" fmla="*/ 207195 h 448064"/>
                <a:gd name="connsiteX255" fmla="*/ 464231 w 869556"/>
                <a:gd name="connsiteY255" fmla="*/ 207326 h 448064"/>
                <a:gd name="connsiteX256" fmla="*/ 462367 w 869556"/>
                <a:gd name="connsiteY256" fmla="*/ 207707 h 448064"/>
                <a:gd name="connsiteX257" fmla="*/ 461623 w 869556"/>
                <a:gd name="connsiteY257" fmla="*/ 209939 h 448064"/>
                <a:gd name="connsiteX258" fmla="*/ 455856 w 869556"/>
                <a:gd name="connsiteY258" fmla="*/ 210308 h 448064"/>
                <a:gd name="connsiteX259" fmla="*/ 454182 w 869556"/>
                <a:gd name="connsiteY259" fmla="*/ 210683 h 448064"/>
                <a:gd name="connsiteX260" fmla="*/ 453438 w 869556"/>
                <a:gd name="connsiteY260" fmla="*/ 213660 h 448064"/>
                <a:gd name="connsiteX261" fmla="*/ 449763 w 869556"/>
                <a:gd name="connsiteY261" fmla="*/ 214032 h 448064"/>
                <a:gd name="connsiteX262" fmla="*/ 445996 w 869556"/>
                <a:gd name="connsiteY262" fmla="*/ 214404 h 448064"/>
                <a:gd name="connsiteX263" fmla="*/ 445255 w 869556"/>
                <a:gd name="connsiteY263" fmla="*/ 215904 h 448064"/>
                <a:gd name="connsiteX264" fmla="*/ 444508 w 869556"/>
                <a:gd name="connsiteY264" fmla="*/ 217381 h 448064"/>
                <a:gd name="connsiteX265" fmla="*/ 440694 w 869556"/>
                <a:gd name="connsiteY265" fmla="*/ 217567 h 448064"/>
                <a:gd name="connsiteX266" fmla="*/ 438642 w 869556"/>
                <a:gd name="connsiteY266" fmla="*/ 217485 h 448064"/>
                <a:gd name="connsiteX267" fmla="*/ 437067 w 869556"/>
                <a:gd name="connsiteY267" fmla="*/ 217381 h 448064"/>
                <a:gd name="connsiteX268" fmla="*/ 437067 w 869556"/>
                <a:gd name="connsiteY268" fmla="*/ 220357 h 448064"/>
                <a:gd name="connsiteX269" fmla="*/ 435465 w 869556"/>
                <a:gd name="connsiteY269" fmla="*/ 220415 h 448064"/>
                <a:gd name="connsiteX270" fmla="*/ 433392 w 869556"/>
                <a:gd name="connsiteY270" fmla="*/ 220543 h 448064"/>
                <a:gd name="connsiteX271" fmla="*/ 431326 w 869556"/>
                <a:gd name="connsiteY271" fmla="*/ 220648 h 448064"/>
                <a:gd name="connsiteX272" fmla="*/ 429625 w 869556"/>
                <a:gd name="connsiteY272" fmla="*/ 221101 h 448064"/>
                <a:gd name="connsiteX273" fmla="*/ 428881 w 869556"/>
                <a:gd name="connsiteY273" fmla="*/ 224078 h 448064"/>
                <a:gd name="connsiteX274" fmla="*/ 425532 w 869556"/>
                <a:gd name="connsiteY274" fmla="*/ 224496 h 448064"/>
                <a:gd name="connsiteX275" fmla="*/ 422184 w 869556"/>
                <a:gd name="connsiteY275" fmla="*/ 224822 h 448064"/>
                <a:gd name="connsiteX276" fmla="*/ 421440 w 869556"/>
                <a:gd name="connsiteY276" fmla="*/ 227054 h 448064"/>
                <a:gd name="connsiteX277" fmla="*/ 417300 w 869556"/>
                <a:gd name="connsiteY277" fmla="*/ 227566 h 448064"/>
                <a:gd name="connsiteX278" fmla="*/ 415019 w 869556"/>
                <a:gd name="connsiteY278" fmla="*/ 227714 h 448064"/>
                <a:gd name="connsiteX279" fmla="*/ 413254 w 869556"/>
                <a:gd name="connsiteY279" fmla="*/ 227799 h 448064"/>
                <a:gd name="connsiteX280" fmla="*/ 413254 w 869556"/>
                <a:gd name="connsiteY280" fmla="*/ 230775 h 448064"/>
                <a:gd name="connsiteX281" fmla="*/ 411815 w 869556"/>
                <a:gd name="connsiteY281" fmla="*/ 230859 h 448064"/>
                <a:gd name="connsiteX282" fmla="*/ 409952 w 869556"/>
                <a:gd name="connsiteY282" fmla="*/ 231008 h 448064"/>
                <a:gd name="connsiteX283" fmla="*/ 408095 w 869556"/>
                <a:gd name="connsiteY283" fmla="*/ 231138 h 448064"/>
                <a:gd name="connsiteX284" fmla="*/ 406557 w 869556"/>
                <a:gd name="connsiteY284" fmla="*/ 231519 h 448064"/>
                <a:gd name="connsiteX285" fmla="*/ 405813 w 869556"/>
                <a:gd name="connsiteY285" fmla="*/ 233752 h 448064"/>
                <a:gd name="connsiteX286" fmla="*/ 401673 w 869556"/>
                <a:gd name="connsiteY286" fmla="*/ 234263 h 448064"/>
                <a:gd name="connsiteX287" fmla="*/ 399392 w 869556"/>
                <a:gd name="connsiteY287" fmla="*/ 234412 h 448064"/>
                <a:gd name="connsiteX288" fmla="*/ 397627 w 869556"/>
                <a:gd name="connsiteY288" fmla="*/ 234496 h 448064"/>
                <a:gd name="connsiteX289" fmla="*/ 397627 w 869556"/>
                <a:gd name="connsiteY289" fmla="*/ 237472 h 448064"/>
                <a:gd name="connsiteX290" fmla="*/ 396214 w 869556"/>
                <a:gd name="connsiteY290" fmla="*/ 237531 h 448064"/>
                <a:gd name="connsiteX291" fmla="*/ 394372 w 869556"/>
                <a:gd name="connsiteY291" fmla="*/ 237658 h 448064"/>
                <a:gd name="connsiteX292" fmla="*/ 392540 w 869556"/>
                <a:gd name="connsiteY292" fmla="*/ 237763 h 448064"/>
                <a:gd name="connsiteX293" fmla="*/ 390930 w 869556"/>
                <a:gd name="connsiteY293" fmla="*/ 238217 h 448064"/>
                <a:gd name="connsiteX294" fmla="*/ 390186 w 869556"/>
                <a:gd name="connsiteY294" fmla="*/ 239728 h 448064"/>
                <a:gd name="connsiteX295" fmla="*/ 389442 w 869556"/>
                <a:gd name="connsiteY295" fmla="*/ 241193 h 448064"/>
                <a:gd name="connsiteX296" fmla="*/ 386000 w 869556"/>
                <a:gd name="connsiteY296" fmla="*/ 241379 h 448064"/>
                <a:gd name="connsiteX297" fmla="*/ 384157 w 869556"/>
                <a:gd name="connsiteY297" fmla="*/ 241298 h 448064"/>
                <a:gd name="connsiteX298" fmla="*/ 382744 w 869556"/>
                <a:gd name="connsiteY298" fmla="*/ 241193 h 448064"/>
                <a:gd name="connsiteX299" fmla="*/ 382744 w 869556"/>
                <a:gd name="connsiteY299" fmla="*/ 244170 h 448064"/>
                <a:gd name="connsiteX300" fmla="*/ 381305 w 869556"/>
                <a:gd name="connsiteY300" fmla="*/ 244228 h 448064"/>
                <a:gd name="connsiteX301" fmla="*/ 379442 w 869556"/>
                <a:gd name="connsiteY301" fmla="*/ 244356 h 448064"/>
                <a:gd name="connsiteX302" fmla="*/ 377585 w 869556"/>
                <a:gd name="connsiteY302" fmla="*/ 244460 h 448064"/>
                <a:gd name="connsiteX303" fmla="*/ 376047 w 869556"/>
                <a:gd name="connsiteY303" fmla="*/ 244914 h 448064"/>
                <a:gd name="connsiteX304" fmla="*/ 375303 w 869556"/>
                <a:gd name="connsiteY304" fmla="*/ 247890 h 448064"/>
                <a:gd name="connsiteX305" fmla="*/ 372001 w 869556"/>
                <a:gd name="connsiteY305" fmla="*/ 248309 h 448064"/>
                <a:gd name="connsiteX306" fmla="*/ 368606 w 869556"/>
                <a:gd name="connsiteY306" fmla="*/ 248634 h 448064"/>
                <a:gd name="connsiteX307" fmla="*/ 367117 w 869556"/>
                <a:gd name="connsiteY307" fmla="*/ 250867 h 448064"/>
                <a:gd name="connsiteX308" fmla="*/ 361905 w 869556"/>
                <a:gd name="connsiteY308" fmla="*/ 251890 h 448064"/>
                <a:gd name="connsiteX309" fmla="*/ 360420 w 869556"/>
                <a:gd name="connsiteY309" fmla="*/ 252355 h 448064"/>
                <a:gd name="connsiteX310" fmla="*/ 359676 w 869556"/>
                <a:gd name="connsiteY310" fmla="*/ 254588 h 448064"/>
                <a:gd name="connsiteX311" fmla="*/ 356327 w 869556"/>
                <a:gd name="connsiteY311" fmla="*/ 254495 h 448064"/>
                <a:gd name="connsiteX312" fmla="*/ 352979 w 869556"/>
                <a:gd name="connsiteY312" fmla="*/ 254588 h 448064"/>
                <a:gd name="connsiteX313" fmla="*/ 352235 w 869556"/>
                <a:gd name="connsiteY313" fmla="*/ 258308 h 448064"/>
                <a:gd name="connsiteX314" fmla="*/ 347630 w 869556"/>
                <a:gd name="connsiteY314" fmla="*/ 258802 h 448064"/>
                <a:gd name="connsiteX315" fmla="*/ 346281 w 869556"/>
                <a:gd name="connsiteY315" fmla="*/ 259052 h 448064"/>
                <a:gd name="connsiteX316" fmla="*/ 345537 w 869556"/>
                <a:gd name="connsiteY316" fmla="*/ 261285 h 448064"/>
                <a:gd name="connsiteX317" fmla="*/ 340933 w 869556"/>
                <a:gd name="connsiteY317" fmla="*/ 261654 h 448064"/>
                <a:gd name="connsiteX318" fmla="*/ 339584 w 869556"/>
                <a:gd name="connsiteY318" fmla="*/ 262029 h 448064"/>
                <a:gd name="connsiteX319" fmla="*/ 339235 w 869556"/>
                <a:gd name="connsiteY319" fmla="*/ 263517 h 448064"/>
                <a:gd name="connsiteX320" fmla="*/ 338840 w 869556"/>
                <a:gd name="connsiteY320" fmla="*/ 265006 h 448064"/>
                <a:gd name="connsiteX321" fmla="*/ 335491 w 869556"/>
                <a:gd name="connsiteY321" fmla="*/ 265424 h 448064"/>
                <a:gd name="connsiteX322" fmla="*/ 332143 w 869556"/>
                <a:gd name="connsiteY322" fmla="*/ 265750 h 448064"/>
                <a:gd name="connsiteX323" fmla="*/ 331399 w 869556"/>
                <a:gd name="connsiteY323" fmla="*/ 267982 h 448064"/>
                <a:gd name="connsiteX324" fmla="*/ 327631 w 869556"/>
                <a:gd name="connsiteY324" fmla="*/ 268494 h 448064"/>
                <a:gd name="connsiteX325" fmla="*/ 325559 w 869556"/>
                <a:gd name="connsiteY325" fmla="*/ 268642 h 448064"/>
                <a:gd name="connsiteX326" fmla="*/ 323957 w 869556"/>
                <a:gd name="connsiteY326" fmla="*/ 268726 h 448064"/>
                <a:gd name="connsiteX327" fmla="*/ 323957 w 869556"/>
                <a:gd name="connsiteY327" fmla="*/ 271703 h 448064"/>
                <a:gd name="connsiteX328" fmla="*/ 322518 w 869556"/>
                <a:gd name="connsiteY328" fmla="*/ 271572 h 448064"/>
                <a:gd name="connsiteX329" fmla="*/ 317260 w 869556"/>
                <a:gd name="connsiteY329" fmla="*/ 271703 h 448064"/>
                <a:gd name="connsiteX330" fmla="*/ 316516 w 869556"/>
                <a:gd name="connsiteY330" fmla="*/ 275424 h 448064"/>
                <a:gd name="connsiteX331" fmla="*/ 311911 w 869556"/>
                <a:gd name="connsiteY331" fmla="*/ 275918 h 448064"/>
                <a:gd name="connsiteX332" fmla="*/ 310563 w 869556"/>
                <a:gd name="connsiteY332" fmla="*/ 276168 h 448064"/>
                <a:gd name="connsiteX333" fmla="*/ 309819 w 869556"/>
                <a:gd name="connsiteY333" fmla="*/ 278400 h 448064"/>
                <a:gd name="connsiteX334" fmla="*/ 305214 w 869556"/>
                <a:gd name="connsiteY334" fmla="*/ 278769 h 448064"/>
                <a:gd name="connsiteX335" fmla="*/ 303865 w 869556"/>
                <a:gd name="connsiteY335" fmla="*/ 279144 h 448064"/>
                <a:gd name="connsiteX336" fmla="*/ 303517 w 869556"/>
                <a:gd name="connsiteY336" fmla="*/ 280633 h 448064"/>
                <a:gd name="connsiteX337" fmla="*/ 303121 w 869556"/>
                <a:gd name="connsiteY337" fmla="*/ 282121 h 448064"/>
                <a:gd name="connsiteX338" fmla="*/ 299773 w 869556"/>
                <a:gd name="connsiteY338" fmla="*/ 282539 h 448064"/>
                <a:gd name="connsiteX339" fmla="*/ 296424 w 869556"/>
                <a:gd name="connsiteY339" fmla="*/ 282865 h 448064"/>
                <a:gd name="connsiteX340" fmla="*/ 295680 w 869556"/>
                <a:gd name="connsiteY340" fmla="*/ 285097 h 448064"/>
                <a:gd name="connsiteX341" fmla="*/ 293075 w 869556"/>
                <a:gd name="connsiteY341" fmla="*/ 285423 h 448064"/>
                <a:gd name="connsiteX342" fmla="*/ 290471 w 869556"/>
                <a:gd name="connsiteY342" fmla="*/ 285842 h 448064"/>
                <a:gd name="connsiteX343" fmla="*/ 290171 w 869556"/>
                <a:gd name="connsiteY343" fmla="*/ 287344 h 448064"/>
                <a:gd name="connsiteX344" fmla="*/ 289727 w 869556"/>
                <a:gd name="connsiteY344" fmla="*/ 288818 h 448064"/>
                <a:gd name="connsiteX345" fmla="*/ 285960 w 869556"/>
                <a:gd name="connsiteY345" fmla="*/ 289004 h 448064"/>
                <a:gd name="connsiteX346" fmla="*/ 283887 w 869556"/>
                <a:gd name="connsiteY346" fmla="*/ 288923 h 448064"/>
                <a:gd name="connsiteX347" fmla="*/ 282285 w 869556"/>
                <a:gd name="connsiteY347" fmla="*/ 288818 h 448064"/>
                <a:gd name="connsiteX348" fmla="*/ 282285 w 869556"/>
                <a:gd name="connsiteY348" fmla="*/ 291795 h 448064"/>
                <a:gd name="connsiteX349" fmla="*/ 279774 w 869556"/>
                <a:gd name="connsiteY349" fmla="*/ 291981 h 448064"/>
                <a:gd name="connsiteX350" fmla="*/ 277076 w 869556"/>
                <a:gd name="connsiteY350" fmla="*/ 292539 h 448064"/>
                <a:gd name="connsiteX351" fmla="*/ 276379 w 869556"/>
                <a:gd name="connsiteY351" fmla="*/ 294027 h 448064"/>
                <a:gd name="connsiteX352" fmla="*/ 275588 w 869556"/>
                <a:gd name="connsiteY352" fmla="*/ 295515 h 448064"/>
                <a:gd name="connsiteX353" fmla="*/ 272146 w 869556"/>
                <a:gd name="connsiteY353" fmla="*/ 296073 h 448064"/>
                <a:gd name="connsiteX354" fmla="*/ 270304 w 869556"/>
                <a:gd name="connsiteY354" fmla="*/ 296201 h 448064"/>
                <a:gd name="connsiteX355" fmla="*/ 268891 w 869556"/>
                <a:gd name="connsiteY355" fmla="*/ 296259 h 448064"/>
                <a:gd name="connsiteX356" fmla="*/ 268891 w 869556"/>
                <a:gd name="connsiteY356" fmla="*/ 299236 h 448064"/>
                <a:gd name="connsiteX357" fmla="*/ 266379 w 869556"/>
                <a:gd name="connsiteY357" fmla="*/ 299050 h 448064"/>
                <a:gd name="connsiteX358" fmla="*/ 263682 w 869556"/>
                <a:gd name="connsiteY358" fmla="*/ 299236 h 448064"/>
                <a:gd name="connsiteX359" fmla="*/ 262984 w 869556"/>
                <a:gd name="connsiteY359" fmla="*/ 300701 h 448064"/>
                <a:gd name="connsiteX360" fmla="*/ 262194 w 869556"/>
                <a:gd name="connsiteY360" fmla="*/ 302213 h 448064"/>
                <a:gd name="connsiteX361" fmla="*/ 258752 w 869556"/>
                <a:gd name="connsiteY361" fmla="*/ 302771 h 448064"/>
                <a:gd name="connsiteX362" fmla="*/ 256909 w 869556"/>
                <a:gd name="connsiteY362" fmla="*/ 302899 h 448064"/>
                <a:gd name="connsiteX363" fmla="*/ 255496 w 869556"/>
                <a:gd name="connsiteY363" fmla="*/ 302957 h 448064"/>
                <a:gd name="connsiteX364" fmla="*/ 255496 w 869556"/>
                <a:gd name="connsiteY364" fmla="*/ 305933 h 448064"/>
                <a:gd name="connsiteX365" fmla="*/ 252985 w 869556"/>
                <a:gd name="connsiteY365" fmla="*/ 306166 h 448064"/>
                <a:gd name="connsiteX366" fmla="*/ 250287 w 869556"/>
                <a:gd name="connsiteY366" fmla="*/ 306677 h 448064"/>
                <a:gd name="connsiteX367" fmla="*/ 248799 w 869556"/>
                <a:gd name="connsiteY367" fmla="*/ 308910 h 448064"/>
                <a:gd name="connsiteX368" fmla="*/ 245729 w 869556"/>
                <a:gd name="connsiteY368" fmla="*/ 309421 h 448064"/>
                <a:gd name="connsiteX369" fmla="*/ 242846 w 869556"/>
                <a:gd name="connsiteY369" fmla="*/ 309654 h 448064"/>
                <a:gd name="connsiteX370" fmla="*/ 242846 w 869556"/>
                <a:gd name="connsiteY370" fmla="*/ 312631 h 448064"/>
                <a:gd name="connsiteX371" fmla="*/ 236149 w 869556"/>
                <a:gd name="connsiteY371" fmla="*/ 313375 h 448064"/>
                <a:gd name="connsiteX372" fmla="*/ 236149 w 869556"/>
                <a:gd name="connsiteY372" fmla="*/ 316351 h 448064"/>
                <a:gd name="connsiteX373" fmla="*/ 233637 w 869556"/>
                <a:gd name="connsiteY373" fmla="*/ 316165 h 448064"/>
                <a:gd name="connsiteX374" fmla="*/ 230940 w 869556"/>
                <a:gd name="connsiteY374" fmla="*/ 316351 h 448064"/>
                <a:gd name="connsiteX375" fmla="*/ 229451 w 869556"/>
                <a:gd name="connsiteY375" fmla="*/ 319328 h 448064"/>
                <a:gd name="connsiteX376" fmla="*/ 224242 w 869556"/>
                <a:gd name="connsiteY376" fmla="*/ 320816 h 448064"/>
                <a:gd name="connsiteX377" fmla="*/ 223498 w 869556"/>
                <a:gd name="connsiteY377" fmla="*/ 323049 h 448064"/>
                <a:gd name="connsiteX378" fmla="*/ 218289 w 869556"/>
                <a:gd name="connsiteY378" fmla="*/ 323793 h 448064"/>
                <a:gd name="connsiteX379" fmla="*/ 216801 w 869556"/>
                <a:gd name="connsiteY379" fmla="*/ 326025 h 448064"/>
                <a:gd name="connsiteX380" fmla="*/ 214150 w 869556"/>
                <a:gd name="connsiteY380" fmla="*/ 326351 h 448064"/>
                <a:gd name="connsiteX381" fmla="*/ 211592 w 869556"/>
                <a:gd name="connsiteY381" fmla="*/ 326769 h 448064"/>
                <a:gd name="connsiteX382" fmla="*/ 211220 w 869556"/>
                <a:gd name="connsiteY382" fmla="*/ 328258 h 448064"/>
                <a:gd name="connsiteX383" fmla="*/ 210848 w 869556"/>
                <a:gd name="connsiteY383" fmla="*/ 329746 h 448064"/>
                <a:gd name="connsiteX384" fmla="*/ 205639 w 869556"/>
                <a:gd name="connsiteY384" fmla="*/ 330490 h 448064"/>
                <a:gd name="connsiteX385" fmla="*/ 204941 w 869556"/>
                <a:gd name="connsiteY385" fmla="*/ 332025 h 448064"/>
                <a:gd name="connsiteX386" fmla="*/ 204151 w 869556"/>
                <a:gd name="connsiteY386" fmla="*/ 333467 h 448064"/>
                <a:gd name="connsiteX387" fmla="*/ 198197 w 869556"/>
                <a:gd name="connsiteY387" fmla="*/ 333467 h 448064"/>
                <a:gd name="connsiteX388" fmla="*/ 198197 w 869556"/>
                <a:gd name="connsiteY388" fmla="*/ 336443 h 448064"/>
                <a:gd name="connsiteX389" fmla="*/ 195639 w 869556"/>
                <a:gd name="connsiteY389" fmla="*/ 336629 h 448064"/>
                <a:gd name="connsiteX390" fmla="*/ 192988 w 869556"/>
                <a:gd name="connsiteY390" fmla="*/ 337187 h 448064"/>
                <a:gd name="connsiteX391" fmla="*/ 192663 w 869556"/>
                <a:gd name="connsiteY391" fmla="*/ 338676 h 448064"/>
                <a:gd name="connsiteX392" fmla="*/ 192244 w 869556"/>
                <a:gd name="connsiteY392" fmla="*/ 340164 h 448064"/>
                <a:gd name="connsiteX393" fmla="*/ 187640 w 869556"/>
                <a:gd name="connsiteY393" fmla="*/ 340632 h 448064"/>
                <a:gd name="connsiteX394" fmla="*/ 186291 w 869556"/>
                <a:gd name="connsiteY394" fmla="*/ 340908 h 448064"/>
                <a:gd name="connsiteX395" fmla="*/ 185547 w 869556"/>
                <a:gd name="connsiteY395" fmla="*/ 343140 h 448064"/>
                <a:gd name="connsiteX396" fmla="*/ 183315 w 869556"/>
                <a:gd name="connsiteY396" fmla="*/ 343466 h 448064"/>
                <a:gd name="connsiteX397" fmla="*/ 181082 w 869556"/>
                <a:gd name="connsiteY397" fmla="*/ 343884 h 448064"/>
                <a:gd name="connsiteX398" fmla="*/ 180803 w 869556"/>
                <a:gd name="connsiteY398" fmla="*/ 345373 h 448064"/>
                <a:gd name="connsiteX399" fmla="*/ 180338 w 869556"/>
                <a:gd name="connsiteY399" fmla="*/ 346861 h 448064"/>
                <a:gd name="connsiteX400" fmla="*/ 175734 w 869556"/>
                <a:gd name="connsiteY400" fmla="*/ 347329 h 448064"/>
                <a:gd name="connsiteX401" fmla="*/ 174385 w 869556"/>
                <a:gd name="connsiteY401" fmla="*/ 347605 h 448064"/>
                <a:gd name="connsiteX402" fmla="*/ 173641 w 869556"/>
                <a:gd name="connsiteY402" fmla="*/ 349838 h 448064"/>
                <a:gd name="connsiteX403" fmla="*/ 169036 w 869556"/>
                <a:gd name="connsiteY403" fmla="*/ 350861 h 448064"/>
                <a:gd name="connsiteX404" fmla="*/ 167688 w 869556"/>
                <a:gd name="connsiteY404" fmla="*/ 351326 h 448064"/>
                <a:gd name="connsiteX405" fmla="*/ 166944 w 869556"/>
                <a:gd name="connsiteY405" fmla="*/ 353558 h 448064"/>
                <a:gd name="connsiteX406" fmla="*/ 164339 w 869556"/>
                <a:gd name="connsiteY406" fmla="*/ 353465 h 448064"/>
                <a:gd name="connsiteX407" fmla="*/ 161735 w 869556"/>
                <a:gd name="connsiteY407" fmla="*/ 353558 h 448064"/>
                <a:gd name="connsiteX408" fmla="*/ 160990 w 869556"/>
                <a:gd name="connsiteY408" fmla="*/ 357279 h 448064"/>
                <a:gd name="connsiteX409" fmla="*/ 155781 w 869556"/>
                <a:gd name="connsiteY409" fmla="*/ 358023 h 448064"/>
                <a:gd name="connsiteX410" fmla="*/ 155037 w 869556"/>
                <a:gd name="connsiteY410" fmla="*/ 360256 h 448064"/>
                <a:gd name="connsiteX411" fmla="*/ 150360 w 869556"/>
                <a:gd name="connsiteY411" fmla="*/ 361279 h 448064"/>
                <a:gd name="connsiteX412" fmla="*/ 149084 w 869556"/>
                <a:gd name="connsiteY412" fmla="*/ 361744 h 448064"/>
                <a:gd name="connsiteX413" fmla="*/ 149084 w 869556"/>
                <a:gd name="connsiteY413" fmla="*/ 363976 h 448064"/>
                <a:gd name="connsiteX414" fmla="*/ 143131 w 869556"/>
                <a:gd name="connsiteY414" fmla="*/ 364720 h 448064"/>
                <a:gd name="connsiteX415" fmla="*/ 143131 w 869556"/>
                <a:gd name="connsiteY415" fmla="*/ 366953 h 448064"/>
                <a:gd name="connsiteX416" fmla="*/ 137178 w 869556"/>
                <a:gd name="connsiteY416" fmla="*/ 367697 h 448064"/>
                <a:gd name="connsiteX417" fmla="*/ 137178 w 869556"/>
                <a:gd name="connsiteY417" fmla="*/ 370674 h 448064"/>
                <a:gd name="connsiteX418" fmla="*/ 134620 w 869556"/>
                <a:gd name="connsiteY418" fmla="*/ 370860 h 448064"/>
                <a:gd name="connsiteX419" fmla="*/ 131969 w 869556"/>
                <a:gd name="connsiteY419" fmla="*/ 371418 h 448064"/>
                <a:gd name="connsiteX420" fmla="*/ 131597 w 869556"/>
                <a:gd name="connsiteY420" fmla="*/ 372906 h 448064"/>
                <a:gd name="connsiteX421" fmla="*/ 131225 w 869556"/>
                <a:gd name="connsiteY421" fmla="*/ 374394 h 448064"/>
                <a:gd name="connsiteX422" fmla="*/ 126016 w 869556"/>
                <a:gd name="connsiteY422" fmla="*/ 375138 h 448064"/>
                <a:gd name="connsiteX423" fmla="*/ 125272 w 869556"/>
                <a:gd name="connsiteY423" fmla="*/ 377371 h 448064"/>
                <a:gd name="connsiteX424" fmla="*/ 123039 w 869556"/>
                <a:gd name="connsiteY424" fmla="*/ 377696 h 448064"/>
                <a:gd name="connsiteX425" fmla="*/ 120807 w 869556"/>
                <a:gd name="connsiteY425" fmla="*/ 378115 h 448064"/>
                <a:gd name="connsiteX426" fmla="*/ 120528 w 869556"/>
                <a:gd name="connsiteY426" fmla="*/ 379603 h 448064"/>
                <a:gd name="connsiteX427" fmla="*/ 120063 w 869556"/>
                <a:gd name="connsiteY427" fmla="*/ 381092 h 448064"/>
                <a:gd name="connsiteX428" fmla="*/ 115458 w 869556"/>
                <a:gd name="connsiteY428" fmla="*/ 381560 h 448064"/>
                <a:gd name="connsiteX429" fmla="*/ 114110 w 869556"/>
                <a:gd name="connsiteY429" fmla="*/ 381836 h 448064"/>
                <a:gd name="connsiteX430" fmla="*/ 113365 w 869556"/>
                <a:gd name="connsiteY430" fmla="*/ 384068 h 448064"/>
                <a:gd name="connsiteX431" fmla="*/ 110714 w 869556"/>
                <a:gd name="connsiteY431" fmla="*/ 384812 h 448064"/>
                <a:gd name="connsiteX432" fmla="*/ 108156 w 869556"/>
                <a:gd name="connsiteY432" fmla="*/ 385556 h 448064"/>
                <a:gd name="connsiteX433" fmla="*/ 108156 w 869556"/>
                <a:gd name="connsiteY433" fmla="*/ 387789 h 448064"/>
                <a:gd name="connsiteX434" fmla="*/ 105226 w 869556"/>
                <a:gd name="connsiteY434" fmla="*/ 387556 h 448064"/>
                <a:gd name="connsiteX435" fmla="*/ 102203 w 869556"/>
                <a:gd name="connsiteY435" fmla="*/ 387789 h 448064"/>
                <a:gd name="connsiteX436" fmla="*/ 101459 w 869556"/>
                <a:gd name="connsiteY436" fmla="*/ 391509 h 448064"/>
                <a:gd name="connsiteX437" fmla="*/ 96994 w 869556"/>
                <a:gd name="connsiteY437" fmla="*/ 391509 h 448064"/>
                <a:gd name="connsiteX438" fmla="*/ 95506 w 869556"/>
                <a:gd name="connsiteY438" fmla="*/ 394486 h 448064"/>
                <a:gd name="connsiteX439" fmla="*/ 93227 w 869556"/>
                <a:gd name="connsiteY439" fmla="*/ 394858 h 448064"/>
                <a:gd name="connsiteX440" fmla="*/ 91041 w 869556"/>
                <a:gd name="connsiteY440" fmla="*/ 395230 h 448064"/>
                <a:gd name="connsiteX441" fmla="*/ 90716 w 869556"/>
                <a:gd name="connsiteY441" fmla="*/ 396718 h 448064"/>
                <a:gd name="connsiteX442" fmla="*/ 90297 w 869556"/>
                <a:gd name="connsiteY442" fmla="*/ 398207 h 448064"/>
                <a:gd name="connsiteX443" fmla="*/ 85088 w 869556"/>
                <a:gd name="connsiteY443" fmla="*/ 398951 h 448064"/>
                <a:gd name="connsiteX444" fmla="*/ 84344 w 869556"/>
                <a:gd name="connsiteY444" fmla="*/ 401183 h 448064"/>
                <a:gd name="connsiteX445" fmla="*/ 82112 w 869556"/>
                <a:gd name="connsiteY445" fmla="*/ 401509 h 448064"/>
                <a:gd name="connsiteX446" fmla="*/ 79879 w 869556"/>
                <a:gd name="connsiteY446" fmla="*/ 401927 h 448064"/>
                <a:gd name="connsiteX447" fmla="*/ 79554 w 869556"/>
                <a:gd name="connsiteY447" fmla="*/ 403416 h 448064"/>
                <a:gd name="connsiteX448" fmla="*/ 79135 w 869556"/>
                <a:gd name="connsiteY448" fmla="*/ 404904 h 448064"/>
                <a:gd name="connsiteX449" fmla="*/ 73926 w 869556"/>
                <a:gd name="connsiteY449" fmla="*/ 405648 h 448064"/>
                <a:gd name="connsiteX450" fmla="*/ 73182 w 869556"/>
                <a:gd name="connsiteY450" fmla="*/ 407136 h 448064"/>
                <a:gd name="connsiteX451" fmla="*/ 72438 w 869556"/>
                <a:gd name="connsiteY451" fmla="*/ 408625 h 448064"/>
                <a:gd name="connsiteX452" fmla="*/ 67229 w 869556"/>
                <a:gd name="connsiteY452" fmla="*/ 409369 h 448064"/>
                <a:gd name="connsiteX453" fmla="*/ 66485 w 869556"/>
                <a:gd name="connsiteY453" fmla="*/ 411601 h 448064"/>
                <a:gd name="connsiteX454" fmla="*/ 61276 w 869556"/>
                <a:gd name="connsiteY454" fmla="*/ 412345 h 448064"/>
                <a:gd name="connsiteX455" fmla="*/ 61276 w 869556"/>
                <a:gd name="connsiteY455" fmla="*/ 415322 h 448064"/>
                <a:gd name="connsiteX456" fmla="*/ 58718 w 869556"/>
                <a:gd name="connsiteY456" fmla="*/ 415555 h 448064"/>
                <a:gd name="connsiteX457" fmla="*/ 56067 w 869556"/>
                <a:gd name="connsiteY457" fmla="*/ 416066 h 448064"/>
                <a:gd name="connsiteX458" fmla="*/ 55322 w 869556"/>
                <a:gd name="connsiteY458" fmla="*/ 418299 h 448064"/>
                <a:gd name="connsiteX459" fmla="*/ 50113 w 869556"/>
                <a:gd name="connsiteY459" fmla="*/ 419043 h 448064"/>
                <a:gd name="connsiteX460" fmla="*/ 50113 w 869556"/>
                <a:gd name="connsiteY460" fmla="*/ 422019 h 448064"/>
                <a:gd name="connsiteX461" fmla="*/ 47555 w 869556"/>
                <a:gd name="connsiteY461" fmla="*/ 422205 h 448064"/>
                <a:gd name="connsiteX462" fmla="*/ 44904 w 869556"/>
                <a:gd name="connsiteY462" fmla="*/ 422763 h 448064"/>
                <a:gd name="connsiteX463" fmla="*/ 44579 w 869556"/>
                <a:gd name="connsiteY463" fmla="*/ 424298 h 448064"/>
                <a:gd name="connsiteX464" fmla="*/ 44160 w 869556"/>
                <a:gd name="connsiteY464" fmla="*/ 425740 h 448064"/>
                <a:gd name="connsiteX465" fmla="*/ 38207 w 869556"/>
                <a:gd name="connsiteY465" fmla="*/ 425740 h 448064"/>
                <a:gd name="connsiteX466" fmla="*/ 38207 w 869556"/>
                <a:gd name="connsiteY466" fmla="*/ 428717 h 448064"/>
                <a:gd name="connsiteX467" fmla="*/ 36021 w 869556"/>
                <a:gd name="connsiteY467" fmla="*/ 428903 h 448064"/>
                <a:gd name="connsiteX468" fmla="*/ 33742 w 869556"/>
                <a:gd name="connsiteY468" fmla="*/ 429461 h 448064"/>
                <a:gd name="connsiteX469" fmla="*/ 33417 w 869556"/>
                <a:gd name="connsiteY469" fmla="*/ 430949 h 448064"/>
                <a:gd name="connsiteX470" fmla="*/ 32998 w 869556"/>
                <a:gd name="connsiteY470" fmla="*/ 432437 h 448064"/>
                <a:gd name="connsiteX471" fmla="*/ 27789 w 869556"/>
                <a:gd name="connsiteY471" fmla="*/ 433181 h 448064"/>
                <a:gd name="connsiteX472" fmla="*/ 27045 w 869556"/>
                <a:gd name="connsiteY472" fmla="*/ 435414 h 448064"/>
                <a:gd name="connsiteX473" fmla="*/ 24394 w 869556"/>
                <a:gd name="connsiteY473" fmla="*/ 436158 h 448064"/>
                <a:gd name="connsiteX474" fmla="*/ 21836 w 869556"/>
                <a:gd name="connsiteY474" fmla="*/ 436902 h 448064"/>
                <a:gd name="connsiteX475" fmla="*/ 21836 w 869556"/>
                <a:gd name="connsiteY475" fmla="*/ 439134 h 448064"/>
                <a:gd name="connsiteX476" fmla="*/ 19325 w 869556"/>
                <a:gd name="connsiteY476" fmla="*/ 439321 h 448064"/>
                <a:gd name="connsiteX477" fmla="*/ 16627 w 869556"/>
                <a:gd name="connsiteY477" fmla="*/ 439879 h 448064"/>
                <a:gd name="connsiteX478" fmla="*/ 15883 w 869556"/>
                <a:gd name="connsiteY478" fmla="*/ 441367 h 448064"/>
                <a:gd name="connsiteX479" fmla="*/ 15139 w 869556"/>
                <a:gd name="connsiteY479" fmla="*/ 442855 h 448064"/>
                <a:gd name="connsiteX480" fmla="*/ 9930 w 869556"/>
                <a:gd name="connsiteY480" fmla="*/ 443599 h 448064"/>
                <a:gd name="connsiteX481" fmla="*/ 9186 w 869556"/>
                <a:gd name="connsiteY481" fmla="*/ 445832 h 448064"/>
                <a:gd name="connsiteX482" fmla="*/ 3977 w 869556"/>
                <a:gd name="connsiteY482" fmla="*/ 447320 h 448064"/>
                <a:gd name="connsiteX483" fmla="*/ 1744 w 869556"/>
                <a:gd name="connsiteY483" fmla="*/ 448064 h 448064"/>
                <a:gd name="connsiteX484" fmla="*/ 814 w 869556"/>
                <a:gd name="connsiteY484" fmla="*/ 442809 h 448064"/>
                <a:gd name="connsiteX485" fmla="*/ 756 w 869556"/>
                <a:gd name="connsiteY485" fmla="*/ 440783 h 448064"/>
                <a:gd name="connsiteX486" fmla="*/ 1000 w 869556"/>
                <a:gd name="connsiteY486" fmla="*/ 439134 h 448064"/>
                <a:gd name="connsiteX487" fmla="*/ 3233 w 869556"/>
                <a:gd name="connsiteY487" fmla="*/ 438390 h 448064"/>
                <a:gd name="connsiteX488" fmla="*/ 3977 w 869556"/>
                <a:gd name="connsiteY488" fmla="*/ 433925 h 448064"/>
                <a:gd name="connsiteX489" fmla="*/ 6209 w 869556"/>
                <a:gd name="connsiteY489" fmla="*/ 431693 h 448064"/>
                <a:gd name="connsiteX490" fmla="*/ 6209 w 869556"/>
                <a:gd name="connsiteY490" fmla="*/ 428717 h 448064"/>
                <a:gd name="connsiteX491" fmla="*/ 8442 w 869556"/>
                <a:gd name="connsiteY491" fmla="*/ 427972 h 448064"/>
                <a:gd name="connsiteX492" fmla="*/ 9186 w 869556"/>
                <a:gd name="connsiteY492" fmla="*/ 423508 h 448064"/>
                <a:gd name="connsiteX493" fmla="*/ 11418 w 869556"/>
                <a:gd name="connsiteY493" fmla="*/ 422019 h 448064"/>
                <a:gd name="connsiteX494" fmla="*/ 12162 w 869556"/>
                <a:gd name="connsiteY494" fmla="*/ 417554 h 448064"/>
                <a:gd name="connsiteX495" fmla="*/ 13651 w 869556"/>
                <a:gd name="connsiteY495" fmla="*/ 416810 h 448064"/>
                <a:gd name="connsiteX496" fmla="*/ 14395 w 869556"/>
                <a:gd name="connsiteY496" fmla="*/ 414578 h 448064"/>
                <a:gd name="connsiteX497" fmla="*/ 16627 w 869556"/>
                <a:gd name="connsiteY497" fmla="*/ 411601 h 448064"/>
                <a:gd name="connsiteX498" fmla="*/ 16953 w 869556"/>
                <a:gd name="connsiteY498" fmla="*/ 409415 h 448064"/>
                <a:gd name="connsiteX499" fmla="*/ 17371 w 869556"/>
                <a:gd name="connsiteY499" fmla="*/ 407136 h 448064"/>
                <a:gd name="connsiteX500" fmla="*/ 19604 w 869556"/>
                <a:gd name="connsiteY500" fmla="*/ 405648 h 448064"/>
                <a:gd name="connsiteX501" fmla="*/ 19976 w 869556"/>
                <a:gd name="connsiteY501" fmla="*/ 403695 h 448064"/>
                <a:gd name="connsiteX502" fmla="*/ 20348 w 869556"/>
                <a:gd name="connsiteY502" fmla="*/ 401927 h 448064"/>
                <a:gd name="connsiteX503" fmla="*/ 22580 w 869556"/>
                <a:gd name="connsiteY503" fmla="*/ 401927 h 448064"/>
                <a:gd name="connsiteX504" fmla="*/ 22441 w 869556"/>
                <a:gd name="connsiteY504" fmla="*/ 399835 h 448064"/>
                <a:gd name="connsiteX505" fmla="*/ 24813 w 869556"/>
                <a:gd name="connsiteY505" fmla="*/ 395230 h 448064"/>
                <a:gd name="connsiteX506" fmla="*/ 25185 w 869556"/>
                <a:gd name="connsiteY506" fmla="*/ 393277 h 448064"/>
                <a:gd name="connsiteX507" fmla="*/ 25557 w 869556"/>
                <a:gd name="connsiteY507" fmla="*/ 391509 h 448064"/>
                <a:gd name="connsiteX508" fmla="*/ 27789 w 869556"/>
                <a:gd name="connsiteY508" fmla="*/ 390765 h 448064"/>
                <a:gd name="connsiteX509" fmla="*/ 29278 w 869556"/>
                <a:gd name="connsiteY509" fmla="*/ 385556 h 448064"/>
                <a:gd name="connsiteX510" fmla="*/ 30766 w 869556"/>
                <a:gd name="connsiteY510" fmla="*/ 385556 h 448064"/>
                <a:gd name="connsiteX511" fmla="*/ 31510 w 869556"/>
                <a:gd name="connsiteY511" fmla="*/ 383324 h 448064"/>
                <a:gd name="connsiteX512" fmla="*/ 32254 w 869556"/>
                <a:gd name="connsiteY512" fmla="*/ 381092 h 448064"/>
                <a:gd name="connsiteX513" fmla="*/ 33742 w 869556"/>
                <a:gd name="connsiteY513" fmla="*/ 381092 h 448064"/>
                <a:gd name="connsiteX514" fmla="*/ 33603 w 869556"/>
                <a:gd name="connsiteY514" fmla="*/ 378906 h 448064"/>
                <a:gd name="connsiteX515" fmla="*/ 33742 w 869556"/>
                <a:gd name="connsiteY515" fmla="*/ 376627 h 448064"/>
                <a:gd name="connsiteX516" fmla="*/ 35975 w 869556"/>
                <a:gd name="connsiteY516" fmla="*/ 375883 h 448064"/>
                <a:gd name="connsiteX517" fmla="*/ 36719 w 869556"/>
                <a:gd name="connsiteY517" fmla="*/ 371418 h 448064"/>
                <a:gd name="connsiteX518" fmla="*/ 38207 w 869556"/>
                <a:gd name="connsiteY518" fmla="*/ 370674 h 448064"/>
                <a:gd name="connsiteX519" fmla="*/ 38533 w 869556"/>
                <a:gd name="connsiteY519" fmla="*/ 368860 h 448064"/>
                <a:gd name="connsiteX520" fmla="*/ 41184 w 869556"/>
                <a:gd name="connsiteY520" fmla="*/ 365465 h 448064"/>
                <a:gd name="connsiteX521" fmla="*/ 41928 w 869556"/>
                <a:gd name="connsiteY521" fmla="*/ 363558 h 448064"/>
                <a:gd name="connsiteX522" fmla="*/ 42672 w 869556"/>
                <a:gd name="connsiteY522" fmla="*/ 361744 h 448064"/>
                <a:gd name="connsiteX523" fmla="*/ 44904 w 869556"/>
                <a:gd name="connsiteY523" fmla="*/ 361000 h 448064"/>
                <a:gd name="connsiteX524" fmla="*/ 44904 w 869556"/>
                <a:gd name="connsiteY524" fmla="*/ 356535 h 448064"/>
                <a:gd name="connsiteX525" fmla="*/ 46393 w 869556"/>
                <a:gd name="connsiteY525" fmla="*/ 356535 h 448064"/>
                <a:gd name="connsiteX526" fmla="*/ 47881 w 869556"/>
                <a:gd name="connsiteY526" fmla="*/ 352070 h 448064"/>
                <a:gd name="connsiteX527" fmla="*/ 49369 w 869556"/>
                <a:gd name="connsiteY527" fmla="*/ 351326 h 448064"/>
                <a:gd name="connsiteX528" fmla="*/ 50858 w 869556"/>
                <a:gd name="connsiteY528" fmla="*/ 347605 h 448064"/>
                <a:gd name="connsiteX529" fmla="*/ 52346 w 869556"/>
                <a:gd name="connsiteY529" fmla="*/ 346117 h 448064"/>
                <a:gd name="connsiteX530" fmla="*/ 53834 w 869556"/>
                <a:gd name="connsiteY530" fmla="*/ 342396 h 448064"/>
                <a:gd name="connsiteX531" fmla="*/ 58299 w 869556"/>
                <a:gd name="connsiteY531" fmla="*/ 335699 h 448064"/>
                <a:gd name="connsiteX532" fmla="*/ 59043 w 869556"/>
                <a:gd name="connsiteY532" fmla="*/ 333467 h 448064"/>
                <a:gd name="connsiteX533" fmla="*/ 60531 w 869556"/>
                <a:gd name="connsiteY533" fmla="*/ 332722 h 448064"/>
                <a:gd name="connsiteX534" fmla="*/ 60903 w 869556"/>
                <a:gd name="connsiteY534" fmla="*/ 330862 h 448064"/>
                <a:gd name="connsiteX535" fmla="*/ 61276 w 869556"/>
                <a:gd name="connsiteY535" fmla="*/ 329002 h 448064"/>
                <a:gd name="connsiteX536" fmla="*/ 62764 w 869556"/>
                <a:gd name="connsiteY536" fmla="*/ 328258 h 448064"/>
                <a:gd name="connsiteX537" fmla="*/ 63880 w 869556"/>
                <a:gd name="connsiteY537" fmla="*/ 325979 h 448064"/>
                <a:gd name="connsiteX538" fmla="*/ 64996 w 869556"/>
                <a:gd name="connsiteY538" fmla="*/ 323793 h 448064"/>
                <a:gd name="connsiteX539" fmla="*/ 66485 w 869556"/>
                <a:gd name="connsiteY539" fmla="*/ 323793 h 448064"/>
                <a:gd name="connsiteX540" fmla="*/ 67229 w 869556"/>
                <a:gd name="connsiteY540" fmla="*/ 320072 h 448064"/>
                <a:gd name="connsiteX541" fmla="*/ 68717 w 869556"/>
                <a:gd name="connsiteY541" fmla="*/ 319328 h 448064"/>
                <a:gd name="connsiteX542" fmla="*/ 69368 w 869556"/>
                <a:gd name="connsiteY542" fmla="*/ 317328 h 448064"/>
                <a:gd name="connsiteX543" fmla="*/ 73182 w 869556"/>
                <a:gd name="connsiteY543" fmla="*/ 310398 h 448064"/>
                <a:gd name="connsiteX544" fmla="*/ 74670 w 869556"/>
                <a:gd name="connsiteY544" fmla="*/ 310398 h 448064"/>
                <a:gd name="connsiteX545" fmla="*/ 75414 w 869556"/>
                <a:gd name="connsiteY545" fmla="*/ 306677 h 448064"/>
                <a:gd name="connsiteX546" fmla="*/ 76903 w 869556"/>
                <a:gd name="connsiteY546" fmla="*/ 305933 h 448064"/>
                <a:gd name="connsiteX547" fmla="*/ 77228 w 869556"/>
                <a:gd name="connsiteY547" fmla="*/ 304492 h 448064"/>
                <a:gd name="connsiteX548" fmla="*/ 79879 w 869556"/>
                <a:gd name="connsiteY548" fmla="*/ 301468 h 448064"/>
                <a:gd name="connsiteX549" fmla="*/ 80623 w 869556"/>
                <a:gd name="connsiteY549" fmla="*/ 298492 h 448064"/>
                <a:gd name="connsiteX550" fmla="*/ 83135 w 869556"/>
                <a:gd name="connsiteY550" fmla="*/ 294725 h 448064"/>
                <a:gd name="connsiteX551" fmla="*/ 84501 w 869556"/>
                <a:gd name="connsiteY551" fmla="*/ 292792 h 448064"/>
                <a:gd name="connsiteX552" fmla="*/ 88065 w 869556"/>
                <a:gd name="connsiteY552" fmla="*/ 288818 h 448064"/>
                <a:gd name="connsiteX553" fmla="*/ 88855 w 869556"/>
                <a:gd name="connsiteY553" fmla="*/ 287190 h 448064"/>
                <a:gd name="connsiteX554" fmla="*/ 89553 w 869556"/>
                <a:gd name="connsiteY554" fmla="*/ 285842 h 448064"/>
                <a:gd name="connsiteX555" fmla="*/ 91041 w 869556"/>
                <a:gd name="connsiteY555" fmla="*/ 285842 h 448064"/>
                <a:gd name="connsiteX556" fmla="*/ 91785 w 869556"/>
                <a:gd name="connsiteY556" fmla="*/ 282121 h 448064"/>
                <a:gd name="connsiteX557" fmla="*/ 93274 w 869556"/>
                <a:gd name="connsiteY557" fmla="*/ 281377 h 448064"/>
                <a:gd name="connsiteX558" fmla="*/ 93553 w 869556"/>
                <a:gd name="connsiteY558" fmla="*/ 279656 h 448064"/>
                <a:gd name="connsiteX559" fmla="*/ 96994 w 869556"/>
                <a:gd name="connsiteY559" fmla="*/ 274679 h 448064"/>
                <a:gd name="connsiteX560" fmla="*/ 98483 w 869556"/>
                <a:gd name="connsiteY560" fmla="*/ 274679 h 448064"/>
                <a:gd name="connsiteX561" fmla="*/ 99180 w 869556"/>
                <a:gd name="connsiteY561" fmla="*/ 272214 h 448064"/>
                <a:gd name="connsiteX562" fmla="*/ 102203 w 869556"/>
                <a:gd name="connsiteY562" fmla="*/ 267238 h 448064"/>
                <a:gd name="connsiteX563" fmla="*/ 104808 w 869556"/>
                <a:gd name="connsiteY563" fmla="*/ 263424 h 448064"/>
                <a:gd name="connsiteX564" fmla="*/ 105180 w 869556"/>
                <a:gd name="connsiteY564" fmla="*/ 262029 h 448064"/>
                <a:gd name="connsiteX565" fmla="*/ 107412 w 869556"/>
                <a:gd name="connsiteY565" fmla="*/ 261285 h 448064"/>
                <a:gd name="connsiteX566" fmla="*/ 108156 w 869556"/>
                <a:gd name="connsiteY566" fmla="*/ 258308 h 448064"/>
                <a:gd name="connsiteX567" fmla="*/ 109645 w 869556"/>
                <a:gd name="connsiteY567" fmla="*/ 257564 h 448064"/>
                <a:gd name="connsiteX568" fmla="*/ 109970 w 869556"/>
                <a:gd name="connsiteY568" fmla="*/ 256076 h 448064"/>
                <a:gd name="connsiteX569" fmla="*/ 110389 w 869556"/>
                <a:gd name="connsiteY569" fmla="*/ 254588 h 448064"/>
                <a:gd name="connsiteX570" fmla="*/ 112621 w 869556"/>
                <a:gd name="connsiteY570" fmla="*/ 253843 h 448064"/>
                <a:gd name="connsiteX571" fmla="*/ 113365 w 869556"/>
                <a:gd name="connsiteY571" fmla="*/ 251611 h 448064"/>
                <a:gd name="connsiteX572" fmla="*/ 114854 w 869556"/>
                <a:gd name="connsiteY572" fmla="*/ 250867 h 448064"/>
                <a:gd name="connsiteX573" fmla="*/ 115086 w 869556"/>
                <a:gd name="connsiteY573" fmla="*/ 249193 h 448064"/>
                <a:gd name="connsiteX574" fmla="*/ 119319 w 869556"/>
                <a:gd name="connsiteY574" fmla="*/ 243426 h 448064"/>
                <a:gd name="connsiteX575" fmla="*/ 120807 w 869556"/>
                <a:gd name="connsiteY575" fmla="*/ 243426 h 448064"/>
                <a:gd name="connsiteX576" fmla="*/ 121179 w 869556"/>
                <a:gd name="connsiteY576" fmla="*/ 241937 h 448064"/>
                <a:gd name="connsiteX577" fmla="*/ 121551 w 869556"/>
                <a:gd name="connsiteY577" fmla="*/ 240449 h 448064"/>
                <a:gd name="connsiteX578" fmla="*/ 123039 w 869556"/>
                <a:gd name="connsiteY578" fmla="*/ 240449 h 448064"/>
                <a:gd name="connsiteX579" fmla="*/ 123783 w 869556"/>
                <a:gd name="connsiteY579" fmla="*/ 238589 h 448064"/>
                <a:gd name="connsiteX580" fmla="*/ 124528 w 869556"/>
                <a:gd name="connsiteY580" fmla="*/ 236728 h 448064"/>
                <a:gd name="connsiteX581" fmla="*/ 126016 w 869556"/>
                <a:gd name="connsiteY581" fmla="*/ 236728 h 448064"/>
                <a:gd name="connsiteX582" fmla="*/ 126760 w 869556"/>
                <a:gd name="connsiteY582" fmla="*/ 233752 h 448064"/>
                <a:gd name="connsiteX583" fmla="*/ 128248 w 869556"/>
                <a:gd name="connsiteY583" fmla="*/ 233008 h 448064"/>
                <a:gd name="connsiteX584" fmla="*/ 128992 w 869556"/>
                <a:gd name="connsiteY584" fmla="*/ 231473 h 448064"/>
                <a:gd name="connsiteX585" fmla="*/ 129737 w 869556"/>
                <a:gd name="connsiteY585" fmla="*/ 230031 h 448064"/>
                <a:gd name="connsiteX586" fmla="*/ 131225 w 869556"/>
                <a:gd name="connsiteY586" fmla="*/ 230031 h 448064"/>
                <a:gd name="connsiteX587" fmla="*/ 131550 w 869556"/>
                <a:gd name="connsiteY587" fmla="*/ 228682 h 448064"/>
                <a:gd name="connsiteX588" fmla="*/ 134201 w 869556"/>
                <a:gd name="connsiteY588" fmla="*/ 224822 h 448064"/>
                <a:gd name="connsiteX589" fmla="*/ 137178 w 869556"/>
                <a:gd name="connsiteY589" fmla="*/ 220357 h 448064"/>
                <a:gd name="connsiteX590" fmla="*/ 139410 w 869556"/>
                <a:gd name="connsiteY590" fmla="*/ 218869 h 448064"/>
                <a:gd name="connsiteX591" fmla="*/ 140154 w 869556"/>
                <a:gd name="connsiteY591" fmla="*/ 216636 h 448064"/>
                <a:gd name="connsiteX592" fmla="*/ 143875 w 869556"/>
                <a:gd name="connsiteY592" fmla="*/ 212916 h 448064"/>
                <a:gd name="connsiteX593" fmla="*/ 148591 w 869556"/>
                <a:gd name="connsiteY593" fmla="*/ 206499 h 448064"/>
                <a:gd name="connsiteX594" fmla="*/ 151317 w 869556"/>
                <a:gd name="connsiteY594" fmla="*/ 203242 h 448064"/>
                <a:gd name="connsiteX595" fmla="*/ 154293 w 869556"/>
                <a:gd name="connsiteY595" fmla="*/ 203242 h 448064"/>
                <a:gd name="connsiteX596" fmla="*/ 154293 w 869556"/>
                <a:gd name="connsiteY596" fmla="*/ 200265 h 448064"/>
                <a:gd name="connsiteX597" fmla="*/ 156526 w 869556"/>
                <a:gd name="connsiteY597" fmla="*/ 200265 h 448064"/>
                <a:gd name="connsiteX598" fmla="*/ 156526 w 869556"/>
                <a:gd name="connsiteY598" fmla="*/ 196545 h 448064"/>
                <a:gd name="connsiteX599" fmla="*/ 159502 w 869556"/>
                <a:gd name="connsiteY599" fmla="*/ 196545 h 448064"/>
                <a:gd name="connsiteX600" fmla="*/ 159502 w 869556"/>
                <a:gd name="connsiteY600" fmla="*/ 193568 h 448064"/>
                <a:gd name="connsiteX601" fmla="*/ 162479 w 869556"/>
                <a:gd name="connsiteY601" fmla="*/ 193568 h 448064"/>
                <a:gd name="connsiteX602" fmla="*/ 163223 w 869556"/>
                <a:gd name="connsiteY602" fmla="*/ 190592 h 448064"/>
                <a:gd name="connsiteX603" fmla="*/ 165455 w 869556"/>
                <a:gd name="connsiteY603" fmla="*/ 189847 h 448064"/>
                <a:gd name="connsiteX604" fmla="*/ 166199 w 869556"/>
                <a:gd name="connsiteY604" fmla="*/ 186871 h 448064"/>
                <a:gd name="connsiteX605" fmla="*/ 167688 w 869556"/>
                <a:gd name="connsiteY605" fmla="*/ 186127 h 448064"/>
                <a:gd name="connsiteX606" fmla="*/ 168339 w 869556"/>
                <a:gd name="connsiteY606" fmla="*/ 184685 h 448064"/>
                <a:gd name="connsiteX607" fmla="*/ 170571 w 869556"/>
                <a:gd name="connsiteY607" fmla="*/ 182546 h 448064"/>
                <a:gd name="connsiteX608" fmla="*/ 173641 w 869556"/>
                <a:gd name="connsiteY608" fmla="*/ 179011 h 448064"/>
                <a:gd name="connsiteX609" fmla="*/ 176757 w 869556"/>
                <a:gd name="connsiteY609" fmla="*/ 175895 h 448064"/>
                <a:gd name="connsiteX610" fmla="*/ 178106 w 869556"/>
                <a:gd name="connsiteY610" fmla="*/ 175709 h 448064"/>
                <a:gd name="connsiteX611" fmla="*/ 178850 w 869556"/>
                <a:gd name="connsiteY611" fmla="*/ 173476 h 448064"/>
                <a:gd name="connsiteX612" fmla="*/ 180338 w 869556"/>
                <a:gd name="connsiteY612" fmla="*/ 173151 h 448064"/>
                <a:gd name="connsiteX613" fmla="*/ 181826 w 869556"/>
                <a:gd name="connsiteY613" fmla="*/ 172732 h 448064"/>
                <a:gd name="connsiteX614" fmla="*/ 182570 w 869556"/>
                <a:gd name="connsiteY614" fmla="*/ 169756 h 448064"/>
                <a:gd name="connsiteX615" fmla="*/ 184059 w 869556"/>
                <a:gd name="connsiteY615" fmla="*/ 169011 h 448064"/>
                <a:gd name="connsiteX616" fmla="*/ 184710 w 869556"/>
                <a:gd name="connsiteY616" fmla="*/ 167523 h 448064"/>
                <a:gd name="connsiteX617" fmla="*/ 185547 w 869556"/>
                <a:gd name="connsiteY617" fmla="*/ 166035 h 448064"/>
                <a:gd name="connsiteX618" fmla="*/ 187082 w 869556"/>
                <a:gd name="connsiteY618" fmla="*/ 165663 h 448064"/>
                <a:gd name="connsiteX619" fmla="*/ 188524 w 869556"/>
                <a:gd name="connsiteY619" fmla="*/ 165291 h 448064"/>
                <a:gd name="connsiteX620" fmla="*/ 188896 w 869556"/>
                <a:gd name="connsiteY620" fmla="*/ 163756 h 448064"/>
                <a:gd name="connsiteX621" fmla="*/ 189268 w 869556"/>
                <a:gd name="connsiteY621" fmla="*/ 162314 h 448064"/>
                <a:gd name="connsiteX622" fmla="*/ 192244 w 869556"/>
                <a:gd name="connsiteY622" fmla="*/ 162314 h 448064"/>
                <a:gd name="connsiteX623" fmla="*/ 192244 w 869556"/>
                <a:gd name="connsiteY623" fmla="*/ 159338 h 448064"/>
                <a:gd name="connsiteX624" fmla="*/ 195221 w 869556"/>
                <a:gd name="connsiteY624" fmla="*/ 159338 h 448064"/>
                <a:gd name="connsiteX625" fmla="*/ 196709 w 869556"/>
                <a:gd name="connsiteY625" fmla="*/ 155617 h 448064"/>
                <a:gd name="connsiteX626" fmla="*/ 198197 w 869556"/>
                <a:gd name="connsiteY626" fmla="*/ 154873 h 448064"/>
                <a:gd name="connsiteX627" fmla="*/ 198942 w 869556"/>
                <a:gd name="connsiteY627" fmla="*/ 152640 h 448064"/>
                <a:gd name="connsiteX628" fmla="*/ 200848 w 869556"/>
                <a:gd name="connsiteY628" fmla="*/ 152315 h 448064"/>
                <a:gd name="connsiteX629" fmla="*/ 202662 w 869556"/>
                <a:gd name="connsiteY629" fmla="*/ 151896 h 448064"/>
                <a:gd name="connsiteX630" fmla="*/ 202662 w 869556"/>
                <a:gd name="connsiteY630" fmla="*/ 148920 h 448064"/>
                <a:gd name="connsiteX631" fmla="*/ 204476 w 869556"/>
                <a:gd name="connsiteY631" fmla="*/ 149106 h 448064"/>
                <a:gd name="connsiteX632" fmla="*/ 206383 w 869556"/>
                <a:gd name="connsiteY632" fmla="*/ 148920 h 448064"/>
                <a:gd name="connsiteX633" fmla="*/ 207127 w 869556"/>
                <a:gd name="connsiteY633" fmla="*/ 145943 h 448064"/>
                <a:gd name="connsiteX634" fmla="*/ 209360 w 869556"/>
                <a:gd name="connsiteY634" fmla="*/ 144455 h 448064"/>
                <a:gd name="connsiteX635" fmla="*/ 210104 w 869556"/>
                <a:gd name="connsiteY635" fmla="*/ 142222 h 448064"/>
                <a:gd name="connsiteX636" fmla="*/ 213824 w 869556"/>
                <a:gd name="connsiteY636" fmla="*/ 140734 h 448064"/>
                <a:gd name="connsiteX637" fmla="*/ 214569 w 869556"/>
                <a:gd name="connsiteY637" fmla="*/ 138502 h 448064"/>
                <a:gd name="connsiteX638" fmla="*/ 217545 w 869556"/>
                <a:gd name="connsiteY638" fmla="*/ 138502 h 448064"/>
                <a:gd name="connsiteX639" fmla="*/ 217871 w 869556"/>
                <a:gd name="connsiteY639" fmla="*/ 137060 h 448064"/>
                <a:gd name="connsiteX640" fmla="*/ 218289 w 869556"/>
                <a:gd name="connsiteY640" fmla="*/ 135525 h 448064"/>
                <a:gd name="connsiteX641" fmla="*/ 220196 w 869556"/>
                <a:gd name="connsiteY641" fmla="*/ 135153 h 448064"/>
                <a:gd name="connsiteX642" fmla="*/ 222010 w 869556"/>
                <a:gd name="connsiteY642" fmla="*/ 134781 h 448064"/>
                <a:gd name="connsiteX643" fmla="*/ 222010 w 869556"/>
                <a:gd name="connsiteY643" fmla="*/ 131804 h 448064"/>
                <a:gd name="connsiteX644" fmla="*/ 224987 w 869556"/>
                <a:gd name="connsiteY644" fmla="*/ 131060 h 448064"/>
                <a:gd name="connsiteX645" fmla="*/ 225731 w 869556"/>
                <a:gd name="connsiteY645" fmla="*/ 128828 h 448064"/>
                <a:gd name="connsiteX646" fmla="*/ 229451 w 869556"/>
                <a:gd name="connsiteY646" fmla="*/ 127340 h 448064"/>
                <a:gd name="connsiteX647" fmla="*/ 230195 w 869556"/>
                <a:gd name="connsiteY647" fmla="*/ 125107 h 448064"/>
                <a:gd name="connsiteX648" fmla="*/ 233916 w 869556"/>
                <a:gd name="connsiteY648" fmla="*/ 123619 h 448064"/>
                <a:gd name="connsiteX649" fmla="*/ 234660 w 869556"/>
                <a:gd name="connsiteY649" fmla="*/ 121386 h 448064"/>
                <a:gd name="connsiteX650" fmla="*/ 238381 w 869556"/>
                <a:gd name="connsiteY650" fmla="*/ 120642 h 448064"/>
                <a:gd name="connsiteX651" fmla="*/ 239125 w 869556"/>
                <a:gd name="connsiteY651" fmla="*/ 118410 h 448064"/>
                <a:gd name="connsiteX652" fmla="*/ 242102 w 869556"/>
                <a:gd name="connsiteY652" fmla="*/ 116922 h 448064"/>
                <a:gd name="connsiteX653" fmla="*/ 242846 w 869556"/>
                <a:gd name="connsiteY653" fmla="*/ 114689 h 448064"/>
                <a:gd name="connsiteX654" fmla="*/ 245078 w 869556"/>
                <a:gd name="connsiteY654" fmla="*/ 114782 h 448064"/>
                <a:gd name="connsiteX655" fmla="*/ 247311 w 869556"/>
                <a:gd name="connsiteY655" fmla="*/ 114689 h 448064"/>
                <a:gd name="connsiteX656" fmla="*/ 247683 w 869556"/>
                <a:gd name="connsiteY656" fmla="*/ 112829 h 448064"/>
                <a:gd name="connsiteX657" fmla="*/ 248055 w 869556"/>
                <a:gd name="connsiteY657" fmla="*/ 110969 h 448064"/>
                <a:gd name="connsiteX658" fmla="*/ 252520 w 869556"/>
                <a:gd name="connsiteY658" fmla="*/ 110969 h 448064"/>
                <a:gd name="connsiteX659" fmla="*/ 252520 w 869556"/>
                <a:gd name="connsiteY659" fmla="*/ 107992 h 448064"/>
                <a:gd name="connsiteX660" fmla="*/ 255496 w 869556"/>
                <a:gd name="connsiteY660" fmla="*/ 107248 h 448064"/>
                <a:gd name="connsiteX661" fmla="*/ 255775 w 869556"/>
                <a:gd name="connsiteY661" fmla="*/ 105760 h 448064"/>
                <a:gd name="connsiteX662" fmla="*/ 256240 w 869556"/>
                <a:gd name="connsiteY662" fmla="*/ 104271 h 448064"/>
                <a:gd name="connsiteX663" fmla="*/ 260705 w 869556"/>
                <a:gd name="connsiteY663" fmla="*/ 103527 h 448064"/>
                <a:gd name="connsiteX664" fmla="*/ 261449 w 869556"/>
                <a:gd name="connsiteY664" fmla="*/ 101295 h 448064"/>
                <a:gd name="connsiteX665" fmla="*/ 263682 w 869556"/>
                <a:gd name="connsiteY665" fmla="*/ 100969 h 448064"/>
                <a:gd name="connsiteX666" fmla="*/ 265914 w 869556"/>
                <a:gd name="connsiteY666" fmla="*/ 100551 h 448064"/>
                <a:gd name="connsiteX667" fmla="*/ 266286 w 869556"/>
                <a:gd name="connsiteY667" fmla="*/ 99062 h 448064"/>
                <a:gd name="connsiteX668" fmla="*/ 266658 w 869556"/>
                <a:gd name="connsiteY668" fmla="*/ 97574 h 448064"/>
                <a:gd name="connsiteX669" fmla="*/ 271123 w 869556"/>
                <a:gd name="connsiteY669" fmla="*/ 96830 h 448064"/>
                <a:gd name="connsiteX670" fmla="*/ 271867 w 869556"/>
                <a:gd name="connsiteY670" fmla="*/ 94597 h 448064"/>
                <a:gd name="connsiteX671" fmla="*/ 276332 w 869556"/>
                <a:gd name="connsiteY671" fmla="*/ 93853 h 448064"/>
                <a:gd name="connsiteX672" fmla="*/ 276332 w 869556"/>
                <a:gd name="connsiteY672" fmla="*/ 90877 h 448064"/>
                <a:gd name="connsiteX673" fmla="*/ 282285 w 869556"/>
                <a:gd name="connsiteY673" fmla="*/ 90133 h 448064"/>
                <a:gd name="connsiteX674" fmla="*/ 282285 w 869556"/>
                <a:gd name="connsiteY674" fmla="*/ 87156 h 448064"/>
                <a:gd name="connsiteX675" fmla="*/ 284471 w 869556"/>
                <a:gd name="connsiteY675" fmla="*/ 86923 h 448064"/>
                <a:gd name="connsiteX676" fmla="*/ 286750 w 869556"/>
                <a:gd name="connsiteY676" fmla="*/ 86412 h 448064"/>
                <a:gd name="connsiteX677" fmla="*/ 287494 w 869556"/>
                <a:gd name="connsiteY677" fmla="*/ 84179 h 448064"/>
                <a:gd name="connsiteX678" fmla="*/ 292703 w 869556"/>
                <a:gd name="connsiteY678" fmla="*/ 82691 h 448064"/>
                <a:gd name="connsiteX679" fmla="*/ 293447 w 869556"/>
                <a:gd name="connsiteY679" fmla="*/ 80459 h 448064"/>
                <a:gd name="connsiteX680" fmla="*/ 296005 w 869556"/>
                <a:gd name="connsiteY680" fmla="*/ 80133 h 448064"/>
                <a:gd name="connsiteX681" fmla="*/ 298656 w 869556"/>
                <a:gd name="connsiteY681" fmla="*/ 79715 h 448064"/>
                <a:gd name="connsiteX682" fmla="*/ 300145 w 869556"/>
                <a:gd name="connsiteY682" fmla="*/ 76738 h 448064"/>
                <a:gd name="connsiteX683" fmla="*/ 304610 w 869556"/>
                <a:gd name="connsiteY683" fmla="*/ 76738 h 448064"/>
                <a:gd name="connsiteX684" fmla="*/ 304610 w 869556"/>
                <a:gd name="connsiteY684" fmla="*/ 73761 h 448064"/>
                <a:gd name="connsiteX685" fmla="*/ 307168 w 869556"/>
                <a:gd name="connsiteY685" fmla="*/ 73575 h 448064"/>
                <a:gd name="connsiteX686" fmla="*/ 309819 w 869556"/>
                <a:gd name="connsiteY686" fmla="*/ 73017 h 448064"/>
                <a:gd name="connsiteX687" fmla="*/ 310147 w 869556"/>
                <a:gd name="connsiteY687" fmla="*/ 71520 h 448064"/>
                <a:gd name="connsiteX688" fmla="*/ 310563 w 869556"/>
                <a:gd name="connsiteY688" fmla="*/ 70041 h 448064"/>
                <a:gd name="connsiteX689" fmla="*/ 313911 w 869556"/>
                <a:gd name="connsiteY689" fmla="*/ 69622 h 448064"/>
                <a:gd name="connsiteX690" fmla="*/ 317260 w 869556"/>
                <a:gd name="connsiteY690" fmla="*/ 69297 h 448064"/>
                <a:gd name="connsiteX691" fmla="*/ 318004 w 869556"/>
                <a:gd name="connsiteY691" fmla="*/ 67064 h 448064"/>
                <a:gd name="connsiteX692" fmla="*/ 321027 w 869556"/>
                <a:gd name="connsiteY692" fmla="*/ 66553 h 448064"/>
                <a:gd name="connsiteX693" fmla="*/ 323957 w 869556"/>
                <a:gd name="connsiteY693" fmla="*/ 66320 h 448064"/>
                <a:gd name="connsiteX694" fmla="*/ 323957 w 869556"/>
                <a:gd name="connsiteY694" fmla="*/ 63344 h 448064"/>
                <a:gd name="connsiteX695" fmla="*/ 326887 w 869556"/>
                <a:gd name="connsiteY695" fmla="*/ 63576 h 448064"/>
                <a:gd name="connsiteX696" fmla="*/ 329910 w 869556"/>
                <a:gd name="connsiteY696" fmla="*/ 63344 h 448064"/>
                <a:gd name="connsiteX697" fmla="*/ 330236 w 869556"/>
                <a:gd name="connsiteY697" fmla="*/ 61483 h 448064"/>
                <a:gd name="connsiteX698" fmla="*/ 330654 w 869556"/>
                <a:gd name="connsiteY698" fmla="*/ 59623 h 448064"/>
                <a:gd name="connsiteX699" fmla="*/ 337352 w 869556"/>
                <a:gd name="connsiteY699" fmla="*/ 59623 h 448064"/>
                <a:gd name="connsiteX700" fmla="*/ 337352 w 869556"/>
                <a:gd name="connsiteY700" fmla="*/ 56646 h 448064"/>
                <a:gd name="connsiteX701" fmla="*/ 341072 w 869556"/>
                <a:gd name="connsiteY701" fmla="*/ 55856 h 448064"/>
                <a:gd name="connsiteX702" fmla="*/ 344793 w 869556"/>
                <a:gd name="connsiteY702" fmla="*/ 55158 h 448064"/>
                <a:gd name="connsiteX703" fmla="*/ 344793 w 869556"/>
                <a:gd name="connsiteY703" fmla="*/ 52926 h 448064"/>
                <a:gd name="connsiteX704" fmla="*/ 346232 w 869556"/>
                <a:gd name="connsiteY704" fmla="*/ 53030 h 448064"/>
                <a:gd name="connsiteX705" fmla="*/ 348095 w 869556"/>
                <a:gd name="connsiteY705" fmla="*/ 53112 h 448064"/>
                <a:gd name="connsiteX706" fmla="*/ 349953 w 869556"/>
                <a:gd name="connsiteY706" fmla="*/ 53216 h 448064"/>
                <a:gd name="connsiteX707" fmla="*/ 351490 w 869556"/>
                <a:gd name="connsiteY707" fmla="*/ 52926 h 448064"/>
                <a:gd name="connsiteX708" fmla="*/ 352235 w 869556"/>
                <a:gd name="connsiteY708" fmla="*/ 49949 h 448064"/>
                <a:gd name="connsiteX709" fmla="*/ 355537 w 869556"/>
                <a:gd name="connsiteY709" fmla="*/ 49577 h 448064"/>
                <a:gd name="connsiteX710" fmla="*/ 358932 w 869556"/>
                <a:gd name="connsiteY710" fmla="*/ 49205 h 448064"/>
                <a:gd name="connsiteX711" fmla="*/ 360420 w 869556"/>
                <a:gd name="connsiteY711" fmla="*/ 46228 h 448064"/>
                <a:gd name="connsiteX712" fmla="*/ 365559 w 869556"/>
                <a:gd name="connsiteY712" fmla="*/ 45833 h 448064"/>
                <a:gd name="connsiteX713" fmla="*/ 367117 w 869556"/>
                <a:gd name="connsiteY713" fmla="*/ 45484 h 448064"/>
                <a:gd name="connsiteX714" fmla="*/ 367859 w 869556"/>
                <a:gd name="connsiteY714" fmla="*/ 43999 h 448064"/>
                <a:gd name="connsiteX715" fmla="*/ 368606 w 869556"/>
                <a:gd name="connsiteY715" fmla="*/ 42508 h 448064"/>
                <a:gd name="connsiteX716" fmla="*/ 372001 w 869556"/>
                <a:gd name="connsiteY716" fmla="*/ 42089 h 448064"/>
                <a:gd name="connsiteX717" fmla="*/ 375303 w 869556"/>
                <a:gd name="connsiteY717" fmla="*/ 41763 h 448064"/>
                <a:gd name="connsiteX718" fmla="*/ 376047 w 869556"/>
                <a:gd name="connsiteY718" fmla="*/ 39531 h 448064"/>
                <a:gd name="connsiteX719" fmla="*/ 380186 w 869556"/>
                <a:gd name="connsiteY719" fmla="*/ 39391 h 448064"/>
                <a:gd name="connsiteX720" fmla="*/ 382468 w 869556"/>
                <a:gd name="connsiteY720" fmla="*/ 39453 h 448064"/>
                <a:gd name="connsiteX721" fmla="*/ 384233 w 869556"/>
                <a:gd name="connsiteY721" fmla="*/ 39531 h 448064"/>
                <a:gd name="connsiteX722" fmla="*/ 384233 w 869556"/>
                <a:gd name="connsiteY722" fmla="*/ 35810 h 448064"/>
                <a:gd name="connsiteX723" fmla="*/ 393162 w 869556"/>
                <a:gd name="connsiteY723" fmla="*/ 35810 h 448064"/>
                <a:gd name="connsiteX724" fmla="*/ 393162 w 869556"/>
                <a:gd name="connsiteY724" fmla="*/ 32834 h 448064"/>
                <a:gd name="connsiteX725" fmla="*/ 394738 w 869556"/>
                <a:gd name="connsiteY725" fmla="*/ 32697 h 448064"/>
                <a:gd name="connsiteX726" fmla="*/ 396790 w 869556"/>
                <a:gd name="connsiteY726" fmla="*/ 32508 h 448064"/>
                <a:gd name="connsiteX727" fmla="*/ 398831 w 869556"/>
                <a:gd name="connsiteY727" fmla="*/ 32325 h 448064"/>
                <a:gd name="connsiteX728" fmla="*/ 402092 w 869556"/>
                <a:gd name="connsiteY728" fmla="*/ 31345 h 448064"/>
                <a:gd name="connsiteX729" fmla="*/ 402092 w 869556"/>
                <a:gd name="connsiteY729" fmla="*/ 29113 h 448064"/>
                <a:gd name="connsiteX730" fmla="*/ 411766 w 869556"/>
                <a:gd name="connsiteY730" fmla="*/ 29113 h 448064"/>
                <a:gd name="connsiteX731" fmla="*/ 411766 w 869556"/>
                <a:gd name="connsiteY731" fmla="*/ 26136 h 448064"/>
                <a:gd name="connsiteX732" fmla="*/ 414138 w 869556"/>
                <a:gd name="connsiteY732" fmla="*/ 25811 h 448064"/>
                <a:gd name="connsiteX733" fmla="*/ 416975 w 869556"/>
                <a:gd name="connsiteY733" fmla="*/ 25392 h 448064"/>
                <a:gd name="connsiteX734" fmla="*/ 419114 w 869556"/>
                <a:gd name="connsiteY734" fmla="*/ 25113 h 448064"/>
                <a:gd name="connsiteX735" fmla="*/ 420695 w 869556"/>
                <a:gd name="connsiteY735" fmla="*/ 24648 h 448064"/>
                <a:gd name="connsiteX736" fmla="*/ 421440 w 869556"/>
                <a:gd name="connsiteY736" fmla="*/ 22416 h 448064"/>
                <a:gd name="connsiteX737" fmla="*/ 428951 w 869556"/>
                <a:gd name="connsiteY737" fmla="*/ 22047 h 448064"/>
                <a:gd name="connsiteX738" fmla="*/ 431113 w 869556"/>
                <a:gd name="connsiteY738" fmla="*/ 21672 h 448064"/>
                <a:gd name="connsiteX739" fmla="*/ 431486 w 869556"/>
                <a:gd name="connsiteY739" fmla="*/ 20183 h 448064"/>
                <a:gd name="connsiteX740" fmla="*/ 431858 w 869556"/>
                <a:gd name="connsiteY740" fmla="*/ 18695 h 448064"/>
                <a:gd name="connsiteX741" fmla="*/ 436695 w 869556"/>
                <a:gd name="connsiteY741" fmla="*/ 18276 h 448064"/>
                <a:gd name="connsiteX742" fmla="*/ 441531 w 869556"/>
                <a:gd name="connsiteY742" fmla="*/ 17951 h 448064"/>
                <a:gd name="connsiteX743" fmla="*/ 442276 w 869556"/>
                <a:gd name="connsiteY743" fmla="*/ 15719 h 448064"/>
                <a:gd name="connsiteX744" fmla="*/ 450368 w 869556"/>
                <a:gd name="connsiteY744" fmla="*/ 15349 h 448064"/>
                <a:gd name="connsiteX745" fmla="*/ 452694 w 869556"/>
                <a:gd name="connsiteY745" fmla="*/ 14974 h 448064"/>
                <a:gd name="connsiteX746" fmla="*/ 453016 w 869556"/>
                <a:gd name="connsiteY746" fmla="*/ 13495 h 448064"/>
                <a:gd name="connsiteX747" fmla="*/ 453438 w 869556"/>
                <a:gd name="connsiteY747" fmla="*/ 11998 h 448064"/>
                <a:gd name="connsiteX748" fmla="*/ 459437 w 869556"/>
                <a:gd name="connsiteY748" fmla="*/ 11440 h 448064"/>
                <a:gd name="connsiteX749" fmla="*/ 461148 w 869556"/>
                <a:gd name="connsiteY749" fmla="*/ 11373 h 448064"/>
                <a:gd name="connsiteX750" fmla="*/ 465344 w 869556"/>
                <a:gd name="connsiteY750" fmla="*/ 11254 h 448064"/>
                <a:gd name="connsiteX751" fmla="*/ 465344 w 869556"/>
                <a:gd name="connsiteY751" fmla="*/ 9021 h 448064"/>
                <a:gd name="connsiteX752" fmla="*/ 467733 w 869556"/>
                <a:gd name="connsiteY752" fmla="*/ 8885 h 448064"/>
                <a:gd name="connsiteX753" fmla="*/ 470832 w 869556"/>
                <a:gd name="connsiteY753" fmla="*/ 8696 h 448064"/>
                <a:gd name="connsiteX754" fmla="*/ 472407 w 869556"/>
                <a:gd name="connsiteY754" fmla="*/ 8607 h 448064"/>
                <a:gd name="connsiteX755" fmla="*/ 477994 w 869556"/>
                <a:gd name="connsiteY755" fmla="*/ 7533 h 448064"/>
                <a:gd name="connsiteX756" fmla="*/ 478738 w 869556"/>
                <a:gd name="connsiteY756" fmla="*/ 5301 h 448064"/>
                <a:gd name="connsiteX757" fmla="*/ 482041 w 869556"/>
                <a:gd name="connsiteY757" fmla="*/ 5024 h 448064"/>
                <a:gd name="connsiteX758" fmla="*/ 484058 w 869556"/>
                <a:gd name="connsiteY758" fmla="*/ 4985 h 448064"/>
                <a:gd name="connsiteX759" fmla="*/ 488302 w 869556"/>
                <a:gd name="connsiteY759" fmla="*/ 4974 h 448064"/>
                <a:gd name="connsiteX760" fmla="*/ 490319 w 869556"/>
                <a:gd name="connsiteY760" fmla="*/ 4931 h 448064"/>
                <a:gd name="connsiteX761" fmla="*/ 492182 w 869556"/>
                <a:gd name="connsiteY761" fmla="*/ 4927 h 448064"/>
                <a:gd name="connsiteX762" fmla="*/ 493621 w 869556"/>
                <a:gd name="connsiteY762" fmla="*/ 4556 h 448064"/>
                <a:gd name="connsiteX763" fmla="*/ 493941 w 869556"/>
                <a:gd name="connsiteY763" fmla="*/ 3063 h 448064"/>
                <a:gd name="connsiteX764" fmla="*/ 494365 w 869556"/>
                <a:gd name="connsiteY764" fmla="*/ 1580 h 448064"/>
                <a:gd name="connsiteX765" fmla="*/ 498508 w 869556"/>
                <a:gd name="connsiteY765" fmla="*/ 1289 h 448064"/>
                <a:gd name="connsiteX766" fmla="*/ 501044 w 869556"/>
                <a:gd name="connsiteY766" fmla="*/ 1318 h 448064"/>
                <a:gd name="connsiteX767" fmla="*/ 503714 w 869556"/>
                <a:gd name="connsiteY767" fmla="*/ 1394 h 448064"/>
                <a:gd name="connsiteX768" fmla="*/ 506392 w 869556"/>
                <a:gd name="connsiteY768" fmla="*/ 1435 h 448064"/>
                <a:gd name="connsiteX769" fmla="*/ 512969 w 869556"/>
                <a:gd name="connsiteY769" fmla="*/ 1580 h 448064"/>
                <a:gd name="connsiteX770" fmla="*/ 512969 w 869556"/>
                <a:gd name="connsiteY770" fmla="*/ 92 h 448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Lst>
              <a:rect l="l" t="t" r="r" b="b"/>
              <a:pathLst>
                <a:path w="869556" h="448064">
                  <a:moveTo>
                    <a:pt x="512969" y="92"/>
                  </a:moveTo>
                  <a:cubicBezTo>
                    <a:pt x="526831" y="74"/>
                    <a:pt x="540692" y="61"/>
                    <a:pt x="554554" y="53"/>
                  </a:cubicBezTo>
                  <a:cubicBezTo>
                    <a:pt x="560989" y="49"/>
                    <a:pt x="567425" y="44"/>
                    <a:pt x="573861" y="35"/>
                  </a:cubicBezTo>
                  <a:cubicBezTo>
                    <a:pt x="579468" y="28"/>
                    <a:pt x="585075" y="23"/>
                    <a:pt x="590683" y="22"/>
                  </a:cubicBezTo>
                  <a:cubicBezTo>
                    <a:pt x="593654" y="21"/>
                    <a:pt x="596624" y="18"/>
                    <a:pt x="599595" y="13"/>
                  </a:cubicBezTo>
                  <a:cubicBezTo>
                    <a:pt x="602388" y="8"/>
                    <a:pt x="605181" y="6"/>
                    <a:pt x="607974" y="7"/>
                  </a:cubicBezTo>
                  <a:cubicBezTo>
                    <a:pt x="609003" y="7"/>
                    <a:pt x="610031" y="6"/>
                    <a:pt x="611059" y="3"/>
                  </a:cubicBezTo>
                  <a:cubicBezTo>
                    <a:pt x="612456" y="-1"/>
                    <a:pt x="613854" y="0"/>
                    <a:pt x="615252" y="2"/>
                  </a:cubicBezTo>
                  <a:cubicBezTo>
                    <a:pt x="616036" y="1"/>
                    <a:pt x="616820" y="1"/>
                    <a:pt x="617628" y="0"/>
                  </a:cubicBezTo>
                  <a:cubicBezTo>
                    <a:pt x="619381" y="92"/>
                    <a:pt x="619381" y="92"/>
                    <a:pt x="620125" y="836"/>
                  </a:cubicBezTo>
                  <a:cubicBezTo>
                    <a:pt x="622316" y="909"/>
                    <a:pt x="624492" y="938"/>
                    <a:pt x="626683" y="940"/>
                  </a:cubicBezTo>
                  <a:cubicBezTo>
                    <a:pt x="628034" y="954"/>
                    <a:pt x="629384" y="969"/>
                    <a:pt x="630735" y="984"/>
                  </a:cubicBezTo>
                  <a:cubicBezTo>
                    <a:pt x="632876" y="1006"/>
                    <a:pt x="635017" y="1022"/>
                    <a:pt x="637158" y="1022"/>
                  </a:cubicBezTo>
                  <a:cubicBezTo>
                    <a:pt x="639217" y="1025"/>
                    <a:pt x="641275" y="1050"/>
                    <a:pt x="643333" y="1080"/>
                  </a:cubicBezTo>
                  <a:cubicBezTo>
                    <a:pt x="643978" y="1075"/>
                    <a:pt x="644623" y="1069"/>
                    <a:pt x="645287" y="1064"/>
                  </a:cubicBezTo>
                  <a:cubicBezTo>
                    <a:pt x="647086" y="1101"/>
                    <a:pt x="647086" y="1101"/>
                    <a:pt x="649891" y="1580"/>
                  </a:cubicBezTo>
                  <a:cubicBezTo>
                    <a:pt x="650346" y="3455"/>
                    <a:pt x="650346" y="3455"/>
                    <a:pt x="650635" y="5301"/>
                  </a:cubicBezTo>
                  <a:cubicBezTo>
                    <a:pt x="652537" y="5618"/>
                    <a:pt x="653967" y="5665"/>
                    <a:pt x="655864" y="5559"/>
                  </a:cubicBezTo>
                  <a:cubicBezTo>
                    <a:pt x="656388" y="5547"/>
                    <a:pt x="656912" y="5535"/>
                    <a:pt x="657452" y="5522"/>
                  </a:cubicBezTo>
                  <a:cubicBezTo>
                    <a:pt x="659134" y="5481"/>
                    <a:pt x="660814" y="5416"/>
                    <a:pt x="662495" y="5347"/>
                  </a:cubicBezTo>
                  <a:cubicBezTo>
                    <a:pt x="664173" y="5282"/>
                    <a:pt x="665850" y="5222"/>
                    <a:pt x="667529" y="5180"/>
                  </a:cubicBezTo>
                  <a:cubicBezTo>
                    <a:pt x="668576" y="5154"/>
                    <a:pt x="669622" y="5114"/>
                    <a:pt x="670667" y="5059"/>
                  </a:cubicBezTo>
                  <a:cubicBezTo>
                    <a:pt x="672104" y="5022"/>
                    <a:pt x="672104" y="5022"/>
                    <a:pt x="674447" y="5301"/>
                  </a:cubicBezTo>
                  <a:cubicBezTo>
                    <a:pt x="675378" y="6782"/>
                    <a:pt x="675378" y="6782"/>
                    <a:pt x="675936" y="8277"/>
                  </a:cubicBezTo>
                  <a:cubicBezTo>
                    <a:pt x="678375" y="8613"/>
                    <a:pt x="678375" y="8613"/>
                    <a:pt x="681191" y="8417"/>
                  </a:cubicBezTo>
                  <a:cubicBezTo>
                    <a:pt x="685478" y="8299"/>
                    <a:pt x="689567" y="8219"/>
                    <a:pt x="693795" y="9021"/>
                  </a:cubicBezTo>
                  <a:cubicBezTo>
                    <a:pt x="694041" y="9758"/>
                    <a:pt x="694286" y="10495"/>
                    <a:pt x="694539" y="11254"/>
                  </a:cubicBezTo>
                  <a:cubicBezTo>
                    <a:pt x="696112" y="11586"/>
                    <a:pt x="696112" y="11586"/>
                    <a:pt x="698004" y="11530"/>
                  </a:cubicBezTo>
                  <a:cubicBezTo>
                    <a:pt x="698703" y="11543"/>
                    <a:pt x="699403" y="11556"/>
                    <a:pt x="700123" y="11569"/>
                  </a:cubicBezTo>
                  <a:cubicBezTo>
                    <a:pt x="701610" y="11576"/>
                    <a:pt x="703096" y="11580"/>
                    <a:pt x="704582" y="11581"/>
                  </a:cubicBezTo>
                  <a:cubicBezTo>
                    <a:pt x="705282" y="11595"/>
                    <a:pt x="705981" y="11609"/>
                    <a:pt x="706701" y="11623"/>
                  </a:cubicBezTo>
                  <a:cubicBezTo>
                    <a:pt x="707347" y="11624"/>
                    <a:pt x="707993" y="11626"/>
                    <a:pt x="708659" y="11627"/>
                  </a:cubicBezTo>
                  <a:cubicBezTo>
                    <a:pt x="709156" y="11749"/>
                    <a:pt x="709654" y="11872"/>
                    <a:pt x="710166" y="11998"/>
                  </a:cubicBezTo>
                  <a:cubicBezTo>
                    <a:pt x="710440" y="12983"/>
                    <a:pt x="710688" y="13976"/>
                    <a:pt x="710910" y="14974"/>
                  </a:cubicBezTo>
                  <a:cubicBezTo>
                    <a:pt x="713093" y="15265"/>
                    <a:pt x="715050" y="15391"/>
                    <a:pt x="717236" y="15393"/>
                  </a:cubicBezTo>
                  <a:cubicBezTo>
                    <a:pt x="719383" y="15405"/>
                    <a:pt x="721416" y="15508"/>
                    <a:pt x="723561" y="15719"/>
                  </a:cubicBezTo>
                  <a:cubicBezTo>
                    <a:pt x="723806" y="16455"/>
                    <a:pt x="724052" y="17192"/>
                    <a:pt x="724305" y="17951"/>
                  </a:cubicBezTo>
                  <a:cubicBezTo>
                    <a:pt x="727010" y="18272"/>
                    <a:pt x="729674" y="18279"/>
                    <a:pt x="732397" y="18320"/>
                  </a:cubicBezTo>
                  <a:cubicBezTo>
                    <a:pt x="733549" y="18506"/>
                    <a:pt x="733549" y="18506"/>
                    <a:pt x="734723" y="18695"/>
                  </a:cubicBezTo>
                  <a:cubicBezTo>
                    <a:pt x="735165" y="20186"/>
                    <a:pt x="735165" y="20186"/>
                    <a:pt x="735467" y="21672"/>
                  </a:cubicBezTo>
                  <a:cubicBezTo>
                    <a:pt x="737362" y="22087"/>
                    <a:pt x="737362" y="22087"/>
                    <a:pt x="739560" y="22044"/>
                  </a:cubicBezTo>
                  <a:cubicBezTo>
                    <a:pt x="741815" y="22067"/>
                    <a:pt x="741815" y="22067"/>
                    <a:pt x="743653" y="22416"/>
                  </a:cubicBezTo>
                  <a:cubicBezTo>
                    <a:pt x="744097" y="23930"/>
                    <a:pt x="744097" y="23930"/>
                    <a:pt x="744397" y="25392"/>
                  </a:cubicBezTo>
                  <a:cubicBezTo>
                    <a:pt x="745924" y="25368"/>
                    <a:pt x="747453" y="25339"/>
                    <a:pt x="748978" y="25250"/>
                  </a:cubicBezTo>
                  <a:cubicBezTo>
                    <a:pt x="749431" y="25297"/>
                    <a:pt x="749883" y="25344"/>
                    <a:pt x="750350" y="25392"/>
                  </a:cubicBezTo>
                  <a:cubicBezTo>
                    <a:pt x="750580" y="26006"/>
                    <a:pt x="750810" y="26620"/>
                    <a:pt x="751047" y="27253"/>
                  </a:cubicBezTo>
                  <a:cubicBezTo>
                    <a:pt x="751308" y="27867"/>
                    <a:pt x="751569" y="28481"/>
                    <a:pt x="751838" y="29113"/>
                  </a:cubicBezTo>
                  <a:cubicBezTo>
                    <a:pt x="754093" y="29469"/>
                    <a:pt x="756269" y="29323"/>
                    <a:pt x="758535" y="29113"/>
                  </a:cubicBezTo>
                  <a:cubicBezTo>
                    <a:pt x="758535" y="30095"/>
                    <a:pt x="758535" y="31078"/>
                    <a:pt x="758535" y="32090"/>
                  </a:cubicBezTo>
                  <a:cubicBezTo>
                    <a:pt x="760745" y="32335"/>
                    <a:pt x="762956" y="32581"/>
                    <a:pt x="765233" y="32834"/>
                  </a:cubicBezTo>
                  <a:cubicBezTo>
                    <a:pt x="765233" y="33816"/>
                    <a:pt x="765233" y="34798"/>
                    <a:pt x="765233" y="35810"/>
                  </a:cubicBezTo>
                  <a:cubicBezTo>
                    <a:pt x="767443" y="35810"/>
                    <a:pt x="769653" y="35810"/>
                    <a:pt x="771930" y="35810"/>
                  </a:cubicBezTo>
                  <a:cubicBezTo>
                    <a:pt x="771930" y="36793"/>
                    <a:pt x="771930" y="37775"/>
                    <a:pt x="771930" y="38787"/>
                  </a:cubicBezTo>
                  <a:cubicBezTo>
                    <a:pt x="772396" y="38806"/>
                    <a:pt x="772862" y="38825"/>
                    <a:pt x="773343" y="38845"/>
                  </a:cubicBezTo>
                  <a:cubicBezTo>
                    <a:pt x="773951" y="38887"/>
                    <a:pt x="774559" y="38929"/>
                    <a:pt x="775186" y="38973"/>
                  </a:cubicBezTo>
                  <a:cubicBezTo>
                    <a:pt x="775790" y="39007"/>
                    <a:pt x="776394" y="39042"/>
                    <a:pt x="777017" y="39078"/>
                  </a:cubicBezTo>
                  <a:cubicBezTo>
                    <a:pt x="777548" y="39227"/>
                    <a:pt x="778080" y="39377"/>
                    <a:pt x="778627" y="39531"/>
                  </a:cubicBezTo>
                  <a:cubicBezTo>
                    <a:pt x="779151" y="40509"/>
                    <a:pt x="779649" y="41501"/>
                    <a:pt x="780115" y="42508"/>
                  </a:cubicBezTo>
                  <a:cubicBezTo>
                    <a:pt x="780867" y="42492"/>
                    <a:pt x="781620" y="42477"/>
                    <a:pt x="782394" y="42461"/>
                  </a:cubicBezTo>
                  <a:cubicBezTo>
                    <a:pt x="783116" y="42476"/>
                    <a:pt x="783837" y="42492"/>
                    <a:pt x="784580" y="42508"/>
                  </a:cubicBezTo>
                  <a:cubicBezTo>
                    <a:pt x="784672" y="43121"/>
                    <a:pt x="784764" y="43735"/>
                    <a:pt x="784859" y="44368"/>
                  </a:cubicBezTo>
                  <a:cubicBezTo>
                    <a:pt x="785013" y="44982"/>
                    <a:pt x="785166" y="45596"/>
                    <a:pt x="785324" y="46228"/>
                  </a:cubicBezTo>
                  <a:cubicBezTo>
                    <a:pt x="787386" y="46604"/>
                    <a:pt x="789164" y="46396"/>
                    <a:pt x="791278" y="46228"/>
                  </a:cubicBezTo>
                  <a:cubicBezTo>
                    <a:pt x="791278" y="47211"/>
                    <a:pt x="791278" y="48193"/>
                    <a:pt x="791278" y="49205"/>
                  </a:cubicBezTo>
                  <a:cubicBezTo>
                    <a:pt x="793488" y="49450"/>
                    <a:pt x="795698" y="49696"/>
                    <a:pt x="797975" y="49949"/>
                  </a:cubicBezTo>
                  <a:cubicBezTo>
                    <a:pt x="797975" y="50931"/>
                    <a:pt x="797975" y="51914"/>
                    <a:pt x="797975" y="52926"/>
                  </a:cubicBezTo>
                  <a:cubicBezTo>
                    <a:pt x="799939" y="52926"/>
                    <a:pt x="801904" y="52926"/>
                    <a:pt x="803928" y="52926"/>
                  </a:cubicBezTo>
                  <a:cubicBezTo>
                    <a:pt x="803928" y="54153"/>
                    <a:pt x="803928" y="55381"/>
                    <a:pt x="803928" y="56646"/>
                  </a:cubicBezTo>
                  <a:cubicBezTo>
                    <a:pt x="804772" y="56585"/>
                    <a:pt x="805616" y="56523"/>
                    <a:pt x="806486" y="56460"/>
                  </a:cubicBezTo>
                  <a:cubicBezTo>
                    <a:pt x="807361" y="56522"/>
                    <a:pt x="808236" y="56583"/>
                    <a:pt x="809137" y="56646"/>
                  </a:cubicBezTo>
                  <a:cubicBezTo>
                    <a:pt x="809385" y="57638"/>
                    <a:pt x="809633" y="58631"/>
                    <a:pt x="809881" y="59623"/>
                  </a:cubicBezTo>
                  <a:cubicBezTo>
                    <a:pt x="810741" y="59623"/>
                    <a:pt x="811600" y="59623"/>
                    <a:pt x="812486" y="59623"/>
                  </a:cubicBezTo>
                  <a:cubicBezTo>
                    <a:pt x="813345" y="59623"/>
                    <a:pt x="814205" y="59623"/>
                    <a:pt x="815090" y="59623"/>
                  </a:cubicBezTo>
                  <a:cubicBezTo>
                    <a:pt x="815509" y="61065"/>
                    <a:pt x="815509" y="61065"/>
                    <a:pt x="815834" y="62599"/>
                  </a:cubicBezTo>
                  <a:cubicBezTo>
                    <a:pt x="817322" y="62853"/>
                    <a:pt x="818810" y="63100"/>
                    <a:pt x="820299" y="63344"/>
                  </a:cubicBezTo>
                  <a:cubicBezTo>
                    <a:pt x="820795" y="64336"/>
                    <a:pt x="821291" y="65328"/>
                    <a:pt x="821787" y="66320"/>
                  </a:cubicBezTo>
                  <a:cubicBezTo>
                    <a:pt x="824064" y="66927"/>
                    <a:pt x="824064" y="66927"/>
                    <a:pt x="826252" y="67064"/>
                  </a:cubicBezTo>
                  <a:cubicBezTo>
                    <a:pt x="826252" y="68046"/>
                    <a:pt x="826252" y="69029"/>
                    <a:pt x="826252" y="70041"/>
                  </a:cubicBezTo>
                  <a:cubicBezTo>
                    <a:pt x="827096" y="69979"/>
                    <a:pt x="827940" y="69918"/>
                    <a:pt x="828810" y="69855"/>
                  </a:cubicBezTo>
                  <a:cubicBezTo>
                    <a:pt x="829685" y="69916"/>
                    <a:pt x="830560" y="69978"/>
                    <a:pt x="831461" y="70041"/>
                  </a:cubicBezTo>
                  <a:cubicBezTo>
                    <a:pt x="831880" y="71483"/>
                    <a:pt x="831880" y="71483"/>
                    <a:pt x="832205" y="73017"/>
                  </a:cubicBezTo>
                  <a:cubicBezTo>
                    <a:pt x="833688" y="73295"/>
                    <a:pt x="835177" y="73544"/>
                    <a:pt x="836670" y="73761"/>
                  </a:cubicBezTo>
                  <a:cubicBezTo>
                    <a:pt x="836916" y="74498"/>
                    <a:pt x="837161" y="75235"/>
                    <a:pt x="837414" y="75994"/>
                  </a:cubicBezTo>
                  <a:cubicBezTo>
                    <a:pt x="838703" y="76362"/>
                    <a:pt x="838703" y="76362"/>
                    <a:pt x="840019" y="76738"/>
                  </a:cubicBezTo>
                  <a:cubicBezTo>
                    <a:pt x="841308" y="77106"/>
                    <a:pt x="841308" y="77106"/>
                    <a:pt x="842623" y="77482"/>
                  </a:cubicBezTo>
                  <a:cubicBezTo>
                    <a:pt x="842869" y="78219"/>
                    <a:pt x="843114" y="78956"/>
                    <a:pt x="843367" y="79715"/>
                  </a:cubicBezTo>
                  <a:cubicBezTo>
                    <a:pt x="845617" y="80265"/>
                    <a:pt x="845617" y="80265"/>
                    <a:pt x="847832" y="80459"/>
                  </a:cubicBezTo>
                  <a:cubicBezTo>
                    <a:pt x="847832" y="81441"/>
                    <a:pt x="847832" y="82423"/>
                    <a:pt x="847832" y="83435"/>
                  </a:cubicBezTo>
                  <a:cubicBezTo>
                    <a:pt x="850411" y="83804"/>
                    <a:pt x="850411" y="83804"/>
                    <a:pt x="853041" y="84179"/>
                  </a:cubicBezTo>
                  <a:cubicBezTo>
                    <a:pt x="853041" y="85162"/>
                    <a:pt x="853041" y="86144"/>
                    <a:pt x="853041" y="87156"/>
                  </a:cubicBezTo>
                  <a:cubicBezTo>
                    <a:pt x="853885" y="87095"/>
                    <a:pt x="854729" y="87033"/>
                    <a:pt x="855599" y="86970"/>
                  </a:cubicBezTo>
                  <a:cubicBezTo>
                    <a:pt x="856474" y="87031"/>
                    <a:pt x="857349" y="87093"/>
                    <a:pt x="858250" y="87156"/>
                  </a:cubicBezTo>
                  <a:cubicBezTo>
                    <a:pt x="858669" y="88598"/>
                    <a:pt x="858669" y="88598"/>
                    <a:pt x="858994" y="90133"/>
                  </a:cubicBezTo>
                  <a:cubicBezTo>
                    <a:pt x="861239" y="90744"/>
                    <a:pt x="861239" y="90744"/>
                    <a:pt x="863459" y="90877"/>
                  </a:cubicBezTo>
                  <a:cubicBezTo>
                    <a:pt x="863459" y="91859"/>
                    <a:pt x="863459" y="92841"/>
                    <a:pt x="863459" y="93853"/>
                  </a:cubicBezTo>
                  <a:cubicBezTo>
                    <a:pt x="864288" y="93823"/>
                    <a:pt x="865117" y="93792"/>
                    <a:pt x="865971" y="93760"/>
                  </a:cubicBezTo>
                  <a:cubicBezTo>
                    <a:pt x="868668" y="93853"/>
                    <a:pt x="868668" y="93853"/>
                    <a:pt x="870156" y="95342"/>
                  </a:cubicBezTo>
                  <a:cubicBezTo>
                    <a:pt x="870328" y="97251"/>
                    <a:pt x="870328" y="97251"/>
                    <a:pt x="870296" y="99481"/>
                  </a:cubicBezTo>
                  <a:cubicBezTo>
                    <a:pt x="870291" y="100218"/>
                    <a:pt x="870286" y="100956"/>
                    <a:pt x="870281" y="101716"/>
                  </a:cubicBezTo>
                  <a:cubicBezTo>
                    <a:pt x="870156" y="103527"/>
                    <a:pt x="870156" y="103527"/>
                    <a:pt x="869412" y="104271"/>
                  </a:cubicBezTo>
                  <a:cubicBezTo>
                    <a:pt x="867888" y="104353"/>
                    <a:pt x="866361" y="104387"/>
                    <a:pt x="864834" y="104402"/>
                  </a:cubicBezTo>
                  <a:cubicBezTo>
                    <a:pt x="863903" y="104420"/>
                    <a:pt x="862972" y="104438"/>
                    <a:pt x="862013" y="104456"/>
                  </a:cubicBezTo>
                  <a:cubicBezTo>
                    <a:pt x="860035" y="104488"/>
                    <a:pt x="858056" y="104511"/>
                    <a:pt x="856077" y="104526"/>
                  </a:cubicBezTo>
                  <a:cubicBezTo>
                    <a:pt x="855145" y="104546"/>
                    <a:pt x="854214" y="104567"/>
                    <a:pt x="853253" y="104588"/>
                  </a:cubicBezTo>
                  <a:cubicBezTo>
                    <a:pt x="851963" y="104604"/>
                    <a:pt x="851963" y="104604"/>
                    <a:pt x="850646" y="104621"/>
                  </a:cubicBezTo>
                  <a:cubicBezTo>
                    <a:pt x="849963" y="104751"/>
                    <a:pt x="849280" y="104881"/>
                    <a:pt x="848576" y="105015"/>
                  </a:cubicBezTo>
                  <a:cubicBezTo>
                    <a:pt x="848338" y="105508"/>
                    <a:pt x="848099" y="106000"/>
                    <a:pt x="847853" y="106507"/>
                  </a:cubicBezTo>
                  <a:cubicBezTo>
                    <a:pt x="847600" y="106997"/>
                    <a:pt x="847348" y="107487"/>
                    <a:pt x="847088" y="107992"/>
                  </a:cubicBezTo>
                  <a:cubicBezTo>
                    <a:pt x="844882" y="108363"/>
                    <a:pt x="844882" y="108363"/>
                    <a:pt x="842085" y="108367"/>
                  </a:cubicBezTo>
                  <a:cubicBezTo>
                    <a:pt x="841348" y="108377"/>
                    <a:pt x="841348" y="108377"/>
                    <a:pt x="840596" y="108388"/>
                  </a:cubicBezTo>
                  <a:cubicBezTo>
                    <a:pt x="839023" y="108410"/>
                    <a:pt x="837452" y="108412"/>
                    <a:pt x="835879" y="108411"/>
                  </a:cubicBezTo>
                  <a:cubicBezTo>
                    <a:pt x="834305" y="108413"/>
                    <a:pt x="832730" y="108420"/>
                    <a:pt x="831155" y="108441"/>
                  </a:cubicBezTo>
                  <a:cubicBezTo>
                    <a:pt x="829728" y="108459"/>
                    <a:pt x="828301" y="108461"/>
                    <a:pt x="826874" y="108462"/>
                  </a:cubicBezTo>
                  <a:cubicBezTo>
                    <a:pt x="825830" y="108597"/>
                    <a:pt x="825830" y="108597"/>
                    <a:pt x="824764" y="108736"/>
                  </a:cubicBezTo>
                  <a:cubicBezTo>
                    <a:pt x="824518" y="109473"/>
                    <a:pt x="824273" y="110209"/>
                    <a:pt x="824020" y="110969"/>
                  </a:cubicBezTo>
                  <a:cubicBezTo>
                    <a:pt x="822115" y="111278"/>
                    <a:pt x="822115" y="111278"/>
                    <a:pt x="819604" y="111323"/>
                  </a:cubicBezTo>
                  <a:cubicBezTo>
                    <a:pt x="818707" y="111346"/>
                    <a:pt x="817810" y="111369"/>
                    <a:pt x="816885" y="111393"/>
                  </a:cubicBezTo>
                  <a:cubicBezTo>
                    <a:pt x="815940" y="111406"/>
                    <a:pt x="814994" y="111420"/>
                    <a:pt x="814020" y="111434"/>
                  </a:cubicBezTo>
                  <a:cubicBezTo>
                    <a:pt x="812161" y="111471"/>
                    <a:pt x="810302" y="111512"/>
                    <a:pt x="808442" y="111556"/>
                  </a:cubicBezTo>
                  <a:cubicBezTo>
                    <a:pt x="807613" y="111569"/>
                    <a:pt x="806784" y="111582"/>
                    <a:pt x="805929" y="111595"/>
                  </a:cubicBezTo>
                  <a:cubicBezTo>
                    <a:pt x="803950" y="111579"/>
                    <a:pt x="803950" y="111579"/>
                    <a:pt x="802440" y="112457"/>
                  </a:cubicBezTo>
                  <a:cubicBezTo>
                    <a:pt x="802440" y="113193"/>
                    <a:pt x="802440" y="113930"/>
                    <a:pt x="802440" y="114689"/>
                  </a:cubicBezTo>
                  <a:cubicBezTo>
                    <a:pt x="801533" y="114705"/>
                    <a:pt x="801533" y="114705"/>
                    <a:pt x="800607" y="114722"/>
                  </a:cubicBezTo>
                  <a:cubicBezTo>
                    <a:pt x="797884" y="114777"/>
                    <a:pt x="795163" y="114849"/>
                    <a:pt x="792440" y="114922"/>
                  </a:cubicBezTo>
                  <a:cubicBezTo>
                    <a:pt x="791012" y="114947"/>
                    <a:pt x="791012" y="114947"/>
                    <a:pt x="789555" y="114973"/>
                  </a:cubicBezTo>
                  <a:cubicBezTo>
                    <a:pt x="788651" y="114999"/>
                    <a:pt x="787747" y="115025"/>
                    <a:pt x="786816" y="115053"/>
                  </a:cubicBezTo>
                  <a:cubicBezTo>
                    <a:pt x="785978" y="115072"/>
                    <a:pt x="785140" y="115092"/>
                    <a:pt x="784277" y="115112"/>
                  </a:cubicBezTo>
                  <a:cubicBezTo>
                    <a:pt x="783640" y="115218"/>
                    <a:pt x="783004" y="115324"/>
                    <a:pt x="782348" y="115433"/>
                  </a:cubicBezTo>
                  <a:cubicBezTo>
                    <a:pt x="782102" y="116170"/>
                    <a:pt x="781857" y="116907"/>
                    <a:pt x="781604" y="117666"/>
                  </a:cubicBezTo>
                  <a:cubicBezTo>
                    <a:pt x="779811" y="117988"/>
                    <a:pt x="779811" y="117988"/>
                    <a:pt x="777462" y="118047"/>
                  </a:cubicBezTo>
                  <a:cubicBezTo>
                    <a:pt x="776625" y="118073"/>
                    <a:pt x="775788" y="118099"/>
                    <a:pt x="774925" y="118126"/>
                  </a:cubicBezTo>
                  <a:cubicBezTo>
                    <a:pt x="774044" y="118143"/>
                    <a:pt x="773163" y="118160"/>
                    <a:pt x="772255" y="118177"/>
                  </a:cubicBezTo>
                  <a:cubicBezTo>
                    <a:pt x="771372" y="118203"/>
                    <a:pt x="770488" y="118228"/>
                    <a:pt x="769577" y="118254"/>
                  </a:cubicBezTo>
                  <a:cubicBezTo>
                    <a:pt x="767385" y="118316"/>
                    <a:pt x="765193" y="118367"/>
                    <a:pt x="763000" y="118410"/>
                  </a:cubicBezTo>
                  <a:cubicBezTo>
                    <a:pt x="763000" y="119392"/>
                    <a:pt x="763000" y="120374"/>
                    <a:pt x="763000" y="121386"/>
                  </a:cubicBezTo>
                  <a:cubicBezTo>
                    <a:pt x="762512" y="121393"/>
                    <a:pt x="762024" y="121400"/>
                    <a:pt x="761521" y="121408"/>
                  </a:cubicBezTo>
                  <a:cubicBezTo>
                    <a:pt x="759316" y="121447"/>
                    <a:pt x="757112" y="121510"/>
                    <a:pt x="754908" y="121573"/>
                  </a:cubicBezTo>
                  <a:cubicBezTo>
                    <a:pt x="753755" y="121588"/>
                    <a:pt x="753755" y="121588"/>
                    <a:pt x="752579" y="121604"/>
                  </a:cubicBezTo>
                  <a:cubicBezTo>
                    <a:pt x="751845" y="121628"/>
                    <a:pt x="751112" y="121652"/>
                    <a:pt x="750356" y="121677"/>
                  </a:cubicBezTo>
                  <a:cubicBezTo>
                    <a:pt x="749678" y="121693"/>
                    <a:pt x="748999" y="121708"/>
                    <a:pt x="748301" y="121724"/>
                  </a:cubicBezTo>
                  <a:cubicBezTo>
                    <a:pt x="747749" y="121858"/>
                    <a:pt x="747198" y="121992"/>
                    <a:pt x="746629" y="122131"/>
                  </a:cubicBezTo>
                  <a:cubicBezTo>
                    <a:pt x="746118" y="123115"/>
                    <a:pt x="745622" y="124108"/>
                    <a:pt x="745141" y="125107"/>
                  </a:cubicBezTo>
                  <a:cubicBezTo>
                    <a:pt x="743698" y="125433"/>
                    <a:pt x="743698" y="125433"/>
                    <a:pt x="741955" y="125372"/>
                  </a:cubicBezTo>
                  <a:cubicBezTo>
                    <a:pt x="741329" y="125359"/>
                    <a:pt x="740702" y="125346"/>
                    <a:pt x="740057" y="125332"/>
                  </a:cubicBezTo>
                  <a:cubicBezTo>
                    <a:pt x="739074" y="125290"/>
                    <a:pt x="739074" y="125290"/>
                    <a:pt x="738071" y="125247"/>
                  </a:cubicBezTo>
                  <a:cubicBezTo>
                    <a:pt x="736777" y="125208"/>
                    <a:pt x="735483" y="125172"/>
                    <a:pt x="734188" y="125139"/>
                  </a:cubicBezTo>
                  <a:cubicBezTo>
                    <a:pt x="733325" y="125105"/>
                    <a:pt x="733325" y="125105"/>
                    <a:pt x="732445" y="125070"/>
                  </a:cubicBezTo>
                  <a:cubicBezTo>
                    <a:pt x="730940" y="125007"/>
                    <a:pt x="730940" y="125007"/>
                    <a:pt x="729514" y="125851"/>
                  </a:cubicBezTo>
                  <a:cubicBezTo>
                    <a:pt x="729268" y="126588"/>
                    <a:pt x="729023" y="127325"/>
                    <a:pt x="728770" y="128084"/>
                  </a:cubicBezTo>
                  <a:cubicBezTo>
                    <a:pt x="727331" y="128358"/>
                    <a:pt x="727331" y="128358"/>
                    <a:pt x="725468" y="128360"/>
                  </a:cubicBezTo>
                  <a:cubicBezTo>
                    <a:pt x="724802" y="128373"/>
                    <a:pt x="724136" y="128386"/>
                    <a:pt x="723450" y="128399"/>
                  </a:cubicBezTo>
                  <a:cubicBezTo>
                    <a:pt x="722036" y="128406"/>
                    <a:pt x="720621" y="128410"/>
                    <a:pt x="719206" y="128411"/>
                  </a:cubicBezTo>
                  <a:cubicBezTo>
                    <a:pt x="718541" y="128425"/>
                    <a:pt x="717875" y="128439"/>
                    <a:pt x="717189" y="128453"/>
                  </a:cubicBezTo>
                  <a:cubicBezTo>
                    <a:pt x="716267" y="128455"/>
                    <a:pt x="716267" y="128455"/>
                    <a:pt x="715326" y="128457"/>
                  </a:cubicBezTo>
                  <a:cubicBezTo>
                    <a:pt x="714851" y="128579"/>
                    <a:pt x="714376" y="128702"/>
                    <a:pt x="713887" y="128828"/>
                  </a:cubicBezTo>
                  <a:cubicBezTo>
                    <a:pt x="713633" y="129818"/>
                    <a:pt x="713384" y="130811"/>
                    <a:pt x="713143" y="131804"/>
                  </a:cubicBezTo>
                  <a:cubicBezTo>
                    <a:pt x="711772" y="132175"/>
                    <a:pt x="711772" y="132175"/>
                    <a:pt x="710003" y="132179"/>
                  </a:cubicBezTo>
                  <a:cubicBezTo>
                    <a:pt x="709371" y="132193"/>
                    <a:pt x="708739" y="132207"/>
                    <a:pt x="708088" y="132222"/>
                  </a:cubicBezTo>
                  <a:cubicBezTo>
                    <a:pt x="707091" y="132222"/>
                    <a:pt x="707091" y="132222"/>
                    <a:pt x="706073" y="132223"/>
                  </a:cubicBezTo>
                  <a:cubicBezTo>
                    <a:pt x="704763" y="132230"/>
                    <a:pt x="703453" y="132246"/>
                    <a:pt x="702143" y="132272"/>
                  </a:cubicBezTo>
                  <a:cubicBezTo>
                    <a:pt x="701268" y="132273"/>
                    <a:pt x="701268" y="132273"/>
                    <a:pt x="700375" y="132274"/>
                  </a:cubicBezTo>
                  <a:cubicBezTo>
                    <a:pt x="699922" y="132365"/>
                    <a:pt x="699470" y="132455"/>
                    <a:pt x="699004" y="132549"/>
                  </a:cubicBezTo>
                  <a:cubicBezTo>
                    <a:pt x="698759" y="133285"/>
                    <a:pt x="698513" y="134022"/>
                    <a:pt x="698260" y="134781"/>
                  </a:cubicBezTo>
                  <a:cubicBezTo>
                    <a:pt x="696123" y="135053"/>
                    <a:pt x="694125" y="135197"/>
                    <a:pt x="691981" y="135246"/>
                  </a:cubicBezTo>
                  <a:cubicBezTo>
                    <a:pt x="687927" y="135192"/>
                    <a:pt x="687927" y="135192"/>
                    <a:pt x="684121" y="136269"/>
                  </a:cubicBezTo>
                  <a:cubicBezTo>
                    <a:pt x="683876" y="137006"/>
                    <a:pt x="683630" y="137743"/>
                    <a:pt x="683377" y="138502"/>
                  </a:cubicBezTo>
                  <a:cubicBezTo>
                    <a:pt x="682075" y="138788"/>
                    <a:pt x="682075" y="138788"/>
                    <a:pt x="680401" y="138804"/>
                  </a:cubicBezTo>
                  <a:cubicBezTo>
                    <a:pt x="679802" y="138820"/>
                    <a:pt x="679203" y="138837"/>
                    <a:pt x="678587" y="138853"/>
                  </a:cubicBezTo>
                  <a:cubicBezTo>
                    <a:pt x="677316" y="138867"/>
                    <a:pt x="676044" y="138881"/>
                    <a:pt x="674773" y="138894"/>
                  </a:cubicBezTo>
                  <a:cubicBezTo>
                    <a:pt x="674174" y="138910"/>
                    <a:pt x="673576" y="138927"/>
                    <a:pt x="672959" y="138944"/>
                  </a:cubicBezTo>
                  <a:cubicBezTo>
                    <a:pt x="672407" y="138949"/>
                    <a:pt x="671854" y="138954"/>
                    <a:pt x="671285" y="138960"/>
                  </a:cubicBezTo>
                  <a:cubicBezTo>
                    <a:pt x="670855" y="139054"/>
                    <a:pt x="670425" y="139149"/>
                    <a:pt x="669983" y="139246"/>
                  </a:cubicBezTo>
                  <a:cubicBezTo>
                    <a:pt x="669737" y="139983"/>
                    <a:pt x="669491" y="140719"/>
                    <a:pt x="669238" y="141478"/>
                  </a:cubicBezTo>
                  <a:cubicBezTo>
                    <a:pt x="667154" y="141833"/>
                    <a:pt x="667154" y="141833"/>
                    <a:pt x="664541" y="141943"/>
                  </a:cubicBezTo>
                  <a:cubicBezTo>
                    <a:pt x="660482" y="142010"/>
                    <a:pt x="660482" y="142010"/>
                    <a:pt x="656588" y="142967"/>
                  </a:cubicBezTo>
                  <a:cubicBezTo>
                    <a:pt x="656343" y="143703"/>
                    <a:pt x="656097" y="144440"/>
                    <a:pt x="655844" y="145199"/>
                  </a:cubicBezTo>
                  <a:cubicBezTo>
                    <a:pt x="653453" y="145467"/>
                    <a:pt x="651146" y="145524"/>
                    <a:pt x="648744" y="145526"/>
                  </a:cubicBezTo>
                  <a:cubicBezTo>
                    <a:pt x="647059" y="145544"/>
                    <a:pt x="647059" y="145544"/>
                    <a:pt x="644682" y="145943"/>
                  </a:cubicBezTo>
                  <a:cubicBezTo>
                    <a:pt x="644445" y="146439"/>
                    <a:pt x="644208" y="146935"/>
                    <a:pt x="643964" y="147446"/>
                  </a:cubicBezTo>
                  <a:cubicBezTo>
                    <a:pt x="643710" y="147932"/>
                    <a:pt x="643455" y="148419"/>
                    <a:pt x="643194" y="148920"/>
                  </a:cubicBezTo>
                  <a:cubicBezTo>
                    <a:pt x="641076" y="149144"/>
                    <a:pt x="639253" y="149200"/>
                    <a:pt x="637147" y="149106"/>
                  </a:cubicBezTo>
                  <a:cubicBezTo>
                    <a:pt x="636586" y="149092"/>
                    <a:pt x="636025" y="149079"/>
                    <a:pt x="635447" y="149065"/>
                  </a:cubicBezTo>
                  <a:cubicBezTo>
                    <a:pt x="634060" y="149030"/>
                    <a:pt x="632674" y="148977"/>
                    <a:pt x="631287" y="148920"/>
                  </a:cubicBezTo>
                  <a:cubicBezTo>
                    <a:pt x="631287" y="149902"/>
                    <a:pt x="631287" y="150884"/>
                    <a:pt x="631287" y="151896"/>
                  </a:cubicBezTo>
                  <a:cubicBezTo>
                    <a:pt x="630553" y="151941"/>
                    <a:pt x="629818" y="151986"/>
                    <a:pt x="629061" y="152033"/>
                  </a:cubicBezTo>
                  <a:cubicBezTo>
                    <a:pt x="628107" y="152095"/>
                    <a:pt x="627154" y="152158"/>
                    <a:pt x="626171" y="152222"/>
                  </a:cubicBezTo>
                  <a:cubicBezTo>
                    <a:pt x="624747" y="152312"/>
                    <a:pt x="624747" y="152312"/>
                    <a:pt x="623294" y="152405"/>
                  </a:cubicBezTo>
                  <a:cubicBezTo>
                    <a:pt x="620956" y="152486"/>
                    <a:pt x="620956" y="152486"/>
                    <a:pt x="619381" y="153385"/>
                  </a:cubicBezTo>
                  <a:cubicBezTo>
                    <a:pt x="619381" y="154121"/>
                    <a:pt x="619381" y="154858"/>
                    <a:pt x="619381" y="155617"/>
                  </a:cubicBezTo>
                  <a:cubicBezTo>
                    <a:pt x="618593" y="155645"/>
                    <a:pt x="617804" y="155673"/>
                    <a:pt x="616992" y="155701"/>
                  </a:cubicBezTo>
                  <a:cubicBezTo>
                    <a:pt x="615959" y="155750"/>
                    <a:pt x="614926" y="155800"/>
                    <a:pt x="613893" y="155849"/>
                  </a:cubicBezTo>
                  <a:cubicBezTo>
                    <a:pt x="613373" y="155866"/>
                    <a:pt x="612853" y="155883"/>
                    <a:pt x="612318" y="155900"/>
                  </a:cubicBezTo>
                  <a:cubicBezTo>
                    <a:pt x="610620" y="155967"/>
                    <a:pt x="610620" y="155967"/>
                    <a:pt x="608219" y="156361"/>
                  </a:cubicBezTo>
                  <a:cubicBezTo>
                    <a:pt x="607728" y="157098"/>
                    <a:pt x="607237" y="157834"/>
                    <a:pt x="606731" y="158593"/>
                  </a:cubicBezTo>
                  <a:cubicBezTo>
                    <a:pt x="604789" y="158879"/>
                    <a:pt x="603006" y="159042"/>
                    <a:pt x="601057" y="159105"/>
                  </a:cubicBezTo>
                  <a:cubicBezTo>
                    <a:pt x="600531" y="159131"/>
                    <a:pt x="600005" y="159156"/>
                    <a:pt x="599464" y="159182"/>
                  </a:cubicBezTo>
                  <a:cubicBezTo>
                    <a:pt x="598166" y="159244"/>
                    <a:pt x="596867" y="159292"/>
                    <a:pt x="595569" y="159338"/>
                  </a:cubicBezTo>
                  <a:cubicBezTo>
                    <a:pt x="595569" y="160320"/>
                    <a:pt x="595569" y="161302"/>
                    <a:pt x="595569" y="162314"/>
                  </a:cubicBezTo>
                  <a:cubicBezTo>
                    <a:pt x="594453" y="162343"/>
                    <a:pt x="594453" y="162343"/>
                    <a:pt x="593316" y="162372"/>
                  </a:cubicBezTo>
                  <a:cubicBezTo>
                    <a:pt x="592356" y="162415"/>
                    <a:pt x="591395" y="162457"/>
                    <a:pt x="590406" y="162500"/>
                  </a:cubicBezTo>
                  <a:cubicBezTo>
                    <a:pt x="589448" y="162535"/>
                    <a:pt x="588490" y="162569"/>
                    <a:pt x="587502" y="162605"/>
                  </a:cubicBezTo>
                  <a:cubicBezTo>
                    <a:pt x="586726" y="162755"/>
                    <a:pt x="585950" y="162904"/>
                    <a:pt x="585151" y="163058"/>
                  </a:cubicBezTo>
                  <a:cubicBezTo>
                    <a:pt x="584888" y="164047"/>
                    <a:pt x="584639" y="165039"/>
                    <a:pt x="584406" y="166035"/>
                  </a:cubicBezTo>
                  <a:cubicBezTo>
                    <a:pt x="582244" y="166410"/>
                    <a:pt x="582244" y="166410"/>
                    <a:pt x="579570" y="166453"/>
                  </a:cubicBezTo>
                  <a:cubicBezTo>
                    <a:pt x="576974" y="166453"/>
                    <a:pt x="576974" y="166453"/>
                    <a:pt x="574733" y="166779"/>
                  </a:cubicBezTo>
                  <a:cubicBezTo>
                    <a:pt x="574487" y="167516"/>
                    <a:pt x="574241" y="168252"/>
                    <a:pt x="573988" y="169011"/>
                  </a:cubicBezTo>
                  <a:cubicBezTo>
                    <a:pt x="571637" y="169392"/>
                    <a:pt x="571637" y="169392"/>
                    <a:pt x="568733" y="169523"/>
                  </a:cubicBezTo>
                  <a:cubicBezTo>
                    <a:pt x="567773" y="169572"/>
                    <a:pt x="566813" y="169621"/>
                    <a:pt x="565823" y="169671"/>
                  </a:cubicBezTo>
                  <a:cubicBezTo>
                    <a:pt x="564708" y="169713"/>
                    <a:pt x="564708" y="169713"/>
                    <a:pt x="563571" y="169756"/>
                  </a:cubicBezTo>
                  <a:cubicBezTo>
                    <a:pt x="563571" y="170738"/>
                    <a:pt x="563571" y="171720"/>
                    <a:pt x="563571" y="172732"/>
                  </a:cubicBezTo>
                  <a:cubicBezTo>
                    <a:pt x="562881" y="172760"/>
                    <a:pt x="562191" y="172788"/>
                    <a:pt x="561481" y="172816"/>
                  </a:cubicBezTo>
                  <a:cubicBezTo>
                    <a:pt x="560589" y="172865"/>
                    <a:pt x="559698" y="172914"/>
                    <a:pt x="558780" y="172965"/>
                  </a:cubicBezTo>
                  <a:cubicBezTo>
                    <a:pt x="557446" y="173029"/>
                    <a:pt x="557446" y="173029"/>
                    <a:pt x="556086" y="173096"/>
                  </a:cubicBezTo>
                  <a:cubicBezTo>
                    <a:pt x="555363" y="173221"/>
                    <a:pt x="554641" y="173347"/>
                    <a:pt x="553897" y="173476"/>
                  </a:cubicBezTo>
                  <a:cubicBezTo>
                    <a:pt x="553651" y="174213"/>
                    <a:pt x="553406" y="174950"/>
                    <a:pt x="553153" y="175709"/>
                  </a:cubicBezTo>
                  <a:cubicBezTo>
                    <a:pt x="550964" y="176090"/>
                    <a:pt x="550964" y="176090"/>
                    <a:pt x="548269" y="176220"/>
                  </a:cubicBezTo>
                  <a:cubicBezTo>
                    <a:pt x="547378" y="176269"/>
                    <a:pt x="546487" y="176318"/>
                    <a:pt x="545569" y="176369"/>
                  </a:cubicBezTo>
                  <a:cubicBezTo>
                    <a:pt x="544879" y="176396"/>
                    <a:pt x="544189" y="176424"/>
                    <a:pt x="543479" y="176453"/>
                  </a:cubicBezTo>
                  <a:cubicBezTo>
                    <a:pt x="543479" y="177435"/>
                    <a:pt x="543479" y="178417"/>
                    <a:pt x="543479" y="179429"/>
                  </a:cubicBezTo>
                  <a:cubicBezTo>
                    <a:pt x="542538" y="179458"/>
                    <a:pt x="542538" y="179458"/>
                    <a:pt x="541578" y="179488"/>
                  </a:cubicBezTo>
                  <a:cubicBezTo>
                    <a:pt x="540762" y="179530"/>
                    <a:pt x="539947" y="179572"/>
                    <a:pt x="539107" y="179615"/>
                  </a:cubicBezTo>
                  <a:cubicBezTo>
                    <a:pt x="538295" y="179650"/>
                    <a:pt x="537484" y="179685"/>
                    <a:pt x="536648" y="179720"/>
                  </a:cubicBezTo>
                  <a:cubicBezTo>
                    <a:pt x="535955" y="179870"/>
                    <a:pt x="535263" y="180019"/>
                    <a:pt x="534549" y="180174"/>
                  </a:cubicBezTo>
                  <a:cubicBezTo>
                    <a:pt x="534303" y="180672"/>
                    <a:pt x="534058" y="181171"/>
                    <a:pt x="533805" y="181685"/>
                  </a:cubicBezTo>
                  <a:cubicBezTo>
                    <a:pt x="533559" y="182169"/>
                    <a:pt x="533314" y="182652"/>
                    <a:pt x="533061" y="183150"/>
                  </a:cubicBezTo>
                  <a:cubicBezTo>
                    <a:pt x="530962" y="183441"/>
                    <a:pt x="530962" y="183441"/>
                    <a:pt x="528503" y="183336"/>
                  </a:cubicBezTo>
                  <a:cubicBezTo>
                    <a:pt x="527688" y="183309"/>
                    <a:pt x="526872" y="183282"/>
                    <a:pt x="526032" y="183255"/>
                  </a:cubicBezTo>
                  <a:cubicBezTo>
                    <a:pt x="525405" y="183220"/>
                    <a:pt x="524777" y="183186"/>
                    <a:pt x="524131" y="183150"/>
                  </a:cubicBezTo>
                  <a:cubicBezTo>
                    <a:pt x="524131" y="184132"/>
                    <a:pt x="524131" y="185115"/>
                    <a:pt x="524131" y="186127"/>
                  </a:cubicBezTo>
                  <a:cubicBezTo>
                    <a:pt x="523177" y="186155"/>
                    <a:pt x="523177" y="186155"/>
                    <a:pt x="522204" y="186185"/>
                  </a:cubicBezTo>
                  <a:cubicBezTo>
                    <a:pt x="521382" y="186227"/>
                    <a:pt x="520560" y="186269"/>
                    <a:pt x="519713" y="186313"/>
                  </a:cubicBezTo>
                  <a:cubicBezTo>
                    <a:pt x="518893" y="186347"/>
                    <a:pt x="518072" y="186382"/>
                    <a:pt x="517227" y="186417"/>
                  </a:cubicBezTo>
                  <a:cubicBezTo>
                    <a:pt x="516559" y="186567"/>
                    <a:pt x="515890" y="186717"/>
                    <a:pt x="515201" y="186871"/>
                  </a:cubicBezTo>
                  <a:cubicBezTo>
                    <a:pt x="514938" y="187859"/>
                    <a:pt x="514690" y="188852"/>
                    <a:pt x="514457" y="189847"/>
                  </a:cubicBezTo>
                  <a:cubicBezTo>
                    <a:pt x="512620" y="190222"/>
                    <a:pt x="512620" y="190222"/>
                    <a:pt x="510364" y="190266"/>
                  </a:cubicBezTo>
                  <a:cubicBezTo>
                    <a:pt x="508171" y="190266"/>
                    <a:pt x="508171" y="190266"/>
                    <a:pt x="506272" y="190592"/>
                  </a:cubicBezTo>
                  <a:cubicBezTo>
                    <a:pt x="506026" y="191328"/>
                    <a:pt x="505781" y="192065"/>
                    <a:pt x="505528" y="192824"/>
                  </a:cubicBezTo>
                  <a:cubicBezTo>
                    <a:pt x="503501" y="193205"/>
                    <a:pt x="503501" y="193205"/>
                    <a:pt x="501016" y="193336"/>
                  </a:cubicBezTo>
                  <a:cubicBezTo>
                    <a:pt x="500194" y="193384"/>
                    <a:pt x="499372" y="193433"/>
                    <a:pt x="498525" y="193484"/>
                  </a:cubicBezTo>
                  <a:cubicBezTo>
                    <a:pt x="497889" y="193512"/>
                    <a:pt x="497253" y="193539"/>
                    <a:pt x="496598" y="193568"/>
                  </a:cubicBezTo>
                  <a:cubicBezTo>
                    <a:pt x="496598" y="194550"/>
                    <a:pt x="496598" y="195533"/>
                    <a:pt x="496598" y="196545"/>
                  </a:cubicBezTo>
                  <a:cubicBezTo>
                    <a:pt x="495962" y="196564"/>
                    <a:pt x="495326" y="196583"/>
                    <a:pt x="494671" y="196603"/>
                  </a:cubicBezTo>
                  <a:cubicBezTo>
                    <a:pt x="493849" y="196645"/>
                    <a:pt x="493026" y="196687"/>
                    <a:pt x="492180" y="196731"/>
                  </a:cubicBezTo>
                  <a:cubicBezTo>
                    <a:pt x="491359" y="196765"/>
                    <a:pt x="490539" y="196800"/>
                    <a:pt x="489694" y="196835"/>
                  </a:cubicBezTo>
                  <a:cubicBezTo>
                    <a:pt x="489026" y="196985"/>
                    <a:pt x="488357" y="197135"/>
                    <a:pt x="487668" y="197289"/>
                  </a:cubicBezTo>
                  <a:cubicBezTo>
                    <a:pt x="487391" y="198273"/>
                    <a:pt x="487142" y="199266"/>
                    <a:pt x="486924" y="200265"/>
                  </a:cubicBezTo>
                  <a:cubicBezTo>
                    <a:pt x="485250" y="200640"/>
                    <a:pt x="485250" y="200640"/>
                    <a:pt x="483203" y="200684"/>
                  </a:cubicBezTo>
                  <a:cubicBezTo>
                    <a:pt x="481211" y="200685"/>
                    <a:pt x="481211" y="200685"/>
                    <a:pt x="479483" y="201010"/>
                  </a:cubicBezTo>
                  <a:cubicBezTo>
                    <a:pt x="479237" y="201746"/>
                    <a:pt x="478991" y="202483"/>
                    <a:pt x="478738" y="203242"/>
                  </a:cubicBezTo>
                  <a:cubicBezTo>
                    <a:pt x="476875" y="203623"/>
                    <a:pt x="476875" y="203623"/>
                    <a:pt x="474599" y="203754"/>
                  </a:cubicBezTo>
                  <a:cubicBezTo>
                    <a:pt x="473846" y="203802"/>
                    <a:pt x="473093" y="203851"/>
                    <a:pt x="472317" y="203902"/>
                  </a:cubicBezTo>
                  <a:cubicBezTo>
                    <a:pt x="471735" y="203930"/>
                    <a:pt x="471153" y="203957"/>
                    <a:pt x="470553" y="203986"/>
                  </a:cubicBezTo>
                  <a:cubicBezTo>
                    <a:pt x="470553" y="204968"/>
                    <a:pt x="470553" y="205951"/>
                    <a:pt x="470553" y="206963"/>
                  </a:cubicBezTo>
                  <a:cubicBezTo>
                    <a:pt x="469971" y="206990"/>
                    <a:pt x="469388" y="207018"/>
                    <a:pt x="468788" y="207047"/>
                  </a:cubicBezTo>
                  <a:cubicBezTo>
                    <a:pt x="468035" y="207096"/>
                    <a:pt x="467282" y="207145"/>
                    <a:pt x="466507" y="207195"/>
                  </a:cubicBezTo>
                  <a:cubicBezTo>
                    <a:pt x="465756" y="207238"/>
                    <a:pt x="465004" y="207282"/>
                    <a:pt x="464231" y="207326"/>
                  </a:cubicBezTo>
                  <a:cubicBezTo>
                    <a:pt x="463616" y="207452"/>
                    <a:pt x="463001" y="207577"/>
                    <a:pt x="462367" y="207707"/>
                  </a:cubicBezTo>
                  <a:cubicBezTo>
                    <a:pt x="462122" y="208443"/>
                    <a:pt x="461876" y="209180"/>
                    <a:pt x="461623" y="209939"/>
                  </a:cubicBezTo>
                  <a:cubicBezTo>
                    <a:pt x="459689" y="210258"/>
                    <a:pt x="457814" y="210267"/>
                    <a:pt x="455856" y="210308"/>
                  </a:cubicBezTo>
                  <a:cubicBezTo>
                    <a:pt x="455304" y="210432"/>
                    <a:pt x="454751" y="210556"/>
                    <a:pt x="454182" y="210683"/>
                  </a:cubicBezTo>
                  <a:cubicBezTo>
                    <a:pt x="453932" y="211675"/>
                    <a:pt x="453684" y="212667"/>
                    <a:pt x="453438" y="213660"/>
                  </a:cubicBezTo>
                  <a:cubicBezTo>
                    <a:pt x="451790" y="214009"/>
                    <a:pt x="451790" y="214009"/>
                    <a:pt x="449763" y="214032"/>
                  </a:cubicBezTo>
                  <a:cubicBezTo>
                    <a:pt x="447777" y="213993"/>
                    <a:pt x="447777" y="213993"/>
                    <a:pt x="445996" y="214404"/>
                  </a:cubicBezTo>
                  <a:cubicBezTo>
                    <a:pt x="445752" y="214899"/>
                    <a:pt x="445507" y="215394"/>
                    <a:pt x="445255" y="215904"/>
                  </a:cubicBezTo>
                  <a:cubicBezTo>
                    <a:pt x="445009" y="216391"/>
                    <a:pt x="444762" y="216879"/>
                    <a:pt x="444508" y="217381"/>
                  </a:cubicBezTo>
                  <a:cubicBezTo>
                    <a:pt x="442735" y="217671"/>
                    <a:pt x="442735" y="217671"/>
                    <a:pt x="440694" y="217567"/>
                  </a:cubicBezTo>
                  <a:cubicBezTo>
                    <a:pt x="440017" y="217540"/>
                    <a:pt x="439340" y="217513"/>
                    <a:pt x="438642" y="217485"/>
                  </a:cubicBezTo>
                  <a:cubicBezTo>
                    <a:pt x="438122" y="217451"/>
                    <a:pt x="437602" y="217416"/>
                    <a:pt x="437067" y="217381"/>
                  </a:cubicBezTo>
                  <a:cubicBezTo>
                    <a:pt x="437067" y="218363"/>
                    <a:pt x="437067" y="219345"/>
                    <a:pt x="437067" y="220357"/>
                  </a:cubicBezTo>
                  <a:cubicBezTo>
                    <a:pt x="436538" y="220376"/>
                    <a:pt x="436010" y="220396"/>
                    <a:pt x="435465" y="220415"/>
                  </a:cubicBezTo>
                  <a:cubicBezTo>
                    <a:pt x="434781" y="220458"/>
                    <a:pt x="434097" y="220500"/>
                    <a:pt x="433392" y="220543"/>
                  </a:cubicBezTo>
                  <a:cubicBezTo>
                    <a:pt x="432710" y="220578"/>
                    <a:pt x="432028" y="220612"/>
                    <a:pt x="431326" y="220648"/>
                  </a:cubicBezTo>
                  <a:cubicBezTo>
                    <a:pt x="430765" y="220797"/>
                    <a:pt x="430203" y="220947"/>
                    <a:pt x="429625" y="221101"/>
                  </a:cubicBezTo>
                  <a:cubicBezTo>
                    <a:pt x="429362" y="222090"/>
                    <a:pt x="429114" y="223082"/>
                    <a:pt x="428881" y="224078"/>
                  </a:cubicBezTo>
                  <a:cubicBezTo>
                    <a:pt x="427370" y="224453"/>
                    <a:pt x="427370" y="224453"/>
                    <a:pt x="425532" y="224496"/>
                  </a:cubicBezTo>
                  <a:cubicBezTo>
                    <a:pt x="423741" y="224498"/>
                    <a:pt x="423741" y="224498"/>
                    <a:pt x="422184" y="224822"/>
                  </a:cubicBezTo>
                  <a:cubicBezTo>
                    <a:pt x="421938" y="225559"/>
                    <a:pt x="421693" y="226295"/>
                    <a:pt x="421440" y="227054"/>
                  </a:cubicBezTo>
                  <a:cubicBezTo>
                    <a:pt x="419576" y="227435"/>
                    <a:pt x="419576" y="227435"/>
                    <a:pt x="417300" y="227566"/>
                  </a:cubicBezTo>
                  <a:cubicBezTo>
                    <a:pt x="416547" y="227615"/>
                    <a:pt x="415794" y="227664"/>
                    <a:pt x="415019" y="227714"/>
                  </a:cubicBezTo>
                  <a:cubicBezTo>
                    <a:pt x="414436" y="227742"/>
                    <a:pt x="413854" y="227770"/>
                    <a:pt x="413254" y="227799"/>
                  </a:cubicBezTo>
                  <a:cubicBezTo>
                    <a:pt x="413254" y="228781"/>
                    <a:pt x="413254" y="229763"/>
                    <a:pt x="413254" y="230775"/>
                  </a:cubicBezTo>
                  <a:cubicBezTo>
                    <a:pt x="412779" y="230803"/>
                    <a:pt x="412304" y="230831"/>
                    <a:pt x="411815" y="230859"/>
                  </a:cubicBezTo>
                  <a:cubicBezTo>
                    <a:pt x="411200" y="230908"/>
                    <a:pt x="410585" y="230957"/>
                    <a:pt x="409952" y="231008"/>
                  </a:cubicBezTo>
                  <a:cubicBezTo>
                    <a:pt x="409339" y="231051"/>
                    <a:pt x="408726" y="231094"/>
                    <a:pt x="408095" y="231138"/>
                  </a:cubicBezTo>
                  <a:cubicBezTo>
                    <a:pt x="407587" y="231264"/>
                    <a:pt x="407080" y="231390"/>
                    <a:pt x="406557" y="231519"/>
                  </a:cubicBezTo>
                  <a:cubicBezTo>
                    <a:pt x="406311" y="232256"/>
                    <a:pt x="406066" y="232993"/>
                    <a:pt x="405813" y="233752"/>
                  </a:cubicBezTo>
                  <a:cubicBezTo>
                    <a:pt x="403949" y="234132"/>
                    <a:pt x="403949" y="234132"/>
                    <a:pt x="401673" y="234263"/>
                  </a:cubicBezTo>
                  <a:cubicBezTo>
                    <a:pt x="400920" y="234312"/>
                    <a:pt x="400167" y="234361"/>
                    <a:pt x="399392" y="234412"/>
                  </a:cubicBezTo>
                  <a:cubicBezTo>
                    <a:pt x="398809" y="234439"/>
                    <a:pt x="398227" y="234467"/>
                    <a:pt x="397627" y="234496"/>
                  </a:cubicBezTo>
                  <a:cubicBezTo>
                    <a:pt x="397627" y="235478"/>
                    <a:pt x="397627" y="236460"/>
                    <a:pt x="397627" y="237472"/>
                  </a:cubicBezTo>
                  <a:cubicBezTo>
                    <a:pt x="397161" y="237492"/>
                    <a:pt x="396695" y="237511"/>
                    <a:pt x="396214" y="237531"/>
                  </a:cubicBezTo>
                  <a:cubicBezTo>
                    <a:pt x="395606" y="237573"/>
                    <a:pt x="394998" y="237615"/>
                    <a:pt x="394372" y="237658"/>
                  </a:cubicBezTo>
                  <a:cubicBezTo>
                    <a:pt x="393767" y="237693"/>
                    <a:pt x="393163" y="237727"/>
                    <a:pt x="392540" y="237763"/>
                  </a:cubicBezTo>
                  <a:cubicBezTo>
                    <a:pt x="392009" y="237913"/>
                    <a:pt x="391477" y="238062"/>
                    <a:pt x="390930" y="238217"/>
                  </a:cubicBezTo>
                  <a:cubicBezTo>
                    <a:pt x="390684" y="238715"/>
                    <a:pt x="390439" y="239214"/>
                    <a:pt x="390186" y="239728"/>
                  </a:cubicBezTo>
                  <a:cubicBezTo>
                    <a:pt x="389940" y="240212"/>
                    <a:pt x="389695" y="240695"/>
                    <a:pt x="389442" y="241193"/>
                  </a:cubicBezTo>
                  <a:cubicBezTo>
                    <a:pt x="387831" y="241484"/>
                    <a:pt x="387831" y="241484"/>
                    <a:pt x="386000" y="241379"/>
                  </a:cubicBezTo>
                  <a:cubicBezTo>
                    <a:pt x="385392" y="241352"/>
                    <a:pt x="384784" y="241325"/>
                    <a:pt x="384157" y="241298"/>
                  </a:cubicBezTo>
                  <a:cubicBezTo>
                    <a:pt x="383691" y="241263"/>
                    <a:pt x="383225" y="241229"/>
                    <a:pt x="382744" y="241193"/>
                  </a:cubicBezTo>
                  <a:cubicBezTo>
                    <a:pt x="382744" y="242175"/>
                    <a:pt x="382744" y="243158"/>
                    <a:pt x="382744" y="244170"/>
                  </a:cubicBezTo>
                  <a:cubicBezTo>
                    <a:pt x="382269" y="244189"/>
                    <a:pt x="381795" y="244208"/>
                    <a:pt x="381305" y="244228"/>
                  </a:cubicBezTo>
                  <a:cubicBezTo>
                    <a:pt x="380691" y="244270"/>
                    <a:pt x="380076" y="244312"/>
                    <a:pt x="379442" y="244356"/>
                  </a:cubicBezTo>
                  <a:cubicBezTo>
                    <a:pt x="378829" y="244390"/>
                    <a:pt x="378216" y="244425"/>
                    <a:pt x="377585" y="244460"/>
                  </a:cubicBezTo>
                  <a:cubicBezTo>
                    <a:pt x="377077" y="244610"/>
                    <a:pt x="376570" y="244760"/>
                    <a:pt x="376047" y="244914"/>
                  </a:cubicBezTo>
                  <a:cubicBezTo>
                    <a:pt x="375797" y="245905"/>
                    <a:pt x="375549" y="246898"/>
                    <a:pt x="375303" y="247890"/>
                  </a:cubicBezTo>
                  <a:cubicBezTo>
                    <a:pt x="373818" y="248265"/>
                    <a:pt x="373818" y="248265"/>
                    <a:pt x="372001" y="248309"/>
                  </a:cubicBezTo>
                  <a:cubicBezTo>
                    <a:pt x="370219" y="248314"/>
                    <a:pt x="370219" y="248314"/>
                    <a:pt x="368606" y="248634"/>
                  </a:cubicBezTo>
                  <a:cubicBezTo>
                    <a:pt x="368115" y="249371"/>
                    <a:pt x="367623" y="250108"/>
                    <a:pt x="367117" y="250867"/>
                  </a:cubicBezTo>
                  <a:cubicBezTo>
                    <a:pt x="365388" y="251375"/>
                    <a:pt x="363686" y="251617"/>
                    <a:pt x="361905" y="251890"/>
                  </a:cubicBezTo>
                  <a:cubicBezTo>
                    <a:pt x="361170" y="252120"/>
                    <a:pt x="361170" y="252120"/>
                    <a:pt x="360420" y="252355"/>
                  </a:cubicBezTo>
                  <a:cubicBezTo>
                    <a:pt x="360175" y="253092"/>
                    <a:pt x="359929" y="253829"/>
                    <a:pt x="359676" y="254588"/>
                  </a:cubicBezTo>
                  <a:cubicBezTo>
                    <a:pt x="358164" y="254675"/>
                    <a:pt x="358164" y="254675"/>
                    <a:pt x="356327" y="254495"/>
                  </a:cubicBezTo>
                  <a:cubicBezTo>
                    <a:pt x="354528" y="254378"/>
                    <a:pt x="354528" y="254378"/>
                    <a:pt x="352979" y="254588"/>
                  </a:cubicBezTo>
                  <a:cubicBezTo>
                    <a:pt x="352694" y="255820"/>
                    <a:pt x="352447" y="257062"/>
                    <a:pt x="352235" y="258308"/>
                  </a:cubicBezTo>
                  <a:cubicBezTo>
                    <a:pt x="350677" y="258702"/>
                    <a:pt x="349235" y="258774"/>
                    <a:pt x="347630" y="258802"/>
                  </a:cubicBezTo>
                  <a:cubicBezTo>
                    <a:pt x="347185" y="258885"/>
                    <a:pt x="346740" y="258967"/>
                    <a:pt x="346281" y="259052"/>
                  </a:cubicBezTo>
                  <a:cubicBezTo>
                    <a:pt x="346036" y="259789"/>
                    <a:pt x="345790" y="260526"/>
                    <a:pt x="345537" y="261285"/>
                  </a:cubicBezTo>
                  <a:cubicBezTo>
                    <a:pt x="343988" y="261602"/>
                    <a:pt x="342512" y="261612"/>
                    <a:pt x="340933" y="261654"/>
                  </a:cubicBezTo>
                  <a:cubicBezTo>
                    <a:pt x="340488" y="261778"/>
                    <a:pt x="340043" y="261902"/>
                    <a:pt x="339584" y="262029"/>
                  </a:cubicBezTo>
                  <a:cubicBezTo>
                    <a:pt x="339469" y="262520"/>
                    <a:pt x="339354" y="263011"/>
                    <a:pt x="339235" y="263517"/>
                  </a:cubicBezTo>
                  <a:cubicBezTo>
                    <a:pt x="339105" y="264008"/>
                    <a:pt x="338974" y="264500"/>
                    <a:pt x="338840" y="265006"/>
                  </a:cubicBezTo>
                  <a:cubicBezTo>
                    <a:pt x="337328" y="265381"/>
                    <a:pt x="337328" y="265381"/>
                    <a:pt x="335491" y="265424"/>
                  </a:cubicBezTo>
                  <a:cubicBezTo>
                    <a:pt x="333700" y="265425"/>
                    <a:pt x="333700" y="265425"/>
                    <a:pt x="332143" y="265750"/>
                  </a:cubicBezTo>
                  <a:cubicBezTo>
                    <a:pt x="331897" y="266486"/>
                    <a:pt x="331652" y="267223"/>
                    <a:pt x="331399" y="267982"/>
                  </a:cubicBezTo>
                  <a:cubicBezTo>
                    <a:pt x="329698" y="268363"/>
                    <a:pt x="329698" y="268363"/>
                    <a:pt x="327631" y="268494"/>
                  </a:cubicBezTo>
                  <a:cubicBezTo>
                    <a:pt x="326947" y="268543"/>
                    <a:pt x="326264" y="268592"/>
                    <a:pt x="325559" y="268642"/>
                  </a:cubicBezTo>
                  <a:cubicBezTo>
                    <a:pt x="325030" y="268670"/>
                    <a:pt x="324502" y="268698"/>
                    <a:pt x="323957" y="268726"/>
                  </a:cubicBezTo>
                  <a:cubicBezTo>
                    <a:pt x="323957" y="269709"/>
                    <a:pt x="323957" y="270691"/>
                    <a:pt x="323957" y="271703"/>
                  </a:cubicBezTo>
                  <a:cubicBezTo>
                    <a:pt x="323482" y="271660"/>
                    <a:pt x="323008" y="271617"/>
                    <a:pt x="322518" y="271572"/>
                  </a:cubicBezTo>
                  <a:cubicBezTo>
                    <a:pt x="320707" y="271473"/>
                    <a:pt x="319053" y="271414"/>
                    <a:pt x="317260" y="271703"/>
                  </a:cubicBezTo>
                  <a:cubicBezTo>
                    <a:pt x="316976" y="272935"/>
                    <a:pt x="316729" y="274177"/>
                    <a:pt x="316516" y="275424"/>
                  </a:cubicBezTo>
                  <a:cubicBezTo>
                    <a:pt x="314958" y="275817"/>
                    <a:pt x="313516" y="275889"/>
                    <a:pt x="311911" y="275918"/>
                  </a:cubicBezTo>
                  <a:cubicBezTo>
                    <a:pt x="311466" y="276000"/>
                    <a:pt x="311021" y="276083"/>
                    <a:pt x="310563" y="276168"/>
                  </a:cubicBezTo>
                  <a:cubicBezTo>
                    <a:pt x="310317" y="276904"/>
                    <a:pt x="310072" y="277641"/>
                    <a:pt x="309819" y="278400"/>
                  </a:cubicBezTo>
                  <a:cubicBezTo>
                    <a:pt x="308269" y="278717"/>
                    <a:pt x="306793" y="278727"/>
                    <a:pt x="305214" y="278769"/>
                  </a:cubicBezTo>
                  <a:cubicBezTo>
                    <a:pt x="304769" y="278893"/>
                    <a:pt x="304324" y="279017"/>
                    <a:pt x="303865" y="279144"/>
                  </a:cubicBezTo>
                  <a:cubicBezTo>
                    <a:pt x="303750" y="279635"/>
                    <a:pt x="303635" y="280127"/>
                    <a:pt x="303517" y="280633"/>
                  </a:cubicBezTo>
                  <a:cubicBezTo>
                    <a:pt x="303386" y="281124"/>
                    <a:pt x="303256" y="281615"/>
                    <a:pt x="303121" y="282121"/>
                  </a:cubicBezTo>
                  <a:cubicBezTo>
                    <a:pt x="301610" y="282496"/>
                    <a:pt x="301610" y="282496"/>
                    <a:pt x="299773" y="282539"/>
                  </a:cubicBezTo>
                  <a:cubicBezTo>
                    <a:pt x="297981" y="282541"/>
                    <a:pt x="297981" y="282541"/>
                    <a:pt x="296424" y="282865"/>
                  </a:cubicBezTo>
                  <a:cubicBezTo>
                    <a:pt x="296178" y="283602"/>
                    <a:pt x="295933" y="284338"/>
                    <a:pt x="295680" y="285097"/>
                  </a:cubicBezTo>
                  <a:cubicBezTo>
                    <a:pt x="294820" y="285205"/>
                    <a:pt x="293961" y="285312"/>
                    <a:pt x="293075" y="285423"/>
                  </a:cubicBezTo>
                  <a:cubicBezTo>
                    <a:pt x="292216" y="285561"/>
                    <a:pt x="291356" y="285699"/>
                    <a:pt x="290471" y="285842"/>
                  </a:cubicBezTo>
                  <a:cubicBezTo>
                    <a:pt x="290372" y="286337"/>
                    <a:pt x="290273" y="286833"/>
                    <a:pt x="290171" y="287344"/>
                  </a:cubicBezTo>
                  <a:cubicBezTo>
                    <a:pt x="290025" y="287831"/>
                    <a:pt x="289878" y="288317"/>
                    <a:pt x="289727" y="288818"/>
                  </a:cubicBezTo>
                  <a:cubicBezTo>
                    <a:pt x="288026" y="289109"/>
                    <a:pt x="288026" y="289109"/>
                    <a:pt x="285960" y="289004"/>
                  </a:cubicBezTo>
                  <a:cubicBezTo>
                    <a:pt x="285276" y="288977"/>
                    <a:pt x="284592" y="288950"/>
                    <a:pt x="283887" y="288923"/>
                  </a:cubicBezTo>
                  <a:cubicBezTo>
                    <a:pt x="283358" y="288888"/>
                    <a:pt x="282830" y="288854"/>
                    <a:pt x="282285" y="288818"/>
                  </a:cubicBezTo>
                  <a:cubicBezTo>
                    <a:pt x="282285" y="289800"/>
                    <a:pt x="282285" y="290783"/>
                    <a:pt x="282285" y="291795"/>
                  </a:cubicBezTo>
                  <a:cubicBezTo>
                    <a:pt x="281457" y="291856"/>
                    <a:pt x="280628" y="291917"/>
                    <a:pt x="279774" y="291981"/>
                  </a:cubicBezTo>
                  <a:cubicBezTo>
                    <a:pt x="278884" y="292165"/>
                    <a:pt x="277994" y="292349"/>
                    <a:pt x="277076" y="292539"/>
                  </a:cubicBezTo>
                  <a:cubicBezTo>
                    <a:pt x="276846" y="293030"/>
                    <a:pt x="276616" y="293521"/>
                    <a:pt x="276379" y="294027"/>
                  </a:cubicBezTo>
                  <a:cubicBezTo>
                    <a:pt x="276118" y="294518"/>
                    <a:pt x="275857" y="295009"/>
                    <a:pt x="275588" y="295515"/>
                  </a:cubicBezTo>
                  <a:cubicBezTo>
                    <a:pt x="273978" y="295969"/>
                    <a:pt x="273978" y="295969"/>
                    <a:pt x="272146" y="296073"/>
                  </a:cubicBezTo>
                  <a:cubicBezTo>
                    <a:pt x="271538" y="296116"/>
                    <a:pt x="270930" y="296158"/>
                    <a:pt x="270304" y="296201"/>
                  </a:cubicBezTo>
                  <a:cubicBezTo>
                    <a:pt x="269837" y="296221"/>
                    <a:pt x="269371" y="296240"/>
                    <a:pt x="268891" y="296259"/>
                  </a:cubicBezTo>
                  <a:cubicBezTo>
                    <a:pt x="268891" y="297242"/>
                    <a:pt x="268891" y="298224"/>
                    <a:pt x="268891" y="299236"/>
                  </a:cubicBezTo>
                  <a:cubicBezTo>
                    <a:pt x="268062" y="299175"/>
                    <a:pt x="267233" y="299113"/>
                    <a:pt x="266379" y="299050"/>
                  </a:cubicBezTo>
                  <a:cubicBezTo>
                    <a:pt x="265489" y="299111"/>
                    <a:pt x="264599" y="299173"/>
                    <a:pt x="263682" y="299236"/>
                  </a:cubicBezTo>
                  <a:cubicBezTo>
                    <a:pt x="263452" y="299720"/>
                    <a:pt x="263221" y="300203"/>
                    <a:pt x="262984" y="300701"/>
                  </a:cubicBezTo>
                  <a:cubicBezTo>
                    <a:pt x="262723" y="301200"/>
                    <a:pt x="262462" y="301699"/>
                    <a:pt x="262194" y="302213"/>
                  </a:cubicBezTo>
                  <a:cubicBezTo>
                    <a:pt x="260583" y="302666"/>
                    <a:pt x="260583" y="302666"/>
                    <a:pt x="258752" y="302771"/>
                  </a:cubicBezTo>
                  <a:cubicBezTo>
                    <a:pt x="258144" y="302813"/>
                    <a:pt x="257536" y="302855"/>
                    <a:pt x="256909" y="302899"/>
                  </a:cubicBezTo>
                  <a:cubicBezTo>
                    <a:pt x="256443" y="302918"/>
                    <a:pt x="255977" y="302937"/>
                    <a:pt x="255496" y="302957"/>
                  </a:cubicBezTo>
                  <a:cubicBezTo>
                    <a:pt x="255496" y="303939"/>
                    <a:pt x="255496" y="304921"/>
                    <a:pt x="255496" y="305933"/>
                  </a:cubicBezTo>
                  <a:cubicBezTo>
                    <a:pt x="254667" y="306010"/>
                    <a:pt x="253839" y="306087"/>
                    <a:pt x="252985" y="306166"/>
                  </a:cubicBezTo>
                  <a:cubicBezTo>
                    <a:pt x="251650" y="306419"/>
                    <a:pt x="251650" y="306419"/>
                    <a:pt x="250287" y="306677"/>
                  </a:cubicBezTo>
                  <a:cubicBezTo>
                    <a:pt x="249796" y="307414"/>
                    <a:pt x="249305" y="308151"/>
                    <a:pt x="248799" y="308910"/>
                  </a:cubicBezTo>
                  <a:cubicBezTo>
                    <a:pt x="247351" y="309291"/>
                    <a:pt x="247351" y="309291"/>
                    <a:pt x="245729" y="309421"/>
                  </a:cubicBezTo>
                  <a:cubicBezTo>
                    <a:pt x="244778" y="309498"/>
                    <a:pt x="243826" y="309575"/>
                    <a:pt x="242846" y="309654"/>
                  </a:cubicBezTo>
                  <a:cubicBezTo>
                    <a:pt x="242846" y="310636"/>
                    <a:pt x="242846" y="311619"/>
                    <a:pt x="242846" y="312631"/>
                  </a:cubicBezTo>
                  <a:cubicBezTo>
                    <a:pt x="240636" y="312876"/>
                    <a:pt x="238426" y="313122"/>
                    <a:pt x="236149" y="313375"/>
                  </a:cubicBezTo>
                  <a:cubicBezTo>
                    <a:pt x="236149" y="314357"/>
                    <a:pt x="236149" y="315339"/>
                    <a:pt x="236149" y="316351"/>
                  </a:cubicBezTo>
                  <a:cubicBezTo>
                    <a:pt x="235320" y="316290"/>
                    <a:pt x="234491" y="316229"/>
                    <a:pt x="233637" y="316165"/>
                  </a:cubicBezTo>
                  <a:cubicBezTo>
                    <a:pt x="232747" y="316227"/>
                    <a:pt x="231857" y="316288"/>
                    <a:pt x="230940" y="316351"/>
                  </a:cubicBezTo>
                  <a:cubicBezTo>
                    <a:pt x="230418" y="317330"/>
                    <a:pt x="229924" y="318324"/>
                    <a:pt x="229451" y="319328"/>
                  </a:cubicBezTo>
                  <a:cubicBezTo>
                    <a:pt x="227721" y="319844"/>
                    <a:pt x="225985" y="320341"/>
                    <a:pt x="224242" y="320816"/>
                  </a:cubicBezTo>
                  <a:cubicBezTo>
                    <a:pt x="223997" y="321553"/>
                    <a:pt x="223751" y="322290"/>
                    <a:pt x="223498" y="323049"/>
                  </a:cubicBezTo>
                  <a:cubicBezTo>
                    <a:pt x="221763" y="323301"/>
                    <a:pt x="220026" y="323549"/>
                    <a:pt x="218289" y="323793"/>
                  </a:cubicBezTo>
                  <a:cubicBezTo>
                    <a:pt x="217798" y="324529"/>
                    <a:pt x="217307" y="325266"/>
                    <a:pt x="216801" y="326025"/>
                  </a:cubicBezTo>
                  <a:cubicBezTo>
                    <a:pt x="215926" y="326133"/>
                    <a:pt x="215051" y="326240"/>
                    <a:pt x="214150" y="326351"/>
                  </a:cubicBezTo>
                  <a:cubicBezTo>
                    <a:pt x="213306" y="326489"/>
                    <a:pt x="212462" y="326627"/>
                    <a:pt x="211592" y="326769"/>
                  </a:cubicBezTo>
                  <a:cubicBezTo>
                    <a:pt x="211469" y="327260"/>
                    <a:pt x="211346" y="327752"/>
                    <a:pt x="211220" y="328258"/>
                  </a:cubicBezTo>
                  <a:cubicBezTo>
                    <a:pt x="211097" y="328749"/>
                    <a:pt x="210974" y="329240"/>
                    <a:pt x="210848" y="329746"/>
                  </a:cubicBezTo>
                  <a:cubicBezTo>
                    <a:pt x="209112" y="329998"/>
                    <a:pt x="207376" y="330246"/>
                    <a:pt x="205639" y="330490"/>
                  </a:cubicBezTo>
                  <a:cubicBezTo>
                    <a:pt x="205409" y="330996"/>
                    <a:pt x="205178" y="331503"/>
                    <a:pt x="204941" y="332025"/>
                  </a:cubicBezTo>
                  <a:cubicBezTo>
                    <a:pt x="204680" y="332501"/>
                    <a:pt x="204419" y="332976"/>
                    <a:pt x="204151" y="333467"/>
                  </a:cubicBezTo>
                  <a:cubicBezTo>
                    <a:pt x="202108" y="333750"/>
                    <a:pt x="200272" y="333600"/>
                    <a:pt x="198197" y="333467"/>
                  </a:cubicBezTo>
                  <a:cubicBezTo>
                    <a:pt x="198197" y="334449"/>
                    <a:pt x="198197" y="335431"/>
                    <a:pt x="198197" y="336443"/>
                  </a:cubicBezTo>
                  <a:cubicBezTo>
                    <a:pt x="197353" y="336504"/>
                    <a:pt x="196509" y="336566"/>
                    <a:pt x="195639" y="336629"/>
                  </a:cubicBezTo>
                  <a:cubicBezTo>
                    <a:pt x="194765" y="336813"/>
                    <a:pt x="193890" y="336997"/>
                    <a:pt x="192988" y="337187"/>
                  </a:cubicBezTo>
                  <a:cubicBezTo>
                    <a:pt x="192881" y="337678"/>
                    <a:pt x="192774" y="338169"/>
                    <a:pt x="192663" y="338676"/>
                  </a:cubicBezTo>
                  <a:cubicBezTo>
                    <a:pt x="192525" y="339167"/>
                    <a:pt x="192387" y="339658"/>
                    <a:pt x="192244" y="340164"/>
                  </a:cubicBezTo>
                  <a:cubicBezTo>
                    <a:pt x="190697" y="340492"/>
                    <a:pt x="189220" y="340584"/>
                    <a:pt x="187640" y="340632"/>
                  </a:cubicBezTo>
                  <a:cubicBezTo>
                    <a:pt x="187195" y="340723"/>
                    <a:pt x="186750" y="340814"/>
                    <a:pt x="186291" y="340908"/>
                  </a:cubicBezTo>
                  <a:cubicBezTo>
                    <a:pt x="186046" y="341645"/>
                    <a:pt x="185800" y="342381"/>
                    <a:pt x="185547" y="343140"/>
                  </a:cubicBezTo>
                  <a:cubicBezTo>
                    <a:pt x="184810" y="343248"/>
                    <a:pt x="184074" y="343355"/>
                    <a:pt x="183315" y="343466"/>
                  </a:cubicBezTo>
                  <a:cubicBezTo>
                    <a:pt x="182578" y="343604"/>
                    <a:pt x="181841" y="343742"/>
                    <a:pt x="181082" y="343884"/>
                  </a:cubicBezTo>
                  <a:cubicBezTo>
                    <a:pt x="180990" y="344376"/>
                    <a:pt x="180898" y="344867"/>
                    <a:pt x="180803" y="345373"/>
                  </a:cubicBezTo>
                  <a:cubicBezTo>
                    <a:pt x="180650" y="345864"/>
                    <a:pt x="180496" y="346355"/>
                    <a:pt x="180338" y="346861"/>
                  </a:cubicBezTo>
                  <a:cubicBezTo>
                    <a:pt x="178790" y="347189"/>
                    <a:pt x="177314" y="347281"/>
                    <a:pt x="175734" y="347329"/>
                  </a:cubicBezTo>
                  <a:cubicBezTo>
                    <a:pt x="175289" y="347420"/>
                    <a:pt x="174844" y="347511"/>
                    <a:pt x="174385" y="347605"/>
                  </a:cubicBezTo>
                  <a:cubicBezTo>
                    <a:pt x="174139" y="348342"/>
                    <a:pt x="173894" y="349079"/>
                    <a:pt x="173641" y="349838"/>
                  </a:cubicBezTo>
                  <a:cubicBezTo>
                    <a:pt x="172118" y="350363"/>
                    <a:pt x="170623" y="350589"/>
                    <a:pt x="169036" y="350861"/>
                  </a:cubicBezTo>
                  <a:cubicBezTo>
                    <a:pt x="168369" y="351091"/>
                    <a:pt x="168369" y="351091"/>
                    <a:pt x="167688" y="351326"/>
                  </a:cubicBezTo>
                  <a:cubicBezTo>
                    <a:pt x="167442" y="352063"/>
                    <a:pt x="167197" y="352799"/>
                    <a:pt x="166944" y="353558"/>
                  </a:cubicBezTo>
                  <a:cubicBezTo>
                    <a:pt x="166084" y="353528"/>
                    <a:pt x="165225" y="353497"/>
                    <a:pt x="164339" y="353465"/>
                  </a:cubicBezTo>
                  <a:cubicBezTo>
                    <a:pt x="163050" y="353511"/>
                    <a:pt x="163050" y="353511"/>
                    <a:pt x="161735" y="353558"/>
                  </a:cubicBezTo>
                  <a:cubicBezTo>
                    <a:pt x="161480" y="354797"/>
                    <a:pt x="161233" y="356038"/>
                    <a:pt x="160990" y="357279"/>
                  </a:cubicBezTo>
                  <a:cubicBezTo>
                    <a:pt x="159264" y="357587"/>
                    <a:pt x="157525" y="357836"/>
                    <a:pt x="155781" y="358023"/>
                  </a:cubicBezTo>
                  <a:cubicBezTo>
                    <a:pt x="155536" y="358760"/>
                    <a:pt x="155290" y="359497"/>
                    <a:pt x="155037" y="360256"/>
                  </a:cubicBezTo>
                  <a:cubicBezTo>
                    <a:pt x="153489" y="360779"/>
                    <a:pt x="151970" y="361007"/>
                    <a:pt x="150360" y="361279"/>
                  </a:cubicBezTo>
                  <a:cubicBezTo>
                    <a:pt x="149729" y="361509"/>
                    <a:pt x="149729" y="361509"/>
                    <a:pt x="149084" y="361744"/>
                  </a:cubicBezTo>
                  <a:cubicBezTo>
                    <a:pt x="149084" y="362481"/>
                    <a:pt x="149084" y="363217"/>
                    <a:pt x="149084" y="363976"/>
                  </a:cubicBezTo>
                  <a:cubicBezTo>
                    <a:pt x="147120" y="364222"/>
                    <a:pt x="145155" y="364467"/>
                    <a:pt x="143131" y="364720"/>
                  </a:cubicBezTo>
                  <a:cubicBezTo>
                    <a:pt x="143131" y="365457"/>
                    <a:pt x="143131" y="366194"/>
                    <a:pt x="143131" y="366953"/>
                  </a:cubicBezTo>
                  <a:cubicBezTo>
                    <a:pt x="141166" y="367198"/>
                    <a:pt x="139202" y="367444"/>
                    <a:pt x="137178" y="367697"/>
                  </a:cubicBezTo>
                  <a:cubicBezTo>
                    <a:pt x="137178" y="368679"/>
                    <a:pt x="137178" y="369662"/>
                    <a:pt x="137178" y="370674"/>
                  </a:cubicBezTo>
                  <a:cubicBezTo>
                    <a:pt x="136334" y="370735"/>
                    <a:pt x="135490" y="370796"/>
                    <a:pt x="134620" y="370860"/>
                  </a:cubicBezTo>
                  <a:cubicBezTo>
                    <a:pt x="133745" y="371044"/>
                    <a:pt x="132870" y="371228"/>
                    <a:pt x="131969" y="371418"/>
                  </a:cubicBezTo>
                  <a:cubicBezTo>
                    <a:pt x="131846" y="371909"/>
                    <a:pt x="131723" y="372400"/>
                    <a:pt x="131597" y="372906"/>
                  </a:cubicBezTo>
                  <a:cubicBezTo>
                    <a:pt x="131474" y="373397"/>
                    <a:pt x="131351" y="373888"/>
                    <a:pt x="131225" y="374394"/>
                  </a:cubicBezTo>
                  <a:cubicBezTo>
                    <a:pt x="129493" y="374673"/>
                    <a:pt x="127756" y="374921"/>
                    <a:pt x="126016" y="375138"/>
                  </a:cubicBezTo>
                  <a:cubicBezTo>
                    <a:pt x="125770" y="375875"/>
                    <a:pt x="125525" y="376612"/>
                    <a:pt x="125272" y="377371"/>
                  </a:cubicBezTo>
                  <a:cubicBezTo>
                    <a:pt x="124535" y="377478"/>
                    <a:pt x="123798" y="377586"/>
                    <a:pt x="123039" y="377696"/>
                  </a:cubicBezTo>
                  <a:cubicBezTo>
                    <a:pt x="122303" y="377835"/>
                    <a:pt x="121566" y="377973"/>
                    <a:pt x="120807" y="378115"/>
                  </a:cubicBezTo>
                  <a:cubicBezTo>
                    <a:pt x="120715" y="378606"/>
                    <a:pt x="120623" y="379097"/>
                    <a:pt x="120528" y="379603"/>
                  </a:cubicBezTo>
                  <a:cubicBezTo>
                    <a:pt x="120374" y="380094"/>
                    <a:pt x="120221" y="380586"/>
                    <a:pt x="120063" y="381092"/>
                  </a:cubicBezTo>
                  <a:cubicBezTo>
                    <a:pt x="118515" y="381419"/>
                    <a:pt x="117039" y="381512"/>
                    <a:pt x="115458" y="381560"/>
                  </a:cubicBezTo>
                  <a:cubicBezTo>
                    <a:pt x="114791" y="381696"/>
                    <a:pt x="114791" y="381696"/>
                    <a:pt x="114110" y="381836"/>
                  </a:cubicBezTo>
                  <a:cubicBezTo>
                    <a:pt x="113864" y="382572"/>
                    <a:pt x="113618" y="383309"/>
                    <a:pt x="113365" y="384068"/>
                  </a:cubicBezTo>
                  <a:cubicBezTo>
                    <a:pt x="112491" y="384314"/>
                    <a:pt x="111616" y="384559"/>
                    <a:pt x="110714" y="384812"/>
                  </a:cubicBezTo>
                  <a:cubicBezTo>
                    <a:pt x="109870" y="385058"/>
                    <a:pt x="109026" y="385303"/>
                    <a:pt x="108156" y="385556"/>
                  </a:cubicBezTo>
                  <a:cubicBezTo>
                    <a:pt x="108156" y="386293"/>
                    <a:pt x="108156" y="387030"/>
                    <a:pt x="108156" y="387789"/>
                  </a:cubicBezTo>
                  <a:cubicBezTo>
                    <a:pt x="107190" y="387712"/>
                    <a:pt x="106223" y="387635"/>
                    <a:pt x="105226" y="387556"/>
                  </a:cubicBezTo>
                  <a:cubicBezTo>
                    <a:pt x="103604" y="387490"/>
                    <a:pt x="103604" y="387490"/>
                    <a:pt x="102203" y="387789"/>
                  </a:cubicBezTo>
                  <a:cubicBezTo>
                    <a:pt x="101710" y="389637"/>
                    <a:pt x="101710" y="389637"/>
                    <a:pt x="101459" y="391509"/>
                  </a:cubicBezTo>
                  <a:cubicBezTo>
                    <a:pt x="99971" y="391541"/>
                    <a:pt x="98482" y="391540"/>
                    <a:pt x="96994" y="391509"/>
                  </a:cubicBezTo>
                  <a:cubicBezTo>
                    <a:pt x="96486" y="392495"/>
                    <a:pt x="95990" y="393488"/>
                    <a:pt x="95506" y="394486"/>
                  </a:cubicBezTo>
                  <a:cubicBezTo>
                    <a:pt x="94754" y="394609"/>
                    <a:pt x="94002" y="394732"/>
                    <a:pt x="93227" y="394858"/>
                  </a:cubicBezTo>
                  <a:cubicBezTo>
                    <a:pt x="92506" y="394981"/>
                    <a:pt x="91784" y="395104"/>
                    <a:pt x="91041" y="395230"/>
                  </a:cubicBezTo>
                  <a:cubicBezTo>
                    <a:pt x="90934" y="395721"/>
                    <a:pt x="90826" y="396212"/>
                    <a:pt x="90716" y="396718"/>
                  </a:cubicBezTo>
                  <a:cubicBezTo>
                    <a:pt x="90578" y="397210"/>
                    <a:pt x="90439" y="397701"/>
                    <a:pt x="90297" y="398207"/>
                  </a:cubicBezTo>
                  <a:cubicBezTo>
                    <a:pt x="88565" y="398485"/>
                    <a:pt x="86828" y="398733"/>
                    <a:pt x="85088" y="398951"/>
                  </a:cubicBezTo>
                  <a:cubicBezTo>
                    <a:pt x="84842" y="399688"/>
                    <a:pt x="84597" y="400424"/>
                    <a:pt x="84344" y="401183"/>
                  </a:cubicBezTo>
                  <a:cubicBezTo>
                    <a:pt x="83607" y="401291"/>
                    <a:pt x="82871" y="401398"/>
                    <a:pt x="82112" y="401509"/>
                  </a:cubicBezTo>
                  <a:cubicBezTo>
                    <a:pt x="81375" y="401647"/>
                    <a:pt x="80638" y="401785"/>
                    <a:pt x="79879" y="401927"/>
                  </a:cubicBezTo>
                  <a:cubicBezTo>
                    <a:pt x="79772" y="402419"/>
                    <a:pt x="79664" y="402910"/>
                    <a:pt x="79554" y="403416"/>
                  </a:cubicBezTo>
                  <a:cubicBezTo>
                    <a:pt x="79415" y="403907"/>
                    <a:pt x="79277" y="404398"/>
                    <a:pt x="79135" y="404904"/>
                  </a:cubicBezTo>
                  <a:cubicBezTo>
                    <a:pt x="77399" y="405156"/>
                    <a:pt x="75663" y="405404"/>
                    <a:pt x="73926" y="405648"/>
                  </a:cubicBezTo>
                  <a:cubicBezTo>
                    <a:pt x="73680" y="406139"/>
                    <a:pt x="73435" y="406630"/>
                    <a:pt x="73182" y="407136"/>
                  </a:cubicBezTo>
                  <a:cubicBezTo>
                    <a:pt x="72936" y="407628"/>
                    <a:pt x="72691" y="408119"/>
                    <a:pt x="72438" y="408625"/>
                  </a:cubicBezTo>
                  <a:cubicBezTo>
                    <a:pt x="70705" y="408898"/>
                    <a:pt x="68969" y="409147"/>
                    <a:pt x="67229" y="409369"/>
                  </a:cubicBezTo>
                  <a:cubicBezTo>
                    <a:pt x="66983" y="410106"/>
                    <a:pt x="66738" y="410842"/>
                    <a:pt x="66485" y="411601"/>
                  </a:cubicBezTo>
                  <a:cubicBezTo>
                    <a:pt x="63834" y="412113"/>
                    <a:pt x="63834" y="412113"/>
                    <a:pt x="61276" y="412345"/>
                  </a:cubicBezTo>
                  <a:cubicBezTo>
                    <a:pt x="61276" y="413328"/>
                    <a:pt x="61276" y="414310"/>
                    <a:pt x="61276" y="415322"/>
                  </a:cubicBezTo>
                  <a:cubicBezTo>
                    <a:pt x="60009" y="415437"/>
                    <a:pt x="60009" y="415437"/>
                    <a:pt x="58718" y="415555"/>
                  </a:cubicBezTo>
                  <a:cubicBezTo>
                    <a:pt x="57843" y="415723"/>
                    <a:pt x="56968" y="415892"/>
                    <a:pt x="56067" y="416066"/>
                  </a:cubicBezTo>
                  <a:cubicBezTo>
                    <a:pt x="55821" y="416803"/>
                    <a:pt x="55575" y="417540"/>
                    <a:pt x="55322" y="418299"/>
                  </a:cubicBezTo>
                  <a:cubicBezTo>
                    <a:pt x="52671" y="418810"/>
                    <a:pt x="52671" y="418810"/>
                    <a:pt x="50113" y="419043"/>
                  </a:cubicBezTo>
                  <a:cubicBezTo>
                    <a:pt x="50113" y="420025"/>
                    <a:pt x="50113" y="421007"/>
                    <a:pt x="50113" y="422019"/>
                  </a:cubicBezTo>
                  <a:cubicBezTo>
                    <a:pt x="48847" y="422111"/>
                    <a:pt x="48847" y="422111"/>
                    <a:pt x="47555" y="422205"/>
                  </a:cubicBezTo>
                  <a:cubicBezTo>
                    <a:pt x="46681" y="422389"/>
                    <a:pt x="45806" y="422574"/>
                    <a:pt x="44904" y="422763"/>
                  </a:cubicBezTo>
                  <a:cubicBezTo>
                    <a:pt x="44797" y="423270"/>
                    <a:pt x="44690" y="423776"/>
                    <a:pt x="44579" y="424298"/>
                  </a:cubicBezTo>
                  <a:cubicBezTo>
                    <a:pt x="44372" y="425012"/>
                    <a:pt x="44372" y="425012"/>
                    <a:pt x="44160" y="425740"/>
                  </a:cubicBezTo>
                  <a:cubicBezTo>
                    <a:pt x="42122" y="426033"/>
                    <a:pt x="40279" y="425871"/>
                    <a:pt x="38207" y="425740"/>
                  </a:cubicBezTo>
                  <a:cubicBezTo>
                    <a:pt x="38207" y="426722"/>
                    <a:pt x="38207" y="427704"/>
                    <a:pt x="38207" y="428717"/>
                  </a:cubicBezTo>
                  <a:cubicBezTo>
                    <a:pt x="37125" y="428809"/>
                    <a:pt x="37125" y="428809"/>
                    <a:pt x="36021" y="428903"/>
                  </a:cubicBezTo>
                  <a:cubicBezTo>
                    <a:pt x="35269" y="429087"/>
                    <a:pt x="34517" y="429271"/>
                    <a:pt x="33742" y="429461"/>
                  </a:cubicBezTo>
                  <a:cubicBezTo>
                    <a:pt x="33635" y="429952"/>
                    <a:pt x="33527" y="430443"/>
                    <a:pt x="33417" y="430949"/>
                  </a:cubicBezTo>
                  <a:cubicBezTo>
                    <a:pt x="33279" y="431440"/>
                    <a:pt x="33141" y="431931"/>
                    <a:pt x="32998" y="432437"/>
                  </a:cubicBezTo>
                  <a:cubicBezTo>
                    <a:pt x="31266" y="432716"/>
                    <a:pt x="29530" y="432964"/>
                    <a:pt x="27789" y="433181"/>
                  </a:cubicBezTo>
                  <a:cubicBezTo>
                    <a:pt x="27544" y="433918"/>
                    <a:pt x="27298" y="434655"/>
                    <a:pt x="27045" y="435414"/>
                  </a:cubicBezTo>
                  <a:cubicBezTo>
                    <a:pt x="26170" y="435659"/>
                    <a:pt x="25295" y="435905"/>
                    <a:pt x="24394" y="436158"/>
                  </a:cubicBezTo>
                  <a:cubicBezTo>
                    <a:pt x="23550" y="436403"/>
                    <a:pt x="22706" y="436649"/>
                    <a:pt x="21836" y="436902"/>
                  </a:cubicBezTo>
                  <a:cubicBezTo>
                    <a:pt x="21836" y="437639"/>
                    <a:pt x="21836" y="438375"/>
                    <a:pt x="21836" y="439134"/>
                  </a:cubicBezTo>
                  <a:cubicBezTo>
                    <a:pt x="20593" y="439227"/>
                    <a:pt x="20593" y="439227"/>
                    <a:pt x="19325" y="439321"/>
                  </a:cubicBezTo>
                  <a:cubicBezTo>
                    <a:pt x="18434" y="439505"/>
                    <a:pt x="17544" y="439689"/>
                    <a:pt x="16627" y="439879"/>
                  </a:cubicBezTo>
                  <a:cubicBezTo>
                    <a:pt x="16382" y="440370"/>
                    <a:pt x="16136" y="440861"/>
                    <a:pt x="15883" y="441367"/>
                  </a:cubicBezTo>
                  <a:cubicBezTo>
                    <a:pt x="15637" y="441858"/>
                    <a:pt x="15392" y="442349"/>
                    <a:pt x="15139" y="442855"/>
                  </a:cubicBezTo>
                  <a:cubicBezTo>
                    <a:pt x="13406" y="443129"/>
                    <a:pt x="11670" y="443378"/>
                    <a:pt x="9930" y="443599"/>
                  </a:cubicBezTo>
                  <a:cubicBezTo>
                    <a:pt x="9684" y="444336"/>
                    <a:pt x="9439" y="445073"/>
                    <a:pt x="9186" y="445832"/>
                  </a:cubicBezTo>
                  <a:cubicBezTo>
                    <a:pt x="6674" y="446669"/>
                    <a:pt x="6674" y="446669"/>
                    <a:pt x="3977" y="447320"/>
                  </a:cubicBezTo>
                  <a:cubicBezTo>
                    <a:pt x="3240" y="447566"/>
                    <a:pt x="2503" y="447811"/>
                    <a:pt x="1744" y="448064"/>
                  </a:cubicBezTo>
                  <a:cubicBezTo>
                    <a:pt x="821" y="446217"/>
                    <a:pt x="850" y="444869"/>
                    <a:pt x="814" y="442809"/>
                  </a:cubicBezTo>
                  <a:cubicBezTo>
                    <a:pt x="795" y="442140"/>
                    <a:pt x="776" y="441471"/>
                    <a:pt x="756" y="440783"/>
                  </a:cubicBezTo>
                  <a:cubicBezTo>
                    <a:pt x="837" y="440239"/>
                    <a:pt x="917" y="439695"/>
                    <a:pt x="1000" y="439134"/>
                  </a:cubicBezTo>
                  <a:cubicBezTo>
                    <a:pt x="1737" y="438889"/>
                    <a:pt x="2474" y="438643"/>
                    <a:pt x="3233" y="438390"/>
                  </a:cubicBezTo>
                  <a:cubicBezTo>
                    <a:pt x="3491" y="436904"/>
                    <a:pt x="3738" y="435415"/>
                    <a:pt x="3977" y="433925"/>
                  </a:cubicBezTo>
                  <a:cubicBezTo>
                    <a:pt x="4706" y="433167"/>
                    <a:pt x="5449" y="432420"/>
                    <a:pt x="6209" y="431693"/>
                  </a:cubicBezTo>
                  <a:cubicBezTo>
                    <a:pt x="6209" y="430711"/>
                    <a:pt x="6209" y="429729"/>
                    <a:pt x="6209" y="428717"/>
                  </a:cubicBezTo>
                  <a:cubicBezTo>
                    <a:pt x="6946" y="428471"/>
                    <a:pt x="7683" y="428225"/>
                    <a:pt x="8442" y="427972"/>
                  </a:cubicBezTo>
                  <a:cubicBezTo>
                    <a:pt x="8695" y="426485"/>
                    <a:pt x="8943" y="424997"/>
                    <a:pt x="9186" y="423508"/>
                  </a:cubicBezTo>
                  <a:cubicBezTo>
                    <a:pt x="9922" y="423016"/>
                    <a:pt x="10659" y="422525"/>
                    <a:pt x="11418" y="422019"/>
                  </a:cubicBezTo>
                  <a:cubicBezTo>
                    <a:pt x="11691" y="420535"/>
                    <a:pt x="11940" y="419047"/>
                    <a:pt x="12162" y="417554"/>
                  </a:cubicBezTo>
                  <a:cubicBezTo>
                    <a:pt x="12653" y="417309"/>
                    <a:pt x="13145" y="417063"/>
                    <a:pt x="13651" y="416810"/>
                  </a:cubicBezTo>
                  <a:cubicBezTo>
                    <a:pt x="13896" y="416074"/>
                    <a:pt x="14142" y="415337"/>
                    <a:pt x="14395" y="414578"/>
                  </a:cubicBezTo>
                  <a:cubicBezTo>
                    <a:pt x="15139" y="412345"/>
                    <a:pt x="15139" y="412345"/>
                    <a:pt x="16627" y="411601"/>
                  </a:cubicBezTo>
                  <a:cubicBezTo>
                    <a:pt x="16735" y="410880"/>
                    <a:pt x="16842" y="410159"/>
                    <a:pt x="16953" y="409415"/>
                  </a:cubicBezTo>
                  <a:cubicBezTo>
                    <a:pt x="17091" y="408663"/>
                    <a:pt x="17229" y="407911"/>
                    <a:pt x="17371" y="407136"/>
                  </a:cubicBezTo>
                  <a:cubicBezTo>
                    <a:pt x="18108" y="406645"/>
                    <a:pt x="18845" y="406154"/>
                    <a:pt x="19604" y="405648"/>
                  </a:cubicBezTo>
                  <a:cubicBezTo>
                    <a:pt x="19726" y="405004"/>
                    <a:pt x="19849" y="404359"/>
                    <a:pt x="19976" y="403695"/>
                  </a:cubicBezTo>
                  <a:cubicBezTo>
                    <a:pt x="20099" y="403112"/>
                    <a:pt x="20221" y="402528"/>
                    <a:pt x="20348" y="401927"/>
                  </a:cubicBezTo>
                  <a:cubicBezTo>
                    <a:pt x="21085" y="401927"/>
                    <a:pt x="21821" y="401927"/>
                    <a:pt x="22580" y="401927"/>
                  </a:cubicBezTo>
                  <a:cubicBezTo>
                    <a:pt x="22511" y="400891"/>
                    <a:pt x="22511" y="400891"/>
                    <a:pt x="22441" y="399835"/>
                  </a:cubicBezTo>
                  <a:cubicBezTo>
                    <a:pt x="22601" y="397112"/>
                    <a:pt x="22925" y="396967"/>
                    <a:pt x="24813" y="395230"/>
                  </a:cubicBezTo>
                  <a:cubicBezTo>
                    <a:pt x="24935" y="394586"/>
                    <a:pt x="25058" y="393941"/>
                    <a:pt x="25185" y="393277"/>
                  </a:cubicBezTo>
                  <a:cubicBezTo>
                    <a:pt x="25308" y="392694"/>
                    <a:pt x="25430" y="392110"/>
                    <a:pt x="25557" y="391509"/>
                  </a:cubicBezTo>
                  <a:cubicBezTo>
                    <a:pt x="26294" y="391264"/>
                    <a:pt x="27030" y="391018"/>
                    <a:pt x="27789" y="390765"/>
                  </a:cubicBezTo>
                  <a:cubicBezTo>
                    <a:pt x="28305" y="389035"/>
                    <a:pt x="28802" y="387299"/>
                    <a:pt x="29278" y="385556"/>
                  </a:cubicBezTo>
                  <a:cubicBezTo>
                    <a:pt x="29769" y="385556"/>
                    <a:pt x="30260" y="385556"/>
                    <a:pt x="30766" y="385556"/>
                  </a:cubicBezTo>
                  <a:cubicBezTo>
                    <a:pt x="31011" y="384820"/>
                    <a:pt x="31257" y="384083"/>
                    <a:pt x="31510" y="383324"/>
                  </a:cubicBezTo>
                  <a:cubicBezTo>
                    <a:pt x="31756" y="382587"/>
                    <a:pt x="32001" y="381851"/>
                    <a:pt x="32254" y="381092"/>
                  </a:cubicBezTo>
                  <a:cubicBezTo>
                    <a:pt x="32745" y="381092"/>
                    <a:pt x="33236" y="381092"/>
                    <a:pt x="33742" y="381092"/>
                  </a:cubicBezTo>
                  <a:cubicBezTo>
                    <a:pt x="33673" y="380009"/>
                    <a:pt x="33673" y="380009"/>
                    <a:pt x="33603" y="378906"/>
                  </a:cubicBezTo>
                  <a:cubicBezTo>
                    <a:pt x="33649" y="378154"/>
                    <a:pt x="33695" y="377402"/>
                    <a:pt x="33742" y="376627"/>
                  </a:cubicBezTo>
                  <a:cubicBezTo>
                    <a:pt x="34479" y="376381"/>
                    <a:pt x="35216" y="376136"/>
                    <a:pt x="35975" y="375883"/>
                  </a:cubicBezTo>
                  <a:cubicBezTo>
                    <a:pt x="36253" y="374400"/>
                    <a:pt x="36501" y="372911"/>
                    <a:pt x="36719" y="371418"/>
                  </a:cubicBezTo>
                  <a:cubicBezTo>
                    <a:pt x="37210" y="371172"/>
                    <a:pt x="37701" y="370927"/>
                    <a:pt x="38207" y="370674"/>
                  </a:cubicBezTo>
                  <a:cubicBezTo>
                    <a:pt x="38315" y="370075"/>
                    <a:pt x="38422" y="369476"/>
                    <a:pt x="38533" y="368860"/>
                  </a:cubicBezTo>
                  <a:cubicBezTo>
                    <a:pt x="38951" y="366953"/>
                    <a:pt x="38951" y="366953"/>
                    <a:pt x="41184" y="365465"/>
                  </a:cubicBezTo>
                  <a:cubicBezTo>
                    <a:pt x="41429" y="364835"/>
                    <a:pt x="41675" y="364206"/>
                    <a:pt x="41928" y="363558"/>
                  </a:cubicBezTo>
                  <a:cubicBezTo>
                    <a:pt x="42296" y="362660"/>
                    <a:pt x="42296" y="362660"/>
                    <a:pt x="42672" y="361744"/>
                  </a:cubicBezTo>
                  <a:cubicBezTo>
                    <a:pt x="43409" y="361498"/>
                    <a:pt x="44145" y="361253"/>
                    <a:pt x="44904" y="361000"/>
                  </a:cubicBezTo>
                  <a:cubicBezTo>
                    <a:pt x="45091" y="358736"/>
                    <a:pt x="45091" y="358736"/>
                    <a:pt x="44904" y="356535"/>
                  </a:cubicBezTo>
                  <a:cubicBezTo>
                    <a:pt x="45396" y="356535"/>
                    <a:pt x="45887" y="356535"/>
                    <a:pt x="46393" y="356535"/>
                  </a:cubicBezTo>
                  <a:cubicBezTo>
                    <a:pt x="46898" y="355050"/>
                    <a:pt x="47394" y="353561"/>
                    <a:pt x="47881" y="352070"/>
                  </a:cubicBezTo>
                  <a:cubicBezTo>
                    <a:pt x="48372" y="351824"/>
                    <a:pt x="48863" y="351579"/>
                    <a:pt x="49369" y="351326"/>
                  </a:cubicBezTo>
                  <a:cubicBezTo>
                    <a:pt x="49876" y="350090"/>
                    <a:pt x="50372" y="348850"/>
                    <a:pt x="50858" y="347605"/>
                  </a:cubicBezTo>
                  <a:cubicBezTo>
                    <a:pt x="51349" y="347114"/>
                    <a:pt x="51840" y="346623"/>
                    <a:pt x="52346" y="346117"/>
                  </a:cubicBezTo>
                  <a:cubicBezTo>
                    <a:pt x="52860" y="344884"/>
                    <a:pt x="53353" y="343642"/>
                    <a:pt x="53834" y="342396"/>
                  </a:cubicBezTo>
                  <a:cubicBezTo>
                    <a:pt x="55072" y="339705"/>
                    <a:pt x="56167" y="337734"/>
                    <a:pt x="58299" y="335699"/>
                  </a:cubicBezTo>
                  <a:cubicBezTo>
                    <a:pt x="58545" y="334962"/>
                    <a:pt x="58790" y="334226"/>
                    <a:pt x="59043" y="333467"/>
                  </a:cubicBezTo>
                  <a:cubicBezTo>
                    <a:pt x="59534" y="333221"/>
                    <a:pt x="60025" y="332975"/>
                    <a:pt x="60531" y="332722"/>
                  </a:cubicBezTo>
                  <a:cubicBezTo>
                    <a:pt x="60654" y="332108"/>
                    <a:pt x="60777" y="331495"/>
                    <a:pt x="60903" y="330862"/>
                  </a:cubicBezTo>
                  <a:cubicBezTo>
                    <a:pt x="61026" y="330248"/>
                    <a:pt x="61149" y="329634"/>
                    <a:pt x="61276" y="329002"/>
                  </a:cubicBezTo>
                  <a:cubicBezTo>
                    <a:pt x="61767" y="328756"/>
                    <a:pt x="62258" y="328511"/>
                    <a:pt x="62764" y="328258"/>
                  </a:cubicBezTo>
                  <a:cubicBezTo>
                    <a:pt x="63132" y="327505"/>
                    <a:pt x="63501" y="326753"/>
                    <a:pt x="63880" y="325979"/>
                  </a:cubicBezTo>
                  <a:cubicBezTo>
                    <a:pt x="64433" y="324897"/>
                    <a:pt x="64433" y="324897"/>
                    <a:pt x="64996" y="323793"/>
                  </a:cubicBezTo>
                  <a:cubicBezTo>
                    <a:pt x="65487" y="323793"/>
                    <a:pt x="65979" y="323793"/>
                    <a:pt x="66485" y="323793"/>
                  </a:cubicBezTo>
                  <a:cubicBezTo>
                    <a:pt x="66739" y="322554"/>
                    <a:pt x="66986" y="321313"/>
                    <a:pt x="67229" y="320072"/>
                  </a:cubicBezTo>
                  <a:cubicBezTo>
                    <a:pt x="67720" y="319826"/>
                    <a:pt x="68211" y="319581"/>
                    <a:pt x="68717" y="319328"/>
                  </a:cubicBezTo>
                  <a:cubicBezTo>
                    <a:pt x="68932" y="318668"/>
                    <a:pt x="69147" y="318008"/>
                    <a:pt x="69368" y="317328"/>
                  </a:cubicBezTo>
                  <a:cubicBezTo>
                    <a:pt x="70282" y="314638"/>
                    <a:pt x="71464" y="312653"/>
                    <a:pt x="73182" y="310398"/>
                  </a:cubicBezTo>
                  <a:cubicBezTo>
                    <a:pt x="73673" y="310398"/>
                    <a:pt x="74164" y="310398"/>
                    <a:pt x="74670" y="310398"/>
                  </a:cubicBezTo>
                  <a:cubicBezTo>
                    <a:pt x="74924" y="309159"/>
                    <a:pt x="75172" y="307919"/>
                    <a:pt x="75414" y="306677"/>
                  </a:cubicBezTo>
                  <a:cubicBezTo>
                    <a:pt x="75905" y="306432"/>
                    <a:pt x="76397" y="306186"/>
                    <a:pt x="76903" y="305933"/>
                  </a:cubicBezTo>
                  <a:cubicBezTo>
                    <a:pt x="77010" y="305458"/>
                    <a:pt x="77117" y="304982"/>
                    <a:pt x="77228" y="304492"/>
                  </a:cubicBezTo>
                  <a:cubicBezTo>
                    <a:pt x="77647" y="302957"/>
                    <a:pt x="77647" y="302957"/>
                    <a:pt x="79879" y="301468"/>
                  </a:cubicBezTo>
                  <a:cubicBezTo>
                    <a:pt x="80140" y="300480"/>
                    <a:pt x="80386" y="299487"/>
                    <a:pt x="80623" y="298492"/>
                  </a:cubicBezTo>
                  <a:cubicBezTo>
                    <a:pt x="81415" y="297207"/>
                    <a:pt x="82257" y="295952"/>
                    <a:pt x="83135" y="294725"/>
                  </a:cubicBezTo>
                  <a:cubicBezTo>
                    <a:pt x="83811" y="293768"/>
                    <a:pt x="83811" y="293768"/>
                    <a:pt x="84501" y="292792"/>
                  </a:cubicBezTo>
                  <a:cubicBezTo>
                    <a:pt x="85617" y="291332"/>
                    <a:pt x="86766" y="290106"/>
                    <a:pt x="88065" y="288818"/>
                  </a:cubicBezTo>
                  <a:cubicBezTo>
                    <a:pt x="88326" y="288281"/>
                    <a:pt x="88586" y="287744"/>
                    <a:pt x="88855" y="287190"/>
                  </a:cubicBezTo>
                  <a:cubicBezTo>
                    <a:pt x="89086" y="286745"/>
                    <a:pt x="89316" y="286300"/>
                    <a:pt x="89553" y="285842"/>
                  </a:cubicBezTo>
                  <a:cubicBezTo>
                    <a:pt x="90044" y="285842"/>
                    <a:pt x="90535" y="285842"/>
                    <a:pt x="91041" y="285842"/>
                  </a:cubicBezTo>
                  <a:cubicBezTo>
                    <a:pt x="91295" y="284603"/>
                    <a:pt x="91543" y="283362"/>
                    <a:pt x="91785" y="282121"/>
                  </a:cubicBezTo>
                  <a:cubicBezTo>
                    <a:pt x="92276" y="281875"/>
                    <a:pt x="92768" y="281630"/>
                    <a:pt x="93274" y="281377"/>
                  </a:cubicBezTo>
                  <a:cubicBezTo>
                    <a:pt x="93412" y="280525"/>
                    <a:pt x="93412" y="280525"/>
                    <a:pt x="93553" y="279656"/>
                  </a:cubicBezTo>
                  <a:cubicBezTo>
                    <a:pt x="94126" y="277191"/>
                    <a:pt x="95058" y="276263"/>
                    <a:pt x="96994" y="274679"/>
                  </a:cubicBezTo>
                  <a:cubicBezTo>
                    <a:pt x="97485" y="274679"/>
                    <a:pt x="97977" y="274679"/>
                    <a:pt x="98483" y="274679"/>
                  </a:cubicBezTo>
                  <a:cubicBezTo>
                    <a:pt x="98713" y="273866"/>
                    <a:pt x="98943" y="273053"/>
                    <a:pt x="99180" y="272214"/>
                  </a:cubicBezTo>
                  <a:cubicBezTo>
                    <a:pt x="99930" y="269613"/>
                    <a:pt x="100195" y="268845"/>
                    <a:pt x="102203" y="267238"/>
                  </a:cubicBezTo>
                  <a:cubicBezTo>
                    <a:pt x="104011" y="265647"/>
                    <a:pt x="104011" y="265647"/>
                    <a:pt x="104808" y="263424"/>
                  </a:cubicBezTo>
                  <a:cubicBezTo>
                    <a:pt x="104931" y="262964"/>
                    <a:pt x="105053" y="262503"/>
                    <a:pt x="105180" y="262029"/>
                  </a:cubicBezTo>
                  <a:cubicBezTo>
                    <a:pt x="105917" y="261783"/>
                    <a:pt x="106653" y="261538"/>
                    <a:pt x="107412" y="261285"/>
                  </a:cubicBezTo>
                  <a:cubicBezTo>
                    <a:pt x="107689" y="260300"/>
                    <a:pt x="107938" y="259307"/>
                    <a:pt x="108156" y="258308"/>
                  </a:cubicBezTo>
                  <a:cubicBezTo>
                    <a:pt x="108648" y="258063"/>
                    <a:pt x="109139" y="257817"/>
                    <a:pt x="109645" y="257564"/>
                  </a:cubicBezTo>
                  <a:cubicBezTo>
                    <a:pt x="109752" y="257073"/>
                    <a:pt x="109860" y="256582"/>
                    <a:pt x="109970" y="256076"/>
                  </a:cubicBezTo>
                  <a:cubicBezTo>
                    <a:pt x="110108" y="255585"/>
                    <a:pt x="110247" y="255094"/>
                    <a:pt x="110389" y="254588"/>
                  </a:cubicBezTo>
                  <a:cubicBezTo>
                    <a:pt x="111126" y="254342"/>
                    <a:pt x="111862" y="254096"/>
                    <a:pt x="112621" y="253843"/>
                  </a:cubicBezTo>
                  <a:cubicBezTo>
                    <a:pt x="112867" y="253107"/>
                    <a:pt x="113112" y="252370"/>
                    <a:pt x="113365" y="251611"/>
                  </a:cubicBezTo>
                  <a:cubicBezTo>
                    <a:pt x="113857" y="251366"/>
                    <a:pt x="114348" y="251120"/>
                    <a:pt x="114854" y="250867"/>
                  </a:cubicBezTo>
                  <a:cubicBezTo>
                    <a:pt x="114969" y="250038"/>
                    <a:pt x="114969" y="250038"/>
                    <a:pt x="115086" y="249193"/>
                  </a:cubicBezTo>
                  <a:cubicBezTo>
                    <a:pt x="115778" y="246426"/>
                    <a:pt x="117182" y="245250"/>
                    <a:pt x="119319" y="243426"/>
                  </a:cubicBezTo>
                  <a:cubicBezTo>
                    <a:pt x="119810" y="243426"/>
                    <a:pt x="120301" y="243426"/>
                    <a:pt x="120807" y="243426"/>
                  </a:cubicBezTo>
                  <a:cubicBezTo>
                    <a:pt x="120930" y="242934"/>
                    <a:pt x="121052" y="242443"/>
                    <a:pt x="121179" y="241937"/>
                  </a:cubicBezTo>
                  <a:cubicBezTo>
                    <a:pt x="121302" y="241446"/>
                    <a:pt x="121424" y="240955"/>
                    <a:pt x="121551" y="240449"/>
                  </a:cubicBezTo>
                  <a:cubicBezTo>
                    <a:pt x="122042" y="240449"/>
                    <a:pt x="122533" y="240449"/>
                    <a:pt x="123039" y="240449"/>
                  </a:cubicBezTo>
                  <a:cubicBezTo>
                    <a:pt x="123285" y="239835"/>
                    <a:pt x="123530" y="239221"/>
                    <a:pt x="123783" y="238589"/>
                  </a:cubicBezTo>
                  <a:cubicBezTo>
                    <a:pt x="124029" y="237975"/>
                    <a:pt x="124274" y="237361"/>
                    <a:pt x="124528" y="236728"/>
                  </a:cubicBezTo>
                  <a:cubicBezTo>
                    <a:pt x="125019" y="236728"/>
                    <a:pt x="125510" y="236728"/>
                    <a:pt x="126016" y="236728"/>
                  </a:cubicBezTo>
                  <a:cubicBezTo>
                    <a:pt x="126271" y="235738"/>
                    <a:pt x="126519" y="234746"/>
                    <a:pt x="126760" y="233752"/>
                  </a:cubicBezTo>
                  <a:cubicBezTo>
                    <a:pt x="127251" y="233506"/>
                    <a:pt x="127742" y="233261"/>
                    <a:pt x="128248" y="233008"/>
                  </a:cubicBezTo>
                  <a:cubicBezTo>
                    <a:pt x="128494" y="232501"/>
                    <a:pt x="128739" y="231995"/>
                    <a:pt x="128992" y="231473"/>
                  </a:cubicBezTo>
                  <a:cubicBezTo>
                    <a:pt x="129238" y="230997"/>
                    <a:pt x="129483" y="230521"/>
                    <a:pt x="129737" y="230031"/>
                  </a:cubicBezTo>
                  <a:cubicBezTo>
                    <a:pt x="130228" y="230031"/>
                    <a:pt x="130719" y="230031"/>
                    <a:pt x="131225" y="230031"/>
                  </a:cubicBezTo>
                  <a:cubicBezTo>
                    <a:pt x="131332" y="229586"/>
                    <a:pt x="131440" y="229141"/>
                    <a:pt x="131550" y="228682"/>
                  </a:cubicBezTo>
                  <a:cubicBezTo>
                    <a:pt x="132049" y="226742"/>
                    <a:pt x="132720" y="226133"/>
                    <a:pt x="134201" y="224822"/>
                  </a:cubicBezTo>
                  <a:cubicBezTo>
                    <a:pt x="135912" y="223243"/>
                    <a:pt x="136413" y="222652"/>
                    <a:pt x="137178" y="220357"/>
                  </a:cubicBezTo>
                  <a:cubicBezTo>
                    <a:pt x="137915" y="219866"/>
                    <a:pt x="138651" y="219375"/>
                    <a:pt x="139410" y="218869"/>
                  </a:cubicBezTo>
                  <a:cubicBezTo>
                    <a:pt x="139656" y="218132"/>
                    <a:pt x="139901" y="217395"/>
                    <a:pt x="140154" y="216636"/>
                  </a:cubicBezTo>
                  <a:cubicBezTo>
                    <a:pt x="141390" y="215392"/>
                    <a:pt x="142631" y="214152"/>
                    <a:pt x="143875" y="212916"/>
                  </a:cubicBezTo>
                  <a:cubicBezTo>
                    <a:pt x="145523" y="210834"/>
                    <a:pt x="147063" y="208669"/>
                    <a:pt x="148591" y="206499"/>
                  </a:cubicBezTo>
                  <a:cubicBezTo>
                    <a:pt x="149529" y="205227"/>
                    <a:pt x="149529" y="205227"/>
                    <a:pt x="151317" y="203242"/>
                  </a:cubicBezTo>
                  <a:cubicBezTo>
                    <a:pt x="152299" y="203242"/>
                    <a:pt x="153281" y="203242"/>
                    <a:pt x="154293" y="203242"/>
                  </a:cubicBezTo>
                  <a:cubicBezTo>
                    <a:pt x="154293" y="202260"/>
                    <a:pt x="154293" y="201277"/>
                    <a:pt x="154293" y="200265"/>
                  </a:cubicBezTo>
                  <a:cubicBezTo>
                    <a:pt x="155030" y="200265"/>
                    <a:pt x="155767" y="200265"/>
                    <a:pt x="156526" y="200265"/>
                  </a:cubicBezTo>
                  <a:cubicBezTo>
                    <a:pt x="156526" y="199038"/>
                    <a:pt x="156526" y="197810"/>
                    <a:pt x="156526" y="196545"/>
                  </a:cubicBezTo>
                  <a:cubicBezTo>
                    <a:pt x="157508" y="196545"/>
                    <a:pt x="158490" y="196545"/>
                    <a:pt x="159502" y="196545"/>
                  </a:cubicBezTo>
                  <a:cubicBezTo>
                    <a:pt x="159502" y="195562"/>
                    <a:pt x="159502" y="194580"/>
                    <a:pt x="159502" y="193568"/>
                  </a:cubicBezTo>
                  <a:cubicBezTo>
                    <a:pt x="160484" y="193568"/>
                    <a:pt x="161467" y="193568"/>
                    <a:pt x="162479" y="193568"/>
                  </a:cubicBezTo>
                  <a:cubicBezTo>
                    <a:pt x="162918" y="192120"/>
                    <a:pt x="162918" y="192120"/>
                    <a:pt x="163223" y="190592"/>
                  </a:cubicBezTo>
                  <a:cubicBezTo>
                    <a:pt x="163960" y="190346"/>
                    <a:pt x="164696" y="190100"/>
                    <a:pt x="165455" y="189847"/>
                  </a:cubicBezTo>
                  <a:cubicBezTo>
                    <a:pt x="165732" y="188863"/>
                    <a:pt x="165981" y="187870"/>
                    <a:pt x="166199" y="186871"/>
                  </a:cubicBezTo>
                  <a:cubicBezTo>
                    <a:pt x="166691" y="186625"/>
                    <a:pt x="167182" y="186380"/>
                    <a:pt x="167688" y="186127"/>
                  </a:cubicBezTo>
                  <a:cubicBezTo>
                    <a:pt x="167903" y="185651"/>
                    <a:pt x="168117" y="185175"/>
                    <a:pt x="168339" y="184685"/>
                  </a:cubicBezTo>
                  <a:cubicBezTo>
                    <a:pt x="169176" y="183150"/>
                    <a:pt x="169176" y="183150"/>
                    <a:pt x="170571" y="182546"/>
                  </a:cubicBezTo>
                  <a:cubicBezTo>
                    <a:pt x="172402" y="181522"/>
                    <a:pt x="172698" y="180838"/>
                    <a:pt x="173641" y="179011"/>
                  </a:cubicBezTo>
                  <a:cubicBezTo>
                    <a:pt x="175129" y="176453"/>
                    <a:pt x="175129" y="176453"/>
                    <a:pt x="176757" y="175895"/>
                  </a:cubicBezTo>
                  <a:cubicBezTo>
                    <a:pt x="177202" y="175833"/>
                    <a:pt x="177647" y="175772"/>
                    <a:pt x="178106" y="175709"/>
                  </a:cubicBezTo>
                  <a:cubicBezTo>
                    <a:pt x="178351" y="174972"/>
                    <a:pt x="178597" y="174235"/>
                    <a:pt x="178850" y="173476"/>
                  </a:cubicBezTo>
                  <a:cubicBezTo>
                    <a:pt x="179586" y="173315"/>
                    <a:pt x="179586" y="173315"/>
                    <a:pt x="180338" y="173151"/>
                  </a:cubicBezTo>
                  <a:cubicBezTo>
                    <a:pt x="180829" y="173013"/>
                    <a:pt x="181320" y="172874"/>
                    <a:pt x="181826" y="172732"/>
                  </a:cubicBezTo>
                  <a:cubicBezTo>
                    <a:pt x="182319" y="171258"/>
                    <a:pt x="182319" y="171258"/>
                    <a:pt x="182570" y="169756"/>
                  </a:cubicBezTo>
                  <a:cubicBezTo>
                    <a:pt x="183062" y="169510"/>
                    <a:pt x="183553" y="169264"/>
                    <a:pt x="184059" y="169011"/>
                  </a:cubicBezTo>
                  <a:cubicBezTo>
                    <a:pt x="184274" y="168520"/>
                    <a:pt x="184489" y="168029"/>
                    <a:pt x="184710" y="167523"/>
                  </a:cubicBezTo>
                  <a:cubicBezTo>
                    <a:pt x="185124" y="166786"/>
                    <a:pt x="185124" y="166786"/>
                    <a:pt x="185547" y="166035"/>
                  </a:cubicBezTo>
                  <a:cubicBezTo>
                    <a:pt x="186054" y="165912"/>
                    <a:pt x="186560" y="165789"/>
                    <a:pt x="187082" y="165663"/>
                  </a:cubicBezTo>
                  <a:cubicBezTo>
                    <a:pt x="187558" y="165540"/>
                    <a:pt x="188033" y="165417"/>
                    <a:pt x="188524" y="165291"/>
                  </a:cubicBezTo>
                  <a:cubicBezTo>
                    <a:pt x="188646" y="164784"/>
                    <a:pt x="188769" y="164278"/>
                    <a:pt x="188896" y="163756"/>
                  </a:cubicBezTo>
                  <a:cubicBezTo>
                    <a:pt x="189018" y="163280"/>
                    <a:pt x="189141" y="162804"/>
                    <a:pt x="189268" y="162314"/>
                  </a:cubicBezTo>
                  <a:cubicBezTo>
                    <a:pt x="190250" y="162314"/>
                    <a:pt x="191232" y="162314"/>
                    <a:pt x="192244" y="162314"/>
                  </a:cubicBezTo>
                  <a:cubicBezTo>
                    <a:pt x="192244" y="161332"/>
                    <a:pt x="192244" y="160350"/>
                    <a:pt x="192244" y="159338"/>
                  </a:cubicBezTo>
                  <a:cubicBezTo>
                    <a:pt x="193227" y="159338"/>
                    <a:pt x="194209" y="159338"/>
                    <a:pt x="195221" y="159338"/>
                  </a:cubicBezTo>
                  <a:cubicBezTo>
                    <a:pt x="196091" y="157534"/>
                    <a:pt x="196091" y="157534"/>
                    <a:pt x="196709" y="155617"/>
                  </a:cubicBezTo>
                  <a:cubicBezTo>
                    <a:pt x="197200" y="155371"/>
                    <a:pt x="197691" y="155126"/>
                    <a:pt x="198197" y="154873"/>
                  </a:cubicBezTo>
                  <a:cubicBezTo>
                    <a:pt x="198443" y="154136"/>
                    <a:pt x="198689" y="153399"/>
                    <a:pt x="198942" y="152640"/>
                  </a:cubicBezTo>
                  <a:cubicBezTo>
                    <a:pt x="199571" y="152533"/>
                    <a:pt x="200200" y="152425"/>
                    <a:pt x="200848" y="152315"/>
                  </a:cubicBezTo>
                  <a:cubicBezTo>
                    <a:pt x="201447" y="152177"/>
                    <a:pt x="202046" y="152039"/>
                    <a:pt x="202662" y="151896"/>
                  </a:cubicBezTo>
                  <a:cubicBezTo>
                    <a:pt x="202662" y="150914"/>
                    <a:pt x="202662" y="149932"/>
                    <a:pt x="202662" y="148920"/>
                  </a:cubicBezTo>
                  <a:cubicBezTo>
                    <a:pt x="203261" y="148981"/>
                    <a:pt x="203859" y="149042"/>
                    <a:pt x="204476" y="149106"/>
                  </a:cubicBezTo>
                  <a:cubicBezTo>
                    <a:pt x="205105" y="149044"/>
                    <a:pt x="205735" y="148983"/>
                    <a:pt x="206383" y="148920"/>
                  </a:cubicBezTo>
                  <a:cubicBezTo>
                    <a:pt x="206890" y="147512"/>
                    <a:pt x="206890" y="147512"/>
                    <a:pt x="207127" y="145943"/>
                  </a:cubicBezTo>
                  <a:cubicBezTo>
                    <a:pt x="208232" y="145206"/>
                    <a:pt x="208232" y="145206"/>
                    <a:pt x="209360" y="144455"/>
                  </a:cubicBezTo>
                  <a:cubicBezTo>
                    <a:pt x="209605" y="143718"/>
                    <a:pt x="209851" y="142981"/>
                    <a:pt x="210104" y="142222"/>
                  </a:cubicBezTo>
                  <a:cubicBezTo>
                    <a:pt x="211344" y="141726"/>
                    <a:pt x="212584" y="141230"/>
                    <a:pt x="213824" y="140734"/>
                  </a:cubicBezTo>
                  <a:cubicBezTo>
                    <a:pt x="214070" y="139997"/>
                    <a:pt x="214316" y="139261"/>
                    <a:pt x="214569" y="138502"/>
                  </a:cubicBezTo>
                  <a:cubicBezTo>
                    <a:pt x="215551" y="138502"/>
                    <a:pt x="216533" y="138502"/>
                    <a:pt x="217545" y="138502"/>
                  </a:cubicBezTo>
                  <a:cubicBezTo>
                    <a:pt x="217653" y="138026"/>
                    <a:pt x="217760" y="137550"/>
                    <a:pt x="217871" y="137060"/>
                  </a:cubicBezTo>
                  <a:cubicBezTo>
                    <a:pt x="218009" y="136553"/>
                    <a:pt x="218147" y="136047"/>
                    <a:pt x="218289" y="135525"/>
                  </a:cubicBezTo>
                  <a:cubicBezTo>
                    <a:pt x="218918" y="135402"/>
                    <a:pt x="219548" y="135280"/>
                    <a:pt x="220196" y="135153"/>
                  </a:cubicBezTo>
                  <a:cubicBezTo>
                    <a:pt x="220795" y="135030"/>
                    <a:pt x="221393" y="134908"/>
                    <a:pt x="222010" y="134781"/>
                  </a:cubicBezTo>
                  <a:cubicBezTo>
                    <a:pt x="222010" y="133799"/>
                    <a:pt x="222010" y="132816"/>
                    <a:pt x="222010" y="131804"/>
                  </a:cubicBezTo>
                  <a:cubicBezTo>
                    <a:pt x="223452" y="131386"/>
                    <a:pt x="223452" y="131386"/>
                    <a:pt x="224987" y="131060"/>
                  </a:cubicBezTo>
                  <a:cubicBezTo>
                    <a:pt x="225232" y="130324"/>
                    <a:pt x="225478" y="129587"/>
                    <a:pt x="225731" y="128828"/>
                  </a:cubicBezTo>
                  <a:cubicBezTo>
                    <a:pt x="226971" y="128332"/>
                    <a:pt x="228211" y="127836"/>
                    <a:pt x="229451" y="127340"/>
                  </a:cubicBezTo>
                  <a:cubicBezTo>
                    <a:pt x="229697" y="126603"/>
                    <a:pt x="229942" y="125866"/>
                    <a:pt x="230195" y="125107"/>
                  </a:cubicBezTo>
                  <a:cubicBezTo>
                    <a:pt x="231436" y="124611"/>
                    <a:pt x="232676" y="124115"/>
                    <a:pt x="233916" y="123619"/>
                  </a:cubicBezTo>
                  <a:cubicBezTo>
                    <a:pt x="234162" y="122882"/>
                    <a:pt x="234407" y="122145"/>
                    <a:pt x="234660" y="121386"/>
                  </a:cubicBezTo>
                  <a:cubicBezTo>
                    <a:pt x="235901" y="121138"/>
                    <a:pt x="237141" y="120890"/>
                    <a:pt x="238381" y="120642"/>
                  </a:cubicBezTo>
                  <a:cubicBezTo>
                    <a:pt x="238627" y="119906"/>
                    <a:pt x="238872" y="119169"/>
                    <a:pt x="239125" y="118410"/>
                  </a:cubicBezTo>
                  <a:cubicBezTo>
                    <a:pt x="240117" y="117914"/>
                    <a:pt x="241110" y="117418"/>
                    <a:pt x="242102" y="116922"/>
                  </a:cubicBezTo>
                  <a:cubicBezTo>
                    <a:pt x="242347" y="116185"/>
                    <a:pt x="242593" y="115448"/>
                    <a:pt x="242846" y="114689"/>
                  </a:cubicBezTo>
                  <a:cubicBezTo>
                    <a:pt x="243583" y="114720"/>
                    <a:pt x="244319" y="114751"/>
                    <a:pt x="245078" y="114782"/>
                  </a:cubicBezTo>
                  <a:cubicBezTo>
                    <a:pt x="245815" y="114752"/>
                    <a:pt x="246552" y="114721"/>
                    <a:pt x="247311" y="114689"/>
                  </a:cubicBezTo>
                  <a:cubicBezTo>
                    <a:pt x="247434" y="114075"/>
                    <a:pt x="247556" y="113461"/>
                    <a:pt x="247683" y="112829"/>
                  </a:cubicBezTo>
                  <a:cubicBezTo>
                    <a:pt x="247806" y="112215"/>
                    <a:pt x="247928" y="111601"/>
                    <a:pt x="248055" y="110969"/>
                  </a:cubicBezTo>
                  <a:cubicBezTo>
                    <a:pt x="250334" y="110736"/>
                    <a:pt x="250334" y="110736"/>
                    <a:pt x="252520" y="110969"/>
                  </a:cubicBezTo>
                  <a:cubicBezTo>
                    <a:pt x="252520" y="109986"/>
                    <a:pt x="252520" y="109004"/>
                    <a:pt x="252520" y="107992"/>
                  </a:cubicBezTo>
                  <a:cubicBezTo>
                    <a:pt x="253510" y="107736"/>
                    <a:pt x="254502" y="107489"/>
                    <a:pt x="255496" y="107248"/>
                  </a:cubicBezTo>
                  <a:cubicBezTo>
                    <a:pt x="255588" y="106757"/>
                    <a:pt x="255680" y="106266"/>
                    <a:pt x="255775" y="105760"/>
                  </a:cubicBezTo>
                  <a:cubicBezTo>
                    <a:pt x="256006" y="105023"/>
                    <a:pt x="256006" y="105023"/>
                    <a:pt x="256240" y="104271"/>
                  </a:cubicBezTo>
                  <a:cubicBezTo>
                    <a:pt x="257723" y="103993"/>
                    <a:pt x="259212" y="103745"/>
                    <a:pt x="260705" y="103527"/>
                  </a:cubicBezTo>
                  <a:cubicBezTo>
                    <a:pt x="260951" y="102790"/>
                    <a:pt x="261196" y="102054"/>
                    <a:pt x="261449" y="101295"/>
                  </a:cubicBezTo>
                  <a:cubicBezTo>
                    <a:pt x="262554" y="101134"/>
                    <a:pt x="262554" y="101134"/>
                    <a:pt x="263682" y="100969"/>
                  </a:cubicBezTo>
                  <a:cubicBezTo>
                    <a:pt x="264419" y="100831"/>
                    <a:pt x="265155" y="100693"/>
                    <a:pt x="265914" y="100551"/>
                  </a:cubicBezTo>
                  <a:cubicBezTo>
                    <a:pt x="266037" y="100059"/>
                    <a:pt x="266160" y="99568"/>
                    <a:pt x="266286" y="99062"/>
                  </a:cubicBezTo>
                  <a:cubicBezTo>
                    <a:pt x="266409" y="98571"/>
                    <a:pt x="266532" y="98080"/>
                    <a:pt x="266658" y="97574"/>
                  </a:cubicBezTo>
                  <a:cubicBezTo>
                    <a:pt x="268141" y="97296"/>
                    <a:pt x="269630" y="97048"/>
                    <a:pt x="271123" y="96830"/>
                  </a:cubicBezTo>
                  <a:cubicBezTo>
                    <a:pt x="271369" y="96093"/>
                    <a:pt x="271614" y="95356"/>
                    <a:pt x="271867" y="94597"/>
                  </a:cubicBezTo>
                  <a:cubicBezTo>
                    <a:pt x="274146" y="94086"/>
                    <a:pt x="274146" y="94086"/>
                    <a:pt x="276332" y="93853"/>
                  </a:cubicBezTo>
                  <a:cubicBezTo>
                    <a:pt x="276332" y="92871"/>
                    <a:pt x="276332" y="91889"/>
                    <a:pt x="276332" y="90877"/>
                  </a:cubicBezTo>
                  <a:cubicBezTo>
                    <a:pt x="278297" y="90631"/>
                    <a:pt x="280261" y="90386"/>
                    <a:pt x="282285" y="90133"/>
                  </a:cubicBezTo>
                  <a:cubicBezTo>
                    <a:pt x="282285" y="89150"/>
                    <a:pt x="282285" y="88168"/>
                    <a:pt x="282285" y="87156"/>
                  </a:cubicBezTo>
                  <a:cubicBezTo>
                    <a:pt x="283007" y="87079"/>
                    <a:pt x="283728" y="87003"/>
                    <a:pt x="284471" y="86923"/>
                  </a:cubicBezTo>
                  <a:cubicBezTo>
                    <a:pt x="285223" y="86755"/>
                    <a:pt x="285975" y="86586"/>
                    <a:pt x="286750" y="86412"/>
                  </a:cubicBezTo>
                  <a:cubicBezTo>
                    <a:pt x="286996" y="85675"/>
                    <a:pt x="287241" y="84938"/>
                    <a:pt x="287494" y="84179"/>
                  </a:cubicBezTo>
                  <a:cubicBezTo>
                    <a:pt x="289231" y="83683"/>
                    <a:pt x="290967" y="83187"/>
                    <a:pt x="292703" y="82691"/>
                  </a:cubicBezTo>
                  <a:cubicBezTo>
                    <a:pt x="292949" y="81954"/>
                    <a:pt x="293194" y="81218"/>
                    <a:pt x="293447" y="80459"/>
                  </a:cubicBezTo>
                  <a:cubicBezTo>
                    <a:pt x="294714" y="80298"/>
                    <a:pt x="294714" y="80298"/>
                    <a:pt x="296005" y="80133"/>
                  </a:cubicBezTo>
                  <a:cubicBezTo>
                    <a:pt x="296880" y="79995"/>
                    <a:pt x="297755" y="79857"/>
                    <a:pt x="298656" y="79715"/>
                  </a:cubicBezTo>
                  <a:cubicBezTo>
                    <a:pt x="299164" y="78728"/>
                    <a:pt x="299662" y="77737"/>
                    <a:pt x="300145" y="76738"/>
                  </a:cubicBezTo>
                  <a:cubicBezTo>
                    <a:pt x="302470" y="76552"/>
                    <a:pt x="302470" y="76552"/>
                    <a:pt x="304610" y="76738"/>
                  </a:cubicBezTo>
                  <a:cubicBezTo>
                    <a:pt x="304610" y="75756"/>
                    <a:pt x="304610" y="74774"/>
                    <a:pt x="304610" y="73761"/>
                  </a:cubicBezTo>
                  <a:cubicBezTo>
                    <a:pt x="305454" y="73700"/>
                    <a:pt x="306298" y="73639"/>
                    <a:pt x="307168" y="73575"/>
                  </a:cubicBezTo>
                  <a:cubicBezTo>
                    <a:pt x="308042" y="73391"/>
                    <a:pt x="308917" y="73207"/>
                    <a:pt x="309819" y="73017"/>
                  </a:cubicBezTo>
                  <a:cubicBezTo>
                    <a:pt x="309927" y="72523"/>
                    <a:pt x="310035" y="72029"/>
                    <a:pt x="310147" y="71520"/>
                  </a:cubicBezTo>
                  <a:cubicBezTo>
                    <a:pt x="310353" y="70788"/>
                    <a:pt x="310353" y="70788"/>
                    <a:pt x="310563" y="70041"/>
                  </a:cubicBezTo>
                  <a:cubicBezTo>
                    <a:pt x="312074" y="69666"/>
                    <a:pt x="312074" y="69666"/>
                    <a:pt x="313911" y="69622"/>
                  </a:cubicBezTo>
                  <a:cubicBezTo>
                    <a:pt x="315703" y="69621"/>
                    <a:pt x="315703" y="69621"/>
                    <a:pt x="317260" y="69297"/>
                  </a:cubicBezTo>
                  <a:cubicBezTo>
                    <a:pt x="317506" y="68560"/>
                    <a:pt x="317751" y="67823"/>
                    <a:pt x="318004" y="67064"/>
                  </a:cubicBezTo>
                  <a:cubicBezTo>
                    <a:pt x="319379" y="66683"/>
                    <a:pt x="319379" y="66683"/>
                    <a:pt x="321027" y="66553"/>
                  </a:cubicBezTo>
                  <a:cubicBezTo>
                    <a:pt x="321994" y="66476"/>
                    <a:pt x="322961" y="66399"/>
                    <a:pt x="323957" y="66320"/>
                  </a:cubicBezTo>
                  <a:cubicBezTo>
                    <a:pt x="323957" y="65338"/>
                    <a:pt x="323957" y="64356"/>
                    <a:pt x="323957" y="63344"/>
                  </a:cubicBezTo>
                  <a:cubicBezTo>
                    <a:pt x="324924" y="63420"/>
                    <a:pt x="325891" y="63497"/>
                    <a:pt x="326887" y="63576"/>
                  </a:cubicBezTo>
                  <a:cubicBezTo>
                    <a:pt x="328516" y="63643"/>
                    <a:pt x="328516" y="63643"/>
                    <a:pt x="329910" y="63344"/>
                  </a:cubicBezTo>
                  <a:cubicBezTo>
                    <a:pt x="330018" y="62730"/>
                    <a:pt x="330125" y="62116"/>
                    <a:pt x="330236" y="61483"/>
                  </a:cubicBezTo>
                  <a:cubicBezTo>
                    <a:pt x="330374" y="60869"/>
                    <a:pt x="330512" y="60255"/>
                    <a:pt x="330654" y="59623"/>
                  </a:cubicBezTo>
                  <a:cubicBezTo>
                    <a:pt x="332906" y="59256"/>
                    <a:pt x="335088" y="59417"/>
                    <a:pt x="337352" y="59623"/>
                  </a:cubicBezTo>
                  <a:cubicBezTo>
                    <a:pt x="337352" y="58641"/>
                    <a:pt x="337352" y="57658"/>
                    <a:pt x="337352" y="56646"/>
                  </a:cubicBezTo>
                  <a:cubicBezTo>
                    <a:pt x="338980" y="56108"/>
                    <a:pt x="338980" y="56108"/>
                    <a:pt x="341072" y="55856"/>
                  </a:cubicBezTo>
                  <a:cubicBezTo>
                    <a:pt x="343105" y="55654"/>
                    <a:pt x="343105" y="55654"/>
                    <a:pt x="344793" y="55158"/>
                  </a:cubicBezTo>
                  <a:cubicBezTo>
                    <a:pt x="344793" y="54421"/>
                    <a:pt x="344793" y="53685"/>
                    <a:pt x="344793" y="52926"/>
                  </a:cubicBezTo>
                  <a:cubicBezTo>
                    <a:pt x="345268" y="52960"/>
                    <a:pt x="345743" y="52995"/>
                    <a:pt x="346232" y="53030"/>
                  </a:cubicBezTo>
                  <a:cubicBezTo>
                    <a:pt x="346847" y="53057"/>
                    <a:pt x="347462" y="53084"/>
                    <a:pt x="348095" y="53112"/>
                  </a:cubicBezTo>
                  <a:cubicBezTo>
                    <a:pt x="348708" y="53146"/>
                    <a:pt x="349321" y="53181"/>
                    <a:pt x="349953" y="53216"/>
                  </a:cubicBezTo>
                  <a:cubicBezTo>
                    <a:pt x="350460" y="53120"/>
                    <a:pt x="350968" y="53024"/>
                    <a:pt x="351490" y="52926"/>
                  </a:cubicBezTo>
                  <a:cubicBezTo>
                    <a:pt x="351744" y="51935"/>
                    <a:pt x="351992" y="50943"/>
                    <a:pt x="352235" y="49949"/>
                  </a:cubicBezTo>
                  <a:cubicBezTo>
                    <a:pt x="353720" y="49600"/>
                    <a:pt x="353720" y="49600"/>
                    <a:pt x="355537" y="49577"/>
                  </a:cubicBezTo>
                  <a:cubicBezTo>
                    <a:pt x="357323" y="49615"/>
                    <a:pt x="357323" y="49615"/>
                    <a:pt x="358932" y="49205"/>
                  </a:cubicBezTo>
                  <a:cubicBezTo>
                    <a:pt x="359429" y="48213"/>
                    <a:pt x="359926" y="47221"/>
                    <a:pt x="360420" y="46228"/>
                  </a:cubicBezTo>
                  <a:cubicBezTo>
                    <a:pt x="362166" y="45837"/>
                    <a:pt x="363773" y="45856"/>
                    <a:pt x="365559" y="45833"/>
                  </a:cubicBezTo>
                  <a:cubicBezTo>
                    <a:pt x="366073" y="45718"/>
                    <a:pt x="366588" y="45603"/>
                    <a:pt x="367117" y="45484"/>
                  </a:cubicBezTo>
                  <a:cubicBezTo>
                    <a:pt x="367362" y="44994"/>
                    <a:pt x="367607" y="44504"/>
                    <a:pt x="367859" y="43999"/>
                  </a:cubicBezTo>
                  <a:cubicBezTo>
                    <a:pt x="368105" y="43507"/>
                    <a:pt x="368352" y="43015"/>
                    <a:pt x="368606" y="42508"/>
                  </a:cubicBezTo>
                  <a:cubicBezTo>
                    <a:pt x="370190" y="42133"/>
                    <a:pt x="370190" y="42133"/>
                    <a:pt x="372001" y="42089"/>
                  </a:cubicBezTo>
                  <a:cubicBezTo>
                    <a:pt x="373771" y="42088"/>
                    <a:pt x="373771" y="42088"/>
                    <a:pt x="375303" y="41763"/>
                  </a:cubicBezTo>
                  <a:cubicBezTo>
                    <a:pt x="375548" y="41027"/>
                    <a:pt x="375794" y="40290"/>
                    <a:pt x="376047" y="39531"/>
                  </a:cubicBezTo>
                  <a:cubicBezTo>
                    <a:pt x="377910" y="39313"/>
                    <a:pt x="377910" y="39313"/>
                    <a:pt x="380186" y="39391"/>
                  </a:cubicBezTo>
                  <a:cubicBezTo>
                    <a:pt x="380939" y="39412"/>
                    <a:pt x="381692" y="39432"/>
                    <a:pt x="382468" y="39453"/>
                  </a:cubicBezTo>
                  <a:cubicBezTo>
                    <a:pt x="383050" y="39478"/>
                    <a:pt x="383633" y="39504"/>
                    <a:pt x="384233" y="39531"/>
                  </a:cubicBezTo>
                  <a:cubicBezTo>
                    <a:pt x="384233" y="38303"/>
                    <a:pt x="384233" y="37075"/>
                    <a:pt x="384233" y="35810"/>
                  </a:cubicBezTo>
                  <a:cubicBezTo>
                    <a:pt x="387179" y="35810"/>
                    <a:pt x="390126" y="35810"/>
                    <a:pt x="393162" y="35810"/>
                  </a:cubicBezTo>
                  <a:cubicBezTo>
                    <a:pt x="393162" y="34828"/>
                    <a:pt x="393162" y="33846"/>
                    <a:pt x="393162" y="32834"/>
                  </a:cubicBezTo>
                  <a:cubicBezTo>
                    <a:pt x="393682" y="32789"/>
                    <a:pt x="394202" y="32744"/>
                    <a:pt x="394738" y="32697"/>
                  </a:cubicBezTo>
                  <a:cubicBezTo>
                    <a:pt x="395415" y="32635"/>
                    <a:pt x="396092" y="32572"/>
                    <a:pt x="396790" y="32508"/>
                  </a:cubicBezTo>
                  <a:cubicBezTo>
                    <a:pt x="397463" y="32448"/>
                    <a:pt x="398137" y="32387"/>
                    <a:pt x="398831" y="32325"/>
                  </a:cubicBezTo>
                  <a:cubicBezTo>
                    <a:pt x="400612" y="32186"/>
                    <a:pt x="400612" y="32186"/>
                    <a:pt x="402092" y="31345"/>
                  </a:cubicBezTo>
                  <a:cubicBezTo>
                    <a:pt x="402092" y="30609"/>
                    <a:pt x="402092" y="29872"/>
                    <a:pt x="402092" y="29113"/>
                  </a:cubicBezTo>
                  <a:cubicBezTo>
                    <a:pt x="405284" y="29113"/>
                    <a:pt x="408477" y="29113"/>
                    <a:pt x="411766" y="29113"/>
                  </a:cubicBezTo>
                  <a:cubicBezTo>
                    <a:pt x="411766" y="28131"/>
                    <a:pt x="411766" y="27149"/>
                    <a:pt x="411766" y="26136"/>
                  </a:cubicBezTo>
                  <a:cubicBezTo>
                    <a:pt x="412549" y="26029"/>
                    <a:pt x="413331" y="25922"/>
                    <a:pt x="414138" y="25811"/>
                  </a:cubicBezTo>
                  <a:cubicBezTo>
                    <a:pt x="415074" y="25673"/>
                    <a:pt x="416010" y="25535"/>
                    <a:pt x="416975" y="25392"/>
                  </a:cubicBezTo>
                  <a:cubicBezTo>
                    <a:pt x="418034" y="25254"/>
                    <a:pt x="418034" y="25254"/>
                    <a:pt x="419114" y="25113"/>
                  </a:cubicBezTo>
                  <a:cubicBezTo>
                    <a:pt x="419636" y="24960"/>
                    <a:pt x="420158" y="24806"/>
                    <a:pt x="420695" y="24648"/>
                  </a:cubicBezTo>
                  <a:cubicBezTo>
                    <a:pt x="420941" y="23912"/>
                    <a:pt x="421187" y="23175"/>
                    <a:pt x="421440" y="22416"/>
                  </a:cubicBezTo>
                  <a:cubicBezTo>
                    <a:pt x="423952" y="22095"/>
                    <a:pt x="426419" y="22088"/>
                    <a:pt x="428951" y="22047"/>
                  </a:cubicBezTo>
                  <a:cubicBezTo>
                    <a:pt x="429664" y="21923"/>
                    <a:pt x="430378" y="21799"/>
                    <a:pt x="431113" y="21672"/>
                  </a:cubicBezTo>
                  <a:cubicBezTo>
                    <a:pt x="431236" y="21181"/>
                    <a:pt x="431359" y="20689"/>
                    <a:pt x="431486" y="20183"/>
                  </a:cubicBezTo>
                  <a:cubicBezTo>
                    <a:pt x="431608" y="19692"/>
                    <a:pt x="431731" y="19201"/>
                    <a:pt x="431858" y="18695"/>
                  </a:cubicBezTo>
                  <a:cubicBezTo>
                    <a:pt x="434020" y="18320"/>
                    <a:pt x="434020" y="18320"/>
                    <a:pt x="436695" y="18276"/>
                  </a:cubicBezTo>
                  <a:cubicBezTo>
                    <a:pt x="439290" y="18277"/>
                    <a:pt x="439290" y="18277"/>
                    <a:pt x="441531" y="17951"/>
                  </a:cubicBezTo>
                  <a:cubicBezTo>
                    <a:pt x="441777" y="17214"/>
                    <a:pt x="442023" y="16478"/>
                    <a:pt x="442276" y="15719"/>
                  </a:cubicBezTo>
                  <a:cubicBezTo>
                    <a:pt x="444981" y="15397"/>
                    <a:pt x="447645" y="15391"/>
                    <a:pt x="450368" y="15349"/>
                  </a:cubicBezTo>
                  <a:cubicBezTo>
                    <a:pt x="451519" y="15164"/>
                    <a:pt x="451519" y="15164"/>
                    <a:pt x="452694" y="14974"/>
                  </a:cubicBezTo>
                  <a:cubicBezTo>
                    <a:pt x="452853" y="14242"/>
                    <a:pt x="452853" y="14242"/>
                    <a:pt x="453016" y="13495"/>
                  </a:cubicBezTo>
                  <a:cubicBezTo>
                    <a:pt x="453225" y="12754"/>
                    <a:pt x="453225" y="12754"/>
                    <a:pt x="453438" y="11998"/>
                  </a:cubicBezTo>
                  <a:cubicBezTo>
                    <a:pt x="455525" y="11644"/>
                    <a:pt x="457341" y="11479"/>
                    <a:pt x="459437" y="11440"/>
                  </a:cubicBezTo>
                  <a:cubicBezTo>
                    <a:pt x="460002" y="11418"/>
                    <a:pt x="460566" y="11396"/>
                    <a:pt x="461148" y="11373"/>
                  </a:cubicBezTo>
                  <a:cubicBezTo>
                    <a:pt x="462546" y="11320"/>
                    <a:pt x="463945" y="11285"/>
                    <a:pt x="465344" y="11254"/>
                  </a:cubicBezTo>
                  <a:cubicBezTo>
                    <a:pt x="465344" y="10517"/>
                    <a:pt x="465344" y="9780"/>
                    <a:pt x="465344" y="9021"/>
                  </a:cubicBezTo>
                  <a:cubicBezTo>
                    <a:pt x="466132" y="8976"/>
                    <a:pt x="466921" y="8931"/>
                    <a:pt x="467733" y="8885"/>
                  </a:cubicBezTo>
                  <a:cubicBezTo>
                    <a:pt x="468766" y="8822"/>
                    <a:pt x="469799" y="8759"/>
                    <a:pt x="470832" y="8696"/>
                  </a:cubicBezTo>
                  <a:cubicBezTo>
                    <a:pt x="471352" y="8666"/>
                    <a:pt x="471872" y="8637"/>
                    <a:pt x="472407" y="8607"/>
                  </a:cubicBezTo>
                  <a:cubicBezTo>
                    <a:pt x="475296" y="8469"/>
                    <a:pt x="475296" y="8469"/>
                    <a:pt x="477994" y="7533"/>
                  </a:cubicBezTo>
                  <a:cubicBezTo>
                    <a:pt x="478240" y="6796"/>
                    <a:pt x="478485" y="6060"/>
                    <a:pt x="478738" y="5301"/>
                  </a:cubicBezTo>
                  <a:cubicBezTo>
                    <a:pt x="480177" y="5026"/>
                    <a:pt x="480177" y="5026"/>
                    <a:pt x="482041" y="5024"/>
                  </a:cubicBezTo>
                  <a:cubicBezTo>
                    <a:pt x="483039" y="5005"/>
                    <a:pt x="483039" y="5005"/>
                    <a:pt x="484058" y="4985"/>
                  </a:cubicBezTo>
                  <a:cubicBezTo>
                    <a:pt x="485473" y="4978"/>
                    <a:pt x="486887" y="4975"/>
                    <a:pt x="488302" y="4974"/>
                  </a:cubicBezTo>
                  <a:cubicBezTo>
                    <a:pt x="488968" y="4960"/>
                    <a:pt x="489633" y="4946"/>
                    <a:pt x="490319" y="4931"/>
                  </a:cubicBezTo>
                  <a:cubicBezTo>
                    <a:pt x="491241" y="4929"/>
                    <a:pt x="491241" y="4929"/>
                    <a:pt x="492182" y="4927"/>
                  </a:cubicBezTo>
                  <a:cubicBezTo>
                    <a:pt x="492657" y="4805"/>
                    <a:pt x="493132" y="4682"/>
                    <a:pt x="493621" y="4556"/>
                  </a:cubicBezTo>
                  <a:cubicBezTo>
                    <a:pt x="493727" y="4064"/>
                    <a:pt x="493832" y="3571"/>
                    <a:pt x="493941" y="3063"/>
                  </a:cubicBezTo>
                  <a:cubicBezTo>
                    <a:pt x="494081" y="2573"/>
                    <a:pt x="494221" y="2084"/>
                    <a:pt x="494365" y="1580"/>
                  </a:cubicBezTo>
                  <a:cubicBezTo>
                    <a:pt x="496158" y="1242"/>
                    <a:pt x="496158" y="1242"/>
                    <a:pt x="498508" y="1289"/>
                  </a:cubicBezTo>
                  <a:cubicBezTo>
                    <a:pt x="499345" y="1299"/>
                    <a:pt x="500181" y="1308"/>
                    <a:pt x="501044" y="1318"/>
                  </a:cubicBezTo>
                  <a:cubicBezTo>
                    <a:pt x="501925" y="1343"/>
                    <a:pt x="502806" y="1368"/>
                    <a:pt x="503714" y="1394"/>
                  </a:cubicBezTo>
                  <a:cubicBezTo>
                    <a:pt x="505040" y="1414"/>
                    <a:pt x="505040" y="1414"/>
                    <a:pt x="506392" y="1435"/>
                  </a:cubicBezTo>
                  <a:cubicBezTo>
                    <a:pt x="508585" y="1470"/>
                    <a:pt x="510777" y="1519"/>
                    <a:pt x="512969" y="1580"/>
                  </a:cubicBezTo>
                  <a:cubicBezTo>
                    <a:pt x="512969" y="1089"/>
                    <a:pt x="512969" y="598"/>
                    <a:pt x="512969" y="92"/>
                  </a:cubicBezTo>
                  <a:close/>
                </a:path>
              </a:pathLst>
            </a:custGeom>
            <a:grpFill/>
            <a:ln w="744" cap="flat">
              <a:noFill/>
              <a:prstDash val="solid"/>
              <a:miter/>
            </a:ln>
          </p:spPr>
          <p:txBody>
            <a:bodyPr rtlCol="0" anchor="ctr"/>
            <a:lstStyle/>
            <a:p>
              <a:endParaRPr lang="zh-CN" altLang="en-US"/>
            </a:p>
          </p:txBody>
        </p:sp>
        <p:sp>
          <p:nvSpPr>
            <p:cNvPr id="90" name="任意多边形: 形状 89"/>
            <p:cNvSpPr/>
            <p:nvPr/>
          </p:nvSpPr>
          <p:spPr>
            <a:xfrm>
              <a:off x="10595562" y="624325"/>
              <a:ext cx="279567" cy="539886"/>
            </a:xfrm>
            <a:custGeom>
              <a:avLst/>
              <a:gdLst>
                <a:gd name="connsiteX0" fmla="*/ 174025 w 279567"/>
                <a:gd name="connsiteY0" fmla="*/ 173539 h 539886"/>
                <a:gd name="connsiteX1" fmla="*/ 171250 w 279567"/>
                <a:gd name="connsiteY1" fmla="*/ 173580 h 539886"/>
                <a:gd name="connsiteX2" fmla="*/ 162081 w 279567"/>
                <a:gd name="connsiteY2" fmla="*/ 173609 h 539886"/>
                <a:gd name="connsiteX3" fmla="*/ 153855 w 279567"/>
                <a:gd name="connsiteY3" fmla="*/ 173652 h 539886"/>
                <a:gd name="connsiteX4" fmla="*/ 138328 w 279567"/>
                <a:gd name="connsiteY4" fmla="*/ 173721 h 539886"/>
                <a:gd name="connsiteX5" fmla="*/ 120507 w 279567"/>
                <a:gd name="connsiteY5" fmla="*/ 173809 h 539886"/>
                <a:gd name="connsiteX6" fmla="*/ 82124 w 279567"/>
                <a:gd name="connsiteY6" fmla="*/ 174002 h 539886"/>
                <a:gd name="connsiteX7" fmla="*/ 81823 w 279567"/>
                <a:gd name="connsiteY7" fmla="*/ 188213 h 539886"/>
                <a:gd name="connsiteX8" fmla="*/ 81706 w 279567"/>
                <a:gd name="connsiteY8" fmla="*/ 194001 h 539886"/>
                <a:gd name="connsiteX9" fmla="*/ 81524 w 279567"/>
                <a:gd name="connsiteY9" fmla="*/ 202554 h 539886"/>
                <a:gd name="connsiteX10" fmla="*/ 81470 w 279567"/>
                <a:gd name="connsiteY10" fmla="*/ 205250 h 539886"/>
                <a:gd name="connsiteX11" fmla="*/ 81409 w 279567"/>
                <a:gd name="connsiteY11" fmla="*/ 207890 h 539886"/>
                <a:gd name="connsiteX12" fmla="*/ 81364 w 279567"/>
                <a:gd name="connsiteY12" fmla="*/ 210328 h 539886"/>
                <a:gd name="connsiteX13" fmla="*/ 82124 w 279567"/>
                <a:gd name="connsiteY13" fmla="*/ 215674 h 539886"/>
                <a:gd name="connsiteX14" fmla="*/ 83759 w 279567"/>
                <a:gd name="connsiteY14" fmla="*/ 215859 h 539886"/>
                <a:gd name="connsiteX15" fmla="*/ 85966 w 279567"/>
                <a:gd name="connsiteY15" fmla="*/ 215858 h 539886"/>
                <a:gd name="connsiteX16" fmla="*/ 88489 w 279567"/>
                <a:gd name="connsiteY16" fmla="*/ 215867 h 539886"/>
                <a:gd name="connsiteX17" fmla="*/ 91282 w 279567"/>
                <a:gd name="connsiteY17" fmla="*/ 215855 h 539886"/>
                <a:gd name="connsiteX18" fmla="*/ 100509 w 279567"/>
                <a:gd name="connsiteY18" fmla="*/ 215854 h 539886"/>
                <a:gd name="connsiteX19" fmla="*/ 108790 w 279567"/>
                <a:gd name="connsiteY19" fmla="*/ 215844 h 539886"/>
                <a:gd name="connsiteX20" fmla="*/ 122638 w 279567"/>
                <a:gd name="connsiteY20" fmla="*/ 215831 h 539886"/>
                <a:gd name="connsiteX21" fmla="*/ 138795 w 279567"/>
                <a:gd name="connsiteY21" fmla="*/ 215812 h 539886"/>
                <a:gd name="connsiteX22" fmla="*/ 154429 w 279567"/>
                <a:gd name="connsiteY22" fmla="*/ 215804 h 539886"/>
                <a:gd name="connsiteX23" fmla="*/ 161059 w 279567"/>
                <a:gd name="connsiteY23" fmla="*/ 215798 h 539886"/>
                <a:gd name="connsiteX24" fmla="*/ 169015 w 279567"/>
                <a:gd name="connsiteY24" fmla="*/ 215789 h 539886"/>
                <a:gd name="connsiteX25" fmla="*/ 171937 w 279567"/>
                <a:gd name="connsiteY25" fmla="*/ 215782 h 539886"/>
                <a:gd name="connsiteX26" fmla="*/ 174730 w 279567"/>
                <a:gd name="connsiteY26" fmla="*/ 215783 h 539886"/>
                <a:gd name="connsiteX27" fmla="*/ 177253 w 279567"/>
                <a:gd name="connsiteY27" fmla="*/ 215773 h 539886"/>
                <a:gd name="connsiteX28" fmla="*/ 181839 w 279567"/>
                <a:gd name="connsiteY28" fmla="*/ 214930 h 539886"/>
                <a:gd name="connsiteX29" fmla="*/ 181518 w 279567"/>
                <a:gd name="connsiteY29" fmla="*/ 213609 h 539886"/>
                <a:gd name="connsiteX30" fmla="*/ 181011 w 279567"/>
                <a:gd name="connsiteY30" fmla="*/ 210321 h 539886"/>
                <a:gd name="connsiteX31" fmla="*/ 181022 w 279567"/>
                <a:gd name="connsiteY31" fmla="*/ 208532 h 539886"/>
                <a:gd name="connsiteX32" fmla="*/ 181030 w 279567"/>
                <a:gd name="connsiteY32" fmla="*/ 206492 h 539886"/>
                <a:gd name="connsiteX33" fmla="*/ 181049 w 279567"/>
                <a:gd name="connsiteY33" fmla="*/ 204305 h 539886"/>
                <a:gd name="connsiteX34" fmla="*/ 181095 w 279567"/>
                <a:gd name="connsiteY34" fmla="*/ 194884 h 539886"/>
                <a:gd name="connsiteX35" fmla="*/ 181133 w 279567"/>
                <a:gd name="connsiteY35" fmla="*/ 187734 h 539886"/>
                <a:gd name="connsiteX36" fmla="*/ 181142 w 279567"/>
                <a:gd name="connsiteY36" fmla="*/ 185469 h 539886"/>
                <a:gd name="connsiteX37" fmla="*/ 181160 w 279567"/>
                <a:gd name="connsiteY37" fmla="*/ 183287 h 539886"/>
                <a:gd name="connsiteX38" fmla="*/ 181168 w 279567"/>
                <a:gd name="connsiteY38" fmla="*/ 181240 h 539886"/>
                <a:gd name="connsiteX39" fmla="*/ 180351 w 279567"/>
                <a:gd name="connsiteY39" fmla="*/ 174002 h 539886"/>
                <a:gd name="connsiteX40" fmla="*/ 178725 w 279567"/>
                <a:gd name="connsiteY40" fmla="*/ 173544 h 539886"/>
                <a:gd name="connsiteX41" fmla="*/ 176532 w 279567"/>
                <a:gd name="connsiteY41" fmla="*/ 173554 h 539886"/>
                <a:gd name="connsiteX42" fmla="*/ 174025 w 279567"/>
                <a:gd name="connsiteY42" fmla="*/ 173539 h 539886"/>
                <a:gd name="connsiteX43" fmla="*/ 174721 w 279567"/>
                <a:gd name="connsiteY43" fmla="*/ 67915 h 539886"/>
                <a:gd name="connsiteX44" fmla="*/ 171925 w 279567"/>
                <a:gd name="connsiteY44" fmla="*/ 67939 h 539886"/>
                <a:gd name="connsiteX45" fmla="*/ 162687 w 279567"/>
                <a:gd name="connsiteY45" fmla="*/ 67957 h 539886"/>
                <a:gd name="connsiteX46" fmla="*/ 154398 w 279567"/>
                <a:gd name="connsiteY46" fmla="*/ 67983 h 539886"/>
                <a:gd name="connsiteX47" fmla="*/ 138754 w 279567"/>
                <a:gd name="connsiteY47" fmla="*/ 68024 h 539886"/>
                <a:gd name="connsiteX48" fmla="*/ 120798 w 279567"/>
                <a:gd name="connsiteY48" fmla="*/ 68077 h 539886"/>
                <a:gd name="connsiteX49" fmla="*/ 82124 w 279567"/>
                <a:gd name="connsiteY49" fmla="*/ 68193 h 539886"/>
                <a:gd name="connsiteX50" fmla="*/ 82124 w 279567"/>
                <a:gd name="connsiteY50" fmla="*/ 109865 h 539886"/>
                <a:gd name="connsiteX51" fmla="*/ 119027 w 279567"/>
                <a:gd name="connsiteY51" fmla="*/ 109902 h 539886"/>
                <a:gd name="connsiteX52" fmla="*/ 136961 w 279567"/>
                <a:gd name="connsiteY52" fmla="*/ 109918 h 539886"/>
                <a:gd name="connsiteX53" fmla="*/ 152719 w 279567"/>
                <a:gd name="connsiteY53" fmla="*/ 109934 h 539886"/>
                <a:gd name="connsiteX54" fmla="*/ 161034 w 279567"/>
                <a:gd name="connsiteY54" fmla="*/ 109940 h 539886"/>
                <a:gd name="connsiteX55" fmla="*/ 168999 w 279567"/>
                <a:gd name="connsiteY55" fmla="*/ 109949 h 539886"/>
                <a:gd name="connsiteX56" fmla="*/ 171925 w 279567"/>
                <a:gd name="connsiteY56" fmla="*/ 109949 h 539886"/>
                <a:gd name="connsiteX57" fmla="*/ 174721 w 279567"/>
                <a:gd name="connsiteY57" fmla="*/ 109957 h 539886"/>
                <a:gd name="connsiteX58" fmla="*/ 177248 w 279567"/>
                <a:gd name="connsiteY58" fmla="*/ 109954 h 539886"/>
                <a:gd name="connsiteX59" fmla="*/ 179457 w 279567"/>
                <a:gd name="connsiteY59" fmla="*/ 109956 h 539886"/>
                <a:gd name="connsiteX60" fmla="*/ 181839 w 279567"/>
                <a:gd name="connsiteY60" fmla="*/ 109120 h 539886"/>
                <a:gd name="connsiteX61" fmla="*/ 181519 w 279567"/>
                <a:gd name="connsiteY61" fmla="*/ 107802 h 539886"/>
                <a:gd name="connsiteX62" fmla="*/ 181000 w 279567"/>
                <a:gd name="connsiteY62" fmla="*/ 104496 h 539886"/>
                <a:gd name="connsiteX63" fmla="*/ 180998 w 279567"/>
                <a:gd name="connsiteY63" fmla="*/ 102687 h 539886"/>
                <a:gd name="connsiteX64" fmla="*/ 180991 w 279567"/>
                <a:gd name="connsiteY64" fmla="*/ 100626 h 539886"/>
                <a:gd name="connsiteX65" fmla="*/ 180996 w 279567"/>
                <a:gd name="connsiteY65" fmla="*/ 98418 h 539886"/>
                <a:gd name="connsiteX66" fmla="*/ 180993 w 279567"/>
                <a:gd name="connsiteY66" fmla="*/ 93787 h 539886"/>
                <a:gd name="connsiteX67" fmla="*/ 180998 w 279567"/>
                <a:gd name="connsiteY67" fmla="*/ 86487 h 539886"/>
                <a:gd name="connsiteX68" fmla="*/ 180994 w 279567"/>
                <a:gd name="connsiteY68" fmla="*/ 81717 h 539886"/>
                <a:gd name="connsiteX69" fmla="*/ 180996 w 279567"/>
                <a:gd name="connsiteY69" fmla="*/ 79442 h 539886"/>
                <a:gd name="connsiteX70" fmla="*/ 180991 w 279567"/>
                <a:gd name="connsiteY70" fmla="*/ 77225 h 539886"/>
                <a:gd name="connsiteX71" fmla="*/ 180998 w 279567"/>
                <a:gd name="connsiteY71" fmla="*/ 75177 h 539886"/>
                <a:gd name="connsiteX72" fmla="*/ 181095 w 279567"/>
                <a:gd name="connsiteY72" fmla="*/ 71913 h 539886"/>
                <a:gd name="connsiteX73" fmla="*/ 181095 w 279567"/>
                <a:gd name="connsiteY73" fmla="*/ 68193 h 539886"/>
                <a:gd name="connsiteX74" fmla="*/ 179457 w 279567"/>
                <a:gd name="connsiteY74" fmla="*/ 67918 h 539886"/>
                <a:gd name="connsiteX75" fmla="*/ 177248 w 279567"/>
                <a:gd name="connsiteY75" fmla="*/ 67924 h 539886"/>
                <a:gd name="connsiteX76" fmla="*/ 174721 w 279567"/>
                <a:gd name="connsiteY76" fmla="*/ 67915 h 539886"/>
                <a:gd name="connsiteX77" fmla="*/ 28316 w 279567"/>
                <a:gd name="connsiteY77" fmla="*/ 0 h 539886"/>
                <a:gd name="connsiteX78" fmla="*/ 30879 w 279567"/>
                <a:gd name="connsiteY78" fmla="*/ 26 h 539886"/>
                <a:gd name="connsiteX79" fmla="*/ 33573 w 279567"/>
                <a:gd name="connsiteY79" fmla="*/ 19 h 539886"/>
                <a:gd name="connsiteX80" fmla="*/ 41022 w 279567"/>
                <a:gd name="connsiteY80" fmla="*/ 39 h 539886"/>
                <a:gd name="connsiteX81" fmla="*/ 49161 w 279567"/>
                <a:gd name="connsiteY81" fmla="*/ 45 h 539886"/>
                <a:gd name="connsiteX82" fmla="*/ 64980 w 279567"/>
                <a:gd name="connsiteY82" fmla="*/ 76 h 539886"/>
                <a:gd name="connsiteX83" fmla="*/ 83266 w 279567"/>
                <a:gd name="connsiteY83" fmla="*/ 103 h 539886"/>
                <a:gd name="connsiteX84" fmla="*/ 131576 w 279567"/>
                <a:gd name="connsiteY84" fmla="*/ 198 h 539886"/>
                <a:gd name="connsiteX85" fmla="*/ 240546 w 279567"/>
                <a:gd name="connsiteY85" fmla="*/ 384 h 539886"/>
                <a:gd name="connsiteX86" fmla="*/ 240546 w 279567"/>
                <a:gd name="connsiteY86" fmla="*/ 280181 h 539886"/>
                <a:gd name="connsiteX87" fmla="*/ 159434 w 279567"/>
                <a:gd name="connsiteY87" fmla="*/ 280925 h 539886"/>
                <a:gd name="connsiteX88" fmla="*/ 161667 w 279567"/>
                <a:gd name="connsiteY88" fmla="*/ 283158 h 539886"/>
                <a:gd name="connsiteX89" fmla="*/ 162085 w 279567"/>
                <a:gd name="connsiteY89" fmla="*/ 287343 h 539886"/>
                <a:gd name="connsiteX90" fmla="*/ 162411 w 279567"/>
                <a:gd name="connsiteY90" fmla="*/ 291343 h 539886"/>
                <a:gd name="connsiteX91" fmla="*/ 163899 w 279567"/>
                <a:gd name="connsiteY91" fmla="*/ 292087 h 539886"/>
                <a:gd name="connsiteX92" fmla="*/ 164315 w 279567"/>
                <a:gd name="connsiteY92" fmla="*/ 299017 h 539886"/>
                <a:gd name="connsiteX93" fmla="*/ 164643 w 279567"/>
                <a:gd name="connsiteY93" fmla="*/ 301017 h 539886"/>
                <a:gd name="connsiteX94" fmla="*/ 166876 w 279567"/>
                <a:gd name="connsiteY94" fmla="*/ 301761 h 539886"/>
                <a:gd name="connsiteX95" fmla="*/ 167318 w 279567"/>
                <a:gd name="connsiteY95" fmla="*/ 308691 h 539886"/>
                <a:gd name="connsiteX96" fmla="*/ 167620 w 279567"/>
                <a:gd name="connsiteY96" fmla="*/ 310691 h 539886"/>
                <a:gd name="connsiteX97" fmla="*/ 169852 w 279567"/>
                <a:gd name="connsiteY97" fmla="*/ 311435 h 539886"/>
                <a:gd name="connsiteX98" fmla="*/ 170271 w 279567"/>
                <a:gd name="connsiteY98" fmla="*/ 315900 h 539886"/>
                <a:gd name="connsiteX99" fmla="*/ 170597 w 279567"/>
                <a:gd name="connsiteY99" fmla="*/ 320365 h 539886"/>
                <a:gd name="connsiteX100" fmla="*/ 172085 w 279567"/>
                <a:gd name="connsiteY100" fmla="*/ 321109 h 539886"/>
                <a:gd name="connsiteX101" fmla="*/ 172501 w 279567"/>
                <a:gd name="connsiteY101" fmla="*/ 326876 h 539886"/>
                <a:gd name="connsiteX102" fmla="*/ 172829 w 279567"/>
                <a:gd name="connsiteY102" fmla="*/ 328550 h 539886"/>
                <a:gd name="connsiteX103" fmla="*/ 175061 w 279567"/>
                <a:gd name="connsiteY103" fmla="*/ 329294 h 539886"/>
                <a:gd name="connsiteX104" fmla="*/ 175480 w 279567"/>
                <a:gd name="connsiteY104" fmla="*/ 332643 h 539886"/>
                <a:gd name="connsiteX105" fmla="*/ 175806 w 279567"/>
                <a:gd name="connsiteY105" fmla="*/ 335992 h 539886"/>
                <a:gd name="connsiteX106" fmla="*/ 177294 w 279567"/>
                <a:gd name="connsiteY106" fmla="*/ 336736 h 539886"/>
                <a:gd name="connsiteX107" fmla="*/ 177294 w 279567"/>
                <a:gd name="connsiteY107" fmla="*/ 335247 h 539886"/>
                <a:gd name="connsiteX108" fmla="*/ 178736 w 279567"/>
                <a:gd name="connsiteY108" fmla="*/ 334922 h 539886"/>
                <a:gd name="connsiteX109" fmla="*/ 180270 w 279567"/>
                <a:gd name="connsiteY109" fmla="*/ 334503 h 539886"/>
                <a:gd name="connsiteX110" fmla="*/ 181015 w 279567"/>
                <a:gd name="connsiteY110" fmla="*/ 332271 h 539886"/>
                <a:gd name="connsiteX111" fmla="*/ 183247 w 279567"/>
                <a:gd name="connsiteY111" fmla="*/ 330783 h 539886"/>
                <a:gd name="connsiteX112" fmla="*/ 183991 w 279567"/>
                <a:gd name="connsiteY112" fmla="*/ 328550 h 539886"/>
                <a:gd name="connsiteX113" fmla="*/ 186224 w 279567"/>
                <a:gd name="connsiteY113" fmla="*/ 327806 h 539886"/>
                <a:gd name="connsiteX114" fmla="*/ 186921 w 279567"/>
                <a:gd name="connsiteY114" fmla="*/ 326318 h 539886"/>
                <a:gd name="connsiteX115" fmla="*/ 187712 w 279567"/>
                <a:gd name="connsiteY115" fmla="*/ 324829 h 539886"/>
                <a:gd name="connsiteX116" fmla="*/ 189247 w 279567"/>
                <a:gd name="connsiteY116" fmla="*/ 324457 h 539886"/>
                <a:gd name="connsiteX117" fmla="*/ 190688 w 279567"/>
                <a:gd name="connsiteY117" fmla="*/ 324085 h 539886"/>
                <a:gd name="connsiteX118" fmla="*/ 191060 w 279567"/>
                <a:gd name="connsiteY118" fmla="*/ 322551 h 539886"/>
                <a:gd name="connsiteX119" fmla="*/ 191433 w 279567"/>
                <a:gd name="connsiteY119" fmla="*/ 321109 h 539886"/>
                <a:gd name="connsiteX120" fmla="*/ 194409 w 279567"/>
                <a:gd name="connsiteY120" fmla="*/ 321109 h 539886"/>
                <a:gd name="connsiteX121" fmla="*/ 194409 w 279567"/>
                <a:gd name="connsiteY121" fmla="*/ 318132 h 539886"/>
                <a:gd name="connsiteX122" fmla="*/ 197386 w 279567"/>
                <a:gd name="connsiteY122" fmla="*/ 318132 h 539886"/>
                <a:gd name="connsiteX123" fmla="*/ 198130 w 279567"/>
                <a:gd name="connsiteY123" fmla="*/ 315156 h 539886"/>
                <a:gd name="connsiteX124" fmla="*/ 200362 w 279567"/>
                <a:gd name="connsiteY124" fmla="*/ 314412 h 539886"/>
                <a:gd name="connsiteX125" fmla="*/ 201106 w 279567"/>
                <a:gd name="connsiteY125" fmla="*/ 311435 h 539886"/>
                <a:gd name="connsiteX126" fmla="*/ 202595 w 279567"/>
                <a:gd name="connsiteY126" fmla="*/ 311435 h 539886"/>
                <a:gd name="connsiteX127" fmla="*/ 203246 w 279567"/>
                <a:gd name="connsiteY127" fmla="*/ 309621 h 539886"/>
                <a:gd name="connsiteX128" fmla="*/ 204083 w 279567"/>
                <a:gd name="connsiteY128" fmla="*/ 307714 h 539886"/>
                <a:gd name="connsiteX129" fmla="*/ 207059 w 279567"/>
                <a:gd name="connsiteY129" fmla="*/ 306970 h 539886"/>
                <a:gd name="connsiteX130" fmla="*/ 208548 w 279567"/>
                <a:gd name="connsiteY130" fmla="*/ 303249 h 539886"/>
                <a:gd name="connsiteX131" fmla="*/ 210036 w 279567"/>
                <a:gd name="connsiteY131" fmla="*/ 303249 h 539886"/>
                <a:gd name="connsiteX132" fmla="*/ 210036 w 279567"/>
                <a:gd name="connsiteY132" fmla="*/ 301017 h 539886"/>
                <a:gd name="connsiteX133" fmla="*/ 211478 w 279567"/>
                <a:gd name="connsiteY133" fmla="*/ 300691 h 539886"/>
                <a:gd name="connsiteX134" fmla="*/ 213013 w 279567"/>
                <a:gd name="connsiteY134" fmla="*/ 300273 h 539886"/>
                <a:gd name="connsiteX135" fmla="*/ 213757 w 279567"/>
                <a:gd name="connsiteY135" fmla="*/ 297296 h 539886"/>
                <a:gd name="connsiteX136" fmla="*/ 215989 w 279567"/>
                <a:gd name="connsiteY136" fmla="*/ 297296 h 539886"/>
                <a:gd name="connsiteX137" fmla="*/ 215989 w 279567"/>
                <a:gd name="connsiteY137" fmla="*/ 294320 h 539886"/>
                <a:gd name="connsiteX138" fmla="*/ 218222 w 279567"/>
                <a:gd name="connsiteY138" fmla="*/ 293576 h 539886"/>
                <a:gd name="connsiteX139" fmla="*/ 218594 w 279567"/>
                <a:gd name="connsiteY139" fmla="*/ 292087 h 539886"/>
                <a:gd name="connsiteX140" fmla="*/ 218966 w 279567"/>
                <a:gd name="connsiteY140" fmla="*/ 290599 h 539886"/>
                <a:gd name="connsiteX141" fmla="*/ 221198 w 279567"/>
                <a:gd name="connsiteY141" fmla="*/ 289855 h 539886"/>
                <a:gd name="connsiteX142" fmla="*/ 221942 w 279567"/>
                <a:gd name="connsiteY142" fmla="*/ 287622 h 539886"/>
                <a:gd name="connsiteX143" fmla="*/ 223431 w 279567"/>
                <a:gd name="connsiteY143" fmla="*/ 286878 h 539886"/>
                <a:gd name="connsiteX144" fmla="*/ 223663 w 279567"/>
                <a:gd name="connsiteY144" fmla="*/ 285483 h 539886"/>
                <a:gd name="connsiteX145" fmla="*/ 225896 w 279567"/>
                <a:gd name="connsiteY145" fmla="*/ 282646 h 539886"/>
                <a:gd name="connsiteX146" fmla="*/ 227895 w 279567"/>
                <a:gd name="connsiteY146" fmla="*/ 281669 h 539886"/>
                <a:gd name="connsiteX147" fmla="*/ 229384 w 279567"/>
                <a:gd name="connsiteY147" fmla="*/ 280925 h 539886"/>
                <a:gd name="connsiteX148" fmla="*/ 232872 w 279567"/>
                <a:gd name="connsiteY148" fmla="*/ 282600 h 539886"/>
                <a:gd name="connsiteX149" fmla="*/ 235337 w 279567"/>
                <a:gd name="connsiteY149" fmla="*/ 286878 h 539886"/>
                <a:gd name="connsiteX150" fmla="*/ 237569 w 279567"/>
                <a:gd name="connsiteY150" fmla="*/ 288367 h 539886"/>
                <a:gd name="connsiteX151" fmla="*/ 239802 w 279567"/>
                <a:gd name="connsiteY151" fmla="*/ 292087 h 539886"/>
                <a:gd name="connsiteX152" fmla="*/ 244732 w 279567"/>
                <a:gd name="connsiteY152" fmla="*/ 297668 h 539886"/>
                <a:gd name="connsiteX153" fmla="*/ 246778 w 279567"/>
                <a:gd name="connsiteY153" fmla="*/ 300924 h 539886"/>
                <a:gd name="connsiteX154" fmla="*/ 249941 w 279567"/>
                <a:gd name="connsiteY154" fmla="*/ 305203 h 539886"/>
                <a:gd name="connsiteX155" fmla="*/ 252452 w 279567"/>
                <a:gd name="connsiteY155" fmla="*/ 309947 h 539886"/>
                <a:gd name="connsiteX156" fmla="*/ 253940 w 279567"/>
                <a:gd name="connsiteY156" fmla="*/ 310691 h 539886"/>
                <a:gd name="connsiteX157" fmla="*/ 254266 w 279567"/>
                <a:gd name="connsiteY157" fmla="*/ 312179 h 539886"/>
                <a:gd name="connsiteX158" fmla="*/ 254684 w 279567"/>
                <a:gd name="connsiteY158" fmla="*/ 313667 h 539886"/>
                <a:gd name="connsiteX159" fmla="*/ 256917 w 279567"/>
                <a:gd name="connsiteY159" fmla="*/ 314412 h 539886"/>
                <a:gd name="connsiteX160" fmla="*/ 257661 w 279567"/>
                <a:gd name="connsiteY160" fmla="*/ 317388 h 539886"/>
                <a:gd name="connsiteX161" fmla="*/ 259149 w 279567"/>
                <a:gd name="connsiteY161" fmla="*/ 318132 h 539886"/>
                <a:gd name="connsiteX162" fmla="*/ 259475 w 279567"/>
                <a:gd name="connsiteY162" fmla="*/ 319993 h 539886"/>
                <a:gd name="connsiteX163" fmla="*/ 259893 w 279567"/>
                <a:gd name="connsiteY163" fmla="*/ 321853 h 539886"/>
                <a:gd name="connsiteX164" fmla="*/ 262126 w 279567"/>
                <a:gd name="connsiteY164" fmla="*/ 322597 h 539886"/>
                <a:gd name="connsiteX165" fmla="*/ 262126 w 279567"/>
                <a:gd name="connsiteY165" fmla="*/ 324829 h 539886"/>
                <a:gd name="connsiteX166" fmla="*/ 263614 w 279567"/>
                <a:gd name="connsiteY166" fmla="*/ 325574 h 539886"/>
                <a:gd name="connsiteX167" fmla="*/ 265102 w 279567"/>
                <a:gd name="connsiteY167" fmla="*/ 326318 h 539886"/>
                <a:gd name="connsiteX168" fmla="*/ 265102 w 279567"/>
                <a:gd name="connsiteY168" fmla="*/ 328550 h 539886"/>
                <a:gd name="connsiteX169" fmla="*/ 268079 w 279567"/>
                <a:gd name="connsiteY169" fmla="*/ 328550 h 539886"/>
                <a:gd name="connsiteX170" fmla="*/ 268265 w 279567"/>
                <a:gd name="connsiteY170" fmla="*/ 332922 h 539886"/>
                <a:gd name="connsiteX171" fmla="*/ 268370 w 279567"/>
                <a:gd name="connsiteY171" fmla="*/ 335381 h 539886"/>
                <a:gd name="connsiteX172" fmla="*/ 268079 w 279567"/>
                <a:gd name="connsiteY172" fmla="*/ 337480 h 539886"/>
                <a:gd name="connsiteX173" fmla="*/ 265102 w 279567"/>
                <a:gd name="connsiteY173" fmla="*/ 338968 h 539886"/>
                <a:gd name="connsiteX174" fmla="*/ 262870 w 279567"/>
                <a:gd name="connsiteY174" fmla="*/ 341945 h 539886"/>
                <a:gd name="connsiteX175" fmla="*/ 260638 w 279567"/>
                <a:gd name="connsiteY175" fmla="*/ 342689 h 539886"/>
                <a:gd name="connsiteX176" fmla="*/ 259893 w 279567"/>
                <a:gd name="connsiteY176" fmla="*/ 344921 h 539886"/>
                <a:gd name="connsiteX177" fmla="*/ 257661 w 279567"/>
                <a:gd name="connsiteY177" fmla="*/ 345665 h 539886"/>
                <a:gd name="connsiteX178" fmla="*/ 256917 w 279567"/>
                <a:gd name="connsiteY178" fmla="*/ 347898 h 539886"/>
                <a:gd name="connsiteX179" fmla="*/ 255429 w 279567"/>
                <a:gd name="connsiteY179" fmla="*/ 348223 h 539886"/>
                <a:gd name="connsiteX180" fmla="*/ 253940 w 279567"/>
                <a:gd name="connsiteY180" fmla="*/ 348642 h 539886"/>
                <a:gd name="connsiteX181" fmla="*/ 253196 w 279567"/>
                <a:gd name="connsiteY181" fmla="*/ 351619 h 539886"/>
                <a:gd name="connsiteX182" fmla="*/ 250220 w 279567"/>
                <a:gd name="connsiteY182" fmla="*/ 353107 h 539886"/>
                <a:gd name="connsiteX183" fmla="*/ 249475 w 279567"/>
                <a:gd name="connsiteY183" fmla="*/ 355339 h 539886"/>
                <a:gd name="connsiteX184" fmla="*/ 246499 w 279567"/>
                <a:gd name="connsiteY184" fmla="*/ 356083 h 539886"/>
                <a:gd name="connsiteX185" fmla="*/ 245755 w 279567"/>
                <a:gd name="connsiteY185" fmla="*/ 358316 h 539886"/>
                <a:gd name="connsiteX186" fmla="*/ 243522 w 279567"/>
                <a:gd name="connsiteY186" fmla="*/ 359060 h 539886"/>
                <a:gd name="connsiteX187" fmla="*/ 242825 w 279567"/>
                <a:gd name="connsiteY187" fmla="*/ 360548 h 539886"/>
                <a:gd name="connsiteX188" fmla="*/ 242034 w 279567"/>
                <a:gd name="connsiteY188" fmla="*/ 362037 h 539886"/>
                <a:gd name="connsiteX189" fmla="*/ 240453 w 279567"/>
                <a:gd name="connsiteY189" fmla="*/ 362409 h 539886"/>
                <a:gd name="connsiteX190" fmla="*/ 239058 w 279567"/>
                <a:gd name="connsiteY190" fmla="*/ 362781 h 539886"/>
                <a:gd name="connsiteX191" fmla="*/ 239058 w 279567"/>
                <a:gd name="connsiteY191" fmla="*/ 365757 h 539886"/>
                <a:gd name="connsiteX192" fmla="*/ 234593 w 279567"/>
                <a:gd name="connsiteY192" fmla="*/ 365757 h 539886"/>
                <a:gd name="connsiteX193" fmla="*/ 234593 w 279567"/>
                <a:gd name="connsiteY193" fmla="*/ 368734 h 539886"/>
                <a:gd name="connsiteX194" fmla="*/ 231616 w 279567"/>
                <a:gd name="connsiteY194" fmla="*/ 370222 h 539886"/>
                <a:gd name="connsiteX195" fmla="*/ 230872 w 279567"/>
                <a:gd name="connsiteY195" fmla="*/ 372454 h 539886"/>
                <a:gd name="connsiteX196" fmla="*/ 229012 w 279567"/>
                <a:gd name="connsiteY196" fmla="*/ 372408 h 539886"/>
                <a:gd name="connsiteX197" fmla="*/ 227151 w 279567"/>
                <a:gd name="connsiteY197" fmla="*/ 372454 h 539886"/>
                <a:gd name="connsiteX198" fmla="*/ 226407 w 279567"/>
                <a:gd name="connsiteY198" fmla="*/ 375431 h 539886"/>
                <a:gd name="connsiteX199" fmla="*/ 224175 w 279567"/>
                <a:gd name="connsiteY199" fmla="*/ 375431 h 539886"/>
                <a:gd name="connsiteX200" fmla="*/ 223942 w 279567"/>
                <a:gd name="connsiteY200" fmla="*/ 377245 h 539886"/>
                <a:gd name="connsiteX201" fmla="*/ 223431 w 279567"/>
                <a:gd name="connsiteY201" fmla="*/ 379152 h 539886"/>
                <a:gd name="connsiteX202" fmla="*/ 218966 w 279567"/>
                <a:gd name="connsiteY202" fmla="*/ 379896 h 539886"/>
                <a:gd name="connsiteX203" fmla="*/ 218222 w 279567"/>
                <a:gd name="connsiteY203" fmla="*/ 382872 h 539886"/>
                <a:gd name="connsiteX204" fmla="*/ 215989 w 279567"/>
                <a:gd name="connsiteY204" fmla="*/ 383617 h 539886"/>
                <a:gd name="connsiteX205" fmla="*/ 215245 w 279567"/>
                <a:gd name="connsiteY205" fmla="*/ 385849 h 539886"/>
                <a:gd name="connsiteX206" fmla="*/ 213338 w 279567"/>
                <a:gd name="connsiteY206" fmla="*/ 386175 h 539886"/>
                <a:gd name="connsiteX207" fmla="*/ 211524 w 279567"/>
                <a:gd name="connsiteY207" fmla="*/ 386593 h 539886"/>
                <a:gd name="connsiteX208" fmla="*/ 211524 w 279567"/>
                <a:gd name="connsiteY208" fmla="*/ 389570 h 539886"/>
                <a:gd name="connsiteX209" fmla="*/ 207804 w 279567"/>
                <a:gd name="connsiteY209" fmla="*/ 390314 h 539886"/>
                <a:gd name="connsiteX210" fmla="*/ 207059 w 279567"/>
                <a:gd name="connsiteY210" fmla="*/ 392546 h 539886"/>
                <a:gd name="connsiteX211" fmla="*/ 204083 w 279567"/>
                <a:gd name="connsiteY211" fmla="*/ 393290 h 539886"/>
                <a:gd name="connsiteX212" fmla="*/ 207804 w 279567"/>
                <a:gd name="connsiteY212" fmla="*/ 399244 h 539886"/>
                <a:gd name="connsiteX213" fmla="*/ 208548 w 279567"/>
                <a:gd name="connsiteY213" fmla="*/ 402964 h 539886"/>
                <a:gd name="connsiteX214" fmla="*/ 210036 w 279567"/>
                <a:gd name="connsiteY214" fmla="*/ 403708 h 539886"/>
                <a:gd name="connsiteX215" fmla="*/ 210362 w 279567"/>
                <a:gd name="connsiteY215" fmla="*/ 405569 h 539886"/>
                <a:gd name="connsiteX216" fmla="*/ 210780 w 279567"/>
                <a:gd name="connsiteY216" fmla="*/ 407429 h 539886"/>
                <a:gd name="connsiteX217" fmla="*/ 213013 w 279567"/>
                <a:gd name="connsiteY217" fmla="*/ 408173 h 539886"/>
                <a:gd name="connsiteX218" fmla="*/ 213013 w 279567"/>
                <a:gd name="connsiteY218" fmla="*/ 410406 h 539886"/>
                <a:gd name="connsiteX219" fmla="*/ 215989 w 279567"/>
                <a:gd name="connsiteY219" fmla="*/ 411894 h 539886"/>
                <a:gd name="connsiteX220" fmla="*/ 216733 w 279567"/>
                <a:gd name="connsiteY220" fmla="*/ 414126 h 539886"/>
                <a:gd name="connsiteX221" fmla="*/ 219343 w 279567"/>
                <a:gd name="connsiteY221" fmla="*/ 416695 h 539886"/>
                <a:gd name="connsiteX222" fmla="*/ 225384 w 279567"/>
                <a:gd name="connsiteY222" fmla="*/ 424265 h 539886"/>
                <a:gd name="connsiteX223" fmla="*/ 227924 w 279567"/>
                <a:gd name="connsiteY223" fmla="*/ 427643 h 539886"/>
                <a:gd name="connsiteX224" fmla="*/ 229045 w 279567"/>
                <a:gd name="connsiteY224" fmla="*/ 429142 h 539886"/>
                <a:gd name="connsiteX225" fmla="*/ 233988 w 279567"/>
                <a:gd name="connsiteY225" fmla="*/ 434265 h 539886"/>
                <a:gd name="connsiteX226" fmla="*/ 235337 w 279567"/>
                <a:gd name="connsiteY226" fmla="*/ 437195 h 539886"/>
                <a:gd name="connsiteX227" fmla="*/ 237569 w 279567"/>
                <a:gd name="connsiteY227" fmla="*/ 437195 h 539886"/>
                <a:gd name="connsiteX228" fmla="*/ 237848 w 279567"/>
                <a:gd name="connsiteY228" fmla="*/ 438590 h 539886"/>
                <a:gd name="connsiteX229" fmla="*/ 238313 w 279567"/>
                <a:gd name="connsiteY229" fmla="*/ 440171 h 539886"/>
                <a:gd name="connsiteX230" fmla="*/ 239988 w 279567"/>
                <a:gd name="connsiteY230" fmla="*/ 440822 h 539886"/>
                <a:gd name="connsiteX231" fmla="*/ 246499 w 279567"/>
                <a:gd name="connsiteY231" fmla="*/ 447613 h 539886"/>
                <a:gd name="connsiteX232" fmla="*/ 248731 w 279567"/>
                <a:gd name="connsiteY232" fmla="*/ 448357 h 539886"/>
                <a:gd name="connsiteX233" fmla="*/ 250964 w 279567"/>
                <a:gd name="connsiteY233" fmla="*/ 450589 h 539886"/>
                <a:gd name="connsiteX234" fmla="*/ 253196 w 279567"/>
                <a:gd name="connsiteY234" fmla="*/ 451333 h 539886"/>
                <a:gd name="connsiteX235" fmla="*/ 254684 w 279567"/>
                <a:gd name="connsiteY235" fmla="*/ 454310 h 539886"/>
                <a:gd name="connsiteX236" fmla="*/ 256917 w 279567"/>
                <a:gd name="connsiteY236" fmla="*/ 455054 h 539886"/>
                <a:gd name="connsiteX237" fmla="*/ 258405 w 279567"/>
                <a:gd name="connsiteY237" fmla="*/ 457286 h 539886"/>
                <a:gd name="connsiteX238" fmla="*/ 260312 w 279567"/>
                <a:gd name="connsiteY238" fmla="*/ 457659 h 539886"/>
                <a:gd name="connsiteX239" fmla="*/ 262126 w 279567"/>
                <a:gd name="connsiteY239" fmla="*/ 458031 h 539886"/>
                <a:gd name="connsiteX240" fmla="*/ 262870 w 279567"/>
                <a:gd name="connsiteY240" fmla="*/ 460263 h 539886"/>
                <a:gd name="connsiteX241" fmla="*/ 264730 w 279567"/>
                <a:gd name="connsiteY241" fmla="*/ 460961 h 539886"/>
                <a:gd name="connsiteX242" fmla="*/ 266591 w 279567"/>
                <a:gd name="connsiteY242" fmla="*/ 461751 h 539886"/>
                <a:gd name="connsiteX243" fmla="*/ 266870 w 279567"/>
                <a:gd name="connsiteY243" fmla="*/ 463333 h 539886"/>
                <a:gd name="connsiteX244" fmla="*/ 267335 w 279567"/>
                <a:gd name="connsiteY244" fmla="*/ 464728 h 539886"/>
                <a:gd name="connsiteX245" fmla="*/ 269939 w 279567"/>
                <a:gd name="connsiteY245" fmla="*/ 464728 h 539886"/>
                <a:gd name="connsiteX246" fmla="*/ 272544 w 279567"/>
                <a:gd name="connsiteY246" fmla="*/ 464728 h 539886"/>
                <a:gd name="connsiteX247" fmla="*/ 273288 w 279567"/>
                <a:gd name="connsiteY247" fmla="*/ 467704 h 539886"/>
                <a:gd name="connsiteX248" fmla="*/ 278497 w 279567"/>
                <a:gd name="connsiteY248" fmla="*/ 468449 h 539886"/>
                <a:gd name="connsiteX249" fmla="*/ 279567 w 279567"/>
                <a:gd name="connsiteY249" fmla="*/ 472774 h 539886"/>
                <a:gd name="connsiteX250" fmla="*/ 279241 w 279567"/>
                <a:gd name="connsiteY250" fmla="*/ 476634 h 539886"/>
                <a:gd name="connsiteX251" fmla="*/ 274776 w 279567"/>
                <a:gd name="connsiteY251" fmla="*/ 479611 h 539886"/>
                <a:gd name="connsiteX252" fmla="*/ 273288 w 279567"/>
                <a:gd name="connsiteY252" fmla="*/ 482587 h 539886"/>
                <a:gd name="connsiteX253" fmla="*/ 271800 w 279567"/>
                <a:gd name="connsiteY253" fmla="*/ 483331 h 539886"/>
                <a:gd name="connsiteX254" fmla="*/ 271056 w 279567"/>
                <a:gd name="connsiteY254" fmla="*/ 485564 h 539886"/>
                <a:gd name="connsiteX255" fmla="*/ 268823 w 279567"/>
                <a:gd name="connsiteY255" fmla="*/ 487052 h 539886"/>
                <a:gd name="connsiteX256" fmla="*/ 267660 w 279567"/>
                <a:gd name="connsiteY256" fmla="*/ 489378 h 539886"/>
                <a:gd name="connsiteX257" fmla="*/ 266591 w 279567"/>
                <a:gd name="connsiteY257" fmla="*/ 491517 h 539886"/>
                <a:gd name="connsiteX258" fmla="*/ 265102 w 279567"/>
                <a:gd name="connsiteY258" fmla="*/ 491517 h 539886"/>
                <a:gd name="connsiteX259" fmla="*/ 264823 w 279567"/>
                <a:gd name="connsiteY259" fmla="*/ 492726 h 539886"/>
                <a:gd name="connsiteX260" fmla="*/ 261382 w 279567"/>
                <a:gd name="connsiteY260" fmla="*/ 498958 h 539886"/>
                <a:gd name="connsiteX261" fmla="*/ 259893 w 279567"/>
                <a:gd name="connsiteY261" fmla="*/ 498958 h 539886"/>
                <a:gd name="connsiteX262" fmla="*/ 260033 w 279567"/>
                <a:gd name="connsiteY262" fmla="*/ 500772 h 539886"/>
                <a:gd name="connsiteX263" fmla="*/ 259893 w 279567"/>
                <a:gd name="connsiteY263" fmla="*/ 502679 h 539886"/>
                <a:gd name="connsiteX264" fmla="*/ 257661 w 279567"/>
                <a:gd name="connsiteY264" fmla="*/ 503423 h 539886"/>
                <a:gd name="connsiteX265" fmla="*/ 256173 w 279567"/>
                <a:gd name="connsiteY265" fmla="*/ 507888 h 539886"/>
                <a:gd name="connsiteX266" fmla="*/ 254684 w 279567"/>
                <a:gd name="connsiteY266" fmla="*/ 509376 h 539886"/>
                <a:gd name="connsiteX267" fmla="*/ 254359 w 279567"/>
                <a:gd name="connsiteY267" fmla="*/ 510958 h 539886"/>
                <a:gd name="connsiteX268" fmla="*/ 253940 w 279567"/>
                <a:gd name="connsiteY268" fmla="*/ 512353 h 539886"/>
                <a:gd name="connsiteX269" fmla="*/ 251708 w 279567"/>
                <a:gd name="connsiteY269" fmla="*/ 512353 h 539886"/>
                <a:gd name="connsiteX270" fmla="*/ 251847 w 279567"/>
                <a:gd name="connsiteY270" fmla="*/ 514539 h 539886"/>
                <a:gd name="connsiteX271" fmla="*/ 251708 w 279567"/>
                <a:gd name="connsiteY271" fmla="*/ 516818 h 539886"/>
                <a:gd name="connsiteX272" fmla="*/ 249475 w 279567"/>
                <a:gd name="connsiteY272" fmla="*/ 517562 h 539886"/>
                <a:gd name="connsiteX273" fmla="*/ 247987 w 279567"/>
                <a:gd name="connsiteY273" fmla="*/ 522771 h 539886"/>
                <a:gd name="connsiteX274" fmla="*/ 246499 w 279567"/>
                <a:gd name="connsiteY274" fmla="*/ 522771 h 539886"/>
                <a:gd name="connsiteX275" fmla="*/ 246220 w 279567"/>
                <a:gd name="connsiteY275" fmla="*/ 525329 h 539886"/>
                <a:gd name="connsiteX276" fmla="*/ 245755 w 279567"/>
                <a:gd name="connsiteY276" fmla="*/ 527980 h 539886"/>
                <a:gd name="connsiteX277" fmla="*/ 244266 w 279567"/>
                <a:gd name="connsiteY277" fmla="*/ 528724 h 539886"/>
                <a:gd name="connsiteX278" fmla="*/ 243848 w 279567"/>
                <a:gd name="connsiteY278" fmla="*/ 532073 h 539886"/>
                <a:gd name="connsiteX279" fmla="*/ 242778 w 279567"/>
                <a:gd name="connsiteY279" fmla="*/ 536165 h 539886"/>
                <a:gd name="connsiteX280" fmla="*/ 239011 w 279567"/>
                <a:gd name="connsiteY280" fmla="*/ 536212 h 539886"/>
                <a:gd name="connsiteX281" fmla="*/ 236938 w 279567"/>
                <a:gd name="connsiteY281" fmla="*/ 536192 h 539886"/>
                <a:gd name="connsiteX282" fmla="*/ 235337 w 279567"/>
                <a:gd name="connsiteY282" fmla="*/ 536165 h 539886"/>
                <a:gd name="connsiteX283" fmla="*/ 235337 w 279567"/>
                <a:gd name="connsiteY283" fmla="*/ 533933 h 539886"/>
                <a:gd name="connsiteX284" fmla="*/ 232779 w 279567"/>
                <a:gd name="connsiteY284" fmla="*/ 533747 h 539886"/>
                <a:gd name="connsiteX285" fmla="*/ 230128 w 279567"/>
                <a:gd name="connsiteY285" fmla="*/ 533189 h 539886"/>
                <a:gd name="connsiteX286" fmla="*/ 229384 w 279567"/>
                <a:gd name="connsiteY286" fmla="*/ 530212 h 539886"/>
                <a:gd name="connsiteX287" fmla="*/ 225663 w 279567"/>
                <a:gd name="connsiteY287" fmla="*/ 529468 h 539886"/>
                <a:gd name="connsiteX288" fmla="*/ 224175 w 279567"/>
                <a:gd name="connsiteY288" fmla="*/ 526492 h 539886"/>
                <a:gd name="connsiteX289" fmla="*/ 221942 w 279567"/>
                <a:gd name="connsiteY289" fmla="*/ 525747 h 539886"/>
                <a:gd name="connsiteX290" fmla="*/ 221198 w 279567"/>
                <a:gd name="connsiteY290" fmla="*/ 523515 h 539886"/>
                <a:gd name="connsiteX291" fmla="*/ 219384 w 279567"/>
                <a:gd name="connsiteY291" fmla="*/ 523189 h 539886"/>
                <a:gd name="connsiteX292" fmla="*/ 217477 w 279567"/>
                <a:gd name="connsiteY292" fmla="*/ 522771 h 539886"/>
                <a:gd name="connsiteX293" fmla="*/ 215989 w 279567"/>
                <a:gd name="connsiteY293" fmla="*/ 519794 h 539886"/>
                <a:gd name="connsiteX294" fmla="*/ 213757 w 279567"/>
                <a:gd name="connsiteY294" fmla="*/ 517562 h 539886"/>
                <a:gd name="connsiteX295" fmla="*/ 213013 w 279567"/>
                <a:gd name="connsiteY295" fmla="*/ 516074 h 539886"/>
                <a:gd name="connsiteX296" fmla="*/ 211478 w 279567"/>
                <a:gd name="connsiteY296" fmla="*/ 515702 h 539886"/>
                <a:gd name="connsiteX297" fmla="*/ 210036 w 279567"/>
                <a:gd name="connsiteY297" fmla="*/ 515329 h 539886"/>
                <a:gd name="connsiteX298" fmla="*/ 210036 w 279567"/>
                <a:gd name="connsiteY298" fmla="*/ 513841 h 539886"/>
                <a:gd name="connsiteX299" fmla="*/ 206315 w 279567"/>
                <a:gd name="connsiteY299" fmla="*/ 511609 h 539886"/>
                <a:gd name="connsiteX300" fmla="*/ 202595 w 279567"/>
                <a:gd name="connsiteY300" fmla="*/ 506400 h 539886"/>
                <a:gd name="connsiteX301" fmla="*/ 200362 w 279567"/>
                <a:gd name="connsiteY301" fmla="*/ 504911 h 539886"/>
                <a:gd name="connsiteX302" fmla="*/ 199618 w 279567"/>
                <a:gd name="connsiteY302" fmla="*/ 502679 h 539886"/>
                <a:gd name="connsiteX303" fmla="*/ 197386 w 279567"/>
                <a:gd name="connsiteY303" fmla="*/ 501935 h 539886"/>
                <a:gd name="connsiteX304" fmla="*/ 196641 w 279567"/>
                <a:gd name="connsiteY304" fmla="*/ 499703 h 539886"/>
                <a:gd name="connsiteX305" fmla="*/ 194409 w 279567"/>
                <a:gd name="connsiteY305" fmla="*/ 498958 h 539886"/>
                <a:gd name="connsiteX306" fmla="*/ 193665 w 279567"/>
                <a:gd name="connsiteY306" fmla="*/ 495982 h 539886"/>
                <a:gd name="connsiteX307" fmla="*/ 191433 w 279567"/>
                <a:gd name="connsiteY307" fmla="*/ 495238 h 539886"/>
                <a:gd name="connsiteX308" fmla="*/ 191433 w 279567"/>
                <a:gd name="connsiteY308" fmla="*/ 492261 h 539886"/>
                <a:gd name="connsiteX309" fmla="*/ 189200 w 279567"/>
                <a:gd name="connsiteY309" fmla="*/ 491517 h 539886"/>
                <a:gd name="connsiteX310" fmla="*/ 188456 w 279567"/>
                <a:gd name="connsiteY310" fmla="*/ 489285 h 539886"/>
                <a:gd name="connsiteX311" fmla="*/ 186224 w 279567"/>
                <a:gd name="connsiteY311" fmla="*/ 488540 h 539886"/>
                <a:gd name="connsiteX312" fmla="*/ 185851 w 279567"/>
                <a:gd name="connsiteY312" fmla="*/ 487006 h 539886"/>
                <a:gd name="connsiteX313" fmla="*/ 185479 w 279567"/>
                <a:gd name="connsiteY313" fmla="*/ 485564 h 539886"/>
                <a:gd name="connsiteX314" fmla="*/ 183247 w 279567"/>
                <a:gd name="connsiteY314" fmla="*/ 485564 h 539886"/>
                <a:gd name="connsiteX315" fmla="*/ 183386 w 279567"/>
                <a:gd name="connsiteY315" fmla="*/ 483750 h 539886"/>
                <a:gd name="connsiteX316" fmla="*/ 183247 w 279567"/>
                <a:gd name="connsiteY316" fmla="*/ 481843 h 539886"/>
                <a:gd name="connsiteX317" fmla="*/ 181015 w 279567"/>
                <a:gd name="connsiteY317" fmla="*/ 481099 h 539886"/>
                <a:gd name="connsiteX318" fmla="*/ 179526 w 279567"/>
                <a:gd name="connsiteY318" fmla="*/ 478122 h 539886"/>
                <a:gd name="connsiteX319" fmla="*/ 178038 w 279567"/>
                <a:gd name="connsiteY319" fmla="*/ 477378 h 539886"/>
                <a:gd name="connsiteX320" fmla="*/ 178038 w 279567"/>
                <a:gd name="connsiteY320" fmla="*/ 474402 h 539886"/>
                <a:gd name="connsiteX321" fmla="*/ 175806 w 279567"/>
                <a:gd name="connsiteY321" fmla="*/ 473658 h 539886"/>
                <a:gd name="connsiteX322" fmla="*/ 175061 w 279567"/>
                <a:gd name="connsiteY322" fmla="*/ 470681 h 539886"/>
                <a:gd name="connsiteX323" fmla="*/ 172829 w 279567"/>
                <a:gd name="connsiteY323" fmla="*/ 469937 h 539886"/>
                <a:gd name="connsiteX324" fmla="*/ 171341 w 279567"/>
                <a:gd name="connsiteY324" fmla="*/ 466216 h 539886"/>
                <a:gd name="connsiteX325" fmla="*/ 169852 w 279567"/>
                <a:gd name="connsiteY325" fmla="*/ 465472 h 539886"/>
                <a:gd name="connsiteX326" fmla="*/ 169527 w 279567"/>
                <a:gd name="connsiteY326" fmla="*/ 463705 h 539886"/>
                <a:gd name="connsiteX327" fmla="*/ 166876 w 279567"/>
                <a:gd name="connsiteY327" fmla="*/ 459519 h 539886"/>
                <a:gd name="connsiteX328" fmla="*/ 166132 w 279567"/>
                <a:gd name="connsiteY328" fmla="*/ 457286 h 539886"/>
                <a:gd name="connsiteX329" fmla="*/ 164969 w 279567"/>
                <a:gd name="connsiteY329" fmla="*/ 456263 h 539886"/>
                <a:gd name="connsiteX330" fmla="*/ 163760 w 279567"/>
                <a:gd name="connsiteY330" fmla="*/ 453054 h 539886"/>
                <a:gd name="connsiteX331" fmla="*/ 163899 w 279567"/>
                <a:gd name="connsiteY331" fmla="*/ 451333 h 539886"/>
                <a:gd name="connsiteX332" fmla="*/ 161667 w 279567"/>
                <a:gd name="connsiteY332" fmla="*/ 451333 h 539886"/>
                <a:gd name="connsiteX333" fmla="*/ 160923 w 279567"/>
                <a:gd name="connsiteY333" fmla="*/ 447613 h 539886"/>
                <a:gd name="connsiteX334" fmla="*/ 158690 w 279567"/>
                <a:gd name="connsiteY334" fmla="*/ 446124 h 539886"/>
                <a:gd name="connsiteX335" fmla="*/ 157946 w 279567"/>
                <a:gd name="connsiteY335" fmla="*/ 441660 h 539886"/>
                <a:gd name="connsiteX336" fmla="*/ 155714 w 279567"/>
                <a:gd name="connsiteY336" fmla="*/ 441660 h 539886"/>
                <a:gd name="connsiteX337" fmla="*/ 155714 w 279567"/>
                <a:gd name="connsiteY337" fmla="*/ 436451 h 539886"/>
                <a:gd name="connsiteX338" fmla="*/ 153481 w 279567"/>
                <a:gd name="connsiteY338" fmla="*/ 436451 h 539886"/>
                <a:gd name="connsiteX339" fmla="*/ 153249 w 279567"/>
                <a:gd name="connsiteY339" fmla="*/ 433893 h 539886"/>
                <a:gd name="connsiteX340" fmla="*/ 152737 w 279567"/>
                <a:gd name="connsiteY340" fmla="*/ 431242 h 539886"/>
                <a:gd name="connsiteX341" fmla="*/ 150505 w 279567"/>
                <a:gd name="connsiteY341" fmla="*/ 430497 h 539886"/>
                <a:gd name="connsiteX342" fmla="*/ 149761 w 279567"/>
                <a:gd name="connsiteY342" fmla="*/ 425288 h 539886"/>
                <a:gd name="connsiteX343" fmla="*/ 147528 w 279567"/>
                <a:gd name="connsiteY343" fmla="*/ 423056 h 539886"/>
                <a:gd name="connsiteX344" fmla="*/ 146784 w 279567"/>
                <a:gd name="connsiteY344" fmla="*/ 419335 h 539886"/>
                <a:gd name="connsiteX345" fmla="*/ 145296 w 279567"/>
                <a:gd name="connsiteY345" fmla="*/ 418591 h 539886"/>
                <a:gd name="connsiteX346" fmla="*/ 144970 w 279567"/>
                <a:gd name="connsiteY346" fmla="*/ 415987 h 539886"/>
                <a:gd name="connsiteX347" fmla="*/ 144552 w 279567"/>
                <a:gd name="connsiteY347" fmla="*/ 413382 h 539886"/>
                <a:gd name="connsiteX348" fmla="*/ 142319 w 279567"/>
                <a:gd name="connsiteY348" fmla="*/ 412638 h 539886"/>
                <a:gd name="connsiteX349" fmla="*/ 141877 w 279567"/>
                <a:gd name="connsiteY349" fmla="*/ 407452 h 539886"/>
                <a:gd name="connsiteX350" fmla="*/ 141575 w 279567"/>
                <a:gd name="connsiteY350" fmla="*/ 405941 h 539886"/>
                <a:gd name="connsiteX351" fmla="*/ 139343 w 279567"/>
                <a:gd name="connsiteY351" fmla="*/ 405197 h 539886"/>
                <a:gd name="connsiteX352" fmla="*/ 139343 w 279567"/>
                <a:gd name="connsiteY352" fmla="*/ 400732 h 539886"/>
                <a:gd name="connsiteX353" fmla="*/ 138273 w 279567"/>
                <a:gd name="connsiteY353" fmla="*/ 399709 h 539886"/>
                <a:gd name="connsiteX354" fmla="*/ 136738 w 279567"/>
                <a:gd name="connsiteY354" fmla="*/ 395430 h 539886"/>
                <a:gd name="connsiteX355" fmla="*/ 136366 w 279567"/>
                <a:gd name="connsiteY355" fmla="*/ 392546 h 539886"/>
                <a:gd name="connsiteX356" fmla="*/ 134134 w 279567"/>
                <a:gd name="connsiteY356" fmla="*/ 391802 h 539886"/>
                <a:gd name="connsiteX357" fmla="*/ 133692 w 279567"/>
                <a:gd name="connsiteY357" fmla="*/ 386616 h 539886"/>
                <a:gd name="connsiteX358" fmla="*/ 133390 w 279567"/>
                <a:gd name="connsiteY358" fmla="*/ 385105 h 539886"/>
                <a:gd name="connsiteX359" fmla="*/ 131157 w 279567"/>
                <a:gd name="connsiteY359" fmla="*/ 384361 h 539886"/>
                <a:gd name="connsiteX360" fmla="*/ 131018 w 279567"/>
                <a:gd name="connsiteY360" fmla="*/ 379849 h 539886"/>
                <a:gd name="connsiteX361" fmla="*/ 131079 w 279567"/>
                <a:gd name="connsiteY361" fmla="*/ 377358 h 539886"/>
                <a:gd name="connsiteX362" fmla="*/ 131157 w 279567"/>
                <a:gd name="connsiteY362" fmla="*/ 375431 h 539886"/>
                <a:gd name="connsiteX363" fmla="*/ 128925 w 279567"/>
                <a:gd name="connsiteY363" fmla="*/ 375431 h 539886"/>
                <a:gd name="connsiteX364" fmla="*/ 128840 w 279567"/>
                <a:gd name="connsiteY364" fmla="*/ 373992 h 539886"/>
                <a:gd name="connsiteX365" fmla="*/ 128692 w 279567"/>
                <a:gd name="connsiteY365" fmla="*/ 372129 h 539886"/>
                <a:gd name="connsiteX366" fmla="*/ 128561 w 279567"/>
                <a:gd name="connsiteY366" fmla="*/ 370271 h 539886"/>
                <a:gd name="connsiteX367" fmla="*/ 128181 w 279567"/>
                <a:gd name="connsiteY367" fmla="*/ 368734 h 539886"/>
                <a:gd name="connsiteX368" fmla="*/ 125948 w 279567"/>
                <a:gd name="connsiteY368" fmla="*/ 367990 h 539886"/>
                <a:gd name="connsiteX369" fmla="*/ 125506 w 279567"/>
                <a:gd name="connsiteY369" fmla="*/ 361060 h 539886"/>
                <a:gd name="connsiteX370" fmla="*/ 125204 w 279567"/>
                <a:gd name="connsiteY370" fmla="*/ 359060 h 539886"/>
                <a:gd name="connsiteX371" fmla="*/ 122972 w 279567"/>
                <a:gd name="connsiteY371" fmla="*/ 358316 h 539886"/>
                <a:gd name="connsiteX372" fmla="*/ 122553 w 279567"/>
                <a:gd name="connsiteY372" fmla="*/ 353851 h 539886"/>
                <a:gd name="connsiteX373" fmla="*/ 122227 w 279567"/>
                <a:gd name="connsiteY373" fmla="*/ 349386 h 539886"/>
                <a:gd name="connsiteX374" fmla="*/ 120739 w 279567"/>
                <a:gd name="connsiteY374" fmla="*/ 348642 h 539886"/>
                <a:gd name="connsiteX375" fmla="*/ 120274 w 279567"/>
                <a:gd name="connsiteY375" fmla="*/ 344131 h 539886"/>
                <a:gd name="connsiteX376" fmla="*/ 120105 w 279567"/>
                <a:gd name="connsiteY376" fmla="*/ 341640 h 539886"/>
                <a:gd name="connsiteX377" fmla="*/ 119995 w 279567"/>
                <a:gd name="connsiteY377" fmla="*/ 339712 h 539886"/>
                <a:gd name="connsiteX378" fmla="*/ 117763 w 279567"/>
                <a:gd name="connsiteY378" fmla="*/ 339712 h 539886"/>
                <a:gd name="connsiteX379" fmla="*/ 117678 w 279567"/>
                <a:gd name="connsiteY379" fmla="*/ 337460 h 539886"/>
                <a:gd name="connsiteX380" fmla="*/ 117530 w 279567"/>
                <a:gd name="connsiteY380" fmla="*/ 334550 h 539886"/>
                <a:gd name="connsiteX381" fmla="*/ 117399 w 279567"/>
                <a:gd name="connsiteY381" fmla="*/ 331646 h 539886"/>
                <a:gd name="connsiteX382" fmla="*/ 117018 w 279567"/>
                <a:gd name="connsiteY382" fmla="*/ 329294 h 539886"/>
                <a:gd name="connsiteX383" fmla="*/ 114786 w 279567"/>
                <a:gd name="connsiteY383" fmla="*/ 328550 h 539886"/>
                <a:gd name="connsiteX384" fmla="*/ 114646 w 279567"/>
                <a:gd name="connsiteY384" fmla="*/ 322923 h 539886"/>
                <a:gd name="connsiteX385" fmla="*/ 114677 w 279567"/>
                <a:gd name="connsiteY385" fmla="*/ 321320 h 539886"/>
                <a:gd name="connsiteX386" fmla="*/ 114786 w 279567"/>
                <a:gd name="connsiteY386" fmla="*/ 317388 h 539886"/>
                <a:gd name="connsiteX387" fmla="*/ 112554 w 279567"/>
                <a:gd name="connsiteY387" fmla="*/ 317388 h 539886"/>
                <a:gd name="connsiteX388" fmla="*/ 112469 w 279567"/>
                <a:gd name="connsiteY388" fmla="*/ 315135 h 539886"/>
                <a:gd name="connsiteX389" fmla="*/ 112321 w 279567"/>
                <a:gd name="connsiteY389" fmla="*/ 312226 h 539886"/>
                <a:gd name="connsiteX390" fmla="*/ 112190 w 279567"/>
                <a:gd name="connsiteY390" fmla="*/ 309322 h 539886"/>
                <a:gd name="connsiteX391" fmla="*/ 111809 w 279567"/>
                <a:gd name="connsiteY391" fmla="*/ 306970 h 539886"/>
                <a:gd name="connsiteX392" fmla="*/ 109577 w 279567"/>
                <a:gd name="connsiteY392" fmla="*/ 306226 h 539886"/>
                <a:gd name="connsiteX393" fmla="*/ 109196 w 279567"/>
                <a:gd name="connsiteY393" fmla="*/ 303223 h 539886"/>
                <a:gd name="connsiteX394" fmla="*/ 109116 w 279567"/>
                <a:gd name="connsiteY394" fmla="*/ 301399 h 539886"/>
                <a:gd name="connsiteX395" fmla="*/ 109065 w 279567"/>
                <a:gd name="connsiteY395" fmla="*/ 299482 h 539886"/>
                <a:gd name="connsiteX396" fmla="*/ 108988 w 279567"/>
                <a:gd name="connsiteY396" fmla="*/ 297556 h 539886"/>
                <a:gd name="connsiteX397" fmla="*/ 108833 w 279567"/>
                <a:gd name="connsiteY397" fmla="*/ 292831 h 539886"/>
                <a:gd name="connsiteX398" fmla="*/ 106600 w 279567"/>
                <a:gd name="connsiteY398" fmla="*/ 293576 h 539886"/>
                <a:gd name="connsiteX399" fmla="*/ 106600 w 279567"/>
                <a:gd name="connsiteY399" fmla="*/ 280181 h 539886"/>
                <a:gd name="connsiteX400" fmla="*/ 82044 w 279567"/>
                <a:gd name="connsiteY400" fmla="*/ 280925 h 539886"/>
                <a:gd name="connsiteX401" fmla="*/ 82044 w 279567"/>
                <a:gd name="connsiteY401" fmla="*/ 440915 h 539886"/>
                <a:gd name="connsiteX402" fmla="*/ 85765 w 279567"/>
                <a:gd name="connsiteY402" fmla="*/ 440171 h 539886"/>
                <a:gd name="connsiteX403" fmla="*/ 85765 w 279567"/>
                <a:gd name="connsiteY403" fmla="*/ 437195 h 539886"/>
                <a:gd name="connsiteX404" fmla="*/ 88180 w 279567"/>
                <a:gd name="connsiteY404" fmla="*/ 437110 h 539886"/>
                <a:gd name="connsiteX405" fmla="*/ 91299 w 279567"/>
                <a:gd name="connsiteY405" fmla="*/ 436962 h 539886"/>
                <a:gd name="connsiteX406" fmla="*/ 92893 w 279567"/>
                <a:gd name="connsiteY406" fmla="*/ 436911 h 539886"/>
                <a:gd name="connsiteX407" fmla="*/ 96927 w 279567"/>
                <a:gd name="connsiteY407" fmla="*/ 436451 h 539886"/>
                <a:gd name="connsiteX408" fmla="*/ 97671 w 279567"/>
                <a:gd name="connsiteY408" fmla="*/ 434218 h 539886"/>
                <a:gd name="connsiteX409" fmla="*/ 104771 w 279567"/>
                <a:gd name="connsiteY409" fmla="*/ 433891 h 539886"/>
                <a:gd name="connsiteX410" fmla="*/ 108833 w 279567"/>
                <a:gd name="connsiteY410" fmla="*/ 433474 h 539886"/>
                <a:gd name="connsiteX411" fmla="*/ 109577 w 279567"/>
                <a:gd name="connsiteY411" fmla="*/ 431986 h 539886"/>
                <a:gd name="connsiteX412" fmla="*/ 110321 w 279567"/>
                <a:gd name="connsiteY412" fmla="*/ 430497 h 539886"/>
                <a:gd name="connsiteX413" fmla="*/ 115949 w 279567"/>
                <a:gd name="connsiteY413" fmla="*/ 430079 h 539886"/>
                <a:gd name="connsiteX414" fmla="*/ 121483 w 279567"/>
                <a:gd name="connsiteY414" fmla="*/ 429753 h 539886"/>
                <a:gd name="connsiteX415" fmla="*/ 122227 w 279567"/>
                <a:gd name="connsiteY415" fmla="*/ 427521 h 539886"/>
                <a:gd name="connsiteX416" fmla="*/ 126971 w 279567"/>
                <a:gd name="connsiteY416" fmla="*/ 427056 h 539886"/>
                <a:gd name="connsiteX417" fmla="*/ 134134 w 279567"/>
                <a:gd name="connsiteY417" fmla="*/ 426033 h 539886"/>
                <a:gd name="connsiteX418" fmla="*/ 134878 w 279567"/>
                <a:gd name="connsiteY418" fmla="*/ 423800 h 539886"/>
                <a:gd name="connsiteX419" fmla="*/ 140831 w 279567"/>
                <a:gd name="connsiteY419" fmla="*/ 423614 h 539886"/>
                <a:gd name="connsiteX420" fmla="*/ 142523 w 279567"/>
                <a:gd name="connsiteY420" fmla="*/ 423626 h 539886"/>
                <a:gd name="connsiteX421" fmla="*/ 147528 w 279567"/>
                <a:gd name="connsiteY421" fmla="*/ 424544 h 539886"/>
                <a:gd name="connsiteX422" fmla="*/ 147657 w 279567"/>
                <a:gd name="connsiteY422" fmla="*/ 428760 h 539886"/>
                <a:gd name="connsiteX423" fmla="*/ 147688 w 279567"/>
                <a:gd name="connsiteY423" fmla="*/ 431492 h 539886"/>
                <a:gd name="connsiteX424" fmla="*/ 147711 w 279567"/>
                <a:gd name="connsiteY424" fmla="*/ 434468 h 539886"/>
                <a:gd name="connsiteX425" fmla="*/ 147747 w 279567"/>
                <a:gd name="connsiteY425" fmla="*/ 437502 h 539886"/>
                <a:gd name="connsiteX426" fmla="*/ 147883 w 279567"/>
                <a:gd name="connsiteY426" fmla="*/ 450416 h 539886"/>
                <a:gd name="connsiteX427" fmla="*/ 147972 w 279567"/>
                <a:gd name="connsiteY427" fmla="*/ 458307 h 539886"/>
                <a:gd name="connsiteX428" fmla="*/ 148009 w 279567"/>
                <a:gd name="connsiteY428" fmla="*/ 462782 h 539886"/>
                <a:gd name="connsiteX429" fmla="*/ 148047 w 279567"/>
                <a:gd name="connsiteY429" fmla="*/ 465528 h 539886"/>
                <a:gd name="connsiteX430" fmla="*/ 148070 w 279567"/>
                <a:gd name="connsiteY430" fmla="*/ 467950 h 539886"/>
                <a:gd name="connsiteX431" fmla="*/ 149761 w 279567"/>
                <a:gd name="connsiteY431" fmla="*/ 472169 h 539886"/>
                <a:gd name="connsiteX432" fmla="*/ 150505 w 279567"/>
                <a:gd name="connsiteY432" fmla="*/ 472169 h 539886"/>
                <a:gd name="connsiteX433" fmla="*/ 150691 w 279567"/>
                <a:gd name="connsiteY433" fmla="*/ 482169 h 539886"/>
                <a:gd name="connsiteX434" fmla="*/ 150766 w 279567"/>
                <a:gd name="connsiteY434" fmla="*/ 485054 h 539886"/>
                <a:gd name="connsiteX435" fmla="*/ 150795 w 279567"/>
                <a:gd name="connsiteY435" fmla="*/ 487793 h 539886"/>
                <a:gd name="connsiteX436" fmla="*/ 150843 w 279567"/>
                <a:gd name="connsiteY436" fmla="*/ 490332 h 539886"/>
                <a:gd name="connsiteX437" fmla="*/ 150505 w 279567"/>
                <a:gd name="connsiteY437" fmla="*/ 492261 h 539886"/>
                <a:gd name="connsiteX438" fmla="*/ 147528 w 279567"/>
                <a:gd name="connsiteY438" fmla="*/ 493005 h 539886"/>
                <a:gd name="connsiteX439" fmla="*/ 147528 w 279567"/>
                <a:gd name="connsiteY439" fmla="*/ 495238 h 539886"/>
                <a:gd name="connsiteX440" fmla="*/ 136366 w 279567"/>
                <a:gd name="connsiteY440" fmla="*/ 495982 h 539886"/>
                <a:gd name="connsiteX441" fmla="*/ 136366 w 279567"/>
                <a:gd name="connsiteY441" fmla="*/ 498958 h 539886"/>
                <a:gd name="connsiteX442" fmla="*/ 134517 w 279567"/>
                <a:gd name="connsiteY442" fmla="*/ 499017 h 539886"/>
                <a:gd name="connsiteX443" fmla="*/ 132087 w 279567"/>
                <a:gd name="connsiteY443" fmla="*/ 499144 h 539886"/>
                <a:gd name="connsiteX444" fmla="*/ 129680 w 279567"/>
                <a:gd name="connsiteY444" fmla="*/ 499249 h 539886"/>
                <a:gd name="connsiteX445" fmla="*/ 125925 w 279567"/>
                <a:gd name="connsiteY445" fmla="*/ 501214 h 539886"/>
                <a:gd name="connsiteX446" fmla="*/ 122379 w 279567"/>
                <a:gd name="connsiteY446" fmla="*/ 502970 h 539886"/>
                <a:gd name="connsiteX447" fmla="*/ 120181 w 279567"/>
                <a:gd name="connsiteY447" fmla="*/ 502865 h 539886"/>
                <a:gd name="connsiteX448" fmla="*/ 117960 w 279567"/>
                <a:gd name="connsiteY448" fmla="*/ 502784 h 539886"/>
                <a:gd name="connsiteX449" fmla="*/ 116274 w 279567"/>
                <a:gd name="connsiteY449" fmla="*/ 502679 h 539886"/>
                <a:gd name="connsiteX450" fmla="*/ 116274 w 279567"/>
                <a:gd name="connsiteY450" fmla="*/ 505656 h 539886"/>
                <a:gd name="connsiteX451" fmla="*/ 114184 w 279567"/>
                <a:gd name="connsiteY451" fmla="*/ 505714 h 539886"/>
                <a:gd name="connsiteX452" fmla="*/ 111484 w 279567"/>
                <a:gd name="connsiteY452" fmla="*/ 505842 h 539886"/>
                <a:gd name="connsiteX453" fmla="*/ 108789 w 279567"/>
                <a:gd name="connsiteY453" fmla="*/ 505946 h 539886"/>
                <a:gd name="connsiteX454" fmla="*/ 106600 w 279567"/>
                <a:gd name="connsiteY454" fmla="*/ 506400 h 539886"/>
                <a:gd name="connsiteX455" fmla="*/ 105856 w 279567"/>
                <a:gd name="connsiteY455" fmla="*/ 509376 h 539886"/>
                <a:gd name="connsiteX456" fmla="*/ 101019 w 279567"/>
                <a:gd name="connsiteY456" fmla="*/ 509795 h 539886"/>
                <a:gd name="connsiteX457" fmla="*/ 96182 w 279567"/>
                <a:gd name="connsiteY457" fmla="*/ 510120 h 539886"/>
                <a:gd name="connsiteX458" fmla="*/ 95438 w 279567"/>
                <a:gd name="connsiteY458" fmla="*/ 512353 h 539886"/>
                <a:gd name="connsiteX459" fmla="*/ 89163 w 279567"/>
                <a:gd name="connsiteY459" fmla="*/ 512722 h 539886"/>
                <a:gd name="connsiteX460" fmla="*/ 87253 w 279567"/>
                <a:gd name="connsiteY460" fmla="*/ 513097 h 539886"/>
                <a:gd name="connsiteX461" fmla="*/ 86532 w 279567"/>
                <a:gd name="connsiteY461" fmla="*/ 514585 h 539886"/>
                <a:gd name="connsiteX462" fmla="*/ 85765 w 279567"/>
                <a:gd name="connsiteY462" fmla="*/ 516074 h 539886"/>
                <a:gd name="connsiteX463" fmla="*/ 81253 w 279567"/>
                <a:gd name="connsiteY463" fmla="*/ 516492 h 539886"/>
                <a:gd name="connsiteX464" fmla="*/ 76835 w 279567"/>
                <a:gd name="connsiteY464" fmla="*/ 516818 h 539886"/>
                <a:gd name="connsiteX465" fmla="*/ 76091 w 279567"/>
                <a:gd name="connsiteY465" fmla="*/ 519050 h 539886"/>
                <a:gd name="connsiteX466" fmla="*/ 72417 w 279567"/>
                <a:gd name="connsiteY466" fmla="*/ 519515 h 539886"/>
                <a:gd name="connsiteX467" fmla="*/ 67161 w 279567"/>
                <a:gd name="connsiteY467" fmla="*/ 520538 h 539886"/>
                <a:gd name="connsiteX468" fmla="*/ 67161 w 279567"/>
                <a:gd name="connsiteY468" fmla="*/ 522771 h 539886"/>
                <a:gd name="connsiteX469" fmla="*/ 65423 w 279567"/>
                <a:gd name="connsiteY469" fmla="*/ 522829 h 539886"/>
                <a:gd name="connsiteX470" fmla="*/ 63161 w 279567"/>
                <a:gd name="connsiteY470" fmla="*/ 522957 h 539886"/>
                <a:gd name="connsiteX471" fmla="*/ 60911 w 279567"/>
                <a:gd name="connsiteY471" fmla="*/ 523062 h 539886"/>
                <a:gd name="connsiteX472" fmla="*/ 58975 w 279567"/>
                <a:gd name="connsiteY472" fmla="*/ 523515 h 539886"/>
                <a:gd name="connsiteX473" fmla="*/ 57487 w 279567"/>
                <a:gd name="connsiteY473" fmla="*/ 526492 h 539886"/>
                <a:gd name="connsiteX474" fmla="*/ 53720 w 279567"/>
                <a:gd name="connsiteY474" fmla="*/ 526910 h 539886"/>
                <a:gd name="connsiteX475" fmla="*/ 50046 w 279567"/>
                <a:gd name="connsiteY475" fmla="*/ 527236 h 539886"/>
                <a:gd name="connsiteX476" fmla="*/ 49302 w 279567"/>
                <a:gd name="connsiteY476" fmla="*/ 529468 h 539886"/>
                <a:gd name="connsiteX477" fmla="*/ 46325 w 279567"/>
                <a:gd name="connsiteY477" fmla="*/ 529375 h 539886"/>
                <a:gd name="connsiteX478" fmla="*/ 43349 w 279567"/>
                <a:gd name="connsiteY478" fmla="*/ 529468 h 539886"/>
                <a:gd name="connsiteX479" fmla="*/ 42604 w 279567"/>
                <a:gd name="connsiteY479" fmla="*/ 533189 h 539886"/>
                <a:gd name="connsiteX480" fmla="*/ 38000 w 279567"/>
                <a:gd name="connsiteY480" fmla="*/ 533683 h 539886"/>
                <a:gd name="connsiteX481" fmla="*/ 36651 w 279567"/>
                <a:gd name="connsiteY481" fmla="*/ 533933 h 539886"/>
                <a:gd name="connsiteX482" fmla="*/ 35907 w 279567"/>
                <a:gd name="connsiteY482" fmla="*/ 536165 h 539886"/>
                <a:gd name="connsiteX483" fmla="*/ 30698 w 279567"/>
                <a:gd name="connsiteY483" fmla="*/ 536910 h 539886"/>
                <a:gd name="connsiteX484" fmla="*/ 30698 w 279567"/>
                <a:gd name="connsiteY484" fmla="*/ 539886 h 539886"/>
                <a:gd name="connsiteX485" fmla="*/ 24001 w 279567"/>
                <a:gd name="connsiteY485" fmla="*/ 539886 h 539886"/>
                <a:gd name="connsiteX486" fmla="*/ 24001 w 279567"/>
                <a:gd name="connsiteY486" fmla="*/ 537654 h 539886"/>
                <a:gd name="connsiteX487" fmla="*/ 22513 w 279567"/>
                <a:gd name="connsiteY487" fmla="*/ 537654 h 539886"/>
                <a:gd name="connsiteX488" fmla="*/ 22187 w 279567"/>
                <a:gd name="connsiteY488" fmla="*/ 535282 h 539886"/>
                <a:gd name="connsiteX489" fmla="*/ 21024 w 279567"/>
                <a:gd name="connsiteY489" fmla="*/ 528724 h 539886"/>
                <a:gd name="connsiteX490" fmla="*/ 19536 w 279567"/>
                <a:gd name="connsiteY490" fmla="*/ 528724 h 539886"/>
                <a:gd name="connsiteX491" fmla="*/ 19173 w 279567"/>
                <a:gd name="connsiteY491" fmla="*/ 524146 h 539886"/>
                <a:gd name="connsiteX492" fmla="*/ 18792 w 279567"/>
                <a:gd name="connsiteY492" fmla="*/ 522771 h 539886"/>
                <a:gd name="connsiteX493" fmla="*/ 16559 w 279567"/>
                <a:gd name="connsiteY493" fmla="*/ 522027 h 539886"/>
                <a:gd name="connsiteX494" fmla="*/ 16118 w 279567"/>
                <a:gd name="connsiteY494" fmla="*/ 516841 h 539886"/>
                <a:gd name="connsiteX495" fmla="*/ 15815 w 279567"/>
                <a:gd name="connsiteY495" fmla="*/ 515329 h 539886"/>
                <a:gd name="connsiteX496" fmla="*/ 13583 w 279567"/>
                <a:gd name="connsiteY496" fmla="*/ 514585 h 539886"/>
                <a:gd name="connsiteX497" fmla="*/ 13583 w 279567"/>
                <a:gd name="connsiteY497" fmla="*/ 509376 h 539886"/>
                <a:gd name="connsiteX498" fmla="*/ 11350 w 279567"/>
                <a:gd name="connsiteY498" fmla="*/ 507888 h 539886"/>
                <a:gd name="connsiteX499" fmla="*/ 10978 w 279567"/>
                <a:gd name="connsiteY499" fmla="*/ 505237 h 539886"/>
                <a:gd name="connsiteX500" fmla="*/ 10606 w 279567"/>
                <a:gd name="connsiteY500" fmla="*/ 502679 h 539886"/>
                <a:gd name="connsiteX501" fmla="*/ 8374 w 279567"/>
                <a:gd name="connsiteY501" fmla="*/ 501935 h 539886"/>
                <a:gd name="connsiteX502" fmla="*/ 7630 w 279567"/>
                <a:gd name="connsiteY502" fmla="*/ 496726 h 539886"/>
                <a:gd name="connsiteX503" fmla="*/ 5397 w 279567"/>
                <a:gd name="connsiteY503" fmla="*/ 495982 h 539886"/>
                <a:gd name="connsiteX504" fmla="*/ 4653 w 279567"/>
                <a:gd name="connsiteY504" fmla="*/ 492261 h 539886"/>
                <a:gd name="connsiteX505" fmla="*/ 3165 w 279567"/>
                <a:gd name="connsiteY505" fmla="*/ 491517 h 539886"/>
                <a:gd name="connsiteX506" fmla="*/ 2839 w 279567"/>
                <a:gd name="connsiteY506" fmla="*/ 490029 h 539886"/>
                <a:gd name="connsiteX507" fmla="*/ 2421 w 279567"/>
                <a:gd name="connsiteY507" fmla="*/ 488540 h 539886"/>
                <a:gd name="connsiteX508" fmla="*/ 188 w 279567"/>
                <a:gd name="connsiteY508" fmla="*/ 487796 h 539886"/>
                <a:gd name="connsiteX509" fmla="*/ 49 w 279567"/>
                <a:gd name="connsiteY509" fmla="*/ 483285 h 539886"/>
                <a:gd name="connsiteX510" fmla="*/ 110 w 279567"/>
                <a:gd name="connsiteY510" fmla="*/ 480794 h 539886"/>
                <a:gd name="connsiteX511" fmla="*/ 188 w 279567"/>
                <a:gd name="connsiteY511" fmla="*/ 478867 h 539886"/>
                <a:gd name="connsiteX512" fmla="*/ 3165 w 279567"/>
                <a:gd name="connsiteY512" fmla="*/ 478867 h 539886"/>
                <a:gd name="connsiteX513" fmla="*/ 4653 w 279567"/>
                <a:gd name="connsiteY513" fmla="*/ 475146 h 539886"/>
                <a:gd name="connsiteX514" fmla="*/ 6141 w 279567"/>
                <a:gd name="connsiteY514" fmla="*/ 475146 h 539886"/>
                <a:gd name="connsiteX515" fmla="*/ 7630 w 279567"/>
                <a:gd name="connsiteY515" fmla="*/ 472169 h 539886"/>
                <a:gd name="connsiteX516" fmla="*/ 12260 w 279567"/>
                <a:gd name="connsiteY516" fmla="*/ 466614 h 539886"/>
                <a:gd name="connsiteX517" fmla="*/ 14327 w 279567"/>
                <a:gd name="connsiteY517" fmla="*/ 461007 h 539886"/>
                <a:gd name="connsiteX518" fmla="*/ 15815 w 279567"/>
                <a:gd name="connsiteY518" fmla="*/ 460263 h 539886"/>
                <a:gd name="connsiteX519" fmla="*/ 16280 w 279567"/>
                <a:gd name="connsiteY519" fmla="*/ 457240 h 539886"/>
                <a:gd name="connsiteX520" fmla="*/ 16559 w 279567"/>
                <a:gd name="connsiteY520" fmla="*/ 454310 h 539886"/>
                <a:gd name="connsiteX521" fmla="*/ 18792 w 279567"/>
                <a:gd name="connsiteY521" fmla="*/ 454310 h 539886"/>
                <a:gd name="connsiteX522" fmla="*/ 19536 w 279567"/>
                <a:gd name="connsiteY522" fmla="*/ 441660 h 539886"/>
                <a:gd name="connsiteX523" fmla="*/ 21024 w 279567"/>
                <a:gd name="connsiteY523" fmla="*/ 441660 h 539886"/>
                <a:gd name="connsiteX524" fmla="*/ 21028 w 279567"/>
                <a:gd name="connsiteY524" fmla="*/ 438853 h 539886"/>
                <a:gd name="connsiteX525" fmla="*/ 21206 w 279567"/>
                <a:gd name="connsiteY525" fmla="*/ 316427 h 539886"/>
                <a:gd name="connsiteX526" fmla="*/ 21208 w 279567"/>
                <a:gd name="connsiteY526" fmla="*/ 314556 h 539886"/>
                <a:gd name="connsiteX527" fmla="*/ 21271 w 279567"/>
                <a:gd name="connsiteY527" fmla="*/ 274302 h 539886"/>
                <a:gd name="connsiteX528" fmla="*/ 21301 w 279567"/>
                <a:gd name="connsiteY528" fmla="*/ 254562 h 539886"/>
                <a:gd name="connsiteX529" fmla="*/ 21304 w 279567"/>
                <a:gd name="connsiteY529" fmla="*/ 252577 h 539886"/>
                <a:gd name="connsiteX530" fmla="*/ 21397 w 279567"/>
                <a:gd name="connsiteY530" fmla="*/ 188865 h 539886"/>
                <a:gd name="connsiteX531" fmla="*/ 21495 w 279567"/>
                <a:gd name="connsiteY531" fmla="*/ 123412 h 539886"/>
                <a:gd name="connsiteX532" fmla="*/ 21510 w 279567"/>
                <a:gd name="connsiteY532" fmla="*/ 114174 h 539886"/>
                <a:gd name="connsiteX533" fmla="*/ 21513 w 279567"/>
                <a:gd name="connsiteY533" fmla="*/ 112338 h 539886"/>
                <a:gd name="connsiteX534" fmla="*/ 21554 w 279567"/>
                <a:gd name="connsiteY534" fmla="*/ 83030 h 539886"/>
                <a:gd name="connsiteX535" fmla="*/ 21599 w 279567"/>
                <a:gd name="connsiteY535" fmla="*/ 53590 h 539886"/>
                <a:gd name="connsiteX536" fmla="*/ 21624 w 279567"/>
                <a:gd name="connsiteY536" fmla="*/ 36083 h 539886"/>
                <a:gd name="connsiteX537" fmla="*/ 21646 w 279567"/>
                <a:gd name="connsiteY537" fmla="*/ 23036 h 539886"/>
                <a:gd name="connsiteX538" fmla="*/ 21652 w 279567"/>
                <a:gd name="connsiteY538" fmla="*/ 17738 h 539886"/>
                <a:gd name="connsiteX539" fmla="*/ 21665 w 279567"/>
                <a:gd name="connsiteY539" fmla="*/ 10572 h 539886"/>
                <a:gd name="connsiteX540" fmla="*/ 21663 w 279567"/>
                <a:gd name="connsiteY540" fmla="*/ 8465 h 539886"/>
                <a:gd name="connsiteX541" fmla="*/ 21671 w 279567"/>
                <a:gd name="connsiteY541" fmla="*/ 6541 h 539886"/>
                <a:gd name="connsiteX542" fmla="*/ 21674 w 279567"/>
                <a:gd name="connsiteY542" fmla="*/ 4885 h 539886"/>
                <a:gd name="connsiteX543" fmla="*/ 22513 w 279567"/>
                <a:gd name="connsiteY543" fmla="*/ 384 h 539886"/>
                <a:gd name="connsiteX544" fmla="*/ 26009 w 279567"/>
                <a:gd name="connsiteY544" fmla="*/ 18 h 539886"/>
                <a:gd name="connsiteX545" fmla="*/ 28316 w 279567"/>
                <a:gd name="connsiteY545" fmla="*/ 0 h 53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Lst>
              <a:rect l="l" t="t" r="r" b="b"/>
              <a:pathLst>
                <a:path w="279567" h="539886">
                  <a:moveTo>
                    <a:pt x="174025" y="173539"/>
                  </a:moveTo>
                  <a:cubicBezTo>
                    <a:pt x="172623" y="173559"/>
                    <a:pt x="172623" y="173559"/>
                    <a:pt x="171250" y="173580"/>
                  </a:cubicBezTo>
                  <a:cubicBezTo>
                    <a:pt x="168193" y="173578"/>
                    <a:pt x="165137" y="173579"/>
                    <a:pt x="162081" y="173609"/>
                  </a:cubicBezTo>
                  <a:cubicBezTo>
                    <a:pt x="159339" y="173636"/>
                    <a:pt x="156597" y="173647"/>
                    <a:pt x="153855" y="173652"/>
                  </a:cubicBezTo>
                  <a:cubicBezTo>
                    <a:pt x="148679" y="173660"/>
                    <a:pt x="143503" y="173684"/>
                    <a:pt x="138328" y="173721"/>
                  </a:cubicBezTo>
                  <a:cubicBezTo>
                    <a:pt x="132388" y="173764"/>
                    <a:pt x="126448" y="173790"/>
                    <a:pt x="120507" y="173809"/>
                  </a:cubicBezTo>
                  <a:cubicBezTo>
                    <a:pt x="107713" y="173849"/>
                    <a:pt x="94919" y="173915"/>
                    <a:pt x="82124" y="174002"/>
                  </a:cubicBezTo>
                  <a:cubicBezTo>
                    <a:pt x="82020" y="178739"/>
                    <a:pt x="81920" y="183476"/>
                    <a:pt x="81823" y="188213"/>
                  </a:cubicBezTo>
                  <a:cubicBezTo>
                    <a:pt x="81785" y="190142"/>
                    <a:pt x="81745" y="192072"/>
                    <a:pt x="81706" y="194001"/>
                  </a:cubicBezTo>
                  <a:cubicBezTo>
                    <a:pt x="81643" y="196852"/>
                    <a:pt x="81581" y="199703"/>
                    <a:pt x="81524" y="202554"/>
                  </a:cubicBezTo>
                  <a:cubicBezTo>
                    <a:pt x="81505" y="203470"/>
                    <a:pt x="81488" y="204360"/>
                    <a:pt x="81470" y="205250"/>
                  </a:cubicBezTo>
                  <a:cubicBezTo>
                    <a:pt x="81450" y="206148"/>
                    <a:pt x="81429" y="207019"/>
                    <a:pt x="81409" y="207890"/>
                  </a:cubicBezTo>
                  <a:cubicBezTo>
                    <a:pt x="81394" y="208719"/>
                    <a:pt x="81379" y="209523"/>
                    <a:pt x="81364" y="210328"/>
                  </a:cubicBezTo>
                  <a:cubicBezTo>
                    <a:pt x="81319" y="212465"/>
                    <a:pt x="81169" y="213764"/>
                    <a:pt x="82124" y="215674"/>
                  </a:cubicBezTo>
                  <a:cubicBezTo>
                    <a:pt x="82680" y="215737"/>
                    <a:pt x="83220" y="215798"/>
                    <a:pt x="83759" y="215859"/>
                  </a:cubicBezTo>
                  <a:cubicBezTo>
                    <a:pt x="84874" y="215858"/>
                    <a:pt x="84874" y="215858"/>
                    <a:pt x="85966" y="215858"/>
                  </a:cubicBezTo>
                  <a:cubicBezTo>
                    <a:pt x="86824" y="215861"/>
                    <a:pt x="87657" y="215864"/>
                    <a:pt x="88489" y="215867"/>
                  </a:cubicBezTo>
                  <a:cubicBezTo>
                    <a:pt x="89439" y="215863"/>
                    <a:pt x="90361" y="215859"/>
                    <a:pt x="91282" y="215855"/>
                  </a:cubicBezTo>
                  <a:cubicBezTo>
                    <a:pt x="94358" y="215859"/>
                    <a:pt x="97434" y="215862"/>
                    <a:pt x="100509" y="215854"/>
                  </a:cubicBezTo>
                  <a:cubicBezTo>
                    <a:pt x="103270" y="215846"/>
                    <a:pt x="106030" y="215844"/>
                    <a:pt x="108790" y="215844"/>
                  </a:cubicBezTo>
                  <a:cubicBezTo>
                    <a:pt x="113406" y="215845"/>
                    <a:pt x="118022" y="215841"/>
                    <a:pt x="122638" y="215831"/>
                  </a:cubicBezTo>
                  <a:cubicBezTo>
                    <a:pt x="128024" y="215819"/>
                    <a:pt x="133409" y="215811"/>
                    <a:pt x="138795" y="215812"/>
                  </a:cubicBezTo>
                  <a:cubicBezTo>
                    <a:pt x="144006" y="215812"/>
                    <a:pt x="149218" y="215810"/>
                    <a:pt x="154429" y="215804"/>
                  </a:cubicBezTo>
                  <a:cubicBezTo>
                    <a:pt x="156639" y="215802"/>
                    <a:pt x="158849" y="215799"/>
                    <a:pt x="161059" y="215798"/>
                  </a:cubicBezTo>
                  <a:cubicBezTo>
                    <a:pt x="163711" y="215798"/>
                    <a:pt x="166363" y="215796"/>
                    <a:pt x="169015" y="215789"/>
                  </a:cubicBezTo>
                  <a:cubicBezTo>
                    <a:pt x="170009" y="215787"/>
                    <a:pt x="170973" y="215784"/>
                    <a:pt x="171937" y="215782"/>
                  </a:cubicBezTo>
                  <a:cubicBezTo>
                    <a:pt x="172887" y="215782"/>
                    <a:pt x="173808" y="215783"/>
                    <a:pt x="174730" y="215783"/>
                  </a:cubicBezTo>
                  <a:cubicBezTo>
                    <a:pt x="175588" y="215780"/>
                    <a:pt x="176421" y="215776"/>
                    <a:pt x="177253" y="215773"/>
                  </a:cubicBezTo>
                  <a:cubicBezTo>
                    <a:pt x="178981" y="215770"/>
                    <a:pt x="180578" y="216191"/>
                    <a:pt x="181839" y="214930"/>
                  </a:cubicBezTo>
                  <a:cubicBezTo>
                    <a:pt x="181677" y="214263"/>
                    <a:pt x="181677" y="214263"/>
                    <a:pt x="181518" y="213609"/>
                  </a:cubicBezTo>
                  <a:cubicBezTo>
                    <a:pt x="181042" y="211974"/>
                    <a:pt x="181042" y="211974"/>
                    <a:pt x="181011" y="210321"/>
                  </a:cubicBezTo>
                  <a:cubicBezTo>
                    <a:pt x="181015" y="209713"/>
                    <a:pt x="181018" y="209122"/>
                    <a:pt x="181022" y="208532"/>
                  </a:cubicBezTo>
                  <a:cubicBezTo>
                    <a:pt x="181026" y="207502"/>
                    <a:pt x="181026" y="207502"/>
                    <a:pt x="181030" y="206492"/>
                  </a:cubicBezTo>
                  <a:cubicBezTo>
                    <a:pt x="181036" y="205749"/>
                    <a:pt x="181042" y="205027"/>
                    <a:pt x="181049" y="204305"/>
                  </a:cubicBezTo>
                  <a:cubicBezTo>
                    <a:pt x="181060" y="201165"/>
                    <a:pt x="181075" y="198025"/>
                    <a:pt x="181095" y="194884"/>
                  </a:cubicBezTo>
                  <a:cubicBezTo>
                    <a:pt x="181110" y="192501"/>
                    <a:pt x="181124" y="190118"/>
                    <a:pt x="181133" y="187734"/>
                  </a:cubicBezTo>
                  <a:cubicBezTo>
                    <a:pt x="181137" y="186590"/>
                    <a:pt x="181137" y="186590"/>
                    <a:pt x="181142" y="185469"/>
                  </a:cubicBezTo>
                  <a:cubicBezTo>
                    <a:pt x="181148" y="184727"/>
                    <a:pt x="181154" y="184007"/>
                    <a:pt x="181160" y="183287"/>
                  </a:cubicBezTo>
                  <a:cubicBezTo>
                    <a:pt x="181164" y="182253"/>
                    <a:pt x="181164" y="182253"/>
                    <a:pt x="181168" y="181240"/>
                  </a:cubicBezTo>
                  <a:cubicBezTo>
                    <a:pt x="181184" y="178720"/>
                    <a:pt x="181167" y="176401"/>
                    <a:pt x="180351" y="174002"/>
                  </a:cubicBezTo>
                  <a:cubicBezTo>
                    <a:pt x="179798" y="173846"/>
                    <a:pt x="179262" y="173695"/>
                    <a:pt x="178725" y="173544"/>
                  </a:cubicBezTo>
                  <a:cubicBezTo>
                    <a:pt x="177980" y="173548"/>
                    <a:pt x="177256" y="173551"/>
                    <a:pt x="176532" y="173554"/>
                  </a:cubicBezTo>
                  <a:cubicBezTo>
                    <a:pt x="175266" y="173547"/>
                    <a:pt x="175266" y="173547"/>
                    <a:pt x="174025" y="173539"/>
                  </a:cubicBezTo>
                  <a:close/>
                  <a:moveTo>
                    <a:pt x="174721" y="67915"/>
                  </a:moveTo>
                  <a:cubicBezTo>
                    <a:pt x="173309" y="67927"/>
                    <a:pt x="173309" y="67927"/>
                    <a:pt x="171925" y="67939"/>
                  </a:cubicBezTo>
                  <a:cubicBezTo>
                    <a:pt x="168846" y="67938"/>
                    <a:pt x="165766" y="67939"/>
                    <a:pt x="162687" y="67957"/>
                  </a:cubicBezTo>
                  <a:cubicBezTo>
                    <a:pt x="159924" y="67973"/>
                    <a:pt x="157161" y="67980"/>
                    <a:pt x="154398" y="67983"/>
                  </a:cubicBezTo>
                  <a:cubicBezTo>
                    <a:pt x="149183" y="67988"/>
                    <a:pt x="143969" y="68002"/>
                    <a:pt x="138754" y="68024"/>
                  </a:cubicBezTo>
                  <a:cubicBezTo>
                    <a:pt x="132768" y="68050"/>
                    <a:pt x="126783" y="68066"/>
                    <a:pt x="120798" y="68077"/>
                  </a:cubicBezTo>
                  <a:cubicBezTo>
                    <a:pt x="107907" y="68101"/>
                    <a:pt x="95015" y="68142"/>
                    <a:pt x="82124" y="68193"/>
                  </a:cubicBezTo>
                  <a:cubicBezTo>
                    <a:pt x="82124" y="82361"/>
                    <a:pt x="82124" y="96113"/>
                    <a:pt x="82124" y="109865"/>
                  </a:cubicBezTo>
                  <a:cubicBezTo>
                    <a:pt x="94425" y="109881"/>
                    <a:pt x="106726" y="109894"/>
                    <a:pt x="119027" y="109902"/>
                  </a:cubicBezTo>
                  <a:cubicBezTo>
                    <a:pt x="125005" y="109906"/>
                    <a:pt x="130983" y="109910"/>
                    <a:pt x="136961" y="109918"/>
                  </a:cubicBezTo>
                  <a:cubicBezTo>
                    <a:pt x="142214" y="109926"/>
                    <a:pt x="147466" y="109932"/>
                    <a:pt x="152719" y="109934"/>
                  </a:cubicBezTo>
                  <a:cubicBezTo>
                    <a:pt x="155490" y="109935"/>
                    <a:pt x="158262" y="109935"/>
                    <a:pt x="161034" y="109940"/>
                  </a:cubicBezTo>
                  <a:cubicBezTo>
                    <a:pt x="163689" y="109945"/>
                    <a:pt x="166344" y="109950"/>
                    <a:pt x="168999" y="109949"/>
                  </a:cubicBezTo>
                  <a:cubicBezTo>
                    <a:pt x="170477" y="109949"/>
                    <a:pt x="170477" y="109949"/>
                    <a:pt x="171925" y="109949"/>
                  </a:cubicBezTo>
                  <a:cubicBezTo>
                    <a:pt x="172876" y="109952"/>
                    <a:pt x="173799" y="109955"/>
                    <a:pt x="174721" y="109957"/>
                  </a:cubicBezTo>
                  <a:cubicBezTo>
                    <a:pt x="175580" y="109956"/>
                    <a:pt x="176414" y="109955"/>
                    <a:pt x="177248" y="109954"/>
                  </a:cubicBezTo>
                  <a:cubicBezTo>
                    <a:pt x="178364" y="109955"/>
                    <a:pt x="178364" y="109955"/>
                    <a:pt x="179457" y="109956"/>
                  </a:cubicBezTo>
                  <a:cubicBezTo>
                    <a:pt x="181095" y="109865"/>
                    <a:pt x="181095" y="109865"/>
                    <a:pt x="181839" y="109120"/>
                  </a:cubicBezTo>
                  <a:cubicBezTo>
                    <a:pt x="181730" y="108672"/>
                    <a:pt x="181625" y="108237"/>
                    <a:pt x="181519" y="107802"/>
                  </a:cubicBezTo>
                  <a:cubicBezTo>
                    <a:pt x="181043" y="106162"/>
                    <a:pt x="181043" y="106162"/>
                    <a:pt x="181000" y="104496"/>
                  </a:cubicBezTo>
                  <a:cubicBezTo>
                    <a:pt x="181000" y="103881"/>
                    <a:pt x="180999" y="103284"/>
                    <a:pt x="180998" y="102687"/>
                  </a:cubicBezTo>
                  <a:cubicBezTo>
                    <a:pt x="180996" y="101986"/>
                    <a:pt x="180994" y="101306"/>
                    <a:pt x="180991" y="100626"/>
                  </a:cubicBezTo>
                  <a:cubicBezTo>
                    <a:pt x="180994" y="99511"/>
                    <a:pt x="180994" y="99511"/>
                    <a:pt x="180996" y="98418"/>
                  </a:cubicBezTo>
                  <a:cubicBezTo>
                    <a:pt x="180994" y="96874"/>
                    <a:pt x="180993" y="95331"/>
                    <a:pt x="180993" y="93787"/>
                  </a:cubicBezTo>
                  <a:cubicBezTo>
                    <a:pt x="180998" y="91354"/>
                    <a:pt x="181002" y="88920"/>
                    <a:pt x="180998" y="86487"/>
                  </a:cubicBezTo>
                  <a:cubicBezTo>
                    <a:pt x="180995" y="84897"/>
                    <a:pt x="180993" y="83307"/>
                    <a:pt x="180994" y="81717"/>
                  </a:cubicBezTo>
                  <a:cubicBezTo>
                    <a:pt x="180994" y="80943"/>
                    <a:pt x="180995" y="80193"/>
                    <a:pt x="180996" y="79442"/>
                  </a:cubicBezTo>
                  <a:cubicBezTo>
                    <a:pt x="180994" y="78688"/>
                    <a:pt x="180993" y="77956"/>
                    <a:pt x="180991" y="77225"/>
                  </a:cubicBezTo>
                  <a:cubicBezTo>
                    <a:pt x="180995" y="76191"/>
                    <a:pt x="180995" y="76191"/>
                    <a:pt x="180998" y="75177"/>
                  </a:cubicBezTo>
                  <a:cubicBezTo>
                    <a:pt x="180999" y="74089"/>
                    <a:pt x="181024" y="73000"/>
                    <a:pt x="181095" y="71913"/>
                  </a:cubicBezTo>
                  <a:cubicBezTo>
                    <a:pt x="181839" y="70425"/>
                    <a:pt x="181839" y="70425"/>
                    <a:pt x="181095" y="68193"/>
                  </a:cubicBezTo>
                  <a:cubicBezTo>
                    <a:pt x="180538" y="68099"/>
                    <a:pt x="179998" y="68009"/>
                    <a:pt x="179457" y="67918"/>
                  </a:cubicBezTo>
                  <a:cubicBezTo>
                    <a:pt x="178342" y="67921"/>
                    <a:pt x="178342" y="67921"/>
                    <a:pt x="177248" y="67924"/>
                  </a:cubicBezTo>
                  <a:cubicBezTo>
                    <a:pt x="175972" y="67920"/>
                    <a:pt x="175972" y="67920"/>
                    <a:pt x="174721" y="67915"/>
                  </a:cubicBezTo>
                  <a:close/>
                  <a:moveTo>
                    <a:pt x="28316" y="0"/>
                  </a:moveTo>
                  <a:cubicBezTo>
                    <a:pt x="29162" y="9"/>
                    <a:pt x="30008" y="17"/>
                    <a:pt x="30879" y="26"/>
                  </a:cubicBezTo>
                  <a:cubicBezTo>
                    <a:pt x="31768" y="24"/>
                    <a:pt x="32657" y="21"/>
                    <a:pt x="33573" y="19"/>
                  </a:cubicBezTo>
                  <a:cubicBezTo>
                    <a:pt x="36056" y="14"/>
                    <a:pt x="38539" y="24"/>
                    <a:pt x="41022" y="39"/>
                  </a:cubicBezTo>
                  <a:cubicBezTo>
                    <a:pt x="43735" y="52"/>
                    <a:pt x="46448" y="47"/>
                    <a:pt x="49161" y="45"/>
                  </a:cubicBezTo>
                  <a:cubicBezTo>
                    <a:pt x="54434" y="44"/>
                    <a:pt x="59707" y="57"/>
                    <a:pt x="64980" y="76"/>
                  </a:cubicBezTo>
                  <a:cubicBezTo>
                    <a:pt x="71075" y="98"/>
                    <a:pt x="77171" y="100"/>
                    <a:pt x="83266" y="103"/>
                  </a:cubicBezTo>
                  <a:cubicBezTo>
                    <a:pt x="99369" y="118"/>
                    <a:pt x="115472" y="160"/>
                    <a:pt x="131576" y="198"/>
                  </a:cubicBezTo>
                  <a:cubicBezTo>
                    <a:pt x="167536" y="260"/>
                    <a:pt x="203496" y="321"/>
                    <a:pt x="240546" y="384"/>
                  </a:cubicBezTo>
                  <a:cubicBezTo>
                    <a:pt x="240546" y="92717"/>
                    <a:pt x="240546" y="185050"/>
                    <a:pt x="240546" y="280181"/>
                  </a:cubicBezTo>
                  <a:cubicBezTo>
                    <a:pt x="213779" y="280427"/>
                    <a:pt x="187012" y="280672"/>
                    <a:pt x="159434" y="280925"/>
                  </a:cubicBezTo>
                  <a:cubicBezTo>
                    <a:pt x="160171" y="281662"/>
                    <a:pt x="160908" y="282399"/>
                    <a:pt x="161667" y="283158"/>
                  </a:cubicBezTo>
                  <a:cubicBezTo>
                    <a:pt x="161995" y="285140"/>
                    <a:pt x="161995" y="285140"/>
                    <a:pt x="162085" y="287343"/>
                  </a:cubicBezTo>
                  <a:cubicBezTo>
                    <a:pt x="162147" y="289492"/>
                    <a:pt x="162147" y="289492"/>
                    <a:pt x="162411" y="291343"/>
                  </a:cubicBezTo>
                  <a:cubicBezTo>
                    <a:pt x="162902" y="291589"/>
                    <a:pt x="163393" y="291834"/>
                    <a:pt x="163899" y="292087"/>
                  </a:cubicBezTo>
                  <a:cubicBezTo>
                    <a:pt x="164165" y="294398"/>
                    <a:pt x="164230" y="296693"/>
                    <a:pt x="164315" y="299017"/>
                  </a:cubicBezTo>
                  <a:cubicBezTo>
                    <a:pt x="164423" y="299677"/>
                    <a:pt x="164532" y="300337"/>
                    <a:pt x="164643" y="301017"/>
                  </a:cubicBezTo>
                  <a:cubicBezTo>
                    <a:pt x="165380" y="301263"/>
                    <a:pt x="166117" y="301508"/>
                    <a:pt x="166876" y="301761"/>
                  </a:cubicBezTo>
                  <a:cubicBezTo>
                    <a:pt x="167226" y="304079"/>
                    <a:pt x="167251" y="306349"/>
                    <a:pt x="167318" y="308691"/>
                  </a:cubicBezTo>
                  <a:cubicBezTo>
                    <a:pt x="167417" y="309351"/>
                    <a:pt x="167517" y="310011"/>
                    <a:pt x="167620" y="310691"/>
                  </a:cubicBezTo>
                  <a:cubicBezTo>
                    <a:pt x="168357" y="310936"/>
                    <a:pt x="169093" y="311182"/>
                    <a:pt x="169852" y="311435"/>
                  </a:cubicBezTo>
                  <a:cubicBezTo>
                    <a:pt x="170181" y="313435"/>
                    <a:pt x="170181" y="313435"/>
                    <a:pt x="170271" y="315900"/>
                  </a:cubicBezTo>
                  <a:cubicBezTo>
                    <a:pt x="170333" y="318292"/>
                    <a:pt x="170333" y="318292"/>
                    <a:pt x="170597" y="320365"/>
                  </a:cubicBezTo>
                  <a:cubicBezTo>
                    <a:pt x="171088" y="320610"/>
                    <a:pt x="171579" y="320856"/>
                    <a:pt x="172085" y="321109"/>
                  </a:cubicBezTo>
                  <a:cubicBezTo>
                    <a:pt x="172349" y="323032"/>
                    <a:pt x="172415" y="324937"/>
                    <a:pt x="172501" y="326876"/>
                  </a:cubicBezTo>
                  <a:cubicBezTo>
                    <a:pt x="172609" y="327428"/>
                    <a:pt x="172717" y="327981"/>
                    <a:pt x="172829" y="328550"/>
                  </a:cubicBezTo>
                  <a:cubicBezTo>
                    <a:pt x="173566" y="328796"/>
                    <a:pt x="174302" y="329041"/>
                    <a:pt x="175061" y="329294"/>
                  </a:cubicBezTo>
                  <a:cubicBezTo>
                    <a:pt x="175390" y="330806"/>
                    <a:pt x="175390" y="330806"/>
                    <a:pt x="175480" y="332643"/>
                  </a:cubicBezTo>
                  <a:cubicBezTo>
                    <a:pt x="175543" y="334431"/>
                    <a:pt x="175543" y="334431"/>
                    <a:pt x="175806" y="335992"/>
                  </a:cubicBezTo>
                  <a:cubicBezTo>
                    <a:pt x="176297" y="336237"/>
                    <a:pt x="176788" y="336483"/>
                    <a:pt x="177294" y="336736"/>
                  </a:cubicBezTo>
                  <a:cubicBezTo>
                    <a:pt x="177294" y="336245"/>
                    <a:pt x="177294" y="335753"/>
                    <a:pt x="177294" y="335247"/>
                  </a:cubicBezTo>
                  <a:cubicBezTo>
                    <a:pt x="177770" y="335140"/>
                    <a:pt x="178245" y="335033"/>
                    <a:pt x="178736" y="334922"/>
                  </a:cubicBezTo>
                  <a:cubicBezTo>
                    <a:pt x="179242" y="334784"/>
                    <a:pt x="179749" y="334646"/>
                    <a:pt x="180270" y="334503"/>
                  </a:cubicBezTo>
                  <a:cubicBezTo>
                    <a:pt x="180516" y="333767"/>
                    <a:pt x="180762" y="333030"/>
                    <a:pt x="181015" y="332271"/>
                  </a:cubicBezTo>
                  <a:cubicBezTo>
                    <a:pt x="181751" y="331780"/>
                    <a:pt x="182488" y="331289"/>
                    <a:pt x="183247" y="330783"/>
                  </a:cubicBezTo>
                  <a:cubicBezTo>
                    <a:pt x="183493" y="330046"/>
                    <a:pt x="183738" y="329309"/>
                    <a:pt x="183991" y="328550"/>
                  </a:cubicBezTo>
                  <a:cubicBezTo>
                    <a:pt x="184728" y="328305"/>
                    <a:pt x="185464" y="328059"/>
                    <a:pt x="186224" y="327806"/>
                  </a:cubicBezTo>
                  <a:cubicBezTo>
                    <a:pt x="186454" y="327315"/>
                    <a:pt x="186684" y="326824"/>
                    <a:pt x="186921" y="326318"/>
                  </a:cubicBezTo>
                  <a:cubicBezTo>
                    <a:pt x="187182" y="325827"/>
                    <a:pt x="187443" y="325336"/>
                    <a:pt x="187712" y="324829"/>
                  </a:cubicBezTo>
                  <a:cubicBezTo>
                    <a:pt x="188218" y="324707"/>
                    <a:pt x="188725" y="324584"/>
                    <a:pt x="189247" y="324457"/>
                  </a:cubicBezTo>
                  <a:cubicBezTo>
                    <a:pt x="189722" y="324335"/>
                    <a:pt x="190198" y="324212"/>
                    <a:pt x="190688" y="324085"/>
                  </a:cubicBezTo>
                  <a:cubicBezTo>
                    <a:pt x="190811" y="323579"/>
                    <a:pt x="190934" y="323072"/>
                    <a:pt x="191060" y="322551"/>
                  </a:cubicBezTo>
                  <a:cubicBezTo>
                    <a:pt x="191183" y="322075"/>
                    <a:pt x="191306" y="321599"/>
                    <a:pt x="191433" y="321109"/>
                  </a:cubicBezTo>
                  <a:cubicBezTo>
                    <a:pt x="192415" y="321109"/>
                    <a:pt x="193397" y="321109"/>
                    <a:pt x="194409" y="321109"/>
                  </a:cubicBezTo>
                  <a:cubicBezTo>
                    <a:pt x="194409" y="320127"/>
                    <a:pt x="194409" y="319144"/>
                    <a:pt x="194409" y="318132"/>
                  </a:cubicBezTo>
                  <a:cubicBezTo>
                    <a:pt x="195391" y="318132"/>
                    <a:pt x="196374" y="318132"/>
                    <a:pt x="197386" y="318132"/>
                  </a:cubicBezTo>
                  <a:cubicBezTo>
                    <a:pt x="197825" y="316684"/>
                    <a:pt x="197825" y="316684"/>
                    <a:pt x="198130" y="315156"/>
                  </a:cubicBezTo>
                  <a:cubicBezTo>
                    <a:pt x="198866" y="314910"/>
                    <a:pt x="199603" y="314665"/>
                    <a:pt x="200362" y="314412"/>
                  </a:cubicBezTo>
                  <a:cubicBezTo>
                    <a:pt x="200631" y="313425"/>
                    <a:pt x="200881" y="312433"/>
                    <a:pt x="201106" y="311435"/>
                  </a:cubicBezTo>
                  <a:cubicBezTo>
                    <a:pt x="201597" y="311435"/>
                    <a:pt x="202089" y="311435"/>
                    <a:pt x="202595" y="311435"/>
                  </a:cubicBezTo>
                  <a:cubicBezTo>
                    <a:pt x="202809" y="310836"/>
                    <a:pt x="203024" y="310238"/>
                    <a:pt x="203246" y="309621"/>
                  </a:cubicBezTo>
                  <a:cubicBezTo>
                    <a:pt x="203522" y="308992"/>
                    <a:pt x="203798" y="308363"/>
                    <a:pt x="204083" y="307714"/>
                  </a:cubicBezTo>
                  <a:cubicBezTo>
                    <a:pt x="205075" y="307466"/>
                    <a:pt x="206067" y="307218"/>
                    <a:pt x="207059" y="306970"/>
                  </a:cubicBezTo>
                  <a:cubicBezTo>
                    <a:pt x="207596" y="305747"/>
                    <a:pt x="208096" y="304507"/>
                    <a:pt x="208548" y="303249"/>
                  </a:cubicBezTo>
                  <a:cubicBezTo>
                    <a:pt x="209039" y="303249"/>
                    <a:pt x="209530" y="303249"/>
                    <a:pt x="210036" y="303249"/>
                  </a:cubicBezTo>
                  <a:cubicBezTo>
                    <a:pt x="210036" y="302513"/>
                    <a:pt x="210036" y="301776"/>
                    <a:pt x="210036" y="301017"/>
                  </a:cubicBezTo>
                  <a:cubicBezTo>
                    <a:pt x="210512" y="300910"/>
                    <a:pt x="210988" y="300802"/>
                    <a:pt x="211478" y="300691"/>
                  </a:cubicBezTo>
                  <a:cubicBezTo>
                    <a:pt x="211984" y="300553"/>
                    <a:pt x="212491" y="300415"/>
                    <a:pt x="213013" y="300273"/>
                  </a:cubicBezTo>
                  <a:cubicBezTo>
                    <a:pt x="213282" y="299286"/>
                    <a:pt x="213531" y="298294"/>
                    <a:pt x="213757" y="297296"/>
                  </a:cubicBezTo>
                  <a:cubicBezTo>
                    <a:pt x="214493" y="297296"/>
                    <a:pt x="215230" y="297296"/>
                    <a:pt x="215989" y="297296"/>
                  </a:cubicBezTo>
                  <a:cubicBezTo>
                    <a:pt x="215989" y="296314"/>
                    <a:pt x="215989" y="295332"/>
                    <a:pt x="215989" y="294320"/>
                  </a:cubicBezTo>
                  <a:cubicBezTo>
                    <a:pt x="216726" y="294074"/>
                    <a:pt x="217463" y="293829"/>
                    <a:pt x="218222" y="293576"/>
                  </a:cubicBezTo>
                  <a:cubicBezTo>
                    <a:pt x="218344" y="293084"/>
                    <a:pt x="218467" y="292593"/>
                    <a:pt x="218594" y="292087"/>
                  </a:cubicBezTo>
                  <a:cubicBezTo>
                    <a:pt x="218716" y="291596"/>
                    <a:pt x="218839" y="291105"/>
                    <a:pt x="218966" y="290599"/>
                  </a:cubicBezTo>
                  <a:cubicBezTo>
                    <a:pt x="219702" y="290353"/>
                    <a:pt x="220439" y="290108"/>
                    <a:pt x="221198" y="289855"/>
                  </a:cubicBezTo>
                  <a:cubicBezTo>
                    <a:pt x="221444" y="289118"/>
                    <a:pt x="221689" y="288381"/>
                    <a:pt x="221942" y="287622"/>
                  </a:cubicBezTo>
                  <a:cubicBezTo>
                    <a:pt x="222433" y="287377"/>
                    <a:pt x="222925" y="287131"/>
                    <a:pt x="223431" y="286878"/>
                  </a:cubicBezTo>
                  <a:cubicBezTo>
                    <a:pt x="223507" y="286418"/>
                    <a:pt x="223584" y="285957"/>
                    <a:pt x="223663" y="285483"/>
                  </a:cubicBezTo>
                  <a:cubicBezTo>
                    <a:pt x="224175" y="283902"/>
                    <a:pt x="224175" y="283902"/>
                    <a:pt x="225896" y="282646"/>
                  </a:cubicBezTo>
                  <a:cubicBezTo>
                    <a:pt x="226555" y="282324"/>
                    <a:pt x="227215" y="282001"/>
                    <a:pt x="227895" y="281669"/>
                  </a:cubicBezTo>
                  <a:cubicBezTo>
                    <a:pt x="228387" y="281424"/>
                    <a:pt x="228878" y="281178"/>
                    <a:pt x="229384" y="280925"/>
                  </a:cubicBezTo>
                  <a:cubicBezTo>
                    <a:pt x="230872" y="280925"/>
                    <a:pt x="230872" y="280925"/>
                    <a:pt x="232872" y="282600"/>
                  </a:cubicBezTo>
                  <a:cubicBezTo>
                    <a:pt x="234593" y="284646"/>
                    <a:pt x="234593" y="284646"/>
                    <a:pt x="235337" y="286878"/>
                  </a:cubicBezTo>
                  <a:cubicBezTo>
                    <a:pt x="236073" y="287369"/>
                    <a:pt x="236810" y="287861"/>
                    <a:pt x="237569" y="288367"/>
                  </a:cubicBezTo>
                  <a:cubicBezTo>
                    <a:pt x="238323" y="289601"/>
                    <a:pt x="239066" y="290842"/>
                    <a:pt x="239802" y="292087"/>
                  </a:cubicBezTo>
                  <a:cubicBezTo>
                    <a:pt x="241321" y="294064"/>
                    <a:pt x="242897" y="295975"/>
                    <a:pt x="244732" y="297668"/>
                  </a:cubicBezTo>
                  <a:cubicBezTo>
                    <a:pt x="245755" y="298785"/>
                    <a:pt x="245755" y="298785"/>
                    <a:pt x="246778" y="300924"/>
                  </a:cubicBezTo>
                  <a:cubicBezTo>
                    <a:pt x="247891" y="303349"/>
                    <a:pt x="247891" y="303349"/>
                    <a:pt x="249941" y="305203"/>
                  </a:cubicBezTo>
                  <a:cubicBezTo>
                    <a:pt x="251703" y="306966"/>
                    <a:pt x="252034" y="307605"/>
                    <a:pt x="252452" y="309947"/>
                  </a:cubicBezTo>
                  <a:cubicBezTo>
                    <a:pt x="252943" y="310192"/>
                    <a:pt x="253434" y="310438"/>
                    <a:pt x="253940" y="310691"/>
                  </a:cubicBezTo>
                  <a:cubicBezTo>
                    <a:pt x="254048" y="311182"/>
                    <a:pt x="254155" y="311673"/>
                    <a:pt x="254266" y="312179"/>
                  </a:cubicBezTo>
                  <a:cubicBezTo>
                    <a:pt x="254404" y="312670"/>
                    <a:pt x="254542" y="313161"/>
                    <a:pt x="254684" y="313667"/>
                  </a:cubicBezTo>
                  <a:cubicBezTo>
                    <a:pt x="255421" y="313913"/>
                    <a:pt x="256158" y="314159"/>
                    <a:pt x="256917" y="314412"/>
                  </a:cubicBezTo>
                  <a:cubicBezTo>
                    <a:pt x="257194" y="315396"/>
                    <a:pt x="257442" y="316389"/>
                    <a:pt x="257661" y="317388"/>
                  </a:cubicBezTo>
                  <a:cubicBezTo>
                    <a:pt x="258152" y="317634"/>
                    <a:pt x="258643" y="317879"/>
                    <a:pt x="259149" y="318132"/>
                  </a:cubicBezTo>
                  <a:cubicBezTo>
                    <a:pt x="259257" y="318746"/>
                    <a:pt x="259364" y="319360"/>
                    <a:pt x="259475" y="319993"/>
                  </a:cubicBezTo>
                  <a:cubicBezTo>
                    <a:pt x="259613" y="320607"/>
                    <a:pt x="259751" y="321220"/>
                    <a:pt x="259893" y="321853"/>
                  </a:cubicBezTo>
                  <a:cubicBezTo>
                    <a:pt x="260630" y="322098"/>
                    <a:pt x="261367" y="322344"/>
                    <a:pt x="262126" y="322597"/>
                  </a:cubicBezTo>
                  <a:cubicBezTo>
                    <a:pt x="262126" y="323334"/>
                    <a:pt x="262126" y="324070"/>
                    <a:pt x="262126" y="324829"/>
                  </a:cubicBezTo>
                  <a:cubicBezTo>
                    <a:pt x="262617" y="325075"/>
                    <a:pt x="263108" y="325321"/>
                    <a:pt x="263614" y="325574"/>
                  </a:cubicBezTo>
                  <a:cubicBezTo>
                    <a:pt x="264105" y="325819"/>
                    <a:pt x="264596" y="326065"/>
                    <a:pt x="265102" y="326318"/>
                  </a:cubicBezTo>
                  <a:cubicBezTo>
                    <a:pt x="265102" y="327054"/>
                    <a:pt x="265102" y="327791"/>
                    <a:pt x="265102" y="328550"/>
                  </a:cubicBezTo>
                  <a:cubicBezTo>
                    <a:pt x="266085" y="328550"/>
                    <a:pt x="267067" y="328550"/>
                    <a:pt x="268079" y="328550"/>
                  </a:cubicBezTo>
                  <a:cubicBezTo>
                    <a:pt x="268159" y="330007"/>
                    <a:pt x="268217" y="331464"/>
                    <a:pt x="268265" y="332922"/>
                  </a:cubicBezTo>
                  <a:cubicBezTo>
                    <a:pt x="268300" y="333734"/>
                    <a:pt x="268334" y="334545"/>
                    <a:pt x="268370" y="335381"/>
                  </a:cubicBezTo>
                  <a:cubicBezTo>
                    <a:pt x="268274" y="336074"/>
                    <a:pt x="268178" y="336766"/>
                    <a:pt x="268079" y="337480"/>
                  </a:cubicBezTo>
                  <a:cubicBezTo>
                    <a:pt x="266652" y="338413"/>
                    <a:pt x="266652" y="338413"/>
                    <a:pt x="265102" y="338968"/>
                  </a:cubicBezTo>
                  <a:cubicBezTo>
                    <a:pt x="264353" y="339957"/>
                    <a:pt x="263609" y="340949"/>
                    <a:pt x="262870" y="341945"/>
                  </a:cubicBezTo>
                  <a:cubicBezTo>
                    <a:pt x="262133" y="342190"/>
                    <a:pt x="261397" y="342436"/>
                    <a:pt x="260638" y="342689"/>
                  </a:cubicBezTo>
                  <a:cubicBezTo>
                    <a:pt x="260392" y="343426"/>
                    <a:pt x="260146" y="344162"/>
                    <a:pt x="259893" y="344921"/>
                  </a:cubicBezTo>
                  <a:cubicBezTo>
                    <a:pt x="259157" y="345167"/>
                    <a:pt x="258420" y="345412"/>
                    <a:pt x="257661" y="345665"/>
                  </a:cubicBezTo>
                  <a:cubicBezTo>
                    <a:pt x="257415" y="346402"/>
                    <a:pt x="257170" y="347139"/>
                    <a:pt x="256917" y="347898"/>
                  </a:cubicBezTo>
                  <a:cubicBezTo>
                    <a:pt x="256426" y="348005"/>
                    <a:pt x="255935" y="348113"/>
                    <a:pt x="255429" y="348223"/>
                  </a:cubicBezTo>
                  <a:cubicBezTo>
                    <a:pt x="254937" y="348362"/>
                    <a:pt x="254446" y="348500"/>
                    <a:pt x="253940" y="348642"/>
                  </a:cubicBezTo>
                  <a:cubicBezTo>
                    <a:pt x="253685" y="349632"/>
                    <a:pt x="253437" y="350625"/>
                    <a:pt x="253196" y="351619"/>
                  </a:cubicBezTo>
                  <a:cubicBezTo>
                    <a:pt x="252217" y="352139"/>
                    <a:pt x="251224" y="352636"/>
                    <a:pt x="250220" y="353107"/>
                  </a:cubicBezTo>
                  <a:cubicBezTo>
                    <a:pt x="249974" y="353844"/>
                    <a:pt x="249728" y="354580"/>
                    <a:pt x="249475" y="355339"/>
                  </a:cubicBezTo>
                  <a:cubicBezTo>
                    <a:pt x="248483" y="355587"/>
                    <a:pt x="247491" y="355835"/>
                    <a:pt x="246499" y="356083"/>
                  </a:cubicBezTo>
                  <a:cubicBezTo>
                    <a:pt x="246253" y="356820"/>
                    <a:pt x="246008" y="357557"/>
                    <a:pt x="245755" y="358316"/>
                  </a:cubicBezTo>
                  <a:cubicBezTo>
                    <a:pt x="245018" y="358561"/>
                    <a:pt x="244281" y="358807"/>
                    <a:pt x="243522" y="359060"/>
                  </a:cubicBezTo>
                  <a:cubicBezTo>
                    <a:pt x="243292" y="359551"/>
                    <a:pt x="243062" y="360042"/>
                    <a:pt x="242825" y="360548"/>
                  </a:cubicBezTo>
                  <a:cubicBezTo>
                    <a:pt x="242564" y="361039"/>
                    <a:pt x="242303" y="361531"/>
                    <a:pt x="242034" y="362037"/>
                  </a:cubicBezTo>
                  <a:cubicBezTo>
                    <a:pt x="241512" y="362159"/>
                    <a:pt x="240990" y="362282"/>
                    <a:pt x="240453" y="362409"/>
                  </a:cubicBezTo>
                  <a:cubicBezTo>
                    <a:pt x="239992" y="362531"/>
                    <a:pt x="239532" y="362654"/>
                    <a:pt x="239058" y="362781"/>
                  </a:cubicBezTo>
                  <a:cubicBezTo>
                    <a:pt x="239058" y="363763"/>
                    <a:pt x="239058" y="364745"/>
                    <a:pt x="239058" y="365757"/>
                  </a:cubicBezTo>
                  <a:cubicBezTo>
                    <a:pt x="237584" y="365757"/>
                    <a:pt x="236111" y="365757"/>
                    <a:pt x="234593" y="365757"/>
                  </a:cubicBezTo>
                  <a:cubicBezTo>
                    <a:pt x="234593" y="366739"/>
                    <a:pt x="234593" y="367722"/>
                    <a:pt x="234593" y="368734"/>
                  </a:cubicBezTo>
                  <a:cubicBezTo>
                    <a:pt x="233151" y="369524"/>
                    <a:pt x="233151" y="369524"/>
                    <a:pt x="231616" y="370222"/>
                  </a:cubicBezTo>
                  <a:cubicBezTo>
                    <a:pt x="231371" y="370959"/>
                    <a:pt x="231125" y="371695"/>
                    <a:pt x="230872" y="372454"/>
                  </a:cubicBezTo>
                  <a:cubicBezTo>
                    <a:pt x="230258" y="372439"/>
                    <a:pt x="229644" y="372424"/>
                    <a:pt x="229012" y="372408"/>
                  </a:cubicBezTo>
                  <a:cubicBezTo>
                    <a:pt x="228091" y="372431"/>
                    <a:pt x="228091" y="372431"/>
                    <a:pt x="227151" y="372454"/>
                  </a:cubicBezTo>
                  <a:cubicBezTo>
                    <a:pt x="226659" y="373928"/>
                    <a:pt x="226659" y="373928"/>
                    <a:pt x="226407" y="375431"/>
                  </a:cubicBezTo>
                  <a:cubicBezTo>
                    <a:pt x="225670" y="375431"/>
                    <a:pt x="224934" y="375431"/>
                    <a:pt x="224175" y="375431"/>
                  </a:cubicBezTo>
                  <a:cubicBezTo>
                    <a:pt x="224098" y="376030"/>
                    <a:pt x="224021" y="376628"/>
                    <a:pt x="223942" y="377245"/>
                  </a:cubicBezTo>
                  <a:cubicBezTo>
                    <a:pt x="223773" y="377874"/>
                    <a:pt x="223605" y="378503"/>
                    <a:pt x="223431" y="379152"/>
                  </a:cubicBezTo>
                  <a:cubicBezTo>
                    <a:pt x="221948" y="379430"/>
                    <a:pt x="220459" y="379678"/>
                    <a:pt x="218966" y="379896"/>
                  </a:cubicBezTo>
                  <a:cubicBezTo>
                    <a:pt x="218413" y="381362"/>
                    <a:pt x="218413" y="381362"/>
                    <a:pt x="218222" y="382872"/>
                  </a:cubicBezTo>
                  <a:cubicBezTo>
                    <a:pt x="217485" y="383118"/>
                    <a:pt x="216748" y="383364"/>
                    <a:pt x="215989" y="383617"/>
                  </a:cubicBezTo>
                  <a:cubicBezTo>
                    <a:pt x="215744" y="384353"/>
                    <a:pt x="215498" y="385090"/>
                    <a:pt x="215245" y="385849"/>
                  </a:cubicBezTo>
                  <a:cubicBezTo>
                    <a:pt x="214616" y="385956"/>
                    <a:pt x="213986" y="386064"/>
                    <a:pt x="213338" y="386175"/>
                  </a:cubicBezTo>
                  <a:cubicBezTo>
                    <a:pt x="212740" y="386313"/>
                    <a:pt x="212141" y="386451"/>
                    <a:pt x="211524" y="386593"/>
                  </a:cubicBezTo>
                  <a:cubicBezTo>
                    <a:pt x="211524" y="387575"/>
                    <a:pt x="211524" y="388558"/>
                    <a:pt x="211524" y="389570"/>
                  </a:cubicBezTo>
                  <a:cubicBezTo>
                    <a:pt x="210292" y="389854"/>
                    <a:pt x="209050" y="390101"/>
                    <a:pt x="207804" y="390314"/>
                  </a:cubicBezTo>
                  <a:cubicBezTo>
                    <a:pt x="207558" y="391051"/>
                    <a:pt x="207312" y="391787"/>
                    <a:pt x="207059" y="392546"/>
                  </a:cubicBezTo>
                  <a:cubicBezTo>
                    <a:pt x="205525" y="393058"/>
                    <a:pt x="205525" y="393058"/>
                    <a:pt x="204083" y="393290"/>
                  </a:cubicBezTo>
                  <a:cubicBezTo>
                    <a:pt x="205218" y="396871"/>
                    <a:pt x="205218" y="396871"/>
                    <a:pt x="207804" y="399244"/>
                  </a:cubicBezTo>
                  <a:cubicBezTo>
                    <a:pt x="208052" y="400484"/>
                    <a:pt x="208300" y="401724"/>
                    <a:pt x="208548" y="402964"/>
                  </a:cubicBezTo>
                  <a:cubicBezTo>
                    <a:pt x="209039" y="403210"/>
                    <a:pt x="209530" y="403455"/>
                    <a:pt x="210036" y="403708"/>
                  </a:cubicBezTo>
                  <a:cubicBezTo>
                    <a:pt x="210143" y="404322"/>
                    <a:pt x="210251" y="404936"/>
                    <a:pt x="210362" y="405569"/>
                  </a:cubicBezTo>
                  <a:cubicBezTo>
                    <a:pt x="210500" y="406183"/>
                    <a:pt x="210638" y="406797"/>
                    <a:pt x="210780" y="407429"/>
                  </a:cubicBezTo>
                  <a:cubicBezTo>
                    <a:pt x="211517" y="407675"/>
                    <a:pt x="212254" y="407920"/>
                    <a:pt x="213013" y="408173"/>
                  </a:cubicBezTo>
                  <a:cubicBezTo>
                    <a:pt x="213013" y="408910"/>
                    <a:pt x="213013" y="409647"/>
                    <a:pt x="213013" y="410406"/>
                  </a:cubicBezTo>
                  <a:cubicBezTo>
                    <a:pt x="213998" y="410914"/>
                    <a:pt x="214991" y="411410"/>
                    <a:pt x="215989" y="411894"/>
                  </a:cubicBezTo>
                  <a:cubicBezTo>
                    <a:pt x="216235" y="412631"/>
                    <a:pt x="216480" y="413367"/>
                    <a:pt x="216733" y="414126"/>
                  </a:cubicBezTo>
                  <a:cubicBezTo>
                    <a:pt x="217596" y="414989"/>
                    <a:pt x="218462" y="415850"/>
                    <a:pt x="219343" y="416695"/>
                  </a:cubicBezTo>
                  <a:cubicBezTo>
                    <a:pt x="221588" y="419023"/>
                    <a:pt x="223450" y="421679"/>
                    <a:pt x="225384" y="424265"/>
                  </a:cubicBezTo>
                  <a:cubicBezTo>
                    <a:pt x="226229" y="425392"/>
                    <a:pt x="227076" y="426518"/>
                    <a:pt x="227924" y="427643"/>
                  </a:cubicBezTo>
                  <a:cubicBezTo>
                    <a:pt x="228294" y="428138"/>
                    <a:pt x="228664" y="428632"/>
                    <a:pt x="229045" y="429142"/>
                  </a:cubicBezTo>
                  <a:cubicBezTo>
                    <a:pt x="230547" y="431023"/>
                    <a:pt x="232239" y="432615"/>
                    <a:pt x="233988" y="434265"/>
                  </a:cubicBezTo>
                  <a:cubicBezTo>
                    <a:pt x="235337" y="435706"/>
                    <a:pt x="235337" y="435706"/>
                    <a:pt x="235337" y="437195"/>
                  </a:cubicBezTo>
                  <a:cubicBezTo>
                    <a:pt x="236073" y="437195"/>
                    <a:pt x="236810" y="437195"/>
                    <a:pt x="237569" y="437195"/>
                  </a:cubicBezTo>
                  <a:cubicBezTo>
                    <a:pt x="237661" y="437655"/>
                    <a:pt x="237753" y="438116"/>
                    <a:pt x="237848" y="438590"/>
                  </a:cubicBezTo>
                  <a:cubicBezTo>
                    <a:pt x="238002" y="439112"/>
                    <a:pt x="238155" y="439634"/>
                    <a:pt x="238313" y="440171"/>
                  </a:cubicBezTo>
                  <a:cubicBezTo>
                    <a:pt x="238866" y="440386"/>
                    <a:pt x="239418" y="440601"/>
                    <a:pt x="239988" y="440822"/>
                  </a:cubicBezTo>
                  <a:cubicBezTo>
                    <a:pt x="243137" y="442111"/>
                    <a:pt x="244974" y="444562"/>
                    <a:pt x="246499" y="447613"/>
                  </a:cubicBezTo>
                  <a:cubicBezTo>
                    <a:pt x="247236" y="447858"/>
                    <a:pt x="247972" y="448104"/>
                    <a:pt x="248731" y="448357"/>
                  </a:cubicBezTo>
                  <a:cubicBezTo>
                    <a:pt x="249475" y="449101"/>
                    <a:pt x="250220" y="449845"/>
                    <a:pt x="250964" y="450589"/>
                  </a:cubicBezTo>
                  <a:cubicBezTo>
                    <a:pt x="251700" y="450835"/>
                    <a:pt x="252437" y="451080"/>
                    <a:pt x="253196" y="451333"/>
                  </a:cubicBezTo>
                  <a:cubicBezTo>
                    <a:pt x="253692" y="452326"/>
                    <a:pt x="254188" y="453318"/>
                    <a:pt x="254684" y="454310"/>
                  </a:cubicBezTo>
                  <a:cubicBezTo>
                    <a:pt x="255421" y="454556"/>
                    <a:pt x="256158" y="454801"/>
                    <a:pt x="256917" y="455054"/>
                  </a:cubicBezTo>
                  <a:cubicBezTo>
                    <a:pt x="257408" y="455791"/>
                    <a:pt x="257899" y="456527"/>
                    <a:pt x="258405" y="457286"/>
                  </a:cubicBezTo>
                  <a:cubicBezTo>
                    <a:pt x="259034" y="457409"/>
                    <a:pt x="259664" y="457532"/>
                    <a:pt x="260312" y="457659"/>
                  </a:cubicBezTo>
                  <a:cubicBezTo>
                    <a:pt x="260911" y="457781"/>
                    <a:pt x="261509" y="457904"/>
                    <a:pt x="262126" y="458031"/>
                  </a:cubicBezTo>
                  <a:cubicBezTo>
                    <a:pt x="262371" y="458767"/>
                    <a:pt x="262617" y="459504"/>
                    <a:pt x="262870" y="460263"/>
                  </a:cubicBezTo>
                  <a:cubicBezTo>
                    <a:pt x="263484" y="460493"/>
                    <a:pt x="264098" y="460724"/>
                    <a:pt x="264730" y="460961"/>
                  </a:cubicBezTo>
                  <a:cubicBezTo>
                    <a:pt x="265344" y="461222"/>
                    <a:pt x="265958" y="461483"/>
                    <a:pt x="266591" y="461751"/>
                  </a:cubicBezTo>
                  <a:cubicBezTo>
                    <a:pt x="266683" y="462273"/>
                    <a:pt x="266775" y="462795"/>
                    <a:pt x="266870" y="463333"/>
                  </a:cubicBezTo>
                  <a:cubicBezTo>
                    <a:pt x="267023" y="463793"/>
                    <a:pt x="267177" y="464254"/>
                    <a:pt x="267335" y="464728"/>
                  </a:cubicBezTo>
                  <a:cubicBezTo>
                    <a:pt x="268194" y="464728"/>
                    <a:pt x="269054" y="464728"/>
                    <a:pt x="269939" y="464728"/>
                  </a:cubicBezTo>
                  <a:cubicBezTo>
                    <a:pt x="270799" y="464728"/>
                    <a:pt x="271658" y="464728"/>
                    <a:pt x="272544" y="464728"/>
                  </a:cubicBezTo>
                  <a:cubicBezTo>
                    <a:pt x="272799" y="465718"/>
                    <a:pt x="273047" y="466711"/>
                    <a:pt x="273288" y="467704"/>
                  </a:cubicBezTo>
                  <a:cubicBezTo>
                    <a:pt x="275879" y="468261"/>
                    <a:pt x="275879" y="468261"/>
                    <a:pt x="278497" y="468449"/>
                  </a:cubicBezTo>
                  <a:cubicBezTo>
                    <a:pt x="279727" y="469678"/>
                    <a:pt x="279485" y="471084"/>
                    <a:pt x="279567" y="472774"/>
                  </a:cubicBezTo>
                  <a:cubicBezTo>
                    <a:pt x="279558" y="474817"/>
                    <a:pt x="279558" y="474817"/>
                    <a:pt x="279241" y="476634"/>
                  </a:cubicBezTo>
                  <a:cubicBezTo>
                    <a:pt x="277102" y="478401"/>
                    <a:pt x="277102" y="478401"/>
                    <a:pt x="274776" y="479611"/>
                  </a:cubicBezTo>
                  <a:cubicBezTo>
                    <a:pt x="273845" y="481161"/>
                    <a:pt x="273845" y="481161"/>
                    <a:pt x="273288" y="482587"/>
                  </a:cubicBezTo>
                  <a:cubicBezTo>
                    <a:pt x="272797" y="482833"/>
                    <a:pt x="272306" y="483078"/>
                    <a:pt x="271800" y="483331"/>
                  </a:cubicBezTo>
                  <a:cubicBezTo>
                    <a:pt x="271554" y="484068"/>
                    <a:pt x="271309" y="484805"/>
                    <a:pt x="271056" y="485564"/>
                  </a:cubicBezTo>
                  <a:cubicBezTo>
                    <a:pt x="270319" y="486055"/>
                    <a:pt x="269582" y="486546"/>
                    <a:pt x="268823" y="487052"/>
                  </a:cubicBezTo>
                  <a:cubicBezTo>
                    <a:pt x="268439" y="487820"/>
                    <a:pt x="268056" y="488587"/>
                    <a:pt x="267660" y="489378"/>
                  </a:cubicBezTo>
                  <a:cubicBezTo>
                    <a:pt x="267307" y="490084"/>
                    <a:pt x="266954" y="490790"/>
                    <a:pt x="266591" y="491517"/>
                  </a:cubicBezTo>
                  <a:cubicBezTo>
                    <a:pt x="266100" y="491517"/>
                    <a:pt x="265608" y="491517"/>
                    <a:pt x="265102" y="491517"/>
                  </a:cubicBezTo>
                  <a:cubicBezTo>
                    <a:pt x="265010" y="491916"/>
                    <a:pt x="264918" y="492315"/>
                    <a:pt x="264823" y="492726"/>
                  </a:cubicBezTo>
                  <a:cubicBezTo>
                    <a:pt x="264174" y="495194"/>
                    <a:pt x="262902" y="496931"/>
                    <a:pt x="261382" y="498958"/>
                  </a:cubicBezTo>
                  <a:cubicBezTo>
                    <a:pt x="260891" y="498958"/>
                    <a:pt x="260399" y="498958"/>
                    <a:pt x="259893" y="498958"/>
                  </a:cubicBezTo>
                  <a:cubicBezTo>
                    <a:pt x="259940" y="499557"/>
                    <a:pt x="259986" y="500156"/>
                    <a:pt x="260033" y="500772"/>
                  </a:cubicBezTo>
                  <a:cubicBezTo>
                    <a:pt x="259987" y="501401"/>
                    <a:pt x="259941" y="502031"/>
                    <a:pt x="259893" y="502679"/>
                  </a:cubicBezTo>
                  <a:cubicBezTo>
                    <a:pt x="259157" y="502925"/>
                    <a:pt x="258420" y="503170"/>
                    <a:pt x="257661" y="503423"/>
                  </a:cubicBezTo>
                  <a:cubicBezTo>
                    <a:pt x="257127" y="504898"/>
                    <a:pt x="256632" y="506388"/>
                    <a:pt x="256173" y="507888"/>
                  </a:cubicBezTo>
                  <a:cubicBezTo>
                    <a:pt x="255682" y="508379"/>
                    <a:pt x="255190" y="508870"/>
                    <a:pt x="254684" y="509376"/>
                  </a:cubicBezTo>
                  <a:cubicBezTo>
                    <a:pt x="254577" y="509898"/>
                    <a:pt x="254470" y="510420"/>
                    <a:pt x="254359" y="510958"/>
                  </a:cubicBezTo>
                  <a:cubicBezTo>
                    <a:pt x="254221" y="511418"/>
                    <a:pt x="254083" y="511878"/>
                    <a:pt x="253940" y="512353"/>
                  </a:cubicBezTo>
                  <a:cubicBezTo>
                    <a:pt x="253204" y="512353"/>
                    <a:pt x="252467" y="512353"/>
                    <a:pt x="251708" y="512353"/>
                  </a:cubicBezTo>
                  <a:cubicBezTo>
                    <a:pt x="251777" y="513435"/>
                    <a:pt x="251777" y="513435"/>
                    <a:pt x="251847" y="514539"/>
                  </a:cubicBezTo>
                  <a:cubicBezTo>
                    <a:pt x="251801" y="515291"/>
                    <a:pt x="251755" y="516043"/>
                    <a:pt x="251708" y="516818"/>
                  </a:cubicBezTo>
                  <a:cubicBezTo>
                    <a:pt x="250971" y="517063"/>
                    <a:pt x="250234" y="517309"/>
                    <a:pt x="249475" y="517562"/>
                  </a:cubicBezTo>
                  <a:cubicBezTo>
                    <a:pt x="248959" y="519292"/>
                    <a:pt x="248462" y="521029"/>
                    <a:pt x="247987" y="522771"/>
                  </a:cubicBezTo>
                  <a:cubicBezTo>
                    <a:pt x="247496" y="522771"/>
                    <a:pt x="247005" y="522771"/>
                    <a:pt x="246499" y="522771"/>
                  </a:cubicBezTo>
                  <a:cubicBezTo>
                    <a:pt x="246407" y="523615"/>
                    <a:pt x="246315" y="524459"/>
                    <a:pt x="246220" y="525329"/>
                  </a:cubicBezTo>
                  <a:cubicBezTo>
                    <a:pt x="246066" y="526204"/>
                    <a:pt x="245913" y="527079"/>
                    <a:pt x="245755" y="527980"/>
                  </a:cubicBezTo>
                  <a:cubicBezTo>
                    <a:pt x="245264" y="528225"/>
                    <a:pt x="244772" y="528471"/>
                    <a:pt x="244266" y="528724"/>
                  </a:cubicBezTo>
                  <a:cubicBezTo>
                    <a:pt x="243947" y="530282"/>
                    <a:pt x="243947" y="530282"/>
                    <a:pt x="243848" y="532073"/>
                  </a:cubicBezTo>
                  <a:cubicBezTo>
                    <a:pt x="243594" y="535350"/>
                    <a:pt x="243594" y="535350"/>
                    <a:pt x="242778" y="536165"/>
                  </a:cubicBezTo>
                  <a:cubicBezTo>
                    <a:pt x="241524" y="536219"/>
                    <a:pt x="240267" y="536228"/>
                    <a:pt x="239011" y="536212"/>
                  </a:cubicBezTo>
                  <a:cubicBezTo>
                    <a:pt x="238327" y="536205"/>
                    <a:pt x="237643" y="536198"/>
                    <a:pt x="236938" y="536192"/>
                  </a:cubicBezTo>
                  <a:cubicBezTo>
                    <a:pt x="236410" y="536183"/>
                    <a:pt x="235881" y="536174"/>
                    <a:pt x="235337" y="536165"/>
                  </a:cubicBezTo>
                  <a:cubicBezTo>
                    <a:pt x="235337" y="535429"/>
                    <a:pt x="235337" y="534692"/>
                    <a:pt x="235337" y="533933"/>
                  </a:cubicBezTo>
                  <a:cubicBezTo>
                    <a:pt x="234071" y="533841"/>
                    <a:pt x="234071" y="533841"/>
                    <a:pt x="232779" y="533747"/>
                  </a:cubicBezTo>
                  <a:cubicBezTo>
                    <a:pt x="231904" y="533563"/>
                    <a:pt x="231029" y="533379"/>
                    <a:pt x="230128" y="533189"/>
                  </a:cubicBezTo>
                  <a:cubicBezTo>
                    <a:pt x="229663" y="531701"/>
                    <a:pt x="229663" y="531701"/>
                    <a:pt x="229384" y="530212"/>
                  </a:cubicBezTo>
                  <a:cubicBezTo>
                    <a:pt x="228145" y="529958"/>
                    <a:pt x="226904" y="529710"/>
                    <a:pt x="225663" y="529468"/>
                  </a:cubicBezTo>
                  <a:cubicBezTo>
                    <a:pt x="224826" y="527980"/>
                    <a:pt x="224826" y="527980"/>
                    <a:pt x="224175" y="526492"/>
                  </a:cubicBezTo>
                  <a:cubicBezTo>
                    <a:pt x="223438" y="526246"/>
                    <a:pt x="222701" y="526000"/>
                    <a:pt x="221942" y="525747"/>
                  </a:cubicBezTo>
                  <a:cubicBezTo>
                    <a:pt x="221697" y="525011"/>
                    <a:pt x="221451" y="524274"/>
                    <a:pt x="221198" y="523515"/>
                  </a:cubicBezTo>
                  <a:cubicBezTo>
                    <a:pt x="220600" y="523408"/>
                    <a:pt x="220001" y="523300"/>
                    <a:pt x="219384" y="523189"/>
                  </a:cubicBezTo>
                  <a:cubicBezTo>
                    <a:pt x="218755" y="523051"/>
                    <a:pt x="218126" y="522913"/>
                    <a:pt x="217477" y="522771"/>
                  </a:cubicBezTo>
                  <a:cubicBezTo>
                    <a:pt x="216640" y="521376"/>
                    <a:pt x="216640" y="521376"/>
                    <a:pt x="215989" y="519794"/>
                  </a:cubicBezTo>
                  <a:cubicBezTo>
                    <a:pt x="215260" y="519036"/>
                    <a:pt x="214517" y="518289"/>
                    <a:pt x="213757" y="517562"/>
                  </a:cubicBezTo>
                  <a:cubicBezTo>
                    <a:pt x="213511" y="517071"/>
                    <a:pt x="213266" y="516580"/>
                    <a:pt x="213013" y="516074"/>
                  </a:cubicBezTo>
                  <a:cubicBezTo>
                    <a:pt x="212506" y="515951"/>
                    <a:pt x="212000" y="515828"/>
                    <a:pt x="211478" y="515702"/>
                  </a:cubicBezTo>
                  <a:cubicBezTo>
                    <a:pt x="211002" y="515579"/>
                    <a:pt x="210526" y="515456"/>
                    <a:pt x="210036" y="515329"/>
                  </a:cubicBezTo>
                  <a:cubicBezTo>
                    <a:pt x="210036" y="514838"/>
                    <a:pt x="210036" y="514347"/>
                    <a:pt x="210036" y="513841"/>
                  </a:cubicBezTo>
                  <a:cubicBezTo>
                    <a:pt x="208802" y="513087"/>
                    <a:pt x="207561" y="512345"/>
                    <a:pt x="206315" y="511609"/>
                  </a:cubicBezTo>
                  <a:cubicBezTo>
                    <a:pt x="204321" y="509836"/>
                    <a:pt x="203446" y="508955"/>
                    <a:pt x="202595" y="506400"/>
                  </a:cubicBezTo>
                  <a:cubicBezTo>
                    <a:pt x="201858" y="505909"/>
                    <a:pt x="201121" y="505418"/>
                    <a:pt x="200362" y="504911"/>
                  </a:cubicBezTo>
                  <a:cubicBezTo>
                    <a:pt x="200117" y="504175"/>
                    <a:pt x="199871" y="503438"/>
                    <a:pt x="199618" y="502679"/>
                  </a:cubicBezTo>
                  <a:cubicBezTo>
                    <a:pt x="198881" y="502433"/>
                    <a:pt x="198145" y="502188"/>
                    <a:pt x="197386" y="501935"/>
                  </a:cubicBezTo>
                  <a:cubicBezTo>
                    <a:pt x="197140" y="501198"/>
                    <a:pt x="196894" y="500462"/>
                    <a:pt x="196641" y="499703"/>
                  </a:cubicBezTo>
                  <a:cubicBezTo>
                    <a:pt x="195905" y="499457"/>
                    <a:pt x="195168" y="499211"/>
                    <a:pt x="194409" y="498958"/>
                  </a:cubicBezTo>
                  <a:cubicBezTo>
                    <a:pt x="194161" y="497966"/>
                    <a:pt x="193913" y="496974"/>
                    <a:pt x="193665" y="495982"/>
                  </a:cubicBezTo>
                  <a:cubicBezTo>
                    <a:pt x="192928" y="495736"/>
                    <a:pt x="192192" y="495491"/>
                    <a:pt x="191433" y="495238"/>
                  </a:cubicBezTo>
                  <a:cubicBezTo>
                    <a:pt x="191433" y="494255"/>
                    <a:pt x="191433" y="493273"/>
                    <a:pt x="191433" y="492261"/>
                  </a:cubicBezTo>
                  <a:cubicBezTo>
                    <a:pt x="190696" y="492016"/>
                    <a:pt x="189959" y="491770"/>
                    <a:pt x="189200" y="491517"/>
                  </a:cubicBezTo>
                  <a:cubicBezTo>
                    <a:pt x="188955" y="490780"/>
                    <a:pt x="188709" y="490044"/>
                    <a:pt x="188456" y="489285"/>
                  </a:cubicBezTo>
                  <a:cubicBezTo>
                    <a:pt x="187719" y="489039"/>
                    <a:pt x="186983" y="488793"/>
                    <a:pt x="186224" y="488540"/>
                  </a:cubicBezTo>
                  <a:cubicBezTo>
                    <a:pt x="186039" y="487781"/>
                    <a:pt x="186039" y="487781"/>
                    <a:pt x="185851" y="487006"/>
                  </a:cubicBezTo>
                  <a:cubicBezTo>
                    <a:pt x="185729" y="486530"/>
                    <a:pt x="185606" y="486054"/>
                    <a:pt x="185479" y="485564"/>
                  </a:cubicBezTo>
                  <a:cubicBezTo>
                    <a:pt x="184743" y="485564"/>
                    <a:pt x="184006" y="485564"/>
                    <a:pt x="183247" y="485564"/>
                  </a:cubicBezTo>
                  <a:cubicBezTo>
                    <a:pt x="183293" y="484965"/>
                    <a:pt x="183339" y="484367"/>
                    <a:pt x="183386" y="483750"/>
                  </a:cubicBezTo>
                  <a:cubicBezTo>
                    <a:pt x="183340" y="483121"/>
                    <a:pt x="183294" y="482491"/>
                    <a:pt x="183247" y="481843"/>
                  </a:cubicBezTo>
                  <a:cubicBezTo>
                    <a:pt x="182510" y="481598"/>
                    <a:pt x="181774" y="481352"/>
                    <a:pt x="181015" y="481099"/>
                  </a:cubicBezTo>
                  <a:cubicBezTo>
                    <a:pt x="180494" y="480119"/>
                    <a:pt x="179997" y="479127"/>
                    <a:pt x="179526" y="478122"/>
                  </a:cubicBezTo>
                  <a:cubicBezTo>
                    <a:pt x="179035" y="477877"/>
                    <a:pt x="178544" y="477631"/>
                    <a:pt x="178038" y="477378"/>
                  </a:cubicBezTo>
                  <a:cubicBezTo>
                    <a:pt x="178038" y="476396"/>
                    <a:pt x="178038" y="475414"/>
                    <a:pt x="178038" y="474402"/>
                  </a:cubicBezTo>
                  <a:cubicBezTo>
                    <a:pt x="177301" y="474156"/>
                    <a:pt x="176565" y="473911"/>
                    <a:pt x="175806" y="473658"/>
                  </a:cubicBezTo>
                  <a:cubicBezTo>
                    <a:pt x="175558" y="472665"/>
                    <a:pt x="175309" y="471673"/>
                    <a:pt x="175061" y="470681"/>
                  </a:cubicBezTo>
                  <a:cubicBezTo>
                    <a:pt x="174325" y="470435"/>
                    <a:pt x="173588" y="470190"/>
                    <a:pt x="172829" y="469937"/>
                  </a:cubicBezTo>
                  <a:cubicBezTo>
                    <a:pt x="172307" y="468708"/>
                    <a:pt x="171810" y="467467"/>
                    <a:pt x="171341" y="466216"/>
                  </a:cubicBezTo>
                  <a:cubicBezTo>
                    <a:pt x="170850" y="465971"/>
                    <a:pt x="170358" y="465725"/>
                    <a:pt x="169852" y="465472"/>
                  </a:cubicBezTo>
                  <a:cubicBezTo>
                    <a:pt x="169745" y="464889"/>
                    <a:pt x="169638" y="464306"/>
                    <a:pt x="169527" y="463705"/>
                  </a:cubicBezTo>
                  <a:cubicBezTo>
                    <a:pt x="169057" y="461511"/>
                    <a:pt x="168482" y="460991"/>
                    <a:pt x="166876" y="459519"/>
                  </a:cubicBezTo>
                  <a:cubicBezTo>
                    <a:pt x="166630" y="458782"/>
                    <a:pt x="166385" y="458046"/>
                    <a:pt x="166132" y="457286"/>
                  </a:cubicBezTo>
                  <a:cubicBezTo>
                    <a:pt x="165556" y="456780"/>
                    <a:pt x="165556" y="456780"/>
                    <a:pt x="164969" y="456263"/>
                  </a:cubicBezTo>
                  <a:cubicBezTo>
                    <a:pt x="163899" y="455054"/>
                    <a:pt x="163899" y="455054"/>
                    <a:pt x="163760" y="453054"/>
                  </a:cubicBezTo>
                  <a:cubicBezTo>
                    <a:pt x="163806" y="452486"/>
                    <a:pt x="163852" y="451918"/>
                    <a:pt x="163899" y="451333"/>
                  </a:cubicBezTo>
                  <a:cubicBezTo>
                    <a:pt x="163163" y="451333"/>
                    <a:pt x="162426" y="451333"/>
                    <a:pt x="161667" y="451333"/>
                  </a:cubicBezTo>
                  <a:cubicBezTo>
                    <a:pt x="161406" y="450096"/>
                    <a:pt x="161159" y="448855"/>
                    <a:pt x="160923" y="447613"/>
                  </a:cubicBezTo>
                  <a:cubicBezTo>
                    <a:pt x="160186" y="447122"/>
                    <a:pt x="159449" y="446630"/>
                    <a:pt x="158690" y="446124"/>
                  </a:cubicBezTo>
                  <a:cubicBezTo>
                    <a:pt x="158179" y="443799"/>
                    <a:pt x="158179" y="443799"/>
                    <a:pt x="157946" y="441660"/>
                  </a:cubicBezTo>
                  <a:cubicBezTo>
                    <a:pt x="157209" y="441660"/>
                    <a:pt x="156473" y="441660"/>
                    <a:pt x="155714" y="441660"/>
                  </a:cubicBezTo>
                  <a:cubicBezTo>
                    <a:pt x="155714" y="439941"/>
                    <a:pt x="155714" y="438222"/>
                    <a:pt x="155714" y="436451"/>
                  </a:cubicBezTo>
                  <a:cubicBezTo>
                    <a:pt x="154977" y="436451"/>
                    <a:pt x="154240" y="436451"/>
                    <a:pt x="153481" y="436451"/>
                  </a:cubicBezTo>
                  <a:cubicBezTo>
                    <a:pt x="153405" y="435606"/>
                    <a:pt x="153328" y="434762"/>
                    <a:pt x="153249" y="433893"/>
                  </a:cubicBezTo>
                  <a:cubicBezTo>
                    <a:pt x="153080" y="433018"/>
                    <a:pt x="152911" y="432143"/>
                    <a:pt x="152737" y="431242"/>
                  </a:cubicBezTo>
                  <a:cubicBezTo>
                    <a:pt x="152000" y="430996"/>
                    <a:pt x="151264" y="430750"/>
                    <a:pt x="150505" y="430497"/>
                  </a:cubicBezTo>
                  <a:cubicBezTo>
                    <a:pt x="150248" y="428762"/>
                    <a:pt x="150000" y="427026"/>
                    <a:pt x="149761" y="425288"/>
                  </a:cubicBezTo>
                  <a:cubicBezTo>
                    <a:pt x="148675" y="424079"/>
                    <a:pt x="148675" y="424079"/>
                    <a:pt x="147528" y="423056"/>
                  </a:cubicBezTo>
                  <a:cubicBezTo>
                    <a:pt x="147263" y="421819"/>
                    <a:pt x="147013" y="420579"/>
                    <a:pt x="146784" y="419335"/>
                  </a:cubicBezTo>
                  <a:cubicBezTo>
                    <a:pt x="146293" y="419090"/>
                    <a:pt x="145802" y="418844"/>
                    <a:pt x="145296" y="418591"/>
                  </a:cubicBezTo>
                  <a:cubicBezTo>
                    <a:pt x="145188" y="417732"/>
                    <a:pt x="145081" y="416872"/>
                    <a:pt x="144970" y="415987"/>
                  </a:cubicBezTo>
                  <a:cubicBezTo>
                    <a:pt x="144832" y="415127"/>
                    <a:pt x="144694" y="414268"/>
                    <a:pt x="144552" y="413382"/>
                  </a:cubicBezTo>
                  <a:cubicBezTo>
                    <a:pt x="143815" y="413137"/>
                    <a:pt x="143078" y="412891"/>
                    <a:pt x="142319" y="412638"/>
                  </a:cubicBezTo>
                  <a:cubicBezTo>
                    <a:pt x="141971" y="410899"/>
                    <a:pt x="141945" y="409223"/>
                    <a:pt x="141877" y="407452"/>
                  </a:cubicBezTo>
                  <a:cubicBezTo>
                    <a:pt x="141728" y="406704"/>
                    <a:pt x="141728" y="406704"/>
                    <a:pt x="141575" y="405941"/>
                  </a:cubicBezTo>
                  <a:cubicBezTo>
                    <a:pt x="140838" y="405695"/>
                    <a:pt x="140102" y="405450"/>
                    <a:pt x="139343" y="405197"/>
                  </a:cubicBezTo>
                  <a:cubicBezTo>
                    <a:pt x="139343" y="403708"/>
                    <a:pt x="139343" y="402220"/>
                    <a:pt x="139343" y="400732"/>
                  </a:cubicBezTo>
                  <a:cubicBezTo>
                    <a:pt x="138813" y="400225"/>
                    <a:pt x="138813" y="400225"/>
                    <a:pt x="138273" y="399709"/>
                  </a:cubicBezTo>
                  <a:cubicBezTo>
                    <a:pt x="136828" y="398205"/>
                    <a:pt x="136908" y="397471"/>
                    <a:pt x="136738" y="395430"/>
                  </a:cubicBezTo>
                  <a:cubicBezTo>
                    <a:pt x="136615" y="394478"/>
                    <a:pt x="136493" y="393527"/>
                    <a:pt x="136366" y="392546"/>
                  </a:cubicBezTo>
                  <a:cubicBezTo>
                    <a:pt x="135629" y="392301"/>
                    <a:pt x="134893" y="392055"/>
                    <a:pt x="134134" y="391802"/>
                  </a:cubicBezTo>
                  <a:cubicBezTo>
                    <a:pt x="133786" y="390063"/>
                    <a:pt x="133759" y="388387"/>
                    <a:pt x="133692" y="386616"/>
                  </a:cubicBezTo>
                  <a:cubicBezTo>
                    <a:pt x="133542" y="385868"/>
                    <a:pt x="133542" y="385868"/>
                    <a:pt x="133390" y="385105"/>
                  </a:cubicBezTo>
                  <a:cubicBezTo>
                    <a:pt x="132653" y="384859"/>
                    <a:pt x="131916" y="384614"/>
                    <a:pt x="131157" y="384361"/>
                  </a:cubicBezTo>
                  <a:cubicBezTo>
                    <a:pt x="130939" y="382335"/>
                    <a:pt x="130939" y="382335"/>
                    <a:pt x="131018" y="379849"/>
                  </a:cubicBezTo>
                  <a:cubicBezTo>
                    <a:pt x="131048" y="378616"/>
                    <a:pt x="131048" y="378616"/>
                    <a:pt x="131079" y="377358"/>
                  </a:cubicBezTo>
                  <a:cubicBezTo>
                    <a:pt x="131105" y="376722"/>
                    <a:pt x="131130" y="376086"/>
                    <a:pt x="131157" y="375431"/>
                  </a:cubicBezTo>
                  <a:cubicBezTo>
                    <a:pt x="130420" y="375431"/>
                    <a:pt x="129684" y="375431"/>
                    <a:pt x="128925" y="375431"/>
                  </a:cubicBezTo>
                  <a:cubicBezTo>
                    <a:pt x="128897" y="374956"/>
                    <a:pt x="128869" y="374481"/>
                    <a:pt x="128840" y="373992"/>
                  </a:cubicBezTo>
                  <a:cubicBezTo>
                    <a:pt x="128791" y="373377"/>
                    <a:pt x="128743" y="372762"/>
                    <a:pt x="128692" y="372129"/>
                  </a:cubicBezTo>
                  <a:cubicBezTo>
                    <a:pt x="128627" y="371209"/>
                    <a:pt x="128627" y="371209"/>
                    <a:pt x="128561" y="370271"/>
                  </a:cubicBezTo>
                  <a:cubicBezTo>
                    <a:pt x="128436" y="369764"/>
                    <a:pt x="128310" y="369257"/>
                    <a:pt x="128181" y="368734"/>
                  </a:cubicBezTo>
                  <a:cubicBezTo>
                    <a:pt x="127444" y="368488"/>
                    <a:pt x="126707" y="368243"/>
                    <a:pt x="125948" y="367990"/>
                  </a:cubicBezTo>
                  <a:cubicBezTo>
                    <a:pt x="125598" y="365672"/>
                    <a:pt x="125573" y="363402"/>
                    <a:pt x="125506" y="361060"/>
                  </a:cubicBezTo>
                  <a:cubicBezTo>
                    <a:pt x="125407" y="360400"/>
                    <a:pt x="125307" y="359740"/>
                    <a:pt x="125204" y="359060"/>
                  </a:cubicBezTo>
                  <a:cubicBezTo>
                    <a:pt x="124467" y="358814"/>
                    <a:pt x="123731" y="358569"/>
                    <a:pt x="122972" y="358316"/>
                  </a:cubicBezTo>
                  <a:cubicBezTo>
                    <a:pt x="122643" y="356316"/>
                    <a:pt x="122643" y="356316"/>
                    <a:pt x="122553" y="353851"/>
                  </a:cubicBezTo>
                  <a:cubicBezTo>
                    <a:pt x="122491" y="351459"/>
                    <a:pt x="122491" y="351459"/>
                    <a:pt x="122227" y="349386"/>
                  </a:cubicBezTo>
                  <a:cubicBezTo>
                    <a:pt x="121736" y="349141"/>
                    <a:pt x="121245" y="348895"/>
                    <a:pt x="120739" y="348642"/>
                  </a:cubicBezTo>
                  <a:cubicBezTo>
                    <a:pt x="120431" y="346616"/>
                    <a:pt x="120431" y="346616"/>
                    <a:pt x="120274" y="344131"/>
                  </a:cubicBezTo>
                  <a:cubicBezTo>
                    <a:pt x="120191" y="342898"/>
                    <a:pt x="120191" y="342898"/>
                    <a:pt x="120105" y="341640"/>
                  </a:cubicBezTo>
                  <a:cubicBezTo>
                    <a:pt x="120069" y="341004"/>
                    <a:pt x="120033" y="340368"/>
                    <a:pt x="119995" y="339712"/>
                  </a:cubicBezTo>
                  <a:cubicBezTo>
                    <a:pt x="119258" y="339712"/>
                    <a:pt x="118522" y="339712"/>
                    <a:pt x="117763" y="339712"/>
                  </a:cubicBezTo>
                  <a:cubicBezTo>
                    <a:pt x="117721" y="338597"/>
                    <a:pt x="117721" y="338597"/>
                    <a:pt x="117678" y="337460"/>
                  </a:cubicBezTo>
                  <a:cubicBezTo>
                    <a:pt x="117629" y="336499"/>
                    <a:pt x="117580" y="335539"/>
                    <a:pt x="117530" y="334550"/>
                  </a:cubicBezTo>
                  <a:cubicBezTo>
                    <a:pt x="117465" y="333112"/>
                    <a:pt x="117465" y="333112"/>
                    <a:pt x="117399" y="331646"/>
                  </a:cubicBezTo>
                  <a:cubicBezTo>
                    <a:pt x="117274" y="330870"/>
                    <a:pt x="117148" y="330094"/>
                    <a:pt x="117018" y="329294"/>
                  </a:cubicBezTo>
                  <a:cubicBezTo>
                    <a:pt x="116282" y="329049"/>
                    <a:pt x="115545" y="328803"/>
                    <a:pt x="114786" y="328550"/>
                  </a:cubicBezTo>
                  <a:cubicBezTo>
                    <a:pt x="114618" y="326612"/>
                    <a:pt x="114578" y="324854"/>
                    <a:pt x="114646" y="322923"/>
                  </a:cubicBezTo>
                  <a:cubicBezTo>
                    <a:pt x="114657" y="322394"/>
                    <a:pt x="114667" y="321865"/>
                    <a:pt x="114677" y="321320"/>
                  </a:cubicBezTo>
                  <a:cubicBezTo>
                    <a:pt x="114703" y="320009"/>
                    <a:pt x="114743" y="318698"/>
                    <a:pt x="114786" y="317388"/>
                  </a:cubicBezTo>
                  <a:cubicBezTo>
                    <a:pt x="114049" y="317388"/>
                    <a:pt x="113313" y="317388"/>
                    <a:pt x="112554" y="317388"/>
                  </a:cubicBezTo>
                  <a:cubicBezTo>
                    <a:pt x="112512" y="316273"/>
                    <a:pt x="112512" y="316273"/>
                    <a:pt x="112469" y="315135"/>
                  </a:cubicBezTo>
                  <a:cubicBezTo>
                    <a:pt x="112420" y="314175"/>
                    <a:pt x="112371" y="313215"/>
                    <a:pt x="112321" y="312226"/>
                  </a:cubicBezTo>
                  <a:cubicBezTo>
                    <a:pt x="112256" y="310788"/>
                    <a:pt x="112256" y="310788"/>
                    <a:pt x="112190" y="309322"/>
                  </a:cubicBezTo>
                  <a:cubicBezTo>
                    <a:pt x="112065" y="308546"/>
                    <a:pt x="111939" y="307770"/>
                    <a:pt x="111809" y="306970"/>
                  </a:cubicBezTo>
                  <a:cubicBezTo>
                    <a:pt x="111073" y="306725"/>
                    <a:pt x="110336" y="306479"/>
                    <a:pt x="109577" y="306226"/>
                  </a:cubicBezTo>
                  <a:cubicBezTo>
                    <a:pt x="109255" y="304912"/>
                    <a:pt x="109255" y="304912"/>
                    <a:pt x="109196" y="303223"/>
                  </a:cubicBezTo>
                  <a:cubicBezTo>
                    <a:pt x="109170" y="302621"/>
                    <a:pt x="109143" y="302019"/>
                    <a:pt x="109116" y="301399"/>
                  </a:cubicBezTo>
                  <a:cubicBezTo>
                    <a:pt x="109100" y="300767"/>
                    <a:pt x="109083" y="300134"/>
                    <a:pt x="109065" y="299482"/>
                  </a:cubicBezTo>
                  <a:cubicBezTo>
                    <a:pt x="109040" y="298847"/>
                    <a:pt x="109015" y="298211"/>
                    <a:pt x="108988" y="297556"/>
                  </a:cubicBezTo>
                  <a:cubicBezTo>
                    <a:pt x="108927" y="295982"/>
                    <a:pt x="108879" y="294407"/>
                    <a:pt x="108833" y="292831"/>
                  </a:cubicBezTo>
                  <a:cubicBezTo>
                    <a:pt x="108096" y="293077"/>
                    <a:pt x="107359" y="293323"/>
                    <a:pt x="106600" y="293576"/>
                  </a:cubicBezTo>
                  <a:cubicBezTo>
                    <a:pt x="106600" y="289155"/>
                    <a:pt x="106600" y="284735"/>
                    <a:pt x="106600" y="280181"/>
                  </a:cubicBezTo>
                  <a:cubicBezTo>
                    <a:pt x="98497" y="280427"/>
                    <a:pt x="90393" y="280672"/>
                    <a:pt x="82044" y="280925"/>
                  </a:cubicBezTo>
                  <a:cubicBezTo>
                    <a:pt x="82044" y="333722"/>
                    <a:pt x="82044" y="386519"/>
                    <a:pt x="82044" y="440915"/>
                  </a:cubicBezTo>
                  <a:cubicBezTo>
                    <a:pt x="83272" y="440670"/>
                    <a:pt x="84499" y="440424"/>
                    <a:pt x="85765" y="440171"/>
                  </a:cubicBezTo>
                  <a:cubicBezTo>
                    <a:pt x="85765" y="439189"/>
                    <a:pt x="85765" y="438207"/>
                    <a:pt x="85765" y="437195"/>
                  </a:cubicBezTo>
                  <a:cubicBezTo>
                    <a:pt x="86562" y="437167"/>
                    <a:pt x="87359" y="437139"/>
                    <a:pt x="88180" y="437110"/>
                  </a:cubicBezTo>
                  <a:cubicBezTo>
                    <a:pt x="89220" y="437062"/>
                    <a:pt x="90259" y="437012"/>
                    <a:pt x="91299" y="436962"/>
                  </a:cubicBezTo>
                  <a:cubicBezTo>
                    <a:pt x="91825" y="436945"/>
                    <a:pt x="92351" y="436929"/>
                    <a:pt x="92893" y="436911"/>
                  </a:cubicBezTo>
                  <a:cubicBezTo>
                    <a:pt x="94585" y="436847"/>
                    <a:pt x="94585" y="436847"/>
                    <a:pt x="96927" y="436451"/>
                  </a:cubicBezTo>
                  <a:cubicBezTo>
                    <a:pt x="97172" y="435714"/>
                    <a:pt x="97418" y="434977"/>
                    <a:pt x="97671" y="434218"/>
                  </a:cubicBezTo>
                  <a:cubicBezTo>
                    <a:pt x="100062" y="433950"/>
                    <a:pt x="102369" y="433893"/>
                    <a:pt x="104771" y="433891"/>
                  </a:cubicBezTo>
                  <a:cubicBezTo>
                    <a:pt x="106456" y="433873"/>
                    <a:pt x="106456" y="433873"/>
                    <a:pt x="108833" y="433474"/>
                  </a:cubicBezTo>
                  <a:cubicBezTo>
                    <a:pt x="109078" y="432983"/>
                    <a:pt x="109324" y="432492"/>
                    <a:pt x="109577" y="431986"/>
                  </a:cubicBezTo>
                  <a:cubicBezTo>
                    <a:pt x="109823" y="431495"/>
                    <a:pt x="110068" y="431003"/>
                    <a:pt x="110321" y="430497"/>
                  </a:cubicBezTo>
                  <a:cubicBezTo>
                    <a:pt x="112280" y="430211"/>
                    <a:pt x="113989" y="430081"/>
                    <a:pt x="115949" y="430079"/>
                  </a:cubicBezTo>
                  <a:cubicBezTo>
                    <a:pt x="117838" y="430067"/>
                    <a:pt x="119597" y="429965"/>
                    <a:pt x="121483" y="429753"/>
                  </a:cubicBezTo>
                  <a:cubicBezTo>
                    <a:pt x="121729" y="429017"/>
                    <a:pt x="121974" y="428280"/>
                    <a:pt x="122227" y="427521"/>
                  </a:cubicBezTo>
                  <a:cubicBezTo>
                    <a:pt x="124338" y="427166"/>
                    <a:pt x="124338" y="427166"/>
                    <a:pt x="126971" y="427056"/>
                  </a:cubicBezTo>
                  <a:cubicBezTo>
                    <a:pt x="130616" y="426896"/>
                    <a:pt x="130616" y="426896"/>
                    <a:pt x="134134" y="426033"/>
                  </a:cubicBezTo>
                  <a:cubicBezTo>
                    <a:pt x="134379" y="425296"/>
                    <a:pt x="134625" y="424559"/>
                    <a:pt x="134878" y="423800"/>
                  </a:cubicBezTo>
                  <a:cubicBezTo>
                    <a:pt x="136924" y="423612"/>
                    <a:pt x="138790" y="423558"/>
                    <a:pt x="140831" y="423614"/>
                  </a:cubicBezTo>
                  <a:cubicBezTo>
                    <a:pt x="141668" y="423620"/>
                    <a:pt x="141668" y="423620"/>
                    <a:pt x="142523" y="423626"/>
                  </a:cubicBezTo>
                  <a:cubicBezTo>
                    <a:pt x="146670" y="423686"/>
                    <a:pt x="146670" y="423686"/>
                    <a:pt x="147528" y="424544"/>
                  </a:cubicBezTo>
                  <a:cubicBezTo>
                    <a:pt x="147612" y="425948"/>
                    <a:pt x="147645" y="427354"/>
                    <a:pt x="147657" y="428760"/>
                  </a:cubicBezTo>
                  <a:cubicBezTo>
                    <a:pt x="147672" y="430113"/>
                    <a:pt x="147672" y="430113"/>
                    <a:pt x="147688" y="431492"/>
                  </a:cubicBezTo>
                  <a:cubicBezTo>
                    <a:pt x="147696" y="432474"/>
                    <a:pt x="147703" y="433456"/>
                    <a:pt x="147711" y="434468"/>
                  </a:cubicBezTo>
                  <a:cubicBezTo>
                    <a:pt x="147723" y="435479"/>
                    <a:pt x="147735" y="436491"/>
                    <a:pt x="147747" y="437502"/>
                  </a:cubicBezTo>
                  <a:cubicBezTo>
                    <a:pt x="147800" y="441806"/>
                    <a:pt x="147845" y="446111"/>
                    <a:pt x="147883" y="450416"/>
                  </a:cubicBezTo>
                  <a:cubicBezTo>
                    <a:pt x="147907" y="453046"/>
                    <a:pt x="147937" y="455676"/>
                    <a:pt x="147972" y="458307"/>
                  </a:cubicBezTo>
                  <a:cubicBezTo>
                    <a:pt x="147990" y="459799"/>
                    <a:pt x="148000" y="461290"/>
                    <a:pt x="148009" y="462782"/>
                  </a:cubicBezTo>
                  <a:cubicBezTo>
                    <a:pt x="148022" y="463688"/>
                    <a:pt x="148034" y="464595"/>
                    <a:pt x="148047" y="465528"/>
                  </a:cubicBezTo>
                  <a:cubicBezTo>
                    <a:pt x="148055" y="466328"/>
                    <a:pt x="148062" y="467127"/>
                    <a:pt x="148070" y="467950"/>
                  </a:cubicBezTo>
                  <a:cubicBezTo>
                    <a:pt x="148133" y="470105"/>
                    <a:pt x="148133" y="470105"/>
                    <a:pt x="149761" y="472169"/>
                  </a:cubicBezTo>
                  <a:cubicBezTo>
                    <a:pt x="150006" y="472169"/>
                    <a:pt x="150252" y="472169"/>
                    <a:pt x="150505" y="472169"/>
                  </a:cubicBezTo>
                  <a:cubicBezTo>
                    <a:pt x="150591" y="475502"/>
                    <a:pt x="150644" y="478835"/>
                    <a:pt x="150691" y="482169"/>
                  </a:cubicBezTo>
                  <a:cubicBezTo>
                    <a:pt x="150716" y="483121"/>
                    <a:pt x="150741" y="484073"/>
                    <a:pt x="150766" y="485054"/>
                  </a:cubicBezTo>
                  <a:cubicBezTo>
                    <a:pt x="150776" y="485958"/>
                    <a:pt x="150786" y="486862"/>
                    <a:pt x="150795" y="487793"/>
                  </a:cubicBezTo>
                  <a:cubicBezTo>
                    <a:pt x="150811" y="488631"/>
                    <a:pt x="150827" y="489469"/>
                    <a:pt x="150843" y="490332"/>
                  </a:cubicBezTo>
                  <a:cubicBezTo>
                    <a:pt x="150731" y="490969"/>
                    <a:pt x="150620" y="491605"/>
                    <a:pt x="150505" y="492261"/>
                  </a:cubicBezTo>
                  <a:cubicBezTo>
                    <a:pt x="148998" y="492773"/>
                    <a:pt x="148998" y="492773"/>
                    <a:pt x="147528" y="493005"/>
                  </a:cubicBezTo>
                  <a:cubicBezTo>
                    <a:pt x="147528" y="493742"/>
                    <a:pt x="147528" y="494479"/>
                    <a:pt x="147528" y="495238"/>
                  </a:cubicBezTo>
                  <a:cubicBezTo>
                    <a:pt x="143845" y="495483"/>
                    <a:pt x="140161" y="495729"/>
                    <a:pt x="136366" y="495982"/>
                  </a:cubicBezTo>
                  <a:cubicBezTo>
                    <a:pt x="136366" y="496964"/>
                    <a:pt x="136366" y="497946"/>
                    <a:pt x="136366" y="498958"/>
                  </a:cubicBezTo>
                  <a:cubicBezTo>
                    <a:pt x="135756" y="498978"/>
                    <a:pt x="135146" y="498997"/>
                    <a:pt x="134517" y="499017"/>
                  </a:cubicBezTo>
                  <a:cubicBezTo>
                    <a:pt x="133715" y="499059"/>
                    <a:pt x="132914" y="499101"/>
                    <a:pt x="132087" y="499144"/>
                  </a:cubicBezTo>
                  <a:cubicBezTo>
                    <a:pt x="131293" y="499179"/>
                    <a:pt x="130499" y="499213"/>
                    <a:pt x="129680" y="499249"/>
                  </a:cubicBezTo>
                  <a:cubicBezTo>
                    <a:pt x="127357" y="499503"/>
                    <a:pt x="127357" y="499503"/>
                    <a:pt x="125925" y="501214"/>
                  </a:cubicBezTo>
                  <a:cubicBezTo>
                    <a:pt x="124460" y="502679"/>
                    <a:pt x="124460" y="502679"/>
                    <a:pt x="122379" y="502970"/>
                  </a:cubicBezTo>
                  <a:cubicBezTo>
                    <a:pt x="121291" y="502918"/>
                    <a:pt x="121291" y="502918"/>
                    <a:pt x="120181" y="502865"/>
                  </a:cubicBezTo>
                  <a:cubicBezTo>
                    <a:pt x="119448" y="502838"/>
                    <a:pt x="118715" y="502811"/>
                    <a:pt x="117960" y="502784"/>
                  </a:cubicBezTo>
                  <a:cubicBezTo>
                    <a:pt x="117126" y="502732"/>
                    <a:pt x="117126" y="502732"/>
                    <a:pt x="116274" y="502679"/>
                  </a:cubicBezTo>
                  <a:cubicBezTo>
                    <a:pt x="116274" y="503661"/>
                    <a:pt x="116274" y="504644"/>
                    <a:pt x="116274" y="505656"/>
                  </a:cubicBezTo>
                  <a:cubicBezTo>
                    <a:pt x="115585" y="505675"/>
                    <a:pt x="114895" y="505694"/>
                    <a:pt x="114184" y="505714"/>
                  </a:cubicBezTo>
                  <a:cubicBezTo>
                    <a:pt x="113293" y="505756"/>
                    <a:pt x="112402" y="505798"/>
                    <a:pt x="111484" y="505842"/>
                  </a:cubicBezTo>
                  <a:cubicBezTo>
                    <a:pt x="110595" y="505876"/>
                    <a:pt x="109705" y="505911"/>
                    <a:pt x="108789" y="505946"/>
                  </a:cubicBezTo>
                  <a:cubicBezTo>
                    <a:pt x="108067" y="506096"/>
                    <a:pt x="107345" y="506246"/>
                    <a:pt x="106600" y="506400"/>
                  </a:cubicBezTo>
                  <a:cubicBezTo>
                    <a:pt x="106352" y="507392"/>
                    <a:pt x="106104" y="508384"/>
                    <a:pt x="105856" y="509376"/>
                  </a:cubicBezTo>
                  <a:cubicBezTo>
                    <a:pt x="103694" y="509751"/>
                    <a:pt x="103694" y="509751"/>
                    <a:pt x="101019" y="509795"/>
                  </a:cubicBezTo>
                  <a:cubicBezTo>
                    <a:pt x="98424" y="509795"/>
                    <a:pt x="98424" y="509795"/>
                    <a:pt x="96182" y="510120"/>
                  </a:cubicBezTo>
                  <a:cubicBezTo>
                    <a:pt x="95937" y="510857"/>
                    <a:pt x="95691" y="511594"/>
                    <a:pt x="95438" y="512353"/>
                  </a:cubicBezTo>
                  <a:cubicBezTo>
                    <a:pt x="93336" y="512673"/>
                    <a:pt x="91287" y="512681"/>
                    <a:pt x="89163" y="512722"/>
                  </a:cubicBezTo>
                  <a:cubicBezTo>
                    <a:pt x="88217" y="512908"/>
                    <a:pt x="88217" y="512908"/>
                    <a:pt x="87253" y="513097"/>
                  </a:cubicBezTo>
                  <a:cubicBezTo>
                    <a:pt x="87015" y="513588"/>
                    <a:pt x="86777" y="514079"/>
                    <a:pt x="86532" y="514585"/>
                  </a:cubicBezTo>
                  <a:cubicBezTo>
                    <a:pt x="86279" y="515076"/>
                    <a:pt x="86025" y="515568"/>
                    <a:pt x="85765" y="516074"/>
                  </a:cubicBezTo>
                  <a:cubicBezTo>
                    <a:pt x="83692" y="516449"/>
                    <a:pt x="83692" y="516449"/>
                    <a:pt x="81253" y="516492"/>
                  </a:cubicBezTo>
                  <a:cubicBezTo>
                    <a:pt x="78880" y="516492"/>
                    <a:pt x="78880" y="516492"/>
                    <a:pt x="76835" y="516818"/>
                  </a:cubicBezTo>
                  <a:cubicBezTo>
                    <a:pt x="76589" y="517554"/>
                    <a:pt x="76344" y="518291"/>
                    <a:pt x="76091" y="519050"/>
                  </a:cubicBezTo>
                  <a:cubicBezTo>
                    <a:pt x="74443" y="519405"/>
                    <a:pt x="74443" y="519405"/>
                    <a:pt x="72417" y="519515"/>
                  </a:cubicBezTo>
                  <a:cubicBezTo>
                    <a:pt x="69685" y="519633"/>
                    <a:pt x="69685" y="519633"/>
                    <a:pt x="67161" y="520538"/>
                  </a:cubicBezTo>
                  <a:cubicBezTo>
                    <a:pt x="67161" y="521275"/>
                    <a:pt x="67161" y="522012"/>
                    <a:pt x="67161" y="522771"/>
                  </a:cubicBezTo>
                  <a:cubicBezTo>
                    <a:pt x="66587" y="522790"/>
                    <a:pt x="66014" y="522809"/>
                    <a:pt x="65423" y="522829"/>
                  </a:cubicBezTo>
                  <a:cubicBezTo>
                    <a:pt x="64676" y="522871"/>
                    <a:pt x="63930" y="522913"/>
                    <a:pt x="63161" y="522957"/>
                  </a:cubicBezTo>
                  <a:cubicBezTo>
                    <a:pt x="62419" y="522991"/>
                    <a:pt x="61676" y="523026"/>
                    <a:pt x="60911" y="523062"/>
                  </a:cubicBezTo>
                  <a:cubicBezTo>
                    <a:pt x="60273" y="523211"/>
                    <a:pt x="59634" y="523361"/>
                    <a:pt x="58975" y="523515"/>
                  </a:cubicBezTo>
                  <a:cubicBezTo>
                    <a:pt x="58468" y="524501"/>
                    <a:pt x="57971" y="525494"/>
                    <a:pt x="57487" y="526492"/>
                  </a:cubicBezTo>
                  <a:cubicBezTo>
                    <a:pt x="55740" y="526867"/>
                    <a:pt x="55740" y="526867"/>
                    <a:pt x="53720" y="526910"/>
                  </a:cubicBezTo>
                  <a:cubicBezTo>
                    <a:pt x="51749" y="526911"/>
                    <a:pt x="51749" y="526911"/>
                    <a:pt x="50046" y="527236"/>
                  </a:cubicBezTo>
                  <a:cubicBezTo>
                    <a:pt x="49800" y="527972"/>
                    <a:pt x="49555" y="528709"/>
                    <a:pt x="49302" y="529468"/>
                  </a:cubicBezTo>
                  <a:cubicBezTo>
                    <a:pt x="47953" y="529555"/>
                    <a:pt x="47953" y="529555"/>
                    <a:pt x="46325" y="529375"/>
                  </a:cubicBezTo>
                  <a:cubicBezTo>
                    <a:pt x="44725" y="529258"/>
                    <a:pt x="44725" y="529258"/>
                    <a:pt x="43349" y="529468"/>
                  </a:cubicBezTo>
                  <a:cubicBezTo>
                    <a:pt x="43094" y="530707"/>
                    <a:pt x="42847" y="531947"/>
                    <a:pt x="42604" y="533189"/>
                  </a:cubicBezTo>
                  <a:cubicBezTo>
                    <a:pt x="41046" y="533582"/>
                    <a:pt x="39605" y="533654"/>
                    <a:pt x="38000" y="533683"/>
                  </a:cubicBezTo>
                  <a:cubicBezTo>
                    <a:pt x="37332" y="533807"/>
                    <a:pt x="37332" y="533807"/>
                    <a:pt x="36651" y="533933"/>
                  </a:cubicBezTo>
                  <a:cubicBezTo>
                    <a:pt x="36406" y="534670"/>
                    <a:pt x="36160" y="535406"/>
                    <a:pt x="35907" y="536165"/>
                  </a:cubicBezTo>
                  <a:cubicBezTo>
                    <a:pt x="33256" y="536677"/>
                    <a:pt x="33256" y="536677"/>
                    <a:pt x="30698" y="536910"/>
                  </a:cubicBezTo>
                  <a:cubicBezTo>
                    <a:pt x="30698" y="537892"/>
                    <a:pt x="30698" y="538874"/>
                    <a:pt x="30698" y="539886"/>
                  </a:cubicBezTo>
                  <a:cubicBezTo>
                    <a:pt x="28488" y="539886"/>
                    <a:pt x="26278" y="539886"/>
                    <a:pt x="24001" y="539886"/>
                  </a:cubicBezTo>
                  <a:cubicBezTo>
                    <a:pt x="24001" y="539149"/>
                    <a:pt x="24001" y="538413"/>
                    <a:pt x="24001" y="537654"/>
                  </a:cubicBezTo>
                  <a:cubicBezTo>
                    <a:pt x="23510" y="537654"/>
                    <a:pt x="23019" y="537654"/>
                    <a:pt x="22513" y="537654"/>
                  </a:cubicBezTo>
                  <a:cubicBezTo>
                    <a:pt x="22405" y="536871"/>
                    <a:pt x="22298" y="536088"/>
                    <a:pt x="22187" y="535282"/>
                  </a:cubicBezTo>
                  <a:cubicBezTo>
                    <a:pt x="21737" y="531975"/>
                    <a:pt x="21737" y="531975"/>
                    <a:pt x="21024" y="528724"/>
                  </a:cubicBezTo>
                  <a:cubicBezTo>
                    <a:pt x="20533" y="528724"/>
                    <a:pt x="20042" y="528724"/>
                    <a:pt x="19536" y="528724"/>
                  </a:cubicBezTo>
                  <a:cubicBezTo>
                    <a:pt x="19415" y="527198"/>
                    <a:pt x="19294" y="525672"/>
                    <a:pt x="19173" y="524146"/>
                  </a:cubicBezTo>
                  <a:cubicBezTo>
                    <a:pt x="18984" y="523465"/>
                    <a:pt x="18984" y="523465"/>
                    <a:pt x="18792" y="522771"/>
                  </a:cubicBezTo>
                  <a:cubicBezTo>
                    <a:pt x="18055" y="522525"/>
                    <a:pt x="17318" y="522280"/>
                    <a:pt x="16559" y="522027"/>
                  </a:cubicBezTo>
                  <a:cubicBezTo>
                    <a:pt x="16212" y="520287"/>
                    <a:pt x="16185" y="518612"/>
                    <a:pt x="16118" y="516841"/>
                  </a:cubicBezTo>
                  <a:cubicBezTo>
                    <a:pt x="16018" y="516342"/>
                    <a:pt x="15918" y="515843"/>
                    <a:pt x="15815" y="515329"/>
                  </a:cubicBezTo>
                  <a:cubicBezTo>
                    <a:pt x="15079" y="515084"/>
                    <a:pt x="14342" y="514838"/>
                    <a:pt x="13583" y="514585"/>
                  </a:cubicBezTo>
                  <a:cubicBezTo>
                    <a:pt x="13583" y="512849"/>
                    <a:pt x="13583" y="511113"/>
                    <a:pt x="13583" y="509376"/>
                  </a:cubicBezTo>
                  <a:cubicBezTo>
                    <a:pt x="12846" y="508885"/>
                    <a:pt x="12109" y="508394"/>
                    <a:pt x="11350" y="507888"/>
                  </a:cubicBezTo>
                  <a:cubicBezTo>
                    <a:pt x="11228" y="507013"/>
                    <a:pt x="11105" y="506138"/>
                    <a:pt x="10978" y="505237"/>
                  </a:cubicBezTo>
                  <a:cubicBezTo>
                    <a:pt x="10794" y="503971"/>
                    <a:pt x="10794" y="503971"/>
                    <a:pt x="10606" y="502679"/>
                  </a:cubicBezTo>
                  <a:cubicBezTo>
                    <a:pt x="9870" y="502433"/>
                    <a:pt x="9133" y="502188"/>
                    <a:pt x="8374" y="501935"/>
                  </a:cubicBezTo>
                  <a:cubicBezTo>
                    <a:pt x="8126" y="500199"/>
                    <a:pt x="7878" y="498462"/>
                    <a:pt x="7630" y="496726"/>
                  </a:cubicBezTo>
                  <a:cubicBezTo>
                    <a:pt x="6893" y="496480"/>
                    <a:pt x="6156" y="496235"/>
                    <a:pt x="5397" y="495982"/>
                  </a:cubicBezTo>
                  <a:cubicBezTo>
                    <a:pt x="5120" y="494748"/>
                    <a:pt x="4871" y="493507"/>
                    <a:pt x="4653" y="492261"/>
                  </a:cubicBezTo>
                  <a:cubicBezTo>
                    <a:pt x="4162" y="492016"/>
                    <a:pt x="3671" y="491770"/>
                    <a:pt x="3165" y="491517"/>
                  </a:cubicBezTo>
                  <a:cubicBezTo>
                    <a:pt x="3057" y="491026"/>
                    <a:pt x="2950" y="490535"/>
                    <a:pt x="2839" y="490029"/>
                  </a:cubicBezTo>
                  <a:cubicBezTo>
                    <a:pt x="2701" y="489538"/>
                    <a:pt x="2563" y="489046"/>
                    <a:pt x="2421" y="488540"/>
                  </a:cubicBezTo>
                  <a:cubicBezTo>
                    <a:pt x="1684" y="488295"/>
                    <a:pt x="947" y="488049"/>
                    <a:pt x="188" y="487796"/>
                  </a:cubicBezTo>
                  <a:cubicBezTo>
                    <a:pt x="-30" y="485770"/>
                    <a:pt x="-30" y="485770"/>
                    <a:pt x="49" y="483285"/>
                  </a:cubicBezTo>
                  <a:cubicBezTo>
                    <a:pt x="69" y="482463"/>
                    <a:pt x="89" y="481641"/>
                    <a:pt x="110" y="480794"/>
                  </a:cubicBezTo>
                  <a:cubicBezTo>
                    <a:pt x="136" y="480158"/>
                    <a:pt x="162" y="479522"/>
                    <a:pt x="188" y="478867"/>
                  </a:cubicBezTo>
                  <a:cubicBezTo>
                    <a:pt x="1171" y="478867"/>
                    <a:pt x="2153" y="478867"/>
                    <a:pt x="3165" y="478867"/>
                  </a:cubicBezTo>
                  <a:cubicBezTo>
                    <a:pt x="4025" y="477028"/>
                    <a:pt x="4025" y="477028"/>
                    <a:pt x="4653" y="475146"/>
                  </a:cubicBezTo>
                  <a:cubicBezTo>
                    <a:pt x="5144" y="475146"/>
                    <a:pt x="5635" y="475146"/>
                    <a:pt x="6141" y="475146"/>
                  </a:cubicBezTo>
                  <a:cubicBezTo>
                    <a:pt x="6649" y="474160"/>
                    <a:pt x="7142" y="473166"/>
                    <a:pt x="7630" y="472169"/>
                  </a:cubicBezTo>
                  <a:cubicBezTo>
                    <a:pt x="9132" y="470280"/>
                    <a:pt x="10692" y="468449"/>
                    <a:pt x="12260" y="466614"/>
                  </a:cubicBezTo>
                  <a:cubicBezTo>
                    <a:pt x="13637" y="464651"/>
                    <a:pt x="13935" y="463330"/>
                    <a:pt x="14327" y="461007"/>
                  </a:cubicBezTo>
                  <a:cubicBezTo>
                    <a:pt x="14818" y="460762"/>
                    <a:pt x="15309" y="460516"/>
                    <a:pt x="15815" y="460263"/>
                  </a:cubicBezTo>
                  <a:cubicBezTo>
                    <a:pt x="16162" y="458853"/>
                    <a:pt x="16162" y="458853"/>
                    <a:pt x="16280" y="457240"/>
                  </a:cubicBezTo>
                  <a:cubicBezTo>
                    <a:pt x="16372" y="456273"/>
                    <a:pt x="16465" y="455306"/>
                    <a:pt x="16559" y="454310"/>
                  </a:cubicBezTo>
                  <a:cubicBezTo>
                    <a:pt x="17296" y="454310"/>
                    <a:pt x="18033" y="454310"/>
                    <a:pt x="18792" y="454310"/>
                  </a:cubicBezTo>
                  <a:cubicBezTo>
                    <a:pt x="19037" y="450135"/>
                    <a:pt x="19283" y="445961"/>
                    <a:pt x="19536" y="441660"/>
                  </a:cubicBezTo>
                  <a:cubicBezTo>
                    <a:pt x="20027" y="441660"/>
                    <a:pt x="20518" y="441660"/>
                    <a:pt x="21024" y="441660"/>
                  </a:cubicBezTo>
                  <a:cubicBezTo>
                    <a:pt x="21026" y="440733"/>
                    <a:pt x="21027" y="439807"/>
                    <a:pt x="21028" y="438853"/>
                  </a:cubicBezTo>
                  <a:cubicBezTo>
                    <a:pt x="21085" y="398044"/>
                    <a:pt x="21143" y="357236"/>
                    <a:pt x="21206" y="316427"/>
                  </a:cubicBezTo>
                  <a:cubicBezTo>
                    <a:pt x="21207" y="315810"/>
                    <a:pt x="21208" y="315192"/>
                    <a:pt x="21208" y="314556"/>
                  </a:cubicBezTo>
                  <a:cubicBezTo>
                    <a:pt x="21229" y="301138"/>
                    <a:pt x="21250" y="287720"/>
                    <a:pt x="21271" y="274302"/>
                  </a:cubicBezTo>
                  <a:cubicBezTo>
                    <a:pt x="21281" y="267722"/>
                    <a:pt x="21291" y="261142"/>
                    <a:pt x="21301" y="254562"/>
                  </a:cubicBezTo>
                  <a:cubicBezTo>
                    <a:pt x="21302" y="253907"/>
                    <a:pt x="21303" y="253252"/>
                    <a:pt x="21304" y="252577"/>
                  </a:cubicBezTo>
                  <a:cubicBezTo>
                    <a:pt x="21337" y="231340"/>
                    <a:pt x="21368" y="210102"/>
                    <a:pt x="21397" y="188865"/>
                  </a:cubicBezTo>
                  <a:cubicBezTo>
                    <a:pt x="21427" y="167047"/>
                    <a:pt x="21460" y="145229"/>
                    <a:pt x="21495" y="123412"/>
                  </a:cubicBezTo>
                  <a:cubicBezTo>
                    <a:pt x="21500" y="120332"/>
                    <a:pt x="21505" y="117253"/>
                    <a:pt x="21510" y="114174"/>
                  </a:cubicBezTo>
                  <a:cubicBezTo>
                    <a:pt x="21511" y="113568"/>
                    <a:pt x="21512" y="112962"/>
                    <a:pt x="21513" y="112338"/>
                  </a:cubicBezTo>
                  <a:cubicBezTo>
                    <a:pt x="21529" y="102568"/>
                    <a:pt x="21542" y="92799"/>
                    <a:pt x="21554" y="83030"/>
                  </a:cubicBezTo>
                  <a:cubicBezTo>
                    <a:pt x="21567" y="73216"/>
                    <a:pt x="21582" y="63403"/>
                    <a:pt x="21599" y="53590"/>
                  </a:cubicBezTo>
                  <a:cubicBezTo>
                    <a:pt x="21610" y="47755"/>
                    <a:pt x="21618" y="41919"/>
                    <a:pt x="21624" y="36083"/>
                  </a:cubicBezTo>
                  <a:cubicBezTo>
                    <a:pt x="21628" y="31734"/>
                    <a:pt x="21636" y="27385"/>
                    <a:pt x="21646" y="23036"/>
                  </a:cubicBezTo>
                  <a:cubicBezTo>
                    <a:pt x="21649" y="21270"/>
                    <a:pt x="21651" y="19504"/>
                    <a:pt x="21652" y="17738"/>
                  </a:cubicBezTo>
                  <a:cubicBezTo>
                    <a:pt x="21653" y="15350"/>
                    <a:pt x="21658" y="12961"/>
                    <a:pt x="21665" y="10572"/>
                  </a:cubicBezTo>
                  <a:cubicBezTo>
                    <a:pt x="21664" y="9877"/>
                    <a:pt x="21664" y="9181"/>
                    <a:pt x="21663" y="8465"/>
                  </a:cubicBezTo>
                  <a:cubicBezTo>
                    <a:pt x="21666" y="7830"/>
                    <a:pt x="21668" y="7195"/>
                    <a:pt x="21671" y="6541"/>
                  </a:cubicBezTo>
                  <a:cubicBezTo>
                    <a:pt x="21672" y="5994"/>
                    <a:pt x="21673" y="5448"/>
                    <a:pt x="21674" y="4885"/>
                  </a:cubicBezTo>
                  <a:cubicBezTo>
                    <a:pt x="21773" y="3280"/>
                    <a:pt x="21981" y="1903"/>
                    <a:pt x="22513" y="384"/>
                  </a:cubicBezTo>
                  <a:cubicBezTo>
                    <a:pt x="24003" y="15"/>
                    <a:pt x="24003" y="15"/>
                    <a:pt x="26009" y="18"/>
                  </a:cubicBezTo>
                  <a:cubicBezTo>
                    <a:pt x="26770" y="12"/>
                    <a:pt x="27532" y="6"/>
                    <a:pt x="28316" y="0"/>
                  </a:cubicBezTo>
                  <a:close/>
                </a:path>
              </a:pathLst>
            </a:custGeom>
            <a:grpFill/>
            <a:ln w="744" cap="flat">
              <a:noFill/>
              <a:prstDash val="solid"/>
              <a:miter/>
            </a:ln>
          </p:spPr>
          <p:txBody>
            <a:bodyPr rtlCol="0" anchor="ctr"/>
            <a:lstStyle/>
            <a:p>
              <a:endParaRPr lang="zh-CN" altLang="en-US"/>
            </a:p>
          </p:txBody>
        </p:sp>
        <p:sp>
          <p:nvSpPr>
            <p:cNvPr id="91" name="任意多边形: 形状 90"/>
            <p:cNvSpPr/>
            <p:nvPr/>
          </p:nvSpPr>
          <p:spPr>
            <a:xfrm>
              <a:off x="5658602" y="600426"/>
              <a:ext cx="457283" cy="559903"/>
            </a:xfrm>
            <a:custGeom>
              <a:avLst/>
              <a:gdLst>
                <a:gd name="connsiteX0" fmla="*/ 118294 w 457283"/>
                <a:gd name="connsiteY0" fmla="*/ 439 h 559903"/>
                <a:gd name="connsiteX1" fmla="*/ 119783 w 457283"/>
                <a:gd name="connsiteY1" fmla="*/ 2672 h 559903"/>
                <a:gd name="connsiteX2" fmla="*/ 127901 w 457283"/>
                <a:gd name="connsiteY2" fmla="*/ 3041 h 559903"/>
                <a:gd name="connsiteX3" fmla="*/ 130200 w 457283"/>
                <a:gd name="connsiteY3" fmla="*/ 3416 h 559903"/>
                <a:gd name="connsiteX4" fmla="*/ 130567 w 457283"/>
                <a:gd name="connsiteY4" fmla="*/ 4895 h 559903"/>
                <a:gd name="connsiteX5" fmla="*/ 130945 w 457283"/>
                <a:gd name="connsiteY5" fmla="*/ 6392 h 559903"/>
                <a:gd name="connsiteX6" fmla="*/ 136200 w 457283"/>
                <a:gd name="connsiteY6" fmla="*/ 6950 h 559903"/>
                <a:gd name="connsiteX7" fmla="*/ 139110 w 457283"/>
                <a:gd name="connsiteY7" fmla="*/ 7078 h 559903"/>
                <a:gd name="connsiteX8" fmla="*/ 141363 w 457283"/>
                <a:gd name="connsiteY8" fmla="*/ 7136 h 559903"/>
                <a:gd name="connsiteX9" fmla="*/ 141363 w 457283"/>
                <a:gd name="connsiteY9" fmla="*/ 10113 h 559903"/>
                <a:gd name="connsiteX10" fmla="*/ 152525 w 457283"/>
                <a:gd name="connsiteY10" fmla="*/ 10113 h 559903"/>
                <a:gd name="connsiteX11" fmla="*/ 152525 w 457283"/>
                <a:gd name="connsiteY11" fmla="*/ 13089 h 559903"/>
                <a:gd name="connsiteX12" fmla="*/ 154940 w 457283"/>
                <a:gd name="connsiteY12" fmla="*/ 13174 h 559903"/>
                <a:gd name="connsiteX13" fmla="*/ 158059 w 457283"/>
                <a:gd name="connsiteY13" fmla="*/ 13322 h 559903"/>
                <a:gd name="connsiteX14" fmla="*/ 159654 w 457283"/>
                <a:gd name="connsiteY14" fmla="*/ 13373 h 559903"/>
                <a:gd name="connsiteX15" fmla="*/ 163687 w 457283"/>
                <a:gd name="connsiteY15" fmla="*/ 13834 h 559903"/>
                <a:gd name="connsiteX16" fmla="*/ 164431 w 457283"/>
                <a:gd name="connsiteY16" fmla="*/ 16066 h 559903"/>
                <a:gd name="connsiteX17" fmla="*/ 170710 w 457283"/>
                <a:gd name="connsiteY17" fmla="*/ 16764 h 559903"/>
                <a:gd name="connsiteX18" fmla="*/ 177825 w 457283"/>
                <a:gd name="connsiteY18" fmla="*/ 18298 h 559903"/>
                <a:gd name="connsiteX19" fmla="*/ 178105 w 457283"/>
                <a:gd name="connsiteY19" fmla="*/ 23228 h 559903"/>
                <a:gd name="connsiteX20" fmla="*/ 177982 w 457283"/>
                <a:gd name="connsiteY20" fmla="*/ 25908 h 559903"/>
                <a:gd name="connsiteX21" fmla="*/ 177825 w 457283"/>
                <a:gd name="connsiteY21" fmla="*/ 27972 h 559903"/>
                <a:gd name="connsiteX22" fmla="*/ 176337 w 457283"/>
                <a:gd name="connsiteY22" fmla="*/ 27972 h 559903"/>
                <a:gd name="connsiteX23" fmla="*/ 176064 w 457283"/>
                <a:gd name="connsiteY23" fmla="*/ 29899 h 559903"/>
                <a:gd name="connsiteX24" fmla="*/ 175686 w 457283"/>
                <a:gd name="connsiteY24" fmla="*/ 32391 h 559903"/>
                <a:gd name="connsiteX25" fmla="*/ 175320 w 457283"/>
                <a:gd name="connsiteY25" fmla="*/ 34876 h 559903"/>
                <a:gd name="connsiteX26" fmla="*/ 174849 w 457283"/>
                <a:gd name="connsiteY26" fmla="*/ 36902 h 559903"/>
                <a:gd name="connsiteX27" fmla="*/ 173361 w 457283"/>
                <a:gd name="connsiteY27" fmla="*/ 37646 h 559903"/>
                <a:gd name="connsiteX28" fmla="*/ 172945 w 457283"/>
                <a:gd name="connsiteY28" fmla="*/ 43995 h 559903"/>
                <a:gd name="connsiteX29" fmla="*/ 172616 w 457283"/>
                <a:gd name="connsiteY29" fmla="*/ 45832 h 559903"/>
                <a:gd name="connsiteX30" fmla="*/ 170384 w 457283"/>
                <a:gd name="connsiteY30" fmla="*/ 46576 h 559903"/>
                <a:gd name="connsiteX31" fmla="*/ 169872 w 457283"/>
                <a:gd name="connsiteY31" fmla="*/ 50343 h 559903"/>
                <a:gd name="connsiteX32" fmla="*/ 169724 w 457283"/>
                <a:gd name="connsiteY32" fmla="*/ 52416 h 559903"/>
                <a:gd name="connsiteX33" fmla="*/ 169640 w 457283"/>
                <a:gd name="connsiteY33" fmla="*/ 54017 h 559903"/>
                <a:gd name="connsiteX34" fmla="*/ 167408 w 457283"/>
                <a:gd name="connsiteY34" fmla="*/ 54017 h 559903"/>
                <a:gd name="connsiteX35" fmla="*/ 166899 w 457283"/>
                <a:gd name="connsiteY35" fmla="*/ 58523 h 559903"/>
                <a:gd name="connsiteX36" fmla="*/ 165919 w 457283"/>
                <a:gd name="connsiteY36" fmla="*/ 61459 h 559903"/>
                <a:gd name="connsiteX37" fmla="*/ 445716 w 457283"/>
                <a:gd name="connsiteY37" fmla="*/ 61459 h 559903"/>
                <a:gd name="connsiteX38" fmla="*/ 445716 w 457283"/>
                <a:gd name="connsiteY38" fmla="*/ 126199 h 559903"/>
                <a:gd name="connsiteX39" fmla="*/ 139874 w 457283"/>
                <a:gd name="connsiteY39" fmla="*/ 126199 h 559903"/>
                <a:gd name="connsiteX40" fmla="*/ 139874 w 457283"/>
                <a:gd name="connsiteY40" fmla="*/ 131408 h 559903"/>
                <a:gd name="connsiteX41" fmla="*/ 137642 w 457283"/>
                <a:gd name="connsiteY41" fmla="*/ 132896 h 559903"/>
                <a:gd name="connsiteX42" fmla="*/ 137270 w 457283"/>
                <a:gd name="connsiteY42" fmla="*/ 135501 h 559903"/>
                <a:gd name="connsiteX43" fmla="*/ 136898 w 457283"/>
                <a:gd name="connsiteY43" fmla="*/ 138105 h 559903"/>
                <a:gd name="connsiteX44" fmla="*/ 134665 w 457283"/>
                <a:gd name="connsiteY44" fmla="*/ 139593 h 559903"/>
                <a:gd name="connsiteX45" fmla="*/ 133921 w 457283"/>
                <a:gd name="connsiteY45" fmla="*/ 144058 h 559903"/>
                <a:gd name="connsiteX46" fmla="*/ 131689 w 457283"/>
                <a:gd name="connsiteY46" fmla="*/ 144058 h 559903"/>
                <a:gd name="connsiteX47" fmla="*/ 130945 w 457283"/>
                <a:gd name="connsiteY47" fmla="*/ 147035 h 559903"/>
                <a:gd name="connsiteX48" fmla="*/ 132714 w 457283"/>
                <a:gd name="connsiteY48" fmla="*/ 147034 h 559903"/>
                <a:gd name="connsiteX49" fmla="*/ 236418 w 457283"/>
                <a:gd name="connsiteY49" fmla="*/ 146997 h 559903"/>
                <a:gd name="connsiteX50" fmla="*/ 248856 w 457283"/>
                <a:gd name="connsiteY50" fmla="*/ 146994 h 559903"/>
                <a:gd name="connsiteX51" fmla="*/ 251358 w 457283"/>
                <a:gd name="connsiteY51" fmla="*/ 146993 h 559903"/>
                <a:gd name="connsiteX52" fmla="*/ 291510 w 457283"/>
                <a:gd name="connsiteY52" fmla="*/ 146977 h 559903"/>
                <a:gd name="connsiteX53" fmla="*/ 332677 w 457283"/>
                <a:gd name="connsiteY53" fmla="*/ 146965 h 559903"/>
                <a:gd name="connsiteX54" fmla="*/ 358101 w 457283"/>
                <a:gd name="connsiteY54" fmla="*/ 146954 h 559903"/>
                <a:gd name="connsiteX55" fmla="*/ 375511 w 457283"/>
                <a:gd name="connsiteY55" fmla="*/ 146950 h 559903"/>
                <a:gd name="connsiteX56" fmla="*/ 385571 w 457283"/>
                <a:gd name="connsiteY56" fmla="*/ 146946 h 559903"/>
                <a:gd name="connsiteX57" fmla="*/ 394765 w 457283"/>
                <a:gd name="connsiteY57" fmla="*/ 146945 h 559903"/>
                <a:gd name="connsiteX58" fmla="*/ 398106 w 457283"/>
                <a:gd name="connsiteY58" fmla="*/ 146942 h 559903"/>
                <a:gd name="connsiteX59" fmla="*/ 402618 w 457283"/>
                <a:gd name="connsiteY59" fmla="*/ 146943 h 559903"/>
                <a:gd name="connsiteX60" fmla="*/ 405158 w 457283"/>
                <a:gd name="connsiteY60" fmla="*/ 146942 h 559903"/>
                <a:gd name="connsiteX61" fmla="*/ 407765 w 457283"/>
                <a:gd name="connsiteY61" fmla="*/ 147779 h 559903"/>
                <a:gd name="connsiteX62" fmla="*/ 407861 w 457283"/>
                <a:gd name="connsiteY62" fmla="*/ 153498 h 559903"/>
                <a:gd name="connsiteX63" fmla="*/ 407865 w 457283"/>
                <a:gd name="connsiteY63" fmla="*/ 155313 h 559903"/>
                <a:gd name="connsiteX64" fmla="*/ 407864 w 457283"/>
                <a:gd name="connsiteY64" fmla="*/ 161284 h 559903"/>
                <a:gd name="connsiteX65" fmla="*/ 407866 w 457283"/>
                <a:gd name="connsiteY65" fmla="*/ 165419 h 559903"/>
                <a:gd name="connsiteX66" fmla="*/ 407862 w 457283"/>
                <a:gd name="connsiteY66" fmla="*/ 174101 h 559903"/>
                <a:gd name="connsiteX67" fmla="*/ 407865 w 457283"/>
                <a:gd name="connsiteY67" fmla="*/ 185239 h 559903"/>
                <a:gd name="connsiteX68" fmla="*/ 407865 w 457283"/>
                <a:gd name="connsiteY68" fmla="*/ 193784 h 559903"/>
                <a:gd name="connsiteX69" fmla="*/ 407866 w 457283"/>
                <a:gd name="connsiteY69" fmla="*/ 197891 h 559903"/>
                <a:gd name="connsiteX70" fmla="*/ 407861 w 457283"/>
                <a:gd name="connsiteY70" fmla="*/ 203631 h 559903"/>
                <a:gd name="connsiteX71" fmla="*/ 407866 w 457283"/>
                <a:gd name="connsiteY71" fmla="*/ 205353 h 559903"/>
                <a:gd name="connsiteX72" fmla="*/ 407021 w 457283"/>
                <a:gd name="connsiteY72" fmla="*/ 211775 h 559903"/>
                <a:gd name="connsiteX73" fmla="*/ 402550 w 457283"/>
                <a:gd name="connsiteY73" fmla="*/ 212058 h 559903"/>
                <a:gd name="connsiteX74" fmla="*/ 399586 w 457283"/>
                <a:gd name="connsiteY74" fmla="*/ 212077 h 559903"/>
                <a:gd name="connsiteX75" fmla="*/ 396286 w 457283"/>
                <a:gd name="connsiteY75" fmla="*/ 212063 h 559903"/>
                <a:gd name="connsiteX76" fmla="*/ 392814 w 457283"/>
                <a:gd name="connsiteY76" fmla="*/ 212076 h 559903"/>
                <a:gd name="connsiteX77" fmla="*/ 383228 w 457283"/>
                <a:gd name="connsiteY77" fmla="*/ 212078 h 559903"/>
                <a:gd name="connsiteX78" fmla="*/ 372907 w 457283"/>
                <a:gd name="connsiteY78" fmla="*/ 212091 h 559903"/>
                <a:gd name="connsiteX79" fmla="*/ 352670 w 457283"/>
                <a:gd name="connsiteY79" fmla="*/ 212101 h 559903"/>
                <a:gd name="connsiteX80" fmla="*/ 336232 w 457283"/>
                <a:gd name="connsiteY80" fmla="*/ 212103 h 559903"/>
                <a:gd name="connsiteX81" fmla="*/ 333873 w 457283"/>
                <a:gd name="connsiteY81" fmla="*/ 212104 h 559903"/>
                <a:gd name="connsiteX82" fmla="*/ 329131 w 457283"/>
                <a:gd name="connsiteY82" fmla="*/ 212108 h 559903"/>
                <a:gd name="connsiteX83" fmla="*/ 284605 w 457283"/>
                <a:gd name="connsiteY83" fmla="*/ 212105 h 559903"/>
                <a:gd name="connsiteX84" fmla="*/ 243818 w 457283"/>
                <a:gd name="connsiteY84" fmla="*/ 212125 h 559903"/>
                <a:gd name="connsiteX85" fmla="*/ 201994 w 457283"/>
                <a:gd name="connsiteY85" fmla="*/ 212146 h 559903"/>
                <a:gd name="connsiteX86" fmla="*/ 178491 w 457283"/>
                <a:gd name="connsiteY86" fmla="*/ 212158 h 559903"/>
                <a:gd name="connsiteX87" fmla="*/ 158484 w 457283"/>
                <a:gd name="connsiteY87" fmla="*/ 212156 h 559903"/>
                <a:gd name="connsiteX88" fmla="*/ 148265 w 457283"/>
                <a:gd name="connsiteY88" fmla="*/ 212160 h 559903"/>
                <a:gd name="connsiteX89" fmla="*/ 138927 w 457283"/>
                <a:gd name="connsiteY89" fmla="*/ 212152 h 559903"/>
                <a:gd name="connsiteX90" fmla="*/ 135533 w 457283"/>
                <a:gd name="connsiteY90" fmla="*/ 212159 h 559903"/>
                <a:gd name="connsiteX91" fmla="*/ 130951 w 457283"/>
                <a:gd name="connsiteY91" fmla="*/ 212148 h 559903"/>
                <a:gd name="connsiteX92" fmla="*/ 128370 w 457283"/>
                <a:gd name="connsiteY92" fmla="*/ 212147 h 559903"/>
                <a:gd name="connsiteX93" fmla="*/ 126480 w 457283"/>
                <a:gd name="connsiteY93" fmla="*/ 211775 h 559903"/>
                <a:gd name="connsiteX94" fmla="*/ 125651 w 457283"/>
                <a:gd name="connsiteY94" fmla="*/ 203815 h 559903"/>
                <a:gd name="connsiteX95" fmla="*/ 125651 w 457283"/>
                <a:gd name="connsiteY95" fmla="*/ 202319 h 559903"/>
                <a:gd name="connsiteX96" fmla="*/ 125663 w 457283"/>
                <a:gd name="connsiteY96" fmla="*/ 197439 h 559903"/>
                <a:gd name="connsiteX97" fmla="*/ 125666 w 457283"/>
                <a:gd name="connsiteY97" fmla="*/ 194048 h 559903"/>
                <a:gd name="connsiteX98" fmla="*/ 125685 w 457283"/>
                <a:gd name="connsiteY98" fmla="*/ 185137 h 559903"/>
                <a:gd name="connsiteX99" fmla="*/ 125699 w 457283"/>
                <a:gd name="connsiteY99" fmla="*/ 176039 h 559903"/>
                <a:gd name="connsiteX100" fmla="*/ 125736 w 457283"/>
                <a:gd name="connsiteY100" fmla="*/ 158197 h 559903"/>
                <a:gd name="connsiteX101" fmla="*/ 123503 w 457283"/>
                <a:gd name="connsiteY101" fmla="*/ 163080 h 559903"/>
                <a:gd name="connsiteX102" fmla="*/ 121271 w 457283"/>
                <a:gd name="connsiteY102" fmla="*/ 167127 h 559903"/>
                <a:gd name="connsiteX103" fmla="*/ 120945 w 457283"/>
                <a:gd name="connsiteY103" fmla="*/ 169033 h 559903"/>
                <a:gd name="connsiteX104" fmla="*/ 120527 w 457283"/>
                <a:gd name="connsiteY104" fmla="*/ 170847 h 559903"/>
                <a:gd name="connsiteX105" fmla="*/ 118294 w 457283"/>
                <a:gd name="connsiteY105" fmla="*/ 171591 h 559903"/>
                <a:gd name="connsiteX106" fmla="*/ 117550 w 457283"/>
                <a:gd name="connsiteY106" fmla="*/ 176056 h 559903"/>
                <a:gd name="connsiteX107" fmla="*/ 115318 w 457283"/>
                <a:gd name="connsiteY107" fmla="*/ 178289 h 559903"/>
                <a:gd name="connsiteX108" fmla="*/ 114574 w 457283"/>
                <a:gd name="connsiteY108" fmla="*/ 180521 h 559903"/>
                <a:gd name="connsiteX109" fmla="*/ 113085 w 457283"/>
                <a:gd name="connsiteY109" fmla="*/ 181265 h 559903"/>
                <a:gd name="connsiteX110" fmla="*/ 112760 w 457283"/>
                <a:gd name="connsiteY110" fmla="*/ 183405 h 559903"/>
                <a:gd name="connsiteX111" fmla="*/ 110109 w 457283"/>
                <a:gd name="connsiteY111" fmla="*/ 187963 h 559903"/>
                <a:gd name="connsiteX112" fmla="*/ 109365 w 457283"/>
                <a:gd name="connsiteY112" fmla="*/ 190195 h 559903"/>
                <a:gd name="connsiteX113" fmla="*/ 107132 w 457283"/>
                <a:gd name="connsiteY113" fmla="*/ 191683 h 559903"/>
                <a:gd name="connsiteX114" fmla="*/ 105644 w 457283"/>
                <a:gd name="connsiteY114" fmla="*/ 195404 h 559903"/>
                <a:gd name="connsiteX115" fmla="*/ 101923 w 457283"/>
                <a:gd name="connsiteY115" fmla="*/ 201357 h 559903"/>
                <a:gd name="connsiteX116" fmla="*/ 101598 w 457283"/>
                <a:gd name="connsiteY116" fmla="*/ 202845 h 559903"/>
                <a:gd name="connsiteX117" fmla="*/ 101179 w 457283"/>
                <a:gd name="connsiteY117" fmla="*/ 204334 h 559903"/>
                <a:gd name="connsiteX118" fmla="*/ 98947 w 457283"/>
                <a:gd name="connsiteY118" fmla="*/ 205078 h 559903"/>
                <a:gd name="connsiteX119" fmla="*/ 98947 w 457283"/>
                <a:gd name="connsiteY119" fmla="*/ 206938 h 559903"/>
                <a:gd name="connsiteX120" fmla="*/ 98947 w 457283"/>
                <a:gd name="connsiteY120" fmla="*/ 208798 h 559903"/>
                <a:gd name="connsiteX121" fmla="*/ 96714 w 457283"/>
                <a:gd name="connsiteY121" fmla="*/ 209543 h 559903"/>
                <a:gd name="connsiteX122" fmla="*/ 95226 w 457283"/>
                <a:gd name="connsiteY122" fmla="*/ 213263 h 559903"/>
                <a:gd name="connsiteX123" fmla="*/ 92249 w 457283"/>
                <a:gd name="connsiteY123" fmla="*/ 217728 h 559903"/>
                <a:gd name="connsiteX124" fmla="*/ 90761 w 457283"/>
                <a:gd name="connsiteY124" fmla="*/ 217728 h 559903"/>
                <a:gd name="connsiteX125" fmla="*/ 90017 w 457283"/>
                <a:gd name="connsiteY125" fmla="*/ 219961 h 559903"/>
                <a:gd name="connsiteX126" fmla="*/ 89273 w 457283"/>
                <a:gd name="connsiteY126" fmla="*/ 222193 h 559903"/>
                <a:gd name="connsiteX127" fmla="*/ 87784 w 457283"/>
                <a:gd name="connsiteY127" fmla="*/ 222193 h 559903"/>
                <a:gd name="connsiteX128" fmla="*/ 87784 w 457283"/>
                <a:gd name="connsiteY128" fmla="*/ 225170 h 559903"/>
                <a:gd name="connsiteX129" fmla="*/ 85552 w 457283"/>
                <a:gd name="connsiteY129" fmla="*/ 225914 h 559903"/>
                <a:gd name="connsiteX130" fmla="*/ 84808 w 457283"/>
                <a:gd name="connsiteY130" fmla="*/ 229634 h 559903"/>
                <a:gd name="connsiteX131" fmla="*/ 83320 w 457283"/>
                <a:gd name="connsiteY131" fmla="*/ 230379 h 559903"/>
                <a:gd name="connsiteX132" fmla="*/ 82203 w 457283"/>
                <a:gd name="connsiteY132" fmla="*/ 232285 h 559903"/>
                <a:gd name="connsiteX133" fmla="*/ 81087 w 457283"/>
                <a:gd name="connsiteY133" fmla="*/ 234099 h 559903"/>
                <a:gd name="connsiteX134" fmla="*/ 79599 w 457283"/>
                <a:gd name="connsiteY134" fmla="*/ 234099 h 559903"/>
                <a:gd name="connsiteX135" fmla="*/ 79599 w 457283"/>
                <a:gd name="connsiteY135" fmla="*/ 236332 h 559903"/>
                <a:gd name="connsiteX136" fmla="*/ 81087 w 457283"/>
                <a:gd name="connsiteY136" fmla="*/ 235587 h 559903"/>
                <a:gd name="connsiteX137" fmla="*/ 85915 w 457283"/>
                <a:gd name="connsiteY137" fmla="*/ 235494 h 559903"/>
                <a:gd name="connsiteX138" fmla="*/ 87442 w 457283"/>
                <a:gd name="connsiteY138" fmla="*/ 235491 h 559903"/>
                <a:gd name="connsiteX139" fmla="*/ 92556 w 457283"/>
                <a:gd name="connsiteY139" fmla="*/ 235493 h 559903"/>
                <a:gd name="connsiteX140" fmla="*/ 96240 w 457283"/>
                <a:gd name="connsiteY140" fmla="*/ 235489 h 559903"/>
                <a:gd name="connsiteX141" fmla="*/ 106403 w 457283"/>
                <a:gd name="connsiteY141" fmla="*/ 235490 h 559903"/>
                <a:gd name="connsiteX142" fmla="*/ 117347 w 457283"/>
                <a:gd name="connsiteY142" fmla="*/ 235487 h 559903"/>
                <a:gd name="connsiteX143" fmla="*/ 138803 w 457283"/>
                <a:gd name="connsiteY143" fmla="*/ 235487 h 559903"/>
                <a:gd name="connsiteX144" fmla="*/ 156234 w 457283"/>
                <a:gd name="connsiteY144" fmla="*/ 235488 h 559903"/>
                <a:gd name="connsiteX145" fmla="*/ 158735 w 457283"/>
                <a:gd name="connsiteY145" fmla="*/ 235488 h 559903"/>
                <a:gd name="connsiteX146" fmla="*/ 163765 w 457283"/>
                <a:gd name="connsiteY146" fmla="*/ 235487 h 559903"/>
                <a:gd name="connsiteX147" fmla="*/ 210984 w 457283"/>
                <a:gd name="connsiteY147" fmla="*/ 235491 h 559903"/>
                <a:gd name="connsiteX148" fmla="*/ 251540 w 457283"/>
                <a:gd name="connsiteY148" fmla="*/ 235490 h 559903"/>
                <a:gd name="connsiteX149" fmla="*/ 298585 w 457283"/>
                <a:gd name="connsiteY149" fmla="*/ 235487 h 559903"/>
                <a:gd name="connsiteX150" fmla="*/ 303597 w 457283"/>
                <a:gd name="connsiteY150" fmla="*/ 235488 h 559903"/>
                <a:gd name="connsiteX151" fmla="*/ 306088 w 457283"/>
                <a:gd name="connsiteY151" fmla="*/ 235488 h 559903"/>
                <a:gd name="connsiteX152" fmla="*/ 323507 w 457283"/>
                <a:gd name="connsiteY152" fmla="*/ 235486 h 559903"/>
                <a:gd name="connsiteX153" fmla="*/ 344721 w 457283"/>
                <a:gd name="connsiteY153" fmla="*/ 235489 h 559903"/>
                <a:gd name="connsiteX154" fmla="*/ 355555 w 457283"/>
                <a:gd name="connsiteY154" fmla="*/ 235489 h 559903"/>
                <a:gd name="connsiteX155" fmla="*/ 365458 w 457283"/>
                <a:gd name="connsiteY155" fmla="*/ 235492 h 559903"/>
                <a:gd name="connsiteX156" fmla="*/ 369055 w 457283"/>
                <a:gd name="connsiteY156" fmla="*/ 235490 h 559903"/>
                <a:gd name="connsiteX157" fmla="*/ 373916 w 457283"/>
                <a:gd name="connsiteY157" fmla="*/ 235494 h 559903"/>
                <a:gd name="connsiteX158" fmla="*/ 376652 w 457283"/>
                <a:gd name="connsiteY158" fmla="*/ 235494 h 559903"/>
                <a:gd name="connsiteX159" fmla="*/ 380232 w 457283"/>
                <a:gd name="connsiteY159" fmla="*/ 236332 h 559903"/>
                <a:gd name="connsiteX160" fmla="*/ 380424 w 457283"/>
                <a:gd name="connsiteY160" fmla="*/ 240399 h 559903"/>
                <a:gd name="connsiteX161" fmla="*/ 380439 w 457283"/>
                <a:gd name="connsiteY161" fmla="*/ 243075 h 559903"/>
                <a:gd name="connsiteX162" fmla="*/ 380434 w 457283"/>
                <a:gd name="connsiteY162" fmla="*/ 246036 h 559903"/>
                <a:gd name="connsiteX163" fmla="*/ 380445 w 457283"/>
                <a:gd name="connsiteY163" fmla="*/ 249134 h 559903"/>
                <a:gd name="connsiteX164" fmla="*/ 380459 w 457283"/>
                <a:gd name="connsiteY164" fmla="*/ 255819 h 559903"/>
                <a:gd name="connsiteX165" fmla="*/ 380489 w 457283"/>
                <a:gd name="connsiteY165" fmla="*/ 266379 h 559903"/>
                <a:gd name="connsiteX166" fmla="*/ 380564 w 457283"/>
                <a:gd name="connsiteY166" fmla="*/ 292609 h 559903"/>
                <a:gd name="connsiteX167" fmla="*/ 380626 w 457283"/>
                <a:gd name="connsiteY167" fmla="*/ 312988 h 559903"/>
                <a:gd name="connsiteX168" fmla="*/ 380647 w 457283"/>
                <a:gd name="connsiteY168" fmla="*/ 323496 h 559903"/>
                <a:gd name="connsiteX169" fmla="*/ 380671 w 457283"/>
                <a:gd name="connsiteY169" fmla="*/ 330021 h 559903"/>
                <a:gd name="connsiteX170" fmla="*/ 380667 w 457283"/>
                <a:gd name="connsiteY170" fmla="*/ 334513 h 559903"/>
                <a:gd name="connsiteX171" fmla="*/ 380689 w 457283"/>
                <a:gd name="connsiteY171" fmla="*/ 337188 h 559903"/>
                <a:gd name="connsiteX172" fmla="*/ 380694 w 457283"/>
                <a:gd name="connsiteY172" fmla="*/ 339527 h 559903"/>
                <a:gd name="connsiteX173" fmla="*/ 380976 w 457283"/>
                <a:gd name="connsiteY173" fmla="*/ 341255 h 559903"/>
                <a:gd name="connsiteX174" fmla="*/ 383208 w 457283"/>
                <a:gd name="connsiteY174" fmla="*/ 342000 h 559903"/>
                <a:gd name="connsiteX175" fmla="*/ 383530 w 457283"/>
                <a:gd name="connsiteY175" fmla="*/ 345568 h 559903"/>
                <a:gd name="connsiteX176" fmla="*/ 383575 w 457283"/>
                <a:gd name="connsiteY176" fmla="*/ 347870 h 559903"/>
                <a:gd name="connsiteX177" fmla="*/ 383589 w 457283"/>
                <a:gd name="connsiteY177" fmla="*/ 350374 h 559903"/>
                <a:gd name="connsiteX178" fmla="*/ 383630 w 457283"/>
                <a:gd name="connsiteY178" fmla="*/ 352924 h 559903"/>
                <a:gd name="connsiteX179" fmla="*/ 383720 w 457283"/>
                <a:gd name="connsiteY179" fmla="*/ 361022 h 559903"/>
                <a:gd name="connsiteX180" fmla="*/ 383797 w 457283"/>
                <a:gd name="connsiteY180" fmla="*/ 366497 h 559903"/>
                <a:gd name="connsiteX181" fmla="*/ 383952 w 457283"/>
                <a:gd name="connsiteY181" fmla="*/ 379951 h 559903"/>
                <a:gd name="connsiteX182" fmla="*/ 385441 w 457283"/>
                <a:gd name="connsiteY182" fmla="*/ 379951 h 559903"/>
                <a:gd name="connsiteX183" fmla="*/ 386185 w 457283"/>
                <a:gd name="connsiteY183" fmla="*/ 405252 h 559903"/>
                <a:gd name="connsiteX184" fmla="*/ 388417 w 457283"/>
                <a:gd name="connsiteY184" fmla="*/ 405252 h 559903"/>
                <a:gd name="connsiteX185" fmla="*/ 388450 w 457283"/>
                <a:gd name="connsiteY185" fmla="*/ 407016 h 559903"/>
                <a:gd name="connsiteX186" fmla="*/ 388650 w 457283"/>
                <a:gd name="connsiteY186" fmla="*/ 414879 h 559903"/>
                <a:gd name="connsiteX187" fmla="*/ 388701 w 457283"/>
                <a:gd name="connsiteY187" fmla="*/ 417656 h 559903"/>
                <a:gd name="connsiteX188" fmla="*/ 388781 w 457283"/>
                <a:gd name="connsiteY188" fmla="*/ 420294 h 559903"/>
                <a:gd name="connsiteX189" fmla="*/ 388840 w 457283"/>
                <a:gd name="connsiteY189" fmla="*/ 422739 h 559903"/>
                <a:gd name="connsiteX190" fmla="*/ 389161 w 457283"/>
                <a:gd name="connsiteY190" fmla="*/ 424599 h 559903"/>
                <a:gd name="connsiteX191" fmla="*/ 391394 w 457283"/>
                <a:gd name="connsiteY191" fmla="*/ 425343 h 559903"/>
                <a:gd name="connsiteX192" fmla="*/ 391612 w 457283"/>
                <a:gd name="connsiteY192" fmla="*/ 428509 h 559903"/>
                <a:gd name="connsiteX193" fmla="*/ 391590 w 457283"/>
                <a:gd name="connsiteY193" fmla="*/ 430435 h 559903"/>
                <a:gd name="connsiteX194" fmla="*/ 391533 w 457283"/>
                <a:gd name="connsiteY194" fmla="*/ 432459 h 559903"/>
                <a:gd name="connsiteX195" fmla="*/ 391503 w 457283"/>
                <a:gd name="connsiteY195" fmla="*/ 434492 h 559903"/>
                <a:gd name="connsiteX196" fmla="*/ 391394 w 457283"/>
                <a:gd name="connsiteY196" fmla="*/ 439482 h 559903"/>
                <a:gd name="connsiteX197" fmla="*/ 393626 w 457283"/>
                <a:gd name="connsiteY197" fmla="*/ 439482 h 559903"/>
                <a:gd name="connsiteX198" fmla="*/ 393737 w 457283"/>
                <a:gd name="connsiteY198" fmla="*/ 441709 h 559903"/>
                <a:gd name="connsiteX199" fmla="*/ 393905 w 457283"/>
                <a:gd name="connsiteY199" fmla="*/ 444598 h 559903"/>
                <a:gd name="connsiteX200" fmla="*/ 394062 w 457283"/>
                <a:gd name="connsiteY200" fmla="*/ 447476 h 559903"/>
                <a:gd name="connsiteX201" fmla="*/ 395859 w 457283"/>
                <a:gd name="connsiteY201" fmla="*/ 451388 h 559903"/>
                <a:gd name="connsiteX202" fmla="*/ 396603 w 457283"/>
                <a:gd name="connsiteY202" fmla="*/ 451388 h 559903"/>
                <a:gd name="connsiteX203" fmla="*/ 396687 w 457283"/>
                <a:gd name="connsiteY203" fmla="*/ 453289 h 559903"/>
                <a:gd name="connsiteX204" fmla="*/ 396835 w 457283"/>
                <a:gd name="connsiteY204" fmla="*/ 455760 h 559903"/>
                <a:gd name="connsiteX205" fmla="*/ 396966 w 457283"/>
                <a:gd name="connsiteY205" fmla="*/ 458219 h 559903"/>
                <a:gd name="connsiteX206" fmla="*/ 397347 w 457283"/>
                <a:gd name="connsiteY206" fmla="*/ 460318 h 559903"/>
                <a:gd name="connsiteX207" fmla="*/ 399579 w 457283"/>
                <a:gd name="connsiteY207" fmla="*/ 461806 h 559903"/>
                <a:gd name="connsiteX208" fmla="*/ 399579 w 457283"/>
                <a:gd name="connsiteY208" fmla="*/ 467759 h 559903"/>
                <a:gd name="connsiteX209" fmla="*/ 401812 w 457283"/>
                <a:gd name="connsiteY209" fmla="*/ 467759 h 559903"/>
                <a:gd name="connsiteX210" fmla="*/ 402044 w 457283"/>
                <a:gd name="connsiteY210" fmla="*/ 469852 h 559903"/>
                <a:gd name="connsiteX211" fmla="*/ 404788 w 457283"/>
                <a:gd name="connsiteY211" fmla="*/ 474457 h 559903"/>
                <a:gd name="connsiteX212" fmla="*/ 406277 w 457283"/>
                <a:gd name="connsiteY212" fmla="*/ 477433 h 559903"/>
                <a:gd name="connsiteX213" fmla="*/ 407765 w 457283"/>
                <a:gd name="connsiteY213" fmla="*/ 478177 h 559903"/>
                <a:gd name="connsiteX214" fmla="*/ 408317 w 457283"/>
                <a:gd name="connsiteY214" fmla="*/ 479677 h 559903"/>
                <a:gd name="connsiteX215" fmla="*/ 409253 w 457283"/>
                <a:gd name="connsiteY215" fmla="*/ 481154 h 559903"/>
                <a:gd name="connsiteX216" fmla="*/ 413811 w 457283"/>
                <a:gd name="connsiteY216" fmla="*/ 481712 h 559903"/>
                <a:gd name="connsiteX217" fmla="*/ 416282 w 457283"/>
                <a:gd name="connsiteY217" fmla="*/ 481840 h 559903"/>
                <a:gd name="connsiteX218" fmla="*/ 418183 w 457283"/>
                <a:gd name="connsiteY218" fmla="*/ 481898 h 559903"/>
                <a:gd name="connsiteX219" fmla="*/ 418104 w 457283"/>
                <a:gd name="connsiteY219" fmla="*/ 479997 h 559903"/>
                <a:gd name="connsiteX220" fmla="*/ 418043 w 457283"/>
                <a:gd name="connsiteY220" fmla="*/ 477526 h 559903"/>
                <a:gd name="connsiteX221" fmla="*/ 417965 w 457283"/>
                <a:gd name="connsiteY221" fmla="*/ 475067 h 559903"/>
                <a:gd name="connsiteX222" fmla="*/ 418183 w 457283"/>
                <a:gd name="connsiteY222" fmla="*/ 472968 h 559903"/>
                <a:gd name="connsiteX223" fmla="*/ 420415 w 457283"/>
                <a:gd name="connsiteY223" fmla="*/ 471480 h 559903"/>
                <a:gd name="connsiteX224" fmla="*/ 420737 w 457283"/>
                <a:gd name="connsiteY224" fmla="*/ 468374 h 559903"/>
                <a:gd name="connsiteX225" fmla="*/ 420782 w 457283"/>
                <a:gd name="connsiteY225" fmla="*/ 466433 h 559903"/>
                <a:gd name="connsiteX226" fmla="*/ 420796 w 457283"/>
                <a:gd name="connsiteY226" fmla="*/ 464335 h 559903"/>
                <a:gd name="connsiteX227" fmla="*/ 420837 w 457283"/>
                <a:gd name="connsiteY227" fmla="*/ 462189 h 559903"/>
                <a:gd name="connsiteX228" fmla="*/ 420927 w 457283"/>
                <a:gd name="connsiteY228" fmla="*/ 455388 h 559903"/>
                <a:gd name="connsiteX229" fmla="*/ 421004 w 457283"/>
                <a:gd name="connsiteY229" fmla="*/ 450784 h 559903"/>
                <a:gd name="connsiteX230" fmla="*/ 421159 w 457283"/>
                <a:gd name="connsiteY230" fmla="*/ 439482 h 559903"/>
                <a:gd name="connsiteX231" fmla="*/ 423392 w 457283"/>
                <a:gd name="connsiteY231" fmla="*/ 439482 h 559903"/>
                <a:gd name="connsiteX232" fmla="*/ 424136 w 457283"/>
                <a:gd name="connsiteY232" fmla="*/ 406740 h 559903"/>
                <a:gd name="connsiteX233" fmla="*/ 429345 w 457283"/>
                <a:gd name="connsiteY233" fmla="*/ 406740 h 559903"/>
                <a:gd name="connsiteX234" fmla="*/ 429205 w 457283"/>
                <a:gd name="connsiteY234" fmla="*/ 408554 h 559903"/>
                <a:gd name="connsiteX235" fmla="*/ 429345 w 457283"/>
                <a:gd name="connsiteY235" fmla="*/ 410461 h 559903"/>
                <a:gd name="connsiteX236" fmla="*/ 431577 w 457283"/>
                <a:gd name="connsiteY236" fmla="*/ 411205 h 559903"/>
                <a:gd name="connsiteX237" fmla="*/ 432322 w 457283"/>
                <a:gd name="connsiteY237" fmla="*/ 413437 h 559903"/>
                <a:gd name="connsiteX238" fmla="*/ 434554 w 457283"/>
                <a:gd name="connsiteY238" fmla="*/ 414181 h 559903"/>
                <a:gd name="connsiteX239" fmla="*/ 436042 w 457283"/>
                <a:gd name="connsiteY239" fmla="*/ 417902 h 559903"/>
                <a:gd name="connsiteX240" fmla="*/ 437531 w 457283"/>
                <a:gd name="connsiteY240" fmla="*/ 420878 h 559903"/>
                <a:gd name="connsiteX241" fmla="*/ 439763 w 457283"/>
                <a:gd name="connsiteY241" fmla="*/ 421623 h 559903"/>
                <a:gd name="connsiteX242" fmla="*/ 440507 w 457283"/>
                <a:gd name="connsiteY242" fmla="*/ 423855 h 559903"/>
                <a:gd name="connsiteX243" fmla="*/ 441670 w 457283"/>
                <a:gd name="connsiteY243" fmla="*/ 425018 h 559903"/>
                <a:gd name="connsiteX244" fmla="*/ 442740 w 457283"/>
                <a:gd name="connsiteY244" fmla="*/ 427576 h 559903"/>
                <a:gd name="connsiteX245" fmla="*/ 444972 w 457283"/>
                <a:gd name="connsiteY245" fmla="*/ 428320 h 559903"/>
                <a:gd name="connsiteX246" fmla="*/ 446832 w 457283"/>
                <a:gd name="connsiteY246" fmla="*/ 430878 h 559903"/>
                <a:gd name="connsiteX247" fmla="*/ 450925 w 457283"/>
                <a:gd name="connsiteY247" fmla="*/ 435017 h 559903"/>
                <a:gd name="connsiteX248" fmla="*/ 451669 w 457283"/>
                <a:gd name="connsiteY248" fmla="*/ 437250 h 559903"/>
                <a:gd name="connsiteX249" fmla="*/ 453902 w 457283"/>
                <a:gd name="connsiteY249" fmla="*/ 437994 h 559903"/>
                <a:gd name="connsiteX250" fmla="*/ 454646 w 457283"/>
                <a:gd name="connsiteY250" fmla="*/ 440226 h 559903"/>
                <a:gd name="connsiteX251" fmla="*/ 456878 w 457283"/>
                <a:gd name="connsiteY251" fmla="*/ 441714 h 559903"/>
                <a:gd name="connsiteX252" fmla="*/ 457622 w 457283"/>
                <a:gd name="connsiteY252" fmla="*/ 443947 h 559903"/>
                <a:gd name="connsiteX253" fmla="*/ 459111 w 457283"/>
                <a:gd name="connsiteY253" fmla="*/ 444319 h 559903"/>
                <a:gd name="connsiteX254" fmla="*/ 460599 w 457283"/>
                <a:gd name="connsiteY254" fmla="*/ 444691 h 559903"/>
                <a:gd name="connsiteX255" fmla="*/ 461343 w 457283"/>
                <a:gd name="connsiteY255" fmla="*/ 446923 h 559903"/>
                <a:gd name="connsiteX256" fmla="*/ 463224 w 457283"/>
                <a:gd name="connsiteY256" fmla="*/ 447574 h 559903"/>
                <a:gd name="connsiteX257" fmla="*/ 465064 w 457283"/>
                <a:gd name="connsiteY257" fmla="*/ 448412 h 559903"/>
                <a:gd name="connsiteX258" fmla="*/ 465486 w 457283"/>
                <a:gd name="connsiteY258" fmla="*/ 452133 h 559903"/>
                <a:gd name="connsiteX259" fmla="*/ 465485 w 457283"/>
                <a:gd name="connsiteY259" fmla="*/ 454480 h 559903"/>
                <a:gd name="connsiteX260" fmla="*/ 465427 w 457283"/>
                <a:gd name="connsiteY260" fmla="*/ 457022 h 559903"/>
                <a:gd name="connsiteX261" fmla="*/ 465411 w 457283"/>
                <a:gd name="connsiteY261" fmla="*/ 459618 h 559903"/>
                <a:gd name="connsiteX262" fmla="*/ 465296 w 457283"/>
                <a:gd name="connsiteY262" fmla="*/ 467852 h 559903"/>
                <a:gd name="connsiteX263" fmla="*/ 465245 w 457283"/>
                <a:gd name="connsiteY263" fmla="*/ 473425 h 559903"/>
                <a:gd name="connsiteX264" fmla="*/ 465064 w 457283"/>
                <a:gd name="connsiteY264" fmla="*/ 487107 h 559903"/>
                <a:gd name="connsiteX265" fmla="*/ 462831 w 457283"/>
                <a:gd name="connsiteY265" fmla="*/ 486363 h 559903"/>
                <a:gd name="connsiteX266" fmla="*/ 462087 w 457283"/>
                <a:gd name="connsiteY266" fmla="*/ 504966 h 559903"/>
                <a:gd name="connsiteX267" fmla="*/ 460599 w 457283"/>
                <a:gd name="connsiteY267" fmla="*/ 504966 h 559903"/>
                <a:gd name="connsiteX268" fmla="*/ 460326 w 457283"/>
                <a:gd name="connsiteY268" fmla="*/ 507545 h 559903"/>
                <a:gd name="connsiteX269" fmla="*/ 459948 w 457283"/>
                <a:gd name="connsiteY269" fmla="*/ 510873 h 559903"/>
                <a:gd name="connsiteX270" fmla="*/ 459770 w 457283"/>
                <a:gd name="connsiteY270" fmla="*/ 512575 h 559903"/>
                <a:gd name="connsiteX271" fmla="*/ 459111 w 457283"/>
                <a:gd name="connsiteY271" fmla="*/ 516873 h 559903"/>
                <a:gd name="connsiteX272" fmla="*/ 457622 w 457283"/>
                <a:gd name="connsiteY272" fmla="*/ 517617 h 559903"/>
                <a:gd name="connsiteX273" fmla="*/ 457157 w 457283"/>
                <a:gd name="connsiteY273" fmla="*/ 522128 h 559903"/>
                <a:gd name="connsiteX274" fmla="*/ 456989 w 457283"/>
                <a:gd name="connsiteY274" fmla="*/ 524619 h 559903"/>
                <a:gd name="connsiteX275" fmla="*/ 456878 w 457283"/>
                <a:gd name="connsiteY275" fmla="*/ 526546 h 559903"/>
                <a:gd name="connsiteX276" fmla="*/ 454646 w 457283"/>
                <a:gd name="connsiteY276" fmla="*/ 526546 h 559903"/>
                <a:gd name="connsiteX277" fmla="*/ 453902 w 457283"/>
                <a:gd name="connsiteY277" fmla="*/ 533244 h 559903"/>
                <a:gd name="connsiteX278" fmla="*/ 451669 w 457283"/>
                <a:gd name="connsiteY278" fmla="*/ 533244 h 559903"/>
                <a:gd name="connsiteX279" fmla="*/ 450925 w 457283"/>
                <a:gd name="connsiteY279" fmla="*/ 539197 h 559903"/>
                <a:gd name="connsiteX280" fmla="*/ 448693 w 457283"/>
                <a:gd name="connsiteY280" fmla="*/ 539197 h 559903"/>
                <a:gd name="connsiteX281" fmla="*/ 447949 w 457283"/>
                <a:gd name="connsiteY281" fmla="*/ 542918 h 559903"/>
                <a:gd name="connsiteX282" fmla="*/ 446460 w 457283"/>
                <a:gd name="connsiteY282" fmla="*/ 543662 h 559903"/>
                <a:gd name="connsiteX283" fmla="*/ 446135 w 457283"/>
                <a:gd name="connsiteY283" fmla="*/ 545150 h 559903"/>
                <a:gd name="connsiteX284" fmla="*/ 445716 w 457283"/>
                <a:gd name="connsiteY284" fmla="*/ 546638 h 559903"/>
                <a:gd name="connsiteX285" fmla="*/ 443484 w 457283"/>
                <a:gd name="connsiteY285" fmla="*/ 547382 h 559903"/>
                <a:gd name="connsiteX286" fmla="*/ 442740 w 457283"/>
                <a:gd name="connsiteY286" fmla="*/ 549615 h 559903"/>
                <a:gd name="connsiteX287" fmla="*/ 440507 w 457283"/>
                <a:gd name="connsiteY287" fmla="*/ 550359 h 559903"/>
                <a:gd name="connsiteX288" fmla="*/ 440275 w 457283"/>
                <a:gd name="connsiteY288" fmla="*/ 551847 h 559903"/>
                <a:gd name="connsiteX289" fmla="*/ 439763 w 457283"/>
                <a:gd name="connsiteY289" fmla="*/ 553336 h 559903"/>
                <a:gd name="connsiteX290" fmla="*/ 435298 w 457283"/>
                <a:gd name="connsiteY290" fmla="*/ 554080 h 559903"/>
                <a:gd name="connsiteX291" fmla="*/ 435298 w 457283"/>
                <a:gd name="connsiteY291" fmla="*/ 557056 h 559903"/>
                <a:gd name="connsiteX292" fmla="*/ 433859 w 457283"/>
                <a:gd name="connsiteY292" fmla="*/ 557141 h 559903"/>
                <a:gd name="connsiteX293" fmla="*/ 431996 w 457283"/>
                <a:gd name="connsiteY293" fmla="*/ 557289 h 559903"/>
                <a:gd name="connsiteX294" fmla="*/ 430139 w 457283"/>
                <a:gd name="connsiteY294" fmla="*/ 557420 h 559903"/>
                <a:gd name="connsiteX295" fmla="*/ 428601 w 457283"/>
                <a:gd name="connsiteY295" fmla="*/ 557800 h 559903"/>
                <a:gd name="connsiteX296" fmla="*/ 427857 w 457283"/>
                <a:gd name="connsiteY296" fmla="*/ 560033 h 559903"/>
                <a:gd name="connsiteX297" fmla="*/ 424710 w 457283"/>
                <a:gd name="connsiteY297" fmla="*/ 560322 h 559903"/>
                <a:gd name="connsiteX298" fmla="*/ 422686 w 457283"/>
                <a:gd name="connsiteY298" fmla="*/ 560343 h 559903"/>
                <a:gd name="connsiteX299" fmla="*/ 420485 w 457283"/>
                <a:gd name="connsiteY299" fmla="*/ 560329 h 559903"/>
                <a:gd name="connsiteX300" fmla="*/ 418241 w 457283"/>
                <a:gd name="connsiteY300" fmla="*/ 560336 h 559903"/>
                <a:gd name="connsiteX301" fmla="*/ 413535 w 457283"/>
                <a:gd name="connsiteY301" fmla="*/ 560324 h 559903"/>
                <a:gd name="connsiteX302" fmla="*/ 406303 w 457283"/>
                <a:gd name="connsiteY302" fmla="*/ 560338 h 559903"/>
                <a:gd name="connsiteX303" fmla="*/ 401742 w 457283"/>
                <a:gd name="connsiteY303" fmla="*/ 560329 h 559903"/>
                <a:gd name="connsiteX304" fmla="*/ 399541 w 457283"/>
                <a:gd name="connsiteY304" fmla="*/ 560343 h 559903"/>
                <a:gd name="connsiteX305" fmla="*/ 397517 w 457283"/>
                <a:gd name="connsiteY305" fmla="*/ 560322 h 559903"/>
                <a:gd name="connsiteX306" fmla="*/ 395726 w 457283"/>
                <a:gd name="connsiteY306" fmla="*/ 560316 h 559903"/>
                <a:gd name="connsiteX307" fmla="*/ 394370 w 457283"/>
                <a:gd name="connsiteY307" fmla="*/ 560033 h 559903"/>
                <a:gd name="connsiteX308" fmla="*/ 393626 w 457283"/>
                <a:gd name="connsiteY308" fmla="*/ 557800 h 559903"/>
                <a:gd name="connsiteX309" fmla="*/ 389859 w 457283"/>
                <a:gd name="connsiteY309" fmla="*/ 557289 h 559903"/>
                <a:gd name="connsiteX310" fmla="*/ 387787 w 457283"/>
                <a:gd name="connsiteY310" fmla="*/ 557141 h 559903"/>
                <a:gd name="connsiteX311" fmla="*/ 386185 w 457283"/>
                <a:gd name="connsiteY311" fmla="*/ 557056 h 559903"/>
                <a:gd name="connsiteX312" fmla="*/ 386185 w 457283"/>
                <a:gd name="connsiteY312" fmla="*/ 554080 h 559903"/>
                <a:gd name="connsiteX313" fmla="*/ 380232 w 457283"/>
                <a:gd name="connsiteY313" fmla="*/ 553336 h 559903"/>
                <a:gd name="connsiteX314" fmla="*/ 380232 w 457283"/>
                <a:gd name="connsiteY314" fmla="*/ 550359 h 559903"/>
                <a:gd name="connsiteX315" fmla="*/ 378464 w 457283"/>
                <a:gd name="connsiteY315" fmla="*/ 550545 h 559903"/>
                <a:gd name="connsiteX316" fmla="*/ 376511 w 457283"/>
                <a:gd name="connsiteY316" fmla="*/ 550359 h 559903"/>
                <a:gd name="connsiteX317" fmla="*/ 375023 w 457283"/>
                <a:gd name="connsiteY317" fmla="*/ 547382 h 559903"/>
                <a:gd name="connsiteX318" fmla="*/ 373488 w 457283"/>
                <a:gd name="connsiteY318" fmla="*/ 547010 h 559903"/>
                <a:gd name="connsiteX319" fmla="*/ 372046 w 457283"/>
                <a:gd name="connsiteY319" fmla="*/ 546638 h 559903"/>
                <a:gd name="connsiteX320" fmla="*/ 371302 w 457283"/>
                <a:gd name="connsiteY320" fmla="*/ 543662 h 559903"/>
                <a:gd name="connsiteX321" fmla="*/ 368325 w 457283"/>
                <a:gd name="connsiteY321" fmla="*/ 542173 h 559903"/>
                <a:gd name="connsiteX322" fmla="*/ 366093 w 457283"/>
                <a:gd name="connsiteY322" fmla="*/ 539941 h 559903"/>
                <a:gd name="connsiteX323" fmla="*/ 364605 w 457283"/>
                <a:gd name="connsiteY323" fmla="*/ 539197 h 559903"/>
                <a:gd name="connsiteX324" fmla="*/ 360791 w 457283"/>
                <a:gd name="connsiteY324" fmla="*/ 531802 h 559903"/>
                <a:gd name="connsiteX325" fmla="*/ 360140 w 457283"/>
                <a:gd name="connsiteY325" fmla="*/ 530267 h 559903"/>
                <a:gd name="connsiteX326" fmla="*/ 358652 w 457283"/>
                <a:gd name="connsiteY326" fmla="*/ 530267 h 559903"/>
                <a:gd name="connsiteX327" fmla="*/ 357908 w 457283"/>
                <a:gd name="connsiteY327" fmla="*/ 525802 h 559903"/>
                <a:gd name="connsiteX328" fmla="*/ 355675 w 457283"/>
                <a:gd name="connsiteY328" fmla="*/ 525802 h 559903"/>
                <a:gd name="connsiteX329" fmla="*/ 355861 w 457283"/>
                <a:gd name="connsiteY329" fmla="*/ 524035 h 559903"/>
                <a:gd name="connsiteX330" fmla="*/ 355675 w 457283"/>
                <a:gd name="connsiteY330" fmla="*/ 522082 h 559903"/>
                <a:gd name="connsiteX331" fmla="*/ 352699 w 457283"/>
                <a:gd name="connsiteY331" fmla="*/ 520593 h 559903"/>
                <a:gd name="connsiteX332" fmla="*/ 351954 w 457283"/>
                <a:gd name="connsiteY332" fmla="*/ 516873 h 559903"/>
                <a:gd name="connsiteX333" fmla="*/ 350466 w 457283"/>
                <a:gd name="connsiteY333" fmla="*/ 516128 h 559903"/>
                <a:gd name="connsiteX334" fmla="*/ 348978 w 457283"/>
                <a:gd name="connsiteY334" fmla="*/ 511664 h 559903"/>
                <a:gd name="connsiteX335" fmla="*/ 347490 w 457283"/>
                <a:gd name="connsiteY335" fmla="*/ 510919 h 559903"/>
                <a:gd name="connsiteX336" fmla="*/ 346745 w 457283"/>
                <a:gd name="connsiteY336" fmla="*/ 504966 h 559903"/>
                <a:gd name="connsiteX337" fmla="*/ 344513 w 457283"/>
                <a:gd name="connsiteY337" fmla="*/ 504966 h 559903"/>
                <a:gd name="connsiteX338" fmla="*/ 344513 w 457283"/>
                <a:gd name="connsiteY338" fmla="*/ 497525 h 559903"/>
                <a:gd name="connsiteX339" fmla="*/ 342281 w 457283"/>
                <a:gd name="connsiteY339" fmla="*/ 497525 h 559903"/>
                <a:gd name="connsiteX340" fmla="*/ 342007 w 457283"/>
                <a:gd name="connsiteY340" fmla="*/ 495761 h 559903"/>
                <a:gd name="connsiteX341" fmla="*/ 341629 w 457283"/>
                <a:gd name="connsiteY341" fmla="*/ 493479 h 559903"/>
                <a:gd name="connsiteX342" fmla="*/ 341263 w 457283"/>
                <a:gd name="connsiteY342" fmla="*/ 491203 h 559903"/>
                <a:gd name="connsiteX343" fmla="*/ 340792 w 457283"/>
                <a:gd name="connsiteY343" fmla="*/ 489339 h 559903"/>
                <a:gd name="connsiteX344" fmla="*/ 339304 w 457283"/>
                <a:gd name="connsiteY344" fmla="*/ 488595 h 559903"/>
                <a:gd name="connsiteX345" fmla="*/ 338888 w 457283"/>
                <a:gd name="connsiteY345" fmla="*/ 482828 h 559903"/>
                <a:gd name="connsiteX346" fmla="*/ 338560 w 457283"/>
                <a:gd name="connsiteY346" fmla="*/ 481154 h 559903"/>
                <a:gd name="connsiteX347" fmla="*/ 336327 w 457283"/>
                <a:gd name="connsiteY347" fmla="*/ 480410 h 559903"/>
                <a:gd name="connsiteX348" fmla="*/ 335909 w 457283"/>
                <a:gd name="connsiteY348" fmla="*/ 475573 h 559903"/>
                <a:gd name="connsiteX349" fmla="*/ 335583 w 457283"/>
                <a:gd name="connsiteY349" fmla="*/ 470736 h 559903"/>
                <a:gd name="connsiteX350" fmla="*/ 334095 w 457283"/>
                <a:gd name="connsiteY350" fmla="*/ 469992 h 559903"/>
                <a:gd name="connsiteX351" fmla="*/ 333676 w 457283"/>
                <a:gd name="connsiteY351" fmla="*/ 465620 h 559903"/>
                <a:gd name="connsiteX352" fmla="*/ 332607 w 457283"/>
                <a:gd name="connsiteY352" fmla="*/ 458830 h 559903"/>
                <a:gd name="connsiteX353" fmla="*/ 331118 w 457283"/>
                <a:gd name="connsiteY353" fmla="*/ 458086 h 559903"/>
                <a:gd name="connsiteX354" fmla="*/ 330810 w 457283"/>
                <a:gd name="connsiteY354" fmla="*/ 455083 h 559903"/>
                <a:gd name="connsiteX355" fmla="*/ 330723 w 457283"/>
                <a:gd name="connsiteY355" fmla="*/ 453259 h 559903"/>
                <a:gd name="connsiteX356" fmla="*/ 330653 w 457283"/>
                <a:gd name="connsiteY356" fmla="*/ 451342 h 559903"/>
                <a:gd name="connsiteX357" fmla="*/ 330566 w 457283"/>
                <a:gd name="connsiteY357" fmla="*/ 449416 h 559903"/>
                <a:gd name="connsiteX358" fmla="*/ 330374 w 457283"/>
                <a:gd name="connsiteY358" fmla="*/ 444691 h 559903"/>
                <a:gd name="connsiteX359" fmla="*/ 328142 w 457283"/>
                <a:gd name="connsiteY359" fmla="*/ 444691 h 559903"/>
                <a:gd name="connsiteX360" fmla="*/ 328097 w 457283"/>
                <a:gd name="connsiteY360" fmla="*/ 443268 h 559903"/>
                <a:gd name="connsiteX361" fmla="*/ 327863 w 457283"/>
                <a:gd name="connsiteY361" fmla="*/ 436924 h 559903"/>
                <a:gd name="connsiteX362" fmla="*/ 327793 w 457283"/>
                <a:gd name="connsiteY362" fmla="*/ 434684 h 559903"/>
                <a:gd name="connsiteX363" fmla="*/ 327706 w 457283"/>
                <a:gd name="connsiteY363" fmla="*/ 432555 h 559903"/>
                <a:gd name="connsiteX364" fmla="*/ 327635 w 457283"/>
                <a:gd name="connsiteY364" fmla="*/ 430583 h 559903"/>
                <a:gd name="connsiteX365" fmla="*/ 327398 w 457283"/>
                <a:gd name="connsiteY365" fmla="*/ 429064 h 559903"/>
                <a:gd name="connsiteX366" fmla="*/ 325909 w 457283"/>
                <a:gd name="connsiteY366" fmla="*/ 428320 h 559903"/>
                <a:gd name="connsiteX367" fmla="*/ 325601 w 457283"/>
                <a:gd name="connsiteY367" fmla="*/ 423852 h 559903"/>
                <a:gd name="connsiteX368" fmla="*/ 325514 w 457283"/>
                <a:gd name="connsiteY368" fmla="*/ 421112 h 559903"/>
                <a:gd name="connsiteX369" fmla="*/ 325444 w 457283"/>
                <a:gd name="connsiteY369" fmla="*/ 418227 h 559903"/>
                <a:gd name="connsiteX370" fmla="*/ 325357 w 457283"/>
                <a:gd name="connsiteY370" fmla="*/ 415334 h 559903"/>
                <a:gd name="connsiteX371" fmla="*/ 325165 w 457283"/>
                <a:gd name="connsiteY371" fmla="*/ 408228 h 559903"/>
                <a:gd name="connsiteX372" fmla="*/ 322933 w 457283"/>
                <a:gd name="connsiteY372" fmla="*/ 408228 h 559903"/>
                <a:gd name="connsiteX373" fmla="*/ 322888 w 457283"/>
                <a:gd name="connsiteY373" fmla="*/ 405997 h 559903"/>
                <a:gd name="connsiteX374" fmla="*/ 322697 w 457283"/>
                <a:gd name="connsiteY374" fmla="*/ 397818 h 559903"/>
                <a:gd name="connsiteX375" fmla="*/ 322619 w 457283"/>
                <a:gd name="connsiteY375" fmla="*/ 394275 h 559903"/>
                <a:gd name="connsiteX376" fmla="*/ 322497 w 457283"/>
                <a:gd name="connsiteY376" fmla="*/ 389189 h 559903"/>
                <a:gd name="connsiteX377" fmla="*/ 322471 w 457283"/>
                <a:gd name="connsiteY377" fmla="*/ 387584 h 559903"/>
                <a:gd name="connsiteX378" fmla="*/ 320700 w 457283"/>
                <a:gd name="connsiteY378" fmla="*/ 382183 h 559903"/>
                <a:gd name="connsiteX379" fmla="*/ 319956 w 457283"/>
                <a:gd name="connsiteY379" fmla="*/ 382183 h 559903"/>
                <a:gd name="connsiteX380" fmla="*/ 319938 w 457283"/>
                <a:gd name="connsiteY380" fmla="*/ 380832 h 559903"/>
                <a:gd name="connsiteX381" fmla="*/ 319720 w 457283"/>
                <a:gd name="connsiteY381" fmla="*/ 366963 h 559903"/>
                <a:gd name="connsiteX382" fmla="*/ 319642 w 457283"/>
                <a:gd name="connsiteY382" fmla="*/ 361781 h 559903"/>
                <a:gd name="connsiteX383" fmla="*/ 319520 w 457283"/>
                <a:gd name="connsiteY383" fmla="*/ 354351 h 559903"/>
                <a:gd name="connsiteX384" fmla="*/ 319494 w 457283"/>
                <a:gd name="connsiteY384" fmla="*/ 351995 h 559903"/>
                <a:gd name="connsiteX385" fmla="*/ 319449 w 457283"/>
                <a:gd name="connsiteY385" fmla="*/ 349828 h 559903"/>
                <a:gd name="connsiteX386" fmla="*/ 319419 w 457283"/>
                <a:gd name="connsiteY386" fmla="*/ 347910 h 559903"/>
                <a:gd name="connsiteX387" fmla="*/ 319212 w 457283"/>
                <a:gd name="connsiteY387" fmla="*/ 346464 h 559903"/>
                <a:gd name="connsiteX388" fmla="*/ 317724 w 457283"/>
                <a:gd name="connsiteY388" fmla="*/ 345720 h 559903"/>
                <a:gd name="connsiteX389" fmla="*/ 317416 w 457283"/>
                <a:gd name="connsiteY389" fmla="*/ 340878 h 559903"/>
                <a:gd name="connsiteX390" fmla="*/ 317372 w 457283"/>
                <a:gd name="connsiteY390" fmla="*/ 339367 h 559903"/>
                <a:gd name="connsiteX391" fmla="*/ 317259 w 457283"/>
                <a:gd name="connsiteY391" fmla="*/ 334465 h 559903"/>
                <a:gd name="connsiteX392" fmla="*/ 317173 w 457283"/>
                <a:gd name="connsiteY392" fmla="*/ 331114 h 559903"/>
                <a:gd name="connsiteX393" fmla="*/ 316980 w 457283"/>
                <a:gd name="connsiteY393" fmla="*/ 304048 h 559903"/>
                <a:gd name="connsiteX394" fmla="*/ 315492 w 457283"/>
                <a:gd name="connsiteY394" fmla="*/ 304048 h 559903"/>
                <a:gd name="connsiteX395" fmla="*/ 74390 w 457283"/>
                <a:gd name="connsiteY395" fmla="*/ 304048 h 559903"/>
                <a:gd name="connsiteX396" fmla="*/ 73646 w 457283"/>
                <a:gd name="connsiteY396" fmla="*/ 243773 h 559903"/>
                <a:gd name="connsiteX397" fmla="*/ 72902 w 457283"/>
                <a:gd name="connsiteY397" fmla="*/ 245261 h 559903"/>
                <a:gd name="connsiteX398" fmla="*/ 71413 w 457283"/>
                <a:gd name="connsiteY398" fmla="*/ 245261 h 559903"/>
                <a:gd name="connsiteX399" fmla="*/ 71088 w 457283"/>
                <a:gd name="connsiteY399" fmla="*/ 247122 h 559903"/>
                <a:gd name="connsiteX400" fmla="*/ 70669 w 457283"/>
                <a:gd name="connsiteY400" fmla="*/ 248982 h 559903"/>
                <a:gd name="connsiteX401" fmla="*/ 68437 w 457283"/>
                <a:gd name="connsiteY401" fmla="*/ 248982 h 559903"/>
                <a:gd name="connsiteX402" fmla="*/ 67693 w 457283"/>
                <a:gd name="connsiteY402" fmla="*/ 251959 h 559903"/>
                <a:gd name="connsiteX403" fmla="*/ 65460 w 457283"/>
                <a:gd name="connsiteY403" fmla="*/ 252703 h 559903"/>
                <a:gd name="connsiteX404" fmla="*/ 65460 w 457283"/>
                <a:gd name="connsiteY404" fmla="*/ 255679 h 559903"/>
                <a:gd name="connsiteX405" fmla="*/ 62484 w 457283"/>
                <a:gd name="connsiteY405" fmla="*/ 257168 h 559903"/>
                <a:gd name="connsiteX406" fmla="*/ 61740 w 457283"/>
                <a:gd name="connsiteY406" fmla="*/ 259400 h 559903"/>
                <a:gd name="connsiteX407" fmla="*/ 58763 w 457283"/>
                <a:gd name="connsiteY407" fmla="*/ 259400 h 559903"/>
                <a:gd name="connsiteX408" fmla="*/ 57275 w 457283"/>
                <a:gd name="connsiteY408" fmla="*/ 256423 h 559903"/>
                <a:gd name="connsiteX409" fmla="*/ 55786 w 457283"/>
                <a:gd name="connsiteY409" fmla="*/ 255679 h 559903"/>
                <a:gd name="connsiteX410" fmla="*/ 55042 w 457283"/>
                <a:gd name="connsiteY410" fmla="*/ 253447 h 559903"/>
                <a:gd name="connsiteX411" fmla="*/ 52810 w 457283"/>
                <a:gd name="connsiteY411" fmla="*/ 252703 h 559903"/>
                <a:gd name="connsiteX412" fmla="*/ 52066 w 457283"/>
                <a:gd name="connsiteY412" fmla="*/ 250470 h 559903"/>
                <a:gd name="connsiteX413" fmla="*/ 50624 w 457283"/>
                <a:gd name="connsiteY413" fmla="*/ 250145 h 559903"/>
                <a:gd name="connsiteX414" fmla="*/ 49089 w 457283"/>
                <a:gd name="connsiteY414" fmla="*/ 249726 h 559903"/>
                <a:gd name="connsiteX415" fmla="*/ 47601 w 457283"/>
                <a:gd name="connsiteY415" fmla="*/ 246750 h 559903"/>
                <a:gd name="connsiteX416" fmla="*/ 44624 w 457283"/>
                <a:gd name="connsiteY416" fmla="*/ 245261 h 559903"/>
                <a:gd name="connsiteX417" fmla="*/ 43880 w 457283"/>
                <a:gd name="connsiteY417" fmla="*/ 243029 h 559903"/>
                <a:gd name="connsiteX418" fmla="*/ 42392 w 457283"/>
                <a:gd name="connsiteY418" fmla="*/ 242657 h 559903"/>
                <a:gd name="connsiteX419" fmla="*/ 40904 w 457283"/>
                <a:gd name="connsiteY419" fmla="*/ 242285 h 559903"/>
                <a:gd name="connsiteX420" fmla="*/ 40159 w 457283"/>
                <a:gd name="connsiteY420" fmla="*/ 240052 h 559903"/>
                <a:gd name="connsiteX421" fmla="*/ 38299 w 457283"/>
                <a:gd name="connsiteY421" fmla="*/ 239308 h 559903"/>
                <a:gd name="connsiteX422" fmla="*/ 36439 w 457283"/>
                <a:gd name="connsiteY422" fmla="*/ 238564 h 559903"/>
                <a:gd name="connsiteX423" fmla="*/ 35695 w 457283"/>
                <a:gd name="connsiteY423" fmla="*/ 236332 h 559903"/>
                <a:gd name="connsiteX424" fmla="*/ 34160 w 457283"/>
                <a:gd name="connsiteY424" fmla="*/ 236006 h 559903"/>
                <a:gd name="connsiteX425" fmla="*/ 32718 w 457283"/>
                <a:gd name="connsiteY425" fmla="*/ 235587 h 559903"/>
                <a:gd name="connsiteX426" fmla="*/ 32718 w 457283"/>
                <a:gd name="connsiteY426" fmla="*/ 232611 h 559903"/>
                <a:gd name="connsiteX427" fmla="*/ 28253 w 457283"/>
                <a:gd name="connsiteY427" fmla="*/ 231867 h 559903"/>
                <a:gd name="connsiteX428" fmla="*/ 28253 w 457283"/>
                <a:gd name="connsiteY428" fmla="*/ 228890 h 559903"/>
                <a:gd name="connsiteX429" fmla="*/ 24533 w 457283"/>
                <a:gd name="connsiteY429" fmla="*/ 228890 h 559903"/>
                <a:gd name="connsiteX430" fmla="*/ 24533 w 457283"/>
                <a:gd name="connsiteY430" fmla="*/ 225914 h 559903"/>
                <a:gd name="connsiteX431" fmla="*/ 20068 w 457283"/>
                <a:gd name="connsiteY431" fmla="*/ 225170 h 559903"/>
                <a:gd name="connsiteX432" fmla="*/ 20068 w 457283"/>
                <a:gd name="connsiteY432" fmla="*/ 222193 h 559903"/>
                <a:gd name="connsiteX433" fmla="*/ 17928 w 457283"/>
                <a:gd name="connsiteY433" fmla="*/ 222379 h 559903"/>
                <a:gd name="connsiteX434" fmla="*/ 15603 w 457283"/>
                <a:gd name="connsiteY434" fmla="*/ 222193 h 559903"/>
                <a:gd name="connsiteX435" fmla="*/ 14115 w 457283"/>
                <a:gd name="connsiteY435" fmla="*/ 219216 h 559903"/>
                <a:gd name="connsiteX436" fmla="*/ 10394 w 457283"/>
                <a:gd name="connsiteY436" fmla="*/ 218472 h 559903"/>
                <a:gd name="connsiteX437" fmla="*/ 10394 w 457283"/>
                <a:gd name="connsiteY437" fmla="*/ 216984 h 559903"/>
                <a:gd name="connsiteX438" fmla="*/ 8906 w 457283"/>
                <a:gd name="connsiteY438" fmla="*/ 216984 h 559903"/>
                <a:gd name="connsiteX439" fmla="*/ 8487 w 457283"/>
                <a:gd name="connsiteY439" fmla="*/ 213728 h 559903"/>
                <a:gd name="connsiteX440" fmla="*/ 8252 w 457283"/>
                <a:gd name="connsiteY440" fmla="*/ 211897 h 559903"/>
                <a:gd name="connsiteX441" fmla="*/ 8906 w 457283"/>
                <a:gd name="connsiteY441" fmla="*/ 208798 h 559903"/>
                <a:gd name="connsiteX442" fmla="*/ 11138 w 457283"/>
                <a:gd name="connsiteY442" fmla="*/ 208054 h 559903"/>
                <a:gd name="connsiteX443" fmla="*/ 11882 w 457283"/>
                <a:gd name="connsiteY443" fmla="*/ 205822 h 559903"/>
                <a:gd name="connsiteX444" fmla="*/ 14115 w 457283"/>
                <a:gd name="connsiteY444" fmla="*/ 204334 h 559903"/>
                <a:gd name="connsiteX445" fmla="*/ 14859 w 457283"/>
                <a:gd name="connsiteY445" fmla="*/ 202101 h 559903"/>
                <a:gd name="connsiteX446" fmla="*/ 16673 w 457283"/>
                <a:gd name="connsiteY446" fmla="*/ 201822 h 559903"/>
                <a:gd name="connsiteX447" fmla="*/ 18579 w 457283"/>
                <a:gd name="connsiteY447" fmla="*/ 201357 h 559903"/>
                <a:gd name="connsiteX448" fmla="*/ 20068 w 457283"/>
                <a:gd name="connsiteY448" fmla="*/ 197636 h 559903"/>
                <a:gd name="connsiteX449" fmla="*/ 22672 w 457283"/>
                <a:gd name="connsiteY449" fmla="*/ 194055 h 559903"/>
                <a:gd name="connsiteX450" fmla="*/ 24044 w 457283"/>
                <a:gd name="connsiteY450" fmla="*/ 192273 h 559903"/>
                <a:gd name="connsiteX451" fmla="*/ 25277 w 457283"/>
                <a:gd name="connsiteY451" fmla="*/ 190939 h 559903"/>
                <a:gd name="connsiteX452" fmla="*/ 26765 w 457283"/>
                <a:gd name="connsiteY452" fmla="*/ 190939 h 559903"/>
                <a:gd name="connsiteX453" fmla="*/ 27509 w 457283"/>
                <a:gd name="connsiteY453" fmla="*/ 189079 h 559903"/>
                <a:gd name="connsiteX454" fmla="*/ 28253 w 457283"/>
                <a:gd name="connsiteY454" fmla="*/ 187218 h 559903"/>
                <a:gd name="connsiteX455" fmla="*/ 29741 w 457283"/>
                <a:gd name="connsiteY455" fmla="*/ 187218 h 559903"/>
                <a:gd name="connsiteX456" fmla="*/ 30486 w 457283"/>
                <a:gd name="connsiteY456" fmla="*/ 184242 h 559903"/>
                <a:gd name="connsiteX457" fmla="*/ 31974 w 457283"/>
                <a:gd name="connsiteY457" fmla="*/ 183498 h 559903"/>
                <a:gd name="connsiteX458" fmla="*/ 32718 w 457283"/>
                <a:gd name="connsiteY458" fmla="*/ 181963 h 559903"/>
                <a:gd name="connsiteX459" fmla="*/ 33462 w 457283"/>
                <a:gd name="connsiteY459" fmla="*/ 180521 h 559903"/>
                <a:gd name="connsiteX460" fmla="*/ 34950 w 457283"/>
                <a:gd name="connsiteY460" fmla="*/ 180521 h 559903"/>
                <a:gd name="connsiteX461" fmla="*/ 35276 w 457283"/>
                <a:gd name="connsiteY461" fmla="*/ 179172 h 559903"/>
                <a:gd name="connsiteX462" fmla="*/ 37927 w 457283"/>
                <a:gd name="connsiteY462" fmla="*/ 175312 h 559903"/>
                <a:gd name="connsiteX463" fmla="*/ 38950 w 457283"/>
                <a:gd name="connsiteY463" fmla="*/ 173591 h 559903"/>
                <a:gd name="connsiteX464" fmla="*/ 42113 w 457283"/>
                <a:gd name="connsiteY464" fmla="*/ 169266 h 559903"/>
                <a:gd name="connsiteX465" fmla="*/ 44624 w 457283"/>
                <a:gd name="connsiteY465" fmla="*/ 164894 h 559903"/>
                <a:gd name="connsiteX466" fmla="*/ 46113 w 457283"/>
                <a:gd name="connsiteY466" fmla="*/ 164150 h 559903"/>
                <a:gd name="connsiteX467" fmla="*/ 46438 w 457283"/>
                <a:gd name="connsiteY467" fmla="*/ 162708 h 559903"/>
                <a:gd name="connsiteX468" fmla="*/ 49089 w 457283"/>
                <a:gd name="connsiteY468" fmla="*/ 159685 h 559903"/>
                <a:gd name="connsiteX469" fmla="*/ 50577 w 457283"/>
                <a:gd name="connsiteY469" fmla="*/ 155964 h 559903"/>
                <a:gd name="connsiteX470" fmla="*/ 53182 w 457283"/>
                <a:gd name="connsiteY470" fmla="*/ 151686 h 559903"/>
                <a:gd name="connsiteX471" fmla="*/ 54554 w 457283"/>
                <a:gd name="connsiteY471" fmla="*/ 149511 h 559903"/>
                <a:gd name="connsiteX472" fmla="*/ 57275 w 457283"/>
                <a:gd name="connsiteY472" fmla="*/ 147035 h 559903"/>
                <a:gd name="connsiteX473" fmla="*/ 57647 w 457283"/>
                <a:gd name="connsiteY473" fmla="*/ 145174 h 559903"/>
                <a:gd name="connsiteX474" fmla="*/ 58019 w 457283"/>
                <a:gd name="connsiteY474" fmla="*/ 143314 h 559903"/>
                <a:gd name="connsiteX475" fmla="*/ 59507 w 457283"/>
                <a:gd name="connsiteY475" fmla="*/ 142570 h 559903"/>
                <a:gd name="connsiteX476" fmla="*/ 60251 w 457283"/>
                <a:gd name="connsiteY476" fmla="*/ 140338 h 559903"/>
                <a:gd name="connsiteX477" fmla="*/ 62484 w 457283"/>
                <a:gd name="connsiteY477" fmla="*/ 137361 h 559903"/>
                <a:gd name="connsiteX478" fmla="*/ 62809 w 457283"/>
                <a:gd name="connsiteY478" fmla="*/ 135454 h 559903"/>
                <a:gd name="connsiteX479" fmla="*/ 63228 w 457283"/>
                <a:gd name="connsiteY479" fmla="*/ 133640 h 559903"/>
                <a:gd name="connsiteX480" fmla="*/ 65460 w 457283"/>
                <a:gd name="connsiteY480" fmla="*/ 133640 h 559903"/>
                <a:gd name="connsiteX481" fmla="*/ 65693 w 457283"/>
                <a:gd name="connsiteY481" fmla="*/ 131175 h 559903"/>
                <a:gd name="connsiteX482" fmla="*/ 68437 w 457283"/>
                <a:gd name="connsiteY482" fmla="*/ 126199 h 559903"/>
                <a:gd name="connsiteX483" fmla="*/ 69181 w 457283"/>
                <a:gd name="connsiteY483" fmla="*/ 123222 h 559903"/>
                <a:gd name="connsiteX484" fmla="*/ 70669 w 457283"/>
                <a:gd name="connsiteY484" fmla="*/ 122478 h 559903"/>
                <a:gd name="connsiteX485" fmla="*/ 71413 w 457283"/>
                <a:gd name="connsiteY485" fmla="*/ 120199 h 559903"/>
                <a:gd name="connsiteX486" fmla="*/ 72158 w 457283"/>
                <a:gd name="connsiteY486" fmla="*/ 118013 h 559903"/>
                <a:gd name="connsiteX487" fmla="*/ 73646 w 457283"/>
                <a:gd name="connsiteY487" fmla="*/ 118013 h 559903"/>
                <a:gd name="connsiteX488" fmla="*/ 73925 w 457283"/>
                <a:gd name="connsiteY488" fmla="*/ 115827 h 559903"/>
                <a:gd name="connsiteX489" fmla="*/ 74390 w 457283"/>
                <a:gd name="connsiteY489" fmla="*/ 113548 h 559903"/>
                <a:gd name="connsiteX490" fmla="*/ 75878 w 457283"/>
                <a:gd name="connsiteY490" fmla="*/ 112804 h 559903"/>
                <a:gd name="connsiteX491" fmla="*/ 76157 w 457283"/>
                <a:gd name="connsiteY491" fmla="*/ 110200 h 559903"/>
                <a:gd name="connsiteX492" fmla="*/ 76622 w 457283"/>
                <a:gd name="connsiteY492" fmla="*/ 107595 h 559903"/>
                <a:gd name="connsiteX493" fmla="*/ 78157 w 457283"/>
                <a:gd name="connsiteY493" fmla="*/ 107270 h 559903"/>
                <a:gd name="connsiteX494" fmla="*/ 79599 w 457283"/>
                <a:gd name="connsiteY494" fmla="*/ 106851 h 559903"/>
                <a:gd name="connsiteX495" fmla="*/ 79599 w 457283"/>
                <a:gd name="connsiteY495" fmla="*/ 100898 h 559903"/>
                <a:gd name="connsiteX496" fmla="*/ 81831 w 457283"/>
                <a:gd name="connsiteY496" fmla="*/ 100898 h 559903"/>
                <a:gd name="connsiteX497" fmla="*/ 82110 w 457283"/>
                <a:gd name="connsiteY497" fmla="*/ 98340 h 559903"/>
                <a:gd name="connsiteX498" fmla="*/ 82575 w 457283"/>
                <a:gd name="connsiteY498" fmla="*/ 95689 h 559903"/>
                <a:gd name="connsiteX499" fmla="*/ 84064 w 457283"/>
                <a:gd name="connsiteY499" fmla="*/ 94945 h 559903"/>
                <a:gd name="connsiteX500" fmla="*/ 84761 w 457283"/>
                <a:gd name="connsiteY500" fmla="*/ 92340 h 559903"/>
                <a:gd name="connsiteX501" fmla="*/ 85552 w 457283"/>
                <a:gd name="connsiteY501" fmla="*/ 89736 h 559903"/>
                <a:gd name="connsiteX502" fmla="*/ 87784 w 457283"/>
                <a:gd name="connsiteY502" fmla="*/ 88992 h 559903"/>
                <a:gd name="connsiteX503" fmla="*/ 87924 w 457283"/>
                <a:gd name="connsiteY503" fmla="*/ 85597 h 559903"/>
                <a:gd name="connsiteX504" fmla="*/ 87863 w 457283"/>
                <a:gd name="connsiteY504" fmla="*/ 83733 h 559903"/>
                <a:gd name="connsiteX505" fmla="*/ 87784 w 457283"/>
                <a:gd name="connsiteY505" fmla="*/ 82295 h 559903"/>
                <a:gd name="connsiteX506" fmla="*/ 90017 w 457283"/>
                <a:gd name="connsiteY506" fmla="*/ 82295 h 559903"/>
                <a:gd name="connsiteX507" fmla="*/ 90761 w 457283"/>
                <a:gd name="connsiteY507" fmla="*/ 75597 h 559903"/>
                <a:gd name="connsiteX508" fmla="*/ 92993 w 457283"/>
                <a:gd name="connsiteY508" fmla="*/ 75597 h 559903"/>
                <a:gd name="connsiteX509" fmla="*/ 92915 w 457283"/>
                <a:gd name="connsiteY509" fmla="*/ 74158 h 559903"/>
                <a:gd name="connsiteX510" fmla="*/ 92854 w 457283"/>
                <a:gd name="connsiteY510" fmla="*/ 72295 h 559903"/>
                <a:gd name="connsiteX511" fmla="*/ 92775 w 457283"/>
                <a:gd name="connsiteY511" fmla="*/ 70438 h 559903"/>
                <a:gd name="connsiteX512" fmla="*/ 92993 w 457283"/>
                <a:gd name="connsiteY512" fmla="*/ 68900 h 559903"/>
                <a:gd name="connsiteX513" fmla="*/ 95226 w 457283"/>
                <a:gd name="connsiteY513" fmla="*/ 68156 h 559903"/>
                <a:gd name="connsiteX514" fmla="*/ 95737 w 457283"/>
                <a:gd name="connsiteY514" fmla="*/ 65133 h 559903"/>
                <a:gd name="connsiteX515" fmla="*/ 95970 w 457283"/>
                <a:gd name="connsiteY515" fmla="*/ 62203 h 559903"/>
                <a:gd name="connsiteX516" fmla="*/ 98202 w 457283"/>
                <a:gd name="connsiteY516" fmla="*/ 62203 h 559903"/>
                <a:gd name="connsiteX517" fmla="*/ 98313 w 457283"/>
                <a:gd name="connsiteY517" fmla="*/ 60601 h 559903"/>
                <a:gd name="connsiteX518" fmla="*/ 98481 w 457283"/>
                <a:gd name="connsiteY518" fmla="*/ 58529 h 559903"/>
                <a:gd name="connsiteX519" fmla="*/ 98638 w 457283"/>
                <a:gd name="connsiteY519" fmla="*/ 56462 h 559903"/>
                <a:gd name="connsiteX520" fmla="*/ 98947 w 457283"/>
                <a:gd name="connsiteY520" fmla="*/ 54761 h 559903"/>
                <a:gd name="connsiteX521" fmla="*/ 100435 w 457283"/>
                <a:gd name="connsiteY521" fmla="*/ 54017 h 559903"/>
                <a:gd name="connsiteX522" fmla="*/ 100851 w 457283"/>
                <a:gd name="connsiteY522" fmla="*/ 47669 h 559903"/>
                <a:gd name="connsiteX523" fmla="*/ 101179 w 457283"/>
                <a:gd name="connsiteY523" fmla="*/ 45832 h 559903"/>
                <a:gd name="connsiteX524" fmla="*/ 103411 w 457283"/>
                <a:gd name="connsiteY524" fmla="*/ 45088 h 559903"/>
                <a:gd name="connsiteX525" fmla="*/ 103923 w 457283"/>
                <a:gd name="connsiteY525" fmla="*/ 41692 h 559903"/>
                <a:gd name="connsiteX526" fmla="*/ 104071 w 457283"/>
                <a:gd name="connsiteY526" fmla="*/ 39829 h 559903"/>
                <a:gd name="connsiteX527" fmla="*/ 104156 w 457283"/>
                <a:gd name="connsiteY527" fmla="*/ 38390 h 559903"/>
                <a:gd name="connsiteX528" fmla="*/ 106388 w 457283"/>
                <a:gd name="connsiteY528" fmla="*/ 38390 h 559903"/>
                <a:gd name="connsiteX529" fmla="*/ 107132 w 457283"/>
                <a:gd name="connsiteY529" fmla="*/ 28716 h 559903"/>
                <a:gd name="connsiteX530" fmla="*/ 109365 w 457283"/>
                <a:gd name="connsiteY530" fmla="*/ 28716 h 559903"/>
                <a:gd name="connsiteX531" fmla="*/ 109365 w 457283"/>
                <a:gd name="connsiteY531" fmla="*/ 19787 h 559903"/>
                <a:gd name="connsiteX532" fmla="*/ 111597 w 457283"/>
                <a:gd name="connsiteY532" fmla="*/ 19787 h 559903"/>
                <a:gd name="connsiteX533" fmla="*/ 112341 w 457283"/>
                <a:gd name="connsiteY533" fmla="*/ 10113 h 559903"/>
                <a:gd name="connsiteX534" fmla="*/ 114574 w 457283"/>
                <a:gd name="connsiteY534" fmla="*/ 10113 h 559903"/>
                <a:gd name="connsiteX535" fmla="*/ 114710 w 457283"/>
                <a:gd name="connsiteY535" fmla="*/ 8186 h 559903"/>
                <a:gd name="connsiteX536" fmla="*/ 114899 w 457283"/>
                <a:gd name="connsiteY536" fmla="*/ 5695 h 559903"/>
                <a:gd name="connsiteX537" fmla="*/ 115082 w 457283"/>
                <a:gd name="connsiteY537" fmla="*/ 3209 h 559903"/>
                <a:gd name="connsiteX538" fmla="*/ 118294 w 457283"/>
                <a:gd name="connsiteY538" fmla="*/ 439 h 55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457283" h="559903">
                  <a:moveTo>
                    <a:pt x="118294" y="439"/>
                  </a:moveTo>
                  <a:cubicBezTo>
                    <a:pt x="119031" y="1544"/>
                    <a:pt x="119031" y="1544"/>
                    <a:pt x="119783" y="2672"/>
                  </a:cubicBezTo>
                  <a:cubicBezTo>
                    <a:pt x="122498" y="2984"/>
                    <a:pt x="125169" y="2999"/>
                    <a:pt x="127901" y="3041"/>
                  </a:cubicBezTo>
                  <a:cubicBezTo>
                    <a:pt x="129039" y="3226"/>
                    <a:pt x="129039" y="3226"/>
                    <a:pt x="130200" y="3416"/>
                  </a:cubicBezTo>
                  <a:cubicBezTo>
                    <a:pt x="130321" y="3904"/>
                    <a:pt x="130442" y="4392"/>
                    <a:pt x="130567" y="4895"/>
                  </a:cubicBezTo>
                  <a:cubicBezTo>
                    <a:pt x="130691" y="5389"/>
                    <a:pt x="130816" y="5883"/>
                    <a:pt x="130945" y="6392"/>
                  </a:cubicBezTo>
                  <a:cubicBezTo>
                    <a:pt x="133373" y="6923"/>
                    <a:pt x="133373" y="6923"/>
                    <a:pt x="136200" y="6950"/>
                  </a:cubicBezTo>
                  <a:cubicBezTo>
                    <a:pt x="137640" y="7014"/>
                    <a:pt x="137640" y="7014"/>
                    <a:pt x="139110" y="7078"/>
                  </a:cubicBezTo>
                  <a:cubicBezTo>
                    <a:pt x="139853" y="7097"/>
                    <a:pt x="140597" y="7117"/>
                    <a:pt x="141363" y="7136"/>
                  </a:cubicBezTo>
                  <a:cubicBezTo>
                    <a:pt x="141363" y="8119"/>
                    <a:pt x="141363" y="9101"/>
                    <a:pt x="141363" y="10113"/>
                  </a:cubicBezTo>
                  <a:cubicBezTo>
                    <a:pt x="145046" y="10113"/>
                    <a:pt x="148730" y="10113"/>
                    <a:pt x="152525" y="10113"/>
                  </a:cubicBezTo>
                  <a:cubicBezTo>
                    <a:pt x="152525" y="11095"/>
                    <a:pt x="152525" y="12077"/>
                    <a:pt x="152525" y="13089"/>
                  </a:cubicBezTo>
                  <a:cubicBezTo>
                    <a:pt x="153322" y="13117"/>
                    <a:pt x="154119" y="13145"/>
                    <a:pt x="154940" y="13174"/>
                  </a:cubicBezTo>
                  <a:cubicBezTo>
                    <a:pt x="155980" y="13223"/>
                    <a:pt x="157020" y="13272"/>
                    <a:pt x="158059" y="13322"/>
                  </a:cubicBezTo>
                  <a:cubicBezTo>
                    <a:pt x="158585" y="13339"/>
                    <a:pt x="159112" y="13356"/>
                    <a:pt x="159654" y="13373"/>
                  </a:cubicBezTo>
                  <a:cubicBezTo>
                    <a:pt x="161172" y="13453"/>
                    <a:pt x="161172" y="13453"/>
                    <a:pt x="163687" y="13834"/>
                  </a:cubicBezTo>
                  <a:cubicBezTo>
                    <a:pt x="163932" y="14570"/>
                    <a:pt x="164178" y="15307"/>
                    <a:pt x="164431" y="16066"/>
                  </a:cubicBezTo>
                  <a:cubicBezTo>
                    <a:pt x="166599" y="16767"/>
                    <a:pt x="168427" y="16805"/>
                    <a:pt x="170710" y="16764"/>
                  </a:cubicBezTo>
                  <a:cubicBezTo>
                    <a:pt x="173527" y="16813"/>
                    <a:pt x="175307" y="17030"/>
                    <a:pt x="177825" y="18298"/>
                  </a:cubicBezTo>
                  <a:cubicBezTo>
                    <a:pt x="178261" y="20560"/>
                    <a:pt x="178261" y="20560"/>
                    <a:pt x="178105" y="23228"/>
                  </a:cubicBezTo>
                  <a:cubicBezTo>
                    <a:pt x="178044" y="24555"/>
                    <a:pt x="178044" y="24555"/>
                    <a:pt x="177982" y="25908"/>
                  </a:cubicBezTo>
                  <a:cubicBezTo>
                    <a:pt x="177905" y="26930"/>
                    <a:pt x="177905" y="26930"/>
                    <a:pt x="177825" y="27972"/>
                  </a:cubicBezTo>
                  <a:cubicBezTo>
                    <a:pt x="177334" y="27972"/>
                    <a:pt x="176843" y="27972"/>
                    <a:pt x="176337" y="27972"/>
                  </a:cubicBezTo>
                  <a:cubicBezTo>
                    <a:pt x="176247" y="28608"/>
                    <a:pt x="176157" y="29244"/>
                    <a:pt x="176064" y="29899"/>
                  </a:cubicBezTo>
                  <a:cubicBezTo>
                    <a:pt x="175939" y="30722"/>
                    <a:pt x="175815" y="31544"/>
                    <a:pt x="175686" y="32391"/>
                  </a:cubicBezTo>
                  <a:cubicBezTo>
                    <a:pt x="175505" y="33621"/>
                    <a:pt x="175505" y="33621"/>
                    <a:pt x="175320" y="34876"/>
                  </a:cubicBezTo>
                  <a:cubicBezTo>
                    <a:pt x="175164" y="35545"/>
                    <a:pt x="175009" y="36213"/>
                    <a:pt x="174849" y="36902"/>
                  </a:cubicBezTo>
                  <a:cubicBezTo>
                    <a:pt x="174112" y="37270"/>
                    <a:pt x="174112" y="37270"/>
                    <a:pt x="173361" y="37646"/>
                  </a:cubicBezTo>
                  <a:cubicBezTo>
                    <a:pt x="173096" y="39763"/>
                    <a:pt x="173030" y="41863"/>
                    <a:pt x="172945" y="43995"/>
                  </a:cubicBezTo>
                  <a:cubicBezTo>
                    <a:pt x="172837" y="44601"/>
                    <a:pt x="172728" y="45207"/>
                    <a:pt x="172616" y="45832"/>
                  </a:cubicBezTo>
                  <a:cubicBezTo>
                    <a:pt x="171880" y="46077"/>
                    <a:pt x="171143" y="46323"/>
                    <a:pt x="170384" y="46576"/>
                  </a:cubicBezTo>
                  <a:cubicBezTo>
                    <a:pt x="169946" y="48323"/>
                    <a:pt x="169946" y="48323"/>
                    <a:pt x="169872" y="50343"/>
                  </a:cubicBezTo>
                  <a:cubicBezTo>
                    <a:pt x="169799" y="51369"/>
                    <a:pt x="169799" y="51369"/>
                    <a:pt x="169724" y="52416"/>
                  </a:cubicBezTo>
                  <a:cubicBezTo>
                    <a:pt x="169696" y="52944"/>
                    <a:pt x="169669" y="53473"/>
                    <a:pt x="169640" y="54017"/>
                  </a:cubicBezTo>
                  <a:cubicBezTo>
                    <a:pt x="168903" y="54017"/>
                    <a:pt x="168167" y="54017"/>
                    <a:pt x="167408" y="54017"/>
                  </a:cubicBezTo>
                  <a:cubicBezTo>
                    <a:pt x="167238" y="55519"/>
                    <a:pt x="167068" y="57021"/>
                    <a:pt x="166899" y="58523"/>
                  </a:cubicBezTo>
                  <a:cubicBezTo>
                    <a:pt x="166663" y="59970"/>
                    <a:pt x="166663" y="59970"/>
                    <a:pt x="165919" y="61459"/>
                  </a:cubicBezTo>
                  <a:cubicBezTo>
                    <a:pt x="258252" y="61459"/>
                    <a:pt x="350585" y="61459"/>
                    <a:pt x="445716" y="61459"/>
                  </a:cubicBezTo>
                  <a:cubicBezTo>
                    <a:pt x="445716" y="82823"/>
                    <a:pt x="445716" y="104187"/>
                    <a:pt x="445716" y="126199"/>
                  </a:cubicBezTo>
                  <a:cubicBezTo>
                    <a:pt x="344788" y="126199"/>
                    <a:pt x="243861" y="126199"/>
                    <a:pt x="139874" y="126199"/>
                  </a:cubicBezTo>
                  <a:cubicBezTo>
                    <a:pt x="139874" y="127918"/>
                    <a:pt x="139874" y="129637"/>
                    <a:pt x="139874" y="131408"/>
                  </a:cubicBezTo>
                  <a:cubicBezTo>
                    <a:pt x="139138" y="131899"/>
                    <a:pt x="138401" y="132390"/>
                    <a:pt x="137642" y="132896"/>
                  </a:cubicBezTo>
                  <a:cubicBezTo>
                    <a:pt x="137519" y="133756"/>
                    <a:pt x="137396" y="134615"/>
                    <a:pt x="137270" y="135501"/>
                  </a:cubicBezTo>
                  <a:cubicBezTo>
                    <a:pt x="137147" y="136360"/>
                    <a:pt x="137024" y="137220"/>
                    <a:pt x="136898" y="138105"/>
                  </a:cubicBezTo>
                  <a:cubicBezTo>
                    <a:pt x="136161" y="138596"/>
                    <a:pt x="135424" y="139087"/>
                    <a:pt x="134665" y="139593"/>
                  </a:cubicBezTo>
                  <a:cubicBezTo>
                    <a:pt x="134120" y="141875"/>
                    <a:pt x="134120" y="141875"/>
                    <a:pt x="133921" y="144058"/>
                  </a:cubicBezTo>
                  <a:cubicBezTo>
                    <a:pt x="133184" y="144058"/>
                    <a:pt x="132448" y="144058"/>
                    <a:pt x="131689" y="144058"/>
                  </a:cubicBezTo>
                  <a:cubicBezTo>
                    <a:pt x="131136" y="145525"/>
                    <a:pt x="131136" y="145525"/>
                    <a:pt x="130945" y="147035"/>
                  </a:cubicBezTo>
                  <a:cubicBezTo>
                    <a:pt x="131529" y="147034"/>
                    <a:pt x="132112" y="147034"/>
                    <a:pt x="132714" y="147034"/>
                  </a:cubicBezTo>
                  <a:cubicBezTo>
                    <a:pt x="167282" y="147017"/>
                    <a:pt x="201850" y="147005"/>
                    <a:pt x="236418" y="146997"/>
                  </a:cubicBezTo>
                  <a:cubicBezTo>
                    <a:pt x="240564" y="146996"/>
                    <a:pt x="244710" y="146995"/>
                    <a:pt x="248856" y="146994"/>
                  </a:cubicBezTo>
                  <a:cubicBezTo>
                    <a:pt x="250094" y="146994"/>
                    <a:pt x="250094" y="146994"/>
                    <a:pt x="251358" y="146993"/>
                  </a:cubicBezTo>
                  <a:cubicBezTo>
                    <a:pt x="264742" y="146990"/>
                    <a:pt x="278126" y="146984"/>
                    <a:pt x="291510" y="146977"/>
                  </a:cubicBezTo>
                  <a:cubicBezTo>
                    <a:pt x="305232" y="146970"/>
                    <a:pt x="318955" y="146966"/>
                    <a:pt x="332677" y="146965"/>
                  </a:cubicBezTo>
                  <a:cubicBezTo>
                    <a:pt x="341152" y="146964"/>
                    <a:pt x="349627" y="146960"/>
                    <a:pt x="358101" y="146954"/>
                  </a:cubicBezTo>
                  <a:cubicBezTo>
                    <a:pt x="363904" y="146951"/>
                    <a:pt x="369707" y="146949"/>
                    <a:pt x="375511" y="146950"/>
                  </a:cubicBezTo>
                  <a:cubicBezTo>
                    <a:pt x="378864" y="146951"/>
                    <a:pt x="382217" y="146950"/>
                    <a:pt x="385571" y="146946"/>
                  </a:cubicBezTo>
                  <a:cubicBezTo>
                    <a:pt x="388635" y="146942"/>
                    <a:pt x="391700" y="146942"/>
                    <a:pt x="394765" y="146945"/>
                  </a:cubicBezTo>
                  <a:cubicBezTo>
                    <a:pt x="395878" y="146945"/>
                    <a:pt x="396992" y="146944"/>
                    <a:pt x="398106" y="146942"/>
                  </a:cubicBezTo>
                  <a:cubicBezTo>
                    <a:pt x="399610" y="146939"/>
                    <a:pt x="401114" y="146941"/>
                    <a:pt x="402618" y="146943"/>
                  </a:cubicBezTo>
                  <a:cubicBezTo>
                    <a:pt x="403456" y="146943"/>
                    <a:pt x="404294" y="146943"/>
                    <a:pt x="405158" y="146942"/>
                  </a:cubicBezTo>
                  <a:cubicBezTo>
                    <a:pt x="407021" y="147035"/>
                    <a:pt x="407021" y="147035"/>
                    <a:pt x="407765" y="147779"/>
                  </a:cubicBezTo>
                  <a:cubicBezTo>
                    <a:pt x="407840" y="149692"/>
                    <a:pt x="407866" y="151585"/>
                    <a:pt x="407861" y="153498"/>
                  </a:cubicBezTo>
                  <a:cubicBezTo>
                    <a:pt x="407863" y="154097"/>
                    <a:pt x="407864" y="154696"/>
                    <a:pt x="407865" y="155313"/>
                  </a:cubicBezTo>
                  <a:cubicBezTo>
                    <a:pt x="407868" y="157303"/>
                    <a:pt x="407866" y="159293"/>
                    <a:pt x="407864" y="161284"/>
                  </a:cubicBezTo>
                  <a:cubicBezTo>
                    <a:pt x="407864" y="162662"/>
                    <a:pt x="407865" y="164041"/>
                    <a:pt x="407866" y="165419"/>
                  </a:cubicBezTo>
                  <a:cubicBezTo>
                    <a:pt x="407867" y="168313"/>
                    <a:pt x="407865" y="171207"/>
                    <a:pt x="407862" y="174101"/>
                  </a:cubicBezTo>
                  <a:cubicBezTo>
                    <a:pt x="407858" y="177813"/>
                    <a:pt x="407860" y="181526"/>
                    <a:pt x="407865" y="185239"/>
                  </a:cubicBezTo>
                  <a:cubicBezTo>
                    <a:pt x="407867" y="188087"/>
                    <a:pt x="407866" y="190936"/>
                    <a:pt x="407865" y="193784"/>
                  </a:cubicBezTo>
                  <a:cubicBezTo>
                    <a:pt x="407864" y="195153"/>
                    <a:pt x="407865" y="196522"/>
                    <a:pt x="407866" y="197891"/>
                  </a:cubicBezTo>
                  <a:cubicBezTo>
                    <a:pt x="407868" y="199804"/>
                    <a:pt x="407865" y="201718"/>
                    <a:pt x="407861" y="203631"/>
                  </a:cubicBezTo>
                  <a:cubicBezTo>
                    <a:pt x="407863" y="204200"/>
                    <a:pt x="407864" y="204768"/>
                    <a:pt x="407866" y="205353"/>
                  </a:cubicBezTo>
                  <a:cubicBezTo>
                    <a:pt x="407856" y="207696"/>
                    <a:pt x="407767" y="209535"/>
                    <a:pt x="407021" y="211775"/>
                  </a:cubicBezTo>
                  <a:cubicBezTo>
                    <a:pt x="405130" y="212056"/>
                    <a:pt x="405130" y="212056"/>
                    <a:pt x="402550" y="212058"/>
                  </a:cubicBezTo>
                  <a:cubicBezTo>
                    <a:pt x="401572" y="212064"/>
                    <a:pt x="400593" y="212071"/>
                    <a:pt x="399586" y="212077"/>
                  </a:cubicBezTo>
                  <a:cubicBezTo>
                    <a:pt x="398486" y="212073"/>
                    <a:pt x="397386" y="212068"/>
                    <a:pt x="396286" y="212063"/>
                  </a:cubicBezTo>
                  <a:cubicBezTo>
                    <a:pt x="395129" y="212067"/>
                    <a:pt x="393971" y="212071"/>
                    <a:pt x="392814" y="212076"/>
                  </a:cubicBezTo>
                  <a:cubicBezTo>
                    <a:pt x="389618" y="212086"/>
                    <a:pt x="386423" y="212083"/>
                    <a:pt x="383228" y="212078"/>
                  </a:cubicBezTo>
                  <a:cubicBezTo>
                    <a:pt x="379787" y="212074"/>
                    <a:pt x="376347" y="212084"/>
                    <a:pt x="372907" y="212091"/>
                  </a:cubicBezTo>
                  <a:cubicBezTo>
                    <a:pt x="366161" y="212104"/>
                    <a:pt x="359416" y="212105"/>
                    <a:pt x="352670" y="212101"/>
                  </a:cubicBezTo>
                  <a:cubicBezTo>
                    <a:pt x="347191" y="212098"/>
                    <a:pt x="341711" y="212099"/>
                    <a:pt x="336232" y="212103"/>
                  </a:cubicBezTo>
                  <a:cubicBezTo>
                    <a:pt x="335453" y="212103"/>
                    <a:pt x="334675" y="212104"/>
                    <a:pt x="333873" y="212104"/>
                  </a:cubicBezTo>
                  <a:cubicBezTo>
                    <a:pt x="332293" y="212106"/>
                    <a:pt x="330712" y="212107"/>
                    <a:pt x="329131" y="212108"/>
                  </a:cubicBezTo>
                  <a:cubicBezTo>
                    <a:pt x="314289" y="212118"/>
                    <a:pt x="299447" y="212114"/>
                    <a:pt x="284605" y="212105"/>
                  </a:cubicBezTo>
                  <a:cubicBezTo>
                    <a:pt x="271009" y="212098"/>
                    <a:pt x="257413" y="212108"/>
                    <a:pt x="243818" y="212125"/>
                  </a:cubicBezTo>
                  <a:cubicBezTo>
                    <a:pt x="229877" y="212144"/>
                    <a:pt x="215935" y="212151"/>
                    <a:pt x="201994" y="212146"/>
                  </a:cubicBezTo>
                  <a:cubicBezTo>
                    <a:pt x="194160" y="212143"/>
                    <a:pt x="186325" y="212145"/>
                    <a:pt x="178491" y="212158"/>
                  </a:cubicBezTo>
                  <a:cubicBezTo>
                    <a:pt x="171822" y="212169"/>
                    <a:pt x="165153" y="212169"/>
                    <a:pt x="158484" y="212156"/>
                  </a:cubicBezTo>
                  <a:cubicBezTo>
                    <a:pt x="155078" y="212150"/>
                    <a:pt x="151672" y="212149"/>
                    <a:pt x="148265" y="212160"/>
                  </a:cubicBezTo>
                  <a:cubicBezTo>
                    <a:pt x="145152" y="212170"/>
                    <a:pt x="142040" y="212167"/>
                    <a:pt x="138927" y="212152"/>
                  </a:cubicBezTo>
                  <a:cubicBezTo>
                    <a:pt x="137796" y="212149"/>
                    <a:pt x="136664" y="212152"/>
                    <a:pt x="135533" y="212159"/>
                  </a:cubicBezTo>
                  <a:cubicBezTo>
                    <a:pt x="134006" y="212169"/>
                    <a:pt x="132478" y="212159"/>
                    <a:pt x="130951" y="212148"/>
                  </a:cubicBezTo>
                  <a:cubicBezTo>
                    <a:pt x="129673" y="212147"/>
                    <a:pt x="129673" y="212147"/>
                    <a:pt x="128370" y="212147"/>
                  </a:cubicBezTo>
                  <a:cubicBezTo>
                    <a:pt x="127746" y="212024"/>
                    <a:pt x="127123" y="211902"/>
                    <a:pt x="126480" y="211775"/>
                  </a:cubicBezTo>
                  <a:cubicBezTo>
                    <a:pt x="125321" y="209319"/>
                    <a:pt x="125646" y="206495"/>
                    <a:pt x="125651" y="203815"/>
                  </a:cubicBezTo>
                  <a:cubicBezTo>
                    <a:pt x="125651" y="203321"/>
                    <a:pt x="125651" y="202827"/>
                    <a:pt x="125651" y="202319"/>
                  </a:cubicBezTo>
                  <a:cubicBezTo>
                    <a:pt x="125651" y="200692"/>
                    <a:pt x="125657" y="199065"/>
                    <a:pt x="125663" y="197439"/>
                  </a:cubicBezTo>
                  <a:cubicBezTo>
                    <a:pt x="125664" y="196308"/>
                    <a:pt x="125665" y="195178"/>
                    <a:pt x="125666" y="194048"/>
                  </a:cubicBezTo>
                  <a:cubicBezTo>
                    <a:pt x="125669" y="191078"/>
                    <a:pt x="125676" y="188107"/>
                    <a:pt x="125685" y="185137"/>
                  </a:cubicBezTo>
                  <a:cubicBezTo>
                    <a:pt x="125692" y="182104"/>
                    <a:pt x="125696" y="179072"/>
                    <a:pt x="125699" y="176039"/>
                  </a:cubicBezTo>
                  <a:cubicBezTo>
                    <a:pt x="125707" y="170091"/>
                    <a:pt x="125720" y="164144"/>
                    <a:pt x="125736" y="158197"/>
                  </a:cubicBezTo>
                  <a:cubicBezTo>
                    <a:pt x="124114" y="160381"/>
                    <a:pt x="124114" y="160381"/>
                    <a:pt x="123503" y="163080"/>
                  </a:cubicBezTo>
                  <a:cubicBezTo>
                    <a:pt x="122759" y="165638"/>
                    <a:pt x="122759" y="165638"/>
                    <a:pt x="121271" y="167127"/>
                  </a:cubicBezTo>
                  <a:cubicBezTo>
                    <a:pt x="121163" y="167756"/>
                    <a:pt x="121056" y="168385"/>
                    <a:pt x="120945" y="169033"/>
                  </a:cubicBezTo>
                  <a:cubicBezTo>
                    <a:pt x="120807" y="169632"/>
                    <a:pt x="120669" y="170231"/>
                    <a:pt x="120527" y="170847"/>
                  </a:cubicBezTo>
                  <a:cubicBezTo>
                    <a:pt x="119790" y="171093"/>
                    <a:pt x="119053" y="171338"/>
                    <a:pt x="118294" y="171591"/>
                  </a:cubicBezTo>
                  <a:cubicBezTo>
                    <a:pt x="118036" y="173078"/>
                    <a:pt x="117788" y="174566"/>
                    <a:pt x="117550" y="176056"/>
                  </a:cubicBezTo>
                  <a:cubicBezTo>
                    <a:pt x="116434" y="177312"/>
                    <a:pt x="116434" y="177312"/>
                    <a:pt x="115318" y="178289"/>
                  </a:cubicBezTo>
                  <a:cubicBezTo>
                    <a:pt x="115072" y="179025"/>
                    <a:pt x="114827" y="179762"/>
                    <a:pt x="114574" y="180521"/>
                  </a:cubicBezTo>
                  <a:cubicBezTo>
                    <a:pt x="114082" y="180767"/>
                    <a:pt x="113591" y="181012"/>
                    <a:pt x="113085" y="181265"/>
                  </a:cubicBezTo>
                  <a:cubicBezTo>
                    <a:pt x="112924" y="182324"/>
                    <a:pt x="112924" y="182324"/>
                    <a:pt x="112760" y="183405"/>
                  </a:cubicBezTo>
                  <a:cubicBezTo>
                    <a:pt x="112311" y="185898"/>
                    <a:pt x="111932" y="186367"/>
                    <a:pt x="110109" y="187963"/>
                  </a:cubicBezTo>
                  <a:cubicBezTo>
                    <a:pt x="109863" y="188699"/>
                    <a:pt x="109618" y="189436"/>
                    <a:pt x="109365" y="190195"/>
                  </a:cubicBezTo>
                  <a:cubicBezTo>
                    <a:pt x="108628" y="190686"/>
                    <a:pt x="107891" y="191177"/>
                    <a:pt x="107132" y="191683"/>
                  </a:cubicBezTo>
                  <a:cubicBezTo>
                    <a:pt x="106334" y="193367"/>
                    <a:pt x="106334" y="193367"/>
                    <a:pt x="105644" y="195404"/>
                  </a:cubicBezTo>
                  <a:cubicBezTo>
                    <a:pt x="103667" y="200485"/>
                    <a:pt x="103667" y="200485"/>
                    <a:pt x="101923" y="201357"/>
                  </a:cubicBezTo>
                  <a:cubicBezTo>
                    <a:pt x="101816" y="201848"/>
                    <a:pt x="101708" y="202339"/>
                    <a:pt x="101598" y="202845"/>
                  </a:cubicBezTo>
                  <a:cubicBezTo>
                    <a:pt x="101459" y="203336"/>
                    <a:pt x="101321" y="203828"/>
                    <a:pt x="101179" y="204334"/>
                  </a:cubicBezTo>
                  <a:cubicBezTo>
                    <a:pt x="100442" y="204579"/>
                    <a:pt x="99706" y="204825"/>
                    <a:pt x="98947" y="205078"/>
                  </a:cubicBezTo>
                  <a:cubicBezTo>
                    <a:pt x="98947" y="205692"/>
                    <a:pt x="98947" y="206306"/>
                    <a:pt x="98947" y="206938"/>
                  </a:cubicBezTo>
                  <a:cubicBezTo>
                    <a:pt x="98947" y="207552"/>
                    <a:pt x="98947" y="208166"/>
                    <a:pt x="98947" y="208798"/>
                  </a:cubicBezTo>
                  <a:cubicBezTo>
                    <a:pt x="98210" y="209044"/>
                    <a:pt x="97473" y="209290"/>
                    <a:pt x="96714" y="209543"/>
                  </a:cubicBezTo>
                  <a:cubicBezTo>
                    <a:pt x="96188" y="210770"/>
                    <a:pt x="95698" y="212014"/>
                    <a:pt x="95226" y="213263"/>
                  </a:cubicBezTo>
                  <a:cubicBezTo>
                    <a:pt x="93738" y="215728"/>
                    <a:pt x="93738" y="215728"/>
                    <a:pt x="92249" y="217728"/>
                  </a:cubicBezTo>
                  <a:cubicBezTo>
                    <a:pt x="91758" y="217728"/>
                    <a:pt x="91267" y="217728"/>
                    <a:pt x="90761" y="217728"/>
                  </a:cubicBezTo>
                  <a:cubicBezTo>
                    <a:pt x="90515" y="218465"/>
                    <a:pt x="90270" y="219202"/>
                    <a:pt x="90017" y="219961"/>
                  </a:cubicBezTo>
                  <a:cubicBezTo>
                    <a:pt x="89771" y="220697"/>
                    <a:pt x="89526" y="221434"/>
                    <a:pt x="89273" y="222193"/>
                  </a:cubicBezTo>
                  <a:cubicBezTo>
                    <a:pt x="88782" y="222193"/>
                    <a:pt x="88290" y="222193"/>
                    <a:pt x="87784" y="222193"/>
                  </a:cubicBezTo>
                  <a:cubicBezTo>
                    <a:pt x="87784" y="223175"/>
                    <a:pt x="87784" y="224158"/>
                    <a:pt x="87784" y="225170"/>
                  </a:cubicBezTo>
                  <a:cubicBezTo>
                    <a:pt x="87048" y="225415"/>
                    <a:pt x="86311" y="225661"/>
                    <a:pt x="85552" y="225914"/>
                  </a:cubicBezTo>
                  <a:cubicBezTo>
                    <a:pt x="85274" y="227148"/>
                    <a:pt x="85026" y="228389"/>
                    <a:pt x="84808" y="229634"/>
                  </a:cubicBezTo>
                  <a:cubicBezTo>
                    <a:pt x="84317" y="229880"/>
                    <a:pt x="83826" y="230126"/>
                    <a:pt x="83320" y="230379"/>
                  </a:cubicBezTo>
                  <a:cubicBezTo>
                    <a:pt x="82951" y="231008"/>
                    <a:pt x="82583" y="231637"/>
                    <a:pt x="82203" y="232285"/>
                  </a:cubicBezTo>
                  <a:cubicBezTo>
                    <a:pt x="81835" y="232884"/>
                    <a:pt x="81467" y="233483"/>
                    <a:pt x="81087" y="234099"/>
                  </a:cubicBezTo>
                  <a:cubicBezTo>
                    <a:pt x="80596" y="234099"/>
                    <a:pt x="80105" y="234099"/>
                    <a:pt x="79599" y="234099"/>
                  </a:cubicBezTo>
                  <a:cubicBezTo>
                    <a:pt x="79599" y="234836"/>
                    <a:pt x="79599" y="235573"/>
                    <a:pt x="79599" y="236332"/>
                  </a:cubicBezTo>
                  <a:cubicBezTo>
                    <a:pt x="80090" y="236086"/>
                    <a:pt x="80581" y="235841"/>
                    <a:pt x="81087" y="235587"/>
                  </a:cubicBezTo>
                  <a:cubicBezTo>
                    <a:pt x="82695" y="235516"/>
                    <a:pt x="84305" y="235494"/>
                    <a:pt x="85915" y="235494"/>
                  </a:cubicBezTo>
                  <a:cubicBezTo>
                    <a:pt x="86419" y="235493"/>
                    <a:pt x="86922" y="235492"/>
                    <a:pt x="87442" y="235491"/>
                  </a:cubicBezTo>
                  <a:cubicBezTo>
                    <a:pt x="89146" y="235488"/>
                    <a:pt x="90851" y="235490"/>
                    <a:pt x="92556" y="235493"/>
                  </a:cubicBezTo>
                  <a:cubicBezTo>
                    <a:pt x="93784" y="235492"/>
                    <a:pt x="95012" y="235491"/>
                    <a:pt x="96240" y="235489"/>
                  </a:cubicBezTo>
                  <a:cubicBezTo>
                    <a:pt x="99628" y="235486"/>
                    <a:pt x="103015" y="235488"/>
                    <a:pt x="106403" y="235490"/>
                  </a:cubicBezTo>
                  <a:cubicBezTo>
                    <a:pt x="110051" y="235492"/>
                    <a:pt x="113699" y="235489"/>
                    <a:pt x="117347" y="235487"/>
                  </a:cubicBezTo>
                  <a:cubicBezTo>
                    <a:pt x="124499" y="235484"/>
                    <a:pt x="131651" y="235485"/>
                    <a:pt x="138803" y="235487"/>
                  </a:cubicBezTo>
                  <a:cubicBezTo>
                    <a:pt x="144614" y="235489"/>
                    <a:pt x="150424" y="235489"/>
                    <a:pt x="156234" y="235488"/>
                  </a:cubicBezTo>
                  <a:cubicBezTo>
                    <a:pt x="157059" y="235488"/>
                    <a:pt x="157885" y="235488"/>
                    <a:pt x="158735" y="235488"/>
                  </a:cubicBezTo>
                  <a:cubicBezTo>
                    <a:pt x="160412" y="235487"/>
                    <a:pt x="162089" y="235487"/>
                    <a:pt x="163765" y="235487"/>
                  </a:cubicBezTo>
                  <a:cubicBezTo>
                    <a:pt x="179505" y="235485"/>
                    <a:pt x="195244" y="235487"/>
                    <a:pt x="210984" y="235491"/>
                  </a:cubicBezTo>
                  <a:cubicBezTo>
                    <a:pt x="224503" y="235495"/>
                    <a:pt x="238022" y="235494"/>
                    <a:pt x="251540" y="235490"/>
                  </a:cubicBezTo>
                  <a:cubicBezTo>
                    <a:pt x="267222" y="235487"/>
                    <a:pt x="282903" y="235485"/>
                    <a:pt x="298585" y="235487"/>
                  </a:cubicBezTo>
                  <a:cubicBezTo>
                    <a:pt x="300255" y="235487"/>
                    <a:pt x="301926" y="235488"/>
                    <a:pt x="303597" y="235488"/>
                  </a:cubicBezTo>
                  <a:cubicBezTo>
                    <a:pt x="304419" y="235488"/>
                    <a:pt x="305241" y="235488"/>
                    <a:pt x="306088" y="235488"/>
                  </a:cubicBezTo>
                  <a:cubicBezTo>
                    <a:pt x="311894" y="235489"/>
                    <a:pt x="317701" y="235488"/>
                    <a:pt x="323507" y="235486"/>
                  </a:cubicBezTo>
                  <a:cubicBezTo>
                    <a:pt x="330578" y="235484"/>
                    <a:pt x="337650" y="235485"/>
                    <a:pt x="344721" y="235489"/>
                  </a:cubicBezTo>
                  <a:cubicBezTo>
                    <a:pt x="348332" y="235490"/>
                    <a:pt x="351944" y="235491"/>
                    <a:pt x="355555" y="235489"/>
                  </a:cubicBezTo>
                  <a:cubicBezTo>
                    <a:pt x="358856" y="235487"/>
                    <a:pt x="362157" y="235488"/>
                    <a:pt x="365458" y="235492"/>
                  </a:cubicBezTo>
                  <a:cubicBezTo>
                    <a:pt x="366657" y="235493"/>
                    <a:pt x="367856" y="235492"/>
                    <a:pt x="369055" y="235490"/>
                  </a:cubicBezTo>
                  <a:cubicBezTo>
                    <a:pt x="370675" y="235488"/>
                    <a:pt x="372295" y="235490"/>
                    <a:pt x="373916" y="235494"/>
                  </a:cubicBezTo>
                  <a:cubicBezTo>
                    <a:pt x="374819" y="235494"/>
                    <a:pt x="375722" y="235494"/>
                    <a:pt x="376652" y="235494"/>
                  </a:cubicBezTo>
                  <a:cubicBezTo>
                    <a:pt x="378743" y="235587"/>
                    <a:pt x="378743" y="235587"/>
                    <a:pt x="380232" y="236332"/>
                  </a:cubicBezTo>
                  <a:cubicBezTo>
                    <a:pt x="380420" y="238060"/>
                    <a:pt x="380420" y="238060"/>
                    <a:pt x="380424" y="240399"/>
                  </a:cubicBezTo>
                  <a:cubicBezTo>
                    <a:pt x="380429" y="241282"/>
                    <a:pt x="380434" y="242165"/>
                    <a:pt x="380439" y="243075"/>
                  </a:cubicBezTo>
                  <a:cubicBezTo>
                    <a:pt x="380437" y="244052"/>
                    <a:pt x="380436" y="245029"/>
                    <a:pt x="380434" y="246036"/>
                  </a:cubicBezTo>
                  <a:cubicBezTo>
                    <a:pt x="380437" y="247069"/>
                    <a:pt x="380441" y="248101"/>
                    <a:pt x="380445" y="249134"/>
                  </a:cubicBezTo>
                  <a:cubicBezTo>
                    <a:pt x="380454" y="251362"/>
                    <a:pt x="380458" y="253591"/>
                    <a:pt x="380459" y="255819"/>
                  </a:cubicBezTo>
                  <a:cubicBezTo>
                    <a:pt x="380460" y="259339"/>
                    <a:pt x="380474" y="262859"/>
                    <a:pt x="380489" y="266379"/>
                  </a:cubicBezTo>
                  <a:cubicBezTo>
                    <a:pt x="380526" y="275122"/>
                    <a:pt x="380549" y="283866"/>
                    <a:pt x="380564" y="292609"/>
                  </a:cubicBezTo>
                  <a:cubicBezTo>
                    <a:pt x="380577" y="299402"/>
                    <a:pt x="380594" y="306195"/>
                    <a:pt x="380626" y="312988"/>
                  </a:cubicBezTo>
                  <a:cubicBezTo>
                    <a:pt x="380642" y="316491"/>
                    <a:pt x="380648" y="319993"/>
                    <a:pt x="380647" y="323496"/>
                  </a:cubicBezTo>
                  <a:cubicBezTo>
                    <a:pt x="380648" y="325671"/>
                    <a:pt x="380658" y="327846"/>
                    <a:pt x="380671" y="330021"/>
                  </a:cubicBezTo>
                  <a:cubicBezTo>
                    <a:pt x="380678" y="331518"/>
                    <a:pt x="380673" y="333015"/>
                    <a:pt x="380667" y="334513"/>
                  </a:cubicBezTo>
                  <a:cubicBezTo>
                    <a:pt x="380675" y="335395"/>
                    <a:pt x="380682" y="336278"/>
                    <a:pt x="380689" y="337188"/>
                  </a:cubicBezTo>
                  <a:cubicBezTo>
                    <a:pt x="380691" y="337960"/>
                    <a:pt x="380692" y="338732"/>
                    <a:pt x="380694" y="339527"/>
                  </a:cubicBezTo>
                  <a:cubicBezTo>
                    <a:pt x="380787" y="340098"/>
                    <a:pt x="380880" y="340668"/>
                    <a:pt x="380976" y="341255"/>
                  </a:cubicBezTo>
                  <a:cubicBezTo>
                    <a:pt x="381713" y="341501"/>
                    <a:pt x="382449" y="341747"/>
                    <a:pt x="383208" y="342000"/>
                  </a:cubicBezTo>
                  <a:cubicBezTo>
                    <a:pt x="383505" y="343530"/>
                    <a:pt x="383505" y="343530"/>
                    <a:pt x="383530" y="345568"/>
                  </a:cubicBezTo>
                  <a:cubicBezTo>
                    <a:pt x="383545" y="346328"/>
                    <a:pt x="383559" y="347087"/>
                    <a:pt x="383575" y="347870"/>
                  </a:cubicBezTo>
                  <a:cubicBezTo>
                    <a:pt x="383582" y="349110"/>
                    <a:pt x="383582" y="349110"/>
                    <a:pt x="383589" y="350374"/>
                  </a:cubicBezTo>
                  <a:cubicBezTo>
                    <a:pt x="383609" y="351636"/>
                    <a:pt x="383609" y="351636"/>
                    <a:pt x="383630" y="352924"/>
                  </a:cubicBezTo>
                  <a:cubicBezTo>
                    <a:pt x="383670" y="355623"/>
                    <a:pt x="383695" y="358322"/>
                    <a:pt x="383720" y="361022"/>
                  </a:cubicBezTo>
                  <a:cubicBezTo>
                    <a:pt x="383745" y="362847"/>
                    <a:pt x="383770" y="364672"/>
                    <a:pt x="383797" y="366497"/>
                  </a:cubicBezTo>
                  <a:cubicBezTo>
                    <a:pt x="383860" y="370981"/>
                    <a:pt x="383911" y="375466"/>
                    <a:pt x="383952" y="379951"/>
                  </a:cubicBezTo>
                  <a:cubicBezTo>
                    <a:pt x="384444" y="379951"/>
                    <a:pt x="384935" y="379951"/>
                    <a:pt x="385441" y="379951"/>
                  </a:cubicBezTo>
                  <a:cubicBezTo>
                    <a:pt x="385686" y="388300"/>
                    <a:pt x="385932" y="396649"/>
                    <a:pt x="386185" y="405252"/>
                  </a:cubicBezTo>
                  <a:cubicBezTo>
                    <a:pt x="386922" y="405252"/>
                    <a:pt x="387658" y="405252"/>
                    <a:pt x="388417" y="405252"/>
                  </a:cubicBezTo>
                  <a:cubicBezTo>
                    <a:pt x="388434" y="406125"/>
                    <a:pt x="388434" y="406125"/>
                    <a:pt x="388450" y="407016"/>
                  </a:cubicBezTo>
                  <a:cubicBezTo>
                    <a:pt x="388505" y="409637"/>
                    <a:pt x="388577" y="412258"/>
                    <a:pt x="388650" y="414879"/>
                  </a:cubicBezTo>
                  <a:cubicBezTo>
                    <a:pt x="388667" y="415795"/>
                    <a:pt x="388683" y="416712"/>
                    <a:pt x="388701" y="417656"/>
                  </a:cubicBezTo>
                  <a:cubicBezTo>
                    <a:pt x="388740" y="418962"/>
                    <a:pt x="388740" y="418962"/>
                    <a:pt x="388781" y="420294"/>
                  </a:cubicBezTo>
                  <a:cubicBezTo>
                    <a:pt x="388800" y="421101"/>
                    <a:pt x="388820" y="421908"/>
                    <a:pt x="388840" y="422739"/>
                  </a:cubicBezTo>
                  <a:cubicBezTo>
                    <a:pt x="388946" y="423353"/>
                    <a:pt x="389052" y="423967"/>
                    <a:pt x="389161" y="424599"/>
                  </a:cubicBezTo>
                  <a:cubicBezTo>
                    <a:pt x="389898" y="424845"/>
                    <a:pt x="390635" y="425090"/>
                    <a:pt x="391394" y="425343"/>
                  </a:cubicBezTo>
                  <a:cubicBezTo>
                    <a:pt x="391647" y="426726"/>
                    <a:pt x="391647" y="426726"/>
                    <a:pt x="391612" y="428509"/>
                  </a:cubicBezTo>
                  <a:cubicBezTo>
                    <a:pt x="391601" y="429462"/>
                    <a:pt x="391601" y="429462"/>
                    <a:pt x="391590" y="430435"/>
                  </a:cubicBezTo>
                  <a:cubicBezTo>
                    <a:pt x="391571" y="431103"/>
                    <a:pt x="391553" y="431771"/>
                    <a:pt x="391533" y="432459"/>
                  </a:cubicBezTo>
                  <a:cubicBezTo>
                    <a:pt x="391518" y="433466"/>
                    <a:pt x="391518" y="433466"/>
                    <a:pt x="391503" y="434492"/>
                  </a:cubicBezTo>
                  <a:cubicBezTo>
                    <a:pt x="391476" y="436156"/>
                    <a:pt x="391440" y="437819"/>
                    <a:pt x="391394" y="439482"/>
                  </a:cubicBezTo>
                  <a:cubicBezTo>
                    <a:pt x="392131" y="439482"/>
                    <a:pt x="392867" y="439482"/>
                    <a:pt x="393626" y="439482"/>
                  </a:cubicBezTo>
                  <a:cubicBezTo>
                    <a:pt x="393663" y="440217"/>
                    <a:pt x="393699" y="440952"/>
                    <a:pt x="393737" y="441709"/>
                  </a:cubicBezTo>
                  <a:cubicBezTo>
                    <a:pt x="393792" y="442662"/>
                    <a:pt x="393848" y="443616"/>
                    <a:pt x="393905" y="444598"/>
                  </a:cubicBezTo>
                  <a:cubicBezTo>
                    <a:pt x="393983" y="446022"/>
                    <a:pt x="393983" y="446022"/>
                    <a:pt x="394062" y="447476"/>
                  </a:cubicBezTo>
                  <a:cubicBezTo>
                    <a:pt x="394127" y="449960"/>
                    <a:pt x="394127" y="449960"/>
                    <a:pt x="395859" y="451388"/>
                  </a:cubicBezTo>
                  <a:cubicBezTo>
                    <a:pt x="396104" y="451388"/>
                    <a:pt x="396350" y="451388"/>
                    <a:pt x="396603" y="451388"/>
                  </a:cubicBezTo>
                  <a:cubicBezTo>
                    <a:pt x="396631" y="452016"/>
                    <a:pt x="396658" y="452643"/>
                    <a:pt x="396687" y="453289"/>
                  </a:cubicBezTo>
                  <a:cubicBezTo>
                    <a:pt x="396736" y="454105"/>
                    <a:pt x="396785" y="454920"/>
                    <a:pt x="396835" y="455760"/>
                  </a:cubicBezTo>
                  <a:cubicBezTo>
                    <a:pt x="396879" y="456572"/>
                    <a:pt x="396922" y="457383"/>
                    <a:pt x="396966" y="458219"/>
                  </a:cubicBezTo>
                  <a:cubicBezTo>
                    <a:pt x="397092" y="458912"/>
                    <a:pt x="397218" y="459604"/>
                    <a:pt x="397347" y="460318"/>
                  </a:cubicBezTo>
                  <a:cubicBezTo>
                    <a:pt x="398084" y="460809"/>
                    <a:pt x="398820" y="461300"/>
                    <a:pt x="399579" y="461806"/>
                  </a:cubicBezTo>
                  <a:cubicBezTo>
                    <a:pt x="399883" y="463824"/>
                    <a:pt x="399679" y="465708"/>
                    <a:pt x="399579" y="467759"/>
                  </a:cubicBezTo>
                  <a:cubicBezTo>
                    <a:pt x="400316" y="467759"/>
                    <a:pt x="401053" y="467759"/>
                    <a:pt x="401812" y="467759"/>
                  </a:cubicBezTo>
                  <a:cubicBezTo>
                    <a:pt x="401927" y="468795"/>
                    <a:pt x="401927" y="468795"/>
                    <a:pt x="402044" y="469852"/>
                  </a:cubicBezTo>
                  <a:cubicBezTo>
                    <a:pt x="402586" y="472361"/>
                    <a:pt x="402950" y="472839"/>
                    <a:pt x="404788" y="474457"/>
                  </a:cubicBezTo>
                  <a:cubicBezTo>
                    <a:pt x="405284" y="475449"/>
                    <a:pt x="405781" y="476441"/>
                    <a:pt x="406277" y="477433"/>
                  </a:cubicBezTo>
                  <a:cubicBezTo>
                    <a:pt x="406768" y="477679"/>
                    <a:pt x="407259" y="477924"/>
                    <a:pt x="407765" y="478177"/>
                  </a:cubicBezTo>
                  <a:cubicBezTo>
                    <a:pt x="407947" y="478672"/>
                    <a:pt x="408129" y="479167"/>
                    <a:pt x="408317" y="479677"/>
                  </a:cubicBezTo>
                  <a:cubicBezTo>
                    <a:pt x="408626" y="480165"/>
                    <a:pt x="408935" y="480652"/>
                    <a:pt x="409253" y="481154"/>
                  </a:cubicBezTo>
                  <a:cubicBezTo>
                    <a:pt x="411395" y="481679"/>
                    <a:pt x="411395" y="481679"/>
                    <a:pt x="413811" y="481712"/>
                  </a:cubicBezTo>
                  <a:cubicBezTo>
                    <a:pt x="414626" y="481754"/>
                    <a:pt x="415442" y="481796"/>
                    <a:pt x="416282" y="481840"/>
                  </a:cubicBezTo>
                  <a:cubicBezTo>
                    <a:pt x="417223" y="481869"/>
                    <a:pt x="417223" y="481869"/>
                    <a:pt x="418183" y="481898"/>
                  </a:cubicBezTo>
                  <a:cubicBezTo>
                    <a:pt x="418157" y="481271"/>
                    <a:pt x="418131" y="480643"/>
                    <a:pt x="418104" y="479997"/>
                  </a:cubicBezTo>
                  <a:cubicBezTo>
                    <a:pt x="418074" y="478774"/>
                    <a:pt x="418074" y="478774"/>
                    <a:pt x="418043" y="477526"/>
                  </a:cubicBezTo>
                  <a:cubicBezTo>
                    <a:pt x="418017" y="476715"/>
                    <a:pt x="417992" y="475903"/>
                    <a:pt x="417965" y="475067"/>
                  </a:cubicBezTo>
                  <a:cubicBezTo>
                    <a:pt x="418037" y="474374"/>
                    <a:pt x="418109" y="473682"/>
                    <a:pt x="418183" y="472968"/>
                  </a:cubicBezTo>
                  <a:cubicBezTo>
                    <a:pt x="418920" y="472477"/>
                    <a:pt x="419656" y="471986"/>
                    <a:pt x="420415" y="471480"/>
                  </a:cubicBezTo>
                  <a:cubicBezTo>
                    <a:pt x="420768" y="470045"/>
                    <a:pt x="420768" y="470045"/>
                    <a:pt x="420737" y="468374"/>
                  </a:cubicBezTo>
                  <a:cubicBezTo>
                    <a:pt x="420752" y="467733"/>
                    <a:pt x="420767" y="467093"/>
                    <a:pt x="420782" y="466433"/>
                  </a:cubicBezTo>
                  <a:cubicBezTo>
                    <a:pt x="420786" y="465741"/>
                    <a:pt x="420791" y="465048"/>
                    <a:pt x="420796" y="464335"/>
                  </a:cubicBezTo>
                  <a:cubicBezTo>
                    <a:pt x="420809" y="463627"/>
                    <a:pt x="420823" y="462919"/>
                    <a:pt x="420837" y="462189"/>
                  </a:cubicBezTo>
                  <a:cubicBezTo>
                    <a:pt x="420877" y="459922"/>
                    <a:pt x="420902" y="457655"/>
                    <a:pt x="420927" y="455388"/>
                  </a:cubicBezTo>
                  <a:cubicBezTo>
                    <a:pt x="420952" y="453853"/>
                    <a:pt x="420977" y="452318"/>
                    <a:pt x="421004" y="450784"/>
                  </a:cubicBezTo>
                  <a:cubicBezTo>
                    <a:pt x="421067" y="447017"/>
                    <a:pt x="421117" y="443249"/>
                    <a:pt x="421159" y="439482"/>
                  </a:cubicBezTo>
                  <a:cubicBezTo>
                    <a:pt x="421896" y="439482"/>
                    <a:pt x="422633" y="439482"/>
                    <a:pt x="423392" y="439482"/>
                  </a:cubicBezTo>
                  <a:cubicBezTo>
                    <a:pt x="423637" y="428677"/>
                    <a:pt x="423883" y="417872"/>
                    <a:pt x="424136" y="406740"/>
                  </a:cubicBezTo>
                  <a:cubicBezTo>
                    <a:pt x="425855" y="406740"/>
                    <a:pt x="427574" y="406740"/>
                    <a:pt x="429345" y="406740"/>
                  </a:cubicBezTo>
                  <a:cubicBezTo>
                    <a:pt x="429299" y="407338"/>
                    <a:pt x="429253" y="407937"/>
                    <a:pt x="429205" y="408554"/>
                  </a:cubicBezTo>
                  <a:cubicBezTo>
                    <a:pt x="429252" y="409183"/>
                    <a:pt x="429298" y="409812"/>
                    <a:pt x="429345" y="410461"/>
                  </a:cubicBezTo>
                  <a:cubicBezTo>
                    <a:pt x="430082" y="410706"/>
                    <a:pt x="430818" y="410952"/>
                    <a:pt x="431577" y="411205"/>
                  </a:cubicBezTo>
                  <a:cubicBezTo>
                    <a:pt x="431823" y="411941"/>
                    <a:pt x="432069" y="412678"/>
                    <a:pt x="432322" y="413437"/>
                  </a:cubicBezTo>
                  <a:cubicBezTo>
                    <a:pt x="433058" y="413683"/>
                    <a:pt x="433795" y="413928"/>
                    <a:pt x="434554" y="414181"/>
                  </a:cubicBezTo>
                  <a:cubicBezTo>
                    <a:pt x="435345" y="415902"/>
                    <a:pt x="435345" y="415902"/>
                    <a:pt x="436042" y="417902"/>
                  </a:cubicBezTo>
                  <a:cubicBezTo>
                    <a:pt x="436681" y="419552"/>
                    <a:pt x="436681" y="419552"/>
                    <a:pt x="437531" y="420878"/>
                  </a:cubicBezTo>
                  <a:cubicBezTo>
                    <a:pt x="438267" y="421124"/>
                    <a:pt x="439004" y="421370"/>
                    <a:pt x="439763" y="421623"/>
                  </a:cubicBezTo>
                  <a:cubicBezTo>
                    <a:pt x="440009" y="422359"/>
                    <a:pt x="440254" y="423096"/>
                    <a:pt x="440507" y="423855"/>
                  </a:cubicBezTo>
                  <a:cubicBezTo>
                    <a:pt x="440891" y="424239"/>
                    <a:pt x="441275" y="424622"/>
                    <a:pt x="441670" y="425018"/>
                  </a:cubicBezTo>
                  <a:cubicBezTo>
                    <a:pt x="442740" y="426087"/>
                    <a:pt x="442740" y="426087"/>
                    <a:pt x="442740" y="427576"/>
                  </a:cubicBezTo>
                  <a:cubicBezTo>
                    <a:pt x="443476" y="427821"/>
                    <a:pt x="444213" y="428067"/>
                    <a:pt x="444972" y="428320"/>
                  </a:cubicBezTo>
                  <a:cubicBezTo>
                    <a:pt x="445925" y="429480"/>
                    <a:pt x="445925" y="429480"/>
                    <a:pt x="446832" y="430878"/>
                  </a:cubicBezTo>
                  <a:cubicBezTo>
                    <a:pt x="448142" y="432888"/>
                    <a:pt x="448841" y="433628"/>
                    <a:pt x="450925" y="435017"/>
                  </a:cubicBezTo>
                  <a:cubicBezTo>
                    <a:pt x="451171" y="435754"/>
                    <a:pt x="451416" y="436491"/>
                    <a:pt x="451669" y="437250"/>
                  </a:cubicBezTo>
                  <a:cubicBezTo>
                    <a:pt x="452406" y="437495"/>
                    <a:pt x="453143" y="437741"/>
                    <a:pt x="453902" y="437994"/>
                  </a:cubicBezTo>
                  <a:cubicBezTo>
                    <a:pt x="454147" y="438730"/>
                    <a:pt x="454393" y="439467"/>
                    <a:pt x="454646" y="440226"/>
                  </a:cubicBezTo>
                  <a:cubicBezTo>
                    <a:pt x="455382" y="440717"/>
                    <a:pt x="456119" y="441208"/>
                    <a:pt x="456878" y="441714"/>
                  </a:cubicBezTo>
                  <a:cubicBezTo>
                    <a:pt x="457124" y="442451"/>
                    <a:pt x="457369" y="443188"/>
                    <a:pt x="457622" y="443947"/>
                  </a:cubicBezTo>
                  <a:cubicBezTo>
                    <a:pt x="458113" y="444070"/>
                    <a:pt x="458605" y="444192"/>
                    <a:pt x="459111" y="444319"/>
                  </a:cubicBezTo>
                  <a:cubicBezTo>
                    <a:pt x="459602" y="444442"/>
                    <a:pt x="460093" y="444564"/>
                    <a:pt x="460599" y="444691"/>
                  </a:cubicBezTo>
                  <a:cubicBezTo>
                    <a:pt x="460844" y="445428"/>
                    <a:pt x="461090" y="446164"/>
                    <a:pt x="461343" y="446923"/>
                  </a:cubicBezTo>
                  <a:cubicBezTo>
                    <a:pt x="461964" y="447138"/>
                    <a:pt x="462584" y="447353"/>
                    <a:pt x="463224" y="447574"/>
                  </a:cubicBezTo>
                  <a:cubicBezTo>
                    <a:pt x="463831" y="447851"/>
                    <a:pt x="464438" y="448127"/>
                    <a:pt x="465064" y="448412"/>
                  </a:cubicBezTo>
                  <a:cubicBezTo>
                    <a:pt x="465511" y="450060"/>
                    <a:pt x="465511" y="450060"/>
                    <a:pt x="465486" y="452133"/>
                  </a:cubicBezTo>
                  <a:cubicBezTo>
                    <a:pt x="465486" y="452907"/>
                    <a:pt x="465486" y="453682"/>
                    <a:pt x="465485" y="454480"/>
                  </a:cubicBezTo>
                  <a:cubicBezTo>
                    <a:pt x="465457" y="455738"/>
                    <a:pt x="465457" y="455738"/>
                    <a:pt x="465427" y="457022"/>
                  </a:cubicBezTo>
                  <a:cubicBezTo>
                    <a:pt x="465422" y="457878"/>
                    <a:pt x="465417" y="458735"/>
                    <a:pt x="465411" y="459618"/>
                  </a:cubicBezTo>
                  <a:cubicBezTo>
                    <a:pt x="465390" y="462363"/>
                    <a:pt x="465344" y="465107"/>
                    <a:pt x="465296" y="467852"/>
                  </a:cubicBezTo>
                  <a:cubicBezTo>
                    <a:pt x="465278" y="469710"/>
                    <a:pt x="465261" y="471567"/>
                    <a:pt x="465245" y="473425"/>
                  </a:cubicBezTo>
                  <a:cubicBezTo>
                    <a:pt x="465204" y="477986"/>
                    <a:pt x="465142" y="482546"/>
                    <a:pt x="465064" y="487107"/>
                  </a:cubicBezTo>
                  <a:cubicBezTo>
                    <a:pt x="464327" y="486861"/>
                    <a:pt x="463590" y="486616"/>
                    <a:pt x="462831" y="486363"/>
                  </a:cubicBezTo>
                  <a:cubicBezTo>
                    <a:pt x="462586" y="492502"/>
                    <a:pt x="462340" y="498641"/>
                    <a:pt x="462087" y="504966"/>
                  </a:cubicBezTo>
                  <a:cubicBezTo>
                    <a:pt x="461596" y="504966"/>
                    <a:pt x="461105" y="504966"/>
                    <a:pt x="460599" y="504966"/>
                  </a:cubicBezTo>
                  <a:cubicBezTo>
                    <a:pt x="460509" y="505817"/>
                    <a:pt x="460419" y="506668"/>
                    <a:pt x="460326" y="507545"/>
                  </a:cubicBezTo>
                  <a:cubicBezTo>
                    <a:pt x="460200" y="508654"/>
                    <a:pt x="460074" y="509764"/>
                    <a:pt x="459948" y="510873"/>
                  </a:cubicBezTo>
                  <a:cubicBezTo>
                    <a:pt x="459860" y="511715"/>
                    <a:pt x="459860" y="511715"/>
                    <a:pt x="459770" y="512575"/>
                  </a:cubicBezTo>
                  <a:cubicBezTo>
                    <a:pt x="459603" y="514015"/>
                    <a:pt x="459362" y="515445"/>
                    <a:pt x="459111" y="516873"/>
                  </a:cubicBezTo>
                  <a:cubicBezTo>
                    <a:pt x="458620" y="517118"/>
                    <a:pt x="458128" y="517364"/>
                    <a:pt x="457622" y="517617"/>
                  </a:cubicBezTo>
                  <a:cubicBezTo>
                    <a:pt x="457273" y="519712"/>
                    <a:pt x="457273" y="519712"/>
                    <a:pt x="457157" y="522128"/>
                  </a:cubicBezTo>
                  <a:cubicBezTo>
                    <a:pt x="457102" y="522950"/>
                    <a:pt x="457046" y="523772"/>
                    <a:pt x="456989" y="524619"/>
                  </a:cubicBezTo>
                  <a:cubicBezTo>
                    <a:pt x="456952" y="525255"/>
                    <a:pt x="456916" y="525891"/>
                    <a:pt x="456878" y="526546"/>
                  </a:cubicBezTo>
                  <a:cubicBezTo>
                    <a:pt x="456142" y="526546"/>
                    <a:pt x="455405" y="526546"/>
                    <a:pt x="454646" y="526546"/>
                  </a:cubicBezTo>
                  <a:cubicBezTo>
                    <a:pt x="454400" y="528757"/>
                    <a:pt x="454155" y="530967"/>
                    <a:pt x="453902" y="533244"/>
                  </a:cubicBezTo>
                  <a:cubicBezTo>
                    <a:pt x="453165" y="533244"/>
                    <a:pt x="452428" y="533244"/>
                    <a:pt x="451669" y="533244"/>
                  </a:cubicBezTo>
                  <a:cubicBezTo>
                    <a:pt x="451424" y="535208"/>
                    <a:pt x="451178" y="537173"/>
                    <a:pt x="450925" y="539197"/>
                  </a:cubicBezTo>
                  <a:cubicBezTo>
                    <a:pt x="450188" y="539197"/>
                    <a:pt x="449452" y="539197"/>
                    <a:pt x="448693" y="539197"/>
                  </a:cubicBezTo>
                  <a:cubicBezTo>
                    <a:pt x="448408" y="540429"/>
                    <a:pt x="448161" y="541671"/>
                    <a:pt x="447949" y="542918"/>
                  </a:cubicBezTo>
                  <a:cubicBezTo>
                    <a:pt x="447457" y="543163"/>
                    <a:pt x="446966" y="543409"/>
                    <a:pt x="446460" y="543662"/>
                  </a:cubicBezTo>
                  <a:cubicBezTo>
                    <a:pt x="446353" y="544153"/>
                    <a:pt x="446245" y="544644"/>
                    <a:pt x="446135" y="545150"/>
                  </a:cubicBezTo>
                  <a:cubicBezTo>
                    <a:pt x="445997" y="545641"/>
                    <a:pt x="445858" y="546132"/>
                    <a:pt x="445716" y="546638"/>
                  </a:cubicBezTo>
                  <a:cubicBezTo>
                    <a:pt x="444979" y="546884"/>
                    <a:pt x="444243" y="547129"/>
                    <a:pt x="443484" y="547382"/>
                  </a:cubicBezTo>
                  <a:cubicBezTo>
                    <a:pt x="443238" y="548119"/>
                    <a:pt x="442993" y="548856"/>
                    <a:pt x="442740" y="549615"/>
                  </a:cubicBezTo>
                  <a:cubicBezTo>
                    <a:pt x="442003" y="549860"/>
                    <a:pt x="441266" y="550106"/>
                    <a:pt x="440507" y="550359"/>
                  </a:cubicBezTo>
                  <a:cubicBezTo>
                    <a:pt x="440392" y="551096"/>
                    <a:pt x="440392" y="551096"/>
                    <a:pt x="440275" y="551847"/>
                  </a:cubicBezTo>
                  <a:cubicBezTo>
                    <a:pt x="440106" y="552338"/>
                    <a:pt x="439937" y="552830"/>
                    <a:pt x="439763" y="553336"/>
                  </a:cubicBezTo>
                  <a:cubicBezTo>
                    <a:pt x="437484" y="553894"/>
                    <a:pt x="437484" y="553894"/>
                    <a:pt x="435298" y="554080"/>
                  </a:cubicBezTo>
                  <a:cubicBezTo>
                    <a:pt x="435298" y="555062"/>
                    <a:pt x="435298" y="556044"/>
                    <a:pt x="435298" y="557056"/>
                  </a:cubicBezTo>
                  <a:cubicBezTo>
                    <a:pt x="434823" y="557084"/>
                    <a:pt x="434348" y="557112"/>
                    <a:pt x="433859" y="557141"/>
                  </a:cubicBezTo>
                  <a:cubicBezTo>
                    <a:pt x="433244" y="557189"/>
                    <a:pt x="432630" y="557238"/>
                    <a:pt x="431996" y="557289"/>
                  </a:cubicBezTo>
                  <a:cubicBezTo>
                    <a:pt x="431383" y="557332"/>
                    <a:pt x="430770" y="557375"/>
                    <a:pt x="430139" y="557420"/>
                  </a:cubicBezTo>
                  <a:cubicBezTo>
                    <a:pt x="429631" y="557545"/>
                    <a:pt x="429124" y="557671"/>
                    <a:pt x="428601" y="557800"/>
                  </a:cubicBezTo>
                  <a:cubicBezTo>
                    <a:pt x="428355" y="558537"/>
                    <a:pt x="428110" y="559274"/>
                    <a:pt x="427857" y="560033"/>
                  </a:cubicBezTo>
                  <a:cubicBezTo>
                    <a:pt x="426501" y="560316"/>
                    <a:pt x="426501" y="560316"/>
                    <a:pt x="424710" y="560322"/>
                  </a:cubicBezTo>
                  <a:cubicBezTo>
                    <a:pt x="424042" y="560329"/>
                    <a:pt x="423374" y="560336"/>
                    <a:pt x="422686" y="560343"/>
                  </a:cubicBezTo>
                  <a:cubicBezTo>
                    <a:pt x="421960" y="560338"/>
                    <a:pt x="421233" y="560334"/>
                    <a:pt x="420485" y="560329"/>
                  </a:cubicBezTo>
                  <a:cubicBezTo>
                    <a:pt x="419745" y="560331"/>
                    <a:pt x="419004" y="560334"/>
                    <a:pt x="418241" y="560336"/>
                  </a:cubicBezTo>
                  <a:cubicBezTo>
                    <a:pt x="416672" y="560337"/>
                    <a:pt x="415103" y="560333"/>
                    <a:pt x="413535" y="560324"/>
                  </a:cubicBezTo>
                  <a:cubicBezTo>
                    <a:pt x="411124" y="560312"/>
                    <a:pt x="408714" y="560324"/>
                    <a:pt x="406303" y="560338"/>
                  </a:cubicBezTo>
                  <a:cubicBezTo>
                    <a:pt x="404783" y="560337"/>
                    <a:pt x="403262" y="560334"/>
                    <a:pt x="401742" y="560329"/>
                  </a:cubicBezTo>
                  <a:cubicBezTo>
                    <a:pt x="401016" y="560334"/>
                    <a:pt x="400289" y="560338"/>
                    <a:pt x="399541" y="560343"/>
                  </a:cubicBezTo>
                  <a:cubicBezTo>
                    <a:pt x="398873" y="560336"/>
                    <a:pt x="398205" y="560329"/>
                    <a:pt x="397517" y="560322"/>
                  </a:cubicBezTo>
                  <a:cubicBezTo>
                    <a:pt x="396631" y="560319"/>
                    <a:pt x="396631" y="560319"/>
                    <a:pt x="395726" y="560316"/>
                  </a:cubicBezTo>
                  <a:cubicBezTo>
                    <a:pt x="395055" y="560176"/>
                    <a:pt x="395055" y="560176"/>
                    <a:pt x="394370" y="560033"/>
                  </a:cubicBezTo>
                  <a:cubicBezTo>
                    <a:pt x="394125" y="559296"/>
                    <a:pt x="393879" y="558559"/>
                    <a:pt x="393626" y="557800"/>
                  </a:cubicBezTo>
                  <a:cubicBezTo>
                    <a:pt x="391879" y="557362"/>
                    <a:pt x="391879" y="557362"/>
                    <a:pt x="389859" y="557289"/>
                  </a:cubicBezTo>
                  <a:cubicBezTo>
                    <a:pt x="389175" y="557240"/>
                    <a:pt x="388491" y="557191"/>
                    <a:pt x="387787" y="557141"/>
                  </a:cubicBezTo>
                  <a:cubicBezTo>
                    <a:pt x="386994" y="557099"/>
                    <a:pt x="386994" y="557099"/>
                    <a:pt x="386185" y="557056"/>
                  </a:cubicBezTo>
                  <a:cubicBezTo>
                    <a:pt x="386185" y="556074"/>
                    <a:pt x="386185" y="555092"/>
                    <a:pt x="386185" y="554080"/>
                  </a:cubicBezTo>
                  <a:cubicBezTo>
                    <a:pt x="384220" y="553834"/>
                    <a:pt x="382256" y="553589"/>
                    <a:pt x="380232" y="553336"/>
                  </a:cubicBezTo>
                  <a:cubicBezTo>
                    <a:pt x="380232" y="552353"/>
                    <a:pt x="380232" y="551371"/>
                    <a:pt x="380232" y="550359"/>
                  </a:cubicBezTo>
                  <a:cubicBezTo>
                    <a:pt x="379357" y="550451"/>
                    <a:pt x="379357" y="550451"/>
                    <a:pt x="378464" y="550545"/>
                  </a:cubicBezTo>
                  <a:cubicBezTo>
                    <a:pt x="377497" y="550453"/>
                    <a:pt x="377497" y="550453"/>
                    <a:pt x="376511" y="550359"/>
                  </a:cubicBezTo>
                  <a:cubicBezTo>
                    <a:pt x="375720" y="548917"/>
                    <a:pt x="375720" y="548917"/>
                    <a:pt x="375023" y="547382"/>
                  </a:cubicBezTo>
                  <a:cubicBezTo>
                    <a:pt x="374516" y="547260"/>
                    <a:pt x="374010" y="547137"/>
                    <a:pt x="373488" y="547010"/>
                  </a:cubicBezTo>
                  <a:cubicBezTo>
                    <a:pt x="373012" y="546888"/>
                    <a:pt x="372536" y="546765"/>
                    <a:pt x="372046" y="546638"/>
                  </a:cubicBezTo>
                  <a:cubicBezTo>
                    <a:pt x="371791" y="545648"/>
                    <a:pt x="371543" y="544656"/>
                    <a:pt x="371302" y="543662"/>
                  </a:cubicBezTo>
                  <a:cubicBezTo>
                    <a:pt x="369901" y="542837"/>
                    <a:pt x="369901" y="542837"/>
                    <a:pt x="368325" y="542173"/>
                  </a:cubicBezTo>
                  <a:cubicBezTo>
                    <a:pt x="367567" y="541444"/>
                    <a:pt x="366820" y="540701"/>
                    <a:pt x="366093" y="539941"/>
                  </a:cubicBezTo>
                  <a:cubicBezTo>
                    <a:pt x="365602" y="539695"/>
                    <a:pt x="365111" y="539450"/>
                    <a:pt x="364605" y="539197"/>
                  </a:cubicBezTo>
                  <a:cubicBezTo>
                    <a:pt x="363099" y="536749"/>
                    <a:pt x="361818" y="534484"/>
                    <a:pt x="360791" y="531802"/>
                  </a:cubicBezTo>
                  <a:cubicBezTo>
                    <a:pt x="360576" y="531295"/>
                    <a:pt x="360361" y="530789"/>
                    <a:pt x="360140" y="530267"/>
                  </a:cubicBezTo>
                  <a:cubicBezTo>
                    <a:pt x="359649" y="530267"/>
                    <a:pt x="359158" y="530267"/>
                    <a:pt x="358652" y="530267"/>
                  </a:cubicBezTo>
                  <a:cubicBezTo>
                    <a:pt x="358406" y="528794"/>
                    <a:pt x="358161" y="527320"/>
                    <a:pt x="357908" y="525802"/>
                  </a:cubicBezTo>
                  <a:cubicBezTo>
                    <a:pt x="357171" y="525802"/>
                    <a:pt x="356434" y="525802"/>
                    <a:pt x="355675" y="525802"/>
                  </a:cubicBezTo>
                  <a:cubicBezTo>
                    <a:pt x="355736" y="525219"/>
                    <a:pt x="355798" y="524636"/>
                    <a:pt x="355861" y="524035"/>
                  </a:cubicBezTo>
                  <a:cubicBezTo>
                    <a:pt x="355800" y="523390"/>
                    <a:pt x="355738" y="522746"/>
                    <a:pt x="355675" y="522082"/>
                  </a:cubicBezTo>
                  <a:cubicBezTo>
                    <a:pt x="354689" y="521573"/>
                    <a:pt x="353697" y="521077"/>
                    <a:pt x="352699" y="520593"/>
                  </a:cubicBezTo>
                  <a:cubicBezTo>
                    <a:pt x="352233" y="518686"/>
                    <a:pt x="352233" y="518686"/>
                    <a:pt x="351954" y="516873"/>
                  </a:cubicBezTo>
                  <a:cubicBezTo>
                    <a:pt x="351463" y="516627"/>
                    <a:pt x="350972" y="516382"/>
                    <a:pt x="350466" y="516128"/>
                  </a:cubicBezTo>
                  <a:cubicBezTo>
                    <a:pt x="349970" y="514640"/>
                    <a:pt x="349474" y="513152"/>
                    <a:pt x="348978" y="511664"/>
                  </a:cubicBezTo>
                  <a:cubicBezTo>
                    <a:pt x="348487" y="511418"/>
                    <a:pt x="347996" y="511173"/>
                    <a:pt x="347490" y="510919"/>
                  </a:cubicBezTo>
                  <a:cubicBezTo>
                    <a:pt x="347048" y="508949"/>
                    <a:pt x="346937" y="506982"/>
                    <a:pt x="346745" y="504966"/>
                  </a:cubicBezTo>
                  <a:cubicBezTo>
                    <a:pt x="346009" y="504966"/>
                    <a:pt x="345272" y="504966"/>
                    <a:pt x="344513" y="504966"/>
                  </a:cubicBezTo>
                  <a:cubicBezTo>
                    <a:pt x="344513" y="502511"/>
                    <a:pt x="344513" y="500055"/>
                    <a:pt x="344513" y="497525"/>
                  </a:cubicBezTo>
                  <a:cubicBezTo>
                    <a:pt x="343776" y="497525"/>
                    <a:pt x="343040" y="497525"/>
                    <a:pt x="342281" y="497525"/>
                  </a:cubicBezTo>
                  <a:cubicBezTo>
                    <a:pt x="342190" y="496943"/>
                    <a:pt x="342100" y="496360"/>
                    <a:pt x="342007" y="495761"/>
                  </a:cubicBezTo>
                  <a:cubicBezTo>
                    <a:pt x="341883" y="495008"/>
                    <a:pt x="341758" y="494255"/>
                    <a:pt x="341629" y="493479"/>
                  </a:cubicBezTo>
                  <a:cubicBezTo>
                    <a:pt x="341509" y="492728"/>
                    <a:pt x="341388" y="491977"/>
                    <a:pt x="341263" y="491203"/>
                  </a:cubicBezTo>
                  <a:cubicBezTo>
                    <a:pt x="341108" y="490588"/>
                    <a:pt x="340952" y="489973"/>
                    <a:pt x="340792" y="489339"/>
                  </a:cubicBezTo>
                  <a:cubicBezTo>
                    <a:pt x="340301" y="489094"/>
                    <a:pt x="339810" y="488848"/>
                    <a:pt x="339304" y="488595"/>
                  </a:cubicBezTo>
                  <a:cubicBezTo>
                    <a:pt x="339040" y="486672"/>
                    <a:pt x="338974" y="484767"/>
                    <a:pt x="338888" y="482828"/>
                  </a:cubicBezTo>
                  <a:cubicBezTo>
                    <a:pt x="338780" y="482276"/>
                    <a:pt x="338672" y="481723"/>
                    <a:pt x="338560" y="481154"/>
                  </a:cubicBezTo>
                  <a:cubicBezTo>
                    <a:pt x="337823" y="480908"/>
                    <a:pt x="337086" y="480663"/>
                    <a:pt x="336327" y="480410"/>
                  </a:cubicBezTo>
                  <a:cubicBezTo>
                    <a:pt x="335999" y="478247"/>
                    <a:pt x="335999" y="478247"/>
                    <a:pt x="335909" y="475573"/>
                  </a:cubicBezTo>
                  <a:cubicBezTo>
                    <a:pt x="335851" y="473958"/>
                    <a:pt x="335754" y="472343"/>
                    <a:pt x="335583" y="470736"/>
                  </a:cubicBezTo>
                  <a:cubicBezTo>
                    <a:pt x="335092" y="470490"/>
                    <a:pt x="334601" y="470245"/>
                    <a:pt x="334095" y="469992"/>
                  </a:cubicBezTo>
                  <a:cubicBezTo>
                    <a:pt x="333813" y="468044"/>
                    <a:pt x="333813" y="468044"/>
                    <a:pt x="333676" y="465620"/>
                  </a:cubicBezTo>
                  <a:cubicBezTo>
                    <a:pt x="333530" y="463145"/>
                    <a:pt x="333393" y="461188"/>
                    <a:pt x="332607" y="458830"/>
                  </a:cubicBezTo>
                  <a:cubicBezTo>
                    <a:pt x="332116" y="458584"/>
                    <a:pt x="331624" y="458339"/>
                    <a:pt x="331118" y="458086"/>
                  </a:cubicBezTo>
                  <a:cubicBezTo>
                    <a:pt x="330881" y="456771"/>
                    <a:pt x="330881" y="456771"/>
                    <a:pt x="330810" y="455083"/>
                  </a:cubicBezTo>
                  <a:cubicBezTo>
                    <a:pt x="330782" y="454481"/>
                    <a:pt x="330753" y="453879"/>
                    <a:pt x="330723" y="453259"/>
                  </a:cubicBezTo>
                  <a:cubicBezTo>
                    <a:pt x="330700" y="452626"/>
                    <a:pt x="330677" y="451994"/>
                    <a:pt x="330653" y="451342"/>
                  </a:cubicBezTo>
                  <a:cubicBezTo>
                    <a:pt x="330625" y="450706"/>
                    <a:pt x="330596" y="450071"/>
                    <a:pt x="330566" y="449416"/>
                  </a:cubicBezTo>
                  <a:cubicBezTo>
                    <a:pt x="330496" y="447841"/>
                    <a:pt x="330434" y="446266"/>
                    <a:pt x="330374" y="444691"/>
                  </a:cubicBezTo>
                  <a:cubicBezTo>
                    <a:pt x="329638" y="444691"/>
                    <a:pt x="328901" y="444691"/>
                    <a:pt x="328142" y="444691"/>
                  </a:cubicBezTo>
                  <a:cubicBezTo>
                    <a:pt x="328127" y="444221"/>
                    <a:pt x="328112" y="443752"/>
                    <a:pt x="328097" y="443268"/>
                  </a:cubicBezTo>
                  <a:cubicBezTo>
                    <a:pt x="328027" y="441153"/>
                    <a:pt x="327945" y="439039"/>
                    <a:pt x="327863" y="436924"/>
                  </a:cubicBezTo>
                  <a:cubicBezTo>
                    <a:pt x="327840" y="436185"/>
                    <a:pt x="327817" y="435446"/>
                    <a:pt x="327793" y="434684"/>
                  </a:cubicBezTo>
                  <a:cubicBezTo>
                    <a:pt x="327764" y="433982"/>
                    <a:pt x="327736" y="433279"/>
                    <a:pt x="327706" y="432555"/>
                  </a:cubicBezTo>
                  <a:cubicBezTo>
                    <a:pt x="327671" y="431579"/>
                    <a:pt x="327671" y="431579"/>
                    <a:pt x="327635" y="430583"/>
                  </a:cubicBezTo>
                  <a:cubicBezTo>
                    <a:pt x="327518" y="429831"/>
                    <a:pt x="327518" y="429831"/>
                    <a:pt x="327398" y="429064"/>
                  </a:cubicBezTo>
                  <a:cubicBezTo>
                    <a:pt x="326907" y="428818"/>
                    <a:pt x="326415" y="428573"/>
                    <a:pt x="325909" y="428320"/>
                  </a:cubicBezTo>
                  <a:cubicBezTo>
                    <a:pt x="325672" y="426391"/>
                    <a:pt x="325672" y="426391"/>
                    <a:pt x="325601" y="423852"/>
                  </a:cubicBezTo>
                  <a:cubicBezTo>
                    <a:pt x="325573" y="422948"/>
                    <a:pt x="325544" y="422044"/>
                    <a:pt x="325514" y="421112"/>
                  </a:cubicBezTo>
                  <a:cubicBezTo>
                    <a:pt x="325480" y="419684"/>
                    <a:pt x="325480" y="419684"/>
                    <a:pt x="325444" y="418227"/>
                  </a:cubicBezTo>
                  <a:cubicBezTo>
                    <a:pt x="325416" y="417273"/>
                    <a:pt x="325387" y="416318"/>
                    <a:pt x="325357" y="415334"/>
                  </a:cubicBezTo>
                  <a:cubicBezTo>
                    <a:pt x="325287" y="412965"/>
                    <a:pt x="325223" y="410597"/>
                    <a:pt x="325165" y="408228"/>
                  </a:cubicBezTo>
                  <a:cubicBezTo>
                    <a:pt x="324429" y="408228"/>
                    <a:pt x="323692" y="408228"/>
                    <a:pt x="322933" y="408228"/>
                  </a:cubicBezTo>
                  <a:cubicBezTo>
                    <a:pt x="322918" y="407492"/>
                    <a:pt x="322903" y="406756"/>
                    <a:pt x="322888" y="405997"/>
                  </a:cubicBezTo>
                  <a:cubicBezTo>
                    <a:pt x="322832" y="403271"/>
                    <a:pt x="322766" y="400544"/>
                    <a:pt x="322697" y="397818"/>
                  </a:cubicBezTo>
                  <a:cubicBezTo>
                    <a:pt x="322668" y="396637"/>
                    <a:pt x="322642" y="395456"/>
                    <a:pt x="322619" y="394275"/>
                  </a:cubicBezTo>
                  <a:cubicBezTo>
                    <a:pt x="322585" y="392580"/>
                    <a:pt x="322542" y="390884"/>
                    <a:pt x="322497" y="389189"/>
                  </a:cubicBezTo>
                  <a:cubicBezTo>
                    <a:pt x="322484" y="388394"/>
                    <a:pt x="322484" y="388394"/>
                    <a:pt x="322471" y="387584"/>
                  </a:cubicBezTo>
                  <a:cubicBezTo>
                    <a:pt x="322461" y="384549"/>
                    <a:pt x="322461" y="384549"/>
                    <a:pt x="320700" y="382183"/>
                  </a:cubicBezTo>
                  <a:cubicBezTo>
                    <a:pt x="320455" y="382183"/>
                    <a:pt x="320209" y="382183"/>
                    <a:pt x="319956" y="382183"/>
                  </a:cubicBezTo>
                  <a:cubicBezTo>
                    <a:pt x="319950" y="381737"/>
                    <a:pt x="319944" y="381292"/>
                    <a:pt x="319938" y="380832"/>
                  </a:cubicBezTo>
                  <a:cubicBezTo>
                    <a:pt x="319874" y="376209"/>
                    <a:pt x="319800" y="371586"/>
                    <a:pt x="319720" y="366963"/>
                  </a:cubicBezTo>
                  <a:cubicBezTo>
                    <a:pt x="319692" y="365236"/>
                    <a:pt x="319666" y="363509"/>
                    <a:pt x="319642" y="361781"/>
                  </a:cubicBezTo>
                  <a:cubicBezTo>
                    <a:pt x="319609" y="359304"/>
                    <a:pt x="319565" y="356827"/>
                    <a:pt x="319520" y="354351"/>
                  </a:cubicBezTo>
                  <a:cubicBezTo>
                    <a:pt x="319507" y="353184"/>
                    <a:pt x="319507" y="353184"/>
                    <a:pt x="319494" y="351995"/>
                  </a:cubicBezTo>
                  <a:cubicBezTo>
                    <a:pt x="319472" y="350922"/>
                    <a:pt x="319472" y="350922"/>
                    <a:pt x="319449" y="349828"/>
                  </a:cubicBezTo>
                  <a:cubicBezTo>
                    <a:pt x="319435" y="348878"/>
                    <a:pt x="319435" y="348878"/>
                    <a:pt x="319419" y="347910"/>
                  </a:cubicBezTo>
                  <a:cubicBezTo>
                    <a:pt x="319351" y="347433"/>
                    <a:pt x="319283" y="346956"/>
                    <a:pt x="319212" y="346464"/>
                  </a:cubicBezTo>
                  <a:cubicBezTo>
                    <a:pt x="318721" y="346219"/>
                    <a:pt x="318230" y="345973"/>
                    <a:pt x="317724" y="345720"/>
                  </a:cubicBezTo>
                  <a:cubicBezTo>
                    <a:pt x="317487" y="343653"/>
                    <a:pt x="317487" y="343653"/>
                    <a:pt x="317416" y="340878"/>
                  </a:cubicBezTo>
                  <a:cubicBezTo>
                    <a:pt x="317401" y="340379"/>
                    <a:pt x="317387" y="339881"/>
                    <a:pt x="317372" y="339367"/>
                  </a:cubicBezTo>
                  <a:cubicBezTo>
                    <a:pt x="317327" y="337733"/>
                    <a:pt x="317293" y="336099"/>
                    <a:pt x="317259" y="334465"/>
                  </a:cubicBezTo>
                  <a:cubicBezTo>
                    <a:pt x="317231" y="333348"/>
                    <a:pt x="317202" y="332231"/>
                    <a:pt x="317173" y="331114"/>
                  </a:cubicBezTo>
                  <a:cubicBezTo>
                    <a:pt x="316952" y="322092"/>
                    <a:pt x="316898" y="313072"/>
                    <a:pt x="316980" y="304048"/>
                  </a:cubicBezTo>
                  <a:cubicBezTo>
                    <a:pt x="316489" y="304048"/>
                    <a:pt x="315998" y="304048"/>
                    <a:pt x="315492" y="304048"/>
                  </a:cubicBezTo>
                  <a:cubicBezTo>
                    <a:pt x="247998" y="304048"/>
                    <a:pt x="180505" y="304048"/>
                    <a:pt x="74390" y="304048"/>
                  </a:cubicBezTo>
                  <a:cubicBezTo>
                    <a:pt x="74144" y="284158"/>
                    <a:pt x="73899" y="264267"/>
                    <a:pt x="73646" y="243773"/>
                  </a:cubicBezTo>
                  <a:cubicBezTo>
                    <a:pt x="73400" y="244264"/>
                    <a:pt x="73155" y="244755"/>
                    <a:pt x="72902" y="245261"/>
                  </a:cubicBezTo>
                  <a:cubicBezTo>
                    <a:pt x="72411" y="245261"/>
                    <a:pt x="71919" y="245261"/>
                    <a:pt x="71413" y="245261"/>
                  </a:cubicBezTo>
                  <a:cubicBezTo>
                    <a:pt x="71306" y="245875"/>
                    <a:pt x="71198" y="246489"/>
                    <a:pt x="71088" y="247122"/>
                  </a:cubicBezTo>
                  <a:cubicBezTo>
                    <a:pt x="70881" y="248043"/>
                    <a:pt x="70881" y="248043"/>
                    <a:pt x="70669" y="248982"/>
                  </a:cubicBezTo>
                  <a:cubicBezTo>
                    <a:pt x="69933" y="248982"/>
                    <a:pt x="69196" y="248982"/>
                    <a:pt x="68437" y="248982"/>
                  </a:cubicBezTo>
                  <a:cubicBezTo>
                    <a:pt x="68181" y="249972"/>
                    <a:pt x="67934" y="250965"/>
                    <a:pt x="67693" y="251959"/>
                  </a:cubicBezTo>
                  <a:cubicBezTo>
                    <a:pt x="66956" y="252204"/>
                    <a:pt x="66219" y="252450"/>
                    <a:pt x="65460" y="252703"/>
                  </a:cubicBezTo>
                  <a:cubicBezTo>
                    <a:pt x="65460" y="253685"/>
                    <a:pt x="65460" y="254667"/>
                    <a:pt x="65460" y="255679"/>
                  </a:cubicBezTo>
                  <a:cubicBezTo>
                    <a:pt x="64018" y="256470"/>
                    <a:pt x="64018" y="256470"/>
                    <a:pt x="62484" y="257168"/>
                  </a:cubicBezTo>
                  <a:cubicBezTo>
                    <a:pt x="62238" y="257904"/>
                    <a:pt x="61993" y="258641"/>
                    <a:pt x="61740" y="259400"/>
                  </a:cubicBezTo>
                  <a:cubicBezTo>
                    <a:pt x="60757" y="259400"/>
                    <a:pt x="59775" y="259400"/>
                    <a:pt x="58763" y="259400"/>
                  </a:cubicBezTo>
                  <a:cubicBezTo>
                    <a:pt x="57926" y="257958"/>
                    <a:pt x="57926" y="257958"/>
                    <a:pt x="57275" y="256423"/>
                  </a:cubicBezTo>
                  <a:cubicBezTo>
                    <a:pt x="56784" y="256178"/>
                    <a:pt x="56292" y="255932"/>
                    <a:pt x="55786" y="255679"/>
                  </a:cubicBezTo>
                  <a:cubicBezTo>
                    <a:pt x="55418" y="254574"/>
                    <a:pt x="55418" y="254574"/>
                    <a:pt x="55042" y="253447"/>
                  </a:cubicBezTo>
                  <a:cubicBezTo>
                    <a:pt x="54306" y="253201"/>
                    <a:pt x="53569" y="252956"/>
                    <a:pt x="52810" y="252703"/>
                  </a:cubicBezTo>
                  <a:cubicBezTo>
                    <a:pt x="52441" y="251598"/>
                    <a:pt x="52441" y="251598"/>
                    <a:pt x="52066" y="250470"/>
                  </a:cubicBezTo>
                  <a:cubicBezTo>
                    <a:pt x="51590" y="250363"/>
                    <a:pt x="51114" y="250255"/>
                    <a:pt x="50624" y="250145"/>
                  </a:cubicBezTo>
                  <a:cubicBezTo>
                    <a:pt x="50117" y="250007"/>
                    <a:pt x="49611" y="249868"/>
                    <a:pt x="49089" y="249726"/>
                  </a:cubicBezTo>
                  <a:cubicBezTo>
                    <a:pt x="48580" y="248740"/>
                    <a:pt x="48085" y="247748"/>
                    <a:pt x="47601" y="246750"/>
                  </a:cubicBezTo>
                  <a:cubicBezTo>
                    <a:pt x="46615" y="246242"/>
                    <a:pt x="45623" y="245744"/>
                    <a:pt x="44624" y="245261"/>
                  </a:cubicBezTo>
                  <a:cubicBezTo>
                    <a:pt x="44256" y="244156"/>
                    <a:pt x="44256" y="244156"/>
                    <a:pt x="43880" y="243029"/>
                  </a:cubicBezTo>
                  <a:cubicBezTo>
                    <a:pt x="43389" y="242906"/>
                    <a:pt x="42898" y="242783"/>
                    <a:pt x="42392" y="242657"/>
                  </a:cubicBezTo>
                  <a:cubicBezTo>
                    <a:pt x="41901" y="242534"/>
                    <a:pt x="41410" y="242411"/>
                    <a:pt x="40904" y="242285"/>
                  </a:cubicBezTo>
                  <a:cubicBezTo>
                    <a:pt x="40535" y="241180"/>
                    <a:pt x="40535" y="241180"/>
                    <a:pt x="40159" y="240052"/>
                  </a:cubicBezTo>
                  <a:cubicBezTo>
                    <a:pt x="39546" y="239807"/>
                    <a:pt x="38932" y="239561"/>
                    <a:pt x="38299" y="239308"/>
                  </a:cubicBezTo>
                  <a:cubicBezTo>
                    <a:pt x="37685" y="239063"/>
                    <a:pt x="37071" y="238817"/>
                    <a:pt x="36439" y="238564"/>
                  </a:cubicBezTo>
                  <a:cubicBezTo>
                    <a:pt x="36070" y="237459"/>
                    <a:pt x="36070" y="237459"/>
                    <a:pt x="35695" y="236332"/>
                  </a:cubicBezTo>
                  <a:cubicBezTo>
                    <a:pt x="35188" y="236224"/>
                    <a:pt x="34682" y="236117"/>
                    <a:pt x="34160" y="236006"/>
                  </a:cubicBezTo>
                  <a:cubicBezTo>
                    <a:pt x="33684" y="235868"/>
                    <a:pt x="33208" y="235730"/>
                    <a:pt x="32718" y="235587"/>
                  </a:cubicBezTo>
                  <a:cubicBezTo>
                    <a:pt x="32718" y="234605"/>
                    <a:pt x="32718" y="233623"/>
                    <a:pt x="32718" y="232611"/>
                  </a:cubicBezTo>
                  <a:cubicBezTo>
                    <a:pt x="31245" y="232365"/>
                    <a:pt x="29771" y="232120"/>
                    <a:pt x="28253" y="231867"/>
                  </a:cubicBezTo>
                  <a:cubicBezTo>
                    <a:pt x="28253" y="230885"/>
                    <a:pt x="28253" y="229902"/>
                    <a:pt x="28253" y="228890"/>
                  </a:cubicBezTo>
                  <a:cubicBezTo>
                    <a:pt x="27025" y="228890"/>
                    <a:pt x="25798" y="228890"/>
                    <a:pt x="24533" y="228890"/>
                  </a:cubicBezTo>
                  <a:cubicBezTo>
                    <a:pt x="24533" y="227908"/>
                    <a:pt x="24533" y="226926"/>
                    <a:pt x="24533" y="225914"/>
                  </a:cubicBezTo>
                  <a:cubicBezTo>
                    <a:pt x="23059" y="225668"/>
                    <a:pt x="21586" y="225423"/>
                    <a:pt x="20068" y="225170"/>
                  </a:cubicBezTo>
                  <a:cubicBezTo>
                    <a:pt x="20068" y="224187"/>
                    <a:pt x="20068" y="223205"/>
                    <a:pt x="20068" y="222193"/>
                  </a:cubicBezTo>
                  <a:cubicBezTo>
                    <a:pt x="19362" y="222254"/>
                    <a:pt x="18656" y="222316"/>
                    <a:pt x="17928" y="222379"/>
                  </a:cubicBezTo>
                  <a:cubicBezTo>
                    <a:pt x="17161" y="222318"/>
                    <a:pt x="16393" y="222256"/>
                    <a:pt x="15603" y="222193"/>
                  </a:cubicBezTo>
                  <a:cubicBezTo>
                    <a:pt x="14812" y="220751"/>
                    <a:pt x="14812" y="220751"/>
                    <a:pt x="14115" y="219216"/>
                  </a:cubicBezTo>
                  <a:cubicBezTo>
                    <a:pt x="12202" y="218734"/>
                    <a:pt x="12202" y="218734"/>
                    <a:pt x="10394" y="218472"/>
                  </a:cubicBezTo>
                  <a:cubicBezTo>
                    <a:pt x="10394" y="217981"/>
                    <a:pt x="10394" y="217490"/>
                    <a:pt x="10394" y="216984"/>
                  </a:cubicBezTo>
                  <a:cubicBezTo>
                    <a:pt x="9903" y="216984"/>
                    <a:pt x="9412" y="216984"/>
                    <a:pt x="8906" y="216984"/>
                  </a:cubicBezTo>
                  <a:cubicBezTo>
                    <a:pt x="8761" y="215899"/>
                    <a:pt x="8622" y="214814"/>
                    <a:pt x="8487" y="213728"/>
                  </a:cubicBezTo>
                  <a:cubicBezTo>
                    <a:pt x="8409" y="213124"/>
                    <a:pt x="8332" y="212520"/>
                    <a:pt x="8252" y="211897"/>
                  </a:cubicBezTo>
                  <a:cubicBezTo>
                    <a:pt x="8161" y="210287"/>
                    <a:pt x="8161" y="210287"/>
                    <a:pt x="8906" y="208798"/>
                  </a:cubicBezTo>
                  <a:cubicBezTo>
                    <a:pt x="9642" y="208553"/>
                    <a:pt x="10379" y="208307"/>
                    <a:pt x="11138" y="208054"/>
                  </a:cubicBezTo>
                  <a:cubicBezTo>
                    <a:pt x="11384" y="207318"/>
                    <a:pt x="11629" y="206581"/>
                    <a:pt x="11882" y="205822"/>
                  </a:cubicBezTo>
                  <a:cubicBezTo>
                    <a:pt x="12619" y="205331"/>
                    <a:pt x="13356" y="204840"/>
                    <a:pt x="14115" y="204334"/>
                  </a:cubicBezTo>
                  <a:cubicBezTo>
                    <a:pt x="14360" y="203597"/>
                    <a:pt x="14606" y="202860"/>
                    <a:pt x="14859" y="202101"/>
                  </a:cubicBezTo>
                  <a:cubicBezTo>
                    <a:pt x="15457" y="202009"/>
                    <a:pt x="16056" y="201917"/>
                    <a:pt x="16673" y="201822"/>
                  </a:cubicBezTo>
                  <a:cubicBezTo>
                    <a:pt x="17302" y="201669"/>
                    <a:pt x="17931" y="201515"/>
                    <a:pt x="18579" y="201357"/>
                  </a:cubicBezTo>
                  <a:cubicBezTo>
                    <a:pt x="19097" y="200126"/>
                    <a:pt x="19590" y="198884"/>
                    <a:pt x="20068" y="197636"/>
                  </a:cubicBezTo>
                  <a:cubicBezTo>
                    <a:pt x="20893" y="196412"/>
                    <a:pt x="21762" y="195217"/>
                    <a:pt x="22672" y="194055"/>
                  </a:cubicBezTo>
                  <a:cubicBezTo>
                    <a:pt x="23125" y="193467"/>
                    <a:pt x="23578" y="192879"/>
                    <a:pt x="24044" y="192273"/>
                  </a:cubicBezTo>
                  <a:cubicBezTo>
                    <a:pt x="24451" y="191833"/>
                    <a:pt x="24858" y="191393"/>
                    <a:pt x="25277" y="190939"/>
                  </a:cubicBezTo>
                  <a:cubicBezTo>
                    <a:pt x="25768" y="190939"/>
                    <a:pt x="26259" y="190939"/>
                    <a:pt x="26765" y="190939"/>
                  </a:cubicBezTo>
                  <a:cubicBezTo>
                    <a:pt x="27010" y="190325"/>
                    <a:pt x="27256" y="189711"/>
                    <a:pt x="27509" y="189079"/>
                  </a:cubicBezTo>
                  <a:cubicBezTo>
                    <a:pt x="27755" y="188465"/>
                    <a:pt x="28000" y="187851"/>
                    <a:pt x="28253" y="187218"/>
                  </a:cubicBezTo>
                  <a:cubicBezTo>
                    <a:pt x="28744" y="187218"/>
                    <a:pt x="29235" y="187218"/>
                    <a:pt x="29741" y="187218"/>
                  </a:cubicBezTo>
                  <a:cubicBezTo>
                    <a:pt x="29997" y="186228"/>
                    <a:pt x="30245" y="185236"/>
                    <a:pt x="30486" y="184242"/>
                  </a:cubicBezTo>
                  <a:cubicBezTo>
                    <a:pt x="30977" y="183996"/>
                    <a:pt x="31468" y="183751"/>
                    <a:pt x="31974" y="183498"/>
                  </a:cubicBezTo>
                  <a:cubicBezTo>
                    <a:pt x="32219" y="182991"/>
                    <a:pt x="32465" y="182485"/>
                    <a:pt x="32718" y="181963"/>
                  </a:cubicBezTo>
                  <a:cubicBezTo>
                    <a:pt x="32964" y="181487"/>
                    <a:pt x="33209" y="181011"/>
                    <a:pt x="33462" y="180521"/>
                  </a:cubicBezTo>
                  <a:cubicBezTo>
                    <a:pt x="33953" y="180521"/>
                    <a:pt x="34444" y="180521"/>
                    <a:pt x="34950" y="180521"/>
                  </a:cubicBezTo>
                  <a:cubicBezTo>
                    <a:pt x="35058" y="180076"/>
                    <a:pt x="35165" y="179631"/>
                    <a:pt x="35276" y="179172"/>
                  </a:cubicBezTo>
                  <a:cubicBezTo>
                    <a:pt x="35777" y="177225"/>
                    <a:pt x="36496" y="176688"/>
                    <a:pt x="37927" y="175312"/>
                  </a:cubicBezTo>
                  <a:cubicBezTo>
                    <a:pt x="38265" y="174744"/>
                    <a:pt x="38602" y="174176"/>
                    <a:pt x="38950" y="173591"/>
                  </a:cubicBezTo>
                  <a:cubicBezTo>
                    <a:pt x="39932" y="171968"/>
                    <a:pt x="40885" y="170688"/>
                    <a:pt x="42113" y="169266"/>
                  </a:cubicBezTo>
                  <a:cubicBezTo>
                    <a:pt x="43984" y="167263"/>
                    <a:pt x="43984" y="167263"/>
                    <a:pt x="44624" y="164894"/>
                  </a:cubicBezTo>
                  <a:cubicBezTo>
                    <a:pt x="45115" y="164649"/>
                    <a:pt x="45607" y="164403"/>
                    <a:pt x="46113" y="164150"/>
                  </a:cubicBezTo>
                  <a:cubicBezTo>
                    <a:pt x="46220" y="163674"/>
                    <a:pt x="46327" y="163198"/>
                    <a:pt x="46438" y="162708"/>
                  </a:cubicBezTo>
                  <a:cubicBezTo>
                    <a:pt x="46857" y="161173"/>
                    <a:pt x="46857" y="161173"/>
                    <a:pt x="49089" y="159685"/>
                  </a:cubicBezTo>
                  <a:cubicBezTo>
                    <a:pt x="49614" y="158457"/>
                    <a:pt x="50106" y="157214"/>
                    <a:pt x="50577" y="155964"/>
                  </a:cubicBezTo>
                  <a:cubicBezTo>
                    <a:pt x="51414" y="154520"/>
                    <a:pt x="52284" y="153093"/>
                    <a:pt x="53182" y="151686"/>
                  </a:cubicBezTo>
                  <a:cubicBezTo>
                    <a:pt x="53635" y="150968"/>
                    <a:pt x="54087" y="150251"/>
                    <a:pt x="54554" y="149511"/>
                  </a:cubicBezTo>
                  <a:cubicBezTo>
                    <a:pt x="55786" y="147779"/>
                    <a:pt x="55786" y="147779"/>
                    <a:pt x="57275" y="147035"/>
                  </a:cubicBezTo>
                  <a:cubicBezTo>
                    <a:pt x="57397" y="146421"/>
                    <a:pt x="57520" y="145807"/>
                    <a:pt x="57647" y="145174"/>
                  </a:cubicBezTo>
                  <a:cubicBezTo>
                    <a:pt x="57770" y="144561"/>
                    <a:pt x="57892" y="143947"/>
                    <a:pt x="58019" y="143314"/>
                  </a:cubicBezTo>
                  <a:cubicBezTo>
                    <a:pt x="58510" y="143069"/>
                    <a:pt x="59001" y="142823"/>
                    <a:pt x="59507" y="142570"/>
                  </a:cubicBezTo>
                  <a:cubicBezTo>
                    <a:pt x="59753" y="141833"/>
                    <a:pt x="59998" y="141097"/>
                    <a:pt x="60251" y="140338"/>
                  </a:cubicBezTo>
                  <a:cubicBezTo>
                    <a:pt x="60995" y="138105"/>
                    <a:pt x="60995" y="138105"/>
                    <a:pt x="62484" y="137361"/>
                  </a:cubicBezTo>
                  <a:cubicBezTo>
                    <a:pt x="62591" y="136732"/>
                    <a:pt x="62699" y="136102"/>
                    <a:pt x="62809" y="135454"/>
                  </a:cubicBezTo>
                  <a:cubicBezTo>
                    <a:pt x="63016" y="134556"/>
                    <a:pt x="63016" y="134556"/>
                    <a:pt x="63228" y="133640"/>
                  </a:cubicBezTo>
                  <a:cubicBezTo>
                    <a:pt x="63965" y="133640"/>
                    <a:pt x="64701" y="133640"/>
                    <a:pt x="65460" y="133640"/>
                  </a:cubicBezTo>
                  <a:cubicBezTo>
                    <a:pt x="65537" y="132827"/>
                    <a:pt x="65614" y="132013"/>
                    <a:pt x="65693" y="131175"/>
                  </a:cubicBezTo>
                  <a:cubicBezTo>
                    <a:pt x="66216" y="128368"/>
                    <a:pt x="66432" y="127953"/>
                    <a:pt x="68437" y="126199"/>
                  </a:cubicBezTo>
                  <a:cubicBezTo>
                    <a:pt x="68699" y="125210"/>
                    <a:pt x="68949" y="124218"/>
                    <a:pt x="69181" y="123222"/>
                  </a:cubicBezTo>
                  <a:cubicBezTo>
                    <a:pt x="69672" y="122977"/>
                    <a:pt x="70163" y="122731"/>
                    <a:pt x="70669" y="122478"/>
                  </a:cubicBezTo>
                  <a:cubicBezTo>
                    <a:pt x="70915" y="121726"/>
                    <a:pt x="71160" y="120974"/>
                    <a:pt x="71413" y="120199"/>
                  </a:cubicBezTo>
                  <a:cubicBezTo>
                    <a:pt x="71659" y="119478"/>
                    <a:pt x="71904" y="118757"/>
                    <a:pt x="72158" y="118013"/>
                  </a:cubicBezTo>
                  <a:cubicBezTo>
                    <a:pt x="72649" y="118013"/>
                    <a:pt x="73140" y="118013"/>
                    <a:pt x="73646" y="118013"/>
                  </a:cubicBezTo>
                  <a:cubicBezTo>
                    <a:pt x="73738" y="117292"/>
                    <a:pt x="73830" y="116571"/>
                    <a:pt x="73925" y="115827"/>
                  </a:cubicBezTo>
                  <a:cubicBezTo>
                    <a:pt x="74078" y="115075"/>
                    <a:pt x="74232" y="114323"/>
                    <a:pt x="74390" y="113548"/>
                  </a:cubicBezTo>
                  <a:cubicBezTo>
                    <a:pt x="74881" y="113303"/>
                    <a:pt x="75372" y="113057"/>
                    <a:pt x="75878" y="112804"/>
                  </a:cubicBezTo>
                  <a:cubicBezTo>
                    <a:pt x="76016" y="111515"/>
                    <a:pt x="76016" y="111515"/>
                    <a:pt x="76157" y="110200"/>
                  </a:cubicBezTo>
                  <a:cubicBezTo>
                    <a:pt x="76311" y="109340"/>
                    <a:pt x="76464" y="108481"/>
                    <a:pt x="76622" y="107595"/>
                  </a:cubicBezTo>
                  <a:cubicBezTo>
                    <a:pt x="77129" y="107488"/>
                    <a:pt x="77635" y="107380"/>
                    <a:pt x="78157" y="107270"/>
                  </a:cubicBezTo>
                  <a:cubicBezTo>
                    <a:pt x="78633" y="107132"/>
                    <a:pt x="79109" y="106994"/>
                    <a:pt x="79599" y="106851"/>
                  </a:cubicBezTo>
                  <a:cubicBezTo>
                    <a:pt x="79892" y="104813"/>
                    <a:pt x="79730" y="102970"/>
                    <a:pt x="79599" y="100898"/>
                  </a:cubicBezTo>
                  <a:cubicBezTo>
                    <a:pt x="80336" y="100898"/>
                    <a:pt x="81072" y="100898"/>
                    <a:pt x="81831" y="100898"/>
                  </a:cubicBezTo>
                  <a:cubicBezTo>
                    <a:pt x="81923" y="100054"/>
                    <a:pt x="82016" y="99210"/>
                    <a:pt x="82110" y="98340"/>
                  </a:cubicBezTo>
                  <a:cubicBezTo>
                    <a:pt x="82264" y="97465"/>
                    <a:pt x="82417" y="96590"/>
                    <a:pt x="82575" y="95689"/>
                  </a:cubicBezTo>
                  <a:cubicBezTo>
                    <a:pt x="83067" y="95444"/>
                    <a:pt x="83558" y="95198"/>
                    <a:pt x="84064" y="94945"/>
                  </a:cubicBezTo>
                  <a:cubicBezTo>
                    <a:pt x="84409" y="93656"/>
                    <a:pt x="84409" y="93656"/>
                    <a:pt x="84761" y="92340"/>
                  </a:cubicBezTo>
                  <a:cubicBezTo>
                    <a:pt x="85022" y="91481"/>
                    <a:pt x="85283" y="90621"/>
                    <a:pt x="85552" y="89736"/>
                  </a:cubicBezTo>
                  <a:cubicBezTo>
                    <a:pt x="86289" y="89490"/>
                    <a:pt x="87025" y="89245"/>
                    <a:pt x="87784" y="88992"/>
                  </a:cubicBezTo>
                  <a:cubicBezTo>
                    <a:pt x="88057" y="87406"/>
                    <a:pt x="88057" y="87406"/>
                    <a:pt x="87924" y="85597"/>
                  </a:cubicBezTo>
                  <a:cubicBezTo>
                    <a:pt x="87904" y="84982"/>
                    <a:pt x="87884" y="84367"/>
                    <a:pt x="87863" y="83733"/>
                  </a:cubicBezTo>
                  <a:cubicBezTo>
                    <a:pt x="87837" y="83259"/>
                    <a:pt x="87811" y="82784"/>
                    <a:pt x="87784" y="82295"/>
                  </a:cubicBezTo>
                  <a:cubicBezTo>
                    <a:pt x="88521" y="82295"/>
                    <a:pt x="89258" y="82295"/>
                    <a:pt x="90017" y="82295"/>
                  </a:cubicBezTo>
                  <a:cubicBezTo>
                    <a:pt x="90262" y="80084"/>
                    <a:pt x="90508" y="77874"/>
                    <a:pt x="90761" y="75597"/>
                  </a:cubicBezTo>
                  <a:cubicBezTo>
                    <a:pt x="91498" y="75597"/>
                    <a:pt x="92234" y="75597"/>
                    <a:pt x="92993" y="75597"/>
                  </a:cubicBezTo>
                  <a:cubicBezTo>
                    <a:pt x="92968" y="75122"/>
                    <a:pt x="92942" y="74648"/>
                    <a:pt x="92915" y="74158"/>
                  </a:cubicBezTo>
                  <a:cubicBezTo>
                    <a:pt x="92895" y="73544"/>
                    <a:pt x="92875" y="72929"/>
                    <a:pt x="92854" y="72295"/>
                  </a:cubicBezTo>
                  <a:cubicBezTo>
                    <a:pt x="92815" y="71376"/>
                    <a:pt x="92815" y="71376"/>
                    <a:pt x="92775" y="70438"/>
                  </a:cubicBezTo>
                  <a:cubicBezTo>
                    <a:pt x="92847" y="69930"/>
                    <a:pt x="92919" y="69423"/>
                    <a:pt x="92993" y="68900"/>
                  </a:cubicBezTo>
                  <a:cubicBezTo>
                    <a:pt x="93730" y="68654"/>
                    <a:pt x="94467" y="68409"/>
                    <a:pt x="95226" y="68156"/>
                  </a:cubicBezTo>
                  <a:cubicBezTo>
                    <a:pt x="95661" y="66752"/>
                    <a:pt x="95661" y="66752"/>
                    <a:pt x="95737" y="65133"/>
                  </a:cubicBezTo>
                  <a:cubicBezTo>
                    <a:pt x="95814" y="64166"/>
                    <a:pt x="95891" y="63199"/>
                    <a:pt x="95970" y="62203"/>
                  </a:cubicBezTo>
                  <a:cubicBezTo>
                    <a:pt x="96707" y="62203"/>
                    <a:pt x="97443" y="62203"/>
                    <a:pt x="98202" y="62203"/>
                  </a:cubicBezTo>
                  <a:cubicBezTo>
                    <a:pt x="98257" y="61410"/>
                    <a:pt x="98257" y="61410"/>
                    <a:pt x="98313" y="60601"/>
                  </a:cubicBezTo>
                  <a:cubicBezTo>
                    <a:pt x="98369" y="59917"/>
                    <a:pt x="98424" y="59233"/>
                    <a:pt x="98481" y="58529"/>
                  </a:cubicBezTo>
                  <a:cubicBezTo>
                    <a:pt x="98533" y="57847"/>
                    <a:pt x="98585" y="57165"/>
                    <a:pt x="98638" y="56462"/>
                  </a:cubicBezTo>
                  <a:cubicBezTo>
                    <a:pt x="98740" y="55901"/>
                    <a:pt x="98842" y="55340"/>
                    <a:pt x="98947" y="54761"/>
                  </a:cubicBezTo>
                  <a:cubicBezTo>
                    <a:pt x="99438" y="54516"/>
                    <a:pt x="99929" y="54270"/>
                    <a:pt x="100435" y="54017"/>
                  </a:cubicBezTo>
                  <a:cubicBezTo>
                    <a:pt x="100700" y="51900"/>
                    <a:pt x="100765" y="49800"/>
                    <a:pt x="100851" y="47669"/>
                  </a:cubicBezTo>
                  <a:cubicBezTo>
                    <a:pt x="100959" y="47063"/>
                    <a:pt x="101067" y="46456"/>
                    <a:pt x="101179" y="45832"/>
                  </a:cubicBezTo>
                  <a:cubicBezTo>
                    <a:pt x="101916" y="45586"/>
                    <a:pt x="102652" y="45341"/>
                    <a:pt x="103411" y="45088"/>
                  </a:cubicBezTo>
                  <a:cubicBezTo>
                    <a:pt x="103848" y="43512"/>
                    <a:pt x="103848" y="43512"/>
                    <a:pt x="103923" y="41692"/>
                  </a:cubicBezTo>
                  <a:cubicBezTo>
                    <a:pt x="103996" y="40770"/>
                    <a:pt x="103996" y="40770"/>
                    <a:pt x="104071" y="39829"/>
                  </a:cubicBezTo>
                  <a:cubicBezTo>
                    <a:pt x="104099" y="39354"/>
                    <a:pt x="104127" y="38879"/>
                    <a:pt x="104156" y="38390"/>
                  </a:cubicBezTo>
                  <a:cubicBezTo>
                    <a:pt x="104892" y="38390"/>
                    <a:pt x="105629" y="38390"/>
                    <a:pt x="106388" y="38390"/>
                  </a:cubicBezTo>
                  <a:cubicBezTo>
                    <a:pt x="106634" y="35198"/>
                    <a:pt x="106879" y="32006"/>
                    <a:pt x="107132" y="28716"/>
                  </a:cubicBezTo>
                  <a:cubicBezTo>
                    <a:pt x="107869" y="28716"/>
                    <a:pt x="108606" y="28716"/>
                    <a:pt x="109365" y="28716"/>
                  </a:cubicBezTo>
                  <a:cubicBezTo>
                    <a:pt x="109365" y="25770"/>
                    <a:pt x="109365" y="22823"/>
                    <a:pt x="109365" y="19787"/>
                  </a:cubicBezTo>
                  <a:cubicBezTo>
                    <a:pt x="110101" y="19787"/>
                    <a:pt x="110838" y="19787"/>
                    <a:pt x="111597" y="19787"/>
                  </a:cubicBezTo>
                  <a:cubicBezTo>
                    <a:pt x="111843" y="16594"/>
                    <a:pt x="112088" y="13402"/>
                    <a:pt x="112341" y="10113"/>
                  </a:cubicBezTo>
                  <a:cubicBezTo>
                    <a:pt x="113078" y="10113"/>
                    <a:pt x="113814" y="10113"/>
                    <a:pt x="114574" y="10113"/>
                  </a:cubicBezTo>
                  <a:cubicBezTo>
                    <a:pt x="114619" y="9477"/>
                    <a:pt x="114664" y="8841"/>
                    <a:pt x="114710" y="8186"/>
                  </a:cubicBezTo>
                  <a:cubicBezTo>
                    <a:pt x="114772" y="7364"/>
                    <a:pt x="114835" y="6542"/>
                    <a:pt x="114899" y="5695"/>
                  </a:cubicBezTo>
                  <a:cubicBezTo>
                    <a:pt x="114990" y="4464"/>
                    <a:pt x="114990" y="4464"/>
                    <a:pt x="115082" y="3209"/>
                  </a:cubicBezTo>
                  <a:cubicBezTo>
                    <a:pt x="115411" y="381"/>
                    <a:pt x="115405" y="439"/>
                    <a:pt x="118294" y="439"/>
                  </a:cubicBezTo>
                  <a:close/>
                </a:path>
              </a:pathLst>
            </a:custGeom>
            <a:grpFill/>
            <a:ln w="744" cap="flat">
              <a:noFill/>
              <a:prstDash val="solid"/>
              <a:miter/>
            </a:ln>
          </p:spPr>
          <p:txBody>
            <a:bodyPr rtlCol="0" anchor="ctr"/>
            <a:lstStyle/>
            <a:p>
              <a:endParaRPr lang="zh-CN" altLang="en-US"/>
            </a:p>
          </p:txBody>
        </p:sp>
        <p:sp>
          <p:nvSpPr>
            <p:cNvPr id="92" name="任意多边形: 形状 91"/>
            <p:cNvSpPr/>
            <p:nvPr/>
          </p:nvSpPr>
          <p:spPr>
            <a:xfrm>
              <a:off x="1698784" y="609998"/>
              <a:ext cx="185672" cy="1011677"/>
            </a:xfrm>
            <a:custGeom>
              <a:avLst/>
              <a:gdLst>
                <a:gd name="connsiteX0" fmla="*/ 7596 w 185672"/>
                <a:gd name="connsiteY0" fmla="*/ 459 h 1011677"/>
                <a:gd name="connsiteX1" fmla="*/ 9607 w 185672"/>
                <a:gd name="connsiteY1" fmla="*/ 453 h 1011677"/>
                <a:gd name="connsiteX2" fmla="*/ 11819 w 185672"/>
                <a:gd name="connsiteY2" fmla="*/ 458 h 1011677"/>
                <a:gd name="connsiteX3" fmla="*/ 14144 w 185672"/>
                <a:gd name="connsiteY3" fmla="*/ 454 h 1011677"/>
                <a:gd name="connsiteX4" fmla="*/ 21780 w 185672"/>
                <a:gd name="connsiteY4" fmla="*/ 455 h 1011677"/>
                <a:gd name="connsiteX5" fmla="*/ 27069 w 185672"/>
                <a:gd name="connsiteY5" fmla="*/ 453 h 1011677"/>
                <a:gd name="connsiteX6" fmla="*/ 38164 w 185672"/>
                <a:gd name="connsiteY6" fmla="*/ 457 h 1011677"/>
                <a:gd name="connsiteX7" fmla="*/ 52413 w 185672"/>
                <a:gd name="connsiteY7" fmla="*/ 454 h 1011677"/>
                <a:gd name="connsiteX8" fmla="*/ 63337 w 185672"/>
                <a:gd name="connsiteY8" fmla="*/ 454 h 1011677"/>
                <a:gd name="connsiteX9" fmla="*/ 68592 w 185672"/>
                <a:gd name="connsiteY9" fmla="*/ 452 h 1011677"/>
                <a:gd name="connsiteX10" fmla="*/ 75925 w 185672"/>
                <a:gd name="connsiteY10" fmla="*/ 458 h 1011677"/>
                <a:gd name="connsiteX11" fmla="*/ 78137 w 185672"/>
                <a:gd name="connsiteY11" fmla="*/ 453 h 1011677"/>
                <a:gd name="connsiteX12" fmla="*/ 80148 w 185672"/>
                <a:gd name="connsiteY12" fmla="*/ 459 h 1011677"/>
                <a:gd name="connsiteX13" fmla="*/ 81901 w 185672"/>
                <a:gd name="connsiteY13" fmla="*/ 460 h 1011677"/>
                <a:gd name="connsiteX14" fmla="*/ 84800 w 185672"/>
                <a:gd name="connsiteY14" fmla="*/ 1298 h 1011677"/>
                <a:gd name="connsiteX15" fmla="*/ 84985 w 185672"/>
                <a:gd name="connsiteY15" fmla="*/ 7278 h 1011677"/>
                <a:gd name="connsiteX16" fmla="*/ 84990 w 185672"/>
                <a:gd name="connsiteY16" fmla="*/ 9214 h 1011677"/>
                <a:gd name="connsiteX17" fmla="*/ 84983 w 185672"/>
                <a:gd name="connsiteY17" fmla="*/ 15731 h 1011677"/>
                <a:gd name="connsiteX18" fmla="*/ 84988 w 185672"/>
                <a:gd name="connsiteY18" fmla="*/ 20431 h 1011677"/>
                <a:gd name="connsiteX19" fmla="*/ 84982 w 185672"/>
                <a:gd name="connsiteY19" fmla="*/ 33473 h 1011677"/>
                <a:gd name="connsiteX20" fmla="*/ 84983 w 185672"/>
                <a:gd name="connsiteY20" fmla="*/ 47614 h 1011677"/>
                <a:gd name="connsiteX21" fmla="*/ 84977 w 185672"/>
                <a:gd name="connsiteY21" fmla="*/ 72438 h 1011677"/>
                <a:gd name="connsiteX22" fmla="*/ 84968 w 185672"/>
                <a:gd name="connsiteY22" fmla="*/ 99087 h 1011677"/>
                <a:gd name="connsiteX23" fmla="*/ 84968 w 185672"/>
                <a:gd name="connsiteY23" fmla="*/ 100785 h 1011677"/>
                <a:gd name="connsiteX24" fmla="*/ 84969 w 185672"/>
                <a:gd name="connsiteY24" fmla="*/ 109352 h 1011677"/>
                <a:gd name="connsiteX25" fmla="*/ 84957 w 185672"/>
                <a:gd name="connsiteY25" fmla="*/ 171436 h 1011677"/>
                <a:gd name="connsiteX26" fmla="*/ 84941 w 185672"/>
                <a:gd name="connsiteY26" fmla="*/ 232940 h 1011677"/>
                <a:gd name="connsiteX27" fmla="*/ 84941 w 185672"/>
                <a:gd name="connsiteY27" fmla="*/ 234867 h 1011677"/>
                <a:gd name="connsiteX28" fmla="*/ 84940 w 185672"/>
                <a:gd name="connsiteY28" fmla="*/ 252298 h 1011677"/>
                <a:gd name="connsiteX29" fmla="*/ 84936 w 185672"/>
                <a:gd name="connsiteY29" fmla="*/ 295632 h 1011677"/>
                <a:gd name="connsiteX30" fmla="*/ 84935 w 185672"/>
                <a:gd name="connsiteY30" fmla="*/ 297626 h 1011677"/>
                <a:gd name="connsiteX31" fmla="*/ 84912 w 185672"/>
                <a:gd name="connsiteY31" fmla="*/ 393681 h 1011677"/>
                <a:gd name="connsiteX32" fmla="*/ 84902 w 185672"/>
                <a:gd name="connsiteY32" fmla="*/ 427024 h 1011677"/>
                <a:gd name="connsiteX33" fmla="*/ 84901 w 185672"/>
                <a:gd name="connsiteY33" fmla="*/ 429113 h 1011677"/>
                <a:gd name="connsiteX34" fmla="*/ 84882 w 185672"/>
                <a:gd name="connsiteY34" fmla="*/ 525202 h 1011677"/>
                <a:gd name="connsiteX35" fmla="*/ 84881 w 185672"/>
                <a:gd name="connsiteY35" fmla="*/ 531438 h 1011677"/>
                <a:gd name="connsiteX36" fmla="*/ 84875 w 185672"/>
                <a:gd name="connsiteY36" fmla="*/ 572767 h 1011677"/>
                <a:gd name="connsiteX37" fmla="*/ 84863 w 185672"/>
                <a:gd name="connsiteY37" fmla="*/ 655004 h 1011677"/>
                <a:gd name="connsiteX38" fmla="*/ 84863 w 185672"/>
                <a:gd name="connsiteY38" fmla="*/ 658921 h 1011677"/>
                <a:gd name="connsiteX39" fmla="*/ 84823 w 185672"/>
                <a:gd name="connsiteY39" fmla="*/ 835285 h 1011677"/>
                <a:gd name="connsiteX40" fmla="*/ 84823 w 185672"/>
                <a:gd name="connsiteY40" fmla="*/ 836953 h 1011677"/>
                <a:gd name="connsiteX41" fmla="*/ 84800 w 185672"/>
                <a:gd name="connsiteY41" fmla="*/ 919567 h 1011677"/>
                <a:gd name="connsiteX42" fmla="*/ 86388 w 185672"/>
                <a:gd name="connsiteY42" fmla="*/ 919565 h 1011677"/>
                <a:gd name="connsiteX43" fmla="*/ 124600 w 185672"/>
                <a:gd name="connsiteY43" fmla="*/ 919529 h 1011677"/>
                <a:gd name="connsiteX44" fmla="*/ 143078 w 185672"/>
                <a:gd name="connsiteY44" fmla="*/ 919511 h 1011677"/>
                <a:gd name="connsiteX45" fmla="*/ 159180 w 185672"/>
                <a:gd name="connsiteY45" fmla="*/ 919497 h 1011677"/>
                <a:gd name="connsiteX46" fmla="*/ 167710 w 185672"/>
                <a:gd name="connsiteY46" fmla="*/ 919489 h 1011677"/>
                <a:gd name="connsiteX47" fmla="*/ 175731 w 185672"/>
                <a:gd name="connsiteY47" fmla="*/ 919483 h 1011677"/>
                <a:gd name="connsiteX48" fmla="*/ 180092 w 185672"/>
                <a:gd name="connsiteY48" fmla="*/ 919475 h 1011677"/>
                <a:gd name="connsiteX49" fmla="*/ 182698 w 185672"/>
                <a:gd name="connsiteY49" fmla="*/ 919478 h 1011677"/>
                <a:gd name="connsiteX50" fmla="*/ 184972 w 185672"/>
                <a:gd name="connsiteY50" fmla="*/ 919476 h 1011677"/>
                <a:gd name="connsiteX51" fmla="*/ 188235 w 185672"/>
                <a:gd name="connsiteY51" fmla="*/ 920312 h 1011677"/>
                <a:gd name="connsiteX52" fmla="*/ 188414 w 185672"/>
                <a:gd name="connsiteY52" fmla="*/ 923876 h 1011677"/>
                <a:gd name="connsiteX53" fmla="*/ 188421 w 185672"/>
                <a:gd name="connsiteY53" fmla="*/ 926213 h 1011677"/>
                <a:gd name="connsiteX54" fmla="*/ 188404 w 185672"/>
                <a:gd name="connsiteY54" fmla="*/ 928798 h 1011677"/>
                <a:gd name="connsiteX55" fmla="*/ 188405 w 185672"/>
                <a:gd name="connsiteY55" fmla="*/ 931504 h 1011677"/>
                <a:gd name="connsiteX56" fmla="*/ 188386 w 185672"/>
                <a:gd name="connsiteY56" fmla="*/ 938869 h 1011677"/>
                <a:gd name="connsiteX57" fmla="*/ 188374 w 185672"/>
                <a:gd name="connsiteY57" fmla="*/ 946559 h 1011677"/>
                <a:gd name="connsiteX58" fmla="*/ 188343 w 185672"/>
                <a:gd name="connsiteY58" fmla="*/ 961131 h 1011677"/>
                <a:gd name="connsiteX59" fmla="*/ 188310 w 185672"/>
                <a:gd name="connsiteY59" fmla="*/ 977716 h 1011677"/>
                <a:gd name="connsiteX60" fmla="*/ 188235 w 185672"/>
                <a:gd name="connsiteY60" fmla="*/ 1011841 h 1011677"/>
                <a:gd name="connsiteX61" fmla="*/ 130642 w 185672"/>
                <a:gd name="connsiteY61" fmla="*/ 1011957 h 1011677"/>
                <a:gd name="connsiteX62" fmla="*/ 103902 w 185672"/>
                <a:gd name="connsiteY62" fmla="*/ 1012009 h 1011677"/>
                <a:gd name="connsiteX63" fmla="*/ 80605 w 185672"/>
                <a:gd name="connsiteY63" fmla="*/ 1012051 h 1011677"/>
                <a:gd name="connsiteX64" fmla="*/ 68261 w 185672"/>
                <a:gd name="connsiteY64" fmla="*/ 1012077 h 1011677"/>
                <a:gd name="connsiteX65" fmla="*/ 56657 w 185672"/>
                <a:gd name="connsiteY65" fmla="*/ 1012093 h 1011677"/>
                <a:gd name="connsiteX66" fmla="*/ 52385 w 185672"/>
                <a:gd name="connsiteY66" fmla="*/ 1012107 h 1011677"/>
                <a:gd name="connsiteX67" fmla="*/ 46579 w 185672"/>
                <a:gd name="connsiteY67" fmla="*/ 1012109 h 1011677"/>
                <a:gd name="connsiteX68" fmla="*/ 44848 w 185672"/>
                <a:gd name="connsiteY68" fmla="*/ 1012129 h 1011677"/>
                <a:gd name="connsiteX69" fmla="*/ 40896 w 185672"/>
                <a:gd name="connsiteY69" fmla="*/ 1011841 h 1011677"/>
                <a:gd name="connsiteX70" fmla="*/ 40151 w 185672"/>
                <a:gd name="connsiteY70" fmla="*/ 1009608 h 1011677"/>
                <a:gd name="connsiteX71" fmla="*/ 37919 w 185672"/>
                <a:gd name="connsiteY71" fmla="*/ 1008864 h 1011677"/>
                <a:gd name="connsiteX72" fmla="*/ 37175 w 185672"/>
                <a:gd name="connsiteY72" fmla="*/ 1006632 h 1011677"/>
                <a:gd name="connsiteX73" fmla="*/ 34942 w 185672"/>
                <a:gd name="connsiteY73" fmla="*/ 1005144 h 1011677"/>
                <a:gd name="connsiteX74" fmla="*/ 34198 w 185672"/>
                <a:gd name="connsiteY74" fmla="*/ 1002911 h 1011677"/>
                <a:gd name="connsiteX75" fmla="*/ 32338 w 185672"/>
                <a:gd name="connsiteY75" fmla="*/ 1001795 h 1011677"/>
                <a:gd name="connsiteX76" fmla="*/ 29733 w 185672"/>
                <a:gd name="connsiteY76" fmla="*/ 998446 h 1011677"/>
                <a:gd name="connsiteX77" fmla="*/ 28757 w 185672"/>
                <a:gd name="connsiteY77" fmla="*/ 997470 h 1011677"/>
                <a:gd name="connsiteX78" fmla="*/ 26013 w 185672"/>
                <a:gd name="connsiteY78" fmla="*/ 993888 h 1011677"/>
                <a:gd name="connsiteX79" fmla="*/ 22292 w 185672"/>
                <a:gd name="connsiteY79" fmla="*/ 991005 h 1011677"/>
                <a:gd name="connsiteX80" fmla="*/ 22292 w 185672"/>
                <a:gd name="connsiteY80" fmla="*/ 988028 h 1011677"/>
                <a:gd name="connsiteX81" fmla="*/ 19316 w 185672"/>
                <a:gd name="connsiteY81" fmla="*/ 986540 h 1011677"/>
                <a:gd name="connsiteX82" fmla="*/ 19316 w 185672"/>
                <a:gd name="connsiteY82" fmla="*/ 984308 h 1011677"/>
                <a:gd name="connsiteX83" fmla="*/ 17827 w 185672"/>
                <a:gd name="connsiteY83" fmla="*/ 983936 h 1011677"/>
                <a:gd name="connsiteX84" fmla="*/ 16339 w 185672"/>
                <a:gd name="connsiteY84" fmla="*/ 983563 h 1011677"/>
                <a:gd name="connsiteX85" fmla="*/ 16339 w 185672"/>
                <a:gd name="connsiteY85" fmla="*/ 981331 h 1011677"/>
                <a:gd name="connsiteX86" fmla="*/ 14851 w 185672"/>
                <a:gd name="connsiteY86" fmla="*/ 981006 h 1011677"/>
                <a:gd name="connsiteX87" fmla="*/ 13362 w 185672"/>
                <a:gd name="connsiteY87" fmla="*/ 980587 h 1011677"/>
                <a:gd name="connsiteX88" fmla="*/ 13362 w 185672"/>
                <a:gd name="connsiteY88" fmla="*/ 977610 h 1011677"/>
                <a:gd name="connsiteX89" fmla="*/ 11130 w 185672"/>
                <a:gd name="connsiteY89" fmla="*/ 977610 h 1011677"/>
                <a:gd name="connsiteX90" fmla="*/ 11130 w 185672"/>
                <a:gd name="connsiteY90" fmla="*/ 974634 h 1011677"/>
                <a:gd name="connsiteX91" fmla="*/ 9456 w 185672"/>
                <a:gd name="connsiteY91" fmla="*/ 974308 h 1011677"/>
                <a:gd name="connsiteX92" fmla="*/ 5688 w 185672"/>
                <a:gd name="connsiteY92" fmla="*/ 972076 h 1011677"/>
                <a:gd name="connsiteX93" fmla="*/ 4433 w 185672"/>
                <a:gd name="connsiteY93" fmla="*/ 968681 h 1011677"/>
                <a:gd name="connsiteX94" fmla="*/ 2944 w 185672"/>
                <a:gd name="connsiteY94" fmla="*/ 968681 h 1011677"/>
                <a:gd name="connsiteX95" fmla="*/ 2921 w 185672"/>
                <a:gd name="connsiteY95" fmla="*/ 879890 h 1011677"/>
                <a:gd name="connsiteX96" fmla="*/ 2920 w 185672"/>
                <a:gd name="connsiteY96" fmla="*/ 878135 h 1011677"/>
                <a:gd name="connsiteX97" fmla="*/ 2881 w 185672"/>
                <a:gd name="connsiteY97" fmla="*/ 692030 h 1011677"/>
                <a:gd name="connsiteX98" fmla="*/ 2881 w 185672"/>
                <a:gd name="connsiteY98" fmla="*/ 687898 h 1011677"/>
                <a:gd name="connsiteX99" fmla="*/ 2869 w 185672"/>
                <a:gd name="connsiteY99" fmla="*/ 601167 h 1011677"/>
                <a:gd name="connsiteX100" fmla="*/ 2863 w 185672"/>
                <a:gd name="connsiteY100" fmla="*/ 557601 h 1011677"/>
                <a:gd name="connsiteX101" fmla="*/ 2862 w 185672"/>
                <a:gd name="connsiteY101" fmla="*/ 551029 h 1011677"/>
                <a:gd name="connsiteX102" fmla="*/ 2842 w 185672"/>
                <a:gd name="connsiteY102" fmla="*/ 449791 h 1011677"/>
                <a:gd name="connsiteX103" fmla="*/ 2842 w 185672"/>
                <a:gd name="connsiteY103" fmla="*/ 447591 h 1011677"/>
                <a:gd name="connsiteX104" fmla="*/ 2831 w 185672"/>
                <a:gd name="connsiteY104" fmla="*/ 412475 h 1011677"/>
                <a:gd name="connsiteX105" fmla="*/ 2809 w 185672"/>
                <a:gd name="connsiteY105" fmla="*/ 311371 h 1011677"/>
                <a:gd name="connsiteX106" fmla="*/ 2809 w 185672"/>
                <a:gd name="connsiteY106" fmla="*/ 309272 h 1011677"/>
                <a:gd name="connsiteX107" fmla="*/ 2805 w 185672"/>
                <a:gd name="connsiteY107" fmla="*/ 263671 h 1011677"/>
                <a:gd name="connsiteX108" fmla="*/ 2803 w 185672"/>
                <a:gd name="connsiteY108" fmla="*/ 245325 h 1011677"/>
                <a:gd name="connsiteX109" fmla="*/ 2803 w 185672"/>
                <a:gd name="connsiteY109" fmla="*/ 243297 h 1011677"/>
                <a:gd name="connsiteX110" fmla="*/ 2786 w 185672"/>
                <a:gd name="connsiteY110" fmla="*/ 178522 h 1011677"/>
                <a:gd name="connsiteX111" fmla="*/ 2775 w 185672"/>
                <a:gd name="connsiteY111" fmla="*/ 113310 h 1011677"/>
                <a:gd name="connsiteX112" fmla="*/ 2776 w 185672"/>
                <a:gd name="connsiteY112" fmla="*/ 104313 h 1011677"/>
                <a:gd name="connsiteX113" fmla="*/ 2776 w 185672"/>
                <a:gd name="connsiteY113" fmla="*/ 102531 h 1011677"/>
                <a:gd name="connsiteX114" fmla="*/ 2766 w 185672"/>
                <a:gd name="connsiteY114" fmla="*/ 74524 h 1011677"/>
                <a:gd name="connsiteX115" fmla="*/ 2763 w 185672"/>
                <a:gd name="connsiteY115" fmla="*/ 47030 h 1011677"/>
                <a:gd name="connsiteX116" fmla="*/ 2759 w 185672"/>
                <a:gd name="connsiteY116" fmla="*/ 32304 h 1011677"/>
                <a:gd name="connsiteX117" fmla="*/ 2760 w 185672"/>
                <a:gd name="connsiteY117" fmla="*/ 18938 h 1011677"/>
                <a:gd name="connsiteX118" fmla="*/ 2755 w 185672"/>
                <a:gd name="connsiteY118" fmla="*/ 14102 h 1011677"/>
                <a:gd name="connsiteX119" fmla="*/ 2760 w 185672"/>
                <a:gd name="connsiteY119" fmla="*/ 7593 h 1011677"/>
                <a:gd name="connsiteX120" fmla="*/ 2748 w 185672"/>
                <a:gd name="connsiteY120" fmla="*/ 5666 h 1011677"/>
                <a:gd name="connsiteX121" fmla="*/ 2944 w 185672"/>
                <a:gd name="connsiteY121" fmla="*/ 1298 h 1011677"/>
                <a:gd name="connsiteX122" fmla="*/ 7596 w 185672"/>
                <a:gd name="connsiteY122" fmla="*/ 459 h 101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85672" h="1011677">
                  <a:moveTo>
                    <a:pt x="7596" y="459"/>
                  </a:moveTo>
                  <a:cubicBezTo>
                    <a:pt x="8592" y="456"/>
                    <a:pt x="8592" y="456"/>
                    <a:pt x="9607" y="453"/>
                  </a:cubicBezTo>
                  <a:cubicBezTo>
                    <a:pt x="10702" y="455"/>
                    <a:pt x="10702" y="455"/>
                    <a:pt x="11819" y="458"/>
                  </a:cubicBezTo>
                  <a:cubicBezTo>
                    <a:pt x="12586" y="456"/>
                    <a:pt x="13353" y="455"/>
                    <a:pt x="14144" y="454"/>
                  </a:cubicBezTo>
                  <a:cubicBezTo>
                    <a:pt x="16689" y="450"/>
                    <a:pt x="19235" y="453"/>
                    <a:pt x="21780" y="455"/>
                  </a:cubicBezTo>
                  <a:cubicBezTo>
                    <a:pt x="23543" y="455"/>
                    <a:pt x="25306" y="454"/>
                    <a:pt x="27069" y="453"/>
                  </a:cubicBezTo>
                  <a:cubicBezTo>
                    <a:pt x="30767" y="452"/>
                    <a:pt x="34466" y="453"/>
                    <a:pt x="38164" y="457"/>
                  </a:cubicBezTo>
                  <a:cubicBezTo>
                    <a:pt x="42914" y="461"/>
                    <a:pt x="47663" y="459"/>
                    <a:pt x="52413" y="454"/>
                  </a:cubicBezTo>
                  <a:cubicBezTo>
                    <a:pt x="56054" y="452"/>
                    <a:pt x="59695" y="452"/>
                    <a:pt x="63337" y="454"/>
                  </a:cubicBezTo>
                  <a:cubicBezTo>
                    <a:pt x="65088" y="455"/>
                    <a:pt x="66840" y="454"/>
                    <a:pt x="68592" y="452"/>
                  </a:cubicBezTo>
                  <a:cubicBezTo>
                    <a:pt x="71036" y="451"/>
                    <a:pt x="73481" y="453"/>
                    <a:pt x="75925" y="458"/>
                  </a:cubicBezTo>
                  <a:cubicBezTo>
                    <a:pt x="76655" y="456"/>
                    <a:pt x="77385" y="455"/>
                    <a:pt x="78137" y="453"/>
                  </a:cubicBezTo>
                  <a:cubicBezTo>
                    <a:pt x="78801" y="455"/>
                    <a:pt x="79464" y="457"/>
                    <a:pt x="80148" y="459"/>
                  </a:cubicBezTo>
                  <a:cubicBezTo>
                    <a:pt x="80726" y="460"/>
                    <a:pt x="81305" y="460"/>
                    <a:pt x="81901" y="460"/>
                  </a:cubicBezTo>
                  <a:cubicBezTo>
                    <a:pt x="83312" y="554"/>
                    <a:pt x="83312" y="554"/>
                    <a:pt x="84800" y="1298"/>
                  </a:cubicBezTo>
                  <a:cubicBezTo>
                    <a:pt x="84949" y="3316"/>
                    <a:pt x="84997" y="5259"/>
                    <a:pt x="84985" y="7278"/>
                  </a:cubicBezTo>
                  <a:cubicBezTo>
                    <a:pt x="84987" y="7917"/>
                    <a:pt x="84989" y="8556"/>
                    <a:pt x="84990" y="9214"/>
                  </a:cubicBezTo>
                  <a:cubicBezTo>
                    <a:pt x="84995" y="11386"/>
                    <a:pt x="84989" y="13558"/>
                    <a:pt x="84983" y="15731"/>
                  </a:cubicBezTo>
                  <a:cubicBezTo>
                    <a:pt x="84984" y="17297"/>
                    <a:pt x="84986" y="18864"/>
                    <a:pt x="84988" y="20431"/>
                  </a:cubicBezTo>
                  <a:cubicBezTo>
                    <a:pt x="84993" y="24778"/>
                    <a:pt x="84988" y="29125"/>
                    <a:pt x="84982" y="33473"/>
                  </a:cubicBezTo>
                  <a:cubicBezTo>
                    <a:pt x="84977" y="38186"/>
                    <a:pt x="84980" y="42900"/>
                    <a:pt x="84983" y="47614"/>
                  </a:cubicBezTo>
                  <a:cubicBezTo>
                    <a:pt x="84986" y="55888"/>
                    <a:pt x="84983" y="64163"/>
                    <a:pt x="84977" y="72438"/>
                  </a:cubicBezTo>
                  <a:cubicBezTo>
                    <a:pt x="84971" y="81321"/>
                    <a:pt x="84968" y="90204"/>
                    <a:pt x="84968" y="99087"/>
                  </a:cubicBezTo>
                  <a:cubicBezTo>
                    <a:pt x="84968" y="99648"/>
                    <a:pt x="84968" y="100208"/>
                    <a:pt x="84968" y="100785"/>
                  </a:cubicBezTo>
                  <a:cubicBezTo>
                    <a:pt x="84969" y="103640"/>
                    <a:pt x="84969" y="106496"/>
                    <a:pt x="84969" y="109352"/>
                  </a:cubicBezTo>
                  <a:cubicBezTo>
                    <a:pt x="84971" y="130047"/>
                    <a:pt x="84966" y="150742"/>
                    <a:pt x="84957" y="171436"/>
                  </a:cubicBezTo>
                  <a:cubicBezTo>
                    <a:pt x="84948" y="191938"/>
                    <a:pt x="84943" y="212439"/>
                    <a:pt x="84941" y="232940"/>
                  </a:cubicBezTo>
                  <a:cubicBezTo>
                    <a:pt x="84941" y="233576"/>
                    <a:pt x="84941" y="234212"/>
                    <a:pt x="84941" y="234867"/>
                  </a:cubicBezTo>
                  <a:cubicBezTo>
                    <a:pt x="84940" y="240678"/>
                    <a:pt x="84940" y="246488"/>
                    <a:pt x="84940" y="252298"/>
                  </a:cubicBezTo>
                  <a:cubicBezTo>
                    <a:pt x="84939" y="266743"/>
                    <a:pt x="84937" y="281187"/>
                    <a:pt x="84936" y="295632"/>
                  </a:cubicBezTo>
                  <a:cubicBezTo>
                    <a:pt x="84935" y="296619"/>
                    <a:pt x="84935" y="296619"/>
                    <a:pt x="84935" y="297626"/>
                  </a:cubicBezTo>
                  <a:cubicBezTo>
                    <a:pt x="84931" y="329644"/>
                    <a:pt x="84922" y="361663"/>
                    <a:pt x="84912" y="393681"/>
                  </a:cubicBezTo>
                  <a:cubicBezTo>
                    <a:pt x="84909" y="404795"/>
                    <a:pt x="84905" y="415910"/>
                    <a:pt x="84902" y="427024"/>
                  </a:cubicBezTo>
                  <a:cubicBezTo>
                    <a:pt x="84902" y="427713"/>
                    <a:pt x="84902" y="428403"/>
                    <a:pt x="84901" y="429113"/>
                  </a:cubicBezTo>
                  <a:cubicBezTo>
                    <a:pt x="84892" y="461142"/>
                    <a:pt x="84886" y="493172"/>
                    <a:pt x="84882" y="525202"/>
                  </a:cubicBezTo>
                  <a:cubicBezTo>
                    <a:pt x="84882" y="527281"/>
                    <a:pt x="84881" y="529360"/>
                    <a:pt x="84881" y="531438"/>
                  </a:cubicBezTo>
                  <a:cubicBezTo>
                    <a:pt x="84879" y="545215"/>
                    <a:pt x="84877" y="558991"/>
                    <a:pt x="84875" y="572767"/>
                  </a:cubicBezTo>
                  <a:cubicBezTo>
                    <a:pt x="84872" y="600179"/>
                    <a:pt x="84868" y="627592"/>
                    <a:pt x="84863" y="655004"/>
                  </a:cubicBezTo>
                  <a:cubicBezTo>
                    <a:pt x="84863" y="656310"/>
                    <a:pt x="84863" y="657615"/>
                    <a:pt x="84863" y="658921"/>
                  </a:cubicBezTo>
                  <a:cubicBezTo>
                    <a:pt x="84853" y="717709"/>
                    <a:pt x="84839" y="776497"/>
                    <a:pt x="84823" y="835285"/>
                  </a:cubicBezTo>
                  <a:cubicBezTo>
                    <a:pt x="84823" y="835836"/>
                    <a:pt x="84823" y="836386"/>
                    <a:pt x="84823" y="836953"/>
                  </a:cubicBezTo>
                  <a:cubicBezTo>
                    <a:pt x="84816" y="864491"/>
                    <a:pt x="84808" y="892029"/>
                    <a:pt x="84800" y="919567"/>
                  </a:cubicBezTo>
                  <a:cubicBezTo>
                    <a:pt x="85586" y="919566"/>
                    <a:pt x="85586" y="919566"/>
                    <a:pt x="86388" y="919565"/>
                  </a:cubicBezTo>
                  <a:cubicBezTo>
                    <a:pt x="99125" y="919549"/>
                    <a:pt x="111862" y="919537"/>
                    <a:pt x="124600" y="919529"/>
                  </a:cubicBezTo>
                  <a:cubicBezTo>
                    <a:pt x="130759" y="919525"/>
                    <a:pt x="136919" y="919520"/>
                    <a:pt x="143078" y="919511"/>
                  </a:cubicBezTo>
                  <a:cubicBezTo>
                    <a:pt x="148446" y="919504"/>
                    <a:pt x="153813" y="919499"/>
                    <a:pt x="159180" y="919497"/>
                  </a:cubicBezTo>
                  <a:cubicBezTo>
                    <a:pt x="162023" y="919496"/>
                    <a:pt x="164866" y="919494"/>
                    <a:pt x="167710" y="919489"/>
                  </a:cubicBezTo>
                  <a:cubicBezTo>
                    <a:pt x="170384" y="919484"/>
                    <a:pt x="173057" y="919482"/>
                    <a:pt x="175731" y="919483"/>
                  </a:cubicBezTo>
                  <a:cubicBezTo>
                    <a:pt x="177185" y="919483"/>
                    <a:pt x="178639" y="919479"/>
                    <a:pt x="180092" y="919475"/>
                  </a:cubicBezTo>
                  <a:cubicBezTo>
                    <a:pt x="180952" y="919476"/>
                    <a:pt x="181812" y="919477"/>
                    <a:pt x="182698" y="919478"/>
                  </a:cubicBezTo>
                  <a:cubicBezTo>
                    <a:pt x="183448" y="919477"/>
                    <a:pt x="184199" y="919477"/>
                    <a:pt x="184972" y="919476"/>
                  </a:cubicBezTo>
                  <a:cubicBezTo>
                    <a:pt x="186747" y="919567"/>
                    <a:pt x="186747" y="919567"/>
                    <a:pt x="188235" y="920312"/>
                  </a:cubicBezTo>
                  <a:cubicBezTo>
                    <a:pt x="188419" y="921833"/>
                    <a:pt x="188419" y="921833"/>
                    <a:pt x="188414" y="923876"/>
                  </a:cubicBezTo>
                  <a:cubicBezTo>
                    <a:pt x="188417" y="925033"/>
                    <a:pt x="188417" y="925033"/>
                    <a:pt x="188421" y="926213"/>
                  </a:cubicBezTo>
                  <a:cubicBezTo>
                    <a:pt x="188413" y="927493"/>
                    <a:pt x="188413" y="927493"/>
                    <a:pt x="188404" y="928798"/>
                  </a:cubicBezTo>
                  <a:cubicBezTo>
                    <a:pt x="188405" y="929691"/>
                    <a:pt x="188405" y="930584"/>
                    <a:pt x="188405" y="931504"/>
                  </a:cubicBezTo>
                  <a:cubicBezTo>
                    <a:pt x="188404" y="933959"/>
                    <a:pt x="188397" y="936414"/>
                    <a:pt x="188386" y="938869"/>
                  </a:cubicBezTo>
                  <a:cubicBezTo>
                    <a:pt x="188377" y="941433"/>
                    <a:pt x="188376" y="943996"/>
                    <a:pt x="188374" y="946559"/>
                  </a:cubicBezTo>
                  <a:cubicBezTo>
                    <a:pt x="188370" y="951417"/>
                    <a:pt x="188358" y="956274"/>
                    <a:pt x="188343" y="961131"/>
                  </a:cubicBezTo>
                  <a:cubicBezTo>
                    <a:pt x="188326" y="966659"/>
                    <a:pt x="188318" y="972187"/>
                    <a:pt x="188310" y="977716"/>
                  </a:cubicBezTo>
                  <a:cubicBezTo>
                    <a:pt x="188295" y="989091"/>
                    <a:pt x="188269" y="1000466"/>
                    <a:pt x="188235" y="1011841"/>
                  </a:cubicBezTo>
                  <a:cubicBezTo>
                    <a:pt x="169038" y="1011893"/>
                    <a:pt x="149840" y="1011932"/>
                    <a:pt x="130642" y="1011957"/>
                  </a:cubicBezTo>
                  <a:cubicBezTo>
                    <a:pt x="121729" y="1011968"/>
                    <a:pt x="112815" y="1011984"/>
                    <a:pt x="103902" y="1012009"/>
                  </a:cubicBezTo>
                  <a:cubicBezTo>
                    <a:pt x="96136" y="1012032"/>
                    <a:pt x="88371" y="1012046"/>
                    <a:pt x="80605" y="1012051"/>
                  </a:cubicBezTo>
                  <a:cubicBezTo>
                    <a:pt x="76490" y="1012054"/>
                    <a:pt x="72376" y="1012061"/>
                    <a:pt x="68261" y="1012077"/>
                  </a:cubicBezTo>
                  <a:cubicBezTo>
                    <a:pt x="64393" y="1012092"/>
                    <a:pt x="60525" y="1012097"/>
                    <a:pt x="56657" y="1012093"/>
                  </a:cubicBezTo>
                  <a:cubicBezTo>
                    <a:pt x="55233" y="1012094"/>
                    <a:pt x="53809" y="1012098"/>
                    <a:pt x="52385" y="1012107"/>
                  </a:cubicBezTo>
                  <a:cubicBezTo>
                    <a:pt x="50449" y="1012118"/>
                    <a:pt x="48514" y="1012115"/>
                    <a:pt x="46579" y="1012109"/>
                  </a:cubicBezTo>
                  <a:cubicBezTo>
                    <a:pt x="46008" y="1012116"/>
                    <a:pt x="45436" y="1012122"/>
                    <a:pt x="44848" y="1012129"/>
                  </a:cubicBezTo>
                  <a:cubicBezTo>
                    <a:pt x="43288" y="1012116"/>
                    <a:pt x="43288" y="1012116"/>
                    <a:pt x="40896" y="1011841"/>
                  </a:cubicBezTo>
                  <a:cubicBezTo>
                    <a:pt x="40527" y="1010736"/>
                    <a:pt x="40527" y="1010736"/>
                    <a:pt x="40151" y="1009608"/>
                  </a:cubicBezTo>
                  <a:cubicBezTo>
                    <a:pt x="39415" y="1009363"/>
                    <a:pt x="38678" y="1009117"/>
                    <a:pt x="37919" y="1008864"/>
                  </a:cubicBezTo>
                  <a:cubicBezTo>
                    <a:pt x="37551" y="1007759"/>
                    <a:pt x="37551" y="1007759"/>
                    <a:pt x="37175" y="1006632"/>
                  </a:cubicBezTo>
                  <a:cubicBezTo>
                    <a:pt x="36438" y="1006141"/>
                    <a:pt x="35701" y="1005650"/>
                    <a:pt x="34942" y="1005144"/>
                  </a:cubicBezTo>
                  <a:cubicBezTo>
                    <a:pt x="34574" y="1004039"/>
                    <a:pt x="34574" y="1004039"/>
                    <a:pt x="34198" y="1002911"/>
                  </a:cubicBezTo>
                  <a:cubicBezTo>
                    <a:pt x="33584" y="1002543"/>
                    <a:pt x="32970" y="1002174"/>
                    <a:pt x="32338" y="1001795"/>
                  </a:cubicBezTo>
                  <a:cubicBezTo>
                    <a:pt x="30478" y="1000679"/>
                    <a:pt x="30478" y="1000679"/>
                    <a:pt x="29733" y="998446"/>
                  </a:cubicBezTo>
                  <a:cubicBezTo>
                    <a:pt x="29411" y="998124"/>
                    <a:pt x="29089" y="997802"/>
                    <a:pt x="28757" y="997470"/>
                  </a:cubicBezTo>
                  <a:cubicBezTo>
                    <a:pt x="27501" y="996214"/>
                    <a:pt x="27501" y="996214"/>
                    <a:pt x="26013" y="993888"/>
                  </a:cubicBezTo>
                  <a:cubicBezTo>
                    <a:pt x="24713" y="991564"/>
                    <a:pt x="24713" y="991564"/>
                    <a:pt x="22292" y="991005"/>
                  </a:cubicBezTo>
                  <a:cubicBezTo>
                    <a:pt x="22292" y="990023"/>
                    <a:pt x="22292" y="989040"/>
                    <a:pt x="22292" y="988028"/>
                  </a:cubicBezTo>
                  <a:cubicBezTo>
                    <a:pt x="21312" y="987508"/>
                    <a:pt x="20320" y="987011"/>
                    <a:pt x="19316" y="986540"/>
                  </a:cubicBezTo>
                  <a:cubicBezTo>
                    <a:pt x="19316" y="985803"/>
                    <a:pt x="19316" y="985067"/>
                    <a:pt x="19316" y="984308"/>
                  </a:cubicBezTo>
                  <a:cubicBezTo>
                    <a:pt x="18824" y="984185"/>
                    <a:pt x="18333" y="984062"/>
                    <a:pt x="17827" y="983936"/>
                  </a:cubicBezTo>
                  <a:cubicBezTo>
                    <a:pt x="17336" y="983813"/>
                    <a:pt x="16845" y="983690"/>
                    <a:pt x="16339" y="983563"/>
                  </a:cubicBezTo>
                  <a:cubicBezTo>
                    <a:pt x="16339" y="982827"/>
                    <a:pt x="16339" y="982090"/>
                    <a:pt x="16339" y="981331"/>
                  </a:cubicBezTo>
                  <a:cubicBezTo>
                    <a:pt x="15848" y="981224"/>
                    <a:pt x="15357" y="981116"/>
                    <a:pt x="14851" y="981006"/>
                  </a:cubicBezTo>
                  <a:cubicBezTo>
                    <a:pt x="14360" y="980867"/>
                    <a:pt x="13868" y="980729"/>
                    <a:pt x="13362" y="980587"/>
                  </a:cubicBezTo>
                  <a:cubicBezTo>
                    <a:pt x="13362" y="979605"/>
                    <a:pt x="13362" y="978622"/>
                    <a:pt x="13362" y="977610"/>
                  </a:cubicBezTo>
                  <a:cubicBezTo>
                    <a:pt x="12626" y="977610"/>
                    <a:pt x="11889" y="977610"/>
                    <a:pt x="11130" y="977610"/>
                  </a:cubicBezTo>
                  <a:cubicBezTo>
                    <a:pt x="11130" y="976628"/>
                    <a:pt x="11130" y="975646"/>
                    <a:pt x="11130" y="974634"/>
                  </a:cubicBezTo>
                  <a:cubicBezTo>
                    <a:pt x="10577" y="974526"/>
                    <a:pt x="10025" y="974419"/>
                    <a:pt x="9456" y="974308"/>
                  </a:cubicBezTo>
                  <a:cubicBezTo>
                    <a:pt x="7409" y="973890"/>
                    <a:pt x="7409" y="973890"/>
                    <a:pt x="5688" y="972076"/>
                  </a:cubicBezTo>
                  <a:cubicBezTo>
                    <a:pt x="4433" y="970169"/>
                    <a:pt x="4433" y="970169"/>
                    <a:pt x="4433" y="968681"/>
                  </a:cubicBezTo>
                  <a:cubicBezTo>
                    <a:pt x="3942" y="968681"/>
                    <a:pt x="3450" y="968681"/>
                    <a:pt x="2944" y="968681"/>
                  </a:cubicBezTo>
                  <a:cubicBezTo>
                    <a:pt x="2936" y="939084"/>
                    <a:pt x="2928" y="909487"/>
                    <a:pt x="2921" y="879890"/>
                  </a:cubicBezTo>
                  <a:cubicBezTo>
                    <a:pt x="2921" y="879311"/>
                    <a:pt x="2920" y="878732"/>
                    <a:pt x="2920" y="878135"/>
                  </a:cubicBezTo>
                  <a:cubicBezTo>
                    <a:pt x="2904" y="816100"/>
                    <a:pt x="2891" y="754065"/>
                    <a:pt x="2881" y="692030"/>
                  </a:cubicBezTo>
                  <a:cubicBezTo>
                    <a:pt x="2881" y="690653"/>
                    <a:pt x="2881" y="689276"/>
                    <a:pt x="2881" y="687898"/>
                  </a:cubicBezTo>
                  <a:cubicBezTo>
                    <a:pt x="2876" y="658988"/>
                    <a:pt x="2872" y="630077"/>
                    <a:pt x="2869" y="601167"/>
                  </a:cubicBezTo>
                  <a:cubicBezTo>
                    <a:pt x="2867" y="586645"/>
                    <a:pt x="2865" y="572123"/>
                    <a:pt x="2863" y="557601"/>
                  </a:cubicBezTo>
                  <a:cubicBezTo>
                    <a:pt x="2863" y="555411"/>
                    <a:pt x="2862" y="553220"/>
                    <a:pt x="2862" y="551029"/>
                  </a:cubicBezTo>
                  <a:cubicBezTo>
                    <a:pt x="2858" y="517283"/>
                    <a:pt x="2852" y="483537"/>
                    <a:pt x="2842" y="449791"/>
                  </a:cubicBezTo>
                  <a:cubicBezTo>
                    <a:pt x="2842" y="449065"/>
                    <a:pt x="2842" y="448339"/>
                    <a:pt x="2842" y="447591"/>
                  </a:cubicBezTo>
                  <a:cubicBezTo>
                    <a:pt x="2838" y="435886"/>
                    <a:pt x="2835" y="424180"/>
                    <a:pt x="2831" y="412475"/>
                  </a:cubicBezTo>
                  <a:cubicBezTo>
                    <a:pt x="2822" y="378773"/>
                    <a:pt x="2813" y="345072"/>
                    <a:pt x="2809" y="311371"/>
                  </a:cubicBezTo>
                  <a:cubicBezTo>
                    <a:pt x="2809" y="310678"/>
                    <a:pt x="2809" y="309986"/>
                    <a:pt x="2809" y="309272"/>
                  </a:cubicBezTo>
                  <a:cubicBezTo>
                    <a:pt x="2807" y="294072"/>
                    <a:pt x="2805" y="278872"/>
                    <a:pt x="2805" y="263671"/>
                  </a:cubicBezTo>
                  <a:cubicBezTo>
                    <a:pt x="2804" y="257556"/>
                    <a:pt x="2804" y="251441"/>
                    <a:pt x="2803" y="245325"/>
                  </a:cubicBezTo>
                  <a:cubicBezTo>
                    <a:pt x="2803" y="244656"/>
                    <a:pt x="2803" y="243986"/>
                    <a:pt x="2803" y="243297"/>
                  </a:cubicBezTo>
                  <a:cubicBezTo>
                    <a:pt x="2801" y="221705"/>
                    <a:pt x="2795" y="200113"/>
                    <a:pt x="2786" y="178522"/>
                  </a:cubicBezTo>
                  <a:cubicBezTo>
                    <a:pt x="2777" y="156785"/>
                    <a:pt x="2773" y="135048"/>
                    <a:pt x="2775" y="113310"/>
                  </a:cubicBezTo>
                  <a:cubicBezTo>
                    <a:pt x="2776" y="110311"/>
                    <a:pt x="2776" y="107312"/>
                    <a:pt x="2776" y="104313"/>
                  </a:cubicBezTo>
                  <a:cubicBezTo>
                    <a:pt x="2776" y="103725"/>
                    <a:pt x="2776" y="103137"/>
                    <a:pt x="2776" y="102531"/>
                  </a:cubicBezTo>
                  <a:cubicBezTo>
                    <a:pt x="2777" y="93196"/>
                    <a:pt x="2772" y="83860"/>
                    <a:pt x="2766" y="74524"/>
                  </a:cubicBezTo>
                  <a:cubicBezTo>
                    <a:pt x="2760" y="65359"/>
                    <a:pt x="2758" y="56195"/>
                    <a:pt x="2763" y="47030"/>
                  </a:cubicBezTo>
                  <a:cubicBezTo>
                    <a:pt x="2765" y="42121"/>
                    <a:pt x="2765" y="37212"/>
                    <a:pt x="2759" y="32304"/>
                  </a:cubicBezTo>
                  <a:cubicBezTo>
                    <a:pt x="2753" y="27848"/>
                    <a:pt x="2753" y="23393"/>
                    <a:pt x="2760" y="18938"/>
                  </a:cubicBezTo>
                  <a:cubicBezTo>
                    <a:pt x="2761" y="17326"/>
                    <a:pt x="2759" y="15714"/>
                    <a:pt x="2755" y="14102"/>
                  </a:cubicBezTo>
                  <a:cubicBezTo>
                    <a:pt x="2750" y="11933"/>
                    <a:pt x="2753" y="9763"/>
                    <a:pt x="2760" y="7593"/>
                  </a:cubicBezTo>
                  <a:cubicBezTo>
                    <a:pt x="2756" y="6957"/>
                    <a:pt x="2752" y="6322"/>
                    <a:pt x="2748" y="5666"/>
                  </a:cubicBezTo>
                  <a:cubicBezTo>
                    <a:pt x="2757" y="4209"/>
                    <a:pt x="2842" y="2752"/>
                    <a:pt x="2944" y="1298"/>
                  </a:cubicBezTo>
                  <a:cubicBezTo>
                    <a:pt x="4675" y="433"/>
                    <a:pt x="5670" y="460"/>
                    <a:pt x="7596" y="459"/>
                  </a:cubicBezTo>
                  <a:close/>
                </a:path>
              </a:pathLst>
            </a:custGeom>
            <a:grpFill/>
            <a:ln w="744" cap="flat">
              <a:noFill/>
              <a:prstDash val="solid"/>
              <a:miter/>
            </a:ln>
          </p:spPr>
          <p:txBody>
            <a:bodyPr rtlCol="0" anchor="ctr"/>
            <a:lstStyle/>
            <a:p>
              <a:endParaRPr lang="zh-CN" altLang="en-US"/>
            </a:p>
          </p:txBody>
        </p:sp>
        <p:sp>
          <p:nvSpPr>
            <p:cNvPr id="93" name="任意多边形: 形状 92"/>
            <p:cNvSpPr/>
            <p:nvPr/>
          </p:nvSpPr>
          <p:spPr>
            <a:xfrm>
              <a:off x="3819781" y="610100"/>
              <a:ext cx="185753" cy="1011671"/>
            </a:xfrm>
            <a:custGeom>
              <a:avLst/>
              <a:gdLst>
                <a:gd name="connsiteX0" fmla="*/ 5592 w 185753"/>
                <a:gd name="connsiteY0" fmla="*/ 452 h 1011671"/>
                <a:gd name="connsiteX1" fmla="*/ 84471 w 185753"/>
                <a:gd name="connsiteY1" fmla="*/ 1196 h 1011671"/>
                <a:gd name="connsiteX2" fmla="*/ 84568 w 185753"/>
                <a:gd name="connsiteY2" fmla="*/ 7181 h 1011671"/>
                <a:gd name="connsiteX3" fmla="*/ 84573 w 185753"/>
                <a:gd name="connsiteY3" fmla="*/ 9118 h 1011671"/>
                <a:gd name="connsiteX4" fmla="*/ 84574 w 185753"/>
                <a:gd name="connsiteY4" fmla="*/ 15640 h 1011671"/>
                <a:gd name="connsiteX5" fmla="*/ 84581 w 185753"/>
                <a:gd name="connsiteY5" fmla="*/ 20345 h 1011671"/>
                <a:gd name="connsiteX6" fmla="*/ 84588 w 185753"/>
                <a:gd name="connsiteY6" fmla="*/ 33397 h 1011671"/>
                <a:gd name="connsiteX7" fmla="*/ 84600 w 185753"/>
                <a:gd name="connsiteY7" fmla="*/ 47549 h 1011671"/>
                <a:gd name="connsiteX8" fmla="*/ 84617 w 185753"/>
                <a:gd name="connsiteY8" fmla="*/ 72394 h 1011671"/>
                <a:gd name="connsiteX9" fmla="*/ 84634 w 185753"/>
                <a:gd name="connsiteY9" fmla="*/ 99065 h 1011671"/>
                <a:gd name="connsiteX10" fmla="*/ 84636 w 185753"/>
                <a:gd name="connsiteY10" fmla="*/ 100763 h 1011671"/>
                <a:gd name="connsiteX11" fmla="*/ 84643 w 185753"/>
                <a:gd name="connsiteY11" fmla="*/ 109338 h 1011671"/>
                <a:gd name="connsiteX12" fmla="*/ 84687 w 185753"/>
                <a:gd name="connsiteY12" fmla="*/ 171472 h 1011671"/>
                <a:gd name="connsiteX13" fmla="*/ 84729 w 185753"/>
                <a:gd name="connsiteY13" fmla="*/ 233025 h 1011671"/>
                <a:gd name="connsiteX14" fmla="*/ 84731 w 185753"/>
                <a:gd name="connsiteY14" fmla="*/ 234955 h 1011671"/>
                <a:gd name="connsiteX15" fmla="*/ 84744 w 185753"/>
                <a:gd name="connsiteY15" fmla="*/ 252399 h 1011671"/>
                <a:gd name="connsiteX16" fmla="*/ 84777 w 185753"/>
                <a:gd name="connsiteY16" fmla="*/ 295769 h 1011671"/>
                <a:gd name="connsiteX17" fmla="*/ 84779 w 185753"/>
                <a:gd name="connsiteY17" fmla="*/ 297764 h 1011671"/>
                <a:gd name="connsiteX18" fmla="*/ 84845 w 185753"/>
                <a:gd name="connsiteY18" fmla="*/ 393897 h 1011671"/>
                <a:gd name="connsiteX19" fmla="*/ 84867 w 185753"/>
                <a:gd name="connsiteY19" fmla="*/ 427267 h 1011671"/>
                <a:gd name="connsiteX20" fmla="*/ 84868 w 185753"/>
                <a:gd name="connsiteY20" fmla="*/ 429357 h 1011671"/>
                <a:gd name="connsiteX21" fmla="*/ 84936 w 185753"/>
                <a:gd name="connsiteY21" fmla="*/ 525525 h 1011671"/>
                <a:gd name="connsiteX22" fmla="*/ 84941 w 185753"/>
                <a:gd name="connsiteY22" fmla="*/ 531766 h 1011671"/>
                <a:gd name="connsiteX23" fmla="*/ 84972 w 185753"/>
                <a:gd name="connsiteY23" fmla="*/ 573128 h 1011671"/>
                <a:gd name="connsiteX24" fmla="*/ 85032 w 185753"/>
                <a:gd name="connsiteY24" fmla="*/ 655432 h 1011671"/>
                <a:gd name="connsiteX25" fmla="*/ 85035 w 185753"/>
                <a:gd name="connsiteY25" fmla="*/ 659352 h 1011671"/>
                <a:gd name="connsiteX26" fmla="*/ 85159 w 185753"/>
                <a:gd name="connsiteY26" fmla="*/ 835859 h 1011671"/>
                <a:gd name="connsiteX27" fmla="*/ 85160 w 185753"/>
                <a:gd name="connsiteY27" fmla="*/ 837529 h 1011671"/>
                <a:gd name="connsiteX28" fmla="*/ 85215 w 185753"/>
                <a:gd name="connsiteY28" fmla="*/ 920210 h 1011671"/>
                <a:gd name="connsiteX29" fmla="*/ 87447 w 185753"/>
                <a:gd name="connsiteY29" fmla="*/ 919466 h 1011671"/>
                <a:gd name="connsiteX30" fmla="*/ 91476 w 185753"/>
                <a:gd name="connsiteY30" fmla="*/ 919366 h 1011671"/>
                <a:gd name="connsiteX31" fmla="*/ 94012 w 185753"/>
                <a:gd name="connsiteY31" fmla="*/ 919356 h 1011671"/>
                <a:gd name="connsiteX32" fmla="*/ 96795 w 185753"/>
                <a:gd name="connsiteY32" fmla="*/ 919357 h 1011671"/>
                <a:gd name="connsiteX33" fmla="*/ 99725 w 185753"/>
                <a:gd name="connsiteY33" fmla="*/ 919350 h 1011671"/>
                <a:gd name="connsiteX34" fmla="*/ 107687 w 185753"/>
                <a:gd name="connsiteY34" fmla="*/ 919341 h 1011671"/>
                <a:gd name="connsiteX35" fmla="*/ 114333 w 185753"/>
                <a:gd name="connsiteY35" fmla="*/ 919335 h 1011671"/>
                <a:gd name="connsiteX36" fmla="*/ 130014 w 185753"/>
                <a:gd name="connsiteY36" fmla="*/ 919328 h 1011671"/>
                <a:gd name="connsiteX37" fmla="*/ 146189 w 185753"/>
                <a:gd name="connsiteY37" fmla="*/ 919308 h 1011671"/>
                <a:gd name="connsiteX38" fmla="*/ 160076 w 185753"/>
                <a:gd name="connsiteY38" fmla="*/ 919295 h 1011671"/>
                <a:gd name="connsiteX39" fmla="*/ 168370 w 185753"/>
                <a:gd name="connsiteY39" fmla="*/ 919285 h 1011671"/>
                <a:gd name="connsiteX40" fmla="*/ 177622 w 185753"/>
                <a:gd name="connsiteY40" fmla="*/ 919285 h 1011671"/>
                <a:gd name="connsiteX41" fmla="*/ 180396 w 185753"/>
                <a:gd name="connsiteY41" fmla="*/ 919272 h 1011671"/>
                <a:gd name="connsiteX42" fmla="*/ 182944 w 185753"/>
                <a:gd name="connsiteY42" fmla="*/ 919282 h 1011671"/>
                <a:gd name="connsiteX43" fmla="*/ 185153 w 185753"/>
                <a:gd name="connsiteY43" fmla="*/ 919280 h 1011671"/>
                <a:gd name="connsiteX44" fmla="*/ 190883 w 185753"/>
                <a:gd name="connsiteY44" fmla="*/ 920954 h 1011671"/>
                <a:gd name="connsiteX45" fmla="*/ 191330 w 185753"/>
                <a:gd name="connsiteY45" fmla="*/ 924579 h 1011671"/>
                <a:gd name="connsiteX46" fmla="*/ 191346 w 185753"/>
                <a:gd name="connsiteY46" fmla="*/ 926900 h 1011671"/>
                <a:gd name="connsiteX47" fmla="*/ 191305 w 185753"/>
                <a:gd name="connsiteY47" fmla="*/ 929457 h 1011671"/>
                <a:gd name="connsiteX48" fmla="*/ 191307 w 185753"/>
                <a:gd name="connsiteY48" fmla="*/ 932141 h 1011671"/>
                <a:gd name="connsiteX49" fmla="*/ 191260 w 185753"/>
                <a:gd name="connsiteY49" fmla="*/ 939437 h 1011671"/>
                <a:gd name="connsiteX50" fmla="*/ 191230 w 185753"/>
                <a:gd name="connsiteY50" fmla="*/ 947058 h 1011671"/>
                <a:gd name="connsiteX51" fmla="*/ 191151 w 185753"/>
                <a:gd name="connsiteY51" fmla="*/ 961495 h 1011671"/>
                <a:gd name="connsiteX52" fmla="*/ 191070 w 185753"/>
                <a:gd name="connsiteY52" fmla="*/ 977929 h 1011671"/>
                <a:gd name="connsiteX53" fmla="*/ 190883 w 185753"/>
                <a:gd name="connsiteY53" fmla="*/ 1011739 h 1011671"/>
                <a:gd name="connsiteX54" fmla="*/ 132455 w 185753"/>
                <a:gd name="connsiteY54" fmla="*/ 1011893 h 1011671"/>
                <a:gd name="connsiteX55" fmla="*/ 105327 w 185753"/>
                <a:gd name="connsiteY55" fmla="*/ 1011964 h 1011671"/>
                <a:gd name="connsiteX56" fmla="*/ 81691 w 185753"/>
                <a:gd name="connsiteY56" fmla="*/ 1012019 h 1011671"/>
                <a:gd name="connsiteX57" fmla="*/ 69168 w 185753"/>
                <a:gd name="connsiteY57" fmla="*/ 1012054 h 1011671"/>
                <a:gd name="connsiteX58" fmla="*/ 57394 w 185753"/>
                <a:gd name="connsiteY58" fmla="*/ 1012076 h 1011671"/>
                <a:gd name="connsiteX59" fmla="*/ 53061 w 185753"/>
                <a:gd name="connsiteY59" fmla="*/ 1012094 h 1011671"/>
                <a:gd name="connsiteX60" fmla="*/ 47168 w 185753"/>
                <a:gd name="connsiteY60" fmla="*/ 1012097 h 1011671"/>
                <a:gd name="connsiteX61" fmla="*/ 45418 w 185753"/>
                <a:gd name="connsiteY61" fmla="*/ 1012123 h 1011671"/>
                <a:gd name="connsiteX62" fmla="*/ 41311 w 185753"/>
                <a:gd name="connsiteY62" fmla="*/ 1011739 h 1011671"/>
                <a:gd name="connsiteX63" fmla="*/ 39822 w 185753"/>
                <a:gd name="connsiteY63" fmla="*/ 1008762 h 1011671"/>
                <a:gd name="connsiteX64" fmla="*/ 38334 w 185753"/>
                <a:gd name="connsiteY64" fmla="*/ 1008018 h 1011671"/>
                <a:gd name="connsiteX65" fmla="*/ 37590 w 185753"/>
                <a:gd name="connsiteY65" fmla="*/ 1005786 h 1011671"/>
                <a:gd name="connsiteX66" fmla="*/ 36102 w 185753"/>
                <a:gd name="connsiteY66" fmla="*/ 1005414 h 1011671"/>
                <a:gd name="connsiteX67" fmla="*/ 34613 w 185753"/>
                <a:gd name="connsiteY67" fmla="*/ 1005042 h 1011671"/>
                <a:gd name="connsiteX68" fmla="*/ 33869 w 185753"/>
                <a:gd name="connsiteY68" fmla="*/ 1002809 h 1011671"/>
                <a:gd name="connsiteX69" fmla="*/ 32381 w 185753"/>
                <a:gd name="connsiteY69" fmla="*/ 1002065 h 1011671"/>
                <a:gd name="connsiteX70" fmla="*/ 31776 w 185753"/>
                <a:gd name="connsiteY70" fmla="*/ 1000763 h 1011671"/>
                <a:gd name="connsiteX71" fmla="*/ 29265 w 185753"/>
                <a:gd name="connsiteY71" fmla="*/ 997461 h 1011671"/>
                <a:gd name="connsiteX72" fmla="*/ 23190 w 185753"/>
                <a:gd name="connsiteY72" fmla="*/ 990150 h 1011671"/>
                <a:gd name="connsiteX73" fmla="*/ 19731 w 185753"/>
                <a:gd name="connsiteY73" fmla="*/ 987182 h 1011671"/>
                <a:gd name="connsiteX74" fmla="*/ 18987 w 185753"/>
                <a:gd name="connsiteY74" fmla="*/ 984950 h 1011671"/>
                <a:gd name="connsiteX75" fmla="*/ 16754 w 185753"/>
                <a:gd name="connsiteY75" fmla="*/ 983462 h 1011671"/>
                <a:gd name="connsiteX76" fmla="*/ 16010 w 185753"/>
                <a:gd name="connsiteY76" fmla="*/ 981229 h 1011671"/>
                <a:gd name="connsiteX77" fmla="*/ 14847 w 185753"/>
                <a:gd name="connsiteY77" fmla="*/ 980066 h 1011671"/>
                <a:gd name="connsiteX78" fmla="*/ 13778 w 185753"/>
                <a:gd name="connsiteY78" fmla="*/ 977509 h 1011671"/>
                <a:gd name="connsiteX79" fmla="*/ 10801 w 185753"/>
                <a:gd name="connsiteY79" fmla="*/ 977509 h 1011671"/>
                <a:gd name="connsiteX80" fmla="*/ 10801 w 185753"/>
                <a:gd name="connsiteY80" fmla="*/ 974532 h 1011671"/>
                <a:gd name="connsiteX81" fmla="*/ 9313 w 185753"/>
                <a:gd name="connsiteY81" fmla="*/ 974160 h 1011671"/>
                <a:gd name="connsiteX82" fmla="*/ 7824 w 185753"/>
                <a:gd name="connsiteY82" fmla="*/ 973788 h 1011671"/>
                <a:gd name="connsiteX83" fmla="*/ 7824 w 185753"/>
                <a:gd name="connsiteY83" fmla="*/ 970811 h 1011671"/>
                <a:gd name="connsiteX84" fmla="*/ 5592 w 185753"/>
                <a:gd name="connsiteY84" fmla="*/ 970811 h 1011671"/>
                <a:gd name="connsiteX85" fmla="*/ 5592 w 185753"/>
                <a:gd name="connsiteY85" fmla="*/ 452 h 101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85753" h="1011671">
                  <a:moveTo>
                    <a:pt x="5592" y="452"/>
                  </a:moveTo>
                  <a:cubicBezTo>
                    <a:pt x="83727" y="452"/>
                    <a:pt x="83727" y="452"/>
                    <a:pt x="84471" y="1196"/>
                  </a:cubicBezTo>
                  <a:cubicBezTo>
                    <a:pt x="84546" y="3197"/>
                    <a:pt x="84573" y="5180"/>
                    <a:pt x="84568" y="7181"/>
                  </a:cubicBezTo>
                  <a:cubicBezTo>
                    <a:pt x="84570" y="8140"/>
                    <a:pt x="84570" y="8140"/>
                    <a:pt x="84573" y="9118"/>
                  </a:cubicBezTo>
                  <a:cubicBezTo>
                    <a:pt x="84577" y="11292"/>
                    <a:pt x="84575" y="13466"/>
                    <a:pt x="84574" y="15640"/>
                  </a:cubicBezTo>
                  <a:cubicBezTo>
                    <a:pt x="84576" y="17208"/>
                    <a:pt x="84578" y="18777"/>
                    <a:pt x="84581" y="20345"/>
                  </a:cubicBezTo>
                  <a:cubicBezTo>
                    <a:pt x="84586" y="24695"/>
                    <a:pt x="84587" y="29046"/>
                    <a:pt x="84588" y="33397"/>
                  </a:cubicBezTo>
                  <a:cubicBezTo>
                    <a:pt x="84589" y="38114"/>
                    <a:pt x="84595" y="42832"/>
                    <a:pt x="84600" y="47549"/>
                  </a:cubicBezTo>
                  <a:cubicBezTo>
                    <a:pt x="84608" y="55831"/>
                    <a:pt x="84614" y="64112"/>
                    <a:pt x="84617" y="72394"/>
                  </a:cubicBezTo>
                  <a:cubicBezTo>
                    <a:pt x="84621" y="81284"/>
                    <a:pt x="84627" y="90174"/>
                    <a:pt x="84634" y="99065"/>
                  </a:cubicBezTo>
                  <a:cubicBezTo>
                    <a:pt x="84635" y="99625"/>
                    <a:pt x="84635" y="100186"/>
                    <a:pt x="84636" y="100763"/>
                  </a:cubicBezTo>
                  <a:cubicBezTo>
                    <a:pt x="84638" y="103621"/>
                    <a:pt x="84641" y="106480"/>
                    <a:pt x="84643" y="109338"/>
                  </a:cubicBezTo>
                  <a:cubicBezTo>
                    <a:pt x="84661" y="130049"/>
                    <a:pt x="84675" y="150761"/>
                    <a:pt x="84687" y="171472"/>
                  </a:cubicBezTo>
                  <a:cubicBezTo>
                    <a:pt x="84700" y="191990"/>
                    <a:pt x="84713" y="212508"/>
                    <a:pt x="84729" y="233025"/>
                  </a:cubicBezTo>
                  <a:cubicBezTo>
                    <a:pt x="84730" y="233662"/>
                    <a:pt x="84730" y="234299"/>
                    <a:pt x="84731" y="234955"/>
                  </a:cubicBezTo>
                  <a:cubicBezTo>
                    <a:pt x="84735" y="240770"/>
                    <a:pt x="84740" y="246584"/>
                    <a:pt x="84744" y="252399"/>
                  </a:cubicBezTo>
                  <a:cubicBezTo>
                    <a:pt x="84755" y="266856"/>
                    <a:pt x="84766" y="281312"/>
                    <a:pt x="84777" y="295769"/>
                  </a:cubicBezTo>
                  <a:cubicBezTo>
                    <a:pt x="84778" y="296427"/>
                    <a:pt x="84778" y="297085"/>
                    <a:pt x="84779" y="297764"/>
                  </a:cubicBezTo>
                  <a:cubicBezTo>
                    <a:pt x="84803" y="329808"/>
                    <a:pt x="84824" y="361853"/>
                    <a:pt x="84845" y="393897"/>
                  </a:cubicBezTo>
                  <a:cubicBezTo>
                    <a:pt x="84852" y="405021"/>
                    <a:pt x="84860" y="416144"/>
                    <a:pt x="84867" y="427267"/>
                  </a:cubicBezTo>
                  <a:cubicBezTo>
                    <a:pt x="84868" y="428302"/>
                    <a:pt x="84868" y="428302"/>
                    <a:pt x="84868" y="429357"/>
                  </a:cubicBezTo>
                  <a:cubicBezTo>
                    <a:pt x="84890" y="461413"/>
                    <a:pt x="84913" y="493469"/>
                    <a:pt x="84936" y="525525"/>
                  </a:cubicBezTo>
                  <a:cubicBezTo>
                    <a:pt x="84938" y="527605"/>
                    <a:pt x="84940" y="529686"/>
                    <a:pt x="84941" y="531766"/>
                  </a:cubicBezTo>
                  <a:cubicBezTo>
                    <a:pt x="84951" y="545553"/>
                    <a:pt x="84961" y="559341"/>
                    <a:pt x="84972" y="573128"/>
                  </a:cubicBezTo>
                  <a:cubicBezTo>
                    <a:pt x="84992" y="600563"/>
                    <a:pt x="85012" y="627997"/>
                    <a:pt x="85032" y="655432"/>
                  </a:cubicBezTo>
                  <a:cubicBezTo>
                    <a:pt x="85033" y="656739"/>
                    <a:pt x="85034" y="658045"/>
                    <a:pt x="85035" y="659352"/>
                  </a:cubicBezTo>
                  <a:cubicBezTo>
                    <a:pt x="85078" y="718187"/>
                    <a:pt x="85119" y="777023"/>
                    <a:pt x="85159" y="835859"/>
                  </a:cubicBezTo>
                  <a:cubicBezTo>
                    <a:pt x="85159" y="836410"/>
                    <a:pt x="85159" y="836961"/>
                    <a:pt x="85160" y="837529"/>
                  </a:cubicBezTo>
                  <a:cubicBezTo>
                    <a:pt x="85178" y="865089"/>
                    <a:pt x="85197" y="892649"/>
                    <a:pt x="85215" y="920210"/>
                  </a:cubicBezTo>
                  <a:cubicBezTo>
                    <a:pt x="85952" y="919964"/>
                    <a:pt x="86688" y="919719"/>
                    <a:pt x="87447" y="919466"/>
                  </a:cubicBezTo>
                  <a:cubicBezTo>
                    <a:pt x="88789" y="919395"/>
                    <a:pt x="90133" y="919368"/>
                    <a:pt x="91476" y="919366"/>
                  </a:cubicBezTo>
                  <a:cubicBezTo>
                    <a:pt x="92313" y="919363"/>
                    <a:pt x="93150" y="919360"/>
                    <a:pt x="94012" y="919356"/>
                  </a:cubicBezTo>
                  <a:cubicBezTo>
                    <a:pt x="94930" y="919357"/>
                    <a:pt x="95849" y="919357"/>
                    <a:pt x="96795" y="919357"/>
                  </a:cubicBezTo>
                  <a:cubicBezTo>
                    <a:pt x="97762" y="919355"/>
                    <a:pt x="98729" y="919352"/>
                    <a:pt x="99725" y="919350"/>
                  </a:cubicBezTo>
                  <a:cubicBezTo>
                    <a:pt x="102379" y="919343"/>
                    <a:pt x="105033" y="919342"/>
                    <a:pt x="107687" y="919341"/>
                  </a:cubicBezTo>
                  <a:cubicBezTo>
                    <a:pt x="109902" y="919340"/>
                    <a:pt x="112117" y="919338"/>
                    <a:pt x="114333" y="919335"/>
                  </a:cubicBezTo>
                  <a:cubicBezTo>
                    <a:pt x="119560" y="919329"/>
                    <a:pt x="124787" y="919327"/>
                    <a:pt x="130014" y="919328"/>
                  </a:cubicBezTo>
                  <a:cubicBezTo>
                    <a:pt x="135406" y="919328"/>
                    <a:pt x="140797" y="919320"/>
                    <a:pt x="146189" y="919308"/>
                  </a:cubicBezTo>
                  <a:cubicBezTo>
                    <a:pt x="150818" y="919299"/>
                    <a:pt x="155447" y="919295"/>
                    <a:pt x="160076" y="919295"/>
                  </a:cubicBezTo>
                  <a:cubicBezTo>
                    <a:pt x="162841" y="919295"/>
                    <a:pt x="165606" y="919293"/>
                    <a:pt x="168370" y="919285"/>
                  </a:cubicBezTo>
                  <a:cubicBezTo>
                    <a:pt x="171454" y="919277"/>
                    <a:pt x="174538" y="919280"/>
                    <a:pt x="177622" y="919285"/>
                  </a:cubicBezTo>
                  <a:cubicBezTo>
                    <a:pt x="178995" y="919279"/>
                    <a:pt x="178995" y="919279"/>
                    <a:pt x="180396" y="919272"/>
                  </a:cubicBezTo>
                  <a:cubicBezTo>
                    <a:pt x="181237" y="919275"/>
                    <a:pt x="182078" y="919278"/>
                    <a:pt x="182944" y="919282"/>
                  </a:cubicBezTo>
                  <a:cubicBezTo>
                    <a:pt x="183673" y="919281"/>
                    <a:pt x="184402" y="919281"/>
                    <a:pt x="185153" y="919280"/>
                  </a:cubicBezTo>
                  <a:cubicBezTo>
                    <a:pt x="187392" y="919487"/>
                    <a:pt x="188940" y="919807"/>
                    <a:pt x="190883" y="920954"/>
                  </a:cubicBezTo>
                  <a:cubicBezTo>
                    <a:pt x="191341" y="922555"/>
                    <a:pt x="191341" y="922555"/>
                    <a:pt x="191330" y="924579"/>
                  </a:cubicBezTo>
                  <a:cubicBezTo>
                    <a:pt x="191336" y="925345"/>
                    <a:pt x="191341" y="926111"/>
                    <a:pt x="191346" y="926900"/>
                  </a:cubicBezTo>
                  <a:cubicBezTo>
                    <a:pt x="191333" y="927744"/>
                    <a:pt x="191319" y="928587"/>
                    <a:pt x="191305" y="929457"/>
                  </a:cubicBezTo>
                  <a:cubicBezTo>
                    <a:pt x="191306" y="930785"/>
                    <a:pt x="191306" y="930785"/>
                    <a:pt x="191307" y="932141"/>
                  </a:cubicBezTo>
                  <a:cubicBezTo>
                    <a:pt x="191305" y="934573"/>
                    <a:pt x="191286" y="937005"/>
                    <a:pt x="191260" y="939437"/>
                  </a:cubicBezTo>
                  <a:cubicBezTo>
                    <a:pt x="191237" y="941977"/>
                    <a:pt x="191235" y="944518"/>
                    <a:pt x="191230" y="947058"/>
                  </a:cubicBezTo>
                  <a:cubicBezTo>
                    <a:pt x="191219" y="951871"/>
                    <a:pt x="191188" y="956683"/>
                    <a:pt x="191151" y="961495"/>
                  </a:cubicBezTo>
                  <a:cubicBezTo>
                    <a:pt x="191109" y="966973"/>
                    <a:pt x="191089" y="972451"/>
                    <a:pt x="191070" y="977929"/>
                  </a:cubicBezTo>
                  <a:cubicBezTo>
                    <a:pt x="191031" y="989199"/>
                    <a:pt x="190966" y="1000469"/>
                    <a:pt x="190883" y="1011739"/>
                  </a:cubicBezTo>
                  <a:cubicBezTo>
                    <a:pt x="171407" y="1011808"/>
                    <a:pt x="151931" y="1011861"/>
                    <a:pt x="132455" y="1011893"/>
                  </a:cubicBezTo>
                  <a:cubicBezTo>
                    <a:pt x="123412" y="1011909"/>
                    <a:pt x="114370" y="1011930"/>
                    <a:pt x="105327" y="1011964"/>
                  </a:cubicBezTo>
                  <a:cubicBezTo>
                    <a:pt x="97448" y="1011993"/>
                    <a:pt x="89570" y="1012012"/>
                    <a:pt x="81691" y="1012019"/>
                  </a:cubicBezTo>
                  <a:cubicBezTo>
                    <a:pt x="77516" y="1012023"/>
                    <a:pt x="73342" y="1012032"/>
                    <a:pt x="69168" y="1012054"/>
                  </a:cubicBezTo>
                  <a:cubicBezTo>
                    <a:pt x="65243" y="1012074"/>
                    <a:pt x="61319" y="1012080"/>
                    <a:pt x="57394" y="1012076"/>
                  </a:cubicBezTo>
                  <a:cubicBezTo>
                    <a:pt x="55950" y="1012076"/>
                    <a:pt x="54505" y="1012082"/>
                    <a:pt x="53061" y="1012094"/>
                  </a:cubicBezTo>
                  <a:cubicBezTo>
                    <a:pt x="51097" y="1012108"/>
                    <a:pt x="49133" y="1012105"/>
                    <a:pt x="47168" y="1012097"/>
                  </a:cubicBezTo>
                  <a:cubicBezTo>
                    <a:pt x="46302" y="1012110"/>
                    <a:pt x="46302" y="1012110"/>
                    <a:pt x="45418" y="1012123"/>
                  </a:cubicBezTo>
                  <a:cubicBezTo>
                    <a:pt x="43830" y="1012105"/>
                    <a:pt x="43830" y="1012105"/>
                    <a:pt x="41311" y="1011739"/>
                  </a:cubicBezTo>
                  <a:cubicBezTo>
                    <a:pt x="40294" y="1010275"/>
                    <a:pt x="40294" y="1010275"/>
                    <a:pt x="39822" y="1008762"/>
                  </a:cubicBezTo>
                  <a:cubicBezTo>
                    <a:pt x="39331" y="1008517"/>
                    <a:pt x="38840" y="1008271"/>
                    <a:pt x="38334" y="1008018"/>
                  </a:cubicBezTo>
                  <a:cubicBezTo>
                    <a:pt x="37966" y="1006913"/>
                    <a:pt x="37966" y="1006913"/>
                    <a:pt x="37590" y="1005786"/>
                  </a:cubicBezTo>
                  <a:cubicBezTo>
                    <a:pt x="36853" y="1005602"/>
                    <a:pt x="36853" y="1005602"/>
                    <a:pt x="36102" y="1005414"/>
                  </a:cubicBezTo>
                  <a:cubicBezTo>
                    <a:pt x="35365" y="1005230"/>
                    <a:pt x="35365" y="1005230"/>
                    <a:pt x="34613" y="1005042"/>
                  </a:cubicBezTo>
                  <a:cubicBezTo>
                    <a:pt x="34245" y="1003937"/>
                    <a:pt x="34245" y="1003937"/>
                    <a:pt x="33869" y="1002809"/>
                  </a:cubicBezTo>
                  <a:cubicBezTo>
                    <a:pt x="33378" y="1002564"/>
                    <a:pt x="32887" y="1002318"/>
                    <a:pt x="32381" y="1002065"/>
                  </a:cubicBezTo>
                  <a:cubicBezTo>
                    <a:pt x="32182" y="1001635"/>
                    <a:pt x="31982" y="1001206"/>
                    <a:pt x="31776" y="1000763"/>
                  </a:cubicBezTo>
                  <a:cubicBezTo>
                    <a:pt x="30937" y="998972"/>
                    <a:pt x="30937" y="998972"/>
                    <a:pt x="29265" y="997461"/>
                  </a:cubicBezTo>
                  <a:cubicBezTo>
                    <a:pt x="26982" y="995177"/>
                    <a:pt x="25112" y="992738"/>
                    <a:pt x="23190" y="990150"/>
                  </a:cubicBezTo>
                  <a:cubicBezTo>
                    <a:pt x="21944" y="988504"/>
                    <a:pt x="21944" y="988504"/>
                    <a:pt x="19731" y="987182"/>
                  </a:cubicBezTo>
                  <a:cubicBezTo>
                    <a:pt x="19485" y="986446"/>
                    <a:pt x="19240" y="985709"/>
                    <a:pt x="18987" y="984950"/>
                  </a:cubicBezTo>
                  <a:cubicBezTo>
                    <a:pt x="18250" y="984459"/>
                    <a:pt x="17513" y="983968"/>
                    <a:pt x="16754" y="983462"/>
                  </a:cubicBezTo>
                  <a:cubicBezTo>
                    <a:pt x="16386" y="982357"/>
                    <a:pt x="16386" y="982357"/>
                    <a:pt x="16010" y="981229"/>
                  </a:cubicBezTo>
                  <a:cubicBezTo>
                    <a:pt x="15626" y="980846"/>
                    <a:pt x="15243" y="980462"/>
                    <a:pt x="14847" y="980066"/>
                  </a:cubicBezTo>
                  <a:cubicBezTo>
                    <a:pt x="13778" y="978997"/>
                    <a:pt x="13778" y="978997"/>
                    <a:pt x="13778" y="977509"/>
                  </a:cubicBezTo>
                  <a:cubicBezTo>
                    <a:pt x="12795" y="977509"/>
                    <a:pt x="11813" y="977509"/>
                    <a:pt x="10801" y="977509"/>
                  </a:cubicBezTo>
                  <a:cubicBezTo>
                    <a:pt x="10801" y="976526"/>
                    <a:pt x="10801" y="975544"/>
                    <a:pt x="10801" y="974532"/>
                  </a:cubicBezTo>
                  <a:cubicBezTo>
                    <a:pt x="10310" y="974409"/>
                    <a:pt x="9819" y="974286"/>
                    <a:pt x="9313" y="974160"/>
                  </a:cubicBezTo>
                  <a:cubicBezTo>
                    <a:pt x="8822" y="974037"/>
                    <a:pt x="8330" y="973914"/>
                    <a:pt x="7824" y="973788"/>
                  </a:cubicBezTo>
                  <a:cubicBezTo>
                    <a:pt x="7824" y="972806"/>
                    <a:pt x="7824" y="971823"/>
                    <a:pt x="7824" y="970811"/>
                  </a:cubicBezTo>
                  <a:cubicBezTo>
                    <a:pt x="7088" y="970811"/>
                    <a:pt x="6351" y="970811"/>
                    <a:pt x="5592" y="970811"/>
                  </a:cubicBezTo>
                  <a:cubicBezTo>
                    <a:pt x="5592" y="650593"/>
                    <a:pt x="5592" y="330374"/>
                    <a:pt x="5592" y="452"/>
                  </a:cubicBezTo>
                  <a:close/>
                </a:path>
              </a:pathLst>
            </a:custGeom>
            <a:grpFill/>
            <a:ln w="744" cap="flat">
              <a:noFill/>
              <a:prstDash val="solid"/>
              <a:miter/>
            </a:ln>
          </p:spPr>
          <p:txBody>
            <a:bodyPr rtlCol="0" anchor="ctr"/>
            <a:lstStyle/>
            <a:p>
              <a:endParaRPr lang="zh-CN" altLang="en-US"/>
            </a:p>
          </p:txBody>
        </p:sp>
        <p:sp>
          <p:nvSpPr>
            <p:cNvPr id="94" name="任意多边形: 形状 93"/>
            <p:cNvSpPr/>
            <p:nvPr/>
          </p:nvSpPr>
          <p:spPr>
            <a:xfrm>
              <a:off x="3562206" y="610100"/>
              <a:ext cx="186323" cy="1011767"/>
            </a:xfrm>
            <a:custGeom>
              <a:avLst/>
              <a:gdLst>
                <a:gd name="connsiteX0" fmla="*/ 6094 w 186323"/>
                <a:gd name="connsiteY0" fmla="*/ 452 h 1011767"/>
                <a:gd name="connsiteX1" fmla="*/ 84973 w 186323"/>
                <a:gd name="connsiteY1" fmla="*/ 452 h 1011767"/>
                <a:gd name="connsiteX2" fmla="*/ 84973 w 186323"/>
                <a:gd name="connsiteY2" fmla="*/ 920954 h 1011767"/>
                <a:gd name="connsiteX3" fmla="*/ 87205 w 186323"/>
                <a:gd name="connsiteY3" fmla="*/ 920954 h 1011767"/>
                <a:gd name="connsiteX4" fmla="*/ 87205 w 186323"/>
                <a:gd name="connsiteY4" fmla="*/ 919466 h 1011767"/>
                <a:gd name="connsiteX5" fmla="*/ 127296 w 186323"/>
                <a:gd name="connsiteY5" fmla="*/ 919427 h 1011767"/>
                <a:gd name="connsiteX6" fmla="*/ 145910 w 186323"/>
                <a:gd name="connsiteY6" fmla="*/ 919409 h 1011767"/>
                <a:gd name="connsiteX7" fmla="*/ 162129 w 186323"/>
                <a:gd name="connsiteY7" fmla="*/ 919396 h 1011767"/>
                <a:gd name="connsiteX8" fmla="*/ 170721 w 186323"/>
                <a:gd name="connsiteY8" fmla="*/ 919387 h 1011767"/>
                <a:gd name="connsiteX9" fmla="*/ 178802 w 186323"/>
                <a:gd name="connsiteY9" fmla="*/ 919381 h 1011767"/>
                <a:gd name="connsiteX10" fmla="*/ 183194 w 186323"/>
                <a:gd name="connsiteY10" fmla="*/ 919373 h 1011767"/>
                <a:gd name="connsiteX11" fmla="*/ 185819 w 186323"/>
                <a:gd name="connsiteY11" fmla="*/ 919376 h 1011767"/>
                <a:gd name="connsiteX12" fmla="*/ 188110 w 186323"/>
                <a:gd name="connsiteY12" fmla="*/ 919374 h 1011767"/>
                <a:gd name="connsiteX13" fmla="*/ 191385 w 186323"/>
                <a:gd name="connsiteY13" fmla="*/ 920210 h 1011767"/>
                <a:gd name="connsiteX14" fmla="*/ 191564 w 186323"/>
                <a:gd name="connsiteY14" fmla="*/ 923774 h 1011767"/>
                <a:gd name="connsiteX15" fmla="*/ 191570 w 186323"/>
                <a:gd name="connsiteY15" fmla="*/ 926111 h 1011767"/>
                <a:gd name="connsiteX16" fmla="*/ 191554 w 186323"/>
                <a:gd name="connsiteY16" fmla="*/ 928696 h 1011767"/>
                <a:gd name="connsiteX17" fmla="*/ 191554 w 186323"/>
                <a:gd name="connsiteY17" fmla="*/ 931402 h 1011767"/>
                <a:gd name="connsiteX18" fmla="*/ 191536 w 186323"/>
                <a:gd name="connsiteY18" fmla="*/ 938768 h 1011767"/>
                <a:gd name="connsiteX19" fmla="*/ 191524 w 186323"/>
                <a:gd name="connsiteY19" fmla="*/ 946458 h 1011767"/>
                <a:gd name="connsiteX20" fmla="*/ 191492 w 186323"/>
                <a:gd name="connsiteY20" fmla="*/ 961029 h 1011767"/>
                <a:gd name="connsiteX21" fmla="*/ 191460 w 186323"/>
                <a:gd name="connsiteY21" fmla="*/ 977614 h 1011767"/>
                <a:gd name="connsiteX22" fmla="*/ 191385 w 186323"/>
                <a:gd name="connsiteY22" fmla="*/ 1011739 h 1011767"/>
                <a:gd name="connsiteX23" fmla="*/ 132957 w 186323"/>
                <a:gd name="connsiteY23" fmla="*/ 1011932 h 1011767"/>
                <a:gd name="connsiteX24" fmla="*/ 105829 w 186323"/>
                <a:gd name="connsiteY24" fmla="*/ 1012020 h 1011767"/>
                <a:gd name="connsiteX25" fmla="*/ 82193 w 186323"/>
                <a:gd name="connsiteY25" fmla="*/ 1012089 h 1011767"/>
                <a:gd name="connsiteX26" fmla="*/ 69670 w 186323"/>
                <a:gd name="connsiteY26" fmla="*/ 1012132 h 1011767"/>
                <a:gd name="connsiteX27" fmla="*/ 57896 w 186323"/>
                <a:gd name="connsiteY27" fmla="*/ 1012160 h 1011767"/>
                <a:gd name="connsiteX28" fmla="*/ 53563 w 186323"/>
                <a:gd name="connsiteY28" fmla="*/ 1012183 h 1011767"/>
                <a:gd name="connsiteX29" fmla="*/ 47670 w 186323"/>
                <a:gd name="connsiteY29" fmla="*/ 1012186 h 1011767"/>
                <a:gd name="connsiteX30" fmla="*/ 45919 w 186323"/>
                <a:gd name="connsiteY30" fmla="*/ 1012219 h 1011767"/>
                <a:gd name="connsiteX31" fmla="*/ 41813 w 186323"/>
                <a:gd name="connsiteY31" fmla="*/ 1011739 h 1011767"/>
                <a:gd name="connsiteX32" fmla="*/ 40324 w 186323"/>
                <a:gd name="connsiteY32" fmla="*/ 1008018 h 1011767"/>
                <a:gd name="connsiteX33" fmla="*/ 37999 w 186323"/>
                <a:gd name="connsiteY33" fmla="*/ 1005274 h 1011767"/>
                <a:gd name="connsiteX34" fmla="*/ 35859 w 186323"/>
                <a:gd name="connsiteY34" fmla="*/ 1001321 h 1011767"/>
                <a:gd name="connsiteX35" fmla="*/ 33627 w 186323"/>
                <a:gd name="connsiteY35" fmla="*/ 1000577 h 1011767"/>
                <a:gd name="connsiteX36" fmla="*/ 32883 w 186323"/>
                <a:gd name="connsiteY36" fmla="*/ 998344 h 1011767"/>
                <a:gd name="connsiteX37" fmla="*/ 30650 w 186323"/>
                <a:gd name="connsiteY37" fmla="*/ 997600 h 1011767"/>
                <a:gd name="connsiteX38" fmla="*/ 29906 w 186323"/>
                <a:gd name="connsiteY38" fmla="*/ 995368 h 1011767"/>
                <a:gd name="connsiteX39" fmla="*/ 27674 w 186323"/>
                <a:gd name="connsiteY39" fmla="*/ 994624 h 1011767"/>
                <a:gd name="connsiteX40" fmla="*/ 27674 w 186323"/>
                <a:gd name="connsiteY40" fmla="*/ 991647 h 1011767"/>
                <a:gd name="connsiteX41" fmla="*/ 24697 w 186323"/>
                <a:gd name="connsiteY41" fmla="*/ 991647 h 1011767"/>
                <a:gd name="connsiteX42" fmla="*/ 24697 w 186323"/>
                <a:gd name="connsiteY42" fmla="*/ 987926 h 1011767"/>
                <a:gd name="connsiteX43" fmla="*/ 21721 w 186323"/>
                <a:gd name="connsiteY43" fmla="*/ 987926 h 1011767"/>
                <a:gd name="connsiteX44" fmla="*/ 18744 w 186323"/>
                <a:gd name="connsiteY44" fmla="*/ 981973 h 1011767"/>
                <a:gd name="connsiteX45" fmla="*/ 16512 w 186323"/>
                <a:gd name="connsiteY45" fmla="*/ 981229 h 1011767"/>
                <a:gd name="connsiteX46" fmla="*/ 16233 w 186323"/>
                <a:gd name="connsiteY46" fmla="*/ 979741 h 1011767"/>
                <a:gd name="connsiteX47" fmla="*/ 15768 w 186323"/>
                <a:gd name="connsiteY47" fmla="*/ 978253 h 1011767"/>
                <a:gd name="connsiteX48" fmla="*/ 13907 w 186323"/>
                <a:gd name="connsiteY48" fmla="*/ 977927 h 1011767"/>
                <a:gd name="connsiteX49" fmla="*/ 12047 w 186323"/>
                <a:gd name="connsiteY49" fmla="*/ 977509 h 1011767"/>
                <a:gd name="connsiteX50" fmla="*/ 11303 w 186323"/>
                <a:gd name="connsiteY50" fmla="*/ 973788 h 1011767"/>
                <a:gd name="connsiteX51" fmla="*/ 9070 w 186323"/>
                <a:gd name="connsiteY51" fmla="*/ 973044 h 1011767"/>
                <a:gd name="connsiteX52" fmla="*/ 5644 w 186323"/>
                <a:gd name="connsiteY52" fmla="*/ 968384 h 1011767"/>
                <a:gd name="connsiteX53" fmla="*/ 5256 w 186323"/>
                <a:gd name="connsiteY53" fmla="*/ 945172 h 1011767"/>
                <a:gd name="connsiteX54" fmla="*/ 5253 w 186323"/>
                <a:gd name="connsiteY54" fmla="*/ 940271 h 1011767"/>
                <a:gd name="connsiteX55" fmla="*/ 5254 w 186323"/>
                <a:gd name="connsiteY55" fmla="*/ 926786 h 1011767"/>
                <a:gd name="connsiteX56" fmla="*/ 5252 w 186323"/>
                <a:gd name="connsiteY56" fmla="*/ 913635 h 1011767"/>
                <a:gd name="connsiteX57" fmla="*/ 5251 w 186323"/>
                <a:gd name="connsiteY57" fmla="*/ 886415 h 1011767"/>
                <a:gd name="connsiteX58" fmla="*/ 5252 w 186323"/>
                <a:gd name="connsiteY58" fmla="*/ 858837 h 1011767"/>
                <a:gd name="connsiteX59" fmla="*/ 5252 w 186323"/>
                <a:gd name="connsiteY59" fmla="*/ 857077 h 1011767"/>
                <a:gd name="connsiteX60" fmla="*/ 5250 w 186323"/>
                <a:gd name="connsiteY60" fmla="*/ 849978 h 1011767"/>
                <a:gd name="connsiteX61" fmla="*/ 5248 w 186323"/>
                <a:gd name="connsiteY61" fmla="*/ 783884 h 1011767"/>
                <a:gd name="connsiteX62" fmla="*/ 5248 w 186323"/>
                <a:gd name="connsiteY62" fmla="*/ 781906 h 1011767"/>
                <a:gd name="connsiteX63" fmla="*/ 5249 w 186323"/>
                <a:gd name="connsiteY63" fmla="*/ 779925 h 1011767"/>
                <a:gd name="connsiteX64" fmla="*/ 5250 w 186323"/>
                <a:gd name="connsiteY64" fmla="*/ 720189 h 1011767"/>
                <a:gd name="connsiteX65" fmla="*/ 5250 w 186323"/>
                <a:gd name="connsiteY65" fmla="*/ 716189 h 1011767"/>
                <a:gd name="connsiteX66" fmla="*/ 5249 w 186323"/>
                <a:gd name="connsiteY66" fmla="*/ 700117 h 1011767"/>
                <a:gd name="connsiteX67" fmla="*/ 5248 w 186323"/>
                <a:gd name="connsiteY67" fmla="*/ 655189 h 1011767"/>
                <a:gd name="connsiteX68" fmla="*/ 5248 w 186323"/>
                <a:gd name="connsiteY68" fmla="*/ 653123 h 1011767"/>
                <a:gd name="connsiteX69" fmla="*/ 5250 w 186323"/>
                <a:gd name="connsiteY69" fmla="*/ 587927 h 1011767"/>
                <a:gd name="connsiteX70" fmla="*/ 5250 w 186323"/>
                <a:gd name="connsiteY70" fmla="*/ 585791 h 1011767"/>
                <a:gd name="connsiteX71" fmla="*/ 5253 w 186323"/>
                <a:gd name="connsiteY71" fmla="*/ 551449 h 1011767"/>
                <a:gd name="connsiteX72" fmla="*/ 5253 w 186323"/>
                <a:gd name="connsiteY72" fmla="*/ 415234 h 1011767"/>
                <a:gd name="connsiteX73" fmla="*/ 5250 w 186323"/>
                <a:gd name="connsiteY73" fmla="*/ 380905 h 1011767"/>
                <a:gd name="connsiteX74" fmla="*/ 5250 w 186323"/>
                <a:gd name="connsiteY74" fmla="*/ 378770 h 1011767"/>
                <a:gd name="connsiteX75" fmla="*/ 5248 w 186323"/>
                <a:gd name="connsiteY75" fmla="*/ 313638 h 1011767"/>
                <a:gd name="connsiteX76" fmla="*/ 5248 w 186323"/>
                <a:gd name="connsiteY76" fmla="*/ 311573 h 1011767"/>
                <a:gd name="connsiteX77" fmla="*/ 5249 w 186323"/>
                <a:gd name="connsiteY77" fmla="*/ 266698 h 1011767"/>
                <a:gd name="connsiteX78" fmla="*/ 5250 w 186323"/>
                <a:gd name="connsiteY78" fmla="*/ 250641 h 1011767"/>
                <a:gd name="connsiteX79" fmla="*/ 5250 w 186323"/>
                <a:gd name="connsiteY79" fmla="*/ 246647 h 1011767"/>
                <a:gd name="connsiteX80" fmla="*/ 5251 w 186323"/>
                <a:gd name="connsiteY80" fmla="*/ 226760 h 1011767"/>
                <a:gd name="connsiteX81" fmla="*/ 5251 w 186323"/>
                <a:gd name="connsiteY81" fmla="*/ 224776 h 1011767"/>
                <a:gd name="connsiteX82" fmla="*/ 5248 w 186323"/>
                <a:gd name="connsiteY82" fmla="*/ 186922 h 1011767"/>
                <a:gd name="connsiteX83" fmla="*/ 5248 w 186323"/>
                <a:gd name="connsiteY83" fmla="*/ 184944 h 1011767"/>
                <a:gd name="connsiteX84" fmla="*/ 5248 w 186323"/>
                <a:gd name="connsiteY84" fmla="*/ 182970 h 1011767"/>
                <a:gd name="connsiteX85" fmla="*/ 5251 w 186323"/>
                <a:gd name="connsiteY85" fmla="*/ 117072 h 1011767"/>
                <a:gd name="connsiteX86" fmla="*/ 5252 w 186323"/>
                <a:gd name="connsiteY86" fmla="*/ 109998 h 1011767"/>
                <a:gd name="connsiteX87" fmla="*/ 5252 w 186323"/>
                <a:gd name="connsiteY87" fmla="*/ 108245 h 1011767"/>
                <a:gd name="connsiteX88" fmla="*/ 5251 w 186323"/>
                <a:gd name="connsiteY88" fmla="*/ 80736 h 1011767"/>
                <a:gd name="connsiteX89" fmla="*/ 5253 w 186323"/>
                <a:gd name="connsiteY89" fmla="*/ 53700 h 1011767"/>
                <a:gd name="connsiteX90" fmla="*/ 5253 w 186323"/>
                <a:gd name="connsiteY90" fmla="*/ 39233 h 1011767"/>
                <a:gd name="connsiteX91" fmla="*/ 5255 w 186323"/>
                <a:gd name="connsiteY91" fmla="*/ 26080 h 1011767"/>
                <a:gd name="connsiteX92" fmla="*/ 5253 w 186323"/>
                <a:gd name="connsiteY92" fmla="*/ 21343 h 1011767"/>
                <a:gd name="connsiteX93" fmla="*/ 5256 w 186323"/>
                <a:gd name="connsiteY93" fmla="*/ 14920 h 1011767"/>
                <a:gd name="connsiteX94" fmla="*/ 5251 w 186323"/>
                <a:gd name="connsiteY94" fmla="*/ 13075 h 1011767"/>
                <a:gd name="connsiteX95" fmla="*/ 6094 w 186323"/>
                <a:gd name="connsiteY95" fmla="*/ 452 h 101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86323" h="1011767">
                  <a:moveTo>
                    <a:pt x="6094" y="452"/>
                  </a:moveTo>
                  <a:cubicBezTo>
                    <a:pt x="32124" y="452"/>
                    <a:pt x="58154" y="452"/>
                    <a:pt x="84973" y="452"/>
                  </a:cubicBezTo>
                  <a:cubicBezTo>
                    <a:pt x="84973" y="304218"/>
                    <a:pt x="84973" y="607983"/>
                    <a:pt x="84973" y="920954"/>
                  </a:cubicBezTo>
                  <a:cubicBezTo>
                    <a:pt x="85709" y="920954"/>
                    <a:pt x="86446" y="920954"/>
                    <a:pt x="87205" y="920954"/>
                  </a:cubicBezTo>
                  <a:cubicBezTo>
                    <a:pt x="87205" y="920463"/>
                    <a:pt x="87205" y="919972"/>
                    <a:pt x="87205" y="919466"/>
                  </a:cubicBezTo>
                  <a:cubicBezTo>
                    <a:pt x="100569" y="919448"/>
                    <a:pt x="113932" y="919435"/>
                    <a:pt x="127296" y="919427"/>
                  </a:cubicBezTo>
                  <a:cubicBezTo>
                    <a:pt x="133501" y="919423"/>
                    <a:pt x="139705" y="919418"/>
                    <a:pt x="145910" y="919409"/>
                  </a:cubicBezTo>
                  <a:cubicBezTo>
                    <a:pt x="151316" y="919402"/>
                    <a:pt x="156723" y="919397"/>
                    <a:pt x="162129" y="919396"/>
                  </a:cubicBezTo>
                  <a:cubicBezTo>
                    <a:pt x="164993" y="919395"/>
                    <a:pt x="167857" y="919392"/>
                    <a:pt x="170721" y="919387"/>
                  </a:cubicBezTo>
                  <a:cubicBezTo>
                    <a:pt x="173415" y="919382"/>
                    <a:pt x="176108" y="919380"/>
                    <a:pt x="178802" y="919381"/>
                  </a:cubicBezTo>
                  <a:cubicBezTo>
                    <a:pt x="180266" y="919381"/>
                    <a:pt x="181730" y="919377"/>
                    <a:pt x="183194" y="919373"/>
                  </a:cubicBezTo>
                  <a:cubicBezTo>
                    <a:pt x="184061" y="919374"/>
                    <a:pt x="184927" y="919375"/>
                    <a:pt x="185819" y="919376"/>
                  </a:cubicBezTo>
                  <a:cubicBezTo>
                    <a:pt x="186575" y="919375"/>
                    <a:pt x="187331" y="919375"/>
                    <a:pt x="188110" y="919374"/>
                  </a:cubicBezTo>
                  <a:cubicBezTo>
                    <a:pt x="189897" y="919466"/>
                    <a:pt x="189897" y="919466"/>
                    <a:pt x="191385" y="920210"/>
                  </a:cubicBezTo>
                  <a:cubicBezTo>
                    <a:pt x="191568" y="921731"/>
                    <a:pt x="191568" y="921731"/>
                    <a:pt x="191564" y="923774"/>
                  </a:cubicBezTo>
                  <a:cubicBezTo>
                    <a:pt x="191567" y="924931"/>
                    <a:pt x="191567" y="924931"/>
                    <a:pt x="191570" y="926111"/>
                  </a:cubicBezTo>
                  <a:cubicBezTo>
                    <a:pt x="191562" y="927391"/>
                    <a:pt x="191562" y="927391"/>
                    <a:pt x="191554" y="928696"/>
                  </a:cubicBezTo>
                  <a:cubicBezTo>
                    <a:pt x="191554" y="929589"/>
                    <a:pt x="191554" y="930482"/>
                    <a:pt x="191554" y="931402"/>
                  </a:cubicBezTo>
                  <a:cubicBezTo>
                    <a:pt x="191554" y="933857"/>
                    <a:pt x="191546" y="936312"/>
                    <a:pt x="191536" y="938768"/>
                  </a:cubicBezTo>
                  <a:cubicBezTo>
                    <a:pt x="191527" y="941331"/>
                    <a:pt x="191526" y="943894"/>
                    <a:pt x="191524" y="946458"/>
                  </a:cubicBezTo>
                  <a:cubicBezTo>
                    <a:pt x="191519" y="951315"/>
                    <a:pt x="191507" y="956172"/>
                    <a:pt x="191492" y="961029"/>
                  </a:cubicBezTo>
                  <a:cubicBezTo>
                    <a:pt x="191475" y="966557"/>
                    <a:pt x="191467" y="972086"/>
                    <a:pt x="191460" y="977614"/>
                  </a:cubicBezTo>
                  <a:cubicBezTo>
                    <a:pt x="191444" y="988989"/>
                    <a:pt x="191418" y="1000364"/>
                    <a:pt x="191385" y="1011739"/>
                  </a:cubicBezTo>
                  <a:cubicBezTo>
                    <a:pt x="171909" y="1011826"/>
                    <a:pt x="152433" y="1011891"/>
                    <a:pt x="132957" y="1011932"/>
                  </a:cubicBezTo>
                  <a:cubicBezTo>
                    <a:pt x="123914" y="1011951"/>
                    <a:pt x="114872" y="1011977"/>
                    <a:pt x="105829" y="1012020"/>
                  </a:cubicBezTo>
                  <a:cubicBezTo>
                    <a:pt x="97950" y="1012057"/>
                    <a:pt x="90071" y="1012081"/>
                    <a:pt x="82193" y="1012089"/>
                  </a:cubicBezTo>
                  <a:cubicBezTo>
                    <a:pt x="78018" y="1012094"/>
                    <a:pt x="73844" y="1012105"/>
                    <a:pt x="69670" y="1012132"/>
                  </a:cubicBezTo>
                  <a:cubicBezTo>
                    <a:pt x="65745" y="1012158"/>
                    <a:pt x="61821" y="1012165"/>
                    <a:pt x="57896" y="1012160"/>
                  </a:cubicBezTo>
                  <a:cubicBezTo>
                    <a:pt x="56451" y="1012161"/>
                    <a:pt x="55007" y="1012168"/>
                    <a:pt x="53563" y="1012183"/>
                  </a:cubicBezTo>
                  <a:cubicBezTo>
                    <a:pt x="51598" y="1012201"/>
                    <a:pt x="49635" y="1012197"/>
                    <a:pt x="47670" y="1012186"/>
                  </a:cubicBezTo>
                  <a:cubicBezTo>
                    <a:pt x="47092" y="1012197"/>
                    <a:pt x="46515" y="1012208"/>
                    <a:pt x="45919" y="1012219"/>
                  </a:cubicBezTo>
                  <a:cubicBezTo>
                    <a:pt x="44332" y="1012197"/>
                    <a:pt x="44332" y="1012197"/>
                    <a:pt x="41813" y="1011739"/>
                  </a:cubicBezTo>
                  <a:cubicBezTo>
                    <a:pt x="40773" y="1009941"/>
                    <a:pt x="40773" y="1009941"/>
                    <a:pt x="40324" y="1008018"/>
                  </a:cubicBezTo>
                  <a:cubicBezTo>
                    <a:pt x="39230" y="1006559"/>
                    <a:pt x="39230" y="1006559"/>
                    <a:pt x="37999" y="1005274"/>
                  </a:cubicBezTo>
                  <a:cubicBezTo>
                    <a:pt x="35859" y="1002966"/>
                    <a:pt x="35859" y="1002966"/>
                    <a:pt x="35859" y="1001321"/>
                  </a:cubicBezTo>
                  <a:cubicBezTo>
                    <a:pt x="35123" y="1001075"/>
                    <a:pt x="34386" y="1000830"/>
                    <a:pt x="33627" y="1000577"/>
                  </a:cubicBezTo>
                  <a:cubicBezTo>
                    <a:pt x="33259" y="999472"/>
                    <a:pt x="33259" y="999472"/>
                    <a:pt x="32883" y="998344"/>
                  </a:cubicBezTo>
                  <a:cubicBezTo>
                    <a:pt x="32146" y="998099"/>
                    <a:pt x="31410" y="997853"/>
                    <a:pt x="30650" y="997600"/>
                  </a:cubicBezTo>
                  <a:cubicBezTo>
                    <a:pt x="30282" y="996495"/>
                    <a:pt x="30282" y="996495"/>
                    <a:pt x="29906" y="995368"/>
                  </a:cubicBezTo>
                  <a:cubicBezTo>
                    <a:pt x="29170" y="995122"/>
                    <a:pt x="28433" y="994877"/>
                    <a:pt x="27674" y="994624"/>
                  </a:cubicBezTo>
                  <a:cubicBezTo>
                    <a:pt x="27674" y="993642"/>
                    <a:pt x="27674" y="992659"/>
                    <a:pt x="27674" y="991647"/>
                  </a:cubicBezTo>
                  <a:cubicBezTo>
                    <a:pt x="26692" y="991647"/>
                    <a:pt x="25709" y="991647"/>
                    <a:pt x="24697" y="991647"/>
                  </a:cubicBezTo>
                  <a:cubicBezTo>
                    <a:pt x="24697" y="990419"/>
                    <a:pt x="24697" y="989191"/>
                    <a:pt x="24697" y="987926"/>
                  </a:cubicBezTo>
                  <a:cubicBezTo>
                    <a:pt x="23715" y="987926"/>
                    <a:pt x="22733" y="987926"/>
                    <a:pt x="21721" y="987926"/>
                  </a:cubicBezTo>
                  <a:cubicBezTo>
                    <a:pt x="18744" y="984867"/>
                    <a:pt x="18744" y="984867"/>
                    <a:pt x="18744" y="981973"/>
                  </a:cubicBezTo>
                  <a:cubicBezTo>
                    <a:pt x="18008" y="981728"/>
                    <a:pt x="17271" y="981482"/>
                    <a:pt x="16512" y="981229"/>
                  </a:cubicBezTo>
                  <a:cubicBezTo>
                    <a:pt x="16420" y="980738"/>
                    <a:pt x="16328" y="980247"/>
                    <a:pt x="16233" y="979741"/>
                  </a:cubicBezTo>
                  <a:cubicBezTo>
                    <a:pt x="16079" y="979250"/>
                    <a:pt x="15926" y="978759"/>
                    <a:pt x="15768" y="978253"/>
                  </a:cubicBezTo>
                  <a:cubicBezTo>
                    <a:pt x="15154" y="978145"/>
                    <a:pt x="14540" y="978038"/>
                    <a:pt x="13907" y="977927"/>
                  </a:cubicBezTo>
                  <a:cubicBezTo>
                    <a:pt x="13293" y="977789"/>
                    <a:pt x="12680" y="977651"/>
                    <a:pt x="12047" y="977509"/>
                  </a:cubicBezTo>
                  <a:cubicBezTo>
                    <a:pt x="11582" y="975648"/>
                    <a:pt x="11582" y="975648"/>
                    <a:pt x="11303" y="973788"/>
                  </a:cubicBezTo>
                  <a:cubicBezTo>
                    <a:pt x="10566" y="973542"/>
                    <a:pt x="9829" y="973297"/>
                    <a:pt x="9070" y="973044"/>
                  </a:cubicBezTo>
                  <a:cubicBezTo>
                    <a:pt x="7288" y="971582"/>
                    <a:pt x="6246" y="970635"/>
                    <a:pt x="5644" y="968384"/>
                  </a:cubicBezTo>
                  <a:cubicBezTo>
                    <a:pt x="5243" y="960649"/>
                    <a:pt x="5247" y="952916"/>
                    <a:pt x="5256" y="945172"/>
                  </a:cubicBezTo>
                  <a:cubicBezTo>
                    <a:pt x="5255" y="943538"/>
                    <a:pt x="5254" y="941905"/>
                    <a:pt x="5253" y="940271"/>
                  </a:cubicBezTo>
                  <a:cubicBezTo>
                    <a:pt x="5250" y="935776"/>
                    <a:pt x="5252" y="931281"/>
                    <a:pt x="5254" y="926786"/>
                  </a:cubicBezTo>
                  <a:cubicBezTo>
                    <a:pt x="5256" y="922402"/>
                    <a:pt x="5254" y="918019"/>
                    <a:pt x="5252" y="913635"/>
                  </a:cubicBezTo>
                  <a:cubicBezTo>
                    <a:pt x="5249" y="904562"/>
                    <a:pt x="5249" y="895489"/>
                    <a:pt x="5251" y="886415"/>
                  </a:cubicBezTo>
                  <a:cubicBezTo>
                    <a:pt x="5253" y="877223"/>
                    <a:pt x="5253" y="868030"/>
                    <a:pt x="5252" y="858837"/>
                  </a:cubicBezTo>
                  <a:cubicBezTo>
                    <a:pt x="5252" y="858256"/>
                    <a:pt x="5252" y="857675"/>
                    <a:pt x="5252" y="857077"/>
                  </a:cubicBezTo>
                  <a:cubicBezTo>
                    <a:pt x="5251" y="854711"/>
                    <a:pt x="5251" y="852344"/>
                    <a:pt x="5250" y="849978"/>
                  </a:cubicBezTo>
                  <a:cubicBezTo>
                    <a:pt x="5246" y="827947"/>
                    <a:pt x="5246" y="805915"/>
                    <a:pt x="5248" y="783884"/>
                  </a:cubicBezTo>
                  <a:cubicBezTo>
                    <a:pt x="5248" y="783231"/>
                    <a:pt x="5248" y="782578"/>
                    <a:pt x="5248" y="781906"/>
                  </a:cubicBezTo>
                  <a:cubicBezTo>
                    <a:pt x="5249" y="781252"/>
                    <a:pt x="5249" y="780599"/>
                    <a:pt x="5249" y="779925"/>
                  </a:cubicBezTo>
                  <a:cubicBezTo>
                    <a:pt x="5251" y="760013"/>
                    <a:pt x="5251" y="740101"/>
                    <a:pt x="5250" y="720189"/>
                  </a:cubicBezTo>
                  <a:cubicBezTo>
                    <a:pt x="5250" y="718856"/>
                    <a:pt x="5250" y="717523"/>
                    <a:pt x="5250" y="716189"/>
                  </a:cubicBezTo>
                  <a:cubicBezTo>
                    <a:pt x="5250" y="710832"/>
                    <a:pt x="5249" y="705475"/>
                    <a:pt x="5249" y="700117"/>
                  </a:cubicBezTo>
                  <a:cubicBezTo>
                    <a:pt x="5249" y="685141"/>
                    <a:pt x="5248" y="670165"/>
                    <a:pt x="5248" y="655189"/>
                  </a:cubicBezTo>
                  <a:cubicBezTo>
                    <a:pt x="5248" y="654507"/>
                    <a:pt x="5248" y="653825"/>
                    <a:pt x="5248" y="653123"/>
                  </a:cubicBezTo>
                  <a:cubicBezTo>
                    <a:pt x="5248" y="631391"/>
                    <a:pt x="5248" y="609659"/>
                    <a:pt x="5250" y="587927"/>
                  </a:cubicBezTo>
                  <a:cubicBezTo>
                    <a:pt x="5250" y="587222"/>
                    <a:pt x="5250" y="586517"/>
                    <a:pt x="5250" y="585791"/>
                  </a:cubicBezTo>
                  <a:cubicBezTo>
                    <a:pt x="5251" y="574344"/>
                    <a:pt x="5252" y="562896"/>
                    <a:pt x="5253" y="551449"/>
                  </a:cubicBezTo>
                  <a:cubicBezTo>
                    <a:pt x="5256" y="506044"/>
                    <a:pt x="5256" y="460639"/>
                    <a:pt x="5253" y="415234"/>
                  </a:cubicBezTo>
                  <a:cubicBezTo>
                    <a:pt x="5252" y="403791"/>
                    <a:pt x="5251" y="392348"/>
                    <a:pt x="5250" y="380905"/>
                  </a:cubicBezTo>
                  <a:cubicBezTo>
                    <a:pt x="5250" y="380200"/>
                    <a:pt x="5250" y="379496"/>
                    <a:pt x="5250" y="378770"/>
                  </a:cubicBezTo>
                  <a:cubicBezTo>
                    <a:pt x="5248" y="357059"/>
                    <a:pt x="5248" y="335349"/>
                    <a:pt x="5248" y="313638"/>
                  </a:cubicBezTo>
                  <a:cubicBezTo>
                    <a:pt x="5248" y="312957"/>
                    <a:pt x="5248" y="312275"/>
                    <a:pt x="5248" y="311573"/>
                  </a:cubicBezTo>
                  <a:cubicBezTo>
                    <a:pt x="5248" y="296615"/>
                    <a:pt x="5249" y="281656"/>
                    <a:pt x="5249" y="266698"/>
                  </a:cubicBezTo>
                  <a:cubicBezTo>
                    <a:pt x="5250" y="261345"/>
                    <a:pt x="5250" y="255993"/>
                    <a:pt x="5250" y="250641"/>
                  </a:cubicBezTo>
                  <a:cubicBezTo>
                    <a:pt x="5250" y="249310"/>
                    <a:pt x="5250" y="247978"/>
                    <a:pt x="5250" y="246647"/>
                  </a:cubicBezTo>
                  <a:cubicBezTo>
                    <a:pt x="5251" y="240018"/>
                    <a:pt x="5251" y="233389"/>
                    <a:pt x="5251" y="226760"/>
                  </a:cubicBezTo>
                  <a:cubicBezTo>
                    <a:pt x="5251" y="226105"/>
                    <a:pt x="5251" y="225450"/>
                    <a:pt x="5251" y="224776"/>
                  </a:cubicBezTo>
                  <a:cubicBezTo>
                    <a:pt x="5251" y="212158"/>
                    <a:pt x="5250" y="199540"/>
                    <a:pt x="5248" y="186922"/>
                  </a:cubicBezTo>
                  <a:cubicBezTo>
                    <a:pt x="5248" y="186270"/>
                    <a:pt x="5248" y="185617"/>
                    <a:pt x="5248" y="184944"/>
                  </a:cubicBezTo>
                  <a:cubicBezTo>
                    <a:pt x="5248" y="184293"/>
                    <a:pt x="5248" y="183641"/>
                    <a:pt x="5248" y="182970"/>
                  </a:cubicBezTo>
                  <a:cubicBezTo>
                    <a:pt x="5246" y="161004"/>
                    <a:pt x="5247" y="139038"/>
                    <a:pt x="5251" y="117072"/>
                  </a:cubicBezTo>
                  <a:cubicBezTo>
                    <a:pt x="5251" y="114714"/>
                    <a:pt x="5252" y="112356"/>
                    <a:pt x="5252" y="109998"/>
                  </a:cubicBezTo>
                  <a:cubicBezTo>
                    <a:pt x="5252" y="109420"/>
                    <a:pt x="5252" y="108841"/>
                    <a:pt x="5252" y="108245"/>
                  </a:cubicBezTo>
                  <a:cubicBezTo>
                    <a:pt x="5254" y="99075"/>
                    <a:pt x="5253" y="89906"/>
                    <a:pt x="5251" y="80736"/>
                  </a:cubicBezTo>
                  <a:cubicBezTo>
                    <a:pt x="5249" y="71724"/>
                    <a:pt x="5249" y="62712"/>
                    <a:pt x="5253" y="53700"/>
                  </a:cubicBezTo>
                  <a:cubicBezTo>
                    <a:pt x="5255" y="48878"/>
                    <a:pt x="5255" y="44055"/>
                    <a:pt x="5253" y="39233"/>
                  </a:cubicBezTo>
                  <a:cubicBezTo>
                    <a:pt x="5250" y="34848"/>
                    <a:pt x="5251" y="30464"/>
                    <a:pt x="5255" y="26080"/>
                  </a:cubicBezTo>
                  <a:cubicBezTo>
                    <a:pt x="5256" y="24501"/>
                    <a:pt x="5255" y="22922"/>
                    <a:pt x="5253" y="21343"/>
                  </a:cubicBezTo>
                  <a:cubicBezTo>
                    <a:pt x="5251" y="19202"/>
                    <a:pt x="5253" y="17061"/>
                    <a:pt x="5256" y="14920"/>
                  </a:cubicBezTo>
                  <a:cubicBezTo>
                    <a:pt x="5255" y="14311"/>
                    <a:pt x="5253" y="13702"/>
                    <a:pt x="5251" y="13075"/>
                  </a:cubicBezTo>
                  <a:cubicBezTo>
                    <a:pt x="5265" y="8780"/>
                    <a:pt x="5661" y="4776"/>
                    <a:pt x="6094" y="452"/>
                  </a:cubicBezTo>
                  <a:close/>
                </a:path>
              </a:pathLst>
            </a:custGeom>
            <a:grpFill/>
            <a:ln w="744" cap="flat">
              <a:noFill/>
              <a:prstDash val="solid"/>
              <a:miter/>
            </a:ln>
          </p:spPr>
          <p:txBody>
            <a:bodyPr rtlCol="0" anchor="ctr"/>
            <a:lstStyle/>
            <a:p>
              <a:endParaRPr lang="zh-CN" altLang="en-US"/>
            </a:p>
          </p:txBody>
        </p:sp>
        <p:sp>
          <p:nvSpPr>
            <p:cNvPr id="95" name="任意多边形: 形状 94"/>
            <p:cNvSpPr/>
            <p:nvPr/>
          </p:nvSpPr>
          <p:spPr>
            <a:xfrm>
              <a:off x="9175356" y="634294"/>
              <a:ext cx="270289" cy="534349"/>
            </a:xfrm>
            <a:custGeom>
              <a:avLst/>
              <a:gdLst>
                <a:gd name="connsiteX0" fmla="*/ 159174 w 270289"/>
                <a:gd name="connsiteY0" fmla="*/ 71547 h 534349"/>
                <a:gd name="connsiteX1" fmla="*/ 156695 w 270289"/>
                <a:gd name="connsiteY1" fmla="*/ 71552 h 534349"/>
                <a:gd name="connsiteX2" fmla="*/ 152392 w 270289"/>
                <a:gd name="connsiteY2" fmla="*/ 71558 h 534349"/>
                <a:gd name="connsiteX3" fmla="*/ 149310 w 270289"/>
                <a:gd name="connsiteY3" fmla="*/ 71566 h 534349"/>
                <a:gd name="connsiteX4" fmla="*/ 141247 w 270289"/>
                <a:gd name="connsiteY4" fmla="*/ 71580 h 534349"/>
                <a:gd name="connsiteX5" fmla="*/ 132886 w 270289"/>
                <a:gd name="connsiteY5" fmla="*/ 71598 h 534349"/>
                <a:gd name="connsiteX6" fmla="*/ 114878 w 270289"/>
                <a:gd name="connsiteY6" fmla="*/ 71636 h 534349"/>
                <a:gd name="connsiteX7" fmla="*/ 114563 w 270289"/>
                <a:gd name="connsiteY7" fmla="*/ 122074 h 534349"/>
                <a:gd name="connsiteX8" fmla="*/ 114412 w 270289"/>
                <a:gd name="connsiteY8" fmla="*/ 146590 h 534349"/>
                <a:gd name="connsiteX9" fmla="*/ 114278 w 270289"/>
                <a:gd name="connsiteY9" fmla="*/ 168126 h 534349"/>
                <a:gd name="connsiteX10" fmla="*/ 114209 w 270289"/>
                <a:gd name="connsiteY10" fmla="*/ 179496 h 534349"/>
                <a:gd name="connsiteX11" fmla="*/ 114140 w 270289"/>
                <a:gd name="connsiteY11" fmla="*/ 190380 h 534349"/>
                <a:gd name="connsiteX12" fmla="*/ 114118 w 270289"/>
                <a:gd name="connsiteY12" fmla="*/ 194384 h 534349"/>
                <a:gd name="connsiteX13" fmla="*/ 114080 w 270289"/>
                <a:gd name="connsiteY13" fmla="*/ 199978 h 534349"/>
                <a:gd name="connsiteX14" fmla="*/ 114073 w 270289"/>
                <a:gd name="connsiteY14" fmla="*/ 201660 h 534349"/>
                <a:gd name="connsiteX15" fmla="*/ 114878 w 270289"/>
                <a:gd name="connsiteY15" fmla="*/ 209302 h 534349"/>
                <a:gd name="connsiteX16" fmla="*/ 116743 w 270289"/>
                <a:gd name="connsiteY16" fmla="*/ 209581 h 534349"/>
                <a:gd name="connsiteX17" fmla="*/ 119255 w 270289"/>
                <a:gd name="connsiteY17" fmla="*/ 209580 h 534349"/>
                <a:gd name="connsiteX18" fmla="*/ 123616 w 270289"/>
                <a:gd name="connsiteY18" fmla="*/ 209584 h 534349"/>
                <a:gd name="connsiteX19" fmla="*/ 126743 w 270289"/>
                <a:gd name="connsiteY19" fmla="*/ 209572 h 534349"/>
                <a:gd name="connsiteX20" fmla="*/ 133238 w 270289"/>
                <a:gd name="connsiteY20" fmla="*/ 209563 h 534349"/>
                <a:gd name="connsiteX21" fmla="*/ 141714 w 270289"/>
                <a:gd name="connsiteY21" fmla="*/ 209537 h 534349"/>
                <a:gd name="connsiteX22" fmla="*/ 148313 w 270289"/>
                <a:gd name="connsiteY22" fmla="*/ 209536 h 534349"/>
                <a:gd name="connsiteX23" fmla="*/ 151458 w 270289"/>
                <a:gd name="connsiteY23" fmla="*/ 209526 h 534349"/>
                <a:gd name="connsiteX24" fmla="*/ 154546 w 270289"/>
                <a:gd name="connsiteY24" fmla="*/ 209528 h 534349"/>
                <a:gd name="connsiteX25" fmla="*/ 157383 w 270289"/>
                <a:gd name="connsiteY25" fmla="*/ 209507 h 534349"/>
                <a:gd name="connsiteX26" fmla="*/ 161759 w 270289"/>
                <a:gd name="connsiteY26" fmla="*/ 209302 h 534349"/>
                <a:gd name="connsiteX27" fmla="*/ 162583 w 270289"/>
                <a:gd name="connsiteY27" fmla="*/ 204081 h 534349"/>
                <a:gd name="connsiteX28" fmla="*/ 162570 w 270289"/>
                <a:gd name="connsiteY28" fmla="*/ 202499 h 534349"/>
                <a:gd name="connsiteX29" fmla="*/ 162545 w 270289"/>
                <a:gd name="connsiteY29" fmla="*/ 197168 h 534349"/>
                <a:gd name="connsiteX30" fmla="*/ 162522 w 270289"/>
                <a:gd name="connsiteY30" fmla="*/ 193249 h 534349"/>
                <a:gd name="connsiteX31" fmla="*/ 162467 w 270289"/>
                <a:gd name="connsiteY31" fmla="*/ 182598 h 534349"/>
                <a:gd name="connsiteX32" fmla="*/ 162403 w 270289"/>
                <a:gd name="connsiteY32" fmla="*/ 171268 h 534349"/>
                <a:gd name="connsiteX33" fmla="*/ 162297 w 270289"/>
                <a:gd name="connsiteY33" fmla="*/ 152323 h 534349"/>
                <a:gd name="connsiteX34" fmla="*/ 162174 w 270289"/>
                <a:gd name="connsiteY34" fmla="*/ 130218 h 534349"/>
                <a:gd name="connsiteX35" fmla="*/ 162073 w 270289"/>
                <a:gd name="connsiteY35" fmla="*/ 111123 h 534349"/>
                <a:gd name="connsiteX36" fmla="*/ 162009 w 270289"/>
                <a:gd name="connsiteY36" fmla="*/ 99755 h 534349"/>
                <a:gd name="connsiteX37" fmla="*/ 161950 w 270289"/>
                <a:gd name="connsiteY37" fmla="*/ 88870 h 534349"/>
                <a:gd name="connsiteX38" fmla="*/ 161924 w 270289"/>
                <a:gd name="connsiteY38" fmla="*/ 84874 h 534349"/>
                <a:gd name="connsiteX39" fmla="*/ 161895 w 270289"/>
                <a:gd name="connsiteY39" fmla="*/ 79276 h 534349"/>
                <a:gd name="connsiteX40" fmla="*/ 161882 w 270289"/>
                <a:gd name="connsiteY40" fmla="*/ 77602 h 534349"/>
                <a:gd name="connsiteX41" fmla="*/ 161759 w 270289"/>
                <a:gd name="connsiteY41" fmla="*/ 72381 h 534349"/>
                <a:gd name="connsiteX42" fmla="*/ 159174 w 270289"/>
                <a:gd name="connsiteY42" fmla="*/ 71547 h 534349"/>
                <a:gd name="connsiteX43" fmla="*/ 216247 w 270289"/>
                <a:gd name="connsiteY43" fmla="*/ 1 h 534349"/>
                <a:gd name="connsiteX44" fmla="*/ 232950 w 270289"/>
                <a:gd name="connsiteY44" fmla="*/ 4 h 534349"/>
                <a:gd name="connsiteX45" fmla="*/ 241478 w 270289"/>
                <a:gd name="connsiteY45" fmla="*/ 4 h 534349"/>
                <a:gd name="connsiteX46" fmla="*/ 250708 w 270289"/>
                <a:gd name="connsiteY46" fmla="*/ 8 h 534349"/>
                <a:gd name="connsiteX47" fmla="*/ 253451 w 270289"/>
                <a:gd name="connsiteY47" fmla="*/ 3 h 534349"/>
                <a:gd name="connsiteX48" fmla="*/ 255937 w 270289"/>
                <a:gd name="connsiteY48" fmla="*/ 9 h 534349"/>
                <a:gd name="connsiteX49" fmla="*/ 258091 w 270289"/>
                <a:gd name="connsiteY49" fmla="*/ 9 h 534349"/>
                <a:gd name="connsiteX50" fmla="*/ 262103 w 270289"/>
                <a:gd name="connsiteY50" fmla="*/ 847 h 534349"/>
                <a:gd name="connsiteX51" fmla="*/ 262392 w 270289"/>
                <a:gd name="connsiteY51" fmla="*/ 7329 h 534349"/>
                <a:gd name="connsiteX52" fmla="*/ 262404 w 270289"/>
                <a:gd name="connsiteY52" fmla="*/ 9389 h 534349"/>
                <a:gd name="connsiteX53" fmla="*/ 262400 w 270289"/>
                <a:gd name="connsiteY53" fmla="*/ 16168 h 534349"/>
                <a:gd name="connsiteX54" fmla="*/ 262406 w 270289"/>
                <a:gd name="connsiteY54" fmla="*/ 20859 h 534349"/>
                <a:gd name="connsiteX55" fmla="*/ 262394 w 270289"/>
                <a:gd name="connsiteY55" fmla="*/ 30707 h 534349"/>
                <a:gd name="connsiteX56" fmla="*/ 262402 w 270289"/>
                <a:gd name="connsiteY56" fmla="*/ 43351 h 534349"/>
                <a:gd name="connsiteX57" fmla="*/ 262402 w 270289"/>
                <a:gd name="connsiteY57" fmla="*/ 53044 h 534349"/>
                <a:gd name="connsiteX58" fmla="*/ 262407 w 270289"/>
                <a:gd name="connsiteY58" fmla="*/ 57707 h 534349"/>
                <a:gd name="connsiteX59" fmla="*/ 262392 w 270289"/>
                <a:gd name="connsiteY59" fmla="*/ 64218 h 534349"/>
                <a:gd name="connsiteX60" fmla="*/ 262406 w 270289"/>
                <a:gd name="connsiteY60" fmla="*/ 66180 h 534349"/>
                <a:gd name="connsiteX61" fmla="*/ 262103 w 270289"/>
                <a:gd name="connsiteY61" fmla="*/ 70796 h 534349"/>
                <a:gd name="connsiteX62" fmla="*/ 256306 w 270289"/>
                <a:gd name="connsiteY62" fmla="*/ 72465 h 534349"/>
                <a:gd name="connsiteX63" fmla="*/ 254116 w 270289"/>
                <a:gd name="connsiteY63" fmla="*/ 72472 h 534349"/>
                <a:gd name="connsiteX64" fmla="*/ 251755 w 270289"/>
                <a:gd name="connsiteY64" fmla="*/ 72456 h 534349"/>
                <a:gd name="connsiteX65" fmla="*/ 249328 w 270289"/>
                <a:gd name="connsiteY65" fmla="*/ 72455 h 534349"/>
                <a:gd name="connsiteX66" fmla="*/ 244246 w 270289"/>
                <a:gd name="connsiteY66" fmla="*/ 72437 h 534349"/>
                <a:gd name="connsiteX67" fmla="*/ 236456 w 270289"/>
                <a:gd name="connsiteY67" fmla="*/ 72422 h 534349"/>
                <a:gd name="connsiteX68" fmla="*/ 231524 w 270289"/>
                <a:gd name="connsiteY68" fmla="*/ 72409 h 534349"/>
                <a:gd name="connsiteX69" fmla="*/ 229163 w 270289"/>
                <a:gd name="connsiteY69" fmla="*/ 72407 h 534349"/>
                <a:gd name="connsiteX70" fmla="*/ 226973 w 270289"/>
                <a:gd name="connsiteY70" fmla="*/ 72392 h 534349"/>
                <a:gd name="connsiteX71" fmla="*/ 225046 w 270289"/>
                <a:gd name="connsiteY71" fmla="*/ 72384 h 534349"/>
                <a:gd name="connsiteX72" fmla="*/ 221175 w 270289"/>
                <a:gd name="connsiteY72" fmla="*/ 71540 h 534349"/>
                <a:gd name="connsiteX73" fmla="*/ 221175 w 270289"/>
                <a:gd name="connsiteY73" fmla="*/ 209206 h 534349"/>
                <a:gd name="connsiteX74" fmla="*/ 270289 w 270289"/>
                <a:gd name="connsiteY74" fmla="*/ 209206 h 534349"/>
                <a:gd name="connsiteX75" fmla="*/ 270289 w 270289"/>
                <a:gd name="connsiteY75" fmla="*/ 283620 h 534349"/>
                <a:gd name="connsiteX76" fmla="*/ 221920 w 270289"/>
                <a:gd name="connsiteY76" fmla="*/ 283620 h 534349"/>
                <a:gd name="connsiteX77" fmla="*/ 221863 w 270289"/>
                <a:gd name="connsiteY77" fmla="*/ 306150 h 534349"/>
                <a:gd name="connsiteX78" fmla="*/ 221673 w 270289"/>
                <a:gd name="connsiteY78" fmla="*/ 377433 h 534349"/>
                <a:gd name="connsiteX79" fmla="*/ 221643 w 270289"/>
                <a:gd name="connsiteY79" fmla="*/ 388496 h 534349"/>
                <a:gd name="connsiteX80" fmla="*/ 221636 w 270289"/>
                <a:gd name="connsiteY80" fmla="*/ 390721 h 534349"/>
                <a:gd name="connsiteX81" fmla="*/ 221544 w 270289"/>
                <a:gd name="connsiteY81" fmla="*/ 426434 h 534349"/>
                <a:gd name="connsiteX82" fmla="*/ 221446 w 270289"/>
                <a:gd name="connsiteY82" fmla="*/ 463051 h 534349"/>
                <a:gd name="connsiteX83" fmla="*/ 221387 w 270289"/>
                <a:gd name="connsiteY83" fmla="*/ 485664 h 534349"/>
                <a:gd name="connsiteX84" fmla="*/ 221345 w 270289"/>
                <a:gd name="connsiteY84" fmla="*/ 501149 h 534349"/>
                <a:gd name="connsiteX85" fmla="*/ 221322 w 270289"/>
                <a:gd name="connsiteY85" fmla="*/ 510097 h 534349"/>
                <a:gd name="connsiteX86" fmla="*/ 221298 w 270289"/>
                <a:gd name="connsiteY86" fmla="*/ 518275 h 534349"/>
                <a:gd name="connsiteX87" fmla="*/ 221291 w 270289"/>
                <a:gd name="connsiteY87" fmla="*/ 522663 h 534349"/>
                <a:gd name="connsiteX88" fmla="*/ 221279 w 270289"/>
                <a:gd name="connsiteY88" fmla="*/ 525260 h 534349"/>
                <a:gd name="connsiteX89" fmla="*/ 221273 w 270289"/>
                <a:gd name="connsiteY89" fmla="*/ 527519 h 534349"/>
                <a:gd name="connsiteX90" fmla="*/ 220431 w 270289"/>
                <a:gd name="connsiteY90" fmla="*/ 529931 h 534349"/>
                <a:gd name="connsiteX91" fmla="*/ 215111 w 270289"/>
                <a:gd name="connsiteY91" fmla="*/ 530039 h 534349"/>
                <a:gd name="connsiteX92" fmla="*/ 213424 w 270289"/>
                <a:gd name="connsiteY92" fmla="*/ 530046 h 534349"/>
                <a:gd name="connsiteX93" fmla="*/ 207877 w 270289"/>
                <a:gd name="connsiteY93" fmla="*/ 530056 h 534349"/>
                <a:gd name="connsiteX94" fmla="*/ 204037 w 270289"/>
                <a:gd name="connsiteY94" fmla="*/ 530063 h 534349"/>
                <a:gd name="connsiteX95" fmla="*/ 195976 w 270289"/>
                <a:gd name="connsiteY95" fmla="*/ 530068 h 534349"/>
                <a:gd name="connsiteX96" fmla="*/ 185629 w 270289"/>
                <a:gd name="connsiteY96" fmla="*/ 530091 h 534349"/>
                <a:gd name="connsiteX97" fmla="*/ 177694 w 270289"/>
                <a:gd name="connsiteY97" fmla="*/ 530101 h 534349"/>
                <a:gd name="connsiteX98" fmla="*/ 173879 w 270289"/>
                <a:gd name="connsiteY98" fmla="*/ 530111 h 534349"/>
                <a:gd name="connsiteX99" fmla="*/ 168549 w 270289"/>
                <a:gd name="connsiteY99" fmla="*/ 530111 h 534349"/>
                <a:gd name="connsiteX100" fmla="*/ 166946 w 270289"/>
                <a:gd name="connsiteY100" fmla="*/ 530124 h 534349"/>
                <a:gd name="connsiteX101" fmla="*/ 161644 w 270289"/>
                <a:gd name="connsiteY101" fmla="*/ 528442 h 534349"/>
                <a:gd name="connsiteX102" fmla="*/ 161461 w 270289"/>
                <a:gd name="connsiteY102" fmla="*/ 524436 h 534349"/>
                <a:gd name="connsiteX103" fmla="*/ 161452 w 270289"/>
                <a:gd name="connsiteY103" fmla="*/ 521842 h 534349"/>
                <a:gd name="connsiteX104" fmla="*/ 161465 w 270289"/>
                <a:gd name="connsiteY104" fmla="*/ 518969 h 534349"/>
                <a:gd name="connsiteX105" fmla="*/ 161461 w 270289"/>
                <a:gd name="connsiteY105" fmla="*/ 515935 h 534349"/>
                <a:gd name="connsiteX106" fmla="*/ 161471 w 270289"/>
                <a:gd name="connsiteY106" fmla="*/ 507571 h 534349"/>
                <a:gd name="connsiteX107" fmla="*/ 161475 w 270289"/>
                <a:gd name="connsiteY107" fmla="*/ 498563 h 534349"/>
                <a:gd name="connsiteX108" fmla="*/ 161487 w 270289"/>
                <a:gd name="connsiteY108" fmla="*/ 482945 h 534349"/>
                <a:gd name="connsiteX109" fmla="*/ 161505 w 270289"/>
                <a:gd name="connsiteY109" fmla="*/ 460364 h 534349"/>
                <a:gd name="connsiteX110" fmla="*/ 161532 w 270289"/>
                <a:gd name="connsiteY110" fmla="*/ 423731 h 534349"/>
                <a:gd name="connsiteX111" fmla="*/ 161562 w 270289"/>
                <a:gd name="connsiteY111" fmla="*/ 388138 h 534349"/>
                <a:gd name="connsiteX112" fmla="*/ 161564 w 270289"/>
                <a:gd name="connsiteY112" fmla="*/ 385923 h 534349"/>
                <a:gd name="connsiteX113" fmla="*/ 161569 w 270289"/>
                <a:gd name="connsiteY113" fmla="*/ 374923 h 534349"/>
                <a:gd name="connsiteX114" fmla="*/ 161644 w 270289"/>
                <a:gd name="connsiteY114" fmla="*/ 283620 h 534349"/>
                <a:gd name="connsiteX115" fmla="*/ 159846 w 270289"/>
                <a:gd name="connsiteY115" fmla="*/ 283620 h 534349"/>
                <a:gd name="connsiteX116" fmla="*/ 112531 w 270289"/>
                <a:gd name="connsiteY116" fmla="*/ 283620 h 534349"/>
                <a:gd name="connsiteX117" fmla="*/ 112513 w 270289"/>
                <a:gd name="connsiteY117" fmla="*/ 285141 h 534349"/>
                <a:gd name="connsiteX118" fmla="*/ 112295 w 270289"/>
                <a:gd name="connsiteY118" fmla="*/ 300747 h 534349"/>
                <a:gd name="connsiteX119" fmla="*/ 112217 w 270289"/>
                <a:gd name="connsiteY119" fmla="*/ 306579 h 534349"/>
                <a:gd name="connsiteX120" fmla="*/ 112095 w 270289"/>
                <a:gd name="connsiteY120" fmla="*/ 314941 h 534349"/>
                <a:gd name="connsiteX121" fmla="*/ 112069 w 270289"/>
                <a:gd name="connsiteY121" fmla="*/ 317593 h 534349"/>
                <a:gd name="connsiteX122" fmla="*/ 112024 w 270289"/>
                <a:gd name="connsiteY122" fmla="*/ 320030 h 534349"/>
                <a:gd name="connsiteX123" fmla="*/ 111994 w 270289"/>
                <a:gd name="connsiteY123" fmla="*/ 322189 h 534349"/>
                <a:gd name="connsiteX124" fmla="*/ 111787 w 270289"/>
                <a:gd name="connsiteY124" fmla="*/ 323804 h 534349"/>
                <a:gd name="connsiteX125" fmla="*/ 110298 w 270289"/>
                <a:gd name="connsiteY125" fmla="*/ 324548 h 534349"/>
                <a:gd name="connsiteX126" fmla="*/ 109990 w 270289"/>
                <a:gd name="connsiteY126" fmla="*/ 330806 h 534349"/>
                <a:gd name="connsiteX127" fmla="*/ 109947 w 270289"/>
                <a:gd name="connsiteY127" fmla="*/ 332705 h 534349"/>
                <a:gd name="connsiteX128" fmla="*/ 109833 w 270289"/>
                <a:gd name="connsiteY128" fmla="*/ 338733 h 534349"/>
                <a:gd name="connsiteX129" fmla="*/ 109746 w 270289"/>
                <a:gd name="connsiteY129" fmla="*/ 342810 h 534349"/>
                <a:gd name="connsiteX130" fmla="*/ 109554 w 270289"/>
                <a:gd name="connsiteY130" fmla="*/ 352825 h 534349"/>
                <a:gd name="connsiteX131" fmla="*/ 107322 w 270289"/>
                <a:gd name="connsiteY131" fmla="*/ 352825 h 534349"/>
                <a:gd name="connsiteX132" fmla="*/ 106578 w 270289"/>
                <a:gd name="connsiteY132" fmla="*/ 373661 h 534349"/>
                <a:gd name="connsiteX133" fmla="*/ 105089 w 270289"/>
                <a:gd name="connsiteY133" fmla="*/ 373661 h 534349"/>
                <a:gd name="connsiteX134" fmla="*/ 104162 w 270289"/>
                <a:gd name="connsiteY134" fmla="*/ 379015 h 534349"/>
                <a:gd name="connsiteX135" fmla="*/ 104088 w 270289"/>
                <a:gd name="connsiteY135" fmla="*/ 380815 h 534349"/>
                <a:gd name="connsiteX136" fmla="*/ 103960 w 270289"/>
                <a:gd name="connsiteY136" fmla="*/ 384570 h 534349"/>
                <a:gd name="connsiteX137" fmla="*/ 103601 w 270289"/>
                <a:gd name="connsiteY137" fmla="*/ 389288 h 534349"/>
                <a:gd name="connsiteX138" fmla="*/ 102113 w 270289"/>
                <a:gd name="connsiteY138" fmla="*/ 390032 h 534349"/>
                <a:gd name="connsiteX139" fmla="*/ 101805 w 270289"/>
                <a:gd name="connsiteY139" fmla="*/ 393198 h 534349"/>
                <a:gd name="connsiteX140" fmla="*/ 101718 w 270289"/>
                <a:gd name="connsiteY140" fmla="*/ 395123 h 534349"/>
                <a:gd name="connsiteX141" fmla="*/ 101648 w 270289"/>
                <a:gd name="connsiteY141" fmla="*/ 397148 h 534349"/>
                <a:gd name="connsiteX142" fmla="*/ 101561 w 270289"/>
                <a:gd name="connsiteY142" fmla="*/ 399181 h 534349"/>
                <a:gd name="connsiteX143" fmla="*/ 101369 w 270289"/>
                <a:gd name="connsiteY143" fmla="*/ 404171 h 534349"/>
                <a:gd name="connsiteX144" fmla="*/ 99881 w 270289"/>
                <a:gd name="connsiteY144" fmla="*/ 404171 h 534349"/>
                <a:gd name="connsiteX145" fmla="*/ 98718 w 270289"/>
                <a:gd name="connsiteY145" fmla="*/ 411333 h 534349"/>
                <a:gd name="connsiteX146" fmla="*/ 98620 w 270289"/>
                <a:gd name="connsiteY146" fmla="*/ 412926 h 534349"/>
                <a:gd name="connsiteX147" fmla="*/ 98392 w 270289"/>
                <a:gd name="connsiteY147" fmla="*/ 416821 h 534349"/>
                <a:gd name="connsiteX148" fmla="*/ 96904 w 270289"/>
                <a:gd name="connsiteY148" fmla="*/ 416821 h 534349"/>
                <a:gd name="connsiteX149" fmla="*/ 96631 w 270289"/>
                <a:gd name="connsiteY149" fmla="*/ 419237 h 534349"/>
                <a:gd name="connsiteX150" fmla="*/ 96253 w 270289"/>
                <a:gd name="connsiteY150" fmla="*/ 422356 h 534349"/>
                <a:gd name="connsiteX151" fmla="*/ 96076 w 270289"/>
                <a:gd name="connsiteY151" fmla="*/ 423950 h 534349"/>
                <a:gd name="connsiteX152" fmla="*/ 95416 w 270289"/>
                <a:gd name="connsiteY152" fmla="*/ 427983 h 534349"/>
                <a:gd name="connsiteX153" fmla="*/ 93927 w 270289"/>
                <a:gd name="connsiteY153" fmla="*/ 428727 h 534349"/>
                <a:gd name="connsiteX154" fmla="*/ 93512 w 270289"/>
                <a:gd name="connsiteY154" fmla="*/ 436239 h 534349"/>
                <a:gd name="connsiteX155" fmla="*/ 93183 w 270289"/>
                <a:gd name="connsiteY155" fmla="*/ 438401 h 534349"/>
                <a:gd name="connsiteX156" fmla="*/ 90951 w 270289"/>
                <a:gd name="connsiteY156" fmla="*/ 439145 h 534349"/>
                <a:gd name="connsiteX157" fmla="*/ 90439 w 270289"/>
                <a:gd name="connsiteY157" fmla="*/ 442913 h 534349"/>
                <a:gd name="connsiteX158" fmla="*/ 90291 w 270289"/>
                <a:gd name="connsiteY158" fmla="*/ 444985 h 534349"/>
                <a:gd name="connsiteX159" fmla="*/ 90207 w 270289"/>
                <a:gd name="connsiteY159" fmla="*/ 446587 h 534349"/>
                <a:gd name="connsiteX160" fmla="*/ 87974 w 270289"/>
                <a:gd name="connsiteY160" fmla="*/ 446587 h 534349"/>
                <a:gd name="connsiteX161" fmla="*/ 87864 w 270289"/>
                <a:gd name="connsiteY161" fmla="*/ 448351 h 534349"/>
                <a:gd name="connsiteX162" fmla="*/ 87695 w 270289"/>
                <a:gd name="connsiteY162" fmla="*/ 450633 h 534349"/>
                <a:gd name="connsiteX163" fmla="*/ 87538 w 270289"/>
                <a:gd name="connsiteY163" fmla="*/ 452909 h 534349"/>
                <a:gd name="connsiteX164" fmla="*/ 87230 w 270289"/>
                <a:gd name="connsiteY164" fmla="*/ 454772 h 534349"/>
                <a:gd name="connsiteX165" fmla="*/ 85742 w 270289"/>
                <a:gd name="connsiteY165" fmla="*/ 455516 h 534349"/>
                <a:gd name="connsiteX166" fmla="*/ 85326 w 270289"/>
                <a:gd name="connsiteY166" fmla="*/ 461865 h 534349"/>
                <a:gd name="connsiteX167" fmla="*/ 84998 w 270289"/>
                <a:gd name="connsiteY167" fmla="*/ 463702 h 534349"/>
                <a:gd name="connsiteX168" fmla="*/ 82765 w 270289"/>
                <a:gd name="connsiteY168" fmla="*/ 464446 h 534349"/>
                <a:gd name="connsiteX169" fmla="*/ 82393 w 270289"/>
                <a:gd name="connsiteY169" fmla="*/ 467795 h 534349"/>
                <a:gd name="connsiteX170" fmla="*/ 82021 w 270289"/>
                <a:gd name="connsiteY170" fmla="*/ 471143 h 534349"/>
                <a:gd name="connsiteX171" fmla="*/ 79789 w 270289"/>
                <a:gd name="connsiteY171" fmla="*/ 471888 h 534349"/>
                <a:gd name="connsiteX172" fmla="*/ 79277 w 270289"/>
                <a:gd name="connsiteY172" fmla="*/ 474911 h 534349"/>
                <a:gd name="connsiteX173" fmla="*/ 79045 w 270289"/>
                <a:gd name="connsiteY173" fmla="*/ 477841 h 534349"/>
                <a:gd name="connsiteX174" fmla="*/ 76812 w 270289"/>
                <a:gd name="connsiteY174" fmla="*/ 477841 h 534349"/>
                <a:gd name="connsiteX175" fmla="*/ 76952 w 270289"/>
                <a:gd name="connsiteY175" fmla="*/ 480771 h 534349"/>
                <a:gd name="connsiteX176" fmla="*/ 76812 w 270289"/>
                <a:gd name="connsiteY176" fmla="*/ 483794 h 534349"/>
                <a:gd name="connsiteX177" fmla="*/ 74580 w 270289"/>
                <a:gd name="connsiteY177" fmla="*/ 484538 h 534349"/>
                <a:gd name="connsiteX178" fmla="*/ 73836 w 270289"/>
                <a:gd name="connsiteY178" fmla="*/ 489003 h 534349"/>
                <a:gd name="connsiteX179" fmla="*/ 71603 w 270289"/>
                <a:gd name="connsiteY179" fmla="*/ 489003 h 534349"/>
                <a:gd name="connsiteX180" fmla="*/ 71324 w 270289"/>
                <a:gd name="connsiteY180" fmla="*/ 491933 h 534349"/>
                <a:gd name="connsiteX181" fmla="*/ 70859 w 270289"/>
                <a:gd name="connsiteY181" fmla="*/ 494956 h 534349"/>
                <a:gd name="connsiteX182" fmla="*/ 69371 w 270289"/>
                <a:gd name="connsiteY182" fmla="*/ 495700 h 534349"/>
                <a:gd name="connsiteX183" fmla="*/ 68627 w 270289"/>
                <a:gd name="connsiteY183" fmla="*/ 498305 h 534349"/>
                <a:gd name="connsiteX184" fmla="*/ 67882 w 270289"/>
                <a:gd name="connsiteY184" fmla="*/ 500909 h 534349"/>
                <a:gd name="connsiteX185" fmla="*/ 66394 w 270289"/>
                <a:gd name="connsiteY185" fmla="*/ 501653 h 534349"/>
                <a:gd name="connsiteX186" fmla="*/ 66069 w 270289"/>
                <a:gd name="connsiteY186" fmla="*/ 503467 h 534349"/>
                <a:gd name="connsiteX187" fmla="*/ 63418 w 270289"/>
                <a:gd name="connsiteY187" fmla="*/ 506862 h 534349"/>
                <a:gd name="connsiteX188" fmla="*/ 61929 w 270289"/>
                <a:gd name="connsiteY188" fmla="*/ 510583 h 534349"/>
                <a:gd name="connsiteX189" fmla="*/ 60441 w 270289"/>
                <a:gd name="connsiteY189" fmla="*/ 510583 h 534349"/>
                <a:gd name="connsiteX190" fmla="*/ 60162 w 270289"/>
                <a:gd name="connsiteY190" fmla="*/ 512769 h 534349"/>
                <a:gd name="connsiteX191" fmla="*/ 59697 w 270289"/>
                <a:gd name="connsiteY191" fmla="*/ 515048 h 534349"/>
                <a:gd name="connsiteX192" fmla="*/ 58209 w 270289"/>
                <a:gd name="connsiteY192" fmla="*/ 515792 h 534349"/>
                <a:gd name="connsiteX193" fmla="*/ 57464 w 270289"/>
                <a:gd name="connsiteY193" fmla="*/ 517652 h 534349"/>
                <a:gd name="connsiteX194" fmla="*/ 55232 w 270289"/>
                <a:gd name="connsiteY194" fmla="*/ 520257 h 534349"/>
                <a:gd name="connsiteX195" fmla="*/ 53744 w 270289"/>
                <a:gd name="connsiteY195" fmla="*/ 523233 h 534349"/>
                <a:gd name="connsiteX196" fmla="*/ 52256 w 270289"/>
                <a:gd name="connsiteY196" fmla="*/ 525466 h 534349"/>
                <a:gd name="connsiteX197" fmla="*/ 52256 w 270289"/>
                <a:gd name="connsiteY197" fmla="*/ 526954 h 534349"/>
                <a:gd name="connsiteX198" fmla="*/ 51279 w 270289"/>
                <a:gd name="connsiteY198" fmla="*/ 527884 h 534349"/>
                <a:gd name="connsiteX199" fmla="*/ 49093 w 270289"/>
                <a:gd name="connsiteY199" fmla="*/ 531558 h 534349"/>
                <a:gd name="connsiteX200" fmla="*/ 45326 w 270289"/>
                <a:gd name="connsiteY200" fmla="*/ 534349 h 534349"/>
                <a:gd name="connsiteX201" fmla="*/ 40349 w 270289"/>
                <a:gd name="connsiteY201" fmla="*/ 530721 h 534349"/>
                <a:gd name="connsiteX202" fmla="*/ 39265 w 270289"/>
                <a:gd name="connsiteY202" fmla="*/ 528884 h 534349"/>
                <a:gd name="connsiteX203" fmla="*/ 35373 w 270289"/>
                <a:gd name="connsiteY203" fmla="*/ 523280 h 534349"/>
                <a:gd name="connsiteX204" fmla="*/ 34108 w 270289"/>
                <a:gd name="connsiteY204" fmla="*/ 521632 h 534349"/>
                <a:gd name="connsiteX205" fmla="*/ 30675 w 270289"/>
                <a:gd name="connsiteY205" fmla="*/ 518768 h 534349"/>
                <a:gd name="connsiteX206" fmla="*/ 29931 w 270289"/>
                <a:gd name="connsiteY206" fmla="*/ 516536 h 534349"/>
                <a:gd name="connsiteX207" fmla="*/ 27699 w 270289"/>
                <a:gd name="connsiteY207" fmla="*/ 515792 h 534349"/>
                <a:gd name="connsiteX208" fmla="*/ 26955 w 270289"/>
                <a:gd name="connsiteY208" fmla="*/ 513559 h 534349"/>
                <a:gd name="connsiteX209" fmla="*/ 25466 w 270289"/>
                <a:gd name="connsiteY209" fmla="*/ 513187 h 534349"/>
                <a:gd name="connsiteX210" fmla="*/ 23978 w 270289"/>
                <a:gd name="connsiteY210" fmla="*/ 512815 h 534349"/>
                <a:gd name="connsiteX211" fmla="*/ 23234 w 270289"/>
                <a:gd name="connsiteY211" fmla="*/ 510583 h 534349"/>
                <a:gd name="connsiteX212" fmla="*/ 21792 w 270289"/>
                <a:gd name="connsiteY212" fmla="*/ 509885 h 534349"/>
                <a:gd name="connsiteX213" fmla="*/ 18769 w 270289"/>
                <a:gd name="connsiteY213" fmla="*/ 506118 h 534349"/>
                <a:gd name="connsiteX214" fmla="*/ 16537 w 270289"/>
                <a:gd name="connsiteY214" fmla="*/ 505374 h 534349"/>
                <a:gd name="connsiteX215" fmla="*/ 15793 w 270289"/>
                <a:gd name="connsiteY215" fmla="*/ 503141 h 534349"/>
                <a:gd name="connsiteX216" fmla="*/ 14304 w 270289"/>
                <a:gd name="connsiteY216" fmla="*/ 502816 h 534349"/>
                <a:gd name="connsiteX217" fmla="*/ 12816 w 270289"/>
                <a:gd name="connsiteY217" fmla="*/ 502397 h 534349"/>
                <a:gd name="connsiteX218" fmla="*/ 12490 w 270289"/>
                <a:gd name="connsiteY218" fmla="*/ 500909 h 534349"/>
                <a:gd name="connsiteX219" fmla="*/ 12072 w 270289"/>
                <a:gd name="connsiteY219" fmla="*/ 499421 h 534349"/>
                <a:gd name="connsiteX220" fmla="*/ 8351 w 270289"/>
                <a:gd name="connsiteY220" fmla="*/ 498677 h 534349"/>
                <a:gd name="connsiteX221" fmla="*/ 7607 w 270289"/>
                <a:gd name="connsiteY221" fmla="*/ 496444 h 534349"/>
                <a:gd name="connsiteX222" fmla="*/ 5793 w 270289"/>
                <a:gd name="connsiteY222" fmla="*/ 496119 h 534349"/>
                <a:gd name="connsiteX223" fmla="*/ 3886 w 270289"/>
                <a:gd name="connsiteY223" fmla="*/ 495700 h 534349"/>
                <a:gd name="connsiteX224" fmla="*/ 2398 w 270289"/>
                <a:gd name="connsiteY224" fmla="*/ 492724 h 534349"/>
                <a:gd name="connsiteX225" fmla="*/ 166 w 270289"/>
                <a:gd name="connsiteY225" fmla="*/ 491979 h 534349"/>
                <a:gd name="connsiteX226" fmla="*/ 166 w 270289"/>
                <a:gd name="connsiteY226" fmla="*/ 486026 h 534349"/>
                <a:gd name="connsiteX227" fmla="*/ 2398 w 270289"/>
                <a:gd name="connsiteY227" fmla="*/ 486026 h 534349"/>
                <a:gd name="connsiteX228" fmla="*/ 3392 w 270289"/>
                <a:gd name="connsiteY228" fmla="*/ 482259 h 534349"/>
                <a:gd name="connsiteX229" fmla="*/ 5747 w 270289"/>
                <a:gd name="connsiteY229" fmla="*/ 478492 h 534349"/>
                <a:gd name="connsiteX230" fmla="*/ 9095 w 270289"/>
                <a:gd name="connsiteY230" fmla="*/ 472632 h 534349"/>
                <a:gd name="connsiteX231" fmla="*/ 10584 w 270289"/>
                <a:gd name="connsiteY231" fmla="*/ 471888 h 534349"/>
                <a:gd name="connsiteX232" fmla="*/ 10909 w 270289"/>
                <a:gd name="connsiteY232" fmla="*/ 470353 h 534349"/>
                <a:gd name="connsiteX233" fmla="*/ 11328 w 270289"/>
                <a:gd name="connsiteY233" fmla="*/ 468911 h 534349"/>
                <a:gd name="connsiteX234" fmla="*/ 13560 w 270289"/>
                <a:gd name="connsiteY234" fmla="*/ 468911 h 534349"/>
                <a:gd name="connsiteX235" fmla="*/ 13421 w 270289"/>
                <a:gd name="connsiteY235" fmla="*/ 466818 h 534349"/>
                <a:gd name="connsiteX236" fmla="*/ 15793 w 270289"/>
                <a:gd name="connsiteY236" fmla="*/ 462214 h 534349"/>
                <a:gd name="connsiteX237" fmla="*/ 16165 w 270289"/>
                <a:gd name="connsiteY237" fmla="*/ 460260 h 534349"/>
                <a:gd name="connsiteX238" fmla="*/ 16537 w 270289"/>
                <a:gd name="connsiteY238" fmla="*/ 458493 h 534349"/>
                <a:gd name="connsiteX239" fmla="*/ 18769 w 270289"/>
                <a:gd name="connsiteY239" fmla="*/ 457749 h 534349"/>
                <a:gd name="connsiteX240" fmla="*/ 19513 w 270289"/>
                <a:gd name="connsiteY240" fmla="*/ 452540 h 534349"/>
                <a:gd name="connsiteX241" fmla="*/ 21746 w 270289"/>
                <a:gd name="connsiteY241" fmla="*/ 451052 h 534349"/>
                <a:gd name="connsiteX242" fmla="*/ 21746 w 270289"/>
                <a:gd name="connsiteY242" fmla="*/ 448773 h 534349"/>
                <a:gd name="connsiteX243" fmla="*/ 21746 w 270289"/>
                <a:gd name="connsiteY243" fmla="*/ 446587 h 534349"/>
                <a:gd name="connsiteX244" fmla="*/ 23978 w 270289"/>
                <a:gd name="connsiteY244" fmla="*/ 445843 h 534349"/>
                <a:gd name="connsiteX245" fmla="*/ 24350 w 270289"/>
                <a:gd name="connsiteY245" fmla="*/ 442494 h 534349"/>
                <a:gd name="connsiteX246" fmla="*/ 24722 w 270289"/>
                <a:gd name="connsiteY246" fmla="*/ 439145 h 534349"/>
                <a:gd name="connsiteX247" fmla="*/ 26955 w 270289"/>
                <a:gd name="connsiteY247" fmla="*/ 438401 h 534349"/>
                <a:gd name="connsiteX248" fmla="*/ 27466 w 270289"/>
                <a:gd name="connsiteY248" fmla="*/ 435378 h 534349"/>
                <a:gd name="connsiteX249" fmla="*/ 27699 w 270289"/>
                <a:gd name="connsiteY249" fmla="*/ 432448 h 534349"/>
                <a:gd name="connsiteX250" fmla="*/ 29931 w 270289"/>
                <a:gd name="connsiteY250" fmla="*/ 432448 h 534349"/>
                <a:gd name="connsiteX251" fmla="*/ 29931 w 270289"/>
                <a:gd name="connsiteY251" fmla="*/ 425007 h 534349"/>
                <a:gd name="connsiteX252" fmla="*/ 32908 w 270289"/>
                <a:gd name="connsiteY252" fmla="*/ 425007 h 534349"/>
                <a:gd name="connsiteX253" fmla="*/ 32908 w 270289"/>
                <a:gd name="connsiteY253" fmla="*/ 416821 h 534349"/>
                <a:gd name="connsiteX254" fmla="*/ 35140 w 270289"/>
                <a:gd name="connsiteY254" fmla="*/ 416821 h 534349"/>
                <a:gd name="connsiteX255" fmla="*/ 35884 w 270289"/>
                <a:gd name="connsiteY255" fmla="*/ 407892 h 534349"/>
                <a:gd name="connsiteX256" fmla="*/ 38117 w 270289"/>
                <a:gd name="connsiteY256" fmla="*/ 407892 h 534349"/>
                <a:gd name="connsiteX257" fmla="*/ 38038 w 270289"/>
                <a:gd name="connsiteY257" fmla="*/ 405802 h 534349"/>
                <a:gd name="connsiteX258" fmla="*/ 37977 w 270289"/>
                <a:gd name="connsiteY258" fmla="*/ 403101 h 534349"/>
                <a:gd name="connsiteX259" fmla="*/ 37899 w 270289"/>
                <a:gd name="connsiteY259" fmla="*/ 400406 h 534349"/>
                <a:gd name="connsiteX260" fmla="*/ 38117 w 270289"/>
                <a:gd name="connsiteY260" fmla="*/ 398218 h 534349"/>
                <a:gd name="connsiteX261" fmla="*/ 40349 w 270289"/>
                <a:gd name="connsiteY261" fmla="*/ 397474 h 534349"/>
                <a:gd name="connsiteX262" fmla="*/ 40721 w 270289"/>
                <a:gd name="connsiteY262" fmla="*/ 391986 h 534349"/>
                <a:gd name="connsiteX263" fmla="*/ 42207 w 270289"/>
                <a:gd name="connsiteY263" fmla="*/ 385218 h 534349"/>
                <a:gd name="connsiteX264" fmla="*/ 43744 w 270289"/>
                <a:gd name="connsiteY264" fmla="*/ 378033 h 534349"/>
                <a:gd name="connsiteX265" fmla="*/ 44070 w 270289"/>
                <a:gd name="connsiteY265" fmla="*/ 372173 h 534349"/>
                <a:gd name="connsiteX266" fmla="*/ 45558 w 270289"/>
                <a:gd name="connsiteY266" fmla="*/ 371429 h 534349"/>
                <a:gd name="connsiteX267" fmla="*/ 45788 w 270289"/>
                <a:gd name="connsiteY267" fmla="*/ 368289 h 534349"/>
                <a:gd name="connsiteX268" fmla="*/ 45845 w 270289"/>
                <a:gd name="connsiteY268" fmla="*/ 366374 h 534349"/>
                <a:gd name="connsiteX269" fmla="*/ 45914 w 270289"/>
                <a:gd name="connsiteY269" fmla="*/ 362345 h 534349"/>
                <a:gd name="connsiteX270" fmla="*/ 45974 w 270289"/>
                <a:gd name="connsiteY270" fmla="*/ 360429 h 534349"/>
                <a:gd name="connsiteX271" fmla="*/ 46004 w 270289"/>
                <a:gd name="connsiteY271" fmla="*/ 358661 h 534349"/>
                <a:gd name="connsiteX272" fmla="*/ 46302 w 270289"/>
                <a:gd name="connsiteY272" fmla="*/ 357290 h 534349"/>
                <a:gd name="connsiteX273" fmla="*/ 48535 w 270289"/>
                <a:gd name="connsiteY273" fmla="*/ 356546 h 534349"/>
                <a:gd name="connsiteX274" fmla="*/ 48916 w 270289"/>
                <a:gd name="connsiteY274" fmla="*/ 352241 h 534349"/>
                <a:gd name="connsiteX275" fmla="*/ 48996 w 270289"/>
                <a:gd name="connsiteY275" fmla="*/ 349603 h 534349"/>
                <a:gd name="connsiteX276" fmla="*/ 49046 w 270289"/>
                <a:gd name="connsiteY276" fmla="*/ 346825 h 534349"/>
                <a:gd name="connsiteX277" fmla="*/ 49123 w 270289"/>
                <a:gd name="connsiteY277" fmla="*/ 344039 h 534349"/>
                <a:gd name="connsiteX278" fmla="*/ 49279 w 270289"/>
                <a:gd name="connsiteY278" fmla="*/ 337198 h 534349"/>
                <a:gd name="connsiteX279" fmla="*/ 51511 w 270289"/>
                <a:gd name="connsiteY279" fmla="*/ 337198 h 534349"/>
                <a:gd name="connsiteX280" fmla="*/ 51556 w 270289"/>
                <a:gd name="connsiteY280" fmla="*/ 334683 h 534349"/>
                <a:gd name="connsiteX281" fmla="*/ 51748 w 270289"/>
                <a:gd name="connsiteY281" fmla="*/ 325476 h 534349"/>
                <a:gd name="connsiteX282" fmla="*/ 51825 w 270289"/>
                <a:gd name="connsiteY282" fmla="*/ 321485 h 534349"/>
                <a:gd name="connsiteX283" fmla="*/ 51947 w 270289"/>
                <a:gd name="connsiteY283" fmla="*/ 315761 h 534349"/>
                <a:gd name="connsiteX284" fmla="*/ 51973 w 270289"/>
                <a:gd name="connsiteY284" fmla="*/ 313947 h 534349"/>
                <a:gd name="connsiteX285" fmla="*/ 52256 w 270289"/>
                <a:gd name="connsiteY285" fmla="*/ 309665 h 534349"/>
                <a:gd name="connsiteX286" fmla="*/ 53744 w 270289"/>
                <a:gd name="connsiteY286" fmla="*/ 308921 h 534349"/>
                <a:gd name="connsiteX287" fmla="*/ 54052 w 270289"/>
                <a:gd name="connsiteY287" fmla="*/ 303151 h 534349"/>
                <a:gd name="connsiteX288" fmla="*/ 54096 w 270289"/>
                <a:gd name="connsiteY288" fmla="*/ 301402 h 534349"/>
                <a:gd name="connsiteX289" fmla="*/ 54209 w 270289"/>
                <a:gd name="connsiteY289" fmla="*/ 295852 h 534349"/>
                <a:gd name="connsiteX290" fmla="*/ 54296 w 270289"/>
                <a:gd name="connsiteY290" fmla="*/ 292098 h 534349"/>
                <a:gd name="connsiteX291" fmla="*/ 54488 w 270289"/>
                <a:gd name="connsiteY291" fmla="*/ 282876 h 534349"/>
                <a:gd name="connsiteX292" fmla="*/ 53000 w 270289"/>
                <a:gd name="connsiteY292" fmla="*/ 283620 h 534349"/>
                <a:gd name="connsiteX293" fmla="*/ 49005 w 270289"/>
                <a:gd name="connsiteY293" fmla="*/ 283705 h 534349"/>
                <a:gd name="connsiteX294" fmla="*/ 46442 w 270289"/>
                <a:gd name="connsiteY294" fmla="*/ 283704 h 534349"/>
                <a:gd name="connsiteX295" fmla="*/ 43739 w 270289"/>
                <a:gd name="connsiteY295" fmla="*/ 283693 h 534349"/>
                <a:gd name="connsiteX296" fmla="*/ 41261 w 270289"/>
                <a:gd name="connsiteY296" fmla="*/ 283690 h 534349"/>
                <a:gd name="connsiteX297" fmla="*/ 32071 w 270289"/>
                <a:gd name="connsiteY297" fmla="*/ 283667 h 534349"/>
                <a:gd name="connsiteX298" fmla="*/ 11328 w 270289"/>
                <a:gd name="connsiteY298" fmla="*/ 283620 h 534349"/>
                <a:gd name="connsiteX299" fmla="*/ 11328 w 270289"/>
                <a:gd name="connsiteY299" fmla="*/ 209206 h 534349"/>
                <a:gd name="connsiteX300" fmla="*/ 54488 w 270289"/>
                <a:gd name="connsiteY300" fmla="*/ 208462 h 534349"/>
                <a:gd name="connsiteX301" fmla="*/ 54488 w 270289"/>
                <a:gd name="connsiteY301" fmla="*/ 72284 h 534349"/>
                <a:gd name="connsiteX302" fmla="*/ 25466 w 270289"/>
                <a:gd name="connsiteY302" fmla="*/ 72284 h 534349"/>
                <a:gd name="connsiteX303" fmla="*/ 24621 w 270289"/>
                <a:gd name="connsiteY303" fmla="*/ 66969 h 534349"/>
                <a:gd name="connsiteX304" fmla="*/ 24626 w 270289"/>
                <a:gd name="connsiteY304" fmla="*/ 64978 h 534349"/>
                <a:gd name="connsiteX305" fmla="*/ 24622 w 270289"/>
                <a:gd name="connsiteY305" fmla="*/ 62892 h 534349"/>
                <a:gd name="connsiteX306" fmla="*/ 24623 w 270289"/>
                <a:gd name="connsiteY306" fmla="*/ 56029 h 534349"/>
                <a:gd name="connsiteX307" fmla="*/ 24621 w 270289"/>
                <a:gd name="connsiteY307" fmla="*/ 51283 h 534349"/>
                <a:gd name="connsiteX308" fmla="*/ 24625 w 270289"/>
                <a:gd name="connsiteY308" fmla="*/ 41321 h 534349"/>
                <a:gd name="connsiteX309" fmla="*/ 24623 w 270289"/>
                <a:gd name="connsiteY309" fmla="*/ 28521 h 534349"/>
                <a:gd name="connsiteX310" fmla="*/ 24623 w 270289"/>
                <a:gd name="connsiteY310" fmla="*/ 18716 h 534349"/>
                <a:gd name="connsiteX311" fmla="*/ 24621 w 270289"/>
                <a:gd name="connsiteY311" fmla="*/ 13995 h 534349"/>
                <a:gd name="connsiteX312" fmla="*/ 24626 w 270289"/>
                <a:gd name="connsiteY312" fmla="*/ 7409 h 534349"/>
                <a:gd name="connsiteX313" fmla="*/ 24621 w 270289"/>
                <a:gd name="connsiteY313" fmla="*/ 5417 h 534349"/>
                <a:gd name="connsiteX314" fmla="*/ 29213 w 270289"/>
                <a:gd name="connsiteY314" fmla="*/ 9 h 534349"/>
                <a:gd name="connsiteX315" fmla="*/ 31687 w 270289"/>
                <a:gd name="connsiteY315" fmla="*/ 3 h 534349"/>
                <a:gd name="connsiteX316" fmla="*/ 34440 w 270289"/>
                <a:gd name="connsiteY316" fmla="*/ 8 h 534349"/>
                <a:gd name="connsiteX317" fmla="*/ 37338 w 270289"/>
                <a:gd name="connsiteY317" fmla="*/ 4 h 534349"/>
                <a:gd name="connsiteX318" fmla="*/ 45337 w 270289"/>
                <a:gd name="connsiteY318" fmla="*/ 5 h 534349"/>
                <a:gd name="connsiteX319" fmla="*/ 53951 w 270289"/>
                <a:gd name="connsiteY319" fmla="*/ 2 h 534349"/>
                <a:gd name="connsiteX320" fmla="*/ 70840 w 270289"/>
                <a:gd name="connsiteY320" fmla="*/ 2 h 534349"/>
                <a:gd name="connsiteX321" fmla="*/ 84563 w 270289"/>
                <a:gd name="connsiteY321" fmla="*/ 3 h 534349"/>
                <a:gd name="connsiteX322" fmla="*/ 86532 w 270289"/>
                <a:gd name="connsiteY322" fmla="*/ 3 h 534349"/>
                <a:gd name="connsiteX323" fmla="*/ 90491 w 270289"/>
                <a:gd name="connsiteY323" fmla="*/ 2 h 534349"/>
                <a:gd name="connsiteX324" fmla="*/ 127670 w 270289"/>
                <a:gd name="connsiteY324" fmla="*/ 6 h 534349"/>
                <a:gd name="connsiteX325" fmla="*/ 159595 w 270289"/>
                <a:gd name="connsiteY325" fmla="*/ 5 h 534349"/>
                <a:gd name="connsiteX326" fmla="*/ 196628 w 270289"/>
                <a:gd name="connsiteY326" fmla="*/ 2 h 534349"/>
                <a:gd name="connsiteX327" fmla="*/ 200575 w 270289"/>
                <a:gd name="connsiteY327" fmla="*/ 3 h 534349"/>
                <a:gd name="connsiteX328" fmla="*/ 202537 w 270289"/>
                <a:gd name="connsiteY328" fmla="*/ 3 h 534349"/>
                <a:gd name="connsiteX329" fmla="*/ 216247 w 270289"/>
                <a:gd name="connsiteY329" fmla="*/ 1 h 53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Lst>
              <a:rect l="l" t="t" r="r" b="b"/>
              <a:pathLst>
                <a:path w="270289" h="534349">
                  <a:moveTo>
                    <a:pt x="159174" y="71547"/>
                  </a:moveTo>
                  <a:cubicBezTo>
                    <a:pt x="158331" y="71549"/>
                    <a:pt x="157513" y="71550"/>
                    <a:pt x="156695" y="71552"/>
                  </a:cubicBezTo>
                  <a:cubicBezTo>
                    <a:pt x="155261" y="71552"/>
                    <a:pt x="153827" y="71552"/>
                    <a:pt x="152392" y="71558"/>
                  </a:cubicBezTo>
                  <a:cubicBezTo>
                    <a:pt x="151365" y="71562"/>
                    <a:pt x="150337" y="71565"/>
                    <a:pt x="149310" y="71566"/>
                  </a:cubicBezTo>
                  <a:cubicBezTo>
                    <a:pt x="146622" y="71568"/>
                    <a:pt x="143935" y="71572"/>
                    <a:pt x="141247" y="71580"/>
                  </a:cubicBezTo>
                  <a:cubicBezTo>
                    <a:pt x="138460" y="71589"/>
                    <a:pt x="135673" y="71594"/>
                    <a:pt x="132886" y="71598"/>
                  </a:cubicBezTo>
                  <a:cubicBezTo>
                    <a:pt x="126884" y="71606"/>
                    <a:pt x="120881" y="71619"/>
                    <a:pt x="114878" y="71636"/>
                  </a:cubicBezTo>
                  <a:cubicBezTo>
                    <a:pt x="114769" y="88449"/>
                    <a:pt x="114663" y="105261"/>
                    <a:pt x="114563" y="122074"/>
                  </a:cubicBezTo>
                  <a:cubicBezTo>
                    <a:pt x="114514" y="130246"/>
                    <a:pt x="114465" y="138418"/>
                    <a:pt x="114412" y="146590"/>
                  </a:cubicBezTo>
                  <a:cubicBezTo>
                    <a:pt x="114365" y="153768"/>
                    <a:pt x="114319" y="160947"/>
                    <a:pt x="114278" y="168126"/>
                  </a:cubicBezTo>
                  <a:cubicBezTo>
                    <a:pt x="114256" y="171916"/>
                    <a:pt x="114235" y="175706"/>
                    <a:pt x="114209" y="179496"/>
                  </a:cubicBezTo>
                  <a:cubicBezTo>
                    <a:pt x="114184" y="183124"/>
                    <a:pt x="114159" y="186752"/>
                    <a:pt x="114140" y="190380"/>
                  </a:cubicBezTo>
                  <a:cubicBezTo>
                    <a:pt x="114133" y="191715"/>
                    <a:pt x="114126" y="193050"/>
                    <a:pt x="114118" y="194384"/>
                  </a:cubicBezTo>
                  <a:cubicBezTo>
                    <a:pt x="114104" y="196249"/>
                    <a:pt x="114089" y="198114"/>
                    <a:pt x="114080" y="199978"/>
                  </a:cubicBezTo>
                  <a:cubicBezTo>
                    <a:pt x="114078" y="200550"/>
                    <a:pt x="114075" y="201105"/>
                    <a:pt x="114073" y="201660"/>
                  </a:cubicBezTo>
                  <a:cubicBezTo>
                    <a:pt x="114047" y="204371"/>
                    <a:pt x="114009" y="206694"/>
                    <a:pt x="114878" y="209302"/>
                  </a:cubicBezTo>
                  <a:cubicBezTo>
                    <a:pt x="115820" y="209443"/>
                    <a:pt x="115820" y="209443"/>
                    <a:pt x="116743" y="209581"/>
                  </a:cubicBezTo>
                  <a:cubicBezTo>
                    <a:pt x="118011" y="209580"/>
                    <a:pt x="118011" y="209580"/>
                    <a:pt x="119255" y="209580"/>
                  </a:cubicBezTo>
                  <a:cubicBezTo>
                    <a:pt x="120709" y="209587"/>
                    <a:pt x="122163" y="209593"/>
                    <a:pt x="123616" y="209584"/>
                  </a:cubicBezTo>
                  <a:cubicBezTo>
                    <a:pt x="124658" y="209577"/>
                    <a:pt x="125700" y="209573"/>
                    <a:pt x="126743" y="209572"/>
                  </a:cubicBezTo>
                  <a:cubicBezTo>
                    <a:pt x="128908" y="209575"/>
                    <a:pt x="131073" y="209574"/>
                    <a:pt x="133238" y="209563"/>
                  </a:cubicBezTo>
                  <a:cubicBezTo>
                    <a:pt x="136064" y="209546"/>
                    <a:pt x="138889" y="209533"/>
                    <a:pt x="141714" y="209537"/>
                  </a:cubicBezTo>
                  <a:cubicBezTo>
                    <a:pt x="143914" y="209541"/>
                    <a:pt x="146113" y="209542"/>
                    <a:pt x="148313" y="209536"/>
                  </a:cubicBezTo>
                  <a:cubicBezTo>
                    <a:pt x="149361" y="209532"/>
                    <a:pt x="150409" y="209529"/>
                    <a:pt x="151458" y="209526"/>
                  </a:cubicBezTo>
                  <a:cubicBezTo>
                    <a:pt x="152487" y="209527"/>
                    <a:pt x="153517" y="209528"/>
                    <a:pt x="154546" y="209528"/>
                  </a:cubicBezTo>
                  <a:cubicBezTo>
                    <a:pt x="155511" y="209521"/>
                    <a:pt x="156447" y="209514"/>
                    <a:pt x="157383" y="209507"/>
                  </a:cubicBezTo>
                  <a:cubicBezTo>
                    <a:pt x="159895" y="209496"/>
                    <a:pt x="159895" y="209496"/>
                    <a:pt x="161759" y="209302"/>
                  </a:cubicBezTo>
                  <a:cubicBezTo>
                    <a:pt x="162588" y="207644"/>
                    <a:pt x="162588" y="207644"/>
                    <a:pt x="162583" y="204081"/>
                  </a:cubicBezTo>
                  <a:cubicBezTo>
                    <a:pt x="162579" y="203543"/>
                    <a:pt x="162574" y="203021"/>
                    <a:pt x="162570" y="202499"/>
                  </a:cubicBezTo>
                  <a:cubicBezTo>
                    <a:pt x="162564" y="200722"/>
                    <a:pt x="162556" y="198945"/>
                    <a:pt x="162545" y="197168"/>
                  </a:cubicBezTo>
                  <a:cubicBezTo>
                    <a:pt x="162536" y="195861"/>
                    <a:pt x="162528" y="194555"/>
                    <a:pt x="162522" y="193249"/>
                  </a:cubicBezTo>
                  <a:cubicBezTo>
                    <a:pt x="162507" y="189699"/>
                    <a:pt x="162489" y="186148"/>
                    <a:pt x="162467" y="182598"/>
                  </a:cubicBezTo>
                  <a:cubicBezTo>
                    <a:pt x="162444" y="178821"/>
                    <a:pt x="162423" y="175045"/>
                    <a:pt x="162403" y="171268"/>
                  </a:cubicBezTo>
                  <a:cubicBezTo>
                    <a:pt x="162371" y="164953"/>
                    <a:pt x="162335" y="158638"/>
                    <a:pt x="162297" y="152323"/>
                  </a:cubicBezTo>
                  <a:cubicBezTo>
                    <a:pt x="162253" y="144955"/>
                    <a:pt x="162211" y="137587"/>
                    <a:pt x="162174" y="130218"/>
                  </a:cubicBezTo>
                  <a:cubicBezTo>
                    <a:pt x="162143" y="123853"/>
                    <a:pt x="162109" y="117488"/>
                    <a:pt x="162073" y="111123"/>
                  </a:cubicBezTo>
                  <a:cubicBezTo>
                    <a:pt x="162051" y="107333"/>
                    <a:pt x="162028" y="103544"/>
                    <a:pt x="162009" y="99755"/>
                  </a:cubicBezTo>
                  <a:cubicBezTo>
                    <a:pt x="161992" y="96127"/>
                    <a:pt x="161973" y="92498"/>
                    <a:pt x="161950" y="88870"/>
                  </a:cubicBezTo>
                  <a:cubicBezTo>
                    <a:pt x="161941" y="87538"/>
                    <a:pt x="161932" y="86206"/>
                    <a:pt x="161924" y="84874"/>
                  </a:cubicBezTo>
                  <a:cubicBezTo>
                    <a:pt x="161916" y="83008"/>
                    <a:pt x="161908" y="81142"/>
                    <a:pt x="161895" y="79276"/>
                  </a:cubicBezTo>
                  <a:cubicBezTo>
                    <a:pt x="161890" y="78707"/>
                    <a:pt x="161886" y="78154"/>
                    <a:pt x="161882" y="77602"/>
                  </a:cubicBezTo>
                  <a:cubicBezTo>
                    <a:pt x="161878" y="75854"/>
                    <a:pt x="161843" y="74128"/>
                    <a:pt x="161759" y="72381"/>
                  </a:cubicBezTo>
                  <a:cubicBezTo>
                    <a:pt x="161015" y="71636"/>
                    <a:pt x="161015" y="71636"/>
                    <a:pt x="159174" y="71547"/>
                  </a:cubicBezTo>
                  <a:close/>
                  <a:moveTo>
                    <a:pt x="216247" y="1"/>
                  </a:moveTo>
                  <a:cubicBezTo>
                    <a:pt x="221814" y="-1"/>
                    <a:pt x="227382" y="0"/>
                    <a:pt x="232950" y="4"/>
                  </a:cubicBezTo>
                  <a:cubicBezTo>
                    <a:pt x="235792" y="5"/>
                    <a:pt x="238635" y="6"/>
                    <a:pt x="241478" y="4"/>
                  </a:cubicBezTo>
                  <a:cubicBezTo>
                    <a:pt x="244554" y="1"/>
                    <a:pt x="247631" y="4"/>
                    <a:pt x="250708" y="8"/>
                  </a:cubicBezTo>
                  <a:cubicBezTo>
                    <a:pt x="252066" y="6"/>
                    <a:pt x="252066" y="6"/>
                    <a:pt x="253451" y="3"/>
                  </a:cubicBezTo>
                  <a:cubicBezTo>
                    <a:pt x="254682" y="6"/>
                    <a:pt x="254682" y="6"/>
                    <a:pt x="255937" y="9"/>
                  </a:cubicBezTo>
                  <a:cubicBezTo>
                    <a:pt x="257004" y="9"/>
                    <a:pt x="257004" y="9"/>
                    <a:pt x="258091" y="9"/>
                  </a:cubicBezTo>
                  <a:cubicBezTo>
                    <a:pt x="259871" y="102"/>
                    <a:pt x="259871" y="102"/>
                    <a:pt x="262103" y="847"/>
                  </a:cubicBezTo>
                  <a:cubicBezTo>
                    <a:pt x="262332" y="3057"/>
                    <a:pt x="262407" y="5115"/>
                    <a:pt x="262392" y="7329"/>
                  </a:cubicBezTo>
                  <a:cubicBezTo>
                    <a:pt x="262398" y="8349"/>
                    <a:pt x="262398" y="8349"/>
                    <a:pt x="262404" y="9389"/>
                  </a:cubicBezTo>
                  <a:cubicBezTo>
                    <a:pt x="262414" y="11649"/>
                    <a:pt x="262407" y="13908"/>
                    <a:pt x="262400" y="16168"/>
                  </a:cubicBezTo>
                  <a:cubicBezTo>
                    <a:pt x="262401" y="17732"/>
                    <a:pt x="262403" y="19296"/>
                    <a:pt x="262406" y="20859"/>
                  </a:cubicBezTo>
                  <a:cubicBezTo>
                    <a:pt x="262409" y="24142"/>
                    <a:pt x="262405" y="27424"/>
                    <a:pt x="262394" y="30707"/>
                  </a:cubicBezTo>
                  <a:cubicBezTo>
                    <a:pt x="262382" y="34922"/>
                    <a:pt x="262389" y="39136"/>
                    <a:pt x="262402" y="43351"/>
                  </a:cubicBezTo>
                  <a:cubicBezTo>
                    <a:pt x="262410" y="46582"/>
                    <a:pt x="262408" y="49813"/>
                    <a:pt x="262402" y="53044"/>
                  </a:cubicBezTo>
                  <a:cubicBezTo>
                    <a:pt x="262400" y="54598"/>
                    <a:pt x="262402" y="56153"/>
                    <a:pt x="262407" y="57707"/>
                  </a:cubicBezTo>
                  <a:cubicBezTo>
                    <a:pt x="262413" y="59877"/>
                    <a:pt x="262404" y="62047"/>
                    <a:pt x="262392" y="64218"/>
                  </a:cubicBezTo>
                  <a:cubicBezTo>
                    <a:pt x="262397" y="64865"/>
                    <a:pt x="262401" y="65513"/>
                    <a:pt x="262406" y="66180"/>
                  </a:cubicBezTo>
                  <a:cubicBezTo>
                    <a:pt x="262387" y="67966"/>
                    <a:pt x="262387" y="67966"/>
                    <a:pt x="262103" y="70796"/>
                  </a:cubicBezTo>
                  <a:cubicBezTo>
                    <a:pt x="259702" y="72397"/>
                    <a:pt x="259070" y="72469"/>
                    <a:pt x="256306" y="72465"/>
                  </a:cubicBezTo>
                  <a:cubicBezTo>
                    <a:pt x="255583" y="72467"/>
                    <a:pt x="254860" y="72469"/>
                    <a:pt x="254116" y="72472"/>
                  </a:cubicBezTo>
                  <a:cubicBezTo>
                    <a:pt x="253337" y="72466"/>
                    <a:pt x="252558" y="72461"/>
                    <a:pt x="251755" y="72456"/>
                  </a:cubicBezTo>
                  <a:cubicBezTo>
                    <a:pt x="250954" y="72455"/>
                    <a:pt x="250153" y="72455"/>
                    <a:pt x="249328" y="72455"/>
                  </a:cubicBezTo>
                  <a:cubicBezTo>
                    <a:pt x="247634" y="72452"/>
                    <a:pt x="245940" y="72446"/>
                    <a:pt x="244246" y="72437"/>
                  </a:cubicBezTo>
                  <a:cubicBezTo>
                    <a:pt x="241650" y="72424"/>
                    <a:pt x="239053" y="72422"/>
                    <a:pt x="236456" y="72422"/>
                  </a:cubicBezTo>
                  <a:cubicBezTo>
                    <a:pt x="234812" y="72419"/>
                    <a:pt x="233168" y="72414"/>
                    <a:pt x="231524" y="72409"/>
                  </a:cubicBezTo>
                  <a:cubicBezTo>
                    <a:pt x="230745" y="72408"/>
                    <a:pt x="229966" y="72407"/>
                    <a:pt x="229163" y="72407"/>
                  </a:cubicBezTo>
                  <a:cubicBezTo>
                    <a:pt x="228440" y="72402"/>
                    <a:pt x="227718" y="72397"/>
                    <a:pt x="226973" y="72392"/>
                  </a:cubicBezTo>
                  <a:cubicBezTo>
                    <a:pt x="226337" y="72389"/>
                    <a:pt x="225701" y="72387"/>
                    <a:pt x="225046" y="72384"/>
                  </a:cubicBezTo>
                  <a:cubicBezTo>
                    <a:pt x="223408" y="72284"/>
                    <a:pt x="223408" y="72284"/>
                    <a:pt x="221175" y="71540"/>
                  </a:cubicBezTo>
                  <a:cubicBezTo>
                    <a:pt x="221175" y="116970"/>
                    <a:pt x="221175" y="162400"/>
                    <a:pt x="221175" y="209206"/>
                  </a:cubicBezTo>
                  <a:cubicBezTo>
                    <a:pt x="237383" y="209206"/>
                    <a:pt x="253590" y="209206"/>
                    <a:pt x="270289" y="209206"/>
                  </a:cubicBezTo>
                  <a:cubicBezTo>
                    <a:pt x="270289" y="233763"/>
                    <a:pt x="270289" y="258319"/>
                    <a:pt x="270289" y="283620"/>
                  </a:cubicBezTo>
                  <a:cubicBezTo>
                    <a:pt x="254327" y="283620"/>
                    <a:pt x="238365" y="283620"/>
                    <a:pt x="221920" y="283620"/>
                  </a:cubicBezTo>
                  <a:cubicBezTo>
                    <a:pt x="221901" y="291055"/>
                    <a:pt x="221882" y="298490"/>
                    <a:pt x="221863" y="306150"/>
                  </a:cubicBezTo>
                  <a:cubicBezTo>
                    <a:pt x="221803" y="329911"/>
                    <a:pt x="221739" y="353672"/>
                    <a:pt x="221673" y="377433"/>
                  </a:cubicBezTo>
                  <a:cubicBezTo>
                    <a:pt x="221663" y="381121"/>
                    <a:pt x="221653" y="384809"/>
                    <a:pt x="221643" y="388496"/>
                  </a:cubicBezTo>
                  <a:cubicBezTo>
                    <a:pt x="221640" y="389231"/>
                    <a:pt x="221638" y="389965"/>
                    <a:pt x="221636" y="390721"/>
                  </a:cubicBezTo>
                  <a:cubicBezTo>
                    <a:pt x="221604" y="402626"/>
                    <a:pt x="221573" y="414530"/>
                    <a:pt x="221544" y="426434"/>
                  </a:cubicBezTo>
                  <a:cubicBezTo>
                    <a:pt x="221514" y="438640"/>
                    <a:pt x="221481" y="450845"/>
                    <a:pt x="221446" y="463051"/>
                  </a:cubicBezTo>
                  <a:cubicBezTo>
                    <a:pt x="221424" y="470589"/>
                    <a:pt x="221404" y="478126"/>
                    <a:pt x="221387" y="485664"/>
                  </a:cubicBezTo>
                  <a:cubicBezTo>
                    <a:pt x="221376" y="490826"/>
                    <a:pt x="221361" y="495987"/>
                    <a:pt x="221345" y="501149"/>
                  </a:cubicBezTo>
                  <a:cubicBezTo>
                    <a:pt x="221335" y="504132"/>
                    <a:pt x="221327" y="507114"/>
                    <a:pt x="221322" y="510097"/>
                  </a:cubicBezTo>
                  <a:cubicBezTo>
                    <a:pt x="221317" y="512823"/>
                    <a:pt x="221309" y="515549"/>
                    <a:pt x="221298" y="518275"/>
                  </a:cubicBezTo>
                  <a:cubicBezTo>
                    <a:pt x="221293" y="519738"/>
                    <a:pt x="221292" y="521200"/>
                    <a:pt x="221291" y="522663"/>
                  </a:cubicBezTo>
                  <a:cubicBezTo>
                    <a:pt x="221287" y="523520"/>
                    <a:pt x="221283" y="524377"/>
                    <a:pt x="221279" y="525260"/>
                  </a:cubicBezTo>
                  <a:cubicBezTo>
                    <a:pt x="221276" y="526378"/>
                    <a:pt x="221276" y="526378"/>
                    <a:pt x="221273" y="527519"/>
                  </a:cubicBezTo>
                  <a:cubicBezTo>
                    <a:pt x="221175" y="529186"/>
                    <a:pt x="221175" y="529186"/>
                    <a:pt x="220431" y="529931"/>
                  </a:cubicBezTo>
                  <a:cubicBezTo>
                    <a:pt x="218651" y="530009"/>
                    <a:pt x="216892" y="530040"/>
                    <a:pt x="215111" y="530039"/>
                  </a:cubicBezTo>
                  <a:cubicBezTo>
                    <a:pt x="214276" y="530042"/>
                    <a:pt x="214276" y="530042"/>
                    <a:pt x="213424" y="530046"/>
                  </a:cubicBezTo>
                  <a:cubicBezTo>
                    <a:pt x="211575" y="530053"/>
                    <a:pt x="209726" y="530055"/>
                    <a:pt x="207877" y="530056"/>
                  </a:cubicBezTo>
                  <a:cubicBezTo>
                    <a:pt x="206597" y="530058"/>
                    <a:pt x="205317" y="530060"/>
                    <a:pt x="204037" y="530063"/>
                  </a:cubicBezTo>
                  <a:cubicBezTo>
                    <a:pt x="201350" y="530068"/>
                    <a:pt x="198663" y="530069"/>
                    <a:pt x="195976" y="530068"/>
                  </a:cubicBezTo>
                  <a:cubicBezTo>
                    <a:pt x="192527" y="530068"/>
                    <a:pt x="189078" y="530079"/>
                    <a:pt x="185629" y="530091"/>
                  </a:cubicBezTo>
                  <a:cubicBezTo>
                    <a:pt x="182984" y="530100"/>
                    <a:pt x="180339" y="530101"/>
                    <a:pt x="177694" y="530101"/>
                  </a:cubicBezTo>
                  <a:cubicBezTo>
                    <a:pt x="176422" y="530102"/>
                    <a:pt x="175151" y="530105"/>
                    <a:pt x="173879" y="530111"/>
                  </a:cubicBezTo>
                  <a:cubicBezTo>
                    <a:pt x="172102" y="530118"/>
                    <a:pt x="170326" y="530116"/>
                    <a:pt x="168549" y="530111"/>
                  </a:cubicBezTo>
                  <a:cubicBezTo>
                    <a:pt x="168020" y="530116"/>
                    <a:pt x="167491" y="530120"/>
                    <a:pt x="166946" y="530124"/>
                  </a:cubicBezTo>
                  <a:cubicBezTo>
                    <a:pt x="163302" y="530100"/>
                    <a:pt x="163302" y="530100"/>
                    <a:pt x="161644" y="528442"/>
                  </a:cubicBezTo>
                  <a:cubicBezTo>
                    <a:pt x="161459" y="526688"/>
                    <a:pt x="161459" y="526688"/>
                    <a:pt x="161461" y="524436"/>
                  </a:cubicBezTo>
                  <a:cubicBezTo>
                    <a:pt x="161458" y="523580"/>
                    <a:pt x="161455" y="522724"/>
                    <a:pt x="161452" y="521842"/>
                  </a:cubicBezTo>
                  <a:cubicBezTo>
                    <a:pt x="161456" y="520894"/>
                    <a:pt x="161461" y="519946"/>
                    <a:pt x="161465" y="518969"/>
                  </a:cubicBezTo>
                  <a:cubicBezTo>
                    <a:pt x="161465" y="517958"/>
                    <a:pt x="161463" y="516947"/>
                    <a:pt x="161461" y="515935"/>
                  </a:cubicBezTo>
                  <a:cubicBezTo>
                    <a:pt x="161458" y="513147"/>
                    <a:pt x="161464" y="510360"/>
                    <a:pt x="161471" y="507571"/>
                  </a:cubicBezTo>
                  <a:cubicBezTo>
                    <a:pt x="161478" y="504569"/>
                    <a:pt x="161476" y="501566"/>
                    <a:pt x="161475" y="498563"/>
                  </a:cubicBezTo>
                  <a:cubicBezTo>
                    <a:pt x="161474" y="493357"/>
                    <a:pt x="161478" y="488151"/>
                    <a:pt x="161487" y="482945"/>
                  </a:cubicBezTo>
                  <a:cubicBezTo>
                    <a:pt x="161499" y="475418"/>
                    <a:pt x="161503" y="467891"/>
                    <a:pt x="161505" y="460364"/>
                  </a:cubicBezTo>
                  <a:cubicBezTo>
                    <a:pt x="161508" y="448153"/>
                    <a:pt x="161518" y="435942"/>
                    <a:pt x="161532" y="423731"/>
                  </a:cubicBezTo>
                  <a:cubicBezTo>
                    <a:pt x="161546" y="411866"/>
                    <a:pt x="161556" y="400002"/>
                    <a:pt x="161562" y="388138"/>
                  </a:cubicBezTo>
                  <a:cubicBezTo>
                    <a:pt x="161563" y="387407"/>
                    <a:pt x="161563" y="386676"/>
                    <a:pt x="161564" y="385923"/>
                  </a:cubicBezTo>
                  <a:cubicBezTo>
                    <a:pt x="161566" y="382256"/>
                    <a:pt x="161567" y="378590"/>
                    <a:pt x="161569" y="374923"/>
                  </a:cubicBezTo>
                  <a:cubicBezTo>
                    <a:pt x="161585" y="344489"/>
                    <a:pt x="161611" y="314054"/>
                    <a:pt x="161644" y="283620"/>
                  </a:cubicBezTo>
                  <a:cubicBezTo>
                    <a:pt x="161051" y="283620"/>
                    <a:pt x="160457" y="283620"/>
                    <a:pt x="159846" y="283620"/>
                  </a:cubicBezTo>
                  <a:cubicBezTo>
                    <a:pt x="144074" y="283620"/>
                    <a:pt x="128303" y="283620"/>
                    <a:pt x="112531" y="283620"/>
                  </a:cubicBezTo>
                  <a:cubicBezTo>
                    <a:pt x="112525" y="284122"/>
                    <a:pt x="112519" y="284624"/>
                    <a:pt x="112513" y="285141"/>
                  </a:cubicBezTo>
                  <a:cubicBezTo>
                    <a:pt x="112449" y="290343"/>
                    <a:pt x="112375" y="295545"/>
                    <a:pt x="112295" y="300747"/>
                  </a:cubicBezTo>
                  <a:cubicBezTo>
                    <a:pt x="112266" y="302691"/>
                    <a:pt x="112240" y="304635"/>
                    <a:pt x="112217" y="306579"/>
                  </a:cubicBezTo>
                  <a:cubicBezTo>
                    <a:pt x="112183" y="309367"/>
                    <a:pt x="112140" y="312154"/>
                    <a:pt x="112095" y="314941"/>
                  </a:cubicBezTo>
                  <a:cubicBezTo>
                    <a:pt x="112086" y="315816"/>
                    <a:pt x="112078" y="316691"/>
                    <a:pt x="112069" y="317593"/>
                  </a:cubicBezTo>
                  <a:cubicBezTo>
                    <a:pt x="112054" y="318397"/>
                    <a:pt x="112039" y="319202"/>
                    <a:pt x="112024" y="320030"/>
                  </a:cubicBezTo>
                  <a:cubicBezTo>
                    <a:pt x="112014" y="320743"/>
                    <a:pt x="112004" y="321455"/>
                    <a:pt x="111994" y="322189"/>
                  </a:cubicBezTo>
                  <a:cubicBezTo>
                    <a:pt x="111926" y="322722"/>
                    <a:pt x="111857" y="323255"/>
                    <a:pt x="111787" y="323804"/>
                  </a:cubicBezTo>
                  <a:cubicBezTo>
                    <a:pt x="111296" y="324049"/>
                    <a:pt x="110804" y="324295"/>
                    <a:pt x="110298" y="324548"/>
                  </a:cubicBezTo>
                  <a:cubicBezTo>
                    <a:pt x="110112" y="326655"/>
                    <a:pt x="110020" y="328695"/>
                    <a:pt x="109990" y="330806"/>
                  </a:cubicBezTo>
                  <a:cubicBezTo>
                    <a:pt x="109976" y="331433"/>
                    <a:pt x="109962" y="332059"/>
                    <a:pt x="109947" y="332705"/>
                  </a:cubicBezTo>
                  <a:cubicBezTo>
                    <a:pt x="109902" y="334714"/>
                    <a:pt x="109868" y="336723"/>
                    <a:pt x="109833" y="338733"/>
                  </a:cubicBezTo>
                  <a:cubicBezTo>
                    <a:pt x="109805" y="340092"/>
                    <a:pt x="109776" y="341451"/>
                    <a:pt x="109746" y="342810"/>
                  </a:cubicBezTo>
                  <a:cubicBezTo>
                    <a:pt x="109675" y="346148"/>
                    <a:pt x="109612" y="349486"/>
                    <a:pt x="109554" y="352825"/>
                  </a:cubicBezTo>
                  <a:cubicBezTo>
                    <a:pt x="108818" y="352825"/>
                    <a:pt x="108081" y="352825"/>
                    <a:pt x="107322" y="352825"/>
                  </a:cubicBezTo>
                  <a:cubicBezTo>
                    <a:pt x="107076" y="359701"/>
                    <a:pt x="106831" y="366577"/>
                    <a:pt x="106578" y="373661"/>
                  </a:cubicBezTo>
                  <a:cubicBezTo>
                    <a:pt x="106087" y="373661"/>
                    <a:pt x="105596" y="373661"/>
                    <a:pt x="105089" y="373661"/>
                  </a:cubicBezTo>
                  <a:cubicBezTo>
                    <a:pt x="104424" y="375657"/>
                    <a:pt x="104230" y="376955"/>
                    <a:pt x="104162" y="379015"/>
                  </a:cubicBezTo>
                  <a:cubicBezTo>
                    <a:pt x="104126" y="379906"/>
                    <a:pt x="104126" y="379906"/>
                    <a:pt x="104088" y="380815"/>
                  </a:cubicBezTo>
                  <a:cubicBezTo>
                    <a:pt x="104042" y="382066"/>
                    <a:pt x="104000" y="383318"/>
                    <a:pt x="103960" y="384570"/>
                  </a:cubicBezTo>
                  <a:cubicBezTo>
                    <a:pt x="103893" y="386146"/>
                    <a:pt x="103753" y="387718"/>
                    <a:pt x="103601" y="389288"/>
                  </a:cubicBezTo>
                  <a:cubicBezTo>
                    <a:pt x="103110" y="389534"/>
                    <a:pt x="102619" y="389779"/>
                    <a:pt x="102113" y="390032"/>
                  </a:cubicBezTo>
                  <a:cubicBezTo>
                    <a:pt x="101835" y="391474"/>
                    <a:pt x="101835" y="391474"/>
                    <a:pt x="101805" y="393198"/>
                  </a:cubicBezTo>
                  <a:cubicBezTo>
                    <a:pt x="101762" y="394151"/>
                    <a:pt x="101762" y="394151"/>
                    <a:pt x="101718" y="395123"/>
                  </a:cubicBezTo>
                  <a:cubicBezTo>
                    <a:pt x="101695" y="395792"/>
                    <a:pt x="101672" y="396460"/>
                    <a:pt x="101648" y="397148"/>
                  </a:cubicBezTo>
                  <a:cubicBezTo>
                    <a:pt x="101619" y="397819"/>
                    <a:pt x="101590" y="398490"/>
                    <a:pt x="101561" y="399181"/>
                  </a:cubicBezTo>
                  <a:cubicBezTo>
                    <a:pt x="101490" y="400844"/>
                    <a:pt x="101427" y="402507"/>
                    <a:pt x="101369" y="404171"/>
                  </a:cubicBezTo>
                  <a:cubicBezTo>
                    <a:pt x="100878" y="404171"/>
                    <a:pt x="100387" y="404171"/>
                    <a:pt x="99881" y="404171"/>
                  </a:cubicBezTo>
                  <a:cubicBezTo>
                    <a:pt x="98749" y="406435"/>
                    <a:pt x="98858" y="408844"/>
                    <a:pt x="98718" y="411333"/>
                  </a:cubicBezTo>
                  <a:cubicBezTo>
                    <a:pt x="98670" y="412122"/>
                    <a:pt x="98670" y="412122"/>
                    <a:pt x="98620" y="412926"/>
                  </a:cubicBezTo>
                  <a:cubicBezTo>
                    <a:pt x="98541" y="414224"/>
                    <a:pt x="98466" y="415523"/>
                    <a:pt x="98392" y="416821"/>
                  </a:cubicBezTo>
                  <a:cubicBezTo>
                    <a:pt x="97901" y="416821"/>
                    <a:pt x="97410" y="416821"/>
                    <a:pt x="96904" y="416821"/>
                  </a:cubicBezTo>
                  <a:cubicBezTo>
                    <a:pt x="96814" y="417618"/>
                    <a:pt x="96724" y="418415"/>
                    <a:pt x="96631" y="419237"/>
                  </a:cubicBezTo>
                  <a:cubicBezTo>
                    <a:pt x="96505" y="420276"/>
                    <a:pt x="96379" y="421316"/>
                    <a:pt x="96253" y="422356"/>
                  </a:cubicBezTo>
                  <a:cubicBezTo>
                    <a:pt x="96194" y="422882"/>
                    <a:pt x="96136" y="423408"/>
                    <a:pt x="96076" y="423950"/>
                  </a:cubicBezTo>
                  <a:cubicBezTo>
                    <a:pt x="95907" y="425302"/>
                    <a:pt x="95666" y="426644"/>
                    <a:pt x="95416" y="427983"/>
                  </a:cubicBezTo>
                  <a:cubicBezTo>
                    <a:pt x="94925" y="428229"/>
                    <a:pt x="94433" y="428474"/>
                    <a:pt x="93927" y="428727"/>
                  </a:cubicBezTo>
                  <a:cubicBezTo>
                    <a:pt x="93661" y="431232"/>
                    <a:pt x="93597" y="433722"/>
                    <a:pt x="93512" y="436239"/>
                  </a:cubicBezTo>
                  <a:cubicBezTo>
                    <a:pt x="93403" y="436952"/>
                    <a:pt x="93295" y="437666"/>
                    <a:pt x="93183" y="438401"/>
                  </a:cubicBezTo>
                  <a:cubicBezTo>
                    <a:pt x="92447" y="438647"/>
                    <a:pt x="91710" y="438892"/>
                    <a:pt x="90951" y="439145"/>
                  </a:cubicBezTo>
                  <a:cubicBezTo>
                    <a:pt x="90513" y="440893"/>
                    <a:pt x="90513" y="440893"/>
                    <a:pt x="90439" y="442913"/>
                  </a:cubicBezTo>
                  <a:cubicBezTo>
                    <a:pt x="90390" y="443597"/>
                    <a:pt x="90341" y="444280"/>
                    <a:pt x="90291" y="444985"/>
                  </a:cubicBezTo>
                  <a:cubicBezTo>
                    <a:pt x="90263" y="445514"/>
                    <a:pt x="90235" y="446042"/>
                    <a:pt x="90207" y="446587"/>
                  </a:cubicBezTo>
                  <a:cubicBezTo>
                    <a:pt x="89470" y="446587"/>
                    <a:pt x="88733" y="446587"/>
                    <a:pt x="87974" y="446587"/>
                  </a:cubicBezTo>
                  <a:cubicBezTo>
                    <a:pt x="87920" y="447460"/>
                    <a:pt x="87920" y="447460"/>
                    <a:pt x="87864" y="448351"/>
                  </a:cubicBezTo>
                  <a:cubicBezTo>
                    <a:pt x="87808" y="449104"/>
                    <a:pt x="87753" y="449857"/>
                    <a:pt x="87695" y="450633"/>
                  </a:cubicBezTo>
                  <a:cubicBezTo>
                    <a:pt x="87643" y="451384"/>
                    <a:pt x="87592" y="452135"/>
                    <a:pt x="87538" y="452909"/>
                  </a:cubicBezTo>
                  <a:cubicBezTo>
                    <a:pt x="87437" y="453524"/>
                    <a:pt x="87335" y="454139"/>
                    <a:pt x="87230" y="454772"/>
                  </a:cubicBezTo>
                  <a:cubicBezTo>
                    <a:pt x="86739" y="455018"/>
                    <a:pt x="86248" y="455263"/>
                    <a:pt x="85742" y="455516"/>
                  </a:cubicBezTo>
                  <a:cubicBezTo>
                    <a:pt x="85477" y="457634"/>
                    <a:pt x="85411" y="459733"/>
                    <a:pt x="85326" y="461865"/>
                  </a:cubicBezTo>
                  <a:cubicBezTo>
                    <a:pt x="85164" y="462774"/>
                    <a:pt x="85164" y="462774"/>
                    <a:pt x="84998" y="463702"/>
                  </a:cubicBezTo>
                  <a:cubicBezTo>
                    <a:pt x="84261" y="463948"/>
                    <a:pt x="83524" y="464193"/>
                    <a:pt x="82765" y="464446"/>
                  </a:cubicBezTo>
                  <a:cubicBezTo>
                    <a:pt x="82413" y="466001"/>
                    <a:pt x="82413" y="466001"/>
                    <a:pt x="82393" y="467795"/>
                  </a:cubicBezTo>
                  <a:cubicBezTo>
                    <a:pt x="82323" y="469632"/>
                    <a:pt x="82323" y="469632"/>
                    <a:pt x="82021" y="471143"/>
                  </a:cubicBezTo>
                  <a:cubicBezTo>
                    <a:pt x="81284" y="471389"/>
                    <a:pt x="80548" y="471635"/>
                    <a:pt x="79789" y="471888"/>
                  </a:cubicBezTo>
                  <a:cubicBezTo>
                    <a:pt x="79353" y="473291"/>
                    <a:pt x="79353" y="473291"/>
                    <a:pt x="79277" y="474911"/>
                  </a:cubicBezTo>
                  <a:cubicBezTo>
                    <a:pt x="79200" y="475878"/>
                    <a:pt x="79124" y="476844"/>
                    <a:pt x="79045" y="477841"/>
                  </a:cubicBezTo>
                  <a:cubicBezTo>
                    <a:pt x="78308" y="477841"/>
                    <a:pt x="77571" y="477841"/>
                    <a:pt x="76812" y="477841"/>
                  </a:cubicBezTo>
                  <a:cubicBezTo>
                    <a:pt x="76858" y="478808"/>
                    <a:pt x="76904" y="479775"/>
                    <a:pt x="76952" y="480771"/>
                  </a:cubicBezTo>
                  <a:cubicBezTo>
                    <a:pt x="77030" y="482419"/>
                    <a:pt x="77030" y="482419"/>
                    <a:pt x="76812" y="483794"/>
                  </a:cubicBezTo>
                  <a:cubicBezTo>
                    <a:pt x="76075" y="484039"/>
                    <a:pt x="75339" y="484285"/>
                    <a:pt x="74580" y="484538"/>
                  </a:cubicBezTo>
                  <a:cubicBezTo>
                    <a:pt x="74029" y="486787"/>
                    <a:pt x="74029" y="486787"/>
                    <a:pt x="73836" y="489003"/>
                  </a:cubicBezTo>
                  <a:cubicBezTo>
                    <a:pt x="73099" y="489003"/>
                    <a:pt x="72362" y="489003"/>
                    <a:pt x="71603" y="489003"/>
                  </a:cubicBezTo>
                  <a:cubicBezTo>
                    <a:pt x="71511" y="489970"/>
                    <a:pt x="71419" y="490937"/>
                    <a:pt x="71324" y="491933"/>
                  </a:cubicBezTo>
                  <a:cubicBezTo>
                    <a:pt x="71167" y="493581"/>
                    <a:pt x="71167" y="493581"/>
                    <a:pt x="70859" y="494956"/>
                  </a:cubicBezTo>
                  <a:cubicBezTo>
                    <a:pt x="70368" y="495202"/>
                    <a:pt x="69877" y="495447"/>
                    <a:pt x="69371" y="495700"/>
                  </a:cubicBezTo>
                  <a:cubicBezTo>
                    <a:pt x="69002" y="496989"/>
                    <a:pt x="69002" y="496989"/>
                    <a:pt x="68627" y="498305"/>
                  </a:cubicBezTo>
                  <a:cubicBezTo>
                    <a:pt x="68258" y="499594"/>
                    <a:pt x="68258" y="499594"/>
                    <a:pt x="67882" y="500909"/>
                  </a:cubicBezTo>
                  <a:cubicBezTo>
                    <a:pt x="67391" y="501155"/>
                    <a:pt x="66900" y="501400"/>
                    <a:pt x="66394" y="501653"/>
                  </a:cubicBezTo>
                  <a:cubicBezTo>
                    <a:pt x="66287" y="502252"/>
                    <a:pt x="66179" y="502850"/>
                    <a:pt x="66069" y="503467"/>
                  </a:cubicBezTo>
                  <a:cubicBezTo>
                    <a:pt x="65650" y="505374"/>
                    <a:pt x="65650" y="505374"/>
                    <a:pt x="63418" y="506862"/>
                  </a:cubicBezTo>
                  <a:cubicBezTo>
                    <a:pt x="62916" y="508100"/>
                    <a:pt x="62420" y="509340"/>
                    <a:pt x="61929" y="510583"/>
                  </a:cubicBezTo>
                  <a:cubicBezTo>
                    <a:pt x="61438" y="510583"/>
                    <a:pt x="60947" y="510583"/>
                    <a:pt x="60441" y="510583"/>
                  </a:cubicBezTo>
                  <a:cubicBezTo>
                    <a:pt x="60349" y="511304"/>
                    <a:pt x="60257" y="512026"/>
                    <a:pt x="60162" y="512769"/>
                  </a:cubicBezTo>
                  <a:cubicBezTo>
                    <a:pt x="60009" y="513521"/>
                    <a:pt x="59855" y="514273"/>
                    <a:pt x="59697" y="515048"/>
                  </a:cubicBezTo>
                  <a:cubicBezTo>
                    <a:pt x="59206" y="515293"/>
                    <a:pt x="58715" y="515539"/>
                    <a:pt x="58209" y="515792"/>
                  </a:cubicBezTo>
                  <a:cubicBezTo>
                    <a:pt x="57963" y="516406"/>
                    <a:pt x="57717" y="517020"/>
                    <a:pt x="57464" y="517652"/>
                  </a:cubicBezTo>
                  <a:cubicBezTo>
                    <a:pt x="56720" y="519513"/>
                    <a:pt x="56720" y="519513"/>
                    <a:pt x="55232" y="520257"/>
                  </a:cubicBezTo>
                  <a:cubicBezTo>
                    <a:pt x="54710" y="521235"/>
                    <a:pt x="54216" y="522230"/>
                    <a:pt x="53744" y="523233"/>
                  </a:cubicBezTo>
                  <a:cubicBezTo>
                    <a:pt x="53253" y="523970"/>
                    <a:pt x="52762" y="524707"/>
                    <a:pt x="52256" y="525466"/>
                  </a:cubicBezTo>
                  <a:cubicBezTo>
                    <a:pt x="52256" y="525957"/>
                    <a:pt x="52256" y="526448"/>
                    <a:pt x="52256" y="526954"/>
                  </a:cubicBezTo>
                  <a:cubicBezTo>
                    <a:pt x="51772" y="527414"/>
                    <a:pt x="51772" y="527414"/>
                    <a:pt x="51279" y="527884"/>
                  </a:cubicBezTo>
                  <a:cubicBezTo>
                    <a:pt x="49838" y="529211"/>
                    <a:pt x="49838" y="529211"/>
                    <a:pt x="49093" y="531558"/>
                  </a:cubicBezTo>
                  <a:cubicBezTo>
                    <a:pt x="47791" y="533651"/>
                    <a:pt x="47791" y="533651"/>
                    <a:pt x="45326" y="534349"/>
                  </a:cubicBezTo>
                  <a:cubicBezTo>
                    <a:pt x="42241" y="533565"/>
                    <a:pt x="42004" y="533249"/>
                    <a:pt x="40349" y="530721"/>
                  </a:cubicBezTo>
                  <a:cubicBezTo>
                    <a:pt x="39991" y="530115"/>
                    <a:pt x="39634" y="529509"/>
                    <a:pt x="39265" y="528884"/>
                  </a:cubicBezTo>
                  <a:cubicBezTo>
                    <a:pt x="38084" y="526900"/>
                    <a:pt x="36786" y="525105"/>
                    <a:pt x="35373" y="523280"/>
                  </a:cubicBezTo>
                  <a:cubicBezTo>
                    <a:pt x="34956" y="522736"/>
                    <a:pt x="34538" y="522192"/>
                    <a:pt x="34108" y="521632"/>
                  </a:cubicBezTo>
                  <a:cubicBezTo>
                    <a:pt x="32867" y="520089"/>
                    <a:pt x="32867" y="520089"/>
                    <a:pt x="30675" y="518768"/>
                  </a:cubicBezTo>
                  <a:cubicBezTo>
                    <a:pt x="30307" y="517663"/>
                    <a:pt x="30307" y="517663"/>
                    <a:pt x="29931" y="516536"/>
                  </a:cubicBezTo>
                  <a:cubicBezTo>
                    <a:pt x="29195" y="516290"/>
                    <a:pt x="28458" y="516045"/>
                    <a:pt x="27699" y="515792"/>
                  </a:cubicBezTo>
                  <a:cubicBezTo>
                    <a:pt x="27331" y="514687"/>
                    <a:pt x="27331" y="514687"/>
                    <a:pt x="26955" y="513559"/>
                  </a:cubicBezTo>
                  <a:cubicBezTo>
                    <a:pt x="26464" y="513437"/>
                    <a:pt x="25972" y="513314"/>
                    <a:pt x="25466" y="513187"/>
                  </a:cubicBezTo>
                  <a:cubicBezTo>
                    <a:pt x="24975" y="513065"/>
                    <a:pt x="24484" y="512942"/>
                    <a:pt x="23978" y="512815"/>
                  </a:cubicBezTo>
                  <a:cubicBezTo>
                    <a:pt x="23733" y="512079"/>
                    <a:pt x="23487" y="511342"/>
                    <a:pt x="23234" y="510583"/>
                  </a:cubicBezTo>
                  <a:cubicBezTo>
                    <a:pt x="22758" y="510353"/>
                    <a:pt x="22282" y="510122"/>
                    <a:pt x="21792" y="509885"/>
                  </a:cubicBezTo>
                  <a:cubicBezTo>
                    <a:pt x="19896" y="508908"/>
                    <a:pt x="19675" y="507990"/>
                    <a:pt x="18769" y="506118"/>
                  </a:cubicBezTo>
                  <a:cubicBezTo>
                    <a:pt x="18032" y="505872"/>
                    <a:pt x="17296" y="505627"/>
                    <a:pt x="16537" y="505374"/>
                  </a:cubicBezTo>
                  <a:cubicBezTo>
                    <a:pt x="16291" y="504637"/>
                    <a:pt x="16046" y="503900"/>
                    <a:pt x="15793" y="503141"/>
                  </a:cubicBezTo>
                  <a:cubicBezTo>
                    <a:pt x="15301" y="503034"/>
                    <a:pt x="14810" y="502927"/>
                    <a:pt x="14304" y="502816"/>
                  </a:cubicBezTo>
                  <a:cubicBezTo>
                    <a:pt x="13813" y="502678"/>
                    <a:pt x="13322" y="502540"/>
                    <a:pt x="12816" y="502397"/>
                  </a:cubicBezTo>
                  <a:cubicBezTo>
                    <a:pt x="12709" y="501906"/>
                    <a:pt x="12601" y="501415"/>
                    <a:pt x="12490" y="500909"/>
                  </a:cubicBezTo>
                  <a:cubicBezTo>
                    <a:pt x="12352" y="500418"/>
                    <a:pt x="12214" y="499927"/>
                    <a:pt x="12072" y="499421"/>
                  </a:cubicBezTo>
                  <a:cubicBezTo>
                    <a:pt x="10838" y="499143"/>
                    <a:pt x="9597" y="498895"/>
                    <a:pt x="8351" y="498677"/>
                  </a:cubicBezTo>
                  <a:cubicBezTo>
                    <a:pt x="7983" y="497572"/>
                    <a:pt x="7983" y="497572"/>
                    <a:pt x="7607" y="496444"/>
                  </a:cubicBezTo>
                  <a:cubicBezTo>
                    <a:pt x="7008" y="496337"/>
                    <a:pt x="6410" y="496229"/>
                    <a:pt x="5793" y="496119"/>
                  </a:cubicBezTo>
                  <a:cubicBezTo>
                    <a:pt x="5164" y="495981"/>
                    <a:pt x="4535" y="495842"/>
                    <a:pt x="3886" y="495700"/>
                  </a:cubicBezTo>
                  <a:cubicBezTo>
                    <a:pt x="3049" y="494212"/>
                    <a:pt x="3049" y="494212"/>
                    <a:pt x="2398" y="492724"/>
                  </a:cubicBezTo>
                  <a:cubicBezTo>
                    <a:pt x="1661" y="492478"/>
                    <a:pt x="925" y="492232"/>
                    <a:pt x="166" y="491979"/>
                  </a:cubicBezTo>
                  <a:cubicBezTo>
                    <a:pt x="-153" y="489972"/>
                    <a:pt x="69" y="488067"/>
                    <a:pt x="166" y="486026"/>
                  </a:cubicBezTo>
                  <a:cubicBezTo>
                    <a:pt x="902" y="486026"/>
                    <a:pt x="1639" y="486026"/>
                    <a:pt x="2398" y="486026"/>
                  </a:cubicBezTo>
                  <a:cubicBezTo>
                    <a:pt x="2748" y="484776"/>
                    <a:pt x="3092" y="483523"/>
                    <a:pt x="3392" y="482259"/>
                  </a:cubicBezTo>
                  <a:cubicBezTo>
                    <a:pt x="3941" y="480658"/>
                    <a:pt x="4626" y="479750"/>
                    <a:pt x="5747" y="478492"/>
                  </a:cubicBezTo>
                  <a:cubicBezTo>
                    <a:pt x="7481" y="476498"/>
                    <a:pt x="8194" y="475058"/>
                    <a:pt x="9095" y="472632"/>
                  </a:cubicBezTo>
                  <a:cubicBezTo>
                    <a:pt x="9586" y="472386"/>
                    <a:pt x="10078" y="472141"/>
                    <a:pt x="10584" y="471888"/>
                  </a:cubicBezTo>
                  <a:cubicBezTo>
                    <a:pt x="10691" y="471381"/>
                    <a:pt x="10798" y="470875"/>
                    <a:pt x="10909" y="470353"/>
                  </a:cubicBezTo>
                  <a:cubicBezTo>
                    <a:pt x="11116" y="469639"/>
                    <a:pt x="11116" y="469639"/>
                    <a:pt x="11328" y="468911"/>
                  </a:cubicBezTo>
                  <a:cubicBezTo>
                    <a:pt x="12064" y="468911"/>
                    <a:pt x="12801" y="468911"/>
                    <a:pt x="13560" y="468911"/>
                  </a:cubicBezTo>
                  <a:cubicBezTo>
                    <a:pt x="13491" y="467875"/>
                    <a:pt x="13491" y="467875"/>
                    <a:pt x="13421" y="466818"/>
                  </a:cubicBezTo>
                  <a:cubicBezTo>
                    <a:pt x="13581" y="464096"/>
                    <a:pt x="13905" y="463950"/>
                    <a:pt x="15793" y="462214"/>
                  </a:cubicBezTo>
                  <a:cubicBezTo>
                    <a:pt x="15915" y="461569"/>
                    <a:pt x="16038" y="460925"/>
                    <a:pt x="16165" y="460260"/>
                  </a:cubicBezTo>
                  <a:cubicBezTo>
                    <a:pt x="16287" y="459677"/>
                    <a:pt x="16410" y="459094"/>
                    <a:pt x="16537" y="458493"/>
                  </a:cubicBezTo>
                  <a:cubicBezTo>
                    <a:pt x="17273" y="458247"/>
                    <a:pt x="18010" y="458002"/>
                    <a:pt x="18769" y="457749"/>
                  </a:cubicBezTo>
                  <a:cubicBezTo>
                    <a:pt x="19022" y="456013"/>
                    <a:pt x="19270" y="454277"/>
                    <a:pt x="19513" y="452540"/>
                  </a:cubicBezTo>
                  <a:cubicBezTo>
                    <a:pt x="20250" y="452049"/>
                    <a:pt x="20987" y="451558"/>
                    <a:pt x="21746" y="451052"/>
                  </a:cubicBezTo>
                  <a:cubicBezTo>
                    <a:pt x="21746" y="450300"/>
                    <a:pt x="21746" y="449548"/>
                    <a:pt x="21746" y="448773"/>
                  </a:cubicBezTo>
                  <a:cubicBezTo>
                    <a:pt x="21746" y="448051"/>
                    <a:pt x="21746" y="447330"/>
                    <a:pt x="21746" y="446587"/>
                  </a:cubicBezTo>
                  <a:cubicBezTo>
                    <a:pt x="22482" y="446341"/>
                    <a:pt x="23219" y="446096"/>
                    <a:pt x="23978" y="445843"/>
                  </a:cubicBezTo>
                  <a:cubicBezTo>
                    <a:pt x="24331" y="444287"/>
                    <a:pt x="24331" y="444287"/>
                    <a:pt x="24350" y="442494"/>
                  </a:cubicBezTo>
                  <a:cubicBezTo>
                    <a:pt x="24420" y="440657"/>
                    <a:pt x="24420" y="440657"/>
                    <a:pt x="24722" y="439145"/>
                  </a:cubicBezTo>
                  <a:cubicBezTo>
                    <a:pt x="25459" y="438900"/>
                    <a:pt x="26196" y="438654"/>
                    <a:pt x="26955" y="438401"/>
                  </a:cubicBezTo>
                  <a:cubicBezTo>
                    <a:pt x="27390" y="436998"/>
                    <a:pt x="27390" y="436998"/>
                    <a:pt x="27466" y="435378"/>
                  </a:cubicBezTo>
                  <a:cubicBezTo>
                    <a:pt x="27543" y="434411"/>
                    <a:pt x="27620" y="433444"/>
                    <a:pt x="27699" y="432448"/>
                  </a:cubicBezTo>
                  <a:cubicBezTo>
                    <a:pt x="28436" y="432448"/>
                    <a:pt x="29172" y="432448"/>
                    <a:pt x="29931" y="432448"/>
                  </a:cubicBezTo>
                  <a:cubicBezTo>
                    <a:pt x="29931" y="429992"/>
                    <a:pt x="29931" y="427537"/>
                    <a:pt x="29931" y="425007"/>
                  </a:cubicBezTo>
                  <a:cubicBezTo>
                    <a:pt x="30914" y="425007"/>
                    <a:pt x="31896" y="425007"/>
                    <a:pt x="32908" y="425007"/>
                  </a:cubicBezTo>
                  <a:cubicBezTo>
                    <a:pt x="32908" y="422306"/>
                    <a:pt x="32908" y="419604"/>
                    <a:pt x="32908" y="416821"/>
                  </a:cubicBezTo>
                  <a:cubicBezTo>
                    <a:pt x="33645" y="416821"/>
                    <a:pt x="34381" y="416821"/>
                    <a:pt x="35140" y="416821"/>
                  </a:cubicBezTo>
                  <a:cubicBezTo>
                    <a:pt x="35386" y="413874"/>
                    <a:pt x="35631" y="410928"/>
                    <a:pt x="35884" y="407892"/>
                  </a:cubicBezTo>
                  <a:cubicBezTo>
                    <a:pt x="36621" y="407892"/>
                    <a:pt x="37358" y="407892"/>
                    <a:pt x="38117" y="407892"/>
                  </a:cubicBezTo>
                  <a:cubicBezTo>
                    <a:pt x="38091" y="407202"/>
                    <a:pt x="38065" y="406512"/>
                    <a:pt x="38038" y="405802"/>
                  </a:cubicBezTo>
                  <a:cubicBezTo>
                    <a:pt x="38018" y="404910"/>
                    <a:pt x="37998" y="404019"/>
                    <a:pt x="37977" y="403101"/>
                  </a:cubicBezTo>
                  <a:cubicBezTo>
                    <a:pt x="37951" y="402212"/>
                    <a:pt x="37926" y="401323"/>
                    <a:pt x="37899" y="400406"/>
                  </a:cubicBezTo>
                  <a:cubicBezTo>
                    <a:pt x="37971" y="399684"/>
                    <a:pt x="38043" y="398962"/>
                    <a:pt x="38117" y="398218"/>
                  </a:cubicBezTo>
                  <a:cubicBezTo>
                    <a:pt x="38854" y="397972"/>
                    <a:pt x="39590" y="397727"/>
                    <a:pt x="40349" y="397474"/>
                  </a:cubicBezTo>
                  <a:cubicBezTo>
                    <a:pt x="40582" y="395600"/>
                    <a:pt x="40697" y="393864"/>
                    <a:pt x="40721" y="391986"/>
                  </a:cubicBezTo>
                  <a:cubicBezTo>
                    <a:pt x="40792" y="386607"/>
                    <a:pt x="40792" y="386607"/>
                    <a:pt x="42207" y="385218"/>
                  </a:cubicBezTo>
                  <a:cubicBezTo>
                    <a:pt x="44113" y="383278"/>
                    <a:pt x="43697" y="380617"/>
                    <a:pt x="43744" y="378033"/>
                  </a:cubicBezTo>
                  <a:cubicBezTo>
                    <a:pt x="43791" y="376060"/>
                    <a:pt x="43896" y="374142"/>
                    <a:pt x="44070" y="372173"/>
                  </a:cubicBezTo>
                  <a:cubicBezTo>
                    <a:pt x="44561" y="371927"/>
                    <a:pt x="45052" y="371682"/>
                    <a:pt x="45558" y="371429"/>
                  </a:cubicBezTo>
                  <a:cubicBezTo>
                    <a:pt x="45799" y="369997"/>
                    <a:pt x="45799" y="369997"/>
                    <a:pt x="45788" y="368289"/>
                  </a:cubicBezTo>
                  <a:cubicBezTo>
                    <a:pt x="45807" y="367657"/>
                    <a:pt x="45825" y="367025"/>
                    <a:pt x="45845" y="366374"/>
                  </a:cubicBezTo>
                  <a:cubicBezTo>
                    <a:pt x="45871" y="365031"/>
                    <a:pt x="45894" y="363688"/>
                    <a:pt x="45914" y="362345"/>
                  </a:cubicBezTo>
                  <a:cubicBezTo>
                    <a:pt x="45934" y="361713"/>
                    <a:pt x="45954" y="361081"/>
                    <a:pt x="45974" y="360429"/>
                  </a:cubicBezTo>
                  <a:cubicBezTo>
                    <a:pt x="45984" y="359846"/>
                    <a:pt x="45994" y="359262"/>
                    <a:pt x="46004" y="358661"/>
                  </a:cubicBezTo>
                  <a:cubicBezTo>
                    <a:pt x="46103" y="358208"/>
                    <a:pt x="46201" y="357756"/>
                    <a:pt x="46302" y="357290"/>
                  </a:cubicBezTo>
                  <a:cubicBezTo>
                    <a:pt x="47039" y="357044"/>
                    <a:pt x="47776" y="356799"/>
                    <a:pt x="48535" y="356546"/>
                  </a:cubicBezTo>
                  <a:cubicBezTo>
                    <a:pt x="48918" y="354598"/>
                    <a:pt x="48918" y="354598"/>
                    <a:pt x="48916" y="352241"/>
                  </a:cubicBezTo>
                  <a:cubicBezTo>
                    <a:pt x="48955" y="350935"/>
                    <a:pt x="48955" y="350935"/>
                    <a:pt x="48996" y="349603"/>
                  </a:cubicBezTo>
                  <a:cubicBezTo>
                    <a:pt x="49012" y="348686"/>
                    <a:pt x="49029" y="347770"/>
                    <a:pt x="49046" y="346825"/>
                  </a:cubicBezTo>
                  <a:cubicBezTo>
                    <a:pt x="49072" y="345906"/>
                    <a:pt x="49097" y="344987"/>
                    <a:pt x="49123" y="344039"/>
                  </a:cubicBezTo>
                  <a:cubicBezTo>
                    <a:pt x="49185" y="341759"/>
                    <a:pt x="49236" y="339479"/>
                    <a:pt x="49279" y="337198"/>
                  </a:cubicBezTo>
                  <a:cubicBezTo>
                    <a:pt x="50016" y="337198"/>
                    <a:pt x="50752" y="337198"/>
                    <a:pt x="51511" y="337198"/>
                  </a:cubicBezTo>
                  <a:cubicBezTo>
                    <a:pt x="51526" y="336368"/>
                    <a:pt x="51541" y="335538"/>
                    <a:pt x="51556" y="334683"/>
                  </a:cubicBezTo>
                  <a:cubicBezTo>
                    <a:pt x="51613" y="331613"/>
                    <a:pt x="51679" y="328544"/>
                    <a:pt x="51748" y="325476"/>
                  </a:cubicBezTo>
                  <a:cubicBezTo>
                    <a:pt x="51776" y="324145"/>
                    <a:pt x="51802" y="322815"/>
                    <a:pt x="51825" y="321485"/>
                  </a:cubicBezTo>
                  <a:cubicBezTo>
                    <a:pt x="51859" y="319576"/>
                    <a:pt x="51902" y="317668"/>
                    <a:pt x="51947" y="315761"/>
                  </a:cubicBezTo>
                  <a:cubicBezTo>
                    <a:pt x="51956" y="315162"/>
                    <a:pt x="51965" y="314564"/>
                    <a:pt x="51973" y="313947"/>
                  </a:cubicBezTo>
                  <a:cubicBezTo>
                    <a:pt x="52012" y="312517"/>
                    <a:pt x="52126" y="311090"/>
                    <a:pt x="52256" y="309665"/>
                  </a:cubicBezTo>
                  <a:cubicBezTo>
                    <a:pt x="52747" y="309419"/>
                    <a:pt x="53238" y="309174"/>
                    <a:pt x="53744" y="308921"/>
                  </a:cubicBezTo>
                  <a:cubicBezTo>
                    <a:pt x="53930" y="306974"/>
                    <a:pt x="54022" y="305102"/>
                    <a:pt x="54052" y="303151"/>
                  </a:cubicBezTo>
                  <a:cubicBezTo>
                    <a:pt x="54066" y="302574"/>
                    <a:pt x="54081" y="301997"/>
                    <a:pt x="54096" y="301402"/>
                  </a:cubicBezTo>
                  <a:cubicBezTo>
                    <a:pt x="54140" y="299552"/>
                    <a:pt x="54175" y="297702"/>
                    <a:pt x="54209" y="295852"/>
                  </a:cubicBezTo>
                  <a:cubicBezTo>
                    <a:pt x="54237" y="294600"/>
                    <a:pt x="54266" y="293349"/>
                    <a:pt x="54296" y="292098"/>
                  </a:cubicBezTo>
                  <a:cubicBezTo>
                    <a:pt x="54368" y="289024"/>
                    <a:pt x="54430" y="285950"/>
                    <a:pt x="54488" y="282876"/>
                  </a:cubicBezTo>
                  <a:cubicBezTo>
                    <a:pt x="53997" y="283121"/>
                    <a:pt x="53506" y="283367"/>
                    <a:pt x="53000" y="283620"/>
                  </a:cubicBezTo>
                  <a:cubicBezTo>
                    <a:pt x="51670" y="283688"/>
                    <a:pt x="50337" y="283707"/>
                    <a:pt x="49005" y="283705"/>
                  </a:cubicBezTo>
                  <a:cubicBezTo>
                    <a:pt x="48159" y="283704"/>
                    <a:pt x="47314" y="283704"/>
                    <a:pt x="46442" y="283704"/>
                  </a:cubicBezTo>
                  <a:cubicBezTo>
                    <a:pt x="45550" y="283700"/>
                    <a:pt x="44658" y="283697"/>
                    <a:pt x="43739" y="283693"/>
                  </a:cubicBezTo>
                  <a:cubicBezTo>
                    <a:pt x="42921" y="283692"/>
                    <a:pt x="42103" y="283691"/>
                    <a:pt x="41261" y="283690"/>
                  </a:cubicBezTo>
                  <a:cubicBezTo>
                    <a:pt x="38197" y="283687"/>
                    <a:pt x="35134" y="283676"/>
                    <a:pt x="32071" y="283667"/>
                  </a:cubicBezTo>
                  <a:cubicBezTo>
                    <a:pt x="21803" y="283644"/>
                    <a:pt x="21803" y="283644"/>
                    <a:pt x="11328" y="283620"/>
                  </a:cubicBezTo>
                  <a:cubicBezTo>
                    <a:pt x="11328" y="259063"/>
                    <a:pt x="11328" y="234507"/>
                    <a:pt x="11328" y="209206"/>
                  </a:cubicBezTo>
                  <a:cubicBezTo>
                    <a:pt x="32692" y="208838"/>
                    <a:pt x="32692" y="208838"/>
                    <a:pt x="54488" y="208462"/>
                  </a:cubicBezTo>
                  <a:cubicBezTo>
                    <a:pt x="54488" y="163523"/>
                    <a:pt x="54488" y="118585"/>
                    <a:pt x="54488" y="72284"/>
                  </a:cubicBezTo>
                  <a:cubicBezTo>
                    <a:pt x="44911" y="72284"/>
                    <a:pt x="35334" y="72284"/>
                    <a:pt x="25466" y="72284"/>
                  </a:cubicBezTo>
                  <a:cubicBezTo>
                    <a:pt x="24063" y="70880"/>
                    <a:pt x="24628" y="68837"/>
                    <a:pt x="24621" y="66969"/>
                  </a:cubicBezTo>
                  <a:cubicBezTo>
                    <a:pt x="24623" y="66312"/>
                    <a:pt x="24624" y="65655"/>
                    <a:pt x="24626" y="64978"/>
                  </a:cubicBezTo>
                  <a:cubicBezTo>
                    <a:pt x="24625" y="64289"/>
                    <a:pt x="24623" y="63601"/>
                    <a:pt x="24622" y="62892"/>
                  </a:cubicBezTo>
                  <a:cubicBezTo>
                    <a:pt x="24619" y="60604"/>
                    <a:pt x="24621" y="58317"/>
                    <a:pt x="24623" y="56029"/>
                  </a:cubicBezTo>
                  <a:cubicBezTo>
                    <a:pt x="24623" y="54447"/>
                    <a:pt x="24622" y="52865"/>
                    <a:pt x="24621" y="51283"/>
                  </a:cubicBezTo>
                  <a:cubicBezTo>
                    <a:pt x="24620" y="47962"/>
                    <a:pt x="24622" y="44642"/>
                    <a:pt x="24625" y="41321"/>
                  </a:cubicBezTo>
                  <a:cubicBezTo>
                    <a:pt x="24630" y="37054"/>
                    <a:pt x="24627" y="32788"/>
                    <a:pt x="24623" y="28521"/>
                  </a:cubicBezTo>
                  <a:cubicBezTo>
                    <a:pt x="24620" y="25253"/>
                    <a:pt x="24621" y="21984"/>
                    <a:pt x="24623" y="18716"/>
                  </a:cubicBezTo>
                  <a:cubicBezTo>
                    <a:pt x="24623" y="17142"/>
                    <a:pt x="24623" y="15568"/>
                    <a:pt x="24621" y="13995"/>
                  </a:cubicBezTo>
                  <a:cubicBezTo>
                    <a:pt x="24619" y="11799"/>
                    <a:pt x="24622" y="9604"/>
                    <a:pt x="24626" y="7409"/>
                  </a:cubicBezTo>
                  <a:cubicBezTo>
                    <a:pt x="24625" y="6752"/>
                    <a:pt x="24623" y="6094"/>
                    <a:pt x="24621" y="5417"/>
                  </a:cubicBezTo>
                  <a:cubicBezTo>
                    <a:pt x="24641" y="10"/>
                    <a:pt x="24641" y="10"/>
                    <a:pt x="29213" y="9"/>
                  </a:cubicBezTo>
                  <a:cubicBezTo>
                    <a:pt x="30029" y="7"/>
                    <a:pt x="30846" y="5"/>
                    <a:pt x="31687" y="3"/>
                  </a:cubicBezTo>
                  <a:cubicBezTo>
                    <a:pt x="32596" y="5"/>
                    <a:pt x="33504" y="6"/>
                    <a:pt x="34440" y="8"/>
                  </a:cubicBezTo>
                  <a:cubicBezTo>
                    <a:pt x="35396" y="7"/>
                    <a:pt x="36352" y="6"/>
                    <a:pt x="37338" y="4"/>
                  </a:cubicBezTo>
                  <a:cubicBezTo>
                    <a:pt x="40004" y="1"/>
                    <a:pt x="42671" y="3"/>
                    <a:pt x="45337" y="5"/>
                  </a:cubicBezTo>
                  <a:cubicBezTo>
                    <a:pt x="48208" y="7"/>
                    <a:pt x="51080" y="4"/>
                    <a:pt x="53951" y="2"/>
                  </a:cubicBezTo>
                  <a:cubicBezTo>
                    <a:pt x="59580" y="-1"/>
                    <a:pt x="65210" y="0"/>
                    <a:pt x="70840" y="2"/>
                  </a:cubicBezTo>
                  <a:cubicBezTo>
                    <a:pt x="75414" y="3"/>
                    <a:pt x="79988" y="4"/>
                    <a:pt x="84563" y="3"/>
                  </a:cubicBezTo>
                  <a:cubicBezTo>
                    <a:pt x="85537" y="3"/>
                    <a:pt x="85537" y="3"/>
                    <a:pt x="86532" y="3"/>
                  </a:cubicBezTo>
                  <a:cubicBezTo>
                    <a:pt x="87852" y="2"/>
                    <a:pt x="89172" y="2"/>
                    <a:pt x="90491" y="2"/>
                  </a:cubicBezTo>
                  <a:cubicBezTo>
                    <a:pt x="102884" y="0"/>
                    <a:pt x="115277" y="2"/>
                    <a:pt x="127670" y="6"/>
                  </a:cubicBezTo>
                  <a:cubicBezTo>
                    <a:pt x="138311" y="9"/>
                    <a:pt x="148953" y="9"/>
                    <a:pt x="159595" y="5"/>
                  </a:cubicBezTo>
                  <a:cubicBezTo>
                    <a:pt x="171939" y="1"/>
                    <a:pt x="184284" y="0"/>
                    <a:pt x="196628" y="2"/>
                  </a:cubicBezTo>
                  <a:cubicBezTo>
                    <a:pt x="197944" y="2"/>
                    <a:pt x="199260" y="3"/>
                    <a:pt x="200575" y="3"/>
                  </a:cubicBezTo>
                  <a:cubicBezTo>
                    <a:pt x="201223" y="3"/>
                    <a:pt x="201870" y="3"/>
                    <a:pt x="202537" y="3"/>
                  </a:cubicBezTo>
                  <a:cubicBezTo>
                    <a:pt x="207107" y="4"/>
                    <a:pt x="211677" y="3"/>
                    <a:pt x="216247" y="1"/>
                  </a:cubicBezTo>
                  <a:close/>
                </a:path>
              </a:pathLst>
            </a:custGeom>
            <a:grpFill/>
            <a:ln w="744" cap="flat">
              <a:noFill/>
              <a:prstDash val="solid"/>
              <a:miter/>
            </a:ln>
          </p:spPr>
          <p:txBody>
            <a:bodyPr rtlCol="0" anchor="ctr"/>
            <a:lstStyle/>
            <a:p>
              <a:endParaRPr lang="zh-CN" altLang="en-US"/>
            </a:p>
          </p:txBody>
        </p:sp>
        <p:sp>
          <p:nvSpPr>
            <p:cNvPr id="96" name="任意多边形: 形状 95"/>
            <p:cNvSpPr/>
            <p:nvPr/>
          </p:nvSpPr>
          <p:spPr>
            <a:xfrm>
              <a:off x="7401379" y="767583"/>
              <a:ext cx="320859" cy="396913"/>
            </a:xfrm>
            <a:custGeom>
              <a:avLst/>
              <a:gdLst>
                <a:gd name="connsiteX0" fmla="*/ 65327 w 320859"/>
                <a:gd name="connsiteY0" fmla="*/ 67914 h 396913"/>
                <a:gd name="connsiteX1" fmla="*/ 63163 w 320859"/>
                <a:gd name="connsiteY1" fmla="*/ 72513 h 396913"/>
                <a:gd name="connsiteX2" fmla="*/ 63167 w 320859"/>
                <a:gd name="connsiteY2" fmla="*/ 74147 h 396913"/>
                <a:gd name="connsiteX3" fmla="*/ 63162 w 320859"/>
                <a:gd name="connsiteY3" fmla="*/ 79551 h 396913"/>
                <a:gd name="connsiteX4" fmla="*/ 63164 w 320859"/>
                <a:gd name="connsiteY4" fmla="*/ 83425 h 396913"/>
                <a:gd name="connsiteX5" fmla="*/ 63164 w 320859"/>
                <a:gd name="connsiteY5" fmla="*/ 91472 h 396913"/>
                <a:gd name="connsiteX6" fmla="*/ 63167 w 320859"/>
                <a:gd name="connsiteY6" fmla="*/ 101975 h 396913"/>
                <a:gd name="connsiteX7" fmla="*/ 63163 w 320859"/>
                <a:gd name="connsiteY7" fmla="*/ 110150 h 396913"/>
                <a:gd name="connsiteX8" fmla="*/ 63165 w 320859"/>
                <a:gd name="connsiteY8" fmla="*/ 114045 h 396913"/>
                <a:gd name="connsiteX9" fmla="*/ 63164 w 320859"/>
                <a:gd name="connsiteY9" fmla="*/ 119676 h 396913"/>
                <a:gd name="connsiteX10" fmla="*/ 63167 w 320859"/>
                <a:gd name="connsiteY10" fmla="*/ 121388 h 396913"/>
                <a:gd name="connsiteX11" fmla="*/ 63264 w 320859"/>
                <a:gd name="connsiteY11" fmla="*/ 126789 h 396913"/>
                <a:gd name="connsiteX12" fmla="*/ 65309 w 320859"/>
                <a:gd name="connsiteY12" fmla="*/ 127626 h 396913"/>
                <a:gd name="connsiteX13" fmla="*/ 67043 w 320859"/>
                <a:gd name="connsiteY13" fmla="*/ 127626 h 396913"/>
                <a:gd name="connsiteX14" fmla="*/ 69037 w 320859"/>
                <a:gd name="connsiteY14" fmla="*/ 127632 h 396913"/>
                <a:gd name="connsiteX15" fmla="*/ 71253 w 320859"/>
                <a:gd name="connsiteY15" fmla="*/ 127627 h 396913"/>
                <a:gd name="connsiteX16" fmla="*/ 78681 w 320859"/>
                <a:gd name="connsiteY16" fmla="*/ 127631 h 396913"/>
                <a:gd name="connsiteX17" fmla="*/ 84149 w 320859"/>
                <a:gd name="connsiteY17" fmla="*/ 127631 h 396913"/>
                <a:gd name="connsiteX18" fmla="*/ 99000 w 320859"/>
                <a:gd name="connsiteY18" fmla="*/ 127634 h 396913"/>
                <a:gd name="connsiteX19" fmla="*/ 110048 w 320859"/>
                <a:gd name="connsiteY19" fmla="*/ 127632 h 396913"/>
                <a:gd name="connsiteX20" fmla="*/ 111628 w 320859"/>
                <a:gd name="connsiteY20" fmla="*/ 127632 h 396913"/>
                <a:gd name="connsiteX21" fmla="*/ 114807 w 320859"/>
                <a:gd name="connsiteY21" fmla="*/ 127633 h 396913"/>
                <a:gd name="connsiteX22" fmla="*/ 144655 w 320859"/>
                <a:gd name="connsiteY22" fmla="*/ 127630 h 396913"/>
                <a:gd name="connsiteX23" fmla="*/ 170374 w 320859"/>
                <a:gd name="connsiteY23" fmla="*/ 127629 h 396913"/>
                <a:gd name="connsiteX24" fmla="*/ 200320 w 320859"/>
                <a:gd name="connsiteY24" fmla="*/ 127633 h 396913"/>
                <a:gd name="connsiteX25" fmla="*/ 203513 w 320859"/>
                <a:gd name="connsiteY25" fmla="*/ 127633 h 396913"/>
                <a:gd name="connsiteX26" fmla="*/ 205101 w 320859"/>
                <a:gd name="connsiteY26" fmla="*/ 127632 h 396913"/>
                <a:gd name="connsiteX27" fmla="*/ 216153 w 320859"/>
                <a:gd name="connsiteY27" fmla="*/ 127633 h 396913"/>
                <a:gd name="connsiteX28" fmla="*/ 229759 w 320859"/>
                <a:gd name="connsiteY28" fmla="*/ 127633 h 396913"/>
                <a:gd name="connsiteX29" fmla="*/ 235343 w 320859"/>
                <a:gd name="connsiteY29" fmla="*/ 127629 h 396913"/>
                <a:gd name="connsiteX30" fmla="*/ 243146 w 320859"/>
                <a:gd name="connsiteY30" fmla="*/ 127631 h 396913"/>
                <a:gd name="connsiteX31" fmla="*/ 245491 w 320859"/>
                <a:gd name="connsiteY31" fmla="*/ 127627 h 396913"/>
                <a:gd name="connsiteX32" fmla="*/ 247692 w 320859"/>
                <a:gd name="connsiteY32" fmla="*/ 127632 h 396913"/>
                <a:gd name="connsiteX33" fmla="*/ 249704 w 320859"/>
                <a:gd name="connsiteY33" fmla="*/ 127626 h 396913"/>
                <a:gd name="connsiteX34" fmla="*/ 255996 w 320859"/>
                <a:gd name="connsiteY34" fmla="*/ 126789 h 396913"/>
                <a:gd name="connsiteX35" fmla="*/ 256319 w 320859"/>
                <a:gd name="connsiteY35" fmla="*/ 123013 h 396913"/>
                <a:gd name="connsiteX36" fmla="*/ 256266 w 320859"/>
                <a:gd name="connsiteY36" fmla="*/ 121376 h 396913"/>
                <a:gd name="connsiteX37" fmla="*/ 256173 w 320859"/>
                <a:gd name="connsiteY37" fmla="*/ 115961 h 396913"/>
                <a:gd name="connsiteX38" fmla="*/ 256091 w 320859"/>
                <a:gd name="connsiteY38" fmla="*/ 112081 h 396913"/>
                <a:gd name="connsiteX39" fmla="*/ 255903 w 320859"/>
                <a:gd name="connsiteY39" fmla="*/ 101934 h 396913"/>
                <a:gd name="connsiteX40" fmla="*/ 255697 w 320859"/>
                <a:gd name="connsiteY40" fmla="*/ 91411 h 396913"/>
                <a:gd name="connsiteX41" fmla="*/ 255252 w 320859"/>
                <a:gd name="connsiteY41" fmla="*/ 68746 h 396913"/>
                <a:gd name="connsiteX42" fmla="*/ 183909 w 320859"/>
                <a:gd name="connsiteY42" fmla="*/ 68430 h 396913"/>
                <a:gd name="connsiteX43" fmla="*/ 175315 w 320859"/>
                <a:gd name="connsiteY43" fmla="*/ 68394 h 396913"/>
                <a:gd name="connsiteX44" fmla="*/ 173585 w 320859"/>
                <a:gd name="connsiteY44" fmla="*/ 68387 h 396913"/>
                <a:gd name="connsiteX45" fmla="*/ 145772 w 320859"/>
                <a:gd name="connsiteY45" fmla="*/ 68263 h 396913"/>
                <a:gd name="connsiteX46" fmla="*/ 117149 w 320859"/>
                <a:gd name="connsiteY46" fmla="*/ 68138 h 396913"/>
                <a:gd name="connsiteX47" fmla="*/ 99504 w 320859"/>
                <a:gd name="connsiteY47" fmla="*/ 68061 h 396913"/>
                <a:gd name="connsiteX48" fmla="*/ 87301 w 320859"/>
                <a:gd name="connsiteY48" fmla="*/ 68007 h 396913"/>
                <a:gd name="connsiteX49" fmla="*/ 81648 w 320859"/>
                <a:gd name="connsiteY49" fmla="*/ 67985 h 396913"/>
                <a:gd name="connsiteX50" fmla="*/ 73726 w 320859"/>
                <a:gd name="connsiteY50" fmla="*/ 67948 h 396913"/>
                <a:gd name="connsiteX51" fmla="*/ 71358 w 320859"/>
                <a:gd name="connsiteY51" fmla="*/ 67940 h 396913"/>
                <a:gd name="connsiteX52" fmla="*/ 69109 w 320859"/>
                <a:gd name="connsiteY52" fmla="*/ 67925 h 396913"/>
                <a:gd name="connsiteX53" fmla="*/ 67086 w 320859"/>
                <a:gd name="connsiteY53" fmla="*/ 67922 h 396913"/>
                <a:gd name="connsiteX54" fmla="*/ 65327 w 320859"/>
                <a:gd name="connsiteY54" fmla="*/ 67914 h 396913"/>
                <a:gd name="connsiteX55" fmla="*/ 12935 w 320859"/>
                <a:gd name="connsiteY55" fmla="*/ 2 h 396913"/>
                <a:gd name="connsiteX56" fmla="*/ 18207 w 320859"/>
                <a:gd name="connsiteY56" fmla="*/ 10 h 396913"/>
                <a:gd name="connsiteX57" fmla="*/ 22031 w 320859"/>
                <a:gd name="connsiteY57" fmla="*/ 4 h 396913"/>
                <a:gd name="connsiteX58" fmla="*/ 32529 w 320859"/>
                <a:gd name="connsiteY58" fmla="*/ 10 h 396913"/>
                <a:gd name="connsiteX59" fmla="*/ 43854 w 320859"/>
                <a:gd name="connsiteY59" fmla="*/ 8 h 396913"/>
                <a:gd name="connsiteX60" fmla="*/ 66036 w 320859"/>
                <a:gd name="connsiteY60" fmla="*/ 16 h 396913"/>
                <a:gd name="connsiteX61" fmla="*/ 91862 w 320859"/>
                <a:gd name="connsiteY61" fmla="*/ 23 h 396913"/>
                <a:gd name="connsiteX62" fmla="*/ 137940 w 320859"/>
                <a:gd name="connsiteY62" fmla="*/ 40 h 396913"/>
                <a:gd name="connsiteX63" fmla="*/ 182662 w 320859"/>
                <a:gd name="connsiteY63" fmla="*/ 56 h 396913"/>
                <a:gd name="connsiteX64" fmla="*/ 185444 w 320859"/>
                <a:gd name="connsiteY64" fmla="*/ 56 h 396913"/>
                <a:gd name="connsiteX65" fmla="*/ 188222 w 320859"/>
                <a:gd name="connsiteY65" fmla="*/ 55 h 396913"/>
                <a:gd name="connsiteX66" fmla="*/ 239120 w 320859"/>
                <a:gd name="connsiteY66" fmla="*/ 66 h 396913"/>
                <a:gd name="connsiteX67" fmla="*/ 257127 w 320859"/>
                <a:gd name="connsiteY67" fmla="*/ 69 h 396913"/>
                <a:gd name="connsiteX68" fmla="*/ 279068 w 320859"/>
                <a:gd name="connsiteY68" fmla="*/ 80 h 396913"/>
                <a:gd name="connsiteX69" fmla="*/ 290265 w 320859"/>
                <a:gd name="connsiteY69" fmla="*/ 85 h 396913"/>
                <a:gd name="connsiteX70" fmla="*/ 300512 w 320859"/>
                <a:gd name="connsiteY70" fmla="*/ 92 h 396913"/>
                <a:gd name="connsiteX71" fmla="*/ 304221 w 320859"/>
                <a:gd name="connsiteY71" fmla="*/ 92 h 396913"/>
                <a:gd name="connsiteX72" fmla="*/ 309261 w 320859"/>
                <a:gd name="connsiteY72" fmla="*/ 98 h 396913"/>
                <a:gd name="connsiteX73" fmla="*/ 312089 w 320859"/>
                <a:gd name="connsiteY73" fmla="*/ 99 h 396913"/>
                <a:gd name="connsiteX74" fmla="*/ 320664 w 320859"/>
                <a:gd name="connsiteY74" fmla="*/ 1682 h 396913"/>
                <a:gd name="connsiteX75" fmla="*/ 320759 w 320859"/>
                <a:gd name="connsiteY75" fmla="*/ 4735 h 396913"/>
                <a:gd name="connsiteX76" fmla="*/ 320767 w 320859"/>
                <a:gd name="connsiteY76" fmla="*/ 6741 h 396913"/>
                <a:gd name="connsiteX77" fmla="*/ 320763 w 320859"/>
                <a:gd name="connsiteY77" fmla="*/ 8970 h 396913"/>
                <a:gd name="connsiteX78" fmla="*/ 320768 w 320859"/>
                <a:gd name="connsiteY78" fmla="*/ 11319 h 396913"/>
                <a:gd name="connsiteX79" fmla="*/ 320772 w 320859"/>
                <a:gd name="connsiteY79" fmla="*/ 19173 h 396913"/>
                <a:gd name="connsiteX80" fmla="*/ 320779 w 320859"/>
                <a:gd name="connsiteY80" fmla="*/ 24779 h 396913"/>
                <a:gd name="connsiteX81" fmla="*/ 320788 w 320859"/>
                <a:gd name="connsiteY81" fmla="*/ 38461 h 396913"/>
                <a:gd name="connsiteX82" fmla="*/ 320792 w 320859"/>
                <a:gd name="connsiteY82" fmla="*/ 49576 h 396913"/>
                <a:gd name="connsiteX83" fmla="*/ 320802 w 320859"/>
                <a:gd name="connsiteY83" fmla="*/ 81054 h 396913"/>
                <a:gd name="connsiteX84" fmla="*/ 320801 w 320859"/>
                <a:gd name="connsiteY84" fmla="*/ 82770 h 396913"/>
                <a:gd name="connsiteX85" fmla="*/ 320801 w 320859"/>
                <a:gd name="connsiteY85" fmla="*/ 84487 h 396913"/>
                <a:gd name="connsiteX86" fmla="*/ 320819 w 320859"/>
                <a:gd name="connsiteY86" fmla="*/ 112066 h 396913"/>
                <a:gd name="connsiteX87" fmla="*/ 320834 w 320859"/>
                <a:gd name="connsiteY87" fmla="*/ 140347 h 396913"/>
                <a:gd name="connsiteX88" fmla="*/ 320844 w 320859"/>
                <a:gd name="connsiteY88" fmla="*/ 156240 h 396913"/>
                <a:gd name="connsiteX89" fmla="*/ 320846 w 320859"/>
                <a:gd name="connsiteY89" fmla="*/ 171177 h 396913"/>
                <a:gd name="connsiteX90" fmla="*/ 320851 w 320859"/>
                <a:gd name="connsiteY90" fmla="*/ 176677 h 396913"/>
                <a:gd name="connsiteX91" fmla="*/ 320848 w 320859"/>
                <a:gd name="connsiteY91" fmla="*/ 184149 h 396913"/>
                <a:gd name="connsiteX92" fmla="*/ 320859 w 320859"/>
                <a:gd name="connsiteY92" fmla="*/ 186379 h 396913"/>
                <a:gd name="connsiteX93" fmla="*/ 320849 w 320859"/>
                <a:gd name="connsiteY93" fmla="*/ 188385 h 396913"/>
                <a:gd name="connsiteX94" fmla="*/ 320849 w 320859"/>
                <a:gd name="connsiteY94" fmla="*/ 190129 h 396913"/>
                <a:gd name="connsiteX95" fmla="*/ 320664 w 320859"/>
                <a:gd name="connsiteY95" fmla="*/ 191438 h 396913"/>
                <a:gd name="connsiteX96" fmla="*/ 314265 w 320859"/>
                <a:gd name="connsiteY96" fmla="*/ 192276 h 396913"/>
                <a:gd name="connsiteX97" fmla="*/ 312719 w 320859"/>
                <a:gd name="connsiteY97" fmla="*/ 192280 h 396913"/>
                <a:gd name="connsiteX98" fmla="*/ 307566 w 320859"/>
                <a:gd name="connsiteY98" fmla="*/ 192278 h 396913"/>
                <a:gd name="connsiteX99" fmla="*/ 303881 w 320859"/>
                <a:gd name="connsiteY99" fmla="*/ 192282 h 396913"/>
                <a:gd name="connsiteX100" fmla="*/ 293854 w 320859"/>
                <a:gd name="connsiteY100" fmla="*/ 192282 h 396913"/>
                <a:gd name="connsiteX101" fmla="*/ 283375 w 320859"/>
                <a:gd name="connsiteY101" fmla="*/ 192283 h 396913"/>
                <a:gd name="connsiteX102" fmla="*/ 265773 w 320859"/>
                <a:gd name="connsiteY102" fmla="*/ 192279 h 396913"/>
                <a:gd name="connsiteX103" fmla="*/ 245408 w 320859"/>
                <a:gd name="connsiteY103" fmla="*/ 192280 h 396913"/>
                <a:gd name="connsiteX104" fmla="*/ 227943 w 320859"/>
                <a:gd name="connsiteY104" fmla="*/ 192282 h 396913"/>
                <a:gd name="connsiteX105" fmla="*/ 217503 w 320859"/>
                <a:gd name="connsiteY105" fmla="*/ 192283 h 396913"/>
                <a:gd name="connsiteX106" fmla="*/ 207687 w 320859"/>
                <a:gd name="connsiteY106" fmla="*/ 192280 h 396913"/>
                <a:gd name="connsiteX107" fmla="*/ 204079 w 320859"/>
                <a:gd name="connsiteY107" fmla="*/ 192281 h 396913"/>
                <a:gd name="connsiteX108" fmla="*/ 199164 w 320859"/>
                <a:gd name="connsiteY108" fmla="*/ 192276 h 396913"/>
                <a:gd name="connsiteX109" fmla="*/ 196383 w 320859"/>
                <a:gd name="connsiteY109" fmla="*/ 192275 h 396913"/>
                <a:gd name="connsiteX110" fmla="*/ 191927 w 320859"/>
                <a:gd name="connsiteY110" fmla="*/ 191438 h 396913"/>
                <a:gd name="connsiteX111" fmla="*/ 191927 w 320859"/>
                <a:gd name="connsiteY111" fmla="*/ 353660 h 396913"/>
                <a:gd name="connsiteX112" fmla="*/ 189695 w 320859"/>
                <a:gd name="connsiteY112" fmla="*/ 353660 h 396913"/>
                <a:gd name="connsiteX113" fmla="*/ 189584 w 320859"/>
                <a:gd name="connsiteY113" fmla="*/ 355425 h 396913"/>
                <a:gd name="connsiteX114" fmla="*/ 189416 w 320859"/>
                <a:gd name="connsiteY114" fmla="*/ 357707 h 396913"/>
                <a:gd name="connsiteX115" fmla="*/ 189259 w 320859"/>
                <a:gd name="connsiteY115" fmla="*/ 359983 h 396913"/>
                <a:gd name="connsiteX116" fmla="*/ 188951 w 320859"/>
                <a:gd name="connsiteY116" fmla="*/ 361846 h 396913"/>
                <a:gd name="connsiteX117" fmla="*/ 187462 w 320859"/>
                <a:gd name="connsiteY117" fmla="*/ 362590 h 396913"/>
                <a:gd name="connsiteX118" fmla="*/ 187137 w 320859"/>
                <a:gd name="connsiteY118" fmla="*/ 365148 h 396913"/>
                <a:gd name="connsiteX119" fmla="*/ 186718 w 320859"/>
                <a:gd name="connsiteY119" fmla="*/ 367799 h 396913"/>
                <a:gd name="connsiteX120" fmla="*/ 184486 w 320859"/>
                <a:gd name="connsiteY120" fmla="*/ 369287 h 396913"/>
                <a:gd name="connsiteX121" fmla="*/ 184114 w 320859"/>
                <a:gd name="connsiteY121" fmla="*/ 371194 h 396913"/>
                <a:gd name="connsiteX122" fmla="*/ 183742 w 320859"/>
                <a:gd name="connsiteY122" fmla="*/ 373008 h 396913"/>
                <a:gd name="connsiteX123" fmla="*/ 181509 w 320859"/>
                <a:gd name="connsiteY123" fmla="*/ 373752 h 396913"/>
                <a:gd name="connsiteX124" fmla="*/ 180765 w 320859"/>
                <a:gd name="connsiteY124" fmla="*/ 375985 h 396913"/>
                <a:gd name="connsiteX125" fmla="*/ 178533 w 320859"/>
                <a:gd name="connsiteY125" fmla="*/ 376729 h 396913"/>
                <a:gd name="connsiteX126" fmla="*/ 177789 w 320859"/>
                <a:gd name="connsiteY126" fmla="*/ 378263 h 396913"/>
                <a:gd name="connsiteX127" fmla="*/ 177044 w 320859"/>
                <a:gd name="connsiteY127" fmla="*/ 379705 h 396913"/>
                <a:gd name="connsiteX128" fmla="*/ 174812 w 320859"/>
                <a:gd name="connsiteY128" fmla="*/ 379705 h 396913"/>
                <a:gd name="connsiteX129" fmla="*/ 174533 w 320859"/>
                <a:gd name="connsiteY129" fmla="*/ 381566 h 396913"/>
                <a:gd name="connsiteX130" fmla="*/ 174068 w 320859"/>
                <a:gd name="connsiteY130" fmla="*/ 383426 h 396913"/>
                <a:gd name="connsiteX131" fmla="*/ 170347 w 320859"/>
                <a:gd name="connsiteY131" fmla="*/ 383426 h 396913"/>
                <a:gd name="connsiteX132" fmla="*/ 169722 w 320859"/>
                <a:gd name="connsiteY132" fmla="*/ 384876 h 396913"/>
                <a:gd name="connsiteX133" fmla="*/ 168859 w 320859"/>
                <a:gd name="connsiteY133" fmla="*/ 386402 h 396913"/>
                <a:gd name="connsiteX134" fmla="*/ 165045 w 320859"/>
                <a:gd name="connsiteY134" fmla="*/ 386961 h 396913"/>
                <a:gd name="connsiteX135" fmla="*/ 162993 w 320859"/>
                <a:gd name="connsiteY135" fmla="*/ 387088 h 396913"/>
                <a:gd name="connsiteX136" fmla="*/ 161417 w 320859"/>
                <a:gd name="connsiteY136" fmla="*/ 387147 h 396913"/>
                <a:gd name="connsiteX137" fmla="*/ 161417 w 320859"/>
                <a:gd name="connsiteY137" fmla="*/ 390123 h 396913"/>
                <a:gd name="connsiteX138" fmla="*/ 159490 w 320859"/>
                <a:gd name="connsiteY138" fmla="*/ 390207 h 396913"/>
                <a:gd name="connsiteX139" fmla="*/ 156999 w 320859"/>
                <a:gd name="connsiteY139" fmla="*/ 390356 h 396913"/>
                <a:gd name="connsiteX140" fmla="*/ 154514 w 320859"/>
                <a:gd name="connsiteY140" fmla="*/ 390487 h 396913"/>
                <a:gd name="connsiteX141" fmla="*/ 152488 w 320859"/>
                <a:gd name="connsiteY141" fmla="*/ 390867 h 396913"/>
                <a:gd name="connsiteX142" fmla="*/ 151744 w 320859"/>
                <a:gd name="connsiteY142" fmla="*/ 393100 h 396913"/>
                <a:gd name="connsiteX143" fmla="*/ 148630 w 320859"/>
                <a:gd name="connsiteY143" fmla="*/ 393454 h 396913"/>
                <a:gd name="connsiteX144" fmla="*/ 146725 w 320859"/>
                <a:gd name="connsiteY144" fmla="*/ 393524 h 396913"/>
                <a:gd name="connsiteX145" fmla="*/ 144721 w 320859"/>
                <a:gd name="connsiteY145" fmla="*/ 393565 h 396913"/>
                <a:gd name="connsiteX146" fmla="*/ 140817 w 320859"/>
                <a:gd name="connsiteY146" fmla="*/ 393687 h 396913"/>
                <a:gd name="connsiteX147" fmla="*/ 139060 w 320859"/>
                <a:gd name="connsiteY147" fmla="*/ 393727 h 396913"/>
                <a:gd name="connsiteX148" fmla="*/ 136117 w 320859"/>
                <a:gd name="connsiteY148" fmla="*/ 394588 h 396913"/>
                <a:gd name="connsiteX149" fmla="*/ 136117 w 320859"/>
                <a:gd name="connsiteY149" fmla="*/ 396820 h 396913"/>
                <a:gd name="connsiteX150" fmla="*/ 112287 w 320859"/>
                <a:gd name="connsiteY150" fmla="*/ 396859 h 396913"/>
                <a:gd name="connsiteX151" fmla="*/ 101224 w 320859"/>
                <a:gd name="connsiteY151" fmla="*/ 396877 h 396913"/>
                <a:gd name="connsiteX152" fmla="*/ 90556 w 320859"/>
                <a:gd name="connsiteY152" fmla="*/ 396891 h 396913"/>
                <a:gd name="connsiteX153" fmla="*/ 86476 w 320859"/>
                <a:gd name="connsiteY153" fmla="*/ 396899 h 396913"/>
                <a:gd name="connsiteX154" fmla="*/ 80783 w 320859"/>
                <a:gd name="connsiteY154" fmla="*/ 396905 h 396913"/>
                <a:gd name="connsiteX155" fmla="*/ 79062 w 320859"/>
                <a:gd name="connsiteY155" fmla="*/ 396913 h 396913"/>
                <a:gd name="connsiteX156" fmla="*/ 74353 w 320859"/>
                <a:gd name="connsiteY156" fmla="*/ 396076 h 396913"/>
                <a:gd name="connsiteX157" fmla="*/ 74196 w 320859"/>
                <a:gd name="connsiteY157" fmla="*/ 392989 h 396913"/>
                <a:gd name="connsiteX158" fmla="*/ 74132 w 320859"/>
                <a:gd name="connsiteY158" fmla="*/ 391094 h 396913"/>
                <a:gd name="connsiteX159" fmla="*/ 74033 w 320859"/>
                <a:gd name="connsiteY159" fmla="*/ 387123 h 396913"/>
                <a:gd name="connsiteX160" fmla="*/ 73964 w 320859"/>
                <a:gd name="connsiteY160" fmla="*/ 385222 h 396913"/>
                <a:gd name="connsiteX161" fmla="*/ 73919 w 320859"/>
                <a:gd name="connsiteY161" fmla="*/ 383477 h 396913"/>
                <a:gd name="connsiteX162" fmla="*/ 71376 w 320859"/>
                <a:gd name="connsiteY162" fmla="*/ 379705 h 396913"/>
                <a:gd name="connsiteX163" fmla="*/ 71342 w 320859"/>
                <a:gd name="connsiteY163" fmla="*/ 375293 h 396913"/>
                <a:gd name="connsiteX164" fmla="*/ 70632 w 320859"/>
                <a:gd name="connsiteY164" fmla="*/ 369287 h 396913"/>
                <a:gd name="connsiteX165" fmla="*/ 69144 w 320859"/>
                <a:gd name="connsiteY165" fmla="*/ 368543 h 396913"/>
                <a:gd name="connsiteX166" fmla="*/ 68728 w 320859"/>
                <a:gd name="connsiteY166" fmla="*/ 361613 h 396913"/>
                <a:gd name="connsiteX167" fmla="*/ 68400 w 320859"/>
                <a:gd name="connsiteY167" fmla="*/ 359613 h 396913"/>
                <a:gd name="connsiteX168" fmla="*/ 66167 w 320859"/>
                <a:gd name="connsiteY168" fmla="*/ 358869 h 396913"/>
                <a:gd name="connsiteX169" fmla="*/ 65656 w 320859"/>
                <a:gd name="connsiteY169" fmla="*/ 353986 h 396913"/>
                <a:gd name="connsiteX170" fmla="*/ 65508 w 320859"/>
                <a:gd name="connsiteY170" fmla="*/ 351285 h 396913"/>
                <a:gd name="connsiteX171" fmla="*/ 65423 w 320859"/>
                <a:gd name="connsiteY171" fmla="*/ 349195 h 396913"/>
                <a:gd name="connsiteX172" fmla="*/ 63935 w 320859"/>
                <a:gd name="connsiteY172" fmla="*/ 349195 h 396913"/>
                <a:gd name="connsiteX173" fmla="*/ 63851 w 320859"/>
                <a:gd name="connsiteY173" fmla="*/ 347809 h 396913"/>
                <a:gd name="connsiteX174" fmla="*/ 63703 w 320859"/>
                <a:gd name="connsiteY174" fmla="*/ 345986 h 396913"/>
                <a:gd name="connsiteX175" fmla="*/ 63572 w 320859"/>
                <a:gd name="connsiteY175" fmla="*/ 344181 h 396913"/>
                <a:gd name="connsiteX176" fmla="*/ 62075 w 320859"/>
                <a:gd name="connsiteY176" fmla="*/ 341428 h 396913"/>
                <a:gd name="connsiteX177" fmla="*/ 60447 w 320859"/>
                <a:gd name="connsiteY177" fmla="*/ 336033 h 396913"/>
                <a:gd name="connsiteX178" fmla="*/ 60299 w 320859"/>
                <a:gd name="connsiteY178" fmla="*/ 333792 h 396913"/>
                <a:gd name="connsiteX179" fmla="*/ 60214 w 320859"/>
                <a:gd name="connsiteY179" fmla="*/ 332080 h 396913"/>
                <a:gd name="connsiteX180" fmla="*/ 57982 w 320859"/>
                <a:gd name="connsiteY180" fmla="*/ 332080 h 396913"/>
                <a:gd name="connsiteX181" fmla="*/ 57935 w 320859"/>
                <a:gd name="connsiteY181" fmla="*/ 327290 h 396913"/>
                <a:gd name="connsiteX182" fmla="*/ 57909 w 320859"/>
                <a:gd name="connsiteY182" fmla="*/ 324595 h 396913"/>
                <a:gd name="connsiteX183" fmla="*/ 58726 w 320859"/>
                <a:gd name="connsiteY183" fmla="*/ 321662 h 396913"/>
                <a:gd name="connsiteX184" fmla="*/ 62705 w 320859"/>
                <a:gd name="connsiteY184" fmla="*/ 321590 h 396913"/>
                <a:gd name="connsiteX185" fmla="*/ 65140 w 320859"/>
                <a:gd name="connsiteY185" fmla="*/ 321597 h 396913"/>
                <a:gd name="connsiteX186" fmla="*/ 67702 w 320859"/>
                <a:gd name="connsiteY186" fmla="*/ 321616 h 396913"/>
                <a:gd name="connsiteX187" fmla="*/ 70273 w 320859"/>
                <a:gd name="connsiteY187" fmla="*/ 321626 h 396913"/>
                <a:gd name="connsiteX188" fmla="*/ 76585 w 320859"/>
                <a:gd name="connsiteY188" fmla="*/ 321662 h 396913"/>
                <a:gd name="connsiteX189" fmla="*/ 76585 w 320859"/>
                <a:gd name="connsiteY189" fmla="*/ 324639 h 396913"/>
                <a:gd name="connsiteX190" fmla="*/ 94011 w 320859"/>
                <a:gd name="connsiteY190" fmla="*/ 324793 h 396913"/>
                <a:gd name="connsiteX191" fmla="*/ 102102 w 320859"/>
                <a:gd name="connsiteY191" fmla="*/ 324863 h 396913"/>
                <a:gd name="connsiteX192" fmla="*/ 109904 w 320859"/>
                <a:gd name="connsiteY192" fmla="*/ 324921 h 396913"/>
                <a:gd name="connsiteX193" fmla="*/ 114342 w 320859"/>
                <a:gd name="connsiteY193" fmla="*/ 324976 h 396913"/>
                <a:gd name="connsiteX194" fmla="*/ 117051 w 320859"/>
                <a:gd name="connsiteY194" fmla="*/ 324977 h 396913"/>
                <a:gd name="connsiteX195" fmla="*/ 119449 w 320859"/>
                <a:gd name="connsiteY195" fmla="*/ 324997 h 396913"/>
                <a:gd name="connsiteX196" fmla="*/ 121234 w 320859"/>
                <a:gd name="connsiteY196" fmla="*/ 324639 h 396913"/>
                <a:gd name="connsiteX197" fmla="*/ 121978 w 320859"/>
                <a:gd name="connsiteY197" fmla="*/ 321662 h 396913"/>
                <a:gd name="connsiteX198" fmla="*/ 128675 w 320859"/>
                <a:gd name="connsiteY198" fmla="*/ 320918 h 396913"/>
                <a:gd name="connsiteX199" fmla="*/ 129419 w 320859"/>
                <a:gd name="connsiteY199" fmla="*/ 191438 h 396913"/>
                <a:gd name="connsiteX200" fmla="*/ 126443 w 320859"/>
                <a:gd name="connsiteY200" fmla="*/ 192182 h 396913"/>
                <a:gd name="connsiteX201" fmla="*/ 121410 w 320859"/>
                <a:gd name="connsiteY201" fmla="*/ 192276 h 396913"/>
                <a:gd name="connsiteX202" fmla="*/ 119879 w 320859"/>
                <a:gd name="connsiteY202" fmla="*/ 192280 h 396913"/>
                <a:gd name="connsiteX203" fmla="*/ 114801 w 320859"/>
                <a:gd name="connsiteY203" fmla="*/ 192278 h 396913"/>
                <a:gd name="connsiteX204" fmla="*/ 111160 w 320859"/>
                <a:gd name="connsiteY204" fmla="*/ 192282 h 396913"/>
                <a:gd name="connsiteX205" fmla="*/ 101271 w 320859"/>
                <a:gd name="connsiteY205" fmla="*/ 192282 h 396913"/>
                <a:gd name="connsiteX206" fmla="*/ 90929 w 320859"/>
                <a:gd name="connsiteY206" fmla="*/ 192283 h 396913"/>
                <a:gd name="connsiteX207" fmla="*/ 73564 w 320859"/>
                <a:gd name="connsiteY207" fmla="*/ 192279 h 396913"/>
                <a:gd name="connsiteX208" fmla="*/ 53475 w 320859"/>
                <a:gd name="connsiteY208" fmla="*/ 192280 h 396913"/>
                <a:gd name="connsiteX209" fmla="*/ 36237 w 320859"/>
                <a:gd name="connsiteY209" fmla="*/ 192282 h 396913"/>
                <a:gd name="connsiteX210" fmla="*/ 25937 w 320859"/>
                <a:gd name="connsiteY210" fmla="*/ 192283 h 396913"/>
                <a:gd name="connsiteX211" fmla="*/ 16257 w 320859"/>
                <a:gd name="connsiteY211" fmla="*/ 192280 h 396913"/>
                <a:gd name="connsiteX212" fmla="*/ 12700 w 320859"/>
                <a:gd name="connsiteY212" fmla="*/ 192281 h 396913"/>
                <a:gd name="connsiteX213" fmla="*/ 7854 w 320859"/>
                <a:gd name="connsiteY213" fmla="*/ 192276 h 396913"/>
                <a:gd name="connsiteX214" fmla="*/ 5111 w 320859"/>
                <a:gd name="connsiteY214" fmla="*/ 192275 h 396913"/>
                <a:gd name="connsiteX215" fmla="*/ 683 w 320859"/>
                <a:gd name="connsiteY215" fmla="*/ 191438 h 396913"/>
                <a:gd name="connsiteX216" fmla="*/ 394 w 320859"/>
                <a:gd name="connsiteY216" fmla="*/ 188387 h 396913"/>
                <a:gd name="connsiteX217" fmla="*/ 371 w 320859"/>
                <a:gd name="connsiteY217" fmla="*/ 186382 h 396913"/>
                <a:gd name="connsiteX218" fmla="*/ 380 w 320859"/>
                <a:gd name="connsiteY218" fmla="*/ 184154 h 396913"/>
                <a:gd name="connsiteX219" fmla="*/ 363 w 320859"/>
                <a:gd name="connsiteY219" fmla="*/ 181807 h 396913"/>
                <a:gd name="connsiteX220" fmla="*/ 347 w 320859"/>
                <a:gd name="connsiteY220" fmla="*/ 173958 h 396913"/>
                <a:gd name="connsiteX221" fmla="*/ 321 w 320859"/>
                <a:gd name="connsiteY221" fmla="*/ 168356 h 396913"/>
                <a:gd name="connsiteX222" fmla="*/ 285 w 320859"/>
                <a:gd name="connsiteY222" fmla="*/ 153094 h 396913"/>
                <a:gd name="connsiteX223" fmla="*/ 268 w 320859"/>
                <a:gd name="connsiteY223" fmla="*/ 143572 h 396913"/>
                <a:gd name="connsiteX224" fmla="*/ 230 w 320859"/>
                <a:gd name="connsiteY224" fmla="*/ 117230 h 396913"/>
                <a:gd name="connsiteX225" fmla="*/ 230 w 320859"/>
                <a:gd name="connsiteY225" fmla="*/ 115526 h 396913"/>
                <a:gd name="connsiteX226" fmla="*/ 229 w 320859"/>
                <a:gd name="connsiteY226" fmla="*/ 112106 h 396913"/>
                <a:gd name="connsiteX227" fmla="*/ 229 w 320859"/>
                <a:gd name="connsiteY227" fmla="*/ 110391 h 396913"/>
                <a:gd name="connsiteX228" fmla="*/ 228 w 320859"/>
                <a:gd name="connsiteY228" fmla="*/ 108674 h 396913"/>
                <a:gd name="connsiteX229" fmla="*/ 160 w 320859"/>
                <a:gd name="connsiteY229" fmla="*/ 81111 h 396913"/>
                <a:gd name="connsiteX230" fmla="*/ 102 w 320859"/>
                <a:gd name="connsiteY230" fmla="*/ 52842 h 396913"/>
                <a:gd name="connsiteX231" fmla="*/ 64 w 320859"/>
                <a:gd name="connsiteY231" fmla="*/ 36958 h 396913"/>
                <a:gd name="connsiteX232" fmla="*/ 53 w 320859"/>
                <a:gd name="connsiteY232" fmla="*/ 22027 h 396913"/>
                <a:gd name="connsiteX233" fmla="*/ 32 w 320859"/>
                <a:gd name="connsiteY233" fmla="*/ 16532 h 396913"/>
                <a:gd name="connsiteX234" fmla="*/ 42 w 320859"/>
                <a:gd name="connsiteY234" fmla="*/ 9060 h 396913"/>
                <a:gd name="connsiteX235" fmla="*/ 0 w 320859"/>
                <a:gd name="connsiteY235" fmla="*/ 6837 h 396913"/>
                <a:gd name="connsiteX236" fmla="*/ 36 w 320859"/>
                <a:gd name="connsiteY236" fmla="*/ 4826 h 396913"/>
                <a:gd name="connsiteX237" fmla="*/ 34 w 320859"/>
                <a:gd name="connsiteY237" fmla="*/ 3083 h 396913"/>
                <a:gd name="connsiteX238" fmla="*/ 2987 w 320859"/>
                <a:gd name="connsiteY238" fmla="*/ 753 h 396913"/>
                <a:gd name="connsiteX239" fmla="*/ 11341 w 320859"/>
                <a:gd name="connsiteY239" fmla="*/ 8 h 396913"/>
                <a:gd name="connsiteX240" fmla="*/ 12935 w 320859"/>
                <a:gd name="connsiteY240" fmla="*/ 2 h 39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320859" h="396913">
                  <a:moveTo>
                    <a:pt x="65327" y="67914"/>
                  </a:moveTo>
                  <a:cubicBezTo>
                    <a:pt x="63182" y="68056"/>
                    <a:pt x="63182" y="68056"/>
                    <a:pt x="63163" y="72513"/>
                  </a:cubicBezTo>
                  <a:cubicBezTo>
                    <a:pt x="63164" y="73069"/>
                    <a:pt x="63166" y="73608"/>
                    <a:pt x="63167" y="74147"/>
                  </a:cubicBezTo>
                  <a:cubicBezTo>
                    <a:pt x="63163" y="75948"/>
                    <a:pt x="63160" y="77749"/>
                    <a:pt x="63162" y="79551"/>
                  </a:cubicBezTo>
                  <a:cubicBezTo>
                    <a:pt x="63164" y="80842"/>
                    <a:pt x="63165" y="82133"/>
                    <a:pt x="63164" y="83425"/>
                  </a:cubicBezTo>
                  <a:cubicBezTo>
                    <a:pt x="63162" y="86107"/>
                    <a:pt x="63161" y="88789"/>
                    <a:pt x="63164" y="91472"/>
                  </a:cubicBezTo>
                  <a:cubicBezTo>
                    <a:pt x="63169" y="94973"/>
                    <a:pt x="63171" y="98474"/>
                    <a:pt x="63167" y="101975"/>
                  </a:cubicBezTo>
                  <a:cubicBezTo>
                    <a:pt x="63163" y="104700"/>
                    <a:pt x="63162" y="107425"/>
                    <a:pt x="63163" y="110150"/>
                  </a:cubicBezTo>
                  <a:cubicBezTo>
                    <a:pt x="63164" y="111448"/>
                    <a:pt x="63164" y="112747"/>
                    <a:pt x="63165" y="114045"/>
                  </a:cubicBezTo>
                  <a:cubicBezTo>
                    <a:pt x="63162" y="115922"/>
                    <a:pt x="63160" y="117799"/>
                    <a:pt x="63164" y="119676"/>
                  </a:cubicBezTo>
                  <a:cubicBezTo>
                    <a:pt x="63165" y="120258"/>
                    <a:pt x="63166" y="120823"/>
                    <a:pt x="63167" y="121388"/>
                  </a:cubicBezTo>
                  <a:cubicBezTo>
                    <a:pt x="63162" y="123195"/>
                    <a:pt x="63189" y="124981"/>
                    <a:pt x="63264" y="126789"/>
                  </a:cubicBezTo>
                  <a:cubicBezTo>
                    <a:pt x="64008" y="127533"/>
                    <a:pt x="64008" y="127533"/>
                    <a:pt x="65309" y="127626"/>
                  </a:cubicBezTo>
                  <a:cubicBezTo>
                    <a:pt x="66185" y="127626"/>
                    <a:pt x="66185" y="127626"/>
                    <a:pt x="67043" y="127626"/>
                  </a:cubicBezTo>
                  <a:cubicBezTo>
                    <a:pt x="67721" y="127628"/>
                    <a:pt x="68379" y="127630"/>
                    <a:pt x="69037" y="127632"/>
                  </a:cubicBezTo>
                  <a:cubicBezTo>
                    <a:pt x="69791" y="127631"/>
                    <a:pt x="70522" y="127629"/>
                    <a:pt x="71253" y="127627"/>
                  </a:cubicBezTo>
                  <a:cubicBezTo>
                    <a:pt x="73729" y="127631"/>
                    <a:pt x="76205" y="127634"/>
                    <a:pt x="78681" y="127631"/>
                  </a:cubicBezTo>
                  <a:cubicBezTo>
                    <a:pt x="80504" y="127630"/>
                    <a:pt x="82326" y="127630"/>
                    <a:pt x="84149" y="127631"/>
                  </a:cubicBezTo>
                  <a:cubicBezTo>
                    <a:pt x="89099" y="127635"/>
                    <a:pt x="94049" y="127636"/>
                    <a:pt x="99000" y="127634"/>
                  </a:cubicBezTo>
                  <a:cubicBezTo>
                    <a:pt x="102682" y="127632"/>
                    <a:pt x="106365" y="127631"/>
                    <a:pt x="110048" y="127632"/>
                  </a:cubicBezTo>
                  <a:cubicBezTo>
                    <a:pt x="110585" y="127632"/>
                    <a:pt x="111107" y="127632"/>
                    <a:pt x="111628" y="127632"/>
                  </a:cubicBezTo>
                  <a:cubicBezTo>
                    <a:pt x="112688" y="127633"/>
                    <a:pt x="113748" y="127633"/>
                    <a:pt x="114807" y="127633"/>
                  </a:cubicBezTo>
                  <a:cubicBezTo>
                    <a:pt x="124757" y="127635"/>
                    <a:pt x="134706" y="127634"/>
                    <a:pt x="144655" y="127630"/>
                  </a:cubicBezTo>
                  <a:cubicBezTo>
                    <a:pt x="153228" y="127626"/>
                    <a:pt x="161801" y="127626"/>
                    <a:pt x="170374" y="127629"/>
                  </a:cubicBezTo>
                  <a:cubicBezTo>
                    <a:pt x="180356" y="127633"/>
                    <a:pt x="190338" y="127636"/>
                    <a:pt x="200320" y="127633"/>
                  </a:cubicBezTo>
                  <a:cubicBezTo>
                    <a:pt x="201384" y="127633"/>
                    <a:pt x="202449" y="127633"/>
                    <a:pt x="203513" y="127633"/>
                  </a:cubicBezTo>
                  <a:cubicBezTo>
                    <a:pt x="204315" y="127633"/>
                    <a:pt x="204315" y="127633"/>
                    <a:pt x="205101" y="127632"/>
                  </a:cubicBezTo>
                  <a:cubicBezTo>
                    <a:pt x="208785" y="127632"/>
                    <a:pt x="212469" y="127632"/>
                    <a:pt x="216153" y="127633"/>
                  </a:cubicBezTo>
                  <a:cubicBezTo>
                    <a:pt x="220688" y="127636"/>
                    <a:pt x="225223" y="127636"/>
                    <a:pt x="229759" y="127633"/>
                  </a:cubicBezTo>
                  <a:cubicBezTo>
                    <a:pt x="231620" y="127631"/>
                    <a:pt x="233481" y="127630"/>
                    <a:pt x="235343" y="127629"/>
                  </a:cubicBezTo>
                  <a:cubicBezTo>
                    <a:pt x="237944" y="127631"/>
                    <a:pt x="240545" y="127634"/>
                    <a:pt x="243146" y="127631"/>
                  </a:cubicBezTo>
                  <a:cubicBezTo>
                    <a:pt x="243943" y="127630"/>
                    <a:pt x="244717" y="127628"/>
                    <a:pt x="245491" y="127627"/>
                  </a:cubicBezTo>
                  <a:cubicBezTo>
                    <a:pt x="246239" y="127629"/>
                    <a:pt x="246966" y="127631"/>
                    <a:pt x="247692" y="127632"/>
                  </a:cubicBezTo>
                  <a:cubicBezTo>
                    <a:pt x="248376" y="127630"/>
                    <a:pt x="249040" y="127628"/>
                    <a:pt x="249704" y="127626"/>
                  </a:cubicBezTo>
                  <a:cubicBezTo>
                    <a:pt x="251908" y="127626"/>
                    <a:pt x="253925" y="127599"/>
                    <a:pt x="255996" y="126789"/>
                  </a:cubicBezTo>
                  <a:cubicBezTo>
                    <a:pt x="256326" y="124496"/>
                    <a:pt x="256326" y="124496"/>
                    <a:pt x="256319" y="123013"/>
                  </a:cubicBezTo>
                  <a:cubicBezTo>
                    <a:pt x="256292" y="122186"/>
                    <a:pt x="256292" y="122186"/>
                    <a:pt x="256266" y="121376"/>
                  </a:cubicBezTo>
                  <a:cubicBezTo>
                    <a:pt x="256244" y="119570"/>
                    <a:pt x="256218" y="117766"/>
                    <a:pt x="256173" y="115961"/>
                  </a:cubicBezTo>
                  <a:cubicBezTo>
                    <a:pt x="256140" y="114667"/>
                    <a:pt x="256113" y="113374"/>
                    <a:pt x="256091" y="112081"/>
                  </a:cubicBezTo>
                  <a:cubicBezTo>
                    <a:pt x="256040" y="108698"/>
                    <a:pt x="255979" y="105316"/>
                    <a:pt x="255903" y="101934"/>
                  </a:cubicBezTo>
                  <a:cubicBezTo>
                    <a:pt x="255824" y="98426"/>
                    <a:pt x="255758" y="94919"/>
                    <a:pt x="255697" y="91411"/>
                  </a:cubicBezTo>
                  <a:cubicBezTo>
                    <a:pt x="255568" y="83855"/>
                    <a:pt x="255418" y="76300"/>
                    <a:pt x="255252" y="68746"/>
                  </a:cubicBezTo>
                  <a:cubicBezTo>
                    <a:pt x="231471" y="68636"/>
                    <a:pt x="207690" y="68531"/>
                    <a:pt x="183909" y="68430"/>
                  </a:cubicBezTo>
                  <a:cubicBezTo>
                    <a:pt x="181044" y="68418"/>
                    <a:pt x="178180" y="68406"/>
                    <a:pt x="175315" y="68394"/>
                  </a:cubicBezTo>
                  <a:cubicBezTo>
                    <a:pt x="174727" y="68392"/>
                    <a:pt x="174156" y="68389"/>
                    <a:pt x="173585" y="68387"/>
                  </a:cubicBezTo>
                  <a:cubicBezTo>
                    <a:pt x="164314" y="68348"/>
                    <a:pt x="155043" y="68306"/>
                    <a:pt x="145772" y="68263"/>
                  </a:cubicBezTo>
                  <a:cubicBezTo>
                    <a:pt x="136231" y="68219"/>
                    <a:pt x="126690" y="68177"/>
                    <a:pt x="117149" y="68138"/>
                  </a:cubicBezTo>
                  <a:cubicBezTo>
                    <a:pt x="111267" y="68114"/>
                    <a:pt x="105386" y="68090"/>
                    <a:pt x="99504" y="68061"/>
                  </a:cubicBezTo>
                  <a:cubicBezTo>
                    <a:pt x="95436" y="68041"/>
                    <a:pt x="91369" y="68023"/>
                    <a:pt x="87301" y="68007"/>
                  </a:cubicBezTo>
                  <a:cubicBezTo>
                    <a:pt x="85417" y="68000"/>
                    <a:pt x="83532" y="67993"/>
                    <a:pt x="81648" y="67985"/>
                  </a:cubicBezTo>
                  <a:cubicBezTo>
                    <a:pt x="79007" y="67971"/>
                    <a:pt x="76367" y="67957"/>
                    <a:pt x="73726" y="67948"/>
                  </a:cubicBezTo>
                  <a:cubicBezTo>
                    <a:pt x="72921" y="67945"/>
                    <a:pt x="72139" y="67943"/>
                    <a:pt x="71358" y="67940"/>
                  </a:cubicBezTo>
                  <a:cubicBezTo>
                    <a:pt x="70593" y="67935"/>
                    <a:pt x="69851" y="67930"/>
                    <a:pt x="69109" y="67925"/>
                  </a:cubicBezTo>
                  <a:cubicBezTo>
                    <a:pt x="68422" y="67924"/>
                    <a:pt x="67754" y="67923"/>
                    <a:pt x="67086" y="67922"/>
                  </a:cubicBezTo>
                  <a:cubicBezTo>
                    <a:pt x="66488" y="67919"/>
                    <a:pt x="65907" y="67916"/>
                    <a:pt x="65327" y="67914"/>
                  </a:cubicBezTo>
                  <a:close/>
                  <a:moveTo>
                    <a:pt x="12935" y="2"/>
                  </a:moveTo>
                  <a:cubicBezTo>
                    <a:pt x="14692" y="-2"/>
                    <a:pt x="16450" y="4"/>
                    <a:pt x="18207" y="10"/>
                  </a:cubicBezTo>
                  <a:cubicBezTo>
                    <a:pt x="19482" y="8"/>
                    <a:pt x="20757" y="7"/>
                    <a:pt x="22031" y="4"/>
                  </a:cubicBezTo>
                  <a:cubicBezTo>
                    <a:pt x="25530" y="-1"/>
                    <a:pt x="29030" y="4"/>
                    <a:pt x="32529" y="10"/>
                  </a:cubicBezTo>
                  <a:cubicBezTo>
                    <a:pt x="36304" y="15"/>
                    <a:pt x="40079" y="11"/>
                    <a:pt x="43854" y="8"/>
                  </a:cubicBezTo>
                  <a:cubicBezTo>
                    <a:pt x="51248" y="5"/>
                    <a:pt x="58642" y="9"/>
                    <a:pt x="66036" y="16"/>
                  </a:cubicBezTo>
                  <a:cubicBezTo>
                    <a:pt x="74645" y="24"/>
                    <a:pt x="83253" y="23"/>
                    <a:pt x="91862" y="23"/>
                  </a:cubicBezTo>
                  <a:cubicBezTo>
                    <a:pt x="107222" y="23"/>
                    <a:pt x="122581" y="30"/>
                    <a:pt x="137940" y="40"/>
                  </a:cubicBezTo>
                  <a:cubicBezTo>
                    <a:pt x="152848" y="51"/>
                    <a:pt x="167755" y="56"/>
                    <a:pt x="182662" y="56"/>
                  </a:cubicBezTo>
                  <a:cubicBezTo>
                    <a:pt x="183580" y="56"/>
                    <a:pt x="184498" y="56"/>
                    <a:pt x="185444" y="56"/>
                  </a:cubicBezTo>
                  <a:cubicBezTo>
                    <a:pt x="186819" y="56"/>
                    <a:pt x="186819" y="56"/>
                    <a:pt x="188222" y="55"/>
                  </a:cubicBezTo>
                  <a:cubicBezTo>
                    <a:pt x="205188" y="55"/>
                    <a:pt x="222154" y="59"/>
                    <a:pt x="239120" y="66"/>
                  </a:cubicBezTo>
                  <a:cubicBezTo>
                    <a:pt x="245123" y="68"/>
                    <a:pt x="251125" y="69"/>
                    <a:pt x="257127" y="69"/>
                  </a:cubicBezTo>
                  <a:cubicBezTo>
                    <a:pt x="264441" y="70"/>
                    <a:pt x="271754" y="73"/>
                    <a:pt x="279068" y="80"/>
                  </a:cubicBezTo>
                  <a:cubicBezTo>
                    <a:pt x="282800" y="83"/>
                    <a:pt x="286532" y="86"/>
                    <a:pt x="290265" y="85"/>
                  </a:cubicBezTo>
                  <a:cubicBezTo>
                    <a:pt x="293681" y="84"/>
                    <a:pt x="297096" y="87"/>
                    <a:pt x="300512" y="92"/>
                  </a:cubicBezTo>
                  <a:cubicBezTo>
                    <a:pt x="301749" y="93"/>
                    <a:pt x="302985" y="93"/>
                    <a:pt x="304221" y="92"/>
                  </a:cubicBezTo>
                  <a:cubicBezTo>
                    <a:pt x="305901" y="91"/>
                    <a:pt x="307581" y="94"/>
                    <a:pt x="309261" y="98"/>
                  </a:cubicBezTo>
                  <a:cubicBezTo>
                    <a:pt x="310194" y="98"/>
                    <a:pt x="311128" y="99"/>
                    <a:pt x="312089" y="99"/>
                  </a:cubicBezTo>
                  <a:cubicBezTo>
                    <a:pt x="319342" y="360"/>
                    <a:pt x="319342" y="360"/>
                    <a:pt x="320664" y="1682"/>
                  </a:cubicBezTo>
                  <a:cubicBezTo>
                    <a:pt x="320737" y="2697"/>
                    <a:pt x="320758" y="3717"/>
                    <a:pt x="320759" y="4735"/>
                  </a:cubicBezTo>
                  <a:cubicBezTo>
                    <a:pt x="320762" y="5397"/>
                    <a:pt x="320764" y="6059"/>
                    <a:pt x="320767" y="6741"/>
                  </a:cubicBezTo>
                  <a:cubicBezTo>
                    <a:pt x="320765" y="7477"/>
                    <a:pt x="320764" y="8212"/>
                    <a:pt x="320763" y="8970"/>
                  </a:cubicBezTo>
                  <a:cubicBezTo>
                    <a:pt x="320765" y="9745"/>
                    <a:pt x="320766" y="10520"/>
                    <a:pt x="320768" y="11319"/>
                  </a:cubicBezTo>
                  <a:cubicBezTo>
                    <a:pt x="320773" y="13937"/>
                    <a:pt x="320772" y="16555"/>
                    <a:pt x="320772" y="19173"/>
                  </a:cubicBezTo>
                  <a:cubicBezTo>
                    <a:pt x="320774" y="21042"/>
                    <a:pt x="320776" y="22910"/>
                    <a:pt x="320779" y="24779"/>
                  </a:cubicBezTo>
                  <a:cubicBezTo>
                    <a:pt x="320785" y="29340"/>
                    <a:pt x="320787" y="33900"/>
                    <a:pt x="320788" y="38461"/>
                  </a:cubicBezTo>
                  <a:cubicBezTo>
                    <a:pt x="320788" y="42166"/>
                    <a:pt x="320790" y="45871"/>
                    <a:pt x="320792" y="49576"/>
                  </a:cubicBezTo>
                  <a:cubicBezTo>
                    <a:pt x="320799" y="60069"/>
                    <a:pt x="320802" y="70561"/>
                    <a:pt x="320802" y="81054"/>
                  </a:cubicBezTo>
                  <a:cubicBezTo>
                    <a:pt x="320802" y="81903"/>
                    <a:pt x="320802" y="81903"/>
                    <a:pt x="320801" y="82770"/>
                  </a:cubicBezTo>
                  <a:cubicBezTo>
                    <a:pt x="320801" y="83336"/>
                    <a:pt x="320801" y="83903"/>
                    <a:pt x="320801" y="84487"/>
                  </a:cubicBezTo>
                  <a:cubicBezTo>
                    <a:pt x="320801" y="93680"/>
                    <a:pt x="320808" y="102873"/>
                    <a:pt x="320819" y="112066"/>
                  </a:cubicBezTo>
                  <a:cubicBezTo>
                    <a:pt x="320829" y="121493"/>
                    <a:pt x="320835" y="130920"/>
                    <a:pt x="320834" y="140347"/>
                  </a:cubicBezTo>
                  <a:cubicBezTo>
                    <a:pt x="320834" y="145645"/>
                    <a:pt x="320836" y="150942"/>
                    <a:pt x="320844" y="156240"/>
                  </a:cubicBezTo>
                  <a:cubicBezTo>
                    <a:pt x="320851" y="161219"/>
                    <a:pt x="320851" y="166198"/>
                    <a:pt x="320846" y="171177"/>
                  </a:cubicBezTo>
                  <a:cubicBezTo>
                    <a:pt x="320845" y="173010"/>
                    <a:pt x="320847" y="174843"/>
                    <a:pt x="320851" y="176677"/>
                  </a:cubicBezTo>
                  <a:cubicBezTo>
                    <a:pt x="320857" y="179168"/>
                    <a:pt x="320853" y="181658"/>
                    <a:pt x="320848" y="184149"/>
                  </a:cubicBezTo>
                  <a:cubicBezTo>
                    <a:pt x="320851" y="184885"/>
                    <a:pt x="320855" y="185621"/>
                    <a:pt x="320859" y="186379"/>
                  </a:cubicBezTo>
                  <a:cubicBezTo>
                    <a:pt x="320856" y="187041"/>
                    <a:pt x="320852" y="187703"/>
                    <a:pt x="320849" y="188385"/>
                  </a:cubicBezTo>
                  <a:cubicBezTo>
                    <a:pt x="320849" y="189248"/>
                    <a:pt x="320849" y="189248"/>
                    <a:pt x="320849" y="190129"/>
                  </a:cubicBezTo>
                  <a:cubicBezTo>
                    <a:pt x="320788" y="190561"/>
                    <a:pt x="320727" y="190993"/>
                    <a:pt x="320664" y="191438"/>
                  </a:cubicBezTo>
                  <a:cubicBezTo>
                    <a:pt x="318516" y="192511"/>
                    <a:pt x="316666" y="192276"/>
                    <a:pt x="314265" y="192276"/>
                  </a:cubicBezTo>
                  <a:cubicBezTo>
                    <a:pt x="313755" y="192277"/>
                    <a:pt x="313245" y="192279"/>
                    <a:pt x="312719" y="192280"/>
                  </a:cubicBezTo>
                  <a:cubicBezTo>
                    <a:pt x="311001" y="192283"/>
                    <a:pt x="309284" y="192280"/>
                    <a:pt x="307566" y="192278"/>
                  </a:cubicBezTo>
                  <a:cubicBezTo>
                    <a:pt x="306337" y="192279"/>
                    <a:pt x="305109" y="192280"/>
                    <a:pt x="303881" y="192282"/>
                  </a:cubicBezTo>
                  <a:cubicBezTo>
                    <a:pt x="300539" y="192285"/>
                    <a:pt x="297196" y="192284"/>
                    <a:pt x="293854" y="192282"/>
                  </a:cubicBezTo>
                  <a:cubicBezTo>
                    <a:pt x="290361" y="192280"/>
                    <a:pt x="286868" y="192282"/>
                    <a:pt x="283375" y="192283"/>
                  </a:cubicBezTo>
                  <a:cubicBezTo>
                    <a:pt x="277508" y="192284"/>
                    <a:pt x="271641" y="192282"/>
                    <a:pt x="265773" y="192279"/>
                  </a:cubicBezTo>
                  <a:cubicBezTo>
                    <a:pt x="258985" y="192275"/>
                    <a:pt x="252196" y="192276"/>
                    <a:pt x="245408" y="192280"/>
                  </a:cubicBezTo>
                  <a:cubicBezTo>
                    <a:pt x="239586" y="192284"/>
                    <a:pt x="233764" y="192284"/>
                    <a:pt x="227943" y="192282"/>
                  </a:cubicBezTo>
                  <a:cubicBezTo>
                    <a:pt x="224463" y="192281"/>
                    <a:pt x="220983" y="192281"/>
                    <a:pt x="217503" y="192283"/>
                  </a:cubicBezTo>
                  <a:cubicBezTo>
                    <a:pt x="214231" y="192285"/>
                    <a:pt x="210959" y="192284"/>
                    <a:pt x="207687" y="192280"/>
                  </a:cubicBezTo>
                  <a:cubicBezTo>
                    <a:pt x="206484" y="192279"/>
                    <a:pt x="205282" y="192279"/>
                    <a:pt x="204079" y="192281"/>
                  </a:cubicBezTo>
                  <a:cubicBezTo>
                    <a:pt x="202441" y="192283"/>
                    <a:pt x="200802" y="192280"/>
                    <a:pt x="199164" y="192276"/>
                  </a:cubicBezTo>
                  <a:cubicBezTo>
                    <a:pt x="198246" y="192276"/>
                    <a:pt x="197328" y="192276"/>
                    <a:pt x="196383" y="192275"/>
                  </a:cubicBezTo>
                  <a:cubicBezTo>
                    <a:pt x="194160" y="192182"/>
                    <a:pt x="194160" y="192182"/>
                    <a:pt x="191927" y="191438"/>
                  </a:cubicBezTo>
                  <a:cubicBezTo>
                    <a:pt x="191927" y="244971"/>
                    <a:pt x="191927" y="298505"/>
                    <a:pt x="191927" y="353660"/>
                  </a:cubicBezTo>
                  <a:cubicBezTo>
                    <a:pt x="191191" y="353660"/>
                    <a:pt x="190454" y="353660"/>
                    <a:pt x="189695" y="353660"/>
                  </a:cubicBezTo>
                  <a:cubicBezTo>
                    <a:pt x="189640" y="354534"/>
                    <a:pt x="189640" y="354534"/>
                    <a:pt x="189584" y="355425"/>
                  </a:cubicBezTo>
                  <a:cubicBezTo>
                    <a:pt x="189529" y="356178"/>
                    <a:pt x="189473" y="356931"/>
                    <a:pt x="189416" y="357707"/>
                  </a:cubicBezTo>
                  <a:cubicBezTo>
                    <a:pt x="189364" y="358458"/>
                    <a:pt x="189312" y="359209"/>
                    <a:pt x="189259" y="359983"/>
                  </a:cubicBezTo>
                  <a:cubicBezTo>
                    <a:pt x="189157" y="360597"/>
                    <a:pt x="189055" y="361212"/>
                    <a:pt x="188951" y="361846"/>
                  </a:cubicBezTo>
                  <a:cubicBezTo>
                    <a:pt x="188460" y="362091"/>
                    <a:pt x="187968" y="362337"/>
                    <a:pt x="187462" y="362590"/>
                  </a:cubicBezTo>
                  <a:cubicBezTo>
                    <a:pt x="187301" y="363856"/>
                    <a:pt x="187301" y="363856"/>
                    <a:pt x="187137" y="365148"/>
                  </a:cubicBezTo>
                  <a:cubicBezTo>
                    <a:pt x="186999" y="366023"/>
                    <a:pt x="186861" y="366898"/>
                    <a:pt x="186718" y="367799"/>
                  </a:cubicBezTo>
                  <a:cubicBezTo>
                    <a:pt x="185982" y="368290"/>
                    <a:pt x="185245" y="368781"/>
                    <a:pt x="184486" y="369287"/>
                  </a:cubicBezTo>
                  <a:cubicBezTo>
                    <a:pt x="184363" y="369916"/>
                    <a:pt x="184240" y="370546"/>
                    <a:pt x="184114" y="371194"/>
                  </a:cubicBezTo>
                  <a:cubicBezTo>
                    <a:pt x="183991" y="371793"/>
                    <a:pt x="183868" y="372391"/>
                    <a:pt x="183742" y="373008"/>
                  </a:cubicBezTo>
                  <a:cubicBezTo>
                    <a:pt x="183005" y="373253"/>
                    <a:pt x="182268" y="373499"/>
                    <a:pt x="181509" y="373752"/>
                  </a:cubicBezTo>
                  <a:cubicBezTo>
                    <a:pt x="181264" y="374489"/>
                    <a:pt x="181018" y="375225"/>
                    <a:pt x="180765" y="375985"/>
                  </a:cubicBezTo>
                  <a:cubicBezTo>
                    <a:pt x="180028" y="376230"/>
                    <a:pt x="179292" y="376476"/>
                    <a:pt x="178533" y="376729"/>
                  </a:cubicBezTo>
                  <a:cubicBezTo>
                    <a:pt x="178287" y="377235"/>
                    <a:pt x="178042" y="377742"/>
                    <a:pt x="177789" y="378263"/>
                  </a:cubicBezTo>
                  <a:cubicBezTo>
                    <a:pt x="177543" y="378739"/>
                    <a:pt x="177297" y="379215"/>
                    <a:pt x="177044" y="379705"/>
                  </a:cubicBezTo>
                  <a:cubicBezTo>
                    <a:pt x="176308" y="379705"/>
                    <a:pt x="175571" y="379705"/>
                    <a:pt x="174812" y="379705"/>
                  </a:cubicBezTo>
                  <a:cubicBezTo>
                    <a:pt x="174674" y="380626"/>
                    <a:pt x="174674" y="380626"/>
                    <a:pt x="174533" y="381566"/>
                  </a:cubicBezTo>
                  <a:cubicBezTo>
                    <a:pt x="174379" y="382179"/>
                    <a:pt x="174226" y="382793"/>
                    <a:pt x="174068" y="383426"/>
                  </a:cubicBezTo>
                  <a:cubicBezTo>
                    <a:pt x="172828" y="383458"/>
                    <a:pt x="171587" y="383456"/>
                    <a:pt x="170347" y="383426"/>
                  </a:cubicBezTo>
                  <a:cubicBezTo>
                    <a:pt x="170141" y="383905"/>
                    <a:pt x="169935" y="384383"/>
                    <a:pt x="169722" y="384876"/>
                  </a:cubicBezTo>
                  <a:cubicBezTo>
                    <a:pt x="169437" y="385380"/>
                    <a:pt x="169152" y="385884"/>
                    <a:pt x="168859" y="386402"/>
                  </a:cubicBezTo>
                  <a:cubicBezTo>
                    <a:pt x="167086" y="386856"/>
                    <a:pt x="167086" y="386856"/>
                    <a:pt x="165045" y="386961"/>
                  </a:cubicBezTo>
                  <a:cubicBezTo>
                    <a:pt x="164368" y="387003"/>
                    <a:pt x="163691" y="387045"/>
                    <a:pt x="162993" y="387088"/>
                  </a:cubicBezTo>
                  <a:cubicBezTo>
                    <a:pt x="162473" y="387108"/>
                    <a:pt x="161953" y="387127"/>
                    <a:pt x="161417" y="387147"/>
                  </a:cubicBezTo>
                  <a:cubicBezTo>
                    <a:pt x="161417" y="388129"/>
                    <a:pt x="161417" y="389111"/>
                    <a:pt x="161417" y="390123"/>
                  </a:cubicBezTo>
                  <a:cubicBezTo>
                    <a:pt x="160782" y="390151"/>
                    <a:pt x="160146" y="390179"/>
                    <a:pt x="159490" y="390207"/>
                  </a:cubicBezTo>
                  <a:cubicBezTo>
                    <a:pt x="158668" y="390256"/>
                    <a:pt x="157846" y="390305"/>
                    <a:pt x="156999" y="390356"/>
                  </a:cubicBezTo>
                  <a:cubicBezTo>
                    <a:pt x="156179" y="390399"/>
                    <a:pt x="155359" y="390442"/>
                    <a:pt x="154514" y="390487"/>
                  </a:cubicBezTo>
                  <a:cubicBezTo>
                    <a:pt x="153845" y="390612"/>
                    <a:pt x="153177" y="390738"/>
                    <a:pt x="152488" y="390867"/>
                  </a:cubicBezTo>
                  <a:cubicBezTo>
                    <a:pt x="152242" y="391604"/>
                    <a:pt x="151997" y="392341"/>
                    <a:pt x="151744" y="393100"/>
                  </a:cubicBezTo>
                  <a:cubicBezTo>
                    <a:pt x="150385" y="393410"/>
                    <a:pt x="150385" y="393410"/>
                    <a:pt x="148630" y="393454"/>
                  </a:cubicBezTo>
                  <a:cubicBezTo>
                    <a:pt x="148002" y="393477"/>
                    <a:pt x="147373" y="393500"/>
                    <a:pt x="146725" y="393524"/>
                  </a:cubicBezTo>
                  <a:cubicBezTo>
                    <a:pt x="145733" y="393544"/>
                    <a:pt x="145733" y="393544"/>
                    <a:pt x="144721" y="393565"/>
                  </a:cubicBezTo>
                  <a:cubicBezTo>
                    <a:pt x="143419" y="393603"/>
                    <a:pt x="142118" y="393643"/>
                    <a:pt x="140817" y="393687"/>
                  </a:cubicBezTo>
                  <a:cubicBezTo>
                    <a:pt x="139947" y="393706"/>
                    <a:pt x="139947" y="393706"/>
                    <a:pt x="139060" y="393727"/>
                  </a:cubicBezTo>
                  <a:cubicBezTo>
                    <a:pt x="137546" y="393757"/>
                    <a:pt x="137546" y="393757"/>
                    <a:pt x="136117" y="394588"/>
                  </a:cubicBezTo>
                  <a:cubicBezTo>
                    <a:pt x="136117" y="395325"/>
                    <a:pt x="136117" y="396061"/>
                    <a:pt x="136117" y="396820"/>
                  </a:cubicBezTo>
                  <a:cubicBezTo>
                    <a:pt x="128174" y="396838"/>
                    <a:pt x="120231" y="396851"/>
                    <a:pt x="112287" y="396859"/>
                  </a:cubicBezTo>
                  <a:cubicBezTo>
                    <a:pt x="108599" y="396863"/>
                    <a:pt x="104912" y="396868"/>
                    <a:pt x="101224" y="396877"/>
                  </a:cubicBezTo>
                  <a:cubicBezTo>
                    <a:pt x="97668" y="396885"/>
                    <a:pt x="94112" y="396889"/>
                    <a:pt x="90556" y="396891"/>
                  </a:cubicBezTo>
                  <a:cubicBezTo>
                    <a:pt x="89196" y="396892"/>
                    <a:pt x="87836" y="396895"/>
                    <a:pt x="86476" y="396899"/>
                  </a:cubicBezTo>
                  <a:cubicBezTo>
                    <a:pt x="84579" y="396904"/>
                    <a:pt x="82681" y="396905"/>
                    <a:pt x="80783" y="396905"/>
                  </a:cubicBezTo>
                  <a:cubicBezTo>
                    <a:pt x="80215" y="396908"/>
                    <a:pt x="79647" y="396910"/>
                    <a:pt x="79062" y="396913"/>
                  </a:cubicBezTo>
                  <a:cubicBezTo>
                    <a:pt x="75182" y="396905"/>
                    <a:pt x="75182" y="396905"/>
                    <a:pt x="74353" y="396076"/>
                  </a:cubicBezTo>
                  <a:cubicBezTo>
                    <a:pt x="74264" y="395050"/>
                    <a:pt x="74220" y="394019"/>
                    <a:pt x="74196" y="392989"/>
                  </a:cubicBezTo>
                  <a:cubicBezTo>
                    <a:pt x="74175" y="392364"/>
                    <a:pt x="74154" y="391738"/>
                    <a:pt x="74132" y="391094"/>
                  </a:cubicBezTo>
                  <a:cubicBezTo>
                    <a:pt x="74094" y="389771"/>
                    <a:pt x="74061" y="388447"/>
                    <a:pt x="74033" y="387123"/>
                  </a:cubicBezTo>
                  <a:cubicBezTo>
                    <a:pt x="74010" y="386496"/>
                    <a:pt x="73987" y="385869"/>
                    <a:pt x="73964" y="385222"/>
                  </a:cubicBezTo>
                  <a:cubicBezTo>
                    <a:pt x="73941" y="384358"/>
                    <a:pt x="73941" y="384358"/>
                    <a:pt x="73919" y="383477"/>
                  </a:cubicBezTo>
                  <a:cubicBezTo>
                    <a:pt x="73536" y="381574"/>
                    <a:pt x="72729" y="381044"/>
                    <a:pt x="71376" y="379705"/>
                  </a:cubicBezTo>
                  <a:cubicBezTo>
                    <a:pt x="71328" y="378235"/>
                    <a:pt x="71287" y="376763"/>
                    <a:pt x="71342" y="375293"/>
                  </a:cubicBezTo>
                  <a:cubicBezTo>
                    <a:pt x="71389" y="373209"/>
                    <a:pt x="71125" y="371309"/>
                    <a:pt x="70632" y="369287"/>
                  </a:cubicBezTo>
                  <a:cubicBezTo>
                    <a:pt x="70141" y="369042"/>
                    <a:pt x="69650" y="368796"/>
                    <a:pt x="69144" y="368543"/>
                  </a:cubicBezTo>
                  <a:cubicBezTo>
                    <a:pt x="68879" y="366232"/>
                    <a:pt x="68813" y="363937"/>
                    <a:pt x="68728" y="361613"/>
                  </a:cubicBezTo>
                  <a:cubicBezTo>
                    <a:pt x="68620" y="360953"/>
                    <a:pt x="68512" y="360293"/>
                    <a:pt x="68400" y="359613"/>
                  </a:cubicBezTo>
                  <a:cubicBezTo>
                    <a:pt x="67663" y="359368"/>
                    <a:pt x="66927" y="359122"/>
                    <a:pt x="66167" y="358869"/>
                  </a:cubicBezTo>
                  <a:cubicBezTo>
                    <a:pt x="65787" y="356680"/>
                    <a:pt x="65787" y="356680"/>
                    <a:pt x="65656" y="353986"/>
                  </a:cubicBezTo>
                  <a:cubicBezTo>
                    <a:pt x="65607" y="353095"/>
                    <a:pt x="65558" y="352204"/>
                    <a:pt x="65508" y="351285"/>
                  </a:cubicBezTo>
                  <a:cubicBezTo>
                    <a:pt x="65480" y="350596"/>
                    <a:pt x="65452" y="349906"/>
                    <a:pt x="65423" y="349195"/>
                  </a:cubicBezTo>
                  <a:cubicBezTo>
                    <a:pt x="64932" y="349195"/>
                    <a:pt x="64441" y="349195"/>
                    <a:pt x="63935" y="349195"/>
                  </a:cubicBezTo>
                  <a:cubicBezTo>
                    <a:pt x="63893" y="348509"/>
                    <a:pt x="63893" y="348509"/>
                    <a:pt x="63851" y="347809"/>
                  </a:cubicBezTo>
                  <a:cubicBezTo>
                    <a:pt x="63802" y="347207"/>
                    <a:pt x="63753" y="346606"/>
                    <a:pt x="63703" y="345986"/>
                  </a:cubicBezTo>
                  <a:cubicBezTo>
                    <a:pt x="63659" y="345391"/>
                    <a:pt x="63616" y="344795"/>
                    <a:pt x="63572" y="344181"/>
                  </a:cubicBezTo>
                  <a:cubicBezTo>
                    <a:pt x="63342" y="342446"/>
                    <a:pt x="63342" y="342446"/>
                    <a:pt x="62075" y="341428"/>
                  </a:cubicBezTo>
                  <a:cubicBezTo>
                    <a:pt x="60459" y="339746"/>
                    <a:pt x="60582" y="338322"/>
                    <a:pt x="60447" y="336033"/>
                  </a:cubicBezTo>
                  <a:cubicBezTo>
                    <a:pt x="60398" y="335294"/>
                    <a:pt x="60349" y="334554"/>
                    <a:pt x="60299" y="333792"/>
                  </a:cubicBezTo>
                  <a:cubicBezTo>
                    <a:pt x="60271" y="333227"/>
                    <a:pt x="60243" y="332662"/>
                    <a:pt x="60214" y="332080"/>
                  </a:cubicBezTo>
                  <a:cubicBezTo>
                    <a:pt x="59478" y="332080"/>
                    <a:pt x="58741" y="332080"/>
                    <a:pt x="57982" y="332080"/>
                  </a:cubicBezTo>
                  <a:cubicBezTo>
                    <a:pt x="57962" y="330483"/>
                    <a:pt x="57947" y="328887"/>
                    <a:pt x="57935" y="327290"/>
                  </a:cubicBezTo>
                  <a:cubicBezTo>
                    <a:pt x="57927" y="326401"/>
                    <a:pt x="57918" y="325511"/>
                    <a:pt x="57909" y="324595"/>
                  </a:cubicBezTo>
                  <a:cubicBezTo>
                    <a:pt x="57982" y="322406"/>
                    <a:pt x="57982" y="322406"/>
                    <a:pt x="58726" y="321662"/>
                  </a:cubicBezTo>
                  <a:cubicBezTo>
                    <a:pt x="60051" y="321597"/>
                    <a:pt x="61379" y="321583"/>
                    <a:pt x="62705" y="321590"/>
                  </a:cubicBezTo>
                  <a:cubicBezTo>
                    <a:pt x="63509" y="321592"/>
                    <a:pt x="64312" y="321594"/>
                    <a:pt x="65140" y="321597"/>
                  </a:cubicBezTo>
                  <a:cubicBezTo>
                    <a:pt x="65986" y="321603"/>
                    <a:pt x="66831" y="321609"/>
                    <a:pt x="67702" y="321616"/>
                  </a:cubicBezTo>
                  <a:cubicBezTo>
                    <a:pt x="68975" y="321621"/>
                    <a:pt x="68975" y="321621"/>
                    <a:pt x="70273" y="321626"/>
                  </a:cubicBezTo>
                  <a:cubicBezTo>
                    <a:pt x="72377" y="321635"/>
                    <a:pt x="74481" y="321647"/>
                    <a:pt x="76585" y="321662"/>
                  </a:cubicBezTo>
                  <a:cubicBezTo>
                    <a:pt x="76585" y="322644"/>
                    <a:pt x="76585" y="323627"/>
                    <a:pt x="76585" y="324639"/>
                  </a:cubicBezTo>
                  <a:cubicBezTo>
                    <a:pt x="82394" y="324708"/>
                    <a:pt x="88202" y="324761"/>
                    <a:pt x="94011" y="324793"/>
                  </a:cubicBezTo>
                  <a:cubicBezTo>
                    <a:pt x="96708" y="324809"/>
                    <a:pt x="99405" y="324830"/>
                    <a:pt x="102102" y="324863"/>
                  </a:cubicBezTo>
                  <a:cubicBezTo>
                    <a:pt x="104703" y="324896"/>
                    <a:pt x="107303" y="324913"/>
                    <a:pt x="109904" y="324921"/>
                  </a:cubicBezTo>
                  <a:cubicBezTo>
                    <a:pt x="111383" y="324929"/>
                    <a:pt x="112863" y="324953"/>
                    <a:pt x="114342" y="324976"/>
                  </a:cubicBezTo>
                  <a:cubicBezTo>
                    <a:pt x="115236" y="324976"/>
                    <a:pt x="116130" y="324976"/>
                    <a:pt x="117051" y="324977"/>
                  </a:cubicBezTo>
                  <a:cubicBezTo>
                    <a:pt x="118238" y="324987"/>
                    <a:pt x="118238" y="324987"/>
                    <a:pt x="119449" y="324997"/>
                  </a:cubicBezTo>
                  <a:cubicBezTo>
                    <a:pt x="120038" y="324879"/>
                    <a:pt x="120627" y="324761"/>
                    <a:pt x="121234" y="324639"/>
                  </a:cubicBezTo>
                  <a:cubicBezTo>
                    <a:pt x="121479" y="323657"/>
                    <a:pt x="121725" y="322674"/>
                    <a:pt x="121978" y="321662"/>
                  </a:cubicBezTo>
                  <a:cubicBezTo>
                    <a:pt x="124188" y="321417"/>
                    <a:pt x="126398" y="321171"/>
                    <a:pt x="128675" y="320918"/>
                  </a:cubicBezTo>
                  <a:cubicBezTo>
                    <a:pt x="129044" y="256825"/>
                    <a:pt x="129044" y="256825"/>
                    <a:pt x="129419" y="191438"/>
                  </a:cubicBezTo>
                  <a:cubicBezTo>
                    <a:pt x="128437" y="191683"/>
                    <a:pt x="127455" y="191929"/>
                    <a:pt x="126443" y="192182"/>
                  </a:cubicBezTo>
                  <a:cubicBezTo>
                    <a:pt x="124766" y="192250"/>
                    <a:pt x="123088" y="192276"/>
                    <a:pt x="121410" y="192276"/>
                  </a:cubicBezTo>
                  <a:cubicBezTo>
                    <a:pt x="120905" y="192277"/>
                    <a:pt x="120400" y="192279"/>
                    <a:pt x="119879" y="192280"/>
                  </a:cubicBezTo>
                  <a:cubicBezTo>
                    <a:pt x="118186" y="192283"/>
                    <a:pt x="116494" y="192280"/>
                    <a:pt x="114801" y="192278"/>
                  </a:cubicBezTo>
                  <a:cubicBezTo>
                    <a:pt x="113587" y="192279"/>
                    <a:pt x="112373" y="192280"/>
                    <a:pt x="111160" y="192282"/>
                  </a:cubicBezTo>
                  <a:cubicBezTo>
                    <a:pt x="107863" y="192285"/>
                    <a:pt x="104567" y="192284"/>
                    <a:pt x="101271" y="192282"/>
                  </a:cubicBezTo>
                  <a:cubicBezTo>
                    <a:pt x="97824" y="192280"/>
                    <a:pt x="94377" y="192282"/>
                    <a:pt x="90929" y="192283"/>
                  </a:cubicBezTo>
                  <a:cubicBezTo>
                    <a:pt x="85141" y="192284"/>
                    <a:pt x="79353" y="192282"/>
                    <a:pt x="73564" y="192279"/>
                  </a:cubicBezTo>
                  <a:cubicBezTo>
                    <a:pt x="66868" y="192275"/>
                    <a:pt x="60172" y="192276"/>
                    <a:pt x="53475" y="192280"/>
                  </a:cubicBezTo>
                  <a:cubicBezTo>
                    <a:pt x="47729" y="192284"/>
                    <a:pt x="41983" y="192284"/>
                    <a:pt x="36237" y="192282"/>
                  </a:cubicBezTo>
                  <a:cubicBezTo>
                    <a:pt x="32804" y="192281"/>
                    <a:pt x="29371" y="192281"/>
                    <a:pt x="25937" y="192283"/>
                  </a:cubicBezTo>
                  <a:cubicBezTo>
                    <a:pt x="22711" y="192285"/>
                    <a:pt x="19484" y="192284"/>
                    <a:pt x="16257" y="192280"/>
                  </a:cubicBezTo>
                  <a:cubicBezTo>
                    <a:pt x="15071" y="192279"/>
                    <a:pt x="13885" y="192279"/>
                    <a:pt x="12700" y="192281"/>
                  </a:cubicBezTo>
                  <a:cubicBezTo>
                    <a:pt x="11084" y="192283"/>
                    <a:pt x="9469" y="192280"/>
                    <a:pt x="7854" y="192276"/>
                  </a:cubicBezTo>
                  <a:cubicBezTo>
                    <a:pt x="6949" y="192276"/>
                    <a:pt x="6044" y="192276"/>
                    <a:pt x="5111" y="192275"/>
                  </a:cubicBezTo>
                  <a:cubicBezTo>
                    <a:pt x="2916" y="192182"/>
                    <a:pt x="2916" y="192182"/>
                    <a:pt x="683" y="191438"/>
                  </a:cubicBezTo>
                  <a:cubicBezTo>
                    <a:pt x="400" y="190130"/>
                    <a:pt x="400" y="190130"/>
                    <a:pt x="394" y="188387"/>
                  </a:cubicBezTo>
                  <a:cubicBezTo>
                    <a:pt x="386" y="187725"/>
                    <a:pt x="379" y="187064"/>
                    <a:pt x="371" y="186382"/>
                  </a:cubicBezTo>
                  <a:cubicBezTo>
                    <a:pt x="374" y="185647"/>
                    <a:pt x="377" y="184912"/>
                    <a:pt x="380" y="184154"/>
                  </a:cubicBezTo>
                  <a:cubicBezTo>
                    <a:pt x="374" y="183380"/>
                    <a:pt x="368" y="182605"/>
                    <a:pt x="363" y="181807"/>
                  </a:cubicBezTo>
                  <a:cubicBezTo>
                    <a:pt x="347" y="179191"/>
                    <a:pt x="347" y="176574"/>
                    <a:pt x="347" y="173958"/>
                  </a:cubicBezTo>
                  <a:cubicBezTo>
                    <a:pt x="339" y="172091"/>
                    <a:pt x="330" y="170223"/>
                    <a:pt x="321" y="168356"/>
                  </a:cubicBezTo>
                  <a:cubicBezTo>
                    <a:pt x="298" y="163269"/>
                    <a:pt x="289" y="158181"/>
                    <a:pt x="285" y="153094"/>
                  </a:cubicBezTo>
                  <a:cubicBezTo>
                    <a:pt x="282" y="149920"/>
                    <a:pt x="276" y="146746"/>
                    <a:pt x="268" y="143572"/>
                  </a:cubicBezTo>
                  <a:cubicBezTo>
                    <a:pt x="248" y="134791"/>
                    <a:pt x="232" y="126011"/>
                    <a:pt x="230" y="117230"/>
                  </a:cubicBezTo>
                  <a:cubicBezTo>
                    <a:pt x="230" y="116668"/>
                    <a:pt x="230" y="116106"/>
                    <a:pt x="230" y="115526"/>
                  </a:cubicBezTo>
                  <a:cubicBezTo>
                    <a:pt x="229" y="114386"/>
                    <a:pt x="229" y="113246"/>
                    <a:pt x="229" y="112106"/>
                  </a:cubicBezTo>
                  <a:cubicBezTo>
                    <a:pt x="229" y="111540"/>
                    <a:pt x="229" y="110974"/>
                    <a:pt x="229" y="110391"/>
                  </a:cubicBezTo>
                  <a:cubicBezTo>
                    <a:pt x="228" y="109824"/>
                    <a:pt x="228" y="109257"/>
                    <a:pt x="228" y="108674"/>
                  </a:cubicBezTo>
                  <a:cubicBezTo>
                    <a:pt x="226" y="99486"/>
                    <a:pt x="199" y="90299"/>
                    <a:pt x="160" y="81111"/>
                  </a:cubicBezTo>
                  <a:cubicBezTo>
                    <a:pt x="121" y="71688"/>
                    <a:pt x="102" y="62265"/>
                    <a:pt x="102" y="52842"/>
                  </a:cubicBezTo>
                  <a:cubicBezTo>
                    <a:pt x="102" y="47547"/>
                    <a:pt x="94" y="42253"/>
                    <a:pt x="64" y="36958"/>
                  </a:cubicBezTo>
                  <a:cubicBezTo>
                    <a:pt x="37" y="31981"/>
                    <a:pt x="36" y="27004"/>
                    <a:pt x="53" y="22027"/>
                  </a:cubicBezTo>
                  <a:cubicBezTo>
                    <a:pt x="55" y="20195"/>
                    <a:pt x="48" y="18363"/>
                    <a:pt x="32" y="16532"/>
                  </a:cubicBezTo>
                  <a:cubicBezTo>
                    <a:pt x="11" y="14040"/>
                    <a:pt x="22" y="11551"/>
                    <a:pt x="42" y="9060"/>
                  </a:cubicBezTo>
                  <a:cubicBezTo>
                    <a:pt x="28" y="8326"/>
                    <a:pt x="14" y="7593"/>
                    <a:pt x="0" y="6837"/>
                  </a:cubicBezTo>
                  <a:cubicBezTo>
                    <a:pt x="12" y="6173"/>
                    <a:pt x="24" y="5510"/>
                    <a:pt x="36" y="4826"/>
                  </a:cubicBezTo>
                  <a:cubicBezTo>
                    <a:pt x="35" y="4251"/>
                    <a:pt x="34" y="3675"/>
                    <a:pt x="34" y="3083"/>
                  </a:cubicBezTo>
                  <a:cubicBezTo>
                    <a:pt x="683" y="1682"/>
                    <a:pt x="683" y="1682"/>
                    <a:pt x="2987" y="753"/>
                  </a:cubicBezTo>
                  <a:cubicBezTo>
                    <a:pt x="5854" y="201"/>
                    <a:pt x="8425" y="8"/>
                    <a:pt x="11341" y="8"/>
                  </a:cubicBezTo>
                  <a:cubicBezTo>
                    <a:pt x="12130" y="5"/>
                    <a:pt x="12130" y="5"/>
                    <a:pt x="12935" y="2"/>
                  </a:cubicBezTo>
                  <a:close/>
                </a:path>
              </a:pathLst>
            </a:custGeom>
            <a:grpFill/>
            <a:ln w="744" cap="flat">
              <a:noFill/>
              <a:prstDash val="solid"/>
              <a:miter/>
            </a:ln>
          </p:spPr>
          <p:txBody>
            <a:bodyPr rtlCol="0" anchor="ctr"/>
            <a:lstStyle/>
            <a:p>
              <a:endParaRPr lang="zh-CN" altLang="en-US"/>
            </a:p>
          </p:txBody>
        </p:sp>
        <p:sp>
          <p:nvSpPr>
            <p:cNvPr id="97" name="任意多边形: 形状 96"/>
            <p:cNvSpPr/>
            <p:nvPr/>
          </p:nvSpPr>
          <p:spPr>
            <a:xfrm>
              <a:off x="8522648" y="800937"/>
              <a:ext cx="429573" cy="359341"/>
            </a:xfrm>
            <a:custGeom>
              <a:avLst/>
              <a:gdLst>
                <a:gd name="connsiteX0" fmla="*/ 318267 w 429573"/>
                <a:gd name="connsiteY0" fmla="*/ 1116 h 359341"/>
                <a:gd name="connsiteX1" fmla="*/ 323894 w 429573"/>
                <a:gd name="connsiteY1" fmla="*/ 744 h 359341"/>
                <a:gd name="connsiteX2" fmla="*/ 325468 w 429573"/>
                <a:gd name="connsiteY2" fmla="*/ 709 h 359341"/>
                <a:gd name="connsiteX3" fmla="*/ 329429 w 429573"/>
                <a:gd name="connsiteY3" fmla="*/ 1116 h 359341"/>
                <a:gd name="connsiteX4" fmla="*/ 330173 w 429573"/>
                <a:gd name="connsiteY4" fmla="*/ 4093 h 359341"/>
                <a:gd name="connsiteX5" fmla="*/ 333150 w 429573"/>
                <a:gd name="connsiteY5" fmla="*/ 4837 h 359341"/>
                <a:gd name="connsiteX6" fmla="*/ 333894 w 429573"/>
                <a:gd name="connsiteY6" fmla="*/ 7069 h 359341"/>
                <a:gd name="connsiteX7" fmla="*/ 335336 w 429573"/>
                <a:gd name="connsiteY7" fmla="*/ 7767 h 359341"/>
                <a:gd name="connsiteX8" fmla="*/ 338359 w 429573"/>
                <a:gd name="connsiteY8" fmla="*/ 11534 h 359341"/>
                <a:gd name="connsiteX9" fmla="*/ 340591 w 429573"/>
                <a:gd name="connsiteY9" fmla="*/ 12278 h 359341"/>
                <a:gd name="connsiteX10" fmla="*/ 341335 w 429573"/>
                <a:gd name="connsiteY10" fmla="*/ 14510 h 359341"/>
                <a:gd name="connsiteX11" fmla="*/ 342823 w 429573"/>
                <a:gd name="connsiteY11" fmla="*/ 14883 h 359341"/>
                <a:gd name="connsiteX12" fmla="*/ 344312 w 429573"/>
                <a:gd name="connsiteY12" fmla="*/ 15255 h 359341"/>
                <a:gd name="connsiteX13" fmla="*/ 345056 w 429573"/>
                <a:gd name="connsiteY13" fmla="*/ 17487 h 359341"/>
                <a:gd name="connsiteX14" fmla="*/ 348032 w 429573"/>
                <a:gd name="connsiteY14" fmla="*/ 20092 h 359341"/>
                <a:gd name="connsiteX15" fmla="*/ 351753 w 429573"/>
                <a:gd name="connsiteY15" fmla="*/ 24928 h 359341"/>
                <a:gd name="connsiteX16" fmla="*/ 353986 w 429573"/>
                <a:gd name="connsiteY16" fmla="*/ 25673 h 359341"/>
                <a:gd name="connsiteX17" fmla="*/ 354730 w 429573"/>
                <a:gd name="connsiteY17" fmla="*/ 27905 h 359341"/>
                <a:gd name="connsiteX18" fmla="*/ 356265 w 429573"/>
                <a:gd name="connsiteY18" fmla="*/ 28231 h 359341"/>
                <a:gd name="connsiteX19" fmla="*/ 357706 w 429573"/>
                <a:gd name="connsiteY19" fmla="*/ 28649 h 359341"/>
                <a:gd name="connsiteX20" fmla="*/ 357706 w 429573"/>
                <a:gd name="connsiteY20" fmla="*/ 31626 h 359341"/>
                <a:gd name="connsiteX21" fmla="*/ 362171 w 429573"/>
                <a:gd name="connsiteY21" fmla="*/ 33114 h 359341"/>
                <a:gd name="connsiteX22" fmla="*/ 363659 w 429573"/>
                <a:gd name="connsiteY22" fmla="*/ 36091 h 359341"/>
                <a:gd name="connsiteX23" fmla="*/ 365148 w 429573"/>
                <a:gd name="connsiteY23" fmla="*/ 36835 h 359341"/>
                <a:gd name="connsiteX24" fmla="*/ 365148 w 429573"/>
                <a:gd name="connsiteY24" fmla="*/ 41300 h 359341"/>
                <a:gd name="connsiteX25" fmla="*/ 362915 w 429573"/>
                <a:gd name="connsiteY25" fmla="*/ 42788 h 359341"/>
                <a:gd name="connsiteX26" fmla="*/ 362171 w 429573"/>
                <a:gd name="connsiteY26" fmla="*/ 45020 h 359341"/>
                <a:gd name="connsiteX27" fmla="*/ 359939 w 429573"/>
                <a:gd name="connsiteY27" fmla="*/ 45718 h 359341"/>
                <a:gd name="connsiteX28" fmla="*/ 357706 w 429573"/>
                <a:gd name="connsiteY28" fmla="*/ 46509 h 359341"/>
                <a:gd name="connsiteX29" fmla="*/ 356962 w 429573"/>
                <a:gd name="connsiteY29" fmla="*/ 49485 h 359341"/>
                <a:gd name="connsiteX30" fmla="*/ 354730 w 429573"/>
                <a:gd name="connsiteY30" fmla="*/ 52462 h 359341"/>
                <a:gd name="connsiteX31" fmla="*/ 351753 w 429573"/>
                <a:gd name="connsiteY31" fmla="*/ 52462 h 359341"/>
                <a:gd name="connsiteX32" fmla="*/ 351753 w 429573"/>
                <a:gd name="connsiteY32" fmla="*/ 55438 h 359341"/>
                <a:gd name="connsiteX33" fmla="*/ 348777 w 429573"/>
                <a:gd name="connsiteY33" fmla="*/ 56926 h 359341"/>
                <a:gd name="connsiteX34" fmla="*/ 348032 w 429573"/>
                <a:gd name="connsiteY34" fmla="*/ 59159 h 359341"/>
                <a:gd name="connsiteX35" fmla="*/ 345800 w 429573"/>
                <a:gd name="connsiteY35" fmla="*/ 59159 h 359341"/>
                <a:gd name="connsiteX36" fmla="*/ 345102 w 429573"/>
                <a:gd name="connsiteY36" fmla="*/ 60973 h 359341"/>
                <a:gd name="connsiteX37" fmla="*/ 344312 w 429573"/>
                <a:gd name="connsiteY37" fmla="*/ 62880 h 359341"/>
                <a:gd name="connsiteX38" fmla="*/ 341335 w 429573"/>
                <a:gd name="connsiteY38" fmla="*/ 63624 h 359341"/>
                <a:gd name="connsiteX39" fmla="*/ 340963 w 429573"/>
                <a:gd name="connsiteY39" fmla="*/ 65159 h 359341"/>
                <a:gd name="connsiteX40" fmla="*/ 340591 w 429573"/>
                <a:gd name="connsiteY40" fmla="*/ 66600 h 359341"/>
                <a:gd name="connsiteX41" fmla="*/ 337614 w 429573"/>
                <a:gd name="connsiteY41" fmla="*/ 66600 h 359341"/>
                <a:gd name="connsiteX42" fmla="*/ 337614 w 429573"/>
                <a:gd name="connsiteY42" fmla="*/ 69577 h 359341"/>
                <a:gd name="connsiteX43" fmla="*/ 335382 w 429573"/>
                <a:gd name="connsiteY43" fmla="*/ 70321 h 359341"/>
                <a:gd name="connsiteX44" fmla="*/ 334638 w 429573"/>
                <a:gd name="connsiteY44" fmla="*/ 72553 h 359341"/>
                <a:gd name="connsiteX45" fmla="*/ 331661 w 429573"/>
                <a:gd name="connsiteY45" fmla="*/ 74042 h 359341"/>
                <a:gd name="connsiteX46" fmla="*/ 330917 w 429573"/>
                <a:gd name="connsiteY46" fmla="*/ 76274 h 359341"/>
                <a:gd name="connsiteX47" fmla="*/ 327197 w 429573"/>
                <a:gd name="connsiteY47" fmla="*/ 77762 h 359341"/>
                <a:gd name="connsiteX48" fmla="*/ 323476 w 429573"/>
                <a:gd name="connsiteY48" fmla="*/ 82971 h 359341"/>
                <a:gd name="connsiteX49" fmla="*/ 319755 w 429573"/>
                <a:gd name="connsiteY49" fmla="*/ 84460 h 359341"/>
                <a:gd name="connsiteX50" fmla="*/ 319011 w 429573"/>
                <a:gd name="connsiteY50" fmla="*/ 86692 h 359341"/>
                <a:gd name="connsiteX51" fmla="*/ 316034 w 429573"/>
                <a:gd name="connsiteY51" fmla="*/ 87436 h 359341"/>
                <a:gd name="connsiteX52" fmla="*/ 315290 w 429573"/>
                <a:gd name="connsiteY52" fmla="*/ 89669 h 359341"/>
                <a:gd name="connsiteX53" fmla="*/ 312314 w 429573"/>
                <a:gd name="connsiteY53" fmla="*/ 91157 h 359341"/>
                <a:gd name="connsiteX54" fmla="*/ 311570 w 429573"/>
                <a:gd name="connsiteY54" fmla="*/ 93389 h 359341"/>
                <a:gd name="connsiteX55" fmla="*/ 309756 w 429573"/>
                <a:gd name="connsiteY55" fmla="*/ 93715 h 359341"/>
                <a:gd name="connsiteX56" fmla="*/ 307849 w 429573"/>
                <a:gd name="connsiteY56" fmla="*/ 94134 h 359341"/>
                <a:gd name="connsiteX57" fmla="*/ 306361 w 429573"/>
                <a:gd name="connsiteY57" fmla="*/ 97110 h 359341"/>
                <a:gd name="connsiteX58" fmla="*/ 303384 w 429573"/>
                <a:gd name="connsiteY58" fmla="*/ 97854 h 359341"/>
                <a:gd name="connsiteX59" fmla="*/ 302640 w 429573"/>
                <a:gd name="connsiteY59" fmla="*/ 100087 h 359341"/>
                <a:gd name="connsiteX60" fmla="*/ 301198 w 429573"/>
                <a:gd name="connsiteY60" fmla="*/ 100412 h 359341"/>
                <a:gd name="connsiteX61" fmla="*/ 299663 w 429573"/>
                <a:gd name="connsiteY61" fmla="*/ 100831 h 359341"/>
                <a:gd name="connsiteX62" fmla="*/ 298966 w 429573"/>
                <a:gd name="connsiteY62" fmla="*/ 102319 h 359341"/>
                <a:gd name="connsiteX63" fmla="*/ 298175 w 429573"/>
                <a:gd name="connsiteY63" fmla="*/ 103807 h 359341"/>
                <a:gd name="connsiteX64" fmla="*/ 294454 w 429573"/>
                <a:gd name="connsiteY64" fmla="*/ 104551 h 359341"/>
                <a:gd name="connsiteX65" fmla="*/ 293710 w 429573"/>
                <a:gd name="connsiteY65" fmla="*/ 106784 h 359341"/>
                <a:gd name="connsiteX66" fmla="*/ 289245 w 429573"/>
                <a:gd name="connsiteY66" fmla="*/ 107528 h 359341"/>
                <a:gd name="connsiteX67" fmla="*/ 289245 w 429573"/>
                <a:gd name="connsiteY67" fmla="*/ 110505 h 359341"/>
                <a:gd name="connsiteX68" fmla="*/ 285525 w 429573"/>
                <a:gd name="connsiteY68" fmla="*/ 111249 h 359341"/>
                <a:gd name="connsiteX69" fmla="*/ 285199 w 429573"/>
                <a:gd name="connsiteY69" fmla="*/ 112737 h 359341"/>
                <a:gd name="connsiteX70" fmla="*/ 284780 w 429573"/>
                <a:gd name="connsiteY70" fmla="*/ 114225 h 359341"/>
                <a:gd name="connsiteX71" fmla="*/ 280316 w 429573"/>
                <a:gd name="connsiteY71" fmla="*/ 114969 h 359341"/>
                <a:gd name="connsiteX72" fmla="*/ 279572 w 429573"/>
                <a:gd name="connsiteY72" fmla="*/ 117202 h 359341"/>
                <a:gd name="connsiteX73" fmla="*/ 277293 w 429573"/>
                <a:gd name="connsiteY73" fmla="*/ 117946 h 359341"/>
                <a:gd name="connsiteX74" fmla="*/ 275107 w 429573"/>
                <a:gd name="connsiteY74" fmla="*/ 118690 h 359341"/>
                <a:gd name="connsiteX75" fmla="*/ 275107 w 429573"/>
                <a:gd name="connsiteY75" fmla="*/ 120923 h 359341"/>
                <a:gd name="connsiteX76" fmla="*/ 272549 w 429573"/>
                <a:gd name="connsiteY76" fmla="*/ 121109 h 359341"/>
                <a:gd name="connsiteX77" fmla="*/ 269898 w 429573"/>
                <a:gd name="connsiteY77" fmla="*/ 121667 h 359341"/>
                <a:gd name="connsiteX78" fmla="*/ 269154 w 429573"/>
                <a:gd name="connsiteY78" fmla="*/ 124643 h 359341"/>
                <a:gd name="connsiteX79" fmla="*/ 264689 w 429573"/>
                <a:gd name="connsiteY79" fmla="*/ 124643 h 359341"/>
                <a:gd name="connsiteX80" fmla="*/ 264689 w 429573"/>
                <a:gd name="connsiteY80" fmla="*/ 127620 h 359341"/>
                <a:gd name="connsiteX81" fmla="*/ 259480 w 429573"/>
                <a:gd name="connsiteY81" fmla="*/ 129108 h 359341"/>
                <a:gd name="connsiteX82" fmla="*/ 258736 w 429573"/>
                <a:gd name="connsiteY82" fmla="*/ 130596 h 359341"/>
                <a:gd name="connsiteX83" fmla="*/ 256503 w 429573"/>
                <a:gd name="connsiteY83" fmla="*/ 131341 h 359341"/>
                <a:gd name="connsiteX84" fmla="*/ 256364 w 429573"/>
                <a:gd name="connsiteY84" fmla="*/ 134736 h 359341"/>
                <a:gd name="connsiteX85" fmla="*/ 256425 w 429573"/>
                <a:gd name="connsiteY85" fmla="*/ 136599 h 359341"/>
                <a:gd name="connsiteX86" fmla="*/ 256503 w 429573"/>
                <a:gd name="connsiteY86" fmla="*/ 138038 h 359341"/>
                <a:gd name="connsiteX87" fmla="*/ 259383 w 429573"/>
                <a:gd name="connsiteY87" fmla="*/ 138036 h 359341"/>
                <a:gd name="connsiteX88" fmla="*/ 326996 w 429573"/>
                <a:gd name="connsiteY88" fmla="*/ 138000 h 359341"/>
                <a:gd name="connsiteX89" fmla="*/ 335309 w 429573"/>
                <a:gd name="connsiteY89" fmla="*/ 137997 h 359341"/>
                <a:gd name="connsiteX90" fmla="*/ 336981 w 429573"/>
                <a:gd name="connsiteY90" fmla="*/ 137996 h 359341"/>
                <a:gd name="connsiteX91" fmla="*/ 363816 w 429573"/>
                <a:gd name="connsiteY91" fmla="*/ 137980 h 359341"/>
                <a:gd name="connsiteX92" fmla="*/ 391331 w 429573"/>
                <a:gd name="connsiteY92" fmla="*/ 137968 h 359341"/>
                <a:gd name="connsiteX93" fmla="*/ 408323 w 429573"/>
                <a:gd name="connsiteY93" fmla="*/ 137958 h 359341"/>
                <a:gd name="connsiteX94" fmla="*/ 421330 w 429573"/>
                <a:gd name="connsiteY94" fmla="*/ 137954 h 359341"/>
                <a:gd name="connsiteX95" fmla="*/ 426682 w 429573"/>
                <a:gd name="connsiteY95" fmla="*/ 137949 h 359341"/>
                <a:gd name="connsiteX96" fmla="*/ 433954 w 429573"/>
                <a:gd name="connsiteY96" fmla="*/ 137948 h 359341"/>
                <a:gd name="connsiteX97" fmla="*/ 436124 w 429573"/>
                <a:gd name="connsiteY97" fmla="*/ 137942 h 359341"/>
                <a:gd name="connsiteX98" fmla="*/ 441794 w 429573"/>
                <a:gd name="connsiteY98" fmla="*/ 138782 h 359341"/>
                <a:gd name="connsiteX99" fmla="*/ 441890 w 429573"/>
                <a:gd name="connsiteY99" fmla="*/ 145003 h 359341"/>
                <a:gd name="connsiteX100" fmla="*/ 441894 w 429573"/>
                <a:gd name="connsiteY100" fmla="*/ 146979 h 359341"/>
                <a:gd name="connsiteX101" fmla="*/ 441893 w 429573"/>
                <a:gd name="connsiteY101" fmla="*/ 153479 h 359341"/>
                <a:gd name="connsiteX102" fmla="*/ 441895 w 429573"/>
                <a:gd name="connsiteY102" fmla="*/ 157975 h 359341"/>
                <a:gd name="connsiteX103" fmla="*/ 441891 w 429573"/>
                <a:gd name="connsiteY103" fmla="*/ 167411 h 359341"/>
                <a:gd name="connsiteX104" fmla="*/ 441894 w 429573"/>
                <a:gd name="connsiteY104" fmla="*/ 179536 h 359341"/>
                <a:gd name="connsiteX105" fmla="*/ 441894 w 429573"/>
                <a:gd name="connsiteY105" fmla="*/ 188824 h 359341"/>
                <a:gd name="connsiteX106" fmla="*/ 441896 w 429573"/>
                <a:gd name="connsiteY106" fmla="*/ 193296 h 359341"/>
                <a:gd name="connsiteX107" fmla="*/ 441890 w 429573"/>
                <a:gd name="connsiteY107" fmla="*/ 199534 h 359341"/>
                <a:gd name="connsiteX108" fmla="*/ 441895 w 429573"/>
                <a:gd name="connsiteY108" fmla="*/ 201420 h 359341"/>
                <a:gd name="connsiteX109" fmla="*/ 441050 w 429573"/>
                <a:gd name="connsiteY109" fmla="*/ 206499 h 359341"/>
                <a:gd name="connsiteX110" fmla="*/ 433954 w 429573"/>
                <a:gd name="connsiteY110" fmla="*/ 206588 h 359341"/>
                <a:gd name="connsiteX111" fmla="*/ 431669 w 429573"/>
                <a:gd name="connsiteY111" fmla="*/ 206590 h 359341"/>
                <a:gd name="connsiteX112" fmla="*/ 424025 w 429573"/>
                <a:gd name="connsiteY112" fmla="*/ 206583 h 359341"/>
                <a:gd name="connsiteX113" fmla="*/ 418570 w 429573"/>
                <a:gd name="connsiteY113" fmla="*/ 206584 h 359341"/>
                <a:gd name="connsiteX114" fmla="*/ 406794 w 429573"/>
                <a:gd name="connsiteY114" fmla="*/ 206577 h 359341"/>
                <a:gd name="connsiteX115" fmla="*/ 389768 w 429573"/>
                <a:gd name="connsiteY115" fmla="*/ 206569 h 359341"/>
                <a:gd name="connsiteX116" fmla="*/ 362147 w 429573"/>
                <a:gd name="connsiteY116" fmla="*/ 206555 h 359341"/>
                <a:gd name="connsiteX117" fmla="*/ 335309 w 429573"/>
                <a:gd name="connsiteY117" fmla="*/ 206540 h 359341"/>
                <a:gd name="connsiteX118" fmla="*/ 333639 w 429573"/>
                <a:gd name="connsiteY118" fmla="*/ 206539 h 359341"/>
                <a:gd name="connsiteX119" fmla="*/ 325346 w 429573"/>
                <a:gd name="connsiteY119" fmla="*/ 206536 h 359341"/>
                <a:gd name="connsiteX120" fmla="*/ 256503 w 429573"/>
                <a:gd name="connsiteY120" fmla="*/ 206499 h 359341"/>
                <a:gd name="connsiteX121" fmla="*/ 256496 w 429573"/>
                <a:gd name="connsiteY121" fmla="*/ 208135 h 359341"/>
                <a:gd name="connsiteX122" fmla="*/ 256289 w 429573"/>
                <a:gd name="connsiteY122" fmla="*/ 247501 h 359341"/>
                <a:gd name="connsiteX123" fmla="*/ 256189 w 429573"/>
                <a:gd name="connsiteY123" fmla="*/ 266538 h 359341"/>
                <a:gd name="connsiteX124" fmla="*/ 256099 w 429573"/>
                <a:gd name="connsiteY124" fmla="*/ 283125 h 359341"/>
                <a:gd name="connsiteX125" fmla="*/ 256054 w 429573"/>
                <a:gd name="connsiteY125" fmla="*/ 291912 h 359341"/>
                <a:gd name="connsiteX126" fmla="*/ 256007 w 429573"/>
                <a:gd name="connsiteY126" fmla="*/ 300174 h 359341"/>
                <a:gd name="connsiteX127" fmla="*/ 255991 w 429573"/>
                <a:gd name="connsiteY127" fmla="*/ 304671 h 359341"/>
                <a:gd name="connsiteX128" fmla="*/ 255966 w 429573"/>
                <a:gd name="connsiteY128" fmla="*/ 307350 h 359341"/>
                <a:gd name="connsiteX129" fmla="*/ 255954 w 429573"/>
                <a:gd name="connsiteY129" fmla="*/ 309692 h 359341"/>
                <a:gd name="connsiteX130" fmla="*/ 255759 w 429573"/>
                <a:gd name="connsiteY130" fmla="*/ 311423 h 359341"/>
                <a:gd name="connsiteX131" fmla="*/ 254271 w 429573"/>
                <a:gd name="connsiteY131" fmla="*/ 312167 h 359341"/>
                <a:gd name="connsiteX132" fmla="*/ 253855 w 429573"/>
                <a:gd name="connsiteY132" fmla="*/ 319097 h 359341"/>
                <a:gd name="connsiteX133" fmla="*/ 253527 w 429573"/>
                <a:gd name="connsiteY133" fmla="*/ 321096 h 359341"/>
                <a:gd name="connsiteX134" fmla="*/ 251294 w 429573"/>
                <a:gd name="connsiteY134" fmla="*/ 321841 h 359341"/>
                <a:gd name="connsiteX135" fmla="*/ 250783 w 429573"/>
                <a:gd name="connsiteY135" fmla="*/ 324864 h 359341"/>
                <a:gd name="connsiteX136" fmla="*/ 250550 w 429573"/>
                <a:gd name="connsiteY136" fmla="*/ 327794 h 359341"/>
                <a:gd name="connsiteX137" fmla="*/ 248318 w 429573"/>
                <a:gd name="connsiteY137" fmla="*/ 327794 h 359341"/>
                <a:gd name="connsiteX138" fmla="*/ 246829 w 429573"/>
                <a:gd name="connsiteY138" fmla="*/ 332258 h 359341"/>
                <a:gd name="connsiteX139" fmla="*/ 245341 w 429573"/>
                <a:gd name="connsiteY139" fmla="*/ 333003 h 359341"/>
                <a:gd name="connsiteX140" fmla="*/ 245015 w 429573"/>
                <a:gd name="connsiteY140" fmla="*/ 334491 h 359341"/>
                <a:gd name="connsiteX141" fmla="*/ 244597 w 429573"/>
                <a:gd name="connsiteY141" fmla="*/ 335979 h 359341"/>
                <a:gd name="connsiteX142" fmla="*/ 242364 w 429573"/>
                <a:gd name="connsiteY142" fmla="*/ 336723 h 359341"/>
                <a:gd name="connsiteX143" fmla="*/ 241620 w 429573"/>
                <a:gd name="connsiteY143" fmla="*/ 338956 h 359341"/>
                <a:gd name="connsiteX144" fmla="*/ 237900 w 429573"/>
                <a:gd name="connsiteY144" fmla="*/ 340444 h 359341"/>
                <a:gd name="connsiteX145" fmla="*/ 237155 w 429573"/>
                <a:gd name="connsiteY145" fmla="*/ 342676 h 359341"/>
                <a:gd name="connsiteX146" fmla="*/ 234877 w 429573"/>
                <a:gd name="connsiteY146" fmla="*/ 343421 h 359341"/>
                <a:gd name="connsiteX147" fmla="*/ 232691 w 429573"/>
                <a:gd name="connsiteY147" fmla="*/ 344165 h 359341"/>
                <a:gd name="connsiteX148" fmla="*/ 232691 w 429573"/>
                <a:gd name="connsiteY148" fmla="*/ 346397 h 359341"/>
                <a:gd name="connsiteX149" fmla="*/ 225249 w 429573"/>
                <a:gd name="connsiteY149" fmla="*/ 347141 h 359341"/>
                <a:gd name="connsiteX150" fmla="*/ 225249 w 429573"/>
                <a:gd name="connsiteY150" fmla="*/ 350118 h 359341"/>
                <a:gd name="connsiteX151" fmla="*/ 223485 w 429573"/>
                <a:gd name="connsiteY151" fmla="*/ 350202 h 359341"/>
                <a:gd name="connsiteX152" fmla="*/ 221203 w 429573"/>
                <a:gd name="connsiteY152" fmla="*/ 350350 h 359341"/>
                <a:gd name="connsiteX153" fmla="*/ 218927 w 429573"/>
                <a:gd name="connsiteY153" fmla="*/ 350481 h 359341"/>
                <a:gd name="connsiteX154" fmla="*/ 217064 w 429573"/>
                <a:gd name="connsiteY154" fmla="*/ 350862 h 359341"/>
                <a:gd name="connsiteX155" fmla="*/ 216320 w 429573"/>
                <a:gd name="connsiteY155" fmla="*/ 353094 h 359341"/>
                <a:gd name="connsiteX156" fmla="*/ 208300 w 429573"/>
                <a:gd name="connsiteY156" fmla="*/ 353464 h 359341"/>
                <a:gd name="connsiteX157" fmla="*/ 205902 w 429573"/>
                <a:gd name="connsiteY157" fmla="*/ 353839 h 359341"/>
                <a:gd name="connsiteX158" fmla="*/ 205402 w 429573"/>
                <a:gd name="connsiteY158" fmla="*/ 355327 h 359341"/>
                <a:gd name="connsiteX159" fmla="*/ 204413 w 429573"/>
                <a:gd name="connsiteY159" fmla="*/ 356815 h 359341"/>
                <a:gd name="connsiteX160" fmla="*/ 198108 w 429573"/>
                <a:gd name="connsiteY160" fmla="*/ 357190 h 359341"/>
                <a:gd name="connsiteX161" fmla="*/ 196218 w 429573"/>
                <a:gd name="connsiteY161" fmla="*/ 357211 h 359341"/>
                <a:gd name="connsiteX162" fmla="*/ 190228 w 429573"/>
                <a:gd name="connsiteY162" fmla="*/ 357234 h 359341"/>
                <a:gd name="connsiteX163" fmla="*/ 184230 w 429573"/>
                <a:gd name="connsiteY163" fmla="*/ 357264 h 359341"/>
                <a:gd name="connsiteX164" fmla="*/ 180493 w 429573"/>
                <a:gd name="connsiteY164" fmla="*/ 357269 h 359341"/>
                <a:gd name="connsiteX165" fmla="*/ 176136 w 429573"/>
                <a:gd name="connsiteY165" fmla="*/ 357559 h 359341"/>
                <a:gd name="connsiteX166" fmla="*/ 175392 w 429573"/>
                <a:gd name="connsiteY166" fmla="*/ 359792 h 359341"/>
                <a:gd name="connsiteX167" fmla="*/ 171209 w 429573"/>
                <a:gd name="connsiteY167" fmla="*/ 360045 h 359341"/>
                <a:gd name="connsiteX168" fmla="*/ 168500 w 429573"/>
                <a:gd name="connsiteY168" fmla="*/ 360045 h 359341"/>
                <a:gd name="connsiteX169" fmla="*/ 165552 w 429573"/>
                <a:gd name="connsiteY169" fmla="*/ 360010 h 359341"/>
                <a:gd name="connsiteX170" fmla="*/ 162552 w 429573"/>
                <a:gd name="connsiteY170" fmla="*/ 360000 h 359341"/>
                <a:gd name="connsiteX171" fmla="*/ 154643 w 429573"/>
                <a:gd name="connsiteY171" fmla="*/ 359945 h 359341"/>
                <a:gd name="connsiteX172" fmla="*/ 146578 w 429573"/>
                <a:gd name="connsiteY172" fmla="*/ 359901 h 359341"/>
                <a:gd name="connsiteX173" fmla="*/ 130743 w 429573"/>
                <a:gd name="connsiteY173" fmla="*/ 359792 h 359341"/>
                <a:gd name="connsiteX174" fmla="*/ 130470 w 429573"/>
                <a:gd name="connsiteY174" fmla="*/ 358027 h 359341"/>
                <a:gd name="connsiteX175" fmla="*/ 130092 w 429573"/>
                <a:gd name="connsiteY175" fmla="*/ 355745 h 359341"/>
                <a:gd name="connsiteX176" fmla="*/ 129726 w 429573"/>
                <a:gd name="connsiteY176" fmla="*/ 353469 h 359341"/>
                <a:gd name="connsiteX177" fmla="*/ 129255 w 429573"/>
                <a:gd name="connsiteY177" fmla="*/ 351606 h 359341"/>
                <a:gd name="connsiteX178" fmla="*/ 127767 w 429573"/>
                <a:gd name="connsiteY178" fmla="*/ 350862 h 359341"/>
                <a:gd name="connsiteX179" fmla="*/ 127351 w 429573"/>
                <a:gd name="connsiteY179" fmla="*/ 343932 h 359341"/>
                <a:gd name="connsiteX180" fmla="*/ 127023 w 429573"/>
                <a:gd name="connsiteY180" fmla="*/ 341932 h 359341"/>
                <a:gd name="connsiteX181" fmla="*/ 124790 w 429573"/>
                <a:gd name="connsiteY181" fmla="*/ 341188 h 359341"/>
                <a:gd name="connsiteX182" fmla="*/ 124348 w 429573"/>
                <a:gd name="connsiteY182" fmla="*/ 334258 h 359341"/>
                <a:gd name="connsiteX183" fmla="*/ 124046 w 429573"/>
                <a:gd name="connsiteY183" fmla="*/ 332258 h 359341"/>
                <a:gd name="connsiteX184" fmla="*/ 121814 w 429573"/>
                <a:gd name="connsiteY184" fmla="*/ 331514 h 359341"/>
                <a:gd name="connsiteX185" fmla="*/ 121814 w 429573"/>
                <a:gd name="connsiteY185" fmla="*/ 326305 h 359341"/>
                <a:gd name="connsiteX186" fmla="*/ 119581 w 429573"/>
                <a:gd name="connsiteY186" fmla="*/ 323329 h 359341"/>
                <a:gd name="connsiteX187" fmla="*/ 119116 w 429573"/>
                <a:gd name="connsiteY187" fmla="*/ 319562 h 359341"/>
                <a:gd name="connsiteX188" fmla="*/ 118948 w 429573"/>
                <a:gd name="connsiteY188" fmla="*/ 317489 h 359341"/>
                <a:gd name="connsiteX189" fmla="*/ 118837 w 429573"/>
                <a:gd name="connsiteY189" fmla="*/ 315887 h 359341"/>
                <a:gd name="connsiteX190" fmla="*/ 116605 w 429573"/>
                <a:gd name="connsiteY190" fmla="*/ 315887 h 359341"/>
                <a:gd name="connsiteX191" fmla="*/ 116520 w 429573"/>
                <a:gd name="connsiteY191" fmla="*/ 314501 h 359341"/>
                <a:gd name="connsiteX192" fmla="*/ 116372 w 429573"/>
                <a:gd name="connsiteY192" fmla="*/ 312678 h 359341"/>
                <a:gd name="connsiteX193" fmla="*/ 116241 w 429573"/>
                <a:gd name="connsiteY193" fmla="*/ 310873 h 359341"/>
                <a:gd name="connsiteX194" fmla="*/ 113628 w 429573"/>
                <a:gd name="connsiteY194" fmla="*/ 306958 h 359341"/>
                <a:gd name="connsiteX195" fmla="*/ 113628 w 429573"/>
                <a:gd name="connsiteY195" fmla="*/ 301749 h 359341"/>
                <a:gd name="connsiteX196" fmla="*/ 111396 w 429573"/>
                <a:gd name="connsiteY196" fmla="*/ 301749 h 359341"/>
                <a:gd name="connsiteX197" fmla="*/ 110605 w 429573"/>
                <a:gd name="connsiteY197" fmla="*/ 298772 h 359341"/>
                <a:gd name="connsiteX198" fmla="*/ 109907 w 429573"/>
                <a:gd name="connsiteY198" fmla="*/ 295796 h 359341"/>
                <a:gd name="connsiteX199" fmla="*/ 108419 w 429573"/>
                <a:gd name="connsiteY199" fmla="*/ 295796 h 359341"/>
                <a:gd name="connsiteX200" fmla="*/ 108187 w 429573"/>
                <a:gd name="connsiteY200" fmla="*/ 293284 h 359341"/>
                <a:gd name="connsiteX201" fmla="*/ 107675 w 429573"/>
                <a:gd name="connsiteY201" fmla="*/ 290587 h 359341"/>
                <a:gd name="connsiteX202" fmla="*/ 105443 w 429573"/>
                <a:gd name="connsiteY202" fmla="*/ 289098 h 359341"/>
                <a:gd name="connsiteX203" fmla="*/ 106187 w 429573"/>
                <a:gd name="connsiteY203" fmla="*/ 285378 h 359341"/>
                <a:gd name="connsiteX204" fmla="*/ 113491 w 429573"/>
                <a:gd name="connsiteY204" fmla="*/ 284544 h 359341"/>
                <a:gd name="connsiteX205" fmla="*/ 115612 w 429573"/>
                <a:gd name="connsiteY205" fmla="*/ 284541 h 359341"/>
                <a:gd name="connsiteX206" fmla="*/ 117912 w 429573"/>
                <a:gd name="connsiteY206" fmla="*/ 284549 h 359341"/>
                <a:gd name="connsiteX207" fmla="*/ 120355 w 429573"/>
                <a:gd name="connsiteY207" fmla="*/ 284549 h 359341"/>
                <a:gd name="connsiteX208" fmla="*/ 128339 w 429573"/>
                <a:gd name="connsiteY208" fmla="*/ 284561 h 359341"/>
                <a:gd name="connsiteX209" fmla="*/ 133879 w 429573"/>
                <a:gd name="connsiteY209" fmla="*/ 284564 h 359341"/>
                <a:gd name="connsiteX210" fmla="*/ 148453 w 429573"/>
                <a:gd name="connsiteY210" fmla="*/ 284582 h 359341"/>
                <a:gd name="connsiteX211" fmla="*/ 165943 w 429573"/>
                <a:gd name="connsiteY211" fmla="*/ 284599 h 359341"/>
                <a:gd name="connsiteX212" fmla="*/ 192507 w 429573"/>
                <a:gd name="connsiteY212" fmla="*/ 284633 h 359341"/>
                <a:gd name="connsiteX213" fmla="*/ 193251 w 429573"/>
                <a:gd name="connsiteY213" fmla="*/ 207243 h 359341"/>
                <a:gd name="connsiteX214" fmla="*/ 13169 w 429573"/>
                <a:gd name="connsiteY214" fmla="*/ 206499 h 359341"/>
                <a:gd name="connsiteX215" fmla="*/ 12329 w 429573"/>
                <a:gd name="connsiteY215" fmla="*/ 194532 h 359341"/>
                <a:gd name="connsiteX216" fmla="*/ 12325 w 429573"/>
                <a:gd name="connsiteY216" fmla="*/ 192810 h 359341"/>
                <a:gd name="connsiteX217" fmla="*/ 12326 w 429573"/>
                <a:gd name="connsiteY217" fmla="*/ 187235 h 359341"/>
                <a:gd name="connsiteX218" fmla="*/ 12324 w 429573"/>
                <a:gd name="connsiteY218" fmla="*/ 183334 h 359341"/>
                <a:gd name="connsiteX219" fmla="*/ 12328 w 429573"/>
                <a:gd name="connsiteY219" fmla="*/ 175184 h 359341"/>
                <a:gd name="connsiteX220" fmla="*/ 12325 w 429573"/>
                <a:gd name="connsiteY220" fmla="*/ 164750 h 359341"/>
                <a:gd name="connsiteX221" fmla="*/ 12325 w 429573"/>
                <a:gd name="connsiteY221" fmla="*/ 156705 h 359341"/>
                <a:gd name="connsiteX222" fmla="*/ 12324 w 429573"/>
                <a:gd name="connsiteY222" fmla="*/ 152857 h 359341"/>
                <a:gd name="connsiteX223" fmla="*/ 12329 w 429573"/>
                <a:gd name="connsiteY223" fmla="*/ 147483 h 359341"/>
                <a:gd name="connsiteX224" fmla="*/ 12324 w 429573"/>
                <a:gd name="connsiteY224" fmla="*/ 145886 h 359341"/>
                <a:gd name="connsiteX225" fmla="*/ 12425 w 429573"/>
                <a:gd name="connsiteY225" fmla="*/ 141759 h 359341"/>
                <a:gd name="connsiteX226" fmla="*/ 12370 w 429573"/>
                <a:gd name="connsiteY226" fmla="*/ 139763 h 359341"/>
                <a:gd name="connsiteX227" fmla="*/ 13169 w 429573"/>
                <a:gd name="connsiteY227" fmla="*/ 138038 h 359341"/>
                <a:gd name="connsiteX228" fmla="*/ 20095 w 429573"/>
                <a:gd name="connsiteY228" fmla="*/ 137562 h 359341"/>
                <a:gd name="connsiteX229" fmla="*/ 22326 w 429573"/>
                <a:gd name="connsiteY229" fmla="*/ 137543 h 359341"/>
                <a:gd name="connsiteX230" fmla="*/ 29785 w 429573"/>
                <a:gd name="connsiteY230" fmla="*/ 137547 h 359341"/>
                <a:gd name="connsiteX231" fmla="*/ 35107 w 429573"/>
                <a:gd name="connsiteY231" fmla="*/ 137523 h 359341"/>
                <a:gd name="connsiteX232" fmla="*/ 48100 w 429573"/>
                <a:gd name="connsiteY232" fmla="*/ 137509 h 359341"/>
                <a:gd name="connsiteX233" fmla="*/ 63212 w 429573"/>
                <a:gd name="connsiteY233" fmla="*/ 137483 h 359341"/>
                <a:gd name="connsiteX234" fmla="*/ 90165 w 429573"/>
                <a:gd name="connsiteY234" fmla="*/ 137439 h 359341"/>
                <a:gd name="connsiteX235" fmla="*/ 116353 w 429573"/>
                <a:gd name="connsiteY235" fmla="*/ 137407 h 359341"/>
                <a:gd name="connsiteX236" fmla="*/ 117982 w 429573"/>
                <a:gd name="connsiteY236" fmla="*/ 137403 h 359341"/>
                <a:gd name="connsiteX237" fmla="*/ 126074 w 429573"/>
                <a:gd name="connsiteY237" fmla="*/ 137384 h 359341"/>
                <a:gd name="connsiteX238" fmla="*/ 193251 w 429573"/>
                <a:gd name="connsiteY238" fmla="*/ 137294 h 359341"/>
                <a:gd name="connsiteX239" fmla="*/ 193251 w 429573"/>
                <a:gd name="connsiteY239" fmla="*/ 100831 h 359341"/>
                <a:gd name="connsiteX240" fmla="*/ 196228 w 429573"/>
                <a:gd name="connsiteY240" fmla="*/ 100831 h 359341"/>
                <a:gd name="connsiteX241" fmla="*/ 196228 w 429573"/>
                <a:gd name="connsiteY241" fmla="*/ 97110 h 359341"/>
                <a:gd name="connsiteX242" fmla="*/ 197667 w 429573"/>
                <a:gd name="connsiteY242" fmla="*/ 97026 h 359341"/>
                <a:gd name="connsiteX243" fmla="*/ 199530 w 429573"/>
                <a:gd name="connsiteY243" fmla="*/ 96878 h 359341"/>
                <a:gd name="connsiteX244" fmla="*/ 201387 w 429573"/>
                <a:gd name="connsiteY244" fmla="*/ 96747 h 359341"/>
                <a:gd name="connsiteX245" fmla="*/ 202925 w 429573"/>
                <a:gd name="connsiteY245" fmla="*/ 96366 h 359341"/>
                <a:gd name="connsiteX246" fmla="*/ 203669 w 429573"/>
                <a:gd name="connsiteY246" fmla="*/ 94134 h 359341"/>
                <a:gd name="connsiteX247" fmla="*/ 206320 w 429573"/>
                <a:gd name="connsiteY247" fmla="*/ 93389 h 359341"/>
                <a:gd name="connsiteX248" fmla="*/ 208878 w 429573"/>
                <a:gd name="connsiteY248" fmla="*/ 92645 h 359341"/>
                <a:gd name="connsiteX249" fmla="*/ 208878 w 429573"/>
                <a:gd name="connsiteY249" fmla="*/ 90413 h 359341"/>
                <a:gd name="connsiteX250" fmla="*/ 211808 w 429573"/>
                <a:gd name="connsiteY250" fmla="*/ 90227 h 359341"/>
                <a:gd name="connsiteX251" fmla="*/ 214831 w 429573"/>
                <a:gd name="connsiteY251" fmla="*/ 89669 h 359341"/>
                <a:gd name="connsiteX252" fmla="*/ 215575 w 429573"/>
                <a:gd name="connsiteY252" fmla="*/ 86692 h 359341"/>
                <a:gd name="connsiteX253" fmla="*/ 220040 w 429573"/>
                <a:gd name="connsiteY253" fmla="*/ 85948 h 359341"/>
                <a:gd name="connsiteX254" fmla="*/ 220784 w 429573"/>
                <a:gd name="connsiteY254" fmla="*/ 83716 h 359341"/>
                <a:gd name="connsiteX255" fmla="*/ 225249 w 429573"/>
                <a:gd name="connsiteY255" fmla="*/ 82227 h 359341"/>
                <a:gd name="connsiteX256" fmla="*/ 225993 w 429573"/>
                <a:gd name="connsiteY256" fmla="*/ 79995 h 359341"/>
                <a:gd name="connsiteX257" fmla="*/ 230458 w 429573"/>
                <a:gd name="connsiteY257" fmla="*/ 79251 h 359341"/>
                <a:gd name="connsiteX258" fmla="*/ 231202 w 429573"/>
                <a:gd name="connsiteY258" fmla="*/ 77018 h 359341"/>
                <a:gd name="connsiteX259" fmla="*/ 234923 w 429573"/>
                <a:gd name="connsiteY259" fmla="*/ 75530 h 359341"/>
                <a:gd name="connsiteX260" fmla="*/ 235667 w 429573"/>
                <a:gd name="connsiteY260" fmla="*/ 73298 h 359341"/>
                <a:gd name="connsiteX261" fmla="*/ 240132 w 429573"/>
                <a:gd name="connsiteY261" fmla="*/ 72553 h 359341"/>
                <a:gd name="connsiteX262" fmla="*/ 242364 w 429573"/>
                <a:gd name="connsiteY262" fmla="*/ 70321 h 359341"/>
                <a:gd name="connsiteX263" fmla="*/ 240112 w 429573"/>
                <a:gd name="connsiteY263" fmla="*/ 70311 h 359341"/>
                <a:gd name="connsiteX264" fmla="*/ 185935 w 429573"/>
                <a:gd name="connsiteY264" fmla="*/ 70069 h 359341"/>
                <a:gd name="connsiteX265" fmla="*/ 159736 w 429573"/>
                <a:gd name="connsiteY265" fmla="*/ 69951 h 359341"/>
                <a:gd name="connsiteX266" fmla="*/ 136910 w 429573"/>
                <a:gd name="connsiteY266" fmla="*/ 69847 h 359341"/>
                <a:gd name="connsiteX267" fmla="*/ 124815 w 429573"/>
                <a:gd name="connsiteY267" fmla="*/ 69793 h 359341"/>
                <a:gd name="connsiteX268" fmla="*/ 113446 w 429573"/>
                <a:gd name="connsiteY268" fmla="*/ 69740 h 359341"/>
                <a:gd name="connsiteX269" fmla="*/ 109260 w 429573"/>
                <a:gd name="connsiteY269" fmla="*/ 69723 h 359341"/>
                <a:gd name="connsiteX270" fmla="*/ 103571 w 429573"/>
                <a:gd name="connsiteY270" fmla="*/ 69695 h 359341"/>
                <a:gd name="connsiteX271" fmla="*/ 101876 w 429573"/>
                <a:gd name="connsiteY271" fmla="*/ 69692 h 359341"/>
                <a:gd name="connsiteX272" fmla="*/ 97257 w 429573"/>
                <a:gd name="connsiteY272" fmla="*/ 68833 h 359341"/>
                <a:gd name="connsiteX273" fmla="*/ 97161 w 429573"/>
                <a:gd name="connsiteY273" fmla="*/ 63034 h 359341"/>
                <a:gd name="connsiteX274" fmla="*/ 97157 w 429573"/>
                <a:gd name="connsiteY274" fmla="*/ 61193 h 359341"/>
                <a:gd name="connsiteX275" fmla="*/ 97158 w 429573"/>
                <a:gd name="connsiteY275" fmla="*/ 55139 h 359341"/>
                <a:gd name="connsiteX276" fmla="*/ 97156 w 429573"/>
                <a:gd name="connsiteY276" fmla="*/ 50948 h 359341"/>
                <a:gd name="connsiteX277" fmla="*/ 97160 w 429573"/>
                <a:gd name="connsiteY277" fmla="*/ 42152 h 359341"/>
                <a:gd name="connsiteX278" fmla="*/ 97157 w 429573"/>
                <a:gd name="connsiteY278" fmla="*/ 30859 h 359341"/>
                <a:gd name="connsiteX279" fmla="*/ 97157 w 429573"/>
                <a:gd name="connsiteY279" fmla="*/ 22201 h 359341"/>
                <a:gd name="connsiteX280" fmla="*/ 97156 w 429573"/>
                <a:gd name="connsiteY280" fmla="*/ 18036 h 359341"/>
                <a:gd name="connsiteX281" fmla="*/ 97161 w 429573"/>
                <a:gd name="connsiteY281" fmla="*/ 12220 h 359341"/>
                <a:gd name="connsiteX282" fmla="*/ 97156 w 429573"/>
                <a:gd name="connsiteY282" fmla="*/ 10469 h 359341"/>
                <a:gd name="connsiteX283" fmla="*/ 98001 w 429573"/>
                <a:gd name="connsiteY283" fmla="*/ 4837 h 359341"/>
                <a:gd name="connsiteX284" fmla="*/ 101505 w 429573"/>
                <a:gd name="connsiteY284" fmla="*/ 4650 h 359341"/>
                <a:gd name="connsiteX285" fmla="*/ 103816 w 429573"/>
                <a:gd name="connsiteY285" fmla="*/ 4639 h 359341"/>
                <a:gd name="connsiteX286" fmla="*/ 106386 w 429573"/>
                <a:gd name="connsiteY286" fmla="*/ 4649 h 359341"/>
                <a:gd name="connsiteX287" fmla="*/ 109092 w 429573"/>
                <a:gd name="connsiteY287" fmla="*/ 4643 h 359341"/>
                <a:gd name="connsiteX288" fmla="*/ 116562 w 429573"/>
                <a:gd name="connsiteY288" fmla="*/ 4645 h 359341"/>
                <a:gd name="connsiteX289" fmla="*/ 124604 w 429573"/>
                <a:gd name="connsiteY289" fmla="*/ 4638 h 359341"/>
                <a:gd name="connsiteX290" fmla="*/ 138551 w 429573"/>
                <a:gd name="connsiteY290" fmla="*/ 4632 h 359341"/>
                <a:gd name="connsiteX291" fmla="*/ 158721 w 429573"/>
                <a:gd name="connsiteY291" fmla="*/ 4614 h 359341"/>
                <a:gd name="connsiteX292" fmla="*/ 191447 w 429573"/>
                <a:gd name="connsiteY292" fmla="*/ 4570 h 359341"/>
                <a:gd name="connsiteX293" fmla="*/ 193428 w 429573"/>
                <a:gd name="connsiteY293" fmla="*/ 4568 h 359341"/>
                <a:gd name="connsiteX294" fmla="*/ 221256 w 429573"/>
                <a:gd name="connsiteY294" fmla="*/ 4554 h 359341"/>
                <a:gd name="connsiteX295" fmla="*/ 223235 w 429573"/>
                <a:gd name="connsiteY295" fmla="*/ 4553 h 359341"/>
                <a:gd name="connsiteX296" fmla="*/ 225212 w 429573"/>
                <a:gd name="connsiteY296" fmla="*/ 4553 h 359341"/>
                <a:gd name="connsiteX297" fmla="*/ 257810 w 429573"/>
                <a:gd name="connsiteY297" fmla="*/ 4512 h 359341"/>
                <a:gd name="connsiteX298" fmla="*/ 277937 w 429573"/>
                <a:gd name="connsiteY298" fmla="*/ 4502 h 359341"/>
                <a:gd name="connsiteX299" fmla="*/ 291721 w 429573"/>
                <a:gd name="connsiteY299" fmla="*/ 4486 h 359341"/>
                <a:gd name="connsiteX300" fmla="*/ 299683 w 429573"/>
                <a:gd name="connsiteY300" fmla="*/ 4485 h 359341"/>
                <a:gd name="connsiteX301" fmla="*/ 308299 w 429573"/>
                <a:gd name="connsiteY301" fmla="*/ 4469 h 359341"/>
                <a:gd name="connsiteX302" fmla="*/ 310864 w 429573"/>
                <a:gd name="connsiteY302" fmla="*/ 4489 h 359341"/>
                <a:gd name="connsiteX303" fmla="*/ 313181 w 429573"/>
                <a:gd name="connsiteY303" fmla="*/ 4466 h 359341"/>
                <a:gd name="connsiteX304" fmla="*/ 315192 w 429573"/>
                <a:gd name="connsiteY304" fmla="*/ 4465 h 359341"/>
                <a:gd name="connsiteX305" fmla="*/ 316779 w 429573"/>
                <a:gd name="connsiteY305" fmla="*/ 4093 h 359341"/>
                <a:gd name="connsiteX306" fmla="*/ 318267 w 429573"/>
                <a:gd name="connsiteY306" fmla="*/ 1116 h 35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429573" h="359341">
                  <a:moveTo>
                    <a:pt x="318267" y="1116"/>
                  </a:moveTo>
                  <a:cubicBezTo>
                    <a:pt x="320266" y="807"/>
                    <a:pt x="321900" y="699"/>
                    <a:pt x="323894" y="744"/>
                  </a:cubicBezTo>
                  <a:cubicBezTo>
                    <a:pt x="324674" y="727"/>
                    <a:pt x="324674" y="727"/>
                    <a:pt x="325468" y="709"/>
                  </a:cubicBezTo>
                  <a:cubicBezTo>
                    <a:pt x="326967" y="721"/>
                    <a:pt x="326967" y="721"/>
                    <a:pt x="329429" y="1116"/>
                  </a:cubicBezTo>
                  <a:cubicBezTo>
                    <a:pt x="330054" y="2601"/>
                    <a:pt x="330054" y="2601"/>
                    <a:pt x="330173" y="4093"/>
                  </a:cubicBezTo>
                  <a:cubicBezTo>
                    <a:pt x="331158" y="4369"/>
                    <a:pt x="332151" y="4618"/>
                    <a:pt x="333150" y="4837"/>
                  </a:cubicBezTo>
                  <a:cubicBezTo>
                    <a:pt x="333395" y="5573"/>
                    <a:pt x="333641" y="6310"/>
                    <a:pt x="333894" y="7069"/>
                  </a:cubicBezTo>
                  <a:cubicBezTo>
                    <a:pt x="334370" y="7299"/>
                    <a:pt x="334845" y="7530"/>
                    <a:pt x="335336" y="7767"/>
                  </a:cubicBezTo>
                  <a:cubicBezTo>
                    <a:pt x="337232" y="8744"/>
                    <a:pt x="337453" y="9661"/>
                    <a:pt x="338359" y="11534"/>
                  </a:cubicBezTo>
                  <a:cubicBezTo>
                    <a:pt x="339095" y="11779"/>
                    <a:pt x="339832" y="12025"/>
                    <a:pt x="340591" y="12278"/>
                  </a:cubicBezTo>
                  <a:cubicBezTo>
                    <a:pt x="340837" y="13015"/>
                    <a:pt x="341082" y="13751"/>
                    <a:pt x="341335" y="14510"/>
                  </a:cubicBezTo>
                  <a:cubicBezTo>
                    <a:pt x="341826" y="14633"/>
                    <a:pt x="342317" y="14756"/>
                    <a:pt x="342823" y="14883"/>
                  </a:cubicBezTo>
                  <a:cubicBezTo>
                    <a:pt x="343315" y="15005"/>
                    <a:pt x="343806" y="15128"/>
                    <a:pt x="344312" y="15255"/>
                  </a:cubicBezTo>
                  <a:cubicBezTo>
                    <a:pt x="344557" y="15991"/>
                    <a:pt x="344803" y="16728"/>
                    <a:pt x="345056" y="17487"/>
                  </a:cubicBezTo>
                  <a:cubicBezTo>
                    <a:pt x="346418" y="18811"/>
                    <a:pt x="346418" y="18811"/>
                    <a:pt x="348032" y="20092"/>
                  </a:cubicBezTo>
                  <a:cubicBezTo>
                    <a:pt x="350926" y="22448"/>
                    <a:pt x="350926" y="22448"/>
                    <a:pt x="351753" y="24928"/>
                  </a:cubicBezTo>
                  <a:cubicBezTo>
                    <a:pt x="352490" y="25174"/>
                    <a:pt x="353227" y="25420"/>
                    <a:pt x="353986" y="25673"/>
                  </a:cubicBezTo>
                  <a:cubicBezTo>
                    <a:pt x="354231" y="26409"/>
                    <a:pt x="354477" y="27146"/>
                    <a:pt x="354730" y="27905"/>
                  </a:cubicBezTo>
                  <a:cubicBezTo>
                    <a:pt x="355236" y="28012"/>
                    <a:pt x="355743" y="28120"/>
                    <a:pt x="356265" y="28231"/>
                  </a:cubicBezTo>
                  <a:cubicBezTo>
                    <a:pt x="356740" y="28369"/>
                    <a:pt x="357216" y="28507"/>
                    <a:pt x="357706" y="28649"/>
                  </a:cubicBezTo>
                  <a:cubicBezTo>
                    <a:pt x="357706" y="29631"/>
                    <a:pt x="357706" y="30614"/>
                    <a:pt x="357706" y="31626"/>
                  </a:cubicBezTo>
                  <a:cubicBezTo>
                    <a:pt x="359188" y="32141"/>
                    <a:pt x="360677" y="32636"/>
                    <a:pt x="362171" y="33114"/>
                  </a:cubicBezTo>
                  <a:cubicBezTo>
                    <a:pt x="363101" y="34649"/>
                    <a:pt x="363101" y="34649"/>
                    <a:pt x="363659" y="36091"/>
                  </a:cubicBezTo>
                  <a:cubicBezTo>
                    <a:pt x="364151" y="36336"/>
                    <a:pt x="364642" y="36582"/>
                    <a:pt x="365148" y="36835"/>
                  </a:cubicBezTo>
                  <a:cubicBezTo>
                    <a:pt x="365380" y="39021"/>
                    <a:pt x="365380" y="39021"/>
                    <a:pt x="365148" y="41300"/>
                  </a:cubicBezTo>
                  <a:cubicBezTo>
                    <a:pt x="364411" y="41791"/>
                    <a:pt x="363674" y="42282"/>
                    <a:pt x="362915" y="42788"/>
                  </a:cubicBezTo>
                  <a:cubicBezTo>
                    <a:pt x="362670" y="43525"/>
                    <a:pt x="362424" y="44261"/>
                    <a:pt x="362171" y="45020"/>
                  </a:cubicBezTo>
                  <a:cubicBezTo>
                    <a:pt x="361066" y="45366"/>
                    <a:pt x="361066" y="45366"/>
                    <a:pt x="359939" y="45718"/>
                  </a:cubicBezTo>
                  <a:cubicBezTo>
                    <a:pt x="358834" y="46109"/>
                    <a:pt x="358834" y="46109"/>
                    <a:pt x="357706" y="46509"/>
                  </a:cubicBezTo>
                  <a:cubicBezTo>
                    <a:pt x="357139" y="47909"/>
                    <a:pt x="357139" y="47909"/>
                    <a:pt x="356962" y="49485"/>
                  </a:cubicBezTo>
                  <a:cubicBezTo>
                    <a:pt x="355985" y="51159"/>
                    <a:pt x="355985" y="51159"/>
                    <a:pt x="354730" y="52462"/>
                  </a:cubicBezTo>
                  <a:cubicBezTo>
                    <a:pt x="353747" y="52462"/>
                    <a:pt x="352765" y="52462"/>
                    <a:pt x="351753" y="52462"/>
                  </a:cubicBezTo>
                  <a:cubicBezTo>
                    <a:pt x="351753" y="53444"/>
                    <a:pt x="351753" y="54426"/>
                    <a:pt x="351753" y="55438"/>
                  </a:cubicBezTo>
                  <a:cubicBezTo>
                    <a:pt x="350311" y="56229"/>
                    <a:pt x="350311" y="56229"/>
                    <a:pt x="348777" y="56926"/>
                  </a:cubicBezTo>
                  <a:cubicBezTo>
                    <a:pt x="348531" y="57663"/>
                    <a:pt x="348285" y="58400"/>
                    <a:pt x="348032" y="59159"/>
                  </a:cubicBezTo>
                  <a:cubicBezTo>
                    <a:pt x="347296" y="59159"/>
                    <a:pt x="346559" y="59159"/>
                    <a:pt x="345800" y="59159"/>
                  </a:cubicBezTo>
                  <a:cubicBezTo>
                    <a:pt x="345455" y="60057"/>
                    <a:pt x="345455" y="60057"/>
                    <a:pt x="345102" y="60973"/>
                  </a:cubicBezTo>
                  <a:cubicBezTo>
                    <a:pt x="344841" y="61602"/>
                    <a:pt x="344581" y="62231"/>
                    <a:pt x="344312" y="62880"/>
                  </a:cubicBezTo>
                  <a:cubicBezTo>
                    <a:pt x="343325" y="63149"/>
                    <a:pt x="342333" y="63398"/>
                    <a:pt x="341335" y="63624"/>
                  </a:cubicBezTo>
                  <a:cubicBezTo>
                    <a:pt x="341212" y="64130"/>
                    <a:pt x="341090" y="64637"/>
                    <a:pt x="340963" y="65159"/>
                  </a:cubicBezTo>
                  <a:cubicBezTo>
                    <a:pt x="340840" y="65634"/>
                    <a:pt x="340718" y="66110"/>
                    <a:pt x="340591" y="66600"/>
                  </a:cubicBezTo>
                  <a:cubicBezTo>
                    <a:pt x="339609" y="66600"/>
                    <a:pt x="338627" y="66600"/>
                    <a:pt x="337614" y="66600"/>
                  </a:cubicBezTo>
                  <a:cubicBezTo>
                    <a:pt x="337614" y="67583"/>
                    <a:pt x="337614" y="68565"/>
                    <a:pt x="337614" y="69577"/>
                  </a:cubicBezTo>
                  <a:cubicBezTo>
                    <a:pt x="336509" y="69945"/>
                    <a:pt x="336509" y="69945"/>
                    <a:pt x="335382" y="70321"/>
                  </a:cubicBezTo>
                  <a:cubicBezTo>
                    <a:pt x="335136" y="71058"/>
                    <a:pt x="334891" y="71794"/>
                    <a:pt x="334638" y="72553"/>
                  </a:cubicBezTo>
                  <a:cubicBezTo>
                    <a:pt x="333646" y="73050"/>
                    <a:pt x="332654" y="73546"/>
                    <a:pt x="331661" y="74042"/>
                  </a:cubicBezTo>
                  <a:cubicBezTo>
                    <a:pt x="331416" y="74778"/>
                    <a:pt x="331170" y="75515"/>
                    <a:pt x="330917" y="76274"/>
                  </a:cubicBezTo>
                  <a:cubicBezTo>
                    <a:pt x="329679" y="76776"/>
                    <a:pt x="328439" y="77271"/>
                    <a:pt x="327197" y="77762"/>
                  </a:cubicBezTo>
                  <a:cubicBezTo>
                    <a:pt x="325176" y="79503"/>
                    <a:pt x="324327" y="80419"/>
                    <a:pt x="323476" y="82971"/>
                  </a:cubicBezTo>
                  <a:cubicBezTo>
                    <a:pt x="322236" y="83468"/>
                    <a:pt x="320995" y="83964"/>
                    <a:pt x="319755" y="84460"/>
                  </a:cubicBezTo>
                  <a:cubicBezTo>
                    <a:pt x="319510" y="85196"/>
                    <a:pt x="319264" y="85933"/>
                    <a:pt x="319011" y="86692"/>
                  </a:cubicBezTo>
                  <a:cubicBezTo>
                    <a:pt x="318019" y="86940"/>
                    <a:pt x="317027" y="87188"/>
                    <a:pt x="316034" y="87436"/>
                  </a:cubicBezTo>
                  <a:cubicBezTo>
                    <a:pt x="315789" y="88173"/>
                    <a:pt x="315543" y="88910"/>
                    <a:pt x="315290" y="89669"/>
                  </a:cubicBezTo>
                  <a:cubicBezTo>
                    <a:pt x="314298" y="90165"/>
                    <a:pt x="313306" y="90661"/>
                    <a:pt x="312314" y="91157"/>
                  </a:cubicBezTo>
                  <a:cubicBezTo>
                    <a:pt x="312068" y="91894"/>
                    <a:pt x="311823" y="92630"/>
                    <a:pt x="311570" y="93389"/>
                  </a:cubicBezTo>
                  <a:cubicBezTo>
                    <a:pt x="310672" y="93551"/>
                    <a:pt x="310672" y="93551"/>
                    <a:pt x="309756" y="93715"/>
                  </a:cubicBezTo>
                  <a:cubicBezTo>
                    <a:pt x="309126" y="93853"/>
                    <a:pt x="308497" y="93991"/>
                    <a:pt x="307849" y="94134"/>
                  </a:cubicBezTo>
                  <a:cubicBezTo>
                    <a:pt x="307328" y="95113"/>
                    <a:pt x="306831" y="96106"/>
                    <a:pt x="306361" y="97110"/>
                  </a:cubicBezTo>
                  <a:cubicBezTo>
                    <a:pt x="305374" y="97379"/>
                    <a:pt x="304382" y="97629"/>
                    <a:pt x="303384" y="97854"/>
                  </a:cubicBezTo>
                  <a:cubicBezTo>
                    <a:pt x="303138" y="98591"/>
                    <a:pt x="302893" y="99328"/>
                    <a:pt x="302640" y="100087"/>
                  </a:cubicBezTo>
                  <a:cubicBezTo>
                    <a:pt x="302164" y="100194"/>
                    <a:pt x="301688" y="100302"/>
                    <a:pt x="301198" y="100412"/>
                  </a:cubicBezTo>
                  <a:cubicBezTo>
                    <a:pt x="300692" y="100550"/>
                    <a:pt x="300185" y="100688"/>
                    <a:pt x="299663" y="100831"/>
                  </a:cubicBezTo>
                  <a:cubicBezTo>
                    <a:pt x="299433" y="101322"/>
                    <a:pt x="299203" y="101813"/>
                    <a:pt x="298966" y="102319"/>
                  </a:cubicBezTo>
                  <a:cubicBezTo>
                    <a:pt x="298705" y="102810"/>
                    <a:pt x="298444" y="103301"/>
                    <a:pt x="298175" y="103807"/>
                  </a:cubicBezTo>
                  <a:cubicBezTo>
                    <a:pt x="296940" y="104079"/>
                    <a:pt x="295699" y="104328"/>
                    <a:pt x="294454" y="104551"/>
                  </a:cubicBezTo>
                  <a:cubicBezTo>
                    <a:pt x="294209" y="105288"/>
                    <a:pt x="293963" y="106025"/>
                    <a:pt x="293710" y="106784"/>
                  </a:cubicBezTo>
                  <a:cubicBezTo>
                    <a:pt x="291431" y="107296"/>
                    <a:pt x="291431" y="107296"/>
                    <a:pt x="289245" y="107528"/>
                  </a:cubicBezTo>
                  <a:cubicBezTo>
                    <a:pt x="289245" y="108510"/>
                    <a:pt x="289245" y="109493"/>
                    <a:pt x="289245" y="110505"/>
                  </a:cubicBezTo>
                  <a:cubicBezTo>
                    <a:pt x="288006" y="110759"/>
                    <a:pt x="286766" y="111007"/>
                    <a:pt x="285525" y="111249"/>
                  </a:cubicBezTo>
                  <a:cubicBezTo>
                    <a:pt x="285417" y="111740"/>
                    <a:pt x="285310" y="112231"/>
                    <a:pt x="285199" y="112737"/>
                  </a:cubicBezTo>
                  <a:cubicBezTo>
                    <a:pt x="285061" y="113228"/>
                    <a:pt x="284923" y="113719"/>
                    <a:pt x="284780" y="114225"/>
                  </a:cubicBezTo>
                  <a:cubicBezTo>
                    <a:pt x="283298" y="114503"/>
                    <a:pt x="281809" y="114752"/>
                    <a:pt x="280316" y="114969"/>
                  </a:cubicBezTo>
                  <a:cubicBezTo>
                    <a:pt x="280070" y="115706"/>
                    <a:pt x="279825" y="116443"/>
                    <a:pt x="279572" y="117202"/>
                  </a:cubicBezTo>
                  <a:cubicBezTo>
                    <a:pt x="278819" y="117447"/>
                    <a:pt x="278067" y="117693"/>
                    <a:pt x="277293" y="117946"/>
                  </a:cubicBezTo>
                  <a:cubicBezTo>
                    <a:pt x="276571" y="118192"/>
                    <a:pt x="275850" y="118437"/>
                    <a:pt x="275107" y="118690"/>
                  </a:cubicBezTo>
                  <a:cubicBezTo>
                    <a:pt x="275107" y="119427"/>
                    <a:pt x="275107" y="120164"/>
                    <a:pt x="275107" y="120923"/>
                  </a:cubicBezTo>
                  <a:cubicBezTo>
                    <a:pt x="274263" y="120984"/>
                    <a:pt x="273418" y="121045"/>
                    <a:pt x="272549" y="121109"/>
                  </a:cubicBezTo>
                  <a:cubicBezTo>
                    <a:pt x="271674" y="121293"/>
                    <a:pt x="270799" y="121477"/>
                    <a:pt x="269898" y="121667"/>
                  </a:cubicBezTo>
                  <a:cubicBezTo>
                    <a:pt x="269629" y="122653"/>
                    <a:pt x="269379" y="123646"/>
                    <a:pt x="269154" y="124643"/>
                  </a:cubicBezTo>
                  <a:cubicBezTo>
                    <a:pt x="266875" y="124829"/>
                    <a:pt x="266875" y="124829"/>
                    <a:pt x="264689" y="124643"/>
                  </a:cubicBezTo>
                  <a:cubicBezTo>
                    <a:pt x="264689" y="125626"/>
                    <a:pt x="264689" y="126608"/>
                    <a:pt x="264689" y="127620"/>
                  </a:cubicBezTo>
                  <a:cubicBezTo>
                    <a:pt x="262131" y="128457"/>
                    <a:pt x="262131" y="128457"/>
                    <a:pt x="259480" y="129108"/>
                  </a:cubicBezTo>
                  <a:cubicBezTo>
                    <a:pt x="259234" y="129599"/>
                    <a:pt x="258989" y="130090"/>
                    <a:pt x="258736" y="130596"/>
                  </a:cubicBezTo>
                  <a:cubicBezTo>
                    <a:pt x="257999" y="130842"/>
                    <a:pt x="257262" y="131088"/>
                    <a:pt x="256503" y="131341"/>
                  </a:cubicBezTo>
                  <a:cubicBezTo>
                    <a:pt x="256231" y="132926"/>
                    <a:pt x="256231" y="132926"/>
                    <a:pt x="256364" y="134736"/>
                  </a:cubicBezTo>
                  <a:cubicBezTo>
                    <a:pt x="256384" y="135351"/>
                    <a:pt x="256404" y="135965"/>
                    <a:pt x="256425" y="136599"/>
                  </a:cubicBezTo>
                  <a:cubicBezTo>
                    <a:pt x="256451" y="137074"/>
                    <a:pt x="256476" y="137549"/>
                    <a:pt x="256503" y="138038"/>
                  </a:cubicBezTo>
                  <a:cubicBezTo>
                    <a:pt x="257454" y="138037"/>
                    <a:pt x="258404" y="138036"/>
                    <a:pt x="259383" y="138036"/>
                  </a:cubicBezTo>
                  <a:cubicBezTo>
                    <a:pt x="281921" y="138020"/>
                    <a:pt x="304458" y="138007"/>
                    <a:pt x="326996" y="138000"/>
                  </a:cubicBezTo>
                  <a:cubicBezTo>
                    <a:pt x="329767" y="137999"/>
                    <a:pt x="332538" y="137998"/>
                    <a:pt x="335309" y="137997"/>
                  </a:cubicBezTo>
                  <a:cubicBezTo>
                    <a:pt x="335861" y="137997"/>
                    <a:pt x="336413" y="137997"/>
                    <a:pt x="336981" y="137996"/>
                  </a:cubicBezTo>
                  <a:cubicBezTo>
                    <a:pt x="345926" y="137993"/>
                    <a:pt x="354871" y="137987"/>
                    <a:pt x="363816" y="137980"/>
                  </a:cubicBezTo>
                  <a:cubicBezTo>
                    <a:pt x="372988" y="137973"/>
                    <a:pt x="382159" y="137969"/>
                    <a:pt x="391331" y="137968"/>
                  </a:cubicBezTo>
                  <a:cubicBezTo>
                    <a:pt x="396995" y="137967"/>
                    <a:pt x="402659" y="137964"/>
                    <a:pt x="408323" y="137958"/>
                  </a:cubicBezTo>
                  <a:cubicBezTo>
                    <a:pt x="412658" y="137953"/>
                    <a:pt x="416994" y="137953"/>
                    <a:pt x="421330" y="137954"/>
                  </a:cubicBezTo>
                  <a:cubicBezTo>
                    <a:pt x="423114" y="137953"/>
                    <a:pt x="424898" y="137952"/>
                    <a:pt x="426682" y="137949"/>
                  </a:cubicBezTo>
                  <a:cubicBezTo>
                    <a:pt x="429106" y="137945"/>
                    <a:pt x="431530" y="137946"/>
                    <a:pt x="433954" y="137948"/>
                  </a:cubicBezTo>
                  <a:cubicBezTo>
                    <a:pt x="435028" y="137945"/>
                    <a:pt x="435028" y="137945"/>
                    <a:pt x="436124" y="137942"/>
                  </a:cubicBezTo>
                  <a:cubicBezTo>
                    <a:pt x="440965" y="137953"/>
                    <a:pt x="440965" y="137953"/>
                    <a:pt x="441794" y="138782"/>
                  </a:cubicBezTo>
                  <a:cubicBezTo>
                    <a:pt x="441869" y="140861"/>
                    <a:pt x="441895" y="142923"/>
                    <a:pt x="441890" y="145003"/>
                  </a:cubicBezTo>
                  <a:cubicBezTo>
                    <a:pt x="441892" y="145655"/>
                    <a:pt x="441893" y="146307"/>
                    <a:pt x="441894" y="146979"/>
                  </a:cubicBezTo>
                  <a:cubicBezTo>
                    <a:pt x="441898" y="149145"/>
                    <a:pt x="441896" y="151312"/>
                    <a:pt x="441893" y="153479"/>
                  </a:cubicBezTo>
                  <a:cubicBezTo>
                    <a:pt x="441893" y="154977"/>
                    <a:pt x="441894" y="156476"/>
                    <a:pt x="441895" y="157975"/>
                  </a:cubicBezTo>
                  <a:cubicBezTo>
                    <a:pt x="441896" y="161120"/>
                    <a:pt x="441895" y="164266"/>
                    <a:pt x="441891" y="167411"/>
                  </a:cubicBezTo>
                  <a:cubicBezTo>
                    <a:pt x="441887" y="171453"/>
                    <a:pt x="441889" y="175494"/>
                    <a:pt x="441894" y="179536"/>
                  </a:cubicBezTo>
                  <a:cubicBezTo>
                    <a:pt x="441897" y="182632"/>
                    <a:pt x="441896" y="185728"/>
                    <a:pt x="441894" y="188824"/>
                  </a:cubicBezTo>
                  <a:cubicBezTo>
                    <a:pt x="441893" y="190314"/>
                    <a:pt x="441894" y="191805"/>
                    <a:pt x="441896" y="193296"/>
                  </a:cubicBezTo>
                  <a:cubicBezTo>
                    <a:pt x="441897" y="195375"/>
                    <a:pt x="441895" y="197455"/>
                    <a:pt x="441890" y="199534"/>
                  </a:cubicBezTo>
                  <a:cubicBezTo>
                    <a:pt x="441892" y="200156"/>
                    <a:pt x="441893" y="200779"/>
                    <a:pt x="441895" y="201420"/>
                  </a:cubicBezTo>
                  <a:cubicBezTo>
                    <a:pt x="441879" y="205670"/>
                    <a:pt x="441879" y="205670"/>
                    <a:pt x="441050" y="206499"/>
                  </a:cubicBezTo>
                  <a:cubicBezTo>
                    <a:pt x="438680" y="206572"/>
                    <a:pt x="436325" y="206595"/>
                    <a:pt x="433954" y="206588"/>
                  </a:cubicBezTo>
                  <a:cubicBezTo>
                    <a:pt x="433200" y="206589"/>
                    <a:pt x="432446" y="206589"/>
                    <a:pt x="431669" y="206590"/>
                  </a:cubicBezTo>
                  <a:cubicBezTo>
                    <a:pt x="429121" y="206591"/>
                    <a:pt x="426573" y="206587"/>
                    <a:pt x="424025" y="206583"/>
                  </a:cubicBezTo>
                  <a:cubicBezTo>
                    <a:pt x="422206" y="206583"/>
                    <a:pt x="420388" y="206583"/>
                    <a:pt x="418570" y="206584"/>
                  </a:cubicBezTo>
                  <a:cubicBezTo>
                    <a:pt x="414645" y="206584"/>
                    <a:pt x="410719" y="206582"/>
                    <a:pt x="406794" y="206577"/>
                  </a:cubicBezTo>
                  <a:cubicBezTo>
                    <a:pt x="401119" y="206571"/>
                    <a:pt x="395443" y="206569"/>
                    <a:pt x="389768" y="206569"/>
                  </a:cubicBezTo>
                  <a:cubicBezTo>
                    <a:pt x="380561" y="206567"/>
                    <a:pt x="371354" y="206562"/>
                    <a:pt x="362147" y="206555"/>
                  </a:cubicBezTo>
                  <a:cubicBezTo>
                    <a:pt x="353201" y="206548"/>
                    <a:pt x="344255" y="206543"/>
                    <a:pt x="335309" y="206540"/>
                  </a:cubicBezTo>
                  <a:cubicBezTo>
                    <a:pt x="334483" y="206539"/>
                    <a:pt x="334483" y="206539"/>
                    <a:pt x="333639" y="206539"/>
                  </a:cubicBezTo>
                  <a:cubicBezTo>
                    <a:pt x="330875" y="206538"/>
                    <a:pt x="328111" y="206537"/>
                    <a:pt x="325346" y="206536"/>
                  </a:cubicBezTo>
                  <a:cubicBezTo>
                    <a:pt x="302399" y="206528"/>
                    <a:pt x="279451" y="206515"/>
                    <a:pt x="256503" y="206499"/>
                  </a:cubicBezTo>
                  <a:cubicBezTo>
                    <a:pt x="256501" y="207039"/>
                    <a:pt x="256498" y="207579"/>
                    <a:pt x="256496" y="208135"/>
                  </a:cubicBezTo>
                  <a:cubicBezTo>
                    <a:pt x="256435" y="221257"/>
                    <a:pt x="256367" y="234379"/>
                    <a:pt x="256289" y="247501"/>
                  </a:cubicBezTo>
                  <a:cubicBezTo>
                    <a:pt x="256252" y="253847"/>
                    <a:pt x="256217" y="260192"/>
                    <a:pt x="256189" y="266538"/>
                  </a:cubicBezTo>
                  <a:cubicBezTo>
                    <a:pt x="256165" y="272067"/>
                    <a:pt x="256135" y="277596"/>
                    <a:pt x="256099" y="283125"/>
                  </a:cubicBezTo>
                  <a:cubicBezTo>
                    <a:pt x="256080" y="286054"/>
                    <a:pt x="256064" y="288983"/>
                    <a:pt x="256054" y="291912"/>
                  </a:cubicBezTo>
                  <a:cubicBezTo>
                    <a:pt x="256045" y="294666"/>
                    <a:pt x="256028" y="297420"/>
                    <a:pt x="256007" y="300174"/>
                  </a:cubicBezTo>
                  <a:cubicBezTo>
                    <a:pt x="255996" y="301673"/>
                    <a:pt x="255994" y="303172"/>
                    <a:pt x="255991" y="304671"/>
                  </a:cubicBezTo>
                  <a:cubicBezTo>
                    <a:pt x="255983" y="305555"/>
                    <a:pt x="255975" y="306439"/>
                    <a:pt x="255966" y="307350"/>
                  </a:cubicBezTo>
                  <a:cubicBezTo>
                    <a:pt x="255962" y="308123"/>
                    <a:pt x="255958" y="308896"/>
                    <a:pt x="255954" y="309692"/>
                  </a:cubicBezTo>
                  <a:cubicBezTo>
                    <a:pt x="255889" y="310263"/>
                    <a:pt x="255825" y="310834"/>
                    <a:pt x="255759" y="311423"/>
                  </a:cubicBezTo>
                  <a:cubicBezTo>
                    <a:pt x="255268" y="311668"/>
                    <a:pt x="254777" y="311914"/>
                    <a:pt x="254271" y="312167"/>
                  </a:cubicBezTo>
                  <a:cubicBezTo>
                    <a:pt x="254005" y="314478"/>
                    <a:pt x="253940" y="316772"/>
                    <a:pt x="253855" y="319097"/>
                  </a:cubicBezTo>
                  <a:cubicBezTo>
                    <a:pt x="253747" y="319756"/>
                    <a:pt x="253638" y="320416"/>
                    <a:pt x="253527" y="321096"/>
                  </a:cubicBezTo>
                  <a:cubicBezTo>
                    <a:pt x="252790" y="321342"/>
                    <a:pt x="252053" y="321588"/>
                    <a:pt x="251294" y="321841"/>
                  </a:cubicBezTo>
                  <a:cubicBezTo>
                    <a:pt x="250859" y="323244"/>
                    <a:pt x="250859" y="323244"/>
                    <a:pt x="250783" y="324864"/>
                  </a:cubicBezTo>
                  <a:cubicBezTo>
                    <a:pt x="250706" y="325831"/>
                    <a:pt x="250629" y="326797"/>
                    <a:pt x="250550" y="327794"/>
                  </a:cubicBezTo>
                  <a:cubicBezTo>
                    <a:pt x="249813" y="327794"/>
                    <a:pt x="249077" y="327794"/>
                    <a:pt x="248318" y="327794"/>
                  </a:cubicBezTo>
                  <a:cubicBezTo>
                    <a:pt x="247784" y="329269"/>
                    <a:pt x="247289" y="330758"/>
                    <a:pt x="246829" y="332258"/>
                  </a:cubicBezTo>
                  <a:cubicBezTo>
                    <a:pt x="246338" y="332504"/>
                    <a:pt x="245847" y="332750"/>
                    <a:pt x="245341" y="333003"/>
                  </a:cubicBezTo>
                  <a:cubicBezTo>
                    <a:pt x="245234" y="333494"/>
                    <a:pt x="245126" y="333985"/>
                    <a:pt x="245015" y="334491"/>
                  </a:cubicBezTo>
                  <a:cubicBezTo>
                    <a:pt x="244877" y="334982"/>
                    <a:pt x="244739" y="335473"/>
                    <a:pt x="244597" y="335979"/>
                  </a:cubicBezTo>
                  <a:cubicBezTo>
                    <a:pt x="243860" y="336225"/>
                    <a:pt x="243123" y="336470"/>
                    <a:pt x="242364" y="336723"/>
                  </a:cubicBezTo>
                  <a:cubicBezTo>
                    <a:pt x="242119" y="337460"/>
                    <a:pt x="241873" y="338197"/>
                    <a:pt x="241620" y="338956"/>
                  </a:cubicBezTo>
                  <a:cubicBezTo>
                    <a:pt x="240380" y="339452"/>
                    <a:pt x="239140" y="339948"/>
                    <a:pt x="237900" y="340444"/>
                  </a:cubicBezTo>
                  <a:cubicBezTo>
                    <a:pt x="237654" y="341181"/>
                    <a:pt x="237408" y="341917"/>
                    <a:pt x="237155" y="342676"/>
                  </a:cubicBezTo>
                  <a:cubicBezTo>
                    <a:pt x="236403" y="342922"/>
                    <a:pt x="235651" y="343168"/>
                    <a:pt x="234877" y="343421"/>
                  </a:cubicBezTo>
                  <a:cubicBezTo>
                    <a:pt x="234155" y="343666"/>
                    <a:pt x="233434" y="343912"/>
                    <a:pt x="232691" y="344165"/>
                  </a:cubicBezTo>
                  <a:cubicBezTo>
                    <a:pt x="232691" y="344901"/>
                    <a:pt x="232691" y="345638"/>
                    <a:pt x="232691" y="346397"/>
                  </a:cubicBezTo>
                  <a:cubicBezTo>
                    <a:pt x="230235" y="346643"/>
                    <a:pt x="227779" y="346888"/>
                    <a:pt x="225249" y="347141"/>
                  </a:cubicBezTo>
                  <a:cubicBezTo>
                    <a:pt x="225249" y="348124"/>
                    <a:pt x="225249" y="349106"/>
                    <a:pt x="225249" y="350118"/>
                  </a:cubicBezTo>
                  <a:cubicBezTo>
                    <a:pt x="224667" y="350146"/>
                    <a:pt x="224085" y="350173"/>
                    <a:pt x="223485" y="350202"/>
                  </a:cubicBezTo>
                  <a:cubicBezTo>
                    <a:pt x="222732" y="350251"/>
                    <a:pt x="221979" y="350300"/>
                    <a:pt x="221203" y="350350"/>
                  </a:cubicBezTo>
                  <a:cubicBezTo>
                    <a:pt x="220452" y="350394"/>
                    <a:pt x="219701" y="350437"/>
                    <a:pt x="218927" y="350481"/>
                  </a:cubicBezTo>
                  <a:cubicBezTo>
                    <a:pt x="218312" y="350607"/>
                    <a:pt x="217697" y="350733"/>
                    <a:pt x="217064" y="350862"/>
                  </a:cubicBezTo>
                  <a:cubicBezTo>
                    <a:pt x="216818" y="351599"/>
                    <a:pt x="216573" y="352335"/>
                    <a:pt x="216320" y="353094"/>
                  </a:cubicBezTo>
                  <a:cubicBezTo>
                    <a:pt x="213638" y="353416"/>
                    <a:pt x="210999" y="353422"/>
                    <a:pt x="208300" y="353464"/>
                  </a:cubicBezTo>
                  <a:cubicBezTo>
                    <a:pt x="207508" y="353587"/>
                    <a:pt x="206717" y="353711"/>
                    <a:pt x="205902" y="353839"/>
                  </a:cubicBezTo>
                  <a:cubicBezTo>
                    <a:pt x="205737" y="354330"/>
                    <a:pt x="205572" y="354821"/>
                    <a:pt x="205402" y="355327"/>
                  </a:cubicBezTo>
                  <a:cubicBezTo>
                    <a:pt x="205075" y="355818"/>
                    <a:pt x="204749" y="356309"/>
                    <a:pt x="204413" y="356815"/>
                  </a:cubicBezTo>
                  <a:cubicBezTo>
                    <a:pt x="202224" y="357110"/>
                    <a:pt x="200300" y="357212"/>
                    <a:pt x="198108" y="357190"/>
                  </a:cubicBezTo>
                  <a:cubicBezTo>
                    <a:pt x="197173" y="357201"/>
                    <a:pt x="197173" y="357201"/>
                    <a:pt x="196218" y="357211"/>
                  </a:cubicBezTo>
                  <a:cubicBezTo>
                    <a:pt x="194221" y="357233"/>
                    <a:pt x="192225" y="357235"/>
                    <a:pt x="190228" y="357234"/>
                  </a:cubicBezTo>
                  <a:cubicBezTo>
                    <a:pt x="188229" y="357236"/>
                    <a:pt x="186229" y="357243"/>
                    <a:pt x="184230" y="357264"/>
                  </a:cubicBezTo>
                  <a:cubicBezTo>
                    <a:pt x="182985" y="357277"/>
                    <a:pt x="181739" y="357279"/>
                    <a:pt x="180493" y="357269"/>
                  </a:cubicBezTo>
                  <a:cubicBezTo>
                    <a:pt x="178629" y="357260"/>
                    <a:pt x="178629" y="357260"/>
                    <a:pt x="176136" y="357559"/>
                  </a:cubicBezTo>
                  <a:cubicBezTo>
                    <a:pt x="175890" y="358296"/>
                    <a:pt x="175645" y="359033"/>
                    <a:pt x="175392" y="359792"/>
                  </a:cubicBezTo>
                  <a:cubicBezTo>
                    <a:pt x="173607" y="360060"/>
                    <a:pt x="173607" y="360060"/>
                    <a:pt x="171209" y="360045"/>
                  </a:cubicBezTo>
                  <a:cubicBezTo>
                    <a:pt x="170315" y="360045"/>
                    <a:pt x="169421" y="360045"/>
                    <a:pt x="168500" y="360045"/>
                  </a:cubicBezTo>
                  <a:cubicBezTo>
                    <a:pt x="167527" y="360033"/>
                    <a:pt x="166555" y="360022"/>
                    <a:pt x="165552" y="360010"/>
                  </a:cubicBezTo>
                  <a:cubicBezTo>
                    <a:pt x="164552" y="360006"/>
                    <a:pt x="163552" y="360002"/>
                    <a:pt x="162552" y="360000"/>
                  </a:cubicBezTo>
                  <a:cubicBezTo>
                    <a:pt x="159916" y="359992"/>
                    <a:pt x="157280" y="359970"/>
                    <a:pt x="154643" y="359945"/>
                  </a:cubicBezTo>
                  <a:cubicBezTo>
                    <a:pt x="151955" y="359922"/>
                    <a:pt x="149267" y="359912"/>
                    <a:pt x="146578" y="359901"/>
                  </a:cubicBezTo>
                  <a:cubicBezTo>
                    <a:pt x="141300" y="359877"/>
                    <a:pt x="136022" y="359839"/>
                    <a:pt x="130743" y="359792"/>
                  </a:cubicBezTo>
                  <a:cubicBezTo>
                    <a:pt x="130653" y="359209"/>
                    <a:pt x="130563" y="358627"/>
                    <a:pt x="130470" y="358027"/>
                  </a:cubicBezTo>
                  <a:cubicBezTo>
                    <a:pt x="130345" y="357274"/>
                    <a:pt x="130221" y="356521"/>
                    <a:pt x="130092" y="355745"/>
                  </a:cubicBezTo>
                  <a:cubicBezTo>
                    <a:pt x="129971" y="354994"/>
                    <a:pt x="129851" y="354243"/>
                    <a:pt x="129726" y="353469"/>
                  </a:cubicBezTo>
                  <a:cubicBezTo>
                    <a:pt x="129493" y="352547"/>
                    <a:pt x="129493" y="352547"/>
                    <a:pt x="129255" y="351606"/>
                  </a:cubicBezTo>
                  <a:cubicBezTo>
                    <a:pt x="128764" y="351361"/>
                    <a:pt x="128273" y="351115"/>
                    <a:pt x="127767" y="350862"/>
                  </a:cubicBezTo>
                  <a:cubicBezTo>
                    <a:pt x="127501" y="348551"/>
                    <a:pt x="127436" y="346256"/>
                    <a:pt x="127351" y="343932"/>
                  </a:cubicBezTo>
                  <a:cubicBezTo>
                    <a:pt x="127243" y="343272"/>
                    <a:pt x="127134" y="342612"/>
                    <a:pt x="127023" y="341932"/>
                  </a:cubicBezTo>
                  <a:cubicBezTo>
                    <a:pt x="126286" y="341687"/>
                    <a:pt x="125549" y="341441"/>
                    <a:pt x="124790" y="341188"/>
                  </a:cubicBezTo>
                  <a:cubicBezTo>
                    <a:pt x="124440" y="338870"/>
                    <a:pt x="124415" y="336600"/>
                    <a:pt x="124348" y="334258"/>
                  </a:cubicBezTo>
                  <a:cubicBezTo>
                    <a:pt x="124249" y="333598"/>
                    <a:pt x="124149" y="332938"/>
                    <a:pt x="124046" y="332258"/>
                  </a:cubicBezTo>
                  <a:cubicBezTo>
                    <a:pt x="123309" y="332013"/>
                    <a:pt x="122573" y="331767"/>
                    <a:pt x="121814" y="331514"/>
                  </a:cubicBezTo>
                  <a:cubicBezTo>
                    <a:pt x="121721" y="329003"/>
                    <a:pt x="121721" y="329003"/>
                    <a:pt x="121814" y="326305"/>
                  </a:cubicBezTo>
                  <a:cubicBezTo>
                    <a:pt x="121333" y="323985"/>
                    <a:pt x="121333" y="323985"/>
                    <a:pt x="119581" y="323329"/>
                  </a:cubicBezTo>
                  <a:cubicBezTo>
                    <a:pt x="119273" y="321628"/>
                    <a:pt x="119273" y="321628"/>
                    <a:pt x="119116" y="319562"/>
                  </a:cubicBezTo>
                  <a:cubicBezTo>
                    <a:pt x="119033" y="318536"/>
                    <a:pt x="119033" y="318536"/>
                    <a:pt x="118948" y="317489"/>
                  </a:cubicBezTo>
                  <a:cubicBezTo>
                    <a:pt x="118911" y="316961"/>
                    <a:pt x="118875" y="316432"/>
                    <a:pt x="118837" y="315887"/>
                  </a:cubicBezTo>
                  <a:cubicBezTo>
                    <a:pt x="118100" y="315887"/>
                    <a:pt x="117364" y="315887"/>
                    <a:pt x="116605" y="315887"/>
                  </a:cubicBezTo>
                  <a:cubicBezTo>
                    <a:pt x="116563" y="315201"/>
                    <a:pt x="116563" y="315201"/>
                    <a:pt x="116520" y="314501"/>
                  </a:cubicBezTo>
                  <a:cubicBezTo>
                    <a:pt x="116471" y="313899"/>
                    <a:pt x="116423" y="313298"/>
                    <a:pt x="116372" y="312678"/>
                  </a:cubicBezTo>
                  <a:cubicBezTo>
                    <a:pt x="116307" y="311785"/>
                    <a:pt x="116307" y="311785"/>
                    <a:pt x="116241" y="310873"/>
                  </a:cubicBezTo>
                  <a:cubicBezTo>
                    <a:pt x="115792" y="308886"/>
                    <a:pt x="115051" y="308350"/>
                    <a:pt x="113628" y="306958"/>
                  </a:cubicBezTo>
                  <a:cubicBezTo>
                    <a:pt x="113489" y="304214"/>
                    <a:pt x="113489" y="304214"/>
                    <a:pt x="113628" y="301749"/>
                  </a:cubicBezTo>
                  <a:cubicBezTo>
                    <a:pt x="112891" y="301749"/>
                    <a:pt x="112155" y="301749"/>
                    <a:pt x="111396" y="301749"/>
                  </a:cubicBezTo>
                  <a:cubicBezTo>
                    <a:pt x="110904" y="300446"/>
                    <a:pt x="110904" y="300446"/>
                    <a:pt x="110605" y="298772"/>
                  </a:cubicBezTo>
                  <a:cubicBezTo>
                    <a:pt x="110341" y="297146"/>
                    <a:pt x="110341" y="297146"/>
                    <a:pt x="109907" y="295796"/>
                  </a:cubicBezTo>
                  <a:cubicBezTo>
                    <a:pt x="109416" y="295796"/>
                    <a:pt x="108925" y="295796"/>
                    <a:pt x="108419" y="295796"/>
                  </a:cubicBezTo>
                  <a:cubicBezTo>
                    <a:pt x="108342" y="294967"/>
                    <a:pt x="108266" y="294138"/>
                    <a:pt x="108187" y="293284"/>
                  </a:cubicBezTo>
                  <a:cubicBezTo>
                    <a:pt x="107933" y="291949"/>
                    <a:pt x="107933" y="291949"/>
                    <a:pt x="107675" y="290587"/>
                  </a:cubicBezTo>
                  <a:cubicBezTo>
                    <a:pt x="106938" y="290095"/>
                    <a:pt x="106202" y="289604"/>
                    <a:pt x="105443" y="289098"/>
                  </a:cubicBezTo>
                  <a:cubicBezTo>
                    <a:pt x="105443" y="287191"/>
                    <a:pt x="105443" y="287191"/>
                    <a:pt x="106187" y="285378"/>
                  </a:cubicBezTo>
                  <a:cubicBezTo>
                    <a:pt x="108630" y="284681"/>
                    <a:pt x="110961" y="284541"/>
                    <a:pt x="113491" y="284544"/>
                  </a:cubicBezTo>
                  <a:cubicBezTo>
                    <a:pt x="114191" y="284543"/>
                    <a:pt x="114891" y="284542"/>
                    <a:pt x="115612" y="284541"/>
                  </a:cubicBezTo>
                  <a:cubicBezTo>
                    <a:pt x="116371" y="284544"/>
                    <a:pt x="117130" y="284546"/>
                    <a:pt x="117912" y="284549"/>
                  </a:cubicBezTo>
                  <a:cubicBezTo>
                    <a:pt x="119121" y="284549"/>
                    <a:pt x="119121" y="284549"/>
                    <a:pt x="120355" y="284549"/>
                  </a:cubicBezTo>
                  <a:cubicBezTo>
                    <a:pt x="123017" y="284549"/>
                    <a:pt x="125678" y="284555"/>
                    <a:pt x="128339" y="284561"/>
                  </a:cubicBezTo>
                  <a:cubicBezTo>
                    <a:pt x="130186" y="284562"/>
                    <a:pt x="132033" y="284563"/>
                    <a:pt x="133879" y="284564"/>
                  </a:cubicBezTo>
                  <a:cubicBezTo>
                    <a:pt x="138737" y="284567"/>
                    <a:pt x="143595" y="284574"/>
                    <a:pt x="148453" y="284582"/>
                  </a:cubicBezTo>
                  <a:cubicBezTo>
                    <a:pt x="154283" y="284592"/>
                    <a:pt x="160113" y="284595"/>
                    <a:pt x="165943" y="284599"/>
                  </a:cubicBezTo>
                  <a:cubicBezTo>
                    <a:pt x="174798" y="284606"/>
                    <a:pt x="183652" y="284621"/>
                    <a:pt x="192507" y="284633"/>
                  </a:cubicBezTo>
                  <a:cubicBezTo>
                    <a:pt x="192875" y="246325"/>
                    <a:pt x="192875" y="246325"/>
                    <a:pt x="193251" y="207243"/>
                  </a:cubicBezTo>
                  <a:cubicBezTo>
                    <a:pt x="104111" y="206875"/>
                    <a:pt x="104111" y="206875"/>
                    <a:pt x="13169" y="206499"/>
                  </a:cubicBezTo>
                  <a:cubicBezTo>
                    <a:pt x="12658" y="202411"/>
                    <a:pt x="12317" y="198612"/>
                    <a:pt x="12329" y="194532"/>
                  </a:cubicBezTo>
                  <a:cubicBezTo>
                    <a:pt x="12327" y="193964"/>
                    <a:pt x="12326" y="193396"/>
                    <a:pt x="12325" y="192810"/>
                  </a:cubicBezTo>
                  <a:cubicBezTo>
                    <a:pt x="12322" y="190952"/>
                    <a:pt x="12324" y="189094"/>
                    <a:pt x="12326" y="187235"/>
                  </a:cubicBezTo>
                  <a:cubicBezTo>
                    <a:pt x="12326" y="185935"/>
                    <a:pt x="12325" y="184634"/>
                    <a:pt x="12324" y="183334"/>
                  </a:cubicBezTo>
                  <a:cubicBezTo>
                    <a:pt x="12323" y="180617"/>
                    <a:pt x="12324" y="177901"/>
                    <a:pt x="12328" y="175184"/>
                  </a:cubicBezTo>
                  <a:cubicBezTo>
                    <a:pt x="12332" y="171706"/>
                    <a:pt x="12330" y="168228"/>
                    <a:pt x="12325" y="164750"/>
                  </a:cubicBezTo>
                  <a:cubicBezTo>
                    <a:pt x="12323" y="162068"/>
                    <a:pt x="12323" y="159387"/>
                    <a:pt x="12325" y="156705"/>
                  </a:cubicBezTo>
                  <a:cubicBezTo>
                    <a:pt x="12326" y="155422"/>
                    <a:pt x="12325" y="154140"/>
                    <a:pt x="12324" y="152857"/>
                  </a:cubicBezTo>
                  <a:cubicBezTo>
                    <a:pt x="12322" y="151066"/>
                    <a:pt x="12325" y="149274"/>
                    <a:pt x="12329" y="147483"/>
                  </a:cubicBezTo>
                  <a:cubicBezTo>
                    <a:pt x="12327" y="146956"/>
                    <a:pt x="12326" y="146429"/>
                    <a:pt x="12324" y="145886"/>
                  </a:cubicBezTo>
                  <a:cubicBezTo>
                    <a:pt x="12330" y="144510"/>
                    <a:pt x="12376" y="143134"/>
                    <a:pt x="12425" y="141759"/>
                  </a:cubicBezTo>
                  <a:cubicBezTo>
                    <a:pt x="12407" y="141100"/>
                    <a:pt x="12389" y="140441"/>
                    <a:pt x="12370" y="139763"/>
                  </a:cubicBezTo>
                  <a:cubicBezTo>
                    <a:pt x="12766" y="138909"/>
                    <a:pt x="12766" y="138909"/>
                    <a:pt x="13169" y="138038"/>
                  </a:cubicBezTo>
                  <a:cubicBezTo>
                    <a:pt x="15599" y="137645"/>
                    <a:pt x="17654" y="137534"/>
                    <a:pt x="20095" y="137562"/>
                  </a:cubicBezTo>
                  <a:cubicBezTo>
                    <a:pt x="20831" y="137556"/>
                    <a:pt x="21567" y="137550"/>
                    <a:pt x="22326" y="137543"/>
                  </a:cubicBezTo>
                  <a:cubicBezTo>
                    <a:pt x="24812" y="137527"/>
                    <a:pt x="27298" y="137537"/>
                    <a:pt x="29785" y="137547"/>
                  </a:cubicBezTo>
                  <a:cubicBezTo>
                    <a:pt x="31559" y="137541"/>
                    <a:pt x="33333" y="137533"/>
                    <a:pt x="35107" y="137523"/>
                  </a:cubicBezTo>
                  <a:cubicBezTo>
                    <a:pt x="39438" y="137505"/>
                    <a:pt x="43769" y="137503"/>
                    <a:pt x="48100" y="137509"/>
                  </a:cubicBezTo>
                  <a:cubicBezTo>
                    <a:pt x="53137" y="137514"/>
                    <a:pt x="58175" y="137499"/>
                    <a:pt x="63212" y="137483"/>
                  </a:cubicBezTo>
                  <a:cubicBezTo>
                    <a:pt x="72196" y="137454"/>
                    <a:pt x="81180" y="137441"/>
                    <a:pt x="90165" y="137439"/>
                  </a:cubicBezTo>
                  <a:cubicBezTo>
                    <a:pt x="98894" y="137437"/>
                    <a:pt x="107623" y="137427"/>
                    <a:pt x="116353" y="137407"/>
                  </a:cubicBezTo>
                  <a:cubicBezTo>
                    <a:pt x="117159" y="137405"/>
                    <a:pt x="117159" y="137405"/>
                    <a:pt x="117982" y="137403"/>
                  </a:cubicBezTo>
                  <a:cubicBezTo>
                    <a:pt x="120680" y="137397"/>
                    <a:pt x="123377" y="137391"/>
                    <a:pt x="126074" y="137384"/>
                  </a:cubicBezTo>
                  <a:cubicBezTo>
                    <a:pt x="148467" y="137330"/>
                    <a:pt x="170859" y="137306"/>
                    <a:pt x="193251" y="137294"/>
                  </a:cubicBezTo>
                  <a:cubicBezTo>
                    <a:pt x="193251" y="125261"/>
                    <a:pt x="193251" y="113228"/>
                    <a:pt x="193251" y="100831"/>
                  </a:cubicBezTo>
                  <a:cubicBezTo>
                    <a:pt x="194233" y="100831"/>
                    <a:pt x="195216" y="100831"/>
                    <a:pt x="196228" y="100831"/>
                  </a:cubicBezTo>
                  <a:cubicBezTo>
                    <a:pt x="196228" y="99603"/>
                    <a:pt x="196228" y="98375"/>
                    <a:pt x="196228" y="97110"/>
                  </a:cubicBezTo>
                  <a:cubicBezTo>
                    <a:pt x="196703" y="97082"/>
                    <a:pt x="197177" y="97054"/>
                    <a:pt x="197667" y="97026"/>
                  </a:cubicBezTo>
                  <a:cubicBezTo>
                    <a:pt x="198281" y="96977"/>
                    <a:pt x="198896" y="96928"/>
                    <a:pt x="199530" y="96878"/>
                  </a:cubicBezTo>
                  <a:cubicBezTo>
                    <a:pt x="200143" y="96834"/>
                    <a:pt x="200756" y="96791"/>
                    <a:pt x="201387" y="96747"/>
                  </a:cubicBezTo>
                  <a:cubicBezTo>
                    <a:pt x="201895" y="96621"/>
                    <a:pt x="202402" y="96495"/>
                    <a:pt x="202925" y="96366"/>
                  </a:cubicBezTo>
                  <a:cubicBezTo>
                    <a:pt x="203171" y="95629"/>
                    <a:pt x="203416" y="94893"/>
                    <a:pt x="203669" y="94134"/>
                  </a:cubicBezTo>
                  <a:cubicBezTo>
                    <a:pt x="204544" y="93888"/>
                    <a:pt x="205419" y="93642"/>
                    <a:pt x="206320" y="93389"/>
                  </a:cubicBezTo>
                  <a:cubicBezTo>
                    <a:pt x="207164" y="93144"/>
                    <a:pt x="208008" y="92898"/>
                    <a:pt x="208878" y="92645"/>
                  </a:cubicBezTo>
                  <a:cubicBezTo>
                    <a:pt x="208878" y="91909"/>
                    <a:pt x="208878" y="91172"/>
                    <a:pt x="208878" y="90413"/>
                  </a:cubicBezTo>
                  <a:cubicBezTo>
                    <a:pt x="209845" y="90351"/>
                    <a:pt x="210812" y="90290"/>
                    <a:pt x="211808" y="90227"/>
                  </a:cubicBezTo>
                  <a:cubicBezTo>
                    <a:pt x="213436" y="90073"/>
                    <a:pt x="213436" y="90073"/>
                    <a:pt x="214831" y="89669"/>
                  </a:cubicBezTo>
                  <a:cubicBezTo>
                    <a:pt x="215324" y="88195"/>
                    <a:pt x="215324" y="88195"/>
                    <a:pt x="215575" y="86692"/>
                  </a:cubicBezTo>
                  <a:cubicBezTo>
                    <a:pt x="217058" y="86414"/>
                    <a:pt x="218547" y="86166"/>
                    <a:pt x="220040" y="85948"/>
                  </a:cubicBezTo>
                  <a:cubicBezTo>
                    <a:pt x="220286" y="85211"/>
                    <a:pt x="220531" y="84475"/>
                    <a:pt x="220784" y="83716"/>
                  </a:cubicBezTo>
                  <a:cubicBezTo>
                    <a:pt x="222273" y="83219"/>
                    <a:pt x="223761" y="82723"/>
                    <a:pt x="225249" y="82227"/>
                  </a:cubicBezTo>
                  <a:cubicBezTo>
                    <a:pt x="225495" y="81491"/>
                    <a:pt x="225740" y="80754"/>
                    <a:pt x="225993" y="79995"/>
                  </a:cubicBezTo>
                  <a:cubicBezTo>
                    <a:pt x="227482" y="79747"/>
                    <a:pt x="228970" y="79499"/>
                    <a:pt x="230458" y="79251"/>
                  </a:cubicBezTo>
                  <a:cubicBezTo>
                    <a:pt x="230704" y="78514"/>
                    <a:pt x="230949" y="77777"/>
                    <a:pt x="231202" y="77018"/>
                  </a:cubicBezTo>
                  <a:cubicBezTo>
                    <a:pt x="232443" y="76522"/>
                    <a:pt x="233683" y="76026"/>
                    <a:pt x="234923" y="75530"/>
                  </a:cubicBezTo>
                  <a:cubicBezTo>
                    <a:pt x="235169" y="74793"/>
                    <a:pt x="235414" y="74057"/>
                    <a:pt x="235667" y="73298"/>
                  </a:cubicBezTo>
                  <a:cubicBezTo>
                    <a:pt x="237154" y="73039"/>
                    <a:pt x="238642" y="72792"/>
                    <a:pt x="240132" y="72553"/>
                  </a:cubicBezTo>
                  <a:cubicBezTo>
                    <a:pt x="241386" y="71462"/>
                    <a:pt x="241386" y="71462"/>
                    <a:pt x="242364" y="70321"/>
                  </a:cubicBezTo>
                  <a:cubicBezTo>
                    <a:pt x="241249" y="70316"/>
                    <a:pt x="241249" y="70316"/>
                    <a:pt x="240112" y="70311"/>
                  </a:cubicBezTo>
                  <a:cubicBezTo>
                    <a:pt x="222053" y="70235"/>
                    <a:pt x="203994" y="70154"/>
                    <a:pt x="185935" y="70069"/>
                  </a:cubicBezTo>
                  <a:cubicBezTo>
                    <a:pt x="177202" y="70027"/>
                    <a:pt x="168469" y="69988"/>
                    <a:pt x="159736" y="69951"/>
                  </a:cubicBezTo>
                  <a:cubicBezTo>
                    <a:pt x="152127" y="69919"/>
                    <a:pt x="144518" y="69885"/>
                    <a:pt x="136910" y="69847"/>
                  </a:cubicBezTo>
                  <a:cubicBezTo>
                    <a:pt x="132878" y="69827"/>
                    <a:pt x="128847" y="69809"/>
                    <a:pt x="124815" y="69793"/>
                  </a:cubicBezTo>
                  <a:cubicBezTo>
                    <a:pt x="121025" y="69779"/>
                    <a:pt x="117236" y="69761"/>
                    <a:pt x="113446" y="69740"/>
                  </a:cubicBezTo>
                  <a:cubicBezTo>
                    <a:pt x="112051" y="69733"/>
                    <a:pt x="110655" y="69728"/>
                    <a:pt x="109260" y="69723"/>
                  </a:cubicBezTo>
                  <a:cubicBezTo>
                    <a:pt x="107364" y="69717"/>
                    <a:pt x="105468" y="69706"/>
                    <a:pt x="103571" y="69695"/>
                  </a:cubicBezTo>
                  <a:cubicBezTo>
                    <a:pt x="103012" y="69694"/>
                    <a:pt x="102452" y="69693"/>
                    <a:pt x="101876" y="69692"/>
                  </a:cubicBezTo>
                  <a:cubicBezTo>
                    <a:pt x="98086" y="69662"/>
                    <a:pt x="98086" y="69662"/>
                    <a:pt x="97257" y="68833"/>
                  </a:cubicBezTo>
                  <a:cubicBezTo>
                    <a:pt x="97182" y="66893"/>
                    <a:pt x="97156" y="64974"/>
                    <a:pt x="97161" y="63034"/>
                  </a:cubicBezTo>
                  <a:cubicBezTo>
                    <a:pt x="97159" y="62123"/>
                    <a:pt x="97159" y="62123"/>
                    <a:pt x="97157" y="61193"/>
                  </a:cubicBezTo>
                  <a:cubicBezTo>
                    <a:pt x="97154" y="59175"/>
                    <a:pt x="97156" y="57157"/>
                    <a:pt x="97158" y="55139"/>
                  </a:cubicBezTo>
                  <a:cubicBezTo>
                    <a:pt x="97158" y="53742"/>
                    <a:pt x="97157" y="52345"/>
                    <a:pt x="97156" y="50948"/>
                  </a:cubicBezTo>
                  <a:cubicBezTo>
                    <a:pt x="97155" y="48016"/>
                    <a:pt x="97157" y="45084"/>
                    <a:pt x="97160" y="42152"/>
                  </a:cubicBezTo>
                  <a:cubicBezTo>
                    <a:pt x="97164" y="38388"/>
                    <a:pt x="97162" y="34623"/>
                    <a:pt x="97157" y="30859"/>
                  </a:cubicBezTo>
                  <a:cubicBezTo>
                    <a:pt x="97155" y="27973"/>
                    <a:pt x="97156" y="25087"/>
                    <a:pt x="97157" y="22201"/>
                  </a:cubicBezTo>
                  <a:cubicBezTo>
                    <a:pt x="97158" y="20812"/>
                    <a:pt x="97157" y="19424"/>
                    <a:pt x="97156" y="18036"/>
                  </a:cubicBezTo>
                  <a:cubicBezTo>
                    <a:pt x="97154" y="16097"/>
                    <a:pt x="97157" y="14159"/>
                    <a:pt x="97161" y="12220"/>
                  </a:cubicBezTo>
                  <a:cubicBezTo>
                    <a:pt x="97159" y="11642"/>
                    <a:pt x="97158" y="11064"/>
                    <a:pt x="97156" y="10469"/>
                  </a:cubicBezTo>
                  <a:cubicBezTo>
                    <a:pt x="97172" y="6495"/>
                    <a:pt x="97172" y="6495"/>
                    <a:pt x="98001" y="4837"/>
                  </a:cubicBezTo>
                  <a:cubicBezTo>
                    <a:pt x="99495" y="4650"/>
                    <a:pt x="99495" y="4650"/>
                    <a:pt x="101505" y="4650"/>
                  </a:cubicBezTo>
                  <a:cubicBezTo>
                    <a:pt x="102268" y="4646"/>
                    <a:pt x="103031" y="4643"/>
                    <a:pt x="103816" y="4639"/>
                  </a:cubicBezTo>
                  <a:cubicBezTo>
                    <a:pt x="105088" y="4644"/>
                    <a:pt x="105088" y="4644"/>
                    <a:pt x="106386" y="4649"/>
                  </a:cubicBezTo>
                  <a:cubicBezTo>
                    <a:pt x="107279" y="4647"/>
                    <a:pt x="108172" y="4645"/>
                    <a:pt x="109092" y="4643"/>
                  </a:cubicBezTo>
                  <a:cubicBezTo>
                    <a:pt x="111582" y="4638"/>
                    <a:pt x="114072" y="4640"/>
                    <a:pt x="116562" y="4645"/>
                  </a:cubicBezTo>
                  <a:cubicBezTo>
                    <a:pt x="119243" y="4648"/>
                    <a:pt x="121924" y="4643"/>
                    <a:pt x="124604" y="4638"/>
                  </a:cubicBezTo>
                  <a:cubicBezTo>
                    <a:pt x="129253" y="4632"/>
                    <a:pt x="133902" y="4631"/>
                    <a:pt x="138551" y="4632"/>
                  </a:cubicBezTo>
                  <a:cubicBezTo>
                    <a:pt x="145274" y="4635"/>
                    <a:pt x="151997" y="4626"/>
                    <a:pt x="158721" y="4614"/>
                  </a:cubicBezTo>
                  <a:cubicBezTo>
                    <a:pt x="169629" y="4595"/>
                    <a:pt x="180538" y="4580"/>
                    <a:pt x="191447" y="4570"/>
                  </a:cubicBezTo>
                  <a:cubicBezTo>
                    <a:pt x="192428" y="4569"/>
                    <a:pt x="192428" y="4569"/>
                    <a:pt x="193428" y="4568"/>
                  </a:cubicBezTo>
                  <a:cubicBezTo>
                    <a:pt x="202704" y="4560"/>
                    <a:pt x="211980" y="4556"/>
                    <a:pt x="221256" y="4554"/>
                  </a:cubicBezTo>
                  <a:cubicBezTo>
                    <a:pt x="221909" y="4554"/>
                    <a:pt x="222562" y="4553"/>
                    <a:pt x="223235" y="4553"/>
                  </a:cubicBezTo>
                  <a:cubicBezTo>
                    <a:pt x="224214" y="4553"/>
                    <a:pt x="224214" y="4553"/>
                    <a:pt x="225212" y="4553"/>
                  </a:cubicBezTo>
                  <a:cubicBezTo>
                    <a:pt x="236079" y="4550"/>
                    <a:pt x="246944" y="4536"/>
                    <a:pt x="257810" y="4512"/>
                  </a:cubicBezTo>
                  <a:cubicBezTo>
                    <a:pt x="264519" y="4498"/>
                    <a:pt x="271228" y="4494"/>
                    <a:pt x="277937" y="4502"/>
                  </a:cubicBezTo>
                  <a:cubicBezTo>
                    <a:pt x="282532" y="4506"/>
                    <a:pt x="287126" y="4500"/>
                    <a:pt x="291721" y="4486"/>
                  </a:cubicBezTo>
                  <a:cubicBezTo>
                    <a:pt x="294375" y="4478"/>
                    <a:pt x="297029" y="4475"/>
                    <a:pt x="299683" y="4485"/>
                  </a:cubicBezTo>
                  <a:cubicBezTo>
                    <a:pt x="302555" y="4495"/>
                    <a:pt x="305427" y="4483"/>
                    <a:pt x="308299" y="4469"/>
                  </a:cubicBezTo>
                  <a:cubicBezTo>
                    <a:pt x="309145" y="4475"/>
                    <a:pt x="309992" y="4482"/>
                    <a:pt x="310864" y="4489"/>
                  </a:cubicBezTo>
                  <a:cubicBezTo>
                    <a:pt x="311628" y="4482"/>
                    <a:pt x="312393" y="4474"/>
                    <a:pt x="313181" y="4466"/>
                  </a:cubicBezTo>
                  <a:cubicBezTo>
                    <a:pt x="313844" y="4466"/>
                    <a:pt x="314508" y="4466"/>
                    <a:pt x="315192" y="4465"/>
                  </a:cubicBezTo>
                  <a:cubicBezTo>
                    <a:pt x="315715" y="4342"/>
                    <a:pt x="316239" y="4219"/>
                    <a:pt x="316779" y="4093"/>
                  </a:cubicBezTo>
                  <a:cubicBezTo>
                    <a:pt x="317309" y="3118"/>
                    <a:pt x="317807" y="2125"/>
                    <a:pt x="318267" y="1116"/>
                  </a:cubicBezTo>
                  <a:close/>
                </a:path>
              </a:pathLst>
            </a:custGeom>
            <a:grpFill/>
            <a:ln w="744" cap="flat">
              <a:noFill/>
              <a:prstDash val="solid"/>
              <a:miter/>
            </a:ln>
          </p:spPr>
          <p:txBody>
            <a:bodyPr rtlCol="0" anchor="ctr"/>
            <a:lstStyle/>
            <a:p>
              <a:endParaRPr lang="zh-CN" altLang="en-US"/>
            </a:p>
          </p:txBody>
        </p:sp>
        <p:sp>
          <p:nvSpPr>
            <p:cNvPr id="98" name="任意多边形: 形状 97"/>
            <p:cNvSpPr/>
            <p:nvPr/>
          </p:nvSpPr>
          <p:spPr>
            <a:xfrm>
              <a:off x="8992192" y="631416"/>
              <a:ext cx="188268" cy="502480"/>
            </a:xfrm>
            <a:custGeom>
              <a:avLst/>
              <a:gdLst>
                <a:gd name="connsiteX0" fmla="*/ 126694 w 188268"/>
                <a:gd name="connsiteY0" fmla="*/ 252150 h 502480"/>
                <a:gd name="connsiteX1" fmla="*/ 124823 w 188268"/>
                <a:gd name="connsiteY1" fmla="*/ 252168 h 502480"/>
                <a:gd name="connsiteX2" fmla="*/ 122709 w 188268"/>
                <a:gd name="connsiteY2" fmla="*/ 252162 h 502480"/>
                <a:gd name="connsiteX3" fmla="*/ 120409 w 188268"/>
                <a:gd name="connsiteY3" fmla="*/ 252213 h 502480"/>
                <a:gd name="connsiteX4" fmla="*/ 113148 w 188268"/>
                <a:gd name="connsiteY4" fmla="*/ 252281 h 502480"/>
                <a:gd name="connsiteX5" fmla="*/ 108090 w 188268"/>
                <a:gd name="connsiteY5" fmla="*/ 252342 h 502480"/>
                <a:gd name="connsiteX6" fmla="*/ 98529 w 188268"/>
                <a:gd name="connsiteY6" fmla="*/ 252423 h 502480"/>
                <a:gd name="connsiteX7" fmla="*/ 96415 w 188268"/>
                <a:gd name="connsiteY7" fmla="*/ 252459 h 502480"/>
                <a:gd name="connsiteX8" fmla="*/ 92291 w 188268"/>
                <a:gd name="connsiteY8" fmla="*/ 257012 h 502480"/>
                <a:gd name="connsiteX9" fmla="*/ 92298 w 188268"/>
                <a:gd name="connsiteY9" fmla="*/ 258614 h 502480"/>
                <a:gd name="connsiteX10" fmla="*/ 92299 w 188268"/>
                <a:gd name="connsiteY10" fmla="*/ 263989 h 502480"/>
                <a:gd name="connsiteX11" fmla="*/ 92303 w 188268"/>
                <a:gd name="connsiteY11" fmla="*/ 267945 h 502480"/>
                <a:gd name="connsiteX12" fmla="*/ 92309 w 188268"/>
                <a:gd name="connsiteY12" fmla="*/ 278691 h 502480"/>
                <a:gd name="connsiteX13" fmla="*/ 92317 w 188268"/>
                <a:gd name="connsiteY13" fmla="*/ 290132 h 502480"/>
                <a:gd name="connsiteX14" fmla="*/ 92331 w 188268"/>
                <a:gd name="connsiteY14" fmla="*/ 311738 h 502480"/>
                <a:gd name="connsiteX15" fmla="*/ 92349 w 188268"/>
                <a:gd name="connsiteY15" fmla="*/ 336505 h 502480"/>
                <a:gd name="connsiteX16" fmla="*/ 92382 w 188268"/>
                <a:gd name="connsiteY16" fmla="*/ 384717 h 502480"/>
                <a:gd name="connsiteX17" fmla="*/ 92387 w 188268"/>
                <a:gd name="connsiteY17" fmla="*/ 390268 h 502480"/>
                <a:gd name="connsiteX18" fmla="*/ 92387 w 188268"/>
                <a:gd name="connsiteY18" fmla="*/ 393245 h 502480"/>
                <a:gd name="connsiteX19" fmla="*/ 105313 w 188268"/>
                <a:gd name="connsiteY19" fmla="*/ 393281 h 502480"/>
                <a:gd name="connsiteX20" fmla="*/ 110572 w 188268"/>
                <a:gd name="connsiteY20" fmla="*/ 393291 h 502480"/>
                <a:gd name="connsiteX21" fmla="*/ 118352 w 188268"/>
                <a:gd name="connsiteY21" fmla="*/ 393314 h 502480"/>
                <a:gd name="connsiteX22" fmla="*/ 120801 w 188268"/>
                <a:gd name="connsiteY22" fmla="*/ 393317 h 502480"/>
                <a:gd name="connsiteX23" fmla="*/ 123207 w 188268"/>
                <a:gd name="connsiteY23" fmla="*/ 393329 h 502480"/>
                <a:gd name="connsiteX24" fmla="*/ 125419 w 188268"/>
                <a:gd name="connsiteY24" fmla="*/ 393329 h 502480"/>
                <a:gd name="connsiteX25" fmla="*/ 127377 w 188268"/>
                <a:gd name="connsiteY25" fmla="*/ 393334 h 502480"/>
                <a:gd name="connsiteX26" fmla="*/ 129594 w 188268"/>
                <a:gd name="connsiteY26" fmla="*/ 392501 h 502480"/>
                <a:gd name="connsiteX27" fmla="*/ 128761 w 188268"/>
                <a:gd name="connsiteY27" fmla="*/ 387088 h 502480"/>
                <a:gd name="connsiteX28" fmla="*/ 128766 w 188268"/>
                <a:gd name="connsiteY28" fmla="*/ 384134 h 502480"/>
                <a:gd name="connsiteX29" fmla="*/ 128772 w 188268"/>
                <a:gd name="connsiteY29" fmla="*/ 378913 h 502480"/>
                <a:gd name="connsiteX30" fmla="*/ 128780 w 188268"/>
                <a:gd name="connsiteY30" fmla="*/ 375083 h 502480"/>
                <a:gd name="connsiteX31" fmla="*/ 128789 w 188268"/>
                <a:gd name="connsiteY31" fmla="*/ 366833 h 502480"/>
                <a:gd name="connsiteX32" fmla="*/ 128811 w 188268"/>
                <a:gd name="connsiteY32" fmla="*/ 353560 h 502480"/>
                <a:gd name="connsiteX33" fmla="*/ 128850 w 188268"/>
                <a:gd name="connsiteY33" fmla="*/ 322970 h 502480"/>
                <a:gd name="connsiteX34" fmla="*/ 128888 w 188268"/>
                <a:gd name="connsiteY34" fmla="*/ 294641 h 502480"/>
                <a:gd name="connsiteX35" fmla="*/ 128906 w 188268"/>
                <a:gd name="connsiteY35" fmla="*/ 281294 h 502480"/>
                <a:gd name="connsiteX36" fmla="*/ 128920 w 188268"/>
                <a:gd name="connsiteY36" fmla="*/ 272850 h 502480"/>
                <a:gd name="connsiteX37" fmla="*/ 128923 w 188268"/>
                <a:gd name="connsiteY37" fmla="*/ 268926 h 502480"/>
                <a:gd name="connsiteX38" fmla="*/ 128935 w 188268"/>
                <a:gd name="connsiteY38" fmla="*/ 263459 h 502480"/>
                <a:gd name="connsiteX39" fmla="*/ 128935 w 188268"/>
                <a:gd name="connsiteY39" fmla="*/ 261807 h 502480"/>
                <a:gd name="connsiteX40" fmla="*/ 128106 w 188268"/>
                <a:gd name="connsiteY40" fmla="*/ 252602 h 502480"/>
                <a:gd name="connsiteX41" fmla="*/ 126694 w 188268"/>
                <a:gd name="connsiteY41" fmla="*/ 252150 h 502480"/>
                <a:gd name="connsiteX42" fmla="*/ 11162 w 188268"/>
                <a:gd name="connsiteY42" fmla="*/ 0 h 502480"/>
                <a:gd name="connsiteX43" fmla="*/ 188268 w 188268"/>
                <a:gd name="connsiteY43" fmla="*/ 0 h 502480"/>
                <a:gd name="connsiteX44" fmla="*/ 188268 w 188268"/>
                <a:gd name="connsiteY44" fmla="*/ 71437 h 502480"/>
                <a:gd name="connsiteX45" fmla="*/ 117574 w 188268"/>
                <a:gd name="connsiteY45" fmla="*/ 71437 h 502480"/>
                <a:gd name="connsiteX46" fmla="*/ 117574 w 188268"/>
                <a:gd name="connsiteY46" fmla="*/ 87064 h 502480"/>
                <a:gd name="connsiteX47" fmla="*/ 115342 w 188268"/>
                <a:gd name="connsiteY47" fmla="*/ 87809 h 502480"/>
                <a:gd name="connsiteX48" fmla="*/ 114961 w 188268"/>
                <a:gd name="connsiteY48" fmla="*/ 91137 h 502480"/>
                <a:gd name="connsiteX49" fmla="*/ 114881 w 188268"/>
                <a:gd name="connsiteY49" fmla="*/ 93164 h 502480"/>
                <a:gd name="connsiteX50" fmla="*/ 114830 w 188268"/>
                <a:gd name="connsiteY50" fmla="*/ 95296 h 502480"/>
                <a:gd name="connsiteX51" fmla="*/ 114753 w 188268"/>
                <a:gd name="connsiteY51" fmla="*/ 97437 h 502480"/>
                <a:gd name="connsiteX52" fmla="*/ 114598 w 188268"/>
                <a:gd name="connsiteY52" fmla="*/ 102691 h 502480"/>
                <a:gd name="connsiteX53" fmla="*/ 112365 w 188268"/>
                <a:gd name="connsiteY53" fmla="*/ 102691 h 502480"/>
                <a:gd name="connsiteX54" fmla="*/ 112255 w 188268"/>
                <a:gd name="connsiteY54" fmla="*/ 105595 h 502480"/>
                <a:gd name="connsiteX55" fmla="*/ 112086 w 188268"/>
                <a:gd name="connsiteY55" fmla="*/ 109342 h 502480"/>
                <a:gd name="connsiteX56" fmla="*/ 112016 w 188268"/>
                <a:gd name="connsiteY56" fmla="*/ 111259 h 502480"/>
                <a:gd name="connsiteX57" fmla="*/ 111929 w 188268"/>
                <a:gd name="connsiteY57" fmla="*/ 113083 h 502480"/>
                <a:gd name="connsiteX58" fmla="*/ 111858 w 188268"/>
                <a:gd name="connsiteY58" fmla="*/ 114772 h 502480"/>
                <a:gd name="connsiteX59" fmla="*/ 111621 w 188268"/>
                <a:gd name="connsiteY59" fmla="*/ 116086 h 502480"/>
                <a:gd name="connsiteX60" fmla="*/ 110133 w 188268"/>
                <a:gd name="connsiteY60" fmla="*/ 116830 h 502480"/>
                <a:gd name="connsiteX61" fmla="*/ 109668 w 188268"/>
                <a:gd name="connsiteY61" fmla="*/ 123202 h 502480"/>
                <a:gd name="connsiteX62" fmla="*/ 109581 w 188268"/>
                <a:gd name="connsiteY62" fmla="*/ 125020 h 502480"/>
                <a:gd name="connsiteX63" fmla="*/ 109389 w 188268"/>
                <a:gd name="connsiteY63" fmla="*/ 129480 h 502480"/>
                <a:gd name="connsiteX64" fmla="*/ 107156 w 188268"/>
                <a:gd name="connsiteY64" fmla="*/ 128736 h 502480"/>
                <a:gd name="connsiteX65" fmla="*/ 107072 w 188268"/>
                <a:gd name="connsiteY65" fmla="*/ 131451 h 502480"/>
                <a:gd name="connsiteX66" fmla="*/ 106924 w 188268"/>
                <a:gd name="connsiteY66" fmla="*/ 134968 h 502480"/>
                <a:gd name="connsiteX67" fmla="*/ 106873 w 188268"/>
                <a:gd name="connsiteY67" fmla="*/ 136759 h 502480"/>
                <a:gd name="connsiteX68" fmla="*/ 106412 w 188268"/>
                <a:gd name="connsiteY68" fmla="*/ 141387 h 502480"/>
                <a:gd name="connsiteX69" fmla="*/ 104180 w 188268"/>
                <a:gd name="connsiteY69" fmla="*/ 142875 h 502480"/>
                <a:gd name="connsiteX70" fmla="*/ 103761 w 188268"/>
                <a:gd name="connsiteY70" fmla="*/ 148503 h 502480"/>
                <a:gd name="connsiteX71" fmla="*/ 103436 w 188268"/>
                <a:gd name="connsiteY71" fmla="*/ 154037 h 502480"/>
                <a:gd name="connsiteX72" fmla="*/ 101947 w 188268"/>
                <a:gd name="connsiteY72" fmla="*/ 154781 h 502480"/>
                <a:gd name="connsiteX73" fmla="*/ 101532 w 188268"/>
                <a:gd name="connsiteY73" fmla="*/ 162874 h 502480"/>
                <a:gd name="connsiteX74" fmla="*/ 101203 w 188268"/>
                <a:gd name="connsiteY74" fmla="*/ 165199 h 502480"/>
                <a:gd name="connsiteX75" fmla="*/ 98971 w 188268"/>
                <a:gd name="connsiteY75" fmla="*/ 165943 h 502480"/>
                <a:gd name="connsiteX76" fmla="*/ 98459 w 188268"/>
                <a:gd name="connsiteY76" fmla="*/ 170827 h 502480"/>
                <a:gd name="connsiteX77" fmla="*/ 98311 w 188268"/>
                <a:gd name="connsiteY77" fmla="*/ 173527 h 502480"/>
                <a:gd name="connsiteX78" fmla="*/ 98227 w 188268"/>
                <a:gd name="connsiteY78" fmla="*/ 175617 h 502480"/>
                <a:gd name="connsiteX79" fmla="*/ 96738 w 188268"/>
                <a:gd name="connsiteY79" fmla="*/ 175617 h 502480"/>
                <a:gd name="connsiteX80" fmla="*/ 95901 w 188268"/>
                <a:gd name="connsiteY80" fmla="*/ 178594 h 502480"/>
                <a:gd name="connsiteX81" fmla="*/ 95523 w 188268"/>
                <a:gd name="connsiteY81" fmla="*/ 180268 h 502480"/>
                <a:gd name="connsiteX82" fmla="*/ 95250 w 188268"/>
                <a:gd name="connsiteY82" fmla="*/ 181570 h 502480"/>
                <a:gd name="connsiteX83" fmla="*/ 97482 w 188268"/>
                <a:gd name="connsiteY83" fmla="*/ 180826 h 502480"/>
                <a:gd name="connsiteX84" fmla="*/ 100933 w 188268"/>
                <a:gd name="connsiteY84" fmla="*/ 180727 h 502480"/>
                <a:gd name="connsiteX85" fmla="*/ 103080 w 188268"/>
                <a:gd name="connsiteY85" fmla="*/ 180717 h 502480"/>
                <a:gd name="connsiteX86" fmla="*/ 105431 w 188268"/>
                <a:gd name="connsiteY86" fmla="*/ 180718 h 502480"/>
                <a:gd name="connsiteX87" fmla="*/ 107910 w 188268"/>
                <a:gd name="connsiteY87" fmla="*/ 180710 h 502480"/>
                <a:gd name="connsiteX88" fmla="*/ 116042 w 188268"/>
                <a:gd name="connsiteY88" fmla="*/ 180701 h 502480"/>
                <a:gd name="connsiteX89" fmla="*/ 121678 w 188268"/>
                <a:gd name="connsiteY89" fmla="*/ 180694 h 502480"/>
                <a:gd name="connsiteX90" fmla="*/ 133495 w 188268"/>
                <a:gd name="connsiteY90" fmla="*/ 180688 h 502480"/>
                <a:gd name="connsiteX91" fmla="*/ 147167 w 188268"/>
                <a:gd name="connsiteY91" fmla="*/ 180669 h 502480"/>
                <a:gd name="connsiteX92" fmla="*/ 160311 w 188268"/>
                <a:gd name="connsiteY92" fmla="*/ 180656 h 502480"/>
                <a:gd name="connsiteX93" fmla="*/ 165908 w 188268"/>
                <a:gd name="connsiteY93" fmla="*/ 180646 h 502480"/>
                <a:gd name="connsiteX94" fmla="*/ 173718 w 188268"/>
                <a:gd name="connsiteY94" fmla="*/ 180645 h 502480"/>
                <a:gd name="connsiteX95" fmla="*/ 176074 w 188268"/>
                <a:gd name="connsiteY95" fmla="*/ 180633 h 502480"/>
                <a:gd name="connsiteX96" fmla="*/ 178214 w 188268"/>
                <a:gd name="connsiteY96" fmla="*/ 180642 h 502480"/>
                <a:gd name="connsiteX97" fmla="*/ 180080 w 188268"/>
                <a:gd name="connsiteY97" fmla="*/ 180641 h 502480"/>
                <a:gd name="connsiteX98" fmla="*/ 183059 w 188268"/>
                <a:gd name="connsiteY98" fmla="*/ 182314 h 502480"/>
                <a:gd name="connsiteX99" fmla="*/ 183246 w 188268"/>
                <a:gd name="connsiteY99" fmla="*/ 186842 h 502480"/>
                <a:gd name="connsiteX100" fmla="*/ 183258 w 188268"/>
                <a:gd name="connsiteY100" fmla="*/ 189787 h 502480"/>
                <a:gd name="connsiteX101" fmla="*/ 183248 w 188268"/>
                <a:gd name="connsiteY101" fmla="*/ 193054 h 502480"/>
                <a:gd name="connsiteX102" fmla="*/ 183255 w 188268"/>
                <a:gd name="connsiteY102" fmla="*/ 196500 h 502480"/>
                <a:gd name="connsiteX103" fmla="*/ 183253 w 188268"/>
                <a:gd name="connsiteY103" fmla="*/ 206005 h 502480"/>
                <a:gd name="connsiteX104" fmla="*/ 183259 w 188268"/>
                <a:gd name="connsiteY104" fmla="*/ 216242 h 502480"/>
                <a:gd name="connsiteX105" fmla="*/ 183260 w 188268"/>
                <a:gd name="connsiteY105" fmla="*/ 236310 h 502480"/>
                <a:gd name="connsiteX106" fmla="*/ 183258 w 188268"/>
                <a:gd name="connsiteY106" fmla="*/ 252611 h 502480"/>
                <a:gd name="connsiteX107" fmla="*/ 183258 w 188268"/>
                <a:gd name="connsiteY107" fmla="*/ 254950 h 502480"/>
                <a:gd name="connsiteX108" fmla="*/ 183260 w 188268"/>
                <a:gd name="connsiteY108" fmla="*/ 259655 h 502480"/>
                <a:gd name="connsiteX109" fmla="*/ 183251 w 188268"/>
                <a:gd name="connsiteY109" fmla="*/ 303811 h 502480"/>
                <a:gd name="connsiteX110" fmla="*/ 183253 w 188268"/>
                <a:gd name="connsiteY110" fmla="*/ 341742 h 502480"/>
                <a:gd name="connsiteX111" fmla="*/ 183259 w 188268"/>
                <a:gd name="connsiteY111" fmla="*/ 385739 h 502480"/>
                <a:gd name="connsiteX112" fmla="*/ 183258 w 188268"/>
                <a:gd name="connsiteY112" fmla="*/ 390426 h 502480"/>
                <a:gd name="connsiteX113" fmla="*/ 183257 w 188268"/>
                <a:gd name="connsiteY113" fmla="*/ 392755 h 502480"/>
                <a:gd name="connsiteX114" fmla="*/ 183261 w 188268"/>
                <a:gd name="connsiteY114" fmla="*/ 409048 h 502480"/>
                <a:gd name="connsiteX115" fmla="*/ 183257 w 188268"/>
                <a:gd name="connsiteY115" fmla="*/ 428888 h 502480"/>
                <a:gd name="connsiteX116" fmla="*/ 183256 w 188268"/>
                <a:gd name="connsiteY116" fmla="*/ 439020 h 502480"/>
                <a:gd name="connsiteX117" fmla="*/ 183250 w 188268"/>
                <a:gd name="connsiteY117" fmla="*/ 448280 h 502480"/>
                <a:gd name="connsiteX118" fmla="*/ 183253 w 188268"/>
                <a:gd name="connsiteY118" fmla="*/ 451645 h 502480"/>
                <a:gd name="connsiteX119" fmla="*/ 183246 w 188268"/>
                <a:gd name="connsiteY119" fmla="*/ 456189 h 502480"/>
                <a:gd name="connsiteX120" fmla="*/ 183245 w 188268"/>
                <a:gd name="connsiteY120" fmla="*/ 458748 h 502480"/>
                <a:gd name="connsiteX121" fmla="*/ 183059 w 188268"/>
                <a:gd name="connsiteY121" fmla="*/ 460623 h 502480"/>
                <a:gd name="connsiteX122" fmla="*/ 178030 w 188268"/>
                <a:gd name="connsiteY122" fmla="*/ 461457 h 502480"/>
                <a:gd name="connsiteX123" fmla="*/ 175765 w 188268"/>
                <a:gd name="connsiteY123" fmla="*/ 461460 h 502480"/>
                <a:gd name="connsiteX124" fmla="*/ 173272 w 188268"/>
                <a:gd name="connsiteY124" fmla="*/ 461452 h 502480"/>
                <a:gd name="connsiteX125" fmla="*/ 170655 w 188268"/>
                <a:gd name="connsiteY125" fmla="*/ 461452 h 502480"/>
                <a:gd name="connsiteX126" fmla="*/ 162054 w 188268"/>
                <a:gd name="connsiteY126" fmla="*/ 461440 h 502480"/>
                <a:gd name="connsiteX127" fmla="*/ 156104 w 188268"/>
                <a:gd name="connsiteY127" fmla="*/ 461437 h 502480"/>
                <a:gd name="connsiteX128" fmla="*/ 142023 w 188268"/>
                <a:gd name="connsiteY128" fmla="*/ 461421 h 502480"/>
                <a:gd name="connsiteX129" fmla="*/ 125994 w 188268"/>
                <a:gd name="connsiteY129" fmla="*/ 461405 h 502480"/>
                <a:gd name="connsiteX130" fmla="*/ 93018 w 188268"/>
                <a:gd name="connsiteY130" fmla="*/ 461367 h 502480"/>
                <a:gd name="connsiteX131" fmla="*/ 93028 w 188268"/>
                <a:gd name="connsiteY131" fmla="*/ 462854 h 502480"/>
                <a:gd name="connsiteX132" fmla="*/ 93099 w 188268"/>
                <a:gd name="connsiteY132" fmla="*/ 478136 h 502480"/>
                <a:gd name="connsiteX133" fmla="*/ 93130 w 188268"/>
                <a:gd name="connsiteY133" fmla="*/ 483844 h 502480"/>
                <a:gd name="connsiteX134" fmla="*/ 93163 w 188268"/>
                <a:gd name="connsiteY134" fmla="*/ 492034 h 502480"/>
                <a:gd name="connsiteX135" fmla="*/ 93186 w 188268"/>
                <a:gd name="connsiteY135" fmla="*/ 494625 h 502480"/>
                <a:gd name="connsiteX136" fmla="*/ 93187 w 188268"/>
                <a:gd name="connsiteY136" fmla="*/ 497017 h 502480"/>
                <a:gd name="connsiteX137" fmla="*/ 93197 w 188268"/>
                <a:gd name="connsiteY137" fmla="*/ 499130 h 502480"/>
                <a:gd name="connsiteX138" fmla="*/ 91529 w 188268"/>
                <a:gd name="connsiteY138" fmla="*/ 502295 h 502480"/>
                <a:gd name="connsiteX139" fmla="*/ 86602 w 188268"/>
                <a:gd name="connsiteY139" fmla="*/ 502476 h 502480"/>
                <a:gd name="connsiteX140" fmla="*/ 85069 w 188268"/>
                <a:gd name="connsiteY140" fmla="*/ 502480 h 502480"/>
                <a:gd name="connsiteX141" fmla="*/ 80042 w 188268"/>
                <a:gd name="connsiteY141" fmla="*/ 502466 h 502480"/>
                <a:gd name="connsiteX142" fmla="*/ 76555 w 188268"/>
                <a:gd name="connsiteY142" fmla="*/ 502465 h 502480"/>
                <a:gd name="connsiteX143" fmla="*/ 69244 w 188268"/>
                <a:gd name="connsiteY143" fmla="*/ 502448 h 502480"/>
                <a:gd name="connsiteX144" fmla="*/ 59860 w 188268"/>
                <a:gd name="connsiteY144" fmla="*/ 502433 h 502480"/>
                <a:gd name="connsiteX145" fmla="*/ 52659 w 188268"/>
                <a:gd name="connsiteY145" fmla="*/ 502423 h 502480"/>
                <a:gd name="connsiteX146" fmla="*/ 49198 w 188268"/>
                <a:gd name="connsiteY146" fmla="*/ 502419 h 502480"/>
                <a:gd name="connsiteX147" fmla="*/ 44366 w 188268"/>
                <a:gd name="connsiteY147" fmla="*/ 502403 h 502480"/>
                <a:gd name="connsiteX148" fmla="*/ 41586 w 188268"/>
                <a:gd name="connsiteY148" fmla="*/ 502394 h 502480"/>
                <a:gd name="connsiteX149" fmla="*/ 37951 w 188268"/>
                <a:gd name="connsiteY149" fmla="*/ 501551 h 502480"/>
                <a:gd name="connsiteX150" fmla="*/ 37762 w 188268"/>
                <a:gd name="connsiteY150" fmla="*/ 495017 h 502480"/>
                <a:gd name="connsiteX151" fmla="*/ 37755 w 188268"/>
                <a:gd name="connsiteY151" fmla="*/ 492914 h 502480"/>
                <a:gd name="connsiteX152" fmla="*/ 37759 w 188268"/>
                <a:gd name="connsiteY152" fmla="*/ 485882 h 502480"/>
                <a:gd name="connsiteX153" fmla="*/ 37751 w 188268"/>
                <a:gd name="connsiteY153" fmla="*/ 480863 h 502480"/>
                <a:gd name="connsiteX154" fmla="*/ 37751 w 188268"/>
                <a:gd name="connsiteY154" fmla="*/ 467187 h 502480"/>
                <a:gd name="connsiteX155" fmla="*/ 37749 w 188268"/>
                <a:gd name="connsiteY155" fmla="*/ 452900 h 502480"/>
                <a:gd name="connsiteX156" fmla="*/ 37759 w 188268"/>
                <a:gd name="connsiteY156" fmla="*/ 427353 h 502480"/>
                <a:gd name="connsiteX157" fmla="*/ 37757 w 188268"/>
                <a:gd name="connsiteY157" fmla="*/ 404189 h 502480"/>
                <a:gd name="connsiteX158" fmla="*/ 37751 w 188268"/>
                <a:gd name="connsiteY158" fmla="*/ 377308 h 502480"/>
                <a:gd name="connsiteX159" fmla="*/ 37748 w 188268"/>
                <a:gd name="connsiteY159" fmla="*/ 363072 h 502480"/>
                <a:gd name="connsiteX160" fmla="*/ 37756 w 188268"/>
                <a:gd name="connsiteY160" fmla="*/ 349681 h 502480"/>
                <a:gd name="connsiteX161" fmla="*/ 37754 w 188268"/>
                <a:gd name="connsiteY161" fmla="*/ 344761 h 502480"/>
                <a:gd name="connsiteX162" fmla="*/ 37762 w 188268"/>
                <a:gd name="connsiteY162" fmla="*/ 338054 h 502480"/>
                <a:gd name="connsiteX163" fmla="*/ 37752 w 188268"/>
                <a:gd name="connsiteY163" fmla="*/ 336079 h 502480"/>
                <a:gd name="connsiteX164" fmla="*/ 39439 w 188268"/>
                <a:gd name="connsiteY164" fmla="*/ 327422 h 502480"/>
                <a:gd name="connsiteX165" fmla="*/ 37951 w 188268"/>
                <a:gd name="connsiteY165" fmla="*/ 327422 h 502480"/>
                <a:gd name="connsiteX166" fmla="*/ 37207 w 188268"/>
                <a:gd name="connsiteY166" fmla="*/ 331143 h 502480"/>
                <a:gd name="connsiteX167" fmla="*/ 33486 w 188268"/>
                <a:gd name="connsiteY167" fmla="*/ 337096 h 502480"/>
                <a:gd name="connsiteX168" fmla="*/ 32742 w 188268"/>
                <a:gd name="connsiteY168" fmla="*/ 338956 h 502480"/>
                <a:gd name="connsiteX169" fmla="*/ 30510 w 188268"/>
                <a:gd name="connsiteY169" fmla="*/ 341561 h 502480"/>
                <a:gd name="connsiteX170" fmla="*/ 30184 w 188268"/>
                <a:gd name="connsiteY170" fmla="*/ 343095 h 502480"/>
                <a:gd name="connsiteX171" fmla="*/ 29766 w 188268"/>
                <a:gd name="connsiteY171" fmla="*/ 344537 h 502480"/>
                <a:gd name="connsiteX172" fmla="*/ 27533 w 188268"/>
                <a:gd name="connsiteY172" fmla="*/ 344537 h 502480"/>
                <a:gd name="connsiteX173" fmla="*/ 27397 w 188268"/>
                <a:gd name="connsiteY173" fmla="*/ 345976 h 502480"/>
                <a:gd name="connsiteX174" fmla="*/ 27208 w 188268"/>
                <a:gd name="connsiteY174" fmla="*/ 347839 h 502480"/>
                <a:gd name="connsiteX175" fmla="*/ 27025 w 188268"/>
                <a:gd name="connsiteY175" fmla="*/ 349697 h 502480"/>
                <a:gd name="connsiteX176" fmla="*/ 26045 w 188268"/>
                <a:gd name="connsiteY176" fmla="*/ 351978 h 502480"/>
                <a:gd name="connsiteX177" fmla="*/ 23068 w 188268"/>
                <a:gd name="connsiteY177" fmla="*/ 352071 h 502480"/>
                <a:gd name="connsiteX178" fmla="*/ 21441 w 188268"/>
                <a:gd name="connsiteY178" fmla="*/ 352077 h 502480"/>
                <a:gd name="connsiteX179" fmla="*/ 19348 w 188268"/>
                <a:gd name="connsiteY179" fmla="*/ 351234 h 502480"/>
                <a:gd name="connsiteX180" fmla="*/ 19112 w 188268"/>
                <a:gd name="connsiteY180" fmla="*/ 347092 h 502480"/>
                <a:gd name="connsiteX181" fmla="*/ 19018 w 188268"/>
                <a:gd name="connsiteY181" fmla="*/ 344556 h 502480"/>
                <a:gd name="connsiteX182" fmla="*/ 18929 w 188268"/>
                <a:gd name="connsiteY182" fmla="*/ 341886 h 502480"/>
                <a:gd name="connsiteX183" fmla="*/ 18832 w 188268"/>
                <a:gd name="connsiteY183" fmla="*/ 339207 h 502480"/>
                <a:gd name="connsiteX184" fmla="*/ 18604 w 188268"/>
                <a:gd name="connsiteY184" fmla="*/ 332631 h 502480"/>
                <a:gd name="connsiteX185" fmla="*/ 16371 w 188268"/>
                <a:gd name="connsiteY185" fmla="*/ 332631 h 502480"/>
                <a:gd name="connsiteX186" fmla="*/ 16287 w 188268"/>
                <a:gd name="connsiteY186" fmla="*/ 329890 h 502480"/>
                <a:gd name="connsiteX187" fmla="*/ 16139 w 188268"/>
                <a:gd name="connsiteY187" fmla="*/ 326352 h 502480"/>
                <a:gd name="connsiteX188" fmla="*/ 16088 w 188268"/>
                <a:gd name="connsiteY188" fmla="*/ 324543 h 502480"/>
                <a:gd name="connsiteX189" fmla="*/ 15627 w 188268"/>
                <a:gd name="connsiteY189" fmla="*/ 319980 h 502480"/>
                <a:gd name="connsiteX190" fmla="*/ 13395 w 188268"/>
                <a:gd name="connsiteY190" fmla="*/ 319236 h 502480"/>
                <a:gd name="connsiteX191" fmla="*/ 13177 w 188268"/>
                <a:gd name="connsiteY191" fmla="*/ 316234 h 502480"/>
                <a:gd name="connsiteX192" fmla="*/ 13198 w 188268"/>
                <a:gd name="connsiteY192" fmla="*/ 314410 h 502480"/>
                <a:gd name="connsiteX193" fmla="*/ 13255 w 188268"/>
                <a:gd name="connsiteY193" fmla="*/ 312493 h 502480"/>
                <a:gd name="connsiteX194" fmla="*/ 13286 w 188268"/>
                <a:gd name="connsiteY194" fmla="*/ 310567 h 502480"/>
                <a:gd name="connsiteX195" fmla="*/ 13395 w 188268"/>
                <a:gd name="connsiteY195" fmla="*/ 305842 h 502480"/>
                <a:gd name="connsiteX196" fmla="*/ 11162 w 188268"/>
                <a:gd name="connsiteY196" fmla="*/ 305842 h 502480"/>
                <a:gd name="connsiteX197" fmla="*/ 11025 w 188268"/>
                <a:gd name="connsiteY197" fmla="*/ 303967 h 502480"/>
                <a:gd name="connsiteX198" fmla="*/ 10837 w 188268"/>
                <a:gd name="connsiteY198" fmla="*/ 301516 h 502480"/>
                <a:gd name="connsiteX199" fmla="*/ 10653 w 188268"/>
                <a:gd name="connsiteY199" fmla="*/ 299083 h 502480"/>
                <a:gd name="connsiteX200" fmla="*/ 9674 w 188268"/>
                <a:gd name="connsiteY200" fmla="*/ 294680 h 502480"/>
                <a:gd name="connsiteX201" fmla="*/ 8186 w 188268"/>
                <a:gd name="connsiteY201" fmla="*/ 293936 h 502480"/>
                <a:gd name="connsiteX202" fmla="*/ 7720 w 188268"/>
                <a:gd name="connsiteY202" fmla="*/ 288680 h 502480"/>
                <a:gd name="connsiteX203" fmla="*/ 7552 w 188268"/>
                <a:gd name="connsiteY203" fmla="*/ 285770 h 502480"/>
                <a:gd name="connsiteX204" fmla="*/ 7441 w 188268"/>
                <a:gd name="connsiteY204" fmla="*/ 283518 h 502480"/>
                <a:gd name="connsiteX205" fmla="*/ 5209 w 188268"/>
                <a:gd name="connsiteY205" fmla="*/ 284262 h 502480"/>
                <a:gd name="connsiteX206" fmla="*/ 5099 w 188268"/>
                <a:gd name="connsiteY206" fmla="*/ 282334 h 502480"/>
                <a:gd name="connsiteX207" fmla="*/ 4930 w 188268"/>
                <a:gd name="connsiteY207" fmla="*/ 279843 h 502480"/>
                <a:gd name="connsiteX208" fmla="*/ 4773 w 188268"/>
                <a:gd name="connsiteY208" fmla="*/ 277358 h 502480"/>
                <a:gd name="connsiteX209" fmla="*/ 4465 w 188268"/>
                <a:gd name="connsiteY209" fmla="*/ 275332 h 502480"/>
                <a:gd name="connsiteX210" fmla="*/ 2977 w 188268"/>
                <a:gd name="connsiteY210" fmla="*/ 274588 h 502480"/>
                <a:gd name="connsiteX211" fmla="*/ 1907 w 188268"/>
                <a:gd name="connsiteY211" fmla="*/ 269402 h 502480"/>
                <a:gd name="connsiteX212" fmla="*/ 1488 w 188268"/>
                <a:gd name="connsiteY212" fmla="*/ 267891 h 502480"/>
                <a:gd name="connsiteX213" fmla="*/ 0 w 188268"/>
                <a:gd name="connsiteY213" fmla="*/ 267146 h 502480"/>
                <a:gd name="connsiteX214" fmla="*/ 0 w 188268"/>
                <a:gd name="connsiteY214" fmla="*/ 265658 h 502480"/>
                <a:gd name="connsiteX215" fmla="*/ 1488 w 188268"/>
                <a:gd name="connsiteY215" fmla="*/ 264914 h 502480"/>
                <a:gd name="connsiteX216" fmla="*/ 3139 w 188268"/>
                <a:gd name="connsiteY216" fmla="*/ 260237 h 502480"/>
                <a:gd name="connsiteX217" fmla="*/ 3721 w 188268"/>
                <a:gd name="connsiteY217" fmla="*/ 258961 h 502480"/>
                <a:gd name="connsiteX218" fmla="*/ 5209 w 188268"/>
                <a:gd name="connsiteY218" fmla="*/ 258961 h 502480"/>
                <a:gd name="connsiteX219" fmla="*/ 5488 w 188268"/>
                <a:gd name="connsiteY219" fmla="*/ 256403 h 502480"/>
                <a:gd name="connsiteX220" fmla="*/ 5953 w 188268"/>
                <a:gd name="connsiteY220" fmla="*/ 253752 h 502480"/>
                <a:gd name="connsiteX221" fmla="*/ 7441 w 188268"/>
                <a:gd name="connsiteY221" fmla="*/ 253008 h 502480"/>
                <a:gd name="connsiteX222" fmla="*/ 7813 w 188268"/>
                <a:gd name="connsiteY222" fmla="*/ 251147 h 502480"/>
                <a:gd name="connsiteX223" fmla="*/ 8186 w 188268"/>
                <a:gd name="connsiteY223" fmla="*/ 249287 h 502480"/>
                <a:gd name="connsiteX224" fmla="*/ 9674 w 188268"/>
                <a:gd name="connsiteY224" fmla="*/ 248543 h 502480"/>
                <a:gd name="connsiteX225" fmla="*/ 10371 w 188268"/>
                <a:gd name="connsiteY225" fmla="*/ 245892 h 502480"/>
                <a:gd name="connsiteX226" fmla="*/ 11162 w 188268"/>
                <a:gd name="connsiteY226" fmla="*/ 243334 h 502480"/>
                <a:gd name="connsiteX227" fmla="*/ 13395 w 188268"/>
                <a:gd name="connsiteY227" fmla="*/ 243334 h 502480"/>
                <a:gd name="connsiteX228" fmla="*/ 13255 w 188268"/>
                <a:gd name="connsiteY228" fmla="*/ 240404 h 502480"/>
                <a:gd name="connsiteX229" fmla="*/ 13395 w 188268"/>
                <a:gd name="connsiteY229" fmla="*/ 237381 h 502480"/>
                <a:gd name="connsiteX230" fmla="*/ 15627 w 188268"/>
                <a:gd name="connsiteY230" fmla="*/ 236637 h 502480"/>
                <a:gd name="connsiteX231" fmla="*/ 16371 w 188268"/>
                <a:gd name="connsiteY231" fmla="*/ 232172 h 502480"/>
                <a:gd name="connsiteX232" fmla="*/ 17859 w 188268"/>
                <a:gd name="connsiteY232" fmla="*/ 231428 h 502480"/>
                <a:gd name="connsiteX233" fmla="*/ 19510 w 188268"/>
                <a:gd name="connsiteY233" fmla="*/ 226751 h 502480"/>
                <a:gd name="connsiteX234" fmla="*/ 20092 w 188268"/>
                <a:gd name="connsiteY234" fmla="*/ 225475 h 502480"/>
                <a:gd name="connsiteX235" fmla="*/ 21580 w 188268"/>
                <a:gd name="connsiteY235" fmla="*/ 225475 h 502480"/>
                <a:gd name="connsiteX236" fmla="*/ 21502 w 188268"/>
                <a:gd name="connsiteY236" fmla="*/ 224036 h 502480"/>
                <a:gd name="connsiteX237" fmla="*/ 21441 w 188268"/>
                <a:gd name="connsiteY237" fmla="*/ 222172 h 502480"/>
                <a:gd name="connsiteX238" fmla="*/ 21362 w 188268"/>
                <a:gd name="connsiteY238" fmla="*/ 220315 h 502480"/>
                <a:gd name="connsiteX239" fmla="*/ 21580 w 188268"/>
                <a:gd name="connsiteY239" fmla="*/ 218777 h 502480"/>
                <a:gd name="connsiteX240" fmla="*/ 23813 w 188268"/>
                <a:gd name="connsiteY240" fmla="*/ 218033 h 502480"/>
                <a:gd name="connsiteX241" fmla="*/ 24324 w 188268"/>
                <a:gd name="connsiteY241" fmla="*/ 214638 h 502480"/>
                <a:gd name="connsiteX242" fmla="*/ 24472 w 188268"/>
                <a:gd name="connsiteY242" fmla="*/ 212775 h 502480"/>
                <a:gd name="connsiteX243" fmla="*/ 24557 w 188268"/>
                <a:gd name="connsiteY243" fmla="*/ 211336 h 502480"/>
                <a:gd name="connsiteX244" fmla="*/ 26789 w 188268"/>
                <a:gd name="connsiteY244" fmla="*/ 211336 h 502480"/>
                <a:gd name="connsiteX245" fmla="*/ 26900 w 188268"/>
                <a:gd name="connsiteY245" fmla="*/ 209897 h 502480"/>
                <a:gd name="connsiteX246" fmla="*/ 27068 w 188268"/>
                <a:gd name="connsiteY246" fmla="*/ 208034 h 502480"/>
                <a:gd name="connsiteX247" fmla="*/ 27225 w 188268"/>
                <a:gd name="connsiteY247" fmla="*/ 206176 h 502480"/>
                <a:gd name="connsiteX248" fmla="*/ 27533 w 188268"/>
                <a:gd name="connsiteY248" fmla="*/ 204639 h 502480"/>
                <a:gd name="connsiteX249" fmla="*/ 29021 w 188268"/>
                <a:gd name="connsiteY249" fmla="*/ 203895 h 502480"/>
                <a:gd name="connsiteX250" fmla="*/ 29437 w 188268"/>
                <a:gd name="connsiteY250" fmla="*/ 197546 h 502480"/>
                <a:gd name="connsiteX251" fmla="*/ 29766 w 188268"/>
                <a:gd name="connsiteY251" fmla="*/ 195709 h 502480"/>
                <a:gd name="connsiteX252" fmla="*/ 31998 w 188268"/>
                <a:gd name="connsiteY252" fmla="*/ 194965 h 502480"/>
                <a:gd name="connsiteX253" fmla="*/ 32510 w 188268"/>
                <a:gd name="connsiteY253" fmla="*/ 191570 h 502480"/>
                <a:gd name="connsiteX254" fmla="*/ 32658 w 188268"/>
                <a:gd name="connsiteY254" fmla="*/ 189706 h 502480"/>
                <a:gd name="connsiteX255" fmla="*/ 32742 w 188268"/>
                <a:gd name="connsiteY255" fmla="*/ 188268 h 502480"/>
                <a:gd name="connsiteX256" fmla="*/ 34975 w 188268"/>
                <a:gd name="connsiteY256" fmla="*/ 188268 h 502480"/>
                <a:gd name="connsiteX257" fmla="*/ 35085 w 188268"/>
                <a:gd name="connsiteY257" fmla="*/ 186340 h 502480"/>
                <a:gd name="connsiteX258" fmla="*/ 35254 w 188268"/>
                <a:gd name="connsiteY258" fmla="*/ 183849 h 502480"/>
                <a:gd name="connsiteX259" fmla="*/ 35411 w 188268"/>
                <a:gd name="connsiteY259" fmla="*/ 181364 h 502480"/>
                <a:gd name="connsiteX260" fmla="*/ 35719 w 188268"/>
                <a:gd name="connsiteY260" fmla="*/ 179338 h 502480"/>
                <a:gd name="connsiteX261" fmla="*/ 37207 w 188268"/>
                <a:gd name="connsiteY261" fmla="*/ 178594 h 502480"/>
                <a:gd name="connsiteX262" fmla="*/ 37672 w 188268"/>
                <a:gd name="connsiteY262" fmla="*/ 174082 h 502480"/>
                <a:gd name="connsiteX263" fmla="*/ 37841 w 188268"/>
                <a:gd name="connsiteY263" fmla="*/ 171591 h 502480"/>
                <a:gd name="connsiteX264" fmla="*/ 37951 w 188268"/>
                <a:gd name="connsiteY264" fmla="*/ 169664 h 502480"/>
                <a:gd name="connsiteX265" fmla="*/ 40184 w 188268"/>
                <a:gd name="connsiteY265" fmla="*/ 169664 h 502480"/>
                <a:gd name="connsiteX266" fmla="*/ 40928 w 188268"/>
                <a:gd name="connsiteY266" fmla="*/ 159990 h 502480"/>
                <a:gd name="connsiteX267" fmla="*/ 43160 w 188268"/>
                <a:gd name="connsiteY267" fmla="*/ 159990 h 502480"/>
                <a:gd name="connsiteX268" fmla="*/ 43904 w 188268"/>
                <a:gd name="connsiteY268" fmla="*/ 148828 h 502480"/>
                <a:gd name="connsiteX269" fmla="*/ 46137 w 188268"/>
                <a:gd name="connsiteY269" fmla="*/ 148828 h 502480"/>
                <a:gd name="connsiteX270" fmla="*/ 46058 w 188268"/>
                <a:gd name="connsiteY270" fmla="*/ 146413 h 502480"/>
                <a:gd name="connsiteX271" fmla="*/ 45997 w 188268"/>
                <a:gd name="connsiteY271" fmla="*/ 143294 h 502480"/>
                <a:gd name="connsiteX272" fmla="*/ 45941 w 188268"/>
                <a:gd name="connsiteY272" fmla="*/ 141699 h 502480"/>
                <a:gd name="connsiteX273" fmla="*/ 46137 w 188268"/>
                <a:gd name="connsiteY273" fmla="*/ 137666 h 502480"/>
                <a:gd name="connsiteX274" fmla="*/ 48369 w 188268"/>
                <a:gd name="connsiteY274" fmla="*/ 136922 h 502480"/>
                <a:gd name="connsiteX275" fmla="*/ 48881 w 188268"/>
                <a:gd name="connsiteY275" fmla="*/ 131294 h 502480"/>
                <a:gd name="connsiteX276" fmla="*/ 48958 w 188268"/>
                <a:gd name="connsiteY276" fmla="*/ 129691 h 502480"/>
                <a:gd name="connsiteX277" fmla="*/ 49113 w 188268"/>
                <a:gd name="connsiteY277" fmla="*/ 125760 h 502480"/>
                <a:gd name="connsiteX278" fmla="*/ 50602 w 188268"/>
                <a:gd name="connsiteY278" fmla="*/ 125760 h 502480"/>
                <a:gd name="connsiteX279" fmla="*/ 51731 w 188268"/>
                <a:gd name="connsiteY279" fmla="*/ 116289 h 502480"/>
                <a:gd name="connsiteX280" fmla="*/ 52090 w 188268"/>
                <a:gd name="connsiteY280" fmla="*/ 112365 h 502480"/>
                <a:gd name="connsiteX281" fmla="*/ 53578 w 188268"/>
                <a:gd name="connsiteY281" fmla="*/ 111621 h 502480"/>
                <a:gd name="connsiteX282" fmla="*/ 53808 w 188268"/>
                <a:gd name="connsiteY282" fmla="*/ 108645 h 502480"/>
                <a:gd name="connsiteX283" fmla="*/ 53864 w 188268"/>
                <a:gd name="connsiteY283" fmla="*/ 106831 h 502480"/>
                <a:gd name="connsiteX284" fmla="*/ 53934 w 188268"/>
                <a:gd name="connsiteY284" fmla="*/ 103017 h 502480"/>
                <a:gd name="connsiteX285" fmla="*/ 53994 w 188268"/>
                <a:gd name="connsiteY285" fmla="*/ 101203 h 502480"/>
                <a:gd name="connsiteX286" fmla="*/ 54024 w 188268"/>
                <a:gd name="connsiteY286" fmla="*/ 99529 h 502480"/>
                <a:gd name="connsiteX287" fmla="*/ 54322 w 188268"/>
                <a:gd name="connsiteY287" fmla="*/ 98227 h 502480"/>
                <a:gd name="connsiteX288" fmla="*/ 56555 w 188268"/>
                <a:gd name="connsiteY288" fmla="*/ 97482 h 502480"/>
                <a:gd name="connsiteX289" fmla="*/ 56857 w 188268"/>
                <a:gd name="connsiteY289" fmla="*/ 94343 h 502480"/>
                <a:gd name="connsiteX290" fmla="*/ 56906 w 188268"/>
                <a:gd name="connsiteY290" fmla="*/ 92427 h 502480"/>
                <a:gd name="connsiteX291" fmla="*/ 56927 w 188268"/>
                <a:gd name="connsiteY291" fmla="*/ 90413 h 502480"/>
                <a:gd name="connsiteX292" fmla="*/ 56997 w 188268"/>
                <a:gd name="connsiteY292" fmla="*/ 86483 h 502480"/>
                <a:gd name="connsiteX293" fmla="*/ 57013 w 188268"/>
                <a:gd name="connsiteY293" fmla="*/ 84714 h 502480"/>
                <a:gd name="connsiteX294" fmla="*/ 57299 w 188268"/>
                <a:gd name="connsiteY294" fmla="*/ 83344 h 502480"/>
                <a:gd name="connsiteX295" fmla="*/ 59531 w 188268"/>
                <a:gd name="connsiteY295" fmla="*/ 82600 h 502480"/>
                <a:gd name="connsiteX296" fmla="*/ 59531 w 188268"/>
                <a:gd name="connsiteY296" fmla="*/ 71437 h 502480"/>
                <a:gd name="connsiteX297" fmla="*/ 11162 w 188268"/>
                <a:gd name="connsiteY297" fmla="*/ 71437 h 502480"/>
                <a:gd name="connsiteX298" fmla="*/ 11162 w 188268"/>
                <a:gd name="connsiteY298" fmla="*/ 0 h 5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188268" h="502480">
                  <a:moveTo>
                    <a:pt x="126694" y="252150"/>
                  </a:moveTo>
                  <a:cubicBezTo>
                    <a:pt x="126058" y="252156"/>
                    <a:pt x="125440" y="252162"/>
                    <a:pt x="124823" y="252168"/>
                  </a:cubicBezTo>
                  <a:cubicBezTo>
                    <a:pt x="123755" y="252165"/>
                    <a:pt x="123755" y="252165"/>
                    <a:pt x="122709" y="252162"/>
                  </a:cubicBezTo>
                  <a:cubicBezTo>
                    <a:pt x="121927" y="252179"/>
                    <a:pt x="121168" y="252196"/>
                    <a:pt x="120409" y="252213"/>
                  </a:cubicBezTo>
                  <a:cubicBezTo>
                    <a:pt x="117988" y="252224"/>
                    <a:pt x="115569" y="252240"/>
                    <a:pt x="113148" y="252281"/>
                  </a:cubicBezTo>
                  <a:cubicBezTo>
                    <a:pt x="111462" y="252309"/>
                    <a:pt x="109776" y="252329"/>
                    <a:pt x="108090" y="252342"/>
                  </a:cubicBezTo>
                  <a:cubicBezTo>
                    <a:pt x="104903" y="252359"/>
                    <a:pt x="101716" y="252390"/>
                    <a:pt x="98529" y="252423"/>
                  </a:cubicBezTo>
                  <a:cubicBezTo>
                    <a:pt x="97461" y="252441"/>
                    <a:pt x="97461" y="252441"/>
                    <a:pt x="96415" y="252459"/>
                  </a:cubicBezTo>
                  <a:cubicBezTo>
                    <a:pt x="92410" y="252521"/>
                    <a:pt x="92304" y="252980"/>
                    <a:pt x="92291" y="257012"/>
                  </a:cubicBezTo>
                  <a:cubicBezTo>
                    <a:pt x="92294" y="257557"/>
                    <a:pt x="92296" y="258085"/>
                    <a:pt x="92298" y="258614"/>
                  </a:cubicBezTo>
                  <a:cubicBezTo>
                    <a:pt x="92296" y="260406"/>
                    <a:pt x="92295" y="262198"/>
                    <a:pt x="92299" y="263989"/>
                  </a:cubicBezTo>
                  <a:cubicBezTo>
                    <a:pt x="92302" y="265308"/>
                    <a:pt x="92303" y="266626"/>
                    <a:pt x="92303" y="267945"/>
                  </a:cubicBezTo>
                  <a:cubicBezTo>
                    <a:pt x="92302" y="271527"/>
                    <a:pt x="92304" y="275109"/>
                    <a:pt x="92309" y="278691"/>
                  </a:cubicBezTo>
                  <a:cubicBezTo>
                    <a:pt x="92314" y="282505"/>
                    <a:pt x="92316" y="286318"/>
                    <a:pt x="92317" y="290132"/>
                  </a:cubicBezTo>
                  <a:cubicBezTo>
                    <a:pt x="92319" y="297334"/>
                    <a:pt x="92324" y="304536"/>
                    <a:pt x="92331" y="311738"/>
                  </a:cubicBezTo>
                  <a:cubicBezTo>
                    <a:pt x="92340" y="319994"/>
                    <a:pt x="92345" y="328250"/>
                    <a:pt x="92349" y="336505"/>
                  </a:cubicBezTo>
                  <a:cubicBezTo>
                    <a:pt x="92356" y="352576"/>
                    <a:pt x="92367" y="368647"/>
                    <a:pt x="92382" y="384717"/>
                  </a:cubicBezTo>
                  <a:cubicBezTo>
                    <a:pt x="92384" y="386568"/>
                    <a:pt x="92386" y="388418"/>
                    <a:pt x="92387" y="390268"/>
                  </a:cubicBezTo>
                  <a:cubicBezTo>
                    <a:pt x="92387" y="391280"/>
                    <a:pt x="92387" y="392263"/>
                    <a:pt x="92387" y="393245"/>
                  </a:cubicBezTo>
                  <a:cubicBezTo>
                    <a:pt x="96696" y="393260"/>
                    <a:pt x="101004" y="393273"/>
                    <a:pt x="105313" y="393281"/>
                  </a:cubicBezTo>
                  <a:cubicBezTo>
                    <a:pt x="107066" y="393284"/>
                    <a:pt x="108819" y="393288"/>
                    <a:pt x="110572" y="393291"/>
                  </a:cubicBezTo>
                  <a:cubicBezTo>
                    <a:pt x="113166" y="393301"/>
                    <a:pt x="115759" y="393310"/>
                    <a:pt x="118352" y="393314"/>
                  </a:cubicBezTo>
                  <a:cubicBezTo>
                    <a:pt x="119589" y="393316"/>
                    <a:pt x="119589" y="393316"/>
                    <a:pt x="120801" y="393317"/>
                  </a:cubicBezTo>
                  <a:cubicBezTo>
                    <a:pt x="121619" y="393321"/>
                    <a:pt x="122413" y="393325"/>
                    <a:pt x="123207" y="393329"/>
                  </a:cubicBezTo>
                  <a:cubicBezTo>
                    <a:pt x="123959" y="393329"/>
                    <a:pt x="124689" y="393329"/>
                    <a:pt x="125419" y="393329"/>
                  </a:cubicBezTo>
                  <a:cubicBezTo>
                    <a:pt x="126084" y="393331"/>
                    <a:pt x="126730" y="393333"/>
                    <a:pt x="127377" y="393334"/>
                  </a:cubicBezTo>
                  <a:cubicBezTo>
                    <a:pt x="128850" y="393245"/>
                    <a:pt x="128850" y="393245"/>
                    <a:pt x="129594" y="392501"/>
                  </a:cubicBezTo>
                  <a:cubicBezTo>
                    <a:pt x="129089" y="390611"/>
                    <a:pt x="128834" y="389069"/>
                    <a:pt x="128761" y="387088"/>
                  </a:cubicBezTo>
                  <a:cubicBezTo>
                    <a:pt x="128763" y="386084"/>
                    <a:pt x="128764" y="385109"/>
                    <a:pt x="128766" y="384134"/>
                  </a:cubicBezTo>
                  <a:cubicBezTo>
                    <a:pt x="128766" y="382394"/>
                    <a:pt x="128766" y="380653"/>
                    <a:pt x="128772" y="378913"/>
                  </a:cubicBezTo>
                  <a:cubicBezTo>
                    <a:pt x="128776" y="377636"/>
                    <a:pt x="128778" y="376359"/>
                    <a:pt x="128780" y="375083"/>
                  </a:cubicBezTo>
                  <a:cubicBezTo>
                    <a:pt x="128781" y="372333"/>
                    <a:pt x="128784" y="369583"/>
                    <a:pt x="128789" y="366833"/>
                  </a:cubicBezTo>
                  <a:cubicBezTo>
                    <a:pt x="128800" y="362409"/>
                    <a:pt x="128807" y="357984"/>
                    <a:pt x="128811" y="353560"/>
                  </a:cubicBezTo>
                  <a:cubicBezTo>
                    <a:pt x="128819" y="343363"/>
                    <a:pt x="128834" y="333167"/>
                    <a:pt x="128850" y="322970"/>
                  </a:cubicBezTo>
                  <a:cubicBezTo>
                    <a:pt x="128866" y="313527"/>
                    <a:pt x="128880" y="304084"/>
                    <a:pt x="128888" y="294641"/>
                  </a:cubicBezTo>
                  <a:cubicBezTo>
                    <a:pt x="128892" y="290192"/>
                    <a:pt x="128896" y="285743"/>
                    <a:pt x="128906" y="281294"/>
                  </a:cubicBezTo>
                  <a:cubicBezTo>
                    <a:pt x="128913" y="278479"/>
                    <a:pt x="128917" y="275664"/>
                    <a:pt x="128920" y="272850"/>
                  </a:cubicBezTo>
                  <a:cubicBezTo>
                    <a:pt x="128921" y="271542"/>
                    <a:pt x="128922" y="270234"/>
                    <a:pt x="128923" y="268926"/>
                  </a:cubicBezTo>
                  <a:cubicBezTo>
                    <a:pt x="128929" y="267103"/>
                    <a:pt x="128935" y="265281"/>
                    <a:pt x="128935" y="263459"/>
                  </a:cubicBezTo>
                  <a:cubicBezTo>
                    <a:pt x="128935" y="262897"/>
                    <a:pt x="128935" y="262352"/>
                    <a:pt x="128935" y="261807"/>
                  </a:cubicBezTo>
                  <a:cubicBezTo>
                    <a:pt x="128940" y="258654"/>
                    <a:pt x="129002" y="255646"/>
                    <a:pt x="128106" y="252602"/>
                  </a:cubicBezTo>
                  <a:cubicBezTo>
                    <a:pt x="127626" y="252448"/>
                    <a:pt x="127160" y="252299"/>
                    <a:pt x="126694" y="252150"/>
                  </a:cubicBezTo>
                  <a:close/>
                  <a:moveTo>
                    <a:pt x="11162" y="0"/>
                  </a:moveTo>
                  <a:cubicBezTo>
                    <a:pt x="69607" y="0"/>
                    <a:pt x="128052" y="0"/>
                    <a:pt x="188268" y="0"/>
                  </a:cubicBezTo>
                  <a:cubicBezTo>
                    <a:pt x="188268" y="23574"/>
                    <a:pt x="188268" y="47149"/>
                    <a:pt x="188268" y="71437"/>
                  </a:cubicBezTo>
                  <a:cubicBezTo>
                    <a:pt x="164939" y="71437"/>
                    <a:pt x="141610" y="71437"/>
                    <a:pt x="117574" y="71437"/>
                  </a:cubicBezTo>
                  <a:cubicBezTo>
                    <a:pt x="117574" y="76594"/>
                    <a:pt x="117574" y="81751"/>
                    <a:pt x="117574" y="87064"/>
                  </a:cubicBezTo>
                  <a:cubicBezTo>
                    <a:pt x="116838" y="87310"/>
                    <a:pt x="116101" y="87556"/>
                    <a:pt x="115342" y="87809"/>
                  </a:cubicBezTo>
                  <a:cubicBezTo>
                    <a:pt x="114960" y="89317"/>
                    <a:pt x="114960" y="89317"/>
                    <a:pt x="114961" y="91137"/>
                  </a:cubicBezTo>
                  <a:cubicBezTo>
                    <a:pt x="114935" y="91806"/>
                    <a:pt x="114908" y="92475"/>
                    <a:pt x="114881" y="93164"/>
                  </a:cubicBezTo>
                  <a:cubicBezTo>
                    <a:pt x="114856" y="94220"/>
                    <a:pt x="114856" y="94220"/>
                    <a:pt x="114830" y="95296"/>
                  </a:cubicBezTo>
                  <a:cubicBezTo>
                    <a:pt x="114805" y="96003"/>
                    <a:pt x="114779" y="96709"/>
                    <a:pt x="114753" y="97437"/>
                  </a:cubicBezTo>
                  <a:cubicBezTo>
                    <a:pt x="114692" y="99189"/>
                    <a:pt x="114640" y="100940"/>
                    <a:pt x="114598" y="102691"/>
                  </a:cubicBezTo>
                  <a:cubicBezTo>
                    <a:pt x="113861" y="102691"/>
                    <a:pt x="113124" y="102691"/>
                    <a:pt x="112365" y="102691"/>
                  </a:cubicBezTo>
                  <a:cubicBezTo>
                    <a:pt x="112311" y="104129"/>
                    <a:pt x="112311" y="104129"/>
                    <a:pt x="112255" y="105595"/>
                  </a:cubicBezTo>
                  <a:cubicBezTo>
                    <a:pt x="112199" y="106844"/>
                    <a:pt x="112143" y="108093"/>
                    <a:pt x="112086" y="109342"/>
                  </a:cubicBezTo>
                  <a:cubicBezTo>
                    <a:pt x="112063" y="109975"/>
                    <a:pt x="112040" y="110607"/>
                    <a:pt x="112016" y="111259"/>
                  </a:cubicBezTo>
                  <a:cubicBezTo>
                    <a:pt x="111988" y="111861"/>
                    <a:pt x="111959" y="112463"/>
                    <a:pt x="111929" y="113083"/>
                  </a:cubicBezTo>
                  <a:cubicBezTo>
                    <a:pt x="111906" y="113640"/>
                    <a:pt x="111882" y="114198"/>
                    <a:pt x="111858" y="114772"/>
                  </a:cubicBezTo>
                  <a:cubicBezTo>
                    <a:pt x="111780" y="115206"/>
                    <a:pt x="111702" y="115639"/>
                    <a:pt x="111621" y="116086"/>
                  </a:cubicBezTo>
                  <a:cubicBezTo>
                    <a:pt x="111130" y="116331"/>
                    <a:pt x="110639" y="116577"/>
                    <a:pt x="110133" y="116830"/>
                  </a:cubicBezTo>
                  <a:cubicBezTo>
                    <a:pt x="109900" y="118973"/>
                    <a:pt x="109751" y="121053"/>
                    <a:pt x="109668" y="123202"/>
                  </a:cubicBezTo>
                  <a:cubicBezTo>
                    <a:pt x="109625" y="124102"/>
                    <a:pt x="109625" y="124102"/>
                    <a:pt x="109581" y="125020"/>
                  </a:cubicBezTo>
                  <a:cubicBezTo>
                    <a:pt x="109510" y="126507"/>
                    <a:pt x="109449" y="127993"/>
                    <a:pt x="109389" y="129480"/>
                  </a:cubicBezTo>
                  <a:cubicBezTo>
                    <a:pt x="108652" y="129235"/>
                    <a:pt x="107915" y="128989"/>
                    <a:pt x="107156" y="128736"/>
                  </a:cubicBezTo>
                  <a:cubicBezTo>
                    <a:pt x="107128" y="129632"/>
                    <a:pt x="107101" y="130528"/>
                    <a:pt x="107072" y="131451"/>
                  </a:cubicBezTo>
                  <a:cubicBezTo>
                    <a:pt x="107023" y="132624"/>
                    <a:pt x="106974" y="133796"/>
                    <a:pt x="106924" y="134968"/>
                  </a:cubicBezTo>
                  <a:cubicBezTo>
                    <a:pt x="106899" y="135855"/>
                    <a:pt x="106899" y="135855"/>
                    <a:pt x="106873" y="136759"/>
                  </a:cubicBezTo>
                  <a:cubicBezTo>
                    <a:pt x="106801" y="138308"/>
                    <a:pt x="106613" y="139850"/>
                    <a:pt x="106412" y="141387"/>
                  </a:cubicBezTo>
                  <a:cubicBezTo>
                    <a:pt x="105675" y="141878"/>
                    <a:pt x="104939" y="142369"/>
                    <a:pt x="104180" y="142875"/>
                  </a:cubicBezTo>
                  <a:cubicBezTo>
                    <a:pt x="103933" y="144797"/>
                    <a:pt x="103799" y="146577"/>
                    <a:pt x="103761" y="148503"/>
                  </a:cubicBezTo>
                  <a:cubicBezTo>
                    <a:pt x="103715" y="150367"/>
                    <a:pt x="103609" y="152176"/>
                    <a:pt x="103436" y="154037"/>
                  </a:cubicBezTo>
                  <a:cubicBezTo>
                    <a:pt x="102944" y="154283"/>
                    <a:pt x="102453" y="154528"/>
                    <a:pt x="101947" y="154781"/>
                  </a:cubicBezTo>
                  <a:cubicBezTo>
                    <a:pt x="101681" y="157479"/>
                    <a:pt x="101616" y="160164"/>
                    <a:pt x="101532" y="162874"/>
                  </a:cubicBezTo>
                  <a:cubicBezTo>
                    <a:pt x="101369" y="164025"/>
                    <a:pt x="101369" y="164025"/>
                    <a:pt x="101203" y="165199"/>
                  </a:cubicBezTo>
                  <a:cubicBezTo>
                    <a:pt x="100466" y="165445"/>
                    <a:pt x="99730" y="165690"/>
                    <a:pt x="98971" y="165943"/>
                  </a:cubicBezTo>
                  <a:cubicBezTo>
                    <a:pt x="98531" y="168205"/>
                    <a:pt x="98531" y="168205"/>
                    <a:pt x="98459" y="170827"/>
                  </a:cubicBezTo>
                  <a:cubicBezTo>
                    <a:pt x="98386" y="172163"/>
                    <a:pt x="98386" y="172163"/>
                    <a:pt x="98311" y="173527"/>
                  </a:cubicBezTo>
                  <a:cubicBezTo>
                    <a:pt x="98269" y="174562"/>
                    <a:pt x="98269" y="174562"/>
                    <a:pt x="98227" y="175617"/>
                  </a:cubicBezTo>
                  <a:cubicBezTo>
                    <a:pt x="97735" y="175617"/>
                    <a:pt x="97244" y="175617"/>
                    <a:pt x="96738" y="175617"/>
                  </a:cubicBezTo>
                  <a:cubicBezTo>
                    <a:pt x="96220" y="176963"/>
                    <a:pt x="96220" y="176963"/>
                    <a:pt x="95901" y="178594"/>
                  </a:cubicBezTo>
                  <a:cubicBezTo>
                    <a:pt x="95714" y="179423"/>
                    <a:pt x="95714" y="179423"/>
                    <a:pt x="95523" y="180268"/>
                  </a:cubicBezTo>
                  <a:cubicBezTo>
                    <a:pt x="95433" y="180698"/>
                    <a:pt x="95343" y="181128"/>
                    <a:pt x="95250" y="181570"/>
                  </a:cubicBezTo>
                  <a:cubicBezTo>
                    <a:pt x="95987" y="181325"/>
                    <a:pt x="96723" y="181079"/>
                    <a:pt x="97482" y="180826"/>
                  </a:cubicBezTo>
                  <a:cubicBezTo>
                    <a:pt x="98631" y="180757"/>
                    <a:pt x="99782" y="180729"/>
                    <a:pt x="100933" y="180727"/>
                  </a:cubicBezTo>
                  <a:cubicBezTo>
                    <a:pt x="101642" y="180723"/>
                    <a:pt x="102350" y="180720"/>
                    <a:pt x="103080" y="180717"/>
                  </a:cubicBezTo>
                  <a:cubicBezTo>
                    <a:pt x="104244" y="180718"/>
                    <a:pt x="104244" y="180718"/>
                    <a:pt x="105431" y="180718"/>
                  </a:cubicBezTo>
                  <a:cubicBezTo>
                    <a:pt x="106249" y="180716"/>
                    <a:pt x="107067" y="180713"/>
                    <a:pt x="107910" y="180710"/>
                  </a:cubicBezTo>
                  <a:cubicBezTo>
                    <a:pt x="110621" y="180703"/>
                    <a:pt x="113332" y="180702"/>
                    <a:pt x="116042" y="180701"/>
                  </a:cubicBezTo>
                  <a:cubicBezTo>
                    <a:pt x="117921" y="180699"/>
                    <a:pt x="119799" y="180696"/>
                    <a:pt x="121678" y="180694"/>
                  </a:cubicBezTo>
                  <a:cubicBezTo>
                    <a:pt x="125617" y="180689"/>
                    <a:pt x="129556" y="180688"/>
                    <a:pt x="133495" y="180688"/>
                  </a:cubicBezTo>
                  <a:cubicBezTo>
                    <a:pt x="138052" y="180689"/>
                    <a:pt x="142610" y="180681"/>
                    <a:pt x="147167" y="180669"/>
                  </a:cubicBezTo>
                  <a:cubicBezTo>
                    <a:pt x="151548" y="180658"/>
                    <a:pt x="155929" y="180656"/>
                    <a:pt x="160311" y="180656"/>
                  </a:cubicBezTo>
                  <a:cubicBezTo>
                    <a:pt x="162177" y="180655"/>
                    <a:pt x="164043" y="180652"/>
                    <a:pt x="165908" y="180646"/>
                  </a:cubicBezTo>
                  <a:cubicBezTo>
                    <a:pt x="168512" y="180639"/>
                    <a:pt x="171115" y="180641"/>
                    <a:pt x="173718" y="180645"/>
                  </a:cubicBezTo>
                  <a:cubicBezTo>
                    <a:pt x="174495" y="180641"/>
                    <a:pt x="175273" y="180637"/>
                    <a:pt x="176074" y="180633"/>
                  </a:cubicBezTo>
                  <a:cubicBezTo>
                    <a:pt x="177133" y="180637"/>
                    <a:pt x="177133" y="180637"/>
                    <a:pt x="178214" y="180642"/>
                  </a:cubicBezTo>
                  <a:cubicBezTo>
                    <a:pt x="178830" y="180642"/>
                    <a:pt x="179446" y="180641"/>
                    <a:pt x="180080" y="180641"/>
                  </a:cubicBezTo>
                  <a:cubicBezTo>
                    <a:pt x="181570" y="180826"/>
                    <a:pt x="181570" y="180826"/>
                    <a:pt x="183059" y="182314"/>
                  </a:cubicBezTo>
                  <a:cubicBezTo>
                    <a:pt x="183245" y="184283"/>
                    <a:pt x="183245" y="184283"/>
                    <a:pt x="183246" y="186842"/>
                  </a:cubicBezTo>
                  <a:cubicBezTo>
                    <a:pt x="183250" y="187814"/>
                    <a:pt x="183254" y="188786"/>
                    <a:pt x="183258" y="189787"/>
                  </a:cubicBezTo>
                  <a:cubicBezTo>
                    <a:pt x="183254" y="190876"/>
                    <a:pt x="183251" y="191965"/>
                    <a:pt x="183248" y="193054"/>
                  </a:cubicBezTo>
                  <a:cubicBezTo>
                    <a:pt x="183249" y="194203"/>
                    <a:pt x="183252" y="195352"/>
                    <a:pt x="183255" y="196500"/>
                  </a:cubicBezTo>
                  <a:cubicBezTo>
                    <a:pt x="183261" y="199669"/>
                    <a:pt x="183258" y="202837"/>
                    <a:pt x="183253" y="206005"/>
                  </a:cubicBezTo>
                  <a:cubicBezTo>
                    <a:pt x="183250" y="209418"/>
                    <a:pt x="183255" y="212830"/>
                    <a:pt x="183259" y="216242"/>
                  </a:cubicBezTo>
                  <a:cubicBezTo>
                    <a:pt x="183266" y="222931"/>
                    <a:pt x="183264" y="229621"/>
                    <a:pt x="183260" y="236310"/>
                  </a:cubicBezTo>
                  <a:cubicBezTo>
                    <a:pt x="183257" y="241744"/>
                    <a:pt x="183256" y="247177"/>
                    <a:pt x="183258" y="252611"/>
                  </a:cubicBezTo>
                  <a:cubicBezTo>
                    <a:pt x="183258" y="253383"/>
                    <a:pt x="183258" y="254155"/>
                    <a:pt x="183258" y="254950"/>
                  </a:cubicBezTo>
                  <a:cubicBezTo>
                    <a:pt x="183259" y="256518"/>
                    <a:pt x="183259" y="258087"/>
                    <a:pt x="183260" y="259655"/>
                  </a:cubicBezTo>
                  <a:cubicBezTo>
                    <a:pt x="183264" y="274373"/>
                    <a:pt x="183259" y="289092"/>
                    <a:pt x="183251" y="303811"/>
                  </a:cubicBezTo>
                  <a:cubicBezTo>
                    <a:pt x="183245" y="316455"/>
                    <a:pt x="183246" y="329099"/>
                    <a:pt x="183253" y="341742"/>
                  </a:cubicBezTo>
                  <a:cubicBezTo>
                    <a:pt x="183261" y="356408"/>
                    <a:pt x="183264" y="371074"/>
                    <a:pt x="183259" y="385739"/>
                  </a:cubicBezTo>
                  <a:cubicBezTo>
                    <a:pt x="183259" y="387302"/>
                    <a:pt x="183258" y="388864"/>
                    <a:pt x="183258" y="390426"/>
                  </a:cubicBezTo>
                  <a:cubicBezTo>
                    <a:pt x="183257" y="391579"/>
                    <a:pt x="183257" y="391579"/>
                    <a:pt x="183257" y="392755"/>
                  </a:cubicBezTo>
                  <a:cubicBezTo>
                    <a:pt x="183256" y="398186"/>
                    <a:pt x="183258" y="403617"/>
                    <a:pt x="183261" y="409048"/>
                  </a:cubicBezTo>
                  <a:cubicBezTo>
                    <a:pt x="183266" y="415661"/>
                    <a:pt x="183265" y="422274"/>
                    <a:pt x="183257" y="428888"/>
                  </a:cubicBezTo>
                  <a:cubicBezTo>
                    <a:pt x="183253" y="432265"/>
                    <a:pt x="183251" y="435643"/>
                    <a:pt x="183256" y="439020"/>
                  </a:cubicBezTo>
                  <a:cubicBezTo>
                    <a:pt x="183260" y="442107"/>
                    <a:pt x="183258" y="445193"/>
                    <a:pt x="183250" y="448280"/>
                  </a:cubicBezTo>
                  <a:cubicBezTo>
                    <a:pt x="183248" y="449402"/>
                    <a:pt x="183249" y="450524"/>
                    <a:pt x="183253" y="451645"/>
                  </a:cubicBezTo>
                  <a:cubicBezTo>
                    <a:pt x="183257" y="453160"/>
                    <a:pt x="183252" y="454674"/>
                    <a:pt x="183246" y="456189"/>
                  </a:cubicBezTo>
                  <a:cubicBezTo>
                    <a:pt x="183246" y="457033"/>
                    <a:pt x="183245" y="457878"/>
                    <a:pt x="183245" y="458748"/>
                  </a:cubicBezTo>
                  <a:cubicBezTo>
                    <a:pt x="183184" y="459367"/>
                    <a:pt x="183122" y="459985"/>
                    <a:pt x="183059" y="460623"/>
                  </a:cubicBezTo>
                  <a:cubicBezTo>
                    <a:pt x="181237" y="461534"/>
                    <a:pt x="180066" y="461459"/>
                    <a:pt x="178030" y="461457"/>
                  </a:cubicBezTo>
                  <a:cubicBezTo>
                    <a:pt x="177282" y="461458"/>
                    <a:pt x="176535" y="461459"/>
                    <a:pt x="175765" y="461460"/>
                  </a:cubicBezTo>
                  <a:cubicBezTo>
                    <a:pt x="174943" y="461457"/>
                    <a:pt x="174120" y="461454"/>
                    <a:pt x="173272" y="461452"/>
                  </a:cubicBezTo>
                  <a:cubicBezTo>
                    <a:pt x="172409" y="461452"/>
                    <a:pt x="171545" y="461452"/>
                    <a:pt x="170655" y="461452"/>
                  </a:cubicBezTo>
                  <a:cubicBezTo>
                    <a:pt x="167788" y="461451"/>
                    <a:pt x="164921" y="461446"/>
                    <a:pt x="162054" y="461440"/>
                  </a:cubicBezTo>
                  <a:cubicBezTo>
                    <a:pt x="160071" y="461438"/>
                    <a:pt x="158088" y="461437"/>
                    <a:pt x="156104" y="461437"/>
                  </a:cubicBezTo>
                  <a:cubicBezTo>
                    <a:pt x="151411" y="461434"/>
                    <a:pt x="146717" y="461428"/>
                    <a:pt x="142023" y="461421"/>
                  </a:cubicBezTo>
                  <a:cubicBezTo>
                    <a:pt x="136680" y="461412"/>
                    <a:pt x="131337" y="461408"/>
                    <a:pt x="125994" y="461405"/>
                  </a:cubicBezTo>
                  <a:cubicBezTo>
                    <a:pt x="115002" y="461397"/>
                    <a:pt x="104010" y="461384"/>
                    <a:pt x="93018" y="461367"/>
                  </a:cubicBezTo>
                  <a:cubicBezTo>
                    <a:pt x="93021" y="461858"/>
                    <a:pt x="93024" y="462349"/>
                    <a:pt x="93028" y="462854"/>
                  </a:cubicBezTo>
                  <a:cubicBezTo>
                    <a:pt x="93060" y="467948"/>
                    <a:pt x="93083" y="473042"/>
                    <a:pt x="93099" y="478136"/>
                  </a:cubicBezTo>
                  <a:cubicBezTo>
                    <a:pt x="93107" y="480038"/>
                    <a:pt x="93117" y="481941"/>
                    <a:pt x="93130" y="483844"/>
                  </a:cubicBezTo>
                  <a:cubicBezTo>
                    <a:pt x="93148" y="486574"/>
                    <a:pt x="93156" y="489304"/>
                    <a:pt x="93163" y="492034"/>
                  </a:cubicBezTo>
                  <a:cubicBezTo>
                    <a:pt x="93174" y="493316"/>
                    <a:pt x="93174" y="493316"/>
                    <a:pt x="93186" y="494625"/>
                  </a:cubicBezTo>
                  <a:cubicBezTo>
                    <a:pt x="93186" y="495414"/>
                    <a:pt x="93186" y="496204"/>
                    <a:pt x="93187" y="497017"/>
                  </a:cubicBezTo>
                  <a:cubicBezTo>
                    <a:pt x="93190" y="497715"/>
                    <a:pt x="93193" y="498412"/>
                    <a:pt x="93197" y="499130"/>
                  </a:cubicBezTo>
                  <a:cubicBezTo>
                    <a:pt x="93018" y="500807"/>
                    <a:pt x="93018" y="500807"/>
                    <a:pt x="91529" y="502295"/>
                  </a:cubicBezTo>
                  <a:cubicBezTo>
                    <a:pt x="89383" y="502479"/>
                    <a:pt x="89383" y="502479"/>
                    <a:pt x="86602" y="502476"/>
                  </a:cubicBezTo>
                  <a:cubicBezTo>
                    <a:pt x="86096" y="502477"/>
                    <a:pt x="85590" y="502478"/>
                    <a:pt x="85069" y="502480"/>
                  </a:cubicBezTo>
                  <a:cubicBezTo>
                    <a:pt x="83393" y="502483"/>
                    <a:pt x="81718" y="502475"/>
                    <a:pt x="80042" y="502466"/>
                  </a:cubicBezTo>
                  <a:cubicBezTo>
                    <a:pt x="78879" y="502465"/>
                    <a:pt x="77717" y="502465"/>
                    <a:pt x="76555" y="502465"/>
                  </a:cubicBezTo>
                  <a:cubicBezTo>
                    <a:pt x="74118" y="502464"/>
                    <a:pt x="71681" y="502458"/>
                    <a:pt x="69244" y="502448"/>
                  </a:cubicBezTo>
                  <a:cubicBezTo>
                    <a:pt x="66116" y="502435"/>
                    <a:pt x="62988" y="502433"/>
                    <a:pt x="59860" y="502433"/>
                  </a:cubicBezTo>
                  <a:cubicBezTo>
                    <a:pt x="57459" y="502433"/>
                    <a:pt x="55059" y="502429"/>
                    <a:pt x="52659" y="502423"/>
                  </a:cubicBezTo>
                  <a:cubicBezTo>
                    <a:pt x="51505" y="502421"/>
                    <a:pt x="50352" y="502420"/>
                    <a:pt x="49198" y="502419"/>
                  </a:cubicBezTo>
                  <a:cubicBezTo>
                    <a:pt x="47588" y="502417"/>
                    <a:pt x="45977" y="502411"/>
                    <a:pt x="44366" y="502403"/>
                  </a:cubicBezTo>
                  <a:cubicBezTo>
                    <a:pt x="42990" y="502399"/>
                    <a:pt x="42990" y="502399"/>
                    <a:pt x="41586" y="502394"/>
                  </a:cubicBezTo>
                  <a:cubicBezTo>
                    <a:pt x="39439" y="502295"/>
                    <a:pt x="39439" y="502295"/>
                    <a:pt x="37951" y="501551"/>
                  </a:cubicBezTo>
                  <a:cubicBezTo>
                    <a:pt x="37801" y="499350"/>
                    <a:pt x="37751" y="497219"/>
                    <a:pt x="37762" y="495017"/>
                  </a:cubicBezTo>
                  <a:cubicBezTo>
                    <a:pt x="37760" y="494323"/>
                    <a:pt x="37758" y="493629"/>
                    <a:pt x="37755" y="492914"/>
                  </a:cubicBezTo>
                  <a:cubicBezTo>
                    <a:pt x="37749" y="490570"/>
                    <a:pt x="37754" y="488226"/>
                    <a:pt x="37759" y="485882"/>
                  </a:cubicBezTo>
                  <a:cubicBezTo>
                    <a:pt x="37757" y="484209"/>
                    <a:pt x="37754" y="482536"/>
                    <a:pt x="37751" y="480863"/>
                  </a:cubicBezTo>
                  <a:cubicBezTo>
                    <a:pt x="37744" y="476305"/>
                    <a:pt x="37747" y="471746"/>
                    <a:pt x="37751" y="467187"/>
                  </a:cubicBezTo>
                  <a:cubicBezTo>
                    <a:pt x="37755" y="462425"/>
                    <a:pt x="37752" y="457663"/>
                    <a:pt x="37749" y="452900"/>
                  </a:cubicBezTo>
                  <a:cubicBezTo>
                    <a:pt x="37746" y="444384"/>
                    <a:pt x="37751" y="435869"/>
                    <a:pt x="37759" y="427353"/>
                  </a:cubicBezTo>
                  <a:cubicBezTo>
                    <a:pt x="37765" y="419631"/>
                    <a:pt x="37764" y="411910"/>
                    <a:pt x="37757" y="404189"/>
                  </a:cubicBezTo>
                  <a:cubicBezTo>
                    <a:pt x="37749" y="395228"/>
                    <a:pt x="37746" y="386268"/>
                    <a:pt x="37751" y="377308"/>
                  </a:cubicBezTo>
                  <a:cubicBezTo>
                    <a:pt x="37753" y="372563"/>
                    <a:pt x="37753" y="367817"/>
                    <a:pt x="37748" y="363072"/>
                  </a:cubicBezTo>
                  <a:cubicBezTo>
                    <a:pt x="37744" y="358609"/>
                    <a:pt x="37747" y="354145"/>
                    <a:pt x="37756" y="349681"/>
                  </a:cubicBezTo>
                  <a:cubicBezTo>
                    <a:pt x="37758" y="348041"/>
                    <a:pt x="37757" y="346401"/>
                    <a:pt x="37754" y="344761"/>
                  </a:cubicBezTo>
                  <a:cubicBezTo>
                    <a:pt x="37750" y="342526"/>
                    <a:pt x="37755" y="340290"/>
                    <a:pt x="37762" y="338054"/>
                  </a:cubicBezTo>
                  <a:cubicBezTo>
                    <a:pt x="37759" y="337403"/>
                    <a:pt x="37756" y="336751"/>
                    <a:pt x="37752" y="336079"/>
                  </a:cubicBezTo>
                  <a:cubicBezTo>
                    <a:pt x="37773" y="332857"/>
                    <a:pt x="37935" y="330357"/>
                    <a:pt x="39439" y="327422"/>
                  </a:cubicBezTo>
                  <a:cubicBezTo>
                    <a:pt x="38948" y="327422"/>
                    <a:pt x="38457" y="327422"/>
                    <a:pt x="37951" y="327422"/>
                  </a:cubicBezTo>
                  <a:cubicBezTo>
                    <a:pt x="37689" y="328659"/>
                    <a:pt x="37445" y="329900"/>
                    <a:pt x="37207" y="331143"/>
                  </a:cubicBezTo>
                  <a:cubicBezTo>
                    <a:pt x="35449" y="336115"/>
                    <a:pt x="35449" y="336115"/>
                    <a:pt x="33486" y="337096"/>
                  </a:cubicBezTo>
                  <a:cubicBezTo>
                    <a:pt x="33118" y="338017"/>
                    <a:pt x="33118" y="338017"/>
                    <a:pt x="32742" y="338956"/>
                  </a:cubicBezTo>
                  <a:cubicBezTo>
                    <a:pt x="31998" y="340816"/>
                    <a:pt x="31998" y="340816"/>
                    <a:pt x="30510" y="341561"/>
                  </a:cubicBezTo>
                  <a:cubicBezTo>
                    <a:pt x="30402" y="342067"/>
                    <a:pt x="30295" y="342573"/>
                    <a:pt x="30184" y="343095"/>
                  </a:cubicBezTo>
                  <a:cubicBezTo>
                    <a:pt x="30046" y="343571"/>
                    <a:pt x="29908" y="344047"/>
                    <a:pt x="29766" y="344537"/>
                  </a:cubicBezTo>
                  <a:cubicBezTo>
                    <a:pt x="29029" y="344537"/>
                    <a:pt x="28292" y="344537"/>
                    <a:pt x="27533" y="344537"/>
                  </a:cubicBezTo>
                  <a:cubicBezTo>
                    <a:pt x="27488" y="345012"/>
                    <a:pt x="27443" y="345487"/>
                    <a:pt x="27397" y="345976"/>
                  </a:cubicBezTo>
                  <a:cubicBezTo>
                    <a:pt x="27334" y="346591"/>
                    <a:pt x="27272" y="347206"/>
                    <a:pt x="27208" y="347839"/>
                  </a:cubicBezTo>
                  <a:cubicBezTo>
                    <a:pt x="27147" y="348452"/>
                    <a:pt x="27087" y="349065"/>
                    <a:pt x="27025" y="349697"/>
                  </a:cubicBezTo>
                  <a:cubicBezTo>
                    <a:pt x="26789" y="351234"/>
                    <a:pt x="26789" y="351234"/>
                    <a:pt x="26045" y="351978"/>
                  </a:cubicBezTo>
                  <a:cubicBezTo>
                    <a:pt x="24696" y="352077"/>
                    <a:pt x="24696" y="352077"/>
                    <a:pt x="23068" y="352071"/>
                  </a:cubicBezTo>
                  <a:cubicBezTo>
                    <a:pt x="22531" y="352073"/>
                    <a:pt x="21994" y="352075"/>
                    <a:pt x="21441" y="352077"/>
                  </a:cubicBezTo>
                  <a:cubicBezTo>
                    <a:pt x="20092" y="351978"/>
                    <a:pt x="20092" y="351978"/>
                    <a:pt x="19348" y="351234"/>
                  </a:cubicBezTo>
                  <a:cubicBezTo>
                    <a:pt x="19230" y="349856"/>
                    <a:pt x="19161" y="348474"/>
                    <a:pt x="19112" y="347092"/>
                  </a:cubicBezTo>
                  <a:cubicBezTo>
                    <a:pt x="19081" y="346255"/>
                    <a:pt x="19050" y="345418"/>
                    <a:pt x="19018" y="344556"/>
                  </a:cubicBezTo>
                  <a:cubicBezTo>
                    <a:pt x="18988" y="343675"/>
                    <a:pt x="18959" y="342794"/>
                    <a:pt x="18929" y="341886"/>
                  </a:cubicBezTo>
                  <a:cubicBezTo>
                    <a:pt x="18897" y="341002"/>
                    <a:pt x="18865" y="340118"/>
                    <a:pt x="18832" y="339207"/>
                  </a:cubicBezTo>
                  <a:cubicBezTo>
                    <a:pt x="18752" y="337015"/>
                    <a:pt x="18677" y="334823"/>
                    <a:pt x="18604" y="332631"/>
                  </a:cubicBezTo>
                  <a:cubicBezTo>
                    <a:pt x="17867" y="332631"/>
                    <a:pt x="17130" y="332631"/>
                    <a:pt x="16371" y="332631"/>
                  </a:cubicBezTo>
                  <a:cubicBezTo>
                    <a:pt x="16343" y="331726"/>
                    <a:pt x="16315" y="330822"/>
                    <a:pt x="16287" y="329890"/>
                  </a:cubicBezTo>
                  <a:cubicBezTo>
                    <a:pt x="16238" y="328711"/>
                    <a:pt x="16189" y="327531"/>
                    <a:pt x="16139" y="326352"/>
                  </a:cubicBezTo>
                  <a:cubicBezTo>
                    <a:pt x="16122" y="325755"/>
                    <a:pt x="16105" y="325158"/>
                    <a:pt x="16088" y="324543"/>
                  </a:cubicBezTo>
                  <a:cubicBezTo>
                    <a:pt x="16024" y="322628"/>
                    <a:pt x="16024" y="322628"/>
                    <a:pt x="15627" y="319980"/>
                  </a:cubicBezTo>
                  <a:cubicBezTo>
                    <a:pt x="14890" y="319735"/>
                    <a:pt x="14154" y="319489"/>
                    <a:pt x="13395" y="319236"/>
                  </a:cubicBezTo>
                  <a:cubicBezTo>
                    <a:pt x="13141" y="317922"/>
                    <a:pt x="13141" y="317922"/>
                    <a:pt x="13177" y="316234"/>
                  </a:cubicBezTo>
                  <a:cubicBezTo>
                    <a:pt x="13184" y="315632"/>
                    <a:pt x="13191" y="315030"/>
                    <a:pt x="13198" y="314410"/>
                  </a:cubicBezTo>
                  <a:cubicBezTo>
                    <a:pt x="13217" y="313777"/>
                    <a:pt x="13236" y="313144"/>
                    <a:pt x="13255" y="312493"/>
                  </a:cubicBezTo>
                  <a:cubicBezTo>
                    <a:pt x="13265" y="311857"/>
                    <a:pt x="13275" y="311222"/>
                    <a:pt x="13286" y="310567"/>
                  </a:cubicBezTo>
                  <a:cubicBezTo>
                    <a:pt x="13312" y="308992"/>
                    <a:pt x="13352" y="307417"/>
                    <a:pt x="13395" y="305842"/>
                  </a:cubicBezTo>
                  <a:cubicBezTo>
                    <a:pt x="12658" y="305842"/>
                    <a:pt x="11921" y="305842"/>
                    <a:pt x="11162" y="305842"/>
                  </a:cubicBezTo>
                  <a:cubicBezTo>
                    <a:pt x="11117" y="305223"/>
                    <a:pt x="11072" y="304604"/>
                    <a:pt x="11025" y="303967"/>
                  </a:cubicBezTo>
                  <a:cubicBezTo>
                    <a:pt x="10963" y="303158"/>
                    <a:pt x="10901" y="302350"/>
                    <a:pt x="10837" y="301516"/>
                  </a:cubicBezTo>
                  <a:cubicBezTo>
                    <a:pt x="10776" y="300714"/>
                    <a:pt x="10716" y="299911"/>
                    <a:pt x="10653" y="299083"/>
                  </a:cubicBezTo>
                  <a:cubicBezTo>
                    <a:pt x="10491" y="296867"/>
                    <a:pt x="10491" y="296867"/>
                    <a:pt x="9674" y="294680"/>
                  </a:cubicBezTo>
                  <a:cubicBezTo>
                    <a:pt x="9183" y="294434"/>
                    <a:pt x="8692" y="294189"/>
                    <a:pt x="8186" y="293936"/>
                  </a:cubicBezTo>
                  <a:cubicBezTo>
                    <a:pt x="7877" y="291584"/>
                    <a:pt x="7877" y="291584"/>
                    <a:pt x="7720" y="288680"/>
                  </a:cubicBezTo>
                  <a:cubicBezTo>
                    <a:pt x="7665" y="287720"/>
                    <a:pt x="7609" y="286760"/>
                    <a:pt x="7552" y="285770"/>
                  </a:cubicBezTo>
                  <a:cubicBezTo>
                    <a:pt x="7515" y="285027"/>
                    <a:pt x="7479" y="284283"/>
                    <a:pt x="7441" y="283518"/>
                  </a:cubicBezTo>
                  <a:cubicBezTo>
                    <a:pt x="6705" y="283763"/>
                    <a:pt x="5968" y="284009"/>
                    <a:pt x="5209" y="284262"/>
                  </a:cubicBezTo>
                  <a:cubicBezTo>
                    <a:pt x="5173" y="283626"/>
                    <a:pt x="5136" y="282990"/>
                    <a:pt x="5099" y="282334"/>
                  </a:cubicBezTo>
                  <a:cubicBezTo>
                    <a:pt x="5043" y="281512"/>
                    <a:pt x="4987" y="280690"/>
                    <a:pt x="4930" y="279843"/>
                  </a:cubicBezTo>
                  <a:cubicBezTo>
                    <a:pt x="4878" y="279023"/>
                    <a:pt x="4826" y="278203"/>
                    <a:pt x="4773" y="277358"/>
                  </a:cubicBezTo>
                  <a:cubicBezTo>
                    <a:pt x="4671" y="276689"/>
                    <a:pt x="4570" y="276021"/>
                    <a:pt x="4465" y="275332"/>
                  </a:cubicBezTo>
                  <a:cubicBezTo>
                    <a:pt x="3974" y="275086"/>
                    <a:pt x="3483" y="274841"/>
                    <a:pt x="2977" y="274588"/>
                  </a:cubicBezTo>
                  <a:cubicBezTo>
                    <a:pt x="2502" y="272873"/>
                    <a:pt x="2217" y="271154"/>
                    <a:pt x="1907" y="269402"/>
                  </a:cubicBezTo>
                  <a:cubicBezTo>
                    <a:pt x="1769" y="268903"/>
                    <a:pt x="1631" y="268405"/>
                    <a:pt x="1488" y="267891"/>
                  </a:cubicBezTo>
                  <a:cubicBezTo>
                    <a:pt x="997" y="267645"/>
                    <a:pt x="506" y="267399"/>
                    <a:pt x="0" y="267146"/>
                  </a:cubicBezTo>
                  <a:cubicBezTo>
                    <a:pt x="0" y="266655"/>
                    <a:pt x="0" y="266164"/>
                    <a:pt x="0" y="265658"/>
                  </a:cubicBezTo>
                  <a:cubicBezTo>
                    <a:pt x="491" y="265413"/>
                    <a:pt x="982" y="265167"/>
                    <a:pt x="1488" y="264914"/>
                  </a:cubicBezTo>
                  <a:cubicBezTo>
                    <a:pt x="2137" y="263380"/>
                    <a:pt x="2627" y="261821"/>
                    <a:pt x="3139" y="260237"/>
                  </a:cubicBezTo>
                  <a:cubicBezTo>
                    <a:pt x="3331" y="259816"/>
                    <a:pt x="3523" y="259395"/>
                    <a:pt x="3721" y="258961"/>
                  </a:cubicBezTo>
                  <a:cubicBezTo>
                    <a:pt x="4212" y="258961"/>
                    <a:pt x="4703" y="258961"/>
                    <a:pt x="5209" y="258961"/>
                  </a:cubicBezTo>
                  <a:cubicBezTo>
                    <a:pt x="5301" y="258117"/>
                    <a:pt x="5393" y="257273"/>
                    <a:pt x="5488" y="256403"/>
                  </a:cubicBezTo>
                  <a:cubicBezTo>
                    <a:pt x="5642" y="255528"/>
                    <a:pt x="5795" y="254653"/>
                    <a:pt x="5953" y="253752"/>
                  </a:cubicBezTo>
                  <a:cubicBezTo>
                    <a:pt x="6444" y="253506"/>
                    <a:pt x="6935" y="253261"/>
                    <a:pt x="7441" y="253008"/>
                  </a:cubicBezTo>
                  <a:cubicBezTo>
                    <a:pt x="7626" y="252087"/>
                    <a:pt x="7626" y="252087"/>
                    <a:pt x="7813" y="251147"/>
                  </a:cubicBezTo>
                  <a:cubicBezTo>
                    <a:pt x="7998" y="250227"/>
                    <a:pt x="7998" y="250227"/>
                    <a:pt x="8186" y="249287"/>
                  </a:cubicBezTo>
                  <a:cubicBezTo>
                    <a:pt x="8677" y="249042"/>
                    <a:pt x="9168" y="248796"/>
                    <a:pt x="9674" y="248543"/>
                  </a:cubicBezTo>
                  <a:cubicBezTo>
                    <a:pt x="9904" y="247668"/>
                    <a:pt x="10134" y="246793"/>
                    <a:pt x="10371" y="245892"/>
                  </a:cubicBezTo>
                  <a:cubicBezTo>
                    <a:pt x="10632" y="245048"/>
                    <a:pt x="10893" y="244204"/>
                    <a:pt x="11162" y="243334"/>
                  </a:cubicBezTo>
                  <a:cubicBezTo>
                    <a:pt x="11899" y="243334"/>
                    <a:pt x="12636" y="243334"/>
                    <a:pt x="13395" y="243334"/>
                  </a:cubicBezTo>
                  <a:cubicBezTo>
                    <a:pt x="13348" y="242367"/>
                    <a:pt x="13302" y="241400"/>
                    <a:pt x="13255" y="240404"/>
                  </a:cubicBezTo>
                  <a:cubicBezTo>
                    <a:pt x="13177" y="238756"/>
                    <a:pt x="13177" y="238756"/>
                    <a:pt x="13395" y="237381"/>
                  </a:cubicBezTo>
                  <a:cubicBezTo>
                    <a:pt x="14131" y="237135"/>
                    <a:pt x="14868" y="236890"/>
                    <a:pt x="15627" y="236637"/>
                  </a:cubicBezTo>
                  <a:cubicBezTo>
                    <a:pt x="15905" y="235154"/>
                    <a:pt x="16153" y="233665"/>
                    <a:pt x="16371" y="232172"/>
                  </a:cubicBezTo>
                  <a:cubicBezTo>
                    <a:pt x="16862" y="231926"/>
                    <a:pt x="17353" y="231681"/>
                    <a:pt x="17859" y="231428"/>
                  </a:cubicBezTo>
                  <a:cubicBezTo>
                    <a:pt x="18508" y="229894"/>
                    <a:pt x="18998" y="228335"/>
                    <a:pt x="19510" y="226751"/>
                  </a:cubicBezTo>
                  <a:cubicBezTo>
                    <a:pt x="19702" y="226330"/>
                    <a:pt x="19894" y="225908"/>
                    <a:pt x="20092" y="225475"/>
                  </a:cubicBezTo>
                  <a:cubicBezTo>
                    <a:pt x="20583" y="225475"/>
                    <a:pt x="21074" y="225475"/>
                    <a:pt x="21580" y="225475"/>
                  </a:cubicBezTo>
                  <a:cubicBezTo>
                    <a:pt x="21554" y="225000"/>
                    <a:pt x="21528" y="224525"/>
                    <a:pt x="21502" y="224036"/>
                  </a:cubicBezTo>
                  <a:cubicBezTo>
                    <a:pt x="21481" y="223421"/>
                    <a:pt x="21461" y="222806"/>
                    <a:pt x="21441" y="222172"/>
                  </a:cubicBezTo>
                  <a:cubicBezTo>
                    <a:pt x="21415" y="221560"/>
                    <a:pt x="21389" y="220947"/>
                    <a:pt x="21362" y="220315"/>
                  </a:cubicBezTo>
                  <a:cubicBezTo>
                    <a:pt x="21434" y="219808"/>
                    <a:pt x="21506" y="219300"/>
                    <a:pt x="21580" y="218777"/>
                  </a:cubicBezTo>
                  <a:cubicBezTo>
                    <a:pt x="22317" y="218532"/>
                    <a:pt x="23053" y="218286"/>
                    <a:pt x="23813" y="218033"/>
                  </a:cubicBezTo>
                  <a:cubicBezTo>
                    <a:pt x="24249" y="216458"/>
                    <a:pt x="24249" y="216458"/>
                    <a:pt x="24324" y="214638"/>
                  </a:cubicBezTo>
                  <a:cubicBezTo>
                    <a:pt x="24373" y="214023"/>
                    <a:pt x="24422" y="213408"/>
                    <a:pt x="24472" y="212775"/>
                  </a:cubicBezTo>
                  <a:cubicBezTo>
                    <a:pt x="24500" y="212300"/>
                    <a:pt x="24528" y="211825"/>
                    <a:pt x="24557" y="211336"/>
                  </a:cubicBezTo>
                  <a:cubicBezTo>
                    <a:pt x="25293" y="211336"/>
                    <a:pt x="26030" y="211336"/>
                    <a:pt x="26789" y="211336"/>
                  </a:cubicBezTo>
                  <a:cubicBezTo>
                    <a:pt x="26826" y="210861"/>
                    <a:pt x="26862" y="210386"/>
                    <a:pt x="26900" y="209897"/>
                  </a:cubicBezTo>
                  <a:cubicBezTo>
                    <a:pt x="26955" y="209282"/>
                    <a:pt x="27011" y="208667"/>
                    <a:pt x="27068" y="208034"/>
                  </a:cubicBezTo>
                  <a:cubicBezTo>
                    <a:pt x="27146" y="207114"/>
                    <a:pt x="27146" y="207114"/>
                    <a:pt x="27225" y="206176"/>
                  </a:cubicBezTo>
                  <a:cubicBezTo>
                    <a:pt x="27327" y="205669"/>
                    <a:pt x="27428" y="205161"/>
                    <a:pt x="27533" y="204639"/>
                  </a:cubicBezTo>
                  <a:cubicBezTo>
                    <a:pt x="28024" y="204393"/>
                    <a:pt x="28515" y="204148"/>
                    <a:pt x="29021" y="203895"/>
                  </a:cubicBezTo>
                  <a:cubicBezTo>
                    <a:pt x="29286" y="201777"/>
                    <a:pt x="29352" y="199678"/>
                    <a:pt x="29437" y="197546"/>
                  </a:cubicBezTo>
                  <a:cubicBezTo>
                    <a:pt x="29546" y="196940"/>
                    <a:pt x="29654" y="196334"/>
                    <a:pt x="29766" y="195709"/>
                  </a:cubicBezTo>
                  <a:cubicBezTo>
                    <a:pt x="30502" y="195463"/>
                    <a:pt x="31239" y="195218"/>
                    <a:pt x="31998" y="194965"/>
                  </a:cubicBezTo>
                  <a:cubicBezTo>
                    <a:pt x="32435" y="193389"/>
                    <a:pt x="32435" y="193389"/>
                    <a:pt x="32510" y="191570"/>
                  </a:cubicBezTo>
                  <a:cubicBezTo>
                    <a:pt x="32559" y="190955"/>
                    <a:pt x="32607" y="190340"/>
                    <a:pt x="32658" y="189706"/>
                  </a:cubicBezTo>
                  <a:cubicBezTo>
                    <a:pt x="32686" y="189232"/>
                    <a:pt x="32714" y="188757"/>
                    <a:pt x="32742" y="188268"/>
                  </a:cubicBezTo>
                  <a:cubicBezTo>
                    <a:pt x="33479" y="188268"/>
                    <a:pt x="34216" y="188268"/>
                    <a:pt x="34975" y="188268"/>
                  </a:cubicBezTo>
                  <a:cubicBezTo>
                    <a:pt x="35011" y="187632"/>
                    <a:pt x="35048" y="186996"/>
                    <a:pt x="35085" y="186340"/>
                  </a:cubicBezTo>
                  <a:cubicBezTo>
                    <a:pt x="35141" y="185518"/>
                    <a:pt x="35196" y="184696"/>
                    <a:pt x="35254" y="183849"/>
                  </a:cubicBezTo>
                  <a:cubicBezTo>
                    <a:pt x="35305" y="183029"/>
                    <a:pt x="35357" y="182209"/>
                    <a:pt x="35411" y="181364"/>
                  </a:cubicBezTo>
                  <a:cubicBezTo>
                    <a:pt x="35512" y="180695"/>
                    <a:pt x="35614" y="180027"/>
                    <a:pt x="35719" y="179338"/>
                  </a:cubicBezTo>
                  <a:cubicBezTo>
                    <a:pt x="36210" y="179092"/>
                    <a:pt x="36701" y="178847"/>
                    <a:pt x="37207" y="178594"/>
                  </a:cubicBezTo>
                  <a:cubicBezTo>
                    <a:pt x="37556" y="176498"/>
                    <a:pt x="37556" y="176498"/>
                    <a:pt x="37672" y="174082"/>
                  </a:cubicBezTo>
                  <a:cubicBezTo>
                    <a:pt x="37728" y="173260"/>
                    <a:pt x="37783" y="172438"/>
                    <a:pt x="37841" y="171591"/>
                  </a:cubicBezTo>
                  <a:cubicBezTo>
                    <a:pt x="37877" y="170955"/>
                    <a:pt x="37914" y="170319"/>
                    <a:pt x="37951" y="169664"/>
                  </a:cubicBezTo>
                  <a:cubicBezTo>
                    <a:pt x="38688" y="169664"/>
                    <a:pt x="39425" y="169664"/>
                    <a:pt x="40184" y="169664"/>
                  </a:cubicBezTo>
                  <a:cubicBezTo>
                    <a:pt x="40552" y="164875"/>
                    <a:pt x="40552" y="164875"/>
                    <a:pt x="40928" y="159990"/>
                  </a:cubicBezTo>
                  <a:cubicBezTo>
                    <a:pt x="41664" y="159990"/>
                    <a:pt x="42401" y="159990"/>
                    <a:pt x="43160" y="159990"/>
                  </a:cubicBezTo>
                  <a:cubicBezTo>
                    <a:pt x="43406" y="156307"/>
                    <a:pt x="43651" y="152623"/>
                    <a:pt x="43904" y="148828"/>
                  </a:cubicBezTo>
                  <a:cubicBezTo>
                    <a:pt x="44641" y="148828"/>
                    <a:pt x="45378" y="148828"/>
                    <a:pt x="46137" y="148828"/>
                  </a:cubicBezTo>
                  <a:cubicBezTo>
                    <a:pt x="46111" y="148031"/>
                    <a:pt x="46085" y="147234"/>
                    <a:pt x="46058" y="146413"/>
                  </a:cubicBezTo>
                  <a:cubicBezTo>
                    <a:pt x="46037" y="145373"/>
                    <a:pt x="46017" y="144333"/>
                    <a:pt x="45997" y="143294"/>
                  </a:cubicBezTo>
                  <a:cubicBezTo>
                    <a:pt x="45978" y="142767"/>
                    <a:pt x="45960" y="142241"/>
                    <a:pt x="45941" y="141699"/>
                  </a:cubicBezTo>
                  <a:cubicBezTo>
                    <a:pt x="45919" y="140180"/>
                    <a:pt x="45919" y="140180"/>
                    <a:pt x="46137" y="137666"/>
                  </a:cubicBezTo>
                  <a:cubicBezTo>
                    <a:pt x="46873" y="137420"/>
                    <a:pt x="47610" y="137175"/>
                    <a:pt x="48369" y="136922"/>
                  </a:cubicBezTo>
                  <a:cubicBezTo>
                    <a:pt x="48661" y="134995"/>
                    <a:pt x="48819" y="133230"/>
                    <a:pt x="48881" y="131294"/>
                  </a:cubicBezTo>
                  <a:cubicBezTo>
                    <a:pt x="48906" y="130765"/>
                    <a:pt x="48932" y="130236"/>
                    <a:pt x="48958" y="129691"/>
                  </a:cubicBezTo>
                  <a:cubicBezTo>
                    <a:pt x="49019" y="128381"/>
                    <a:pt x="49068" y="127070"/>
                    <a:pt x="49113" y="125760"/>
                  </a:cubicBezTo>
                  <a:cubicBezTo>
                    <a:pt x="49604" y="125760"/>
                    <a:pt x="50096" y="125760"/>
                    <a:pt x="50602" y="125760"/>
                  </a:cubicBezTo>
                  <a:cubicBezTo>
                    <a:pt x="51636" y="122658"/>
                    <a:pt x="51607" y="119532"/>
                    <a:pt x="51731" y="116289"/>
                  </a:cubicBezTo>
                  <a:cubicBezTo>
                    <a:pt x="51799" y="114978"/>
                    <a:pt x="51939" y="113670"/>
                    <a:pt x="52090" y="112365"/>
                  </a:cubicBezTo>
                  <a:cubicBezTo>
                    <a:pt x="52581" y="112120"/>
                    <a:pt x="53072" y="111874"/>
                    <a:pt x="53578" y="111621"/>
                  </a:cubicBezTo>
                  <a:cubicBezTo>
                    <a:pt x="53819" y="110263"/>
                    <a:pt x="53819" y="110263"/>
                    <a:pt x="53808" y="108645"/>
                  </a:cubicBezTo>
                  <a:cubicBezTo>
                    <a:pt x="53826" y="108046"/>
                    <a:pt x="53845" y="107447"/>
                    <a:pt x="53864" y="106831"/>
                  </a:cubicBezTo>
                  <a:cubicBezTo>
                    <a:pt x="53891" y="105559"/>
                    <a:pt x="53914" y="104288"/>
                    <a:pt x="53934" y="103017"/>
                  </a:cubicBezTo>
                  <a:cubicBezTo>
                    <a:pt x="53954" y="102418"/>
                    <a:pt x="53974" y="101820"/>
                    <a:pt x="53994" y="101203"/>
                  </a:cubicBezTo>
                  <a:cubicBezTo>
                    <a:pt x="54004" y="100651"/>
                    <a:pt x="54014" y="100098"/>
                    <a:pt x="54024" y="99529"/>
                  </a:cubicBezTo>
                  <a:cubicBezTo>
                    <a:pt x="54123" y="99099"/>
                    <a:pt x="54221" y="98669"/>
                    <a:pt x="54322" y="98227"/>
                  </a:cubicBezTo>
                  <a:cubicBezTo>
                    <a:pt x="55059" y="97981"/>
                    <a:pt x="55796" y="97735"/>
                    <a:pt x="56555" y="97482"/>
                  </a:cubicBezTo>
                  <a:cubicBezTo>
                    <a:pt x="56899" y="96057"/>
                    <a:pt x="56899" y="96057"/>
                    <a:pt x="56857" y="94343"/>
                  </a:cubicBezTo>
                  <a:cubicBezTo>
                    <a:pt x="56881" y="93395"/>
                    <a:pt x="56881" y="93395"/>
                    <a:pt x="56906" y="92427"/>
                  </a:cubicBezTo>
                  <a:cubicBezTo>
                    <a:pt x="56913" y="91763"/>
                    <a:pt x="56920" y="91098"/>
                    <a:pt x="56927" y="90413"/>
                  </a:cubicBezTo>
                  <a:cubicBezTo>
                    <a:pt x="56940" y="89103"/>
                    <a:pt x="56963" y="87793"/>
                    <a:pt x="56997" y="86483"/>
                  </a:cubicBezTo>
                  <a:cubicBezTo>
                    <a:pt x="57002" y="85899"/>
                    <a:pt x="57007" y="85316"/>
                    <a:pt x="57013" y="84714"/>
                  </a:cubicBezTo>
                  <a:cubicBezTo>
                    <a:pt x="57107" y="84262"/>
                    <a:pt x="57201" y="83810"/>
                    <a:pt x="57299" y="83344"/>
                  </a:cubicBezTo>
                  <a:cubicBezTo>
                    <a:pt x="58036" y="83098"/>
                    <a:pt x="58772" y="82853"/>
                    <a:pt x="59531" y="82600"/>
                  </a:cubicBezTo>
                  <a:cubicBezTo>
                    <a:pt x="59531" y="78916"/>
                    <a:pt x="59531" y="75233"/>
                    <a:pt x="59531" y="71437"/>
                  </a:cubicBezTo>
                  <a:cubicBezTo>
                    <a:pt x="43569" y="71437"/>
                    <a:pt x="27608" y="71437"/>
                    <a:pt x="11162" y="71437"/>
                  </a:cubicBezTo>
                  <a:cubicBezTo>
                    <a:pt x="11162" y="47863"/>
                    <a:pt x="11162" y="24289"/>
                    <a:pt x="11162" y="0"/>
                  </a:cubicBezTo>
                  <a:close/>
                </a:path>
              </a:pathLst>
            </a:custGeom>
            <a:grpFill/>
            <a:ln w="744" cap="flat">
              <a:noFill/>
              <a:prstDash val="solid"/>
              <a:miter/>
            </a:ln>
          </p:spPr>
          <p:txBody>
            <a:bodyPr rtlCol="0" anchor="ctr"/>
            <a:lstStyle/>
            <a:p>
              <a:endParaRPr lang="zh-CN" altLang="en-US"/>
            </a:p>
          </p:txBody>
        </p:sp>
        <p:sp>
          <p:nvSpPr>
            <p:cNvPr id="99" name="任意多边形: 形状 98"/>
            <p:cNvSpPr/>
            <p:nvPr/>
          </p:nvSpPr>
          <p:spPr>
            <a:xfrm>
              <a:off x="9463343" y="832394"/>
              <a:ext cx="445847" cy="328032"/>
            </a:xfrm>
            <a:custGeom>
              <a:avLst/>
              <a:gdLst>
                <a:gd name="connsiteX0" fmla="*/ 169656 w 445847"/>
                <a:gd name="connsiteY0" fmla="*/ 955 h 328032"/>
                <a:gd name="connsiteX1" fmla="*/ 175398 w 445847"/>
                <a:gd name="connsiteY1" fmla="*/ 762 h 328032"/>
                <a:gd name="connsiteX2" fmla="*/ 177220 w 445847"/>
                <a:gd name="connsiteY2" fmla="*/ 755 h 328032"/>
                <a:gd name="connsiteX3" fmla="*/ 183213 w 445847"/>
                <a:gd name="connsiteY3" fmla="*/ 757 h 328032"/>
                <a:gd name="connsiteX4" fmla="*/ 187359 w 445847"/>
                <a:gd name="connsiteY4" fmla="*/ 753 h 328032"/>
                <a:gd name="connsiteX5" fmla="*/ 196059 w 445847"/>
                <a:gd name="connsiteY5" fmla="*/ 761 h 328032"/>
                <a:gd name="connsiteX6" fmla="*/ 207238 w 445847"/>
                <a:gd name="connsiteY6" fmla="*/ 756 h 328032"/>
                <a:gd name="connsiteX7" fmla="*/ 215802 w 445847"/>
                <a:gd name="connsiteY7" fmla="*/ 756 h 328032"/>
                <a:gd name="connsiteX8" fmla="*/ 219925 w 445847"/>
                <a:gd name="connsiteY8" fmla="*/ 752 h 328032"/>
                <a:gd name="connsiteX9" fmla="*/ 225677 w 445847"/>
                <a:gd name="connsiteY9" fmla="*/ 762 h 328032"/>
                <a:gd name="connsiteX10" fmla="*/ 227415 w 445847"/>
                <a:gd name="connsiteY10" fmla="*/ 753 h 328032"/>
                <a:gd name="connsiteX11" fmla="*/ 231419 w 445847"/>
                <a:gd name="connsiteY11" fmla="*/ 955 h 328032"/>
                <a:gd name="connsiteX12" fmla="*/ 232248 w 445847"/>
                <a:gd name="connsiteY12" fmla="*/ 7462 h 328032"/>
                <a:gd name="connsiteX13" fmla="*/ 232248 w 445847"/>
                <a:gd name="connsiteY13" fmla="*/ 9024 h 328032"/>
                <a:gd name="connsiteX14" fmla="*/ 232236 w 445847"/>
                <a:gd name="connsiteY14" fmla="*/ 14146 h 328032"/>
                <a:gd name="connsiteX15" fmla="*/ 232233 w 445847"/>
                <a:gd name="connsiteY15" fmla="*/ 17693 h 328032"/>
                <a:gd name="connsiteX16" fmla="*/ 232214 w 445847"/>
                <a:gd name="connsiteY16" fmla="*/ 27037 h 328032"/>
                <a:gd name="connsiteX17" fmla="*/ 232200 w 445847"/>
                <a:gd name="connsiteY17" fmla="*/ 36569 h 328032"/>
                <a:gd name="connsiteX18" fmla="*/ 232163 w 445847"/>
                <a:gd name="connsiteY18" fmla="*/ 55277 h 328032"/>
                <a:gd name="connsiteX19" fmla="*/ 234114 w 445847"/>
                <a:gd name="connsiteY19" fmla="*/ 55275 h 328032"/>
                <a:gd name="connsiteX20" fmla="*/ 281025 w 445847"/>
                <a:gd name="connsiteY20" fmla="*/ 55239 h 328032"/>
                <a:gd name="connsiteX21" fmla="*/ 303710 w 445847"/>
                <a:gd name="connsiteY21" fmla="*/ 55221 h 328032"/>
                <a:gd name="connsiteX22" fmla="*/ 323476 w 445847"/>
                <a:gd name="connsiteY22" fmla="*/ 55207 h 328032"/>
                <a:gd name="connsiteX23" fmla="*/ 333948 w 445847"/>
                <a:gd name="connsiteY23" fmla="*/ 55199 h 328032"/>
                <a:gd name="connsiteX24" fmla="*/ 343793 w 445847"/>
                <a:gd name="connsiteY24" fmla="*/ 55193 h 328032"/>
                <a:gd name="connsiteX25" fmla="*/ 347417 w 445847"/>
                <a:gd name="connsiteY25" fmla="*/ 55189 h 328032"/>
                <a:gd name="connsiteX26" fmla="*/ 352343 w 445847"/>
                <a:gd name="connsiteY26" fmla="*/ 55188 h 328032"/>
                <a:gd name="connsiteX27" fmla="*/ 355135 w 445847"/>
                <a:gd name="connsiteY27" fmla="*/ 55186 h 328032"/>
                <a:gd name="connsiteX28" fmla="*/ 357923 w 445847"/>
                <a:gd name="connsiteY28" fmla="*/ 56021 h 328032"/>
                <a:gd name="connsiteX29" fmla="*/ 358031 w 445847"/>
                <a:gd name="connsiteY29" fmla="*/ 62660 h 328032"/>
                <a:gd name="connsiteX30" fmla="*/ 358039 w 445847"/>
                <a:gd name="connsiteY30" fmla="*/ 64797 h 328032"/>
                <a:gd name="connsiteX31" fmla="*/ 358052 w 445847"/>
                <a:gd name="connsiteY31" fmla="*/ 71942 h 328032"/>
                <a:gd name="connsiteX32" fmla="*/ 358067 w 445847"/>
                <a:gd name="connsiteY32" fmla="*/ 77041 h 328032"/>
                <a:gd name="connsiteX33" fmla="*/ 358094 w 445847"/>
                <a:gd name="connsiteY33" fmla="*/ 88050 h 328032"/>
                <a:gd name="connsiteX34" fmla="*/ 358142 w 445847"/>
                <a:gd name="connsiteY34" fmla="*/ 105436 h 328032"/>
                <a:gd name="connsiteX35" fmla="*/ 358215 w 445847"/>
                <a:gd name="connsiteY35" fmla="*/ 129797 h 328032"/>
                <a:gd name="connsiteX36" fmla="*/ 358220 w 445847"/>
                <a:gd name="connsiteY36" fmla="*/ 131359 h 328032"/>
                <a:gd name="connsiteX37" fmla="*/ 358274 w 445847"/>
                <a:gd name="connsiteY37" fmla="*/ 153324 h 328032"/>
                <a:gd name="connsiteX38" fmla="*/ 358278 w 445847"/>
                <a:gd name="connsiteY38" fmla="*/ 154887 h 328032"/>
                <a:gd name="connsiteX39" fmla="*/ 358282 w 445847"/>
                <a:gd name="connsiteY39" fmla="*/ 156448 h 328032"/>
                <a:gd name="connsiteX40" fmla="*/ 358357 w 445847"/>
                <a:gd name="connsiteY40" fmla="*/ 182176 h 328032"/>
                <a:gd name="connsiteX41" fmla="*/ 358399 w 445847"/>
                <a:gd name="connsiteY41" fmla="*/ 199480 h 328032"/>
                <a:gd name="connsiteX42" fmla="*/ 358433 w 445847"/>
                <a:gd name="connsiteY42" fmla="*/ 210222 h 328032"/>
                <a:gd name="connsiteX43" fmla="*/ 358442 w 445847"/>
                <a:gd name="connsiteY43" fmla="*/ 215225 h 328032"/>
                <a:gd name="connsiteX44" fmla="*/ 358465 w 445847"/>
                <a:gd name="connsiteY44" fmla="*/ 222023 h 328032"/>
                <a:gd name="connsiteX45" fmla="*/ 358459 w 445847"/>
                <a:gd name="connsiteY45" fmla="*/ 224051 h 328032"/>
                <a:gd name="connsiteX46" fmla="*/ 358667 w 445847"/>
                <a:gd name="connsiteY46" fmla="*/ 228662 h 328032"/>
                <a:gd name="connsiteX47" fmla="*/ 360156 w 445847"/>
                <a:gd name="connsiteY47" fmla="*/ 229406 h 328032"/>
                <a:gd name="connsiteX48" fmla="*/ 360301 w 445847"/>
                <a:gd name="connsiteY48" fmla="*/ 233386 h 328032"/>
                <a:gd name="connsiteX49" fmla="*/ 360286 w 445847"/>
                <a:gd name="connsiteY49" fmla="*/ 235820 h 328032"/>
                <a:gd name="connsiteX50" fmla="*/ 360249 w 445847"/>
                <a:gd name="connsiteY50" fmla="*/ 238382 h 328032"/>
                <a:gd name="connsiteX51" fmla="*/ 360228 w 445847"/>
                <a:gd name="connsiteY51" fmla="*/ 240953 h 328032"/>
                <a:gd name="connsiteX52" fmla="*/ 360156 w 445847"/>
                <a:gd name="connsiteY52" fmla="*/ 247266 h 328032"/>
                <a:gd name="connsiteX53" fmla="*/ 361731 w 445847"/>
                <a:gd name="connsiteY53" fmla="*/ 246998 h 328032"/>
                <a:gd name="connsiteX54" fmla="*/ 363783 w 445847"/>
                <a:gd name="connsiteY54" fmla="*/ 246707 h 328032"/>
                <a:gd name="connsiteX55" fmla="*/ 365824 w 445847"/>
                <a:gd name="connsiteY55" fmla="*/ 246393 h 328032"/>
                <a:gd name="connsiteX56" fmla="*/ 367597 w 445847"/>
                <a:gd name="connsiteY56" fmla="*/ 246521 h 328032"/>
                <a:gd name="connsiteX57" fmla="*/ 368267 w 445847"/>
                <a:gd name="connsiteY57" fmla="*/ 247973 h 328032"/>
                <a:gd name="connsiteX58" fmla="*/ 369085 w 445847"/>
                <a:gd name="connsiteY58" fmla="*/ 249498 h 328032"/>
                <a:gd name="connsiteX59" fmla="*/ 374088 w 445847"/>
                <a:gd name="connsiteY59" fmla="*/ 249893 h 328032"/>
                <a:gd name="connsiteX60" fmla="*/ 375578 w 445847"/>
                <a:gd name="connsiteY60" fmla="*/ 249902 h 328032"/>
                <a:gd name="connsiteX61" fmla="*/ 378695 w 445847"/>
                <a:gd name="connsiteY61" fmla="*/ 249886 h 328032"/>
                <a:gd name="connsiteX62" fmla="*/ 383481 w 445847"/>
                <a:gd name="connsiteY62" fmla="*/ 249905 h 328032"/>
                <a:gd name="connsiteX63" fmla="*/ 386506 w 445847"/>
                <a:gd name="connsiteY63" fmla="*/ 249893 h 328032"/>
                <a:gd name="connsiteX64" fmla="*/ 389299 w 445847"/>
                <a:gd name="connsiteY64" fmla="*/ 249883 h 328032"/>
                <a:gd name="connsiteX65" fmla="*/ 391409 w 445847"/>
                <a:gd name="connsiteY65" fmla="*/ 249498 h 328032"/>
                <a:gd name="connsiteX66" fmla="*/ 392154 w 445847"/>
                <a:gd name="connsiteY66" fmla="*/ 246521 h 328032"/>
                <a:gd name="connsiteX67" fmla="*/ 395874 w 445847"/>
                <a:gd name="connsiteY67" fmla="*/ 246521 h 328032"/>
                <a:gd name="connsiteX68" fmla="*/ 398567 w 445847"/>
                <a:gd name="connsiteY68" fmla="*/ 239051 h 328032"/>
                <a:gd name="connsiteX69" fmla="*/ 398618 w 445847"/>
                <a:gd name="connsiteY69" fmla="*/ 237406 h 328032"/>
                <a:gd name="connsiteX70" fmla="*/ 398695 w 445847"/>
                <a:gd name="connsiteY70" fmla="*/ 235726 h 328032"/>
                <a:gd name="connsiteX71" fmla="*/ 398851 w 445847"/>
                <a:gd name="connsiteY71" fmla="*/ 231639 h 328032"/>
                <a:gd name="connsiteX72" fmla="*/ 401083 w 445847"/>
                <a:gd name="connsiteY72" fmla="*/ 231639 h 328032"/>
                <a:gd name="connsiteX73" fmla="*/ 401078 w 445847"/>
                <a:gd name="connsiteY73" fmla="*/ 229163 h 328032"/>
                <a:gd name="connsiteX74" fmla="*/ 401045 w 445847"/>
                <a:gd name="connsiteY74" fmla="*/ 206101 h 328032"/>
                <a:gd name="connsiteX75" fmla="*/ 401027 w 445847"/>
                <a:gd name="connsiteY75" fmla="*/ 194244 h 328032"/>
                <a:gd name="connsiteX76" fmla="*/ 401013 w 445847"/>
                <a:gd name="connsiteY76" fmla="*/ 182809 h 328032"/>
                <a:gd name="connsiteX77" fmla="*/ 401005 w 445847"/>
                <a:gd name="connsiteY77" fmla="*/ 178439 h 328032"/>
                <a:gd name="connsiteX78" fmla="*/ 400999 w 445847"/>
                <a:gd name="connsiteY78" fmla="*/ 172334 h 328032"/>
                <a:gd name="connsiteX79" fmla="*/ 400991 w 445847"/>
                <a:gd name="connsiteY79" fmla="*/ 170495 h 328032"/>
                <a:gd name="connsiteX80" fmla="*/ 401827 w 445847"/>
                <a:gd name="connsiteY80" fmla="*/ 164666 h 328032"/>
                <a:gd name="connsiteX81" fmla="*/ 405548 w 445847"/>
                <a:gd name="connsiteY81" fmla="*/ 164387 h 328032"/>
                <a:gd name="connsiteX82" fmla="*/ 407595 w 445847"/>
                <a:gd name="connsiteY82" fmla="*/ 164323 h 328032"/>
                <a:gd name="connsiteX83" fmla="*/ 409269 w 445847"/>
                <a:gd name="connsiteY83" fmla="*/ 164666 h 328032"/>
                <a:gd name="connsiteX84" fmla="*/ 410013 w 445847"/>
                <a:gd name="connsiteY84" fmla="*/ 167643 h 328032"/>
                <a:gd name="connsiteX85" fmla="*/ 413734 w 445847"/>
                <a:gd name="connsiteY85" fmla="*/ 168387 h 328032"/>
                <a:gd name="connsiteX86" fmla="*/ 415222 w 445847"/>
                <a:gd name="connsiteY86" fmla="*/ 171363 h 328032"/>
                <a:gd name="connsiteX87" fmla="*/ 418199 w 445847"/>
                <a:gd name="connsiteY87" fmla="*/ 171363 h 328032"/>
                <a:gd name="connsiteX88" fmla="*/ 418896 w 445847"/>
                <a:gd name="connsiteY88" fmla="*/ 172805 h 328032"/>
                <a:gd name="connsiteX89" fmla="*/ 419687 w 445847"/>
                <a:gd name="connsiteY89" fmla="*/ 174340 h 328032"/>
                <a:gd name="connsiteX90" fmla="*/ 423408 w 445847"/>
                <a:gd name="connsiteY90" fmla="*/ 175084 h 328032"/>
                <a:gd name="connsiteX91" fmla="*/ 424152 w 445847"/>
                <a:gd name="connsiteY91" fmla="*/ 177316 h 328032"/>
                <a:gd name="connsiteX92" fmla="*/ 427128 w 445847"/>
                <a:gd name="connsiteY92" fmla="*/ 178060 h 328032"/>
                <a:gd name="connsiteX93" fmla="*/ 430105 w 445847"/>
                <a:gd name="connsiteY93" fmla="*/ 178805 h 328032"/>
                <a:gd name="connsiteX94" fmla="*/ 430849 w 445847"/>
                <a:gd name="connsiteY94" fmla="*/ 181037 h 328032"/>
                <a:gd name="connsiteX95" fmla="*/ 433453 w 445847"/>
                <a:gd name="connsiteY95" fmla="*/ 181363 h 328032"/>
                <a:gd name="connsiteX96" fmla="*/ 436058 w 445847"/>
                <a:gd name="connsiteY96" fmla="*/ 181781 h 328032"/>
                <a:gd name="connsiteX97" fmla="*/ 436383 w 445847"/>
                <a:gd name="connsiteY97" fmla="*/ 183269 h 328032"/>
                <a:gd name="connsiteX98" fmla="*/ 436802 w 445847"/>
                <a:gd name="connsiteY98" fmla="*/ 184758 h 328032"/>
                <a:gd name="connsiteX99" fmla="*/ 441406 w 445847"/>
                <a:gd name="connsiteY99" fmla="*/ 185226 h 328032"/>
                <a:gd name="connsiteX100" fmla="*/ 442755 w 445847"/>
                <a:gd name="connsiteY100" fmla="*/ 185502 h 328032"/>
                <a:gd name="connsiteX101" fmla="*/ 443499 w 445847"/>
                <a:gd name="connsiteY101" fmla="*/ 187734 h 328032"/>
                <a:gd name="connsiteX102" fmla="*/ 447267 w 445847"/>
                <a:gd name="connsiteY102" fmla="*/ 188246 h 328032"/>
                <a:gd name="connsiteX103" fmla="*/ 449339 w 445847"/>
                <a:gd name="connsiteY103" fmla="*/ 188394 h 328032"/>
                <a:gd name="connsiteX104" fmla="*/ 450941 w 445847"/>
                <a:gd name="connsiteY104" fmla="*/ 188478 h 328032"/>
                <a:gd name="connsiteX105" fmla="*/ 450941 w 445847"/>
                <a:gd name="connsiteY105" fmla="*/ 191455 h 328032"/>
                <a:gd name="connsiteX106" fmla="*/ 452542 w 445847"/>
                <a:gd name="connsiteY106" fmla="*/ 191513 h 328032"/>
                <a:gd name="connsiteX107" fmla="*/ 454615 w 445847"/>
                <a:gd name="connsiteY107" fmla="*/ 191641 h 328032"/>
                <a:gd name="connsiteX108" fmla="*/ 456682 w 445847"/>
                <a:gd name="connsiteY108" fmla="*/ 191746 h 328032"/>
                <a:gd name="connsiteX109" fmla="*/ 458382 w 445847"/>
                <a:gd name="connsiteY109" fmla="*/ 192199 h 328032"/>
                <a:gd name="connsiteX110" fmla="*/ 459225 w 445847"/>
                <a:gd name="connsiteY110" fmla="*/ 200178 h 328032"/>
                <a:gd name="connsiteX111" fmla="*/ 459228 w 445847"/>
                <a:gd name="connsiteY111" fmla="*/ 201653 h 328032"/>
                <a:gd name="connsiteX112" fmla="*/ 459219 w 445847"/>
                <a:gd name="connsiteY112" fmla="*/ 206384 h 328032"/>
                <a:gd name="connsiteX113" fmla="*/ 459217 w 445847"/>
                <a:gd name="connsiteY113" fmla="*/ 208001 h 328032"/>
                <a:gd name="connsiteX114" fmla="*/ 458382 w 445847"/>
                <a:gd name="connsiteY114" fmla="*/ 233127 h 328032"/>
                <a:gd name="connsiteX115" fmla="*/ 456894 w 445847"/>
                <a:gd name="connsiteY115" fmla="*/ 233127 h 328032"/>
                <a:gd name="connsiteX116" fmla="*/ 456150 w 445847"/>
                <a:gd name="connsiteY116" fmla="*/ 254707 h 328032"/>
                <a:gd name="connsiteX117" fmla="*/ 453917 w 445847"/>
                <a:gd name="connsiteY117" fmla="*/ 254707 h 328032"/>
                <a:gd name="connsiteX118" fmla="*/ 453884 w 445847"/>
                <a:gd name="connsiteY118" fmla="*/ 255981 h 328032"/>
                <a:gd name="connsiteX119" fmla="*/ 453685 w 445847"/>
                <a:gd name="connsiteY119" fmla="*/ 261683 h 328032"/>
                <a:gd name="connsiteX120" fmla="*/ 453634 w 445847"/>
                <a:gd name="connsiteY120" fmla="*/ 263689 h 328032"/>
                <a:gd name="connsiteX121" fmla="*/ 453554 w 445847"/>
                <a:gd name="connsiteY121" fmla="*/ 265607 h 328032"/>
                <a:gd name="connsiteX122" fmla="*/ 453495 w 445847"/>
                <a:gd name="connsiteY122" fmla="*/ 267379 h 328032"/>
                <a:gd name="connsiteX123" fmla="*/ 450941 w 445847"/>
                <a:gd name="connsiteY123" fmla="*/ 270334 h 328032"/>
                <a:gd name="connsiteX124" fmla="*/ 450522 w 445847"/>
                <a:gd name="connsiteY124" fmla="*/ 274845 h 328032"/>
                <a:gd name="connsiteX125" fmla="*/ 450197 w 445847"/>
                <a:gd name="connsiteY125" fmla="*/ 279264 h 328032"/>
                <a:gd name="connsiteX126" fmla="*/ 448708 w 445847"/>
                <a:gd name="connsiteY126" fmla="*/ 280008 h 328032"/>
                <a:gd name="connsiteX127" fmla="*/ 448293 w 445847"/>
                <a:gd name="connsiteY127" fmla="*/ 285775 h 328032"/>
                <a:gd name="connsiteX128" fmla="*/ 447964 w 445847"/>
                <a:gd name="connsiteY128" fmla="*/ 287449 h 328032"/>
                <a:gd name="connsiteX129" fmla="*/ 445732 w 445847"/>
                <a:gd name="connsiteY129" fmla="*/ 288193 h 328032"/>
                <a:gd name="connsiteX130" fmla="*/ 445220 w 445847"/>
                <a:gd name="connsiteY130" fmla="*/ 291216 h 328032"/>
                <a:gd name="connsiteX131" fmla="*/ 444988 w 445847"/>
                <a:gd name="connsiteY131" fmla="*/ 294146 h 328032"/>
                <a:gd name="connsiteX132" fmla="*/ 442755 w 445847"/>
                <a:gd name="connsiteY132" fmla="*/ 294146 h 328032"/>
                <a:gd name="connsiteX133" fmla="*/ 442476 w 445847"/>
                <a:gd name="connsiteY133" fmla="*/ 296704 h 328032"/>
                <a:gd name="connsiteX134" fmla="*/ 442011 w 445847"/>
                <a:gd name="connsiteY134" fmla="*/ 299355 h 328032"/>
                <a:gd name="connsiteX135" fmla="*/ 440523 w 445847"/>
                <a:gd name="connsiteY135" fmla="*/ 300100 h 328032"/>
                <a:gd name="connsiteX136" fmla="*/ 439779 w 445847"/>
                <a:gd name="connsiteY136" fmla="*/ 301960 h 328032"/>
                <a:gd name="connsiteX137" fmla="*/ 437546 w 445847"/>
                <a:gd name="connsiteY137" fmla="*/ 304564 h 328032"/>
                <a:gd name="connsiteX138" fmla="*/ 436849 w 445847"/>
                <a:gd name="connsiteY138" fmla="*/ 306006 h 328032"/>
                <a:gd name="connsiteX139" fmla="*/ 433825 w 445847"/>
                <a:gd name="connsiteY139" fmla="*/ 309029 h 328032"/>
                <a:gd name="connsiteX140" fmla="*/ 433081 w 445847"/>
                <a:gd name="connsiteY140" fmla="*/ 311262 h 328032"/>
                <a:gd name="connsiteX141" fmla="*/ 431174 w 445847"/>
                <a:gd name="connsiteY141" fmla="*/ 312006 h 328032"/>
                <a:gd name="connsiteX142" fmla="*/ 429361 w 445847"/>
                <a:gd name="connsiteY142" fmla="*/ 312750 h 328032"/>
                <a:gd name="connsiteX143" fmla="*/ 429361 w 445847"/>
                <a:gd name="connsiteY143" fmla="*/ 314982 h 328032"/>
                <a:gd name="connsiteX144" fmla="*/ 423408 w 445847"/>
                <a:gd name="connsiteY144" fmla="*/ 315726 h 328032"/>
                <a:gd name="connsiteX145" fmla="*/ 423408 w 445847"/>
                <a:gd name="connsiteY145" fmla="*/ 318703 h 328032"/>
                <a:gd name="connsiteX146" fmla="*/ 421643 w 445847"/>
                <a:gd name="connsiteY146" fmla="*/ 318787 h 328032"/>
                <a:gd name="connsiteX147" fmla="*/ 419361 w 445847"/>
                <a:gd name="connsiteY147" fmla="*/ 318936 h 328032"/>
                <a:gd name="connsiteX148" fmla="*/ 417085 w 445847"/>
                <a:gd name="connsiteY148" fmla="*/ 319066 h 328032"/>
                <a:gd name="connsiteX149" fmla="*/ 415222 w 445847"/>
                <a:gd name="connsiteY149" fmla="*/ 319447 h 328032"/>
                <a:gd name="connsiteX150" fmla="*/ 414478 w 445847"/>
                <a:gd name="connsiteY150" fmla="*/ 321680 h 328032"/>
                <a:gd name="connsiteX151" fmla="*/ 411455 w 445847"/>
                <a:gd name="connsiteY151" fmla="*/ 321963 h 328032"/>
                <a:gd name="connsiteX152" fmla="*/ 409482 w 445847"/>
                <a:gd name="connsiteY152" fmla="*/ 321982 h 328032"/>
                <a:gd name="connsiteX153" fmla="*/ 407301 w 445847"/>
                <a:gd name="connsiteY153" fmla="*/ 321968 h 328032"/>
                <a:gd name="connsiteX154" fmla="*/ 405017 w 445847"/>
                <a:gd name="connsiteY154" fmla="*/ 321980 h 328032"/>
                <a:gd name="connsiteX155" fmla="*/ 397502 w 445847"/>
                <a:gd name="connsiteY155" fmla="*/ 321976 h 328032"/>
                <a:gd name="connsiteX156" fmla="*/ 392305 w 445847"/>
                <a:gd name="connsiteY156" fmla="*/ 321983 h 328032"/>
                <a:gd name="connsiteX157" fmla="*/ 381398 w 445847"/>
                <a:gd name="connsiteY157" fmla="*/ 321971 h 328032"/>
                <a:gd name="connsiteX158" fmla="*/ 367381 w 445847"/>
                <a:gd name="connsiteY158" fmla="*/ 321979 h 328032"/>
                <a:gd name="connsiteX159" fmla="*/ 356645 w 445847"/>
                <a:gd name="connsiteY159" fmla="*/ 321978 h 328032"/>
                <a:gd name="connsiteX160" fmla="*/ 351476 w 445847"/>
                <a:gd name="connsiteY160" fmla="*/ 321984 h 328032"/>
                <a:gd name="connsiteX161" fmla="*/ 344264 w 445847"/>
                <a:gd name="connsiteY161" fmla="*/ 321968 h 328032"/>
                <a:gd name="connsiteX162" fmla="*/ 342083 w 445847"/>
                <a:gd name="connsiteY162" fmla="*/ 321982 h 328032"/>
                <a:gd name="connsiteX163" fmla="*/ 340110 w 445847"/>
                <a:gd name="connsiteY163" fmla="*/ 321963 h 328032"/>
                <a:gd name="connsiteX164" fmla="*/ 338385 w 445847"/>
                <a:gd name="connsiteY164" fmla="*/ 321961 h 328032"/>
                <a:gd name="connsiteX165" fmla="*/ 337087 w 445847"/>
                <a:gd name="connsiteY165" fmla="*/ 321680 h 328032"/>
                <a:gd name="connsiteX166" fmla="*/ 336343 w 445847"/>
                <a:gd name="connsiteY166" fmla="*/ 319447 h 328032"/>
                <a:gd name="connsiteX167" fmla="*/ 328251 w 445847"/>
                <a:gd name="connsiteY167" fmla="*/ 319078 h 328032"/>
                <a:gd name="connsiteX168" fmla="*/ 325925 w 445847"/>
                <a:gd name="connsiteY168" fmla="*/ 318703 h 328032"/>
                <a:gd name="connsiteX169" fmla="*/ 325181 w 445847"/>
                <a:gd name="connsiteY169" fmla="*/ 315726 h 328032"/>
                <a:gd name="connsiteX170" fmla="*/ 322576 w 445847"/>
                <a:gd name="connsiteY170" fmla="*/ 315354 h 328032"/>
                <a:gd name="connsiteX171" fmla="*/ 319972 w 445847"/>
                <a:gd name="connsiteY171" fmla="*/ 314982 h 328032"/>
                <a:gd name="connsiteX172" fmla="*/ 319228 w 445847"/>
                <a:gd name="connsiteY172" fmla="*/ 312006 h 328032"/>
                <a:gd name="connsiteX173" fmla="*/ 317367 w 445847"/>
                <a:gd name="connsiteY173" fmla="*/ 311634 h 328032"/>
                <a:gd name="connsiteX174" fmla="*/ 315507 w 445847"/>
                <a:gd name="connsiteY174" fmla="*/ 311262 h 328032"/>
                <a:gd name="connsiteX175" fmla="*/ 314763 w 445847"/>
                <a:gd name="connsiteY175" fmla="*/ 308285 h 328032"/>
                <a:gd name="connsiteX176" fmla="*/ 313400 w 445847"/>
                <a:gd name="connsiteY176" fmla="*/ 307657 h 328032"/>
                <a:gd name="connsiteX177" fmla="*/ 309461 w 445847"/>
                <a:gd name="connsiteY177" fmla="*/ 303402 h 328032"/>
                <a:gd name="connsiteX178" fmla="*/ 305833 w 445847"/>
                <a:gd name="connsiteY178" fmla="*/ 299355 h 328032"/>
                <a:gd name="connsiteX179" fmla="*/ 305508 w 445847"/>
                <a:gd name="connsiteY179" fmla="*/ 297123 h 328032"/>
                <a:gd name="connsiteX180" fmla="*/ 305089 w 445847"/>
                <a:gd name="connsiteY180" fmla="*/ 294891 h 328032"/>
                <a:gd name="connsiteX181" fmla="*/ 302857 w 445847"/>
                <a:gd name="connsiteY181" fmla="*/ 294146 h 328032"/>
                <a:gd name="connsiteX182" fmla="*/ 302717 w 445847"/>
                <a:gd name="connsiteY182" fmla="*/ 290379 h 328032"/>
                <a:gd name="connsiteX183" fmla="*/ 302778 w 445847"/>
                <a:gd name="connsiteY183" fmla="*/ 288307 h 328032"/>
                <a:gd name="connsiteX184" fmla="*/ 302857 w 445847"/>
                <a:gd name="connsiteY184" fmla="*/ 286705 h 328032"/>
                <a:gd name="connsiteX185" fmla="*/ 300624 w 445847"/>
                <a:gd name="connsiteY185" fmla="*/ 286705 h 328032"/>
                <a:gd name="connsiteX186" fmla="*/ 300540 w 445847"/>
                <a:gd name="connsiteY186" fmla="*/ 284641 h 328032"/>
                <a:gd name="connsiteX187" fmla="*/ 300392 w 445847"/>
                <a:gd name="connsiteY187" fmla="*/ 281961 h 328032"/>
                <a:gd name="connsiteX188" fmla="*/ 300261 w 445847"/>
                <a:gd name="connsiteY188" fmla="*/ 279293 h 328032"/>
                <a:gd name="connsiteX189" fmla="*/ 299880 w 445847"/>
                <a:gd name="connsiteY189" fmla="*/ 277031 h 328032"/>
                <a:gd name="connsiteX190" fmla="*/ 297648 w 445847"/>
                <a:gd name="connsiteY190" fmla="*/ 275543 h 328032"/>
                <a:gd name="connsiteX191" fmla="*/ 297267 w 445847"/>
                <a:gd name="connsiteY191" fmla="*/ 270677 h 328032"/>
                <a:gd name="connsiteX192" fmla="*/ 297187 w 445847"/>
                <a:gd name="connsiteY192" fmla="*/ 267741 h 328032"/>
                <a:gd name="connsiteX193" fmla="*/ 297136 w 445847"/>
                <a:gd name="connsiteY193" fmla="*/ 264660 h 328032"/>
                <a:gd name="connsiteX194" fmla="*/ 297059 w 445847"/>
                <a:gd name="connsiteY194" fmla="*/ 261561 h 328032"/>
                <a:gd name="connsiteX195" fmla="*/ 296904 w 445847"/>
                <a:gd name="connsiteY195" fmla="*/ 253963 h 328032"/>
                <a:gd name="connsiteX196" fmla="*/ 294671 w 445847"/>
                <a:gd name="connsiteY196" fmla="*/ 254707 h 328032"/>
                <a:gd name="connsiteX197" fmla="*/ 293927 w 445847"/>
                <a:gd name="connsiteY197" fmla="*/ 126715 h 328032"/>
                <a:gd name="connsiteX198" fmla="*/ 292439 w 445847"/>
                <a:gd name="connsiteY198" fmla="*/ 127459 h 328032"/>
                <a:gd name="connsiteX199" fmla="*/ 286977 w 445847"/>
                <a:gd name="connsiteY199" fmla="*/ 127567 h 328032"/>
                <a:gd name="connsiteX200" fmla="*/ 285272 w 445847"/>
                <a:gd name="connsiteY200" fmla="*/ 127575 h 328032"/>
                <a:gd name="connsiteX201" fmla="*/ 279675 w 445847"/>
                <a:gd name="connsiteY201" fmla="*/ 127584 h 328032"/>
                <a:gd name="connsiteX202" fmla="*/ 275793 w 445847"/>
                <a:gd name="connsiteY202" fmla="*/ 127591 h 328032"/>
                <a:gd name="connsiteX203" fmla="*/ 267650 w 445847"/>
                <a:gd name="connsiteY203" fmla="*/ 127597 h 328032"/>
                <a:gd name="connsiteX204" fmla="*/ 257206 w 445847"/>
                <a:gd name="connsiteY204" fmla="*/ 127620 h 328032"/>
                <a:gd name="connsiteX205" fmla="*/ 249187 w 445847"/>
                <a:gd name="connsiteY205" fmla="*/ 127629 h 328032"/>
                <a:gd name="connsiteX206" fmla="*/ 245336 w 445847"/>
                <a:gd name="connsiteY206" fmla="*/ 127639 h 328032"/>
                <a:gd name="connsiteX207" fmla="*/ 239954 w 445847"/>
                <a:gd name="connsiteY207" fmla="*/ 127640 h 328032"/>
                <a:gd name="connsiteX208" fmla="*/ 238340 w 445847"/>
                <a:gd name="connsiteY208" fmla="*/ 127652 h 328032"/>
                <a:gd name="connsiteX209" fmla="*/ 232163 w 445847"/>
                <a:gd name="connsiteY209" fmla="*/ 125971 h 328032"/>
                <a:gd name="connsiteX210" fmla="*/ 232242 w 445847"/>
                <a:gd name="connsiteY210" fmla="*/ 128061 h 328032"/>
                <a:gd name="connsiteX211" fmla="*/ 232303 w 445847"/>
                <a:gd name="connsiteY211" fmla="*/ 130761 h 328032"/>
                <a:gd name="connsiteX212" fmla="*/ 232381 w 445847"/>
                <a:gd name="connsiteY212" fmla="*/ 133456 h 328032"/>
                <a:gd name="connsiteX213" fmla="*/ 232163 w 445847"/>
                <a:gd name="connsiteY213" fmla="*/ 135644 h 328032"/>
                <a:gd name="connsiteX214" fmla="*/ 229931 w 445847"/>
                <a:gd name="connsiteY214" fmla="*/ 136389 h 328032"/>
                <a:gd name="connsiteX215" fmla="*/ 229550 w 445847"/>
                <a:gd name="connsiteY215" fmla="*/ 140205 h 328032"/>
                <a:gd name="connsiteX216" fmla="*/ 229470 w 445847"/>
                <a:gd name="connsiteY216" fmla="*/ 142538 h 328032"/>
                <a:gd name="connsiteX217" fmla="*/ 229419 w 445847"/>
                <a:gd name="connsiteY217" fmla="*/ 144993 h 328032"/>
                <a:gd name="connsiteX218" fmla="*/ 229342 w 445847"/>
                <a:gd name="connsiteY218" fmla="*/ 147456 h 328032"/>
                <a:gd name="connsiteX219" fmla="*/ 229187 w 445847"/>
                <a:gd name="connsiteY219" fmla="*/ 153504 h 328032"/>
                <a:gd name="connsiteX220" fmla="*/ 226954 w 445847"/>
                <a:gd name="connsiteY220" fmla="*/ 153504 h 328032"/>
                <a:gd name="connsiteX221" fmla="*/ 226844 w 445847"/>
                <a:gd name="connsiteY221" fmla="*/ 156245 h 328032"/>
                <a:gd name="connsiteX222" fmla="*/ 226675 w 445847"/>
                <a:gd name="connsiteY222" fmla="*/ 159783 h 328032"/>
                <a:gd name="connsiteX223" fmla="*/ 226606 w 445847"/>
                <a:gd name="connsiteY223" fmla="*/ 161592 h 328032"/>
                <a:gd name="connsiteX224" fmla="*/ 226210 w 445847"/>
                <a:gd name="connsiteY224" fmla="*/ 166154 h 328032"/>
                <a:gd name="connsiteX225" fmla="*/ 224722 w 445847"/>
                <a:gd name="connsiteY225" fmla="*/ 166898 h 328032"/>
                <a:gd name="connsiteX226" fmla="*/ 224257 w 445847"/>
                <a:gd name="connsiteY226" fmla="*/ 172154 h 328032"/>
                <a:gd name="connsiteX227" fmla="*/ 224088 w 445847"/>
                <a:gd name="connsiteY227" fmla="*/ 175064 h 328032"/>
                <a:gd name="connsiteX228" fmla="*/ 223978 w 445847"/>
                <a:gd name="connsiteY228" fmla="*/ 177316 h 328032"/>
                <a:gd name="connsiteX229" fmla="*/ 221001 w 445847"/>
                <a:gd name="connsiteY229" fmla="*/ 177316 h 328032"/>
                <a:gd name="connsiteX230" fmla="*/ 221001 w 445847"/>
                <a:gd name="connsiteY230" fmla="*/ 185502 h 328032"/>
                <a:gd name="connsiteX231" fmla="*/ 218769 w 445847"/>
                <a:gd name="connsiteY231" fmla="*/ 185502 h 328032"/>
                <a:gd name="connsiteX232" fmla="*/ 218685 w 445847"/>
                <a:gd name="connsiteY232" fmla="*/ 187214 h 328032"/>
                <a:gd name="connsiteX233" fmla="*/ 218536 w 445847"/>
                <a:gd name="connsiteY233" fmla="*/ 189455 h 328032"/>
                <a:gd name="connsiteX234" fmla="*/ 218405 w 445847"/>
                <a:gd name="connsiteY234" fmla="*/ 191679 h 328032"/>
                <a:gd name="connsiteX235" fmla="*/ 215792 w 445847"/>
                <a:gd name="connsiteY235" fmla="*/ 195920 h 328032"/>
                <a:gd name="connsiteX236" fmla="*/ 215792 w 445847"/>
                <a:gd name="connsiteY236" fmla="*/ 198245 h 328032"/>
                <a:gd name="connsiteX237" fmla="*/ 215792 w 445847"/>
                <a:gd name="connsiteY237" fmla="*/ 200385 h 328032"/>
                <a:gd name="connsiteX238" fmla="*/ 213560 w 445847"/>
                <a:gd name="connsiteY238" fmla="*/ 201129 h 328032"/>
                <a:gd name="connsiteX239" fmla="*/ 212816 w 445847"/>
                <a:gd name="connsiteY239" fmla="*/ 206338 h 328032"/>
                <a:gd name="connsiteX240" fmla="*/ 211327 w 445847"/>
                <a:gd name="connsiteY240" fmla="*/ 206338 h 328032"/>
                <a:gd name="connsiteX241" fmla="*/ 210330 w 445847"/>
                <a:gd name="connsiteY241" fmla="*/ 210989 h 328032"/>
                <a:gd name="connsiteX242" fmla="*/ 209839 w 445847"/>
                <a:gd name="connsiteY242" fmla="*/ 212291 h 328032"/>
                <a:gd name="connsiteX243" fmla="*/ 207607 w 445847"/>
                <a:gd name="connsiteY243" fmla="*/ 212291 h 328032"/>
                <a:gd name="connsiteX244" fmla="*/ 207328 w 445847"/>
                <a:gd name="connsiteY244" fmla="*/ 214849 h 328032"/>
                <a:gd name="connsiteX245" fmla="*/ 206863 w 445847"/>
                <a:gd name="connsiteY245" fmla="*/ 217500 h 328032"/>
                <a:gd name="connsiteX246" fmla="*/ 205374 w 445847"/>
                <a:gd name="connsiteY246" fmla="*/ 218244 h 328032"/>
                <a:gd name="connsiteX247" fmla="*/ 204630 w 445847"/>
                <a:gd name="connsiteY247" fmla="*/ 220104 h 328032"/>
                <a:gd name="connsiteX248" fmla="*/ 202398 w 445847"/>
                <a:gd name="connsiteY248" fmla="*/ 222709 h 328032"/>
                <a:gd name="connsiteX249" fmla="*/ 202026 w 445847"/>
                <a:gd name="connsiteY249" fmla="*/ 224569 h 328032"/>
                <a:gd name="connsiteX250" fmla="*/ 201654 w 445847"/>
                <a:gd name="connsiteY250" fmla="*/ 226430 h 328032"/>
                <a:gd name="connsiteX251" fmla="*/ 200165 w 445847"/>
                <a:gd name="connsiteY251" fmla="*/ 227174 h 328032"/>
                <a:gd name="connsiteX252" fmla="*/ 199468 w 445847"/>
                <a:gd name="connsiteY252" fmla="*/ 229313 h 328032"/>
                <a:gd name="connsiteX253" fmla="*/ 196445 w 445847"/>
                <a:gd name="connsiteY253" fmla="*/ 233871 h 328032"/>
                <a:gd name="connsiteX254" fmla="*/ 193840 w 445847"/>
                <a:gd name="connsiteY254" fmla="*/ 237685 h 328032"/>
                <a:gd name="connsiteX255" fmla="*/ 193468 w 445847"/>
                <a:gd name="connsiteY255" fmla="*/ 239080 h 328032"/>
                <a:gd name="connsiteX256" fmla="*/ 191236 w 445847"/>
                <a:gd name="connsiteY256" fmla="*/ 239824 h 328032"/>
                <a:gd name="connsiteX257" fmla="*/ 189747 w 445847"/>
                <a:gd name="connsiteY257" fmla="*/ 242801 h 328032"/>
                <a:gd name="connsiteX258" fmla="*/ 188259 w 445847"/>
                <a:gd name="connsiteY258" fmla="*/ 242801 h 328032"/>
                <a:gd name="connsiteX259" fmla="*/ 187515 w 445847"/>
                <a:gd name="connsiteY259" fmla="*/ 244661 h 328032"/>
                <a:gd name="connsiteX260" fmla="*/ 186771 w 445847"/>
                <a:gd name="connsiteY260" fmla="*/ 246521 h 328032"/>
                <a:gd name="connsiteX261" fmla="*/ 185282 w 445847"/>
                <a:gd name="connsiteY261" fmla="*/ 246521 h 328032"/>
                <a:gd name="connsiteX262" fmla="*/ 184538 w 445847"/>
                <a:gd name="connsiteY262" fmla="*/ 249498 h 328032"/>
                <a:gd name="connsiteX263" fmla="*/ 183050 w 445847"/>
                <a:gd name="connsiteY263" fmla="*/ 250242 h 328032"/>
                <a:gd name="connsiteX264" fmla="*/ 182306 w 445847"/>
                <a:gd name="connsiteY264" fmla="*/ 251730 h 328032"/>
                <a:gd name="connsiteX265" fmla="*/ 180074 w 445847"/>
                <a:gd name="connsiteY265" fmla="*/ 253963 h 328032"/>
                <a:gd name="connsiteX266" fmla="*/ 179469 w 445847"/>
                <a:gd name="connsiteY266" fmla="*/ 255265 h 328032"/>
                <a:gd name="connsiteX267" fmla="*/ 172865 w 445847"/>
                <a:gd name="connsiteY267" fmla="*/ 262567 h 328032"/>
                <a:gd name="connsiteX268" fmla="*/ 170353 w 445847"/>
                <a:gd name="connsiteY268" fmla="*/ 266055 h 328032"/>
                <a:gd name="connsiteX269" fmla="*/ 169656 w 445847"/>
                <a:gd name="connsiteY269" fmla="*/ 267357 h 328032"/>
                <a:gd name="connsiteX270" fmla="*/ 166679 w 445847"/>
                <a:gd name="connsiteY270" fmla="*/ 268101 h 328032"/>
                <a:gd name="connsiteX271" fmla="*/ 165935 w 445847"/>
                <a:gd name="connsiteY271" fmla="*/ 270334 h 328032"/>
                <a:gd name="connsiteX272" fmla="*/ 162958 w 445847"/>
                <a:gd name="connsiteY272" fmla="*/ 271822 h 328032"/>
                <a:gd name="connsiteX273" fmla="*/ 162214 w 445847"/>
                <a:gd name="connsiteY273" fmla="*/ 274055 h 328032"/>
                <a:gd name="connsiteX274" fmla="*/ 158493 w 445847"/>
                <a:gd name="connsiteY274" fmla="*/ 274799 h 328032"/>
                <a:gd name="connsiteX275" fmla="*/ 157749 w 445847"/>
                <a:gd name="connsiteY275" fmla="*/ 277031 h 328032"/>
                <a:gd name="connsiteX276" fmla="*/ 155517 w 445847"/>
                <a:gd name="connsiteY276" fmla="*/ 277775 h 328032"/>
                <a:gd name="connsiteX277" fmla="*/ 154866 w 445847"/>
                <a:gd name="connsiteY277" fmla="*/ 279264 h 328032"/>
                <a:gd name="connsiteX278" fmla="*/ 154029 w 445847"/>
                <a:gd name="connsiteY278" fmla="*/ 280752 h 328032"/>
                <a:gd name="connsiteX279" fmla="*/ 150308 w 445847"/>
                <a:gd name="connsiteY279" fmla="*/ 281496 h 328032"/>
                <a:gd name="connsiteX280" fmla="*/ 149564 w 445847"/>
                <a:gd name="connsiteY280" fmla="*/ 283728 h 328032"/>
                <a:gd name="connsiteX281" fmla="*/ 146587 w 445847"/>
                <a:gd name="connsiteY281" fmla="*/ 285217 h 328032"/>
                <a:gd name="connsiteX282" fmla="*/ 145843 w 445847"/>
                <a:gd name="connsiteY282" fmla="*/ 287449 h 328032"/>
                <a:gd name="connsiteX283" fmla="*/ 143611 w 445847"/>
                <a:gd name="connsiteY283" fmla="*/ 287356 h 328032"/>
                <a:gd name="connsiteX284" fmla="*/ 141378 w 445847"/>
                <a:gd name="connsiteY284" fmla="*/ 287449 h 328032"/>
                <a:gd name="connsiteX285" fmla="*/ 140634 w 445847"/>
                <a:gd name="connsiteY285" fmla="*/ 291170 h 328032"/>
                <a:gd name="connsiteX286" fmla="*/ 136169 w 445847"/>
                <a:gd name="connsiteY286" fmla="*/ 291914 h 328032"/>
                <a:gd name="connsiteX287" fmla="*/ 135425 w 445847"/>
                <a:gd name="connsiteY287" fmla="*/ 294146 h 328032"/>
                <a:gd name="connsiteX288" fmla="*/ 130960 w 445847"/>
                <a:gd name="connsiteY288" fmla="*/ 295635 h 328032"/>
                <a:gd name="connsiteX289" fmla="*/ 130216 w 445847"/>
                <a:gd name="connsiteY289" fmla="*/ 297867 h 328032"/>
                <a:gd name="connsiteX290" fmla="*/ 127984 w 445847"/>
                <a:gd name="connsiteY290" fmla="*/ 298193 h 328032"/>
                <a:gd name="connsiteX291" fmla="*/ 125751 w 445847"/>
                <a:gd name="connsiteY291" fmla="*/ 298611 h 328032"/>
                <a:gd name="connsiteX292" fmla="*/ 125472 w 445847"/>
                <a:gd name="connsiteY292" fmla="*/ 300146 h 328032"/>
                <a:gd name="connsiteX293" fmla="*/ 125007 w 445847"/>
                <a:gd name="connsiteY293" fmla="*/ 301588 h 328032"/>
                <a:gd name="connsiteX294" fmla="*/ 119054 w 445847"/>
                <a:gd name="connsiteY294" fmla="*/ 301588 h 328032"/>
                <a:gd name="connsiteX295" fmla="*/ 119054 w 445847"/>
                <a:gd name="connsiteY295" fmla="*/ 304564 h 328032"/>
                <a:gd name="connsiteX296" fmla="*/ 116496 w 445847"/>
                <a:gd name="connsiteY296" fmla="*/ 304750 h 328032"/>
                <a:gd name="connsiteX297" fmla="*/ 113845 w 445847"/>
                <a:gd name="connsiteY297" fmla="*/ 305309 h 328032"/>
                <a:gd name="connsiteX298" fmla="*/ 113519 w 445847"/>
                <a:gd name="connsiteY298" fmla="*/ 306797 h 328032"/>
                <a:gd name="connsiteX299" fmla="*/ 113101 w 445847"/>
                <a:gd name="connsiteY299" fmla="*/ 308285 h 328032"/>
                <a:gd name="connsiteX300" fmla="*/ 108496 w 445847"/>
                <a:gd name="connsiteY300" fmla="*/ 308753 h 328032"/>
                <a:gd name="connsiteX301" fmla="*/ 107148 w 445847"/>
                <a:gd name="connsiteY301" fmla="*/ 309029 h 328032"/>
                <a:gd name="connsiteX302" fmla="*/ 106404 w 445847"/>
                <a:gd name="connsiteY302" fmla="*/ 311262 h 328032"/>
                <a:gd name="connsiteX303" fmla="*/ 101799 w 445847"/>
                <a:gd name="connsiteY303" fmla="*/ 311631 h 328032"/>
                <a:gd name="connsiteX304" fmla="*/ 100450 w 445847"/>
                <a:gd name="connsiteY304" fmla="*/ 312006 h 328032"/>
                <a:gd name="connsiteX305" fmla="*/ 100102 w 445847"/>
                <a:gd name="connsiteY305" fmla="*/ 313497 h 328032"/>
                <a:gd name="connsiteX306" fmla="*/ 99706 w 445847"/>
                <a:gd name="connsiteY306" fmla="*/ 314982 h 328032"/>
                <a:gd name="connsiteX307" fmla="*/ 94521 w 445847"/>
                <a:gd name="connsiteY307" fmla="*/ 315378 h 328032"/>
                <a:gd name="connsiteX308" fmla="*/ 93009 w 445847"/>
                <a:gd name="connsiteY308" fmla="*/ 315726 h 328032"/>
                <a:gd name="connsiteX309" fmla="*/ 92686 w 445847"/>
                <a:gd name="connsiteY309" fmla="*/ 317226 h 328032"/>
                <a:gd name="connsiteX310" fmla="*/ 92265 w 445847"/>
                <a:gd name="connsiteY310" fmla="*/ 318703 h 328032"/>
                <a:gd name="connsiteX311" fmla="*/ 88126 w 445847"/>
                <a:gd name="connsiteY311" fmla="*/ 318889 h 328032"/>
                <a:gd name="connsiteX312" fmla="*/ 85844 w 445847"/>
                <a:gd name="connsiteY312" fmla="*/ 318808 h 328032"/>
                <a:gd name="connsiteX313" fmla="*/ 84079 w 445847"/>
                <a:gd name="connsiteY313" fmla="*/ 318703 h 328032"/>
                <a:gd name="connsiteX314" fmla="*/ 84079 w 445847"/>
                <a:gd name="connsiteY314" fmla="*/ 321680 h 328032"/>
                <a:gd name="connsiteX315" fmla="*/ 75894 w 445847"/>
                <a:gd name="connsiteY315" fmla="*/ 322424 h 328032"/>
                <a:gd name="connsiteX316" fmla="*/ 75894 w 445847"/>
                <a:gd name="connsiteY316" fmla="*/ 325400 h 328032"/>
                <a:gd name="connsiteX317" fmla="*/ 73967 w 445847"/>
                <a:gd name="connsiteY317" fmla="*/ 325296 h 328032"/>
                <a:gd name="connsiteX318" fmla="*/ 71475 w 445847"/>
                <a:gd name="connsiteY318" fmla="*/ 325214 h 328032"/>
                <a:gd name="connsiteX319" fmla="*/ 68990 w 445847"/>
                <a:gd name="connsiteY319" fmla="*/ 325110 h 328032"/>
                <a:gd name="connsiteX320" fmla="*/ 66964 w 445847"/>
                <a:gd name="connsiteY320" fmla="*/ 325400 h 328032"/>
                <a:gd name="connsiteX321" fmla="*/ 66682 w 445847"/>
                <a:gd name="connsiteY321" fmla="*/ 326877 h 328032"/>
                <a:gd name="connsiteX322" fmla="*/ 66220 w 445847"/>
                <a:gd name="connsiteY322" fmla="*/ 328377 h 328032"/>
                <a:gd name="connsiteX323" fmla="*/ 60267 w 445847"/>
                <a:gd name="connsiteY323" fmla="*/ 328749 h 328032"/>
                <a:gd name="connsiteX324" fmla="*/ 58575 w 445847"/>
                <a:gd name="connsiteY324" fmla="*/ 328784 h 328032"/>
                <a:gd name="connsiteX325" fmla="*/ 54314 w 445847"/>
                <a:gd name="connsiteY325" fmla="*/ 328377 h 328032"/>
                <a:gd name="connsiteX326" fmla="*/ 53570 w 445847"/>
                <a:gd name="connsiteY326" fmla="*/ 325400 h 328032"/>
                <a:gd name="connsiteX327" fmla="*/ 52081 w 445847"/>
                <a:gd name="connsiteY327" fmla="*/ 324656 h 328032"/>
                <a:gd name="connsiteX328" fmla="*/ 50593 w 445847"/>
                <a:gd name="connsiteY328" fmla="*/ 320935 h 328032"/>
                <a:gd name="connsiteX329" fmla="*/ 49105 w 445847"/>
                <a:gd name="connsiteY329" fmla="*/ 320191 h 328032"/>
                <a:gd name="connsiteX330" fmla="*/ 48361 w 445847"/>
                <a:gd name="connsiteY330" fmla="*/ 317912 h 328032"/>
                <a:gd name="connsiteX331" fmla="*/ 47616 w 445847"/>
                <a:gd name="connsiteY331" fmla="*/ 315726 h 328032"/>
                <a:gd name="connsiteX332" fmla="*/ 46128 w 445847"/>
                <a:gd name="connsiteY332" fmla="*/ 315726 h 328032"/>
                <a:gd name="connsiteX333" fmla="*/ 45849 w 445847"/>
                <a:gd name="connsiteY333" fmla="*/ 313541 h 328032"/>
                <a:gd name="connsiteX334" fmla="*/ 45384 w 445847"/>
                <a:gd name="connsiteY334" fmla="*/ 311262 h 328032"/>
                <a:gd name="connsiteX335" fmla="*/ 43896 w 445847"/>
                <a:gd name="connsiteY335" fmla="*/ 310517 h 328032"/>
                <a:gd name="connsiteX336" fmla="*/ 42407 w 445847"/>
                <a:gd name="connsiteY336" fmla="*/ 307541 h 328032"/>
                <a:gd name="connsiteX337" fmla="*/ 40919 w 445847"/>
                <a:gd name="connsiteY337" fmla="*/ 306797 h 328032"/>
                <a:gd name="connsiteX338" fmla="*/ 40175 w 445847"/>
                <a:gd name="connsiteY338" fmla="*/ 302332 h 328032"/>
                <a:gd name="connsiteX339" fmla="*/ 37943 w 445847"/>
                <a:gd name="connsiteY339" fmla="*/ 302332 h 328032"/>
                <a:gd name="connsiteX340" fmla="*/ 37943 w 445847"/>
                <a:gd name="connsiteY340" fmla="*/ 297867 h 328032"/>
                <a:gd name="connsiteX341" fmla="*/ 34966 w 445847"/>
                <a:gd name="connsiteY341" fmla="*/ 297867 h 328032"/>
                <a:gd name="connsiteX342" fmla="*/ 34222 w 445847"/>
                <a:gd name="connsiteY342" fmla="*/ 294891 h 328032"/>
                <a:gd name="connsiteX343" fmla="*/ 32734 w 445847"/>
                <a:gd name="connsiteY343" fmla="*/ 294146 h 328032"/>
                <a:gd name="connsiteX344" fmla="*/ 32408 w 445847"/>
                <a:gd name="connsiteY344" fmla="*/ 292751 h 328032"/>
                <a:gd name="connsiteX345" fmla="*/ 29757 w 445847"/>
                <a:gd name="connsiteY345" fmla="*/ 288937 h 328032"/>
                <a:gd name="connsiteX346" fmla="*/ 29757 w 445847"/>
                <a:gd name="connsiteY346" fmla="*/ 287449 h 328032"/>
                <a:gd name="connsiteX347" fmla="*/ 27525 w 445847"/>
                <a:gd name="connsiteY347" fmla="*/ 286705 h 328032"/>
                <a:gd name="connsiteX348" fmla="*/ 26781 w 445847"/>
                <a:gd name="connsiteY348" fmla="*/ 284473 h 328032"/>
                <a:gd name="connsiteX349" fmla="*/ 24548 w 445847"/>
                <a:gd name="connsiteY349" fmla="*/ 282984 h 328032"/>
                <a:gd name="connsiteX350" fmla="*/ 23804 w 445847"/>
                <a:gd name="connsiteY350" fmla="*/ 280752 h 328032"/>
                <a:gd name="connsiteX351" fmla="*/ 22641 w 445847"/>
                <a:gd name="connsiteY351" fmla="*/ 279589 h 328032"/>
                <a:gd name="connsiteX352" fmla="*/ 21572 w 445847"/>
                <a:gd name="connsiteY352" fmla="*/ 277031 h 328032"/>
                <a:gd name="connsiteX353" fmla="*/ 19339 w 445847"/>
                <a:gd name="connsiteY353" fmla="*/ 276287 h 328032"/>
                <a:gd name="connsiteX354" fmla="*/ 18595 w 445847"/>
                <a:gd name="connsiteY354" fmla="*/ 274055 h 328032"/>
                <a:gd name="connsiteX355" fmla="*/ 16363 w 445847"/>
                <a:gd name="connsiteY355" fmla="*/ 273310 h 328032"/>
                <a:gd name="connsiteX356" fmla="*/ 14874 w 445847"/>
                <a:gd name="connsiteY356" fmla="*/ 268101 h 328032"/>
                <a:gd name="connsiteX357" fmla="*/ 13386 w 445847"/>
                <a:gd name="connsiteY357" fmla="*/ 267357 h 328032"/>
                <a:gd name="connsiteX358" fmla="*/ 16363 w 445847"/>
                <a:gd name="connsiteY358" fmla="*/ 263637 h 328032"/>
                <a:gd name="connsiteX359" fmla="*/ 20548 w 445847"/>
                <a:gd name="connsiteY359" fmla="*/ 263590 h 328032"/>
                <a:gd name="connsiteX360" fmla="*/ 22810 w 445847"/>
                <a:gd name="connsiteY360" fmla="*/ 263610 h 328032"/>
                <a:gd name="connsiteX361" fmla="*/ 24548 w 445847"/>
                <a:gd name="connsiteY361" fmla="*/ 263637 h 328032"/>
                <a:gd name="connsiteX362" fmla="*/ 24548 w 445847"/>
                <a:gd name="connsiteY362" fmla="*/ 260660 h 328032"/>
                <a:gd name="connsiteX363" fmla="*/ 34222 w 445847"/>
                <a:gd name="connsiteY363" fmla="*/ 259916 h 328032"/>
                <a:gd name="connsiteX364" fmla="*/ 34222 w 445847"/>
                <a:gd name="connsiteY364" fmla="*/ 256939 h 328032"/>
                <a:gd name="connsiteX365" fmla="*/ 35824 w 445847"/>
                <a:gd name="connsiteY365" fmla="*/ 256855 h 328032"/>
                <a:gd name="connsiteX366" fmla="*/ 37896 w 445847"/>
                <a:gd name="connsiteY366" fmla="*/ 256707 h 328032"/>
                <a:gd name="connsiteX367" fmla="*/ 39963 w 445847"/>
                <a:gd name="connsiteY367" fmla="*/ 256576 h 328032"/>
                <a:gd name="connsiteX368" fmla="*/ 41663 w 445847"/>
                <a:gd name="connsiteY368" fmla="*/ 256195 h 328032"/>
                <a:gd name="connsiteX369" fmla="*/ 42407 w 445847"/>
                <a:gd name="connsiteY369" fmla="*/ 253963 h 328032"/>
                <a:gd name="connsiteX370" fmla="*/ 45710 w 445847"/>
                <a:gd name="connsiteY370" fmla="*/ 253451 h 328032"/>
                <a:gd name="connsiteX371" fmla="*/ 47521 w 445847"/>
                <a:gd name="connsiteY371" fmla="*/ 253303 h 328032"/>
                <a:gd name="connsiteX372" fmla="*/ 50593 w 445847"/>
                <a:gd name="connsiteY372" fmla="*/ 253219 h 328032"/>
                <a:gd name="connsiteX373" fmla="*/ 50593 w 445847"/>
                <a:gd name="connsiteY373" fmla="*/ 250242 h 328032"/>
                <a:gd name="connsiteX374" fmla="*/ 52032 w 445847"/>
                <a:gd name="connsiteY374" fmla="*/ 250184 h 328032"/>
                <a:gd name="connsiteX375" fmla="*/ 53895 w 445847"/>
                <a:gd name="connsiteY375" fmla="*/ 250056 h 328032"/>
                <a:gd name="connsiteX376" fmla="*/ 55753 w 445847"/>
                <a:gd name="connsiteY376" fmla="*/ 249951 h 328032"/>
                <a:gd name="connsiteX377" fmla="*/ 57290 w 445847"/>
                <a:gd name="connsiteY377" fmla="*/ 249498 h 328032"/>
                <a:gd name="connsiteX378" fmla="*/ 57639 w 445847"/>
                <a:gd name="connsiteY378" fmla="*/ 247986 h 328032"/>
                <a:gd name="connsiteX379" fmla="*/ 58034 w 445847"/>
                <a:gd name="connsiteY379" fmla="*/ 246521 h 328032"/>
                <a:gd name="connsiteX380" fmla="*/ 61802 w 445847"/>
                <a:gd name="connsiteY380" fmla="*/ 246335 h 328032"/>
                <a:gd name="connsiteX381" fmla="*/ 63874 w 445847"/>
                <a:gd name="connsiteY381" fmla="*/ 246417 h 328032"/>
                <a:gd name="connsiteX382" fmla="*/ 65476 w 445847"/>
                <a:gd name="connsiteY382" fmla="*/ 246521 h 328032"/>
                <a:gd name="connsiteX383" fmla="*/ 65476 w 445847"/>
                <a:gd name="connsiteY383" fmla="*/ 243545 h 328032"/>
                <a:gd name="connsiteX384" fmla="*/ 68406 w 445847"/>
                <a:gd name="connsiteY384" fmla="*/ 243359 h 328032"/>
                <a:gd name="connsiteX385" fmla="*/ 71429 w 445847"/>
                <a:gd name="connsiteY385" fmla="*/ 242801 h 328032"/>
                <a:gd name="connsiteX386" fmla="*/ 71801 w 445847"/>
                <a:gd name="connsiteY386" fmla="*/ 241312 h 328032"/>
                <a:gd name="connsiteX387" fmla="*/ 72173 w 445847"/>
                <a:gd name="connsiteY387" fmla="*/ 239824 h 328032"/>
                <a:gd name="connsiteX388" fmla="*/ 76777 w 445847"/>
                <a:gd name="connsiteY388" fmla="*/ 239356 h 328032"/>
                <a:gd name="connsiteX389" fmla="*/ 78126 w 445847"/>
                <a:gd name="connsiteY389" fmla="*/ 239080 h 328032"/>
                <a:gd name="connsiteX390" fmla="*/ 78870 w 445847"/>
                <a:gd name="connsiteY390" fmla="*/ 236848 h 328032"/>
                <a:gd name="connsiteX391" fmla="*/ 81893 w 445847"/>
                <a:gd name="connsiteY391" fmla="*/ 236336 h 328032"/>
                <a:gd name="connsiteX392" fmla="*/ 84824 w 445847"/>
                <a:gd name="connsiteY392" fmla="*/ 236103 h 328032"/>
                <a:gd name="connsiteX393" fmla="*/ 84824 w 445847"/>
                <a:gd name="connsiteY393" fmla="*/ 233127 h 328032"/>
                <a:gd name="connsiteX394" fmla="*/ 87009 w 445847"/>
                <a:gd name="connsiteY394" fmla="*/ 232894 h 328032"/>
                <a:gd name="connsiteX395" fmla="*/ 89288 w 445847"/>
                <a:gd name="connsiteY395" fmla="*/ 232383 h 328032"/>
                <a:gd name="connsiteX396" fmla="*/ 90032 w 445847"/>
                <a:gd name="connsiteY396" fmla="*/ 230150 h 328032"/>
                <a:gd name="connsiteX397" fmla="*/ 95241 w 445847"/>
                <a:gd name="connsiteY397" fmla="*/ 228662 h 328032"/>
                <a:gd name="connsiteX398" fmla="*/ 95986 w 445847"/>
                <a:gd name="connsiteY398" fmla="*/ 226430 h 328032"/>
                <a:gd name="connsiteX399" fmla="*/ 100450 w 445847"/>
                <a:gd name="connsiteY399" fmla="*/ 225685 h 328032"/>
                <a:gd name="connsiteX400" fmla="*/ 100450 w 445847"/>
                <a:gd name="connsiteY400" fmla="*/ 222709 h 328032"/>
                <a:gd name="connsiteX401" fmla="*/ 104171 w 445847"/>
                <a:gd name="connsiteY401" fmla="*/ 221965 h 328032"/>
                <a:gd name="connsiteX402" fmla="*/ 104915 w 445847"/>
                <a:gd name="connsiteY402" fmla="*/ 219732 h 328032"/>
                <a:gd name="connsiteX403" fmla="*/ 107148 w 445847"/>
                <a:gd name="connsiteY403" fmla="*/ 219825 h 328032"/>
                <a:gd name="connsiteX404" fmla="*/ 109380 w 445847"/>
                <a:gd name="connsiteY404" fmla="*/ 219732 h 328032"/>
                <a:gd name="connsiteX405" fmla="*/ 110124 w 445847"/>
                <a:gd name="connsiteY405" fmla="*/ 216012 h 328032"/>
                <a:gd name="connsiteX406" fmla="*/ 113845 w 445847"/>
                <a:gd name="connsiteY406" fmla="*/ 215267 h 328032"/>
                <a:gd name="connsiteX407" fmla="*/ 114589 w 445847"/>
                <a:gd name="connsiteY407" fmla="*/ 212291 h 328032"/>
                <a:gd name="connsiteX408" fmla="*/ 116822 w 445847"/>
                <a:gd name="connsiteY408" fmla="*/ 212291 h 328032"/>
                <a:gd name="connsiteX409" fmla="*/ 118310 w 445847"/>
                <a:gd name="connsiteY409" fmla="*/ 209314 h 328032"/>
                <a:gd name="connsiteX410" fmla="*/ 120542 w 445847"/>
                <a:gd name="connsiteY410" fmla="*/ 208570 h 328032"/>
                <a:gd name="connsiteX411" fmla="*/ 121240 w 445847"/>
                <a:gd name="connsiteY411" fmla="*/ 207082 h 328032"/>
                <a:gd name="connsiteX412" fmla="*/ 122031 w 445847"/>
                <a:gd name="connsiteY412" fmla="*/ 205594 h 328032"/>
                <a:gd name="connsiteX413" fmla="*/ 125007 w 445847"/>
                <a:gd name="connsiteY413" fmla="*/ 204850 h 328032"/>
                <a:gd name="connsiteX414" fmla="*/ 125751 w 445847"/>
                <a:gd name="connsiteY414" fmla="*/ 202617 h 328032"/>
                <a:gd name="connsiteX415" fmla="*/ 127937 w 445847"/>
                <a:gd name="connsiteY415" fmla="*/ 200803 h 328032"/>
                <a:gd name="connsiteX416" fmla="*/ 131704 w 445847"/>
                <a:gd name="connsiteY416" fmla="*/ 195920 h 328032"/>
                <a:gd name="connsiteX417" fmla="*/ 135425 w 445847"/>
                <a:gd name="connsiteY417" fmla="*/ 192199 h 328032"/>
                <a:gd name="connsiteX418" fmla="*/ 136681 w 445847"/>
                <a:gd name="connsiteY418" fmla="*/ 190478 h 328032"/>
                <a:gd name="connsiteX419" fmla="*/ 137657 w 445847"/>
                <a:gd name="connsiteY419" fmla="*/ 189223 h 328032"/>
                <a:gd name="connsiteX420" fmla="*/ 139146 w 445847"/>
                <a:gd name="connsiteY420" fmla="*/ 189223 h 328032"/>
                <a:gd name="connsiteX421" fmla="*/ 141332 w 445847"/>
                <a:gd name="connsiteY421" fmla="*/ 184200 h 328032"/>
                <a:gd name="connsiteX422" fmla="*/ 142122 w 445847"/>
                <a:gd name="connsiteY422" fmla="*/ 182525 h 328032"/>
                <a:gd name="connsiteX423" fmla="*/ 144355 w 445847"/>
                <a:gd name="connsiteY423" fmla="*/ 182525 h 328032"/>
                <a:gd name="connsiteX424" fmla="*/ 145099 w 445847"/>
                <a:gd name="connsiteY424" fmla="*/ 178805 h 328032"/>
                <a:gd name="connsiteX425" fmla="*/ 146587 w 445847"/>
                <a:gd name="connsiteY425" fmla="*/ 178060 h 328032"/>
                <a:gd name="connsiteX426" fmla="*/ 146959 w 445847"/>
                <a:gd name="connsiteY426" fmla="*/ 176200 h 328032"/>
                <a:gd name="connsiteX427" fmla="*/ 147331 w 445847"/>
                <a:gd name="connsiteY427" fmla="*/ 174340 h 328032"/>
                <a:gd name="connsiteX428" fmla="*/ 148820 w 445847"/>
                <a:gd name="connsiteY428" fmla="*/ 173596 h 328032"/>
                <a:gd name="connsiteX429" fmla="*/ 149517 w 445847"/>
                <a:gd name="connsiteY429" fmla="*/ 171317 h 328032"/>
                <a:gd name="connsiteX430" fmla="*/ 150308 w 445847"/>
                <a:gd name="connsiteY430" fmla="*/ 169131 h 328032"/>
                <a:gd name="connsiteX431" fmla="*/ 152540 w 445847"/>
                <a:gd name="connsiteY431" fmla="*/ 169131 h 328032"/>
                <a:gd name="connsiteX432" fmla="*/ 152540 w 445847"/>
                <a:gd name="connsiteY432" fmla="*/ 164666 h 328032"/>
                <a:gd name="connsiteX433" fmla="*/ 154773 w 445847"/>
                <a:gd name="connsiteY433" fmla="*/ 164666 h 328032"/>
                <a:gd name="connsiteX434" fmla="*/ 155005 w 445847"/>
                <a:gd name="connsiteY434" fmla="*/ 161829 h 328032"/>
                <a:gd name="connsiteX435" fmla="*/ 157749 w 445847"/>
                <a:gd name="connsiteY435" fmla="*/ 156480 h 328032"/>
                <a:gd name="connsiteX436" fmla="*/ 158493 w 445847"/>
                <a:gd name="connsiteY436" fmla="*/ 151271 h 328032"/>
                <a:gd name="connsiteX437" fmla="*/ 160726 w 445847"/>
                <a:gd name="connsiteY437" fmla="*/ 151271 h 328032"/>
                <a:gd name="connsiteX438" fmla="*/ 160647 w 445847"/>
                <a:gd name="connsiteY438" fmla="*/ 149670 h 328032"/>
                <a:gd name="connsiteX439" fmla="*/ 160586 w 445847"/>
                <a:gd name="connsiteY439" fmla="*/ 147597 h 328032"/>
                <a:gd name="connsiteX440" fmla="*/ 160508 w 445847"/>
                <a:gd name="connsiteY440" fmla="*/ 145530 h 328032"/>
                <a:gd name="connsiteX441" fmla="*/ 160726 w 445847"/>
                <a:gd name="connsiteY441" fmla="*/ 143830 h 328032"/>
                <a:gd name="connsiteX442" fmla="*/ 162958 w 445847"/>
                <a:gd name="connsiteY442" fmla="*/ 143086 h 328032"/>
                <a:gd name="connsiteX443" fmla="*/ 163470 w 445847"/>
                <a:gd name="connsiteY443" fmla="*/ 138202 h 328032"/>
                <a:gd name="connsiteX444" fmla="*/ 163618 w 445847"/>
                <a:gd name="connsiteY444" fmla="*/ 135502 h 328032"/>
                <a:gd name="connsiteX445" fmla="*/ 163702 w 445847"/>
                <a:gd name="connsiteY445" fmla="*/ 133412 h 328032"/>
                <a:gd name="connsiteX446" fmla="*/ 165191 w 445847"/>
                <a:gd name="connsiteY446" fmla="*/ 133412 h 328032"/>
                <a:gd name="connsiteX447" fmla="*/ 165935 w 445847"/>
                <a:gd name="connsiteY447" fmla="*/ 126715 h 328032"/>
                <a:gd name="connsiteX448" fmla="*/ 163702 w 445847"/>
                <a:gd name="connsiteY448" fmla="*/ 127459 h 328032"/>
                <a:gd name="connsiteX449" fmla="*/ 159381 w 445847"/>
                <a:gd name="connsiteY449" fmla="*/ 127553 h 328032"/>
                <a:gd name="connsiteX450" fmla="*/ 156649 w 445847"/>
                <a:gd name="connsiteY450" fmla="*/ 127560 h 328032"/>
                <a:gd name="connsiteX451" fmla="*/ 153648 w 445847"/>
                <a:gd name="connsiteY451" fmla="*/ 127555 h 328032"/>
                <a:gd name="connsiteX452" fmla="*/ 150491 w 445847"/>
                <a:gd name="connsiteY452" fmla="*/ 127559 h 328032"/>
                <a:gd name="connsiteX453" fmla="*/ 141912 w 445847"/>
                <a:gd name="connsiteY453" fmla="*/ 127559 h 328032"/>
                <a:gd name="connsiteX454" fmla="*/ 132941 w 445847"/>
                <a:gd name="connsiteY454" fmla="*/ 127560 h 328032"/>
                <a:gd name="connsiteX455" fmla="*/ 117875 w 445847"/>
                <a:gd name="connsiteY455" fmla="*/ 127556 h 328032"/>
                <a:gd name="connsiteX456" fmla="*/ 100447 w 445847"/>
                <a:gd name="connsiteY456" fmla="*/ 127557 h 328032"/>
                <a:gd name="connsiteX457" fmla="*/ 85494 w 445847"/>
                <a:gd name="connsiteY457" fmla="*/ 127559 h 328032"/>
                <a:gd name="connsiteX458" fmla="*/ 76559 w 445847"/>
                <a:gd name="connsiteY458" fmla="*/ 127560 h 328032"/>
                <a:gd name="connsiteX459" fmla="*/ 68159 w 445847"/>
                <a:gd name="connsiteY459" fmla="*/ 127557 h 328032"/>
                <a:gd name="connsiteX460" fmla="*/ 65073 w 445847"/>
                <a:gd name="connsiteY460" fmla="*/ 127558 h 328032"/>
                <a:gd name="connsiteX461" fmla="*/ 60868 w 445847"/>
                <a:gd name="connsiteY461" fmla="*/ 127553 h 328032"/>
                <a:gd name="connsiteX462" fmla="*/ 58488 w 445847"/>
                <a:gd name="connsiteY462" fmla="*/ 127553 h 328032"/>
                <a:gd name="connsiteX463" fmla="*/ 54314 w 445847"/>
                <a:gd name="connsiteY463" fmla="*/ 126715 h 328032"/>
                <a:gd name="connsiteX464" fmla="*/ 54060 w 445847"/>
                <a:gd name="connsiteY464" fmla="*/ 120073 h 328032"/>
                <a:gd name="connsiteX465" fmla="*/ 54059 w 445847"/>
                <a:gd name="connsiteY465" fmla="*/ 117927 h 328032"/>
                <a:gd name="connsiteX466" fmla="*/ 54096 w 445847"/>
                <a:gd name="connsiteY466" fmla="*/ 111015 h 328032"/>
                <a:gd name="connsiteX467" fmla="*/ 54103 w 445847"/>
                <a:gd name="connsiteY467" fmla="*/ 106762 h 328032"/>
                <a:gd name="connsiteX468" fmla="*/ 54174 w 445847"/>
                <a:gd name="connsiteY468" fmla="*/ 90950 h 328032"/>
                <a:gd name="connsiteX469" fmla="*/ 54314 w 445847"/>
                <a:gd name="connsiteY469" fmla="*/ 55277 h 328032"/>
                <a:gd name="connsiteX470" fmla="*/ 169656 w 445847"/>
                <a:gd name="connsiteY470" fmla="*/ 55277 h 328032"/>
                <a:gd name="connsiteX471" fmla="*/ 168911 w 445847"/>
                <a:gd name="connsiteY471" fmla="*/ 53045 h 328032"/>
                <a:gd name="connsiteX472" fmla="*/ 168815 w 445847"/>
                <a:gd name="connsiteY472" fmla="*/ 48170 h 328032"/>
                <a:gd name="connsiteX473" fmla="*/ 168811 w 445847"/>
                <a:gd name="connsiteY473" fmla="*/ 46681 h 328032"/>
                <a:gd name="connsiteX474" fmla="*/ 168813 w 445847"/>
                <a:gd name="connsiteY474" fmla="*/ 41810 h 328032"/>
                <a:gd name="connsiteX475" fmla="*/ 168810 w 445847"/>
                <a:gd name="connsiteY475" fmla="*/ 38427 h 328032"/>
                <a:gd name="connsiteX476" fmla="*/ 168814 w 445847"/>
                <a:gd name="connsiteY476" fmla="*/ 31339 h 328032"/>
                <a:gd name="connsiteX477" fmla="*/ 168812 w 445847"/>
                <a:gd name="connsiteY477" fmla="*/ 22243 h 328032"/>
                <a:gd name="connsiteX478" fmla="*/ 168812 w 445847"/>
                <a:gd name="connsiteY478" fmla="*/ 15258 h 328032"/>
                <a:gd name="connsiteX479" fmla="*/ 168810 w 445847"/>
                <a:gd name="connsiteY479" fmla="*/ 11904 h 328032"/>
                <a:gd name="connsiteX480" fmla="*/ 168815 w 445847"/>
                <a:gd name="connsiteY480" fmla="*/ 7222 h 328032"/>
                <a:gd name="connsiteX481" fmla="*/ 168817 w 445847"/>
                <a:gd name="connsiteY481" fmla="*/ 4528 h 328032"/>
                <a:gd name="connsiteX482" fmla="*/ 169656 w 445847"/>
                <a:gd name="connsiteY482" fmla="*/ 955 h 32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Lst>
              <a:rect l="l" t="t" r="r" b="b"/>
              <a:pathLst>
                <a:path w="445847" h="328032">
                  <a:moveTo>
                    <a:pt x="169656" y="955"/>
                  </a:moveTo>
                  <a:cubicBezTo>
                    <a:pt x="171595" y="804"/>
                    <a:pt x="173457" y="752"/>
                    <a:pt x="175398" y="762"/>
                  </a:cubicBezTo>
                  <a:cubicBezTo>
                    <a:pt x="176300" y="759"/>
                    <a:pt x="176300" y="759"/>
                    <a:pt x="177220" y="755"/>
                  </a:cubicBezTo>
                  <a:cubicBezTo>
                    <a:pt x="179218" y="748"/>
                    <a:pt x="181215" y="752"/>
                    <a:pt x="183213" y="757"/>
                  </a:cubicBezTo>
                  <a:cubicBezTo>
                    <a:pt x="184595" y="756"/>
                    <a:pt x="185977" y="755"/>
                    <a:pt x="187359" y="753"/>
                  </a:cubicBezTo>
                  <a:cubicBezTo>
                    <a:pt x="190259" y="751"/>
                    <a:pt x="193159" y="754"/>
                    <a:pt x="196059" y="761"/>
                  </a:cubicBezTo>
                  <a:cubicBezTo>
                    <a:pt x="199785" y="769"/>
                    <a:pt x="203511" y="765"/>
                    <a:pt x="207238" y="756"/>
                  </a:cubicBezTo>
                  <a:cubicBezTo>
                    <a:pt x="210092" y="750"/>
                    <a:pt x="212947" y="752"/>
                    <a:pt x="215802" y="756"/>
                  </a:cubicBezTo>
                  <a:cubicBezTo>
                    <a:pt x="217176" y="757"/>
                    <a:pt x="218551" y="756"/>
                    <a:pt x="219925" y="752"/>
                  </a:cubicBezTo>
                  <a:cubicBezTo>
                    <a:pt x="221842" y="748"/>
                    <a:pt x="223759" y="754"/>
                    <a:pt x="225677" y="762"/>
                  </a:cubicBezTo>
                  <a:cubicBezTo>
                    <a:pt x="226537" y="758"/>
                    <a:pt x="226537" y="758"/>
                    <a:pt x="227415" y="753"/>
                  </a:cubicBezTo>
                  <a:cubicBezTo>
                    <a:pt x="228752" y="764"/>
                    <a:pt x="230087" y="851"/>
                    <a:pt x="231419" y="955"/>
                  </a:cubicBezTo>
                  <a:cubicBezTo>
                    <a:pt x="232506" y="3129"/>
                    <a:pt x="232252" y="5035"/>
                    <a:pt x="232248" y="7462"/>
                  </a:cubicBezTo>
                  <a:cubicBezTo>
                    <a:pt x="232248" y="7978"/>
                    <a:pt x="232248" y="8493"/>
                    <a:pt x="232248" y="9024"/>
                  </a:cubicBezTo>
                  <a:cubicBezTo>
                    <a:pt x="232248" y="10732"/>
                    <a:pt x="232242" y="12439"/>
                    <a:pt x="232236" y="14146"/>
                  </a:cubicBezTo>
                  <a:cubicBezTo>
                    <a:pt x="232235" y="15329"/>
                    <a:pt x="232234" y="16511"/>
                    <a:pt x="232233" y="17693"/>
                  </a:cubicBezTo>
                  <a:cubicBezTo>
                    <a:pt x="232230" y="20808"/>
                    <a:pt x="232223" y="23923"/>
                    <a:pt x="232214" y="27037"/>
                  </a:cubicBezTo>
                  <a:cubicBezTo>
                    <a:pt x="232207" y="30215"/>
                    <a:pt x="232203" y="33392"/>
                    <a:pt x="232200" y="36569"/>
                  </a:cubicBezTo>
                  <a:cubicBezTo>
                    <a:pt x="232192" y="42805"/>
                    <a:pt x="232179" y="49041"/>
                    <a:pt x="232163" y="55277"/>
                  </a:cubicBezTo>
                  <a:cubicBezTo>
                    <a:pt x="232807" y="55277"/>
                    <a:pt x="233451" y="55276"/>
                    <a:pt x="234114" y="55275"/>
                  </a:cubicBezTo>
                  <a:cubicBezTo>
                    <a:pt x="249751" y="55259"/>
                    <a:pt x="265388" y="55246"/>
                    <a:pt x="281025" y="55239"/>
                  </a:cubicBezTo>
                  <a:cubicBezTo>
                    <a:pt x="288587" y="55235"/>
                    <a:pt x="296149" y="55230"/>
                    <a:pt x="303710" y="55221"/>
                  </a:cubicBezTo>
                  <a:cubicBezTo>
                    <a:pt x="310299" y="55214"/>
                    <a:pt x="316887" y="55209"/>
                    <a:pt x="323476" y="55207"/>
                  </a:cubicBezTo>
                  <a:cubicBezTo>
                    <a:pt x="326966" y="55206"/>
                    <a:pt x="330457" y="55204"/>
                    <a:pt x="333948" y="55199"/>
                  </a:cubicBezTo>
                  <a:cubicBezTo>
                    <a:pt x="337230" y="55194"/>
                    <a:pt x="340511" y="55192"/>
                    <a:pt x="343793" y="55193"/>
                  </a:cubicBezTo>
                  <a:cubicBezTo>
                    <a:pt x="345001" y="55193"/>
                    <a:pt x="346209" y="55191"/>
                    <a:pt x="347417" y="55189"/>
                  </a:cubicBezTo>
                  <a:cubicBezTo>
                    <a:pt x="349059" y="55185"/>
                    <a:pt x="350701" y="55186"/>
                    <a:pt x="352343" y="55188"/>
                  </a:cubicBezTo>
                  <a:cubicBezTo>
                    <a:pt x="353265" y="55187"/>
                    <a:pt x="354186" y="55186"/>
                    <a:pt x="355135" y="55186"/>
                  </a:cubicBezTo>
                  <a:cubicBezTo>
                    <a:pt x="357179" y="55277"/>
                    <a:pt x="357179" y="55277"/>
                    <a:pt x="357923" y="56021"/>
                  </a:cubicBezTo>
                  <a:cubicBezTo>
                    <a:pt x="358002" y="58240"/>
                    <a:pt x="358032" y="60441"/>
                    <a:pt x="358031" y="62660"/>
                  </a:cubicBezTo>
                  <a:cubicBezTo>
                    <a:pt x="358033" y="63365"/>
                    <a:pt x="358036" y="64070"/>
                    <a:pt x="358039" y="64797"/>
                  </a:cubicBezTo>
                  <a:cubicBezTo>
                    <a:pt x="358047" y="67178"/>
                    <a:pt x="358050" y="69560"/>
                    <a:pt x="358052" y="71942"/>
                  </a:cubicBezTo>
                  <a:cubicBezTo>
                    <a:pt x="358057" y="73642"/>
                    <a:pt x="358062" y="75342"/>
                    <a:pt x="358067" y="77041"/>
                  </a:cubicBezTo>
                  <a:cubicBezTo>
                    <a:pt x="358078" y="80711"/>
                    <a:pt x="358087" y="84380"/>
                    <a:pt x="358094" y="88050"/>
                  </a:cubicBezTo>
                  <a:cubicBezTo>
                    <a:pt x="358106" y="93845"/>
                    <a:pt x="358123" y="99641"/>
                    <a:pt x="358142" y="105436"/>
                  </a:cubicBezTo>
                  <a:cubicBezTo>
                    <a:pt x="358169" y="113557"/>
                    <a:pt x="358193" y="121677"/>
                    <a:pt x="358215" y="129797"/>
                  </a:cubicBezTo>
                  <a:cubicBezTo>
                    <a:pt x="358217" y="130312"/>
                    <a:pt x="358218" y="130828"/>
                    <a:pt x="358220" y="131359"/>
                  </a:cubicBezTo>
                  <a:cubicBezTo>
                    <a:pt x="358240" y="138681"/>
                    <a:pt x="358257" y="146003"/>
                    <a:pt x="358274" y="153324"/>
                  </a:cubicBezTo>
                  <a:cubicBezTo>
                    <a:pt x="358276" y="153840"/>
                    <a:pt x="358277" y="154355"/>
                    <a:pt x="358278" y="154887"/>
                  </a:cubicBezTo>
                  <a:cubicBezTo>
                    <a:pt x="358280" y="155659"/>
                    <a:pt x="358280" y="155659"/>
                    <a:pt x="358282" y="156448"/>
                  </a:cubicBezTo>
                  <a:cubicBezTo>
                    <a:pt x="358301" y="165024"/>
                    <a:pt x="358327" y="173600"/>
                    <a:pt x="358357" y="182176"/>
                  </a:cubicBezTo>
                  <a:cubicBezTo>
                    <a:pt x="358377" y="187944"/>
                    <a:pt x="358391" y="193712"/>
                    <a:pt x="358399" y="199480"/>
                  </a:cubicBezTo>
                  <a:cubicBezTo>
                    <a:pt x="358406" y="203061"/>
                    <a:pt x="358419" y="206642"/>
                    <a:pt x="358433" y="210222"/>
                  </a:cubicBezTo>
                  <a:cubicBezTo>
                    <a:pt x="358439" y="211890"/>
                    <a:pt x="358442" y="213558"/>
                    <a:pt x="358442" y="215225"/>
                  </a:cubicBezTo>
                  <a:cubicBezTo>
                    <a:pt x="358443" y="217491"/>
                    <a:pt x="358453" y="219757"/>
                    <a:pt x="358465" y="222023"/>
                  </a:cubicBezTo>
                  <a:cubicBezTo>
                    <a:pt x="358463" y="222693"/>
                    <a:pt x="358461" y="223362"/>
                    <a:pt x="358459" y="224051"/>
                  </a:cubicBezTo>
                  <a:cubicBezTo>
                    <a:pt x="358472" y="225589"/>
                    <a:pt x="358561" y="227127"/>
                    <a:pt x="358667" y="228662"/>
                  </a:cubicBezTo>
                  <a:cubicBezTo>
                    <a:pt x="359158" y="228908"/>
                    <a:pt x="359650" y="229153"/>
                    <a:pt x="360156" y="229406"/>
                  </a:cubicBezTo>
                  <a:cubicBezTo>
                    <a:pt x="360325" y="231130"/>
                    <a:pt x="360325" y="231130"/>
                    <a:pt x="360301" y="233386"/>
                  </a:cubicBezTo>
                  <a:cubicBezTo>
                    <a:pt x="360296" y="234189"/>
                    <a:pt x="360291" y="234992"/>
                    <a:pt x="360286" y="235820"/>
                  </a:cubicBezTo>
                  <a:cubicBezTo>
                    <a:pt x="360274" y="236666"/>
                    <a:pt x="360261" y="237511"/>
                    <a:pt x="360249" y="238382"/>
                  </a:cubicBezTo>
                  <a:cubicBezTo>
                    <a:pt x="360242" y="239231"/>
                    <a:pt x="360235" y="240079"/>
                    <a:pt x="360228" y="240953"/>
                  </a:cubicBezTo>
                  <a:cubicBezTo>
                    <a:pt x="360211" y="243058"/>
                    <a:pt x="360186" y="245161"/>
                    <a:pt x="360156" y="247266"/>
                  </a:cubicBezTo>
                  <a:cubicBezTo>
                    <a:pt x="360675" y="247177"/>
                    <a:pt x="361195" y="247089"/>
                    <a:pt x="361731" y="246998"/>
                  </a:cubicBezTo>
                  <a:cubicBezTo>
                    <a:pt x="362408" y="246902"/>
                    <a:pt x="363085" y="246806"/>
                    <a:pt x="363783" y="246707"/>
                  </a:cubicBezTo>
                  <a:cubicBezTo>
                    <a:pt x="364793" y="246552"/>
                    <a:pt x="364793" y="246552"/>
                    <a:pt x="365824" y="246393"/>
                  </a:cubicBezTo>
                  <a:cubicBezTo>
                    <a:pt x="366409" y="246436"/>
                    <a:pt x="366994" y="246478"/>
                    <a:pt x="367597" y="246521"/>
                  </a:cubicBezTo>
                  <a:cubicBezTo>
                    <a:pt x="367818" y="247001"/>
                    <a:pt x="368039" y="247480"/>
                    <a:pt x="368267" y="247973"/>
                  </a:cubicBezTo>
                  <a:cubicBezTo>
                    <a:pt x="368537" y="248476"/>
                    <a:pt x="368807" y="248980"/>
                    <a:pt x="369085" y="249498"/>
                  </a:cubicBezTo>
                  <a:cubicBezTo>
                    <a:pt x="371377" y="249962"/>
                    <a:pt x="371377" y="249962"/>
                    <a:pt x="374088" y="249893"/>
                  </a:cubicBezTo>
                  <a:cubicBezTo>
                    <a:pt x="374825" y="249898"/>
                    <a:pt x="374825" y="249898"/>
                    <a:pt x="375578" y="249902"/>
                  </a:cubicBezTo>
                  <a:cubicBezTo>
                    <a:pt x="376617" y="249904"/>
                    <a:pt x="377656" y="249898"/>
                    <a:pt x="378695" y="249886"/>
                  </a:cubicBezTo>
                  <a:cubicBezTo>
                    <a:pt x="380291" y="249870"/>
                    <a:pt x="381885" y="249886"/>
                    <a:pt x="383481" y="249905"/>
                  </a:cubicBezTo>
                  <a:cubicBezTo>
                    <a:pt x="384489" y="249903"/>
                    <a:pt x="385498" y="249899"/>
                    <a:pt x="386506" y="249893"/>
                  </a:cubicBezTo>
                  <a:cubicBezTo>
                    <a:pt x="387428" y="249890"/>
                    <a:pt x="388349" y="249887"/>
                    <a:pt x="389299" y="249883"/>
                  </a:cubicBezTo>
                  <a:cubicBezTo>
                    <a:pt x="389996" y="249756"/>
                    <a:pt x="390692" y="249629"/>
                    <a:pt x="391409" y="249498"/>
                  </a:cubicBezTo>
                  <a:cubicBezTo>
                    <a:pt x="392032" y="248022"/>
                    <a:pt x="392032" y="248022"/>
                    <a:pt x="392154" y="246521"/>
                  </a:cubicBezTo>
                  <a:cubicBezTo>
                    <a:pt x="393394" y="246521"/>
                    <a:pt x="394634" y="246521"/>
                    <a:pt x="395874" y="246521"/>
                  </a:cubicBezTo>
                  <a:cubicBezTo>
                    <a:pt x="398239" y="244356"/>
                    <a:pt x="398412" y="242164"/>
                    <a:pt x="398567" y="239051"/>
                  </a:cubicBezTo>
                  <a:cubicBezTo>
                    <a:pt x="398584" y="238508"/>
                    <a:pt x="398601" y="237965"/>
                    <a:pt x="398618" y="237406"/>
                  </a:cubicBezTo>
                  <a:cubicBezTo>
                    <a:pt x="398644" y="236851"/>
                    <a:pt x="398669" y="236297"/>
                    <a:pt x="398695" y="235726"/>
                  </a:cubicBezTo>
                  <a:cubicBezTo>
                    <a:pt x="398756" y="234364"/>
                    <a:pt x="398805" y="233001"/>
                    <a:pt x="398851" y="231639"/>
                  </a:cubicBezTo>
                  <a:cubicBezTo>
                    <a:pt x="399588" y="231639"/>
                    <a:pt x="400324" y="231639"/>
                    <a:pt x="401083" y="231639"/>
                  </a:cubicBezTo>
                  <a:cubicBezTo>
                    <a:pt x="401082" y="230822"/>
                    <a:pt x="401080" y="230004"/>
                    <a:pt x="401078" y="229163"/>
                  </a:cubicBezTo>
                  <a:cubicBezTo>
                    <a:pt x="401063" y="221476"/>
                    <a:pt x="401052" y="213788"/>
                    <a:pt x="401045" y="206101"/>
                  </a:cubicBezTo>
                  <a:cubicBezTo>
                    <a:pt x="401041" y="202149"/>
                    <a:pt x="401036" y="198197"/>
                    <a:pt x="401027" y="194244"/>
                  </a:cubicBezTo>
                  <a:cubicBezTo>
                    <a:pt x="401019" y="190433"/>
                    <a:pt x="401015" y="186621"/>
                    <a:pt x="401013" y="182809"/>
                  </a:cubicBezTo>
                  <a:cubicBezTo>
                    <a:pt x="401011" y="181353"/>
                    <a:pt x="401009" y="179896"/>
                    <a:pt x="401005" y="178439"/>
                  </a:cubicBezTo>
                  <a:cubicBezTo>
                    <a:pt x="400999" y="176404"/>
                    <a:pt x="400998" y="174369"/>
                    <a:pt x="400999" y="172334"/>
                  </a:cubicBezTo>
                  <a:cubicBezTo>
                    <a:pt x="400996" y="171727"/>
                    <a:pt x="400993" y="171120"/>
                    <a:pt x="400991" y="170495"/>
                  </a:cubicBezTo>
                  <a:cubicBezTo>
                    <a:pt x="400998" y="166324"/>
                    <a:pt x="400998" y="166324"/>
                    <a:pt x="401827" y="164666"/>
                  </a:cubicBezTo>
                  <a:cubicBezTo>
                    <a:pt x="403502" y="164416"/>
                    <a:pt x="403502" y="164416"/>
                    <a:pt x="405548" y="164387"/>
                  </a:cubicBezTo>
                  <a:cubicBezTo>
                    <a:pt x="406223" y="164366"/>
                    <a:pt x="406899" y="164345"/>
                    <a:pt x="407595" y="164323"/>
                  </a:cubicBezTo>
                  <a:cubicBezTo>
                    <a:pt x="408147" y="164436"/>
                    <a:pt x="408700" y="164549"/>
                    <a:pt x="409269" y="164666"/>
                  </a:cubicBezTo>
                  <a:cubicBezTo>
                    <a:pt x="409760" y="166148"/>
                    <a:pt x="409760" y="166148"/>
                    <a:pt x="410013" y="167643"/>
                  </a:cubicBezTo>
                  <a:cubicBezTo>
                    <a:pt x="411252" y="167897"/>
                    <a:pt x="412492" y="168144"/>
                    <a:pt x="413734" y="168387"/>
                  </a:cubicBezTo>
                  <a:cubicBezTo>
                    <a:pt x="414242" y="169373"/>
                    <a:pt x="414739" y="170365"/>
                    <a:pt x="415222" y="171363"/>
                  </a:cubicBezTo>
                  <a:cubicBezTo>
                    <a:pt x="416204" y="171363"/>
                    <a:pt x="417186" y="171363"/>
                    <a:pt x="418199" y="171363"/>
                  </a:cubicBezTo>
                  <a:cubicBezTo>
                    <a:pt x="418429" y="171839"/>
                    <a:pt x="418659" y="172315"/>
                    <a:pt x="418896" y="172805"/>
                  </a:cubicBezTo>
                  <a:cubicBezTo>
                    <a:pt x="419157" y="173311"/>
                    <a:pt x="419418" y="173818"/>
                    <a:pt x="419687" y="174340"/>
                  </a:cubicBezTo>
                  <a:cubicBezTo>
                    <a:pt x="420922" y="174611"/>
                    <a:pt x="422163" y="174860"/>
                    <a:pt x="423408" y="175084"/>
                  </a:cubicBezTo>
                  <a:cubicBezTo>
                    <a:pt x="423653" y="175821"/>
                    <a:pt x="423899" y="176557"/>
                    <a:pt x="424152" y="177316"/>
                  </a:cubicBezTo>
                  <a:cubicBezTo>
                    <a:pt x="425526" y="177831"/>
                    <a:pt x="425526" y="177831"/>
                    <a:pt x="427128" y="178060"/>
                  </a:cubicBezTo>
                  <a:cubicBezTo>
                    <a:pt x="428756" y="178340"/>
                    <a:pt x="428756" y="178340"/>
                    <a:pt x="430105" y="178805"/>
                  </a:cubicBezTo>
                  <a:cubicBezTo>
                    <a:pt x="430350" y="179541"/>
                    <a:pt x="430596" y="180278"/>
                    <a:pt x="430849" y="181037"/>
                  </a:cubicBezTo>
                  <a:cubicBezTo>
                    <a:pt x="431708" y="181144"/>
                    <a:pt x="432568" y="181252"/>
                    <a:pt x="433453" y="181363"/>
                  </a:cubicBezTo>
                  <a:cubicBezTo>
                    <a:pt x="434313" y="181501"/>
                    <a:pt x="435172" y="181639"/>
                    <a:pt x="436058" y="181781"/>
                  </a:cubicBezTo>
                  <a:cubicBezTo>
                    <a:pt x="436165" y="182272"/>
                    <a:pt x="436273" y="182763"/>
                    <a:pt x="436383" y="183269"/>
                  </a:cubicBezTo>
                  <a:cubicBezTo>
                    <a:pt x="436522" y="183761"/>
                    <a:pt x="436660" y="184252"/>
                    <a:pt x="436802" y="184758"/>
                  </a:cubicBezTo>
                  <a:cubicBezTo>
                    <a:pt x="438350" y="185086"/>
                    <a:pt x="439826" y="185178"/>
                    <a:pt x="441406" y="185226"/>
                  </a:cubicBezTo>
                  <a:cubicBezTo>
                    <a:pt x="441851" y="185317"/>
                    <a:pt x="442297" y="185408"/>
                    <a:pt x="442755" y="185502"/>
                  </a:cubicBezTo>
                  <a:cubicBezTo>
                    <a:pt x="443001" y="186239"/>
                    <a:pt x="443246" y="186975"/>
                    <a:pt x="443499" y="187734"/>
                  </a:cubicBezTo>
                  <a:cubicBezTo>
                    <a:pt x="445247" y="188172"/>
                    <a:pt x="445247" y="188172"/>
                    <a:pt x="447267" y="188246"/>
                  </a:cubicBezTo>
                  <a:cubicBezTo>
                    <a:pt x="448292" y="188319"/>
                    <a:pt x="448292" y="188319"/>
                    <a:pt x="449339" y="188394"/>
                  </a:cubicBezTo>
                  <a:cubicBezTo>
                    <a:pt x="449868" y="188422"/>
                    <a:pt x="450396" y="188450"/>
                    <a:pt x="450941" y="188478"/>
                  </a:cubicBezTo>
                  <a:cubicBezTo>
                    <a:pt x="450941" y="189461"/>
                    <a:pt x="450941" y="190443"/>
                    <a:pt x="450941" y="191455"/>
                  </a:cubicBezTo>
                  <a:cubicBezTo>
                    <a:pt x="451469" y="191474"/>
                    <a:pt x="451998" y="191493"/>
                    <a:pt x="452542" y="191513"/>
                  </a:cubicBezTo>
                  <a:cubicBezTo>
                    <a:pt x="453226" y="191555"/>
                    <a:pt x="453910" y="191598"/>
                    <a:pt x="454615" y="191641"/>
                  </a:cubicBezTo>
                  <a:cubicBezTo>
                    <a:pt x="455297" y="191676"/>
                    <a:pt x="455979" y="191710"/>
                    <a:pt x="456682" y="191746"/>
                  </a:cubicBezTo>
                  <a:cubicBezTo>
                    <a:pt x="457243" y="191895"/>
                    <a:pt x="457804" y="192045"/>
                    <a:pt x="458382" y="192199"/>
                  </a:cubicBezTo>
                  <a:cubicBezTo>
                    <a:pt x="459390" y="194768"/>
                    <a:pt x="459223" y="197454"/>
                    <a:pt x="459225" y="200178"/>
                  </a:cubicBezTo>
                  <a:cubicBezTo>
                    <a:pt x="459226" y="200665"/>
                    <a:pt x="459227" y="201152"/>
                    <a:pt x="459228" y="201653"/>
                  </a:cubicBezTo>
                  <a:cubicBezTo>
                    <a:pt x="459229" y="203230"/>
                    <a:pt x="459225" y="204807"/>
                    <a:pt x="459219" y="206384"/>
                  </a:cubicBezTo>
                  <a:cubicBezTo>
                    <a:pt x="459219" y="206918"/>
                    <a:pt x="459218" y="207451"/>
                    <a:pt x="459217" y="208001"/>
                  </a:cubicBezTo>
                  <a:cubicBezTo>
                    <a:pt x="459205" y="216394"/>
                    <a:pt x="458986" y="224754"/>
                    <a:pt x="458382" y="233127"/>
                  </a:cubicBezTo>
                  <a:cubicBezTo>
                    <a:pt x="457891" y="233127"/>
                    <a:pt x="457400" y="233127"/>
                    <a:pt x="456894" y="233127"/>
                  </a:cubicBezTo>
                  <a:cubicBezTo>
                    <a:pt x="456648" y="240248"/>
                    <a:pt x="456403" y="247370"/>
                    <a:pt x="456150" y="254707"/>
                  </a:cubicBezTo>
                  <a:cubicBezTo>
                    <a:pt x="455413" y="254707"/>
                    <a:pt x="454676" y="254707"/>
                    <a:pt x="453917" y="254707"/>
                  </a:cubicBezTo>
                  <a:cubicBezTo>
                    <a:pt x="453906" y="255127"/>
                    <a:pt x="453896" y="255548"/>
                    <a:pt x="453884" y="255981"/>
                  </a:cubicBezTo>
                  <a:cubicBezTo>
                    <a:pt x="453829" y="257882"/>
                    <a:pt x="453757" y="259783"/>
                    <a:pt x="453685" y="261683"/>
                  </a:cubicBezTo>
                  <a:cubicBezTo>
                    <a:pt x="453668" y="262345"/>
                    <a:pt x="453651" y="263007"/>
                    <a:pt x="453634" y="263689"/>
                  </a:cubicBezTo>
                  <a:cubicBezTo>
                    <a:pt x="453607" y="264322"/>
                    <a:pt x="453581" y="264955"/>
                    <a:pt x="453554" y="265607"/>
                  </a:cubicBezTo>
                  <a:cubicBezTo>
                    <a:pt x="453534" y="266192"/>
                    <a:pt x="453515" y="266777"/>
                    <a:pt x="453495" y="267379"/>
                  </a:cubicBezTo>
                  <a:cubicBezTo>
                    <a:pt x="453173" y="268846"/>
                    <a:pt x="453173" y="268846"/>
                    <a:pt x="450941" y="270334"/>
                  </a:cubicBezTo>
                  <a:cubicBezTo>
                    <a:pt x="450561" y="272459"/>
                    <a:pt x="450561" y="272459"/>
                    <a:pt x="450522" y="274845"/>
                  </a:cubicBezTo>
                  <a:cubicBezTo>
                    <a:pt x="450426" y="277290"/>
                    <a:pt x="450426" y="277290"/>
                    <a:pt x="450197" y="279264"/>
                  </a:cubicBezTo>
                  <a:cubicBezTo>
                    <a:pt x="449460" y="279632"/>
                    <a:pt x="449460" y="279632"/>
                    <a:pt x="448708" y="280008"/>
                  </a:cubicBezTo>
                  <a:cubicBezTo>
                    <a:pt x="448444" y="281931"/>
                    <a:pt x="448378" y="283836"/>
                    <a:pt x="448293" y="285775"/>
                  </a:cubicBezTo>
                  <a:cubicBezTo>
                    <a:pt x="448184" y="286327"/>
                    <a:pt x="448076" y="286880"/>
                    <a:pt x="447964" y="287449"/>
                  </a:cubicBezTo>
                  <a:cubicBezTo>
                    <a:pt x="447227" y="287695"/>
                    <a:pt x="446491" y="287940"/>
                    <a:pt x="445732" y="288193"/>
                  </a:cubicBezTo>
                  <a:cubicBezTo>
                    <a:pt x="445296" y="289597"/>
                    <a:pt x="445296" y="289597"/>
                    <a:pt x="445220" y="291216"/>
                  </a:cubicBezTo>
                  <a:cubicBezTo>
                    <a:pt x="445143" y="292183"/>
                    <a:pt x="445067" y="293150"/>
                    <a:pt x="444988" y="294146"/>
                  </a:cubicBezTo>
                  <a:cubicBezTo>
                    <a:pt x="444251" y="294146"/>
                    <a:pt x="443514" y="294146"/>
                    <a:pt x="442755" y="294146"/>
                  </a:cubicBezTo>
                  <a:cubicBezTo>
                    <a:pt x="442617" y="295413"/>
                    <a:pt x="442617" y="295413"/>
                    <a:pt x="442476" y="296704"/>
                  </a:cubicBezTo>
                  <a:cubicBezTo>
                    <a:pt x="442323" y="297579"/>
                    <a:pt x="442169" y="298454"/>
                    <a:pt x="442011" y="299355"/>
                  </a:cubicBezTo>
                  <a:cubicBezTo>
                    <a:pt x="441274" y="299724"/>
                    <a:pt x="441274" y="299724"/>
                    <a:pt x="440523" y="300100"/>
                  </a:cubicBezTo>
                  <a:cubicBezTo>
                    <a:pt x="440277" y="300713"/>
                    <a:pt x="440032" y="301327"/>
                    <a:pt x="439779" y="301960"/>
                  </a:cubicBezTo>
                  <a:cubicBezTo>
                    <a:pt x="439034" y="303820"/>
                    <a:pt x="439034" y="303820"/>
                    <a:pt x="437546" y="304564"/>
                  </a:cubicBezTo>
                  <a:cubicBezTo>
                    <a:pt x="437316" y="305040"/>
                    <a:pt x="437086" y="305516"/>
                    <a:pt x="436849" y="306006"/>
                  </a:cubicBezTo>
                  <a:cubicBezTo>
                    <a:pt x="436058" y="307541"/>
                    <a:pt x="436058" y="307541"/>
                    <a:pt x="433825" y="309029"/>
                  </a:cubicBezTo>
                  <a:cubicBezTo>
                    <a:pt x="433580" y="309766"/>
                    <a:pt x="433334" y="310503"/>
                    <a:pt x="433081" y="311262"/>
                  </a:cubicBezTo>
                  <a:cubicBezTo>
                    <a:pt x="432452" y="311507"/>
                    <a:pt x="431823" y="311753"/>
                    <a:pt x="431174" y="312006"/>
                  </a:cubicBezTo>
                  <a:cubicBezTo>
                    <a:pt x="430576" y="312251"/>
                    <a:pt x="429977" y="312497"/>
                    <a:pt x="429361" y="312750"/>
                  </a:cubicBezTo>
                  <a:cubicBezTo>
                    <a:pt x="429361" y="313487"/>
                    <a:pt x="429361" y="314223"/>
                    <a:pt x="429361" y="314982"/>
                  </a:cubicBezTo>
                  <a:cubicBezTo>
                    <a:pt x="427396" y="315228"/>
                    <a:pt x="425432" y="315473"/>
                    <a:pt x="423408" y="315726"/>
                  </a:cubicBezTo>
                  <a:cubicBezTo>
                    <a:pt x="423408" y="316709"/>
                    <a:pt x="423408" y="317691"/>
                    <a:pt x="423408" y="318703"/>
                  </a:cubicBezTo>
                  <a:cubicBezTo>
                    <a:pt x="422825" y="318731"/>
                    <a:pt x="422243" y="318759"/>
                    <a:pt x="421643" y="318787"/>
                  </a:cubicBezTo>
                  <a:cubicBezTo>
                    <a:pt x="420890" y="318836"/>
                    <a:pt x="420137" y="318885"/>
                    <a:pt x="419361" y="318936"/>
                  </a:cubicBezTo>
                  <a:cubicBezTo>
                    <a:pt x="418610" y="318979"/>
                    <a:pt x="417859" y="319022"/>
                    <a:pt x="417085" y="319066"/>
                  </a:cubicBezTo>
                  <a:cubicBezTo>
                    <a:pt x="416470" y="319192"/>
                    <a:pt x="415855" y="319318"/>
                    <a:pt x="415222" y="319447"/>
                  </a:cubicBezTo>
                  <a:cubicBezTo>
                    <a:pt x="414976" y="320184"/>
                    <a:pt x="414731" y="320921"/>
                    <a:pt x="414478" y="321680"/>
                  </a:cubicBezTo>
                  <a:cubicBezTo>
                    <a:pt x="413180" y="321961"/>
                    <a:pt x="413180" y="321961"/>
                    <a:pt x="411455" y="321963"/>
                  </a:cubicBezTo>
                  <a:cubicBezTo>
                    <a:pt x="410804" y="321969"/>
                    <a:pt x="410153" y="321976"/>
                    <a:pt x="409482" y="321982"/>
                  </a:cubicBezTo>
                  <a:cubicBezTo>
                    <a:pt x="408402" y="321975"/>
                    <a:pt x="408402" y="321975"/>
                    <a:pt x="407301" y="321968"/>
                  </a:cubicBezTo>
                  <a:cubicBezTo>
                    <a:pt x="406170" y="321974"/>
                    <a:pt x="406170" y="321974"/>
                    <a:pt x="405017" y="321980"/>
                  </a:cubicBezTo>
                  <a:cubicBezTo>
                    <a:pt x="402512" y="321990"/>
                    <a:pt x="400007" y="321984"/>
                    <a:pt x="397502" y="321976"/>
                  </a:cubicBezTo>
                  <a:cubicBezTo>
                    <a:pt x="395770" y="321978"/>
                    <a:pt x="394038" y="321980"/>
                    <a:pt x="392305" y="321983"/>
                  </a:cubicBezTo>
                  <a:cubicBezTo>
                    <a:pt x="388669" y="321986"/>
                    <a:pt x="385034" y="321981"/>
                    <a:pt x="381398" y="321971"/>
                  </a:cubicBezTo>
                  <a:cubicBezTo>
                    <a:pt x="376725" y="321958"/>
                    <a:pt x="372053" y="321965"/>
                    <a:pt x="367381" y="321979"/>
                  </a:cubicBezTo>
                  <a:cubicBezTo>
                    <a:pt x="363803" y="321987"/>
                    <a:pt x="360224" y="321984"/>
                    <a:pt x="356645" y="321978"/>
                  </a:cubicBezTo>
                  <a:cubicBezTo>
                    <a:pt x="354922" y="321977"/>
                    <a:pt x="353199" y="321979"/>
                    <a:pt x="351476" y="321984"/>
                  </a:cubicBezTo>
                  <a:cubicBezTo>
                    <a:pt x="349072" y="321990"/>
                    <a:pt x="346668" y="321981"/>
                    <a:pt x="344264" y="321968"/>
                  </a:cubicBezTo>
                  <a:cubicBezTo>
                    <a:pt x="343544" y="321973"/>
                    <a:pt x="342824" y="321977"/>
                    <a:pt x="342083" y="321982"/>
                  </a:cubicBezTo>
                  <a:cubicBezTo>
                    <a:pt x="341432" y="321976"/>
                    <a:pt x="340781" y="321970"/>
                    <a:pt x="340110" y="321963"/>
                  </a:cubicBezTo>
                  <a:cubicBezTo>
                    <a:pt x="339541" y="321962"/>
                    <a:pt x="338972" y="321961"/>
                    <a:pt x="338385" y="321961"/>
                  </a:cubicBezTo>
                  <a:cubicBezTo>
                    <a:pt x="337957" y="321868"/>
                    <a:pt x="337529" y="321775"/>
                    <a:pt x="337087" y="321680"/>
                  </a:cubicBezTo>
                  <a:cubicBezTo>
                    <a:pt x="336842" y="320943"/>
                    <a:pt x="336596" y="320206"/>
                    <a:pt x="336343" y="319447"/>
                  </a:cubicBezTo>
                  <a:cubicBezTo>
                    <a:pt x="333637" y="319126"/>
                    <a:pt x="330974" y="319119"/>
                    <a:pt x="328251" y="319078"/>
                  </a:cubicBezTo>
                  <a:cubicBezTo>
                    <a:pt x="327483" y="318954"/>
                    <a:pt x="326716" y="318831"/>
                    <a:pt x="325925" y="318703"/>
                  </a:cubicBezTo>
                  <a:cubicBezTo>
                    <a:pt x="325390" y="317212"/>
                    <a:pt x="325390" y="317212"/>
                    <a:pt x="325181" y="315726"/>
                  </a:cubicBezTo>
                  <a:cubicBezTo>
                    <a:pt x="324321" y="315604"/>
                    <a:pt x="323462" y="315481"/>
                    <a:pt x="322576" y="315354"/>
                  </a:cubicBezTo>
                  <a:cubicBezTo>
                    <a:pt x="321717" y="315232"/>
                    <a:pt x="320857" y="315109"/>
                    <a:pt x="319972" y="314982"/>
                  </a:cubicBezTo>
                  <a:cubicBezTo>
                    <a:pt x="319507" y="313494"/>
                    <a:pt x="319507" y="313494"/>
                    <a:pt x="319228" y="312006"/>
                  </a:cubicBezTo>
                  <a:cubicBezTo>
                    <a:pt x="318614" y="311883"/>
                    <a:pt x="318000" y="311760"/>
                    <a:pt x="317367" y="311634"/>
                  </a:cubicBezTo>
                  <a:cubicBezTo>
                    <a:pt x="316754" y="311511"/>
                    <a:pt x="316140" y="311388"/>
                    <a:pt x="315507" y="311262"/>
                  </a:cubicBezTo>
                  <a:cubicBezTo>
                    <a:pt x="315089" y="309820"/>
                    <a:pt x="315089" y="309820"/>
                    <a:pt x="314763" y="308285"/>
                  </a:cubicBezTo>
                  <a:cubicBezTo>
                    <a:pt x="314313" y="308078"/>
                    <a:pt x="313863" y="307871"/>
                    <a:pt x="313400" y="307657"/>
                  </a:cubicBezTo>
                  <a:cubicBezTo>
                    <a:pt x="311357" y="306568"/>
                    <a:pt x="310663" y="305362"/>
                    <a:pt x="309461" y="303402"/>
                  </a:cubicBezTo>
                  <a:cubicBezTo>
                    <a:pt x="308055" y="300940"/>
                    <a:pt x="308055" y="300940"/>
                    <a:pt x="305833" y="299355"/>
                  </a:cubicBezTo>
                  <a:cubicBezTo>
                    <a:pt x="305726" y="298619"/>
                    <a:pt x="305618" y="297882"/>
                    <a:pt x="305508" y="297123"/>
                  </a:cubicBezTo>
                  <a:cubicBezTo>
                    <a:pt x="305370" y="296386"/>
                    <a:pt x="305231" y="295650"/>
                    <a:pt x="305089" y="294891"/>
                  </a:cubicBezTo>
                  <a:cubicBezTo>
                    <a:pt x="304352" y="294645"/>
                    <a:pt x="303616" y="294399"/>
                    <a:pt x="302857" y="294146"/>
                  </a:cubicBezTo>
                  <a:cubicBezTo>
                    <a:pt x="302639" y="292446"/>
                    <a:pt x="302639" y="292446"/>
                    <a:pt x="302717" y="290379"/>
                  </a:cubicBezTo>
                  <a:cubicBezTo>
                    <a:pt x="302737" y="289695"/>
                    <a:pt x="302757" y="289011"/>
                    <a:pt x="302778" y="288307"/>
                  </a:cubicBezTo>
                  <a:cubicBezTo>
                    <a:pt x="302817" y="287514"/>
                    <a:pt x="302817" y="287514"/>
                    <a:pt x="302857" y="286705"/>
                  </a:cubicBezTo>
                  <a:cubicBezTo>
                    <a:pt x="302120" y="286705"/>
                    <a:pt x="301383" y="286705"/>
                    <a:pt x="300624" y="286705"/>
                  </a:cubicBezTo>
                  <a:cubicBezTo>
                    <a:pt x="300596" y="286024"/>
                    <a:pt x="300569" y="285343"/>
                    <a:pt x="300540" y="284641"/>
                  </a:cubicBezTo>
                  <a:cubicBezTo>
                    <a:pt x="300491" y="283757"/>
                    <a:pt x="300442" y="282872"/>
                    <a:pt x="300392" y="281961"/>
                  </a:cubicBezTo>
                  <a:cubicBezTo>
                    <a:pt x="300349" y="281081"/>
                    <a:pt x="300305" y="280200"/>
                    <a:pt x="300261" y="279293"/>
                  </a:cubicBezTo>
                  <a:cubicBezTo>
                    <a:pt x="300135" y="278546"/>
                    <a:pt x="300010" y="277800"/>
                    <a:pt x="299880" y="277031"/>
                  </a:cubicBezTo>
                  <a:cubicBezTo>
                    <a:pt x="299143" y="276540"/>
                    <a:pt x="298407" y="276049"/>
                    <a:pt x="297648" y="275543"/>
                  </a:cubicBezTo>
                  <a:cubicBezTo>
                    <a:pt x="297326" y="273393"/>
                    <a:pt x="297326" y="273393"/>
                    <a:pt x="297267" y="270677"/>
                  </a:cubicBezTo>
                  <a:cubicBezTo>
                    <a:pt x="297227" y="269224"/>
                    <a:pt x="297227" y="269224"/>
                    <a:pt x="297187" y="267741"/>
                  </a:cubicBezTo>
                  <a:cubicBezTo>
                    <a:pt x="297170" y="266714"/>
                    <a:pt x="297153" y="265687"/>
                    <a:pt x="297136" y="264660"/>
                  </a:cubicBezTo>
                  <a:cubicBezTo>
                    <a:pt x="297111" y="263627"/>
                    <a:pt x="297086" y="262594"/>
                    <a:pt x="297059" y="261561"/>
                  </a:cubicBezTo>
                  <a:cubicBezTo>
                    <a:pt x="296998" y="259028"/>
                    <a:pt x="296946" y="256496"/>
                    <a:pt x="296904" y="253963"/>
                  </a:cubicBezTo>
                  <a:cubicBezTo>
                    <a:pt x="296167" y="254208"/>
                    <a:pt x="295430" y="254454"/>
                    <a:pt x="294671" y="254707"/>
                  </a:cubicBezTo>
                  <a:cubicBezTo>
                    <a:pt x="294303" y="191351"/>
                    <a:pt x="294303" y="191351"/>
                    <a:pt x="293927" y="126715"/>
                  </a:cubicBezTo>
                  <a:cubicBezTo>
                    <a:pt x="293436" y="126960"/>
                    <a:pt x="292945" y="127206"/>
                    <a:pt x="292439" y="127459"/>
                  </a:cubicBezTo>
                  <a:cubicBezTo>
                    <a:pt x="290611" y="127536"/>
                    <a:pt x="288805" y="127568"/>
                    <a:pt x="286977" y="127567"/>
                  </a:cubicBezTo>
                  <a:cubicBezTo>
                    <a:pt x="286133" y="127571"/>
                    <a:pt x="286133" y="127571"/>
                    <a:pt x="285272" y="127575"/>
                  </a:cubicBezTo>
                  <a:cubicBezTo>
                    <a:pt x="283406" y="127582"/>
                    <a:pt x="281541" y="127583"/>
                    <a:pt x="279675" y="127584"/>
                  </a:cubicBezTo>
                  <a:cubicBezTo>
                    <a:pt x="278381" y="127586"/>
                    <a:pt x="277087" y="127589"/>
                    <a:pt x="275793" y="127591"/>
                  </a:cubicBezTo>
                  <a:cubicBezTo>
                    <a:pt x="273079" y="127596"/>
                    <a:pt x="270365" y="127597"/>
                    <a:pt x="267650" y="127597"/>
                  </a:cubicBezTo>
                  <a:cubicBezTo>
                    <a:pt x="264169" y="127597"/>
                    <a:pt x="260687" y="127607"/>
                    <a:pt x="257206" y="127620"/>
                  </a:cubicBezTo>
                  <a:cubicBezTo>
                    <a:pt x="254533" y="127628"/>
                    <a:pt x="251860" y="127629"/>
                    <a:pt x="249187" y="127629"/>
                  </a:cubicBezTo>
                  <a:cubicBezTo>
                    <a:pt x="247903" y="127630"/>
                    <a:pt x="246619" y="127633"/>
                    <a:pt x="245336" y="127639"/>
                  </a:cubicBezTo>
                  <a:cubicBezTo>
                    <a:pt x="243542" y="127646"/>
                    <a:pt x="241748" y="127644"/>
                    <a:pt x="239954" y="127640"/>
                  </a:cubicBezTo>
                  <a:cubicBezTo>
                    <a:pt x="239155" y="127646"/>
                    <a:pt x="239155" y="127646"/>
                    <a:pt x="238340" y="127652"/>
                  </a:cubicBezTo>
                  <a:cubicBezTo>
                    <a:pt x="235614" y="127635"/>
                    <a:pt x="234499" y="127528"/>
                    <a:pt x="232163" y="125971"/>
                  </a:cubicBezTo>
                  <a:cubicBezTo>
                    <a:pt x="232189" y="126660"/>
                    <a:pt x="232215" y="127350"/>
                    <a:pt x="232242" y="128061"/>
                  </a:cubicBezTo>
                  <a:cubicBezTo>
                    <a:pt x="232262" y="128952"/>
                    <a:pt x="232282" y="129843"/>
                    <a:pt x="232303" y="130761"/>
                  </a:cubicBezTo>
                  <a:cubicBezTo>
                    <a:pt x="232342" y="132095"/>
                    <a:pt x="232342" y="132095"/>
                    <a:pt x="232381" y="133456"/>
                  </a:cubicBezTo>
                  <a:cubicBezTo>
                    <a:pt x="232309" y="134178"/>
                    <a:pt x="232237" y="134900"/>
                    <a:pt x="232163" y="135644"/>
                  </a:cubicBezTo>
                  <a:cubicBezTo>
                    <a:pt x="231427" y="135890"/>
                    <a:pt x="230690" y="136136"/>
                    <a:pt x="229931" y="136389"/>
                  </a:cubicBezTo>
                  <a:cubicBezTo>
                    <a:pt x="229548" y="138117"/>
                    <a:pt x="229548" y="138117"/>
                    <a:pt x="229550" y="140205"/>
                  </a:cubicBezTo>
                  <a:cubicBezTo>
                    <a:pt x="229511" y="141360"/>
                    <a:pt x="229511" y="141360"/>
                    <a:pt x="229470" y="142538"/>
                  </a:cubicBezTo>
                  <a:cubicBezTo>
                    <a:pt x="229453" y="143348"/>
                    <a:pt x="229437" y="144158"/>
                    <a:pt x="229419" y="144993"/>
                  </a:cubicBezTo>
                  <a:cubicBezTo>
                    <a:pt x="229394" y="145806"/>
                    <a:pt x="229368" y="146619"/>
                    <a:pt x="229342" y="147456"/>
                  </a:cubicBezTo>
                  <a:cubicBezTo>
                    <a:pt x="229281" y="149472"/>
                    <a:pt x="229229" y="151488"/>
                    <a:pt x="229187" y="153504"/>
                  </a:cubicBezTo>
                  <a:cubicBezTo>
                    <a:pt x="228450" y="153504"/>
                    <a:pt x="227713" y="153504"/>
                    <a:pt x="226954" y="153504"/>
                  </a:cubicBezTo>
                  <a:cubicBezTo>
                    <a:pt x="226918" y="154408"/>
                    <a:pt x="226881" y="155313"/>
                    <a:pt x="226844" y="156245"/>
                  </a:cubicBezTo>
                  <a:cubicBezTo>
                    <a:pt x="226788" y="157424"/>
                    <a:pt x="226732" y="158603"/>
                    <a:pt x="226675" y="159783"/>
                  </a:cubicBezTo>
                  <a:cubicBezTo>
                    <a:pt x="226652" y="160380"/>
                    <a:pt x="226629" y="160977"/>
                    <a:pt x="226606" y="161592"/>
                  </a:cubicBezTo>
                  <a:cubicBezTo>
                    <a:pt x="226528" y="163116"/>
                    <a:pt x="226375" y="164637"/>
                    <a:pt x="226210" y="166154"/>
                  </a:cubicBezTo>
                  <a:cubicBezTo>
                    <a:pt x="225719" y="166400"/>
                    <a:pt x="225228" y="166645"/>
                    <a:pt x="224722" y="166898"/>
                  </a:cubicBezTo>
                  <a:cubicBezTo>
                    <a:pt x="224372" y="169336"/>
                    <a:pt x="224372" y="169336"/>
                    <a:pt x="224257" y="172154"/>
                  </a:cubicBezTo>
                  <a:cubicBezTo>
                    <a:pt x="224201" y="173114"/>
                    <a:pt x="224146" y="174074"/>
                    <a:pt x="224088" y="175064"/>
                  </a:cubicBezTo>
                  <a:cubicBezTo>
                    <a:pt x="224052" y="175807"/>
                    <a:pt x="224015" y="176550"/>
                    <a:pt x="223978" y="177316"/>
                  </a:cubicBezTo>
                  <a:cubicBezTo>
                    <a:pt x="222996" y="177316"/>
                    <a:pt x="222013" y="177316"/>
                    <a:pt x="221001" y="177316"/>
                  </a:cubicBezTo>
                  <a:cubicBezTo>
                    <a:pt x="221001" y="180018"/>
                    <a:pt x="221001" y="182719"/>
                    <a:pt x="221001" y="185502"/>
                  </a:cubicBezTo>
                  <a:cubicBezTo>
                    <a:pt x="220265" y="185502"/>
                    <a:pt x="219528" y="185502"/>
                    <a:pt x="218769" y="185502"/>
                  </a:cubicBezTo>
                  <a:cubicBezTo>
                    <a:pt x="218741" y="186067"/>
                    <a:pt x="218713" y="186632"/>
                    <a:pt x="218685" y="187214"/>
                  </a:cubicBezTo>
                  <a:cubicBezTo>
                    <a:pt x="218611" y="188323"/>
                    <a:pt x="218611" y="188323"/>
                    <a:pt x="218536" y="189455"/>
                  </a:cubicBezTo>
                  <a:cubicBezTo>
                    <a:pt x="218493" y="190189"/>
                    <a:pt x="218450" y="190923"/>
                    <a:pt x="218405" y="191679"/>
                  </a:cubicBezTo>
                  <a:cubicBezTo>
                    <a:pt x="217978" y="193932"/>
                    <a:pt x="217424" y="194419"/>
                    <a:pt x="215792" y="195920"/>
                  </a:cubicBezTo>
                  <a:cubicBezTo>
                    <a:pt x="215792" y="196687"/>
                    <a:pt x="215792" y="197455"/>
                    <a:pt x="215792" y="198245"/>
                  </a:cubicBezTo>
                  <a:cubicBezTo>
                    <a:pt x="215792" y="198951"/>
                    <a:pt x="215792" y="199657"/>
                    <a:pt x="215792" y="200385"/>
                  </a:cubicBezTo>
                  <a:cubicBezTo>
                    <a:pt x="215056" y="200630"/>
                    <a:pt x="214319" y="200876"/>
                    <a:pt x="213560" y="201129"/>
                  </a:cubicBezTo>
                  <a:cubicBezTo>
                    <a:pt x="213008" y="203752"/>
                    <a:pt x="213008" y="203752"/>
                    <a:pt x="212816" y="206338"/>
                  </a:cubicBezTo>
                  <a:cubicBezTo>
                    <a:pt x="212325" y="206338"/>
                    <a:pt x="211833" y="206338"/>
                    <a:pt x="211327" y="206338"/>
                  </a:cubicBezTo>
                  <a:cubicBezTo>
                    <a:pt x="210865" y="207872"/>
                    <a:pt x="210612" y="209412"/>
                    <a:pt x="210330" y="210989"/>
                  </a:cubicBezTo>
                  <a:cubicBezTo>
                    <a:pt x="210168" y="211418"/>
                    <a:pt x="210006" y="211848"/>
                    <a:pt x="209839" y="212291"/>
                  </a:cubicBezTo>
                  <a:cubicBezTo>
                    <a:pt x="209102" y="212291"/>
                    <a:pt x="208366" y="212291"/>
                    <a:pt x="207607" y="212291"/>
                  </a:cubicBezTo>
                  <a:cubicBezTo>
                    <a:pt x="207515" y="213135"/>
                    <a:pt x="207423" y="213979"/>
                    <a:pt x="207328" y="214849"/>
                  </a:cubicBezTo>
                  <a:cubicBezTo>
                    <a:pt x="207097" y="216161"/>
                    <a:pt x="207097" y="216161"/>
                    <a:pt x="206863" y="217500"/>
                  </a:cubicBezTo>
                  <a:cubicBezTo>
                    <a:pt x="206371" y="217745"/>
                    <a:pt x="205880" y="217991"/>
                    <a:pt x="205374" y="218244"/>
                  </a:cubicBezTo>
                  <a:cubicBezTo>
                    <a:pt x="205129" y="218858"/>
                    <a:pt x="204883" y="219472"/>
                    <a:pt x="204630" y="220104"/>
                  </a:cubicBezTo>
                  <a:cubicBezTo>
                    <a:pt x="203886" y="221965"/>
                    <a:pt x="203886" y="221965"/>
                    <a:pt x="202398" y="222709"/>
                  </a:cubicBezTo>
                  <a:cubicBezTo>
                    <a:pt x="202275" y="223323"/>
                    <a:pt x="202152" y="223937"/>
                    <a:pt x="202026" y="224569"/>
                  </a:cubicBezTo>
                  <a:cubicBezTo>
                    <a:pt x="201903" y="225183"/>
                    <a:pt x="201780" y="225797"/>
                    <a:pt x="201654" y="226430"/>
                  </a:cubicBezTo>
                  <a:cubicBezTo>
                    <a:pt x="201162" y="226675"/>
                    <a:pt x="200671" y="226921"/>
                    <a:pt x="200165" y="227174"/>
                  </a:cubicBezTo>
                  <a:cubicBezTo>
                    <a:pt x="199935" y="227880"/>
                    <a:pt x="199705" y="228586"/>
                    <a:pt x="199468" y="229313"/>
                  </a:cubicBezTo>
                  <a:cubicBezTo>
                    <a:pt x="198692" y="231595"/>
                    <a:pt x="198229" y="232372"/>
                    <a:pt x="196445" y="233871"/>
                  </a:cubicBezTo>
                  <a:cubicBezTo>
                    <a:pt x="194637" y="235462"/>
                    <a:pt x="194637" y="235462"/>
                    <a:pt x="193840" y="237685"/>
                  </a:cubicBezTo>
                  <a:cubicBezTo>
                    <a:pt x="193717" y="238145"/>
                    <a:pt x="193595" y="238606"/>
                    <a:pt x="193468" y="239080"/>
                  </a:cubicBezTo>
                  <a:cubicBezTo>
                    <a:pt x="192731" y="239326"/>
                    <a:pt x="191995" y="239571"/>
                    <a:pt x="191236" y="239824"/>
                  </a:cubicBezTo>
                  <a:cubicBezTo>
                    <a:pt x="190728" y="240810"/>
                    <a:pt x="190231" y="241802"/>
                    <a:pt x="189747" y="242801"/>
                  </a:cubicBezTo>
                  <a:cubicBezTo>
                    <a:pt x="189256" y="242801"/>
                    <a:pt x="188765" y="242801"/>
                    <a:pt x="188259" y="242801"/>
                  </a:cubicBezTo>
                  <a:cubicBezTo>
                    <a:pt x="188013" y="243415"/>
                    <a:pt x="187768" y="244029"/>
                    <a:pt x="187515" y="244661"/>
                  </a:cubicBezTo>
                  <a:cubicBezTo>
                    <a:pt x="187269" y="245275"/>
                    <a:pt x="187024" y="245889"/>
                    <a:pt x="186771" y="246521"/>
                  </a:cubicBezTo>
                  <a:cubicBezTo>
                    <a:pt x="186280" y="246521"/>
                    <a:pt x="185789" y="246521"/>
                    <a:pt x="185282" y="246521"/>
                  </a:cubicBezTo>
                  <a:cubicBezTo>
                    <a:pt x="185027" y="247512"/>
                    <a:pt x="184779" y="248504"/>
                    <a:pt x="184538" y="249498"/>
                  </a:cubicBezTo>
                  <a:cubicBezTo>
                    <a:pt x="184047" y="249744"/>
                    <a:pt x="183556" y="249989"/>
                    <a:pt x="183050" y="250242"/>
                  </a:cubicBezTo>
                  <a:cubicBezTo>
                    <a:pt x="182805" y="250733"/>
                    <a:pt x="182559" y="251224"/>
                    <a:pt x="182306" y="251730"/>
                  </a:cubicBezTo>
                  <a:cubicBezTo>
                    <a:pt x="181562" y="253219"/>
                    <a:pt x="181562" y="253219"/>
                    <a:pt x="180074" y="253963"/>
                  </a:cubicBezTo>
                  <a:cubicBezTo>
                    <a:pt x="179774" y="254607"/>
                    <a:pt x="179774" y="254607"/>
                    <a:pt x="179469" y="255265"/>
                  </a:cubicBezTo>
                  <a:cubicBezTo>
                    <a:pt x="177907" y="258224"/>
                    <a:pt x="175265" y="260278"/>
                    <a:pt x="172865" y="262567"/>
                  </a:cubicBezTo>
                  <a:cubicBezTo>
                    <a:pt x="171109" y="264228"/>
                    <a:pt x="171109" y="264228"/>
                    <a:pt x="170353" y="266055"/>
                  </a:cubicBezTo>
                  <a:cubicBezTo>
                    <a:pt x="170123" y="266485"/>
                    <a:pt x="169893" y="266915"/>
                    <a:pt x="169656" y="267357"/>
                  </a:cubicBezTo>
                  <a:cubicBezTo>
                    <a:pt x="168669" y="267626"/>
                    <a:pt x="167677" y="267876"/>
                    <a:pt x="166679" y="268101"/>
                  </a:cubicBezTo>
                  <a:cubicBezTo>
                    <a:pt x="166433" y="268838"/>
                    <a:pt x="166188" y="269575"/>
                    <a:pt x="165935" y="270334"/>
                  </a:cubicBezTo>
                  <a:cubicBezTo>
                    <a:pt x="164943" y="270830"/>
                    <a:pt x="163950" y="271326"/>
                    <a:pt x="162958" y="271822"/>
                  </a:cubicBezTo>
                  <a:cubicBezTo>
                    <a:pt x="162713" y="272559"/>
                    <a:pt x="162467" y="273296"/>
                    <a:pt x="162214" y="274055"/>
                  </a:cubicBezTo>
                  <a:cubicBezTo>
                    <a:pt x="160974" y="274303"/>
                    <a:pt x="159734" y="274551"/>
                    <a:pt x="158493" y="274799"/>
                  </a:cubicBezTo>
                  <a:cubicBezTo>
                    <a:pt x="158248" y="275535"/>
                    <a:pt x="158002" y="276272"/>
                    <a:pt x="157749" y="277031"/>
                  </a:cubicBezTo>
                  <a:cubicBezTo>
                    <a:pt x="157013" y="277277"/>
                    <a:pt x="156276" y="277522"/>
                    <a:pt x="155517" y="277775"/>
                  </a:cubicBezTo>
                  <a:cubicBezTo>
                    <a:pt x="155302" y="278266"/>
                    <a:pt x="155087" y="278758"/>
                    <a:pt x="154866" y="279264"/>
                  </a:cubicBezTo>
                  <a:cubicBezTo>
                    <a:pt x="154589" y="279755"/>
                    <a:pt x="154313" y="280246"/>
                    <a:pt x="154029" y="280752"/>
                  </a:cubicBezTo>
                  <a:cubicBezTo>
                    <a:pt x="152793" y="281023"/>
                    <a:pt x="151553" y="281273"/>
                    <a:pt x="150308" y="281496"/>
                  </a:cubicBezTo>
                  <a:cubicBezTo>
                    <a:pt x="150062" y="282233"/>
                    <a:pt x="149817" y="282969"/>
                    <a:pt x="149564" y="283728"/>
                  </a:cubicBezTo>
                  <a:cubicBezTo>
                    <a:pt x="148572" y="284225"/>
                    <a:pt x="147579" y="284721"/>
                    <a:pt x="146587" y="285217"/>
                  </a:cubicBezTo>
                  <a:cubicBezTo>
                    <a:pt x="146342" y="285953"/>
                    <a:pt x="146096" y="286690"/>
                    <a:pt x="145843" y="287449"/>
                  </a:cubicBezTo>
                  <a:cubicBezTo>
                    <a:pt x="145106" y="287418"/>
                    <a:pt x="144370" y="287388"/>
                    <a:pt x="143611" y="287356"/>
                  </a:cubicBezTo>
                  <a:cubicBezTo>
                    <a:pt x="142506" y="287402"/>
                    <a:pt x="142506" y="287402"/>
                    <a:pt x="141378" y="287449"/>
                  </a:cubicBezTo>
                  <a:cubicBezTo>
                    <a:pt x="141124" y="288688"/>
                    <a:pt x="140876" y="289928"/>
                    <a:pt x="140634" y="291170"/>
                  </a:cubicBezTo>
                  <a:cubicBezTo>
                    <a:pt x="138402" y="291635"/>
                    <a:pt x="138402" y="291635"/>
                    <a:pt x="136169" y="291914"/>
                  </a:cubicBezTo>
                  <a:cubicBezTo>
                    <a:pt x="135924" y="292651"/>
                    <a:pt x="135678" y="293387"/>
                    <a:pt x="135425" y="294146"/>
                  </a:cubicBezTo>
                  <a:cubicBezTo>
                    <a:pt x="133937" y="294642"/>
                    <a:pt x="132449" y="295139"/>
                    <a:pt x="130960" y="295635"/>
                  </a:cubicBezTo>
                  <a:cubicBezTo>
                    <a:pt x="130715" y="296371"/>
                    <a:pt x="130469" y="297108"/>
                    <a:pt x="130216" y="297867"/>
                  </a:cubicBezTo>
                  <a:cubicBezTo>
                    <a:pt x="129479" y="297975"/>
                    <a:pt x="128743" y="298082"/>
                    <a:pt x="127984" y="298193"/>
                  </a:cubicBezTo>
                  <a:cubicBezTo>
                    <a:pt x="127247" y="298331"/>
                    <a:pt x="126510" y="298469"/>
                    <a:pt x="125751" y="298611"/>
                  </a:cubicBezTo>
                  <a:cubicBezTo>
                    <a:pt x="125659" y="299118"/>
                    <a:pt x="125567" y="299624"/>
                    <a:pt x="125472" y="300146"/>
                  </a:cubicBezTo>
                  <a:cubicBezTo>
                    <a:pt x="125319" y="300622"/>
                    <a:pt x="125165" y="301098"/>
                    <a:pt x="125007" y="301588"/>
                  </a:cubicBezTo>
                  <a:cubicBezTo>
                    <a:pt x="122969" y="301880"/>
                    <a:pt x="121126" y="301719"/>
                    <a:pt x="119054" y="301588"/>
                  </a:cubicBezTo>
                  <a:cubicBezTo>
                    <a:pt x="119054" y="302570"/>
                    <a:pt x="119054" y="303552"/>
                    <a:pt x="119054" y="304564"/>
                  </a:cubicBezTo>
                  <a:cubicBezTo>
                    <a:pt x="118210" y="304626"/>
                    <a:pt x="117366" y="304687"/>
                    <a:pt x="116496" y="304750"/>
                  </a:cubicBezTo>
                  <a:cubicBezTo>
                    <a:pt x="115621" y="304935"/>
                    <a:pt x="114746" y="305119"/>
                    <a:pt x="113845" y="305309"/>
                  </a:cubicBezTo>
                  <a:cubicBezTo>
                    <a:pt x="113738" y="305800"/>
                    <a:pt x="113630" y="306291"/>
                    <a:pt x="113519" y="306797"/>
                  </a:cubicBezTo>
                  <a:cubicBezTo>
                    <a:pt x="113381" y="307288"/>
                    <a:pt x="113243" y="307779"/>
                    <a:pt x="113101" y="308285"/>
                  </a:cubicBezTo>
                  <a:cubicBezTo>
                    <a:pt x="111553" y="308614"/>
                    <a:pt x="110077" y="308705"/>
                    <a:pt x="108496" y="308753"/>
                  </a:cubicBezTo>
                  <a:cubicBezTo>
                    <a:pt x="108051" y="308844"/>
                    <a:pt x="107606" y="308935"/>
                    <a:pt x="107148" y="309029"/>
                  </a:cubicBezTo>
                  <a:cubicBezTo>
                    <a:pt x="106902" y="309766"/>
                    <a:pt x="106657" y="310503"/>
                    <a:pt x="106404" y="311262"/>
                  </a:cubicBezTo>
                  <a:cubicBezTo>
                    <a:pt x="104854" y="311579"/>
                    <a:pt x="103378" y="311588"/>
                    <a:pt x="101799" y="311631"/>
                  </a:cubicBezTo>
                  <a:cubicBezTo>
                    <a:pt x="101354" y="311755"/>
                    <a:pt x="100909" y="311878"/>
                    <a:pt x="100450" y="312006"/>
                  </a:cubicBezTo>
                  <a:cubicBezTo>
                    <a:pt x="100335" y="312498"/>
                    <a:pt x="100220" y="312990"/>
                    <a:pt x="100102" y="313497"/>
                  </a:cubicBezTo>
                  <a:cubicBezTo>
                    <a:pt x="99971" y="313987"/>
                    <a:pt x="99841" y="314477"/>
                    <a:pt x="99706" y="314982"/>
                  </a:cubicBezTo>
                  <a:cubicBezTo>
                    <a:pt x="97949" y="315388"/>
                    <a:pt x="96320" y="315355"/>
                    <a:pt x="94521" y="315378"/>
                  </a:cubicBezTo>
                  <a:cubicBezTo>
                    <a:pt x="94022" y="315493"/>
                    <a:pt x="93523" y="315608"/>
                    <a:pt x="93009" y="315726"/>
                  </a:cubicBezTo>
                  <a:cubicBezTo>
                    <a:pt x="92903" y="316221"/>
                    <a:pt x="92796" y="316716"/>
                    <a:pt x="92686" y="317226"/>
                  </a:cubicBezTo>
                  <a:cubicBezTo>
                    <a:pt x="92547" y="317714"/>
                    <a:pt x="92408" y="318201"/>
                    <a:pt x="92265" y="318703"/>
                  </a:cubicBezTo>
                  <a:cubicBezTo>
                    <a:pt x="90402" y="318994"/>
                    <a:pt x="90402" y="318994"/>
                    <a:pt x="88126" y="318889"/>
                  </a:cubicBezTo>
                  <a:cubicBezTo>
                    <a:pt x="87373" y="318862"/>
                    <a:pt x="86620" y="318835"/>
                    <a:pt x="85844" y="318808"/>
                  </a:cubicBezTo>
                  <a:cubicBezTo>
                    <a:pt x="85262" y="318773"/>
                    <a:pt x="84679" y="318739"/>
                    <a:pt x="84079" y="318703"/>
                  </a:cubicBezTo>
                  <a:cubicBezTo>
                    <a:pt x="84079" y="319685"/>
                    <a:pt x="84079" y="320668"/>
                    <a:pt x="84079" y="321680"/>
                  </a:cubicBezTo>
                  <a:cubicBezTo>
                    <a:pt x="81378" y="321925"/>
                    <a:pt x="78677" y="322171"/>
                    <a:pt x="75894" y="322424"/>
                  </a:cubicBezTo>
                  <a:cubicBezTo>
                    <a:pt x="75894" y="323406"/>
                    <a:pt x="75894" y="324388"/>
                    <a:pt x="75894" y="325400"/>
                  </a:cubicBezTo>
                  <a:cubicBezTo>
                    <a:pt x="75258" y="325366"/>
                    <a:pt x="74622" y="325331"/>
                    <a:pt x="73967" y="325296"/>
                  </a:cubicBezTo>
                  <a:cubicBezTo>
                    <a:pt x="73145" y="325269"/>
                    <a:pt x="72322" y="325242"/>
                    <a:pt x="71475" y="325214"/>
                  </a:cubicBezTo>
                  <a:cubicBezTo>
                    <a:pt x="70655" y="325180"/>
                    <a:pt x="69835" y="325145"/>
                    <a:pt x="68990" y="325110"/>
                  </a:cubicBezTo>
                  <a:cubicBezTo>
                    <a:pt x="68322" y="325206"/>
                    <a:pt x="67653" y="325301"/>
                    <a:pt x="66964" y="325400"/>
                  </a:cubicBezTo>
                  <a:cubicBezTo>
                    <a:pt x="66871" y="325888"/>
                    <a:pt x="66778" y="326375"/>
                    <a:pt x="66682" y="326877"/>
                  </a:cubicBezTo>
                  <a:cubicBezTo>
                    <a:pt x="66530" y="327372"/>
                    <a:pt x="66377" y="327867"/>
                    <a:pt x="66220" y="328377"/>
                  </a:cubicBezTo>
                  <a:cubicBezTo>
                    <a:pt x="64120" y="328690"/>
                    <a:pt x="62365" y="328792"/>
                    <a:pt x="60267" y="328749"/>
                  </a:cubicBezTo>
                  <a:cubicBezTo>
                    <a:pt x="59709" y="328760"/>
                    <a:pt x="59150" y="328772"/>
                    <a:pt x="58575" y="328784"/>
                  </a:cubicBezTo>
                  <a:cubicBezTo>
                    <a:pt x="56965" y="328772"/>
                    <a:pt x="56965" y="328772"/>
                    <a:pt x="54314" y="328377"/>
                  </a:cubicBezTo>
                  <a:cubicBezTo>
                    <a:pt x="53663" y="326912"/>
                    <a:pt x="53663" y="326912"/>
                    <a:pt x="53570" y="325400"/>
                  </a:cubicBezTo>
                  <a:cubicBezTo>
                    <a:pt x="53078" y="325155"/>
                    <a:pt x="52587" y="324909"/>
                    <a:pt x="52081" y="324656"/>
                  </a:cubicBezTo>
                  <a:cubicBezTo>
                    <a:pt x="51585" y="323416"/>
                    <a:pt x="51089" y="322176"/>
                    <a:pt x="50593" y="320935"/>
                  </a:cubicBezTo>
                  <a:cubicBezTo>
                    <a:pt x="50102" y="320690"/>
                    <a:pt x="49611" y="320444"/>
                    <a:pt x="49105" y="320191"/>
                  </a:cubicBezTo>
                  <a:cubicBezTo>
                    <a:pt x="48736" y="319063"/>
                    <a:pt x="48736" y="319063"/>
                    <a:pt x="48361" y="317912"/>
                  </a:cubicBezTo>
                  <a:cubicBezTo>
                    <a:pt x="47992" y="316830"/>
                    <a:pt x="47992" y="316830"/>
                    <a:pt x="47616" y="315726"/>
                  </a:cubicBezTo>
                  <a:cubicBezTo>
                    <a:pt x="47125" y="315726"/>
                    <a:pt x="46634" y="315726"/>
                    <a:pt x="46128" y="315726"/>
                  </a:cubicBezTo>
                  <a:cubicBezTo>
                    <a:pt x="45990" y="314644"/>
                    <a:pt x="45990" y="314644"/>
                    <a:pt x="45849" y="313541"/>
                  </a:cubicBezTo>
                  <a:cubicBezTo>
                    <a:pt x="45696" y="312789"/>
                    <a:pt x="45542" y="312036"/>
                    <a:pt x="45384" y="311262"/>
                  </a:cubicBezTo>
                  <a:cubicBezTo>
                    <a:pt x="44893" y="311016"/>
                    <a:pt x="44402" y="310770"/>
                    <a:pt x="43896" y="310517"/>
                  </a:cubicBezTo>
                  <a:cubicBezTo>
                    <a:pt x="43400" y="309525"/>
                    <a:pt x="42904" y="308533"/>
                    <a:pt x="42407" y="307541"/>
                  </a:cubicBezTo>
                  <a:cubicBezTo>
                    <a:pt x="41916" y="307295"/>
                    <a:pt x="41425" y="307050"/>
                    <a:pt x="40919" y="306797"/>
                  </a:cubicBezTo>
                  <a:cubicBezTo>
                    <a:pt x="40454" y="304518"/>
                    <a:pt x="40454" y="304518"/>
                    <a:pt x="40175" y="302332"/>
                  </a:cubicBezTo>
                  <a:cubicBezTo>
                    <a:pt x="39438" y="302332"/>
                    <a:pt x="38702" y="302332"/>
                    <a:pt x="37943" y="302332"/>
                  </a:cubicBezTo>
                  <a:cubicBezTo>
                    <a:pt x="37943" y="300859"/>
                    <a:pt x="37943" y="299385"/>
                    <a:pt x="37943" y="297867"/>
                  </a:cubicBezTo>
                  <a:cubicBezTo>
                    <a:pt x="36960" y="297867"/>
                    <a:pt x="35978" y="297867"/>
                    <a:pt x="34966" y="297867"/>
                  </a:cubicBezTo>
                  <a:cubicBezTo>
                    <a:pt x="34501" y="296425"/>
                    <a:pt x="34501" y="296425"/>
                    <a:pt x="34222" y="294891"/>
                  </a:cubicBezTo>
                  <a:cubicBezTo>
                    <a:pt x="33731" y="294645"/>
                    <a:pt x="33240" y="294399"/>
                    <a:pt x="32734" y="294146"/>
                  </a:cubicBezTo>
                  <a:cubicBezTo>
                    <a:pt x="32626" y="293686"/>
                    <a:pt x="32519" y="293226"/>
                    <a:pt x="32408" y="292751"/>
                  </a:cubicBezTo>
                  <a:cubicBezTo>
                    <a:pt x="31914" y="290885"/>
                    <a:pt x="31126" y="290247"/>
                    <a:pt x="29757" y="288937"/>
                  </a:cubicBezTo>
                  <a:cubicBezTo>
                    <a:pt x="29757" y="288446"/>
                    <a:pt x="29757" y="287955"/>
                    <a:pt x="29757" y="287449"/>
                  </a:cubicBezTo>
                  <a:cubicBezTo>
                    <a:pt x="29020" y="287204"/>
                    <a:pt x="28284" y="286958"/>
                    <a:pt x="27525" y="286705"/>
                  </a:cubicBezTo>
                  <a:cubicBezTo>
                    <a:pt x="27279" y="285968"/>
                    <a:pt x="27034" y="285232"/>
                    <a:pt x="26781" y="284473"/>
                  </a:cubicBezTo>
                  <a:cubicBezTo>
                    <a:pt x="26044" y="283981"/>
                    <a:pt x="25307" y="283490"/>
                    <a:pt x="24548" y="282984"/>
                  </a:cubicBezTo>
                  <a:cubicBezTo>
                    <a:pt x="24180" y="281879"/>
                    <a:pt x="24180" y="281879"/>
                    <a:pt x="23804" y="280752"/>
                  </a:cubicBezTo>
                  <a:cubicBezTo>
                    <a:pt x="23420" y="280368"/>
                    <a:pt x="23037" y="279984"/>
                    <a:pt x="22641" y="279589"/>
                  </a:cubicBezTo>
                  <a:cubicBezTo>
                    <a:pt x="21572" y="278519"/>
                    <a:pt x="21572" y="278519"/>
                    <a:pt x="21572" y="277031"/>
                  </a:cubicBezTo>
                  <a:cubicBezTo>
                    <a:pt x="20835" y="276786"/>
                    <a:pt x="20098" y="276540"/>
                    <a:pt x="19339" y="276287"/>
                  </a:cubicBezTo>
                  <a:cubicBezTo>
                    <a:pt x="18971" y="275182"/>
                    <a:pt x="18971" y="275182"/>
                    <a:pt x="18595" y="274055"/>
                  </a:cubicBezTo>
                  <a:cubicBezTo>
                    <a:pt x="17858" y="273809"/>
                    <a:pt x="17122" y="273563"/>
                    <a:pt x="16363" y="273310"/>
                  </a:cubicBezTo>
                  <a:cubicBezTo>
                    <a:pt x="15838" y="271583"/>
                    <a:pt x="15342" y="269846"/>
                    <a:pt x="14874" y="268101"/>
                  </a:cubicBezTo>
                  <a:cubicBezTo>
                    <a:pt x="14383" y="267856"/>
                    <a:pt x="13892" y="267610"/>
                    <a:pt x="13386" y="267357"/>
                  </a:cubicBezTo>
                  <a:cubicBezTo>
                    <a:pt x="14688" y="264474"/>
                    <a:pt x="14688" y="264474"/>
                    <a:pt x="16363" y="263637"/>
                  </a:cubicBezTo>
                  <a:cubicBezTo>
                    <a:pt x="17757" y="263584"/>
                    <a:pt x="19153" y="263574"/>
                    <a:pt x="20548" y="263590"/>
                  </a:cubicBezTo>
                  <a:cubicBezTo>
                    <a:pt x="21668" y="263600"/>
                    <a:pt x="21668" y="263600"/>
                    <a:pt x="22810" y="263610"/>
                  </a:cubicBezTo>
                  <a:cubicBezTo>
                    <a:pt x="23670" y="263623"/>
                    <a:pt x="23670" y="263623"/>
                    <a:pt x="24548" y="263637"/>
                  </a:cubicBezTo>
                  <a:cubicBezTo>
                    <a:pt x="24548" y="262654"/>
                    <a:pt x="24548" y="261672"/>
                    <a:pt x="24548" y="260660"/>
                  </a:cubicBezTo>
                  <a:cubicBezTo>
                    <a:pt x="27740" y="260415"/>
                    <a:pt x="30933" y="260169"/>
                    <a:pt x="34222" y="259916"/>
                  </a:cubicBezTo>
                  <a:cubicBezTo>
                    <a:pt x="34222" y="258934"/>
                    <a:pt x="34222" y="257951"/>
                    <a:pt x="34222" y="256939"/>
                  </a:cubicBezTo>
                  <a:cubicBezTo>
                    <a:pt x="34750" y="256912"/>
                    <a:pt x="35279" y="256884"/>
                    <a:pt x="35824" y="256855"/>
                  </a:cubicBezTo>
                  <a:cubicBezTo>
                    <a:pt x="36508" y="256806"/>
                    <a:pt x="37191" y="256757"/>
                    <a:pt x="37896" y="256707"/>
                  </a:cubicBezTo>
                  <a:cubicBezTo>
                    <a:pt x="38578" y="256664"/>
                    <a:pt x="39260" y="256620"/>
                    <a:pt x="39963" y="256576"/>
                  </a:cubicBezTo>
                  <a:cubicBezTo>
                    <a:pt x="40524" y="256450"/>
                    <a:pt x="41085" y="256325"/>
                    <a:pt x="41663" y="256195"/>
                  </a:cubicBezTo>
                  <a:cubicBezTo>
                    <a:pt x="41909" y="255459"/>
                    <a:pt x="42154" y="254722"/>
                    <a:pt x="42407" y="253963"/>
                  </a:cubicBezTo>
                  <a:cubicBezTo>
                    <a:pt x="43893" y="253582"/>
                    <a:pt x="43893" y="253582"/>
                    <a:pt x="45710" y="253451"/>
                  </a:cubicBezTo>
                  <a:cubicBezTo>
                    <a:pt x="46307" y="253402"/>
                    <a:pt x="46905" y="253353"/>
                    <a:pt x="47521" y="253303"/>
                  </a:cubicBezTo>
                  <a:cubicBezTo>
                    <a:pt x="48544" y="253249"/>
                    <a:pt x="49568" y="253219"/>
                    <a:pt x="50593" y="253219"/>
                  </a:cubicBezTo>
                  <a:cubicBezTo>
                    <a:pt x="50593" y="252236"/>
                    <a:pt x="50593" y="251254"/>
                    <a:pt x="50593" y="250242"/>
                  </a:cubicBezTo>
                  <a:cubicBezTo>
                    <a:pt x="51068" y="250223"/>
                    <a:pt x="51543" y="250204"/>
                    <a:pt x="52032" y="250184"/>
                  </a:cubicBezTo>
                  <a:cubicBezTo>
                    <a:pt x="52647" y="250142"/>
                    <a:pt x="53262" y="250100"/>
                    <a:pt x="53895" y="250056"/>
                  </a:cubicBezTo>
                  <a:cubicBezTo>
                    <a:pt x="54508" y="250022"/>
                    <a:pt x="55121" y="249987"/>
                    <a:pt x="55753" y="249951"/>
                  </a:cubicBezTo>
                  <a:cubicBezTo>
                    <a:pt x="56260" y="249802"/>
                    <a:pt x="56767" y="249652"/>
                    <a:pt x="57290" y="249498"/>
                  </a:cubicBezTo>
                  <a:cubicBezTo>
                    <a:pt x="57405" y="248999"/>
                    <a:pt x="57521" y="248500"/>
                    <a:pt x="57639" y="247986"/>
                  </a:cubicBezTo>
                  <a:cubicBezTo>
                    <a:pt x="57770" y="247503"/>
                    <a:pt x="57900" y="247020"/>
                    <a:pt x="58034" y="246521"/>
                  </a:cubicBezTo>
                  <a:cubicBezTo>
                    <a:pt x="59735" y="246231"/>
                    <a:pt x="59735" y="246231"/>
                    <a:pt x="61802" y="246335"/>
                  </a:cubicBezTo>
                  <a:cubicBezTo>
                    <a:pt x="62486" y="246362"/>
                    <a:pt x="63170" y="246389"/>
                    <a:pt x="63874" y="246417"/>
                  </a:cubicBezTo>
                  <a:cubicBezTo>
                    <a:pt x="64403" y="246451"/>
                    <a:pt x="64931" y="246486"/>
                    <a:pt x="65476" y="246521"/>
                  </a:cubicBezTo>
                  <a:cubicBezTo>
                    <a:pt x="65476" y="245539"/>
                    <a:pt x="65476" y="244557"/>
                    <a:pt x="65476" y="243545"/>
                  </a:cubicBezTo>
                  <a:cubicBezTo>
                    <a:pt x="66443" y="243483"/>
                    <a:pt x="67410" y="243422"/>
                    <a:pt x="68406" y="243359"/>
                  </a:cubicBezTo>
                  <a:cubicBezTo>
                    <a:pt x="70038" y="243206"/>
                    <a:pt x="70038" y="243206"/>
                    <a:pt x="71429" y="242801"/>
                  </a:cubicBezTo>
                  <a:cubicBezTo>
                    <a:pt x="71552" y="242310"/>
                    <a:pt x="71675" y="241818"/>
                    <a:pt x="71801" y="241312"/>
                  </a:cubicBezTo>
                  <a:cubicBezTo>
                    <a:pt x="71924" y="240821"/>
                    <a:pt x="72047" y="240330"/>
                    <a:pt x="72173" y="239824"/>
                  </a:cubicBezTo>
                  <a:cubicBezTo>
                    <a:pt x="73721" y="239495"/>
                    <a:pt x="75197" y="239404"/>
                    <a:pt x="76777" y="239356"/>
                  </a:cubicBezTo>
                  <a:cubicBezTo>
                    <a:pt x="77223" y="239265"/>
                    <a:pt x="77668" y="239174"/>
                    <a:pt x="78126" y="239080"/>
                  </a:cubicBezTo>
                  <a:cubicBezTo>
                    <a:pt x="78372" y="238343"/>
                    <a:pt x="78617" y="237607"/>
                    <a:pt x="78870" y="236848"/>
                  </a:cubicBezTo>
                  <a:cubicBezTo>
                    <a:pt x="80245" y="236467"/>
                    <a:pt x="80245" y="236467"/>
                    <a:pt x="81893" y="236336"/>
                  </a:cubicBezTo>
                  <a:cubicBezTo>
                    <a:pt x="82860" y="236259"/>
                    <a:pt x="83827" y="236183"/>
                    <a:pt x="84824" y="236103"/>
                  </a:cubicBezTo>
                  <a:cubicBezTo>
                    <a:pt x="84824" y="235121"/>
                    <a:pt x="84824" y="234139"/>
                    <a:pt x="84824" y="233127"/>
                  </a:cubicBezTo>
                  <a:cubicBezTo>
                    <a:pt x="85545" y="233050"/>
                    <a:pt x="86266" y="232973"/>
                    <a:pt x="87009" y="232894"/>
                  </a:cubicBezTo>
                  <a:cubicBezTo>
                    <a:pt x="88137" y="232641"/>
                    <a:pt x="88137" y="232641"/>
                    <a:pt x="89288" y="232383"/>
                  </a:cubicBezTo>
                  <a:cubicBezTo>
                    <a:pt x="89534" y="231646"/>
                    <a:pt x="89779" y="230909"/>
                    <a:pt x="90032" y="230150"/>
                  </a:cubicBezTo>
                  <a:cubicBezTo>
                    <a:pt x="91769" y="229654"/>
                    <a:pt x="93505" y="229158"/>
                    <a:pt x="95241" y="228662"/>
                  </a:cubicBezTo>
                  <a:cubicBezTo>
                    <a:pt x="95487" y="227925"/>
                    <a:pt x="95733" y="227189"/>
                    <a:pt x="95986" y="226430"/>
                  </a:cubicBezTo>
                  <a:cubicBezTo>
                    <a:pt x="98265" y="225918"/>
                    <a:pt x="98265" y="225918"/>
                    <a:pt x="100450" y="225685"/>
                  </a:cubicBezTo>
                  <a:cubicBezTo>
                    <a:pt x="100450" y="224703"/>
                    <a:pt x="100450" y="223721"/>
                    <a:pt x="100450" y="222709"/>
                  </a:cubicBezTo>
                  <a:cubicBezTo>
                    <a:pt x="101683" y="222424"/>
                    <a:pt x="102924" y="222178"/>
                    <a:pt x="104171" y="221965"/>
                  </a:cubicBezTo>
                  <a:cubicBezTo>
                    <a:pt x="104417" y="221228"/>
                    <a:pt x="104662" y="220491"/>
                    <a:pt x="104915" y="219732"/>
                  </a:cubicBezTo>
                  <a:cubicBezTo>
                    <a:pt x="105652" y="219763"/>
                    <a:pt x="106389" y="219794"/>
                    <a:pt x="107148" y="219825"/>
                  </a:cubicBezTo>
                  <a:cubicBezTo>
                    <a:pt x="108253" y="219779"/>
                    <a:pt x="108253" y="219779"/>
                    <a:pt x="109380" y="219732"/>
                  </a:cubicBezTo>
                  <a:cubicBezTo>
                    <a:pt x="109665" y="218500"/>
                    <a:pt x="109911" y="217258"/>
                    <a:pt x="110124" y="216012"/>
                  </a:cubicBezTo>
                  <a:cubicBezTo>
                    <a:pt x="111358" y="215734"/>
                    <a:pt x="112599" y="215486"/>
                    <a:pt x="113845" y="215267"/>
                  </a:cubicBezTo>
                  <a:cubicBezTo>
                    <a:pt x="114330" y="213761"/>
                    <a:pt x="114330" y="213761"/>
                    <a:pt x="114589" y="212291"/>
                  </a:cubicBezTo>
                  <a:cubicBezTo>
                    <a:pt x="115326" y="212291"/>
                    <a:pt x="116063" y="212291"/>
                    <a:pt x="116822" y="212291"/>
                  </a:cubicBezTo>
                  <a:cubicBezTo>
                    <a:pt x="117330" y="211305"/>
                    <a:pt x="117826" y="210313"/>
                    <a:pt x="118310" y="209314"/>
                  </a:cubicBezTo>
                  <a:cubicBezTo>
                    <a:pt x="119047" y="209069"/>
                    <a:pt x="119783" y="208823"/>
                    <a:pt x="120542" y="208570"/>
                  </a:cubicBezTo>
                  <a:cubicBezTo>
                    <a:pt x="120772" y="208079"/>
                    <a:pt x="121003" y="207588"/>
                    <a:pt x="121240" y="207082"/>
                  </a:cubicBezTo>
                  <a:cubicBezTo>
                    <a:pt x="121501" y="206591"/>
                    <a:pt x="121762" y="206100"/>
                    <a:pt x="122031" y="205594"/>
                  </a:cubicBezTo>
                  <a:cubicBezTo>
                    <a:pt x="123017" y="205325"/>
                    <a:pt x="124009" y="205075"/>
                    <a:pt x="125007" y="204850"/>
                  </a:cubicBezTo>
                  <a:cubicBezTo>
                    <a:pt x="125253" y="204113"/>
                    <a:pt x="125498" y="203376"/>
                    <a:pt x="125751" y="202617"/>
                  </a:cubicBezTo>
                  <a:cubicBezTo>
                    <a:pt x="126473" y="202019"/>
                    <a:pt x="127194" y="201420"/>
                    <a:pt x="127937" y="200803"/>
                  </a:cubicBezTo>
                  <a:cubicBezTo>
                    <a:pt x="130070" y="199019"/>
                    <a:pt x="130594" y="198290"/>
                    <a:pt x="131704" y="195920"/>
                  </a:cubicBezTo>
                  <a:cubicBezTo>
                    <a:pt x="132929" y="194664"/>
                    <a:pt x="134170" y="193424"/>
                    <a:pt x="135425" y="192199"/>
                  </a:cubicBezTo>
                  <a:cubicBezTo>
                    <a:pt x="135839" y="191631"/>
                    <a:pt x="136254" y="191063"/>
                    <a:pt x="136681" y="190478"/>
                  </a:cubicBezTo>
                  <a:cubicBezTo>
                    <a:pt x="137003" y="190064"/>
                    <a:pt x="137325" y="189650"/>
                    <a:pt x="137657" y="189223"/>
                  </a:cubicBezTo>
                  <a:cubicBezTo>
                    <a:pt x="138149" y="189223"/>
                    <a:pt x="138640" y="189223"/>
                    <a:pt x="139146" y="189223"/>
                  </a:cubicBezTo>
                  <a:cubicBezTo>
                    <a:pt x="140109" y="187597"/>
                    <a:pt x="140721" y="185990"/>
                    <a:pt x="141332" y="184200"/>
                  </a:cubicBezTo>
                  <a:cubicBezTo>
                    <a:pt x="141593" y="183647"/>
                    <a:pt x="141854" y="183095"/>
                    <a:pt x="142122" y="182525"/>
                  </a:cubicBezTo>
                  <a:cubicBezTo>
                    <a:pt x="142859" y="182525"/>
                    <a:pt x="143596" y="182525"/>
                    <a:pt x="144355" y="182525"/>
                  </a:cubicBezTo>
                  <a:cubicBezTo>
                    <a:pt x="144639" y="181293"/>
                    <a:pt x="144886" y="180051"/>
                    <a:pt x="145099" y="178805"/>
                  </a:cubicBezTo>
                  <a:cubicBezTo>
                    <a:pt x="145590" y="178559"/>
                    <a:pt x="146081" y="178313"/>
                    <a:pt x="146587" y="178060"/>
                  </a:cubicBezTo>
                  <a:cubicBezTo>
                    <a:pt x="146710" y="177447"/>
                    <a:pt x="146833" y="176833"/>
                    <a:pt x="146959" y="176200"/>
                  </a:cubicBezTo>
                  <a:cubicBezTo>
                    <a:pt x="147082" y="175586"/>
                    <a:pt x="147205" y="174972"/>
                    <a:pt x="147331" y="174340"/>
                  </a:cubicBezTo>
                  <a:cubicBezTo>
                    <a:pt x="147822" y="174094"/>
                    <a:pt x="148314" y="173849"/>
                    <a:pt x="148820" y="173596"/>
                  </a:cubicBezTo>
                  <a:cubicBezTo>
                    <a:pt x="149050" y="172844"/>
                    <a:pt x="149280" y="172092"/>
                    <a:pt x="149517" y="171317"/>
                  </a:cubicBezTo>
                  <a:cubicBezTo>
                    <a:pt x="149778" y="170595"/>
                    <a:pt x="150039" y="169874"/>
                    <a:pt x="150308" y="169131"/>
                  </a:cubicBezTo>
                  <a:cubicBezTo>
                    <a:pt x="151045" y="169131"/>
                    <a:pt x="151781" y="169131"/>
                    <a:pt x="152540" y="169131"/>
                  </a:cubicBezTo>
                  <a:cubicBezTo>
                    <a:pt x="152540" y="167657"/>
                    <a:pt x="152540" y="166184"/>
                    <a:pt x="152540" y="164666"/>
                  </a:cubicBezTo>
                  <a:cubicBezTo>
                    <a:pt x="153277" y="164666"/>
                    <a:pt x="154014" y="164666"/>
                    <a:pt x="154773" y="164666"/>
                  </a:cubicBezTo>
                  <a:cubicBezTo>
                    <a:pt x="154888" y="163262"/>
                    <a:pt x="154888" y="163262"/>
                    <a:pt x="155005" y="161829"/>
                  </a:cubicBezTo>
                  <a:cubicBezTo>
                    <a:pt x="155327" y="159160"/>
                    <a:pt x="155818" y="158331"/>
                    <a:pt x="157749" y="156480"/>
                  </a:cubicBezTo>
                  <a:cubicBezTo>
                    <a:pt x="158293" y="153794"/>
                    <a:pt x="158293" y="153794"/>
                    <a:pt x="158493" y="151271"/>
                  </a:cubicBezTo>
                  <a:cubicBezTo>
                    <a:pt x="159230" y="151271"/>
                    <a:pt x="159967" y="151271"/>
                    <a:pt x="160726" y="151271"/>
                  </a:cubicBezTo>
                  <a:cubicBezTo>
                    <a:pt x="160700" y="150743"/>
                    <a:pt x="160674" y="150214"/>
                    <a:pt x="160647" y="149670"/>
                  </a:cubicBezTo>
                  <a:cubicBezTo>
                    <a:pt x="160627" y="148986"/>
                    <a:pt x="160607" y="148302"/>
                    <a:pt x="160586" y="147597"/>
                  </a:cubicBezTo>
                  <a:cubicBezTo>
                    <a:pt x="160560" y="146915"/>
                    <a:pt x="160535" y="146233"/>
                    <a:pt x="160508" y="145530"/>
                  </a:cubicBezTo>
                  <a:cubicBezTo>
                    <a:pt x="160580" y="144969"/>
                    <a:pt x="160652" y="144408"/>
                    <a:pt x="160726" y="143830"/>
                  </a:cubicBezTo>
                  <a:cubicBezTo>
                    <a:pt x="161463" y="143584"/>
                    <a:pt x="162199" y="143339"/>
                    <a:pt x="162958" y="143086"/>
                  </a:cubicBezTo>
                  <a:cubicBezTo>
                    <a:pt x="163398" y="140824"/>
                    <a:pt x="163398" y="140824"/>
                    <a:pt x="163470" y="138202"/>
                  </a:cubicBezTo>
                  <a:cubicBezTo>
                    <a:pt x="163543" y="136866"/>
                    <a:pt x="163543" y="136866"/>
                    <a:pt x="163618" y="135502"/>
                  </a:cubicBezTo>
                  <a:cubicBezTo>
                    <a:pt x="163660" y="134467"/>
                    <a:pt x="163660" y="134467"/>
                    <a:pt x="163702" y="133412"/>
                  </a:cubicBezTo>
                  <a:cubicBezTo>
                    <a:pt x="164194" y="133412"/>
                    <a:pt x="164685" y="133412"/>
                    <a:pt x="165191" y="133412"/>
                  </a:cubicBezTo>
                  <a:cubicBezTo>
                    <a:pt x="165436" y="131202"/>
                    <a:pt x="165682" y="128992"/>
                    <a:pt x="165935" y="126715"/>
                  </a:cubicBezTo>
                  <a:cubicBezTo>
                    <a:pt x="165198" y="126960"/>
                    <a:pt x="164461" y="127206"/>
                    <a:pt x="163702" y="127459"/>
                  </a:cubicBezTo>
                  <a:cubicBezTo>
                    <a:pt x="162263" y="127528"/>
                    <a:pt x="160822" y="127553"/>
                    <a:pt x="159381" y="127553"/>
                  </a:cubicBezTo>
                  <a:cubicBezTo>
                    <a:pt x="158479" y="127556"/>
                    <a:pt x="157578" y="127558"/>
                    <a:pt x="156649" y="127560"/>
                  </a:cubicBezTo>
                  <a:cubicBezTo>
                    <a:pt x="155649" y="127558"/>
                    <a:pt x="154648" y="127557"/>
                    <a:pt x="153648" y="127555"/>
                  </a:cubicBezTo>
                  <a:cubicBezTo>
                    <a:pt x="152595" y="127556"/>
                    <a:pt x="151543" y="127558"/>
                    <a:pt x="150491" y="127559"/>
                  </a:cubicBezTo>
                  <a:cubicBezTo>
                    <a:pt x="147631" y="127563"/>
                    <a:pt x="144771" y="127561"/>
                    <a:pt x="141912" y="127559"/>
                  </a:cubicBezTo>
                  <a:cubicBezTo>
                    <a:pt x="138921" y="127557"/>
                    <a:pt x="135931" y="127559"/>
                    <a:pt x="132941" y="127560"/>
                  </a:cubicBezTo>
                  <a:cubicBezTo>
                    <a:pt x="127919" y="127561"/>
                    <a:pt x="122897" y="127559"/>
                    <a:pt x="117875" y="127556"/>
                  </a:cubicBezTo>
                  <a:cubicBezTo>
                    <a:pt x="112065" y="127552"/>
                    <a:pt x="106256" y="127553"/>
                    <a:pt x="100447" y="127557"/>
                  </a:cubicBezTo>
                  <a:cubicBezTo>
                    <a:pt x="95463" y="127561"/>
                    <a:pt x="90478" y="127561"/>
                    <a:pt x="85494" y="127559"/>
                  </a:cubicBezTo>
                  <a:cubicBezTo>
                    <a:pt x="82516" y="127558"/>
                    <a:pt x="79537" y="127558"/>
                    <a:pt x="76559" y="127560"/>
                  </a:cubicBezTo>
                  <a:cubicBezTo>
                    <a:pt x="73759" y="127562"/>
                    <a:pt x="70959" y="127561"/>
                    <a:pt x="68159" y="127557"/>
                  </a:cubicBezTo>
                  <a:cubicBezTo>
                    <a:pt x="67131" y="127556"/>
                    <a:pt x="66102" y="127556"/>
                    <a:pt x="65073" y="127558"/>
                  </a:cubicBezTo>
                  <a:cubicBezTo>
                    <a:pt x="63672" y="127560"/>
                    <a:pt x="62270" y="127557"/>
                    <a:pt x="60868" y="127553"/>
                  </a:cubicBezTo>
                  <a:cubicBezTo>
                    <a:pt x="59690" y="127553"/>
                    <a:pt x="59690" y="127553"/>
                    <a:pt x="58488" y="127553"/>
                  </a:cubicBezTo>
                  <a:cubicBezTo>
                    <a:pt x="56546" y="127459"/>
                    <a:pt x="56546" y="127459"/>
                    <a:pt x="54314" y="126715"/>
                  </a:cubicBezTo>
                  <a:cubicBezTo>
                    <a:pt x="54097" y="124451"/>
                    <a:pt x="54033" y="122338"/>
                    <a:pt x="54060" y="120073"/>
                  </a:cubicBezTo>
                  <a:cubicBezTo>
                    <a:pt x="54060" y="119364"/>
                    <a:pt x="54060" y="118656"/>
                    <a:pt x="54059" y="117927"/>
                  </a:cubicBezTo>
                  <a:cubicBezTo>
                    <a:pt x="54061" y="115623"/>
                    <a:pt x="54078" y="113319"/>
                    <a:pt x="54096" y="111015"/>
                  </a:cubicBezTo>
                  <a:cubicBezTo>
                    <a:pt x="54099" y="109597"/>
                    <a:pt x="54101" y="108180"/>
                    <a:pt x="54103" y="106762"/>
                  </a:cubicBezTo>
                  <a:cubicBezTo>
                    <a:pt x="54114" y="101491"/>
                    <a:pt x="54145" y="96220"/>
                    <a:pt x="54174" y="90950"/>
                  </a:cubicBezTo>
                  <a:cubicBezTo>
                    <a:pt x="54220" y="79178"/>
                    <a:pt x="54266" y="67406"/>
                    <a:pt x="54314" y="55277"/>
                  </a:cubicBezTo>
                  <a:cubicBezTo>
                    <a:pt x="92377" y="55277"/>
                    <a:pt x="130439" y="55277"/>
                    <a:pt x="169656" y="55277"/>
                  </a:cubicBezTo>
                  <a:cubicBezTo>
                    <a:pt x="169410" y="54541"/>
                    <a:pt x="169164" y="53804"/>
                    <a:pt x="168911" y="53045"/>
                  </a:cubicBezTo>
                  <a:cubicBezTo>
                    <a:pt x="168841" y="51421"/>
                    <a:pt x="168816" y="49795"/>
                    <a:pt x="168815" y="48170"/>
                  </a:cubicBezTo>
                  <a:cubicBezTo>
                    <a:pt x="168813" y="47433"/>
                    <a:pt x="168813" y="47433"/>
                    <a:pt x="168811" y="46681"/>
                  </a:cubicBezTo>
                  <a:cubicBezTo>
                    <a:pt x="168808" y="45057"/>
                    <a:pt x="168810" y="43434"/>
                    <a:pt x="168813" y="41810"/>
                  </a:cubicBezTo>
                  <a:cubicBezTo>
                    <a:pt x="168812" y="40682"/>
                    <a:pt x="168811" y="39555"/>
                    <a:pt x="168810" y="38427"/>
                  </a:cubicBezTo>
                  <a:cubicBezTo>
                    <a:pt x="168809" y="36064"/>
                    <a:pt x="168811" y="33702"/>
                    <a:pt x="168814" y="31339"/>
                  </a:cubicBezTo>
                  <a:cubicBezTo>
                    <a:pt x="168819" y="28307"/>
                    <a:pt x="168816" y="25275"/>
                    <a:pt x="168812" y="22243"/>
                  </a:cubicBezTo>
                  <a:cubicBezTo>
                    <a:pt x="168809" y="19915"/>
                    <a:pt x="168810" y="17587"/>
                    <a:pt x="168812" y="15258"/>
                  </a:cubicBezTo>
                  <a:cubicBezTo>
                    <a:pt x="168812" y="14140"/>
                    <a:pt x="168812" y="13022"/>
                    <a:pt x="168810" y="11904"/>
                  </a:cubicBezTo>
                  <a:cubicBezTo>
                    <a:pt x="168808" y="10343"/>
                    <a:pt x="168811" y="8783"/>
                    <a:pt x="168815" y="7222"/>
                  </a:cubicBezTo>
                  <a:cubicBezTo>
                    <a:pt x="168816" y="6333"/>
                    <a:pt x="168816" y="5444"/>
                    <a:pt x="168817" y="4528"/>
                  </a:cubicBezTo>
                  <a:cubicBezTo>
                    <a:pt x="168911" y="2443"/>
                    <a:pt x="168911" y="2443"/>
                    <a:pt x="169656" y="955"/>
                  </a:cubicBezTo>
                  <a:close/>
                </a:path>
              </a:pathLst>
            </a:custGeom>
            <a:grpFill/>
            <a:ln w="744" cap="flat">
              <a:noFill/>
              <a:prstDash val="solid"/>
              <a:miter/>
            </a:ln>
          </p:spPr>
          <p:txBody>
            <a:bodyPr rtlCol="0" anchor="ctr"/>
            <a:lstStyle/>
            <a:p>
              <a:endParaRPr lang="zh-CN" altLang="en-US"/>
            </a:p>
          </p:txBody>
        </p:sp>
        <p:sp>
          <p:nvSpPr>
            <p:cNvPr id="100" name="任意多边形: 形状 99"/>
            <p:cNvSpPr/>
            <p:nvPr/>
          </p:nvSpPr>
          <p:spPr>
            <a:xfrm>
              <a:off x="11381738" y="637536"/>
              <a:ext cx="393747" cy="526534"/>
            </a:xfrm>
            <a:custGeom>
              <a:avLst/>
              <a:gdLst>
                <a:gd name="connsiteX0" fmla="*/ 15754 w 393747"/>
                <a:gd name="connsiteY0" fmla="*/ 586 h 526534"/>
                <a:gd name="connsiteX1" fmla="*/ 128098 w 393747"/>
                <a:gd name="connsiteY1" fmla="*/ 555 h 526534"/>
                <a:gd name="connsiteX2" fmla="*/ 129776 w 393747"/>
                <a:gd name="connsiteY2" fmla="*/ 555 h 526534"/>
                <a:gd name="connsiteX3" fmla="*/ 165878 w 393747"/>
                <a:gd name="connsiteY3" fmla="*/ 548 h 526534"/>
                <a:gd name="connsiteX4" fmla="*/ 183581 w 393747"/>
                <a:gd name="connsiteY4" fmla="*/ 546 h 526534"/>
                <a:gd name="connsiteX5" fmla="*/ 185360 w 393747"/>
                <a:gd name="connsiteY5" fmla="*/ 545 h 526534"/>
                <a:gd name="connsiteX6" fmla="*/ 242515 w 393747"/>
                <a:gd name="connsiteY6" fmla="*/ 530 h 526534"/>
                <a:gd name="connsiteX7" fmla="*/ 301223 w 393747"/>
                <a:gd name="connsiteY7" fmla="*/ 517 h 526534"/>
                <a:gd name="connsiteX8" fmla="*/ 309506 w 393747"/>
                <a:gd name="connsiteY8" fmla="*/ 516 h 526534"/>
                <a:gd name="connsiteX9" fmla="*/ 311152 w 393747"/>
                <a:gd name="connsiteY9" fmla="*/ 516 h 526534"/>
                <a:gd name="connsiteX10" fmla="*/ 337448 w 393747"/>
                <a:gd name="connsiteY10" fmla="*/ 507 h 526534"/>
                <a:gd name="connsiteX11" fmla="*/ 363851 w 393747"/>
                <a:gd name="connsiteY11" fmla="*/ 502 h 526534"/>
                <a:gd name="connsiteX12" fmla="*/ 378170 w 393747"/>
                <a:gd name="connsiteY12" fmla="*/ 498 h 526534"/>
                <a:gd name="connsiteX13" fmla="*/ 391256 w 393747"/>
                <a:gd name="connsiteY13" fmla="*/ 497 h 526534"/>
                <a:gd name="connsiteX14" fmla="*/ 396012 w 393747"/>
                <a:gd name="connsiteY14" fmla="*/ 494 h 526534"/>
                <a:gd name="connsiteX15" fmla="*/ 402433 w 393747"/>
                <a:gd name="connsiteY15" fmla="*/ 495 h 526534"/>
                <a:gd name="connsiteX16" fmla="*/ 404337 w 393747"/>
                <a:gd name="connsiteY16" fmla="*/ 489 h 526534"/>
                <a:gd name="connsiteX17" fmla="*/ 409404 w 393747"/>
                <a:gd name="connsiteY17" fmla="*/ 1331 h 526534"/>
                <a:gd name="connsiteX18" fmla="*/ 409497 w 393747"/>
                <a:gd name="connsiteY18" fmla="*/ 4338 h 526534"/>
                <a:gd name="connsiteX19" fmla="*/ 409502 w 393747"/>
                <a:gd name="connsiteY19" fmla="*/ 6318 h 526534"/>
                <a:gd name="connsiteX20" fmla="*/ 409496 w 393747"/>
                <a:gd name="connsiteY20" fmla="*/ 8523 h 526534"/>
                <a:gd name="connsiteX21" fmla="*/ 409499 w 393747"/>
                <a:gd name="connsiteY21" fmla="*/ 10852 h 526534"/>
                <a:gd name="connsiteX22" fmla="*/ 409494 w 393747"/>
                <a:gd name="connsiteY22" fmla="*/ 18681 h 526534"/>
                <a:gd name="connsiteX23" fmla="*/ 409496 w 393747"/>
                <a:gd name="connsiteY23" fmla="*/ 24309 h 526534"/>
                <a:gd name="connsiteX24" fmla="*/ 409493 w 393747"/>
                <a:gd name="connsiteY24" fmla="*/ 36600 h 526534"/>
                <a:gd name="connsiteX25" fmla="*/ 409489 w 393747"/>
                <a:gd name="connsiteY25" fmla="*/ 54875 h 526534"/>
                <a:gd name="connsiteX26" fmla="*/ 409483 w 393747"/>
                <a:gd name="connsiteY26" fmla="*/ 85612 h 526534"/>
                <a:gd name="connsiteX27" fmla="*/ 409475 w 393747"/>
                <a:gd name="connsiteY27" fmla="*/ 116061 h 526534"/>
                <a:gd name="connsiteX28" fmla="*/ 409475 w 393747"/>
                <a:gd name="connsiteY28" fmla="*/ 117971 h 526534"/>
                <a:gd name="connsiteX29" fmla="*/ 409474 w 393747"/>
                <a:gd name="connsiteY29" fmla="*/ 127573 h 526534"/>
                <a:gd name="connsiteX30" fmla="*/ 409461 w 393747"/>
                <a:gd name="connsiteY30" fmla="*/ 195643 h 526534"/>
                <a:gd name="connsiteX31" fmla="*/ 409445 w 393747"/>
                <a:gd name="connsiteY31" fmla="*/ 261785 h 526534"/>
                <a:gd name="connsiteX32" fmla="*/ 409445 w 393747"/>
                <a:gd name="connsiteY32" fmla="*/ 263844 h 526534"/>
                <a:gd name="connsiteX33" fmla="*/ 409442 w 393747"/>
                <a:gd name="connsiteY33" fmla="*/ 284306 h 526534"/>
                <a:gd name="connsiteX34" fmla="*/ 409436 w 393747"/>
                <a:gd name="connsiteY34" fmla="*/ 325992 h 526534"/>
                <a:gd name="connsiteX35" fmla="*/ 409436 w 393747"/>
                <a:gd name="connsiteY35" fmla="*/ 327928 h 526534"/>
                <a:gd name="connsiteX36" fmla="*/ 409404 w 393747"/>
                <a:gd name="connsiteY36" fmla="*/ 456000 h 526534"/>
                <a:gd name="connsiteX37" fmla="*/ 407916 w 393747"/>
                <a:gd name="connsiteY37" fmla="*/ 456000 h 526534"/>
                <a:gd name="connsiteX38" fmla="*/ 406989 w 393747"/>
                <a:gd name="connsiteY38" fmla="*/ 461352 h 526534"/>
                <a:gd name="connsiteX39" fmla="*/ 406915 w 393747"/>
                <a:gd name="connsiteY39" fmla="*/ 463667 h 526534"/>
                <a:gd name="connsiteX40" fmla="*/ 406787 w 393747"/>
                <a:gd name="connsiteY40" fmla="*/ 468527 h 526534"/>
                <a:gd name="connsiteX41" fmla="*/ 406710 w 393747"/>
                <a:gd name="connsiteY41" fmla="*/ 470840 h 526534"/>
                <a:gd name="connsiteX42" fmla="*/ 406653 w 393747"/>
                <a:gd name="connsiteY42" fmla="*/ 472972 h 526534"/>
                <a:gd name="connsiteX43" fmla="*/ 406428 w 393747"/>
                <a:gd name="connsiteY43" fmla="*/ 474604 h 526534"/>
                <a:gd name="connsiteX44" fmla="*/ 404940 w 393747"/>
                <a:gd name="connsiteY44" fmla="*/ 475348 h 526534"/>
                <a:gd name="connsiteX45" fmla="*/ 404524 w 393747"/>
                <a:gd name="connsiteY45" fmla="*/ 482278 h 526534"/>
                <a:gd name="connsiteX46" fmla="*/ 404195 w 393747"/>
                <a:gd name="connsiteY46" fmla="*/ 484278 h 526534"/>
                <a:gd name="connsiteX47" fmla="*/ 401963 w 393747"/>
                <a:gd name="connsiteY47" fmla="*/ 485022 h 526534"/>
                <a:gd name="connsiteX48" fmla="*/ 401451 w 393747"/>
                <a:gd name="connsiteY48" fmla="*/ 488045 h 526534"/>
                <a:gd name="connsiteX49" fmla="*/ 401219 w 393747"/>
                <a:gd name="connsiteY49" fmla="*/ 490975 h 526534"/>
                <a:gd name="connsiteX50" fmla="*/ 398986 w 393747"/>
                <a:gd name="connsiteY50" fmla="*/ 490975 h 526534"/>
                <a:gd name="connsiteX51" fmla="*/ 398707 w 393747"/>
                <a:gd name="connsiteY51" fmla="*/ 493161 h 526534"/>
                <a:gd name="connsiteX52" fmla="*/ 398242 w 393747"/>
                <a:gd name="connsiteY52" fmla="*/ 495440 h 526534"/>
                <a:gd name="connsiteX53" fmla="*/ 396754 w 393747"/>
                <a:gd name="connsiteY53" fmla="*/ 496184 h 526534"/>
                <a:gd name="connsiteX54" fmla="*/ 396428 w 393747"/>
                <a:gd name="connsiteY54" fmla="*/ 497672 h 526534"/>
                <a:gd name="connsiteX55" fmla="*/ 396010 w 393747"/>
                <a:gd name="connsiteY55" fmla="*/ 499161 h 526534"/>
                <a:gd name="connsiteX56" fmla="*/ 393777 w 393747"/>
                <a:gd name="connsiteY56" fmla="*/ 499905 h 526534"/>
                <a:gd name="connsiteX57" fmla="*/ 393033 w 393747"/>
                <a:gd name="connsiteY57" fmla="*/ 502137 h 526534"/>
                <a:gd name="connsiteX58" fmla="*/ 390801 w 393747"/>
                <a:gd name="connsiteY58" fmla="*/ 502881 h 526534"/>
                <a:gd name="connsiteX59" fmla="*/ 390103 w 393747"/>
                <a:gd name="connsiteY59" fmla="*/ 504370 h 526534"/>
                <a:gd name="connsiteX60" fmla="*/ 389313 w 393747"/>
                <a:gd name="connsiteY60" fmla="*/ 505858 h 526534"/>
                <a:gd name="connsiteX61" fmla="*/ 387731 w 393747"/>
                <a:gd name="connsiteY61" fmla="*/ 506230 h 526534"/>
                <a:gd name="connsiteX62" fmla="*/ 386336 w 393747"/>
                <a:gd name="connsiteY62" fmla="*/ 506602 h 526534"/>
                <a:gd name="connsiteX63" fmla="*/ 386336 w 393747"/>
                <a:gd name="connsiteY63" fmla="*/ 509579 h 526534"/>
                <a:gd name="connsiteX64" fmla="*/ 381127 w 393747"/>
                <a:gd name="connsiteY64" fmla="*/ 511067 h 526534"/>
                <a:gd name="connsiteX65" fmla="*/ 380383 w 393747"/>
                <a:gd name="connsiteY65" fmla="*/ 513299 h 526534"/>
                <a:gd name="connsiteX66" fmla="*/ 377360 w 393747"/>
                <a:gd name="connsiteY66" fmla="*/ 513439 h 526534"/>
                <a:gd name="connsiteX67" fmla="*/ 374430 w 393747"/>
                <a:gd name="connsiteY67" fmla="*/ 513299 h 526534"/>
                <a:gd name="connsiteX68" fmla="*/ 374430 w 393747"/>
                <a:gd name="connsiteY68" fmla="*/ 516276 h 526534"/>
                <a:gd name="connsiteX69" fmla="*/ 373017 w 393747"/>
                <a:gd name="connsiteY69" fmla="*/ 516412 h 526534"/>
                <a:gd name="connsiteX70" fmla="*/ 371174 w 393747"/>
                <a:gd name="connsiteY70" fmla="*/ 516601 h 526534"/>
                <a:gd name="connsiteX71" fmla="*/ 369343 w 393747"/>
                <a:gd name="connsiteY71" fmla="*/ 516785 h 526534"/>
                <a:gd name="connsiteX72" fmla="*/ 366244 w 393747"/>
                <a:gd name="connsiteY72" fmla="*/ 517764 h 526534"/>
                <a:gd name="connsiteX73" fmla="*/ 366244 w 393747"/>
                <a:gd name="connsiteY73" fmla="*/ 519997 h 526534"/>
                <a:gd name="connsiteX74" fmla="*/ 363529 w 393747"/>
                <a:gd name="connsiteY74" fmla="*/ 520081 h 526534"/>
                <a:gd name="connsiteX75" fmla="*/ 360012 w 393747"/>
                <a:gd name="connsiteY75" fmla="*/ 520229 h 526534"/>
                <a:gd name="connsiteX76" fmla="*/ 358221 w 393747"/>
                <a:gd name="connsiteY76" fmla="*/ 520280 h 526534"/>
                <a:gd name="connsiteX77" fmla="*/ 353594 w 393747"/>
                <a:gd name="connsiteY77" fmla="*/ 520741 h 526534"/>
                <a:gd name="connsiteX78" fmla="*/ 352106 w 393747"/>
                <a:gd name="connsiteY78" fmla="*/ 522973 h 526534"/>
                <a:gd name="connsiteX79" fmla="*/ 348396 w 393747"/>
                <a:gd name="connsiteY79" fmla="*/ 523248 h 526534"/>
                <a:gd name="connsiteX80" fmla="*/ 346056 w 393747"/>
                <a:gd name="connsiteY80" fmla="*/ 523263 h 526534"/>
                <a:gd name="connsiteX81" fmla="*/ 343522 w 393747"/>
                <a:gd name="connsiteY81" fmla="*/ 523249 h 526534"/>
                <a:gd name="connsiteX82" fmla="*/ 338256 w 393747"/>
                <a:gd name="connsiteY82" fmla="*/ 523289 h 526534"/>
                <a:gd name="connsiteX83" fmla="*/ 329917 w 393747"/>
                <a:gd name="connsiteY83" fmla="*/ 523297 h 526534"/>
                <a:gd name="connsiteX84" fmla="*/ 321895 w 393747"/>
                <a:gd name="connsiteY84" fmla="*/ 523342 h 526534"/>
                <a:gd name="connsiteX85" fmla="*/ 319356 w 393747"/>
                <a:gd name="connsiteY85" fmla="*/ 523324 h 526534"/>
                <a:gd name="connsiteX86" fmla="*/ 317023 w 393747"/>
                <a:gd name="connsiteY86" fmla="*/ 523346 h 526534"/>
                <a:gd name="connsiteX87" fmla="*/ 314959 w 393747"/>
                <a:gd name="connsiteY87" fmla="*/ 523346 h 526534"/>
                <a:gd name="connsiteX88" fmla="*/ 313410 w 393747"/>
                <a:gd name="connsiteY88" fmla="*/ 523717 h 526534"/>
                <a:gd name="connsiteX89" fmla="*/ 312666 w 393747"/>
                <a:gd name="connsiteY89" fmla="*/ 526694 h 526534"/>
                <a:gd name="connsiteX90" fmla="*/ 307085 w 393747"/>
                <a:gd name="connsiteY90" fmla="*/ 527011 h 526534"/>
                <a:gd name="connsiteX91" fmla="*/ 305392 w 393747"/>
                <a:gd name="connsiteY91" fmla="*/ 527003 h 526534"/>
                <a:gd name="connsiteX92" fmla="*/ 301841 w 393747"/>
                <a:gd name="connsiteY92" fmla="*/ 526959 h 526534"/>
                <a:gd name="connsiteX93" fmla="*/ 296388 w 393747"/>
                <a:gd name="connsiteY93" fmla="*/ 526905 h 526534"/>
                <a:gd name="connsiteX94" fmla="*/ 292946 w 393747"/>
                <a:gd name="connsiteY94" fmla="*/ 526871 h 526534"/>
                <a:gd name="connsiteX95" fmla="*/ 291288 w 393747"/>
                <a:gd name="connsiteY95" fmla="*/ 526854 h 526534"/>
                <a:gd name="connsiteX96" fmla="*/ 286621 w 393747"/>
                <a:gd name="connsiteY96" fmla="*/ 525950 h 526534"/>
                <a:gd name="connsiteX97" fmla="*/ 286203 w 393747"/>
                <a:gd name="connsiteY97" fmla="*/ 520694 h 526534"/>
                <a:gd name="connsiteX98" fmla="*/ 286014 w 393747"/>
                <a:gd name="connsiteY98" fmla="*/ 517784 h 526534"/>
                <a:gd name="connsiteX99" fmla="*/ 285877 w 393747"/>
                <a:gd name="connsiteY99" fmla="*/ 515532 h 526534"/>
                <a:gd name="connsiteX100" fmla="*/ 283645 w 393747"/>
                <a:gd name="connsiteY100" fmla="*/ 515532 h 526534"/>
                <a:gd name="connsiteX101" fmla="*/ 283612 w 393747"/>
                <a:gd name="connsiteY101" fmla="*/ 514189 h 526534"/>
                <a:gd name="connsiteX102" fmla="*/ 283412 w 393747"/>
                <a:gd name="connsiteY102" fmla="*/ 508183 h 526534"/>
                <a:gd name="connsiteX103" fmla="*/ 283361 w 393747"/>
                <a:gd name="connsiteY103" fmla="*/ 506070 h 526534"/>
                <a:gd name="connsiteX104" fmla="*/ 283281 w 393747"/>
                <a:gd name="connsiteY104" fmla="*/ 504050 h 526534"/>
                <a:gd name="connsiteX105" fmla="*/ 283222 w 393747"/>
                <a:gd name="connsiteY105" fmla="*/ 502184 h 526534"/>
                <a:gd name="connsiteX106" fmla="*/ 280668 w 393747"/>
                <a:gd name="connsiteY106" fmla="*/ 499161 h 526534"/>
                <a:gd name="connsiteX107" fmla="*/ 280622 w 393747"/>
                <a:gd name="connsiteY107" fmla="*/ 494370 h 526534"/>
                <a:gd name="connsiteX108" fmla="*/ 279180 w 393747"/>
                <a:gd name="connsiteY108" fmla="*/ 487254 h 526534"/>
                <a:gd name="connsiteX109" fmla="*/ 278436 w 393747"/>
                <a:gd name="connsiteY109" fmla="*/ 487254 h 526534"/>
                <a:gd name="connsiteX110" fmla="*/ 278325 w 393747"/>
                <a:gd name="connsiteY110" fmla="*/ 485191 h 526534"/>
                <a:gd name="connsiteX111" fmla="*/ 278157 w 393747"/>
                <a:gd name="connsiteY111" fmla="*/ 482510 h 526534"/>
                <a:gd name="connsiteX112" fmla="*/ 278000 w 393747"/>
                <a:gd name="connsiteY112" fmla="*/ 479842 h 526534"/>
                <a:gd name="connsiteX113" fmla="*/ 276203 w 393747"/>
                <a:gd name="connsiteY113" fmla="*/ 476092 h 526534"/>
                <a:gd name="connsiteX114" fmla="*/ 275459 w 393747"/>
                <a:gd name="connsiteY114" fmla="*/ 476092 h 526534"/>
                <a:gd name="connsiteX115" fmla="*/ 275375 w 393747"/>
                <a:gd name="connsiteY115" fmla="*/ 474028 h 526534"/>
                <a:gd name="connsiteX116" fmla="*/ 275227 w 393747"/>
                <a:gd name="connsiteY116" fmla="*/ 471348 h 526534"/>
                <a:gd name="connsiteX117" fmla="*/ 275096 w 393747"/>
                <a:gd name="connsiteY117" fmla="*/ 468680 h 526534"/>
                <a:gd name="connsiteX118" fmla="*/ 274715 w 393747"/>
                <a:gd name="connsiteY118" fmla="*/ 466418 h 526534"/>
                <a:gd name="connsiteX119" fmla="*/ 272483 w 393747"/>
                <a:gd name="connsiteY119" fmla="*/ 464930 h 526534"/>
                <a:gd name="connsiteX120" fmla="*/ 272343 w 393747"/>
                <a:gd name="connsiteY120" fmla="*/ 461116 h 526534"/>
                <a:gd name="connsiteX121" fmla="*/ 272404 w 393747"/>
                <a:gd name="connsiteY121" fmla="*/ 459064 h 526534"/>
                <a:gd name="connsiteX122" fmla="*/ 272483 w 393747"/>
                <a:gd name="connsiteY122" fmla="*/ 457489 h 526534"/>
                <a:gd name="connsiteX123" fmla="*/ 270250 w 393747"/>
                <a:gd name="connsiteY123" fmla="*/ 457489 h 526534"/>
                <a:gd name="connsiteX124" fmla="*/ 269506 w 393747"/>
                <a:gd name="connsiteY124" fmla="*/ 450047 h 526534"/>
                <a:gd name="connsiteX125" fmla="*/ 267274 w 393747"/>
                <a:gd name="connsiteY125" fmla="*/ 450047 h 526534"/>
                <a:gd name="connsiteX126" fmla="*/ 267181 w 393747"/>
                <a:gd name="connsiteY126" fmla="*/ 446001 h 526534"/>
                <a:gd name="connsiteX127" fmla="*/ 267128 w 393747"/>
                <a:gd name="connsiteY127" fmla="*/ 443725 h 526534"/>
                <a:gd name="connsiteX128" fmla="*/ 267274 w 393747"/>
                <a:gd name="connsiteY128" fmla="*/ 441862 h 526534"/>
                <a:gd name="connsiteX129" fmla="*/ 273465 w 393747"/>
                <a:gd name="connsiteY129" fmla="*/ 441045 h 526534"/>
                <a:gd name="connsiteX130" fmla="*/ 276299 w 393747"/>
                <a:gd name="connsiteY130" fmla="*/ 441052 h 526534"/>
                <a:gd name="connsiteX131" fmla="*/ 279273 w 393747"/>
                <a:gd name="connsiteY131" fmla="*/ 441071 h 526534"/>
                <a:gd name="connsiteX132" fmla="*/ 282264 w 393747"/>
                <a:gd name="connsiteY132" fmla="*/ 441081 h 526534"/>
                <a:gd name="connsiteX133" fmla="*/ 289598 w 393747"/>
                <a:gd name="connsiteY133" fmla="*/ 441118 h 526534"/>
                <a:gd name="connsiteX134" fmla="*/ 289598 w 393747"/>
                <a:gd name="connsiteY134" fmla="*/ 444094 h 526534"/>
                <a:gd name="connsiteX135" fmla="*/ 306985 w 393747"/>
                <a:gd name="connsiteY135" fmla="*/ 444248 h 526534"/>
                <a:gd name="connsiteX136" fmla="*/ 315058 w 393747"/>
                <a:gd name="connsiteY136" fmla="*/ 444319 h 526534"/>
                <a:gd name="connsiteX137" fmla="*/ 322845 w 393747"/>
                <a:gd name="connsiteY137" fmla="*/ 444377 h 526534"/>
                <a:gd name="connsiteX138" fmla="*/ 327270 w 393747"/>
                <a:gd name="connsiteY138" fmla="*/ 444431 h 526534"/>
                <a:gd name="connsiteX139" fmla="*/ 329979 w 393747"/>
                <a:gd name="connsiteY139" fmla="*/ 444432 h 526534"/>
                <a:gd name="connsiteX140" fmla="*/ 332372 w 393747"/>
                <a:gd name="connsiteY140" fmla="*/ 444452 h 526534"/>
                <a:gd name="connsiteX141" fmla="*/ 334246 w 393747"/>
                <a:gd name="connsiteY141" fmla="*/ 444094 h 526534"/>
                <a:gd name="connsiteX142" fmla="*/ 335734 w 393747"/>
                <a:gd name="connsiteY142" fmla="*/ 441118 h 526534"/>
                <a:gd name="connsiteX143" fmla="*/ 343920 w 393747"/>
                <a:gd name="connsiteY143" fmla="*/ 441862 h 526534"/>
                <a:gd name="connsiteX144" fmla="*/ 343920 w 393747"/>
                <a:gd name="connsiteY144" fmla="*/ 72768 h 526534"/>
                <a:gd name="connsiteX145" fmla="*/ 15754 w 393747"/>
                <a:gd name="connsiteY145" fmla="*/ 72024 h 526534"/>
                <a:gd name="connsiteX146" fmla="*/ 15754 w 393747"/>
                <a:gd name="connsiteY146" fmla="*/ 586 h 52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93747" h="526534">
                  <a:moveTo>
                    <a:pt x="15754" y="586"/>
                  </a:moveTo>
                  <a:cubicBezTo>
                    <a:pt x="53202" y="574"/>
                    <a:pt x="90650" y="562"/>
                    <a:pt x="128098" y="555"/>
                  </a:cubicBezTo>
                  <a:cubicBezTo>
                    <a:pt x="128652" y="555"/>
                    <a:pt x="129205" y="555"/>
                    <a:pt x="129776" y="555"/>
                  </a:cubicBezTo>
                  <a:cubicBezTo>
                    <a:pt x="141810" y="552"/>
                    <a:pt x="153844" y="550"/>
                    <a:pt x="165878" y="548"/>
                  </a:cubicBezTo>
                  <a:cubicBezTo>
                    <a:pt x="171779" y="548"/>
                    <a:pt x="177680" y="547"/>
                    <a:pt x="183581" y="546"/>
                  </a:cubicBezTo>
                  <a:cubicBezTo>
                    <a:pt x="184168" y="546"/>
                    <a:pt x="184755" y="545"/>
                    <a:pt x="185360" y="545"/>
                  </a:cubicBezTo>
                  <a:cubicBezTo>
                    <a:pt x="204412" y="542"/>
                    <a:pt x="223463" y="537"/>
                    <a:pt x="242515" y="530"/>
                  </a:cubicBezTo>
                  <a:cubicBezTo>
                    <a:pt x="262084" y="523"/>
                    <a:pt x="281654" y="518"/>
                    <a:pt x="301223" y="517"/>
                  </a:cubicBezTo>
                  <a:cubicBezTo>
                    <a:pt x="303984" y="516"/>
                    <a:pt x="306745" y="516"/>
                    <a:pt x="309506" y="516"/>
                  </a:cubicBezTo>
                  <a:cubicBezTo>
                    <a:pt x="310049" y="516"/>
                    <a:pt x="310593" y="516"/>
                    <a:pt x="311152" y="516"/>
                  </a:cubicBezTo>
                  <a:cubicBezTo>
                    <a:pt x="319918" y="515"/>
                    <a:pt x="328683" y="511"/>
                    <a:pt x="337448" y="507"/>
                  </a:cubicBezTo>
                  <a:cubicBezTo>
                    <a:pt x="346249" y="503"/>
                    <a:pt x="355050" y="501"/>
                    <a:pt x="363851" y="502"/>
                  </a:cubicBezTo>
                  <a:cubicBezTo>
                    <a:pt x="368624" y="503"/>
                    <a:pt x="373397" y="502"/>
                    <a:pt x="378170" y="498"/>
                  </a:cubicBezTo>
                  <a:cubicBezTo>
                    <a:pt x="382532" y="494"/>
                    <a:pt x="386894" y="494"/>
                    <a:pt x="391256" y="497"/>
                  </a:cubicBezTo>
                  <a:cubicBezTo>
                    <a:pt x="392841" y="497"/>
                    <a:pt x="394427" y="496"/>
                    <a:pt x="396012" y="494"/>
                  </a:cubicBezTo>
                  <a:cubicBezTo>
                    <a:pt x="398152" y="491"/>
                    <a:pt x="400292" y="492"/>
                    <a:pt x="402433" y="495"/>
                  </a:cubicBezTo>
                  <a:cubicBezTo>
                    <a:pt x="403375" y="492"/>
                    <a:pt x="403375" y="492"/>
                    <a:pt x="404337" y="489"/>
                  </a:cubicBezTo>
                  <a:cubicBezTo>
                    <a:pt x="408575" y="502"/>
                    <a:pt x="408575" y="502"/>
                    <a:pt x="409404" y="1331"/>
                  </a:cubicBezTo>
                  <a:cubicBezTo>
                    <a:pt x="409476" y="2331"/>
                    <a:pt x="409497" y="3335"/>
                    <a:pt x="409497" y="4338"/>
                  </a:cubicBezTo>
                  <a:cubicBezTo>
                    <a:pt x="409499" y="4992"/>
                    <a:pt x="409500" y="5645"/>
                    <a:pt x="409502" y="6318"/>
                  </a:cubicBezTo>
                  <a:cubicBezTo>
                    <a:pt x="409499" y="7410"/>
                    <a:pt x="409499" y="7410"/>
                    <a:pt x="409496" y="8523"/>
                  </a:cubicBezTo>
                  <a:cubicBezTo>
                    <a:pt x="409497" y="9291"/>
                    <a:pt x="409498" y="10060"/>
                    <a:pt x="409499" y="10852"/>
                  </a:cubicBezTo>
                  <a:cubicBezTo>
                    <a:pt x="409501" y="13462"/>
                    <a:pt x="409497" y="16071"/>
                    <a:pt x="409494" y="18681"/>
                  </a:cubicBezTo>
                  <a:cubicBezTo>
                    <a:pt x="409494" y="20557"/>
                    <a:pt x="409495" y="22433"/>
                    <a:pt x="409496" y="24309"/>
                  </a:cubicBezTo>
                  <a:cubicBezTo>
                    <a:pt x="409497" y="28406"/>
                    <a:pt x="409496" y="32503"/>
                    <a:pt x="409493" y="36600"/>
                  </a:cubicBezTo>
                  <a:cubicBezTo>
                    <a:pt x="409489" y="42691"/>
                    <a:pt x="409488" y="48783"/>
                    <a:pt x="409489" y="54875"/>
                  </a:cubicBezTo>
                  <a:cubicBezTo>
                    <a:pt x="409490" y="65121"/>
                    <a:pt x="409488" y="75367"/>
                    <a:pt x="409483" y="85612"/>
                  </a:cubicBezTo>
                  <a:cubicBezTo>
                    <a:pt x="409479" y="95762"/>
                    <a:pt x="409476" y="105911"/>
                    <a:pt x="409475" y="116061"/>
                  </a:cubicBezTo>
                  <a:cubicBezTo>
                    <a:pt x="409475" y="116691"/>
                    <a:pt x="409475" y="117321"/>
                    <a:pt x="409475" y="117971"/>
                  </a:cubicBezTo>
                  <a:cubicBezTo>
                    <a:pt x="409475" y="121171"/>
                    <a:pt x="409474" y="124372"/>
                    <a:pt x="409474" y="127573"/>
                  </a:cubicBezTo>
                  <a:cubicBezTo>
                    <a:pt x="409473" y="150263"/>
                    <a:pt x="409468" y="172953"/>
                    <a:pt x="409461" y="195643"/>
                  </a:cubicBezTo>
                  <a:cubicBezTo>
                    <a:pt x="409454" y="217690"/>
                    <a:pt x="409448" y="239738"/>
                    <a:pt x="409445" y="261785"/>
                  </a:cubicBezTo>
                  <a:cubicBezTo>
                    <a:pt x="409445" y="262804"/>
                    <a:pt x="409445" y="262804"/>
                    <a:pt x="409445" y="263844"/>
                  </a:cubicBezTo>
                  <a:cubicBezTo>
                    <a:pt x="409444" y="270664"/>
                    <a:pt x="409443" y="277485"/>
                    <a:pt x="409442" y="284306"/>
                  </a:cubicBezTo>
                  <a:cubicBezTo>
                    <a:pt x="409440" y="298201"/>
                    <a:pt x="409438" y="312096"/>
                    <a:pt x="409436" y="325992"/>
                  </a:cubicBezTo>
                  <a:cubicBezTo>
                    <a:pt x="409436" y="326630"/>
                    <a:pt x="409436" y="327269"/>
                    <a:pt x="409436" y="327928"/>
                  </a:cubicBezTo>
                  <a:cubicBezTo>
                    <a:pt x="409429" y="370619"/>
                    <a:pt x="409417" y="413310"/>
                    <a:pt x="409404" y="456000"/>
                  </a:cubicBezTo>
                  <a:cubicBezTo>
                    <a:pt x="408913" y="456000"/>
                    <a:pt x="408422" y="456000"/>
                    <a:pt x="407916" y="456000"/>
                  </a:cubicBezTo>
                  <a:cubicBezTo>
                    <a:pt x="406978" y="457876"/>
                    <a:pt x="407042" y="459255"/>
                    <a:pt x="406989" y="461352"/>
                  </a:cubicBezTo>
                  <a:cubicBezTo>
                    <a:pt x="406964" y="462116"/>
                    <a:pt x="406940" y="462880"/>
                    <a:pt x="406915" y="463667"/>
                  </a:cubicBezTo>
                  <a:cubicBezTo>
                    <a:pt x="406869" y="465287"/>
                    <a:pt x="406826" y="466907"/>
                    <a:pt x="406787" y="468527"/>
                  </a:cubicBezTo>
                  <a:cubicBezTo>
                    <a:pt x="406761" y="469290"/>
                    <a:pt x="406736" y="470053"/>
                    <a:pt x="406710" y="470840"/>
                  </a:cubicBezTo>
                  <a:cubicBezTo>
                    <a:pt x="406691" y="471543"/>
                    <a:pt x="406673" y="472247"/>
                    <a:pt x="406653" y="472972"/>
                  </a:cubicBezTo>
                  <a:cubicBezTo>
                    <a:pt x="406579" y="473511"/>
                    <a:pt x="406505" y="474049"/>
                    <a:pt x="406428" y="474604"/>
                  </a:cubicBezTo>
                  <a:cubicBezTo>
                    <a:pt x="405937" y="474850"/>
                    <a:pt x="405446" y="475095"/>
                    <a:pt x="404940" y="475348"/>
                  </a:cubicBezTo>
                  <a:cubicBezTo>
                    <a:pt x="404674" y="477659"/>
                    <a:pt x="404609" y="479954"/>
                    <a:pt x="404524" y="482278"/>
                  </a:cubicBezTo>
                  <a:cubicBezTo>
                    <a:pt x="404415" y="482938"/>
                    <a:pt x="404307" y="483598"/>
                    <a:pt x="404195" y="484278"/>
                  </a:cubicBezTo>
                  <a:cubicBezTo>
                    <a:pt x="403459" y="484523"/>
                    <a:pt x="402722" y="484769"/>
                    <a:pt x="401963" y="485022"/>
                  </a:cubicBezTo>
                  <a:cubicBezTo>
                    <a:pt x="401527" y="486425"/>
                    <a:pt x="401527" y="486425"/>
                    <a:pt x="401451" y="488045"/>
                  </a:cubicBezTo>
                  <a:cubicBezTo>
                    <a:pt x="401375" y="489012"/>
                    <a:pt x="401298" y="489979"/>
                    <a:pt x="401219" y="490975"/>
                  </a:cubicBezTo>
                  <a:cubicBezTo>
                    <a:pt x="400482" y="490975"/>
                    <a:pt x="399745" y="490975"/>
                    <a:pt x="398986" y="490975"/>
                  </a:cubicBezTo>
                  <a:cubicBezTo>
                    <a:pt x="398894" y="491696"/>
                    <a:pt x="398802" y="492418"/>
                    <a:pt x="398707" y="493161"/>
                  </a:cubicBezTo>
                  <a:cubicBezTo>
                    <a:pt x="398554" y="493913"/>
                    <a:pt x="398400" y="494665"/>
                    <a:pt x="398242" y="495440"/>
                  </a:cubicBezTo>
                  <a:cubicBezTo>
                    <a:pt x="397751" y="495686"/>
                    <a:pt x="397260" y="495931"/>
                    <a:pt x="396754" y="496184"/>
                  </a:cubicBezTo>
                  <a:cubicBezTo>
                    <a:pt x="396647" y="496675"/>
                    <a:pt x="396539" y="497166"/>
                    <a:pt x="396428" y="497672"/>
                  </a:cubicBezTo>
                  <a:cubicBezTo>
                    <a:pt x="396290" y="498163"/>
                    <a:pt x="396152" y="498655"/>
                    <a:pt x="396010" y="499161"/>
                  </a:cubicBezTo>
                  <a:cubicBezTo>
                    <a:pt x="395273" y="499406"/>
                    <a:pt x="394536" y="499652"/>
                    <a:pt x="393777" y="499905"/>
                  </a:cubicBezTo>
                  <a:cubicBezTo>
                    <a:pt x="393532" y="500641"/>
                    <a:pt x="393286" y="501378"/>
                    <a:pt x="393033" y="502137"/>
                  </a:cubicBezTo>
                  <a:cubicBezTo>
                    <a:pt x="392297" y="502383"/>
                    <a:pt x="391560" y="502628"/>
                    <a:pt x="390801" y="502881"/>
                  </a:cubicBezTo>
                  <a:cubicBezTo>
                    <a:pt x="390571" y="503372"/>
                    <a:pt x="390340" y="503864"/>
                    <a:pt x="390103" y="504370"/>
                  </a:cubicBezTo>
                  <a:cubicBezTo>
                    <a:pt x="389712" y="505106"/>
                    <a:pt x="389712" y="505106"/>
                    <a:pt x="389313" y="505858"/>
                  </a:cubicBezTo>
                  <a:cubicBezTo>
                    <a:pt x="388791" y="505981"/>
                    <a:pt x="388269" y="506103"/>
                    <a:pt x="387731" y="506230"/>
                  </a:cubicBezTo>
                  <a:cubicBezTo>
                    <a:pt x="387271" y="506353"/>
                    <a:pt x="386810" y="506476"/>
                    <a:pt x="386336" y="506602"/>
                  </a:cubicBezTo>
                  <a:cubicBezTo>
                    <a:pt x="386336" y="507584"/>
                    <a:pt x="386336" y="508567"/>
                    <a:pt x="386336" y="509579"/>
                  </a:cubicBezTo>
                  <a:cubicBezTo>
                    <a:pt x="384611" y="510112"/>
                    <a:pt x="382873" y="510607"/>
                    <a:pt x="381127" y="511067"/>
                  </a:cubicBezTo>
                  <a:cubicBezTo>
                    <a:pt x="380882" y="511804"/>
                    <a:pt x="380636" y="512540"/>
                    <a:pt x="380383" y="513299"/>
                  </a:cubicBezTo>
                  <a:cubicBezTo>
                    <a:pt x="379008" y="513517"/>
                    <a:pt x="379008" y="513517"/>
                    <a:pt x="377360" y="513439"/>
                  </a:cubicBezTo>
                  <a:cubicBezTo>
                    <a:pt x="376393" y="513393"/>
                    <a:pt x="375426" y="513347"/>
                    <a:pt x="374430" y="513299"/>
                  </a:cubicBezTo>
                  <a:cubicBezTo>
                    <a:pt x="374430" y="514282"/>
                    <a:pt x="374430" y="515264"/>
                    <a:pt x="374430" y="516276"/>
                  </a:cubicBezTo>
                  <a:cubicBezTo>
                    <a:pt x="373964" y="516321"/>
                    <a:pt x="373497" y="516366"/>
                    <a:pt x="373017" y="516412"/>
                  </a:cubicBezTo>
                  <a:cubicBezTo>
                    <a:pt x="372409" y="516475"/>
                    <a:pt x="371801" y="516537"/>
                    <a:pt x="371174" y="516601"/>
                  </a:cubicBezTo>
                  <a:cubicBezTo>
                    <a:pt x="370570" y="516662"/>
                    <a:pt x="369966" y="516722"/>
                    <a:pt x="369343" y="516785"/>
                  </a:cubicBezTo>
                  <a:cubicBezTo>
                    <a:pt x="367701" y="516939"/>
                    <a:pt x="367701" y="516939"/>
                    <a:pt x="366244" y="517764"/>
                  </a:cubicBezTo>
                  <a:cubicBezTo>
                    <a:pt x="366244" y="518501"/>
                    <a:pt x="366244" y="519238"/>
                    <a:pt x="366244" y="519997"/>
                  </a:cubicBezTo>
                  <a:cubicBezTo>
                    <a:pt x="365348" y="520024"/>
                    <a:pt x="364452" y="520052"/>
                    <a:pt x="363529" y="520081"/>
                  </a:cubicBezTo>
                  <a:cubicBezTo>
                    <a:pt x="362357" y="520130"/>
                    <a:pt x="361184" y="520179"/>
                    <a:pt x="360012" y="520229"/>
                  </a:cubicBezTo>
                  <a:cubicBezTo>
                    <a:pt x="359126" y="520254"/>
                    <a:pt x="359126" y="520254"/>
                    <a:pt x="358221" y="520280"/>
                  </a:cubicBezTo>
                  <a:cubicBezTo>
                    <a:pt x="356673" y="520352"/>
                    <a:pt x="355131" y="520540"/>
                    <a:pt x="353594" y="520741"/>
                  </a:cubicBezTo>
                  <a:cubicBezTo>
                    <a:pt x="353103" y="521477"/>
                    <a:pt x="352612" y="522214"/>
                    <a:pt x="352106" y="522973"/>
                  </a:cubicBezTo>
                  <a:cubicBezTo>
                    <a:pt x="350463" y="523250"/>
                    <a:pt x="350463" y="523250"/>
                    <a:pt x="348396" y="523248"/>
                  </a:cubicBezTo>
                  <a:cubicBezTo>
                    <a:pt x="347238" y="523255"/>
                    <a:pt x="347238" y="523255"/>
                    <a:pt x="346056" y="523263"/>
                  </a:cubicBezTo>
                  <a:cubicBezTo>
                    <a:pt x="345220" y="523259"/>
                    <a:pt x="344384" y="523254"/>
                    <a:pt x="343522" y="523249"/>
                  </a:cubicBezTo>
                  <a:cubicBezTo>
                    <a:pt x="341767" y="523262"/>
                    <a:pt x="340011" y="523275"/>
                    <a:pt x="338256" y="523289"/>
                  </a:cubicBezTo>
                  <a:cubicBezTo>
                    <a:pt x="335476" y="523296"/>
                    <a:pt x="332697" y="523299"/>
                    <a:pt x="329917" y="523297"/>
                  </a:cubicBezTo>
                  <a:cubicBezTo>
                    <a:pt x="327243" y="523300"/>
                    <a:pt x="324569" y="523320"/>
                    <a:pt x="321895" y="523342"/>
                  </a:cubicBezTo>
                  <a:cubicBezTo>
                    <a:pt x="321057" y="523336"/>
                    <a:pt x="320219" y="523330"/>
                    <a:pt x="319356" y="523324"/>
                  </a:cubicBezTo>
                  <a:cubicBezTo>
                    <a:pt x="318586" y="523331"/>
                    <a:pt x="317816" y="523339"/>
                    <a:pt x="317023" y="523346"/>
                  </a:cubicBezTo>
                  <a:cubicBezTo>
                    <a:pt x="316001" y="523346"/>
                    <a:pt x="316001" y="523346"/>
                    <a:pt x="314959" y="523346"/>
                  </a:cubicBezTo>
                  <a:cubicBezTo>
                    <a:pt x="314448" y="523469"/>
                    <a:pt x="313937" y="523591"/>
                    <a:pt x="313410" y="523717"/>
                  </a:cubicBezTo>
                  <a:cubicBezTo>
                    <a:pt x="312940" y="525195"/>
                    <a:pt x="312940" y="525195"/>
                    <a:pt x="312666" y="526694"/>
                  </a:cubicBezTo>
                  <a:cubicBezTo>
                    <a:pt x="310705" y="526980"/>
                    <a:pt x="309048" y="527057"/>
                    <a:pt x="307085" y="527011"/>
                  </a:cubicBezTo>
                  <a:cubicBezTo>
                    <a:pt x="306526" y="527008"/>
                    <a:pt x="305968" y="527006"/>
                    <a:pt x="305392" y="527003"/>
                  </a:cubicBezTo>
                  <a:cubicBezTo>
                    <a:pt x="304208" y="526996"/>
                    <a:pt x="303025" y="526981"/>
                    <a:pt x="301841" y="526959"/>
                  </a:cubicBezTo>
                  <a:cubicBezTo>
                    <a:pt x="300023" y="526927"/>
                    <a:pt x="298206" y="526914"/>
                    <a:pt x="296388" y="526905"/>
                  </a:cubicBezTo>
                  <a:cubicBezTo>
                    <a:pt x="295241" y="526895"/>
                    <a:pt x="294094" y="526884"/>
                    <a:pt x="292946" y="526871"/>
                  </a:cubicBezTo>
                  <a:cubicBezTo>
                    <a:pt x="292399" y="526866"/>
                    <a:pt x="291852" y="526860"/>
                    <a:pt x="291288" y="526854"/>
                  </a:cubicBezTo>
                  <a:cubicBezTo>
                    <a:pt x="287453" y="526782"/>
                    <a:pt x="287453" y="526782"/>
                    <a:pt x="286621" y="525950"/>
                  </a:cubicBezTo>
                  <a:cubicBezTo>
                    <a:pt x="286446" y="524201"/>
                    <a:pt x="286313" y="522448"/>
                    <a:pt x="286203" y="520694"/>
                  </a:cubicBezTo>
                  <a:cubicBezTo>
                    <a:pt x="286109" y="519254"/>
                    <a:pt x="286109" y="519254"/>
                    <a:pt x="286014" y="517784"/>
                  </a:cubicBezTo>
                  <a:cubicBezTo>
                    <a:pt x="285969" y="517041"/>
                    <a:pt x="285924" y="516298"/>
                    <a:pt x="285877" y="515532"/>
                  </a:cubicBezTo>
                  <a:cubicBezTo>
                    <a:pt x="285140" y="515532"/>
                    <a:pt x="284404" y="515532"/>
                    <a:pt x="283645" y="515532"/>
                  </a:cubicBezTo>
                  <a:cubicBezTo>
                    <a:pt x="283634" y="515089"/>
                    <a:pt x="283623" y="514646"/>
                    <a:pt x="283612" y="514189"/>
                  </a:cubicBezTo>
                  <a:cubicBezTo>
                    <a:pt x="283556" y="512187"/>
                    <a:pt x="283484" y="510185"/>
                    <a:pt x="283412" y="508183"/>
                  </a:cubicBezTo>
                  <a:cubicBezTo>
                    <a:pt x="283395" y="507486"/>
                    <a:pt x="283379" y="506789"/>
                    <a:pt x="283361" y="506070"/>
                  </a:cubicBezTo>
                  <a:cubicBezTo>
                    <a:pt x="283322" y="505070"/>
                    <a:pt x="283322" y="505070"/>
                    <a:pt x="283281" y="504050"/>
                  </a:cubicBezTo>
                  <a:cubicBezTo>
                    <a:pt x="283252" y="503126"/>
                    <a:pt x="283252" y="503126"/>
                    <a:pt x="283222" y="502184"/>
                  </a:cubicBezTo>
                  <a:cubicBezTo>
                    <a:pt x="283026" y="500356"/>
                    <a:pt x="283026" y="500356"/>
                    <a:pt x="280668" y="499161"/>
                  </a:cubicBezTo>
                  <a:cubicBezTo>
                    <a:pt x="280502" y="496978"/>
                    <a:pt x="280502" y="496978"/>
                    <a:pt x="280622" y="494370"/>
                  </a:cubicBezTo>
                  <a:cubicBezTo>
                    <a:pt x="280876" y="490566"/>
                    <a:pt x="280876" y="490566"/>
                    <a:pt x="279180" y="487254"/>
                  </a:cubicBezTo>
                  <a:cubicBezTo>
                    <a:pt x="278934" y="487254"/>
                    <a:pt x="278689" y="487254"/>
                    <a:pt x="278436" y="487254"/>
                  </a:cubicBezTo>
                  <a:cubicBezTo>
                    <a:pt x="278399" y="486573"/>
                    <a:pt x="278363" y="485892"/>
                    <a:pt x="278325" y="485191"/>
                  </a:cubicBezTo>
                  <a:cubicBezTo>
                    <a:pt x="278270" y="484306"/>
                    <a:pt x="278214" y="483422"/>
                    <a:pt x="278157" y="482510"/>
                  </a:cubicBezTo>
                  <a:cubicBezTo>
                    <a:pt x="278105" y="481630"/>
                    <a:pt x="278053" y="480749"/>
                    <a:pt x="278000" y="479842"/>
                  </a:cubicBezTo>
                  <a:cubicBezTo>
                    <a:pt x="277913" y="477502"/>
                    <a:pt x="277913" y="477502"/>
                    <a:pt x="276203" y="476092"/>
                  </a:cubicBezTo>
                  <a:cubicBezTo>
                    <a:pt x="275958" y="476092"/>
                    <a:pt x="275712" y="476092"/>
                    <a:pt x="275459" y="476092"/>
                  </a:cubicBezTo>
                  <a:cubicBezTo>
                    <a:pt x="275431" y="475411"/>
                    <a:pt x="275403" y="474730"/>
                    <a:pt x="275375" y="474028"/>
                  </a:cubicBezTo>
                  <a:cubicBezTo>
                    <a:pt x="275301" y="472702"/>
                    <a:pt x="275301" y="472702"/>
                    <a:pt x="275227" y="471348"/>
                  </a:cubicBezTo>
                  <a:cubicBezTo>
                    <a:pt x="275183" y="470468"/>
                    <a:pt x="275140" y="469587"/>
                    <a:pt x="275096" y="468680"/>
                  </a:cubicBezTo>
                  <a:cubicBezTo>
                    <a:pt x="274970" y="467934"/>
                    <a:pt x="274844" y="467187"/>
                    <a:pt x="274715" y="466418"/>
                  </a:cubicBezTo>
                  <a:cubicBezTo>
                    <a:pt x="273978" y="465927"/>
                    <a:pt x="273242" y="465436"/>
                    <a:pt x="272483" y="464930"/>
                  </a:cubicBezTo>
                  <a:cubicBezTo>
                    <a:pt x="272265" y="463157"/>
                    <a:pt x="272265" y="463157"/>
                    <a:pt x="272343" y="461116"/>
                  </a:cubicBezTo>
                  <a:cubicBezTo>
                    <a:pt x="272363" y="460439"/>
                    <a:pt x="272383" y="459762"/>
                    <a:pt x="272404" y="459064"/>
                  </a:cubicBezTo>
                  <a:cubicBezTo>
                    <a:pt x="272430" y="458544"/>
                    <a:pt x="272456" y="458024"/>
                    <a:pt x="272483" y="457489"/>
                  </a:cubicBezTo>
                  <a:cubicBezTo>
                    <a:pt x="271746" y="457489"/>
                    <a:pt x="271009" y="457489"/>
                    <a:pt x="270250" y="457489"/>
                  </a:cubicBezTo>
                  <a:cubicBezTo>
                    <a:pt x="270005" y="455033"/>
                    <a:pt x="269759" y="452577"/>
                    <a:pt x="269506" y="450047"/>
                  </a:cubicBezTo>
                  <a:cubicBezTo>
                    <a:pt x="268769" y="450047"/>
                    <a:pt x="268033" y="450047"/>
                    <a:pt x="267274" y="450047"/>
                  </a:cubicBezTo>
                  <a:cubicBezTo>
                    <a:pt x="267234" y="448699"/>
                    <a:pt x="267205" y="447350"/>
                    <a:pt x="267181" y="446001"/>
                  </a:cubicBezTo>
                  <a:cubicBezTo>
                    <a:pt x="267155" y="444874"/>
                    <a:pt x="267155" y="444874"/>
                    <a:pt x="267128" y="443725"/>
                  </a:cubicBezTo>
                  <a:cubicBezTo>
                    <a:pt x="267200" y="442803"/>
                    <a:pt x="267200" y="442803"/>
                    <a:pt x="267274" y="441862"/>
                  </a:cubicBezTo>
                  <a:cubicBezTo>
                    <a:pt x="269371" y="440813"/>
                    <a:pt x="271123" y="441034"/>
                    <a:pt x="273465" y="441045"/>
                  </a:cubicBezTo>
                  <a:cubicBezTo>
                    <a:pt x="274400" y="441047"/>
                    <a:pt x="275336" y="441050"/>
                    <a:pt x="276299" y="441052"/>
                  </a:cubicBezTo>
                  <a:cubicBezTo>
                    <a:pt x="277280" y="441058"/>
                    <a:pt x="278262" y="441065"/>
                    <a:pt x="279273" y="441071"/>
                  </a:cubicBezTo>
                  <a:cubicBezTo>
                    <a:pt x="280270" y="441075"/>
                    <a:pt x="281267" y="441078"/>
                    <a:pt x="282264" y="441081"/>
                  </a:cubicBezTo>
                  <a:cubicBezTo>
                    <a:pt x="284709" y="441090"/>
                    <a:pt x="287153" y="441102"/>
                    <a:pt x="289598" y="441118"/>
                  </a:cubicBezTo>
                  <a:cubicBezTo>
                    <a:pt x="289598" y="442100"/>
                    <a:pt x="289598" y="443082"/>
                    <a:pt x="289598" y="444094"/>
                  </a:cubicBezTo>
                  <a:cubicBezTo>
                    <a:pt x="295393" y="444163"/>
                    <a:pt x="301189" y="444216"/>
                    <a:pt x="306985" y="444248"/>
                  </a:cubicBezTo>
                  <a:cubicBezTo>
                    <a:pt x="309676" y="444264"/>
                    <a:pt x="312367" y="444285"/>
                    <a:pt x="315058" y="444319"/>
                  </a:cubicBezTo>
                  <a:cubicBezTo>
                    <a:pt x="317654" y="444351"/>
                    <a:pt x="320249" y="444369"/>
                    <a:pt x="322845" y="444377"/>
                  </a:cubicBezTo>
                  <a:cubicBezTo>
                    <a:pt x="324320" y="444385"/>
                    <a:pt x="325795" y="444408"/>
                    <a:pt x="327270" y="444431"/>
                  </a:cubicBezTo>
                  <a:cubicBezTo>
                    <a:pt x="328611" y="444432"/>
                    <a:pt x="328611" y="444432"/>
                    <a:pt x="329979" y="444432"/>
                  </a:cubicBezTo>
                  <a:cubicBezTo>
                    <a:pt x="330769" y="444439"/>
                    <a:pt x="331558" y="444445"/>
                    <a:pt x="332372" y="444452"/>
                  </a:cubicBezTo>
                  <a:cubicBezTo>
                    <a:pt x="332991" y="444334"/>
                    <a:pt x="333609" y="444216"/>
                    <a:pt x="334246" y="444094"/>
                  </a:cubicBezTo>
                  <a:cubicBezTo>
                    <a:pt x="335089" y="442623"/>
                    <a:pt x="335089" y="442623"/>
                    <a:pt x="335734" y="441118"/>
                  </a:cubicBezTo>
                  <a:cubicBezTo>
                    <a:pt x="338871" y="440869"/>
                    <a:pt x="340949" y="440872"/>
                    <a:pt x="343920" y="441862"/>
                  </a:cubicBezTo>
                  <a:cubicBezTo>
                    <a:pt x="343920" y="320061"/>
                    <a:pt x="343920" y="198260"/>
                    <a:pt x="343920" y="72768"/>
                  </a:cubicBezTo>
                  <a:cubicBezTo>
                    <a:pt x="235625" y="72523"/>
                    <a:pt x="127330" y="72277"/>
                    <a:pt x="15754" y="72024"/>
                  </a:cubicBezTo>
                  <a:cubicBezTo>
                    <a:pt x="15754" y="48450"/>
                    <a:pt x="15754" y="24875"/>
                    <a:pt x="15754" y="586"/>
                  </a:cubicBezTo>
                  <a:close/>
                </a:path>
              </a:pathLst>
            </a:custGeom>
            <a:grpFill/>
            <a:ln w="744" cap="flat">
              <a:noFill/>
              <a:prstDash val="solid"/>
              <a:miter/>
            </a:ln>
          </p:spPr>
          <p:txBody>
            <a:bodyPr rtlCol="0" anchor="ctr"/>
            <a:lstStyle/>
            <a:p>
              <a:endParaRPr lang="zh-CN" altLang="en-US"/>
            </a:p>
          </p:txBody>
        </p:sp>
        <p:sp>
          <p:nvSpPr>
            <p:cNvPr id="101" name="任意多边形: 形状 100"/>
            <p:cNvSpPr/>
            <p:nvPr/>
          </p:nvSpPr>
          <p:spPr>
            <a:xfrm>
              <a:off x="7096135" y="609907"/>
              <a:ext cx="207891" cy="540847"/>
            </a:xfrm>
            <a:custGeom>
              <a:avLst/>
              <a:gdLst>
                <a:gd name="connsiteX0" fmla="*/ 18026 w 207891"/>
                <a:gd name="connsiteY0" fmla="*/ 537 h 540847"/>
                <a:gd name="connsiteX1" fmla="*/ 19804 w 207891"/>
                <a:gd name="connsiteY1" fmla="*/ 530 h 540847"/>
                <a:gd name="connsiteX2" fmla="*/ 25640 w 207891"/>
                <a:gd name="connsiteY2" fmla="*/ 520 h 540847"/>
                <a:gd name="connsiteX3" fmla="*/ 29682 w 207891"/>
                <a:gd name="connsiteY3" fmla="*/ 513 h 540847"/>
                <a:gd name="connsiteX4" fmla="*/ 38159 w 207891"/>
                <a:gd name="connsiteY4" fmla="*/ 507 h 540847"/>
                <a:gd name="connsiteX5" fmla="*/ 49050 w 207891"/>
                <a:gd name="connsiteY5" fmla="*/ 485 h 540847"/>
                <a:gd name="connsiteX6" fmla="*/ 57398 w 207891"/>
                <a:gd name="connsiteY6" fmla="*/ 475 h 540847"/>
                <a:gd name="connsiteX7" fmla="*/ 61415 w 207891"/>
                <a:gd name="connsiteY7" fmla="*/ 465 h 540847"/>
                <a:gd name="connsiteX8" fmla="*/ 67017 w 207891"/>
                <a:gd name="connsiteY8" fmla="*/ 465 h 540847"/>
                <a:gd name="connsiteX9" fmla="*/ 68710 w 207891"/>
                <a:gd name="connsiteY9" fmla="*/ 452 h 540847"/>
                <a:gd name="connsiteX10" fmla="*/ 72611 w 207891"/>
                <a:gd name="connsiteY10" fmla="*/ 645 h 540847"/>
                <a:gd name="connsiteX11" fmla="*/ 73445 w 207891"/>
                <a:gd name="connsiteY11" fmla="*/ 9036 h 540847"/>
                <a:gd name="connsiteX12" fmla="*/ 73447 w 207891"/>
                <a:gd name="connsiteY12" fmla="*/ 11232 h 540847"/>
                <a:gd name="connsiteX13" fmla="*/ 73440 w 207891"/>
                <a:gd name="connsiteY13" fmla="*/ 18560 h 540847"/>
                <a:gd name="connsiteX14" fmla="*/ 73440 w 207891"/>
                <a:gd name="connsiteY14" fmla="*/ 23795 h 540847"/>
                <a:gd name="connsiteX15" fmla="*/ 73431 w 207891"/>
                <a:gd name="connsiteY15" fmla="*/ 38047 h 540847"/>
                <a:gd name="connsiteX16" fmla="*/ 73425 w 207891"/>
                <a:gd name="connsiteY16" fmla="*/ 51420 h 540847"/>
                <a:gd name="connsiteX17" fmla="*/ 73411 w 207891"/>
                <a:gd name="connsiteY17" fmla="*/ 77913 h 540847"/>
                <a:gd name="connsiteX18" fmla="*/ 73396 w 207891"/>
                <a:gd name="connsiteY18" fmla="*/ 103653 h 540847"/>
                <a:gd name="connsiteX19" fmla="*/ 73395 w 207891"/>
                <a:gd name="connsiteY19" fmla="*/ 105255 h 540847"/>
                <a:gd name="connsiteX20" fmla="*/ 73393 w 207891"/>
                <a:gd name="connsiteY20" fmla="*/ 113211 h 540847"/>
                <a:gd name="connsiteX21" fmla="*/ 73355 w 207891"/>
                <a:gd name="connsiteY21" fmla="*/ 179239 h 540847"/>
                <a:gd name="connsiteX22" fmla="*/ 76332 w 207891"/>
                <a:gd name="connsiteY22" fmla="*/ 175518 h 540847"/>
                <a:gd name="connsiteX23" fmla="*/ 79308 w 207891"/>
                <a:gd name="connsiteY23" fmla="*/ 174030 h 540847"/>
                <a:gd name="connsiteX24" fmla="*/ 80796 w 207891"/>
                <a:gd name="connsiteY24" fmla="*/ 171798 h 540847"/>
                <a:gd name="connsiteX25" fmla="*/ 82331 w 207891"/>
                <a:gd name="connsiteY25" fmla="*/ 171426 h 540847"/>
                <a:gd name="connsiteX26" fmla="*/ 83773 w 207891"/>
                <a:gd name="connsiteY26" fmla="*/ 171053 h 540847"/>
                <a:gd name="connsiteX27" fmla="*/ 84517 w 207891"/>
                <a:gd name="connsiteY27" fmla="*/ 168821 h 540847"/>
                <a:gd name="connsiteX28" fmla="*/ 87494 w 207891"/>
                <a:gd name="connsiteY28" fmla="*/ 167333 h 540847"/>
                <a:gd name="connsiteX29" fmla="*/ 88238 w 207891"/>
                <a:gd name="connsiteY29" fmla="*/ 165100 h 540847"/>
                <a:gd name="connsiteX30" fmla="*/ 91959 w 207891"/>
                <a:gd name="connsiteY30" fmla="*/ 164356 h 540847"/>
                <a:gd name="connsiteX31" fmla="*/ 92703 w 207891"/>
                <a:gd name="connsiteY31" fmla="*/ 162124 h 540847"/>
                <a:gd name="connsiteX32" fmla="*/ 94191 w 207891"/>
                <a:gd name="connsiteY32" fmla="*/ 161798 h 540847"/>
                <a:gd name="connsiteX33" fmla="*/ 95679 w 207891"/>
                <a:gd name="connsiteY33" fmla="*/ 161380 h 540847"/>
                <a:gd name="connsiteX34" fmla="*/ 96051 w 207891"/>
                <a:gd name="connsiteY34" fmla="*/ 159891 h 540847"/>
                <a:gd name="connsiteX35" fmla="*/ 96423 w 207891"/>
                <a:gd name="connsiteY35" fmla="*/ 158403 h 540847"/>
                <a:gd name="connsiteX36" fmla="*/ 99400 w 207891"/>
                <a:gd name="connsiteY36" fmla="*/ 157659 h 540847"/>
                <a:gd name="connsiteX37" fmla="*/ 99772 w 207891"/>
                <a:gd name="connsiteY37" fmla="*/ 156124 h 540847"/>
                <a:gd name="connsiteX38" fmla="*/ 100144 w 207891"/>
                <a:gd name="connsiteY38" fmla="*/ 154682 h 540847"/>
                <a:gd name="connsiteX39" fmla="*/ 103121 w 207891"/>
                <a:gd name="connsiteY39" fmla="*/ 154682 h 540847"/>
                <a:gd name="connsiteX40" fmla="*/ 103865 w 207891"/>
                <a:gd name="connsiteY40" fmla="*/ 151706 h 540847"/>
                <a:gd name="connsiteX41" fmla="*/ 106097 w 207891"/>
                <a:gd name="connsiteY41" fmla="*/ 150962 h 540847"/>
                <a:gd name="connsiteX42" fmla="*/ 106748 w 207891"/>
                <a:gd name="connsiteY42" fmla="*/ 149473 h 540847"/>
                <a:gd name="connsiteX43" fmla="*/ 107586 w 207891"/>
                <a:gd name="connsiteY43" fmla="*/ 147985 h 540847"/>
                <a:gd name="connsiteX44" fmla="*/ 109492 w 207891"/>
                <a:gd name="connsiteY44" fmla="*/ 147613 h 540847"/>
                <a:gd name="connsiteX45" fmla="*/ 111306 w 207891"/>
                <a:gd name="connsiteY45" fmla="*/ 147241 h 540847"/>
                <a:gd name="connsiteX46" fmla="*/ 112050 w 207891"/>
                <a:gd name="connsiteY46" fmla="*/ 144264 h 540847"/>
                <a:gd name="connsiteX47" fmla="*/ 114283 w 207891"/>
                <a:gd name="connsiteY47" fmla="*/ 143520 h 540847"/>
                <a:gd name="connsiteX48" fmla="*/ 115027 w 207891"/>
                <a:gd name="connsiteY48" fmla="*/ 141288 h 540847"/>
                <a:gd name="connsiteX49" fmla="*/ 117259 w 207891"/>
                <a:gd name="connsiteY49" fmla="*/ 140544 h 540847"/>
                <a:gd name="connsiteX50" fmla="*/ 117957 w 207891"/>
                <a:gd name="connsiteY50" fmla="*/ 139102 h 540847"/>
                <a:gd name="connsiteX51" fmla="*/ 121724 w 207891"/>
                <a:gd name="connsiteY51" fmla="*/ 136079 h 540847"/>
                <a:gd name="connsiteX52" fmla="*/ 122468 w 207891"/>
                <a:gd name="connsiteY52" fmla="*/ 134591 h 540847"/>
                <a:gd name="connsiteX53" fmla="*/ 124701 w 207891"/>
                <a:gd name="connsiteY53" fmla="*/ 133846 h 540847"/>
                <a:gd name="connsiteX54" fmla="*/ 126933 w 207891"/>
                <a:gd name="connsiteY54" fmla="*/ 130870 h 540847"/>
                <a:gd name="connsiteX55" fmla="*/ 128421 w 207891"/>
                <a:gd name="connsiteY55" fmla="*/ 130870 h 540847"/>
                <a:gd name="connsiteX56" fmla="*/ 128654 w 207891"/>
                <a:gd name="connsiteY56" fmla="*/ 129614 h 540847"/>
                <a:gd name="connsiteX57" fmla="*/ 132886 w 207891"/>
                <a:gd name="connsiteY57" fmla="*/ 124173 h 540847"/>
                <a:gd name="connsiteX58" fmla="*/ 135863 w 207891"/>
                <a:gd name="connsiteY58" fmla="*/ 122684 h 540847"/>
                <a:gd name="connsiteX59" fmla="*/ 139584 w 207891"/>
                <a:gd name="connsiteY59" fmla="*/ 117475 h 540847"/>
                <a:gd name="connsiteX60" fmla="*/ 142514 w 207891"/>
                <a:gd name="connsiteY60" fmla="*/ 114871 h 540847"/>
                <a:gd name="connsiteX61" fmla="*/ 147025 w 207891"/>
                <a:gd name="connsiteY61" fmla="*/ 110034 h 540847"/>
                <a:gd name="connsiteX62" fmla="*/ 149257 w 207891"/>
                <a:gd name="connsiteY62" fmla="*/ 109290 h 540847"/>
                <a:gd name="connsiteX63" fmla="*/ 150002 w 207891"/>
                <a:gd name="connsiteY63" fmla="*/ 107057 h 540847"/>
                <a:gd name="connsiteX64" fmla="*/ 152234 w 207891"/>
                <a:gd name="connsiteY64" fmla="*/ 106313 h 540847"/>
                <a:gd name="connsiteX65" fmla="*/ 152978 w 207891"/>
                <a:gd name="connsiteY65" fmla="*/ 104081 h 540847"/>
                <a:gd name="connsiteX66" fmla="*/ 154466 w 207891"/>
                <a:gd name="connsiteY66" fmla="*/ 103755 h 540847"/>
                <a:gd name="connsiteX67" fmla="*/ 155955 w 207891"/>
                <a:gd name="connsiteY67" fmla="*/ 103337 h 540847"/>
                <a:gd name="connsiteX68" fmla="*/ 156280 w 207891"/>
                <a:gd name="connsiteY68" fmla="*/ 102034 h 540847"/>
                <a:gd name="connsiteX69" fmla="*/ 160420 w 207891"/>
                <a:gd name="connsiteY69" fmla="*/ 96639 h 540847"/>
                <a:gd name="connsiteX70" fmla="*/ 162047 w 207891"/>
                <a:gd name="connsiteY70" fmla="*/ 94593 h 540847"/>
                <a:gd name="connsiteX71" fmla="*/ 166280 w 207891"/>
                <a:gd name="connsiteY71" fmla="*/ 91945 h 540847"/>
                <a:gd name="connsiteX72" fmla="*/ 170838 w 207891"/>
                <a:gd name="connsiteY72" fmla="*/ 92175 h 540847"/>
                <a:gd name="connsiteX73" fmla="*/ 172326 w 207891"/>
                <a:gd name="connsiteY73" fmla="*/ 96639 h 540847"/>
                <a:gd name="connsiteX74" fmla="*/ 173814 w 207891"/>
                <a:gd name="connsiteY74" fmla="*/ 97384 h 540847"/>
                <a:gd name="connsiteX75" fmla="*/ 176047 w 207891"/>
                <a:gd name="connsiteY75" fmla="*/ 101104 h 540847"/>
                <a:gd name="connsiteX76" fmla="*/ 178000 w 207891"/>
                <a:gd name="connsiteY76" fmla="*/ 103337 h 540847"/>
                <a:gd name="connsiteX77" fmla="*/ 180511 w 207891"/>
                <a:gd name="connsiteY77" fmla="*/ 109290 h 540847"/>
                <a:gd name="connsiteX78" fmla="*/ 182744 w 207891"/>
                <a:gd name="connsiteY78" fmla="*/ 110034 h 540847"/>
                <a:gd name="connsiteX79" fmla="*/ 183488 w 207891"/>
                <a:gd name="connsiteY79" fmla="*/ 113011 h 540847"/>
                <a:gd name="connsiteX80" fmla="*/ 184976 w 207891"/>
                <a:gd name="connsiteY80" fmla="*/ 113755 h 540847"/>
                <a:gd name="connsiteX81" fmla="*/ 185302 w 207891"/>
                <a:gd name="connsiteY81" fmla="*/ 115150 h 540847"/>
                <a:gd name="connsiteX82" fmla="*/ 189162 w 207891"/>
                <a:gd name="connsiteY82" fmla="*/ 119987 h 540847"/>
                <a:gd name="connsiteX83" fmla="*/ 190557 w 207891"/>
                <a:gd name="connsiteY83" fmla="*/ 123149 h 540847"/>
                <a:gd name="connsiteX84" fmla="*/ 190929 w 207891"/>
                <a:gd name="connsiteY84" fmla="*/ 124917 h 540847"/>
                <a:gd name="connsiteX85" fmla="*/ 193162 w 207891"/>
                <a:gd name="connsiteY85" fmla="*/ 125661 h 540847"/>
                <a:gd name="connsiteX86" fmla="*/ 195162 w 207891"/>
                <a:gd name="connsiteY86" fmla="*/ 128591 h 540847"/>
                <a:gd name="connsiteX87" fmla="*/ 196147 w 207891"/>
                <a:gd name="connsiteY87" fmla="*/ 130193 h 540847"/>
                <a:gd name="connsiteX88" fmla="*/ 196882 w 207891"/>
                <a:gd name="connsiteY88" fmla="*/ 133102 h 540847"/>
                <a:gd name="connsiteX89" fmla="*/ 199115 w 207891"/>
                <a:gd name="connsiteY89" fmla="*/ 133846 h 540847"/>
                <a:gd name="connsiteX90" fmla="*/ 199115 w 207891"/>
                <a:gd name="connsiteY90" fmla="*/ 137567 h 540847"/>
                <a:gd name="connsiteX91" fmla="*/ 201347 w 207891"/>
                <a:gd name="connsiteY91" fmla="*/ 137567 h 540847"/>
                <a:gd name="connsiteX92" fmla="*/ 202091 w 207891"/>
                <a:gd name="connsiteY92" fmla="*/ 140544 h 540847"/>
                <a:gd name="connsiteX93" fmla="*/ 203254 w 207891"/>
                <a:gd name="connsiteY93" fmla="*/ 141706 h 540847"/>
                <a:gd name="connsiteX94" fmla="*/ 204324 w 207891"/>
                <a:gd name="connsiteY94" fmla="*/ 145009 h 540847"/>
                <a:gd name="connsiteX95" fmla="*/ 206556 w 207891"/>
                <a:gd name="connsiteY95" fmla="*/ 145009 h 540847"/>
                <a:gd name="connsiteX96" fmla="*/ 207300 w 207891"/>
                <a:gd name="connsiteY96" fmla="*/ 148729 h 540847"/>
                <a:gd name="connsiteX97" fmla="*/ 209533 w 207891"/>
                <a:gd name="connsiteY97" fmla="*/ 149473 h 540847"/>
                <a:gd name="connsiteX98" fmla="*/ 212509 w 207891"/>
                <a:gd name="connsiteY98" fmla="*/ 152450 h 540847"/>
                <a:gd name="connsiteX99" fmla="*/ 212509 w 207891"/>
                <a:gd name="connsiteY99" fmla="*/ 159891 h 540847"/>
                <a:gd name="connsiteX100" fmla="*/ 208696 w 207891"/>
                <a:gd name="connsiteY100" fmla="*/ 161473 h 540847"/>
                <a:gd name="connsiteX101" fmla="*/ 206556 w 207891"/>
                <a:gd name="connsiteY101" fmla="*/ 161380 h 540847"/>
                <a:gd name="connsiteX102" fmla="*/ 206556 w 207891"/>
                <a:gd name="connsiteY102" fmla="*/ 164356 h 540847"/>
                <a:gd name="connsiteX103" fmla="*/ 202836 w 207891"/>
                <a:gd name="connsiteY103" fmla="*/ 165844 h 540847"/>
                <a:gd name="connsiteX104" fmla="*/ 202836 w 207891"/>
                <a:gd name="connsiteY104" fmla="*/ 168077 h 540847"/>
                <a:gd name="connsiteX105" fmla="*/ 200650 w 207891"/>
                <a:gd name="connsiteY105" fmla="*/ 167891 h 540847"/>
                <a:gd name="connsiteX106" fmla="*/ 198371 w 207891"/>
                <a:gd name="connsiteY106" fmla="*/ 168077 h 540847"/>
                <a:gd name="connsiteX107" fmla="*/ 197627 w 207891"/>
                <a:gd name="connsiteY107" fmla="*/ 171053 h 540847"/>
                <a:gd name="connsiteX108" fmla="*/ 195394 w 207891"/>
                <a:gd name="connsiteY108" fmla="*/ 172542 h 540847"/>
                <a:gd name="connsiteX109" fmla="*/ 194650 w 207891"/>
                <a:gd name="connsiteY109" fmla="*/ 174774 h 540847"/>
                <a:gd name="connsiteX110" fmla="*/ 190929 w 207891"/>
                <a:gd name="connsiteY110" fmla="*/ 176262 h 540847"/>
                <a:gd name="connsiteX111" fmla="*/ 190185 w 207891"/>
                <a:gd name="connsiteY111" fmla="*/ 178495 h 540847"/>
                <a:gd name="connsiteX112" fmla="*/ 186464 w 207891"/>
                <a:gd name="connsiteY112" fmla="*/ 179983 h 540847"/>
                <a:gd name="connsiteX113" fmla="*/ 185720 w 207891"/>
                <a:gd name="connsiteY113" fmla="*/ 181471 h 540847"/>
                <a:gd name="connsiteX114" fmla="*/ 184279 w 207891"/>
                <a:gd name="connsiteY114" fmla="*/ 181750 h 540847"/>
                <a:gd name="connsiteX115" fmla="*/ 182744 w 207891"/>
                <a:gd name="connsiteY115" fmla="*/ 182216 h 540847"/>
                <a:gd name="connsiteX116" fmla="*/ 181255 w 207891"/>
                <a:gd name="connsiteY116" fmla="*/ 185192 h 540847"/>
                <a:gd name="connsiteX117" fmla="*/ 178279 w 207891"/>
                <a:gd name="connsiteY117" fmla="*/ 186680 h 540847"/>
                <a:gd name="connsiteX118" fmla="*/ 178279 w 207891"/>
                <a:gd name="connsiteY118" fmla="*/ 188913 h 540847"/>
                <a:gd name="connsiteX119" fmla="*/ 176512 w 207891"/>
                <a:gd name="connsiteY119" fmla="*/ 188727 h 540847"/>
                <a:gd name="connsiteX120" fmla="*/ 174558 w 207891"/>
                <a:gd name="connsiteY120" fmla="*/ 188913 h 540847"/>
                <a:gd name="connsiteX121" fmla="*/ 173070 w 207891"/>
                <a:gd name="connsiteY121" fmla="*/ 191889 h 540847"/>
                <a:gd name="connsiteX122" fmla="*/ 171117 w 207891"/>
                <a:gd name="connsiteY122" fmla="*/ 192261 h 540847"/>
                <a:gd name="connsiteX123" fmla="*/ 169349 w 207891"/>
                <a:gd name="connsiteY123" fmla="*/ 192634 h 540847"/>
                <a:gd name="connsiteX124" fmla="*/ 169349 w 207891"/>
                <a:gd name="connsiteY124" fmla="*/ 195610 h 540847"/>
                <a:gd name="connsiteX125" fmla="*/ 165629 w 207891"/>
                <a:gd name="connsiteY125" fmla="*/ 196354 h 540847"/>
                <a:gd name="connsiteX126" fmla="*/ 164884 w 207891"/>
                <a:gd name="connsiteY126" fmla="*/ 198587 h 540847"/>
                <a:gd name="connsiteX127" fmla="*/ 160420 w 207891"/>
                <a:gd name="connsiteY127" fmla="*/ 199331 h 540847"/>
                <a:gd name="connsiteX128" fmla="*/ 160420 w 207891"/>
                <a:gd name="connsiteY128" fmla="*/ 202307 h 540847"/>
                <a:gd name="connsiteX129" fmla="*/ 155211 w 207891"/>
                <a:gd name="connsiteY129" fmla="*/ 203052 h 540847"/>
                <a:gd name="connsiteX130" fmla="*/ 155211 w 207891"/>
                <a:gd name="connsiteY130" fmla="*/ 205284 h 540847"/>
                <a:gd name="connsiteX131" fmla="*/ 152234 w 207891"/>
                <a:gd name="connsiteY131" fmla="*/ 206772 h 540847"/>
                <a:gd name="connsiteX132" fmla="*/ 151490 w 207891"/>
                <a:gd name="connsiteY132" fmla="*/ 209005 h 540847"/>
                <a:gd name="connsiteX133" fmla="*/ 149211 w 207891"/>
                <a:gd name="connsiteY133" fmla="*/ 209749 h 540847"/>
                <a:gd name="connsiteX134" fmla="*/ 147025 w 207891"/>
                <a:gd name="connsiteY134" fmla="*/ 210493 h 540847"/>
                <a:gd name="connsiteX135" fmla="*/ 147025 w 207891"/>
                <a:gd name="connsiteY135" fmla="*/ 212725 h 540847"/>
                <a:gd name="connsiteX136" fmla="*/ 144839 w 207891"/>
                <a:gd name="connsiteY136" fmla="*/ 212958 h 540847"/>
                <a:gd name="connsiteX137" fmla="*/ 142560 w 207891"/>
                <a:gd name="connsiteY137" fmla="*/ 213469 h 540847"/>
                <a:gd name="connsiteX138" fmla="*/ 141816 w 207891"/>
                <a:gd name="connsiteY138" fmla="*/ 215702 h 540847"/>
                <a:gd name="connsiteX139" fmla="*/ 138095 w 207891"/>
                <a:gd name="connsiteY139" fmla="*/ 217190 h 540847"/>
                <a:gd name="connsiteX140" fmla="*/ 137351 w 207891"/>
                <a:gd name="connsiteY140" fmla="*/ 219423 h 540847"/>
                <a:gd name="connsiteX141" fmla="*/ 133630 w 207891"/>
                <a:gd name="connsiteY141" fmla="*/ 220167 h 540847"/>
                <a:gd name="connsiteX142" fmla="*/ 132886 w 207891"/>
                <a:gd name="connsiteY142" fmla="*/ 222399 h 540847"/>
                <a:gd name="connsiteX143" fmla="*/ 128421 w 207891"/>
                <a:gd name="connsiteY143" fmla="*/ 223143 h 540847"/>
                <a:gd name="connsiteX144" fmla="*/ 128421 w 207891"/>
                <a:gd name="connsiteY144" fmla="*/ 226120 h 540847"/>
                <a:gd name="connsiteX145" fmla="*/ 124701 w 207891"/>
                <a:gd name="connsiteY145" fmla="*/ 226864 h 540847"/>
                <a:gd name="connsiteX146" fmla="*/ 124375 w 207891"/>
                <a:gd name="connsiteY146" fmla="*/ 228352 h 540847"/>
                <a:gd name="connsiteX147" fmla="*/ 123957 w 207891"/>
                <a:gd name="connsiteY147" fmla="*/ 229841 h 540847"/>
                <a:gd name="connsiteX148" fmla="*/ 119492 w 207891"/>
                <a:gd name="connsiteY148" fmla="*/ 230585 h 540847"/>
                <a:gd name="connsiteX149" fmla="*/ 118748 w 207891"/>
                <a:gd name="connsiteY149" fmla="*/ 232817 h 540847"/>
                <a:gd name="connsiteX150" fmla="*/ 114283 w 207891"/>
                <a:gd name="connsiteY150" fmla="*/ 234305 h 540847"/>
                <a:gd name="connsiteX151" fmla="*/ 113539 w 207891"/>
                <a:gd name="connsiteY151" fmla="*/ 236538 h 540847"/>
                <a:gd name="connsiteX152" fmla="*/ 109074 w 207891"/>
                <a:gd name="connsiteY152" fmla="*/ 237282 h 540847"/>
                <a:gd name="connsiteX153" fmla="*/ 108330 w 207891"/>
                <a:gd name="connsiteY153" fmla="*/ 239514 h 540847"/>
                <a:gd name="connsiteX154" fmla="*/ 103865 w 207891"/>
                <a:gd name="connsiteY154" fmla="*/ 241003 h 540847"/>
                <a:gd name="connsiteX155" fmla="*/ 103121 w 207891"/>
                <a:gd name="connsiteY155" fmla="*/ 243235 h 540847"/>
                <a:gd name="connsiteX156" fmla="*/ 101632 w 207891"/>
                <a:gd name="connsiteY156" fmla="*/ 243561 h 540847"/>
                <a:gd name="connsiteX157" fmla="*/ 100144 w 207891"/>
                <a:gd name="connsiteY157" fmla="*/ 243979 h 540847"/>
                <a:gd name="connsiteX158" fmla="*/ 99912 w 207891"/>
                <a:gd name="connsiteY158" fmla="*/ 245514 h 540847"/>
                <a:gd name="connsiteX159" fmla="*/ 99400 w 207891"/>
                <a:gd name="connsiteY159" fmla="*/ 246956 h 540847"/>
                <a:gd name="connsiteX160" fmla="*/ 94191 w 207891"/>
                <a:gd name="connsiteY160" fmla="*/ 246956 h 540847"/>
                <a:gd name="connsiteX161" fmla="*/ 94191 w 207891"/>
                <a:gd name="connsiteY161" fmla="*/ 249932 h 540847"/>
                <a:gd name="connsiteX162" fmla="*/ 92052 w 207891"/>
                <a:gd name="connsiteY162" fmla="*/ 250118 h 540847"/>
                <a:gd name="connsiteX163" fmla="*/ 89726 w 207891"/>
                <a:gd name="connsiteY163" fmla="*/ 250677 h 540847"/>
                <a:gd name="connsiteX164" fmla="*/ 88238 w 207891"/>
                <a:gd name="connsiteY164" fmla="*/ 253653 h 540847"/>
                <a:gd name="connsiteX165" fmla="*/ 84517 w 207891"/>
                <a:gd name="connsiteY165" fmla="*/ 254397 h 540847"/>
                <a:gd name="connsiteX166" fmla="*/ 83773 w 207891"/>
                <a:gd name="connsiteY166" fmla="*/ 256630 h 540847"/>
                <a:gd name="connsiteX167" fmla="*/ 78564 w 207891"/>
                <a:gd name="connsiteY167" fmla="*/ 257374 h 540847"/>
                <a:gd name="connsiteX168" fmla="*/ 78564 w 207891"/>
                <a:gd name="connsiteY168" fmla="*/ 260350 h 540847"/>
                <a:gd name="connsiteX169" fmla="*/ 74099 w 207891"/>
                <a:gd name="connsiteY169" fmla="*/ 261094 h 540847"/>
                <a:gd name="connsiteX170" fmla="*/ 74023 w 207891"/>
                <a:gd name="connsiteY170" fmla="*/ 325615 h 540847"/>
                <a:gd name="connsiteX171" fmla="*/ 74017 w 207891"/>
                <a:gd name="connsiteY171" fmla="*/ 333224 h 540847"/>
                <a:gd name="connsiteX172" fmla="*/ 74016 w 207891"/>
                <a:gd name="connsiteY172" fmla="*/ 334754 h 540847"/>
                <a:gd name="connsiteX173" fmla="*/ 73984 w 207891"/>
                <a:gd name="connsiteY173" fmla="*/ 359316 h 540847"/>
                <a:gd name="connsiteX174" fmla="*/ 73959 w 207891"/>
                <a:gd name="connsiteY174" fmla="*/ 384499 h 540847"/>
                <a:gd name="connsiteX175" fmla="*/ 73942 w 207891"/>
                <a:gd name="connsiteY175" fmla="*/ 398652 h 540847"/>
                <a:gd name="connsiteX176" fmla="*/ 73931 w 207891"/>
                <a:gd name="connsiteY176" fmla="*/ 411957 h 540847"/>
                <a:gd name="connsiteX177" fmla="*/ 73922 w 207891"/>
                <a:gd name="connsiteY177" fmla="*/ 416855 h 540847"/>
                <a:gd name="connsiteX178" fmla="*/ 73920 w 207891"/>
                <a:gd name="connsiteY178" fmla="*/ 423512 h 540847"/>
                <a:gd name="connsiteX179" fmla="*/ 73907 w 207891"/>
                <a:gd name="connsiteY179" fmla="*/ 425497 h 540847"/>
                <a:gd name="connsiteX180" fmla="*/ 74099 w 207891"/>
                <a:gd name="connsiteY180" fmla="*/ 430014 h 540847"/>
                <a:gd name="connsiteX181" fmla="*/ 75588 w 207891"/>
                <a:gd name="connsiteY181" fmla="*/ 430759 h 540847"/>
                <a:gd name="connsiteX182" fmla="*/ 75896 w 207891"/>
                <a:gd name="connsiteY182" fmla="*/ 437017 h 540847"/>
                <a:gd name="connsiteX183" fmla="*/ 75939 w 207891"/>
                <a:gd name="connsiteY183" fmla="*/ 438916 h 540847"/>
                <a:gd name="connsiteX184" fmla="*/ 76053 w 207891"/>
                <a:gd name="connsiteY184" fmla="*/ 444944 h 540847"/>
                <a:gd name="connsiteX185" fmla="*/ 76140 w 207891"/>
                <a:gd name="connsiteY185" fmla="*/ 449020 h 540847"/>
                <a:gd name="connsiteX186" fmla="*/ 76332 w 207891"/>
                <a:gd name="connsiteY186" fmla="*/ 459036 h 540847"/>
                <a:gd name="connsiteX187" fmla="*/ 77820 w 207891"/>
                <a:gd name="connsiteY187" fmla="*/ 459036 h 540847"/>
                <a:gd name="connsiteX188" fmla="*/ 78256 w 207891"/>
                <a:gd name="connsiteY188" fmla="*/ 460513 h 540847"/>
                <a:gd name="connsiteX189" fmla="*/ 79308 w 207891"/>
                <a:gd name="connsiteY189" fmla="*/ 462012 h 540847"/>
                <a:gd name="connsiteX190" fmla="*/ 85726 w 207891"/>
                <a:gd name="connsiteY190" fmla="*/ 462198 h 540847"/>
                <a:gd name="connsiteX191" fmla="*/ 87534 w 207891"/>
                <a:gd name="connsiteY191" fmla="*/ 462158 h 540847"/>
                <a:gd name="connsiteX192" fmla="*/ 91959 w 207891"/>
                <a:gd name="connsiteY192" fmla="*/ 462012 h 540847"/>
                <a:gd name="connsiteX193" fmla="*/ 91959 w 207891"/>
                <a:gd name="connsiteY193" fmla="*/ 464245 h 540847"/>
                <a:gd name="connsiteX194" fmla="*/ 97566 w 207891"/>
                <a:gd name="connsiteY194" fmla="*/ 465121 h 540847"/>
                <a:gd name="connsiteX195" fmla="*/ 100177 w 207891"/>
                <a:gd name="connsiteY195" fmla="*/ 465150 h 540847"/>
                <a:gd name="connsiteX196" fmla="*/ 103007 w 207891"/>
                <a:gd name="connsiteY196" fmla="*/ 465166 h 540847"/>
                <a:gd name="connsiteX197" fmla="*/ 105899 w 207891"/>
                <a:gd name="connsiteY197" fmla="*/ 465185 h 540847"/>
                <a:gd name="connsiteX198" fmla="*/ 111958 w 207891"/>
                <a:gd name="connsiteY198" fmla="*/ 465209 h 540847"/>
                <a:gd name="connsiteX199" fmla="*/ 119741 w 207891"/>
                <a:gd name="connsiteY199" fmla="*/ 465272 h 540847"/>
                <a:gd name="connsiteX200" fmla="*/ 127145 w 207891"/>
                <a:gd name="connsiteY200" fmla="*/ 465306 h 540847"/>
                <a:gd name="connsiteX201" fmla="*/ 129980 w 207891"/>
                <a:gd name="connsiteY201" fmla="*/ 465345 h 540847"/>
                <a:gd name="connsiteX202" fmla="*/ 132584 w 207891"/>
                <a:gd name="connsiteY202" fmla="*/ 465339 h 540847"/>
                <a:gd name="connsiteX203" fmla="*/ 134889 w 207891"/>
                <a:gd name="connsiteY203" fmla="*/ 465352 h 540847"/>
                <a:gd name="connsiteX204" fmla="*/ 136607 w 207891"/>
                <a:gd name="connsiteY204" fmla="*/ 464989 h 540847"/>
                <a:gd name="connsiteX205" fmla="*/ 137351 w 207891"/>
                <a:gd name="connsiteY205" fmla="*/ 462012 h 540847"/>
                <a:gd name="connsiteX206" fmla="*/ 142235 w 207891"/>
                <a:gd name="connsiteY206" fmla="*/ 461826 h 540847"/>
                <a:gd name="connsiteX207" fmla="*/ 144935 w 207891"/>
                <a:gd name="connsiteY207" fmla="*/ 461908 h 540847"/>
                <a:gd name="connsiteX208" fmla="*/ 147025 w 207891"/>
                <a:gd name="connsiteY208" fmla="*/ 462012 h 540847"/>
                <a:gd name="connsiteX209" fmla="*/ 147025 w 207891"/>
                <a:gd name="connsiteY209" fmla="*/ 459036 h 540847"/>
                <a:gd name="connsiteX210" fmla="*/ 149257 w 207891"/>
                <a:gd name="connsiteY210" fmla="*/ 458292 h 540847"/>
                <a:gd name="connsiteX211" fmla="*/ 149769 w 207891"/>
                <a:gd name="connsiteY211" fmla="*/ 455269 h 540847"/>
                <a:gd name="connsiteX212" fmla="*/ 150002 w 207891"/>
                <a:gd name="connsiteY212" fmla="*/ 452339 h 540847"/>
                <a:gd name="connsiteX213" fmla="*/ 152234 w 207891"/>
                <a:gd name="connsiteY213" fmla="*/ 452339 h 540847"/>
                <a:gd name="connsiteX214" fmla="*/ 152156 w 207891"/>
                <a:gd name="connsiteY214" fmla="*/ 449760 h 540847"/>
                <a:gd name="connsiteX215" fmla="*/ 152094 w 207891"/>
                <a:gd name="connsiteY215" fmla="*/ 446432 h 540847"/>
                <a:gd name="connsiteX216" fmla="*/ 152038 w 207891"/>
                <a:gd name="connsiteY216" fmla="*/ 444730 h 540847"/>
                <a:gd name="connsiteX217" fmla="*/ 152234 w 207891"/>
                <a:gd name="connsiteY217" fmla="*/ 440432 h 540847"/>
                <a:gd name="connsiteX218" fmla="*/ 154466 w 207891"/>
                <a:gd name="connsiteY218" fmla="*/ 439688 h 540847"/>
                <a:gd name="connsiteX219" fmla="*/ 154769 w 207891"/>
                <a:gd name="connsiteY219" fmla="*/ 434811 h 540847"/>
                <a:gd name="connsiteX220" fmla="*/ 154793 w 207891"/>
                <a:gd name="connsiteY220" fmla="*/ 433328 h 540847"/>
                <a:gd name="connsiteX221" fmla="*/ 154838 w 207891"/>
                <a:gd name="connsiteY221" fmla="*/ 428619 h 540847"/>
                <a:gd name="connsiteX222" fmla="*/ 154908 w 207891"/>
                <a:gd name="connsiteY222" fmla="*/ 422439 h 540847"/>
                <a:gd name="connsiteX223" fmla="*/ 154924 w 207891"/>
                <a:gd name="connsiteY223" fmla="*/ 419655 h 540847"/>
                <a:gd name="connsiteX224" fmla="*/ 156326 w 207891"/>
                <a:gd name="connsiteY224" fmla="*/ 416401 h 540847"/>
                <a:gd name="connsiteX225" fmla="*/ 157741 w 207891"/>
                <a:gd name="connsiteY225" fmla="*/ 410381 h 540847"/>
                <a:gd name="connsiteX226" fmla="*/ 157771 w 207891"/>
                <a:gd name="connsiteY226" fmla="*/ 407410 h 540847"/>
                <a:gd name="connsiteX227" fmla="*/ 157771 w 207891"/>
                <a:gd name="connsiteY227" fmla="*/ 404196 h 540847"/>
                <a:gd name="connsiteX228" fmla="*/ 157801 w 207891"/>
                <a:gd name="connsiteY228" fmla="*/ 400908 h 540847"/>
                <a:gd name="connsiteX229" fmla="*/ 157854 w 207891"/>
                <a:gd name="connsiteY229" fmla="*/ 392255 h 540847"/>
                <a:gd name="connsiteX230" fmla="*/ 157945 w 207891"/>
                <a:gd name="connsiteY230" fmla="*/ 378387 h 540847"/>
                <a:gd name="connsiteX231" fmla="*/ 157962 w 207891"/>
                <a:gd name="connsiteY231" fmla="*/ 373533 h 540847"/>
                <a:gd name="connsiteX232" fmla="*/ 157985 w 207891"/>
                <a:gd name="connsiteY232" fmla="*/ 370576 h 540847"/>
                <a:gd name="connsiteX233" fmla="*/ 157995 w 207891"/>
                <a:gd name="connsiteY233" fmla="*/ 367957 h 540847"/>
                <a:gd name="connsiteX234" fmla="*/ 158187 w 207891"/>
                <a:gd name="connsiteY234" fmla="*/ 366018 h 540847"/>
                <a:gd name="connsiteX235" fmla="*/ 159675 w 207891"/>
                <a:gd name="connsiteY235" fmla="*/ 365274 h 540847"/>
                <a:gd name="connsiteX236" fmla="*/ 159957 w 207891"/>
                <a:gd name="connsiteY236" fmla="*/ 361158 h 540847"/>
                <a:gd name="connsiteX237" fmla="*/ 160034 w 207891"/>
                <a:gd name="connsiteY237" fmla="*/ 358632 h 540847"/>
                <a:gd name="connsiteX238" fmla="*/ 160094 w 207891"/>
                <a:gd name="connsiteY238" fmla="*/ 355972 h 540847"/>
                <a:gd name="connsiteX239" fmla="*/ 160236 w 207891"/>
                <a:gd name="connsiteY239" fmla="*/ 350787 h 540847"/>
                <a:gd name="connsiteX240" fmla="*/ 160290 w 207891"/>
                <a:gd name="connsiteY240" fmla="*/ 348451 h 540847"/>
                <a:gd name="connsiteX241" fmla="*/ 161164 w 207891"/>
                <a:gd name="connsiteY241" fmla="*/ 345927 h 540847"/>
                <a:gd name="connsiteX242" fmla="*/ 167117 w 207891"/>
                <a:gd name="connsiteY242" fmla="*/ 345927 h 540847"/>
                <a:gd name="connsiteX243" fmla="*/ 167117 w 207891"/>
                <a:gd name="connsiteY243" fmla="*/ 348903 h 540847"/>
                <a:gd name="connsiteX244" fmla="*/ 170838 w 207891"/>
                <a:gd name="connsiteY244" fmla="*/ 350391 h 540847"/>
                <a:gd name="connsiteX245" fmla="*/ 170838 w 207891"/>
                <a:gd name="connsiteY245" fmla="*/ 352624 h 540847"/>
                <a:gd name="connsiteX246" fmla="*/ 172651 w 207891"/>
                <a:gd name="connsiteY246" fmla="*/ 352438 h 540847"/>
                <a:gd name="connsiteX247" fmla="*/ 174558 w 207891"/>
                <a:gd name="connsiteY247" fmla="*/ 352624 h 540847"/>
                <a:gd name="connsiteX248" fmla="*/ 174884 w 207891"/>
                <a:gd name="connsiteY248" fmla="*/ 354066 h 540847"/>
                <a:gd name="connsiteX249" fmla="*/ 175302 w 207891"/>
                <a:gd name="connsiteY249" fmla="*/ 355600 h 540847"/>
                <a:gd name="connsiteX250" fmla="*/ 179767 w 207891"/>
                <a:gd name="connsiteY250" fmla="*/ 356344 h 540847"/>
                <a:gd name="connsiteX251" fmla="*/ 179767 w 207891"/>
                <a:gd name="connsiteY251" fmla="*/ 359321 h 540847"/>
                <a:gd name="connsiteX252" fmla="*/ 182325 w 207891"/>
                <a:gd name="connsiteY252" fmla="*/ 359554 h 540847"/>
                <a:gd name="connsiteX253" fmla="*/ 184976 w 207891"/>
                <a:gd name="connsiteY253" fmla="*/ 360065 h 540847"/>
                <a:gd name="connsiteX254" fmla="*/ 185720 w 207891"/>
                <a:gd name="connsiteY254" fmla="*/ 362298 h 540847"/>
                <a:gd name="connsiteX255" fmla="*/ 187906 w 207891"/>
                <a:gd name="connsiteY255" fmla="*/ 362623 h 540847"/>
                <a:gd name="connsiteX256" fmla="*/ 190185 w 207891"/>
                <a:gd name="connsiteY256" fmla="*/ 363042 h 540847"/>
                <a:gd name="connsiteX257" fmla="*/ 191673 w 207891"/>
                <a:gd name="connsiteY257" fmla="*/ 366018 h 540847"/>
                <a:gd name="connsiteX258" fmla="*/ 196138 w 207891"/>
                <a:gd name="connsiteY258" fmla="*/ 366762 h 540847"/>
                <a:gd name="connsiteX259" fmla="*/ 196138 w 207891"/>
                <a:gd name="connsiteY259" fmla="*/ 368995 h 540847"/>
                <a:gd name="connsiteX260" fmla="*/ 197551 w 207891"/>
                <a:gd name="connsiteY260" fmla="*/ 369053 h 540847"/>
                <a:gd name="connsiteX261" fmla="*/ 199394 w 207891"/>
                <a:gd name="connsiteY261" fmla="*/ 369181 h 540847"/>
                <a:gd name="connsiteX262" fmla="*/ 201225 w 207891"/>
                <a:gd name="connsiteY262" fmla="*/ 369286 h 540847"/>
                <a:gd name="connsiteX263" fmla="*/ 202836 w 207891"/>
                <a:gd name="connsiteY263" fmla="*/ 369739 h 540847"/>
                <a:gd name="connsiteX264" fmla="*/ 204324 w 207891"/>
                <a:gd name="connsiteY264" fmla="*/ 372716 h 540847"/>
                <a:gd name="connsiteX265" fmla="*/ 207765 w 207891"/>
                <a:gd name="connsiteY265" fmla="*/ 373274 h 540847"/>
                <a:gd name="connsiteX266" fmla="*/ 209608 w 207891"/>
                <a:gd name="connsiteY266" fmla="*/ 373402 h 540847"/>
                <a:gd name="connsiteX267" fmla="*/ 211021 w 207891"/>
                <a:gd name="connsiteY267" fmla="*/ 373460 h 540847"/>
                <a:gd name="connsiteX268" fmla="*/ 211021 w 207891"/>
                <a:gd name="connsiteY268" fmla="*/ 376436 h 540847"/>
                <a:gd name="connsiteX269" fmla="*/ 217718 w 207891"/>
                <a:gd name="connsiteY269" fmla="*/ 376436 h 540847"/>
                <a:gd name="connsiteX270" fmla="*/ 217795 w 207891"/>
                <a:gd name="connsiteY270" fmla="*/ 394444 h 540847"/>
                <a:gd name="connsiteX271" fmla="*/ 217831 w 207891"/>
                <a:gd name="connsiteY271" fmla="*/ 402805 h 540847"/>
                <a:gd name="connsiteX272" fmla="*/ 217860 w 207891"/>
                <a:gd name="connsiteY272" fmla="*/ 410868 h 540847"/>
                <a:gd name="connsiteX273" fmla="*/ 217876 w 207891"/>
                <a:gd name="connsiteY273" fmla="*/ 413950 h 540847"/>
                <a:gd name="connsiteX274" fmla="*/ 217887 w 207891"/>
                <a:gd name="connsiteY274" fmla="*/ 418253 h 540847"/>
                <a:gd name="connsiteX275" fmla="*/ 217897 w 207891"/>
                <a:gd name="connsiteY275" fmla="*/ 420732 h 540847"/>
                <a:gd name="connsiteX276" fmla="*/ 217718 w 207891"/>
                <a:gd name="connsiteY276" fmla="*/ 422573 h 540847"/>
                <a:gd name="connsiteX277" fmla="*/ 216230 w 207891"/>
                <a:gd name="connsiteY277" fmla="*/ 423317 h 540847"/>
                <a:gd name="connsiteX278" fmla="*/ 216000 w 207891"/>
                <a:gd name="connsiteY278" fmla="*/ 428573 h 540847"/>
                <a:gd name="connsiteX279" fmla="*/ 215944 w 207891"/>
                <a:gd name="connsiteY279" fmla="*/ 431811 h 540847"/>
                <a:gd name="connsiteX280" fmla="*/ 215891 w 207891"/>
                <a:gd name="connsiteY280" fmla="*/ 436941 h 540847"/>
                <a:gd name="connsiteX281" fmla="*/ 215814 w 207891"/>
                <a:gd name="connsiteY281" fmla="*/ 441874 h 540847"/>
                <a:gd name="connsiteX282" fmla="*/ 215814 w 207891"/>
                <a:gd name="connsiteY282" fmla="*/ 443434 h 540847"/>
                <a:gd name="connsiteX283" fmla="*/ 215486 w 207891"/>
                <a:gd name="connsiteY283" fmla="*/ 447130 h 540847"/>
                <a:gd name="connsiteX284" fmla="*/ 213254 w 207891"/>
                <a:gd name="connsiteY284" fmla="*/ 447874 h 540847"/>
                <a:gd name="connsiteX285" fmla="*/ 212925 w 207891"/>
                <a:gd name="connsiteY285" fmla="*/ 451501 h 540847"/>
                <a:gd name="connsiteX286" fmla="*/ 212865 w 207891"/>
                <a:gd name="connsiteY286" fmla="*/ 453722 h 540847"/>
                <a:gd name="connsiteX287" fmla="*/ 212835 w 207891"/>
                <a:gd name="connsiteY287" fmla="*/ 456059 h 540847"/>
                <a:gd name="connsiteX288" fmla="*/ 212739 w 207891"/>
                <a:gd name="connsiteY288" fmla="*/ 460617 h 540847"/>
                <a:gd name="connsiteX289" fmla="*/ 212711 w 207891"/>
                <a:gd name="connsiteY289" fmla="*/ 462669 h 540847"/>
                <a:gd name="connsiteX290" fmla="*/ 212509 w 207891"/>
                <a:gd name="connsiteY290" fmla="*/ 464245 h 540847"/>
                <a:gd name="connsiteX291" fmla="*/ 211021 w 207891"/>
                <a:gd name="connsiteY291" fmla="*/ 464989 h 540847"/>
                <a:gd name="connsiteX292" fmla="*/ 209815 w 207891"/>
                <a:gd name="connsiteY292" fmla="*/ 475555 h 540847"/>
                <a:gd name="connsiteX293" fmla="*/ 209533 w 207891"/>
                <a:gd name="connsiteY293" fmla="*/ 477639 h 540847"/>
                <a:gd name="connsiteX294" fmla="*/ 208045 w 207891"/>
                <a:gd name="connsiteY294" fmla="*/ 478384 h 540847"/>
                <a:gd name="connsiteX295" fmla="*/ 207629 w 207891"/>
                <a:gd name="connsiteY295" fmla="*/ 485895 h 540847"/>
                <a:gd name="connsiteX296" fmla="*/ 207300 w 207891"/>
                <a:gd name="connsiteY296" fmla="*/ 488057 h 540847"/>
                <a:gd name="connsiteX297" fmla="*/ 205068 w 207891"/>
                <a:gd name="connsiteY297" fmla="*/ 488801 h 540847"/>
                <a:gd name="connsiteX298" fmla="*/ 204696 w 207891"/>
                <a:gd name="connsiteY298" fmla="*/ 492104 h 540847"/>
                <a:gd name="connsiteX299" fmla="*/ 204324 w 207891"/>
                <a:gd name="connsiteY299" fmla="*/ 495499 h 540847"/>
                <a:gd name="connsiteX300" fmla="*/ 202091 w 207891"/>
                <a:gd name="connsiteY300" fmla="*/ 496987 h 540847"/>
                <a:gd name="connsiteX301" fmla="*/ 201580 w 207891"/>
                <a:gd name="connsiteY301" fmla="*/ 500057 h 540847"/>
                <a:gd name="connsiteX302" fmla="*/ 201347 w 207891"/>
                <a:gd name="connsiteY302" fmla="*/ 502940 h 540847"/>
                <a:gd name="connsiteX303" fmla="*/ 199115 w 207891"/>
                <a:gd name="connsiteY303" fmla="*/ 502940 h 540847"/>
                <a:gd name="connsiteX304" fmla="*/ 199254 w 207891"/>
                <a:gd name="connsiteY304" fmla="*/ 505452 h 540847"/>
                <a:gd name="connsiteX305" fmla="*/ 199115 w 207891"/>
                <a:gd name="connsiteY305" fmla="*/ 508149 h 540847"/>
                <a:gd name="connsiteX306" fmla="*/ 196882 w 207891"/>
                <a:gd name="connsiteY306" fmla="*/ 509637 h 540847"/>
                <a:gd name="connsiteX307" fmla="*/ 196510 w 207891"/>
                <a:gd name="connsiteY307" fmla="*/ 511544 h 540847"/>
                <a:gd name="connsiteX308" fmla="*/ 196138 w 207891"/>
                <a:gd name="connsiteY308" fmla="*/ 513358 h 540847"/>
                <a:gd name="connsiteX309" fmla="*/ 193906 w 207891"/>
                <a:gd name="connsiteY309" fmla="*/ 514102 h 540847"/>
                <a:gd name="connsiteX310" fmla="*/ 193627 w 207891"/>
                <a:gd name="connsiteY310" fmla="*/ 515777 h 540847"/>
                <a:gd name="connsiteX311" fmla="*/ 189441 w 207891"/>
                <a:gd name="connsiteY311" fmla="*/ 521544 h 540847"/>
                <a:gd name="connsiteX312" fmla="*/ 187953 w 207891"/>
                <a:gd name="connsiteY312" fmla="*/ 523776 h 540847"/>
                <a:gd name="connsiteX313" fmla="*/ 184976 w 207891"/>
                <a:gd name="connsiteY313" fmla="*/ 523776 h 540847"/>
                <a:gd name="connsiteX314" fmla="*/ 184976 w 207891"/>
                <a:gd name="connsiteY314" fmla="*/ 526753 h 540847"/>
                <a:gd name="connsiteX315" fmla="*/ 182000 w 207891"/>
                <a:gd name="connsiteY315" fmla="*/ 526753 h 540847"/>
                <a:gd name="connsiteX316" fmla="*/ 181674 w 207891"/>
                <a:gd name="connsiteY316" fmla="*/ 528566 h 540847"/>
                <a:gd name="connsiteX317" fmla="*/ 181255 w 207891"/>
                <a:gd name="connsiteY317" fmla="*/ 530473 h 540847"/>
                <a:gd name="connsiteX318" fmla="*/ 177535 w 207891"/>
                <a:gd name="connsiteY318" fmla="*/ 531218 h 540847"/>
                <a:gd name="connsiteX319" fmla="*/ 176791 w 207891"/>
                <a:gd name="connsiteY319" fmla="*/ 533450 h 540847"/>
                <a:gd name="connsiteX320" fmla="*/ 173396 w 207891"/>
                <a:gd name="connsiteY320" fmla="*/ 533962 h 540847"/>
                <a:gd name="connsiteX321" fmla="*/ 171532 w 207891"/>
                <a:gd name="connsiteY321" fmla="*/ 534110 h 540847"/>
                <a:gd name="connsiteX322" fmla="*/ 170093 w 207891"/>
                <a:gd name="connsiteY322" fmla="*/ 534194 h 540847"/>
                <a:gd name="connsiteX323" fmla="*/ 170093 w 207891"/>
                <a:gd name="connsiteY323" fmla="*/ 537171 h 540847"/>
                <a:gd name="connsiteX324" fmla="*/ 167352 w 207891"/>
                <a:gd name="connsiteY324" fmla="*/ 537229 h 540847"/>
                <a:gd name="connsiteX325" fmla="*/ 163815 w 207891"/>
                <a:gd name="connsiteY325" fmla="*/ 537357 h 540847"/>
                <a:gd name="connsiteX326" fmla="*/ 162005 w 207891"/>
                <a:gd name="connsiteY326" fmla="*/ 537389 h 540847"/>
                <a:gd name="connsiteX327" fmla="*/ 157443 w 207891"/>
                <a:gd name="connsiteY327" fmla="*/ 537915 h 540847"/>
                <a:gd name="connsiteX328" fmla="*/ 157112 w 207891"/>
                <a:gd name="connsiteY328" fmla="*/ 539408 h 540847"/>
                <a:gd name="connsiteX329" fmla="*/ 156699 w 207891"/>
                <a:gd name="connsiteY329" fmla="*/ 540891 h 540847"/>
                <a:gd name="connsiteX330" fmla="*/ 153196 w 207891"/>
                <a:gd name="connsiteY330" fmla="*/ 541269 h 540847"/>
                <a:gd name="connsiteX331" fmla="*/ 150900 w 207891"/>
                <a:gd name="connsiteY331" fmla="*/ 541295 h 540847"/>
                <a:gd name="connsiteX332" fmla="*/ 148361 w 207891"/>
                <a:gd name="connsiteY332" fmla="*/ 541276 h 540847"/>
                <a:gd name="connsiteX333" fmla="*/ 145703 w 207891"/>
                <a:gd name="connsiteY333" fmla="*/ 541292 h 540847"/>
                <a:gd name="connsiteX334" fmla="*/ 138466 w 207891"/>
                <a:gd name="connsiteY334" fmla="*/ 541291 h 540847"/>
                <a:gd name="connsiteX335" fmla="*/ 130908 w 207891"/>
                <a:gd name="connsiteY335" fmla="*/ 541295 h 540847"/>
                <a:gd name="connsiteX336" fmla="*/ 118214 w 207891"/>
                <a:gd name="connsiteY336" fmla="*/ 541279 h 540847"/>
                <a:gd name="connsiteX337" fmla="*/ 103518 w 207891"/>
                <a:gd name="connsiteY337" fmla="*/ 541285 h 540847"/>
                <a:gd name="connsiteX338" fmla="*/ 90922 w 207891"/>
                <a:gd name="connsiteY338" fmla="*/ 541292 h 540847"/>
                <a:gd name="connsiteX339" fmla="*/ 83389 w 207891"/>
                <a:gd name="connsiteY339" fmla="*/ 541297 h 540847"/>
                <a:gd name="connsiteX340" fmla="*/ 74996 w 207891"/>
                <a:gd name="connsiteY340" fmla="*/ 541276 h 540847"/>
                <a:gd name="connsiteX341" fmla="*/ 72456 w 207891"/>
                <a:gd name="connsiteY341" fmla="*/ 541295 h 540847"/>
                <a:gd name="connsiteX342" fmla="*/ 70161 w 207891"/>
                <a:gd name="connsiteY342" fmla="*/ 541269 h 540847"/>
                <a:gd name="connsiteX343" fmla="*/ 68154 w 207891"/>
                <a:gd name="connsiteY343" fmla="*/ 541266 h 540847"/>
                <a:gd name="connsiteX344" fmla="*/ 66658 w 207891"/>
                <a:gd name="connsiteY344" fmla="*/ 540891 h 540847"/>
                <a:gd name="connsiteX345" fmla="*/ 65914 w 207891"/>
                <a:gd name="connsiteY345" fmla="*/ 537915 h 540847"/>
                <a:gd name="connsiteX346" fmla="*/ 62612 w 207891"/>
                <a:gd name="connsiteY346" fmla="*/ 537540 h 540847"/>
                <a:gd name="connsiteX347" fmla="*/ 60594 w 207891"/>
                <a:gd name="connsiteY347" fmla="*/ 537498 h 540847"/>
                <a:gd name="connsiteX348" fmla="*/ 58472 w 207891"/>
                <a:gd name="connsiteY348" fmla="*/ 537496 h 540847"/>
                <a:gd name="connsiteX349" fmla="*/ 54333 w 207891"/>
                <a:gd name="connsiteY349" fmla="*/ 537447 h 540847"/>
                <a:gd name="connsiteX350" fmla="*/ 52470 w 207891"/>
                <a:gd name="connsiteY350" fmla="*/ 537445 h 540847"/>
                <a:gd name="connsiteX351" fmla="*/ 51031 w 207891"/>
                <a:gd name="connsiteY351" fmla="*/ 537171 h 540847"/>
                <a:gd name="connsiteX352" fmla="*/ 50287 w 207891"/>
                <a:gd name="connsiteY352" fmla="*/ 534938 h 540847"/>
                <a:gd name="connsiteX353" fmla="*/ 46566 w 207891"/>
                <a:gd name="connsiteY353" fmla="*/ 534194 h 540847"/>
                <a:gd name="connsiteX354" fmla="*/ 42845 w 207891"/>
                <a:gd name="connsiteY354" fmla="*/ 533450 h 540847"/>
                <a:gd name="connsiteX355" fmla="*/ 42101 w 207891"/>
                <a:gd name="connsiteY355" fmla="*/ 531218 h 540847"/>
                <a:gd name="connsiteX356" fmla="*/ 39869 w 207891"/>
                <a:gd name="connsiteY356" fmla="*/ 530892 h 540847"/>
                <a:gd name="connsiteX357" fmla="*/ 37636 w 207891"/>
                <a:gd name="connsiteY357" fmla="*/ 530473 h 540847"/>
                <a:gd name="connsiteX358" fmla="*/ 36892 w 207891"/>
                <a:gd name="connsiteY358" fmla="*/ 527497 h 540847"/>
                <a:gd name="connsiteX359" fmla="*/ 34985 w 207891"/>
                <a:gd name="connsiteY359" fmla="*/ 527125 h 540847"/>
                <a:gd name="connsiteX360" fmla="*/ 33171 w 207891"/>
                <a:gd name="connsiteY360" fmla="*/ 526753 h 540847"/>
                <a:gd name="connsiteX361" fmla="*/ 33171 w 207891"/>
                <a:gd name="connsiteY361" fmla="*/ 523776 h 540847"/>
                <a:gd name="connsiteX362" fmla="*/ 30195 w 207891"/>
                <a:gd name="connsiteY362" fmla="*/ 523032 h 540847"/>
                <a:gd name="connsiteX363" fmla="*/ 28707 w 207891"/>
                <a:gd name="connsiteY363" fmla="*/ 520055 h 540847"/>
                <a:gd name="connsiteX364" fmla="*/ 27218 w 207891"/>
                <a:gd name="connsiteY364" fmla="*/ 519311 h 540847"/>
                <a:gd name="connsiteX365" fmla="*/ 25730 w 207891"/>
                <a:gd name="connsiteY365" fmla="*/ 516335 h 540847"/>
                <a:gd name="connsiteX366" fmla="*/ 24242 w 207891"/>
                <a:gd name="connsiteY366" fmla="*/ 515591 h 540847"/>
                <a:gd name="connsiteX367" fmla="*/ 23498 w 207891"/>
                <a:gd name="connsiteY367" fmla="*/ 510382 h 540847"/>
                <a:gd name="connsiteX368" fmla="*/ 21265 w 207891"/>
                <a:gd name="connsiteY368" fmla="*/ 510382 h 540847"/>
                <a:gd name="connsiteX369" fmla="*/ 20902 w 207891"/>
                <a:gd name="connsiteY369" fmla="*/ 505876 h 540847"/>
                <a:gd name="connsiteX370" fmla="*/ 18289 w 207891"/>
                <a:gd name="connsiteY370" fmla="*/ 502940 h 540847"/>
                <a:gd name="connsiteX371" fmla="*/ 17870 w 207891"/>
                <a:gd name="connsiteY371" fmla="*/ 499545 h 540847"/>
                <a:gd name="connsiteX372" fmla="*/ 17545 w 207891"/>
                <a:gd name="connsiteY372" fmla="*/ 496243 h 540847"/>
                <a:gd name="connsiteX373" fmla="*/ 16056 w 207891"/>
                <a:gd name="connsiteY373" fmla="*/ 495499 h 540847"/>
                <a:gd name="connsiteX374" fmla="*/ 15641 w 207891"/>
                <a:gd name="connsiteY374" fmla="*/ 487552 h 540847"/>
                <a:gd name="connsiteX375" fmla="*/ 14199 w 207891"/>
                <a:gd name="connsiteY375" fmla="*/ 484170 h 540847"/>
                <a:gd name="connsiteX376" fmla="*/ 12699 w 207891"/>
                <a:gd name="connsiteY376" fmla="*/ 477096 h 540847"/>
                <a:gd name="connsiteX377" fmla="*/ 12658 w 207891"/>
                <a:gd name="connsiteY377" fmla="*/ 475404 h 540847"/>
                <a:gd name="connsiteX378" fmla="*/ 12568 w 207891"/>
                <a:gd name="connsiteY378" fmla="*/ 470058 h 540847"/>
                <a:gd name="connsiteX379" fmla="*/ 12491 w 207891"/>
                <a:gd name="connsiteY379" fmla="*/ 466432 h 540847"/>
                <a:gd name="connsiteX380" fmla="*/ 12336 w 207891"/>
                <a:gd name="connsiteY380" fmla="*/ 457548 h 540847"/>
                <a:gd name="connsiteX381" fmla="*/ 10103 w 207891"/>
                <a:gd name="connsiteY381" fmla="*/ 457548 h 540847"/>
                <a:gd name="connsiteX382" fmla="*/ 10072 w 207891"/>
                <a:gd name="connsiteY382" fmla="*/ 327814 h 540847"/>
                <a:gd name="connsiteX383" fmla="*/ 10071 w 207891"/>
                <a:gd name="connsiteY383" fmla="*/ 325876 h 540847"/>
                <a:gd name="connsiteX384" fmla="*/ 10065 w 207891"/>
                <a:gd name="connsiteY384" fmla="*/ 284179 h 540847"/>
                <a:gd name="connsiteX385" fmla="*/ 10062 w 207891"/>
                <a:gd name="connsiteY385" fmla="*/ 263732 h 540847"/>
                <a:gd name="connsiteX386" fmla="*/ 10062 w 207891"/>
                <a:gd name="connsiteY386" fmla="*/ 261677 h 540847"/>
                <a:gd name="connsiteX387" fmla="*/ 10046 w 207891"/>
                <a:gd name="connsiteY387" fmla="*/ 195675 h 540847"/>
                <a:gd name="connsiteX388" fmla="*/ 10033 w 207891"/>
                <a:gd name="connsiteY388" fmla="*/ 127873 h 540847"/>
                <a:gd name="connsiteX389" fmla="*/ 10033 w 207891"/>
                <a:gd name="connsiteY389" fmla="*/ 118306 h 540847"/>
                <a:gd name="connsiteX390" fmla="*/ 10032 w 207891"/>
                <a:gd name="connsiteY390" fmla="*/ 116403 h 540847"/>
                <a:gd name="connsiteX391" fmla="*/ 10024 w 207891"/>
                <a:gd name="connsiteY391" fmla="*/ 86040 h 540847"/>
                <a:gd name="connsiteX392" fmla="*/ 10019 w 207891"/>
                <a:gd name="connsiteY392" fmla="*/ 55546 h 540847"/>
                <a:gd name="connsiteX393" fmla="*/ 10013 w 207891"/>
                <a:gd name="connsiteY393" fmla="*/ 37409 h 540847"/>
                <a:gd name="connsiteX394" fmla="*/ 10013 w 207891"/>
                <a:gd name="connsiteY394" fmla="*/ 23895 h 540847"/>
                <a:gd name="connsiteX395" fmla="*/ 10010 w 207891"/>
                <a:gd name="connsiteY395" fmla="*/ 18406 h 540847"/>
                <a:gd name="connsiteX396" fmla="*/ 10012 w 207891"/>
                <a:gd name="connsiteY396" fmla="*/ 10986 h 540847"/>
                <a:gd name="connsiteX397" fmla="*/ 10006 w 207891"/>
                <a:gd name="connsiteY397" fmla="*/ 8797 h 540847"/>
                <a:gd name="connsiteX398" fmla="*/ 10011 w 207891"/>
                <a:gd name="connsiteY398" fmla="*/ 6810 h 540847"/>
                <a:gd name="connsiteX399" fmla="*/ 10010 w 207891"/>
                <a:gd name="connsiteY399" fmla="*/ 5094 h 540847"/>
                <a:gd name="connsiteX400" fmla="*/ 10847 w 207891"/>
                <a:gd name="connsiteY400" fmla="*/ 1389 h 540847"/>
                <a:gd name="connsiteX401" fmla="*/ 18026 w 207891"/>
                <a:gd name="connsiteY401" fmla="*/ 537 h 54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Lst>
              <a:rect l="l" t="t" r="r" b="b"/>
              <a:pathLst>
                <a:path w="207891" h="540847">
                  <a:moveTo>
                    <a:pt x="18026" y="537"/>
                  </a:moveTo>
                  <a:cubicBezTo>
                    <a:pt x="18906" y="533"/>
                    <a:pt x="18906" y="533"/>
                    <a:pt x="19804" y="530"/>
                  </a:cubicBezTo>
                  <a:cubicBezTo>
                    <a:pt x="21750" y="523"/>
                    <a:pt x="23695" y="521"/>
                    <a:pt x="25640" y="520"/>
                  </a:cubicBezTo>
                  <a:cubicBezTo>
                    <a:pt x="26987" y="518"/>
                    <a:pt x="28335" y="515"/>
                    <a:pt x="29682" y="513"/>
                  </a:cubicBezTo>
                  <a:cubicBezTo>
                    <a:pt x="32508" y="508"/>
                    <a:pt x="35334" y="507"/>
                    <a:pt x="38159" y="507"/>
                  </a:cubicBezTo>
                  <a:cubicBezTo>
                    <a:pt x="41790" y="507"/>
                    <a:pt x="45420" y="497"/>
                    <a:pt x="49050" y="485"/>
                  </a:cubicBezTo>
                  <a:cubicBezTo>
                    <a:pt x="51833" y="476"/>
                    <a:pt x="54615" y="475"/>
                    <a:pt x="57398" y="475"/>
                  </a:cubicBezTo>
                  <a:cubicBezTo>
                    <a:pt x="58737" y="474"/>
                    <a:pt x="60076" y="471"/>
                    <a:pt x="61415" y="465"/>
                  </a:cubicBezTo>
                  <a:cubicBezTo>
                    <a:pt x="63282" y="458"/>
                    <a:pt x="65150" y="460"/>
                    <a:pt x="67017" y="465"/>
                  </a:cubicBezTo>
                  <a:cubicBezTo>
                    <a:pt x="67855" y="458"/>
                    <a:pt x="67855" y="458"/>
                    <a:pt x="68710" y="452"/>
                  </a:cubicBezTo>
                  <a:cubicBezTo>
                    <a:pt x="70012" y="460"/>
                    <a:pt x="71313" y="544"/>
                    <a:pt x="72611" y="645"/>
                  </a:cubicBezTo>
                  <a:cubicBezTo>
                    <a:pt x="73899" y="3221"/>
                    <a:pt x="73454" y="6202"/>
                    <a:pt x="73445" y="9036"/>
                  </a:cubicBezTo>
                  <a:cubicBezTo>
                    <a:pt x="73445" y="9761"/>
                    <a:pt x="73446" y="10485"/>
                    <a:pt x="73447" y="11232"/>
                  </a:cubicBezTo>
                  <a:cubicBezTo>
                    <a:pt x="73448" y="13674"/>
                    <a:pt x="73444" y="16117"/>
                    <a:pt x="73440" y="18560"/>
                  </a:cubicBezTo>
                  <a:cubicBezTo>
                    <a:pt x="73439" y="20305"/>
                    <a:pt x="73439" y="22050"/>
                    <a:pt x="73440" y="23795"/>
                  </a:cubicBezTo>
                  <a:cubicBezTo>
                    <a:pt x="73440" y="28546"/>
                    <a:pt x="73436" y="33297"/>
                    <a:pt x="73431" y="38047"/>
                  </a:cubicBezTo>
                  <a:cubicBezTo>
                    <a:pt x="73426" y="42505"/>
                    <a:pt x="73426" y="46963"/>
                    <a:pt x="73425" y="51420"/>
                  </a:cubicBezTo>
                  <a:cubicBezTo>
                    <a:pt x="73423" y="60251"/>
                    <a:pt x="73418" y="69082"/>
                    <a:pt x="73411" y="77913"/>
                  </a:cubicBezTo>
                  <a:cubicBezTo>
                    <a:pt x="73404" y="86493"/>
                    <a:pt x="73399" y="95073"/>
                    <a:pt x="73396" y="103653"/>
                  </a:cubicBezTo>
                  <a:cubicBezTo>
                    <a:pt x="73396" y="104182"/>
                    <a:pt x="73396" y="104710"/>
                    <a:pt x="73395" y="105255"/>
                  </a:cubicBezTo>
                  <a:cubicBezTo>
                    <a:pt x="73394" y="107907"/>
                    <a:pt x="73393" y="110559"/>
                    <a:pt x="73393" y="113211"/>
                  </a:cubicBezTo>
                  <a:cubicBezTo>
                    <a:pt x="73385" y="135220"/>
                    <a:pt x="73372" y="157230"/>
                    <a:pt x="73355" y="179239"/>
                  </a:cubicBezTo>
                  <a:cubicBezTo>
                    <a:pt x="75772" y="177957"/>
                    <a:pt x="75772" y="177957"/>
                    <a:pt x="76332" y="175518"/>
                  </a:cubicBezTo>
                  <a:cubicBezTo>
                    <a:pt x="77317" y="175010"/>
                    <a:pt x="78310" y="174514"/>
                    <a:pt x="79308" y="174030"/>
                  </a:cubicBezTo>
                  <a:cubicBezTo>
                    <a:pt x="79799" y="173293"/>
                    <a:pt x="80290" y="172557"/>
                    <a:pt x="80796" y="171798"/>
                  </a:cubicBezTo>
                  <a:cubicBezTo>
                    <a:pt x="81303" y="171675"/>
                    <a:pt x="81809" y="171552"/>
                    <a:pt x="82331" y="171426"/>
                  </a:cubicBezTo>
                  <a:cubicBezTo>
                    <a:pt x="82807" y="171303"/>
                    <a:pt x="83283" y="171180"/>
                    <a:pt x="83773" y="171053"/>
                  </a:cubicBezTo>
                  <a:cubicBezTo>
                    <a:pt x="84019" y="170317"/>
                    <a:pt x="84264" y="169580"/>
                    <a:pt x="84517" y="168821"/>
                  </a:cubicBezTo>
                  <a:cubicBezTo>
                    <a:pt x="85509" y="168325"/>
                    <a:pt x="86502" y="167829"/>
                    <a:pt x="87494" y="167333"/>
                  </a:cubicBezTo>
                  <a:cubicBezTo>
                    <a:pt x="87739" y="166596"/>
                    <a:pt x="87985" y="165859"/>
                    <a:pt x="88238" y="165100"/>
                  </a:cubicBezTo>
                  <a:cubicBezTo>
                    <a:pt x="89478" y="164852"/>
                    <a:pt x="90718" y="164604"/>
                    <a:pt x="91959" y="164356"/>
                  </a:cubicBezTo>
                  <a:cubicBezTo>
                    <a:pt x="92204" y="163620"/>
                    <a:pt x="92450" y="162883"/>
                    <a:pt x="92703" y="162124"/>
                  </a:cubicBezTo>
                  <a:cubicBezTo>
                    <a:pt x="93439" y="161963"/>
                    <a:pt x="93439" y="161963"/>
                    <a:pt x="94191" y="161798"/>
                  </a:cubicBezTo>
                  <a:cubicBezTo>
                    <a:pt x="94682" y="161660"/>
                    <a:pt x="95173" y="161522"/>
                    <a:pt x="95679" y="161380"/>
                  </a:cubicBezTo>
                  <a:cubicBezTo>
                    <a:pt x="95802" y="160889"/>
                    <a:pt x="95925" y="160397"/>
                    <a:pt x="96051" y="159891"/>
                  </a:cubicBezTo>
                  <a:cubicBezTo>
                    <a:pt x="96174" y="159400"/>
                    <a:pt x="96297" y="158909"/>
                    <a:pt x="96423" y="158403"/>
                  </a:cubicBezTo>
                  <a:cubicBezTo>
                    <a:pt x="97416" y="158155"/>
                    <a:pt x="98408" y="157907"/>
                    <a:pt x="99400" y="157659"/>
                  </a:cubicBezTo>
                  <a:cubicBezTo>
                    <a:pt x="99523" y="157152"/>
                    <a:pt x="99646" y="156646"/>
                    <a:pt x="99772" y="156124"/>
                  </a:cubicBezTo>
                  <a:cubicBezTo>
                    <a:pt x="99895" y="155648"/>
                    <a:pt x="100018" y="155173"/>
                    <a:pt x="100144" y="154682"/>
                  </a:cubicBezTo>
                  <a:cubicBezTo>
                    <a:pt x="101126" y="154682"/>
                    <a:pt x="102109" y="154682"/>
                    <a:pt x="103121" y="154682"/>
                  </a:cubicBezTo>
                  <a:cubicBezTo>
                    <a:pt x="103560" y="153234"/>
                    <a:pt x="103560" y="153234"/>
                    <a:pt x="103865" y="151706"/>
                  </a:cubicBezTo>
                  <a:cubicBezTo>
                    <a:pt x="104602" y="151460"/>
                    <a:pt x="105338" y="151215"/>
                    <a:pt x="106097" y="150962"/>
                  </a:cubicBezTo>
                  <a:cubicBezTo>
                    <a:pt x="106312" y="150471"/>
                    <a:pt x="106527" y="149979"/>
                    <a:pt x="106748" y="149473"/>
                  </a:cubicBezTo>
                  <a:cubicBezTo>
                    <a:pt x="107163" y="148737"/>
                    <a:pt x="107163" y="148737"/>
                    <a:pt x="107586" y="147985"/>
                  </a:cubicBezTo>
                  <a:cubicBezTo>
                    <a:pt x="108215" y="147862"/>
                    <a:pt x="108844" y="147740"/>
                    <a:pt x="109492" y="147613"/>
                  </a:cubicBezTo>
                  <a:cubicBezTo>
                    <a:pt x="110091" y="147490"/>
                    <a:pt x="110690" y="147367"/>
                    <a:pt x="111306" y="147241"/>
                  </a:cubicBezTo>
                  <a:cubicBezTo>
                    <a:pt x="111799" y="145767"/>
                    <a:pt x="111799" y="145767"/>
                    <a:pt x="112050" y="144264"/>
                  </a:cubicBezTo>
                  <a:cubicBezTo>
                    <a:pt x="112787" y="144019"/>
                    <a:pt x="113524" y="143773"/>
                    <a:pt x="114283" y="143520"/>
                  </a:cubicBezTo>
                  <a:cubicBezTo>
                    <a:pt x="114528" y="142784"/>
                    <a:pt x="114774" y="142047"/>
                    <a:pt x="115027" y="141288"/>
                  </a:cubicBezTo>
                  <a:cubicBezTo>
                    <a:pt x="115764" y="141042"/>
                    <a:pt x="116500" y="140797"/>
                    <a:pt x="117259" y="140544"/>
                  </a:cubicBezTo>
                  <a:cubicBezTo>
                    <a:pt x="117490" y="140068"/>
                    <a:pt x="117720" y="139592"/>
                    <a:pt x="117957" y="139102"/>
                  </a:cubicBezTo>
                  <a:cubicBezTo>
                    <a:pt x="118931" y="137211"/>
                    <a:pt x="119830" y="136934"/>
                    <a:pt x="121724" y="136079"/>
                  </a:cubicBezTo>
                  <a:cubicBezTo>
                    <a:pt x="121970" y="135588"/>
                    <a:pt x="122215" y="135097"/>
                    <a:pt x="122468" y="134591"/>
                  </a:cubicBezTo>
                  <a:cubicBezTo>
                    <a:pt x="123205" y="134345"/>
                    <a:pt x="123942" y="134099"/>
                    <a:pt x="124701" y="133846"/>
                  </a:cubicBezTo>
                  <a:cubicBezTo>
                    <a:pt x="125450" y="132858"/>
                    <a:pt x="126194" y="131866"/>
                    <a:pt x="126933" y="130870"/>
                  </a:cubicBezTo>
                  <a:cubicBezTo>
                    <a:pt x="127424" y="130870"/>
                    <a:pt x="127915" y="130870"/>
                    <a:pt x="128421" y="130870"/>
                  </a:cubicBezTo>
                  <a:cubicBezTo>
                    <a:pt x="128498" y="130455"/>
                    <a:pt x="128575" y="130041"/>
                    <a:pt x="128654" y="129614"/>
                  </a:cubicBezTo>
                  <a:cubicBezTo>
                    <a:pt x="129405" y="127088"/>
                    <a:pt x="130938" y="125895"/>
                    <a:pt x="132886" y="124173"/>
                  </a:cubicBezTo>
                  <a:cubicBezTo>
                    <a:pt x="133872" y="123665"/>
                    <a:pt x="134864" y="123168"/>
                    <a:pt x="135863" y="122684"/>
                  </a:cubicBezTo>
                  <a:cubicBezTo>
                    <a:pt x="137843" y="120931"/>
                    <a:pt x="138738" y="120011"/>
                    <a:pt x="139584" y="117475"/>
                  </a:cubicBezTo>
                  <a:cubicBezTo>
                    <a:pt x="140906" y="116196"/>
                    <a:pt x="140906" y="116196"/>
                    <a:pt x="142514" y="114871"/>
                  </a:cubicBezTo>
                  <a:cubicBezTo>
                    <a:pt x="144428" y="113287"/>
                    <a:pt x="145628" y="112130"/>
                    <a:pt x="147025" y="110034"/>
                  </a:cubicBezTo>
                  <a:cubicBezTo>
                    <a:pt x="147762" y="109788"/>
                    <a:pt x="148498" y="109543"/>
                    <a:pt x="149257" y="109290"/>
                  </a:cubicBezTo>
                  <a:cubicBezTo>
                    <a:pt x="149503" y="108553"/>
                    <a:pt x="149749" y="107816"/>
                    <a:pt x="150002" y="107057"/>
                  </a:cubicBezTo>
                  <a:cubicBezTo>
                    <a:pt x="150738" y="106812"/>
                    <a:pt x="151475" y="106566"/>
                    <a:pt x="152234" y="106313"/>
                  </a:cubicBezTo>
                  <a:cubicBezTo>
                    <a:pt x="152480" y="105577"/>
                    <a:pt x="152725" y="104840"/>
                    <a:pt x="152978" y="104081"/>
                  </a:cubicBezTo>
                  <a:cubicBezTo>
                    <a:pt x="153715" y="103920"/>
                    <a:pt x="153715" y="103920"/>
                    <a:pt x="154466" y="103755"/>
                  </a:cubicBezTo>
                  <a:cubicBezTo>
                    <a:pt x="154958" y="103617"/>
                    <a:pt x="155449" y="103479"/>
                    <a:pt x="155955" y="103337"/>
                  </a:cubicBezTo>
                  <a:cubicBezTo>
                    <a:pt x="156116" y="102692"/>
                    <a:pt x="156116" y="102692"/>
                    <a:pt x="156280" y="102034"/>
                  </a:cubicBezTo>
                  <a:cubicBezTo>
                    <a:pt x="156905" y="99535"/>
                    <a:pt x="158579" y="98394"/>
                    <a:pt x="160420" y="96639"/>
                  </a:cubicBezTo>
                  <a:cubicBezTo>
                    <a:pt x="160957" y="95964"/>
                    <a:pt x="161494" y="95289"/>
                    <a:pt x="162047" y="94593"/>
                  </a:cubicBezTo>
                  <a:cubicBezTo>
                    <a:pt x="163457" y="92843"/>
                    <a:pt x="164094" y="92305"/>
                    <a:pt x="166280" y="91945"/>
                  </a:cubicBezTo>
                  <a:cubicBezTo>
                    <a:pt x="167899" y="91847"/>
                    <a:pt x="169255" y="91804"/>
                    <a:pt x="170838" y="92175"/>
                  </a:cubicBezTo>
                  <a:cubicBezTo>
                    <a:pt x="171861" y="94360"/>
                    <a:pt x="171861" y="94360"/>
                    <a:pt x="172326" y="96639"/>
                  </a:cubicBezTo>
                  <a:cubicBezTo>
                    <a:pt x="172817" y="96885"/>
                    <a:pt x="173308" y="97131"/>
                    <a:pt x="173814" y="97384"/>
                  </a:cubicBezTo>
                  <a:cubicBezTo>
                    <a:pt x="174558" y="98624"/>
                    <a:pt x="175302" y="99864"/>
                    <a:pt x="176047" y="101104"/>
                  </a:cubicBezTo>
                  <a:cubicBezTo>
                    <a:pt x="176691" y="101841"/>
                    <a:pt x="177336" y="102578"/>
                    <a:pt x="178000" y="103337"/>
                  </a:cubicBezTo>
                  <a:cubicBezTo>
                    <a:pt x="179763" y="105563"/>
                    <a:pt x="180050" y="106601"/>
                    <a:pt x="180511" y="109290"/>
                  </a:cubicBezTo>
                  <a:cubicBezTo>
                    <a:pt x="181248" y="109535"/>
                    <a:pt x="181985" y="109781"/>
                    <a:pt x="182744" y="110034"/>
                  </a:cubicBezTo>
                  <a:cubicBezTo>
                    <a:pt x="183021" y="111018"/>
                    <a:pt x="183269" y="112011"/>
                    <a:pt x="183488" y="113011"/>
                  </a:cubicBezTo>
                  <a:cubicBezTo>
                    <a:pt x="183979" y="113256"/>
                    <a:pt x="184470" y="113502"/>
                    <a:pt x="184976" y="113755"/>
                  </a:cubicBezTo>
                  <a:cubicBezTo>
                    <a:pt x="185137" y="114445"/>
                    <a:pt x="185137" y="114445"/>
                    <a:pt x="185302" y="115150"/>
                  </a:cubicBezTo>
                  <a:cubicBezTo>
                    <a:pt x="185916" y="117472"/>
                    <a:pt x="187373" y="118473"/>
                    <a:pt x="189162" y="119987"/>
                  </a:cubicBezTo>
                  <a:cubicBezTo>
                    <a:pt x="190185" y="121196"/>
                    <a:pt x="190185" y="121196"/>
                    <a:pt x="190557" y="123149"/>
                  </a:cubicBezTo>
                  <a:cubicBezTo>
                    <a:pt x="190680" y="123733"/>
                    <a:pt x="190803" y="124316"/>
                    <a:pt x="190929" y="124917"/>
                  </a:cubicBezTo>
                  <a:cubicBezTo>
                    <a:pt x="191666" y="125162"/>
                    <a:pt x="192403" y="125408"/>
                    <a:pt x="193162" y="125661"/>
                  </a:cubicBezTo>
                  <a:cubicBezTo>
                    <a:pt x="194194" y="126983"/>
                    <a:pt x="194194" y="126983"/>
                    <a:pt x="195162" y="128591"/>
                  </a:cubicBezTo>
                  <a:cubicBezTo>
                    <a:pt x="195487" y="129119"/>
                    <a:pt x="195812" y="129648"/>
                    <a:pt x="196147" y="130193"/>
                  </a:cubicBezTo>
                  <a:cubicBezTo>
                    <a:pt x="196882" y="131614"/>
                    <a:pt x="196882" y="131614"/>
                    <a:pt x="196882" y="133102"/>
                  </a:cubicBezTo>
                  <a:cubicBezTo>
                    <a:pt x="197619" y="133348"/>
                    <a:pt x="198356" y="133593"/>
                    <a:pt x="199115" y="133846"/>
                  </a:cubicBezTo>
                  <a:cubicBezTo>
                    <a:pt x="199254" y="135753"/>
                    <a:pt x="199254" y="135753"/>
                    <a:pt x="199115" y="137567"/>
                  </a:cubicBezTo>
                  <a:cubicBezTo>
                    <a:pt x="199852" y="137567"/>
                    <a:pt x="200588" y="137567"/>
                    <a:pt x="201347" y="137567"/>
                  </a:cubicBezTo>
                  <a:cubicBezTo>
                    <a:pt x="201619" y="138553"/>
                    <a:pt x="201864" y="139547"/>
                    <a:pt x="202091" y="140544"/>
                  </a:cubicBezTo>
                  <a:cubicBezTo>
                    <a:pt x="202475" y="140927"/>
                    <a:pt x="202859" y="141311"/>
                    <a:pt x="203254" y="141706"/>
                  </a:cubicBezTo>
                  <a:cubicBezTo>
                    <a:pt x="204324" y="142776"/>
                    <a:pt x="204324" y="142776"/>
                    <a:pt x="204324" y="145009"/>
                  </a:cubicBezTo>
                  <a:cubicBezTo>
                    <a:pt x="205061" y="145009"/>
                    <a:pt x="205797" y="145009"/>
                    <a:pt x="206556" y="145009"/>
                  </a:cubicBezTo>
                  <a:cubicBezTo>
                    <a:pt x="206810" y="146248"/>
                    <a:pt x="207058" y="147488"/>
                    <a:pt x="207300" y="148729"/>
                  </a:cubicBezTo>
                  <a:cubicBezTo>
                    <a:pt x="208037" y="148975"/>
                    <a:pt x="208774" y="149220"/>
                    <a:pt x="209533" y="149473"/>
                  </a:cubicBezTo>
                  <a:cubicBezTo>
                    <a:pt x="211161" y="150543"/>
                    <a:pt x="211161" y="150543"/>
                    <a:pt x="212509" y="152450"/>
                  </a:cubicBezTo>
                  <a:cubicBezTo>
                    <a:pt x="212846" y="154959"/>
                    <a:pt x="212885" y="157386"/>
                    <a:pt x="212509" y="159891"/>
                  </a:cubicBezTo>
                  <a:cubicBezTo>
                    <a:pt x="211021" y="161380"/>
                    <a:pt x="211021" y="161380"/>
                    <a:pt x="208696" y="161473"/>
                  </a:cubicBezTo>
                  <a:cubicBezTo>
                    <a:pt x="207990" y="161442"/>
                    <a:pt x="207284" y="161411"/>
                    <a:pt x="206556" y="161380"/>
                  </a:cubicBezTo>
                  <a:cubicBezTo>
                    <a:pt x="206556" y="162362"/>
                    <a:pt x="206556" y="163344"/>
                    <a:pt x="206556" y="164356"/>
                  </a:cubicBezTo>
                  <a:cubicBezTo>
                    <a:pt x="205327" y="164879"/>
                    <a:pt x="204086" y="165375"/>
                    <a:pt x="202836" y="165844"/>
                  </a:cubicBezTo>
                  <a:cubicBezTo>
                    <a:pt x="202836" y="166581"/>
                    <a:pt x="202836" y="167318"/>
                    <a:pt x="202836" y="168077"/>
                  </a:cubicBezTo>
                  <a:cubicBezTo>
                    <a:pt x="202114" y="168016"/>
                    <a:pt x="201393" y="167954"/>
                    <a:pt x="200650" y="167891"/>
                  </a:cubicBezTo>
                  <a:cubicBezTo>
                    <a:pt x="199898" y="167952"/>
                    <a:pt x="199146" y="168014"/>
                    <a:pt x="198371" y="168077"/>
                  </a:cubicBezTo>
                  <a:cubicBezTo>
                    <a:pt x="197803" y="169477"/>
                    <a:pt x="197803" y="169477"/>
                    <a:pt x="197627" y="171053"/>
                  </a:cubicBezTo>
                  <a:cubicBezTo>
                    <a:pt x="196890" y="171545"/>
                    <a:pt x="196153" y="172036"/>
                    <a:pt x="195394" y="172542"/>
                  </a:cubicBezTo>
                  <a:cubicBezTo>
                    <a:pt x="195149" y="173278"/>
                    <a:pt x="194903" y="174015"/>
                    <a:pt x="194650" y="174774"/>
                  </a:cubicBezTo>
                  <a:cubicBezTo>
                    <a:pt x="193410" y="175270"/>
                    <a:pt x="192170" y="175766"/>
                    <a:pt x="190929" y="176262"/>
                  </a:cubicBezTo>
                  <a:cubicBezTo>
                    <a:pt x="190684" y="176999"/>
                    <a:pt x="190438" y="177736"/>
                    <a:pt x="190185" y="178495"/>
                  </a:cubicBezTo>
                  <a:cubicBezTo>
                    <a:pt x="188956" y="179017"/>
                    <a:pt x="187715" y="179514"/>
                    <a:pt x="186464" y="179983"/>
                  </a:cubicBezTo>
                  <a:cubicBezTo>
                    <a:pt x="186219" y="180474"/>
                    <a:pt x="185973" y="180965"/>
                    <a:pt x="185720" y="181471"/>
                  </a:cubicBezTo>
                  <a:cubicBezTo>
                    <a:pt x="185245" y="181564"/>
                    <a:pt x="184769" y="181656"/>
                    <a:pt x="184279" y="181750"/>
                  </a:cubicBezTo>
                  <a:cubicBezTo>
                    <a:pt x="183772" y="181904"/>
                    <a:pt x="183266" y="182057"/>
                    <a:pt x="182744" y="182216"/>
                  </a:cubicBezTo>
                  <a:cubicBezTo>
                    <a:pt x="182235" y="183201"/>
                    <a:pt x="181739" y="184194"/>
                    <a:pt x="181255" y="185192"/>
                  </a:cubicBezTo>
                  <a:cubicBezTo>
                    <a:pt x="180263" y="185688"/>
                    <a:pt x="179271" y="186184"/>
                    <a:pt x="178279" y="186680"/>
                  </a:cubicBezTo>
                  <a:cubicBezTo>
                    <a:pt x="178279" y="187417"/>
                    <a:pt x="178279" y="188154"/>
                    <a:pt x="178279" y="188913"/>
                  </a:cubicBezTo>
                  <a:cubicBezTo>
                    <a:pt x="177696" y="188851"/>
                    <a:pt x="177112" y="188790"/>
                    <a:pt x="176512" y="188727"/>
                  </a:cubicBezTo>
                  <a:cubicBezTo>
                    <a:pt x="175867" y="188788"/>
                    <a:pt x="175222" y="188850"/>
                    <a:pt x="174558" y="188913"/>
                  </a:cubicBezTo>
                  <a:cubicBezTo>
                    <a:pt x="174049" y="189899"/>
                    <a:pt x="173554" y="190891"/>
                    <a:pt x="173070" y="191889"/>
                  </a:cubicBezTo>
                  <a:cubicBezTo>
                    <a:pt x="172425" y="192012"/>
                    <a:pt x="171781" y="192135"/>
                    <a:pt x="171117" y="192261"/>
                  </a:cubicBezTo>
                  <a:cubicBezTo>
                    <a:pt x="170533" y="192384"/>
                    <a:pt x="169950" y="192507"/>
                    <a:pt x="169349" y="192634"/>
                  </a:cubicBezTo>
                  <a:cubicBezTo>
                    <a:pt x="169349" y="193616"/>
                    <a:pt x="169349" y="194598"/>
                    <a:pt x="169349" y="195610"/>
                  </a:cubicBezTo>
                  <a:cubicBezTo>
                    <a:pt x="168117" y="195895"/>
                    <a:pt x="166875" y="196141"/>
                    <a:pt x="165629" y="196354"/>
                  </a:cubicBezTo>
                  <a:cubicBezTo>
                    <a:pt x="165383" y="197091"/>
                    <a:pt x="165137" y="197828"/>
                    <a:pt x="164884" y="198587"/>
                  </a:cubicBezTo>
                  <a:cubicBezTo>
                    <a:pt x="162605" y="199098"/>
                    <a:pt x="162605" y="199098"/>
                    <a:pt x="160420" y="199331"/>
                  </a:cubicBezTo>
                  <a:cubicBezTo>
                    <a:pt x="160420" y="200313"/>
                    <a:pt x="160420" y="201295"/>
                    <a:pt x="160420" y="202307"/>
                  </a:cubicBezTo>
                  <a:cubicBezTo>
                    <a:pt x="158701" y="202553"/>
                    <a:pt x="156982" y="202799"/>
                    <a:pt x="155211" y="203052"/>
                  </a:cubicBezTo>
                  <a:cubicBezTo>
                    <a:pt x="155211" y="203788"/>
                    <a:pt x="155211" y="204525"/>
                    <a:pt x="155211" y="205284"/>
                  </a:cubicBezTo>
                  <a:cubicBezTo>
                    <a:pt x="154225" y="205793"/>
                    <a:pt x="153232" y="206288"/>
                    <a:pt x="152234" y="206772"/>
                  </a:cubicBezTo>
                  <a:cubicBezTo>
                    <a:pt x="151988" y="207509"/>
                    <a:pt x="151743" y="208246"/>
                    <a:pt x="151490" y="209005"/>
                  </a:cubicBezTo>
                  <a:cubicBezTo>
                    <a:pt x="150738" y="209250"/>
                    <a:pt x="149986" y="209496"/>
                    <a:pt x="149211" y="209749"/>
                  </a:cubicBezTo>
                  <a:cubicBezTo>
                    <a:pt x="148490" y="209994"/>
                    <a:pt x="147768" y="210240"/>
                    <a:pt x="147025" y="210493"/>
                  </a:cubicBezTo>
                  <a:cubicBezTo>
                    <a:pt x="147025" y="211230"/>
                    <a:pt x="147025" y="211966"/>
                    <a:pt x="147025" y="212725"/>
                  </a:cubicBezTo>
                  <a:cubicBezTo>
                    <a:pt x="146304" y="212802"/>
                    <a:pt x="145582" y="212879"/>
                    <a:pt x="144839" y="212958"/>
                  </a:cubicBezTo>
                  <a:cubicBezTo>
                    <a:pt x="144087" y="213127"/>
                    <a:pt x="143335" y="213296"/>
                    <a:pt x="142560" y="213469"/>
                  </a:cubicBezTo>
                  <a:cubicBezTo>
                    <a:pt x="142315" y="214206"/>
                    <a:pt x="142069" y="214943"/>
                    <a:pt x="141816" y="215702"/>
                  </a:cubicBezTo>
                  <a:cubicBezTo>
                    <a:pt x="140576" y="216198"/>
                    <a:pt x="139336" y="216694"/>
                    <a:pt x="138095" y="217190"/>
                  </a:cubicBezTo>
                  <a:cubicBezTo>
                    <a:pt x="137850" y="217927"/>
                    <a:pt x="137604" y="218664"/>
                    <a:pt x="137351" y="219423"/>
                  </a:cubicBezTo>
                  <a:cubicBezTo>
                    <a:pt x="136111" y="219671"/>
                    <a:pt x="134871" y="219919"/>
                    <a:pt x="133630" y="220167"/>
                  </a:cubicBezTo>
                  <a:cubicBezTo>
                    <a:pt x="133385" y="220903"/>
                    <a:pt x="133139" y="221640"/>
                    <a:pt x="132886" y="222399"/>
                  </a:cubicBezTo>
                  <a:cubicBezTo>
                    <a:pt x="130607" y="222911"/>
                    <a:pt x="130607" y="222911"/>
                    <a:pt x="128421" y="223143"/>
                  </a:cubicBezTo>
                  <a:cubicBezTo>
                    <a:pt x="128421" y="224126"/>
                    <a:pt x="128421" y="225108"/>
                    <a:pt x="128421" y="226120"/>
                  </a:cubicBezTo>
                  <a:cubicBezTo>
                    <a:pt x="127182" y="226374"/>
                    <a:pt x="125942" y="226622"/>
                    <a:pt x="124701" y="226864"/>
                  </a:cubicBezTo>
                  <a:cubicBezTo>
                    <a:pt x="124593" y="227355"/>
                    <a:pt x="124486" y="227846"/>
                    <a:pt x="124375" y="228352"/>
                  </a:cubicBezTo>
                  <a:cubicBezTo>
                    <a:pt x="124237" y="228843"/>
                    <a:pt x="124099" y="229335"/>
                    <a:pt x="123957" y="229841"/>
                  </a:cubicBezTo>
                  <a:cubicBezTo>
                    <a:pt x="122474" y="230119"/>
                    <a:pt x="120985" y="230367"/>
                    <a:pt x="119492" y="230585"/>
                  </a:cubicBezTo>
                  <a:cubicBezTo>
                    <a:pt x="119246" y="231321"/>
                    <a:pt x="119001" y="232058"/>
                    <a:pt x="118748" y="232817"/>
                  </a:cubicBezTo>
                  <a:cubicBezTo>
                    <a:pt x="117259" y="233313"/>
                    <a:pt x="115771" y="233809"/>
                    <a:pt x="114283" y="234305"/>
                  </a:cubicBezTo>
                  <a:cubicBezTo>
                    <a:pt x="114037" y="235042"/>
                    <a:pt x="113792" y="235779"/>
                    <a:pt x="113539" y="236538"/>
                  </a:cubicBezTo>
                  <a:cubicBezTo>
                    <a:pt x="112050" y="236786"/>
                    <a:pt x="110562" y="237034"/>
                    <a:pt x="109074" y="237282"/>
                  </a:cubicBezTo>
                  <a:cubicBezTo>
                    <a:pt x="108828" y="238019"/>
                    <a:pt x="108583" y="238755"/>
                    <a:pt x="108330" y="239514"/>
                  </a:cubicBezTo>
                  <a:cubicBezTo>
                    <a:pt x="106841" y="240010"/>
                    <a:pt x="105353" y="240507"/>
                    <a:pt x="103865" y="241003"/>
                  </a:cubicBezTo>
                  <a:cubicBezTo>
                    <a:pt x="103619" y="241739"/>
                    <a:pt x="103374" y="242476"/>
                    <a:pt x="103121" y="243235"/>
                  </a:cubicBezTo>
                  <a:cubicBezTo>
                    <a:pt x="102630" y="243343"/>
                    <a:pt x="102138" y="243450"/>
                    <a:pt x="101632" y="243561"/>
                  </a:cubicBezTo>
                  <a:cubicBezTo>
                    <a:pt x="101141" y="243699"/>
                    <a:pt x="100650" y="243837"/>
                    <a:pt x="100144" y="243979"/>
                  </a:cubicBezTo>
                  <a:cubicBezTo>
                    <a:pt x="100067" y="244486"/>
                    <a:pt x="99991" y="244992"/>
                    <a:pt x="99912" y="245514"/>
                  </a:cubicBezTo>
                  <a:cubicBezTo>
                    <a:pt x="99743" y="245990"/>
                    <a:pt x="99574" y="246466"/>
                    <a:pt x="99400" y="246956"/>
                  </a:cubicBezTo>
                  <a:cubicBezTo>
                    <a:pt x="96749" y="247142"/>
                    <a:pt x="96749" y="247142"/>
                    <a:pt x="94191" y="246956"/>
                  </a:cubicBezTo>
                  <a:cubicBezTo>
                    <a:pt x="94191" y="247938"/>
                    <a:pt x="94191" y="248920"/>
                    <a:pt x="94191" y="249932"/>
                  </a:cubicBezTo>
                  <a:cubicBezTo>
                    <a:pt x="93485" y="249994"/>
                    <a:pt x="92779" y="250055"/>
                    <a:pt x="92052" y="250118"/>
                  </a:cubicBezTo>
                  <a:cubicBezTo>
                    <a:pt x="91284" y="250303"/>
                    <a:pt x="90517" y="250487"/>
                    <a:pt x="89726" y="250677"/>
                  </a:cubicBezTo>
                  <a:cubicBezTo>
                    <a:pt x="89206" y="251656"/>
                    <a:pt x="88709" y="252649"/>
                    <a:pt x="88238" y="253653"/>
                  </a:cubicBezTo>
                  <a:cubicBezTo>
                    <a:pt x="87003" y="253924"/>
                    <a:pt x="85762" y="254174"/>
                    <a:pt x="84517" y="254397"/>
                  </a:cubicBezTo>
                  <a:cubicBezTo>
                    <a:pt x="84272" y="255134"/>
                    <a:pt x="84026" y="255871"/>
                    <a:pt x="83773" y="256630"/>
                  </a:cubicBezTo>
                  <a:cubicBezTo>
                    <a:pt x="81122" y="257141"/>
                    <a:pt x="81122" y="257141"/>
                    <a:pt x="78564" y="257374"/>
                  </a:cubicBezTo>
                  <a:cubicBezTo>
                    <a:pt x="78564" y="258356"/>
                    <a:pt x="78564" y="259338"/>
                    <a:pt x="78564" y="260350"/>
                  </a:cubicBezTo>
                  <a:cubicBezTo>
                    <a:pt x="77091" y="260596"/>
                    <a:pt x="75617" y="260841"/>
                    <a:pt x="74099" y="261094"/>
                  </a:cubicBezTo>
                  <a:cubicBezTo>
                    <a:pt x="74065" y="282601"/>
                    <a:pt x="74039" y="304108"/>
                    <a:pt x="74023" y="325615"/>
                  </a:cubicBezTo>
                  <a:cubicBezTo>
                    <a:pt x="74021" y="328151"/>
                    <a:pt x="74019" y="330688"/>
                    <a:pt x="74017" y="333224"/>
                  </a:cubicBezTo>
                  <a:cubicBezTo>
                    <a:pt x="74017" y="333981"/>
                    <a:pt x="74017" y="333981"/>
                    <a:pt x="74016" y="334754"/>
                  </a:cubicBezTo>
                  <a:cubicBezTo>
                    <a:pt x="74010" y="342941"/>
                    <a:pt x="73998" y="351128"/>
                    <a:pt x="73984" y="359316"/>
                  </a:cubicBezTo>
                  <a:cubicBezTo>
                    <a:pt x="73971" y="367710"/>
                    <a:pt x="73962" y="376105"/>
                    <a:pt x="73959" y="384499"/>
                  </a:cubicBezTo>
                  <a:cubicBezTo>
                    <a:pt x="73957" y="389217"/>
                    <a:pt x="73953" y="393935"/>
                    <a:pt x="73942" y="398652"/>
                  </a:cubicBezTo>
                  <a:cubicBezTo>
                    <a:pt x="73932" y="403087"/>
                    <a:pt x="73929" y="407522"/>
                    <a:pt x="73931" y="411957"/>
                  </a:cubicBezTo>
                  <a:cubicBezTo>
                    <a:pt x="73930" y="413590"/>
                    <a:pt x="73927" y="415223"/>
                    <a:pt x="73922" y="416855"/>
                  </a:cubicBezTo>
                  <a:cubicBezTo>
                    <a:pt x="73914" y="419074"/>
                    <a:pt x="73916" y="421293"/>
                    <a:pt x="73920" y="423512"/>
                  </a:cubicBezTo>
                  <a:cubicBezTo>
                    <a:pt x="73914" y="424495"/>
                    <a:pt x="73914" y="424495"/>
                    <a:pt x="73907" y="425497"/>
                  </a:cubicBezTo>
                  <a:cubicBezTo>
                    <a:pt x="73915" y="427004"/>
                    <a:pt x="73998" y="428511"/>
                    <a:pt x="74099" y="430014"/>
                  </a:cubicBezTo>
                  <a:cubicBezTo>
                    <a:pt x="74590" y="430260"/>
                    <a:pt x="75081" y="430505"/>
                    <a:pt x="75588" y="430759"/>
                  </a:cubicBezTo>
                  <a:cubicBezTo>
                    <a:pt x="75774" y="432866"/>
                    <a:pt x="75866" y="434905"/>
                    <a:pt x="75896" y="437017"/>
                  </a:cubicBezTo>
                  <a:cubicBezTo>
                    <a:pt x="75910" y="437643"/>
                    <a:pt x="75924" y="438270"/>
                    <a:pt x="75939" y="438916"/>
                  </a:cubicBezTo>
                  <a:cubicBezTo>
                    <a:pt x="75984" y="440925"/>
                    <a:pt x="76018" y="442934"/>
                    <a:pt x="76053" y="444944"/>
                  </a:cubicBezTo>
                  <a:cubicBezTo>
                    <a:pt x="76081" y="446303"/>
                    <a:pt x="76110" y="447662"/>
                    <a:pt x="76140" y="449020"/>
                  </a:cubicBezTo>
                  <a:cubicBezTo>
                    <a:pt x="76211" y="452359"/>
                    <a:pt x="76274" y="455697"/>
                    <a:pt x="76332" y="459036"/>
                  </a:cubicBezTo>
                  <a:cubicBezTo>
                    <a:pt x="76823" y="459036"/>
                    <a:pt x="77314" y="459036"/>
                    <a:pt x="77820" y="459036"/>
                  </a:cubicBezTo>
                  <a:cubicBezTo>
                    <a:pt x="77964" y="459523"/>
                    <a:pt x="78108" y="460010"/>
                    <a:pt x="78256" y="460513"/>
                  </a:cubicBezTo>
                  <a:cubicBezTo>
                    <a:pt x="78777" y="461255"/>
                    <a:pt x="78777" y="461255"/>
                    <a:pt x="79308" y="462012"/>
                  </a:cubicBezTo>
                  <a:cubicBezTo>
                    <a:pt x="81545" y="462236"/>
                    <a:pt x="83502" y="462292"/>
                    <a:pt x="85726" y="462198"/>
                  </a:cubicBezTo>
                  <a:cubicBezTo>
                    <a:pt x="86621" y="462178"/>
                    <a:pt x="86621" y="462178"/>
                    <a:pt x="87534" y="462158"/>
                  </a:cubicBezTo>
                  <a:cubicBezTo>
                    <a:pt x="89010" y="462123"/>
                    <a:pt x="90484" y="462069"/>
                    <a:pt x="91959" y="462012"/>
                  </a:cubicBezTo>
                  <a:cubicBezTo>
                    <a:pt x="91959" y="462749"/>
                    <a:pt x="91959" y="463486"/>
                    <a:pt x="91959" y="464245"/>
                  </a:cubicBezTo>
                  <a:cubicBezTo>
                    <a:pt x="93910" y="465221"/>
                    <a:pt x="95380" y="465100"/>
                    <a:pt x="97566" y="465121"/>
                  </a:cubicBezTo>
                  <a:cubicBezTo>
                    <a:pt x="98858" y="465135"/>
                    <a:pt x="98858" y="465135"/>
                    <a:pt x="100177" y="465150"/>
                  </a:cubicBezTo>
                  <a:cubicBezTo>
                    <a:pt x="101111" y="465155"/>
                    <a:pt x="102045" y="465161"/>
                    <a:pt x="103007" y="465166"/>
                  </a:cubicBezTo>
                  <a:cubicBezTo>
                    <a:pt x="103961" y="465172"/>
                    <a:pt x="104916" y="465178"/>
                    <a:pt x="105899" y="465185"/>
                  </a:cubicBezTo>
                  <a:cubicBezTo>
                    <a:pt x="107919" y="465196"/>
                    <a:pt x="109938" y="465203"/>
                    <a:pt x="111958" y="465209"/>
                  </a:cubicBezTo>
                  <a:cubicBezTo>
                    <a:pt x="114553" y="465217"/>
                    <a:pt x="117147" y="465243"/>
                    <a:pt x="119741" y="465272"/>
                  </a:cubicBezTo>
                  <a:cubicBezTo>
                    <a:pt x="122209" y="465296"/>
                    <a:pt x="124677" y="465300"/>
                    <a:pt x="127145" y="465306"/>
                  </a:cubicBezTo>
                  <a:cubicBezTo>
                    <a:pt x="128081" y="465319"/>
                    <a:pt x="129017" y="465332"/>
                    <a:pt x="129980" y="465345"/>
                  </a:cubicBezTo>
                  <a:cubicBezTo>
                    <a:pt x="130840" y="465343"/>
                    <a:pt x="131699" y="465341"/>
                    <a:pt x="132584" y="465339"/>
                  </a:cubicBezTo>
                  <a:cubicBezTo>
                    <a:pt x="133345" y="465343"/>
                    <a:pt x="134105" y="465347"/>
                    <a:pt x="134889" y="465352"/>
                  </a:cubicBezTo>
                  <a:cubicBezTo>
                    <a:pt x="135456" y="465232"/>
                    <a:pt x="136023" y="465112"/>
                    <a:pt x="136607" y="464989"/>
                  </a:cubicBezTo>
                  <a:cubicBezTo>
                    <a:pt x="137127" y="463516"/>
                    <a:pt x="137127" y="463516"/>
                    <a:pt x="137351" y="462012"/>
                  </a:cubicBezTo>
                  <a:cubicBezTo>
                    <a:pt x="139540" y="461722"/>
                    <a:pt x="139540" y="461722"/>
                    <a:pt x="142235" y="461826"/>
                  </a:cubicBezTo>
                  <a:cubicBezTo>
                    <a:pt x="143126" y="461853"/>
                    <a:pt x="144017" y="461880"/>
                    <a:pt x="144935" y="461908"/>
                  </a:cubicBezTo>
                  <a:cubicBezTo>
                    <a:pt x="145625" y="461942"/>
                    <a:pt x="146314" y="461977"/>
                    <a:pt x="147025" y="462012"/>
                  </a:cubicBezTo>
                  <a:cubicBezTo>
                    <a:pt x="147025" y="461030"/>
                    <a:pt x="147025" y="460048"/>
                    <a:pt x="147025" y="459036"/>
                  </a:cubicBezTo>
                  <a:cubicBezTo>
                    <a:pt x="147762" y="458790"/>
                    <a:pt x="148498" y="458545"/>
                    <a:pt x="149257" y="458292"/>
                  </a:cubicBezTo>
                  <a:cubicBezTo>
                    <a:pt x="149693" y="456888"/>
                    <a:pt x="149693" y="456888"/>
                    <a:pt x="149769" y="455269"/>
                  </a:cubicBezTo>
                  <a:cubicBezTo>
                    <a:pt x="149884" y="453818"/>
                    <a:pt x="149884" y="453818"/>
                    <a:pt x="150002" y="452339"/>
                  </a:cubicBezTo>
                  <a:cubicBezTo>
                    <a:pt x="150738" y="452339"/>
                    <a:pt x="151475" y="452339"/>
                    <a:pt x="152234" y="452339"/>
                  </a:cubicBezTo>
                  <a:cubicBezTo>
                    <a:pt x="152208" y="451488"/>
                    <a:pt x="152182" y="450637"/>
                    <a:pt x="152156" y="449760"/>
                  </a:cubicBezTo>
                  <a:cubicBezTo>
                    <a:pt x="152135" y="448651"/>
                    <a:pt x="152114" y="447541"/>
                    <a:pt x="152094" y="446432"/>
                  </a:cubicBezTo>
                  <a:cubicBezTo>
                    <a:pt x="152076" y="445870"/>
                    <a:pt x="152057" y="445309"/>
                    <a:pt x="152038" y="444730"/>
                  </a:cubicBezTo>
                  <a:cubicBezTo>
                    <a:pt x="152016" y="443110"/>
                    <a:pt x="152016" y="443110"/>
                    <a:pt x="152234" y="440432"/>
                  </a:cubicBezTo>
                  <a:cubicBezTo>
                    <a:pt x="152971" y="440187"/>
                    <a:pt x="153707" y="439941"/>
                    <a:pt x="154466" y="439688"/>
                  </a:cubicBezTo>
                  <a:cubicBezTo>
                    <a:pt x="154813" y="437484"/>
                    <a:pt x="154813" y="437484"/>
                    <a:pt x="154769" y="434811"/>
                  </a:cubicBezTo>
                  <a:cubicBezTo>
                    <a:pt x="154781" y="434077"/>
                    <a:pt x="154781" y="434077"/>
                    <a:pt x="154793" y="433328"/>
                  </a:cubicBezTo>
                  <a:cubicBezTo>
                    <a:pt x="154819" y="431759"/>
                    <a:pt x="154830" y="430189"/>
                    <a:pt x="154838" y="428619"/>
                  </a:cubicBezTo>
                  <a:cubicBezTo>
                    <a:pt x="154849" y="426559"/>
                    <a:pt x="154874" y="424499"/>
                    <a:pt x="154908" y="422439"/>
                  </a:cubicBezTo>
                  <a:cubicBezTo>
                    <a:pt x="154914" y="421520"/>
                    <a:pt x="154919" y="420602"/>
                    <a:pt x="154924" y="419655"/>
                  </a:cubicBezTo>
                  <a:cubicBezTo>
                    <a:pt x="155211" y="417364"/>
                    <a:pt x="155211" y="417364"/>
                    <a:pt x="156326" y="416401"/>
                  </a:cubicBezTo>
                  <a:cubicBezTo>
                    <a:pt x="158010" y="414486"/>
                    <a:pt x="157730" y="412897"/>
                    <a:pt x="157741" y="410381"/>
                  </a:cubicBezTo>
                  <a:cubicBezTo>
                    <a:pt x="157751" y="409401"/>
                    <a:pt x="157761" y="408420"/>
                    <a:pt x="157771" y="407410"/>
                  </a:cubicBezTo>
                  <a:cubicBezTo>
                    <a:pt x="157771" y="406339"/>
                    <a:pt x="157771" y="405267"/>
                    <a:pt x="157771" y="404196"/>
                  </a:cubicBezTo>
                  <a:cubicBezTo>
                    <a:pt x="157780" y="403100"/>
                    <a:pt x="157790" y="402004"/>
                    <a:pt x="157801" y="400908"/>
                  </a:cubicBezTo>
                  <a:cubicBezTo>
                    <a:pt x="157828" y="398023"/>
                    <a:pt x="157843" y="395139"/>
                    <a:pt x="157854" y="392255"/>
                  </a:cubicBezTo>
                  <a:cubicBezTo>
                    <a:pt x="157873" y="387632"/>
                    <a:pt x="157902" y="383010"/>
                    <a:pt x="157945" y="378387"/>
                  </a:cubicBezTo>
                  <a:cubicBezTo>
                    <a:pt x="157957" y="376769"/>
                    <a:pt x="157960" y="375152"/>
                    <a:pt x="157962" y="373533"/>
                  </a:cubicBezTo>
                  <a:cubicBezTo>
                    <a:pt x="157974" y="372069"/>
                    <a:pt x="157974" y="372069"/>
                    <a:pt x="157985" y="370576"/>
                  </a:cubicBezTo>
                  <a:cubicBezTo>
                    <a:pt x="157988" y="369712"/>
                    <a:pt x="157992" y="368848"/>
                    <a:pt x="157995" y="367957"/>
                  </a:cubicBezTo>
                  <a:cubicBezTo>
                    <a:pt x="158058" y="367317"/>
                    <a:pt x="158122" y="366678"/>
                    <a:pt x="158187" y="366018"/>
                  </a:cubicBezTo>
                  <a:cubicBezTo>
                    <a:pt x="158678" y="365773"/>
                    <a:pt x="159169" y="365527"/>
                    <a:pt x="159675" y="365274"/>
                  </a:cubicBezTo>
                  <a:cubicBezTo>
                    <a:pt x="159943" y="363406"/>
                    <a:pt x="159943" y="363406"/>
                    <a:pt x="159957" y="361158"/>
                  </a:cubicBezTo>
                  <a:cubicBezTo>
                    <a:pt x="159983" y="360325"/>
                    <a:pt x="160008" y="359491"/>
                    <a:pt x="160034" y="358632"/>
                  </a:cubicBezTo>
                  <a:cubicBezTo>
                    <a:pt x="160054" y="357754"/>
                    <a:pt x="160074" y="356877"/>
                    <a:pt x="160094" y="355972"/>
                  </a:cubicBezTo>
                  <a:cubicBezTo>
                    <a:pt x="160138" y="354244"/>
                    <a:pt x="160186" y="352515"/>
                    <a:pt x="160236" y="350787"/>
                  </a:cubicBezTo>
                  <a:cubicBezTo>
                    <a:pt x="160263" y="349631"/>
                    <a:pt x="160263" y="349631"/>
                    <a:pt x="160290" y="348451"/>
                  </a:cubicBezTo>
                  <a:cubicBezTo>
                    <a:pt x="160420" y="346671"/>
                    <a:pt x="160420" y="346671"/>
                    <a:pt x="161164" y="345927"/>
                  </a:cubicBezTo>
                  <a:cubicBezTo>
                    <a:pt x="163151" y="345821"/>
                    <a:pt x="165126" y="345895"/>
                    <a:pt x="167117" y="345927"/>
                  </a:cubicBezTo>
                  <a:cubicBezTo>
                    <a:pt x="167117" y="346909"/>
                    <a:pt x="167117" y="347891"/>
                    <a:pt x="167117" y="348903"/>
                  </a:cubicBezTo>
                  <a:cubicBezTo>
                    <a:pt x="168346" y="349426"/>
                    <a:pt x="169587" y="349922"/>
                    <a:pt x="170838" y="350391"/>
                  </a:cubicBezTo>
                  <a:cubicBezTo>
                    <a:pt x="170838" y="351128"/>
                    <a:pt x="170838" y="351865"/>
                    <a:pt x="170838" y="352624"/>
                  </a:cubicBezTo>
                  <a:cubicBezTo>
                    <a:pt x="171436" y="352562"/>
                    <a:pt x="172035" y="352501"/>
                    <a:pt x="172651" y="352438"/>
                  </a:cubicBezTo>
                  <a:cubicBezTo>
                    <a:pt x="173281" y="352499"/>
                    <a:pt x="173910" y="352561"/>
                    <a:pt x="174558" y="352624"/>
                  </a:cubicBezTo>
                  <a:cubicBezTo>
                    <a:pt x="174666" y="353100"/>
                    <a:pt x="174773" y="353575"/>
                    <a:pt x="174884" y="354066"/>
                  </a:cubicBezTo>
                  <a:cubicBezTo>
                    <a:pt x="175022" y="354572"/>
                    <a:pt x="175160" y="355078"/>
                    <a:pt x="175302" y="355600"/>
                  </a:cubicBezTo>
                  <a:cubicBezTo>
                    <a:pt x="177547" y="356212"/>
                    <a:pt x="177547" y="356212"/>
                    <a:pt x="179767" y="356344"/>
                  </a:cubicBezTo>
                  <a:cubicBezTo>
                    <a:pt x="179767" y="357327"/>
                    <a:pt x="179767" y="358309"/>
                    <a:pt x="179767" y="359321"/>
                  </a:cubicBezTo>
                  <a:cubicBezTo>
                    <a:pt x="180611" y="359398"/>
                    <a:pt x="181455" y="359474"/>
                    <a:pt x="182325" y="359554"/>
                  </a:cubicBezTo>
                  <a:cubicBezTo>
                    <a:pt x="183637" y="359807"/>
                    <a:pt x="183637" y="359807"/>
                    <a:pt x="184976" y="360065"/>
                  </a:cubicBezTo>
                  <a:cubicBezTo>
                    <a:pt x="185222" y="360802"/>
                    <a:pt x="185467" y="361539"/>
                    <a:pt x="185720" y="362298"/>
                  </a:cubicBezTo>
                  <a:cubicBezTo>
                    <a:pt x="186442" y="362405"/>
                    <a:pt x="187163" y="362512"/>
                    <a:pt x="187906" y="362623"/>
                  </a:cubicBezTo>
                  <a:cubicBezTo>
                    <a:pt x="188658" y="362761"/>
                    <a:pt x="189410" y="362899"/>
                    <a:pt x="190185" y="363042"/>
                  </a:cubicBezTo>
                  <a:cubicBezTo>
                    <a:pt x="190681" y="364034"/>
                    <a:pt x="191177" y="365026"/>
                    <a:pt x="191673" y="366018"/>
                  </a:cubicBezTo>
                  <a:cubicBezTo>
                    <a:pt x="193950" y="366625"/>
                    <a:pt x="193950" y="366625"/>
                    <a:pt x="196138" y="366762"/>
                  </a:cubicBezTo>
                  <a:cubicBezTo>
                    <a:pt x="196138" y="367499"/>
                    <a:pt x="196138" y="368236"/>
                    <a:pt x="196138" y="368995"/>
                  </a:cubicBezTo>
                  <a:cubicBezTo>
                    <a:pt x="196604" y="369014"/>
                    <a:pt x="197071" y="369033"/>
                    <a:pt x="197551" y="369053"/>
                  </a:cubicBezTo>
                  <a:cubicBezTo>
                    <a:pt x="198159" y="369095"/>
                    <a:pt x="198767" y="369137"/>
                    <a:pt x="199394" y="369181"/>
                  </a:cubicBezTo>
                  <a:cubicBezTo>
                    <a:pt x="199998" y="369215"/>
                    <a:pt x="200603" y="369250"/>
                    <a:pt x="201225" y="369286"/>
                  </a:cubicBezTo>
                  <a:cubicBezTo>
                    <a:pt x="201757" y="369435"/>
                    <a:pt x="202288" y="369585"/>
                    <a:pt x="202836" y="369739"/>
                  </a:cubicBezTo>
                  <a:cubicBezTo>
                    <a:pt x="203332" y="370731"/>
                    <a:pt x="203828" y="371723"/>
                    <a:pt x="204324" y="372716"/>
                  </a:cubicBezTo>
                  <a:cubicBezTo>
                    <a:pt x="205950" y="373236"/>
                    <a:pt x="205950" y="373236"/>
                    <a:pt x="207765" y="373274"/>
                  </a:cubicBezTo>
                  <a:cubicBezTo>
                    <a:pt x="208374" y="373316"/>
                    <a:pt x="208982" y="373358"/>
                    <a:pt x="209608" y="373402"/>
                  </a:cubicBezTo>
                  <a:cubicBezTo>
                    <a:pt x="210075" y="373421"/>
                    <a:pt x="210541" y="373440"/>
                    <a:pt x="211021" y="373460"/>
                  </a:cubicBezTo>
                  <a:cubicBezTo>
                    <a:pt x="211021" y="374442"/>
                    <a:pt x="211021" y="375424"/>
                    <a:pt x="211021" y="376436"/>
                  </a:cubicBezTo>
                  <a:cubicBezTo>
                    <a:pt x="213231" y="376436"/>
                    <a:pt x="215441" y="376436"/>
                    <a:pt x="217718" y="376436"/>
                  </a:cubicBezTo>
                  <a:cubicBezTo>
                    <a:pt x="217753" y="382439"/>
                    <a:pt x="217779" y="388441"/>
                    <a:pt x="217795" y="394444"/>
                  </a:cubicBezTo>
                  <a:cubicBezTo>
                    <a:pt x="217803" y="397231"/>
                    <a:pt x="217814" y="400018"/>
                    <a:pt x="217831" y="402805"/>
                  </a:cubicBezTo>
                  <a:cubicBezTo>
                    <a:pt x="217847" y="405493"/>
                    <a:pt x="217856" y="408180"/>
                    <a:pt x="217860" y="410868"/>
                  </a:cubicBezTo>
                  <a:cubicBezTo>
                    <a:pt x="217862" y="411895"/>
                    <a:pt x="217868" y="412922"/>
                    <a:pt x="217876" y="413950"/>
                  </a:cubicBezTo>
                  <a:cubicBezTo>
                    <a:pt x="217886" y="415384"/>
                    <a:pt x="217887" y="416819"/>
                    <a:pt x="217887" y="418253"/>
                  </a:cubicBezTo>
                  <a:cubicBezTo>
                    <a:pt x="217891" y="419071"/>
                    <a:pt x="217894" y="419889"/>
                    <a:pt x="217897" y="420732"/>
                  </a:cubicBezTo>
                  <a:cubicBezTo>
                    <a:pt x="217809" y="421643"/>
                    <a:pt x="217809" y="421643"/>
                    <a:pt x="217718" y="422573"/>
                  </a:cubicBezTo>
                  <a:cubicBezTo>
                    <a:pt x="217227" y="422819"/>
                    <a:pt x="216736" y="423064"/>
                    <a:pt x="216230" y="423317"/>
                  </a:cubicBezTo>
                  <a:cubicBezTo>
                    <a:pt x="216071" y="425094"/>
                    <a:pt x="216006" y="426793"/>
                    <a:pt x="216000" y="428573"/>
                  </a:cubicBezTo>
                  <a:cubicBezTo>
                    <a:pt x="215982" y="429652"/>
                    <a:pt x="215963" y="430731"/>
                    <a:pt x="215944" y="431811"/>
                  </a:cubicBezTo>
                  <a:cubicBezTo>
                    <a:pt x="215922" y="433521"/>
                    <a:pt x="215904" y="435231"/>
                    <a:pt x="215891" y="436941"/>
                  </a:cubicBezTo>
                  <a:cubicBezTo>
                    <a:pt x="215875" y="438585"/>
                    <a:pt x="215845" y="440230"/>
                    <a:pt x="215814" y="441874"/>
                  </a:cubicBezTo>
                  <a:cubicBezTo>
                    <a:pt x="215814" y="442389"/>
                    <a:pt x="215814" y="442903"/>
                    <a:pt x="215814" y="443434"/>
                  </a:cubicBezTo>
                  <a:cubicBezTo>
                    <a:pt x="215784" y="444871"/>
                    <a:pt x="215784" y="444871"/>
                    <a:pt x="215486" y="447130"/>
                  </a:cubicBezTo>
                  <a:cubicBezTo>
                    <a:pt x="214749" y="447375"/>
                    <a:pt x="214013" y="447621"/>
                    <a:pt x="213254" y="447874"/>
                  </a:cubicBezTo>
                  <a:cubicBezTo>
                    <a:pt x="212896" y="449518"/>
                    <a:pt x="212896" y="449518"/>
                    <a:pt x="212925" y="451501"/>
                  </a:cubicBezTo>
                  <a:cubicBezTo>
                    <a:pt x="212905" y="452234"/>
                    <a:pt x="212886" y="452967"/>
                    <a:pt x="212865" y="453722"/>
                  </a:cubicBezTo>
                  <a:cubicBezTo>
                    <a:pt x="212855" y="454493"/>
                    <a:pt x="212845" y="455265"/>
                    <a:pt x="212835" y="456059"/>
                  </a:cubicBezTo>
                  <a:cubicBezTo>
                    <a:pt x="212809" y="457579"/>
                    <a:pt x="212778" y="459098"/>
                    <a:pt x="212739" y="460617"/>
                  </a:cubicBezTo>
                  <a:cubicBezTo>
                    <a:pt x="212730" y="461294"/>
                    <a:pt x="212721" y="461972"/>
                    <a:pt x="212711" y="462669"/>
                  </a:cubicBezTo>
                  <a:cubicBezTo>
                    <a:pt x="212645" y="463189"/>
                    <a:pt x="212578" y="463709"/>
                    <a:pt x="212509" y="464245"/>
                  </a:cubicBezTo>
                  <a:cubicBezTo>
                    <a:pt x="212018" y="464490"/>
                    <a:pt x="211527" y="464736"/>
                    <a:pt x="211021" y="464989"/>
                  </a:cubicBezTo>
                  <a:cubicBezTo>
                    <a:pt x="209811" y="468319"/>
                    <a:pt x="209998" y="472055"/>
                    <a:pt x="209815" y="475555"/>
                  </a:cubicBezTo>
                  <a:cubicBezTo>
                    <a:pt x="209722" y="476243"/>
                    <a:pt x="209629" y="476931"/>
                    <a:pt x="209533" y="477639"/>
                  </a:cubicBezTo>
                  <a:cubicBezTo>
                    <a:pt x="209042" y="477885"/>
                    <a:pt x="208551" y="478130"/>
                    <a:pt x="208045" y="478384"/>
                  </a:cubicBezTo>
                  <a:cubicBezTo>
                    <a:pt x="207779" y="480888"/>
                    <a:pt x="207714" y="483378"/>
                    <a:pt x="207629" y="485895"/>
                  </a:cubicBezTo>
                  <a:cubicBezTo>
                    <a:pt x="207520" y="486608"/>
                    <a:pt x="207412" y="487322"/>
                    <a:pt x="207300" y="488057"/>
                  </a:cubicBezTo>
                  <a:cubicBezTo>
                    <a:pt x="206564" y="488303"/>
                    <a:pt x="205827" y="488548"/>
                    <a:pt x="205068" y="488801"/>
                  </a:cubicBezTo>
                  <a:cubicBezTo>
                    <a:pt x="204715" y="490331"/>
                    <a:pt x="204715" y="490331"/>
                    <a:pt x="204696" y="492104"/>
                  </a:cubicBezTo>
                  <a:cubicBezTo>
                    <a:pt x="204626" y="493915"/>
                    <a:pt x="204626" y="493915"/>
                    <a:pt x="204324" y="495499"/>
                  </a:cubicBezTo>
                  <a:cubicBezTo>
                    <a:pt x="203587" y="495990"/>
                    <a:pt x="202850" y="496481"/>
                    <a:pt x="202091" y="496987"/>
                  </a:cubicBezTo>
                  <a:cubicBezTo>
                    <a:pt x="201662" y="498448"/>
                    <a:pt x="201662" y="498448"/>
                    <a:pt x="201580" y="500057"/>
                  </a:cubicBezTo>
                  <a:cubicBezTo>
                    <a:pt x="201503" y="501008"/>
                    <a:pt x="201426" y="501960"/>
                    <a:pt x="201347" y="502940"/>
                  </a:cubicBezTo>
                  <a:cubicBezTo>
                    <a:pt x="200611" y="502940"/>
                    <a:pt x="199874" y="502940"/>
                    <a:pt x="199115" y="502940"/>
                  </a:cubicBezTo>
                  <a:cubicBezTo>
                    <a:pt x="199161" y="503769"/>
                    <a:pt x="199207" y="504598"/>
                    <a:pt x="199254" y="505452"/>
                  </a:cubicBezTo>
                  <a:cubicBezTo>
                    <a:pt x="199208" y="506342"/>
                    <a:pt x="199162" y="507232"/>
                    <a:pt x="199115" y="508149"/>
                  </a:cubicBezTo>
                  <a:cubicBezTo>
                    <a:pt x="198378" y="508640"/>
                    <a:pt x="197641" y="509131"/>
                    <a:pt x="196882" y="509637"/>
                  </a:cubicBezTo>
                  <a:cubicBezTo>
                    <a:pt x="196760" y="510267"/>
                    <a:pt x="196637" y="510896"/>
                    <a:pt x="196510" y="511544"/>
                  </a:cubicBezTo>
                  <a:cubicBezTo>
                    <a:pt x="196388" y="512143"/>
                    <a:pt x="196265" y="512741"/>
                    <a:pt x="196138" y="513358"/>
                  </a:cubicBezTo>
                  <a:cubicBezTo>
                    <a:pt x="195402" y="513604"/>
                    <a:pt x="194665" y="513849"/>
                    <a:pt x="193906" y="514102"/>
                  </a:cubicBezTo>
                  <a:cubicBezTo>
                    <a:pt x="193814" y="514655"/>
                    <a:pt x="193722" y="515207"/>
                    <a:pt x="193627" y="515777"/>
                  </a:cubicBezTo>
                  <a:cubicBezTo>
                    <a:pt x="192996" y="518553"/>
                    <a:pt x="191497" y="519638"/>
                    <a:pt x="189441" y="521544"/>
                  </a:cubicBezTo>
                  <a:cubicBezTo>
                    <a:pt x="188950" y="522280"/>
                    <a:pt x="188459" y="523017"/>
                    <a:pt x="187953" y="523776"/>
                  </a:cubicBezTo>
                  <a:cubicBezTo>
                    <a:pt x="186970" y="523776"/>
                    <a:pt x="185988" y="523776"/>
                    <a:pt x="184976" y="523776"/>
                  </a:cubicBezTo>
                  <a:cubicBezTo>
                    <a:pt x="184976" y="524758"/>
                    <a:pt x="184976" y="525741"/>
                    <a:pt x="184976" y="526753"/>
                  </a:cubicBezTo>
                  <a:cubicBezTo>
                    <a:pt x="183994" y="526753"/>
                    <a:pt x="183012" y="526753"/>
                    <a:pt x="182000" y="526753"/>
                  </a:cubicBezTo>
                  <a:cubicBezTo>
                    <a:pt x="181892" y="527351"/>
                    <a:pt x="181785" y="527950"/>
                    <a:pt x="181674" y="528566"/>
                  </a:cubicBezTo>
                  <a:cubicBezTo>
                    <a:pt x="181536" y="529196"/>
                    <a:pt x="181398" y="529825"/>
                    <a:pt x="181255" y="530473"/>
                  </a:cubicBezTo>
                  <a:cubicBezTo>
                    <a:pt x="179395" y="530938"/>
                    <a:pt x="179395" y="530938"/>
                    <a:pt x="177535" y="531218"/>
                  </a:cubicBezTo>
                  <a:cubicBezTo>
                    <a:pt x="177289" y="531954"/>
                    <a:pt x="177044" y="532691"/>
                    <a:pt x="176791" y="533450"/>
                  </a:cubicBezTo>
                  <a:cubicBezTo>
                    <a:pt x="175253" y="533831"/>
                    <a:pt x="175253" y="533831"/>
                    <a:pt x="173396" y="533962"/>
                  </a:cubicBezTo>
                  <a:cubicBezTo>
                    <a:pt x="172781" y="534010"/>
                    <a:pt x="172166" y="534059"/>
                    <a:pt x="171532" y="534110"/>
                  </a:cubicBezTo>
                  <a:cubicBezTo>
                    <a:pt x="171057" y="534138"/>
                    <a:pt x="170583" y="534165"/>
                    <a:pt x="170093" y="534194"/>
                  </a:cubicBezTo>
                  <a:cubicBezTo>
                    <a:pt x="170093" y="535176"/>
                    <a:pt x="170093" y="536159"/>
                    <a:pt x="170093" y="537171"/>
                  </a:cubicBezTo>
                  <a:cubicBezTo>
                    <a:pt x="169189" y="537190"/>
                    <a:pt x="168284" y="537209"/>
                    <a:pt x="167352" y="537229"/>
                  </a:cubicBezTo>
                  <a:cubicBezTo>
                    <a:pt x="166173" y="537271"/>
                    <a:pt x="164994" y="537313"/>
                    <a:pt x="163815" y="537357"/>
                  </a:cubicBezTo>
                  <a:cubicBezTo>
                    <a:pt x="163218" y="537367"/>
                    <a:pt x="162620" y="537378"/>
                    <a:pt x="162005" y="537389"/>
                  </a:cubicBezTo>
                  <a:cubicBezTo>
                    <a:pt x="160088" y="537436"/>
                    <a:pt x="160088" y="537436"/>
                    <a:pt x="157443" y="537915"/>
                  </a:cubicBezTo>
                  <a:cubicBezTo>
                    <a:pt x="157334" y="538407"/>
                    <a:pt x="157225" y="538900"/>
                    <a:pt x="157112" y="539408"/>
                  </a:cubicBezTo>
                  <a:cubicBezTo>
                    <a:pt x="156976" y="539897"/>
                    <a:pt x="156839" y="540387"/>
                    <a:pt x="156699" y="540891"/>
                  </a:cubicBezTo>
                  <a:cubicBezTo>
                    <a:pt x="155203" y="541266"/>
                    <a:pt x="155203" y="541266"/>
                    <a:pt x="153196" y="541269"/>
                  </a:cubicBezTo>
                  <a:cubicBezTo>
                    <a:pt x="152439" y="541278"/>
                    <a:pt x="151681" y="541286"/>
                    <a:pt x="150900" y="541295"/>
                  </a:cubicBezTo>
                  <a:cubicBezTo>
                    <a:pt x="149643" y="541286"/>
                    <a:pt x="149643" y="541286"/>
                    <a:pt x="148361" y="541276"/>
                  </a:cubicBezTo>
                  <a:cubicBezTo>
                    <a:pt x="147045" y="541284"/>
                    <a:pt x="147045" y="541284"/>
                    <a:pt x="145703" y="541292"/>
                  </a:cubicBezTo>
                  <a:cubicBezTo>
                    <a:pt x="143290" y="541303"/>
                    <a:pt x="140878" y="541301"/>
                    <a:pt x="138466" y="541291"/>
                  </a:cubicBezTo>
                  <a:cubicBezTo>
                    <a:pt x="135947" y="541284"/>
                    <a:pt x="133427" y="541291"/>
                    <a:pt x="130908" y="541295"/>
                  </a:cubicBezTo>
                  <a:cubicBezTo>
                    <a:pt x="126677" y="541301"/>
                    <a:pt x="122445" y="541294"/>
                    <a:pt x="118214" y="541279"/>
                  </a:cubicBezTo>
                  <a:cubicBezTo>
                    <a:pt x="113315" y="541263"/>
                    <a:pt x="108417" y="541268"/>
                    <a:pt x="103518" y="541285"/>
                  </a:cubicBezTo>
                  <a:cubicBezTo>
                    <a:pt x="99319" y="541298"/>
                    <a:pt x="95120" y="541300"/>
                    <a:pt x="90922" y="541292"/>
                  </a:cubicBezTo>
                  <a:cubicBezTo>
                    <a:pt x="88411" y="541288"/>
                    <a:pt x="85900" y="541287"/>
                    <a:pt x="83389" y="541297"/>
                  </a:cubicBezTo>
                  <a:cubicBezTo>
                    <a:pt x="80591" y="541305"/>
                    <a:pt x="77794" y="541293"/>
                    <a:pt x="74996" y="541276"/>
                  </a:cubicBezTo>
                  <a:cubicBezTo>
                    <a:pt x="74158" y="541283"/>
                    <a:pt x="73320" y="541289"/>
                    <a:pt x="72456" y="541295"/>
                  </a:cubicBezTo>
                  <a:cubicBezTo>
                    <a:pt x="71699" y="541286"/>
                    <a:pt x="70941" y="541278"/>
                    <a:pt x="70161" y="541269"/>
                  </a:cubicBezTo>
                  <a:cubicBezTo>
                    <a:pt x="69498" y="541268"/>
                    <a:pt x="68836" y="541267"/>
                    <a:pt x="68154" y="541266"/>
                  </a:cubicBezTo>
                  <a:cubicBezTo>
                    <a:pt x="67660" y="541142"/>
                    <a:pt x="67166" y="541019"/>
                    <a:pt x="66658" y="540891"/>
                  </a:cubicBezTo>
                  <a:cubicBezTo>
                    <a:pt x="66157" y="539403"/>
                    <a:pt x="66157" y="539403"/>
                    <a:pt x="65914" y="537915"/>
                  </a:cubicBezTo>
                  <a:cubicBezTo>
                    <a:pt x="64422" y="537467"/>
                    <a:pt x="64422" y="537467"/>
                    <a:pt x="62612" y="537540"/>
                  </a:cubicBezTo>
                  <a:cubicBezTo>
                    <a:pt x="61613" y="537519"/>
                    <a:pt x="61613" y="537519"/>
                    <a:pt x="60594" y="537498"/>
                  </a:cubicBezTo>
                  <a:cubicBezTo>
                    <a:pt x="59894" y="537497"/>
                    <a:pt x="59194" y="537497"/>
                    <a:pt x="58472" y="537496"/>
                  </a:cubicBezTo>
                  <a:cubicBezTo>
                    <a:pt x="57092" y="537490"/>
                    <a:pt x="55713" y="537474"/>
                    <a:pt x="54333" y="537447"/>
                  </a:cubicBezTo>
                  <a:cubicBezTo>
                    <a:pt x="53718" y="537446"/>
                    <a:pt x="53103" y="537446"/>
                    <a:pt x="52470" y="537445"/>
                  </a:cubicBezTo>
                  <a:cubicBezTo>
                    <a:pt x="51995" y="537355"/>
                    <a:pt x="51520" y="537264"/>
                    <a:pt x="51031" y="537171"/>
                  </a:cubicBezTo>
                  <a:cubicBezTo>
                    <a:pt x="50663" y="536066"/>
                    <a:pt x="50663" y="536066"/>
                    <a:pt x="50287" y="534938"/>
                  </a:cubicBezTo>
                  <a:cubicBezTo>
                    <a:pt x="48568" y="534420"/>
                    <a:pt x="48568" y="534420"/>
                    <a:pt x="46566" y="534194"/>
                  </a:cubicBezTo>
                  <a:cubicBezTo>
                    <a:pt x="44520" y="533915"/>
                    <a:pt x="44520" y="533915"/>
                    <a:pt x="42845" y="533450"/>
                  </a:cubicBezTo>
                  <a:cubicBezTo>
                    <a:pt x="42477" y="532345"/>
                    <a:pt x="42477" y="532345"/>
                    <a:pt x="42101" y="531218"/>
                  </a:cubicBezTo>
                  <a:cubicBezTo>
                    <a:pt x="41364" y="531110"/>
                    <a:pt x="40628" y="531003"/>
                    <a:pt x="39869" y="530892"/>
                  </a:cubicBezTo>
                  <a:cubicBezTo>
                    <a:pt x="39132" y="530754"/>
                    <a:pt x="38395" y="530616"/>
                    <a:pt x="37636" y="530473"/>
                  </a:cubicBezTo>
                  <a:cubicBezTo>
                    <a:pt x="37359" y="529489"/>
                    <a:pt x="37111" y="528496"/>
                    <a:pt x="36892" y="527497"/>
                  </a:cubicBezTo>
                  <a:cubicBezTo>
                    <a:pt x="36263" y="527374"/>
                    <a:pt x="35634" y="527251"/>
                    <a:pt x="34985" y="527125"/>
                  </a:cubicBezTo>
                  <a:cubicBezTo>
                    <a:pt x="34387" y="527002"/>
                    <a:pt x="33788" y="526879"/>
                    <a:pt x="33171" y="526753"/>
                  </a:cubicBezTo>
                  <a:cubicBezTo>
                    <a:pt x="33171" y="525770"/>
                    <a:pt x="33171" y="524788"/>
                    <a:pt x="33171" y="523776"/>
                  </a:cubicBezTo>
                  <a:cubicBezTo>
                    <a:pt x="32183" y="523513"/>
                    <a:pt x="31190" y="523266"/>
                    <a:pt x="30195" y="523032"/>
                  </a:cubicBezTo>
                  <a:cubicBezTo>
                    <a:pt x="29358" y="521544"/>
                    <a:pt x="29358" y="521544"/>
                    <a:pt x="28707" y="520055"/>
                  </a:cubicBezTo>
                  <a:cubicBezTo>
                    <a:pt x="28216" y="519810"/>
                    <a:pt x="27724" y="519564"/>
                    <a:pt x="27218" y="519311"/>
                  </a:cubicBezTo>
                  <a:cubicBezTo>
                    <a:pt x="26722" y="518319"/>
                    <a:pt x="26226" y="517327"/>
                    <a:pt x="25730" y="516335"/>
                  </a:cubicBezTo>
                  <a:cubicBezTo>
                    <a:pt x="25239" y="516089"/>
                    <a:pt x="24748" y="515844"/>
                    <a:pt x="24242" y="515591"/>
                  </a:cubicBezTo>
                  <a:cubicBezTo>
                    <a:pt x="23939" y="513863"/>
                    <a:pt x="23688" y="512125"/>
                    <a:pt x="23498" y="510382"/>
                  </a:cubicBezTo>
                  <a:cubicBezTo>
                    <a:pt x="22761" y="510382"/>
                    <a:pt x="22024" y="510382"/>
                    <a:pt x="21265" y="510382"/>
                  </a:cubicBezTo>
                  <a:cubicBezTo>
                    <a:pt x="21144" y="508880"/>
                    <a:pt x="21023" y="507378"/>
                    <a:pt x="20902" y="505876"/>
                  </a:cubicBezTo>
                  <a:cubicBezTo>
                    <a:pt x="20615" y="504134"/>
                    <a:pt x="20615" y="504134"/>
                    <a:pt x="18289" y="502940"/>
                  </a:cubicBezTo>
                  <a:cubicBezTo>
                    <a:pt x="17960" y="501356"/>
                    <a:pt x="17960" y="501356"/>
                    <a:pt x="17870" y="499545"/>
                  </a:cubicBezTo>
                  <a:cubicBezTo>
                    <a:pt x="17807" y="497778"/>
                    <a:pt x="17807" y="497778"/>
                    <a:pt x="17545" y="496243"/>
                  </a:cubicBezTo>
                  <a:cubicBezTo>
                    <a:pt x="17053" y="495997"/>
                    <a:pt x="16562" y="495752"/>
                    <a:pt x="16056" y="495499"/>
                  </a:cubicBezTo>
                  <a:cubicBezTo>
                    <a:pt x="15789" y="492849"/>
                    <a:pt x="15725" y="490213"/>
                    <a:pt x="15641" y="487552"/>
                  </a:cubicBezTo>
                  <a:cubicBezTo>
                    <a:pt x="15602" y="485106"/>
                    <a:pt x="15602" y="485106"/>
                    <a:pt x="14199" y="484170"/>
                  </a:cubicBezTo>
                  <a:cubicBezTo>
                    <a:pt x="12431" y="482083"/>
                    <a:pt x="12722" y="479712"/>
                    <a:pt x="12699" y="477096"/>
                  </a:cubicBezTo>
                  <a:cubicBezTo>
                    <a:pt x="12686" y="476537"/>
                    <a:pt x="12672" y="475979"/>
                    <a:pt x="12658" y="475404"/>
                  </a:cubicBezTo>
                  <a:cubicBezTo>
                    <a:pt x="12618" y="473622"/>
                    <a:pt x="12593" y="471840"/>
                    <a:pt x="12568" y="470058"/>
                  </a:cubicBezTo>
                  <a:cubicBezTo>
                    <a:pt x="12543" y="468850"/>
                    <a:pt x="12518" y="467641"/>
                    <a:pt x="12491" y="466432"/>
                  </a:cubicBezTo>
                  <a:cubicBezTo>
                    <a:pt x="12428" y="463471"/>
                    <a:pt x="12378" y="460509"/>
                    <a:pt x="12336" y="457548"/>
                  </a:cubicBezTo>
                  <a:cubicBezTo>
                    <a:pt x="11599" y="457548"/>
                    <a:pt x="10862" y="457548"/>
                    <a:pt x="10103" y="457548"/>
                  </a:cubicBezTo>
                  <a:cubicBezTo>
                    <a:pt x="10090" y="414303"/>
                    <a:pt x="10079" y="371059"/>
                    <a:pt x="10072" y="327814"/>
                  </a:cubicBezTo>
                  <a:cubicBezTo>
                    <a:pt x="10072" y="327175"/>
                    <a:pt x="10071" y="326535"/>
                    <a:pt x="10071" y="325876"/>
                  </a:cubicBezTo>
                  <a:cubicBezTo>
                    <a:pt x="10069" y="311977"/>
                    <a:pt x="10067" y="298078"/>
                    <a:pt x="10065" y="284179"/>
                  </a:cubicBezTo>
                  <a:cubicBezTo>
                    <a:pt x="10064" y="277364"/>
                    <a:pt x="10063" y="270548"/>
                    <a:pt x="10062" y="263732"/>
                  </a:cubicBezTo>
                  <a:cubicBezTo>
                    <a:pt x="10062" y="263054"/>
                    <a:pt x="10062" y="262376"/>
                    <a:pt x="10062" y="261677"/>
                  </a:cubicBezTo>
                  <a:cubicBezTo>
                    <a:pt x="10059" y="239676"/>
                    <a:pt x="10053" y="217676"/>
                    <a:pt x="10046" y="195675"/>
                  </a:cubicBezTo>
                  <a:cubicBezTo>
                    <a:pt x="10039" y="173074"/>
                    <a:pt x="10035" y="150474"/>
                    <a:pt x="10033" y="127873"/>
                  </a:cubicBezTo>
                  <a:cubicBezTo>
                    <a:pt x="10033" y="124684"/>
                    <a:pt x="10033" y="121495"/>
                    <a:pt x="10033" y="118306"/>
                  </a:cubicBezTo>
                  <a:cubicBezTo>
                    <a:pt x="10032" y="117678"/>
                    <a:pt x="10032" y="117050"/>
                    <a:pt x="10032" y="116403"/>
                  </a:cubicBezTo>
                  <a:cubicBezTo>
                    <a:pt x="10032" y="106282"/>
                    <a:pt x="10028" y="96161"/>
                    <a:pt x="10024" y="86040"/>
                  </a:cubicBezTo>
                  <a:cubicBezTo>
                    <a:pt x="10019" y="75875"/>
                    <a:pt x="10018" y="65711"/>
                    <a:pt x="10019" y="55546"/>
                  </a:cubicBezTo>
                  <a:cubicBezTo>
                    <a:pt x="10019" y="49500"/>
                    <a:pt x="10018" y="43454"/>
                    <a:pt x="10013" y="37409"/>
                  </a:cubicBezTo>
                  <a:cubicBezTo>
                    <a:pt x="10010" y="32904"/>
                    <a:pt x="10011" y="28400"/>
                    <a:pt x="10013" y="23895"/>
                  </a:cubicBezTo>
                  <a:cubicBezTo>
                    <a:pt x="10013" y="22065"/>
                    <a:pt x="10013" y="20236"/>
                    <a:pt x="10010" y="18406"/>
                  </a:cubicBezTo>
                  <a:cubicBezTo>
                    <a:pt x="10007" y="15932"/>
                    <a:pt x="10009" y="13459"/>
                    <a:pt x="10012" y="10986"/>
                  </a:cubicBezTo>
                  <a:cubicBezTo>
                    <a:pt x="10010" y="10263"/>
                    <a:pt x="10008" y="9541"/>
                    <a:pt x="10006" y="8797"/>
                  </a:cubicBezTo>
                  <a:cubicBezTo>
                    <a:pt x="10007" y="8141"/>
                    <a:pt x="10009" y="7485"/>
                    <a:pt x="10011" y="6810"/>
                  </a:cubicBezTo>
                  <a:cubicBezTo>
                    <a:pt x="10011" y="6244"/>
                    <a:pt x="10010" y="5678"/>
                    <a:pt x="10010" y="5094"/>
                  </a:cubicBezTo>
                  <a:cubicBezTo>
                    <a:pt x="10103" y="3622"/>
                    <a:pt x="10103" y="3622"/>
                    <a:pt x="10847" y="1389"/>
                  </a:cubicBezTo>
                  <a:cubicBezTo>
                    <a:pt x="13130" y="248"/>
                    <a:pt x="15521" y="536"/>
                    <a:pt x="18026" y="537"/>
                  </a:cubicBezTo>
                  <a:close/>
                </a:path>
              </a:pathLst>
            </a:custGeom>
            <a:grpFill/>
            <a:ln w="744" cap="flat">
              <a:noFill/>
              <a:prstDash val="solid"/>
              <a:miter/>
            </a:ln>
          </p:spPr>
          <p:txBody>
            <a:bodyPr rtlCol="0" anchor="ctr"/>
            <a:lstStyle/>
            <a:p>
              <a:endParaRPr lang="zh-CN" altLang="en-US"/>
            </a:p>
          </p:txBody>
        </p:sp>
        <p:sp>
          <p:nvSpPr>
            <p:cNvPr id="102" name="任意多边形: 形状 101"/>
            <p:cNvSpPr/>
            <p:nvPr/>
          </p:nvSpPr>
          <p:spPr>
            <a:xfrm>
              <a:off x="10919652" y="777215"/>
              <a:ext cx="399578" cy="383236"/>
            </a:xfrm>
            <a:custGeom>
              <a:avLst/>
              <a:gdLst>
                <a:gd name="connsiteX0" fmla="*/ 176803 w 399578"/>
                <a:gd name="connsiteY0" fmla="*/ 761 h 383236"/>
                <a:gd name="connsiteX1" fmla="*/ 179268 w 399578"/>
                <a:gd name="connsiteY1" fmla="*/ 677 h 383236"/>
                <a:gd name="connsiteX2" fmla="*/ 181268 w 399578"/>
                <a:gd name="connsiteY2" fmla="*/ 994 h 383236"/>
                <a:gd name="connsiteX3" fmla="*/ 182012 w 399578"/>
                <a:gd name="connsiteY3" fmla="*/ 3970 h 383236"/>
                <a:gd name="connsiteX4" fmla="*/ 184617 w 399578"/>
                <a:gd name="connsiteY4" fmla="*/ 4342 h 383236"/>
                <a:gd name="connsiteX5" fmla="*/ 187221 w 399578"/>
                <a:gd name="connsiteY5" fmla="*/ 4714 h 383236"/>
                <a:gd name="connsiteX6" fmla="*/ 187965 w 399578"/>
                <a:gd name="connsiteY6" fmla="*/ 7691 h 383236"/>
                <a:gd name="connsiteX7" fmla="*/ 190105 w 399578"/>
                <a:gd name="connsiteY7" fmla="*/ 7691 h 383236"/>
                <a:gd name="connsiteX8" fmla="*/ 192430 w 399578"/>
                <a:gd name="connsiteY8" fmla="*/ 7691 h 383236"/>
                <a:gd name="connsiteX9" fmla="*/ 193454 w 399578"/>
                <a:gd name="connsiteY9" fmla="*/ 9133 h 383236"/>
                <a:gd name="connsiteX10" fmla="*/ 196093 w 399578"/>
                <a:gd name="connsiteY10" fmla="*/ 10926 h 383236"/>
                <a:gd name="connsiteX11" fmla="*/ 197732 w 399578"/>
                <a:gd name="connsiteY11" fmla="*/ 11039 h 383236"/>
                <a:gd name="connsiteX12" fmla="*/ 200616 w 399578"/>
                <a:gd name="connsiteY12" fmla="*/ 11411 h 383236"/>
                <a:gd name="connsiteX13" fmla="*/ 201360 w 399578"/>
                <a:gd name="connsiteY13" fmla="*/ 14388 h 383236"/>
                <a:gd name="connsiteX14" fmla="*/ 205825 w 399578"/>
                <a:gd name="connsiteY14" fmla="*/ 15132 h 383236"/>
                <a:gd name="connsiteX15" fmla="*/ 206569 w 399578"/>
                <a:gd name="connsiteY15" fmla="*/ 17365 h 383236"/>
                <a:gd name="connsiteX16" fmla="*/ 211144 w 399578"/>
                <a:gd name="connsiteY16" fmla="*/ 17827 h 383236"/>
                <a:gd name="connsiteX17" fmla="*/ 212522 w 399578"/>
                <a:gd name="connsiteY17" fmla="*/ 18109 h 383236"/>
                <a:gd name="connsiteX18" fmla="*/ 214010 w 399578"/>
                <a:gd name="connsiteY18" fmla="*/ 21085 h 383236"/>
                <a:gd name="connsiteX19" fmla="*/ 216615 w 399578"/>
                <a:gd name="connsiteY19" fmla="*/ 21457 h 383236"/>
                <a:gd name="connsiteX20" fmla="*/ 219219 w 399578"/>
                <a:gd name="connsiteY20" fmla="*/ 21829 h 383236"/>
                <a:gd name="connsiteX21" fmla="*/ 220708 w 399578"/>
                <a:gd name="connsiteY21" fmla="*/ 24806 h 383236"/>
                <a:gd name="connsiteX22" fmla="*/ 222568 w 399578"/>
                <a:gd name="connsiteY22" fmla="*/ 24806 h 383236"/>
                <a:gd name="connsiteX23" fmla="*/ 224428 w 399578"/>
                <a:gd name="connsiteY23" fmla="*/ 24806 h 383236"/>
                <a:gd name="connsiteX24" fmla="*/ 225033 w 399578"/>
                <a:gd name="connsiteY24" fmla="*/ 26248 h 383236"/>
                <a:gd name="connsiteX25" fmla="*/ 225917 w 399578"/>
                <a:gd name="connsiteY25" fmla="*/ 27783 h 383236"/>
                <a:gd name="connsiteX26" fmla="*/ 231870 w 399578"/>
                <a:gd name="connsiteY26" fmla="*/ 28527 h 383236"/>
                <a:gd name="connsiteX27" fmla="*/ 231870 w 399578"/>
                <a:gd name="connsiteY27" fmla="*/ 31503 h 383236"/>
                <a:gd name="connsiteX28" fmla="*/ 233471 w 399578"/>
                <a:gd name="connsiteY28" fmla="*/ 31588 h 383236"/>
                <a:gd name="connsiteX29" fmla="*/ 235544 w 399578"/>
                <a:gd name="connsiteY29" fmla="*/ 31736 h 383236"/>
                <a:gd name="connsiteX30" fmla="*/ 237611 w 399578"/>
                <a:gd name="connsiteY30" fmla="*/ 31867 h 383236"/>
                <a:gd name="connsiteX31" fmla="*/ 239311 w 399578"/>
                <a:gd name="connsiteY31" fmla="*/ 32247 h 383236"/>
                <a:gd name="connsiteX32" fmla="*/ 240241 w 399578"/>
                <a:gd name="connsiteY32" fmla="*/ 39782 h 383236"/>
                <a:gd name="connsiteX33" fmla="*/ 240299 w 399578"/>
                <a:gd name="connsiteY33" fmla="*/ 42625 h 383236"/>
                <a:gd name="connsiteX34" fmla="*/ 240055 w 399578"/>
                <a:gd name="connsiteY34" fmla="*/ 44898 h 383236"/>
                <a:gd name="connsiteX35" fmla="*/ 237823 w 399578"/>
                <a:gd name="connsiteY35" fmla="*/ 45642 h 383236"/>
                <a:gd name="connsiteX36" fmla="*/ 237079 w 399578"/>
                <a:gd name="connsiteY36" fmla="*/ 50851 h 383236"/>
                <a:gd name="connsiteX37" fmla="*/ 234846 w 399578"/>
                <a:gd name="connsiteY37" fmla="*/ 52339 h 383236"/>
                <a:gd name="connsiteX38" fmla="*/ 234102 w 399578"/>
                <a:gd name="connsiteY38" fmla="*/ 57548 h 383236"/>
                <a:gd name="connsiteX39" fmla="*/ 231870 w 399578"/>
                <a:gd name="connsiteY39" fmla="*/ 57548 h 383236"/>
                <a:gd name="connsiteX40" fmla="*/ 231591 w 399578"/>
                <a:gd name="connsiteY40" fmla="*/ 60478 h 383236"/>
                <a:gd name="connsiteX41" fmla="*/ 231126 w 399578"/>
                <a:gd name="connsiteY41" fmla="*/ 63501 h 383236"/>
                <a:gd name="connsiteX42" fmla="*/ 229637 w 399578"/>
                <a:gd name="connsiteY42" fmla="*/ 64245 h 383236"/>
                <a:gd name="connsiteX43" fmla="*/ 229312 w 399578"/>
                <a:gd name="connsiteY43" fmla="*/ 66431 h 383236"/>
                <a:gd name="connsiteX44" fmla="*/ 228893 w 399578"/>
                <a:gd name="connsiteY44" fmla="*/ 68710 h 383236"/>
                <a:gd name="connsiteX45" fmla="*/ 226661 w 399578"/>
                <a:gd name="connsiteY45" fmla="*/ 70199 h 383236"/>
                <a:gd name="connsiteX46" fmla="*/ 226289 w 399578"/>
                <a:gd name="connsiteY46" fmla="*/ 72850 h 383236"/>
                <a:gd name="connsiteX47" fmla="*/ 225917 w 399578"/>
                <a:gd name="connsiteY47" fmla="*/ 75408 h 383236"/>
                <a:gd name="connsiteX48" fmla="*/ 223684 w 399578"/>
                <a:gd name="connsiteY48" fmla="*/ 76152 h 383236"/>
                <a:gd name="connsiteX49" fmla="*/ 222940 w 399578"/>
                <a:gd name="connsiteY49" fmla="*/ 81361 h 383236"/>
                <a:gd name="connsiteX50" fmla="*/ 221452 w 399578"/>
                <a:gd name="connsiteY50" fmla="*/ 82105 h 383236"/>
                <a:gd name="connsiteX51" fmla="*/ 220708 w 399578"/>
                <a:gd name="connsiteY51" fmla="*/ 86570 h 383236"/>
                <a:gd name="connsiteX52" fmla="*/ 218475 w 399578"/>
                <a:gd name="connsiteY52" fmla="*/ 86570 h 383236"/>
                <a:gd name="connsiteX53" fmla="*/ 217731 w 399578"/>
                <a:gd name="connsiteY53" fmla="*/ 93267 h 383236"/>
                <a:gd name="connsiteX54" fmla="*/ 215499 w 399578"/>
                <a:gd name="connsiteY54" fmla="*/ 93267 h 383236"/>
                <a:gd name="connsiteX55" fmla="*/ 215220 w 399578"/>
                <a:gd name="connsiteY55" fmla="*/ 95825 h 383236"/>
                <a:gd name="connsiteX56" fmla="*/ 214755 w 399578"/>
                <a:gd name="connsiteY56" fmla="*/ 98476 h 383236"/>
                <a:gd name="connsiteX57" fmla="*/ 213266 w 399578"/>
                <a:gd name="connsiteY57" fmla="*/ 99220 h 383236"/>
                <a:gd name="connsiteX58" fmla="*/ 212522 w 399578"/>
                <a:gd name="connsiteY58" fmla="*/ 103685 h 383236"/>
                <a:gd name="connsiteX59" fmla="*/ 210290 w 399578"/>
                <a:gd name="connsiteY59" fmla="*/ 103685 h 383236"/>
                <a:gd name="connsiteX60" fmla="*/ 210057 w 399578"/>
                <a:gd name="connsiteY60" fmla="*/ 106615 h 383236"/>
                <a:gd name="connsiteX61" fmla="*/ 209546 w 399578"/>
                <a:gd name="connsiteY61" fmla="*/ 109638 h 383236"/>
                <a:gd name="connsiteX62" fmla="*/ 207313 w 399578"/>
                <a:gd name="connsiteY62" fmla="*/ 110382 h 383236"/>
                <a:gd name="connsiteX63" fmla="*/ 206569 w 399578"/>
                <a:gd name="connsiteY63" fmla="*/ 115591 h 383236"/>
                <a:gd name="connsiteX64" fmla="*/ 205081 w 399578"/>
                <a:gd name="connsiteY64" fmla="*/ 116335 h 383236"/>
                <a:gd name="connsiteX65" fmla="*/ 204337 w 399578"/>
                <a:gd name="connsiteY65" fmla="*/ 118196 h 383236"/>
                <a:gd name="connsiteX66" fmla="*/ 202104 w 399578"/>
                <a:gd name="connsiteY66" fmla="*/ 120800 h 383236"/>
                <a:gd name="connsiteX67" fmla="*/ 201779 w 399578"/>
                <a:gd name="connsiteY67" fmla="*/ 123358 h 383236"/>
                <a:gd name="connsiteX68" fmla="*/ 201360 w 399578"/>
                <a:gd name="connsiteY68" fmla="*/ 126009 h 383236"/>
                <a:gd name="connsiteX69" fmla="*/ 199128 w 399578"/>
                <a:gd name="connsiteY69" fmla="*/ 127497 h 383236"/>
                <a:gd name="connsiteX70" fmla="*/ 198383 w 399578"/>
                <a:gd name="connsiteY70" fmla="*/ 130474 h 383236"/>
                <a:gd name="connsiteX71" fmla="*/ 196895 w 399578"/>
                <a:gd name="connsiteY71" fmla="*/ 131218 h 383236"/>
                <a:gd name="connsiteX72" fmla="*/ 196616 w 399578"/>
                <a:gd name="connsiteY72" fmla="*/ 133823 h 383236"/>
                <a:gd name="connsiteX73" fmla="*/ 196151 w 399578"/>
                <a:gd name="connsiteY73" fmla="*/ 136427 h 383236"/>
                <a:gd name="connsiteX74" fmla="*/ 193174 w 399578"/>
                <a:gd name="connsiteY74" fmla="*/ 137171 h 383236"/>
                <a:gd name="connsiteX75" fmla="*/ 193174 w 399578"/>
                <a:gd name="connsiteY75" fmla="*/ 141636 h 383236"/>
                <a:gd name="connsiteX76" fmla="*/ 190942 w 399578"/>
                <a:gd name="connsiteY76" fmla="*/ 141636 h 383236"/>
                <a:gd name="connsiteX77" fmla="*/ 190709 w 399578"/>
                <a:gd name="connsiteY77" fmla="*/ 144101 h 383236"/>
                <a:gd name="connsiteX78" fmla="*/ 187965 w 399578"/>
                <a:gd name="connsiteY78" fmla="*/ 149077 h 383236"/>
                <a:gd name="connsiteX79" fmla="*/ 187221 w 399578"/>
                <a:gd name="connsiteY79" fmla="*/ 152054 h 383236"/>
                <a:gd name="connsiteX80" fmla="*/ 185733 w 399578"/>
                <a:gd name="connsiteY80" fmla="*/ 152798 h 383236"/>
                <a:gd name="connsiteX81" fmla="*/ 185407 w 399578"/>
                <a:gd name="connsiteY81" fmla="*/ 154612 h 383236"/>
                <a:gd name="connsiteX82" fmla="*/ 182756 w 399578"/>
                <a:gd name="connsiteY82" fmla="*/ 158007 h 383236"/>
                <a:gd name="connsiteX83" fmla="*/ 181268 w 399578"/>
                <a:gd name="connsiteY83" fmla="*/ 161728 h 383236"/>
                <a:gd name="connsiteX84" fmla="*/ 179780 w 399578"/>
                <a:gd name="connsiteY84" fmla="*/ 161728 h 383236"/>
                <a:gd name="connsiteX85" fmla="*/ 179919 w 399578"/>
                <a:gd name="connsiteY85" fmla="*/ 163821 h 383236"/>
                <a:gd name="connsiteX86" fmla="*/ 178710 w 399578"/>
                <a:gd name="connsiteY86" fmla="*/ 167402 h 383236"/>
                <a:gd name="connsiteX87" fmla="*/ 177547 w 399578"/>
                <a:gd name="connsiteY87" fmla="*/ 168425 h 383236"/>
                <a:gd name="connsiteX88" fmla="*/ 177175 w 399578"/>
                <a:gd name="connsiteY88" fmla="*/ 169960 h 383236"/>
                <a:gd name="connsiteX89" fmla="*/ 174571 w 399578"/>
                <a:gd name="connsiteY89" fmla="*/ 172890 h 383236"/>
                <a:gd name="connsiteX90" fmla="*/ 173827 w 399578"/>
                <a:gd name="connsiteY90" fmla="*/ 175867 h 383236"/>
                <a:gd name="connsiteX91" fmla="*/ 172339 w 399578"/>
                <a:gd name="connsiteY91" fmla="*/ 176611 h 383236"/>
                <a:gd name="connsiteX92" fmla="*/ 171594 w 399578"/>
                <a:gd name="connsiteY92" fmla="*/ 178843 h 383236"/>
                <a:gd name="connsiteX93" fmla="*/ 169362 w 399578"/>
                <a:gd name="connsiteY93" fmla="*/ 181820 h 383236"/>
                <a:gd name="connsiteX94" fmla="*/ 169036 w 399578"/>
                <a:gd name="connsiteY94" fmla="*/ 183680 h 383236"/>
                <a:gd name="connsiteX95" fmla="*/ 168618 w 399578"/>
                <a:gd name="connsiteY95" fmla="*/ 185540 h 383236"/>
                <a:gd name="connsiteX96" fmla="*/ 166385 w 399578"/>
                <a:gd name="connsiteY96" fmla="*/ 186285 h 383236"/>
                <a:gd name="connsiteX97" fmla="*/ 165641 w 399578"/>
                <a:gd name="connsiteY97" fmla="*/ 190749 h 383236"/>
                <a:gd name="connsiteX98" fmla="*/ 163409 w 399578"/>
                <a:gd name="connsiteY98" fmla="*/ 192982 h 383236"/>
                <a:gd name="connsiteX99" fmla="*/ 162665 w 399578"/>
                <a:gd name="connsiteY99" fmla="*/ 195214 h 383236"/>
                <a:gd name="connsiteX100" fmla="*/ 160432 w 399578"/>
                <a:gd name="connsiteY100" fmla="*/ 195214 h 383236"/>
                <a:gd name="connsiteX101" fmla="*/ 160432 w 399578"/>
                <a:gd name="connsiteY101" fmla="*/ 199679 h 383236"/>
                <a:gd name="connsiteX102" fmla="*/ 158200 w 399578"/>
                <a:gd name="connsiteY102" fmla="*/ 199679 h 383236"/>
                <a:gd name="connsiteX103" fmla="*/ 157967 w 399578"/>
                <a:gd name="connsiteY103" fmla="*/ 201772 h 383236"/>
                <a:gd name="connsiteX104" fmla="*/ 155223 w 399578"/>
                <a:gd name="connsiteY104" fmla="*/ 206376 h 383236"/>
                <a:gd name="connsiteX105" fmla="*/ 154479 w 399578"/>
                <a:gd name="connsiteY105" fmla="*/ 208609 h 383236"/>
                <a:gd name="connsiteX106" fmla="*/ 152991 w 399578"/>
                <a:gd name="connsiteY106" fmla="*/ 209353 h 383236"/>
                <a:gd name="connsiteX107" fmla="*/ 152665 w 399578"/>
                <a:gd name="connsiteY107" fmla="*/ 211260 h 383236"/>
                <a:gd name="connsiteX108" fmla="*/ 152247 w 399578"/>
                <a:gd name="connsiteY108" fmla="*/ 213074 h 383236"/>
                <a:gd name="connsiteX109" fmla="*/ 150014 w 399578"/>
                <a:gd name="connsiteY109" fmla="*/ 213074 h 383236"/>
                <a:gd name="connsiteX110" fmla="*/ 149782 w 399578"/>
                <a:gd name="connsiteY110" fmla="*/ 215539 h 383236"/>
                <a:gd name="connsiteX111" fmla="*/ 147038 w 399578"/>
                <a:gd name="connsiteY111" fmla="*/ 220515 h 383236"/>
                <a:gd name="connsiteX112" fmla="*/ 145549 w 399578"/>
                <a:gd name="connsiteY112" fmla="*/ 222747 h 383236"/>
                <a:gd name="connsiteX113" fmla="*/ 144061 w 399578"/>
                <a:gd name="connsiteY113" fmla="*/ 222747 h 383236"/>
                <a:gd name="connsiteX114" fmla="*/ 144201 w 399578"/>
                <a:gd name="connsiteY114" fmla="*/ 224561 h 383236"/>
                <a:gd name="connsiteX115" fmla="*/ 144061 w 399578"/>
                <a:gd name="connsiteY115" fmla="*/ 226468 h 383236"/>
                <a:gd name="connsiteX116" fmla="*/ 141829 w 399578"/>
                <a:gd name="connsiteY116" fmla="*/ 227212 h 383236"/>
                <a:gd name="connsiteX117" fmla="*/ 141085 w 399578"/>
                <a:gd name="connsiteY117" fmla="*/ 230933 h 383236"/>
                <a:gd name="connsiteX118" fmla="*/ 139596 w 399578"/>
                <a:gd name="connsiteY118" fmla="*/ 231677 h 383236"/>
                <a:gd name="connsiteX119" fmla="*/ 138480 w 399578"/>
                <a:gd name="connsiteY119" fmla="*/ 233956 h 383236"/>
                <a:gd name="connsiteX120" fmla="*/ 137364 w 399578"/>
                <a:gd name="connsiteY120" fmla="*/ 236142 h 383236"/>
                <a:gd name="connsiteX121" fmla="*/ 135876 w 399578"/>
                <a:gd name="connsiteY121" fmla="*/ 236142 h 383236"/>
                <a:gd name="connsiteX122" fmla="*/ 135550 w 399578"/>
                <a:gd name="connsiteY122" fmla="*/ 237584 h 383236"/>
                <a:gd name="connsiteX123" fmla="*/ 135131 w 399578"/>
                <a:gd name="connsiteY123" fmla="*/ 239118 h 383236"/>
                <a:gd name="connsiteX124" fmla="*/ 132899 w 399578"/>
                <a:gd name="connsiteY124" fmla="*/ 239863 h 383236"/>
                <a:gd name="connsiteX125" fmla="*/ 132899 w 399578"/>
                <a:gd name="connsiteY125" fmla="*/ 243583 h 383236"/>
                <a:gd name="connsiteX126" fmla="*/ 130667 w 399578"/>
                <a:gd name="connsiteY126" fmla="*/ 243583 h 383236"/>
                <a:gd name="connsiteX127" fmla="*/ 130806 w 399578"/>
                <a:gd name="connsiteY127" fmla="*/ 245397 h 383236"/>
                <a:gd name="connsiteX128" fmla="*/ 130667 w 399578"/>
                <a:gd name="connsiteY128" fmla="*/ 247304 h 383236"/>
                <a:gd name="connsiteX129" fmla="*/ 128434 w 399578"/>
                <a:gd name="connsiteY129" fmla="*/ 248048 h 383236"/>
                <a:gd name="connsiteX130" fmla="*/ 126946 w 399578"/>
                <a:gd name="connsiteY130" fmla="*/ 252513 h 383236"/>
                <a:gd name="connsiteX131" fmla="*/ 123969 w 399578"/>
                <a:gd name="connsiteY131" fmla="*/ 256234 h 383236"/>
                <a:gd name="connsiteX132" fmla="*/ 122481 w 399578"/>
                <a:gd name="connsiteY132" fmla="*/ 256234 h 383236"/>
                <a:gd name="connsiteX133" fmla="*/ 122481 w 399578"/>
                <a:gd name="connsiteY133" fmla="*/ 258466 h 383236"/>
                <a:gd name="connsiteX134" fmla="*/ 123969 w 399578"/>
                <a:gd name="connsiteY134" fmla="*/ 257722 h 383236"/>
                <a:gd name="connsiteX135" fmla="*/ 127257 w 399578"/>
                <a:gd name="connsiteY135" fmla="*/ 257581 h 383236"/>
                <a:gd name="connsiteX136" fmla="*/ 129319 w 399578"/>
                <a:gd name="connsiteY136" fmla="*/ 257543 h 383236"/>
                <a:gd name="connsiteX137" fmla="*/ 131550 w 399578"/>
                <a:gd name="connsiteY137" fmla="*/ 257513 h 383236"/>
                <a:gd name="connsiteX138" fmla="*/ 133836 w 399578"/>
                <a:gd name="connsiteY138" fmla="*/ 257471 h 383236"/>
                <a:gd name="connsiteX139" fmla="*/ 143544 w 399578"/>
                <a:gd name="connsiteY139" fmla="*/ 257311 h 383236"/>
                <a:gd name="connsiteX140" fmla="*/ 150619 w 399578"/>
                <a:gd name="connsiteY140" fmla="*/ 257187 h 383236"/>
                <a:gd name="connsiteX141" fmla="*/ 152850 w 399578"/>
                <a:gd name="connsiteY141" fmla="*/ 257157 h 383236"/>
                <a:gd name="connsiteX142" fmla="*/ 154912 w 399578"/>
                <a:gd name="connsiteY142" fmla="*/ 257119 h 383236"/>
                <a:gd name="connsiteX143" fmla="*/ 156731 w 399578"/>
                <a:gd name="connsiteY143" fmla="*/ 257091 h 383236"/>
                <a:gd name="connsiteX144" fmla="*/ 159688 w 399578"/>
                <a:gd name="connsiteY144" fmla="*/ 256234 h 383236"/>
                <a:gd name="connsiteX145" fmla="*/ 159688 w 399578"/>
                <a:gd name="connsiteY145" fmla="*/ 254001 h 383236"/>
                <a:gd name="connsiteX146" fmla="*/ 161204 w 399578"/>
                <a:gd name="connsiteY146" fmla="*/ 253988 h 383236"/>
                <a:gd name="connsiteX147" fmla="*/ 176775 w 399578"/>
                <a:gd name="connsiteY147" fmla="*/ 253806 h 383236"/>
                <a:gd name="connsiteX148" fmla="*/ 182591 w 399578"/>
                <a:gd name="connsiteY148" fmla="*/ 253744 h 383236"/>
                <a:gd name="connsiteX149" fmla="*/ 190936 w 399578"/>
                <a:gd name="connsiteY149" fmla="*/ 253638 h 383236"/>
                <a:gd name="connsiteX150" fmla="*/ 193576 w 399578"/>
                <a:gd name="connsiteY150" fmla="*/ 253624 h 383236"/>
                <a:gd name="connsiteX151" fmla="*/ 196014 w 399578"/>
                <a:gd name="connsiteY151" fmla="*/ 253579 h 383236"/>
                <a:gd name="connsiteX152" fmla="*/ 198167 w 399578"/>
                <a:gd name="connsiteY152" fmla="*/ 253554 h 383236"/>
                <a:gd name="connsiteX153" fmla="*/ 199872 w 399578"/>
                <a:gd name="connsiteY153" fmla="*/ 253257 h 383236"/>
                <a:gd name="connsiteX154" fmla="*/ 201360 w 399578"/>
                <a:gd name="connsiteY154" fmla="*/ 251025 h 383236"/>
                <a:gd name="connsiteX155" fmla="*/ 225219 w 399578"/>
                <a:gd name="connsiteY155" fmla="*/ 250281 h 383236"/>
                <a:gd name="connsiteX156" fmla="*/ 233059 w 399578"/>
                <a:gd name="connsiteY156" fmla="*/ 250327 h 383236"/>
                <a:gd name="connsiteX157" fmla="*/ 234863 w 399578"/>
                <a:gd name="connsiteY157" fmla="*/ 250346 h 383236"/>
                <a:gd name="connsiteX158" fmla="*/ 241544 w 399578"/>
                <a:gd name="connsiteY158" fmla="*/ 249536 h 383236"/>
                <a:gd name="connsiteX159" fmla="*/ 242288 w 399578"/>
                <a:gd name="connsiteY159" fmla="*/ 247304 h 383236"/>
                <a:gd name="connsiteX160" fmla="*/ 245981 w 399578"/>
                <a:gd name="connsiteY160" fmla="*/ 247030 h 383236"/>
                <a:gd name="connsiteX161" fmla="*/ 248366 w 399578"/>
                <a:gd name="connsiteY161" fmla="*/ 247014 h 383236"/>
                <a:gd name="connsiteX162" fmla="*/ 250962 w 399578"/>
                <a:gd name="connsiteY162" fmla="*/ 247028 h 383236"/>
                <a:gd name="connsiteX163" fmla="*/ 256336 w 399578"/>
                <a:gd name="connsiteY163" fmla="*/ 246989 h 383236"/>
                <a:gd name="connsiteX164" fmla="*/ 264862 w 399578"/>
                <a:gd name="connsiteY164" fmla="*/ 246980 h 383236"/>
                <a:gd name="connsiteX165" fmla="*/ 273053 w 399578"/>
                <a:gd name="connsiteY165" fmla="*/ 246935 h 383236"/>
                <a:gd name="connsiteX166" fmla="*/ 275649 w 399578"/>
                <a:gd name="connsiteY166" fmla="*/ 246953 h 383236"/>
                <a:gd name="connsiteX167" fmla="*/ 278034 w 399578"/>
                <a:gd name="connsiteY167" fmla="*/ 246931 h 383236"/>
                <a:gd name="connsiteX168" fmla="*/ 280145 w 399578"/>
                <a:gd name="connsiteY168" fmla="*/ 246931 h 383236"/>
                <a:gd name="connsiteX169" fmla="*/ 281727 w 399578"/>
                <a:gd name="connsiteY169" fmla="*/ 246560 h 383236"/>
                <a:gd name="connsiteX170" fmla="*/ 282471 w 399578"/>
                <a:gd name="connsiteY170" fmla="*/ 243583 h 383236"/>
                <a:gd name="connsiteX171" fmla="*/ 286192 w 399578"/>
                <a:gd name="connsiteY171" fmla="*/ 244327 h 383236"/>
                <a:gd name="connsiteX172" fmla="*/ 285448 w 399578"/>
                <a:gd name="connsiteY172" fmla="*/ 240607 h 383236"/>
                <a:gd name="connsiteX173" fmla="*/ 283960 w 399578"/>
                <a:gd name="connsiteY173" fmla="*/ 239863 h 383236"/>
                <a:gd name="connsiteX174" fmla="*/ 282471 w 399578"/>
                <a:gd name="connsiteY174" fmla="*/ 235398 h 383236"/>
                <a:gd name="connsiteX175" fmla="*/ 280983 w 399578"/>
                <a:gd name="connsiteY175" fmla="*/ 234654 h 383236"/>
                <a:gd name="connsiteX176" fmla="*/ 279495 w 399578"/>
                <a:gd name="connsiteY176" fmla="*/ 230189 h 383236"/>
                <a:gd name="connsiteX177" fmla="*/ 278006 w 399578"/>
                <a:gd name="connsiteY177" fmla="*/ 229445 h 383236"/>
                <a:gd name="connsiteX178" fmla="*/ 277681 w 399578"/>
                <a:gd name="connsiteY178" fmla="*/ 227677 h 383236"/>
                <a:gd name="connsiteX179" fmla="*/ 276100 w 399578"/>
                <a:gd name="connsiteY179" fmla="*/ 224608 h 383236"/>
                <a:gd name="connsiteX180" fmla="*/ 275030 w 399578"/>
                <a:gd name="connsiteY180" fmla="*/ 219771 h 383236"/>
                <a:gd name="connsiteX181" fmla="*/ 272798 w 399578"/>
                <a:gd name="connsiteY181" fmla="*/ 219027 h 383236"/>
                <a:gd name="connsiteX182" fmla="*/ 271309 w 399578"/>
                <a:gd name="connsiteY182" fmla="*/ 215306 h 383236"/>
                <a:gd name="connsiteX183" fmla="*/ 269821 w 399578"/>
                <a:gd name="connsiteY183" fmla="*/ 214562 h 383236"/>
                <a:gd name="connsiteX184" fmla="*/ 269821 w 399578"/>
                <a:gd name="connsiteY184" fmla="*/ 209353 h 383236"/>
                <a:gd name="connsiteX185" fmla="*/ 267589 w 399578"/>
                <a:gd name="connsiteY185" fmla="*/ 209353 h 383236"/>
                <a:gd name="connsiteX186" fmla="*/ 267356 w 399578"/>
                <a:gd name="connsiteY186" fmla="*/ 207167 h 383236"/>
                <a:gd name="connsiteX187" fmla="*/ 266844 w 399578"/>
                <a:gd name="connsiteY187" fmla="*/ 204888 h 383236"/>
                <a:gd name="connsiteX188" fmla="*/ 264612 w 399578"/>
                <a:gd name="connsiteY188" fmla="*/ 204144 h 383236"/>
                <a:gd name="connsiteX189" fmla="*/ 263868 w 399578"/>
                <a:gd name="connsiteY189" fmla="*/ 199679 h 383236"/>
                <a:gd name="connsiteX190" fmla="*/ 261635 w 399578"/>
                <a:gd name="connsiteY190" fmla="*/ 198935 h 383236"/>
                <a:gd name="connsiteX191" fmla="*/ 261635 w 399578"/>
                <a:gd name="connsiteY191" fmla="*/ 195214 h 383236"/>
                <a:gd name="connsiteX192" fmla="*/ 259403 w 399578"/>
                <a:gd name="connsiteY192" fmla="*/ 194470 h 383236"/>
                <a:gd name="connsiteX193" fmla="*/ 257915 w 399578"/>
                <a:gd name="connsiteY193" fmla="*/ 190005 h 383236"/>
                <a:gd name="connsiteX194" fmla="*/ 256426 w 399578"/>
                <a:gd name="connsiteY194" fmla="*/ 189261 h 383236"/>
                <a:gd name="connsiteX195" fmla="*/ 256101 w 399578"/>
                <a:gd name="connsiteY195" fmla="*/ 187447 h 383236"/>
                <a:gd name="connsiteX196" fmla="*/ 253450 w 399578"/>
                <a:gd name="connsiteY196" fmla="*/ 184052 h 383236"/>
                <a:gd name="connsiteX197" fmla="*/ 252706 w 399578"/>
                <a:gd name="connsiteY197" fmla="*/ 179587 h 383236"/>
                <a:gd name="connsiteX198" fmla="*/ 250473 w 399578"/>
                <a:gd name="connsiteY198" fmla="*/ 179587 h 383236"/>
                <a:gd name="connsiteX199" fmla="*/ 250613 w 399578"/>
                <a:gd name="connsiteY199" fmla="*/ 177820 h 383236"/>
                <a:gd name="connsiteX200" fmla="*/ 250473 w 399578"/>
                <a:gd name="connsiteY200" fmla="*/ 175867 h 383236"/>
                <a:gd name="connsiteX201" fmla="*/ 248241 w 399578"/>
                <a:gd name="connsiteY201" fmla="*/ 174378 h 383236"/>
                <a:gd name="connsiteX202" fmla="*/ 248101 w 399578"/>
                <a:gd name="connsiteY202" fmla="*/ 169820 h 383236"/>
                <a:gd name="connsiteX203" fmla="*/ 248162 w 399578"/>
                <a:gd name="connsiteY203" fmla="*/ 167350 h 383236"/>
                <a:gd name="connsiteX204" fmla="*/ 248241 w 399578"/>
                <a:gd name="connsiteY204" fmla="*/ 165449 h 383236"/>
                <a:gd name="connsiteX205" fmla="*/ 255682 w 399578"/>
                <a:gd name="connsiteY205" fmla="*/ 164704 h 383236"/>
                <a:gd name="connsiteX206" fmla="*/ 255682 w 399578"/>
                <a:gd name="connsiteY206" fmla="*/ 161728 h 383236"/>
                <a:gd name="connsiteX207" fmla="*/ 258612 w 399578"/>
                <a:gd name="connsiteY207" fmla="*/ 161914 h 383236"/>
                <a:gd name="connsiteX208" fmla="*/ 261635 w 399578"/>
                <a:gd name="connsiteY208" fmla="*/ 161728 h 383236"/>
                <a:gd name="connsiteX209" fmla="*/ 262380 w 399578"/>
                <a:gd name="connsiteY209" fmla="*/ 158751 h 383236"/>
                <a:gd name="connsiteX210" fmla="*/ 266844 w 399578"/>
                <a:gd name="connsiteY210" fmla="*/ 157263 h 383236"/>
                <a:gd name="connsiteX211" fmla="*/ 267589 w 399578"/>
                <a:gd name="connsiteY211" fmla="*/ 155031 h 383236"/>
                <a:gd name="connsiteX212" fmla="*/ 270193 w 399578"/>
                <a:gd name="connsiteY212" fmla="*/ 154705 h 383236"/>
                <a:gd name="connsiteX213" fmla="*/ 272798 w 399578"/>
                <a:gd name="connsiteY213" fmla="*/ 154286 h 383236"/>
                <a:gd name="connsiteX214" fmla="*/ 273170 w 399578"/>
                <a:gd name="connsiteY214" fmla="*/ 152798 h 383236"/>
                <a:gd name="connsiteX215" fmla="*/ 273542 w 399578"/>
                <a:gd name="connsiteY215" fmla="*/ 151310 h 383236"/>
                <a:gd name="connsiteX216" fmla="*/ 278751 w 399578"/>
                <a:gd name="connsiteY216" fmla="*/ 150566 h 383236"/>
                <a:gd name="connsiteX217" fmla="*/ 279495 w 399578"/>
                <a:gd name="connsiteY217" fmla="*/ 148333 h 383236"/>
                <a:gd name="connsiteX218" fmla="*/ 284704 w 399578"/>
                <a:gd name="connsiteY218" fmla="*/ 146845 h 383236"/>
                <a:gd name="connsiteX219" fmla="*/ 285448 w 399578"/>
                <a:gd name="connsiteY219" fmla="*/ 144613 h 383236"/>
                <a:gd name="connsiteX220" fmla="*/ 290657 w 399578"/>
                <a:gd name="connsiteY220" fmla="*/ 143869 h 383236"/>
                <a:gd name="connsiteX221" fmla="*/ 291401 w 399578"/>
                <a:gd name="connsiteY221" fmla="*/ 141636 h 383236"/>
                <a:gd name="connsiteX222" fmla="*/ 294424 w 399578"/>
                <a:gd name="connsiteY222" fmla="*/ 141124 h 383236"/>
                <a:gd name="connsiteX223" fmla="*/ 297354 w 399578"/>
                <a:gd name="connsiteY223" fmla="*/ 140892 h 383236"/>
                <a:gd name="connsiteX224" fmla="*/ 297354 w 399578"/>
                <a:gd name="connsiteY224" fmla="*/ 137915 h 383236"/>
                <a:gd name="connsiteX225" fmla="*/ 307772 w 399578"/>
                <a:gd name="connsiteY225" fmla="*/ 137915 h 383236"/>
                <a:gd name="connsiteX226" fmla="*/ 308005 w 399578"/>
                <a:gd name="connsiteY226" fmla="*/ 140473 h 383236"/>
                <a:gd name="connsiteX227" fmla="*/ 308516 w 399578"/>
                <a:gd name="connsiteY227" fmla="*/ 143124 h 383236"/>
                <a:gd name="connsiteX228" fmla="*/ 310749 w 399578"/>
                <a:gd name="connsiteY228" fmla="*/ 143869 h 383236"/>
                <a:gd name="connsiteX229" fmla="*/ 311493 w 399578"/>
                <a:gd name="connsiteY229" fmla="*/ 147589 h 383236"/>
                <a:gd name="connsiteX230" fmla="*/ 312981 w 399578"/>
                <a:gd name="connsiteY230" fmla="*/ 148333 h 383236"/>
                <a:gd name="connsiteX231" fmla="*/ 314469 w 399578"/>
                <a:gd name="connsiteY231" fmla="*/ 152054 h 383236"/>
                <a:gd name="connsiteX232" fmla="*/ 315958 w 399578"/>
                <a:gd name="connsiteY232" fmla="*/ 152798 h 383236"/>
                <a:gd name="connsiteX233" fmla="*/ 317446 w 399578"/>
                <a:gd name="connsiteY233" fmla="*/ 156519 h 383236"/>
                <a:gd name="connsiteX234" fmla="*/ 318934 w 399578"/>
                <a:gd name="connsiteY234" fmla="*/ 157263 h 383236"/>
                <a:gd name="connsiteX235" fmla="*/ 318888 w 399578"/>
                <a:gd name="connsiteY235" fmla="*/ 159495 h 383236"/>
                <a:gd name="connsiteX236" fmla="*/ 318934 w 399578"/>
                <a:gd name="connsiteY236" fmla="*/ 161728 h 383236"/>
                <a:gd name="connsiteX237" fmla="*/ 321167 w 399578"/>
                <a:gd name="connsiteY237" fmla="*/ 162472 h 383236"/>
                <a:gd name="connsiteX238" fmla="*/ 321539 w 399578"/>
                <a:gd name="connsiteY238" fmla="*/ 164379 h 383236"/>
                <a:gd name="connsiteX239" fmla="*/ 321911 w 399578"/>
                <a:gd name="connsiteY239" fmla="*/ 166193 h 383236"/>
                <a:gd name="connsiteX240" fmla="*/ 324143 w 399578"/>
                <a:gd name="connsiteY240" fmla="*/ 166193 h 383236"/>
                <a:gd name="connsiteX241" fmla="*/ 325631 w 399578"/>
                <a:gd name="connsiteY241" fmla="*/ 170658 h 383236"/>
                <a:gd name="connsiteX242" fmla="*/ 327120 w 399578"/>
                <a:gd name="connsiteY242" fmla="*/ 171402 h 383236"/>
                <a:gd name="connsiteX243" fmla="*/ 327864 w 399578"/>
                <a:gd name="connsiteY243" fmla="*/ 175122 h 383236"/>
                <a:gd name="connsiteX244" fmla="*/ 329352 w 399578"/>
                <a:gd name="connsiteY244" fmla="*/ 175867 h 383236"/>
                <a:gd name="connsiteX245" fmla="*/ 330840 w 399578"/>
                <a:gd name="connsiteY245" fmla="*/ 179587 h 383236"/>
                <a:gd name="connsiteX246" fmla="*/ 332329 w 399578"/>
                <a:gd name="connsiteY246" fmla="*/ 180331 h 383236"/>
                <a:gd name="connsiteX247" fmla="*/ 333817 w 399578"/>
                <a:gd name="connsiteY247" fmla="*/ 185540 h 383236"/>
                <a:gd name="connsiteX248" fmla="*/ 335305 w 399578"/>
                <a:gd name="connsiteY248" fmla="*/ 186285 h 383236"/>
                <a:gd name="connsiteX249" fmla="*/ 335631 w 399578"/>
                <a:gd name="connsiteY249" fmla="*/ 187680 h 383236"/>
                <a:gd name="connsiteX250" fmla="*/ 337166 w 399578"/>
                <a:gd name="connsiteY250" fmla="*/ 190377 h 383236"/>
                <a:gd name="connsiteX251" fmla="*/ 339026 w 399578"/>
                <a:gd name="connsiteY251" fmla="*/ 194470 h 383236"/>
                <a:gd name="connsiteX252" fmla="*/ 340514 w 399578"/>
                <a:gd name="connsiteY252" fmla="*/ 195214 h 383236"/>
                <a:gd name="connsiteX253" fmla="*/ 340840 w 399578"/>
                <a:gd name="connsiteY253" fmla="*/ 197400 h 383236"/>
                <a:gd name="connsiteX254" fmla="*/ 341258 w 399578"/>
                <a:gd name="connsiteY254" fmla="*/ 199679 h 383236"/>
                <a:gd name="connsiteX255" fmla="*/ 343491 w 399578"/>
                <a:gd name="connsiteY255" fmla="*/ 201167 h 383236"/>
                <a:gd name="connsiteX256" fmla="*/ 346514 w 399578"/>
                <a:gd name="connsiteY256" fmla="*/ 207306 h 383236"/>
                <a:gd name="connsiteX257" fmla="*/ 348700 w 399578"/>
                <a:gd name="connsiteY257" fmla="*/ 210097 h 383236"/>
                <a:gd name="connsiteX258" fmla="*/ 350188 w 399578"/>
                <a:gd name="connsiteY258" fmla="*/ 213818 h 383236"/>
                <a:gd name="connsiteX259" fmla="*/ 351676 w 399578"/>
                <a:gd name="connsiteY259" fmla="*/ 214562 h 383236"/>
                <a:gd name="connsiteX260" fmla="*/ 352002 w 399578"/>
                <a:gd name="connsiteY260" fmla="*/ 217073 h 383236"/>
                <a:gd name="connsiteX261" fmla="*/ 354653 w 399578"/>
                <a:gd name="connsiteY261" fmla="*/ 222003 h 383236"/>
                <a:gd name="connsiteX262" fmla="*/ 355397 w 399578"/>
                <a:gd name="connsiteY262" fmla="*/ 224236 h 383236"/>
                <a:gd name="connsiteX263" fmla="*/ 356560 w 399578"/>
                <a:gd name="connsiteY263" fmla="*/ 225259 h 383236"/>
                <a:gd name="connsiteX264" fmla="*/ 357769 w 399578"/>
                <a:gd name="connsiteY264" fmla="*/ 228468 h 383236"/>
                <a:gd name="connsiteX265" fmla="*/ 357630 w 399578"/>
                <a:gd name="connsiteY265" fmla="*/ 230189 h 383236"/>
                <a:gd name="connsiteX266" fmla="*/ 359862 w 399578"/>
                <a:gd name="connsiteY266" fmla="*/ 230189 h 383236"/>
                <a:gd name="connsiteX267" fmla="*/ 361350 w 399578"/>
                <a:gd name="connsiteY267" fmla="*/ 234654 h 383236"/>
                <a:gd name="connsiteX268" fmla="*/ 362839 w 399578"/>
                <a:gd name="connsiteY268" fmla="*/ 235398 h 383236"/>
                <a:gd name="connsiteX269" fmla="*/ 362839 w 399578"/>
                <a:gd name="connsiteY269" fmla="*/ 240607 h 383236"/>
                <a:gd name="connsiteX270" fmla="*/ 365071 w 399578"/>
                <a:gd name="connsiteY270" fmla="*/ 240607 h 383236"/>
                <a:gd name="connsiteX271" fmla="*/ 365303 w 399578"/>
                <a:gd name="connsiteY271" fmla="*/ 242793 h 383236"/>
                <a:gd name="connsiteX272" fmla="*/ 365815 w 399578"/>
                <a:gd name="connsiteY272" fmla="*/ 245072 h 383236"/>
                <a:gd name="connsiteX273" fmla="*/ 368048 w 399578"/>
                <a:gd name="connsiteY273" fmla="*/ 245816 h 383236"/>
                <a:gd name="connsiteX274" fmla="*/ 368792 w 399578"/>
                <a:gd name="connsiteY274" fmla="*/ 250281 h 383236"/>
                <a:gd name="connsiteX275" fmla="*/ 371024 w 399578"/>
                <a:gd name="connsiteY275" fmla="*/ 251025 h 383236"/>
                <a:gd name="connsiteX276" fmla="*/ 371768 w 399578"/>
                <a:gd name="connsiteY276" fmla="*/ 255490 h 383236"/>
                <a:gd name="connsiteX277" fmla="*/ 374001 w 399578"/>
                <a:gd name="connsiteY277" fmla="*/ 257722 h 383236"/>
                <a:gd name="connsiteX278" fmla="*/ 374745 w 399578"/>
                <a:gd name="connsiteY278" fmla="*/ 260699 h 383236"/>
                <a:gd name="connsiteX279" fmla="*/ 376233 w 399578"/>
                <a:gd name="connsiteY279" fmla="*/ 261443 h 383236"/>
                <a:gd name="connsiteX280" fmla="*/ 376977 w 399578"/>
                <a:gd name="connsiteY280" fmla="*/ 265908 h 383236"/>
                <a:gd name="connsiteX281" fmla="*/ 379210 w 399578"/>
                <a:gd name="connsiteY281" fmla="*/ 265908 h 383236"/>
                <a:gd name="connsiteX282" fmla="*/ 379210 w 399578"/>
                <a:gd name="connsiteY282" fmla="*/ 271861 h 383236"/>
                <a:gd name="connsiteX283" fmla="*/ 381442 w 399578"/>
                <a:gd name="connsiteY283" fmla="*/ 271861 h 383236"/>
                <a:gd name="connsiteX284" fmla="*/ 382930 w 399578"/>
                <a:gd name="connsiteY284" fmla="*/ 277070 h 383236"/>
                <a:gd name="connsiteX285" fmla="*/ 384419 w 399578"/>
                <a:gd name="connsiteY285" fmla="*/ 277814 h 383236"/>
                <a:gd name="connsiteX286" fmla="*/ 385907 w 399578"/>
                <a:gd name="connsiteY286" fmla="*/ 282279 h 383236"/>
                <a:gd name="connsiteX287" fmla="*/ 387395 w 399578"/>
                <a:gd name="connsiteY287" fmla="*/ 283023 h 383236"/>
                <a:gd name="connsiteX288" fmla="*/ 388139 w 399578"/>
                <a:gd name="connsiteY288" fmla="*/ 288232 h 383236"/>
                <a:gd name="connsiteX289" fmla="*/ 389628 w 399578"/>
                <a:gd name="connsiteY289" fmla="*/ 288976 h 383236"/>
                <a:gd name="connsiteX290" fmla="*/ 391116 w 399578"/>
                <a:gd name="connsiteY290" fmla="*/ 292697 h 383236"/>
                <a:gd name="connsiteX291" fmla="*/ 392604 w 399578"/>
                <a:gd name="connsiteY291" fmla="*/ 293441 h 383236"/>
                <a:gd name="connsiteX292" fmla="*/ 392930 w 399578"/>
                <a:gd name="connsiteY292" fmla="*/ 296045 h 383236"/>
                <a:gd name="connsiteX293" fmla="*/ 393348 w 399578"/>
                <a:gd name="connsiteY293" fmla="*/ 298650 h 383236"/>
                <a:gd name="connsiteX294" fmla="*/ 395581 w 399578"/>
                <a:gd name="connsiteY294" fmla="*/ 299394 h 383236"/>
                <a:gd name="connsiteX295" fmla="*/ 395581 w 399578"/>
                <a:gd name="connsiteY295" fmla="*/ 305347 h 383236"/>
                <a:gd name="connsiteX296" fmla="*/ 397813 w 399578"/>
                <a:gd name="connsiteY296" fmla="*/ 306091 h 383236"/>
                <a:gd name="connsiteX297" fmla="*/ 399301 w 399578"/>
                <a:gd name="connsiteY297" fmla="*/ 310556 h 383236"/>
                <a:gd name="connsiteX298" fmla="*/ 400790 w 399578"/>
                <a:gd name="connsiteY298" fmla="*/ 311300 h 383236"/>
                <a:gd name="connsiteX299" fmla="*/ 401534 w 399578"/>
                <a:gd name="connsiteY299" fmla="*/ 313951 h 383236"/>
                <a:gd name="connsiteX300" fmla="*/ 402278 w 399578"/>
                <a:gd name="connsiteY300" fmla="*/ 316509 h 383236"/>
                <a:gd name="connsiteX301" fmla="*/ 403766 w 399578"/>
                <a:gd name="connsiteY301" fmla="*/ 316509 h 383236"/>
                <a:gd name="connsiteX302" fmla="*/ 403766 w 399578"/>
                <a:gd name="connsiteY302" fmla="*/ 323206 h 383236"/>
                <a:gd name="connsiteX303" fmla="*/ 405999 w 399578"/>
                <a:gd name="connsiteY303" fmla="*/ 323206 h 383236"/>
                <a:gd name="connsiteX304" fmla="*/ 406789 w 399578"/>
                <a:gd name="connsiteY304" fmla="*/ 326136 h 383236"/>
                <a:gd name="connsiteX305" fmla="*/ 407487 w 399578"/>
                <a:gd name="connsiteY305" fmla="*/ 329160 h 383236"/>
                <a:gd name="connsiteX306" fmla="*/ 408975 w 399578"/>
                <a:gd name="connsiteY306" fmla="*/ 329904 h 383236"/>
                <a:gd name="connsiteX307" fmla="*/ 409719 w 399578"/>
                <a:gd name="connsiteY307" fmla="*/ 335857 h 383236"/>
                <a:gd name="connsiteX308" fmla="*/ 411952 w 399578"/>
                <a:gd name="connsiteY308" fmla="*/ 335857 h 383236"/>
                <a:gd name="connsiteX309" fmla="*/ 412315 w 399578"/>
                <a:gd name="connsiteY309" fmla="*/ 340435 h 383236"/>
                <a:gd name="connsiteX310" fmla="*/ 412696 w 399578"/>
                <a:gd name="connsiteY310" fmla="*/ 341810 h 383236"/>
                <a:gd name="connsiteX311" fmla="*/ 414928 w 399578"/>
                <a:gd name="connsiteY311" fmla="*/ 342554 h 383236"/>
                <a:gd name="connsiteX312" fmla="*/ 414184 w 399578"/>
                <a:gd name="connsiteY312" fmla="*/ 344042 h 383236"/>
                <a:gd name="connsiteX313" fmla="*/ 412696 w 399578"/>
                <a:gd name="connsiteY313" fmla="*/ 344042 h 383236"/>
                <a:gd name="connsiteX314" fmla="*/ 412649 w 399578"/>
                <a:gd name="connsiteY314" fmla="*/ 346554 h 383236"/>
                <a:gd name="connsiteX315" fmla="*/ 411952 w 399578"/>
                <a:gd name="connsiteY315" fmla="*/ 349251 h 383236"/>
                <a:gd name="connsiteX316" fmla="*/ 406743 w 399578"/>
                <a:gd name="connsiteY316" fmla="*/ 350740 h 383236"/>
                <a:gd name="connsiteX317" fmla="*/ 405999 w 399578"/>
                <a:gd name="connsiteY317" fmla="*/ 352972 h 383236"/>
                <a:gd name="connsiteX318" fmla="*/ 404138 w 399578"/>
                <a:gd name="connsiteY318" fmla="*/ 353298 h 383236"/>
                <a:gd name="connsiteX319" fmla="*/ 402278 w 399578"/>
                <a:gd name="connsiteY319" fmla="*/ 353716 h 383236"/>
                <a:gd name="connsiteX320" fmla="*/ 401999 w 399578"/>
                <a:gd name="connsiteY320" fmla="*/ 355204 h 383236"/>
                <a:gd name="connsiteX321" fmla="*/ 401534 w 399578"/>
                <a:gd name="connsiteY321" fmla="*/ 356693 h 383236"/>
                <a:gd name="connsiteX322" fmla="*/ 396325 w 399578"/>
                <a:gd name="connsiteY322" fmla="*/ 357437 h 383236"/>
                <a:gd name="connsiteX323" fmla="*/ 395581 w 399578"/>
                <a:gd name="connsiteY323" fmla="*/ 359669 h 383236"/>
                <a:gd name="connsiteX324" fmla="*/ 393674 w 399578"/>
                <a:gd name="connsiteY324" fmla="*/ 360413 h 383236"/>
                <a:gd name="connsiteX325" fmla="*/ 391860 w 399578"/>
                <a:gd name="connsiteY325" fmla="*/ 361158 h 383236"/>
                <a:gd name="connsiteX326" fmla="*/ 391860 w 399578"/>
                <a:gd name="connsiteY326" fmla="*/ 363390 h 383236"/>
                <a:gd name="connsiteX327" fmla="*/ 389302 w 399578"/>
                <a:gd name="connsiteY327" fmla="*/ 363623 h 383236"/>
                <a:gd name="connsiteX328" fmla="*/ 386651 w 399578"/>
                <a:gd name="connsiteY328" fmla="*/ 364134 h 383236"/>
                <a:gd name="connsiteX329" fmla="*/ 385907 w 399578"/>
                <a:gd name="connsiteY329" fmla="*/ 366367 h 383236"/>
                <a:gd name="connsiteX330" fmla="*/ 381442 w 399578"/>
                <a:gd name="connsiteY330" fmla="*/ 367855 h 383236"/>
                <a:gd name="connsiteX331" fmla="*/ 380698 w 399578"/>
                <a:gd name="connsiteY331" fmla="*/ 370087 h 383236"/>
                <a:gd name="connsiteX332" fmla="*/ 378512 w 399578"/>
                <a:gd name="connsiteY332" fmla="*/ 370413 h 383236"/>
                <a:gd name="connsiteX333" fmla="*/ 376233 w 399578"/>
                <a:gd name="connsiteY333" fmla="*/ 370831 h 383236"/>
                <a:gd name="connsiteX334" fmla="*/ 374745 w 399578"/>
                <a:gd name="connsiteY334" fmla="*/ 373808 h 383236"/>
                <a:gd name="connsiteX335" fmla="*/ 371024 w 399578"/>
                <a:gd name="connsiteY335" fmla="*/ 374552 h 383236"/>
                <a:gd name="connsiteX336" fmla="*/ 370280 w 399578"/>
                <a:gd name="connsiteY336" fmla="*/ 376784 h 383236"/>
                <a:gd name="connsiteX337" fmla="*/ 368048 w 399578"/>
                <a:gd name="connsiteY337" fmla="*/ 377110 h 383236"/>
                <a:gd name="connsiteX338" fmla="*/ 365815 w 399578"/>
                <a:gd name="connsiteY338" fmla="*/ 377529 h 383236"/>
                <a:gd name="connsiteX339" fmla="*/ 365443 w 399578"/>
                <a:gd name="connsiteY339" fmla="*/ 379063 h 383236"/>
                <a:gd name="connsiteX340" fmla="*/ 365071 w 399578"/>
                <a:gd name="connsiteY340" fmla="*/ 380505 h 383236"/>
                <a:gd name="connsiteX341" fmla="*/ 360606 w 399578"/>
                <a:gd name="connsiteY341" fmla="*/ 380505 h 383236"/>
                <a:gd name="connsiteX342" fmla="*/ 360324 w 399578"/>
                <a:gd name="connsiteY342" fmla="*/ 381967 h 383236"/>
                <a:gd name="connsiteX343" fmla="*/ 359862 w 399578"/>
                <a:gd name="connsiteY343" fmla="*/ 383482 h 383236"/>
                <a:gd name="connsiteX344" fmla="*/ 352421 w 399578"/>
                <a:gd name="connsiteY344" fmla="*/ 383482 h 383236"/>
                <a:gd name="connsiteX345" fmla="*/ 350932 w 399578"/>
                <a:gd name="connsiteY345" fmla="*/ 379761 h 383236"/>
                <a:gd name="connsiteX346" fmla="*/ 349444 w 399578"/>
                <a:gd name="connsiteY346" fmla="*/ 379017 h 383236"/>
                <a:gd name="connsiteX347" fmla="*/ 348979 w 399578"/>
                <a:gd name="connsiteY347" fmla="*/ 375622 h 383236"/>
                <a:gd name="connsiteX348" fmla="*/ 348810 w 399578"/>
                <a:gd name="connsiteY348" fmla="*/ 373759 h 383236"/>
                <a:gd name="connsiteX349" fmla="*/ 348700 w 399578"/>
                <a:gd name="connsiteY349" fmla="*/ 372320 h 383236"/>
                <a:gd name="connsiteX350" fmla="*/ 346467 w 399578"/>
                <a:gd name="connsiteY350" fmla="*/ 372320 h 383236"/>
                <a:gd name="connsiteX351" fmla="*/ 346104 w 399578"/>
                <a:gd name="connsiteY351" fmla="*/ 367741 h 383236"/>
                <a:gd name="connsiteX352" fmla="*/ 345723 w 399578"/>
                <a:gd name="connsiteY352" fmla="*/ 366367 h 383236"/>
                <a:gd name="connsiteX353" fmla="*/ 343491 w 399578"/>
                <a:gd name="connsiteY353" fmla="*/ 365622 h 383236"/>
                <a:gd name="connsiteX354" fmla="*/ 343630 w 399578"/>
                <a:gd name="connsiteY354" fmla="*/ 360437 h 383236"/>
                <a:gd name="connsiteX355" fmla="*/ 343491 w 399578"/>
                <a:gd name="connsiteY355" fmla="*/ 358925 h 383236"/>
                <a:gd name="connsiteX356" fmla="*/ 341258 w 399578"/>
                <a:gd name="connsiteY356" fmla="*/ 358181 h 383236"/>
                <a:gd name="connsiteX357" fmla="*/ 339770 w 399578"/>
                <a:gd name="connsiteY357" fmla="*/ 352972 h 383236"/>
                <a:gd name="connsiteX358" fmla="*/ 338282 w 399578"/>
                <a:gd name="connsiteY358" fmla="*/ 352228 h 383236"/>
                <a:gd name="connsiteX359" fmla="*/ 337538 w 399578"/>
                <a:gd name="connsiteY359" fmla="*/ 349577 h 383236"/>
                <a:gd name="connsiteX360" fmla="*/ 336794 w 399578"/>
                <a:gd name="connsiteY360" fmla="*/ 347019 h 383236"/>
                <a:gd name="connsiteX361" fmla="*/ 335305 w 399578"/>
                <a:gd name="connsiteY361" fmla="*/ 347019 h 383236"/>
                <a:gd name="connsiteX362" fmla="*/ 334869 w 399578"/>
                <a:gd name="connsiteY362" fmla="*/ 342441 h 383236"/>
                <a:gd name="connsiteX363" fmla="*/ 334561 w 399578"/>
                <a:gd name="connsiteY363" fmla="*/ 341066 h 383236"/>
                <a:gd name="connsiteX364" fmla="*/ 333073 w 399578"/>
                <a:gd name="connsiteY364" fmla="*/ 340322 h 383236"/>
                <a:gd name="connsiteX365" fmla="*/ 331585 w 399578"/>
                <a:gd name="connsiteY365" fmla="*/ 335113 h 383236"/>
                <a:gd name="connsiteX366" fmla="*/ 330096 w 399578"/>
                <a:gd name="connsiteY366" fmla="*/ 334368 h 383236"/>
                <a:gd name="connsiteX367" fmla="*/ 328608 w 399578"/>
                <a:gd name="connsiteY367" fmla="*/ 329160 h 383236"/>
                <a:gd name="connsiteX368" fmla="*/ 327120 w 399578"/>
                <a:gd name="connsiteY368" fmla="*/ 328415 h 383236"/>
                <a:gd name="connsiteX369" fmla="*/ 326376 w 399578"/>
                <a:gd name="connsiteY369" fmla="*/ 323206 h 383236"/>
                <a:gd name="connsiteX370" fmla="*/ 324887 w 399578"/>
                <a:gd name="connsiteY370" fmla="*/ 322462 h 383236"/>
                <a:gd name="connsiteX371" fmla="*/ 324887 w 399578"/>
                <a:gd name="connsiteY371" fmla="*/ 318742 h 383236"/>
                <a:gd name="connsiteX372" fmla="*/ 300331 w 399578"/>
                <a:gd name="connsiteY372" fmla="*/ 319486 h 383236"/>
                <a:gd name="connsiteX373" fmla="*/ 300331 w 399578"/>
                <a:gd name="connsiteY373" fmla="*/ 322462 h 383236"/>
                <a:gd name="connsiteX374" fmla="*/ 297474 w 399578"/>
                <a:gd name="connsiteY374" fmla="*/ 322495 h 383236"/>
                <a:gd name="connsiteX375" fmla="*/ 287018 w 399578"/>
                <a:gd name="connsiteY375" fmla="*/ 322658 h 383236"/>
                <a:gd name="connsiteX376" fmla="*/ 282486 w 399578"/>
                <a:gd name="connsiteY376" fmla="*/ 322720 h 383236"/>
                <a:gd name="connsiteX377" fmla="*/ 275986 w 399578"/>
                <a:gd name="connsiteY377" fmla="*/ 322826 h 383236"/>
                <a:gd name="connsiteX378" fmla="*/ 273926 w 399578"/>
                <a:gd name="connsiteY378" fmla="*/ 322840 h 383236"/>
                <a:gd name="connsiteX379" fmla="*/ 269077 w 399578"/>
                <a:gd name="connsiteY379" fmla="*/ 323206 h 383236"/>
                <a:gd name="connsiteX380" fmla="*/ 268333 w 399578"/>
                <a:gd name="connsiteY380" fmla="*/ 325439 h 383236"/>
                <a:gd name="connsiteX381" fmla="*/ 265243 w 399578"/>
                <a:gd name="connsiteY381" fmla="*/ 325761 h 383236"/>
                <a:gd name="connsiteX382" fmla="*/ 263256 w 399578"/>
                <a:gd name="connsiteY382" fmla="*/ 325805 h 383236"/>
                <a:gd name="connsiteX383" fmla="*/ 261098 w 399578"/>
                <a:gd name="connsiteY383" fmla="*/ 325820 h 383236"/>
                <a:gd name="connsiteX384" fmla="*/ 258899 w 399578"/>
                <a:gd name="connsiteY384" fmla="*/ 325860 h 383236"/>
                <a:gd name="connsiteX385" fmla="*/ 251915 w 399578"/>
                <a:gd name="connsiteY385" fmla="*/ 325950 h 383236"/>
                <a:gd name="connsiteX386" fmla="*/ 247193 w 399578"/>
                <a:gd name="connsiteY386" fmla="*/ 326027 h 383236"/>
                <a:gd name="connsiteX387" fmla="*/ 235590 w 399578"/>
                <a:gd name="connsiteY387" fmla="*/ 326183 h 383236"/>
                <a:gd name="connsiteX388" fmla="*/ 235590 w 399578"/>
                <a:gd name="connsiteY388" fmla="*/ 329160 h 383236"/>
                <a:gd name="connsiteX389" fmla="*/ 232665 w 399578"/>
                <a:gd name="connsiteY389" fmla="*/ 329181 h 383236"/>
                <a:gd name="connsiteX390" fmla="*/ 221960 w 399578"/>
                <a:gd name="connsiteY390" fmla="*/ 329314 h 383236"/>
                <a:gd name="connsiteX391" fmla="*/ 217320 w 399578"/>
                <a:gd name="connsiteY391" fmla="*/ 329361 h 383236"/>
                <a:gd name="connsiteX392" fmla="*/ 210665 w 399578"/>
                <a:gd name="connsiteY392" fmla="*/ 329450 h 383236"/>
                <a:gd name="connsiteX393" fmla="*/ 208555 w 399578"/>
                <a:gd name="connsiteY393" fmla="*/ 329453 h 383236"/>
                <a:gd name="connsiteX394" fmla="*/ 206614 w 399578"/>
                <a:gd name="connsiteY394" fmla="*/ 329497 h 383236"/>
                <a:gd name="connsiteX395" fmla="*/ 204897 w 399578"/>
                <a:gd name="connsiteY395" fmla="*/ 329517 h 383236"/>
                <a:gd name="connsiteX396" fmla="*/ 203592 w 399578"/>
                <a:gd name="connsiteY396" fmla="*/ 329904 h 383236"/>
                <a:gd name="connsiteX397" fmla="*/ 202848 w 399578"/>
                <a:gd name="connsiteY397" fmla="*/ 332880 h 383236"/>
                <a:gd name="connsiteX398" fmla="*/ 195965 w 399578"/>
                <a:gd name="connsiteY398" fmla="*/ 333255 h 383236"/>
                <a:gd name="connsiteX399" fmla="*/ 193871 w 399578"/>
                <a:gd name="connsiteY399" fmla="*/ 333276 h 383236"/>
                <a:gd name="connsiteX400" fmla="*/ 187221 w 399578"/>
                <a:gd name="connsiteY400" fmla="*/ 333299 h 383236"/>
                <a:gd name="connsiteX401" fmla="*/ 180571 w 399578"/>
                <a:gd name="connsiteY401" fmla="*/ 333329 h 383236"/>
                <a:gd name="connsiteX402" fmla="*/ 176425 w 399578"/>
                <a:gd name="connsiteY402" fmla="*/ 333334 h 383236"/>
                <a:gd name="connsiteX403" fmla="*/ 171594 w 399578"/>
                <a:gd name="connsiteY403" fmla="*/ 333624 h 383236"/>
                <a:gd name="connsiteX404" fmla="*/ 170850 w 399578"/>
                <a:gd name="connsiteY404" fmla="*/ 335857 h 383236"/>
                <a:gd name="connsiteX405" fmla="*/ 164292 w 399578"/>
                <a:gd name="connsiteY405" fmla="*/ 336133 h 383236"/>
                <a:gd name="connsiteX406" fmla="*/ 160240 w 399578"/>
                <a:gd name="connsiteY406" fmla="*/ 336172 h 383236"/>
                <a:gd name="connsiteX407" fmla="*/ 153817 w 399578"/>
                <a:gd name="connsiteY407" fmla="*/ 336181 h 383236"/>
                <a:gd name="connsiteX408" fmla="*/ 147642 w 399578"/>
                <a:gd name="connsiteY408" fmla="*/ 336226 h 383236"/>
                <a:gd name="connsiteX409" fmla="*/ 145688 w 399578"/>
                <a:gd name="connsiteY409" fmla="*/ 336207 h 383236"/>
                <a:gd name="connsiteX410" fmla="*/ 141085 w 399578"/>
                <a:gd name="connsiteY410" fmla="*/ 336601 h 383236"/>
                <a:gd name="connsiteX411" fmla="*/ 140340 w 399578"/>
                <a:gd name="connsiteY411" fmla="*/ 339577 h 383236"/>
                <a:gd name="connsiteX412" fmla="*/ 133946 w 399578"/>
                <a:gd name="connsiteY412" fmla="*/ 339952 h 383236"/>
                <a:gd name="connsiteX413" fmla="*/ 132002 w 399578"/>
                <a:gd name="connsiteY413" fmla="*/ 339974 h 383236"/>
                <a:gd name="connsiteX414" fmla="*/ 125830 w 399578"/>
                <a:gd name="connsiteY414" fmla="*/ 339996 h 383236"/>
                <a:gd name="connsiteX415" fmla="*/ 119657 w 399578"/>
                <a:gd name="connsiteY415" fmla="*/ 340026 h 383236"/>
                <a:gd name="connsiteX416" fmla="*/ 115809 w 399578"/>
                <a:gd name="connsiteY416" fmla="*/ 340032 h 383236"/>
                <a:gd name="connsiteX417" fmla="*/ 111319 w 399578"/>
                <a:gd name="connsiteY417" fmla="*/ 340322 h 383236"/>
                <a:gd name="connsiteX418" fmla="*/ 110575 w 399578"/>
                <a:gd name="connsiteY418" fmla="*/ 342554 h 383236"/>
                <a:gd name="connsiteX419" fmla="*/ 104968 w 399578"/>
                <a:gd name="connsiteY419" fmla="*/ 342935 h 383236"/>
                <a:gd name="connsiteX420" fmla="*/ 103269 w 399578"/>
                <a:gd name="connsiteY420" fmla="*/ 342975 h 383236"/>
                <a:gd name="connsiteX421" fmla="*/ 97878 w 399578"/>
                <a:gd name="connsiteY421" fmla="*/ 343066 h 383236"/>
                <a:gd name="connsiteX422" fmla="*/ 94231 w 399578"/>
                <a:gd name="connsiteY422" fmla="*/ 343143 h 383236"/>
                <a:gd name="connsiteX423" fmla="*/ 85274 w 399578"/>
                <a:gd name="connsiteY423" fmla="*/ 343298 h 383236"/>
                <a:gd name="connsiteX424" fmla="*/ 85274 w 399578"/>
                <a:gd name="connsiteY424" fmla="*/ 346275 h 383236"/>
                <a:gd name="connsiteX425" fmla="*/ 65182 w 399578"/>
                <a:gd name="connsiteY425" fmla="*/ 347019 h 383236"/>
                <a:gd name="connsiteX426" fmla="*/ 65182 w 399578"/>
                <a:gd name="connsiteY426" fmla="*/ 349251 h 383236"/>
                <a:gd name="connsiteX427" fmla="*/ 58531 w 399578"/>
                <a:gd name="connsiteY427" fmla="*/ 349995 h 383236"/>
                <a:gd name="connsiteX428" fmla="*/ 51044 w 399578"/>
                <a:gd name="connsiteY428" fmla="*/ 350740 h 383236"/>
                <a:gd name="connsiteX429" fmla="*/ 50299 w 399578"/>
                <a:gd name="connsiteY429" fmla="*/ 352972 h 383236"/>
                <a:gd name="connsiteX430" fmla="*/ 43951 w 399578"/>
                <a:gd name="connsiteY430" fmla="*/ 352687 h 383236"/>
                <a:gd name="connsiteX431" fmla="*/ 42114 w 399578"/>
                <a:gd name="connsiteY431" fmla="*/ 352972 h 383236"/>
                <a:gd name="connsiteX432" fmla="*/ 41370 w 399578"/>
                <a:gd name="connsiteY432" fmla="*/ 356693 h 383236"/>
                <a:gd name="connsiteX433" fmla="*/ 37649 w 399578"/>
                <a:gd name="connsiteY433" fmla="*/ 355949 h 383236"/>
                <a:gd name="connsiteX434" fmla="*/ 37155 w 399578"/>
                <a:gd name="connsiteY434" fmla="*/ 350181 h 383236"/>
                <a:gd name="connsiteX435" fmla="*/ 36905 w 399578"/>
                <a:gd name="connsiteY435" fmla="*/ 348507 h 383236"/>
                <a:gd name="connsiteX436" fmla="*/ 34672 w 399578"/>
                <a:gd name="connsiteY436" fmla="*/ 347763 h 383236"/>
                <a:gd name="connsiteX437" fmla="*/ 34254 w 399578"/>
                <a:gd name="connsiteY437" fmla="*/ 342601 h 383236"/>
                <a:gd name="connsiteX438" fmla="*/ 32440 w 399578"/>
                <a:gd name="connsiteY438" fmla="*/ 335857 h 383236"/>
                <a:gd name="connsiteX439" fmla="*/ 31975 w 399578"/>
                <a:gd name="connsiteY439" fmla="*/ 330927 h 383236"/>
                <a:gd name="connsiteX440" fmla="*/ 31806 w 399578"/>
                <a:gd name="connsiteY440" fmla="*/ 328247 h 383236"/>
                <a:gd name="connsiteX441" fmla="*/ 31696 w 399578"/>
                <a:gd name="connsiteY441" fmla="*/ 326183 h 383236"/>
                <a:gd name="connsiteX442" fmla="*/ 29464 w 399578"/>
                <a:gd name="connsiteY442" fmla="*/ 326183 h 383236"/>
                <a:gd name="connsiteX443" fmla="*/ 28719 w 399578"/>
                <a:gd name="connsiteY443" fmla="*/ 316509 h 383236"/>
                <a:gd name="connsiteX444" fmla="*/ 26487 w 399578"/>
                <a:gd name="connsiteY444" fmla="*/ 316509 h 383236"/>
                <a:gd name="connsiteX445" fmla="*/ 26565 w 399578"/>
                <a:gd name="connsiteY445" fmla="*/ 314582 h 383236"/>
                <a:gd name="connsiteX446" fmla="*/ 26626 w 399578"/>
                <a:gd name="connsiteY446" fmla="*/ 312091 h 383236"/>
                <a:gd name="connsiteX447" fmla="*/ 26705 w 399578"/>
                <a:gd name="connsiteY447" fmla="*/ 309605 h 383236"/>
                <a:gd name="connsiteX448" fmla="*/ 26487 w 399578"/>
                <a:gd name="connsiteY448" fmla="*/ 307579 h 383236"/>
                <a:gd name="connsiteX449" fmla="*/ 24255 w 399578"/>
                <a:gd name="connsiteY449" fmla="*/ 306835 h 383236"/>
                <a:gd name="connsiteX450" fmla="*/ 23464 w 399578"/>
                <a:gd name="connsiteY450" fmla="*/ 303115 h 383236"/>
                <a:gd name="connsiteX451" fmla="*/ 22766 w 399578"/>
                <a:gd name="connsiteY451" fmla="*/ 299394 h 383236"/>
                <a:gd name="connsiteX452" fmla="*/ 21278 w 399578"/>
                <a:gd name="connsiteY452" fmla="*/ 298650 h 383236"/>
                <a:gd name="connsiteX453" fmla="*/ 20862 w 399578"/>
                <a:gd name="connsiteY453" fmla="*/ 292883 h 383236"/>
                <a:gd name="connsiteX454" fmla="*/ 20534 w 399578"/>
                <a:gd name="connsiteY454" fmla="*/ 291208 h 383236"/>
                <a:gd name="connsiteX455" fmla="*/ 18301 w 399578"/>
                <a:gd name="connsiteY455" fmla="*/ 290464 h 383236"/>
                <a:gd name="connsiteX456" fmla="*/ 17883 w 399578"/>
                <a:gd name="connsiteY456" fmla="*/ 287116 h 383236"/>
                <a:gd name="connsiteX457" fmla="*/ 17557 w 399578"/>
                <a:gd name="connsiteY457" fmla="*/ 283767 h 383236"/>
                <a:gd name="connsiteX458" fmla="*/ 16069 w 399578"/>
                <a:gd name="connsiteY458" fmla="*/ 283023 h 383236"/>
                <a:gd name="connsiteX459" fmla="*/ 15557 w 399578"/>
                <a:gd name="connsiteY459" fmla="*/ 279721 h 383236"/>
                <a:gd name="connsiteX460" fmla="*/ 15363 w 399578"/>
                <a:gd name="connsiteY460" fmla="*/ 277910 h 383236"/>
                <a:gd name="connsiteX461" fmla="*/ 16069 w 399578"/>
                <a:gd name="connsiteY461" fmla="*/ 274837 h 383236"/>
                <a:gd name="connsiteX462" fmla="*/ 18720 w 399578"/>
                <a:gd name="connsiteY462" fmla="*/ 274140 h 383236"/>
                <a:gd name="connsiteX463" fmla="*/ 21278 w 399578"/>
                <a:gd name="connsiteY463" fmla="*/ 273349 h 383236"/>
                <a:gd name="connsiteX464" fmla="*/ 21278 w 399578"/>
                <a:gd name="connsiteY464" fmla="*/ 271117 h 383236"/>
                <a:gd name="connsiteX465" fmla="*/ 27231 w 399578"/>
                <a:gd name="connsiteY465" fmla="*/ 271117 h 383236"/>
                <a:gd name="connsiteX466" fmla="*/ 27231 w 399578"/>
                <a:gd name="connsiteY466" fmla="*/ 268140 h 383236"/>
                <a:gd name="connsiteX467" fmla="*/ 31696 w 399578"/>
                <a:gd name="connsiteY467" fmla="*/ 267396 h 383236"/>
                <a:gd name="connsiteX468" fmla="*/ 31696 w 399578"/>
                <a:gd name="connsiteY468" fmla="*/ 264419 h 383236"/>
                <a:gd name="connsiteX469" fmla="*/ 34672 w 399578"/>
                <a:gd name="connsiteY469" fmla="*/ 263675 h 383236"/>
                <a:gd name="connsiteX470" fmla="*/ 35417 w 399578"/>
                <a:gd name="connsiteY470" fmla="*/ 261443 h 383236"/>
                <a:gd name="connsiteX471" fmla="*/ 36951 w 399578"/>
                <a:gd name="connsiteY471" fmla="*/ 261071 h 383236"/>
                <a:gd name="connsiteX472" fmla="*/ 38393 w 399578"/>
                <a:gd name="connsiteY472" fmla="*/ 260699 h 383236"/>
                <a:gd name="connsiteX473" fmla="*/ 38393 w 399578"/>
                <a:gd name="connsiteY473" fmla="*/ 258466 h 383236"/>
                <a:gd name="connsiteX474" fmla="*/ 40626 w 399578"/>
                <a:gd name="connsiteY474" fmla="*/ 256234 h 383236"/>
                <a:gd name="connsiteX475" fmla="*/ 43602 w 399578"/>
                <a:gd name="connsiteY475" fmla="*/ 251769 h 383236"/>
                <a:gd name="connsiteX476" fmla="*/ 47323 w 399578"/>
                <a:gd name="connsiteY476" fmla="*/ 248048 h 383236"/>
                <a:gd name="connsiteX477" fmla="*/ 49555 w 399578"/>
                <a:gd name="connsiteY477" fmla="*/ 244327 h 383236"/>
                <a:gd name="connsiteX478" fmla="*/ 51044 w 399578"/>
                <a:gd name="connsiteY478" fmla="*/ 243583 h 383236"/>
                <a:gd name="connsiteX479" fmla="*/ 51788 w 399578"/>
                <a:gd name="connsiteY479" fmla="*/ 241351 h 383236"/>
                <a:gd name="connsiteX480" fmla="*/ 53276 w 399578"/>
                <a:gd name="connsiteY480" fmla="*/ 240607 h 383236"/>
                <a:gd name="connsiteX481" fmla="*/ 53602 w 399578"/>
                <a:gd name="connsiteY481" fmla="*/ 238746 h 383236"/>
                <a:gd name="connsiteX482" fmla="*/ 54020 w 399578"/>
                <a:gd name="connsiteY482" fmla="*/ 236886 h 383236"/>
                <a:gd name="connsiteX483" fmla="*/ 56253 w 399578"/>
                <a:gd name="connsiteY483" fmla="*/ 236142 h 383236"/>
                <a:gd name="connsiteX484" fmla="*/ 56997 w 399578"/>
                <a:gd name="connsiteY484" fmla="*/ 232421 h 383236"/>
                <a:gd name="connsiteX485" fmla="*/ 58485 w 399578"/>
                <a:gd name="connsiteY485" fmla="*/ 232421 h 383236"/>
                <a:gd name="connsiteX486" fmla="*/ 59229 w 399578"/>
                <a:gd name="connsiteY486" fmla="*/ 230933 h 383236"/>
                <a:gd name="connsiteX487" fmla="*/ 59973 w 399578"/>
                <a:gd name="connsiteY487" fmla="*/ 229445 h 383236"/>
                <a:gd name="connsiteX488" fmla="*/ 61462 w 399578"/>
                <a:gd name="connsiteY488" fmla="*/ 229445 h 383236"/>
                <a:gd name="connsiteX489" fmla="*/ 62066 w 399578"/>
                <a:gd name="connsiteY489" fmla="*/ 227073 h 383236"/>
                <a:gd name="connsiteX490" fmla="*/ 66671 w 399578"/>
                <a:gd name="connsiteY490" fmla="*/ 220515 h 383236"/>
                <a:gd name="connsiteX491" fmla="*/ 67926 w 399578"/>
                <a:gd name="connsiteY491" fmla="*/ 218422 h 383236"/>
                <a:gd name="connsiteX492" fmla="*/ 68903 w 399578"/>
                <a:gd name="connsiteY492" fmla="*/ 216794 h 383236"/>
                <a:gd name="connsiteX493" fmla="*/ 70391 w 399578"/>
                <a:gd name="connsiteY493" fmla="*/ 216794 h 383236"/>
                <a:gd name="connsiteX494" fmla="*/ 71135 w 399578"/>
                <a:gd name="connsiteY494" fmla="*/ 213074 h 383236"/>
                <a:gd name="connsiteX495" fmla="*/ 72624 w 399578"/>
                <a:gd name="connsiteY495" fmla="*/ 212329 h 383236"/>
                <a:gd name="connsiteX496" fmla="*/ 72996 w 399578"/>
                <a:gd name="connsiteY496" fmla="*/ 210469 h 383236"/>
                <a:gd name="connsiteX497" fmla="*/ 73368 w 399578"/>
                <a:gd name="connsiteY497" fmla="*/ 208609 h 383236"/>
                <a:gd name="connsiteX498" fmla="*/ 74856 w 399578"/>
                <a:gd name="connsiteY498" fmla="*/ 207865 h 383236"/>
                <a:gd name="connsiteX499" fmla="*/ 75600 w 399578"/>
                <a:gd name="connsiteY499" fmla="*/ 206004 h 383236"/>
                <a:gd name="connsiteX500" fmla="*/ 77833 w 399578"/>
                <a:gd name="connsiteY500" fmla="*/ 203400 h 383236"/>
                <a:gd name="connsiteX501" fmla="*/ 78158 w 399578"/>
                <a:gd name="connsiteY501" fmla="*/ 201493 h 383236"/>
                <a:gd name="connsiteX502" fmla="*/ 78577 w 399578"/>
                <a:gd name="connsiteY502" fmla="*/ 199679 h 383236"/>
                <a:gd name="connsiteX503" fmla="*/ 80809 w 399578"/>
                <a:gd name="connsiteY503" fmla="*/ 199679 h 383236"/>
                <a:gd name="connsiteX504" fmla="*/ 81088 w 399578"/>
                <a:gd name="connsiteY504" fmla="*/ 197493 h 383236"/>
                <a:gd name="connsiteX505" fmla="*/ 81553 w 399578"/>
                <a:gd name="connsiteY505" fmla="*/ 195214 h 383236"/>
                <a:gd name="connsiteX506" fmla="*/ 83042 w 399578"/>
                <a:gd name="connsiteY506" fmla="*/ 194470 h 383236"/>
                <a:gd name="connsiteX507" fmla="*/ 83786 w 399578"/>
                <a:gd name="connsiteY507" fmla="*/ 192238 h 383236"/>
                <a:gd name="connsiteX508" fmla="*/ 86018 w 399578"/>
                <a:gd name="connsiteY508" fmla="*/ 189261 h 383236"/>
                <a:gd name="connsiteX509" fmla="*/ 86344 w 399578"/>
                <a:gd name="connsiteY509" fmla="*/ 187819 h 383236"/>
                <a:gd name="connsiteX510" fmla="*/ 88995 w 399578"/>
                <a:gd name="connsiteY510" fmla="*/ 184796 h 383236"/>
                <a:gd name="connsiteX511" fmla="*/ 89739 w 399578"/>
                <a:gd name="connsiteY511" fmla="*/ 181076 h 383236"/>
                <a:gd name="connsiteX512" fmla="*/ 91227 w 399578"/>
                <a:gd name="connsiteY512" fmla="*/ 180331 h 383236"/>
                <a:gd name="connsiteX513" fmla="*/ 91971 w 399578"/>
                <a:gd name="connsiteY513" fmla="*/ 178099 h 383236"/>
                <a:gd name="connsiteX514" fmla="*/ 94204 w 399578"/>
                <a:gd name="connsiteY514" fmla="*/ 175122 h 383236"/>
                <a:gd name="connsiteX515" fmla="*/ 94529 w 399578"/>
                <a:gd name="connsiteY515" fmla="*/ 173355 h 383236"/>
                <a:gd name="connsiteX516" fmla="*/ 97180 w 399578"/>
                <a:gd name="connsiteY516" fmla="*/ 169169 h 383236"/>
                <a:gd name="connsiteX517" fmla="*/ 97552 w 399578"/>
                <a:gd name="connsiteY517" fmla="*/ 167541 h 383236"/>
                <a:gd name="connsiteX518" fmla="*/ 97924 w 399578"/>
                <a:gd name="connsiteY518" fmla="*/ 166193 h 383236"/>
                <a:gd name="connsiteX519" fmla="*/ 100157 w 399578"/>
                <a:gd name="connsiteY519" fmla="*/ 166193 h 383236"/>
                <a:gd name="connsiteX520" fmla="*/ 100157 w 399578"/>
                <a:gd name="connsiteY520" fmla="*/ 160984 h 383236"/>
                <a:gd name="connsiteX521" fmla="*/ 102389 w 399578"/>
                <a:gd name="connsiteY521" fmla="*/ 160984 h 383236"/>
                <a:gd name="connsiteX522" fmla="*/ 103878 w 399578"/>
                <a:gd name="connsiteY522" fmla="*/ 155775 h 383236"/>
                <a:gd name="connsiteX523" fmla="*/ 105366 w 399578"/>
                <a:gd name="connsiteY523" fmla="*/ 155031 h 383236"/>
                <a:gd name="connsiteX524" fmla="*/ 105738 w 399578"/>
                <a:gd name="connsiteY524" fmla="*/ 152798 h 383236"/>
                <a:gd name="connsiteX525" fmla="*/ 106110 w 399578"/>
                <a:gd name="connsiteY525" fmla="*/ 150566 h 383236"/>
                <a:gd name="connsiteX526" fmla="*/ 107598 w 399578"/>
                <a:gd name="connsiteY526" fmla="*/ 149822 h 383236"/>
                <a:gd name="connsiteX527" fmla="*/ 108714 w 399578"/>
                <a:gd name="connsiteY527" fmla="*/ 147543 h 383236"/>
                <a:gd name="connsiteX528" fmla="*/ 109831 w 399578"/>
                <a:gd name="connsiteY528" fmla="*/ 145357 h 383236"/>
                <a:gd name="connsiteX529" fmla="*/ 111319 w 399578"/>
                <a:gd name="connsiteY529" fmla="*/ 145357 h 383236"/>
                <a:gd name="connsiteX530" fmla="*/ 111319 w 399578"/>
                <a:gd name="connsiteY530" fmla="*/ 139404 h 383236"/>
                <a:gd name="connsiteX531" fmla="*/ 113551 w 399578"/>
                <a:gd name="connsiteY531" fmla="*/ 139404 h 383236"/>
                <a:gd name="connsiteX532" fmla="*/ 113830 w 399578"/>
                <a:gd name="connsiteY532" fmla="*/ 137218 h 383236"/>
                <a:gd name="connsiteX533" fmla="*/ 114296 w 399578"/>
                <a:gd name="connsiteY533" fmla="*/ 134939 h 383236"/>
                <a:gd name="connsiteX534" fmla="*/ 115784 w 399578"/>
                <a:gd name="connsiteY534" fmla="*/ 134195 h 383236"/>
                <a:gd name="connsiteX535" fmla="*/ 116528 w 399578"/>
                <a:gd name="connsiteY535" fmla="*/ 131590 h 383236"/>
                <a:gd name="connsiteX536" fmla="*/ 117272 w 399578"/>
                <a:gd name="connsiteY536" fmla="*/ 128986 h 383236"/>
                <a:gd name="connsiteX537" fmla="*/ 118760 w 399578"/>
                <a:gd name="connsiteY537" fmla="*/ 128242 h 383236"/>
                <a:gd name="connsiteX538" fmla="*/ 119505 w 399578"/>
                <a:gd name="connsiteY538" fmla="*/ 123777 h 383236"/>
                <a:gd name="connsiteX539" fmla="*/ 121737 w 399578"/>
                <a:gd name="connsiteY539" fmla="*/ 123777 h 383236"/>
                <a:gd name="connsiteX540" fmla="*/ 121969 w 399578"/>
                <a:gd name="connsiteY540" fmla="*/ 121265 h 383236"/>
                <a:gd name="connsiteX541" fmla="*/ 122481 w 399578"/>
                <a:gd name="connsiteY541" fmla="*/ 118568 h 383236"/>
                <a:gd name="connsiteX542" fmla="*/ 124714 w 399578"/>
                <a:gd name="connsiteY542" fmla="*/ 117079 h 383236"/>
                <a:gd name="connsiteX543" fmla="*/ 124714 w 399578"/>
                <a:gd name="connsiteY543" fmla="*/ 112615 h 383236"/>
                <a:gd name="connsiteX544" fmla="*/ 126946 w 399578"/>
                <a:gd name="connsiteY544" fmla="*/ 112615 h 383236"/>
                <a:gd name="connsiteX545" fmla="*/ 127178 w 399578"/>
                <a:gd name="connsiteY545" fmla="*/ 110057 h 383236"/>
                <a:gd name="connsiteX546" fmla="*/ 127690 w 399578"/>
                <a:gd name="connsiteY546" fmla="*/ 107406 h 383236"/>
                <a:gd name="connsiteX547" fmla="*/ 129922 w 399578"/>
                <a:gd name="connsiteY547" fmla="*/ 106661 h 383236"/>
                <a:gd name="connsiteX548" fmla="*/ 130667 w 399578"/>
                <a:gd name="connsiteY548" fmla="*/ 101452 h 383236"/>
                <a:gd name="connsiteX549" fmla="*/ 132899 w 399578"/>
                <a:gd name="connsiteY549" fmla="*/ 99964 h 383236"/>
                <a:gd name="connsiteX550" fmla="*/ 132899 w 399578"/>
                <a:gd name="connsiteY550" fmla="*/ 97685 h 383236"/>
                <a:gd name="connsiteX551" fmla="*/ 132899 w 399578"/>
                <a:gd name="connsiteY551" fmla="*/ 95499 h 383236"/>
                <a:gd name="connsiteX552" fmla="*/ 135131 w 399578"/>
                <a:gd name="connsiteY552" fmla="*/ 94755 h 383236"/>
                <a:gd name="connsiteX553" fmla="*/ 135876 w 399578"/>
                <a:gd name="connsiteY553" fmla="*/ 89546 h 383236"/>
                <a:gd name="connsiteX554" fmla="*/ 137364 w 399578"/>
                <a:gd name="connsiteY554" fmla="*/ 89546 h 383236"/>
                <a:gd name="connsiteX555" fmla="*/ 138361 w 399578"/>
                <a:gd name="connsiteY555" fmla="*/ 84895 h 383236"/>
                <a:gd name="connsiteX556" fmla="*/ 138852 w 399578"/>
                <a:gd name="connsiteY556" fmla="*/ 83593 h 383236"/>
                <a:gd name="connsiteX557" fmla="*/ 141085 w 399578"/>
                <a:gd name="connsiteY557" fmla="*/ 83593 h 383236"/>
                <a:gd name="connsiteX558" fmla="*/ 140945 w 399578"/>
                <a:gd name="connsiteY558" fmla="*/ 81500 h 383236"/>
                <a:gd name="connsiteX559" fmla="*/ 142154 w 399578"/>
                <a:gd name="connsiteY559" fmla="*/ 78105 h 383236"/>
                <a:gd name="connsiteX560" fmla="*/ 143643 w 399578"/>
                <a:gd name="connsiteY560" fmla="*/ 73826 h 383236"/>
                <a:gd name="connsiteX561" fmla="*/ 144061 w 399578"/>
                <a:gd name="connsiteY561" fmla="*/ 70943 h 383236"/>
                <a:gd name="connsiteX562" fmla="*/ 145596 w 399578"/>
                <a:gd name="connsiteY562" fmla="*/ 70571 h 383236"/>
                <a:gd name="connsiteX563" fmla="*/ 147038 w 399578"/>
                <a:gd name="connsiteY563" fmla="*/ 70199 h 383236"/>
                <a:gd name="connsiteX564" fmla="*/ 147038 w 399578"/>
                <a:gd name="connsiteY564" fmla="*/ 64245 h 383236"/>
                <a:gd name="connsiteX565" fmla="*/ 149270 w 399578"/>
                <a:gd name="connsiteY565" fmla="*/ 64245 h 383236"/>
                <a:gd name="connsiteX566" fmla="*/ 149549 w 399578"/>
                <a:gd name="connsiteY566" fmla="*/ 61687 h 383236"/>
                <a:gd name="connsiteX567" fmla="*/ 150014 w 399578"/>
                <a:gd name="connsiteY567" fmla="*/ 59036 h 383236"/>
                <a:gd name="connsiteX568" fmla="*/ 151503 w 399578"/>
                <a:gd name="connsiteY568" fmla="*/ 58292 h 383236"/>
                <a:gd name="connsiteX569" fmla="*/ 151968 w 399578"/>
                <a:gd name="connsiteY569" fmla="*/ 55269 h 383236"/>
                <a:gd name="connsiteX570" fmla="*/ 152247 w 399578"/>
                <a:gd name="connsiteY570" fmla="*/ 52339 h 383236"/>
                <a:gd name="connsiteX571" fmla="*/ 154479 w 399578"/>
                <a:gd name="connsiteY571" fmla="*/ 52339 h 383236"/>
                <a:gd name="connsiteX572" fmla="*/ 154590 w 399578"/>
                <a:gd name="connsiteY572" fmla="*/ 50900 h 383236"/>
                <a:gd name="connsiteX573" fmla="*/ 154758 w 399578"/>
                <a:gd name="connsiteY573" fmla="*/ 49037 h 383236"/>
                <a:gd name="connsiteX574" fmla="*/ 154915 w 399578"/>
                <a:gd name="connsiteY574" fmla="*/ 47180 h 383236"/>
                <a:gd name="connsiteX575" fmla="*/ 155223 w 399578"/>
                <a:gd name="connsiteY575" fmla="*/ 45642 h 383236"/>
                <a:gd name="connsiteX576" fmla="*/ 156712 w 399578"/>
                <a:gd name="connsiteY576" fmla="*/ 44898 h 383236"/>
                <a:gd name="connsiteX577" fmla="*/ 157874 w 399578"/>
                <a:gd name="connsiteY577" fmla="*/ 41549 h 383236"/>
                <a:gd name="connsiteX578" fmla="*/ 159688 w 399578"/>
                <a:gd name="connsiteY578" fmla="*/ 37456 h 383236"/>
                <a:gd name="connsiteX579" fmla="*/ 160107 w 399578"/>
                <a:gd name="connsiteY579" fmla="*/ 34433 h 383236"/>
                <a:gd name="connsiteX580" fmla="*/ 160432 w 399578"/>
                <a:gd name="connsiteY580" fmla="*/ 31503 h 383236"/>
                <a:gd name="connsiteX581" fmla="*/ 162665 w 399578"/>
                <a:gd name="connsiteY581" fmla="*/ 31503 h 383236"/>
                <a:gd name="connsiteX582" fmla="*/ 163409 w 399578"/>
                <a:gd name="connsiteY582" fmla="*/ 24806 h 383236"/>
                <a:gd name="connsiteX583" fmla="*/ 165641 w 399578"/>
                <a:gd name="connsiteY583" fmla="*/ 24806 h 383236"/>
                <a:gd name="connsiteX584" fmla="*/ 165752 w 399578"/>
                <a:gd name="connsiteY584" fmla="*/ 23204 h 383236"/>
                <a:gd name="connsiteX585" fmla="*/ 165920 w 399578"/>
                <a:gd name="connsiteY585" fmla="*/ 21132 h 383236"/>
                <a:gd name="connsiteX586" fmla="*/ 166077 w 399578"/>
                <a:gd name="connsiteY586" fmla="*/ 19065 h 383236"/>
                <a:gd name="connsiteX587" fmla="*/ 166385 w 399578"/>
                <a:gd name="connsiteY587" fmla="*/ 17365 h 383236"/>
                <a:gd name="connsiteX588" fmla="*/ 167874 w 399578"/>
                <a:gd name="connsiteY588" fmla="*/ 16620 h 383236"/>
                <a:gd name="connsiteX589" fmla="*/ 168339 w 399578"/>
                <a:gd name="connsiteY589" fmla="*/ 13225 h 383236"/>
                <a:gd name="connsiteX590" fmla="*/ 168507 w 399578"/>
                <a:gd name="connsiteY590" fmla="*/ 11362 h 383236"/>
                <a:gd name="connsiteX591" fmla="*/ 168618 w 399578"/>
                <a:gd name="connsiteY591" fmla="*/ 9923 h 383236"/>
                <a:gd name="connsiteX592" fmla="*/ 170850 w 399578"/>
                <a:gd name="connsiteY592" fmla="*/ 9923 h 383236"/>
                <a:gd name="connsiteX593" fmla="*/ 170987 w 399578"/>
                <a:gd name="connsiteY593" fmla="*/ 8159 h 383236"/>
                <a:gd name="connsiteX594" fmla="*/ 171176 w 399578"/>
                <a:gd name="connsiteY594" fmla="*/ 5877 h 383236"/>
                <a:gd name="connsiteX595" fmla="*/ 171359 w 399578"/>
                <a:gd name="connsiteY595" fmla="*/ 3601 h 383236"/>
                <a:gd name="connsiteX596" fmla="*/ 176803 w 399578"/>
                <a:gd name="connsiteY596" fmla="*/ 761 h 38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99578" h="383236">
                  <a:moveTo>
                    <a:pt x="176803" y="761"/>
                  </a:moveTo>
                  <a:cubicBezTo>
                    <a:pt x="177617" y="733"/>
                    <a:pt x="178430" y="705"/>
                    <a:pt x="179268" y="677"/>
                  </a:cubicBezTo>
                  <a:cubicBezTo>
                    <a:pt x="179928" y="781"/>
                    <a:pt x="180588" y="886"/>
                    <a:pt x="181268" y="994"/>
                  </a:cubicBezTo>
                  <a:cubicBezTo>
                    <a:pt x="181757" y="2473"/>
                    <a:pt x="181757" y="2473"/>
                    <a:pt x="182012" y="3970"/>
                  </a:cubicBezTo>
                  <a:cubicBezTo>
                    <a:pt x="182872" y="4093"/>
                    <a:pt x="183731" y="4216"/>
                    <a:pt x="184617" y="4342"/>
                  </a:cubicBezTo>
                  <a:cubicBezTo>
                    <a:pt x="185476" y="4465"/>
                    <a:pt x="186336" y="4588"/>
                    <a:pt x="187221" y="4714"/>
                  </a:cubicBezTo>
                  <a:cubicBezTo>
                    <a:pt x="187490" y="5701"/>
                    <a:pt x="187740" y="6693"/>
                    <a:pt x="187965" y="7691"/>
                  </a:cubicBezTo>
                  <a:cubicBezTo>
                    <a:pt x="188671" y="7691"/>
                    <a:pt x="189377" y="7691"/>
                    <a:pt x="190105" y="7691"/>
                  </a:cubicBezTo>
                  <a:cubicBezTo>
                    <a:pt x="190872" y="7691"/>
                    <a:pt x="191640" y="7691"/>
                    <a:pt x="192430" y="7691"/>
                  </a:cubicBezTo>
                  <a:cubicBezTo>
                    <a:pt x="192768" y="8167"/>
                    <a:pt x="193106" y="8642"/>
                    <a:pt x="193454" y="9133"/>
                  </a:cubicBezTo>
                  <a:cubicBezTo>
                    <a:pt x="194492" y="10800"/>
                    <a:pt x="194492" y="10800"/>
                    <a:pt x="196093" y="10926"/>
                  </a:cubicBezTo>
                  <a:cubicBezTo>
                    <a:pt x="196634" y="10963"/>
                    <a:pt x="197175" y="11001"/>
                    <a:pt x="197732" y="11039"/>
                  </a:cubicBezTo>
                  <a:cubicBezTo>
                    <a:pt x="198684" y="11162"/>
                    <a:pt x="199635" y="11285"/>
                    <a:pt x="200616" y="11411"/>
                  </a:cubicBezTo>
                  <a:cubicBezTo>
                    <a:pt x="201081" y="12900"/>
                    <a:pt x="201081" y="12900"/>
                    <a:pt x="201360" y="14388"/>
                  </a:cubicBezTo>
                  <a:cubicBezTo>
                    <a:pt x="202843" y="14666"/>
                    <a:pt x="204332" y="14914"/>
                    <a:pt x="205825" y="15132"/>
                  </a:cubicBezTo>
                  <a:cubicBezTo>
                    <a:pt x="206070" y="15869"/>
                    <a:pt x="206316" y="16606"/>
                    <a:pt x="206569" y="17365"/>
                  </a:cubicBezTo>
                  <a:cubicBezTo>
                    <a:pt x="208092" y="17534"/>
                    <a:pt x="209617" y="17700"/>
                    <a:pt x="211144" y="17827"/>
                  </a:cubicBezTo>
                  <a:cubicBezTo>
                    <a:pt x="211826" y="17966"/>
                    <a:pt x="211826" y="17966"/>
                    <a:pt x="212522" y="18109"/>
                  </a:cubicBezTo>
                  <a:cubicBezTo>
                    <a:pt x="213043" y="19088"/>
                    <a:pt x="213540" y="20081"/>
                    <a:pt x="214010" y="21085"/>
                  </a:cubicBezTo>
                  <a:cubicBezTo>
                    <a:pt x="214870" y="21208"/>
                    <a:pt x="215729" y="21331"/>
                    <a:pt x="216615" y="21457"/>
                  </a:cubicBezTo>
                  <a:cubicBezTo>
                    <a:pt x="217474" y="21580"/>
                    <a:pt x="218334" y="21703"/>
                    <a:pt x="219219" y="21829"/>
                  </a:cubicBezTo>
                  <a:cubicBezTo>
                    <a:pt x="220057" y="23364"/>
                    <a:pt x="220057" y="23364"/>
                    <a:pt x="220708" y="24806"/>
                  </a:cubicBezTo>
                  <a:cubicBezTo>
                    <a:pt x="221322" y="24806"/>
                    <a:pt x="221935" y="24806"/>
                    <a:pt x="222568" y="24806"/>
                  </a:cubicBezTo>
                  <a:cubicBezTo>
                    <a:pt x="223182" y="24806"/>
                    <a:pt x="223796" y="24806"/>
                    <a:pt x="224428" y="24806"/>
                  </a:cubicBezTo>
                  <a:cubicBezTo>
                    <a:pt x="224728" y="25520"/>
                    <a:pt x="224728" y="25520"/>
                    <a:pt x="225033" y="26248"/>
                  </a:cubicBezTo>
                  <a:cubicBezTo>
                    <a:pt x="225325" y="26754"/>
                    <a:pt x="225616" y="27261"/>
                    <a:pt x="225917" y="27783"/>
                  </a:cubicBezTo>
                  <a:cubicBezTo>
                    <a:pt x="227921" y="28299"/>
                    <a:pt x="229789" y="28393"/>
                    <a:pt x="231870" y="28527"/>
                  </a:cubicBezTo>
                  <a:cubicBezTo>
                    <a:pt x="231870" y="29509"/>
                    <a:pt x="231870" y="30491"/>
                    <a:pt x="231870" y="31503"/>
                  </a:cubicBezTo>
                  <a:cubicBezTo>
                    <a:pt x="232398" y="31531"/>
                    <a:pt x="232927" y="31559"/>
                    <a:pt x="233471" y="31588"/>
                  </a:cubicBezTo>
                  <a:cubicBezTo>
                    <a:pt x="234155" y="31637"/>
                    <a:pt x="234839" y="31685"/>
                    <a:pt x="235544" y="31736"/>
                  </a:cubicBezTo>
                  <a:cubicBezTo>
                    <a:pt x="236567" y="31801"/>
                    <a:pt x="236567" y="31801"/>
                    <a:pt x="237611" y="31867"/>
                  </a:cubicBezTo>
                  <a:cubicBezTo>
                    <a:pt x="238172" y="31992"/>
                    <a:pt x="238733" y="32118"/>
                    <a:pt x="239311" y="32247"/>
                  </a:cubicBezTo>
                  <a:cubicBezTo>
                    <a:pt x="240183" y="34862"/>
                    <a:pt x="240207" y="37027"/>
                    <a:pt x="240241" y="39782"/>
                  </a:cubicBezTo>
                  <a:cubicBezTo>
                    <a:pt x="240261" y="40720"/>
                    <a:pt x="240280" y="41658"/>
                    <a:pt x="240299" y="42625"/>
                  </a:cubicBezTo>
                  <a:cubicBezTo>
                    <a:pt x="240179" y="43750"/>
                    <a:pt x="240179" y="43750"/>
                    <a:pt x="240055" y="44898"/>
                  </a:cubicBezTo>
                  <a:cubicBezTo>
                    <a:pt x="238950" y="45266"/>
                    <a:pt x="238950" y="45266"/>
                    <a:pt x="237823" y="45642"/>
                  </a:cubicBezTo>
                  <a:cubicBezTo>
                    <a:pt x="237570" y="47378"/>
                    <a:pt x="237323" y="49114"/>
                    <a:pt x="237079" y="50851"/>
                  </a:cubicBezTo>
                  <a:cubicBezTo>
                    <a:pt x="235974" y="51588"/>
                    <a:pt x="235974" y="51588"/>
                    <a:pt x="234846" y="52339"/>
                  </a:cubicBezTo>
                  <a:cubicBezTo>
                    <a:pt x="234299" y="54994"/>
                    <a:pt x="234299" y="54994"/>
                    <a:pt x="234102" y="57548"/>
                  </a:cubicBezTo>
                  <a:cubicBezTo>
                    <a:pt x="233365" y="57548"/>
                    <a:pt x="232629" y="57548"/>
                    <a:pt x="231870" y="57548"/>
                  </a:cubicBezTo>
                  <a:cubicBezTo>
                    <a:pt x="231778" y="58515"/>
                    <a:pt x="231686" y="59482"/>
                    <a:pt x="231591" y="60478"/>
                  </a:cubicBezTo>
                  <a:cubicBezTo>
                    <a:pt x="231434" y="62126"/>
                    <a:pt x="231434" y="62126"/>
                    <a:pt x="231126" y="63501"/>
                  </a:cubicBezTo>
                  <a:cubicBezTo>
                    <a:pt x="230634" y="63747"/>
                    <a:pt x="230143" y="63992"/>
                    <a:pt x="229637" y="64245"/>
                  </a:cubicBezTo>
                  <a:cubicBezTo>
                    <a:pt x="229530" y="64967"/>
                    <a:pt x="229422" y="65688"/>
                    <a:pt x="229312" y="66431"/>
                  </a:cubicBezTo>
                  <a:cubicBezTo>
                    <a:pt x="229174" y="67183"/>
                    <a:pt x="229036" y="67935"/>
                    <a:pt x="228893" y="68710"/>
                  </a:cubicBezTo>
                  <a:cubicBezTo>
                    <a:pt x="227788" y="69447"/>
                    <a:pt x="227788" y="69447"/>
                    <a:pt x="226661" y="70199"/>
                  </a:cubicBezTo>
                  <a:cubicBezTo>
                    <a:pt x="226538" y="71073"/>
                    <a:pt x="226415" y="71948"/>
                    <a:pt x="226289" y="72850"/>
                  </a:cubicBezTo>
                  <a:cubicBezTo>
                    <a:pt x="226166" y="73694"/>
                    <a:pt x="226043" y="74538"/>
                    <a:pt x="225917" y="75408"/>
                  </a:cubicBezTo>
                  <a:cubicBezTo>
                    <a:pt x="224812" y="75776"/>
                    <a:pt x="224812" y="75776"/>
                    <a:pt x="223684" y="76152"/>
                  </a:cubicBezTo>
                  <a:cubicBezTo>
                    <a:pt x="223406" y="77883"/>
                    <a:pt x="223158" y="79620"/>
                    <a:pt x="222940" y="81361"/>
                  </a:cubicBezTo>
                  <a:cubicBezTo>
                    <a:pt x="222449" y="81606"/>
                    <a:pt x="221958" y="81852"/>
                    <a:pt x="221452" y="82105"/>
                  </a:cubicBezTo>
                  <a:cubicBezTo>
                    <a:pt x="220962" y="84359"/>
                    <a:pt x="220962" y="84359"/>
                    <a:pt x="220708" y="86570"/>
                  </a:cubicBezTo>
                  <a:cubicBezTo>
                    <a:pt x="219971" y="86570"/>
                    <a:pt x="219234" y="86570"/>
                    <a:pt x="218475" y="86570"/>
                  </a:cubicBezTo>
                  <a:cubicBezTo>
                    <a:pt x="218230" y="88780"/>
                    <a:pt x="217984" y="90990"/>
                    <a:pt x="217731" y="93267"/>
                  </a:cubicBezTo>
                  <a:cubicBezTo>
                    <a:pt x="216994" y="93267"/>
                    <a:pt x="216258" y="93267"/>
                    <a:pt x="215499" y="93267"/>
                  </a:cubicBezTo>
                  <a:cubicBezTo>
                    <a:pt x="215407" y="94111"/>
                    <a:pt x="215314" y="94955"/>
                    <a:pt x="215220" y="95825"/>
                  </a:cubicBezTo>
                  <a:cubicBezTo>
                    <a:pt x="214989" y="97137"/>
                    <a:pt x="214989" y="97137"/>
                    <a:pt x="214755" y="98476"/>
                  </a:cubicBezTo>
                  <a:cubicBezTo>
                    <a:pt x="214263" y="98722"/>
                    <a:pt x="213772" y="98967"/>
                    <a:pt x="213266" y="99220"/>
                  </a:cubicBezTo>
                  <a:cubicBezTo>
                    <a:pt x="212777" y="101474"/>
                    <a:pt x="212777" y="101474"/>
                    <a:pt x="212522" y="103685"/>
                  </a:cubicBezTo>
                  <a:cubicBezTo>
                    <a:pt x="211785" y="103685"/>
                    <a:pt x="211049" y="103685"/>
                    <a:pt x="210290" y="103685"/>
                  </a:cubicBezTo>
                  <a:cubicBezTo>
                    <a:pt x="210213" y="104652"/>
                    <a:pt x="210136" y="105619"/>
                    <a:pt x="210057" y="106615"/>
                  </a:cubicBezTo>
                  <a:cubicBezTo>
                    <a:pt x="209926" y="108263"/>
                    <a:pt x="209926" y="108263"/>
                    <a:pt x="209546" y="109638"/>
                  </a:cubicBezTo>
                  <a:cubicBezTo>
                    <a:pt x="208809" y="109884"/>
                    <a:pt x="208072" y="110129"/>
                    <a:pt x="207313" y="110382"/>
                  </a:cubicBezTo>
                  <a:cubicBezTo>
                    <a:pt x="207035" y="112114"/>
                    <a:pt x="206787" y="113851"/>
                    <a:pt x="206569" y="115591"/>
                  </a:cubicBezTo>
                  <a:cubicBezTo>
                    <a:pt x="206078" y="115837"/>
                    <a:pt x="205587" y="116082"/>
                    <a:pt x="205081" y="116335"/>
                  </a:cubicBezTo>
                  <a:cubicBezTo>
                    <a:pt x="204835" y="116949"/>
                    <a:pt x="204590" y="117563"/>
                    <a:pt x="204337" y="118196"/>
                  </a:cubicBezTo>
                  <a:cubicBezTo>
                    <a:pt x="203592" y="120056"/>
                    <a:pt x="203592" y="120056"/>
                    <a:pt x="202104" y="120800"/>
                  </a:cubicBezTo>
                  <a:cubicBezTo>
                    <a:pt x="201997" y="121644"/>
                    <a:pt x="201889" y="122488"/>
                    <a:pt x="201779" y="123358"/>
                  </a:cubicBezTo>
                  <a:cubicBezTo>
                    <a:pt x="201640" y="124233"/>
                    <a:pt x="201502" y="125108"/>
                    <a:pt x="201360" y="126009"/>
                  </a:cubicBezTo>
                  <a:cubicBezTo>
                    <a:pt x="200623" y="126500"/>
                    <a:pt x="199887" y="126991"/>
                    <a:pt x="199128" y="127497"/>
                  </a:cubicBezTo>
                  <a:cubicBezTo>
                    <a:pt x="198858" y="128484"/>
                    <a:pt x="198609" y="129476"/>
                    <a:pt x="198383" y="130474"/>
                  </a:cubicBezTo>
                  <a:cubicBezTo>
                    <a:pt x="197892" y="130720"/>
                    <a:pt x="197401" y="130965"/>
                    <a:pt x="196895" y="131218"/>
                  </a:cubicBezTo>
                  <a:cubicBezTo>
                    <a:pt x="196757" y="132507"/>
                    <a:pt x="196757" y="132507"/>
                    <a:pt x="196616" y="133823"/>
                  </a:cubicBezTo>
                  <a:cubicBezTo>
                    <a:pt x="196463" y="134682"/>
                    <a:pt x="196309" y="135542"/>
                    <a:pt x="196151" y="136427"/>
                  </a:cubicBezTo>
                  <a:cubicBezTo>
                    <a:pt x="195164" y="136696"/>
                    <a:pt x="194172" y="136946"/>
                    <a:pt x="193174" y="137171"/>
                  </a:cubicBezTo>
                  <a:cubicBezTo>
                    <a:pt x="192926" y="139435"/>
                    <a:pt x="192926" y="139435"/>
                    <a:pt x="193174" y="141636"/>
                  </a:cubicBezTo>
                  <a:cubicBezTo>
                    <a:pt x="192438" y="141636"/>
                    <a:pt x="191701" y="141636"/>
                    <a:pt x="190942" y="141636"/>
                  </a:cubicBezTo>
                  <a:cubicBezTo>
                    <a:pt x="190865" y="142450"/>
                    <a:pt x="190789" y="143263"/>
                    <a:pt x="190709" y="144101"/>
                  </a:cubicBezTo>
                  <a:cubicBezTo>
                    <a:pt x="190186" y="146908"/>
                    <a:pt x="189970" y="147324"/>
                    <a:pt x="187965" y="149077"/>
                  </a:cubicBezTo>
                  <a:cubicBezTo>
                    <a:pt x="187704" y="150066"/>
                    <a:pt x="187454" y="151058"/>
                    <a:pt x="187221" y="152054"/>
                  </a:cubicBezTo>
                  <a:cubicBezTo>
                    <a:pt x="186730" y="152300"/>
                    <a:pt x="186239" y="152545"/>
                    <a:pt x="185733" y="152798"/>
                  </a:cubicBezTo>
                  <a:cubicBezTo>
                    <a:pt x="185626" y="153397"/>
                    <a:pt x="185518" y="153995"/>
                    <a:pt x="185407" y="154612"/>
                  </a:cubicBezTo>
                  <a:cubicBezTo>
                    <a:pt x="184989" y="156519"/>
                    <a:pt x="184989" y="156519"/>
                    <a:pt x="182756" y="158007"/>
                  </a:cubicBezTo>
                  <a:cubicBezTo>
                    <a:pt x="182255" y="159245"/>
                    <a:pt x="181759" y="160485"/>
                    <a:pt x="181268" y="161728"/>
                  </a:cubicBezTo>
                  <a:cubicBezTo>
                    <a:pt x="180777" y="161728"/>
                    <a:pt x="180286" y="161728"/>
                    <a:pt x="179780" y="161728"/>
                  </a:cubicBezTo>
                  <a:cubicBezTo>
                    <a:pt x="179826" y="162419"/>
                    <a:pt x="179872" y="163109"/>
                    <a:pt x="179919" y="163821"/>
                  </a:cubicBezTo>
                  <a:cubicBezTo>
                    <a:pt x="179780" y="166193"/>
                    <a:pt x="179780" y="166193"/>
                    <a:pt x="178710" y="167402"/>
                  </a:cubicBezTo>
                  <a:cubicBezTo>
                    <a:pt x="178327" y="167740"/>
                    <a:pt x="177943" y="168077"/>
                    <a:pt x="177547" y="168425"/>
                  </a:cubicBezTo>
                  <a:cubicBezTo>
                    <a:pt x="177425" y="168932"/>
                    <a:pt x="177302" y="169438"/>
                    <a:pt x="177175" y="169960"/>
                  </a:cubicBezTo>
                  <a:cubicBezTo>
                    <a:pt x="176803" y="171402"/>
                    <a:pt x="176803" y="171402"/>
                    <a:pt x="174571" y="172890"/>
                  </a:cubicBezTo>
                  <a:cubicBezTo>
                    <a:pt x="174302" y="173877"/>
                    <a:pt x="174052" y="174869"/>
                    <a:pt x="173827" y="175867"/>
                  </a:cubicBezTo>
                  <a:cubicBezTo>
                    <a:pt x="173336" y="176112"/>
                    <a:pt x="172845" y="176358"/>
                    <a:pt x="172339" y="176611"/>
                  </a:cubicBezTo>
                  <a:cubicBezTo>
                    <a:pt x="172093" y="177347"/>
                    <a:pt x="171847" y="178084"/>
                    <a:pt x="171594" y="178843"/>
                  </a:cubicBezTo>
                  <a:cubicBezTo>
                    <a:pt x="170850" y="181076"/>
                    <a:pt x="170850" y="181076"/>
                    <a:pt x="169362" y="181820"/>
                  </a:cubicBezTo>
                  <a:cubicBezTo>
                    <a:pt x="169201" y="182741"/>
                    <a:pt x="169201" y="182741"/>
                    <a:pt x="169036" y="183680"/>
                  </a:cubicBezTo>
                  <a:cubicBezTo>
                    <a:pt x="168898" y="184294"/>
                    <a:pt x="168760" y="184908"/>
                    <a:pt x="168618" y="185540"/>
                  </a:cubicBezTo>
                  <a:cubicBezTo>
                    <a:pt x="167881" y="185786"/>
                    <a:pt x="167144" y="186032"/>
                    <a:pt x="166385" y="186285"/>
                  </a:cubicBezTo>
                  <a:cubicBezTo>
                    <a:pt x="166127" y="187771"/>
                    <a:pt x="165880" y="189260"/>
                    <a:pt x="165641" y="190749"/>
                  </a:cubicBezTo>
                  <a:cubicBezTo>
                    <a:pt x="164525" y="192005"/>
                    <a:pt x="164525" y="192005"/>
                    <a:pt x="163409" y="192982"/>
                  </a:cubicBezTo>
                  <a:cubicBezTo>
                    <a:pt x="163163" y="193718"/>
                    <a:pt x="162918" y="194455"/>
                    <a:pt x="162665" y="195214"/>
                  </a:cubicBezTo>
                  <a:cubicBezTo>
                    <a:pt x="161928" y="195214"/>
                    <a:pt x="161191" y="195214"/>
                    <a:pt x="160432" y="195214"/>
                  </a:cubicBezTo>
                  <a:cubicBezTo>
                    <a:pt x="160432" y="196688"/>
                    <a:pt x="160432" y="198161"/>
                    <a:pt x="160432" y="199679"/>
                  </a:cubicBezTo>
                  <a:cubicBezTo>
                    <a:pt x="159696" y="199679"/>
                    <a:pt x="158959" y="199679"/>
                    <a:pt x="158200" y="199679"/>
                  </a:cubicBezTo>
                  <a:cubicBezTo>
                    <a:pt x="158085" y="200715"/>
                    <a:pt x="158085" y="200715"/>
                    <a:pt x="157967" y="201772"/>
                  </a:cubicBezTo>
                  <a:cubicBezTo>
                    <a:pt x="157432" y="204256"/>
                    <a:pt x="157050" y="204778"/>
                    <a:pt x="155223" y="206376"/>
                  </a:cubicBezTo>
                  <a:cubicBezTo>
                    <a:pt x="154978" y="207113"/>
                    <a:pt x="154732" y="207850"/>
                    <a:pt x="154479" y="208609"/>
                  </a:cubicBezTo>
                  <a:cubicBezTo>
                    <a:pt x="153988" y="208854"/>
                    <a:pt x="153497" y="209100"/>
                    <a:pt x="152991" y="209353"/>
                  </a:cubicBezTo>
                  <a:cubicBezTo>
                    <a:pt x="152830" y="210297"/>
                    <a:pt x="152830" y="210297"/>
                    <a:pt x="152665" y="211260"/>
                  </a:cubicBezTo>
                  <a:cubicBezTo>
                    <a:pt x="152527" y="211858"/>
                    <a:pt x="152389" y="212457"/>
                    <a:pt x="152247" y="213074"/>
                  </a:cubicBezTo>
                  <a:cubicBezTo>
                    <a:pt x="151510" y="213074"/>
                    <a:pt x="150773" y="213074"/>
                    <a:pt x="150014" y="213074"/>
                  </a:cubicBezTo>
                  <a:cubicBezTo>
                    <a:pt x="149899" y="214294"/>
                    <a:pt x="149899" y="214294"/>
                    <a:pt x="149782" y="215539"/>
                  </a:cubicBezTo>
                  <a:cubicBezTo>
                    <a:pt x="149269" y="218286"/>
                    <a:pt x="149102" y="218864"/>
                    <a:pt x="147038" y="220515"/>
                  </a:cubicBezTo>
                  <a:cubicBezTo>
                    <a:pt x="146547" y="221252"/>
                    <a:pt x="146055" y="221988"/>
                    <a:pt x="145549" y="222747"/>
                  </a:cubicBezTo>
                  <a:cubicBezTo>
                    <a:pt x="145058" y="222747"/>
                    <a:pt x="144567" y="222747"/>
                    <a:pt x="144061" y="222747"/>
                  </a:cubicBezTo>
                  <a:cubicBezTo>
                    <a:pt x="144107" y="223346"/>
                    <a:pt x="144153" y="223945"/>
                    <a:pt x="144201" y="224561"/>
                  </a:cubicBezTo>
                  <a:cubicBezTo>
                    <a:pt x="144155" y="225191"/>
                    <a:pt x="144109" y="225820"/>
                    <a:pt x="144061" y="226468"/>
                  </a:cubicBezTo>
                  <a:cubicBezTo>
                    <a:pt x="143324" y="226714"/>
                    <a:pt x="142588" y="226959"/>
                    <a:pt x="141829" y="227212"/>
                  </a:cubicBezTo>
                  <a:cubicBezTo>
                    <a:pt x="141551" y="228446"/>
                    <a:pt x="141303" y="229687"/>
                    <a:pt x="141085" y="230933"/>
                  </a:cubicBezTo>
                  <a:cubicBezTo>
                    <a:pt x="140593" y="231179"/>
                    <a:pt x="140102" y="231424"/>
                    <a:pt x="139596" y="231677"/>
                  </a:cubicBezTo>
                  <a:cubicBezTo>
                    <a:pt x="139044" y="232805"/>
                    <a:pt x="139044" y="232805"/>
                    <a:pt x="138480" y="233956"/>
                  </a:cubicBezTo>
                  <a:cubicBezTo>
                    <a:pt x="138112" y="234677"/>
                    <a:pt x="137743" y="235399"/>
                    <a:pt x="137364" y="236142"/>
                  </a:cubicBezTo>
                  <a:cubicBezTo>
                    <a:pt x="136873" y="236142"/>
                    <a:pt x="136382" y="236142"/>
                    <a:pt x="135876" y="236142"/>
                  </a:cubicBezTo>
                  <a:cubicBezTo>
                    <a:pt x="135768" y="236618"/>
                    <a:pt x="135661" y="237094"/>
                    <a:pt x="135550" y="237584"/>
                  </a:cubicBezTo>
                  <a:cubicBezTo>
                    <a:pt x="135412" y="238090"/>
                    <a:pt x="135274" y="238597"/>
                    <a:pt x="135131" y="239118"/>
                  </a:cubicBezTo>
                  <a:cubicBezTo>
                    <a:pt x="134395" y="239364"/>
                    <a:pt x="133658" y="239610"/>
                    <a:pt x="132899" y="239863"/>
                  </a:cubicBezTo>
                  <a:cubicBezTo>
                    <a:pt x="132713" y="241754"/>
                    <a:pt x="132713" y="241754"/>
                    <a:pt x="132899" y="243583"/>
                  </a:cubicBezTo>
                  <a:cubicBezTo>
                    <a:pt x="132162" y="243583"/>
                    <a:pt x="131426" y="243583"/>
                    <a:pt x="130667" y="243583"/>
                  </a:cubicBezTo>
                  <a:cubicBezTo>
                    <a:pt x="130713" y="244182"/>
                    <a:pt x="130759" y="244780"/>
                    <a:pt x="130806" y="245397"/>
                  </a:cubicBezTo>
                  <a:cubicBezTo>
                    <a:pt x="130760" y="246026"/>
                    <a:pt x="130714" y="246656"/>
                    <a:pt x="130667" y="247304"/>
                  </a:cubicBezTo>
                  <a:cubicBezTo>
                    <a:pt x="129930" y="247550"/>
                    <a:pt x="129193" y="247795"/>
                    <a:pt x="128434" y="248048"/>
                  </a:cubicBezTo>
                  <a:cubicBezTo>
                    <a:pt x="127928" y="249533"/>
                    <a:pt x="127433" y="251022"/>
                    <a:pt x="126946" y="252513"/>
                  </a:cubicBezTo>
                  <a:cubicBezTo>
                    <a:pt x="125458" y="254652"/>
                    <a:pt x="125458" y="254652"/>
                    <a:pt x="123969" y="256234"/>
                  </a:cubicBezTo>
                  <a:cubicBezTo>
                    <a:pt x="123478" y="256234"/>
                    <a:pt x="122987" y="256234"/>
                    <a:pt x="122481" y="256234"/>
                  </a:cubicBezTo>
                  <a:cubicBezTo>
                    <a:pt x="122481" y="256970"/>
                    <a:pt x="122481" y="257707"/>
                    <a:pt x="122481" y="258466"/>
                  </a:cubicBezTo>
                  <a:cubicBezTo>
                    <a:pt x="122972" y="258221"/>
                    <a:pt x="123463" y="257975"/>
                    <a:pt x="123969" y="257722"/>
                  </a:cubicBezTo>
                  <a:cubicBezTo>
                    <a:pt x="125063" y="257638"/>
                    <a:pt x="126160" y="257598"/>
                    <a:pt x="127257" y="257581"/>
                  </a:cubicBezTo>
                  <a:cubicBezTo>
                    <a:pt x="127937" y="257569"/>
                    <a:pt x="128618" y="257556"/>
                    <a:pt x="129319" y="257543"/>
                  </a:cubicBezTo>
                  <a:cubicBezTo>
                    <a:pt x="130423" y="257528"/>
                    <a:pt x="130423" y="257528"/>
                    <a:pt x="131550" y="257513"/>
                  </a:cubicBezTo>
                  <a:cubicBezTo>
                    <a:pt x="132682" y="257492"/>
                    <a:pt x="132682" y="257492"/>
                    <a:pt x="133836" y="257471"/>
                  </a:cubicBezTo>
                  <a:cubicBezTo>
                    <a:pt x="137072" y="257413"/>
                    <a:pt x="140308" y="257362"/>
                    <a:pt x="143544" y="257311"/>
                  </a:cubicBezTo>
                  <a:cubicBezTo>
                    <a:pt x="145903" y="257273"/>
                    <a:pt x="148261" y="257230"/>
                    <a:pt x="150619" y="257187"/>
                  </a:cubicBezTo>
                  <a:cubicBezTo>
                    <a:pt x="151724" y="257172"/>
                    <a:pt x="151724" y="257172"/>
                    <a:pt x="152850" y="257157"/>
                  </a:cubicBezTo>
                  <a:cubicBezTo>
                    <a:pt x="153531" y="257144"/>
                    <a:pt x="154211" y="257132"/>
                    <a:pt x="154912" y="257119"/>
                  </a:cubicBezTo>
                  <a:cubicBezTo>
                    <a:pt x="155813" y="257105"/>
                    <a:pt x="155813" y="257105"/>
                    <a:pt x="156731" y="257091"/>
                  </a:cubicBezTo>
                  <a:cubicBezTo>
                    <a:pt x="158257" y="257066"/>
                    <a:pt x="158257" y="257066"/>
                    <a:pt x="159688" y="256234"/>
                  </a:cubicBezTo>
                  <a:cubicBezTo>
                    <a:pt x="159688" y="255497"/>
                    <a:pt x="159688" y="254760"/>
                    <a:pt x="159688" y="254001"/>
                  </a:cubicBezTo>
                  <a:cubicBezTo>
                    <a:pt x="160438" y="253995"/>
                    <a:pt x="160438" y="253995"/>
                    <a:pt x="161204" y="253988"/>
                  </a:cubicBezTo>
                  <a:cubicBezTo>
                    <a:pt x="166394" y="253941"/>
                    <a:pt x="171584" y="253878"/>
                    <a:pt x="176775" y="253806"/>
                  </a:cubicBezTo>
                  <a:cubicBezTo>
                    <a:pt x="178713" y="253781"/>
                    <a:pt x="180652" y="253760"/>
                    <a:pt x="182591" y="253744"/>
                  </a:cubicBezTo>
                  <a:cubicBezTo>
                    <a:pt x="185373" y="253719"/>
                    <a:pt x="188154" y="253680"/>
                    <a:pt x="190936" y="253638"/>
                  </a:cubicBezTo>
                  <a:cubicBezTo>
                    <a:pt x="192243" y="253631"/>
                    <a:pt x="192243" y="253631"/>
                    <a:pt x="193576" y="253624"/>
                  </a:cubicBezTo>
                  <a:cubicBezTo>
                    <a:pt x="194783" y="253601"/>
                    <a:pt x="194783" y="253601"/>
                    <a:pt x="196014" y="253579"/>
                  </a:cubicBezTo>
                  <a:cubicBezTo>
                    <a:pt x="196725" y="253571"/>
                    <a:pt x="197435" y="253562"/>
                    <a:pt x="198167" y="253554"/>
                  </a:cubicBezTo>
                  <a:cubicBezTo>
                    <a:pt x="198730" y="253456"/>
                    <a:pt x="199292" y="253358"/>
                    <a:pt x="199872" y="253257"/>
                  </a:cubicBezTo>
                  <a:cubicBezTo>
                    <a:pt x="200363" y="252520"/>
                    <a:pt x="200854" y="251784"/>
                    <a:pt x="201360" y="251025"/>
                  </a:cubicBezTo>
                  <a:cubicBezTo>
                    <a:pt x="208825" y="249219"/>
                    <a:pt x="217564" y="250222"/>
                    <a:pt x="225219" y="250281"/>
                  </a:cubicBezTo>
                  <a:cubicBezTo>
                    <a:pt x="227832" y="250300"/>
                    <a:pt x="230445" y="250315"/>
                    <a:pt x="233059" y="250327"/>
                  </a:cubicBezTo>
                  <a:cubicBezTo>
                    <a:pt x="233654" y="250333"/>
                    <a:pt x="234249" y="250339"/>
                    <a:pt x="234863" y="250346"/>
                  </a:cubicBezTo>
                  <a:cubicBezTo>
                    <a:pt x="237290" y="250357"/>
                    <a:pt x="239223" y="250310"/>
                    <a:pt x="241544" y="249536"/>
                  </a:cubicBezTo>
                  <a:cubicBezTo>
                    <a:pt x="241789" y="248800"/>
                    <a:pt x="242035" y="248063"/>
                    <a:pt x="242288" y="247304"/>
                  </a:cubicBezTo>
                  <a:cubicBezTo>
                    <a:pt x="243869" y="247027"/>
                    <a:pt x="243869" y="247027"/>
                    <a:pt x="245981" y="247030"/>
                  </a:cubicBezTo>
                  <a:cubicBezTo>
                    <a:pt x="247162" y="247022"/>
                    <a:pt x="247162" y="247022"/>
                    <a:pt x="248366" y="247014"/>
                  </a:cubicBezTo>
                  <a:cubicBezTo>
                    <a:pt x="249651" y="247021"/>
                    <a:pt x="249651" y="247021"/>
                    <a:pt x="250962" y="247028"/>
                  </a:cubicBezTo>
                  <a:cubicBezTo>
                    <a:pt x="252753" y="247015"/>
                    <a:pt x="254545" y="247002"/>
                    <a:pt x="256336" y="246989"/>
                  </a:cubicBezTo>
                  <a:cubicBezTo>
                    <a:pt x="259178" y="246981"/>
                    <a:pt x="262020" y="246978"/>
                    <a:pt x="264862" y="246980"/>
                  </a:cubicBezTo>
                  <a:cubicBezTo>
                    <a:pt x="267592" y="246977"/>
                    <a:pt x="270323" y="246957"/>
                    <a:pt x="273053" y="246935"/>
                  </a:cubicBezTo>
                  <a:cubicBezTo>
                    <a:pt x="273910" y="246941"/>
                    <a:pt x="274766" y="246947"/>
                    <a:pt x="275649" y="246953"/>
                  </a:cubicBezTo>
                  <a:cubicBezTo>
                    <a:pt x="276436" y="246946"/>
                    <a:pt x="277223" y="246938"/>
                    <a:pt x="278034" y="246931"/>
                  </a:cubicBezTo>
                  <a:cubicBezTo>
                    <a:pt x="278731" y="246931"/>
                    <a:pt x="279428" y="246931"/>
                    <a:pt x="280145" y="246931"/>
                  </a:cubicBezTo>
                  <a:cubicBezTo>
                    <a:pt x="280667" y="246809"/>
                    <a:pt x="281189" y="246686"/>
                    <a:pt x="281727" y="246560"/>
                  </a:cubicBezTo>
                  <a:cubicBezTo>
                    <a:pt x="282395" y="245091"/>
                    <a:pt x="282395" y="245091"/>
                    <a:pt x="282471" y="243583"/>
                  </a:cubicBezTo>
                  <a:cubicBezTo>
                    <a:pt x="283699" y="243829"/>
                    <a:pt x="284927" y="244074"/>
                    <a:pt x="286192" y="244327"/>
                  </a:cubicBezTo>
                  <a:cubicBezTo>
                    <a:pt x="285936" y="242487"/>
                    <a:pt x="285936" y="242487"/>
                    <a:pt x="285448" y="240607"/>
                  </a:cubicBezTo>
                  <a:cubicBezTo>
                    <a:pt x="284957" y="240361"/>
                    <a:pt x="284466" y="240116"/>
                    <a:pt x="283960" y="239863"/>
                  </a:cubicBezTo>
                  <a:cubicBezTo>
                    <a:pt x="283464" y="238374"/>
                    <a:pt x="282967" y="236886"/>
                    <a:pt x="282471" y="235398"/>
                  </a:cubicBezTo>
                  <a:cubicBezTo>
                    <a:pt x="281980" y="235152"/>
                    <a:pt x="281489" y="234907"/>
                    <a:pt x="280983" y="234654"/>
                  </a:cubicBezTo>
                  <a:cubicBezTo>
                    <a:pt x="280487" y="233165"/>
                    <a:pt x="279991" y="231677"/>
                    <a:pt x="279495" y="230189"/>
                  </a:cubicBezTo>
                  <a:cubicBezTo>
                    <a:pt x="279004" y="229943"/>
                    <a:pt x="278512" y="229698"/>
                    <a:pt x="278006" y="229445"/>
                  </a:cubicBezTo>
                  <a:cubicBezTo>
                    <a:pt x="277899" y="228861"/>
                    <a:pt x="277792" y="228278"/>
                    <a:pt x="277681" y="227677"/>
                  </a:cubicBezTo>
                  <a:cubicBezTo>
                    <a:pt x="277446" y="225692"/>
                    <a:pt x="277446" y="225692"/>
                    <a:pt x="276100" y="224608"/>
                  </a:cubicBezTo>
                  <a:cubicBezTo>
                    <a:pt x="274601" y="223044"/>
                    <a:pt x="275030" y="221863"/>
                    <a:pt x="275030" y="219771"/>
                  </a:cubicBezTo>
                  <a:cubicBezTo>
                    <a:pt x="274293" y="219525"/>
                    <a:pt x="273557" y="219280"/>
                    <a:pt x="272798" y="219027"/>
                  </a:cubicBezTo>
                  <a:cubicBezTo>
                    <a:pt x="272275" y="217797"/>
                    <a:pt x="271778" y="216557"/>
                    <a:pt x="271309" y="215306"/>
                  </a:cubicBezTo>
                  <a:cubicBezTo>
                    <a:pt x="270818" y="215060"/>
                    <a:pt x="270327" y="214815"/>
                    <a:pt x="269821" y="214562"/>
                  </a:cubicBezTo>
                  <a:cubicBezTo>
                    <a:pt x="269728" y="211911"/>
                    <a:pt x="269728" y="211911"/>
                    <a:pt x="269821" y="209353"/>
                  </a:cubicBezTo>
                  <a:cubicBezTo>
                    <a:pt x="269084" y="209353"/>
                    <a:pt x="268348" y="209353"/>
                    <a:pt x="267589" y="209353"/>
                  </a:cubicBezTo>
                  <a:cubicBezTo>
                    <a:pt x="267512" y="208632"/>
                    <a:pt x="267435" y="207910"/>
                    <a:pt x="267356" y="207167"/>
                  </a:cubicBezTo>
                  <a:cubicBezTo>
                    <a:pt x="267187" y="206415"/>
                    <a:pt x="267018" y="205663"/>
                    <a:pt x="266844" y="204888"/>
                  </a:cubicBezTo>
                  <a:cubicBezTo>
                    <a:pt x="266108" y="204642"/>
                    <a:pt x="265371" y="204397"/>
                    <a:pt x="264612" y="204144"/>
                  </a:cubicBezTo>
                  <a:cubicBezTo>
                    <a:pt x="264364" y="202656"/>
                    <a:pt x="264116" y="201167"/>
                    <a:pt x="263868" y="199679"/>
                  </a:cubicBezTo>
                  <a:cubicBezTo>
                    <a:pt x="263131" y="199433"/>
                    <a:pt x="262394" y="199188"/>
                    <a:pt x="261635" y="198935"/>
                  </a:cubicBezTo>
                  <a:cubicBezTo>
                    <a:pt x="261635" y="197695"/>
                    <a:pt x="261635" y="196454"/>
                    <a:pt x="261635" y="195214"/>
                  </a:cubicBezTo>
                  <a:cubicBezTo>
                    <a:pt x="260899" y="194969"/>
                    <a:pt x="260162" y="194723"/>
                    <a:pt x="259403" y="194470"/>
                  </a:cubicBezTo>
                  <a:cubicBezTo>
                    <a:pt x="258879" y="192991"/>
                    <a:pt x="258383" y="191503"/>
                    <a:pt x="257915" y="190005"/>
                  </a:cubicBezTo>
                  <a:cubicBezTo>
                    <a:pt x="257424" y="189760"/>
                    <a:pt x="256932" y="189514"/>
                    <a:pt x="256426" y="189261"/>
                  </a:cubicBezTo>
                  <a:cubicBezTo>
                    <a:pt x="256319" y="188663"/>
                    <a:pt x="256212" y="188064"/>
                    <a:pt x="256101" y="187447"/>
                  </a:cubicBezTo>
                  <a:cubicBezTo>
                    <a:pt x="255857" y="185284"/>
                    <a:pt x="255857" y="185284"/>
                    <a:pt x="253450" y="184052"/>
                  </a:cubicBezTo>
                  <a:cubicBezTo>
                    <a:pt x="252938" y="181727"/>
                    <a:pt x="252938" y="181727"/>
                    <a:pt x="252706" y="179587"/>
                  </a:cubicBezTo>
                  <a:cubicBezTo>
                    <a:pt x="251969" y="179587"/>
                    <a:pt x="251232" y="179587"/>
                    <a:pt x="250473" y="179587"/>
                  </a:cubicBezTo>
                  <a:cubicBezTo>
                    <a:pt x="250519" y="179004"/>
                    <a:pt x="250565" y="178421"/>
                    <a:pt x="250613" y="177820"/>
                  </a:cubicBezTo>
                  <a:cubicBezTo>
                    <a:pt x="250567" y="177175"/>
                    <a:pt x="250521" y="176531"/>
                    <a:pt x="250473" y="175867"/>
                  </a:cubicBezTo>
                  <a:cubicBezTo>
                    <a:pt x="249737" y="175375"/>
                    <a:pt x="249000" y="174884"/>
                    <a:pt x="248241" y="174378"/>
                  </a:cubicBezTo>
                  <a:cubicBezTo>
                    <a:pt x="248023" y="172280"/>
                    <a:pt x="248023" y="172280"/>
                    <a:pt x="248101" y="169820"/>
                  </a:cubicBezTo>
                  <a:cubicBezTo>
                    <a:pt x="248121" y="169005"/>
                    <a:pt x="248142" y="168190"/>
                    <a:pt x="248162" y="167350"/>
                  </a:cubicBezTo>
                  <a:cubicBezTo>
                    <a:pt x="248201" y="166409"/>
                    <a:pt x="248201" y="166409"/>
                    <a:pt x="248241" y="165449"/>
                  </a:cubicBezTo>
                  <a:cubicBezTo>
                    <a:pt x="250697" y="165203"/>
                    <a:pt x="253152" y="164957"/>
                    <a:pt x="255682" y="164704"/>
                  </a:cubicBezTo>
                  <a:cubicBezTo>
                    <a:pt x="255682" y="163722"/>
                    <a:pt x="255682" y="162740"/>
                    <a:pt x="255682" y="161728"/>
                  </a:cubicBezTo>
                  <a:cubicBezTo>
                    <a:pt x="256649" y="161789"/>
                    <a:pt x="257616" y="161851"/>
                    <a:pt x="258612" y="161914"/>
                  </a:cubicBezTo>
                  <a:cubicBezTo>
                    <a:pt x="260232" y="161959"/>
                    <a:pt x="260232" y="161959"/>
                    <a:pt x="261635" y="161728"/>
                  </a:cubicBezTo>
                  <a:cubicBezTo>
                    <a:pt x="262143" y="160320"/>
                    <a:pt x="262143" y="160320"/>
                    <a:pt x="262380" y="158751"/>
                  </a:cubicBezTo>
                  <a:cubicBezTo>
                    <a:pt x="263858" y="158228"/>
                    <a:pt x="265347" y="157731"/>
                    <a:pt x="266844" y="157263"/>
                  </a:cubicBezTo>
                  <a:cubicBezTo>
                    <a:pt x="267090" y="156526"/>
                    <a:pt x="267336" y="155790"/>
                    <a:pt x="267589" y="155031"/>
                  </a:cubicBezTo>
                  <a:cubicBezTo>
                    <a:pt x="268448" y="154923"/>
                    <a:pt x="269307" y="154816"/>
                    <a:pt x="270193" y="154705"/>
                  </a:cubicBezTo>
                  <a:cubicBezTo>
                    <a:pt x="271052" y="154567"/>
                    <a:pt x="271912" y="154429"/>
                    <a:pt x="272798" y="154286"/>
                  </a:cubicBezTo>
                  <a:cubicBezTo>
                    <a:pt x="272920" y="153795"/>
                    <a:pt x="273043" y="153304"/>
                    <a:pt x="273170" y="152798"/>
                  </a:cubicBezTo>
                  <a:cubicBezTo>
                    <a:pt x="273292" y="152307"/>
                    <a:pt x="273415" y="151816"/>
                    <a:pt x="273542" y="151310"/>
                  </a:cubicBezTo>
                  <a:cubicBezTo>
                    <a:pt x="275273" y="151032"/>
                    <a:pt x="277010" y="150783"/>
                    <a:pt x="278751" y="150566"/>
                  </a:cubicBezTo>
                  <a:cubicBezTo>
                    <a:pt x="278996" y="149829"/>
                    <a:pt x="279242" y="149092"/>
                    <a:pt x="279495" y="148333"/>
                  </a:cubicBezTo>
                  <a:cubicBezTo>
                    <a:pt x="281231" y="147837"/>
                    <a:pt x="282967" y="147341"/>
                    <a:pt x="284704" y="146845"/>
                  </a:cubicBezTo>
                  <a:cubicBezTo>
                    <a:pt x="284949" y="146108"/>
                    <a:pt x="285195" y="145372"/>
                    <a:pt x="285448" y="144613"/>
                  </a:cubicBezTo>
                  <a:cubicBezTo>
                    <a:pt x="287184" y="144365"/>
                    <a:pt x="288921" y="144117"/>
                    <a:pt x="290657" y="143869"/>
                  </a:cubicBezTo>
                  <a:cubicBezTo>
                    <a:pt x="290902" y="143132"/>
                    <a:pt x="291148" y="142395"/>
                    <a:pt x="291401" y="141636"/>
                  </a:cubicBezTo>
                  <a:cubicBezTo>
                    <a:pt x="292776" y="141255"/>
                    <a:pt x="292776" y="141255"/>
                    <a:pt x="294424" y="141124"/>
                  </a:cubicBezTo>
                  <a:cubicBezTo>
                    <a:pt x="295391" y="141048"/>
                    <a:pt x="296358" y="140971"/>
                    <a:pt x="297354" y="140892"/>
                  </a:cubicBezTo>
                  <a:cubicBezTo>
                    <a:pt x="297354" y="139910"/>
                    <a:pt x="297354" y="138927"/>
                    <a:pt x="297354" y="137915"/>
                  </a:cubicBezTo>
                  <a:cubicBezTo>
                    <a:pt x="300792" y="137915"/>
                    <a:pt x="304230" y="137915"/>
                    <a:pt x="307772" y="137915"/>
                  </a:cubicBezTo>
                  <a:cubicBezTo>
                    <a:pt x="307849" y="138760"/>
                    <a:pt x="307926" y="139604"/>
                    <a:pt x="308005" y="140473"/>
                  </a:cubicBezTo>
                  <a:cubicBezTo>
                    <a:pt x="308173" y="141348"/>
                    <a:pt x="308342" y="142223"/>
                    <a:pt x="308516" y="143124"/>
                  </a:cubicBezTo>
                  <a:cubicBezTo>
                    <a:pt x="309253" y="143370"/>
                    <a:pt x="309990" y="143616"/>
                    <a:pt x="310749" y="143869"/>
                  </a:cubicBezTo>
                  <a:cubicBezTo>
                    <a:pt x="311026" y="145102"/>
                    <a:pt x="311275" y="146343"/>
                    <a:pt x="311493" y="147589"/>
                  </a:cubicBezTo>
                  <a:cubicBezTo>
                    <a:pt x="311984" y="147835"/>
                    <a:pt x="312475" y="148080"/>
                    <a:pt x="312981" y="148333"/>
                  </a:cubicBezTo>
                  <a:cubicBezTo>
                    <a:pt x="313477" y="149574"/>
                    <a:pt x="313973" y="150814"/>
                    <a:pt x="314469" y="152054"/>
                  </a:cubicBezTo>
                  <a:cubicBezTo>
                    <a:pt x="314961" y="152300"/>
                    <a:pt x="315452" y="152545"/>
                    <a:pt x="315958" y="152798"/>
                  </a:cubicBezTo>
                  <a:cubicBezTo>
                    <a:pt x="316454" y="154038"/>
                    <a:pt x="316950" y="155279"/>
                    <a:pt x="317446" y="156519"/>
                  </a:cubicBezTo>
                  <a:cubicBezTo>
                    <a:pt x="317937" y="156764"/>
                    <a:pt x="318428" y="157010"/>
                    <a:pt x="318934" y="157263"/>
                  </a:cubicBezTo>
                  <a:cubicBezTo>
                    <a:pt x="318919" y="158000"/>
                    <a:pt x="318904" y="158736"/>
                    <a:pt x="318888" y="159495"/>
                  </a:cubicBezTo>
                  <a:cubicBezTo>
                    <a:pt x="318911" y="160601"/>
                    <a:pt x="318911" y="160601"/>
                    <a:pt x="318934" y="161728"/>
                  </a:cubicBezTo>
                  <a:cubicBezTo>
                    <a:pt x="319671" y="161973"/>
                    <a:pt x="320408" y="162219"/>
                    <a:pt x="321167" y="162472"/>
                  </a:cubicBezTo>
                  <a:cubicBezTo>
                    <a:pt x="321289" y="163101"/>
                    <a:pt x="321412" y="163731"/>
                    <a:pt x="321539" y="164379"/>
                  </a:cubicBezTo>
                  <a:cubicBezTo>
                    <a:pt x="321661" y="164977"/>
                    <a:pt x="321784" y="165576"/>
                    <a:pt x="321911" y="166193"/>
                  </a:cubicBezTo>
                  <a:cubicBezTo>
                    <a:pt x="322647" y="166193"/>
                    <a:pt x="323384" y="166193"/>
                    <a:pt x="324143" y="166193"/>
                  </a:cubicBezTo>
                  <a:cubicBezTo>
                    <a:pt x="324677" y="167668"/>
                    <a:pt x="325172" y="169157"/>
                    <a:pt x="325631" y="170658"/>
                  </a:cubicBezTo>
                  <a:cubicBezTo>
                    <a:pt x="326123" y="170903"/>
                    <a:pt x="326614" y="171149"/>
                    <a:pt x="327120" y="171402"/>
                  </a:cubicBezTo>
                  <a:cubicBezTo>
                    <a:pt x="327368" y="172642"/>
                    <a:pt x="327616" y="173882"/>
                    <a:pt x="327864" y="175122"/>
                  </a:cubicBezTo>
                  <a:cubicBezTo>
                    <a:pt x="328355" y="175368"/>
                    <a:pt x="328846" y="175614"/>
                    <a:pt x="329352" y="175867"/>
                  </a:cubicBezTo>
                  <a:cubicBezTo>
                    <a:pt x="329848" y="177107"/>
                    <a:pt x="330344" y="178347"/>
                    <a:pt x="330840" y="179587"/>
                  </a:cubicBezTo>
                  <a:cubicBezTo>
                    <a:pt x="331332" y="179833"/>
                    <a:pt x="331823" y="180078"/>
                    <a:pt x="332329" y="180331"/>
                  </a:cubicBezTo>
                  <a:cubicBezTo>
                    <a:pt x="332825" y="182068"/>
                    <a:pt x="333321" y="183804"/>
                    <a:pt x="333817" y="185540"/>
                  </a:cubicBezTo>
                  <a:cubicBezTo>
                    <a:pt x="334308" y="185786"/>
                    <a:pt x="334799" y="186032"/>
                    <a:pt x="335305" y="186285"/>
                  </a:cubicBezTo>
                  <a:cubicBezTo>
                    <a:pt x="335413" y="186745"/>
                    <a:pt x="335520" y="187205"/>
                    <a:pt x="335631" y="187680"/>
                  </a:cubicBezTo>
                  <a:cubicBezTo>
                    <a:pt x="335924" y="189323"/>
                    <a:pt x="335924" y="189323"/>
                    <a:pt x="337166" y="190377"/>
                  </a:cubicBezTo>
                  <a:cubicBezTo>
                    <a:pt x="338494" y="191706"/>
                    <a:pt x="338608" y="192677"/>
                    <a:pt x="339026" y="194470"/>
                  </a:cubicBezTo>
                  <a:cubicBezTo>
                    <a:pt x="339517" y="194716"/>
                    <a:pt x="340008" y="194961"/>
                    <a:pt x="340514" y="195214"/>
                  </a:cubicBezTo>
                  <a:cubicBezTo>
                    <a:pt x="340622" y="195936"/>
                    <a:pt x="340729" y="196657"/>
                    <a:pt x="340840" y="197400"/>
                  </a:cubicBezTo>
                  <a:cubicBezTo>
                    <a:pt x="340978" y="198152"/>
                    <a:pt x="341116" y="198904"/>
                    <a:pt x="341258" y="199679"/>
                  </a:cubicBezTo>
                  <a:cubicBezTo>
                    <a:pt x="341995" y="200170"/>
                    <a:pt x="342732" y="200661"/>
                    <a:pt x="343491" y="201167"/>
                  </a:cubicBezTo>
                  <a:cubicBezTo>
                    <a:pt x="344893" y="203186"/>
                    <a:pt x="345748" y="204963"/>
                    <a:pt x="346514" y="207306"/>
                  </a:cubicBezTo>
                  <a:cubicBezTo>
                    <a:pt x="346979" y="209454"/>
                    <a:pt x="346979" y="209454"/>
                    <a:pt x="348700" y="210097"/>
                  </a:cubicBezTo>
                  <a:cubicBezTo>
                    <a:pt x="349196" y="211337"/>
                    <a:pt x="349692" y="212577"/>
                    <a:pt x="350188" y="213818"/>
                  </a:cubicBezTo>
                  <a:cubicBezTo>
                    <a:pt x="350679" y="214063"/>
                    <a:pt x="351170" y="214309"/>
                    <a:pt x="351676" y="214562"/>
                  </a:cubicBezTo>
                  <a:cubicBezTo>
                    <a:pt x="351784" y="215391"/>
                    <a:pt x="351891" y="216219"/>
                    <a:pt x="352002" y="217073"/>
                  </a:cubicBezTo>
                  <a:cubicBezTo>
                    <a:pt x="352432" y="219843"/>
                    <a:pt x="352625" y="220314"/>
                    <a:pt x="354653" y="222003"/>
                  </a:cubicBezTo>
                  <a:cubicBezTo>
                    <a:pt x="354899" y="222740"/>
                    <a:pt x="355144" y="223477"/>
                    <a:pt x="355397" y="224236"/>
                  </a:cubicBezTo>
                  <a:cubicBezTo>
                    <a:pt x="355973" y="224742"/>
                    <a:pt x="355973" y="224742"/>
                    <a:pt x="356560" y="225259"/>
                  </a:cubicBezTo>
                  <a:cubicBezTo>
                    <a:pt x="357630" y="226468"/>
                    <a:pt x="357630" y="226468"/>
                    <a:pt x="357769" y="228468"/>
                  </a:cubicBezTo>
                  <a:cubicBezTo>
                    <a:pt x="357723" y="229036"/>
                    <a:pt x="357677" y="229604"/>
                    <a:pt x="357630" y="230189"/>
                  </a:cubicBezTo>
                  <a:cubicBezTo>
                    <a:pt x="358366" y="230189"/>
                    <a:pt x="359103" y="230189"/>
                    <a:pt x="359862" y="230189"/>
                  </a:cubicBezTo>
                  <a:cubicBezTo>
                    <a:pt x="360396" y="231664"/>
                    <a:pt x="360891" y="233154"/>
                    <a:pt x="361350" y="234654"/>
                  </a:cubicBezTo>
                  <a:cubicBezTo>
                    <a:pt x="361841" y="234899"/>
                    <a:pt x="362333" y="235145"/>
                    <a:pt x="362839" y="235398"/>
                  </a:cubicBezTo>
                  <a:cubicBezTo>
                    <a:pt x="362932" y="238049"/>
                    <a:pt x="362932" y="238049"/>
                    <a:pt x="362839" y="240607"/>
                  </a:cubicBezTo>
                  <a:cubicBezTo>
                    <a:pt x="363575" y="240607"/>
                    <a:pt x="364312" y="240607"/>
                    <a:pt x="365071" y="240607"/>
                  </a:cubicBezTo>
                  <a:cubicBezTo>
                    <a:pt x="365148" y="241328"/>
                    <a:pt x="365224" y="242049"/>
                    <a:pt x="365303" y="242793"/>
                  </a:cubicBezTo>
                  <a:cubicBezTo>
                    <a:pt x="365472" y="243545"/>
                    <a:pt x="365641" y="244297"/>
                    <a:pt x="365815" y="245072"/>
                  </a:cubicBezTo>
                  <a:cubicBezTo>
                    <a:pt x="366552" y="245317"/>
                    <a:pt x="367288" y="245563"/>
                    <a:pt x="368048" y="245816"/>
                  </a:cubicBezTo>
                  <a:cubicBezTo>
                    <a:pt x="368296" y="247304"/>
                    <a:pt x="368544" y="248792"/>
                    <a:pt x="368792" y="250281"/>
                  </a:cubicBezTo>
                  <a:cubicBezTo>
                    <a:pt x="369528" y="250526"/>
                    <a:pt x="370265" y="250772"/>
                    <a:pt x="371024" y="251025"/>
                  </a:cubicBezTo>
                  <a:cubicBezTo>
                    <a:pt x="371283" y="252511"/>
                    <a:pt x="371530" y="254000"/>
                    <a:pt x="371768" y="255490"/>
                  </a:cubicBezTo>
                  <a:cubicBezTo>
                    <a:pt x="372853" y="256699"/>
                    <a:pt x="372853" y="256699"/>
                    <a:pt x="374001" y="257722"/>
                  </a:cubicBezTo>
                  <a:cubicBezTo>
                    <a:pt x="374262" y="258711"/>
                    <a:pt x="374512" y="259703"/>
                    <a:pt x="374745" y="260699"/>
                  </a:cubicBezTo>
                  <a:cubicBezTo>
                    <a:pt x="375236" y="260944"/>
                    <a:pt x="375727" y="261190"/>
                    <a:pt x="376233" y="261443"/>
                  </a:cubicBezTo>
                  <a:cubicBezTo>
                    <a:pt x="376698" y="263722"/>
                    <a:pt x="376698" y="263722"/>
                    <a:pt x="376977" y="265908"/>
                  </a:cubicBezTo>
                  <a:cubicBezTo>
                    <a:pt x="377714" y="265908"/>
                    <a:pt x="378451" y="265908"/>
                    <a:pt x="379210" y="265908"/>
                  </a:cubicBezTo>
                  <a:cubicBezTo>
                    <a:pt x="379210" y="267872"/>
                    <a:pt x="379210" y="269837"/>
                    <a:pt x="379210" y="271861"/>
                  </a:cubicBezTo>
                  <a:cubicBezTo>
                    <a:pt x="379946" y="271861"/>
                    <a:pt x="380683" y="271861"/>
                    <a:pt x="381442" y="271861"/>
                  </a:cubicBezTo>
                  <a:cubicBezTo>
                    <a:pt x="381975" y="273586"/>
                    <a:pt x="382471" y="275323"/>
                    <a:pt x="382930" y="277070"/>
                  </a:cubicBezTo>
                  <a:cubicBezTo>
                    <a:pt x="383421" y="277315"/>
                    <a:pt x="383913" y="277561"/>
                    <a:pt x="384419" y="277814"/>
                  </a:cubicBezTo>
                  <a:cubicBezTo>
                    <a:pt x="384915" y="279302"/>
                    <a:pt x="385411" y="280790"/>
                    <a:pt x="385907" y="282279"/>
                  </a:cubicBezTo>
                  <a:cubicBezTo>
                    <a:pt x="386398" y="282524"/>
                    <a:pt x="386889" y="282770"/>
                    <a:pt x="387395" y="283023"/>
                  </a:cubicBezTo>
                  <a:cubicBezTo>
                    <a:pt x="387643" y="284759"/>
                    <a:pt x="387891" y="286495"/>
                    <a:pt x="388139" y="288232"/>
                  </a:cubicBezTo>
                  <a:cubicBezTo>
                    <a:pt x="388630" y="288477"/>
                    <a:pt x="389122" y="288723"/>
                    <a:pt x="389628" y="288976"/>
                  </a:cubicBezTo>
                  <a:cubicBezTo>
                    <a:pt x="390124" y="290216"/>
                    <a:pt x="390620" y="291456"/>
                    <a:pt x="391116" y="292697"/>
                  </a:cubicBezTo>
                  <a:cubicBezTo>
                    <a:pt x="391607" y="292942"/>
                    <a:pt x="392098" y="293188"/>
                    <a:pt x="392604" y="293441"/>
                  </a:cubicBezTo>
                  <a:cubicBezTo>
                    <a:pt x="392712" y="294300"/>
                    <a:pt x="392819" y="295160"/>
                    <a:pt x="392930" y="296045"/>
                  </a:cubicBezTo>
                  <a:cubicBezTo>
                    <a:pt x="393068" y="296905"/>
                    <a:pt x="393206" y="297764"/>
                    <a:pt x="393348" y="298650"/>
                  </a:cubicBezTo>
                  <a:cubicBezTo>
                    <a:pt x="394085" y="298895"/>
                    <a:pt x="394822" y="299141"/>
                    <a:pt x="395581" y="299394"/>
                  </a:cubicBezTo>
                  <a:cubicBezTo>
                    <a:pt x="395581" y="301378"/>
                    <a:pt x="395581" y="303363"/>
                    <a:pt x="395581" y="305347"/>
                  </a:cubicBezTo>
                  <a:cubicBezTo>
                    <a:pt x="396317" y="305593"/>
                    <a:pt x="397054" y="305838"/>
                    <a:pt x="397813" y="306091"/>
                  </a:cubicBezTo>
                  <a:cubicBezTo>
                    <a:pt x="398337" y="307570"/>
                    <a:pt x="398833" y="309059"/>
                    <a:pt x="399301" y="310556"/>
                  </a:cubicBezTo>
                  <a:cubicBezTo>
                    <a:pt x="399793" y="310802"/>
                    <a:pt x="400284" y="311047"/>
                    <a:pt x="400790" y="311300"/>
                  </a:cubicBezTo>
                  <a:cubicBezTo>
                    <a:pt x="401035" y="312175"/>
                    <a:pt x="401281" y="313050"/>
                    <a:pt x="401534" y="313951"/>
                  </a:cubicBezTo>
                  <a:cubicBezTo>
                    <a:pt x="401779" y="314795"/>
                    <a:pt x="402025" y="315639"/>
                    <a:pt x="402278" y="316509"/>
                  </a:cubicBezTo>
                  <a:cubicBezTo>
                    <a:pt x="402769" y="316509"/>
                    <a:pt x="403260" y="316509"/>
                    <a:pt x="403766" y="316509"/>
                  </a:cubicBezTo>
                  <a:cubicBezTo>
                    <a:pt x="403766" y="318719"/>
                    <a:pt x="403766" y="320929"/>
                    <a:pt x="403766" y="323206"/>
                  </a:cubicBezTo>
                  <a:cubicBezTo>
                    <a:pt x="404503" y="323206"/>
                    <a:pt x="405240" y="323206"/>
                    <a:pt x="405999" y="323206"/>
                  </a:cubicBezTo>
                  <a:cubicBezTo>
                    <a:pt x="406490" y="324482"/>
                    <a:pt x="406490" y="324482"/>
                    <a:pt x="406789" y="326136"/>
                  </a:cubicBezTo>
                  <a:cubicBezTo>
                    <a:pt x="407061" y="327750"/>
                    <a:pt x="407061" y="327750"/>
                    <a:pt x="407487" y="329160"/>
                  </a:cubicBezTo>
                  <a:cubicBezTo>
                    <a:pt x="407978" y="329405"/>
                    <a:pt x="408469" y="329651"/>
                    <a:pt x="408975" y="329904"/>
                  </a:cubicBezTo>
                  <a:cubicBezTo>
                    <a:pt x="409417" y="331875"/>
                    <a:pt x="409527" y="333842"/>
                    <a:pt x="409719" y="335857"/>
                  </a:cubicBezTo>
                  <a:cubicBezTo>
                    <a:pt x="410456" y="335857"/>
                    <a:pt x="411193" y="335857"/>
                    <a:pt x="411952" y="335857"/>
                  </a:cubicBezTo>
                  <a:cubicBezTo>
                    <a:pt x="412073" y="337383"/>
                    <a:pt x="412194" y="338909"/>
                    <a:pt x="412315" y="340435"/>
                  </a:cubicBezTo>
                  <a:cubicBezTo>
                    <a:pt x="412441" y="340889"/>
                    <a:pt x="412566" y="341342"/>
                    <a:pt x="412696" y="341810"/>
                  </a:cubicBezTo>
                  <a:cubicBezTo>
                    <a:pt x="413433" y="342055"/>
                    <a:pt x="414169" y="342301"/>
                    <a:pt x="414928" y="342554"/>
                  </a:cubicBezTo>
                  <a:cubicBezTo>
                    <a:pt x="414683" y="343045"/>
                    <a:pt x="414437" y="343536"/>
                    <a:pt x="414184" y="344042"/>
                  </a:cubicBezTo>
                  <a:cubicBezTo>
                    <a:pt x="413693" y="344042"/>
                    <a:pt x="413202" y="344042"/>
                    <a:pt x="412696" y="344042"/>
                  </a:cubicBezTo>
                  <a:cubicBezTo>
                    <a:pt x="412673" y="345285"/>
                    <a:pt x="412673" y="345285"/>
                    <a:pt x="412649" y="346554"/>
                  </a:cubicBezTo>
                  <a:cubicBezTo>
                    <a:pt x="412419" y="347444"/>
                    <a:pt x="412189" y="348334"/>
                    <a:pt x="411952" y="349251"/>
                  </a:cubicBezTo>
                  <a:cubicBezTo>
                    <a:pt x="409347" y="350181"/>
                    <a:pt x="409347" y="350181"/>
                    <a:pt x="406743" y="350740"/>
                  </a:cubicBezTo>
                  <a:cubicBezTo>
                    <a:pt x="406497" y="351476"/>
                    <a:pt x="406252" y="352213"/>
                    <a:pt x="405999" y="352972"/>
                  </a:cubicBezTo>
                  <a:cubicBezTo>
                    <a:pt x="405385" y="353079"/>
                    <a:pt x="404771" y="353187"/>
                    <a:pt x="404138" y="353298"/>
                  </a:cubicBezTo>
                  <a:cubicBezTo>
                    <a:pt x="403524" y="353436"/>
                    <a:pt x="402910" y="353574"/>
                    <a:pt x="402278" y="353716"/>
                  </a:cubicBezTo>
                  <a:cubicBezTo>
                    <a:pt x="402186" y="354207"/>
                    <a:pt x="402094" y="354698"/>
                    <a:pt x="401999" y="355204"/>
                  </a:cubicBezTo>
                  <a:cubicBezTo>
                    <a:pt x="401845" y="355696"/>
                    <a:pt x="401692" y="356187"/>
                    <a:pt x="401534" y="356693"/>
                  </a:cubicBezTo>
                  <a:cubicBezTo>
                    <a:pt x="399802" y="356971"/>
                    <a:pt x="398065" y="357219"/>
                    <a:pt x="396325" y="357437"/>
                  </a:cubicBezTo>
                  <a:cubicBezTo>
                    <a:pt x="396079" y="358174"/>
                    <a:pt x="395834" y="358910"/>
                    <a:pt x="395581" y="359669"/>
                  </a:cubicBezTo>
                  <a:cubicBezTo>
                    <a:pt x="394951" y="359915"/>
                    <a:pt x="394322" y="360160"/>
                    <a:pt x="393674" y="360413"/>
                  </a:cubicBezTo>
                  <a:cubicBezTo>
                    <a:pt x="393075" y="360659"/>
                    <a:pt x="392477" y="360905"/>
                    <a:pt x="391860" y="361158"/>
                  </a:cubicBezTo>
                  <a:cubicBezTo>
                    <a:pt x="391860" y="361894"/>
                    <a:pt x="391860" y="362631"/>
                    <a:pt x="391860" y="363390"/>
                  </a:cubicBezTo>
                  <a:cubicBezTo>
                    <a:pt x="391016" y="363467"/>
                    <a:pt x="390172" y="363543"/>
                    <a:pt x="389302" y="363623"/>
                  </a:cubicBezTo>
                  <a:cubicBezTo>
                    <a:pt x="387990" y="363876"/>
                    <a:pt x="387990" y="363876"/>
                    <a:pt x="386651" y="364134"/>
                  </a:cubicBezTo>
                  <a:cubicBezTo>
                    <a:pt x="386405" y="364871"/>
                    <a:pt x="386160" y="365608"/>
                    <a:pt x="385907" y="366367"/>
                  </a:cubicBezTo>
                  <a:cubicBezTo>
                    <a:pt x="384419" y="366863"/>
                    <a:pt x="382930" y="367359"/>
                    <a:pt x="381442" y="367855"/>
                  </a:cubicBezTo>
                  <a:cubicBezTo>
                    <a:pt x="381196" y="368592"/>
                    <a:pt x="380951" y="369328"/>
                    <a:pt x="380698" y="370087"/>
                  </a:cubicBezTo>
                  <a:cubicBezTo>
                    <a:pt x="379977" y="370195"/>
                    <a:pt x="379255" y="370302"/>
                    <a:pt x="378512" y="370413"/>
                  </a:cubicBezTo>
                  <a:cubicBezTo>
                    <a:pt x="377760" y="370551"/>
                    <a:pt x="377008" y="370689"/>
                    <a:pt x="376233" y="370831"/>
                  </a:cubicBezTo>
                  <a:cubicBezTo>
                    <a:pt x="375713" y="371811"/>
                    <a:pt x="375216" y="372803"/>
                    <a:pt x="374745" y="373808"/>
                  </a:cubicBezTo>
                  <a:cubicBezTo>
                    <a:pt x="373509" y="374079"/>
                    <a:pt x="372269" y="374329"/>
                    <a:pt x="371024" y="374552"/>
                  </a:cubicBezTo>
                  <a:cubicBezTo>
                    <a:pt x="370779" y="375289"/>
                    <a:pt x="370533" y="376025"/>
                    <a:pt x="370280" y="376784"/>
                  </a:cubicBezTo>
                  <a:cubicBezTo>
                    <a:pt x="369543" y="376892"/>
                    <a:pt x="368807" y="376999"/>
                    <a:pt x="368048" y="377110"/>
                  </a:cubicBezTo>
                  <a:cubicBezTo>
                    <a:pt x="367311" y="377248"/>
                    <a:pt x="366574" y="377386"/>
                    <a:pt x="365815" y="377529"/>
                  </a:cubicBezTo>
                  <a:cubicBezTo>
                    <a:pt x="365692" y="378035"/>
                    <a:pt x="365570" y="378542"/>
                    <a:pt x="365443" y="379063"/>
                  </a:cubicBezTo>
                  <a:cubicBezTo>
                    <a:pt x="365320" y="379539"/>
                    <a:pt x="365197" y="380015"/>
                    <a:pt x="365071" y="380505"/>
                  </a:cubicBezTo>
                  <a:cubicBezTo>
                    <a:pt x="363583" y="380505"/>
                    <a:pt x="362094" y="380505"/>
                    <a:pt x="360606" y="380505"/>
                  </a:cubicBezTo>
                  <a:cubicBezTo>
                    <a:pt x="360513" y="380988"/>
                    <a:pt x="360420" y="381470"/>
                    <a:pt x="360324" y="381967"/>
                  </a:cubicBezTo>
                  <a:cubicBezTo>
                    <a:pt x="360095" y="382717"/>
                    <a:pt x="360095" y="382717"/>
                    <a:pt x="359862" y="383482"/>
                  </a:cubicBezTo>
                  <a:cubicBezTo>
                    <a:pt x="357366" y="384120"/>
                    <a:pt x="354937" y="383991"/>
                    <a:pt x="352421" y="383482"/>
                  </a:cubicBezTo>
                  <a:cubicBezTo>
                    <a:pt x="351304" y="381668"/>
                    <a:pt x="351304" y="381668"/>
                    <a:pt x="350932" y="379761"/>
                  </a:cubicBezTo>
                  <a:cubicBezTo>
                    <a:pt x="350441" y="379516"/>
                    <a:pt x="349950" y="379270"/>
                    <a:pt x="349444" y="379017"/>
                  </a:cubicBezTo>
                  <a:cubicBezTo>
                    <a:pt x="349136" y="377479"/>
                    <a:pt x="349136" y="377479"/>
                    <a:pt x="348979" y="375622"/>
                  </a:cubicBezTo>
                  <a:cubicBezTo>
                    <a:pt x="348895" y="374699"/>
                    <a:pt x="348895" y="374699"/>
                    <a:pt x="348810" y="373759"/>
                  </a:cubicBezTo>
                  <a:cubicBezTo>
                    <a:pt x="348774" y="373284"/>
                    <a:pt x="348737" y="372809"/>
                    <a:pt x="348700" y="372320"/>
                  </a:cubicBezTo>
                  <a:cubicBezTo>
                    <a:pt x="347963" y="372320"/>
                    <a:pt x="347226" y="372320"/>
                    <a:pt x="346467" y="372320"/>
                  </a:cubicBezTo>
                  <a:cubicBezTo>
                    <a:pt x="346346" y="370794"/>
                    <a:pt x="346225" y="369268"/>
                    <a:pt x="346104" y="367741"/>
                  </a:cubicBezTo>
                  <a:cubicBezTo>
                    <a:pt x="345978" y="367288"/>
                    <a:pt x="345853" y="366834"/>
                    <a:pt x="345723" y="366367"/>
                  </a:cubicBezTo>
                  <a:cubicBezTo>
                    <a:pt x="344987" y="366121"/>
                    <a:pt x="344250" y="365875"/>
                    <a:pt x="343491" y="365622"/>
                  </a:cubicBezTo>
                  <a:cubicBezTo>
                    <a:pt x="343328" y="363859"/>
                    <a:pt x="343496" y="362201"/>
                    <a:pt x="343630" y="360437"/>
                  </a:cubicBezTo>
                  <a:cubicBezTo>
                    <a:pt x="343584" y="359938"/>
                    <a:pt x="343538" y="359439"/>
                    <a:pt x="343491" y="358925"/>
                  </a:cubicBezTo>
                  <a:cubicBezTo>
                    <a:pt x="342754" y="358680"/>
                    <a:pt x="342017" y="358434"/>
                    <a:pt x="341258" y="358181"/>
                  </a:cubicBezTo>
                  <a:cubicBezTo>
                    <a:pt x="340734" y="356453"/>
                    <a:pt x="340237" y="354716"/>
                    <a:pt x="339770" y="352972"/>
                  </a:cubicBezTo>
                  <a:cubicBezTo>
                    <a:pt x="339279" y="352726"/>
                    <a:pt x="338788" y="352481"/>
                    <a:pt x="338282" y="352228"/>
                  </a:cubicBezTo>
                  <a:cubicBezTo>
                    <a:pt x="338036" y="351353"/>
                    <a:pt x="337791" y="350478"/>
                    <a:pt x="337538" y="349577"/>
                  </a:cubicBezTo>
                  <a:cubicBezTo>
                    <a:pt x="337292" y="348733"/>
                    <a:pt x="337047" y="347889"/>
                    <a:pt x="336794" y="347019"/>
                  </a:cubicBezTo>
                  <a:cubicBezTo>
                    <a:pt x="336302" y="347019"/>
                    <a:pt x="335811" y="347019"/>
                    <a:pt x="335305" y="347019"/>
                  </a:cubicBezTo>
                  <a:cubicBezTo>
                    <a:pt x="335160" y="345493"/>
                    <a:pt x="335015" y="343967"/>
                    <a:pt x="334869" y="342441"/>
                  </a:cubicBezTo>
                  <a:cubicBezTo>
                    <a:pt x="334768" y="341987"/>
                    <a:pt x="334666" y="341533"/>
                    <a:pt x="334561" y="341066"/>
                  </a:cubicBezTo>
                  <a:cubicBezTo>
                    <a:pt x="334070" y="340820"/>
                    <a:pt x="333579" y="340575"/>
                    <a:pt x="333073" y="340322"/>
                  </a:cubicBezTo>
                  <a:cubicBezTo>
                    <a:pt x="332577" y="338585"/>
                    <a:pt x="332081" y="336849"/>
                    <a:pt x="331585" y="335113"/>
                  </a:cubicBezTo>
                  <a:cubicBezTo>
                    <a:pt x="331093" y="334867"/>
                    <a:pt x="330602" y="334621"/>
                    <a:pt x="330096" y="334368"/>
                  </a:cubicBezTo>
                  <a:cubicBezTo>
                    <a:pt x="329600" y="332632"/>
                    <a:pt x="329104" y="330896"/>
                    <a:pt x="328608" y="329160"/>
                  </a:cubicBezTo>
                  <a:cubicBezTo>
                    <a:pt x="328117" y="328914"/>
                    <a:pt x="327626" y="328668"/>
                    <a:pt x="327120" y="328415"/>
                  </a:cubicBezTo>
                  <a:cubicBezTo>
                    <a:pt x="326872" y="326679"/>
                    <a:pt x="326624" y="324943"/>
                    <a:pt x="326376" y="323206"/>
                  </a:cubicBezTo>
                  <a:cubicBezTo>
                    <a:pt x="325884" y="322961"/>
                    <a:pt x="325393" y="322715"/>
                    <a:pt x="324887" y="322462"/>
                  </a:cubicBezTo>
                  <a:cubicBezTo>
                    <a:pt x="324887" y="321234"/>
                    <a:pt x="324887" y="320007"/>
                    <a:pt x="324887" y="318742"/>
                  </a:cubicBezTo>
                  <a:cubicBezTo>
                    <a:pt x="316784" y="318987"/>
                    <a:pt x="308680" y="319233"/>
                    <a:pt x="300331" y="319486"/>
                  </a:cubicBezTo>
                  <a:cubicBezTo>
                    <a:pt x="300331" y="320468"/>
                    <a:pt x="300331" y="321450"/>
                    <a:pt x="300331" y="322462"/>
                  </a:cubicBezTo>
                  <a:cubicBezTo>
                    <a:pt x="299388" y="322473"/>
                    <a:pt x="298445" y="322484"/>
                    <a:pt x="297474" y="322495"/>
                  </a:cubicBezTo>
                  <a:cubicBezTo>
                    <a:pt x="293988" y="322538"/>
                    <a:pt x="290503" y="322596"/>
                    <a:pt x="287018" y="322658"/>
                  </a:cubicBezTo>
                  <a:cubicBezTo>
                    <a:pt x="285508" y="322682"/>
                    <a:pt x="283997" y="322703"/>
                    <a:pt x="282486" y="322720"/>
                  </a:cubicBezTo>
                  <a:cubicBezTo>
                    <a:pt x="280319" y="322745"/>
                    <a:pt x="278153" y="322784"/>
                    <a:pt x="275986" y="322826"/>
                  </a:cubicBezTo>
                  <a:cubicBezTo>
                    <a:pt x="275306" y="322830"/>
                    <a:pt x="274627" y="322835"/>
                    <a:pt x="273926" y="322840"/>
                  </a:cubicBezTo>
                  <a:cubicBezTo>
                    <a:pt x="271849" y="322862"/>
                    <a:pt x="271849" y="322862"/>
                    <a:pt x="269077" y="323206"/>
                  </a:cubicBezTo>
                  <a:cubicBezTo>
                    <a:pt x="268831" y="323943"/>
                    <a:pt x="268586" y="324680"/>
                    <a:pt x="268333" y="325439"/>
                  </a:cubicBezTo>
                  <a:cubicBezTo>
                    <a:pt x="267000" y="325736"/>
                    <a:pt x="267000" y="325736"/>
                    <a:pt x="265243" y="325761"/>
                  </a:cubicBezTo>
                  <a:cubicBezTo>
                    <a:pt x="264587" y="325775"/>
                    <a:pt x="263932" y="325790"/>
                    <a:pt x="263256" y="325805"/>
                  </a:cubicBezTo>
                  <a:cubicBezTo>
                    <a:pt x="262188" y="325812"/>
                    <a:pt x="262188" y="325812"/>
                    <a:pt x="261098" y="325820"/>
                  </a:cubicBezTo>
                  <a:cubicBezTo>
                    <a:pt x="260009" y="325840"/>
                    <a:pt x="260009" y="325840"/>
                    <a:pt x="258899" y="325860"/>
                  </a:cubicBezTo>
                  <a:cubicBezTo>
                    <a:pt x="256571" y="325901"/>
                    <a:pt x="254243" y="325926"/>
                    <a:pt x="251915" y="325950"/>
                  </a:cubicBezTo>
                  <a:cubicBezTo>
                    <a:pt x="250341" y="325975"/>
                    <a:pt x="248767" y="326001"/>
                    <a:pt x="247193" y="326027"/>
                  </a:cubicBezTo>
                  <a:cubicBezTo>
                    <a:pt x="243326" y="326091"/>
                    <a:pt x="239458" y="326142"/>
                    <a:pt x="235590" y="326183"/>
                  </a:cubicBezTo>
                  <a:cubicBezTo>
                    <a:pt x="235590" y="327165"/>
                    <a:pt x="235590" y="328147"/>
                    <a:pt x="235590" y="329160"/>
                  </a:cubicBezTo>
                  <a:cubicBezTo>
                    <a:pt x="234625" y="329166"/>
                    <a:pt x="233660" y="329173"/>
                    <a:pt x="232665" y="329181"/>
                  </a:cubicBezTo>
                  <a:cubicBezTo>
                    <a:pt x="229096" y="329210"/>
                    <a:pt x="225528" y="329259"/>
                    <a:pt x="221960" y="329314"/>
                  </a:cubicBezTo>
                  <a:cubicBezTo>
                    <a:pt x="220413" y="329335"/>
                    <a:pt x="218867" y="329351"/>
                    <a:pt x="217320" y="329361"/>
                  </a:cubicBezTo>
                  <a:cubicBezTo>
                    <a:pt x="215101" y="329377"/>
                    <a:pt x="212883" y="329412"/>
                    <a:pt x="210665" y="329450"/>
                  </a:cubicBezTo>
                  <a:cubicBezTo>
                    <a:pt x="209969" y="329451"/>
                    <a:pt x="209273" y="329452"/>
                    <a:pt x="208555" y="329453"/>
                  </a:cubicBezTo>
                  <a:cubicBezTo>
                    <a:pt x="207915" y="329468"/>
                    <a:pt x="207274" y="329482"/>
                    <a:pt x="206614" y="329497"/>
                  </a:cubicBezTo>
                  <a:cubicBezTo>
                    <a:pt x="206047" y="329504"/>
                    <a:pt x="205481" y="329511"/>
                    <a:pt x="204897" y="329517"/>
                  </a:cubicBezTo>
                  <a:cubicBezTo>
                    <a:pt x="204466" y="329645"/>
                    <a:pt x="204036" y="329772"/>
                    <a:pt x="203592" y="329904"/>
                  </a:cubicBezTo>
                  <a:cubicBezTo>
                    <a:pt x="203342" y="330895"/>
                    <a:pt x="203094" y="331887"/>
                    <a:pt x="202848" y="332880"/>
                  </a:cubicBezTo>
                  <a:cubicBezTo>
                    <a:pt x="200475" y="333179"/>
                    <a:pt x="198343" y="333277"/>
                    <a:pt x="195965" y="333255"/>
                  </a:cubicBezTo>
                  <a:cubicBezTo>
                    <a:pt x="195274" y="333262"/>
                    <a:pt x="194583" y="333269"/>
                    <a:pt x="193871" y="333276"/>
                  </a:cubicBezTo>
                  <a:cubicBezTo>
                    <a:pt x="191655" y="333298"/>
                    <a:pt x="189438" y="333300"/>
                    <a:pt x="187221" y="333299"/>
                  </a:cubicBezTo>
                  <a:cubicBezTo>
                    <a:pt x="185004" y="333301"/>
                    <a:pt x="182788" y="333308"/>
                    <a:pt x="180571" y="333329"/>
                  </a:cubicBezTo>
                  <a:cubicBezTo>
                    <a:pt x="179189" y="333342"/>
                    <a:pt x="177807" y="333344"/>
                    <a:pt x="176425" y="333334"/>
                  </a:cubicBezTo>
                  <a:cubicBezTo>
                    <a:pt x="174357" y="333325"/>
                    <a:pt x="174357" y="333325"/>
                    <a:pt x="171594" y="333624"/>
                  </a:cubicBezTo>
                  <a:cubicBezTo>
                    <a:pt x="171349" y="334361"/>
                    <a:pt x="171103" y="335098"/>
                    <a:pt x="170850" y="335857"/>
                  </a:cubicBezTo>
                  <a:cubicBezTo>
                    <a:pt x="168617" y="336075"/>
                    <a:pt x="166528" y="336149"/>
                    <a:pt x="164292" y="336133"/>
                  </a:cubicBezTo>
                  <a:cubicBezTo>
                    <a:pt x="162942" y="336146"/>
                    <a:pt x="161591" y="336159"/>
                    <a:pt x="160240" y="336172"/>
                  </a:cubicBezTo>
                  <a:cubicBezTo>
                    <a:pt x="158099" y="336180"/>
                    <a:pt x="155958" y="336182"/>
                    <a:pt x="153817" y="336181"/>
                  </a:cubicBezTo>
                  <a:cubicBezTo>
                    <a:pt x="151759" y="336184"/>
                    <a:pt x="149701" y="336204"/>
                    <a:pt x="147642" y="336226"/>
                  </a:cubicBezTo>
                  <a:cubicBezTo>
                    <a:pt x="146997" y="336220"/>
                    <a:pt x="146353" y="336214"/>
                    <a:pt x="145688" y="336207"/>
                  </a:cubicBezTo>
                  <a:cubicBezTo>
                    <a:pt x="143715" y="336197"/>
                    <a:pt x="143715" y="336197"/>
                    <a:pt x="141085" y="336601"/>
                  </a:cubicBezTo>
                  <a:cubicBezTo>
                    <a:pt x="140834" y="337592"/>
                    <a:pt x="140586" y="338585"/>
                    <a:pt x="140340" y="339577"/>
                  </a:cubicBezTo>
                  <a:cubicBezTo>
                    <a:pt x="138124" y="339878"/>
                    <a:pt x="136167" y="339974"/>
                    <a:pt x="133946" y="339952"/>
                  </a:cubicBezTo>
                  <a:cubicBezTo>
                    <a:pt x="133304" y="339959"/>
                    <a:pt x="132663" y="339966"/>
                    <a:pt x="132002" y="339974"/>
                  </a:cubicBezTo>
                  <a:cubicBezTo>
                    <a:pt x="129944" y="339995"/>
                    <a:pt x="127887" y="339997"/>
                    <a:pt x="125830" y="339996"/>
                  </a:cubicBezTo>
                  <a:cubicBezTo>
                    <a:pt x="123772" y="339999"/>
                    <a:pt x="121715" y="340006"/>
                    <a:pt x="119657" y="340026"/>
                  </a:cubicBezTo>
                  <a:cubicBezTo>
                    <a:pt x="118375" y="340039"/>
                    <a:pt x="117092" y="340041"/>
                    <a:pt x="115809" y="340032"/>
                  </a:cubicBezTo>
                  <a:cubicBezTo>
                    <a:pt x="113888" y="340022"/>
                    <a:pt x="113888" y="340022"/>
                    <a:pt x="111319" y="340322"/>
                  </a:cubicBezTo>
                  <a:cubicBezTo>
                    <a:pt x="111073" y="341058"/>
                    <a:pt x="110828" y="341795"/>
                    <a:pt x="110575" y="342554"/>
                  </a:cubicBezTo>
                  <a:cubicBezTo>
                    <a:pt x="108652" y="342811"/>
                    <a:pt x="106897" y="342918"/>
                    <a:pt x="104968" y="342935"/>
                  </a:cubicBezTo>
                  <a:cubicBezTo>
                    <a:pt x="104127" y="342955"/>
                    <a:pt x="104127" y="342955"/>
                    <a:pt x="103269" y="342975"/>
                  </a:cubicBezTo>
                  <a:cubicBezTo>
                    <a:pt x="101472" y="343016"/>
                    <a:pt x="99675" y="343041"/>
                    <a:pt x="97878" y="343066"/>
                  </a:cubicBezTo>
                  <a:cubicBezTo>
                    <a:pt x="96662" y="343090"/>
                    <a:pt x="95447" y="343116"/>
                    <a:pt x="94231" y="343143"/>
                  </a:cubicBezTo>
                  <a:cubicBezTo>
                    <a:pt x="91246" y="343206"/>
                    <a:pt x="88260" y="343256"/>
                    <a:pt x="85274" y="343298"/>
                  </a:cubicBezTo>
                  <a:cubicBezTo>
                    <a:pt x="85274" y="344280"/>
                    <a:pt x="85274" y="345263"/>
                    <a:pt x="85274" y="346275"/>
                  </a:cubicBezTo>
                  <a:cubicBezTo>
                    <a:pt x="78644" y="346520"/>
                    <a:pt x="72013" y="346766"/>
                    <a:pt x="65182" y="347019"/>
                  </a:cubicBezTo>
                  <a:cubicBezTo>
                    <a:pt x="65182" y="347756"/>
                    <a:pt x="65182" y="348492"/>
                    <a:pt x="65182" y="349251"/>
                  </a:cubicBezTo>
                  <a:cubicBezTo>
                    <a:pt x="62998" y="350139"/>
                    <a:pt x="60860" y="350053"/>
                    <a:pt x="58531" y="349995"/>
                  </a:cubicBezTo>
                  <a:cubicBezTo>
                    <a:pt x="54728" y="349921"/>
                    <a:pt x="54728" y="349921"/>
                    <a:pt x="51044" y="350740"/>
                  </a:cubicBezTo>
                  <a:cubicBezTo>
                    <a:pt x="50798" y="351476"/>
                    <a:pt x="50552" y="352213"/>
                    <a:pt x="50299" y="352972"/>
                  </a:cubicBezTo>
                  <a:cubicBezTo>
                    <a:pt x="48153" y="353074"/>
                    <a:pt x="46091" y="352869"/>
                    <a:pt x="43951" y="352687"/>
                  </a:cubicBezTo>
                  <a:cubicBezTo>
                    <a:pt x="43042" y="352828"/>
                    <a:pt x="43042" y="352828"/>
                    <a:pt x="42114" y="352972"/>
                  </a:cubicBezTo>
                  <a:cubicBezTo>
                    <a:pt x="41408" y="354804"/>
                    <a:pt x="41408" y="354804"/>
                    <a:pt x="41370" y="356693"/>
                  </a:cubicBezTo>
                  <a:cubicBezTo>
                    <a:pt x="39556" y="356786"/>
                    <a:pt x="39556" y="356786"/>
                    <a:pt x="37649" y="355949"/>
                  </a:cubicBezTo>
                  <a:cubicBezTo>
                    <a:pt x="37262" y="354004"/>
                    <a:pt x="37183" y="352162"/>
                    <a:pt x="37155" y="350181"/>
                  </a:cubicBezTo>
                  <a:cubicBezTo>
                    <a:pt x="37072" y="349629"/>
                    <a:pt x="36990" y="349076"/>
                    <a:pt x="36905" y="348507"/>
                  </a:cubicBezTo>
                  <a:cubicBezTo>
                    <a:pt x="36168" y="348262"/>
                    <a:pt x="35432" y="348016"/>
                    <a:pt x="34672" y="347763"/>
                  </a:cubicBezTo>
                  <a:cubicBezTo>
                    <a:pt x="34344" y="345464"/>
                    <a:pt x="34344" y="345464"/>
                    <a:pt x="34254" y="342601"/>
                  </a:cubicBezTo>
                  <a:cubicBezTo>
                    <a:pt x="34361" y="338812"/>
                    <a:pt x="34361" y="338812"/>
                    <a:pt x="32440" y="335857"/>
                  </a:cubicBezTo>
                  <a:cubicBezTo>
                    <a:pt x="32132" y="333595"/>
                    <a:pt x="32132" y="333595"/>
                    <a:pt x="31975" y="330927"/>
                  </a:cubicBezTo>
                  <a:cubicBezTo>
                    <a:pt x="31919" y="330042"/>
                    <a:pt x="31864" y="329158"/>
                    <a:pt x="31806" y="328247"/>
                  </a:cubicBezTo>
                  <a:cubicBezTo>
                    <a:pt x="31752" y="327225"/>
                    <a:pt x="31752" y="327225"/>
                    <a:pt x="31696" y="326183"/>
                  </a:cubicBezTo>
                  <a:cubicBezTo>
                    <a:pt x="30959" y="326183"/>
                    <a:pt x="30223" y="326183"/>
                    <a:pt x="29464" y="326183"/>
                  </a:cubicBezTo>
                  <a:cubicBezTo>
                    <a:pt x="29218" y="322991"/>
                    <a:pt x="28972" y="319798"/>
                    <a:pt x="28719" y="316509"/>
                  </a:cubicBezTo>
                  <a:cubicBezTo>
                    <a:pt x="27983" y="316509"/>
                    <a:pt x="27246" y="316509"/>
                    <a:pt x="26487" y="316509"/>
                  </a:cubicBezTo>
                  <a:cubicBezTo>
                    <a:pt x="26513" y="315873"/>
                    <a:pt x="26539" y="315237"/>
                    <a:pt x="26565" y="314582"/>
                  </a:cubicBezTo>
                  <a:cubicBezTo>
                    <a:pt x="26586" y="313760"/>
                    <a:pt x="26606" y="312938"/>
                    <a:pt x="26626" y="312091"/>
                  </a:cubicBezTo>
                  <a:cubicBezTo>
                    <a:pt x="26652" y="311271"/>
                    <a:pt x="26678" y="310450"/>
                    <a:pt x="26705" y="309605"/>
                  </a:cubicBezTo>
                  <a:cubicBezTo>
                    <a:pt x="26633" y="308937"/>
                    <a:pt x="26561" y="308268"/>
                    <a:pt x="26487" y="307579"/>
                  </a:cubicBezTo>
                  <a:cubicBezTo>
                    <a:pt x="25750" y="307334"/>
                    <a:pt x="25014" y="307088"/>
                    <a:pt x="24255" y="306835"/>
                  </a:cubicBezTo>
                  <a:cubicBezTo>
                    <a:pt x="23763" y="305161"/>
                    <a:pt x="23763" y="305161"/>
                    <a:pt x="23464" y="303115"/>
                  </a:cubicBezTo>
                  <a:cubicBezTo>
                    <a:pt x="23195" y="301120"/>
                    <a:pt x="23195" y="301120"/>
                    <a:pt x="22766" y="299394"/>
                  </a:cubicBezTo>
                  <a:cubicBezTo>
                    <a:pt x="22275" y="299148"/>
                    <a:pt x="21784" y="298903"/>
                    <a:pt x="21278" y="298650"/>
                  </a:cubicBezTo>
                  <a:cubicBezTo>
                    <a:pt x="21014" y="296726"/>
                    <a:pt x="20948" y="294822"/>
                    <a:pt x="20862" y="292883"/>
                  </a:cubicBezTo>
                  <a:cubicBezTo>
                    <a:pt x="20700" y="292054"/>
                    <a:pt x="20700" y="292054"/>
                    <a:pt x="20534" y="291208"/>
                  </a:cubicBezTo>
                  <a:cubicBezTo>
                    <a:pt x="19797" y="290963"/>
                    <a:pt x="19060" y="290717"/>
                    <a:pt x="18301" y="290464"/>
                  </a:cubicBezTo>
                  <a:cubicBezTo>
                    <a:pt x="17973" y="288953"/>
                    <a:pt x="17973" y="288953"/>
                    <a:pt x="17883" y="287116"/>
                  </a:cubicBezTo>
                  <a:cubicBezTo>
                    <a:pt x="17820" y="285327"/>
                    <a:pt x="17820" y="285327"/>
                    <a:pt x="17557" y="283767"/>
                  </a:cubicBezTo>
                  <a:cubicBezTo>
                    <a:pt x="17066" y="283521"/>
                    <a:pt x="16575" y="283276"/>
                    <a:pt x="16069" y="283023"/>
                  </a:cubicBezTo>
                  <a:cubicBezTo>
                    <a:pt x="15735" y="281537"/>
                    <a:pt x="15735" y="281537"/>
                    <a:pt x="15557" y="279721"/>
                  </a:cubicBezTo>
                  <a:cubicBezTo>
                    <a:pt x="15493" y="279123"/>
                    <a:pt x="15429" y="278525"/>
                    <a:pt x="15363" y="277910"/>
                  </a:cubicBezTo>
                  <a:cubicBezTo>
                    <a:pt x="15325" y="276326"/>
                    <a:pt x="15325" y="276326"/>
                    <a:pt x="16069" y="274837"/>
                  </a:cubicBezTo>
                  <a:cubicBezTo>
                    <a:pt x="17381" y="274492"/>
                    <a:pt x="17381" y="274492"/>
                    <a:pt x="18720" y="274140"/>
                  </a:cubicBezTo>
                  <a:cubicBezTo>
                    <a:pt x="19564" y="273879"/>
                    <a:pt x="20408" y="273618"/>
                    <a:pt x="21278" y="273349"/>
                  </a:cubicBezTo>
                  <a:cubicBezTo>
                    <a:pt x="21278" y="272612"/>
                    <a:pt x="21278" y="271876"/>
                    <a:pt x="21278" y="271117"/>
                  </a:cubicBezTo>
                  <a:cubicBezTo>
                    <a:pt x="23242" y="271117"/>
                    <a:pt x="25207" y="271117"/>
                    <a:pt x="27231" y="271117"/>
                  </a:cubicBezTo>
                  <a:cubicBezTo>
                    <a:pt x="27231" y="270134"/>
                    <a:pt x="27231" y="269152"/>
                    <a:pt x="27231" y="268140"/>
                  </a:cubicBezTo>
                  <a:cubicBezTo>
                    <a:pt x="28704" y="267894"/>
                    <a:pt x="30178" y="267649"/>
                    <a:pt x="31696" y="267396"/>
                  </a:cubicBezTo>
                  <a:cubicBezTo>
                    <a:pt x="31696" y="266414"/>
                    <a:pt x="31696" y="265431"/>
                    <a:pt x="31696" y="264419"/>
                  </a:cubicBezTo>
                  <a:cubicBezTo>
                    <a:pt x="33138" y="264001"/>
                    <a:pt x="33138" y="264001"/>
                    <a:pt x="34672" y="263675"/>
                  </a:cubicBezTo>
                  <a:cubicBezTo>
                    <a:pt x="34918" y="262938"/>
                    <a:pt x="35164" y="262202"/>
                    <a:pt x="35417" y="261443"/>
                  </a:cubicBezTo>
                  <a:cubicBezTo>
                    <a:pt x="35923" y="261320"/>
                    <a:pt x="36430" y="261197"/>
                    <a:pt x="36951" y="261071"/>
                  </a:cubicBezTo>
                  <a:cubicBezTo>
                    <a:pt x="37427" y="260948"/>
                    <a:pt x="37903" y="260825"/>
                    <a:pt x="38393" y="260699"/>
                  </a:cubicBezTo>
                  <a:cubicBezTo>
                    <a:pt x="38393" y="259962"/>
                    <a:pt x="38393" y="259225"/>
                    <a:pt x="38393" y="258466"/>
                  </a:cubicBezTo>
                  <a:cubicBezTo>
                    <a:pt x="39370" y="257350"/>
                    <a:pt x="39370" y="257350"/>
                    <a:pt x="40626" y="256234"/>
                  </a:cubicBezTo>
                  <a:cubicBezTo>
                    <a:pt x="42336" y="254655"/>
                    <a:pt x="42837" y="254064"/>
                    <a:pt x="43602" y="251769"/>
                  </a:cubicBezTo>
                  <a:cubicBezTo>
                    <a:pt x="44842" y="250529"/>
                    <a:pt x="46083" y="249288"/>
                    <a:pt x="47323" y="248048"/>
                  </a:cubicBezTo>
                  <a:cubicBezTo>
                    <a:pt x="48079" y="246815"/>
                    <a:pt x="48827" y="245577"/>
                    <a:pt x="49555" y="244327"/>
                  </a:cubicBezTo>
                  <a:cubicBezTo>
                    <a:pt x="50046" y="244082"/>
                    <a:pt x="50538" y="243836"/>
                    <a:pt x="51044" y="243583"/>
                  </a:cubicBezTo>
                  <a:cubicBezTo>
                    <a:pt x="51289" y="242847"/>
                    <a:pt x="51535" y="242110"/>
                    <a:pt x="51788" y="241351"/>
                  </a:cubicBezTo>
                  <a:cubicBezTo>
                    <a:pt x="52279" y="241105"/>
                    <a:pt x="52770" y="240860"/>
                    <a:pt x="53276" y="240607"/>
                  </a:cubicBezTo>
                  <a:cubicBezTo>
                    <a:pt x="53383" y="239993"/>
                    <a:pt x="53491" y="239379"/>
                    <a:pt x="53602" y="238746"/>
                  </a:cubicBezTo>
                  <a:cubicBezTo>
                    <a:pt x="53809" y="237826"/>
                    <a:pt x="53809" y="237826"/>
                    <a:pt x="54020" y="236886"/>
                  </a:cubicBezTo>
                  <a:cubicBezTo>
                    <a:pt x="54757" y="236641"/>
                    <a:pt x="55494" y="236395"/>
                    <a:pt x="56253" y="236142"/>
                  </a:cubicBezTo>
                  <a:cubicBezTo>
                    <a:pt x="56524" y="234907"/>
                    <a:pt x="56773" y="233666"/>
                    <a:pt x="56997" y="232421"/>
                  </a:cubicBezTo>
                  <a:cubicBezTo>
                    <a:pt x="57488" y="232421"/>
                    <a:pt x="57979" y="232421"/>
                    <a:pt x="58485" y="232421"/>
                  </a:cubicBezTo>
                  <a:cubicBezTo>
                    <a:pt x="58731" y="231930"/>
                    <a:pt x="58976" y="231439"/>
                    <a:pt x="59229" y="230933"/>
                  </a:cubicBezTo>
                  <a:cubicBezTo>
                    <a:pt x="59475" y="230442"/>
                    <a:pt x="59720" y="229951"/>
                    <a:pt x="59973" y="229445"/>
                  </a:cubicBezTo>
                  <a:cubicBezTo>
                    <a:pt x="60464" y="229445"/>
                    <a:pt x="60956" y="229445"/>
                    <a:pt x="61462" y="229445"/>
                  </a:cubicBezTo>
                  <a:cubicBezTo>
                    <a:pt x="61661" y="228662"/>
                    <a:pt x="61861" y="227879"/>
                    <a:pt x="62066" y="227073"/>
                  </a:cubicBezTo>
                  <a:cubicBezTo>
                    <a:pt x="63063" y="223872"/>
                    <a:pt x="64251" y="222758"/>
                    <a:pt x="66671" y="220515"/>
                  </a:cubicBezTo>
                  <a:cubicBezTo>
                    <a:pt x="67085" y="219824"/>
                    <a:pt x="67499" y="219134"/>
                    <a:pt x="67926" y="218422"/>
                  </a:cubicBezTo>
                  <a:cubicBezTo>
                    <a:pt x="68410" y="217616"/>
                    <a:pt x="68410" y="217616"/>
                    <a:pt x="68903" y="216794"/>
                  </a:cubicBezTo>
                  <a:cubicBezTo>
                    <a:pt x="69394" y="216794"/>
                    <a:pt x="69885" y="216794"/>
                    <a:pt x="70391" y="216794"/>
                  </a:cubicBezTo>
                  <a:cubicBezTo>
                    <a:pt x="70645" y="215555"/>
                    <a:pt x="70893" y="214315"/>
                    <a:pt x="71135" y="213074"/>
                  </a:cubicBezTo>
                  <a:cubicBezTo>
                    <a:pt x="71627" y="212828"/>
                    <a:pt x="72118" y="212582"/>
                    <a:pt x="72624" y="212329"/>
                  </a:cubicBezTo>
                  <a:cubicBezTo>
                    <a:pt x="72746" y="211716"/>
                    <a:pt x="72869" y="211102"/>
                    <a:pt x="72996" y="210469"/>
                  </a:cubicBezTo>
                  <a:cubicBezTo>
                    <a:pt x="73119" y="209855"/>
                    <a:pt x="73241" y="209241"/>
                    <a:pt x="73368" y="208609"/>
                  </a:cubicBezTo>
                  <a:cubicBezTo>
                    <a:pt x="73859" y="208363"/>
                    <a:pt x="74350" y="208118"/>
                    <a:pt x="74856" y="207865"/>
                  </a:cubicBezTo>
                  <a:cubicBezTo>
                    <a:pt x="75224" y="206944"/>
                    <a:pt x="75224" y="206944"/>
                    <a:pt x="75600" y="206004"/>
                  </a:cubicBezTo>
                  <a:cubicBezTo>
                    <a:pt x="76344" y="204144"/>
                    <a:pt x="76344" y="204144"/>
                    <a:pt x="77833" y="203400"/>
                  </a:cubicBezTo>
                  <a:cubicBezTo>
                    <a:pt x="77994" y="202456"/>
                    <a:pt x="77994" y="202456"/>
                    <a:pt x="78158" y="201493"/>
                  </a:cubicBezTo>
                  <a:cubicBezTo>
                    <a:pt x="78365" y="200595"/>
                    <a:pt x="78365" y="200595"/>
                    <a:pt x="78577" y="199679"/>
                  </a:cubicBezTo>
                  <a:cubicBezTo>
                    <a:pt x="79313" y="199679"/>
                    <a:pt x="80050" y="199679"/>
                    <a:pt x="80809" y="199679"/>
                  </a:cubicBezTo>
                  <a:cubicBezTo>
                    <a:pt x="80901" y="198958"/>
                    <a:pt x="80993" y="198236"/>
                    <a:pt x="81088" y="197493"/>
                  </a:cubicBezTo>
                  <a:cubicBezTo>
                    <a:pt x="81242" y="196741"/>
                    <a:pt x="81395" y="195989"/>
                    <a:pt x="81553" y="195214"/>
                  </a:cubicBezTo>
                  <a:cubicBezTo>
                    <a:pt x="82044" y="194969"/>
                    <a:pt x="82536" y="194723"/>
                    <a:pt x="83042" y="194470"/>
                  </a:cubicBezTo>
                  <a:cubicBezTo>
                    <a:pt x="83287" y="193733"/>
                    <a:pt x="83533" y="192997"/>
                    <a:pt x="83786" y="192238"/>
                  </a:cubicBezTo>
                  <a:cubicBezTo>
                    <a:pt x="84530" y="190005"/>
                    <a:pt x="84530" y="190005"/>
                    <a:pt x="86018" y="189261"/>
                  </a:cubicBezTo>
                  <a:cubicBezTo>
                    <a:pt x="86126" y="188785"/>
                    <a:pt x="86233" y="188310"/>
                    <a:pt x="86344" y="187819"/>
                  </a:cubicBezTo>
                  <a:cubicBezTo>
                    <a:pt x="86762" y="186285"/>
                    <a:pt x="86762" y="186285"/>
                    <a:pt x="88995" y="184796"/>
                  </a:cubicBezTo>
                  <a:cubicBezTo>
                    <a:pt x="89266" y="183561"/>
                    <a:pt x="89515" y="182320"/>
                    <a:pt x="89739" y="181076"/>
                  </a:cubicBezTo>
                  <a:cubicBezTo>
                    <a:pt x="90230" y="180830"/>
                    <a:pt x="90721" y="180584"/>
                    <a:pt x="91227" y="180331"/>
                  </a:cubicBezTo>
                  <a:cubicBezTo>
                    <a:pt x="91473" y="179595"/>
                    <a:pt x="91718" y="178858"/>
                    <a:pt x="91971" y="178099"/>
                  </a:cubicBezTo>
                  <a:cubicBezTo>
                    <a:pt x="92715" y="175867"/>
                    <a:pt x="92715" y="175867"/>
                    <a:pt x="94204" y="175122"/>
                  </a:cubicBezTo>
                  <a:cubicBezTo>
                    <a:pt x="94311" y="174539"/>
                    <a:pt x="94419" y="173956"/>
                    <a:pt x="94529" y="173355"/>
                  </a:cubicBezTo>
                  <a:cubicBezTo>
                    <a:pt x="95003" y="171145"/>
                    <a:pt x="95601" y="170683"/>
                    <a:pt x="97180" y="169169"/>
                  </a:cubicBezTo>
                  <a:cubicBezTo>
                    <a:pt x="97303" y="168632"/>
                    <a:pt x="97426" y="168095"/>
                    <a:pt x="97552" y="167541"/>
                  </a:cubicBezTo>
                  <a:cubicBezTo>
                    <a:pt x="97675" y="167096"/>
                    <a:pt x="97798" y="166651"/>
                    <a:pt x="97924" y="166193"/>
                  </a:cubicBezTo>
                  <a:cubicBezTo>
                    <a:pt x="98661" y="166193"/>
                    <a:pt x="99398" y="166193"/>
                    <a:pt x="100157" y="166193"/>
                  </a:cubicBezTo>
                  <a:cubicBezTo>
                    <a:pt x="100157" y="164474"/>
                    <a:pt x="100157" y="162755"/>
                    <a:pt x="100157" y="160984"/>
                  </a:cubicBezTo>
                  <a:cubicBezTo>
                    <a:pt x="100894" y="160984"/>
                    <a:pt x="101630" y="160984"/>
                    <a:pt x="102389" y="160984"/>
                  </a:cubicBezTo>
                  <a:cubicBezTo>
                    <a:pt x="102923" y="159258"/>
                    <a:pt x="103418" y="157521"/>
                    <a:pt x="103878" y="155775"/>
                  </a:cubicBezTo>
                  <a:cubicBezTo>
                    <a:pt x="104369" y="155529"/>
                    <a:pt x="104860" y="155284"/>
                    <a:pt x="105366" y="155031"/>
                  </a:cubicBezTo>
                  <a:cubicBezTo>
                    <a:pt x="105489" y="154294"/>
                    <a:pt x="105611" y="153557"/>
                    <a:pt x="105738" y="152798"/>
                  </a:cubicBezTo>
                  <a:cubicBezTo>
                    <a:pt x="105861" y="152061"/>
                    <a:pt x="105983" y="151325"/>
                    <a:pt x="106110" y="150566"/>
                  </a:cubicBezTo>
                  <a:cubicBezTo>
                    <a:pt x="106601" y="150320"/>
                    <a:pt x="107092" y="150075"/>
                    <a:pt x="107598" y="149822"/>
                  </a:cubicBezTo>
                  <a:cubicBezTo>
                    <a:pt x="107967" y="149070"/>
                    <a:pt x="108335" y="148318"/>
                    <a:pt x="108714" y="147543"/>
                  </a:cubicBezTo>
                  <a:cubicBezTo>
                    <a:pt x="109083" y="146821"/>
                    <a:pt x="109451" y="146100"/>
                    <a:pt x="109831" y="145357"/>
                  </a:cubicBezTo>
                  <a:cubicBezTo>
                    <a:pt x="110322" y="145357"/>
                    <a:pt x="110813" y="145357"/>
                    <a:pt x="111319" y="145357"/>
                  </a:cubicBezTo>
                  <a:cubicBezTo>
                    <a:pt x="111319" y="143392"/>
                    <a:pt x="111319" y="141428"/>
                    <a:pt x="111319" y="139404"/>
                  </a:cubicBezTo>
                  <a:cubicBezTo>
                    <a:pt x="112056" y="139404"/>
                    <a:pt x="112792" y="139404"/>
                    <a:pt x="113551" y="139404"/>
                  </a:cubicBezTo>
                  <a:cubicBezTo>
                    <a:pt x="113643" y="138682"/>
                    <a:pt x="113736" y="137961"/>
                    <a:pt x="113830" y="137218"/>
                  </a:cubicBezTo>
                  <a:cubicBezTo>
                    <a:pt x="113984" y="136466"/>
                    <a:pt x="114137" y="135714"/>
                    <a:pt x="114296" y="134939"/>
                  </a:cubicBezTo>
                  <a:cubicBezTo>
                    <a:pt x="114787" y="134693"/>
                    <a:pt x="115278" y="134448"/>
                    <a:pt x="115784" y="134195"/>
                  </a:cubicBezTo>
                  <a:cubicBezTo>
                    <a:pt x="116029" y="133335"/>
                    <a:pt x="116275" y="132476"/>
                    <a:pt x="116528" y="131590"/>
                  </a:cubicBezTo>
                  <a:cubicBezTo>
                    <a:pt x="116774" y="130731"/>
                    <a:pt x="117019" y="129871"/>
                    <a:pt x="117272" y="128986"/>
                  </a:cubicBezTo>
                  <a:cubicBezTo>
                    <a:pt x="117763" y="128740"/>
                    <a:pt x="118254" y="128495"/>
                    <a:pt x="118760" y="128242"/>
                  </a:cubicBezTo>
                  <a:cubicBezTo>
                    <a:pt x="119250" y="125987"/>
                    <a:pt x="119250" y="125987"/>
                    <a:pt x="119505" y="123777"/>
                  </a:cubicBezTo>
                  <a:cubicBezTo>
                    <a:pt x="120241" y="123777"/>
                    <a:pt x="120978" y="123777"/>
                    <a:pt x="121737" y="123777"/>
                  </a:cubicBezTo>
                  <a:cubicBezTo>
                    <a:pt x="121852" y="122534"/>
                    <a:pt x="121852" y="122534"/>
                    <a:pt x="121969" y="121265"/>
                  </a:cubicBezTo>
                  <a:cubicBezTo>
                    <a:pt x="122138" y="120375"/>
                    <a:pt x="122307" y="119485"/>
                    <a:pt x="122481" y="118568"/>
                  </a:cubicBezTo>
                  <a:cubicBezTo>
                    <a:pt x="123218" y="118077"/>
                    <a:pt x="123954" y="117585"/>
                    <a:pt x="124714" y="117079"/>
                  </a:cubicBezTo>
                  <a:cubicBezTo>
                    <a:pt x="124900" y="114785"/>
                    <a:pt x="124900" y="114785"/>
                    <a:pt x="124714" y="112615"/>
                  </a:cubicBezTo>
                  <a:cubicBezTo>
                    <a:pt x="125450" y="112615"/>
                    <a:pt x="126187" y="112615"/>
                    <a:pt x="126946" y="112615"/>
                  </a:cubicBezTo>
                  <a:cubicBezTo>
                    <a:pt x="127061" y="111348"/>
                    <a:pt x="127061" y="111348"/>
                    <a:pt x="127178" y="110057"/>
                  </a:cubicBezTo>
                  <a:cubicBezTo>
                    <a:pt x="127432" y="108744"/>
                    <a:pt x="127432" y="108744"/>
                    <a:pt x="127690" y="107406"/>
                  </a:cubicBezTo>
                  <a:cubicBezTo>
                    <a:pt x="128427" y="107160"/>
                    <a:pt x="129163" y="106914"/>
                    <a:pt x="129922" y="106661"/>
                  </a:cubicBezTo>
                  <a:cubicBezTo>
                    <a:pt x="130175" y="104926"/>
                    <a:pt x="130423" y="103189"/>
                    <a:pt x="130667" y="101452"/>
                  </a:cubicBezTo>
                  <a:cubicBezTo>
                    <a:pt x="131403" y="100961"/>
                    <a:pt x="132140" y="100470"/>
                    <a:pt x="132899" y="99964"/>
                  </a:cubicBezTo>
                  <a:cubicBezTo>
                    <a:pt x="132899" y="99212"/>
                    <a:pt x="132899" y="98460"/>
                    <a:pt x="132899" y="97685"/>
                  </a:cubicBezTo>
                  <a:cubicBezTo>
                    <a:pt x="132899" y="96964"/>
                    <a:pt x="132899" y="96243"/>
                    <a:pt x="132899" y="95499"/>
                  </a:cubicBezTo>
                  <a:cubicBezTo>
                    <a:pt x="133636" y="95254"/>
                    <a:pt x="134372" y="95008"/>
                    <a:pt x="135131" y="94755"/>
                  </a:cubicBezTo>
                  <a:cubicBezTo>
                    <a:pt x="135683" y="92132"/>
                    <a:pt x="135683" y="92132"/>
                    <a:pt x="135876" y="89546"/>
                  </a:cubicBezTo>
                  <a:cubicBezTo>
                    <a:pt x="136367" y="89546"/>
                    <a:pt x="136858" y="89546"/>
                    <a:pt x="137364" y="89546"/>
                  </a:cubicBezTo>
                  <a:cubicBezTo>
                    <a:pt x="137826" y="88012"/>
                    <a:pt x="138079" y="86472"/>
                    <a:pt x="138361" y="84895"/>
                  </a:cubicBezTo>
                  <a:cubicBezTo>
                    <a:pt x="138523" y="84466"/>
                    <a:pt x="138685" y="84036"/>
                    <a:pt x="138852" y="83593"/>
                  </a:cubicBezTo>
                  <a:cubicBezTo>
                    <a:pt x="139589" y="83593"/>
                    <a:pt x="140326" y="83593"/>
                    <a:pt x="141085" y="83593"/>
                  </a:cubicBezTo>
                  <a:cubicBezTo>
                    <a:pt x="141039" y="82902"/>
                    <a:pt x="140993" y="82212"/>
                    <a:pt x="140945" y="81500"/>
                  </a:cubicBezTo>
                  <a:cubicBezTo>
                    <a:pt x="141085" y="79128"/>
                    <a:pt x="141085" y="79128"/>
                    <a:pt x="142154" y="78105"/>
                  </a:cubicBezTo>
                  <a:cubicBezTo>
                    <a:pt x="143606" y="76595"/>
                    <a:pt x="143497" y="75876"/>
                    <a:pt x="143643" y="73826"/>
                  </a:cubicBezTo>
                  <a:cubicBezTo>
                    <a:pt x="143781" y="72875"/>
                    <a:pt x="143919" y="71923"/>
                    <a:pt x="144061" y="70943"/>
                  </a:cubicBezTo>
                  <a:cubicBezTo>
                    <a:pt x="144568" y="70820"/>
                    <a:pt x="145074" y="70697"/>
                    <a:pt x="145596" y="70571"/>
                  </a:cubicBezTo>
                  <a:cubicBezTo>
                    <a:pt x="146072" y="70448"/>
                    <a:pt x="146548" y="70325"/>
                    <a:pt x="147038" y="70199"/>
                  </a:cubicBezTo>
                  <a:cubicBezTo>
                    <a:pt x="147331" y="68161"/>
                    <a:pt x="147169" y="66317"/>
                    <a:pt x="147038" y="64245"/>
                  </a:cubicBezTo>
                  <a:cubicBezTo>
                    <a:pt x="147774" y="64245"/>
                    <a:pt x="148511" y="64245"/>
                    <a:pt x="149270" y="64245"/>
                  </a:cubicBezTo>
                  <a:cubicBezTo>
                    <a:pt x="149362" y="63401"/>
                    <a:pt x="149454" y="62557"/>
                    <a:pt x="149549" y="61687"/>
                  </a:cubicBezTo>
                  <a:cubicBezTo>
                    <a:pt x="149703" y="60813"/>
                    <a:pt x="149856" y="59938"/>
                    <a:pt x="150014" y="59036"/>
                  </a:cubicBezTo>
                  <a:cubicBezTo>
                    <a:pt x="150505" y="58791"/>
                    <a:pt x="150997" y="58545"/>
                    <a:pt x="151503" y="58292"/>
                  </a:cubicBezTo>
                  <a:cubicBezTo>
                    <a:pt x="151849" y="56882"/>
                    <a:pt x="151849" y="56882"/>
                    <a:pt x="151968" y="55269"/>
                  </a:cubicBezTo>
                  <a:cubicBezTo>
                    <a:pt x="152106" y="53819"/>
                    <a:pt x="152106" y="53819"/>
                    <a:pt x="152247" y="52339"/>
                  </a:cubicBezTo>
                  <a:cubicBezTo>
                    <a:pt x="152983" y="52339"/>
                    <a:pt x="153720" y="52339"/>
                    <a:pt x="154479" y="52339"/>
                  </a:cubicBezTo>
                  <a:cubicBezTo>
                    <a:pt x="154516" y="51864"/>
                    <a:pt x="154552" y="51390"/>
                    <a:pt x="154590" y="50900"/>
                  </a:cubicBezTo>
                  <a:cubicBezTo>
                    <a:pt x="154673" y="49978"/>
                    <a:pt x="154673" y="49978"/>
                    <a:pt x="154758" y="49037"/>
                  </a:cubicBezTo>
                  <a:cubicBezTo>
                    <a:pt x="154810" y="48424"/>
                    <a:pt x="154862" y="47811"/>
                    <a:pt x="154915" y="47180"/>
                  </a:cubicBezTo>
                  <a:cubicBezTo>
                    <a:pt x="155017" y="46672"/>
                    <a:pt x="155119" y="46165"/>
                    <a:pt x="155223" y="45642"/>
                  </a:cubicBezTo>
                  <a:cubicBezTo>
                    <a:pt x="155714" y="45396"/>
                    <a:pt x="156206" y="45151"/>
                    <a:pt x="156712" y="44898"/>
                  </a:cubicBezTo>
                  <a:cubicBezTo>
                    <a:pt x="157360" y="43349"/>
                    <a:pt x="157360" y="43349"/>
                    <a:pt x="157874" y="41549"/>
                  </a:cubicBezTo>
                  <a:cubicBezTo>
                    <a:pt x="158876" y="38268"/>
                    <a:pt x="158876" y="38268"/>
                    <a:pt x="159688" y="37456"/>
                  </a:cubicBezTo>
                  <a:cubicBezTo>
                    <a:pt x="159860" y="36454"/>
                    <a:pt x="159994" y="35444"/>
                    <a:pt x="160107" y="34433"/>
                  </a:cubicBezTo>
                  <a:cubicBezTo>
                    <a:pt x="160268" y="32983"/>
                    <a:pt x="160268" y="32983"/>
                    <a:pt x="160432" y="31503"/>
                  </a:cubicBezTo>
                  <a:cubicBezTo>
                    <a:pt x="161169" y="31503"/>
                    <a:pt x="161906" y="31503"/>
                    <a:pt x="162665" y="31503"/>
                  </a:cubicBezTo>
                  <a:cubicBezTo>
                    <a:pt x="162910" y="29293"/>
                    <a:pt x="163156" y="27083"/>
                    <a:pt x="163409" y="24806"/>
                  </a:cubicBezTo>
                  <a:cubicBezTo>
                    <a:pt x="164146" y="24806"/>
                    <a:pt x="164882" y="24806"/>
                    <a:pt x="165641" y="24806"/>
                  </a:cubicBezTo>
                  <a:cubicBezTo>
                    <a:pt x="165696" y="24013"/>
                    <a:pt x="165696" y="24013"/>
                    <a:pt x="165752" y="23204"/>
                  </a:cubicBezTo>
                  <a:cubicBezTo>
                    <a:pt x="165807" y="22520"/>
                    <a:pt x="165863" y="21836"/>
                    <a:pt x="165920" y="21132"/>
                  </a:cubicBezTo>
                  <a:cubicBezTo>
                    <a:pt x="165972" y="20450"/>
                    <a:pt x="166024" y="19768"/>
                    <a:pt x="166077" y="19065"/>
                  </a:cubicBezTo>
                  <a:cubicBezTo>
                    <a:pt x="166179" y="18504"/>
                    <a:pt x="166281" y="17943"/>
                    <a:pt x="166385" y="17365"/>
                  </a:cubicBezTo>
                  <a:cubicBezTo>
                    <a:pt x="167122" y="16996"/>
                    <a:pt x="167122" y="16996"/>
                    <a:pt x="167874" y="16620"/>
                  </a:cubicBezTo>
                  <a:cubicBezTo>
                    <a:pt x="168221" y="15039"/>
                    <a:pt x="168221" y="15039"/>
                    <a:pt x="168339" y="13225"/>
                  </a:cubicBezTo>
                  <a:cubicBezTo>
                    <a:pt x="168394" y="12610"/>
                    <a:pt x="168450" y="11996"/>
                    <a:pt x="168507" y="11362"/>
                  </a:cubicBezTo>
                  <a:cubicBezTo>
                    <a:pt x="168562" y="10650"/>
                    <a:pt x="168562" y="10650"/>
                    <a:pt x="168618" y="9923"/>
                  </a:cubicBezTo>
                  <a:cubicBezTo>
                    <a:pt x="169355" y="9923"/>
                    <a:pt x="170091" y="9923"/>
                    <a:pt x="170850" y="9923"/>
                  </a:cubicBezTo>
                  <a:cubicBezTo>
                    <a:pt x="170895" y="9341"/>
                    <a:pt x="170940" y="8759"/>
                    <a:pt x="170987" y="8159"/>
                  </a:cubicBezTo>
                  <a:cubicBezTo>
                    <a:pt x="171049" y="7406"/>
                    <a:pt x="171112" y="6653"/>
                    <a:pt x="171176" y="5877"/>
                  </a:cubicBezTo>
                  <a:cubicBezTo>
                    <a:pt x="171266" y="4750"/>
                    <a:pt x="171266" y="4750"/>
                    <a:pt x="171359" y="3601"/>
                  </a:cubicBezTo>
                  <a:cubicBezTo>
                    <a:pt x="171798" y="127"/>
                    <a:pt x="173653" y="832"/>
                    <a:pt x="176803" y="761"/>
                  </a:cubicBezTo>
                  <a:close/>
                </a:path>
              </a:pathLst>
            </a:custGeom>
            <a:grpFill/>
            <a:ln w="744" cap="flat">
              <a:noFill/>
              <a:prstDash val="solid"/>
              <a:miter/>
            </a:ln>
          </p:spPr>
          <p:txBody>
            <a:bodyPr rtlCol="0" anchor="ctr"/>
            <a:lstStyle/>
            <a:p>
              <a:endParaRPr lang="zh-CN" altLang="en-US"/>
            </a:p>
          </p:txBody>
        </p:sp>
        <p:sp>
          <p:nvSpPr>
            <p:cNvPr id="103" name="任意多边形: 形状 102"/>
            <p:cNvSpPr/>
            <p:nvPr/>
          </p:nvSpPr>
          <p:spPr>
            <a:xfrm>
              <a:off x="10430531" y="620518"/>
              <a:ext cx="163905" cy="539501"/>
            </a:xfrm>
            <a:custGeom>
              <a:avLst/>
              <a:gdLst>
                <a:gd name="connsiteX0" fmla="*/ 136129 w 163905"/>
                <a:gd name="connsiteY0" fmla="*/ 466 h 539501"/>
                <a:gd name="connsiteX1" fmla="*/ 139105 w 163905"/>
                <a:gd name="connsiteY1" fmla="*/ 466 h 539501"/>
                <a:gd name="connsiteX2" fmla="*/ 139105 w 163905"/>
                <a:gd name="connsiteY2" fmla="*/ 3443 h 539501"/>
                <a:gd name="connsiteX3" fmla="*/ 141663 w 163905"/>
                <a:gd name="connsiteY3" fmla="*/ 3675 h 539501"/>
                <a:gd name="connsiteX4" fmla="*/ 144314 w 163905"/>
                <a:gd name="connsiteY4" fmla="*/ 4187 h 539501"/>
                <a:gd name="connsiteX5" fmla="*/ 145059 w 163905"/>
                <a:gd name="connsiteY5" fmla="*/ 6419 h 539501"/>
                <a:gd name="connsiteX6" fmla="*/ 146965 w 163905"/>
                <a:gd name="connsiteY6" fmla="*/ 6745 h 539501"/>
                <a:gd name="connsiteX7" fmla="*/ 148779 w 163905"/>
                <a:gd name="connsiteY7" fmla="*/ 7163 h 539501"/>
                <a:gd name="connsiteX8" fmla="*/ 148779 w 163905"/>
                <a:gd name="connsiteY8" fmla="*/ 10140 h 539501"/>
                <a:gd name="connsiteX9" fmla="*/ 153988 w 163905"/>
                <a:gd name="connsiteY9" fmla="*/ 10884 h 539501"/>
                <a:gd name="connsiteX10" fmla="*/ 153988 w 163905"/>
                <a:gd name="connsiteY10" fmla="*/ 13861 h 539501"/>
                <a:gd name="connsiteX11" fmla="*/ 156174 w 163905"/>
                <a:gd name="connsiteY11" fmla="*/ 14093 h 539501"/>
                <a:gd name="connsiteX12" fmla="*/ 158453 w 163905"/>
                <a:gd name="connsiteY12" fmla="*/ 14605 h 539501"/>
                <a:gd name="connsiteX13" fmla="*/ 159197 w 163905"/>
                <a:gd name="connsiteY13" fmla="*/ 16837 h 539501"/>
                <a:gd name="connsiteX14" fmla="*/ 161383 w 163905"/>
                <a:gd name="connsiteY14" fmla="*/ 17163 h 539501"/>
                <a:gd name="connsiteX15" fmla="*/ 163662 w 163905"/>
                <a:gd name="connsiteY15" fmla="*/ 17581 h 539501"/>
                <a:gd name="connsiteX16" fmla="*/ 165150 w 163905"/>
                <a:gd name="connsiteY16" fmla="*/ 20558 h 539501"/>
                <a:gd name="connsiteX17" fmla="*/ 168127 w 163905"/>
                <a:gd name="connsiteY17" fmla="*/ 21302 h 539501"/>
                <a:gd name="connsiteX18" fmla="*/ 168871 w 163905"/>
                <a:gd name="connsiteY18" fmla="*/ 23534 h 539501"/>
                <a:gd name="connsiteX19" fmla="*/ 172592 w 163905"/>
                <a:gd name="connsiteY19" fmla="*/ 25023 h 539501"/>
                <a:gd name="connsiteX20" fmla="*/ 174080 w 163905"/>
                <a:gd name="connsiteY20" fmla="*/ 27255 h 539501"/>
                <a:gd name="connsiteX21" fmla="*/ 175987 w 163905"/>
                <a:gd name="connsiteY21" fmla="*/ 27906 h 539501"/>
                <a:gd name="connsiteX22" fmla="*/ 177801 w 163905"/>
                <a:gd name="connsiteY22" fmla="*/ 28743 h 539501"/>
                <a:gd name="connsiteX23" fmla="*/ 178545 w 163905"/>
                <a:gd name="connsiteY23" fmla="*/ 32464 h 539501"/>
                <a:gd name="connsiteX24" fmla="*/ 177057 w 163905"/>
                <a:gd name="connsiteY24" fmla="*/ 32464 h 539501"/>
                <a:gd name="connsiteX25" fmla="*/ 176313 w 163905"/>
                <a:gd name="connsiteY25" fmla="*/ 45114 h 539501"/>
                <a:gd name="connsiteX26" fmla="*/ 174080 w 163905"/>
                <a:gd name="connsiteY26" fmla="*/ 45114 h 539501"/>
                <a:gd name="connsiteX27" fmla="*/ 173336 w 163905"/>
                <a:gd name="connsiteY27" fmla="*/ 56277 h 539501"/>
                <a:gd name="connsiteX28" fmla="*/ 171104 w 163905"/>
                <a:gd name="connsiteY28" fmla="*/ 56277 h 539501"/>
                <a:gd name="connsiteX29" fmla="*/ 170359 w 163905"/>
                <a:gd name="connsiteY29" fmla="*/ 67439 h 539501"/>
                <a:gd name="connsiteX30" fmla="*/ 168127 w 163905"/>
                <a:gd name="connsiteY30" fmla="*/ 67439 h 539501"/>
                <a:gd name="connsiteX31" fmla="*/ 168205 w 163905"/>
                <a:gd name="connsiteY31" fmla="*/ 69691 h 539501"/>
                <a:gd name="connsiteX32" fmla="*/ 168266 w 163905"/>
                <a:gd name="connsiteY32" fmla="*/ 72601 h 539501"/>
                <a:gd name="connsiteX33" fmla="*/ 168345 w 163905"/>
                <a:gd name="connsiteY33" fmla="*/ 75505 h 539501"/>
                <a:gd name="connsiteX34" fmla="*/ 168127 w 163905"/>
                <a:gd name="connsiteY34" fmla="*/ 77857 h 539501"/>
                <a:gd name="connsiteX35" fmla="*/ 165895 w 163905"/>
                <a:gd name="connsiteY35" fmla="*/ 78601 h 539501"/>
                <a:gd name="connsiteX36" fmla="*/ 165383 w 163905"/>
                <a:gd name="connsiteY36" fmla="*/ 83856 h 539501"/>
                <a:gd name="connsiteX37" fmla="*/ 165235 w 163905"/>
                <a:gd name="connsiteY37" fmla="*/ 86766 h 539501"/>
                <a:gd name="connsiteX38" fmla="*/ 165150 w 163905"/>
                <a:gd name="connsiteY38" fmla="*/ 89019 h 539501"/>
                <a:gd name="connsiteX39" fmla="*/ 163662 w 163905"/>
                <a:gd name="connsiteY39" fmla="*/ 89019 h 539501"/>
                <a:gd name="connsiteX40" fmla="*/ 162456 w 163905"/>
                <a:gd name="connsiteY40" fmla="*/ 96882 h 539501"/>
                <a:gd name="connsiteX41" fmla="*/ 162174 w 163905"/>
                <a:gd name="connsiteY41" fmla="*/ 98693 h 539501"/>
                <a:gd name="connsiteX42" fmla="*/ 160686 w 163905"/>
                <a:gd name="connsiteY42" fmla="*/ 99437 h 539501"/>
                <a:gd name="connsiteX43" fmla="*/ 160220 w 163905"/>
                <a:gd name="connsiteY43" fmla="*/ 104692 h 539501"/>
                <a:gd name="connsiteX44" fmla="*/ 160052 w 163905"/>
                <a:gd name="connsiteY44" fmla="*/ 107602 h 539501"/>
                <a:gd name="connsiteX45" fmla="*/ 159941 w 163905"/>
                <a:gd name="connsiteY45" fmla="*/ 109855 h 539501"/>
                <a:gd name="connsiteX46" fmla="*/ 157709 w 163905"/>
                <a:gd name="connsiteY46" fmla="*/ 109855 h 539501"/>
                <a:gd name="connsiteX47" fmla="*/ 156965 w 163905"/>
                <a:gd name="connsiteY47" fmla="*/ 120273 h 539501"/>
                <a:gd name="connsiteX48" fmla="*/ 154732 w 163905"/>
                <a:gd name="connsiteY48" fmla="*/ 120273 h 539501"/>
                <a:gd name="connsiteX49" fmla="*/ 154622 w 163905"/>
                <a:gd name="connsiteY49" fmla="*/ 122525 h 539501"/>
                <a:gd name="connsiteX50" fmla="*/ 154453 w 163905"/>
                <a:gd name="connsiteY50" fmla="*/ 125435 h 539501"/>
                <a:gd name="connsiteX51" fmla="*/ 154296 w 163905"/>
                <a:gd name="connsiteY51" fmla="*/ 128339 h 539501"/>
                <a:gd name="connsiteX52" fmla="*/ 153988 w 163905"/>
                <a:gd name="connsiteY52" fmla="*/ 130691 h 539501"/>
                <a:gd name="connsiteX53" fmla="*/ 152500 w 163905"/>
                <a:gd name="connsiteY53" fmla="*/ 131435 h 539501"/>
                <a:gd name="connsiteX54" fmla="*/ 152084 w 163905"/>
                <a:gd name="connsiteY54" fmla="*/ 138292 h 539501"/>
                <a:gd name="connsiteX55" fmla="*/ 151756 w 163905"/>
                <a:gd name="connsiteY55" fmla="*/ 140364 h 539501"/>
                <a:gd name="connsiteX56" fmla="*/ 149523 w 163905"/>
                <a:gd name="connsiteY56" fmla="*/ 141853 h 539501"/>
                <a:gd name="connsiteX57" fmla="*/ 149012 w 163905"/>
                <a:gd name="connsiteY57" fmla="*/ 146783 h 539501"/>
                <a:gd name="connsiteX58" fmla="*/ 148864 w 163905"/>
                <a:gd name="connsiteY58" fmla="*/ 149463 h 539501"/>
                <a:gd name="connsiteX59" fmla="*/ 148779 w 163905"/>
                <a:gd name="connsiteY59" fmla="*/ 151527 h 539501"/>
                <a:gd name="connsiteX60" fmla="*/ 147291 w 163905"/>
                <a:gd name="connsiteY60" fmla="*/ 151527 h 539501"/>
                <a:gd name="connsiteX61" fmla="*/ 146085 w 163905"/>
                <a:gd name="connsiteY61" fmla="*/ 159389 h 539501"/>
                <a:gd name="connsiteX62" fmla="*/ 145803 w 163905"/>
                <a:gd name="connsiteY62" fmla="*/ 161200 h 539501"/>
                <a:gd name="connsiteX63" fmla="*/ 144314 w 163905"/>
                <a:gd name="connsiteY63" fmla="*/ 161944 h 539501"/>
                <a:gd name="connsiteX64" fmla="*/ 143899 w 163905"/>
                <a:gd name="connsiteY64" fmla="*/ 169456 h 539501"/>
                <a:gd name="connsiteX65" fmla="*/ 143570 w 163905"/>
                <a:gd name="connsiteY65" fmla="*/ 171618 h 539501"/>
                <a:gd name="connsiteX66" fmla="*/ 141338 w 163905"/>
                <a:gd name="connsiteY66" fmla="*/ 172362 h 539501"/>
                <a:gd name="connsiteX67" fmla="*/ 140826 w 163905"/>
                <a:gd name="connsiteY67" fmla="*/ 177246 h 539501"/>
                <a:gd name="connsiteX68" fmla="*/ 140678 w 163905"/>
                <a:gd name="connsiteY68" fmla="*/ 179946 h 539501"/>
                <a:gd name="connsiteX69" fmla="*/ 140594 w 163905"/>
                <a:gd name="connsiteY69" fmla="*/ 182036 h 539501"/>
                <a:gd name="connsiteX70" fmla="*/ 138361 w 163905"/>
                <a:gd name="connsiteY70" fmla="*/ 182036 h 539501"/>
                <a:gd name="connsiteX71" fmla="*/ 138222 w 163905"/>
                <a:gd name="connsiteY71" fmla="*/ 185245 h 539501"/>
                <a:gd name="connsiteX72" fmla="*/ 138143 w 163905"/>
                <a:gd name="connsiteY72" fmla="*/ 187051 h 539501"/>
                <a:gd name="connsiteX73" fmla="*/ 140594 w 163905"/>
                <a:gd name="connsiteY73" fmla="*/ 190966 h 539501"/>
                <a:gd name="connsiteX74" fmla="*/ 142082 w 163905"/>
                <a:gd name="connsiteY74" fmla="*/ 194687 h 539501"/>
                <a:gd name="connsiteX75" fmla="*/ 145803 w 163905"/>
                <a:gd name="connsiteY75" fmla="*/ 199896 h 539501"/>
                <a:gd name="connsiteX76" fmla="*/ 146547 w 163905"/>
                <a:gd name="connsiteY76" fmla="*/ 205105 h 539501"/>
                <a:gd name="connsiteX77" fmla="*/ 148779 w 163905"/>
                <a:gd name="connsiteY77" fmla="*/ 205105 h 539501"/>
                <a:gd name="connsiteX78" fmla="*/ 149012 w 163905"/>
                <a:gd name="connsiteY78" fmla="*/ 207663 h 539501"/>
                <a:gd name="connsiteX79" fmla="*/ 149523 w 163905"/>
                <a:gd name="connsiteY79" fmla="*/ 210314 h 539501"/>
                <a:gd name="connsiteX80" fmla="*/ 151756 w 163905"/>
                <a:gd name="connsiteY80" fmla="*/ 211058 h 539501"/>
                <a:gd name="connsiteX81" fmla="*/ 151756 w 163905"/>
                <a:gd name="connsiteY81" fmla="*/ 217011 h 539501"/>
                <a:gd name="connsiteX82" fmla="*/ 153988 w 163905"/>
                <a:gd name="connsiteY82" fmla="*/ 217011 h 539501"/>
                <a:gd name="connsiteX83" fmla="*/ 154352 w 163905"/>
                <a:gd name="connsiteY83" fmla="*/ 221589 h 539501"/>
                <a:gd name="connsiteX84" fmla="*/ 154732 w 163905"/>
                <a:gd name="connsiteY84" fmla="*/ 222964 h 539501"/>
                <a:gd name="connsiteX85" fmla="*/ 156965 w 163905"/>
                <a:gd name="connsiteY85" fmla="*/ 223708 h 539501"/>
                <a:gd name="connsiteX86" fmla="*/ 157407 w 163905"/>
                <a:gd name="connsiteY86" fmla="*/ 228894 h 539501"/>
                <a:gd name="connsiteX87" fmla="*/ 157709 w 163905"/>
                <a:gd name="connsiteY87" fmla="*/ 230405 h 539501"/>
                <a:gd name="connsiteX88" fmla="*/ 159941 w 163905"/>
                <a:gd name="connsiteY88" fmla="*/ 231150 h 539501"/>
                <a:gd name="connsiteX89" fmla="*/ 160360 w 163905"/>
                <a:gd name="connsiteY89" fmla="*/ 234870 h 539501"/>
                <a:gd name="connsiteX90" fmla="*/ 160686 w 163905"/>
                <a:gd name="connsiteY90" fmla="*/ 238591 h 539501"/>
                <a:gd name="connsiteX91" fmla="*/ 162174 w 163905"/>
                <a:gd name="connsiteY91" fmla="*/ 239335 h 539501"/>
                <a:gd name="connsiteX92" fmla="*/ 162590 w 163905"/>
                <a:gd name="connsiteY92" fmla="*/ 244957 h 539501"/>
                <a:gd name="connsiteX93" fmla="*/ 164037 w 163905"/>
                <a:gd name="connsiteY93" fmla="*/ 247776 h 539501"/>
                <a:gd name="connsiteX94" fmla="*/ 165543 w 163905"/>
                <a:gd name="connsiteY94" fmla="*/ 256247 h 539501"/>
                <a:gd name="connsiteX95" fmla="*/ 165895 w 163905"/>
                <a:gd name="connsiteY95" fmla="*/ 260171 h 539501"/>
                <a:gd name="connsiteX96" fmla="*/ 168127 w 163905"/>
                <a:gd name="connsiteY96" fmla="*/ 260915 h 539501"/>
                <a:gd name="connsiteX97" fmla="*/ 168455 w 163905"/>
                <a:gd name="connsiteY97" fmla="*/ 264217 h 539501"/>
                <a:gd name="connsiteX98" fmla="*/ 168515 w 163905"/>
                <a:gd name="connsiteY98" fmla="*/ 266235 h 539501"/>
                <a:gd name="connsiteX99" fmla="*/ 168546 w 163905"/>
                <a:gd name="connsiteY99" fmla="*/ 268357 h 539501"/>
                <a:gd name="connsiteX100" fmla="*/ 168641 w 163905"/>
                <a:gd name="connsiteY100" fmla="*/ 272496 h 539501"/>
                <a:gd name="connsiteX101" fmla="*/ 168669 w 163905"/>
                <a:gd name="connsiteY101" fmla="*/ 274359 h 539501"/>
                <a:gd name="connsiteX102" fmla="*/ 168871 w 163905"/>
                <a:gd name="connsiteY102" fmla="*/ 275798 h 539501"/>
                <a:gd name="connsiteX103" fmla="*/ 170359 w 163905"/>
                <a:gd name="connsiteY103" fmla="*/ 276542 h 539501"/>
                <a:gd name="connsiteX104" fmla="*/ 170528 w 163905"/>
                <a:gd name="connsiteY104" fmla="*/ 282843 h 539501"/>
                <a:gd name="connsiteX105" fmla="*/ 170529 w 163905"/>
                <a:gd name="connsiteY105" fmla="*/ 284845 h 539501"/>
                <a:gd name="connsiteX106" fmla="*/ 170505 w 163905"/>
                <a:gd name="connsiteY106" fmla="*/ 291428 h 539501"/>
                <a:gd name="connsiteX107" fmla="*/ 170498 w 163905"/>
                <a:gd name="connsiteY107" fmla="*/ 295979 h 539501"/>
                <a:gd name="connsiteX108" fmla="*/ 170462 w 163905"/>
                <a:gd name="connsiteY108" fmla="*/ 307984 h 539501"/>
                <a:gd name="connsiteX109" fmla="*/ 170432 w 163905"/>
                <a:gd name="connsiteY109" fmla="*/ 320224 h 539501"/>
                <a:gd name="connsiteX110" fmla="*/ 170359 w 163905"/>
                <a:gd name="connsiteY110" fmla="*/ 344259 h 539501"/>
                <a:gd name="connsiteX111" fmla="*/ 168127 w 163905"/>
                <a:gd name="connsiteY111" fmla="*/ 344259 h 539501"/>
                <a:gd name="connsiteX112" fmla="*/ 168205 w 163905"/>
                <a:gd name="connsiteY112" fmla="*/ 347163 h 539501"/>
                <a:gd name="connsiteX113" fmla="*/ 168266 w 163905"/>
                <a:gd name="connsiteY113" fmla="*/ 350910 h 539501"/>
                <a:gd name="connsiteX114" fmla="*/ 168323 w 163905"/>
                <a:gd name="connsiteY114" fmla="*/ 352827 h 539501"/>
                <a:gd name="connsiteX115" fmla="*/ 168345 w 163905"/>
                <a:gd name="connsiteY115" fmla="*/ 354651 h 539501"/>
                <a:gd name="connsiteX116" fmla="*/ 168380 w 163905"/>
                <a:gd name="connsiteY116" fmla="*/ 356339 h 539501"/>
                <a:gd name="connsiteX117" fmla="*/ 168127 w 163905"/>
                <a:gd name="connsiteY117" fmla="*/ 357653 h 539501"/>
                <a:gd name="connsiteX118" fmla="*/ 165895 w 163905"/>
                <a:gd name="connsiteY118" fmla="*/ 358398 h 539501"/>
                <a:gd name="connsiteX119" fmla="*/ 165383 w 163905"/>
                <a:gd name="connsiteY119" fmla="*/ 362537 h 539501"/>
                <a:gd name="connsiteX120" fmla="*/ 165235 w 163905"/>
                <a:gd name="connsiteY120" fmla="*/ 364819 h 539501"/>
                <a:gd name="connsiteX121" fmla="*/ 165150 w 163905"/>
                <a:gd name="connsiteY121" fmla="*/ 366583 h 539501"/>
                <a:gd name="connsiteX122" fmla="*/ 163662 w 163905"/>
                <a:gd name="connsiteY122" fmla="*/ 366583 h 539501"/>
                <a:gd name="connsiteX123" fmla="*/ 162918 w 163905"/>
                <a:gd name="connsiteY123" fmla="*/ 369885 h 539501"/>
                <a:gd name="connsiteX124" fmla="*/ 162174 w 163905"/>
                <a:gd name="connsiteY124" fmla="*/ 373280 h 539501"/>
                <a:gd name="connsiteX125" fmla="*/ 160686 w 163905"/>
                <a:gd name="connsiteY125" fmla="*/ 374025 h 539501"/>
                <a:gd name="connsiteX126" fmla="*/ 159941 w 163905"/>
                <a:gd name="connsiteY126" fmla="*/ 376257 h 539501"/>
                <a:gd name="connsiteX127" fmla="*/ 157709 w 163905"/>
                <a:gd name="connsiteY127" fmla="*/ 379234 h 539501"/>
                <a:gd name="connsiteX128" fmla="*/ 156965 w 163905"/>
                <a:gd name="connsiteY128" fmla="*/ 381094 h 539501"/>
                <a:gd name="connsiteX129" fmla="*/ 154732 w 163905"/>
                <a:gd name="connsiteY129" fmla="*/ 383698 h 539501"/>
                <a:gd name="connsiteX130" fmla="*/ 153988 w 163905"/>
                <a:gd name="connsiteY130" fmla="*/ 385931 h 539501"/>
                <a:gd name="connsiteX131" fmla="*/ 151756 w 163905"/>
                <a:gd name="connsiteY131" fmla="*/ 386675 h 539501"/>
                <a:gd name="connsiteX132" fmla="*/ 150268 w 163905"/>
                <a:gd name="connsiteY132" fmla="*/ 389651 h 539501"/>
                <a:gd name="connsiteX133" fmla="*/ 148779 w 163905"/>
                <a:gd name="connsiteY133" fmla="*/ 390396 h 539501"/>
                <a:gd name="connsiteX134" fmla="*/ 148175 w 163905"/>
                <a:gd name="connsiteY134" fmla="*/ 391884 h 539501"/>
                <a:gd name="connsiteX135" fmla="*/ 147291 w 163905"/>
                <a:gd name="connsiteY135" fmla="*/ 393372 h 539501"/>
                <a:gd name="connsiteX136" fmla="*/ 145384 w 163905"/>
                <a:gd name="connsiteY136" fmla="*/ 393744 h 539501"/>
                <a:gd name="connsiteX137" fmla="*/ 143570 w 163905"/>
                <a:gd name="connsiteY137" fmla="*/ 394116 h 539501"/>
                <a:gd name="connsiteX138" fmla="*/ 143245 w 163905"/>
                <a:gd name="connsiteY138" fmla="*/ 395558 h 539501"/>
                <a:gd name="connsiteX139" fmla="*/ 142826 w 163905"/>
                <a:gd name="connsiteY139" fmla="*/ 397093 h 539501"/>
                <a:gd name="connsiteX140" fmla="*/ 138361 w 163905"/>
                <a:gd name="connsiteY140" fmla="*/ 398581 h 539501"/>
                <a:gd name="connsiteX141" fmla="*/ 138361 w 163905"/>
                <a:gd name="connsiteY141" fmla="*/ 400069 h 539501"/>
                <a:gd name="connsiteX142" fmla="*/ 130176 w 163905"/>
                <a:gd name="connsiteY142" fmla="*/ 400814 h 539501"/>
                <a:gd name="connsiteX143" fmla="*/ 130176 w 163905"/>
                <a:gd name="connsiteY143" fmla="*/ 403790 h 539501"/>
                <a:gd name="connsiteX144" fmla="*/ 128616 w 163905"/>
                <a:gd name="connsiteY144" fmla="*/ 403823 h 539501"/>
                <a:gd name="connsiteX145" fmla="*/ 121665 w 163905"/>
                <a:gd name="connsiteY145" fmla="*/ 404023 h 539501"/>
                <a:gd name="connsiteX146" fmla="*/ 119210 w 163905"/>
                <a:gd name="connsiteY146" fmla="*/ 404074 h 539501"/>
                <a:gd name="connsiteX147" fmla="*/ 116877 w 163905"/>
                <a:gd name="connsiteY147" fmla="*/ 404154 h 539501"/>
                <a:gd name="connsiteX148" fmla="*/ 114716 w 163905"/>
                <a:gd name="connsiteY148" fmla="*/ 404213 h 539501"/>
                <a:gd name="connsiteX149" fmla="*/ 113061 w 163905"/>
                <a:gd name="connsiteY149" fmla="*/ 404534 h 539501"/>
                <a:gd name="connsiteX150" fmla="*/ 112316 w 163905"/>
                <a:gd name="connsiteY150" fmla="*/ 406767 h 539501"/>
                <a:gd name="connsiteX151" fmla="*/ 107224 w 163905"/>
                <a:gd name="connsiteY151" fmla="*/ 407011 h 539501"/>
                <a:gd name="connsiteX152" fmla="*/ 105681 w 163905"/>
                <a:gd name="connsiteY152" fmla="*/ 407007 h 539501"/>
                <a:gd name="connsiteX153" fmla="*/ 102445 w 163905"/>
                <a:gd name="connsiteY153" fmla="*/ 406976 h 539501"/>
                <a:gd name="connsiteX154" fmla="*/ 97477 w 163905"/>
                <a:gd name="connsiteY154" fmla="*/ 406941 h 539501"/>
                <a:gd name="connsiteX155" fmla="*/ 88504 w 163905"/>
                <a:gd name="connsiteY155" fmla="*/ 406023 h 539501"/>
                <a:gd name="connsiteX156" fmla="*/ 88042 w 163905"/>
                <a:gd name="connsiteY156" fmla="*/ 400255 h 539501"/>
                <a:gd name="connsiteX157" fmla="*/ 87760 w 163905"/>
                <a:gd name="connsiteY157" fmla="*/ 398581 h 539501"/>
                <a:gd name="connsiteX158" fmla="*/ 86271 w 163905"/>
                <a:gd name="connsiteY158" fmla="*/ 397837 h 539501"/>
                <a:gd name="connsiteX159" fmla="*/ 85963 w 163905"/>
                <a:gd name="connsiteY159" fmla="*/ 392718 h 539501"/>
                <a:gd name="connsiteX160" fmla="*/ 85920 w 163905"/>
                <a:gd name="connsiteY160" fmla="*/ 391170 h 539501"/>
                <a:gd name="connsiteX161" fmla="*/ 85806 w 163905"/>
                <a:gd name="connsiteY161" fmla="*/ 386256 h 539501"/>
                <a:gd name="connsiteX162" fmla="*/ 85719 w 163905"/>
                <a:gd name="connsiteY162" fmla="*/ 382932 h 539501"/>
                <a:gd name="connsiteX163" fmla="*/ 85527 w 163905"/>
                <a:gd name="connsiteY163" fmla="*/ 374769 h 539501"/>
                <a:gd name="connsiteX164" fmla="*/ 83295 w 163905"/>
                <a:gd name="connsiteY164" fmla="*/ 374769 h 539501"/>
                <a:gd name="connsiteX165" fmla="*/ 83211 w 163905"/>
                <a:gd name="connsiteY165" fmla="*/ 372190 h 539501"/>
                <a:gd name="connsiteX166" fmla="*/ 83062 w 163905"/>
                <a:gd name="connsiteY166" fmla="*/ 368862 h 539501"/>
                <a:gd name="connsiteX167" fmla="*/ 83012 w 163905"/>
                <a:gd name="connsiteY167" fmla="*/ 367160 h 539501"/>
                <a:gd name="connsiteX168" fmla="*/ 82551 w 163905"/>
                <a:gd name="connsiteY168" fmla="*/ 362862 h 539501"/>
                <a:gd name="connsiteX169" fmla="*/ 80318 w 163905"/>
                <a:gd name="connsiteY169" fmla="*/ 362118 h 539501"/>
                <a:gd name="connsiteX170" fmla="*/ 79900 w 163905"/>
                <a:gd name="connsiteY170" fmla="*/ 357653 h 539501"/>
                <a:gd name="connsiteX171" fmla="*/ 79574 w 163905"/>
                <a:gd name="connsiteY171" fmla="*/ 353189 h 539501"/>
                <a:gd name="connsiteX172" fmla="*/ 78086 w 163905"/>
                <a:gd name="connsiteY172" fmla="*/ 352444 h 539501"/>
                <a:gd name="connsiteX173" fmla="*/ 77621 w 163905"/>
                <a:gd name="connsiteY173" fmla="*/ 348677 h 539501"/>
                <a:gd name="connsiteX174" fmla="*/ 77452 w 163905"/>
                <a:gd name="connsiteY174" fmla="*/ 346605 h 539501"/>
                <a:gd name="connsiteX175" fmla="*/ 77342 w 163905"/>
                <a:gd name="connsiteY175" fmla="*/ 345003 h 539501"/>
                <a:gd name="connsiteX176" fmla="*/ 75109 w 163905"/>
                <a:gd name="connsiteY176" fmla="*/ 345003 h 539501"/>
                <a:gd name="connsiteX177" fmla="*/ 75109 w 163905"/>
                <a:gd name="connsiteY177" fmla="*/ 339050 h 539501"/>
                <a:gd name="connsiteX178" fmla="*/ 77818 w 163905"/>
                <a:gd name="connsiteY178" fmla="*/ 339029 h 539501"/>
                <a:gd name="connsiteX179" fmla="*/ 87745 w 163905"/>
                <a:gd name="connsiteY179" fmla="*/ 338896 h 539501"/>
                <a:gd name="connsiteX180" fmla="*/ 92045 w 163905"/>
                <a:gd name="connsiteY180" fmla="*/ 338848 h 539501"/>
                <a:gd name="connsiteX181" fmla="*/ 98218 w 163905"/>
                <a:gd name="connsiteY181" fmla="*/ 338759 h 539501"/>
                <a:gd name="connsiteX182" fmla="*/ 100168 w 163905"/>
                <a:gd name="connsiteY182" fmla="*/ 338756 h 539501"/>
                <a:gd name="connsiteX183" fmla="*/ 104875 w 163905"/>
                <a:gd name="connsiteY183" fmla="*/ 338306 h 539501"/>
                <a:gd name="connsiteX184" fmla="*/ 106363 w 163905"/>
                <a:gd name="connsiteY184" fmla="*/ 335329 h 539501"/>
                <a:gd name="connsiteX185" fmla="*/ 108224 w 163905"/>
                <a:gd name="connsiteY185" fmla="*/ 335004 h 539501"/>
                <a:gd name="connsiteX186" fmla="*/ 110084 w 163905"/>
                <a:gd name="connsiteY186" fmla="*/ 334585 h 539501"/>
                <a:gd name="connsiteX187" fmla="*/ 111572 w 163905"/>
                <a:gd name="connsiteY187" fmla="*/ 330864 h 539501"/>
                <a:gd name="connsiteX188" fmla="*/ 112316 w 163905"/>
                <a:gd name="connsiteY188" fmla="*/ 330120 h 539501"/>
                <a:gd name="connsiteX189" fmla="*/ 112735 w 163905"/>
                <a:gd name="connsiteY189" fmla="*/ 327097 h 539501"/>
                <a:gd name="connsiteX190" fmla="*/ 113061 w 163905"/>
                <a:gd name="connsiteY190" fmla="*/ 324167 h 539501"/>
                <a:gd name="connsiteX191" fmla="*/ 115293 w 163905"/>
                <a:gd name="connsiteY191" fmla="*/ 324167 h 539501"/>
                <a:gd name="connsiteX192" fmla="*/ 115409 w 163905"/>
                <a:gd name="connsiteY192" fmla="*/ 305577 h 539501"/>
                <a:gd name="connsiteX193" fmla="*/ 115461 w 163905"/>
                <a:gd name="connsiteY193" fmla="*/ 296946 h 539501"/>
                <a:gd name="connsiteX194" fmla="*/ 115505 w 163905"/>
                <a:gd name="connsiteY194" fmla="*/ 288623 h 539501"/>
                <a:gd name="connsiteX195" fmla="*/ 115529 w 163905"/>
                <a:gd name="connsiteY195" fmla="*/ 285441 h 539501"/>
                <a:gd name="connsiteX196" fmla="*/ 115546 w 163905"/>
                <a:gd name="connsiteY196" fmla="*/ 280998 h 539501"/>
                <a:gd name="connsiteX197" fmla="*/ 115561 w 163905"/>
                <a:gd name="connsiteY197" fmla="*/ 278440 h 539501"/>
                <a:gd name="connsiteX198" fmla="*/ 115293 w 163905"/>
                <a:gd name="connsiteY198" fmla="*/ 276542 h 539501"/>
                <a:gd name="connsiteX199" fmla="*/ 113061 w 163905"/>
                <a:gd name="connsiteY199" fmla="*/ 275798 h 539501"/>
                <a:gd name="connsiteX200" fmla="*/ 112843 w 163905"/>
                <a:gd name="connsiteY200" fmla="*/ 272632 h 539501"/>
                <a:gd name="connsiteX201" fmla="*/ 112864 w 163905"/>
                <a:gd name="connsiteY201" fmla="*/ 270707 h 539501"/>
                <a:gd name="connsiteX202" fmla="*/ 112921 w 163905"/>
                <a:gd name="connsiteY202" fmla="*/ 268682 h 539501"/>
                <a:gd name="connsiteX203" fmla="*/ 112952 w 163905"/>
                <a:gd name="connsiteY203" fmla="*/ 266649 h 539501"/>
                <a:gd name="connsiteX204" fmla="*/ 113061 w 163905"/>
                <a:gd name="connsiteY204" fmla="*/ 261659 h 539501"/>
                <a:gd name="connsiteX205" fmla="*/ 110828 w 163905"/>
                <a:gd name="connsiteY205" fmla="*/ 261659 h 539501"/>
                <a:gd name="connsiteX206" fmla="*/ 110084 w 163905"/>
                <a:gd name="connsiteY206" fmla="*/ 251241 h 539501"/>
                <a:gd name="connsiteX207" fmla="*/ 107852 w 163905"/>
                <a:gd name="connsiteY207" fmla="*/ 251241 h 539501"/>
                <a:gd name="connsiteX208" fmla="*/ 107107 w 163905"/>
                <a:gd name="connsiteY208" fmla="*/ 242312 h 539501"/>
                <a:gd name="connsiteX209" fmla="*/ 104875 w 163905"/>
                <a:gd name="connsiteY209" fmla="*/ 242312 h 539501"/>
                <a:gd name="connsiteX210" fmla="*/ 104765 w 163905"/>
                <a:gd name="connsiteY210" fmla="*/ 240873 h 539501"/>
                <a:gd name="connsiteX211" fmla="*/ 104596 w 163905"/>
                <a:gd name="connsiteY211" fmla="*/ 239010 h 539501"/>
                <a:gd name="connsiteX212" fmla="*/ 104439 w 163905"/>
                <a:gd name="connsiteY212" fmla="*/ 237152 h 539501"/>
                <a:gd name="connsiteX213" fmla="*/ 104131 w 163905"/>
                <a:gd name="connsiteY213" fmla="*/ 235614 h 539501"/>
                <a:gd name="connsiteX214" fmla="*/ 102643 w 163905"/>
                <a:gd name="connsiteY214" fmla="*/ 234870 h 539501"/>
                <a:gd name="connsiteX215" fmla="*/ 102227 w 163905"/>
                <a:gd name="connsiteY215" fmla="*/ 230266 h 539501"/>
                <a:gd name="connsiteX216" fmla="*/ 101898 w 163905"/>
                <a:gd name="connsiteY216" fmla="*/ 228917 h 539501"/>
                <a:gd name="connsiteX217" fmla="*/ 99666 w 163905"/>
                <a:gd name="connsiteY217" fmla="*/ 228173 h 539501"/>
                <a:gd name="connsiteX218" fmla="*/ 98922 w 163905"/>
                <a:gd name="connsiteY218" fmla="*/ 222964 h 539501"/>
                <a:gd name="connsiteX219" fmla="*/ 96689 w 163905"/>
                <a:gd name="connsiteY219" fmla="*/ 220732 h 539501"/>
                <a:gd name="connsiteX220" fmla="*/ 95945 w 163905"/>
                <a:gd name="connsiteY220" fmla="*/ 216267 h 539501"/>
                <a:gd name="connsiteX221" fmla="*/ 94457 w 163905"/>
                <a:gd name="connsiteY221" fmla="*/ 216267 h 539501"/>
                <a:gd name="connsiteX222" fmla="*/ 92969 w 163905"/>
                <a:gd name="connsiteY222" fmla="*/ 211802 h 539501"/>
                <a:gd name="connsiteX223" fmla="*/ 91480 w 163905"/>
                <a:gd name="connsiteY223" fmla="*/ 211058 h 539501"/>
                <a:gd name="connsiteX224" fmla="*/ 89992 w 163905"/>
                <a:gd name="connsiteY224" fmla="*/ 207337 h 539501"/>
                <a:gd name="connsiteX225" fmla="*/ 88504 w 163905"/>
                <a:gd name="connsiteY225" fmla="*/ 206593 h 539501"/>
                <a:gd name="connsiteX226" fmla="*/ 87760 w 163905"/>
                <a:gd name="connsiteY226" fmla="*/ 202128 h 539501"/>
                <a:gd name="connsiteX227" fmla="*/ 86271 w 163905"/>
                <a:gd name="connsiteY227" fmla="*/ 201384 h 539501"/>
                <a:gd name="connsiteX228" fmla="*/ 85946 w 163905"/>
                <a:gd name="connsiteY228" fmla="*/ 199896 h 539501"/>
                <a:gd name="connsiteX229" fmla="*/ 85527 w 163905"/>
                <a:gd name="connsiteY229" fmla="*/ 198407 h 539501"/>
                <a:gd name="connsiteX230" fmla="*/ 83295 w 163905"/>
                <a:gd name="connsiteY230" fmla="*/ 197663 h 539501"/>
                <a:gd name="connsiteX231" fmla="*/ 83155 w 163905"/>
                <a:gd name="connsiteY231" fmla="*/ 193896 h 539501"/>
                <a:gd name="connsiteX232" fmla="*/ 83216 w 163905"/>
                <a:gd name="connsiteY232" fmla="*/ 191823 h 539501"/>
                <a:gd name="connsiteX233" fmla="*/ 83295 w 163905"/>
                <a:gd name="connsiteY233" fmla="*/ 190222 h 539501"/>
                <a:gd name="connsiteX234" fmla="*/ 84783 w 163905"/>
                <a:gd name="connsiteY234" fmla="*/ 190222 h 539501"/>
                <a:gd name="connsiteX235" fmla="*/ 85990 w 163905"/>
                <a:gd name="connsiteY235" fmla="*/ 181778 h 539501"/>
                <a:gd name="connsiteX236" fmla="*/ 86271 w 163905"/>
                <a:gd name="connsiteY236" fmla="*/ 179804 h 539501"/>
                <a:gd name="connsiteX237" fmla="*/ 87760 w 163905"/>
                <a:gd name="connsiteY237" fmla="*/ 179060 h 539501"/>
                <a:gd name="connsiteX238" fmla="*/ 88225 w 163905"/>
                <a:gd name="connsiteY238" fmla="*/ 173060 h 539501"/>
                <a:gd name="connsiteX239" fmla="*/ 88312 w 163905"/>
                <a:gd name="connsiteY239" fmla="*/ 171349 h 539501"/>
                <a:gd name="connsiteX240" fmla="*/ 88504 w 163905"/>
                <a:gd name="connsiteY240" fmla="*/ 167153 h 539501"/>
                <a:gd name="connsiteX241" fmla="*/ 90736 w 163905"/>
                <a:gd name="connsiteY241" fmla="*/ 167898 h 539501"/>
                <a:gd name="connsiteX242" fmla="*/ 90821 w 163905"/>
                <a:gd name="connsiteY242" fmla="*/ 165157 h 539501"/>
                <a:gd name="connsiteX243" fmla="*/ 90969 w 163905"/>
                <a:gd name="connsiteY243" fmla="*/ 161619 h 539501"/>
                <a:gd name="connsiteX244" fmla="*/ 91020 w 163905"/>
                <a:gd name="connsiteY244" fmla="*/ 159809 h 539501"/>
                <a:gd name="connsiteX245" fmla="*/ 91480 w 163905"/>
                <a:gd name="connsiteY245" fmla="*/ 155247 h 539501"/>
                <a:gd name="connsiteX246" fmla="*/ 93713 w 163905"/>
                <a:gd name="connsiteY246" fmla="*/ 154503 h 539501"/>
                <a:gd name="connsiteX247" fmla="*/ 94131 w 163905"/>
                <a:gd name="connsiteY247" fmla="*/ 148550 h 539501"/>
                <a:gd name="connsiteX248" fmla="*/ 94457 w 163905"/>
                <a:gd name="connsiteY248" fmla="*/ 142597 h 539501"/>
                <a:gd name="connsiteX249" fmla="*/ 95945 w 163905"/>
                <a:gd name="connsiteY249" fmla="*/ 141853 h 539501"/>
                <a:gd name="connsiteX250" fmla="*/ 96301 w 163905"/>
                <a:gd name="connsiteY250" fmla="*/ 134687 h 539501"/>
                <a:gd name="connsiteX251" fmla="*/ 96689 w 163905"/>
                <a:gd name="connsiteY251" fmla="*/ 130691 h 539501"/>
                <a:gd name="connsiteX252" fmla="*/ 98922 w 163905"/>
                <a:gd name="connsiteY252" fmla="*/ 129946 h 539501"/>
                <a:gd name="connsiteX253" fmla="*/ 99433 w 163905"/>
                <a:gd name="connsiteY253" fmla="*/ 123947 h 539501"/>
                <a:gd name="connsiteX254" fmla="*/ 99511 w 163905"/>
                <a:gd name="connsiteY254" fmla="*/ 122236 h 539501"/>
                <a:gd name="connsiteX255" fmla="*/ 99666 w 163905"/>
                <a:gd name="connsiteY255" fmla="*/ 118040 h 539501"/>
                <a:gd name="connsiteX256" fmla="*/ 101898 w 163905"/>
                <a:gd name="connsiteY256" fmla="*/ 118040 h 539501"/>
                <a:gd name="connsiteX257" fmla="*/ 102009 w 163905"/>
                <a:gd name="connsiteY257" fmla="*/ 115136 h 539501"/>
                <a:gd name="connsiteX258" fmla="*/ 102177 w 163905"/>
                <a:gd name="connsiteY258" fmla="*/ 111389 h 539501"/>
                <a:gd name="connsiteX259" fmla="*/ 102247 w 163905"/>
                <a:gd name="connsiteY259" fmla="*/ 109472 h 539501"/>
                <a:gd name="connsiteX260" fmla="*/ 102334 w 163905"/>
                <a:gd name="connsiteY260" fmla="*/ 107648 h 539501"/>
                <a:gd name="connsiteX261" fmla="*/ 102405 w 163905"/>
                <a:gd name="connsiteY261" fmla="*/ 105960 h 539501"/>
                <a:gd name="connsiteX262" fmla="*/ 102643 w 163905"/>
                <a:gd name="connsiteY262" fmla="*/ 104646 h 539501"/>
                <a:gd name="connsiteX263" fmla="*/ 104131 w 163905"/>
                <a:gd name="connsiteY263" fmla="*/ 103902 h 539501"/>
                <a:gd name="connsiteX264" fmla="*/ 104439 w 163905"/>
                <a:gd name="connsiteY264" fmla="*/ 100899 h 539501"/>
                <a:gd name="connsiteX265" fmla="*/ 104526 w 163905"/>
                <a:gd name="connsiteY265" fmla="*/ 99075 h 539501"/>
                <a:gd name="connsiteX266" fmla="*/ 104596 w 163905"/>
                <a:gd name="connsiteY266" fmla="*/ 97158 h 539501"/>
                <a:gd name="connsiteX267" fmla="*/ 104683 w 163905"/>
                <a:gd name="connsiteY267" fmla="*/ 95232 h 539501"/>
                <a:gd name="connsiteX268" fmla="*/ 104875 w 163905"/>
                <a:gd name="connsiteY268" fmla="*/ 90507 h 539501"/>
                <a:gd name="connsiteX269" fmla="*/ 107107 w 163905"/>
                <a:gd name="connsiteY269" fmla="*/ 90507 h 539501"/>
                <a:gd name="connsiteX270" fmla="*/ 107192 w 163905"/>
                <a:gd name="connsiteY270" fmla="*/ 87792 h 539501"/>
                <a:gd name="connsiteX271" fmla="*/ 107340 w 163905"/>
                <a:gd name="connsiteY271" fmla="*/ 84275 h 539501"/>
                <a:gd name="connsiteX272" fmla="*/ 107391 w 163905"/>
                <a:gd name="connsiteY272" fmla="*/ 82484 h 539501"/>
                <a:gd name="connsiteX273" fmla="*/ 107852 w 163905"/>
                <a:gd name="connsiteY273" fmla="*/ 77857 h 539501"/>
                <a:gd name="connsiteX274" fmla="*/ 110084 w 163905"/>
                <a:gd name="connsiteY274" fmla="*/ 76368 h 539501"/>
                <a:gd name="connsiteX275" fmla="*/ 110084 w 163905"/>
                <a:gd name="connsiteY275" fmla="*/ 74880 h 539501"/>
                <a:gd name="connsiteX276" fmla="*/ 108596 w 163905"/>
                <a:gd name="connsiteY276" fmla="*/ 74136 h 539501"/>
                <a:gd name="connsiteX277" fmla="*/ 108596 w 163905"/>
                <a:gd name="connsiteY277" fmla="*/ 75624 h 539501"/>
                <a:gd name="connsiteX278" fmla="*/ 69900 w 163905"/>
                <a:gd name="connsiteY278" fmla="*/ 75624 h 539501"/>
                <a:gd name="connsiteX279" fmla="*/ 69156 w 163905"/>
                <a:gd name="connsiteY279" fmla="*/ 539968 h 539501"/>
                <a:gd name="connsiteX280" fmla="*/ 14834 w 163905"/>
                <a:gd name="connsiteY280" fmla="*/ 539968 h 539501"/>
                <a:gd name="connsiteX281" fmla="*/ 14817 w 163905"/>
                <a:gd name="connsiteY281" fmla="*/ 506133 h 539501"/>
                <a:gd name="connsiteX282" fmla="*/ 14817 w 163905"/>
                <a:gd name="connsiteY282" fmla="*/ 504349 h 539501"/>
                <a:gd name="connsiteX283" fmla="*/ 14771 w 163905"/>
                <a:gd name="connsiteY283" fmla="*/ 387462 h 539501"/>
                <a:gd name="connsiteX284" fmla="*/ 14770 w 163905"/>
                <a:gd name="connsiteY284" fmla="*/ 385183 h 539501"/>
                <a:gd name="connsiteX285" fmla="*/ 14758 w 163905"/>
                <a:gd name="connsiteY285" fmla="*/ 336169 h 539501"/>
                <a:gd name="connsiteX286" fmla="*/ 14752 w 163905"/>
                <a:gd name="connsiteY286" fmla="*/ 312134 h 539501"/>
                <a:gd name="connsiteX287" fmla="*/ 14752 w 163905"/>
                <a:gd name="connsiteY287" fmla="*/ 309718 h 539501"/>
                <a:gd name="connsiteX288" fmla="*/ 14720 w 163905"/>
                <a:gd name="connsiteY288" fmla="*/ 232130 h 539501"/>
                <a:gd name="connsiteX289" fmla="*/ 14694 w 163905"/>
                <a:gd name="connsiteY289" fmla="*/ 152428 h 539501"/>
                <a:gd name="connsiteX290" fmla="*/ 14693 w 163905"/>
                <a:gd name="connsiteY290" fmla="*/ 141182 h 539501"/>
                <a:gd name="connsiteX291" fmla="*/ 14692 w 163905"/>
                <a:gd name="connsiteY291" fmla="*/ 138946 h 539501"/>
                <a:gd name="connsiteX292" fmla="*/ 14675 w 163905"/>
                <a:gd name="connsiteY292" fmla="*/ 103253 h 539501"/>
                <a:gd name="connsiteX293" fmla="*/ 14665 w 163905"/>
                <a:gd name="connsiteY293" fmla="*/ 67406 h 539501"/>
                <a:gd name="connsiteX294" fmla="*/ 14654 w 163905"/>
                <a:gd name="connsiteY294" fmla="*/ 46085 h 539501"/>
                <a:gd name="connsiteX295" fmla="*/ 14653 w 163905"/>
                <a:gd name="connsiteY295" fmla="*/ 31864 h 539501"/>
                <a:gd name="connsiteX296" fmla="*/ 14648 w 163905"/>
                <a:gd name="connsiteY296" fmla="*/ 23747 h 539501"/>
                <a:gd name="connsiteX297" fmla="*/ 14651 w 163905"/>
                <a:gd name="connsiteY297" fmla="*/ 15026 h 539501"/>
                <a:gd name="connsiteX298" fmla="*/ 14639 w 163905"/>
                <a:gd name="connsiteY298" fmla="*/ 12450 h 539501"/>
                <a:gd name="connsiteX299" fmla="*/ 14649 w 163905"/>
                <a:gd name="connsiteY299" fmla="*/ 10118 h 539501"/>
                <a:gd name="connsiteX300" fmla="*/ 14648 w 163905"/>
                <a:gd name="connsiteY300" fmla="*/ 8101 h 539501"/>
                <a:gd name="connsiteX301" fmla="*/ 16322 w 163905"/>
                <a:gd name="connsiteY301" fmla="*/ 4187 h 539501"/>
                <a:gd name="connsiteX302" fmla="*/ 21016 w 163905"/>
                <a:gd name="connsiteY302" fmla="*/ 3910 h 539501"/>
                <a:gd name="connsiteX303" fmla="*/ 22492 w 163905"/>
                <a:gd name="connsiteY303" fmla="*/ 3901 h 539501"/>
                <a:gd name="connsiteX304" fmla="*/ 27409 w 163905"/>
                <a:gd name="connsiteY304" fmla="*/ 3912 h 539501"/>
                <a:gd name="connsiteX305" fmla="*/ 30925 w 163905"/>
                <a:gd name="connsiteY305" fmla="*/ 3904 h 539501"/>
                <a:gd name="connsiteX306" fmla="*/ 38507 w 163905"/>
                <a:gd name="connsiteY306" fmla="*/ 3904 h 539501"/>
                <a:gd name="connsiteX307" fmla="*/ 50483 w 163905"/>
                <a:gd name="connsiteY307" fmla="*/ 3891 h 539501"/>
                <a:gd name="connsiteX308" fmla="*/ 80228 w 163905"/>
                <a:gd name="connsiteY308" fmla="*/ 3862 h 539501"/>
                <a:gd name="connsiteX309" fmla="*/ 103344 w 163905"/>
                <a:gd name="connsiteY309" fmla="*/ 3832 h 539501"/>
                <a:gd name="connsiteX310" fmla="*/ 115262 w 163905"/>
                <a:gd name="connsiteY310" fmla="*/ 3833 h 539501"/>
                <a:gd name="connsiteX311" fmla="*/ 122659 w 163905"/>
                <a:gd name="connsiteY311" fmla="*/ 3818 h 539501"/>
                <a:gd name="connsiteX312" fmla="*/ 126104 w 163905"/>
                <a:gd name="connsiteY312" fmla="*/ 3825 h 539501"/>
                <a:gd name="connsiteX313" fmla="*/ 130785 w 163905"/>
                <a:gd name="connsiteY313" fmla="*/ 3814 h 539501"/>
                <a:gd name="connsiteX314" fmla="*/ 133438 w 163905"/>
                <a:gd name="connsiteY314" fmla="*/ 3814 h 539501"/>
                <a:gd name="connsiteX315" fmla="*/ 135385 w 163905"/>
                <a:gd name="connsiteY315" fmla="*/ 3443 h 539501"/>
                <a:gd name="connsiteX316" fmla="*/ 136129 w 163905"/>
                <a:gd name="connsiteY316" fmla="*/ 466 h 53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163905" h="539501">
                  <a:moveTo>
                    <a:pt x="136129" y="466"/>
                  </a:moveTo>
                  <a:cubicBezTo>
                    <a:pt x="137111" y="466"/>
                    <a:pt x="138093" y="466"/>
                    <a:pt x="139105" y="466"/>
                  </a:cubicBezTo>
                  <a:cubicBezTo>
                    <a:pt x="139105" y="1448"/>
                    <a:pt x="139105" y="2431"/>
                    <a:pt x="139105" y="3443"/>
                  </a:cubicBezTo>
                  <a:cubicBezTo>
                    <a:pt x="139950" y="3519"/>
                    <a:pt x="140794" y="3596"/>
                    <a:pt x="141663" y="3675"/>
                  </a:cubicBezTo>
                  <a:cubicBezTo>
                    <a:pt x="142976" y="3928"/>
                    <a:pt x="142976" y="3928"/>
                    <a:pt x="144314" y="4187"/>
                  </a:cubicBezTo>
                  <a:cubicBezTo>
                    <a:pt x="144560" y="4923"/>
                    <a:pt x="144806" y="5660"/>
                    <a:pt x="145059" y="6419"/>
                  </a:cubicBezTo>
                  <a:cubicBezTo>
                    <a:pt x="145688" y="6527"/>
                    <a:pt x="146317" y="6634"/>
                    <a:pt x="146965" y="6745"/>
                  </a:cubicBezTo>
                  <a:cubicBezTo>
                    <a:pt x="147863" y="6952"/>
                    <a:pt x="147863" y="6952"/>
                    <a:pt x="148779" y="7163"/>
                  </a:cubicBezTo>
                  <a:cubicBezTo>
                    <a:pt x="148779" y="8146"/>
                    <a:pt x="148779" y="9128"/>
                    <a:pt x="148779" y="10140"/>
                  </a:cubicBezTo>
                  <a:cubicBezTo>
                    <a:pt x="150498" y="10385"/>
                    <a:pt x="152217" y="10631"/>
                    <a:pt x="153988" y="10884"/>
                  </a:cubicBezTo>
                  <a:cubicBezTo>
                    <a:pt x="153988" y="11866"/>
                    <a:pt x="153988" y="12848"/>
                    <a:pt x="153988" y="13861"/>
                  </a:cubicBezTo>
                  <a:cubicBezTo>
                    <a:pt x="154710" y="13937"/>
                    <a:pt x="155431" y="14014"/>
                    <a:pt x="156174" y="14093"/>
                  </a:cubicBezTo>
                  <a:cubicBezTo>
                    <a:pt x="156926" y="14262"/>
                    <a:pt x="157678" y="14431"/>
                    <a:pt x="158453" y="14605"/>
                  </a:cubicBezTo>
                  <a:cubicBezTo>
                    <a:pt x="158699" y="15341"/>
                    <a:pt x="158944" y="16078"/>
                    <a:pt x="159197" y="16837"/>
                  </a:cubicBezTo>
                  <a:cubicBezTo>
                    <a:pt x="159919" y="16945"/>
                    <a:pt x="160640" y="17052"/>
                    <a:pt x="161383" y="17163"/>
                  </a:cubicBezTo>
                  <a:cubicBezTo>
                    <a:pt x="162135" y="17301"/>
                    <a:pt x="162887" y="17439"/>
                    <a:pt x="163662" y="17581"/>
                  </a:cubicBezTo>
                  <a:cubicBezTo>
                    <a:pt x="164499" y="19070"/>
                    <a:pt x="164499" y="19070"/>
                    <a:pt x="165150" y="20558"/>
                  </a:cubicBezTo>
                  <a:cubicBezTo>
                    <a:pt x="166137" y="20827"/>
                    <a:pt x="167129" y="21077"/>
                    <a:pt x="168127" y="21302"/>
                  </a:cubicBezTo>
                  <a:cubicBezTo>
                    <a:pt x="168373" y="22039"/>
                    <a:pt x="168618" y="22775"/>
                    <a:pt x="168871" y="23534"/>
                  </a:cubicBezTo>
                  <a:cubicBezTo>
                    <a:pt x="170107" y="24041"/>
                    <a:pt x="171347" y="24537"/>
                    <a:pt x="172592" y="25023"/>
                  </a:cubicBezTo>
                  <a:cubicBezTo>
                    <a:pt x="173083" y="25759"/>
                    <a:pt x="173574" y="26496"/>
                    <a:pt x="174080" y="27255"/>
                  </a:cubicBezTo>
                  <a:cubicBezTo>
                    <a:pt x="174709" y="27470"/>
                    <a:pt x="175339" y="27685"/>
                    <a:pt x="175987" y="27906"/>
                  </a:cubicBezTo>
                  <a:cubicBezTo>
                    <a:pt x="176586" y="28182"/>
                    <a:pt x="177184" y="28459"/>
                    <a:pt x="177801" y="28743"/>
                  </a:cubicBezTo>
                  <a:cubicBezTo>
                    <a:pt x="178405" y="30697"/>
                    <a:pt x="178405" y="30697"/>
                    <a:pt x="178545" y="32464"/>
                  </a:cubicBezTo>
                  <a:cubicBezTo>
                    <a:pt x="178054" y="32464"/>
                    <a:pt x="177563" y="32464"/>
                    <a:pt x="177057" y="32464"/>
                  </a:cubicBezTo>
                  <a:cubicBezTo>
                    <a:pt x="176811" y="36639"/>
                    <a:pt x="176566" y="40813"/>
                    <a:pt x="176313" y="45114"/>
                  </a:cubicBezTo>
                  <a:cubicBezTo>
                    <a:pt x="175576" y="45114"/>
                    <a:pt x="174839" y="45114"/>
                    <a:pt x="174080" y="45114"/>
                  </a:cubicBezTo>
                  <a:cubicBezTo>
                    <a:pt x="173835" y="48798"/>
                    <a:pt x="173589" y="52481"/>
                    <a:pt x="173336" y="56277"/>
                  </a:cubicBezTo>
                  <a:cubicBezTo>
                    <a:pt x="172599" y="56277"/>
                    <a:pt x="171863" y="56277"/>
                    <a:pt x="171104" y="56277"/>
                  </a:cubicBezTo>
                  <a:cubicBezTo>
                    <a:pt x="170858" y="59960"/>
                    <a:pt x="170612" y="63644"/>
                    <a:pt x="170359" y="67439"/>
                  </a:cubicBezTo>
                  <a:cubicBezTo>
                    <a:pt x="169623" y="67439"/>
                    <a:pt x="168886" y="67439"/>
                    <a:pt x="168127" y="67439"/>
                  </a:cubicBezTo>
                  <a:cubicBezTo>
                    <a:pt x="168153" y="68182"/>
                    <a:pt x="168179" y="68925"/>
                    <a:pt x="168205" y="69691"/>
                  </a:cubicBezTo>
                  <a:cubicBezTo>
                    <a:pt x="168226" y="70652"/>
                    <a:pt x="168246" y="71612"/>
                    <a:pt x="168266" y="72601"/>
                  </a:cubicBezTo>
                  <a:cubicBezTo>
                    <a:pt x="168292" y="73559"/>
                    <a:pt x="168318" y="74518"/>
                    <a:pt x="168345" y="75505"/>
                  </a:cubicBezTo>
                  <a:cubicBezTo>
                    <a:pt x="168273" y="76281"/>
                    <a:pt x="168201" y="77057"/>
                    <a:pt x="168127" y="77857"/>
                  </a:cubicBezTo>
                  <a:cubicBezTo>
                    <a:pt x="167390" y="78102"/>
                    <a:pt x="166654" y="78348"/>
                    <a:pt x="165895" y="78601"/>
                  </a:cubicBezTo>
                  <a:cubicBezTo>
                    <a:pt x="165454" y="81034"/>
                    <a:pt x="165454" y="81034"/>
                    <a:pt x="165383" y="83856"/>
                  </a:cubicBezTo>
                  <a:cubicBezTo>
                    <a:pt x="165310" y="85297"/>
                    <a:pt x="165310" y="85297"/>
                    <a:pt x="165235" y="86766"/>
                  </a:cubicBezTo>
                  <a:cubicBezTo>
                    <a:pt x="165207" y="87509"/>
                    <a:pt x="165179" y="88253"/>
                    <a:pt x="165150" y="89019"/>
                  </a:cubicBezTo>
                  <a:cubicBezTo>
                    <a:pt x="164659" y="89019"/>
                    <a:pt x="164168" y="89019"/>
                    <a:pt x="163662" y="89019"/>
                  </a:cubicBezTo>
                  <a:cubicBezTo>
                    <a:pt x="162438" y="91466"/>
                    <a:pt x="162621" y="94178"/>
                    <a:pt x="162456" y="96882"/>
                  </a:cubicBezTo>
                  <a:cubicBezTo>
                    <a:pt x="162363" y="97479"/>
                    <a:pt x="162270" y="98077"/>
                    <a:pt x="162174" y="98693"/>
                  </a:cubicBezTo>
                  <a:cubicBezTo>
                    <a:pt x="161683" y="98938"/>
                    <a:pt x="161192" y="99184"/>
                    <a:pt x="160686" y="99437"/>
                  </a:cubicBezTo>
                  <a:cubicBezTo>
                    <a:pt x="160336" y="101874"/>
                    <a:pt x="160336" y="101874"/>
                    <a:pt x="160220" y="104692"/>
                  </a:cubicBezTo>
                  <a:cubicBezTo>
                    <a:pt x="160165" y="105652"/>
                    <a:pt x="160109" y="106613"/>
                    <a:pt x="160052" y="107602"/>
                  </a:cubicBezTo>
                  <a:cubicBezTo>
                    <a:pt x="159997" y="108717"/>
                    <a:pt x="159997" y="108717"/>
                    <a:pt x="159941" y="109855"/>
                  </a:cubicBezTo>
                  <a:cubicBezTo>
                    <a:pt x="159205" y="109855"/>
                    <a:pt x="158468" y="109855"/>
                    <a:pt x="157709" y="109855"/>
                  </a:cubicBezTo>
                  <a:cubicBezTo>
                    <a:pt x="157463" y="113293"/>
                    <a:pt x="157218" y="116731"/>
                    <a:pt x="156965" y="120273"/>
                  </a:cubicBezTo>
                  <a:cubicBezTo>
                    <a:pt x="156228" y="120273"/>
                    <a:pt x="155491" y="120273"/>
                    <a:pt x="154732" y="120273"/>
                  </a:cubicBezTo>
                  <a:cubicBezTo>
                    <a:pt x="154678" y="121388"/>
                    <a:pt x="154678" y="121388"/>
                    <a:pt x="154622" y="122525"/>
                  </a:cubicBezTo>
                  <a:cubicBezTo>
                    <a:pt x="154566" y="123486"/>
                    <a:pt x="154511" y="124446"/>
                    <a:pt x="154453" y="125435"/>
                  </a:cubicBezTo>
                  <a:cubicBezTo>
                    <a:pt x="154402" y="126393"/>
                    <a:pt x="154350" y="127352"/>
                    <a:pt x="154296" y="128339"/>
                  </a:cubicBezTo>
                  <a:cubicBezTo>
                    <a:pt x="154195" y="129115"/>
                    <a:pt x="154093" y="129891"/>
                    <a:pt x="153988" y="130691"/>
                  </a:cubicBezTo>
                  <a:cubicBezTo>
                    <a:pt x="153497" y="130936"/>
                    <a:pt x="153006" y="131182"/>
                    <a:pt x="152500" y="131435"/>
                  </a:cubicBezTo>
                  <a:cubicBezTo>
                    <a:pt x="152234" y="133721"/>
                    <a:pt x="152169" y="135992"/>
                    <a:pt x="152084" y="138292"/>
                  </a:cubicBezTo>
                  <a:cubicBezTo>
                    <a:pt x="151922" y="139318"/>
                    <a:pt x="151922" y="139318"/>
                    <a:pt x="151756" y="140364"/>
                  </a:cubicBezTo>
                  <a:cubicBezTo>
                    <a:pt x="151019" y="140856"/>
                    <a:pt x="150282" y="141347"/>
                    <a:pt x="149523" y="141853"/>
                  </a:cubicBezTo>
                  <a:cubicBezTo>
                    <a:pt x="149087" y="144172"/>
                    <a:pt x="149087" y="144172"/>
                    <a:pt x="149012" y="146783"/>
                  </a:cubicBezTo>
                  <a:cubicBezTo>
                    <a:pt x="148938" y="148109"/>
                    <a:pt x="148938" y="148109"/>
                    <a:pt x="148864" y="149463"/>
                  </a:cubicBezTo>
                  <a:cubicBezTo>
                    <a:pt x="148836" y="150144"/>
                    <a:pt x="148808" y="150825"/>
                    <a:pt x="148779" y="151527"/>
                  </a:cubicBezTo>
                  <a:cubicBezTo>
                    <a:pt x="148288" y="151527"/>
                    <a:pt x="147797" y="151527"/>
                    <a:pt x="147291" y="151527"/>
                  </a:cubicBezTo>
                  <a:cubicBezTo>
                    <a:pt x="146067" y="153974"/>
                    <a:pt x="146250" y="156686"/>
                    <a:pt x="146085" y="159389"/>
                  </a:cubicBezTo>
                  <a:cubicBezTo>
                    <a:pt x="145992" y="159987"/>
                    <a:pt x="145899" y="160585"/>
                    <a:pt x="145803" y="161200"/>
                  </a:cubicBezTo>
                  <a:cubicBezTo>
                    <a:pt x="145312" y="161446"/>
                    <a:pt x="144820" y="161691"/>
                    <a:pt x="144314" y="161944"/>
                  </a:cubicBezTo>
                  <a:cubicBezTo>
                    <a:pt x="144049" y="164449"/>
                    <a:pt x="143984" y="166939"/>
                    <a:pt x="143899" y="169456"/>
                  </a:cubicBezTo>
                  <a:cubicBezTo>
                    <a:pt x="143790" y="170169"/>
                    <a:pt x="143682" y="170883"/>
                    <a:pt x="143570" y="171618"/>
                  </a:cubicBezTo>
                  <a:cubicBezTo>
                    <a:pt x="142834" y="171864"/>
                    <a:pt x="142097" y="172109"/>
                    <a:pt x="141338" y="172362"/>
                  </a:cubicBezTo>
                  <a:cubicBezTo>
                    <a:pt x="140898" y="174624"/>
                    <a:pt x="140898" y="174624"/>
                    <a:pt x="140826" y="177246"/>
                  </a:cubicBezTo>
                  <a:cubicBezTo>
                    <a:pt x="140753" y="178583"/>
                    <a:pt x="140753" y="178583"/>
                    <a:pt x="140678" y="179946"/>
                  </a:cubicBezTo>
                  <a:cubicBezTo>
                    <a:pt x="140636" y="180981"/>
                    <a:pt x="140636" y="180981"/>
                    <a:pt x="140594" y="182036"/>
                  </a:cubicBezTo>
                  <a:cubicBezTo>
                    <a:pt x="139857" y="182036"/>
                    <a:pt x="139120" y="182036"/>
                    <a:pt x="138361" y="182036"/>
                  </a:cubicBezTo>
                  <a:cubicBezTo>
                    <a:pt x="138301" y="183105"/>
                    <a:pt x="138258" y="184175"/>
                    <a:pt x="138222" y="185245"/>
                  </a:cubicBezTo>
                  <a:cubicBezTo>
                    <a:pt x="138196" y="185841"/>
                    <a:pt x="138170" y="186437"/>
                    <a:pt x="138143" y="187051"/>
                  </a:cubicBezTo>
                  <a:cubicBezTo>
                    <a:pt x="138411" y="189120"/>
                    <a:pt x="139055" y="189625"/>
                    <a:pt x="140594" y="190966"/>
                  </a:cubicBezTo>
                  <a:cubicBezTo>
                    <a:pt x="141124" y="192192"/>
                    <a:pt x="141616" y="193435"/>
                    <a:pt x="142082" y="194687"/>
                  </a:cubicBezTo>
                  <a:cubicBezTo>
                    <a:pt x="143331" y="197853"/>
                    <a:pt x="143331" y="197853"/>
                    <a:pt x="145803" y="199896"/>
                  </a:cubicBezTo>
                  <a:cubicBezTo>
                    <a:pt x="146106" y="201623"/>
                    <a:pt x="146357" y="203361"/>
                    <a:pt x="146547" y="205105"/>
                  </a:cubicBezTo>
                  <a:cubicBezTo>
                    <a:pt x="147284" y="205105"/>
                    <a:pt x="148020" y="205105"/>
                    <a:pt x="148779" y="205105"/>
                  </a:cubicBezTo>
                  <a:cubicBezTo>
                    <a:pt x="148856" y="205949"/>
                    <a:pt x="148933" y="206793"/>
                    <a:pt x="149012" y="207663"/>
                  </a:cubicBezTo>
                  <a:cubicBezTo>
                    <a:pt x="149265" y="208975"/>
                    <a:pt x="149265" y="208975"/>
                    <a:pt x="149523" y="210314"/>
                  </a:cubicBezTo>
                  <a:cubicBezTo>
                    <a:pt x="150260" y="210559"/>
                    <a:pt x="150997" y="210805"/>
                    <a:pt x="151756" y="211058"/>
                  </a:cubicBezTo>
                  <a:cubicBezTo>
                    <a:pt x="152074" y="213065"/>
                    <a:pt x="151853" y="214971"/>
                    <a:pt x="151756" y="217011"/>
                  </a:cubicBezTo>
                  <a:cubicBezTo>
                    <a:pt x="152493" y="217011"/>
                    <a:pt x="153229" y="217011"/>
                    <a:pt x="153988" y="217011"/>
                  </a:cubicBezTo>
                  <a:cubicBezTo>
                    <a:pt x="154109" y="218537"/>
                    <a:pt x="154231" y="220063"/>
                    <a:pt x="154352" y="221589"/>
                  </a:cubicBezTo>
                  <a:cubicBezTo>
                    <a:pt x="154477" y="222043"/>
                    <a:pt x="154603" y="222497"/>
                    <a:pt x="154732" y="222964"/>
                  </a:cubicBezTo>
                  <a:cubicBezTo>
                    <a:pt x="155469" y="223210"/>
                    <a:pt x="156206" y="223455"/>
                    <a:pt x="156965" y="223708"/>
                  </a:cubicBezTo>
                  <a:cubicBezTo>
                    <a:pt x="157313" y="225448"/>
                    <a:pt x="157339" y="227123"/>
                    <a:pt x="157407" y="228894"/>
                  </a:cubicBezTo>
                  <a:cubicBezTo>
                    <a:pt x="157506" y="229393"/>
                    <a:pt x="157606" y="229892"/>
                    <a:pt x="157709" y="230405"/>
                  </a:cubicBezTo>
                  <a:cubicBezTo>
                    <a:pt x="158446" y="230651"/>
                    <a:pt x="159182" y="230897"/>
                    <a:pt x="159941" y="231150"/>
                  </a:cubicBezTo>
                  <a:cubicBezTo>
                    <a:pt x="160270" y="232824"/>
                    <a:pt x="160270" y="232824"/>
                    <a:pt x="160360" y="234870"/>
                  </a:cubicBezTo>
                  <a:cubicBezTo>
                    <a:pt x="160423" y="236860"/>
                    <a:pt x="160423" y="236860"/>
                    <a:pt x="160686" y="238591"/>
                  </a:cubicBezTo>
                  <a:cubicBezTo>
                    <a:pt x="161177" y="238837"/>
                    <a:pt x="161668" y="239082"/>
                    <a:pt x="162174" y="239335"/>
                  </a:cubicBezTo>
                  <a:cubicBezTo>
                    <a:pt x="162439" y="241210"/>
                    <a:pt x="162504" y="243066"/>
                    <a:pt x="162590" y="244957"/>
                  </a:cubicBezTo>
                  <a:cubicBezTo>
                    <a:pt x="162733" y="246817"/>
                    <a:pt x="162733" y="246817"/>
                    <a:pt x="164037" y="247776"/>
                  </a:cubicBezTo>
                  <a:cubicBezTo>
                    <a:pt x="166056" y="250012"/>
                    <a:pt x="165505" y="253356"/>
                    <a:pt x="165543" y="256247"/>
                  </a:cubicBezTo>
                  <a:cubicBezTo>
                    <a:pt x="165575" y="257898"/>
                    <a:pt x="165575" y="257898"/>
                    <a:pt x="165895" y="260171"/>
                  </a:cubicBezTo>
                  <a:cubicBezTo>
                    <a:pt x="166631" y="260417"/>
                    <a:pt x="167368" y="260662"/>
                    <a:pt x="168127" y="260915"/>
                  </a:cubicBezTo>
                  <a:cubicBezTo>
                    <a:pt x="168425" y="262354"/>
                    <a:pt x="168425" y="262354"/>
                    <a:pt x="168455" y="264217"/>
                  </a:cubicBezTo>
                  <a:cubicBezTo>
                    <a:pt x="168475" y="264883"/>
                    <a:pt x="168495" y="265549"/>
                    <a:pt x="168515" y="266235"/>
                  </a:cubicBezTo>
                  <a:cubicBezTo>
                    <a:pt x="168525" y="266935"/>
                    <a:pt x="168535" y="267635"/>
                    <a:pt x="168546" y="268357"/>
                  </a:cubicBezTo>
                  <a:cubicBezTo>
                    <a:pt x="168571" y="269736"/>
                    <a:pt x="168603" y="271116"/>
                    <a:pt x="168641" y="272496"/>
                  </a:cubicBezTo>
                  <a:cubicBezTo>
                    <a:pt x="168655" y="273418"/>
                    <a:pt x="168655" y="273418"/>
                    <a:pt x="168669" y="274359"/>
                  </a:cubicBezTo>
                  <a:cubicBezTo>
                    <a:pt x="168736" y="274834"/>
                    <a:pt x="168802" y="275309"/>
                    <a:pt x="168871" y="275798"/>
                  </a:cubicBezTo>
                  <a:cubicBezTo>
                    <a:pt x="169362" y="276044"/>
                    <a:pt x="169853" y="276289"/>
                    <a:pt x="170359" y="276542"/>
                  </a:cubicBezTo>
                  <a:cubicBezTo>
                    <a:pt x="170502" y="278666"/>
                    <a:pt x="170546" y="280718"/>
                    <a:pt x="170528" y="282843"/>
                  </a:cubicBezTo>
                  <a:cubicBezTo>
                    <a:pt x="170529" y="283503"/>
                    <a:pt x="170529" y="284164"/>
                    <a:pt x="170529" y="284845"/>
                  </a:cubicBezTo>
                  <a:cubicBezTo>
                    <a:pt x="170528" y="287039"/>
                    <a:pt x="170516" y="289233"/>
                    <a:pt x="170505" y="291428"/>
                  </a:cubicBezTo>
                  <a:cubicBezTo>
                    <a:pt x="170502" y="292945"/>
                    <a:pt x="170500" y="294462"/>
                    <a:pt x="170498" y="295979"/>
                  </a:cubicBezTo>
                  <a:cubicBezTo>
                    <a:pt x="170493" y="299981"/>
                    <a:pt x="170478" y="303983"/>
                    <a:pt x="170462" y="307984"/>
                  </a:cubicBezTo>
                  <a:cubicBezTo>
                    <a:pt x="170446" y="312064"/>
                    <a:pt x="170440" y="316144"/>
                    <a:pt x="170432" y="320224"/>
                  </a:cubicBezTo>
                  <a:cubicBezTo>
                    <a:pt x="170416" y="328236"/>
                    <a:pt x="170391" y="336247"/>
                    <a:pt x="170359" y="344259"/>
                  </a:cubicBezTo>
                  <a:cubicBezTo>
                    <a:pt x="169623" y="344259"/>
                    <a:pt x="168886" y="344259"/>
                    <a:pt x="168127" y="344259"/>
                  </a:cubicBezTo>
                  <a:cubicBezTo>
                    <a:pt x="168153" y="345217"/>
                    <a:pt x="168179" y="346176"/>
                    <a:pt x="168205" y="347163"/>
                  </a:cubicBezTo>
                  <a:cubicBezTo>
                    <a:pt x="168226" y="348412"/>
                    <a:pt x="168247" y="349661"/>
                    <a:pt x="168266" y="350910"/>
                  </a:cubicBezTo>
                  <a:cubicBezTo>
                    <a:pt x="168285" y="351542"/>
                    <a:pt x="168304" y="352175"/>
                    <a:pt x="168323" y="352827"/>
                  </a:cubicBezTo>
                  <a:cubicBezTo>
                    <a:pt x="168334" y="353730"/>
                    <a:pt x="168334" y="353730"/>
                    <a:pt x="168345" y="354651"/>
                  </a:cubicBezTo>
                  <a:cubicBezTo>
                    <a:pt x="168357" y="355208"/>
                    <a:pt x="168368" y="355765"/>
                    <a:pt x="168380" y="356339"/>
                  </a:cubicBezTo>
                  <a:cubicBezTo>
                    <a:pt x="168255" y="356990"/>
                    <a:pt x="168255" y="356990"/>
                    <a:pt x="168127" y="357653"/>
                  </a:cubicBezTo>
                  <a:cubicBezTo>
                    <a:pt x="167390" y="357899"/>
                    <a:pt x="166654" y="358145"/>
                    <a:pt x="165895" y="358398"/>
                  </a:cubicBezTo>
                  <a:cubicBezTo>
                    <a:pt x="165456" y="360317"/>
                    <a:pt x="165456" y="360317"/>
                    <a:pt x="165383" y="362537"/>
                  </a:cubicBezTo>
                  <a:cubicBezTo>
                    <a:pt x="165310" y="363666"/>
                    <a:pt x="165310" y="363666"/>
                    <a:pt x="165235" y="364819"/>
                  </a:cubicBezTo>
                  <a:cubicBezTo>
                    <a:pt x="165207" y="365401"/>
                    <a:pt x="165179" y="365983"/>
                    <a:pt x="165150" y="366583"/>
                  </a:cubicBezTo>
                  <a:cubicBezTo>
                    <a:pt x="164659" y="366583"/>
                    <a:pt x="164168" y="366583"/>
                    <a:pt x="163662" y="366583"/>
                  </a:cubicBezTo>
                  <a:cubicBezTo>
                    <a:pt x="163198" y="368079"/>
                    <a:pt x="163198" y="368079"/>
                    <a:pt x="162918" y="369885"/>
                  </a:cubicBezTo>
                  <a:cubicBezTo>
                    <a:pt x="162592" y="371743"/>
                    <a:pt x="162592" y="371743"/>
                    <a:pt x="162174" y="373280"/>
                  </a:cubicBezTo>
                  <a:cubicBezTo>
                    <a:pt x="161683" y="373526"/>
                    <a:pt x="161192" y="373772"/>
                    <a:pt x="160686" y="374025"/>
                  </a:cubicBezTo>
                  <a:cubicBezTo>
                    <a:pt x="160440" y="374761"/>
                    <a:pt x="160194" y="375498"/>
                    <a:pt x="159941" y="376257"/>
                  </a:cubicBezTo>
                  <a:cubicBezTo>
                    <a:pt x="159197" y="378489"/>
                    <a:pt x="159197" y="378489"/>
                    <a:pt x="157709" y="379234"/>
                  </a:cubicBezTo>
                  <a:cubicBezTo>
                    <a:pt x="157463" y="379847"/>
                    <a:pt x="157218" y="380461"/>
                    <a:pt x="156965" y="381094"/>
                  </a:cubicBezTo>
                  <a:cubicBezTo>
                    <a:pt x="156221" y="382954"/>
                    <a:pt x="156221" y="382954"/>
                    <a:pt x="154732" y="383698"/>
                  </a:cubicBezTo>
                  <a:cubicBezTo>
                    <a:pt x="154487" y="384435"/>
                    <a:pt x="154241" y="385172"/>
                    <a:pt x="153988" y="385931"/>
                  </a:cubicBezTo>
                  <a:cubicBezTo>
                    <a:pt x="153252" y="386176"/>
                    <a:pt x="152515" y="386422"/>
                    <a:pt x="151756" y="386675"/>
                  </a:cubicBezTo>
                  <a:cubicBezTo>
                    <a:pt x="151235" y="387655"/>
                    <a:pt x="150738" y="388647"/>
                    <a:pt x="150268" y="389651"/>
                  </a:cubicBezTo>
                  <a:cubicBezTo>
                    <a:pt x="149776" y="389897"/>
                    <a:pt x="149285" y="390143"/>
                    <a:pt x="148779" y="390396"/>
                  </a:cubicBezTo>
                  <a:cubicBezTo>
                    <a:pt x="148580" y="390887"/>
                    <a:pt x="148380" y="391378"/>
                    <a:pt x="148175" y="391884"/>
                  </a:cubicBezTo>
                  <a:cubicBezTo>
                    <a:pt x="147883" y="392375"/>
                    <a:pt x="147591" y="392866"/>
                    <a:pt x="147291" y="393372"/>
                  </a:cubicBezTo>
                  <a:cubicBezTo>
                    <a:pt x="146662" y="393495"/>
                    <a:pt x="146032" y="393618"/>
                    <a:pt x="145384" y="393744"/>
                  </a:cubicBezTo>
                  <a:cubicBezTo>
                    <a:pt x="144786" y="393867"/>
                    <a:pt x="144187" y="393990"/>
                    <a:pt x="143570" y="394116"/>
                  </a:cubicBezTo>
                  <a:cubicBezTo>
                    <a:pt x="143409" y="394830"/>
                    <a:pt x="143409" y="394830"/>
                    <a:pt x="143245" y="395558"/>
                  </a:cubicBezTo>
                  <a:cubicBezTo>
                    <a:pt x="143038" y="396318"/>
                    <a:pt x="143038" y="396318"/>
                    <a:pt x="142826" y="397093"/>
                  </a:cubicBezTo>
                  <a:cubicBezTo>
                    <a:pt x="141354" y="397634"/>
                    <a:pt x="139865" y="398133"/>
                    <a:pt x="138361" y="398581"/>
                  </a:cubicBezTo>
                  <a:cubicBezTo>
                    <a:pt x="138361" y="399072"/>
                    <a:pt x="138361" y="399563"/>
                    <a:pt x="138361" y="400069"/>
                  </a:cubicBezTo>
                  <a:cubicBezTo>
                    <a:pt x="135660" y="400315"/>
                    <a:pt x="132959" y="400561"/>
                    <a:pt x="130176" y="400814"/>
                  </a:cubicBezTo>
                  <a:cubicBezTo>
                    <a:pt x="130176" y="401796"/>
                    <a:pt x="130176" y="402778"/>
                    <a:pt x="130176" y="403790"/>
                  </a:cubicBezTo>
                  <a:cubicBezTo>
                    <a:pt x="129404" y="403806"/>
                    <a:pt x="129404" y="403806"/>
                    <a:pt x="128616" y="403823"/>
                  </a:cubicBezTo>
                  <a:cubicBezTo>
                    <a:pt x="126299" y="403878"/>
                    <a:pt x="123982" y="403950"/>
                    <a:pt x="121665" y="404023"/>
                  </a:cubicBezTo>
                  <a:cubicBezTo>
                    <a:pt x="120450" y="404048"/>
                    <a:pt x="120450" y="404048"/>
                    <a:pt x="119210" y="404074"/>
                  </a:cubicBezTo>
                  <a:cubicBezTo>
                    <a:pt x="118440" y="404100"/>
                    <a:pt x="117670" y="404126"/>
                    <a:pt x="116877" y="404154"/>
                  </a:cubicBezTo>
                  <a:cubicBezTo>
                    <a:pt x="116164" y="404173"/>
                    <a:pt x="115451" y="404192"/>
                    <a:pt x="114716" y="404213"/>
                  </a:cubicBezTo>
                  <a:cubicBezTo>
                    <a:pt x="114170" y="404319"/>
                    <a:pt x="113623" y="404425"/>
                    <a:pt x="113061" y="404534"/>
                  </a:cubicBezTo>
                  <a:cubicBezTo>
                    <a:pt x="112815" y="405271"/>
                    <a:pt x="112569" y="406008"/>
                    <a:pt x="112316" y="406767"/>
                  </a:cubicBezTo>
                  <a:cubicBezTo>
                    <a:pt x="110126" y="407032"/>
                    <a:pt x="110126" y="407032"/>
                    <a:pt x="107224" y="407011"/>
                  </a:cubicBezTo>
                  <a:cubicBezTo>
                    <a:pt x="106714" y="407009"/>
                    <a:pt x="106205" y="407008"/>
                    <a:pt x="105681" y="407007"/>
                  </a:cubicBezTo>
                  <a:cubicBezTo>
                    <a:pt x="104602" y="407002"/>
                    <a:pt x="103524" y="406991"/>
                    <a:pt x="102445" y="406976"/>
                  </a:cubicBezTo>
                  <a:cubicBezTo>
                    <a:pt x="100789" y="406953"/>
                    <a:pt x="99133" y="406946"/>
                    <a:pt x="97477" y="406941"/>
                  </a:cubicBezTo>
                  <a:cubicBezTo>
                    <a:pt x="89370" y="406888"/>
                    <a:pt x="89370" y="406888"/>
                    <a:pt x="88504" y="406023"/>
                  </a:cubicBezTo>
                  <a:cubicBezTo>
                    <a:pt x="88294" y="404103"/>
                    <a:pt x="88170" y="402183"/>
                    <a:pt x="88042" y="400255"/>
                  </a:cubicBezTo>
                  <a:cubicBezTo>
                    <a:pt x="87949" y="399703"/>
                    <a:pt x="87856" y="399150"/>
                    <a:pt x="87760" y="398581"/>
                  </a:cubicBezTo>
                  <a:cubicBezTo>
                    <a:pt x="87269" y="398336"/>
                    <a:pt x="86778" y="398090"/>
                    <a:pt x="86271" y="397837"/>
                  </a:cubicBezTo>
                  <a:cubicBezTo>
                    <a:pt x="86034" y="395635"/>
                    <a:pt x="86034" y="395635"/>
                    <a:pt x="85963" y="392718"/>
                  </a:cubicBezTo>
                  <a:cubicBezTo>
                    <a:pt x="85949" y="392207"/>
                    <a:pt x="85935" y="391696"/>
                    <a:pt x="85920" y="391170"/>
                  </a:cubicBezTo>
                  <a:cubicBezTo>
                    <a:pt x="85875" y="389532"/>
                    <a:pt x="85841" y="387894"/>
                    <a:pt x="85806" y="386256"/>
                  </a:cubicBezTo>
                  <a:cubicBezTo>
                    <a:pt x="85778" y="385148"/>
                    <a:pt x="85749" y="384040"/>
                    <a:pt x="85719" y="382932"/>
                  </a:cubicBezTo>
                  <a:cubicBezTo>
                    <a:pt x="85648" y="380211"/>
                    <a:pt x="85585" y="377490"/>
                    <a:pt x="85527" y="374769"/>
                  </a:cubicBezTo>
                  <a:cubicBezTo>
                    <a:pt x="84791" y="374769"/>
                    <a:pt x="84054" y="374769"/>
                    <a:pt x="83295" y="374769"/>
                  </a:cubicBezTo>
                  <a:cubicBezTo>
                    <a:pt x="83267" y="373918"/>
                    <a:pt x="83239" y="373067"/>
                    <a:pt x="83211" y="372190"/>
                  </a:cubicBezTo>
                  <a:cubicBezTo>
                    <a:pt x="83162" y="371081"/>
                    <a:pt x="83112" y="369971"/>
                    <a:pt x="83062" y="368862"/>
                  </a:cubicBezTo>
                  <a:cubicBezTo>
                    <a:pt x="83046" y="368300"/>
                    <a:pt x="83029" y="367739"/>
                    <a:pt x="83012" y="367160"/>
                  </a:cubicBezTo>
                  <a:cubicBezTo>
                    <a:pt x="82947" y="365357"/>
                    <a:pt x="82947" y="365357"/>
                    <a:pt x="82551" y="362862"/>
                  </a:cubicBezTo>
                  <a:cubicBezTo>
                    <a:pt x="81814" y="362617"/>
                    <a:pt x="81077" y="362371"/>
                    <a:pt x="80318" y="362118"/>
                  </a:cubicBezTo>
                  <a:cubicBezTo>
                    <a:pt x="79990" y="360118"/>
                    <a:pt x="79990" y="360118"/>
                    <a:pt x="79900" y="357653"/>
                  </a:cubicBezTo>
                  <a:cubicBezTo>
                    <a:pt x="79838" y="355262"/>
                    <a:pt x="79838" y="355262"/>
                    <a:pt x="79574" y="353189"/>
                  </a:cubicBezTo>
                  <a:cubicBezTo>
                    <a:pt x="79083" y="352943"/>
                    <a:pt x="78592" y="352697"/>
                    <a:pt x="78086" y="352444"/>
                  </a:cubicBezTo>
                  <a:cubicBezTo>
                    <a:pt x="77778" y="350744"/>
                    <a:pt x="77778" y="350744"/>
                    <a:pt x="77621" y="348677"/>
                  </a:cubicBezTo>
                  <a:cubicBezTo>
                    <a:pt x="77537" y="347651"/>
                    <a:pt x="77537" y="347651"/>
                    <a:pt x="77452" y="346605"/>
                  </a:cubicBezTo>
                  <a:cubicBezTo>
                    <a:pt x="77416" y="346076"/>
                    <a:pt x="77379" y="345548"/>
                    <a:pt x="77342" y="345003"/>
                  </a:cubicBezTo>
                  <a:cubicBezTo>
                    <a:pt x="76605" y="345003"/>
                    <a:pt x="75868" y="345003"/>
                    <a:pt x="75109" y="345003"/>
                  </a:cubicBezTo>
                  <a:cubicBezTo>
                    <a:pt x="75109" y="343039"/>
                    <a:pt x="75109" y="341074"/>
                    <a:pt x="75109" y="339050"/>
                  </a:cubicBezTo>
                  <a:cubicBezTo>
                    <a:pt x="76003" y="339043"/>
                    <a:pt x="76897" y="339036"/>
                    <a:pt x="77818" y="339029"/>
                  </a:cubicBezTo>
                  <a:cubicBezTo>
                    <a:pt x="81127" y="338999"/>
                    <a:pt x="84436" y="338950"/>
                    <a:pt x="87745" y="338896"/>
                  </a:cubicBezTo>
                  <a:cubicBezTo>
                    <a:pt x="89178" y="338874"/>
                    <a:pt x="90612" y="338859"/>
                    <a:pt x="92045" y="338848"/>
                  </a:cubicBezTo>
                  <a:cubicBezTo>
                    <a:pt x="94104" y="338832"/>
                    <a:pt x="96161" y="338798"/>
                    <a:pt x="98218" y="338759"/>
                  </a:cubicBezTo>
                  <a:cubicBezTo>
                    <a:pt x="98862" y="338758"/>
                    <a:pt x="99505" y="338757"/>
                    <a:pt x="100168" y="338756"/>
                  </a:cubicBezTo>
                  <a:cubicBezTo>
                    <a:pt x="102164" y="338742"/>
                    <a:pt x="102164" y="338742"/>
                    <a:pt x="104875" y="338306"/>
                  </a:cubicBezTo>
                  <a:cubicBezTo>
                    <a:pt x="105404" y="337331"/>
                    <a:pt x="105902" y="336338"/>
                    <a:pt x="106363" y="335329"/>
                  </a:cubicBezTo>
                  <a:cubicBezTo>
                    <a:pt x="106977" y="335222"/>
                    <a:pt x="107591" y="335114"/>
                    <a:pt x="108224" y="335004"/>
                  </a:cubicBezTo>
                  <a:cubicBezTo>
                    <a:pt x="108838" y="334866"/>
                    <a:pt x="109451" y="334727"/>
                    <a:pt x="110084" y="334585"/>
                  </a:cubicBezTo>
                  <a:cubicBezTo>
                    <a:pt x="111059" y="332767"/>
                    <a:pt x="111059" y="332767"/>
                    <a:pt x="111572" y="330864"/>
                  </a:cubicBezTo>
                  <a:cubicBezTo>
                    <a:pt x="111818" y="330619"/>
                    <a:pt x="112063" y="330373"/>
                    <a:pt x="112316" y="330120"/>
                  </a:cubicBezTo>
                  <a:cubicBezTo>
                    <a:pt x="112488" y="329118"/>
                    <a:pt x="112623" y="328108"/>
                    <a:pt x="112735" y="327097"/>
                  </a:cubicBezTo>
                  <a:cubicBezTo>
                    <a:pt x="112842" y="326130"/>
                    <a:pt x="112950" y="325163"/>
                    <a:pt x="113061" y="324167"/>
                  </a:cubicBezTo>
                  <a:cubicBezTo>
                    <a:pt x="113797" y="324167"/>
                    <a:pt x="114534" y="324167"/>
                    <a:pt x="115293" y="324167"/>
                  </a:cubicBezTo>
                  <a:cubicBezTo>
                    <a:pt x="115345" y="317970"/>
                    <a:pt x="115384" y="311774"/>
                    <a:pt x="115409" y="305577"/>
                  </a:cubicBezTo>
                  <a:cubicBezTo>
                    <a:pt x="115420" y="302700"/>
                    <a:pt x="115436" y="299823"/>
                    <a:pt x="115461" y="296946"/>
                  </a:cubicBezTo>
                  <a:cubicBezTo>
                    <a:pt x="115486" y="294172"/>
                    <a:pt x="115499" y="291397"/>
                    <a:pt x="115505" y="288623"/>
                  </a:cubicBezTo>
                  <a:cubicBezTo>
                    <a:pt x="115509" y="287562"/>
                    <a:pt x="115517" y="286501"/>
                    <a:pt x="115529" y="285441"/>
                  </a:cubicBezTo>
                  <a:cubicBezTo>
                    <a:pt x="115545" y="283960"/>
                    <a:pt x="115546" y="282479"/>
                    <a:pt x="115546" y="280998"/>
                  </a:cubicBezTo>
                  <a:cubicBezTo>
                    <a:pt x="115554" y="279732"/>
                    <a:pt x="115554" y="279732"/>
                    <a:pt x="115561" y="278440"/>
                  </a:cubicBezTo>
                  <a:cubicBezTo>
                    <a:pt x="115473" y="277813"/>
                    <a:pt x="115384" y="277187"/>
                    <a:pt x="115293" y="276542"/>
                  </a:cubicBezTo>
                  <a:cubicBezTo>
                    <a:pt x="114556" y="276297"/>
                    <a:pt x="113820" y="276051"/>
                    <a:pt x="113061" y="275798"/>
                  </a:cubicBezTo>
                  <a:cubicBezTo>
                    <a:pt x="112807" y="274416"/>
                    <a:pt x="112807" y="274416"/>
                    <a:pt x="112843" y="272632"/>
                  </a:cubicBezTo>
                  <a:cubicBezTo>
                    <a:pt x="112850" y="271997"/>
                    <a:pt x="112857" y="271361"/>
                    <a:pt x="112864" y="270707"/>
                  </a:cubicBezTo>
                  <a:cubicBezTo>
                    <a:pt x="112883" y="270039"/>
                    <a:pt x="112902" y="269371"/>
                    <a:pt x="112921" y="268682"/>
                  </a:cubicBezTo>
                  <a:cubicBezTo>
                    <a:pt x="112931" y="268011"/>
                    <a:pt x="112941" y="267340"/>
                    <a:pt x="112952" y="266649"/>
                  </a:cubicBezTo>
                  <a:cubicBezTo>
                    <a:pt x="112978" y="264985"/>
                    <a:pt x="113015" y="263322"/>
                    <a:pt x="113061" y="261659"/>
                  </a:cubicBezTo>
                  <a:cubicBezTo>
                    <a:pt x="112324" y="261659"/>
                    <a:pt x="111587" y="261659"/>
                    <a:pt x="110828" y="261659"/>
                  </a:cubicBezTo>
                  <a:cubicBezTo>
                    <a:pt x="110583" y="258221"/>
                    <a:pt x="110337" y="254783"/>
                    <a:pt x="110084" y="251241"/>
                  </a:cubicBezTo>
                  <a:cubicBezTo>
                    <a:pt x="109347" y="251241"/>
                    <a:pt x="108611" y="251241"/>
                    <a:pt x="107852" y="251241"/>
                  </a:cubicBezTo>
                  <a:cubicBezTo>
                    <a:pt x="107606" y="248295"/>
                    <a:pt x="107360" y="245348"/>
                    <a:pt x="107107" y="242312"/>
                  </a:cubicBezTo>
                  <a:cubicBezTo>
                    <a:pt x="106371" y="242312"/>
                    <a:pt x="105634" y="242312"/>
                    <a:pt x="104875" y="242312"/>
                  </a:cubicBezTo>
                  <a:cubicBezTo>
                    <a:pt x="104820" y="241599"/>
                    <a:pt x="104820" y="241599"/>
                    <a:pt x="104765" y="240873"/>
                  </a:cubicBezTo>
                  <a:cubicBezTo>
                    <a:pt x="104681" y="239950"/>
                    <a:pt x="104681" y="239950"/>
                    <a:pt x="104596" y="239010"/>
                  </a:cubicBezTo>
                  <a:cubicBezTo>
                    <a:pt x="104544" y="238397"/>
                    <a:pt x="104492" y="237784"/>
                    <a:pt x="104439" y="237152"/>
                  </a:cubicBezTo>
                  <a:cubicBezTo>
                    <a:pt x="104337" y="236645"/>
                    <a:pt x="104236" y="236137"/>
                    <a:pt x="104131" y="235614"/>
                  </a:cubicBezTo>
                  <a:cubicBezTo>
                    <a:pt x="103640" y="235369"/>
                    <a:pt x="103149" y="235123"/>
                    <a:pt x="102643" y="234870"/>
                  </a:cubicBezTo>
                  <a:cubicBezTo>
                    <a:pt x="102381" y="233334"/>
                    <a:pt x="102313" y="231822"/>
                    <a:pt x="102227" y="230266"/>
                  </a:cubicBezTo>
                  <a:cubicBezTo>
                    <a:pt x="102119" y="229821"/>
                    <a:pt x="102010" y="229376"/>
                    <a:pt x="101898" y="228917"/>
                  </a:cubicBezTo>
                  <a:cubicBezTo>
                    <a:pt x="101162" y="228672"/>
                    <a:pt x="100425" y="228426"/>
                    <a:pt x="99666" y="228173"/>
                  </a:cubicBezTo>
                  <a:cubicBezTo>
                    <a:pt x="99409" y="226438"/>
                    <a:pt x="99162" y="224702"/>
                    <a:pt x="98922" y="222964"/>
                  </a:cubicBezTo>
                  <a:cubicBezTo>
                    <a:pt x="98193" y="222205"/>
                    <a:pt x="97449" y="221460"/>
                    <a:pt x="96689" y="220732"/>
                  </a:cubicBezTo>
                  <a:cubicBezTo>
                    <a:pt x="96178" y="218360"/>
                    <a:pt x="96178" y="218360"/>
                    <a:pt x="95945" y="216267"/>
                  </a:cubicBezTo>
                  <a:cubicBezTo>
                    <a:pt x="95454" y="216267"/>
                    <a:pt x="94963" y="216267"/>
                    <a:pt x="94457" y="216267"/>
                  </a:cubicBezTo>
                  <a:cubicBezTo>
                    <a:pt x="93951" y="214782"/>
                    <a:pt x="93456" y="213293"/>
                    <a:pt x="92969" y="211802"/>
                  </a:cubicBezTo>
                  <a:cubicBezTo>
                    <a:pt x="92478" y="211556"/>
                    <a:pt x="91986" y="211311"/>
                    <a:pt x="91480" y="211058"/>
                  </a:cubicBezTo>
                  <a:cubicBezTo>
                    <a:pt x="90984" y="209818"/>
                    <a:pt x="90488" y="208577"/>
                    <a:pt x="89992" y="207337"/>
                  </a:cubicBezTo>
                  <a:cubicBezTo>
                    <a:pt x="89501" y="207092"/>
                    <a:pt x="89010" y="206846"/>
                    <a:pt x="88504" y="206593"/>
                  </a:cubicBezTo>
                  <a:cubicBezTo>
                    <a:pt x="88256" y="205105"/>
                    <a:pt x="88008" y="203616"/>
                    <a:pt x="87760" y="202128"/>
                  </a:cubicBezTo>
                  <a:cubicBezTo>
                    <a:pt x="87269" y="201883"/>
                    <a:pt x="86778" y="201637"/>
                    <a:pt x="86271" y="201384"/>
                  </a:cubicBezTo>
                  <a:cubicBezTo>
                    <a:pt x="86164" y="200893"/>
                    <a:pt x="86057" y="200402"/>
                    <a:pt x="85946" y="199896"/>
                  </a:cubicBezTo>
                  <a:cubicBezTo>
                    <a:pt x="85808" y="199405"/>
                    <a:pt x="85670" y="198913"/>
                    <a:pt x="85527" y="198407"/>
                  </a:cubicBezTo>
                  <a:cubicBezTo>
                    <a:pt x="84791" y="198162"/>
                    <a:pt x="84054" y="197916"/>
                    <a:pt x="83295" y="197663"/>
                  </a:cubicBezTo>
                  <a:cubicBezTo>
                    <a:pt x="83077" y="195963"/>
                    <a:pt x="83077" y="195963"/>
                    <a:pt x="83155" y="193896"/>
                  </a:cubicBezTo>
                  <a:cubicBezTo>
                    <a:pt x="83176" y="193212"/>
                    <a:pt x="83196" y="192528"/>
                    <a:pt x="83216" y="191823"/>
                  </a:cubicBezTo>
                  <a:cubicBezTo>
                    <a:pt x="83242" y="191295"/>
                    <a:pt x="83268" y="190766"/>
                    <a:pt x="83295" y="190222"/>
                  </a:cubicBezTo>
                  <a:cubicBezTo>
                    <a:pt x="83786" y="190222"/>
                    <a:pt x="84277" y="190222"/>
                    <a:pt x="84783" y="190222"/>
                  </a:cubicBezTo>
                  <a:cubicBezTo>
                    <a:pt x="86079" y="187630"/>
                    <a:pt x="85830" y="184638"/>
                    <a:pt x="85990" y="181778"/>
                  </a:cubicBezTo>
                  <a:cubicBezTo>
                    <a:pt x="86083" y="181126"/>
                    <a:pt x="86176" y="180475"/>
                    <a:pt x="86271" y="179804"/>
                  </a:cubicBezTo>
                  <a:cubicBezTo>
                    <a:pt x="86763" y="179558"/>
                    <a:pt x="87254" y="179313"/>
                    <a:pt x="87760" y="179060"/>
                  </a:cubicBezTo>
                  <a:cubicBezTo>
                    <a:pt x="87992" y="177040"/>
                    <a:pt x="88142" y="175087"/>
                    <a:pt x="88225" y="173060"/>
                  </a:cubicBezTo>
                  <a:cubicBezTo>
                    <a:pt x="88254" y="172496"/>
                    <a:pt x="88282" y="171931"/>
                    <a:pt x="88312" y="171349"/>
                  </a:cubicBezTo>
                  <a:cubicBezTo>
                    <a:pt x="88382" y="169951"/>
                    <a:pt x="88444" y="168552"/>
                    <a:pt x="88504" y="167153"/>
                  </a:cubicBezTo>
                  <a:cubicBezTo>
                    <a:pt x="89241" y="167399"/>
                    <a:pt x="89977" y="167645"/>
                    <a:pt x="90736" y="167898"/>
                  </a:cubicBezTo>
                  <a:cubicBezTo>
                    <a:pt x="90764" y="166993"/>
                    <a:pt x="90792" y="166088"/>
                    <a:pt x="90821" y="165157"/>
                  </a:cubicBezTo>
                  <a:cubicBezTo>
                    <a:pt x="90869" y="163977"/>
                    <a:pt x="90919" y="162798"/>
                    <a:pt x="90969" y="161619"/>
                  </a:cubicBezTo>
                  <a:cubicBezTo>
                    <a:pt x="90986" y="161022"/>
                    <a:pt x="91002" y="160425"/>
                    <a:pt x="91020" y="159809"/>
                  </a:cubicBezTo>
                  <a:cubicBezTo>
                    <a:pt x="91100" y="158087"/>
                    <a:pt x="91100" y="158087"/>
                    <a:pt x="91480" y="155247"/>
                  </a:cubicBezTo>
                  <a:cubicBezTo>
                    <a:pt x="92217" y="155002"/>
                    <a:pt x="92954" y="154756"/>
                    <a:pt x="93713" y="154503"/>
                  </a:cubicBezTo>
                  <a:cubicBezTo>
                    <a:pt x="93964" y="152475"/>
                    <a:pt x="94095" y="150583"/>
                    <a:pt x="94131" y="148550"/>
                  </a:cubicBezTo>
                  <a:cubicBezTo>
                    <a:pt x="94178" y="146547"/>
                    <a:pt x="94284" y="144596"/>
                    <a:pt x="94457" y="142597"/>
                  </a:cubicBezTo>
                  <a:cubicBezTo>
                    <a:pt x="94948" y="142351"/>
                    <a:pt x="95439" y="142106"/>
                    <a:pt x="95945" y="141853"/>
                  </a:cubicBezTo>
                  <a:cubicBezTo>
                    <a:pt x="96167" y="139456"/>
                    <a:pt x="96255" y="137092"/>
                    <a:pt x="96301" y="134687"/>
                  </a:cubicBezTo>
                  <a:cubicBezTo>
                    <a:pt x="96361" y="133179"/>
                    <a:pt x="96361" y="133179"/>
                    <a:pt x="96689" y="130691"/>
                  </a:cubicBezTo>
                  <a:cubicBezTo>
                    <a:pt x="97426" y="130445"/>
                    <a:pt x="98163" y="130199"/>
                    <a:pt x="98922" y="129946"/>
                  </a:cubicBezTo>
                  <a:cubicBezTo>
                    <a:pt x="99213" y="127898"/>
                    <a:pt x="99372" y="126004"/>
                    <a:pt x="99433" y="123947"/>
                  </a:cubicBezTo>
                  <a:cubicBezTo>
                    <a:pt x="99459" y="123382"/>
                    <a:pt x="99484" y="122818"/>
                    <a:pt x="99511" y="122236"/>
                  </a:cubicBezTo>
                  <a:cubicBezTo>
                    <a:pt x="99572" y="120838"/>
                    <a:pt x="99620" y="119439"/>
                    <a:pt x="99666" y="118040"/>
                  </a:cubicBezTo>
                  <a:cubicBezTo>
                    <a:pt x="100403" y="118040"/>
                    <a:pt x="101139" y="118040"/>
                    <a:pt x="101898" y="118040"/>
                  </a:cubicBezTo>
                  <a:cubicBezTo>
                    <a:pt x="101953" y="116603"/>
                    <a:pt x="101953" y="116603"/>
                    <a:pt x="102009" y="115136"/>
                  </a:cubicBezTo>
                  <a:cubicBezTo>
                    <a:pt x="102065" y="113887"/>
                    <a:pt x="102121" y="112638"/>
                    <a:pt x="102177" y="111389"/>
                  </a:cubicBezTo>
                  <a:cubicBezTo>
                    <a:pt x="102201" y="110757"/>
                    <a:pt x="102224" y="110124"/>
                    <a:pt x="102247" y="109472"/>
                  </a:cubicBezTo>
                  <a:cubicBezTo>
                    <a:pt x="102276" y="108870"/>
                    <a:pt x="102305" y="108269"/>
                    <a:pt x="102334" y="107648"/>
                  </a:cubicBezTo>
                  <a:cubicBezTo>
                    <a:pt x="102370" y="106813"/>
                    <a:pt x="102370" y="106813"/>
                    <a:pt x="102405" y="105960"/>
                  </a:cubicBezTo>
                  <a:cubicBezTo>
                    <a:pt x="102484" y="105526"/>
                    <a:pt x="102562" y="105092"/>
                    <a:pt x="102643" y="104646"/>
                  </a:cubicBezTo>
                  <a:cubicBezTo>
                    <a:pt x="103134" y="104400"/>
                    <a:pt x="103625" y="104155"/>
                    <a:pt x="104131" y="103902"/>
                  </a:cubicBezTo>
                  <a:cubicBezTo>
                    <a:pt x="104409" y="102533"/>
                    <a:pt x="104409" y="102533"/>
                    <a:pt x="104439" y="100899"/>
                  </a:cubicBezTo>
                  <a:cubicBezTo>
                    <a:pt x="104468" y="100297"/>
                    <a:pt x="104497" y="99695"/>
                    <a:pt x="104526" y="99075"/>
                  </a:cubicBezTo>
                  <a:cubicBezTo>
                    <a:pt x="104549" y="98442"/>
                    <a:pt x="104572" y="97810"/>
                    <a:pt x="104596" y="97158"/>
                  </a:cubicBezTo>
                  <a:cubicBezTo>
                    <a:pt x="104625" y="96522"/>
                    <a:pt x="104654" y="95887"/>
                    <a:pt x="104683" y="95232"/>
                  </a:cubicBezTo>
                  <a:cubicBezTo>
                    <a:pt x="104754" y="93657"/>
                    <a:pt x="104815" y="92082"/>
                    <a:pt x="104875" y="90507"/>
                  </a:cubicBezTo>
                  <a:cubicBezTo>
                    <a:pt x="105612" y="90507"/>
                    <a:pt x="106348" y="90507"/>
                    <a:pt x="107107" y="90507"/>
                  </a:cubicBezTo>
                  <a:cubicBezTo>
                    <a:pt x="107135" y="89611"/>
                    <a:pt x="107163" y="88715"/>
                    <a:pt x="107192" y="87792"/>
                  </a:cubicBezTo>
                  <a:cubicBezTo>
                    <a:pt x="107241" y="86620"/>
                    <a:pt x="107290" y="85447"/>
                    <a:pt x="107340" y="84275"/>
                  </a:cubicBezTo>
                  <a:cubicBezTo>
                    <a:pt x="107357" y="83684"/>
                    <a:pt x="107374" y="83093"/>
                    <a:pt x="107391" y="82484"/>
                  </a:cubicBezTo>
                  <a:cubicBezTo>
                    <a:pt x="107463" y="80936"/>
                    <a:pt x="107651" y="79394"/>
                    <a:pt x="107852" y="77857"/>
                  </a:cubicBezTo>
                  <a:cubicBezTo>
                    <a:pt x="108588" y="77365"/>
                    <a:pt x="109325" y="76874"/>
                    <a:pt x="110084" y="76368"/>
                  </a:cubicBezTo>
                  <a:cubicBezTo>
                    <a:pt x="110084" y="75877"/>
                    <a:pt x="110084" y="75386"/>
                    <a:pt x="110084" y="74880"/>
                  </a:cubicBezTo>
                  <a:cubicBezTo>
                    <a:pt x="109593" y="74634"/>
                    <a:pt x="109102" y="74389"/>
                    <a:pt x="108596" y="74136"/>
                  </a:cubicBezTo>
                  <a:cubicBezTo>
                    <a:pt x="108596" y="74627"/>
                    <a:pt x="108596" y="75118"/>
                    <a:pt x="108596" y="75624"/>
                  </a:cubicBezTo>
                  <a:cubicBezTo>
                    <a:pt x="95697" y="75624"/>
                    <a:pt x="82799" y="75624"/>
                    <a:pt x="69900" y="75624"/>
                  </a:cubicBezTo>
                  <a:cubicBezTo>
                    <a:pt x="69655" y="228858"/>
                    <a:pt x="69409" y="382091"/>
                    <a:pt x="69156" y="539968"/>
                  </a:cubicBezTo>
                  <a:cubicBezTo>
                    <a:pt x="51230" y="539968"/>
                    <a:pt x="33304" y="539968"/>
                    <a:pt x="14834" y="539968"/>
                  </a:cubicBezTo>
                  <a:cubicBezTo>
                    <a:pt x="14822" y="515589"/>
                    <a:pt x="14822" y="515589"/>
                    <a:pt x="14817" y="506133"/>
                  </a:cubicBezTo>
                  <a:cubicBezTo>
                    <a:pt x="14817" y="505544"/>
                    <a:pt x="14817" y="504956"/>
                    <a:pt x="14817" y="504349"/>
                  </a:cubicBezTo>
                  <a:cubicBezTo>
                    <a:pt x="14798" y="465387"/>
                    <a:pt x="14782" y="426424"/>
                    <a:pt x="14771" y="387462"/>
                  </a:cubicBezTo>
                  <a:cubicBezTo>
                    <a:pt x="14771" y="386710"/>
                    <a:pt x="14771" y="385958"/>
                    <a:pt x="14770" y="385183"/>
                  </a:cubicBezTo>
                  <a:cubicBezTo>
                    <a:pt x="14766" y="368845"/>
                    <a:pt x="14762" y="352507"/>
                    <a:pt x="14758" y="336169"/>
                  </a:cubicBezTo>
                  <a:cubicBezTo>
                    <a:pt x="14756" y="328157"/>
                    <a:pt x="14754" y="320146"/>
                    <a:pt x="14752" y="312134"/>
                  </a:cubicBezTo>
                  <a:cubicBezTo>
                    <a:pt x="14752" y="310938"/>
                    <a:pt x="14752" y="310938"/>
                    <a:pt x="14752" y="309718"/>
                  </a:cubicBezTo>
                  <a:cubicBezTo>
                    <a:pt x="14745" y="283855"/>
                    <a:pt x="14734" y="257993"/>
                    <a:pt x="14720" y="232130"/>
                  </a:cubicBezTo>
                  <a:cubicBezTo>
                    <a:pt x="14706" y="205563"/>
                    <a:pt x="14697" y="178996"/>
                    <a:pt x="14694" y="152428"/>
                  </a:cubicBezTo>
                  <a:cubicBezTo>
                    <a:pt x="14694" y="148680"/>
                    <a:pt x="14693" y="144931"/>
                    <a:pt x="14693" y="141182"/>
                  </a:cubicBezTo>
                  <a:cubicBezTo>
                    <a:pt x="14693" y="140445"/>
                    <a:pt x="14693" y="139707"/>
                    <a:pt x="14692" y="138946"/>
                  </a:cubicBezTo>
                  <a:cubicBezTo>
                    <a:pt x="14691" y="127049"/>
                    <a:pt x="14684" y="115151"/>
                    <a:pt x="14675" y="103253"/>
                  </a:cubicBezTo>
                  <a:cubicBezTo>
                    <a:pt x="14666" y="91304"/>
                    <a:pt x="14663" y="79355"/>
                    <a:pt x="14665" y="67406"/>
                  </a:cubicBezTo>
                  <a:cubicBezTo>
                    <a:pt x="14666" y="60299"/>
                    <a:pt x="14663" y="53192"/>
                    <a:pt x="14654" y="46085"/>
                  </a:cubicBezTo>
                  <a:cubicBezTo>
                    <a:pt x="14649" y="41345"/>
                    <a:pt x="14648" y="36604"/>
                    <a:pt x="14653" y="31864"/>
                  </a:cubicBezTo>
                  <a:cubicBezTo>
                    <a:pt x="14655" y="29159"/>
                    <a:pt x="14655" y="26453"/>
                    <a:pt x="14648" y="23747"/>
                  </a:cubicBezTo>
                  <a:cubicBezTo>
                    <a:pt x="14641" y="20840"/>
                    <a:pt x="14645" y="17933"/>
                    <a:pt x="14651" y="15026"/>
                  </a:cubicBezTo>
                  <a:cubicBezTo>
                    <a:pt x="14647" y="14176"/>
                    <a:pt x="14643" y="13326"/>
                    <a:pt x="14639" y="12450"/>
                  </a:cubicBezTo>
                  <a:cubicBezTo>
                    <a:pt x="14642" y="11680"/>
                    <a:pt x="14646" y="10911"/>
                    <a:pt x="14649" y="10118"/>
                  </a:cubicBezTo>
                  <a:cubicBezTo>
                    <a:pt x="14649" y="9452"/>
                    <a:pt x="14649" y="8787"/>
                    <a:pt x="14648" y="8101"/>
                  </a:cubicBezTo>
                  <a:cubicBezTo>
                    <a:pt x="14834" y="6419"/>
                    <a:pt x="14834" y="6419"/>
                    <a:pt x="16322" y="4187"/>
                  </a:cubicBezTo>
                  <a:cubicBezTo>
                    <a:pt x="18363" y="3909"/>
                    <a:pt x="18363" y="3909"/>
                    <a:pt x="21016" y="3910"/>
                  </a:cubicBezTo>
                  <a:cubicBezTo>
                    <a:pt x="21503" y="3907"/>
                    <a:pt x="21990" y="3904"/>
                    <a:pt x="22492" y="3901"/>
                  </a:cubicBezTo>
                  <a:cubicBezTo>
                    <a:pt x="24131" y="3894"/>
                    <a:pt x="25770" y="3903"/>
                    <a:pt x="27409" y="3912"/>
                  </a:cubicBezTo>
                  <a:cubicBezTo>
                    <a:pt x="28581" y="3910"/>
                    <a:pt x="29753" y="3908"/>
                    <a:pt x="30925" y="3904"/>
                  </a:cubicBezTo>
                  <a:cubicBezTo>
                    <a:pt x="33452" y="3897"/>
                    <a:pt x="35979" y="3898"/>
                    <a:pt x="38507" y="3904"/>
                  </a:cubicBezTo>
                  <a:cubicBezTo>
                    <a:pt x="42499" y="3912"/>
                    <a:pt x="46491" y="3903"/>
                    <a:pt x="50483" y="3891"/>
                  </a:cubicBezTo>
                  <a:cubicBezTo>
                    <a:pt x="60398" y="3864"/>
                    <a:pt x="70313" y="3860"/>
                    <a:pt x="80228" y="3862"/>
                  </a:cubicBezTo>
                  <a:cubicBezTo>
                    <a:pt x="87933" y="3863"/>
                    <a:pt x="95638" y="3858"/>
                    <a:pt x="103344" y="3832"/>
                  </a:cubicBezTo>
                  <a:cubicBezTo>
                    <a:pt x="107316" y="3819"/>
                    <a:pt x="111289" y="3821"/>
                    <a:pt x="115262" y="3833"/>
                  </a:cubicBezTo>
                  <a:cubicBezTo>
                    <a:pt x="117728" y="3837"/>
                    <a:pt x="120193" y="3829"/>
                    <a:pt x="122659" y="3818"/>
                  </a:cubicBezTo>
                  <a:cubicBezTo>
                    <a:pt x="123807" y="3815"/>
                    <a:pt x="124956" y="3817"/>
                    <a:pt x="126104" y="3825"/>
                  </a:cubicBezTo>
                  <a:cubicBezTo>
                    <a:pt x="127665" y="3835"/>
                    <a:pt x="129224" y="3827"/>
                    <a:pt x="130785" y="3814"/>
                  </a:cubicBezTo>
                  <a:cubicBezTo>
                    <a:pt x="131661" y="3814"/>
                    <a:pt x="132536" y="3814"/>
                    <a:pt x="133438" y="3814"/>
                  </a:cubicBezTo>
                  <a:cubicBezTo>
                    <a:pt x="134080" y="3692"/>
                    <a:pt x="134723" y="3569"/>
                    <a:pt x="135385" y="3443"/>
                  </a:cubicBezTo>
                  <a:cubicBezTo>
                    <a:pt x="135885" y="1954"/>
                    <a:pt x="135885" y="1954"/>
                    <a:pt x="136129" y="466"/>
                  </a:cubicBezTo>
                  <a:close/>
                </a:path>
              </a:pathLst>
            </a:custGeom>
            <a:grpFill/>
            <a:ln w="744" cap="flat">
              <a:noFill/>
              <a:prstDash val="solid"/>
              <a:miter/>
            </a:ln>
          </p:spPr>
          <p:txBody>
            <a:bodyPr rtlCol="0" anchor="ctr"/>
            <a:lstStyle/>
            <a:p>
              <a:endParaRPr lang="zh-CN" altLang="en-US"/>
            </a:p>
          </p:txBody>
        </p:sp>
        <p:sp>
          <p:nvSpPr>
            <p:cNvPr id="104" name="任意多边形: 形状 103"/>
            <p:cNvSpPr/>
            <p:nvPr/>
          </p:nvSpPr>
          <p:spPr>
            <a:xfrm>
              <a:off x="6847375" y="609896"/>
              <a:ext cx="194729" cy="543426"/>
            </a:xfrm>
            <a:custGeom>
              <a:avLst/>
              <a:gdLst>
                <a:gd name="connsiteX0" fmla="*/ 147788 w 194729"/>
                <a:gd name="connsiteY0" fmla="*/ 463 h 543426"/>
                <a:gd name="connsiteX1" fmla="*/ 149586 w 194729"/>
                <a:gd name="connsiteY1" fmla="*/ 455 h 543426"/>
                <a:gd name="connsiteX2" fmla="*/ 155459 w 194729"/>
                <a:gd name="connsiteY2" fmla="*/ 458 h 543426"/>
                <a:gd name="connsiteX3" fmla="*/ 159540 w 194729"/>
                <a:gd name="connsiteY3" fmla="*/ 454 h 543426"/>
                <a:gd name="connsiteX4" fmla="*/ 168086 w 194729"/>
                <a:gd name="connsiteY4" fmla="*/ 462 h 543426"/>
                <a:gd name="connsiteX5" fmla="*/ 179056 w 194729"/>
                <a:gd name="connsiteY5" fmla="*/ 456 h 543426"/>
                <a:gd name="connsiteX6" fmla="*/ 187479 w 194729"/>
                <a:gd name="connsiteY6" fmla="*/ 457 h 543426"/>
                <a:gd name="connsiteX7" fmla="*/ 191525 w 194729"/>
                <a:gd name="connsiteY7" fmla="*/ 453 h 543426"/>
                <a:gd name="connsiteX8" fmla="*/ 197169 w 194729"/>
                <a:gd name="connsiteY8" fmla="*/ 463 h 543426"/>
                <a:gd name="connsiteX9" fmla="*/ 198868 w 194729"/>
                <a:gd name="connsiteY9" fmla="*/ 454 h 543426"/>
                <a:gd name="connsiteX10" fmla="*/ 204381 w 194729"/>
                <a:gd name="connsiteY10" fmla="*/ 2144 h 543426"/>
                <a:gd name="connsiteX11" fmla="*/ 204565 w 194729"/>
                <a:gd name="connsiteY11" fmla="*/ 5803 h 543426"/>
                <a:gd name="connsiteX12" fmla="*/ 204576 w 194729"/>
                <a:gd name="connsiteY12" fmla="*/ 8166 h 543426"/>
                <a:gd name="connsiteX13" fmla="*/ 204564 w 194729"/>
                <a:gd name="connsiteY13" fmla="*/ 10788 h 543426"/>
                <a:gd name="connsiteX14" fmla="*/ 204569 w 194729"/>
                <a:gd name="connsiteY14" fmla="*/ 13565 h 543426"/>
                <a:gd name="connsiteX15" fmla="*/ 204563 w 194729"/>
                <a:gd name="connsiteY15" fmla="*/ 21254 h 543426"/>
                <a:gd name="connsiteX16" fmla="*/ 204563 w 194729"/>
                <a:gd name="connsiteY16" fmla="*/ 29597 h 543426"/>
                <a:gd name="connsiteX17" fmla="*/ 204558 w 194729"/>
                <a:gd name="connsiteY17" fmla="*/ 44238 h 543426"/>
                <a:gd name="connsiteX18" fmla="*/ 204550 w 194729"/>
                <a:gd name="connsiteY18" fmla="*/ 66010 h 543426"/>
                <a:gd name="connsiteX19" fmla="*/ 204538 w 194729"/>
                <a:gd name="connsiteY19" fmla="*/ 102628 h 543426"/>
                <a:gd name="connsiteX20" fmla="*/ 204522 w 194729"/>
                <a:gd name="connsiteY20" fmla="*/ 138901 h 543426"/>
                <a:gd name="connsiteX21" fmla="*/ 204521 w 194729"/>
                <a:gd name="connsiteY21" fmla="*/ 141176 h 543426"/>
                <a:gd name="connsiteX22" fmla="*/ 204520 w 194729"/>
                <a:gd name="connsiteY22" fmla="*/ 152617 h 543426"/>
                <a:gd name="connsiteX23" fmla="*/ 204493 w 194729"/>
                <a:gd name="connsiteY23" fmla="*/ 233710 h 543426"/>
                <a:gd name="connsiteX24" fmla="*/ 204462 w 194729"/>
                <a:gd name="connsiteY24" fmla="*/ 312506 h 543426"/>
                <a:gd name="connsiteX25" fmla="*/ 204462 w 194729"/>
                <a:gd name="connsiteY25" fmla="*/ 314958 h 543426"/>
                <a:gd name="connsiteX26" fmla="*/ 204456 w 194729"/>
                <a:gd name="connsiteY26" fmla="*/ 339336 h 543426"/>
                <a:gd name="connsiteX27" fmla="*/ 204444 w 194729"/>
                <a:gd name="connsiteY27" fmla="*/ 389000 h 543426"/>
                <a:gd name="connsiteX28" fmla="*/ 204443 w 194729"/>
                <a:gd name="connsiteY28" fmla="*/ 391306 h 543426"/>
                <a:gd name="connsiteX29" fmla="*/ 204397 w 194729"/>
                <a:gd name="connsiteY29" fmla="*/ 509516 h 543426"/>
                <a:gd name="connsiteX30" fmla="*/ 204396 w 194729"/>
                <a:gd name="connsiteY30" fmla="*/ 511196 h 543426"/>
                <a:gd name="connsiteX31" fmla="*/ 204381 w 194729"/>
                <a:gd name="connsiteY31" fmla="*/ 543878 h 543426"/>
                <a:gd name="connsiteX32" fmla="*/ 138896 w 194729"/>
                <a:gd name="connsiteY32" fmla="*/ 543878 h 543426"/>
                <a:gd name="connsiteX33" fmla="*/ 138896 w 194729"/>
                <a:gd name="connsiteY33" fmla="*/ 427048 h 543426"/>
                <a:gd name="connsiteX34" fmla="*/ 133687 w 194729"/>
                <a:gd name="connsiteY34" fmla="*/ 428537 h 543426"/>
                <a:gd name="connsiteX35" fmla="*/ 133362 w 194729"/>
                <a:gd name="connsiteY35" fmla="*/ 430118 h 543426"/>
                <a:gd name="connsiteX36" fmla="*/ 132943 w 194729"/>
                <a:gd name="connsiteY36" fmla="*/ 431513 h 543426"/>
                <a:gd name="connsiteX37" fmla="*/ 126990 w 194729"/>
                <a:gd name="connsiteY37" fmla="*/ 431513 h 543426"/>
                <a:gd name="connsiteX38" fmla="*/ 126990 w 194729"/>
                <a:gd name="connsiteY38" fmla="*/ 434490 h 543426"/>
                <a:gd name="connsiteX39" fmla="*/ 124478 w 194729"/>
                <a:gd name="connsiteY39" fmla="*/ 434676 h 543426"/>
                <a:gd name="connsiteX40" fmla="*/ 121781 w 194729"/>
                <a:gd name="connsiteY40" fmla="*/ 435234 h 543426"/>
                <a:gd name="connsiteX41" fmla="*/ 121083 w 194729"/>
                <a:gd name="connsiteY41" fmla="*/ 436722 h 543426"/>
                <a:gd name="connsiteX42" fmla="*/ 120293 w 194729"/>
                <a:gd name="connsiteY42" fmla="*/ 438210 h 543426"/>
                <a:gd name="connsiteX43" fmla="*/ 115694 w 194729"/>
                <a:gd name="connsiteY43" fmla="*/ 438696 h 543426"/>
                <a:gd name="connsiteX44" fmla="*/ 114340 w 194729"/>
                <a:gd name="connsiteY44" fmla="*/ 438955 h 543426"/>
                <a:gd name="connsiteX45" fmla="*/ 112851 w 194729"/>
                <a:gd name="connsiteY45" fmla="*/ 441931 h 543426"/>
                <a:gd name="connsiteX46" fmla="*/ 108386 w 194729"/>
                <a:gd name="connsiteY46" fmla="*/ 441931 h 543426"/>
                <a:gd name="connsiteX47" fmla="*/ 108061 w 194729"/>
                <a:gd name="connsiteY47" fmla="*/ 443373 h 543426"/>
                <a:gd name="connsiteX48" fmla="*/ 107642 w 194729"/>
                <a:gd name="connsiteY48" fmla="*/ 444908 h 543426"/>
                <a:gd name="connsiteX49" fmla="*/ 102433 w 194729"/>
                <a:gd name="connsiteY49" fmla="*/ 445652 h 543426"/>
                <a:gd name="connsiteX50" fmla="*/ 101736 w 194729"/>
                <a:gd name="connsiteY50" fmla="*/ 447140 h 543426"/>
                <a:gd name="connsiteX51" fmla="*/ 100945 w 194729"/>
                <a:gd name="connsiteY51" fmla="*/ 448628 h 543426"/>
                <a:gd name="connsiteX52" fmla="*/ 97922 w 194729"/>
                <a:gd name="connsiteY52" fmla="*/ 449047 h 543426"/>
                <a:gd name="connsiteX53" fmla="*/ 94992 w 194729"/>
                <a:gd name="connsiteY53" fmla="*/ 449373 h 543426"/>
                <a:gd name="connsiteX54" fmla="*/ 94248 w 194729"/>
                <a:gd name="connsiteY54" fmla="*/ 451605 h 543426"/>
                <a:gd name="connsiteX55" fmla="*/ 91643 w 194729"/>
                <a:gd name="connsiteY55" fmla="*/ 451930 h 543426"/>
                <a:gd name="connsiteX56" fmla="*/ 89039 w 194729"/>
                <a:gd name="connsiteY56" fmla="*/ 452349 h 543426"/>
                <a:gd name="connsiteX57" fmla="*/ 88713 w 194729"/>
                <a:gd name="connsiteY57" fmla="*/ 453837 h 543426"/>
                <a:gd name="connsiteX58" fmla="*/ 88295 w 194729"/>
                <a:gd name="connsiteY58" fmla="*/ 455326 h 543426"/>
                <a:gd name="connsiteX59" fmla="*/ 83690 w 194729"/>
                <a:gd name="connsiteY59" fmla="*/ 455794 h 543426"/>
                <a:gd name="connsiteX60" fmla="*/ 82342 w 194729"/>
                <a:gd name="connsiteY60" fmla="*/ 456070 h 543426"/>
                <a:gd name="connsiteX61" fmla="*/ 81597 w 194729"/>
                <a:gd name="connsiteY61" fmla="*/ 458302 h 543426"/>
                <a:gd name="connsiteX62" fmla="*/ 78574 w 194729"/>
                <a:gd name="connsiteY62" fmla="*/ 458814 h 543426"/>
                <a:gd name="connsiteX63" fmla="*/ 75644 w 194729"/>
                <a:gd name="connsiteY63" fmla="*/ 459046 h 543426"/>
                <a:gd name="connsiteX64" fmla="*/ 75644 w 194729"/>
                <a:gd name="connsiteY64" fmla="*/ 462023 h 543426"/>
                <a:gd name="connsiteX65" fmla="*/ 71066 w 194729"/>
                <a:gd name="connsiteY65" fmla="*/ 462314 h 543426"/>
                <a:gd name="connsiteX66" fmla="*/ 69691 w 194729"/>
                <a:gd name="connsiteY66" fmla="*/ 462767 h 543426"/>
                <a:gd name="connsiteX67" fmla="*/ 69339 w 194729"/>
                <a:gd name="connsiteY67" fmla="*/ 464264 h 543426"/>
                <a:gd name="connsiteX68" fmla="*/ 68947 w 194729"/>
                <a:gd name="connsiteY68" fmla="*/ 465744 h 543426"/>
                <a:gd name="connsiteX69" fmla="*/ 65598 w 194729"/>
                <a:gd name="connsiteY69" fmla="*/ 466162 h 543426"/>
                <a:gd name="connsiteX70" fmla="*/ 62250 w 194729"/>
                <a:gd name="connsiteY70" fmla="*/ 466488 h 543426"/>
                <a:gd name="connsiteX71" fmla="*/ 61506 w 194729"/>
                <a:gd name="connsiteY71" fmla="*/ 468720 h 543426"/>
                <a:gd name="connsiteX72" fmla="*/ 58901 w 194729"/>
                <a:gd name="connsiteY72" fmla="*/ 469046 h 543426"/>
                <a:gd name="connsiteX73" fmla="*/ 56297 w 194729"/>
                <a:gd name="connsiteY73" fmla="*/ 469464 h 543426"/>
                <a:gd name="connsiteX74" fmla="*/ 55971 w 194729"/>
                <a:gd name="connsiteY74" fmla="*/ 470953 h 543426"/>
                <a:gd name="connsiteX75" fmla="*/ 55552 w 194729"/>
                <a:gd name="connsiteY75" fmla="*/ 472441 h 543426"/>
                <a:gd name="connsiteX76" fmla="*/ 50948 w 194729"/>
                <a:gd name="connsiteY76" fmla="*/ 472909 h 543426"/>
                <a:gd name="connsiteX77" fmla="*/ 49599 w 194729"/>
                <a:gd name="connsiteY77" fmla="*/ 473185 h 543426"/>
                <a:gd name="connsiteX78" fmla="*/ 48855 w 194729"/>
                <a:gd name="connsiteY78" fmla="*/ 475417 h 543426"/>
                <a:gd name="connsiteX79" fmla="*/ 45832 w 194729"/>
                <a:gd name="connsiteY79" fmla="*/ 475929 h 543426"/>
                <a:gd name="connsiteX80" fmla="*/ 42902 w 194729"/>
                <a:gd name="connsiteY80" fmla="*/ 476162 h 543426"/>
                <a:gd name="connsiteX81" fmla="*/ 42902 w 194729"/>
                <a:gd name="connsiteY81" fmla="*/ 479138 h 543426"/>
                <a:gd name="connsiteX82" fmla="*/ 39646 w 194729"/>
                <a:gd name="connsiteY82" fmla="*/ 479278 h 543426"/>
                <a:gd name="connsiteX83" fmla="*/ 37815 w 194729"/>
                <a:gd name="connsiteY83" fmla="*/ 479356 h 543426"/>
                <a:gd name="connsiteX84" fmla="*/ 36205 w 194729"/>
                <a:gd name="connsiteY84" fmla="*/ 479138 h 543426"/>
                <a:gd name="connsiteX85" fmla="*/ 34882 w 194729"/>
                <a:gd name="connsiteY85" fmla="*/ 470505 h 543426"/>
                <a:gd name="connsiteX86" fmla="*/ 34717 w 194729"/>
                <a:gd name="connsiteY86" fmla="*/ 468720 h 543426"/>
                <a:gd name="connsiteX87" fmla="*/ 32484 w 194729"/>
                <a:gd name="connsiteY87" fmla="*/ 467976 h 543426"/>
                <a:gd name="connsiteX88" fmla="*/ 31973 w 194729"/>
                <a:gd name="connsiteY88" fmla="*/ 464209 h 543426"/>
                <a:gd name="connsiteX89" fmla="*/ 31824 w 194729"/>
                <a:gd name="connsiteY89" fmla="*/ 462136 h 543426"/>
                <a:gd name="connsiteX90" fmla="*/ 31740 w 194729"/>
                <a:gd name="connsiteY90" fmla="*/ 460535 h 543426"/>
                <a:gd name="connsiteX91" fmla="*/ 29508 w 194729"/>
                <a:gd name="connsiteY91" fmla="*/ 460535 h 543426"/>
                <a:gd name="connsiteX92" fmla="*/ 29397 w 194729"/>
                <a:gd name="connsiteY92" fmla="*/ 459122 h 543426"/>
                <a:gd name="connsiteX93" fmla="*/ 29228 w 194729"/>
                <a:gd name="connsiteY93" fmla="*/ 457279 h 543426"/>
                <a:gd name="connsiteX94" fmla="*/ 29072 w 194729"/>
                <a:gd name="connsiteY94" fmla="*/ 455448 h 543426"/>
                <a:gd name="connsiteX95" fmla="*/ 27275 w 194729"/>
                <a:gd name="connsiteY95" fmla="*/ 452349 h 543426"/>
                <a:gd name="connsiteX96" fmla="*/ 26531 w 194729"/>
                <a:gd name="connsiteY96" fmla="*/ 452349 h 543426"/>
                <a:gd name="connsiteX97" fmla="*/ 26447 w 194729"/>
                <a:gd name="connsiteY97" fmla="*/ 450774 h 543426"/>
                <a:gd name="connsiteX98" fmla="*/ 26298 w 194729"/>
                <a:gd name="connsiteY98" fmla="*/ 448721 h 543426"/>
                <a:gd name="connsiteX99" fmla="*/ 26168 w 194729"/>
                <a:gd name="connsiteY99" fmla="*/ 446681 h 543426"/>
                <a:gd name="connsiteX100" fmla="*/ 23554 w 194729"/>
                <a:gd name="connsiteY100" fmla="*/ 443419 h 543426"/>
                <a:gd name="connsiteX101" fmla="*/ 23415 w 194729"/>
                <a:gd name="connsiteY101" fmla="*/ 439978 h 543426"/>
                <a:gd name="connsiteX102" fmla="*/ 23476 w 194729"/>
                <a:gd name="connsiteY102" fmla="*/ 438135 h 543426"/>
                <a:gd name="connsiteX103" fmla="*/ 23554 w 194729"/>
                <a:gd name="connsiteY103" fmla="*/ 436722 h 543426"/>
                <a:gd name="connsiteX104" fmla="*/ 21322 w 194729"/>
                <a:gd name="connsiteY104" fmla="*/ 436722 h 543426"/>
                <a:gd name="connsiteX105" fmla="*/ 21238 w 194729"/>
                <a:gd name="connsiteY105" fmla="*/ 435120 h 543426"/>
                <a:gd name="connsiteX106" fmla="*/ 21089 w 194729"/>
                <a:gd name="connsiteY106" fmla="*/ 433048 h 543426"/>
                <a:gd name="connsiteX107" fmla="*/ 20959 w 194729"/>
                <a:gd name="connsiteY107" fmla="*/ 430981 h 543426"/>
                <a:gd name="connsiteX108" fmla="*/ 20578 w 194729"/>
                <a:gd name="connsiteY108" fmla="*/ 429281 h 543426"/>
                <a:gd name="connsiteX109" fmla="*/ 18345 w 194729"/>
                <a:gd name="connsiteY109" fmla="*/ 428537 h 543426"/>
                <a:gd name="connsiteX110" fmla="*/ 17973 w 194729"/>
                <a:gd name="connsiteY110" fmla="*/ 424862 h 543426"/>
                <a:gd name="connsiteX111" fmla="*/ 17601 w 194729"/>
                <a:gd name="connsiteY111" fmla="*/ 421095 h 543426"/>
                <a:gd name="connsiteX112" fmla="*/ 15369 w 194729"/>
                <a:gd name="connsiteY112" fmla="*/ 419607 h 543426"/>
                <a:gd name="connsiteX113" fmla="*/ 15369 w 194729"/>
                <a:gd name="connsiteY113" fmla="*/ 414398 h 543426"/>
                <a:gd name="connsiteX114" fmla="*/ 13136 w 194729"/>
                <a:gd name="connsiteY114" fmla="*/ 412910 h 543426"/>
                <a:gd name="connsiteX115" fmla="*/ 12346 w 194729"/>
                <a:gd name="connsiteY115" fmla="*/ 409096 h 543426"/>
                <a:gd name="connsiteX116" fmla="*/ 11648 w 194729"/>
                <a:gd name="connsiteY116" fmla="*/ 405468 h 543426"/>
                <a:gd name="connsiteX117" fmla="*/ 10160 w 194729"/>
                <a:gd name="connsiteY117" fmla="*/ 405468 h 543426"/>
                <a:gd name="connsiteX118" fmla="*/ 10160 w 194729"/>
                <a:gd name="connsiteY118" fmla="*/ 401748 h 543426"/>
                <a:gd name="connsiteX119" fmla="*/ 15319 w 194729"/>
                <a:gd name="connsiteY119" fmla="*/ 400091 h 543426"/>
                <a:gd name="connsiteX120" fmla="*/ 16857 w 194729"/>
                <a:gd name="connsiteY120" fmla="*/ 399515 h 543426"/>
                <a:gd name="connsiteX121" fmla="*/ 17601 w 194729"/>
                <a:gd name="connsiteY121" fmla="*/ 397283 h 543426"/>
                <a:gd name="connsiteX122" fmla="*/ 23296 w 194729"/>
                <a:gd name="connsiteY122" fmla="*/ 396914 h 543426"/>
                <a:gd name="connsiteX123" fmla="*/ 25043 w 194729"/>
                <a:gd name="connsiteY123" fmla="*/ 396539 h 543426"/>
                <a:gd name="connsiteX124" fmla="*/ 25787 w 194729"/>
                <a:gd name="connsiteY124" fmla="*/ 395050 h 543426"/>
                <a:gd name="connsiteX125" fmla="*/ 26531 w 194729"/>
                <a:gd name="connsiteY125" fmla="*/ 393562 h 543426"/>
                <a:gd name="connsiteX126" fmla="*/ 30298 w 194729"/>
                <a:gd name="connsiteY126" fmla="*/ 393143 h 543426"/>
                <a:gd name="connsiteX127" fmla="*/ 33972 w 194729"/>
                <a:gd name="connsiteY127" fmla="*/ 392818 h 543426"/>
                <a:gd name="connsiteX128" fmla="*/ 34717 w 194729"/>
                <a:gd name="connsiteY128" fmla="*/ 390585 h 543426"/>
                <a:gd name="connsiteX129" fmla="*/ 40484 w 194729"/>
                <a:gd name="connsiteY129" fmla="*/ 389562 h 543426"/>
                <a:gd name="connsiteX130" fmla="*/ 42158 w 194729"/>
                <a:gd name="connsiteY130" fmla="*/ 389097 h 543426"/>
                <a:gd name="connsiteX131" fmla="*/ 42902 w 194729"/>
                <a:gd name="connsiteY131" fmla="*/ 386865 h 543426"/>
                <a:gd name="connsiteX132" fmla="*/ 48669 w 194729"/>
                <a:gd name="connsiteY132" fmla="*/ 386423 h 543426"/>
                <a:gd name="connsiteX133" fmla="*/ 50343 w 194729"/>
                <a:gd name="connsiteY133" fmla="*/ 386121 h 543426"/>
                <a:gd name="connsiteX134" fmla="*/ 51088 w 194729"/>
                <a:gd name="connsiteY134" fmla="*/ 383888 h 543426"/>
                <a:gd name="connsiteX135" fmla="*/ 56855 w 194729"/>
                <a:gd name="connsiteY135" fmla="*/ 382865 h 543426"/>
                <a:gd name="connsiteX136" fmla="*/ 58529 w 194729"/>
                <a:gd name="connsiteY136" fmla="*/ 382400 h 543426"/>
                <a:gd name="connsiteX137" fmla="*/ 59273 w 194729"/>
                <a:gd name="connsiteY137" fmla="*/ 380167 h 543426"/>
                <a:gd name="connsiteX138" fmla="*/ 63412 w 194729"/>
                <a:gd name="connsiteY138" fmla="*/ 379656 h 543426"/>
                <a:gd name="connsiteX139" fmla="*/ 65694 w 194729"/>
                <a:gd name="connsiteY139" fmla="*/ 379508 h 543426"/>
                <a:gd name="connsiteX140" fmla="*/ 67459 w 194729"/>
                <a:gd name="connsiteY140" fmla="*/ 379423 h 543426"/>
                <a:gd name="connsiteX141" fmla="*/ 67459 w 194729"/>
                <a:gd name="connsiteY141" fmla="*/ 376447 h 543426"/>
                <a:gd name="connsiteX142" fmla="*/ 69060 w 194729"/>
                <a:gd name="connsiteY142" fmla="*/ 376362 h 543426"/>
                <a:gd name="connsiteX143" fmla="*/ 71133 w 194729"/>
                <a:gd name="connsiteY143" fmla="*/ 376214 h 543426"/>
                <a:gd name="connsiteX144" fmla="*/ 73200 w 194729"/>
                <a:gd name="connsiteY144" fmla="*/ 376083 h 543426"/>
                <a:gd name="connsiteX145" fmla="*/ 74900 w 194729"/>
                <a:gd name="connsiteY145" fmla="*/ 375703 h 543426"/>
                <a:gd name="connsiteX146" fmla="*/ 75644 w 194729"/>
                <a:gd name="connsiteY146" fmla="*/ 373470 h 543426"/>
                <a:gd name="connsiteX147" fmla="*/ 79411 w 194729"/>
                <a:gd name="connsiteY147" fmla="*/ 372959 h 543426"/>
                <a:gd name="connsiteX148" fmla="*/ 81484 w 194729"/>
                <a:gd name="connsiteY148" fmla="*/ 372810 h 543426"/>
                <a:gd name="connsiteX149" fmla="*/ 83086 w 194729"/>
                <a:gd name="connsiteY149" fmla="*/ 372726 h 543426"/>
                <a:gd name="connsiteX150" fmla="*/ 83086 w 194729"/>
                <a:gd name="connsiteY150" fmla="*/ 369749 h 543426"/>
                <a:gd name="connsiteX151" fmla="*/ 84687 w 194729"/>
                <a:gd name="connsiteY151" fmla="*/ 369665 h 543426"/>
                <a:gd name="connsiteX152" fmla="*/ 86760 w 194729"/>
                <a:gd name="connsiteY152" fmla="*/ 369517 h 543426"/>
                <a:gd name="connsiteX153" fmla="*/ 88827 w 194729"/>
                <a:gd name="connsiteY153" fmla="*/ 369386 h 543426"/>
                <a:gd name="connsiteX154" fmla="*/ 90527 w 194729"/>
                <a:gd name="connsiteY154" fmla="*/ 369005 h 543426"/>
                <a:gd name="connsiteX155" fmla="*/ 91271 w 194729"/>
                <a:gd name="connsiteY155" fmla="*/ 366773 h 543426"/>
                <a:gd name="connsiteX156" fmla="*/ 96457 w 194729"/>
                <a:gd name="connsiteY156" fmla="*/ 366404 h 543426"/>
                <a:gd name="connsiteX157" fmla="*/ 97968 w 194729"/>
                <a:gd name="connsiteY157" fmla="*/ 366029 h 543426"/>
                <a:gd name="connsiteX158" fmla="*/ 98713 w 194729"/>
                <a:gd name="connsiteY158" fmla="*/ 363052 h 543426"/>
                <a:gd name="connsiteX159" fmla="*/ 102015 w 194729"/>
                <a:gd name="connsiteY159" fmla="*/ 362680 h 543426"/>
                <a:gd name="connsiteX160" fmla="*/ 105410 w 194729"/>
                <a:gd name="connsiteY160" fmla="*/ 362308 h 543426"/>
                <a:gd name="connsiteX161" fmla="*/ 106128 w 194729"/>
                <a:gd name="connsiteY161" fmla="*/ 360808 h 543426"/>
                <a:gd name="connsiteX162" fmla="*/ 106898 w 194729"/>
                <a:gd name="connsiteY162" fmla="*/ 359332 h 543426"/>
                <a:gd name="connsiteX163" fmla="*/ 110712 w 194729"/>
                <a:gd name="connsiteY163" fmla="*/ 359145 h 543426"/>
                <a:gd name="connsiteX164" fmla="*/ 112764 w 194729"/>
                <a:gd name="connsiteY164" fmla="*/ 359227 h 543426"/>
                <a:gd name="connsiteX165" fmla="*/ 114340 w 194729"/>
                <a:gd name="connsiteY165" fmla="*/ 359332 h 543426"/>
                <a:gd name="connsiteX166" fmla="*/ 114340 w 194729"/>
                <a:gd name="connsiteY166" fmla="*/ 356355 h 543426"/>
                <a:gd name="connsiteX167" fmla="*/ 121781 w 194729"/>
                <a:gd name="connsiteY167" fmla="*/ 355611 h 543426"/>
                <a:gd name="connsiteX168" fmla="*/ 121781 w 194729"/>
                <a:gd name="connsiteY168" fmla="*/ 352634 h 543426"/>
                <a:gd name="connsiteX169" fmla="*/ 129222 w 194729"/>
                <a:gd name="connsiteY169" fmla="*/ 352634 h 543426"/>
                <a:gd name="connsiteX170" fmla="*/ 129222 w 194729"/>
                <a:gd name="connsiteY170" fmla="*/ 349658 h 543426"/>
                <a:gd name="connsiteX171" fmla="*/ 130583 w 194729"/>
                <a:gd name="connsiteY171" fmla="*/ 349652 h 543426"/>
                <a:gd name="connsiteX172" fmla="*/ 132385 w 194729"/>
                <a:gd name="connsiteY172" fmla="*/ 349565 h 543426"/>
                <a:gd name="connsiteX173" fmla="*/ 134164 w 194729"/>
                <a:gd name="connsiteY173" fmla="*/ 349512 h 543426"/>
                <a:gd name="connsiteX174" fmla="*/ 138896 w 194729"/>
                <a:gd name="connsiteY174" fmla="*/ 344449 h 543426"/>
                <a:gd name="connsiteX175" fmla="*/ 139254 w 194729"/>
                <a:gd name="connsiteY175" fmla="*/ 338798 h 543426"/>
                <a:gd name="connsiteX176" fmla="*/ 139262 w 194729"/>
                <a:gd name="connsiteY176" fmla="*/ 337120 h 543426"/>
                <a:gd name="connsiteX177" fmla="*/ 139234 w 194729"/>
                <a:gd name="connsiteY177" fmla="*/ 331578 h 543426"/>
                <a:gd name="connsiteX178" fmla="*/ 139235 w 194729"/>
                <a:gd name="connsiteY178" fmla="*/ 327595 h 543426"/>
                <a:gd name="connsiteX179" fmla="*/ 139198 w 194729"/>
                <a:gd name="connsiteY179" fmla="*/ 316798 h 543426"/>
                <a:gd name="connsiteX180" fmla="*/ 139174 w 194729"/>
                <a:gd name="connsiteY180" fmla="*/ 305509 h 543426"/>
                <a:gd name="connsiteX181" fmla="*/ 139111 w 194729"/>
                <a:gd name="connsiteY181" fmla="*/ 284139 h 543426"/>
                <a:gd name="connsiteX182" fmla="*/ 139046 w 194729"/>
                <a:gd name="connsiteY182" fmla="*/ 259806 h 543426"/>
                <a:gd name="connsiteX183" fmla="*/ 138896 w 194729"/>
                <a:gd name="connsiteY183" fmla="*/ 209759 h 543426"/>
                <a:gd name="connsiteX184" fmla="*/ 137155 w 194729"/>
                <a:gd name="connsiteY184" fmla="*/ 209750 h 543426"/>
                <a:gd name="connsiteX185" fmla="*/ 95274 w 194729"/>
                <a:gd name="connsiteY185" fmla="*/ 209507 h 543426"/>
                <a:gd name="connsiteX186" fmla="*/ 75021 w 194729"/>
                <a:gd name="connsiteY186" fmla="*/ 209389 h 543426"/>
                <a:gd name="connsiteX187" fmla="*/ 57375 w 194729"/>
                <a:gd name="connsiteY187" fmla="*/ 209285 h 543426"/>
                <a:gd name="connsiteX188" fmla="*/ 48026 w 194729"/>
                <a:gd name="connsiteY188" fmla="*/ 209232 h 543426"/>
                <a:gd name="connsiteX189" fmla="*/ 39236 w 194729"/>
                <a:gd name="connsiteY189" fmla="*/ 209178 h 543426"/>
                <a:gd name="connsiteX190" fmla="*/ 36001 w 194729"/>
                <a:gd name="connsiteY190" fmla="*/ 209161 h 543426"/>
                <a:gd name="connsiteX191" fmla="*/ 31602 w 194729"/>
                <a:gd name="connsiteY191" fmla="*/ 209133 h 543426"/>
                <a:gd name="connsiteX192" fmla="*/ 29110 w 194729"/>
                <a:gd name="connsiteY192" fmla="*/ 209118 h 543426"/>
                <a:gd name="connsiteX193" fmla="*/ 26531 w 194729"/>
                <a:gd name="connsiteY193" fmla="*/ 208271 h 543426"/>
                <a:gd name="connsiteX194" fmla="*/ 26423 w 194729"/>
                <a:gd name="connsiteY194" fmla="*/ 201436 h 543426"/>
                <a:gd name="connsiteX195" fmla="*/ 26415 w 194729"/>
                <a:gd name="connsiteY195" fmla="*/ 199262 h 543426"/>
                <a:gd name="connsiteX196" fmla="*/ 26406 w 194729"/>
                <a:gd name="connsiteY196" fmla="*/ 192109 h 543426"/>
                <a:gd name="connsiteX197" fmla="*/ 26398 w 194729"/>
                <a:gd name="connsiteY197" fmla="*/ 187163 h 543426"/>
                <a:gd name="connsiteX198" fmla="*/ 26393 w 194729"/>
                <a:gd name="connsiteY198" fmla="*/ 176781 h 543426"/>
                <a:gd name="connsiteX199" fmla="*/ 26370 w 194729"/>
                <a:gd name="connsiteY199" fmla="*/ 163440 h 543426"/>
                <a:gd name="connsiteX200" fmla="*/ 26361 w 194729"/>
                <a:gd name="connsiteY200" fmla="*/ 153221 h 543426"/>
                <a:gd name="connsiteX201" fmla="*/ 26351 w 194729"/>
                <a:gd name="connsiteY201" fmla="*/ 148300 h 543426"/>
                <a:gd name="connsiteX202" fmla="*/ 26350 w 194729"/>
                <a:gd name="connsiteY202" fmla="*/ 141436 h 543426"/>
                <a:gd name="connsiteX203" fmla="*/ 26338 w 194729"/>
                <a:gd name="connsiteY203" fmla="*/ 139361 h 543426"/>
                <a:gd name="connsiteX204" fmla="*/ 26531 w 194729"/>
                <a:gd name="connsiteY204" fmla="*/ 134601 h 543426"/>
                <a:gd name="connsiteX205" fmla="*/ 32436 w 194729"/>
                <a:gd name="connsiteY205" fmla="*/ 133767 h 543426"/>
                <a:gd name="connsiteX206" fmla="*/ 35288 w 194729"/>
                <a:gd name="connsiteY206" fmla="*/ 133764 h 543426"/>
                <a:gd name="connsiteX207" fmla="*/ 38435 w 194729"/>
                <a:gd name="connsiteY207" fmla="*/ 133772 h 543426"/>
                <a:gd name="connsiteX208" fmla="*/ 41734 w 194729"/>
                <a:gd name="connsiteY208" fmla="*/ 133772 h 543426"/>
                <a:gd name="connsiteX209" fmla="*/ 50710 w 194729"/>
                <a:gd name="connsiteY209" fmla="*/ 133781 h 543426"/>
                <a:gd name="connsiteX210" fmla="*/ 60083 w 194729"/>
                <a:gd name="connsiteY210" fmla="*/ 133787 h 543426"/>
                <a:gd name="connsiteX211" fmla="*/ 77841 w 194729"/>
                <a:gd name="connsiteY211" fmla="*/ 133803 h 543426"/>
                <a:gd name="connsiteX212" fmla="*/ 98054 w 194729"/>
                <a:gd name="connsiteY212" fmla="*/ 133819 h 543426"/>
                <a:gd name="connsiteX213" fmla="*/ 139640 w 194729"/>
                <a:gd name="connsiteY213" fmla="*/ 133857 h 543426"/>
                <a:gd name="connsiteX214" fmla="*/ 138896 w 194729"/>
                <a:gd name="connsiteY214" fmla="*/ 131625 h 543426"/>
                <a:gd name="connsiteX215" fmla="*/ 138787 w 194729"/>
                <a:gd name="connsiteY215" fmla="*/ 126450 h 543426"/>
                <a:gd name="connsiteX216" fmla="*/ 138778 w 194729"/>
                <a:gd name="connsiteY216" fmla="*/ 124846 h 543426"/>
                <a:gd name="connsiteX217" fmla="*/ 138765 w 194729"/>
                <a:gd name="connsiteY217" fmla="*/ 119509 h 543426"/>
                <a:gd name="connsiteX218" fmla="*/ 138750 w 194729"/>
                <a:gd name="connsiteY218" fmla="*/ 115688 h 543426"/>
                <a:gd name="connsiteX219" fmla="*/ 138723 w 194729"/>
                <a:gd name="connsiteY219" fmla="*/ 105301 h 543426"/>
                <a:gd name="connsiteX220" fmla="*/ 138710 w 194729"/>
                <a:gd name="connsiteY220" fmla="*/ 98818 h 543426"/>
                <a:gd name="connsiteX221" fmla="*/ 138679 w 194729"/>
                <a:gd name="connsiteY221" fmla="*/ 78550 h 543426"/>
                <a:gd name="connsiteX222" fmla="*/ 138622 w 194729"/>
                <a:gd name="connsiteY222" fmla="*/ 55120 h 543426"/>
                <a:gd name="connsiteX223" fmla="*/ 138586 w 194729"/>
                <a:gd name="connsiteY223" fmla="*/ 37028 h 543426"/>
                <a:gd name="connsiteX224" fmla="*/ 138559 w 194729"/>
                <a:gd name="connsiteY224" fmla="*/ 26212 h 543426"/>
                <a:gd name="connsiteX225" fmla="*/ 138546 w 194729"/>
                <a:gd name="connsiteY225" fmla="*/ 16048 h 543426"/>
                <a:gd name="connsiteX226" fmla="*/ 138531 w 194729"/>
                <a:gd name="connsiteY226" fmla="*/ 12310 h 543426"/>
                <a:gd name="connsiteX227" fmla="*/ 138533 w 194729"/>
                <a:gd name="connsiteY227" fmla="*/ 7224 h 543426"/>
                <a:gd name="connsiteX228" fmla="*/ 138528 w 194729"/>
                <a:gd name="connsiteY228" fmla="*/ 4343 h 543426"/>
                <a:gd name="connsiteX229" fmla="*/ 140241 w 194729"/>
                <a:gd name="connsiteY229" fmla="*/ 1094 h 543426"/>
                <a:gd name="connsiteX230" fmla="*/ 147788 w 194729"/>
                <a:gd name="connsiteY230" fmla="*/ 463 h 543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194729" h="543426">
                  <a:moveTo>
                    <a:pt x="147788" y="463"/>
                  </a:moveTo>
                  <a:cubicBezTo>
                    <a:pt x="148678" y="459"/>
                    <a:pt x="148678" y="459"/>
                    <a:pt x="149586" y="455"/>
                  </a:cubicBezTo>
                  <a:cubicBezTo>
                    <a:pt x="151544" y="449"/>
                    <a:pt x="153501" y="453"/>
                    <a:pt x="155459" y="458"/>
                  </a:cubicBezTo>
                  <a:cubicBezTo>
                    <a:pt x="156819" y="457"/>
                    <a:pt x="158180" y="456"/>
                    <a:pt x="159540" y="454"/>
                  </a:cubicBezTo>
                  <a:cubicBezTo>
                    <a:pt x="162389" y="452"/>
                    <a:pt x="165237" y="455"/>
                    <a:pt x="168086" y="462"/>
                  </a:cubicBezTo>
                  <a:cubicBezTo>
                    <a:pt x="171743" y="470"/>
                    <a:pt x="175400" y="465"/>
                    <a:pt x="179056" y="456"/>
                  </a:cubicBezTo>
                  <a:cubicBezTo>
                    <a:pt x="181864" y="451"/>
                    <a:pt x="184671" y="453"/>
                    <a:pt x="187479" y="457"/>
                  </a:cubicBezTo>
                  <a:cubicBezTo>
                    <a:pt x="188828" y="458"/>
                    <a:pt x="190177" y="456"/>
                    <a:pt x="191525" y="453"/>
                  </a:cubicBezTo>
                  <a:cubicBezTo>
                    <a:pt x="193407" y="449"/>
                    <a:pt x="195288" y="455"/>
                    <a:pt x="197169" y="463"/>
                  </a:cubicBezTo>
                  <a:cubicBezTo>
                    <a:pt x="197730" y="460"/>
                    <a:pt x="198290" y="457"/>
                    <a:pt x="198868" y="454"/>
                  </a:cubicBezTo>
                  <a:cubicBezTo>
                    <a:pt x="202722" y="486"/>
                    <a:pt x="202722" y="486"/>
                    <a:pt x="204381" y="2144"/>
                  </a:cubicBezTo>
                  <a:cubicBezTo>
                    <a:pt x="204566" y="3755"/>
                    <a:pt x="204566" y="3755"/>
                    <a:pt x="204565" y="5803"/>
                  </a:cubicBezTo>
                  <a:cubicBezTo>
                    <a:pt x="204569" y="6582"/>
                    <a:pt x="204572" y="7362"/>
                    <a:pt x="204576" y="8166"/>
                  </a:cubicBezTo>
                  <a:cubicBezTo>
                    <a:pt x="204572" y="9031"/>
                    <a:pt x="204568" y="9896"/>
                    <a:pt x="204564" y="10788"/>
                  </a:cubicBezTo>
                  <a:cubicBezTo>
                    <a:pt x="204565" y="11704"/>
                    <a:pt x="204567" y="12620"/>
                    <a:pt x="204569" y="13565"/>
                  </a:cubicBezTo>
                  <a:cubicBezTo>
                    <a:pt x="204572" y="16128"/>
                    <a:pt x="204569" y="18691"/>
                    <a:pt x="204563" y="21254"/>
                  </a:cubicBezTo>
                  <a:cubicBezTo>
                    <a:pt x="204557" y="24035"/>
                    <a:pt x="204561" y="26816"/>
                    <a:pt x="204563" y="29597"/>
                  </a:cubicBezTo>
                  <a:cubicBezTo>
                    <a:pt x="204567" y="34477"/>
                    <a:pt x="204564" y="39358"/>
                    <a:pt x="204558" y="44238"/>
                  </a:cubicBezTo>
                  <a:cubicBezTo>
                    <a:pt x="204549" y="51496"/>
                    <a:pt x="204549" y="58753"/>
                    <a:pt x="204550" y="66010"/>
                  </a:cubicBezTo>
                  <a:cubicBezTo>
                    <a:pt x="204552" y="78216"/>
                    <a:pt x="204547" y="90422"/>
                    <a:pt x="204538" y="102628"/>
                  </a:cubicBezTo>
                  <a:cubicBezTo>
                    <a:pt x="204529" y="114719"/>
                    <a:pt x="204523" y="126810"/>
                    <a:pt x="204522" y="138901"/>
                  </a:cubicBezTo>
                  <a:cubicBezTo>
                    <a:pt x="204522" y="139652"/>
                    <a:pt x="204522" y="140403"/>
                    <a:pt x="204521" y="141176"/>
                  </a:cubicBezTo>
                  <a:cubicBezTo>
                    <a:pt x="204521" y="144990"/>
                    <a:pt x="204521" y="148803"/>
                    <a:pt x="204520" y="152617"/>
                  </a:cubicBezTo>
                  <a:cubicBezTo>
                    <a:pt x="204517" y="179648"/>
                    <a:pt x="204507" y="206679"/>
                    <a:pt x="204493" y="233710"/>
                  </a:cubicBezTo>
                  <a:cubicBezTo>
                    <a:pt x="204479" y="259976"/>
                    <a:pt x="204469" y="286241"/>
                    <a:pt x="204462" y="312506"/>
                  </a:cubicBezTo>
                  <a:cubicBezTo>
                    <a:pt x="204462" y="313315"/>
                    <a:pt x="204462" y="314125"/>
                    <a:pt x="204462" y="314958"/>
                  </a:cubicBezTo>
                  <a:cubicBezTo>
                    <a:pt x="204460" y="323084"/>
                    <a:pt x="204458" y="331210"/>
                    <a:pt x="204456" y="339336"/>
                  </a:cubicBezTo>
                  <a:cubicBezTo>
                    <a:pt x="204452" y="355891"/>
                    <a:pt x="204448" y="372445"/>
                    <a:pt x="204444" y="389000"/>
                  </a:cubicBezTo>
                  <a:cubicBezTo>
                    <a:pt x="204443" y="390141"/>
                    <a:pt x="204443" y="390141"/>
                    <a:pt x="204443" y="391306"/>
                  </a:cubicBezTo>
                  <a:cubicBezTo>
                    <a:pt x="204432" y="430709"/>
                    <a:pt x="204415" y="470113"/>
                    <a:pt x="204397" y="509516"/>
                  </a:cubicBezTo>
                  <a:cubicBezTo>
                    <a:pt x="204397" y="510070"/>
                    <a:pt x="204397" y="510625"/>
                    <a:pt x="204396" y="511196"/>
                  </a:cubicBezTo>
                  <a:cubicBezTo>
                    <a:pt x="204391" y="522090"/>
                    <a:pt x="204386" y="532984"/>
                    <a:pt x="204381" y="543878"/>
                  </a:cubicBezTo>
                  <a:cubicBezTo>
                    <a:pt x="182771" y="543878"/>
                    <a:pt x="161161" y="543878"/>
                    <a:pt x="138896" y="543878"/>
                  </a:cubicBezTo>
                  <a:cubicBezTo>
                    <a:pt x="138896" y="505324"/>
                    <a:pt x="138896" y="466771"/>
                    <a:pt x="138896" y="427048"/>
                  </a:cubicBezTo>
                  <a:cubicBezTo>
                    <a:pt x="137177" y="427539"/>
                    <a:pt x="135458" y="428031"/>
                    <a:pt x="133687" y="428537"/>
                  </a:cubicBezTo>
                  <a:cubicBezTo>
                    <a:pt x="133580" y="429058"/>
                    <a:pt x="133472" y="429580"/>
                    <a:pt x="133362" y="430118"/>
                  </a:cubicBezTo>
                  <a:cubicBezTo>
                    <a:pt x="133224" y="430578"/>
                    <a:pt x="133085" y="431039"/>
                    <a:pt x="132943" y="431513"/>
                  </a:cubicBezTo>
                  <a:cubicBezTo>
                    <a:pt x="130904" y="431802"/>
                    <a:pt x="129062" y="431645"/>
                    <a:pt x="126990" y="431513"/>
                  </a:cubicBezTo>
                  <a:cubicBezTo>
                    <a:pt x="126990" y="432495"/>
                    <a:pt x="126990" y="433478"/>
                    <a:pt x="126990" y="434490"/>
                  </a:cubicBezTo>
                  <a:cubicBezTo>
                    <a:pt x="125747" y="434582"/>
                    <a:pt x="125747" y="434582"/>
                    <a:pt x="124478" y="434676"/>
                  </a:cubicBezTo>
                  <a:cubicBezTo>
                    <a:pt x="123588" y="434860"/>
                    <a:pt x="122698" y="435044"/>
                    <a:pt x="121781" y="435234"/>
                  </a:cubicBezTo>
                  <a:cubicBezTo>
                    <a:pt x="121551" y="435725"/>
                    <a:pt x="121321" y="436216"/>
                    <a:pt x="121083" y="436722"/>
                  </a:cubicBezTo>
                  <a:cubicBezTo>
                    <a:pt x="120822" y="437213"/>
                    <a:pt x="120562" y="437704"/>
                    <a:pt x="120293" y="438210"/>
                  </a:cubicBezTo>
                  <a:cubicBezTo>
                    <a:pt x="118759" y="438501"/>
                    <a:pt x="117250" y="438587"/>
                    <a:pt x="115694" y="438696"/>
                  </a:cubicBezTo>
                  <a:cubicBezTo>
                    <a:pt x="115024" y="438824"/>
                    <a:pt x="115024" y="438824"/>
                    <a:pt x="114340" y="438955"/>
                  </a:cubicBezTo>
                  <a:cubicBezTo>
                    <a:pt x="113496" y="440455"/>
                    <a:pt x="113496" y="440455"/>
                    <a:pt x="112851" y="441931"/>
                  </a:cubicBezTo>
                  <a:cubicBezTo>
                    <a:pt x="111363" y="441931"/>
                    <a:pt x="109875" y="441931"/>
                    <a:pt x="108386" y="441931"/>
                  </a:cubicBezTo>
                  <a:cubicBezTo>
                    <a:pt x="108225" y="442645"/>
                    <a:pt x="108225" y="442645"/>
                    <a:pt x="108061" y="443373"/>
                  </a:cubicBezTo>
                  <a:cubicBezTo>
                    <a:pt x="107854" y="444133"/>
                    <a:pt x="107854" y="444133"/>
                    <a:pt x="107642" y="444908"/>
                  </a:cubicBezTo>
                  <a:cubicBezTo>
                    <a:pt x="105907" y="445160"/>
                    <a:pt x="104170" y="445408"/>
                    <a:pt x="102433" y="445652"/>
                  </a:cubicBezTo>
                  <a:cubicBezTo>
                    <a:pt x="102203" y="446143"/>
                    <a:pt x="101973" y="446634"/>
                    <a:pt x="101736" y="447140"/>
                  </a:cubicBezTo>
                  <a:cubicBezTo>
                    <a:pt x="101475" y="447631"/>
                    <a:pt x="101214" y="448122"/>
                    <a:pt x="100945" y="448628"/>
                  </a:cubicBezTo>
                  <a:cubicBezTo>
                    <a:pt x="99567" y="448910"/>
                    <a:pt x="99567" y="448910"/>
                    <a:pt x="97922" y="449047"/>
                  </a:cubicBezTo>
                  <a:cubicBezTo>
                    <a:pt x="96955" y="449154"/>
                    <a:pt x="95988" y="449262"/>
                    <a:pt x="94992" y="449373"/>
                  </a:cubicBezTo>
                  <a:cubicBezTo>
                    <a:pt x="94746" y="450109"/>
                    <a:pt x="94501" y="450846"/>
                    <a:pt x="94248" y="451605"/>
                  </a:cubicBezTo>
                  <a:cubicBezTo>
                    <a:pt x="93388" y="451712"/>
                    <a:pt x="92529" y="451820"/>
                    <a:pt x="91643" y="451930"/>
                  </a:cubicBezTo>
                  <a:cubicBezTo>
                    <a:pt x="90784" y="452069"/>
                    <a:pt x="89924" y="452207"/>
                    <a:pt x="89039" y="452349"/>
                  </a:cubicBezTo>
                  <a:cubicBezTo>
                    <a:pt x="88931" y="452840"/>
                    <a:pt x="88824" y="453331"/>
                    <a:pt x="88713" y="453837"/>
                  </a:cubicBezTo>
                  <a:cubicBezTo>
                    <a:pt x="88575" y="454328"/>
                    <a:pt x="88437" y="454820"/>
                    <a:pt x="88295" y="455326"/>
                  </a:cubicBezTo>
                  <a:cubicBezTo>
                    <a:pt x="86747" y="455654"/>
                    <a:pt x="85271" y="455746"/>
                    <a:pt x="83690" y="455794"/>
                  </a:cubicBezTo>
                  <a:cubicBezTo>
                    <a:pt x="83245" y="455885"/>
                    <a:pt x="82800" y="455976"/>
                    <a:pt x="82342" y="456070"/>
                  </a:cubicBezTo>
                  <a:cubicBezTo>
                    <a:pt x="82096" y="456806"/>
                    <a:pt x="81850" y="457543"/>
                    <a:pt x="81597" y="458302"/>
                  </a:cubicBezTo>
                  <a:cubicBezTo>
                    <a:pt x="80222" y="458683"/>
                    <a:pt x="80222" y="458683"/>
                    <a:pt x="78574" y="458814"/>
                  </a:cubicBezTo>
                  <a:cubicBezTo>
                    <a:pt x="77124" y="458929"/>
                    <a:pt x="77124" y="458929"/>
                    <a:pt x="75644" y="459046"/>
                  </a:cubicBezTo>
                  <a:cubicBezTo>
                    <a:pt x="75644" y="460029"/>
                    <a:pt x="75644" y="461011"/>
                    <a:pt x="75644" y="462023"/>
                  </a:cubicBezTo>
                  <a:cubicBezTo>
                    <a:pt x="74118" y="462120"/>
                    <a:pt x="72592" y="462217"/>
                    <a:pt x="71066" y="462314"/>
                  </a:cubicBezTo>
                  <a:cubicBezTo>
                    <a:pt x="70612" y="462463"/>
                    <a:pt x="70159" y="462613"/>
                    <a:pt x="69691" y="462767"/>
                  </a:cubicBezTo>
                  <a:cubicBezTo>
                    <a:pt x="69575" y="463261"/>
                    <a:pt x="69459" y="463755"/>
                    <a:pt x="69339" y="464264"/>
                  </a:cubicBezTo>
                  <a:cubicBezTo>
                    <a:pt x="69210" y="464752"/>
                    <a:pt x="69080" y="465241"/>
                    <a:pt x="68947" y="465744"/>
                  </a:cubicBezTo>
                  <a:cubicBezTo>
                    <a:pt x="67435" y="466119"/>
                    <a:pt x="67435" y="466119"/>
                    <a:pt x="65598" y="466162"/>
                  </a:cubicBezTo>
                  <a:cubicBezTo>
                    <a:pt x="63807" y="466163"/>
                    <a:pt x="63807" y="466163"/>
                    <a:pt x="62250" y="466488"/>
                  </a:cubicBezTo>
                  <a:cubicBezTo>
                    <a:pt x="62004" y="467224"/>
                    <a:pt x="61759" y="467961"/>
                    <a:pt x="61506" y="468720"/>
                  </a:cubicBezTo>
                  <a:cubicBezTo>
                    <a:pt x="60646" y="468828"/>
                    <a:pt x="59787" y="468935"/>
                    <a:pt x="58901" y="469046"/>
                  </a:cubicBezTo>
                  <a:cubicBezTo>
                    <a:pt x="58042" y="469184"/>
                    <a:pt x="57182" y="469322"/>
                    <a:pt x="56297" y="469464"/>
                  </a:cubicBezTo>
                  <a:cubicBezTo>
                    <a:pt x="56189" y="469955"/>
                    <a:pt x="56082" y="470447"/>
                    <a:pt x="55971" y="470953"/>
                  </a:cubicBezTo>
                  <a:cubicBezTo>
                    <a:pt x="55833" y="471444"/>
                    <a:pt x="55695" y="471935"/>
                    <a:pt x="55552" y="472441"/>
                  </a:cubicBezTo>
                  <a:cubicBezTo>
                    <a:pt x="54005" y="472769"/>
                    <a:pt x="52529" y="472861"/>
                    <a:pt x="50948" y="472909"/>
                  </a:cubicBezTo>
                  <a:cubicBezTo>
                    <a:pt x="50280" y="473046"/>
                    <a:pt x="50280" y="473046"/>
                    <a:pt x="49599" y="473185"/>
                  </a:cubicBezTo>
                  <a:cubicBezTo>
                    <a:pt x="49354" y="473922"/>
                    <a:pt x="49108" y="474658"/>
                    <a:pt x="48855" y="475417"/>
                  </a:cubicBezTo>
                  <a:cubicBezTo>
                    <a:pt x="47480" y="475798"/>
                    <a:pt x="47480" y="475798"/>
                    <a:pt x="45832" y="475929"/>
                  </a:cubicBezTo>
                  <a:cubicBezTo>
                    <a:pt x="44382" y="476044"/>
                    <a:pt x="44382" y="476044"/>
                    <a:pt x="42902" y="476162"/>
                  </a:cubicBezTo>
                  <a:cubicBezTo>
                    <a:pt x="42902" y="477144"/>
                    <a:pt x="42902" y="478126"/>
                    <a:pt x="42902" y="479138"/>
                  </a:cubicBezTo>
                  <a:cubicBezTo>
                    <a:pt x="41818" y="479198"/>
                    <a:pt x="40732" y="479242"/>
                    <a:pt x="39646" y="479278"/>
                  </a:cubicBezTo>
                  <a:cubicBezTo>
                    <a:pt x="39042" y="479304"/>
                    <a:pt x="38438" y="479329"/>
                    <a:pt x="37815" y="479356"/>
                  </a:cubicBezTo>
                  <a:cubicBezTo>
                    <a:pt x="37284" y="479284"/>
                    <a:pt x="36752" y="479212"/>
                    <a:pt x="36205" y="479138"/>
                  </a:cubicBezTo>
                  <a:cubicBezTo>
                    <a:pt x="34205" y="476138"/>
                    <a:pt x="34694" y="474011"/>
                    <a:pt x="34882" y="470505"/>
                  </a:cubicBezTo>
                  <a:cubicBezTo>
                    <a:pt x="34828" y="469916"/>
                    <a:pt x="34773" y="469327"/>
                    <a:pt x="34717" y="468720"/>
                  </a:cubicBezTo>
                  <a:cubicBezTo>
                    <a:pt x="33980" y="468475"/>
                    <a:pt x="33243" y="468229"/>
                    <a:pt x="32484" y="467976"/>
                  </a:cubicBezTo>
                  <a:cubicBezTo>
                    <a:pt x="32103" y="466276"/>
                    <a:pt x="32103" y="466276"/>
                    <a:pt x="31973" y="464209"/>
                  </a:cubicBezTo>
                  <a:cubicBezTo>
                    <a:pt x="31924" y="463525"/>
                    <a:pt x="31875" y="462841"/>
                    <a:pt x="31824" y="462136"/>
                  </a:cubicBezTo>
                  <a:cubicBezTo>
                    <a:pt x="31796" y="461608"/>
                    <a:pt x="31769" y="461079"/>
                    <a:pt x="31740" y="460535"/>
                  </a:cubicBezTo>
                  <a:cubicBezTo>
                    <a:pt x="31003" y="460535"/>
                    <a:pt x="30267" y="460535"/>
                    <a:pt x="29508" y="460535"/>
                  </a:cubicBezTo>
                  <a:cubicBezTo>
                    <a:pt x="29453" y="459835"/>
                    <a:pt x="29453" y="459835"/>
                    <a:pt x="29397" y="459122"/>
                  </a:cubicBezTo>
                  <a:cubicBezTo>
                    <a:pt x="29341" y="458514"/>
                    <a:pt x="29286" y="457906"/>
                    <a:pt x="29228" y="457279"/>
                  </a:cubicBezTo>
                  <a:cubicBezTo>
                    <a:pt x="29151" y="456373"/>
                    <a:pt x="29151" y="456373"/>
                    <a:pt x="29072" y="455448"/>
                  </a:cubicBezTo>
                  <a:cubicBezTo>
                    <a:pt x="28891" y="453686"/>
                    <a:pt x="28891" y="453686"/>
                    <a:pt x="27275" y="452349"/>
                  </a:cubicBezTo>
                  <a:cubicBezTo>
                    <a:pt x="27030" y="452349"/>
                    <a:pt x="26784" y="452349"/>
                    <a:pt x="26531" y="452349"/>
                  </a:cubicBezTo>
                  <a:cubicBezTo>
                    <a:pt x="26503" y="451829"/>
                    <a:pt x="26475" y="451309"/>
                    <a:pt x="26447" y="450774"/>
                  </a:cubicBezTo>
                  <a:cubicBezTo>
                    <a:pt x="26398" y="450096"/>
                    <a:pt x="26349" y="449419"/>
                    <a:pt x="26298" y="448721"/>
                  </a:cubicBezTo>
                  <a:cubicBezTo>
                    <a:pt x="26255" y="448048"/>
                    <a:pt x="26212" y="447375"/>
                    <a:pt x="26168" y="446681"/>
                  </a:cubicBezTo>
                  <a:cubicBezTo>
                    <a:pt x="25944" y="444638"/>
                    <a:pt x="25944" y="444638"/>
                    <a:pt x="23554" y="443419"/>
                  </a:cubicBezTo>
                  <a:cubicBezTo>
                    <a:pt x="23336" y="441809"/>
                    <a:pt x="23336" y="441809"/>
                    <a:pt x="23415" y="439978"/>
                  </a:cubicBezTo>
                  <a:cubicBezTo>
                    <a:pt x="23435" y="439370"/>
                    <a:pt x="23455" y="438761"/>
                    <a:pt x="23476" y="438135"/>
                  </a:cubicBezTo>
                  <a:cubicBezTo>
                    <a:pt x="23502" y="437669"/>
                    <a:pt x="23528" y="437202"/>
                    <a:pt x="23554" y="436722"/>
                  </a:cubicBezTo>
                  <a:cubicBezTo>
                    <a:pt x="22818" y="436722"/>
                    <a:pt x="22081" y="436722"/>
                    <a:pt x="21322" y="436722"/>
                  </a:cubicBezTo>
                  <a:cubicBezTo>
                    <a:pt x="21294" y="436194"/>
                    <a:pt x="21266" y="435665"/>
                    <a:pt x="21238" y="435120"/>
                  </a:cubicBezTo>
                  <a:cubicBezTo>
                    <a:pt x="21189" y="434437"/>
                    <a:pt x="21140" y="433753"/>
                    <a:pt x="21089" y="433048"/>
                  </a:cubicBezTo>
                  <a:cubicBezTo>
                    <a:pt x="21025" y="432025"/>
                    <a:pt x="21025" y="432025"/>
                    <a:pt x="20959" y="430981"/>
                  </a:cubicBezTo>
                  <a:cubicBezTo>
                    <a:pt x="20833" y="430420"/>
                    <a:pt x="20707" y="429859"/>
                    <a:pt x="20578" y="429281"/>
                  </a:cubicBezTo>
                  <a:cubicBezTo>
                    <a:pt x="19841" y="429035"/>
                    <a:pt x="19104" y="428790"/>
                    <a:pt x="18345" y="428537"/>
                  </a:cubicBezTo>
                  <a:cubicBezTo>
                    <a:pt x="18043" y="426888"/>
                    <a:pt x="18043" y="426888"/>
                    <a:pt x="17973" y="424862"/>
                  </a:cubicBezTo>
                  <a:cubicBezTo>
                    <a:pt x="17951" y="422879"/>
                    <a:pt x="17951" y="422879"/>
                    <a:pt x="17601" y="421095"/>
                  </a:cubicBezTo>
                  <a:cubicBezTo>
                    <a:pt x="16865" y="420604"/>
                    <a:pt x="16128" y="420113"/>
                    <a:pt x="15369" y="419607"/>
                  </a:cubicBezTo>
                  <a:cubicBezTo>
                    <a:pt x="15369" y="417871"/>
                    <a:pt x="15369" y="416134"/>
                    <a:pt x="15369" y="414398"/>
                  </a:cubicBezTo>
                  <a:cubicBezTo>
                    <a:pt x="14632" y="413907"/>
                    <a:pt x="13895" y="413416"/>
                    <a:pt x="13136" y="412910"/>
                  </a:cubicBezTo>
                  <a:cubicBezTo>
                    <a:pt x="12645" y="411136"/>
                    <a:pt x="12645" y="411136"/>
                    <a:pt x="12346" y="409096"/>
                  </a:cubicBezTo>
                  <a:cubicBezTo>
                    <a:pt x="12084" y="407112"/>
                    <a:pt x="12084" y="407112"/>
                    <a:pt x="11648" y="405468"/>
                  </a:cubicBezTo>
                  <a:cubicBezTo>
                    <a:pt x="11157" y="405468"/>
                    <a:pt x="10666" y="405468"/>
                    <a:pt x="10160" y="405468"/>
                  </a:cubicBezTo>
                  <a:cubicBezTo>
                    <a:pt x="9741" y="403747"/>
                    <a:pt x="9741" y="403747"/>
                    <a:pt x="10160" y="401748"/>
                  </a:cubicBezTo>
                  <a:cubicBezTo>
                    <a:pt x="11853" y="400978"/>
                    <a:pt x="13512" y="400526"/>
                    <a:pt x="15319" y="400091"/>
                  </a:cubicBezTo>
                  <a:cubicBezTo>
                    <a:pt x="16081" y="399806"/>
                    <a:pt x="16081" y="399806"/>
                    <a:pt x="16857" y="399515"/>
                  </a:cubicBezTo>
                  <a:cubicBezTo>
                    <a:pt x="17103" y="398778"/>
                    <a:pt x="17348" y="398042"/>
                    <a:pt x="17601" y="397283"/>
                  </a:cubicBezTo>
                  <a:cubicBezTo>
                    <a:pt x="19511" y="396963"/>
                    <a:pt x="21361" y="396955"/>
                    <a:pt x="23296" y="396914"/>
                  </a:cubicBezTo>
                  <a:cubicBezTo>
                    <a:pt x="23872" y="396790"/>
                    <a:pt x="24449" y="396666"/>
                    <a:pt x="25043" y="396539"/>
                  </a:cubicBezTo>
                  <a:cubicBezTo>
                    <a:pt x="25288" y="396047"/>
                    <a:pt x="25534" y="395556"/>
                    <a:pt x="25787" y="395050"/>
                  </a:cubicBezTo>
                  <a:cubicBezTo>
                    <a:pt x="26032" y="394559"/>
                    <a:pt x="26278" y="394068"/>
                    <a:pt x="26531" y="393562"/>
                  </a:cubicBezTo>
                  <a:cubicBezTo>
                    <a:pt x="28278" y="393187"/>
                    <a:pt x="28278" y="393187"/>
                    <a:pt x="30298" y="393143"/>
                  </a:cubicBezTo>
                  <a:cubicBezTo>
                    <a:pt x="32270" y="393143"/>
                    <a:pt x="32270" y="393143"/>
                    <a:pt x="33972" y="392818"/>
                  </a:cubicBezTo>
                  <a:cubicBezTo>
                    <a:pt x="34218" y="392081"/>
                    <a:pt x="34464" y="391344"/>
                    <a:pt x="34717" y="390585"/>
                  </a:cubicBezTo>
                  <a:cubicBezTo>
                    <a:pt x="36629" y="390054"/>
                    <a:pt x="38518" y="389830"/>
                    <a:pt x="40484" y="389562"/>
                  </a:cubicBezTo>
                  <a:cubicBezTo>
                    <a:pt x="41036" y="389409"/>
                    <a:pt x="41589" y="389255"/>
                    <a:pt x="42158" y="389097"/>
                  </a:cubicBezTo>
                  <a:cubicBezTo>
                    <a:pt x="42404" y="388360"/>
                    <a:pt x="42649" y="387624"/>
                    <a:pt x="42902" y="386865"/>
                  </a:cubicBezTo>
                  <a:cubicBezTo>
                    <a:pt x="44834" y="386516"/>
                    <a:pt x="46708" y="386490"/>
                    <a:pt x="48669" y="386423"/>
                  </a:cubicBezTo>
                  <a:cubicBezTo>
                    <a:pt x="49222" y="386323"/>
                    <a:pt x="49774" y="386223"/>
                    <a:pt x="50343" y="386121"/>
                  </a:cubicBezTo>
                  <a:cubicBezTo>
                    <a:pt x="50589" y="385384"/>
                    <a:pt x="50835" y="384647"/>
                    <a:pt x="51088" y="383888"/>
                  </a:cubicBezTo>
                  <a:cubicBezTo>
                    <a:pt x="53000" y="383357"/>
                    <a:pt x="54890" y="383133"/>
                    <a:pt x="56855" y="382865"/>
                  </a:cubicBezTo>
                  <a:cubicBezTo>
                    <a:pt x="57407" y="382711"/>
                    <a:pt x="57960" y="382558"/>
                    <a:pt x="58529" y="382400"/>
                  </a:cubicBezTo>
                  <a:cubicBezTo>
                    <a:pt x="58775" y="381663"/>
                    <a:pt x="59020" y="380926"/>
                    <a:pt x="59273" y="380167"/>
                  </a:cubicBezTo>
                  <a:cubicBezTo>
                    <a:pt x="61136" y="379787"/>
                    <a:pt x="61136" y="379787"/>
                    <a:pt x="63412" y="379656"/>
                  </a:cubicBezTo>
                  <a:cubicBezTo>
                    <a:pt x="64165" y="379607"/>
                    <a:pt x="64918" y="379558"/>
                    <a:pt x="65694" y="379508"/>
                  </a:cubicBezTo>
                  <a:cubicBezTo>
                    <a:pt x="66277" y="379480"/>
                    <a:pt x="66859" y="379452"/>
                    <a:pt x="67459" y="379423"/>
                  </a:cubicBezTo>
                  <a:cubicBezTo>
                    <a:pt x="67459" y="378441"/>
                    <a:pt x="67459" y="377459"/>
                    <a:pt x="67459" y="376447"/>
                  </a:cubicBezTo>
                  <a:cubicBezTo>
                    <a:pt x="67987" y="376419"/>
                    <a:pt x="68516" y="376391"/>
                    <a:pt x="69060" y="376362"/>
                  </a:cubicBezTo>
                  <a:cubicBezTo>
                    <a:pt x="69744" y="376314"/>
                    <a:pt x="70428" y="376265"/>
                    <a:pt x="71133" y="376214"/>
                  </a:cubicBezTo>
                  <a:cubicBezTo>
                    <a:pt x="71815" y="376171"/>
                    <a:pt x="72497" y="376128"/>
                    <a:pt x="73200" y="376083"/>
                  </a:cubicBezTo>
                  <a:cubicBezTo>
                    <a:pt x="73761" y="375958"/>
                    <a:pt x="74322" y="375832"/>
                    <a:pt x="74900" y="375703"/>
                  </a:cubicBezTo>
                  <a:cubicBezTo>
                    <a:pt x="75146" y="374966"/>
                    <a:pt x="75391" y="374229"/>
                    <a:pt x="75644" y="373470"/>
                  </a:cubicBezTo>
                  <a:cubicBezTo>
                    <a:pt x="77345" y="373089"/>
                    <a:pt x="77345" y="373089"/>
                    <a:pt x="79411" y="372959"/>
                  </a:cubicBezTo>
                  <a:cubicBezTo>
                    <a:pt x="80095" y="372910"/>
                    <a:pt x="80779" y="372861"/>
                    <a:pt x="81484" y="372810"/>
                  </a:cubicBezTo>
                  <a:cubicBezTo>
                    <a:pt x="82013" y="372783"/>
                    <a:pt x="82541" y="372755"/>
                    <a:pt x="83086" y="372726"/>
                  </a:cubicBezTo>
                  <a:cubicBezTo>
                    <a:pt x="83086" y="371744"/>
                    <a:pt x="83086" y="370761"/>
                    <a:pt x="83086" y="369749"/>
                  </a:cubicBezTo>
                  <a:cubicBezTo>
                    <a:pt x="83614" y="369722"/>
                    <a:pt x="84143" y="369694"/>
                    <a:pt x="84687" y="369665"/>
                  </a:cubicBezTo>
                  <a:cubicBezTo>
                    <a:pt x="85371" y="369616"/>
                    <a:pt x="86055" y="369567"/>
                    <a:pt x="86760" y="369517"/>
                  </a:cubicBezTo>
                  <a:cubicBezTo>
                    <a:pt x="87442" y="369474"/>
                    <a:pt x="88124" y="369431"/>
                    <a:pt x="88827" y="369386"/>
                  </a:cubicBezTo>
                  <a:cubicBezTo>
                    <a:pt x="89388" y="369260"/>
                    <a:pt x="89949" y="369135"/>
                    <a:pt x="90527" y="369005"/>
                  </a:cubicBezTo>
                  <a:cubicBezTo>
                    <a:pt x="90773" y="368269"/>
                    <a:pt x="91018" y="367532"/>
                    <a:pt x="91271" y="366773"/>
                  </a:cubicBezTo>
                  <a:cubicBezTo>
                    <a:pt x="93013" y="366455"/>
                    <a:pt x="94689" y="366446"/>
                    <a:pt x="96457" y="366404"/>
                  </a:cubicBezTo>
                  <a:cubicBezTo>
                    <a:pt x="96956" y="366280"/>
                    <a:pt x="97455" y="366156"/>
                    <a:pt x="97968" y="366029"/>
                  </a:cubicBezTo>
                  <a:cubicBezTo>
                    <a:pt x="98218" y="365037"/>
                    <a:pt x="98466" y="364045"/>
                    <a:pt x="98713" y="363052"/>
                  </a:cubicBezTo>
                  <a:cubicBezTo>
                    <a:pt x="100198" y="362703"/>
                    <a:pt x="100198" y="362703"/>
                    <a:pt x="102015" y="362680"/>
                  </a:cubicBezTo>
                  <a:cubicBezTo>
                    <a:pt x="103801" y="362718"/>
                    <a:pt x="103801" y="362718"/>
                    <a:pt x="105410" y="362308"/>
                  </a:cubicBezTo>
                  <a:cubicBezTo>
                    <a:pt x="105647" y="361813"/>
                    <a:pt x="105884" y="361318"/>
                    <a:pt x="106128" y="360808"/>
                  </a:cubicBezTo>
                  <a:cubicBezTo>
                    <a:pt x="106382" y="360321"/>
                    <a:pt x="106636" y="359834"/>
                    <a:pt x="106898" y="359332"/>
                  </a:cubicBezTo>
                  <a:cubicBezTo>
                    <a:pt x="108671" y="359041"/>
                    <a:pt x="108671" y="359041"/>
                    <a:pt x="110712" y="359145"/>
                  </a:cubicBezTo>
                  <a:cubicBezTo>
                    <a:pt x="111389" y="359172"/>
                    <a:pt x="112066" y="359199"/>
                    <a:pt x="112764" y="359227"/>
                  </a:cubicBezTo>
                  <a:cubicBezTo>
                    <a:pt x="113284" y="359261"/>
                    <a:pt x="113804" y="359296"/>
                    <a:pt x="114340" y="359332"/>
                  </a:cubicBezTo>
                  <a:cubicBezTo>
                    <a:pt x="114340" y="358349"/>
                    <a:pt x="114340" y="357367"/>
                    <a:pt x="114340" y="356355"/>
                  </a:cubicBezTo>
                  <a:cubicBezTo>
                    <a:pt x="116795" y="356109"/>
                    <a:pt x="119251" y="355864"/>
                    <a:pt x="121781" y="355611"/>
                  </a:cubicBezTo>
                  <a:cubicBezTo>
                    <a:pt x="121781" y="354629"/>
                    <a:pt x="121781" y="353646"/>
                    <a:pt x="121781" y="352634"/>
                  </a:cubicBezTo>
                  <a:cubicBezTo>
                    <a:pt x="124237" y="352634"/>
                    <a:pt x="126692" y="352634"/>
                    <a:pt x="129222" y="352634"/>
                  </a:cubicBezTo>
                  <a:cubicBezTo>
                    <a:pt x="129222" y="351652"/>
                    <a:pt x="129222" y="350670"/>
                    <a:pt x="129222" y="349658"/>
                  </a:cubicBezTo>
                  <a:cubicBezTo>
                    <a:pt x="129671" y="349656"/>
                    <a:pt x="130120" y="349654"/>
                    <a:pt x="130583" y="349652"/>
                  </a:cubicBezTo>
                  <a:cubicBezTo>
                    <a:pt x="131178" y="349623"/>
                    <a:pt x="131772" y="349594"/>
                    <a:pt x="132385" y="349565"/>
                  </a:cubicBezTo>
                  <a:cubicBezTo>
                    <a:pt x="132972" y="349547"/>
                    <a:pt x="133559" y="349530"/>
                    <a:pt x="134164" y="349512"/>
                  </a:cubicBezTo>
                  <a:cubicBezTo>
                    <a:pt x="136879" y="348586"/>
                    <a:pt x="137539" y="346917"/>
                    <a:pt x="138896" y="344449"/>
                  </a:cubicBezTo>
                  <a:cubicBezTo>
                    <a:pt x="139171" y="342457"/>
                    <a:pt x="139288" y="340781"/>
                    <a:pt x="139254" y="338798"/>
                  </a:cubicBezTo>
                  <a:cubicBezTo>
                    <a:pt x="139258" y="337968"/>
                    <a:pt x="139258" y="337968"/>
                    <a:pt x="139262" y="337120"/>
                  </a:cubicBezTo>
                  <a:cubicBezTo>
                    <a:pt x="139267" y="335272"/>
                    <a:pt x="139250" y="333425"/>
                    <a:pt x="139234" y="331578"/>
                  </a:cubicBezTo>
                  <a:cubicBezTo>
                    <a:pt x="139233" y="330250"/>
                    <a:pt x="139234" y="328922"/>
                    <a:pt x="139235" y="327595"/>
                  </a:cubicBezTo>
                  <a:cubicBezTo>
                    <a:pt x="139236" y="323996"/>
                    <a:pt x="139219" y="320397"/>
                    <a:pt x="139198" y="316798"/>
                  </a:cubicBezTo>
                  <a:cubicBezTo>
                    <a:pt x="139179" y="313035"/>
                    <a:pt x="139178" y="309272"/>
                    <a:pt x="139174" y="305509"/>
                  </a:cubicBezTo>
                  <a:cubicBezTo>
                    <a:pt x="139165" y="298386"/>
                    <a:pt x="139140" y="291262"/>
                    <a:pt x="139111" y="284139"/>
                  </a:cubicBezTo>
                  <a:cubicBezTo>
                    <a:pt x="139077" y="276028"/>
                    <a:pt x="139061" y="267917"/>
                    <a:pt x="139046" y="259806"/>
                  </a:cubicBezTo>
                  <a:cubicBezTo>
                    <a:pt x="139015" y="243124"/>
                    <a:pt x="138963" y="226442"/>
                    <a:pt x="138896" y="209759"/>
                  </a:cubicBezTo>
                  <a:cubicBezTo>
                    <a:pt x="138322" y="209756"/>
                    <a:pt x="137747" y="209753"/>
                    <a:pt x="137155" y="209750"/>
                  </a:cubicBezTo>
                  <a:cubicBezTo>
                    <a:pt x="123195" y="209673"/>
                    <a:pt x="109234" y="209592"/>
                    <a:pt x="95274" y="209507"/>
                  </a:cubicBezTo>
                  <a:cubicBezTo>
                    <a:pt x="88523" y="209466"/>
                    <a:pt x="81772" y="209426"/>
                    <a:pt x="75021" y="209389"/>
                  </a:cubicBezTo>
                  <a:cubicBezTo>
                    <a:pt x="69139" y="209357"/>
                    <a:pt x="63257" y="209323"/>
                    <a:pt x="57375" y="209285"/>
                  </a:cubicBezTo>
                  <a:cubicBezTo>
                    <a:pt x="54258" y="209266"/>
                    <a:pt x="51142" y="209247"/>
                    <a:pt x="48026" y="209232"/>
                  </a:cubicBezTo>
                  <a:cubicBezTo>
                    <a:pt x="45096" y="209217"/>
                    <a:pt x="42166" y="209199"/>
                    <a:pt x="39236" y="209178"/>
                  </a:cubicBezTo>
                  <a:cubicBezTo>
                    <a:pt x="38157" y="209171"/>
                    <a:pt x="37079" y="209166"/>
                    <a:pt x="36001" y="209161"/>
                  </a:cubicBezTo>
                  <a:cubicBezTo>
                    <a:pt x="34534" y="209155"/>
                    <a:pt x="33068" y="209144"/>
                    <a:pt x="31602" y="209133"/>
                  </a:cubicBezTo>
                  <a:cubicBezTo>
                    <a:pt x="30780" y="209128"/>
                    <a:pt x="29957" y="209123"/>
                    <a:pt x="29110" y="209118"/>
                  </a:cubicBezTo>
                  <a:cubicBezTo>
                    <a:pt x="27275" y="209015"/>
                    <a:pt x="27275" y="209015"/>
                    <a:pt x="26531" y="208271"/>
                  </a:cubicBezTo>
                  <a:cubicBezTo>
                    <a:pt x="26452" y="205987"/>
                    <a:pt x="26422" y="203720"/>
                    <a:pt x="26423" y="201436"/>
                  </a:cubicBezTo>
                  <a:cubicBezTo>
                    <a:pt x="26420" y="200718"/>
                    <a:pt x="26418" y="200001"/>
                    <a:pt x="26415" y="199262"/>
                  </a:cubicBezTo>
                  <a:cubicBezTo>
                    <a:pt x="26408" y="196877"/>
                    <a:pt x="26407" y="194493"/>
                    <a:pt x="26406" y="192109"/>
                  </a:cubicBezTo>
                  <a:cubicBezTo>
                    <a:pt x="26404" y="190460"/>
                    <a:pt x="26401" y="188811"/>
                    <a:pt x="26398" y="187163"/>
                  </a:cubicBezTo>
                  <a:cubicBezTo>
                    <a:pt x="26394" y="183702"/>
                    <a:pt x="26393" y="180241"/>
                    <a:pt x="26393" y="176781"/>
                  </a:cubicBezTo>
                  <a:cubicBezTo>
                    <a:pt x="26393" y="172334"/>
                    <a:pt x="26383" y="167887"/>
                    <a:pt x="26370" y="163440"/>
                  </a:cubicBezTo>
                  <a:cubicBezTo>
                    <a:pt x="26362" y="160033"/>
                    <a:pt x="26360" y="156627"/>
                    <a:pt x="26361" y="153221"/>
                  </a:cubicBezTo>
                  <a:cubicBezTo>
                    <a:pt x="26360" y="151581"/>
                    <a:pt x="26357" y="149941"/>
                    <a:pt x="26351" y="148300"/>
                  </a:cubicBezTo>
                  <a:cubicBezTo>
                    <a:pt x="26344" y="146012"/>
                    <a:pt x="26346" y="143724"/>
                    <a:pt x="26350" y="141436"/>
                  </a:cubicBezTo>
                  <a:cubicBezTo>
                    <a:pt x="26346" y="140751"/>
                    <a:pt x="26342" y="140066"/>
                    <a:pt x="26338" y="139361"/>
                  </a:cubicBezTo>
                  <a:cubicBezTo>
                    <a:pt x="26346" y="137773"/>
                    <a:pt x="26430" y="136186"/>
                    <a:pt x="26531" y="134601"/>
                  </a:cubicBezTo>
                  <a:cubicBezTo>
                    <a:pt x="28562" y="133586"/>
                    <a:pt x="30161" y="133766"/>
                    <a:pt x="32436" y="133767"/>
                  </a:cubicBezTo>
                  <a:cubicBezTo>
                    <a:pt x="33377" y="133766"/>
                    <a:pt x="34318" y="133765"/>
                    <a:pt x="35288" y="133764"/>
                  </a:cubicBezTo>
                  <a:cubicBezTo>
                    <a:pt x="36337" y="133767"/>
                    <a:pt x="37386" y="133770"/>
                    <a:pt x="38435" y="133772"/>
                  </a:cubicBezTo>
                  <a:cubicBezTo>
                    <a:pt x="39535" y="133773"/>
                    <a:pt x="40635" y="133773"/>
                    <a:pt x="41734" y="133772"/>
                  </a:cubicBezTo>
                  <a:cubicBezTo>
                    <a:pt x="44726" y="133772"/>
                    <a:pt x="47718" y="133776"/>
                    <a:pt x="50710" y="133781"/>
                  </a:cubicBezTo>
                  <a:cubicBezTo>
                    <a:pt x="53834" y="133786"/>
                    <a:pt x="56959" y="133787"/>
                    <a:pt x="60083" y="133787"/>
                  </a:cubicBezTo>
                  <a:cubicBezTo>
                    <a:pt x="66002" y="133790"/>
                    <a:pt x="71921" y="133796"/>
                    <a:pt x="77841" y="133803"/>
                  </a:cubicBezTo>
                  <a:cubicBezTo>
                    <a:pt x="84578" y="133812"/>
                    <a:pt x="91316" y="133816"/>
                    <a:pt x="98054" y="133819"/>
                  </a:cubicBezTo>
                  <a:cubicBezTo>
                    <a:pt x="111916" y="133827"/>
                    <a:pt x="125778" y="133840"/>
                    <a:pt x="139640" y="133857"/>
                  </a:cubicBezTo>
                  <a:cubicBezTo>
                    <a:pt x="139395" y="133120"/>
                    <a:pt x="139149" y="132384"/>
                    <a:pt x="138896" y="131625"/>
                  </a:cubicBezTo>
                  <a:cubicBezTo>
                    <a:pt x="138821" y="129901"/>
                    <a:pt x="138792" y="128176"/>
                    <a:pt x="138787" y="126450"/>
                  </a:cubicBezTo>
                  <a:cubicBezTo>
                    <a:pt x="138784" y="125921"/>
                    <a:pt x="138781" y="125391"/>
                    <a:pt x="138778" y="124846"/>
                  </a:cubicBezTo>
                  <a:cubicBezTo>
                    <a:pt x="138770" y="123067"/>
                    <a:pt x="138767" y="121288"/>
                    <a:pt x="138765" y="119509"/>
                  </a:cubicBezTo>
                  <a:cubicBezTo>
                    <a:pt x="138760" y="118235"/>
                    <a:pt x="138755" y="116962"/>
                    <a:pt x="138750" y="115688"/>
                  </a:cubicBezTo>
                  <a:cubicBezTo>
                    <a:pt x="138737" y="112226"/>
                    <a:pt x="138729" y="108764"/>
                    <a:pt x="138723" y="105301"/>
                  </a:cubicBezTo>
                  <a:cubicBezTo>
                    <a:pt x="138719" y="103140"/>
                    <a:pt x="138714" y="100979"/>
                    <a:pt x="138710" y="98818"/>
                  </a:cubicBezTo>
                  <a:cubicBezTo>
                    <a:pt x="138696" y="92062"/>
                    <a:pt x="138685" y="85306"/>
                    <a:pt x="138679" y="78550"/>
                  </a:cubicBezTo>
                  <a:cubicBezTo>
                    <a:pt x="138671" y="70740"/>
                    <a:pt x="138652" y="62930"/>
                    <a:pt x="138622" y="55120"/>
                  </a:cubicBezTo>
                  <a:cubicBezTo>
                    <a:pt x="138599" y="49090"/>
                    <a:pt x="138588" y="43059"/>
                    <a:pt x="138586" y="37028"/>
                  </a:cubicBezTo>
                  <a:cubicBezTo>
                    <a:pt x="138584" y="33423"/>
                    <a:pt x="138577" y="29818"/>
                    <a:pt x="138559" y="26212"/>
                  </a:cubicBezTo>
                  <a:cubicBezTo>
                    <a:pt x="138542" y="22824"/>
                    <a:pt x="138538" y="19437"/>
                    <a:pt x="138546" y="16048"/>
                  </a:cubicBezTo>
                  <a:cubicBezTo>
                    <a:pt x="138546" y="14802"/>
                    <a:pt x="138542" y="13556"/>
                    <a:pt x="138531" y="12310"/>
                  </a:cubicBezTo>
                  <a:cubicBezTo>
                    <a:pt x="138518" y="10614"/>
                    <a:pt x="138523" y="8919"/>
                    <a:pt x="138533" y="7224"/>
                  </a:cubicBezTo>
                  <a:cubicBezTo>
                    <a:pt x="138531" y="6273"/>
                    <a:pt x="138530" y="5322"/>
                    <a:pt x="138528" y="4343"/>
                  </a:cubicBezTo>
                  <a:cubicBezTo>
                    <a:pt x="138896" y="2144"/>
                    <a:pt x="138896" y="2144"/>
                    <a:pt x="140241" y="1094"/>
                  </a:cubicBezTo>
                  <a:cubicBezTo>
                    <a:pt x="142743" y="422"/>
                    <a:pt x="145217" y="449"/>
                    <a:pt x="147788" y="463"/>
                  </a:cubicBezTo>
                  <a:close/>
                </a:path>
              </a:pathLst>
            </a:custGeom>
            <a:grpFill/>
            <a:ln w="744" cap="flat">
              <a:noFill/>
              <a:prstDash val="solid"/>
              <a:miter/>
            </a:ln>
          </p:spPr>
          <p:txBody>
            <a:bodyPr rtlCol="0" anchor="ctr"/>
            <a:lstStyle/>
            <a:p>
              <a:endParaRPr lang="zh-CN" altLang="en-US"/>
            </a:p>
          </p:txBody>
        </p:sp>
        <p:sp>
          <p:nvSpPr>
            <p:cNvPr id="105" name="任意多边形: 形状 104"/>
            <p:cNvSpPr/>
            <p:nvPr/>
          </p:nvSpPr>
          <p:spPr>
            <a:xfrm>
              <a:off x="8528498" y="596456"/>
              <a:ext cx="418616" cy="236346"/>
            </a:xfrm>
            <a:custGeom>
              <a:avLst/>
              <a:gdLst>
                <a:gd name="connsiteX0" fmla="*/ 223745 w 418616"/>
                <a:gd name="connsiteY0" fmla="*/ 684 h 236346"/>
                <a:gd name="connsiteX1" fmla="*/ 227140 w 418616"/>
                <a:gd name="connsiteY1" fmla="*/ 498 h 236346"/>
                <a:gd name="connsiteX2" fmla="*/ 229003 w 418616"/>
                <a:gd name="connsiteY2" fmla="*/ 579 h 236346"/>
                <a:gd name="connsiteX3" fmla="*/ 230442 w 418616"/>
                <a:gd name="connsiteY3" fmla="*/ 684 h 236346"/>
                <a:gd name="connsiteX4" fmla="*/ 231186 w 418616"/>
                <a:gd name="connsiteY4" fmla="*/ 5149 h 236346"/>
                <a:gd name="connsiteX5" fmla="*/ 233419 w 418616"/>
                <a:gd name="connsiteY5" fmla="*/ 5149 h 236346"/>
                <a:gd name="connsiteX6" fmla="*/ 233651 w 418616"/>
                <a:gd name="connsiteY6" fmla="*/ 7660 h 236346"/>
                <a:gd name="connsiteX7" fmla="*/ 234163 w 418616"/>
                <a:gd name="connsiteY7" fmla="*/ 10358 h 236346"/>
                <a:gd name="connsiteX8" fmla="*/ 236395 w 418616"/>
                <a:gd name="connsiteY8" fmla="*/ 11846 h 236346"/>
                <a:gd name="connsiteX9" fmla="*/ 237139 w 418616"/>
                <a:gd name="connsiteY9" fmla="*/ 14822 h 236346"/>
                <a:gd name="connsiteX10" fmla="*/ 238302 w 418616"/>
                <a:gd name="connsiteY10" fmla="*/ 15892 h 236346"/>
                <a:gd name="connsiteX11" fmla="*/ 239511 w 418616"/>
                <a:gd name="connsiteY11" fmla="*/ 19055 h 236346"/>
                <a:gd name="connsiteX12" fmla="*/ 239372 w 418616"/>
                <a:gd name="connsiteY12" fmla="*/ 20776 h 236346"/>
                <a:gd name="connsiteX13" fmla="*/ 241604 w 418616"/>
                <a:gd name="connsiteY13" fmla="*/ 20776 h 236346"/>
                <a:gd name="connsiteX14" fmla="*/ 241837 w 418616"/>
                <a:gd name="connsiteY14" fmla="*/ 22915 h 236346"/>
                <a:gd name="connsiteX15" fmla="*/ 244581 w 418616"/>
                <a:gd name="connsiteY15" fmla="*/ 26729 h 236346"/>
                <a:gd name="connsiteX16" fmla="*/ 245325 w 418616"/>
                <a:gd name="connsiteY16" fmla="*/ 31194 h 236346"/>
                <a:gd name="connsiteX17" fmla="*/ 246813 w 418616"/>
                <a:gd name="connsiteY17" fmla="*/ 31938 h 236346"/>
                <a:gd name="connsiteX18" fmla="*/ 248301 w 418616"/>
                <a:gd name="connsiteY18" fmla="*/ 36403 h 236346"/>
                <a:gd name="connsiteX19" fmla="*/ 249790 w 418616"/>
                <a:gd name="connsiteY19" fmla="*/ 37147 h 236346"/>
                <a:gd name="connsiteX20" fmla="*/ 250115 w 418616"/>
                <a:gd name="connsiteY20" fmla="*/ 39751 h 236346"/>
                <a:gd name="connsiteX21" fmla="*/ 250534 w 418616"/>
                <a:gd name="connsiteY21" fmla="*/ 42356 h 236346"/>
                <a:gd name="connsiteX22" fmla="*/ 252766 w 418616"/>
                <a:gd name="connsiteY22" fmla="*/ 43100 h 236346"/>
                <a:gd name="connsiteX23" fmla="*/ 253208 w 418616"/>
                <a:gd name="connsiteY23" fmla="*/ 47704 h 236346"/>
                <a:gd name="connsiteX24" fmla="*/ 253510 w 418616"/>
                <a:gd name="connsiteY24" fmla="*/ 49053 h 236346"/>
                <a:gd name="connsiteX25" fmla="*/ 255743 w 418616"/>
                <a:gd name="connsiteY25" fmla="*/ 49797 h 236346"/>
                <a:gd name="connsiteX26" fmla="*/ 255882 w 418616"/>
                <a:gd name="connsiteY26" fmla="*/ 53192 h 236346"/>
                <a:gd name="connsiteX27" fmla="*/ 255821 w 418616"/>
                <a:gd name="connsiteY27" fmla="*/ 55055 h 236346"/>
                <a:gd name="connsiteX28" fmla="*/ 255743 w 418616"/>
                <a:gd name="connsiteY28" fmla="*/ 56494 h 236346"/>
                <a:gd name="connsiteX29" fmla="*/ 257975 w 418616"/>
                <a:gd name="connsiteY29" fmla="*/ 56494 h 236346"/>
                <a:gd name="connsiteX30" fmla="*/ 258339 w 418616"/>
                <a:gd name="connsiteY30" fmla="*/ 61073 h 236346"/>
                <a:gd name="connsiteX31" fmla="*/ 258719 w 418616"/>
                <a:gd name="connsiteY31" fmla="*/ 62447 h 236346"/>
                <a:gd name="connsiteX32" fmla="*/ 260952 w 418616"/>
                <a:gd name="connsiteY32" fmla="*/ 63192 h 236346"/>
                <a:gd name="connsiteX33" fmla="*/ 261394 w 418616"/>
                <a:gd name="connsiteY33" fmla="*/ 68377 h 236346"/>
                <a:gd name="connsiteX34" fmla="*/ 261696 w 418616"/>
                <a:gd name="connsiteY34" fmla="*/ 69889 h 236346"/>
                <a:gd name="connsiteX35" fmla="*/ 263928 w 418616"/>
                <a:gd name="connsiteY35" fmla="*/ 70633 h 236346"/>
                <a:gd name="connsiteX36" fmla="*/ 264347 w 418616"/>
                <a:gd name="connsiteY36" fmla="*/ 74354 h 236346"/>
                <a:gd name="connsiteX37" fmla="*/ 264672 w 418616"/>
                <a:gd name="connsiteY37" fmla="*/ 78074 h 236346"/>
                <a:gd name="connsiteX38" fmla="*/ 266161 w 418616"/>
                <a:gd name="connsiteY38" fmla="*/ 78819 h 236346"/>
                <a:gd name="connsiteX39" fmla="*/ 266626 w 418616"/>
                <a:gd name="connsiteY39" fmla="*/ 83702 h 236346"/>
                <a:gd name="connsiteX40" fmla="*/ 266794 w 418616"/>
                <a:gd name="connsiteY40" fmla="*/ 86402 h 236346"/>
                <a:gd name="connsiteX41" fmla="*/ 266905 w 418616"/>
                <a:gd name="connsiteY41" fmla="*/ 88492 h 236346"/>
                <a:gd name="connsiteX42" fmla="*/ 269137 w 418616"/>
                <a:gd name="connsiteY42" fmla="*/ 88492 h 236346"/>
                <a:gd name="connsiteX43" fmla="*/ 268393 w 418616"/>
                <a:gd name="connsiteY43" fmla="*/ 92213 h 236346"/>
                <a:gd name="connsiteX44" fmla="*/ 263184 w 418616"/>
                <a:gd name="connsiteY44" fmla="*/ 93701 h 236346"/>
                <a:gd name="connsiteX45" fmla="*/ 262440 w 418616"/>
                <a:gd name="connsiteY45" fmla="*/ 95934 h 236346"/>
                <a:gd name="connsiteX46" fmla="*/ 259138 w 418616"/>
                <a:gd name="connsiteY46" fmla="*/ 96724 h 236346"/>
                <a:gd name="connsiteX47" fmla="*/ 254255 w 418616"/>
                <a:gd name="connsiteY47" fmla="*/ 98910 h 236346"/>
                <a:gd name="connsiteX48" fmla="*/ 271021 w 418616"/>
                <a:gd name="connsiteY48" fmla="*/ 99180 h 236346"/>
                <a:gd name="connsiteX49" fmla="*/ 278806 w 418616"/>
                <a:gd name="connsiteY49" fmla="*/ 99303 h 236346"/>
                <a:gd name="connsiteX50" fmla="*/ 287755 w 418616"/>
                <a:gd name="connsiteY50" fmla="*/ 99419 h 236346"/>
                <a:gd name="connsiteX51" fmla="*/ 290581 w 418616"/>
                <a:gd name="connsiteY51" fmla="*/ 99501 h 236346"/>
                <a:gd name="connsiteX52" fmla="*/ 297415 w 418616"/>
                <a:gd name="connsiteY52" fmla="*/ 98910 h 236346"/>
                <a:gd name="connsiteX53" fmla="*/ 299647 w 418616"/>
                <a:gd name="connsiteY53" fmla="*/ 93701 h 236346"/>
                <a:gd name="connsiteX54" fmla="*/ 301880 w 418616"/>
                <a:gd name="connsiteY54" fmla="*/ 93701 h 236346"/>
                <a:gd name="connsiteX55" fmla="*/ 301880 w 418616"/>
                <a:gd name="connsiteY55" fmla="*/ 87748 h 236346"/>
                <a:gd name="connsiteX56" fmla="*/ 304112 w 418616"/>
                <a:gd name="connsiteY56" fmla="*/ 87748 h 236346"/>
                <a:gd name="connsiteX57" fmla="*/ 304344 w 418616"/>
                <a:gd name="connsiteY57" fmla="*/ 85655 h 236346"/>
                <a:gd name="connsiteX58" fmla="*/ 307088 w 418616"/>
                <a:gd name="connsiteY58" fmla="*/ 81051 h 236346"/>
                <a:gd name="connsiteX59" fmla="*/ 307833 w 418616"/>
                <a:gd name="connsiteY59" fmla="*/ 77330 h 236346"/>
                <a:gd name="connsiteX60" fmla="*/ 309321 w 418616"/>
                <a:gd name="connsiteY60" fmla="*/ 76586 h 236346"/>
                <a:gd name="connsiteX61" fmla="*/ 310065 w 418616"/>
                <a:gd name="connsiteY61" fmla="*/ 72121 h 236346"/>
                <a:gd name="connsiteX62" fmla="*/ 312297 w 418616"/>
                <a:gd name="connsiteY62" fmla="*/ 72121 h 236346"/>
                <a:gd name="connsiteX63" fmla="*/ 312577 w 418616"/>
                <a:gd name="connsiteY63" fmla="*/ 69191 h 236346"/>
                <a:gd name="connsiteX64" fmla="*/ 313042 w 418616"/>
                <a:gd name="connsiteY64" fmla="*/ 66168 h 236346"/>
                <a:gd name="connsiteX65" fmla="*/ 314530 w 418616"/>
                <a:gd name="connsiteY65" fmla="*/ 65424 h 236346"/>
                <a:gd name="connsiteX66" fmla="*/ 315274 w 418616"/>
                <a:gd name="connsiteY66" fmla="*/ 62820 h 236346"/>
                <a:gd name="connsiteX67" fmla="*/ 316018 w 418616"/>
                <a:gd name="connsiteY67" fmla="*/ 60215 h 236346"/>
                <a:gd name="connsiteX68" fmla="*/ 317506 w 418616"/>
                <a:gd name="connsiteY68" fmla="*/ 59471 h 236346"/>
                <a:gd name="connsiteX69" fmla="*/ 318251 w 418616"/>
                <a:gd name="connsiteY69" fmla="*/ 54262 h 236346"/>
                <a:gd name="connsiteX70" fmla="*/ 320483 w 418616"/>
                <a:gd name="connsiteY70" fmla="*/ 54262 h 236346"/>
                <a:gd name="connsiteX71" fmla="*/ 320762 w 418616"/>
                <a:gd name="connsiteY71" fmla="*/ 51332 h 236346"/>
                <a:gd name="connsiteX72" fmla="*/ 321227 w 418616"/>
                <a:gd name="connsiteY72" fmla="*/ 48309 h 236346"/>
                <a:gd name="connsiteX73" fmla="*/ 322715 w 418616"/>
                <a:gd name="connsiteY73" fmla="*/ 47565 h 236346"/>
                <a:gd name="connsiteX74" fmla="*/ 323460 w 418616"/>
                <a:gd name="connsiteY74" fmla="*/ 44960 h 236346"/>
                <a:gd name="connsiteX75" fmla="*/ 324204 w 418616"/>
                <a:gd name="connsiteY75" fmla="*/ 42356 h 236346"/>
                <a:gd name="connsiteX76" fmla="*/ 325692 w 418616"/>
                <a:gd name="connsiteY76" fmla="*/ 41612 h 236346"/>
                <a:gd name="connsiteX77" fmla="*/ 326108 w 418616"/>
                <a:gd name="connsiteY77" fmla="*/ 36426 h 236346"/>
                <a:gd name="connsiteX78" fmla="*/ 326436 w 418616"/>
                <a:gd name="connsiteY78" fmla="*/ 34914 h 236346"/>
                <a:gd name="connsiteX79" fmla="*/ 328669 w 418616"/>
                <a:gd name="connsiteY79" fmla="*/ 34170 h 236346"/>
                <a:gd name="connsiteX80" fmla="*/ 330157 w 418616"/>
                <a:gd name="connsiteY80" fmla="*/ 28961 h 236346"/>
                <a:gd name="connsiteX81" fmla="*/ 331645 w 418616"/>
                <a:gd name="connsiteY81" fmla="*/ 28217 h 236346"/>
                <a:gd name="connsiteX82" fmla="*/ 332017 w 418616"/>
                <a:gd name="connsiteY82" fmla="*/ 24868 h 236346"/>
                <a:gd name="connsiteX83" fmla="*/ 332389 w 418616"/>
                <a:gd name="connsiteY83" fmla="*/ 21520 h 236346"/>
                <a:gd name="connsiteX84" fmla="*/ 333878 w 418616"/>
                <a:gd name="connsiteY84" fmla="*/ 20776 h 236346"/>
                <a:gd name="connsiteX85" fmla="*/ 334343 w 418616"/>
                <a:gd name="connsiteY85" fmla="*/ 17753 h 236346"/>
                <a:gd name="connsiteX86" fmla="*/ 334622 w 418616"/>
                <a:gd name="connsiteY86" fmla="*/ 14822 h 236346"/>
                <a:gd name="connsiteX87" fmla="*/ 336854 w 418616"/>
                <a:gd name="connsiteY87" fmla="*/ 14822 h 236346"/>
                <a:gd name="connsiteX88" fmla="*/ 337087 w 418616"/>
                <a:gd name="connsiteY88" fmla="*/ 12985 h 236346"/>
                <a:gd name="connsiteX89" fmla="*/ 337598 w 418616"/>
                <a:gd name="connsiteY89" fmla="*/ 11102 h 236346"/>
                <a:gd name="connsiteX90" fmla="*/ 342063 w 418616"/>
                <a:gd name="connsiteY90" fmla="*/ 10730 h 236346"/>
                <a:gd name="connsiteX91" fmla="*/ 344528 w 418616"/>
                <a:gd name="connsiteY91" fmla="*/ 10753 h 236346"/>
                <a:gd name="connsiteX92" fmla="*/ 346528 w 418616"/>
                <a:gd name="connsiteY92" fmla="*/ 11102 h 236346"/>
                <a:gd name="connsiteX93" fmla="*/ 347272 w 418616"/>
                <a:gd name="connsiteY93" fmla="*/ 13334 h 236346"/>
                <a:gd name="connsiteX94" fmla="*/ 353621 w 418616"/>
                <a:gd name="connsiteY94" fmla="*/ 13703 h 236346"/>
                <a:gd name="connsiteX95" fmla="*/ 355458 w 418616"/>
                <a:gd name="connsiteY95" fmla="*/ 14078 h 236346"/>
                <a:gd name="connsiteX96" fmla="*/ 355827 w 418616"/>
                <a:gd name="connsiteY96" fmla="*/ 15558 h 236346"/>
                <a:gd name="connsiteX97" fmla="*/ 356202 w 418616"/>
                <a:gd name="connsiteY97" fmla="*/ 17055 h 236346"/>
                <a:gd name="connsiteX98" fmla="*/ 360341 w 418616"/>
                <a:gd name="connsiteY98" fmla="*/ 17613 h 236346"/>
                <a:gd name="connsiteX99" fmla="*/ 362623 w 418616"/>
                <a:gd name="connsiteY99" fmla="*/ 17741 h 236346"/>
                <a:gd name="connsiteX100" fmla="*/ 364387 w 418616"/>
                <a:gd name="connsiteY100" fmla="*/ 17799 h 236346"/>
                <a:gd name="connsiteX101" fmla="*/ 364387 w 418616"/>
                <a:gd name="connsiteY101" fmla="*/ 20776 h 236346"/>
                <a:gd name="connsiteX102" fmla="*/ 365937 w 418616"/>
                <a:gd name="connsiteY102" fmla="*/ 20749 h 236346"/>
                <a:gd name="connsiteX103" fmla="*/ 367969 w 418616"/>
                <a:gd name="connsiteY103" fmla="*/ 20729 h 236346"/>
                <a:gd name="connsiteX104" fmla="*/ 369983 w 418616"/>
                <a:gd name="connsiteY104" fmla="*/ 20703 h 236346"/>
                <a:gd name="connsiteX105" fmla="*/ 374061 w 418616"/>
                <a:gd name="connsiteY105" fmla="*/ 21520 h 236346"/>
                <a:gd name="connsiteX106" fmla="*/ 374805 w 418616"/>
                <a:gd name="connsiteY106" fmla="*/ 23752 h 236346"/>
                <a:gd name="connsiteX107" fmla="*/ 381154 w 418616"/>
                <a:gd name="connsiteY107" fmla="*/ 24121 h 236346"/>
                <a:gd name="connsiteX108" fmla="*/ 382991 w 418616"/>
                <a:gd name="connsiteY108" fmla="*/ 24496 h 236346"/>
                <a:gd name="connsiteX109" fmla="*/ 383360 w 418616"/>
                <a:gd name="connsiteY109" fmla="*/ 25976 h 236346"/>
                <a:gd name="connsiteX110" fmla="*/ 383735 w 418616"/>
                <a:gd name="connsiteY110" fmla="*/ 27473 h 236346"/>
                <a:gd name="connsiteX111" fmla="*/ 387874 w 418616"/>
                <a:gd name="connsiteY111" fmla="*/ 28031 h 236346"/>
                <a:gd name="connsiteX112" fmla="*/ 390156 w 418616"/>
                <a:gd name="connsiteY112" fmla="*/ 28159 h 236346"/>
                <a:gd name="connsiteX113" fmla="*/ 391921 w 418616"/>
                <a:gd name="connsiteY113" fmla="*/ 28217 h 236346"/>
                <a:gd name="connsiteX114" fmla="*/ 391921 w 418616"/>
                <a:gd name="connsiteY114" fmla="*/ 31194 h 236346"/>
                <a:gd name="connsiteX115" fmla="*/ 400106 w 418616"/>
                <a:gd name="connsiteY115" fmla="*/ 31194 h 236346"/>
                <a:gd name="connsiteX116" fmla="*/ 400246 w 418616"/>
                <a:gd name="connsiteY116" fmla="*/ 35984 h 236346"/>
                <a:gd name="connsiteX117" fmla="*/ 400324 w 418616"/>
                <a:gd name="connsiteY117" fmla="*/ 38679 h 236346"/>
                <a:gd name="connsiteX118" fmla="*/ 400106 w 418616"/>
                <a:gd name="connsiteY118" fmla="*/ 40867 h 236346"/>
                <a:gd name="connsiteX119" fmla="*/ 397874 w 418616"/>
                <a:gd name="connsiteY119" fmla="*/ 41612 h 236346"/>
                <a:gd name="connsiteX120" fmla="*/ 397130 w 418616"/>
                <a:gd name="connsiteY120" fmla="*/ 44588 h 236346"/>
                <a:gd name="connsiteX121" fmla="*/ 395641 w 418616"/>
                <a:gd name="connsiteY121" fmla="*/ 45332 h 236346"/>
                <a:gd name="connsiteX122" fmla="*/ 395316 w 418616"/>
                <a:gd name="connsiteY122" fmla="*/ 47518 h 236346"/>
                <a:gd name="connsiteX123" fmla="*/ 394897 w 418616"/>
                <a:gd name="connsiteY123" fmla="*/ 49797 h 236346"/>
                <a:gd name="connsiteX124" fmla="*/ 392665 w 418616"/>
                <a:gd name="connsiteY124" fmla="*/ 51285 h 236346"/>
                <a:gd name="connsiteX125" fmla="*/ 392293 w 418616"/>
                <a:gd name="connsiteY125" fmla="*/ 52774 h 236346"/>
                <a:gd name="connsiteX126" fmla="*/ 389688 w 418616"/>
                <a:gd name="connsiteY126" fmla="*/ 55750 h 236346"/>
                <a:gd name="connsiteX127" fmla="*/ 388944 w 418616"/>
                <a:gd name="connsiteY127" fmla="*/ 58727 h 236346"/>
                <a:gd name="connsiteX128" fmla="*/ 387456 w 418616"/>
                <a:gd name="connsiteY128" fmla="*/ 59471 h 236346"/>
                <a:gd name="connsiteX129" fmla="*/ 386712 w 418616"/>
                <a:gd name="connsiteY129" fmla="*/ 61750 h 236346"/>
                <a:gd name="connsiteX130" fmla="*/ 385967 w 418616"/>
                <a:gd name="connsiteY130" fmla="*/ 63936 h 236346"/>
                <a:gd name="connsiteX131" fmla="*/ 384479 w 418616"/>
                <a:gd name="connsiteY131" fmla="*/ 63936 h 236346"/>
                <a:gd name="connsiteX132" fmla="*/ 384200 w 418616"/>
                <a:gd name="connsiteY132" fmla="*/ 66122 h 236346"/>
                <a:gd name="connsiteX133" fmla="*/ 383735 w 418616"/>
                <a:gd name="connsiteY133" fmla="*/ 68401 h 236346"/>
                <a:gd name="connsiteX134" fmla="*/ 382247 w 418616"/>
                <a:gd name="connsiteY134" fmla="*/ 69145 h 236346"/>
                <a:gd name="connsiteX135" fmla="*/ 380758 w 418616"/>
                <a:gd name="connsiteY135" fmla="*/ 72865 h 236346"/>
                <a:gd name="connsiteX136" fmla="*/ 377317 w 418616"/>
                <a:gd name="connsiteY136" fmla="*/ 77749 h 236346"/>
                <a:gd name="connsiteX137" fmla="*/ 375922 w 418616"/>
                <a:gd name="connsiteY137" fmla="*/ 80400 h 236346"/>
                <a:gd name="connsiteX138" fmla="*/ 375549 w 418616"/>
                <a:gd name="connsiteY138" fmla="*/ 81795 h 236346"/>
                <a:gd name="connsiteX139" fmla="*/ 373317 w 418616"/>
                <a:gd name="connsiteY139" fmla="*/ 82539 h 236346"/>
                <a:gd name="connsiteX140" fmla="*/ 372573 w 418616"/>
                <a:gd name="connsiteY140" fmla="*/ 86260 h 236346"/>
                <a:gd name="connsiteX141" fmla="*/ 371085 w 418616"/>
                <a:gd name="connsiteY141" fmla="*/ 87004 h 236346"/>
                <a:gd name="connsiteX142" fmla="*/ 370340 w 418616"/>
                <a:gd name="connsiteY142" fmla="*/ 89237 h 236346"/>
                <a:gd name="connsiteX143" fmla="*/ 368108 w 418616"/>
                <a:gd name="connsiteY143" fmla="*/ 92213 h 236346"/>
                <a:gd name="connsiteX144" fmla="*/ 367875 w 418616"/>
                <a:gd name="connsiteY144" fmla="*/ 93515 h 236346"/>
                <a:gd name="connsiteX145" fmla="*/ 363643 w 418616"/>
                <a:gd name="connsiteY145" fmla="*/ 98910 h 236346"/>
                <a:gd name="connsiteX146" fmla="*/ 363643 w 418616"/>
                <a:gd name="connsiteY146" fmla="*/ 99654 h 236346"/>
                <a:gd name="connsiteX147" fmla="*/ 366119 w 418616"/>
                <a:gd name="connsiteY147" fmla="*/ 99639 h 236346"/>
                <a:gd name="connsiteX148" fmla="*/ 389180 w 418616"/>
                <a:gd name="connsiteY148" fmla="*/ 99539 h 236346"/>
                <a:gd name="connsiteX149" fmla="*/ 401037 w 418616"/>
                <a:gd name="connsiteY149" fmla="*/ 99486 h 236346"/>
                <a:gd name="connsiteX150" fmla="*/ 412472 w 418616"/>
                <a:gd name="connsiteY150" fmla="*/ 99443 h 236346"/>
                <a:gd name="connsiteX151" fmla="*/ 416843 w 418616"/>
                <a:gd name="connsiteY151" fmla="*/ 99418 h 236346"/>
                <a:gd name="connsiteX152" fmla="*/ 422947 w 418616"/>
                <a:gd name="connsiteY152" fmla="*/ 99401 h 236346"/>
                <a:gd name="connsiteX153" fmla="*/ 424787 w 418616"/>
                <a:gd name="connsiteY153" fmla="*/ 99377 h 236346"/>
                <a:gd name="connsiteX154" fmla="*/ 429128 w 418616"/>
                <a:gd name="connsiteY154" fmla="*/ 99654 h 236346"/>
                <a:gd name="connsiteX155" fmla="*/ 430805 w 418616"/>
                <a:gd name="connsiteY155" fmla="*/ 107202 h 236346"/>
                <a:gd name="connsiteX156" fmla="*/ 430812 w 418616"/>
                <a:gd name="connsiteY156" fmla="*/ 108853 h 236346"/>
                <a:gd name="connsiteX157" fmla="*/ 430808 w 418616"/>
                <a:gd name="connsiteY157" fmla="*/ 114344 h 236346"/>
                <a:gd name="connsiteX158" fmla="*/ 430816 w 418616"/>
                <a:gd name="connsiteY158" fmla="*/ 118275 h 236346"/>
                <a:gd name="connsiteX159" fmla="*/ 430816 w 418616"/>
                <a:gd name="connsiteY159" fmla="*/ 128961 h 236346"/>
                <a:gd name="connsiteX160" fmla="*/ 430818 w 418616"/>
                <a:gd name="connsiteY160" fmla="*/ 140129 h 236346"/>
                <a:gd name="connsiteX161" fmla="*/ 430810 w 418616"/>
                <a:gd name="connsiteY161" fmla="*/ 158883 h 236346"/>
                <a:gd name="connsiteX162" fmla="*/ 430813 w 418616"/>
                <a:gd name="connsiteY162" fmla="*/ 180589 h 236346"/>
                <a:gd name="connsiteX163" fmla="*/ 430816 w 418616"/>
                <a:gd name="connsiteY163" fmla="*/ 199203 h 236346"/>
                <a:gd name="connsiteX164" fmla="*/ 430819 w 418616"/>
                <a:gd name="connsiteY164" fmla="*/ 210331 h 236346"/>
                <a:gd name="connsiteX165" fmla="*/ 430811 w 418616"/>
                <a:gd name="connsiteY165" fmla="*/ 220788 h 236346"/>
                <a:gd name="connsiteX166" fmla="*/ 430813 w 418616"/>
                <a:gd name="connsiteY166" fmla="*/ 224634 h 236346"/>
                <a:gd name="connsiteX167" fmla="*/ 430805 w 418616"/>
                <a:gd name="connsiteY167" fmla="*/ 229867 h 236346"/>
                <a:gd name="connsiteX168" fmla="*/ 430803 w 418616"/>
                <a:gd name="connsiteY168" fmla="*/ 232831 h 236346"/>
                <a:gd name="connsiteX169" fmla="*/ 429128 w 418616"/>
                <a:gd name="connsiteY169" fmla="*/ 236576 h 236346"/>
                <a:gd name="connsiteX170" fmla="*/ 423449 w 418616"/>
                <a:gd name="connsiteY170" fmla="*/ 236769 h 236346"/>
                <a:gd name="connsiteX171" fmla="*/ 421674 w 418616"/>
                <a:gd name="connsiteY171" fmla="*/ 236777 h 236346"/>
                <a:gd name="connsiteX172" fmla="*/ 415849 w 418616"/>
                <a:gd name="connsiteY172" fmla="*/ 236774 h 236346"/>
                <a:gd name="connsiteX173" fmla="*/ 411812 w 418616"/>
                <a:gd name="connsiteY173" fmla="*/ 236778 h 236346"/>
                <a:gd name="connsiteX174" fmla="*/ 403345 w 418616"/>
                <a:gd name="connsiteY174" fmla="*/ 236770 h 236346"/>
                <a:gd name="connsiteX175" fmla="*/ 392474 w 418616"/>
                <a:gd name="connsiteY175" fmla="*/ 236776 h 236346"/>
                <a:gd name="connsiteX176" fmla="*/ 384136 w 418616"/>
                <a:gd name="connsiteY176" fmla="*/ 236776 h 236346"/>
                <a:gd name="connsiteX177" fmla="*/ 380127 w 418616"/>
                <a:gd name="connsiteY177" fmla="*/ 236779 h 236346"/>
                <a:gd name="connsiteX178" fmla="*/ 374531 w 418616"/>
                <a:gd name="connsiteY178" fmla="*/ 236769 h 236346"/>
                <a:gd name="connsiteX179" fmla="*/ 372846 w 418616"/>
                <a:gd name="connsiteY179" fmla="*/ 236778 h 236346"/>
                <a:gd name="connsiteX180" fmla="*/ 367364 w 418616"/>
                <a:gd name="connsiteY180" fmla="*/ 235088 h 236346"/>
                <a:gd name="connsiteX181" fmla="*/ 367183 w 418616"/>
                <a:gd name="connsiteY181" fmla="*/ 229080 h 236346"/>
                <a:gd name="connsiteX182" fmla="*/ 367179 w 418616"/>
                <a:gd name="connsiteY182" fmla="*/ 227199 h 236346"/>
                <a:gd name="connsiteX183" fmla="*/ 367192 w 418616"/>
                <a:gd name="connsiteY183" fmla="*/ 221022 h 236346"/>
                <a:gd name="connsiteX184" fmla="*/ 367193 w 418616"/>
                <a:gd name="connsiteY184" fmla="*/ 216740 h 236346"/>
                <a:gd name="connsiteX185" fmla="*/ 367211 w 418616"/>
                <a:gd name="connsiteY185" fmla="*/ 207756 h 236346"/>
                <a:gd name="connsiteX186" fmla="*/ 367226 w 418616"/>
                <a:gd name="connsiteY186" fmla="*/ 196230 h 236346"/>
                <a:gd name="connsiteX187" fmla="*/ 367235 w 418616"/>
                <a:gd name="connsiteY187" fmla="*/ 187385 h 236346"/>
                <a:gd name="connsiteX188" fmla="*/ 367240 w 418616"/>
                <a:gd name="connsiteY188" fmla="*/ 183134 h 236346"/>
                <a:gd name="connsiteX189" fmla="*/ 367256 w 418616"/>
                <a:gd name="connsiteY189" fmla="*/ 177196 h 236346"/>
                <a:gd name="connsiteX190" fmla="*/ 367255 w 418616"/>
                <a:gd name="connsiteY190" fmla="*/ 175414 h 236346"/>
                <a:gd name="connsiteX191" fmla="*/ 368108 w 418616"/>
                <a:gd name="connsiteY191" fmla="*/ 168860 h 236346"/>
                <a:gd name="connsiteX192" fmla="*/ 71940 w 418616"/>
                <a:gd name="connsiteY192" fmla="*/ 168115 h 236346"/>
                <a:gd name="connsiteX193" fmla="*/ 72684 w 418616"/>
                <a:gd name="connsiteY193" fmla="*/ 171092 h 236346"/>
                <a:gd name="connsiteX194" fmla="*/ 72780 w 418616"/>
                <a:gd name="connsiteY194" fmla="*/ 177281 h 236346"/>
                <a:gd name="connsiteX195" fmla="*/ 72784 w 418616"/>
                <a:gd name="connsiteY195" fmla="*/ 179166 h 236346"/>
                <a:gd name="connsiteX196" fmla="*/ 72783 w 418616"/>
                <a:gd name="connsiteY196" fmla="*/ 185329 h 236346"/>
                <a:gd name="connsiteX197" fmla="*/ 72785 w 418616"/>
                <a:gd name="connsiteY197" fmla="*/ 189610 h 236346"/>
                <a:gd name="connsiteX198" fmla="*/ 72781 w 418616"/>
                <a:gd name="connsiteY198" fmla="*/ 198577 h 236346"/>
                <a:gd name="connsiteX199" fmla="*/ 72784 w 418616"/>
                <a:gd name="connsiteY199" fmla="*/ 210088 h 236346"/>
                <a:gd name="connsiteX200" fmla="*/ 72784 w 418616"/>
                <a:gd name="connsiteY200" fmla="*/ 218924 h 236346"/>
                <a:gd name="connsiteX201" fmla="*/ 72786 w 418616"/>
                <a:gd name="connsiteY201" fmla="*/ 223170 h 236346"/>
                <a:gd name="connsiteX202" fmla="*/ 72780 w 418616"/>
                <a:gd name="connsiteY202" fmla="*/ 229092 h 236346"/>
                <a:gd name="connsiteX203" fmla="*/ 72785 w 418616"/>
                <a:gd name="connsiteY203" fmla="*/ 230875 h 236346"/>
                <a:gd name="connsiteX204" fmla="*/ 71940 w 418616"/>
                <a:gd name="connsiteY204" fmla="*/ 236576 h 236346"/>
                <a:gd name="connsiteX205" fmla="*/ 66551 w 418616"/>
                <a:gd name="connsiteY205" fmla="*/ 236757 h 236346"/>
                <a:gd name="connsiteX206" fmla="*/ 64842 w 418616"/>
                <a:gd name="connsiteY206" fmla="*/ 236761 h 236346"/>
                <a:gd name="connsiteX207" fmla="*/ 59223 w 418616"/>
                <a:gd name="connsiteY207" fmla="*/ 236748 h 236346"/>
                <a:gd name="connsiteX208" fmla="*/ 55333 w 418616"/>
                <a:gd name="connsiteY208" fmla="*/ 236747 h 236346"/>
                <a:gd name="connsiteX209" fmla="*/ 47167 w 418616"/>
                <a:gd name="connsiteY209" fmla="*/ 236730 h 236346"/>
                <a:gd name="connsiteX210" fmla="*/ 36684 w 418616"/>
                <a:gd name="connsiteY210" fmla="*/ 236715 h 236346"/>
                <a:gd name="connsiteX211" fmla="*/ 28647 w 418616"/>
                <a:gd name="connsiteY211" fmla="*/ 236705 h 236346"/>
                <a:gd name="connsiteX212" fmla="*/ 24781 w 418616"/>
                <a:gd name="connsiteY212" fmla="*/ 236701 h 236346"/>
                <a:gd name="connsiteX213" fmla="*/ 19382 w 418616"/>
                <a:gd name="connsiteY213" fmla="*/ 236684 h 236346"/>
                <a:gd name="connsiteX214" fmla="*/ 17757 w 418616"/>
                <a:gd name="connsiteY214" fmla="*/ 236685 h 236346"/>
                <a:gd name="connsiteX215" fmla="*/ 12409 w 418616"/>
                <a:gd name="connsiteY215" fmla="*/ 235832 h 236346"/>
                <a:gd name="connsiteX216" fmla="*/ 12220 w 418616"/>
                <a:gd name="connsiteY216" fmla="*/ 230606 h 236346"/>
                <a:gd name="connsiteX217" fmla="*/ 12213 w 418616"/>
                <a:gd name="connsiteY217" fmla="*/ 228930 h 236346"/>
                <a:gd name="connsiteX218" fmla="*/ 12216 w 418616"/>
                <a:gd name="connsiteY218" fmla="*/ 223327 h 236346"/>
                <a:gd name="connsiteX219" fmla="*/ 12208 w 418616"/>
                <a:gd name="connsiteY219" fmla="*/ 219328 h 236346"/>
                <a:gd name="connsiteX220" fmla="*/ 12209 w 418616"/>
                <a:gd name="connsiteY220" fmla="*/ 208433 h 236346"/>
                <a:gd name="connsiteX221" fmla="*/ 12207 w 418616"/>
                <a:gd name="connsiteY221" fmla="*/ 197059 h 236346"/>
                <a:gd name="connsiteX222" fmla="*/ 12215 w 418616"/>
                <a:gd name="connsiteY222" fmla="*/ 177953 h 236346"/>
                <a:gd name="connsiteX223" fmla="*/ 12212 w 418616"/>
                <a:gd name="connsiteY223" fmla="*/ 155832 h 236346"/>
                <a:gd name="connsiteX224" fmla="*/ 12208 w 418616"/>
                <a:gd name="connsiteY224" fmla="*/ 136874 h 236346"/>
                <a:gd name="connsiteX225" fmla="*/ 12206 w 418616"/>
                <a:gd name="connsiteY225" fmla="*/ 125536 h 236346"/>
                <a:gd name="connsiteX226" fmla="*/ 12213 w 418616"/>
                <a:gd name="connsiteY226" fmla="*/ 114880 h 236346"/>
                <a:gd name="connsiteX227" fmla="*/ 12211 w 418616"/>
                <a:gd name="connsiteY227" fmla="*/ 110957 h 236346"/>
                <a:gd name="connsiteX228" fmla="*/ 12220 w 418616"/>
                <a:gd name="connsiteY228" fmla="*/ 105625 h 236346"/>
                <a:gd name="connsiteX229" fmla="*/ 12210 w 418616"/>
                <a:gd name="connsiteY229" fmla="*/ 104036 h 236346"/>
                <a:gd name="connsiteX230" fmla="*/ 12409 w 418616"/>
                <a:gd name="connsiteY230" fmla="*/ 100399 h 236346"/>
                <a:gd name="connsiteX231" fmla="*/ 20487 w 418616"/>
                <a:gd name="connsiteY231" fmla="*/ 99502 h 236346"/>
                <a:gd name="connsiteX232" fmla="*/ 22555 w 418616"/>
                <a:gd name="connsiteY232" fmla="*/ 99479 h 236346"/>
                <a:gd name="connsiteX233" fmla="*/ 29344 w 418616"/>
                <a:gd name="connsiteY233" fmla="*/ 99419 h 236346"/>
                <a:gd name="connsiteX234" fmla="*/ 34042 w 418616"/>
                <a:gd name="connsiteY234" fmla="*/ 99372 h 236346"/>
                <a:gd name="connsiteX235" fmla="*/ 46425 w 418616"/>
                <a:gd name="connsiteY235" fmla="*/ 99258 h 236346"/>
                <a:gd name="connsiteX236" fmla="*/ 59054 w 418616"/>
                <a:gd name="connsiteY236" fmla="*/ 99139 h 236346"/>
                <a:gd name="connsiteX237" fmla="*/ 83846 w 418616"/>
                <a:gd name="connsiteY237" fmla="*/ 98910 h 236346"/>
                <a:gd name="connsiteX238" fmla="*/ 80870 w 418616"/>
                <a:gd name="connsiteY238" fmla="*/ 94446 h 236346"/>
                <a:gd name="connsiteX239" fmla="*/ 80126 w 418616"/>
                <a:gd name="connsiteY239" fmla="*/ 89237 h 236346"/>
                <a:gd name="connsiteX240" fmla="*/ 77893 w 418616"/>
                <a:gd name="connsiteY240" fmla="*/ 89237 h 236346"/>
                <a:gd name="connsiteX241" fmla="*/ 77149 w 418616"/>
                <a:gd name="connsiteY241" fmla="*/ 83283 h 236346"/>
                <a:gd name="connsiteX242" fmla="*/ 74917 w 418616"/>
                <a:gd name="connsiteY242" fmla="*/ 83283 h 236346"/>
                <a:gd name="connsiteX243" fmla="*/ 75056 w 418616"/>
                <a:gd name="connsiteY243" fmla="*/ 81516 h 236346"/>
                <a:gd name="connsiteX244" fmla="*/ 74917 w 418616"/>
                <a:gd name="connsiteY244" fmla="*/ 79563 h 236346"/>
                <a:gd name="connsiteX245" fmla="*/ 72684 w 418616"/>
                <a:gd name="connsiteY245" fmla="*/ 78074 h 236346"/>
                <a:gd name="connsiteX246" fmla="*/ 71196 w 418616"/>
                <a:gd name="connsiteY246" fmla="*/ 73610 h 236346"/>
                <a:gd name="connsiteX247" fmla="*/ 69708 w 418616"/>
                <a:gd name="connsiteY247" fmla="*/ 73610 h 236346"/>
                <a:gd name="connsiteX248" fmla="*/ 69847 w 418616"/>
                <a:gd name="connsiteY248" fmla="*/ 71052 h 236346"/>
                <a:gd name="connsiteX249" fmla="*/ 69708 w 418616"/>
                <a:gd name="connsiteY249" fmla="*/ 68401 h 236346"/>
                <a:gd name="connsiteX250" fmla="*/ 67475 w 418616"/>
                <a:gd name="connsiteY250" fmla="*/ 67656 h 236346"/>
                <a:gd name="connsiteX251" fmla="*/ 65987 w 418616"/>
                <a:gd name="connsiteY251" fmla="*/ 63936 h 236346"/>
                <a:gd name="connsiteX252" fmla="*/ 64499 w 418616"/>
                <a:gd name="connsiteY252" fmla="*/ 63192 h 236346"/>
                <a:gd name="connsiteX253" fmla="*/ 63010 w 418616"/>
                <a:gd name="connsiteY253" fmla="*/ 58727 h 236346"/>
                <a:gd name="connsiteX254" fmla="*/ 61522 w 418616"/>
                <a:gd name="connsiteY254" fmla="*/ 57983 h 236346"/>
                <a:gd name="connsiteX255" fmla="*/ 61197 w 418616"/>
                <a:gd name="connsiteY255" fmla="*/ 56587 h 236346"/>
                <a:gd name="connsiteX256" fmla="*/ 59662 w 418616"/>
                <a:gd name="connsiteY256" fmla="*/ 53890 h 236346"/>
                <a:gd name="connsiteX257" fmla="*/ 57801 w 418616"/>
                <a:gd name="connsiteY257" fmla="*/ 49797 h 236346"/>
                <a:gd name="connsiteX258" fmla="*/ 56313 w 418616"/>
                <a:gd name="connsiteY258" fmla="*/ 49053 h 236346"/>
                <a:gd name="connsiteX259" fmla="*/ 55569 w 418616"/>
                <a:gd name="connsiteY259" fmla="*/ 44588 h 236346"/>
                <a:gd name="connsiteX260" fmla="*/ 53337 w 418616"/>
                <a:gd name="connsiteY260" fmla="*/ 44588 h 236346"/>
                <a:gd name="connsiteX261" fmla="*/ 53337 w 418616"/>
                <a:gd name="connsiteY261" fmla="*/ 38635 h 236346"/>
                <a:gd name="connsiteX262" fmla="*/ 57057 w 418616"/>
                <a:gd name="connsiteY262" fmla="*/ 37147 h 236346"/>
                <a:gd name="connsiteX263" fmla="*/ 57801 w 418616"/>
                <a:gd name="connsiteY263" fmla="*/ 34914 h 236346"/>
                <a:gd name="connsiteX264" fmla="*/ 60824 w 418616"/>
                <a:gd name="connsiteY264" fmla="*/ 34403 h 236346"/>
                <a:gd name="connsiteX265" fmla="*/ 63754 w 418616"/>
                <a:gd name="connsiteY265" fmla="*/ 34170 h 236346"/>
                <a:gd name="connsiteX266" fmla="*/ 63754 w 418616"/>
                <a:gd name="connsiteY266" fmla="*/ 31194 h 236346"/>
                <a:gd name="connsiteX267" fmla="*/ 68333 w 418616"/>
                <a:gd name="connsiteY267" fmla="*/ 30830 h 236346"/>
                <a:gd name="connsiteX268" fmla="*/ 69708 w 418616"/>
                <a:gd name="connsiteY268" fmla="*/ 30449 h 236346"/>
                <a:gd name="connsiteX269" fmla="*/ 70452 w 418616"/>
                <a:gd name="connsiteY269" fmla="*/ 28217 h 236346"/>
                <a:gd name="connsiteX270" fmla="*/ 73056 w 418616"/>
                <a:gd name="connsiteY270" fmla="*/ 27891 h 236346"/>
                <a:gd name="connsiteX271" fmla="*/ 75661 w 418616"/>
                <a:gd name="connsiteY271" fmla="*/ 27473 h 236346"/>
                <a:gd name="connsiteX272" fmla="*/ 76033 w 418616"/>
                <a:gd name="connsiteY272" fmla="*/ 25985 h 236346"/>
                <a:gd name="connsiteX273" fmla="*/ 76405 w 418616"/>
                <a:gd name="connsiteY273" fmla="*/ 24496 h 236346"/>
                <a:gd name="connsiteX274" fmla="*/ 81614 w 418616"/>
                <a:gd name="connsiteY274" fmla="*/ 23752 h 236346"/>
                <a:gd name="connsiteX275" fmla="*/ 82358 w 418616"/>
                <a:gd name="connsiteY275" fmla="*/ 21520 h 236346"/>
                <a:gd name="connsiteX276" fmla="*/ 85381 w 418616"/>
                <a:gd name="connsiteY276" fmla="*/ 21008 h 236346"/>
                <a:gd name="connsiteX277" fmla="*/ 88311 w 418616"/>
                <a:gd name="connsiteY277" fmla="*/ 20776 h 236346"/>
                <a:gd name="connsiteX278" fmla="*/ 88311 w 418616"/>
                <a:gd name="connsiteY278" fmla="*/ 17799 h 236346"/>
                <a:gd name="connsiteX279" fmla="*/ 90823 w 418616"/>
                <a:gd name="connsiteY279" fmla="*/ 17613 h 236346"/>
                <a:gd name="connsiteX280" fmla="*/ 93520 w 418616"/>
                <a:gd name="connsiteY280" fmla="*/ 17055 h 236346"/>
                <a:gd name="connsiteX281" fmla="*/ 95008 w 418616"/>
                <a:gd name="connsiteY281" fmla="*/ 14078 h 236346"/>
                <a:gd name="connsiteX282" fmla="*/ 99473 w 418616"/>
                <a:gd name="connsiteY282" fmla="*/ 14078 h 236346"/>
                <a:gd name="connsiteX283" fmla="*/ 99773 w 418616"/>
                <a:gd name="connsiteY283" fmla="*/ 12605 h 236346"/>
                <a:gd name="connsiteX284" fmla="*/ 100217 w 418616"/>
                <a:gd name="connsiteY284" fmla="*/ 11102 h 236346"/>
                <a:gd name="connsiteX285" fmla="*/ 103566 w 418616"/>
                <a:gd name="connsiteY285" fmla="*/ 10869 h 236346"/>
                <a:gd name="connsiteX286" fmla="*/ 105403 w 418616"/>
                <a:gd name="connsiteY286" fmla="*/ 10924 h 236346"/>
                <a:gd name="connsiteX287" fmla="*/ 107659 w 418616"/>
                <a:gd name="connsiteY287" fmla="*/ 11846 h 236346"/>
                <a:gd name="connsiteX288" fmla="*/ 107938 w 418616"/>
                <a:gd name="connsiteY288" fmla="*/ 14357 h 236346"/>
                <a:gd name="connsiteX289" fmla="*/ 110635 w 418616"/>
                <a:gd name="connsiteY289" fmla="*/ 19287 h 236346"/>
                <a:gd name="connsiteX290" fmla="*/ 110635 w 418616"/>
                <a:gd name="connsiteY290" fmla="*/ 21520 h 236346"/>
                <a:gd name="connsiteX291" fmla="*/ 112868 w 418616"/>
                <a:gd name="connsiteY291" fmla="*/ 22264 h 236346"/>
                <a:gd name="connsiteX292" fmla="*/ 113612 w 418616"/>
                <a:gd name="connsiteY292" fmla="*/ 24496 h 236346"/>
                <a:gd name="connsiteX293" fmla="*/ 115844 w 418616"/>
                <a:gd name="connsiteY293" fmla="*/ 25985 h 236346"/>
                <a:gd name="connsiteX294" fmla="*/ 118077 w 418616"/>
                <a:gd name="connsiteY294" fmla="*/ 29705 h 236346"/>
                <a:gd name="connsiteX295" fmla="*/ 121797 w 418616"/>
                <a:gd name="connsiteY295" fmla="*/ 34170 h 236346"/>
                <a:gd name="connsiteX296" fmla="*/ 122542 w 418616"/>
                <a:gd name="connsiteY296" fmla="*/ 37891 h 236346"/>
                <a:gd name="connsiteX297" fmla="*/ 124030 w 418616"/>
                <a:gd name="connsiteY297" fmla="*/ 38635 h 236346"/>
                <a:gd name="connsiteX298" fmla="*/ 125518 w 418616"/>
                <a:gd name="connsiteY298" fmla="*/ 42356 h 236346"/>
                <a:gd name="connsiteX299" fmla="*/ 126727 w 418616"/>
                <a:gd name="connsiteY299" fmla="*/ 44356 h 236346"/>
                <a:gd name="connsiteX300" fmla="*/ 127751 w 418616"/>
                <a:gd name="connsiteY300" fmla="*/ 47565 h 236346"/>
                <a:gd name="connsiteX301" fmla="*/ 129983 w 418616"/>
                <a:gd name="connsiteY301" fmla="*/ 47565 h 236346"/>
                <a:gd name="connsiteX302" fmla="*/ 129983 w 418616"/>
                <a:gd name="connsiteY302" fmla="*/ 52774 h 236346"/>
                <a:gd name="connsiteX303" fmla="*/ 132215 w 418616"/>
                <a:gd name="connsiteY303" fmla="*/ 52774 h 236346"/>
                <a:gd name="connsiteX304" fmla="*/ 133704 w 418616"/>
                <a:gd name="connsiteY304" fmla="*/ 56494 h 236346"/>
                <a:gd name="connsiteX305" fmla="*/ 135192 w 418616"/>
                <a:gd name="connsiteY305" fmla="*/ 57238 h 236346"/>
                <a:gd name="connsiteX306" fmla="*/ 135936 w 418616"/>
                <a:gd name="connsiteY306" fmla="*/ 61703 h 236346"/>
                <a:gd name="connsiteX307" fmla="*/ 137424 w 418616"/>
                <a:gd name="connsiteY307" fmla="*/ 62447 h 236346"/>
                <a:gd name="connsiteX308" fmla="*/ 138913 w 418616"/>
                <a:gd name="connsiteY308" fmla="*/ 66912 h 236346"/>
                <a:gd name="connsiteX309" fmla="*/ 140401 w 418616"/>
                <a:gd name="connsiteY309" fmla="*/ 67656 h 236346"/>
                <a:gd name="connsiteX310" fmla="*/ 141889 w 418616"/>
                <a:gd name="connsiteY310" fmla="*/ 72865 h 236346"/>
                <a:gd name="connsiteX311" fmla="*/ 143378 w 418616"/>
                <a:gd name="connsiteY311" fmla="*/ 73610 h 236346"/>
                <a:gd name="connsiteX312" fmla="*/ 143703 w 418616"/>
                <a:gd name="connsiteY312" fmla="*/ 76214 h 236346"/>
                <a:gd name="connsiteX313" fmla="*/ 144122 w 418616"/>
                <a:gd name="connsiteY313" fmla="*/ 78819 h 236346"/>
                <a:gd name="connsiteX314" fmla="*/ 146354 w 418616"/>
                <a:gd name="connsiteY314" fmla="*/ 79563 h 236346"/>
                <a:gd name="connsiteX315" fmla="*/ 146354 w 418616"/>
                <a:gd name="connsiteY315" fmla="*/ 85516 h 236346"/>
                <a:gd name="connsiteX316" fmla="*/ 148587 w 418616"/>
                <a:gd name="connsiteY316" fmla="*/ 85516 h 236346"/>
                <a:gd name="connsiteX317" fmla="*/ 148866 w 418616"/>
                <a:gd name="connsiteY317" fmla="*/ 90585 h 236346"/>
                <a:gd name="connsiteX318" fmla="*/ 149023 w 418616"/>
                <a:gd name="connsiteY318" fmla="*/ 93437 h 236346"/>
                <a:gd name="connsiteX319" fmla="*/ 148587 w 418616"/>
                <a:gd name="connsiteY319" fmla="*/ 95934 h 236346"/>
                <a:gd name="connsiteX320" fmla="*/ 144122 w 418616"/>
                <a:gd name="connsiteY320" fmla="*/ 98166 h 236346"/>
                <a:gd name="connsiteX321" fmla="*/ 143378 w 418616"/>
                <a:gd name="connsiteY321" fmla="*/ 98910 h 236346"/>
                <a:gd name="connsiteX322" fmla="*/ 204397 w 418616"/>
                <a:gd name="connsiteY322" fmla="*/ 98910 h 236346"/>
                <a:gd name="connsiteX323" fmla="*/ 203653 w 418616"/>
                <a:gd name="connsiteY323" fmla="*/ 98166 h 236346"/>
                <a:gd name="connsiteX324" fmla="*/ 203263 w 418616"/>
                <a:gd name="connsiteY324" fmla="*/ 93562 h 236346"/>
                <a:gd name="connsiteX325" fmla="*/ 202909 w 418616"/>
                <a:gd name="connsiteY325" fmla="*/ 92213 h 236346"/>
                <a:gd name="connsiteX326" fmla="*/ 200676 w 418616"/>
                <a:gd name="connsiteY326" fmla="*/ 91469 h 236346"/>
                <a:gd name="connsiteX327" fmla="*/ 200258 w 418616"/>
                <a:gd name="connsiteY327" fmla="*/ 88120 h 236346"/>
                <a:gd name="connsiteX328" fmla="*/ 199932 w 418616"/>
                <a:gd name="connsiteY328" fmla="*/ 84772 h 236346"/>
                <a:gd name="connsiteX329" fmla="*/ 198444 w 418616"/>
                <a:gd name="connsiteY329" fmla="*/ 84028 h 236346"/>
                <a:gd name="connsiteX330" fmla="*/ 197374 w 418616"/>
                <a:gd name="connsiteY330" fmla="*/ 78842 h 236346"/>
                <a:gd name="connsiteX331" fmla="*/ 196956 w 418616"/>
                <a:gd name="connsiteY331" fmla="*/ 77330 h 236346"/>
                <a:gd name="connsiteX332" fmla="*/ 195467 w 418616"/>
                <a:gd name="connsiteY332" fmla="*/ 76586 h 236346"/>
                <a:gd name="connsiteX333" fmla="*/ 195002 w 418616"/>
                <a:gd name="connsiteY333" fmla="*/ 72819 h 236346"/>
                <a:gd name="connsiteX334" fmla="*/ 194834 w 418616"/>
                <a:gd name="connsiteY334" fmla="*/ 70746 h 236346"/>
                <a:gd name="connsiteX335" fmla="*/ 194723 w 418616"/>
                <a:gd name="connsiteY335" fmla="*/ 69145 h 236346"/>
                <a:gd name="connsiteX336" fmla="*/ 192491 w 418616"/>
                <a:gd name="connsiteY336" fmla="*/ 69145 h 236346"/>
                <a:gd name="connsiteX337" fmla="*/ 192212 w 418616"/>
                <a:gd name="connsiteY337" fmla="*/ 66959 h 236346"/>
                <a:gd name="connsiteX338" fmla="*/ 191747 w 418616"/>
                <a:gd name="connsiteY338" fmla="*/ 64680 h 236346"/>
                <a:gd name="connsiteX339" fmla="*/ 190258 w 418616"/>
                <a:gd name="connsiteY339" fmla="*/ 63936 h 236346"/>
                <a:gd name="connsiteX340" fmla="*/ 189189 w 418616"/>
                <a:gd name="connsiteY340" fmla="*/ 58677 h 236346"/>
                <a:gd name="connsiteX341" fmla="*/ 188770 w 418616"/>
                <a:gd name="connsiteY341" fmla="*/ 57238 h 236346"/>
                <a:gd name="connsiteX342" fmla="*/ 187282 w 418616"/>
                <a:gd name="connsiteY342" fmla="*/ 57238 h 236346"/>
                <a:gd name="connsiteX343" fmla="*/ 186918 w 418616"/>
                <a:gd name="connsiteY343" fmla="*/ 52733 h 236346"/>
                <a:gd name="connsiteX344" fmla="*/ 184305 w 418616"/>
                <a:gd name="connsiteY344" fmla="*/ 49797 h 236346"/>
                <a:gd name="connsiteX345" fmla="*/ 183561 w 418616"/>
                <a:gd name="connsiteY345" fmla="*/ 45332 h 236346"/>
                <a:gd name="connsiteX346" fmla="*/ 182073 w 418616"/>
                <a:gd name="connsiteY346" fmla="*/ 44588 h 236346"/>
                <a:gd name="connsiteX347" fmla="*/ 181329 w 418616"/>
                <a:gd name="connsiteY347" fmla="*/ 38635 h 236346"/>
                <a:gd name="connsiteX348" fmla="*/ 179096 w 418616"/>
                <a:gd name="connsiteY348" fmla="*/ 38635 h 236346"/>
                <a:gd name="connsiteX349" fmla="*/ 178864 w 418616"/>
                <a:gd name="connsiteY349" fmla="*/ 36449 h 236346"/>
                <a:gd name="connsiteX350" fmla="*/ 178352 w 418616"/>
                <a:gd name="connsiteY350" fmla="*/ 34170 h 236346"/>
                <a:gd name="connsiteX351" fmla="*/ 176120 w 418616"/>
                <a:gd name="connsiteY351" fmla="*/ 33426 h 236346"/>
                <a:gd name="connsiteX352" fmla="*/ 175794 w 418616"/>
                <a:gd name="connsiteY352" fmla="*/ 29008 h 236346"/>
                <a:gd name="connsiteX353" fmla="*/ 175751 w 418616"/>
                <a:gd name="connsiteY353" fmla="*/ 26569 h 236346"/>
                <a:gd name="connsiteX354" fmla="*/ 176120 w 418616"/>
                <a:gd name="connsiteY354" fmla="*/ 24496 h 236346"/>
                <a:gd name="connsiteX355" fmla="*/ 179096 w 418616"/>
                <a:gd name="connsiteY355" fmla="*/ 23008 h 236346"/>
                <a:gd name="connsiteX356" fmla="*/ 180585 w 418616"/>
                <a:gd name="connsiteY356" fmla="*/ 20776 h 236346"/>
                <a:gd name="connsiteX357" fmla="*/ 183654 w 418616"/>
                <a:gd name="connsiteY357" fmla="*/ 20264 h 236346"/>
                <a:gd name="connsiteX358" fmla="*/ 186538 w 418616"/>
                <a:gd name="connsiteY358" fmla="*/ 20031 h 236346"/>
                <a:gd name="connsiteX359" fmla="*/ 186538 w 418616"/>
                <a:gd name="connsiteY359" fmla="*/ 17799 h 236346"/>
                <a:gd name="connsiteX360" fmla="*/ 187977 w 418616"/>
                <a:gd name="connsiteY360" fmla="*/ 17741 h 236346"/>
                <a:gd name="connsiteX361" fmla="*/ 189840 w 418616"/>
                <a:gd name="connsiteY361" fmla="*/ 17613 h 236346"/>
                <a:gd name="connsiteX362" fmla="*/ 191697 w 418616"/>
                <a:gd name="connsiteY362" fmla="*/ 17508 h 236346"/>
                <a:gd name="connsiteX363" fmla="*/ 193235 w 418616"/>
                <a:gd name="connsiteY363" fmla="*/ 17055 h 236346"/>
                <a:gd name="connsiteX364" fmla="*/ 193979 w 418616"/>
                <a:gd name="connsiteY364" fmla="*/ 14078 h 236346"/>
                <a:gd name="connsiteX365" fmla="*/ 197328 w 418616"/>
                <a:gd name="connsiteY365" fmla="*/ 13660 h 236346"/>
                <a:gd name="connsiteX366" fmla="*/ 200676 w 418616"/>
                <a:gd name="connsiteY366" fmla="*/ 13334 h 236346"/>
                <a:gd name="connsiteX367" fmla="*/ 201421 w 418616"/>
                <a:gd name="connsiteY367" fmla="*/ 11102 h 236346"/>
                <a:gd name="connsiteX368" fmla="*/ 206606 w 418616"/>
                <a:gd name="connsiteY368" fmla="*/ 10079 h 236346"/>
                <a:gd name="connsiteX369" fmla="*/ 208118 w 418616"/>
                <a:gd name="connsiteY369" fmla="*/ 9613 h 236346"/>
                <a:gd name="connsiteX370" fmla="*/ 208862 w 418616"/>
                <a:gd name="connsiteY370" fmla="*/ 7381 h 236346"/>
                <a:gd name="connsiteX371" fmla="*/ 214048 w 418616"/>
                <a:gd name="connsiteY371" fmla="*/ 6939 h 236346"/>
                <a:gd name="connsiteX372" fmla="*/ 215559 w 418616"/>
                <a:gd name="connsiteY372" fmla="*/ 6637 h 236346"/>
                <a:gd name="connsiteX373" fmla="*/ 216303 w 418616"/>
                <a:gd name="connsiteY373" fmla="*/ 4405 h 236346"/>
                <a:gd name="connsiteX374" fmla="*/ 221489 w 418616"/>
                <a:gd name="connsiteY374" fmla="*/ 4035 h 236346"/>
                <a:gd name="connsiteX375" fmla="*/ 223001 w 418616"/>
                <a:gd name="connsiteY375" fmla="*/ 3660 h 236346"/>
                <a:gd name="connsiteX376" fmla="*/ 223370 w 418616"/>
                <a:gd name="connsiteY376" fmla="*/ 2158 h 236346"/>
                <a:gd name="connsiteX377" fmla="*/ 223745 w 418616"/>
                <a:gd name="connsiteY377" fmla="*/ 684 h 23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Lst>
              <a:rect l="l" t="t" r="r" b="b"/>
              <a:pathLst>
                <a:path w="418616" h="236346">
                  <a:moveTo>
                    <a:pt x="223745" y="684"/>
                  </a:moveTo>
                  <a:cubicBezTo>
                    <a:pt x="225282" y="393"/>
                    <a:pt x="225282" y="393"/>
                    <a:pt x="227140" y="498"/>
                  </a:cubicBezTo>
                  <a:cubicBezTo>
                    <a:pt x="227755" y="525"/>
                    <a:pt x="228370" y="551"/>
                    <a:pt x="229003" y="579"/>
                  </a:cubicBezTo>
                  <a:cubicBezTo>
                    <a:pt x="229478" y="614"/>
                    <a:pt x="229953" y="648"/>
                    <a:pt x="230442" y="684"/>
                  </a:cubicBezTo>
                  <a:cubicBezTo>
                    <a:pt x="230688" y="2157"/>
                    <a:pt x="230933" y="3631"/>
                    <a:pt x="231186" y="5149"/>
                  </a:cubicBezTo>
                  <a:cubicBezTo>
                    <a:pt x="231923" y="5149"/>
                    <a:pt x="232660" y="5149"/>
                    <a:pt x="233419" y="5149"/>
                  </a:cubicBezTo>
                  <a:cubicBezTo>
                    <a:pt x="233495" y="5977"/>
                    <a:pt x="233572" y="6806"/>
                    <a:pt x="233651" y="7660"/>
                  </a:cubicBezTo>
                  <a:cubicBezTo>
                    <a:pt x="233820" y="8550"/>
                    <a:pt x="233989" y="9440"/>
                    <a:pt x="234163" y="10358"/>
                  </a:cubicBezTo>
                  <a:cubicBezTo>
                    <a:pt x="234899" y="10849"/>
                    <a:pt x="235636" y="11340"/>
                    <a:pt x="236395" y="11846"/>
                  </a:cubicBezTo>
                  <a:cubicBezTo>
                    <a:pt x="236651" y="12836"/>
                    <a:pt x="236898" y="13829"/>
                    <a:pt x="237139" y="14822"/>
                  </a:cubicBezTo>
                  <a:cubicBezTo>
                    <a:pt x="237523" y="15175"/>
                    <a:pt x="237907" y="15528"/>
                    <a:pt x="238302" y="15892"/>
                  </a:cubicBezTo>
                  <a:cubicBezTo>
                    <a:pt x="239372" y="17055"/>
                    <a:pt x="239372" y="17055"/>
                    <a:pt x="239511" y="19055"/>
                  </a:cubicBezTo>
                  <a:cubicBezTo>
                    <a:pt x="239442" y="19907"/>
                    <a:pt x="239442" y="19907"/>
                    <a:pt x="239372" y="20776"/>
                  </a:cubicBezTo>
                  <a:cubicBezTo>
                    <a:pt x="240108" y="20776"/>
                    <a:pt x="240845" y="20776"/>
                    <a:pt x="241604" y="20776"/>
                  </a:cubicBezTo>
                  <a:cubicBezTo>
                    <a:pt x="241681" y="21482"/>
                    <a:pt x="241758" y="22188"/>
                    <a:pt x="241837" y="22915"/>
                  </a:cubicBezTo>
                  <a:cubicBezTo>
                    <a:pt x="242114" y="25457"/>
                    <a:pt x="242114" y="25457"/>
                    <a:pt x="244581" y="26729"/>
                  </a:cubicBezTo>
                  <a:cubicBezTo>
                    <a:pt x="244853" y="28213"/>
                    <a:pt x="245103" y="29701"/>
                    <a:pt x="245325" y="31194"/>
                  </a:cubicBezTo>
                  <a:cubicBezTo>
                    <a:pt x="245816" y="31439"/>
                    <a:pt x="246307" y="31685"/>
                    <a:pt x="246813" y="31938"/>
                  </a:cubicBezTo>
                  <a:cubicBezTo>
                    <a:pt x="247309" y="33426"/>
                    <a:pt x="247805" y="34914"/>
                    <a:pt x="248301" y="36403"/>
                  </a:cubicBezTo>
                  <a:cubicBezTo>
                    <a:pt x="248793" y="36648"/>
                    <a:pt x="249284" y="36894"/>
                    <a:pt x="249790" y="37147"/>
                  </a:cubicBezTo>
                  <a:cubicBezTo>
                    <a:pt x="249897" y="38006"/>
                    <a:pt x="250005" y="38866"/>
                    <a:pt x="250115" y="39751"/>
                  </a:cubicBezTo>
                  <a:cubicBezTo>
                    <a:pt x="250253" y="40611"/>
                    <a:pt x="250391" y="41470"/>
                    <a:pt x="250534" y="42356"/>
                  </a:cubicBezTo>
                  <a:cubicBezTo>
                    <a:pt x="251271" y="42601"/>
                    <a:pt x="252007" y="42847"/>
                    <a:pt x="252766" y="43100"/>
                  </a:cubicBezTo>
                  <a:cubicBezTo>
                    <a:pt x="253113" y="44647"/>
                    <a:pt x="253140" y="46122"/>
                    <a:pt x="253208" y="47704"/>
                  </a:cubicBezTo>
                  <a:cubicBezTo>
                    <a:pt x="253308" y="48149"/>
                    <a:pt x="253408" y="48594"/>
                    <a:pt x="253510" y="49053"/>
                  </a:cubicBezTo>
                  <a:cubicBezTo>
                    <a:pt x="254247" y="49299"/>
                    <a:pt x="254984" y="49544"/>
                    <a:pt x="255743" y="49797"/>
                  </a:cubicBezTo>
                  <a:cubicBezTo>
                    <a:pt x="255961" y="51335"/>
                    <a:pt x="255961" y="51335"/>
                    <a:pt x="255882" y="53192"/>
                  </a:cubicBezTo>
                  <a:cubicBezTo>
                    <a:pt x="255862" y="53807"/>
                    <a:pt x="255842" y="54422"/>
                    <a:pt x="255821" y="55055"/>
                  </a:cubicBezTo>
                  <a:cubicBezTo>
                    <a:pt x="255795" y="55530"/>
                    <a:pt x="255769" y="56005"/>
                    <a:pt x="255743" y="56494"/>
                  </a:cubicBezTo>
                  <a:cubicBezTo>
                    <a:pt x="256479" y="56494"/>
                    <a:pt x="257216" y="56494"/>
                    <a:pt x="257975" y="56494"/>
                  </a:cubicBezTo>
                  <a:cubicBezTo>
                    <a:pt x="258096" y="58020"/>
                    <a:pt x="258217" y="59546"/>
                    <a:pt x="258339" y="61073"/>
                  </a:cubicBezTo>
                  <a:cubicBezTo>
                    <a:pt x="258464" y="61526"/>
                    <a:pt x="258590" y="61980"/>
                    <a:pt x="258719" y="62447"/>
                  </a:cubicBezTo>
                  <a:cubicBezTo>
                    <a:pt x="259456" y="62693"/>
                    <a:pt x="260193" y="62939"/>
                    <a:pt x="260952" y="63192"/>
                  </a:cubicBezTo>
                  <a:cubicBezTo>
                    <a:pt x="261300" y="64931"/>
                    <a:pt x="261326" y="66606"/>
                    <a:pt x="261394" y="68377"/>
                  </a:cubicBezTo>
                  <a:cubicBezTo>
                    <a:pt x="261493" y="68876"/>
                    <a:pt x="261593" y="69375"/>
                    <a:pt x="261696" y="69889"/>
                  </a:cubicBezTo>
                  <a:cubicBezTo>
                    <a:pt x="262433" y="70134"/>
                    <a:pt x="263169" y="70380"/>
                    <a:pt x="263928" y="70633"/>
                  </a:cubicBezTo>
                  <a:cubicBezTo>
                    <a:pt x="264257" y="72307"/>
                    <a:pt x="264257" y="72307"/>
                    <a:pt x="264347" y="74354"/>
                  </a:cubicBezTo>
                  <a:cubicBezTo>
                    <a:pt x="264410" y="76343"/>
                    <a:pt x="264410" y="76343"/>
                    <a:pt x="264672" y="78074"/>
                  </a:cubicBezTo>
                  <a:cubicBezTo>
                    <a:pt x="265164" y="78320"/>
                    <a:pt x="265655" y="78566"/>
                    <a:pt x="266161" y="78819"/>
                  </a:cubicBezTo>
                  <a:cubicBezTo>
                    <a:pt x="266469" y="81007"/>
                    <a:pt x="266469" y="81007"/>
                    <a:pt x="266626" y="83702"/>
                  </a:cubicBezTo>
                  <a:cubicBezTo>
                    <a:pt x="266709" y="85039"/>
                    <a:pt x="266709" y="85039"/>
                    <a:pt x="266794" y="86402"/>
                  </a:cubicBezTo>
                  <a:cubicBezTo>
                    <a:pt x="266831" y="87092"/>
                    <a:pt x="266867" y="87782"/>
                    <a:pt x="266905" y="88492"/>
                  </a:cubicBezTo>
                  <a:cubicBezTo>
                    <a:pt x="267642" y="88492"/>
                    <a:pt x="268378" y="88492"/>
                    <a:pt x="269137" y="88492"/>
                  </a:cubicBezTo>
                  <a:cubicBezTo>
                    <a:pt x="269091" y="90260"/>
                    <a:pt x="269091" y="90260"/>
                    <a:pt x="268393" y="92213"/>
                  </a:cubicBezTo>
                  <a:cubicBezTo>
                    <a:pt x="266674" y="92766"/>
                    <a:pt x="264936" y="93263"/>
                    <a:pt x="263184" y="93701"/>
                  </a:cubicBezTo>
                  <a:cubicBezTo>
                    <a:pt x="262939" y="94438"/>
                    <a:pt x="262693" y="95175"/>
                    <a:pt x="262440" y="95934"/>
                  </a:cubicBezTo>
                  <a:cubicBezTo>
                    <a:pt x="260955" y="96425"/>
                    <a:pt x="260955" y="96425"/>
                    <a:pt x="259138" y="96724"/>
                  </a:cubicBezTo>
                  <a:cubicBezTo>
                    <a:pt x="256382" y="97148"/>
                    <a:pt x="256382" y="97148"/>
                    <a:pt x="254255" y="98910"/>
                  </a:cubicBezTo>
                  <a:cubicBezTo>
                    <a:pt x="259843" y="99031"/>
                    <a:pt x="265431" y="99124"/>
                    <a:pt x="271021" y="99180"/>
                  </a:cubicBezTo>
                  <a:cubicBezTo>
                    <a:pt x="273617" y="99207"/>
                    <a:pt x="276211" y="99244"/>
                    <a:pt x="278806" y="99303"/>
                  </a:cubicBezTo>
                  <a:cubicBezTo>
                    <a:pt x="281789" y="99371"/>
                    <a:pt x="284772" y="99396"/>
                    <a:pt x="287755" y="99419"/>
                  </a:cubicBezTo>
                  <a:cubicBezTo>
                    <a:pt x="288688" y="99446"/>
                    <a:pt x="289620" y="99473"/>
                    <a:pt x="290581" y="99501"/>
                  </a:cubicBezTo>
                  <a:cubicBezTo>
                    <a:pt x="292974" y="99502"/>
                    <a:pt x="295092" y="99490"/>
                    <a:pt x="297415" y="98910"/>
                  </a:cubicBezTo>
                  <a:cubicBezTo>
                    <a:pt x="298858" y="97209"/>
                    <a:pt x="299086" y="95916"/>
                    <a:pt x="299647" y="93701"/>
                  </a:cubicBezTo>
                  <a:cubicBezTo>
                    <a:pt x="300384" y="93701"/>
                    <a:pt x="301120" y="93701"/>
                    <a:pt x="301880" y="93701"/>
                  </a:cubicBezTo>
                  <a:cubicBezTo>
                    <a:pt x="301880" y="91737"/>
                    <a:pt x="301880" y="89772"/>
                    <a:pt x="301880" y="87748"/>
                  </a:cubicBezTo>
                  <a:cubicBezTo>
                    <a:pt x="302616" y="87748"/>
                    <a:pt x="303353" y="87748"/>
                    <a:pt x="304112" y="87748"/>
                  </a:cubicBezTo>
                  <a:cubicBezTo>
                    <a:pt x="304189" y="87058"/>
                    <a:pt x="304265" y="86367"/>
                    <a:pt x="304344" y="85655"/>
                  </a:cubicBezTo>
                  <a:cubicBezTo>
                    <a:pt x="304893" y="83111"/>
                    <a:pt x="305313" y="82753"/>
                    <a:pt x="307088" y="81051"/>
                  </a:cubicBezTo>
                  <a:cubicBezTo>
                    <a:pt x="307354" y="79814"/>
                    <a:pt x="307604" y="78574"/>
                    <a:pt x="307833" y="77330"/>
                  </a:cubicBezTo>
                  <a:cubicBezTo>
                    <a:pt x="308324" y="77085"/>
                    <a:pt x="308815" y="76839"/>
                    <a:pt x="309321" y="76586"/>
                  </a:cubicBezTo>
                  <a:cubicBezTo>
                    <a:pt x="309810" y="74332"/>
                    <a:pt x="309810" y="74332"/>
                    <a:pt x="310065" y="72121"/>
                  </a:cubicBezTo>
                  <a:cubicBezTo>
                    <a:pt x="310802" y="72121"/>
                    <a:pt x="311538" y="72121"/>
                    <a:pt x="312297" y="72121"/>
                  </a:cubicBezTo>
                  <a:cubicBezTo>
                    <a:pt x="312390" y="71154"/>
                    <a:pt x="312482" y="70187"/>
                    <a:pt x="312577" y="69191"/>
                  </a:cubicBezTo>
                  <a:cubicBezTo>
                    <a:pt x="312734" y="67543"/>
                    <a:pt x="312734" y="67543"/>
                    <a:pt x="313042" y="66168"/>
                  </a:cubicBezTo>
                  <a:cubicBezTo>
                    <a:pt x="313533" y="65923"/>
                    <a:pt x="314024" y="65677"/>
                    <a:pt x="314530" y="65424"/>
                  </a:cubicBezTo>
                  <a:cubicBezTo>
                    <a:pt x="314775" y="64565"/>
                    <a:pt x="315021" y="63705"/>
                    <a:pt x="315274" y="62820"/>
                  </a:cubicBezTo>
                  <a:cubicBezTo>
                    <a:pt x="315520" y="61960"/>
                    <a:pt x="315765" y="61101"/>
                    <a:pt x="316018" y="60215"/>
                  </a:cubicBezTo>
                  <a:cubicBezTo>
                    <a:pt x="316509" y="59969"/>
                    <a:pt x="317000" y="59724"/>
                    <a:pt x="317506" y="59471"/>
                  </a:cubicBezTo>
                  <a:cubicBezTo>
                    <a:pt x="317810" y="57743"/>
                    <a:pt x="318060" y="56006"/>
                    <a:pt x="318251" y="54262"/>
                  </a:cubicBezTo>
                  <a:cubicBezTo>
                    <a:pt x="318987" y="54262"/>
                    <a:pt x="319724" y="54262"/>
                    <a:pt x="320483" y="54262"/>
                  </a:cubicBezTo>
                  <a:cubicBezTo>
                    <a:pt x="320575" y="53295"/>
                    <a:pt x="320667" y="52328"/>
                    <a:pt x="320762" y="51332"/>
                  </a:cubicBezTo>
                  <a:cubicBezTo>
                    <a:pt x="320919" y="49684"/>
                    <a:pt x="320919" y="49684"/>
                    <a:pt x="321227" y="48309"/>
                  </a:cubicBezTo>
                  <a:cubicBezTo>
                    <a:pt x="321718" y="48063"/>
                    <a:pt x="322209" y="47818"/>
                    <a:pt x="322715" y="47565"/>
                  </a:cubicBezTo>
                  <a:cubicBezTo>
                    <a:pt x="322961" y="46705"/>
                    <a:pt x="323207" y="45846"/>
                    <a:pt x="323460" y="44960"/>
                  </a:cubicBezTo>
                  <a:cubicBezTo>
                    <a:pt x="323705" y="44101"/>
                    <a:pt x="323951" y="43241"/>
                    <a:pt x="324204" y="42356"/>
                  </a:cubicBezTo>
                  <a:cubicBezTo>
                    <a:pt x="324695" y="42110"/>
                    <a:pt x="325186" y="41865"/>
                    <a:pt x="325692" y="41612"/>
                  </a:cubicBezTo>
                  <a:cubicBezTo>
                    <a:pt x="325955" y="39881"/>
                    <a:pt x="326022" y="38173"/>
                    <a:pt x="326108" y="36426"/>
                  </a:cubicBezTo>
                  <a:cubicBezTo>
                    <a:pt x="326216" y="35927"/>
                    <a:pt x="326324" y="35428"/>
                    <a:pt x="326436" y="34914"/>
                  </a:cubicBezTo>
                  <a:cubicBezTo>
                    <a:pt x="327541" y="34546"/>
                    <a:pt x="327541" y="34546"/>
                    <a:pt x="328669" y="34170"/>
                  </a:cubicBezTo>
                  <a:cubicBezTo>
                    <a:pt x="329193" y="32442"/>
                    <a:pt x="329690" y="30705"/>
                    <a:pt x="330157" y="28961"/>
                  </a:cubicBezTo>
                  <a:cubicBezTo>
                    <a:pt x="330648" y="28716"/>
                    <a:pt x="331139" y="28470"/>
                    <a:pt x="331645" y="28217"/>
                  </a:cubicBezTo>
                  <a:cubicBezTo>
                    <a:pt x="331936" y="26658"/>
                    <a:pt x="331936" y="26658"/>
                    <a:pt x="332017" y="24868"/>
                  </a:cubicBezTo>
                  <a:cubicBezTo>
                    <a:pt x="332133" y="23031"/>
                    <a:pt x="332133" y="23031"/>
                    <a:pt x="332389" y="21520"/>
                  </a:cubicBezTo>
                  <a:cubicBezTo>
                    <a:pt x="332880" y="21274"/>
                    <a:pt x="333372" y="21029"/>
                    <a:pt x="333878" y="20776"/>
                  </a:cubicBezTo>
                  <a:cubicBezTo>
                    <a:pt x="334224" y="19365"/>
                    <a:pt x="334224" y="19365"/>
                    <a:pt x="334343" y="17753"/>
                  </a:cubicBezTo>
                  <a:cubicBezTo>
                    <a:pt x="334435" y="16786"/>
                    <a:pt x="334527" y="15819"/>
                    <a:pt x="334622" y="14822"/>
                  </a:cubicBezTo>
                  <a:cubicBezTo>
                    <a:pt x="335358" y="14822"/>
                    <a:pt x="336095" y="14822"/>
                    <a:pt x="336854" y="14822"/>
                  </a:cubicBezTo>
                  <a:cubicBezTo>
                    <a:pt x="336931" y="14216"/>
                    <a:pt x="337008" y="13610"/>
                    <a:pt x="337087" y="12985"/>
                  </a:cubicBezTo>
                  <a:cubicBezTo>
                    <a:pt x="337340" y="12053"/>
                    <a:pt x="337340" y="12053"/>
                    <a:pt x="337598" y="11102"/>
                  </a:cubicBezTo>
                  <a:cubicBezTo>
                    <a:pt x="339598" y="10660"/>
                    <a:pt x="339598" y="10660"/>
                    <a:pt x="342063" y="10730"/>
                  </a:cubicBezTo>
                  <a:cubicBezTo>
                    <a:pt x="343283" y="10741"/>
                    <a:pt x="343283" y="10741"/>
                    <a:pt x="344528" y="10753"/>
                  </a:cubicBezTo>
                  <a:cubicBezTo>
                    <a:pt x="345188" y="10868"/>
                    <a:pt x="345848" y="10983"/>
                    <a:pt x="346528" y="11102"/>
                  </a:cubicBezTo>
                  <a:cubicBezTo>
                    <a:pt x="346774" y="11838"/>
                    <a:pt x="347019" y="12575"/>
                    <a:pt x="347272" y="13334"/>
                  </a:cubicBezTo>
                  <a:cubicBezTo>
                    <a:pt x="349399" y="13654"/>
                    <a:pt x="351472" y="13662"/>
                    <a:pt x="353621" y="13703"/>
                  </a:cubicBezTo>
                  <a:cubicBezTo>
                    <a:pt x="354530" y="13889"/>
                    <a:pt x="354530" y="13889"/>
                    <a:pt x="355458" y="14078"/>
                  </a:cubicBezTo>
                  <a:cubicBezTo>
                    <a:pt x="355640" y="14811"/>
                    <a:pt x="355640" y="14811"/>
                    <a:pt x="355827" y="15558"/>
                  </a:cubicBezTo>
                  <a:cubicBezTo>
                    <a:pt x="355951" y="16052"/>
                    <a:pt x="356074" y="16546"/>
                    <a:pt x="356202" y="17055"/>
                  </a:cubicBezTo>
                  <a:cubicBezTo>
                    <a:pt x="358115" y="17583"/>
                    <a:pt x="358115" y="17583"/>
                    <a:pt x="360341" y="17613"/>
                  </a:cubicBezTo>
                  <a:cubicBezTo>
                    <a:pt x="361094" y="17655"/>
                    <a:pt x="361847" y="17697"/>
                    <a:pt x="362623" y="17741"/>
                  </a:cubicBezTo>
                  <a:cubicBezTo>
                    <a:pt x="363205" y="17760"/>
                    <a:pt x="363787" y="17779"/>
                    <a:pt x="364387" y="17799"/>
                  </a:cubicBezTo>
                  <a:cubicBezTo>
                    <a:pt x="364387" y="18781"/>
                    <a:pt x="364387" y="19764"/>
                    <a:pt x="364387" y="20776"/>
                  </a:cubicBezTo>
                  <a:cubicBezTo>
                    <a:pt x="365154" y="20763"/>
                    <a:pt x="365154" y="20763"/>
                    <a:pt x="365937" y="20749"/>
                  </a:cubicBezTo>
                  <a:cubicBezTo>
                    <a:pt x="366607" y="20743"/>
                    <a:pt x="367278" y="20736"/>
                    <a:pt x="367969" y="20729"/>
                  </a:cubicBezTo>
                  <a:cubicBezTo>
                    <a:pt x="368966" y="20716"/>
                    <a:pt x="368966" y="20716"/>
                    <a:pt x="369983" y="20703"/>
                  </a:cubicBezTo>
                  <a:cubicBezTo>
                    <a:pt x="371829" y="20776"/>
                    <a:pt x="371829" y="20776"/>
                    <a:pt x="374061" y="21520"/>
                  </a:cubicBezTo>
                  <a:cubicBezTo>
                    <a:pt x="374307" y="22256"/>
                    <a:pt x="374552" y="22993"/>
                    <a:pt x="374805" y="23752"/>
                  </a:cubicBezTo>
                  <a:cubicBezTo>
                    <a:pt x="376932" y="24072"/>
                    <a:pt x="379005" y="24080"/>
                    <a:pt x="381154" y="24121"/>
                  </a:cubicBezTo>
                  <a:cubicBezTo>
                    <a:pt x="382063" y="24307"/>
                    <a:pt x="382063" y="24307"/>
                    <a:pt x="382991" y="24496"/>
                  </a:cubicBezTo>
                  <a:cubicBezTo>
                    <a:pt x="383113" y="24985"/>
                    <a:pt x="383234" y="25473"/>
                    <a:pt x="383360" y="25976"/>
                  </a:cubicBezTo>
                  <a:cubicBezTo>
                    <a:pt x="383484" y="26470"/>
                    <a:pt x="383607" y="26964"/>
                    <a:pt x="383735" y="27473"/>
                  </a:cubicBezTo>
                  <a:cubicBezTo>
                    <a:pt x="385648" y="28001"/>
                    <a:pt x="385648" y="28001"/>
                    <a:pt x="387874" y="28031"/>
                  </a:cubicBezTo>
                  <a:cubicBezTo>
                    <a:pt x="388627" y="28073"/>
                    <a:pt x="389380" y="28115"/>
                    <a:pt x="390156" y="28159"/>
                  </a:cubicBezTo>
                  <a:cubicBezTo>
                    <a:pt x="391029" y="28188"/>
                    <a:pt x="391029" y="28188"/>
                    <a:pt x="391921" y="28217"/>
                  </a:cubicBezTo>
                  <a:cubicBezTo>
                    <a:pt x="391921" y="29199"/>
                    <a:pt x="391921" y="30182"/>
                    <a:pt x="391921" y="31194"/>
                  </a:cubicBezTo>
                  <a:cubicBezTo>
                    <a:pt x="394622" y="31194"/>
                    <a:pt x="397323" y="31194"/>
                    <a:pt x="400106" y="31194"/>
                  </a:cubicBezTo>
                  <a:cubicBezTo>
                    <a:pt x="400166" y="32790"/>
                    <a:pt x="400210" y="34387"/>
                    <a:pt x="400246" y="35984"/>
                  </a:cubicBezTo>
                  <a:cubicBezTo>
                    <a:pt x="400272" y="36873"/>
                    <a:pt x="400297" y="37762"/>
                    <a:pt x="400324" y="38679"/>
                  </a:cubicBezTo>
                  <a:cubicBezTo>
                    <a:pt x="400252" y="39401"/>
                    <a:pt x="400180" y="40123"/>
                    <a:pt x="400106" y="40867"/>
                  </a:cubicBezTo>
                  <a:cubicBezTo>
                    <a:pt x="399001" y="41236"/>
                    <a:pt x="399001" y="41236"/>
                    <a:pt x="397874" y="41612"/>
                  </a:cubicBezTo>
                  <a:cubicBezTo>
                    <a:pt x="397597" y="42596"/>
                    <a:pt x="397348" y="43589"/>
                    <a:pt x="397130" y="44588"/>
                  </a:cubicBezTo>
                  <a:cubicBezTo>
                    <a:pt x="396638" y="44834"/>
                    <a:pt x="396147" y="45079"/>
                    <a:pt x="395641" y="45332"/>
                  </a:cubicBezTo>
                  <a:cubicBezTo>
                    <a:pt x="395534" y="46054"/>
                    <a:pt x="395426" y="46775"/>
                    <a:pt x="395316" y="47518"/>
                  </a:cubicBezTo>
                  <a:cubicBezTo>
                    <a:pt x="395178" y="48270"/>
                    <a:pt x="395039" y="49022"/>
                    <a:pt x="394897" y="49797"/>
                  </a:cubicBezTo>
                  <a:cubicBezTo>
                    <a:pt x="393792" y="50534"/>
                    <a:pt x="393792" y="50534"/>
                    <a:pt x="392665" y="51285"/>
                  </a:cubicBezTo>
                  <a:cubicBezTo>
                    <a:pt x="392542" y="51776"/>
                    <a:pt x="392419" y="52268"/>
                    <a:pt x="392293" y="52774"/>
                  </a:cubicBezTo>
                  <a:cubicBezTo>
                    <a:pt x="391921" y="54262"/>
                    <a:pt x="391921" y="54262"/>
                    <a:pt x="389688" y="55750"/>
                  </a:cubicBezTo>
                  <a:cubicBezTo>
                    <a:pt x="389419" y="56737"/>
                    <a:pt x="389169" y="57729"/>
                    <a:pt x="388944" y="58727"/>
                  </a:cubicBezTo>
                  <a:cubicBezTo>
                    <a:pt x="388453" y="58972"/>
                    <a:pt x="387962" y="59218"/>
                    <a:pt x="387456" y="59471"/>
                  </a:cubicBezTo>
                  <a:cubicBezTo>
                    <a:pt x="387210" y="60223"/>
                    <a:pt x="386965" y="60975"/>
                    <a:pt x="386712" y="61750"/>
                  </a:cubicBezTo>
                  <a:cubicBezTo>
                    <a:pt x="386466" y="62471"/>
                    <a:pt x="386220" y="63193"/>
                    <a:pt x="385967" y="63936"/>
                  </a:cubicBezTo>
                  <a:cubicBezTo>
                    <a:pt x="385476" y="63936"/>
                    <a:pt x="384985" y="63936"/>
                    <a:pt x="384479" y="63936"/>
                  </a:cubicBezTo>
                  <a:cubicBezTo>
                    <a:pt x="384387" y="64657"/>
                    <a:pt x="384295" y="65378"/>
                    <a:pt x="384200" y="66122"/>
                  </a:cubicBezTo>
                  <a:cubicBezTo>
                    <a:pt x="383970" y="67250"/>
                    <a:pt x="383970" y="67250"/>
                    <a:pt x="383735" y="68401"/>
                  </a:cubicBezTo>
                  <a:cubicBezTo>
                    <a:pt x="383244" y="68646"/>
                    <a:pt x="382753" y="68892"/>
                    <a:pt x="382247" y="69145"/>
                  </a:cubicBezTo>
                  <a:cubicBezTo>
                    <a:pt x="381733" y="70378"/>
                    <a:pt x="381240" y="71619"/>
                    <a:pt x="380758" y="72865"/>
                  </a:cubicBezTo>
                  <a:cubicBezTo>
                    <a:pt x="379740" y="74725"/>
                    <a:pt x="378847" y="76277"/>
                    <a:pt x="377317" y="77749"/>
                  </a:cubicBezTo>
                  <a:cubicBezTo>
                    <a:pt x="376163" y="78774"/>
                    <a:pt x="376163" y="78774"/>
                    <a:pt x="375922" y="80400"/>
                  </a:cubicBezTo>
                  <a:cubicBezTo>
                    <a:pt x="375799" y="80860"/>
                    <a:pt x="375676" y="81321"/>
                    <a:pt x="375549" y="81795"/>
                  </a:cubicBezTo>
                  <a:cubicBezTo>
                    <a:pt x="374444" y="82163"/>
                    <a:pt x="374444" y="82163"/>
                    <a:pt x="373317" y="82539"/>
                  </a:cubicBezTo>
                  <a:cubicBezTo>
                    <a:pt x="373039" y="83773"/>
                    <a:pt x="372791" y="85014"/>
                    <a:pt x="372573" y="86260"/>
                  </a:cubicBezTo>
                  <a:cubicBezTo>
                    <a:pt x="372082" y="86506"/>
                    <a:pt x="371591" y="86751"/>
                    <a:pt x="371085" y="87004"/>
                  </a:cubicBezTo>
                  <a:cubicBezTo>
                    <a:pt x="370839" y="87741"/>
                    <a:pt x="370593" y="88478"/>
                    <a:pt x="370340" y="89237"/>
                  </a:cubicBezTo>
                  <a:cubicBezTo>
                    <a:pt x="369596" y="91469"/>
                    <a:pt x="369596" y="91469"/>
                    <a:pt x="368108" y="92213"/>
                  </a:cubicBezTo>
                  <a:cubicBezTo>
                    <a:pt x="368031" y="92643"/>
                    <a:pt x="367955" y="93073"/>
                    <a:pt x="367875" y="93515"/>
                  </a:cubicBezTo>
                  <a:cubicBezTo>
                    <a:pt x="367131" y="95951"/>
                    <a:pt x="365461" y="97186"/>
                    <a:pt x="363643" y="98910"/>
                  </a:cubicBezTo>
                  <a:cubicBezTo>
                    <a:pt x="363643" y="99156"/>
                    <a:pt x="363643" y="99401"/>
                    <a:pt x="363643" y="99654"/>
                  </a:cubicBezTo>
                  <a:cubicBezTo>
                    <a:pt x="364869" y="99647"/>
                    <a:pt x="364869" y="99647"/>
                    <a:pt x="366119" y="99639"/>
                  </a:cubicBezTo>
                  <a:cubicBezTo>
                    <a:pt x="373806" y="99594"/>
                    <a:pt x="381493" y="99561"/>
                    <a:pt x="389180" y="99539"/>
                  </a:cubicBezTo>
                  <a:cubicBezTo>
                    <a:pt x="393133" y="99527"/>
                    <a:pt x="397085" y="99511"/>
                    <a:pt x="401037" y="99486"/>
                  </a:cubicBezTo>
                  <a:cubicBezTo>
                    <a:pt x="404849" y="99462"/>
                    <a:pt x="408661" y="99448"/>
                    <a:pt x="412472" y="99443"/>
                  </a:cubicBezTo>
                  <a:cubicBezTo>
                    <a:pt x="413929" y="99439"/>
                    <a:pt x="415386" y="99430"/>
                    <a:pt x="416843" y="99418"/>
                  </a:cubicBezTo>
                  <a:cubicBezTo>
                    <a:pt x="418878" y="99402"/>
                    <a:pt x="420912" y="99400"/>
                    <a:pt x="422947" y="99401"/>
                  </a:cubicBezTo>
                  <a:cubicBezTo>
                    <a:pt x="423554" y="99393"/>
                    <a:pt x="424161" y="99385"/>
                    <a:pt x="424787" y="99377"/>
                  </a:cubicBezTo>
                  <a:cubicBezTo>
                    <a:pt x="426463" y="99386"/>
                    <a:pt x="426463" y="99386"/>
                    <a:pt x="429128" y="99654"/>
                  </a:cubicBezTo>
                  <a:cubicBezTo>
                    <a:pt x="430983" y="102438"/>
                    <a:pt x="430803" y="103874"/>
                    <a:pt x="430805" y="107202"/>
                  </a:cubicBezTo>
                  <a:cubicBezTo>
                    <a:pt x="430807" y="107747"/>
                    <a:pt x="430809" y="108292"/>
                    <a:pt x="430812" y="108853"/>
                  </a:cubicBezTo>
                  <a:cubicBezTo>
                    <a:pt x="430818" y="110684"/>
                    <a:pt x="430813" y="112514"/>
                    <a:pt x="430808" y="114344"/>
                  </a:cubicBezTo>
                  <a:cubicBezTo>
                    <a:pt x="430810" y="115654"/>
                    <a:pt x="430813" y="116965"/>
                    <a:pt x="430816" y="118275"/>
                  </a:cubicBezTo>
                  <a:cubicBezTo>
                    <a:pt x="430823" y="121837"/>
                    <a:pt x="430820" y="125399"/>
                    <a:pt x="430816" y="128961"/>
                  </a:cubicBezTo>
                  <a:cubicBezTo>
                    <a:pt x="430812" y="132684"/>
                    <a:pt x="430815" y="136407"/>
                    <a:pt x="430818" y="140129"/>
                  </a:cubicBezTo>
                  <a:cubicBezTo>
                    <a:pt x="430821" y="146381"/>
                    <a:pt x="430817" y="152632"/>
                    <a:pt x="430810" y="158883"/>
                  </a:cubicBezTo>
                  <a:cubicBezTo>
                    <a:pt x="430802" y="166119"/>
                    <a:pt x="430804" y="173354"/>
                    <a:pt x="430813" y="180589"/>
                  </a:cubicBezTo>
                  <a:cubicBezTo>
                    <a:pt x="430819" y="186794"/>
                    <a:pt x="430820" y="192999"/>
                    <a:pt x="430816" y="199203"/>
                  </a:cubicBezTo>
                  <a:cubicBezTo>
                    <a:pt x="430814" y="202912"/>
                    <a:pt x="430814" y="206622"/>
                    <a:pt x="430819" y="210331"/>
                  </a:cubicBezTo>
                  <a:cubicBezTo>
                    <a:pt x="430823" y="213816"/>
                    <a:pt x="430820" y="217302"/>
                    <a:pt x="430811" y="220788"/>
                  </a:cubicBezTo>
                  <a:cubicBezTo>
                    <a:pt x="430809" y="222070"/>
                    <a:pt x="430810" y="223352"/>
                    <a:pt x="430813" y="224634"/>
                  </a:cubicBezTo>
                  <a:cubicBezTo>
                    <a:pt x="430817" y="226379"/>
                    <a:pt x="430812" y="228123"/>
                    <a:pt x="430805" y="229867"/>
                  </a:cubicBezTo>
                  <a:cubicBezTo>
                    <a:pt x="430804" y="230845"/>
                    <a:pt x="430804" y="231823"/>
                    <a:pt x="430803" y="232831"/>
                  </a:cubicBezTo>
                  <a:cubicBezTo>
                    <a:pt x="430616" y="235088"/>
                    <a:pt x="430616" y="235088"/>
                    <a:pt x="429128" y="236576"/>
                  </a:cubicBezTo>
                  <a:cubicBezTo>
                    <a:pt x="427208" y="236724"/>
                    <a:pt x="425369" y="236779"/>
                    <a:pt x="423449" y="236769"/>
                  </a:cubicBezTo>
                  <a:cubicBezTo>
                    <a:pt x="422863" y="236772"/>
                    <a:pt x="422278" y="236774"/>
                    <a:pt x="421674" y="236777"/>
                  </a:cubicBezTo>
                  <a:cubicBezTo>
                    <a:pt x="419732" y="236783"/>
                    <a:pt x="417791" y="236779"/>
                    <a:pt x="415849" y="236774"/>
                  </a:cubicBezTo>
                  <a:cubicBezTo>
                    <a:pt x="414504" y="236775"/>
                    <a:pt x="413158" y="236776"/>
                    <a:pt x="411812" y="236778"/>
                  </a:cubicBezTo>
                  <a:cubicBezTo>
                    <a:pt x="408990" y="236781"/>
                    <a:pt x="406167" y="236777"/>
                    <a:pt x="403345" y="236770"/>
                  </a:cubicBezTo>
                  <a:cubicBezTo>
                    <a:pt x="399721" y="236762"/>
                    <a:pt x="396098" y="236767"/>
                    <a:pt x="392474" y="236776"/>
                  </a:cubicBezTo>
                  <a:cubicBezTo>
                    <a:pt x="389695" y="236781"/>
                    <a:pt x="386915" y="236779"/>
                    <a:pt x="384136" y="236776"/>
                  </a:cubicBezTo>
                  <a:cubicBezTo>
                    <a:pt x="382799" y="236775"/>
                    <a:pt x="381463" y="236776"/>
                    <a:pt x="380127" y="236779"/>
                  </a:cubicBezTo>
                  <a:cubicBezTo>
                    <a:pt x="378261" y="236783"/>
                    <a:pt x="376396" y="236777"/>
                    <a:pt x="374531" y="236769"/>
                  </a:cubicBezTo>
                  <a:cubicBezTo>
                    <a:pt x="373975" y="236772"/>
                    <a:pt x="373419" y="236775"/>
                    <a:pt x="372846" y="236778"/>
                  </a:cubicBezTo>
                  <a:cubicBezTo>
                    <a:pt x="369022" y="236746"/>
                    <a:pt x="369022" y="236746"/>
                    <a:pt x="367364" y="235088"/>
                  </a:cubicBezTo>
                  <a:cubicBezTo>
                    <a:pt x="367220" y="233060"/>
                    <a:pt x="367169" y="231108"/>
                    <a:pt x="367183" y="229080"/>
                  </a:cubicBezTo>
                  <a:cubicBezTo>
                    <a:pt x="367182" y="228459"/>
                    <a:pt x="367180" y="227838"/>
                    <a:pt x="367179" y="227199"/>
                  </a:cubicBezTo>
                  <a:cubicBezTo>
                    <a:pt x="367176" y="225140"/>
                    <a:pt x="367184" y="223081"/>
                    <a:pt x="367192" y="221022"/>
                  </a:cubicBezTo>
                  <a:cubicBezTo>
                    <a:pt x="367193" y="219595"/>
                    <a:pt x="367194" y="218167"/>
                    <a:pt x="367193" y="216740"/>
                  </a:cubicBezTo>
                  <a:cubicBezTo>
                    <a:pt x="367195" y="213745"/>
                    <a:pt x="367201" y="210751"/>
                    <a:pt x="367211" y="207756"/>
                  </a:cubicBezTo>
                  <a:cubicBezTo>
                    <a:pt x="367223" y="203914"/>
                    <a:pt x="367226" y="200072"/>
                    <a:pt x="367226" y="196230"/>
                  </a:cubicBezTo>
                  <a:cubicBezTo>
                    <a:pt x="367226" y="193282"/>
                    <a:pt x="367230" y="190333"/>
                    <a:pt x="367235" y="187385"/>
                  </a:cubicBezTo>
                  <a:cubicBezTo>
                    <a:pt x="367238" y="185968"/>
                    <a:pt x="367239" y="184551"/>
                    <a:pt x="367240" y="183134"/>
                  </a:cubicBezTo>
                  <a:cubicBezTo>
                    <a:pt x="367241" y="181155"/>
                    <a:pt x="367248" y="179176"/>
                    <a:pt x="367256" y="177196"/>
                  </a:cubicBezTo>
                  <a:cubicBezTo>
                    <a:pt x="367255" y="176314"/>
                    <a:pt x="367255" y="176314"/>
                    <a:pt x="367255" y="175414"/>
                  </a:cubicBezTo>
                  <a:cubicBezTo>
                    <a:pt x="367269" y="173033"/>
                    <a:pt x="367349" y="171135"/>
                    <a:pt x="368108" y="168860"/>
                  </a:cubicBezTo>
                  <a:cubicBezTo>
                    <a:pt x="270373" y="168614"/>
                    <a:pt x="172637" y="168368"/>
                    <a:pt x="71940" y="168115"/>
                  </a:cubicBezTo>
                  <a:cubicBezTo>
                    <a:pt x="72186" y="169098"/>
                    <a:pt x="72431" y="170080"/>
                    <a:pt x="72684" y="171092"/>
                  </a:cubicBezTo>
                  <a:cubicBezTo>
                    <a:pt x="72755" y="173161"/>
                    <a:pt x="72786" y="175212"/>
                    <a:pt x="72780" y="177281"/>
                  </a:cubicBezTo>
                  <a:cubicBezTo>
                    <a:pt x="72782" y="178214"/>
                    <a:pt x="72782" y="178214"/>
                    <a:pt x="72784" y="179166"/>
                  </a:cubicBezTo>
                  <a:cubicBezTo>
                    <a:pt x="72788" y="181221"/>
                    <a:pt x="72786" y="183275"/>
                    <a:pt x="72783" y="185329"/>
                  </a:cubicBezTo>
                  <a:cubicBezTo>
                    <a:pt x="72784" y="186756"/>
                    <a:pt x="72784" y="188183"/>
                    <a:pt x="72785" y="189610"/>
                  </a:cubicBezTo>
                  <a:cubicBezTo>
                    <a:pt x="72786" y="192599"/>
                    <a:pt x="72785" y="195588"/>
                    <a:pt x="72781" y="198577"/>
                  </a:cubicBezTo>
                  <a:cubicBezTo>
                    <a:pt x="72777" y="202414"/>
                    <a:pt x="72779" y="206251"/>
                    <a:pt x="72784" y="210088"/>
                  </a:cubicBezTo>
                  <a:cubicBezTo>
                    <a:pt x="72787" y="213033"/>
                    <a:pt x="72786" y="215979"/>
                    <a:pt x="72784" y="218924"/>
                  </a:cubicBezTo>
                  <a:cubicBezTo>
                    <a:pt x="72783" y="220339"/>
                    <a:pt x="72784" y="221755"/>
                    <a:pt x="72786" y="223170"/>
                  </a:cubicBezTo>
                  <a:cubicBezTo>
                    <a:pt x="72787" y="225144"/>
                    <a:pt x="72785" y="227118"/>
                    <a:pt x="72780" y="229092"/>
                  </a:cubicBezTo>
                  <a:cubicBezTo>
                    <a:pt x="72782" y="229680"/>
                    <a:pt x="72783" y="230268"/>
                    <a:pt x="72785" y="230875"/>
                  </a:cubicBezTo>
                  <a:cubicBezTo>
                    <a:pt x="72769" y="234918"/>
                    <a:pt x="72769" y="234918"/>
                    <a:pt x="71940" y="236576"/>
                  </a:cubicBezTo>
                  <a:cubicBezTo>
                    <a:pt x="70116" y="236723"/>
                    <a:pt x="68376" y="236771"/>
                    <a:pt x="66551" y="236757"/>
                  </a:cubicBezTo>
                  <a:cubicBezTo>
                    <a:pt x="65987" y="236759"/>
                    <a:pt x="65423" y="236760"/>
                    <a:pt x="64842" y="236761"/>
                  </a:cubicBezTo>
                  <a:cubicBezTo>
                    <a:pt x="62969" y="236764"/>
                    <a:pt x="61096" y="236756"/>
                    <a:pt x="59223" y="236748"/>
                  </a:cubicBezTo>
                  <a:cubicBezTo>
                    <a:pt x="57926" y="236747"/>
                    <a:pt x="56629" y="236747"/>
                    <a:pt x="55333" y="236747"/>
                  </a:cubicBezTo>
                  <a:cubicBezTo>
                    <a:pt x="52611" y="236746"/>
                    <a:pt x="49889" y="236739"/>
                    <a:pt x="47167" y="236730"/>
                  </a:cubicBezTo>
                  <a:cubicBezTo>
                    <a:pt x="43673" y="236717"/>
                    <a:pt x="40179" y="236714"/>
                    <a:pt x="36684" y="236715"/>
                  </a:cubicBezTo>
                  <a:cubicBezTo>
                    <a:pt x="34005" y="236714"/>
                    <a:pt x="31326" y="236710"/>
                    <a:pt x="28647" y="236705"/>
                  </a:cubicBezTo>
                  <a:cubicBezTo>
                    <a:pt x="27358" y="236703"/>
                    <a:pt x="26070" y="236701"/>
                    <a:pt x="24781" y="236701"/>
                  </a:cubicBezTo>
                  <a:cubicBezTo>
                    <a:pt x="22981" y="236699"/>
                    <a:pt x="21182" y="236692"/>
                    <a:pt x="19382" y="236684"/>
                  </a:cubicBezTo>
                  <a:cubicBezTo>
                    <a:pt x="18578" y="236685"/>
                    <a:pt x="18578" y="236685"/>
                    <a:pt x="17757" y="236685"/>
                  </a:cubicBezTo>
                  <a:cubicBezTo>
                    <a:pt x="14067" y="236662"/>
                    <a:pt x="14067" y="236662"/>
                    <a:pt x="12409" y="235832"/>
                  </a:cubicBezTo>
                  <a:cubicBezTo>
                    <a:pt x="12258" y="234062"/>
                    <a:pt x="12209" y="232378"/>
                    <a:pt x="12220" y="230606"/>
                  </a:cubicBezTo>
                  <a:cubicBezTo>
                    <a:pt x="12217" y="230053"/>
                    <a:pt x="12215" y="229500"/>
                    <a:pt x="12213" y="228930"/>
                  </a:cubicBezTo>
                  <a:cubicBezTo>
                    <a:pt x="12207" y="227062"/>
                    <a:pt x="12212" y="225195"/>
                    <a:pt x="12216" y="223327"/>
                  </a:cubicBezTo>
                  <a:cubicBezTo>
                    <a:pt x="12214" y="221994"/>
                    <a:pt x="12212" y="220661"/>
                    <a:pt x="12208" y="219328"/>
                  </a:cubicBezTo>
                  <a:cubicBezTo>
                    <a:pt x="12202" y="215696"/>
                    <a:pt x="12204" y="212065"/>
                    <a:pt x="12209" y="208433"/>
                  </a:cubicBezTo>
                  <a:cubicBezTo>
                    <a:pt x="12213" y="204642"/>
                    <a:pt x="12209" y="200850"/>
                    <a:pt x="12207" y="197059"/>
                  </a:cubicBezTo>
                  <a:cubicBezTo>
                    <a:pt x="12204" y="190690"/>
                    <a:pt x="12208" y="184322"/>
                    <a:pt x="12215" y="177953"/>
                  </a:cubicBezTo>
                  <a:cubicBezTo>
                    <a:pt x="12223" y="170579"/>
                    <a:pt x="12220" y="163206"/>
                    <a:pt x="12212" y="155832"/>
                  </a:cubicBezTo>
                  <a:cubicBezTo>
                    <a:pt x="12205" y="149512"/>
                    <a:pt x="12204" y="143193"/>
                    <a:pt x="12208" y="136874"/>
                  </a:cubicBezTo>
                  <a:cubicBezTo>
                    <a:pt x="12211" y="133095"/>
                    <a:pt x="12211" y="129316"/>
                    <a:pt x="12206" y="125536"/>
                  </a:cubicBezTo>
                  <a:cubicBezTo>
                    <a:pt x="12202" y="121984"/>
                    <a:pt x="12205" y="118432"/>
                    <a:pt x="12213" y="114880"/>
                  </a:cubicBezTo>
                  <a:cubicBezTo>
                    <a:pt x="12215" y="113572"/>
                    <a:pt x="12215" y="112264"/>
                    <a:pt x="12211" y="110957"/>
                  </a:cubicBezTo>
                  <a:cubicBezTo>
                    <a:pt x="12207" y="109179"/>
                    <a:pt x="12212" y="107402"/>
                    <a:pt x="12220" y="105625"/>
                  </a:cubicBezTo>
                  <a:cubicBezTo>
                    <a:pt x="12216" y="105100"/>
                    <a:pt x="12213" y="104576"/>
                    <a:pt x="12210" y="104036"/>
                  </a:cubicBezTo>
                  <a:cubicBezTo>
                    <a:pt x="12220" y="102822"/>
                    <a:pt x="12306" y="101609"/>
                    <a:pt x="12409" y="100399"/>
                  </a:cubicBezTo>
                  <a:cubicBezTo>
                    <a:pt x="14909" y="99149"/>
                    <a:pt x="17736" y="99520"/>
                    <a:pt x="20487" y="99502"/>
                  </a:cubicBezTo>
                  <a:cubicBezTo>
                    <a:pt x="21511" y="99491"/>
                    <a:pt x="21511" y="99491"/>
                    <a:pt x="22555" y="99479"/>
                  </a:cubicBezTo>
                  <a:cubicBezTo>
                    <a:pt x="24818" y="99456"/>
                    <a:pt x="27081" y="99437"/>
                    <a:pt x="29344" y="99419"/>
                  </a:cubicBezTo>
                  <a:cubicBezTo>
                    <a:pt x="30910" y="99404"/>
                    <a:pt x="32476" y="99388"/>
                    <a:pt x="34042" y="99372"/>
                  </a:cubicBezTo>
                  <a:cubicBezTo>
                    <a:pt x="38170" y="99331"/>
                    <a:pt x="42297" y="99294"/>
                    <a:pt x="46425" y="99258"/>
                  </a:cubicBezTo>
                  <a:cubicBezTo>
                    <a:pt x="50635" y="99221"/>
                    <a:pt x="54845" y="99180"/>
                    <a:pt x="59054" y="99139"/>
                  </a:cubicBezTo>
                  <a:cubicBezTo>
                    <a:pt x="67318" y="99058"/>
                    <a:pt x="75582" y="98983"/>
                    <a:pt x="83846" y="98910"/>
                  </a:cubicBezTo>
                  <a:cubicBezTo>
                    <a:pt x="83014" y="96138"/>
                    <a:pt x="83014" y="96138"/>
                    <a:pt x="80870" y="94446"/>
                  </a:cubicBezTo>
                  <a:cubicBezTo>
                    <a:pt x="80567" y="92718"/>
                    <a:pt x="80316" y="90980"/>
                    <a:pt x="80126" y="89237"/>
                  </a:cubicBezTo>
                  <a:cubicBezTo>
                    <a:pt x="79389" y="89237"/>
                    <a:pt x="78652" y="89237"/>
                    <a:pt x="77893" y="89237"/>
                  </a:cubicBezTo>
                  <a:cubicBezTo>
                    <a:pt x="77525" y="86290"/>
                    <a:pt x="77525" y="86290"/>
                    <a:pt x="77149" y="83283"/>
                  </a:cubicBezTo>
                  <a:cubicBezTo>
                    <a:pt x="76412" y="83283"/>
                    <a:pt x="75676" y="83283"/>
                    <a:pt x="74917" y="83283"/>
                  </a:cubicBezTo>
                  <a:cubicBezTo>
                    <a:pt x="74986" y="82409"/>
                    <a:pt x="74986" y="82409"/>
                    <a:pt x="75056" y="81516"/>
                  </a:cubicBezTo>
                  <a:cubicBezTo>
                    <a:pt x="75010" y="80871"/>
                    <a:pt x="74964" y="80227"/>
                    <a:pt x="74917" y="79563"/>
                  </a:cubicBezTo>
                  <a:cubicBezTo>
                    <a:pt x="73812" y="78826"/>
                    <a:pt x="73812" y="78826"/>
                    <a:pt x="72684" y="78074"/>
                  </a:cubicBezTo>
                  <a:cubicBezTo>
                    <a:pt x="72179" y="76589"/>
                    <a:pt x="71682" y="75101"/>
                    <a:pt x="71196" y="73610"/>
                  </a:cubicBezTo>
                  <a:cubicBezTo>
                    <a:pt x="70705" y="73610"/>
                    <a:pt x="70214" y="73610"/>
                    <a:pt x="69708" y="73610"/>
                  </a:cubicBezTo>
                  <a:cubicBezTo>
                    <a:pt x="69754" y="72765"/>
                    <a:pt x="69800" y="71921"/>
                    <a:pt x="69847" y="71052"/>
                  </a:cubicBezTo>
                  <a:cubicBezTo>
                    <a:pt x="69801" y="70177"/>
                    <a:pt x="69755" y="69302"/>
                    <a:pt x="69708" y="68401"/>
                  </a:cubicBezTo>
                  <a:cubicBezTo>
                    <a:pt x="68603" y="68032"/>
                    <a:pt x="68603" y="68032"/>
                    <a:pt x="67475" y="67656"/>
                  </a:cubicBezTo>
                  <a:cubicBezTo>
                    <a:pt x="66953" y="66427"/>
                    <a:pt x="66456" y="65186"/>
                    <a:pt x="65987" y="63936"/>
                  </a:cubicBezTo>
                  <a:cubicBezTo>
                    <a:pt x="65496" y="63690"/>
                    <a:pt x="65005" y="63445"/>
                    <a:pt x="64499" y="63192"/>
                  </a:cubicBezTo>
                  <a:cubicBezTo>
                    <a:pt x="64003" y="61703"/>
                    <a:pt x="63506" y="60215"/>
                    <a:pt x="63010" y="58727"/>
                  </a:cubicBezTo>
                  <a:cubicBezTo>
                    <a:pt x="62519" y="58481"/>
                    <a:pt x="62028" y="58236"/>
                    <a:pt x="61522" y="57983"/>
                  </a:cubicBezTo>
                  <a:cubicBezTo>
                    <a:pt x="61415" y="57522"/>
                    <a:pt x="61307" y="57062"/>
                    <a:pt x="61197" y="56587"/>
                  </a:cubicBezTo>
                  <a:cubicBezTo>
                    <a:pt x="60903" y="54945"/>
                    <a:pt x="60903" y="54945"/>
                    <a:pt x="59662" y="53890"/>
                  </a:cubicBezTo>
                  <a:cubicBezTo>
                    <a:pt x="58333" y="52562"/>
                    <a:pt x="58220" y="51590"/>
                    <a:pt x="57801" y="49797"/>
                  </a:cubicBezTo>
                  <a:cubicBezTo>
                    <a:pt x="57065" y="49429"/>
                    <a:pt x="57065" y="49429"/>
                    <a:pt x="56313" y="49053"/>
                  </a:cubicBezTo>
                  <a:cubicBezTo>
                    <a:pt x="55848" y="46774"/>
                    <a:pt x="55848" y="46774"/>
                    <a:pt x="55569" y="44588"/>
                  </a:cubicBezTo>
                  <a:cubicBezTo>
                    <a:pt x="54832" y="44588"/>
                    <a:pt x="54096" y="44588"/>
                    <a:pt x="53337" y="44588"/>
                  </a:cubicBezTo>
                  <a:cubicBezTo>
                    <a:pt x="53009" y="40532"/>
                    <a:pt x="53009" y="40532"/>
                    <a:pt x="53337" y="38635"/>
                  </a:cubicBezTo>
                  <a:cubicBezTo>
                    <a:pt x="55150" y="37658"/>
                    <a:pt x="55150" y="37658"/>
                    <a:pt x="57057" y="37147"/>
                  </a:cubicBezTo>
                  <a:cubicBezTo>
                    <a:pt x="57303" y="36410"/>
                    <a:pt x="57548" y="35673"/>
                    <a:pt x="57801" y="34914"/>
                  </a:cubicBezTo>
                  <a:cubicBezTo>
                    <a:pt x="59176" y="34533"/>
                    <a:pt x="59176" y="34533"/>
                    <a:pt x="60824" y="34403"/>
                  </a:cubicBezTo>
                  <a:cubicBezTo>
                    <a:pt x="62275" y="34288"/>
                    <a:pt x="62275" y="34288"/>
                    <a:pt x="63754" y="34170"/>
                  </a:cubicBezTo>
                  <a:cubicBezTo>
                    <a:pt x="63754" y="33188"/>
                    <a:pt x="63754" y="32206"/>
                    <a:pt x="63754" y="31194"/>
                  </a:cubicBezTo>
                  <a:cubicBezTo>
                    <a:pt x="65281" y="31072"/>
                    <a:pt x="66807" y="30951"/>
                    <a:pt x="68333" y="30830"/>
                  </a:cubicBezTo>
                  <a:cubicBezTo>
                    <a:pt x="69013" y="30642"/>
                    <a:pt x="69013" y="30642"/>
                    <a:pt x="69708" y="30449"/>
                  </a:cubicBezTo>
                  <a:cubicBezTo>
                    <a:pt x="69953" y="29713"/>
                    <a:pt x="70199" y="28976"/>
                    <a:pt x="70452" y="28217"/>
                  </a:cubicBezTo>
                  <a:cubicBezTo>
                    <a:pt x="71311" y="28110"/>
                    <a:pt x="72171" y="28002"/>
                    <a:pt x="73056" y="27891"/>
                  </a:cubicBezTo>
                  <a:cubicBezTo>
                    <a:pt x="73916" y="27753"/>
                    <a:pt x="74775" y="27615"/>
                    <a:pt x="75661" y="27473"/>
                  </a:cubicBezTo>
                  <a:cubicBezTo>
                    <a:pt x="75784" y="26982"/>
                    <a:pt x="75906" y="26491"/>
                    <a:pt x="76033" y="25985"/>
                  </a:cubicBezTo>
                  <a:cubicBezTo>
                    <a:pt x="76156" y="25493"/>
                    <a:pt x="76278" y="25002"/>
                    <a:pt x="76405" y="24496"/>
                  </a:cubicBezTo>
                  <a:cubicBezTo>
                    <a:pt x="78137" y="24218"/>
                    <a:pt x="79873" y="23970"/>
                    <a:pt x="81614" y="23752"/>
                  </a:cubicBezTo>
                  <a:cubicBezTo>
                    <a:pt x="81982" y="22647"/>
                    <a:pt x="81982" y="22647"/>
                    <a:pt x="82358" y="21520"/>
                  </a:cubicBezTo>
                  <a:cubicBezTo>
                    <a:pt x="83733" y="21139"/>
                    <a:pt x="83733" y="21139"/>
                    <a:pt x="85381" y="21008"/>
                  </a:cubicBezTo>
                  <a:cubicBezTo>
                    <a:pt x="86348" y="20931"/>
                    <a:pt x="87315" y="20855"/>
                    <a:pt x="88311" y="20776"/>
                  </a:cubicBezTo>
                  <a:cubicBezTo>
                    <a:pt x="88311" y="19793"/>
                    <a:pt x="88311" y="18811"/>
                    <a:pt x="88311" y="17799"/>
                  </a:cubicBezTo>
                  <a:cubicBezTo>
                    <a:pt x="89554" y="17707"/>
                    <a:pt x="89554" y="17707"/>
                    <a:pt x="90823" y="17613"/>
                  </a:cubicBezTo>
                  <a:cubicBezTo>
                    <a:pt x="91713" y="17429"/>
                    <a:pt x="92603" y="17245"/>
                    <a:pt x="93520" y="17055"/>
                  </a:cubicBezTo>
                  <a:cubicBezTo>
                    <a:pt x="94028" y="16069"/>
                    <a:pt x="94525" y="15077"/>
                    <a:pt x="95008" y="14078"/>
                  </a:cubicBezTo>
                  <a:cubicBezTo>
                    <a:pt x="96497" y="14078"/>
                    <a:pt x="97985" y="14078"/>
                    <a:pt x="99473" y="14078"/>
                  </a:cubicBezTo>
                  <a:cubicBezTo>
                    <a:pt x="99572" y="13592"/>
                    <a:pt x="99671" y="13106"/>
                    <a:pt x="99773" y="12605"/>
                  </a:cubicBezTo>
                  <a:cubicBezTo>
                    <a:pt x="99919" y="12109"/>
                    <a:pt x="100066" y="11613"/>
                    <a:pt x="100217" y="11102"/>
                  </a:cubicBezTo>
                  <a:cubicBezTo>
                    <a:pt x="101729" y="10785"/>
                    <a:pt x="101729" y="10785"/>
                    <a:pt x="103566" y="10869"/>
                  </a:cubicBezTo>
                  <a:cubicBezTo>
                    <a:pt x="104172" y="10887"/>
                    <a:pt x="104779" y="10906"/>
                    <a:pt x="105403" y="10924"/>
                  </a:cubicBezTo>
                  <a:cubicBezTo>
                    <a:pt x="106915" y="11102"/>
                    <a:pt x="106915" y="11102"/>
                    <a:pt x="107659" y="11846"/>
                  </a:cubicBezTo>
                  <a:cubicBezTo>
                    <a:pt x="107751" y="12675"/>
                    <a:pt x="107843" y="13503"/>
                    <a:pt x="107938" y="14357"/>
                  </a:cubicBezTo>
                  <a:cubicBezTo>
                    <a:pt x="108415" y="17122"/>
                    <a:pt x="108651" y="17562"/>
                    <a:pt x="110635" y="19287"/>
                  </a:cubicBezTo>
                  <a:cubicBezTo>
                    <a:pt x="110635" y="20024"/>
                    <a:pt x="110635" y="20761"/>
                    <a:pt x="110635" y="21520"/>
                  </a:cubicBezTo>
                  <a:cubicBezTo>
                    <a:pt x="111372" y="21765"/>
                    <a:pt x="112109" y="22011"/>
                    <a:pt x="112868" y="22264"/>
                  </a:cubicBezTo>
                  <a:cubicBezTo>
                    <a:pt x="113113" y="23001"/>
                    <a:pt x="113359" y="23737"/>
                    <a:pt x="113612" y="24496"/>
                  </a:cubicBezTo>
                  <a:cubicBezTo>
                    <a:pt x="114349" y="24987"/>
                    <a:pt x="115085" y="25479"/>
                    <a:pt x="115844" y="25985"/>
                  </a:cubicBezTo>
                  <a:cubicBezTo>
                    <a:pt x="116631" y="27198"/>
                    <a:pt x="117372" y="28442"/>
                    <a:pt x="118077" y="29705"/>
                  </a:cubicBezTo>
                  <a:cubicBezTo>
                    <a:pt x="119468" y="32421"/>
                    <a:pt x="119468" y="32421"/>
                    <a:pt x="121797" y="34170"/>
                  </a:cubicBezTo>
                  <a:cubicBezTo>
                    <a:pt x="122046" y="35410"/>
                    <a:pt x="122294" y="36651"/>
                    <a:pt x="122542" y="37891"/>
                  </a:cubicBezTo>
                  <a:cubicBezTo>
                    <a:pt x="123033" y="38136"/>
                    <a:pt x="123524" y="38382"/>
                    <a:pt x="124030" y="38635"/>
                  </a:cubicBezTo>
                  <a:cubicBezTo>
                    <a:pt x="124544" y="39868"/>
                    <a:pt x="125037" y="41110"/>
                    <a:pt x="125518" y="42356"/>
                  </a:cubicBezTo>
                  <a:cubicBezTo>
                    <a:pt x="125917" y="43016"/>
                    <a:pt x="126316" y="43676"/>
                    <a:pt x="126727" y="44356"/>
                  </a:cubicBezTo>
                  <a:cubicBezTo>
                    <a:pt x="127751" y="46076"/>
                    <a:pt x="127751" y="46076"/>
                    <a:pt x="127751" y="47565"/>
                  </a:cubicBezTo>
                  <a:cubicBezTo>
                    <a:pt x="128487" y="47565"/>
                    <a:pt x="129224" y="47565"/>
                    <a:pt x="129983" y="47565"/>
                  </a:cubicBezTo>
                  <a:cubicBezTo>
                    <a:pt x="129983" y="49284"/>
                    <a:pt x="129983" y="51003"/>
                    <a:pt x="129983" y="52774"/>
                  </a:cubicBezTo>
                  <a:cubicBezTo>
                    <a:pt x="130720" y="52774"/>
                    <a:pt x="131456" y="52774"/>
                    <a:pt x="132215" y="52774"/>
                  </a:cubicBezTo>
                  <a:cubicBezTo>
                    <a:pt x="132749" y="53998"/>
                    <a:pt x="133245" y="55240"/>
                    <a:pt x="133704" y="56494"/>
                  </a:cubicBezTo>
                  <a:cubicBezTo>
                    <a:pt x="134195" y="56740"/>
                    <a:pt x="134686" y="56985"/>
                    <a:pt x="135192" y="57238"/>
                  </a:cubicBezTo>
                  <a:cubicBezTo>
                    <a:pt x="135440" y="58727"/>
                    <a:pt x="135688" y="60215"/>
                    <a:pt x="135936" y="61703"/>
                  </a:cubicBezTo>
                  <a:cubicBezTo>
                    <a:pt x="136427" y="61949"/>
                    <a:pt x="136918" y="62194"/>
                    <a:pt x="137424" y="62447"/>
                  </a:cubicBezTo>
                  <a:cubicBezTo>
                    <a:pt x="137921" y="63936"/>
                    <a:pt x="138417" y="65424"/>
                    <a:pt x="138913" y="66912"/>
                  </a:cubicBezTo>
                  <a:cubicBezTo>
                    <a:pt x="139404" y="67158"/>
                    <a:pt x="139895" y="67403"/>
                    <a:pt x="140401" y="67656"/>
                  </a:cubicBezTo>
                  <a:cubicBezTo>
                    <a:pt x="140897" y="69393"/>
                    <a:pt x="141393" y="71129"/>
                    <a:pt x="141889" y="72865"/>
                  </a:cubicBezTo>
                  <a:cubicBezTo>
                    <a:pt x="142380" y="73111"/>
                    <a:pt x="142872" y="73357"/>
                    <a:pt x="143378" y="73610"/>
                  </a:cubicBezTo>
                  <a:cubicBezTo>
                    <a:pt x="143539" y="74899"/>
                    <a:pt x="143539" y="74899"/>
                    <a:pt x="143703" y="76214"/>
                  </a:cubicBezTo>
                  <a:cubicBezTo>
                    <a:pt x="143841" y="77074"/>
                    <a:pt x="143979" y="77933"/>
                    <a:pt x="144122" y="78819"/>
                  </a:cubicBezTo>
                  <a:cubicBezTo>
                    <a:pt x="144858" y="79064"/>
                    <a:pt x="145595" y="79310"/>
                    <a:pt x="146354" y="79563"/>
                  </a:cubicBezTo>
                  <a:cubicBezTo>
                    <a:pt x="146672" y="81570"/>
                    <a:pt x="146451" y="83476"/>
                    <a:pt x="146354" y="85516"/>
                  </a:cubicBezTo>
                  <a:cubicBezTo>
                    <a:pt x="147091" y="85516"/>
                    <a:pt x="147828" y="85516"/>
                    <a:pt x="148587" y="85516"/>
                  </a:cubicBezTo>
                  <a:cubicBezTo>
                    <a:pt x="148707" y="87204"/>
                    <a:pt x="148794" y="88894"/>
                    <a:pt x="148866" y="90585"/>
                  </a:cubicBezTo>
                  <a:cubicBezTo>
                    <a:pt x="148943" y="91997"/>
                    <a:pt x="148943" y="91997"/>
                    <a:pt x="149023" y="93437"/>
                  </a:cubicBezTo>
                  <a:cubicBezTo>
                    <a:pt x="148879" y="94261"/>
                    <a:pt x="148735" y="95085"/>
                    <a:pt x="148587" y="95934"/>
                  </a:cubicBezTo>
                  <a:cubicBezTo>
                    <a:pt x="146383" y="97338"/>
                    <a:pt x="146383" y="97338"/>
                    <a:pt x="144122" y="98166"/>
                  </a:cubicBezTo>
                  <a:cubicBezTo>
                    <a:pt x="143876" y="98412"/>
                    <a:pt x="143631" y="98657"/>
                    <a:pt x="143378" y="98910"/>
                  </a:cubicBezTo>
                  <a:cubicBezTo>
                    <a:pt x="163514" y="98910"/>
                    <a:pt x="183650" y="98910"/>
                    <a:pt x="204397" y="98910"/>
                  </a:cubicBezTo>
                  <a:cubicBezTo>
                    <a:pt x="204152" y="98665"/>
                    <a:pt x="203906" y="98419"/>
                    <a:pt x="203653" y="98166"/>
                  </a:cubicBezTo>
                  <a:cubicBezTo>
                    <a:pt x="203475" y="96633"/>
                    <a:pt x="203368" y="95102"/>
                    <a:pt x="203263" y="93562"/>
                  </a:cubicBezTo>
                  <a:cubicBezTo>
                    <a:pt x="203146" y="93117"/>
                    <a:pt x="203029" y="92672"/>
                    <a:pt x="202909" y="92213"/>
                  </a:cubicBezTo>
                  <a:cubicBezTo>
                    <a:pt x="202172" y="91968"/>
                    <a:pt x="201435" y="91722"/>
                    <a:pt x="200676" y="91469"/>
                  </a:cubicBezTo>
                  <a:cubicBezTo>
                    <a:pt x="200348" y="89957"/>
                    <a:pt x="200348" y="89957"/>
                    <a:pt x="200258" y="88120"/>
                  </a:cubicBezTo>
                  <a:cubicBezTo>
                    <a:pt x="200195" y="86332"/>
                    <a:pt x="200195" y="86332"/>
                    <a:pt x="199932" y="84772"/>
                  </a:cubicBezTo>
                  <a:cubicBezTo>
                    <a:pt x="199441" y="84526"/>
                    <a:pt x="198950" y="84281"/>
                    <a:pt x="198444" y="84028"/>
                  </a:cubicBezTo>
                  <a:cubicBezTo>
                    <a:pt x="197969" y="82313"/>
                    <a:pt x="197685" y="80593"/>
                    <a:pt x="197374" y="78842"/>
                  </a:cubicBezTo>
                  <a:cubicBezTo>
                    <a:pt x="197236" y="78343"/>
                    <a:pt x="197098" y="77844"/>
                    <a:pt x="196956" y="77330"/>
                  </a:cubicBezTo>
                  <a:cubicBezTo>
                    <a:pt x="196465" y="77085"/>
                    <a:pt x="195973" y="76839"/>
                    <a:pt x="195467" y="76586"/>
                  </a:cubicBezTo>
                  <a:cubicBezTo>
                    <a:pt x="195159" y="74886"/>
                    <a:pt x="195159" y="74886"/>
                    <a:pt x="195002" y="72819"/>
                  </a:cubicBezTo>
                  <a:cubicBezTo>
                    <a:pt x="194919" y="71793"/>
                    <a:pt x="194919" y="71793"/>
                    <a:pt x="194834" y="70746"/>
                  </a:cubicBezTo>
                  <a:cubicBezTo>
                    <a:pt x="194779" y="69954"/>
                    <a:pt x="194779" y="69954"/>
                    <a:pt x="194723" y="69145"/>
                  </a:cubicBezTo>
                  <a:cubicBezTo>
                    <a:pt x="193987" y="69145"/>
                    <a:pt x="193250" y="69145"/>
                    <a:pt x="192491" y="69145"/>
                  </a:cubicBezTo>
                  <a:cubicBezTo>
                    <a:pt x="192399" y="68423"/>
                    <a:pt x="192307" y="67702"/>
                    <a:pt x="192212" y="66959"/>
                  </a:cubicBezTo>
                  <a:cubicBezTo>
                    <a:pt x="192058" y="66207"/>
                    <a:pt x="191905" y="65455"/>
                    <a:pt x="191747" y="64680"/>
                  </a:cubicBezTo>
                  <a:cubicBezTo>
                    <a:pt x="191256" y="64434"/>
                    <a:pt x="190764" y="64189"/>
                    <a:pt x="190258" y="63936"/>
                  </a:cubicBezTo>
                  <a:cubicBezTo>
                    <a:pt x="189785" y="62196"/>
                    <a:pt x="189499" y="60453"/>
                    <a:pt x="189189" y="58677"/>
                  </a:cubicBezTo>
                  <a:cubicBezTo>
                    <a:pt x="189051" y="58203"/>
                    <a:pt x="188912" y="57728"/>
                    <a:pt x="188770" y="57238"/>
                  </a:cubicBezTo>
                  <a:cubicBezTo>
                    <a:pt x="188279" y="57238"/>
                    <a:pt x="187788" y="57238"/>
                    <a:pt x="187282" y="57238"/>
                  </a:cubicBezTo>
                  <a:cubicBezTo>
                    <a:pt x="187161" y="55737"/>
                    <a:pt x="187040" y="54235"/>
                    <a:pt x="186918" y="52733"/>
                  </a:cubicBezTo>
                  <a:cubicBezTo>
                    <a:pt x="186632" y="50991"/>
                    <a:pt x="186632" y="50991"/>
                    <a:pt x="184305" y="49797"/>
                  </a:cubicBezTo>
                  <a:cubicBezTo>
                    <a:pt x="184033" y="48313"/>
                    <a:pt x="183783" y="46825"/>
                    <a:pt x="183561" y="45332"/>
                  </a:cubicBezTo>
                  <a:cubicBezTo>
                    <a:pt x="183070" y="45087"/>
                    <a:pt x="182579" y="44841"/>
                    <a:pt x="182073" y="44588"/>
                  </a:cubicBezTo>
                  <a:cubicBezTo>
                    <a:pt x="181631" y="42617"/>
                    <a:pt x="181521" y="40650"/>
                    <a:pt x="181329" y="38635"/>
                  </a:cubicBezTo>
                  <a:cubicBezTo>
                    <a:pt x="180592" y="38635"/>
                    <a:pt x="179855" y="38635"/>
                    <a:pt x="179096" y="38635"/>
                  </a:cubicBezTo>
                  <a:cubicBezTo>
                    <a:pt x="179020" y="37914"/>
                    <a:pt x="178943" y="37192"/>
                    <a:pt x="178864" y="36449"/>
                  </a:cubicBezTo>
                  <a:cubicBezTo>
                    <a:pt x="178695" y="35697"/>
                    <a:pt x="178526" y="34945"/>
                    <a:pt x="178352" y="34170"/>
                  </a:cubicBezTo>
                  <a:cubicBezTo>
                    <a:pt x="177615" y="33925"/>
                    <a:pt x="176879" y="33679"/>
                    <a:pt x="176120" y="33426"/>
                  </a:cubicBezTo>
                  <a:cubicBezTo>
                    <a:pt x="175797" y="31452"/>
                    <a:pt x="175797" y="31452"/>
                    <a:pt x="175794" y="29008"/>
                  </a:cubicBezTo>
                  <a:cubicBezTo>
                    <a:pt x="175780" y="28203"/>
                    <a:pt x="175765" y="27398"/>
                    <a:pt x="175751" y="26569"/>
                  </a:cubicBezTo>
                  <a:cubicBezTo>
                    <a:pt x="175872" y="25885"/>
                    <a:pt x="175994" y="25201"/>
                    <a:pt x="176120" y="24496"/>
                  </a:cubicBezTo>
                  <a:cubicBezTo>
                    <a:pt x="177535" y="23610"/>
                    <a:pt x="177535" y="23610"/>
                    <a:pt x="179096" y="23008"/>
                  </a:cubicBezTo>
                  <a:cubicBezTo>
                    <a:pt x="179833" y="21903"/>
                    <a:pt x="179833" y="21903"/>
                    <a:pt x="180585" y="20776"/>
                  </a:cubicBezTo>
                  <a:cubicBezTo>
                    <a:pt x="182032" y="20395"/>
                    <a:pt x="182032" y="20395"/>
                    <a:pt x="183654" y="20264"/>
                  </a:cubicBezTo>
                  <a:cubicBezTo>
                    <a:pt x="184606" y="20187"/>
                    <a:pt x="185557" y="20111"/>
                    <a:pt x="186538" y="20031"/>
                  </a:cubicBezTo>
                  <a:cubicBezTo>
                    <a:pt x="186538" y="19295"/>
                    <a:pt x="186538" y="18558"/>
                    <a:pt x="186538" y="17799"/>
                  </a:cubicBezTo>
                  <a:cubicBezTo>
                    <a:pt x="187013" y="17780"/>
                    <a:pt x="187487" y="17761"/>
                    <a:pt x="187977" y="17741"/>
                  </a:cubicBezTo>
                  <a:cubicBezTo>
                    <a:pt x="188591" y="17699"/>
                    <a:pt x="189206" y="17656"/>
                    <a:pt x="189840" y="17613"/>
                  </a:cubicBezTo>
                  <a:cubicBezTo>
                    <a:pt x="190453" y="17578"/>
                    <a:pt x="191066" y="17544"/>
                    <a:pt x="191697" y="17508"/>
                  </a:cubicBezTo>
                  <a:cubicBezTo>
                    <a:pt x="192205" y="17359"/>
                    <a:pt x="192712" y="17209"/>
                    <a:pt x="193235" y="17055"/>
                  </a:cubicBezTo>
                  <a:cubicBezTo>
                    <a:pt x="193483" y="16063"/>
                    <a:pt x="193732" y="15071"/>
                    <a:pt x="193979" y="14078"/>
                  </a:cubicBezTo>
                  <a:cubicBezTo>
                    <a:pt x="195491" y="13703"/>
                    <a:pt x="195491" y="13703"/>
                    <a:pt x="197328" y="13660"/>
                  </a:cubicBezTo>
                  <a:cubicBezTo>
                    <a:pt x="199120" y="13658"/>
                    <a:pt x="199120" y="13658"/>
                    <a:pt x="200676" y="13334"/>
                  </a:cubicBezTo>
                  <a:cubicBezTo>
                    <a:pt x="200922" y="12597"/>
                    <a:pt x="201168" y="11861"/>
                    <a:pt x="201421" y="11102"/>
                  </a:cubicBezTo>
                  <a:cubicBezTo>
                    <a:pt x="203138" y="10573"/>
                    <a:pt x="204831" y="10348"/>
                    <a:pt x="206606" y="10079"/>
                  </a:cubicBezTo>
                  <a:cubicBezTo>
                    <a:pt x="207105" y="9925"/>
                    <a:pt x="207604" y="9772"/>
                    <a:pt x="208118" y="9613"/>
                  </a:cubicBezTo>
                  <a:cubicBezTo>
                    <a:pt x="208363" y="8877"/>
                    <a:pt x="208609" y="8140"/>
                    <a:pt x="208862" y="7381"/>
                  </a:cubicBezTo>
                  <a:cubicBezTo>
                    <a:pt x="210601" y="7033"/>
                    <a:pt x="212277" y="7006"/>
                    <a:pt x="214048" y="6939"/>
                  </a:cubicBezTo>
                  <a:cubicBezTo>
                    <a:pt x="214546" y="6839"/>
                    <a:pt x="215045" y="6740"/>
                    <a:pt x="215559" y="6637"/>
                  </a:cubicBezTo>
                  <a:cubicBezTo>
                    <a:pt x="215805" y="5900"/>
                    <a:pt x="216050" y="5164"/>
                    <a:pt x="216303" y="4405"/>
                  </a:cubicBezTo>
                  <a:cubicBezTo>
                    <a:pt x="218045" y="4086"/>
                    <a:pt x="219721" y="4077"/>
                    <a:pt x="221489" y="4035"/>
                  </a:cubicBezTo>
                  <a:cubicBezTo>
                    <a:pt x="221988" y="3912"/>
                    <a:pt x="222487" y="3788"/>
                    <a:pt x="223001" y="3660"/>
                  </a:cubicBezTo>
                  <a:cubicBezTo>
                    <a:pt x="223183" y="2916"/>
                    <a:pt x="223183" y="2916"/>
                    <a:pt x="223370" y="2158"/>
                  </a:cubicBezTo>
                  <a:cubicBezTo>
                    <a:pt x="223494" y="1671"/>
                    <a:pt x="223617" y="1185"/>
                    <a:pt x="223745" y="684"/>
                  </a:cubicBezTo>
                  <a:close/>
                </a:path>
              </a:pathLst>
            </a:custGeom>
            <a:grpFill/>
            <a:ln w="744" cap="flat">
              <a:noFill/>
              <a:prstDash val="solid"/>
              <a:miter/>
            </a:ln>
          </p:spPr>
          <p:txBody>
            <a:bodyPr rtlCol="0" anchor="ctr"/>
            <a:lstStyle/>
            <a:p>
              <a:endParaRPr lang="zh-CN" altLang="en-US"/>
            </a:p>
          </p:txBody>
        </p:sp>
        <p:sp>
          <p:nvSpPr>
            <p:cNvPr id="106" name="任意多边形: 形状 105"/>
            <p:cNvSpPr/>
            <p:nvPr/>
          </p:nvSpPr>
          <p:spPr>
            <a:xfrm>
              <a:off x="11424972" y="853323"/>
              <a:ext cx="235347" cy="249432"/>
            </a:xfrm>
            <a:custGeom>
              <a:avLst/>
              <a:gdLst>
                <a:gd name="connsiteX0" fmla="*/ 173171 w 235347"/>
                <a:gd name="connsiteY0" fmla="*/ 64695 h 249432"/>
                <a:gd name="connsiteX1" fmla="*/ 170615 w 235347"/>
                <a:gd name="connsiteY1" fmla="*/ 64699 h 249432"/>
                <a:gd name="connsiteX2" fmla="*/ 166104 w 235347"/>
                <a:gd name="connsiteY2" fmla="*/ 64696 h 249432"/>
                <a:gd name="connsiteX3" fmla="*/ 162786 w 235347"/>
                <a:gd name="connsiteY3" fmla="*/ 64706 h 249432"/>
                <a:gd name="connsiteX4" fmla="*/ 153771 w 235347"/>
                <a:gd name="connsiteY4" fmla="*/ 64713 h 249432"/>
                <a:gd name="connsiteX5" fmla="*/ 144179 w 235347"/>
                <a:gd name="connsiteY5" fmla="*/ 64732 h 249432"/>
                <a:gd name="connsiteX6" fmla="*/ 128142 w 235347"/>
                <a:gd name="connsiteY6" fmla="*/ 64756 h 249432"/>
                <a:gd name="connsiteX7" fmla="*/ 107360 w 235347"/>
                <a:gd name="connsiteY7" fmla="*/ 64794 h 249432"/>
                <a:gd name="connsiteX8" fmla="*/ 89393 w 235347"/>
                <a:gd name="connsiteY8" fmla="*/ 64814 h 249432"/>
                <a:gd name="connsiteX9" fmla="*/ 83644 w 235347"/>
                <a:gd name="connsiteY9" fmla="*/ 64823 h 249432"/>
                <a:gd name="connsiteX10" fmla="*/ 74428 w 235347"/>
                <a:gd name="connsiteY10" fmla="*/ 64841 h 249432"/>
                <a:gd name="connsiteX11" fmla="*/ 71044 w 235347"/>
                <a:gd name="connsiteY11" fmla="*/ 64852 h 249432"/>
                <a:gd name="connsiteX12" fmla="*/ 67809 w 235347"/>
                <a:gd name="connsiteY12" fmla="*/ 64855 h 249432"/>
                <a:gd name="connsiteX13" fmla="*/ 64887 w 235347"/>
                <a:gd name="connsiteY13" fmla="*/ 64867 h 249432"/>
                <a:gd name="connsiteX14" fmla="*/ 59607 w 235347"/>
                <a:gd name="connsiteY14" fmla="*/ 70356 h 249432"/>
                <a:gd name="connsiteX15" fmla="*/ 59612 w 235347"/>
                <a:gd name="connsiteY15" fmla="*/ 72379 h 249432"/>
                <a:gd name="connsiteX16" fmla="*/ 59607 w 235347"/>
                <a:gd name="connsiteY16" fmla="*/ 79072 h 249432"/>
                <a:gd name="connsiteX17" fmla="*/ 59608 w 235347"/>
                <a:gd name="connsiteY17" fmla="*/ 83874 h 249432"/>
                <a:gd name="connsiteX18" fmla="*/ 59608 w 235347"/>
                <a:gd name="connsiteY18" fmla="*/ 93857 h 249432"/>
                <a:gd name="connsiteX19" fmla="*/ 59611 w 235347"/>
                <a:gd name="connsiteY19" fmla="*/ 106875 h 249432"/>
                <a:gd name="connsiteX20" fmla="*/ 59607 w 235347"/>
                <a:gd name="connsiteY20" fmla="*/ 117007 h 249432"/>
                <a:gd name="connsiteX21" fmla="*/ 59609 w 235347"/>
                <a:gd name="connsiteY21" fmla="*/ 121843 h 249432"/>
                <a:gd name="connsiteX22" fmla="*/ 59608 w 235347"/>
                <a:gd name="connsiteY22" fmla="*/ 128814 h 249432"/>
                <a:gd name="connsiteX23" fmla="*/ 59612 w 235347"/>
                <a:gd name="connsiteY23" fmla="*/ 130946 h 249432"/>
                <a:gd name="connsiteX24" fmla="*/ 59607 w 235347"/>
                <a:gd name="connsiteY24" fmla="*/ 132955 h 249432"/>
                <a:gd name="connsiteX25" fmla="*/ 59613 w 235347"/>
                <a:gd name="connsiteY25" fmla="*/ 134805 h 249432"/>
                <a:gd name="connsiteX26" fmla="*/ 59614 w 235347"/>
                <a:gd name="connsiteY26" fmla="*/ 136406 h 249432"/>
                <a:gd name="connsiteX27" fmla="*/ 59708 w 235347"/>
                <a:gd name="connsiteY27" fmla="*/ 137898 h 249432"/>
                <a:gd name="connsiteX28" fmla="*/ 60452 w 235347"/>
                <a:gd name="connsiteY28" fmla="*/ 140874 h 249432"/>
                <a:gd name="connsiteX29" fmla="*/ 62333 w 235347"/>
                <a:gd name="connsiteY29" fmla="*/ 141241 h 249432"/>
                <a:gd name="connsiteX30" fmla="*/ 64892 w 235347"/>
                <a:gd name="connsiteY30" fmla="*/ 141232 h 249432"/>
                <a:gd name="connsiteX31" fmla="*/ 69408 w 235347"/>
                <a:gd name="connsiteY31" fmla="*/ 141229 h 249432"/>
                <a:gd name="connsiteX32" fmla="*/ 72730 w 235347"/>
                <a:gd name="connsiteY32" fmla="*/ 141211 h 249432"/>
                <a:gd name="connsiteX33" fmla="*/ 81754 w 235347"/>
                <a:gd name="connsiteY33" fmla="*/ 141189 h 249432"/>
                <a:gd name="connsiteX34" fmla="*/ 91353 w 235347"/>
                <a:gd name="connsiteY34" fmla="*/ 141154 h 249432"/>
                <a:gd name="connsiteX35" fmla="*/ 109470 w 235347"/>
                <a:gd name="connsiteY35" fmla="*/ 141099 h 249432"/>
                <a:gd name="connsiteX36" fmla="*/ 130263 w 235347"/>
                <a:gd name="connsiteY36" fmla="*/ 141029 h 249432"/>
                <a:gd name="connsiteX37" fmla="*/ 175050 w 235347"/>
                <a:gd name="connsiteY37" fmla="*/ 140874 h 249432"/>
                <a:gd name="connsiteX38" fmla="*/ 175351 w 235347"/>
                <a:gd name="connsiteY38" fmla="*/ 114796 h 249432"/>
                <a:gd name="connsiteX39" fmla="*/ 175500 w 235347"/>
                <a:gd name="connsiteY39" fmla="*/ 101508 h 249432"/>
                <a:gd name="connsiteX40" fmla="*/ 175651 w 235347"/>
                <a:gd name="connsiteY40" fmla="*/ 88483 h 249432"/>
                <a:gd name="connsiteX41" fmla="*/ 175704 w 235347"/>
                <a:gd name="connsiteY41" fmla="*/ 83538 h 249432"/>
                <a:gd name="connsiteX42" fmla="*/ 175788 w 235347"/>
                <a:gd name="connsiteY42" fmla="*/ 76399 h 249432"/>
                <a:gd name="connsiteX43" fmla="*/ 175810 w 235347"/>
                <a:gd name="connsiteY43" fmla="*/ 74220 h 249432"/>
                <a:gd name="connsiteX44" fmla="*/ 175839 w 235347"/>
                <a:gd name="connsiteY44" fmla="*/ 72157 h 249432"/>
                <a:gd name="connsiteX45" fmla="*/ 175855 w 235347"/>
                <a:gd name="connsiteY45" fmla="*/ 70270 h 249432"/>
                <a:gd name="connsiteX46" fmla="*/ 175050 w 235347"/>
                <a:gd name="connsiteY46" fmla="*/ 64972 h 249432"/>
                <a:gd name="connsiteX47" fmla="*/ 173171 w 235347"/>
                <a:gd name="connsiteY47" fmla="*/ 64695 h 249432"/>
                <a:gd name="connsiteX48" fmla="*/ 191172 w 235347"/>
                <a:gd name="connsiteY48" fmla="*/ 43 h 249432"/>
                <a:gd name="connsiteX49" fmla="*/ 207833 w 235347"/>
                <a:gd name="connsiteY49" fmla="*/ 45 h 249432"/>
                <a:gd name="connsiteX50" fmla="*/ 216342 w 235347"/>
                <a:gd name="connsiteY50" fmla="*/ 46 h 249432"/>
                <a:gd name="connsiteX51" fmla="*/ 225545 w 235347"/>
                <a:gd name="connsiteY51" fmla="*/ 50 h 249432"/>
                <a:gd name="connsiteX52" fmla="*/ 228292 w 235347"/>
                <a:gd name="connsiteY52" fmla="*/ 45 h 249432"/>
                <a:gd name="connsiteX53" fmla="*/ 230762 w 235347"/>
                <a:gd name="connsiteY53" fmla="*/ 51 h 249432"/>
                <a:gd name="connsiteX54" fmla="*/ 232911 w 235347"/>
                <a:gd name="connsiteY54" fmla="*/ 51 h 249432"/>
                <a:gd name="connsiteX55" fmla="*/ 235245 w 235347"/>
                <a:gd name="connsiteY55" fmla="*/ 889 h 249432"/>
                <a:gd name="connsiteX56" fmla="*/ 235338 w 235347"/>
                <a:gd name="connsiteY56" fmla="*/ 4162 h 249432"/>
                <a:gd name="connsiteX57" fmla="*/ 235344 w 235347"/>
                <a:gd name="connsiteY57" fmla="*/ 6318 h 249432"/>
                <a:gd name="connsiteX58" fmla="*/ 235339 w 235347"/>
                <a:gd name="connsiteY58" fmla="*/ 8714 h 249432"/>
                <a:gd name="connsiteX59" fmla="*/ 235343 w 235347"/>
                <a:gd name="connsiteY59" fmla="*/ 11237 h 249432"/>
                <a:gd name="connsiteX60" fmla="*/ 235341 w 235347"/>
                <a:gd name="connsiteY60" fmla="*/ 19678 h 249432"/>
                <a:gd name="connsiteX61" fmla="*/ 235345 w 235347"/>
                <a:gd name="connsiteY61" fmla="*/ 25701 h 249432"/>
                <a:gd name="connsiteX62" fmla="*/ 235345 w 235347"/>
                <a:gd name="connsiteY62" fmla="*/ 40404 h 249432"/>
                <a:gd name="connsiteX63" fmla="*/ 235344 w 235347"/>
                <a:gd name="connsiteY63" fmla="*/ 52349 h 249432"/>
                <a:gd name="connsiteX64" fmla="*/ 235344 w 235347"/>
                <a:gd name="connsiteY64" fmla="*/ 54063 h 249432"/>
                <a:gd name="connsiteX65" fmla="*/ 235345 w 235347"/>
                <a:gd name="connsiteY65" fmla="*/ 57509 h 249432"/>
                <a:gd name="connsiteX66" fmla="*/ 235341 w 235347"/>
                <a:gd name="connsiteY66" fmla="*/ 89863 h 249432"/>
                <a:gd name="connsiteX67" fmla="*/ 235342 w 235347"/>
                <a:gd name="connsiteY67" fmla="*/ 117655 h 249432"/>
                <a:gd name="connsiteX68" fmla="*/ 235345 w 235347"/>
                <a:gd name="connsiteY68" fmla="*/ 149889 h 249432"/>
                <a:gd name="connsiteX69" fmla="*/ 235344 w 235347"/>
                <a:gd name="connsiteY69" fmla="*/ 153323 h 249432"/>
                <a:gd name="connsiteX70" fmla="*/ 235344 w 235347"/>
                <a:gd name="connsiteY70" fmla="*/ 155030 h 249432"/>
                <a:gd name="connsiteX71" fmla="*/ 235346 w 235347"/>
                <a:gd name="connsiteY71" fmla="*/ 166967 h 249432"/>
                <a:gd name="connsiteX72" fmla="*/ 235344 w 235347"/>
                <a:gd name="connsiteY72" fmla="*/ 181504 h 249432"/>
                <a:gd name="connsiteX73" fmla="*/ 235343 w 235347"/>
                <a:gd name="connsiteY73" fmla="*/ 188928 h 249432"/>
                <a:gd name="connsiteX74" fmla="*/ 235339 w 235347"/>
                <a:gd name="connsiteY74" fmla="*/ 196958 h 249432"/>
                <a:gd name="connsiteX75" fmla="*/ 235344 w 235347"/>
                <a:gd name="connsiteY75" fmla="*/ 199354 h 249432"/>
                <a:gd name="connsiteX76" fmla="*/ 235338 w 235347"/>
                <a:gd name="connsiteY76" fmla="*/ 201509 h 249432"/>
                <a:gd name="connsiteX77" fmla="*/ 235338 w 235347"/>
                <a:gd name="connsiteY77" fmla="*/ 203384 h 249432"/>
                <a:gd name="connsiteX78" fmla="*/ 234500 w 235347"/>
                <a:gd name="connsiteY78" fmla="*/ 205527 h 249432"/>
                <a:gd name="connsiteX79" fmla="*/ 227800 w 235347"/>
                <a:gd name="connsiteY79" fmla="*/ 205617 h 249432"/>
                <a:gd name="connsiteX80" fmla="*/ 225644 w 235347"/>
                <a:gd name="connsiteY80" fmla="*/ 205619 h 249432"/>
                <a:gd name="connsiteX81" fmla="*/ 218431 w 235347"/>
                <a:gd name="connsiteY81" fmla="*/ 205612 h 249432"/>
                <a:gd name="connsiteX82" fmla="*/ 213284 w 235347"/>
                <a:gd name="connsiteY82" fmla="*/ 205612 h 249432"/>
                <a:gd name="connsiteX83" fmla="*/ 199263 w 235347"/>
                <a:gd name="connsiteY83" fmla="*/ 205603 h 249432"/>
                <a:gd name="connsiteX84" fmla="*/ 184628 w 235347"/>
                <a:gd name="connsiteY84" fmla="*/ 205597 h 249432"/>
                <a:gd name="connsiteX85" fmla="*/ 160048 w 235347"/>
                <a:gd name="connsiteY85" fmla="*/ 205583 h 249432"/>
                <a:gd name="connsiteX86" fmla="*/ 134726 w 235347"/>
                <a:gd name="connsiteY86" fmla="*/ 205568 h 249432"/>
                <a:gd name="connsiteX87" fmla="*/ 133151 w 235347"/>
                <a:gd name="connsiteY87" fmla="*/ 205568 h 249432"/>
                <a:gd name="connsiteX88" fmla="*/ 125326 w 235347"/>
                <a:gd name="connsiteY88" fmla="*/ 205565 h 249432"/>
                <a:gd name="connsiteX89" fmla="*/ 60371 w 235347"/>
                <a:gd name="connsiteY89" fmla="*/ 205527 h 249432"/>
                <a:gd name="connsiteX90" fmla="*/ 60371 w 235347"/>
                <a:gd name="connsiteY90" fmla="*/ 249432 h 249432"/>
                <a:gd name="connsiteX91" fmla="*/ 96 w 235347"/>
                <a:gd name="connsiteY91" fmla="*/ 249432 h 249432"/>
                <a:gd name="connsiteX92" fmla="*/ 58 w 235347"/>
                <a:gd name="connsiteY92" fmla="*/ 154481 h 249432"/>
                <a:gd name="connsiteX93" fmla="*/ 55 w 235347"/>
                <a:gd name="connsiteY93" fmla="*/ 143283 h 249432"/>
                <a:gd name="connsiteX94" fmla="*/ 55 w 235347"/>
                <a:gd name="connsiteY94" fmla="*/ 141032 h 249432"/>
                <a:gd name="connsiteX95" fmla="*/ 39 w 235347"/>
                <a:gd name="connsiteY95" fmla="*/ 104885 h 249432"/>
                <a:gd name="connsiteX96" fmla="*/ 26 w 235347"/>
                <a:gd name="connsiteY96" fmla="*/ 67825 h 249432"/>
                <a:gd name="connsiteX97" fmla="*/ 16 w 235347"/>
                <a:gd name="connsiteY97" fmla="*/ 44937 h 249432"/>
                <a:gd name="connsiteX98" fmla="*/ 12 w 235347"/>
                <a:gd name="connsiteY98" fmla="*/ 29265 h 249432"/>
                <a:gd name="connsiteX99" fmla="*/ 7 w 235347"/>
                <a:gd name="connsiteY99" fmla="*/ 20208 h 249432"/>
                <a:gd name="connsiteX100" fmla="*/ 6 w 235347"/>
                <a:gd name="connsiteY100" fmla="*/ 11931 h 249432"/>
                <a:gd name="connsiteX101" fmla="*/ 0 w 235347"/>
                <a:gd name="connsiteY101" fmla="*/ 7490 h 249432"/>
                <a:gd name="connsiteX102" fmla="*/ 5 w 235347"/>
                <a:gd name="connsiteY102" fmla="*/ 4862 h 249432"/>
                <a:gd name="connsiteX103" fmla="*/ 4 w 235347"/>
                <a:gd name="connsiteY103" fmla="*/ 2575 h 249432"/>
                <a:gd name="connsiteX104" fmla="*/ 4579 w 235347"/>
                <a:gd name="connsiteY104" fmla="*/ 51 h 249432"/>
                <a:gd name="connsiteX105" fmla="*/ 7048 w 235347"/>
                <a:gd name="connsiteY105" fmla="*/ 45 h 249432"/>
                <a:gd name="connsiteX106" fmla="*/ 9795 w 235347"/>
                <a:gd name="connsiteY106" fmla="*/ 50 h 249432"/>
                <a:gd name="connsiteX107" fmla="*/ 12687 w 235347"/>
                <a:gd name="connsiteY107" fmla="*/ 46 h 249432"/>
                <a:gd name="connsiteX108" fmla="*/ 20670 w 235347"/>
                <a:gd name="connsiteY108" fmla="*/ 47 h 249432"/>
                <a:gd name="connsiteX109" fmla="*/ 29265 w 235347"/>
                <a:gd name="connsiteY109" fmla="*/ 44 h 249432"/>
                <a:gd name="connsiteX110" fmla="*/ 46117 w 235347"/>
                <a:gd name="connsiteY110" fmla="*/ 44 h 249432"/>
                <a:gd name="connsiteX111" fmla="*/ 59807 w 235347"/>
                <a:gd name="connsiteY111" fmla="*/ 45 h 249432"/>
                <a:gd name="connsiteX112" fmla="*/ 61771 w 235347"/>
                <a:gd name="connsiteY112" fmla="*/ 45 h 249432"/>
                <a:gd name="connsiteX113" fmla="*/ 65721 w 235347"/>
                <a:gd name="connsiteY113" fmla="*/ 44 h 249432"/>
                <a:gd name="connsiteX114" fmla="*/ 102802 w 235347"/>
                <a:gd name="connsiteY114" fmla="*/ 48 h 249432"/>
                <a:gd name="connsiteX115" fmla="*/ 134655 w 235347"/>
                <a:gd name="connsiteY115" fmla="*/ 47 h 249432"/>
                <a:gd name="connsiteX116" fmla="*/ 171598 w 235347"/>
                <a:gd name="connsiteY116" fmla="*/ 44 h 249432"/>
                <a:gd name="connsiteX117" fmla="*/ 175534 w 235347"/>
                <a:gd name="connsiteY117" fmla="*/ 45 h 249432"/>
                <a:gd name="connsiteX118" fmla="*/ 177490 w 235347"/>
                <a:gd name="connsiteY118" fmla="*/ 45 h 249432"/>
                <a:gd name="connsiteX119" fmla="*/ 191172 w 235347"/>
                <a:gd name="connsiteY119" fmla="*/ 43 h 24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35347" h="249432">
                  <a:moveTo>
                    <a:pt x="173171" y="64695"/>
                  </a:moveTo>
                  <a:cubicBezTo>
                    <a:pt x="172302" y="64696"/>
                    <a:pt x="171458" y="64697"/>
                    <a:pt x="170615" y="64699"/>
                  </a:cubicBezTo>
                  <a:cubicBezTo>
                    <a:pt x="169111" y="64692"/>
                    <a:pt x="167608" y="64686"/>
                    <a:pt x="166104" y="64696"/>
                  </a:cubicBezTo>
                  <a:cubicBezTo>
                    <a:pt x="164998" y="64703"/>
                    <a:pt x="163892" y="64706"/>
                    <a:pt x="162786" y="64706"/>
                  </a:cubicBezTo>
                  <a:cubicBezTo>
                    <a:pt x="159781" y="64699"/>
                    <a:pt x="156776" y="64701"/>
                    <a:pt x="153771" y="64713"/>
                  </a:cubicBezTo>
                  <a:cubicBezTo>
                    <a:pt x="150574" y="64726"/>
                    <a:pt x="147377" y="64731"/>
                    <a:pt x="144179" y="64732"/>
                  </a:cubicBezTo>
                  <a:cubicBezTo>
                    <a:pt x="138834" y="64733"/>
                    <a:pt x="133488" y="64740"/>
                    <a:pt x="128142" y="64756"/>
                  </a:cubicBezTo>
                  <a:cubicBezTo>
                    <a:pt x="121215" y="64778"/>
                    <a:pt x="114287" y="64791"/>
                    <a:pt x="107360" y="64794"/>
                  </a:cubicBezTo>
                  <a:cubicBezTo>
                    <a:pt x="101371" y="64797"/>
                    <a:pt x="95382" y="64804"/>
                    <a:pt x="89393" y="64814"/>
                  </a:cubicBezTo>
                  <a:cubicBezTo>
                    <a:pt x="87477" y="64818"/>
                    <a:pt x="85560" y="64821"/>
                    <a:pt x="83644" y="64823"/>
                  </a:cubicBezTo>
                  <a:cubicBezTo>
                    <a:pt x="80572" y="64826"/>
                    <a:pt x="77500" y="64831"/>
                    <a:pt x="74428" y="64841"/>
                  </a:cubicBezTo>
                  <a:cubicBezTo>
                    <a:pt x="73300" y="64845"/>
                    <a:pt x="72172" y="64849"/>
                    <a:pt x="71044" y="64852"/>
                  </a:cubicBezTo>
                  <a:cubicBezTo>
                    <a:pt x="69966" y="64853"/>
                    <a:pt x="68887" y="64854"/>
                    <a:pt x="67809" y="64855"/>
                  </a:cubicBezTo>
                  <a:cubicBezTo>
                    <a:pt x="66333" y="64861"/>
                    <a:pt x="66333" y="64861"/>
                    <a:pt x="64887" y="64867"/>
                  </a:cubicBezTo>
                  <a:cubicBezTo>
                    <a:pt x="59678" y="64881"/>
                    <a:pt x="59625" y="65085"/>
                    <a:pt x="59607" y="70356"/>
                  </a:cubicBezTo>
                  <a:cubicBezTo>
                    <a:pt x="59609" y="71044"/>
                    <a:pt x="59610" y="71712"/>
                    <a:pt x="59612" y="72379"/>
                  </a:cubicBezTo>
                  <a:cubicBezTo>
                    <a:pt x="59608" y="74610"/>
                    <a:pt x="59605" y="76841"/>
                    <a:pt x="59607" y="79072"/>
                  </a:cubicBezTo>
                  <a:cubicBezTo>
                    <a:pt x="59608" y="80672"/>
                    <a:pt x="59609" y="82273"/>
                    <a:pt x="59608" y="83874"/>
                  </a:cubicBezTo>
                  <a:cubicBezTo>
                    <a:pt x="59606" y="87201"/>
                    <a:pt x="59606" y="90529"/>
                    <a:pt x="59608" y="93857"/>
                  </a:cubicBezTo>
                  <a:cubicBezTo>
                    <a:pt x="59613" y="98196"/>
                    <a:pt x="59615" y="102535"/>
                    <a:pt x="59611" y="106875"/>
                  </a:cubicBezTo>
                  <a:cubicBezTo>
                    <a:pt x="59607" y="110252"/>
                    <a:pt x="59606" y="113629"/>
                    <a:pt x="59607" y="117007"/>
                  </a:cubicBezTo>
                  <a:cubicBezTo>
                    <a:pt x="59608" y="118619"/>
                    <a:pt x="59609" y="120231"/>
                    <a:pt x="59609" y="121843"/>
                  </a:cubicBezTo>
                  <a:cubicBezTo>
                    <a:pt x="59607" y="124167"/>
                    <a:pt x="59604" y="126491"/>
                    <a:pt x="59608" y="128814"/>
                  </a:cubicBezTo>
                  <a:cubicBezTo>
                    <a:pt x="59609" y="129539"/>
                    <a:pt x="59610" y="130242"/>
                    <a:pt x="59612" y="130946"/>
                  </a:cubicBezTo>
                  <a:cubicBezTo>
                    <a:pt x="59609" y="131960"/>
                    <a:pt x="59609" y="131960"/>
                    <a:pt x="59607" y="132955"/>
                  </a:cubicBezTo>
                  <a:cubicBezTo>
                    <a:pt x="59609" y="133584"/>
                    <a:pt x="59611" y="134194"/>
                    <a:pt x="59613" y="134805"/>
                  </a:cubicBezTo>
                  <a:cubicBezTo>
                    <a:pt x="59614" y="135349"/>
                    <a:pt x="59614" y="135878"/>
                    <a:pt x="59614" y="136406"/>
                  </a:cubicBezTo>
                  <a:cubicBezTo>
                    <a:pt x="59646" y="136913"/>
                    <a:pt x="59677" y="137406"/>
                    <a:pt x="59708" y="137898"/>
                  </a:cubicBezTo>
                  <a:cubicBezTo>
                    <a:pt x="59808" y="139557"/>
                    <a:pt x="59808" y="139557"/>
                    <a:pt x="60452" y="140874"/>
                  </a:cubicBezTo>
                  <a:cubicBezTo>
                    <a:pt x="61092" y="140999"/>
                    <a:pt x="61713" y="141120"/>
                    <a:pt x="62333" y="141241"/>
                  </a:cubicBezTo>
                  <a:cubicBezTo>
                    <a:pt x="63626" y="141236"/>
                    <a:pt x="63626" y="141236"/>
                    <a:pt x="64892" y="141232"/>
                  </a:cubicBezTo>
                  <a:cubicBezTo>
                    <a:pt x="66397" y="141239"/>
                    <a:pt x="67903" y="141244"/>
                    <a:pt x="69408" y="141229"/>
                  </a:cubicBezTo>
                  <a:cubicBezTo>
                    <a:pt x="70515" y="141218"/>
                    <a:pt x="71622" y="141212"/>
                    <a:pt x="72730" y="141211"/>
                  </a:cubicBezTo>
                  <a:cubicBezTo>
                    <a:pt x="75738" y="141215"/>
                    <a:pt x="78746" y="141209"/>
                    <a:pt x="81754" y="141189"/>
                  </a:cubicBezTo>
                  <a:cubicBezTo>
                    <a:pt x="84953" y="141167"/>
                    <a:pt x="88153" y="141158"/>
                    <a:pt x="91353" y="141154"/>
                  </a:cubicBezTo>
                  <a:cubicBezTo>
                    <a:pt x="97392" y="141148"/>
                    <a:pt x="103431" y="141128"/>
                    <a:pt x="109470" y="141099"/>
                  </a:cubicBezTo>
                  <a:cubicBezTo>
                    <a:pt x="116401" y="141065"/>
                    <a:pt x="123332" y="141044"/>
                    <a:pt x="130263" y="141029"/>
                  </a:cubicBezTo>
                  <a:cubicBezTo>
                    <a:pt x="145192" y="140996"/>
                    <a:pt x="160121" y="140944"/>
                    <a:pt x="175050" y="140874"/>
                  </a:cubicBezTo>
                  <a:cubicBezTo>
                    <a:pt x="175154" y="132182"/>
                    <a:pt x="175255" y="123489"/>
                    <a:pt x="175351" y="114796"/>
                  </a:cubicBezTo>
                  <a:cubicBezTo>
                    <a:pt x="175399" y="110367"/>
                    <a:pt x="175447" y="105937"/>
                    <a:pt x="175500" y="101508"/>
                  </a:cubicBezTo>
                  <a:cubicBezTo>
                    <a:pt x="175552" y="97167"/>
                    <a:pt x="175604" y="92825"/>
                    <a:pt x="175651" y="88483"/>
                  </a:cubicBezTo>
                  <a:cubicBezTo>
                    <a:pt x="175668" y="86835"/>
                    <a:pt x="175686" y="85186"/>
                    <a:pt x="175704" y="83538"/>
                  </a:cubicBezTo>
                  <a:cubicBezTo>
                    <a:pt x="175734" y="81158"/>
                    <a:pt x="175764" y="78779"/>
                    <a:pt x="175788" y="76399"/>
                  </a:cubicBezTo>
                  <a:cubicBezTo>
                    <a:pt x="175796" y="75658"/>
                    <a:pt x="175803" y="74939"/>
                    <a:pt x="175810" y="74220"/>
                  </a:cubicBezTo>
                  <a:cubicBezTo>
                    <a:pt x="175820" y="73519"/>
                    <a:pt x="175830" y="72838"/>
                    <a:pt x="175839" y="72157"/>
                  </a:cubicBezTo>
                  <a:cubicBezTo>
                    <a:pt x="175845" y="71516"/>
                    <a:pt x="175850" y="70893"/>
                    <a:pt x="175855" y="70270"/>
                  </a:cubicBezTo>
                  <a:cubicBezTo>
                    <a:pt x="175879" y="68166"/>
                    <a:pt x="175733" y="67021"/>
                    <a:pt x="175050" y="64972"/>
                  </a:cubicBezTo>
                  <a:cubicBezTo>
                    <a:pt x="174411" y="64878"/>
                    <a:pt x="173791" y="64787"/>
                    <a:pt x="173171" y="64695"/>
                  </a:cubicBezTo>
                  <a:close/>
                  <a:moveTo>
                    <a:pt x="191172" y="43"/>
                  </a:moveTo>
                  <a:cubicBezTo>
                    <a:pt x="196725" y="41"/>
                    <a:pt x="202279" y="42"/>
                    <a:pt x="207833" y="45"/>
                  </a:cubicBezTo>
                  <a:cubicBezTo>
                    <a:pt x="210669" y="47"/>
                    <a:pt x="213506" y="48"/>
                    <a:pt x="216342" y="46"/>
                  </a:cubicBezTo>
                  <a:cubicBezTo>
                    <a:pt x="219410" y="43"/>
                    <a:pt x="222478" y="46"/>
                    <a:pt x="225545" y="50"/>
                  </a:cubicBezTo>
                  <a:cubicBezTo>
                    <a:pt x="226452" y="48"/>
                    <a:pt x="227358" y="47"/>
                    <a:pt x="228292" y="45"/>
                  </a:cubicBezTo>
                  <a:cubicBezTo>
                    <a:pt x="229107" y="47"/>
                    <a:pt x="229922" y="49"/>
                    <a:pt x="230762" y="51"/>
                  </a:cubicBezTo>
                  <a:cubicBezTo>
                    <a:pt x="231825" y="51"/>
                    <a:pt x="231825" y="51"/>
                    <a:pt x="232911" y="51"/>
                  </a:cubicBezTo>
                  <a:cubicBezTo>
                    <a:pt x="234500" y="144"/>
                    <a:pt x="234500" y="144"/>
                    <a:pt x="235245" y="889"/>
                  </a:cubicBezTo>
                  <a:cubicBezTo>
                    <a:pt x="235317" y="1978"/>
                    <a:pt x="235338" y="3071"/>
                    <a:pt x="235338" y="4162"/>
                  </a:cubicBezTo>
                  <a:cubicBezTo>
                    <a:pt x="235341" y="5229"/>
                    <a:pt x="235341" y="5229"/>
                    <a:pt x="235344" y="6318"/>
                  </a:cubicBezTo>
                  <a:cubicBezTo>
                    <a:pt x="235342" y="7504"/>
                    <a:pt x="235342" y="7504"/>
                    <a:pt x="235339" y="8714"/>
                  </a:cubicBezTo>
                  <a:cubicBezTo>
                    <a:pt x="235340" y="9546"/>
                    <a:pt x="235341" y="10379"/>
                    <a:pt x="235343" y="11237"/>
                  </a:cubicBezTo>
                  <a:cubicBezTo>
                    <a:pt x="235346" y="14051"/>
                    <a:pt x="235343" y="16864"/>
                    <a:pt x="235341" y="19678"/>
                  </a:cubicBezTo>
                  <a:cubicBezTo>
                    <a:pt x="235342" y="21686"/>
                    <a:pt x="235343" y="23694"/>
                    <a:pt x="235345" y="25701"/>
                  </a:cubicBezTo>
                  <a:cubicBezTo>
                    <a:pt x="235348" y="30602"/>
                    <a:pt x="235347" y="35503"/>
                    <a:pt x="235345" y="40404"/>
                  </a:cubicBezTo>
                  <a:cubicBezTo>
                    <a:pt x="235344" y="44386"/>
                    <a:pt x="235343" y="48367"/>
                    <a:pt x="235344" y="52349"/>
                  </a:cubicBezTo>
                  <a:cubicBezTo>
                    <a:pt x="235344" y="52914"/>
                    <a:pt x="235344" y="53480"/>
                    <a:pt x="235344" y="54063"/>
                  </a:cubicBezTo>
                  <a:cubicBezTo>
                    <a:pt x="235345" y="55211"/>
                    <a:pt x="235345" y="56360"/>
                    <a:pt x="235345" y="57509"/>
                  </a:cubicBezTo>
                  <a:cubicBezTo>
                    <a:pt x="235347" y="68294"/>
                    <a:pt x="235345" y="79078"/>
                    <a:pt x="235341" y="89863"/>
                  </a:cubicBezTo>
                  <a:cubicBezTo>
                    <a:pt x="235338" y="99127"/>
                    <a:pt x="235338" y="108391"/>
                    <a:pt x="235342" y="117655"/>
                  </a:cubicBezTo>
                  <a:cubicBezTo>
                    <a:pt x="235346" y="128399"/>
                    <a:pt x="235347" y="139144"/>
                    <a:pt x="235345" y="149889"/>
                  </a:cubicBezTo>
                  <a:cubicBezTo>
                    <a:pt x="235345" y="151034"/>
                    <a:pt x="235344" y="152178"/>
                    <a:pt x="235344" y="153323"/>
                  </a:cubicBezTo>
                  <a:cubicBezTo>
                    <a:pt x="235344" y="153886"/>
                    <a:pt x="235344" y="154449"/>
                    <a:pt x="235344" y="155030"/>
                  </a:cubicBezTo>
                  <a:cubicBezTo>
                    <a:pt x="235343" y="159009"/>
                    <a:pt x="235344" y="162988"/>
                    <a:pt x="235346" y="166967"/>
                  </a:cubicBezTo>
                  <a:cubicBezTo>
                    <a:pt x="235348" y="171812"/>
                    <a:pt x="235347" y="176658"/>
                    <a:pt x="235344" y="181504"/>
                  </a:cubicBezTo>
                  <a:cubicBezTo>
                    <a:pt x="235342" y="183979"/>
                    <a:pt x="235341" y="186453"/>
                    <a:pt x="235343" y="188928"/>
                  </a:cubicBezTo>
                  <a:cubicBezTo>
                    <a:pt x="235345" y="191605"/>
                    <a:pt x="235343" y="194281"/>
                    <a:pt x="235339" y="196958"/>
                  </a:cubicBezTo>
                  <a:cubicBezTo>
                    <a:pt x="235341" y="197749"/>
                    <a:pt x="235342" y="198539"/>
                    <a:pt x="235344" y="199354"/>
                  </a:cubicBezTo>
                  <a:cubicBezTo>
                    <a:pt x="235342" y="200065"/>
                    <a:pt x="235340" y="200776"/>
                    <a:pt x="235338" y="201509"/>
                  </a:cubicBezTo>
                  <a:cubicBezTo>
                    <a:pt x="235338" y="202128"/>
                    <a:pt x="235338" y="202747"/>
                    <a:pt x="235338" y="203384"/>
                  </a:cubicBezTo>
                  <a:cubicBezTo>
                    <a:pt x="235245" y="204783"/>
                    <a:pt x="235245" y="204783"/>
                    <a:pt x="234500" y="205527"/>
                  </a:cubicBezTo>
                  <a:cubicBezTo>
                    <a:pt x="232261" y="205600"/>
                    <a:pt x="230040" y="205624"/>
                    <a:pt x="227800" y="205617"/>
                  </a:cubicBezTo>
                  <a:cubicBezTo>
                    <a:pt x="226733" y="205618"/>
                    <a:pt x="226733" y="205618"/>
                    <a:pt x="225644" y="205619"/>
                  </a:cubicBezTo>
                  <a:cubicBezTo>
                    <a:pt x="223240" y="205620"/>
                    <a:pt x="220835" y="205616"/>
                    <a:pt x="218431" y="205612"/>
                  </a:cubicBezTo>
                  <a:cubicBezTo>
                    <a:pt x="216716" y="205612"/>
                    <a:pt x="215000" y="205612"/>
                    <a:pt x="213284" y="205612"/>
                  </a:cubicBezTo>
                  <a:cubicBezTo>
                    <a:pt x="208611" y="205612"/>
                    <a:pt x="203937" y="205608"/>
                    <a:pt x="199263" y="205603"/>
                  </a:cubicBezTo>
                  <a:cubicBezTo>
                    <a:pt x="194385" y="205598"/>
                    <a:pt x="189507" y="205598"/>
                    <a:pt x="184628" y="205597"/>
                  </a:cubicBezTo>
                  <a:cubicBezTo>
                    <a:pt x="176435" y="205595"/>
                    <a:pt x="168242" y="205590"/>
                    <a:pt x="160048" y="205583"/>
                  </a:cubicBezTo>
                  <a:cubicBezTo>
                    <a:pt x="151608" y="205577"/>
                    <a:pt x="143167" y="205571"/>
                    <a:pt x="134726" y="205568"/>
                  </a:cubicBezTo>
                  <a:cubicBezTo>
                    <a:pt x="134207" y="205568"/>
                    <a:pt x="133687" y="205568"/>
                    <a:pt x="133151" y="205568"/>
                  </a:cubicBezTo>
                  <a:cubicBezTo>
                    <a:pt x="130543" y="205567"/>
                    <a:pt x="127935" y="205566"/>
                    <a:pt x="125326" y="205565"/>
                  </a:cubicBezTo>
                  <a:cubicBezTo>
                    <a:pt x="103675" y="205557"/>
                    <a:pt x="82023" y="205543"/>
                    <a:pt x="60371" y="205527"/>
                  </a:cubicBezTo>
                  <a:cubicBezTo>
                    <a:pt x="60371" y="220016"/>
                    <a:pt x="60371" y="234504"/>
                    <a:pt x="60371" y="249432"/>
                  </a:cubicBezTo>
                  <a:cubicBezTo>
                    <a:pt x="40481" y="249432"/>
                    <a:pt x="20590" y="249432"/>
                    <a:pt x="96" y="249432"/>
                  </a:cubicBezTo>
                  <a:cubicBezTo>
                    <a:pt x="80" y="217781"/>
                    <a:pt x="66" y="186131"/>
                    <a:pt x="58" y="154481"/>
                  </a:cubicBezTo>
                  <a:cubicBezTo>
                    <a:pt x="57" y="150748"/>
                    <a:pt x="56" y="147016"/>
                    <a:pt x="55" y="143283"/>
                  </a:cubicBezTo>
                  <a:cubicBezTo>
                    <a:pt x="55" y="142540"/>
                    <a:pt x="55" y="141797"/>
                    <a:pt x="55" y="141032"/>
                  </a:cubicBezTo>
                  <a:cubicBezTo>
                    <a:pt x="51" y="128983"/>
                    <a:pt x="45" y="116934"/>
                    <a:pt x="39" y="104885"/>
                  </a:cubicBezTo>
                  <a:cubicBezTo>
                    <a:pt x="32" y="92532"/>
                    <a:pt x="28" y="80178"/>
                    <a:pt x="26" y="67825"/>
                  </a:cubicBezTo>
                  <a:cubicBezTo>
                    <a:pt x="25" y="60196"/>
                    <a:pt x="22" y="52566"/>
                    <a:pt x="16" y="44937"/>
                  </a:cubicBezTo>
                  <a:cubicBezTo>
                    <a:pt x="12" y="39713"/>
                    <a:pt x="11" y="34489"/>
                    <a:pt x="12" y="29265"/>
                  </a:cubicBezTo>
                  <a:cubicBezTo>
                    <a:pt x="12" y="26246"/>
                    <a:pt x="11" y="23227"/>
                    <a:pt x="7" y="20208"/>
                  </a:cubicBezTo>
                  <a:cubicBezTo>
                    <a:pt x="4" y="17449"/>
                    <a:pt x="4" y="14690"/>
                    <a:pt x="6" y="11931"/>
                  </a:cubicBezTo>
                  <a:cubicBezTo>
                    <a:pt x="7" y="10451"/>
                    <a:pt x="3" y="8970"/>
                    <a:pt x="0" y="7490"/>
                  </a:cubicBezTo>
                  <a:cubicBezTo>
                    <a:pt x="2" y="6623"/>
                    <a:pt x="3" y="5755"/>
                    <a:pt x="5" y="4862"/>
                  </a:cubicBezTo>
                  <a:cubicBezTo>
                    <a:pt x="4" y="4107"/>
                    <a:pt x="4" y="3352"/>
                    <a:pt x="4" y="2575"/>
                  </a:cubicBezTo>
                  <a:cubicBezTo>
                    <a:pt x="176" y="-572"/>
                    <a:pt x="1820" y="51"/>
                    <a:pt x="4579" y="51"/>
                  </a:cubicBezTo>
                  <a:cubicBezTo>
                    <a:pt x="5394" y="49"/>
                    <a:pt x="6209" y="47"/>
                    <a:pt x="7048" y="45"/>
                  </a:cubicBezTo>
                  <a:cubicBezTo>
                    <a:pt x="7955" y="47"/>
                    <a:pt x="8861" y="48"/>
                    <a:pt x="9795" y="50"/>
                  </a:cubicBezTo>
                  <a:cubicBezTo>
                    <a:pt x="10750" y="49"/>
                    <a:pt x="11704" y="48"/>
                    <a:pt x="12687" y="46"/>
                  </a:cubicBezTo>
                  <a:cubicBezTo>
                    <a:pt x="15348" y="43"/>
                    <a:pt x="18009" y="45"/>
                    <a:pt x="20670" y="47"/>
                  </a:cubicBezTo>
                  <a:cubicBezTo>
                    <a:pt x="23535" y="49"/>
                    <a:pt x="26400" y="46"/>
                    <a:pt x="29265" y="44"/>
                  </a:cubicBezTo>
                  <a:cubicBezTo>
                    <a:pt x="34882" y="41"/>
                    <a:pt x="40500" y="42"/>
                    <a:pt x="46117" y="44"/>
                  </a:cubicBezTo>
                  <a:cubicBezTo>
                    <a:pt x="50680" y="45"/>
                    <a:pt x="55244" y="46"/>
                    <a:pt x="59807" y="45"/>
                  </a:cubicBezTo>
                  <a:cubicBezTo>
                    <a:pt x="60779" y="45"/>
                    <a:pt x="60779" y="45"/>
                    <a:pt x="61771" y="45"/>
                  </a:cubicBezTo>
                  <a:cubicBezTo>
                    <a:pt x="63087" y="44"/>
                    <a:pt x="64404" y="44"/>
                    <a:pt x="65721" y="44"/>
                  </a:cubicBezTo>
                  <a:cubicBezTo>
                    <a:pt x="78081" y="42"/>
                    <a:pt x="90441" y="44"/>
                    <a:pt x="102802" y="48"/>
                  </a:cubicBezTo>
                  <a:cubicBezTo>
                    <a:pt x="113419" y="51"/>
                    <a:pt x="124037" y="51"/>
                    <a:pt x="134655" y="47"/>
                  </a:cubicBezTo>
                  <a:cubicBezTo>
                    <a:pt x="146969" y="43"/>
                    <a:pt x="159284" y="42"/>
                    <a:pt x="171598" y="44"/>
                  </a:cubicBezTo>
                  <a:cubicBezTo>
                    <a:pt x="172910" y="44"/>
                    <a:pt x="174222" y="45"/>
                    <a:pt x="175534" y="45"/>
                  </a:cubicBezTo>
                  <a:cubicBezTo>
                    <a:pt x="176502" y="45"/>
                    <a:pt x="176502" y="45"/>
                    <a:pt x="177490" y="45"/>
                  </a:cubicBezTo>
                  <a:cubicBezTo>
                    <a:pt x="182051" y="46"/>
                    <a:pt x="186611" y="45"/>
                    <a:pt x="191172" y="43"/>
                  </a:cubicBezTo>
                  <a:close/>
                </a:path>
              </a:pathLst>
            </a:custGeom>
            <a:grpFill/>
            <a:ln w="744" cap="flat">
              <a:noFill/>
              <a:prstDash val="solid"/>
              <a:miter/>
            </a:ln>
          </p:spPr>
          <p:txBody>
            <a:bodyPr rtlCol="0" anchor="ctr"/>
            <a:lstStyle/>
            <a:p>
              <a:endParaRPr lang="zh-CN" altLang="en-US"/>
            </a:p>
          </p:txBody>
        </p:sp>
        <p:sp>
          <p:nvSpPr>
            <p:cNvPr id="107" name="任意多边形: 形状 106"/>
            <p:cNvSpPr/>
            <p:nvPr/>
          </p:nvSpPr>
          <p:spPr>
            <a:xfrm>
              <a:off x="9476646" y="596342"/>
              <a:ext cx="415322" cy="277513"/>
            </a:xfrm>
            <a:custGeom>
              <a:avLst/>
              <a:gdLst>
                <a:gd name="connsiteX0" fmla="*/ 230121 w 415322"/>
                <a:gd name="connsiteY0" fmla="*/ 797 h 277513"/>
                <a:gd name="connsiteX1" fmla="*/ 235284 w 415322"/>
                <a:gd name="connsiteY1" fmla="*/ 565 h 277513"/>
                <a:gd name="connsiteX2" fmla="*/ 238188 w 415322"/>
                <a:gd name="connsiteY2" fmla="*/ 434 h 277513"/>
                <a:gd name="connsiteX3" fmla="*/ 240539 w 415322"/>
                <a:gd name="connsiteY3" fmla="*/ 797 h 277513"/>
                <a:gd name="connsiteX4" fmla="*/ 241284 w 415322"/>
                <a:gd name="connsiteY4" fmla="*/ 4518 h 277513"/>
                <a:gd name="connsiteX5" fmla="*/ 243516 w 415322"/>
                <a:gd name="connsiteY5" fmla="*/ 5262 h 277513"/>
                <a:gd name="connsiteX6" fmla="*/ 243656 w 415322"/>
                <a:gd name="connsiteY6" fmla="*/ 8657 h 277513"/>
                <a:gd name="connsiteX7" fmla="*/ 243595 w 415322"/>
                <a:gd name="connsiteY7" fmla="*/ 10521 h 277513"/>
                <a:gd name="connsiteX8" fmla="*/ 243516 w 415322"/>
                <a:gd name="connsiteY8" fmla="*/ 11959 h 277513"/>
                <a:gd name="connsiteX9" fmla="*/ 245748 w 415322"/>
                <a:gd name="connsiteY9" fmla="*/ 11959 h 277513"/>
                <a:gd name="connsiteX10" fmla="*/ 246539 w 415322"/>
                <a:gd name="connsiteY10" fmla="*/ 14890 h 277513"/>
                <a:gd name="connsiteX11" fmla="*/ 247237 w 415322"/>
                <a:gd name="connsiteY11" fmla="*/ 17913 h 277513"/>
                <a:gd name="connsiteX12" fmla="*/ 248725 w 415322"/>
                <a:gd name="connsiteY12" fmla="*/ 18657 h 277513"/>
                <a:gd name="connsiteX13" fmla="*/ 249141 w 415322"/>
                <a:gd name="connsiteY13" fmla="*/ 23842 h 277513"/>
                <a:gd name="connsiteX14" fmla="*/ 249469 w 415322"/>
                <a:gd name="connsiteY14" fmla="*/ 25354 h 277513"/>
                <a:gd name="connsiteX15" fmla="*/ 251702 w 415322"/>
                <a:gd name="connsiteY15" fmla="*/ 26098 h 277513"/>
                <a:gd name="connsiteX16" fmla="*/ 252120 w 415322"/>
                <a:gd name="connsiteY16" fmla="*/ 29075 h 277513"/>
                <a:gd name="connsiteX17" fmla="*/ 252446 w 415322"/>
                <a:gd name="connsiteY17" fmla="*/ 32051 h 277513"/>
                <a:gd name="connsiteX18" fmla="*/ 253934 w 415322"/>
                <a:gd name="connsiteY18" fmla="*/ 32795 h 277513"/>
                <a:gd name="connsiteX19" fmla="*/ 254350 w 415322"/>
                <a:gd name="connsiteY19" fmla="*/ 37327 h 277513"/>
                <a:gd name="connsiteX20" fmla="*/ 256911 w 415322"/>
                <a:gd name="connsiteY20" fmla="*/ 40237 h 277513"/>
                <a:gd name="connsiteX21" fmla="*/ 257422 w 415322"/>
                <a:gd name="connsiteY21" fmla="*/ 44423 h 277513"/>
                <a:gd name="connsiteX22" fmla="*/ 257570 w 415322"/>
                <a:gd name="connsiteY22" fmla="*/ 46684 h 277513"/>
                <a:gd name="connsiteX23" fmla="*/ 257655 w 415322"/>
                <a:gd name="connsiteY23" fmla="*/ 48422 h 277513"/>
                <a:gd name="connsiteX24" fmla="*/ 259887 w 415322"/>
                <a:gd name="connsiteY24" fmla="*/ 48422 h 277513"/>
                <a:gd name="connsiteX25" fmla="*/ 259998 w 415322"/>
                <a:gd name="connsiteY25" fmla="*/ 49861 h 277513"/>
                <a:gd name="connsiteX26" fmla="*/ 260166 w 415322"/>
                <a:gd name="connsiteY26" fmla="*/ 51724 h 277513"/>
                <a:gd name="connsiteX27" fmla="*/ 260323 w 415322"/>
                <a:gd name="connsiteY27" fmla="*/ 53582 h 277513"/>
                <a:gd name="connsiteX28" fmla="*/ 260631 w 415322"/>
                <a:gd name="connsiteY28" fmla="*/ 55120 h 277513"/>
                <a:gd name="connsiteX29" fmla="*/ 262120 w 415322"/>
                <a:gd name="connsiteY29" fmla="*/ 55864 h 277513"/>
                <a:gd name="connsiteX30" fmla="*/ 262864 w 415322"/>
                <a:gd name="connsiteY30" fmla="*/ 65538 h 277513"/>
                <a:gd name="connsiteX31" fmla="*/ 428807 w 415322"/>
                <a:gd name="connsiteY31" fmla="*/ 65538 h 277513"/>
                <a:gd name="connsiteX32" fmla="*/ 428807 w 415322"/>
                <a:gd name="connsiteY32" fmla="*/ 181623 h 277513"/>
                <a:gd name="connsiteX33" fmla="*/ 366299 w 415322"/>
                <a:gd name="connsiteY33" fmla="*/ 181623 h 277513"/>
                <a:gd name="connsiteX34" fmla="*/ 366299 w 415322"/>
                <a:gd name="connsiteY34" fmla="*/ 132510 h 277513"/>
                <a:gd name="connsiteX35" fmla="*/ 364067 w 415322"/>
                <a:gd name="connsiteY35" fmla="*/ 133999 h 277513"/>
                <a:gd name="connsiteX36" fmla="*/ 360747 w 415322"/>
                <a:gd name="connsiteY36" fmla="*/ 134206 h 277513"/>
                <a:gd name="connsiteX37" fmla="*/ 358689 w 415322"/>
                <a:gd name="connsiteY37" fmla="*/ 134231 h 277513"/>
                <a:gd name="connsiteX38" fmla="*/ 356436 w 415322"/>
                <a:gd name="connsiteY38" fmla="*/ 134236 h 277513"/>
                <a:gd name="connsiteX39" fmla="*/ 354060 w 415322"/>
                <a:gd name="connsiteY39" fmla="*/ 134258 h 277513"/>
                <a:gd name="connsiteX40" fmla="*/ 346268 w 415322"/>
                <a:gd name="connsiteY40" fmla="*/ 134307 h 277513"/>
                <a:gd name="connsiteX41" fmla="*/ 340872 w 415322"/>
                <a:gd name="connsiteY41" fmla="*/ 134350 h 277513"/>
                <a:gd name="connsiteX42" fmla="*/ 326658 w 415322"/>
                <a:gd name="connsiteY42" fmla="*/ 134446 h 277513"/>
                <a:gd name="connsiteX43" fmla="*/ 312159 w 415322"/>
                <a:gd name="connsiteY43" fmla="*/ 134551 h 277513"/>
                <a:gd name="connsiteX44" fmla="*/ 283700 w 415322"/>
                <a:gd name="connsiteY44" fmla="*/ 134743 h 277513"/>
                <a:gd name="connsiteX45" fmla="*/ 287885 w 415322"/>
                <a:gd name="connsiteY45" fmla="*/ 137301 h 277513"/>
                <a:gd name="connsiteX46" fmla="*/ 289653 w 415322"/>
                <a:gd name="connsiteY46" fmla="*/ 137719 h 277513"/>
                <a:gd name="connsiteX47" fmla="*/ 289885 w 415322"/>
                <a:gd name="connsiteY47" fmla="*/ 139254 h 277513"/>
                <a:gd name="connsiteX48" fmla="*/ 290397 w 415322"/>
                <a:gd name="connsiteY48" fmla="*/ 140696 h 277513"/>
                <a:gd name="connsiteX49" fmla="*/ 294969 w 415322"/>
                <a:gd name="connsiteY49" fmla="*/ 140606 h 277513"/>
                <a:gd name="connsiteX50" fmla="*/ 296350 w 415322"/>
                <a:gd name="connsiteY50" fmla="*/ 140696 h 277513"/>
                <a:gd name="connsiteX51" fmla="*/ 297838 w 415322"/>
                <a:gd name="connsiteY51" fmla="*/ 143672 h 277513"/>
                <a:gd name="connsiteX52" fmla="*/ 302303 w 415322"/>
                <a:gd name="connsiteY52" fmla="*/ 144416 h 277513"/>
                <a:gd name="connsiteX53" fmla="*/ 302303 w 415322"/>
                <a:gd name="connsiteY53" fmla="*/ 147393 h 277513"/>
                <a:gd name="connsiteX54" fmla="*/ 304861 w 415322"/>
                <a:gd name="connsiteY54" fmla="*/ 147160 h 277513"/>
                <a:gd name="connsiteX55" fmla="*/ 307512 w 415322"/>
                <a:gd name="connsiteY55" fmla="*/ 147393 h 277513"/>
                <a:gd name="connsiteX56" fmla="*/ 308256 w 415322"/>
                <a:gd name="connsiteY56" fmla="*/ 151114 h 277513"/>
                <a:gd name="connsiteX57" fmla="*/ 313465 w 415322"/>
                <a:gd name="connsiteY57" fmla="*/ 151114 h 277513"/>
                <a:gd name="connsiteX58" fmla="*/ 314209 w 415322"/>
                <a:gd name="connsiteY58" fmla="*/ 154090 h 277513"/>
                <a:gd name="connsiteX59" fmla="*/ 318674 w 415322"/>
                <a:gd name="connsiteY59" fmla="*/ 154834 h 277513"/>
                <a:gd name="connsiteX60" fmla="*/ 319418 w 415322"/>
                <a:gd name="connsiteY60" fmla="*/ 157067 h 277513"/>
                <a:gd name="connsiteX61" fmla="*/ 322023 w 415322"/>
                <a:gd name="connsiteY61" fmla="*/ 157392 h 277513"/>
                <a:gd name="connsiteX62" fmla="*/ 324627 w 415322"/>
                <a:gd name="connsiteY62" fmla="*/ 157811 h 277513"/>
                <a:gd name="connsiteX63" fmla="*/ 325372 w 415322"/>
                <a:gd name="connsiteY63" fmla="*/ 160788 h 277513"/>
                <a:gd name="connsiteX64" fmla="*/ 329836 w 415322"/>
                <a:gd name="connsiteY64" fmla="*/ 161532 h 277513"/>
                <a:gd name="connsiteX65" fmla="*/ 329836 w 415322"/>
                <a:gd name="connsiteY65" fmla="*/ 164508 h 277513"/>
                <a:gd name="connsiteX66" fmla="*/ 332394 w 415322"/>
                <a:gd name="connsiteY66" fmla="*/ 164322 h 277513"/>
                <a:gd name="connsiteX67" fmla="*/ 335045 w 415322"/>
                <a:gd name="connsiteY67" fmla="*/ 164508 h 277513"/>
                <a:gd name="connsiteX68" fmla="*/ 335789 w 415322"/>
                <a:gd name="connsiteY68" fmla="*/ 167485 h 277513"/>
                <a:gd name="connsiteX69" fmla="*/ 340254 w 415322"/>
                <a:gd name="connsiteY69" fmla="*/ 168229 h 277513"/>
                <a:gd name="connsiteX70" fmla="*/ 341743 w 415322"/>
                <a:gd name="connsiteY70" fmla="*/ 171206 h 277513"/>
                <a:gd name="connsiteX71" fmla="*/ 343649 w 415322"/>
                <a:gd name="connsiteY71" fmla="*/ 171578 h 277513"/>
                <a:gd name="connsiteX72" fmla="*/ 345463 w 415322"/>
                <a:gd name="connsiteY72" fmla="*/ 171950 h 277513"/>
                <a:gd name="connsiteX73" fmla="*/ 345835 w 415322"/>
                <a:gd name="connsiteY73" fmla="*/ 173484 h 277513"/>
                <a:gd name="connsiteX74" fmla="*/ 346207 w 415322"/>
                <a:gd name="connsiteY74" fmla="*/ 174926 h 277513"/>
                <a:gd name="connsiteX75" fmla="*/ 349928 w 415322"/>
                <a:gd name="connsiteY75" fmla="*/ 174926 h 277513"/>
                <a:gd name="connsiteX76" fmla="*/ 350672 w 415322"/>
                <a:gd name="connsiteY76" fmla="*/ 177159 h 277513"/>
                <a:gd name="connsiteX77" fmla="*/ 353277 w 415322"/>
                <a:gd name="connsiteY77" fmla="*/ 177903 h 277513"/>
                <a:gd name="connsiteX78" fmla="*/ 355881 w 415322"/>
                <a:gd name="connsiteY78" fmla="*/ 178647 h 277513"/>
                <a:gd name="connsiteX79" fmla="*/ 356625 w 415322"/>
                <a:gd name="connsiteY79" fmla="*/ 180879 h 277513"/>
                <a:gd name="connsiteX80" fmla="*/ 358486 w 415322"/>
                <a:gd name="connsiteY80" fmla="*/ 181623 h 277513"/>
                <a:gd name="connsiteX81" fmla="*/ 360346 w 415322"/>
                <a:gd name="connsiteY81" fmla="*/ 182368 h 277513"/>
                <a:gd name="connsiteX82" fmla="*/ 361090 w 415322"/>
                <a:gd name="connsiteY82" fmla="*/ 184600 h 277513"/>
                <a:gd name="connsiteX83" fmla="*/ 362904 w 415322"/>
                <a:gd name="connsiteY83" fmla="*/ 184926 h 277513"/>
                <a:gd name="connsiteX84" fmla="*/ 364811 w 415322"/>
                <a:gd name="connsiteY84" fmla="*/ 185344 h 277513"/>
                <a:gd name="connsiteX85" fmla="*/ 366299 w 415322"/>
                <a:gd name="connsiteY85" fmla="*/ 188321 h 277513"/>
                <a:gd name="connsiteX86" fmla="*/ 370020 w 415322"/>
                <a:gd name="connsiteY86" fmla="*/ 189065 h 277513"/>
                <a:gd name="connsiteX87" fmla="*/ 370764 w 415322"/>
                <a:gd name="connsiteY87" fmla="*/ 191297 h 277513"/>
                <a:gd name="connsiteX88" fmla="*/ 372624 w 415322"/>
                <a:gd name="connsiteY88" fmla="*/ 191669 h 277513"/>
                <a:gd name="connsiteX89" fmla="*/ 374485 w 415322"/>
                <a:gd name="connsiteY89" fmla="*/ 192041 h 277513"/>
                <a:gd name="connsiteX90" fmla="*/ 375229 w 415322"/>
                <a:gd name="connsiteY90" fmla="*/ 194274 h 277513"/>
                <a:gd name="connsiteX91" fmla="*/ 377508 w 415322"/>
                <a:gd name="connsiteY91" fmla="*/ 194972 h 277513"/>
                <a:gd name="connsiteX92" fmla="*/ 379694 w 415322"/>
                <a:gd name="connsiteY92" fmla="*/ 195762 h 277513"/>
                <a:gd name="connsiteX93" fmla="*/ 379694 w 415322"/>
                <a:gd name="connsiteY93" fmla="*/ 198739 h 277513"/>
                <a:gd name="connsiteX94" fmla="*/ 381461 w 415322"/>
                <a:gd name="connsiteY94" fmla="*/ 198506 h 277513"/>
                <a:gd name="connsiteX95" fmla="*/ 383414 w 415322"/>
                <a:gd name="connsiteY95" fmla="*/ 198739 h 277513"/>
                <a:gd name="connsiteX96" fmla="*/ 384112 w 415322"/>
                <a:gd name="connsiteY96" fmla="*/ 200599 h 277513"/>
                <a:gd name="connsiteX97" fmla="*/ 384903 w 415322"/>
                <a:gd name="connsiteY97" fmla="*/ 202459 h 277513"/>
                <a:gd name="connsiteX98" fmla="*/ 389368 w 415322"/>
                <a:gd name="connsiteY98" fmla="*/ 202459 h 277513"/>
                <a:gd name="connsiteX99" fmla="*/ 389368 w 415322"/>
                <a:gd name="connsiteY99" fmla="*/ 205436 h 277513"/>
                <a:gd name="connsiteX100" fmla="*/ 393088 w 415322"/>
                <a:gd name="connsiteY100" fmla="*/ 206180 h 277513"/>
                <a:gd name="connsiteX101" fmla="*/ 393832 w 415322"/>
                <a:gd name="connsiteY101" fmla="*/ 208413 h 277513"/>
                <a:gd name="connsiteX102" fmla="*/ 397553 w 415322"/>
                <a:gd name="connsiteY102" fmla="*/ 209901 h 277513"/>
                <a:gd name="connsiteX103" fmla="*/ 399041 w 415322"/>
                <a:gd name="connsiteY103" fmla="*/ 212133 h 277513"/>
                <a:gd name="connsiteX104" fmla="*/ 401274 w 415322"/>
                <a:gd name="connsiteY104" fmla="*/ 212877 h 277513"/>
                <a:gd name="connsiteX105" fmla="*/ 402018 w 415322"/>
                <a:gd name="connsiteY105" fmla="*/ 215110 h 277513"/>
                <a:gd name="connsiteX106" fmla="*/ 403832 w 415322"/>
                <a:gd name="connsiteY106" fmla="*/ 215435 h 277513"/>
                <a:gd name="connsiteX107" fmla="*/ 405739 w 415322"/>
                <a:gd name="connsiteY107" fmla="*/ 215854 h 277513"/>
                <a:gd name="connsiteX108" fmla="*/ 407227 w 415322"/>
                <a:gd name="connsiteY108" fmla="*/ 218831 h 277513"/>
                <a:gd name="connsiteX109" fmla="*/ 409459 w 415322"/>
                <a:gd name="connsiteY109" fmla="*/ 219575 h 277513"/>
                <a:gd name="connsiteX110" fmla="*/ 410204 w 415322"/>
                <a:gd name="connsiteY110" fmla="*/ 221807 h 277513"/>
                <a:gd name="connsiteX111" fmla="*/ 413924 w 415322"/>
                <a:gd name="connsiteY111" fmla="*/ 223295 h 277513"/>
                <a:gd name="connsiteX112" fmla="*/ 416901 w 415322"/>
                <a:gd name="connsiteY112" fmla="*/ 226272 h 277513"/>
                <a:gd name="connsiteX113" fmla="*/ 418389 w 415322"/>
                <a:gd name="connsiteY113" fmla="*/ 227016 h 277513"/>
                <a:gd name="connsiteX114" fmla="*/ 418854 w 415322"/>
                <a:gd name="connsiteY114" fmla="*/ 231527 h 277513"/>
                <a:gd name="connsiteX115" fmla="*/ 419023 w 415322"/>
                <a:gd name="connsiteY115" fmla="*/ 234019 h 277513"/>
                <a:gd name="connsiteX116" fmla="*/ 419133 w 415322"/>
                <a:gd name="connsiteY116" fmla="*/ 235946 h 277513"/>
                <a:gd name="connsiteX117" fmla="*/ 417328 w 415322"/>
                <a:gd name="connsiteY117" fmla="*/ 235829 h 277513"/>
                <a:gd name="connsiteX118" fmla="*/ 415413 w 415322"/>
                <a:gd name="connsiteY118" fmla="*/ 235946 h 277513"/>
                <a:gd name="connsiteX119" fmla="*/ 413924 w 415322"/>
                <a:gd name="connsiteY119" fmla="*/ 239666 h 277513"/>
                <a:gd name="connsiteX120" fmla="*/ 412436 w 415322"/>
                <a:gd name="connsiteY120" fmla="*/ 239666 h 277513"/>
                <a:gd name="connsiteX121" fmla="*/ 412157 w 415322"/>
                <a:gd name="connsiteY121" fmla="*/ 241062 h 277513"/>
                <a:gd name="connsiteX122" fmla="*/ 411692 w 415322"/>
                <a:gd name="connsiteY122" fmla="*/ 242643 h 277513"/>
                <a:gd name="connsiteX123" fmla="*/ 408715 w 415322"/>
                <a:gd name="connsiteY123" fmla="*/ 244131 h 277513"/>
                <a:gd name="connsiteX124" fmla="*/ 407971 w 415322"/>
                <a:gd name="connsiteY124" fmla="*/ 246364 h 277513"/>
                <a:gd name="connsiteX125" fmla="*/ 404995 w 415322"/>
                <a:gd name="connsiteY125" fmla="*/ 247108 h 277513"/>
                <a:gd name="connsiteX126" fmla="*/ 404250 w 415322"/>
                <a:gd name="connsiteY126" fmla="*/ 249340 h 277513"/>
                <a:gd name="connsiteX127" fmla="*/ 402716 w 415322"/>
                <a:gd name="connsiteY127" fmla="*/ 249666 h 277513"/>
                <a:gd name="connsiteX128" fmla="*/ 401274 w 415322"/>
                <a:gd name="connsiteY128" fmla="*/ 250084 h 277513"/>
                <a:gd name="connsiteX129" fmla="*/ 401274 w 415322"/>
                <a:gd name="connsiteY129" fmla="*/ 253061 h 277513"/>
                <a:gd name="connsiteX130" fmla="*/ 399041 w 415322"/>
                <a:gd name="connsiteY130" fmla="*/ 253805 h 277513"/>
                <a:gd name="connsiteX131" fmla="*/ 397553 w 415322"/>
                <a:gd name="connsiteY131" fmla="*/ 256782 h 277513"/>
                <a:gd name="connsiteX132" fmla="*/ 394902 w 415322"/>
                <a:gd name="connsiteY132" fmla="*/ 259061 h 277513"/>
                <a:gd name="connsiteX133" fmla="*/ 391600 w 415322"/>
                <a:gd name="connsiteY133" fmla="*/ 263479 h 277513"/>
                <a:gd name="connsiteX134" fmla="*/ 388623 w 415322"/>
                <a:gd name="connsiteY134" fmla="*/ 264223 h 277513"/>
                <a:gd name="connsiteX135" fmla="*/ 387879 w 415322"/>
                <a:gd name="connsiteY135" fmla="*/ 266456 h 277513"/>
                <a:gd name="connsiteX136" fmla="*/ 386345 w 415322"/>
                <a:gd name="connsiteY136" fmla="*/ 266781 h 277513"/>
                <a:gd name="connsiteX137" fmla="*/ 384903 w 415322"/>
                <a:gd name="connsiteY137" fmla="*/ 267200 h 277513"/>
                <a:gd name="connsiteX138" fmla="*/ 384903 w 415322"/>
                <a:gd name="connsiteY138" fmla="*/ 270176 h 277513"/>
                <a:gd name="connsiteX139" fmla="*/ 382670 w 415322"/>
                <a:gd name="connsiteY139" fmla="*/ 270920 h 277513"/>
                <a:gd name="connsiteX140" fmla="*/ 378950 w 415322"/>
                <a:gd name="connsiteY140" fmla="*/ 277618 h 277513"/>
                <a:gd name="connsiteX141" fmla="*/ 372997 w 415322"/>
                <a:gd name="connsiteY141" fmla="*/ 277618 h 277513"/>
                <a:gd name="connsiteX142" fmla="*/ 372252 w 415322"/>
                <a:gd name="connsiteY142" fmla="*/ 274641 h 277513"/>
                <a:gd name="connsiteX143" fmla="*/ 369276 w 415322"/>
                <a:gd name="connsiteY143" fmla="*/ 271665 h 277513"/>
                <a:gd name="connsiteX144" fmla="*/ 369276 w 415322"/>
                <a:gd name="connsiteY144" fmla="*/ 270176 h 277513"/>
                <a:gd name="connsiteX145" fmla="*/ 366299 w 415322"/>
                <a:gd name="connsiteY145" fmla="*/ 270176 h 277513"/>
                <a:gd name="connsiteX146" fmla="*/ 366299 w 415322"/>
                <a:gd name="connsiteY146" fmla="*/ 267200 h 277513"/>
                <a:gd name="connsiteX147" fmla="*/ 363323 w 415322"/>
                <a:gd name="connsiteY147" fmla="*/ 267200 h 277513"/>
                <a:gd name="connsiteX148" fmla="*/ 362997 w 415322"/>
                <a:gd name="connsiteY148" fmla="*/ 265758 h 277513"/>
                <a:gd name="connsiteX149" fmla="*/ 362579 w 415322"/>
                <a:gd name="connsiteY149" fmla="*/ 264223 h 277513"/>
                <a:gd name="connsiteX150" fmla="*/ 360672 w 415322"/>
                <a:gd name="connsiteY150" fmla="*/ 263851 h 277513"/>
                <a:gd name="connsiteX151" fmla="*/ 358858 w 415322"/>
                <a:gd name="connsiteY151" fmla="*/ 263479 h 277513"/>
                <a:gd name="connsiteX152" fmla="*/ 358858 w 415322"/>
                <a:gd name="connsiteY152" fmla="*/ 260502 h 277513"/>
                <a:gd name="connsiteX153" fmla="*/ 355881 w 415322"/>
                <a:gd name="connsiteY153" fmla="*/ 259758 h 277513"/>
                <a:gd name="connsiteX154" fmla="*/ 355137 w 415322"/>
                <a:gd name="connsiteY154" fmla="*/ 257526 h 277513"/>
                <a:gd name="connsiteX155" fmla="*/ 353323 w 415322"/>
                <a:gd name="connsiteY155" fmla="*/ 257200 h 277513"/>
                <a:gd name="connsiteX156" fmla="*/ 351416 w 415322"/>
                <a:gd name="connsiteY156" fmla="*/ 256782 h 277513"/>
                <a:gd name="connsiteX157" fmla="*/ 349928 w 415322"/>
                <a:gd name="connsiteY157" fmla="*/ 253805 h 277513"/>
                <a:gd name="connsiteX158" fmla="*/ 347696 w 415322"/>
                <a:gd name="connsiteY158" fmla="*/ 253061 h 277513"/>
                <a:gd name="connsiteX159" fmla="*/ 346952 w 415322"/>
                <a:gd name="connsiteY159" fmla="*/ 250829 h 277513"/>
                <a:gd name="connsiteX160" fmla="*/ 345138 w 415322"/>
                <a:gd name="connsiteY160" fmla="*/ 250503 h 277513"/>
                <a:gd name="connsiteX161" fmla="*/ 343231 w 415322"/>
                <a:gd name="connsiteY161" fmla="*/ 250084 h 277513"/>
                <a:gd name="connsiteX162" fmla="*/ 341743 w 415322"/>
                <a:gd name="connsiteY162" fmla="*/ 247108 h 277513"/>
                <a:gd name="connsiteX163" fmla="*/ 338766 w 415322"/>
                <a:gd name="connsiteY163" fmla="*/ 246364 h 277513"/>
                <a:gd name="connsiteX164" fmla="*/ 338022 w 415322"/>
                <a:gd name="connsiteY164" fmla="*/ 244131 h 277513"/>
                <a:gd name="connsiteX165" fmla="*/ 336162 w 415322"/>
                <a:gd name="connsiteY165" fmla="*/ 243387 h 277513"/>
                <a:gd name="connsiteX166" fmla="*/ 334301 w 415322"/>
                <a:gd name="connsiteY166" fmla="*/ 242643 h 277513"/>
                <a:gd name="connsiteX167" fmla="*/ 333557 w 415322"/>
                <a:gd name="connsiteY167" fmla="*/ 240411 h 277513"/>
                <a:gd name="connsiteX168" fmla="*/ 331697 w 415322"/>
                <a:gd name="connsiteY168" fmla="*/ 240039 h 277513"/>
                <a:gd name="connsiteX169" fmla="*/ 329836 w 415322"/>
                <a:gd name="connsiteY169" fmla="*/ 239666 h 277513"/>
                <a:gd name="connsiteX170" fmla="*/ 329092 w 415322"/>
                <a:gd name="connsiteY170" fmla="*/ 237434 h 277513"/>
                <a:gd name="connsiteX171" fmla="*/ 327232 w 415322"/>
                <a:gd name="connsiteY171" fmla="*/ 236690 h 277513"/>
                <a:gd name="connsiteX172" fmla="*/ 325372 w 415322"/>
                <a:gd name="connsiteY172" fmla="*/ 235946 h 277513"/>
                <a:gd name="connsiteX173" fmla="*/ 324627 w 415322"/>
                <a:gd name="connsiteY173" fmla="*/ 233713 h 277513"/>
                <a:gd name="connsiteX174" fmla="*/ 322767 w 415322"/>
                <a:gd name="connsiteY174" fmla="*/ 233388 h 277513"/>
                <a:gd name="connsiteX175" fmla="*/ 320907 w 415322"/>
                <a:gd name="connsiteY175" fmla="*/ 232969 h 277513"/>
                <a:gd name="connsiteX176" fmla="*/ 320163 w 415322"/>
                <a:gd name="connsiteY176" fmla="*/ 229993 h 277513"/>
                <a:gd name="connsiteX177" fmla="*/ 316442 w 415322"/>
                <a:gd name="connsiteY177" fmla="*/ 229248 h 277513"/>
                <a:gd name="connsiteX178" fmla="*/ 315698 w 415322"/>
                <a:gd name="connsiteY178" fmla="*/ 227016 h 277513"/>
                <a:gd name="connsiteX179" fmla="*/ 313837 w 415322"/>
                <a:gd name="connsiteY179" fmla="*/ 226691 h 277513"/>
                <a:gd name="connsiteX180" fmla="*/ 311977 w 415322"/>
                <a:gd name="connsiteY180" fmla="*/ 226272 h 277513"/>
                <a:gd name="connsiteX181" fmla="*/ 311651 w 415322"/>
                <a:gd name="connsiteY181" fmla="*/ 224784 h 277513"/>
                <a:gd name="connsiteX182" fmla="*/ 311233 w 415322"/>
                <a:gd name="connsiteY182" fmla="*/ 223295 h 277513"/>
                <a:gd name="connsiteX183" fmla="*/ 309000 w 415322"/>
                <a:gd name="connsiteY183" fmla="*/ 222923 h 277513"/>
                <a:gd name="connsiteX184" fmla="*/ 306768 w 415322"/>
                <a:gd name="connsiteY184" fmla="*/ 222551 h 277513"/>
                <a:gd name="connsiteX185" fmla="*/ 306396 w 415322"/>
                <a:gd name="connsiteY185" fmla="*/ 221016 h 277513"/>
                <a:gd name="connsiteX186" fmla="*/ 306024 w 415322"/>
                <a:gd name="connsiteY186" fmla="*/ 219575 h 277513"/>
                <a:gd name="connsiteX187" fmla="*/ 303791 w 415322"/>
                <a:gd name="connsiteY187" fmla="*/ 219575 h 277513"/>
                <a:gd name="connsiteX188" fmla="*/ 301559 w 415322"/>
                <a:gd name="connsiteY188" fmla="*/ 219575 h 277513"/>
                <a:gd name="connsiteX189" fmla="*/ 300815 w 415322"/>
                <a:gd name="connsiteY189" fmla="*/ 216598 h 277513"/>
                <a:gd name="connsiteX190" fmla="*/ 297094 w 415322"/>
                <a:gd name="connsiteY190" fmla="*/ 215854 h 277513"/>
                <a:gd name="connsiteX191" fmla="*/ 296350 w 415322"/>
                <a:gd name="connsiteY191" fmla="*/ 213622 h 277513"/>
                <a:gd name="connsiteX192" fmla="*/ 292629 w 415322"/>
                <a:gd name="connsiteY192" fmla="*/ 212133 h 277513"/>
                <a:gd name="connsiteX193" fmla="*/ 291141 w 415322"/>
                <a:gd name="connsiteY193" fmla="*/ 209901 h 277513"/>
                <a:gd name="connsiteX194" fmla="*/ 289188 w 415322"/>
                <a:gd name="connsiteY194" fmla="*/ 209575 h 277513"/>
                <a:gd name="connsiteX195" fmla="*/ 287420 w 415322"/>
                <a:gd name="connsiteY195" fmla="*/ 209157 h 277513"/>
                <a:gd name="connsiteX196" fmla="*/ 287420 w 415322"/>
                <a:gd name="connsiteY196" fmla="*/ 206180 h 277513"/>
                <a:gd name="connsiteX197" fmla="*/ 282211 w 415322"/>
                <a:gd name="connsiteY197" fmla="*/ 205436 h 277513"/>
                <a:gd name="connsiteX198" fmla="*/ 282211 w 415322"/>
                <a:gd name="connsiteY198" fmla="*/ 202459 h 277513"/>
                <a:gd name="connsiteX199" fmla="*/ 279653 w 415322"/>
                <a:gd name="connsiteY199" fmla="*/ 202645 h 277513"/>
                <a:gd name="connsiteX200" fmla="*/ 277002 w 415322"/>
                <a:gd name="connsiteY200" fmla="*/ 202459 h 277513"/>
                <a:gd name="connsiteX201" fmla="*/ 276258 w 415322"/>
                <a:gd name="connsiteY201" fmla="*/ 199483 h 277513"/>
                <a:gd name="connsiteX202" fmla="*/ 271793 w 415322"/>
                <a:gd name="connsiteY202" fmla="*/ 198739 h 277513"/>
                <a:gd name="connsiteX203" fmla="*/ 271793 w 415322"/>
                <a:gd name="connsiteY203" fmla="*/ 195762 h 277513"/>
                <a:gd name="connsiteX204" fmla="*/ 269654 w 415322"/>
                <a:gd name="connsiteY204" fmla="*/ 195948 h 277513"/>
                <a:gd name="connsiteX205" fmla="*/ 267329 w 415322"/>
                <a:gd name="connsiteY205" fmla="*/ 195762 h 277513"/>
                <a:gd name="connsiteX206" fmla="*/ 265840 w 415322"/>
                <a:gd name="connsiteY206" fmla="*/ 192786 h 277513"/>
                <a:gd name="connsiteX207" fmla="*/ 263608 w 415322"/>
                <a:gd name="connsiteY207" fmla="*/ 192414 h 277513"/>
                <a:gd name="connsiteX208" fmla="*/ 261375 w 415322"/>
                <a:gd name="connsiteY208" fmla="*/ 192041 h 277513"/>
                <a:gd name="connsiteX209" fmla="*/ 259887 w 415322"/>
                <a:gd name="connsiteY209" fmla="*/ 189065 h 277513"/>
                <a:gd name="connsiteX210" fmla="*/ 255422 w 415322"/>
                <a:gd name="connsiteY210" fmla="*/ 188321 h 277513"/>
                <a:gd name="connsiteX211" fmla="*/ 255422 w 415322"/>
                <a:gd name="connsiteY211" fmla="*/ 185344 h 277513"/>
                <a:gd name="connsiteX212" fmla="*/ 252864 w 415322"/>
                <a:gd name="connsiteY212" fmla="*/ 185530 h 277513"/>
                <a:gd name="connsiteX213" fmla="*/ 250213 w 415322"/>
                <a:gd name="connsiteY213" fmla="*/ 185344 h 277513"/>
                <a:gd name="connsiteX214" fmla="*/ 249469 w 415322"/>
                <a:gd name="connsiteY214" fmla="*/ 182368 h 277513"/>
                <a:gd name="connsiteX215" fmla="*/ 246865 w 415322"/>
                <a:gd name="connsiteY215" fmla="*/ 181996 h 277513"/>
                <a:gd name="connsiteX216" fmla="*/ 244260 w 415322"/>
                <a:gd name="connsiteY216" fmla="*/ 181623 h 277513"/>
                <a:gd name="connsiteX217" fmla="*/ 243516 w 415322"/>
                <a:gd name="connsiteY217" fmla="*/ 178647 h 277513"/>
                <a:gd name="connsiteX218" fmla="*/ 241981 w 415322"/>
                <a:gd name="connsiteY218" fmla="*/ 178461 h 277513"/>
                <a:gd name="connsiteX219" fmla="*/ 240539 w 415322"/>
                <a:gd name="connsiteY219" fmla="*/ 177903 h 277513"/>
                <a:gd name="connsiteX220" fmla="*/ 240539 w 415322"/>
                <a:gd name="connsiteY220" fmla="*/ 171950 h 277513"/>
                <a:gd name="connsiteX221" fmla="*/ 243516 w 415322"/>
                <a:gd name="connsiteY221" fmla="*/ 171950 h 277513"/>
                <a:gd name="connsiteX222" fmla="*/ 245004 w 415322"/>
                <a:gd name="connsiteY222" fmla="*/ 168229 h 277513"/>
                <a:gd name="connsiteX223" fmla="*/ 247981 w 415322"/>
                <a:gd name="connsiteY223" fmla="*/ 167485 h 277513"/>
                <a:gd name="connsiteX224" fmla="*/ 248353 w 415322"/>
                <a:gd name="connsiteY224" fmla="*/ 165950 h 277513"/>
                <a:gd name="connsiteX225" fmla="*/ 248725 w 415322"/>
                <a:gd name="connsiteY225" fmla="*/ 164508 h 277513"/>
                <a:gd name="connsiteX226" fmla="*/ 251702 w 415322"/>
                <a:gd name="connsiteY226" fmla="*/ 164508 h 277513"/>
                <a:gd name="connsiteX227" fmla="*/ 251702 w 415322"/>
                <a:gd name="connsiteY227" fmla="*/ 161532 h 277513"/>
                <a:gd name="connsiteX228" fmla="*/ 254678 w 415322"/>
                <a:gd name="connsiteY228" fmla="*/ 161532 h 277513"/>
                <a:gd name="connsiteX229" fmla="*/ 255422 w 415322"/>
                <a:gd name="connsiteY229" fmla="*/ 158555 h 277513"/>
                <a:gd name="connsiteX230" fmla="*/ 256911 w 415322"/>
                <a:gd name="connsiteY230" fmla="*/ 157811 h 277513"/>
                <a:gd name="connsiteX231" fmla="*/ 257562 w 415322"/>
                <a:gd name="connsiteY231" fmla="*/ 156323 h 277513"/>
                <a:gd name="connsiteX232" fmla="*/ 258399 w 415322"/>
                <a:gd name="connsiteY232" fmla="*/ 154834 h 277513"/>
                <a:gd name="connsiteX233" fmla="*/ 259934 w 415322"/>
                <a:gd name="connsiteY233" fmla="*/ 154462 h 277513"/>
                <a:gd name="connsiteX234" fmla="*/ 261375 w 415322"/>
                <a:gd name="connsiteY234" fmla="*/ 154090 h 277513"/>
                <a:gd name="connsiteX235" fmla="*/ 261747 w 415322"/>
                <a:gd name="connsiteY235" fmla="*/ 152556 h 277513"/>
                <a:gd name="connsiteX236" fmla="*/ 262120 w 415322"/>
                <a:gd name="connsiteY236" fmla="*/ 151114 h 277513"/>
                <a:gd name="connsiteX237" fmla="*/ 265096 w 415322"/>
                <a:gd name="connsiteY237" fmla="*/ 151114 h 277513"/>
                <a:gd name="connsiteX238" fmla="*/ 265840 w 415322"/>
                <a:gd name="connsiteY238" fmla="*/ 148137 h 277513"/>
                <a:gd name="connsiteX239" fmla="*/ 268073 w 415322"/>
                <a:gd name="connsiteY239" fmla="*/ 148137 h 277513"/>
                <a:gd name="connsiteX240" fmla="*/ 269561 w 415322"/>
                <a:gd name="connsiteY240" fmla="*/ 144416 h 277513"/>
                <a:gd name="connsiteX241" fmla="*/ 271049 w 415322"/>
                <a:gd name="connsiteY241" fmla="*/ 144416 h 277513"/>
                <a:gd name="connsiteX242" fmla="*/ 271282 w 415322"/>
                <a:gd name="connsiteY242" fmla="*/ 143021 h 277513"/>
                <a:gd name="connsiteX243" fmla="*/ 271793 w 415322"/>
                <a:gd name="connsiteY243" fmla="*/ 141440 h 277513"/>
                <a:gd name="connsiteX244" fmla="*/ 275514 w 415322"/>
                <a:gd name="connsiteY244" fmla="*/ 139952 h 277513"/>
                <a:gd name="connsiteX245" fmla="*/ 275514 w 415322"/>
                <a:gd name="connsiteY245" fmla="*/ 137719 h 277513"/>
                <a:gd name="connsiteX246" fmla="*/ 279235 w 415322"/>
                <a:gd name="connsiteY246" fmla="*/ 136975 h 277513"/>
                <a:gd name="connsiteX247" fmla="*/ 279235 w 415322"/>
                <a:gd name="connsiteY247" fmla="*/ 134743 h 277513"/>
                <a:gd name="connsiteX248" fmla="*/ 277935 w 415322"/>
                <a:gd name="connsiteY248" fmla="*/ 134740 h 277513"/>
                <a:gd name="connsiteX249" fmla="*/ 201708 w 415322"/>
                <a:gd name="connsiteY249" fmla="*/ 134534 h 277513"/>
                <a:gd name="connsiteX250" fmla="*/ 192562 w 415322"/>
                <a:gd name="connsiteY250" fmla="*/ 134506 h 277513"/>
                <a:gd name="connsiteX251" fmla="*/ 190723 w 415322"/>
                <a:gd name="connsiteY251" fmla="*/ 134501 h 277513"/>
                <a:gd name="connsiteX252" fmla="*/ 161213 w 415322"/>
                <a:gd name="connsiteY252" fmla="*/ 134425 h 277513"/>
                <a:gd name="connsiteX253" fmla="*/ 130949 w 415322"/>
                <a:gd name="connsiteY253" fmla="*/ 134339 h 277513"/>
                <a:gd name="connsiteX254" fmla="*/ 112264 w 415322"/>
                <a:gd name="connsiteY254" fmla="*/ 134291 h 277513"/>
                <a:gd name="connsiteX255" fmla="*/ 99462 w 415322"/>
                <a:gd name="connsiteY255" fmla="*/ 134252 h 277513"/>
                <a:gd name="connsiteX256" fmla="*/ 92069 w 415322"/>
                <a:gd name="connsiteY256" fmla="*/ 134233 h 277513"/>
                <a:gd name="connsiteX257" fmla="*/ 84065 w 415322"/>
                <a:gd name="connsiteY257" fmla="*/ 134206 h 277513"/>
                <a:gd name="connsiteX258" fmla="*/ 81690 w 415322"/>
                <a:gd name="connsiteY258" fmla="*/ 134210 h 277513"/>
                <a:gd name="connsiteX259" fmla="*/ 79532 w 415322"/>
                <a:gd name="connsiteY259" fmla="*/ 134193 h 277513"/>
                <a:gd name="connsiteX260" fmla="*/ 77664 w 415322"/>
                <a:gd name="connsiteY260" fmla="*/ 134188 h 277513"/>
                <a:gd name="connsiteX261" fmla="*/ 73852 w 415322"/>
                <a:gd name="connsiteY261" fmla="*/ 132510 h 277513"/>
                <a:gd name="connsiteX262" fmla="*/ 73852 w 415322"/>
                <a:gd name="connsiteY262" fmla="*/ 188321 h 277513"/>
                <a:gd name="connsiteX263" fmla="*/ 13577 w 415322"/>
                <a:gd name="connsiteY263" fmla="*/ 188321 h 277513"/>
                <a:gd name="connsiteX264" fmla="*/ 13540 w 415322"/>
                <a:gd name="connsiteY264" fmla="*/ 144976 h 277513"/>
                <a:gd name="connsiteX265" fmla="*/ 13520 w 415322"/>
                <a:gd name="connsiteY265" fmla="*/ 118479 h 277513"/>
                <a:gd name="connsiteX266" fmla="*/ 13507 w 415322"/>
                <a:gd name="connsiteY266" fmla="*/ 99184 h 277513"/>
                <a:gd name="connsiteX267" fmla="*/ 13498 w 415322"/>
                <a:gd name="connsiteY267" fmla="*/ 88962 h 277513"/>
                <a:gd name="connsiteX268" fmla="*/ 13492 w 415322"/>
                <a:gd name="connsiteY268" fmla="*/ 79351 h 277513"/>
                <a:gd name="connsiteX269" fmla="*/ 13488 w 415322"/>
                <a:gd name="connsiteY269" fmla="*/ 75813 h 277513"/>
                <a:gd name="connsiteX270" fmla="*/ 13487 w 415322"/>
                <a:gd name="connsiteY270" fmla="*/ 71004 h 277513"/>
                <a:gd name="connsiteX271" fmla="*/ 13485 w 415322"/>
                <a:gd name="connsiteY271" fmla="*/ 68279 h 277513"/>
                <a:gd name="connsiteX272" fmla="*/ 14321 w 415322"/>
                <a:gd name="connsiteY272" fmla="*/ 65538 h 277513"/>
                <a:gd name="connsiteX273" fmla="*/ 21049 w 415322"/>
                <a:gd name="connsiteY273" fmla="*/ 65448 h 277513"/>
                <a:gd name="connsiteX274" fmla="*/ 23215 w 415322"/>
                <a:gd name="connsiteY274" fmla="*/ 65446 h 277513"/>
                <a:gd name="connsiteX275" fmla="*/ 30458 w 415322"/>
                <a:gd name="connsiteY275" fmla="*/ 65453 h 277513"/>
                <a:gd name="connsiteX276" fmla="*/ 35627 w 415322"/>
                <a:gd name="connsiteY276" fmla="*/ 65453 h 277513"/>
                <a:gd name="connsiteX277" fmla="*/ 49708 w 415322"/>
                <a:gd name="connsiteY277" fmla="*/ 65462 h 277513"/>
                <a:gd name="connsiteX278" fmla="*/ 64406 w 415322"/>
                <a:gd name="connsiteY278" fmla="*/ 65468 h 277513"/>
                <a:gd name="connsiteX279" fmla="*/ 89091 w 415322"/>
                <a:gd name="connsiteY279" fmla="*/ 65481 h 277513"/>
                <a:gd name="connsiteX280" fmla="*/ 114521 w 415322"/>
                <a:gd name="connsiteY280" fmla="*/ 65497 h 277513"/>
                <a:gd name="connsiteX281" fmla="*/ 116103 w 415322"/>
                <a:gd name="connsiteY281" fmla="*/ 65497 h 277513"/>
                <a:gd name="connsiteX282" fmla="*/ 123961 w 415322"/>
                <a:gd name="connsiteY282" fmla="*/ 65500 h 277513"/>
                <a:gd name="connsiteX283" fmla="*/ 189194 w 415322"/>
                <a:gd name="connsiteY283" fmla="*/ 65538 h 277513"/>
                <a:gd name="connsiteX284" fmla="*/ 187705 w 415322"/>
                <a:gd name="connsiteY284" fmla="*/ 60329 h 277513"/>
                <a:gd name="connsiteX285" fmla="*/ 186217 w 415322"/>
                <a:gd name="connsiteY285" fmla="*/ 59584 h 277513"/>
                <a:gd name="connsiteX286" fmla="*/ 185802 w 415322"/>
                <a:gd name="connsiteY286" fmla="*/ 53236 h 277513"/>
                <a:gd name="connsiteX287" fmla="*/ 185473 w 415322"/>
                <a:gd name="connsiteY287" fmla="*/ 51399 h 277513"/>
                <a:gd name="connsiteX288" fmla="*/ 183241 w 415322"/>
                <a:gd name="connsiteY288" fmla="*/ 50655 h 277513"/>
                <a:gd name="connsiteX289" fmla="*/ 182729 w 415322"/>
                <a:gd name="connsiteY289" fmla="*/ 46143 h 277513"/>
                <a:gd name="connsiteX290" fmla="*/ 182581 w 415322"/>
                <a:gd name="connsiteY290" fmla="*/ 43652 h 277513"/>
                <a:gd name="connsiteX291" fmla="*/ 182496 w 415322"/>
                <a:gd name="connsiteY291" fmla="*/ 41725 h 277513"/>
                <a:gd name="connsiteX292" fmla="*/ 180264 w 415322"/>
                <a:gd name="connsiteY292" fmla="*/ 41725 h 277513"/>
                <a:gd name="connsiteX293" fmla="*/ 180264 w 415322"/>
                <a:gd name="connsiteY293" fmla="*/ 33540 h 277513"/>
                <a:gd name="connsiteX294" fmla="*/ 178032 w 415322"/>
                <a:gd name="connsiteY294" fmla="*/ 33540 h 277513"/>
                <a:gd name="connsiteX295" fmla="*/ 176543 w 415322"/>
                <a:gd name="connsiteY295" fmla="*/ 25354 h 277513"/>
                <a:gd name="connsiteX296" fmla="*/ 175055 w 415322"/>
                <a:gd name="connsiteY296" fmla="*/ 25354 h 277513"/>
                <a:gd name="connsiteX297" fmla="*/ 175055 w 415322"/>
                <a:gd name="connsiteY297" fmla="*/ 17913 h 277513"/>
                <a:gd name="connsiteX298" fmla="*/ 185473 w 415322"/>
                <a:gd name="connsiteY298" fmla="*/ 17168 h 277513"/>
                <a:gd name="connsiteX299" fmla="*/ 185473 w 415322"/>
                <a:gd name="connsiteY299" fmla="*/ 14192 h 277513"/>
                <a:gd name="connsiteX300" fmla="*/ 187726 w 415322"/>
                <a:gd name="connsiteY300" fmla="*/ 14108 h 277513"/>
                <a:gd name="connsiteX301" fmla="*/ 190636 w 415322"/>
                <a:gd name="connsiteY301" fmla="*/ 13959 h 277513"/>
                <a:gd name="connsiteX302" fmla="*/ 193539 w 415322"/>
                <a:gd name="connsiteY302" fmla="*/ 13829 h 277513"/>
                <a:gd name="connsiteX303" fmla="*/ 195891 w 415322"/>
                <a:gd name="connsiteY303" fmla="*/ 13448 h 277513"/>
                <a:gd name="connsiteX304" fmla="*/ 196635 w 415322"/>
                <a:gd name="connsiteY304" fmla="*/ 11215 h 277513"/>
                <a:gd name="connsiteX305" fmla="*/ 201054 w 415322"/>
                <a:gd name="connsiteY305" fmla="*/ 10750 h 277513"/>
                <a:gd name="connsiteX306" fmla="*/ 207053 w 415322"/>
                <a:gd name="connsiteY306" fmla="*/ 9727 h 277513"/>
                <a:gd name="connsiteX307" fmla="*/ 207053 w 415322"/>
                <a:gd name="connsiteY307" fmla="*/ 7495 h 277513"/>
                <a:gd name="connsiteX308" fmla="*/ 209443 w 415322"/>
                <a:gd name="connsiteY308" fmla="*/ 7410 h 277513"/>
                <a:gd name="connsiteX309" fmla="*/ 212541 w 415322"/>
                <a:gd name="connsiteY309" fmla="*/ 7262 h 277513"/>
                <a:gd name="connsiteX310" fmla="*/ 214117 w 415322"/>
                <a:gd name="connsiteY310" fmla="*/ 7211 h 277513"/>
                <a:gd name="connsiteX311" fmla="*/ 218215 w 415322"/>
                <a:gd name="connsiteY311" fmla="*/ 6750 h 277513"/>
                <a:gd name="connsiteX312" fmla="*/ 219704 w 415322"/>
                <a:gd name="connsiteY312" fmla="*/ 4518 h 277513"/>
                <a:gd name="connsiteX313" fmla="*/ 225006 w 415322"/>
                <a:gd name="connsiteY313" fmla="*/ 4006 h 277513"/>
                <a:gd name="connsiteX314" fmla="*/ 227895 w 415322"/>
                <a:gd name="connsiteY314" fmla="*/ 3858 h 277513"/>
                <a:gd name="connsiteX315" fmla="*/ 230121 w 415322"/>
                <a:gd name="connsiteY315" fmla="*/ 3774 h 277513"/>
                <a:gd name="connsiteX316" fmla="*/ 230121 w 415322"/>
                <a:gd name="connsiteY316" fmla="*/ 797 h 27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415322" h="277513">
                  <a:moveTo>
                    <a:pt x="230121" y="797"/>
                  </a:moveTo>
                  <a:cubicBezTo>
                    <a:pt x="231841" y="697"/>
                    <a:pt x="233562" y="625"/>
                    <a:pt x="235284" y="565"/>
                  </a:cubicBezTo>
                  <a:cubicBezTo>
                    <a:pt x="236721" y="500"/>
                    <a:pt x="236721" y="500"/>
                    <a:pt x="238188" y="434"/>
                  </a:cubicBezTo>
                  <a:cubicBezTo>
                    <a:pt x="238964" y="554"/>
                    <a:pt x="239740" y="674"/>
                    <a:pt x="240539" y="797"/>
                  </a:cubicBezTo>
                  <a:cubicBezTo>
                    <a:pt x="241100" y="2626"/>
                    <a:pt x="241100" y="2626"/>
                    <a:pt x="241284" y="4518"/>
                  </a:cubicBezTo>
                  <a:cubicBezTo>
                    <a:pt x="242020" y="4764"/>
                    <a:pt x="242757" y="5009"/>
                    <a:pt x="243516" y="5262"/>
                  </a:cubicBezTo>
                  <a:cubicBezTo>
                    <a:pt x="243734" y="6800"/>
                    <a:pt x="243734" y="6800"/>
                    <a:pt x="243656" y="8657"/>
                  </a:cubicBezTo>
                  <a:cubicBezTo>
                    <a:pt x="243635" y="9272"/>
                    <a:pt x="243615" y="9887"/>
                    <a:pt x="243595" y="10521"/>
                  </a:cubicBezTo>
                  <a:cubicBezTo>
                    <a:pt x="243556" y="11233"/>
                    <a:pt x="243556" y="11233"/>
                    <a:pt x="243516" y="11959"/>
                  </a:cubicBezTo>
                  <a:cubicBezTo>
                    <a:pt x="244253" y="11959"/>
                    <a:pt x="244989" y="11959"/>
                    <a:pt x="245748" y="11959"/>
                  </a:cubicBezTo>
                  <a:cubicBezTo>
                    <a:pt x="246240" y="13236"/>
                    <a:pt x="246240" y="13236"/>
                    <a:pt x="246539" y="14890"/>
                  </a:cubicBezTo>
                  <a:cubicBezTo>
                    <a:pt x="246811" y="16503"/>
                    <a:pt x="246811" y="16503"/>
                    <a:pt x="247237" y="17913"/>
                  </a:cubicBezTo>
                  <a:cubicBezTo>
                    <a:pt x="247728" y="18158"/>
                    <a:pt x="248219" y="18404"/>
                    <a:pt x="248725" y="18657"/>
                  </a:cubicBezTo>
                  <a:cubicBezTo>
                    <a:pt x="248988" y="20387"/>
                    <a:pt x="249055" y="22095"/>
                    <a:pt x="249141" y="23842"/>
                  </a:cubicBezTo>
                  <a:cubicBezTo>
                    <a:pt x="249249" y="24341"/>
                    <a:pt x="249357" y="24840"/>
                    <a:pt x="249469" y="25354"/>
                  </a:cubicBezTo>
                  <a:cubicBezTo>
                    <a:pt x="250206" y="25600"/>
                    <a:pt x="250943" y="25845"/>
                    <a:pt x="251702" y="26098"/>
                  </a:cubicBezTo>
                  <a:cubicBezTo>
                    <a:pt x="252030" y="27447"/>
                    <a:pt x="252030" y="27447"/>
                    <a:pt x="252120" y="29075"/>
                  </a:cubicBezTo>
                  <a:cubicBezTo>
                    <a:pt x="252184" y="30662"/>
                    <a:pt x="252184" y="30662"/>
                    <a:pt x="252446" y="32051"/>
                  </a:cubicBezTo>
                  <a:cubicBezTo>
                    <a:pt x="252937" y="32297"/>
                    <a:pt x="253428" y="32542"/>
                    <a:pt x="253934" y="32795"/>
                  </a:cubicBezTo>
                  <a:cubicBezTo>
                    <a:pt x="254102" y="34303"/>
                    <a:pt x="254264" y="35813"/>
                    <a:pt x="254350" y="37327"/>
                  </a:cubicBezTo>
                  <a:cubicBezTo>
                    <a:pt x="254577" y="39049"/>
                    <a:pt x="254577" y="39049"/>
                    <a:pt x="256911" y="40237"/>
                  </a:cubicBezTo>
                  <a:cubicBezTo>
                    <a:pt x="257291" y="42173"/>
                    <a:pt x="257291" y="42173"/>
                    <a:pt x="257422" y="44423"/>
                  </a:cubicBezTo>
                  <a:cubicBezTo>
                    <a:pt x="257471" y="45169"/>
                    <a:pt x="257520" y="45915"/>
                    <a:pt x="257570" y="46684"/>
                  </a:cubicBezTo>
                  <a:cubicBezTo>
                    <a:pt x="257598" y="47258"/>
                    <a:pt x="257626" y="47831"/>
                    <a:pt x="257655" y="48422"/>
                  </a:cubicBezTo>
                  <a:cubicBezTo>
                    <a:pt x="258391" y="48422"/>
                    <a:pt x="259128" y="48422"/>
                    <a:pt x="259887" y="48422"/>
                  </a:cubicBezTo>
                  <a:cubicBezTo>
                    <a:pt x="259924" y="48897"/>
                    <a:pt x="259960" y="49372"/>
                    <a:pt x="259998" y="49861"/>
                  </a:cubicBezTo>
                  <a:cubicBezTo>
                    <a:pt x="260081" y="50784"/>
                    <a:pt x="260081" y="50784"/>
                    <a:pt x="260166" y="51724"/>
                  </a:cubicBezTo>
                  <a:cubicBezTo>
                    <a:pt x="260218" y="52337"/>
                    <a:pt x="260270" y="52950"/>
                    <a:pt x="260323" y="53582"/>
                  </a:cubicBezTo>
                  <a:cubicBezTo>
                    <a:pt x="260425" y="54089"/>
                    <a:pt x="260526" y="54597"/>
                    <a:pt x="260631" y="55120"/>
                  </a:cubicBezTo>
                  <a:cubicBezTo>
                    <a:pt x="261122" y="55365"/>
                    <a:pt x="261614" y="55611"/>
                    <a:pt x="262120" y="55864"/>
                  </a:cubicBezTo>
                  <a:cubicBezTo>
                    <a:pt x="262365" y="59056"/>
                    <a:pt x="262611" y="62248"/>
                    <a:pt x="262864" y="65538"/>
                  </a:cubicBezTo>
                  <a:cubicBezTo>
                    <a:pt x="317625" y="65538"/>
                    <a:pt x="372386" y="65538"/>
                    <a:pt x="428807" y="65538"/>
                  </a:cubicBezTo>
                  <a:cubicBezTo>
                    <a:pt x="428807" y="103846"/>
                    <a:pt x="428807" y="142154"/>
                    <a:pt x="428807" y="181623"/>
                  </a:cubicBezTo>
                  <a:cubicBezTo>
                    <a:pt x="408179" y="181623"/>
                    <a:pt x="387552" y="181623"/>
                    <a:pt x="366299" y="181623"/>
                  </a:cubicBezTo>
                  <a:cubicBezTo>
                    <a:pt x="366299" y="165416"/>
                    <a:pt x="366299" y="149209"/>
                    <a:pt x="366299" y="132510"/>
                  </a:cubicBezTo>
                  <a:cubicBezTo>
                    <a:pt x="365194" y="133247"/>
                    <a:pt x="365194" y="133247"/>
                    <a:pt x="364067" y="133999"/>
                  </a:cubicBezTo>
                  <a:cubicBezTo>
                    <a:pt x="362537" y="134193"/>
                    <a:pt x="362537" y="134193"/>
                    <a:pt x="360747" y="134206"/>
                  </a:cubicBezTo>
                  <a:cubicBezTo>
                    <a:pt x="360068" y="134214"/>
                    <a:pt x="359389" y="134222"/>
                    <a:pt x="358689" y="134231"/>
                  </a:cubicBezTo>
                  <a:cubicBezTo>
                    <a:pt x="357574" y="134233"/>
                    <a:pt x="357574" y="134233"/>
                    <a:pt x="356436" y="134236"/>
                  </a:cubicBezTo>
                  <a:cubicBezTo>
                    <a:pt x="355260" y="134247"/>
                    <a:pt x="355260" y="134247"/>
                    <a:pt x="354060" y="134258"/>
                  </a:cubicBezTo>
                  <a:cubicBezTo>
                    <a:pt x="351463" y="134281"/>
                    <a:pt x="348866" y="134294"/>
                    <a:pt x="346268" y="134307"/>
                  </a:cubicBezTo>
                  <a:cubicBezTo>
                    <a:pt x="344470" y="134321"/>
                    <a:pt x="342671" y="134335"/>
                    <a:pt x="340872" y="134350"/>
                  </a:cubicBezTo>
                  <a:cubicBezTo>
                    <a:pt x="336134" y="134389"/>
                    <a:pt x="331396" y="134418"/>
                    <a:pt x="326658" y="134446"/>
                  </a:cubicBezTo>
                  <a:cubicBezTo>
                    <a:pt x="321825" y="134475"/>
                    <a:pt x="316992" y="134513"/>
                    <a:pt x="312159" y="134551"/>
                  </a:cubicBezTo>
                  <a:cubicBezTo>
                    <a:pt x="302672" y="134623"/>
                    <a:pt x="293186" y="134686"/>
                    <a:pt x="283700" y="134743"/>
                  </a:cubicBezTo>
                  <a:cubicBezTo>
                    <a:pt x="285413" y="136648"/>
                    <a:pt x="285413" y="136648"/>
                    <a:pt x="287885" y="137301"/>
                  </a:cubicBezTo>
                  <a:cubicBezTo>
                    <a:pt x="288469" y="137439"/>
                    <a:pt x="289052" y="137577"/>
                    <a:pt x="289653" y="137719"/>
                  </a:cubicBezTo>
                  <a:cubicBezTo>
                    <a:pt x="289729" y="138226"/>
                    <a:pt x="289806" y="138732"/>
                    <a:pt x="289885" y="139254"/>
                  </a:cubicBezTo>
                  <a:cubicBezTo>
                    <a:pt x="290054" y="139730"/>
                    <a:pt x="290223" y="140206"/>
                    <a:pt x="290397" y="140696"/>
                  </a:cubicBezTo>
                  <a:cubicBezTo>
                    <a:pt x="291921" y="140696"/>
                    <a:pt x="293447" y="140689"/>
                    <a:pt x="294969" y="140606"/>
                  </a:cubicBezTo>
                  <a:cubicBezTo>
                    <a:pt x="295425" y="140635"/>
                    <a:pt x="295881" y="140665"/>
                    <a:pt x="296350" y="140696"/>
                  </a:cubicBezTo>
                  <a:cubicBezTo>
                    <a:pt x="297187" y="142138"/>
                    <a:pt x="297187" y="142138"/>
                    <a:pt x="297838" y="143672"/>
                  </a:cubicBezTo>
                  <a:cubicBezTo>
                    <a:pt x="300115" y="144279"/>
                    <a:pt x="300115" y="144279"/>
                    <a:pt x="302303" y="144416"/>
                  </a:cubicBezTo>
                  <a:cubicBezTo>
                    <a:pt x="302303" y="145399"/>
                    <a:pt x="302303" y="146381"/>
                    <a:pt x="302303" y="147393"/>
                  </a:cubicBezTo>
                  <a:cubicBezTo>
                    <a:pt x="303147" y="147316"/>
                    <a:pt x="303991" y="147240"/>
                    <a:pt x="304861" y="147160"/>
                  </a:cubicBezTo>
                  <a:cubicBezTo>
                    <a:pt x="306173" y="147276"/>
                    <a:pt x="306173" y="147276"/>
                    <a:pt x="307512" y="147393"/>
                  </a:cubicBezTo>
                  <a:cubicBezTo>
                    <a:pt x="307760" y="148633"/>
                    <a:pt x="308008" y="149874"/>
                    <a:pt x="308256" y="151114"/>
                  </a:cubicBezTo>
                  <a:cubicBezTo>
                    <a:pt x="309992" y="151145"/>
                    <a:pt x="311729" y="151145"/>
                    <a:pt x="313465" y="151114"/>
                  </a:cubicBezTo>
                  <a:cubicBezTo>
                    <a:pt x="313884" y="152556"/>
                    <a:pt x="313884" y="152556"/>
                    <a:pt x="314209" y="154090"/>
                  </a:cubicBezTo>
                  <a:cubicBezTo>
                    <a:pt x="315692" y="154368"/>
                    <a:pt x="317181" y="154617"/>
                    <a:pt x="318674" y="154834"/>
                  </a:cubicBezTo>
                  <a:cubicBezTo>
                    <a:pt x="318920" y="155571"/>
                    <a:pt x="319165" y="156308"/>
                    <a:pt x="319418" y="157067"/>
                  </a:cubicBezTo>
                  <a:cubicBezTo>
                    <a:pt x="320708" y="157228"/>
                    <a:pt x="320708" y="157228"/>
                    <a:pt x="322023" y="157392"/>
                  </a:cubicBezTo>
                  <a:cubicBezTo>
                    <a:pt x="322882" y="157531"/>
                    <a:pt x="323742" y="157669"/>
                    <a:pt x="324627" y="157811"/>
                  </a:cubicBezTo>
                  <a:cubicBezTo>
                    <a:pt x="324904" y="158796"/>
                    <a:pt x="325153" y="159788"/>
                    <a:pt x="325372" y="160788"/>
                  </a:cubicBezTo>
                  <a:cubicBezTo>
                    <a:pt x="327616" y="161399"/>
                    <a:pt x="327616" y="161399"/>
                    <a:pt x="329836" y="161532"/>
                  </a:cubicBezTo>
                  <a:cubicBezTo>
                    <a:pt x="329836" y="162514"/>
                    <a:pt x="329836" y="163496"/>
                    <a:pt x="329836" y="164508"/>
                  </a:cubicBezTo>
                  <a:cubicBezTo>
                    <a:pt x="330680" y="164447"/>
                    <a:pt x="331525" y="164385"/>
                    <a:pt x="332394" y="164322"/>
                  </a:cubicBezTo>
                  <a:cubicBezTo>
                    <a:pt x="333269" y="164384"/>
                    <a:pt x="334144" y="164445"/>
                    <a:pt x="335045" y="164508"/>
                  </a:cubicBezTo>
                  <a:cubicBezTo>
                    <a:pt x="335464" y="165950"/>
                    <a:pt x="335464" y="165950"/>
                    <a:pt x="335789" y="167485"/>
                  </a:cubicBezTo>
                  <a:cubicBezTo>
                    <a:pt x="337277" y="167738"/>
                    <a:pt x="338765" y="167986"/>
                    <a:pt x="340254" y="168229"/>
                  </a:cubicBezTo>
                  <a:cubicBezTo>
                    <a:pt x="340775" y="169209"/>
                    <a:pt x="341272" y="170201"/>
                    <a:pt x="341743" y="171206"/>
                  </a:cubicBezTo>
                  <a:cubicBezTo>
                    <a:pt x="342372" y="171328"/>
                    <a:pt x="343001" y="171451"/>
                    <a:pt x="343649" y="171578"/>
                  </a:cubicBezTo>
                  <a:cubicBezTo>
                    <a:pt x="344248" y="171700"/>
                    <a:pt x="344847" y="171823"/>
                    <a:pt x="345463" y="171950"/>
                  </a:cubicBezTo>
                  <a:cubicBezTo>
                    <a:pt x="345586" y="172456"/>
                    <a:pt x="345709" y="172963"/>
                    <a:pt x="345835" y="173484"/>
                  </a:cubicBezTo>
                  <a:cubicBezTo>
                    <a:pt x="345958" y="173960"/>
                    <a:pt x="346081" y="174436"/>
                    <a:pt x="346207" y="174926"/>
                  </a:cubicBezTo>
                  <a:cubicBezTo>
                    <a:pt x="347447" y="174957"/>
                    <a:pt x="348688" y="174957"/>
                    <a:pt x="349928" y="174926"/>
                  </a:cubicBezTo>
                  <a:cubicBezTo>
                    <a:pt x="350174" y="175663"/>
                    <a:pt x="350419" y="176400"/>
                    <a:pt x="350672" y="177159"/>
                  </a:cubicBezTo>
                  <a:cubicBezTo>
                    <a:pt x="351532" y="177404"/>
                    <a:pt x="352391" y="177650"/>
                    <a:pt x="353277" y="177903"/>
                  </a:cubicBezTo>
                  <a:cubicBezTo>
                    <a:pt x="354136" y="178148"/>
                    <a:pt x="354996" y="178394"/>
                    <a:pt x="355881" y="178647"/>
                  </a:cubicBezTo>
                  <a:cubicBezTo>
                    <a:pt x="356127" y="179384"/>
                    <a:pt x="356372" y="180120"/>
                    <a:pt x="356625" y="180879"/>
                  </a:cubicBezTo>
                  <a:cubicBezTo>
                    <a:pt x="357239" y="181125"/>
                    <a:pt x="357853" y="181370"/>
                    <a:pt x="358486" y="181623"/>
                  </a:cubicBezTo>
                  <a:cubicBezTo>
                    <a:pt x="359100" y="181869"/>
                    <a:pt x="359714" y="182115"/>
                    <a:pt x="360346" y="182368"/>
                  </a:cubicBezTo>
                  <a:cubicBezTo>
                    <a:pt x="360592" y="183104"/>
                    <a:pt x="360837" y="183841"/>
                    <a:pt x="361090" y="184600"/>
                  </a:cubicBezTo>
                  <a:cubicBezTo>
                    <a:pt x="361689" y="184707"/>
                    <a:pt x="362287" y="184815"/>
                    <a:pt x="362904" y="184926"/>
                  </a:cubicBezTo>
                  <a:cubicBezTo>
                    <a:pt x="363533" y="185064"/>
                    <a:pt x="364163" y="185202"/>
                    <a:pt x="364811" y="185344"/>
                  </a:cubicBezTo>
                  <a:cubicBezTo>
                    <a:pt x="365307" y="186336"/>
                    <a:pt x="365803" y="187329"/>
                    <a:pt x="366299" y="188321"/>
                  </a:cubicBezTo>
                  <a:cubicBezTo>
                    <a:pt x="367535" y="188592"/>
                    <a:pt x="368775" y="188841"/>
                    <a:pt x="370020" y="189065"/>
                  </a:cubicBezTo>
                  <a:cubicBezTo>
                    <a:pt x="370266" y="189802"/>
                    <a:pt x="370511" y="190538"/>
                    <a:pt x="370764" y="191297"/>
                  </a:cubicBezTo>
                  <a:cubicBezTo>
                    <a:pt x="371378" y="191420"/>
                    <a:pt x="371992" y="191543"/>
                    <a:pt x="372624" y="191669"/>
                  </a:cubicBezTo>
                  <a:cubicBezTo>
                    <a:pt x="373238" y="191792"/>
                    <a:pt x="373852" y="191915"/>
                    <a:pt x="374485" y="192041"/>
                  </a:cubicBezTo>
                  <a:cubicBezTo>
                    <a:pt x="374730" y="192778"/>
                    <a:pt x="374976" y="193515"/>
                    <a:pt x="375229" y="194274"/>
                  </a:cubicBezTo>
                  <a:cubicBezTo>
                    <a:pt x="375981" y="194504"/>
                    <a:pt x="376733" y="194734"/>
                    <a:pt x="377508" y="194972"/>
                  </a:cubicBezTo>
                  <a:cubicBezTo>
                    <a:pt x="378229" y="195232"/>
                    <a:pt x="378951" y="195493"/>
                    <a:pt x="379694" y="195762"/>
                  </a:cubicBezTo>
                  <a:cubicBezTo>
                    <a:pt x="379694" y="196744"/>
                    <a:pt x="379694" y="197727"/>
                    <a:pt x="379694" y="198739"/>
                  </a:cubicBezTo>
                  <a:cubicBezTo>
                    <a:pt x="380277" y="198662"/>
                    <a:pt x="380860" y="198585"/>
                    <a:pt x="381461" y="198506"/>
                  </a:cubicBezTo>
                  <a:cubicBezTo>
                    <a:pt x="382106" y="198583"/>
                    <a:pt x="382750" y="198660"/>
                    <a:pt x="383414" y="198739"/>
                  </a:cubicBezTo>
                  <a:cubicBezTo>
                    <a:pt x="383760" y="199660"/>
                    <a:pt x="383760" y="199660"/>
                    <a:pt x="384112" y="200599"/>
                  </a:cubicBezTo>
                  <a:cubicBezTo>
                    <a:pt x="384373" y="201213"/>
                    <a:pt x="384634" y="201827"/>
                    <a:pt x="384903" y="202459"/>
                  </a:cubicBezTo>
                  <a:cubicBezTo>
                    <a:pt x="387198" y="202770"/>
                    <a:pt x="387198" y="202770"/>
                    <a:pt x="389368" y="202459"/>
                  </a:cubicBezTo>
                  <a:cubicBezTo>
                    <a:pt x="389368" y="203442"/>
                    <a:pt x="389368" y="204424"/>
                    <a:pt x="389368" y="205436"/>
                  </a:cubicBezTo>
                  <a:cubicBezTo>
                    <a:pt x="390600" y="205720"/>
                    <a:pt x="391842" y="205967"/>
                    <a:pt x="393088" y="206180"/>
                  </a:cubicBezTo>
                  <a:cubicBezTo>
                    <a:pt x="393334" y="206917"/>
                    <a:pt x="393579" y="207654"/>
                    <a:pt x="393832" y="208413"/>
                  </a:cubicBezTo>
                  <a:cubicBezTo>
                    <a:pt x="395068" y="208920"/>
                    <a:pt x="396309" y="209415"/>
                    <a:pt x="397553" y="209901"/>
                  </a:cubicBezTo>
                  <a:cubicBezTo>
                    <a:pt x="398044" y="210638"/>
                    <a:pt x="398535" y="211374"/>
                    <a:pt x="399041" y="212133"/>
                  </a:cubicBezTo>
                  <a:cubicBezTo>
                    <a:pt x="399778" y="212379"/>
                    <a:pt x="400515" y="212624"/>
                    <a:pt x="401274" y="212877"/>
                  </a:cubicBezTo>
                  <a:cubicBezTo>
                    <a:pt x="401519" y="213614"/>
                    <a:pt x="401765" y="214351"/>
                    <a:pt x="402018" y="215110"/>
                  </a:cubicBezTo>
                  <a:cubicBezTo>
                    <a:pt x="402617" y="215217"/>
                    <a:pt x="403215" y="215325"/>
                    <a:pt x="403832" y="215435"/>
                  </a:cubicBezTo>
                  <a:cubicBezTo>
                    <a:pt x="404461" y="215574"/>
                    <a:pt x="405090" y="215712"/>
                    <a:pt x="405739" y="215854"/>
                  </a:cubicBezTo>
                  <a:cubicBezTo>
                    <a:pt x="406576" y="217342"/>
                    <a:pt x="406576" y="217342"/>
                    <a:pt x="407227" y="218831"/>
                  </a:cubicBezTo>
                  <a:cubicBezTo>
                    <a:pt x="407964" y="219076"/>
                    <a:pt x="408700" y="219322"/>
                    <a:pt x="409459" y="219575"/>
                  </a:cubicBezTo>
                  <a:cubicBezTo>
                    <a:pt x="409705" y="220311"/>
                    <a:pt x="409951" y="221048"/>
                    <a:pt x="410204" y="221807"/>
                  </a:cubicBezTo>
                  <a:cubicBezTo>
                    <a:pt x="411441" y="222309"/>
                    <a:pt x="412682" y="222804"/>
                    <a:pt x="413924" y="223295"/>
                  </a:cubicBezTo>
                  <a:cubicBezTo>
                    <a:pt x="414945" y="224258"/>
                    <a:pt x="415942" y="225247"/>
                    <a:pt x="416901" y="226272"/>
                  </a:cubicBezTo>
                  <a:cubicBezTo>
                    <a:pt x="417392" y="226517"/>
                    <a:pt x="417883" y="226763"/>
                    <a:pt x="418389" y="227016"/>
                  </a:cubicBezTo>
                  <a:cubicBezTo>
                    <a:pt x="418697" y="229042"/>
                    <a:pt x="418697" y="229042"/>
                    <a:pt x="418854" y="231527"/>
                  </a:cubicBezTo>
                  <a:cubicBezTo>
                    <a:pt x="418910" y="232350"/>
                    <a:pt x="418965" y="233172"/>
                    <a:pt x="419023" y="234019"/>
                  </a:cubicBezTo>
                  <a:cubicBezTo>
                    <a:pt x="419059" y="234655"/>
                    <a:pt x="419096" y="235290"/>
                    <a:pt x="419133" y="235946"/>
                  </a:cubicBezTo>
                  <a:cubicBezTo>
                    <a:pt x="418538" y="235907"/>
                    <a:pt x="417942" y="235869"/>
                    <a:pt x="417328" y="235829"/>
                  </a:cubicBezTo>
                  <a:cubicBezTo>
                    <a:pt x="416380" y="235887"/>
                    <a:pt x="416380" y="235887"/>
                    <a:pt x="415413" y="235946"/>
                  </a:cubicBezTo>
                  <a:cubicBezTo>
                    <a:pt x="414495" y="237774"/>
                    <a:pt x="414495" y="237774"/>
                    <a:pt x="413924" y="239666"/>
                  </a:cubicBezTo>
                  <a:cubicBezTo>
                    <a:pt x="413433" y="239666"/>
                    <a:pt x="412942" y="239666"/>
                    <a:pt x="412436" y="239666"/>
                  </a:cubicBezTo>
                  <a:cubicBezTo>
                    <a:pt x="412298" y="240357"/>
                    <a:pt x="412298" y="240357"/>
                    <a:pt x="412157" y="241062"/>
                  </a:cubicBezTo>
                  <a:cubicBezTo>
                    <a:pt x="412003" y="241584"/>
                    <a:pt x="411850" y="242105"/>
                    <a:pt x="411692" y="242643"/>
                  </a:cubicBezTo>
                  <a:cubicBezTo>
                    <a:pt x="410712" y="243163"/>
                    <a:pt x="409720" y="243660"/>
                    <a:pt x="408715" y="244131"/>
                  </a:cubicBezTo>
                  <a:cubicBezTo>
                    <a:pt x="408470" y="244868"/>
                    <a:pt x="408224" y="245605"/>
                    <a:pt x="407971" y="246364"/>
                  </a:cubicBezTo>
                  <a:cubicBezTo>
                    <a:pt x="406979" y="246612"/>
                    <a:pt x="405987" y="246860"/>
                    <a:pt x="404995" y="247108"/>
                  </a:cubicBezTo>
                  <a:cubicBezTo>
                    <a:pt x="404749" y="247845"/>
                    <a:pt x="404503" y="248581"/>
                    <a:pt x="404250" y="249340"/>
                  </a:cubicBezTo>
                  <a:cubicBezTo>
                    <a:pt x="403744" y="249448"/>
                    <a:pt x="403237" y="249555"/>
                    <a:pt x="402716" y="249666"/>
                  </a:cubicBezTo>
                  <a:cubicBezTo>
                    <a:pt x="402240" y="249804"/>
                    <a:pt x="401764" y="249942"/>
                    <a:pt x="401274" y="250084"/>
                  </a:cubicBezTo>
                  <a:cubicBezTo>
                    <a:pt x="401274" y="251067"/>
                    <a:pt x="401274" y="252049"/>
                    <a:pt x="401274" y="253061"/>
                  </a:cubicBezTo>
                  <a:cubicBezTo>
                    <a:pt x="400537" y="253307"/>
                    <a:pt x="399800" y="253552"/>
                    <a:pt x="399041" y="253805"/>
                  </a:cubicBezTo>
                  <a:cubicBezTo>
                    <a:pt x="398533" y="254791"/>
                    <a:pt x="398038" y="255784"/>
                    <a:pt x="397553" y="256782"/>
                  </a:cubicBezTo>
                  <a:cubicBezTo>
                    <a:pt x="396294" y="257971"/>
                    <a:pt x="396294" y="257971"/>
                    <a:pt x="394902" y="259061"/>
                  </a:cubicBezTo>
                  <a:cubicBezTo>
                    <a:pt x="392944" y="260596"/>
                    <a:pt x="392415" y="261033"/>
                    <a:pt x="391600" y="263479"/>
                  </a:cubicBezTo>
                  <a:cubicBezTo>
                    <a:pt x="390608" y="263727"/>
                    <a:pt x="389616" y="263975"/>
                    <a:pt x="388623" y="264223"/>
                  </a:cubicBezTo>
                  <a:cubicBezTo>
                    <a:pt x="388378" y="264960"/>
                    <a:pt x="388132" y="265697"/>
                    <a:pt x="387879" y="266456"/>
                  </a:cubicBezTo>
                  <a:cubicBezTo>
                    <a:pt x="387373" y="266563"/>
                    <a:pt x="386866" y="266670"/>
                    <a:pt x="386345" y="266781"/>
                  </a:cubicBezTo>
                  <a:cubicBezTo>
                    <a:pt x="385869" y="266919"/>
                    <a:pt x="385393" y="267057"/>
                    <a:pt x="384903" y="267200"/>
                  </a:cubicBezTo>
                  <a:cubicBezTo>
                    <a:pt x="384903" y="268182"/>
                    <a:pt x="384903" y="269164"/>
                    <a:pt x="384903" y="270176"/>
                  </a:cubicBezTo>
                  <a:cubicBezTo>
                    <a:pt x="384166" y="270422"/>
                    <a:pt x="383429" y="270667"/>
                    <a:pt x="382670" y="270920"/>
                  </a:cubicBezTo>
                  <a:cubicBezTo>
                    <a:pt x="381038" y="273129"/>
                    <a:pt x="379820" y="275007"/>
                    <a:pt x="378950" y="277618"/>
                  </a:cubicBezTo>
                  <a:cubicBezTo>
                    <a:pt x="376947" y="278097"/>
                    <a:pt x="375012" y="278016"/>
                    <a:pt x="372997" y="277618"/>
                  </a:cubicBezTo>
                  <a:cubicBezTo>
                    <a:pt x="372438" y="276315"/>
                    <a:pt x="372438" y="276315"/>
                    <a:pt x="372252" y="274641"/>
                  </a:cubicBezTo>
                  <a:cubicBezTo>
                    <a:pt x="371275" y="273634"/>
                    <a:pt x="370284" y="272640"/>
                    <a:pt x="369276" y="271665"/>
                  </a:cubicBezTo>
                  <a:cubicBezTo>
                    <a:pt x="369276" y="271173"/>
                    <a:pt x="369276" y="270682"/>
                    <a:pt x="369276" y="270176"/>
                  </a:cubicBezTo>
                  <a:cubicBezTo>
                    <a:pt x="368294" y="270176"/>
                    <a:pt x="367311" y="270176"/>
                    <a:pt x="366299" y="270176"/>
                  </a:cubicBezTo>
                  <a:cubicBezTo>
                    <a:pt x="366299" y="269194"/>
                    <a:pt x="366299" y="268212"/>
                    <a:pt x="366299" y="267200"/>
                  </a:cubicBezTo>
                  <a:cubicBezTo>
                    <a:pt x="365317" y="267200"/>
                    <a:pt x="364335" y="267200"/>
                    <a:pt x="363323" y="267200"/>
                  </a:cubicBezTo>
                  <a:cubicBezTo>
                    <a:pt x="363215" y="266724"/>
                    <a:pt x="363108" y="266248"/>
                    <a:pt x="362997" y="265758"/>
                  </a:cubicBezTo>
                  <a:cubicBezTo>
                    <a:pt x="362859" y="265251"/>
                    <a:pt x="362721" y="264745"/>
                    <a:pt x="362579" y="264223"/>
                  </a:cubicBezTo>
                  <a:cubicBezTo>
                    <a:pt x="361949" y="264100"/>
                    <a:pt x="361320" y="263978"/>
                    <a:pt x="360672" y="263851"/>
                  </a:cubicBezTo>
                  <a:cubicBezTo>
                    <a:pt x="360073" y="263728"/>
                    <a:pt x="359475" y="263605"/>
                    <a:pt x="358858" y="263479"/>
                  </a:cubicBezTo>
                  <a:cubicBezTo>
                    <a:pt x="358858" y="262497"/>
                    <a:pt x="358858" y="261514"/>
                    <a:pt x="358858" y="260502"/>
                  </a:cubicBezTo>
                  <a:cubicBezTo>
                    <a:pt x="357410" y="260063"/>
                    <a:pt x="357410" y="260063"/>
                    <a:pt x="355881" y="259758"/>
                  </a:cubicBezTo>
                  <a:cubicBezTo>
                    <a:pt x="355636" y="259022"/>
                    <a:pt x="355390" y="258285"/>
                    <a:pt x="355137" y="257526"/>
                  </a:cubicBezTo>
                  <a:cubicBezTo>
                    <a:pt x="354539" y="257418"/>
                    <a:pt x="353940" y="257311"/>
                    <a:pt x="353323" y="257200"/>
                  </a:cubicBezTo>
                  <a:cubicBezTo>
                    <a:pt x="352694" y="257062"/>
                    <a:pt x="352065" y="256924"/>
                    <a:pt x="351416" y="256782"/>
                  </a:cubicBezTo>
                  <a:cubicBezTo>
                    <a:pt x="350579" y="255293"/>
                    <a:pt x="350579" y="255293"/>
                    <a:pt x="349928" y="253805"/>
                  </a:cubicBezTo>
                  <a:cubicBezTo>
                    <a:pt x="349191" y="253560"/>
                    <a:pt x="348455" y="253314"/>
                    <a:pt x="347696" y="253061"/>
                  </a:cubicBezTo>
                  <a:cubicBezTo>
                    <a:pt x="347450" y="252324"/>
                    <a:pt x="347205" y="251588"/>
                    <a:pt x="346952" y="250829"/>
                  </a:cubicBezTo>
                  <a:cubicBezTo>
                    <a:pt x="346353" y="250721"/>
                    <a:pt x="345754" y="250614"/>
                    <a:pt x="345138" y="250503"/>
                  </a:cubicBezTo>
                  <a:cubicBezTo>
                    <a:pt x="344508" y="250365"/>
                    <a:pt x="343879" y="250227"/>
                    <a:pt x="343231" y="250084"/>
                  </a:cubicBezTo>
                  <a:cubicBezTo>
                    <a:pt x="342710" y="249105"/>
                    <a:pt x="342213" y="248112"/>
                    <a:pt x="341743" y="247108"/>
                  </a:cubicBezTo>
                  <a:cubicBezTo>
                    <a:pt x="340756" y="246839"/>
                    <a:pt x="339764" y="246589"/>
                    <a:pt x="338766" y="246364"/>
                  </a:cubicBezTo>
                  <a:cubicBezTo>
                    <a:pt x="338520" y="245627"/>
                    <a:pt x="338275" y="244890"/>
                    <a:pt x="338022" y="244131"/>
                  </a:cubicBezTo>
                  <a:cubicBezTo>
                    <a:pt x="337408" y="243886"/>
                    <a:pt x="336794" y="243640"/>
                    <a:pt x="336162" y="243387"/>
                  </a:cubicBezTo>
                  <a:cubicBezTo>
                    <a:pt x="335548" y="243142"/>
                    <a:pt x="334934" y="242896"/>
                    <a:pt x="334301" y="242643"/>
                  </a:cubicBezTo>
                  <a:cubicBezTo>
                    <a:pt x="334056" y="241906"/>
                    <a:pt x="333810" y="241170"/>
                    <a:pt x="333557" y="240411"/>
                  </a:cubicBezTo>
                  <a:cubicBezTo>
                    <a:pt x="332943" y="240288"/>
                    <a:pt x="332329" y="240165"/>
                    <a:pt x="331697" y="240039"/>
                  </a:cubicBezTo>
                  <a:cubicBezTo>
                    <a:pt x="331083" y="239916"/>
                    <a:pt x="330469" y="239793"/>
                    <a:pt x="329836" y="239666"/>
                  </a:cubicBezTo>
                  <a:cubicBezTo>
                    <a:pt x="329591" y="238930"/>
                    <a:pt x="329345" y="238193"/>
                    <a:pt x="329092" y="237434"/>
                  </a:cubicBezTo>
                  <a:cubicBezTo>
                    <a:pt x="328478" y="237188"/>
                    <a:pt x="327864" y="236943"/>
                    <a:pt x="327232" y="236690"/>
                  </a:cubicBezTo>
                  <a:cubicBezTo>
                    <a:pt x="326618" y="236444"/>
                    <a:pt x="326004" y="236199"/>
                    <a:pt x="325372" y="235946"/>
                  </a:cubicBezTo>
                  <a:cubicBezTo>
                    <a:pt x="325126" y="235209"/>
                    <a:pt x="324880" y="234472"/>
                    <a:pt x="324627" y="233713"/>
                  </a:cubicBezTo>
                  <a:cubicBezTo>
                    <a:pt x="324013" y="233606"/>
                    <a:pt x="323400" y="233498"/>
                    <a:pt x="322767" y="233388"/>
                  </a:cubicBezTo>
                  <a:cubicBezTo>
                    <a:pt x="322153" y="233250"/>
                    <a:pt x="321539" y="233112"/>
                    <a:pt x="320907" y="232969"/>
                  </a:cubicBezTo>
                  <a:cubicBezTo>
                    <a:pt x="320659" y="231977"/>
                    <a:pt x="320411" y="230985"/>
                    <a:pt x="320163" y="229993"/>
                  </a:cubicBezTo>
                  <a:cubicBezTo>
                    <a:pt x="318929" y="229715"/>
                    <a:pt x="317688" y="229467"/>
                    <a:pt x="316442" y="229248"/>
                  </a:cubicBezTo>
                  <a:cubicBezTo>
                    <a:pt x="316196" y="228512"/>
                    <a:pt x="315951" y="227775"/>
                    <a:pt x="315698" y="227016"/>
                  </a:cubicBezTo>
                  <a:cubicBezTo>
                    <a:pt x="315084" y="226909"/>
                    <a:pt x="314470" y="226801"/>
                    <a:pt x="313837" y="226691"/>
                  </a:cubicBezTo>
                  <a:cubicBezTo>
                    <a:pt x="313223" y="226552"/>
                    <a:pt x="312609" y="226414"/>
                    <a:pt x="311977" y="226272"/>
                  </a:cubicBezTo>
                  <a:cubicBezTo>
                    <a:pt x="311870" y="225781"/>
                    <a:pt x="311762" y="225290"/>
                    <a:pt x="311651" y="224784"/>
                  </a:cubicBezTo>
                  <a:cubicBezTo>
                    <a:pt x="311513" y="224293"/>
                    <a:pt x="311375" y="223801"/>
                    <a:pt x="311233" y="223295"/>
                  </a:cubicBezTo>
                  <a:cubicBezTo>
                    <a:pt x="310496" y="223173"/>
                    <a:pt x="309759" y="223050"/>
                    <a:pt x="309000" y="222923"/>
                  </a:cubicBezTo>
                  <a:cubicBezTo>
                    <a:pt x="308264" y="222801"/>
                    <a:pt x="307527" y="222678"/>
                    <a:pt x="306768" y="222551"/>
                  </a:cubicBezTo>
                  <a:cubicBezTo>
                    <a:pt x="306645" y="222045"/>
                    <a:pt x="306522" y="221538"/>
                    <a:pt x="306396" y="221016"/>
                  </a:cubicBezTo>
                  <a:cubicBezTo>
                    <a:pt x="306273" y="220541"/>
                    <a:pt x="306150" y="220065"/>
                    <a:pt x="306024" y="219575"/>
                  </a:cubicBezTo>
                  <a:cubicBezTo>
                    <a:pt x="305287" y="219575"/>
                    <a:pt x="304550" y="219575"/>
                    <a:pt x="303791" y="219575"/>
                  </a:cubicBezTo>
                  <a:cubicBezTo>
                    <a:pt x="303055" y="219575"/>
                    <a:pt x="302318" y="219575"/>
                    <a:pt x="301559" y="219575"/>
                  </a:cubicBezTo>
                  <a:cubicBezTo>
                    <a:pt x="301140" y="218133"/>
                    <a:pt x="301140" y="218133"/>
                    <a:pt x="300815" y="216598"/>
                  </a:cubicBezTo>
                  <a:cubicBezTo>
                    <a:pt x="299581" y="216320"/>
                    <a:pt x="298340" y="216072"/>
                    <a:pt x="297094" y="215854"/>
                  </a:cubicBezTo>
                  <a:cubicBezTo>
                    <a:pt x="296849" y="215117"/>
                    <a:pt x="296603" y="214381"/>
                    <a:pt x="296350" y="213622"/>
                  </a:cubicBezTo>
                  <a:cubicBezTo>
                    <a:pt x="295114" y="213115"/>
                    <a:pt x="293874" y="212619"/>
                    <a:pt x="292629" y="212133"/>
                  </a:cubicBezTo>
                  <a:cubicBezTo>
                    <a:pt x="292138" y="211397"/>
                    <a:pt x="291647" y="210660"/>
                    <a:pt x="291141" y="209901"/>
                  </a:cubicBezTo>
                  <a:cubicBezTo>
                    <a:pt x="290496" y="209793"/>
                    <a:pt x="289852" y="209686"/>
                    <a:pt x="289188" y="209575"/>
                  </a:cubicBezTo>
                  <a:cubicBezTo>
                    <a:pt x="288604" y="209437"/>
                    <a:pt x="288021" y="209299"/>
                    <a:pt x="287420" y="209157"/>
                  </a:cubicBezTo>
                  <a:cubicBezTo>
                    <a:pt x="287420" y="208174"/>
                    <a:pt x="287420" y="207192"/>
                    <a:pt x="287420" y="206180"/>
                  </a:cubicBezTo>
                  <a:cubicBezTo>
                    <a:pt x="285701" y="205935"/>
                    <a:pt x="283982" y="205689"/>
                    <a:pt x="282211" y="205436"/>
                  </a:cubicBezTo>
                  <a:cubicBezTo>
                    <a:pt x="282211" y="204454"/>
                    <a:pt x="282211" y="203471"/>
                    <a:pt x="282211" y="202459"/>
                  </a:cubicBezTo>
                  <a:cubicBezTo>
                    <a:pt x="281367" y="202521"/>
                    <a:pt x="280523" y="202582"/>
                    <a:pt x="279653" y="202645"/>
                  </a:cubicBezTo>
                  <a:cubicBezTo>
                    <a:pt x="278779" y="202584"/>
                    <a:pt x="277904" y="202523"/>
                    <a:pt x="277002" y="202459"/>
                  </a:cubicBezTo>
                  <a:cubicBezTo>
                    <a:pt x="276584" y="201018"/>
                    <a:pt x="276584" y="201018"/>
                    <a:pt x="276258" y="199483"/>
                  </a:cubicBezTo>
                  <a:cubicBezTo>
                    <a:pt x="274014" y="198871"/>
                    <a:pt x="274014" y="198871"/>
                    <a:pt x="271793" y="198739"/>
                  </a:cubicBezTo>
                  <a:cubicBezTo>
                    <a:pt x="271793" y="197756"/>
                    <a:pt x="271793" y="196774"/>
                    <a:pt x="271793" y="195762"/>
                  </a:cubicBezTo>
                  <a:cubicBezTo>
                    <a:pt x="271087" y="195824"/>
                    <a:pt x="270381" y="195885"/>
                    <a:pt x="269654" y="195948"/>
                  </a:cubicBezTo>
                  <a:cubicBezTo>
                    <a:pt x="268887" y="195887"/>
                    <a:pt x="268119" y="195825"/>
                    <a:pt x="267329" y="195762"/>
                  </a:cubicBezTo>
                  <a:cubicBezTo>
                    <a:pt x="266820" y="194776"/>
                    <a:pt x="266324" y="193784"/>
                    <a:pt x="265840" y="192786"/>
                  </a:cubicBezTo>
                  <a:cubicBezTo>
                    <a:pt x="265104" y="192663"/>
                    <a:pt x="264367" y="192540"/>
                    <a:pt x="263608" y="192414"/>
                  </a:cubicBezTo>
                  <a:cubicBezTo>
                    <a:pt x="262871" y="192291"/>
                    <a:pt x="262134" y="192168"/>
                    <a:pt x="261375" y="192041"/>
                  </a:cubicBezTo>
                  <a:cubicBezTo>
                    <a:pt x="260879" y="191049"/>
                    <a:pt x="260383" y="190057"/>
                    <a:pt x="259887" y="189065"/>
                  </a:cubicBezTo>
                  <a:cubicBezTo>
                    <a:pt x="257611" y="188458"/>
                    <a:pt x="257611" y="188458"/>
                    <a:pt x="255422" y="188321"/>
                  </a:cubicBezTo>
                  <a:cubicBezTo>
                    <a:pt x="255422" y="187338"/>
                    <a:pt x="255422" y="186356"/>
                    <a:pt x="255422" y="185344"/>
                  </a:cubicBezTo>
                  <a:cubicBezTo>
                    <a:pt x="254578" y="185406"/>
                    <a:pt x="253734" y="185467"/>
                    <a:pt x="252864" y="185530"/>
                  </a:cubicBezTo>
                  <a:cubicBezTo>
                    <a:pt x="251989" y="185469"/>
                    <a:pt x="251115" y="185407"/>
                    <a:pt x="250213" y="185344"/>
                  </a:cubicBezTo>
                  <a:cubicBezTo>
                    <a:pt x="249958" y="184354"/>
                    <a:pt x="249710" y="183362"/>
                    <a:pt x="249469" y="182368"/>
                  </a:cubicBezTo>
                  <a:cubicBezTo>
                    <a:pt x="248610" y="182245"/>
                    <a:pt x="247750" y="182122"/>
                    <a:pt x="246865" y="181996"/>
                  </a:cubicBezTo>
                  <a:cubicBezTo>
                    <a:pt x="246005" y="181873"/>
                    <a:pt x="245146" y="181750"/>
                    <a:pt x="244260" y="181623"/>
                  </a:cubicBezTo>
                  <a:cubicBezTo>
                    <a:pt x="243749" y="180135"/>
                    <a:pt x="243749" y="180135"/>
                    <a:pt x="243516" y="178647"/>
                  </a:cubicBezTo>
                  <a:cubicBezTo>
                    <a:pt x="243010" y="178586"/>
                    <a:pt x="242503" y="178524"/>
                    <a:pt x="241981" y="178461"/>
                  </a:cubicBezTo>
                  <a:cubicBezTo>
                    <a:pt x="241505" y="178277"/>
                    <a:pt x="241030" y="178093"/>
                    <a:pt x="240539" y="177903"/>
                  </a:cubicBezTo>
                  <a:cubicBezTo>
                    <a:pt x="240248" y="175863"/>
                    <a:pt x="240408" y="174023"/>
                    <a:pt x="240539" y="171950"/>
                  </a:cubicBezTo>
                  <a:cubicBezTo>
                    <a:pt x="241522" y="171950"/>
                    <a:pt x="242504" y="171950"/>
                    <a:pt x="243516" y="171950"/>
                  </a:cubicBezTo>
                  <a:cubicBezTo>
                    <a:pt x="244023" y="170714"/>
                    <a:pt x="244519" y="169473"/>
                    <a:pt x="245004" y="168229"/>
                  </a:cubicBezTo>
                  <a:cubicBezTo>
                    <a:pt x="245991" y="167960"/>
                    <a:pt x="246983" y="167710"/>
                    <a:pt x="247981" y="167485"/>
                  </a:cubicBezTo>
                  <a:cubicBezTo>
                    <a:pt x="248104" y="166978"/>
                    <a:pt x="248226" y="166472"/>
                    <a:pt x="248353" y="165950"/>
                  </a:cubicBezTo>
                  <a:cubicBezTo>
                    <a:pt x="248476" y="165474"/>
                    <a:pt x="248599" y="164998"/>
                    <a:pt x="248725" y="164508"/>
                  </a:cubicBezTo>
                  <a:cubicBezTo>
                    <a:pt x="249707" y="164508"/>
                    <a:pt x="250690" y="164508"/>
                    <a:pt x="251702" y="164508"/>
                  </a:cubicBezTo>
                  <a:cubicBezTo>
                    <a:pt x="251702" y="163526"/>
                    <a:pt x="251702" y="162544"/>
                    <a:pt x="251702" y="161532"/>
                  </a:cubicBezTo>
                  <a:cubicBezTo>
                    <a:pt x="252684" y="161532"/>
                    <a:pt x="253666" y="161532"/>
                    <a:pt x="254678" y="161532"/>
                  </a:cubicBezTo>
                  <a:cubicBezTo>
                    <a:pt x="255178" y="160091"/>
                    <a:pt x="255178" y="160091"/>
                    <a:pt x="255422" y="158555"/>
                  </a:cubicBezTo>
                  <a:cubicBezTo>
                    <a:pt x="255913" y="158310"/>
                    <a:pt x="256405" y="158064"/>
                    <a:pt x="256911" y="157811"/>
                  </a:cubicBezTo>
                  <a:cubicBezTo>
                    <a:pt x="257125" y="157320"/>
                    <a:pt x="257340" y="156829"/>
                    <a:pt x="257562" y="156323"/>
                  </a:cubicBezTo>
                  <a:cubicBezTo>
                    <a:pt x="257838" y="155832"/>
                    <a:pt x="258114" y="155340"/>
                    <a:pt x="258399" y="154834"/>
                  </a:cubicBezTo>
                  <a:cubicBezTo>
                    <a:pt x="258905" y="154712"/>
                    <a:pt x="259412" y="154589"/>
                    <a:pt x="259934" y="154462"/>
                  </a:cubicBezTo>
                  <a:cubicBezTo>
                    <a:pt x="260409" y="154340"/>
                    <a:pt x="260885" y="154217"/>
                    <a:pt x="261375" y="154090"/>
                  </a:cubicBezTo>
                  <a:cubicBezTo>
                    <a:pt x="261498" y="153584"/>
                    <a:pt x="261621" y="153077"/>
                    <a:pt x="261747" y="152556"/>
                  </a:cubicBezTo>
                  <a:cubicBezTo>
                    <a:pt x="261870" y="152080"/>
                    <a:pt x="261993" y="151604"/>
                    <a:pt x="262120" y="151114"/>
                  </a:cubicBezTo>
                  <a:cubicBezTo>
                    <a:pt x="263102" y="151114"/>
                    <a:pt x="264084" y="151114"/>
                    <a:pt x="265096" y="151114"/>
                  </a:cubicBezTo>
                  <a:cubicBezTo>
                    <a:pt x="265373" y="150129"/>
                    <a:pt x="265622" y="149136"/>
                    <a:pt x="265840" y="148137"/>
                  </a:cubicBezTo>
                  <a:cubicBezTo>
                    <a:pt x="266577" y="148137"/>
                    <a:pt x="267314" y="148137"/>
                    <a:pt x="268073" y="148137"/>
                  </a:cubicBezTo>
                  <a:cubicBezTo>
                    <a:pt x="268595" y="146908"/>
                    <a:pt x="269092" y="145667"/>
                    <a:pt x="269561" y="144416"/>
                  </a:cubicBezTo>
                  <a:cubicBezTo>
                    <a:pt x="270052" y="144416"/>
                    <a:pt x="270543" y="144416"/>
                    <a:pt x="271049" y="144416"/>
                  </a:cubicBezTo>
                  <a:cubicBezTo>
                    <a:pt x="271126" y="143956"/>
                    <a:pt x="271203" y="143496"/>
                    <a:pt x="271282" y="143021"/>
                  </a:cubicBezTo>
                  <a:cubicBezTo>
                    <a:pt x="271451" y="142499"/>
                    <a:pt x="271619" y="141978"/>
                    <a:pt x="271793" y="141440"/>
                  </a:cubicBezTo>
                  <a:cubicBezTo>
                    <a:pt x="273027" y="140928"/>
                    <a:pt x="274267" y="140431"/>
                    <a:pt x="275514" y="139952"/>
                  </a:cubicBezTo>
                  <a:cubicBezTo>
                    <a:pt x="275514" y="139215"/>
                    <a:pt x="275514" y="138478"/>
                    <a:pt x="275514" y="137719"/>
                  </a:cubicBezTo>
                  <a:cubicBezTo>
                    <a:pt x="276754" y="137471"/>
                    <a:pt x="277995" y="137223"/>
                    <a:pt x="279235" y="136975"/>
                  </a:cubicBezTo>
                  <a:cubicBezTo>
                    <a:pt x="279235" y="136238"/>
                    <a:pt x="279235" y="135502"/>
                    <a:pt x="279235" y="134743"/>
                  </a:cubicBezTo>
                  <a:cubicBezTo>
                    <a:pt x="278806" y="134742"/>
                    <a:pt x="278377" y="134741"/>
                    <a:pt x="277935" y="134740"/>
                  </a:cubicBezTo>
                  <a:cubicBezTo>
                    <a:pt x="252526" y="134680"/>
                    <a:pt x="227117" y="134612"/>
                    <a:pt x="201708" y="134534"/>
                  </a:cubicBezTo>
                  <a:cubicBezTo>
                    <a:pt x="198660" y="134525"/>
                    <a:pt x="195611" y="134516"/>
                    <a:pt x="192562" y="134506"/>
                  </a:cubicBezTo>
                  <a:cubicBezTo>
                    <a:pt x="191955" y="134505"/>
                    <a:pt x="191348" y="134503"/>
                    <a:pt x="190723" y="134501"/>
                  </a:cubicBezTo>
                  <a:cubicBezTo>
                    <a:pt x="180886" y="134471"/>
                    <a:pt x="171050" y="134447"/>
                    <a:pt x="161213" y="134425"/>
                  </a:cubicBezTo>
                  <a:cubicBezTo>
                    <a:pt x="151125" y="134401"/>
                    <a:pt x="141037" y="134373"/>
                    <a:pt x="130949" y="134339"/>
                  </a:cubicBezTo>
                  <a:cubicBezTo>
                    <a:pt x="124720" y="134318"/>
                    <a:pt x="118492" y="134302"/>
                    <a:pt x="112264" y="134291"/>
                  </a:cubicBezTo>
                  <a:cubicBezTo>
                    <a:pt x="107996" y="134283"/>
                    <a:pt x="103729" y="134270"/>
                    <a:pt x="99462" y="134252"/>
                  </a:cubicBezTo>
                  <a:cubicBezTo>
                    <a:pt x="96998" y="134242"/>
                    <a:pt x="94534" y="134235"/>
                    <a:pt x="92069" y="134233"/>
                  </a:cubicBezTo>
                  <a:cubicBezTo>
                    <a:pt x="89401" y="134231"/>
                    <a:pt x="86733" y="134220"/>
                    <a:pt x="84065" y="134206"/>
                  </a:cubicBezTo>
                  <a:cubicBezTo>
                    <a:pt x="83281" y="134207"/>
                    <a:pt x="82497" y="134209"/>
                    <a:pt x="81690" y="134210"/>
                  </a:cubicBezTo>
                  <a:cubicBezTo>
                    <a:pt x="80978" y="134205"/>
                    <a:pt x="80265" y="134199"/>
                    <a:pt x="79532" y="134193"/>
                  </a:cubicBezTo>
                  <a:cubicBezTo>
                    <a:pt x="78607" y="134191"/>
                    <a:pt x="78607" y="134191"/>
                    <a:pt x="77664" y="134188"/>
                  </a:cubicBezTo>
                  <a:cubicBezTo>
                    <a:pt x="76084" y="133999"/>
                    <a:pt x="76084" y="133999"/>
                    <a:pt x="73852" y="132510"/>
                  </a:cubicBezTo>
                  <a:cubicBezTo>
                    <a:pt x="73852" y="150928"/>
                    <a:pt x="73852" y="169345"/>
                    <a:pt x="73852" y="188321"/>
                  </a:cubicBezTo>
                  <a:cubicBezTo>
                    <a:pt x="53961" y="188321"/>
                    <a:pt x="34070" y="188321"/>
                    <a:pt x="13577" y="188321"/>
                  </a:cubicBezTo>
                  <a:cubicBezTo>
                    <a:pt x="13547" y="157746"/>
                    <a:pt x="13547" y="157746"/>
                    <a:pt x="13540" y="144976"/>
                  </a:cubicBezTo>
                  <a:cubicBezTo>
                    <a:pt x="13536" y="136144"/>
                    <a:pt x="13531" y="127311"/>
                    <a:pt x="13520" y="118479"/>
                  </a:cubicBezTo>
                  <a:cubicBezTo>
                    <a:pt x="13513" y="112047"/>
                    <a:pt x="13508" y="105616"/>
                    <a:pt x="13507" y="99184"/>
                  </a:cubicBezTo>
                  <a:cubicBezTo>
                    <a:pt x="13506" y="95777"/>
                    <a:pt x="13503" y="92369"/>
                    <a:pt x="13498" y="88962"/>
                  </a:cubicBezTo>
                  <a:cubicBezTo>
                    <a:pt x="13493" y="85758"/>
                    <a:pt x="13491" y="82555"/>
                    <a:pt x="13492" y="79351"/>
                  </a:cubicBezTo>
                  <a:cubicBezTo>
                    <a:pt x="13492" y="78172"/>
                    <a:pt x="13491" y="76992"/>
                    <a:pt x="13488" y="75813"/>
                  </a:cubicBezTo>
                  <a:cubicBezTo>
                    <a:pt x="13484" y="74210"/>
                    <a:pt x="13485" y="72607"/>
                    <a:pt x="13487" y="71004"/>
                  </a:cubicBezTo>
                  <a:cubicBezTo>
                    <a:pt x="13486" y="70105"/>
                    <a:pt x="13486" y="69206"/>
                    <a:pt x="13485" y="68279"/>
                  </a:cubicBezTo>
                  <a:cubicBezTo>
                    <a:pt x="13577" y="66282"/>
                    <a:pt x="13577" y="66282"/>
                    <a:pt x="14321" y="65538"/>
                  </a:cubicBezTo>
                  <a:cubicBezTo>
                    <a:pt x="16569" y="65465"/>
                    <a:pt x="18800" y="65441"/>
                    <a:pt x="21049" y="65448"/>
                  </a:cubicBezTo>
                  <a:cubicBezTo>
                    <a:pt x="22121" y="65447"/>
                    <a:pt x="22121" y="65447"/>
                    <a:pt x="23215" y="65446"/>
                  </a:cubicBezTo>
                  <a:cubicBezTo>
                    <a:pt x="25629" y="65445"/>
                    <a:pt x="28044" y="65449"/>
                    <a:pt x="30458" y="65453"/>
                  </a:cubicBezTo>
                  <a:cubicBezTo>
                    <a:pt x="32181" y="65453"/>
                    <a:pt x="33904" y="65453"/>
                    <a:pt x="35627" y="65453"/>
                  </a:cubicBezTo>
                  <a:cubicBezTo>
                    <a:pt x="40321" y="65453"/>
                    <a:pt x="45014" y="65457"/>
                    <a:pt x="49708" y="65462"/>
                  </a:cubicBezTo>
                  <a:cubicBezTo>
                    <a:pt x="54607" y="65467"/>
                    <a:pt x="59507" y="65467"/>
                    <a:pt x="64406" y="65468"/>
                  </a:cubicBezTo>
                  <a:cubicBezTo>
                    <a:pt x="72634" y="65470"/>
                    <a:pt x="80862" y="65475"/>
                    <a:pt x="89091" y="65481"/>
                  </a:cubicBezTo>
                  <a:cubicBezTo>
                    <a:pt x="97567" y="65488"/>
                    <a:pt x="106044" y="65494"/>
                    <a:pt x="114521" y="65497"/>
                  </a:cubicBezTo>
                  <a:cubicBezTo>
                    <a:pt x="115304" y="65497"/>
                    <a:pt x="115304" y="65497"/>
                    <a:pt x="116103" y="65497"/>
                  </a:cubicBezTo>
                  <a:cubicBezTo>
                    <a:pt x="118722" y="65498"/>
                    <a:pt x="121342" y="65499"/>
                    <a:pt x="123961" y="65500"/>
                  </a:cubicBezTo>
                  <a:cubicBezTo>
                    <a:pt x="145705" y="65508"/>
                    <a:pt x="167450" y="65521"/>
                    <a:pt x="189194" y="65538"/>
                  </a:cubicBezTo>
                  <a:cubicBezTo>
                    <a:pt x="188748" y="63788"/>
                    <a:pt x="188249" y="62051"/>
                    <a:pt x="187705" y="60329"/>
                  </a:cubicBezTo>
                  <a:cubicBezTo>
                    <a:pt x="187214" y="60083"/>
                    <a:pt x="186723" y="59837"/>
                    <a:pt x="186217" y="59584"/>
                  </a:cubicBezTo>
                  <a:cubicBezTo>
                    <a:pt x="185953" y="57467"/>
                    <a:pt x="185887" y="55368"/>
                    <a:pt x="185802" y="53236"/>
                  </a:cubicBezTo>
                  <a:cubicBezTo>
                    <a:pt x="185639" y="52327"/>
                    <a:pt x="185639" y="52327"/>
                    <a:pt x="185473" y="51399"/>
                  </a:cubicBezTo>
                  <a:cubicBezTo>
                    <a:pt x="184736" y="51153"/>
                    <a:pt x="184000" y="50908"/>
                    <a:pt x="183241" y="50655"/>
                  </a:cubicBezTo>
                  <a:cubicBezTo>
                    <a:pt x="182860" y="48629"/>
                    <a:pt x="182860" y="48629"/>
                    <a:pt x="182729" y="46143"/>
                  </a:cubicBezTo>
                  <a:cubicBezTo>
                    <a:pt x="182680" y="45321"/>
                    <a:pt x="182631" y="44499"/>
                    <a:pt x="182581" y="43652"/>
                  </a:cubicBezTo>
                  <a:cubicBezTo>
                    <a:pt x="182539" y="42698"/>
                    <a:pt x="182539" y="42698"/>
                    <a:pt x="182496" y="41725"/>
                  </a:cubicBezTo>
                  <a:cubicBezTo>
                    <a:pt x="181760" y="41725"/>
                    <a:pt x="181023" y="41725"/>
                    <a:pt x="180264" y="41725"/>
                  </a:cubicBezTo>
                  <a:cubicBezTo>
                    <a:pt x="180264" y="39024"/>
                    <a:pt x="180264" y="36323"/>
                    <a:pt x="180264" y="33540"/>
                  </a:cubicBezTo>
                  <a:cubicBezTo>
                    <a:pt x="179527" y="33540"/>
                    <a:pt x="178791" y="33540"/>
                    <a:pt x="178032" y="33540"/>
                  </a:cubicBezTo>
                  <a:cubicBezTo>
                    <a:pt x="177295" y="29488"/>
                    <a:pt x="177295" y="29488"/>
                    <a:pt x="176543" y="25354"/>
                  </a:cubicBezTo>
                  <a:cubicBezTo>
                    <a:pt x="176052" y="25354"/>
                    <a:pt x="175561" y="25354"/>
                    <a:pt x="175055" y="25354"/>
                  </a:cubicBezTo>
                  <a:cubicBezTo>
                    <a:pt x="175055" y="22898"/>
                    <a:pt x="175055" y="20443"/>
                    <a:pt x="175055" y="17913"/>
                  </a:cubicBezTo>
                  <a:cubicBezTo>
                    <a:pt x="178493" y="17667"/>
                    <a:pt x="181931" y="17421"/>
                    <a:pt x="185473" y="17168"/>
                  </a:cubicBezTo>
                  <a:cubicBezTo>
                    <a:pt x="185473" y="16186"/>
                    <a:pt x="185473" y="15204"/>
                    <a:pt x="185473" y="14192"/>
                  </a:cubicBezTo>
                  <a:cubicBezTo>
                    <a:pt x="186216" y="14164"/>
                    <a:pt x="186960" y="14136"/>
                    <a:pt x="187726" y="14108"/>
                  </a:cubicBezTo>
                  <a:cubicBezTo>
                    <a:pt x="188686" y="14059"/>
                    <a:pt x="189646" y="14010"/>
                    <a:pt x="190636" y="13959"/>
                  </a:cubicBezTo>
                  <a:cubicBezTo>
                    <a:pt x="192073" y="13895"/>
                    <a:pt x="192073" y="13895"/>
                    <a:pt x="193539" y="13829"/>
                  </a:cubicBezTo>
                  <a:cubicBezTo>
                    <a:pt x="194315" y="13703"/>
                    <a:pt x="195091" y="13577"/>
                    <a:pt x="195891" y="13448"/>
                  </a:cubicBezTo>
                  <a:cubicBezTo>
                    <a:pt x="196137" y="12711"/>
                    <a:pt x="196382" y="11974"/>
                    <a:pt x="196635" y="11215"/>
                  </a:cubicBezTo>
                  <a:cubicBezTo>
                    <a:pt x="198609" y="10861"/>
                    <a:pt x="198609" y="10861"/>
                    <a:pt x="201054" y="10750"/>
                  </a:cubicBezTo>
                  <a:cubicBezTo>
                    <a:pt x="204168" y="10685"/>
                    <a:pt x="204168" y="10685"/>
                    <a:pt x="207053" y="9727"/>
                  </a:cubicBezTo>
                  <a:cubicBezTo>
                    <a:pt x="207053" y="8990"/>
                    <a:pt x="207053" y="8254"/>
                    <a:pt x="207053" y="7495"/>
                  </a:cubicBezTo>
                  <a:cubicBezTo>
                    <a:pt x="207842" y="7467"/>
                    <a:pt x="208630" y="7439"/>
                    <a:pt x="209443" y="7410"/>
                  </a:cubicBezTo>
                  <a:cubicBezTo>
                    <a:pt x="210475" y="7361"/>
                    <a:pt x="211508" y="7312"/>
                    <a:pt x="212541" y="7262"/>
                  </a:cubicBezTo>
                  <a:cubicBezTo>
                    <a:pt x="213061" y="7245"/>
                    <a:pt x="213581" y="7228"/>
                    <a:pt x="214117" y="7211"/>
                  </a:cubicBezTo>
                  <a:cubicBezTo>
                    <a:pt x="215814" y="7145"/>
                    <a:pt x="215814" y="7145"/>
                    <a:pt x="218215" y="6750"/>
                  </a:cubicBezTo>
                  <a:cubicBezTo>
                    <a:pt x="218706" y="6014"/>
                    <a:pt x="219198" y="5277"/>
                    <a:pt x="219704" y="4518"/>
                  </a:cubicBezTo>
                  <a:cubicBezTo>
                    <a:pt x="222128" y="4137"/>
                    <a:pt x="222128" y="4137"/>
                    <a:pt x="225006" y="4006"/>
                  </a:cubicBezTo>
                  <a:cubicBezTo>
                    <a:pt x="226436" y="3933"/>
                    <a:pt x="226436" y="3933"/>
                    <a:pt x="227895" y="3858"/>
                  </a:cubicBezTo>
                  <a:cubicBezTo>
                    <a:pt x="228630" y="3830"/>
                    <a:pt x="229364" y="3803"/>
                    <a:pt x="230121" y="3774"/>
                  </a:cubicBezTo>
                  <a:cubicBezTo>
                    <a:pt x="230121" y="2792"/>
                    <a:pt x="230121" y="1809"/>
                    <a:pt x="230121" y="797"/>
                  </a:cubicBezTo>
                  <a:close/>
                </a:path>
              </a:pathLst>
            </a:custGeom>
            <a:grpFill/>
            <a:ln w="744" cap="flat">
              <a:noFill/>
              <a:prstDash val="solid"/>
              <a:miter/>
            </a:ln>
          </p:spPr>
          <p:txBody>
            <a:bodyPr rtlCol="0" anchor="ctr"/>
            <a:lstStyle/>
            <a:p>
              <a:endParaRPr lang="zh-CN" altLang="en-US"/>
            </a:p>
          </p:txBody>
        </p:sp>
        <p:sp>
          <p:nvSpPr>
            <p:cNvPr id="108" name="任意多边形: 形状 107"/>
            <p:cNvSpPr/>
            <p:nvPr/>
          </p:nvSpPr>
          <p:spPr>
            <a:xfrm>
              <a:off x="7339566" y="596633"/>
              <a:ext cx="423416" cy="146668"/>
            </a:xfrm>
            <a:custGeom>
              <a:avLst/>
              <a:gdLst>
                <a:gd name="connsiteX0" fmla="*/ 224177 w 423416"/>
                <a:gd name="connsiteY0" fmla="*/ 507 h 146668"/>
                <a:gd name="connsiteX1" fmla="*/ 228968 w 423416"/>
                <a:gd name="connsiteY1" fmla="*/ 460 h 146668"/>
                <a:gd name="connsiteX2" fmla="*/ 231662 w 423416"/>
                <a:gd name="connsiteY2" fmla="*/ 434 h 146668"/>
                <a:gd name="connsiteX3" fmla="*/ 234595 w 423416"/>
                <a:gd name="connsiteY3" fmla="*/ 1251 h 146668"/>
                <a:gd name="connsiteX4" fmla="*/ 234985 w 423416"/>
                <a:gd name="connsiteY4" fmla="*/ 5783 h 146668"/>
                <a:gd name="connsiteX5" fmla="*/ 237572 w 423416"/>
                <a:gd name="connsiteY5" fmla="*/ 8692 h 146668"/>
                <a:gd name="connsiteX6" fmla="*/ 238316 w 423416"/>
                <a:gd name="connsiteY6" fmla="*/ 13901 h 146668"/>
                <a:gd name="connsiteX7" fmla="*/ 239804 w 423416"/>
                <a:gd name="connsiteY7" fmla="*/ 14645 h 146668"/>
                <a:gd name="connsiteX8" fmla="*/ 240548 w 423416"/>
                <a:gd name="connsiteY8" fmla="*/ 20598 h 146668"/>
                <a:gd name="connsiteX9" fmla="*/ 242781 w 423416"/>
                <a:gd name="connsiteY9" fmla="*/ 20598 h 146668"/>
                <a:gd name="connsiteX10" fmla="*/ 244269 w 423416"/>
                <a:gd name="connsiteY10" fmla="*/ 25807 h 146668"/>
                <a:gd name="connsiteX11" fmla="*/ 245757 w 423416"/>
                <a:gd name="connsiteY11" fmla="*/ 25807 h 146668"/>
                <a:gd name="connsiteX12" fmla="*/ 246121 w 423416"/>
                <a:gd name="connsiteY12" fmla="*/ 30313 h 146668"/>
                <a:gd name="connsiteX13" fmla="*/ 248734 w 423416"/>
                <a:gd name="connsiteY13" fmla="*/ 33249 h 146668"/>
                <a:gd name="connsiteX14" fmla="*/ 248734 w 423416"/>
                <a:gd name="connsiteY14" fmla="*/ 38458 h 146668"/>
                <a:gd name="connsiteX15" fmla="*/ 250966 w 423416"/>
                <a:gd name="connsiteY15" fmla="*/ 38458 h 146668"/>
                <a:gd name="connsiteX16" fmla="*/ 251711 w 423416"/>
                <a:gd name="connsiteY16" fmla="*/ 44411 h 146668"/>
                <a:gd name="connsiteX17" fmla="*/ 253943 w 423416"/>
                <a:gd name="connsiteY17" fmla="*/ 44411 h 146668"/>
                <a:gd name="connsiteX18" fmla="*/ 255431 w 423416"/>
                <a:gd name="connsiteY18" fmla="*/ 49620 h 146668"/>
                <a:gd name="connsiteX19" fmla="*/ 256920 w 423416"/>
                <a:gd name="connsiteY19" fmla="*/ 49620 h 146668"/>
                <a:gd name="connsiteX20" fmla="*/ 257030 w 423416"/>
                <a:gd name="connsiteY20" fmla="*/ 51059 h 146668"/>
                <a:gd name="connsiteX21" fmla="*/ 257199 w 423416"/>
                <a:gd name="connsiteY21" fmla="*/ 52922 h 146668"/>
                <a:gd name="connsiteX22" fmla="*/ 257356 w 423416"/>
                <a:gd name="connsiteY22" fmla="*/ 54780 h 146668"/>
                <a:gd name="connsiteX23" fmla="*/ 257664 w 423416"/>
                <a:gd name="connsiteY23" fmla="*/ 56317 h 146668"/>
                <a:gd name="connsiteX24" fmla="*/ 259152 w 423416"/>
                <a:gd name="connsiteY24" fmla="*/ 57061 h 146668"/>
                <a:gd name="connsiteX25" fmla="*/ 259478 w 423416"/>
                <a:gd name="connsiteY25" fmla="*/ 59666 h 146668"/>
                <a:gd name="connsiteX26" fmla="*/ 259896 w 423416"/>
                <a:gd name="connsiteY26" fmla="*/ 62270 h 146668"/>
                <a:gd name="connsiteX27" fmla="*/ 262129 w 423416"/>
                <a:gd name="connsiteY27" fmla="*/ 63014 h 146668"/>
                <a:gd name="connsiteX28" fmla="*/ 262501 w 423416"/>
                <a:gd name="connsiteY28" fmla="*/ 66270 h 146668"/>
                <a:gd name="connsiteX29" fmla="*/ 263828 w 423416"/>
                <a:gd name="connsiteY29" fmla="*/ 70914 h 146668"/>
                <a:gd name="connsiteX30" fmla="*/ 271687 w 423416"/>
                <a:gd name="connsiteY30" fmla="*/ 72208 h 146668"/>
                <a:gd name="connsiteX31" fmla="*/ 273750 w 423416"/>
                <a:gd name="connsiteY31" fmla="*/ 72212 h 146668"/>
                <a:gd name="connsiteX32" fmla="*/ 280625 w 423416"/>
                <a:gd name="connsiteY32" fmla="*/ 72186 h 146668"/>
                <a:gd name="connsiteX33" fmla="*/ 285541 w 423416"/>
                <a:gd name="connsiteY33" fmla="*/ 72183 h 146668"/>
                <a:gd name="connsiteX34" fmla="*/ 298917 w 423416"/>
                <a:gd name="connsiteY34" fmla="*/ 72146 h 146668"/>
                <a:gd name="connsiteX35" fmla="*/ 312893 w 423416"/>
                <a:gd name="connsiteY35" fmla="*/ 72121 h 146668"/>
                <a:gd name="connsiteX36" fmla="*/ 336367 w 423416"/>
                <a:gd name="connsiteY36" fmla="*/ 72072 h 146668"/>
                <a:gd name="connsiteX37" fmla="*/ 360530 w 423416"/>
                <a:gd name="connsiteY37" fmla="*/ 72011 h 146668"/>
                <a:gd name="connsiteX38" fmla="*/ 362033 w 423416"/>
                <a:gd name="connsiteY38" fmla="*/ 72008 h 146668"/>
                <a:gd name="connsiteX39" fmla="*/ 386829 w 423416"/>
                <a:gd name="connsiteY39" fmla="*/ 71965 h 146668"/>
                <a:gd name="connsiteX40" fmla="*/ 403493 w 423416"/>
                <a:gd name="connsiteY40" fmla="*/ 71925 h 146668"/>
                <a:gd name="connsiteX41" fmla="*/ 413845 w 423416"/>
                <a:gd name="connsiteY41" fmla="*/ 71901 h 146668"/>
                <a:gd name="connsiteX42" fmla="*/ 418659 w 423416"/>
                <a:gd name="connsiteY42" fmla="*/ 71885 h 146668"/>
                <a:gd name="connsiteX43" fmla="*/ 425211 w 423416"/>
                <a:gd name="connsiteY43" fmla="*/ 71870 h 146668"/>
                <a:gd name="connsiteX44" fmla="*/ 427152 w 423416"/>
                <a:gd name="connsiteY44" fmla="*/ 71859 h 146668"/>
                <a:gd name="connsiteX45" fmla="*/ 434025 w 423416"/>
                <a:gd name="connsiteY45" fmla="*/ 72688 h 146668"/>
                <a:gd name="connsiteX46" fmla="*/ 434025 w 423416"/>
                <a:gd name="connsiteY46" fmla="*/ 147102 h 146668"/>
                <a:gd name="connsiteX47" fmla="*/ 10609 w 423416"/>
                <a:gd name="connsiteY47" fmla="*/ 147102 h 146668"/>
                <a:gd name="connsiteX48" fmla="*/ 11353 w 423416"/>
                <a:gd name="connsiteY48" fmla="*/ 71944 h 146668"/>
                <a:gd name="connsiteX49" fmla="*/ 18251 w 423416"/>
                <a:gd name="connsiteY49" fmla="*/ 71855 h 146668"/>
                <a:gd name="connsiteX50" fmla="*/ 20472 w 423416"/>
                <a:gd name="connsiteY50" fmla="*/ 71853 h 146668"/>
                <a:gd name="connsiteX51" fmla="*/ 27900 w 423416"/>
                <a:gd name="connsiteY51" fmla="*/ 71860 h 146668"/>
                <a:gd name="connsiteX52" fmla="*/ 33201 w 423416"/>
                <a:gd name="connsiteY52" fmla="*/ 71859 h 146668"/>
                <a:gd name="connsiteX53" fmla="*/ 46140 w 423416"/>
                <a:gd name="connsiteY53" fmla="*/ 71867 h 146668"/>
                <a:gd name="connsiteX54" fmla="*/ 61190 w 423416"/>
                <a:gd name="connsiteY54" fmla="*/ 71874 h 146668"/>
                <a:gd name="connsiteX55" fmla="*/ 88031 w 423416"/>
                <a:gd name="connsiteY55" fmla="*/ 71888 h 146668"/>
                <a:gd name="connsiteX56" fmla="*/ 114110 w 423416"/>
                <a:gd name="connsiteY56" fmla="*/ 71903 h 146668"/>
                <a:gd name="connsiteX57" fmla="*/ 115733 w 423416"/>
                <a:gd name="connsiteY57" fmla="*/ 71904 h 146668"/>
                <a:gd name="connsiteX58" fmla="*/ 123792 w 423416"/>
                <a:gd name="connsiteY58" fmla="*/ 71907 h 146668"/>
                <a:gd name="connsiteX59" fmla="*/ 190691 w 423416"/>
                <a:gd name="connsiteY59" fmla="*/ 71944 h 146668"/>
                <a:gd name="connsiteX60" fmla="*/ 190691 w 423416"/>
                <a:gd name="connsiteY60" fmla="*/ 68223 h 146668"/>
                <a:gd name="connsiteX61" fmla="*/ 188459 w 423416"/>
                <a:gd name="connsiteY61" fmla="*/ 68223 h 146668"/>
                <a:gd name="connsiteX62" fmla="*/ 188095 w 423416"/>
                <a:gd name="connsiteY62" fmla="*/ 63645 h 146668"/>
                <a:gd name="connsiteX63" fmla="*/ 187714 w 423416"/>
                <a:gd name="connsiteY63" fmla="*/ 62270 h 146668"/>
                <a:gd name="connsiteX64" fmla="*/ 185482 w 423416"/>
                <a:gd name="connsiteY64" fmla="*/ 61526 h 146668"/>
                <a:gd name="connsiteX65" fmla="*/ 185343 w 423416"/>
                <a:gd name="connsiteY65" fmla="*/ 58131 h 146668"/>
                <a:gd name="connsiteX66" fmla="*/ 185404 w 423416"/>
                <a:gd name="connsiteY66" fmla="*/ 56268 h 146668"/>
                <a:gd name="connsiteX67" fmla="*/ 185482 w 423416"/>
                <a:gd name="connsiteY67" fmla="*/ 54829 h 146668"/>
                <a:gd name="connsiteX68" fmla="*/ 183250 w 423416"/>
                <a:gd name="connsiteY68" fmla="*/ 54829 h 146668"/>
                <a:gd name="connsiteX69" fmla="*/ 182459 w 423416"/>
                <a:gd name="connsiteY69" fmla="*/ 51527 h 146668"/>
                <a:gd name="connsiteX70" fmla="*/ 181761 w 423416"/>
                <a:gd name="connsiteY70" fmla="*/ 48132 h 146668"/>
                <a:gd name="connsiteX71" fmla="*/ 180273 w 423416"/>
                <a:gd name="connsiteY71" fmla="*/ 47388 h 146668"/>
                <a:gd name="connsiteX72" fmla="*/ 179529 w 423416"/>
                <a:gd name="connsiteY72" fmla="*/ 41434 h 146668"/>
                <a:gd name="connsiteX73" fmla="*/ 177297 w 423416"/>
                <a:gd name="connsiteY73" fmla="*/ 41434 h 146668"/>
                <a:gd name="connsiteX74" fmla="*/ 176860 w 423416"/>
                <a:gd name="connsiteY74" fmla="*/ 36856 h 146668"/>
                <a:gd name="connsiteX75" fmla="*/ 176552 w 423416"/>
                <a:gd name="connsiteY75" fmla="*/ 35481 h 146668"/>
                <a:gd name="connsiteX76" fmla="*/ 175064 w 423416"/>
                <a:gd name="connsiteY76" fmla="*/ 34737 h 146668"/>
                <a:gd name="connsiteX77" fmla="*/ 173994 w 423416"/>
                <a:gd name="connsiteY77" fmla="*/ 30060 h 146668"/>
                <a:gd name="connsiteX78" fmla="*/ 173576 w 423416"/>
                <a:gd name="connsiteY78" fmla="*/ 28784 h 146668"/>
                <a:gd name="connsiteX79" fmla="*/ 172088 w 423416"/>
                <a:gd name="connsiteY79" fmla="*/ 28784 h 146668"/>
                <a:gd name="connsiteX80" fmla="*/ 172088 w 423416"/>
                <a:gd name="connsiteY80" fmla="*/ 21343 h 146668"/>
                <a:gd name="connsiteX81" fmla="*/ 180273 w 423416"/>
                <a:gd name="connsiteY81" fmla="*/ 20598 h 146668"/>
                <a:gd name="connsiteX82" fmla="*/ 180529 w 423416"/>
                <a:gd name="connsiteY82" fmla="*/ 19133 h 146668"/>
                <a:gd name="connsiteX83" fmla="*/ 181017 w 423416"/>
                <a:gd name="connsiteY83" fmla="*/ 17622 h 146668"/>
                <a:gd name="connsiteX84" fmla="*/ 187366 w 423416"/>
                <a:gd name="connsiteY84" fmla="*/ 17227 h 146668"/>
                <a:gd name="connsiteX85" fmla="*/ 189203 w 423416"/>
                <a:gd name="connsiteY85" fmla="*/ 16878 h 146668"/>
                <a:gd name="connsiteX86" fmla="*/ 189572 w 423416"/>
                <a:gd name="connsiteY86" fmla="*/ 15378 h 146668"/>
                <a:gd name="connsiteX87" fmla="*/ 189947 w 423416"/>
                <a:gd name="connsiteY87" fmla="*/ 13901 h 146668"/>
                <a:gd name="connsiteX88" fmla="*/ 194086 w 423416"/>
                <a:gd name="connsiteY88" fmla="*/ 13715 h 146668"/>
                <a:gd name="connsiteX89" fmla="*/ 196368 w 423416"/>
                <a:gd name="connsiteY89" fmla="*/ 13797 h 146668"/>
                <a:gd name="connsiteX90" fmla="*/ 198132 w 423416"/>
                <a:gd name="connsiteY90" fmla="*/ 13901 h 146668"/>
                <a:gd name="connsiteX91" fmla="*/ 198132 w 423416"/>
                <a:gd name="connsiteY91" fmla="*/ 10925 h 146668"/>
                <a:gd name="connsiteX92" fmla="*/ 207062 w 423416"/>
                <a:gd name="connsiteY92" fmla="*/ 10180 h 146668"/>
                <a:gd name="connsiteX93" fmla="*/ 207062 w 423416"/>
                <a:gd name="connsiteY93" fmla="*/ 7204 h 146668"/>
                <a:gd name="connsiteX94" fmla="*/ 208664 w 423416"/>
                <a:gd name="connsiteY94" fmla="*/ 7120 h 146668"/>
                <a:gd name="connsiteX95" fmla="*/ 210736 w 423416"/>
                <a:gd name="connsiteY95" fmla="*/ 6971 h 146668"/>
                <a:gd name="connsiteX96" fmla="*/ 212803 w 423416"/>
                <a:gd name="connsiteY96" fmla="*/ 6841 h 146668"/>
                <a:gd name="connsiteX97" fmla="*/ 214504 w 423416"/>
                <a:gd name="connsiteY97" fmla="*/ 6460 h 146668"/>
                <a:gd name="connsiteX98" fmla="*/ 215248 w 423416"/>
                <a:gd name="connsiteY98" fmla="*/ 4227 h 146668"/>
                <a:gd name="connsiteX99" fmla="*/ 219759 w 423416"/>
                <a:gd name="connsiteY99" fmla="*/ 3716 h 146668"/>
                <a:gd name="connsiteX100" fmla="*/ 222250 w 423416"/>
                <a:gd name="connsiteY100" fmla="*/ 3568 h 146668"/>
                <a:gd name="connsiteX101" fmla="*/ 224177 w 423416"/>
                <a:gd name="connsiteY101" fmla="*/ 3483 h 146668"/>
                <a:gd name="connsiteX102" fmla="*/ 224177 w 423416"/>
                <a:gd name="connsiteY102" fmla="*/ 507 h 14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23416" h="146668">
                  <a:moveTo>
                    <a:pt x="224177" y="507"/>
                  </a:moveTo>
                  <a:cubicBezTo>
                    <a:pt x="225774" y="487"/>
                    <a:pt x="227371" y="472"/>
                    <a:pt x="228968" y="460"/>
                  </a:cubicBezTo>
                  <a:cubicBezTo>
                    <a:pt x="229857" y="452"/>
                    <a:pt x="230746" y="443"/>
                    <a:pt x="231662" y="434"/>
                  </a:cubicBezTo>
                  <a:cubicBezTo>
                    <a:pt x="233851" y="507"/>
                    <a:pt x="233851" y="507"/>
                    <a:pt x="234595" y="1251"/>
                  </a:cubicBezTo>
                  <a:cubicBezTo>
                    <a:pt x="234739" y="2760"/>
                    <a:pt x="234881" y="4270"/>
                    <a:pt x="234985" y="5783"/>
                  </a:cubicBezTo>
                  <a:cubicBezTo>
                    <a:pt x="235245" y="7502"/>
                    <a:pt x="235245" y="7502"/>
                    <a:pt x="237572" y="8692"/>
                  </a:cubicBezTo>
                  <a:cubicBezTo>
                    <a:pt x="237845" y="10425"/>
                    <a:pt x="238095" y="12161"/>
                    <a:pt x="238316" y="13901"/>
                  </a:cubicBezTo>
                  <a:cubicBezTo>
                    <a:pt x="238807" y="14147"/>
                    <a:pt x="239298" y="14392"/>
                    <a:pt x="239804" y="14645"/>
                  </a:cubicBezTo>
                  <a:cubicBezTo>
                    <a:pt x="240246" y="16616"/>
                    <a:pt x="240357" y="18583"/>
                    <a:pt x="240548" y="20598"/>
                  </a:cubicBezTo>
                  <a:cubicBezTo>
                    <a:pt x="241285" y="20598"/>
                    <a:pt x="242022" y="20598"/>
                    <a:pt x="242781" y="20598"/>
                  </a:cubicBezTo>
                  <a:cubicBezTo>
                    <a:pt x="243305" y="22326"/>
                    <a:pt x="243802" y="24063"/>
                    <a:pt x="244269" y="25807"/>
                  </a:cubicBezTo>
                  <a:cubicBezTo>
                    <a:pt x="244760" y="25807"/>
                    <a:pt x="245251" y="25807"/>
                    <a:pt x="245757" y="25807"/>
                  </a:cubicBezTo>
                  <a:cubicBezTo>
                    <a:pt x="245879" y="27309"/>
                    <a:pt x="246000" y="28811"/>
                    <a:pt x="246121" y="30313"/>
                  </a:cubicBezTo>
                  <a:cubicBezTo>
                    <a:pt x="246408" y="32055"/>
                    <a:pt x="246408" y="32055"/>
                    <a:pt x="248734" y="33249"/>
                  </a:cubicBezTo>
                  <a:cubicBezTo>
                    <a:pt x="248874" y="35946"/>
                    <a:pt x="248874" y="35946"/>
                    <a:pt x="248734" y="38458"/>
                  </a:cubicBezTo>
                  <a:cubicBezTo>
                    <a:pt x="249471" y="38458"/>
                    <a:pt x="250207" y="38458"/>
                    <a:pt x="250966" y="38458"/>
                  </a:cubicBezTo>
                  <a:cubicBezTo>
                    <a:pt x="251212" y="40422"/>
                    <a:pt x="251458" y="42387"/>
                    <a:pt x="251711" y="44411"/>
                  </a:cubicBezTo>
                  <a:cubicBezTo>
                    <a:pt x="252447" y="44411"/>
                    <a:pt x="253184" y="44411"/>
                    <a:pt x="253943" y="44411"/>
                  </a:cubicBezTo>
                  <a:cubicBezTo>
                    <a:pt x="254468" y="46139"/>
                    <a:pt x="254964" y="47876"/>
                    <a:pt x="255431" y="49620"/>
                  </a:cubicBezTo>
                  <a:cubicBezTo>
                    <a:pt x="255922" y="49620"/>
                    <a:pt x="256414" y="49620"/>
                    <a:pt x="256920" y="49620"/>
                  </a:cubicBezTo>
                  <a:cubicBezTo>
                    <a:pt x="256956" y="50095"/>
                    <a:pt x="256992" y="50570"/>
                    <a:pt x="257030" y="51059"/>
                  </a:cubicBezTo>
                  <a:cubicBezTo>
                    <a:pt x="257113" y="51981"/>
                    <a:pt x="257113" y="51981"/>
                    <a:pt x="257199" y="52922"/>
                  </a:cubicBezTo>
                  <a:cubicBezTo>
                    <a:pt x="257250" y="53535"/>
                    <a:pt x="257302" y="54148"/>
                    <a:pt x="257356" y="54780"/>
                  </a:cubicBezTo>
                  <a:cubicBezTo>
                    <a:pt x="257457" y="55287"/>
                    <a:pt x="257559" y="55794"/>
                    <a:pt x="257664" y="56317"/>
                  </a:cubicBezTo>
                  <a:cubicBezTo>
                    <a:pt x="258155" y="56563"/>
                    <a:pt x="258646" y="56808"/>
                    <a:pt x="259152" y="57061"/>
                  </a:cubicBezTo>
                  <a:cubicBezTo>
                    <a:pt x="259259" y="57921"/>
                    <a:pt x="259367" y="58780"/>
                    <a:pt x="259478" y="59666"/>
                  </a:cubicBezTo>
                  <a:cubicBezTo>
                    <a:pt x="259616" y="60525"/>
                    <a:pt x="259754" y="61385"/>
                    <a:pt x="259896" y="62270"/>
                  </a:cubicBezTo>
                  <a:cubicBezTo>
                    <a:pt x="260633" y="62516"/>
                    <a:pt x="261370" y="62761"/>
                    <a:pt x="262129" y="63014"/>
                  </a:cubicBezTo>
                  <a:cubicBezTo>
                    <a:pt x="262431" y="64474"/>
                    <a:pt x="262431" y="64474"/>
                    <a:pt x="262501" y="66270"/>
                  </a:cubicBezTo>
                  <a:cubicBezTo>
                    <a:pt x="262577" y="68800"/>
                    <a:pt x="262577" y="68800"/>
                    <a:pt x="263828" y="70914"/>
                  </a:cubicBezTo>
                  <a:cubicBezTo>
                    <a:pt x="266067" y="72720"/>
                    <a:pt x="268931" y="72238"/>
                    <a:pt x="271687" y="72208"/>
                  </a:cubicBezTo>
                  <a:cubicBezTo>
                    <a:pt x="272368" y="72209"/>
                    <a:pt x="273049" y="72210"/>
                    <a:pt x="273750" y="72212"/>
                  </a:cubicBezTo>
                  <a:cubicBezTo>
                    <a:pt x="276042" y="72214"/>
                    <a:pt x="278333" y="72200"/>
                    <a:pt x="280625" y="72186"/>
                  </a:cubicBezTo>
                  <a:cubicBezTo>
                    <a:pt x="282263" y="72184"/>
                    <a:pt x="283902" y="72183"/>
                    <a:pt x="285541" y="72183"/>
                  </a:cubicBezTo>
                  <a:cubicBezTo>
                    <a:pt x="290000" y="72181"/>
                    <a:pt x="294458" y="72164"/>
                    <a:pt x="298917" y="72146"/>
                  </a:cubicBezTo>
                  <a:cubicBezTo>
                    <a:pt x="303576" y="72129"/>
                    <a:pt x="308235" y="72126"/>
                    <a:pt x="312893" y="72121"/>
                  </a:cubicBezTo>
                  <a:cubicBezTo>
                    <a:pt x="320718" y="72112"/>
                    <a:pt x="328543" y="72095"/>
                    <a:pt x="336367" y="72072"/>
                  </a:cubicBezTo>
                  <a:cubicBezTo>
                    <a:pt x="344422" y="72048"/>
                    <a:pt x="352476" y="72027"/>
                    <a:pt x="360530" y="72011"/>
                  </a:cubicBezTo>
                  <a:cubicBezTo>
                    <a:pt x="361274" y="72009"/>
                    <a:pt x="361274" y="72009"/>
                    <a:pt x="362033" y="72008"/>
                  </a:cubicBezTo>
                  <a:cubicBezTo>
                    <a:pt x="370299" y="71991"/>
                    <a:pt x="378564" y="71977"/>
                    <a:pt x="386829" y="71965"/>
                  </a:cubicBezTo>
                  <a:cubicBezTo>
                    <a:pt x="392384" y="71956"/>
                    <a:pt x="397939" y="71943"/>
                    <a:pt x="403493" y="71925"/>
                  </a:cubicBezTo>
                  <a:cubicBezTo>
                    <a:pt x="406944" y="71915"/>
                    <a:pt x="410395" y="71908"/>
                    <a:pt x="413845" y="71901"/>
                  </a:cubicBezTo>
                  <a:cubicBezTo>
                    <a:pt x="415450" y="71897"/>
                    <a:pt x="417054" y="71892"/>
                    <a:pt x="418659" y="71885"/>
                  </a:cubicBezTo>
                  <a:cubicBezTo>
                    <a:pt x="420843" y="71877"/>
                    <a:pt x="423027" y="71873"/>
                    <a:pt x="425211" y="71870"/>
                  </a:cubicBezTo>
                  <a:cubicBezTo>
                    <a:pt x="425852" y="71866"/>
                    <a:pt x="426492" y="71862"/>
                    <a:pt x="427152" y="71859"/>
                  </a:cubicBezTo>
                  <a:cubicBezTo>
                    <a:pt x="429635" y="71859"/>
                    <a:pt x="431653" y="71898"/>
                    <a:pt x="434025" y="72688"/>
                  </a:cubicBezTo>
                  <a:cubicBezTo>
                    <a:pt x="434025" y="97245"/>
                    <a:pt x="434025" y="121802"/>
                    <a:pt x="434025" y="147102"/>
                  </a:cubicBezTo>
                  <a:cubicBezTo>
                    <a:pt x="294298" y="147102"/>
                    <a:pt x="154570" y="147102"/>
                    <a:pt x="10609" y="147102"/>
                  </a:cubicBezTo>
                  <a:cubicBezTo>
                    <a:pt x="10609" y="72688"/>
                    <a:pt x="10609" y="72688"/>
                    <a:pt x="11353" y="71944"/>
                  </a:cubicBezTo>
                  <a:cubicBezTo>
                    <a:pt x="13658" y="71871"/>
                    <a:pt x="15946" y="71847"/>
                    <a:pt x="18251" y="71855"/>
                  </a:cubicBezTo>
                  <a:cubicBezTo>
                    <a:pt x="18984" y="71854"/>
                    <a:pt x="19717" y="71853"/>
                    <a:pt x="20472" y="71853"/>
                  </a:cubicBezTo>
                  <a:cubicBezTo>
                    <a:pt x="22948" y="71852"/>
                    <a:pt x="25424" y="71856"/>
                    <a:pt x="27900" y="71860"/>
                  </a:cubicBezTo>
                  <a:cubicBezTo>
                    <a:pt x="29667" y="71860"/>
                    <a:pt x="31434" y="71860"/>
                    <a:pt x="33201" y="71859"/>
                  </a:cubicBezTo>
                  <a:cubicBezTo>
                    <a:pt x="37514" y="71859"/>
                    <a:pt x="41827" y="71862"/>
                    <a:pt x="46140" y="71867"/>
                  </a:cubicBezTo>
                  <a:cubicBezTo>
                    <a:pt x="51156" y="71872"/>
                    <a:pt x="56173" y="71874"/>
                    <a:pt x="61190" y="71874"/>
                  </a:cubicBezTo>
                  <a:cubicBezTo>
                    <a:pt x="70137" y="71876"/>
                    <a:pt x="79084" y="71881"/>
                    <a:pt x="88031" y="71888"/>
                  </a:cubicBezTo>
                  <a:cubicBezTo>
                    <a:pt x="96724" y="71895"/>
                    <a:pt x="105417" y="71900"/>
                    <a:pt x="114110" y="71903"/>
                  </a:cubicBezTo>
                  <a:cubicBezTo>
                    <a:pt x="114646" y="71903"/>
                    <a:pt x="115181" y="71904"/>
                    <a:pt x="115733" y="71904"/>
                  </a:cubicBezTo>
                  <a:cubicBezTo>
                    <a:pt x="118419" y="71905"/>
                    <a:pt x="121106" y="71906"/>
                    <a:pt x="123792" y="71907"/>
                  </a:cubicBezTo>
                  <a:cubicBezTo>
                    <a:pt x="146092" y="71914"/>
                    <a:pt x="168391" y="71928"/>
                    <a:pt x="190691" y="71944"/>
                  </a:cubicBezTo>
                  <a:cubicBezTo>
                    <a:pt x="190691" y="70716"/>
                    <a:pt x="190691" y="69488"/>
                    <a:pt x="190691" y="68223"/>
                  </a:cubicBezTo>
                  <a:cubicBezTo>
                    <a:pt x="189954" y="68223"/>
                    <a:pt x="189218" y="68223"/>
                    <a:pt x="188459" y="68223"/>
                  </a:cubicBezTo>
                  <a:cubicBezTo>
                    <a:pt x="188337" y="66697"/>
                    <a:pt x="188216" y="65171"/>
                    <a:pt x="188095" y="63645"/>
                  </a:cubicBezTo>
                  <a:cubicBezTo>
                    <a:pt x="187970" y="63192"/>
                    <a:pt x="187844" y="62738"/>
                    <a:pt x="187714" y="62270"/>
                  </a:cubicBezTo>
                  <a:cubicBezTo>
                    <a:pt x="186978" y="62025"/>
                    <a:pt x="186241" y="61779"/>
                    <a:pt x="185482" y="61526"/>
                  </a:cubicBezTo>
                  <a:cubicBezTo>
                    <a:pt x="185264" y="59988"/>
                    <a:pt x="185264" y="59988"/>
                    <a:pt x="185343" y="58131"/>
                  </a:cubicBezTo>
                  <a:cubicBezTo>
                    <a:pt x="185373" y="57209"/>
                    <a:pt x="185373" y="57209"/>
                    <a:pt x="185404" y="56268"/>
                  </a:cubicBezTo>
                  <a:cubicBezTo>
                    <a:pt x="185429" y="55793"/>
                    <a:pt x="185455" y="55318"/>
                    <a:pt x="185482" y="54829"/>
                  </a:cubicBezTo>
                  <a:cubicBezTo>
                    <a:pt x="184745" y="54829"/>
                    <a:pt x="184009" y="54829"/>
                    <a:pt x="183250" y="54829"/>
                  </a:cubicBezTo>
                  <a:cubicBezTo>
                    <a:pt x="182758" y="53390"/>
                    <a:pt x="182758" y="53390"/>
                    <a:pt x="182459" y="51527"/>
                  </a:cubicBezTo>
                  <a:cubicBezTo>
                    <a:pt x="182188" y="49712"/>
                    <a:pt x="182188" y="49712"/>
                    <a:pt x="181761" y="48132"/>
                  </a:cubicBezTo>
                  <a:cubicBezTo>
                    <a:pt x="181270" y="47886"/>
                    <a:pt x="180779" y="47641"/>
                    <a:pt x="180273" y="47388"/>
                  </a:cubicBezTo>
                  <a:cubicBezTo>
                    <a:pt x="179831" y="45417"/>
                    <a:pt x="179721" y="43450"/>
                    <a:pt x="179529" y="41434"/>
                  </a:cubicBezTo>
                  <a:cubicBezTo>
                    <a:pt x="178792" y="41434"/>
                    <a:pt x="178056" y="41434"/>
                    <a:pt x="177297" y="41434"/>
                  </a:cubicBezTo>
                  <a:cubicBezTo>
                    <a:pt x="177151" y="39908"/>
                    <a:pt x="177006" y="38382"/>
                    <a:pt x="176860" y="36856"/>
                  </a:cubicBezTo>
                  <a:cubicBezTo>
                    <a:pt x="176759" y="36402"/>
                    <a:pt x="176657" y="35949"/>
                    <a:pt x="176552" y="35481"/>
                  </a:cubicBezTo>
                  <a:cubicBezTo>
                    <a:pt x="176061" y="35236"/>
                    <a:pt x="175570" y="34990"/>
                    <a:pt x="175064" y="34737"/>
                  </a:cubicBezTo>
                  <a:cubicBezTo>
                    <a:pt x="174594" y="33193"/>
                    <a:pt x="174306" y="31644"/>
                    <a:pt x="173994" y="30060"/>
                  </a:cubicBezTo>
                  <a:cubicBezTo>
                    <a:pt x="173856" y="29639"/>
                    <a:pt x="173718" y="29218"/>
                    <a:pt x="173576" y="28784"/>
                  </a:cubicBezTo>
                  <a:cubicBezTo>
                    <a:pt x="173085" y="28784"/>
                    <a:pt x="172594" y="28784"/>
                    <a:pt x="172088" y="28784"/>
                  </a:cubicBezTo>
                  <a:cubicBezTo>
                    <a:pt x="172088" y="26328"/>
                    <a:pt x="172088" y="23873"/>
                    <a:pt x="172088" y="21343"/>
                  </a:cubicBezTo>
                  <a:cubicBezTo>
                    <a:pt x="177762" y="20598"/>
                    <a:pt x="177762" y="20598"/>
                    <a:pt x="180273" y="20598"/>
                  </a:cubicBezTo>
                  <a:cubicBezTo>
                    <a:pt x="180357" y="20115"/>
                    <a:pt x="180442" y="19632"/>
                    <a:pt x="180529" y="19133"/>
                  </a:cubicBezTo>
                  <a:cubicBezTo>
                    <a:pt x="180690" y="18635"/>
                    <a:pt x="180851" y="18136"/>
                    <a:pt x="181017" y="17622"/>
                  </a:cubicBezTo>
                  <a:cubicBezTo>
                    <a:pt x="183157" y="17216"/>
                    <a:pt x="185191" y="17249"/>
                    <a:pt x="187366" y="17227"/>
                  </a:cubicBezTo>
                  <a:cubicBezTo>
                    <a:pt x="187972" y="17111"/>
                    <a:pt x="188578" y="16996"/>
                    <a:pt x="189203" y="16878"/>
                  </a:cubicBezTo>
                  <a:cubicBezTo>
                    <a:pt x="189325" y="16383"/>
                    <a:pt x="189446" y="15888"/>
                    <a:pt x="189572" y="15378"/>
                  </a:cubicBezTo>
                  <a:cubicBezTo>
                    <a:pt x="189696" y="14891"/>
                    <a:pt x="189819" y="14403"/>
                    <a:pt x="189947" y="13901"/>
                  </a:cubicBezTo>
                  <a:cubicBezTo>
                    <a:pt x="191810" y="13611"/>
                    <a:pt x="191810" y="13611"/>
                    <a:pt x="194086" y="13715"/>
                  </a:cubicBezTo>
                  <a:cubicBezTo>
                    <a:pt x="194839" y="13742"/>
                    <a:pt x="195592" y="13769"/>
                    <a:pt x="196368" y="13797"/>
                  </a:cubicBezTo>
                  <a:cubicBezTo>
                    <a:pt x="196950" y="13831"/>
                    <a:pt x="197533" y="13866"/>
                    <a:pt x="198132" y="13901"/>
                  </a:cubicBezTo>
                  <a:cubicBezTo>
                    <a:pt x="198132" y="12919"/>
                    <a:pt x="198132" y="11937"/>
                    <a:pt x="198132" y="10925"/>
                  </a:cubicBezTo>
                  <a:cubicBezTo>
                    <a:pt x="201079" y="10679"/>
                    <a:pt x="204026" y="10434"/>
                    <a:pt x="207062" y="10180"/>
                  </a:cubicBezTo>
                  <a:cubicBezTo>
                    <a:pt x="207062" y="9198"/>
                    <a:pt x="207062" y="8216"/>
                    <a:pt x="207062" y="7204"/>
                  </a:cubicBezTo>
                  <a:cubicBezTo>
                    <a:pt x="207591" y="7176"/>
                    <a:pt x="208119" y="7148"/>
                    <a:pt x="208664" y="7120"/>
                  </a:cubicBezTo>
                  <a:cubicBezTo>
                    <a:pt x="209348" y="7071"/>
                    <a:pt x="210032" y="7022"/>
                    <a:pt x="210736" y="6971"/>
                  </a:cubicBezTo>
                  <a:cubicBezTo>
                    <a:pt x="211759" y="6907"/>
                    <a:pt x="211759" y="6907"/>
                    <a:pt x="212803" y="6841"/>
                  </a:cubicBezTo>
                  <a:cubicBezTo>
                    <a:pt x="213645" y="6652"/>
                    <a:pt x="213645" y="6652"/>
                    <a:pt x="214504" y="6460"/>
                  </a:cubicBezTo>
                  <a:cubicBezTo>
                    <a:pt x="214749" y="5723"/>
                    <a:pt x="214995" y="4986"/>
                    <a:pt x="215248" y="4227"/>
                  </a:cubicBezTo>
                  <a:cubicBezTo>
                    <a:pt x="217274" y="3847"/>
                    <a:pt x="217274" y="3847"/>
                    <a:pt x="219759" y="3716"/>
                  </a:cubicBezTo>
                  <a:cubicBezTo>
                    <a:pt x="220581" y="3667"/>
                    <a:pt x="221403" y="3618"/>
                    <a:pt x="222250" y="3568"/>
                  </a:cubicBezTo>
                  <a:cubicBezTo>
                    <a:pt x="222886" y="3540"/>
                    <a:pt x="223522" y="3512"/>
                    <a:pt x="224177" y="3483"/>
                  </a:cubicBezTo>
                  <a:cubicBezTo>
                    <a:pt x="224177" y="2501"/>
                    <a:pt x="224177" y="1519"/>
                    <a:pt x="224177" y="507"/>
                  </a:cubicBezTo>
                  <a:close/>
                </a:path>
              </a:pathLst>
            </a:custGeom>
            <a:grpFill/>
            <a:ln w="744" cap="flat">
              <a:noFill/>
              <a:prstDash val="solid"/>
              <a:miter/>
            </a:ln>
          </p:spPr>
          <p:txBody>
            <a:bodyPr rtlCol="0" anchor="ctr"/>
            <a:lstStyle/>
            <a:p>
              <a:endParaRPr lang="zh-CN" altLang="en-US"/>
            </a:p>
          </p:txBody>
        </p:sp>
        <p:sp>
          <p:nvSpPr>
            <p:cNvPr id="109" name="任意多边形: 形状 108"/>
            <p:cNvSpPr/>
            <p:nvPr/>
          </p:nvSpPr>
          <p:spPr>
            <a:xfrm>
              <a:off x="10984570" y="1390301"/>
              <a:ext cx="183265" cy="243262"/>
            </a:xfrm>
            <a:custGeom>
              <a:avLst/>
              <a:gdLst>
                <a:gd name="connsiteX0" fmla="*/ 91291 w 183265"/>
                <a:gd name="connsiteY0" fmla="*/ 30638 h 243262"/>
                <a:gd name="connsiteX1" fmla="*/ 84315 w 183265"/>
                <a:gd name="connsiteY1" fmla="*/ 30964 h 243262"/>
                <a:gd name="connsiteX2" fmla="*/ 83832 w 183265"/>
                <a:gd name="connsiteY2" fmla="*/ 32833 h 243262"/>
                <a:gd name="connsiteX3" fmla="*/ 83571 w 183265"/>
                <a:gd name="connsiteY3" fmla="*/ 34684 h 243262"/>
                <a:gd name="connsiteX4" fmla="*/ 81245 w 183265"/>
                <a:gd name="connsiteY4" fmla="*/ 35022 h 243262"/>
                <a:gd name="connsiteX5" fmla="*/ 73153 w 183265"/>
                <a:gd name="connsiteY5" fmla="*/ 34684 h 243262"/>
                <a:gd name="connsiteX6" fmla="*/ 71990 w 183265"/>
                <a:gd name="connsiteY6" fmla="*/ 36963 h 243262"/>
                <a:gd name="connsiteX7" fmla="*/ 71665 w 183265"/>
                <a:gd name="connsiteY7" fmla="*/ 38405 h 243262"/>
                <a:gd name="connsiteX8" fmla="*/ 65711 w 183265"/>
                <a:gd name="connsiteY8" fmla="*/ 37661 h 243262"/>
                <a:gd name="connsiteX9" fmla="*/ 64874 w 183265"/>
                <a:gd name="connsiteY9" fmla="*/ 39056 h 243262"/>
                <a:gd name="connsiteX10" fmla="*/ 64223 w 183265"/>
                <a:gd name="connsiteY10" fmla="*/ 40638 h 243262"/>
                <a:gd name="connsiteX11" fmla="*/ 59758 w 183265"/>
                <a:gd name="connsiteY11" fmla="*/ 41382 h 243262"/>
                <a:gd name="connsiteX12" fmla="*/ 59200 w 183265"/>
                <a:gd name="connsiteY12" fmla="*/ 42917 h 243262"/>
                <a:gd name="connsiteX13" fmla="*/ 59014 w 183265"/>
                <a:gd name="connsiteY13" fmla="*/ 44358 h 243262"/>
                <a:gd name="connsiteX14" fmla="*/ 57526 w 183265"/>
                <a:gd name="connsiteY14" fmla="*/ 44358 h 243262"/>
                <a:gd name="connsiteX15" fmla="*/ 54549 w 183265"/>
                <a:gd name="connsiteY15" fmla="*/ 48079 h 243262"/>
                <a:gd name="connsiteX16" fmla="*/ 52317 w 183265"/>
                <a:gd name="connsiteY16" fmla="*/ 48823 h 243262"/>
                <a:gd name="connsiteX17" fmla="*/ 51573 w 183265"/>
                <a:gd name="connsiteY17" fmla="*/ 51056 h 243262"/>
                <a:gd name="connsiteX18" fmla="*/ 49340 w 183265"/>
                <a:gd name="connsiteY18" fmla="*/ 51056 h 243262"/>
                <a:gd name="connsiteX19" fmla="*/ 48550 w 183265"/>
                <a:gd name="connsiteY19" fmla="*/ 52497 h 243262"/>
                <a:gd name="connsiteX20" fmla="*/ 47852 w 183265"/>
                <a:gd name="connsiteY20" fmla="*/ 54032 h 243262"/>
                <a:gd name="connsiteX21" fmla="*/ 46364 w 183265"/>
                <a:gd name="connsiteY21" fmla="*/ 54776 h 243262"/>
                <a:gd name="connsiteX22" fmla="*/ 45620 w 183265"/>
                <a:gd name="connsiteY22" fmla="*/ 58497 h 243262"/>
                <a:gd name="connsiteX23" fmla="*/ 44131 w 183265"/>
                <a:gd name="connsiteY23" fmla="*/ 58497 h 243262"/>
                <a:gd name="connsiteX24" fmla="*/ 43387 w 183265"/>
                <a:gd name="connsiteY24" fmla="*/ 61055 h 243262"/>
                <a:gd name="connsiteX25" fmla="*/ 42643 w 183265"/>
                <a:gd name="connsiteY25" fmla="*/ 63706 h 243262"/>
                <a:gd name="connsiteX26" fmla="*/ 41155 w 183265"/>
                <a:gd name="connsiteY26" fmla="*/ 64450 h 243262"/>
                <a:gd name="connsiteX27" fmla="*/ 40690 w 183265"/>
                <a:gd name="connsiteY27" fmla="*/ 66729 h 243262"/>
                <a:gd name="connsiteX28" fmla="*/ 40411 w 183265"/>
                <a:gd name="connsiteY28" fmla="*/ 68915 h 243262"/>
                <a:gd name="connsiteX29" fmla="*/ 38922 w 183265"/>
                <a:gd name="connsiteY29" fmla="*/ 68915 h 243262"/>
                <a:gd name="connsiteX30" fmla="*/ 37899 w 183265"/>
                <a:gd name="connsiteY30" fmla="*/ 73752 h 243262"/>
                <a:gd name="connsiteX31" fmla="*/ 37434 w 183265"/>
                <a:gd name="connsiteY31" fmla="*/ 77100 h 243262"/>
                <a:gd name="connsiteX32" fmla="*/ 35202 w 183265"/>
                <a:gd name="connsiteY32" fmla="*/ 78589 h 243262"/>
                <a:gd name="connsiteX33" fmla="*/ 34873 w 183265"/>
                <a:gd name="connsiteY33" fmla="*/ 80824 h 243262"/>
                <a:gd name="connsiteX34" fmla="*/ 34458 w 183265"/>
                <a:gd name="connsiteY34" fmla="*/ 88263 h 243262"/>
                <a:gd name="connsiteX35" fmla="*/ 32969 w 183265"/>
                <a:gd name="connsiteY35" fmla="*/ 89007 h 243262"/>
                <a:gd name="connsiteX36" fmla="*/ 32877 w 183265"/>
                <a:gd name="connsiteY36" fmla="*/ 92797 h 243262"/>
                <a:gd name="connsiteX37" fmla="*/ 32956 w 183265"/>
                <a:gd name="connsiteY37" fmla="*/ 96037 h 243262"/>
                <a:gd name="connsiteX38" fmla="*/ 33062 w 183265"/>
                <a:gd name="connsiteY38" fmla="*/ 101239 h 243262"/>
                <a:gd name="connsiteX39" fmla="*/ 33184 w 183265"/>
                <a:gd name="connsiteY39" fmla="*/ 106432 h 243262"/>
                <a:gd name="connsiteX40" fmla="*/ 33208 w 183265"/>
                <a:gd name="connsiteY40" fmla="*/ 108072 h 243262"/>
                <a:gd name="connsiteX41" fmla="*/ 32969 w 183265"/>
                <a:gd name="connsiteY41" fmla="*/ 113563 h 243262"/>
                <a:gd name="connsiteX42" fmla="*/ 31486 w 183265"/>
                <a:gd name="connsiteY42" fmla="*/ 114392 h 243262"/>
                <a:gd name="connsiteX43" fmla="*/ 29993 w 183265"/>
                <a:gd name="connsiteY43" fmla="*/ 115052 h 243262"/>
                <a:gd name="connsiteX44" fmla="*/ 29643 w 183265"/>
                <a:gd name="connsiteY44" fmla="*/ 116893 h 243262"/>
                <a:gd name="connsiteX45" fmla="*/ 29676 w 183265"/>
                <a:gd name="connsiteY45" fmla="*/ 119188 h 243262"/>
                <a:gd name="connsiteX46" fmla="*/ 29695 w 183265"/>
                <a:gd name="connsiteY46" fmla="*/ 121686 h 243262"/>
                <a:gd name="connsiteX47" fmla="*/ 29760 w 183265"/>
                <a:gd name="connsiteY47" fmla="*/ 124307 h 243262"/>
                <a:gd name="connsiteX48" fmla="*/ 30737 w 183265"/>
                <a:gd name="connsiteY48" fmla="*/ 135888 h 243262"/>
                <a:gd name="connsiteX49" fmla="*/ 32969 w 183265"/>
                <a:gd name="connsiteY49" fmla="*/ 136632 h 243262"/>
                <a:gd name="connsiteX50" fmla="*/ 33187 w 183265"/>
                <a:gd name="connsiteY50" fmla="*/ 138480 h 243262"/>
                <a:gd name="connsiteX51" fmla="*/ 33109 w 183265"/>
                <a:gd name="connsiteY51" fmla="*/ 140911 h 243262"/>
                <a:gd name="connsiteX52" fmla="*/ 33056 w 183265"/>
                <a:gd name="connsiteY52" fmla="*/ 143538 h 243262"/>
                <a:gd name="connsiteX53" fmla="*/ 32882 w 183265"/>
                <a:gd name="connsiteY53" fmla="*/ 149073 h 243262"/>
                <a:gd name="connsiteX54" fmla="*/ 32830 w 183265"/>
                <a:gd name="connsiteY54" fmla="*/ 151701 h 243262"/>
                <a:gd name="connsiteX55" fmla="*/ 32969 w 183265"/>
                <a:gd name="connsiteY55" fmla="*/ 155979 h 243262"/>
                <a:gd name="connsiteX56" fmla="*/ 35202 w 183265"/>
                <a:gd name="connsiteY56" fmla="*/ 156723 h 243262"/>
                <a:gd name="connsiteX57" fmla="*/ 35394 w 183265"/>
                <a:gd name="connsiteY57" fmla="*/ 158534 h 243262"/>
                <a:gd name="connsiteX58" fmla="*/ 35946 w 183265"/>
                <a:gd name="connsiteY58" fmla="*/ 166397 h 243262"/>
                <a:gd name="connsiteX59" fmla="*/ 38178 w 183265"/>
                <a:gd name="connsiteY59" fmla="*/ 166397 h 243262"/>
                <a:gd name="connsiteX60" fmla="*/ 38178 w 183265"/>
                <a:gd name="connsiteY60" fmla="*/ 172350 h 243262"/>
                <a:gd name="connsiteX61" fmla="*/ 39667 w 183265"/>
                <a:gd name="connsiteY61" fmla="*/ 173095 h 243262"/>
                <a:gd name="connsiteX62" fmla="*/ 41155 w 183265"/>
                <a:gd name="connsiteY62" fmla="*/ 173095 h 243262"/>
                <a:gd name="connsiteX63" fmla="*/ 40411 w 183265"/>
                <a:gd name="connsiteY63" fmla="*/ 178304 h 243262"/>
                <a:gd name="connsiteX64" fmla="*/ 43434 w 183265"/>
                <a:gd name="connsiteY64" fmla="*/ 182071 h 243262"/>
                <a:gd name="connsiteX65" fmla="*/ 44131 w 183265"/>
                <a:gd name="connsiteY65" fmla="*/ 184257 h 243262"/>
                <a:gd name="connsiteX66" fmla="*/ 45620 w 183265"/>
                <a:gd name="connsiteY66" fmla="*/ 185001 h 243262"/>
                <a:gd name="connsiteX67" fmla="*/ 46364 w 183265"/>
                <a:gd name="connsiteY67" fmla="*/ 187233 h 243262"/>
                <a:gd name="connsiteX68" fmla="*/ 48596 w 183265"/>
                <a:gd name="connsiteY68" fmla="*/ 188722 h 243262"/>
                <a:gd name="connsiteX69" fmla="*/ 49340 w 183265"/>
                <a:gd name="connsiteY69" fmla="*/ 190954 h 243262"/>
                <a:gd name="connsiteX70" fmla="*/ 53759 w 183265"/>
                <a:gd name="connsiteY70" fmla="*/ 195047 h 243262"/>
                <a:gd name="connsiteX71" fmla="*/ 57651 w 183265"/>
                <a:gd name="connsiteY71" fmla="*/ 198462 h 243262"/>
                <a:gd name="connsiteX72" fmla="*/ 59014 w 183265"/>
                <a:gd name="connsiteY72" fmla="*/ 199140 h 243262"/>
                <a:gd name="connsiteX73" fmla="*/ 59758 w 183265"/>
                <a:gd name="connsiteY73" fmla="*/ 202116 h 243262"/>
                <a:gd name="connsiteX74" fmla="*/ 61991 w 183265"/>
                <a:gd name="connsiteY74" fmla="*/ 202488 h 243262"/>
                <a:gd name="connsiteX75" fmla="*/ 64223 w 183265"/>
                <a:gd name="connsiteY75" fmla="*/ 202860 h 243262"/>
                <a:gd name="connsiteX76" fmla="*/ 64967 w 183265"/>
                <a:gd name="connsiteY76" fmla="*/ 205837 h 243262"/>
                <a:gd name="connsiteX77" fmla="*/ 67944 w 183265"/>
                <a:gd name="connsiteY77" fmla="*/ 206255 h 243262"/>
                <a:gd name="connsiteX78" fmla="*/ 70920 w 183265"/>
                <a:gd name="connsiteY78" fmla="*/ 206581 h 243262"/>
                <a:gd name="connsiteX79" fmla="*/ 71665 w 183265"/>
                <a:gd name="connsiteY79" fmla="*/ 208813 h 243262"/>
                <a:gd name="connsiteX80" fmla="*/ 75698 w 183265"/>
                <a:gd name="connsiteY80" fmla="*/ 209010 h 243262"/>
                <a:gd name="connsiteX81" fmla="*/ 77292 w 183265"/>
                <a:gd name="connsiteY81" fmla="*/ 208953 h 243262"/>
                <a:gd name="connsiteX82" fmla="*/ 80411 w 183265"/>
                <a:gd name="connsiteY82" fmla="*/ 208892 h 243262"/>
                <a:gd name="connsiteX83" fmla="*/ 82827 w 183265"/>
                <a:gd name="connsiteY83" fmla="*/ 208813 h 243262"/>
                <a:gd name="connsiteX84" fmla="*/ 82827 w 183265"/>
                <a:gd name="connsiteY84" fmla="*/ 211790 h 243262"/>
                <a:gd name="connsiteX85" fmla="*/ 85827 w 183265"/>
                <a:gd name="connsiteY85" fmla="*/ 212630 h 243262"/>
                <a:gd name="connsiteX86" fmla="*/ 87664 w 183265"/>
                <a:gd name="connsiteY86" fmla="*/ 212633 h 243262"/>
                <a:gd name="connsiteX87" fmla="*/ 89664 w 183265"/>
                <a:gd name="connsiteY87" fmla="*/ 212636 h 243262"/>
                <a:gd name="connsiteX88" fmla="*/ 91756 w 183265"/>
                <a:gd name="connsiteY88" fmla="*/ 212627 h 243262"/>
                <a:gd name="connsiteX89" fmla="*/ 93849 w 183265"/>
                <a:gd name="connsiteY89" fmla="*/ 212636 h 243262"/>
                <a:gd name="connsiteX90" fmla="*/ 95849 w 183265"/>
                <a:gd name="connsiteY90" fmla="*/ 212633 h 243262"/>
                <a:gd name="connsiteX91" fmla="*/ 100686 w 183265"/>
                <a:gd name="connsiteY91" fmla="*/ 211790 h 243262"/>
                <a:gd name="connsiteX92" fmla="*/ 100686 w 183265"/>
                <a:gd name="connsiteY92" fmla="*/ 208813 h 243262"/>
                <a:gd name="connsiteX93" fmla="*/ 112592 w 183265"/>
                <a:gd name="connsiteY93" fmla="*/ 208813 h 243262"/>
                <a:gd name="connsiteX94" fmla="*/ 112592 w 183265"/>
                <a:gd name="connsiteY94" fmla="*/ 205837 h 243262"/>
                <a:gd name="connsiteX95" fmla="*/ 117801 w 183265"/>
                <a:gd name="connsiteY95" fmla="*/ 205837 h 243262"/>
                <a:gd name="connsiteX96" fmla="*/ 118220 w 183265"/>
                <a:gd name="connsiteY96" fmla="*/ 203976 h 243262"/>
                <a:gd name="connsiteX97" fmla="*/ 118545 w 183265"/>
                <a:gd name="connsiteY97" fmla="*/ 202116 h 243262"/>
                <a:gd name="connsiteX98" fmla="*/ 120778 w 183265"/>
                <a:gd name="connsiteY98" fmla="*/ 202070 h 243262"/>
                <a:gd name="connsiteX99" fmla="*/ 123010 w 183265"/>
                <a:gd name="connsiteY99" fmla="*/ 202116 h 243262"/>
                <a:gd name="connsiteX100" fmla="*/ 123475 w 183265"/>
                <a:gd name="connsiteY100" fmla="*/ 200674 h 243262"/>
                <a:gd name="connsiteX101" fmla="*/ 123754 w 183265"/>
                <a:gd name="connsiteY101" fmla="*/ 199140 h 243262"/>
                <a:gd name="connsiteX102" fmla="*/ 126731 w 183265"/>
                <a:gd name="connsiteY102" fmla="*/ 198395 h 243262"/>
                <a:gd name="connsiteX103" fmla="*/ 127475 w 183265"/>
                <a:gd name="connsiteY103" fmla="*/ 195419 h 243262"/>
                <a:gd name="connsiteX104" fmla="*/ 130452 w 183265"/>
                <a:gd name="connsiteY104" fmla="*/ 195419 h 243262"/>
                <a:gd name="connsiteX105" fmla="*/ 131289 w 183265"/>
                <a:gd name="connsiteY105" fmla="*/ 193977 h 243262"/>
                <a:gd name="connsiteX106" fmla="*/ 131940 w 183265"/>
                <a:gd name="connsiteY106" fmla="*/ 192442 h 243262"/>
                <a:gd name="connsiteX107" fmla="*/ 133428 w 183265"/>
                <a:gd name="connsiteY107" fmla="*/ 191698 h 243262"/>
                <a:gd name="connsiteX108" fmla="*/ 134172 w 183265"/>
                <a:gd name="connsiteY108" fmla="*/ 188722 h 243262"/>
                <a:gd name="connsiteX109" fmla="*/ 136405 w 183265"/>
                <a:gd name="connsiteY109" fmla="*/ 188722 h 243262"/>
                <a:gd name="connsiteX110" fmla="*/ 136405 w 183265"/>
                <a:gd name="connsiteY110" fmla="*/ 185001 h 243262"/>
                <a:gd name="connsiteX111" fmla="*/ 138637 w 183265"/>
                <a:gd name="connsiteY111" fmla="*/ 185001 h 243262"/>
                <a:gd name="connsiteX112" fmla="*/ 139381 w 183265"/>
                <a:gd name="connsiteY112" fmla="*/ 179792 h 243262"/>
                <a:gd name="connsiteX113" fmla="*/ 140916 w 183265"/>
                <a:gd name="connsiteY113" fmla="*/ 178955 h 243262"/>
                <a:gd name="connsiteX114" fmla="*/ 142358 w 183265"/>
                <a:gd name="connsiteY114" fmla="*/ 178304 h 243262"/>
                <a:gd name="connsiteX115" fmla="*/ 142404 w 183265"/>
                <a:gd name="connsiteY115" fmla="*/ 176397 h 243262"/>
                <a:gd name="connsiteX116" fmla="*/ 142358 w 183265"/>
                <a:gd name="connsiteY116" fmla="*/ 174583 h 243262"/>
                <a:gd name="connsiteX117" fmla="*/ 144590 w 183265"/>
                <a:gd name="connsiteY117" fmla="*/ 173839 h 243262"/>
                <a:gd name="connsiteX118" fmla="*/ 144893 w 183265"/>
                <a:gd name="connsiteY118" fmla="*/ 172353 h 243262"/>
                <a:gd name="connsiteX119" fmla="*/ 145335 w 183265"/>
                <a:gd name="connsiteY119" fmla="*/ 167141 h 243262"/>
                <a:gd name="connsiteX120" fmla="*/ 147567 w 183265"/>
                <a:gd name="connsiteY120" fmla="*/ 165653 h 243262"/>
                <a:gd name="connsiteX121" fmla="*/ 147785 w 183265"/>
                <a:gd name="connsiteY121" fmla="*/ 163880 h 243262"/>
                <a:gd name="connsiteX122" fmla="*/ 147706 w 183265"/>
                <a:gd name="connsiteY122" fmla="*/ 161839 h 243262"/>
                <a:gd name="connsiteX123" fmla="*/ 147645 w 183265"/>
                <a:gd name="connsiteY123" fmla="*/ 159787 h 243262"/>
                <a:gd name="connsiteX124" fmla="*/ 147567 w 183265"/>
                <a:gd name="connsiteY124" fmla="*/ 158212 h 243262"/>
                <a:gd name="connsiteX125" fmla="*/ 149799 w 183265"/>
                <a:gd name="connsiteY125" fmla="*/ 158212 h 243262"/>
                <a:gd name="connsiteX126" fmla="*/ 150628 w 183265"/>
                <a:gd name="connsiteY126" fmla="*/ 154291 h 243262"/>
                <a:gd name="connsiteX127" fmla="*/ 150616 w 183265"/>
                <a:gd name="connsiteY127" fmla="*/ 152343 h 243262"/>
                <a:gd name="connsiteX128" fmla="*/ 150609 w 183265"/>
                <a:gd name="connsiteY128" fmla="*/ 150228 h 243262"/>
                <a:gd name="connsiteX129" fmla="*/ 150590 w 183265"/>
                <a:gd name="connsiteY129" fmla="*/ 148026 h 243262"/>
                <a:gd name="connsiteX130" fmla="*/ 150555 w 183265"/>
                <a:gd name="connsiteY130" fmla="*/ 141751 h 243262"/>
                <a:gd name="connsiteX131" fmla="*/ 150544 w 183265"/>
                <a:gd name="connsiteY131" fmla="*/ 140352 h 243262"/>
                <a:gd name="connsiteX132" fmla="*/ 152032 w 183265"/>
                <a:gd name="connsiteY132" fmla="*/ 140352 h 243262"/>
                <a:gd name="connsiteX133" fmla="*/ 152870 w 183265"/>
                <a:gd name="connsiteY133" fmla="*/ 137396 h 243262"/>
                <a:gd name="connsiteX134" fmla="*/ 152872 w 183265"/>
                <a:gd name="connsiteY134" fmla="*/ 135577 h 243262"/>
                <a:gd name="connsiteX135" fmla="*/ 152879 w 183265"/>
                <a:gd name="connsiteY135" fmla="*/ 133515 h 243262"/>
                <a:gd name="connsiteX136" fmla="*/ 152875 w 183265"/>
                <a:gd name="connsiteY136" fmla="*/ 131283 h 243262"/>
                <a:gd name="connsiteX137" fmla="*/ 152878 w 183265"/>
                <a:gd name="connsiteY137" fmla="*/ 126638 h 243262"/>
                <a:gd name="connsiteX138" fmla="*/ 152873 w 183265"/>
                <a:gd name="connsiteY138" fmla="*/ 119289 h 243262"/>
                <a:gd name="connsiteX139" fmla="*/ 152877 w 183265"/>
                <a:gd name="connsiteY139" fmla="*/ 114500 h 243262"/>
                <a:gd name="connsiteX140" fmla="*/ 152875 w 183265"/>
                <a:gd name="connsiteY140" fmla="*/ 112215 h 243262"/>
                <a:gd name="connsiteX141" fmla="*/ 152879 w 183265"/>
                <a:gd name="connsiteY141" fmla="*/ 109983 h 243262"/>
                <a:gd name="connsiteX142" fmla="*/ 152872 w 183265"/>
                <a:gd name="connsiteY142" fmla="*/ 107921 h 243262"/>
                <a:gd name="connsiteX143" fmla="*/ 152032 w 183265"/>
                <a:gd name="connsiteY143" fmla="*/ 103145 h 243262"/>
                <a:gd name="connsiteX144" fmla="*/ 150544 w 183265"/>
                <a:gd name="connsiteY144" fmla="*/ 103145 h 243262"/>
                <a:gd name="connsiteX145" fmla="*/ 150580 w 183265"/>
                <a:gd name="connsiteY145" fmla="*/ 98192 h 243262"/>
                <a:gd name="connsiteX146" fmla="*/ 150590 w 183265"/>
                <a:gd name="connsiteY146" fmla="*/ 96169 h 243262"/>
                <a:gd name="connsiteX147" fmla="*/ 150609 w 183265"/>
                <a:gd name="connsiteY147" fmla="*/ 94163 h 243262"/>
                <a:gd name="connsiteX148" fmla="*/ 150616 w 183265"/>
                <a:gd name="connsiteY148" fmla="*/ 92245 h 243262"/>
                <a:gd name="connsiteX149" fmla="*/ 149799 w 183265"/>
                <a:gd name="connsiteY149" fmla="*/ 87518 h 243262"/>
                <a:gd name="connsiteX150" fmla="*/ 147567 w 183265"/>
                <a:gd name="connsiteY150" fmla="*/ 87518 h 243262"/>
                <a:gd name="connsiteX151" fmla="*/ 147645 w 183265"/>
                <a:gd name="connsiteY151" fmla="*/ 85617 h 243262"/>
                <a:gd name="connsiteX152" fmla="*/ 147706 w 183265"/>
                <a:gd name="connsiteY152" fmla="*/ 83147 h 243262"/>
                <a:gd name="connsiteX153" fmla="*/ 147567 w 183265"/>
                <a:gd name="connsiteY153" fmla="*/ 78589 h 243262"/>
                <a:gd name="connsiteX154" fmla="*/ 145032 w 183265"/>
                <a:gd name="connsiteY154" fmla="*/ 75679 h 243262"/>
                <a:gd name="connsiteX155" fmla="*/ 144590 w 183265"/>
                <a:gd name="connsiteY155" fmla="*/ 71147 h 243262"/>
                <a:gd name="connsiteX156" fmla="*/ 142358 w 183265"/>
                <a:gd name="connsiteY156" fmla="*/ 70403 h 243262"/>
                <a:gd name="connsiteX157" fmla="*/ 142358 w 183265"/>
                <a:gd name="connsiteY157" fmla="*/ 65194 h 243262"/>
                <a:gd name="connsiteX158" fmla="*/ 140870 w 183265"/>
                <a:gd name="connsiteY158" fmla="*/ 64776 h 243262"/>
                <a:gd name="connsiteX159" fmla="*/ 139381 w 183265"/>
                <a:gd name="connsiteY159" fmla="*/ 64450 h 243262"/>
                <a:gd name="connsiteX160" fmla="*/ 139381 w 183265"/>
                <a:gd name="connsiteY160" fmla="*/ 59985 h 243262"/>
                <a:gd name="connsiteX161" fmla="*/ 137893 w 183265"/>
                <a:gd name="connsiteY161" fmla="*/ 59148 h 243262"/>
                <a:gd name="connsiteX162" fmla="*/ 136405 w 183265"/>
                <a:gd name="connsiteY162" fmla="*/ 58497 h 243262"/>
                <a:gd name="connsiteX163" fmla="*/ 136405 w 183265"/>
                <a:gd name="connsiteY163" fmla="*/ 55520 h 243262"/>
                <a:gd name="connsiteX164" fmla="*/ 134172 w 183265"/>
                <a:gd name="connsiteY164" fmla="*/ 54776 h 243262"/>
                <a:gd name="connsiteX165" fmla="*/ 134172 w 183265"/>
                <a:gd name="connsiteY165" fmla="*/ 52544 h 243262"/>
                <a:gd name="connsiteX166" fmla="*/ 131196 w 183265"/>
                <a:gd name="connsiteY166" fmla="*/ 51800 h 243262"/>
                <a:gd name="connsiteX167" fmla="*/ 131196 w 183265"/>
                <a:gd name="connsiteY167" fmla="*/ 48823 h 243262"/>
                <a:gd name="connsiteX168" fmla="*/ 129336 w 183265"/>
                <a:gd name="connsiteY168" fmla="*/ 48405 h 243262"/>
                <a:gd name="connsiteX169" fmla="*/ 127475 w 183265"/>
                <a:gd name="connsiteY169" fmla="*/ 48079 h 243262"/>
                <a:gd name="connsiteX170" fmla="*/ 127475 w 183265"/>
                <a:gd name="connsiteY170" fmla="*/ 45847 h 243262"/>
                <a:gd name="connsiteX171" fmla="*/ 123754 w 183265"/>
                <a:gd name="connsiteY171" fmla="*/ 44358 h 243262"/>
                <a:gd name="connsiteX172" fmla="*/ 123010 w 183265"/>
                <a:gd name="connsiteY172" fmla="*/ 41382 h 243262"/>
                <a:gd name="connsiteX173" fmla="*/ 120731 w 183265"/>
                <a:gd name="connsiteY173" fmla="*/ 41196 h 243262"/>
                <a:gd name="connsiteX174" fmla="*/ 118545 w 183265"/>
                <a:gd name="connsiteY174" fmla="*/ 41382 h 243262"/>
                <a:gd name="connsiteX175" fmla="*/ 117057 w 183265"/>
                <a:gd name="connsiteY175" fmla="*/ 37661 h 243262"/>
                <a:gd name="connsiteX176" fmla="*/ 114732 w 183265"/>
                <a:gd name="connsiteY176" fmla="*/ 37940 h 243262"/>
                <a:gd name="connsiteX177" fmla="*/ 112592 w 183265"/>
                <a:gd name="connsiteY177" fmla="*/ 38405 h 243262"/>
                <a:gd name="connsiteX178" fmla="*/ 111848 w 183265"/>
                <a:gd name="connsiteY178" fmla="*/ 34684 h 243262"/>
                <a:gd name="connsiteX179" fmla="*/ 107815 w 183265"/>
                <a:gd name="connsiteY179" fmla="*/ 34357 h 243262"/>
                <a:gd name="connsiteX180" fmla="*/ 106221 w 183265"/>
                <a:gd name="connsiteY180" fmla="*/ 34452 h 243262"/>
                <a:gd name="connsiteX181" fmla="*/ 103102 w 183265"/>
                <a:gd name="connsiteY181" fmla="*/ 34554 h 243262"/>
                <a:gd name="connsiteX182" fmla="*/ 100686 w 183265"/>
                <a:gd name="connsiteY182" fmla="*/ 34684 h 243262"/>
                <a:gd name="connsiteX183" fmla="*/ 100686 w 183265"/>
                <a:gd name="connsiteY183" fmla="*/ 32452 h 243262"/>
                <a:gd name="connsiteX184" fmla="*/ 93268 w 183265"/>
                <a:gd name="connsiteY184" fmla="*/ 30651 h 243262"/>
                <a:gd name="connsiteX185" fmla="*/ 91291 w 183265"/>
                <a:gd name="connsiteY185" fmla="*/ 30638 h 243262"/>
                <a:gd name="connsiteX186" fmla="*/ 76171 w 183265"/>
                <a:gd name="connsiteY186" fmla="*/ 0 h 243262"/>
                <a:gd name="connsiteX187" fmla="*/ 79062 w 183265"/>
                <a:gd name="connsiteY187" fmla="*/ 18 h 243262"/>
                <a:gd name="connsiteX188" fmla="*/ 82007 w 183265"/>
                <a:gd name="connsiteY188" fmla="*/ 10 h 243262"/>
                <a:gd name="connsiteX189" fmla="*/ 88185 w 183265"/>
                <a:gd name="connsiteY189" fmla="*/ 26 h 243262"/>
                <a:gd name="connsiteX190" fmla="*/ 96120 w 183265"/>
                <a:gd name="connsiteY190" fmla="*/ 15 h 243262"/>
                <a:gd name="connsiteX191" fmla="*/ 103666 w 183265"/>
                <a:gd name="connsiteY191" fmla="*/ 18 h 243262"/>
                <a:gd name="connsiteX192" fmla="*/ 106557 w 183265"/>
                <a:gd name="connsiteY192" fmla="*/ 0 h 243262"/>
                <a:gd name="connsiteX193" fmla="*/ 109213 w 183265"/>
                <a:gd name="connsiteY193" fmla="*/ 28 h 243262"/>
                <a:gd name="connsiteX194" fmla="*/ 111565 w 183265"/>
                <a:gd name="connsiteY194" fmla="*/ 36 h 243262"/>
                <a:gd name="connsiteX195" fmla="*/ 113316 w 183265"/>
                <a:gd name="connsiteY195" fmla="*/ 414 h 243262"/>
                <a:gd name="connsiteX196" fmla="*/ 114060 w 183265"/>
                <a:gd name="connsiteY196" fmla="*/ 3390 h 243262"/>
                <a:gd name="connsiteX197" fmla="*/ 118525 w 183265"/>
                <a:gd name="connsiteY197" fmla="*/ 3809 h 243262"/>
                <a:gd name="connsiteX198" fmla="*/ 122990 w 183265"/>
                <a:gd name="connsiteY198" fmla="*/ 4134 h 243262"/>
                <a:gd name="connsiteX199" fmla="*/ 123734 w 183265"/>
                <a:gd name="connsiteY199" fmla="*/ 6367 h 243262"/>
                <a:gd name="connsiteX200" fmla="*/ 126711 w 183265"/>
                <a:gd name="connsiteY200" fmla="*/ 6646 h 243262"/>
                <a:gd name="connsiteX201" fmla="*/ 129687 w 183265"/>
                <a:gd name="connsiteY201" fmla="*/ 7111 h 243262"/>
                <a:gd name="connsiteX202" fmla="*/ 130431 w 183265"/>
                <a:gd name="connsiteY202" fmla="*/ 10832 h 243262"/>
                <a:gd name="connsiteX203" fmla="*/ 135640 w 183265"/>
                <a:gd name="connsiteY203" fmla="*/ 10832 h 243262"/>
                <a:gd name="connsiteX204" fmla="*/ 136385 w 183265"/>
                <a:gd name="connsiteY204" fmla="*/ 13808 h 243262"/>
                <a:gd name="connsiteX205" fmla="*/ 140849 w 183265"/>
                <a:gd name="connsiteY205" fmla="*/ 14552 h 243262"/>
                <a:gd name="connsiteX206" fmla="*/ 141594 w 183265"/>
                <a:gd name="connsiteY206" fmla="*/ 16785 h 243262"/>
                <a:gd name="connsiteX207" fmla="*/ 143082 w 183265"/>
                <a:gd name="connsiteY207" fmla="*/ 17529 h 243262"/>
                <a:gd name="connsiteX208" fmla="*/ 145314 w 183265"/>
                <a:gd name="connsiteY208" fmla="*/ 20505 h 243262"/>
                <a:gd name="connsiteX209" fmla="*/ 146989 w 183265"/>
                <a:gd name="connsiteY209" fmla="*/ 21110 h 243262"/>
                <a:gd name="connsiteX210" fmla="*/ 152756 w 183265"/>
                <a:gd name="connsiteY210" fmla="*/ 26459 h 243262"/>
                <a:gd name="connsiteX211" fmla="*/ 154011 w 183265"/>
                <a:gd name="connsiteY211" fmla="*/ 27668 h 243262"/>
                <a:gd name="connsiteX212" fmla="*/ 156476 w 183265"/>
                <a:gd name="connsiteY212" fmla="*/ 31667 h 243262"/>
                <a:gd name="connsiteX213" fmla="*/ 157965 w 183265"/>
                <a:gd name="connsiteY213" fmla="*/ 32412 h 243262"/>
                <a:gd name="connsiteX214" fmla="*/ 158709 w 183265"/>
                <a:gd name="connsiteY214" fmla="*/ 34644 h 243262"/>
                <a:gd name="connsiteX215" fmla="*/ 160941 w 183265"/>
                <a:gd name="connsiteY215" fmla="*/ 36132 h 243262"/>
                <a:gd name="connsiteX216" fmla="*/ 161685 w 183265"/>
                <a:gd name="connsiteY216" fmla="*/ 38365 h 243262"/>
                <a:gd name="connsiteX217" fmla="*/ 162802 w 183265"/>
                <a:gd name="connsiteY217" fmla="*/ 39434 h 243262"/>
                <a:gd name="connsiteX218" fmla="*/ 164662 w 183265"/>
                <a:gd name="connsiteY218" fmla="*/ 43574 h 243262"/>
                <a:gd name="connsiteX219" fmla="*/ 166150 w 183265"/>
                <a:gd name="connsiteY219" fmla="*/ 44318 h 243262"/>
                <a:gd name="connsiteX220" fmla="*/ 167638 w 183265"/>
                <a:gd name="connsiteY220" fmla="*/ 48783 h 243262"/>
                <a:gd name="connsiteX221" fmla="*/ 169127 w 183265"/>
                <a:gd name="connsiteY221" fmla="*/ 49527 h 243262"/>
                <a:gd name="connsiteX222" fmla="*/ 169871 w 183265"/>
                <a:gd name="connsiteY222" fmla="*/ 55480 h 243262"/>
                <a:gd name="connsiteX223" fmla="*/ 172103 w 183265"/>
                <a:gd name="connsiteY223" fmla="*/ 55480 h 243262"/>
                <a:gd name="connsiteX224" fmla="*/ 171999 w 183265"/>
                <a:gd name="connsiteY224" fmla="*/ 56919 h 243262"/>
                <a:gd name="connsiteX225" fmla="*/ 171917 w 183265"/>
                <a:gd name="connsiteY225" fmla="*/ 58782 h 243262"/>
                <a:gd name="connsiteX226" fmla="*/ 171813 w 183265"/>
                <a:gd name="connsiteY226" fmla="*/ 60640 h 243262"/>
                <a:gd name="connsiteX227" fmla="*/ 172103 w 183265"/>
                <a:gd name="connsiteY227" fmla="*/ 62177 h 243262"/>
                <a:gd name="connsiteX228" fmla="*/ 173592 w 183265"/>
                <a:gd name="connsiteY228" fmla="*/ 62526 h 243262"/>
                <a:gd name="connsiteX229" fmla="*/ 175080 w 183265"/>
                <a:gd name="connsiteY229" fmla="*/ 62921 h 243262"/>
                <a:gd name="connsiteX230" fmla="*/ 175266 w 183265"/>
                <a:gd name="connsiteY230" fmla="*/ 66689 h 243262"/>
                <a:gd name="connsiteX231" fmla="*/ 175184 w 183265"/>
                <a:gd name="connsiteY231" fmla="*/ 68761 h 243262"/>
                <a:gd name="connsiteX232" fmla="*/ 175080 w 183265"/>
                <a:gd name="connsiteY232" fmla="*/ 70363 h 243262"/>
                <a:gd name="connsiteX233" fmla="*/ 177312 w 183265"/>
                <a:gd name="connsiteY233" fmla="*/ 70363 h 243262"/>
                <a:gd name="connsiteX234" fmla="*/ 177397 w 183265"/>
                <a:gd name="connsiteY234" fmla="*/ 72453 h 243262"/>
                <a:gd name="connsiteX235" fmla="*/ 177545 w 183265"/>
                <a:gd name="connsiteY235" fmla="*/ 75153 h 243262"/>
                <a:gd name="connsiteX236" fmla="*/ 177676 w 183265"/>
                <a:gd name="connsiteY236" fmla="*/ 77848 h 243262"/>
                <a:gd name="connsiteX237" fmla="*/ 178056 w 183265"/>
                <a:gd name="connsiteY237" fmla="*/ 80037 h 243262"/>
                <a:gd name="connsiteX238" fmla="*/ 180289 w 183265"/>
                <a:gd name="connsiteY238" fmla="*/ 80781 h 243262"/>
                <a:gd name="connsiteX239" fmla="*/ 180670 w 183265"/>
                <a:gd name="connsiteY239" fmla="*/ 84435 h 243262"/>
                <a:gd name="connsiteX240" fmla="*/ 180750 w 183265"/>
                <a:gd name="connsiteY240" fmla="*/ 86666 h 243262"/>
                <a:gd name="connsiteX241" fmla="*/ 180800 w 183265"/>
                <a:gd name="connsiteY241" fmla="*/ 89013 h 243262"/>
                <a:gd name="connsiteX242" fmla="*/ 180877 w 183265"/>
                <a:gd name="connsiteY242" fmla="*/ 91369 h 243262"/>
                <a:gd name="connsiteX243" fmla="*/ 181033 w 183265"/>
                <a:gd name="connsiteY243" fmla="*/ 97152 h 243262"/>
                <a:gd name="connsiteX244" fmla="*/ 183265 w 183265"/>
                <a:gd name="connsiteY244" fmla="*/ 97152 h 243262"/>
                <a:gd name="connsiteX245" fmla="*/ 183265 w 183265"/>
                <a:gd name="connsiteY245" fmla="*/ 146265 h 243262"/>
                <a:gd name="connsiteX246" fmla="*/ 181033 w 183265"/>
                <a:gd name="connsiteY246" fmla="*/ 146265 h 243262"/>
                <a:gd name="connsiteX247" fmla="*/ 180289 w 183265"/>
                <a:gd name="connsiteY247" fmla="*/ 162636 h 243262"/>
                <a:gd name="connsiteX248" fmla="*/ 178056 w 183265"/>
                <a:gd name="connsiteY248" fmla="*/ 162636 h 243262"/>
                <a:gd name="connsiteX249" fmla="*/ 177972 w 183265"/>
                <a:gd name="connsiteY249" fmla="*/ 164837 h 243262"/>
                <a:gd name="connsiteX250" fmla="*/ 177824 w 183265"/>
                <a:gd name="connsiteY250" fmla="*/ 167706 h 243262"/>
                <a:gd name="connsiteX251" fmla="*/ 177693 w 183265"/>
                <a:gd name="connsiteY251" fmla="*/ 170557 h 243262"/>
                <a:gd name="connsiteX252" fmla="*/ 175080 w 183265"/>
                <a:gd name="connsiteY252" fmla="*/ 175287 h 243262"/>
                <a:gd name="connsiteX253" fmla="*/ 175080 w 183265"/>
                <a:gd name="connsiteY253" fmla="*/ 177938 h 243262"/>
                <a:gd name="connsiteX254" fmla="*/ 175080 w 183265"/>
                <a:gd name="connsiteY254" fmla="*/ 180496 h 243262"/>
                <a:gd name="connsiteX255" fmla="*/ 172847 w 183265"/>
                <a:gd name="connsiteY255" fmla="*/ 181984 h 243262"/>
                <a:gd name="connsiteX256" fmla="*/ 172336 w 183265"/>
                <a:gd name="connsiteY256" fmla="*/ 185053 h 243262"/>
                <a:gd name="connsiteX257" fmla="*/ 172103 w 183265"/>
                <a:gd name="connsiteY257" fmla="*/ 187937 h 243262"/>
                <a:gd name="connsiteX258" fmla="*/ 169871 w 183265"/>
                <a:gd name="connsiteY258" fmla="*/ 187937 h 243262"/>
                <a:gd name="connsiteX259" fmla="*/ 169638 w 183265"/>
                <a:gd name="connsiteY259" fmla="*/ 190821 h 243262"/>
                <a:gd name="connsiteX260" fmla="*/ 169127 w 183265"/>
                <a:gd name="connsiteY260" fmla="*/ 193890 h 243262"/>
                <a:gd name="connsiteX261" fmla="*/ 166894 w 183265"/>
                <a:gd name="connsiteY261" fmla="*/ 195378 h 243262"/>
                <a:gd name="connsiteX262" fmla="*/ 166150 w 183265"/>
                <a:gd name="connsiteY262" fmla="*/ 199099 h 243262"/>
                <a:gd name="connsiteX263" fmla="*/ 164662 w 183265"/>
                <a:gd name="connsiteY263" fmla="*/ 199843 h 243262"/>
                <a:gd name="connsiteX264" fmla="*/ 163918 w 183265"/>
                <a:gd name="connsiteY264" fmla="*/ 202076 h 243262"/>
                <a:gd name="connsiteX265" fmla="*/ 161685 w 183265"/>
                <a:gd name="connsiteY265" fmla="*/ 205052 h 243262"/>
                <a:gd name="connsiteX266" fmla="*/ 160941 w 183265"/>
                <a:gd name="connsiteY266" fmla="*/ 206541 h 243262"/>
                <a:gd name="connsiteX267" fmla="*/ 158709 w 183265"/>
                <a:gd name="connsiteY267" fmla="*/ 208773 h 243262"/>
                <a:gd name="connsiteX268" fmla="*/ 158383 w 183265"/>
                <a:gd name="connsiteY268" fmla="*/ 210261 h 243262"/>
                <a:gd name="connsiteX269" fmla="*/ 157965 w 183265"/>
                <a:gd name="connsiteY269" fmla="*/ 211749 h 243262"/>
                <a:gd name="connsiteX270" fmla="*/ 155732 w 183265"/>
                <a:gd name="connsiteY270" fmla="*/ 212494 h 243262"/>
                <a:gd name="connsiteX271" fmla="*/ 154244 w 183265"/>
                <a:gd name="connsiteY271" fmla="*/ 215470 h 243262"/>
                <a:gd name="connsiteX272" fmla="*/ 152756 w 183265"/>
                <a:gd name="connsiteY272" fmla="*/ 215470 h 243262"/>
                <a:gd name="connsiteX273" fmla="*/ 152430 w 183265"/>
                <a:gd name="connsiteY273" fmla="*/ 216865 h 243262"/>
                <a:gd name="connsiteX274" fmla="*/ 149779 w 183265"/>
                <a:gd name="connsiteY274" fmla="*/ 219935 h 243262"/>
                <a:gd name="connsiteX275" fmla="*/ 149035 w 183265"/>
                <a:gd name="connsiteY275" fmla="*/ 222167 h 243262"/>
                <a:gd name="connsiteX276" fmla="*/ 147128 w 183265"/>
                <a:gd name="connsiteY276" fmla="*/ 222493 h 243262"/>
                <a:gd name="connsiteX277" fmla="*/ 145314 w 183265"/>
                <a:gd name="connsiteY277" fmla="*/ 222912 h 243262"/>
                <a:gd name="connsiteX278" fmla="*/ 145314 w 183265"/>
                <a:gd name="connsiteY278" fmla="*/ 225888 h 243262"/>
                <a:gd name="connsiteX279" fmla="*/ 141594 w 183265"/>
                <a:gd name="connsiteY279" fmla="*/ 226632 h 243262"/>
                <a:gd name="connsiteX280" fmla="*/ 141221 w 183265"/>
                <a:gd name="connsiteY280" fmla="*/ 228167 h 243262"/>
                <a:gd name="connsiteX281" fmla="*/ 140849 w 183265"/>
                <a:gd name="connsiteY281" fmla="*/ 229609 h 243262"/>
                <a:gd name="connsiteX282" fmla="*/ 137129 w 183265"/>
                <a:gd name="connsiteY282" fmla="*/ 229609 h 243262"/>
                <a:gd name="connsiteX283" fmla="*/ 136431 w 183265"/>
                <a:gd name="connsiteY283" fmla="*/ 231051 h 243262"/>
                <a:gd name="connsiteX284" fmla="*/ 135640 w 183265"/>
                <a:gd name="connsiteY284" fmla="*/ 232585 h 243262"/>
                <a:gd name="connsiteX285" fmla="*/ 133361 w 183265"/>
                <a:gd name="connsiteY285" fmla="*/ 232957 h 243262"/>
                <a:gd name="connsiteX286" fmla="*/ 131176 w 183265"/>
                <a:gd name="connsiteY286" fmla="*/ 233330 h 243262"/>
                <a:gd name="connsiteX287" fmla="*/ 130899 w 183265"/>
                <a:gd name="connsiteY287" fmla="*/ 234815 h 243262"/>
                <a:gd name="connsiteX288" fmla="*/ 130431 w 183265"/>
                <a:gd name="connsiteY288" fmla="*/ 236306 h 243262"/>
                <a:gd name="connsiteX289" fmla="*/ 126711 w 183265"/>
                <a:gd name="connsiteY289" fmla="*/ 236725 h 243262"/>
                <a:gd name="connsiteX290" fmla="*/ 122990 w 183265"/>
                <a:gd name="connsiteY290" fmla="*/ 237050 h 243262"/>
                <a:gd name="connsiteX291" fmla="*/ 122246 w 183265"/>
                <a:gd name="connsiteY291" fmla="*/ 239283 h 243262"/>
                <a:gd name="connsiteX292" fmla="*/ 117037 w 183265"/>
                <a:gd name="connsiteY292" fmla="*/ 240027 h 243262"/>
                <a:gd name="connsiteX293" fmla="*/ 114060 w 183265"/>
                <a:gd name="connsiteY293" fmla="*/ 240771 h 243262"/>
                <a:gd name="connsiteX294" fmla="*/ 113316 w 183265"/>
                <a:gd name="connsiteY294" fmla="*/ 243003 h 243262"/>
                <a:gd name="connsiteX295" fmla="*/ 109201 w 183265"/>
                <a:gd name="connsiteY295" fmla="*/ 243257 h 243262"/>
                <a:gd name="connsiteX296" fmla="*/ 106538 w 183265"/>
                <a:gd name="connsiteY296" fmla="*/ 243256 h 243262"/>
                <a:gd name="connsiteX297" fmla="*/ 103639 w 183265"/>
                <a:gd name="connsiteY297" fmla="*/ 243221 h 243262"/>
                <a:gd name="connsiteX298" fmla="*/ 100690 w 183265"/>
                <a:gd name="connsiteY298" fmla="*/ 243212 h 243262"/>
                <a:gd name="connsiteX299" fmla="*/ 92913 w 183265"/>
                <a:gd name="connsiteY299" fmla="*/ 243157 h 243262"/>
                <a:gd name="connsiteX300" fmla="*/ 84982 w 183265"/>
                <a:gd name="connsiteY300" fmla="*/ 243112 h 243262"/>
                <a:gd name="connsiteX301" fmla="*/ 69412 w 183265"/>
                <a:gd name="connsiteY301" fmla="*/ 243003 h 243262"/>
                <a:gd name="connsiteX302" fmla="*/ 69412 w 183265"/>
                <a:gd name="connsiteY302" fmla="*/ 240771 h 243262"/>
                <a:gd name="connsiteX303" fmla="*/ 65691 w 183265"/>
                <a:gd name="connsiteY303" fmla="*/ 240027 h 243262"/>
                <a:gd name="connsiteX304" fmla="*/ 62854 w 183265"/>
                <a:gd name="connsiteY304" fmla="*/ 239608 h 243262"/>
                <a:gd name="connsiteX305" fmla="*/ 60482 w 183265"/>
                <a:gd name="connsiteY305" fmla="*/ 239283 h 243262"/>
                <a:gd name="connsiteX306" fmla="*/ 60482 w 183265"/>
                <a:gd name="connsiteY306" fmla="*/ 236306 h 243262"/>
                <a:gd name="connsiteX307" fmla="*/ 58881 w 183265"/>
                <a:gd name="connsiteY307" fmla="*/ 236411 h 243262"/>
                <a:gd name="connsiteX308" fmla="*/ 56808 w 183265"/>
                <a:gd name="connsiteY308" fmla="*/ 236492 h 243262"/>
                <a:gd name="connsiteX309" fmla="*/ 54741 w 183265"/>
                <a:gd name="connsiteY309" fmla="*/ 236597 h 243262"/>
                <a:gd name="connsiteX310" fmla="*/ 53041 w 183265"/>
                <a:gd name="connsiteY310" fmla="*/ 236306 h 243262"/>
                <a:gd name="connsiteX311" fmla="*/ 52297 w 183265"/>
                <a:gd name="connsiteY311" fmla="*/ 233330 h 243262"/>
                <a:gd name="connsiteX312" fmla="*/ 47088 w 183265"/>
                <a:gd name="connsiteY312" fmla="*/ 232585 h 243262"/>
                <a:gd name="connsiteX313" fmla="*/ 47088 w 183265"/>
                <a:gd name="connsiteY313" fmla="*/ 229609 h 243262"/>
                <a:gd name="connsiteX314" fmla="*/ 42623 w 183265"/>
                <a:gd name="connsiteY314" fmla="*/ 229609 h 243262"/>
                <a:gd name="connsiteX315" fmla="*/ 42623 w 183265"/>
                <a:gd name="connsiteY315" fmla="*/ 226632 h 243262"/>
                <a:gd name="connsiteX316" fmla="*/ 38902 w 183265"/>
                <a:gd name="connsiteY316" fmla="*/ 225144 h 243262"/>
                <a:gd name="connsiteX317" fmla="*/ 38158 w 183265"/>
                <a:gd name="connsiteY317" fmla="*/ 222912 h 243262"/>
                <a:gd name="connsiteX318" fmla="*/ 36623 w 183265"/>
                <a:gd name="connsiteY318" fmla="*/ 222540 h 243262"/>
                <a:gd name="connsiteX319" fmla="*/ 35181 w 183265"/>
                <a:gd name="connsiteY319" fmla="*/ 222167 h 243262"/>
                <a:gd name="connsiteX320" fmla="*/ 35181 w 183265"/>
                <a:gd name="connsiteY320" fmla="*/ 219935 h 243262"/>
                <a:gd name="connsiteX321" fmla="*/ 32205 w 183265"/>
                <a:gd name="connsiteY321" fmla="*/ 219191 h 243262"/>
                <a:gd name="connsiteX322" fmla="*/ 31461 w 183265"/>
                <a:gd name="connsiteY322" fmla="*/ 216958 h 243262"/>
                <a:gd name="connsiteX323" fmla="*/ 27740 w 183265"/>
                <a:gd name="connsiteY323" fmla="*/ 213238 h 243262"/>
                <a:gd name="connsiteX324" fmla="*/ 21043 w 183265"/>
                <a:gd name="connsiteY324" fmla="*/ 202820 h 243262"/>
                <a:gd name="connsiteX325" fmla="*/ 18810 w 183265"/>
                <a:gd name="connsiteY325" fmla="*/ 202820 h 243262"/>
                <a:gd name="connsiteX326" fmla="*/ 18950 w 183265"/>
                <a:gd name="connsiteY326" fmla="*/ 201052 h 243262"/>
                <a:gd name="connsiteX327" fmla="*/ 18810 w 183265"/>
                <a:gd name="connsiteY327" fmla="*/ 199099 h 243262"/>
                <a:gd name="connsiteX328" fmla="*/ 16578 w 183265"/>
                <a:gd name="connsiteY328" fmla="*/ 197611 h 243262"/>
                <a:gd name="connsiteX329" fmla="*/ 15834 w 183265"/>
                <a:gd name="connsiteY329" fmla="*/ 192402 h 243262"/>
                <a:gd name="connsiteX330" fmla="*/ 13601 w 183265"/>
                <a:gd name="connsiteY330" fmla="*/ 192402 h 243262"/>
                <a:gd name="connsiteX331" fmla="*/ 12113 w 183265"/>
                <a:gd name="connsiteY331" fmla="*/ 187193 h 243262"/>
                <a:gd name="connsiteX332" fmla="*/ 10625 w 183265"/>
                <a:gd name="connsiteY332" fmla="*/ 187193 h 243262"/>
                <a:gd name="connsiteX333" fmla="*/ 10625 w 183265"/>
                <a:gd name="connsiteY333" fmla="*/ 179751 h 243262"/>
                <a:gd name="connsiteX334" fmla="*/ 8392 w 183265"/>
                <a:gd name="connsiteY334" fmla="*/ 179751 h 243262"/>
                <a:gd name="connsiteX335" fmla="*/ 7648 w 183265"/>
                <a:gd name="connsiteY335" fmla="*/ 170822 h 243262"/>
                <a:gd name="connsiteX336" fmla="*/ 5416 w 183265"/>
                <a:gd name="connsiteY336" fmla="*/ 170822 h 243262"/>
                <a:gd name="connsiteX337" fmla="*/ 4672 w 183265"/>
                <a:gd name="connsiteY337" fmla="*/ 160404 h 243262"/>
                <a:gd name="connsiteX338" fmla="*/ 2439 w 183265"/>
                <a:gd name="connsiteY338" fmla="*/ 160404 h 243262"/>
                <a:gd name="connsiteX339" fmla="*/ 2395 w 183265"/>
                <a:gd name="connsiteY339" fmla="*/ 158913 h 243262"/>
                <a:gd name="connsiteX340" fmla="*/ 2160 w 183265"/>
                <a:gd name="connsiteY340" fmla="*/ 152265 h 243262"/>
                <a:gd name="connsiteX341" fmla="*/ 2090 w 183265"/>
                <a:gd name="connsiteY341" fmla="*/ 149918 h 243262"/>
                <a:gd name="connsiteX342" fmla="*/ 2003 w 183265"/>
                <a:gd name="connsiteY342" fmla="*/ 147687 h 243262"/>
                <a:gd name="connsiteX343" fmla="*/ 1932 w 183265"/>
                <a:gd name="connsiteY343" fmla="*/ 145620 h 243262"/>
                <a:gd name="connsiteX344" fmla="*/ 1695 w 183265"/>
                <a:gd name="connsiteY344" fmla="*/ 144033 h 243262"/>
                <a:gd name="connsiteX345" fmla="*/ 207 w 183265"/>
                <a:gd name="connsiteY345" fmla="*/ 143289 h 243262"/>
                <a:gd name="connsiteX346" fmla="*/ 14 w 183265"/>
                <a:gd name="connsiteY346" fmla="*/ 139459 h 243262"/>
                <a:gd name="connsiteX347" fmla="*/ 0 w 183265"/>
                <a:gd name="connsiteY347" fmla="*/ 136983 h 243262"/>
                <a:gd name="connsiteX348" fmla="*/ 9 w 183265"/>
                <a:gd name="connsiteY348" fmla="*/ 134289 h 243262"/>
                <a:gd name="connsiteX349" fmla="*/ 5 w 183265"/>
                <a:gd name="connsiteY349" fmla="*/ 131545 h 243262"/>
                <a:gd name="connsiteX350" fmla="*/ 13 w 183265"/>
                <a:gd name="connsiteY350" fmla="*/ 125787 h 243262"/>
                <a:gd name="connsiteX351" fmla="*/ 3 w 183265"/>
                <a:gd name="connsiteY351" fmla="*/ 116938 h 243262"/>
                <a:gd name="connsiteX352" fmla="*/ 9 w 183265"/>
                <a:gd name="connsiteY352" fmla="*/ 111360 h 243262"/>
                <a:gd name="connsiteX353" fmla="*/ 0 w 183265"/>
                <a:gd name="connsiteY353" fmla="*/ 108666 h 243262"/>
                <a:gd name="connsiteX354" fmla="*/ 14 w 183265"/>
                <a:gd name="connsiteY354" fmla="*/ 106191 h 243262"/>
                <a:gd name="connsiteX355" fmla="*/ 18 w 183265"/>
                <a:gd name="connsiteY355" fmla="*/ 103999 h 243262"/>
                <a:gd name="connsiteX356" fmla="*/ 207 w 183265"/>
                <a:gd name="connsiteY356" fmla="*/ 102361 h 243262"/>
                <a:gd name="connsiteX357" fmla="*/ 1695 w 183265"/>
                <a:gd name="connsiteY357" fmla="*/ 101617 h 243262"/>
                <a:gd name="connsiteX358" fmla="*/ 2003 w 183265"/>
                <a:gd name="connsiteY358" fmla="*/ 97475 h 243262"/>
                <a:gd name="connsiteX359" fmla="*/ 2090 w 183265"/>
                <a:gd name="connsiteY359" fmla="*/ 94938 h 243262"/>
                <a:gd name="connsiteX360" fmla="*/ 2160 w 183265"/>
                <a:gd name="connsiteY360" fmla="*/ 92268 h 243262"/>
                <a:gd name="connsiteX361" fmla="*/ 2247 w 183265"/>
                <a:gd name="connsiteY361" fmla="*/ 89590 h 243262"/>
                <a:gd name="connsiteX362" fmla="*/ 2439 w 183265"/>
                <a:gd name="connsiteY362" fmla="*/ 83013 h 243262"/>
                <a:gd name="connsiteX363" fmla="*/ 3927 w 183265"/>
                <a:gd name="connsiteY363" fmla="*/ 83013 h 243262"/>
                <a:gd name="connsiteX364" fmla="*/ 5090 w 183265"/>
                <a:gd name="connsiteY364" fmla="*/ 76967 h 243262"/>
                <a:gd name="connsiteX365" fmla="*/ 5279 w 183265"/>
                <a:gd name="connsiteY365" fmla="*/ 74496 h 243262"/>
                <a:gd name="connsiteX366" fmla="*/ 5416 w 183265"/>
                <a:gd name="connsiteY366" fmla="*/ 72595 h 243262"/>
                <a:gd name="connsiteX367" fmla="*/ 7648 w 183265"/>
                <a:gd name="connsiteY367" fmla="*/ 72595 h 243262"/>
                <a:gd name="connsiteX368" fmla="*/ 7759 w 183265"/>
                <a:gd name="connsiteY368" fmla="*/ 70668 h 243262"/>
                <a:gd name="connsiteX369" fmla="*/ 7927 w 183265"/>
                <a:gd name="connsiteY369" fmla="*/ 68177 h 243262"/>
                <a:gd name="connsiteX370" fmla="*/ 8084 w 183265"/>
                <a:gd name="connsiteY370" fmla="*/ 65692 h 243262"/>
                <a:gd name="connsiteX371" fmla="*/ 8392 w 183265"/>
                <a:gd name="connsiteY371" fmla="*/ 63666 h 243262"/>
                <a:gd name="connsiteX372" fmla="*/ 9881 w 183265"/>
                <a:gd name="connsiteY372" fmla="*/ 62921 h 243262"/>
                <a:gd name="connsiteX373" fmla="*/ 10296 w 183265"/>
                <a:gd name="connsiteY373" fmla="*/ 57736 h 243262"/>
                <a:gd name="connsiteX374" fmla="*/ 10625 w 183265"/>
                <a:gd name="connsiteY374" fmla="*/ 56224 h 243262"/>
                <a:gd name="connsiteX375" fmla="*/ 12857 w 183265"/>
                <a:gd name="connsiteY375" fmla="*/ 55480 h 243262"/>
                <a:gd name="connsiteX376" fmla="*/ 13601 w 183265"/>
                <a:gd name="connsiteY376" fmla="*/ 50271 h 243262"/>
                <a:gd name="connsiteX377" fmla="*/ 15090 w 183265"/>
                <a:gd name="connsiteY377" fmla="*/ 50271 h 243262"/>
                <a:gd name="connsiteX378" fmla="*/ 15787 w 183265"/>
                <a:gd name="connsiteY378" fmla="*/ 48039 h 243262"/>
                <a:gd name="connsiteX379" fmla="*/ 16578 w 183265"/>
                <a:gd name="connsiteY379" fmla="*/ 45806 h 243262"/>
                <a:gd name="connsiteX380" fmla="*/ 18810 w 183265"/>
                <a:gd name="connsiteY380" fmla="*/ 45806 h 243262"/>
                <a:gd name="connsiteX381" fmla="*/ 18810 w 183265"/>
                <a:gd name="connsiteY381" fmla="*/ 41341 h 243262"/>
                <a:gd name="connsiteX382" fmla="*/ 21043 w 183265"/>
                <a:gd name="connsiteY382" fmla="*/ 41341 h 243262"/>
                <a:gd name="connsiteX383" fmla="*/ 21275 w 183265"/>
                <a:gd name="connsiteY383" fmla="*/ 39248 h 243262"/>
                <a:gd name="connsiteX384" fmla="*/ 24019 w 183265"/>
                <a:gd name="connsiteY384" fmla="*/ 34644 h 243262"/>
                <a:gd name="connsiteX385" fmla="*/ 24763 w 183265"/>
                <a:gd name="connsiteY385" fmla="*/ 32412 h 243262"/>
                <a:gd name="connsiteX386" fmla="*/ 26996 w 183265"/>
                <a:gd name="connsiteY386" fmla="*/ 30923 h 243262"/>
                <a:gd name="connsiteX387" fmla="*/ 27740 w 183265"/>
                <a:gd name="connsiteY387" fmla="*/ 28691 h 243262"/>
                <a:gd name="connsiteX388" fmla="*/ 31461 w 183265"/>
                <a:gd name="connsiteY388" fmla="*/ 25714 h 243262"/>
                <a:gd name="connsiteX389" fmla="*/ 34437 w 183265"/>
                <a:gd name="connsiteY389" fmla="*/ 21250 h 243262"/>
                <a:gd name="connsiteX390" fmla="*/ 38158 w 183265"/>
                <a:gd name="connsiteY390" fmla="*/ 20505 h 243262"/>
                <a:gd name="connsiteX391" fmla="*/ 38902 w 183265"/>
                <a:gd name="connsiteY391" fmla="*/ 18273 h 243262"/>
                <a:gd name="connsiteX392" fmla="*/ 40437 w 183265"/>
                <a:gd name="connsiteY392" fmla="*/ 17947 h 243262"/>
                <a:gd name="connsiteX393" fmla="*/ 41879 w 183265"/>
                <a:gd name="connsiteY393" fmla="*/ 17529 h 243262"/>
                <a:gd name="connsiteX394" fmla="*/ 41879 w 183265"/>
                <a:gd name="connsiteY394" fmla="*/ 14552 h 243262"/>
                <a:gd name="connsiteX395" fmla="*/ 44065 w 183265"/>
                <a:gd name="connsiteY395" fmla="*/ 14366 h 243262"/>
                <a:gd name="connsiteX396" fmla="*/ 46344 w 183265"/>
                <a:gd name="connsiteY396" fmla="*/ 13808 h 243262"/>
                <a:gd name="connsiteX397" fmla="*/ 46669 w 183265"/>
                <a:gd name="connsiteY397" fmla="*/ 12273 h 243262"/>
                <a:gd name="connsiteX398" fmla="*/ 47088 w 183265"/>
                <a:gd name="connsiteY398" fmla="*/ 10832 h 243262"/>
                <a:gd name="connsiteX399" fmla="*/ 49692 w 183265"/>
                <a:gd name="connsiteY399" fmla="*/ 10878 h 243262"/>
                <a:gd name="connsiteX400" fmla="*/ 52297 w 183265"/>
                <a:gd name="connsiteY400" fmla="*/ 10832 h 243262"/>
                <a:gd name="connsiteX401" fmla="*/ 52622 w 183265"/>
                <a:gd name="connsiteY401" fmla="*/ 9018 h 243262"/>
                <a:gd name="connsiteX402" fmla="*/ 53041 w 183265"/>
                <a:gd name="connsiteY402" fmla="*/ 7111 h 243262"/>
                <a:gd name="connsiteX403" fmla="*/ 57645 w 183265"/>
                <a:gd name="connsiteY403" fmla="*/ 6617 h 243262"/>
                <a:gd name="connsiteX404" fmla="*/ 58994 w 183265"/>
                <a:gd name="connsiteY404" fmla="*/ 6367 h 243262"/>
                <a:gd name="connsiteX405" fmla="*/ 59738 w 183265"/>
                <a:gd name="connsiteY405" fmla="*/ 4134 h 243262"/>
                <a:gd name="connsiteX406" fmla="*/ 66668 w 183265"/>
                <a:gd name="connsiteY406" fmla="*/ 3765 h 243262"/>
                <a:gd name="connsiteX407" fmla="*/ 68668 w 183265"/>
                <a:gd name="connsiteY407" fmla="*/ 3390 h 243262"/>
                <a:gd name="connsiteX408" fmla="*/ 68908 w 183265"/>
                <a:gd name="connsiteY408" fmla="*/ 1902 h 243262"/>
                <a:gd name="connsiteX409" fmla="*/ 69412 w 183265"/>
                <a:gd name="connsiteY409" fmla="*/ 414 h 243262"/>
                <a:gd name="connsiteX410" fmla="*/ 73515 w 183265"/>
                <a:gd name="connsiteY410" fmla="*/ 28 h 243262"/>
                <a:gd name="connsiteX411" fmla="*/ 76171 w 183265"/>
                <a:gd name="connsiteY411" fmla="*/ 0 h 24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Lst>
              <a:rect l="l" t="t" r="r" b="b"/>
              <a:pathLst>
                <a:path w="183265" h="243262">
                  <a:moveTo>
                    <a:pt x="91291" y="30638"/>
                  </a:moveTo>
                  <a:cubicBezTo>
                    <a:pt x="88928" y="30550"/>
                    <a:pt x="86624" y="30391"/>
                    <a:pt x="84315" y="30964"/>
                  </a:cubicBezTo>
                  <a:cubicBezTo>
                    <a:pt x="84151" y="31599"/>
                    <a:pt x="83992" y="32216"/>
                    <a:pt x="83832" y="32833"/>
                  </a:cubicBezTo>
                  <a:cubicBezTo>
                    <a:pt x="83700" y="33768"/>
                    <a:pt x="83700" y="33768"/>
                    <a:pt x="83571" y="34684"/>
                  </a:cubicBezTo>
                  <a:cubicBezTo>
                    <a:pt x="82780" y="34799"/>
                    <a:pt x="82013" y="34910"/>
                    <a:pt x="81245" y="35022"/>
                  </a:cubicBezTo>
                  <a:cubicBezTo>
                    <a:pt x="78548" y="34880"/>
                    <a:pt x="75854" y="34752"/>
                    <a:pt x="73153" y="34684"/>
                  </a:cubicBezTo>
                  <a:cubicBezTo>
                    <a:pt x="72409" y="35429"/>
                    <a:pt x="72409" y="35429"/>
                    <a:pt x="71990" y="36963"/>
                  </a:cubicBezTo>
                  <a:cubicBezTo>
                    <a:pt x="71879" y="37454"/>
                    <a:pt x="71772" y="37929"/>
                    <a:pt x="71665" y="38405"/>
                  </a:cubicBezTo>
                  <a:cubicBezTo>
                    <a:pt x="69601" y="38006"/>
                    <a:pt x="67795" y="37618"/>
                    <a:pt x="65711" y="37661"/>
                  </a:cubicBezTo>
                  <a:cubicBezTo>
                    <a:pt x="65427" y="38135"/>
                    <a:pt x="65151" y="38596"/>
                    <a:pt x="64874" y="39056"/>
                  </a:cubicBezTo>
                  <a:cubicBezTo>
                    <a:pt x="64653" y="39594"/>
                    <a:pt x="64438" y="40116"/>
                    <a:pt x="64223" y="40638"/>
                  </a:cubicBezTo>
                  <a:cubicBezTo>
                    <a:pt x="62734" y="40881"/>
                    <a:pt x="61246" y="41129"/>
                    <a:pt x="59758" y="41382"/>
                  </a:cubicBezTo>
                  <a:cubicBezTo>
                    <a:pt x="59569" y="41904"/>
                    <a:pt x="59384" y="42410"/>
                    <a:pt x="59200" y="42917"/>
                  </a:cubicBezTo>
                  <a:cubicBezTo>
                    <a:pt x="59137" y="43407"/>
                    <a:pt x="59076" y="43882"/>
                    <a:pt x="59014" y="44358"/>
                  </a:cubicBezTo>
                  <a:cubicBezTo>
                    <a:pt x="58508" y="44358"/>
                    <a:pt x="58017" y="44358"/>
                    <a:pt x="57526" y="44358"/>
                  </a:cubicBezTo>
                  <a:cubicBezTo>
                    <a:pt x="56538" y="45602"/>
                    <a:pt x="55545" y="46842"/>
                    <a:pt x="54549" y="48079"/>
                  </a:cubicBezTo>
                  <a:cubicBezTo>
                    <a:pt x="53790" y="48332"/>
                    <a:pt x="53054" y="48578"/>
                    <a:pt x="52317" y="48823"/>
                  </a:cubicBezTo>
                  <a:cubicBezTo>
                    <a:pt x="52064" y="49582"/>
                    <a:pt x="51818" y="50319"/>
                    <a:pt x="51573" y="51056"/>
                  </a:cubicBezTo>
                  <a:cubicBezTo>
                    <a:pt x="50814" y="51056"/>
                    <a:pt x="50077" y="51056"/>
                    <a:pt x="49340" y="51056"/>
                  </a:cubicBezTo>
                  <a:cubicBezTo>
                    <a:pt x="48941" y="51784"/>
                    <a:pt x="48941" y="51784"/>
                    <a:pt x="48550" y="52497"/>
                  </a:cubicBezTo>
                  <a:cubicBezTo>
                    <a:pt x="48313" y="53019"/>
                    <a:pt x="48082" y="53526"/>
                    <a:pt x="47852" y="54032"/>
                  </a:cubicBezTo>
                  <a:cubicBezTo>
                    <a:pt x="47346" y="54285"/>
                    <a:pt x="46855" y="54531"/>
                    <a:pt x="46364" y="54776"/>
                  </a:cubicBezTo>
                  <a:cubicBezTo>
                    <a:pt x="46122" y="56018"/>
                    <a:pt x="45874" y="57258"/>
                    <a:pt x="45620" y="58497"/>
                  </a:cubicBezTo>
                  <a:cubicBezTo>
                    <a:pt x="45114" y="58497"/>
                    <a:pt x="44623" y="58497"/>
                    <a:pt x="44131" y="58497"/>
                  </a:cubicBezTo>
                  <a:cubicBezTo>
                    <a:pt x="43878" y="59367"/>
                    <a:pt x="43633" y="60211"/>
                    <a:pt x="43387" y="61055"/>
                  </a:cubicBezTo>
                  <a:cubicBezTo>
                    <a:pt x="43134" y="61956"/>
                    <a:pt x="42889" y="62831"/>
                    <a:pt x="42643" y="63706"/>
                  </a:cubicBezTo>
                  <a:cubicBezTo>
                    <a:pt x="41892" y="64082"/>
                    <a:pt x="41892" y="64082"/>
                    <a:pt x="41155" y="64450"/>
                  </a:cubicBezTo>
                  <a:cubicBezTo>
                    <a:pt x="40997" y="65225"/>
                    <a:pt x="40843" y="65977"/>
                    <a:pt x="40690" y="66729"/>
                  </a:cubicBezTo>
                  <a:cubicBezTo>
                    <a:pt x="40595" y="67472"/>
                    <a:pt x="40503" y="68194"/>
                    <a:pt x="40411" y="68915"/>
                  </a:cubicBezTo>
                  <a:cubicBezTo>
                    <a:pt x="39905" y="68915"/>
                    <a:pt x="39414" y="68915"/>
                    <a:pt x="38922" y="68915"/>
                  </a:cubicBezTo>
                  <a:cubicBezTo>
                    <a:pt x="38120" y="70521"/>
                    <a:pt x="38120" y="70521"/>
                    <a:pt x="37899" y="73752"/>
                  </a:cubicBezTo>
                  <a:cubicBezTo>
                    <a:pt x="37839" y="75517"/>
                    <a:pt x="37839" y="75517"/>
                    <a:pt x="37434" y="77100"/>
                  </a:cubicBezTo>
                  <a:cubicBezTo>
                    <a:pt x="36675" y="77606"/>
                    <a:pt x="35938" y="78098"/>
                    <a:pt x="35202" y="78589"/>
                  </a:cubicBezTo>
                  <a:cubicBezTo>
                    <a:pt x="35090" y="79349"/>
                    <a:pt x="34982" y="80086"/>
                    <a:pt x="34873" y="80824"/>
                  </a:cubicBezTo>
                  <a:cubicBezTo>
                    <a:pt x="34788" y="83317"/>
                    <a:pt x="34724" y="85782"/>
                    <a:pt x="34458" y="88263"/>
                  </a:cubicBezTo>
                  <a:cubicBezTo>
                    <a:pt x="33706" y="88638"/>
                    <a:pt x="33706" y="88638"/>
                    <a:pt x="32969" y="89007"/>
                  </a:cubicBezTo>
                  <a:cubicBezTo>
                    <a:pt x="32903" y="90269"/>
                    <a:pt x="32852" y="91533"/>
                    <a:pt x="32877" y="92797"/>
                  </a:cubicBezTo>
                  <a:cubicBezTo>
                    <a:pt x="32912" y="93877"/>
                    <a:pt x="32938" y="94957"/>
                    <a:pt x="32956" y="96037"/>
                  </a:cubicBezTo>
                  <a:cubicBezTo>
                    <a:pt x="32985" y="97771"/>
                    <a:pt x="33021" y="99505"/>
                    <a:pt x="33062" y="101239"/>
                  </a:cubicBezTo>
                  <a:cubicBezTo>
                    <a:pt x="33111" y="102970"/>
                    <a:pt x="33158" y="104701"/>
                    <a:pt x="33184" y="106432"/>
                  </a:cubicBezTo>
                  <a:cubicBezTo>
                    <a:pt x="33192" y="106990"/>
                    <a:pt x="33200" y="107531"/>
                    <a:pt x="33208" y="108072"/>
                  </a:cubicBezTo>
                  <a:cubicBezTo>
                    <a:pt x="33281" y="110003"/>
                    <a:pt x="33222" y="111627"/>
                    <a:pt x="32969" y="113563"/>
                  </a:cubicBezTo>
                  <a:cubicBezTo>
                    <a:pt x="32465" y="113845"/>
                    <a:pt x="31975" y="114119"/>
                    <a:pt x="31486" y="114392"/>
                  </a:cubicBezTo>
                  <a:cubicBezTo>
                    <a:pt x="30978" y="114616"/>
                    <a:pt x="30485" y="114834"/>
                    <a:pt x="29993" y="115052"/>
                  </a:cubicBezTo>
                  <a:cubicBezTo>
                    <a:pt x="29816" y="115981"/>
                    <a:pt x="29816" y="115981"/>
                    <a:pt x="29643" y="116893"/>
                  </a:cubicBezTo>
                  <a:cubicBezTo>
                    <a:pt x="29654" y="117673"/>
                    <a:pt x="29665" y="118431"/>
                    <a:pt x="29676" y="119188"/>
                  </a:cubicBezTo>
                  <a:cubicBezTo>
                    <a:pt x="29682" y="120037"/>
                    <a:pt x="29689" y="120862"/>
                    <a:pt x="29695" y="121686"/>
                  </a:cubicBezTo>
                  <a:cubicBezTo>
                    <a:pt x="29717" y="122577"/>
                    <a:pt x="29739" y="123442"/>
                    <a:pt x="29760" y="124307"/>
                  </a:cubicBezTo>
                  <a:cubicBezTo>
                    <a:pt x="29793" y="128233"/>
                    <a:pt x="29487" y="132138"/>
                    <a:pt x="30737" y="135888"/>
                  </a:cubicBezTo>
                  <a:cubicBezTo>
                    <a:pt x="31496" y="136141"/>
                    <a:pt x="32233" y="136386"/>
                    <a:pt x="32969" y="136632"/>
                  </a:cubicBezTo>
                  <a:cubicBezTo>
                    <a:pt x="33043" y="137260"/>
                    <a:pt x="33115" y="137870"/>
                    <a:pt x="33187" y="138480"/>
                  </a:cubicBezTo>
                  <a:cubicBezTo>
                    <a:pt x="33148" y="139708"/>
                    <a:pt x="33148" y="139708"/>
                    <a:pt x="33109" y="140911"/>
                  </a:cubicBezTo>
                  <a:cubicBezTo>
                    <a:pt x="33082" y="142238"/>
                    <a:pt x="33082" y="142238"/>
                    <a:pt x="33056" y="143538"/>
                  </a:cubicBezTo>
                  <a:cubicBezTo>
                    <a:pt x="32998" y="145383"/>
                    <a:pt x="32940" y="147228"/>
                    <a:pt x="32882" y="149073"/>
                  </a:cubicBezTo>
                  <a:cubicBezTo>
                    <a:pt x="32856" y="150400"/>
                    <a:pt x="32856" y="150400"/>
                    <a:pt x="32830" y="151701"/>
                  </a:cubicBezTo>
                  <a:cubicBezTo>
                    <a:pt x="32751" y="154131"/>
                    <a:pt x="32751" y="154131"/>
                    <a:pt x="32969" y="155979"/>
                  </a:cubicBezTo>
                  <a:cubicBezTo>
                    <a:pt x="33728" y="156232"/>
                    <a:pt x="34465" y="156478"/>
                    <a:pt x="35202" y="156723"/>
                  </a:cubicBezTo>
                  <a:cubicBezTo>
                    <a:pt x="35267" y="157339"/>
                    <a:pt x="35330" y="157937"/>
                    <a:pt x="35394" y="158534"/>
                  </a:cubicBezTo>
                  <a:cubicBezTo>
                    <a:pt x="35274" y="161240"/>
                    <a:pt x="34715" y="163936"/>
                    <a:pt x="35946" y="166397"/>
                  </a:cubicBezTo>
                  <a:cubicBezTo>
                    <a:pt x="36705" y="166397"/>
                    <a:pt x="37442" y="166397"/>
                    <a:pt x="38178" y="166397"/>
                  </a:cubicBezTo>
                  <a:cubicBezTo>
                    <a:pt x="38047" y="168472"/>
                    <a:pt x="37885" y="170310"/>
                    <a:pt x="38178" y="172350"/>
                  </a:cubicBezTo>
                  <a:cubicBezTo>
                    <a:pt x="38684" y="172603"/>
                    <a:pt x="39175" y="172849"/>
                    <a:pt x="39667" y="173095"/>
                  </a:cubicBezTo>
                  <a:cubicBezTo>
                    <a:pt x="40173" y="173095"/>
                    <a:pt x="40664" y="173095"/>
                    <a:pt x="41155" y="173095"/>
                  </a:cubicBezTo>
                  <a:cubicBezTo>
                    <a:pt x="40643" y="175606"/>
                    <a:pt x="40643" y="175606"/>
                    <a:pt x="40411" y="178304"/>
                  </a:cubicBezTo>
                  <a:cubicBezTo>
                    <a:pt x="42831" y="179592"/>
                    <a:pt x="42831" y="179592"/>
                    <a:pt x="43434" y="182071"/>
                  </a:cubicBezTo>
                  <a:cubicBezTo>
                    <a:pt x="43671" y="182814"/>
                    <a:pt x="43901" y="183535"/>
                    <a:pt x="44131" y="184257"/>
                  </a:cubicBezTo>
                  <a:cubicBezTo>
                    <a:pt x="44637" y="184510"/>
                    <a:pt x="45129" y="184755"/>
                    <a:pt x="45620" y="185001"/>
                  </a:cubicBezTo>
                  <a:cubicBezTo>
                    <a:pt x="45873" y="185760"/>
                    <a:pt x="46118" y="186497"/>
                    <a:pt x="46364" y="187233"/>
                  </a:cubicBezTo>
                  <a:cubicBezTo>
                    <a:pt x="47491" y="187985"/>
                    <a:pt x="47491" y="187985"/>
                    <a:pt x="48596" y="188722"/>
                  </a:cubicBezTo>
                  <a:cubicBezTo>
                    <a:pt x="48849" y="189481"/>
                    <a:pt x="49095" y="190217"/>
                    <a:pt x="49340" y="190954"/>
                  </a:cubicBezTo>
                  <a:cubicBezTo>
                    <a:pt x="51324" y="192277"/>
                    <a:pt x="52310" y="193234"/>
                    <a:pt x="53759" y="195047"/>
                  </a:cubicBezTo>
                  <a:cubicBezTo>
                    <a:pt x="55011" y="196622"/>
                    <a:pt x="55841" y="197552"/>
                    <a:pt x="57651" y="198462"/>
                  </a:cubicBezTo>
                  <a:cubicBezTo>
                    <a:pt x="58114" y="198693"/>
                    <a:pt x="58564" y="198916"/>
                    <a:pt x="59014" y="199140"/>
                  </a:cubicBezTo>
                  <a:cubicBezTo>
                    <a:pt x="59293" y="200674"/>
                    <a:pt x="59293" y="200674"/>
                    <a:pt x="59758" y="202116"/>
                  </a:cubicBezTo>
                  <a:cubicBezTo>
                    <a:pt x="60517" y="202243"/>
                    <a:pt x="61254" y="202365"/>
                    <a:pt x="61991" y="202488"/>
                  </a:cubicBezTo>
                  <a:cubicBezTo>
                    <a:pt x="62750" y="202615"/>
                    <a:pt x="63486" y="202737"/>
                    <a:pt x="64223" y="202860"/>
                  </a:cubicBezTo>
                  <a:cubicBezTo>
                    <a:pt x="64502" y="204348"/>
                    <a:pt x="64502" y="204348"/>
                    <a:pt x="64967" y="205837"/>
                  </a:cubicBezTo>
                  <a:cubicBezTo>
                    <a:pt x="66299" y="206119"/>
                    <a:pt x="66299" y="206119"/>
                    <a:pt x="67944" y="206255"/>
                  </a:cubicBezTo>
                  <a:cubicBezTo>
                    <a:pt x="69535" y="206257"/>
                    <a:pt x="69535" y="206257"/>
                    <a:pt x="70920" y="206581"/>
                  </a:cubicBezTo>
                  <a:cubicBezTo>
                    <a:pt x="71173" y="207340"/>
                    <a:pt x="71419" y="208077"/>
                    <a:pt x="71665" y="208813"/>
                  </a:cubicBezTo>
                  <a:cubicBezTo>
                    <a:pt x="74179" y="209031"/>
                    <a:pt x="74179" y="209031"/>
                    <a:pt x="75698" y="209010"/>
                  </a:cubicBezTo>
                  <a:cubicBezTo>
                    <a:pt x="76240" y="208990"/>
                    <a:pt x="76766" y="208972"/>
                    <a:pt x="77292" y="208953"/>
                  </a:cubicBezTo>
                  <a:cubicBezTo>
                    <a:pt x="78332" y="208933"/>
                    <a:pt x="79372" y="208913"/>
                    <a:pt x="80411" y="208892"/>
                  </a:cubicBezTo>
                  <a:cubicBezTo>
                    <a:pt x="81232" y="208865"/>
                    <a:pt x="82030" y="208839"/>
                    <a:pt x="82827" y="208813"/>
                  </a:cubicBezTo>
                  <a:cubicBezTo>
                    <a:pt x="82827" y="209825"/>
                    <a:pt x="82827" y="210808"/>
                    <a:pt x="82827" y="211790"/>
                  </a:cubicBezTo>
                  <a:cubicBezTo>
                    <a:pt x="84315" y="212534"/>
                    <a:pt x="84315" y="212534"/>
                    <a:pt x="85827" y="212630"/>
                  </a:cubicBezTo>
                  <a:cubicBezTo>
                    <a:pt x="86451" y="212631"/>
                    <a:pt x="87057" y="212632"/>
                    <a:pt x="87664" y="212633"/>
                  </a:cubicBezTo>
                  <a:cubicBezTo>
                    <a:pt x="88344" y="212634"/>
                    <a:pt x="89004" y="212635"/>
                    <a:pt x="89664" y="212636"/>
                  </a:cubicBezTo>
                  <a:cubicBezTo>
                    <a:pt x="90375" y="212633"/>
                    <a:pt x="91066" y="212630"/>
                    <a:pt x="91756" y="212627"/>
                  </a:cubicBezTo>
                  <a:cubicBezTo>
                    <a:pt x="92468" y="212630"/>
                    <a:pt x="93159" y="212633"/>
                    <a:pt x="93849" y="212636"/>
                  </a:cubicBezTo>
                  <a:cubicBezTo>
                    <a:pt x="94859" y="212634"/>
                    <a:pt x="94859" y="212634"/>
                    <a:pt x="95849" y="212633"/>
                  </a:cubicBezTo>
                  <a:cubicBezTo>
                    <a:pt x="97820" y="212630"/>
                    <a:pt x="98918" y="212674"/>
                    <a:pt x="100686" y="211790"/>
                  </a:cubicBezTo>
                  <a:cubicBezTo>
                    <a:pt x="100686" y="210778"/>
                    <a:pt x="100686" y="209796"/>
                    <a:pt x="100686" y="208813"/>
                  </a:cubicBezTo>
                  <a:cubicBezTo>
                    <a:pt x="104734" y="208813"/>
                    <a:pt x="108663" y="208813"/>
                    <a:pt x="112592" y="208813"/>
                  </a:cubicBezTo>
                  <a:cubicBezTo>
                    <a:pt x="112592" y="207801"/>
                    <a:pt x="112592" y="206819"/>
                    <a:pt x="112592" y="205837"/>
                  </a:cubicBezTo>
                  <a:cubicBezTo>
                    <a:pt x="115150" y="206069"/>
                    <a:pt x="115150" y="206069"/>
                    <a:pt x="117801" y="205837"/>
                  </a:cubicBezTo>
                  <a:cubicBezTo>
                    <a:pt x="117944" y="205204"/>
                    <a:pt x="118082" y="204590"/>
                    <a:pt x="118220" y="203976"/>
                  </a:cubicBezTo>
                  <a:cubicBezTo>
                    <a:pt x="118384" y="203037"/>
                    <a:pt x="118384" y="203037"/>
                    <a:pt x="118545" y="202116"/>
                  </a:cubicBezTo>
                  <a:cubicBezTo>
                    <a:pt x="119673" y="202093"/>
                    <a:pt x="119673" y="202093"/>
                    <a:pt x="120778" y="202070"/>
                  </a:cubicBezTo>
                  <a:cubicBezTo>
                    <a:pt x="121537" y="202085"/>
                    <a:pt x="122274" y="202101"/>
                    <a:pt x="123010" y="202116"/>
                  </a:cubicBezTo>
                  <a:cubicBezTo>
                    <a:pt x="123168" y="201626"/>
                    <a:pt x="123322" y="201150"/>
                    <a:pt x="123475" y="200674"/>
                  </a:cubicBezTo>
                  <a:cubicBezTo>
                    <a:pt x="123570" y="200152"/>
                    <a:pt x="123662" y="199646"/>
                    <a:pt x="123754" y="199140"/>
                  </a:cubicBezTo>
                  <a:cubicBezTo>
                    <a:pt x="124747" y="198891"/>
                    <a:pt x="125739" y="198643"/>
                    <a:pt x="126731" y="198395"/>
                  </a:cubicBezTo>
                  <a:cubicBezTo>
                    <a:pt x="126972" y="197401"/>
                    <a:pt x="127220" y="196409"/>
                    <a:pt x="127475" y="195419"/>
                  </a:cubicBezTo>
                  <a:cubicBezTo>
                    <a:pt x="128487" y="195419"/>
                    <a:pt x="129469" y="195419"/>
                    <a:pt x="130452" y="195419"/>
                  </a:cubicBezTo>
                  <a:cubicBezTo>
                    <a:pt x="130874" y="194691"/>
                    <a:pt x="130874" y="194691"/>
                    <a:pt x="131289" y="193977"/>
                  </a:cubicBezTo>
                  <a:cubicBezTo>
                    <a:pt x="131618" y="193202"/>
                    <a:pt x="131618" y="193202"/>
                    <a:pt x="131940" y="192442"/>
                  </a:cubicBezTo>
                  <a:cubicBezTo>
                    <a:pt x="132446" y="192189"/>
                    <a:pt x="132937" y="191944"/>
                    <a:pt x="133428" y="191698"/>
                  </a:cubicBezTo>
                  <a:cubicBezTo>
                    <a:pt x="133733" y="190170"/>
                    <a:pt x="133733" y="190170"/>
                    <a:pt x="134172" y="188722"/>
                  </a:cubicBezTo>
                  <a:cubicBezTo>
                    <a:pt x="134931" y="188722"/>
                    <a:pt x="135668" y="188722"/>
                    <a:pt x="136405" y="188722"/>
                  </a:cubicBezTo>
                  <a:cubicBezTo>
                    <a:pt x="136405" y="187457"/>
                    <a:pt x="136405" y="186229"/>
                    <a:pt x="136405" y="185001"/>
                  </a:cubicBezTo>
                  <a:cubicBezTo>
                    <a:pt x="137164" y="185001"/>
                    <a:pt x="137901" y="185001"/>
                    <a:pt x="138637" y="185001"/>
                  </a:cubicBezTo>
                  <a:cubicBezTo>
                    <a:pt x="138772" y="182443"/>
                    <a:pt x="138772" y="182443"/>
                    <a:pt x="139381" y="179792"/>
                  </a:cubicBezTo>
                  <a:cubicBezTo>
                    <a:pt x="139903" y="179507"/>
                    <a:pt x="140410" y="179231"/>
                    <a:pt x="140916" y="178955"/>
                  </a:cubicBezTo>
                  <a:cubicBezTo>
                    <a:pt x="141644" y="178626"/>
                    <a:pt x="141644" y="178626"/>
                    <a:pt x="142358" y="178304"/>
                  </a:cubicBezTo>
                  <a:cubicBezTo>
                    <a:pt x="142374" y="177655"/>
                    <a:pt x="142389" y="177026"/>
                    <a:pt x="142404" y="176397"/>
                  </a:cubicBezTo>
                  <a:cubicBezTo>
                    <a:pt x="142381" y="175481"/>
                    <a:pt x="142381" y="175481"/>
                    <a:pt x="142358" y="174583"/>
                  </a:cubicBezTo>
                  <a:cubicBezTo>
                    <a:pt x="143117" y="174330"/>
                    <a:pt x="143854" y="174084"/>
                    <a:pt x="144590" y="173839"/>
                  </a:cubicBezTo>
                  <a:cubicBezTo>
                    <a:pt x="144693" y="173334"/>
                    <a:pt x="144793" y="172844"/>
                    <a:pt x="144893" y="172353"/>
                  </a:cubicBezTo>
                  <a:cubicBezTo>
                    <a:pt x="144961" y="170574"/>
                    <a:pt x="145000" y="168892"/>
                    <a:pt x="145335" y="167141"/>
                  </a:cubicBezTo>
                  <a:cubicBezTo>
                    <a:pt x="146094" y="166635"/>
                    <a:pt x="146830" y="166144"/>
                    <a:pt x="147567" y="165653"/>
                  </a:cubicBezTo>
                  <a:cubicBezTo>
                    <a:pt x="147641" y="165050"/>
                    <a:pt x="147713" y="164465"/>
                    <a:pt x="147785" y="163880"/>
                  </a:cubicBezTo>
                  <a:cubicBezTo>
                    <a:pt x="147758" y="163186"/>
                    <a:pt x="147732" y="162513"/>
                    <a:pt x="147706" y="161839"/>
                  </a:cubicBezTo>
                  <a:cubicBezTo>
                    <a:pt x="147676" y="160803"/>
                    <a:pt x="147676" y="160803"/>
                    <a:pt x="147645" y="159787"/>
                  </a:cubicBezTo>
                  <a:cubicBezTo>
                    <a:pt x="147619" y="159252"/>
                    <a:pt x="147593" y="158732"/>
                    <a:pt x="147567" y="158212"/>
                  </a:cubicBezTo>
                  <a:cubicBezTo>
                    <a:pt x="148326" y="158212"/>
                    <a:pt x="149063" y="158212"/>
                    <a:pt x="149799" y="158212"/>
                  </a:cubicBezTo>
                  <a:cubicBezTo>
                    <a:pt x="150544" y="155979"/>
                    <a:pt x="150544" y="155979"/>
                    <a:pt x="150628" y="154291"/>
                  </a:cubicBezTo>
                  <a:cubicBezTo>
                    <a:pt x="150624" y="153629"/>
                    <a:pt x="150620" y="152986"/>
                    <a:pt x="150616" y="152343"/>
                  </a:cubicBezTo>
                  <a:cubicBezTo>
                    <a:pt x="150614" y="151624"/>
                    <a:pt x="150611" y="150926"/>
                    <a:pt x="150609" y="150228"/>
                  </a:cubicBezTo>
                  <a:cubicBezTo>
                    <a:pt x="150602" y="149480"/>
                    <a:pt x="150596" y="148753"/>
                    <a:pt x="150590" y="148026"/>
                  </a:cubicBezTo>
                  <a:cubicBezTo>
                    <a:pt x="150580" y="145935"/>
                    <a:pt x="150571" y="143843"/>
                    <a:pt x="150555" y="141751"/>
                  </a:cubicBezTo>
                  <a:cubicBezTo>
                    <a:pt x="150551" y="141276"/>
                    <a:pt x="150547" y="140814"/>
                    <a:pt x="150544" y="140352"/>
                  </a:cubicBezTo>
                  <a:cubicBezTo>
                    <a:pt x="151050" y="140352"/>
                    <a:pt x="151541" y="140352"/>
                    <a:pt x="152032" y="140352"/>
                  </a:cubicBezTo>
                  <a:cubicBezTo>
                    <a:pt x="152776" y="138864"/>
                    <a:pt x="152776" y="138864"/>
                    <a:pt x="152870" y="137396"/>
                  </a:cubicBezTo>
                  <a:cubicBezTo>
                    <a:pt x="152871" y="136777"/>
                    <a:pt x="152872" y="136177"/>
                    <a:pt x="152872" y="135577"/>
                  </a:cubicBezTo>
                  <a:cubicBezTo>
                    <a:pt x="152876" y="134535"/>
                    <a:pt x="152876" y="134535"/>
                    <a:pt x="152879" y="133515"/>
                  </a:cubicBezTo>
                  <a:cubicBezTo>
                    <a:pt x="152878" y="132756"/>
                    <a:pt x="152876" y="132020"/>
                    <a:pt x="152875" y="131283"/>
                  </a:cubicBezTo>
                  <a:cubicBezTo>
                    <a:pt x="152876" y="129735"/>
                    <a:pt x="152877" y="128186"/>
                    <a:pt x="152878" y="126638"/>
                  </a:cubicBezTo>
                  <a:cubicBezTo>
                    <a:pt x="152873" y="124188"/>
                    <a:pt x="152869" y="121739"/>
                    <a:pt x="152873" y="119289"/>
                  </a:cubicBezTo>
                  <a:cubicBezTo>
                    <a:pt x="152876" y="117693"/>
                    <a:pt x="152877" y="116096"/>
                    <a:pt x="152877" y="114500"/>
                  </a:cubicBezTo>
                  <a:cubicBezTo>
                    <a:pt x="152876" y="113723"/>
                    <a:pt x="152875" y="112969"/>
                    <a:pt x="152875" y="112215"/>
                  </a:cubicBezTo>
                  <a:cubicBezTo>
                    <a:pt x="152877" y="111088"/>
                    <a:pt x="152877" y="111088"/>
                    <a:pt x="152879" y="109983"/>
                  </a:cubicBezTo>
                  <a:cubicBezTo>
                    <a:pt x="152877" y="109282"/>
                    <a:pt x="152875" y="108602"/>
                    <a:pt x="152872" y="107921"/>
                  </a:cubicBezTo>
                  <a:cubicBezTo>
                    <a:pt x="152870" y="105961"/>
                    <a:pt x="152911" y="104903"/>
                    <a:pt x="152032" y="103145"/>
                  </a:cubicBezTo>
                  <a:cubicBezTo>
                    <a:pt x="151526" y="103145"/>
                    <a:pt x="151035" y="103145"/>
                    <a:pt x="150544" y="103145"/>
                  </a:cubicBezTo>
                  <a:cubicBezTo>
                    <a:pt x="150559" y="101494"/>
                    <a:pt x="150571" y="99843"/>
                    <a:pt x="150580" y="98192"/>
                  </a:cubicBezTo>
                  <a:cubicBezTo>
                    <a:pt x="150583" y="97504"/>
                    <a:pt x="150587" y="96837"/>
                    <a:pt x="150590" y="96169"/>
                  </a:cubicBezTo>
                  <a:cubicBezTo>
                    <a:pt x="150596" y="95487"/>
                    <a:pt x="150603" y="94825"/>
                    <a:pt x="150609" y="94163"/>
                  </a:cubicBezTo>
                  <a:cubicBezTo>
                    <a:pt x="150611" y="93511"/>
                    <a:pt x="150614" y="92878"/>
                    <a:pt x="150616" y="92245"/>
                  </a:cubicBezTo>
                  <a:cubicBezTo>
                    <a:pt x="150629" y="90300"/>
                    <a:pt x="150673" y="89266"/>
                    <a:pt x="149799" y="87518"/>
                  </a:cubicBezTo>
                  <a:cubicBezTo>
                    <a:pt x="149040" y="87518"/>
                    <a:pt x="148304" y="87518"/>
                    <a:pt x="147567" y="87518"/>
                  </a:cubicBezTo>
                  <a:cubicBezTo>
                    <a:pt x="147594" y="86872"/>
                    <a:pt x="147620" y="86245"/>
                    <a:pt x="147645" y="85617"/>
                  </a:cubicBezTo>
                  <a:cubicBezTo>
                    <a:pt x="147676" y="84370"/>
                    <a:pt x="147676" y="84370"/>
                    <a:pt x="147706" y="83147"/>
                  </a:cubicBezTo>
                  <a:cubicBezTo>
                    <a:pt x="147785" y="80687"/>
                    <a:pt x="147785" y="80687"/>
                    <a:pt x="147567" y="78589"/>
                  </a:cubicBezTo>
                  <a:cubicBezTo>
                    <a:pt x="145226" y="77404"/>
                    <a:pt x="145226" y="77404"/>
                    <a:pt x="145032" y="75679"/>
                  </a:cubicBezTo>
                  <a:cubicBezTo>
                    <a:pt x="144966" y="74163"/>
                    <a:pt x="144782" y="72653"/>
                    <a:pt x="144590" y="71147"/>
                  </a:cubicBezTo>
                  <a:cubicBezTo>
                    <a:pt x="143831" y="70894"/>
                    <a:pt x="143095" y="70649"/>
                    <a:pt x="142358" y="70403"/>
                  </a:cubicBezTo>
                  <a:cubicBezTo>
                    <a:pt x="142389" y="68667"/>
                    <a:pt x="142389" y="66930"/>
                    <a:pt x="142358" y="65194"/>
                  </a:cubicBezTo>
                  <a:cubicBezTo>
                    <a:pt x="141606" y="64983"/>
                    <a:pt x="141606" y="64983"/>
                    <a:pt x="140870" y="64776"/>
                  </a:cubicBezTo>
                  <a:cubicBezTo>
                    <a:pt x="140364" y="64665"/>
                    <a:pt x="139873" y="64558"/>
                    <a:pt x="139381" y="64450"/>
                  </a:cubicBezTo>
                  <a:cubicBezTo>
                    <a:pt x="139381" y="62962"/>
                    <a:pt x="139381" y="61474"/>
                    <a:pt x="139381" y="59985"/>
                  </a:cubicBezTo>
                  <a:cubicBezTo>
                    <a:pt x="138875" y="59701"/>
                    <a:pt x="138384" y="59424"/>
                    <a:pt x="137893" y="59148"/>
                  </a:cubicBezTo>
                  <a:cubicBezTo>
                    <a:pt x="137142" y="58819"/>
                    <a:pt x="137142" y="58819"/>
                    <a:pt x="136405" y="58497"/>
                  </a:cubicBezTo>
                  <a:cubicBezTo>
                    <a:pt x="136405" y="57485"/>
                    <a:pt x="136405" y="56503"/>
                    <a:pt x="136405" y="55520"/>
                  </a:cubicBezTo>
                  <a:cubicBezTo>
                    <a:pt x="135646" y="55267"/>
                    <a:pt x="134909" y="55022"/>
                    <a:pt x="134172" y="54776"/>
                  </a:cubicBezTo>
                  <a:cubicBezTo>
                    <a:pt x="134172" y="54017"/>
                    <a:pt x="134172" y="53281"/>
                    <a:pt x="134172" y="52544"/>
                  </a:cubicBezTo>
                  <a:cubicBezTo>
                    <a:pt x="133173" y="52325"/>
                    <a:pt x="132180" y="52077"/>
                    <a:pt x="131196" y="51800"/>
                  </a:cubicBezTo>
                  <a:cubicBezTo>
                    <a:pt x="131196" y="50788"/>
                    <a:pt x="131196" y="49805"/>
                    <a:pt x="131196" y="48823"/>
                  </a:cubicBezTo>
                  <a:cubicBezTo>
                    <a:pt x="130563" y="48681"/>
                    <a:pt x="129949" y="48543"/>
                    <a:pt x="129336" y="48405"/>
                  </a:cubicBezTo>
                  <a:cubicBezTo>
                    <a:pt x="128703" y="48294"/>
                    <a:pt x="128089" y="48186"/>
                    <a:pt x="127475" y="48079"/>
                  </a:cubicBezTo>
                  <a:cubicBezTo>
                    <a:pt x="127475" y="47320"/>
                    <a:pt x="127475" y="46583"/>
                    <a:pt x="127475" y="45847"/>
                  </a:cubicBezTo>
                  <a:cubicBezTo>
                    <a:pt x="126228" y="45367"/>
                    <a:pt x="124988" y="44870"/>
                    <a:pt x="123754" y="44358"/>
                  </a:cubicBezTo>
                  <a:cubicBezTo>
                    <a:pt x="123429" y="42777"/>
                    <a:pt x="123429" y="42777"/>
                    <a:pt x="123010" y="41382"/>
                  </a:cubicBezTo>
                  <a:cubicBezTo>
                    <a:pt x="122235" y="41318"/>
                    <a:pt x="121483" y="41257"/>
                    <a:pt x="120731" y="41196"/>
                  </a:cubicBezTo>
                  <a:cubicBezTo>
                    <a:pt x="119988" y="41259"/>
                    <a:pt x="119267" y="41320"/>
                    <a:pt x="118545" y="41382"/>
                  </a:cubicBezTo>
                  <a:cubicBezTo>
                    <a:pt x="118545" y="39149"/>
                    <a:pt x="118545" y="39149"/>
                    <a:pt x="117057" y="37661"/>
                  </a:cubicBezTo>
                  <a:cubicBezTo>
                    <a:pt x="116267" y="37756"/>
                    <a:pt x="115499" y="37848"/>
                    <a:pt x="114732" y="37940"/>
                  </a:cubicBezTo>
                  <a:cubicBezTo>
                    <a:pt x="113651" y="38175"/>
                    <a:pt x="113651" y="38175"/>
                    <a:pt x="112592" y="38405"/>
                  </a:cubicBezTo>
                  <a:cubicBezTo>
                    <a:pt x="112572" y="36559"/>
                    <a:pt x="112572" y="36559"/>
                    <a:pt x="111848" y="34684"/>
                  </a:cubicBezTo>
                  <a:cubicBezTo>
                    <a:pt x="109334" y="34321"/>
                    <a:pt x="109334" y="34321"/>
                    <a:pt x="107815" y="34357"/>
                  </a:cubicBezTo>
                  <a:cubicBezTo>
                    <a:pt x="107273" y="34390"/>
                    <a:pt x="106747" y="34421"/>
                    <a:pt x="106221" y="34452"/>
                  </a:cubicBezTo>
                  <a:cubicBezTo>
                    <a:pt x="105181" y="34485"/>
                    <a:pt x="104141" y="34519"/>
                    <a:pt x="103102" y="34554"/>
                  </a:cubicBezTo>
                  <a:cubicBezTo>
                    <a:pt x="102280" y="34598"/>
                    <a:pt x="101483" y="34641"/>
                    <a:pt x="100686" y="34684"/>
                  </a:cubicBezTo>
                  <a:cubicBezTo>
                    <a:pt x="100686" y="33925"/>
                    <a:pt x="100686" y="33189"/>
                    <a:pt x="100686" y="32452"/>
                  </a:cubicBezTo>
                  <a:cubicBezTo>
                    <a:pt x="98124" y="30744"/>
                    <a:pt x="98124" y="30744"/>
                    <a:pt x="93268" y="30651"/>
                  </a:cubicBezTo>
                  <a:cubicBezTo>
                    <a:pt x="92596" y="30647"/>
                    <a:pt x="91944" y="30643"/>
                    <a:pt x="91291" y="30638"/>
                  </a:cubicBezTo>
                  <a:close/>
                  <a:moveTo>
                    <a:pt x="76171" y="0"/>
                  </a:moveTo>
                  <a:cubicBezTo>
                    <a:pt x="77125" y="6"/>
                    <a:pt x="78079" y="12"/>
                    <a:pt x="79062" y="18"/>
                  </a:cubicBezTo>
                  <a:cubicBezTo>
                    <a:pt x="80520" y="14"/>
                    <a:pt x="80520" y="14"/>
                    <a:pt x="82007" y="10"/>
                  </a:cubicBezTo>
                  <a:cubicBezTo>
                    <a:pt x="84066" y="5"/>
                    <a:pt x="86126" y="12"/>
                    <a:pt x="88185" y="26"/>
                  </a:cubicBezTo>
                  <a:cubicBezTo>
                    <a:pt x="90830" y="42"/>
                    <a:pt x="93475" y="33"/>
                    <a:pt x="96120" y="15"/>
                  </a:cubicBezTo>
                  <a:cubicBezTo>
                    <a:pt x="98636" y="2"/>
                    <a:pt x="101150" y="11"/>
                    <a:pt x="103666" y="18"/>
                  </a:cubicBezTo>
                  <a:cubicBezTo>
                    <a:pt x="105097" y="9"/>
                    <a:pt x="105097" y="9"/>
                    <a:pt x="106557" y="0"/>
                  </a:cubicBezTo>
                  <a:cubicBezTo>
                    <a:pt x="107872" y="14"/>
                    <a:pt x="107872" y="14"/>
                    <a:pt x="109213" y="28"/>
                  </a:cubicBezTo>
                  <a:cubicBezTo>
                    <a:pt x="109989" y="31"/>
                    <a:pt x="110765" y="33"/>
                    <a:pt x="111565" y="36"/>
                  </a:cubicBezTo>
                  <a:cubicBezTo>
                    <a:pt x="112143" y="160"/>
                    <a:pt x="112721" y="285"/>
                    <a:pt x="113316" y="414"/>
                  </a:cubicBezTo>
                  <a:cubicBezTo>
                    <a:pt x="113820" y="1902"/>
                    <a:pt x="113820" y="1902"/>
                    <a:pt x="114060" y="3390"/>
                  </a:cubicBezTo>
                  <a:cubicBezTo>
                    <a:pt x="116125" y="3835"/>
                    <a:pt x="116125" y="3835"/>
                    <a:pt x="118525" y="3809"/>
                  </a:cubicBezTo>
                  <a:cubicBezTo>
                    <a:pt x="120990" y="3858"/>
                    <a:pt x="120990" y="3858"/>
                    <a:pt x="122990" y="4134"/>
                  </a:cubicBezTo>
                  <a:cubicBezTo>
                    <a:pt x="123236" y="4871"/>
                    <a:pt x="123481" y="5608"/>
                    <a:pt x="123734" y="6367"/>
                  </a:cubicBezTo>
                  <a:cubicBezTo>
                    <a:pt x="125121" y="6662"/>
                    <a:pt x="125121" y="6662"/>
                    <a:pt x="126711" y="6646"/>
                  </a:cubicBezTo>
                  <a:cubicBezTo>
                    <a:pt x="128359" y="6777"/>
                    <a:pt x="128359" y="6777"/>
                    <a:pt x="129687" y="7111"/>
                  </a:cubicBezTo>
                  <a:cubicBezTo>
                    <a:pt x="129958" y="8346"/>
                    <a:pt x="130208" y="9587"/>
                    <a:pt x="130431" y="10832"/>
                  </a:cubicBezTo>
                  <a:cubicBezTo>
                    <a:pt x="132167" y="10863"/>
                    <a:pt x="133904" y="10863"/>
                    <a:pt x="135640" y="10832"/>
                  </a:cubicBezTo>
                  <a:cubicBezTo>
                    <a:pt x="136059" y="12273"/>
                    <a:pt x="136059" y="12273"/>
                    <a:pt x="136385" y="13808"/>
                  </a:cubicBezTo>
                  <a:cubicBezTo>
                    <a:pt x="137868" y="14086"/>
                    <a:pt x="139356" y="14335"/>
                    <a:pt x="140849" y="14552"/>
                  </a:cubicBezTo>
                  <a:cubicBezTo>
                    <a:pt x="141095" y="15289"/>
                    <a:pt x="141341" y="16026"/>
                    <a:pt x="141594" y="16785"/>
                  </a:cubicBezTo>
                  <a:cubicBezTo>
                    <a:pt x="142085" y="17030"/>
                    <a:pt x="142576" y="17276"/>
                    <a:pt x="143082" y="17529"/>
                  </a:cubicBezTo>
                  <a:cubicBezTo>
                    <a:pt x="144570" y="18273"/>
                    <a:pt x="144570" y="18273"/>
                    <a:pt x="145314" y="20505"/>
                  </a:cubicBezTo>
                  <a:cubicBezTo>
                    <a:pt x="146143" y="20805"/>
                    <a:pt x="146143" y="20805"/>
                    <a:pt x="146989" y="21110"/>
                  </a:cubicBezTo>
                  <a:cubicBezTo>
                    <a:pt x="149742" y="22299"/>
                    <a:pt x="150937" y="24113"/>
                    <a:pt x="152756" y="26459"/>
                  </a:cubicBezTo>
                  <a:cubicBezTo>
                    <a:pt x="153170" y="26858"/>
                    <a:pt x="153584" y="27257"/>
                    <a:pt x="154011" y="27668"/>
                  </a:cubicBezTo>
                  <a:cubicBezTo>
                    <a:pt x="155169" y="28880"/>
                    <a:pt x="155731" y="30177"/>
                    <a:pt x="156476" y="31667"/>
                  </a:cubicBezTo>
                  <a:cubicBezTo>
                    <a:pt x="156967" y="31913"/>
                    <a:pt x="157459" y="32159"/>
                    <a:pt x="157965" y="32412"/>
                  </a:cubicBezTo>
                  <a:cubicBezTo>
                    <a:pt x="158210" y="33148"/>
                    <a:pt x="158456" y="33885"/>
                    <a:pt x="158709" y="34644"/>
                  </a:cubicBezTo>
                  <a:cubicBezTo>
                    <a:pt x="159445" y="35135"/>
                    <a:pt x="160182" y="35626"/>
                    <a:pt x="160941" y="36132"/>
                  </a:cubicBezTo>
                  <a:cubicBezTo>
                    <a:pt x="161187" y="36869"/>
                    <a:pt x="161432" y="37606"/>
                    <a:pt x="161685" y="38365"/>
                  </a:cubicBezTo>
                  <a:cubicBezTo>
                    <a:pt x="162238" y="38894"/>
                    <a:pt x="162238" y="38894"/>
                    <a:pt x="162802" y="39434"/>
                  </a:cubicBezTo>
                  <a:cubicBezTo>
                    <a:pt x="164107" y="40794"/>
                    <a:pt x="164242" y="41773"/>
                    <a:pt x="164662" y="43574"/>
                  </a:cubicBezTo>
                  <a:cubicBezTo>
                    <a:pt x="165153" y="43819"/>
                    <a:pt x="165644" y="44065"/>
                    <a:pt x="166150" y="44318"/>
                  </a:cubicBezTo>
                  <a:cubicBezTo>
                    <a:pt x="166646" y="45806"/>
                    <a:pt x="167142" y="47294"/>
                    <a:pt x="167638" y="48783"/>
                  </a:cubicBezTo>
                  <a:cubicBezTo>
                    <a:pt x="168130" y="49028"/>
                    <a:pt x="168621" y="49274"/>
                    <a:pt x="169127" y="49527"/>
                  </a:cubicBezTo>
                  <a:cubicBezTo>
                    <a:pt x="169568" y="51498"/>
                    <a:pt x="169679" y="53465"/>
                    <a:pt x="169871" y="55480"/>
                  </a:cubicBezTo>
                  <a:cubicBezTo>
                    <a:pt x="170608" y="55480"/>
                    <a:pt x="171344" y="55480"/>
                    <a:pt x="172103" y="55480"/>
                  </a:cubicBezTo>
                  <a:cubicBezTo>
                    <a:pt x="172069" y="55955"/>
                    <a:pt x="172034" y="56430"/>
                    <a:pt x="171999" y="56919"/>
                  </a:cubicBezTo>
                  <a:cubicBezTo>
                    <a:pt x="171972" y="57534"/>
                    <a:pt x="171945" y="58149"/>
                    <a:pt x="171917" y="58782"/>
                  </a:cubicBezTo>
                  <a:cubicBezTo>
                    <a:pt x="171883" y="59395"/>
                    <a:pt x="171848" y="60008"/>
                    <a:pt x="171813" y="60640"/>
                  </a:cubicBezTo>
                  <a:cubicBezTo>
                    <a:pt x="171909" y="61147"/>
                    <a:pt x="172004" y="61654"/>
                    <a:pt x="172103" y="62177"/>
                  </a:cubicBezTo>
                  <a:cubicBezTo>
                    <a:pt x="172594" y="62292"/>
                    <a:pt x="173086" y="62407"/>
                    <a:pt x="173592" y="62526"/>
                  </a:cubicBezTo>
                  <a:cubicBezTo>
                    <a:pt x="174083" y="62657"/>
                    <a:pt x="174574" y="62787"/>
                    <a:pt x="175080" y="62921"/>
                  </a:cubicBezTo>
                  <a:cubicBezTo>
                    <a:pt x="175371" y="64622"/>
                    <a:pt x="175371" y="64622"/>
                    <a:pt x="175266" y="66689"/>
                  </a:cubicBezTo>
                  <a:cubicBezTo>
                    <a:pt x="175239" y="67373"/>
                    <a:pt x="175212" y="68056"/>
                    <a:pt x="175184" y="68761"/>
                  </a:cubicBezTo>
                  <a:cubicBezTo>
                    <a:pt x="175150" y="69290"/>
                    <a:pt x="175115" y="69818"/>
                    <a:pt x="175080" y="70363"/>
                  </a:cubicBezTo>
                  <a:cubicBezTo>
                    <a:pt x="175817" y="70363"/>
                    <a:pt x="176553" y="70363"/>
                    <a:pt x="177312" y="70363"/>
                  </a:cubicBezTo>
                  <a:cubicBezTo>
                    <a:pt x="177354" y="71397"/>
                    <a:pt x="177354" y="71397"/>
                    <a:pt x="177397" y="72453"/>
                  </a:cubicBezTo>
                  <a:cubicBezTo>
                    <a:pt x="177445" y="73344"/>
                    <a:pt x="177494" y="74235"/>
                    <a:pt x="177545" y="75153"/>
                  </a:cubicBezTo>
                  <a:cubicBezTo>
                    <a:pt x="177610" y="76487"/>
                    <a:pt x="177610" y="76487"/>
                    <a:pt x="177676" y="77848"/>
                  </a:cubicBezTo>
                  <a:cubicBezTo>
                    <a:pt x="177801" y="78570"/>
                    <a:pt x="177927" y="79292"/>
                    <a:pt x="178056" y="80037"/>
                  </a:cubicBezTo>
                  <a:cubicBezTo>
                    <a:pt x="178793" y="80282"/>
                    <a:pt x="179530" y="80528"/>
                    <a:pt x="180289" y="80781"/>
                  </a:cubicBezTo>
                  <a:cubicBezTo>
                    <a:pt x="180611" y="82368"/>
                    <a:pt x="180611" y="82368"/>
                    <a:pt x="180670" y="84435"/>
                  </a:cubicBezTo>
                  <a:cubicBezTo>
                    <a:pt x="180696" y="85171"/>
                    <a:pt x="180722" y="85907"/>
                    <a:pt x="180750" y="86666"/>
                  </a:cubicBezTo>
                  <a:cubicBezTo>
                    <a:pt x="180766" y="87440"/>
                    <a:pt x="180783" y="88215"/>
                    <a:pt x="180800" y="89013"/>
                  </a:cubicBezTo>
                  <a:cubicBezTo>
                    <a:pt x="180826" y="89790"/>
                    <a:pt x="180851" y="90568"/>
                    <a:pt x="180877" y="91369"/>
                  </a:cubicBezTo>
                  <a:cubicBezTo>
                    <a:pt x="180939" y="93296"/>
                    <a:pt x="180990" y="95224"/>
                    <a:pt x="181033" y="97152"/>
                  </a:cubicBezTo>
                  <a:cubicBezTo>
                    <a:pt x="181770" y="97152"/>
                    <a:pt x="182506" y="97152"/>
                    <a:pt x="183265" y="97152"/>
                  </a:cubicBezTo>
                  <a:cubicBezTo>
                    <a:pt x="183265" y="113359"/>
                    <a:pt x="183265" y="129567"/>
                    <a:pt x="183265" y="146265"/>
                  </a:cubicBezTo>
                  <a:cubicBezTo>
                    <a:pt x="182529" y="146265"/>
                    <a:pt x="181792" y="146265"/>
                    <a:pt x="181033" y="146265"/>
                  </a:cubicBezTo>
                  <a:cubicBezTo>
                    <a:pt x="180787" y="151668"/>
                    <a:pt x="180542" y="157070"/>
                    <a:pt x="180289" y="162636"/>
                  </a:cubicBezTo>
                  <a:cubicBezTo>
                    <a:pt x="179552" y="162636"/>
                    <a:pt x="178815" y="162636"/>
                    <a:pt x="178056" y="162636"/>
                  </a:cubicBezTo>
                  <a:cubicBezTo>
                    <a:pt x="178015" y="163725"/>
                    <a:pt x="178015" y="163725"/>
                    <a:pt x="177972" y="164837"/>
                  </a:cubicBezTo>
                  <a:cubicBezTo>
                    <a:pt x="177899" y="166257"/>
                    <a:pt x="177899" y="166257"/>
                    <a:pt x="177824" y="167706"/>
                  </a:cubicBezTo>
                  <a:cubicBezTo>
                    <a:pt x="177781" y="168647"/>
                    <a:pt x="177738" y="169588"/>
                    <a:pt x="177693" y="170557"/>
                  </a:cubicBezTo>
                  <a:cubicBezTo>
                    <a:pt x="177290" y="173203"/>
                    <a:pt x="176987" y="173620"/>
                    <a:pt x="175080" y="175287"/>
                  </a:cubicBezTo>
                  <a:cubicBezTo>
                    <a:pt x="175080" y="176161"/>
                    <a:pt x="175080" y="177036"/>
                    <a:pt x="175080" y="177938"/>
                  </a:cubicBezTo>
                  <a:cubicBezTo>
                    <a:pt x="175080" y="178782"/>
                    <a:pt x="175080" y="179626"/>
                    <a:pt x="175080" y="180496"/>
                  </a:cubicBezTo>
                  <a:cubicBezTo>
                    <a:pt x="174343" y="180987"/>
                    <a:pt x="173606" y="181478"/>
                    <a:pt x="172847" y="181984"/>
                  </a:cubicBezTo>
                  <a:cubicBezTo>
                    <a:pt x="172418" y="183445"/>
                    <a:pt x="172418" y="183445"/>
                    <a:pt x="172336" y="185053"/>
                  </a:cubicBezTo>
                  <a:cubicBezTo>
                    <a:pt x="172221" y="186481"/>
                    <a:pt x="172221" y="186481"/>
                    <a:pt x="172103" y="187937"/>
                  </a:cubicBezTo>
                  <a:cubicBezTo>
                    <a:pt x="171367" y="187937"/>
                    <a:pt x="170630" y="187937"/>
                    <a:pt x="169871" y="187937"/>
                  </a:cubicBezTo>
                  <a:cubicBezTo>
                    <a:pt x="169756" y="189364"/>
                    <a:pt x="169756" y="189364"/>
                    <a:pt x="169638" y="190821"/>
                  </a:cubicBezTo>
                  <a:cubicBezTo>
                    <a:pt x="169508" y="192443"/>
                    <a:pt x="169508" y="192443"/>
                    <a:pt x="169127" y="193890"/>
                  </a:cubicBezTo>
                  <a:cubicBezTo>
                    <a:pt x="168390" y="194381"/>
                    <a:pt x="167653" y="194872"/>
                    <a:pt x="166894" y="195378"/>
                  </a:cubicBezTo>
                  <a:cubicBezTo>
                    <a:pt x="166623" y="196614"/>
                    <a:pt x="166374" y="197854"/>
                    <a:pt x="166150" y="199099"/>
                  </a:cubicBezTo>
                  <a:cubicBezTo>
                    <a:pt x="165659" y="199345"/>
                    <a:pt x="165168" y="199590"/>
                    <a:pt x="164662" y="199843"/>
                  </a:cubicBezTo>
                  <a:cubicBezTo>
                    <a:pt x="164416" y="200580"/>
                    <a:pt x="164171" y="201317"/>
                    <a:pt x="163918" y="202076"/>
                  </a:cubicBezTo>
                  <a:cubicBezTo>
                    <a:pt x="163174" y="204308"/>
                    <a:pt x="163174" y="204308"/>
                    <a:pt x="161685" y="205052"/>
                  </a:cubicBezTo>
                  <a:cubicBezTo>
                    <a:pt x="161440" y="205543"/>
                    <a:pt x="161194" y="206034"/>
                    <a:pt x="160941" y="206541"/>
                  </a:cubicBezTo>
                  <a:cubicBezTo>
                    <a:pt x="160197" y="208029"/>
                    <a:pt x="160197" y="208029"/>
                    <a:pt x="158709" y="208773"/>
                  </a:cubicBezTo>
                  <a:cubicBezTo>
                    <a:pt x="158601" y="209264"/>
                    <a:pt x="158494" y="209755"/>
                    <a:pt x="158383" y="210261"/>
                  </a:cubicBezTo>
                  <a:cubicBezTo>
                    <a:pt x="158245" y="210752"/>
                    <a:pt x="158107" y="211243"/>
                    <a:pt x="157965" y="211749"/>
                  </a:cubicBezTo>
                  <a:cubicBezTo>
                    <a:pt x="157228" y="211995"/>
                    <a:pt x="156491" y="212241"/>
                    <a:pt x="155732" y="212494"/>
                  </a:cubicBezTo>
                  <a:cubicBezTo>
                    <a:pt x="155224" y="213480"/>
                    <a:pt x="154727" y="214472"/>
                    <a:pt x="154244" y="215470"/>
                  </a:cubicBezTo>
                  <a:cubicBezTo>
                    <a:pt x="153753" y="215470"/>
                    <a:pt x="153262" y="215470"/>
                    <a:pt x="152756" y="215470"/>
                  </a:cubicBezTo>
                  <a:cubicBezTo>
                    <a:pt x="152648" y="215931"/>
                    <a:pt x="152541" y="216391"/>
                    <a:pt x="152430" y="216865"/>
                  </a:cubicBezTo>
                  <a:cubicBezTo>
                    <a:pt x="152011" y="218447"/>
                    <a:pt x="152011" y="218447"/>
                    <a:pt x="149779" y="219935"/>
                  </a:cubicBezTo>
                  <a:cubicBezTo>
                    <a:pt x="149533" y="220672"/>
                    <a:pt x="149288" y="221408"/>
                    <a:pt x="149035" y="222167"/>
                  </a:cubicBezTo>
                  <a:cubicBezTo>
                    <a:pt x="148406" y="222275"/>
                    <a:pt x="147776" y="222382"/>
                    <a:pt x="147128" y="222493"/>
                  </a:cubicBezTo>
                  <a:cubicBezTo>
                    <a:pt x="146529" y="222631"/>
                    <a:pt x="145931" y="222769"/>
                    <a:pt x="145314" y="222912"/>
                  </a:cubicBezTo>
                  <a:cubicBezTo>
                    <a:pt x="145314" y="223894"/>
                    <a:pt x="145314" y="224876"/>
                    <a:pt x="145314" y="225888"/>
                  </a:cubicBezTo>
                  <a:cubicBezTo>
                    <a:pt x="144075" y="226142"/>
                    <a:pt x="142835" y="226390"/>
                    <a:pt x="141594" y="226632"/>
                  </a:cubicBezTo>
                  <a:cubicBezTo>
                    <a:pt x="141471" y="227139"/>
                    <a:pt x="141348" y="227645"/>
                    <a:pt x="141221" y="228167"/>
                  </a:cubicBezTo>
                  <a:cubicBezTo>
                    <a:pt x="141099" y="228643"/>
                    <a:pt x="140976" y="229119"/>
                    <a:pt x="140849" y="229609"/>
                  </a:cubicBezTo>
                  <a:cubicBezTo>
                    <a:pt x="139609" y="229609"/>
                    <a:pt x="138369" y="229609"/>
                    <a:pt x="137129" y="229609"/>
                  </a:cubicBezTo>
                  <a:cubicBezTo>
                    <a:pt x="136783" y="230323"/>
                    <a:pt x="136783" y="230323"/>
                    <a:pt x="136431" y="231051"/>
                  </a:cubicBezTo>
                  <a:cubicBezTo>
                    <a:pt x="136170" y="231557"/>
                    <a:pt x="135909" y="232064"/>
                    <a:pt x="135640" y="232585"/>
                  </a:cubicBezTo>
                  <a:cubicBezTo>
                    <a:pt x="134888" y="232708"/>
                    <a:pt x="134136" y="232831"/>
                    <a:pt x="133361" y="232957"/>
                  </a:cubicBezTo>
                  <a:cubicBezTo>
                    <a:pt x="132640" y="233080"/>
                    <a:pt x="131919" y="233203"/>
                    <a:pt x="131176" y="233330"/>
                  </a:cubicBezTo>
                  <a:cubicBezTo>
                    <a:pt x="131084" y="233820"/>
                    <a:pt x="130993" y="234310"/>
                    <a:pt x="130899" y="234815"/>
                  </a:cubicBezTo>
                  <a:cubicBezTo>
                    <a:pt x="130745" y="235307"/>
                    <a:pt x="130591" y="235799"/>
                    <a:pt x="130431" y="236306"/>
                  </a:cubicBezTo>
                  <a:cubicBezTo>
                    <a:pt x="128757" y="236681"/>
                    <a:pt x="128757" y="236681"/>
                    <a:pt x="126711" y="236725"/>
                  </a:cubicBezTo>
                  <a:cubicBezTo>
                    <a:pt x="124718" y="236725"/>
                    <a:pt x="124718" y="236725"/>
                    <a:pt x="122990" y="237050"/>
                  </a:cubicBezTo>
                  <a:cubicBezTo>
                    <a:pt x="122744" y="237787"/>
                    <a:pt x="122499" y="238524"/>
                    <a:pt x="122246" y="239283"/>
                  </a:cubicBezTo>
                  <a:cubicBezTo>
                    <a:pt x="119781" y="239748"/>
                    <a:pt x="119781" y="239748"/>
                    <a:pt x="117037" y="240027"/>
                  </a:cubicBezTo>
                  <a:cubicBezTo>
                    <a:pt x="115335" y="240233"/>
                    <a:pt x="115335" y="240233"/>
                    <a:pt x="114060" y="240771"/>
                  </a:cubicBezTo>
                  <a:cubicBezTo>
                    <a:pt x="113815" y="241508"/>
                    <a:pt x="113569" y="242244"/>
                    <a:pt x="113316" y="243003"/>
                  </a:cubicBezTo>
                  <a:cubicBezTo>
                    <a:pt x="111560" y="243272"/>
                    <a:pt x="111560" y="243272"/>
                    <a:pt x="109201" y="243257"/>
                  </a:cubicBezTo>
                  <a:cubicBezTo>
                    <a:pt x="108322" y="243257"/>
                    <a:pt x="107444" y="243256"/>
                    <a:pt x="106538" y="243256"/>
                  </a:cubicBezTo>
                  <a:cubicBezTo>
                    <a:pt x="105103" y="243239"/>
                    <a:pt x="105103" y="243239"/>
                    <a:pt x="103639" y="243221"/>
                  </a:cubicBezTo>
                  <a:cubicBezTo>
                    <a:pt x="102179" y="243217"/>
                    <a:pt x="102179" y="243217"/>
                    <a:pt x="100690" y="243212"/>
                  </a:cubicBezTo>
                  <a:cubicBezTo>
                    <a:pt x="98097" y="243203"/>
                    <a:pt x="95505" y="243181"/>
                    <a:pt x="92913" y="243157"/>
                  </a:cubicBezTo>
                  <a:cubicBezTo>
                    <a:pt x="90269" y="243134"/>
                    <a:pt x="87626" y="243124"/>
                    <a:pt x="84982" y="243112"/>
                  </a:cubicBezTo>
                  <a:cubicBezTo>
                    <a:pt x="79792" y="243088"/>
                    <a:pt x="74602" y="243050"/>
                    <a:pt x="69412" y="243003"/>
                  </a:cubicBezTo>
                  <a:cubicBezTo>
                    <a:pt x="69412" y="242267"/>
                    <a:pt x="69412" y="241530"/>
                    <a:pt x="69412" y="240771"/>
                  </a:cubicBezTo>
                  <a:cubicBezTo>
                    <a:pt x="67791" y="240233"/>
                    <a:pt x="67791" y="240233"/>
                    <a:pt x="65691" y="240027"/>
                  </a:cubicBezTo>
                  <a:cubicBezTo>
                    <a:pt x="64755" y="239889"/>
                    <a:pt x="63819" y="239751"/>
                    <a:pt x="62854" y="239608"/>
                  </a:cubicBezTo>
                  <a:cubicBezTo>
                    <a:pt x="62071" y="239501"/>
                    <a:pt x="61289" y="239393"/>
                    <a:pt x="60482" y="239283"/>
                  </a:cubicBezTo>
                  <a:cubicBezTo>
                    <a:pt x="60482" y="238300"/>
                    <a:pt x="60482" y="237318"/>
                    <a:pt x="60482" y="236306"/>
                  </a:cubicBezTo>
                  <a:cubicBezTo>
                    <a:pt x="59954" y="236341"/>
                    <a:pt x="59425" y="236375"/>
                    <a:pt x="58881" y="236411"/>
                  </a:cubicBezTo>
                  <a:cubicBezTo>
                    <a:pt x="58197" y="236438"/>
                    <a:pt x="57513" y="236464"/>
                    <a:pt x="56808" y="236492"/>
                  </a:cubicBezTo>
                  <a:cubicBezTo>
                    <a:pt x="56126" y="236527"/>
                    <a:pt x="55444" y="236561"/>
                    <a:pt x="54741" y="236597"/>
                  </a:cubicBezTo>
                  <a:cubicBezTo>
                    <a:pt x="54180" y="236501"/>
                    <a:pt x="53619" y="236405"/>
                    <a:pt x="53041" y="236306"/>
                  </a:cubicBezTo>
                  <a:cubicBezTo>
                    <a:pt x="52599" y="234841"/>
                    <a:pt x="52599" y="234841"/>
                    <a:pt x="52297" y="233330"/>
                  </a:cubicBezTo>
                  <a:cubicBezTo>
                    <a:pt x="49678" y="232716"/>
                    <a:pt x="49678" y="232716"/>
                    <a:pt x="47088" y="232585"/>
                  </a:cubicBezTo>
                  <a:cubicBezTo>
                    <a:pt x="47088" y="231603"/>
                    <a:pt x="47088" y="230621"/>
                    <a:pt x="47088" y="229609"/>
                  </a:cubicBezTo>
                  <a:cubicBezTo>
                    <a:pt x="45614" y="229609"/>
                    <a:pt x="44141" y="229609"/>
                    <a:pt x="42623" y="229609"/>
                  </a:cubicBezTo>
                  <a:cubicBezTo>
                    <a:pt x="42623" y="228627"/>
                    <a:pt x="42623" y="227644"/>
                    <a:pt x="42623" y="226632"/>
                  </a:cubicBezTo>
                  <a:cubicBezTo>
                    <a:pt x="41398" y="226099"/>
                    <a:pt x="40157" y="225603"/>
                    <a:pt x="38902" y="225144"/>
                  </a:cubicBezTo>
                  <a:cubicBezTo>
                    <a:pt x="38534" y="224039"/>
                    <a:pt x="38534" y="224039"/>
                    <a:pt x="38158" y="222912"/>
                  </a:cubicBezTo>
                  <a:cubicBezTo>
                    <a:pt x="37651" y="222789"/>
                    <a:pt x="37145" y="222666"/>
                    <a:pt x="36623" y="222540"/>
                  </a:cubicBezTo>
                  <a:cubicBezTo>
                    <a:pt x="36147" y="222417"/>
                    <a:pt x="35672" y="222294"/>
                    <a:pt x="35181" y="222167"/>
                  </a:cubicBezTo>
                  <a:cubicBezTo>
                    <a:pt x="35181" y="221431"/>
                    <a:pt x="35181" y="220694"/>
                    <a:pt x="35181" y="219935"/>
                  </a:cubicBezTo>
                  <a:cubicBezTo>
                    <a:pt x="34191" y="219679"/>
                    <a:pt x="33199" y="219432"/>
                    <a:pt x="32205" y="219191"/>
                  </a:cubicBezTo>
                  <a:cubicBezTo>
                    <a:pt x="31836" y="218086"/>
                    <a:pt x="31836" y="218086"/>
                    <a:pt x="31461" y="216958"/>
                  </a:cubicBezTo>
                  <a:cubicBezTo>
                    <a:pt x="30238" y="215701"/>
                    <a:pt x="28994" y="214464"/>
                    <a:pt x="27740" y="213238"/>
                  </a:cubicBezTo>
                  <a:cubicBezTo>
                    <a:pt x="21043" y="205560"/>
                    <a:pt x="21043" y="205560"/>
                    <a:pt x="21043" y="202820"/>
                  </a:cubicBezTo>
                  <a:cubicBezTo>
                    <a:pt x="20306" y="202820"/>
                    <a:pt x="19569" y="202820"/>
                    <a:pt x="18810" y="202820"/>
                  </a:cubicBezTo>
                  <a:cubicBezTo>
                    <a:pt x="18879" y="201945"/>
                    <a:pt x="18879" y="201945"/>
                    <a:pt x="18950" y="201052"/>
                  </a:cubicBezTo>
                  <a:cubicBezTo>
                    <a:pt x="18904" y="200408"/>
                    <a:pt x="18858" y="199763"/>
                    <a:pt x="18810" y="199099"/>
                  </a:cubicBezTo>
                  <a:cubicBezTo>
                    <a:pt x="18074" y="198608"/>
                    <a:pt x="17337" y="198117"/>
                    <a:pt x="16578" y="197611"/>
                  </a:cubicBezTo>
                  <a:cubicBezTo>
                    <a:pt x="16066" y="194913"/>
                    <a:pt x="16066" y="194913"/>
                    <a:pt x="15834" y="192402"/>
                  </a:cubicBezTo>
                  <a:cubicBezTo>
                    <a:pt x="15097" y="192402"/>
                    <a:pt x="14360" y="192402"/>
                    <a:pt x="13601" y="192402"/>
                  </a:cubicBezTo>
                  <a:cubicBezTo>
                    <a:pt x="13077" y="190674"/>
                    <a:pt x="12580" y="188937"/>
                    <a:pt x="12113" y="187193"/>
                  </a:cubicBezTo>
                  <a:cubicBezTo>
                    <a:pt x="11622" y="187193"/>
                    <a:pt x="11131" y="187193"/>
                    <a:pt x="10625" y="187193"/>
                  </a:cubicBezTo>
                  <a:cubicBezTo>
                    <a:pt x="10625" y="184737"/>
                    <a:pt x="10625" y="182282"/>
                    <a:pt x="10625" y="179751"/>
                  </a:cubicBezTo>
                  <a:cubicBezTo>
                    <a:pt x="9888" y="179751"/>
                    <a:pt x="9151" y="179751"/>
                    <a:pt x="8392" y="179751"/>
                  </a:cubicBezTo>
                  <a:cubicBezTo>
                    <a:pt x="8024" y="175331"/>
                    <a:pt x="8024" y="175331"/>
                    <a:pt x="7648" y="170822"/>
                  </a:cubicBezTo>
                  <a:cubicBezTo>
                    <a:pt x="6912" y="170822"/>
                    <a:pt x="6175" y="170822"/>
                    <a:pt x="5416" y="170822"/>
                  </a:cubicBezTo>
                  <a:cubicBezTo>
                    <a:pt x="5170" y="167384"/>
                    <a:pt x="4925" y="163946"/>
                    <a:pt x="4672" y="160404"/>
                  </a:cubicBezTo>
                  <a:cubicBezTo>
                    <a:pt x="3935" y="160404"/>
                    <a:pt x="3198" y="160404"/>
                    <a:pt x="2439" y="160404"/>
                  </a:cubicBezTo>
                  <a:cubicBezTo>
                    <a:pt x="2424" y="159912"/>
                    <a:pt x="2410" y="159420"/>
                    <a:pt x="2395" y="158913"/>
                  </a:cubicBezTo>
                  <a:cubicBezTo>
                    <a:pt x="2324" y="156696"/>
                    <a:pt x="2242" y="154481"/>
                    <a:pt x="2160" y="152265"/>
                  </a:cubicBezTo>
                  <a:cubicBezTo>
                    <a:pt x="2137" y="151490"/>
                    <a:pt x="2114" y="150716"/>
                    <a:pt x="2090" y="149918"/>
                  </a:cubicBezTo>
                  <a:cubicBezTo>
                    <a:pt x="2047" y="148813"/>
                    <a:pt x="2047" y="148813"/>
                    <a:pt x="2003" y="147687"/>
                  </a:cubicBezTo>
                  <a:cubicBezTo>
                    <a:pt x="1980" y="147005"/>
                    <a:pt x="1956" y="146323"/>
                    <a:pt x="1932" y="145620"/>
                  </a:cubicBezTo>
                  <a:cubicBezTo>
                    <a:pt x="1854" y="145096"/>
                    <a:pt x="1776" y="144572"/>
                    <a:pt x="1695" y="144033"/>
                  </a:cubicBezTo>
                  <a:cubicBezTo>
                    <a:pt x="1204" y="143787"/>
                    <a:pt x="713" y="143542"/>
                    <a:pt x="207" y="143289"/>
                  </a:cubicBezTo>
                  <a:cubicBezTo>
                    <a:pt x="18" y="141650"/>
                    <a:pt x="18" y="141650"/>
                    <a:pt x="14" y="139459"/>
                  </a:cubicBezTo>
                  <a:cubicBezTo>
                    <a:pt x="10" y="138642"/>
                    <a:pt x="5" y="137825"/>
                    <a:pt x="0" y="136983"/>
                  </a:cubicBezTo>
                  <a:cubicBezTo>
                    <a:pt x="3" y="136094"/>
                    <a:pt x="6" y="135205"/>
                    <a:pt x="9" y="134289"/>
                  </a:cubicBezTo>
                  <a:cubicBezTo>
                    <a:pt x="8" y="133384"/>
                    <a:pt x="6" y="132478"/>
                    <a:pt x="5" y="131545"/>
                  </a:cubicBezTo>
                  <a:cubicBezTo>
                    <a:pt x="4" y="129626"/>
                    <a:pt x="7" y="127706"/>
                    <a:pt x="13" y="125787"/>
                  </a:cubicBezTo>
                  <a:cubicBezTo>
                    <a:pt x="21" y="122837"/>
                    <a:pt x="13" y="119888"/>
                    <a:pt x="3" y="116938"/>
                  </a:cubicBezTo>
                  <a:cubicBezTo>
                    <a:pt x="4" y="115079"/>
                    <a:pt x="6" y="113220"/>
                    <a:pt x="9" y="111360"/>
                  </a:cubicBezTo>
                  <a:cubicBezTo>
                    <a:pt x="6" y="110471"/>
                    <a:pt x="3" y="109582"/>
                    <a:pt x="0" y="108666"/>
                  </a:cubicBezTo>
                  <a:cubicBezTo>
                    <a:pt x="7" y="107441"/>
                    <a:pt x="7" y="107441"/>
                    <a:pt x="14" y="106191"/>
                  </a:cubicBezTo>
                  <a:cubicBezTo>
                    <a:pt x="15" y="105467"/>
                    <a:pt x="17" y="104744"/>
                    <a:pt x="18" y="103999"/>
                  </a:cubicBezTo>
                  <a:cubicBezTo>
                    <a:pt x="80" y="103458"/>
                    <a:pt x="143" y="102918"/>
                    <a:pt x="207" y="102361"/>
                  </a:cubicBezTo>
                  <a:cubicBezTo>
                    <a:pt x="698" y="102115"/>
                    <a:pt x="1189" y="101870"/>
                    <a:pt x="1695" y="101617"/>
                  </a:cubicBezTo>
                  <a:cubicBezTo>
                    <a:pt x="1975" y="99737"/>
                    <a:pt x="1975" y="99737"/>
                    <a:pt x="2003" y="97475"/>
                  </a:cubicBezTo>
                  <a:cubicBezTo>
                    <a:pt x="2032" y="96638"/>
                    <a:pt x="2061" y="95801"/>
                    <a:pt x="2090" y="94938"/>
                  </a:cubicBezTo>
                  <a:cubicBezTo>
                    <a:pt x="2113" y="94057"/>
                    <a:pt x="2136" y="93176"/>
                    <a:pt x="2160" y="92268"/>
                  </a:cubicBezTo>
                  <a:cubicBezTo>
                    <a:pt x="2189" y="91384"/>
                    <a:pt x="2218" y="90501"/>
                    <a:pt x="2247" y="89590"/>
                  </a:cubicBezTo>
                  <a:cubicBezTo>
                    <a:pt x="2318" y="87398"/>
                    <a:pt x="2381" y="85206"/>
                    <a:pt x="2439" y="83013"/>
                  </a:cubicBezTo>
                  <a:cubicBezTo>
                    <a:pt x="2930" y="83013"/>
                    <a:pt x="3421" y="83013"/>
                    <a:pt x="3927" y="83013"/>
                  </a:cubicBezTo>
                  <a:cubicBezTo>
                    <a:pt x="4933" y="81003"/>
                    <a:pt x="4924" y="79205"/>
                    <a:pt x="5090" y="76967"/>
                  </a:cubicBezTo>
                  <a:cubicBezTo>
                    <a:pt x="5153" y="76152"/>
                    <a:pt x="5215" y="75336"/>
                    <a:pt x="5279" y="74496"/>
                  </a:cubicBezTo>
                  <a:cubicBezTo>
                    <a:pt x="5324" y="73869"/>
                    <a:pt x="5369" y="73242"/>
                    <a:pt x="5416" y="72595"/>
                  </a:cubicBezTo>
                  <a:cubicBezTo>
                    <a:pt x="6152" y="72595"/>
                    <a:pt x="6889" y="72595"/>
                    <a:pt x="7648" y="72595"/>
                  </a:cubicBezTo>
                  <a:cubicBezTo>
                    <a:pt x="7685" y="71959"/>
                    <a:pt x="7721" y="71323"/>
                    <a:pt x="7759" y="70668"/>
                  </a:cubicBezTo>
                  <a:cubicBezTo>
                    <a:pt x="7814" y="69846"/>
                    <a:pt x="7870" y="69024"/>
                    <a:pt x="7927" y="68177"/>
                  </a:cubicBezTo>
                  <a:cubicBezTo>
                    <a:pt x="7979" y="67357"/>
                    <a:pt x="8031" y="66537"/>
                    <a:pt x="8084" y="65692"/>
                  </a:cubicBezTo>
                  <a:cubicBezTo>
                    <a:pt x="8186" y="65023"/>
                    <a:pt x="8288" y="64354"/>
                    <a:pt x="8392" y="63666"/>
                  </a:cubicBezTo>
                  <a:cubicBezTo>
                    <a:pt x="9129" y="63297"/>
                    <a:pt x="9129" y="63297"/>
                    <a:pt x="9881" y="62921"/>
                  </a:cubicBezTo>
                  <a:cubicBezTo>
                    <a:pt x="10143" y="61191"/>
                    <a:pt x="10211" y="59483"/>
                    <a:pt x="10296" y="57736"/>
                  </a:cubicBezTo>
                  <a:cubicBezTo>
                    <a:pt x="10405" y="57237"/>
                    <a:pt x="10513" y="56738"/>
                    <a:pt x="10625" y="56224"/>
                  </a:cubicBezTo>
                  <a:cubicBezTo>
                    <a:pt x="11730" y="55856"/>
                    <a:pt x="11730" y="55856"/>
                    <a:pt x="12857" y="55480"/>
                  </a:cubicBezTo>
                  <a:cubicBezTo>
                    <a:pt x="13409" y="52857"/>
                    <a:pt x="13409" y="52857"/>
                    <a:pt x="13601" y="50271"/>
                  </a:cubicBezTo>
                  <a:cubicBezTo>
                    <a:pt x="14092" y="50271"/>
                    <a:pt x="14584" y="50271"/>
                    <a:pt x="15090" y="50271"/>
                  </a:cubicBezTo>
                  <a:cubicBezTo>
                    <a:pt x="15320" y="49534"/>
                    <a:pt x="15550" y="48798"/>
                    <a:pt x="15787" y="48039"/>
                  </a:cubicBezTo>
                  <a:cubicBezTo>
                    <a:pt x="16048" y="47302"/>
                    <a:pt x="16309" y="46565"/>
                    <a:pt x="16578" y="45806"/>
                  </a:cubicBezTo>
                  <a:cubicBezTo>
                    <a:pt x="17315" y="45806"/>
                    <a:pt x="18051" y="45806"/>
                    <a:pt x="18810" y="45806"/>
                  </a:cubicBezTo>
                  <a:cubicBezTo>
                    <a:pt x="18810" y="44333"/>
                    <a:pt x="18810" y="42859"/>
                    <a:pt x="18810" y="41341"/>
                  </a:cubicBezTo>
                  <a:cubicBezTo>
                    <a:pt x="19547" y="41341"/>
                    <a:pt x="20284" y="41341"/>
                    <a:pt x="21043" y="41341"/>
                  </a:cubicBezTo>
                  <a:cubicBezTo>
                    <a:pt x="21119" y="40651"/>
                    <a:pt x="21196" y="39960"/>
                    <a:pt x="21275" y="39248"/>
                  </a:cubicBezTo>
                  <a:cubicBezTo>
                    <a:pt x="21811" y="36765"/>
                    <a:pt x="22192" y="36243"/>
                    <a:pt x="24019" y="34644"/>
                  </a:cubicBezTo>
                  <a:cubicBezTo>
                    <a:pt x="24265" y="33907"/>
                    <a:pt x="24510" y="33171"/>
                    <a:pt x="24763" y="32412"/>
                  </a:cubicBezTo>
                  <a:cubicBezTo>
                    <a:pt x="25500" y="31920"/>
                    <a:pt x="26237" y="31429"/>
                    <a:pt x="26996" y="30923"/>
                  </a:cubicBezTo>
                  <a:cubicBezTo>
                    <a:pt x="27241" y="30187"/>
                    <a:pt x="27487" y="29450"/>
                    <a:pt x="27740" y="28691"/>
                  </a:cubicBezTo>
                  <a:cubicBezTo>
                    <a:pt x="28955" y="27668"/>
                    <a:pt x="30197" y="26677"/>
                    <a:pt x="31461" y="25714"/>
                  </a:cubicBezTo>
                  <a:cubicBezTo>
                    <a:pt x="33231" y="24134"/>
                    <a:pt x="33660" y="23582"/>
                    <a:pt x="34437" y="21250"/>
                  </a:cubicBezTo>
                  <a:cubicBezTo>
                    <a:pt x="35677" y="21001"/>
                    <a:pt x="36918" y="20753"/>
                    <a:pt x="38158" y="20505"/>
                  </a:cubicBezTo>
                  <a:cubicBezTo>
                    <a:pt x="38526" y="19400"/>
                    <a:pt x="38526" y="19400"/>
                    <a:pt x="38902" y="18273"/>
                  </a:cubicBezTo>
                  <a:cubicBezTo>
                    <a:pt x="39409" y="18166"/>
                    <a:pt x="39915" y="18058"/>
                    <a:pt x="40437" y="17947"/>
                  </a:cubicBezTo>
                  <a:cubicBezTo>
                    <a:pt x="40913" y="17809"/>
                    <a:pt x="41388" y="17671"/>
                    <a:pt x="41879" y="17529"/>
                  </a:cubicBezTo>
                  <a:cubicBezTo>
                    <a:pt x="41879" y="16547"/>
                    <a:pt x="41879" y="15564"/>
                    <a:pt x="41879" y="14552"/>
                  </a:cubicBezTo>
                  <a:cubicBezTo>
                    <a:pt x="42600" y="14491"/>
                    <a:pt x="43321" y="14429"/>
                    <a:pt x="44065" y="14366"/>
                  </a:cubicBezTo>
                  <a:cubicBezTo>
                    <a:pt x="44817" y="14182"/>
                    <a:pt x="45569" y="13998"/>
                    <a:pt x="46344" y="13808"/>
                  </a:cubicBezTo>
                  <a:cubicBezTo>
                    <a:pt x="46451" y="13302"/>
                    <a:pt x="46558" y="12795"/>
                    <a:pt x="46669" y="12273"/>
                  </a:cubicBezTo>
                  <a:cubicBezTo>
                    <a:pt x="46876" y="11560"/>
                    <a:pt x="46876" y="11560"/>
                    <a:pt x="47088" y="10832"/>
                  </a:cubicBezTo>
                  <a:cubicBezTo>
                    <a:pt x="47947" y="10847"/>
                    <a:pt x="48807" y="10862"/>
                    <a:pt x="49692" y="10878"/>
                  </a:cubicBezTo>
                  <a:cubicBezTo>
                    <a:pt x="50552" y="10863"/>
                    <a:pt x="51411" y="10847"/>
                    <a:pt x="52297" y="10832"/>
                  </a:cubicBezTo>
                  <a:cubicBezTo>
                    <a:pt x="52404" y="10233"/>
                    <a:pt x="52512" y="9634"/>
                    <a:pt x="52622" y="9018"/>
                  </a:cubicBezTo>
                  <a:cubicBezTo>
                    <a:pt x="52829" y="8074"/>
                    <a:pt x="52829" y="8074"/>
                    <a:pt x="53041" y="7111"/>
                  </a:cubicBezTo>
                  <a:cubicBezTo>
                    <a:pt x="54599" y="6719"/>
                    <a:pt x="56040" y="6645"/>
                    <a:pt x="57645" y="6617"/>
                  </a:cubicBezTo>
                  <a:cubicBezTo>
                    <a:pt x="58090" y="6534"/>
                    <a:pt x="58535" y="6452"/>
                    <a:pt x="58994" y="6367"/>
                  </a:cubicBezTo>
                  <a:cubicBezTo>
                    <a:pt x="59239" y="5630"/>
                    <a:pt x="59485" y="4893"/>
                    <a:pt x="59738" y="4134"/>
                  </a:cubicBezTo>
                  <a:cubicBezTo>
                    <a:pt x="62057" y="3814"/>
                    <a:pt x="64328" y="3807"/>
                    <a:pt x="66668" y="3765"/>
                  </a:cubicBezTo>
                  <a:cubicBezTo>
                    <a:pt x="67328" y="3641"/>
                    <a:pt x="67988" y="3518"/>
                    <a:pt x="68668" y="3390"/>
                  </a:cubicBezTo>
                  <a:cubicBezTo>
                    <a:pt x="68747" y="2899"/>
                    <a:pt x="68827" y="2408"/>
                    <a:pt x="68908" y="1902"/>
                  </a:cubicBezTo>
                  <a:cubicBezTo>
                    <a:pt x="69075" y="1411"/>
                    <a:pt x="69241" y="920"/>
                    <a:pt x="69412" y="414"/>
                  </a:cubicBezTo>
                  <a:cubicBezTo>
                    <a:pt x="71163" y="36"/>
                    <a:pt x="71163" y="36"/>
                    <a:pt x="73515" y="28"/>
                  </a:cubicBezTo>
                  <a:cubicBezTo>
                    <a:pt x="74391" y="19"/>
                    <a:pt x="75268" y="10"/>
                    <a:pt x="76171" y="0"/>
                  </a:cubicBezTo>
                  <a:close/>
                </a:path>
              </a:pathLst>
            </a:custGeom>
            <a:grpFill/>
            <a:ln w="744" cap="flat">
              <a:noFill/>
              <a:prstDash val="solid"/>
              <a:miter/>
            </a:ln>
          </p:spPr>
          <p:txBody>
            <a:bodyPr rtlCol="0" anchor="ctr"/>
            <a:lstStyle/>
            <a:p>
              <a:endParaRPr lang="zh-CN" altLang="en-US"/>
            </a:p>
          </p:txBody>
        </p:sp>
        <p:sp>
          <p:nvSpPr>
            <p:cNvPr id="110" name="任意多边形: 形状 109"/>
            <p:cNvSpPr/>
            <p:nvPr/>
          </p:nvSpPr>
          <p:spPr>
            <a:xfrm>
              <a:off x="6523620" y="1390302"/>
              <a:ext cx="183231" cy="243347"/>
            </a:xfrm>
            <a:custGeom>
              <a:avLst/>
              <a:gdLst>
                <a:gd name="connsiteX0" fmla="*/ 88013 w 183231"/>
                <a:gd name="connsiteY0" fmla="*/ 30621 h 243347"/>
                <a:gd name="connsiteX1" fmla="*/ 84853 w 183231"/>
                <a:gd name="connsiteY1" fmla="*/ 30964 h 243347"/>
                <a:gd name="connsiteX2" fmla="*/ 84060 w 183231"/>
                <a:gd name="connsiteY2" fmla="*/ 32452 h 243347"/>
                <a:gd name="connsiteX3" fmla="*/ 83365 w 183231"/>
                <a:gd name="connsiteY3" fmla="*/ 33941 h 243347"/>
                <a:gd name="connsiteX4" fmla="*/ 80993 w 183231"/>
                <a:gd name="connsiteY4" fmla="*/ 34290 h 243347"/>
                <a:gd name="connsiteX5" fmla="*/ 72947 w 183231"/>
                <a:gd name="connsiteY5" fmla="*/ 34685 h 243347"/>
                <a:gd name="connsiteX6" fmla="*/ 72066 w 183231"/>
                <a:gd name="connsiteY6" fmla="*/ 36199 h 243347"/>
                <a:gd name="connsiteX7" fmla="*/ 71459 w 183231"/>
                <a:gd name="connsiteY7" fmla="*/ 37661 h 243347"/>
                <a:gd name="connsiteX8" fmla="*/ 70037 w 183231"/>
                <a:gd name="connsiteY8" fmla="*/ 37821 h 243347"/>
                <a:gd name="connsiteX9" fmla="*/ 65506 w 183231"/>
                <a:gd name="connsiteY9" fmla="*/ 37661 h 243347"/>
                <a:gd name="connsiteX10" fmla="*/ 65040 w 183231"/>
                <a:gd name="connsiteY10" fmla="*/ 39522 h 243347"/>
                <a:gd name="connsiteX11" fmla="*/ 64761 w 183231"/>
                <a:gd name="connsiteY11" fmla="*/ 41382 h 243347"/>
                <a:gd name="connsiteX12" fmla="*/ 62529 w 183231"/>
                <a:gd name="connsiteY12" fmla="*/ 41429 h 243347"/>
                <a:gd name="connsiteX13" fmla="*/ 60297 w 183231"/>
                <a:gd name="connsiteY13" fmla="*/ 41382 h 243347"/>
                <a:gd name="connsiteX14" fmla="*/ 59831 w 183231"/>
                <a:gd name="connsiteY14" fmla="*/ 42824 h 243347"/>
                <a:gd name="connsiteX15" fmla="*/ 59552 w 183231"/>
                <a:gd name="connsiteY15" fmla="*/ 44359 h 243347"/>
                <a:gd name="connsiteX16" fmla="*/ 56576 w 183231"/>
                <a:gd name="connsiteY16" fmla="*/ 45103 h 243347"/>
                <a:gd name="connsiteX17" fmla="*/ 56111 w 183231"/>
                <a:gd name="connsiteY17" fmla="*/ 46638 h 243347"/>
                <a:gd name="connsiteX18" fmla="*/ 55832 w 183231"/>
                <a:gd name="connsiteY18" fmla="*/ 48079 h 243347"/>
                <a:gd name="connsiteX19" fmla="*/ 52902 w 183231"/>
                <a:gd name="connsiteY19" fmla="*/ 49521 h 243347"/>
                <a:gd name="connsiteX20" fmla="*/ 51367 w 183231"/>
                <a:gd name="connsiteY20" fmla="*/ 51056 h 243347"/>
                <a:gd name="connsiteX21" fmla="*/ 49134 w 183231"/>
                <a:gd name="connsiteY21" fmla="*/ 51800 h 243347"/>
                <a:gd name="connsiteX22" fmla="*/ 48716 w 183231"/>
                <a:gd name="connsiteY22" fmla="*/ 53335 h 243347"/>
                <a:gd name="connsiteX23" fmla="*/ 48390 w 183231"/>
                <a:gd name="connsiteY23" fmla="*/ 54777 h 243347"/>
                <a:gd name="connsiteX24" fmla="*/ 46902 w 183231"/>
                <a:gd name="connsiteY24" fmla="*/ 54777 h 243347"/>
                <a:gd name="connsiteX25" fmla="*/ 46158 w 183231"/>
                <a:gd name="connsiteY25" fmla="*/ 58497 h 243347"/>
                <a:gd name="connsiteX26" fmla="*/ 43925 w 183231"/>
                <a:gd name="connsiteY26" fmla="*/ 58497 h 243347"/>
                <a:gd name="connsiteX27" fmla="*/ 43181 w 183231"/>
                <a:gd name="connsiteY27" fmla="*/ 64451 h 243347"/>
                <a:gd name="connsiteX28" fmla="*/ 41693 w 183231"/>
                <a:gd name="connsiteY28" fmla="*/ 64451 h 243347"/>
                <a:gd name="connsiteX29" fmla="*/ 40902 w 183231"/>
                <a:gd name="connsiteY29" fmla="*/ 66683 h 243347"/>
                <a:gd name="connsiteX30" fmla="*/ 40205 w 183231"/>
                <a:gd name="connsiteY30" fmla="*/ 68915 h 243347"/>
                <a:gd name="connsiteX31" fmla="*/ 39461 w 183231"/>
                <a:gd name="connsiteY31" fmla="*/ 68915 h 243347"/>
                <a:gd name="connsiteX32" fmla="*/ 37972 w 183231"/>
                <a:gd name="connsiteY32" fmla="*/ 71892 h 243347"/>
                <a:gd name="connsiteX33" fmla="*/ 37972 w 183231"/>
                <a:gd name="connsiteY33" fmla="*/ 77101 h 243347"/>
                <a:gd name="connsiteX34" fmla="*/ 35740 w 183231"/>
                <a:gd name="connsiteY34" fmla="*/ 77845 h 243347"/>
                <a:gd name="connsiteX35" fmla="*/ 35438 w 183231"/>
                <a:gd name="connsiteY35" fmla="*/ 80144 h 243347"/>
                <a:gd name="connsiteX36" fmla="*/ 34996 w 183231"/>
                <a:gd name="connsiteY36" fmla="*/ 88263 h 243347"/>
                <a:gd name="connsiteX37" fmla="*/ 32763 w 183231"/>
                <a:gd name="connsiteY37" fmla="*/ 89751 h 243347"/>
                <a:gd name="connsiteX38" fmla="*/ 32397 w 183231"/>
                <a:gd name="connsiteY38" fmla="*/ 93551 h 243347"/>
                <a:gd name="connsiteX39" fmla="*/ 32383 w 183231"/>
                <a:gd name="connsiteY39" fmla="*/ 95106 h 243347"/>
                <a:gd name="connsiteX40" fmla="*/ 32277 w 183231"/>
                <a:gd name="connsiteY40" fmla="*/ 100037 h 243347"/>
                <a:gd name="connsiteX41" fmla="*/ 32214 w 183231"/>
                <a:gd name="connsiteY41" fmla="*/ 103472 h 243347"/>
                <a:gd name="connsiteX42" fmla="*/ 32052 w 183231"/>
                <a:gd name="connsiteY42" fmla="*/ 111402 h 243347"/>
                <a:gd name="connsiteX43" fmla="*/ 32019 w 183231"/>
                <a:gd name="connsiteY43" fmla="*/ 113564 h 243347"/>
                <a:gd name="connsiteX44" fmla="*/ 31275 w 183231"/>
                <a:gd name="connsiteY44" fmla="*/ 113564 h 243347"/>
                <a:gd name="connsiteX45" fmla="*/ 29606 w 183231"/>
                <a:gd name="connsiteY45" fmla="*/ 118185 h 243347"/>
                <a:gd name="connsiteX46" fmla="*/ 29615 w 183231"/>
                <a:gd name="connsiteY46" fmla="*/ 119956 h 243347"/>
                <a:gd name="connsiteX47" fmla="*/ 29620 w 183231"/>
                <a:gd name="connsiteY47" fmla="*/ 121911 h 243347"/>
                <a:gd name="connsiteX48" fmla="*/ 29647 w 183231"/>
                <a:gd name="connsiteY48" fmla="*/ 123935 h 243347"/>
                <a:gd name="connsiteX49" fmla="*/ 30531 w 183231"/>
                <a:gd name="connsiteY49" fmla="*/ 135144 h 243347"/>
                <a:gd name="connsiteX50" fmla="*/ 32245 w 183231"/>
                <a:gd name="connsiteY50" fmla="*/ 138485 h 243347"/>
                <a:gd name="connsiteX51" fmla="*/ 32301 w 183231"/>
                <a:gd name="connsiteY51" fmla="*/ 140795 h 243347"/>
                <a:gd name="connsiteX52" fmla="*/ 32378 w 183231"/>
                <a:gd name="connsiteY52" fmla="*/ 143303 h 243347"/>
                <a:gd name="connsiteX53" fmla="*/ 32506 w 183231"/>
                <a:gd name="connsiteY53" fmla="*/ 148565 h 243347"/>
                <a:gd name="connsiteX54" fmla="*/ 32580 w 183231"/>
                <a:gd name="connsiteY54" fmla="*/ 151073 h 243347"/>
                <a:gd name="connsiteX55" fmla="*/ 33507 w 183231"/>
                <a:gd name="connsiteY55" fmla="*/ 156724 h 243347"/>
                <a:gd name="connsiteX56" fmla="*/ 34996 w 183231"/>
                <a:gd name="connsiteY56" fmla="*/ 156724 h 243347"/>
                <a:gd name="connsiteX57" fmla="*/ 35080 w 183231"/>
                <a:gd name="connsiteY57" fmla="*/ 158651 h 243347"/>
                <a:gd name="connsiteX58" fmla="*/ 35228 w 183231"/>
                <a:gd name="connsiteY58" fmla="*/ 161142 h 243347"/>
                <a:gd name="connsiteX59" fmla="*/ 35740 w 183231"/>
                <a:gd name="connsiteY59" fmla="*/ 165654 h 243347"/>
                <a:gd name="connsiteX60" fmla="*/ 37972 w 183231"/>
                <a:gd name="connsiteY60" fmla="*/ 166398 h 243347"/>
                <a:gd name="connsiteX61" fmla="*/ 38065 w 183231"/>
                <a:gd name="connsiteY61" fmla="*/ 168956 h 243347"/>
                <a:gd name="connsiteX62" fmla="*/ 38716 w 183231"/>
                <a:gd name="connsiteY62" fmla="*/ 173095 h 243347"/>
                <a:gd name="connsiteX63" fmla="*/ 40949 w 183231"/>
                <a:gd name="connsiteY63" fmla="*/ 173095 h 243347"/>
                <a:gd name="connsiteX64" fmla="*/ 40949 w 183231"/>
                <a:gd name="connsiteY64" fmla="*/ 179048 h 243347"/>
                <a:gd name="connsiteX65" fmla="*/ 43181 w 183231"/>
                <a:gd name="connsiteY65" fmla="*/ 179048 h 243347"/>
                <a:gd name="connsiteX66" fmla="*/ 43925 w 183231"/>
                <a:gd name="connsiteY66" fmla="*/ 183513 h 243347"/>
                <a:gd name="connsiteX67" fmla="*/ 46158 w 183231"/>
                <a:gd name="connsiteY67" fmla="*/ 185001 h 243347"/>
                <a:gd name="connsiteX68" fmla="*/ 46902 w 183231"/>
                <a:gd name="connsiteY68" fmla="*/ 187978 h 243347"/>
                <a:gd name="connsiteX69" fmla="*/ 49134 w 183231"/>
                <a:gd name="connsiteY69" fmla="*/ 187978 h 243347"/>
                <a:gd name="connsiteX70" fmla="*/ 49879 w 183231"/>
                <a:gd name="connsiteY70" fmla="*/ 191699 h 243347"/>
                <a:gd name="connsiteX71" fmla="*/ 52111 w 183231"/>
                <a:gd name="connsiteY71" fmla="*/ 191699 h 243347"/>
                <a:gd name="connsiteX72" fmla="*/ 52983 w 183231"/>
                <a:gd name="connsiteY72" fmla="*/ 194445 h 243347"/>
                <a:gd name="connsiteX73" fmla="*/ 54157 w 183231"/>
                <a:gd name="connsiteY73" fmla="*/ 195838 h 243347"/>
                <a:gd name="connsiteX74" fmla="*/ 56576 w 183231"/>
                <a:gd name="connsiteY74" fmla="*/ 198396 h 243347"/>
                <a:gd name="connsiteX75" fmla="*/ 59552 w 183231"/>
                <a:gd name="connsiteY75" fmla="*/ 199140 h 243347"/>
                <a:gd name="connsiteX76" fmla="*/ 59552 w 183231"/>
                <a:gd name="connsiteY76" fmla="*/ 202117 h 243347"/>
                <a:gd name="connsiteX77" fmla="*/ 64761 w 183231"/>
                <a:gd name="connsiteY77" fmla="*/ 202117 h 243347"/>
                <a:gd name="connsiteX78" fmla="*/ 65506 w 183231"/>
                <a:gd name="connsiteY78" fmla="*/ 205837 h 243347"/>
                <a:gd name="connsiteX79" fmla="*/ 68482 w 183231"/>
                <a:gd name="connsiteY79" fmla="*/ 205884 h 243347"/>
                <a:gd name="connsiteX80" fmla="*/ 71459 w 183231"/>
                <a:gd name="connsiteY80" fmla="*/ 205837 h 243347"/>
                <a:gd name="connsiteX81" fmla="*/ 72203 w 183231"/>
                <a:gd name="connsiteY81" fmla="*/ 208814 h 243347"/>
                <a:gd name="connsiteX82" fmla="*/ 77784 w 183231"/>
                <a:gd name="connsiteY82" fmla="*/ 208767 h 243347"/>
                <a:gd name="connsiteX83" fmla="*/ 83365 w 183231"/>
                <a:gd name="connsiteY83" fmla="*/ 208814 h 243347"/>
                <a:gd name="connsiteX84" fmla="*/ 84109 w 183231"/>
                <a:gd name="connsiteY84" fmla="*/ 212535 h 243347"/>
                <a:gd name="connsiteX85" fmla="*/ 85604 w 183231"/>
                <a:gd name="connsiteY85" fmla="*/ 213004 h 243347"/>
                <a:gd name="connsiteX86" fmla="*/ 87548 w 183231"/>
                <a:gd name="connsiteY86" fmla="*/ 213002 h 243347"/>
                <a:gd name="connsiteX87" fmla="*/ 89657 w 183231"/>
                <a:gd name="connsiteY87" fmla="*/ 213007 h 243347"/>
                <a:gd name="connsiteX88" fmla="*/ 91876 w 183231"/>
                <a:gd name="connsiteY88" fmla="*/ 212953 h 243347"/>
                <a:gd name="connsiteX89" fmla="*/ 99736 w 183231"/>
                <a:gd name="connsiteY89" fmla="*/ 212535 h 243347"/>
                <a:gd name="connsiteX90" fmla="*/ 100541 w 183231"/>
                <a:gd name="connsiteY90" fmla="*/ 211042 h 243347"/>
                <a:gd name="connsiteX91" fmla="*/ 101224 w 183231"/>
                <a:gd name="connsiteY91" fmla="*/ 209558 h 243347"/>
                <a:gd name="connsiteX92" fmla="*/ 105287 w 183231"/>
                <a:gd name="connsiteY92" fmla="*/ 209177 h 243347"/>
                <a:gd name="connsiteX93" fmla="*/ 112386 w 183231"/>
                <a:gd name="connsiteY93" fmla="*/ 208814 h 243347"/>
                <a:gd name="connsiteX94" fmla="*/ 112968 w 183231"/>
                <a:gd name="connsiteY94" fmla="*/ 207302 h 243347"/>
                <a:gd name="connsiteX95" fmla="*/ 113131 w 183231"/>
                <a:gd name="connsiteY95" fmla="*/ 205837 h 243347"/>
                <a:gd name="connsiteX96" fmla="*/ 117595 w 183231"/>
                <a:gd name="connsiteY96" fmla="*/ 205837 h 243347"/>
                <a:gd name="connsiteX97" fmla="*/ 118340 w 183231"/>
                <a:gd name="connsiteY97" fmla="*/ 204395 h 243347"/>
                <a:gd name="connsiteX98" fmla="*/ 119084 w 183231"/>
                <a:gd name="connsiteY98" fmla="*/ 202861 h 243347"/>
                <a:gd name="connsiteX99" fmla="*/ 121363 w 183231"/>
                <a:gd name="connsiteY99" fmla="*/ 202442 h 243347"/>
                <a:gd name="connsiteX100" fmla="*/ 123548 w 183231"/>
                <a:gd name="connsiteY100" fmla="*/ 202117 h 243347"/>
                <a:gd name="connsiteX101" fmla="*/ 124293 w 183231"/>
                <a:gd name="connsiteY101" fmla="*/ 199884 h 243347"/>
                <a:gd name="connsiteX102" fmla="*/ 127269 w 183231"/>
                <a:gd name="connsiteY102" fmla="*/ 198396 h 243347"/>
                <a:gd name="connsiteX103" fmla="*/ 128013 w 183231"/>
                <a:gd name="connsiteY103" fmla="*/ 195419 h 243347"/>
                <a:gd name="connsiteX104" fmla="*/ 130990 w 183231"/>
                <a:gd name="connsiteY104" fmla="*/ 195419 h 243347"/>
                <a:gd name="connsiteX105" fmla="*/ 131734 w 183231"/>
                <a:gd name="connsiteY105" fmla="*/ 193931 h 243347"/>
                <a:gd name="connsiteX106" fmla="*/ 133966 w 183231"/>
                <a:gd name="connsiteY106" fmla="*/ 191699 h 243347"/>
                <a:gd name="connsiteX107" fmla="*/ 133966 w 183231"/>
                <a:gd name="connsiteY107" fmla="*/ 188722 h 243347"/>
                <a:gd name="connsiteX108" fmla="*/ 136199 w 183231"/>
                <a:gd name="connsiteY108" fmla="*/ 188722 h 243347"/>
                <a:gd name="connsiteX109" fmla="*/ 136617 w 183231"/>
                <a:gd name="connsiteY109" fmla="*/ 186862 h 243347"/>
                <a:gd name="connsiteX110" fmla="*/ 136943 w 183231"/>
                <a:gd name="connsiteY110" fmla="*/ 185001 h 243347"/>
                <a:gd name="connsiteX111" fmla="*/ 138431 w 183231"/>
                <a:gd name="connsiteY111" fmla="*/ 185001 h 243347"/>
                <a:gd name="connsiteX112" fmla="*/ 139920 w 183231"/>
                <a:gd name="connsiteY112" fmla="*/ 179792 h 243347"/>
                <a:gd name="connsiteX113" fmla="*/ 142152 w 183231"/>
                <a:gd name="connsiteY113" fmla="*/ 179048 h 243347"/>
                <a:gd name="connsiteX114" fmla="*/ 142292 w 183231"/>
                <a:gd name="connsiteY114" fmla="*/ 176769 h 243347"/>
                <a:gd name="connsiteX115" fmla="*/ 142152 w 183231"/>
                <a:gd name="connsiteY115" fmla="*/ 174583 h 243347"/>
                <a:gd name="connsiteX116" fmla="*/ 144384 w 183231"/>
                <a:gd name="connsiteY116" fmla="*/ 174583 h 243347"/>
                <a:gd name="connsiteX117" fmla="*/ 145175 w 183231"/>
                <a:gd name="connsiteY117" fmla="*/ 169235 h 243347"/>
                <a:gd name="connsiteX118" fmla="*/ 145129 w 183231"/>
                <a:gd name="connsiteY118" fmla="*/ 166398 h 243347"/>
                <a:gd name="connsiteX119" fmla="*/ 147361 w 183231"/>
                <a:gd name="connsiteY119" fmla="*/ 166398 h 243347"/>
                <a:gd name="connsiteX120" fmla="*/ 147780 w 183231"/>
                <a:gd name="connsiteY120" fmla="*/ 161049 h 243347"/>
                <a:gd name="connsiteX121" fmla="*/ 147361 w 183231"/>
                <a:gd name="connsiteY121" fmla="*/ 158212 h 243347"/>
                <a:gd name="connsiteX122" fmla="*/ 150338 w 183231"/>
                <a:gd name="connsiteY122" fmla="*/ 157468 h 243347"/>
                <a:gd name="connsiteX123" fmla="*/ 150708 w 183231"/>
                <a:gd name="connsiteY123" fmla="*/ 155848 h 243347"/>
                <a:gd name="connsiteX124" fmla="*/ 150713 w 183231"/>
                <a:gd name="connsiteY124" fmla="*/ 153730 h 243347"/>
                <a:gd name="connsiteX125" fmla="*/ 150755 w 183231"/>
                <a:gd name="connsiteY125" fmla="*/ 151428 h 243347"/>
                <a:gd name="connsiteX126" fmla="*/ 150766 w 183231"/>
                <a:gd name="connsiteY126" fmla="*/ 146597 h 243347"/>
                <a:gd name="connsiteX127" fmla="*/ 150806 w 183231"/>
                <a:gd name="connsiteY127" fmla="*/ 144289 h 243347"/>
                <a:gd name="connsiteX128" fmla="*/ 151082 w 183231"/>
                <a:gd name="connsiteY128" fmla="*/ 140353 h 243347"/>
                <a:gd name="connsiteX129" fmla="*/ 153598 w 183231"/>
                <a:gd name="connsiteY129" fmla="*/ 136624 h 243347"/>
                <a:gd name="connsiteX130" fmla="*/ 153603 w 183231"/>
                <a:gd name="connsiteY130" fmla="*/ 134897 h 243347"/>
                <a:gd name="connsiteX131" fmla="*/ 153624 w 183231"/>
                <a:gd name="connsiteY131" fmla="*/ 132933 h 243347"/>
                <a:gd name="connsiteX132" fmla="*/ 153611 w 183231"/>
                <a:gd name="connsiteY132" fmla="*/ 130819 h 243347"/>
                <a:gd name="connsiteX133" fmla="*/ 153619 w 183231"/>
                <a:gd name="connsiteY133" fmla="*/ 126394 h 243347"/>
                <a:gd name="connsiteX134" fmla="*/ 153605 w 183231"/>
                <a:gd name="connsiteY134" fmla="*/ 119413 h 243347"/>
                <a:gd name="connsiteX135" fmla="*/ 153617 w 183231"/>
                <a:gd name="connsiteY135" fmla="*/ 114857 h 243347"/>
                <a:gd name="connsiteX136" fmla="*/ 153611 w 183231"/>
                <a:gd name="connsiteY136" fmla="*/ 112680 h 243347"/>
                <a:gd name="connsiteX137" fmla="*/ 153624 w 183231"/>
                <a:gd name="connsiteY137" fmla="*/ 110566 h 243347"/>
                <a:gd name="connsiteX138" fmla="*/ 153603 w 183231"/>
                <a:gd name="connsiteY138" fmla="*/ 108602 h 243347"/>
                <a:gd name="connsiteX139" fmla="*/ 152198 w 183231"/>
                <a:gd name="connsiteY139" fmla="*/ 104160 h 243347"/>
                <a:gd name="connsiteX140" fmla="*/ 150795 w 183231"/>
                <a:gd name="connsiteY140" fmla="*/ 101550 h 243347"/>
                <a:gd name="connsiteX141" fmla="*/ 150779 w 183231"/>
                <a:gd name="connsiteY141" fmla="*/ 99725 h 243347"/>
                <a:gd name="connsiteX142" fmla="*/ 150710 w 183231"/>
                <a:gd name="connsiteY142" fmla="*/ 95658 h 243347"/>
                <a:gd name="connsiteX143" fmla="*/ 150689 w 183231"/>
                <a:gd name="connsiteY143" fmla="*/ 93575 h 243347"/>
                <a:gd name="connsiteX144" fmla="*/ 150640 w 183231"/>
                <a:gd name="connsiteY144" fmla="*/ 91586 h 243347"/>
                <a:gd name="connsiteX145" fmla="*/ 150338 w 183231"/>
                <a:gd name="connsiteY145" fmla="*/ 88263 h 243347"/>
                <a:gd name="connsiteX146" fmla="*/ 148105 w 183231"/>
                <a:gd name="connsiteY146" fmla="*/ 86775 h 243347"/>
                <a:gd name="connsiteX147" fmla="*/ 148012 w 183231"/>
                <a:gd name="connsiteY147" fmla="*/ 84310 h 243347"/>
                <a:gd name="connsiteX148" fmla="*/ 147361 w 183231"/>
                <a:gd name="connsiteY148" fmla="*/ 77845 h 243347"/>
                <a:gd name="connsiteX149" fmla="*/ 145129 w 183231"/>
                <a:gd name="connsiteY149" fmla="*/ 77101 h 243347"/>
                <a:gd name="connsiteX150" fmla="*/ 145129 w 183231"/>
                <a:gd name="connsiteY150" fmla="*/ 71892 h 243347"/>
                <a:gd name="connsiteX151" fmla="*/ 142896 w 183231"/>
                <a:gd name="connsiteY151" fmla="*/ 70404 h 243347"/>
                <a:gd name="connsiteX152" fmla="*/ 142152 w 183231"/>
                <a:gd name="connsiteY152" fmla="*/ 65195 h 243347"/>
                <a:gd name="connsiteX153" fmla="*/ 139920 w 183231"/>
                <a:gd name="connsiteY153" fmla="*/ 64451 h 243347"/>
                <a:gd name="connsiteX154" fmla="*/ 139175 w 183231"/>
                <a:gd name="connsiteY154" fmla="*/ 59242 h 243347"/>
                <a:gd name="connsiteX155" fmla="*/ 136943 w 183231"/>
                <a:gd name="connsiteY155" fmla="*/ 58497 h 243347"/>
                <a:gd name="connsiteX156" fmla="*/ 136943 w 183231"/>
                <a:gd name="connsiteY156" fmla="*/ 55521 h 243347"/>
                <a:gd name="connsiteX157" fmla="*/ 135455 w 183231"/>
                <a:gd name="connsiteY157" fmla="*/ 55149 h 243347"/>
                <a:gd name="connsiteX158" fmla="*/ 133966 w 183231"/>
                <a:gd name="connsiteY158" fmla="*/ 54777 h 243347"/>
                <a:gd name="connsiteX159" fmla="*/ 133966 w 183231"/>
                <a:gd name="connsiteY159" fmla="*/ 51800 h 243347"/>
                <a:gd name="connsiteX160" fmla="*/ 131734 w 183231"/>
                <a:gd name="connsiteY160" fmla="*/ 51056 h 243347"/>
                <a:gd name="connsiteX161" fmla="*/ 130990 w 183231"/>
                <a:gd name="connsiteY161" fmla="*/ 48079 h 243347"/>
                <a:gd name="connsiteX162" fmla="*/ 128013 w 183231"/>
                <a:gd name="connsiteY162" fmla="*/ 48079 h 243347"/>
                <a:gd name="connsiteX163" fmla="*/ 128013 w 183231"/>
                <a:gd name="connsiteY163" fmla="*/ 46591 h 243347"/>
                <a:gd name="connsiteX164" fmla="*/ 125037 w 183231"/>
                <a:gd name="connsiteY164" fmla="*/ 44359 h 243347"/>
                <a:gd name="connsiteX165" fmla="*/ 123548 w 183231"/>
                <a:gd name="connsiteY165" fmla="*/ 41382 h 243347"/>
                <a:gd name="connsiteX166" fmla="*/ 118340 w 183231"/>
                <a:gd name="connsiteY166" fmla="*/ 41382 h 243347"/>
                <a:gd name="connsiteX167" fmla="*/ 117921 w 183231"/>
                <a:gd name="connsiteY167" fmla="*/ 39522 h 243347"/>
                <a:gd name="connsiteX168" fmla="*/ 117595 w 183231"/>
                <a:gd name="connsiteY168" fmla="*/ 37661 h 243347"/>
                <a:gd name="connsiteX169" fmla="*/ 115409 w 183231"/>
                <a:gd name="connsiteY169" fmla="*/ 37615 h 243347"/>
                <a:gd name="connsiteX170" fmla="*/ 113131 w 183231"/>
                <a:gd name="connsiteY170" fmla="*/ 37661 h 243347"/>
                <a:gd name="connsiteX171" fmla="*/ 111642 w 183231"/>
                <a:gd name="connsiteY171" fmla="*/ 34685 h 243347"/>
                <a:gd name="connsiteX172" fmla="*/ 109218 w 183231"/>
                <a:gd name="connsiteY172" fmla="*/ 34231 h 243347"/>
                <a:gd name="connsiteX173" fmla="*/ 106340 w 183231"/>
                <a:gd name="connsiteY173" fmla="*/ 34127 h 243347"/>
                <a:gd name="connsiteX174" fmla="*/ 103451 w 183231"/>
                <a:gd name="connsiteY174" fmla="*/ 33999 h 243347"/>
                <a:gd name="connsiteX175" fmla="*/ 101224 w 183231"/>
                <a:gd name="connsiteY175" fmla="*/ 33941 h 243347"/>
                <a:gd name="connsiteX176" fmla="*/ 101224 w 183231"/>
                <a:gd name="connsiteY176" fmla="*/ 32452 h 243347"/>
                <a:gd name="connsiteX177" fmla="*/ 93842 w 183231"/>
                <a:gd name="connsiteY177" fmla="*/ 30688 h 243347"/>
                <a:gd name="connsiteX178" fmla="*/ 91876 w 183231"/>
                <a:gd name="connsiteY178" fmla="*/ 30685 h 243347"/>
                <a:gd name="connsiteX179" fmla="*/ 89901 w 183231"/>
                <a:gd name="connsiteY179" fmla="*/ 30630 h 243347"/>
                <a:gd name="connsiteX180" fmla="*/ 88013 w 183231"/>
                <a:gd name="connsiteY180" fmla="*/ 30621 h 243347"/>
                <a:gd name="connsiteX181" fmla="*/ 76078 w 183231"/>
                <a:gd name="connsiteY181" fmla="*/ 0 h 243347"/>
                <a:gd name="connsiteX182" fmla="*/ 79018 w 183231"/>
                <a:gd name="connsiteY182" fmla="*/ 18 h 243347"/>
                <a:gd name="connsiteX183" fmla="*/ 82013 w 183231"/>
                <a:gd name="connsiteY183" fmla="*/ 10 h 243347"/>
                <a:gd name="connsiteX184" fmla="*/ 88296 w 183231"/>
                <a:gd name="connsiteY184" fmla="*/ 26 h 243347"/>
                <a:gd name="connsiteX185" fmla="*/ 96367 w 183231"/>
                <a:gd name="connsiteY185" fmla="*/ 15 h 243347"/>
                <a:gd name="connsiteX186" fmla="*/ 102552 w 183231"/>
                <a:gd name="connsiteY186" fmla="*/ 15 h 243347"/>
                <a:gd name="connsiteX187" fmla="*/ 106981 w 183231"/>
                <a:gd name="connsiteY187" fmla="*/ 0 h 243347"/>
                <a:gd name="connsiteX188" fmla="*/ 109682 w 183231"/>
                <a:gd name="connsiteY188" fmla="*/ 28 h 243347"/>
                <a:gd name="connsiteX189" fmla="*/ 112074 w 183231"/>
                <a:gd name="connsiteY189" fmla="*/ 36 h 243347"/>
                <a:gd name="connsiteX190" fmla="*/ 113854 w 183231"/>
                <a:gd name="connsiteY190" fmla="*/ 414 h 243347"/>
                <a:gd name="connsiteX191" fmla="*/ 114598 w 183231"/>
                <a:gd name="connsiteY191" fmla="*/ 3390 h 243347"/>
                <a:gd name="connsiteX192" fmla="*/ 119063 w 183231"/>
                <a:gd name="connsiteY192" fmla="*/ 3809 h 243347"/>
                <a:gd name="connsiteX193" fmla="*/ 123527 w 183231"/>
                <a:gd name="connsiteY193" fmla="*/ 4134 h 243347"/>
                <a:gd name="connsiteX194" fmla="*/ 124271 w 183231"/>
                <a:gd name="connsiteY194" fmla="*/ 6367 h 243347"/>
                <a:gd name="connsiteX195" fmla="*/ 127248 w 183231"/>
                <a:gd name="connsiteY195" fmla="*/ 6692 h 243347"/>
                <a:gd name="connsiteX196" fmla="*/ 130225 w 183231"/>
                <a:gd name="connsiteY196" fmla="*/ 7111 h 243347"/>
                <a:gd name="connsiteX197" fmla="*/ 130969 w 183231"/>
                <a:gd name="connsiteY197" fmla="*/ 10087 h 243347"/>
                <a:gd name="connsiteX198" fmla="*/ 133573 w 183231"/>
                <a:gd name="connsiteY198" fmla="*/ 10459 h 243347"/>
                <a:gd name="connsiteX199" fmla="*/ 136178 w 183231"/>
                <a:gd name="connsiteY199" fmla="*/ 10832 h 243347"/>
                <a:gd name="connsiteX200" fmla="*/ 136922 w 183231"/>
                <a:gd name="connsiteY200" fmla="*/ 13808 h 243347"/>
                <a:gd name="connsiteX201" fmla="*/ 141387 w 183231"/>
                <a:gd name="connsiteY201" fmla="*/ 14552 h 243347"/>
                <a:gd name="connsiteX202" fmla="*/ 141387 w 183231"/>
                <a:gd name="connsiteY202" fmla="*/ 17529 h 243347"/>
                <a:gd name="connsiteX203" fmla="*/ 144363 w 183231"/>
                <a:gd name="connsiteY203" fmla="*/ 18273 h 243347"/>
                <a:gd name="connsiteX204" fmla="*/ 144689 w 183231"/>
                <a:gd name="connsiteY204" fmla="*/ 19808 h 243347"/>
                <a:gd name="connsiteX205" fmla="*/ 145107 w 183231"/>
                <a:gd name="connsiteY205" fmla="*/ 21250 h 243347"/>
                <a:gd name="connsiteX206" fmla="*/ 146921 w 183231"/>
                <a:gd name="connsiteY206" fmla="*/ 21250 h 243347"/>
                <a:gd name="connsiteX207" fmla="*/ 148828 w 183231"/>
                <a:gd name="connsiteY207" fmla="*/ 21250 h 243347"/>
                <a:gd name="connsiteX208" fmla="*/ 150316 w 183231"/>
                <a:gd name="connsiteY208" fmla="*/ 24226 h 243347"/>
                <a:gd name="connsiteX209" fmla="*/ 152549 w 183231"/>
                <a:gd name="connsiteY209" fmla="*/ 24970 h 243347"/>
                <a:gd name="connsiteX210" fmla="*/ 153293 w 183231"/>
                <a:gd name="connsiteY210" fmla="*/ 27947 h 243347"/>
                <a:gd name="connsiteX211" fmla="*/ 155525 w 183231"/>
                <a:gd name="connsiteY211" fmla="*/ 29435 h 243347"/>
                <a:gd name="connsiteX212" fmla="*/ 155525 w 183231"/>
                <a:gd name="connsiteY212" fmla="*/ 31667 h 243347"/>
                <a:gd name="connsiteX213" fmla="*/ 157758 w 183231"/>
                <a:gd name="connsiteY213" fmla="*/ 32412 h 243347"/>
                <a:gd name="connsiteX214" fmla="*/ 158130 w 183231"/>
                <a:gd name="connsiteY214" fmla="*/ 33946 h 243347"/>
                <a:gd name="connsiteX215" fmla="*/ 158502 w 183231"/>
                <a:gd name="connsiteY215" fmla="*/ 35388 h 243347"/>
                <a:gd name="connsiteX216" fmla="*/ 160734 w 183231"/>
                <a:gd name="connsiteY216" fmla="*/ 35388 h 243347"/>
                <a:gd name="connsiteX217" fmla="*/ 161479 w 183231"/>
                <a:gd name="connsiteY217" fmla="*/ 39109 h 243347"/>
                <a:gd name="connsiteX218" fmla="*/ 163711 w 183231"/>
                <a:gd name="connsiteY218" fmla="*/ 39853 h 243347"/>
                <a:gd name="connsiteX219" fmla="*/ 164455 w 183231"/>
                <a:gd name="connsiteY219" fmla="*/ 44318 h 243347"/>
                <a:gd name="connsiteX220" fmla="*/ 166688 w 183231"/>
                <a:gd name="connsiteY220" fmla="*/ 44318 h 243347"/>
                <a:gd name="connsiteX221" fmla="*/ 166920 w 183231"/>
                <a:gd name="connsiteY221" fmla="*/ 46457 h 243347"/>
                <a:gd name="connsiteX222" fmla="*/ 169664 w 183231"/>
                <a:gd name="connsiteY222" fmla="*/ 50271 h 243347"/>
                <a:gd name="connsiteX223" fmla="*/ 169664 w 183231"/>
                <a:gd name="connsiteY223" fmla="*/ 55480 h 243347"/>
                <a:gd name="connsiteX224" fmla="*/ 171896 w 183231"/>
                <a:gd name="connsiteY224" fmla="*/ 55480 h 243347"/>
                <a:gd name="connsiteX225" fmla="*/ 172687 w 183231"/>
                <a:gd name="connsiteY225" fmla="*/ 58829 h 243347"/>
                <a:gd name="connsiteX226" fmla="*/ 173385 w 183231"/>
                <a:gd name="connsiteY226" fmla="*/ 62177 h 243347"/>
                <a:gd name="connsiteX227" fmla="*/ 174873 w 183231"/>
                <a:gd name="connsiteY227" fmla="*/ 62177 h 243347"/>
                <a:gd name="connsiteX228" fmla="*/ 174957 w 183231"/>
                <a:gd name="connsiteY228" fmla="*/ 63779 h 243347"/>
                <a:gd name="connsiteX229" fmla="*/ 175106 w 183231"/>
                <a:gd name="connsiteY229" fmla="*/ 65851 h 243347"/>
                <a:gd name="connsiteX230" fmla="*/ 175236 w 183231"/>
                <a:gd name="connsiteY230" fmla="*/ 67918 h 243347"/>
                <a:gd name="connsiteX231" fmla="*/ 175617 w 183231"/>
                <a:gd name="connsiteY231" fmla="*/ 69619 h 243347"/>
                <a:gd name="connsiteX232" fmla="*/ 177850 w 183231"/>
                <a:gd name="connsiteY232" fmla="*/ 70363 h 243347"/>
                <a:gd name="connsiteX233" fmla="*/ 178268 w 183231"/>
                <a:gd name="connsiteY233" fmla="*/ 75572 h 243347"/>
                <a:gd name="connsiteX234" fmla="*/ 178594 w 183231"/>
                <a:gd name="connsiteY234" fmla="*/ 80781 h 243347"/>
                <a:gd name="connsiteX235" fmla="*/ 180082 w 183231"/>
                <a:gd name="connsiteY235" fmla="*/ 81525 h 243347"/>
                <a:gd name="connsiteX236" fmla="*/ 180501 w 183231"/>
                <a:gd name="connsiteY236" fmla="*/ 87757 h 243347"/>
                <a:gd name="connsiteX237" fmla="*/ 181570 w 183231"/>
                <a:gd name="connsiteY237" fmla="*/ 96408 h 243347"/>
                <a:gd name="connsiteX238" fmla="*/ 183059 w 183231"/>
                <a:gd name="connsiteY238" fmla="*/ 97152 h 243347"/>
                <a:gd name="connsiteX239" fmla="*/ 183228 w 183231"/>
                <a:gd name="connsiteY239" fmla="*/ 101813 h 243347"/>
                <a:gd name="connsiteX240" fmla="*/ 183228 w 183231"/>
                <a:gd name="connsiteY240" fmla="*/ 103287 h 243347"/>
                <a:gd name="connsiteX241" fmla="*/ 183204 w 183231"/>
                <a:gd name="connsiteY241" fmla="*/ 108131 h 243347"/>
                <a:gd name="connsiteX242" fmla="*/ 183198 w 183231"/>
                <a:gd name="connsiteY242" fmla="*/ 111481 h 243347"/>
                <a:gd name="connsiteX243" fmla="*/ 183161 w 183231"/>
                <a:gd name="connsiteY243" fmla="*/ 120315 h 243347"/>
                <a:gd name="connsiteX244" fmla="*/ 183131 w 183231"/>
                <a:gd name="connsiteY244" fmla="*/ 129323 h 243347"/>
                <a:gd name="connsiteX245" fmla="*/ 183059 w 183231"/>
                <a:gd name="connsiteY245" fmla="*/ 147009 h 243347"/>
                <a:gd name="connsiteX246" fmla="*/ 181570 w 183231"/>
                <a:gd name="connsiteY246" fmla="*/ 147009 h 243347"/>
                <a:gd name="connsiteX247" fmla="*/ 180591 w 183231"/>
                <a:gd name="connsiteY247" fmla="*/ 153044 h 243347"/>
                <a:gd name="connsiteX248" fmla="*/ 180496 w 183231"/>
                <a:gd name="connsiteY248" fmla="*/ 154744 h 243347"/>
                <a:gd name="connsiteX249" fmla="*/ 180408 w 183231"/>
                <a:gd name="connsiteY249" fmla="*/ 156497 h 243347"/>
                <a:gd name="connsiteX250" fmla="*/ 180310 w 183231"/>
                <a:gd name="connsiteY250" fmla="*/ 158285 h 243347"/>
                <a:gd name="connsiteX251" fmla="*/ 180082 w 183231"/>
                <a:gd name="connsiteY251" fmla="*/ 162636 h 243347"/>
                <a:gd name="connsiteX252" fmla="*/ 177850 w 183231"/>
                <a:gd name="connsiteY252" fmla="*/ 162636 h 243347"/>
                <a:gd name="connsiteX253" fmla="*/ 177928 w 183231"/>
                <a:gd name="connsiteY253" fmla="*/ 164889 h 243347"/>
                <a:gd name="connsiteX254" fmla="*/ 177989 w 183231"/>
                <a:gd name="connsiteY254" fmla="*/ 167799 h 243347"/>
                <a:gd name="connsiteX255" fmla="*/ 178068 w 183231"/>
                <a:gd name="connsiteY255" fmla="*/ 170703 h 243347"/>
                <a:gd name="connsiteX256" fmla="*/ 177850 w 183231"/>
                <a:gd name="connsiteY256" fmla="*/ 173054 h 243347"/>
                <a:gd name="connsiteX257" fmla="*/ 175617 w 183231"/>
                <a:gd name="connsiteY257" fmla="*/ 173798 h 243347"/>
                <a:gd name="connsiteX258" fmla="*/ 175106 w 183231"/>
                <a:gd name="connsiteY258" fmla="*/ 177566 h 243347"/>
                <a:gd name="connsiteX259" fmla="*/ 174957 w 183231"/>
                <a:gd name="connsiteY259" fmla="*/ 179638 h 243347"/>
                <a:gd name="connsiteX260" fmla="*/ 174873 w 183231"/>
                <a:gd name="connsiteY260" fmla="*/ 181240 h 243347"/>
                <a:gd name="connsiteX261" fmla="*/ 172641 w 183231"/>
                <a:gd name="connsiteY261" fmla="*/ 181240 h 243347"/>
                <a:gd name="connsiteX262" fmla="*/ 172530 w 183231"/>
                <a:gd name="connsiteY262" fmla="*/ 182679 h 243347"/>
                <a:gd name="connsiteX263" fmla="*/ 172362 w 183231"/>
                <a:gd name="connsiteY263" fmla="*/ 184542 h 243347"/>
                <a:gd name="connsiteX264" fmla="*/ 172205 w 183231"/>
                <a:gd name="connsiteY264" fmla="*/ 186399 h 243347"/>
                <a:gd name="connsiteX265" fmla="*/ 171896 w 183231"/>
                <a:gd name="connsiteY265" fmla="*/ 187937 h 243347"/>
                <a:gd name="connsiteX266" fmla="*/ 170408 w 183231"/>
                <a:gd name="connsiteY266" fmla="*/ 188681 h 243347"/>
                <a:gd name="connsiteX267" fmla="*/ 169664 w 183231"/>
                <a:gd name="connsiteY267" fmla="*/ 191286 h 243347"/>
                <a:gd name="connsiteX268" fmla="*/ 168920 w 183231"/>
                <a:gd name="connsiteY268" fmla="*/ 193890 h 243347"/>
                <a:gd name="connsiteX269" fmla="*/ 167432 w 183231"/>
                <a:gd name="connsiteY269" fmla="*/ 194634 h 243347"/>
                <a:gd name="connsiteX270" fmla="*/ 166688 w 183231"/>
                <a:gd name="connsiteY270" fmla="*/ 199099 h 243347"/>
                <a:gd name="connsiteX271" fmla="*/ 164455 w 183231"/>
                <a:gd name="connsiteY271" fmla="*/ 199099 h 243347"/>
                <a:gd name="connsiteX272" fmla="*/ 164223 w 183231"/>
                <a:gd name="connsiteY272" fmla="*/ 201611 h 243347"/>
                <a:gd name="connsiteX273" fmla="*/ 163711 w 183231"/>
                <a:gd name="connsiteY273" fmla="*/ 204308 h 243347"/>
                <a:gd name="connsiteX274" fmla="*/ 161479 w 183231"/>
                <a:gd name="connsiteY274" fmla="*/ 205796 h 243347"/>
                <a:gd name="connsiteX275" fmla="*/ 160734 w 183231"/>
                <a:gd name="connsiteY275" fmla="*/ 208029 h 243347"/>
                <a:gd name="connsiteX276" fmla="*/ 157339 w 183231"/>
                <a:gd name="connsiteY276" fmla="*/ 211331 h 243347"/>
                <a:gd name="connsiteX277" fmla="*/ 155618 w 183231"/>
                <a:gd name="connsiteY277" fmla="*/ 213889 h 243347"/>
                <a:gd name="connsiteX278" fmla="*/ 151061 w 183231"/>
                <a:gd name="connsiteY278" fmla="*/ 219191 h 243347"/>
                <a:gd name="connsiteX279" fmla="*/ 149061 w 183231"/>
                <a:gd name="connsiteY279" fmla="*/ 221237 h 243347"/>
                <a:gd name="connsiteX280" fmla="*/ 145852 w 183231"/>
                <a:gd name="connsiteY280" fmla="*/ 223656 h 243347"/>
                <a:gd name="connsiteX281" fmla="*/ 145107 w 183231"/>
                <a:gd name="connsiteY281" fmla="*/ 225888 h 243347"/>
                <a:gd name="connsiteX282" fmla="*/ 141387 w 183231"/>
                <a:gd name="connsiteY282" fmla="*/ 225888 h 243347"/>
                <a:gd name="connsiteX283" fmla="*/ 141387 w 183231"/>
                <a:gd name="connsiteY283" fmla="*/ 229609 h 243347"/>
                <a:gd name="connsiteX284" fmla="*/ 139201 w 183231"/>
                <a:gd name="connsiteY284" fmla="*/ 229423 h 243347"/>
                <a:gd name="connsiteX285" fmla="*/ 136922 w 183231"/>
                <a:gd name="connsiteY285" fmla="*/ 229609 h 243347"/>
                <a:gd name="connsiteX286" fmla="*/ 136596 w 183231"/>
                <a:gd name="connsiteY286" fmla="*/ 231051 h 243347"/>
                <a:gd name="connsiteX287" fmla="*/ 136178 w 183231"/>
                <a:gd name="connsiteY287" fmla="*/ 232585 h 243347"/>
                <a:gd name="connsiteX288" fmla="*/ 130969 w 183231"/>
                <a:gd name="connsiteY288" fmla="*/ 233330 h 243347"/>
                <a:gd name="connsiteX289" fmla="*/ 130643 w 183231"/>
                <a:gd name="connsiteY289" fmla="*/ 234815 h 243347"/>
                <a:gd name="connsiteX290" fmla="*/ 130225 w 183231"/>
                <a:gd name="connsiteY290" fmla="*/ 236306 h 243347"/>
                <a:gd name="connsiteX291" fmla="*/ 126876 w 183231"/>
                <a:gd name="connsiteY291" fmla="*/ 236725 h 243347"/>
                <a:gd name="connsiteX292" fmla="*/ 123527 w 183231"/>
                <a:gd name="connsiteY292" fmla="*/ 237050 h 243347"/>
                <a:gd name="connsiteX293" fmla="*/ 122783 w 183231"/>
                <a:gd name="connsiteY293" fmla="*/ 239283 h 243347"/>
                <a:gd name="connsiteX294" fmla="*/ 114598 w 183231"/>
                <a:gd name="connsiteY294" fmla="*/ 240027 h 243347"/>
                <a:gd name="connsiteX295" fmla="*/ 114297 w 183231"/>
                <a:gd name="connsiteY295" fmla="*/ 241494 h 243347"/>
                <a:gd name="connsiteX296" fmla="*/ 113854 w 183231"/>
                <a:gd name="connsiteY296" fmla="*/ 243003 h 243347"/>
                <a:gd name="connsiteX297" fmla="*/ 109739 w 183231"/>
                <a:gd name="connsiteY297" fmla="*/ 243341 h 243347"/>
                <a:gd name="connsiteX298" fmla="*/ 107075 w 183231"/>
                <a:gd name="connsiteY298" fmla="*/ 243341 h 243347"/>
                <a:gd name="connsiteX299" fmla="*/ 104177 w 183231"/>
                <a:gd name="connsiteY299" fmla="*/ 243294 h 243347"/>
                <a:gd name="connsiteX300" fmla="*/ 101227 w 183231"/>
                <a:gd name="connsiteY300" fmla="*/ 243281 h 243347"/>
                <a:gd name="connsiteX301" fmla="*/ 93450 w 183231"/>
                <a:gd name="connsiteY301" fmla="*/ 243208 h 243347"/>
                <a:gd name="connsiteX302" fmla="*/ 85519 w 183231"/>
                <a:gd name="connsiteY302" fmla="*/ 243149 h 243347"/>
                <a:gd name="connsiteX303" fmla="*/ 69949 w 183231"/>
                <a:gd name="connsiteY303" fmla="*/ 243003 h 243347"/>
                <a:gd name="connsiteX304" fmla="*/ 69949 w 183231"/>
                <a:gd name="connsiteY304" fmla="*/ 240027 h 243347"/>
                <a:gd name="connsiteX305" fmla="*/ 68563 w 183231"/>
                <a:gd name="connsiteY305" fmla="*/ 240053 h 243347"/>
                <a:gd name="connsiteX306" fmla="*/ 66740 w 183231"/>
                <a:gd name="connsiteY306" fmla="*/ 240073 h 243347"/>
                <a:gd name="connsiteX307" fmla="*/ 64935 w 183231"/>
                <a:gd name="connsiteY307" fmla="*/ 240100 h 243347"/>
                <a:gd name="connsiteX308" fmla="*/ 61020 w 183231"/>
                <a:gd name="connsiteY308" fmla="*/ 239283 h 243347"/>
                <a:gd name="connsiteX309" fmla="*/ 60275 w 183231"/>
                <a:gd name="connsiteY309" fmla="*/ 237050 h 243347"/>
                <a:gd name="connsiteX310" fmla="*/ 54508 w 183231"/>
                <a:gd name="connsiteY310" fmla="*/ 236681 h 243347"/>
                <a:gd name="connsiteX311" fmla="*/ 52834 w 183231"/>
                <a:gd name="connsiteY311" fmla="*/ 236306 h 243347"/>
                <a:gd name="connsiteX312" fmla="*/ 52090 w 183231"/>
                <a:gd name="connsiteY312" fmla="*/ 233330 h 243347"/>
                <a:gd name="connsiteX313" fmla="*/ 47625 w 183231"/>
                <a:gd name="connsiteY313" fmla="*/ 232585 h 243347"/>
                <a:gd name="connsiteX314" fmla="*/ 46137 w 183231"/>
                <a:gd name="connsiteY314" fmla="*/ 229609 h 243347"/>
                <a:gd name="connsiteX315" fmla="*/ 43160 w 183231"/>
                <a:gd name="connsiteY315" fmla="*/ 229609 h 243347"/>
                <a:gd name="connsiteX316" fmla="*/ 41672 w 183231"/>
                <a:gd name="connsiteY316" fmla="*/ 226632 h 243347"/>
                <a:gd name="connsiteX317" fmla="*/ 39439 w 183231"/>
                <a:gd name="connsiteY317" fmla="*/ 225888 h 243347"/>
                <a:gd name="connsiteX318" fmla="*/ 38742 w 183231"/>
                <a:gd name="connsiteY318" fmla="*/ 224400 h 243347"/>
                <a:gd name="connsiteX319" fmla="*/ 37951 w 183231"/>
                <a:gd name="connsiteY319" fmla="*/ 222912 h 243347"/>
                <a:gd name="connsiteX320" fmla="*/ 34975 w 183231"/>
                <a:gd name="connsiteY320" fmla="*/ 222167 h 243347"/>
                <a:gd name="connsiteX321" fmla="*/ 34230 w 183231"/>
                <a:gd name="connsiteY321" fmla="*/ 219935 h 243347"/>
                <a:gd name="connsiteX322" fmla="*/ 31704 w 183231"/>
                <a:gd name="connsiteY322" fmla="*/ 217397 h 243347"/>
                <a:gd name="connsiteX323" fmla="*/ 27347 w 183231"/>
                <a:gd name="connsiteY323" fmla="*/ 212819 h 243347"/>
                <a:gd name="connsiteX324" fmla="*/ 25801 w 183231"/>
                <a:gd name="connsiteY324" fmla="*/ 211142 h 243347"/>
                <a:gd name="connsiteX325" fmla="*/ 24150 w 183231"/>
                <a:gd name="connsiteY325" fmla="*/ 207869 h 243347"/>
                <a:gd name="connsiteX326" fmla="*/ 23813 w 183231"/>
                <a:gd name="connsiteY326" fmla="*/ 206541 h 243347"/>
                <a:gd name="connsiteX327" fmla="*/ 21580 w 183231"/>
                <a:gd name="connsiteY327" fmla="*/ 205796 h 243347"/>
                <a:gd name="connsiteX328" fmla="*/ 21580 w 183231"/>
                <a:gd name="connsiteY328" fmla="*/ 202820 h 243347"/>
                <a:gd name="connsiteX329" fmla="*/ 19348 w 183231"/>
                <a:gd name="connsiteY329" fmla="*/ 202820 h 243347"/>
                <a:gd name="connsiteX330" fmla="*/ 19115 w 183231"/>
                <a:gd name="connsiteY330" fmla="*/ 200680 h 243347"/>
                <a:gd name="connsiteX331" fmla="*/ 16371 w 183231"/>
                <a:gd name="connsiteY331" fmla="*/ 196867 h 243347"/>
                <a:gd name="connsiteX332" fmla="*/ 15627 w 183231"/>
                <a:gd name="connsiteY332" fmla="*/ 193146 h 243347"/>
                <a:gd name="connsiteX333" fmla="*/ 14139 w 183231"/>
                <a:gd name="connsiteY333" fmla="*/ 192402 h 243347"/>
                <a:gd name="connsiteX334" fmla="*/ 13395 w 183231"/>
                <a:gd name="connsiteY334" fmla="*/ 189751 h 243347"/>
                <a:gd name="connsiteX335" fmla="*/ 12650 w 183231"/>
                <a:gd name="connsiteY335" fmla="*/ 187193 h 243347"/>
                <a:gd name="connsiteX336" fmla="*/ 11162 w 183231"/>
                <a:gd name="connsiteY336" fmla="*/ 187193 h 243347"/>
                <a:gd name="connsiteX337" fmla="*/ 10092 w 183231"/>
                <a:gd name="connsiteY337" fmla="*/ 181379 h 243347"/>
                <a:gd name="connsiteX338" fmla="*/ 9674 w 183231"/>
                <a:gd name="connsiteY338" fmla="*/ 179751 h 243347"/>
                <a:gd name="connsiteX339" fmla="*/ 8186 w 183231"/>
                <a:gd name="connsiteY339" fmla="*/ 179751 h 243347"/>
                <a:gd name="connsiteX340" fmla="*/ 8101 w 183231"/>
                <a:gd name="connsiteY340" fmla="*/ 177987 h 243347"/>
                <a:gd name="connsiteX341" fmla="*/ 7953 w 183231"/>
                <a:gd name="connsiteY341" fmla="*/ 175705 h 243347"/>
                <a:gd name="connsiteX342" fmla="*/ 7822 w 183231"/>
                <a:gd name="connsiteY342" fmla="*/ 173429 h 243347"/>
                <a:gd name="connsiteX343" fmla="*/ 7441 w 183231"/>
                <a:gd name="connsiteY343" fmla="*/ 171566 h 243347"/>
                <a:gd name="connsiteX344" fmla="*/ 5209 w 183231"/>
                <a:gd name="connsiteY344" fmla="*/ 170822 h 243347"/>
                <a:gd name="connsiteX345" fmla="*/ 4790 w 183231"/>
                <a:gd name="connsiteY345" fmla="*/ 165985 h 243347"/>
                <a:gd name="connsiteX346" fmla="*/ 4465 w 183231"/>
                <a:gd name="connsiteY346" fmla="*/ 161148 h 243347"/>
                <a:gd name="connsiteX347" fmla="*/ 2977 w 183231"/>
                <a:gd name="connsiteY347" fmla="*/ 160404 h 243347"/>
                <a:gd name="connsiteX348" fmla="*/ 2668 w 183231"/>
                <a:gd name="connsiteY348" fmla="*/ 156587 h 243347"/>
                <a:gd name="connsiteX349" fmla="*/ 2581 w 183231"/>
                <a:gd name="connsiteY349" fmla="*/ 154254 h 243347"/>
                <a:gd name="connsiteX350" fmla="*/ 2511 w 183231"/>
                <a:gd name="connsiteY350" fmla="*/ 151800 h 243347"/>
                <a:gd name="connsiteX351" fmla="*/ 2424 w 183231"/>
                <a:gd name="connsiteY351" fmla="*/ 149336 h 243347"/>
                <a:gd name="connsiteX352" fmla="*/ 2232 w 183231"/>
                <a:gd name="connsiteY352" fmla="*/ 143289 h 243347"/>
                <a:gd name="connsiteX353" fmla="*/ 0 w 183231"/>
                <a:gd name="connsiteY353" fmla="*/ 143289 h 243347"/>
                <a:gd name="connsiteX354" fmla="*/ 0 w 183231"/>
                <a:gd name="connsiteY354" fmla="*/ 102361 h 243347"/>
                <a:gd name="connsiteX355" fmla="*/ 2232 w 183231"/>
                <a:gd name="connsiteY355" fmla="*/ 102361 h 243347"/>
                <a:gd name="connsiteX356" fmla="*/ 2977 w 183231"/>
                <a:gd name="connsiteY356" fmla="*/ 83013 h 243347"/>
                <a:gd name="connsiteX357" fmla="*/ 4465 w 183231"/>
                <a:gd name="connsiteY357" fmla="*/ 83013 h 243347"/>
                <a:gd name="connsiteX358" fmla="*/ 4549 w 183231"/>
                <a:gd name="connsiteY358" fmla="*/ 80949 h 243347"/>
                <a:gd name="connsiteX359" fmla="*/ 4697 w 183231"/>
                <a:gd name="connsiteY359" fmla="*/ 78269 h 243347"/>
                <a:gd name="connsiteX360" fmla="*/ 4828 w 183231"/>
                <a:gd name="connsiteY360" fmla="*/ 75601 h 243347"/>
                <a:gd name="connsiteX361" fmla="*/ 5209 w 183231"/>
                <a:gd name="connsiteY361" fmla="*/ 73339 h 243347"/>
                <a:gd name="connsiteX362" fmla="*/ 7441 w 183231"/>
                <a:gd name="connsiteY362" fmla="*/ 71851 h 243347"/>
                <a:gd name="connsiteX363" fmla="*/ 7953 w 183231"/>
                <a:gd name="connsiteY363" fmla="*/ 67665 h 243347"/>
                <a:gd name="connsiteX364" fmla="*/ 8101 w 183231"/>
                <a:gd name="connsiteY364" fmla="*/ 65404 h 243347"/>
                <a:gd name="connsiteX365" fmla="*/ 8186 w 183231"/>
                <a:gd name="connsiteY365" fmla="*/ 63666 h 243347"/>
                <a:gd name="connsiteX366" fmla="*/ 10418 w 183231"/>
                <a:gd name="connsiteY366" fmla="*/ 63666 h 243347"/>
                <a:gd name="connsiteX367" fmla="*/ 11162 w 183231"/>
                <a:gd name="connsiteY367" fmla="*/ 56224 h 243347"/>
                <a:gd name="connsiteX368" fmla="*/ 13395 w 183231"/>
                <a:gd name="connsiteY368" fmla="*/ 56224 h 243347"/>
                <a:gd name="connsiteX369" fmla="*/ 13255 w 183231"/>
                <a:gd name="connsiteY369" fmla="*/ 53713 h 243347"/>
                <a:gd name="connsiteX370" fmla="*/ 13395 w 183231"/>
                <a:gd name="connsiteY370" fmla="*/ 51015 h 243347"/>
                <a:gd name="connsiteX371" fmla="*/ 15627 w 183231"/>
                <a:gd name="connsiteY371" fmla="*/ 49527 h 243347"/>
                <a:gd name="connsiteX372" fmla="*/ 17115 w 183231"/>
                <a:gd name="connsiteY372" fmla="*/ 45806 h 243347"/>
                <a:gd name="connsiteX373" fmla="*/ 18604 w 183231"/>
                <a:gd name="connsiteY373" fmla="*/ 45062 h 243347"/>
                <a:gd name="connsiteX374" fmla="*/ 18976 w 183231"/>
                <a:gd name="connsiteY374" fmla="*/ 43202 h 243347"/>
                <a:gd name="connsiteX375" fmla="*/ 19348 w 183231"/>
                <a:gd name="connsiteY375" fmla="*/ 41341 h 243347"/>
                <a:gd name="connsiteX376" fmla="*/ 20836 w 183231"/>
                <a:gd name="connsiteY376" fmla="*/ 40597 h 243347"/>
                <a:gd name="connsiteX377" fmla="*/ 23068 w 183231"/>
                <a:gd name="connsiteY377" fmla="*/ 36132 h 243347"/>
                <a:gd name="connsiteX378" fmla="*/ 26045 w 183231"/>
                <a:gd name="connsiteY378" fmla="*/ 31667 h 243347"/>
                <a:gd name="connsiteX379" fmla="*/ 27533 w 183231"/>
                <a:gd name="connsiteY379" fmla="*/ 31667 h 243347"/>
                <a:gd name="connsiteX380" fmla="*/ 28138 w 183231"/>
                <a:gd name="connsiteY380" fmla="*/ 30040 h 243347"/>
                <a:gd name="connsiteX381" fmla="*/ 32742 w 183231"/>
                <a:gd name="connsiteY381" fmla="*/ 24226 h 243347"/>
                <a:gd name="connsiteX382" fmla="*/ 33440 w 183231"/>
                <a:gd name="connsiteY382" fmla="*/ 22505 h 243347"/>
                <a:gd name="connsiteX383" fmla="*/ 34230 w 183231"/>
                <a:gd name="connsiteY383" fmla="*/ 21250 h 243347"/>
                <a:gd name="connsiteX384" fmla="*/ 38695 w 183231"/>
                <a:gd name="connsiteY384" fmla="*/ 21250 h 243347"/>
                <a:gd name="connsiteX385" fmla="*/ 38695 w 183231"/>
                <a:gd name="connsiteY385" fmla="*/ 18273 h 243347"/>
                <a:gd name="connsiteX386" fmla="*/ 41672 w 183231"/>
                <a:gd name="connsiteY386" fmla="*/ 16785 h 243347"/>
                <a:gd name="connsiteX387" fmla="*/ 42416 w 183231"/>
                <a:gd name="connsiteY387" fmla="*/ 14552 h 243347"/>
                <a:gd name="connsiteX388" fmla="*/ 44695 w 183231"/>
                <a:gd name="connsiteY388" fmla="*/ 13808 h 243347"/>
                <a:gd name="connsiteX389" fmla="*/ 46881 w 183231"/>
                <a:gd name="connsiteY389" fmla="*/ 13064 h 243347"/>
                <a:gd name="connsiteX390" fmla="*/ 46881 w 183231"/>
                <a:gd name="connsiteY390" fmla="*/ 10832 h 243347"/>
                <a:gd name="connsiteX391" fmla="*/ 49439 w 183231"/>
                <a:gd name="connsiteY391" fmla="*/ 10646 h 243347"/>
                <a:gd name="connsiteX392" fmla="*/ 52090 w 183231"/>
                <a:gd name="connsiteY392" fmla="*/ 10087 h 243347"/>
                <a:gd name="connsiteX393" fmla="*/ 52415 w 183231"/>
                <a:gd name="connsiteY393" fmla="*/ 8599 h 243347"/>
                <a:gd name="connsiteX394" fmla="*/ 52834 w 183231"/>
                <a:gd name="connsiteY394" fmla="*/ 7111 h 243347"/>
                <a:gd name="connsiteX395" fmla="*/ 57438 w 183231"/>
                <a:gd name="connsiteY395" fmla="*/ 6643 h 243347"/>
                <a:gd name="connsiteX396" fmla="*/ 58787 w 183231"/>
                <a:gd name="connsiteY396" fmla="*/ 6367 h 243347"/>
                <a:gd name="connsiteX397" fmla="*/ 59531 w 183231"/>
                <a:gd name="connsiteY397" fmla="*/ 4134 h 243347"/>
                <a:gd name="connsiteX398" fmla="*/ 66461 w 183231"/>
                <a:gd name="connsiteY398" fmla="*/ 3765 h 243347"/>
                <a:gd name="connsiteX399" fmla="*/ 68461 w 183231"/>
                <a:gd name="connsiteY399" fmla="*/ 3390 h 243347"/>
                <a:gd name="connsiteX400" fmla="*/ 68697 w 183231"/>
                <a:gd name="connsiteY400" fmla="*/ 1902 h 243347"/>
                <a:gd name="connsiteX401" fmla="*/ 69205 w 183231"/>
                <a:gd name="connsiteY401" fmla="*/ 414 h 243347"/>
                <a:gd name="connsiteX402" fmla="*/ 73376 w 183231"/>
                <a:gd name="connsiteY402" fmla="*/ 28 h 243347"/>
                <a:gd name="connsiteX403" fmla="*/ 76078 w 183231"/>
                <a:gd name="connsiteY403" fmla="*/ 0 h 24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Lst>
              <a:rect l="l" t="t" r="r" b="b"/>
              <a:pathLst>
                <a:path w="183231" h="243347">
                  <a:moveTo>
                    <a:pt x="88013" y="30621"/>
                  </a:moveTo>
                  <a:cubicBezTo>
                    <a:pt x="86285" y="30603"/>
                    <a:pt x="86285" y="30603"/>
                    <a:pt x="84853" y="30964"/>
                  </a:cubicBezTo>
                  <a:cubicBezTo>
                    <a:pt x="84583" y="31470"/>
                    <a:pt x="84322" y="31961"/>
                    <a:pt x="84060" y="32452"/>
                  </a:cubicBezTo>
                  <a:cubicBezTo>
                    <a:pt x="83824" y="32958"/>
                    <a:pt x="83594" y="33450"/>
                    <a:pt x="83365" y="33941"/>
                  </a:cubicBezTo>
                  <a:cubicBezTo>
                    <a:pt x="82558" y="34059"/>
                    <a:pt x="81776" y="34174"/>
                    <a:pt x="80993" y="34290"/>
                  </a:cubicBezTo>
                  <a:cubicBezTo>
                    <a:pt x="78263" y="34312"/>
                    <a:pt x="75649" y="34287"/>
                    <a:pt x="72947" y="34685"/>
                  </a:cubicBezTo>
                  <a:cubicBezTo>
                    <a:pt x="72647" y="35200"/>
                    <a:pt x="72357" y="35700"/>
                    <a:pt x="72066" y="36199"/>
                  </a:cubicBezTo>
                  <a:cubicBezTo>
                    <a:pt x="71860" y="36696"/>
                    <a:pt x="71659" y="37179"/>
                    <a:pt x="71459" y="37661"/>
                  </a:cubicBezTo>
                  <a:cubicBezTo>
                    <a:pt x="70975" y="37716"/>
                    <a:pt x="70506" y="37769"/>
                    <a:pt x="70037" y="37821"/>
                  </a:cubicBezTo>
                  <a:cubicBezTo>
                    <a:pt x="68436" y="37615"/>
                    <a:pt x="68436" y="37615"/>
                    <a:pt x="65506" y="37661"/>
                  </a:cubicBezTo>
                  <a:cubicBezTo>
                    <a:pt x="65347" y="38294"/>
                    <a:pt x="65194" y="38908"/>
                    <a:pt x="65040" y="39522"/>
                  </a:cubicBezTo>
                  <a:cubicBezTo>
                    <a:pt x="64946" y="40154"/>
                    <a:pt x="64853" y="40768"/>
                    <a:pt x="64761" y="41382"/>
                  </a:cubicBezTo>
                  <a:cubicBezTo>
                    <a:pt x="64002" y="41398"/>
                    <a:pt x="63266" y="41413"/>
                    <a:pt x="62529" y="41429"/>
                  </a:cubicBezTo>
                  <a:cubicBezTo>
                    <a:pt x="61770" y="41413"/>
                    <a:pt x="61033" y="41398"/>
                    <a:pt x="60297" y="41382"/>
                  </a:cubicBezTo>
                  <a:cubicBezTo>
                    <a:pt x="60138" y="41872"/>
                    <a:pt x="59985" y="42348"/>
                    <a:pt x="59831" y="42824"/>
                  </a:cubicBezTo>
                  <a:cubicBezTo>
                    <a:pt x="59691" y="43599"/>
                    <a:pt x="59691" y="43599"/>
                    <a:pt x="59552" y="44359"/>
                  </a:cubicBezTo>
                  <a:cubicBezTo>
                    <a:pt x="58560" y="44607"/>
                    <a:pt x="57568" y="44855"/>
                    <a:pt x="56576" y="45103"/>
                  </a:cubicBezTo>
                  <a:cubicBezTo>
                    <a:pt x="56418" y="45625"/>
                    <a:pt x="56264" y="46131"/>
                    <a:pt x="56111" y="46638"/>
                  </a:cubicBezTo>
                  <a:cubicBezTo>
                    <a:pt x="55970" y="47366"/>
                    <a:pt x="55970" y="47366"/>
                    <a:pt x="55832" y="48079"/>
                  </a:cubicBezTo>
                  <a:cubicBezTo>
                    <a:pt x="54343" y="48079"/>
                    <a:pt x="54343" y="48079"/>
                    <a:pt x="52902" y="49521"/>
                  </a:cubicBezTo>
                  <a:cubicBezTo>
                    <a:pt x="52380" y="50043"/>
                    <a:pt x="51873" y="50550"/>
                    <a:pt x="51367" y="51056"/>
                  </a:cubicBezTo>
                  <a:cubicBezTo>
                    <a:pt x="50608" y="51309"/>
                    <a:pt x="49871" y="51555"/>
                    <a:pt x="49134" y="51800"/>
                  </a:cubicBezTo>
                  <a:cubicBezTo>
                    <a:pt x="48992" y="52322"/>
                    <a:pt x="48854" y="52828"/>
                    <a:pt x="48716" y="53335"/>
                  </a:cubicBezTo>
                  <a:cubicBezTo>
                    <a:pt x="48605" y="53825"/>
                    <a:pt x="48498" y="54301"/>
                    <a:pt x="48390" y="54777"/>
                  </a:cubicBezTo>
                  <a:cubicBezTo>
                    <a:pt x="47884" y="54777"/>
                    <a:pt x="47393" y="54777"/>
                    <a:pt x="46902" y="54777"/>
                  </a:cubicBezTo>
                  <a:cubicBezTo>
                    <a:pt x="46684" y="56023"/>
                    <a:pt x="46436" y="57263"/>
                    <a:pt x="46158" y="58497"/>
                  </a:cubicBezTo>
                  <a:cubicBezTo>
                    <a:pt x="45399" y="58497"/>
                    <a:pt x="44662" y="58497"/>
                    <a:pt x="43925" y="58497"/>
                  </a:cubicBezTo>
                  <a:cubicBezTo>
                    <a:pt x="43672" y="60521"/>
                    <a:pt x="43427" y="62486"/>
                    <a:pt x="43181" y="64451"/>
                  </a:cubicBezTo>
                  <a:cubicBezTo>
                    <a:pt x="42675" y="64451"/>
                    <a:pt x="42184" y="64451"/>
                    <a:pt x="41693" y="64451"/>
                  </a:cubicBezTo>
                  <a:cubicBezTo>
                    <a:pt x="41424" y="65210"/>
                    <a:pt x="41163" y="65946"/>
                    <a:pt x="40902" y="66683"/>
                  </a:cubicBezTo>
                  <a:cubicBezTo>
                    <a:pt x="40665" y="67442"/>
                    <a:pt x="40435" y="68179"/>
                    <a:pt x="40205" y="68915"/>
                  </a:cubicBezTo>
                  <a:cubicBezTo>
                    <a:pt x="39952" y="68915"/>
                    <a:pt x="39706" y="68915"/>
                    <a:pt x="39461" y="68915"/>
                  </a:cubicBezTo>
                  <a:cubicBezTo>
                    <a:pt x="38670" y="70078"/>
                    <a:pt x="38670" y="70078"/>
                    <a:pt x="37972" y="71892"/>
                  </a:cubicBezTo>
                  <a:cubicBezTo>
                    <a:pt x="38002" y="73628"/>
                    <a:pt x="38005" y="75365"/>
                    <a:pt x="37972" y="77101"/>
                  </a:cubicBezTo>
                  <a:cubicBezTo>
                    <a:pt x="36845" y="77477"/>
                    <a:pt x="36845" y="77477"/>
                    <a:pt x="35740" y="77845"/>
                  </a:cubicBezTo>
                  <a:cubicBezTo>
                    <a:pt x="35587" y="79006"/>
                    <a:pt x="35587" y="79006"/>
                    <a:pt x="35438" y="80144"/>
                  </a:cubicBezTo>
                  <a:cubicBezTo>
                    <a:pt x="35371" y="82878"/>
                    <a:pt x="35338" y="85549"/>
                    <a:pt x="34996" y="88263"/>
                  </a:cubicBezTo>
                  <a:cubicBezTo>
                    <a:pt x="33868" y="89015"/>
                    <a:pt x="33868" y="89015"/>
                    <a:pt x="32763" y="89751"/>
                  </a:cubicBezTo>
                  <a:cubicBezTo>
                    <a:pt x="32442" y="92106"/>
                    <a:pt x="32442" y="92106"/>
                    <a:pt x="32397" y="93551"/>
                  </a:cubicBezTo>
                  <a:cubicBezTo>
                    <a:pt x="32392" y="94079"/>
                    <a:pt x="32387" y="94592"/>
                    <a:pt x="32383" y="95106"/>
                  </a:cubicBezTo>
                  <a:cubicBezTo>
                    <a:pt x="32341" y="96750"/>
                    <a:pt x="32302" y="98393"/>
                    <a:pt x="32277" y="100037"/>
                  </a:cubicBezTo>
                  <a:cubicBezTo>
                    <a:pt x="32260" y="101182"/>
                    <a:pt x="32239" y="102327"/>
                    <a:pt x="32214" y="103472"/>
                  </a:cubicBezTo>
                  <a:cubicBezTo>
                    <a:pt x="32153" y="106115"/>
                    <a:pt x="32095" y="108758"/>
                    <a:pt x="32052" y="111402"/>
                  </a:cubicBezTo>
                  <a:cubicBezTo>
                    <a:pt x="32035" y="112493"/>
                    <a:pt x="32035" y="112493"/>
                    <a:pt x="32019" y="113564"/>
                  </a:cubicBezTo>
                  <a:cubicBezTo>
                    <a:pt x="31766" y="113564"/>
                    <a:pt x="31521" y="113564"/>
                    <a:pt x="31275" y="113564"/>
                  </a:cubicBezTo>
                  <a:cubicBezTo>
                    <a:pt x="30313" y="115135"/>
                    <a:pt x="29808" y="116347"/>
                    <a:pt x="29606" y="118185"/>
                  </a:cubicBezTo>
                  <a:cubicBezTo>
                    <a:pt x="29609" y="118787"/>
                    <a:pt x="29612" y="119372"/>
                    <a:pt x="29615" y="119956"/>
                  </a:cubicBezTo>
                  <a:cubicBezTo>
                    <a:pt x="29617" y="120621"/>
                    <a:pt x="29618" y="121266"/>
                    <a:pt x="29620" y="121911"/>
                  </a:cubicBezTo>
                  <a:cubicBezTo>
                    <a:pt x="29629" y="122599"/>
                    <a:pt x="29638" y="123267"/>
                    <a:pt x="29647" y="123935"/>
                  </a:cubicBezTo>
                  <a:cubicBezTo>
                    <a:pt x="29650" y="127678"/>
                    <a:pt x="29421" y="131532"/>
                    <a:pt x="30531" y="135144"/>
                  </a:cubicBezTo>
                  <a:cubicBezTo>
                    <a:pt x="32197" y="136504"/>
                    <a:pt x="32197" y="136504"/>
                    <a:pt x="32245" y="138485"/>
                  </a:cubicBezTo>
                  <a:cubicBezTo>
                    <a:pt x="32264" y="139270"/>
                    <a:pt x="32283" y="140033"/>
                    <a:pt x="32301" y="140795"/>
                  </a:cubicBezTo>
                  <a:cubicBezTo>
                    <a:pt x="32327" y="141648"/>
                    <a:pt x="32353" y="142475"/>
                    <a:pt x="32378" y="143303"/>
                  </a:cubicBezTo>
                  <a:cubicBezTo>
                    <a:pt x="32418" y="145057"/>
                    <a:pt x="32461" y="146811"/>
                    <a:pt x="32506" y="148565"/>
                  </a:cubicBezTo>
                  <a:cubicBezTo>
                    <a:pt x="32531" y="149417"/>
                    <a:pt x="32556" y="150245"/>
                    <a:pt x="32580" y="151073"/>
                  </a:cubicBezTo>
                  <a:cubicBezTo>
                    <a:pt x="32631" y="153254"/>
                    <a:pt x="32533" y="154774"/>
                    <a:pt x="33507" y="156724"/>
                  </a:cubicBezTo>
                  <a:cubicBezTo>
                    <a:pt x="34013" y="156724"/>
                    <a:pt x="34505" y="156724"/>
                    <a:pt x="34996" y="156724"/>
                  </a:cubicBezTo>
                  <a:cubicBezTo>
                    <a:pt x="35038" y="157697"/>
                    <a:pt x="35038" y="157697"/>
                    <a:pt x="35080" y="158651"/>
                  </a:cubicBezTo>
                  <a:cubicBezTo>
                    <a:pt x="35130" y="159498"/>
                    <a:pt x="35179" y="160320"/>
                    <a:pt x="35228" y="161142"/>
                  </a:cubicBezTo>
                  <a:cubicBezTo>
                    <a:pt x="35359" y="163628"/>
                    <a:pt x="35359" y="163628"/>
                    <a:pt x="35740" y="165654"/>
                  </a:cubicBezTo>
                  <a:cubicBezTo>
                    <a:pt x="36499" y="165907"/>
                    <a:pt x="37236" y="166152"/>
                    <a:pt x="37972" y="166398"/>
                  </a:cubicBezTo>
                  <a:cubicBezTo>
                    <a:pt x="38004" y="167268"/>
                    <a:pt x="38035" y="168112"/>
                    <a:pt x="38065" y="168956"/>
                  </a:cubicBezTo>
                  <a:cubicBezTo>
                    <a:pt x="37972" y="171607"/>
                    <a:pt x="37972" y="171607"/>
                    <a:pt x="38716" y="173095"/>
                  </a:cubicBezTo>
                  <a:cubicBezTo>
                    <a:pt x="39475" y="173095"/>
                    <a:pt x="40212" y="173095"/>
                    <a:pt x="40949" y="173095"/>
                  </a:cubicBezTo>
                  <a:cubicBezTo>
                    <a:pt x="40949" y="175119"/>
                    <a:pt x="40949" y="177084"/>
                    <a:pt x="40949" y="179048"/>
                  </a:cubicBezTo>
                  <a:cubicBezTo>
                    <a:pt x="41708" y="179048"/>
                    <a:pt x="42445" y="179048"/>
                    <a:pt x="43181" y="179048"/>
                  </a:cubicBezTo>
                  <a:cubicBezTo>
                    <a:pt x="43414" y="181188"/>
                    <a:pt x="43414" y="181188"/>
                    <a:pt x="43925" y="183513"/>
                  </a:cubicBezTo>
                  <a:cubicBezTo>
                    <a:pt x="45053" y="184265"/>
                    <a:pt x="45053" y="184265"/>
                    <a:pt x="46158" y="185001"/>
                  </a:cubicBezTo>
                  <a:cubicBezTo>
                    <a:pt x="46392" y="185997"/>
                    <a:pt x="46638" y="186990"/>
                    <a:pt x="46902" y="187978"/>
                  </a:cubicBezTo>
                  <a:cubicBezTo>
                    <a:pt x="47661" y="187978"/>
                    <a:pt x="48398" y="187978"/>
                    <a:pt x="49134" y="187978"/>
                  </a:cubicBezTo>
                  <a:cubicBezTo>
                    <a:pt x="49382" y="189218"/>
                    <a:pt x="49631" y="190458"/>
                    <a:pt x="49879" y="191699"/>
                  </a:cubicBezTo>
                  <a:cubicBezTo>
                    <a:pt x="50638" y="191699"/>
                    <a:pt x="51374" y="191699"/>
                    <a:pt x="52111" y="191699"/>
                  </a:cubicBezTo>
                  <a:cubicBezTo>
                    <a:pt x="52111" y="193187"/>
                    <a:pt x="52111" y="193187"/>
                    <a:pt x="52983" y="194445"/>
                  </a:cubicBezTo>
                  <a:cubicBezTo>
                    <a:pt x="53382" y="194919"/>
                    <a:pt x="53770" y="195378"/>
                    <a:pt x="54157" y="195838"/>
                  </a:cubicBezTo>
                  <a:cubicBezTo>
                    <a:pt x="55308" y="197236"/>
                    <a:pt x="55308" y="197236"/>
                    <a:pt x="56576" y="198396"/>
                  </a:cubicBezTo>
                  <a:cubicBezTo>
                    <a:pt x="58175" y="198710"/>
                    <a:pt x="58175" y="198710"/>
                    <a:pt x="59552" y="199140"/>
                  </a:cubicBezTo>
                  <a:cubicBezTo>
                    <a:pt x="59552" y="200152"/>
                    <a:pt x="59552" y="201134"/>
                    <a:pt x="59552" y="202117"/>
                  </a:cubicBezTo>
                  <a:cubicBezTo>
                    <a:pt x="62126" y="201806"/>
                    <a:pt x="62126" y="201806"/>
                    <a:pt x="64761" y="202117"/>
                  </a:cubicBezTo>
                  <a:cubicBezTo>
                    <a:pt x="64979" y="203362"/>
                    <a:pt x="65228" y="204603"/>
                    <a:pt x="65506" y="205837"/>
                  </a:cubicBezTo>
                  <a:cubicBezTo>
                    <a:pt x="66834" y="205980"/>
                    <a:pt x="66834" y="205980"/>
                    <a:pt x="68482" y="205884"/>
                  </a:cubicBezTo>
                  <a:cubicBezTo>
                    <a:pt x="70063" y="205617"/>
                    <a:pt x="70063" y="205617"/>
                    <a:pt x="71459" y="205837"/>
                  </a:cubicBezTo>
                  <a:cubicBezTo>
                    <a:pt x="71668" y="207326"/>
                    <a:pt x="71668" y="207326"/>
                    <a:pt x="72203" y="208814"/>
                  </a:cubicBezTo>
                  <a:cubicBezTo>
                    <a:pt x="74150" y="208939"/>
                    <a:pt x="75855" y="208921"/>
                    <a:pt x="77784" y="208767"/>
                  </a:cubicBezTo>
                  <a:cubicBezTo>
                    <a:pt x="79762" y="208599"/>
                    <a:pt x="81363" y="208606"/>
                    <a:pt x="83365" y="208814"/>
                  </a:cubicBezTo>
                  <a:cubicBezTo>
                    <a:pt x="83576" y="210061"/>
                    <a:pt x="83825" y="211302"/>
                    <a:pt x="84109" y="212535"/>
                  </a:cubicBezTo>
                  <a:cubicBezTo>
                    <a:pt x="84617" y="212694"/>
                    <a:pt x="85111" y="212849"/>
                    <a:pt x="85604" y="213004"/>
                  </a:cubicBezTo>
                  <a:cubicBezTo>
                    <a:pt x="86265" y="213004"/>
                    <a:pt x="86906" y="213003"/>
                    <a:pt x="87548" y="213002"/>
                  </a:cubicBezTo>
                  <a:cubicBezTo>
                    <a:pt x="88265" y="213004"/>
                    <a:pt x="88961" y="213005"/>
                    <a:pt x="89657" y="213007"/>
                  </a:cubicBezTo>
                  <a:cubicBezTo>
                    <a:pt x="90411" y="212989"/>
                    <a:pt x="91144" y="212971"/>
                    <a:pt x="91876" y="212953"/>
                  </a:cubicBezTo>
                  <a:cubicBezTo>
                    <a:pt x="94515" y="212983"/>
                    <a:pt x="97166" y="213175"/>
                    <a:pt x="99736" y="212535"/>
                  </a:cubicBezTo>
                  <a:cubicBezTo>
                    <a:pt x="100143" y="211781"/>
                    <a:pt x="100143" y="211781"/>
                    <a:pt x="100541" y="211042"/>
                  </a:cubicBezTo>
                  <a:cubicBezTo>
                    <a:pt x="100773" y="210537"/>
                    <a:pt x="100999" y="210048"/>
                    <a:pt x="101224" y="209558"/>
                  </a:cubicBezTo>
                  <a:cubicBezTo>
                    <a:pt x="103602" y="209185"/>
                    <a:pt x="103602" y="209185"/>
                    <a:pt x="105287" y="209177"/>
                  </a:cubicBezTo>
                  <a:cubicBezTo>
                    <a:pt x="107715" y="209191"/>
                    <a:pt x="109973" y="209156"/>
                    <a:pt x="112386" y="208814"/>
                  </a:cubicBezTo>
                  <a:cubicBezTo>
                    <a:pt x="112680" y="208050"/>
                    <a:pt x="112680" y="208050"/>
                    <a:pt x="112968" y="207302"/>
                  </a:cubicBezTo>
                  <a:cubicBezTo>
                    <a:pt x="113023" y="206804"/>
                    <a:pt x="113077" y="206321"/>
                    <a:pt x="113131" y="205837"/>
                  </a:cubicBezTo>
                  <a:cubicBezTo>
                    <a:pt x="114619" y="205837"/>
                    <a:pt x="116107" y="205837"/>
                    <a:pt x="117595" y="205837"/>
                  </a:cubicBezTo>
                  <a:cubicBezTo>
                    <a:pt x="117848" y="205347"/>
                    <a:pt x="118094" y="204871"/>
                    <a:pt x="118340" y="204395"/>
                  </a:cubicBezTo>
                  <a:cubicBezTo>
                    <a:pt x="118593" y="203874"/>
                    <a:pt x="118838" y="203367"/>
                    <a:pt x="119084" y="202861"/>
                  </a:cubicBezTo>
                  <a:cubicBezTo>
                    <a:pt x="119858" y="202718"/>
                    <a:pt x="120611" y="202580"/>
                    <a:pt x="121363" y="202442"/>
                  </a:cubicBezTo>
                  <a:cubicBezTo>
                    <a:pt x="122466" y="202278"/>
                    <a:pt x="122466" y="202278"/>
                    <a:pt x="123548" y="202117"/>
                  </a:cubicBezTo>
                  <a:cubicBezTo>
                    <a:pt x="123801" y="201358"/>
                    <a:pt x="124047" y="200621"/>
                    <a:pt x="124293" y="199884"/>
                  </a:cubicBezTo>
                  <a:cubicBezTo>
                    <a:pt x="125297" y="199413"/>
                    <a:pt x="126290" y="198916"/>
                    <a:pt x="127269" y="198396"/>
                  </a:cubicBezTo>
                  <a:cubicBezTo>
                    <a:pt x="127503" y="197400"/>
                    <a:pt x="127750" y="196407"/>
                    <a:pt x="128013" y="195419"/>
                  </a:cubicBezTo>
                  <a:cubicBezTo>
                    <a:pt x="129025" y="195419"/>
                    <a:pt x="130008" y="195419"/>
                    <a:pt x="130990" y="195419"/>
                  </a:cubicBezTo>
                  <a:cubicBezTo>
                    <a:pt x="131243" y="194913"/>
                    <a:pt x="131488" y="194422"/>
                    <a:pt x="131734" y="193931"/>
                  </a:cubicBezTo>
                  <a:cubicBezTo>
                    <a:pt x="132897" y="192908"/>
                    <a:pt x="132897" y="192908"/>
                    <a:pt x="133966" y="191699"/>
                  </a:cubicBezTo>
                  <a:cubicBezTo>
                    <a:pt x="133966" y="190687"/>
                    <a:pt x="133966" y="189704"/>
                    <a:pt x="133966" y="188722"/>
                  </a:cubicBezTo>
                  <a:cubicBezTo>
                    <a:pt x="134725" y="188722"/>
                    <a:pt x="135462" y="188722"/>
                    <a:pt x="136199" y="188722"/>
                  </a:cubicBezTo>
                  <a:cubicBezTo>
                    <a:pt x="136341" y="188089"/>
                    <a:pt x="136479" y="187476"/>
                    <a:pt x="136617" y="186862"/>
                  </a:cubicBezTo>
                  <a:cubicBezTo>
                    <a:pt x="136782" y="185922"/>
                    <a:pt x="136782" y="185922"/>
                    <a:pt x="136943" y="185001"/>
                  </a:cubicBezTo>
                  <a:cubicBezTo>
                    <a:pt x="137449" y="185001"/>
                    <a:pt x="137940" y="185001"/>
                    <a:pt x="138431" y="185001"/>
                  </a:cubicBezTo>
                  <a:cubicBezTo>
                    <a:pt x="138906" y="183259"/>
                    <a:pt x="139403" y="181523"/>
                    <a:pt x="139920" y="179792"/>
                  </a:cubicBezTo>
                  <a:cubicBezTo>
                    <a:pt x="140679" y="179539"/>
                    <a:pt x="141415" y="179294"/>
                    <a:pt x="142152" y="179048"/>
                  </a:cubicBezTo>
                  <a:cubicBezTo>
                    <a:pt x="142199" y="178273"/>
                    <a:pt x="142245" y="177521"/>
                    <a:pt x="142292" y="176769"/>
                  </a:cubicBezTo>
                  <a:cubicBezTo>
                    <a:pt x="142244" y="176026"/>
                    <a:pt x="142198" y="175305"/>
                    <a:pt x="142152" y="174583"/>
                  </a:cubicBezTo>
                  <a:cubicBezTo>
                    <a:pt x="142911" y="174583"/>
                    <a:pt x="143648" y="174583"/>
                    <a:pt x="144384" y="174583"/>
                  </a:cubicBezTo>
                  <a:cubicBezTo>
                    <a:pt x="145067" y="172536"/>
                    <a:pt x="145210" y="171339"/>
                    <a:pt x="145175" y="169235"/>
                  </a:cubicBezTo>
                  <a:cubicBezTo>
                    <a:pt x="145152" y="167802"/>
                    <a:pt x="145152" y="167802"/>
                    <a:pt x="145129" y="166398"/>
                  </a:cubicBezTo>
                  <a:cubicBezTo>
                    <a:pt x="145888" y="166398"/>
                    <a:pt x="146624" y="166398"/>
                    <a:pt x="147361" y="166398"/>
                  </a:cubicBezTo>
                  <a:cubicBezTo>
                    <a:pt x="148104" y="164169"/>
                    <a:pt x="148111" y="163293"/>
                    <a:pt x="147780" y="161049"/>
                  </a:cubicBezTo>
                  <a:cubicBezTo>
                    <a:pt x="147637" y="160085"/>
                    <a:pt x="147499" y="159148"/>
                    <a:pt x="147361" y="158212"/>
                  </a:cubicBezTo>
                  <a:cubicBezTo>
                    <a:pt x="148826" y="158074"/>
                    <a:pt x="148826" y="158074"/>
                    <a:pt x="150338" y="157468"/>
                  </a:cubicBezTo>
                  <a:cubicBezTo>
                    <a:pt x="150464" y="156917"/>
                    <a:pt x="150586" y="156383"/>
                    <a:pt x="150708" y="155848"/>
                  </a:cubicBezTo>
                  <a:cubicBezTo>
                    <a:pt x="150710" y="155128"/>
                    <a:pt x="150711" y="154429"/>
                    <a:pt x="150713" y="153730"/>
                  </a:cubicBezTo>
                  <a:cubicBezTo>
                    <a:pt x="150727" y="152947"/>
                    <a:pt x="150741" y="152187"/>
                    <a:pt x="150755" y="151428"/>
                  </a:cubicBezTo>
                  <a:cubicBezTo>
                    <a:pt x="150756" y="149817"/>
                    <a:pt x="150759" y="148207"/>
                    <a:pt x="150766" y="146597"/>
                  </a:cubicBezTo>
                  <a:cubicBezTo>
                    <a:pt x="150786" y="145431"/>
                    <a:pt x="150786" y="145431"/>
                    <a:pt x="150806" y="144289"/>
                  </a:cubicBezTo>
                  <a:cubicBezTo>
                    <a:pt x="150754" y="142210"/>
                    <a:pt x="150754" y="142210"/>
                    <a:pt x="151082" y="140353"/>
                  </a:cubicBezTo>
                  <a:cubicBezTo>
                    <a:pt x="152461" y="139082"/>
                    <a:pt x="153242" y="138502"/>
                    <a:pt x="153598" y="136624"/>
                  </a:cubicBezTo>
                  <a:cubicBezTo>
                    <a:pt x="153599" y="136037"/>
                    <a:pt x="153601" y="135467"/>
                    <a:pt x="153603" y="134897"/>
                  </a:cubicBezTo>
                  <a:cubicBezTo>
                    <a:pt x="153614" y="133905"/>
                    <a:pt x="153614" y="133905"/>
                    <a:pt x="153624" y="132933"/>
                  </a:cubicBezTo>
                  <a:cubicBezTo>
                    <a:pt x="153620" y="132214"/>
                    <a:pt x="153615" y="131516"/>
                    <a:pt x="153611" y="130819"/>
                  </a:cubicBezTo>
                  <a:cubicBezTo>
                    <a:pt x="153615" y="129344"/>
                    <a:pt x="153618" y="127869"/>
                    <a:pt x="153619" y="126394"/>
                  </a:cubicBezTo>
                  <a:cubicBezTo>
                    <a:pt x="153605" y="124067"/>
                    <a:pt x="153593" y="121740"/>
                    <a:pt x="153605" y="119413"/>
                  </a:cubicBezTo>
                  <a:cubicBezTo>
                    <a:pt x="153614" y="117894"/>
                    <a:pt x="153619" y="116376"/>
                    <a:pt x="153617" y="114857"/>
                  </a:cubicBezTo>
                  <a:cubicBezTo>
                    <a:pt x="153614" y="113758"/>
                    <a:pt x="153614" y="113758"/>
                    <a:pt x="153611" y="112680"/>
                  </a:cubicBezTo>
                  <a:cubicBezTo>
                    <a:pt x="153618" y="111612"/>
                    <a:pt x="153618" y="111612"/>
                    <a:pt x="153624" y="110566"/>
                  </a:cubicBezTo>
                  <a:cubicBezTo>
                    <a:pt x="153617" y="109898"/>
                    <a:pt x="153610" y="109250"/>
                    <a:pt x="153603" y="108602"/>
                  </a:cubicBezTo>
                  <a:cubicBezTo>
                    <a:pt x="153596" y="106510"/>
                    <a:pt x="153628" y="105721"/>
                    <a:pt x="152198" y="104160"/>
                  </a:cubicBezTo>
                  <a:cubicBezTo>
                    <a:pt x="150926" y="103211"/>
                    <a:pt x="150926" y="103211"/>
                    <a:pt x="150795" y="101550"/>
                  </a:cubicBezTo>
                  <a:cubicBezTo>
                    <a:pt x="150790" y="100929"/>
                    <a:pt x="150785" y="100327"/>
                    <a:pt x="150779" y="99725"/>
                  </a:cubicBezTo>
                  <a:cubicBezTo>
                    <a:pt x="150746" y="98369"/>
                    <a:pt x="150723" y="97014"/>
                    <a:pt x="150710" y="95658"/>
                  </a:cubicBezTo>
                  <a:cubicBezTo>
                    <a:pt x="150703" y="94950"/>
                    <a:pt x="150696" y="94263"/>
                    <a:pt x="150689" y="93575"/>
                  </a:cubicBezTo>
                  <a:cubicBezTo>
                    <a:pt x="150672" y="92899"/>
                    <a:pt x="150656" y="92242"/>
                    <a:pt x="150640" y="91586"/>
                  </a:cubicBezTo>
                  <a:cubicBezTo>
                    <a:pt x="150624" y="89763"/>
                    <a:pt x="150624" y="89763"/>
                    <a:pt x="150338" y="88263"/>
                  </a:cubicBezTo>
                  <a:cubicBezTo>
                    <a:pt x="149579" y="87757"/>
                    <a:pt x="148842" y="87266"/>
                    <a:pt x="148105" y="86775"/>
                  </a:cubicBezTo>
                  <a:cubicBezTo>
                    <a:pt x="148074" y="85937"/>
                    <a:pt x="148043" y="85123"/>
                    <a:pt x="148012" y="84310"/>
                  </a:cubicBezTo>
                  <a:cubicBezTo>
                    <a:pt x="148093" y="81932"/>
                    <a:pt x="148090" y="80098"/>
                    <a:pt x="147361" y="77845"/>
                  </a:cubicBezTo>
                  <a:cubicBezTo>
                    <a:pt x="146602" y="77592"/>
                    <a:pt x="145865" y="77346"/>
                    <a:pt x="145129" y="77101"/>
                  </a:cubicBezTo>
                  <a:cubicBezTo>
                    <a:pt x="145129" y="75365"/>
                    <a:pt x="145129" y="73628"/>
                    <a:pt x="145129" y="71892"/>
                  </a:cubicBezTo>
                  <a:cubicBezTo>
                    <a:pt x="144370" y="71386"/>
                    <a:pt x="143633" y="70895"/>
                    <a:pt x="142896" y="70404"/>
                  </a:cubicBezTo>
                  <a:cubicBezTo>
                    <a:pt x="142652" y="68667"/>
                    <a:pt x="142404" y="66930"/>
                    <a:pt x="142152" y="65195"/>
                  </a:cubicBezTo>
                  <a:cubicBezTo>
                    <a:pt x="141393" y="64942"/>
                    <a:pt x="140656" y="64696"/>
                    <a:pt x="139920" y="64451"/>
                  </a:cubicBezTo>
                  <a:cubicBezTo>
                    <a:pt x="139672" y="62714"/>
                    <a:pt x="139423" y="60978"/>
                    <a:pt x="139175" y="59242"/>
                  </a:cubicBezTo>
                  <a:cubicBezTo>
                    <a:pt x="138416" y="58989"/>
                    <a:pt x="137680" y="58743"/>
                    <a:pt x="136943" y="58497"/>
                  </a:cubicBezTo>
                  <a:cubicBezTo>
                    <a:pt x="136943" y="57485"/>
                    <a:pt x="136943" y="56503"/>
                    <a:pt x="136943" y="55521"/>
                  </a:cubicBezTo>
                  <a:cubicBezTo>
                    <a:pt x="136437" y="55394"/>
                    <a:pt x="135946" y="55272"/>
                    <a:pt x="135455" y="55149"/>
                  </a:cubicBezTo>
                  <a:cubicBezTo>
                    <a:pt x="134949" y="55022"/>
                    <a:pt x="134458" y="54899"/>
                    <a:pt x="133966" y="54777"/>
                  </a:cubicBezTo>
                  <a:cubicBezTo>
                    <a:pt x="133966" y="53765"/>
                    <a:pt x="133966" y="52782"/>
                    <a:pt x="133966" y="51800"/>
                  </a:cubicBezTo>
                  <a:cubicBezTo>
                    <a:pt x="133207" y="51547"/>
                    <a:pt x="132471" y="51302"/>
                    <a:pt x="131734" y="51056"/>
                  </a:cubicBezTo>
                  <a:cubicBezTo>
                    <a:pt x="131408" y="49521"/>
                    <a:pt x="131408" y="49521"/>
                    <a:pt x="130990" y="48079"/>
                  </a:cubicBezTo>
                  <a:cubicBezTo>
                    <a:pt x="129978" y="48079"/>
                    <a:pt x="128996" y="48079"/>
                    <a:pt x="128013" y="48079"/>
                  </a:cubicBezTo>
                  <a:cubicBezTo>
                    <a:pt x="128013" y="47573"/>
                    <a:pt x="128013" y="47082"/>
                    <a:pt x="128013" y="46591"/>
                  </a:cubicBezTo>
                  <a:cubicBezTo>
                    <a:pt x="127013" y="45858"/>
                    <a:pt x="126022" y="45112"/>
                    <a:pt x="125037" y="44359"/>
                  </a:cubicBezTo>
                  <a:cubicBezTo>
                    <a:pt x="124432" y="42731"/>
                    <a:pt x="124432" y="42731"/>
                    <a:pt x="123548" y="41382"/>
                  </a:cubicBezTo>
                  <a:cubicBezTo>
                    <a:pt x="121812" y="41413"/>
                    <a:pt x="120076" y="41414"/>
                    <a:pt x="118340" y="41382"/>
                  </a:cubicBezTo>
                  <a:cubicBezTo>
                    <a:pt x="118197" y="40750"/>
                    <a:pt x="118059" y="40136"/>
                    <a:pt x="117921" y="39522"/>
                  </a:cubicBezTo>
                  <a:cubicBezTo>
                    <a:pt x="117757" y="38582"/>
                    <a:pt x="117757" y="38582"/>
                    <a:pt x="117595" y="37661"/>
                  </a:cubicBezTo>
                  <a:cubicBezTo>
                    <a:pt x="116491" y="37638"/>
                    <a:pt x="116491" y="37638"/>
                    <a:pt x="115409" y="37615"/>
                  </a:cubicBezTo>
                  <a:cubicBezTo>
                    <a:pt x="114635" y="37631"/>
                    <a:pt x="113883" y="37646"/>
                    <a:pt x="113131" y="37661"/>
                  </a:cubicBezTo>
                  <a:cubicBezTo>
                    <a:pt x="112575" y="36211"/>
                    <a:pt x="112575" y="36211"/>
                    <a:pt x="111642" y="34685"/>
                  </a:cubicBezTo>
                  <a:cubicBezTo>
                    <a:pt x="110818" y="34531"/>
                    <a:pt x="110018" y="34381"/>
                    <a:pt x="109218" y="34231"/>
                  </a:cubicBezTo>
                  <a:cubicBezTo>
                    <a:pt x="108240" y="34196"/>
                    <a:pt x="107290" y="34161"/>
                    <a:pt x="106340" y="34127"/>
                  </a:cubicBezTo>
                  <a:cubicBezTo>
                    <a:pt x="104881" y="34062"/>
                    <a:pt x="104881" y="34062"/>
                    <a:pt x="103451" y="33999"/>
                  </a:cubicBezTo>
                  <a:cubicBezTo>
                    <a:pt x="102694" y="33979"/>
                    <a:pt x="101959" y="33960"/>
                    <a:pt x="101224" y="33941"/>
                  </a:cubicBezTo>
                  <a:cubicBezTo>
                    <a:pt x="101224" y="33435"/>
                    <a:pt x="101224" y="32944"/>
                    <a:pt x="101224" y="32452"/>
                  </a:cubicBezTo>
                  <a:cubicBezTo>
                    <a:pt x="98678" y="30755"/>
                    <a:pt x="98678" y="30755"/>
                    <a:pt x="93842" y="30688"/>
                  </a:cubicBezTo>
                  <a:cubicBezTo>
                    <a:pt x="93174" y="30687"/>
                    <a:pt x="92525" y="30686"/>
                    <a:pt x="91876" y="30685"/>
                  </a:cubicBezTo>
                  <a:cubicBezTo>
                    <a:pt x="90879" y="30657"/>
                    <a:pt x="90879" y="30657"/>
                    <a:pt x="89901" y="30630"/>
                  </a:cubicBezTo>
                  <a:cubicBezTo>
                    <a:pt x="89259" y="30627"/>
                    <a:pt x="88636" y="30624"/>
                    <a:pt x="88013" y="30621"/>
                  </a:cubicBezTo>
                  <a:close/>
                  <a:moveTo>
                    <a:pt x="76078" y="0"/>
                  </a:moveTo>
                  <a:cubicBezTo>
                    <a:pt x="77048" y="6"/>
                    <a:pt x="78019" y="12"/>
                    <a:pt x="79018" y="18"/>
                  </a:cubicBezTo>
                  <a:cubicBezTo>
                    <a:pt x="80017" y="16"/>
                    <a:pt x="81015" y="13"/>
                    <a:pt x="82013" y="10"/>
                  </a:cubicBezTo>
                  <a:cubicBezTo>
                    <a:pt x="84108" y="5"/>
                    <a:pt x="86202" y="12"/>
                    <a:pt x="88296" y="26"/>
                  </a:cubicBezTo>
                  <a:cubicBezTo>
                    <a:pt x="90987" y="42"/>
                    <a:pt x="93676" y="33"/>
                    <a:pt x="96367" y="15"/>
                  </a:cubicBezTo>
                  <a:cubicBezTo>
                    <a:pt x="98429" y="4"/>
                    <a:pt x="100490" y="8"/>
                    <a:pt x="102552" y="15"/>
                  </a:cubicBezTo>
                  <a:cubicBezTo>
                    <a:pt x="104029" y="18"/>
                    <a:pt x="105505" y="9"/>
                    <a:pt x="106981" y="0"/>
                  </a:cubicBezTo>
                  <a:cubicBezTo>
                    <a:pt x="107872" y="9"/>
                    <a:pt x="108764" y="19"/>
                    <a:pt x="109682" y="28"/>
                  </a:cubicBezTo>
                  <a:cubicBezTo>
                    <a:pt x="110866" y="32"/>
                    <a:pt x="110866" y="32"/>
                    <a:pt x="112074" y="36"/>
                  </a:cubicBezTo>
                  <a:cubicBezTo>
                    <a:pt x="112955" y="223"/>
                    <a:pt x="112955" y="223"/>
                    <a:pt x="113854" y="414"/>
                  </a:cubicBezTo>
                  <a:cubicBezTo>
                    <a:pt x="114361" y="1902"/>
                    <a:pt x="114361" y="1902"/>
                    <a:pt x="114598" y="3390"/>
                  </a:cubicBezTo>
                  <a:cubicBezTo>
                    <a:pt x="116662" y="3835"/>
                    <a:pt x="116662" y="3835"/>
                    <a:pt x="119063" y="3809"/>
                  </a:cubicBezTo>
                  <a:cubicBezTo>
                    <a:pt x="121527" y="3858"/>
                    <a:pt x="121527" y="3858"/>
                    <a:pt x="123527" y="4134"/>
                  </a:cubicBezTo>
                  <a:cubicBezTo>
                    <a:pt x="123773" y="4871"/>
                    <a:pt x="124018" y="5608"/>
                    <a:pt x="124271" y="6367"/>
                  </a:cubicBezTo>
                  <a:cubicBezTo>
                    <a:pt x="125657" y="6690"/>
                    <a:pt x="125657" y="6690"/>
                    <a:pt x="127248" y="6692"/>
                  </a:cubicBezTo>
                  <a:cubicBezTo>
                    <a:pt x="128896" y="6829"/>
                    <a:pt x="128896" y="6829"/>
                    <a:pt x="130225" y="7111"/>
                  </a:cubicBezTo>
                  <a:cubicBezTo>
                    <a:pt x="130502" y="8095"/>
                    <a:pt x="130750" y="9088"/>
                    <a:pt x="130969" y="10087"/>
                  </a:cubicBezTo>
                  <a:cubicBezTo>
                    <a:pt x="131828" y="10210"/>
                    <a:pt x="132688" y="10333"/>
                    <a:pt x="133573" y="10459"/>
                  </a:cubicBezTo>
                  <a:cubicBezTo>
                    <a:pt x="134433" y="10582"/>
                    <a:pt x="135292" y="10705"/>
                    <a:pt x="136178" y="10832"/>
                  </a:cubicBezTo>
                  <a:cubicBezTo>
                    <a:pt x="136455" y="11816"/>
                    <a:pt x="136703" y="12809"/>
                    <a:pt x="136922" y="13808"/>
                  </a:cubicBezTo>
                  <a:cubicBezTo>
                    <a:pt x="139166" y="14420"/>
                    <a:pt x="139166" y="14420"/>
                    <a:pt x="141387" y="14552"/>
                  </a:cubicBezTo>
                  <a:cubicBezTo>
                    <a:pt x="141387" y="15535"/>
                    <a:pt x="141387" y="16517"/>
                    <a:pt x="141387" y="17529"/>
                  </a:cubicBezTo>
                  <a:cubicBezTo>
                    <a:pt x="142377" y="17784"/>
                    <a:pt x="143369" y="18032"/>
                    <a:pt x="144363" y="18273"/>
                  </a:cubicBezTo>
                  <a:cubicBezTo>
                    <a:pt x="144524" y="19033"/>
                    <a:pt x="144524" y="19033"/>
                    <a:pt x="144689" y="19808"/>
                  </a:cubicBezTo>
                  <a:cubicBezTo>
                    <a:pt x="144827" y="20284"/>
                    <a:pt x="144965" y="20759"/>
                    <a:pt x="145107" y="21250"/>
                  </a:cubicBezTo>
                  <a:cubicBezTo>
                    <a:pt x="145706" y="21250"/>
                    <a:pt x="146305" y="21250"/>
                    <a:pt x="146921" y="21250"/>
                  </a:cubicBezTo>
                  <a:cubicBezTo>
                    <a:pt x="147551" y="21250"/>
                    <a:pt x="148180" y="21250"/>
                    <a:pt x="148828" y="21250"/>
                  </a:cubicBezTo>
                  <a:cubicBezTo>
                    <a:pt x="149665" y="22691"/>
                    <a:pt x="149665" y="22691"/>
                    <a:pt x="150316" y="24226"/>
                  </a:cubicBezTo>
                  <a:cubicBezTo>
                    <a:pt x="151053" y="24472"/>
                    <a:pt x="151790" y="24717"/>
                    <a:pt x="152549" y="24970"/>
                  </a:cubicBezTo>
                  <a:cubicBezTo>
                    <a:pt x="152804" y="25960"/>
                    <a:pt x="153052" y="26953"/>
                    <a:pt x="153293" y="27947"/>
                  </a:cubicBezTo>
                  <a:cubicBezTo>
                    <a:pt x="154030" y="28438"/>
                    <a:pt x="154766" y="28929"/>
                    <a:pt x="155525" y="29435"/>
                  </a:cubicBezTo>
                  <a:cubicBezTo>
                    <a:pt x="155525" y="30172"/>
                    <a:pt x="155525" y="30908"/>
                    <a:pt x="155525" y="31667"/>
                  </a:cubicBezTo>
                  <a:cubicBezTo>
                    <a:pt x="156262" y="31913"/>
                    <a:pt x="156999" y="32159"/>
                    <a:pt x="157758" y="32412"/>
                  </a:cubicBezTo>
                  <a:cubicBezTo>
                    <a:pt x="157881" y="32918"/>
                    <a:pt x="158003" y="33425"/>
                    <a:pt x="158130" y="33946"/>
                  </a:cubicBezTo>
                  <a:cubicBezTo>
                    <a:pt x="158253" y="34422"/>
                    <a:pt x="158375" y="34898"/>
                    <a:pt x="158502" y="35388"/>
                  </a:cubicBezTo>
                  <a:cubicBezTo>
                    <a:pt x="159239" y="35388"/>
                    <a:pt x="159975" y="35388"/>
                    <a:pt x="160734" y="35388"/>
                  </a:cubicBezTo>
                  <a:cubicBezTo>
                    <a:pt x="160989" y="36627"/>
                    <a:pt x="161236" y="37868"/>
                    <a:pt x="161479" y="39109"/>
                  </a:cubicBezTo>
                  <a:cubicBezTo>
                    <a:pt x="162215" y="39354"/>
                    <a:pt x="162952" y="39600"/>
                    <a:pt x="163711" y="39853"/>
                  </a:cubicBezTo>
                  <a:cubicBezTo>
                    <a:pt x="164223" y="42132"/>
                    <a:pt x="164223" y="42132"/>
                    <a:pt x="164455" y="44318"/>
                  </a:cubicBezTo>
                  <a:cubicBezTo>
                    <a:pt x="165192" y="44318"/>
                    <a:pt x="165928" y="44318"/>
                    <a:pt x="166688" y="44318"/>
                  </a:cubicBezTo>
                  <a:cubicBezTo>
                    <a:pt x="166764" y="45024"/>
                    <a:pt x="166841" y="45730"/>
                    <a:pt x="166920" y="46457"/>
                  </a:cubicBezTo>
                  <a:cubicBezTo>
                    <a:pt x="167198" y="48999"/>
                    <a:pt x="167198" y="48999"/>
                    <a:pt x="169664" y="50271"/>
                  </a:cubicBezTo>
                  <a:cubicBezTo>
                    <a:pt x="169804" y="52969"/>
                    <a:pt x="169804" y="52969"/>
                    <a:pt x="169664" y="55480"/>
                  </a:cubicBezTo>
                  <a:cubicBezTo>
                    <a:pt x="170401" y="55480"/>
                    <a:pt x="171137" y="55480"/>
                    <a:pt x="171896" y="55480"/>
                  </a:cubicBezTo>
                  <a:cubicBezTo>
                    <a:pt x="172388" y="56945"/>
                    <a:pt x="172388" y="56945"/>
                    <a:pt x="172687" y="58829"/>
                  </a:cubicBezTo>
                  <a:cubicBezTo>
                    <a:pt x="172951" y="60655"/>
                    <a:pt x="172951" y="60655"/>
                    <a:pt x="173385" y="62177"/>
                  </a:cubicBezTo>
                  <a:cubicBezTo>
                    <a:pt x="173876" y="62177"/>
                    <a:pt x="174367" y="62177"/>
                    <a:pt x="174873" y="62177"/>
                  </a:cubicBezTo>
                  <a:cubicBezTo>
                    <a:pt x="174901" y="62706"/>
                    <a:pt x="174929" y="63234"/>
                    <a:pt x="174957" y="63779"/>
                  </a:cubicBezTo>
                  <a:cubicBezTo>
                    <a:pt x="175006" y="64463"/>
                    <a:pt x="175055" y="65147"/>
                    <a:pt x="175106" y="65851"/>
                  </a:cubicBezTo>
                  <a:cubicBezTo>
                    <a:pt x="175149" y="66533"/>
                    <a:pt x="175192" y="67215"/>
                    <a:pt x="175236" y="67918"/>
                  </a:cubicBezTo>
                  <a:cubicBezTo>
                    <a:pt x="175362" y="68479"/>
                    <a:pt x="175488" y="69040"/>
                    <a:pt x="175617" y="69619"/>
                  </a:cubicBezTo>
                  <a:cubicBezTo>
                    <a:pt x="176354" y="69864"/>
                    <a:pt x="177091" y="70110"/>
                    <a:pt x="177850" y="70363"/>
                  </a:cubicBezTo>
                  <a:cubicBezTo>
                    <a:pt x="178178" y="72688"/>
                    <a:pt x="178178" y="72688"/>
                    <a:pt x="178268" y="75572"/>
                  </a:cubicBezTo>
                  <a:cubicBezTo>
                    <a:pt x="178326" y="77311"/>
                    <a:pt x="178423" y="79049"/>
                    <a:pt x="178594" y="80781"/>
                  </a:cubicBezTo>
                  <a:cubicBezTo>
                    <a:pt x="179085" y="81026"/>
                    <a:pt x="179576" y="81272"/>
                    <a:pt x="180082" y="81525"/>
                  </a:cubicBezTo>
                  <a:cubicBezTo>
                    <a:pt x="180296" y="83620"/>
                    <a:pt x="180430" y="85656"/>
                    <a:pt x="180501" y="87757"/>
                  </a:cubicBezTo>
                  <a:cubicBezTo>
                    <a:pt x="180616" y="92145"/>
                    <a:pt x="180616" y="92145"/>
                    <a:pt x="181570" y="96408"/>
                  </a:cubicBezTo>
                  <a:cubicBezTo>
                    <a:pt x="182061" y="96653"/>
                    <a:pt x="182553" y="96899"/>
                    <a:pt x="183059" y="97152"/>
                  </a:cubicBezTo>
                  <a:cubicBezTo>
                    <a:pt x="183238" y="99134"/>
                    <a:pt x="183238" y="99134"/>
                    <a:pt x="183228" y="101813"/>
                  </a:cubicBezTo>
                  <a:cubicBezTo>
                    <a:pt x="183228" y="102299"/>
                    <a:pt x="183228" y="102786"/>
                    <a:pt x="183228" y="103287"/>
                  </a:cubicBezTo>
                  <a:cubicBezTo>
                    <a:pt x="183227" y="104902"/>
                    <a:pt x="183216" y="106516"/>
                    <a:pt x="183204" y="108131"/>
                  </a:cubicBezTo>
                  <a:cubicBezTo>
                    <a:pt x="183201" y="109248"/>
                    <a:pt x="183199" y="110364"/>
                    <a:pt x="183198" y="111481"/>
                  </a:cubicBezTo>
                  <a:cubicBezTo>
                    <a:pt x="183192" y="114426"/>
                    <a:pt x="183177" y="117370"/>
                    <a:pt x="183161" y="120315"/>
                  </a:cubicBezTo>
                  <a:cubicBezTo>
                    <a:pt x="183146" y="123318"/>
                    <a:pt x="183139" y="126320"/>
                    <a:pt x="183131" y="129323"/>
                  </a:cubicBezTo>
                  <a:cubicBezTo>
                    <a:pt x="183115" y="135218"/>
                    <a:pt x="183090" y="141114"/>
                    <a:pt x="183059" y="147009"/>
                  </a:cubicBezTo>
                  <a:cubicBezTo>
                    <a:pt x="182567" y="147009"/>
                    <a:pt x="182076" y="147009"/>
                    <a:pt x="181570" y="147009"/>
                  </a:cubicBezTo>
                  <a:cubicBezTo>
                    <a:pt x="180880" y="148998"/>
                    <a:pt x="180702" y="150952"/>
                    <a:pt x="180591" y="153044"/>
                  </a:cubicBezTo>
                  <a:cubicBezTo>
                    <a:pt x="180560" y="153605"/>
                    <a:pt x="180528" y="154166"/>
                    <a:pt x="180496" y="154744"/>
                  </a:cubicBezTo>
                  <a:cubicBezTo>
                    <a:pt x="180467" y="155323"/>
                    <a:pt x="180438" y="155901"/>
                    <a:pt x="180408" y="156497"/>
                  </a:cubicBezTo>
                  <a:cubicBezTo>
                    <a:pt x="180375" y="157087"/>
                    <a:pt x="180343" y="157677"/>
                    <a:pt x="180310" y="158285"/>
                  </a:cubicBezTo>
                  <a:cubicBezTo>
                    <a:pt x="180232" y="159735"/>
                    <a:pt x="180156" y="161186"/>
                    <a:pt x="180082" y="162636"/>
                  </a:cubicBezTo>
                  <a:cubicBezTo>
                    <a:pt x="179345" y="162636"/>
                    <a:pt x="178609" y="162636"/>
                    <a:pt x="177850" y="162636"/>
                  </a:cubicBezTo>
                  <a:cubicBezTo>
                    <a:pt x="177876" y="163380"/>
                    <a:pt x="177901" y="164123"/>
                    <a:pt x="177928" y="164889"/>
                  </a:cubicBezTo>
                  <a:cubicBezTo>
                    <a:pt x="177948" y="165849"/>
                    <a:pt x="177968" y="166809"/>
                    <a:pt x="177989" y="167799"/>
                  </a:cubicBezTo>
                  <a:cubicBezTo>
                    <a:pt x="178015" y="168757"/>
                    <a:pt x="178041" y="169715"/>
                    <a:pt x="178068" y="170703"/>
                  </a:cubicBezTo>
                  <a:cubicBezTo>
                    <a:pt x="177996" y="171479"/>
                    <a:pt x="177924" y="172255"/>
                    <a:pt x="177850" y="173054"/>
                  </a:cubicBezTo>
                  <a:cubicBezTo>
                    <a:pt x="177113" y="173300"/>
                    <a:pt x="176376" y="173545"/>
                    <a:pt x="175617" y="173798"/>
                  </a:cubicBezTo>
                  <a:cubicBezTo>
                    <a:pt x="175179" y="175546"/>
                    <a:pt x="175179" y="175546"/>
                    <a:pt x="175106" y="177566"/>
                  </a:cubicBezTo>
                  <a:cubicBezTo>
                    <a:pt x="175032" y="178591"/>
                    <a:pt x="175032" y="178591"/>
                    <a:pt x="174957" y="179638"/>
                  </a:cubicBezTo>
                  <a:cubicBezTo>
                    <a:pt x="174930" y="180167"/>
                    <a:pt x="174902" y="180695"/>
                    <a:pt x="174873" y="181240"/>
                  </a:cubicBezTo>
                  <a:cubicBezTo>
                    <a:pt x="174136" y="181240"/>
                    <a:pt x="173400" y="181240"/>
                    <a:pt x="172641" y="181240"/>
                  </a:cubicBezTo>
                  <a:cubicBezTo>
                    <a:pt x="172586" y="181952"/>
                    <a:pt x="172586" y="181952"/>
                    <a:pt x="172530" y="182679"/>
                  </a:cubicBezTo>
                  <a:cubicBezTo>
                    <a:pt x="172475" y="183293"/>
                    <a:pt x="172419" y="183908"/>
                    <a:pt x="172362" y="184542"/>
                  </a:cubicBezTo>
                  <a:cubicBezTo>
                    <a:pt x="172310" y="185155"/>
                    <a:pt x="172258" y="185768"/>
                    <a:pt x="172205" y="186399"/>
                  </a:cubicBezTo>
                  <a:cubicBezTo>
                    <a:pt x="172103" y="186907"/>
                    <a:pt x="172001" y="187414"/>
                    <a:pt x="171896" y="187937"/>
                  </a:cubicBezTo>
                  <a:cubicBezTo>
                    <a:pt x="171405" y="188183"/>
                    <a:pt x="170914" y="188428"/>
                    <a:pt x="170408" y="188681"/>
                  </a:cubicBezTo>
                  <a:cubicBezTo>
                    <a:pt x="170163" y="189541"/>
                    <a:pt x="169917" y="190400"/>
                    <a:pt x="169664" y="191286"/>
                  </a:cubicBezTo>
                  <a:cubicBezTo>
                    <a:pt x="169419" y="192145"/>
                    <a:pt x="169173" y="193005"/>
                    <a:pt x="168920" y="193890"/>
                  </a:cubicBezTo>
                  <a:cubicBezTo>
                    <a:pt x="168429" y="194136"/>
                    <a:pt x="167938" y="194381"/>
                    <a:pt x="167432" y="194634"/>
                  </a:cubicBezTo>
                  <a:cubicBezTo>
                    <a:pt x="166942" y="196889"/>
                    <a:pt x="166942" y="196889"/>
                    <a:pt x="166688" y="199099"/>
                  </a:cubicBezTo>
                  <a:cubicBezTo>
                    <a:pt x="165951" y="199099"/>
                    <a:pt x="165214" y="199099"/>
                    <a:pt x="164455" y="199099"/>
                  </a:cubicBezTo>
                  <a:cubicBezTo>
                    <a:pt x="164378" y="199928"/>
                    <a:pt x="164302" y="200757"/>
                    <a:pt x="164223" y="201611"/>
                  </a:cubicBezTo>
                  <a:cubicBezTo>
                    <a:pt x="163969" y="202946"/>
                    <a:pt x="163969" y="202946"/>
                    <a:pt x="163711" y="204308"/>
                  </a:cubicBezTo>
                  <a:cubicBezTo>
                    <a:pt x="162974" y="204799"/>
                    <a:pt x="162238" y="205290"/>
                    <a:pt x="161479" y="205796"/>
                  </a:cubicBezTo>
                  <a:cubicBezTo>
                    <a:pt x="161233" y="206533"/>
                    <a:pt x="160987" y="207270"/>
                    <a:pt x="160734" y="208029"/>
                  </a:cubicBezTo>
                  <a:cubicBezTo>
                    <a:pt x="159659" y="209202"/>
                    <a:pt x="158510" y="210254"/>
                    <a:pt x="157339" y="211331"/>
                  </a:cubicBezTo>
                  <a:cubicBezTo>
                    <a:pt x="156207" y="212444"/>
                    <a:pt x="156207" y="212444"/>
                    <a:pt x="155618" y="213889"/>
                  </a:cubicBezTo>
                  <a:cubicBezTo>
                    <a:pt x="154462" y="216073"/>
                    <a:pt x="152845" y="217490"/>
                    <a:pt x="151061" y="219191"/>
                  </a:cubicBezTo>
                  <a:cubicBezTo>
                    <a:pt x="150401" y="219866"/>
                    <a:pt x="149741" y="220542"/>
                    <a:pt x="149061" y="221237"/>
                  </a:cubicBezTo>
                  <a:cubicBezTo>
                    <a:pt x="147340" y="222912"/>
                    <a:pt x="147340" y="222912"/>
                    <a:pt x="145852" y="223656"/>
                  </a:cubicBezTo>
                  <a:cubicBezTo>
                    <a:pt x="145606" y="224392"/>
                    <a:pt x="145360" y="225129"/>
                    <a:pt x="145107" y="225888"/>
                  </a:cubicBezTo>
                  <a:cubicBezTo>
                    <a:pt x="143201" y="226028"/>
                    <a:pt x="143201" y="226028"/>
                    <a:pt x="141387" y="225888"/>
                  </a:cubicBezTo>
                  <a:cubicBezTo>
                    <a:pt x="141387" y="227116"/>
                    <a:pt x="141387" y="228344"/>
                    <a:pt x="141387" y="229609"/>
                  </a:cubicBezTo>
                  <a:cubicBezTo>
                    <a:pt x="140665" y="229547"/>
                    <a:pt x="139944" y="229486"/>
                    <a:pt x="139201" y="229423"/>
                  </a:cubicBezTo>
                  <a:cubicBezTo>
                    <a:pt x="138449" y="229484"/>
                    <a:pt x="137697" y="229546"/>
                    <a:pt x="136922" y="229609"/>
                  </a:cubicBezTo>
                  <a:cubicBezTo>
                    <a:pt x="136814" y="230085"/>
                    <a:pt x="136707" y="230560"/>
                    <a:pt x="136596" y="231051"/>
                  </a:cubicBezTo>
                  <a:cubicBezTo>
                    <a:pt x="136458" y="231557"/>
                    <a:pt x="136320" y="232064"/>
                    <a:pt x="136178" y="232585"/>
                  </a:cubicBezTo>
                  <a:cubicBezTo>
                    <a:pt x="134441" y="232833"/>
                    <a:pt x="132705" y="233082"/>
                    <a:pt x="130969" y="233330"/>
                  </a:cubicBezTo>
                  <a:cubicBezTo>
                    <a:pt x="130861" y="233820"/>
                    <a:pt x="130754" y="234310"/>
                    <a:pt x="130643" y="234815"/>
                  </a:cubicBezTo>
                  <a:cubicBezTo>
                    <a:pt x="130505" y="235307"/>
                    <a:pt x="130367" y="235799"/>
                    <a:pt x="130225" y="236306"/>
                  </a:cubicBezTo>
                  <a:cubicBezTo>
                    <a:pt x="128713" y="236681"/>
                    <a:pt x="128713" y="236681"/>
                    <a:pt x="126876" y="236725"/>
                  </a:cubicBezTo>
                  <a:cubicBezTo>
                    <a:pt x="125084" y="236726"/>
                    <a:pt x="125084" y="236726"/>
                    <a:pt x="123527" y="237050"/>
                  </a:cubicBezTo>
                  <a:cubicBezTo>
                    <a:pt x="123282" y="237787"/>
                    <a:pt x="123036" y="238524"/>
                    <a:pt x="122783" y="239283"/>
                  </a:cubicBezTo>
                  <a:cubicBezTo>
                    <a:pt x="119994" y="239862"/>
                    <a:pt x="117448" y="240027"/>
                    <a:pt x="114598" y="240027"/>
                  </a:cubicBezTo>
                  <a:cubicBezTo>
                    <a:pt x="114449" y="240753"/>
                    <a:pt x="114449" y="240753"/>
                    <a:pt x="114297" y="241494"/>
                  </a:cubicBezTo>
                  <a:cubicBezTo>
                    <a:pt x="114150" y="241992"/>
                    <a:pt x="114004" y="242490"/>
                    <a:pt x="113854" y="243003"/>
                  </a:cubicBezTo>
                  <a:cubicBezTo>
                    <a:pt x="112097" y="243361"/>
                    <a:pt x="112097" y="243361"/>
                    <a:pt x="109739" y="243341"/>
                  </a:cubicBezTo>
                  <a:cubicBezTo>
                    <a:pt x="108860" y="243341"/>
                    <a:pt x="107981" y="243341"/>
                    <a:pt x="107075" y="243341"/>
                  </a:cubicBezTo>
                  <a:cubicBezTo>
                    <a:pt x="105641" y="243318"/>
                    <a:pt x="105641" y="243318"/>
                    <a:pt x="104177" y="243294"/>
                  </a:cubicBezTo>
                  <a:cubicBezTo>
                    <a:pt x="103203" y="243290"/>
                    <a:pt x="102230" y="243286"/>
                    <a:pt x="101227" y="243281"/>
                  </a:cubicBezTo>
                  <a:cubicBezTo>
                    <a:pt x="98634" y="243270"/>
                    <a:pt x="96042" y="243241"/>
                    <a:pt x="93450" y="243208"/>
                  </a:cubicBezTo>
                  <a:cubicBezTo>
                    <a:pt x="90807" y="243177"/>
                    <a:pt x="88163" y="243164"/>
                    <a:pt x="85519" y="243149"/>
                  </a:cubicBezTo>
                  <a:cubicBezTo>
                    <a:pt x="80329" y="243117"/>
                    <a:pt x="75139" y="243066"/>
                    <a:pt x="69949" y="243003"/>
                  </a:cubicBezTo>
                  <a:cubicBezTo>
                    <a:pt x="69949" y="242021"/>
                    <a:pt x="69949" y="241039"/>
                    <a:pt x="69949" y="240027"/>
                  </a:cubicBezTo>
                  <a:cubicBezTo>
                    <a:pt x="69492" y="240035"/>
                    <a:pt x="69034" y="240044"/>
                    <a:pt x="68563" y="240053"/>
                  </a:cubicBezTo>
                  <a:cubicBezTo>
                    <a:pt x="67661" y="240063"/>
                    <a:pt x="67661" y="240063"/>
                    <a:pt x="66740" y="240073"/>
                  </a:cubicBezTo>
                  <a:cubicBezTo>
                    <a:pt x="66144" y="240082"/>
                    <a:pt x="65549" y="240091"/>
                    <a:pt x="64935" y="240100"/>
                  </a:cubicBezTo>
                  <a:cubicBezTo>
                    <a:pt x="63252" y="240027"/>
                    <a:pt x="63252" y="240027"/>
                    <a:pt x="61020" y="239283"/>
                  </a:cubicBezTo>
                  <a:cubicBezTo>
                    <a:pt x="60651" y="238178"/>
                    <a:pt x="60651" y="238178"/>
                    <a:pt x="60275" y="237050"/>
                  </a:cubicBezTo>
                  <a:cubicBezTo>
                    <a:pt x="58341" y="236731"/>
                    <a:pt x="56467" y="236723"/>
                    <a:pt x="54508" y="236681"/>
                  </a:cubicBezTo>
                  <a:cubicBezTo>
                    <a:pt x="53956" y="236557"/>
                    <a:pt x="53403" y="236434"/>
                    <a:pt x="52834" y="236306"/>
                  </a:cubicBezTo>
                  <a:cubicBezTo>
                    <a:pt x="52366" y="234815"/>
                    <a:pt x="52366" y="234815"/>
                    <a:pt x="52090" y="233330"/>
                  </a:cubicBezTo>
                  <a:cubicBezTo>
                    <a:pt x="50602" y="233076"/>
                    <a:pt x="49114" y="232829"/>
                    <a:pt x="47625" y="232585"/>
                  </a:cubicBezTo>
                  <a:cubicBezTo>
                    <a:pt x="46788" y="231051"/>
                    <a:pt x="46788" y="231051"/>
                    <a:pt x="46137" y="229609"/>
                  </a:cubicBezTo>
                  <a:cubicBezTo>
                    <a:pt x="45154" y="229609"/>
                    <a:pt x="44172" y="229609"/>
                    <a:pt x="43160" y="229609"/>
                  </a:cubicBezTo>
                  <a:cubicBezTo>
                    <a:pt x="42370" y="228167"/>
                    <a:pt x="42370" y="228167"/>
                    <a:pt x="41672" y="226632"/>
                  </a:cubicBezTo>
                  <a:cubicBezTo>
                    <a:pt x="40935" y="226387"/>
                    <a:pt x="40198" y="226141"/>
                    <a:pt x="39439" y="225888"/>
                  </a:cubicBezTo>
                  <a:cubicBezTo>
                    <a:pt x="39209" y="225397"/>
                    <a:pt x="38979" y="224906"/>
                    <a:pt x="38742" y="224400"/>
                  </a:cubicBezTo>
                  <a:cubicBezTo>
                    <a:pt x="38481" y="223909"/>
                    <a:pt x="38220" y="223418"/>
                    <a:pt x="37951" y="222912"/>
                  </a:cubicBezTo>
                  <a:cubicBezTo>
                    <a:pt x="36964" y="222642"/>
                    <a:pt x="35972" y="222393"/>
                    <a:pt x="34975" y="222167"/>
                  </a:cubicBezTo>
                  <a:cubicBezTo>
                    <a:pt x="34606" y="221062"/>
                    <a:pt x="34606" y="221062"/>
                    <a:pt x="34230" y="219935"/>
                  </a:cubicBezTo>
                  <a:cubicBezTo>
                    <a:pt x="33399" y="219079"/>
                    <a:pt x="32563" y="218226"/>
                    <a:pt x="31704" y="217397"/>
                  </a:cubicBezTo>
                  <a:cubicBezTo>
                    <a:pt x="30205" y="215912"/>
                    <a:pt x="28772" y="214377"/>
                    <a:pt x="27347" y="212819"/>
                  </a:cubicBezTo>
                  <a:cubicBezTo>
                    <a:pt x="26837" y="212266"/>
                    <a:pt x="26327" y="211712"/>
                    <a:pt x="25801" y="211142"/>
                  </a:cubicBezTo>
                  <a:cubicBezTo>
                    <a:pt x="24557" y="209517"/>
                    <a:pt x="24557" y="209517"/>
                    <a:pt x="24150" y="207869"/>
                  </a:cubicBezTo>
                  <a:cubicBezTo>
                    <a:pt x="24038" y="207431"/>
                    <a:pt x="23927" y="206992"/>
                    <a:pt x="23813" y="206541"/>
                  </a:cubicBezTo>
                  <a:cubicBezTo>
                    <a:pt x="23076" y="206295"/>
                    <a:pt x="22339" y="206049"/>
                    <a:pt x="21580" y="205796"/>
                  </a:cubicBezTo>
                  <a:cubicBezTo>
                    <a:pt x="21580" y="204814"/>
                    <a:pt x="21580" y="203832"/>
                    <a:pt x="21580" y="202820"/>
                  </a:cubicBezTo>
                  <a:cubicBezTo>
                    <a:pt x="20843" y="202820"/>
                    <a:pt x="20107" y="202820"/>
                    <a:pt x="19348" y="202820"/>
                  </a:cubicBezTo>
                  <a:cubicBezTo>
                    <a:pt x="19271" y="202114"/>
                    <a:pt x="19194" y="201408"/>
                    <a:pt x="19115" y="200680"/>
                  </a:cubicBezTo>
                  <a:cubicBezTo>
                    <a:pt x="18838" y="198138"/>
                    <a:pt x="18838" y="198138"/>
                    <a:pt x="16371" y="196867"/>
                  </a:cubicBezTo>
                  <a:cubicBezTo>
                    <a:pt x="16100" y="195631"/>
                    <a:pt x="15850" y="194391"/>
                    <a:pt x="15627" y="193146"/>
                  </a:cubicBezTo>
                  <a:cubicBezTo>
                    <a:pt x="15136" y="192900"/>
                    <a:pt x="14645" y="192655"/>
                    <a:pt x="14139" y="192402"/>
                  </a:cubicBezTo>
                  <a:cubicBezTo>
                    <a:pt x="13893" y="191527"/>
                    <a:pt x="13648" y="190652"/>
                    <a:pt x="13395" y="189751"/>
                  </a:cubicBezTo>
                  <a:cubicBezTo>
                    <a:pt x="13149" y="188907"/>
                    <a:pt x="12903" y="188063"/>
                    <a:pt x="12650" y="187193"/>
                  </a:cubicBezTo>
                  <a:cubicBezTo>
                    <a:pt x="12159" y="187193"/>
                    <a:pt x="11668" y="187193"/>
                    <a:pt x="11162" y="187193"/>
                  </a:cubicBezTo>
                  <a:cubicBezTo>
                    <a:pt x="10668" y="185270"/>
                    <a:pt x="10398" y="183341"/>
                    <a:pt x="10092" y="181379"/>
                  </a:cubicBezTo>
                  <a:cubicBezTo>
                    <a:pt x="9954" y="180842"/>
                    <a:pt x="9816" y="180305"/>
                    <a:pt x="9674" y="179751"/>
                  </a:cubicBezTo>
                  <a:cubicBezTo>
                    <a:pt x="9183" y="179751"/>
                    <a:pt x="8692" y="179751"/>
                    <a:pt x="8186" y="179751"/>
                  </a:cubicBezTo>
                  <a:cubicBezTo>
                    <a:pt x="8158" y="179169"/>
                    <a:pt x="8130" y="178587"/>
                    <a:pt x="8101" y="177987"/>
                  </a:cubicBezTo>
                  <a:cubicBezTo>
                    <a:pt x="8052" y="177234"/>
                    <a:pt x="8003" y="176481"/>
                    <a:pt x="7953" y="175705"/>
                  </a:cubicBezTo>
                  <a:cubicBezTo>
                    <a:pt x="7910" y="174954"/>
                    <a:pt x="7867" y="174203"/>
                    <a:pt x="7822" y="173429"/>
                  </a:cubicBezTo>
                  <a:cubicBezTo>
                    <a:pt x="7697" y="172814"/>
                    <a:pt x="7571" y="172199"/>
                    <a:pt x="7441" y="171566"/>
                  </a:cubicBezTo>
                  <a:cubicBezTo>
                    <a:pt x="6705" y="171320"/>
                    <a:pt x="5968" y="171075"/>
                    <a:pt x="5209" y="170822"/>
                  </a:cubicBezTo>
                  <a:cubicBezTo>
                    <a:pt x="4881" y="168659"/>
                    <a:pt x="4881" y="168659"/>
                    <a:pt x="4790" y="165985"/>
                  </a:cubicBezTo>
                  <a:cubicBezTo>
                    <a:pt x="4732" y="164370"/>
                    <a:pt x="4635" y="162755"/>
                    <a:pt x="4465" y="161148"/>
                  </a:cubicBezTo>
                  <a:cubicBezTo>
                    <a:pt x="3974" y="160902"/>
                    <a:pt x="3483" y="160657"/>
                    <a:pt x="2977" y="160404"/>
                  </a:cubicBezTo>
                  <a:cubicBezTo>
                    <a:pt x="2739" y="158748"/>
                    <a:pt x="2739" y="158748"/>
                    <a:pt x="2668" y="156587"/>
                  </a:cubicBezTo>
                  <a:cubicBezTo>
                    <a:pt x="2640" y="155817"/>
                    <a:pt x="2611" y="155048"/>
                    <a:pt x="2581" y="154254"/>
                  </a:cubicBezTo>
                  <a:cubicBezTo>
                    <a:pt x="2558" y="153444"/>
                    <a:pt x="2535" y="152634"/>
                    <a:pt x="2511" y="151800"/>
                  </a:cubicBezTo>
                  <a:cubicBezTo>
                    <a:pt x="2468" y="150580"/>
                    <a:pt x="2468" y="150580"/>
                    <a:pt x="2424" y="149336"/>
                  </a:cubicBezTo>
                  <a:cubicBezTo>
                    <a:pt x="2354" y="147320"/>
                    <a:pt x="2290" y="145305"/>
                    <a:pt x="2232" y="143289"/>
                  </a:cubicBezTo>
                  <a:cubicBezTo>
                    <a:pt x="1496" y="143289"/>
                    <a:pt x="759" y="143289"/>
                    <a:pt x="0" y="143289"/>
                  </a:cubicBezTo>
                  <a:cubicBezTo>
                    <a:pt x="0" y="129782"/>
                    <a:pt x="0" y="116276"/>
                    <a:pt x="0" y="102361"/>
                  </a:cubicBezTo>
                  <a:cubicBezTo>
                    <a:pt x="737" y="102361"/>
                    <a:pt x="1473" y="102361"/>
                    <a:pt x="2232" y="102361"/>
                  </a:cubicBezTo>
                  <a:cubicBezTo>
                    <a:pt x="2478" y="95976"/>
                    <a:pt x="2724" y="89591"/>
                    <a:pt x="2977" y="83013"/>
                  </a:cubicBezTo>
                  <a:cubicBezTo>
                    <a:pt x="3468" y="83013"/>
                    <a:pt x="3959" y="83013"/>
                    <a:pt x="4465" y="83013"/>
                  </a:cubicBezTo>
                  <a:cubicBezTo>
                    <a:pt x="4493" y="82332"/>
                    <a:pt x="4520" y="81651"/>
                    <a:pt x="4549" y="80949"/>
                  </a:cubicBezTo>
                  <a:cubicBezTo>
                    <a:pt x="4598" y="80065"/>
                    <a:pt x="4647" y="79181"/>
                    <a:pt x="4697" y="78269"/>
                  </a:cubicBezTo>
                  <a:cubicBezTo>
                    <a:pt x="4741" y="77389"/>
                    <a:pt x="4784" y="76508"/>
                    <a:pt x="4828" y="75601"/>
                  </a:cubicBezTo>
                  <a:cubicBezTo>
                    <a:pt x="4954" y="74855"/>
                    <a:pt x="5080" y="74108"/>
                    <a:pt x="5209" y="73339"/>
                  </a:cubicBezTo>
                  <a:cubicBezTo>
                    <a:pt x="6314" y="72603"/>
                    <a:pt x="6314" y="72603"/>
                    <a:pt x="7441" y="71851"/>
                  </a:cubicBezTo>
                  <a:cubicBezTo>
                    <a:pt x="7876" y="69875"/>
                    <a:pt x="7876" y="69875"/>
                    <a:pt x="7953" y="67665"/>
                  </a:cubicBezTo>
                  <a:cubicBezTo>
                    <a:pt x="8002" y="66919"/>
                    <a:pt x="8051" y="66173"/>
                    <a:pt x="8101" y="65404"/>
                  </a:cubicBezTo>
                  <a:cubicBezTo>
                    <a:pt x="8129" y="64830"/>
                    <a:pt x="8157" y="64257"/>
                    <a:pt x="8186" y="63666"/>
                  </a:cubicBezTo>
                  <a:cubicBezTo>
                    <a:pt x="8922" y="63666"/>
                    <a:pt x="9659" y="63666"/>
                    <a:pt x="10418" y="63666"/>
                  </a:cubicBezTo>
                  <a:cubicBezTo>
                    <a:pt x="10664" y="61210"/>
                    <a:pt x="10909" y="58754"/>
                    <a:pt x="11162" y="56224"/>
                  </a:cubicBezTo>
                  <a:cubicBezTo>
                    <a:pt x="11899" y="56224"/>
                    <a:pt x="12636" y="56224"/>
                    <a:pt x="13395" y="56224"/>
                  </a:cubicBezTo>
                  <a:cubicBezTo>
                    <a:pt x="13348" y="55395"/>
                    <a:pt x="13302" y="54567"/>
                    <a:pt x="13255" y="53713"/>
                  </a:cubicBezTo>
                  <a:cubicBezTo>
                    <a:pt x="13301" y="52822"/>
                    <a:pt x="13347" y="51932"/>
                    <a:pt x="13395" y="51015"/>
                  </a:cubicBezTo>
                  <a:cubicBezTo>
                    <a:pt x="14500" y="50278"/>
                    <a:pt x="14500" y="50278"/>
                    <a:pt x="15627" y="49527"/>
                  </a:cubicBezTo>
                  <a:cubicBezTo>
                    <a:pt x="16139" y="48293"/>
                    <a:pt x="16636" y="47053"/>
                    <a:pt x="17115" y="45806"/>
                  </a:cubicBezTo>
                  <a:cubicBezTo>
                    <a:pt x="17852" y="45438"/>
                    <a:pt x="17852" y="45438"/>
                    <a:pt x="18604" y="45062"/>
                  </a:cubicBezTo>
                  <a:cubicBezTo>
                    <a:pt x="18726" y="44448"/>
                    <a:pt x="18849" y="43834"/>
                    <a:pt x="18976" y="43202"/>
                  </a:cubicBezTo>
                  <a:cubicBezTo>
                    <a:pt x="19098" y="42588"/>
                    <a:pt x="19221" y="41974"/>
                    <a:pt x="19348" y="41341"/>
                  </a:cubicBezTo>
                  <a:cubicBezTo>
                    <a:pt x="20084" y="40973"/>
                    <a:pt x="20084" y="40973"/>
                    <a:pt x="20836" y="40597"/>
                  </a:cubicBezTo>
                  <a:cubicBezTo>
                    <a:pt x="21594" y="39116"/>
                    <a:pt x="22336" y="37626"/>
                    <a:pt x="23068" y="36132"/>
                  </a:cubicBezTo>
                  <a:cubicBezTo>
                    <a:pt x="24603" y="33621"/>
                    <a:pt x="24603" y="33621"/>
                    <a:pt x="26045" y="31667"/>
                  </a:cubicBezTo>
                  <a:cubicBezTo>
                    <a:pt x="26536" y="31667"/>
                    <a:pt x="27027" y="31667"/>
                    <a:pt x="27533" y="31667"/>
                  </a:cubicBezTo>
                  <a:cubicBezTo>
                    <a:pt x="27733" y="31130"/>
                    <a:pt x="27932" y="30593"/>
                    <a:pt x="28138" y="30040"/>
                  </a:cubicBezTo>
                  <a:cubicBezTo>
                    <a:pt x="29216" y="27487"/>
                    <a:pt x="30771" y="26148"/>
                    <a:pt x="32742" y="24226"/>
                  </a:cubicBezTo>
                  <a:cubicBezTo>
                    <a:pt x="32972" y="23658"/>
                    <a:pt x="33203" y="23090"/>
                    <a:pt x="33440" y="22505"/>
                  </a:cubicBezTo>
                  <a:cubicBezTo>
                    <a:pt x="33701" y="22091"/>
                    <a:pt x="33962" y="21676"/>
                    <a:pt x="34230" y="21250"/>
                  </a:cubicBezTo>
                  <a:cubicBezTo>
                    <a:pt x="36556" y="21063"/>
                    <a:pt x="36556" y="21063"/>
                    <a:pt x="38695" y="21250"/>
                  </a:cubicBezTo>
                  <a:cubicBezTo>
                    <a:pt x="38695" y="20267"/>
                    <a:pt x="38695" y="19285"/>
                    <a:pt x="38695" y="18273"/>
                  </a:cubicBezTo>
                  <a:cubicBezTo>
                    <a:pt x="40137" y="17482"/>
                    <a:pt x="40137" y="17482"/>
                    <a:pt x="41672" y="16785"/>
                  </a:cubicBezTo>
                  <a:cubicBezTo>
                    <a:pt x="42040" y="15680"/>
                    <a:pt x="42040" y="15680"/>
                    <a:pt x="42416" y="14552"/>
                  </a:cubicBezTo>
                  <a:cubicBezTo>
                    <a:pt x="43168" y="14307"/>
                    <a:pt x="43920" y="14061"/>
                    <a:pt x="44695" y="13808"/>
                  </a:cubicBezTo>
                  <a:cubicBezTo>
                    <a:pt x="45416" y="13563"/>
                    <a:pt x="46138" y="13317"/>
                    <a:pt x="46881" y="13064"/>
                  </a:cubicBezTo>
                  <a:cubicBezTo>
                    <a:pt x="46881" y="12327"/>
                    <a:pt x="46881" y="11591"/>
                    <a:pt x="46881" y="10832"/>
                  </a:cubicBezTo>
                  <a:cubicBezTo>
                    <a:pt x="47725" y="10770"/>
                    <a:pt x="48569" y="10709"/>
                    <a:pt x="49439" y="10646"/>
                  </a:cubicBezTo>
                  <a:cubicBezTo>
                    <a:pt x="50314" y="10461"/>
                    <a:pt x="51189" y="10277"/>
                    <a:pt x="52090" y="10087"/>
                  </a:cubicBezTo>
                  <a:cubicBezTo>
                    <a:pt x="52197" y="9596"/>
                    <a:pt x="52305" y="9105"/>
                    <a:pt x="52415" y="8599"/>
                  </a:cubicBezTo>
                  <a:cubicBezTo>
                    <a:pt x="52623" y="7862"/>
                    <a:pt x="52623" y="7862"/>
                    <a:pt x="52834" y="7111"/>
                  </a:cubicBezTo>
                  <a:cubicBezTo>
                    <a:pt x="54382" y="6782"/>
                    <a:pt x="55858" y="6691"/>
                    <a:pt x="57438" y="6643"/>
                  </a:cubicBezTo>
                  <a:cubicBezTo>
                    <a:pt x="57883" y="6552"/>
                    <a:pt x="58329" y="6461"/>
                    <a:pt x="58787" y="6367"/>
                  </a:cubicBezTo>
                  <a:cubicBezTo>
                    <a:pt x="59033" y="5630"/>
                    <a:pt x="59278" y="4893"/>
                    <a:pt x="59531" y="4134"/>
                  </a:cubicBezTo>
                  <a:cubicBezTo>
                    <a:pt x="61851" y="3814"/>
                    <a:pt x="64121" y="3807"/>
                    <a:pt x="66461" y="3765"/>
                  </a:cubicBezTo>
                  <a:cubicBezTo>
                    <a:pt x="67121" y="3641"/>
                    <a:pt x="67781" y="3518"/>
                    <a:pt x="68461" y="3390"/>
                  </a:cubicBezTo>
                  <a:cubicBezTo>
                    <a:pt x="68539" y="2899"/>
                    <a:pt x="68617" y="2408"/>
                    <a:pt x="68697" y="1902"/>
                  </a:cubicBezTo>
                  <a:cubicBezTo>
                    <a:pt x="68865" y="1411"/>
                    <a:pt x="69032" y="920"/>
                    <a:pt x="69205" y="414"/>
                  </a:cubicBezTo>
                  <a:cubicBezTo>
                    <a:pt x="70985" y="36"/>
                    <a:pt x="70985" y="36"/>
                    <a:pt x="73376" y="28"/>
                  </a:cubicBezTo>
                  <a:cubicBezTo>
                    <a:pt x="74268" y="19"/>
                    <a:pt x="75159" y="10"/>
                    <a:pt x="76078" y="0"/>
                  </a:cubicBezTo>
                  <a:close/>
                </a:path>
              </a:pathLst>
            </a:custGeom>
            <a:grpFill/>
            <a:ln w="744" cap="flat">
              <a:noFill/>
              <a:prstDash val="solid"/>
              <a:miter/>
            </a:ln>
          </p:spPr>
          <p:txBody>
            <a:bodyPr rtlCol="0" anchor="ctr"/>
            <a:lstStyle/>
            <a:p>
              <a:endParaRPr lang="zh-CN" altLang="en-US"/>
            </a:p>
          </p:txBody>
        </p:sp>
        <p:sp>
          <p:nvSpPr>
            <p:cNvPr id="111" name="任意多边形: 形状 110"/>
            <p:cNvSpPr/>
            <p:nvPr/>
          </p:nvSpPr>
          <p:spPr>
            <a:xfrm>
              <a:off x="7786795" y="596233"/>
              <a:ext cx="143079" cy="574454"/>
            </a:xfrm>
            <a:custGeom>
              <a:avLst/>
              <a:gdLst>
                <a:gd name="connsiteX0" fmla="*/ 51161 w 143079"/>
                <a:gd name="connsiteY0" fmla="*/ 906 h 574454"/>
                <a:gd name="connsiteX1" fmla="*/ 56649 w 143079"/>
                <a:gd name="connsiteY1" fmla="*/ 488 h 574454"/>
                <a:gd name="connsiteX2" fmla="*/ 58195 w 143079"/>
                <a:gd name="connsiteY2" fmla="*/ 434 h 574454"/>
                <a:gd name="connsiteX3" fmla="*/ 62323 w 143079"/>
                <a:gd name="connsiteY3" fmla="*/ 906 h 574454"/>
                <a:gd name="connsiteX4" fmla="*/ 64555 w 143079"/>
                <a:gd name="connsiteY4" fmla="*/ 6859 h 574454"/>
                <a:gd name="connsiteX5" fmla="*/ 65857 w 143079"/>
                <a:gd name="connsiteY5" fmla="*/ 7464 h 574454"/>
                <a:gd name="connsiteX6" fmla="*/ 70508 w 143079"/>
                <a:gd name="connsiteY6" fmla="*/ 12813 h 574454"/>
                <a:gd name="connsiteX7" fmla="*/ 71997 w 143079"/>
                <a:gd name="connsiteY7" fmla="*/ 13557 h 574454"/>
                <a:gd name="connsiteX8" fmla="*/ 72322 w 143079"/>
                <a:gd name="connsiteY8" fmla="*/ 15417 h 574454"/>
                <a:gd name="connsiteX9" fmla="*/ 72741 w 143079"/>
                <a:gd name="connsiteY9" fmla="*/ 17277 h 574454"/>
                <a:gd name="connsiteX10" fmla="*/ 74973 w 143079"/>
                <a:gd name="connsiteY10" fmla="*/ 18022 h 574454"/>
                <a:gd name="connsiteX11" fmla="*/ 75717 w 143079"/>
                <a:gd name="connsiteY11" fmla="*/ 20998 h 574454"/>
                <a:gd name="connsiteX12" fmla="*/ 77206 w 143079"/>
                <a:gd name="connsiteY12" fmla="*/ 21742 h 574454"/>
                <a:gd name="connsiteX13" fmla="*/ 77531 w 143079"/>
                <a:gd name="connsiteY13" fmla="*/ 23184 h 574454"/>
                <a:gd name="connsiteX14" fmla="*/ 80182 w 143079"/>
                <a:gd name="connsiteY14" fmla="*/ 26207 h 574454"/>
                <a:gd name="connsiteX15" fmla="*/ 80926 w 143079"/>
                <a:gd name="connsiteY15" fmla="*/ 28440 h 574454"/>
                <a:gd name="connsiteX16" fmla="*/ 83159 w 143079"/>
                <a:gd name="connsiteY16" fmla="*/ 30672 h 574454"/>
                <a:gd name="connsiteX17" fmla="*/ 85999 w 143079"/>
                <a:gd name="connsiteY17" fmla="*/ 35329 h 574454"/>
                <a:gd name="connsiteX18" fmla="*/ 88368 w 143079"/>
                <a:gd name="connsiteY18" fmla="*/ 37369 h 574454"/>
                <a:gd name="connsiteX19" fmla="*/ 89856 w 143079"/>
                <a:gd name="connsiteY19" fmla="*/ 41834 h 574454"/>
                <a:gd name="connsiteX20" fmla="*/ 93577 w 143079"/>
                <a:gd name="connsiteY20" fmla="*/ 46299 h 574454"/>
                <a:gd name="connsiteX21" fmla="*/ 95065 w 143079"/>
                <a:gd name="connsiteY21" fmla="*/ 50020 h 574454"/>
                <a:gd name="connsiteX22" fmla="*/ 96553 w 143079"/>
                <a:gd name="connsiteY22" fmla="*/ 50764 h 574454"/>
                <a:gd name="connsiteX23" fmla="*/ 96460 w 143079"/>
                <a:gd name="connsiteY23" fmla="*/ 53368 h 574454"/>
                <a:gd name="connsiteX24" fmla="*/ 96553 w 143079"/>
                <a:gd name="connsiteY24" fmla="*/ 55973 h 574454"/>
                <a:gd name="connsiteX25" fmla="*/ 99530 w 143079"/>
                <a:gd name="connsiteY25" fmla="*/ 56717 h 574454"/>
                <a:gd name="connsiteX26" fmla="*/ 100274 w 143079"/>
                <a:gd name="connsiteY26" fmla="*/ 60438 h 574454"/>
                <a:gd name="connsiteX27" fmla="*/ 102506 w 143079"/>
                <a:gd name="connsiteY27" fmla="*/ 61182 h 574454"/>
                <a:gd name="connsiteX28" fmla="*/ 102506 w 143079"/>
                <a:gd name="connsiteY28" fmla="*/ 65647 h 574454"/>
                <a:gd name="connsiteX29" fmla="*/ 104739 w 143079"/>
                <a:gd name="connsiteY29" fmla="*/ 67135 h 574454"/>
                <a:gd name="connsiteX30" fmla="*/ 105483 w 143079"/>
                <a:gd name="connsiteY30" fmla="*/ 71600 h 574454"/>
                <a:gd name="connsiteX31" fmla="*/ 107715 w 143079"/>
                <a:gd name="connsiteY31" fmla="*/ 71600 h 574454"/>
                <a:gd name="connsiteX32" fmla="*/ 107529 w 143079"/>
                <a:gd name="connsiteY32" fmla="*/ 74111 h 574454"/>
                <a:gd name="connsiteX33" fmla="*/ 107715 w 143079"/>
                <a:gd name="connsiteY33" fmla="*/ 76809 h 574454"/>
                <a:gd name="connsiteX34" fmla="*/ 110692 w 143079"/>
                <a:gd name="connsiteY34" fmla="*/ 78297 h 574454"/>
                <a:gd name="connsiteX35" fmla="*/ 111436 w 143079"/>
                <a:gd name="connsiteY35" fmla="*/ 82762 h 574454"/>
                <a:gd name="connsiteX36" fmla="*/ 112924 w 143079"/>
                <a:gd name="connsiteY36" fmla="*/ 83506 h 574454"/>
                <a:gd name="connsiteX37" fmla="*/ 113668 w 143079"/>
                <a:gd name="connsiteY37" fmla="*/ 89459 h 574454"/>
                <a:gd name="connsiteX38" fmla="*/ 115901 w 143079"/>
                <a:gd name="connsiteY38" fmla="*/ 89459 h 574454"/>
                <a:gd name="connsiteX39" fmla="*/ 116133 w 143079"/>
                <a:gd name="connsiteY39" fmla="*/ 91645 h 574454"/>
                <a:gd name="connsiteX40" fmla="*/ 116645 w 143079"/>
                <a:gd name="connsiteY40" fmla="*/ 93924 h 574454"/>
                <a:gd name="connsiteX41" fmla="*/ 118877 w 143079"/>
                <a:gd name="connsiteY41" fmla="*/ 94668 h 574454"/>
                <a:gd name="connsiteX42" fmla="*/ 119296 w 143079"/>
                <a:gd name="connsiteY42" fmla="*/ 98017 h 574454"/>
                <a:gd name="connsiteX43" fmla="*/ 119622 w 143079"/>
                <a:gd name="connsiteY43" fmla="*/ 101365 h 574454"/>
                <a:gd name="connsiteX44" fmla="*/ 121110 w 143079"/>
                <a:gd name="connsiteY44" fmla="*/ 102109 h 574454"/>
                <a:gd name="connsiteX45" fmla="*/ 121435 w 143079"/>
                <a:gd name="connsiteY45" fmla="*/ 104667 h 574454"/>
                <a:gd name="connsiteX46" fmla="*/ 121854 w 143079"/>
                <a:gd name="connsiteY46" fmla="*/ 107318 h 574454"/>
                <a:gd name="connsiteX47" fmla="*/ 124086 w 143079"/>
                <a:gd name="connsiteY47" fmla="*/ 108807 h 574454"/>
                <a:gd name="connsiteX48" fmla="*/ 124598 w 143079"/>
                <a:gd name="connsiteY48" fmla="*/ 112993 h 574454"/>
                <a:gd name="connsiteX49" fmla="*/ 124746 w 143079"/>
                <a:gd name="connsiteY49" fmla="*/ 115254 h 574454"/>
                <a:gd name="connsiteX50" fmla="*/ 124831 w 143079"/>
                <a:gd name="connsiteY50" fmla="*/ 116992 h 574454"/>
                <a:gd name="connsiteX51" fmla="*/ 127063 w 143079"/>
                <a:gd name="connsiteY51" fmla="*/ 116992 h 574454"/>
                <a:gd name="connsiteX52" fmla="*/ 127173 w 143079"/>
                <a:gd name="connsiteY52" fmla="*/ 118431 h 574454"/>
                <a:gd name="connsiteX53" fmla="*/ 127342 w 143079"/>
                <a:gd name="connsiteY53" fmla="*/ 120294 h 574454"/>
                <a:gd name="connsiteX54" fmla="*/ 127499 w 143079"/>
                <a:gd name="connsiteY54" fmla="*/ 122152 h 574454"/>
                <a:gd name="connsiteX55" fmla="*/ 127807 w 143079"/>
                <a:gd name="connsiteY55" fmla="*/ 123690 h 574454"/>
                <a:gd name="connsiteX56" fmla="*/ 129295 w 143079"/>
                <a:gd name="connsiteY56" fmla="*/ 124434 h 574454"/>
                <a:gd name="connsiteX57" fmla="*/ 129711 w 143079"/>
                <a:gd name="connsiteY57" fmla="*/ 129619 h 574454"/>
                <a:gd name="connsiteX58" fmla="*/ 130040 w 143079"/>
                <a:gd name="connsiteY58" fmla="*/ 131131 h 574454"/>
                <a:gd name="connsiteX59" fmla="*/ 132272 w 143079"/>
                <a:gd name="connsiteY59" fmla="*/ 131875 h 574454"/>
                <a:gd name="connsiteX60" fmla="*/ 132784 w 143079"/>
                <a:gd name="connsiteY60" fmla="*/ 136386 h 574454"/>
                <a:gd name="connsiteX61" fmla="*/ 132932 w 143079"/>
                <a:gd name="connsiteY61" fmla="*/ 138878 h 574454"/>
                <a:gd name="connsiteX62" fmla="*/ 133016 w 143079"/>
                <a:gd name="connsiteY62" fmla="*/ 140805 h 574454"/>
                <a:gd name="connsiteX63" fmla="*/ 135248 w 143079"/>
                <a:gd name="connsiteY63" fmla="*/ 140061 h 574454"/>
                <a:gd name="connsiteX64" fmla="*/ 135359 w 143079"/>
                <a:gd name="connsiteY64" fmla="*/ 142313 h 574454"/>
                <a:gd name="connsiteX65" fmla="*/ 135528 w 143079"/>
                <a:gd name="connsiteY65" fmla="*/ 145223 h 574454"/>
                <a:gd name="connsiteX66" fmla="*/ 135685 w 143079"/>
                <a:gd name="connsiteY66" fmla="*/ 148127 h 574454"/>
                <a:gd name="connsiteX67" fmla="*/ 135993 w 143079"/>
                <a:gd name="connsiteY67" fmla="*/ 150479 h 574454"/>
                <a:gd name="connsiteX68" fmla="*/ 137481 w 143079"/>
                <a:gd name="connsiteY68" fmla="*/ 151223 h 574454"/>
                <a:gd name="connsiteX69" fmla="*/ 138318 w 143079"/>
                <a:gd name="connsiteY69" fmla="*/ 156106 h 574454"/>
                <a:gd name="connsiteX70" fmla="*/ 138696 w 143079"/>
                <a:gd name="connsiteY70" fmla="*/ 158807 h 574454"/>
                <a:gd name="connsiteX71" fmla="*/ 138969 w 143079"/>
                <a:gd name="connsiteY71" fmla="*/ 160897 h 574454"/>
                <a:gd name="connsiteX72" fmla="*/ 140457 w 143079"/>
                <a:gd name="connsiteY72" fmla="*/ 160897 h 574454"/>
                <a:gd name="connsiteX73" fmla="*/ 140542 w 143079"/>
                <a:gd name="connsiteY73" fmla="*/ 163149 h 574454"/>
                <a:gd name="connsiteX74" fmla="*/ 140690 w 143079"/>
                <a:gd name="connsiteY74" fmla="*/ 166059 h 574454"/>
                <a:gd name="connsiteX75" fmla="*/ 140821 w 143079"/>
                <a:gd name="connsiteY75" fmla="*/ 168963 h 574454"/>
                <a:gd name="connsiteX76" fmla="*/ 141202 w 143079"/>
                <a:gd name="connsiteY76" fmla="*/ 171315 h 574454"/>
                <a:gd name="connsiteX77" fmla="*/ 143434 w 143079"/>
                <a:gd name="connsiteY77" fmla="*/ 172059 h 574454"/>
                <a:gd name="connsiteX78" fmla="*/ 143853 w 143079"/>
                <a:gd name="connsiteY78" fmla="*/ 177965 h 574454"/>
                <a:gd name="connsiteX79" fmla="*/ 145666 w 143079"/>
                <a:gd name="connsiteY79" fmla="*/ 185453 h 574454"/>
                <a:gd name="connsiteX80" fmla="*/ 145922 w 143079"/>
                <a:gd name="connsiteY80" fmla="*/ 188476 h 574454"/>
                <a:gd name="connsiteX81" fmla="*/ 145989 w 143079"/>
                <a:gd name="connsiteY81" fmla="*/ 190273 h 574454"/>
                <a:gd name="connsiteX82" fmla="*/ 146088 w 143079"/>
                <a:gd name="connsiteY82" fmla="*/ 194028 h 574454"/>
                <a:gd name="connsiteX83" fmla="*/ 146155 w 143079"/>
                <a:gd name="connsiteY83" fmla="*/ 195825 h 574454"/>
                <a:gd name="connsiteX84" fmla="*/ 146197 w 143079"/>
                <a:gd name="connsiteY84" fmla="*/ 197473 h 574454"/>
                <a:gd name="connsiteX85" fmla="*/ 147899 w 143079"/>
                <a:gd name="connsiteY85" fmla="*/ 200336 h 574454"/>
                <a:gd name="connsiteX86" fmla="*/ 148643 w 143079"/>
                <a:gd name="connsiteY86" fmla="*/ 200336 h 574454"/>
                <a:gd name="connsiteX87" fmla="*/ 149387 w 143079"/>
                <a:gd name="connsiteY87" fmla="*/ 218940 h 574454"/>
                <a:gd name="connsiteX88" fmla="*/ 151620 w 143079"/>
                <a:gd name="connsiteY88" fmla="*/ 218940 h 574454"/>
                <a:gd name="connsiteX89" fmla="*/ 151664 w 143079"/>
                <a:gd name="connsiteY89" fmla="*/ 221523 h 574454"/>
                <a:gd name="connsiteX90" fmla="*/ 151856 w 143079"/>
                <a:gd name="connsiteY90" fmla="*/ 230980 h 574454"/>
                <a:gd name="connsiteX91" fmla="*/ 151934 w 143079"/>
                <a:gd name="connsiteY91" fmla="*/ 235079 h 574454"/>
                <a:gd name="connsiteX92" fmla="*/ 152056 w 143079"/>
                <a:gd name="connsiteY92" fmla="*/ 240959 h 574454"/>
                <a:gd name="connsiteX93" fmla="*/ 152082 w 143079"/>
                <a:gd name="connsiteY93" fmla="*/ 242821 h 574454"/>
                <a:gd name="connsiteX94" fmla="*/ 152364 w 143079"/>
                <a:gd name="connsiteY94" fmla="*/ 247217 h 574454"/>
                <a:gd name="connsiteX95" fmla="*/ 153852 w 143079"/>
                <a:gd name="connsiteY95" fmla="*/ 247961 h 574454"/>
                <a:gd name="connsiteX96" fmla="*/ 154041 w 143079"/>
                <a:gd name="connsiteY96" fmla="*/ 251040 h 574454"/>
                <a:gd name="connsiteX97" fmla="*/ 154054 w 143079"/>
                <a:gd name="connsiteY97" fmla="*/ 253051 h 574454"/>
                <a:gd name="connsiteX98" fmla="*/ 154045 w 143079"/>
                <a:gd name="connsiteY98" fmla="*/ 255275 h 574454"/>
                <a:gd name="connsiteX99" fmla="*/ 154052 w 143079"/>
                <a:gd name="connsiteY99" fmla="*/ 257603 h 574454"/>
                <a:gd name="connsiteX100" fmla="*/ 154050 w 143079"/>
                <a:gd name="connsiteY100" fmla="*/ 265262 h 574454"/>
                <a:gd name="connsiteX101" fmla="*/ 154054 w 143079"/>
                <a:gd name="connsiteY101" fmla="*/ 270559 h 574454"/>
                <a:gd name="connsiteX102" fmla="*/ 154046 w 143079"/>
                <a:gd name="connsiteY102" fmla="*/ 281677 h 574454"/>
                <a:gd name="connsiteX103" fmla="*/ 154051 w 143079"/>
                <a:gd name="connsiteY103" fmla="*/ 295964 h 574454"/>
                <a:gd name="connsiteX104" fmla="*/ 154051 w 143079"/>
                <a:gd name="connsiteY104" fmla="*/ 306906 h 574454"/>
                <a:gd name="connsiteX105" fmla="*/ 154055 w 143079"/>
                <a:gd name="connsiteY105" fmla="*/ 312176 h 574454"/>
                <a:gd name="connsiteX106" fmla="*/ 154045 w 143079"/>
                <a:gd name="connsiteY106" fmla="*/ 319526 h 574454"/>
                <a:gd name="connsiteX107" fmla="*/ 154054 w 143079"/>
                <a:gd name="connsiteY107" fmla="*/ 321750 h 574454"/>
                <a:gd name="connsiteX108" fmla="*/ 154041 w 143079"/>
                <a:gd name="connsiteY108" fmla="*/ 323761 h 574454"/>
                <a:gd name="connsiteX109" fmla="*/ 154039 w 143079"/>
                <a:gd name="connsiteY109" fmla="*/ 325519 h 574454"/>
                <a:gd name="connsiteX110" fmla="*/ 153852 w 143079"/>
                <a:gd name="connsiteY110" fmla="*/ 326840 h 574454"/>
                <a:gd name="connsiteX111" fmla="*/ 152364 w 143079"/>
                <a:gd name="connsiteY111" fmla="*/ 327584 h 574454"/>
                <a:gd name="connsiteX112" fmla="*/ 152056 w 143079"/>
                <a:gd name="connsiteY112" fmla="*/ 333680 h 574454"/>
                <a:gd name="connsiteX113" fmla="*/ 152012 w 143079"/>
                <a:gd name="connsiteY113" fmla="*/ 335528 h 574454"/>
                <a:gd name="connsiteX114" fmla="*/ 151899 w 143079"/>
                <a:gd name="connsiteY114" fmla="*/ 341397 h 574454"/>
                <a:gd name="connsiteX115" fmla="*/ 151811 w 143079"/>
                <a:gd name="connsiteY115" fmla="*/ 345366 h 574454"/>
                <a:gd name="connsiteX116" fmla="*/ 151620 w 143079"/>
                <a:gd name="connsiteY116" fmla="*/ 355117 h 574454"/>
                <a:gd name="connsiteX117" fmla="*/ 149387 w 143079"/>
                <a:gd name="connsiteY117" fmla="*/ 355117 h 574454"/>
                <a:gd name="connsiteX118" fmla="*/ 148643 w 143079"/>
                <a:gd name="connsiteY118" fmla="*/ 373721 h 574454"/>
                <a:gd name="connsiteX119" fmla="*/ 146411 w 143079"/>
                <a:gd name="connsiteY119" fmla="*/ 373721 h 574454"/>
                <a:gd name="connsiteX120" fmla="*/ 146366 w 143079"/>
                <a:gd name="connsiteY120" fmla="*/ 375075 h 574454"/>
                <a:gd name="connsiteX121" fmla="*/ 146132 w 143079"/>
                <a:gd name="connsiteY121" fmla="*/ 381116 h 574454"/>
                <a:gd name="connsiteX122" fmla="*/ 146062 w 143079"/>
                <a:gd name="connsiteY122" fmla="*/ 383248 h 574454"/>
                <a:gd name="connsiteX123" fmla="*/ 145975 w 143079"/>
                <a:gd name="connsiteY123" fmla="*/ 385275 h 574454"/>
                <a:gd name="connsiteX124" fmla="*/ 145904 w 143079"/>
                <a:gd name="connsiteY124" fmla="*/ 387153 h 574454"/>
                <a:gd name="connsiteX125" fmla="*/ 145666 w 143079"/>
                <a:gd name="connsiteY125" fmla="*/ 388604 h 574454"/>
                <a:gd name="connsiteX126" fmla="*/ 144178 w 143079"/>
                <a:gd name="connsiteY126" fmla="*/ 389348 h 574454"/>
                <a:gd name="connsiteX127" fmla="*/ 143822 w 143079"/>
                <a:gd name="connsiteY127" fmla="*/ 397472 h 574454"/>
                <a:gd name="connsiteX128" fmla="*/ 143434 w 143079"/>
                <a:gd name="connsiteY128" fmla="*/ 401998 h 574454"/>
                <a:gd name="connsiteX129" fmla="*/ 141202 w 143079"/>
                <a:gd name="connsiteY129" fmla="*/ 402742 h 574454"/>
                <a:gd name="connsiteX130" fmla="*/ 140830 w 143079"/>
                <a:gd name="connsiteY130" fmla="*/ 407951 h 574454"/>
                <a:gd name="connsiteX131" fmla="*/ 140457 w 143079"/>
                <a:gd name="connsiteY131" fmla="*/ 413160 h 574454"/>
                <a:gd name="connsiteX132" fmla="*/ 138225 w 143079"/>
                <a:gd name="connsiteY132" fmla="*/ 413904 h 574454"/>
                <a:gd name="connsiteX133" fmla="*/ 137713 w 143079"/>
                <a:gd name="connsiteY133" fmla="*/ 418788 h 574454"/>
                <a:gd name="connsiteX134" fmla="*/ 137565 w 143079"/>
                <a:gd name="connsiteY134" fmla="*/ 421488 h 574454"/>
                <a:gd name="connsiteX135" fmla="*/ 137481 w 143079"/>
                <a:gd name="connsiteY135" fmla="*/ 423578 h 574454"/>
                <a:gd name="connsiteX136" fmla="*/ 135248 w 143079"/>
                <a:gd name="connsiteY136" fmla="*/ 423578 h 574454"/>
                <a:gd name="connsiteX137" fmla="*/ 135327 w 143079"/>
                <a:gd name="connsiteY137" fmla="*/ 425668 h 574454"/>
                <a:gd name="connsiteX138" fmla="*/ 135388 w 143079"/>
                <a:gd name="connsiteY138" fmla="*/ 428369 h 574454"/>
                <a:gd name="connsiteX139" fmla="*/ 135467 w 143079"/>
                <a:gd name="connsiteY139" fmla="*/ 431063 h 574454"/>
                <a:gd name="connsiteX140" fmla="*/ 135248 w 143079"/>
                <a:gd name="connsiteY140" fmla="*/ 433252 h 574454"/>
                <a:gd name="connsiteX141" fmla="*/ 133016 w 143079"/>
                <a:gd name="connsiteY141" fmla="*/ 433996 h 574454"/>
                <a:gd name="connsiteX142" fmla="*/ 132504 w 143079"/>
                <a:gd name="connsiteY142" fmla="*/ 438135 h 574454"/>
                <a:gd name="connsiteX143" fmla="*/ 132356 w 143079"/>
                <a:gd name="connsiteY143" fmla="*/ 440417 h 574454"/>
                <a:gd name="connsiteX144" fmla="*/ 132272 w 143079"/>
                <a:gd name="connsiteY144" fmla="*/ 442182 h 574454"/>
                <a:gd name="connsiteX145" fmla="*/ 130784 w 143079"/>
                <a:gd name="connsiteY145" fmla="*/ 442182 h 574454"/>
                <a:gd name="connsiteX146" fmla="*/ 130040 w 143079"/>
                <a:gd name="connsiteY146" fmla="*/ 445856 h 574454"/>
                <a:gd name="connsiteX147" fmla="*/ 129295 w 143079"/>
                <a:gd name="connsiteY147" fmla="*/ 449623 h 574454"/>
                <a:gd name="connsiteX148" fmla="*/ 127807 w 143079"/>
                <a:gd name="connsiteY148" fmla="*/ 450367 h 574454"/>
                <a:gd name="connsiteX149" fmla="*/ 127342 w 143079"/>
                <a:gd name="connsiteY149" fmla="*/ 454134 h 574454"/>
                <a:gd name="connsiteX150" fmla="*/ 127173 w 143079"/>
                <a:gd name="connsiteY150" fmla="*/ 456207 h 574454"/>
                <a:gd name="connsiteX151" fmla="*/ 127063 w 143079"/>
                <a:gd name="connsiteY151" fmla="*/ 457809 h 574454"/>
                <a:gd name="connsiteX152" fmla="*/ 124831 w 143079"/>
                <a:gd name="connsiteY152" fmla="*/ 457809 h 574454"/>
                <a:gd name="connsiteX153" fmla="*/ 124086 w 143079"/>
                <a:gd name="connsiteY153" fmla="*/ 465250 h 574454"/>
                <a:gd name="connsiteX154" fmla="*/ 121854 w 143079"/>
                <a:gd name="connsiteY154" fmla="*/ 465250 h 574454"/>
                <a:gd name="connsiteX155" fmla="*/ 121110 w 143079"/>
                <a:gd name="connsiteY155" fmla="*/ 471947 h 574454"/>
                <a:gd name="connsiteX156" fmla="*/ 118877 w 143079"/>
                <a:gd name="connsiteY156" fmla="*/ 471947 h 574454"/>
                <a:gd name="connsiteX157" fmla="*/ 118956 w 143079"/>
                <a:gd name="connsiteY157" fmla="*/ 473386 h 574454"/>
                <a:gd name="connsiteX158" fmla="*/ 119017 w 143079"/>
                <a:gd name="connsiteY158" fmla="*/ 475249 h 574454"/>
                <a:gd name="connsiteX159" fmla="*/ 119095 w 143079"/>
                <a:gd name="connsiteY159" fmla="*/ 477107 h 574454"/>
                <a:gd name="connsiteX160" fmla="*/ 118877 w 143079"/>
                <a:gd name="connsiteY160" fmla="*/ 478645 h 574454"/>
                <a:gd name="connsiteX161" fmla="*/ 116645 w 143079"/>
                <a:gd name="connsiteY161" fmla="*/ 479389 h 574454"/>
                <a:gd name="connsiteX162" fmla="*/ 115901 w 143079"/>
                <a:gd name="connsiteY162" fmla="*/ 484598 h 574454"/>
                <a:gd name="connsiteX163" fmla="*/ 113668 w 143079"/>
                <a:gd name="connsiteY163" fmla="*/ 484598 h 574454"/>
                <a:gd name="connsiteX164" fmla="*/ 112924 w 143079"/>
                <a:gd name="connsiteY164" fmla="*/ 491295 h 574454"/>
                <a:gd name="connsiteX165" fmla="*/ 110692 w 143079"/>
                <a:gd name="connsiteY165" fmla="*/ 491295 h 574454"/>
                <a:gd name="connsiteX166" fmla="*/ 110831 w 143079"/>
                <a:gd name="connsiteY166" fmla="*/ 493853 h 574454"/>
                <a:gd name="connsiteX167" fmla="*/ 110692 w 143079"/>
                <a:gd name="connsiteY167" fmla="*/ 496504 h 574454"/>
                <a:gd name="connsiteX168" fmla="*/ 108459 w 143079"/>
                <a:gd name="connsiteY168" fmla="*/ 497248 h 574454"/>
                <a:gd name="connsiteX169" fmla="*/ 107715 w 143079"/>
                <a:gd name="connsiteY169" fmla="*/ 501713 h 574454"/>
                <a:gd name="connsiteX170" fmla="*/ 105483 w 143079"/>
                <a:gd name="connsiteY170" fmla="*/ 503201 h 574454"/>
                <a:gd name="connsiteX171" fmla="*/ 104739 w 143079"/>
                <a:gd name="connsiteY171" fmla="*/ 507666 h 574454"/>
                <a:gd name="connsiteX172" fmla="*/ 103250 w 143079"/>
                <a:gd name="connsiteY172" fmla="*/ 508410 h 574454"/>
                <a:gd name="connsiteX173" fmla="*/ 102506 w 143079"/>
                <a:gd name="connsiteY173" fmla="*/ 510271 h 574454"/>
                <a:gd name="connsiteX174" fmla="*/ 100274 w 143079"/>
                <a:gd name="connsiteY174" fmla="*/ 512875 h 574454"/>
                <a:gd name="connsiteX175" fmla="*/ 99530 w 143079"/>
                <a:gd name="connsiteY175" fmla="*/ 518084 h 574454"/>
                <a:gd name="connsiteX176" fmla="*/ 98041 w 143079"/>
                <a:gd name="connsiteY176" fmla="*/ 518084 h 574454"/>
                <a:gd name="connsiteX177" fmla="*/ 97344 w 143079"/>
                <a:gd name="connsiteY177" fmla="*/ 520223 h 574454"/>
                <a:gd name="connsiteX178" fmla="*/ 94321 w 143079"/>
                <a:gd name="connsiteY178" fmla="*/ 524037 h 574454"/>
                <a:gd name="connsiteX179" fmla="*/ 93530 w 143079"/>
                <a:gd name="connsiteY179" fmla="*/ 525618 h 574454"/>
                <a:gd name="connsiteX180" fmla="*/ 92832 w 143079"/>
                <a:gd name="connsiteY180" fmla="*/ 527014 h 574454"/>
                <a:gd name="connsiteX181" fmla="*/ 91344 w 143079"/>
                <a:gd name="connsiteY181" fmla="*/ 527014 h 574454"/>
                <a:gd name="connsiteX182" fmla="*/ 91484 w 143079"/>
                <a:gd name="connsiteY182" fmla="*/ 529107 h 574454"/>
                <a:gd name="connsiteX183" fmla="*/ 90321 w 143079"/>
                <a:gd name="connsiteY183" fmla="*/ 532688 h 574454"/>
                <a:gd name="connsiteX184" fmla="*/ 89112 w 143079"/>
                <a:gd name="connsiteY184" fmla="*/ 533711 h 574454"/>
                <a:gd name="connsiteX185" fmla="*/ 88321 w 143079"/>
                <a:gd name="connsiteY185" fmla="*/ 535292 h 574454"/>
                <a:gd name="connsiteX186" fmla="*/ 86135 w 143079"/>
                <a:gd name="connsiteY186" fmla="*/ 537432 h 574454"/>
                <a:gd name="connsiteX187" fmla="*/ 85763 w 143079"/>
                <a:gd name="connsiteY187" fmla="*/ 538920 h 574454"/>
                <a:gd name="connsiteX188" fmla="*/ 85391 w 143079"/>
                <a:gd name="connsiteY188" fmla="*/ 540408 h 574454"/>
                <a:gd name="connsiteX189" fmla="*/ 83903 w 143079"/>
                <a:gd name="connsiteY189" fmla="*/ 541152 h 574454"/>
                <a:gd name="connsiteX190" fmla="*/ 83577 w 143079"/>
                <a:gd name="connsiteY190" fmla="*/ 542687 h 574454"/>
                <a:gd name="connsiteX191" fmla="*/ 83159 w 143079"/>
                <a:gd name="connsiteY191" fmla="*/ 544129 h 574454"/>
                <a:gd name="connsiteX192" fmla="*/ 80926 w 143079"/>
                <a:gd name="connsiteY192" fmla="*/ 544129 h 574454"/>
                <a:gd name="connsiteX193" fmla="*/ 80182 w 143079"/>
                <a:gd name="connsiteY193" fmla="*/ 547850 h 574454"/>
                <a:gd name="connsiteX194" fmla="*/ 78694 w 143079"/>
                <a:gd name="connsiteY194" fmla="*/ 548594 h 574454"/>
                <a:gd name="connsiteX195" fmla="*/ 77150 w 143079"/>
                <a:gd name="connsiteY195" fmla="*/ 552434 h 574454"/>
                <a:gd name="connsiteX196" fmla="*/ 72741 w 143079"/>
                <a:gd name="connsiteY196" fmla="*/ 557523 h 574454"/>
                <a:gd name="connsiteX197" fmla="*/ 71997 w 143079"/>
                <a:gd name="connsiteY197" fmla="*/ 560500 h 574454"/>
                <a:gd name="connsiteX198" fmla="*/ 69764 w 143079"/>
                <a:gd name="connsiteY198" fmla="*/ 561244 h 574454"/>
                <a:gd name="connsiteX199" fmla="*/ 68276 w 143079"/>
                <a:gd name="connsiteY199" fmla="*/ 564221 h 574454"/>
                <a:gd name="connsiteX200" fmla="*/ 66788 w 143079"/>
                <a:gd name="connsiteY200" fmla="*/ 564965 h 574454"/>
                <a:gd name="connsiteX201" fmla="*/ 66043 w 143079"/>
                <a:gd name="connsiteY201" fmla="*/ 567197 h 574454"/>
                <a:gd name="connsiteX202" fmla="*/ 64555 w 143079"/>
                <a:gd name="connsiteY202" fmla="*/ 567941 h 574454"/>
                <a:gd name="connsiteX203" fmla="*/ 63811 w 143079"/>
                <a:gd name="connsiteY203" fmla="*/ 569430 h 574454"/>
                <a:gd name="connsiteX204" fmla="*/ 61579 w 143079"/>
                <a:gd name="connsiteY204" fmla="*/ 571662 h 574454"/>
                <a:gd name="connsiteX205" fmla="*/ 61326 w 143079"/>
                <a:gd name="connsiteY205" fmla="*/ 573185 h 574454"/>
                <a:gd name="connsiteX206" fmla="*/ 60834 w 143079"/>
                <a:gd name="connsiteY206" fmla="*/ 574639 h 574454"/>
                <a:gd name="connsiteX207" fmla="*/ 57439 w 143079"/>
                <a:gd name="connsiteY207" fmla="*/ 574825 h 574454"/>
                <a:gd name="connsiteX208" fmla="*/ 55576 w 143079"/>
                <a:gd name="connsiteY208" fmla="*/ 574743 h 574454"/>
                <a:gd name="connsiteX209" fmla="*/ 54137 w 143079"/>
                <a:gd name="connsiteY209" fmla="*/ 574639 h 574454"/>
                <a:gd name="connsiteX210" fmla="*/ 54137 w 143079"/>
                <a:gd name="connsiteY210" fmla="*/ 571662 h 574454"/>
                <a:gd name="connsiteX211" fmla="*/ 51579 w 143079"/>
                <a:gd name="connsiteY211" fmla="*/ 571895 h 574454"/>
                <a:gd name="connsiteX212" fmla="*/ 48928 w 143079"/>
                <a:gd name="connsiteY212" fmla="*/ 571662 h 574454"/>
                <a:gd name="connsiteX213" fmla="*/ 48603 w 143079"/>
                <a:gd name="connsiteY213" fmla="*/ 569802 h 574454"/>
                <a:gd name="connsiteX214" fmla="*/ 48184 w 143079"/>
                <a:gd name="connsiteY214" fmla="*/ 567941 h 574454"/>
                <a:gd name="connsiteX215" fmla="*/ 42231 w 143079"/>
                <a:gd name="connsiteY215" fmla="*/ 567941 h 574454"/>
                <a:gd name="connsiteX216" fmla="*/ 42231 w 143079"/>
                <a:gd name="connsiteY216" fmla="*/ 565709 h 574454"/>
                <a:gd name="connsiteX217" fmla="*/ 39301 w 143079"/>
                <a:gd name="connsiteY217" fmla="*/ 564965 h 574454"/>
                <a:gd name="connsiteX218" fmla="*/ 36278 w 143079"/>
                <a:gd name="connsiteY218" fmla="*/ 564221 h 574454"/>
                <a:gd name="connsiteX219" fmla="*/ 35534 w 143079"/>
                <a:gd name="connsiteY219" fmla="*/ 561988 h 574454"/>
                <a:gd name="connsiteX220" fmla="*/ 32557 w 143079"/>
                <a:gd name="connsiteY220" fmla="*/ 561663 h 574454"/>
                <a:gd name="connsiteX221" fmla="*/ 29581 w 143079"/>
                <a:gd name="connsiteY221" fmla="*/ 561244 h 574454"/>
                <a:gd name="connsiteX222" fmla="*/ 28836 w 143079"/>
                <a:gd name="connsiteY222" fmla="*/ 558268 h 574454"/>
                <a:gd name="connsiteX223" fmla="*/ 23627 w 143079"/>
                <a:gd name="connsiteY223" fmla="*/ 557523 h 574454"/>
                <a:gd name="connsiteX224" fmla="*/ 22883 w 143079"/>
                <a:gd name="connsiteY224" fmla="*/ 555291 h 574454"/>
                <a:gd name="connsiteX225" fmla="*/ 20325 w 143079"/>
                <a:gd name="connsiteY225" fmla="*/ 554965 h 574454"/>
                <a:gd name="connsiteX226" fmla="*/ 17674 w 143079"/>
                <a:gd name="connsiteY226" fmla="*/ 554547 h 574454"/>
                <a:gd name="connsiteX227" fmla="*/ 16186 w 143079"/>
                <a:gd name="connsiteY227" fmla="*/ 551570 h 574454"/>
                <a:gd name="connsiteX228" fmla="*/ 10977 w 143079"/>
                <a:gd name="connsiteY228" fmla="*/ 550082 h 574454"/>
                <a:gd name="connsiteX229" fmla="*/ 12465 w 143079"/>
                <a:gd name="connsiteY229" fmla="*/ 541152 h 574454"/>
                <a:gd name="connsiteX230" fmla="*/ 14698 w 143079"/>
                <a:gd name="connsiteY230" fmla="*/ 540408 h 574454"/>
                <a:gd name="connsiteX231" fmla="*/ 15442 w 143079"/>
                <a:gd name="connsiteY231" fmla="*/ 537432 h 574454"/>
                <a:gd name="connsiteX232" fmla="*/ 16930 w 143079"/>
                <a:gd name="connsiteY232" fmla="*/ 536688 h 574454"/>
                <a:gd name="connsiteX233" fmla="*/ 17674 w 143079"/>
                <a:gd name="connsiteY233" fmla="*/ 535199 h 574454"/>
                <a:gd name="connsiteX234" fmla="*/ 19907 w 143079"/>
                <a:gd name="connsiteY234" fmla="*/ 532967 h 574454"/>
                <a:gd name="connsiteX235" fmla="*/ 20561 w 143079"/>
                <a:gd name="connsiteY235" fmla="*/ 531316 h 574454"/>
                <a:gd name="connsiteX236" fmla="*/ 24325 w 143079"/>
                <a:gd name="connsiteY236" fmla="*/ 525153 h 574454"/>
                <a:gd name="connsiteX237" fmla="*/ 28560 w 143079"/>
                <a:gd name="connsiteY237" fmla="*/ 518991 h 574454"/>
                <a:gd name="connsiteX238" fmla="*/ 31069 w 143079"/>
                <a:gd name="connsiteY238" fmla="*/ 516596 h 574454"/>
                <a:gd name="connsiteX239" fmla="*/ 31022 w 143079"/>
                <a:gd name="connsiteY239" fmla="*/ 514735 h 574454"/>
                <a:gd name="connsiteX240" fmla="*/ 31069 w 143079"/>
                <a:gd name="connsiteY240" fmla="*/ 512875 h 574454"/>
                <a:gd name="connsiteX241" fmla="*/ 33301 w 143079"/>
                <a:gd name="connsiteY241" fmla="*/ 512131 h 574454"/>
                <a:gd name="connsiteX242" fmla="*/ 34790 w 143079"/>
                <a:gd name="connsiteY242" fmla="*/ 508410 h 574454"/>
                <a:gd name="connsiteX243" fmla="*/ 36278 w 143079"/>
                <a:gd name="connsiteY243" fmla="*/ 508410 h 574454"/>
                <a:gd name="connsiteX244" fmla="*/ 37022 w 143079"/>
                <a:gd name="connsiteY244" fmla="*/ 503945 h 574454"/>
                <a:gd name="connsiteX245" fmla="*/ 39254 w 143079"/>
                <a:gd name="connsiteY245" fmla="*/ 503945 h 574454"/>
                <a:gd name="connsiteX246" fmla="*/ 39115 w 143079"/>
                <a:gd name="connsiteY246" fmla="*/ 501759 h 574454"/>
                <a:gd name="connsiteX247" fmla="*/ 39254 w 143079"/>
                <a:gd name="connsiteY247" fmla="*/ 499481 h 574454"/>
                <a:gd name="connsiteX248" fmla="*/ 41487 w 143079"/>
                <a:gd name="connsiteY248" fmla="*/ 498736 h 574454"/>
                <a:gd name="connsiteX249" fmla="*/ 42975 w 143079"/>
                <a:gd name="connsiteY249" fmla="*/ 494272 h 574454"/>
                <a:gd name="connsiteX250" fmla="*/ 44463 w 143079"/>
                <a:gd name="connsiteY250" fmla="*/ 494272 h 574454"/>
                <a:gd name="connsiteX251" fmla="*/ 45207 w 143079"/>
                <a:gd name="connsiteY251" fmla="*/ 489807 h 574454"/>
                <a:gd name="connsiteX252" fmla="*/ 47440 w 143079"/>
                <a:gd name="connsiteY252" fmla="*/ 489807 h 574454"/>
                <a:gd name="connsiteX253" fmla="*/ 47300 w 143079"/>
                <a:gd name="connsiteY253" fmla="*/ 487714 h 574454"/>
                <a:gd name="connsiteX254" fmla="*/ 49672 w 143079"/>
                <a:gd name="connsiteY254" fmla="*/ 483109 h 574454"/>
                <a:gd name="connsiteX255" fmla="*/ 50416 w 143079"/>
                <a:gd name="connsiteY255" fmla="*/ 478645 h 574454"/>
                <a:gd name="connsiteX256" fmla="*/ 52649 w 143079"/>
                <a:gd name="connsiteY256" fmla="*/ 478645 h 574454"/>
                <a:gd name="connsiteX257" fmla="*/ 53393 w 143079"/>
                <a:gd name="connsiteY257" fmla="*/ 473436 h 574454"/>
                <a:gd name="connsiteX258" fmla="*/ 55625 w 143079"/>
                <a:gd name="connsiteY258" fmla="*/ 473436 h 574454"/>
                <a:gd name="connsiteX259" fmla="*/ 55486 w 143079"/>
                <a:gd name="connsiteY259" fmla="*/ 470506 h 574454"/>
                <a:gd name="connsiteX260" fmla="*/ 55625 w 143079"/>
                <a:gd name="connsiteY260" fmla="*/ 467482 h 574454"/>
                <a:gd name="connsiteX261" fmla="*/ 57858 w 143079"/>
                <a:gd name="connsiteY261" fmla="*/ 466738 h 574454"/>
                <a:gd name="connsiteX262" fmla="*/ 58602 w 143079"/>
                <a:gd name="connsiteY262" fmla="*/ 461529 h 574454"/>
                <a:gd name="connsiteX263" fmla="*/ 60090 w 143079"/>
                <a:gd name="connsiteY263" fmla="*/ 461529 h 574454"/>
                <a:gd name="connsiteX264" fmla="*/ 61087 w 143079"/>
                <a:gd name="connsiteY264" fmla="*/ 456878 h 574454"/>
                <a:gd name="connsiteX265" fmla="*/ 61579 w 143079"/>
                <a:gd name="connsiteY265" fmla="*/ 455576 h 574454"/>
                <a:gd name="connsiteX266" fmla="*/ 63811 w 143079"/>
                <a:gd name="connsiteY266" fmla="*/ 455576 h 574454"/>
                <a:gd name="connsiteX267" fmla="*/ 63733 w 143079"/>
                <a:gd name="connsiteY267" fmla="*/ 454137 h 574454"/>
                <a:gd name="connsiteX268" fmla="*/ 63671 w 143079"/>
                <a:gd name="connsiteY268" fmla="*/ 452274 h 574454"/>
                <a:gd name="connsiteX269" fmla="*/ 63593 w 143079"/>
                <a:gd name="connsiteY269" fmla="*/ 450417 h 574454"/>
                <a:gd name="connsiteX270" fmla="*/ 63811 w 143079"/>
                <a:gd name="connsiteY270" fmla="*/ 448879 h 574454"/>
                <a:gd name="connsiteX271" fmla="*/ 66043 w 143079"/>
                <a:gd name="connsiteY271" fmla="*/ 448135 h 574454"/>
                <a:gd name="connsiteX272" fmla="*/ 66555 w 143079"/>
                <a:gd name="connsiteY272" fmla="*/ 445112 h 574454"/>
                <a:gd name="connsiteX273" fmla="*/ 66788 w 143079"/>
                <a:gd name="connsiteY273" fmla="*/ 442182 h 574454"/>
                <a:gd name="connsiteX274" fmla="*/ 69020 w 143079"/>
                <a:gd name="connsiteY274" fmla="*/ 442182 h 574454"/>
                <a:gd name="connsiteX275" fmla="*/ 69130 w 143079"/>
                <a:gd name="connsiteY275" fmla="*/ 440580 h 574454"/>
                <a:gd name="connsiteX276" fmla="*/ 69299 w 143079"/>
                <a:gd name="connsiteY276" fmla="*/ 438507 h 574454"/>
                <a:gd name="connsiteX277" fmla="*/ 69456 w 143079"/>
                <a:gd name="connsiteY277" fmla="*/ 436441 h 574454"/>
                <a:gd name="connsiteX278" fmla="*/ 69764 w 143079"/>
                <a:gd name="connsiteY278" fmla="*/ 434740 h 574454"/>
                <a:gd name="connsiteX279" fmla="*/ 71252 w 143079"/>
                <a:gd name="connsiteY279" fmla="*/ 433996 h 574454"/>
                <a:gd name="connsiteX280" fmla="*/ 71668 w 143079"/>
                <a:gd name="connsiteY280" fmla="*/ 428229 h 574454"/>
                <a:gd name="connsiteX281" fmla="*/ 71997 w 143079"/>
                <a:gd name="connsiteY281" fmla="*/ 426555 h 574454"/>
                <a:gd name="connsiteX282" fmla="*/ 74229 w 143079"/>
                <a:gd name="connsiteY282" fmla="*/ 425811 h 574454"/>
                <a:gd name="connsiteX283" fmla="*/ 74741 w 143079"/>
                <a:gd name="connsiteY283" fmla="*/ 422043 h 574454"/>
                <a:gd name="connsiteX284" fmla="*/ 74889 w 143079"/>
                <a:gd name="connsiteY284" fmla="*/ 419971 h 574454"/>
                <a:gd name="connsiteX285" fmla="*/ 74973 w 143079"/>
                <a:gd name="connsiteY285" fmla="*/ 418369 h 574454"/>
                <a:gd name="connsiteX286" fmla="*/ 77206 w 143079"/>
                <a:gd name="connsiteY286" fmla="*/ 418369 h 574454"/>
                <a:gd name="connsiteX287" fmla="*/ 77950 w 143079"/>
                <a:gd name="connsiteY287" fmla="*/ 408695 h 574454"/>
                <a:gd name="connsiteX288" fmla="*/ 80182 w 143079"/>
                <a:gd name="connsiteY288" fmla="*/ 408695 h 574454"/>
                <a:gd name="connsiteX289" fmla="*/ 80182 w 143079"/>
                <a:gd name="connsiteY289" fmla="*/ 398277 h 574454"/>
                <a:gd name="connsiteX290" fmla="*/ 83159 w 143079"/>
                <a:gd name="connsiteY290" fmla="*/ 398277 h 574454"/>
                <a:gd name="connsiteX291" fmla="*/ 83159 w 143079"/>
                <a:gd name="connsiteY291" fmla="*/ 387859 h 574454"/>
                <a:gd name="connsiteX292" fmla="*/ 85391 w 143079"/>
                <a:gd name="connsiteY292" fmla="*/ 387859 h 574454"/>
                <a:gd name="connsiteX293" fmla="*/ 85502 w 143079"/>
                <a:gd name="connsiteY293" fmla="*/ 385118 h 574454"/>
                <a:gd name="connsiteX294" fmla="*/ 85670 w 143079"/>
                <a:gd name="connsiteY294" fmla="*/ 381581 h 574454"/>
                <a:gd name="connsiteX295" fmla="*/ 85740 w 143079"/>
                <a:gd name="connsiteY295" fmla="*/ 379771 h 574454"/>
                <a:gd name="connsiteX296" fmla="*/ 86135 w 143079"/>
                <a:gd name="connsiteY296" fmla="*/ 375209 h 574454"/>
                <a:gd name="connsiteX297" fmla="*/ 87623 w 143079"/>
                <a:gd name="connsiteY297" fmla="*/ 374465 h 574454"/>
                <a:gd name="connsiteX298" fmla="*/ 87853 w 143079"/>
                <a:gd name="connsiteY298" fmla="*/ 371189 h 574454"/>
                <a:gd name="connsiteX299" fmla="*/ 87910 w 143079"/>
                <a:gd name="connsiteY299" fmla="*/ 369182 h 574454"/>
                <a:gd name="connsiteX300" fmla="*/ 87980 w 143079"/>
                <a:gd name="connsiteY300" fmla="*/ 364967 h 574454"/>
                <a:gd name="connsiteX301" fmla="*/ 88039 w 143079"/>
                <a:gd name="connsiteY301" fmla="*/ 362957 h 574454"/>
                <a:gd name="connsiteX302" fmla="*/ 88070 w 143079"/>
                <a:gd name="connsiteY302" fmla="*/ 361105 h 574454"/>
                <a:gd name="connsiteX303" fmla="*/ 88368 w 143079"/>
                <a:gd name="connsiteY303" fmla="*/ 359582 h 574454"/>
                <a:gd name="connsiteX304" fmla="*/ 90600 w 143079"/>
                <a:gd name="connsiteY304" fmla="*/ 358094 h 574454"/>
                <a:gd name="connsiteX305" fmla="*/ 90902 w 143079"/>
                <a:gd name="connsiteY305" fmla="*/ 353417 h 574454"/>
                <a:gd name="connsiteX306" fmla="*/ 90952 w 143079"/>
                <a:gd name="connsiteY306" fmla="*/ 350593 h 574454"/>
                <a:gd name="connsiteX307" fmla="*/ 90992 w 143079"/>
                <a:gd name="connsiteY307" fmla="*/ 344657 h 574454"/>
                <a:gd name="connsiteX308" fmla="*/ 91042 w 143079"/>
                <a:gd name="connsiteY308" fmla="*/ 341836 h 574454"/>
                <a:gd name="connsiteX309" fmla="*/ 91058 w 143079"/>
                <a:gd name="connsiteY309" fmla="*/ 339231 h 574454"/>
                <a:gd name="connsiteX310" fmla="*/ 91344 w 143079"/>
                <a:gd name="connsiteY310" fmla="*/ 337258 h 574454"/>
                <a:gd name="connsiteX311" fmla="*/ 93577 w 143079"/>
                <a:gd name="connsiteY311" fmla="*/ 336514 h 574454"/>
                <a:gd name="connsiteX312" fmla="*/ 93855 w 143079"/>
                <a:gd name="connsiteY312" fmla="*/ 332710 h 574454"/>
                <a:gd name="connsiteX313" fmla="*/ 93871 w 143079"/>
                <a:gd name="connsiteY313" fmla="*/ 330212 h 574454"/>
                <a:gd name="connsiteX314" fmla="*/ 93854 w 143079"/>
                <a:gd name="connsiteY314" fmla="*/ 327448 h 574454"/>
                <a:gd name="connsiteX315" fmla="*/ 93862 w 143079"/>
                <a:gd name="connsiteY315" fmla="*/ 324555 h 574454"/>
                <a:gd name="connsiteX316" fmla="*/ 93852 w 143079"/>
                <a:gd name="connsiteY316" fmla="*/ 316677 h 574454"/>
                <a:gd name="connsiteX317" fmla="*/ 93848 w 143079"/>
                <a:gd name="connsiteY317" fmla="*/ 308445 h 574454"/>
                <a:gd name="connsiteX318" fmla="*/ 93827 w 143079"/>
                <a:gd name="connsiteY318" fmla="*/ 294613 h 574454"/>
                <a:gd name="connsiteX319" fmla="*/ 93813 w 143079"/>
                <a:gd name="connsiteY319" fmla="*/ 278614 h 574454"/>
                <a:gd name="connsiteX320" fmla="*/ 93805 w 143079"/>
                <a:gd name="connsiteY320" fmla="*/ 263241 h 574454"/>
                <a:gd name="connsiteX321" fmla="*/ 93802 w 143079"/>
                <a:gd name="connsiteY321" fmla="*/ 256692 h 574454"/>
                <a:gd name="connsiteX322" fmla="*/ 93781 w 143079"/>
                <a:gd name="connsiteY322" fmla="*/ 247546 h 574454"/>
                <a:gd name="connsiteX323" fmla="*/ 93787 w 143079"/>
                <a:gd name="connsiteY323" fmla="*/ 244790 h 574454"/>
                <a:gd name="connsiteX324" fmla="*/ 93771 w 143079"/>
                <a:gd name="connsiteY324" fmla="*/ 242280 h 574454"/>
                <a:gd name="connsiteX325" fmla="*/ 93766 w 143079"/>
                <a:gd name="connsiteY325" fmla="*/ 240094 h 574454"/>
                <a:gd name="connsiteX326" fmla="*/ 92088 w 143079"/>
                <a:gd name="connsiteY326" fmla="*/ 236055 h 574454"/>
                <a:gd name="connsiteX327" fmla="*/ 91344 w 143079"/>
                <a:gd name="connsiteY327" fmla="*/ 236055 h 574454"/>
                <a:gd name="connsiteX328" fmla="*/ 91311 w 143079"/>
                <a:gd name="connsiteY328" fmla="*/ 234154 h 574454"/>
                <a:gd name="connsiteX329" fmla="*/ 91149 w 143079"/>
                <a:gd name="connsiteY329" fmla="*/ 227194 h 574454"/>
                <a:gd name="connsiteX330" fmla="*/ 91086 w 143079"/>
                <a:gd name="connsiteY330" fmla="*/ 224177 h 574454"/>
                <a:gd name="connsiteX331" fmla="*/ 90981 w 143079"/>
                <a:gd name="connsiteY331" fmla="*/ 219849 h 574454"/>
                <a:gd name="connsiteX332" fmla="*/ 90922 w 143079"/>
                <a:gd name="connsiteY332" fmla="*/ 217216 h 574454"/>
                <a:gd name="connsiteX333" fmla="*/ 90600 w 143079"/>
                <a:gd name="connsiteY333" fmla="*/ 215219 h 574454"/>
                <a:gd name="connsiteX334" fmla="*/ 88368 w 143079"/>
                <a:gd name="connsiteY334" fmla="*/ 214475 h 574454"/>
                <a:gd name="connsiteX335" fmla="*/ 88039 w 143079"/>
                <a:gd name="connsiteY335" fmla="*/ 211335 h 574454"/>
                <a:gd name="connsiteX336" fmla="*/ 87980 w 143079"/>
                <a:gd name="connsiteY336" fmla="*/ 209420 h 574454"/>
                <a:gd name="connsiteX337" fmla="*/ 87949 w 143079"/>
                <a:gd name="connsiteY337" fmla="*/ 207405 h 574454"/>
                <a:gd name="connsiteX338" fmla="*/ 87853 w 143079"/>
                <a:gd name="connsiteY338" fmla="*/ 203475 h 574454"/>
                <a:gd name="connsiteX339" fmla="*/ 87825 w 143079"/>
                <a:gd name="connsiteY339" fmla="*/ 201707 h 574454"/>
                <a:gd name="connsiteX340" fmla="*/ 87623 w 143079"/>
                <a:gd name="connsiteY340" fmla="*/ 200336 h 574454"/>
                <a:gd name="connsiteX341" fmla="*/ 86135 w 143079"/>
                <a:gd name="connsiteY341" fmla="*/ 199592 h 574454"/>
                <a:gd name="connsiteX342" fmla="*/ 85763 w 143079"/>
                <a:gd name="connsiteY342" fmla="*/ 194057 h 574454"/>
                <a:gd name="connsiteX343" fmla="*/ 83903 w 143079"/>
                <a:gd name="connsiteY343" fmla="*/ 186941 h 574454"/>
                <a:gd name="connsiteX344" fmla="*/ 83159 w 143079"/>
                <a:gd name="connsiteY344" fmla="*/ 186941 h 574454"/>
                <a:gd name="connsiteX345" fmla="*/ 82415 w 143079"/>
                <a:gd name="connsiteY345" fmla="*/ 175035 h 574454"/>
                <a:gd name="connsiteX346" fmla="*/ 80182 w 143079"/>
                <a:gd name="connsiteY346" fmla="*/ 175035 h 574454"/>
                <a:gd name="connsiteX347" fmla="*/ 80072 w 143079"/>
                <a:gd name="connsiteY347" fmla="*/ 173108 h 574454"/>
                <a:gd name="connsiteX348" fmla="*/ 79903 w 143079"/>
                <a:gd name="connsiteY348" fmla="*/ 170617 h 574454"/>
                <a:gd name="connsiteX349" fmla="*/ 79746 w 143079"/>
                <a:gd name="connsiteY349" fmla="*/ 168132 h 574454"/>
                <a:gd name="connsiteX350" fmla="*/ 79438 w 143079"/>
                <a:gd name="connsiteY350" fmla="*/ 166106 h 574454"/>
                <a:gd name="connsiteX351" fmla="*/ 77950 w 143079"/>
                <a:gd name="connsiteY351" fmla="*/ 165361 h 574454"/>
                <a:gd name="connsiteX352" fmla="*/ 77485 w 143079"/>
                <a:gd name="connsiteY352" fmla="*/ 160850 h 574454"/>
                <a:gd name="connsiteX353" fmla="*/ 77316 w 143079"/>
                <a:gd name="connsiteY353" fmla="*/ 158359 h 574454"/>
                <a:gd name="connsiteX354" fmla="*/ 77206 w 143079"/>
                <a:gd name="connsiteY354" fmla="*/ 156432 h 574454"/>
                <a:gd name="connsiteX355" fmla="*/ 74973 w 143079"/>
                <a:gd name="connsiteY355" fmla="*/ 156432 h 574454"/>
                <a:gd name="connsiteX356" fmla="*/ 74889 w 143079"/>
                <a:gd name="connsiteY356" fmla="*/ 154667 h 574454"/>
                <a:gd name="connsiteX357" fmla="*/ 74741 w 143079"/>
                <a:gd name="connsiteY357" fmla="*/ 152385 h 574454"/>
                <a:gd name="connsiteX358" fmla="*/ 74610 w 143079"/>
                <a:gd name="connsiteY358" fmla="*/ 150109 h 574454"/>
                <a:gd name="connsiteX359" fmla="*/ 74229 w 143079"/>
                <a:gd name="connsiteY359" fmla="*/ 148246 h 574454"/>
                <a:gd name="connsiteX360" fmla="*/ 71997 w 143079"/>
                <a:gd name="connsiteY360" fmla="*/ 147502 h 574454"/>
                <a:gd name="connsiteX361" fmla="*/ 72063 w 143079"/>
                <a:gd name="connsiteY361" fmla="*/ 142973 h 574454"/>
                <a:gd name="connsiteX362" fmla="*/ 69764 w 143079"/>
                <a:gd name="connsiteY362" fmla="*/ 139316 h 574454"/>
                <a:gd name="connsiteX363" fmla="*/ 69392 w 143079"/>
                <a:gd name="connsiteY363" fmla="*/ 136247 h 574454"/>
                <a:gd name="connsiteX364" fmla="*/ 69020 w 143079"/>
                <a:gd name="connsiteY364" fmla="*/ 133363 h 574454"/>
                <a:gd name="connsiteX365" fmla="*/ 66788 w 143079"/>
                <a:gd name="connsiteY365" fmla="*/ 132619 h 574454"/>
                <a:gd name="connsiteX366" fmla="*/ 66276 w 143079"/>
                <a:gd name="connsiteY366" fmla="*/ 128852 h 574454"/>
                <a:gd name="connsiteX367" fmla="*/ 66128 w 143079"/>
                <a:gd name="connsiteY367" fmla="*/ 126779 h 574454"/>
                <a:gd name="connsiteX368" fmla="*/ 66043 w 143079"/>
                <a:gd name="connsiteY368" fmla="*/ 125178 h 574454"/>
                <a:gd name="connsiteX369" fmla="*/ 63811 w 143079"/>
                <a:gd name="connsiteY369" fmla="*/ 125178 h 574454"/>
                <a:gd name="connsiteX370" fmla="*/ 63375 w 143079"/>
                <a:gd name="connsiteY370" fmla="*/ 120600 h 574454"/>
                <a:gd name="connsiteX371" fmla="*/ 63067 w 143079"/>
                <a:gd name="connsiteY371" fmla="*/ 119225 h 574454"/>
                <a:gd name="connsiteX372" fmla="*/ 61579 w 143079"/>
                <a:gd name="connsiteY372" fmla="*/ 118481 h 574454"/>
                <a:gd name="connsiteX373" fmla="*/ 61253 w 143079"/>
                <a:gd name="connsiteY373" fmla="*/ 115923 h 574454"/>
                <a:gd name="connsiteX374" fmla="*/ 60834 w 143079"/>
                <a:gd name="connsiteY374" fmla="*/ 113272 h 574454"/>
                <a:gd name="connsiteX375" fmla="*/ 58602 w 143079"/>
                <a:gd name="connsiteY375" fmla="*/ 111783 h 574454"/>
                <a:gd name="connsiteX376" fmla="*/ 57114 w 143079"/>
                <a:gd name="connsiteY376" fmla="*/ 106574 h 574454"/>
                <a:gd name="connsiteX377" fmla="*/ 55625 w 143079"/>
                <a:gd name="connsiteY377" fmla="*/ 104342 h 574454"/>
                <a:gd name="connsiteX378" fmla="*/ 55253 w 143079"/>
                <a:gd name="connsiteY378" fmla="*/ 102389 h 574454"/>
                <a:gd name="connsiteX379" fmla="*/ 54881 w 143079"/>
                <a:gd name="connsiteY379" fmla="*/ 100621 h 574454"/>
                <a:gd name="connsiteX380" fmla="*/ 53393 w 143079"/>
                <a:gd name="connsiteY380" fmla="*/ 99877 h 574454"/>
                <a:gd name="connsiteX381" fmla="*/ 53067 w 143079"/>
                <a:gd name="connsiteY381" fmla="*/ 98017 h 574454"/>
                <a:gd name="connsiteX382" fmla="*/ 52649 w 143079"/>
                <a:gd name="connsiteY382" fmla="*/ 96156 h 574454"/>
                <a:gd name="connsiteX383" fmla="*/ 50416 w 143079"/>
                <a:gd name="connsiteY383" fmla="*/ 95412 h 574454"/>
                <a:gd name="connsiteX384" fmla="*/ 49672 w 143079"/>
                <a:gd name="connsiteY384" fmla="*/ 90203 h 574454"/>
                <a:gd name="connsiteX385" fmla="*/ 48184 w 143079"/>
                <a:gd name="connsiteY385" fmla="*/ 89459 h 574454"/>
                <a:gd name="connsiteX386" fmla="*/ 47858 w 143079"/>
                <a:gd name="connsiteY386" fmla="*/ 87227 h 574454"/>
                <a:gd name="connsiteX387" fmla="*/ 47440 w 143079"/>
                <a:gd name="connsiteY387" fmla="*/ 84994 h 574454"/>
                <a:gd name="connsiteX388" fmla="*/ 45207 w 143079"/>
                <a:gd name="connsiteY388" fmla="*/ 84250 h 574454"/>
                <a:gd name="connsiteX389" fmla="*/ 44463 w 143079"/>
                <a:gd name="connsiteY389" fmla="*/ 79041 h 574454"/>
                <a:gd name="connsiteX390" fmla="*/ 42231 w 143079"/>
                <a:gd name="connsiteY390" fmla="*/ 79041 h 574454"/>
                <a:gd name="connsiteX391" fmla="*/ 42370 w 143079"/>
                <a:gd name="connsiteY391" fmla="*/ 77227 h 574454"/>
                <a:gd name="connsiteX392" fmla="*/ 42231 w 143079"/>
                <a:gd name="connsiteY392" fmla="*/ 75320 h 574454"/>
                <a:gd name="connsiteX393" fmla="*/ 39998 w 143079"/>
                <a:gd name="connsiteY393" fmla="*/ 74576 h 574454"/>
                <a:gd name="connsiteX394" fmla="*/ 38510 w 143079"/>
                <a:gd name="connsiteY394" fmla="*/ 70856 h 574454"/>
                <a:gd name="connsiteX395" fmla="*/ 37022 w 143079"/>
                <a:gd name="connsiteY395" fmla="*/ 70111 h 574454"/>
                <a:gd name="connsiteX396" fmla="*/ 36696 w 143079"/>
                <a:gd name="connsiteY396" fmla="*/ 68251 h 574454"/>
                <a:gd name="connsiteX397" fmla="*/ 36278 w 143079"/>
                <a:gd name="connsiteY397" fmla="*/ 66391 h 574454"/>
                <a:gd name="connsiteX398" fmla="*/ 34045 w 143079"/>
                <a:gd name="connsiteY398" fmla="*/ 65647 h 574454"/>
                <a:gd name="connsiteX399" fmla="*/ 33301 w 143079"/>
                <a:gd name="connsiteY399" fmla="*/ 61926 h 574454"/>
                <a:gd name="connsiteX400" fmla="*/ 31069 w 143079"/>
                <a:gd name="connsiteY400" fmla="*/ 59693 h 574454"/>
                <a:gd name="connsiteX401" fmla="*/ 30325 w 143079"/>
                <a:gd name="connsiteY401" fmla="*/ 56717 h 574454"/>
                <a:gd name="connsiteX402" fmla="*/ 28836 w 143079"/>
                <a:gd name="connsiteY402" fmla="*/ 55973 h 574454"/>
                <a:gd name="connsiteX403" fmla="*/ 27348 w 143079"/>
                <a:gd name="connsiteY403" fmla="*/ 52252 h 574454"/>
                <a:gd name="connsiteX404" fmla="*/ 25860 w 143079"/>
                <a:gd name="connsiteY404" fmla="*/ 51508 h 574454"/>
                <a:gd name="connsiteX405" fmla="*/ 25116 w 143079"/>
                <a:gd name="connsiteY405" fmla="*/ 49275 h 574454"/>
                <a:gd name="connsiteX406" fmla="*/ 23627 w 143079"/>
                <a:gd name="connsiteY406" fmla="*/ 48531 h 574454"/>
                <a:gd name="connsiteX407" fmla="*/ 23302 w 143079"/>
                <a:gd name="connsiteY407" fmla="*/ 47090 h 574454"/>
                <a:gd name="connsiteX408" fmla="*/ 20651 w 143079"/>
                <a:gd name="connsiteY408" fmla="*/ 44067 h 574454"/>
                <a:gd name="connsiteX409" fmla="*/ 18418 w 143079"/>
                <a:gd name="connsiteY409" fmla="*/ 40346 h 574454"/>
                <a:gd name="connsiteX410" fmla="*/ 14852 w 143079"/>
                <a:gd name="connsiteY410" fmla="*/ 35128 h 574454"/>
                <a:gd name="connsiteX411" fmla="*/ 13954 w 143079"/>
                <a:gd name="connsiteY411" fmla="*/ 32160 h 574454"/>
                <a:gd name="connsiteX412" fmla="*/ 11721 w 143079"/>
                <a:gd name="connsiteY412" fmla="*/ 31416 h 574454"/>
                <a:gd name="connsiteX413" fmla="*/ 11396 w 143079"/>
                <a:gd name="connsiteY413" fmla="*/ 28067 h 574454"/>
                <a:gd name="connsiteX414" fmla="*/ 11352 w 143079"/>
                <a:gd name="connsiteY414" fmla="*/ 26230 h 574454"/>
                <a:gd name="connsiteX415" fmla="*/ 11721 w 143079"/>
                <a:gd name="connsiteY415" fmla="*/ 24719 h 574454"/>
                <a:gd name="connsiteX416" fmla="*/ 14698 w 143079"/>
                <a:gd name="connsiteY416" fmla="*/ 23975 h 574454"/>
                <a:gd name="connsiteX417" fmla="*/ 14698 w 143079"/>
                <a:gd name="connsiteY417" fmla="*/ 21742 h 574454"/>
                <a:gd name="connsiteX418" fmla="*/ 20651 w 143079"/>
                <a:gd name="connsiteY418" fmla="*/ 20998 h 574454"/>
                <a:gd name="connsiteX419" fmla="*/ 20651 w 143079"/>
                <a:gd name="connsiteY419" fmla="*/ 18022 h 574454"/>
                <a:gd name="connsiteX420" fmla="*/ 23209 w 143079"/>
                <a:gd name="connsiteY420" fmla="*/ 17836 h 574454"/>
                <a:gd name="connsiteX421" fmla="*/ 25860 w 143079"/>
                <a:gd name="connsiteY421" fmla="*/ 17277 h 574454"/>
                <a:gd name="connsiteX422" fmla="*/ 26232 w 143079"/>
                <a:gd name="connsiteY422" fmla="*/ 15789 h 574454"/>
                <a:gd name="connsiteX423" fmla="*/ 26604 w 143079"/>
                <a:gd name="connsiteY423" fmla="*/ 14301 h 574454"/>
                <a:gd name="connsiteX424" fmla="*/ 31813 w 143079"/>
                <a:gd name="connsiteY424" fmla="*/ 13557 h 574454"/>
                <a:gd name="connsiteX425" fmla="*/ 32557 w 143079"/>
                <a:gd name="connsiteY425" fmla="*/ 11324 h 574454"/>
                <a:gd name="connsiteX426" fmla="*/ 35952 w 143079"/>
                <a:gd name="connsiteY426" fmla="*/ 10813 h 574454"/>
                <a:gd name="connsiteX427" fmla="*/ 37815 w 143079"/>
                <a:gd name="connsiteY427" fmla="*/ 10664 h 574454"/>
                <a:gd name="connsiteX428" fmla="*/ 39254 w 143079"/>
                <a:gd name="connsiteY428" fmla="*/ 10580 h 574454"/>
                <a:gd name="connsiteX429" fmla="*/ 39254 w 143079"/>
                <a:gd name="connsiteY429" fmla="*/ 7604 h 574454"/>
                <a:gd name="connsiteX430" fmla="*/ 41812 w 143079"/>
                <a:gd name="connsiteY430" fmla="*/ 7371 h 574454"/>
                <a:gd name="connsiteX431" fmla="*/ 44463 w 143079"/>
                <a:gd name="connsiteY431" fmla="*/ 6859 h 574454"/>
                <a:gd name="connsiteX432" fmla="*/ 45207 w 143079"/>
                <a:gd name="connsiteY432" fmla="*/ 4627 h 574454"/>
                <a:gd name="connsiteX433" fmla="*/ 47812 w 143079"/>
                <a:gd name="connsiteY433" fmla="*/ 4301 h 574454"/>
                <a:gd name="connsiteX434" fmla="*/ 50416 w 143079"/>
                <a:gd name="connsiteY434" fmla="*/ 3883 h 574454"/>
                <a:gd name="connsiteX435" fmla="*/ 50608 w 143079"/>
                <a:gd name="connsiteY435" fmla="*/ 2395 h 574454"/>
                <a:gd name="connsiteX436" fmla="*/ 51161 w 143079"/>
                <a:gd name="connsiteY436" fmla="*/ 906 h 57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143079" h="574454">
                  <a:moveTo>
                    <a:pt x="51161" y="906"/>
                  </a:moveTo>
                  <a:cubicBezTo>
                    <a:pt x="53116" y="568"/>
                    <a:pt x="54691" y="457"/>
                    <a:pt x="56649" y="488"/>
                  </a:cubicBezTo>
                  <a:cubicBezTo>
                    <a:pt x="57159" y="470"/>
                    <a:pt x="57669" y="452"/>
                    <a:pt x="58195" y="434"/>
                  </a:cubicBezTo>
                  <a:cubicBezTo>
                    <a:pt x="59689" y="438"/>
                    <a:pt x="59689" y="438"/>
                    <a:pt x="62323" y="906"/>
                  </a:cubicBezTo>
                  <a:cubicBezTo>
                    <a:pt x="64114" y="3034"/>
                    <a:pt x="64555" y="4075"/>
                    <a:pt x="64555" y="6859"/>
                  </a:cubicBezTo>
                  <a:cubicBezTo>
                    <a:pt x="64985" y="7059"/>
                    <a:pt x="65415" y="7259"/>
                    <a:pt x="65857" y="7464"/>
                  </a:cubicBezTo>
                  <a:cubicBezTo>
                    <a:pt x="68216" y="8709"/>
                    <a:pt x="69094" y="10597"/>
                    <a:pt x="70508" y="12813"/>
                  </a:cubicBezTo>
                  <a:cubicBezTo>
                    <a:pt x="70999" y="13058"/>
                    <a:pt x="71491" y="13304"/>
                    <a:pt x="71997" y="13557"/>
                  </a:cubicBezTo>
                  <a:cubicBezTo>
                    <a:pt x="72158" y="14478"/>
                    <a:pt x="72158" y="14478"/>
                    <a:pt x="72322" y="15417"/>
                  </a:cubicBezTo>
                  <a:cubicBezTo>
                    <a:pt x="72460" y="16031"/>
                    <a:pt x="72598" y="16645"/>
                    <a:pt x="72741" y="17277"/>
                  </a:cubicBezTo>
                  <a:cubicBezTo>
                    <a:pt x="73846" y="17646"/>
                    <a:pt x="73846" y="17646"/>
                    <a:pt x="74973" y="18022"/>
                  </a:cubicBezTo>
                  <a:cubicBezTo>
                    <a:pt x="75250" y="19006"/>
                    <a:pt x="75499" y="19999"/>
                    <a:pt x="75717" y="20998"/>
                  </a:cubicBezTo>
                  <a:cubicBezTo>
                    <a:pt x="76208" y="21244"/>
                    <a:pt x="76700" y="21489"/>
                    <a:pt x="77206" y="21742"/>
                  </a:cubicBezTo>
                  <a:cubicBezTo>
                    <a:pt x="77313" y="22218"/>
                    <a:pt x="77420" y="22694"/>
                    <a:pt x="77531" y="23184"/>
                  </a:cubicBezTo>
                  <a:cubicBezTo>
                    <a:pt x="77847" y="25003"/>
                    <a:pt x="77847" y="25003"/>
                    <a:pt x="80182" y="26207"/>
                  </a:cubicBezTo>
                  <a:cubicBezTo>
                    <a:pt x="80428" y="26944"/>
                    <a:pt x="80673" y="27681"/>
                    <a:pt x="80926" y="28440"/>
                  </a:cubicBezTo>
                  <a:cubicBezTo>
                    <a:pt x="81663" y="29191"/>
                    <a:pt x="82408" y="29934"/>
                    <a:pt x="83159" y="30672"/>
                  </a:cubicBezTo>
                  <a:cubicBezTo>
                    <a:pt x="84158" y="32197"/>
                    <a:pt x="85075" y="33757"/>
                    <a:pt x="85999" y="35329"/>
                  </a:cubicBezTo>
                  <a:cubicBezTo>
                    <a:pt x="86802" y="36738"/>
                    <a:pt x="86802" y="36738"/>
                    <a:pt x="88368" y="37369"/>
                  </a:cubicBezTo>
                  <a:cubicBezTo>
                    <a:pt x="88874" y="38854"/>
                    <a:pt x="89368" y="40343"/>
                    <a:pt x="89856" y="41834"/>
                  </a:cubicBezTo>
                  <a:cubicBezTo>
                    <a:pt x="91214" y="44572"/>
                    <a:pt x="91214" y="44572"/>
                    <a:pt x="93577" y="46299"/>
                  </a:cubicBezTo>
                  <a:cubicBezTo>
                    <a:pt x="94073" y="47539"/>
                    <a:pt x="94569" y="48779"/>
                    <a:pt x="95065" y="50020"/>
                  </a:cubicBezTo>
                  <a:cubicBezTo>
                    <a:pt x="95556" y="50265"/>
                    <a:pt x="96047" y="50511"/>
                    <a:pt x="96553" y="50764"/>
                  </a:cubicBezTo>
                  <a:cubicBezTo>
                    <a:pt x="96522" y="51623"/>
                    <a:pt x="96492" y="52483"/>
                    <a:pt x="96460" y="53368"/>
                  </a:cubicBezTo>
                  <a:cubicBezTo>
                    <a:pt x="96491" y="54228"/>
                    <a:pt x="96522" y="55087"/>
                    <a:pt x="96553" y="55973"/>
                  </a:cubicBezTo>
                  <a:cubicBezTo>
                    <a:pt x="97994" y="56472"/>
                    <a:pt x="97994" y="56472"/>
                    <a:pt x="99530" y="56717"/>
                  </a:cubicBezTo>
                  <a:cubicBezTo>
                    <a:pt x="99807" y="57951"/>
                    <a:pt x="100056" y="59192"/>
                    <a:pt x="100274" y="60438"/>
                  </a:cubicBezTo>
                  <a:cubicBezTo>
                    <a:pt x="101379" y="60806"/>
                    <a:pt x="101379" y="60806"/>
                    <a:pt x="102506" y="61182"/>
                  </a:cubicBezTo>
                  <a:cubicBezTo>
                    <a:pt x="102506" y="62670"/>
                    <a:pt x="102506" y="64158"/>
                    <a:pt x="102506" y="65647"/>
                  </a:cubicBezTo>
                  <a:cubicBezTo>
                    <a:pt x="103611" y="66383"/>
                    <a:pt x="103611" y="66383"/>
                    <a:pt x="104739" y="67135"/>
                  </a:cubicBezTo>
                  <a:cubicBezTo>
                    <a:pt x="105250" y="69460"/>
                    <a:pt x="105250" y="69460"/>
                    <a:pt x="105483" y="71600"/>
                  </a:cubicBezTo>
                  <a:cubicBezTo>
                    <a:pt x="106220" y="71600"/>
                    <a:pt x="106956" y="71600"/>
                    <a:pt x="107715" y="71600"/>
                  </a:cubicBezTo>
                  <a:cubicBezTo>
                    <a:pt x="107654" y="72428"/>
                    <a:pt x="107593" y="73257"/>
                    <a:pt x="107529" y="74111"/>
                  </a:cubicBezTo>
                  <a:cubicBezTo>
                    <a:pt x="107591" y="75001"/>
                    <a:pt x="107652" y="75892"/>
                    <a:pt x="107715" y="76809"/>
                  </a:cubicBezTo>
                  <a:cubicBezTo>
                    <a:pt x="109154" y="77621"/>
                    <a:pt x="109154" y="77621"/>
                    <a:pt x="110692" y="78297"/>
                  </a:cubicBezTo>
                  <a:cubicBezTo>
                    <a:pt x="111157" y="80576"/>
                    <a:pt x="111157" y="80576"/>
                    <a:pt x="111436" y="82762"/>
                  </a:cubicBezTo>
                  <a:cubicBezTo>
                    <a:pt x="111927" y="83007"/>
                    <a:pt x="112418" y="83253"/>
                    <a:pt x="112924" y="83506"/>
                  </a:cubicBezTo>
                  <a:cubicBezTo>
                    <a:pt x="113366" y="85477"/>
                    <a:pt x="113476" y="87444"/>
                    <a:pt x="113668" y="89459"/>
                  </a:cubicBezTo>
                  <a:cubicBezTo>
                    <a:pt x="114405" y="89459"/>
                    <a:pt x="115142" y="89459"/>
                    <a:pt x="115901" y="89459"/>
                  </a:cubicBezTo>
                  <a:cubicBezTo>
                    <a:pt x="115978" y="90180"/>
                    <a:pt x="116054" y="90902"/>
                    <a:pt x="116133" y="91645"/>
                  </a:cubicBezTo>
                  <a:cubicBezTo>
                    <a:pt x="116387" y="92773"/>
                    <a:pt x="116387" y="92773"/>
                    <a:pt x="116645" y="93924"/>
                  </a:cubicBezTo>
                  <a:cubicBezTo>
                    <a:pt x="117382" y="94169"/>
                    <a:pt x="118118" y="94415"/>
                    <a:pt x="118877" y="94668"/>
                  </a:cubicBezTo>
                  <a:cubicBezTo>
                    <a:pt x="119206" y="96180"/>
                    <a:pt x="119206" y="96180"/>
                    <a:pt x="119296" y="98017"/>
                  </a:cubicBezTo>
                  <a:cubicBezTo>
                    <a:pt x="119359" y="99805"/>
                    <a:pt x="119359" y="99805"/>
                    <a:pt x="119622" y="101365"/>
                  </a:cubicBezTo>
                  <a:cubicBezTo>
                    <a:pt x="120113" y="101611"/>
                    <a:pt x="120604" y="101856"/>
                    <a:pt x="121110" y="102109"/>
                  </a:cubicBezTo>
                  <a:cubicBezTo>
                    <a:pt x="121271" y="103376"/>
                    <a:pt x="121271" y="103376"/>
                    <a:pt x="121435" y="104667"/>
                  </a:cubicBezTo>
                  <a:cubicBezTo>
                    <a:pt x="121574" y="105542"/>
                    <a:pt x="121712" y="106417"/>
                    <a:pt x="121854" y="107318"/>
                  </a:cubicBezTo>
                  <a:cubicBezTo>
                    <a:pt x="122591" y="107810"/>
                    <a:pt x="123327" y="108301"/>
                    <a:pt x="124086" y="108807"/>
                  </a:cubicBezTo>
                  <a:cubicBezTo>
                    <a:pt x="124467" y="110743"/>
                    <a:pt x="124467" y="110743"/>
                    <a:pt x="124598" y="112993"/>
                  </a:cubicBezTo>
                  <a:cubicBezTo>
                    <a:pt x="124647" y="113739"/>
                    <a:pt x="124696" y="114485"/>
                    <a:pt x="124746" y="115254"/>
                  </a:cubicBezTo>
                  <a:cubicBezTo>
                    <a:pt x="124788" y="116114"/>
                    <a:pt x="124788" y="116114"/>
                    <a:pt x="124831" y="116992"/>
                  </a:cubicBezTo>
                  <a:cubicBezTo>
                    <a:pt x="125567" y="116992"/>
                    <a:pt x="126304" y="116992"/>
                    <a:pt x="127063" y="116992"/>
                  </a:cubicBezTo>
                  <a:cubicBezTo>
                    <a:pt x="127099" y="117467"/>
                    <a:pt x="127136" y="117942"/>
                    <a:pt x="127173" y="118431"/>
                  </a:cubicBezTo>
                  <a:cubicBezTo>
                    <a:pt x="127257" y="119353"/>
                    <a:pt x="127257" y="119353"/>
                    <a:pt x="127342" y="120294"/>
                  </a:cubicBezTo>
                  <a:cubicBezTo>
                    <a:pt x="127394" y="120907"/>
                    <a:pt x="127446" y="121520"/>
                    <a:pt x="127499" y="122152"/>
                  </a:cubicBezTo>
                  <a:cubicBezTo>
                    <a:pt x="127601" y="122659"/>
                    <a:pt x="127702" y="123167"/>
                    <a:pt x="127807" y="123690"/>
                  </a:cubicBezTo>
                  <a:cubicBezTo>
                    <a:pt x="128298" y="123935"/>
                    <a:pt x="128789" y="124181"/>
                    <a:pt x="129295" y="124434"/>
                  </a:cubicBezTo>
                  <a:cubicBezTo>
                    <a:pt x="129558" y="126164"/>
                    <a:pt x="129625" y="127872"/>
                    <a:pt x="129711" y="129619"/>
                  </a:cubicBezTo>
                  <a:cubicBezTo>
                    <a:pt x="129819" y="130118"/>
                    <a:pt x="129928" y="130617"/>
                    <a:pt x="130040" y="131131"/>
                  </a:cubicBezTo>
                  <a:cubicBezTo>
                    <a:pt x="130776" y="131377"/>
                    <a:pt x="131513" y="131622"/>
                    <a:pt x="132272" y="131875"/>
                  </a:cubicBezTo>
                  <a:cubicBezTo>
                    <a:pt x="132653" y="133901"/>
                    <a:pt x="132653" y="133901"/>
                    <a:pt x="132784" y="136386"/>
                  </a:cubicBezTo>
                  <a:cubicBezTo>
                    <a:pt x="132832" y="137209"/>
                    <a:pt x="132881" y="138031"/>
                    <a:pt x="132932" y="138878"/>
                  </a:cubicBezTo>
                  <a:cubicBezTo>
                    <a:pt x="132974" y="139832"/>
                    <a:pt x="132974" y="139832"/>
                    <a:pt x="133016" y="140805"/>
                  </a:cubicBezTo>
                  <a:cubicBezTo>
                    <a:pt x="133753" y="140559"/>
                    <a:pt x="134489" y="140314"/>
                    <a:pt x="135248" y="140061"/>
                  </a:cubicBezTo>
                  <a:cubicBezTo>
                    <a:pt x="135285" y="140804"/>
                    <a:pt x="135321" y="141547"/>
                    <a:pt x="135359" y="142313"/>
                  </a:cubicBezTo>
                  <a:cubicBezTo>
                    <a:pt x="135442" y="143754"/>
                    <a:pt x="135442" y="143754"/>
                    <a:pt x="135528" y="145223"/>
                  </a:cubicBezTo>
                  <a:cubicBezTo>
                    <a:pt x="135605" y="146661"/>
                    <a:pt x="135605" y="146661"/>
                    <a:pt x="135685" y="148127"/>
                  </a:cubicBezTo>
                  <a:cubicBezTo>
                    <a:pt x="135786" y="148903"/>
                    <a:pt x="135888" y="149679"/>
                    <a:pt x="135993" y="150479"/>
                  </a:cubicBezTo>
                  <a:cubicBezTo>
                    <a:pt x="136484" y="150724"/>
                    <a:pt x="136975" y="150970"/>
                    <a:pt x="137481" y="151223"/>
                  </a:cubicBezTo>
                  <a:cubicBezTo>
                    <a:pt x="137952" y="153412"/>
                    <a:pt x="137952" y="153412"/>
                    <a:pt x="138318" y="156106"/>
                  </a:cubicBezTo>
                  <a:cubicBezTo>
                    <a:pt x="138443" y="156997"/>
                    <a:pt x="138567" y="157888"/>
                    <a:pt x="138696" y="158807"/>
                  </a:cubicBezTo>
                  <a:cubicBezTo>
                    <a:pt x="138786" y="159496"/>
                    <a:pt x="138876" y="160186"/>
                    <a:pt x="138969" y="160897"/>
                  </a:cubicBezTo>
                  <a:cubicBezTo>
                    <a:pt x="139460" y="160897"/>
                    <a:pt x="139951" y="160897"/>
                    <a:pt x="140457" y="160897"/>
                  </a:cubicBezTo>
                  <a:cubicBezTo>
                    <a:pt x="140499" y="162012"/>
                    <a:pt x="140499" y="162012"/>
                    <a:pt x="140542" y="163149"/>
                  </a:cubicBezTo>
                  <a:cubicBezTo>
                    <a:pt x="140591" y="164110"/>
                    <a:pt x="140640" y="165070"/>
                    <a:pt x="140690" y="166059"/>
                  </a:cubicBezTo>
                  <a:cubicBezTo>
                    <a:pt x="140755" y="167496"/>
                    <a:pt x="140755" y="167496"/>
                    <a:pt x="140821" y="168963"/>
                  </a:cubicBezTo>
                  <a:cubicBezTo>
                    <a:pt x="140946" y="169739"/>
                    <a:pt x="141072" y="170515"/>
                    <a:pt x="141202" y="171315"/>
                  </a:cubicBezTo>
                  <a:cubicBezTo>
                    <a:pt x="141938" y="171560"/>
                    <a:pt x="142675" y="171806"/>
                    <a:pt x="143434" y="172059"/>
                  </a:cubicBezTo>
                  <a:cubicBezTo>
                    <a:pt x="143686" y="174071"/>
                    <a:pt x="143816" y="175947"/>
                    <a:pt x="143853" y="177965"/>
                  </a:cubicBezTo>
                  <a:cubicBezTo>
                    <a:pt x="143704" y="182082"/>
                    <a:pt x="143704" y="182082"/>
                    <a:pt x="145666" y="185453"/>
                  </a:cubicBezTo>
                  <a:cubicBezTo>
                    <a:pt x="145880" y="186828"/>
                    <a:pt x="145880" y="186828"/>
                    <a:pt x="145922" y="188476"/>
                  </a:cubicBezTo>
                  <a:cubicBezTo>
                    <a:pt x="145944" y="189069"/>
                    <a:pt x="145966" y="189662"/>
                    <a:pt x="145989" y="190273"/>
                  </a:cubicBezTo>
                  <a:cubicBezTo>
                    <a:pt x="146022" y="191525"/>
                    <a:pt x="146055" y="192776"/>
                    <a:pt x="146088" y="194028"/>
                  </a:cubicBezTo>
                  <a:cubicBezTo>
                    <a:pt x="146110" y="194621"/>
                    <a:pt x="146132" y="195214"/>
                    <a:pt x="146155" y="195825"/>
                  </a:cubicBezTo>
                  <a:cubicBezTo>
                    <a:pt x="146169" y="196369"/>
                    <a:pt x="146183" y="196912"/>
                    <a:pt x="146197" y="197473"/>
                  </a:cubicBezTo>
                  <a:cubicBezTo>
                    <a:pt x="146300" y="199030"/>
                    <a:pt x="146300" y="199030"/>
                    <a:pt x="147899" y="200336"/>
                  </a:cubicBezTo>
                  <a:cubicBezTo>
                    <a:pt x="148144" y="200336"/>
                    <a:pt x="148390" y="200336"/>
                    <a:pt x="148643" y="200336"/>
                  </a:cubicBezTo>
                  <a:cubicBezTo>
                    <a:pt x="148889" y="206475"/>
                    <a:pt x="149134" y="212614"/>
                    <a:pt x="149387" y="218940"/>
                  </a:cubicBezTo>
                  <a:cubicBezTo>
                    <a:pt x="150124" y="218940"/>
                    <a:pt x="150861" y="218940"/>
                    <a:pt x="151620" y="218940"/>
                  </a:cubicBezTo>
                  <a:cubicBezTo>
                    <a:pt x="151634" y="219792"/>
                    <a:pt x="151649" y="220645"/>
                    <a:pt x="151664" y="221523"/>
                  </a:cubicBezTo>
                  <a:cubicBezTo>
                    <a:pt x="151721" y="224676"/>
                    <a:pt x="151787" y="227828"/>
                    <a:pt x="151856" y="230980"/>
                  </a:cubicBezTo>
                  <a:cubicBezTo>
                    <a:pt x="151884" y="232346"/>
                    <a:pt x="151910" y="233713"/>
                    <a:pt x="151934" y="235079"/>
                  </a:cubicBezTo>
                  <a:cubicBezTo>
                    <a:pt x="151967" y="237039"/>
                    <a:pt x="152011" y="238999"/>
                    <a:pt x="152056" y="240959"/>
                  </a:cubicBezTo>
                  <a:cubicBezTo>
                    <a:pt x="152064" y="241573"/>
                    <a:pt x="152073" y="242188"/>
                    <a:pt x="152082" y="242821"/>
                  </a:cubicBezTo>
                  <a:cubicBezTo>
                    <a:pt x="152120" y="244289"/>
                    <a:pt x="152234" y="245754"/>
                    <a:pt x="152364" y="247217"/>
                  </a:cubicBezTo>
                  <a:cubicBezTo>
                    <a:pt x="152855" y="247462"/>
                    <a:pt x="153346" y="247708"/>
                    <a:pt x="153852" y="247961"/>
                  </a:cubicBezTo>
                  <a:cubicBezTo>
                    <a:pt x="154039" y="249282"/>
                    <a:pt x="154039" y="249282"/>
                    <a:pt x="154041" y="251040"/>
                  </a:cubicBezTo>
                  <a:cubicBezTo>
                    <a:pt x="154047" y="252036"/>
                    <a:pt x="154047" y="252036"/>
                    <a:pt x="154054" y="253051"/>
                  </a:cubicBezTo>
                  <a:cubicBezTo>
                    <a:pt x="154049" y="254152"/>
                    <a:pt x="154049" y="254152"/>
                    <a:pt x="154045" y="255275"/>
                  </a:cubicBezTo>
                  <a:cubicBezTo>
                    <a:pt x="154049" y="256427"/>
                    <a:pt x="154049" y="256427"/>
                    <a:pt x="154052" y="257603"/>
                  </a:cubicBezTo>
                  <a:cubicBezTo>
                    <a:pt x="154059" y="260156"/>
                    <a:pt x="154055" y="262709"/>
                    <a:pt x="154050" y="265262"/>
                  </a:cubicBezTo>
                  <a:cubicBezTo>
                    <a:pt x="154051" y="267028"/>
                    <a:pt x="154052" y="268794"/>
                    <a:pt x="154054" y="270559"/>
                  </a:cubicBezTo>
                  <a:cubicBezTo>
                    <a:pt x="154056" y="274265"/>
                    <a:pt x="154053" y="277971"/>
                    <a:pt x="154046" y="281677"/>
                  </a:cubicBezTo>
                  <a:cubicBezTo>
                    <a:pt x="154038" y="286439"/>
                    <a:pt x="154042" y="291201"/>
                    <a:pt x="154051" y="295964"/>
                  </a:cubicBezTo>
                  <a:cubicBezTo>
                    <a:pt x="154057" y="299611"/>
                    <a:pt x="154055" y="303259"/>
                    <a:pt x="154051" y="306906"/>
                  </a:cubicBezTo>
                  <a:cubicBezTo>
                    <a:pt x="154050" y="308663"/>
                    <a:pt x="154051" y="310419"/>
                    <a:pt x="154055" y="312176"/>
                  </a:cubicBezTo>
                  <a:cubicBezTo>
                    <a:pt x="154059" y="314626"/>
                    <a:pt x="154053" y="317076"/>
                    <a:pt x="154045" y="319526"/>
                  </a:cubicBezTo>
                  <a:cubicBezTo>
                    <a:pt x="154048" y="320260"/>
                    <a:pt x="154051" y="320994"/>
                    <a:pt x="154054" y="321750"/>
                  </a:cubicBezTo>
                  <a:cubicBezTo>
                    <a:pt x="154050" y="322413"/>
                    <a:pt x="154045" y="323077"/>
                    <a:pt x="154041" y="323761"/>
                  </a:cubicBezTo>
                  <a:cubicBezTo>
                    <a:pt x="154040" y="324631"/>
                    <a:pt x="154040" y="324631"/>
                    <a:pt x="154039" y="325519"/>
                  </a:cubicBezTo>
                  <a:cubicBezTo>
                    <a:pt x="153977" y="325955"/>
                    <a:pt x="153916" y="326391"/>
                    <a:pt x="153852" y="326840"/>
                  </a:cubicBezTo>
                  <a:cubicBezTo>
                    <a:pt x="153361" y="327085"/>
                    <a:pt x="152870" y="327331"/>
                    <a:pt x="152364" y="327584"/>
                  </a:cubicBezTo>
                  <a:cubicBezTo>
                    <a:pt x="152177" y="329638"/>
                    <a:pt x="152085" y="331622"/>
                    <a:pt x="152056" y="333680"/>
                  </a:cubicBezTo>
                  <a:cubicBezTo>
                    <a:pt x="152041" y="334290"/>
                    <a:pt x="152027" y="334900"/>
                    <a:pt x="152012" y="335528"/>
                  </a:cubicBezTo>
                  <a:cubicBezTo>
                    <a:pt x="151967" y="337485"/>
                    <a:pt x="151933" y="339441"/>
                    <a:pt x="151899" y="341397"/>
                  </a:cubicBezTo>
                  <a:cubicBezTo>
                    <a:pt x="151870" y="342720"/>
                    <a:pt x="151841" y="344043"/>
                    <a:pt x="151811" y="345366"/>
                  </a:cubicBezTo>
                  <a:cubicBezTo>
                    <a:pt x="151740" y="348617"/>
                    <a:pt x="151677" y="351867"/>
                    <a:pt x="151620" y="355117"/>
                  </a:cubicBezTo>
                  <a:cubicBezTo>
                    <a:pt x="150883" y="355117"/>
                    <a:pt x="150146" y="355117"/>
                    <a:pt x="149387" y="355117"/>
                  </a:cubicBezTo>
                  <a:cubicBezTo>
                    <a:pt x="149142" y="361256"/>
                    <a:pt x="148896" y="367396"/>
                    <a:pt x="148643" y="373721"/>
                  </a:cubicBezTo>
                  <a:cubicBezTo>
                    <a:pt x="147906" y="373721"/>
                    <a:pt x="147170" y="373721"/>
                    <a:pt x="146411" y="373721"/>
                  </a:cubicBezTo>
                  <a:cubicBezTo>
                    <a:pt x="146396" y="374168"/>
                    <a:pt x="146381" y="374615"/>
                    <a:pt x="146366" y="375075"/>
                  </a:cubicBezTo>
                  <a:cubicBezTo>
                    <a:pt x="146295" y="377089"/>
                    <a:pt x="146214" y="379102"/>
                    <a:pt x="146132" y="381116"/>
                  </a:cubicBezTo>
                  <a:cubicBezTo>
                    <a:pt x="146109" y="381819"/>
                    <a:pt x="146086" y="382523"/>
                    <a:pt x="146062" y="383248"/>
                  </a:cubicBezTo>
                  <a:cubicBezTo>
                    <a:pt x="146033" y="383917"/>
                    <a:pt x="146004" y="384586"/>
                    <a:pt x="145975" y="385275"/>
                  </a:cubicBezTo>
                  <a:cubicBezTo>
                    <a:pt x="145951" y="385895"/>
                    <a:pt x="145928" y="386514"/>
                    <a:pt x="145904" y="387153"/>
                  </a:cubicBezTo>
                  <a:cubicBezTo>
                    <a:pt x="145825" y="387632"/>
                    <a:pt x="145747" y="388110"/>
                    <a:pt x="145666" y="388604"/>
                  </a:cubicBezTo>
                  <a:cubicBezTo>
                    <a:pt x="145175" y="388849"/>
                    <a:pt x="144684" y="389095"/>
                    <a:pt x="144178" y="389348"/>
                  </a:cubicBezTo>
                  <a:cubicBezTo>
                    <a:pt x="143957" y="392063"/>
                    <a:pt x="143868" y="394750"/>
                    <a:pt x="143822" y="397472"/>
                  </a:cubicBezTo>
                  <a:cubicBezTo>
                    <a:pt x="143769" y="398985"/>
                    <a:pt x="143610" y="400494"/>
                    <a:pt x="143434" y="401998"/>
                  </a:cubicBezTo>
                  <a:cubicBezTo>
                    <a:pt x="142697" y="402244"/>
                    <a:pt x="141961" y="402489"/>
                    <a:pt x="141202" y="402742"/>
                  </a:cubicBezTo>
                  <a:cubicBezTo>
                    <a:pt x="140847" y="405154"/>
                    <a:pt x="140847" y="405154"/>
                    <a:pt x="140830" y="407951"/>
                  </a:cubicBezTo>
                  <a:cubicBezTo>
                    <a:pt x="140760" y="410835"/>
                    <a:pt x="140760" y="410835"/>
                    <a:pt x="140457" y="413160"/>
                  </a:cubicBezTo>
                  <a:cubicBezTo>
                    <a:pt x="139721" y="413406"/>
                    <a:pt x="138984" y="413651"/>
                    <a:pt x="138225" y="413904"/>
                  </a:cubicBezTo>
                  <a:cubicBezTo>
                    <a:pt x="137785" y="416166"/>
                    <a:pt x="137785" y="416166"/>
                    <a:pt x="137713" y="418788"/>
                  </a:cubicBezTo>
                  <a:cubicBezTo>
                    <a:pt x="137640" y="420124"/>
                    <a:pt x="137640" y="420124"/>
                    <a:pt x="137565" y="421488"/>
                  </a:cubicBezTo>
                  <a:cubicBezTo>
                    <a:pt x="137537" y="422178"/>
                    <a:pt x="137510" y="422868"/>
                    <a:pt x="137481" y="423578"/>
                  </a:cubicBezTo>
                  <a:cubicBezTo>
                    <a:pt x="136744" y="423578"/>
                    <a:pt x="136008" y="423578"/>
                    <a:pt x="135248" y="423578"/>
                  </a:cubicBezTo>
                  <a:cubicBezTo>
                    <a:pt x="135274" y="424268"/>
                    <a:pt x="135300" y="424958"/>
                    <a:pt x="135327" y="425668"/>
                  </a:cubicBezTo>
                  <a:cubicBezTo>
                    <a:pt x="135347" y="426559"/>
                    <a:pt x="135367" y="427450"/>
                    <a:pt x="135388" y="428369"/>
                  </a:cubicBezTo>
                  <a:cubicBezTo>
                    <a:pt x="135414" y="429258"/>
                    <a:pt x="135440" y="430147"/>
                    <a:pt x="135467" y="431063"/>
                  </a:cubicBezTo>
                  <a:cubicBezTo>
                    <a:pt x="135395" y="431785"/>
                    <a:pt x="135323" y="432508"/>
                    <a:pt x="135248" y="433252"/>
                  </a:cubicBezTo>
                  <a:cubicBezTo>
                    <a:pt x="134512" y="433498"/>
                    <a:pt x="133775" y="433743"/>
                    <a:pt x="133016" y="433996"/>
                  </a:cubicBezTo>
                  <a:cubicBezTo>
                    <a:pt x="132577" y="435915"/>
                    <a:pt x="132577" y="435915"/>
                    <a:pt x="132504" y="438135"/>
                  </a:cubicBezTo>
                  <a:cubicBezTo>
                    <a:pt x="132456" y="438888"/>
                    <a:pt x="132407" y="439641"/>
                    <a:pt x="132356" y="440417"/>
                  </a:cubicBezTo>
                  <a:cubicBezTo>
                    <a:pt x="132328" y="441000"/>
                    <a:pt x="132301" y="441582"/>
                    <a:pt x="132272" y="442182"/>
                  </a:cubicBezTo>
                  <a:cubicBezTo>
                    <a:pt x="131781" y="442182"/>
                    <a:pt x="131290" y="442182"/>
                    <a:pt x="130784" y="442182"/>
                  </a:cubicBezTo>
                  <a:cubicBezTo>
                    <a:pt x="130319" y="443849"/>
                    <a:pt x="130319" y="443849"/>
                    <a:pt x="130040" y="445856"/>
                  </a:cubicBezTo>
                  <a:cubicBezTo>
                    <a:pt x="129714" y="447923"/>
                    <a:pt x="129714" y="447923"/>
                    <a:pt x="129295" y="449623"/>
                  </a:cubicBezTo>
                  <a:cubicBezTo>
                    <a:pt x="128804" y="449869"/>
                    <a:pt x="128313" y="450114"/>
                    <a:pt x="127807" y="450367"/>
                  </a:cubicBezTo>
                  <a:cubicBezTo>
                    <a:pt x="127459" y="452120"/>
                    <a:pt x="127459" y="452120"/>
                    <a:pt x="127342" y="454134"/>
                  </a:cubicBezTo>
                  <a:cubicBezTo>
                    <a:pt x="127286" y="454818"/>
                    <a:pt x="127231" y="455502"/>
                    <a:pt x="127173" y="456207"/>
                  </a:cubicBezTo>
                  <a:cubicBezTo>
                    <a:pt x="127137" y="456736"/>
                    <a:pt x="127100" y="457264"/>
                    <a:pt x="127063" y="457809"/>
                  </a:cubicBezTo>
                  <a:cubicBezTo>
                    <a:pt x="126326" y="457809"/>
                    <a:pt x="125590" y="457809"/>
                    <a:pt x="124831" y="457809"/>
                  </a:cubicBezTo>
                  <a:cubicBezTo>
                    <a:pt x="124585" y="460264"/>
                    <a:pt x="124339" y="462720"/>
                    <a:pt x="124086" y="465250"/>
                  </a:cubicBezTo>
                  <a:cubicBezTo>
                    <a:pt x="123350" y="465250"/>
                    <a:pt x="122613" y="465250"/>
                    <a:pt x="121854" y="465250"/>
                  </a:cubicBezTo>
                  <a:cubicBezTo>
                    <a:pt x="121608" y="467460"/>
                    <a:pt x="121363" y="469670"/>
                    <a:pt x="121110" y="471947"/>
                  </a:cubicBezTo>
                  <a:cubicBezTo>
                    <a:pt x="120373" y="471947"/>
                    <a:pt x="119636" y="471947"/>
                    <a:pt x="118877" y="471947"/>
                  </a:cubicBezTo>
                  <a:cubicBezTo>
                    <a:pt x="118903" y="472422"/>
                    <a:pt x="118929" y="472897"/>
                    <a:pt x="118956" y="473386"/>
                  </a:cubicBezTo>
                  <a:cubicBezTo>
                    <a:pt x="118976" y="474001"/>
                    <a:pt x="118996" y="474616"/>
                    <a:pt x="119017" y="475249"/>
                  </a:cubicBezTo>
                  <a:cubicBezTo>
                    <a:pt x="119043" y="475862"/>
                    <a:pt x="119069" y="476475"/>
                    <a:pt x="119095" y="477107"/>
                  </a:cubicBezTo>
                  <a:cubicBezTo>
                    <a:pt x="119023" y="477614"/>
                    <a:pt x="118952" y="478122"/>
                    <a:pt x="118877" y="478645"/>
                  </a:cubicBezTo>
                  <a:cubicBezTo>
                    <a:pt x="118141" y="478890"/>
                    <a:pt x="117404" y="479136"/>
                    <a:pt x="116645" y="479389"/>
                  </a:cubicBezTo>
                  <a:cubicBezTo>
                    <a:pt x="116093" y="482012"/>
                    <a:pt x="116093" y="482012"/>
                    <a:pt x="115901" y="484598"/>
                  </a:cubicBezTo>
                  <a:cubicBezTo>
                    <a:pt x="115164" y="484598"/>
                    <a:pt x="114427" y="484598"/>
                    <a:pt x="113668" y="484598"/>
                  </a:cubicBezTo>
                  <a:cubicBezTo>
                    <a:pt x="113423" y="486808"/>
                    <a:pt x="113177" y="489018"/>
                    <a:pt x="112924" y="491295"/>
                  </a:cubicBezTo>
                  <a:cubicBezTo>
                    <a:pt x="112188" y="491295"/>
                    <a:pt x="111451" y="491295"/>
                    <a:pt x="110692" y="491295"/>
                  </a:cubicBezTo>
                  <a:cubicBezTo>
                    <a:pt x="110738" y="492139"/>
                    <a:pt x="110784" y="492983"/>
                    <a:pt x="110831" y="493853"/>
                  </a:cubicBezTo>
                  <a:cubicBezTo>
                    <a:pt x="110785" y="494728"/>
                    <a:pt x="110739" y="495603"/>
                    <a:pt x="110692" y="496504"/>
                  </a:cubicBezTo>
                  <a:cubicBezTo>
                    <a:pt x="109955" y="496750"/>
                    <a:pt x="109218" y="496995"/>
                    <a:pt x="108459" y="497248"/>
                  </a:cubicBezTo>
                  <a:cubicBezTo>
                    <a:pt x="108206" y="498736"/>
                    <a:pt x="107958" y="500224"/>
                    <a:pt x="107715" y="501713"/>
                  </a:cubicBezTo>
                  <a:cubicBezTo>
                    <a:pt x="106979" y="502204"/>
                    <a:pt x="106242" y="502695"/>
                    <a:pt x="105483" y="503201"/>
                  </a:cubicBezTo>
                  <a:cubicBezTo>
                    <a:pt x="105210" y="504685"/>
                    <a:pt x="104961" y="506174"/>
                    <a:pt x="104739" y="507666"/>
                  </a:cubicBezTo>
                  <a:cubicBezTo>
                    <a:pt x="104248" y="507912"/>
                    <a:pt x="103756" y="508157"/>
                    <a:pt x="103250" y="508410"/>
                  </a:cubicBezTo>
                  <a:cubicBezTo>
                    <a:pt x="103005" y="509024"/>
                    <a:pt x="102759" y="509638"/>
                    <a:pt x="102506" y="510271"/>
                  </a:cubicBezTo>
                  <a:cubicBezTo>
                    <a:pt x="101762" y="512131"/>
                    <a:pt x="101762" y="512131"/>
                    <a:pt x="100274" y="512875"/>
                  </a:cubicBezTo>
                  <a:cubicBezTo>
                    <a:pt x="99971" y="514603"/>
                    <a:pt x="99720" y="516340"/>
                    <a:pt x="99530" y="518084"/>
                  </a:cubicBezTo>
                  <a:cubicBezTo>
                    <a:pt x="99039" y="518084"/>
                    <a:pt x="98547" y="518084"/>
                    <a:pt x="98041" y="518084"/>
                  </a:cubicBezTo>
                  <a:cubicBezTo>
                    <a:pt x="97811" y="518790"/>
                    <a:pt x="97581" y="519496"/>
                    <a:pt x="97344" y="520223"/>
                  </a:cubicBezTo>
                  <a:cubicBezTo>
                    <a:pt x="96553" y="522549"/>
                    <a:pt x="96553" y="522549"/>
                    <a:pt x="94321" y="524037"/>
                  </a:cubicBezTo>
                  <a:cubicBezTo>
                    <a:pt x="94060" y="524559"/>
                    <a:pt x="93799" y="525081"/>
                    <a:pt x="93530" y="525618"/>
                  </a:cubicBezTo>
                  <a:cubicBezTo>
                    <a:pt x="93185" y="526309"/>
                    <a:pt x="93185" y="526309"/>
                    <a:pt x="92832" y="527014"/>
                  </a:cubicBezTo>
                  <a:cubicBezTo>
                    <a:pt x="92341" y="527014"/>
                    <a:pt x="91850" y="527014"/>
                    <a:pt x="91344" y="527014"/>
                  </a:cubicBezTo>
                  <a:cubicBezTo>
                    <a:pt x="91413" y="528050"/>
                    <a:pt x="91413" y="528050"/>
                    <a:pt x="91484" y="529107"/>
                  </a:cubicBezTo>
                  <a:cubicBezTo>
                    <a:pt x="91344" y="531479"/>
                    <a:pt x="91344" y="531479"/>
                    <a:pt x="90321" y="532688"/>
                  </a:cubicBezTo>
                  <a:cubicBezTo>
                    <a:pt x="89922" y="533025"/>
                    <a:pt x="89523" y="533363"/>
                    <a:pt x="89112" y="533711"/>
                  </a:cubicBezTo>
                  <a:cubicBezTo>
                    <a:pt x="88851" y="534233"/>
                    <a:pt x="88590" y="534755"/>
                    <a:pt x="88321" y="535292"/>
                  </a:cubicBezTo>
                  <a:cubicBezTo>
                    <a:pt x="87623" y="536688"/>
                    <a:pt x="87623" y="536688"/>
                    <a:pt x="86135" y="537432"/>
                  </a:cubicBezTo>
                  <a:cubicBezTo>
                    <a:pt x="86012" y="537923"/>
                    <a:pt x="85890" y="538414"/>
                    <a:pt x="85763" y="538920"/>
                  </a:cubicBezTo>
                  <a:cubicBezTo>
                    <a:pt x="85640" y="539411"/>
                    <a:pt x="85518" y="539902"/>
                    <a:pt x="85391" y="540408"/>
                  </a:cubicBezTo>
                  <a:cubicBezTo>
                    <a:pt x="84900" y="540654"/>
                    <a:pt x="84409" y="540899"/>
                    <a:pt x="83903" y="541152"/>
                  </a:cubicBezTo>
                  <a:cubicBezTo>
                    <a:pt x="83795" y="541659"/>
                    <a:pt x="83688" y="542165"/>
                    <a:pt x="83577" y="542687"/>
                  </a:cubicBezTo>
                  <a:cubicBezTo>
                    <a:pt x="83370" y="543401"/>
                    <a:pt x="83370" y="543401"/>
                    <a:pt x="83159" y="544129"/>
                  </a:cubicBezTo>
                  <a:cubicBezTo>
                    <a:pt x="82422" y="544129"/>
                    <a:pt x="81685" y="544129"/>
                    <a:pt x="80926" y="544129"/>
                  </a:cubicBezTo>
                  <a:cubicBezTo>
                    <a:pt x="80642" y="545361"/>
                    <a:pt x="80395" y="546603"/>
                    <a:pt x="80182" y="547850"/>
                  </a:cubicBezTo>
                  <a:cubicBezTo>
                    <a:pt x="79691" y="548095"/>
                    <a:pt x="79200" y="548341"/>
                    <a:pt x="78694" y="548594"/>
                  </a:cubicBezTo>
                  <a:cubicBezTo>
                    <a:pt x="78177" y="549873"/>
                    <a:pt x="77661" y="551152"/>
                    <a:pt x="77150" y="552434"/>
                  </a:cubicBezTo>
                  <a:cubicBezTo>
                    <a:pt x="76101" y="554519"/>
                    <a:pt x="74399" y="555908"/>
                    <a:pt x="72741" y="557523"/>
                  </a:cubicBezTo>
                  <a:cubicBezTo>
                    <a:pt x="72467" y="558509"/>
                    <a:pt x="72211" y="559500"/>
                    <a:pt x="71997" y="560500"/>
                  </a:cubicBezTo>
                  <a:cubicBezTo>
                    <a:pt x="71260" y="560746"/>
                    <a:pt x="70523" y="560991"/>
                    <a:pt x="69764" y="561244"/>
                  </a:cubicBezTo>
                  <a:cubicBezTo>
                    <a:pt x="69244" y="562224"/>
                    <a:pt x="68747" y="563216"/>
                    <a:pt x="68276" y="564221"/>
                  </a:cubicBezTo>
                  <a:cubicBezTo>
                    <a:pt x="67785" y="564466"/>
                    <a:pt x="67294" y="564712"/>
                    <a:pt x="66788" y="564965"/>
                  </a:cubicBezTo>
                  <a:cubicBezTo>
                    <a:pt x="66542" y="565702"/>
                    <a:pt x="66296" y="566438"/>
                    <a:pt x="66043" y="567197"/>
                  </a:cubicBezTo>
                  <a:cubicBezTo>
                    <a:pt x="65552" y="567443"/>
                    <a:pt x="65061" y="567688"/>
                    <a:pt x="64555" y="567941"/>
                  </a:cubicBezTo>
                  <a:cubicBezTo>
                    <a:pt x="64310" y="568433"/>
                    <a:pt x="64064" y="568924"/>
                    <a:pt x="63811" y="569430"/>
                  </a:cubicBezTo>
                  <a:cubicBezTo>
                    <a:pt x="63067" y="570918"/>
                    <a:pt x="63067" y="570918"/>
                    <a:pt x="61579" y="571662"/>
                  </a:cubicBezTo>
                  <a:cubicBezTo>
                    <a:pt x="61495" y="572165"/>
                    <a:pt x="61412" y="572667"/>
                    <a:pt x="61326" y="573185"/>
                  </a:cubicBezTo>
                  <a:cubicBezTo>
                    <a:pt x="61083" y="573905"/>
                    <a:pt x="61083" y="573905"/>
                    <a:pt x="60834" y="574639"/>
                  </a:cubicBezTo>
                  <a:cubicBezTo>
                    <a:pt x="59297" y="574929"/>
                    <a:pt x="59297" y="574929"/>
                    <a:pt x="57439" y="574825"/>
                  </a:cubicBezTo>
                  <a:cubicBezTo>
                    <a:pt x="56824" y="574798"/>
                    <a:pt x="56210" y="574771"/>
                    <a:pt x="55576" y="574743"/>
                  </a:cubicBezTo>
                  <a:cubicBezTo>
                    <a:pt x="54864" y="574692"/>
                    <a:pt x="54864" y="574692"/>
                    <a:pt x="54137" y="574639"/>
                  </a:cubicBezTo>
                  <a:cubicBezTo>
                    <a:pt x="54137" y="573656"/>
                    <a:pt x="54137" y="572674"/>
                    <a:pt x="54137" y="571662"/>
                  </a:cubicBezTo>
                  <a:cubicBezTo>
                    <a:pt x="52871" y="571777"/>
                    <a:pt x="52871" y="571777"/>
                    <a:pt x="51579" y="571895"/>
                  </a:cubicBezTo>
                  <a:cubicBezTo>
                    <a:pt x="50704" y="571818"/>
                    <a:pt x="49830" y="571741"/>
                    <a:pt x="48928" y="571662"/>
                  </a:cubicBezTo>
                  <a:cubicBezTo>
                    <a:pt x="48821" y="571048"/>
                    <a:pt x="48713" y="570434"/>
                    <a:pt x="48603" y="569802"/>
                  </a:cubicBezTo>
                  <a:cubicBezTo>
                    <a:pt x="48464" y="569188"/>
                    <a:pt x="48326" y="568574"/>
                    <a:pt x="48184" y="567941"/>
                  </a:cubicBezTo>
                  <a:cubicBezTo>
                    <a:pt x="46123" y="567565"/>
                    <a:pt x="44343" y="567774"/>
                    <a:pt x="42231" y="567941"/>
                  </a:cubicBezTo>
                  <a:cubicBezTo>
                    <a:pt x="42231" y="567205"/>
                    <a:pt x="42231" y="566468"/>
                    <a:pt x="42231" y="565709"/>
                  </a:cubicBezTo>
                  <a:cubicBezTo>
                    <a:pt x="40915" y="565186"/>
                    <a:pt x="40915" y="565186"/>
                    <a:pt x="39301" y="564965"/>
                  </a:cubicBezTo>
                  <a:cubicBezTo>
                    <a:pt x="37653" y="564686"/>
                    <a:pt x="37653" y="564686"/>
                    <a:pt x="36278" y="564221"/>
                  </a:cubicBezTo>
                  <a:cubicBezTo>
                    <a:pt x="35909" y="563116"/>
                    <a:pt x="35909" y="563116"/>
                    <a:pt x="35534" y="561988"/>
                  </a:cubicBezTo>
                  <a:cubicBezTo>
                    <a:pt x="34148" y="561665"/>
                    <a:pt x="34148" y="561665"/>
                    <a:pt x="32557" y="561663"/>
                  </a:cubicBezTo>
                  <a:cubicBezTo>
                    <a:pt x="30909" y="561526"/>
                    <a:pt x="30909" y="561526"/>
                    <a:pt x="29581" y="561244"/>
                  </a:cubicBezTo>
                  <a:cubicBezTo>
                    <a:pt x="29304" y="560260"/>
                    <a:pt x="29055" y="559267"/>
                    <a:pt x="28836" y="558268"/>
                  </a:cubicBezTo>
                  <a:cubicBezTo>
                    <a:pt x="27105" y="557989"/>
                    <a:pt x="25368" y="557741"/>
                    <a:pt x="23627" y="557523"/>
                  </a:cubicBezTo>
                  <a:cubicBezTo>
                    <a:pt x="23382" y="556787"/>
                    <a:pt x="23136" y="556050"/>
                    <a:pt x="22883" y="555291"/>
                  </a:cubicBezTo>
                  <a:cubicBezTo>
                    <a:pt x="22039" y="555184"/>
                    <a:pt x="21195" y="555076"/>
                    <a:pt x="20325" y="554965"/>
                  </a:cubicBezTo>
                  <a:cubicBezTo>
                    <a:pt x="19450" y="554827"/>
                    <a:pt x="18576" y="554689"/>
                    <a:pt x="17674" y="554547"/>
                  </a:cubicBezTo>
                  <a:cubicBezTo>
                    <a:pt x="17165" y="553561"/>
                    <a:pt x="16670" y="552569"/>
                    <a:pt x="16186" y="551570"/>
                  </a:cubicBezTo>
                  <a:cubicBezTo>
                    <a:pt x="13547" y="550604"/>
                    <a:pt x="13547" y="550604"/>
                    <a:pt x="10977" y="550082"/>
                  </a:cubicBezTo>
                  <a:cubicBezTo>
                    <a:pt x="11835" y="542728"/>
                    <a:pt x="11835" y="542728"/>
                    <a:pt x="12465" y="541152"/>
                  </a:cubicBezTo>
                  <a:cubicBezTo>
                    <a:pt x="13202" y="540907"/>
                    <a:pt x="13939" y="540661"/>
                    <a:pt x="14698" y="540408"/>
                  </a:cubicBezTo>
                  <a:cubicBezTo>
                    <a:pt x="14975" y="539424"/>
                    <a:pt x="15223" y="538431"/>
                    <a:pt x="15442" y="537432"/>
                  </a:cubicBezTo>
                  <a:cubicBezTo>
                    <a:pt x="15933" y="537186"/>
                    <a:pt x="16424" y="536941"/>
                    <a:pt x="16930" y="536688"/>
                  </a:cubicBezTo>
                  <a:cubicBezTo>
                    <a:pt x="17176" y="536196"/>
                    <a:pt x="17421" y="535705"/>
                    <a:pt x="17674" y="535199"/>
                  </a:cubicBezTo>
                  <a:cubicBezTo>
                    <a:pt x="18418" y="533711"/>
                    <a:pt x="18418" y="533711"/>
                    <a:pt x="19907" y="532967"/>
                  </a:cubicBezTo>
                  <a:cubicBezTo>
                    <a:pt x="20123" y="532422"/>
                    <a:pt x="20338" y="531877"/>
                    <a:pt x="20561" y="531316"/>
                  </a:cubicBezTo>
                  <a:cubicBezTo>
                    <a:pt x="21517" y="528944"/>
                    <a:pt x="22787" y="527193"/>
                    <a:pt x="24325" y="525153"/>
                  </a:cubicBezTo>
                  <a:cubicBezTo>
                    <a:pt x="25843" y="523133"/>
                    <a:pt x="27283" y="521172"/>
                    <a:pt x="28560" y="518991"/>
                  </a:cubicBezTo>
                  <a:cubicBezTo>
                    <a:pt x="29581" y="517340"/>
                    <a:pt x="29581" y="517340"/>
                    <a:pt x="31069" y="516596"/>
                  </a:cubicBezTo>
                  <a:cubicBezTo>
                    <a:pt x="31053" y="515982"/>
                    <a:pt x="31038" y="515368"/>
                    <a:pt x="31022" y="514735"/>
                  </a:cubicBezTo>
                  <a:cubicBezTo>
                    <a:pt x="31038" y="514121"/>
                    <a:pt x="31053" y="513508"/>
                    <a:pt x="31069" y="512875"/>
                  </a:cubicBezTo>
                  <a:cubicBezTo>
                    <a:pt x="31805" y="512629"/>
                    <a:pt x="32542" y="512384"/>
                    <a:pt x="33301" y="512131"/>
                  </a:cubicBezTo>
                  <a:cubicBezTo>
                    <a:pt x="33813" y="510897"/>
                    <a:pt x="34310" y="509657"/>
                    <a:pt x="34790" y="508410"/>
                  </a:cubicBezTo>
                  <a:cubicBezTo>
                    <a:pt x="35281" y="508410"/>
                    <a:pt x="35772" y="508410"/>
                    <a:pt x="36278" y="508410"/>
                  </a:cubicBezTo>
                  <a:cubicBezTo>
                    <a:pt x="36523" y="506937"/>
                    <a:pt x="36769" y="505463"/>
                    <a:pt x="37022" y="503945"/>
                  </a:cubicBezTo>
                  <a:cubicBezTo>
                    <a:pt x="37759" y="503945"/>
                    <a:pt x="38495" y="503945"/>
                    <a:pt x="39254" y="503945"/>
                  </a:cubicBezTo>
                  <a:cubicBezTo>
                    <a:pt x="39185" y="502863"/>
                    <a:pt x="39185" y="502863"/>
                    <a:pt x="39115" y="501759"/>
                  </a:cubicBezTo>
                  <a:cubicBezTo>
                    <a:pt x="39161" y="501007"/>
                    <a:pt x="39207" y="500255"/>
                    <a:pt x="39254" y="499481"/>
                  </a:cubicBezTo>
                  <a:cubicBezTo>
                    <a:pt x="39991" y="499235"/>
                    <a:pt x="40728" y="498989"/>
                    <a:pt x="41487" y="498736"/>
                  </a:cubicBezTo>
                  <a:cubicBezTo>
                    <a:pt x="42001" y="497254"/>
                    <a:pt x="42498" y="495766"/>
                    <a:pt x="42975" y="494272"/>
                  </a:cubicBezTo>
                  <a:cubicBezTo>
                    <a:pt x="43466" y="494272"/>
                    <a:pt x="43957" y="494272"/>
                    <a:pt x="44463" y="494272"/>
                  </a:cubicBezTo>
                  <a:cubicBezTo>
                    <a:pt x="44709" y="492798"/>
                    <a:pt x="44954" y="491325"/>
                    <a:pt x="45207" y="489807"/>
                  </a:cubicBezTo>
                  <a:cubicBezTo>
                    <a:pt x="45944" y="489807"/>
                    <a:pt x="46681" y="489807"/>
                    <a:pt x="47440" y="489807"/>
                  </a:cubicBezTo>
                  <a:cubicBezTo>
                    <a:pt x="47371" y="488771"/>
                    <a:pt x="47371" y="488771"/>
                    <a:pt x="47300" y="487714"/>
                  </a:cubicBezTo>
                  <a:cubicBezTo>
                    <a:pt x="47462" y="484959"/>
                    <a:pt x="47809" y="484899"/>
                    <a:pt x="49672" y="483109"/>
                  </a:cubicBezTo>
                  <a:cubicBezTo>
                    <a:pt x="50213" y="480796"/>
                    <a:pt x="50213" y="480796"/>
                    <a:pt x="50416" y="478645"/>
                  </a:cubicBezTo>
                  <a:cubicBezTo>
                    <a:pt x="51153" y="478645"/>
                    <a:pt x="51890" y="478645"/>
                    <a:pt x="52649" y="478645"/>
                  </a:cubicBezTo>
                  <a:cubicBezTo>
                    <a:pt x="52894" y="476926"/>
                    <a:pt x="53140" y="475207"/>
                    <a:pt x="53393" y="473436"/>
                  </a:cubicBezTo>
                  <a:cubicBezTo>
                    <a:pt x="54130" y="473436"/>
                    <a:pt x="54866" y="473436"/>
                    <a:pt x="55625" y="473436"/>
                  </a:cubicBezTo>
                  <a:cubicBezTo>
                    <a:pt x="55579" y="472469"/>
                    <a:pt x="55533" y="471502"/>
                    <a:pt x="55486" y="470506"/>
                  </a:cubicBezTo>
                  <a:cubicBezTo>
                    <a:pt x="55407" y="468857"/>
                    <a:pt x="55407" y="468857"/>
                    <a:pt x="55625" y="467482"/>
                  </a:cubicBezTo>
                  <a:cubicBezTo>
                    <a:pt x="56362" y="467237"/>
                    <a:pt x="57099" y="466991"/>
                    <a:pt x="57858" y="466738"/>
                  </a:cubicBezTo>
                  <a:cubicBezTo>
                    <a:pt x="58410" y="464115"/>
                    <a:pt x="58410" y="464115"/>
                    <a:pt x="58602" y="461529"/>
                  </a:cubicBezTo>
                  <a:cubicBezTo>
                    <a:pt x="59093" y="461529"/>
                    <a:pt x="59584" y="461529"/>
                    <a:pt x="60090" y="461529"/>
                  </a:cubicBezTo>
                  <a:cubicBezTo>
                    <a:pt x="60553" y="459995"/>
                    <a:pt x="60805" y="458456"/>
                    <a:pt x="61087" y="456878"/>
                  </a:cubicBezTo>
                  <a:cubicBezTo>
                    <a:pt x="61330" y="456234"/>
                    <a:pt x="61330" y="456234"/>
                    <a:pt x="61579" y="455576"/>
                  </a:cubicBezTo>
                  <a:cubicBezTo>
                    <a:pt x="62315" y="455576"/>
                    <a:pt x="63052" y="455576"/>
                    <a:pt x="63811" y="455576"/>
                  </a:cubicBezTo>
                  <a:cubicBezTo>
                    <a:pt x="63772" y="454864"/>
                    <a:pt x="63772" y="454864"/>
                    <a:pt x="63733" y="454137"/>
                  </a:cubicBezTo>
                  <a:cubicBezTo>
                    <a:pt x="63712" y="453522"/>
                    <a:pt x="63692" y="452908"/>
                    <a:pt x="63671" y="452274"/>
                  </a:cubicBezTo>
                  <a:cubicBezTo>
                    <a:pt x="63646" y="451661"/>
                    <a:pt x="63620" y="451048"/>
                    <a:pt x="63593" y="450417"/>
                  </a:cubicBezTo>
                  <a:cubicBezTo>
                    <a:pt x="63665" y="449909"/>
                    <a:pt x="63737" y="449402"/>
                    <a:pt x="63811" y="448879"/>
                  </a:cubicBezTo>
                  <a:cubicBezTo>
                    <a:pt x="64548" y="448633"/>
                    <a:pt x="65284" y="448388"/>
                    <a:pt x="66043" y="448135"/>
                  </a:cubicBezTo>
                  <a:cubicBezTo>
                    <a:pt x="66479" y="446731"/>
                    <a:pt x="66479" y="446731"/>
                    <a:pt x="66555" y="445112"/>
                  </a:cubicBezTo>
                  <a:cubicBezTo>
                    <a:pt x="66632" y="444145"/>
                    <a:pt x="66708" y="443178"/>
                    <a:pt x="66788" y="442182"/>
                  </a:cubicBezTo>
                  <a:cubicBezTo>
                    <a:pt x="67524" y="442182"/>
                    <a:pt x="68261" y="442182"/>
                    <a:pt x="69020" y="442182"/>
                  </a:cubicBezTo>
                  <a:cubicBezTo>
                    <a:pt x="69056" y="441653"/>
                    <a:pt x="69093" y="441125"/>
                    <a:pt x="69130" y="440580"/>
                  </a:cubicBezTo>
                  <a:cubicBezTo>
                    <a:pt x="69186" y="439896"/>
                    <a:pt x="69242" y="439212"/>
                    <a:pt x="69299" y="438507"/>
                  </a:cubicBezTo>
                  <a:cubicBezTo>
                    <a:pt x="69351" y="437825"/>
                    <a:pt x="69403" y="437143"/>
                    <a:pt x="69456" y="436441"/>
                  </a:cubicBezTo>
                  <a:cubicBezTo>
                    <a:pt x="69558" y="435880"/>
                    <a:pt x="69659" y="435318"/>
                    <a:pt x="69764" y="434740"/>
                  </a:cubicBezTo>
                  <a:cubicBezTo>
                    <a:pt x="70255" y="434495"/>
                    <a:pt x="70746" y="434249"/>
                    <a:pt x="71252" y="433996"/>
                  </a:cubicBezTo>
                  <a:cubicBezTo>
                    <a:pt x="71516" y="432073"/>
                    <a:pt x="71583" y="430168"/>
                    <a:pt x="71668" y="428229"/>
                  </a:cubicBezTo>
                  <a:cubicBezTo>
                    <a:pt x="71776" y="427677"/>
                    <a:pt x="71885" y="427124"/>
                    <a:pt x="71997" y="426555"/>
                  </a:cubicBezTo>
                  <a:cubicBezTo>
                    <a:pt x="72733" y="426309"/>
                    <a:pt x="73470" y="426064"/>
                    <a:pt x="74229" y="425811"/>
                  </a:cubicBezTo>
                  <a:cubicBezTo>
                    <a:pt x="74667" y="424063"/>
                    <a:pt x="74667" y="424063"/>
                    <a:pt x="74741" y="422043"/>
                  </a:cubicBezTo>
                  <a:cubicBezTo>
                    <a:pt x="74789" y="421359"/>
                    <a:pt x="74838" y="420676"/>
                    <a:pt x="74889" y="419971"/>
                  </a:cubicBezTo>
                  <a:cubicBezTo>
                    <a:pt x="74917" y="419442"/>
                    <a:pt x="74944" y="418914"/>
                    <a:pt x="74973" y="418369"/>
                  </a:cubicBezTo>
                  <a:cubicBezTo>
                    <a:pt x="75710" y="418369"/>
                    <a:pt x="76446" y="418369"/>
                    <a:pt x="77206" y="418369"/>
                  </a:cubicBezTo>
                  <a:cubicBezTo>
                    <a:pt x="77451" y="415177"/>
                    <a:pt x="77697" y="411984"/>
                    <a:pt x="77950" y="408695"/>
                  </a:cubicBezTo>
                  <a:cubicBezTo>
                    <a:pt x="78686" y="408695"/>
                    <a:pt x="79423" y="408695"/>
                    <a:pt x="80182" y="408695"/>
                  </a:cubicBezTo>
                  <a:cubicBezTo>
                    <a:pt x="80182" y="405257"/>
                    <a:pt x="80182" y="401820"/>
                    <a:pt x="80182" y="398277"/>
                  </a:cubicBezTo>
                  <a:cubicBezTo>
                    <a:pt x="81164" y="398277"/>
                    <a:pt x="82147" y="398277"/>
                    <a:pt x="83159" y="398277"/>
                  </a:cubicBezTo>
                  <a:cubicBezTo>
                    <a:pt x="83159" y="394839"/>
                    <a:pt x="83159" y="391402"/>
                    <a:pt x="83159" y="387859"/>
                  </a:cubicBezTo>
                  <a:cubicBezTo>
                    <a:pt x="83895" y="387859"/>
                    <a:pt x="84632" y="387859"/>
                    <a:pt x="85391" y="387859"/>
                  </a:cubicBezTo>
                  <a:cubicBezTo>
                    <a:pt x="85446" y="386503"/>
                    <a:pt x="85446" y="386503"/>
                    <a:pt x="85502" y="385118"/>
                  </a:cubicBezTo>
                  <a:cubicBezTo>
                    <a:pt x="85557" y="383939"/>
                    <a:pt x="85614" y="382760"/>
                    <a:pt x="85670" y="381581"/>
                  </a:cubicBezTo>
                  <a:cubicBezTo>
                    <a:pt x="85693" y="380984"/>
                    <a:pt x="85716" y="380386"/>
                    <a:pt x="85740" y="379771"/>
                  </a:cubicBezTo>
                  <a:cubicBezTo>
                    <a:pt x="85817" y="378247"/>
                    <a:pt x="85971" y="376727"/>
                    <a:pt x="86135" y="375209"/>
                  </a:cubicBezTo>
                  <a:cubicBezTo>
                    <a:pt x="86626" y="374963"/>
                    <a:pt x="87117" y="374718"/>
                    <a:pt x="87623" y="374465"/>
                  </a:cubicBezTo>
                  <a:cubicBezTo>
                    <a:pt x="87865" y="372973"/>
                    <a:pt x="87865" y="372973"/>
                    <a:pt x="87853" y="371189"/>
                  </a:cubicBezTo>
                  <a:cubicBezTo>
                    <a:pt x="87872" y="370527"/>
                    <a:pt x="87891" y="369864"/>
                    <a:pt x="87910" y="369182"/>
                  </a:cubicBezTo>
                  <a:cubicBezTo>
                    <a:pt x="87936" y="367777"/>
                    <a:pt x="87959" y="366372"/>
                    <a:pt x="87980" y="364967"/>
                  </a:cubicBezTo>
                  <a:cubicBezTo>
                    <a:pt x="87999" y="364304"/>
                    <a:pt x="88019" y="363640"/>
                    <a:pt x="88039" y="362957"/>
                  </a:cubicBezTo>
                  <a:cubicBezTo>
                    <a:pt x="88049" y="362346"/>
                    <a:pt x="88059" y="361735"/>
                    <a:pt x="88070" y="361105"/>
                  </a:cubicBezTo>
                  <a:cubicBezTo>
                    <a:pt x="88168" y="360603"/>
                    <a:pt x="88266" y="360100"/>
                    <a:pt x="88368" y="359582"/>
                  </a:cubicBezTo>
                  <a:cubicBezTo>
                    <a:pt x="89104" y="359091"/>
                    <a:pt x="89841" y="358600"/>
                    <a:pt x="90600" y="358094"/>
                  </a:cubicBezTo>
                  <a:cubicBezTo>
                    <a:pt x="90944" y="355942"/>
                    <a:pt x="90944" y="355942"/>
                    <a:pt x="90902" y="353417"/>
                  </a:cubicBezTo>
                  <a:cubicBezTo>
                    <a:pt x="90927" y="352019"/>
                    <a:pt x="90927" y="352019"/>
                    <a:pt x="90952" y="350593"/>
                  </a:cubicBezTo>
                  <a:cubicBezTo>
                    <a:pt x="90965" y="348614"/>
                    <a:pt x="90979" y="346636"/>
                    <a:pt x="90992" y="344657"/>
                  </a:cubicBezTo>
                  <a:cubicBezTo>
                    <a:pt x="91017" y="343261"/>
                    <a:pt x="91017" y="343261"/>
                    <a:pt x="91042" y="341836"/>
                  </a:cubicBezTo>
                  <a:cubicBezTo>
                    <a:pt x="91047" y="340977"/>
                    <a:pt x="91052" y="340117"/>
                    <a:pt x="91058" y="339231"/>
                  </a:cubicBezTo>
                  <a:cubicBezTo>
                    <a:pt x="91152" y="338580"/>
                    <a:pt x="91247" y="337929"/>
                    <a:pt x="91344" y="337258"/>
                  </a:cubicBezTo>
                  <a:cubicBezTo>
                    <a:pt x="92081" y="337012"/>
                    <a:pt x="92818" y="336767"/>
                    <a:pt x="93577" y="336514"/>
                  </a:cubicBezTo>
                  <a:cubicBezTo>
                    <a:pt x="93917" y="334809"/>
                    <a:pt x="93917" y="334809"/>
                    <a:pt x="93855" y="332710"/>
                  </a:cubicBezTo>
                  <a:cubicBezTo>
                    <a:pt x="93860" y="331886"/>
                    <a:pt x="93866" y="331062"/>
                    <a:pt x="93871" y="330212"/>
                  </a:cubicBezTo>
                  <a:cubicBezTo>
                    <a:pt x="93865" y="329300"/>
                    <a:pt x="93860" y="328388"/>
                    <a:pt x="93854" y="327448"/>
                  </a:cubicBezTo>
                  <a:cubicBezTo>
                    <a:pt x="93856" y="326493"/>
                    <a:pt x="93859" y="325539"/>
                    <a:pt x="93862" y="324555"/>
                  </a:cubicBezTo>
                  <a:cubicBezTo>
                    <a:pt x="93869" y="321929"/>
                    <a:pt x="93862" y="319303"/>
                    <a:pt x="93852" y="316677"/>
                  </a:cubicBezTo>
                  <a:cubicBezTo>
                    <a:pt x="93844" y="313933"/>
                    <a:pt x="93847" y="311189"/>
                    <a:pt x="93848" y="308445"/>
                  </a:cubicBezTo>
                  <a:cubicBezTo>
                    <a:pt x="93849" y="303834"/>
                    <a:pt x="93840" y="299224"/>
                    <a:pt x="93827" y="294613"/>
                  </a:cubicBezTo>
                  <a:cubicBezTo>
                    <a:pt x="93811" y="289280"/>
                    <a:pt x="93808" y="283947"/>
                    <a:pt x="93813" y="278614"/>
                  </a:cubicBezTo>
                  <a:cubicBezTo>
                    <a:pt x="93817" y="273490"/>
                    <a:pt x="93813" y="268365"/>
                    <a:pt x="93805" y="263241"/>
                  </a:cubicBezTo>
                  <a:cubicBezTo>
                    <a:pt x="93801" y="261058"/>
                    <a:pt x="93801" y="258875"/>
                    <a:pt x="93802" y="256692"/>
                  </a:cubicBezTo>
                  <a:cubicBezTo>
                    <a:pt x="93804" y="253643"/>
                    <a:pt x="93793" y="250594"/>
                    <a:pt x="93781" y="247546"/>
                  </a:cubicBezTo>
                  <a:cubicBezTo>
                    <a:pt x="93783" y="246636"/>
                    <a:pt x="93785" y="245727"/>
                    <a:pt x="93787" y="244790"/>
                  </a:cubicBezTo>
                  <a:cubicBezTo>
                    <a:pt x="93781" y="243962"/>
                    <a:pt x="93776" y="243133"/>
                    <a:pt x="93771" y="242280"/>
                  </a:cubicBezTo>
                  <a:cubicBezTo>
                    <a:pt x="93769" y="241558"/>
                    <a:pt x="93768" y="240837"/>
                    <a:pt x="93766" y="240094"/>
                  </a:cubicBezTo>
                  <a:cubicBezTo>
                    <a:pt x="93698" y="238094"/>
                    <a:pt x="93698" y="238094"/>
                    <a:pt x="92088" y="236055"/>
                  </a:cubicBezTo>
                  <a:cubicBezTo>
                    <a:pt x="91843" y="236055"/>
                    <a:pt x="91597" y="236055"/>
                    <a:pt x="91344" y="236055"/>
                  </a:cubicBezTo>
                  <a:cubicBezTo>
                    <a:pt x="91333" y="235427"/>
                    <a:pt x="91322" y="234800"/>
                    <a:pt x="91311" y="234154"/>
                  </a:cubicBezTo>
                  <a:cubicBezTo>
                    <a:pt x="91266" y="231833"/>
                    <a:pt x="91211" y="229514"/>
                    <a:pt x="91149" y="227194"/>
                  </a:cubicBezTo>
                  <a:cubicBezTo>
                    <a:pt x="91124" y="226188"/>
                    <a:pt x="91103" y="225183"/>
                    <a:pt x="91086" y="224177"/>
                  </a:cubicBezTo>
                  <a:cubicBezTo>
                    <a:pt x="91062" y="222734"/>
                    <a:pt x="91021" y="221292"/>
                    <a:pt x="90981" y="219849"/>
                  </a:cubicBezTo>
                  <a:cubicBezTo>
                    <a:pt x="90961" y="218980"/>
                    <a:pt x="90942" y="218111"/>
                    <a:pt x="90922" y="217216"/>
                  </a:cubicBezTo>
                  <a:cubicBezTo>
                    <a:pt x="90816" y="216557"/>
                    <a:pt x="90709" y="215898"/>
                    <a:pt x="90600" y="215219"/>
                  </a:cubicBezTo>
                  <a:cubicBezTo>
                    <a:pt x="89863" y="214973"/>
                    <a:pt x="89127" y="214728"/>
                    <a:pt x="88368" y="214475"/>
                  </a:cubicBezTo>
                  <a:cubicBezTo>
                    <a:pt x="88070" y="213104"/>
                    <a:pt x="88070" y="213104"/>
                    <a:pt x="88039" y="211335"/>
                  </a:cubicBezTo>
                  <a:cubicBezTo>
                    <a:pt x="88010" y="210387"/>
                    <a:pt x="88010" y="210387"/>
                    <a:pt x="87980" y="209420"/>
                  </a:cubicBezTo>
                  <a:cubicBezTo>
                    <a:pt x="87969" y="208755"/>
                    <a:pt x="87959" y="208090"/>
                    <a:pt x="87949" y="207405"/>
                  </a:cubicBezTo>
                  <a:cubicBezTo>
                    <a:pt x="87924" y="206095"/>
                    <a:pt x="87892" y="204785"/>
                    <a:pt x="87853" y="203475"/>
                  </a:cubicBezTo>
                  <a:cubicBezTo>
                    <a:pt x="87839" y="202600"/>
                    <a:pt x="87839" y="202600"/>
                    <a:pt x="87825" y="201707"/>
                  </a:cubicBezTo>
                  <a:cubicBezTo>
                    <a:pt x="87759" y="201254"/>
                    <a:pt x="87692" y="200802"/>
                    <a:pt x="87623" y="200336"/>
                  </a:cubicBezTo>
                  <a:cubicBezTo>
                    <a:pt x="87132" y="200090"/>
                    <a:pt x="86641" y="199845"/>
                    <a:pt x="86135" y="199592"/>
                  </a:cubicBezTo>
                  <a:cubicBezTo>
                    <a:pt x="85942" y="197729"/>
                    <a:pt x="85822" y="195925"/>
                    <a:pt x="85763" y="194057"/>
                  </a:cubicBezTo>
                  <a:cubicBezTo>
                    <a:pt x="85845" y="190139"/>
                    <a:pt x="85845" y="190139"/>
                    <a:pt x="83903" y="186941"/>
                  </a:cubicBezTo>
                  <a:cubicBezTo>
                    <a:pt x="83657" y="186941"/>
                    <a:pt x="83412" y="186941"/>
                    <a:pt x="83159" y="186941"/>
                  </a:cubicBezTo>
                  <a:cubicBezTo>
                    <a:pt x="82913" y="183012"/>
                    <a:pt x="82668" y="179083"/>
                    <a:pt x="82415" y="175035"/>
                  </a:cubicBezTo>
                  <a:cubicBezTo>
                    <a:pt x="81678" y="175035"/>
                    <a:pt x="80941" y="175035"/>
                    <a:pt x="80182" y="175035"/>
                  </a:cubicBezTo>
                  <a:cubicBezTo>
                    <a:pt x="80146" y="174399"/>
                    <a:pt x="80109" y="173763"/>
                    <a:pt x="80072" y="173108"/>
                  </a:cubicBezTo>
                  <a:cubicBezTo>
                    <a:pt x="79988" y="171875"/>
                    <a:pt x="79988" y="171875"/>
                    <a:pt x="79903" y="170617"/>
                  </a:cubicBezTo>
                  <a:cubicBezTo>
                    <a:pt x="79825" y="169387"/>
                    <a:pt x="79825" y="169387"/>
                    <a:pt x="79746" y="168132"/>
                  </a:cubicBezTo>
                  <a:cubicBezTo>
                    <a:pt x="79644" y="167463"/>
                    <a:pt x="79543" y="166794"/>
                    <a:pt x="79438" y="166106"/>
                  </a:cubicBezTo>
                  <a:cubicBezTo>
                    <a:pt x="78947" y="165860"/>
                    <a:pt x="78456" y="165614"/>
                    <a:pt x="77950" y="165361"/>
                  </a:cubicBezTo>
                  <a:cubicBezTo>
                    <a:pt x="77642" y="163335"/>
                    <a:pt x="77642" y="163335"/>
                    <a:pt x="77485" y="160850"/>
                  </a:cubicBezTo>
                  <a:cubicBezTo>
                    <a:pt x="77401" y="159617"/>
                    <a:pt x="77401" y="159617"/>
                    <a:pt x="77316" y="158359"/>
                  </a:cubicBezTo>
                  <a:cubicBezTo>
                    <a:pt x="77280" y="157723"/>
                    <a:pt x="77243" y="157087"/>
                    <a:pt x="77206" y="156432"/>
                  </a:cubicBezTo>
                  <a:cubicBezTo>
                    <a:pt x="76469" y="156432"/>
                    <a:pt x="75732" y="156432"/>
                    <a:pt x="74973" y="156432"/>
                  </a:cubicBezTo>
                  <a:cubicBezTo>
                    <a:pt x="74945" y="155849"/>
                    <a:pt x="74917" y="155267"/>
                    <a:pt x="74889" y="154667"/>
                  </a:cubicBezTo>
                  <a:cubicBezTo>
                    <a:pt x="74840" y="153914"/>
                    <a:pt x="74791" y="153161"/>
                    <a:pt x="74741" y="152385"/>
                  </a:cubicBezTo>
                  <a:cubicBezTo>
                    <a:pt x="74697" y="151634"/>
                    <a:pt x="74654" y="150883"/>
                    <a:pt x="74610" y="150109"/>
                  </a:cubicBezTo>
                  <a:cubicBezTo>
                    <a:pt x="74421" y="149187"/>
                    <a:pt x="74421" y="149187"/>
                    <a:pt x="74229" y="148246"/>
                  </a:cubicBezTo>
                  <a:cubicBezTo>
                    <a:pt x="73492" y="148001"/>
                    <a:pt x="72756" y="147755"/>
                    <a:pt x="71997" y="147502"/>
                  </a:cubicBezTo>
                  <a:cubicBezTo>
                    <a:pt x="71997" y="145992"/>
                    <a:pt x="72002" y="144482"/>
                    <a:pt x="72063" y="142973"/>
                  </a:cubicBezTo>
                  <a:cubicBezTo>
                    <a:pt x="71973" y="141041"/>
                    <a:pt x="71127" y="140624"/>
                    <a:pt x="69764" y="139316"/>
                  </a:cubicBezTo>
                  <a:cubicBezTo>
                    <a:pt x="69529" y="137892"/>
                    <a:pt x="69529" y="137892"/>
                    <a:pt x="69392" y="136247"/>
                  </a:cubicBezTo>
                  <a:cubicBezTo>
                    <a:pt x="69269" y="135295"/>
                    <a:pt x="69146" y="134344"/>
                    <a:pt x="69020" y="133363"/>
                  </a:cubicBezTo>
                  <a:cubicBezTo>
                    <a:pt x="68283" y="133118"/>
                    <a:pt x="67547" y="132872"/>
                    <a:pt x="66788" y="132619"/>
                  </a:cubicBezTo>
                  <a:cubicBezTo>
                    <a:pt x="66407" y="130919"/>
                    <a:pt x="66407" y="130919"/>
                    <a:pt x="66276" y="128852"/>
                  </a:cubicBezTo>
                  <a:cubicBezTo>
                    <a:pt x="66227" y="128168"/>
                    <a:pt x="66178" y="127484"/>
                    <a:pt x="66128" y="126779"/>
                  </a:cubicBezTo>
                  <a:cubicBezTo>
                    <a:pt x="66086" y="125987"/>
                    <a:pt x="66086" y="125987"/>
                    <a:pt x="66043" y="125178"/>
                  </a:cubicBezTo>
                  <a:cubicBezTo>
                    <a:pt x="65307" y="125178"/>
                    <a:pt x="64570" y="125178"/>
                    <a:pt x="63811" y="125178"/>
                  </a:cubicBezTo>
                  <a:cubicBezTo>
                    <a:pt x="63666" y="123652"/>
                    <a:pt x="63520" y="122126"/>
                    <a:pt x="63375" y="120600"/>
                  </a:cubicBezTo>
                  <a:cubicBezTo>
                    <a:pt x="63273" y="120146"/>
                    <a:pt x="63172" y="119692"/>
                    <a:pt x="63067" y="119225"/>
                  </a:cubicBezTo>
                  <a:cubicBezTo>
                    <a:pt x="62576" y="118979"/>
                    <a:pt x="62085" y="118734"/>
                    <a:pt x="61579" y="118481"/>
                  </a:cubicBezTo>
                  <a:cubicBezTo>
                    <a:pt x="61417" y="117214"/>
                    <a:pt x="61417" y="117214"/>
                    <a:pt x="61253" y="115923"/>
                  </a:cubicBezTo>
                  <a:cubicBezTo>
                    <a:pt x="61115" y="115048"/>
                    <a:pt x="60977" y="114173"/>
                    <a:pt x="60834" y="113272"/>
                  </a:cubicBezTo>
                  <a:cubicBezTo>
                    <a:pt x="59729" y="112535"/>
                    <a:pt x="59729" y="112535"/>
                    <a:pt x="58602" y="111783"/>
                  </a:cubicBezTo>
                  <a:cubicBezTo>
                    <a:pt x="58069" y="110058"/>
                    <a:pt x="57573" y="108321"/>
                    <a:pt x="57114" y="106574"/>
                  </a:cubicBezTo>
                  <a:cubicBezTo>
                    <a:pt x="56623" y="105838"/>
                    <a:pt x="56131" y="105101"/>
                    <a:pt x="55625" y="104342"/>
                  </a:cubicBezTo>
                  <a:cubicBezTo>
                    <a:pt x="55503" y="103697"/>
                    <a:pt x="55380" y="103053"/>
                    <a:pt x="55253" y="102389"/>
                  </a:cubicBezTo>
                  <a:cubicBezTo>
                    <a:pt x="55069" y="101514"/>
                    <a:pt x="55069" y="101514"/>
                    <a:pt x="54881" y="100621"/>
                  </a:cubicBezTo>
                  <a:cubicBezTo>
                    <a:pt x="54390" y="100376"/>
                    <a:pt x="53899" y="100130"/>
                    <a:pt x="53393" y="99877"/>
                  </a:cubicBezTo>
                  <a:cubicBezTo>
                    <a:pt x="53286" y="99263"/>
                    <a:pt x="53178" y="98649"/>
                    <a:pt x="53067" y="98017"/>
                  </a:cubicBezTo>
                  <a:cubicBezTo>
                    <a:pt x="52929" y="97403"/>
                    <a:pt x="52791" y="96789"/>
                    <a:pt x="52649" y="96156"/>
                  </a:cubicBezTo>
                  <a:cubicBezTo>
                    <a:pt x="51912" y="95911"/>
                    <a:pt x="51175" y="95665"/>
                    <a:pt x="50416" y="95412"/>
                  </a:cubicBezTo>
                  <a:cubicBezTo>
                    <a:pt x="50138" y="93680"/>
                    <a:pt x="49890" y="91944"/>
                    <a:pt x="49672" y="90203"/>
                  </a:cubicBezTo>
                  <a:cubicBezTo>
                    <a:pt x="48936" y="89835"/>
                    <a:pt x="48936" y="89835"/>
                    <a:pt x="48184" y="89459"/>
                  </a:cubicBezTo>
                  <a:cubicBezTo>
                    <a:pt x="48077" y="88722"/>
                    <a:pt x="47969" y="87986"/>
                    <a:pt x="47858" y="87227"/>
                  </a:cubicBezTo>
                  <a:cubicBezTo>
                    <a:pt x="47720" y="86490"/>
                    <a:pt x="47582" y="85753"/>
                    <a:pt x="47440" y="84994"/>
                  </a:cubicBezTo>
                  <a:cubicBezTo>
                    <a:pt x="46703" y="84749"/>
                    <a:pt x="45966" y="84503"/>
                    <a:pt x="45207" y="84250"/>
                  </a:cubicBezTo>
                  <a:cubicBezTo>
                    <a:pt x="44696" y="81599"/>
                    <a:pt x="44696" y="81599"/>
                    <a:pt x="44463" y="79041"/>
                  </a:cubicBezTo>
                  <a:cubicBezTo>
                    <a:pt x="43727" y="79041"/>
                    <a:pt x="42990" y="79041"/>
                    <a:pt x="42231" y="79041"/>
                  </a:cubicBezTo>
                  <a:cubicBezTo>
                    <a:pt x="42277" y="78443"/>
                    <a:pt x="42323" y="77844"/>
                    <a:pt x="42370" y="77227"/>
                  </a:cubicBezTo>
                  <a:cubicBezTo>
                    <a:pt x="42324" y="76598"/>
                    <a:pt x="42278" y="75969"/>
                    <a:pt x="42231" y="75320"/>
                  </a:cubicBezTo>
                  <a:cubicBezTo>
                    <a:pt x="41494" y="75075"/>
                    <a:pt x="40758" y="74829"/>
                    <a:pt x="39998" y="74576"/>
                  </a:cubicBezTo>
                  <a:cubicBezTo>
                    <a:pt x="39476" y="73347"/>
                    <a:pt x="38979" y="72106"/>
                    <a:pt x="38510" y="70856"/>
                  </a:cubicBezTo>
                  <a:cubicBezTo>
                    <a:pt x="37774" y="70487"/>
                    <a:pt x="37774" y="70487"/>
                    <a:pt x="37022" y="70111"/>
                  </a:cubicBezTo>
                  <a:cubicBezTo>
                    <a:pt x="36914" y="69498"/>
                    <a:pt x="36807" y="68884"/>
                    <a:pt x="36696" y="68251"/>
                  </a:cubicBezTo>
                  <a:cubicBezTo>
                    <a:pt x="36558" y="67637"/>
                    <a:pt x="36420" y="67023"/>
                    <a:pt x="36278" y="66391"/>
                  </a:cubicBezTo>
                  <a:cubicBezTo>
                    <a:pt x="35541" y="66145"/>
                    <a:pt x="34804" y="65900"/>
                    <a:pt x="34045" y="65647"/>
                  </a:cubicBezTo>
                  <a:cubicBezTo>
                    <a:pt x="33785" y="64409"/>
                    <a:pt x="33538" y="63168"/>
                    <a:pt x="33301" y="61926"/>
                  </a:cubicBezTo>
                  <a:cubicBezTo>
                    <a:pt x="32572" y="61167"/>
                    <a:pt x="31829" y="60422"/>
                    <a:pt x="31069" y="59693"/>
                  </a:cubicBezTo>
                  <a:cubicBezTo>
                    <a:pt x="30807" y="58705"/>
                    <a:pt x="30557" y="57713"/>
                    <a:pt x="30325" y="56717"/>
                  </a:cubicBezTo>
                  <a:cubicBezTo>
                    <a:pt x="29834" y="56471"/>
                    <a:pt x="29342" y="56226"/>
                    <a:pt x="28836" y="55973"/>
                  </a:cubicBezTo>
                  <a:cubicBezTo>
                    <a:pt x="28092" y="54112"/>
                    <a:pt x="28092" y="54112"/>
                    <a:pt x="27348" y="52252"/>
                  </a:cubicBezTo>
                  <a:cubicBezTo>
                    <a:pt x="26857" y="52006"/>
                    <a:pt x="26366" y="51761"/>
                    <a:pt x="25860" y="51508"/>
                  </a:cubicBezTo>
                  <a:cubicBezTo>
                    <a:pt x="25614" y="50771"/>
                    <a:pt x="25369" y="50035"/>
                    <a:pt x="25116" y="49275"/>
                  </a:cubicBezTo>
                  <a:cubicBezTo>
                    <a:pt x="24625" y="49030"/>
                    <a:pt x="24133" y="48784"/>
                    <a:pt x="23627" y="48531"/>
                  </a:cubicBezTo>
                  <a:cubicBezTo>
                    <a:pt x="23520" y="48056"/>
                    <a:pt x="23413" y="47580"/>
                    <a:pt x="23302" y="47090"/>
                  </a:cubicBezTo>
                  <a:cubicBezTo>
                    <a:pt x="22986" y="45270"/>
                    <a:pt x="22986" y="45270"/>
                    <a:pt x="20651" y="44067"/>
                  </a:cubicBezTo>
                  <a:cubicBezTo>
                    <a:pt x="19874" y="42846"/>
                    <a:pt x="19139" y="41600"/>
                    <a:pt x="18418" y="40346"/>
                  </a:cubicBezTo>
                  <a:cubicBezTo>
                    <a:pt x="17240" y="38599"/>
                    <a:pt x="16049" y="36862"/>
                    <a:pt x="14852" y="35128"/>
                  </a:cubicBezTo>
                  <a:cubicBezTo>
                    <a:pt x="13954" y="33649"/>
                    <a:pt x="13954" y="33649"/>
                    <a:pt x="13954" y="32160"/>
                  </a:cubicBezTo>
                  <a:cubicBezTo>
                    <a:pt x="13217" y="31915"/>
                    <a:pt x="12480" y="31669"/>
                    <a:pt x="11721" y="31416"/>
                  </a:cubicBezTo>
                  <a:cubicBezTo>
                    <a:pt x="11398" y="29905"/>
                    <a:pt x="11398" y="29905"/>
                    <a:pt x="11396" y="28067"/>
                  </a:cubicBezTo>
                  <a:cubicBezTo>
                    <a:pt x="11381" y="27461"/>
                    <a:pt x="11367" y="26855"/>
                    <a:pt x="11352" y="26230"/>
                  </a:cubicBezTo>
                  <a:cubicBezTo>
                    <a:pt x="11474" y="25732"/>
                    <a:pt x="11596" y="25233"/>
                    <a:pt x="11721" y="24719"/>
                  </a:cubicBezTo>
                  <a:cubicBezTo>
                    <a:pt x="13230" y="24277"/>
                    <a:pt x="13230" y="24277"/>
                    <a:pt x="14698" y="23975"/>
                  </a:cubicBezTo>
                  <a:cubicBezTo>
                    <a:pt x="14698" y="23238"/>
                    <a:pt x="14698" y="22501"/>
                    <a:pt x="14698" y="21742"/>
                  </a:cubicBezTo>
                  <a:cubicBezTo>
                    <a:pt x="17645" y="21374"/>
                    <a:pt x="17645" y="21374"/>
                    <a:pt x="20651" y="20998"/>
                  </a:cubicBezTo>
                  <a:cubicBezTo>
                    <a:pt x="20651" y="20016"/>
                    <a:pt x="20651" y="19034"/>
                    <a:pt x="20651" y="18022"/>
                  </a:cubicBezTo>
                  <a:cubicBezTo>
                    <a:pt x="21917" y="17929"/>
                    <a:pt x="21917" y="17929"/>
                    <a:pt x="23209" y="17836"/>
                  </a:cubicBezTo>
                  <a:cubicBezTo>
                    <a:pt x="24084" y="17651"/>
                    <a:pt x="24958" y="17467"/>
                    <a:pt x="25860" y="17277"/>
                  </a:cubicBezTo>
                  <a:cubicBezTo>
                    <a:pt x="25983" y="16786"/>
                    <a:pt x="26105" y="16295"/>
                    <a:pt x="26232" y="15789"/>
                  </a:cubicBezTo>
                  <a:cubicBezTo>
                    <a:pt x="26355" y="15298"/>
                    <a:pt x="26477" y="14807"/>
                    <a:pt x="26604" y="14301"/>
                  </a:cubicBezTo>
                  <a:cubicBezTo>
                    <a:pt x="28336" y="14023"/>
                    <a:pt x="30073" y="13774"/>
                    <a:pt x="31813" y="13557"/>
                  </a:cubicBezTo>
                  <a:cubicBezTo>
                    <a:pt x="32059" y="12820"/>
                    <a:pt x="32304" y="12083"/>
                    <a:pt x="32557" y="11324"/>
                  </a:cubicBezTo>
                  <a:cubicBezTo>
                    <a:pt x="34095" y="10944"/>
                    <a:pt x="34095" y="10944"/>
                    <a:pt x="35952" y="10813"/>
                  </a:cubicBezTo>
                  <a:cubicBezTo>
                    <a:pt x="36567" y="10764"/>
                    <a:pt x="37182" y="10715"/>
                    <a:pt x="37815" y="10664"/>
                  </a:cubicBezTo>
                  <a:cubicBezTo>
                    <a:pt x="38528" y="10623"/>
                    <a:pt x="38528" y="10623"/>
                    <a:pt x="39254" y="10580"/>
                  </a:cubicBezTo>
                  <a:cubicBezTo>
                    <a:pt x="39254" y="9598"/>
                    <a:pt x="39254" y="8616"/>
                    <a:pt x="39254" y="7604"/>
                  </a:cubicBezTo>
                  <a:cubicBezTo>
                    <a:pt x="40098" y="7527"/>
                    <a:pt x="40943" y="7450"/>
                    <a:pt x="41812" y="7371"/>
                  </a:cubicBezTo>
                  <a:cubicBezTo>
                    <a:pt x="42687" y="7202"/>
                    <a:pt x="43562" y="7033"/>
                    <a:pt x="44463" y="6859"/>
                  </a:cubicBezTo>
                  <a:cubicBezTo>
                    <a:pt x="44709" y="6123"/>
                    <a:pt x="44954" y="5386"/>
                    <a:pt x="45207" y="4627"/>
                  </a:cubicBezTo>
                  <a:cubicBezTo>
                    <a:pt x="46067" y="4520"/>
                    <a:pt x="46926" y="4412"/>
                    <a:pt x="47812" y="4301"/>
                  </a:cubicBezTo>
                  <a:cubicBezTo>
                    <a:pt x="49101" y="4094"/>
                    <a:pt x="49101" y="4094"/>
                    <a:pt x="50416" y="3883"/>
                  </a:cubicBezTo>
                  <a:cubicBezTo>
                    <a:pt x="50480" y="3392"/>
                    <a:pt x="50543" y="2901"/>
                    <a:pt x="50608" y="2395"/>
                  </a:cubicBezTo>
                  <a:cubicBezTo>
                    <a:pt x="50791" y="1904"/>
                    <a:pt x="50973" y="1412"/>
                    <a:pt x="51161" y="906"/>
                  </a:cubicBezTo>
                  <a:close/>
                </a:path>
              </a:pathLst>
            </a:custGeom>
            <a:grpFill/>
            <a:ln w="744" cap="flat">
              <a:noFill/>
              <a:prstDash val="solid"/>
              <a:miter/>
            </a:ln>
          </p:spPr>
          <p:txBody>
            <a:bodyPr rtlCol="0" anchor="ctr"/>
            <a:lstStyle/>
            <a:p>
              <a:endParaRPr lang="zh-CN" altLang="en-US"/>
            </a:p>
          </p:txBody>
        </p:sp>
        <p:sp>
          <p:nvSpPr>
            <p:cNvPr id="112" name="任意多边形: 形状 111"/>
            <p:cNvSpPr/>
            <p:nvPr/>
          </p:nvSpPr>
          <p:spPr>
            <a:xfrm>
              <a:off x="6697207" y="596299"/>
              <a:ext cx="145577" cy="574510"/>
            </a:xfrm>
            <a:custGeom>
              <a:avLst/>
              <a:gdLst>
                <a:gd name="connsiteX0" fmla="*/ 103512 w 145577"/>
                <a:gd name="connsiteY0" fmla="*/ 840 h 574510"/>
                <a:gd name="connsiteX1" fmla="*/ 108721 w 145577"/>
                <a:gd name="connsiteY1" fmla="*/ 468 h 574510"/>
                <a:gd name="connsiteX2" fmla="*/ 111605 w 145577"/>
                <a:gd name="connsiteY2" fmla="*/ 491 h 574510"/>
                <a:gd name="connsiteX3" fmla="*/ 113930 w 145577"/>
                <a:gd name="connsiteY3" fmla="*/ 840 h 574510"/>
                <a:gd name="connsiteX4" fmla="*/ 114674 w 145577"/>
                <a:gd name="connsiteY4" fmla="*/ 3073 h 574510"/>
                <a:gd name="connsiteX5" fmla="*/ 117651 w 145577"/>
                <a:gd name="connsiteY5" fmla="*/ 3817 h 574510"/>
                <a:gd name="connsiteX6" fmla="*/ 120628 w 145577"/>
                <a:gd name="connsiteY6" fmla="*/ 4561 h 574510"/>
                <a:gd name="connsiteX7" fmla="*/ 121372 w 145577"/>
                <a:gd name="connsiteY7" fmla="*/ 6793 h 574510"/>
                <a:gd name="connsiteX8" fmla="*/ 123976 w 145577"/>
                <a:gd name="connsiteY8" fmla="*/ 7119 h 574510"/>
                <a:gd name="connsiteX9" fmla="*/ 126581 w 145577"/>
                <a:gd name="connsiteY9" fmla="*/ 7537 h 574510"/>
                <a:gd name="connsiteX10" fmla="*/ 127325 w 145577"/>
                <a:gd name="connsiteY10" fmla="*/ 10514 h 574510"/>
                <a:gd name="connsiteX11" fmla="*/ 132534 w 145577"/>
                <a:gd name="connsiteY11" fmla="*/ 11258 h 574510"/>
                <a:gd name="connsiteX12" fmla="*/ 132534 w 145577"/>
                <a:gd name="connsiteY12" fmla="*/ 14235 h 574510"/>
                <a:gd name="connsiteX13" fmla="*/ 138487 w 145577"/>
                <a:gd name="connsiteY13" fmla="*/ 14235 h 574510"/>
                <a:gd name="connsiteX14" fmla="*/ 138487 w 145577"/>
                <a:gd name="connsiteY14" fmla="*/ 17211 h 574510"/>
                <a:gd name="connsiteX15" fmla="*/ 145184 w 145577"/>
                <a:gd name="connsiteY15" fmla="*/ 17955 h 574510"/>
                <a:gd name="connsiteX16" fmla="*/ 145184 w 145577"/>
                <a:gd name="connsiteY16" fmla="*/ 20932 h 574510"/>
                <a:gd name="connsiteX17" fmla="*/ 147324 w 145577"/>
                <a:gd name="connsiteY17" fmla="*/ 20885 h 574510"/>
                <a:gd name="connsiteX18" fmla="*/ 151137 w 145577"/>
                <a:gd name="connsiteY18" fmla="*/ 21676 h 574510"/>
                <a:gd name="connsiteX19" fmla="*/ 151835 w 145577"/>
                <a:gd name="connsiteY19" fmla="*/ 23164 h 574510"/>
                <a:gd name="connsiteX20" fmla="*/ 154858 w 145577"/>
                <a:gd name="connsiteY20" fmla="*/ 25397 h 574510"/>
                <a:gd name="connsiteX21" fmla="*/ 154858 w 145577"/>
                <a:gd name="connsiteY21" fmla="*/ 30606 h 574510"/>
                <a:gd name="connsiteX22" fmla="*/ 152626 w 145577"/>
                <a:gd name="connsiteY22" fmla="*/ 31350 h 574510"/>
                <a:gd name="connsiteX23" fmla="*/ 151137 w 145577"/>
                <a:gd name="connsiteY23" fmla="*/ 34326 h 574510"/>
                <a:gd name="connsiteX24" fmla="*/ 149649 w 145577"/>
                <a:gd name="connsiteY24" fmla="*/ 35071 h 574510"/>
                <a:gd name="connsiteX25" fmla="*/ 149324 w 145577"/>
                <a:gd name="connsiteY25" fmla="*/ 36605 h 574510"/>
                <a:gd name="connsiteX26" fmla="*/ 148905 w 145577"/>
                <a:gd name="connsiteY26" fmla="*/ 38047 h 574510"/>
                <a:gd name="connsiteX27" fmla="*/ 146673 w 145577"/>
                <a:gd name="connsiteY27" fmla="*/ 38047 h 574510"/>
                <a:gd name="connsiteX28" fmla="*/ 146673 w 145577"/>
                <a:gd name="connsiteY28" fmla="*/ 41768 h 574510"/>
                <a:gd name="connsiteX29" fmla="*/ 144440 w 145577"/>
                <a:gd name="connsiteY29" fmla="*/ 41768 h 574510"/>
                <a:gd name="connsiteX30" fmla="*/ 143696 w 145577"/>
                <a:gd name="connsiteY30" fmla="*/ 45489 h 574510"/>
                <a:gd name="connsiteX31" fmla="*/ 142208 w 145577"/>
                <a:gd name="connsiteY31" fmla="*/ 46233 h 574510"/>
                <a:gd name="connsiteX32" fmla="*/ 141510 w 145577"/>
                <a:gd name="connsiteY32" fmla="*/ 48419 h 574510"/>
                <a:gd name="connsiteX33" fmla="*/ 138487 w 145577"/>
                <a:gd name="connsiteY33" fmla="*/ 52186 h 574510"/>
                <a:gd name="connsiteX34" fmla="*/ 137743 w 145577"/>
                <a:gd name="connsiteY34" fmla="*/ 54418 h 574510"/>
                <a:gd name="connsiteX35" fmla="*/ 136255 w 145577"/>
                <a:gd name="connsiteY35" fmla="*/ 55162 h 574510"/>
                <a:gd name="connsiteX36" fmla="*/ 133231 w 145577"/>
                <a:gd name="connsiteY36" fmla="*/ 61302 h 574510"/>
                <a:gd name="connsiteX37" fmla="*/ 131046 w 145577"/>
                <a:gd name="connsiteY37" fmla="*/ 64092 h 574510"/>
                <a:gd name="connsiteX38" fmla="*/ 130301 w 145577"/>
                <a:gd name="connsiteY38" fmla="*/ 65952 h 574510"/>
                <a:gd name="connsiteX39" fmla="*/ 128069 w 145577"/>
                <a:gd name="connsiteY39" fmla="*/ 68557 h 574510"/>
                <a:gd name="connsiteX40" fmla="*/ 127325 w 145577"/>
                <a:gd name="connsiteY40" fmla="*/ 70417 h 574510"/>
                <a:gd name="connsiteX41" fmla="*/ 125092 w 145577"/>
                <a:gd name="connsiteY41" fmla="*/ 73022 h 574510"/>
                <a:gd name="connsiteX42" fmla="*/ 124720 w 145577"/>
                <a:gd name="connsiteY42" fmla="*/ 74882 h 574510"/>
                <a:gd name="connsiteX43" fmla="*/ 124348 w 145577"/>
                <a:gd name="connsiteY43" fmla="*/ 76742 h 574510"/>
                <a:gd name="connsiteX44" fmla="*/ 122860 w 145577"/>
                <a:gd name="connsiteY44" fmla="*/ 77487 h 574510"/>
                <a:gd name="connsiteX45" fmla="*/ 122162 w 145577"/>
                <a:gd name="connsiteY45" fmla="*/ 79766 h 574510"/>
                <a:gd name="connsiteX46" fmla="*/ 121372 w 145577"/>
                <a:gd name="connsiteY46" fmla="*/ 81951 h 574510"/>
                <a:gd name="connsiteX47" fmla="*/ 119139 w 145577"/>
                <a:gd name="connsiteY47" fmla="*/ 81951 h 574510"/>
                <a:gd name="connsiteX48" fmla="*/ 119139 w 145577"/>
                <a:gd name="connsiteY48" fmla="*/ 87160 h 574510"/>
                <a:gd name="connsiteX49" fmla="*/ 116907 w 145577"/>
                <a:gd name="connsiteY49" fmla="*/ 87160 h 574510"/>
                <a:gd name="connsiteX50" fmla="*/ 116674 w 145577"/>
                <a:gd name="connsiteY50" fmla="*/ 89300 h 574510"/>
                <a:gd name="connsiteX51" fmla="*/ 113930 w 145577"/>
                <a:gd name="connsiteY51" fmla="*/ 93114 h 574510"/>
                <a:gd name="connsiteX52" fmla="*/ 113930 w 145577"/>
                <a:gd name="connsiteY52" fmla="*/ 95346 h 574510"/>
                <a:gd name="connsiteX53" fmla="*/ 113930 w 145577"/>
                <a:gd name="connsiteY53" fmla="*/ 97578 h 574510"/>
                <a:gd name="connsiteX54" fmla="*/ 111698 w 145577"/>
                <a:gd name="connsiteY54" fmla="*/ 99067 h 574510"/>
                <a:gd name="connsiteX55" fmla="*/ 111326 w 145577"/>
                <a:gd name="connsiteY55" fmla="*/ 100974 h 574510"/>
                <a:gd name="connsiteX56" fmla="*/ 110954 w 145577"/>
                <a:gd name="connsiteY56" fmla="*/ 102787 h 574510"/>
                <a:gd name="connsiteX57" fmla="*/ 108721 w 145577"/>
                <a:gd name="connsiteY57" fmla="*/ 103531 h 574510"/>
                <a:gd name="connsiteX58" fmla="*/ 107977 w 145577"/>
                <a:gd name="connsiteY58" fmla="*/ 108740 h 574510"/>
                <a:gd name="connsiteX59" fmla="*/ 105745 w 145577"/>
                <a:gd name="connsiteY59" fmla="*/ 110229 h 574510"/>
                <a:gd name="connsiteX60" fmla="*/ 105745 w 145577"/>
                <a:gd name="connsiteY60" fmla="*/ 112880 h 574510"/>
                <a:gd name="connsiteX61" fmla="*/ 105745 w 145577"/>
                <a:gd name="connsiteY61" fmla="*/ 115438 h 574510"/>
                <a:gd name="connsiteX62" fmla="*/ 103512 w 145577"/>
                <a:gd name="connsiteY62" fmla="*/ 116182 h 574510"/>
                <a:gd name="connsiteX63" fmla="*/ 103140 w 145577"/>
                <a:gd name="connsiteY63" fmla="*/ 119158 h 574510"/>
                <a:gd name="connsiteX64" fmla="*/ 102768 w 145577"/>
                <a:gd name="connsiteY64" fmla="*/ 122135 h 574510"/>
                <a:gd name="connsiteX65" fmla="*/ 100536 w 145577"/>
                <a:gd name="connsiteY65" fmla="*/ 122879 h 574510"/>
                <a:gd name="connsiteX66" fmla="*/ 100024 w 145577"/>
                <a:gd name="connsiteY66" fmla="*/ 125902 h 574510"/>
                <a:gd name="connsiteX67" fmla="*/ 99792 w 145577"/>
                <a:gd name="connsiteY67" fmla="*/ 128832 h 574510"/>
                <a:gd name="connsiteX68" fmla="*/ 97559 w 145577"/>
                <a:gd name="connsiteY68" fmla="*/ 128832 h 574510"/>
                <a:gd name="connsiteX69" fmla="*/ 97664 w 145577"/>
                <a:gd name="connsiteY69" fmla="*/ 130271 h 574510"/>
                <a:gd name="connsiteX70" fmla="*/ 97745 w 145577"/>
                <a:gd name="connsiteY70" fmla="*/ 132134 h 574510"/>
                <a:gd name="connsiteX71" fmla="*/ 97850 w 145577"/>
                <a:gd name="connsiteY71" fmla="*/ 133992 h 574510"/>
                <a:gd name="connsiteX72" fmla="*/ 97559 w 145577"/>
                <a:gd name="connsiteY72" fmla="*/ 135530 h 574510"/>
                <a:gd name="connsiteX73" fmla="*/ 94583 w 145577"/>
                <a:gd name="connsiteY73" fmla="*/ 136274 h 574510"/>
                <a:gd name="connsiteX74" fmla="*/ 94536 w 145577"/>
                <a:gd name="connsiteY74" fmla="*/ 139622 h 574510"/>
                <a:gd name="connsiteX75" fmla="*/ 94583 w 145577"/>
                <a:gd name="connsiteY75" fmla="*/ 142971 h 574510"/>
                <a:gd name="connsiteX76" fmla="*/ 92350 w 145577"/>
                <a:gd name="connsiteY76" fmla="*/ 143715 h 574510"/>
                <a:gd name="connsiteX77" fmla="*/ 91932 w 145577"/>
                <a:gd name="connsiteY77" fmla="*/ 147436 h 574510"/>
                <a:gd name="connsiteX78" fmla="*/ 91606 w 145577"/>
                <a:gd name="connsiteY78" fmla="*/ 151156 h 574510"/>
                <a:gd name="connsiteX79" fmla="*/ 90118 w 145577"/>
                <a:gd name="connsiteY79" fmla="*/ 151901 h 574510"/>
                <a:gd name="connsiteX80" fmla="*/ 89702 w 145577"/>
                <a:gd name="connsiteY80" fmla="*/ 158249 h 574510"/>
                <a:gd name="connsiteX81" fmla="*/ 89374 w 145577"/>
                <a:gd name="connsiteY81" fmla="*/ 160086 h 574510"/>
                <a:gd name="connsiteX82" fmla="*/ 87141 w 145577"/>
                <a:gd name="connsiteY82" fmla="*/ 160830 h 574510"/>
                <a:gd name="connsiteX83" fmla="*/ 86769 w 145577"/>
                <a:gd name="connsiteY83" fmla="*/ 165667 h 574510"/>
                <a:gd name="connsiteX84" fmla="*/ 86397 w 145577"/>
                <a:gd name="connsiteY84" fmla="*/ 170504 h 574510"/>
                <a:gd name="connsiteX85" fmla="*/ 84165 w 145577"/>
                <a:gd name="connsiteY85" fmla="*/ 171248 h 574510"/>
                <a:gd name="connsiteX86" fmla="*/ 83793 w 145577"/>
                <a:gd name="connsiteY86" fmla="*/ 175620 h 574510"/>
                <a:gd name="connsiteX87" fmla="*/ 82281 w 145577"/>
                <a:gd name="connsiteY87" fmla="*/ 181294 h 574510"/>
                <a:gd name="connsiteX88" fmla="*/ 81049 w 145577"/>
                <a:gd name="connsiteY88" fmla="*/ 184556 h 574510"/>
                <a:gd name="connsiteX89" fmla="*/ 81188 w 145577"/>
                <a:gd name="connsiteY89" fmla="*/ 186968 h 574510"/>
                <a:gd name="connsiteX90" fmla="*/ 81188 w 145577"/>
                <a:gd name="connsiteY90" fmla="*/ 191340 h 574510"/>
                <a:gd name="connsiteX91" fmla="*/ 78956 w 145577"/>
                <a:gd name="connsiteY91" fmla="*/ 192084 h 574510"/>
                <a:gd name="connsiteX92" fmla="*/ 78575 w 145577"/>
                <a:gd name="connsiteY92" fmla="*/ 195413 h 574510"/>
                <a:gd name="connsiteX93" fmla="*/ 78495 w 145577"/>
                <a:gd name="connsiteY93" fmla="*/ 197440 h 574510"/>
                <a:gd name="connsiteX94" fmla="*/ 78444 w 145577"/>
                <a:gd name="connsiteY94" fmla="*/ 199572 h 574510"/>
                <a:gd name="connsiteX95" fmla="*/ 78367 w 145577"/>
                <a:gd name="connsiteY95" fmla="*/ 201713 h 574510"/>
                <a:gd name="connsiteX96" fmla="*/ 78212 w 145577"/>
                <a:gd name="connsiteY96" fmla="*/ 206967 h 574510"/>
                <a:gd name="connsiteX97" fmla="*/ 75979 w 145577"/>
                <a:gd name="connsiteY97" fmla="*/ 206967 h 574510"/>
                <a:gd name="connsiteX98" fmla="*/ 75946 w 145577"/>
                <a:gd name="connsiteY98" fmla="*/ 208503 h 574510"/>
                <a:gd name="connsiteX99" fmla="*/ 75747 w 145577"/>
                <a:gd name="connsiteY99" fmla="*/ 215385 h 574510"/>
                <a:gd name="connsiteX100" fmla="*/ 75696 w 145577"/>
                <a:gd name="connsiteY100" fmla="*/ 217802 h 574510"/>
                <a:gd name="connsiteX101" fmla="*/ 75616 w 145577"/>
                <a:gd name="connsiteY101" fmla="*/ 220120 h 574510"/>
                <a:gd name="connsiteX102" fmla="*/ 75557 w 145577"/>
                <a:gd name="connsiteY102" fmla="*/ 222258 h 574510"/>
                <a:gd name="connsiteX103" fmla="*/ 74105 w 145577"/>
                <a:gd name="connsiteY103" fmla="*/ 225179 h 574510"/>
                <a:gd name="connsiteX104" fmla="*/ 72773 w 145577"/>
                <a:gd name="connsiteY104" fmla="*/ 228262 h 574510"/>
                <a:gd name="connsiteX105" fmla="*/ 72837 w 145577"/>
                <a:gd name="connsiteY105" fmla="*/ 230582 h 574510"/>
                <a:gd name="connsiteX106" fmla="*/ 72879 w 145577"/>
                <a:gd name="connsiteY106" fmla="*/ 233134 h 574510"/>
                <a:gd name="connsiteX107" fmla="*/ 72956 w 145577"/>
                <a:gd name="connsiteY107" fmla="*/ 235802 h 574510"/>
                <a:gd name="connsiteX108" fmla="*/ 71514 w 145577"/>
                <a:gd name="connsiteY108" fmla="*/ 250871 h 574510"/>
                <a:gd name="connsiteX109" fmla="*/ 70770 w 145577"/>
                <a:gd name="connsiteY109" fmla="*/ 251615 h 574510"/>
                <a:gd name="connsiteX110" fmla="*/ 70662 w 145577"/>
                <a:gd name="connsiteY110" fmla="*/ 258246 h 574510"/>
                <a:gd name="connsiteX111" fmla="*/ 70654 w 145577"/>
                <a:gd name="connsiteY111" fmla="*/ 260354 h 574510"/>
                <a:gd name="connsiteX112" fmla="*/ 70645 w 145577"/>
                <a:gd name="connsiteY112" fmla="*/ 267289 h 574510"/>
                <a:gd name="connsiteX113" fmla="*/ 70638 w 145577"/>
                <a:gd name="connsiteY113" fmla="*/ 272085 h 574510"/>
                <a:gd name="connsiteX114" fmla="*/ 70632 w 145577"/>
                <a:gd name="connsiteY114" fmla="*/ 282152 h 574510"/>
                <a:gd name="connsiteX115" fmla="*/ 70609 w 145577"/>
                <a:gd name="connsiteY115" fmla="*/ 295088 h 574510"/>
                <a:gd name="connsiteX116" fmla="*/ 70600 w 145577"/>
                <a:gd name="connsiteY116" fmla="*/ 304996 h 574510"/>
                <a:gd name="connsiteX117" fmla="*/ 70590 w 145577"/>
                <a:gd name="connsiteY117" fmla="*/ 309767 h 574510"/>
                <a:gd name="connsiteX118" fmla="*/ 70589 w 145577"/>
                <a:gd name="connsiteY118" fmla="*/ 316423 h 574510"/>
                <a:gd name="connsiteX119" fmla="*/ 70577 w 145577"/>
                <a:gd name="connsiteY119" fmla="*/ 318435 h 574510"/>
                <a:gd name="connsiteX120" fmla="*/ 70770 w 145577"/>
                <a:gd name="connsiteY120" fmla="*/ 323053 h 574510"/>
                <a:gd name="connsiteX121" fmla="*/ 72258 w 145577"/>
                <a:gd name="connsiteY121" fmla="*/ 323797 h 574510"/>
                <a:gd name="connsiteX122" fmla="*/ 73186 w 145577"/>
                <a:gd name="connsiteY122" fmla="*/ 334046 h 574510"/>
                <a:gd name="connsiteX123" fmla="*/ 73260 w 145577"/>
                <a:gd name="connsiteY123" fmla="*/ 336834 h 574510"/>
                <a:gd name="connsiteX124" fmla="*/ 73388 w 145577"/>
                <a:gd name="connsiteY124" fmla="*/ 342624 h 574510"/>
                <a:gd name="connsiteX125" fmla="*/ 73465 w 145577"/>
                <a:gd name="connsiteY125" fmla="*/ 345395 h 574510"/>
                <a:gd name="connsiteX126" fmla="*/ 73521 w 145577"/>
                <a:gd name="connsiteY126" fmla="*/ 347928 h 574510"/>
                <a:gd name="connsiteX127" fmla="*/ 73747 w 145577"/>
                <a:gd name="connsiteY127" fmla="*/ 349842 h 574510"/>
                <a:gd name="connsiteX128" fmla="*/ 75235 w 145577"/>
                <a:gd name="connsiteY128" fmla="*/ 350586 h 574510"/>
                <a:gd name="connsiteX129" fmla="*/ 75491 w 145577"/>
                <a:gd name="connsiteY129" fmla="*/ 353862 h 574510"/>
                <a:gd name="connsiteX130" fmla="*/ 75558 w 145577"/>
                <a:gd name="connsiteY130" fmla="*/ 355869 h 574510"/>
                <a:gd name="connsiteX131" fmla="*/ 75607 w 145577"/>
                <a:gd name="connsiteY131" fmla="*/ 357981 h 574510"/>
                <a:gd name="connsiteX132" fmla="*/ 75723 w 145577"/>
                <a:gd name="connsiteY132" fmla="*/ 362094 h 574510"/>
                <a:gd name="connsiteX133" fmla="*/ 75765 w 145577"/>
                <a:gd name="connsiteY133" fmla="*/ 363946 h 574510"/>
                <a:gd name="connsiteX134" fmla="*/ 77467 w 145577"/>
                <a:gd name="connsiteY134" fmla="*/ 366957 h 574510"/>
                <a:gd name="connsiteX135" fmla="*/ 78212 w 145577"/>
                <a:gd name="connsiteY135" fmla="*/ 366957 h 574510"/>
                <a:gd name="connsiteX136" fmla="*/ 78244 w 145577"/>
                <a:gd name="connsiteY136" fmla="*/ 368232 h 574510"/>
                <a:gd name="connsiteX137" fmla="*/ 78444 w 145577"/>
                <a:gd name="connsiteY137" fmla="*/ 373934 h 574510"/>
                <a:gd name="connsiteX138" fmla="*/ 78495 w 145577"/>
                <a:gd name="connsiteY138" fmla="*/ 375939 h 574510"/>
                <a:gd name="connsiteX139" fmla="*/ 78575 w 145577"/>
                <a:gd name="connsiteY139" fmla="*/ 377858 h 574510"/>
                <a:gd name="connsiteX140" fmla="*/ 78634 w 145577"/>
                <a:gd name="connsiteY140" fmla="*/ 379629 h 574510"/>
                <a:gd name="connsiteX141" fmla="*/ 81188 w 145577"/>
                <a:gd name="connsiteY141" fmla="*/ 382584 h 574510"/>
                <a:gd name="connsiteX142" fmla="*/ 81281 w 145577"/>
                <a:gd name="connsiteY142" fmla="*/ 386212 h 574510"/>
                <a:gd name="connsiteX143" fmla="*/ 81932 w 145577"/>
                <a:gd name="connsiteY143" fmla="*/ 393002 h 574510"/>
                <a:gd name="connsiteX144" fmla="*/ 83421 w 145577"/>
                <a:gd name="connsiteY144" fmla="*/ 393746 h 574510"/>
                <a:gd name="connsiteX145" fmla="*/ 83793 w 145577"/>
                <a:gd name="connsiteY145" fmla="*/ 397793 h 574510"/>
                <a:gd name="connsiteX146" fmla="*/ 85653 w 145577"/>
                <a:gd name="connsiteY146" fmla="*/ 403420 h 574510"/>
                <a:gd name="connsiteX147" fmla="*/ 86397 w 145577"/>
                <a:gd name="connsiteY147" fmla="*/ 403420 h 574510"/>
                <a:gd name="connsiteX148" fmla="*/ 86481 w 145577"/>
                <a:gd name="connsiteY148" fmla="*/ 405484 h 574510"/>
                <a:gd name="connsiteX149" fmla="*/ 86630 w 145577"/>
                <a:gd name="connsiteY149" fmla="*/ 408164 h 574510"/>
                <a:gd name="connsiteX150" fmla="*/ 86760 w 145577"/>
                <a:gd name="connsiteY150" fmla="*/ 410832 h 574510"/>
                <a:gd name="connsiteX151" fmla="*/ 87141 w 145577"/>
                <a:gd name="connsiteY151" fmla="*/ 413094 h 574510"/>
                <a:gd name="connsiteX152" fmla="*/ 89374 w 145577"/>
                <a:gd name="connsiteY152" fmla="*/ 414582 h 574510"/>
                <a:gd name="connsiteX153" fmla="*/ 89513 w 145577"/>
                <a:gd name="connsiteY153" fmla="*/ 418396 h 574510"/>
                <a:gd name="connsiteX154" fmla="*/ 89452 w 145577"/>
                <a:gd name="connsiteY154" fmla="*/ 420448 h 574510"/>
                <a:gd name="connsiteX155" fmla="*/ 89374 w 145577"/>
                <a:gd name="connsiteY155" fmla="*/ 422024 h 574510"/>
                <a:gd name="connsiteX156" fmla="*/ 91606 w 145577"/>
                <a:gd name="connsiteY156" fmla="*/ 422024 h 574510"/>
                <a:gd name="connsiteX157" fmla="*/ 92350 w 145577"/>
                <a:gd name="connsiteY157" fmla="*/ 430953 h 574510"/>
                <a:gd name="connsiteX158" fmla="*/ 94583 w 145577"/>
                <a:gd name="connsiteY158" fmla="*/ 430953 h 574510"/>
                <a:gd name="connsiteX159" fmla="*/ 95019 w 145577"/>
                <a:gd name="connsiteY159" fmla="*/ 435532 h 574510"/>
                <a:gd name="connsiteX160" fmla="*/ 95327 w 145577"/>
                <a:gd name="connsiteY160" fmla="*/ 436906 h 574510"/>
                <a:gd name="connsiteX161" fmla="*/ 96815 w 145577"/>
                <a:gd name="connsiteY161" fmla="*/ 437651 h 574510"/>
                <a:gd name="connsiteX162" fmla="*/ 97885 w 145577"/>
                <a:gd name="connsiteY162" fmla="*/ 443490 h 574510"/>
                <a:gd name="connsiteX163" fmla="*/ 98303 w 145577"/>
                <a:gd name="connsiteY163" fmla="*/ 445092 h 574510"/>
                <a:gd name="connsiteX164" fmla="*/ 99792 w 145577"/>
                <a:gd name="connsiteY164" fmla="*/ 445092 h 574510"/>
                <a:gd name="connsiteX165" fmla="*/ 100155 w 145577"/>
                <a:gd name="connsiteY165" fmla="*/ 449598 h 574510"/>
                <a:gd name="connsiteX166" fmla="*/ 102768 w 145577"/>
                <a:gd name="connsiteY166" fmla="*/ 452533 h 574510"/>
                <a:gd name="connsiteX167" fmla="*/ 103512 w 145577"/>
                <a:gd name="connsiteY167" fmla="*/ 457742 h 574510"/>
                <a:gd name="connsiteX168" fmla="*/ 105001 w 145577"/>
                <a:gd name="connsiteY168" fmla="*/ 458487 h 574510"/>
                <a:gd name="connsiteX169" fmla="*/ 106489 w 145577"/>
                <a:gd name="connsiteY169" fmla="*/ 463696 h 574510"/>
                <a:gd name="connsiteX170" fmla="*/ 107977 w 145577"/>
                <a:gd name="connsiteY170" fmla="*/ 464440 h 574510"/>
                <a:gd name="connsiteX171" fmla="*/ 108721 w 145577"/>
                <a:gd name="connsiteY171" fmla="*/ 470393 h 574510"/>
                <a:gd name="connsiteX172" fmla="*/ 110954 w 145577"/>
                <a:gd name="connsiteY172" fmla="*/ 470393 h 574510"/>
                <a:gd name="connsiteX173" fmla="*/ 111233 w 145577"/>
                <a:gd name="connsiteY173" fmla="*/ 472951 h 574510"/>
                <a:gd name="connsiteX174" fmla="*/ 111698 w 145577"/>
                <a:gd name="connsiteY174" fmla="*/ 475602 h 574510"/>
                <a:gd name="connsiteX175" fmla="*/ 113186 w 145577"/>
                <a:gd name="connsiteY175" fmla="*/ 476346 h 574510"/>
                <a:gd name="connsiteX176" fmla="*/ 114674 w 145577"/>
                <a:gd name="connsiteY176" fmla="*/ 480811 h 574510"/>
                <a:gd name="connsiteX177" fmla="*/ 116163 w 145577"/>
                <a:gd name="connsiteY177" fmla="*/ 481555 h 574510"/>
                <a:gd name="connsiteX178" fmla="*/ 116488 w 145577"/>
                <a:gd name="connsiteY178" fmla="*/ 483741 h 574510"/>
                <a:gd name="connsiteX179" fmla="*/ 116907 w 145577"/>
                <a:gd name="connsiteY179" fmla="*/ 486020 h 574510"/>
                <a:gd name="connsiteX180" fmla="*/ 119139 w 145577"/>
                <a:gd name="connsiteY180" fmla="*/ 487508 h 574510"/>
                <a:gd name="connsiteX181" fmla="*/ 119883 w 145577"/>
                <a:gd name="connsiteY181" fmla="*/ 491973 h 574510"/>
                <a:gd name="connsiteX182" fmla="*/ 122116 w 145577"/>
                <a:gd name="connsiteY182" fmla="*/ 491973 h 574510"/>
                <a:gd name="connsiteX183" fmla="*/ 122116 w 145577"/>
                <a:gd name="connsiteY183" fmla="*/ 497182 h 574510"/>
                <a:gd name="connsiteX184" fmla="*/ 124348 w 145577"/>
                <a:gd name="connsiteY184" fmla="*/ 497182 h 574510"/>
                <a:gd name="connsiteX185" fmla="*/ 125092 w 145577"/>
                <a:gd name="connsiteY185" fmla="*/ 500158 h 574510"/>
                <a:gd name="connsiteX186" fmla="*/ 127325 w 145577"/>
                <a:gd name="connsiteY186" fmla="*/ 501647 h 574510"/>
                <a:gd name="connsiteX187" fmla="*/ 128069 w 145577"/>
                <a:gd name="connsiteY187" fmla="*/ 506112 h 574510"/>
                <a:gd name="connsiteX188" fmla="*/ 129557 w 145577"/>
                <a:gd name="connsiteY188" fmla="*/ 506856 h 574510"/>
                <a:gd name="connsiteX189" fmla="*/ 129883 w 145577"/>
                <a:gd name="connsiteY189" fmla="*/ 508344 h 574510"/>
                <a:gd name="connsiteX190" fmla="*/ 130301 w 145577"/>
                <a:gd name="connsiteY190" fmla="*/ 509832 h 574510"/>
                <a:gd name="connsiteX191" fmla="*/ 132534 w 145577"/>
                <a:gd name="connsiteY191" fmla="*/ 510576 h 574510"/>
                <a:gd name="connsiteX192" fmla="*/ 134022 w 145577"/>
                <a:gd name="connsiteY192" fmla="*/ 514297 h 574510"/>
                <a:gd name="connsiteX193" fmla="*/ 138487 w 145577"/>
                <a:gd name="connsiteY193" fmla="*/ 519506 h 574510"/>
                <a:gd name="connsiteX194" fmla="*/ 139231 w 145577"/>
                <a:gd name="connsiteY194" fmla="*/ 523227 h 574510"/>
                <a:gd name="connsiteX195" fmla="*/ 140719 w 145577"/>
                <a:gd name="connsiteY195" fmla="*/ 523971 h 574510"/>
                <a:gd name="connsiteX196" fmla="*/ 141045 w 145577"/>
                <a:gd name="connsiteY196" fmla="*/ 525366 h 574510"/>
                <a:gd name="connsiteX197" fmla="*/ 143696 w 145577"/>
                <a:gd name="connsiteY197" fmla="*/ 529180 h 574510"/>
                <a:gd name="connsiteX198" fmla="*/ 147417 w 145577"/>
                <a:gd name="connsiteY198" fmla="*/ 534389 h 574510"/>
                <a:gd name="connsiteX199" fmla="*/ 148905 w 145577"/>
                <a:gd name="connsiteY199" fmla="*/ 535133 h 574510"/>
                <a:gd name="connsiteX200" fmla="*/ 149463 w 145577"/>
                <a:gd name="connsiteY200" fmla="*/ 537272 h 574510"/>
                <a:gd name="connsiteX201" fmla="*/ 150393 w 145577"/>
                <a:gd name="connsiteY201" fmla="*/ 539598 h 574510"/>
                <a:gd name="connsiteX202" fmla="*/ 152719 w 145577"/>
                <a:gd name="connsiteY202" fmla="*/ 540482 h 574510"/>
                <a:gd name="connsiteX203" fmla="*/ 154858 w 145577"/>
                <a:gd name="connsiteY203" fmla="*/ 541830 h 574510"/>
                <a:gd name="connsiteX204" fmla="*/ 154858 w 145577"/>
                <a:gd name="connsiteY204" fmla="*/ 550016 h 574510"/>
                <a:gd name="connsiteX205" fmla="*/ 151509 w 145577"/>
                <a:gd name="connsiteY205" fmla="*/ 550993 h 574510"/>
                <a:gd name="connsiteX206" fmla="*/ 148905 w 145577"/>
                <a:gd name="connsiteY206" fmla="*/ 551504 h 574510"/>
                <a:gd name="connsiteX207" fmla="*/ 148579 w 145577"/>
                <a:gd name="connsiteY207" fmla="*/ 553039 h 574510"/>
                <a:gd name="connsiteX208" fmla="*/ 148161 w 145577"/>
                <a:gd name="connsiteY208" fmla="*/ 554481 h 574510"/>
                <a:gd name="connsiteX209" fmla="*/ 142208 w 145577"/>
                <a:gd name="connsiteY209" fmla="*/ 554481 h 574510"/>
                <a:gd name="connsiteX210" fmla="*/ 142208 w 145577"/>
                <a:gd name="connsiteY210" fmla="*/ 557457 h 574510"/>
                <a:gd name="connsiteX211" fmla="*/ 139231 w 145577"/>
                <a:gd name="connsiteY211" fmla="*/ 558248 h 574510"/>
                <a:gd name="connsiteX212" fmla="*/ 136255 w 145577"/>
                <a:gd name="connsiteY212" fmla="*/ 558946 h 574510"/>
                <a:gd name="connsiteX213" fmla="*/ 136255 w 145577"/>
                <a:gd name="connsiteY213" fmla="*/ 561178 h 574510"/>
                <a:gd name="connsiteX214" fmla="*/ 134816 w 145577"/>
                <a:gd name="connsiteY214" fmla="*/ 561262 h 574510"/>
                <a:gd name="connsiteX215" fmla="*/ 132952 w 145577"/>
                <a:gd name="connsiteY215" fmla="*/ 561410 h 574510"/>
                <a:gd name="connsiteX216" fmla="*/ 131095 w 145577"/>
                <a:gd name="connsiteY216" fmla="*/ 561541 h 574510"/>
                <a:gd name="connsiteX217" fmla="*/ 129557 w 145577"/>
                <a:gd name="connsiteY217" fmla="*/ 561922 h 574510"/>
                <a:gd name="connsiteX218" fmla="*/ 128813 w 145577"/>
                <a:gd name="connsiteY218" fmla="*/ 564154 h 574510"/>
                <a:gd name="connsiteX219" fmla="*/ 126162 w 145577"/>
                <a:gd name="connsiteY219" fmla="*/ 564899 h 574510"/>
                <a:gd name="connsiteX220" fmla="*/ 123604 w 145577"/>
                <a:gd name="connsiteY220" fmla="*/ 565643 h 574510"/>
                <a:gd name="connsiteX221" fmla="*/ 123604 w 145577"/>
                <a:gd name="connsiteY221" fmla="*/ 567875 h 574510"/>
                <a:gd name="connsiteX222" fmla="*/ 120721 w 145577"/>
                <a:gd name="connsiteY222" fmla="*/ 568061 h 574510"/>
                <a:gd name="connsiteX223" fmla="*/ 117651 w 145577"/>
                <a:gd name="connsiteY223" fmla="*/ 568619 h 574510"/>
                <a:gd name="connsiteX224" fmla="*/ 116163 w 145577"/>
                <a:gd name="connsiteY224" fmla="*/ 571596 h 574510"/>
                <a:gd name="connsiteX225" fmla="*/ 110954 w 145577"/>
                <a:gd name="connsiteY225" fmla="*/ 572340 h 574510"/>
                <a:gd name="connsiteX226" fmla="*/ 110210 w 145577"/>
                <a:gd name="connsiteY226" fmla="*/ 574572 h 574510"/>
                <a:gd name="connsiteX227" fmla="*/ 103512 w 145577"/>
                <a:gd name="connsiteY227" fmla="*/ 574572 h 574510"/>
                <a:gd name="connsiteX228" fmla="*/ 102024 w 145577"/>
                <a:gd name="connsiteY228" fmla="*/ 568619 h 574510"/>
                <a:gd name="connsiteX229" fmla="*/ 99792 w 145577"/>
                <a:gd name="connsiteY229" fmla="*/ 567875 h 574510"/>
                <a:gd name="connsiteX230" fmla="*/ 96397 w 145577"/>
                <a:gd name="connsiteY230" fmla="*/ 563410 h 574510"/>
                <a:gd name="connsiteX231" fmla="*/ 91606 w 145577"/>
                <a:gd name="connsiteY231" fmla="*/ 558201 h 574510"/>
                <a:gd name="connsiteX232" fmla="*/ 90862 w 145577"/>
                <a:gd name="connsiteY232" fmla="*/ 554481 h 574510"/>
                <a:gd name="connsiteX233" fmla="*/ 89374 w 145577"/>
                <a:gd name="connsiteY233" fmla="*/ 553737 h 574510"/>
                <a:gd name="connsiteX234" fmla="*/ 88630 w 145577"/>
                <a:gd name="connsiteY234" fmla="*/ 551504 h 574510"/>
                <a:gd name="connsiteX235" fmla="*/ 87467 w 145577"/>
                <a:gd name="connsiteY235" fmla="*/ 550388 h 574510"/>
                <a:gd name="connsiteX236" fmla="*/ 86397 w 145577"/>
                <a:gd name="connsiteY236" fmla="*/ 547039 h 574510"/>
                <a:gd name="connsiteX237" fmla="*/ 84165 w 145577"/>
                <a:gd name="connsiteY237" fmla="*/ 546295 h 574510"/>
                <a:gd name="connsiteX238" fmla="*/ 82676 w 145577"/>
                <a:gd name="connsiteY238" fmla="*/ 543319 h 574510"/>
                <a:gd name="connsiteX239" fmla="*/ 81188 w 145577"/>
                <a:gd name="connsiteY239" fmla="*/ 542574 h 574510"/>
                <a:gd name="connsiteX240" fmla="*/ 80863 w 145577"/>
                <a:gd name="connsiteY240" fmla="*/ 540342 h 574510"/>
                <a:gd name="connsiteX241" fmla="*/ 80444 w 145577"/>
                <a:gd name="connsiteY241" fmla="*/ 538110 h 574510"/>
                <a:gd name="connsiteX242" fmla="*/ 78212 w 145577"/>
                <a:gd name="connsiteY242" fmla="*/ 537365 h 574510"/>
                <a:gd name="connsiteX243" fmla="*/ 78212 w 145577"/>
                <a:gd name="connsiteY243" fmla="*/ 533645 h 574510"/>
                <a:gd name="connsiteX244" fmla="*/ 75979 w 145577"/>
                <a:gd name="connsiteY244" fmla="*/ 533645 h 574510"/>
                <a:gd name="connsiteX245" fmla="*/ 74491 w 145577"/>
                <a:gd name="connsiteY245" fmla="*/ 529924 h 574510"/>
                <a:gd name="connsiteX246" fmla="*/ 73003 w 145577"/>
                <a:gd name="connsiteY246" fmla="*/ 529180 h 574510"/>
                <a:gd name="connsiteX247" fmla="*/ 71514 w 145577"/>
                <a:gd name="connsiteY247" fmla="*/ 525459 h 574510"/>
                <a:gd name="connsiteX248" fmla="*/ 70026 w 145577"/>
                <a:gd name="connsiteY248" fmla="*/ 524715 h 574510"/>
                <a:gd name="connsiteX249" fmla="*/ 69282 w 145577"/>
                <a:gd name="connsiteY249" fmla="*/ 520250 h 574510"/>
                <a:gd name="connsiteX250" fmla="*/ 67794 w 145577"/>
                <a:gd name="connsiteY250" fmla="*/ 519506 h 574510"/>
                <a:gd name="connsiteX251" fmla="*/ 66305 w 145577"/>
                <a:gd name="connsiteY251" fmla="*/ 515785 h 574510"/>
                <a:gd name="connsiteX252" fmla="*/ 64817 w 145577"/>
                <a:gd name="connsiteY252" fmla="*/ 515041 h 574510"/>
                <a:gd name="connsiteX253" fmla="*/ 63329 w 145577"/>
                <a:gd name="connsiteY253" fmla="*/ 509832 h 574510"/>
                <a:gd name="connsiteX254" fmla="*/ 61840 w 145577"/>
                <a:gd name="connsiteY254" fmla="*/ 509088 h 574510"/>
                <a:gd name="connsiteX255" fmla="*/ 60352 w 145577"/>
                <a:gd name="connsiteY255" fmla="*/ 505367 h 574510"/>
                <a:gd name="connsiteX256" fmla="*/ 58864 w 145577"/>
                <a:gd name="connsiteY256" fmla="*/ 503879 h 574510"/>
                <a:gd name="connsiteX257" fmla="*/ 58864 w 145577"/>
                <a:gd name="connsiteY257" fmla="*/ 499414 h 574510"/>
                <a:gd name="connsiteX258" fmla="*/ 56631 w 145577"/>
                <a:gd name="connsiteY258" fmla="*/ 499414 h 574510"/>
                <a:gd name="connsiteX259" fmla="*/ 55143 w 145577"/>
                <a:gd name="connsiteY259" fmla="*/ 494205 h 574510"/>
                <a:gd name="connsiteX260" fmla="*/ 53655 w 145577"/>
                <a:gd name="connsiteY260" fmla="*/ 494205 h 574510"/>
                <a:gd name="connsiteX261" fmla="*/ 53422 w 145577"/>
                <a:gd name="connsiteY261" fmla="*/ 491647 h 574510"/>
                <a:gd name="connsiteX262" fmla="*/ 52911 w 145577"/>
                <a:gd name="connsiteY262" fmla="*/ 488996 h 574510"/>
                <a:gd name="connsiteX263" fmla="*/ 50678 w 145577"/>
                <a:gd name="connsiteY263" fmla="*/ 488252 h 574510"/>
                <a:gd name="connsiteX264" fmla="*/ 50539 w 145577"/>
                <a:gd name="connsiteY264" fmla="*/ 484857 h 574510"/>
                <a:gd name="connsiteX265" fmla="*/ 50600 w 145577"/>
                <a:gd name="connsiteY265" fmla="*/ 482994 h 574510"/>
                <a:gd name="connsiteX266" fmla="*/ 50678 w 145577"/>
                <a:gd name="connsiteY266" fmla="*/ 481555 h 574510"/>
                <a:gd name="connsiteX267" fmla="*/ 48446 w 145577"/>
                <a:gd name="connsiteY267" fmla="*/ 481555 h 574510"/>
                <a:gd name="connsiteX268" fmla="*/ 47655 w 145577"/>
                <a:gd name="connsiteY268" fmla="*/ 478625 h 574510"/>
                <a:gd name="connsiteX269" fmla="*/ 46958 w 145577"/>
                <a:gd name="connsiteY269" fmla="*/ 475602 h 574510"/>
                <a:gd name="connsiteX270" fmla="*/ 45469 w 145577"/>
                <a:gd name="connsiteY270" fmla="*/ 474858 h 574510"/>
                <a:gd name="connsiteX271" fmla="*/ 45054 w 145577"/>
                <a:gd name="connsiteY271" fmla="*/ 470253 h 574510"/>
                <a:gd name="connsiteX272" fmla="*/ 44725 w 145577"/>
                <a:gd name="connsiteY272" fmla="*/ 468904 h 574510"/>
                <a:gd name="connsiteX273" fmla="*/ 42493 w 145577"/>
                <a:gd name="connsiteY273" fmla="*/ 468160 h 574510"/>
                <a:gd name="connsiteX274" fmla="*/ 42074 w 145577"/>
                <a:gd name="connsiteY274" fmla="*/ 465184 h 574510"/>
                <a:gd name="connsiteX275" fmla="*/ 41749 w 145577"/>
                <a:gd name="connsiteY275" fmla="*/ 462207 h 574510"/>
                <a:gd name="connsiteX276" fmla="*/ 40260 w 145577"/>
                <a:gd name="connsiteY276" fmla="*/ 461463 h 574510"/>
                <a:gd name="connsiteX277" fmla="*/ 39795 w 145577"/>
                <a:gd name="connsiteY277" fmla="*/ 457696 h 574510"/>
                <a:gd name="connsiteX278" fmla="*/ 39627 w 145577"/>
                <a:gd name="connsiteY278" fmla="*/ 455623 h 574510"/>
                <a:gd name="connsiteX279" fmla="*/ 39516 w 145577"/>
                <a:gd name="connsiteY279" fmla="*/ 454022 h 574510"/>
                <a:gd name="connsiteX280" fmla="*/ 37284 w 145577"/>
                <a:gd name="connsiteY280" fmla="*/ 454022 h 574510"/>
                <a:gd name="connsiteX281" fmla="*/ 36540 w 145577"/>
                <a:gd name="connsiteY281" fmla="*/ 445836 h 574510"/>
                <a:gd name="connsiteX282" fmla="*/ 34307 w 145577"/>
                <a:gd name="connsiteY282" fmla="*/ 446580 h 574510"/>
                <a:gd name="connsiteX283" fmla="*/ 34197 w 145577"/>
                <a:gd name="connsiteY283" fmla="*/ 444816 h 574510"/>
                <a:gd name="connsiteX284" fmla="*/ 34028 w 145577"/>
                <a:gd name="connsiteY284" fmla="*/ 442534 h 574510"/>
                <a:gd name="connsiteX285" fmla="*/ 33871 w 145577"/>
                <a:gd name="connsiteY285" fmla="*/ 440258 h 574510"/>
                <a:gd name="connsiteX286" fmla="*/ 33563 w 145577"/>
                <a:gd name="connsiteY286" fmla="*/ 438395 h 574510"/>
                <a:gd name="connsiteX287" fmla="*/ 32075 w 145577"/>
                <a:gd name="connsiteY287" fmla="*/ 437651 h 574510"/>
                <a:gd name="connsiteX288" fmla="*/ 31005 w 145577"/>
                <a:gd name="connsiteY288" fmla="*/ 430721 h 574510"/>
                <a:gd name="connsiteX289" fmla="*/ 30587 w 145577"/>
                <a:gd name="connsiteY289" fmla="*/ 428721 h 574510"/>
                <a:gd name="connsiteX290" fmla="*/ 29098 w 145577"/>
                <a:gd name="connsiteY290" fmla="*/ 427977 h 574510"/>
                <a:gd name="connsiteX291" fmla="*/ 28683 w 145577"/>
                <a:gd name="connsiteY291" fmla="*/ 421628 h 574510"/>
                <a:gd name="connsiteX292" fmla="*/ 28354 w 145577"/>
                <a:gd name="connsiteY292" fmla="*/ 419791 h 574510"/>
                <a:gd name="connsiteX293" fmla="*/ 26122 w 145577"/>
                <a:gd name="connsiteY293" fmla="*/ 419047 h 574510"/>
                <a:gd name="connsiteX294" fmla="*/ 25703 w 145577"/>
                <a:gd name="connsiteY294" fmla="*/ 413838 h 574510"/>
                <a:gd name="connsiteX295" fmla="*/ 25378 w 145577"/>
                <a:gd name="connsiteY295" fmla="*/ 408629 h 574510"/>
                <a:gd name="connsiteX296" fmla="*/ 23889 w 145577"/>
                <a:gd name="connsiteY296" fmla="*/ 407885 h 574510"/>
                <a:gd name="connsiteX297" fmla="*/ 23337 w 145577"/>
                <a:gd name="connsiteY297" fmla="*/ 399397 h 574510"/>
                <a:gd name="connsiteX298" fmla="*/ 22041 w 145577"/>
                <a:gd name="connsiteY298" fmla="*/ 396437 h 574510"/>
                <a:gd name="connsiteX299" fmla="*/ 20532 w 145577"/>
                <a:gd name="connsiteY299" fmla="*/ 391924 h 574510"/>
                <a:gd name="connsiteX300" fmla="*/ 20452 w 145577"/>
                <a:gd name="connsiteY300" fmla="*/ 390013 h 574510"/>
                <a:gd name="connsiteX301" fmla="*/ 20401 w 145577"/>
                <a:gd name="connsiteY301" fmla="*/ 388026 h 574510"/>
                <a:gd name="connsiteX302" fmla="*/ 20324 w 145577"/>
                <a:gd name="connsiteY302" fmla="*/ 386013 h 574510"/>
                <a:gd name="connsiteX303" fmla="*/ 20169 w 145577"/>
                <a:gd name="connsiteY303" fmla="*/ 381096 h 574510"/>
                <a:gd name="connsiteX304" fmla="*/ 17936 w 145577"/>
                <a:gd name="connsiteY304" fmla="*/ 381096 h 574510"/>
                <a:gd name="connsiteX305" fmla="*/ 17891 w 145577"/>
                <a:gd name="connsiteY305" fmla="*/ 379673 h 574510"/>
                <a:gd name="connsiteX306" fmla="*/ 17657 w 145577"/>
                <a:gd name="connsiteY306" fmla="*/ 373329 h 574510"/>
                <a:gd name="connsiteX307" fmla="*/ 17587 w 145577"/>
                <a:gd name="connsiteY307" fmla="*/ 371089 h 574510"/>
                <a:gd name="connsiteX308" fmla="*/ 17500 w 145577"/>
                <a:gd name="connsiteY308" fmla="*/ 368960 h 574510"/>
                <a:gd name="connsiteX309" fmla="*/ 17429 w 145577"/>
                <a:gd name="connsiteY309" fmla="*/ 366988 h 574510"/>
                <a:gd name="connsiteX310" fmla="*/ 17192 w 145577"/>
                <a:gd name="connsiteY310" fmla="*/ 365469 h 574510"/>
                <a:gd name="connsiteX311" fmla="*/ 15704 w 145577"/>
                <a:gd name="connsiteY311" fmla="*/ 364725 h 574510"/>
                <a:gd name="connsiteX312" fmla="*/ 14939 w 145577"/>
                <a:gd name="connsiteY312" fmla="*/ 358798 h 574510"/>
                <a:gd name="connsiteX313" fmla="*/ 14967 w 145577"/>
                <a:gd name="connsiteY313" fmla="*/ 356622 h 574510"/>
                <a:gd name="connsiteX314" fmla="*/ 15054 w 145577"/>
                <a:gd name="connsiteY314" fmla="*/ 352093 h 574510"/>
                <a:gd name="connsiteX315" fmla="*/ 15079 w 145577"/>
                <a:gd name="connsiteY315" fmla="*/ 349915 h 574510"/>
                <a:gd name="connsiteX316" fmla="*/ 15117 w 145577"/>
                <a:gd name="connsiteY316" fmla="*/ 347927 h 574510"/>
                <a:gd name="connsiteX317" fmla="*/ 13471 w 145577"/>
                <a:gd name="connsiteY317" fmla="*/ 343145 h 574510"/>
                <a:gd name="connsiteX318" fmla="*/ 12727 w 145577"/>
                <a:gd name="connsiteY318" fmla="*/ 343145 h 574510"/>
                <a:gd name="connsiteX319" fmla="*/ 12714 w 145577"/>
                <a:gd name="connsiteY319" fmla="*/ 341144 h 574510"/>
                <a:gd name="connsiteX320" fmla="*/ 12552 w 145577"/>
                <a:gd name="connsiteY320" fmla="*/ 322517 h 574510"/>
                <a:gd name="connsiteX321" fmla="*/ 12469 w 145577"/>
                <a:gd name="connsiteY321" fmla="*/ 312940 h 574510"/>
                <a:gd name="connsiteX322" fmla="*/ 12383 w 145577"/>
                <a:gd name="connsiteY322" fmla="*/ 303705 h 574510"/>
                <a:gd name="connsiteX323" fmla="*/ 12357 w 145577"/>
                <a:gd name="connsiteY323" fmla="*/ 300174 h 574510"/>
                <a:gd name="connsiteX324" fmla="*/ 12305 w 145577"/>
                <a:gd name="connsiteY324" fmla="*/ 295245 h 574510"/>
                <a:gd name="connsiteX325" fmla="*/ 12280 w 145577"/>
                <a:gd name="connsiteY325" fmla="*/ 292406 h 574510"/>
                <a:gd name="connsiteX326" fmla="*/ 11983 w 145577"/>
                <a:gd name="connsiteY326" fmla="*/ 290311 h 574510"/>
                <a:gd name="connsiteX327" fmla="*/ 9751 w 145577"/>
                <a:gd name="connsiteY327" fmla="*/ 289567 h 574510"/>
                <a:gd name="connsiteX328" fmla="*/ 9751 w 145577"/>
                <a:gd name="connsiteY328" fmla="*/ 283614 h 574510"/>
                <a:gd name="connsiteX329" fmla="*/ 11239 w 145577"/>
                <a:gd name="connsiteY329" fmla="*/ 283614 h 574510"/>
                <a:gd name="connsiteX330" fmla="*/ 12100 w 145577"/>
                <a:gd name="connsiteY330" fmla="*/ 277347 h 574510"/>
                <a:gd name="connsiteX331" fmla="*/ 12112 w 145577"/>
                <a:gd name="connsiteY331" fmla="*/ 275861 h 574510"/>
                <a:gd name="connsiteX332" fmla="*/ 12131 w 145577"/>
                <a:gd name="connsiteY332" fmla="*/ 272665 h 574510"/>
                <a:gd name="connsiteX333" fmla="*/ 12171 w 145577"/>
                <a:gd name="connsiteY333" fmla="*/ 267608 h 574510"/>
                <a:gd name="connsiteX334" fmla="*/ 12282 w 145577"/>
                <a:gd name="connsiteY334" fmla="*/ 253230 h 574510"/>
                <a:gd name="connsiteX335" fmla="*/ 12357 w 145577"/>
                <a:gd name="connsiteY335" fmla="*/ 244438 h 574510"/>
                <a:gd name="connsiteX336" fmla="*/ 12376 w 145577"/>
                <a:gd name="connsiteY336" fmla="*/ 241085 h 574510"/>
                <a:gd name="connsiteX337" fmla="*/ 12417 w 145577"/>
                <a:gd name="connsiteY337" fmla="*/ 236399 h 574510"/>
                <a:gd name="connsiteX338" fmla="*/ 12435 w 145577"/>
                <a:gd name="connsiteY338" fmla="*/ 233703 h 574510"/>
                <a:gd name="connsiteX339" fmla="*/ 14960 w 145577"/>
                <a:gd name="connsiteY339" fmla="*/ 229291 h 574510"/>
                <a:gd name="connsiteX340" fmla="*/ 15125 w 145577"/>
                <a:gd name="connsiteY340" fmla="*/ 225649 h 574510"/>
                <a:gd name="connsiteX341" fmla="*/ 15083 w 145577"/>
                <a:gd name="connsiteY341" fmla="*/ 223494 h 574510"/>
                <a:gd name="connsiteX342" fmla="*/ 15006 w 145577"/>
                <a:gd name="connsiteY342" fmla="*/ 221245 h 574510"/>
                <a:gd name="connsiteX343" fmla="*/ 16448 w 145577"/>
                <a:gd name="connsiteY343" fmla="*/ 208455 h 574510"/>
                <a:gd name="connsiteX344" fmla="*/ 17192 w 145577"/>
                <a:gd name="connsiteY344" fmla="*/ 207711 h 574510"/>
                <a:gd name="connsiteX345" fmla="*/ 17427 w 145577"/>
                <a:gd name="connsiteY345" fmla="*/ 204383 h 574510"/>
                <a:gd name="connsiteX346" fmla="*/ 17522 w 145577"/>
                <a:gd name="connsiteY346" fmla="*/ 202355 h 574510"/>
                <a:gd name="connsiteX347" fmla="*/ 17611 w 145577"/>
                <a:gd name="connsiteY347" fmla="*/ 200223 h 574510"/>
                <a:gd name="connsiteX348" fmla="*/ 17708 w 145577"/>
                <a:gd name="connsiteY348" fmla="*/ 198082 h 574510"/>
                <a:gd name="connsiteX349" fmla="*/ 17936 w 145577"/>
                <a:gd name="connsiteY349" fmla="*/ 192828 h 574510"/>
                <a:gd name="connsiteX350" fmla="*/ 20169 w 145577"/>
                <a:gd name="connsiteY350" fmla="*/ 192828 h 574510"/>
                <a:gd name="connsiteX351" fmla="*/ 20913 w 145577"/>
                <a:gd name="connsiteY351" fmla="*/ 177946 h 574510"/>
                <a:gd name="connsiteX352" fmla="*/ 23145 w 145577"/>
                <a:gd name="connsiteY352" fmla="*/ 177946 h 574510"/>
                <a:gd name="connsiteX353" fmla="*/ 23119 w 145577"/>
                <a:gd name="connsiteY353" fmla="*/ 175719 h 574510"/>
                <a:gd name="connsiteX354" fmla="*/ 23099 w 145577"/>
                <a:gd name="connsiteY354" fmla="*/ 172830 h 574510"/>
                <a:gd name="connsiteX355" fmla="*/ 23072 w 145577"/>
                <a:gd name="connsiteY355" fmla="*/ 169952 h 574510"/>
                <a:gd name="connsiteX356" fmla="*/ 23889 w 145577"/>
                <a:gd name="connsiteY356" fmla="*/ 166039 h 574510"/>
                <a:gd name="connsiteX357" fmla="*/ 26122 w 145577"/>
                <a:gd name="connsiteY357" fmla="*/ 166039 h 574510"/>
                <a:gd name="connsiteX358" fmla="*/ 26043 w 145577"/>
                <a:gd name="connsiteY358" fmla="*/ 163624 h 574510"/>
                <a:gd name="connsiteX359" fmla="*/ 25982 w 145577"/>
                <a:gd name="connsiteY359" fmla="*/ 160505 h 574510"/>
                <a:gd name="connsiteX360" fmla="*/ 25926 w 145577"/>
                <a:gd name="connsiteY360" fmla="*/ 158910 h 574510"/>
                <a:gd name="connsiteX361" fmla="*/ 26122 w 145577"/>
                <a:gd name="connsiteY361" fmla="*/ 154877 h 574510"/>
                <a:gd name="connsiteX362" fmla="*/ 28354 w 145577"/>
                <a:gd name="connsiteY362" fmla="*/ 154133 h 574510"/>
                <a:gd name="connsiteX363" fmla="*/ 28726 w 145577"/>
                <a:gd name="connsiteY363" fmla="*/ 150087 h 574510"/>
                <a:gd name="connsiteX364" fmla="*/ 29098 w 145577"/>
                <a:gd name="connsiteY364" fmla="*/ 145948 h 574510"/>
                <a:gd name="connsiteX365" fmla="*/ 31331 w 145577"/>
                <a:gd name="connsiteY365" fmla="*/ 144459 h 574510"/>
                <a:gd name="connsiteX366" fmla="*/ 31749 w 145577"/>
                <a:gd name="connsiteY366" fmla="*/ 140320 h 574510"/>
                <a:gd name="connsiteX367" fmla="*/ 32075 w 145577"/>
                <a:gd name="connsiteY367" fmla="*/ 136274 h 574510"/>
                <a:gd name="connsiteX368" fmla="*/ 33563 w 145577"/>
                <a:gd name="connsiteY368" fmla="*/ 135530 h 574510"/>
                <a:gd name="connsiteX369" fmla="*/ 34028 w 145577"/>
                <a:gd name="connsiteY369" fmla="*/ 131390 h 574510"/>
                <a:gd name="connsiteX370" fmla="*/ 34197 w 145577"/>
                <a:gd name="connsiteY370" fmla="*/ 129108 h 574510"/>
                <a:gd name="connsiteX371" fmla="*/ 34307 w 145577"/>
                <a:gd name="connsiteY371" fmla="*/ 127344 h 574510"/>
                <a:gd name="connsiteX372" fmla="*/ 36540 w 145577"/>
                <a:gd name="connsiteY372" fmla="*/ 128088 h 574510"/>
                <a:gd name="connsiteX373" fmla="*/ 37284 w 145577"/>
                <a:gd name="connsiteY373" fmla="*/ 119903 h 574510"/>
                <a:gd name="connsiteX374" fmla="*/ 39516 w 145577"/>
                <a:gd name="connsiteY374" fmla="*/ 119903 h 574510"/>
                <a:gd name="connsiteX375" fmla="*/ 39627 w 145577"/>
                <a:gd name="connsiteY375" fmla="*/ 118138 h 574510"/>
                <a:gd name="connsiteX376" fmla="*/ 39795 w 145577"/>
                <a:gd name="connsiteY376" fmla="*/ 115856 h 574510"/>
                <a:gd name="connsiteX377" fmla="*/ 39952 w 145577"/>
                <a:gd name="connsiteY377" fmla="*/ 113580 h 574510"/>
                <a:gd name="connsiteX378" fmla="*/ 40260 w 145577"/>
                <a:gd name="connsiteY378" fmla="*/ 111717 h 574510"/>
                <a:gd name="connsiteX379" fmla="*/ 41749 w 145577"/>
                <a:gd name="connsiteY379" fmla="*/ 110973 h 574510"/>
                <a:gd name="connsiteX380" fmla="*/ 42164 w 145577"/>
                <a:gd name="connsiteY380" fmla="*/ 106369 h 574510"/>
                <a:gd name="connsiteX381" fmla="*/ 42493 w 145577"/>
                <a:gd name="connsiteY381" fmla="*/ 105020 h 574510"/>
                <a:gd name="connsiteX382" fmla="*/ 44725 w 145577"/>
                <a:gd name="connsiteY382" fmla="*/ 104276 h 574510"/>
                <a:gd name="connsiteX383" fmla="*/ 45167 w 145577"/>
                <a:gd name="connsiteY383" fmla="*/ 99744 h 574510"/>
                <a:gd name="connsiteX384" fmla="*/ 47702 w 145577"/>
                <a:gd name="connsiteY384" fmla="*/ 96834 h 574510"/>
                <a:gd name="connsiteX385" fmla="*/ 48446 w 145577"/>
                <a:gd name="connsiteY385" fmla="*/ 93114 h 574510"/>
                <a:gd name="connsiteX386" fmla="*/ 49934 w 145577"/>
                <a:gd name="connsiteY386" fmla="*/ 92369 h 574510"/>
                <a:gd name="connsiteX387" fmla="*/ 50350 w 145577"/>
                <a:gd name="connsiteY387" fmla="*/ 87765 h 574510"/>
                <a:gd name="connsiteX388" fmla="*/ 50678 w 145577"/>
                <a:gd name="connsiteY388" fmla="*/ 86416 h 574510"/>
                <a:gd name="connsiteX389" fmla="*/ 52911 w 145577"/>
                <a:gd name="connsiteY389" fmla="*/ 85672 h 574510"/>
                <a:gd name="connsiteX390" fmla="*/ 53283 w 145577"/>
                <a:gd name="connsiteY390" fmla="*/ 83068 h 574510"/>
                <a:gd name="connsiteX391" fmla="*/ 53655 w 145577"/>
                <a:gd name="connsiteY391" fmla="*/ 80463 h 574510"/>
                <a:gd name="connsiteX392" fmla="*/ 55887 w 145577"/>
                <a:gd name="connsiteY392" fmla="*/ 79719 h 574510"/>
                <a:gd name="connsiteX393" fmla="*/ 56631 w 145577"/>
                <a:gd name="connsiteY393" fmla="*/ 74510 h 574510"/>
                <a:gd name="connsiteX394" fmla="*/ 58120 w 145577"/>
                <a:gd name="connsiteY394" fmla="*/ 73766 h 574510"/>
                <a:gd name="connsiteX395" fmla="*/ 58864 w 145577"/>
                <a:gd name="connsiteY395" fmla="*/ 71533 h 574510"/>
                <a:gd name="connsiteX396" fmla="*/ 61096 w 145577"/>
                <a:gd name="connsiteY396" fmla="*/ 68557 h 574510"/>
                <a:gd name="connsiteX397" fmla="*/ 61422 w 145577"/>
                <a:gd name="connsiteY397" fmla="*/ 66371 h 574510"/>
                <a:gd name="connsiteX398" fmla="*/ 61840 w 145577"/>
                <a:gd name="connsiteY398" fmla="*/ 64092 h 574510"/>
                <a:gd name="connsiteX399" fmla="*/ 64073 w 145577"/>
                <a:gd name="connsiteY399" fmla="*/ 62604 h 574510"/>
                <a:gd name="connsiteX400" fmla="*/ 65561 w 145577"/>
                <a:gd name="connsiteY400" fmla="*/ 58883 h 574510"/>
                <a:gd name="connsiteX401" fmla="*/ 67049 w 145577"/>
                <a:gd name="connsiteY401" fmla="*/ 58883 h 574510"/>
                <a:gd name="connsiteX402" fmla="*/ 66910 w 145577"/>
                <a:gd name="connsiteY402" fmla="*/ 56744 h 574510"/>
                <a:gd name="connsiteX403" fmla="*/ 67049 w 145577"/>
                <a:gd name="connsiteY403" fmla="*/ 54418 h 574510"/>
                <a:gd name="connsiteX404" fmla="*/ 69282 w 145577"/>
                <a:gd name="connsiteY404" fmla="*/ 52930 h 574510"/>
                <a:gd name="connsiteX405" fmla="*/ 69654 w 145577"/>
                <a:gd name="connsiteY405" fmla="*/ 51070 h 574510"/>
                <a:gd name="connsiteX406" fmla="*/ 72258 w 145577"/>
                <a:gd name="connsiteY406" fmla="*/ 47721 h 574510"/>
                <a:gd name="connsiteX407" fmla="*/ 73747 w 145577"/>
                <a:gd name="connsiteY407" fmla="*/ 44000 h 574510"/>
                <a:gd name="connsiteX408" fmla="*/ 77467 w 145577"/>
                <a:gd name="connsiteY408" fmla="*/ 38791 h 574510"/>
                <a:gd name="connsiteX409" fmla="*/ 78212 w 145577"/>
                <a:gd name="connsiteY409" fmla="*/ 37303 h 574510"/>
                <a:gd name="connsiteX410" fmla="*/ 80444 w 145577"/>
                <a:gd name="connsiteY410" fmla="*/ 35071 h 574510"/>
                <a:gd name="connsiteX411" fmla="*/ 80816 w 145577"/>
                <a:gd name="connsiteY411" fmla="*/ 33582 h 574510"/>
                <a:gd name="connsiteX412" fmla="*/ 81188 w 145577"/>
                <a:gd name="connsiteY412" fmla="*/ 32094 h 574510"/>
                <a:gd name="connsiteX413" fmla="*/ 82676 w 145577"/>
                <a:gd name="connsiteY413" fmla="*/ 31350 h 574510"/>
                <a:gd name="connsiteX414" fmla="*/ 83002 w 145577"/>
                <a:gd name="connsiteY414" fmla="*/ 29583 h 574510"/>
                <a:gd name="connsiteX415" fmla="*/ 85653 w 145577"/>
                <a:gd name="connsiteY415" fmla="*/ 25397 h 574510"/>
                <a:gd name="connsiteX416" fmla="*/ 86444 w 145577"/>
                <a:gd name="connsiteY416" fmla="*/ 23815 h 574510"/>
                <a:gd name="connsiteX417" fmla="*/ 88630 w 145577"/>
                <a:gd name="connsiteY417" fmla="*/ 21676 h 574510"/>
                <a:gd name="connsiteX418" fmla="*/ 89374 w 145577"/>
                <a:gd name="connsiteY418" fmla="*/ 20141 h 574510"/>
                <a:gd name="connsiteX419" fmla="*/ 90118 w 145577"/>
                <a:gd name="connsiteY419" fmla="*/ 18699 h 574510"/>
                <a:gd name="connsiteX420" fmla="*/ 91606 w 145577"/>
                <a:gd name="connsiteY420" fmla="*/ 18699 h 574510"/>
                <a:gd name="connsiteX421" fmla="*/ 92350 w 145577"/>
                <a:gd name="connsiteY421" fmla="*/ 16839 h 574510"/>
                <a:gd name="connsiteX422" fmla="*/ 93094 w 145577"/>
                <a:gd name="connsiteY422" fmla="*/ 14979 h 574510"/>
                <a:gd name="connsiteX423" fmla="*/ 94583 w 145577"/>
                <a:gd name="connsiteY423" fmla="*/ 14979 h 574510"/>
                <a:gd name="connsiteX424" fmla="*/ 95327 w 145577"/>
                <a:gd name="connsiteY424" fmla="*/ 13118 h 574510"/>
                <a:gd name="connsiteX425" fmla="*/ 96071 w 145577"/>
                <a:gd name="connsiteY425" fmla="*/ 11258 h 574510"/>
                <a:gd name="connsiteX426" fmla="*/ 97559 w 145577"/>
                <a:gd name="connsiteY426" fmla="*/ 11258 h 574510"/>
                <a:gd name="connsiteX427" fmla="*/ 98303 w 145577"/>
                <a:gd name="connsiteY427" fmla="*/ 8282 h 574510"/>
                <a:gd name="connsiteX428" fmla="*/ 99792 w 145577"/>
                <a:gd name="connsiteY428" fmla="*/ 7537 h 574510"/>
                <a:gd name="connsiteX429" fmla="*/ 100536 w 145577"/>
                <a:gd name="connsiteY429" fmla="*/ 6003 h 574510"/>
                <a:gd name="connsiteX430" fmla="*/ 101280 w 145577"/>
                <a:gd name="connsiteY430" fmla="*/ 4561 h 574510"/>
                <a:gd name="connsiteX431" fmla="*/ 102768 w 145577"/>
                <a:gd name="connsiteY431" fmla="*/ 4561 h 574510"/>
                <a:gd name="connsiteX432" fmla="*/ 102908 w 145577"/>
                <a:gd name="connsiteY432" fmla="*/ 2724 h 574510"/>
                <a:gd name="connsiteX433" fmla="*/ 103512 w 145577"/>
                <a:gd name="connsiteY433" fmla="*/ 840 h 5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145577" h="574510">
                  <a:moveTo>
                    <a:pt x="103512" y="840"/>
                  </a:moveTo>
                  <a:cubicBezTo>
                    <a:pt x="105838" y="398"/>
                    <a:pt x="105838" y="398"/>
                    <a:pt x="108721" y="468"/>
                  </a:cubicBezTo>
                  <a:cubicBezTo>
                    <a:pt x="109673" y="476"/>
                    <a:pt x="110624" y="483"/>
                    <a:pt x="111605" y="491"/>
                  </a:cubicBezTo>
                  <a:cubicBezTo>
                    <a:pt x="112372" y="606"/>
                    <a:pt x="113140" y="722"/>
                    <a:pt x="113930" y="840"/>
                  </a:cubicBezTo>
                  <a:cubicBezTo>
                    <a:pt x="114176" y="1577"/>
                    <a:pt x="114421" y="2314"/>
                    <a:pt x="114674" y="3073"/>
                  </a:cubicBezTo>
                  <a:cubicBezTo>
                    <a:pt x="116049" y="3587"/>
                    <a:pt x="116049" y="3587"/>
                    <a:pt x="117651" y="3817"/>
                  </a:cubicBezTo>
                  <a:cubicBezTo>
                    <a:pt x="119279" y="4096"/>
                    <a:pt x="119279" y="4096"/>
                    <a:pt x="120628" y="4561"/>
                  </a:cubicBezTo>
                  <a:cubicBezTo>
                    <a:pt x="120873" y="5298"/>
                    <a:pt x="121119" y="6034"/>
                    <a:pt x="121372" y="6793"/>
                  </a:cubicBezTo>
                  <a:cubicBezTo>
                    <a:pt x="122231" y="6901"/>
                    <a:pt x="123091" y="7008"/>
                    <a:pt x="123976" y="7119"/>
                  </a:cubicBezTo>
                  <a:cubicBezTo>
                    <a:pt x="124836" y="7257"/>
                    <a:pt x="125695" y="7395"/>
                    <a:pt x="126581" y="7537"/>
                  </a:cubicBezTo>
                  <a:cubicBezTo>
                    <a:pt x="126829" y="8530"/>
                    <a:pt x="127077" y="9522"/>
                    <a:pt x="127325" y="10514"/>
                  </a:cubicBezTo>
                  <a:cubicBezTo>
                    <a:pt x="129944" y="11127"/>
                    <a:pt x="129944" y="11127"/>
                    <a:pt x="132534" y="11258"/>
                  </a:cubicBezTo>
                  <a:cubicBezTo>
                    <a:pt x="132534" y="12240"/>
                    <a:pt x="132534" y="13223"/>
                    <a:pt x="132534" y="14235"/>
                  </a:cubicBezTo>
                  <a:cubicBezTo>
                    <a:pt x="134498" y="14235"/>
                    <a:pt x="136463" y="14235"/>
                    <a:pt x="138487" y="14235"/>
                  </a:cubicBezTo>
                  <a:cubicBezTo>
                    <a:pt x="138487" y="15217"/>
                    <a:pt x="138487" y="16199"/>
                    <a:pt x="138487" y="17211"/>
                  </a:cubicBezTo>
                  <a:cubicBezTo>
                    <a:pt x="140697" y="17457"/>
                    <a:pt x="142907" y="17702"/>
                    <a:pt x="145184" y="17955"/>
                  </a:cubicBezTo>
                  <a:cubicBezTo>
                    <a:pt x="145184" y="18938"/>
                    <a:pt x="145184" y="19920"/>
                    <a:pt x="145184" y="20932"/>
                  </a:cubicBezTo>
                  <a:cubicBezTo>
                    <a:pt x="145890" y="20917"/>
                    <a:pt x="146596" y="20901"/>
                    <a:pt x="147324" y="20885"/>
                  </a:cubicBezTo>
                  <a:cubicBezTo>
                    <a:pt x="149649" y="20932"/>
                    <a:pt x="149649" y="20932"/>
                    <a:pt x="151137" y="21676"/>
                  </a:cubicBezTo>
                  <a:cubicBezTo>
                    <a:pt x="151368" y="22167"/>
                    <a:pt x="151598" y="22658"/>
                    <a:pt x="151835" y="23164"/>
                  </a:cubicBezTo>
                  <a:cubicBezTo>
                    <a:pt x="152543" y="24910"/>
                    <a:pt x="152543" y="24910"/>
                    <a:pt x="154858" y="25397"/>
                  </a:cubicBezTo>
                  <a:cubicBezTo>
                    <a:pt x="155137" y="28001"/>
                    <a:pt x="155137" y="28001"/>
                    <a:pt x="154858" y="30606"/>
                  </a:cubicBezTo>
                  <a:cubicBezTo>
                    <a:pt x="154121" y="30851"/>
                    <a:pt x="153385" y="31097"/>
                    <a:pt x="152626" y="31350"/>
                  </a:cubicBezTo>
                  <a:cubicBezTo>
                    <a:pt x="152105" y="32330"/>
                    <a:pt x="151608" y="33322"/>
                    <a:pt x="151137" y="34326"/>
                  </a:cubicBezTo>
                  <a:cubicBezTo>
                    <a:pt x="150401" y="34695"/>
                    <a:pt x="150401" y="34695"/>
                    <a:pt x="149649" y="35071"/>
                  </a:cubicBezTo>
                  <a:cubicBezTo>
                    <a:pt x="149542" y="35577"/>
                    <a:pt x="149434" y="36084"/>
                    <a:pt x="149324" y="36605"/>
                  </a:cubicBezTo>
                  <a:cubicBezTo>
                    <a:pt x="149185" y="37081"/>
                    <a:pt x="149047" y="37557"/>
                    <a:pt x="148905" y="38047"/>
                  </a:cubicBezTo>
                  <a:cubicBezTo>
                    <a:pt x="148168" y="38047"/>
                    <a:pt x="147432" y="38047"/>
                    <a:pt x="146673" y="38047"/>
                  </a:cubicBezTo>
                  <a:cubicBezTo>
                    <a:pt x="146673" y="39275"/>
                    <a:pt x="146673" y="40503"/>
                    <a:pt x="146673" y="41768"/>
                  </a:cubicBezTo>
                  <a:cubicBezTo>
                    <a:pt x="145936" y="41768"/>
                    <a:pt x="145199" y="41768"/>
                    <a:pt x="144440" y="41768"/>
                  </a:cubicBezTo>
                  <a:cubicBezTo>
                    <a:pt x="144156" y="43000"/>
                    <a:pt x="143909" y="44242"/>
                    <a:pt x="143696" y="45489"/>
                  </a:cubicBezTo>
                  <a:cubicBezTo>
                    <a:pt x="142959" y="45857"/>
                    <a:pt x="142959" y="45857"/>
                    <a:pt x="142208" y="46233"/>
                  </a:cubicBezTo>
                  <a:cubicBezTo>
                    <a:pt x="141977" y="46954"/>
                    <a:pt x="141747" y="47675"/>
                    <a:pt x="141510" y="48419"/>
                  </a:cubicBezTo>
                  <a:cubicBezTo>
                    <a:pt x="140719" y="50698"/>
                    <a:pt x="140719" y="50698"/>
                    <a:pt x="138487" y="52186"/>
                  </a:cubicBezTo>
                  <a:cubicBezTo>
                    <a:pt x="138241" y="52922"/>
                    <a:pt x="137996" y="53659"/>
                    <a:pt x="137743" y="54418"/>
                  </a:cubicBezTo>
                  <a:cubicBezTo>
                    <a:pt x="137006" y="54787"/>
                    <a:pt x="137006" y="54787"/>
                    <a:pt x="136255" y="55162"/>
                  </a:cubicBezTo>
                  <a:cubicBezTo>
                    <a:pt x="134872" y="57179"/>
                    <a:pt x="133994" y="58970"/>
                    <a:pt x="133231" y="61302"/>
                  </a:cubicBezTo>
                  <a:cubicBezTo>
                    <a:pt x="132534" y="63348"/>
                    <a:pt x="132534" y="63348"/>
                    <a:pt x="131046" y="64092"/>
                  </a:cubicBezTo>
                  <a:cubicBezTo>
                    <a:pt x="130800" y="64706"/>
                    <a:pt x="130554" y="65320"/>
                    <a:pt x="130301" y="65952"/>
                  </a:cubicBezTo>
                  <a:cubicBezTo>
                    <a:pt x="129557" y="67813"/>
                    <a:pt x="129557" y="67813"/>
                    <a:pt x="128069" y="68557"/>
                  </a:cubicBezTo>
                  <a:cubicBezTo>
                    <a:pt x="127823" y="69171"/>
                    <a:pt x="127578" y="69785"/>
                    <a:pt x="127325" y="70417"/>
                  </a:cubicBezTo>
                  <a:cubicBezTo>
                    <a:pt x="126581" y="72278"/>
                    <a:pt x="126581" y="72278"/>
                    <a:pt x="125092" y="73022"/>
                  </a:cubicBezTo>
                  <a:cubicBezTo>
                    <a:pt x="124970" y="73636"/>
                    <a:pt x="124847" y="74250"/>
                    <a:pt x="124720" y="74882"/>
                  </a:cubicBezTo>
                  <a:cubicBezTo>
                    <a:pt x="124598" y="75496"/>
                    <a:pt x="124475" y="76110"/>
                    <a:pt x="124348" y="76742"/>
                  </a:cubicBezTo>
                  <a:cubicBezTo>
                    <a:pt x="123612" y="77111"/>
                    <a:pt x="123612" y="77111"/>
                    <a:pt x="122860" y="77487"/>
                  </a:cubicBezTo>
                  <a:cubicBezTo>
                    <a:pt x="122630" y="78239"/>
                    <a:pt x="122400" y="78991"/>
                    <a:pt x="122162" y="79766"/>
                  </a:cubicBezTo>
                  <a:cubicBezTo>
                    <a:pt x="121901" y="80487"/>
                    <a:pt x="121641" y="81208"/>
                    <a:pt x="121372" y="81951"/>
                  </a:cubicBezTo>
                  <a:cubicBezTo>
                    <a:pt x="120635" y="81951"/>
                    <a:pt x="119898" y="81951"/>
                    <a:pt x="119139" y="81951"/>
                  </a:cubicBezTo>
                  <a:cubicBezTo>
                    <a:pt x="119139" y="83670"/>
                    <a:pt x="119139" y="85389"/>
                    <a:pt x="119139" y="87160"/>
                  </a:cubicBezTo>
                  <a:cubicBezTo>
                    <a:pt x="118403" y="87160"/>
                    <a:pt x="117666" y="87160"/>
                    <a:pt x="116907" y="87160"/>
                  </a:cubicBezTo>
                  <a:cubicBezTo>
                    <a:pt x="116792" y="88219"/>
                    <a:pt x="116792" y="88219"/>
                    <a:pt x="116674" y="89300"/>
                  </a:cubicBezTo>
                  <a:cubicBezTo>
                    <a:pt x="116163" y="91625"/>
                    <a:pt x="116163" y="91625"/>
                    <a:pt x="113930" y="93114"/>
                  </a:cubicBezTo>
                  <a:cubicBezTo>
                    <a:pt x="113930" y="93850"/>
                    <a:pt x="113930" y="94587"/>
                    <a:pt x="113930" y="95346"/>
                  </a:cubicBezTo>
                  <a:cubicBezTo>
                    <a:pt x="113930" y="96083"/>
                    <a:pt x="113930" y="96819"/>
                    <a:pt x="113930" y="97578"/>
                  </a:cubicBezTo>
                  <a:cubicBezTo>
                    <a:pt x="113194" y="98070"/>
                    <a:pt x="112457" y="98561"/>
                    <a:pt x="111698" y="99067"/>
                  </a:cubicBezTo>
                  <a:cubicBezTo>
                    <a:pt x="111575" y="99696"/>
                    <a:pt x="111452" y="100325"/>
                    <a:pt x="111326" y="100974"/>
                  </a:cubicBezTo>
                  <a:cubicBezTo>
                    <a:pt x="111203" y="101572"/>
                    <a:pt x="111080" y="102171"/>
                    <a:pt x="110954" y="102787"/>
                  </a:cubicBezTo>
                  <a:cubicBezTo>
                    <a:pt x="110217" y="103033"/>
                    <a:pt x="109480" y="103278"/>
                    <a:pt x="108721" y="103531"/>
                  </a:cubicBezTo>
                  <a:cubicBezTo>
                    <a:pt x="108469" y="105267"/>
                    <a:pt x="108221" y="107004"/>
                    <a:pt x="107977" y="108740"/>
                  </a:cubicBezTo>
                  <a:cubicBezTo>
                    <a:pt x="107240" y="109232"/>
                    <a:pt x="106504" y="109723"/>
                    <a:pt x="105745" y="110229"/>
                  </a:cubicBezTo>
                  <a:cubicBezTo>
                    <a:pt x="105745" y="111104"/>
                    <a:pt x="105745" y="111978"/>
                    <a:pt x="105745" y="112880"/>
                  </a:cubicBezTo>
                  <a:cubicBezTo>
                    <a:pt x="105745" y="113724"/>
                    <a:pt x="105745" y="114568"/>
                    <a:pt x="105745" y="115438"/>
                  </a:cubicBezTo>
                  <a:cubicBezTo>
                    <a:pt x="105008" y="115683"/>
                    <a:pt x="104271" y="115929"/>
                    <a:pt x="103512" y="116182"/>
                  </a:cubicBezTo>
                  <a:cubicBezTo>
                    <a:pt x="103161" y="117565"/>
                    <a:pt x="103161" y="117565"/>
                    <a:pt x="103140" y="119158"/>
                  </a:cubicBezTo>
                  <a:cubicBezTo>
                    <a:pt x="103071" y="120786"/>
                    <a:pt x="103071" y="120786"/>
                    <a:pt x="102768" y="122135"/>
                  </a:cubicBezTo>
                  <a:cubicBezTo>
                    <a:pt x="102032" y="122381"/>
                    <a:pt x="101295" y="122626"/>
                    <a:pt x="100536" y="122879"/>
                  </a:cubicBezTo>
                  <a:cubicBezTo>
                    <a:pt x="100100" y="124283"/>
                    <a:pt x="100100" y="124283"/>
                    <a:pt x="100024" y="125902"/>
                  </a:cubicBezTo>
                  <a:cubicBezTo>
                    <a:pt x="99947" y="126869"/>
                    <a:pt x="99871" y="127836"/>
                    <a:pt x="99792" y="128832"/>
                  </a:cubicBezTo>
                  <a:cubicBezTo>
                    <a:pt x="99055" y="128832"/>
                    <a:pt x="98318" y="128832"/>
                    <a:pt x="97559" y="128832"/>
                  </a:cubicBezTo>
                  <a:cubicBezTo>
                    <a:pt x="97594" y="129307"/>
                    <a:pt x="97628" y="129782"/>
                    <a:pt x="97664" y="130271"/>
                  </a:cubicBezTo>
                  <a:cubicBezTo>
                    <a:pt x="97691" y="130886"/>
                    <a:pt x="97718" y="131501"/>
                    <a:pt x="97745" y="132134"/>
                  </a:cubicBezTo>
                  <a:cubicBezTo>
                    <a:pt x="97780" y="132747"/>
                    <a:pt x="97814" y="133360"/>
                    <a:pt x="97850" y="133992"/>
                  </a:cubicBezTo>
                  <a:cubicBezTo>
                    <a:pt x="97706" y="134753"/>
                    <a:pt x="97706" y="134753"/>
                    <a:pt x="97559" y="135530"/>
                  </a:cubicBezTo>
                  <a:cubicBezTo>
                    <a:pt x="96567" y="135778"/>
                    <a:pt x="95575" y="136026"/>
                    <a:pt x="94583" y="136274"/>
                  </a:cubicBezTo>
                  <a:cubicBezTo>
                    <a:pt x="94305" y="137836"/>
                    <a:pt x="94305" y="137836"/>
                    <a:pt x="94536" y="139622"/>
                  </a:cubicBezTo>
                  <a:cubicBezTo>
                    <a:pt x="94696" y="141459"/>
                    <a:pt x="94696" y="141459"/>
                    <a:pt x="94583" y="142971"/>
                  </a:cubicBezTo>
                  <a:cubicBezTo>
                    <a:pt x="93846" y="143217"/>
                    <a:pt x="93109" y="143462"/>
                    <a:pt x="92350" y="143715"/>
                  </a:cubicBezTo>
                  <a:cubicBezTo>
                    <a:pt x="91969" y="145440"/>
                    <a:pt x="91969" y="145440"/>
                    <a:pt x="91932" y="147436"/>
                  </a:cubicBezTo>
                  <a:cubicBezTo>
                    <a:pt x="91836" y="149482"/>
                    <a:pt x="91836" y="149482"/>
                    <a:pt x="91606" y="151156"/>
                  </a:cubicBezTo>
                  <a:cubicBezTo>
                    <a:pt x="91115" y="151402"/>
                    <a:pt x="90624" y="151648"/>
                    <a:pt x="90118" y="151901"/>
                  </a:cubicBezTo>
                  <a:cubicBezTo>
                    <a:pt x="89853" y="154018"/>
                    <a:pt x="89787" y="156118"/>
                    <a:pt x="89702" y="158249"/>
                  </a:cubicBezTo>
                  <a:cubicBezTo>
                    <a:pt x="89594" y="158855"/>
                    <a:pt x="89485" y="159462"/>
                    <a:pt x="89374" y="160086"/>
                  </a:cubicBezTo>
                  <a:cubicBezTo>
                    <a:pt x="88637" y="160332"/>
                    <a:pt x="87900" y="160577"/>
                    <a:pt x="87141" y="160830"/>
                  </a:cubicBezTo>
                  <a:cubicBezTo>
                    <a:pt x="86787" y="163071"/>
                    <a:pt x="86787" y="163071"/>
                    <a:pt x="86769" y="165667"/>
                  </a:cubicBezTo>
                  <a:cubicBezTo>
                    <a:pt x="86699" y="168341"/>
                    <a:pt x="86699" y="168341"/>
                    <a:pt x="86397" y="170504"/>
                  </a:cubicBezTo>
                  <a:cubicBezTo>
                    <a:pt x="85660" y="170750"/>
                    <a:pt x="84924" y="170995"/>
                    <a:pt x="84165" y="171248"/>
                  </a:cubicBezTo>
                  <a:cubicBezTo>
                    <a:pt x="83810" y="173267"/>
                    <a:pt x="83810" y="173267"/>
                    <a:pt x="83793" y="175620"/>
                  </a:cubicBezTo>
                  <a:cubicBezTo>
                    <a:pt x="83668" y="179936"/>
                    <a:pt x="83668" y="179936"/>
                    <a:pt x="82281" y="181294"/>
                  </a:cubicBezTo>
                  <a:cubicBezTo>
                    <a:pt x="80954" y="182407"/>
                    <a:pt x="80954" y="182407"/>
                    <a:pt x="81049" y="184556"/>
                  </a:cubicBezTo>
                  <a:cubicBezTo>
                    <a:pt x="81095" y="185352"/>
                    <a:pt x="81141" y="186148"/>
                    <a:pt x="81188" y="186968"/>
                  </a:cubicBezTo>
                  <a:cubicBezTo>
                    <a:pt x="81328" y="189393"/>
                    <a:pt x="81328" y="189393"/>
                    <a:pt x="81188" y="191340"/>
                  </a:cubicBezTo>
                  <a:cubicBezTo>
                    <a:pt x="80451" y="191586"/>
                    <a:pt x="79715" y="191831"/>
                    <a:pt x="78956" y="192084"/>
                  </a:cubicBezTo>
                  <a:cubicBezTo>
                    <a:pt x="78574" y="193593"/>
                    <a:pt x="78574" y="193593"/>
                    <a:pt x="78575" y="195413"/>
                  </a:cubicBezTo>
                  <a:cubicBezTo>
                    <a:pt x="78535" y="196416"/>
                    <a:pt x="78535" y="196416"/>
                    <a:pt x="78495" y="197440"/>
                  </a:cubicBezTo>
                  <a:cubicBezTo>
                    <a:pt x="78478" y="198144"/>
                    <a:pt x="78461" y="198847"/>
                    <a:pt x="78444" y="199572"/>
                  </a:cubicBezTo>
                  <a:cubicBezTo>
                    <a:pt x="78419" y="200279"/>
                    <a:pt x="78393" y="200985"/>
                    <a:pt x="78367" y="201713"/>
                  </a:cubicBezTo>
                  <a:cubicBezTo>
                    <a:pt x="78305" y="203464"/>
                    <a:pt x="78254" y="205215"/>
                    <a:pt x="78212" y="206967"/>
                  </a:cubicBezTo>
                  <a:cubicBezTo>
                    <a:pt x="77475" y="206967"/>
                    <a:pt x="76738" y="206967"/>
                    <a:pt x="75979" y="206967"/>
                  </a:cubicBezTo>
                  <a:cubicBezTo>
                    <a:pt x="75968" y="207474"/>
                    <a:pt x="75957" y="207981"/>
                    <a:pt x="75946" y="208503"/>
                  </a:cubicBezTo>
                  <a:cubicBezTo>
                    <a:pt x="75891" y="210797"/>
                    <a:pt x="75819" y="213091"/>
                    <a:pt x="75747" y="215385"/>
                  </a:cubicBezTo>
                  <a:cubicBezTo>
                    <a:pt x="75730" y="216183"/>
                    <a:pt x="75713" y="216980"/>
                    <a:pt x="75696" y="217802"/>
                  </a:cubicBezTo>
                  <a:cubicBezTo>
                    <a:pt x="75656" y="218950"/>
                    <a:pt x="75656" y="218950"/>
                    <a:pt x="75616" y="220120"/>
                  </a:cubicBezTo>
                  <a:cubicBezTo>
                    <a:pt x="75587" y="221178"/>
                    <a:pt x="75587" y="221178"/>
                    <a:pt x="75557" y="222258"/>
                  </a:cubicBezTo>
                  <a:cubicBezTo>
                    <a:pt x="75235" y="224082"/>
                    <a:pt x="75235" y="224082"/>
                    <a:pt x="74105" y="225179"/>
                  </a:cubicBezTo>
                  <a:cubicBezTo>
                    <a:pt x="72806" y="226287"/>
                    <a:pt x="72806" y="226287"/>
                    <a:pt x="72773" y="228262"/>
                  </a:cubicBezTo>
                  <a:cubicBezTo>
                    <a:pt x="72805" y="229410"/>
                    <a:pt x="72805" y="229410"/>
                    <a:pt x="72837" y="230582"/>
                  </a:cubicBezTo>
                  <a:cubicBezTo>
                    <a:pt x="72851" y="231424"/>
                    <a:pt x="72865" y="232266"/>
                    <a:pt x="72879" y="233134"/>
                  </a:cubicBezTo>
                  <a:cubicBezTo>
                    <a:pt x="72904" y="234015"/>
                    <a:pt x="72930" y="234895"/>
                    <a:pt x="72956" y="235802"/>
                  </a:cubicBezTo>
                  <a:cubicBezTo>
                    <a:pt x="73233" y="246465"/>
                    <a:pt x="73233" y="246465"/>
                    <a:pt x="71514" y="250871"/>
                  </a:cubicBezTo>
                  <a:cubicBezTo>
                    <a:pt x="71269" y="251117"/>
                    <a:pt x="71023" y="251362"/>
                    <a:pt x="70770" y="251615"/>
                  </a:cubicBezTo>
                  <a:cubicBezTo>
                    <a:pt x="70691" y="253831"/>
                    <a:pt x="70661" y="256030"/>
                    <a:pt x="70662" y="258246"/>
                  </a:cubicBezTo>
                  <a:cubicBezTo>
                    <a:pt x="70660" y="258942"/>
                    <a:pt x="70657" y="259637"/>
                    <a:pt x="70654" y="260354"/>
                  </a:cubicBezTo>
                  <a:cubicBezTo>
                    <a:pt x="70647" y="262666"/>
                    <a:pt x="70646" y="264977"/>
                    <a:pt x="70645" y="267289"/>
                  </a:cubicBezTo>
                  <a:cubicBezTo>
                    <a:pt x="70643" y="268888"/>
                    <a:pt x="70640" y="270487"/>
                    <a:pt x="70638" y="272085"/>
                  </a:cubicBezTo>
                  <a:cubicBezTo>
                    <a:pt x="70633" y="275441"/>
                    <a:pt x="70632" y="278797"/>
                    <a:pt x="70632" y="282152"/>
                  </a:cubicBezTo>
                  <a:cubicBezTo>
                    <a:pt x="70632" y="286464"/>
                    <a:pt x="70622" y="290776"/>
                    <a:pt x="70609" y="295088"/>
                  </a:cubicBezTo>
                  <a:cubicBezTo>
                    <a:pt x="70601" y="298390"/>
                    <a:pt x="70600" y="301693"/>
                    <a:pt x="70600" y="304996"/>
                  </a:cubicBezTo>
                  <a:cubicBezTo>
                    <a:pt x="70599" y="306586"/>
                    <a:pt x="70596" y="308177"/>
                    <a:pt x="70590" y="309767"/>
                  </a:cubicBezTo>
                  <a:cubicBezTo>
                    <a:pt x="70583" y="311986"/>
                    <a:pt x="70585" y="314204"/>
                    <a:pt x="70589" y="316423"/>
                  </a:cubicBezTo>
                  <a:cubicBezTo>
                    <a:pt x="70585" y="317087"/>
                    <a:pt x="70581" y="317751"/>
                    <a:pt x="70577" y="318435"/>
                  </a:cubicBezTo>
                  <a:cubicBezTo>
                    <a:pt x="70585" y="319976"/>
                    <a:pt x="70669" y="321516"/>
                    <a:pt x="70770" y="323053"/>
                  </a:cubicBezTo>
                  <a:cubicBezTo>
                    <a:pt x="71261" y="323299"/>
                    <a:pt x="71752" y="323544"/>
                    <a:pt x="72258" y="323797"/>
                  </a:cubicBezTo>
                  <a:cubicBezTo>
                    <a:pt x="72922" y="327213"/>
                    <a:pt x="73112" y="330574"/>
                    <a:pt x="73186" y="334046"/>
                  </a:cubicBezTo>
                  <a:cubicBezTo>
                    <a:pt x="73210" y="334966"/>
                    <a:pt x="73235" y="335886"/>
                    <a:pt x="73260" y="336834"/>
                  </a:cubicBezTo>
                  <a:cubicBezTo>
                    <a:pt x="73306" y="338764"/>
                    <a:pt x="73348" y="340694"/>
                    <a:pt x="73388" y="342624"/>
                  </a:cubicBezTo>
                  <a:cubicBezTo>
                    <a:pt x="73413" y="343539"/>
                    <a:pt x="73439" y="344453"/>
                    <a:pt x="73465" y="345395"/>
                  </a:cubicBezTo>
                  <a:cubicBezTo>
                    <a:pt x="73493" y="346648"/>
                    <a:pt x="73493" y="346648"/>
                    <a:pt x="73521" y="347928"/>
                  </a:cubicBezTo>
                  <a:cubicBezTo>
                    <a:pt x="73596" y="348559"/>
                    <a:pt x="73670" y="349191"/>
                    <a:pt x="73747" y="349842"/>
                  </a:cubicBezTo>
                  <a:cubicBezTo>
                    <a:pt x="74238" y="350088"/>
                    <a:pt x="74729" y="350333"/>
                    <a:pt x="75235" y="350586"/>
                  </a:cubicBezTo>
                  <a:cubicBezTo>
                    <a:pt x="75449" y="352013"/>
                    <a:pt x="75449" y="352013"/>
                    <a:pt x="75491" y="353862"/>
                  </a:cubicBezTo>
                  <a:cubicBezTo>
                    <a:pt x="75513" y="354524"/>
                    <a:pt x="75535" y="355187"/>
                    <a:pt x="75558" y="355869"/>
                  </a:cubicBezTo>
                  <a:cubicBezTo>
                    <a:pt x="75574" y="356566"/>
                    <a:pt x="75590" y="357263"/>
                    <a:pt x="75607" y="357981"/>
                  </a:cubicBezTo>
                  <a:cubicBezTo>
                    <a:pt x="75639" y="359352"/>
                    <a:pt x="75678" y="360723"/>
                    <a:pt x="75723" y="362094"/>
                  </a:cubicBezTo>
                  <a:cubicBezTo>
                    <a:pt x="75744" y="363011"/>
                    <a:pt x="75744" y="363011"/>
                    <a:pt x="75765" y="363946"/>
                  </a:cubicBezTo>
                  <a:cubicBezTo>
                    <a:pt x="75847" y="365635"/>
                    <a:pt x="75847" y="365635"/>
                    <a:pt x="77467" y="366957"/>
                  </a:cubicBezTo>
                  <a:cubicBezTo>
                    <a:pt x="77713" y="366957"/>
                    <a:pt x="77959" y="366957"/>
                    <a:pt x="78212" y="366957"/>
                  </a:cubicBezTo>
                  <a:cubicBezTo>
                    <a:pt x="78222" y="367378"/>
                    <a:pt x="78233" y="367798"/>
                    <a:pt x="78244" y="368232"/>
                  </a:cubicBezTo>
                  <a:cubicBezTo>
                    <a:pt x="78300" y="370133"/>
                    <a:pt x="78372" y="372033"/>
                    <a:pt x="78444" y="373934"/>
                  </a:cubicBezTo>
                  <a:cubicBezTo>
                    <a:pt x="78461" y="374595"/>
                    <a:pt x="78478" y="375257"/>
                    <a:pt x="78495" y="375939"/>
                  </a:cubicBezTo>
                  <a:cubicBezTo>
                    <a:pt x="78521" y="376572"/>
                    <a:pt x="78548" y="377205"/>
                    <a:pt x="78575" y="377858"/>
                  </a:cubicBezTo>
                  <a:cubicBezTo>
                    <a:pt x="78594" y="378442"/>
                    <a:pt x="78614" y="379027"/>
                    <a:pt x="78634" y="379629"/>
                  </a:cubicBezTo>
                  <a:cubicBezTo>
                    <a:pt x="78843" y="381394"/>
                    <a:pt x="78843" y="381394"/>
                    <a:pt x="81188" y="382584"/>
                  </a:cubicBezTo>
                  <a:cubicBezTo>
                    <a:pt x="81380" y="384253"/>
                    <a:pt x="81380" y="384253"/>
                    <a:pt x="81281" y="386212"/>
                  </a:cubicBezTo>
                  <a:cubicBezTo>
                    <a:pt x="81173" y="388629"/>
                    <a:pt x="81098" y="390706"/>
                    <a:pt x="81932" y="393002"/>
                  </a:cubicBezTo>
                  <a:cubicBezTo>
                    <a:pt x="82423" y="393248"/>
                    <a:pt x="82915" y="393493"/>
                    <a:pt x="83421" y="393746"/>
                  </a:cubicBezTo>
                  <a:cubicBezTo>
                    <a:pt x="83676" y="395557"/>
                    <a:pt x="83676" y="395557"/>
                    <a:pt x="83793" y="397793"/>
                  </a:cubicBezTo>
                  <a:cubicBezTo>
                    <a:pt x="83827" y="400982"/>
                    <a:pt x="83827" y="400982"/>
                    <a:pt x="85653" y="403420"/>
                  </a:cubicBezTo>
                  <a:cubicBezTo>
                    <a:pt x="85899" y="403420"/>
                    <a:pt x="86144" y="403420"/>
                    <a:pt x="86397" y="403420"/>
                  </a:cubicBezTo>
                  <a:cubicBezTo>
                    <a:pt x="86425" y="404101"/>
                    <a:pt x="86453" y="404782"/>
                    <a:pt x="86481" y="405484"/>
                  </a:cubicBezTo>
                  <a:cubicBezTo>
                    <a:pt x="86530" y="406368"/>
                    <a:pt x="86579" y="407253"/>
                    <a:pt x="86630" y="408164"/>
                  </a:cubicBezTo>
                  <a:cubicBezTo>
                    <a:pt x="86673" y="409045"/>
                    <a:pt x="86716" y="409925"/>
                    <a:pt x="86760" y="410832"/>
                  </a:cubicBezTo>
                  <a:cubicBezTo>
                    <a:pt x="86886" y="411579"/>
                    <a:pt x="87012" y="412325"/>
                    <a:pt x="87141" y="413094"/>
                  </a:cubicBezTo>
                  <a:cubicBezTo>
                    <a:pt x="87878" y="413585"/>
                    <a:pt x="88615" y="414076"/>
                    <a:pt x="89374" y="414582"/>
                  </a:cubicBezTo>
                  <a:cubicBezTo>
                    <a:pt x="89592" y="416355"/>
                    <a:pt x="89592" y="416355"/>
                    <a:pt x="89513" y="418396"/>
                  </a:cubicBezTo>
                  <a:cubicBezTo>
                    <a:pt x="89493" y="419073"/>
                    <a:pt x="89473" y="419750"/>
                    <a:pt x="89452" y="420448"/>
                  </a:cubicBezTo>
                  <a:cubicBezTo>
                    <a:pt x="89426" y="420968"/>
                    <a:pt x="89400" y="421488"/>
                    <a:pt x="89374" y="422024"/>
                  </a:cubicBezTo>
                  <a:cubicBezTo>
                    <a:pt x="90110" y="422024"/>
                    <a:pt x="90847" y="422024"/>
                    <a:pt x="91606" y="422024"/>
                  </a:cubicBezTo>
                  <a:cubicBezTo>
                    <a:pt x="91852" y="424970"/>
                    <a:pt x="92097" y="427917"/>
                    <a:pt x="92350" y="430953"/>
                  </a:cubicBezTo>
                  <a:cubicBezTo>
                    <a:pt x="93087" y="430953"/>
                    <a:pt x="93824" y="430953"/>
                    <a:pt x="94583" y="430953"/>
                  </a:cubicBezTo>
                  <a:cubicBezTo>
                    <a:pt x="94728" y="432479"/>
                    <a:pt x="94873" y="434005"/>
                    <a:pt x="95019" y="435532"/>
                  </a:cubicBezTo>
                  <a:cubicBezTo>
                    <a:pt x="95120" y="435985"/>
                    <a:pt x="95222" y="436439"/>
                    <a:pt x="95327" y="436906"/>
                  </a:cubicBezTo>
                  <a:cubicBezTo>
                    <a:pt x="95818" y="437152"/>
                    <a:pt x="96309" y="437398"/>
                    <a:pt x="96815" y="437651"/>
                  </a:cubicBezTo>
                  <a:cubicBezTo>
                    <a:pt x="97291" y="439585"/>
                    <a:pt x="97576" y="441523"/>
                    <a:pt x="97885" y="443490"/>
                  </a:cubicBezTo>
                  <a:cubicBezTo>
                    <a:pt x="98023" y="444019"/>
                    <a:pt x="98161" y="444547"/>
                    <a:pt x="98303" y="445092"/>
                  </a:cubicBezTo>
                  <a:cubicBezTo>
                    <a:pt x="98794" y="445092"/>
                    <a:pt x="99286" y="445092"/>
                    <a:pt x="99792" y="445092"/>
                  </a:cubicBezTo>
                  <a:cubicBezTo>
                    <a:pt x="99913" y="446594"/>
                    <a:pt x="100034" y="448096"/>
                    <a:pt x="100155" y="449598"/>
                  </a:cubicBezTo>
                  <a:cubicBezTo>
                    <a:pt x="100442" y="451339"/>
                    <a:pt x="100442" y="451339"/>
                    <a:pt x="102768" y="452533"/>
                  </a:cubicBezTo>
                  <a:cubicBezTo>
                    <a:pt x="103042" y="454266"/>
                    <a:pt x="103291" y="456002"/>
                    <a:pt x="103512" y="457742"/>
                  </a:cubicBezTo>
                  <a:cubicBezTo>
                    <a:pt x="104003" y="457988"/>
                    <a:pt x="104495" y="458234"/>
                    <a:pt x="105001" y="458487"/>
                  </a:cubicBezTo>
                  <a:cubicBezTo>
                    <a:pt x="105497" y="460223"/>
                    <a:pt x="105993" y="461959"/>
                    <a:pt x="106489" y="463696"/>
                  </a:cubicBezTo>
                  <a:cubicBezTo>
                    <a:pt x="106980" y="463941"/>
                    <a:pt x="107471" y="464187"/>
                    <a:pt x="107977" y="464440"/>
                  </a:cubicBezTo>
                  <a:cubicBezTo>
                    <a:pt x="108419" y="466411"/>
                    <a:pt x="108529" y="468378"/>
                    <a:pt x="108721" y="470393"/>
                  </a:cubicBezTo>
                  <a:cubicBezTo>
                    <a:pt x="109458" y="470393"/>
                    <a:pt x="110195" y="470393"/>
                    <a:pt x="110954" y="470393"/>
                  </a:cubicBezTo>
                  <a:cubicBezTo>
                    <a:pt x="111046" y="471237"/>
                    <a:pt x="111138" y="472081"/>
                    <a:pt x="111233" y="472951"/>
                  </a:cubicBezTo>
                  <a:cubicBezTo>
                    <a:pt x="111386" y="473826"/>
                    <a:pt x="111540" y="474700"/>
                    <a:pt x="111698" y="475602"/>
                  </a:cubicBezTo>
                  <a:cubicBezTo>
                    <a:pt x="112189" y="475847"/>
                    <a:pt x="112680" y="476093"/>
                    <a:pt x="113186" y="476346"/>
                  </a:cubicBezTo>
                  <a:cubicBezTo>
                    <a:pt x="113682" y="477834"/>
                    <a:pt x="114178" y="479322"/>
                    <a:pt x="114674" y="480811"/>
                  </a:cubicBezTo>
                  <a:cubicBezTo>
                    <a:pt x="115166" y="481056"/>
                    <a:pt x="115657" y="481302"/>
                    <a:pt x="116163" y="481555"/>
                  </a:cubicBezTo>
                  <a:cubicBezTo>
                    <a:pt x="116324" y="482637"/>
                    <a:pt x="116324" y="482637"/>
                    <a:pt x="116488" y="483741"/>
                  </a:cubicBezTo>
                  <a:cubicBezTo>
                    <a:pt x="116626" y="484493"/>
                    <a:pt x="116765" y="485245"/>
                    <a:pt x="116907" y="486020"/>
                  </a:cubicBezTo>
                  <a:cubicBezTo>
                    <a:pt x="117644" y="486511"/>
                    <a:pt x="118380" y="487002"/>
                    <a:pt x="119139" y="487508"/>
                  </a:cubicBezTo>
                  <a:cubicBezTo>
                    <a:pt x="119651" y="489833"/>
                    <a:pt x="119651" y="489833"/>
                    <a:pt x="119883" y="491973"/>
                  </a:cubicBezTo>
                  <a:cubicBezTo>
                    <a:pt x="120620" y="491973"/>
                    <a:pt x="121357" y="491973"/>
                    <a:pt x="122116" y="491973"/>
                  </a:cubicBezTo>
                  <a:cubicBezTo>
                    <a:pt x="122116" y="493692"/>
                    <a:pt x="122116" y="495411"/>
                    <a:pt x="122116" y="497182"/>
                  </a:cubicBezTo>
                  <a:cubicBezTo>
                    <a:pt x="122853" y="497182"/>
                    <a:pt x="123589" y="497182"/>
                    <a:pt x="124348" y="497182"/>
                  </a:cubicBezTo>
                  <a:cubicBezTo>
                    <a:pt x="124612" y="498170"/>
                    <a:pt x="124858" y="499163"/>
                    <a:pt x="125092" y="500158"/>
                  </a:cubicBezTo>
                  <a:cubicBezTo>
                    <a:pt x="125829" y="500650"/>
                    <a:pt x="126566" y="501141"/>
                    <a:pt x="127325" y="501647"/>
                  </a:cubicBezTo>
                  <a:cubicBezTo>
                    <a:pt x="127597" y="503131"/>
                    <a:pt x="127847" y="504619"/>
                    <a:pt x="128069" y="506112"/>
                  </a:cubicBezTo>
                  <a:cubicBezTo>
                    <a:pt x="128560" y="506357"/>
                    <a:pt x="129051" y="506603"/>
                    <a:pt x="129557" y="506856"/>
                  </a:cubicBezTo>
                  <a:cubicBezTo>
                    <a:pt x="129665" y="507347"/>
                    <a:pt x="129772" y="507838"/>
                    <a:pt x="129883" y="508344"/>
                  </a:cubicBezTo>
                  <a:cubicBezTo>
                    <a:pt x="130090" y="509081"/>
                    <a:pt x="130090" y="509081"/>
                    <a:pt x="130301" y="509832"/>
                  </a:cubicBezTo>
                  <a:cubicBezTo>
                    <a:pt x="131038" y="510078"/>
                    <a:pt x="131775" y="510323"/>
                    <a:pt x="132534" y="510576"/>
                  </a:cubicBezTo>
                  <a:cubicBezTo>
                    <a:pt x="133060" y="511804"/>
                    <a:pt x="133550" y="513048"/>
                    <a:pt x="134022" y="514297"/>
                  </a:cubicBezTo>
                  <a:cubicBezTo>
                    <a:pt x="135769" y="517406"/>
                    <a:pt x="135769" y="517406"/>
                    <a:pt x="138487" y="519506"/>
                  </a:cubicBezTo>
                  <a:cubicBezTo>
                    <a:pt x="138735" y="520746"/>
                    <a:pt x="138983" y="521987"/>
                    <a:pt x="139231" y="523227"/>
                  </a:cubicBezTo>
                  <a:cubicBezTo>
                    <a:pt x="139722" y="523472"/>
                    <a:pt x="140213" y="523718"/>
                    <a:pt x="140719" y="523971"/>
                  </a:cubicBezTo>
                  <a:cubicBezTo>
                    <a:pt x="140827" y="524431"/>
                    <a:pt x="140934" y="524892"/>
                    <a:pt x="141045" y="525366"/>
                  </a:cubicBezTo>
                  <a:cubicBezTo>
                    <a:pt x="141548" y="527267"/>
                    <a:pt x="142240" y="527892"/>
                    <a:pt x="143696" y="529180"/>
                  </a:cubicBezTo>
                  <a:cubicBezTo>
                    <a:pt x="145454" y="530797"/>
                    <a:pt x="146354" y="532263"/>
                    <a:pt x="147417" y="534389"/>
                  </a:cubicBezTo>
                  <a:cubicBezTo>
                    <a:pt x="147908" y="534634"/>
                    <a:pt x="148399" y="534880"/>
                    <a:pt x="148905" y="535133"/>
                  </a:cubicBezTo>
                  <a:cubicBezTo>
                    <a:pt x="149181" y="536192"/>
                    <a:pt x="149181" y="536192"/>
                    <a:pt x="149463" y="537272"/>
                  </a:cubicBezTo>
                  <a:cubicBezTo>
                    <a:pt x="149923" y="538424"/>
                    <a:pt x="149923" y="538424"/>
                    <a:pt x="150393" y="539598"/>
                  </a:cubicBezTo>
                  <a:cubicBezTo>
                    <a:pt x="151544" y="540035"/>
                    <a:pt x="151544" y="540035"/>
                    <a:pt x="152719" y="540482"/>
                  </a:cubicBezTo>
                  <a:cubicBezTo>
                    <a:pt x="153778" y="541149"/>
                    <a:pt x="153778" y="541149"/>
                    <a:pt x="154858" y="541830"/>
                  </a:cubicBezTo>
                  <a:cubicBezTo>
                    <a:pt x="155312" y="544591"/>
                    <a:pt x="155214" y="547246"/>
                    <a:pt x="154858" y="550016"/>
                  </a:cubicBezTo>
                  <a:cubicBezTo>
                    <a:pt x="154114" y="550760"/>
                    <a:pt x="154114" y="550760"/>
                    <a:pt x="151509" y="550993"/>
                  </a:cubicBezTo>
                  <a:cubicBezTo>
                    <a:pt x="150650" y="551161"/>
                    <a:pt x="149790" y="551330"/>
                    <a:pt x="148905" y="551504"/>
                  </a:cubicBezTo>
                  <a:cubicBezTo>
                    <a:pt x="148797" y="552011"/>
                    <a:pt x="148690" y="552517"/>
                    <a:pt x="148579" y="553039"/>
                  </a:cubicBezTo>
                  <a:cubicBezTo>
                    <a:pt x="148441" y="553515"/>
                    <a:pt x="148303" y="553990"/>
                    <a:pt x="148161" y="554481"/>
                  </a:cubicBezTo>
                  <a:cubicBezTo>
                    <a:pt x="146123" y="554774"/>
                    <a:pt x="144279" y="554612"/>
                    <a:pt x="142208" y="554481"/>
                  </a:cubicBezTo>
                  <a:cubicBezTo>
                    <a:pt x="142208" y="555463"/>
                    <a:pt x="142208" y="556445"/>
                    <a:pt x="142208" y="557457"/>
                  </a:cubicBezTo>
                  <a:cubicBezTo>
                    <a:pt x="140905" y="557995"/>
                    <a:pt x="140905" y="557995"/>
                    <a:pt x="139231" y="558248"/>
                  </a:cubicBezTo>
                  <a:cubicBezTo>
                    <a:pt x="137598" y="558451"/>
                    <a:pt x="137598" y="558451"/>
                    <a:pt x="136255" y="558946"/>
                  </a:cubicBezTo>
                  <a:cubicBezTo>
                    <a:pt x="136255" y="559682"/>
                    <a:pt x="136255" y="560419"/>
                    <a:pt x="136255" y="561178"/>
                  </a:cubicBezTo>
                  <a:cubicBezTo>
                    <a:pt x="135780" y="561206"/>
                    <a:pt x="135305" y="561234"/>
                    <a:pt x="134816" y="561262"/>
                  </a:cubicBezTo>
                  <a:cubicBezTo>
                    <a:pt x="134201" y="561311"/>
                    <a:pt x="133586" y="561360"/>
                    <a:pt x="132952" y="561410"/>
                  </a:cubicBezTo>
                  <a:cubicBezTo>
                    <a:pt x="132033" y="561475"/>
                    <a:pt x="132033" y="561475"/>
                    <a:pt x="131095" y="561541"/>
                  </a:cubicBezTo>
                  <a:cubicBezTo>
                    <a:pt x="130588" y="561667"/>
                    <a:pt x="130080" y="561793"/>
                    <a:pt x="129557" y="561922"/>
                  </a:cubicBezTo>
                  <a:cubicBezTo>
                    <a:pt x="129312" y="562659"/>
                    <a:pt x="129066" y="563395"/>
                    <a:pt x="128813" y="564154"/>
                  </a:cubicBezTo>
                  <a:cubicBezTo>
                    <a:pt x="127938" y="564400"/>
                    <a:pt x="127063" y="564646"/>
                    <a:pt x="126162" y="564899"/>
                  </a:cubicBezTo>
                  <a:cubicBezTo>
                    <a:pt x="125318" y="565144"/>
                    <a:pt x="124474" y="565390"/>
                    <a:pt x="123604" y="565643"/>
                  </a:cubicBezTo>
                  <a:cubicBezTo>
                    <a:pt x="123604" y="566379"/>
                    <a:pt x="123604" y="567116"/>
                    <a:pt x="123604" y="567875"/>
                  </a:cubicBezTo>
                  <a:cubicBezTo>
                    <a:pt x="122177" y="567967"/>
                    <a:pt x="122177" y="567967"/>
                    <a:pt x="120721" y="568061"/>
                  </a:cubicBezTo>
                  <a:cubicBezTo>
                    <a:pt x="119086" y="568218"/>
                    <a:pt x="119086" y="568218"/>
                    <a:pt x="117651" y="568619"/>
                  </a:cubicBezTo>
                  <a:cubicBezTo>
                    <a:pt x="117131" y="569599"/>
                    <a:pt x="116634" y="570591"/>
                    <a:pt x="116163" y="571596"/>
                  </a:cubicBezTo>
                  <a:cubicBezTo>
                    <a:pt x="114430" y="571869"/>
                    <a:pt x="112694" y="572119"/>
                    <a:pt x="110954" y="572340"/>
                  </a:cubicBezTo>
                  <a:cubicBezTo>
                    <a:pt x="110708" y="573077"/>
                    <a:pt x="110463" y="573813"/>
                    <a:pt x="110210" y="574572"/>
                  </a:cubicBezTo>
                  <a:cubicBezTo>
                    <a:pt x="107950" y="575103"/>
                    <a:pt x="105781" y="575032"/>
                    <a:pt x="103512" y="574572"/>
                  </a:cubicBezTo>
                  <a:cubicBezTo>
                    <a:pt x="102069" y="572437"/>
                    <a:pt x="102024" y="571180"/>
                    <a:pt x="102024" y="568619"/>
                  </a:cubicBezTo>
                  <a:cubicBezTo>
                    <a:pt x="101287" y="568374"/>
                    <a:pt x="100551" y="568128"/>
                    <a:pt x="99792" y="567875"/>
                  </a:cubicBezTo>
                  <a:cubicBezTo>
                    <a:pt x="98595" y="566408"/>
                    <a:pt x="97486" y="564953"/>
                    <a:pt x="96397" y="563410"/>
                  </a:cubicBezTo>
                  <a:cubicBezTo>
                    <a:pt x="94412" y="560365"/>
                    <a:pt x="94412" y="560365"/>
                    <a:pt x="91606" y="558201"/>
                  </a:cubicBezTo>
                  <a:cubicBezTo>
                    <a:pt x="91358" y="556961"/>
                    <a:pt x="91110" y="555721"/>
                    <a:pt x="90862" y="554481"/>
                  </a:cubicBezTo>
                  <a:cubicBezTo>
                    <a:pt x="90371" y="554235"/>
                    <a:pt x="89880" y="553990"/>
                    <a:pt x="89374" y="553737"/>
                  </a:cubicBezTo>
                  <a:cubicBezTo>
                    <a:pt x="89005" y="552631"/>
                    <a:pt x="89005" y="552631"/>
                    <a:pt x="88630" y="551504"/>
                  </a:cubicBezTo>
                  <a:cubicBezTo>
                    <a:pt x="88054" y="550952"/>
                    <a:pt x="88054" y="550952"/>
                    <a:pt x="87467" y="550388"/>
                  </a:cubicBezTo>
                  <a:cubicBezTo>
                    <a:pt x="86397" y="549272"/>
                    <a:pt x="86397" y="549272"/>
                    <a:pt x="86397" y="547039"/>
                  </a:cubicBezTo>
                  <a:cubicBezTo>
                    <a:pt x="85660" y="546794"/>
                    <a:pt x="84924" y="546548"/>
                    <a:pt x="84165" y="546295"/>
                  </a:cubicBezTo>
                  <a:cubicBezTo>
                    <a:pt x="83644" y="545315"/>
                    <a:pt x="83147" y="544323"/>
                    <a:pt x="82676" y="543319"/>
                  </a:cubicBezTo>
                  <a:cubicBezTo>
                    <a:pt x="82185" y="543073"/>
                    <a:pt x="81694" y="542827"/>
                    <a:pt x="81188" y="542574"/>
                  </a:cubicBezTo>
                  <a:cubicBezTo>
                    <a:pt x="81027" y="541469"/>
                    <a:pt x="81027" y="541469"/>
                    <a:pt x="80863" y="540342"/>
                  </a:cubicBezTo>
                  <a:cubicBezTo>
                    <a:pt x="80724" y="539605"/>
                    <a:pt x="80586" y="538869"/>
                    <a:pt x="80444" y="538110"/>
                  </a:cubicBezTo>
                  <a:cubicBezTo>
                    <a:pt x="79707" y="537864"/>
                    <a:pt x="78971" y="537618"/>
                    <a:pt x="78212" y="537365"/>
                  </a:cubicBezTo>
                  <a:cubicBezTo>
                    <a:pt x="78072" y="535459"/>
                    <a:pt x="78072" y="535459"/>
                    <a:pt x="78212" y="533645"/>
                  </a:cubicBezTo>
                  <a:cubicBezTo>
                    <a:pt x="77475" y="533645"/>
                    <a:pt x="76738" y="533645"/>
                    <a:pt x="75979" y="533645"/>
                  </a:cubicBezTo>
                  <a:cubicBezTo>
                    <a:pt x="75445" y="532420"/>
                    <a:pt x="74950" y="531178"/>
                    <a:pt x="74491" y="529924"/>
                  </a:cubicBezTo>
                  <a:cubicBezTo>
                    <a:pt x="74000" y="529678"/>
                    <a:pt x="73509" y="529433"/>
                    <a:pt x="73003" y="529180"/>
                  </a:cubicBezTo>
                  <a:cubicBezTo>
                    <a:pt x="72506" y="527940"/>
                    <a:pt x="72010" y="526699"/>
                    <a:pt x="71514" y="525459"/>
                  </a:cubicBezTo>
                  <a:cubicBezTo>
                    <a:pt x="71023" y="525214"/>
                    <a:pt x="70532" y="524968"/>
                    <a:pt x="70026" y="524715"/>
                  </a:cubicBezTo>
                  <a:cubicBezTo>
                    <a:pt x="69778" y="523227"/>
                    <a:pt x="69530" y="521738"/>
                    <a:pt x="69282" y="520250"/>
                  </a:cubicBezTo>
                  <a:cubicBezTo>
                    <a:pt x="68791" y="520005"/>
                    <a:pt x="68300" y="519759"/>
                    <a:pt x="67794" y="519506"/>
                  </a:cubicBezTo>
                  <a:cubicBezTo>
                    <a:pt x="67298" y="518266"/>
                    <a:pt x="66801" y="517026"/>
                    <a:pt x="66305" y="515785"/>
                  </a:cubicBezTo>
                  <a:cubicBezTo>
                    <a:pt x="65814" y="515540"/>
                    <a:pt x="65323" y="515294"/>
                    <a:pt x="64817" y="515041"/>
                  </a:cubicBezTo>
                  <a:cubicBezTo>
                    <a:pt x="64321" y="513305"/>
                    <a:pt x="63825" y="511569"/>
                    <a:pt x="63329" y="509832"/>
                  </a:cubicBezTo>
                  <a:cubicBezTo>
                    <a:pt x="62838" y="509587"/>
                    <a:pt x="62346" y="509341"/>
                    <a:pt x="61840" y="509088"/>
                  </a:cubicBezTo>
                  <a:cubicBezTo>
                    <a:pt x="61333" y="507852"/>
                    <a:pt x="60838" y="506612"/>
                    <a:pt x="60352" y="505367"/>
                  </a:cubicBezTo>
                  <a:cubicBezTo>
                    <a:pt x="59861" y="504876"/>
                    <a:pt x="59370" y="504385"/>
                    <a:pt x="58864" y="503879"/>
                  </a:cubicBezTo>
                  <a:cubicBezTo>
                    <a:pt x="58771" y="501554"/>
                    <a:pt x="58771" y="501554"/>
                    <a:pt x="58864" y="499414"/>
                  </a:cubicBezTo>
                  <a:cubicBezTo>
                    <a:pt x="58127" y="499414"/>
                    <a:pt x="57391" y="499414"/>
                    <a:pt x="56631" y="499414"/>
                  </a:cubicBezTo>
                  <a:cubicBezTo>
                    <a:pt x="56107" y="497686"/>
                    <a:pt x="55610" y="495950"/>
                    <a:pt x="55143" y="494205"/>
                  </a:cubicBezTo>
                  <a:cubicBezTo>
                    <a:pt x="54652" y="494205"/>
                    <a:pt x="54161" y="494205"/>
                    <a:pt x="53655" y="494205"/>
                  </a:cubicBezTo>
                  <a:cubicBezTo>
                    <a:pt x="53578" y="493361"/>
                    <a:pt x="53501" y="492517"/>
                    <a:pt x="53422" y="491647"/>
                  </a:cubicBezTo>
                  <a:cubicBezTo>
                    <a:pt x="53254" y="490772"/>
                    <a:pt x="53085" y="489898"/>
                    <a:pt x="52911" y="488996"/>
                  </a:cubicBezTo>
                  <a:cubicBezTo>
                    <a:pt x="52174" y="488751"/>
                    <a:pt x="51437" y="488505"/>
                    <a:pt x="50678" y="488252"/>
                  </a:cubicBezTo>
                  <a:cubicBezTo>
                    <a:pt x="50460" y="486714"/>
                    <a:pt x="50460" y="486714"/>
                    <a:pt x="50539" y="484857"/>
                  </a:cubicBezTo>
                  <a:cubicBezTo>
                    <a:pt x="50569" y="483935"/>
                    <a:pt x="50569" y="483935"/>
                    <a:pt x="50600" y="482994"/>
                  </a:cubicBezTo>
                  <a:cubicBezTo>
                    <a:pt x="50626" y="482519"/>
                    <a:pt x="50652" y="482044"/>
                    <a:pt x="50678" y="481555"/>
                  </a:cubicBezTo>
                  <a:cubicBezTo>
                    <a:pt x="49942" y="481555"/>
                    <a:pt x="49205" y="481555"/>
                    <a:pt x="48446" y="481555"/>
                  </a:cubicBezTo>
                  <a:cubicBezTo>
                    <a:pt x="47955" y="480279"/>
                    <a:pt x="47955" y="480279"/>
                    <a:pt x="47655" y="478625"/>
                  </a:cubicBezTo>
                  <a:cubicBezTo>
                    <a:pt x="47383" y="477011"/>
                    <a:pt x="47383" y="477011"/>
                    <a:pt x="46958" y="475602"/>
                  </a:cubicBezTo>
                  <a:cubicBezTo>
                    <a:pt x="46467" y="475356"/>
                    <a:pt x="45975" y="475111"/>
                    <a:pt x="45469" y="474858"/>
                  </a:cubicBezTo>
                  <a:cubicBezTo>
                    <a:pt x="45208" y="473321"/>
                    <a:pt x="45140" y="471809"/>
                    <a:pt x="45054" y="470253"/>
                  </a:cubicBezTo>
                  <a:cubicBezTo>
                    <a:pt x="44945" y="469808"/>
                    <a:pt x="44837" y="469363"/>
                    <a:pt x="44725" y="468904"/>
                  </a:cubicBezTo>
                  <a:cubicBezTo>
                    <a:pt x="43989" y="468659"/>
                    <a:pt x="43252" y="468413"/>
                    <a:pt x="42493" y="468160"/>
                  </a:cubicBezTo>
                  <a:cubicBezTo>
                    <a:pt x="42164" y="466812"/>
                    <a:pt x="42164" y="466812"/>
                    <a:pt x="42074" y="465184"/>
                  </a:cubicBezTo>
                  <a:cubicBezTo>
                    <a:pt x="42011" y="463596"/>
                    <a:pt x="42011" y="463596"/>
                    <a:pt x="41749" y="462207"/>
                  </a:cubicBezTo>
                  <a:cubicBezTo>
                    <a:pt x="41258" y="461962"/>
                    <a:pt x="40766" y="461716"/>
                    <a:pt x="40260" y="461463"/>
                  </a:cubicBezTo>
                  <a:cubicBezTo>
                    <a:pt x="39952" y="459763"/>
                    <a:pt x="39952" y="459763"/>
                    <a:pt x="39795" y="457696"/>
                  </a:cubicBezTo>
                  <a:cubicBezTo>
                    <a:pt x="39740" y="457012"/>
                    <a:pt x="39684" y="456328"/>
                    <a:pt x="39627" y="455623"/>
                  </a:cubicBezTo>
                  <a:cubicBezTo>
                    <a:pt x="39590" y="455095"/>
                    <a:pt x="39554" y="454566"/>
                    <a:pt x="39516" y="454022"/>
                  </a:cubicBezTo>
                  <a:cubicBezTo>
                    <a:pt x="38780" y="454022"/>
                    <a:pt x="38043" y="454022"/>
                    <a:pt x="37284" y="454022"/>
                  </a:cubicBezTo>
                  <a:cubicBezTo>
                    <a:pt x="37038" y="451320"/>
                    <a:pt x="36793" y="448619"/>
                    <a:pt x="36540" y="445836"/>
                  </a:cubicBezTo>
                  <a:cubicBezTo>
                    <a:pt x="35803" y="446082"/>
                    <a:pt x="35066" y="446327"/>
                    <a:pt x="34307" y="446580"/>
                  </a:cubicBezTo>
                  <a:cubicBezTo>
                    <a:pt x="34271" y="445998"/>
                    <a:pt x="34234" y="445416"/>
                    <a:pt x="34197" y="444816"/>
                  </a:cubicBezTo>
                  <a:cubicBezTo>
                    <a:pt x="34141" y="444063"/>
                    <a:pt x="34086" y="443310"/>
                    <a:pt x="34028" y="442534"/>
                  </a:cubicBezTo>
                  <a:cubicBezTo>
                    <a:pt x="33976" y="441783"/>
                    <a:pt x="33925" y="441032"/>
                    <a:pt x="33871" y="440258"/>
                  </a:cubicBezTo>
                  <a:cubicBezTo>
                    <a:pt x="33719" y="439336"/>
                    <a:pt x="33719" y="439336"/>
                    <a:pt x="33563" y="438395"/>
                  </a:cubicBezTo>
                  <a:cubicBezTo>
                    <a:pt x="33072" y="438149"/>
                    <a:pt x="32581" y="437904"/>
                    <a:pt x="32075" y="437651"/>
                  </a:cubicBezTo>
                  <a:cubicBezTo>
                    <a:pt x="31594" y="435352"/>
                    <a:pt x="31313" y="433049"/>
                    <a:pt x="31005" y="430721"/>
                  </a:cubicBezTo>
                  <a:cubicBezTo>
                    <a:pt x="30867" y="430061"/>
                    <a:pt x="30729" y="429401"/>
                    <a:pt x="30587" y="428721"/>
                  </a:cubicBezTo>
                  <a:cubicBezTo>
                    <a:pt x="30095" y="428475"/>
                    <a:pt x="29604" y="428230"/>
                    <a:pt x="29098" y="427977"/>
                  </a:cubicBezTo>
                  <a:cubicBezTo>
                    <a:pt x="28834" y="425860"/>
                    <a:pt x="28768" y="423760"/>
                    <a:pt x="28683" y="421628"/>
                  </a:cubicBezTo>
                  <a:cubicBezTo>
                    <a:pt x="28574" y="421022"/>
                    <a:pt x="28466" y="420416"/>
                    <a:pt x="28354" y="419791"/>
                  </a:cubicBezTo>
                  <a:cubicBezTo>
                    <a:pt x="27617" y="419546"/>
                    <a:pt x="26881" y="419300"/>
                    <a:pt x="26122" y="419047"/>
                  </a:cubicBezTo>
                  <a:cubicBezTo>
                    <a:pt x="25793" y="416722"/>
                    <a:pt x="25793" y="416722"/>
                    <a:pt x="25703" y="413838"/>
                  </a:cubicBezTo>
                  <a:cubicBezTo>
                    <a:pt x="25645" y="412099"/>
                    <a:pt x="25549" y="410360"/>
                    <a:pt x="25378" y="408629"/>
                  </a:cubicBezTo>
                  <a:cubicBezTo>
                    <a:pt x="24886" y="408384"/>
                    <a:pt x="24395" y="408138"/>
                    <a:pt x="23889" y="407885"/>
                  </a:cubicBezTo>
                  <a:cubicBezTo>
                    <a:pt x="22921" y="404979"/>
                    <a:pt x="23198" y="402433"/>
                    <a:pt x="23337" y="399397"/>
                  </a:cubicBezTo>
                  <a:cubicBezTo>
                    <a:pt x="23357" y="397437"/>
                    <a:pt x="23357" y="397437"/>
                    <a:pt x="22041" y="396437"/>
                  </a:cubicBezTo>
                  <a:cubicBezTo>
                    <a:pt x="20587" y="394887"/>
                    <a:pt x="20602" y="394022"/>
                    <a:pt x="20532" y="391924"/>
                  </a:cubicBezTo>
                  <a:cubicBezTo>
                    <a:pt x="20506" y="391293"/>
                    <a:pt x="20479" y="390662"/>
                    <a:pt x="20452" y="390013"/>
                  </a:cubicBezTo>
                  <a:cubicBezTo>
                    <a:pt x="20435" y="389357"/>
                    <a:pt x="20418" y="388701"/>
                    <a:pt x="20401" y="388026"/>
                  </a:cubicBezTo>
                  <a:cubicBezTo>
                    <a:pt x="20376" y="387361"/>
                    <a:pt x="20350" y="386697"/>
                    <a:pt x="20324" y="386013"/>
                  </a:cubicBezTo>
                  <a:cubicBezTo>
                    <a:pt x="20263" y="384374"/>
                    <a:pt x="20211" y="382735"/>
                    <a:pt x="20169" y="381096"/>
                  </a:cubicBezTo>
                  <a:cubicBezTo>
                    <a:pt x="19432" y="381096"/>
                    <a:pt x="18695" y="381096"/>
                    <a:pt x="17936" y="381096"/>
                  </a:cubicBezTo>
                  <a:cubicBezTo>
                    <a:pt x="17921" y="380626"/>
                    <a:pt x="17907" y="380157"/>
                    <a:pt x="17891" y="379673"/>
                  </a:cubicBezTo>
                  <a:cubicBezTo>
                    <a:pt x="17821" y="377558"/>
                    <a:pt x="17739" y="375444"/>
                    <a:pt x="17657" y="373329"/>
                  </a:cubicBezTo>
                  <a:cubicBezTo>
                    <a:pt x="17634" y="372590"/>
                    <a:pt x="17611" y="371851"/>
                    <a:pt x="17587" y="371089"/>
                  </a:cubicBezTo>
                  <a:cubicBezTo>
                    <a:pt x="17544" y="370035"/>
                    <a:pt x="17544" y="370035"/>
                    <a:pt x="17500" y="368960"/>
                  </a:cubicBezTo>
                  <a:cubicBezTo>
                    <a:pt x="17477" y="368309"/>
                    <a:pt x="17453" y="367658"/>
                    <a:pt x="17429" y="366988"/>
                  </a:cubicBezTo>
                  <a:cubicBezTo>
                    <a:pt x="17351" y="366487"/>
                    <a:pt x="17273" y="365985"/>
                    <a:pt x="17192" y="365469"/>
                  </a:cubicBezTo>
                  <a:cubicBezTo>
                    <a:pt x="16701" y="365223"/>
                    <a:pt x="16210" y="364978"/>
                    <a:pt x="15704" y="364725"/>
                  </a:cubicBezTo>
                  <a:cubicBezTo>
                    <a:pt x="14962" y="362499"/>
                    <a:pt x="14892" y="361115"/>
                    <a:pt x="14939" y="358798"/>
                  </a:cubicBezTo>
                  <a:cubicBezTo>
                    <a:pt x="14948" y="358080"/>
                    <a:pt x="14957" y="357362"/>
                    <a:pt x="14967" y="356622"/>
                  </a:cubicBezTo>
                  <a:cubicBezTo>
                    <a:pt x="14993" y="355112"/>
                    <a:pt x="15022" y="353603"/>
                    <a:pt x="15054" y="352093"/>
                  </a:cubicBezTo>
                  <a:cubicBezTo>
                    <a:pt x="15062" y="351374"/>
                    <a:pt x="15070" y="350655"/>
                    <a:pt x="15079" y="349915"/>
                  </a:cubicBezTo>
                  <a:cubicBezTo>
                    <a:pt x="15091" y="349259"/>
                    <a:pt x="15104" y="348603"/>
                    <a:pt x="15117" y="347927"/>
                  </a:cubicBezTo>
                  <a:cubicBezTo>
                    <a:pt x="14948" y="345987"/>
                    <a:pt x="14500" y="344788"/>
                    <a:pt x="13471" y="343145"/>
                  </a:cubicBezTo>
                  <a:cubicBezTo>
                    <a:pt x="13226" y="343145"/>
                    <a:pt x="12980" y="343145"/>
                    <a:pt x="12727" y="343145"/>
                  </a:cubicBezTo>
                  <a:cubicBezTo>
                    <a:pt x="12723" y="342484"/>
                    <a:pt x="12718" y="341824"/>
                    <a:pt x="12714" y="341144"/>
                  </a:cubicBezTo>
                  <a:cubicBezTo>
                    <a:pt x="12671" y="334935"/>
                    <a:pt x="12617" y="328726"/>
                    <a:pt x="12552" y="322517"/>
                  </a:cubicBezTo>
                  <a:cubicBezTo>
                    <a:pt x="12518" y="319325"/>
                    <a:pt x="12489" y="316133"/>
                    <a:pt x="12469" y="312940"/>
                  </a:cubicBezTo>
                  <a:cubicBezTo>
                    <a:pt x="12450" y="309862"/>
                    <a:pt x="12420" y="306783"/>
                    <a:pt x="12383" y="303705"/>
                  </a:cubicBezTo>
                  <a:cubicBezTo>
                    <a:pt x="12370" y="302528"/>
                    <a:pt x="12362" y="301351"/>
                    <a:pt x="12357" y="300174"/>
                  </a:cubicBezTo>
                  <a:cubicBezTo>
                    <a:pt x="12350" y="298531"/>
                    <a:pt x="12329" y="296888"/>
                    <a:pt x="12305" y="295245"/>
                  </a:cubicBezTo>
                  <a:cubicBezTo>
                    <a:pt x="12297" y="294308"/>
                    <a:pt x="12288" y="293371"/>
                    <a:pt x="12280" y="292406"/>
                  </a:cubicBezTo>
                  <a:cubicBezTo>
                    <a:pt x="12133" y="291369"/>
                    <a:pt x="12133" y="291369"/>
                    <a:pt x="11983" y="290311"/>
                  </a:cubicBezTo>
                  <a:cubicBezTo>
                    <a:pt x="11246" y="290065"/>
                    <a:pt x="10510" y="289820"/>
                    <a:pt x="9751" y="289567"/>
                  </a:cubicBezTo>
                  <a:cubicBezTo>
                    <a:pt x="9432" y="287559"/>
                    <a:pt x="9653" y="285654"/>
                    <a:pt x="9751" y="283614"/>
                  </a:cubicBezTo>
                  <a:cubicBezTo>
                    <a:pt x="10242" y="283614"/>
                    <a:pt x="10733" y="283614"/>
                    <a:pt x="11239" y="283614"/>
                  </a:cubicBezTo>
                  <a:cubicBezTo>
                    <a:pt x="12295" y="281501"/>
                    <a:pt x="12088" y="279709"/>
                    <a:pt x="12100" y="277347"/>
                  </a:cubicBezTo>
                  <a:cubicBezTo>
                    <a:pt x="12104" y="276856"/>
                    <a:pt x="12108" y="276366"/>
                    <a:pt x="12112" y="275861"/>
                  </a:cubicBezTo>
                  <a:cubicBezTo>
                    <a:pt x="12120" y="274796"/>
                    <a:pt x="12126" y="273730"/>
                    <a:pt x="12131" y="272665"/>
                  </a:cubicBezTo>
                  <a:cubicBezTo>
                    <a:pt x="12140" y="270979"/>
                    <a:pt x="12155" y="269294"/>
                    <a:pt x="12171" y="267608"/>
                  </a:cubicBezTo>
                  <a:cubicBezTo>
                    <a:pt x="12217" y="262815"/>
                    <a:pt x="12257" y="258023"/>
                    <a:pt x="12282" y="253230"/>
                  </a:cubicBezTo>
                  <a:cubicBezTo>
                    <a:pt x="12297" y="250299"/>
                    <a:pt x="12324" y="247369"/>
                    <a:pt x="12357" y="244438"/>
                  </a:cubicBezTo>
                  <a:cubicBezTo>
                    <a:pt x="12367" y="243321"/>
                    <a:pt x="12374" y="242203"/>
                    <a:pt x="12376" y="241085"/>
                  </a:cubicBezTo>
                  <a:cubicBezTo>
                    <a:pt x="12380" y="239523"/>
                    <a:pt x="12397" y="237961"/>
                    <a:pt x="12417" y="236399"/>
                  </a:cubicBezTo>
                  <a:cubicBezTo>
                    <a:pt x="12426" y="235064"/>
                    <a:pt x="12426" y="235064"/>
                    <a:pt x="12435" y="233703"/>
                  </a:cubicBezTo>
                  <a:cubicBezTo>
                    <a:pt x="12757" y="231303"/>
                    <a:pt x="13152" y="230783"/>
                    <a:pt x="14960" y="229291"/>
                  </a:cubicBezTo>
                  <a:cubicBezTo>
                    <a:pt x="15243" y="227566"/>
                    <a:pt x="15243" y="227566"/>
                    <a:pt x="15125" y="225649"/>
                  </a:cubicBezTo>
                  <a:cubicBezTo>
                    <a:pt x="15104" y="224582"/>
                    <a:pt x="15104" y="224582"/>
                    <a:pt x="15083" y="223494"/>
                  </a:cubicBezTo>
                  <a:cubicBezTo>
                    <a:pt x="15058" y="222752"/>
                    <a:pt x="15032" y="222010"/>
                    <a:pt x="15006" y="221245"/>
                  </a:cubicBezTo>
                  <a:cubicBezTo>
                    <a:pt x="14730" y="212262"/>
                    <a:pt x="14730" y="212262"/>
                    <a:pt x="16448" y="208455"/>
                  </a:cubicBezTo>
                  <a:cubicBezTo>
                    <a:pt x="16693" y="208210"/>
                    <a:pt x="16939" y="207964"/>
                    <a:pt x="17192" y="207711"/>
                  </a:cubicBezTo>
                  <a:cubicBezTo>
                    <a:pt x="17309" y="206605"/>
                    <a:pt x="17379" y="205494"/>
                    <a:pt x="17427" y="204383"/>
                  </a:cubicBezTo>
                  <a:cubicBezTo>
                    <a:pt x="17459" y="203714"/>
                    <a:pt x="17490" y="203045"/>
                    <a:pt x="17522" y="202355"/>
                  </a:cubicBezTo>
                  <a:cubicBezTo>
                    <a:pt x="17551" y="201652"/>
                    <a:pt x="17580" y="200948"/>
                    <a:pt x="17611" y="200223"/>
                  </a:cubicBezTo>
                  <a:cubicBezTo>
                    <a:pt x="17643" y="199517"/>
                    <a:pt x="17675" y="198810"/>
                    <a:pt x="17708" y="198082"/>
                  </a:cubicBezTo>
                  <a:cubicBezTo>
                    <a:pt x="17787" y="196331"/>
                    <a:pt x="17863" y="194580"/>
                    <a:pt x="17936" y="192828"/>
                  </a:cubicBezTo>
                  <a:cubicBezTo>
                    <a:pt x="18673" y="192828"/>
                    <a:pt x="19410" y="192828"/>
                    <a:pt x="20169" y="192828"/>
                  </a:cubicBezTo>
                  <a:cubicBezTo>
                    <a:pt x="20414" y="187917"/>
                    <a:pt x="20660" y="183006"/>
                    <a:pt x="20913" y="177946"/>
                  </a:cubicBezTo>
                  <a:cubicBezTo>
                    <a:pt x="21649" y="177946"/>
                    <a:pt x="22386" y="177946"/>
                    <a:pt x="23145" y="177946"/>
                  </a:cubicBezTo>
                  <a:cubicBezTo>
                    <a:pt x="23137" y="177211"/>
                    <a:pt x="23128" y="176476"/>
                    <a:pt x="23119" y="175719"/>
                  </a:cubicBezTo>
                  <a:cubicBezTo>
                    <a:pt x="23112" y="174765"/>
                    <a:pt x="23106" y="173812"/>
                    <a:pt x="23099" y="172830"/>
                  </a:cubicBezTo>
                  <a:cubicBezTo>
                    <a:pt x="23090" y="171880"/>
                    <a:pt x="23081" y="170930"/>
                    <a:pt x="23072" y="169952"/>
                  </a:cubicBezTo>
                  <a:cubicBezTo>
                    <a:pt x="23145" y="167528"/>
                    <a:pt x="23145" y="167528"/>
                    <a:pt x="23889" y="166039"/>
                  </a:cubicBezTo>
                  <a:cubicBezTo>
                    <a:pt x="24626" y="166039"/>
                    <a:pt x="25363" y="166039"/>
                    <a:pt x="26122" y="166039"/>
                  </a:cubicBezTo>
                  <a:cubicBezTo>
                    <a:pt x="26096" y="165242"/>
                    <a:pt x="26070" y="164445"/>
                    <a:pt x="26043" y="163624"/>
                  </a:cubicBezTo>
                  <a:cubicBezTo>
                    <a:pt x="26022" y="162584"/>
                    <a:pt x="26002" y="161544"/>
                    <a:pt x="25982" y="160505"/>
                  </a:cubicBezTo>
                  <a:cubicBezTo>
                    <a:pt x="25963" y="159979"/>
                    <a:pt x="25945" y="159452"/>
                    <a:pt x="25926" y="158910"/>
                  </a:cubicBezTo>
                  <a:cubicBezTo>
                    <a:pt x="25904" y="157392"/>
                    <a:pt x="25904" y="157392"/>
                    <a:pt x="26122" y="154877"/>
                  </a:cubicBezTo>
                  <a:cubicBezTo>
                    <a:pt x="26858" y="154632"/>
                    <a:pt x="27595" y="154386"/>
                    <a:pt x="28354" y="154133"/>
                  </a:cubicBezTo>
                  <a:cubicBezTo>
                    <a:pt x="28708" y="152260"/>
                    <a:pt x="28708" y="152260"/>
                    <a:pt x="28726" y="150087"/>
                  </a:cubicBezTo>
                  <a:cubicBezTo>
                    <a:pt x="28796" y="147857"/>
                    <a:pt x="28796" y="147857"/>
                    <a:pt x="29098" y="145948"/>
                  </a:cubicBezTo>
                  <a:cubicBezTo>
                    <a:pt x="30203" y="145211"/>
                    <a:pt x="30203" y="145211"/>
                    <a:pt x="31331" y="144459"/>
                  </a:cubicBezTo>
                  <a:cubicBezTo>
                    <a:pt x="31709" y="142506"/>
                    <a:pt x="31709" y="142506"/>
                    <a:pt x="31749" y="140320"/>
                  </a:cubicBezTo>
                  <a:cubicBezTo>
                    <a:pt x="31845" y="138085"/>
                    <a:pt x="31845" y="138085"/>
                    <a:pt x="32075" y="136274"/>
                  </a:cubicBezTo>
                  <a:cubicBezTo>
                    <a:pt x="32566" y="136028"/>
                    <a:pt x="33057" y="135783"/>
                    <a:pt x="33563" y="135530"/>
                  </a:cubicBezTo>
                  <a:cubicBezTo>
                    <a:pt x="33912" y="133605"/>
                    <a:pt x="33912" y="133605"/>
                    <a:pt x="34028" y="131390"/>
                  </a:cubicBezTo>
                  <a:cubicBezTo>
                    <a:pt x="34084" y="130637"/>
                    <a:pt x="34139" y="129884"/>
                    <a:pt x="34197" y="129108"/>
                  </a:cubicBezTo>
                  <a:cubicBezTo>
                    <a:pt x="34233" y="128526"/>
                    <a:pt x="34270" y="127944"/>
                    <a:pt x="34307" y="127344"/>
                  </a:cubicBezTo>
                  <a:cubicBezTo>
                    <a:pt x="35044" y="127590"/>
                    <a:pt x="35781" y="127835"/>
                    <a:pt x="36540" y="128088"/>
                  </a:cubicBezTo>
                  <a:cubicBezTo>
                    <a:pt x="36785" y="125387"/>
                    <a:pt x="37031" y="122686"/>
                    <a:pt x="37284" y="119903"/>
                  </a:cubicBezTo>
                  <a:cubicBezTo>
                    <a:pt x="38021" y="119903"/>
                    <a:pt x="38757" y="119903"/>
                    <a:pt x="39516" y="119903"/>
                  </a:cubicBezTo>
                  <a:cubicBezTo>
                    <a:pt x="39553" y="119320"/>
                    <a:pt x="39589" y="118738"/>
                    <a:pt x="39627" y="118138"/>
                  </a:cubicBezTo>
                  <a:cubicBezTo>
                    <a:pt x="39682" y="117385"/>
                    <a:pt x="39738" y="116632"/>
                    <a:pt x="39795" y="115856"/>
                  </a:cubicBezTo>
                  <a:cubicBezTo>
                    <a:pt x="39847" y="115105"/>
                    <a:pt x="39899" y="114354"/>
                    <a:pt x="39952" y="113580"/>
                  </a:cubicBezTo>
                  <a:cubicBezTo>
                    <a:pt x="40054" y="112965"/>
                    <a:pt x="40156" y="112351"/>
                    <a:pt x="40260" y="111717"/>
                  </a:cubicBezTo>
                  <a:cubicBezTo>
                    <a:pt x="40752" y="111471"/>
                    <a:pt x="41243" y="111226"/>
                    <a:pt x="41749" y="110973"/>
                  </a:cubicBezTo>
                  <a:cubicBezTo>
                    <a:pt x="42010" y="109436"/>
                    <a:pt x="42078" y="107924"/>
                    <a:pt x="42164" y="106369"/>
                  </a:cubicBezTo>
                  <a:cubicBezTo>
                    <a:pt x="42273" y="105923"/>
                    <a:pt x="42381" y="105478"/>
                    <a:pt x="42493" y="105020"/>
                  </a:cubicBezTo>
                  <a:cubicBezTo>
                    <a:pt x="43230" y="104774"/>
                    <a:pt x="43966" y="104529"/>
                    <a:pt x="44725" y="104276"/>
                  </a:cubicBezTo>
                  <a:cubicBezTo>
                    <a:pt x="44916" y="102770"/>
                    <a:pt x="45101" y="101260"/>
                    <a:pt x="45167" y="99744"/>
                  </a:cubicBezTo>
                  <a:cubicBezTo>
                    <a:pt x="45469" y="98323"/>
                    <a:pt x="45469" y="98323"/>
                    <a:pt x="47702" y="96834"/>
                  </a:cubicBezTo>
                  <a:cubicBezTo>
                    <a:pt x="47973" y="95599"/>
                    <a:pt x="48222" y="94358"/>
                    <a:pt x="48446" y="93114"/>
                  </a:cubicBezTo>
                  <a:cubicBezTo>
                    <a:pt x="48937" y="92868"/>
                    <a:pt x="49428" y="92622"/>
                    <a:pt x="49934" y="92369"/>
                  </a:cubicBezTo>
                  <a:cubicBezTo>
                    <a:pt x="50196" y="90833"/>
                    <a:pt x="50264" y="89321"/>
                    <a:pt x="50350" y="87765"/>
                  </a:cubicBezTo>
                  <a:cubicBezTo>
                    <a:pt x="50458" y="87320"/>
                    <a:pt x="50567" y="86875"/>
                    <a:pt x="50678" y="86416"/>
                  </a:cubicBezTo>
                  <a:cubicBezTo>
                    <a:pt x="51415" y="86171"/>
                    <a:pt x="52152" y="85925"/>
                    <a:pt x="52911" y="85672"/>
                  </a:cubicBezTo>
                  <a:cubicBezTo>
                    <a:pt x="53034" y="84813"/>
                    <a:pt x="53156" y="83953"/>
                    <a:pt x="53283" y="83068"/>
                  </a:cubicBezTo>
                  <a:cubicBezTo>
                    <a:pt x="53406" y="82208"/>
                    <a:pt x="53528" y="81349"/>
                    <a:pt x="53655" y="80463"/>
                  </a:cubicBezTo>
                  <a:cubicBezTo>
                    <a:pt x="54392" y="80218"/>
                    <a:pt x="55128" y="79972"/>
                    <a:pt x="55887" y="79719"/>
                  </a:cubicBezTo>
                  <a:cubicBezTo>
                    <a:pt x="56166" y="77987"/>
                    <a:pt x="56414" y="76250"/>
                    <a:pt x="56631" y="74510"/>
                  </a:cubicBezTo>
                  <a:cubicBezTo>
                    <a:pt x="57123" y="74264"/>
                    <a:pt x="57614" y="74019"/>
                    <a:pt x="58120" y="73766"/>
                  </a:cubicBezTo>
                  <a:cubicBezTo>
                    <a:pt x="58488" y="72661"/>
                    <a:pt x="58488" y="72661"/>
                    <a:pt x="58864" y="71533"/>
                  </a:cubicBezTo>
                  <a:cubicBezTo>
                    <a:pt x="59608" y="69301"/>
                    <a:pt x="59608" y="69301"/>
                    <a:pt x="61096" y="68557"/>
                  </a:cubicBezTo>
                  <a:cubicBezTo>
                    <a:pt x="61204" y="67836"/>
                    <a:pt x="61311" y="67114"/>
                    <a:pt x="61422" y="66371"/>
                  </a:cubicBezTo>
                  <a:cubicBezTo>
                    <a:pt x="61629" y="65243"/>
                    <a:pt x="61629" y="65243"/>
                    <a:pt x="61840" y="64092"/>
                  </a:cubicBezTo>
                  <a:cubicBezTo>
                    <a:pt x="62577" y="63601"/>
                    <a:pt x="63314" y="63110"/>
                    <a:pt x="64073" y="62604"/>
                  </a:cubicBezTo>
                  <a:cubicBezTo>
                    <a:pt x="64574" y="61366"/>
                    <a:pt x="65071" y="60126"/>
                    <a:pt x="65561" y="58883"/>
                  </a:cubicBezTo>
                  <a:cubicBezTo>
                    <a:pt x="66052" y="58883"/>
                    <a:pt x="66543" y="58883"/>
                    <a:pt x="67049" y="58883"/>
                  </a:cubicBezTo>
                  <a:cubicBezTo>
                    <a:pt x="66980" y="57824"/>
                    <a:pt x="66980" y="57824"/>
                    <a:pt x="66910" y="56744"/>
                  </a:cubicBezTo>
                  <a:cubicBezTo>
                    <a:pt x="66979" y="55593"/>
                    <a:pt x="66979" y="55593"/>
                    <a:pt x="67049" y="54418"/>
                  </a:cubicBezTo>
                  <a:cubicBezTo>
                    <a:pt x="67786" y="53927"/>
                    <a:pt x="68523" y="53436"/>
                    <a:pt x="69282" y="52930"/>
                  </a:cubicBezTo>
                  <a:cubicBezTo>
                    <a:pt x="69405" y="52316"/>
                    <a:pt x="69527" y="51702"/>
                    <a:pt x="69654" y="51070"/>
                  </a:cubicBezTo>
                  <a:cubicBezTo>
                    <a:pt x="70026" y="49209"/>
                    <a:pt x="70026" y="49209"/>
                    <a:pt x="72258" y="47721"/>
                  </a:cubicBezTo>
                  <a:cubicBezTo>
                    <a:pt x="72801" y="46500"/>
                    <a:pt x="73290" y="45256"/>
                    <a:pt x="73747" y="44000"/>
                  </a:cubicBezTo>
                  <a:cubicBezTo>
                    <a:pt x="75756" y="39647"/>
                    <a:pt x="75756" y="39647"/>
                    <a:pt x="77467" y="38791"/>
                  </a:cubicBezTo>
                  <a:cubicBezTo>
                    <a:pt x="77836" y="38055"/>
                    <a:pt x="77836" y="38055"/>
                    <a:pt x="78212" y="37303"/>
                  </a:cubicBezTo>
                  <a:cubicBezTo>
                    <a:pt x="78956" y="35815"/>
                    <a:pt x="78956" y="35815"/>
                    <a:pt x="80444" y="35071"/>
                  </a:cubicBezTo>
                  <a:cubicBezTo>
                    <a:pt x="80567" y="34579"/>
                    <a:pt x="80690" y="34088"/>
                    <a:pt x="80816" y="33582"/>
                  </a:cubicBezTo>
                  <a:cubicBezTo>
                    <a:pt x="80939" y="33091"/>
                    <a:pt x="81062" y="32600"/>
                    <a:pt x="81188" y="32094"/>
                  </a:cubicBezTo>
                  <a:cubicBezTo>
                    <a:pt x="81679" y="31848"/>
                    <a:pt x="82170" y="31603"/>
                    <a:pt x="82676" y="31350"/>
                  </a:cubicBezTo>
                  <a:cubicBezTo>
                    <a:pt x="82838" y="30475"/>
                    <a:pt x="82838" y="30475"/>
                    <a:pt x="83002" y="29583"/>
                  </a:cubicBezTo>
                  <a:cubicBezTo>
                    <a:pt x="83476" y="27370"/>
                    <a:pt x="84035" y="26886"/>
                    <a:pt x="85653" y="25397"/>
                  </a:cubicBezTo>
                  <a:cubicBezTo>
                    <a:pt x="85914" y="24875"/>
                    <a:pt x="86175" y="24353"/>
                    <a:pt x="86444" y="23815"/>
                  </a:cubicBezTo>
                  <a:cubicBezTo>
                    <a:pt x="87141" y="22420"/>
                    <a:pt x="87141" y="22420"/>
                    <a:pt x="88630" y="21676"/>
                  </a:cubicBezTo>
                  <a:cubicBezTo>
                    <a:pt x="88875" y="21170"/>
                    <a:pt x="89121" y="20663"/>
                    <a:pt x="89374" y="20141"/>
                  </a:cubicBezTo>
                  <a:cubicBezTo>
                    <a:pt x="89619" y="19665"/>
                    <a:pt x="89865" y="19190"/>
                    <a:pt x="90118" y="18699"/>
                  </a:cubicBezTo>
                  <a:cubicBezTo>
                    <a:pt x="90609" y="18699"/>
                    <a:pt x="91100" y="18699"/>
                    <a:pt x="91606" y="18699"/>
                  </a:cubicBezTo>
                  <a:cubicBezTo>
                    <a:pt x="91852" y="18086"/>
                    <a:pt x="92097" y="17472"/>
                    <a:pt x="92350" y="16839"/>
                  </a:cubicBezTo>
                  <a:cubicBezTo>
                    <a:pt x="92596" y="16225"/>
                    <a:pt x="92841" y="15611"/>
                    <a:pt x="93094" y="14979"/>
                  </a:cubicBezTo>
                  <a:cubicBezTo>
                    <a:pt x="93586" y="14979"/>
                    <a:pt x="94077" y="14979"/>
                    <a:pt x="94583" y="14979"/>
                  </a:cubicBezTo>
                  <a:cubicBezTo>
                    <a:pt x="94828" y="14365"/>
                    <a:pt x="95074" y="13751"/>
                    <a:pt x="95327" y="13118"/>
                  </a:cubicBezTo>
                  <a:cubicBezTo>
                    <a:pt x="95572" y="12505"/>
                    <a:pt x="95818" y="11891"/>
                    <a:pt x="96071" y="11258"/>
                  </a:cubicBezTo>
                  <a:cubicBezTo>
                    <a:pt x="96562" y="11258"/>
                    <a:pt x="97053" y="11258"/>
                    <a:pt x="97559" y="11258"/>
                  </a:cubicBezTo>
                  <a:cubicBezTo>
                    <a:pt x="97815" y="10268"/>
                    <a:pt x="98062" y="9275"/>
                    <a:pt x="98303" y="8282"/>
                  </a:cubicBezTo>
                  <a:cubicBezTo>
                    <a:pt x="98794" y="8036"/>
                    <a:pt x="99286" y="7790"/>
                    <a:pt x="99792" y="7537"/>
                  </a:cubicBezTo>
                  <a:cubicBezTo>
                    <a:pt x="100160" y="6778"/>
                    <a:pt x="100160" y="6778"/>
                    <a:pt x="100536" y="6003"/>
                  </a:cubicBezTo>
                  <a:cubicBezTo>
                    <a:pt x="100781" y="5527"/>
                    <a:pt x="101027" y="5051"/>
                    <a:pt x="101280" y="4561"/>
                  </a:cubicBezTo>
                  <a:cubicBezTo>
                    <a:pt x="101771" y="4561"/>
                    <a:pt x="102262" y="4561"/>
                    <a:pt x="102768" y="4561"/>
                  </a:cubicBezTo>
                  <a:cubicBezTo>
                    <a:pt x="102837" y="3651"/>
                    <a:pt x="102837" y="3651"/>
                    <a:pt x="102908" y="2724"/>
                  </a:cubicBezTo>
                  <a:cubicBezTo>
                    <a:pt x="103107" y="2102"/>
                    <a:pt x="103307" y="1481"/>
                    <a:pt x="103512" y="840"/>
                  </a:cubicBezTo>
                  <a:close/>
                </a:path>
              </a:pathLst>
            </a:custGeom>
            <a:grpFill/>
            <a:ln w="744" cap="flat">
              <a:noFill/>
              <a:prstDash val="solid"/>
              <a:miter/>
            </a:ln>
          </p:spPr>
          <p:txBody>
            <a:bodyPr rtlCol="0" anchor="ctr"/>
            <a:lstStyle/>
            <a:p>
              <a:endParaRPr lang="zh-CN" altLang="en-US"/>
            </a:p>
          </p:txBody>
        </p:sp>
        <p:sp>
          <p:nvSpPr>
            <p:cNvPr id="113" name="任意多边形: 形状 112"/>
            <p:cNvSpPr/>
            <p:nvPr/>
          </p:nvSpPr>
          <p:spPr>
            <a:xfrm>
              <a:off x="11621491" y="1394069"/>
              <a:ext cx="158994" cy="236364"/>
            </a:xfrm>
            <a:custGeom>
              <a:avLst/>
              <a:gdLst>
                <a:gd name="connsiteX0" fmla="*/ 30094 w 158994"/>
                <a:gd name="connsiteY0" fmla="*/ 30922 h 236364"/>
                <a:gd name="connsiteX1" fmla="*/ 30094 w 158994"/>
                <a:gd name="connsiteY1" fmla="*/ 205051 h 236364"/>
                <a:gd name="connsiteX2" fmla="*/ 80696 w 158994"/>
                <a:gd name="connsiteY2" fmla="*/ 205051 h 236364"/>
                <a:gd name="connsiteX3" fmla="*/ 80696 w 158994"/>
                <a:gd name="connsiteY3" fmla="*/ 202074 h 236364"/>
                <a:gd name="connsiteX4" fmla="*/ 85120 w 158994"/>
                <a:gd name="connsiteY4" fmla="*/ 202220 h 236364"/>
                <a:gd name="connsiteX5" fmla="*/ 86928 w 158994"/>
                <a:gd name="connsiteY5" fmla="*/ 202260 h 236364"/>
                <a:gd name="connsiteX6" fmla="*/ 93346 w 158994"/>
                <a:gd name="connsiteY6" fmla="*/ 202074 h 236364"/>
                <a:gd name="connsiteX7" fmla="*/ 94276 w 158994"/>
                <a:gd name="connsiteY7" fmla="*/ 200624 h 236364"/>
                <a:gd name="connsiteX8" fmla="*/ 94834 w 158994"/>
                <a:gd name="connsiteY8" fmla="*/ 199098 h 236364"/>
                <a:gd name="connsiteX9" fmla="*/ 96445 w 158994"/>
                <a:gd name="connsiteY9" fmla="*/ 198560 h 236364"/>
                <a:gd name="connsiteX10" fmla="*/ 101532 w 158994"/>
                <a:gd name="connsiteY10" fmla="*/ 197609 h 236364"/>
                <a:gd name="connsiteX11" fmla="*/ 101532 w 158994"/>
                <a:gd name="connsiteY11" fmla="*/ 195377 h 236364"/>
                <a:gd name="connsiteX12" fmla="*/ 105252 w 158994"/>
                <a:gd name="connsiteY12" fmla="*/ 194633 h 236364"/>
                <a:gd name="connsiteX13" fmla="*/ 105996 w 158994"/>
                <a:gd name="connsiteY13" fmla="*/ 191656 h 236364"/>
                <a:gd name="connsiteX14" fmla="*/ 109717 w 158994"/>
                <a:gd name="connsiteY14" fmla="*/ 191656 h 236364"/>
                <a:gd name="connsiteX15" fmla="*/ 110182 w 158994"/>
                <a:gd name="connsiteY15" fmla="*/ 190215 h 236364"/>
                <a:gd name="connsiteX16" fmla="*/ 110461 w 158994"/>
                <a:gd name="connsiteY16" fmla="*/ 188680 h 236364"/>
                <a:gd name="connsiteX17" fmla="*/ 112694 w 158994"/>
                <a:gd name="connsiteY17" fmla="*/ 187936 h 236364"/>
                <a:gd name="connsiteX18" fmla="*/ 112833 w 158994"/>
                <a:gd name="connsiteY18" fmla="*/ 186029 h 236364"/>
                <a:gd name="connsiteX19" fmla="*/ 112694 w 158994"/>
                <a:gd name="connsiteY19" fmla="*/ 184215 h 236364"/>
                <a:gd name="connsiteX20" fmla="*/ 114926 w 158994"/>
                <a:gd name="connsiteY20" fmla="*/ 184215 h 236364"/>
                <a:gd name="connsiteX21" fmla="*/ 115670 w 158994"/>
                <a:gd name="connsiteY21" fmla="*/ 179006 h 236364"/>
                <a:gd name="connsiteX22" fmla="*/ 117205 w 158994"/>
                <a:gd name="connsiteY22" fmla="*/ 178215 h 236364"/>
                <a:gd name="connsiteX23" fmla="*/ 118647 w 158994"/>
                <a:gd name="connsiteY23" fmla="*/ 177518 h 236364"/>
                <a:gd name="connsiteX24" fmla="*/ 118693 w 158994"/>
                <a:gd name="connsiteY24" fmla="*/ 175285 h 236364"/>
                <a:gd name="connsiteX25" fmla="*/ 118647 w 158994"/>
                <a:gd name="connsiteY25" fmla="*/ 173053 h 236364"/>
                <a:gd name="connsiteX26" fmla="*/ 120879 w 158994"/>
                <a:gd name="connsiteY26" fmla="*/ 171565 h 236364"/>
                <a:gd name="connsiteX27" fmla="*/ 121019 w 158994"/>
                <a:gd name="connsiteY27" fmla="*/ 168495 h 236364"/>
                <a:gd name="connsiteX28" fmla="*/ 120879 w 158994"/>
                <a:gd name="connsiteY28" fmla="*/ 165611 h 236364"/>
                <a:gd name="connsiteX29" fmla="*/ 123112 w 158994"/>
                <a:gd name="connsiteY29" fmla="*/ 165611 h 236364"/>
                <a:gd name="connsiteX30" fmla="*/ 123928 w 158994"/>
                <a:gd name="connsiteY30" fmla="*/ 161862 h 236364"/>
                <a:gd name="connsiteX31" fmla="*/ 123902 w 158994"/>
                <a:gd name="connsiteY31" fmla="*/ 159193 h 236364"/>
                <a:gd name="connsiteX32" fmla="*/ 123882 w 158994"/>
                <a:gd name="connsiteY32" fmla="*/ 156513 h 236364"/>
                <a:gd name="connsiteX33" fmla="*/ 123856 w 158994"/>
                <a:gd name="connsiteY33" fmla="*/ 154449 h 236364"/>
                <a:gd name="connsiteX34" fmla="*/ 126088 w 158994"/>
                <a:gd name="connsiteY34" fmla="*/ 154449 h 236364"/>
                <a:gd name="connsiteX35" fmla="*/ 126244 w 158994"/>
                <a:gd name="connsiteY35" fmla="*/ 148174 h 236364"/>
                <a:gd name="connsiteX36" fmla="*/ 126321 w 158994"/>
                <a:gd name="connsiteY36" fmla="*/ 145613 h 236364"/>
                <a:gd name="connsiteX37" fmla="*/ 126372 w 158994"/>
                <a:gd name="connsiteY37" fmla="*/ 143069 h 236364"/>
                <a:gd name="connsiteX38" fmla="*/ 126451 w 158994"/>
                <a:gd name="connsiteY38" fmla="*/ 140642 h 236364"/>
                <a:gd name="connsiteX39" fmla="*/ 126832 w 158994"/>
                <a:gd name="connsiteY39" fmla="*/ 136590 h 236364"/>
                <a:gd name="connsiteX40" fmla="*/ 129065 w 158994"/>
                <a:gd name="connsiteY40" fmla="*/ 135102 h 236364"/>
                <a:gd name="connsiteX41" fmla="*/ 129338 w 158994"/>
                <a:gd name="connsiteY41" fmla="*/ 133615 h 236364"/>
                <a:gd name="connsiteX42" fmla="*/ 129330 w 158994"/>
                <a:gd name="connsiteY42" fmla="*/ 131769 h 236364"/>
                <a:gd name="connsiteX43" fmla="*/ 129337 w 158994"/>
                <a:gd name="connsiteY43" fmla="*/ 129677 h 236364"/>
                <a:gd name="connsiteX44" fmla="*/ 129309 w 158994"/>
                <a:gd name="connsiteY44" fmla="*/ 127410 h 236364"/>
                <a:gd name="connsiteX45" fmla="*/ 129297 w 158994"/>
                <a:gd name="connsiteY45" fmla="*/ 122684 h 236364"/>
                <a:gd name="connsiteX46" fmla="*/ 129243 w 158994"/>
                <a:gd name="connsiteY46" fmla="*/ 115213 h 236364"/>
                <a:gd name="connsiteX47" fmla="*/ 129229 w 158994"/>
                <a:gd name="connsiteY47" fmla="*/ 110345 h 236364"/>
                <a:gd name="connsiteX48" fmla="*/ 129216 w 158994"/>
                <a:gd name="connsiteY48" fmla="*/ 108016 h 236364"/>
                <a:gd name="connsiteX49" fmla="*/ 129206 w 158994"/>
                <a:gd name="connsiteY49" fmla="*/ 105759 h 236364"/>
                <a:gd name="connsiteX50" fmla="*/ 129185 w 158994"/>
                <a:gd name="connsiteY50" fmla="*/ 103652 h 236364"/>
                <a:gd name="connsiteX51" fmla="*/ 128321 w 158994"/>
                <a:gd name="connsiteY51" fmla="*/ 97151 h 236364"/>
                <a:gd name="connsiteX52" fmla="*/ 126832 w 158994"/>
                <a:gd name="connsiteY52" fmla="*/ 96406 h 236364"/>
                <a:gd name="connsiteX53" fmla="*/ 126630 w 158994"/>
                <a:gd name="connsiteY53" fmla="*/ 94694 h 236364"/>
                <a:gd name="connsiteX54" fmla="*/ 126603 w 158994"/>
                <a:gd name="connsiteY54" fmla="*/ 92453 h 236364"/>
                <a:gd name="connsiteX55" fmla="*/ 126507 w 158994"/>
                <a:gd name="connsiteY55" fmla="*/ 87477 h 236364"/>
                <a:gd name="connsiteX56" fmla="*/ 126476 w 158994"/>
                <a:gd name="connsiteY56" fmla="*/ 84925 h 236364"/>
                <a:gd name="connsiteX57" fmla="*/ 126417 w 158994"/>
                <a:gd name="connsiteY57" fmla="*/ 82500 h 236364"/>
                <a:gd name="connsiteX58" fmla="*/ 126088 w 158994"/>
                <a:gd name="connsiteY58" fmla="*/ 78547 h 236364"/>
                <a:gd name="connsiteX59" fmla="*/ 123856 w 158994"/>
                <a:gd name="connsiteY59" fmla="*/ 77803 h 236364"/>
                <a:gd name="connsiteX60" fmla="*/ 123763 w 158994"/>
                <a:gd name="connsiteY60" fmla="*/ 74919 h 236364"/>
                <a:gd name="connsiteX61" fmla="*/ 123112 w 158994"/>
                <a:gd name="connsiteY61" fmla="*/ 69617 h 236364"/>
                <a:gd name="connsiteX62" fmla="*/ 120879 w 158994"/>
                <a:gd name="connsiteY62" fmla="*/ 68873 h 236364"/>
                <a:gd name="connsiteX63" fmla="*/ 119809 w 158994"/>
                <a:gd name="connsiteY63" fmla="*/ 62455 h 236364"/>
                <a:gd name="connsiteX64" fmla="*/ 118647 w 158994"/>
                <a:gd name="connsiteY64" fmla="*/ 61432 h 236364"/>
                <a:gd name="connsiteX65" fmla="*/ 117903 w 158994"/>
                <a:gd name="connsiteY65" fmla="*/ 57711 h 236364"/>
                <a:gd name="connsiteX66" fmla="*/ 115670 w 158994"/>
                <a:gd name="connsiteY66" fmla="*/ 56967 h 236364"/>
                <a:gd name="connsiteX67" fmla="*/ 115670 w 158994"/>
                <a:gd name="connsiteY67" fmla="*/ 54734 h 236364"/>
                <a:gd name="connsiteX68" fmla="*/ 111019 w 158994"/>
                <a:gd name="connsiteY68" fmla="*/ 48642 h 236364"/>
                <a:gd name="connsiteX69" fmla="*/ 109717 w 158994"/>
                <a:gd name="connsiteY69" fmla="*/ 48037 h 236364"/>
                <a:gd name="connsiteX70" fmla="*/ 109717 w 158994"/>
                <a:gd name="connsiteY70" fmla="*/ 45061 h 236364"/>
                <a:gd name="connsiteX71" fmla="*/ 107857 w 158994"/>
                <a:gd name="connsiteY71" fmla="*/ 44642 h 236364"/>
                <a:gd name="connsiteX72" fmla="*/ 105996 w 158994"/>
                <a:gd name="connsiteY72" fmla="*/ 44317 h 236364"/>
                <a:gd name="connsiteX73" fmla="*/ 105996 w 158994"/>
                <a:gd name="connsiteY73" fmla="*/ 42084 h 236364"/>
                <a:gd name="connsiteX74" fmla="*/ 102276 w 158994"/>
                <a:gd name="connsiteY74" fmla="*/ 40596 h 236364"/>
                <a:gd name="connsiteX75" fmla="*/ 101532 w 158994"/>
                <a:gd name="connsiteY75" fmla="*/ 37619 h 236364"/>
                <a:gd name="connsiteX76" fmla="*/ 98927 w 158994"/>
                <a:gd name="connsiteY76" fmla="*/ 37201 h 236364"/>
                <a:gd name="connsiteX77" fmla="*/ 96323 w 158994"/>
                <a:gd name="connsiteY77" fmla="*/ 36875 h 236364"/>
                <a:gd name="connsiteX78" fmla="*/ 95578 w 158994"/>
                <a:gd name="connsiteY78" fmla="*/ 34643 h 236364"/>
                <a:gd name="connsiteX79" fmla="*/ 94208 w 158994"/>
                <a:gd name="connsiteY79" fmla="*/ 34448 h 236364"/>
                <a:gd name="connsiteX80" fmla="*/ 92439 w 158994"/>
                <a:gd name="connsiteY80" fmla="*/ 34555 h 236364"/>
                <a:gd name="connsiteX81" fmla="*/ 88509 w 158994"/>
                <a:gd name="connsiteY81" fmla="*/ 34736 h 236364"/>
                <a:gd name="connsiteX82" fmla="*/ 86495 w 158994"/>
                <a:gd name="connsiteY82" fmla="*/ 34861 h 236364"/>
                <a:gd name="connsiteX83" fmla="*/ 84579 w 158994"/>
                <a:gd name="connsiteY83" fmla="*/ 34928 h 236364"/>
                <a:gd name="connsiteX84" fmla="*/ 81440 w 158994"/>
                <a:gd name="connsiteY84" fmla="*/ 34643 h 236364"/>
                <a:gd name="connsiteX85" fmla="*/ 80696 w 158994"/>
                <a:gd name="connsiteY85" fmla="*/ 30922 h 236364"/>
                <a:gd name="connsiteX86" fmla="*/ 30094 w 158994"/>
                <a:gd name="connsiteY86" fmla="*/ 30922 h 236364"/>
                <a:gd name="connsiteX87" fmla="*/ 92189 w 158994"/>
                <a:gd name="connsiteY87" fmla="*/ 0 h 236364"/>
                <a:gd name="connsiteX88" fmla="*/ 94696 w 158994"/>
                <a:gd name="connsiteY88" fmla="*/ 12 h 236364"/>
                <a:gd name="connsiteX89" fmla="*/ 96889 w 158994"/>
                <a:gd name="connsiteY89" fmla="*/ 4 h 236364"/>
                <a:gd name="connsiteX90" fmla="*/ 98515 w 158994"/>
                <a:gd name="connsiteY90" fmla="*/ 370 h 236364"/>
                <a:gd name="connsiteX91" fmla="*/ 99259 w 158994"/>
                <a:gd name="connsiteY91" fmla="*/ 3347 h 236364"/>
                <a:gd name="connsiteX92" fmla="*/ 104096 w 158994"/>
                <a:gd name="connsiteY92" fmla="*/ 3347 h 236364"/>
                <a:gd name="connsiteX93" fmla="*/ 108933 w 158994"/>
                <a:gd name="connsiteY93" fmla="*/ 3347 h 236364"/>
                <a:gd name="connsiteX94" fmla="*/ 109677 w 158994"/>
                <a:gd name="connsiteY94" fmla="*/ 6323 h 236364"/>
                <a:gd name="connsiteX95" fmla="*/ 114886 w 158994"/>
                <a:gd name="connsiteY95" fmla="*/ 7068 h 236364"/>
                <a:gd name="connsiteX96" fmla="*/ 114886 w 158994"/>
                <a:gd name="connsiteY96" fmla="*/ 10044 h 236364"/>
                <a:gd name="connsiteX97" fmla="*/ 120095 w 158994"/>
                <a:gd name="connsiteY97" fmla="*/ 10788 h 236364"/>
                <a:gd name="connsiteX98" fmla="*/ 120095 w 158994"/>
                <a:gd name="connsiteY98" fmla="*/ 13765 h 236364"/>
                <a:gd name="connsiteX99" fmla="*/ 122653 w 158994"/>
                <a:gd name="connsiteY99" fmla="*/ 13579 h 236364"/>
                <a:gd name="connsiteX100" fmla="*/ 125304 w 158994"/>
                <a:gd name="connsiteY100" fmla="*/ 13765 h 236364"/>
                <a:gd name="connsiteX101" fmla="*/ 126048 w 158994"/>
                <a:gd name="connsiteY101" fmla="*/ 16741 h 236364"/>
                <a:gd name="connsiteX102" fmla="*/ 128280 w 158994"/>
                <a:gd name="connsiteY102" fmla="*/ 18230 h 236364"/>
                <a:gd name="connsiteX103" fmla="*/ 129024 w 158994"/>
                <a:gd name="connsiteY103" fmla="*/ 20462 h 236364"/>
                <a:gd name="connsiteX104" fmla="*/ 131257 w 158994"/>
                <a:gd name="connsiteY104" fmla="*/ 21206 h 236364"/>
                <a:gd name="connsiteX105" fmla="*/ 132001 w 158994"/>
                <a:gd name="connsiteY105" fmla="*/ 24183 h 236364"/>
                <a:gd name="connsiteX106" fmla="*/ 134233 w 158994"/>
                <a:gd name="connsiteY106" fmla="*/ 25671 h 236364"/>
                <a:gd name="connsiteX107" fmla="*/ 134233 w 158994"/>
                <a:gd name="connsiteY107" fmla="*/ 27904 h 236364"/>
                <a:gd name="connsiteX108" fmla="*/ 136466 w 158994"/>
                <a:gd name="connsiteY108" fmla="*/ 28648 h 236364"/>
                <a:gd name="connsiteX109" fmla="*/ 136838 w 158994"/>
                <a:gd name="connsiteY109" fmla="*/ 30182 h 236364"/>
                <a:gd name="connsiteX110" fmla="*/ 137210 w 158994"/>
                <a:gd name="connsiteY110" fmla="*/ 31624 h 236364"/>
                <a:gd name="connsiteX111" fmla="*/ 139442 w 158994"/>
                <a:gd name="connsiteY111" fmla="*/ 31624 h 236364"/>
                <a:gd name="connsiteX112" fmla="*/ 140931 w 158994"/>
                <a:gd name="connsiteY112" fmla="*/ 36089 h 236364"/>
                <a:gd name="connsiteX113" fmla="*/ 142419 w 158994"/>
                <a:gd name="connsiteY113" fmla="*/ 36833 h 236364"/>
                <a:gd name="connsiteX114" fmla="*/ 142745 w 158994"/>
                <a:gd name="connsiteY114" fmla="*/ 38694 h 236364"/>
                <a:gd name="connsiteX115" fmla="*/ 143163 w 158994"/>
                <a:gd name="connsiteY115" fmla="*/ 40554 h 236364"/>
                <a:gd name="connsiteX116" fmla="*/ 145396 w 158994"/>
                <a:gd name="connsiteY116" fmla="*/ 41298 h 236364"/>
                <a:gd name="connsiteX117" fmla="*/ 145837 w 158994"/>
                <a:gd name="connsiteY117" fmla="*/ 46484 h 236364"/>
                <a:gd name="connsiteX118" fmla="*/ 146140 w 158994"/>
                <a:gd name="connsiteY118" fmla="*/ 47995 h 236364"/>
                <a:gd name="connsiteX119" fmla="*/ 148372 w 158994"/>
                <a:gd name="connsiteY119" fmla="*/ 48739 h 236364"/>
                <a:gd name="connsiteX120" fmla="*/ 149116 w 158994"/>
                <a:gd name="connsiteY120" fmla="*/ 53948 h 236364"/>
                <a:gd name="connsiteX121" fmla="*/ 150605 w 158994"/>
                <a:gd name="connsiteY121" fmla="*/ 54693 h 236364"/>
                <a:gd name="connsiteX122" fmla="*/ 151020 w 158994"/>
                <a:gd name="connsiteY122" fmla="*/ 60460 h 236364"/>
                <a:gd name="connsiteX123" fmla="*/ 151349 w 158994"/>
                <a:gd name="connsiteY123" fmla="*/ 62134 h 236364"/>
                <a:gd name="connsiteX124" fmla="*/ 153581 w 158994"/>
                <a:gd name="connsiteY124" fmla="*/ 62878 h 236364"/>
                <a:gd name="connsiteX125" fmla="*/ 154023 w 158994"/>
                <a:gd name="connsiteY125" fmla="*/ 70971 h 236364"/>
                <a:gd name="connsiteX126" fmla="*/ 154325 w 158994"/>
                <a:gd name="connsiteY126" fmla="*/ 73296 h 236364"/>
                <a:gd name="connsiteX127" fmla="*/ 156558 w 158994"/>
                <a:gd name="connsiteY127" fmla="*/ 74040 h 236364"/>
                <a:gd name="connsiteX128" fmla="*/ 156886 w 158994"/>
                <a:gd name="connsiteY128" fmla="*/ 77668 h 236364"/>
                <a:gd name="connsiteX129" fmla="*/ 156946 w 158994"/>
                <a:gd name="connsiteY129" fmla="*/ 79889 h 236364"/>
                <a:gd name="connsiteX130" fmla="*/ 156976 w 158994"/>
                <a:gd name="connsiteY130" fmla="*/ 82226 h 236364"/>
                <a:gd name="connsiteX131" fmla="*/ 157072 w 158994"/>
                <a:gd name="connsiteY131" fmla="*/ 86784 h 236364"/>
                <a:gd name="connsiteX132" fmla="*/ 157100 w 158994"/>
                <a:gd name="connsiteY132" fmla="*/ 88836 h 236364"/>
                <a:gd name="connsiteX133" fmla="*/ 157302 w 158994"/>
                <a:gd name="connsiteY133" fmla="*/ 90411 h 236364"/>
                <a:gd name="connsiteX134" fmla="*/ 158790 w 158994"/>
                <a:gd name="connsiteY134" fmla="*/ 91155 h 236364"/>
                <a:gd name="connsiteX135" fmla="*/ 158983 w 158994"/>
                <a:gd name="connsiteY135" fmla="*/ 95942 h 236364"/>
                <a:gd name="connsiteX136" fmla="*/ 158991 w 158994"/>
                <a:gd name="connsiteY136" fmla="*/ 97456 h 236364"/>
                <a:gd name="connsiteX137" fmla="*/ 158988 w 158994"/>
                <a:gd name="connsiteY137" fmla="*/ 102434 h 236364"/>
                <a:gd name="connsiteX138" fmla="*/ 158992 w 158994"/>
                <a:gd name="connsiteY138" fmla="*/ 105879 h 236364"/>
                <a:gd name="connsiteX139" fmla="*/ 158984 w 158994"/>
                <a:gd name="connsiteY139" fmla="*/ 113108 h 236364"/>
                <a:gd name="connsiteX140" fmla="*/ 158989 w 158994"/>
                <a:gd name="connsiteY140" fmla="*/ 122395 h 236364"/>
                <a:gd name="connsiteX141" fmla="*/ 158989 w 158994"/>
                <a:gd name="connsiteY141" fmla="*/ 129511 h 236364"/>
                <a:gd name="connsiteX142" fmla="*/ 158993 w 158994"/>
                <a:gd name="connsiteY142" fmla="*/ 132936 h 236364"/>
                <a:gd name="connsiteX143" fmla="*/ 158983 w 158994"/>
                <a:gd name="connsiteY143" fmla="*/ 137715 h 236364"/>
                <a:gd name="connsiteX144" fmla="*/ 158979 w 158994"/>
                <a:gd name="connsiteY144" fmla="*/ 140467 h 236364"/>
                <a:gd name="connsiteX145" fmla="*/ 158790 w 158994"/>
                <a:gd name="connsiteY145" fmla="*/ 142501 h 236364"/>
                <a:gd name="connsiteX146" fmla="*/ 157302 w 158994"/>
                <a:gd name="connsiteY146" fmla="*/ 143245 h 236364"/>
                <a:gd name="connsiteX147" fmla="*/ 157072 w 158994"/>
                <a:gd name="connsiteY147" fmla="*/ 146847 h 236364"/>
                <a:gd name="connsiteX148" fmla="*/ 157016 w 158994"/>
                <a:gd name="connsiteY148" fmla="*/ 149057 h 236364"/>
                <a:gd name="connsiteX149" fmla="*/ 156946 w 158994"/>
                <a:gd name="connsiteY149" fmla="*/ 153703 h 236364"/>
                <a:gd name="connsiteX150" fmla="*/ 156886 w 158994"/>
                <a:gd name="connsiteY150" fmla="*/ 155916 h 236364"/>
                <a:gd name="connsiteX151" fmla="*/ 156856 w 158994"/>
                <a:gd name="connsiteY151" fmla="*/ 157956 h 236364"/>
                <a:gd name="connsiteX152" fmla="*/ 156558 w 158994"/>
                <a:gd name="connsiteY152" fmla="*/ 159616 h 236364"/>
                <a:gd name="connsiteX153" fmla="*/ 154325 w 158994"/>
                <a:gd name="connsiteY153" fmla="*/ 161105 h 236364"/>
                <a:gd name="connsiteX154" fmla="*/ 153883 w 158994"/>
                <a:gd name="connsiteY154" fmla="*/ 168642 h 236364"/>
                <a:gd name="connsiteX155" fmla="*/ 153581 w 158994"/>
                <a:gd name="connsiteY155" fmla="*/ 170779 h 236364"/>
                <a:gd name="connsiteX156" fmla="*/ 151349 w 158994"/>
                <a:gd name="connsiteY156" fmla="*/ 171523 h 236364"/>
                <a:gd name="connsiteX157" fmla="*/ 150977 w 158994"/>
                <a:gd name="connsiteY157" fmla="*/ 175522 h 236364"/>
                <a:gd name="connsiteX158" fmla="*/ 149462 w 158994"/>
                <a:gd name="connsiteY158" fmla="*/ 180941 h 236364"/>
                <a:gd name="connsiteX159" fmla="*/ 148372 w 158994"/>
                <a:gd name="connsiteY159" fmla="*/ 181941 h 236364"/>
                <a:gd name="connsiteX160" fmla="*/ 148419 w 158994"/>
                <a:gd name="connsiteY160" fmla="*/ 184266 h 236364"/>
                <a:gd name="connsiteX161" fmla="*/ 148372 w 158994"/>
                <a:gd name="connsiteY161" fmla="*/ 186405 h 236364"/>
                <a:gd name="connsiteX162" fmla="*/ 146884 w 158994"/>
                <a:gd name="connsiteY162" fmla="*/ 186702 h 236364"/>
                <a:gd name="connsiteX163" fmla="*/ 145396 w 158994"/>
                <a:gd name="connsiteY163" fmla="*/ 187150 h 236364"/>
                <a:gd name="connsiteX164" fmla="*/ 145349 w 158994"/>
                <a:gd name="connsiteY164" fmla="*/ 190498 h 236364"/>
                <a:gd name="connsiteX165" fmla="*/ 145396 w 158994"/>
                <a:gd name="connsiteY165" fmla="*/ 193847 h 236364"/>
                <a:gd name="connsiteX166" fmla="*/ 143163 w 158994"/>
                <a:gd name="connsiteY166" fmla="*/ 194591 h 236364"/>
                <a:gd name="connsiteX167" fmla="*/ 142791 w 158994"/>
                <a:gd name="connsiteY167" fmla="*/ 196498 h 236364"/>
                <a:gd name="connsiteX168" fmla="*/ 142419 w 158994"/>
                <a:gd name="connsiteY168" fmla="*/ 198312 h 236364"/>
                <a:gd name="connsiteX169" fmla="*/ 140187 w 158994"/>
                <a:gd name="connsiteY169" fmla="*/ 198312 h 236364"/>
                <a:gd name="connsiteX170" fmla="*/ 140326 w 158994"/>
                <a:gd name="connsiteY170" fmla="*/ 200079 h 236364"/>
                <a:gd name="connsiteX171" fmla="*/ 140187 w 158994"/>
                <a:gd name="connsiteY171" fmla="*/ 202032 h 236364"/>
                <a:gd name="connsiteX172" fmla="*/ 137954 w 158994"/>
                <a:gd name="connsiteY172" fmla="*/ 203521 h 236364"/>
                <a:gd name="connsiteX173" fmla="*/ 137210 w 158994"/>
                <a:gd name="connsiteY173" fmla="*/ 205428 h 236364"/>
                <a:gd name="connsiteX174" fmla="*/ 136466 w 158994"/>
                <a:gd name="connsiteY174" fmla="*/ 207241 h 236364"/>
                <a:gd name="connsiteX175" fmla="*/ 134233 w 158994"/>
                <a:gd name="connsiteY175" fmla="*/ 207986 h 236364"/>
                <a:gd name="connsiteX176" fmla="*/ 133861 w 158994"/>
                <a:gd name="connsiteY176" fmla="*/ 209474 h 236364"/>
                <a:gd name="connsiteX177" fmla="*/ 133489 w 158994"/>
                <a:gd name="connsiteY177" fmla="*/ 210962 h 236364"/>
                <a:gd name="connsiteX178" fmla="*/ 131257 w 158994"/>
                <a:gd name="connsiteY178" fmla="*/ 211706 h 236364"/>
                <a:gd name="connsiteX179" fmla="*/ 131257 w 158994"/>
                <a:gd name="connsiteY179" fmla="*/ 214683 h 236364"/>
                <a:gd name="connsiteX180" fmla="*/ 128280 w 158994"/>
                <a:gd name="connsiteY180" fmla="*/ 216171 h 236364"/>
                <a:gd name="connsiteX181" fmla="*/ 123816 w 158994"/>
                <a:gd name="connsiteY181" fmla="*/ 222124 h 236364"/>
                <a:gd name="connsiteX182" fmla="*/ 121955 w 158994"/>
                <a:gd name="connsiteY182" fmla="*/ 222031 h 236364"/>
                <a:gd name="connsiteX183" fmla="*/ 120095 w 158994"/>
                <a:gd name="connsiteY183" fmla="*/ 222124 h 236364"/>
                <a:gd name="connsiteX184" fmla="*/ 119723 w 158994"/>
                <a:gd name="connsiteY184" fmla="*/ 223985 h 236364"/>
                <a:gd name="connsiteX185" fmla="*/ 119351 w 158994"/>
                <a:gd name="connsiteY185" fmla="*/ 225845 h 236364"/>
                <a:gd name="connsiteX186" fmla="*/ 115630 w 158994"/>
                <a:gd name="connsiteY186" fmla="*/ 225845 h 236364"/>
                <a:gd name="connsiteX187" fmla="*/ 115005 w 158994"/>
                <a:gd name="connsiteY187" fmla="*/ 227319 h 236364"/>
                <a:gd name="connsiteX188" fmla="*/ 114142 w 158994"/>
                <a:gd name="connsiteY188" fmla="*/ 228821 h 236364"/>
                <a:gd name="connsiteX189" fmla="*/ 110328 w 158994"/>
                <a:gd name="connsiteY189" fmla="*/ 229008 h 236364"/>
                <a:gd name="connsiteX190" fmla="*/ 108276 w 158994"/>
                <a:gd name="connsiteY190" fmla="*/ 228926 h 236364"/>
                <a:gd name="connsiteX191" fmla="*/ 106700 w 158994"/>
                <a:gd name="connsiteY191" fmla="*/ 228821 h 236364"/>
                <a:gd name="connsiteX192" fmla="*/ 106700 w 158994"/>
                <a:gd name="connsiteY192" fmla="*/ 232542 h 236364"/>
                <a:gd name="connsiteX193" fmla="*/ 95538 w 158994"/>
                <a:gd name="connsiteY193" fmla="*/ 232542 h 236364"/>
                <a:gd name="connsiteX194" fmla="*/ 95538 w 158994"/>
                <a:gd name="connsiteY194" fmla="*/ 235519 h 236364"/>
                <a:gd name="connsiteX195" fmla="*/ 78671 w 158994"/>
                <a:gd name="connsiteY195" fmla="*/ 236359 h 236364"/>
                <a:gd name="connsiteX196" fmla="*/ 76171 w 158994"/>
                <a:gd name="connsiteY196" fmla="*/ 236363 h 236364"/>
                <a:gd name="connsiteX197" fmla="*/ 68075 w 158994"/>
                <a:gd name="connsiteY197" fmla="*/ 236362 h 236364"/>
                <a:gd name="connsiteX198" fmla="*/ 62420 w 158994"/>
                <a:gd name="connsiteY198" fmla="*/ 236364 h 236364"/>
                <a:gd name="connsiteX199" fmla="*/ 50614 w 158994"/>
                <a:gd name="connsiteY199" fmla="*/ 236360 h 236364"/>
                <a:gd name="connsiteX200" fmla="*/ 36970 w 158994"/>
                <a:gd name="connsiteY200" fmla="*/ 236361 h 236364"/>
                <a:gd name="connsiteX201" fmla="*/ 23807 w 158994"/>
                <a:gd name="connsiteY201" fmla="*/ 236362 h 236364"/>
                <a:gd name="connsiteX202" fmla="*/ 18217 w 158994"/>
                <a:gd name="connsiteY202" fmla="*/ 236364 h 236364"/>
                <a:gd name="connsiteX203" fmla="*/ 10431 w 158994"/>
                <a:gd name="connsiteY203" fmla="*/ 236359 h 236364"/>
                <a:gd name="connsiteX204" fmla="*/ 8091 w 158994"/>
                <a:gd name="connsiteY204" fmla="*/ 236364 h 236364"/>
                <a:gd name="connsiteX205" fmla="*/ 5955 w 158994"/>
                <a:gd name="connsiteY205" fmla="*/ 236357 h 236364"/>
                <a:gd name="connsiteX206" fmla="*/ 4097 w 158994"/>
                <a:gd name="connsiteY206" fmla="*/ 236357 h 236364"/>
                <a:gd name="connsiteX207" fmla="*/ 288 w 158994"/>
                <a:gd name="connsiteY207" fmla="*/ 235519 h 236364"/>
                <a:gd name="connsiteX208" fmla="*/ 13 w 158994"/>
                <a:gd name="connsiteY208" fmla="*/ 231755 h 236364"/>
                <a:gd name="connsiteX209" fmla="*/ 0 w 158994"/>
                <a:gd name="connsiteY209" fmla="*/ 229268 h 236364"/>
                <a:gd name="connsiteX210" fmla="*/ 20 w 158994"/>
                <a:gd name="connsiteY210" fmla="*/ 226502 h 236364"/>
                <a:gd name="connsiteX211" fmla="*/ 14 w 158994"/>
                <a:gd name="connsiteY211" fmla="*/ 223590 h 236364"/>
                <a:gd name="connsiteX212" fmla="*/ 29 w 158994"/>
                <a:gd name="connsiteY212" fmla="*/ 215552 h 236364"/>
                <a:gd name="connsiteX213" fmla="*/ 34 w 158994"/>
                <a:gd name="connsiteY213" fmla="*/ 206898 h 236364"/>
                <a:gd name="connsiteX214" fmla="*/ 52 w 158994"/>
                <a:gd name="connsiteY214" fmla="*/ 191892 h 236364"/>
                <a:gd name="connsiteX215" fmla="*/ 79 w 158994"/>
                <a:gd name="connsiteY215" fmla="*/ 170195 h 236364"/>
                <a:gd name="connsiteX216" fmla="*/ 120 w 158994"/>
                <a:gd name="connsiteY216" fmla="*/ 134996 h 236364"/>
                <a:gd name="connsiteX217" fmla="*/ 166 w 158994"/>
                <a:gd name="connsiteY217" fmla="*/ 100796 h 236364"/>
                <a:gd name="connsiteX218" fmla="*/ 167 w 158994"/>
                <a:gd name="connsiteY218" fmla="*/ 98668 h 236364"/>
                <a:gd name="connsiteX219" fmla="*/ 176 w 158994"/>
                <a:gd name="connsiteY219" fmla="*/ 88100 h 236364"/>
                <a:gd name="connsiteX220" fmla="*/ 288 w 158994"/>
                <a:gd name="connsiteY220" fmla="*/ 370 h 236364"/>
                <a:gd name="connsiteX221" fmla="*/ 38671 w 158994"/>
                <a:gd name="connsiteY221" fmla="*/ 216 h 236364"/>
                <a:gd name="connsiteX222" fmla="*/ 56492 w 158994"/>
                <a:gd name="connsiteY222" fmla="*/ 146 h 236364"/>
                <a:gd name="connsiteX223" fmla="*/ 72019 w 158994"/>
                <a:gd name="connsiteY223" fmla="*/ 90 h 236364"/>
                <a:gd name="connsiteX224" fmla="*/ 80245 w 158994"/>
                <a:gd name="connsiteY224" fmla="*/ 56 h 236364"/>
                <a:gd name="connsiteX225" fmla="*/ 89413 w 158994"/>
                <a:gd name="connsiteY225" fmla="*/ 32 h 236364"/>
                <a:gd name="connsiteX226" fmla="*/ 92189 w 158994"/>
                <a:gd name="connsiteY226"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58994" h="236364">
                  <a:moveTo>
                    <a:pt x="30094" y="30922"/>
                  </a:moveTo>
                  <a:cubicBezTo>
                    <a:pt x="30094" y="90126"/>
                    <a:pt x="30094" y="147588"/>
                    <a:pt x="30094" y="205051"/>
                  </a:cubicBezTo>
                  <a:cubicBezTo>
                    <a:pt x="47299" y="205051"/>
                    <a:pt x="63997" y="205051"/>
                    <a:pt x="80696" y="205051"/>
                  </a:cubicBezTo>
                  <a:cubicBezTo>
                    <a:pt x="80696" y="204039"/>
                    <a:pt x="80696" y="203057"/>
                    <a:pt x="80696" y="202074"/>
                  </a:cubicBezTo>
                  <a:cubicBezTo>
                    <a:pt x="82170" y="202131"/>
                    <a:pt x="83645" y="202185"/>
                    <a:pt x="85120" y="202220"/>
                  </a:cubicBezTo>
                  <a:cubicBezTo>
                    <a:pt x="85734" y="202234"/>
                    <a:pt x="86331" y="202247"/>
                    <a:pt x="86928" y="202260"/>
                  </a:cubicBezTo>
                  <a:cubicBezTo>
                    <a:pt x="89153" y="202354"/>
                    <a:pt x="91109" y="202298"/>
                    <a:pt x="93346" y="202074"/>
                  </a:cubicBezTo>
                  <a:cubicBezTo>
                    <a:pt x="93662" y="201581"/>
                    <a:pt x="93969" y="201102"/>
                    <a:pt x="94276" y="200624"/>
                  </a:cubicBezTo>
                  <a:cubicBezTo>
                    <a:pt x="94558" y="199853"/>
                    <a:pt x="94558" y="199853"/>
                    <a:pt x="94834" y="199098"/>
                  </a:cubicBezTo>
                  <a:cubicBezTo>
                    <a:pt x="95382" y="198915"/>
                    <a:pt x="95913" y="198737"/>
                    <a:pt x="96445" y="198560"/>
                  </a:cubicBezTo>
                  <a:cubicBezTo>
                    <a:pt x="98188" y="198319"/>
                    <a:pt x="99849" y="198132"/>
                    <a:pt x="101532" y="197609"/>
                  </a:cubicBezTo>
                  <a:cubicBezTo>
                    <a:pt x="101532" y="196850"/>
                    <a:pt x="101532" y="196114"/>
                    <a:pt x="101532" y="195377"/>
                  </a:cubicBezTo>
                  <a:cubicBezTo>
                    <a:pt x="102776" y="195154"/>
                    <a:pt x="104017" y="194904"/>
                    <a:pt x="105252" y="194633"/>
                  </a:cubicBezTo>
                  <a:cubicBezTo>
                    <a:pt x="105493" y="193639"/>
                    <a:pt x="105741" y="192647"/>
                    <a:pt x="105996" y="191656"/>
                  </a:cubicBezTo>
                  <a:cubicBezTo>
                    <a:pt x="107237" y="191656"/>
                    <a:pt x="108477" y="191656"/>
                    <a:pt x="109717" y="191656"/>
                  </a:cubicBezTo>
                  <a:cubicBezTo>
                    <a:pt x="109875" y="191166"/>
                    <a:pt x="110029" y="190690"/>
                    <a:pt x="110182" y="190215"/>
                  </a:cubicBezTo>
                  <a:cubicBezTo>
                    <a:pt x="110277" y="189693"/>
                    <a:pt x="110369" y="189186"/>
                    <a:pt x="110461" y="188680"/>
                  </a:cubicBezTo>
                  <a:cubicBezTo>
                    <a:pt x="111220" y="188427"/>
                    <a:pt x="111957" y="188181"/>
                    <a:pt x="112694" y="187936"/>
                  </a:cubicBezTo>
                  <a:cubicBezTo>
                    <a:pt x="112741" y="187287"/>
                    <a:pt x="112787" y="186658"/>
                    <a:pt x="112833" y="186029"/>
                  </a:cubicBezTo>
                  <a:cubicBezTo>
                    <a:pt x="112786" y="185412"/>
                    <a:pt x="112740" y="184814"/>
                    <a:pt x="112694" y="184215"/>
                  </a:cubicBezTo>
                  <a:cubicBezTo>
                    <a:pt x="113453" y="184215"/>
                    <a:pt x="114189" y="184215"/>
                    <a:pt x="114926" y="184215"/>
                  </a:cubicBezTo>
                  <a:cubicBezTo>
                    <a:pt x="115061" y="181657"/>
                    <a:pt x="115061" y="181657"/>
                    <a:pt x="115670" y="179006"/>
                  </a:cubicBezTo>
                  <a:cubicBezTo>
                    <a:pt x="116192" y="178737"/>
                    <a:pt x="116698" y="178476"/>
                    <a:pt x="117205" y="178215"/>
                  </a:cubicBezTo>
                  <a:cubicBezTo>
                    <a:pt x="117695" y="177978"/>
                    <a:pt x="118171" y="177748"/>
                    <a:pt x="118647" y="177518"/>
                  </a:cubicBezTo>
                  <a:cubicBezTo>
                    <a:pt x="118663" y="176759"/>
                    <a:pt x="118678" y="176022"/>
                    <a:pt x="118693" y="175285"/>
                  </a:cubicBezTo>
                  <a:cubicBezTo>
                    <a:pt x="118677" y="174526"/>
                    <a:pt x="118662" y="173790"/>
                    <a:pt x="118647" y="173053"/>
                  </a:cubicBezTo>
                  <a:cubicBezTo>
                    <a:pt x="119406" y="172547"/>
                    <a:pt x="120142" y="172056"/>
                    <a:pt x="120879" y="171565"/>
                  </a:cubicBezTo>
                  <a:cubicBezTo>
                    <a:pt x="121097" y="170117"/>
                    <a:pt x="121097" y="170117"/>
                    <a:pt x="121019" y="168495"/>
                  </a:cubicBezTo>
                  <a:cubicBezTo>
                    <a:pt x="120971" y="167515"/>
                    <a:pt x="120925" y="166563"/>
                    <a:pt x="120879" y="165611"/>
                  </a:cubicBezTo>
                  <a:cubicBezTo>
                    <a:pt x="121638" y="165611"/>
                    <a:pt x="122375" y="165611"/>
                    <a:pt x="123112" y="165611"/>
                  </a:cubicBezTo>
                  <a:cubicBezTo>
                    <a:pt x="123856" y="164123"/>
                    <a:pt x="123856" y="164123"/>
                    <a:pt x="123928" y="161862"/>
                  </a:cubicBezTo>
                  <a:cubicBezTo>
                    <a:pt x="123919" y="160954"/>
                    <a:pt x="123911" y="160074"/>
                    <a:pt x="123902" y="159193"/>
                  </a:cubicBezTo>
                  <a:cubicBezTo>
                    <a:pt x="123895" y="158282"/>
                    <a:pt x="123889" y="157398"/>
                    <a:pt x="123882" y="156513"/>
                  </a:cubicBezTo>
                  <a:cubicBezTo>
                    <a:pt x="123873" y="155811"/>
                    <a:pt x="123864" y="155130"/>
                    <a:pt x="123856" y="154449"/>
                  </a:cubicBezTo>
                  <a:cubicBezTo>
                    <a:pt x="124615" y="154449"/>
                    <a:pt x="125351" y="154449"/>
                    <a:pt x="126088" y="154449"/>
                  </a:cubicBezTo>
                  <a:cubicBezTo>
                    <a:pt x="126131" y="152357"/>
                    <a:pt x="126182" y="150265"/>
                    <a:pt x="126244" y="148174"/>
                  </a:cubicBezTo>
                  <a:cubicBezTo>
                    <a:pt x="126270" y="147303"/>
                    <a:pt x="126295" y="146458"/>
                    <a:pt x="126321" y="145613"/>
                  </a:cubicBezTo>
                  <a:cubicBezTo>
                    <a:pt x="126346" y="144328"/>
                    <a:pt x="126346" y="144328"/>
                    <a:pt x="126372" y="143069"/>
                  </a:cubicBezTo>
                  <a:cubicBezTo>
                    <a:pt x="126399" y="142244"/>
                    <a:pt x="126425" y="141443"/>
                    <a:pt x="126451" y="140642"/>
                  </a:cubicBezTo>
                  <a:cubicBezTo>
                    <a:pt x="126453" y="138461"/>
                    <a:pt x="126453" y="138461"/>
                    <a:pt x="126832" y="136590"/>
                  </a:cubicBezTo>
                  <a:cubicBezTo>
                    <a:pt x="127591" y="136084"/>
                    <a:pt x="128328" y="135593"/>
                    <a:pt x="129065" y="135102"/>
                  </a:cubicBezTo>
                  <a:cubicBezTo>
                    <a:pt x="129158" y="134596"/>
                    <a:pt x="129248" y="134106"/>
                    <a:pt x="129338" y="133615"/>
                  </a:cubicBezTo>
                  <a:cubicBezTo>
                    <a:pt x="129334" y="132683"/>
                    <a:pt x="129334" y="132683"/>
                    <a:pt x="129330" y="131769"/>
                  </a:cubicBezTo>
                  <a:cubicBezTo>
                    <a:pt x="129332" y="131058"/>
                    <a:pt x="129334" y="130367"/>
                    <a:pt x="129337" y="129677"/>
                  </a:cubicBezTo>
                  <a:cubicBezTo>
                    <a:pt x="129327" y="128906"/>
                    <a:pt x="129318" y="128158"/>
                    <a:pt x="129309" y="127410"/>
                  </a:cubicBezTo>
                  <a:cubicBezTo>
                    <a:pt x="129306" y="125835"/>
                    <a:pt x="129302" y="124259"/>
                    <a:pt x="129297" y="122684"/>
                  </a:cubicBezTo>
                  <a:cubicBezTo>
                    <a:pt x="129274" y="120193"/>
                    <a:pt x="129251" y="117703"/>
                    <a:pt x="129243" y="115213"/>
                  </a:cubicBezTo>
                  <a:cubicBezTo>
                    <a:pt x="129241" y="113590"/>
                    <a:pt x="129236" y="111968"/>
                    <a:pt x="129229" y="110345"/>
                  </a:cubicBezTo>
                  <a:cubicBezTo>
                    <a:pt x="129224" y="109553"/>
                    <a:pt x="129220" y="108785"/>
                    <a:pt x="129216" y="108016"/>
                  </a:cubicBezTo>
                  <a:cubicBezTo>
                    <a:pt x="129211" y="106876"/>
                    <a:pt x="129211" y="106876"/>
                    <a:pt x="129206" y="105759"/>
                  </a:cubicBezTo>
                  <a:cubicBezTo>
                    <a:pt x="129199" y="105042"/>
                    <a:pt x="129192" y="104347"/>
                    <a:pt x="129185" y="103652"/>
                  </a:cubicBezTo>
                  <a:cubicBezTo>
                    <a:pt x="129166" y="101370"/>
                    <a:pt x="129075" y="99319"/>
                    <a:pt x="128321" y="97151"/>
                  </a:cubicBezTo>
                  <a:cubicBezTo>
                    <a:pt x="127815" y="96898"/>
                    <a:pt x="127323" y="96652"/>
                    <a:pt x="126832" y="96406"/>
                  </a:cubicBezTo>
                  <a:cubicBezTo>
                    <a:pt x="126764" y="95824"/>
                    <a:pt x="126697" y="95259"/>
                    <a:pt x="126630" y="94694"/>
                  </a:cubicBezTo>
                  <a:cubicBezTo>
                    <a:pt x="126616" y="93562"/>
                    <a:pt x="126616" y="93562"/>
                    <a:pt x="126603" y="92453"/>
                  </a:cubicBezTo>
                  <a:cubicBezTo>
                    <a:pt x="126564" y="90794"/>
                    <a:pt x="126532" y="89136"/>
                    <a:pt x="126507" y="87477"/>
                  </a:cubicBezTo>
                  <a:cubicBezTo>
                    <a:pt x="126496" y="86609"/>
                    <a:pt x="126486" y="85767"/>
                    <a:pt x="126476" y="84925"/>
                  </a:cubicBezTo>
                  <a:cubicBezTo>
                    <a:pt x="126456" y="84100"/>
                    <a:pt x="126436" y="83300"/>
                    <a:pt x="126417" y="82500"/>
                  </a:cubicBezTo>
                  <a:cubicBezTo>
                    <a:pt x="126386" y="80259"/>
                    <a:pt x="126386" y="80259"/>
                    <a:pt x="126088" y="78547"/>
                  </a:cubicBezTo>
                  <a:cubicBezTo>
                    <a:pt x="124961" y="78171"/>
                    <a:pt x="124961" y="78171"/>
                    <a:pt x="123856" y="77803"/>
                  </a:cubicBezTo>
                  <a:cubicBezTo>
                    <a:pt x="123824" y="76822"/>
                    <a:pt x="123793" y="75871"/>
                    <a:pt x="123763" y="74919"/>
                  </a:cubicBezTo>
                  <a:cubicBezTo>
                    <a:pt x="123882" y="72771"/>
                    <a:pt x="123814" y="71725"/>
                    <a:pt x="123112" y="69617"/>
                  </a:cubicBezTo>
                  <a:cubicBezTo>
                    <a:pt x="121984" y="69242"/>
                    <a:pt x="121984" y="69242"/>
                    <a:pt x="120879" y="68873"/>
                  </a:cubicBezTo>
                  <a:cubicBezTo>
                    <a:pt x="120879" y="66422"/>
                    <a:pt x="121491" y="64356"/>
                    <a:pt x="119809" y="62455"/>
                  </a:cubicBezTo>
                  <a:cubicBezTo>
                    <a:pt x="119414" y="62107"/>
                    <a:pt x="119030" y="61769"/>
                    <a:pt x="118647" y="61432"/>
                  </a:cubicBezTo>
                  <a:cubicBezTo>
                    <a:pt x="118410" y="60189"/>
                    <a:pt x="118163" y="58949"/>
                    <a:pt x="117903" y="57711"/>
                  </a:cubicBezTo>
                  <a:cubicBezTo>
                    <a:pt x="116775" y="57335"/>
                    <a:pt x="116775" y="57335"/>
                    <a:pt x="115670" y="56967"/>
                  </a:cubicBezTo>
                  <a:cubicBezTo>
                    <a:pt x="115670" y="56208"/>
                    <a:pt x="115670" y="55471"/>
                    <a:pt x="115670" y="54734"/>
                  </a:cubicBezTo>
                  <a:cubicBezTo>
                    <a:pt x="114361" y="52070"/>
                    <a:pt x="113666" y="50039"/>
                    <a:pt x="111019" y="48642"/>
                  </a:cubicBezTo>
                  <a:cubicBezTo>
                    <a:pt x="110577" y="48436"/>
                    <a:pt x="110147" y="48237"/>
                    <a:pt x="109717" y="48037"/>
                  </a:cubicBezTo>
                  <a:cubicBezTo>
                    <a:pt x="109717" y="47025"/>
                    <a:pt x="109717" y="46043"/>
                    <a:pt x="109717" y="45061"/>
                  </a:cubicBezTo>
                  <a:cubicBezTo>
                    <a:pt x="109085" y="44918"/>
                    <a:pt x="108471" y="44780"/>
                    <a:pt x="107857" y="44642"/>
                  </a:cubicBezTo>
                  <a:cubicBezTo>
                    <a:pt x="107224" y="44531"/>
                    <a:pt x="106610" y="44424"/>
                    <a:pt x="105996" y="44317"/>
                  </a:cubicBezTo>
                  <a:cubicBezTo>
                    <a:pt x="105996" y="43558"/>
                    <a:pt x="105996" y="42821"/>
                    <a:pt x="105996" y="42084"/>
                  </a:cubicBezTo>
                  <a:cubicBezTo>
                    <a:pt x="104750" y="41605"/>
                    <a:pt x="103510" y="41107"/>
                    <a:pt x="102276" y="40596"/>
                  </a:cubicBezTo>
                  <a:cubicBezTo>
                    <a:pt x="101997" y="39061"/>
                    <a:pt x="101997" y="39061"/>
                    <a:pt x="101532" y="37619"/>
                  </a:cubicBezTo>
                  <a:cubicBezTo>
                    <a:pt x="100646" y="37477"/>
                    <a:pt x="99786" y="37339"/>
                    <a:pt x="98927" y="37201"/>
                  </a:cubicBezTo>
                  <a:cubicBezTo>
                    <a:pt x="98041" y="37090"/>
                    <a:pt x="97182" y="36983"/>
                    <a:pt x="96323" y="36875"/>
                  </a:cubicBezTo>
                  <a:cubicBezTo>
                    <a:pt x="95947" y="35748"/>
                    <a:pt x="95947" y="35748"/>
                    <a:pt x="95578" y="34643"/>
                  </a:cubicBezTo>
                  <a:cubicBezTo>
                    <a:pt x="95112" y="34577"/>
                    <a:pt x="94660" y="34512"/>
                    <a:pt x="94208" y="34448"/>
                  </a:cubicBezTo>
                  <a:cubicBezTo>
                    <a:pt x="93315" y="34502"/>
                    <a:pt x="93315" y="34502"/>
                    <a:pt x="92439" y="34555"/>
                  </a:cubicBezTo>
                  <a:cubicBezTo>
                    <a:pt x="91129" y="34605"/>
                    <a:pt x="89819" y="34666"/>
                    <a:pt x="88509" y="34736"/>
                  </a:cubicBezTo>
                  <a:cubicBezTo>
                    <a:pt x="87824" y="34778"/>
                    <a:pt x="87159" y="34819"/>
                    <a:pt x="86495" y="34861"/>
                  </a:cubicBezTo>
                  <a:cubicBezTo>
                    <a:pt x="85527" y="34894"/>
                    <a:pt x="85527" y="34894"/>
                    <a:pt x="84579" y="34928"/>
                  </a:cubicBezTo>
                  <a:cubicBezTo>
                    <a:pt x="82857" y="35124"/>
                    <a:pt x="82857" y="35124"/>
                    <a:pt x="81440" y="34643"/>
                  </a:cubicBezTo>
                  <a:cubicBezTo>
                    <a:pt x="81064" y="32764"/>
                    <a:pt x="81064" y="32764"/>
                    <a:pt x="80696" y="30922"/>
                  </a:cubicBezTo>
                  <a:cubicBezTo>
                    <a:pt x="63491" y="30922"/>
                    <a:pt x="46793" y="30922"/>
                    <a:pt x="30094" y="30922"/>
                  </a:cubicBezTo>
                  <a:close/>
                  <a:moveTo>
                    <a:pt x="92189" y="0"/>
                  </a:moveTo>
                  <a:cubicBezTo>
                    <a:pt x="93430" y="6"/>
                    <a:pt x="93430" y="6"/>
                    <a:pt x="94696" y="12"/>
                  </a:cubicBezTo>
                  <a:cubicBezTo>
                    <a:pt x="95420" y="10"/>
                    <a:pt x="96144" y="7"/>
                    <a:pt x="96889" y="4"/>
                  </a:cubicBezTo>
                  <a:cubicBezTo>
                    <a:pt x="97426" y="125"/>
                    <a:pt x="97962" y="246"/>
                    <a:pt x="98515" y="370"/>
                  </a:cubicBezTo>
                  <a:cubicBezTo>
                    <a:pt x="98990" y="1869"/>
                    <a:pt x="98990" y="1869"/>
                    <a:pt x="99259" y="3347"/>
                  </a:cubicBezTo>
                  <a:cubicBezTo>
                    <a:pt x="101506" y="3596"/>
                    <a:pt x="101506" y="3596"/>
                    <a:pt x="104096" y="3347"/>
                  </a:cubicBezTo>
                  <a:cubicBezTo>
                    <a:pt x="106770" y="3161"/>
                    <a:pt x="106770" y="3161"/>
                    <a:pt x="108933" y="3347"/>
                  </a:cubicBezTo>
                  <a:cubicBezTo>
                    <a:pt x="109441" y="4800"/>
                    <a:pt x="109441" y="4800"/>
                    <a:pt x="109677" y="6323"/>
                  </a:cubicBezTo>
                  <a:cubicBezTo>
                    <a:pt x="112296" y="6937"/>
                    <a:pt x="112296" y="6937"/>
                    <a:pt x="114886" y="7068"/>
                  </a:cubicBezTo>
                  <a:cubicBezTo>
                    <a:pt x="114886" y="8050"/>
                    <a:pt x="114886" y="9032"/>
                    <a:pt x="114886" y="10044"/>
                  </a:cubicBezTo>
                  <a:cubicBezTo>
                    <a:pt x="116605" y="10290"/>
                    <a:pt x="118324" y="10535"/>
                    <a:pt x="120095" y="10788"/>
                  </a:cubicBezTo>
                  <a:cubicBezTo>
                    <a:pt x="120095" y="11771"/>
                    <a:pt x="120095" y="12753"/>
                    <a:pt x="120095" y="13765"/>
                  </a:cubicBezTo>
                  <a:cubicBezTo>
                    <a:pt x="121361" y="13673"/>
                    <a:pt x="121361" y="13673"/>
                    <a:pt x="122653" y="13579"/>
                  </a:cubicBezTo>
                  <a:cubicBezTo>
                    <a:pt x="123528" y="13640"/>
                    <a:pt x="124402" y="13702"/>
                    <a:pt x="125304" y="13765"/>
                  </a:cubicBezTo>
                  <a:cubicBezTo>
                    <a:pt x="125862" y="15160"/>
                    <a:pt x="125862" y="15160"/>
                    <a:pt x="126048" y="16741"/>
                  </a:cubicBezTo>
                  <a:cubicBezTo>
                    <a:pt x="126785" y="17233"/>
                    <a:pt x="127521" y="17724"/>
                    <a:pt x="128280" y="18230"/>
                  </a:cubicBezTo>
                  <a:cubicBezTo>
                    <a:pt x="128526" y="18966"/>
                    <a:pt x="128771" y="19703"/>
                    <a:pt x="129024" y="20462"/>
                  </a:cubicBezTo>
                  <a:cubicBezTo>
                    <a:pt x="129761" y="20708"/>
                    <a:pt x="130498" y="20953"/>
                    <a:pt x="131257" y="21206"/>
                  </a:cubicBezTo>
                  <a:cubicBezTo>
                    <a:pt x="131512" y="22197"/>
                    <a:pt x="131760" y="23189"/>
                    <a:pt x="132001" y="24183"/>
                  </a:cubicBezTo>
                  <a:cubicBezTo>
                    <a:pt x="132738" y="24674"/>
                    <a:pt x="133474" y="25165"/>
                    <a:pt x="134233" y="25671"/>
                  </a:cubicBezTo>
                  <a:cubicBezTo>
                    <a:pt x="134233" y="26408"/>
                    <a:pt x="134233" y="27145"/>
                    <a:pt x="134233" y="27904"/>
                  </a:cubicBezTo>
                  <a:cubicBezTo>
                    <a:pt x="134970" y="28149"/>
                    <a:pt x="135707" y="28395"/>
                    <a:pt x="136466" y="28648"/>
                  </a:cubicBezTo>
                  <a:cubicBezTo>
                    <a:pt x="136589" y="29154"/>
                    <a:pt x="136711" y="29661"/>
                    <a:pt x="136838" y="30182"/>
                  </a:cubicBezTo>
                  <a:cubicBezTo>
                    <a:pt x="136961" y="30658"/>
                    <a:pt x="137084" y="31134"/>
                    <a:pt x="137210" y="31624"/>
                  </a:cubicBezTo>
                  <a:cubicBezTo>
                    <a:pt x="137947" y="31624"/>
                    <a:pt x="138683" y="31624"/>
                    <a:pt x="139442" y="31624"/>
                  </a:cubicBezTo>
                  <a:cubicBezTo>
                    <a:pt x="139976" y="33099"/>
                    <a:pt x="140472" y="34589"/>
                    <a:pt x="140931" y="36089"/>
                  </a:cubicBezTo>
                  <a:cubicBezTo>
                    <a:pt x="141422" y="36335"/>
                    <a:pt x="141913" y="36580"/>
                    <a:pt x="142419" y="36833"/>
                  </a:cubicBezTo>
                  <a:cubicBezTo>
                    <a:pt x="142526" y="37447"/>
                    <a:pt x="142634" y="38061"/>
                    <a:pt x="142745" y="38694"/>
                  </a:cubicBezTo>
                  <a:cubicBezTo>
                    <a:pt x="142883" y="39307"/>
                    <a:pt x="143021" y="39921"/>
                    <a:pt x="143163" y="40554"/>
                  </a:cubicBezTo>
                  <a:cubicBezTo>
                    <a:pt x="143900" y="40800"/>
                    <a:pt x="144637" y="41045"/>
                    <a:pt x="145396" y="41298"/>
                  </a:cubicBezTo>
                  <a:cubicBezTo>
                    <a:pt x="145743" y="43038"/>
                    <a:pt x="145770" y="44713"/>
                    <a:pt x="145837" y="46484"/>
                  </a:cubicBezTo>
                  <a:cubicBezTo>
                    <a:pt x="145987" y="47232"/>
                    <a:pt x="145987" y="47232"/>
                    <a:pt x="146140" y="47995"/>
                  </a:cubicBezTo>
                  <a:cubicBezTo>
                    <a:pt x="146876" y="48241"/>
                    <a:pt x="147613" y="48486"/>
                    <a:pt x="148372" y="48739"/>
                  </a:cubicBezTo>
                  <a:cubicBezTo>
                    <a:pt x="148650" y="50471"/>
                    <a:pt x="148899" y="52208"/>
                    <a:pt x="149116" y="53948"/>
                  </a:cubicBezTo>
                  <a:cubicBezTo>
                    <a:pt x="149607" y="54194"/>
                    <a:pt x="150099" y="54440"/>
                    <a:pt x="150605" y="54693"/>
                  </a:cubicBezTo>
                  <a:cubicBezTo>
                    <a:pt x="150868" y="56616"/>
                    <a:pt x="150935" y="58520"/>
                    <a:pt x="151020" y="60460"/>
                  </a:cubicBezTo>
                  <a:cubicBezTo>
                    <a:pt x="151183" y="61288"/>
                    <a:pt x="151183" y="61288"/>
                    <a:pt x="151349" y="62134"/>
                  </a:cubicBezTo>
                  <a:cubicBezTo>
                    <a:pt x="152085" y="62380"/>
                    <a:pt x="152822" y="62625"/>
                    <a:pt x="153581" y="62878"/>
                  </a:cubicBezTo>
                  <a:cubicBezTo>
                    <a:pt x="153933" y="65582"/>
                    <a:pt x="153957" y="68246"/>
                    <a:pt x="154023" y="70971"/>
                  </a:cubicBezTo>
                  <a:cubicBezTo>
                    <a:pt x="154173" y="72122"/>
                    <a:pt x="154173" y="72122"/>
                    <a:pt x="154325" y="73296"/>
                  </a:cubicBezTo>
                  <a:cubicBezTo>
                    <a:pt x="155062" y="73542"/>
                    <a:pt x="155799" y="73787"/>
                    <a:pt x="156558" y="74040"/>
                  </a:cubicBezTo>
                  <a:cubicBezTo>
                    <a:pt x="156856" y="75616"/>
                    <a:pt x="156856" y="75616"/>
                    <a:pt x="156886" y="77668"/>
                  </a:cubicBezTo>
                  <a:cubicBezTo>
                    <a:pt x="156916" y="78767"/>
                    <a:pt x="156916" y="78767"/>
                    <a:pt x="156946" y="79889"/>
                  </a:cubicBezTo>
                  <a:cubicBezTo>
                    <a:pt x="156956" y="80660"/>
                    <a:pt x="156966" y="81431"/>
                    <a:pt x="156976" y="82226"/>
                  </a:cubicBezTo>
                  <a:cubicBezTo>
                    <a:pt x="157002" y="83745"/>
                    <a:pt x="157033" y="85265"/>
                    <a:pt x="157072" y="86784"/>
                  </a:cubicBezTo>
                  <a:cubicBezTo>
                    <a:pt x="157086" y="87800"/>
                    <a:pt x="157086" y="87800"/>
                    <a:pt x="157100" y="88836"/>
                  </a:cubicBezTo>
                  <a:cubicBezTo>
                    <a:pt x="157167" y="89356"/>
                    <a:pt x="157233" y="89876"/>
                    <a:pt x="157302" y="90411"/>
                  </a:cubicBezTo>
                  <a:cubicBezTo>
                    <a:pt x="157793" y="90657"/>
                    <a:pt x="158284" y="90902"/>
                    <a:pt x="158790" y="91155"/>
                  </a:cubicBezTo>
                  <a:cubicBezTo>
                    <a:pt x="158979" y="93189"/>
                    <a:pt x="158979" y="93189"/>
                    <a:pt x="158983" y="95942"/>
                  </a:cubicBezTo>
                  <a:cubicBezTo>
                    <a:pt x="158987" y="96691"/>
                    <a:pt x="158987" y="96691"/>
                    <a:pt x="158991" y="97456"/>
                  </a:cubicBezTo>
                  <a:cubicBezTo>
                    <a:pt x="158997" y="99115"/>
                    <a:pt x="158993" y="100774"/>
                    <a:pt x="158988" y="102434"/>
                  </a:cubicBezTo>
                  <a:cubicBezTo>
                    <a:pt x="158989" y="103582"/>
                    <a:pt x="158990" y="104731"/>
                    <a:pt x="158992" y="105879"/>
                  </a:cubicBezTo>
                  <a:cubicBezTo>
                    <a:pt x="158994" y="108289"/>
                    <a:pt x="158991" y="110698"/>
                    <a:pt x="158984" y="113108"/>
                  </a:cubicBezTo>
                  <a:cubicBezTo>
                    <a:pt x="158976" y="116204"/>
                    <a:pt x="158981" y="119299"/>
                    <a:pt x="158989" y="122395"/>
                  </a:cubicBezTo>
                  <a:cubicBezTo>
                    <a:pt x="158995" y="124767"/>
                    <a:pt x="158993" y="127139"/>
                    <a:pt x="158989" y="129511"/>
                  </a:cubicBezTo>
                  <a:cubicBezTo>
                    <a:pt x="158988" y="130653"/>
                    <a:pt x="158990" y="131795"/>
                    <a:pt x="158993" y="132936"/>
                  </a:cubicBezTo>
                  <a:cubicBezTo>
                    <a:pt x="158997" y="134529"/>
                    <a:pt x="158991" y="136122"/>
                    <a:pt x="158983" y="137715"/>
                  </a:cubicBezTo>
                  <a:cubicBezTo>
                    <a:pt x="158982" y="138623"/>
                    <a:pt x="158980" y="139532"/>
                    <a:pt x="158979" y="140467"/>
                  </a:cubicBezTo>
                  <a:cubicBezTo>
                    <a:pt x="158917" y="141139"/>
                    <a:pt x="158854" y="141810"/>
                    <a:pt x="158790" y="142501"/>
                  </a:cubicBezTo>
                  <a:cubicBezTo>
                    <a:pt x="158299" y="142747"/>
                    <a:pt x="157808" y="142992"/>
                    <a:pt x="157302" y="143245"/>
                  </a:cubicBezTo>
                  <a:cubicBezTo>
                    <a:pt x="157060" y="144883"/>
                    <a:pt x="157060" y="144883"/>
                    <a:pt x="157072" y="146847"/>
                  </a:cubicBezTo>
                  <a:cubicBezTo>
                    <a:pt x="157054" y="147576"/>
                    <a:pt x="157035" y="148306"/>
                    <a:pt x="157016" y="149057"/>
                  </a:cubicBezTo>
                  <a:cubicBezTo>
                    <a:pt x="156989" y="150606"/>
                    <a:pt x="156966" y="152154"/>
                    <a:pt x="156946" y="153703"/>
                  </a:cubicBezTo>
                  <a:cubicBezTo>
                    <a:pt x="156926" y="154433"/>
                    <a:pt x="156906" y="155163"/>
                    <a:pt x="156886" y="155916"/>
                  </a:cubicBezTo>
                  <a:cubicBezTo>
                    <a:pt x="156876" y="156589"/>
                    <a:pt x="156866" y="157263"/>
                    <a:pt x="156856" y="157956"/>
                  </a:cubicBezTo>
                  <a:cubicBezTo>
                    <a:pt x="156757" y="158504"/>
                    <a:pt x="156659" y="159052"/>
                    <a:pt x="156558" y="159616"/>
                  </a:cubicBezTo>
                  <a:cubicBezTo>
                    <a:pt x="155821" y="160108"/>
                    <a:pt x="155084" y="160599"/>
                    <a:pt x="154325" y="161105"/>
                  </a:cubicBezTo>
                  <a:cubicBezTo>
                    <a:pt x="153984" y="163626"/>
                    <a:pt x="153950" y="166100"/>
                    <a:pt x="153883" y="168642"/>
                  </a:cubicBezTo>
                  <a:cubicBezTo>
                    <a:pt x="153784" y="169347"/>
                    <a:pt x="153684" y="170052"/>
                    <a:pt x="153581" y="170779"/>
                  </a:cubicBezTo>
                  <a:cubicBezTo>
                    <a:pt x="152844" y="171024"/>
                    <a:pt x="152108" y="171270"/>
                    <a:pt x="151349" y="171523"/>
                  </a:cubicBezTo>
                  <a:cubicBezTo>
                    <a:pt x="150994" y="173370"/>
                    <a:pt x="150994" y="173370"/>
                    <a:pt x="150977" y="175522"/>
                  </a:cubicBezTo>
                  <a:cubicBezTo>
                    <a:pt x="150853" y="179441"/>
                    <a:pt x="150853" y="179441"/>
                    <a:pt x="149462" y="180941"/>
                  </a:cubicBezTo>
                  <a:cubicBezTo>
                    <a:pt x="149102" y="181271"/>
                    <a:pt x="148743" y="181601"/>
                    <a:pt x="148372" y="181941"/>
                  </a:cubicBezTo>
                  <a:cubicBezTo>
                    <a:pt x="148395" y="183092"/>
                    <a:pt x="148395" y="183092"/>
                    <a:pt x="148419" y="184266"/>
                  </a:cubicBezTo>
                  <a:cubicBezTo>
                    <a:pt x="148396" y="185325"/>
                    <a:pt x="148396" y="185325"/>
                    <a:pt x="148372" y="186405"/>
                  </a:cubicBezTo>
                  <a:cubicBezTo>
                    <a:pt x="147881" y="186503"/>
                    <a:pt x="147390" y="186601"/>
                    <a:pt x="146884" y="186702"/>
                  </a:cubicBezTo>
                  <a:cubicBezTo>
                    <a:pt x="146147" y="186924"/>
                    <a:pt x="146147" y="186924"/>
                    <a:pt x="145396" y="187150"/>
                  </a:cubicBezTo>
                  <a:cubicBezTo>
                    <a:pt x="145118" y="188712"/>
                    <a:pt x="145118" y="188712"/>
                    <a:pt x="145349" y="190498"/>
                  </a:cubicBezTo>
                  <a:cubicBezTo>
                    <a:pt x="145509" y="192335"/>
                    <a:pt x="145509" y="192335"/>
                    <a:pt x="145396" y="193847"/>
                  </a:cubicBezTo>
                  <a:cubicBezTo>
                    <a:pt x="144659" y="194092"/>
                    <a:pt x="143922" y="194338"/>
                    <a:pt x="143163" y="194591"/>
                  </a:cubicBezTo>
                  <a:cubicBezTo>
                    <a:pt x="143040" y="195220"/>
                    <a:pt x="142918" y="195850"/>
                    <a:pt x="142791" y="196498"/>
                  </a:cubicBezTo>
                  <a:cubicBezTo>
                    <a:pt x="142668" y="197096"/>
                    <a:pt x="142546" y="197695"/>
                    <a:pt x="142419" y="198312"/>
                  </a:cubicBezTo>
                  <a:cubicBezTo>
                    <a:pt x="141682" y="198312"/>
                    <a:pt x="140946" y="198312"/>
                    <a:pt x="140187" y="198312"/>
                  </a:cubicBezTo>
                  <a:cubicBezTo>
                    <a:pt x="140233" y="198895"/>
                    <a:pt x="140279" y="199478"/>
                    <a:pt x="140326" y="200079"/>
                  </a:cubicBezTo>
                  <a:cubicBezTo>
                    <a:pt x="140280" y="200724"/>
                    <a:pt x="140234" y="201368"/>
                    <a:pt x="140187" y="202032"/>
                  </a:cubicBezTo>
                  <a:cubicBezTo>
                    <a:pt x="139450" y="202524"/>
                    <a:pt x="138713" y="203015"/>
                    <a:pt x="137954" y="203521"/>
                  </a:cubicBezTo>
                  <a:cubicBezTo>
                    <a:pt x="137709" y="204150"/>
                    <a:pt x="137463" y="204779"/>
                    <a:pt x="137210" y="205428"/>
                  </a:cubicBezTo>
                  <a:cubicBezTo>
                    <a:pt x="136964" y="206026"/>
                    <a:pt x="136719" y="206625"/>
                    <a:pt x="136466" y="207241"/>
                  </a:cubicBezTo>
                  <a:cubicBezTo>
                    <a:pt x="135729" y="207487"/>
                    <a:pt x="134993" y="207733"/>
                    <a:pt x="134233" y="207986"/>
                  </a:cubicBezTo>
                  <a:cubicBezTo>
                    <a:pt x="134111" y="208477"/>
                    <a:pt x="133988" y="208968"/>
                    <a:pt x="133861" y="209474"/>
                  </a:cubicBezTo>
                  <a:cubicBezTo>
                    <a:pt x="133739" y="209965"/>
                    <a:pt x="133616" y="210456"/>
                    <a:pt x="133489" y="210962"/>
                  </a:cubicBezTo>
                  <a:cubicBezTo>
                    <a:pt x="132753" y="211208"/>
                    <a:pt x="132016" y="211453"/>
                    <a:pt x="131257" y="211706"/>
                  </a:cubicBezTo>
                  <a:cubicBezTo>
                    <a:pt x="131257" y="212689"/>
                    <a:pt x="131257" y="213671"/>
                    <a:pt x="131257" y="214683"/>
                  </a:cubicBezTo>
                  <a:cubicBezTo>
                    <a:pt x="130001" y="215380"/>
                    <a:pt x="130001" y="215380"/>
                    <a:pt x="128280" y="216171"/>
                  </a:cubicBezTo>
                  <a:cubicBezTo>
                    <a:pt x="125429" y="218733"/>
                    <a:pt x="125429" y="218733"/>
                    <a:pt x="123816" y="222124"/>
                  </a:cubicBezTo>
                  <a:cubicBezTo>
                    <a:pt x="122895" y="222078"/>
                    <a:pt x="122895" y="222078"/>
                    <a:pt x="121955" y="222031"/>
                  </a:cubicBezTo>
                  <a:cubicBezTo>
                    <a:pt x="121034" y="222077"/>
                    <a:pt x="121034" y="222077"/>
                    <a:pt x="120095" y="222124"/>
                  </a:cubicBezTo>
                  <a:cubicBezTo>
                    <a:pt x="119972" y="222738"/>
                    <a:pt x="119849" y="223352"/>
                    <a:pt x="119723" y="223985"/>
                  </a:cubicBezTo>
                  <a:cubicBezTo>
                    <a:pt x="119600" y="224598"/>
                    <a:pt x="119477" y="225212"/>
                    <a:pt x="119351" y="225845"/>
                  </a:cubicBezTo>
                  <a:cubicBezTo>
                    <a:pt x="118111" y="225877"/>
                    <a:pt x="116870" y="225875"/>
                    <a:pt x="115630" y="225845"/>
                  </a:cubicBezTo>
                  <a:cubicBezTo>
                    <a:pt x="115424" y="226331"/>
                    <a:pt x="115217" y="226818"/>
                    <a:pt x="115005" y="227319"/>
                  </a:cubicBezTo>
                  <a:cubicBezTo>
                    <a:pt x="114720" y="227815"/>
                    <a:pt x="114435" y="228311"/>
                    <a:pt x="114142" y="228821"/>
                  </a:cubicBezTo>
                  <a:cubicBezTo>
                    <a:pt x="112369" y="229112"/>
                    <a:pt x="112369" y="229112"/>
                    <a:pt x="110328" y="229008"/>
                  </a:cubicBezTo>
                  <a:cubicBezTo>
                    <a:pt x="109651" y="228981"/>
                    <a:pt x="108974" y="228954"/>
                    <a:pt x="108276" y="228926"/>
                  </a:cubicBezTo>
                  <a:cubicBezTo>
                    <a:pt x="107756" y="228892"/>
                    <a:pt x="107236" y="228857"/>
                    <a:pt x="106700" y="228821"/>
                  </a:cubicBezTo>
                  <a:cubicBezTo>
                    <a:pt x="106700" y="230049"/>
                    <a:pt x="106700" y="231277"/>
                    <a:pt x="106700" y="232542"/>
                  </a:cubicBezTo>
                  <a:cubicBezTo>
                    <a:pt x="103017" y="232542"/>
                    <a:pt x="99333" y="232542"/>
                    <a:pt x="95538" y="232542"/>
                  </a:cubicBezTo>
                  <a:cubicBezTo>
                    <a:pt x="95538" y="233524"/>
                    <a:pt x="95538" y="234507"/>
                    <a:pt x="95538" y="235519"/>
                  </a:cubicBezTo>
                  <a:cubicBezTo>
                    <a:pt x="89900" y="236124"/>
                    <a:pt x="84340" y="236370"/>
                    <a:pt x="78671" y="236359"/>
                  </a:cubicBezTo>
                  <a:cubicBezTo>
                    <a:pt x="77846" y="236360"/>
                    <a:pt x="77021" y="236362"/>
                    <a:pt x="76171" y="236363"/>
                  </a:cubicBezTo>
                  <a:cubicBezTo>
                    <a:pt x="73472" y="236366"/>
                    <a:pt x="70774" y="236364"/>
                    <a:pt x="68075" y="236362"/>
                  </a:cubicBezTo>
                  <a:cubicBezTo>
                    <a:pt x="66190" y="236362"/>
                    <a:pt x="64305" y="236363"/>
                    <a:pt x="62420" y="236364"/>
                  </a:cubicBezTo>
                  <a:cubicBezTo>
                    <a:pt x="58485" y="236365"/>
                    <a:pt x="54549" y="236363"/>
                    <a:pt x="50614" y="236360"/>
                  </a:cubicBezTo>
                  <a:cubicBezTo>
                    <a:pt x="46066" y="236356"/>
                    <a:pt x="41518" y="236357"/>
                    <a:pt x="36970" y="236361"/>
                  </a:cubicBezTo>
                  <a:cubicBezTo>
                    <a:pt x="32582" y="236365"/>
                    <a:pt x="28194" y="236365"/>
                    <a:pt x="23807" y="236362"/>
                  </a:cubicBezTo>
                  <a:cubicBezTo>
                    <a:pt x="21944" y="236362"/>
                    <a:pt x="20080" y="236363"/>
                    <a:pt x="18217" y="236364"/>
                  </a:cubicBezTo>
                  <a:cubicBezTo>
                    <a:pt x="15622" y="236366"/>
                    <a:pt x="13027" y="236363"/>
                    <a:pt x="10431" y="236359"/>
                  </a:cubicBezTo>
                  <a:cubicBezTo>
                    <a:pt x="9659" y="236361"/>
                    <a:pt x="8887" y="236362"/>
                    <a:pt x="8091" y="236364"/>
                  </a:cubicBezTo>
                  <a:cubicBezTo>
                    <a:pt x="7033" y="236361"/>
                    <a:pt x="7033" y="236361"/>
                    <a:pt x="5955" y="236357"/>
                  </a:cubicBezTo>
                  <a:cubicBezTo>
                    <a:pt x="5342" y="236357"/>
                    <a:pt x="4729" y="236357"/>
                    <a:pt x="4097" y="236357"/>
                  </a:cubicBezTo>
                  <a:cubicBezTo>
                    <a:pt x="2521" y="236263"/>
                    <a:pt x="2521" y="236263"/>
                    <a:pt x="288" y="235519"/>
                  </a:cubicBezTo>
                  <a:cubicBezTo>
                    <a:pt x="11" y="233919"/>
                    <a:pt x="11" y="233919"/>
                    <a:pt x="13" y="231755"/>
                  </a:cubicBezTo>
                  <a:cubicBezTo>
                    <a:pt x="9" y="230934"/>
                    <a:pt x="5" y="230114"/>
                    <a:pt x="0" y="229268"/>
                  </a:cubicBezTo>
                  <a:cubicBezTo>
                    <a:pt x="7" y="228355"/>
                    <a:pt x="13" y="227443"/>
                    <a:pt x="20" y="226502"/>
                  </a:cubicBezTo>
                  <a:cubicBezTo>
                    <a:pt x="18" y="225541"/>
                    <a:pt x="16" y="224580"/>
                    <a:pt x="14" y="223590"/>
                  </a:cubicBezTo>
                  <a:cubicBezTo>
                    <a:pt x="9" y="220911"/>
                    <a:pt x="18" y="218232"/>
                    <a:pt x="29" y="215552"/>
                  </a:cubicBezTo>
                  <a:cubicBezTo>
                    <a:pt x="39" y="212667"/>
                    <a:pt x="35" y="209783"/>
                    <a:pt x="34" y="206898"/>
                  </a:cubicBezTo>
                  <a:cubicBezTo>
                    <a:pt x="33" y="201896"/>
                    <a:pt x="40" y="196894"/>
                    <a:pt x="52" y="191892"/>
                  </a:cubicBezTo>
                  <a:cubicBezTo>
                    <a:pt x="70" y="184659"/>
                    <a:pt x="76" y="177427"/>
                    <a:pt x="79" y="170195"/>
                  </a:cubicBezTo>
                  <a:cubicBezTo>
                    <a:pt x="84" y="158462"/>
                    <a:pt x="99" y="146729"/>
                    <a:pt x="120" y="134996"/>
                  </a:cubicBezTo>
                  <a:cubicBezTo>
                    <a:pt x="140" y="123596"/>
                    <a:pt x="156" y="112196"/>
                    <a:pt x="166" y="100796"/>
                  </a:cubicBezTo>
                  <a:cubicBezTo>
                    <a:pt x="166" y="100094"/>
                    <a:pt x="167" y="99391"/>
                    <a:pt x="167" y="98668"/>
                  </a:cubicBezTo>
                  <a:cubicBezTo>
                    <a:pt x="170" y="95145"/>
                    <a:pt x="173" y="91623"/>
                    <a:pt x="176" y="88100"/>
                  </a:cubicBezTo>
                  <a:cubicBezTo>
                    <a:pt x="199" y="58857"/>
                    <a:pt x="238" y="29614"/>
                    <a:pt x="288" y="370"/>
                  </a:cubicBezTo>
                  <a:cubicBezTo>
                    <a:pt x="13082" y="301"/>
                    <a:pt x="25877" y="248"/>
                    <a:pt x="38671" y="216"/>
                  </a:cubicBezTo>
                  <a:cubicBezTo>
                    <a:pt x="44611" y="201"/>
                    <a:pt x="50551" y="180"/>
                    <a:pt x="56492" y="146"/>
                  </a:cubicBezTo>
                  <a:cubicBezTo>
                    <a:pt x="61667" y="116"/>
                    <a:pt x="66843" y="97"/>
                    <a:pt x="72019" y="90"/>
                  </a:cubicBezTo>
                  <a:cubicBezTo>
                    <a:pt x="74761" y="86"/>
                    <a:pt x="77503" y="77"/>
                    <a:pt x="80245" y="56"/>
                  </a:cubicBezTo>
                  <a:cubicBezTo>
                    <a:pt x="83301" y="32"/>
                    <a:pt x="86357" y="31"/>
                    <a:pt x="89413" y="32"/>
                  </a:cubicBezTo>
                  <a:cubicBezTo>
                    <a:pt x="90787" y="16"/>
                    <a:pt x="90787" y="16"/>
                    <a:pt x="92189" y="0"/>
                  </a:cubicBezTo>
                  <a:close/>
                </a:path>
              </a:pathLst>
            </a:custGeom>
            <a:grpFill/>
            <a:ln w="744" cap="flat">
              <a:noFill/>
              <a:prstDash val="solid"/>
              <a:miter/>
            </a:ln>
          </p:spPr>
          <p:txBody>
            <a:bodyPr rtlCol="0" anchor="ctr"/>
            <a:lstStyle/>
            <a:p>
              <a:endParaRPr lang="zh-CN" altLang="en-US"/>
            </a:p>
          </p:txBody>
        </p:sp>
        <p:sp>
          <p:nvSpPr>
            <p:cNvPr id="114" name="任意多边形: 形状 113"/>
            <p:cNvSpPr/>
            <p:nvPr/>
          </p:nvSpPr>
          <p:spPr>
            <a:xfrm>
              <a:off x="8641674" y="1394069"/>
              <a:ext cx="158790" cy="236364"/>
            </a:xfrm>
            <a:custGeom>
              <a:avLst/>
              <a:gdLst>
                <a:gd name="connsiteX0" fmla="*/ 29348 w 158790"/>
                <a:gd name="connsiteY0" fmla="*/ 30922 h 236364"/>
                <a:gd name="connsiteX1" fmla="*/ 29348 w 158790"/>
                <a:gd name="connsiteY1" fmla="*/ 205051 h 236364"/>
                <a:gd name="connsiteX2" fmla="*/ 79950 w 158790"/>
                <a:gd name="connsiteY2" fmla="*/ 205051 h 236364"/>
                <a:gd name="connsiteX3" fmla="*/ 79950 w 158790"/>
                <a:gd name="connsiteY3" fmla="*/ 202074 h 236364"/>
                <a:gd name="connsiteX4" fmla="*/ 84675 w 158790"/>
                <a:gd name="connsiteY4" fmla="*/ 202256 h 236364"/>
                <a:gd name="connsiteX5" fmla="*/ 86600 w 158790"/>
                <a:gd name="connsiteY5" fmla="*/ 202307 h 236364"/>
                <a:gd name="connsiteX6" fmla="*/ 93344 w 158790"/>
                <a:gd name="connsiteY6" fmla="*/ 202074 h 236364"/>
                <a:gd name="connsiteX7" fmla="*/ 93952 w 158790"/>
                <a:gd name="connsiteY7" fmla="*/ 200202 h 236364"/>
                <a:gd name="connsiteX8" fmla="*/ 94088 w 158790"/>
                <a:gd name="connsiteY8" fmla="*/ 198354 h 236364"/>
                <a:gd name="connsiteX9" fmla="*/ 95437 w 158790"/>
                <a:gd name="connsiteY9" fmla="*/ 198095 h 236364"/>
                <a:gd name="connsiteX10" fmla="*/ 100041 w 158790"/>
                <a:gd name="connsiteY10" fmla="*/ 198354 h 236364"/>
                <a:gd name="connsiteX11" fmla="*/ 100599 w 158790"/>
                <a:gd name="connsiteY11" fmla="*/ 196865 h 236364"/>
                <a:gd name="connsiteX12" fmla="*/ 100786 w 158790"/>
                <a:gd name="connsiteY12" fmla="*/ 195377 h 236364"/>
                <a:gd name="connsiteX13" fmla="*/ 103762 w 158790"/>
                <a:gd name="connsiteY13" fmla="*/ 195377 h 236364"/>
                <a:gd name="connsiteX14" fmla="*/ 104878 w 158790"/>
                <a:gd name="connsiteY14" fmla="*/ 193935 h 236364"/>
                <a:gd name="connsiteX15" fmla="*/ 105994 w 158790"/>
                <a:gd name="connsiteY15" fmla="*/ 192400 h 236364"/>
                <a:gd name="connsiteX16" fmla="*/ 108971 w 158790"/>
                <a:gd name="connsiteY16" fmla="*/ 191656 h 236364"/>
                <a:gd name="connsiteX17" fmla="*/ 109436 w 158790"/>
                <a:gd name="connsiteY17" fmla="*/ 190122 h 236364"/>
                <a:gd name="connsiteX18" fmla="*/ 109715 w 158790"/>
                <a:gd name="connsiteY18" fmla="*/ 188680 h 236364"/>
                <a:gd name="connsiteX19" fmla="*/ 111203 w 158790"/>
                <a:gd name="connsiteY19" fmla="*/ 188680 h 236364"/>
                <a:gd name="connsiteX20" fmla="*/ 112692 w 158790"/>
                <a:gd name="connsiteY20" fmla="*/ 184959 h 236364"/>
                <a:gd name="connsiteX21" fmla="*/ 114924 w 158790"/>
                <a:gd name="connsiteY21" fmla="*/ 183471 h 236364"/>
                <a:gd name="connsiteX22" fmla="*/ 114924 w 158790"/>
                <a:gd name="connsiteY22" fmla="*/ 179006 h 236364"/>
                <a:gd name="connsiteX23" fmla="*/ 117901 w 158790"/>
                <a:gd name="connsiteY23" fmla="*/ 178262 h 236364"/>
                <a:gd name="connsiteX24" fmla="*/ 118459 w 158790"/>
                <a:gd name="connsiteY24" fmla="*/ 175611 h 236364"/>
                <a:gd name="connsiteX25" fmla="*/ 118645 w 158790"/>
                <a:gd name="connsiteY25" fmla="*/ 173053 h 236364"/>
                <a:gd name="connsiteX26" fmla="*/ 119389 w 158790"/>
                <a:gd name="connsiteY26" fmla="*/ 173053 h 236364"/>
                <a:gd name="connsiteX27" fmla="*/ 120598 w 158790"/>
                <a:gd name="connsiteY27" fmla="*/ 167658 h 236364"/>
                <a:gd name="connsiteX28" fmla="*/ 120133 w 158790"/>
                <a:gd name="connsiteY28" fmla="*/ 165611 h 236364"/>
                <a:gd name="connsiteX29" fmla="*/ 123110 w 158790"/>
                <a:gd name="connsiteY29" fmla="*/ 164867 h 236364"/>
                <a:gd name="connsiteX30" fmla="*/ 123400 w 158790"/>
                <a:gd name="connsiteY30" fmla="*/ 162516 h 236364"/>
                <a:gd name="connsiteX31" fmla="*/ 123296 w 158790"/>
                <a:gd name="connsiteY31" fmla="*/ 159612 h 236364"/>
                <a:gd name="connsiteX32" fmla="*/ 123214 w 158790"/>
                <a:gd name="connsiteY32" fmla="*/ 156702 h 236364"/>
                <a:gd name="connsiteX33" fmla="*/ 123110 w 158790"/>
                <a:gd name="connsiteY33" fmla="*/ 154449 h 236364"/>
                <a:gd name="connsiteX34" fmla="*/ 125342 w 158790"/>
                <a:gd name="connsiteY34" fmla="*/ 154449 h 236364"/>
                <a:gd name="connsiteX35" fmla="*/ 126135 w 158790"/>
                <a:gd name="connsiteY35" fmla="*/ 150541 h 236364"/>
                <a:gd name="connsiteX36" fmla="*/ 126080 w 158790"/>
                <a:gd name="connsiteY36" fmla="*/ 148607 h 236364"/>
                <a:gd name="connsiteX37" fmla="*/ 125993 w 158790"/>
                <a:gd name="connsiteY37" fmla="*/ 144310 h 236364"/>
                <a:gd name="connsiteX38" fmla="*/ 125926 w 158790"/>
                <a:gd name="connsiteY38" fmla="*/ 142101 h 236364"/>
                <a:gd name="connsiteX39" fmla="*/ 125894 w 158790"/>
                <a:gd name="connsiteY39" fmla="*/ 140003 h 236364"/>
                <a:gd name="connsiteX40" fmla="*/ 126086 w 158790"/>
                <a:gd name="connsiteY40" fmla="*/ 136590 h 236364"/>
                <a:gd name="connsiteX41" fmla="*/ 128319 w 158790"/>
                <a:gd name="connsiteY41" fmla="*/ 135846 h 236364"/>
                <a:gd name="connsiteX42" fmla="*/ 128592 w 158790"/>
                <a:gd name="connsiteY42" fmla="*/ 134359 h 236364"/>
                <a:gd name="connsiteX43" fmla="*/ 128584 w 158790"/>
                <a:gd name="connsiteY43" fmla="*/ 132381 h 236364"/>
                <a:gd name="connsiteX44" fmla="*/ 128591 w 158790"/>
                <a:gd name="connsiteY44" fmla="*/ 130146 h 236364"/>
                <a:gd name="connsiteX45" fmla="*/ 128563 w 158790"/>
                <a:gd name="connsiteY45" fmla="*/ 127713 h 236364"/>
                <a:gd name="connsiteX46" fmla="*/ 128551 w 158790"/>
                <a:gd name="connsiteY46" fmla="*/ 122663 h 236364"/>
                <a:gd name="connsiteX47" fmla="*/ 128497 w 158790"/>
                <a:gd name="connsiteY47" fmla="*/ 114663 h 236364"/>
                <a:gd name="connsiteX48" fmla="*/ 128483 w 158790"/>
                <a:gd name="connsiteY48" fmla="*/ 109457 h 236364"/>
                <a:gd name="connsiteX49" fmla="*/ 128470 w 158790"/>
                <a:gd name="connsiteY49" fmla="*/ 106970 h 236364"/>
                <a:gd name="connsiteX50" fmla="*/ 128460 w 158790"/>
                <a:gd name="connsiteY50" fmla="*/ 104545 h 236364"/>
                <a:gd name="connsiteX51" fmla="*/ 128439 w 158790"/>
                <a:gd name="connsiteY51" fmla="*/ 102296 h 236364"/>
                <a:gd name="connsiteX52" fmla="*/ 127575 w 158790"/>
                <a:gd name="connsiteY52" fmla="*/ 96406 h 236364"/>
                <a:gd name="connsiteX53" fmla="*/ 126086 w 158790"/>
                <a:gd name="connsiteY53" fmla="*/ 96406 h 236364"/>
                <a:gd name="connsiteX54" fmla="*/ 126195 w 158790"/>
                <a:gd name="connsiteY54" fmla="*/ 90696 h 236364"/>
                <a:gd name="connsiteX55" fmla="*/ 126226 w 158790"/>
                <a:gd name="connsiteY55" fmla="*/ 88360 h 236364"/>
                <a:gd name="connsiteX56" fmla="*/ 126282 w 158790"/>
                <a:gd name="connsiteY56" fmla="*/ 86051 h 236364"/>
                <a:gd name="connsiteX57" fmla="*/ 126304 w 158790"/>
                <a:gd name="connsiteY57" fmla="*/ 83834 h 236364"/>
                <a:gd name="connsiteX58" fmla="*/ 124979 w 158790"/>
                <a:gd name="connsiteY58" fmla="*/ 78794 h 236364"/>
                <a:gd name="connsiteX59" fmla="*/ 123499 w 158790"/>
                <a:gd name="connsiteY59" fmla="*/ 76009 h 236364"/>
                <a:gd name="connsiteX60" fmla="*/ 122366 w 158790"/>
                <a:gd name="connsiteY60" fmla="*/ 68873 h 236364"/>
                <a:gd name="connsiteX61" fmla="*/ 120133 w 158790"/>
                <a:gd name="connsiteY61" fmla="*/ 68873 h 236364"/>
                <a:gd name="connsiteX62" fmla="*/ 120133 w 158790"/>
                <a:gd name="connsiteY62" fmla="*/ 62920 h 236364"/>
                <a:gd name="connsiteX63" fmla="*/ 117901 w 158790"/>
                <a:gd name="connsiteY63" fmla="*/ 62176 h 236364"/>
                <a:gd name="connsiteX64" fmla="*/ 117854 w 158790"/>
                <a:gd name="connsiteY64" fmla="*/ 59943 h 236364"/>
                <a:gd name="connsiteX65" fmla="*/ 117901 w 158790"/>
                <a:gd name="connsiteY65" fmla="*/ 57711 h 236364"/>
                <a:gd name="connsiteX66" fmla="*/ 116412 w 158790"/>
                <a:gd name="connsiteY66" fmla="*/ 56967 h 236364"/>
                <a:gd name="connsiteX67" fmla="*/ 114924 w 158790"/>
                <a:gd name="connsiteY67" fmla="*/ 53990 h 236364"/>
                <a:gd name="connsiteX68" fmla="*/ 112692 w 158790"/>
                <a:gd name="connsiteY68" fmla="*/ 51758 h 236364"/>
                <a:gd name="connsiteX69" fmla="*/ 111948 w 158790"/>
                <a:gd name="connsiteY69" fmla="*/ 48781 h 236364"/>
                <a:gd name="connsiteX70" fmla="*/ 108971 w 158790"/>
                <a:gd name="connsiteY70" fmla="*/ 48037 h 236364"/>
                <a:gd name="connsiteX71" fmla="*/ 108971 w 158790"/>
                <a:gd name="connsiteY71" fmla="*/ 45061 h 236364"/>
                <a:gd name="connsiteX72" fmla="*/ 106739 w 158790"/>
                <a:gd name="connsiteY72" fmla="*/ 44317 h 236364"/>
                <a:gd name="connsiteX73" fmla="*/ 105250 w 158790"/>
                <a:gd name="connsiteY73" fmla="*/ 42084 h 236364"/>
                <a:gd name="connsiteX74" fmla="*/ 102274 w 158790"/>
                <a:gd name="connsiteY74" fmla="*/ 40596 h 236364"/>
                <a:gd name="connsiteX75" fmla="*/ 101530 w 158790"/>
                <a:gd name="connsiteY75" fmla="*/ 37619 h 236364"/>
                <a:gd name="connsiteX76" fmla="*/ 98553 w 158790"/>
                <a:gd name="connsiteY76" fmla="*/ 37619 h 236364"/>
                <a:gd name="connsiteX77" fmla="*/ 95577 w 158790"/>
                <a:gd name="connsiteY77" fmla="*/ 37619 h 236364"/>
                <a:gd name="connsiteX78" fmla="*/ 94832 w 158790"/>
                <a:gd name="connsiteY78" fmla="*/ 34643 h 236364"/>
                <a:gd name="connsiteX79" fmla="*/ 93462 w 158790"/>
                <a:gd name="connsiteY79" fmla="*/ 34364 h 236364"/>
                <a:gd name="connsiteX80" fmla="*/ 91693 w 158790"/>
                <a:gd name="connsiteY80" fmla="*/ 34483 h 236364"/>
                <a:gd name="connsiteX81" fmla="*/ 87763 w 158790"/>
                <a:gd name="connsiteY81" fmla="*/ 34689 h 236364"/>
                <a:gd name="connsiteX82" fmla="*/ 85749 w 158790"/>
                <a:gd name="connsiteY82" fmla="*/ 34824 h 236364"/>
                <a:gd name="connsiteX83" fmla="*/ 83833 w 158790"/>
                <a:gd name="connsiteY83" fmla="*/ 34901 h 236364"/>
                <a:gd name="connsiteX84" fmla="*/ 80694 w 158790"/>
                <a:gd name="connsiteY84" fmla="*/ 34643 h 236364"/>
                <a:gd name="connsiteX85" fmla="*/ 79950 w 158790"/>
                <a:gd name="connsiteY85" fmla="*/ 30922 h 236364"/>
                <a:gd name="connsiteX86" fmla="*/ 29348 w 158790"/>
                <a:gd name="connsiteY86" fmla="*/ 30922 h 236364"/>
                <a:gd name="connsiteX87" fmla="*/ 91492 w 158790"/>
                <a:gd name="connsiteY87" fmla="*/ 0 h 236364"/>
                <a:gd name="connsiteX88" fmla="*/ 93980 w 158790"/>
                <a:gd name="connsiteY88" fmla="*/ 12 h 236364"/>
                <a:gd name="connsiteX89" fmla="*/ 96157 w 158790"/>
                <a:gd name="connsiteY89" fmla="*/ 4 h 236364"/>
                <a:gd name="connsiteX90" fmla="*/ 97771 w 158790"/>
                <a:gd name="connsiteY90" fmla="*/ 370 h 236364"/>
                <a:gd name="connsiteX91" fmla="*/ 98515 w 158790"/>
                <a:gd name="connsiteY91" fmla="*/ 3347 h 236364"/>
                <a:gd name="connsiteX92" fmla="*/ 103352 w 158790"/>
                <a:gd name="connsiteY92" fmla="*/ 3347 h 236364"/>
                <a:gd name="connsiteX93" fmla="*/ 108189 w 158790"/>
                <a:gd name="connsiteY93" fmla="*/ 3347 h 236364"/>
                <a:gd name="connsiteX94" fmla="*/ 108933 w 158790"/>
                <a:gd name="connsiteY94" fmla="*/ 6323 h 236364"/>
                <a:gd name="connsiteX95" fmla="*/ 114142 w 158790"/>
                <a:gd name="connsiteY95" fmla="*/ 7068 h 236364"/>
                <a:gd name="connsiteX96" fmla="*/ 114886 w 158790"/>
                <a:gd name="connsiteY96" fmla="*/ 9300 h 236364"/>
                <a:gd name="connsiteX97" fmla="*/ 117072 w 158790"/>
                <a:gd name="connsiteY97" fmla="*/ 9998 h 236364"/>
                <a:gd name="connsiteX98" fmla="*/ 120839 w 158790"/>
                <a:gd name="connsiteY98" fmla="*/ 13765 h 236364"/>
                <a:gd name="connsiteX99" fmla="*/ 122746 w 158790"/>
                <a:gd name="connsiteY99" fmla="*/ 13765 h 236364"/>
                <a:gd name="connsiteX100" fmla="*/ 124560 w 158790"/>
                <a:gd name="connsiteY100" fmla="*/ 13765 h 236364"/>
                <a:gd name="connsiteX101" fmla="*/ 125304 w 158790"/>
                <a:gd name="connsiteY101" fmla="*/ 16741 h 236364"/>
                <a:gd name="connsiteX102" fmla="*/ 127536 w 158790"/>
                <a:gd name="connsiteY102" fmla="*/ 17486 h 236364"/>
                <a:gd name="connsiteX103" fmla="*/ 129024 w 158790"/>
                <a:gd name="connsiteY103" fmla="*/ 20462 h 236364"/>
                <a:gd name="connsiteX104" fmla="*/ 130513 w 158790"/>
                <a:gd name="connsiteY104" fmla="*/ 21206 h 236364"/>
                <a:gd name="connsiteX105" fmla="*/ 132001 w 158790"/>
                <a:gd name="connsiteY105" fmla="*/ 24183 h 236364"/>
                <a:gd name="connsiteX106" fmla="*/ 133489 w 158790"/>
                <a:gd name="connsiteY106" fmla="*/ 24927 h 236364"/>
                <a:gd name="connsiteX107" fmla="*/ 134233 w 158790"/>
                <a:gd name="connsiteY107" fmla="*/ 27159 h 236364"/>
                <a:gd name="connsiteX108" fmla="*/ 136466 w 158790"/>
                <a:gd name="connsiteY108" fmla="*/ 28648 h 236364"/>
                <a:gd name="connsiteX109" fmla="*/ 137210 w 158790"/>
                <a:gd name="connsiteY109" fmla="*/ 30880 h 236364"/>
                <a:gd name="connsiteX110" fmla="*/ 139442 w 158790"/>
                <a:gd name="connsiteY110" fmla="*/ 32368 h 236364"/>
                <a:gd name="connsiteX111" fmla="*/ 139815 w 158790"/>
                <a:gd name="connsiteY111" fmla="*/ 34647 h 236364"/>
                <a:gd name="connsiteX112" fmla="*/ 140187 w 158790"/>
                <a:gd name="connsiteY112" fmla="*/ 36833 h 236364"/>
                <a:gd name="connsiteX113" fmla="*/ 142419 w 158790"/>
                <a:gd name="connsiteY113" fmla="*/ 37577 h 236364"/>
                <a:gd name="connsiteX114" fmla="*/ 142419 w 158790"/>
                <a:gd name="connsiteY114" fmla="*/ 41298 h 236364"/>
                <a:gd name="connsiteX115" fmla="*/ 144651 w 158790"/>
                <a:gd name="connsiteY115" fmla="*/ 41298 h 236364"/>
                <a:gd name="connsiteX116" fmla="*/ 145442 w 158790"/>
                <a:gd name="connsiteY116" fmla="*/ 44275 h 236364"/>
                <a:gd name="connsiteX117" fmla="*/ 146140 w 158790"/>
                <a:gd name="connsiteY117" fmla="*/ 47251 h 236364"/>
                <a:gd name="connsiteX118" fmla="*/ 147628 w 158790"/>
                <a:gd name="connsiteY118" fmla="*/ 47251 h 236364"/>
                <a:gd name="connsiteX119" fmla="*/ 148372 w 158790"/>
                <a:gd name="connsiteY119" fmla="*/ 54693 h 236364"/>
                <a:gd name="connsiteX120" fmla="*/ 150605 w 158790"/>
                <a:gd name="connsiteY120" fmla="*/ 54693 h 236364"/>
                <a:gd name="connsiteX121" fmla="*/ 150605 w 158790"/>
                <a:gd name="connsiteY121" fmla="*/ 62878 h 236364"/>
                <a:gd name="connsiteX122" fmla="*/ 152837 w 158790"/>
                <a:gd name="connsiteY122" fmla="*/ 62878 h 236364"/>
                <a:gd name="connsiteX123" fmla="*/ 153581 w 158790"/>
                <a:gd name="connsiteY123" fmla="*/ 74040 h 236364"/>
                <a:gd name="connsiteX124" fmla="*/ 155814 w 158790"/>
                <a:gd name="connsiteY124" fmla="*/ 74040 h 236364"/>
                <a:gd name="connsiteX125" fmla="*/ 156558 w 158790"/>
                <a:gd name="connsiteY125" fmla="*/ 90411 h 236364"/>
                <a:gd name="connsiteX126" fmla="*/ 158790 w 158790"/>
                <a:gd name="connsiteY126" fmla="*/ 90411 h 236364"/>
                <a:gd name="connsiteX127" fmla="*/ 158790 w 158790"/>
                <a:gd name="connsiteY127" fmla="*/ 142501 h 236364"/>
                <a:gd name="connsiteX128" fmla="*/ 156558 w 158790"/>
                <a:gd name="connsiteY128" fmla="*/ 142501 h 236364"/>
                <a:gd name="connsiteX129" fmla="*/ 155814 w 158790"/>
                <a:gd name="connsiteY129" fmla="*/ 160361 h 236364"/>
                <a:gd name="connsiteX130" fmla="*/ 154325 w 158790"/>
                <a:gd name="connsiteY130" fmla="*/ 160361 h 236364"/>
                <a:gd name="connsiteX131" fmla="*/ 153163 w 158790"/>
                <a:gd name="connsiteY131" fmla="*/ 166825 h 236364"/>
                <a:gd name="connsiteX132" fmla="*/ 152974 w 158790"/>
                <a:gd name="connsiteY132" fmla="*/ 169066 h 236364"/>
                <a:gd name="connsiteX133" fmla="*/ 152837 w 158790"/>
                <a:gd name="connsiteY133" fmla="*/ 170779 h 236364"/>
                <a:gd name="connsiteX134" fmla="*/ 150605 w 158790"/>
                <a:gd name="connsiteY134" fmla="*/ 170779 h 236364"/>
                <a:gd name="connsiteX135" fmla="*/ 150683 w 158790"/>
                <a:gd name="connsiteY135" fmla="*/ 172706 h 236364"/>
                <a:gd name="connsiteX136" fmla="*/ 150744 w 158790"/>
                <a:gd name="connsiteY136" fmla="*/ 175197 h 236364"/>
                <a:gd name="connsiteX137" fmla="*/ 150823 w 158790"/>
                <a:gd name="connsiteY137" fmla="*/ 177682 h 236364"/>
                <a:gd name="connsiteX138" fmla="*/ 150605 w 158790"/>
                <a:gd name="connsiteY138" fmla="*/ 179708 h 236364"/>
                <a:gd name="connsiteX139" fmla="*/ 148372 w 158790"/>
                <a:gd name="connsiteY139" fmla="*/ 180452 h 236364"/>
                <a:gd name="connsiteX140" fmla="*/ 148000 w 158790"/>
                <a:gd name="connsiteY140" fmla="*/ 183801 h 236364"/>
                <a:gd name="connsiteX141" fmla="*/ 147628 w 158790"/>
                <a:gd name="connsiteY141" fmla="*/ 187150 h 236364"/>
                <a:gd name="connsiteX142" fmla="*/ 145396 w 158790"/>
                <a:gd name="connsiteY142" fmla="*/ 187894 h 236364"/>
                <a:gd name="connsiteX143" fmla="*/ 144884 w 158790"/>
                <a:gd name="connsiteY143" fmla="*/ 190917 h 236364"/>
                <a:gd name="connsiteX144" fmla="*/ 144651 w 158790"/>
                <a:gd name="connsiteY144" fmla="*/ 193847 h 236364"/>
                <a:gd name="connsiteX145" fmla="*/ 142419 w 158790"/>
                <a:gd name="connsiteY145" fmla="*/ 193847 h 236364"/>
                <a:gd name="connsiteX146" fmla="*/ 141675 w 158790"/>
                <a:gd name="connsiteY146" fmla="*/ 198312 h 236364"/>
                <a:gd name="connsiteX147" fmla="*/ 139442 w 158790"/>
                <a:gd name="connsiteY147" fmla="*/ 198312 h 236364"/>
                <a:gd name="connsiteX148" fmla="*/ 139582 w 158790"/>
                <a:gd name="connsiteY148" fmla="*/ 200126 h 236364"/>
                <a:gd name="connsiteX149" fmla="*/ 139442 w 158790"/>
                <a:gd name="connsiteY149" fmla="*/ 202032 h 236364"/>
                <a:gd name="connsiteX150" fmla="*/ 137210 w 158790"/>
                <a:gd name="connsiteY150" fmla="*/ 202777 h 236364"/>
                <a:gd name="connsiteX151" fmla="*/ 136466 w 158790"/>
                <a:gd name="connsiteY151" fmla="*/ 207241 h 236364"/>
                <a:gd name="connsiteX152" fmla="*/ 134233 w 158790"/>
                <a:gd name="connsiteY152" fmla="*/ 208730 h 236364"/>
                <a:gd name="connsiteX153" fmla="*/ 133489 w 158790"/>
                <a:gd name="connsiteY153" fmla="*/ 210962 h 236364"/>
                <a:gd name="connsiteX154" fmla="*/ 131257 w 158790"/>
                <a:gd name="connsiteY154" fmla="*/ 212450 h 236364"/>
                <a:gd name="connsiteX155" fmla="*/ 130513 w 158790"/>
                <a:gd name="connsiteY155" fmla="*/ 214683 h 236364"/>
                <a:gd name="connsiteX156" fmla="*/ 123816 w 158790"/>
                <a:gd name="connsiteY156" fmla="*/ 219892 h 236364"/>
                <a:gd name="connsiteX157" fmla="*/ 123071 w 158790"/>
                <a:gd name="connsiteY157" fmla="*/ 222124 h 236364"/>
                <a:gd name="connsiteX158" fmla="*/ 121583 w 158790"/>
                <a:gd name="connsiteY158" fmla="*/ 222450 h 236364"/>
                <a:gd name="connsiteX159" fmla="*/ 120095 w 158790"/>
                <a:gd name="connsiteY159" fmla="*/ 222868 h 236364"/>
                <a:gd name="connsiteX160" fmla="*/ 119862 w 158790"/>
                <a:gd name="connsiteY160" fmla="*/ 224403 h 236364"/>
                <a:gd name="connsiteX161" fmla="*/ 119351 w 158790"/>
                <a:gd name="connsiteY161" fmla="*/ 225845 h 236364"/>
                <a:gd name="connsiteX162" fmla="*/ 114142 w 158790"/>
                <a:gd name="connsiteY162" fmla="*/ 225845 h 236364"/>
                <a:gd name="connsiteX163" fmla="*/ 114142 w 158790"/>
                <a:gd name="connsiteY163" fmla="*/ 228821 h 236364"/>
                <a:gd name="connsiteX164" fmla="*/ 112540 w 158790"/>
                <a:gd name="connsiteY164" fmla="*/ 228880 h 236364"/>
                <a:gd name="connsiteX165" fmla="*/ 110467 w 158790"/>
                <a:gd name="connsiteY165" fmla="*/ 229008 h 236364"/>
                <a:gd name="connsiteX166" fmla="*/ 108401 w 158790"/>
                <a:gd name="connsiteY166" fmla="*/ 229112 h 236364"/>
                <a:gd name="connsiteX167" fmla="*/ 106700 w 158790"/>
                <a:gd name="connsiteY167" fmla="*/ 229566 h 236364"/>
                <a:gd name="connsiteX168" fmla="*/ 106418 w 158790"/>
                <a:gd name="connsiteY168" fmla="*/ 231063 h 236364"/>
                <a:gd name="connsiteX169" fmla="*/ 105956 w 158790"/>
                <a:gd name="connsiteY169" fmla="*/ 232542 h 236364"/>
                <a:gd name="connsiteX170" fmla="*/ 100747 w 158790"/>
                <a:gd name="connsiteY170" fmla="*/ 232961 h 236364"/>
                <a:gd name="connsiteX171" fmla="*/ 95538 w 158790"/>
                <a:gd name="connsiteY171" fmla="*/ 233286 h 236364"/>
                <a:gd name="connsiteX172" fmla="*/ 94794 w 158790"/>
                <a:gd name="connsiteY172" fmla="*/ 235519 h 236364"/>
                <a:gd name="connsiteX173" fmla="*/ 91193 w 158790"/>
                <a:gd name="connsiteY173" fmla="*/ 236024 h 236364"/>
                <a:gd name="connsiteX174" fmla="*/ 88936 w 158790"/>
                <a:gd name="connsiteY174" fmla="*/ 236169 h 236364"/>
                <a:gd name="connsiteX175" fmla="*/ 77996 w 158790"/>
                <a:gd name="connsiteY175" fmla="*/ 236359 h 236364"/>
                <a:gd name="connsiteX176" fmla="*/ 75518 w 158790"/>
                <a:gd name="connsiteY176" fmla="*/ 236363 h 236364"/>
                <a:gd name="connsiteX177" fmla="*/ 67493 w 158790"/>
                <a:gd name="connsiteY177" fmla="*/ 236362 h 236364"/>
                <a:gd name="connsiteX178" fmla="*/ 61889 w 158790"/>
                <a:gd name="connsiteY178" fmla="*/ 236364 h 236364"/>
                <a:gd name="connsiteX179" fmla="*/ 48694 w 158790"/>
                <a:gd name="connsiteY179" fmla="*/ 236359 h 236364"/>
                <a:gd name="connsiteX180" fmla="*/ 36665 w 158790"/>
                <a:gd name="connsiteY180" fmla="*/ 236361 h 236364"/>
                <a:gd name="connsiteX181" fmla="*/ 23619 w 158790"/>
                <a:gd name="connsiteY181" fmla="*/ 236362 h 236364"/>
                <a:gd name="connsiteX182" fmla="*/ 18079 w 158790"/>
                <a:gd name="connsiteY182" fmla="*/ 236364 h 236364"/>
                <a:gd name="connsiteX183" fmla="*/ 10363 w 158790"/>
                <a:gd name="connsiteY183" fmla="*/ 236359 h 236364"/>
                <a:gd name="connsiteX184" fmla="*/ 8044 w 158790"/>
                <a:gd name="connsiteY184" fmla="*/ 236364 h 236364"/>
                <a:gd name="connsiteX185" fmla="*/ 5926 w 158790"/>
                <a:gd name="connsiteY185" fmla="*/ 236357 h 236364"/>
                <a:gd name="connsiteX186" fmla="*/ 4086 w 158790"/>
                <a:gd name="connsiteY186" fmla="*/ 236357 h 236364"/>
                <a:gd name="connsiteX187" fmla="*/ 288 w 158790"/>
                <a:gd name="connsiteY187" fmla="*/ 235519 h 236364"/>
                <a:gd name="connsiteX188" fmla="*/ 13 w 158790"/>
                <a:gd name="connsiteY188" fmla="*/ 231755 h 236364"/>
                <a:gd name="connsiteX189" fmla="*/ 0 w 158790"/>
                <a:gd name="connsiteY189" fmla="*/ 229268 h 236364"/>
                <a:gd name="connsiteX190" fmla="*/ 20 w 158790"/>
                <a:gd name="connsiteY190" fmla="*/ 226502 h 236364"/>
                <a:gd name="connsiteX191" fmla="*/ 14 w 158790"/>
                <a:gd name="connsiteY191" fmla="*/ 223590 h 236364"/>
                <a:gd name="connsiteX192" fmla="*/ 29 w 158790"/>
                <a:gd name="connsiteY192" fmla="*/ 215552 h 236364"/>
                <a:gd name="connsiteX193" fmla="*/ 34 w 158790"/>
                <a:gd name="connsiteY193" fmla="*/ 206898 h 236364"/>
                <a:gd name="connsiteX194" fmla="*/ 52 w 158790"/>
                <a:gd name="connsiteY194" fmla="*/ 191892 h 236364"/>
                <a:gd name="connsiteX195" fmla="*/ 79 w 158790"/>
                <a:gd name="connsiteY195" fmla="*/ 170195 h 236364"/>
                <a:gd name="connsiteX196" fmla="*/ 120 w 158790"/>
                <a:gd name="connsiteY196" fmla="*/ 134996 h 236364"/>
                <a:gd name="connsiteX197" fmla="*/ 166 w 158790"/>
                <a:gd name="connsiteY197" fmla="*/ 100796 h 236364"/>
                <a:gd name="connsiteX198" fmla="*/ 167 w 158790"/>
                <a:gd name="connsiteY198" fmla="*/ 98668 h 236364"/>
                <a:gd name="connsiteX199" fmla="*/ 176 w 158790"/>
                <a:gd name="connsiteY199" fmla="*/ 88100 h 236364"/>
                <a:gd name="connsiteX200" fmla="*/ 288 w 158790"/>
                <a:gd name="connsiteY200" fmla="*/ 370 h 236364"/>
                <a:gd name="connsiteX201" fmla="*/ 38380 w 158790"/>
                <a:gd name="connsiteY201" fmla="*/ 216 h 236364"/>
                <a:gd name="connsiteX202" fmla="*/ 56065 w 158790"/>
                <a:gd name="connsiteY202" fmla="*/ 146 h 236364"/>
                <a:gd name="connsiteX203" fmla="*/ 71475 w 158790"/>
                <a:gd name="connsiteY203" fmla="*/ 90 h 236364"/>
                <a:gd name="connsiteX204" fmla="*/ 79639 w 158790"/>
                <a:gd name="connsiteY204" fmla="*/ 56 h 236364"/>
                <a:gd name="connsiteX205" fmla="*/ 88738 w 158790"/>
                <a:gd name="connsiteY205" fmla="*/ 32 h 236364"/>
                <a:gd name="connsiteX206" fmla="*/ 91492 w 158790"/>
                <a:gd name="connsiteY206"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790" h="236364">
                  <a:moveTo>
                    <a:pt x="29348" y="30922"/>
                  </a:moveTo>
                  <a:cubicBezTo>
                    <a:pt x="29348" y="90126"/>
                    <a:pt x="29348" y="147588"/>
                    <a:pt x="29348" y="205051"/>
                  </a:cubicBezTo>
                  <a:cubicBezTo>
                    <a:pt x="46553" y="205051"/>
                    <a:pt x="63251" y="205051"/>
                    <a:pt x="79950" y="205051"/>
                  </a:cubicBezTo>
                  <a:cubicBezTo>
                    <a:pt x="79950" y="204039"/>
                    <a:pt x="79950" y="203057"/>
                    <a:pt x="79950" y="202074"/>
                  </a:cubicBezTo>
                  <a:cubicBezTo>
                    <a:pt x="81524" y="202145"/>
                    <a:pt x="83099" y="202212"/>
                    <a:pt x="84675" y="202256"/>
                  </a:cubicBezTo>
                  <a:cubicBezTo>
                    <a:pt x="85329" y="202273"/>
                    <a:pt x="85965" y="202290"/>
                    <a:pt x="86600" y="202307"/>
                  </a:cubicBezTo>
                  <a:cubicBezTo>
                    <a:pt x="88882" y="202419"/>
                    <a:pt x="91107" y="202600"/>
                    <a:pt x="93344" y="202074"/>
                  </a:cubicBezTo>
                  <a:cubicBezTo>
                    <a:pt x="93551" y="201438"/>
                    <a:pt x="93751" y="200820"/>
                    <a:pt x="93952" y="200202"/>
                  </a:cubicBezTo>
                  <a:cubicBezTo>
                    <a:pt x="93998" y="199574"/>
                    <a:pt x="94043" y="198964"/>
                    <a:pt x="94088" y="198354"/>
                  </a:cubicBezTo>
                  <a:cubicBezTo>
                    <a:pt x="94547" y="198266"/>
                    <a:pt x="94992" y="198180"/>
                    <a:pt x="95437" y="198095"/>
                  </a:cubicBezTo>
                  <a:cubicBezTo>
                    <a:pt x="97000" y="198299"/>
                    <a:pt x="98467" y="198432"/>
                    <a:pt x="100041" y="198354"/>
                  </a:cubicBezTo>
                  <a:cubicBezTo>
                    <a:pt x="100323" y="197602"/>
                    <a:pt x="100323" y="197602"/>
                    <a:pt x="100599" y="196865"/>
                  </a:cubicBezTo>
                  <a:cubicBezTo>
                    <a:pt x="100663" y="196359"/>
                    <a:pt x="100724" y="195868"/>
                    <a:pt x="100786" y="195377"/>
                  </a:cubicBezTo>
                  <a:cubicBezTo>
                    <a:pt x="101798" y="195377"/>
                    <a:pt x="102780" y="195377"/>
                    <a:pt x="103762" y="195377"/>
                  </a:cubicBezTo>
                  <a:cubicBezTo>
                    <a:pt x="104142" y="194887"/>
                    <a:pt x="104510" y="194411"/>
                    <a:pt x="104878" y="193935"/>
                  </a:cubicBezTo>
                  <a:cubicBezTo>
                    <a:pt x="105258" y="193413"/>
                    <a:pt x="105626" y="192907"/>
                    <a:pt x="105994" y="192400"/>
                  </a:cubicBezTo>
                  <a:cubicBezTo>
                    <a:pt x="106990" y="192166"/>
                    <a:pt x="107983" y="191920"/>
                    <a:pt x="108971" y="191656"/>
                  </a:cubicBezTo>
                  <a:cubicBezTo>
                    <a:pt x="109206" y="190881"/>
                    <a:pt x="109206" y="190881"/>
                    <a:pt x="109436" y="190122"/>
                  </a:cubicBezTo>
                  <a:cubicBezTo>
                    <a:pt x="109577" y="189393"/>
                    <a:pt x="109577" y="189393"/>
                    <a:pt x="109715" y="188680"/>
                  </a:cubicBezTo>
                  <a:cubicBezTo>
                    <a:pt x="110221" y="188680"/>
                    <a:pt x="110712" y="188680"/>
                    <a:pt x="111203" y="188680"/>
                  </a:cubicBezTo>
                  <a:cubicBezTo>
                    <a:pt x="111694" y="187437"/>
                    <a:pt x="112191" y="186197"/>
                    <a:pt x="112692" y="184959"/>
                  </a:cubicBezTo>
                  <a:cubicBezTo>
                    <a:pt x="113451" y="184453"/>
                    <a:pt x="114187" y="183962"/>
                    <a:pt x="114924" y="183471"/>
                  </a:cubicBezTo>
                  <a:cubicBezTo>
                    <a:pt x="114894" y="181983"/>
                    <a:pt x="114893" y="180494"/>
                    <a:pt x="114924" y="179006"/>
                  </a:cubicBezTo>
                  <a:cubicBezTo>
                    <a:pt x="115922" y="178781"/>
                    <a:pt x="116914" y="178531"/>
                    <a:pt x="117901" y="178262"/>
                  </a:cubicBezTo>
                  <a:cubicBezTo>
                    <a:pt x="118183" y="176923"/>
                    <a:pt x="118183" y="176923"/>
                    <a:pt x="118459" y="175611"/>
                  </a:cubicBezTo>
                  <a:cubicBezTo>
                    <a:pt x="118522" y="174741"/>
                    <a:pt x="118583" y="173897"/>
                    <a:pt x="118645" y="173053"/>
                  </a:cubicBezTo>
                  <a:cubicBezTo>
                    <a:pt x="118898" y="173053"/>
                    <a:pt x="119143" y="173053"/>
                    <a:pt x="119389" y="173053"/>
                  </a:cubicBezTo>
                  <a:cubicBezTo>
                    <a:pt x="120787" y="171034"/>
                    <a:pt x="120885" y="170147"/>
                    <a:pt x="120598" y="167658"/>
                  </a:cubicBezTo>
                  <a:cubicBezTo>
                    <a:pt x="120363" y="166624"/>
                    <a:pt x="120363" y="166624"/>
                    <a:pt x="120133" y="165611"/>
                  </a:cubicBezTo>
                  <a:cubicBezTo>
                    <a:pt x="121610" y="165568"/>
                    <a:pt x="121610" y="165568"/>
                    <a:pt x="123110" y="164867"/>
                  </a:cubicBezTo>
                  <a:cubicBezTo>
                    <a:pt x="123209" y="164068"/>
                    <a:pt x="123304" y="163292"/>
                    <a:pt x="123400" y="162516"/>
                  </a:cubicBezTo>
                  <a:cubicBezTo>
                    <a:pt x="123365" y="161528"/>
                    <a:pt x="123330" y="160570"/>
                    <a:pt x="123296" y="159612"/>
                  </a:cubicBezTo>
                  <a:cubicBezTo>
                    <a:pt x="123268" y="158623"/>
                    <a:pt x="123241" y="157662"/>
                    <a:pt x="123214" y="156702"/>
                  </a:cubicBezTo>
                  <a:cubicBezTo>
                    <a:pt x="123179" y="155936"/>
                    <a:pt x="123144" y="155193"/>
                    <a:pt x="123110" y="154449"/>
                  </a:cubicBezTo>
                  <a:cubicBezTo>
                    <a:pt x="123869" y="154449"/>
                    <a:pt x="124605" y="154449"/>
                    <a:pt x="125342" y="154449"/>
                  </a:cubicBezTo>
                  <a:cubicBezTo>
                    <a:pt x="126086" y="152217"/>
                    <a:pt x="126086" y="152217"/>
                    <a:pt x="126135" y="150541"/>
                  </a:cubicBezTo>
                  <a:cubicBezTo>
                    <a:pt x="126117" y="149883"/>
                    <a:pt x="126099" y="149245"/>
                    <a:pt x="126080" y="148607"/>
                  </a:cubicBezTo>
                  <a:cubicBezTo>
                    <a:pt x="126055" y="147175"/>
                    <a:pt x="126026" y="145742"/>
                    <a:pt x="125993" y="144310"/>
                  </a:cubicBezTo>
                  <a:cubicBezTo>
                    <a:pt x="125971" y="143559"/>
                    <a:pt x="125948" y="142830"/>
                    <a:pt x="125926" y="142101"/>
                  </a:cubicBezTo>
                  <a:cubicBezTo>
                    <a:pt x="125916" y="141388"/>
                    <a:pt x="125905" y="140695"/>
                    <a:pt x="125894" y="140003"/>
                  </a:cubicBezTo>
                  <a:cubicBezTo>
                    <a:pt x="125786" y="138141"/>
                    <a:pt x="125786" y="138141"/>
                    <a:pt x="126086" y="136590"/>
                  </a:cubicBezTo>
                  <a:cubicBezTo>
                    <a:pt x="126845" y="136337"/>
                    <a:pt x="127582" y="136091"/>
                    <a:pt x="128319" y="135846"/>
                  </a:cubicBezTo>
                  <a:cubicBezTo>
                    <a:pt x="128412" y="135340"/>
                    <a:pt x="128502" y="134850"/>
                    <a:pt x="128592" y="134359"/>
                  </a:cubicBezTo>
                  <a:cubicBezTo>
                    <a:pt x="128589" y="133686"/>
                    <a:pt x="128587" y="133034"/>
                    <a:pt x="128584" y="132381"/>
                  </a:cubicBezTo>
                  <a:cubicBezTo>
                    <a:pt x="128586" y="131621"/>
                    <a:pt x="128588" y="130884"/>
                    <a:pt x="128591" y="130146"/>
                  </a:cubicBezTo>
                  <a:cubicBezTo>
                    <a:pt x="128581" y="129319"/>
                    <a:pt x="128572" y="128516"/>
                    <a:pt x="128563" y="127713"/>
                  </a:cubicBezTo>
                  <a:cubicBezTo>
                    <a:pt x="128560" y="126030"/>
                    <a:pt x="128556" y="124347"/>
                    <a:pt x="128551" y="122663"/>
                  </a:cubicBezTo>
                  <a:cubicBezTo>
                    <a:pt x="128528" y="119997"/>
                    <a:pt x="128505" y="117330"/>
                    <a:pt x="128497" y="114663"/>
                  </a:cubicBezTo>
                  <a:cubicBezTo>
                    <a:pt x="128495" y="112928"/>
                    <a:pt x="128490" y="111193"/>
                    <a:pt x="128483" y="109457"/>
                  </a:cubicBezTo>
                  <a:cubicBezTo>
                    <a:pt x="128478" y="108612"/>
                    <a:pt x="128474" y="107791"/>
                    <a:pt x="128470" y="106970"/>
                  </a:cubicBezTo>
                  <a:cubicBezTo>
                    <a:pt x="128465" y="105745"/>
                    <a:pt x="128465" y="105745"/>
                    <a:pt x="128460" y="104545"/>
                  </a:cubicBezTo>
                  <a:cubicBezTo>
                    <a:pt x="128453" y="103781"/>
                    <a:pt x="128446" y="103038"/>
                    <a:pt x="128439" y="102296"/>
                  </a:cubicBezTo>
                  <a:cubicBezTo>
                    <a:pt x="128421" y="100023"/>
                    <a:pt x="128301" y="98587"/>
                    <a:pt x="127575" y="96406"/>
                  </a:cubicBezTo>
                  <a:cubicBezTo>
                    <a:pt x="127069" y="96406"/>
                    <a:pt x="126577" y="96406"/>
                    <a:pt x="126086" y="96406"/>
                  </a:cubicBezTo>
                  <a:cubicBezTo>
                    <a:pt x="126132" y="94503"/>
                    <a:pt x="126169" y="92600"/>
                    <a:pt x="126195" y="90696"/>
                  </a:cubicBezTo>
                  <a:cubicBezTo>
                    <a:pt x="126206" y="89902"/>
                    <a:pt x="126216" y="89131"/>
                    <a:pt x="126226" y="88360"/>
                  </a:cubicBezTo>
                  <a:cubicBezTo>
                    <a:pt x="126245" y="87575"/>
                    <a:pt x="126264" y="86813"/>
                    <a:pt x="126282" y="86051"/>
                  </a:cubicBezTo>
                  <a:cubicBezTo>
                    <a:pt x="126290" y="85297"/>
                    <a:pt x="126297" y="84566"/>
                    <a:pt x="126304" y="83834"/>
                  </a:cubicBezTo>
                  <a:cubicBezTo>
                    <a:pt x="126344" y="81574"/>
                    <a:pt x="126502" y="80501"/>
                    <a:pt x="124979" y="78794"/>
                  </a:cubicBezTo>
                  <a:cubicBezTo>
                    <a:pt x="123674" y="77847"/>
                    <a:pt x="123674" y="77847"/>
                    <a:pt x="123499" y="76009"/>
                  </a:cubicBezTo>
                  <a:cubicBezTo>
                    <a:pt x="123359" y="73505"/>
                    <a:pt x="123498" y="71137"/>
                    <a:pt x="122366" y="68873"/>
                  </a:cubicBezTo>
                  <a:cubicBezTo>
                    <a:pt x="121607" y="68873"/>
                    <a:pt x="120870" y="68873"/>
                    <a:pt x="120133" y="68873"/>
                  </a:cubicBezTo>
                  <a:cubicBezTo>
                    <a:pt x="121139" y="66861"/>
                    <a:pt x="121139" y="66861"/>
                    <a:pt x="120133" y="62920"/>
                  </a:cubicBezTo>
                  <a:cubicBezTo>
                    <a:pt x="119006" y="62544"/>
                    <a:pt x="119006" y="62544"/>
                    <a:pt x="117901" y="62176"/>
                  </a:cubicBezTo>
                  <a:cubicBezTo>
                    <a:pt x="117885" y="61417"/>
                    <a:pt x="117870" y="60680"/>
                    <a:pt x="117854" y="59943"/>
                  </a:cubicBezTo>
                  <a:cubicBezTo>
                    <a:pt x="117870" y="59184"/>
                    <a:pt x="117885" y="58448"/>
                    <a:pt x="117901" y="57711"/>
                  </a:cubicBezTo>
                  <a:cubicBezTo>
                    <a:pt x="117395" y="57458"/>
                    <a:pt x="116904" y="57212"/>
                    <a:pt x="116412" y="56967"/>
                  </a:cubicBezTo>
                  <a:cubicBezTo>
                    <a:pt x="115916" y="55975"/>
                    <a:pt x="115420" y="54983"/>
                    <a:pt x="114924" y="53990"/>
                  </a:cubicBezTo>
                  <a:cubicBezTo>
                    <a:pt x="114165" y="53262"/>
                    <a:pt x="113420" y="52518"/>
                    <a:pt x="112692" y="51758"/>
                  </a:cubicBezTo>
                  <a:cubicBezTo>
                    <a:pt x="112366" y="50177"/>
                    <a:pt x="112366" y="50177"/>
                    <a:pt x="111948" y="48781"/>
                  </a:cubicBezTo>
                  <a:cubicBezTo>
                    <a:pt x="110954" y="48540"/>
                    <a:pt x="109961" y="48293"/>
                    <a:pt x="108971" y="48037"/>
                  </a:cubicBezTo>
                  <a:cubicBezTo>
                    <a:pt x="108971" y="47025"/>
                    <a:pt x="108971" y="46043"/>
                    <a:pt x="108971" y="45061"/>
                  </a:cubicBezTo>
                  <a:cubicBezTo>
                    <a:pt x="107844" y="44685"/>
                    <a:pt x="107844" y="44685"/>
                    <a:pt x="106739" y="44317"/>
                  </a:cubicBezTo>
                  <a:cubicBezTo>
                    <a:pt x="105987" y="43189"/>
                    <a:pt x="105987" y="43189"/>
                    <a:pt x="105250" y="42084"/>
                  </a:cubicBezTo>
                  <a:cubicBezTo>
                    <a:pt x="103712" y="41408"/>
                    <a:pt x="103712" y="41408"/>
                    <a:pt x="102274" y="40596"/>
                  </a:cubicBezTo>
                  <a:cubicBezTo>
                    <a:pt x="102088" y="39015"/>
                    <a:pt x="102088" y="39015"/>
                    <a:pt x="101530" y="37619"/>
                  </a:cubicBezTo>
                  <a:cubicBezTo>
                    <a:pt x="100518" y="37619"/>
                    <a:pt x="99535" y="37619"/>
                    <a:pt x="98553" y="37619"/>
                  </a:cubicBezTo>
                  <a:cubicBezTo>
                    <a:pt x="97541" y="37619"/>
                    <a:pt x="96559" y="37619"/>
                    <a:pt x="95577" y="37619"/>
                  </a:cubicBezTo>
                  <a:cubicBezTo>
                    <a:pt x="95333" y="36626"/>
                    <a:pt x="95085" y="35634"/>
                    <a:pt x="94832" y="34643"/>
                  </a:cubicBezTo>
                  <a:cubicBezTo>
                    <a:pt x="94366" y="34548"/>
                    <a:pt x="93914" y="34456"/>
                    <a:pt x="93462" y="34364"/>
                  </a:cubicBezTo>
                  <a:cubicBezTo>
                    <a:pt x="92860" y="34404"/>
                    <a:pt x="92277" y="34444"/>
                    <a:pt x="91693" y="34483"/>
                  </a:cubicBezTo>
                  <a:cubicBezTo>
                    <a:pt x="90382" y="34538"/>
                    <a:pt x="89072" y="34607"/>
                    <a:pt x="87763" y="34689"/>
                  </a:cubicBezTo>
                  <a:cubicBezTo>
                    <a:pt x="87078" y="34735"/>
                    <a:pt x="86413" y="34780"/>
                    <a:pt x="85749" y="34824"/>
                  </a:cubicBezTo>
                  <a:cubicBezTo>
                    <a:pt x="84781" y="34863"/>
                    <a:pt x="84781" y="34863"/>
                    <a:pt x="83833" y="34901"/>
                  </a:cubicBezTo>
                  <a:cubicBezTo>
                    <a:pt x="82113" y="35111"/>
                    <a:pt x="82113" y="35111"/>
                    <a:pt x="80694" y="34643"/>
                  </a:cubicBezTo>
                  <a:cubicBezTo>
                    <a:pt x="80318" y="32764"/>
                    <a:pt x="80318" y="32764"/>
                    <a:pt x="79950" y="30922"/>
                  </a:cubicBezTo>
                  <a:cubicBezTo>
                    <a:pt x="62745" y="30922"/>
                    <a:pt x="46047" y="30922"/>
                    <a:pt x="29348" y="30922"/>
                  </a:cubicBezTo>
                  <a:close/>
                  <a:moveTo>
                    <a:pt x="91492" y="0"/>
                  </a:moveTo>
                  <a:cubicBezTo>
                    <a:pt x="92724" y="6"/>
                    <a:pt x="92724" y="6"/>
                    <a:pt x="93980" y="12"/>
                  </a:cubicBezTo>
                  <a:cubicBezTo>
                    <a:pt x="94698" y="10"/>
                    <a:pt x="95417" y="7"/>
                    <a:pt x="96157" y="4"/>
                  </a:cubicBezTo>
                  <a:cubicBezTo>
                    <a:pt x="96689" y="125"/>
                    <a:pt x="97222" y="246"/>
                    <a:pt x="97771" y="370"/>
                  </a:cubicBezTo>
                  <a:cubicBezTo>
                    <a:pt x="98244" y="1869"/>
                    <a:pt x="98244" y="1869"/>
                    <a:pt x="98515" y="3347"/>
                  </a:cubicBezTo>
                  <a:cubicBezTo>
                    <a:pt x="100762" y="3596"/>
                    <a:pt x="100762" y="3596"/>
                    <a:pt x="103352" y="3347"/>
                  </a:cubicBezTo>
                  <a:cubicBezTo>
                    <a:pt x="106026" y="3161"/>
                    <a:pt x="106026" y="3161"/>
                    <a:pt x="108189" y="3347"/>
                  </a:cubicBezTo>
                  <a:cubicBezTo>
                    <a:pt x="108700" y="4809"/>
                    <a:pt x="108700" y="4809"/>
                    <a:pt x="108933" y="6323"/>
                  </a:cubicBezTo>
                  <a:cubicBezTo>
                    <a:pt x="110664" y="6602"/>
                    <a:pt x="112401" y="6850"/>
                    <a:pt x="114142" y="7068"/>
                  </a:cubicBezTo>
                  <a:cubicBezTo>
                    <a:pt x="114387" y="7804"/>
                    <a:pt x="114633" y="8541"/>
                    <a:pt x="114886" y="9300"/>
                  </a:cubicBezTo>
                  <a:cubicBezTo>
                    <a:pt x="115607" y="9530"/>
                    <a:pt x="116329" y="9760"/>
                    <a:pt x="117072" y="9998"/>
                  </a:cubicBezTo>
                  <a:cubicBezTo>
                    <a:pt x="119778" y="10937"/>
                    <a:pt x="119647" y="11381"/>
                    <a:pt x="120839" y="13765"/>
                  </a:cubicBezTo>
                  <a:cubicBezTo>
                    <a:pt x="121468" y="13765"/>
                    <a:pt x="122097" y="13765"/>
                    <a:pt x="122746" y="13765"/>
                  </a:cubicBezTo>
                  <a:cubicBezTo>
                    <a:pt x="123344" y="13765"/>
                    <a:pt x="123943" y="13765"/>
                    <a:pt x="124560" y="13765"/>
                  </a:cubicBezTo>
                  <a:cubicBezTo>
                    <a:pt x="125025" y="15207"/>
                    <a:pt x="125025" y="15207"/>
                    <a:pt x="125304" y="16741"/>
                  </a:cubicBezTo>
                  <a:cubicBezTo>
                    <a:pt x="126041" y="16987"/>
                    <a:pt x="126777" y="17233"/>
                    <a:pt x="127536" y="17486"/>
                  </a:cubicBezTo>
                  <a:cubicBezTo>
                    <a:pt x="128057" y="18465"/>
                    <a:pt x="128554" y="19458"/>
                    <a:pt x="129024" y="20462"/>
                  </a:cubicBezTo>
                  <a:cubicBezTo>
                    <a:pt x="129516" y="20708"/>
                    <a:pt x="130007" y="20953"/>
                    <a:pt x="130513" y="21206"/>
                  </a:cubicBezTo>
                  <a:cubicBezTo>
                    <a:pt x="131009" y="22198"/>
                    <a:pt x="131505" y="23191"/>
                    <a:pt x="132001" y="24183"/>
                  </a:cubicBezTo>
                  <a:cubicBezTo>
                    <a:pt x="132492" y="24428"/>
                    <a:pt x="132983" y="24674"/>
                    <a:pt x="133489" y="24927"/>
                  </a:cubicBezTo>
                  <a:cubicBezTo>
                    <a:pt x="133735" y="25664"/>
                    <a:pt x="133980" y="26400"/>
                    <a:pt x="134233" y="27159"/>
                  </a:cubicBezTo>
                  <a:cubicBezTo>
                    <a:pt x="134970" y="27651"/>
                    <a:pt x="135707" y="28142"/>
                    <a:pt x="136466" y="28648"/>
                  </a:cubicBezTo>
                  <a:cubicBezTo>
                    <a:pt x="136711" y="29384"/>
                    <a:pt x="136957" y="30121"/>
                    <a:pt x="137210" y="30880"/>
                  </a:cubicBezTo>
                  <a:cubicBezTo>
                    <a:pt x="137947" y="31371"/>
                    <a:pt x="138683" y="31862"/>
                    <a:pt x="139442" y="32368"/>
                  </a:cubicBezTo>
                  <a:cubicBezTo>
                    <a:pt x="139565" y="33120"/>
                    <a:pt x="139688" y="33872"/>
                    <a:pt x="139815" y="34647"/>
                  </a:cubicBezTo>
                  <a:cubicBezTo>
                    <a:pt x="139937" y="35369"/>
                    <a:pt x="140060" y="36090"/>
                    <a:pt x="140187" y="36833"/>
                  </a:cubicBezTo>
                  <a:cubicBezTo>
                    <a:pt x="140923" y="37079"/>
                    <a:pt x="141660" y="37324"/>
                    <a:pt x="142419" y="37577"/>
                  </a:cubicBezTo>
                  <a:cubicBezTo>
                    <a:pt x="142559" y="39484"/>
                    <a:pt x="142559" y="39484"/>
                    <a:pt x="142419" y="41298"/>
                  </a:cubicBezTo>
                  <a:cubicBezTo>
                    <a:pt x="143156" y="41298"/>
                    <a:pt x="143892" y="41298"/>
                    <a:pt x="144651" y="41298"/>
                  </a:cubicBezTo>
                  <a:cubicBezTo>
                    <a:pt x="145143" y="42600"/>
                    <a:pt x="145143" y="42600"/>
                    <a:pt x="145442" y="44275"/>
                  </a:cubicBezTo>
                  <a:cubicBezTo>
                    <a:pt x="145706" y="45900"/>
                    <a:pt x="145706" y="45900"/>
                    <a:pt x="146140" y="47251"/>
                  </a:cubicBezTo>
                  <a:cubicBezTo>
                    <a:pt x="146631" y="47251"/>
                    <a:pt x="147122" y="47251"/>
                    <a:pt x="147628" y="47251"/>
                  </a:cubicBezTo>
                  <a:cubicBezTo>
                    <a:pt x="147874" y="49707"/>
                    <a:pt x="148119" y="52163"/>
                    <a:pt x="148372" y="54693"/>
                  </a:cubicBezTo>
                  <a:cubicBezTo>
                    <a:pt x="149109" y="54693"/>
                    <a:pt x="149846" y="54693"/>
                    <a:pt x="150605" y="54693"/>
                  </a:cubicBezTo>
                  <a:cubicBezTo>
                    <a:pt x="150605" y="57394"/>
                    <a:pt x="150605" y="60095"/>
                    <a:pt x="150605" y="62878"/>
                  </a:cubicBezTo>
                  <a:cubicBezTo>
                    <a:pt x="151341" y="62878"/>
                    <a:pt x="152078" y="62878"/>
                    <a:pt x="152837" y="62878"/>
                  </a:cubicBezTo>
                  <a:cubicBezTo>
                    <a:pt x="153083" y="66562"/>
                    <a:pt x="153328" y="70245"/>
                    <a:pt x="153581" y="74040"/>
                  </a:cubicBezTo>
                  <a:cubicBezTo>
                    <a:pt x="154318" y="74040"/>
                    <a:pt x="155055" y="74040"/>
                    <a:pt x="155814" y="74040"/>
                  </a:cubicBezTo>
                  <a:cubicBezTo>
                    <a:pt x="156059" y="79443"/>
                    <a:pt x="156305" y="84845"/>
                    <a:pt x="156558" y="90411"/>
                  </a:cubicBezTo>
                  <a:cubicBezTo>
                    <a:pt x="157294" y="90411"/>
                    <a:pt x="158031" y="90411"/>
                    <a:pt x="158790" y="90411"/>
                  </a:cubicBezTo>
                  <a:cubicBezTo>
                    <a:pt x="158790" y="107601"/>
                    <a:pt x="158790" y="124791"/>
                    <a:pt x="158790" y="142501"/>
                  </a:cubicBezTo>
                  <a:cubicBezTo>
                    <a:pt x="158053" y="142501"/>
                    <a:pt x="157317" y="142501"/>
                    <a:pt x="156558" y="142501"/>
                  </a:cubicBezTo>
                  <a:cubicBezTo>
                    <a:pt x="156312" y="148395"/>
                    <a:pt x="156067" y="154288"/>
                    <a:pt x="155814" y="160361"/>
                  </a:cubicBezTo>
                  <a:cubicBezTo>
                    <a:pt x="155322" y="160361"/>
                    <a:pt x="154831" y="160361"/>
                    <a:pt x="154325" y="160361"/>
                  </a:cubicBezTo>
                  <a:cubicBezTo>
                    <a:pt x="153579" y="162599"/>
                    <a:pt x="153356" y="164482"/>
                    <a:pt x="153163" y="166825"/>
                  </a:cubicBezTo>
                  <a:cubicBezTo>
                    <a:pt x="153100" y="167565"/>
                    <a:pt x="153038" y="168304"/>
                    <a:pt x="152974" y="169066"/>
                  </a:cubicBezTo>
                  <a:cubicBezTo>
                    <a:pt x="152929" y="169631"/>
                    <a:pt x="152883" y="170196"/>
                    <a:pt x="152837" y="170779"/>
                  </a:cubicBezTo>
                  <a:cubicBezTo>
                    <a:pt x="152100" y="170779"/>
                    <a:pt x="151364" y="170779"/>
                    <a:pt x="150605" y="170779"/>
                  </a:cubicBezTo>
                  <a:cubicBezTo>
                    <a:pt x="150630" y="171415"/>
                    <a:pt x="150656" y="172050"/>
                    <a:pt x="150683" y="172706"/>
                  </a:cubicBezTo>
                  <a:cubicBezTo>
                    <a:pt x="150703" y="173528"/>
                    <a:pt x="150723" y="174350"/>
                    <a:pt x="150744" y="175197"/>
                  </a:cubicBezTo>
                  <a:cubicBezTo>
                    <a:pt x="150770" y="176017"/>
                    <a:pt x="150796" y="176837"/>
                    <a:pt x="150823" y="177682"/>
                  </a:cubicBezTo>
                  <a:cubicBezTo>
                    <a:pt x="150751" y="178351"/>
                    <a:pt x="150679" y="179019"/>
                    <a:pt x="150605" y="179708"/>
                  </a:cubicBezTo>
                  <a:cubicBezTo>
                    <a:pt x="149868" y="179954"/>
                    <a:pt x="149131" y="180199"/>
                    <a:pt x="148372" y="180452"/>
                  </a:cubicBezTo>
                  <a:cubicBezTo>
                    <a:pt x="148020" y="182008"/>
                    <a:pt x="148020" y="182008"/>
                    <a:pt x="148000" y="183801"/>
                  </a:cubicBezTo>
                  <a:cubicBezTo>
                    <a:pt x="147930" y="185638"/>
                    <a:pt x="147930" y="185638"/>
                    <a:pt x="147628" y="187150"/>
                  </a:cubicBezTo>
                  <a:cubicBezTo>
                    <a:pt x="146891" y="187395"/>
                    <a:pt x="146155" y="187641"/>
                    <a:pt x="145396" y="187894"/>
                  </a:cubicBezTo>
                  <a:cubicBezTo>
                    <a:pt x="144960" y="189297"/>
                    <a:pt x="144960" y="189297"/>
                    <a:pt x="144884" y="190917"/>
                  </a:cubicBezTo>
                  <a:cubicBezTo>
                    <a:pt x="144769" y="192367"/>
                    <a:pt x="144769" y="192367"/>
                    <a:pt x="144651" y="193847"/>
                  </a:cubicBezTo>
                  <a:cubicBezTo>
                    <a:pt x="143915" y="193847"/>
                    <a:pt x="143178" y="193847"/>
                    <a:pt x="142419" y="193847"/>
                  </a:cubicBezTo>
                  <a:cubicBezTo>
                    <a:pt x="142173" y="195320"/>
                    <a:pt x="141928" y="196794"/>
                    <a:pt x="141675" y="198312"/>
                  </a:cubicBezTo>
                  <a:cubicBezTo>
                    <a:pt x="140938" y="198312"/>
                    <a:pt x="140201" y="198312"/>
                    <a:pt x="139442" y="198312"/>
                  </a:cubicBezTo>
                  <a:cubicBezTo>
                    <a:pt x="139489" y="198910"/>
                    <a:pt x="139535" y="199509"/>
                    <a:pt x="139582" y="200126"/>
                  </a:cubicBezTo>
                  <a:cubicBezTo>
                    <a:pt x="139536" y="200755"/>
                    <a:pt x="139490" y="201384"/>
                    <a:pt x="139442" y="202032"/>
                  </a:cubicBezTo>
                  <a:cubicBezTo>
                    <a:pt x="138706" y="202278"/>
                    <a:pt x="137969" y="202524"/>
                    <a:pt x="137210" y="202777"/>
                  </a:cubicBezTo>
                  <a:cubicBezTo>
                    <a:pt x="136957" y="204264"/>
                    <a:pt x="136709" y="205752"/>
                    <a:pt x="136466" y="207241"/>
                  </a:cubicBezTo>
                  <a:cubicBezTo>
                    <a:pt x="135729" y="207733"/>
                    <a:pt x="134993" y="208224"/>
                    <a:pt x="134233" y="208730"/>
                  </a:cubicBezTo>
                  <a:cubicBezTo>
                    <a:pt x="133988" y="209466"/>
                    <a:pt x="133742" y="210203"/>
                    <a:pt x="133489" y="210962"/>
                  </a:cubicBezTo>
                  <a:cubicBezTo>
                    <a:pt x="132753" y="211453"/>
                    <a:pt x="132016" y="211944"/>
                    <a:pt x="131257" y="212450"/>
                  </a:cubicBezTo>
                  <a:cubicBezTo>
                    <a:pt x="131011" y="213187"/>
                    <a:pt x="130766" y="213924"/>
                    <a:pt x="130513" y="214683"/>
                  </a:cubicBezTo>
                  <a:cubicBezTo>
                    <a:pt x="128411" y="217012"/>
                    <a:pt x="126590" y="218504"/>
                    <a:pt x="123816" y="219892"/>
                  </a:cubicBezTo>
                  <a:cubicBezTo>
                    <a:pt x="123570" y="220628"/>
                    <a:pt x="123324" y="221365"/>
                    <a:pt x="123071" y="222124"/>
                  </a:cubicBezTo>
                  <a:cubicBezTo>
                    <a:pt x="122580" y="222232"/>
                    <a:pt x="122089" y="222339"/>
                    <a:pt x="121583" y="222450"/>
                  </a:cubicBezTo>
                  <a:cubicBezTo>
                    <a:pt x="121092" y="222588"/>
                    <a:pt x="120601" y="222726"/>
                    <a:pt x="120095" y="222868"/>
                  </a:cubicBezTo>
                  <a:cubicBezTo>
                    <a:pt x="119980" y="223628"/>
                    <a:pt x="119980" y="223628"/>
                    <a:pt x="119862" y="224403"/>
                  </a:cubicBezTo>
                  <a:cubicBezTo>
                    <a:pt x="119693" y="224879"/>
                    <a:pt x="119525" y="225355"/>
                    <a:pt x="119351" y="225845"/>
                  </a:cubicBezTo>
                  <a:cubicBezTo>
                    <a:pt x="116700" y="226031"/>
                    <a:pt x="116700" y="226031"/>
                    <a:pt x="114142" y="225845"/>
                  </a:cubicBezTo>
                  <a:cubicBezTo>
                    <a:pt x="114142" y="226827"/>
                    <a:pt x="114142" y="227809"/>
                    <a:pt x="114142" y="228821"/>
                  </a:cubicBezTo>
                  <a:cubicBezTo>
                    <a:pt x="113613" y="228841"/>
                    <a:pt x="113085" y="228860"/>
                    <a:pt x="112540" y="228880"/>
                  </a:cubicBezTo>
                  <a:cubicBezTo>
                    <a:pt x="111856" y="228922"/>
                    <a:pt x="111172" y="228964"/>
                    <a:pt x="110467" y="229008"/>
                  </a:cubicBezTo>
                  <a:cubicBezTo>
                    <a:pt x="109785" y="229042"/>
                    <a:pt x="109103" y="229077"/>
                    <a:pt x="108401" y="229112"/>
                  </a:cubicBezTo>
                  <a:cubicBezTo>
                    <a:pt x="107840" y="229262"/>
                    <a:pt x="107278" y="229411"/>
                    <a:pt x="106700" y="229566"/>
                  </a:cubicBezTo>
                  <a:cubicBezTo>
                    <a:pt x="106607" y="230060"/>
                    <a:pt x="106514" y="230554"/>
                    <a:pt x="106418" y="231063"/>
                  </a:cubicBezTo>
                  <a:cubicBezTo>
                    <a:pt x="106190" y="231795"/>
                    <a:pt x="106190" y="231795"/>
                    <a:pt x="105956" y="232542"/>
                  </a:cubicBezTo>
                  <a:cubicBezTo>
                    <a:pt x="103631" y="232917"/>
                    <a:pt x="103631" y="232917"/>
                    <a:pt x="100747" y="232961"/>
                  </a:cubicBezTo>
                  <a:cubicBezTo>
                    <a:pt x="97951" y="232960"/>
                    <a:pt x="97951" y="232960"/>
                    <a:pt x="95538" y="233286"/>
                  </a:cubicBezTo>
                  <a:cubicBezTo>
                    <a:pt x="95293" y="234023"/>
                    <a:pt x="95047" y="234760"/>
                    <a:pt x="94794" y="235519"/>
                  </a:cubicBezTo>
                  <a:cubicBezTo>
                    <a:pt x="93234" y="235896"/>
                    <a:pt x="93234" y="235896"/>
                    <a:pt x="91193" y="236024"/>
                  </a:cubicBezTo>
                  <a:cubicBezTo>
                    <a:pt x="90448" y="236072"/>
                    <a:pt x="89703" y="236120"/>
                    <a:pt x="88936" y="236169"/>
                  </a:cubicBezTo>
                  <a:cubicBezTo>
                    <a:pt x="85287" y="236316"/>
                    <a:pt x="81647" y="236366"/>
                    <a:pt x="77996" y="236359"/>
                  </a:cubicBezTo>
                  <a:cubicBezTo>
                    <a:pt x="76769" y="236361"/>
                    <a:pt x="76769" y="236361"/>
                    <a:pt x="75518" y="236363"/>
                  </a:cubicBezTo>
                  <a:cubicBezTo>
                    <a:pt x="72843" y="236366"/>
                    <a:pt x="70168" y="236364"/>
                    <a:pt x="67493" y="236362"/>
                  </a:cubicBezTo>
                  <a:cubicBezTo>
                    <a:pt x="65625" y="236362"/>
                    <a:pt x="63757" y="236363"/>
                    <a:pt x="61889" y="236364"/>
                  </a:cubicBezTo>
                  <a:cubicBezTo>
                    <a:pt x="57490" y="236365"/>
                    <a:pt x="53092" y="236363"/>
                    <a:pt x="48694" y="236359"/>
                  </a:cubicBezTo>
                  <a:cubicBezTo>
                    <a:pt x="44684" y="236355"/>
                    <a:pt x="40675" y="236358"/>
                    <a:pt x="36665" y="236361"/>
                  </a:cubicBezTo>
                  <a:cubicBezTo>
                    <a:pt x="32317" y="236365"/>
                    <a:pt x="27968" y="236365"/>
                    <a:pt x="23619" y="236362"/>
                  </a:cubicBezTo>
                  <a:cubicBezTo>
                    <a:pt x="21772" y="236362"/>
                    <a:pt x="19926" y="236363"/>
                    <a:pt x="18079" y="236364"/>
                  </a:cubicBezTo>
                  <a:cubicBezTo>
                    <a:pt x="15507" y="236366"/>
                    <a:pt x="12935" y="236363"/>
                    <a:pt x="10363" y="236359"/>
                  </a:cubicBezTo>
                  <a:cubicBezTo>
                    <a:pt x="9215" y="236361"/>
                    <a:pt x="9215" y="236361"/>
                    <a:pt x="8044" y="236364"/>
                  </a:cubicBezTo>
                  <a:cubicBezTo>
                    <a:pt x="7345" y="236362"/>
                    <a:pt x="6646" y="236360"/>
                    <a:pt x="5926" y="236357"/>
                  </a:cubicBezTo>
                  <a:cubicBezTo>
                    <a:pt x="5319" y="236357"/>
                    <a:pt x="4711" y="236357"/>
                    <a:pt x="4086" y="236357"/>
                  </a:cubicBezTo>
                  <a:cubicBezTo>
                    <a:pt x="2521" y="236263"/>
                    <a:pt x="2521" y="236263"/>
                    <a:pt x="288" y="235519"/>
                  </a:cubicBezTo>
                  <a:cubicBezTo>
                    <a:pt x="11" y="233919"/>
                    <a:pt x="11" y="233919"/>
                    <a:pt x="13" y="231755"/>
                  </a:cubicBezTo>
                  <a:cubicBezTo>
                    <a:pt x="9" y="230934"/>
                    <a:pt x="5" y="230114"/>
                    <a:pt x="0" y="229268"/>
                  </a:cubicBezTo>
                  <a:cubicBezTo>
                    <a:pt x="7" y="228355"/>
                    <a:pt x="13" y="227443"/>
                    <a:pt x="20" y="226502"/>
                  </a:cubicBezTo>
                  <a:cubicBezTo>
                    <a:pt x="18" y="225541"/>
                    <a:pt x="16" y="224580"/>
                    <a:pt x="14" y="223590"/>
                  </a:cubicBezTo>
                  <a:cubicBezTo>
                    <a:pt x="9" y="220911"/>
                    <a:pt x="18" y="218232"/>
                    <a:pt x="29" y="215552"/>
                  </a:cubicBezTo>
                  <a:cubicBezTo>
                    <a:pt x="39" y="212667"/>
                    <a:pt x="35" y="209783"/>
                    <a:pt x="34" y="206898"/>
                  </a:cubicBezTo>
                  <a:cubicBezTo>
                    <a:pt x="33" y="201896"/>
                    <a:pt x="40" y="196894"/>
                    <a:pt x="52" y="191892"/>
                  </a:cubicBezTo>
                  <a:cubicBezTo>
                    <a:pt x="70" y="184659"/>
                    <a:pt x="76" y="177427"/>
                    <a:pt x="79" y="170195"/>
                  </a:cubicBezTo>
                  <a:cubicBezTo>
                    <a:pt x="84" y="158462"/>
                    <a:pt x="99" y="146729"/>
                    <a:pt x="120" y="134996"/>
                  </a:cubicBezTo>
                  <a:cubicBezTo>
                    <a:pt x="140" y="123596"/>
                    <a:pt x="156" y="112196"/>
                    <a:pt x="166" y="100796"/>
                  </a:cubicBezTo>
                  <a:cubicBezTo>
                    <a:pt x="166" y="100094"/>
                    <a:pt x="167" y="99391"/>
                    <a:pt x="167" y="98668"/>
                  </a:cubicBezTo>
                  <a:cubicBezTo>
                    <a:pt x="170" y="95145"/>
                    <a:pt x="173" y="91623"/>
                    <a:pt x="176" y="88100"/>
                  </a:cubicBezTo>
                  <a:cubicBezTo>
                    <a:pt x="199" y="58857"/>
                    <a:pt x="238" y="29614"/>
                    <a:pt x="288" y="370"/>
                  </a:cubicBezTo>
                  <a:cubicBezTo>
                    <a:pt x="12985" y="301"/>
                    <a:pt x="25683" y="248"/>
                    <a:pt x="38380" y="216"/>
                  </a:cubicBezTo>
                  <a:cubicBezTo>
                    <a:pt x="44275" y="201"/>
                    <a:pt x="50170" y="180"/>
                    <a:pt x="56065" y="146"/>
                  </a:cubicBezTo>
                  <a:cubicBezTo>
                    <a:pt x="61202" y="116"/>
                    <a:pt x="66338" y="97"/>
                    <a:pt x="71475" y="90"/>
                  </a:cubicBezTo>
                  <a:cubicBezTo>
                    <a:pt x="74196" y="86"/>
                    <a:pt x="76917" y="77"/>
                    <a:pt x="79639" y="56"/>
                  </a:cubicBezTo>
                  <a:cubicBezTo>
                    <a:pt x="82672" y="32"/>
                    <a:pt x="85704" y="31"/>
                    <a:pt x="88738" y="32"/>
                  </a:cubicBezTo>
                  <a:cubicBezTo>
                    <a:pt x="89646" y="22"/>
                    <a:pt x="90555" y="11"/>
                    <a:pt x="91492" y="0"/>
                  </a:cubicBezTo>
                  <a:close/>
                </a:path>
              </a:pathLst>
            </a:custGeom>
            <a:grpFill/>
            <a:ln w="744" cap="flat">
              <a:noFill/>
              <a:prstDash val="solid"/>
              <a:miter/>
            </a:ln>
          </p:spPr>
          <p:txBody>
            <a:bodyPr rtlCol="0" anchor="ctr"/>
            <a:lstStyle/>
            <a:p>
              <a:endParaRPr lang="zh-CN" altLang="en-US"/>
            </a:p>
          </p:txBody>
        </p:sp>
        <p:sp>
          <p:nvSpPr>
            <p:cNvPr id="115" name="任意多边形: 形状 114"/>
            <p:cNvSpPr/>
            <p:nvPr/>
          </p:nvSpPr>
          <p:spPr>
            <a:xfrm>
              <a:off x="5893690" y="1394069"/>
              <a:ext cx="145300" cy="236364"/>
            </a:xfrm>
            <a:custGeom>
              <a:avLst/>
              <a:gdLst>
                <a:gd name="connsiteX0" fmla="*/ 80648 w 145300"/>
                <a:gd name="connsiteY0" fmla="*/ 129667 h 236364"/>
                <a:gd name="connsiteX1" fmla="*/ 77689 w 145300"/>
                <a:gd name="connsiteY1" fmla="*/ 129687 h 236364"/>
                <a:gd name="connsiteX2" fmla="*/ 72499 w 145300"/>
                <a:gd name="connsiteY2" fmla="*/ 129711 h 236364"/>
                <a:gd name="connsiteX3" fmla="*/ 69065 w 145300"/>
                <a:gd name="connsiteY3" fmla="*/ 129741 h 236364"/>
                <a:gd name="connsiteX4" fmla="*/ 63940 w 145300"/>
                <a:gd name="connsiteY4" fmla="*/ 129757 h 236364"/>
                <a:gd name="connsiteX5" fmla="*/ 55249 w 145300"/>
                <a:gd name="connsiteY5" fmla="*/ 129839 h 236364"/>
                <a:gd name="connsiteX6" fmla="*/ 27762 w 145300"/>
                <a:gd name="connsiteY6" fmla="*/ 130025 h 236364"/>
                <a:gd name="connsiteX7" fmla="*/ 27762 w 145300"/>
                <a:gd name="connsiteY7" fmla="*/ 205927 h 236364"/>
                <a:gd name="connsiteX8" fmla="*/ 56737 w 145300"/>
                <a:gd name="connsiteY8" fmla="*/ 205741 h 236364"/>
                <a:gd name="connsiteX9" fmla="*/ 69580 w 145300"/>
                <a:gd name="connsiteY9" fmla="*/ 205672 h 236364"/>
                <a:gd name="connsiteX10" fmla="*/ 73035 w 145300"/>
                <a:gd name="connsiteY10" fmla="*/ 205637 h 236364"/>
                <a:gd name="connsiteX11" fmla="*/ 78649 w 145300"/>
                <a:gd name="connsiteY11" fmla="*/ 205613 h 236364"/>
                <a:gd name="connsiteX12" fmla="*/ 80392 w 145300"/>
                <a:gd name="connsiteY12" fmla="*/ 205589 h 236364"/>
                <a:gd name="connsiteX13" fmla="*/ 85805 w 145300"/>
                <a:gd name="connsiteY13" fmla="*/ 205183 h 236364"/>
                <a:gd name="connsiteX14" fmla="*/ 86380 w 145300"/>
                <a:gd name="connsiteY14" fmla="*/ 203679 h 236364"/>
                <a:gd name="connsiteX15" fmla="*/ 86549 w 145300"/>
                <a:gd name="connsiteY15" fmla="*/ 202207 h 236364"/>
                <a:gd name="connsiteX16" fmla="*/ 91386 w 145300"/>
                <a:gd name="connsiteY16" fmla="*/ 202253 h 236364"/>
                <a:gd name="connsiteX17" fmla="*/ 96223 w 145300"/>
                <a:gd name="connsiteY17" fmla="*/ 202207 h 236364"/>
                <a:gd name="connsiteX18" fmla="*/ 96735 w 145300"/>
                <a:gd name="connsiteY18" fmla="*/ 200346 h 236364"/>
                <a:gd name="connsiteX19" fmla="*/ 96967 w 145300"/>
                <a:gd name="connsiteY19" fmla="*/ 198486 h 236364"/>
                <a:gd name="connsiteX20" fmla="*/ 99572 w 145300"/>
                <a:gd name="connsiteY20" fmla="*/ 198439 h 236364"/>
                <a:gd name="connsiteX21" fmla="*/ 102176 w 145300"/>
                <a:gd name="connsiteY21" fmla="*/ 198486 h 236364"/>
                <a:gd name="connsiteX22" fmla="*/ 102688 w 145300"/>
                <a:gd name="connsiteY22" fmla="*/ 197044 h 236364"/>
                <a:gd name="connsiteX23" fmla="*/ 102920 w 145300"/>
                <a:gd name="connsiteY23" fmla="*/ 195509 h 236364"/>
                <a:gd name="connsiteX24" fmla="*/ 104362 w 145300"/>
                <a:gd name="connsiteY24" fmla="*/ 195137 h 236364"/>
                <a:gd name="connsiteX25" fmla="*/ 105897 w 145300"/>
                <a:gd name="connsiteY25" fmla="*/ 194765 h 236364"/>
                <a:gd name="connsiteX26" fmla="*/ 106641 w 145300"/>
                <a:gd name="connsiteY26" fmla="*/ 193509 h 236364"/>
                <a:gd name="connsiteX27" fmla="*/ 107385 w 145300"/>
                <a:gd name="connsiteY27" fmla="*/ 191789 h 236364"/>
                <a:gd name="connsiteX28" fmla="*/ 110176 w 145300"/>
                <a:gd name="connsiteY28" fmla="*/ 185556 h 236364"/>
                <a:gd name="connsiteX29" fmla="*/ 109617 w 145300"/>
                <a:gd name="connsiteY29" fmla="*/ 184347 h 236364"/>
                <a:gd name="connsiteX30" fmla="*/ 111850 w 145300"/>
                <a:gd name="connsiteY30" fmla="*/ 184347 h 236364"/>
                <a:gd name="connsiteX31" fmla="*/ 112736 w 145300"/>
                <a:gd name="connsiteY31" fmla="*/ 178096 h 236364"/>
                <a:gd name="connsiteX32" fmla="*/ 112745 w 145300"/>
                <a:gd name="connsiteY32" fmla="*/ 176118 h 236364"/>
                <a:gd name="connsiteX33" fmla="*/ 112768 w 145300"/>
                <a:gd name="connsiteY33" fmla="*/ 171992 h 236364"/>
                <a:gd name="connsiteX34" fmla="*/ 112803 w 145300"/>
                <a:gd name="connsiteY34" fmla="*/ 165471 h 236364"/>
                <a:gd name="connsiteX35" fmla="*/ 112834 w 145300"/>
                <a:gd name="connsiteY35" fmla="*/ 161221 h 236364"/>
                <a:gd name="connsiteX36" fmla="*/ 112838 w 145300"/>
                <a:gd name="connsiteY36" fmla="*/ 159189 h 236364"/>
                <a:gd name="connsiteX37" fmla="*/ 112866 w 145300"/>
                <a:gd name="connsiteY37" fmla="*/ 157216 h 236364"/>
                <a:gd name="connsiteX38" fmla="*/ 112859 w 145300"/>
                <a:gd name="connsiteY38" fmla="*/ 155380 h 236364"/>
                <a:gd name="connsiteX39" fmla="*/ 111461 w 145300"/>
                <a:gd name="connsiteY39" fmla="*/ 151183 h 236364"/>
                <a:gd name="connsiteX40" fmla="*/ 110362 w 145300"/>
                <a:gd name="connsiteY40" fmla="*/ 150117 h 236364"/>
                <a:gd name="connsiteX41" fmla="*/ 109431 w 145300"/>
                <a:gd name="connsiteY41" fmla="*/ 146954 h 236364"/>
                <a:gd name="connsiteX42" fmla="*/ 108129 w 145300"/>
                <a:gd name="connsiteY42" fmla="*/ 145652 h 236364"/>
                <a:gd name="connsiteX43" fmla="*/ 103385 w 145300"/>
                <a:gd name="connsiteY43" fmla="*/ 138257 h 236364"/>
                <a:gd name="connsiteX44" fmla="*/ 98967 w 145300"/>
                <a:gd name="connsiteY44" fmla="*/ 136490 h 236364"/>
                <a:gd name="connsiteX45" fmla="*/ 96967 w 145300"/>
                <a:gd name="connsiteY45" fmla="*/ 136722 h 236364"/>
                <a:gd name="connsiteX46" fmla="*/ 96967 w 145300"/>
                <a:gd name="connsiteY46" fmla="*/ 133746 h 236364"/>
                <a:gd name="connsiteX47" fmla="*/ 92242 w 145300"/>
                <a:gd name="connsiteY47" fmla="*/ 133626 h 236364"/>
                <a:gd name="connsiteX48" fmla="*/ 90316 w 145300"/>
                <a:gd name="connsiteY48" fmla="*/ 133560 h 236364"/>
                <a:gd name="connsiteX49" fmla="*/ 88399 w 145300"/>
                <a:gd name="connsiteY49" fmla="*/ 133528 h 236364"/>
                <a:gd name="connsiteX50" fmla="*/ 86575 w 145300"/>
                <a:gd name="connsiteY50" fmla="*/ 133455 h 236364"/>
                <a:gd name="connsiteX51" fmla="*/ 83573 w 145300"/>
                <a:gd name="connsiteY51" fmla="*/ 133002 h 236364"/>
                <a:gd name="connsiteX52" fmla="*/ 82828 w 145300"/>
                <a:gd name="connsiteY52" fmla="*/ 130025 h 236364"/>
                <a:gd name="connsiteX53" fmla="*/ 80648 w 145300"/>
                <a:gd name="connsiteY53" fmla="*/ 129667 h 236364"/>
                <a:gd name="connsiteX54" fmla="*/ 76980 w 145300"/>
                <a:gd name="connsiteY54" fmla="*/ 30564 h 236364"/>
                <a:gd name="connsiteX55" fmla="*/ 74226 w 145300"/>
                <a:gd name="connsiteY55" fmla="*/ 30584 h 236364"/>
                <a:gd name="connsiteX56" fmla="*/ 69393 w 145300"/>
                <a:gd name="connsiteY56" fmla="*/ 30608 h 236364"/>
                <a:gd name="connsiteX57" fmla="*/ 66199 w 145300"/>
                <a:gd name="connsiteY57" fmla="*/ 30638 h 236364"/>
                <a:gd name="connsiteX58" fmla="*/ 61425 w 145300"/>
                <a:gd name="connsiteY58" fmla="*/ 30654 h 236364"/>
                <a:gd name="connsiteX59" fmla="*/ 53343 w 145300"/>
                <a:gd name="connsiteY59" fmla="*/ 30736 h 236364"/>
                <a:gd name="connsiteX60" fmla="*/ 27763 w 145300"/>
                <a:gd name="connsiteY60" fmla="*/ 30922 h 236364"/>
                <a:gd name="connsiteX61" fmla="*/ 27763 w 145300"/>
                <a:gd name="connsiteY61" fmla="*/ 99383 h 236364"/>
                <a:gd name="connsiteX62" fmla="*/ 53761 w 145300"/>
                <a:gd name="connsiteY62" fmla="*/ 99615 h 236364"/>
                <a:gd name="connsiteX63" fmla="*/ 65285 w 145300"/>
                <a:gd name="connsiteY63" fmla="*/ 99735 h 236364"/>
                <a:gd name="connsiteX64" fmla="*/ 68386 w 145300"/>
                <a:gd name="connsiteY64" fmla="*/ 99746 h 236364"/>
                <a:gd name="connsiteX65" fmla="*/ 73422 w 145300"/>
                <a:gd name="connsiteY65" fmla="*/ 99807 h 236364"/>
                <a:gd name="connsiteX66" fmla="*/ 74987 w 145300"/>
                <a:gd name="connsiteY66" fmla="*/ 99805 h 236364"/>
                <a:gd name="connsiteX67" fmla="*/ 79853 w 145300"/>
                <a:gd name="connsiteY67" fmla="*/ 99383 h 236364"/>
                <a:gd name="connsiteX68" fmla="*/ 80374 w 145300"/>
                <a:gd name="connsiteY68" fmla="*/ 97514 h 236364"/>
                <a:gd name="connsiteX69" fmla="*/ 80597 w 145300"/>
                <a:gd name="connsiteY69" fmla="*/ 95662 h 236364"/>
                <a:gd name="connsiteX70" fmla="*/ 84594 w 145300"/>
                <a:gd name="connsiteY70" fmla="*/ 95444 h 236364"/>
                <a:gd name="connsiteX71" fmla="*/ 91759 w 145300"/>
                <a:gd name="connsiteY71" fmla="*/ 95662 h 236364"/>
                <a:gd name="connsiteX72" fmla="*/ 92503 w 145300"/>
                <a:gd name="connsiteY72" fmla="*/ 93430 h 236364"/>
                <a:gd name="connsiteX73" fmla="*/ 97811 w 145300"/>
                <a:gd name="connsiteY73" fmla="*/ 91064 h 236364"/>
                <a:gd name="connsiteX74" fmla="*/ 102177 w 145300"/>
                <a:gd name="connsiteY74" fmla="*/ 85244 h 236364"/>
                <a:gd name="connsiteX75" fmla="*/ 104627 w 145300"/>
                <a:gd name="connsiteY75" fmla="*/ 80840 h 236364"/>
                <a:gd name="connsiteX76" fmla="*/ 104549 w 145300"/>
                <a:gd name="connsiteY76" fmla="*/ 78407 h 236364"/>
                <a:gd name="connsiteX77" fmla="*/ 104488 w 145300"/>
                <a:gd name="connsiteY77" fmla="*/ 75957 h 236364"/>
                <a:gd name="connsiteX78" fmla="*/ 104409 w 145300"/>
                <a:gd name="connsiteY78" fmla="*/ 74082 h 236364"/>
                <a:gd name="connsiteX79" fmla="*/ 105898 w 145300"/>
                <a:gd name="connsiteY79" fmla="*/ 74082 h 236364"/>
                <a:gd name="connsiteX80" fmla="*/ 107567 w 145300"/>
                <a:gd name="connsiteY80" fmla="*/ 70402 h 236364"/>
                <a:gd name="connsiteX81" fmla="*/ 107558 w 145300"/>
                <a:gd name="connsiteY81" fmla="*/ 68780 h 236364"/>
                <a:gd name="connsiteX82" fmla="*/ 107553 w 145300"/>
                <a:gd name="connsiteY82" fmla="*/ 67001 h 236364"/>
                <a:gd name="connsiteX83" fmla="*/ 107526 w 145300"/>
                <a:gd name="connsiteY83" fmla="*/ 65152 h 236364"/>
                <a:gd name="connsiteX84" fmla="*/ 106642 w 145300"/>
                <a:gd name="connsiteY84" fmla="*/ 56223 h 236364"/>
                <a:gd name="connsiteX85" fmla="*/ 104409 w 145300"/>
                <a:gd name="connsiteY85" fmla="*/ 56223 h 236364"/>
                <a:gd name="connsiteX86" fmla="*/ 104436 w 145300"/>
                <a:gd name="connsiteY86" fmla="*/ 54647 h 236364"/>
                <a:gd name="connsiteX87" fmla="*/ 104456 w 145300"/>
                <a:gd name="connsiteY87" fmla="*/ 52595 h 236364"/>
                <a:gd name="connsiteX88" fmla="*/ 103665 w 145300"/>
                <a:gd name="connsiteY88" fmla="*/ 47293 h 236364"/>
                <a:gd name="connsiteX89" fmla="*/ 102177 w 145300"/>
                <a:gd name="connsiteY89" fmla="*/ 47293 h 236364"/>
                <a:gd name="connsiteX90" fmla="*/ 101006 w 145300"/>
                <a:gd name="connsiteY90" fmla="*/ 43215 h 236364"/>
                <a:gd name="connsiteX91" fmla="*/ 99433 w 145300"/>
                <a:gd name="connsiteY91" fmla="*/ 41200 h 236364"/>
                <a:gd name="connsiteX92" fmla="*/ 97890 w 145300"/>
                <a:gd name="connsiteY92" fmla="*/ 39169 h 236364"/>
                <a:gd name="connsiteX93" fmla="*/ 94163 w 145300"/>
                <a:gd name="connsiteY93" fmla="*/ 37395 h 236364"/>
                <a:gd name="connsiteX94" fmla="*/ 92503 w 145300"/>
                <a:gd name="connsiteY94" fmla="*/ 37619 h 236364"/>
                <a:gd name="connsiteX95" fmla="*/ 92503 w 145300"/>
                <a:gd name="connsiteY95" fmla="*/ 35387 h 236364"/>
                <a:gd name="connsiteX96" fmla="*/ 85387 w 145300"/>
                <a:gd name="connsiteY96" fmla="*/ 33992 h 236364"/>
                <a:gd name="connsiteX97" fmla="*/ 80597 w 145300"/>
                <a:gd name="connsiteY97" fmla="*/ 33899 h 236364"/>
                <a:gd name="connsiteX98" fmla="*/ 79109 w 145300"/>
                <a:gd name="connsiteY98" fmla="*/ 30922 h 236364"/>
                <a:gd name="connsiteX99" fmla="*/ 76980 w 145300"/>
                <a:gd name="connsiteY99" fmla="*/ 30564 h 236364"/>
                <a:gd name="connsiteX100" fmla="*/ 89305 w 145300"/>
                <a:gd name="connsiteY100" fmla="*/ 0 h 236364"/>
                <a:gd name="connsiteX101" fmla="*/ 91737 w 145300"/>
                <a:gd name="connsiteY101" fmla="*/ 12 h 236364"/>
                <a:gd name="connsiteX102" fmla="*/ 93863 w 145300"/>
                <a:gd name="connsiteY102" fmla="*/ 4 h 236364"/>
                <a:gd name="connsiteX103" fmla="*/ 95442 w 145300"/>
                <a:gd name="connsiteY103" fmla="*/ 370 h 236364"/>
                <a:gd name="connsiteX104" fmla="*/ 96186 w 145300"/>
                <a:gd name="connsiteY104" fmla="*/ 3347 h 236364"/>
                <a:gd name="connsiteX105" fmla="*/ 102462 w 145300"/>
                <a:gd name="connsiteY105" fmla="*/ 3161 h 236364"/>
                <a:gd name="connsiteX106" fmla="*/ 104372 w 145300"/>
                <a:gd name="connsiteY106" fmla="*/ 3347 h 236364"/>
                <a:gd name="connsiteX107" fmla="*/ 105860 w 145300"/>
                <a:gd name="connsiteY107" fmla="*/ 6323 h 236364"/>
                <a:gd name="connsiteX108" fmla="*/ 111069 w 145300"/>
                <a:gd name="connsiteY108" fmla="*/ 7068 h 236364"/>
                <a:gd name="connsiteX109" fmla="*/ 111069 w 145300"/>
                <a:gd name="connsiteY109" fmla="*/ 10044 h 236364"/>
                <a:gd name="connsiteX110" fmla="*/ 114790 w 145300"/>
                <a:gd name="connsiteY110" fmla="*/ 10788 h 236364"/>
                <a:gd name="connsiteX111" fmla="*/ 115534 w 145300"/>
                <a:gd name="connsiteY111" fmla="*/ 13765 h 236364"/>
                <a:gd name="connsiteX112" fmla="*/ 118510 w 145300"/>
                <a:gd name="connsiteY112" fmla="*/ 13765 h 236364"/>
                <a:gd name="connsiteX113" fmla="*/ 118510 w 145300"/>
                <a:gd name="connsiteY113" fmla="*/ 16741 h 236364"/>
                <a:gd name="connsiteX114" fmla="*/ 120743 w 145300"/>
                <a:gd name="connsiteY114" fmla="*/ 16741 h 236364"/>
                <a:gd name="connsiteX115" fmla="*/ 121487 w 145300"/>
                <a:gd name="connsiteY115" fmla="*/ 19718 h 236364"/>
                <a:gd name="connsiteX116" fmla="*/ 123719 w 145300"/>
                <a:gd name="connsiteY116" fmla="*/ 21206 h 236364"/>
                <a:gd name="connsiteX117" fmla="*/ 123719 w 145300"/>
                <a:gd name="connsiteY117" fmla="*/ 24183 h 236364"/>
                <a:gd name="connsiteX118" fmla="*/ 125952 w 145300"/>
                <a:gd name="connsiteY118" fmla="*/ 24183 h 236364"/>
                <a:gd name="connsiteX119" fmla="*/ 126696 w 145300"/>
                <a:gd name="connsiteY119" fmla="*/ 27904 h 236364"/>
                <a:gd name="connsiteX120" fmla="*/ 128928 w 145300"/>
                <a:gd name="connsiteY120" fmla="*/ 28648 h 236364"/>
                <a:gd name="connsiteX121" fmla="*/ 129673 w 145300"/>
                <a:gd name="connsiteY121" fmla="*/ 33857 h 236364"/>
                <a:gd name="connsiteX122" fmla="*/ 131905 w 145300"/>
                <a:gd name="connsiteY122" fmla="*/ 35345 h 236364"/>
                <a:gd name="connsiteX123" fmla="*/ 132045 w 145300"/>
                <a:gd name="connsiteY123" fmla="*/ 39159 h 236364"/>
                <a:gd name="connsiteX124" fmla="*/ 131983 w 145300"/>
                <a:gd name="connsiteY124" fmla="*/ 41211 h 236364"/>
                <a:gd name="connsiteX125" fmla="*/ 131905 w 145300"/>
                <a:gd name="connsiteY125" fmla="*/ 42786 h 236364"/>
                <a:gd name="connsiteX126" fmla="*/ 134137 w 145300"/>
                <a:gd name="connsiteY126" fmla="*/ 42786 h 236364"/>
                <a:gd name="connsiteX127" fmla="*/ 134260 w 145300"/>
                <a:gd name="connsiteY127" fmla="*/ 58560 h 236364"/>
                <a:gd name="connsiteX128" fmla="*/ 134306 w 145300"/>
                <a:gd name="connsiteY128" fmla="*/ 63928 h 236364"/>
                <a:gd name="connsiteX129" fmla="*/ 134355 w 145300"/>
                <a:gd name="connsiteY129" fmla="*/ 71636 h 236364"/>
                <a:gd name="connsiteX130" fmla="*/ 134390 w 145300"/>
                <a:gd name="connsiteY130" fmla="*/ 74068 h 236364"/>
                <a:gd name="connsiteX131" fmla="*/ 134391 w 145300"/>
                <a:gd name="connsiteY131" fmla="*/ 76324 h 236364"/>
                <a:gd name="connsiteX132" fmla="*/ 134406 w 145300"/>
                <a:gd name="connsiteY132" fmla="*/ 78312 h 236364"/>
                <a:gd name="connsiteX133" fmla="*/ 131905 w 145300"/>
                <a:gd name="connsiteY133" fmla="*/ 82226 h 236364"/>
                <a:gd name="connsiteX134" fmla="*/ 131952 w 145300"/>
                <a:gd name="connsiteY134" fmla="*/ 84923 h 236364"/>
                <a:gd name="connsiteX135" fmla="*/ 131905 w 145300"/>
                <a:gd name="connsiteY135" fmla="*/ 87435 h 236364"/>
                <a:gd name="connsiteX136" fmla="*/ 130417 w 145300"/>
                <a:gd name="connsiteY136" fmla="*/ 87760 h 236364"/>
                <a:gd name="connsiteX137" fmla="*/ 128928 w 145300"/>
                <a:gd name="connsiteY137" fmla="*/ 88179 h 236364"/>
                <a:gd name="connsiteX138" fmla="*/ 129042 w 145300"/>
                <a:gd name="connsiteY138" fmla="*/ 92783 h 236364"/>
                <a:gd name="connsiteX139" fmla="*/ 128928 w 145300"/>
                <a:gd name="connsiteY139" fmla="*/ 94132 h 236364"/>
                <a:gd name="connsiteX140" fmla="*/ 126696 w 145300"/>
                <a:gd name="connsiteY140" fmla="*/ 94876 h 236364"/>
                <a:gd name="connsiteX141" fmla="*/ 125208 w 145300"/>
                <a:gd name="connsiteY141" fmla="*/ 98597 h 236364"/>
                <a:gd name="connsiteX142" fmla="*/ 123719 w 145300"/>
                <a:gd name="connsiteY142" fmla="*/ 99341 h 236364"/>
                <a:gd name="connsiteX143" fmla="*/ 122975 w 145300"/>
                <a:gd name="connsiteY143" fmla="*/ 100829 h 236364"/>
                <a:gd name="connsiteX144" fmla="*/ 120743 w 145300"/>
                <a:gd name="connsiteY144" fmla="*/ 103062 h 236364"/>
                <a:gd name="connsiteX145" fmla="*/ 119999 w 145300"/>
                <a:gd name="connsiteY145" fmla="*/ 105294 h 236364"/>
                <a:gd name="connsiteX146" fmla="*/ 118557 w 145300"/>
                <a:gd name="connsiteY146" fmla="*/ 105992 h 236364"/>
                <a:gd name="connsiteX147" fmla="*/ 116278 w 145300"/>
                <a:gd name="connsiteY147" fmla="*/ 108410 h 236364"/>
                <a:gd name="connsiteX148" fmla="*/ 115534 w 145300"/>
                <a:gd name="connsiteY148" fmla="*/ 109759 h 236364"/>
                <a:gd name="connsiteX149" fmla="*/ 112557 w 145300"/>
                <a:gd name="connsiteY149" fmla="*/ 109015 h 236364"/>
                <a:gd name="connsiteX150" fmla="*/ 112557 w 145300"/>
                <a:gd name="connsiteY150" fmla="*/ 111247 h 236364"/>
                <a:gd name="connsiteX151" fmla="*/ 118371 w 145300"/>
                <a:gd name="connsiteY151" fmla="*/ 112125 h 236364"/>
                <a:gd name="connsiteX152" fmla="*/ 119999 w 145300"/>
                <a:gd name="connsiteY152" fmla="*/ 112736 h 236364"/>
                <a:gd name="connsiteX153" fmla="*/ 119999 w 145300"/>
                <a:gd name="connsiteY153" fmla="*/ 116456 h 236364"/>
                <a:gd name="connsiteX154" fmla="*/ 122557 w 145300"/>
                <a:gd name="connsiteY154" fmla="*/ 116270 h 236364"/>
                <a:gd name="connsiteX155" fmla="*/ 125208 w 145300"/>
                <a:gd name="connsiteY155" fmla="*/ 116456 h 236364"/>
                <a:gd name="connsiteX156" fmla="*/ 125952 w 145300"/>
                <a:gd name="connsiteY156" fmla="*/ 119433 h 236364"/>
                <a:gd name="connsiteX157" fmla="*/ 128184 w 145300"/>
                <a:gd name="connsiteY157" fmla="*/ 120177 h 236364"/>
                <a:gd name="connsiteX158" fmla="*/ 129673 w 145300"/>
                <a:gd name="connsiteY158" fmla="*/ 123154 h 236364"/>
                <a:gd name="connsiteX159" fmla="*/ 131161 w 145300"/>
                <a:gd name="connsiteY159" fmla="*/ 123898 h 236364"/>
                <a:gd name="connsiteX160" fmla="*/ 131161 w 145300"/>
                <a:gd name="connsiteY160" fmla="*/ 126874 h 236364"/>
                <a:gd name="connsiteX161" fmla="*/ 134137 w 145300"/>
                <a:gd name="connsiteY161" fmla="*/ 128363 h 236364"/>
                <a:gd name="connsiteX162" fmla="*/ 134137 w 145300"/>
                <a:gd name="connsiteY162" fmla="*/ 130595 h 236364"/>
                <a:gd name="connsiteX163" fmla="*/ 135579 w 145300"/>
                <a:gd name="connsiteY163" fmla="*/ 130781 h 236364"/>
                <a:gd name="connsiteX164" fmla="*/ 137114 w 145300"/>
                <a:gd name="connsiteY164" fmla="*/ 131339 h 236364"/>
                <a:gd name="connsiteX165" fmla="*/ 137858 w 145300"/>
                <a:gd name="connsiteY165" fmla="*/ 136548 h 236364"/>
                <a:gd name="connsiteX166" fmla="*/ 139346 w 145300"/>
                <a:gd name="connsiteY166" fmla="*/ 137292 h 236364"/>
                <a:gd name="connsiteX167" fmla="*/ 139812 w 145300"/>
                <a:gd name="connsiteY167" fmla="*/ 140687 h 236364"/>
                <a:gd name="connsiteX168" fmla="*/ 139980 w 145300"/>
                <a:gd name="connsiteY168" fmla="*/ 142551 h 236364"/>
                <a:gd name="connsiteX169" fmla="*/ 140091 w 145300"/>
                <a:gd name="connsiteY169" fmla="*/ 143989 h 236364"/>
                <a:gd name="connsiteX170" fmla="*/ 142323 w 145300"/>
                <a:gd name="connsiteY170" fmla="*/ 143989 h 236364"/>
                <a:gd name="connsiteX171" fmla="*/ 143067 w 145300"/>
                <a:gd name="connsiteY171" fmla="*/ 156640 h 236364"/>
                <a:gd name="connsiteX172" fmla="*/ 145300 w 145300"/>
                <a:gd name="connsiteY172" fmla="*/ 156640 h 236364"/>
                <a:gd name="connsiteX173" fmla="*/ 145300 w 145300"/>
                <a:gd name="connsiteY173" fmla="*/ 178964 h 236364"/>
                <a:gd name="connsiteX174" fmla="*/ 143811 w 145300"/>
                <a:gd name="connsiteY174" fmla="*/ 178964 h 236364"/>
                <a:gd name="connsiteX175" fmla="*/ 142605 w 145300"/>
                <a:gd name="connsiteY175" fmla="*/ 188571 h 236364"/>
                <a:gd name="connsiteX176" fmla="*/ 142323 w 145300"/>
                <a:gd name="connsiteY176" fmla="*/ 190870 h 236364"/>
                <a:gd name="connsiteX177" fmla="*/ 140835 w 145300"/>
                <a:gd name="connsiteY177" fmla="*/ 191614 h 236364"/>
                <a:gd name="connsiteX178" fmla="*/ 140419 w 145300"/>
                <a:gd name="connsiteY178" fmla="*/ 197309 h 236364"/>
                <a:gd name="connsiteX179" fmla="*/ 140091 w 145300"/>
                <a:gd name="connsiteY179" fmla="*/ 199056 h 236364"/>
                <a:gd name="connsiteX180" fmla="*/ 137858 w 145300"/>
                <a:gd name="connsiteY180" fmla="*/ 200544 h 236364"/>
                <a:gd name="connsiteX181" fmla="*/ 137114 w 145300"/>
                <a:gd name="connsiteY181" fmla="*/ 205753 h 236364"/>
                <a:gd name="connsiteX182" fmla="*/ 134882 w 145300"/>
                <a:gd name="connsiteY182" fmla="*/ 205753 h 236364"/>
                <a:gd name="connsiteX183" fmla="*/ 134649 w 145300"/>
                <a:gd name="connsiteY183" fmla="*/ 207893 h 236364"/>
                <a:gd name="connsiteX184" fmla="*/ 131905 w 145300"/>
                <a:gd name="connsiteY184" fmla="*/ 211706 h 236364"/>
                <a:gd name="connsiteX185" fmla="*/ 131533 w 145300"/>
                <a:gd name="connsiteY185" fmla="*/ 213288 h 236364"/>
                <a:gd name="connsiteX186" fmla="*/ 131161 w 145300"/>
                <a:gd name="connsiteY186" fmla="*/ 214683 h 236364"/>
                <a:gd name="connsiteX187" fmla="*/ 128928 w 145300"/>
                <a:gd name="connsiteY187" fmla="*/ 214683 h 236364"/>
                <a:gd name="connsiteX188" fmla="*/ 127440 w 145300"/>
                <a:gd name="connsiteY188" fmla="*/ 218404 h 236364"/>
                <a:gd name="connsiteX189" fmla="*/ 125952 w 145300"/>
                <a:gd name="connsiteY189" fmla="*/ 219148 h 236364"/>
                <a:gd name="connsiteX190" fmla="*/ 125301 w 145300"/>
                <a:gd name="connsiteY190" fmla="*/ 220589 h 236364"/>
                <a:gd name="connsiteX191" fmla="*/ 121487 w 145300"/>
                <a:gd name="connsiteY191" fmla="*/ 223613 h 236364"/>
                <a:gd name="connsiteX192" fmla="*/ 119999 w 145300"/>
                <a:gd name="connsiteY192" fmla="*/ 225845 h 236364"/>
                <a:gd name="connsiteX193" fmla="*/ 117022 w 145300"/>
                <a:gd name="connsiteY193" fmla="*/ 225845 h 236364"/>
                <a:gd name="connsiteX194" fmla="*/ 117022 w 145300"/>
                <a:gd name="connsiteY194" fmla="*/ 228821 h 236364"/>
                <a:gd name="connsiteX195" fmla="*/ 115421 w 145300"/>
                <a:gd name="connsiteY195" fmla="*/ 228880 h 236364"/>
                <a:gd name="connsiteX196" fmla="*/ 113348 w 145300"/>
                <a:gd name="connsiteY196" fmla="*/ 229008 h 236364"/>
                <a:gd name="connsiteX197" fmla="*/ 111281 w 145300"/>
                <a:gd name="connsiteY197" fmla="*/ 229112 h 236364"/>
                <a:gd name="connsiteX198" fmla="*/ 109581 w 145300"/>
                <a:gd name="connsiteY198" fmla="*/ 229566 h 236364"/>
                <a:gd name="connsiteX199" fmla="*/ 109276 w 145300"/>
                <a:gd name="connsiteY199" fmla="*/ 231063 h 236364"/>
                <a:gd name="connsiteX200" fmla="*/ 108837 w 145300"/>
                <a:gd name="connsiteY200" fmla="*/ 232542 h 236364"/>
                <a:gd name="connsiteX201" fmla="*/ 104000 w 145300"/>
                <a:gd name="connsiteY201" fmla="*/ 232961 h 236364"/>
                <a:gd name="connsiteX202" fmla="*/ 99163 w 145300"/>
                <a:gd name="connsiteY202" fmla="*/ 233286 h 236364"/>
                <a:gd name="connsiteX203" fmla="*/ 98419 w 145300"/>
                <a:gd name="connsiteY203" fmla="*/ 235519 h 236364"/>
                <a:gd name="connsiteX204" fmla="*/ 94844 w 145300"/>
                <a:gd name="connsiteY204" fmla="*/ 236024 h 236364"/>
                <a:gd name="connsiteX205" fmla="*/ 92586 w 145300"/>
                <a:gd name="connsiteY205" fmla="*/ 236169 h 236364"/>
                <a:gd name="connsiteX206" fmla="*/ 81199 w 145300"/>
                <a:gd name="connsiteY206" fmla="*/ 236359 h 236364"/>
                <a:gd name="connsiteX207" fmla="*/ 78585 w 145300"/>
                <a:gd name="connsiteY207" fmla="*/ 236363 h 236364"/>
                <a:gd name="connsiteX208" fmla="*/ 70115 w 145300"/>
                <a:gd name="connsiteY208" fmla="*/ 236362 h 236364"/>
                <a:gd name="connsiteX209" fmla="*/ 64205 w 145300"/>
                <a:gd name="connsiteY209" fmla="*/ 236364 h 236364"/>
                <a:gd name="connsiteX210" fmla="*/ 51864 w 145300"/>
                <a:gd name="connsiteY210" fmla="*/ 236360 h 236364"/>
                <a:gd name="connsiteX211" fmla="*/ 37593 w 145300"/>
                <a:gd name="connsiteY211" fmla="*/ 236361 h 236364"/>
                <a:gd name="connsiteX212" fmla="*/ 23834 w 145300"/>
                <a:gd name="connsiteY212" fmla="*/ 236362 h 236364"/>
                <a:gd name="connsiteX213" fmla="*/ 17987 w 145300"/>
                <a:gd name="connsiteY213" fmla="*/ 236364 h 236364"/>
                <a:gd name="connsiteX214" fmla="*/ 9848 w 145300"/>
                <a:gd name="connsiteY214" fmla="*/ 236359 h 236364"/>
                <a:gd name="connsiteX215" fmla="*/ 7394 w 145300"/>
                <a:gd name="connsiteY215" fmla="*/ 236364 h 236364"/>
                <a:gd name="connsiteX216" fmla="*/ 5166 w 145300"/>
                <a:gd name="connsiteY216" fmla="*/ 236357 h 236364"/>
                <a:gd name="connsiteX217" fmla="*/ 3224 w 145300"/>
                <a:gd name="connsiteY217" fmla="*/ 236357 h 236364"/>
                <a:gd name="connsiteX218" fmla="*/ 192 w 145300"/>
                <a:gd name="connsiteY218" fmla="*/ 235519 h 236364"/>
                <a:gd name="connsiteX219" fmla="*/ 9 w 145300"/>
                <a:gd name="connsiteY219" fmla="*/ 231755 h 236364"/>
                <a:gd name="connsiteX220" fmla="*/ 0 w 145300"/>
                <a:gd name="connsiteY220" fmla="*/ 229268 h 236364"/>
                <a:gd name="connsiteX221" fmla="*/ 13 w 145300"/>
                <a:gd name="connsiteY221" fmla="*/ 226502 h 236364"/>
                <a:gd name="connsiteX222" fmla="*/ 9 w 145300"/>
                <a:gd name="connsiteY222" fmla="*/ 223590 h 236364"/>
                <a:gd name="connsiteX223" fmla="*/ 19 w 145300"/>
                <a:gd name="connsiteY223" fmla="*/ 215552 h 236364"/>
                <a:gd name="connsiteX224" fmla="*/ 22 w 145300"/>
                <a:gd name="connsiteY224" fmla="*/ 206898 h 236364"/>
                <a:gd name="connsiteX225" fmla="*/ 35 w 145300"/>
                <a:gd name="connsiteY225" fmla="*/ 191892 h 236364"/>
                <a:gd name="connsiteX226" fmla="*/ 53 w 145300"/>
                <a:gd name="connsiteY226" fmla="*/ 170195 h 236364"/>
                <a:gd name="connsiteX227" fmla="*/ 80 w 145300"/>
                <a:gd name="connsiteY227" fmla="*/ 134996 h 236364"/>
                <a:gd name="connsiteX228" fmla="*/ 110 w 145300"/>
                <a:gd name="connsiteY228" fmla="*/ 100796 h 236364"/>
                <a:gd name="connsiteX229" fmla="*/ 112 w 145300"/>
                <a:gd name="connsiteY229" fmla="*/ 98668 h 236364"/>
                <a:gd name="connsiteX230" fmla="*/ 117 w 145300"/>
                <a:gd name="connsiteY230" fmla="*/ 88100 h 236364"/>
                <a:gd name="connsiteX231" fmla="*/ 192 w 145300"/>
                <a:gd name="connsiteY231" fmla="*/ 370 h 236364"/>
                <a:gd name="connsiteX232" fmla="*/ 37411 w 145300"/>
                <a:gd name="connsiteY232" fmla="*/ 216 h 236364"/>
                <a:gd name="connsiteX233" fmla="*/ 54691 w 145300"/>
                <a:gd name="connsiteY233" fmla="*/ 146 h 236364"/>
                <a:gd name="connsiteX234" fmla="*/ 69747 w 145300"/>
                <a:gd name="connsiteY234" fmla="*/ 90 h 236364"/>
                <a:gd name="connsiteX235" fmla="*/ 77724 w 145300"/>
                <a:gd name="connsiteY235" fmla="*/ 56 h 236364"/>
                <a:gd name="connsiteX236" fmla="*/ 86614 w 145300"/>
                <a:gd name="connsiteY236" fmla="*/ 32 h 236364"/>
                <a:gd name="connsiteX237" fmla="*/ 89305 w 145300"/>
                <a:gd name="connsiteY237"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145300" h="236364">
                  <a:moveTo>
                    <a:pt x="80648" y="129667"/>
                  </a:moveTo>
                  <a:cubicBezTo>
                    <a:pt x="79642" y="129674"/>
                    <a:pt x="78666" y="129680"/>
                    <a:pt x="77689" y="129687"/>
                  </a:cubicBezTo>
                  <a:cubicBezTo>
                    <a:pt x="75959" y="129686"/>
                    <a:pt x="74229" y="129689"/>
                    <a:pt x="72499" y="129711"/>
                  </a:cubicBezTo>
                  <a:cubicBezTo>
                    <a:pt x="71354" y="129726"/>
                    <a:pt x="70209" y="129736"/>
                    <a:pt x="69065" y="129741"/>
                  </a:cubicBezTo>
                  <a:cubicBezTo>
                    <a:pt x="67432" y="129743"/>
                    <a:pt x="67432" y="129743"/>
                    <a:pt x="63940" y="129757"/>
                  </a:cubicBezTo>
                  <a:cubicBezTo>
                    <a:pt x="60985" y="129785"/>
                    <a:pt x="58117" y="129812"/>
                    <a:pt x="55249" y="129839"/>
                  </a:cubicBezTo>
                  <a:cubicBezTo>
                    <a:pt x="45903" y="129902"/>
                    <a:pt x="36833" y="129964"/>
                    <a:pt x="27762" y="130025"/>
                  </a:cubicBezTo>
                  <a:cubicBezTo>
                    <a:pt x="27762" y="155832"/>
                    <a:pt x="27762" y="180880"/>
                    <a:pt x="27762" y="205927"/>
                  </a:cubicBezTo>
                  <a:cubicBezTo>
                    <a:pt x="42394" y="205833"/>
                    <a:pt x="42394" y="205833"/>
                    <a:pt x="56737" y="205741"/>
                  </a:cubicBezTo>
                  <a:cubicBezTo>
                    <a:pt x="61018" y="205725"/>
                    <a:pt x="65299" y="205711"/>
                    <a:pt x="69580" y="205672"/>
                  </a:cubicBezTo>
                  <a:cubicBezTo>
                    <a:pt x="70732" y="205659"/>
                    <a:pt x="71884" y="205647"/>
                    <a:pt x="73035" y="205637"/>
                  </a:cubicBezTo>
                  <a:cubicBezTo>
                    <a:pt x="74907" y="205636"/>
                    <a:pt x="76777" y="205635"/>
                    <a:pt x="78649" y="205613"/>
                  </a:cubicBezTo>
                  <a:cubicBezTo>
                    <a:pt x="79529" y="205601"/>
                    <a:pt x="79529" y="205601"/>
                    <a:pt x="80392" y="205589"/>
                  </a:cubicBezTo>
                  <a:cubicBezTo>
                    <a:pt x="82305" y="205603"/>
                    <a:pt x="83902" y="205504"/>
                    <a:pt x="85805" y="205183"/>
                  </a:cubicBezTo>
                  <a:cubicBezTo>
                    <a:pt x="86001" y="204672"/>
                    <a:pt x="86190" y="204176"/>
                    <a:pt x="86380" y="203679"/>
                  </a:cubicBezTo>
                  <a:cubicBezTo>
                    <a:pt x="86438" y="203179"/>
                    <a:pt x="86493" y="202693"/>
                    <a:pt x="86549" y="202207"/>
                  </a:cubicBezTo>
                  <a:cubicBezTo>
                    <a:pt x="88797" y="201986"/>
                    <a:pt x="88797" y="201986"/>
                    <a:pt x="91386" y="202253"/>
                  </a:cubicBezTo>
                  <a:cubicBezTo>
                    <a:pt x="94060" y="202465"/>
                    <a:pt x="94060" y="202465"/>
                    <a:pt x="96223" y="202207"/>
                  </a:cubicBezTo>
                  <a:cubicBezTo>
                    <a:pt x="96397" y="201574"/>
                    <a:pt x="96566" y="200960"/>
                    <a:pt x="96735" y="200346"/>
                  </a:cubicBezTo>
                  <a:cubicBezTo>
                    <a:pt x="96814" y="199714"/>
                    <a:pt x="96890" y="199100"/>
                    <a:pt x="96967" y="198486"/>
                  </a:cubicBezTo>
                  <a:cubicBezTo>
                    <a:pt x="98282" y="198462"/>
                    <a:pt x="98282" y="198462"/>
                    <a:pt x="99572" y="198439"/>
                  </a:cubicBezTo>
                  <a:cubicBezTo>
                    <a:pt x="100457" y="198455"/>
                    <a:pt x="101317" y="198471"/>
                    <a:pt x="102176" y="198486"/>
                  </a:cubicBezTo>
                  <a:cubicBezTo>
                    <a:pt x="102350" y="197996"/>
                    <a:pt x="102519" y="197520"/>
                    <a:pt x="102688" y="197044"/>
                  </a:cubicBezTo>
                  <a:cubicBezTo>
                    <a:pt x="102767" y="196522"/>
                    <a:pt x="102843" y="196016"/>
                    <a:pt x="102920" y="195509"/>
                  </a:cubicBezTo>
                  <a:cubicBezTo>
                    <a:pt x="103410" y="195383"/>
                    <a:pt x="103886" y="195260"/>
                    <a:pt x="104362" y="195137"/>
                  </a:cubicBezTo>
                  <a:cubicBezTo>
                    <a:pt x="104884" y="195011"/>
                    <a:pt x="105390" y="194888"/>
                    <a:pt x="105897" y="194765"/>
                  </a:cubicBezTo>
                  <a:cubicBezTo>
                    <a:pt x="106150" y="194338"/>
                    <a:pt x="106395" y="193924"/>
                    <a:pt x="106641" y="193509"/>
                  </a:cubicBezTo>
                  <a:cubicBezTo>
                    <a:pt x="106894" y="192924"/>
                    <a:pt x="107139" y="192356"/>
                    <a:pt x="107385" y="191789"/>
                  </a:cubicBezTo>
                  <a:cubicBezTo>
                    <a:pt x="108957" y="189633"/>
                    <a:pt x="110463" y="188285"/>
                    <a:pt x="110176" y="185556"/>
                  </a:cubicBezTo>
                  <a:cubicBezTo>
                    <a:pt x="109986" y="185145"/>
                    <a:pt x="109802" y="184746"/>
                    <a:pt x="109617" y="184347"/>
                  </a:cubicBezTo>
                  <a:cubicBezTo>
                    <a:pt x="110376" y="184347"/>
                    <a:pt x="111113" y="184347"/>
                    <a:pt x="111850" y="184347"/>
                  </a:cubicBezTo>
                  <a:cubicBezTo>
                    <a:pt x="112681" y="182684"/>
                    <a:pt x="112681" y="182684"/>
                    <a:pt x="112736" y="178096"/>
                  </a:cubicBezTo>
                  <a:cubicBezTo>
                    <a:pt x="112739" y="177423"/>
                    <a:pt x="112742" y="176771"/>
                    <a:pt x="112745" y="176118"/>
                  </a:cubicBezTo>
                  <a:cubicBezTo>
                    <a:pt x="112754" y="174743"/>
                    <a:pt x="112762" y="173367"/>
                    <a:pt x="112768" y="171992"/>
                  </a:cubicBezTo>
                  <a:cubicBezTo>
                    <a:pt x="112773" y="169818"/>
                    <a:pt x="112780" y="167645"/>
                    <a:pt x="112803" y="165471"/>
                  </a:cubicBezTo>
                  <a:cubicBezTo>
                    <a:pt x="112819" y="164054"/>
                    <a:pt x="112829" y="162637"/>
                    <a:pt x="112834" y="161221"/>
                  </a:cubicBezTo>
                  <a:cubicBezTo>
                    <a:pt x="112835" y="160530"/>
                    <a:pt x="112837" y="159859"/>
                    <a:pt x="112838" y="159189"/>
                  </a:cubicBezTo>
                  <a:cubicBezTo>
                    <a:pt x="112852" y="158192"/>
                    <a:pt x="112852" y="158192"/>
                    <a:pt x="112866" y="157216"/>
                  </a:cubicBezTo>
                  <a:cubicBezTo>
                    <a:pt x="112864" y="156591"/>
                    <a:pt x="112862" y="155986"/>
                    <a:pt x="112859" y="155380"/>
                  </a:cubicBezTo>
                  <a:cubicBezTo>
                    <a:pt x="112870" y="153348"/>
                    <a:pt x="112898" y="152662"/>
                    <a:pt x="111461" y="151183"/>
                  </a:cubicBezTo>
                  <a:cubicBezTo>
                    <a:pt x="111087" y="150821"/>
                    <a:pt x="110724" y="150469"/>
                    <a:pt x="110362" y="150117"/>
                  </a:cubicBezTo>
                  <a:cubicBezTo>
                    <a:pt x="110362" y="147884"/>
                    <a:pt x="110362" y="147884"/>
                    <a:pt x="109431" y="146954"/>
                  </a:cubicBezTo>
                  <a:cubicBezTo>
                    <a:pt x="108989" y="146511"/>
                    <a:pt x="108559" y="146082"/>
                    <a:pt x="108129" y="145652"/>
                  </a:cubicBezTo>
                  <a:cubicBezTo>
                    <a:pt x="106647" y="142984"/>
                    <a:pt x="105306" y="140633"/>
                    <a:pt x="103385" y="138257"/>
                  </a:cubicBezTo>
                  <a:cubicBezTo>
                    <a:pt x="101432" y="136722"/>
                    <a:pt x="101432" y="136722"/>
                    <a:pt x="98967" y="136490"/>
                  </a:cubicBezTo>
                  <a:cubicBezTo>
                    <a:pt x="98287" y="136569"/>
                    <a:pt x="97627" y="136645"/>
                    <a:pt x="96967" y="136722"/>
                  </a:cubicBezTo>
                  <a:cubicBezTo>
                    <a:pt x="96967" y="135710"/>
                    <a:pt x="96967" y="134728"/>
                    <a:pt x="96967" y="133746"/>
                  </a:cubicBezTo>
                  <a:cubicBezTo>
                    <a:pt x="95392" y="133714"/>
                    <a:pt x="93817" y="133679"/>
                    <a:pt x="92242" y="133626"/>
                  </a:cubicBezTo>
                  <a:cubicBezTo>
                    <a:pt x="91270" y="133593"/>
                    <a:pt x="91270" y="133593"/>
                    <a:pt x="90316" y="133560"/>
                  </a:cubicBezTo>
                  <a:cubicBezTo>
                    <a:pt x="89665" y="133549"/>
                    <a:pt x="89032" y="133538"/>
                    <a:pt x="88399" y="133528"/>
                  </a:cubicBezTo>
                  <a:cubicBezTo>
                    <a:pt x="87779" y="133503"/>
                    <a:pt x="87177" y="133479"/>
                    <a:pt x="86575" y="133455"/>
                  </a:cubicBezTo>
                  <a:cubicBezTo>
                    <a:pt x="84926" y="133484"/>
                    <a:pt x="84926" y="133484"/>
                    <a:pt x="83573" y="133002"/>
                  </a:cubicBezTo>
                  <a:cubicBezTo>
                    <a:pt x="83440" y="131509"/>
                    <a:pt x="83440" y="131509"/>
                    <a:pt x="82828" y="130025"/>
                  </a:cubicBezTo>
                  <a:cubicBezTo>
                    <a:pt x="82087" y="129903"/>
                    <a:pt x="81368" y="129785"/>
                    <a:pt x="80648" y="129667"/>
                  </a:cubicBezTo>
                  <a:close/>
                  <a:moveTo>
                    <a:pt x="76980" y="30564"/>
                  </a:moveTo>
                  <a:cubicBezTo>
                    <a:pt x="76044" y="30571"/>
                    <a:pt x="75135" y="30577"/>
                    <a:pt x="74226" y="30584"/>
                  </a:cubicBezTo>
                  <a:cubicBezTo>
                    <a:pt x="72615" y="30583"/>
                    <a:pt x="71005" y="30586"/>
                    <a:pt x="69393" y="30608"/>
                  </a:cubicBezTo>
                  <a:cubicBezTo>
                    <a:pt x="68329" y="30623"/>
                    <a:pt x="67264" y="30633"/>
                    <a:pt x="66199" y="30638"/>
                  </a:cubicBezTo>
                  <a:cubicBezTo>
                    <a:pt x="64677" y="30640"/>
                    <a:pt x="64677" y="30640"/>
                    <a:pt x="61425" y="30654"/>
                  </a:cubicBezTo>
                  <a:cubicBezTo>
                    <a:pt x="57343" y="30695"/>
                    <a:pt x="57343" y="30695"/>
                    <a:pt x="53343" y="30736"/>
                  </a:cubicBezTo>
                  <a:cubicBezTo>
                    <a:pt x="44646" y="30799"/>
                    <a:pt x="36204" y="30861"/>
                    <a:pt x="27763" y="30922"/>
                  </a:cubicBezTo>
                  <a:cubicBezTo>
                    <a:pt x="27763" y="54199"/>
                    <a:pt x="27763" y="76791"/>
                    <a:pt x="27763" y="99383"/>
                  </a:cubicBezTo>
                  <a:cubicBezTo>
                    <a:pt x="36602" y="99462"/>
                    <a:pt x="45182" y="99539"/>
                    <a:pt x="53761" y="99615"/>
                  </a:cubicBezTo>
                  <a:cubicBezTo>
                    <a:pt x="57602" y="99663"/>
                    <a:pt x="61444" y="99715"/>
                    <a:pt x="65285" y="99735"/>
                  </a:cubicBezTo>
                  <a:cubicBezTo>
                    <a:pt x="66318" y="99737"/>
                    <a:pt x="67352" y="99741"/>
                    <a:pt x="68386" y="99746"/>
                  </a:cubicBezTo>
                  <a:cubicBezTo>
                    <a:pt x="70065" y="99775"/>
                    <a:pt x="71742" y="99804"/>
                    <a:pt x="73422" y="99807"/>
                  </a:cubicBezTo>
                  <a:cubicBezTo>
                    <a:pt x="73954" y="99806"/>
                    <a:pt x="74470" y="99806"/>
                    <a:pt x="74987" y="99805"/>
                  </a:cubicBezTo>
                  <a:cubicBezTo>
                    <a:pt x="77786" y="99830"/>
                    <a:pt x="77786" y="99830"/>
                    <a:pt x="79853" y="99383"/>
                  </a:cubicBezTo>
                  <a:cubicBezTo>
                    <a:pt x="80030" y="98747"/>
                    <a:pt x="80202" y="98131"/>
                    <a:pt x="80374" y="97514"/>
                  </a:cubicBezTo>
                  <a:cubicBezTo>
                    <a:pt x="80450" y="96884"/>
                    <a:pt x="80523" y="96273"/>
                    <a:pt x="80597" y="95662"/>
                  </a:cubicBezTo>
                  <a:cubicBezTo>
                    <a:pt x="82918" y="95330"/>
                    <a:pt x="82918" y="95330"/>
                    <a:pt x="84594" y="95444"/>
                  </a:cubicBezTo>
                  <a:cubicBezTo>
                    <a:pt x="87008" y="95635"/>
                    <a:pt x="89335" y="95747"/>
                    <a:pt x="91759" y="95662"/>
                  </a:cubicBezTo>
                  <a:cubicBezTo>
                    <a:pt x="92135" y="94535"/>
                    <a:pt x="92135" y="94535"/>
                    <a:pt x="92503" y="93430"/>
                  </a:cubicBezTo>
                  <a:cubicBezTo>
                    <a:pt x="95003" y="93015"/>
                    <a:pt x="95986" y="92929"/>
                    <a:pt x="97811" y="91064"/>
                  </a:cubicBezTo>
                  <a:cubicBezTo>
                    <a:pt x="99253" y="89113"/>
                    <a:pt x="100705" y="87172"/>
                    <a:pt x="102177" y="85244"/>
                  </a:cubicBezTo>
                  <a:cubicBezTo>
                    <a:pt x="104054" y="83689"/>
                    <a:pt x="104376" y="83350"/>
                    <a:pt x="104627" y="80840"/>
                  </a:cubicBezTo>
                  <a:cubicBezTo>
                    <a:pt x="104588" y="79612"/>
                    <a:pt x="104588" y="79612"/>
                    <a:pt x="104549" y="78407"/>
                  </a:cubicBezTo>
                  <a:cubicBezTo>
                    <a:pt x="104528" y="77574"/>
                    <a:pt x="104508" y="76766"/>
                    <a:pt x="104488" y="75957"/>
                  </a:cubicBezTo>
                  <a:cubicBezTo>
                    <a:pt x="104448" y="75010"/>
                    <a:pt x="104448" y="75010"/>
                    <a:pt x="104409" y="74082"/>
                  </a:cubicBezTo>
                  <a:cubicBezTo>
                    <a:pt x="104916" y="74082"/>
                    <a:pt x="105407" y="74082"/>
                    <a:pt x="105898" y="74082"/>
                  </a:cubicBezTo>
                  <a:cubicBezTo>
                    <a:pt x="107386" y="71850"/>
                    <a:pt x="107386" y="71850"/>
                    <a:pt x="107567" y="70402"/>
                  </a:cubicBezTo>
                  <a:cubicBezTo>
                    <a:pt x="107564" y="69851"/>
                    <a:pt x="107561" y="69315"/>
                    <a:pt x="107558" y="68780"/>
                  </a:cubicBezTo>
                  <a:cubicBezTo>
                    <a:pt x="107556" y="68175"/>
                    <a:pt x="107555" y="67588"/>
                    <a:pt x="107553" y="67001"/>
                  </a:cubicBezTo>
                  <a:cubicBezTo>
                    <a:pt x="107544" y="66373"/>
                    <a:pt x="107535" y="65762"/>
                    <a:pt x="107526" y="65152"/>
                  </a:cubicBezTo>
                  <a:cubicBezTo>
                    <a:pt x="107523" y="62006"/>
                    <a:pt x="107644" y="59228"/>
                    <a:pt x="106642" y="56223"/>
                  </a:cubicBezTo>
                  <a:cubicBezTo>
                    <a:pt x="105883" y="56223"/>
                    <a:pt x="105146" y="56223"/>
                    <a:pt x="104409" y="56223"/>
                  </a:cubicBezTo>
                  <a:cubicBezTo>
                    <a:pt x="104418" y="55687"/>
                    <a:pt x="104427" y="55167"/>
                    <a:pt x="104436" y="54647"/>
                  </a:cubicBezTo>
                  <a:cubicBezTo>
                    <a:pt x="104443" y="53949"/>
                    <a:pt x="104449" y="53272"/>
                    <a:pt x="104456" y="52595"/>
                  </a:cubicBezTo>
                  <a:cubicBezTo>
                    <a:pt x="104483" y="50502"/>
                    <a:pt x="104605" y="49172"/>
                    <a:pt x="103665" y="47293"/>
                  </a:cubicBezTo>
                  <a:cubicBezTo>
                    <a:pt x="103159" y="47293"/>
                    <a:pt x="102668" y="47293"/>
                    <a:pt x="102177" y="47293"/>
                  </a:cubicBezTo>
                  <a:cubicBezTo>
                    <a:pt x="102177" y="45061"/>
                    <a:pt x="102177" y="45061"/>
                    <a:pt x="101006" y="43215"/>
                  </a:cubicBezTo>
                  <a:cubicBezTo>
                    <a:pt x="100471" y="42530"/>
                    <a:pt x="99952" y="41865"/>
                    <a:pt x="99433" y="41200"/>
                  </a:cubicBezTo>
                  <a:cubicBezTo>
                    <a:pt x="98654" y="40174"/>
                    <a:pt x="98654" y="40174"/>
                    <a:pt x="97890" y="39169"/>
                  </a:cubicBezTo>
                  <a:cubicBezTo>
                    <a:pt x="96224" y="37619"/>
                    <a:pt x="96224" y="37619"/>
                    <a:pt x="94163" y="37395"/>
                  </a:cubicBezTo>
                  <a:cubicBezTo>
                    <a:pt x="93599" y="37471"/>
                    <a:pt x="93051" y="37545"/>
                    <a:pt x="92503" y="37619"/>
                  </a:cubicBezTo>
                  <a:cubicBezTo>
                    <a:pt x="92503" y="36860"/>
                    <a:pt x="92503" y="36123"/>
                    <a:pt x="92503" y="35387"/>
                  </a:cubicBezTo>
                  <a:cubicBezTo>
                    <a:pt x="90051" y="33752"/>
                    <a:pt x="90051" y="33752"/>
                    <a:pt x="85387" y="33992"/>
                  </a:cubicBezTo>
                  <a:cubicBezTo>
                    <a:pt x="82847" y="34204"/>
                    <a:pt x="82847" y="34204"/>
                    <a:pt x="80597" y="33899"/>
                  </a:cubicBezTo>
                  <a:cubicBezTo>
                    <a:pt x="80022" y="32416"/>
                    <a:pt x="80022" y="32416"/>
                    <a:pt x="79109" y="30922"/>
                  </a:cubicBezTo>
                  <a:cubicBezTo>
                    <a:pt x="78385" y="30800"/>
                    <a:pt x="77683" y="30682"/>
                    <a:pt x="76980" y="30564"/>
                  </a:cubicBezTo>
                  <a:close/>
                  <a:moveTo>
                    <a:pt x="89305" y="0"/>
                  </a:moveTo>
                  <a:cubicBezTo>
                    <a:pt x="90107" y="4"/>
                    <a:pt x="90910" y="8"/>
                    <a:pt x="91737" y="12"/>
                  </a:cubicBezTo>
                  <a:cubicBezTo>
                    <a:pt x="92438" y="10"/>
                    <a:pt x="93140" y="7"/>
                    <a:pt x="93863" y="4"/>
                  </a:cubicBezTo>
                  <a:cubicBezTo>
                    <a:pt x="94384" y="125"/>
                    <a:pt x="94905" y="246"/>
                    <a:pt x="95442" y="370"/>
                  </a:cubicBezTo>
                  <a:cubicBezTo>
                    <a:pt x="95933" y="1869"/>
                    <a:pt x="95933" y="1869"/>
                    <a:pt x="96186" y="3347"/>
                  </a:cubicBezTo>
                  <a:cubicBezTo>
                    <a:pt x="98327" y="3567"/>
                    <a:pt x="100320" y="3340"/>
                    <a:pt x="102462" y="3161"/>
                  </a:cubicBezTo>
                  <a:cubicBezTo>
                    <a:pt x="103092" y="3222"/>
                    <a:pt x="103722" y="3284"/>
                    <a:pt x="104372" y="3347"/>
                  </a:cubicBezTo>
                  <a:cubicBezTo>
                    <a:pt x="105206" y="4800"/>
                    <a:pt x="105206" y="4800"/>
                    <a:pt x="105860" y="6323"/>
                  </a:cubicBezTo>
                  <a:cubicBezTo>
                    <a:pt x="108511" y="6933"/>
                    <a:pt x="108511" y="6933"/>
                    <a:pt x="111069" y="7068"/>
                  </a:cubicBezTo>
                  <a:cubicBezTo>
                    <a:pt x="111069" y="8050"/>
                    <a:pt x="111069" y="9032"/>
                    <a:pt x="111069" y="10044"/>
                  </a:cubicBezTo>
                  <a:cubicBezTo>
                    <a:pt x="112308" y="10298"/>
                    <a:pt x="113548" y="10546"/>
                    <a:pt x="114790" y="10788"/>
                  </a:cubicBezTo>
                  <a:cubicBezTo>
                    <a:pt x="115059" y="11775"/>
                    <a:pt x="115309" y="12767"/>
                    <a:pt x="115534" y="13765"/>
                  </a:cubicBezTo>
                  <a:cubicBezTo>
                    <a:pt x="116516" y="13765"/>
                    <a:pt x="117498" y="13765"/>
                    <a:pt x="118510" y="13765"/>
                  </a:cubicBezTo>
                  <a:cubicBezTo>
                    <a:pt x="118510" y="14747"/>
                    <a:pt x="118510" y="15729"/>
                    <a:pt x="118510" y="16741"/>
                  </a:cubicBezTo>
                  <a:cubicBezTo>
                    <a:pt x="119247" y="16741"/>
                    <a:pt x="119984" y="16741"/>
                    <a:pt x="120743" y="16741"/>
                  </a:cubicBezTo>
                  <a:cubicBezTo>
                    <a:pt x="121006" y="17730"/>
                    <a:pt x="121253" y="18722"/>
                    <a:pt x="121487" y="19718"/>
                  </a:cubicBezTo>
                  <a:cubicBezTo>
                    <a:pt x="122224" y="20209"/>
                    <a:pt x="122960" y="20700"/>
                    <a:pt x="123719" y="21206"/>
                  </a:cubicBezTo>
                  <a:cubicBezTo>
                    <a:pt x="123719" y="22189"/>
                    <a:pt x="123719" y="23171"/>
                    <a:pt x="123719" y="24183"/>
                  </a:cubicBezTo>
                  <a:cubicBezTo>
                    <a:pt x="124456" y="24183"/>
                    <a:pt x="125193" y="24183"/>
                    <a:pt x="125952" y="24183"/>
                  </a:cubicBezTo>
                  <a:cubicBezTo>
                    <a:pt x="126206" y="25422"/>
                    <a:pt x="126454" y="26662"/>
                    <a:pt x="126696" y="27904"/>
                  </a:cubicBezTo>
                  <a:cubicBezTo>
                    <a:pt x="127433" y="28149"/>
                    <a:pt x="128169" y="28395"/>
                    <a:pt x="128928" y="28648"/>
                  </a:cubicBezTo>
                  <a:cubicBezTo>
                    <a:pt x="129181" y="30383"/>
                    <a:pt x="129429" y="32120"/>
                    <a:pt x="129673" y="33857"/>
                  </a:cubicBezTo>
                  <a:cubicBezTo>
                    <a:pt x="130409" y="34348"/>
                    <a:pt x="131146" y="34839"/>
                    <a:pt x="131905" y="35345"/>
                  </a:cubicBezTo>
                  <a:cubicBezTo>
                    <a:pt x="132123" y="37118"/>
                    <a:pt x="132123" y="37118"/>
                    <a:pt x="132045" y="39159"/>
                  </a:cubicBezTo>
                  <a:cubicBezTo>
                    <a:pt x="132014" y="40175"/>
                    <a:pt x="132014" y="40175"/>
                    <a:pt x="131983" y="41211"/>
                  </a:cubicBezTo>
                  <a:cubicBezTo>
                    <a:pt x="131958" y="41731"/>
                    <a:pt x="131932" y="42251"/>
                    <a:pt x="131905" y="42786"/>
                  </a:cubicBezTo>
                  <a:cubicBezTo>
                    <a:pt x="132642" y="42786"/>
                    <a:pt x="133378" y="42786"/>
                    <a:pt x="134137" y="42786"/>
                  </a:cubicBezTo>
                  <a:cubicBezTo>
                    <a:pt x="134194" y="48044"/>
                    <a:pt x="134233" y="53302"/>
                    <a:pt x="134260" y="58560"/>
                  </a:cubicBezTo>
                  <a:cubicBezTo>
                    <a:pt x="134271" y="60350"/>
                    <a:pt x="134287" y="62139"/>
                    <a:pt x="134306" y="63928"/>
                  </a:cubicBezTo>
                  <a:cubicBezTo>
                    <a:pt x="134333" y="66498"/>
                    <a:pt x="134346" y="69067"/>
                    <a:pt x="134355" y="71636"/>
                  </a:cubicBezTo>
                  <a:cubicBezTo>
                    <a:pt x="134367" y="72439"/>
                    <a:pt x="134378" y="73241"/>
                    <a:pt x="134390" y="74068"/>
                  </a:cubicBezTo>
                  <a:cubicBezTo>
                    <a:pt x="134391" y="75185"/>
                    <a:pt x="134391" y="75185"/>
                    <a:pt x="134391" y="76324"/>
                  </a:cubicBezTo>
                  <a:cubicBezTo>
                    <a:pt x="134398" y="77308"/>
                    <a:pt x="134398" y="77308"/>
                    <a:pt x="134406" y="78312"/>
                  </a:cubicBezTo>
                  <a:cubicBezTo>
                    <a:pt x="134079" y="80358"/>
                    <a:pt x="133360" y="80827"/>
                    <a:pt x="131905" y="82226"/>
                  </a:cubicBezTo>
                  <a:cubicBezTo>
                    <a:pt x="131928" y="83561"/>
                    <a:pt x="131928" y="83561"/>
                    <a:pt x="131952" y="84923"/>
                  </a:cubicBezTo>
                  <a:cubicBezTo>
                    <a:pt x="131936" y="85752"/>
                    <a:pt x="131921" y="86581"/>
                    <a:pt x="131905" y="87435"/>
                  </a:cubicBezTo>
                  <a:cubicBezTo>
                    <a:pt x="131168" y="87596"/>
                    <a:pt x="131168" y="87596"/>
                    <a:pt x="130417" y="87760"/>
                  </a:cubicBezTo>
                  <a:cubicBezTo>
                    <a:pt x="129926" y="87898"/>
                    <a:pt x="129434" y="88037"/>
                    <a:pt x="128928" y="88179"/>
                  </a:cubicBezTo>
                  <a:cubicBezTo>
                    <a:pt x="128787" y="89750"/>
                    <a:pt x="128888" y="91214"/>
                    <a:pt x="129042" y="92783"/>
                  </a:cubicBezTo>
                  <a:cubicBezTo>
                    <a:pt x="129004" y="93228"/>
                    <a:pt x="128967" y="93673"/>
                    <a:pt x="128928" y="94132"/>
                  </a:cubicBezTo>
                  <a:cubicBezTo>
                    <a:pt x="128192" y="94378"/>
                    <a:pt x="127455" y="94623"/>
                    <a:pt x="126696" y="94876"/>
                  </a:cubicBezTo>
                  <a:cubicBezTo>
                    <a:pt x="126174" y="96106"/>
                    <a:pt x="125677" y="97346"/>
                    <a:pt x="125208" y="98597"/>
                  </a:cubicBezTo>
                  <a:cubicBezTo>
                    <a:pt x="124717" y="98842"/>
                    <a:pt x="124225" y="99088"/>
                    <a:pt x="123719" y="99341"/>
                  </a:cubicBezTo>
                  <a:cubicBezTo>
                    <a:pt x="123474" y="99832"/>
                    <a:pt x="123228" y="100323"/>
                    <a:pt x="122975" y="100829"/>
                  </a:cubicBezTo>
                  <a:cubicBezTo>
                    <a:pt x="122231" y="102318"/>
                    <a:pt x="122231" y="102318"/>
                    <a:pt x="120743" y="103062"/>
                  </a:cubicBezTo>
                  <a:cubicBezTo>
                    <a:pt x="120497" y="103798"/>
                    <a:pt x="120252" y="104535"/>
                    <a:pt x="119999" y="105294"/>
                  </a:cubicBezTo>
                  <a:cubicBezTo>
                    <a:pt x="119523" y="105524"/>
                    <a:pt x="119047" y="105755"/>
                    <a:pt x="118557" y="105992"/>
                  </a:cubicBezTo>
                  <a:cubicBezTo>
                    <a:pt x="116877" y="106657"/>
                    <a:pt x="116877" y="106657"/>
                    <a:pt x="116278" y="108410"/>
                  </a:cubicBezTo>
                  <a:cubicBezTo>
                    <a:pt x="116032" y="108855"/>
                    <a:pt x="115787" y="109300"/>
                    <a:pt x="115534" y="109759"/>
                  </a:cubicBezTo>
                  <a:cubicBezTo>
                    <a:pt x="113953" y="109573"/>
                    <a:pt x="113953" y="109573"/>
                    <a:pt x="112557" y="109015"/>
                  </a:cubicBezTo>
                  <a:cubicBezTo>
                    <a:pt x="112557" y="109752"/>
                    <a:pt x="112557" y="110488"/>
                    <a:pt x="112557" y="111247"/>
                  </a:cubicBezTo>
                  <a:cubicBezTo>
                    <a:pt x="114487" y="111737"/>
                    <a:pt x="116393" y="111911"/>
                    <a:pt x="118371" y="112125"/>
                  </a:cubicBezTo>
                  <a:cubicBezTo>
                    <a:pt x="118908" y="112327"/>
                    <a:pt x="119445" y="112528"/>
                    <a:pt x="119999" y="112736"/>
                  </a:cubicBezTo>
                  <a:cubicBezTo>
                    <a:pt x="120231" y="114648"/>
                    <a:pt x="120231" y="114648"/>
                    <a:pt x="119999" y="116456"/>
                  </a:cubicBezTo>
                  <a:cubicBezTo>
                    <a:pt x="120843" y="116395"/>
                    <a:pt x="121687" y="116333"/>
                    <a:pt x="122557" y="116270"/>
                  </a:cubicBezTo>
                  <a:cubicBezTo>
                    <a:pt x="123432" y="116332"/>
                    <a:pt x="124306" y="116393"/>
                    <a:pt x="125208" y="116456"/>
                  </a:cubicBezTo>
                  <a:cubicBezTo>
                    <a:pt x="125766" y="117898"/>
                    <a:pt x="125766" y="117898"/>
                    <a:pt x="125952" y="119433"/>
                  </a:cubicBezTo>
                  <a:cubicBezTo>
                    <a:pt x="126689" y="119678"/>
                    <a:pt x="127425" y="119924"/>
                    <a:pt x="128184" y="120177"/>
                  </a:cubicBezTo>
                  <a:cubicBezTo>
                    <a:pt x="128705" y="121157"/>
                    <a:pt x="129202" y="122149"/>
                    <a:pt x="129673" y="123154"/>
                  </a:cubicBezTo>
                  <a:cubicBezTo>
                    <a:pt x="130164" y="123399"/>
                    <a:pt x="130655" y="123645"/>
                    <a:pt x="131161" y="123898"/>
                  </a:cubicBezTo>
                  <a:cubicBezTo>
                    <a:pt x="131161" y="124880"/>
                    <a:pt x="131161" y="125862"/>
                    <a:pt x="131161" y="126874"/>
                  </a:cubicBezTo>
                  <a:cubicBezTo>
                    <a:pt x="132141" y="127395"/>
                    <a:pt x="133133" y="127892"/>
                    <a:pt x="134137" y="128363"/>
                  </a:cubicBezTo>
                  <a:cubicBezTo>
                    <a:pt x="134137" y="129099"/>
                    <a:pt x="134137" y="129836"/>
                    <a:pt x="134137" y="130595"/>
                  </a:cubicBezTo>
                  <a:cubicBezTo>
                    <a:pt x="134613" y="130656"/>
                    <a:pt x="135089" y="130718"/>
                    <a:pt x="135579" y="130781"/>
                  </a:cubicBezTo>
                  <a:cubicBezTo>
                    <a:pt x="136086" y="130965"/>
                    <a:pt x="136592" y="131149"/>
                    <a:pt x="137114" y="131339"/>
                  </a:cubicBezTo>
                  <a:cubicBezTo>
                    <a:pt x="137422" y="133066"/>
                    <a:pt x="137671" y="134804"/>
                    <a:pt x="137858" y="136548"/>
                  </a:cubicBezTo>
                  <a:cubicBezTo>
                    <a:pt x="138349" y="136794"/>
                    <a:pt x="138840" y="137039"/>
                    <a:pt x="139346" y="137292"/>
                  </a:cubicBezTo>
                  <a:cubicBezTo>
                    <a:pt x="139655" y="138830"/>
                    <a:pt x="139655" y="138830"/>
                    <a:pt x="139812" y="140687"/>
                  </a:cubicBezTo>
                  <a:cubicBezTo>
                    <a:pt x="139895" y="141610"/>
                    <a:pt x="139895" y="141610"/>
                    <a:pt x="139980" y="142551"/>
                  </a:cubicBezTo>
                  <a:cubicBezTo>
                    <a:pt x="140017" y="143025"/>
                    <a:pt x="140053" y="143500"/>
                    <a:pt x="140091" y="143989"/>
                  </a:cubicBezTo>
                  <a:cubicBezTo>
                    <a:pt x="140827" y="143989"/>
                    <a:pt x="141564" y="143989"/>
                    <a:pt x="142323" y="143989"/>
                  </a:cubicBezTo>
                  <a:cubicBezTo>
                    <a:pt x="142569" y="148164"/>
                    <a:pt x="142814" y="152339"/>
                    <a:pt x="143067" y="156640"/>
                  </a:cubicBezTo>
                  <a:cubicBezTo>
                    <a:pt x="143804" y="156640"/>
                    <a:pt x="144541" y="156640"/>
                    <a:pt x="145300" y="156640"/>
                  </a:cubicBezTo>
                  <a:cubicBezTo>
                    <a:pt x="145300" y="164007"/>
                    <a:pt x="145300" y="171374"/>
                    <a:pt x="145300" y="178964"/>
                  </a:cubicBezTo>
                  <a:cubicBezTo>
                    <a:pt x="144808" y="178964"/>
                    <a:pt x="144317" y="178964"/>
                    <a:pt x="143811" y="178964"/>
                  </a:cubicBezTo>
                  <a:cubicBezTo>
                    <a:pt x="142374" y="181838"/>
                    <a:pt x="142756" y="185402"/>
                    <a:pt x="142605" y="188571"/>
                  </a:cubicBezTo>
                  <a:cubicBezTo>
                    <a:pt x="142512" y="189330"/>
                    <a:pt x="142419" y="190089"/>
                    <a:pt x="142323" y="190870"/>
                  </a:cubicBezTo>
                  <a:cubicBezTo>
                    <a:pt x="141832" y="191116"/>
                    <a:pt x="141341" y="191361"/>
                    <a:pt x="140835" y="191614"/>
                  </a:cubicBezTo>
                  <a:cubicBezTo>
                    <a:pt x="140570" y="193514"/>
                    <a:pt x="140504" y="195394"/>
                    <a:pt x="140419" y="197309"/>
                  </a:cubicBezTo>
                  <a:cubicBezTo>
                    <a:pt x="140256" y="198174"/>
                    <a:pt x="140256" y="198174"/>
                    <a:pt x="140091" y="199056"/>
                  </a:cubicBezTo>
                  <a:cubicBezTo>
                    <a:pt x="139354" y="199547"/>
                    <a:pt x="138617" y="200038"/>
                    <a:pt x="137858" y="200544"/>
                  </a:cubicBezTo>
                  <a:cubicBezTo>
                    <a:pt x="137310" y="203199"/>
                    <a:pt x="137310" y="203199"/>
                    <a:pt x="137114" y="205753"/>
                  </a:cubicBezTo>
                  <a:cubicBezTo>
                    <a:pt x="136377" y="205753"/>
                    <a:pt x="135641" y="205753"/>
                    <a:pt x="134882" y="205753"/>
                  </a:cubicBezTo>
                  <a:cubicBezTo>
                    <a:pt x="134766" y="206812"/>
                    <a:pt x="134766" y="206812"/>
                    <a:pt x="134649" y="207893"/>
                  </a:cubicBezTo>
                  <a:cubicBezTo>
                    <a:pt x="134137" y="210218"/>
                    <a:pt x="134137" y="210218"/>
                    <a:pt x="131905" y="211706"/>
                  </a:cubicBezTo>
                  <a:cubicBezTo>
                    <a:pt x="131782" y="212228"/>
                    <a:pt x="131659" y="212750"/>
                    <a:pt x="131533" y="213288"/>
                  </a:cubicBezTo>
                  <a:cubicBezTo>
                    <a:pt x="131410" y="213748"/>
                    <a:pt x="131287" y="214208"/>
                    <a:pt x="131161" y="214683"/>
                  </a:cubicBezTo>
                  <a:cubicBezTo>
                    <a:pt x="130424" y="214683"/>
                    <a:pt x="129687" y="214683"/>
                    <a:pt x="128928" y="214683"/>
                  </a:cubicBezTo>
                  <a:cubicBezTo>
                    <a:pt x="128395" y="215907"/>
                    <a:pt x="127899" y="217149"/>
                    <a:pt x="127440" y="218404"/>
                  </a:cubicBezTo>
                  <a:cubicBezTo>
                    <a:pt x="126949" y="218649"/>
                    <a:pt x="126458" y="218895"/>
                    <a:pt x="125952" y="219148"/>
                  </a:cubicBezTo>
                  <a:cubicBezTo>
                    <a:pt x="125737" y="219623"/>
                    <a:pt x="125522" y="220099"/>
                    <a:pt x="125301" y="220589"/>
                  </a:cubicBezTo>
                  <a:cubicBezTo>
                    <a:pt x="124277" y="222467"/>
                    <a:pt x="123382" y="222724"/>
                    <a:pt x="121487" y="223613"/>
                  </a:cubicBezTo>
                  <a:cubicBezTo>
                    <a:pt x="120996" y="224349"/>
                    <a:pt x="120505" y="225086"/>
                    <a:pt x="119999" y="225845"/>
                  </a:cubicBezTo>
                  <a:cubicBezTo>
                    <a:pt x="119016" y="225845"/>
                    <a:pt x="118034" y="225845"/>
                    <a:pt x="117022" y="225845"/>
                  </a:cubicBezTo>
                  <a:cubicBezTo>
                    <a:pt x="117022" y="226827"/>
                    <a:pt x="117022" y="227809"/>
                    <a:pt x="117022" y="228821"/>
                  </a:cubicBezTo>
                  <a:cubicBezTo>
                    <a:pt x="116494" y="228841"/>
                    <a:pt x="115965" y="228860"/>
                    <a:pt x="115421" y="228880"/>
                  </a:cubicBezTo>
                  <a:cubicBezTo>
                    <a:pt x="114737" y="228922"/>
                    <a:pt x="114053" y="228964"/>
                    <a:pt x="113348" y="229008"/>
                  </a:cubicBezTo>
                  <a:cubicBezTo>
                    <a:pt x="112666" y="229042"/>
                    <a:pt x="111984" y="229077"/>
                    <a:pt x="111281" y="229112"/>
                  </a:cubicBezTo>
                  <a:cubicBezTo>
                    <a:pt x="110720" y="229262"/>
                    <a:pt x="110159" y="229411"/>
                    <a:pt x="109581" y="229566"/>
                  </a:cubicBezTo>
                  <a:cubicBezTo>
                    <a:pt x="109430" y="230307"/>
                    <a:pt x="109430" y="230307"/>
                    <a:pt x="109276" y="231063"/>
                  </a:cubicBezTo>
                  <a:cubicBezTo>
                    <a:pt x="109058" y="231795"/>
                    <a:pt x="109058" y="231795"/>
                    <a:pt x="108837" y="232542"/>
                  </a:cubicBezTo>
                  <a:cubicBezTo>
                    <a:pt x="106674" y="232917"/>
                    <a:pt x="106674" y="232917"/>
                    <a:pt x="104000" y="232961"/>
                  </a:cubicBezTo>
                  <a:cubicBezTo>
                    <a:pt x="101404" y="232960"/>
                    <a:pt x="101404" y="232960"/>
                    <a:pt x="99163" y="233286"/>
                  </a:cubicBezTo>
                  <a:cubicBezTo>
                    <a:pt x="98917" y="234023"/>
                    <a:pt x="98672" y="234760"/>
                    <a:pt x="98419" y="235519"/>
                  </a:cubicBezTo>
                  <a:cubicBezTo>
                    <a:pt x="96873" y="235896"/>
                    <a:pt x="96873" y="235896"/>
                    <a:pt x="94844" y="236024"/>
                  </a:cubicBezTo>
                  <a:cubicBezTo>
                    <a:pt x="94099" y="236072"/>
                    <a:pt x="93354" y="236120"/>
                    <a:pt x="92586" y="236169"/>
                  </a:cubicBezTo>
                  <a:cubicBezTo>
                    <a:pt x="88789" y="236320"/>
                    <a:pt x="84999" y="236366"/>
                    <a:pt x="81199" y="236359"/>
                  </a:cubicBezTo>
                  <a:cubicBezTo>
                    <a:pt x="80336" y="236360"/>
                    <a:pt x="79474" y="236362"/>
                    <a:pt x="78585" y="236363"/>
                  </a:cubicBezTo>
                  <a:cubicBezTo>
                    <a:pt x="75762" y="236366"/>
                    <a:pt x="72938" y="236364"/>
                    <a:pt x="70115" y="236362"/>
                  </a:cubicBezTo>
                  <a:cubicBezTo>
                    <a:pt x="68145" y="236362"/>
                    <a:pt x="66175" y="236363"/>
                    <a:pt x="64205" y="236364"/>
                  </a:cubicBezTo>
                  <a:cubicBezTo>
                    <a:pt x="60091" y="236365"/>
                    <a:pt x="55977" y="236363"/>
                    <a:pt x="51864" y="236360"/>
                  </a:cubicBezTo>
                  <a:cubicBezTo>
                    <a:pt x="47107" y="236356"/>
                    <a:pt x="42350" y="236357"/>
                    <a:pt x="37593" y="236361"/>
                  </a:cubicBezTo>
                  <a:cubicBezTo>
                    <a:pt x="33007" y="236365"/>
                    <a:pt x="28421" y="236365"/>
                    <a:pt x="23834" y="236362"/>
                  </a:cubicBezTo>
                  <a:cubicBezTo>
                    <a:pt x="21885" y="236362"/>
                    <a:pt x="19936" y="236363"/>
                    <a:pt x="17987" y="236364"/>
                  </a:cubicBezTo>
                  <a:cubicBezTo>
                    <a:pt x="15274" y="236366"/>
                    <a:pt x="12561" y="236363"/>
                    <a:pt x="9848" y="236359"/>
                  </a:cubicBezTo>
                  <a:cubicBezTo>
                    <a:pt x="9038" y="236361"/>
                    <a:pt x="8229" y="236362"/>
                    <a:pt x="7394" y="236364"/>
                  </a:cubicBezTo>
                  <a:cubicBezTo>
                    <a:pt x="6659" y="236362"/>
                    <a:pt x="5924" y="236360"/>
                    <a:pt x="5166" y="236357"/>
                  </a:cubicBezTo>
                  <a:cubicBezTo>
                    <a:pt x="4205" y="236357"/>
                    <a:pt x="4205" y="236357"/>
                    <a:pt x="3224" y="236357"/>
                  </a:cubicBezTo>
                  <a:cubicBezTo>
                    <a:pt x="1680" y="236263"/>
                    <a:pt x="1680" y="236263"/>
                    <a:pt x="192" y="235519"/>
                  </a:cubicBezTo>
                  <a:cubicBezTo>
                    <a:pt x="7" y="233919"/>
                    <a:pt x="7" y="233919"/>
                    <a:pt x="9" y="231755"/>
                  </a:cubicBezTo>
                  <a:cubicBezTo>
                    <a:pt x="6" y="230934"/>
                    <a:pt x="3" y="230114"/>
                    <a:pt x="0" y="229268"/>
                  </a:cubicBezTo>
                  <a:cubicBezTo>
                    <a:pt x="4" y="228355"/>
                    <a:pt x="9" y="227443"/>
                    <a:pt x="13" y="226502"/>
                  </a:cubicBezTo>
                  <a:cubicBezTo>
                    <a:pt x="12" y="225541"/>
                    <a:pt x="11" y="224580"/>
                    <a:pt x="9" y="223590"/>
                  </a:cubicBezTo>
                  <a:cubicBezTo>
                    <a:pt x="6" y="220911"/>
                    <a:pt x="12" y="218232"/>
                    <a:pt x="19" y="215552"/>
                  </a:cubicBezTo>
                  <a:cubicBezTo>
                    <a:pt x="26" y="212667"/>
                    <a:pt x="24" y="209783"/>
                    <a:pt x="22" y="206898"/>
                  </a:cubicBezTo>
                  <a:cubicBezTo>
                    <a:pt x="22" y="201896"/>
                    <a:pt x="26" y="196894"/>
                    <a:pt x="35" y="191892"/>
                  </a:cubicBezTo>
                  <a:cubicBezTo>
                    <a:pt x="47" y="184659"/>
                    <a:pt x="51" y="177427"/>
                    <a:pt x="53" y="170195"/>
                  </a:cubicBezTo>
                  <a:cubicBezTo>
                    <a:pt x="56" y="158462"/>
                    <a:pt x="66" y="146729"/>
                    <a:pt x="80" y="134996"/>
                  </a:cubicBezTo>
                  <a:cubicBezTo>
                    <a:pt x="93" y="123596"/>
                    <a:pt x="104" y="112196"/>
                    <a:pt x="110" y="100796"/>
                  </a:cubicBezTo>
                  <a:cubicBezTo>
                    <a:pt x="111" y="99742"/>
                    <a:pt x="111" y="99742"/>
                    <a:pt x="112" y="98668"/>
                  </a:cubicBezTo>
                  <a:cubicBezTo>
                    <a:pt x="113" y="95145"/>
                    <a:pt x="115" y="91623"/>
                    <a:pt x="117" y="88100"/>
                  </a:cubicBezTo>
                  <a:cubicBezTo>
                    <a:pt x="133" y="58857"/>
                    <a:pt x="159" y="29614"/>
                    <a:pt x="192" y="370"/>
                  </a:cubicBezTo>
                  <a:cubicBezTo>
                    <a:pt x="12598" y="301"/>
                    <a:pt x="25004" y="248"/>
                    <a:pt x="37411" y="216"/>
                  </a:cubicBezTo>
                  <a:cubicBezTo>
                    <a:pt x="43171" y="201"/>
                    <a:pt x="48931" y="180"/>
                    <a:pt x="54691" y="146"/>
                  </a:cubicBezTo>
                  <a:cubicBezTo>
                    <a:pt x="59709" y="116"/>
                    <a:pt x="64728" y="97"/>
                    <a:pt x="69747" y="90"/>
                  </a:cubicBezTo>
                  <a:cubicBezTo>
                    <a:pt x="72406" y="86"/>
                    <a:pt x="75065" y="77"/>
                    <a:pt x="77724" y="56"/>
                  </a:cubicBezTo>
                  <a:cubicBezTo>
                    <a:pt x="80687" y="32"/>
                    <a:pt x="83650" y="31"/>
                    <a:pt x="86614" y="32"/>
                  </a:cubicBezTo>
                  <a:cubicBezTo>
                    <a:pt x="87502" y="22"/>
                    <a:pt x="88390" y="11"/>
                    <a:pt x="89305" y="0"/>
                  </a:cubicBezTo>
                  <a:close/>
                </a:path>
              </a:pathLst>
            </a:custGeom>
            <a:grpFill/>
            <a:ln w="744" cap="flat">
              <a:noFill/>
              <a:prstDash val="solid"/>
              <a:miter/>
            </a:ln>
          </p:spPr>
          <p:txBody>
            <a:bodyPr rtlCol="0" anchor="ctr"/>
            <a:lstStyle/>
            <a:p>
              <a:endParaRPr lang="zh-CN" altLang="en-US"/>
            </a:p>
          </p:txBody>
        </p:sp>
        <p:sp>
          <p:nvSpPr>
            <p:cNvPr id="116" name="任意多边形: 形状 115"/>
            <p:cNvSpPr/>
            <p:nvPr/>
          </p:nvSpPr>
          <p:spPr>
            <a:xfrm>
              <a:off x="5212633" y="1394069"/>
              <a:ext cx="144759" cy="236364"/>
            </a:xfrm>
            <a:custGeom>
              <a:avLst/>
              <a:gdLst>
                <a:gd name="connsiteX0" fmla="*/ 79903 w 144759"/>
                <a:gd name="connsiteY0" fmla="*/ 129578 h 236364"/>
                <a:gd name="connsiteX1" fmla="*/ 76943 w 144759"/>
                <a:gd name="connsiteY1" fmla="*/ 129603 h 236364"/>
                <a:gd name="connsiteX2" fmla="*/ 71806 w 144759"/>
                <a:gd name="connsiteY2" fmla="*/ 129632 h 236364"/>
                <a:gd name="connsiteX3" fmla="*/ 68125 w 144759"/>
                <a:gd name="connsiteY3" fmla="*/ 129672 h 236364"/>
                <a:gd name="connsiteX4" fmla="*/ 58500 w 144759"/>
                <a:gd name="connsiteY4" fmla="*/ 129745 h 236364"/>
                <a:gd name="connsiteX5" fmla="*/ 48517 w 144759"/>
                <a:gd name="connsiteY5" fmla="*/ 129833 h 236364"/>
                <a:gd name="connsiteX6" fmla="*/ 27016 w 144759"/>
                <a:gd name="connsiteY6" fmla="*/ 130025 h 236364"/>
                <a:gd name="connsiteX7" fmla="*/ 26980 w 144759"/>
                <a:gd name="connsiteY7" fmla="*/ 156705 h 236364"/>
                <a:gd name="connsiteX8" fmla="*/ 26965 w 144759"/>
                <a:gd name="connsiteY8" fmla="*/ 170292 h 236364"/>
                <a:gd name="connsiteX9" fmla="*/ 26947 w 144759"/>
                <a:gd name="connsiteY9" fmla="*/ 183618 h 236364"/>
                <a:gd name="connsiteX10" fmla="*/ 26944 w 144759"/>
                <a:gd name="connsiteY10" fmla="*/ 188670 h 236364"/>
                <a:gd name="connsiteX11" fmla="*/ 26932 w 144759"/>
                <a:gd name="connsiteY11" fmla="*/ 195978 h 236364"/>
                <a:gd name="connsiteX12" fmla="*/ 26932 w 144759"/>
                <a:gd name="connsiteY12" fmla="*/ 198200 h 236364"/>
                <a:gd name="connsiteX13" fmla="*/ 26924 w 144759"/>
                <a:gd name="connsiteY13" fmla="*/ 200321 h 236364"/>
                <a:gd name="connsiteX14" fmla="*/ 27761 w 144759"/>
                <a:gd name="connsiteY14" fmla="*/ 205928 h 236364"/>
                <a:gd name="connsiteX15" fmla="*/ 31537 w 144759"/>
                <a:gd name="connsiteY15" fmla="*/ 205973 h 236364"/>
                <a:gd name="connsiteX16" fmla="*/ 33173 w 144759"/>
                <a:gd name="connsiteY16" fmla="*/ 205944 h 236364"/>
                <a:gd name="connsiteX17" fmla="*/ 38589 w 144759"/>
                <a:gd name="connsiteY17" fmla="*/ 205869 h 236364"/>
                <a:gd name="connsiteX18" fmla="*/ 42469 w 144759"/>
                <a:gd name="connsiteY18" fmla="*/ 205811 h 236364"/>
                <a:gd name="connsiteX19" fmla="*/ 52615 w 144759"/>
                <a:gd name="connsiteY19" fmla="*/ 205666 h 236364"/>
                <a:gd name="connsiteX20" fmla="*/ 63138 w 144759"/>
                <a:gd name="connsiteY20" fmla="*/ 205513 h 236364"/>
                <a:gd name="connsiteX21" fmla="*/ 85804 w 144759"/>
                <a:gd name="connsiteY21" fmla="*/ 205184 h 236364"/>
                <a:gd name="connsiteX22" fmla="*/ 85804 w 144759"/>
                <a:gd name="connsiteY22" fmla="*/ 202207 h 236364"/>
                <a:gd name="connsiteX23" fmla="*/ 88056 w 144759"/>
                <a:gd name="connsiteY23" fmla="*/ 202338 h 236364"/>
                <a:gd name="connsiteX24" fmla="*/ 90966 w 144759"/>
                <a:gd name="connsiteY24" fmla="*/ 202440 h 236364"/>
                <a:gd name="connsiteX25" fmla="*/ 96221 w 144759"/>
                <a:gd name="connsiteY25" fmla="*/ 202207 h 236364"/>
                <a:gd name="connsiteX26" fmla="*/ 96783 w 144759"/>
                <a:gd name="connsiteY26" fmla="*/ 200344 h 236364"/>
                <a:gd name="connsiteX27" fmla="*/ 96966 w 144759"/>
                <a:gd name="connsiteY27" fmla="*/ 198486 h 236364"/>
                <a:gd name="connsiteX28" fmla="*/ 99198 w 144759"/>
                <a:gd name="connsiteY28" fmla="*/ 198300 h 236364"/>
                <a:gd name="connsiteX29" fmla="*/ 101430 w 144759"/>
                <a:gd name="connsiteY29" fmla="*/ 198486 h 236364"/>
                <a:gd name="connsiteX30" fmla="*/ 102175 w 144759"/>
                <a:gd name="connsiteY30" fmla="*/ 197742 h 236364"/>
                <a:gd name="connsiteX31" fmla="*/ 106732 w 144759"/>
                <a:gd name="connsiteY31" fmla="*/ 191603 h 236364"/>
                <a:gd name="connsiteX32" fmla="*/ 107384 w 144759"/>
                <a:gd name="connsiteY32" fmla="*/ 189557 h 236364"/>
                <a:gd name="connsiteX33" fmla="*/ 109616 w 144759"/>
                <a:gd name="connsiteY33" fmla="*/ 188813 h 236364"/>
                <a:gd name="connsiteX34" fmla="*/ 109756 w 144759"/>
                <a:gd name="connsiteY34" fmla="*/ 186534 h 236364"/>
                <a:gd name="connsiteX35" fmla="*/ 109616 w 144759"/>
                <a:gd name="connsiteY35" fmla="*/ 184348 h 236364"/>
                <a:gd name="connsiteX36" fmla="*/ 111848 w 144759"/>
                <a:gd name="connsiteY36" fmla="*/ 184348 h 236364"/>
                <a:gd name="connsiteX37" fmla="*/ 112673 w 144759"/>
                <a:gd name="connsiteY37" fmla="*/ 178507 h 236364"/>
                <a:gd name="connsiteX38" fmla="*/ 112654 w 144759"/>
                <a:gd name="connsiteY38" fmla="*/ 176197 h 236364"/>
                <a:gd name="connsiteX39" fmla="*/ 112632 w 144759"/>
                <a:gd name="connsiteY39" fmla="*/ 173620 h 236364"/>
                <a:gd name="connsiteX40" fmla="*/ 112593 w 144759"/>
                <a:gd name="connsiteY40" fmla="*/ 170953 h 236364"/>
                <a:gd name="connsiteX41" fmla="*/ 112437 w 144759"/>
                <a:gd name="connsiteY41" fmla="*/ 163262 h 236364"/>
                <a:gd name="connsiteX42" fmla="*/ 112360 w 144759"/>
                <a:gd name="connsiteY42" fmla="*/ 160721 h 236364"/>
                <a:gd name="connsiteX43" fmla="*/ 112309 w 144759"/>
                <a:gd name="connsiteY43" fmla="*/ 158076 h 236364"/>
                <a:gd name="connsiteX44" fmla="*/ 112229 w 144759"/>
                <a:gd name="connsiteY44" fmla="*/ 155570 h 236364"/>
                <a:gd name="connsiteX45" fmla="*/ 111848 w 144759"/>
                <a:gd name="connsiteY45" fmla="*/ 151606 h 236364"/>
                <a:gd name="connsiteX46" fmla="*/ 109616 w 144759"/>
                <a:gd name="connsiteY46" fmla="*/ 150861 h 236364"/>
                <a:gd name="connsiteX47" fmla="*/ 109604 w 144759"/>
                <a:gd name="connsiteY47" fmla="*/ 149149 h 236364"/>
                <a:gd name="connsiteX48" fmla="*/ 108744 w 144759"/>
                <a:gd name="connsiteY48" fmla="*/ 145527 h 236364"/>
                <a:gd name="connsiteX49" fmla="*/ 107570 w 144759"/>
                <a:gd name="connsiteY49" fmla="*/ 144025 h 236364"/>
                <a:gd name="connsiteX50" fmla="*/ 105151 w 144759"/>
                <a:gd name="connsiteY50" fmla="*/ 141188 h 236364"/>
                <a:gd name="connsiteX51" fmla="*/ 102175 w 144759"/>
                <a:gd name="connsiteY51" fmla="*/ 139699 h 236364"/>
                <a:gd name="connsiteX52" fmla="*/ 102175 w 144759"/>
                <a:gd name="connsiteY52" fmla="*/ 137467 h 236364"/>
                <a:gd name="connsiteX53" fmla="*/ 99617 w 144759"/>
                <a:gd name="connsiteY53" fmla="*/ 136723 h 236364"/>
                <a:gd name="connsiteX54" fmla="*/ 96966 w 144759"/>
                <a:gd name="connsiteY54" fmla="*/ 135979 h 236364"/>
                <a:gd name="connsiteX55" fmla="*/ 96221 w 144759"/>
                <a:gd name="connsiteY55" fmla="*/ 133746 h 236364"/>
                <a:gd name="connsiteX56" fmla="*/ 94919 w 144759"/>
                <a:gd name="connsiteY56" fmla="*/ 133552 h 236364"/>
                <a:gd name="connsiteX57" fmla="*/ 93245 w 144759"/>
                <a:gd name="connsiteY57" fmla="*/ 133659 h 236364"/>
                <a:gd name="connsiteX58" fmla="*/ 89524 w 144759"/>
                <a:gd name="connsiteY58" fmla="*/ 133839 h 236364"/>
                <a:gd name="connsiteX59" fmla="*/ 87617 w 144759"/>
                <a:gd name="connsiteY59" fmla="*/ 133964 h 236364"/>
                <a:gd name="connsiteX60" fmla="*/ 85804 w 144759"/>
                <a:gd name="connsiteY60" fmla="*/ 134031 h 236364"/>
                <a:gd name="connsiteX61" fmla="*/ 82827 w 144759"/>
                <a:gd name="connsiteY61" fmla="*/ 133746 h 236364"/>
                <a:gd name="connsiteX62" fmla="*/ 82083 w 144759"/>
                <a:gd name="connsiteY62" fmla="*/ 130025 h 236364"/>
                <a:gd name="connsiteX63" fmla="*/ 79903 w 144759"/>
                <a:gd name="connsiteY63" fmla="*/ 129578 h 236364"/>
                <a:gd name="connsiteX64" fmla="*/ 77040 w 144759"/>
                <a:gd name="connsiteY64" fmla="*/ 30474 h 236364"/>
                <a:gd name="connsiteX65" fmla="*/ 74241 w 144759"/>
                <a:gd name="connsiteY65" fmla="*/ 30499 h 236364"/>
                <a:gd name="connsiteX66" fmla="*/ 69331 w 144759"/>
                <a:gd name="connsiteY66" fmla="*/ 30529 h 236364"/>
                <a:gd name="connsiteX67" fmla="*/ 66083 w 144759"/>
                <a:gd name="connsiteY67" fmla="*/ 30566 h 236364"/>
                <a:gd name="connsiteX68" fmla="*/ 61236 w 144759"/>
                <a:gd name="connsiteY68" fmla="*/ 30586 h 236364"/>
                <a:gd name="connsiteX69" fmla="*/ 53015 w 144759"/>
                <a:gd name="connsiteY69" fmla="*/ 30689 h 236364"/>
                <a:gd name="connsiteX70" fmla="*/ 27017 w 144759"/>
                <a:gd name="connsiteY70" fmla="*/ 30921 h 236364"/>
                <a:gd name="connsiteX71" fmla="*/ 27017 w 144759"/>
                <a:gd name="connsiteY71" fmla="*/ 99382 h 236364"/>
                <a:gd name="connsiteX72" fmla="*/ 53387 w 144759"/>
                <a:gd name="connsiteY72" fmla="*/ 99615 h 236364"/>
                <a:gd name="connsiteX73" fmla="*/ 65076 w 144759"/>
                <a:gd name="connsiteY73" fmla="*/ 99734 h 236364"/>
                <a:gd name="connsiteX74" fmla="*/ 68221 w 144759"/>
                <a:gd name="connsiteY74" fmla="*/ 99746 h 236364"/>
                <a:gd name="connsiteX75" fmla="*/ 73329 w 144759"/>
                <a:gd name="connsiteY75" fmla="*/ 99806 h 236364"/>
                <a:gd name="connsiteX76" fmla="*/ 74917 w 144759"/>
                <a:gd name="connsiteY76" fmla="*/ 99805 h 236364"/>
                <a:gd name="connsiteX77" fmla="*/ 79851 w 144759"/>
                <a:gd name="connsiteY77" fmla="*/ 99382 h 236364"/>
                <a:gd name="connsiteX78" fmla="*/ 80531 w 144759"/>
                <a:gd name="connsiteY78" fmla="*/ 97496 h 236364"/>
                <a:gd name="connsiteX79" fmla="*/ 80595 w 144759"/>
                <a:gd name="connsiteY79" fmla="*/ 95662 h 236364"/>
                <a:gd name="connsiteX80" fmla="*/ 82307 w 144759"/>
                <a:gd name="connsiteY80" fmla="*/ 95851 h 236364"/>
                <a:gd name="connsiteX81" fmla="*/ 84548 w 144759"/>
                <a:gd name="connsiteY81" fmla="*/ 96080 h 236364"/>
                <a:gd name="connsiteX82" fmla="*/ 91013 w 144759"/>
                <a:gd name="connsiteY82" fmla="*/ 95662 h 236364"/>
                <a:gd name="connsiteX83" fmla="*/ 91757 w 144759"/>
                <a:gd name="connsiteY83" fmla="*/ 92685 h 236364"/>
                <a:gd name="connsiteX84" fmla="*/ 96222 w 144759"/>
                <a:gd name="connsiteY84" fmla="*/ 92685 h 236364"/>
                <a:gd name="connsiteX85" fmla="*/ 101152 w 144759"/>
                <a:gd name="connsiteY85" fmla="*/ 85848 h 236364"/>
                <a:gd name="connsiteX86" fmla="*/ 102175 w 144759"/>
                <a:gd name="connsiteY86" fmla="*/ 83755 h 236364"/>
                <a:gd name="connsiteX87" fmla="*/ 103370 w 144759"/>
                <a:gd name="connsiteY87" fmla="*/ 82750 h 236364"/>
                <a:gd name="connsiteX88" fmla="*/ 104463 w 144759"/>
                <a:gd name="connsiteY88" fmla="*/ 79677 h 236364"/>
                <a:gd name="connsiteX89" fmla="*/ 104175 w 144759"/>
                <a:gd name="connsiteY89" fmla="*/ 77663 h 236364"/>
                <a:gd name="connsiteX90" fmla="*/ 103905 w 144759"/>
                <a:gd name="connsiteY90" fmla="*/ 75631 h 236364"/>
                <a:gd name="connsiteX91" fmla="*/ 103663 w 144759"/>
                <a:gd name="connsiteY91" fmla="*/ 74082 h 236364"/>
                <a:gd name="connsiteX92" fmla="*/ 106640 w 144759"/>
                <a:gd name="connsiteY92" fmla="*/ 73337 h 236364"/>
                <a:gd name="connsiteX93" fmla="*/ 107025 w 144759"/>
                <a:gd name="connsiteY93" fmla="*/ 71762 h 236364"/>
                <a:gd name="connsiteX94" fmla="*/ 107035 w 144759"/>
                <a:gd name="connsiteY94" fmla="*/ 69710 h 236364"/>
                <a:gd name="connsiteX95" fmla="*/ 107047 w 144759"/>
                <a:gd name="connsiteY95" fmla="*/ 67489 h 236364"/>
                <a:gd name="connsiteX96" fmla="*/ 107012 w 144759"/>
                <a:gd name="connsiteY96" fmla="*/ 65152 h 236364"/>
                <a:gd name="connsiteX97" fmla="*/ 107047 w 144759"/>
                <a:gd name="connsiteY97" fmla="*/ 62815 h 236364"/>
                <a:gd name="connsiteX98" fmla="*/ 107035 w 144759"/>
                <a:gd name="connsiteY98" fmla="*/ 60594 h 236364"/>
                <a:gd name="connsiteX99" fmla="*/ 106640 w 144759"/>
                <a:gd name="connsiteY99" fmla="*/ 56966 h 236364"/>
                <a:gd name="connsiteX100" fmla="*/ 105140 w 144759"/>
                <a:gd name="connsiteY100" fmla="*/ 56482 h 236364"/>
                <a:gd name="connsiteX101" fmla="*/ 103663 w 144759"/>
                <a:gd name="connsiteY101" fmla="*/ 56222 h 236364"/>
                <a:gd name="connsiteX102" fmla="*/ 103451 w 144759"/>
                <a:gd name="connsiteY102" fmla="*/ 54385 h 236364"/>
                <a:gd name="connsiteX103" fmla="*/ 103663 w 144759"/>
                <a:gd name="connsiteY103" fmla="*/ 48037 h 236364"/>
                <a:gd name="connsiteX104" fmla="*/ 101431 w 144759"/>
                <a:gd name="connsiteY104" fmla="*/ 47293 h 236364"/>
                <a:gd name="connsiteX105" fmla="*/ 101431 w 144759"/>
                <a:gd name="connsiteY105" fmla="*/ 44316 h 236364"/>
                <a:gd name="connsiteX106" fmla="*/ 94501 w 144759"/>
                <a:gd name="connsiteY106" fmla="*/ 37386 h 236364"/>
                <a:gd name="connsiteX107" fmla="*/ 92501 w 144759"/>
                <a:gd name="connsiteY107" fmla="*/ 36875 h 236364"/>
                <a:gd name="connsiteX108" fmla="*/ 91757 w 144759"/>
                <a:gd name="connsiteY108" fmla="*/ 34642 h 236364"/>
                <a:gd name="connsiteX109" fmla="*/ 87191 w 144759"/>
                <a:gd name="connsiteY109" fmla="*/ 33988 h 236364"/>
                <a:gd name="connsiteX110" fmla="*/ 84548 w 144759"/>
                <a:gd name="connsiteY110" fmla="*/ 34224 h 236364"/>
                <a:gd name="connsiteX111" fmla="*/ 81889 w 144759"/>
                <a:gd name="connsiteY111" fmla="*/ 34453 h 236364"/>
                <a:gd name="connsiteX112" fmla="*/ 79851 w 144759"/>
                <a:gd name="connsiteY112" fmla="*/ 34642 h 236364"/>
                <a:gd name="connsiteX113" fmla="*/ 79107 w 144759"/>
                <a:gd name="connsiteY113" fmla="*/ 30921 h 236364"/>
                <a:gd name="connsiteX114" fmla="*/ 77040 w 144759"/>
                <a:gd name="connsiteY114" fmla="*/ 30474 h 236364"/>
                <a:gd name="connsiteX115" fmla="*/ 88515 w 144759"/>
                <a:gd name="connsiteY115" fmla="*/ 0 h 236364"/>
                <a:gd name="connsiteX116" fmla="*/ 90931 w 144759"/>
                <a:gd name="connsiteY116" fmla="*/ 12 h 236364"/>
                <a:gd name="connsiteX117" fmla="*/ 93039 w 144759"/>
                <a:gd name="connsiteY117" fmla="*/ 4 h 236364"/>
                <a:gd name="connsiteX118" fmla="*/ 94698 w 144759"/>
                <a:gd name="connsiteY118" fmla="*/ 370 h 236364"/>
                <a:gd name="connsiteX119" fmla="*/ 96186 w 144759"/>
                <a:gd name="connsiteY119" fmla="*/ 3347 h 236364"/>
                <a:gd name="connsiteX120" fmla="*/ 100372 w 144759"/>
                <a:gd name="connsiteY120" fmla="*/ 3533 h 236364"/>
                <a:gd name="connsiteX121" fmla="*/ 102634 w 144759"/>
                <a:gd name="connsiteY121" fmla="*/ 3452 h 236364"/>
                <a:gd name="connsiteX122" fmla="*/ 104372 w 144759"/>
                <a:gd name="connsiteY122" fmla="*/ 3347 h 236364"/>
                <a:gd name="connsiteX123" fmla="*/ 104372 w 144759"/>
                <a:gd name="connsiteY123" fmla="*/ 6323 h 236364"/>
                <a:gd name="connsiteX124" fmla="*/ 107255 w 144759"/>
                <a:gd name="connsiteY124" fmla="*/ 6510 h 236364"/>
                <a:gd name="connsiteX125" fmla="*/ 110325 w 144759"/>
                <a:gd name="connsiteY125" fmla="*/ 7068 h 236364"/>
                <a:gd name="connsiteX126" fmla="*/ 111813 w 144759"/>
                <a:gd name="connsiteY126" fmla="*/ 10044 h 236364"/>
                <a:gd name="connsiteX127" fmla="*/ 114046 w 144759"/>
                <a:gd name="connsiteY127" fmla="*/ 10788 h 236364"/>
                <a:gd name="connsiteX128" fmla="*/ 114790 w 144759"/>
                <a:gd name="connsiteY128" fmla="*/ 12323 h 236364"/>
                <a:gd name="connsiteX129" fmla="*/ 115534 w 144759"/>
                <a:gd name="connsiteY129" fmla="*/ 13765 h 236364"/>
                <a:gd name="connsiteX130" fmla="*/ 117766 w 144759"/>
                <a:gd name="connsiteY130" fmla="*/ 13765 h 236364"/>
                <a:gd name="connsiteX131" fmla="*/ 118510 w 144759"/>
                <a:gd name="connsiteY131" fmla="*/ 15997 h 236364"/>
                <a:gd name="connsiteX132" fmla="*/ 120743 w 144759"/>
                <a:gd name="connsiteY132" fmla="*/ 17486 h 236364"/>
                <a:gd name="connsiteX133" fmla="*/ 121487 w 144759"/>
                <a:gd name="connsiteY133" fmla="*/ 19718 h 236364"/>
                <a:gd name="connsiteX134" fmla="*/ 122975 w 144759"/>
                <a:gd name="connsiteY134" fmla="*/ 20462 h 236364"/>
                <a:gd name="connsiteX135" fmla="*/ 123719 w 144759"/>
                <a:gd name="connsiteY135" fmla="*/ 23439 h 236364"/>
                <a:gd name="connsiteX136" fmla="*/ 125208 w 144759"/>
                <a:gd name="connsiteY136" fmla="*/ 24183 h 236364"/>
                <a:gd name="connsiteX137" fmla="*/ 126696 w 144759"/>
                <a:gd name="connsiteY137" fmla="*/ 27904 h 236364"/>
                <a:gd name="connsiteX138" fmla="*/ 128184 w 144759"/>
                <a:gd name="connsiteY138" fmla="*/ 28648 h 236364"/>
                <a:gd name="connsiteX139" fmla="*/ 128928 w 144759"/>
                <a:gd name="connsiteY139" fmla="*/ 34601 h 236364"/>
                <a:gd name="connsiteX140" fmla="*/ 131161 w 144759"/>
                <a:gd name="connsiteY140" fmla="*/ 34601 h 236364"/>
                <a:gd name="connsiteX141" fmla="*/ 131245 w 144759"/>
                <a:gd name="connsiteY141" fmla="*/ 36202 h 236364"/>
                <a:gd name="connsiteX142" fmla="*/ 131393 w 144759"/>
                <a:gd name="connsiteY142" fmla="*/ 38275 h 236364"/>
                <a:gd name="connsiteX143" fmla="*/ 131524 w 144759"/>
                <a:gd name="connsiteY143" fmla="*/ 40342 h 236364"/>
                <a:gd name="connsiteX144" fmla="*/ 131905 w 144759"/>
                <a:gd name="connsiteY144" fmla="*/ 42042 h 236364"/>
                <a:gd name="connsiteX145" fmla="*/ 134137 w 144759"/>
                <a:gd name="connsiteY145" fmla="*/ 42786 h 236364"/>
                <a:gd name="connsiteX146" fmla="*/ 134391 w 144759"/>
                <a:gd name="connsiteY146" fmla="*/ 46355 h 236364"/>
                <a:gd name="connsiteX147" fmla="*/ 134390 w 144759"/>
                <a:gd name="connsiteY147" fmla="*/ 48657 h 236364"/>
                <a:gd name="connsiteX148" fmla="*/ 134355 w 144759"/>
                <a:gd name="connsiteY148" fmla="*/ 51161 h 236364"/>
                <a:gd name="connsiteX149" fmla="*/ 134346 w 144759"/>
                <a:gd name="connsiteY149" fmla="*/ 53710 h 236364"/>
                <a:gd name="connsiteX150" fmla="*/ 134277 w 144759"/>
                <a:gd name="connsiteY150" fmla="*/ 61808 h 236364"/>
                <a:gd name="connsiteX151" fmla="*/ 134246 w 144759"/>
                <a:gd name="connsiteY151" fmla="*/ 67283 h 236364"/>
                <a:gd name="connsiteX152" fmla="*/ 134137 w 144759"/>
                <a:gd name="connsiteY152" fmla="*/ 80738 h 236364"/>
                <a:gd name="connsiteX153" fmla="*/ 131905 w 144759"/>
                <a:gd name="connsiteY153" fmla="*/ 79993 h 236364"/>
                <a:gd name="connsiteX154" fmla="*/ 131821 w 144759"/>
                <a:gd name="connsiteY154" fmla="*/ 81758 h 236364"/>
                <a:gd name="connsiteX155" fmla="*/ 131672 w 144759"/>
                <a:gd name="connsiteY155" fmla="*/ 84040 h 236364"/>
                <a:gd name="connsiteX156" fmla="*/ 131542 w 144759"/>
                <a:gd name="connsiteY156" fmla="*/ 86316 h 236364"/>
                <a:gd name="connsiteX157" fmla="*/ 131161 w 144759"/>
                <a:gd name="connsiteY157" fmla="*/ 88179 h 236364"/>
                <a:gd name="connsiteX158" fmla="*/ 128928 w 144759"/>
                <a:gd name="connsiteY158" fmla="*/ 88923 h 236364"/>
                <a:gd name="connsiteX159" fmla="*/ 128184 w 144759"/>
                <a:gd name="connsiteY159" fmla="*/ 93388 h 236364"/>
                <a:gd name="connsiteX160" fmla="*/ 126696 w 144759"/>
                <a:gd name="connsiteY160" fmla="*/ 94132 h 236364"/>
                <a:gd name="connsiteX161" fmla="*/ 125580 w 144759"/>
                <a:gd name="connsiteY161" fmla="*/ 96411 h 236364"/>
                <a:gd name="connsiteX162" fmla="*/ 124464 w 144759"/>
                <a:gd name="connsiteY162" fmla="*/ 98597 h 236364"/>
                <a:gd name="connsiteX163" fmla="*/ 122975 w 144759"/>
                <a:gd name="connsiteY163" fmla="*/ 98597 h 236364"/>
                <a:gd name="connsiteX164" fmla="*/ 122231 w 144759"/>
                <a:gd name="connsiteY164" fmla="*/ 100457 h 236364"/>
                <a:gd name="connsiteX165" fmla="*/ 121487 w 144759"/>
                <a:gd name="connsiteY165" fmla="*/ 102318 h 236364"/>
                <a:gd name="connsiteX166" fmla="*/ 119999 w 144759"/>
                <a:gd name="connsiteY166" fmla="*/ 102318 h 236364"/>
                <a:gd name="connsiteX167" fmla="*/ 119301 w 144759"/>
                <a:gd name="connsiteY167" fmla="*/ 104085 h 236364"/>
                <a:gd name="connsiteX168" fmla="*/ 116278 w 144759"/>
                <a:gd name="connsiteY168" fmla="*/ 107527 h 236364"/>
                <a:gd name="connsiteX169" fmla="*/ 114790 w 144759"/>
                <a:gd name="connsiteY169" fmla="*/ 109759 h 236364"/>
                <a:gd name="connsiteX170" fmla="*/ 111813 w 144759"/>
                <a:gd name="connsiteY170" fmla="*/ 109015 h 236364"/>
                <a:gd name="connsiteX171" fmla="*/ 115534 w 144759"/>
                <a:gd name="connsiteY171" fmla="*/ 112736 h 236364"/>
                <a:gd name="connsiteX172" fmla="*/ 119255 w 144759"/>
                <a:gd name="connsiteY172" fmla="*/ 112736 h 236364"/>
                <a:gd name="connsiteX173" fmla="*/ 119580 w 144759"/>
                <a:gd name="connsiteY173" fmla="*/ 114177 h 236364"/>
                <a:gd name="connsiteX174" fmla="*/ 119999 w 144759"/>
                <a:gd name="connsiteY174" fmla="*/ 115712 h 236364"/>
                <a:gd name="connsiteX175" fmla="*/ 124464 w 144759"/>
                <a:gd name="connsiteY175" fmla="*/ 116456 h 236364"/>
                <a:gd name="connsiteX176" fmla="*/ 125952 w 144759"/>
                <a:gd name="connsiteY176" fmla="*/ 119433 h 236364"/>
                <a:gd name="connsiteX177" fmla="*/ 128184 w 144759"/>
                <a:gd name="connsiteY177" fmla="*/ 121665 h 236364"/>
                <a:gd name="connsiteX178" fmla="*/ 131161 w 144759"/>
                <a:gd name="connsiteY178" fmla="*/ 125386 h 236364"/>
                <a:gd name="connsiteX179" fmla="*/ 132370 w 144759"/>
                <a:gd name="connsiteY179" fmla="*/ 126549 h 236364"/>
                <a:gd name="connsiteX180" fmla="*/ 134882 w 144759"/>
                <a:gd name="connsiteY180" fmla="*/ 130595 h 236364"/>
                <a:gd name="connsiteX181" fmla="*/ 136370 w 144759"/>
                <a:gd name="connsiteY181" fmla="*/ 131339 h 236364"/>
                <a:gd name="connsiteX182" fmla="*/ 137114 w 144759"/>
                <a:gd name="connsiteY182" fmla="*/ 137292 h 236364"/>
                <a:gd name="connsiteX183" fmla="*/ 139346 w 144759"/>
                <a:gd name="connsiteY183" fmla="*/ 137292 h 236364"/>
                <a:gd name="connsiteX184" fmla="*/ 139710 w 144759"/>
                <a:gd name="connsiteY184" fmla="*/ 141870 h 236364"/>
                <a:gd name="connsiteX185" fmla="*/ 140091 w 144759"/>
                <a:gd name="connsiteY185" fmla="*/ 143245 h 236364"/>
                <a:gd name="connsiteX186" fmla="*/ 142323 w 144759"/>
                <a:gd name="connsiteY186" fmla="*/ 143989 h 236364"/>
                <a:gd name="connsiteX187" fmla="*/ 142742 w 144759"/>
                <a:gd name="connsiteY187" fmla="*/ 149943 h 236364"/>
                <a:gd name="connsiteX188" fmla="*/ 143067 w 144759"/>
                <a:gd name="connsiteY188" fmla="*/ 155896 h 236364"/>
                <a:gd name="connsiteX189" fmla="*/ 144555 w 144759"/>
                <a:gd name="connsiteY189" fmla="*/ 156640 h 236364"/>
                <a:gd name="connsiteX190" fmla="*/ 144753 w 144759"/>
                <a:gd name="connsiteY190" fmla="*/ 161407 h 236364"/>
                <a:gd name="connsiteX191" fmla="*/ 144759 w 144759"/>
                <a:gd name="connsiteY191" fmla="*/ 164340 h 236364"/>
                <a:gd name="connsiteX192" fmla="*/ 144749 w 144759"/>
                <a:gd name="connsiteY192" fmla="*/ 165875 h 236364"/>
                <a:gd name="connsiteX193" fmla="*/ 144759 w 144759"/>
                <a:gd name="connsiteY193" fmla="*/ 170520 h 236364"/>
                <a:gd name="connsiteX194" fmla="*/ 144753 w 144759"/>
                <a:gd name="connsiteY194" fmla="*/ 173453 h 236364"/>
                <a:gd name="connsiteX195" fmla="*/ 144748 w 144759"/>
                <a:gd name="connsiteY195" fmla="*/ 176166 h 236364"/>
                <a:gd name="connsiteX196" fmla="*/ 144555 w 144759"/>
                <a:gd name="connsiteY196" fmla="*/ 178220 h 236364"/>
                <a:gd name="connsiteX197" fmla="*/ 143067 w 144759"/>
                <a:gd name="connsiteY197" fmla="*/ 178964 h 236364"/>
                <a:gd name="connsiteX198" fmla="*/ 142711 w 144759"/>
                <a:gd name="connsiteY198" fmla="*/ 186609 h 236364"/>
                <a:gd name="connsiteX199" fmla="*/ 142323 w 144759"/>
                <a:gd name="connsiteY199" fmla="*/ 190870 h 236364"/>
                <a:gd name="connsiteX200" fmla="*/ 140091 w 144759"/>
                <a:gd name="connsiteY200" fmla="*/ 191614 h 236364"/>
                <a:gd name="connsiteX201" fmla="*/ 139579 w 144759"/>
                <a:gd name="connsiteY201" fmla="*/ 195754 h 236364"/>
                <a:gd name="connsiteX202" fmla="*/ 139431 w 144759"/>
                <a:gd name="connsiteY202" fmla="*/ 198036 h 236364"/>
                <a:gd name="connsiteX203" fmla="*/ 139346 w 144759"/>
                <a:gd name="connsiteY203" fmla="*/ 199800 h 236364"/>
                <a:gd name="connsiteX204" fmla="*/ 137114 w 144759"/>
                <a:gd name="connsiteY204" fmla="*/ 199800 h 236364"/>
                <a:gd name="connsiteX205" fmla="*/ 136835 w 144759"/>
                <a:gd name="connsiteY205" fmla="*/ 202730 h 236364"/>
                <a:gd name="connsiteX206" fmla="*/ 136370 w 144759"/>
                <a:gd name="connsiteY206" fmla="*/ 205753 h 236364"/>
                <a:gd name="connsiteX207" fmla="*/ 134882 w 144759"/>
                <a:gd name="connsiteY207" fmla="*/ 206497 h 236364"/>
                <a:gd name="connsiteX208" fmla="*/ 134184 w 144759"/>
                <a:gd name="connsiteY208" fmla="*/ 208637 h 236364"/>
                <a:gd name="connsiteX209" fmla="*/ 131161 w 144759"/>
                <a:gd name="connsiteY209" fmla="*/ 213195 h 236364"/>
                <a:gd name="connsiteX210" fmla="*/ 127106 w 144759"/>
                <a:gd name="connsiteY210" fmla="*/ 218287 h 236364"/>
                <a:gd name="connsiteX211" fmla="*/ 125952 w 144759"/>
                <a:gd name="connsiteY211" fmla="*/ 219706 h 236364"/>
                <a:gd name="connsiteX212" fmla="*/ 124882 w 144759"/>
                <a:gd name="connsiteY212" fmla="*/ 221043 h 236364"/>
                <a:gd name="connsiteX213" fmla="*/ 120743 w 144759"/>
                <a:gd name="connsiteY213" fmla="*/ 222868 h 236364"/>
                <a:gd name="connsiteX214" fmla="*/ 120371 w 144759"/>
                <a:gd name="connsiteY214" fmla="*/ 224357 h 236364"/>
                <a:gd name="connsiteX215" fmla="*/ 119999 w 144759"/>
                <a:gd name="connsiteY215" fmla="*/ 225845 h 236364"/>
                <a:gd name="connsiteX216" fmla="*/ 117022 w 144759"/>
                <a:gd name="connsiteY216" fmla="*/ 226589 h 236364"/>
                <a:gd name="connsiteX217" fmla="*/ 116278 w 144759"/>
                <a:gd name="connsiteY217" fmla="*/ 228821 h 236364"/>
                <a:gd name="connsiteX218" fmla="*/ 112511 w 144759"/>
                <a:gd name="connsiteY218" fmla="*/ 228961 h 236364"/>
                <a:gd name="connsiteX219" fmla="*/ 110438 w 144759"/>
                <a:gd name="connsiteY219" fmla="*/ 228900 h 236364"/>
                <a:gd name="connsiteX220" fmla="*/ 108837 w 144759"/>
                <a:gd name="connsiteY220" fmla="*/ 228821 h 236364"/>
                <a:gd name="connsiteX221" fmla="*/ 108837 w 144759"/>
                <a:gd name="connsiteY221" fmla="*/ 232542 h 236364"/>
                <a:gd name="connsiteX222" fmla="*/ 106584 w 144759"/>
                <a:gd name="connsiteY222" fmla="*/ 232438 h 236364"/>
                <a:gd name="connsiteX223" fmla="*/ 103674 w 144759"/>
                <a:gd name="connsiteY223" fmla="*/ 232356 h 236364"/>
                <a:gd name="connsiteX224" fmla="*/ 100770 w 144759"/>
                <a:gd name="connsiteY224" fmla="*/ 232252 h 236364"/>
                <a:gd name="connsiteX225" fmla="*/ 98419 w 144759"/>
                <a:gd name="connsiteY225" fmla="*/ 232542 h 236364"/>
                <a:gd name="connsiteX226" fmla="*/ 98123 w 144759"/>
                <a:gd name="connsiteY226" fmla="*/ 234014 h 236364"/>
                <a:gd name="connsiteX227" fmla="*/ 97675 w 144759"/>
                <a:gd name="connsiteY227" fmla="*/ 235519 h 236364"/>
                <a:gd name="connsiteX228" fmla="*/ 94096 w 144759"/>
                <a:gd name="connsiteY228" fmla="*/ 236071 h 236364"/>
                <a:gd name="connsiteX229" fmla="*/ 91838 w 144759"/>
                <a:gd name="connsiteY229" fmla="*/ 236195 h 236364"/>
                <a:gd name="connsiteX230" fmla="*/ 80523 w 144759"/>
                <a:gd name="connsiteY230" fmla="*/ 236359 h 236364"/>
                <a:gd name="connsiteX231" fmla="*/ 77931 w 144759"/>
                <a:gd name="connsiteY231" fmla="*/ 236363 h 236364"/>
                <a:gd name="connsiteX232" fmla="*/ 69534 w 144759"/>
                <a:gd name="connsiteY232" fmla="*/ 236362 h 236364"/>
                <a:gd name="connsiteX233" fmla="*/ 63674 w 144759"/>
                <a:gd name="connsiteY233" fmla="*/ 236364 h 236364"/>
                <a:gd name="connsiteX234" fmla="*/ 51437 w 144759"/>
                <a:gd name="connsiteY234" fmla="*/ 236360 h 236364"/>
                <a:gd name="connsiteX235" fmla="*/ 37289 w 144759"/>
                <a:gd name="connsiteY235" fmla="*/ 236361 h 236364"/>
                <a:gd name="connsiteX236" fmla="*/ 23647 w 144759"/>
                <a:gd name="connsiteY236" fmla="*/ 236362 h 236364"/>
                <a:gd name="connsiteX237" fmla="*/ 17849 w 144759"/>
                <a:gd name="connsiteY237" fmla="*/ 236364 h 236364"/>
                <a:gd name="connsiteX238" fmla="*/ 9780 w 144759"/>
                <a:gd name="connsiteY238" fmla="*/ 236359 h 236364"/>
                <a:gd name="connsiteX239" fmla="*/ 7347 w 144759"/>
                <a:gd name="connsiteY239" fmla="*/ 236364 h 236364"/>
                <a:gd name="connsiteX240" fmla="*/ 5138 w 144759"/>
                <a:gd name="connsiteY240" fmla="*/ 236357 h 236364"/>
                <a:gd name="connsiteX241" fmla="*/ 3212 w 144759"/>
                <a:gd name="connsiteY241" fmla="*/ 236357 h 236364"/>
                <a:gd name="connsiteX242" fmla="*/ 192 w 144759"/>
                <a:gd name="connsiteY242" fmla="*/ 235519 h 236364"/>
                <a:gd name="connsiteX243" fmla="*/ 9 w 144759"/>
                <a:gd name="connsiteY243" fmla="*/ 231755 h 236364"/>
                <a:gd name="connsiteX244" fmla="*/ 0 w 144759"/>
                <a:gd name="connsiteY244" fmla="*/ 229268 h 236364"/>
                <a:gd name="connsiteX245" fmla="*/ 13 w 144759"/>
                <a:gd name="connsiteY245" fmla="*/ 226502 h 236364"/>
                <a:gd name="connsiteX246" fmla="*/ 9 w 144759"/>
                <a:gd name="connsiteY246" fmla="*/ 223590 h 236364"/>
                <a:gd name="connsiteX247" fmla="*/ 19 w 144759"/>
                <a:gd name="connsiteY247" fmla="*/ 215552 h 236364"/>
                <a:gd name="connsiteX248" fmla="*/ 22 w 144759"/>
                <a:gd name="connsiteY248" fmla="*/ 206898 h 236364"/>
                <a:gd name="connsiteX249" fmla="*/ 35 w 144759"/>
                <a:gd name="connsiteY249" fmla="*/ 191892 h 236364"/>
                <a:gd name="connsiteX250" fmla="*/ 53 w 144759"/>
                <a:gd name="connsiteY250" fmla="*/ 170195 h 236364"/>
                <a:gd name="connsiteX251" fmla="*/ 80 w 144759"/>
                <a:gd name="connsiteY251" fmla="*/ 134996 h 236364"/>
                <a:gd name="connsiteX252" fmla="*/ 110 w 144759"/>
                <a:gd name="connsiteY252" fmla="*/ 100796 h 236364"/>
                <a:gd name="connsiteX253" fmla="*/ 112 w 144759"/>
                <a:gd name="connsiteY253" fmla="*/ 98668 h 236364"/>
                <a:gd name="connsiteX254" fmla="*/ 117 w 144759"/>
                <a:gd name="connsiteY254" fmla="*/ 88100 h 236364"/>
                <a:gd name="connsiteX255" fmla="*/ 192 w 144759"/>
                <a:gd name="connsiteY255" fmla="*/ 370 h 236364"/>
                <a:gd name="connsiteX256" fmla="*/ 37081 w 144759"/>
                <a:gd name="connsiteY256" fmla="*/ 216 h 236364"/>
                <a:gd name="connsiteX257" fmla="*/ 54208 w 144759"/>
                <a:gd name="connsiteY257" fmla="*/ 146 h 236364"/>
                <a:gd name="connsiteX258" fmla="*/ 69133 w 144759"/>
                <a:gd name="connsiteY258" fmla="*/ 90 h 236364"/>
                <a:gd name="connsiteX259" fmla="*/ 77039 w 144759"/>
                <a:gd name="connsiteY259" fmla="*/ 56 h 236364"/>
                <a:gd name="connsiteX260" fmla="*/ 85854 w 144759"/>
                <a:gd name="connsiteY260" fmla="*/ 32 h 236364"/>
                <a:gd name="connsiteX261" fmla="*/ 88515 w 144759"/>
                <a:gd name="connsiteY261"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144759" h="236364">
                  <a:moveTo>
                    <a:pt x="79903" y="129578"/>
                  </a:moveTo>
                  <a:cubicBezTo>
                    <a:pt x="78897" y="129587"/>
                    <a:pt x="77920" y="129595"/>
                    <a:pt x="76943" y="129603"/>
                  </a:cubicBezTo>
                  <a:cubicBezTo>
                    <a:pt x="75230" y="129601"/>
                    <a:pt x="73519" y="129605"/>
                    <a:pt x="71806" y="129632"/>
                  </a:cubicBezTo>
                  <a:cubicBezTo>
                    <a:pt x="70579" y="129652"/>
                    <a:pt x="69352" y="129666"/>
                    <a:pt x="68125" y="129672"/>
                  </a:cubicBezTo>
                  <a:cubicBezTo>
                    <a:pt x="64917" y="129682"/>
                    <a:pt x="61708" y="129704"/>
                    <a:pt x="58500" y="129745"/>
                  </a:cubicBezTo>
                  <a:cubicBezTo>
                    <a:pt x="55172" y="129787"/>
                    <a:pt x="51845" y="129813"/>
                    <a:pt x="48517" y="129833"/>
                  </a:cubicBezTo>
                  <a:cubicBezTo>
                    <a:pt x="41350" y="129873"/>
                    <a:pt x="34183" y="129939"/>
                    <a:pt x="27016" y="130025"/>
                  </a:cubicBezTo>
                  <a:cubicBezTo>
                    <a:pt x="27001" y="138919"/>
                    <a:pt x="26988" y="147812"/>
                    <a:pt x="26980" y="156705"/>
                  </a:cubicBezTo>
                  <a:cubicBezTo>
                    <a:pt x="26976" y="161234"/>
                    <a:pt x="26973" y="165763"/>
                    <a:pt x="26965" y="170292"/>
                  </a:cubicBezTo>
                  <a:cubicBezTo>
                    <a:pt x="26957" y="174734"/>
                    <a:pt x="26950" y="179176"/>
                    <a:pt x="26947" y="183618"/>
                  </a:cubicBezTo>
                  <a:cubicBezTo>
                    <a:pt x="26946" y="185302"/>
                    <a:pt x="26945" y="186986"/>
                    <a:pt x="26944" y="188670"/>
                  </a:cubicBezTo>
                  <a:cubicBezTo>
                    <a:pt x="26938" y="191106"/>
                    <a:pt x="26932" y="193542"/>
                    <a:pt x="26932" y="195978"/>
                  </a:cubicBezTo>
                  <a:cubicBezTo>
                    <a:pt x="26932" y="196734"/>
                    <a:pt x="26932" y="197467"/>
                    <a:pt x="26932" y="198200"/>
                  </a:cubicBezTo>
                  <a:cubicBezTo>
                    <a:pt x="26929" y="198921"/>
                    <a:pt x="26927" y="199621"/>
                    <a:pt x="26924" y="200321"/>
                  </a:cubicBezTo>
                  <a:cubicBezTo>
                    <a:pt x="26927" y="202256"/>
                    <a:pt x="26307" y="204474"/>
                    <a:pt x="27761" y="205928"/>
                  </a:cubicBezTo>
                  <a:cubicBezTo>
                    <a:pt x="29019" y="205961"/>
                    <a:pt x="30278" y="205987"/>
                    <a:pt x="31537" y="205973"/>
                  </a:cubicBezTo>
                  <a:cubicBezTo>
                    <a:pt x="32093" y="205963"/>
                    <a:pt x="32633" y="205954"/>
                    <a:pt x="33173" y="205944"/>
                  </a:cubicBezTo>
                  <a:cubicBezTo>
                    <a:pt x="34978" y="205921"/>
                    <a:pt x="36783" y="205897"/>
                    <a:pt x="38589" y="205869"/>
                  </a:cubicBezTo>
                  <a:cubicBezTo>
                    <a:pt x="39882" y="205848"/>
                    <a:pt x="41175" y="205829"/>
                    <a:pt x="42469" y="205811"/>
                  </a:cubicBezTo>
                  <a:cubicBezTo>
                    <a:pt x="45851" y="205765"/>
                    <a:pt x="49233" y="205717"/>
                    <a:pt x="52615" y="205666"/>
                  </a:cubicBezTo>
                  <a:cubicBezTo>
                    <a:pt x="56123" y="205612"/>
                    <a:pt x="59631" y="205562"/>
                    <a:pt x="63138" y="205513"/>
                  </a:cubicBezTo>
                  <a:cubicBezTo>
                    <a:pt x="70694" y="205408"/>
                    <a:pt x="78249" y="205298"/>
                    <a:pt x="85804" y="205184"/>
                  </a:cubicBezTo>
                  <a:cubicBezTo>
                    <a:pt x="85804" y="204172"/>
                    <a:pt x="85804" y="203189"/>
                    <a:pt x="85804" y="202207"/>
                  </a:cubicBezTo>
                  <a:cubicBezTo>
                    <a:pt x="86569" y="202252"/>
                    <a:pt x="87313" y="202295"/>
                    <a:pt x="88056" y="202338"/>
                  </a:cubicBezTo>
                  <a:cubicBezTo>
                    <a:pt x="89046" y="202372"/>
                    <a:pt x="90006" y="202406"/>
                    <a:pt x="90966" y="202440"/>
                  </a:cubicBezTo>
                  <a:cubicBezTo>
                    <a:pt x="93870" y="202570"/>
                    <a:pt x="93870" y="202570"/>
                    <a:pt x="96221" y="202207"/>
                  </a:cubicBezTo>
                  <a:cubicBezTo>
                    <a:pt x="96412" y="201574"/>
                    <a:pt x="96597" y="200959"/>
                    <a:pt x="96783" y="200344"/>
                  </a:cubicBezTo>
                  <a:cubicBezTo>
                    <a:pt x="96845" y="199712"/>
                    <a:pt x="96905" y="199099"/>
                    <a:pt x="96966" y="198486"/>
                  </a:cubicBezTo>
                  <a:cubicBezTo>
                    <a:pt x="97725" y="198423"/>
                    <a:pt x="98461" y="198362"/>
                    <a:pt x="99198" y="198300"/>
                  </a:cubicBezTo>
                  <a:cubicBezTo>
                    <a:pt x="99957" y="198364"/>
                    <a:pt x="100694" y="198425"/>
                    <a:pt x="101430" y="198486"/>
                  </a:cubicBezTo>
                  <a:cubicBezTo>
                    <a:pt x="101683" y="198233"/>
                    <a:pt x="101929" y="197988"/>
                    <a:pt x="102175" y="197742"/>
                  </a:cubicBezTo>
                  <a:cubicBezTo>
                    <a:pt x="104392" y="195752"/>
                    <a:pt x="105747" y="194449"/>
                    <a:pt x="106732" y="191603"/>
                  </a:cubicBezTo>
                  <a:cubicBezTo>
                    <a:pt x="106954" y="190907"/>
                    <a:pt x="107169" y="190232"/>
                    <a:pt x="107384" y="189557"/>
                  </a:cubicBezTo>
                  <a:cubicBezTo>
                    <a:pt x="108511" y="189181"/>
                    <a:pt x="108511" y="189181"/>
                    <a:pt x="109616" y="188813"/>
                  </a:cubicBezTo>
                  <a:cubicBezTo>
                    <a:pt x="109686" y="187662"/>
                    <a:pt x="109686" y="187662"/>
                    <a:pt x="109756" y="186534"/>
                  </a:cubicBezTo>
                  <a:cubicBezTo>
                    <a:pt x="109708" y="185790"/>
                    <a:pt x="109662" y="185069"/>
                    <a:pt x="109616" y="184348"/>
                  </a:cubicBezTo>
                  <a:cubicBezTo>
                    <a:pt x="110375" y="184348"/>
                    <a:pt x="111112" y="184348"/>
                    <a:pt x="111848" y="184348"/>
                  </a:cubicBezTo>
                  <a:cubicBezTo>
                    <a:pt x="112480" y="182379"/>
                    <a:pt x="112595" y="180570"/>
                    <a:pt x="112673" y="178507"/>
                  </a:cubicBezTo>
                  <a:cubicBezTo>
                    <a:pt x="112667" y="177722"/>
                    <a:pt x="112660" y="176959"/>
                    <a:pt x="112654" y="176197"/>
                  </a:cubicBezTo>
                  <a:cubicBezTo>
                    <a:pt x="112646" y="175321"/>
                    <a:pt x="112639" y="174471"/>
                    <a:pt x="112632" y="173620"/>
                  </a:cubicBezTo>
                  <a:cubicBezTo>
                    <a:pt x="112619" y="172713"/>
                    <a:pt x="112606" y="171833"/>
                    <a:pt x="112593" y="170953"/>
                  </a:cubicBezTo>
                  <a:cubicBezTo>
                    <a:pt x="112556" y="168389"/>
                    <a:pt x="112509" y="165826"/>
                    <a:pt x="112437" y="163262"/>
                  </a:cubicBezTo>
                  <a:cubicBezTo>
                    <a:pt x="112411" y="162398"/>
                    <a:pt x="112385" y="161560"/>
                    <a:pt x="112360" y="160721"/>
                  </a:cubicBezTo>
                  <a:cubicBezTo>
                    <a:pt x="112343" y="159822"/>
                    <a:pt x="112326" y="158949"/>
                    <a:pt x="112309" y="158076"/>
                  </a:cubicBezTo>
                  <a:cubicBezTo>
                    <a:pt x="112282" y="157224"/>
                    <a:pt x="112256" y="156397"/>
                    <a:pt x="112229" y="155570"/>
                  </a:cubicBezTo>
                  <a:cubicBezTo>
                    <a:pt x="112170" y="153313"/>
                    <a:pt x="112170" y="153313"/>
                    <a:pt x="111848" y="151606"/>
                  </a:cubicBezTo>
                  <a:cubicBezTo>
                    <a:pt x="110721" y="151230"/>
                    <a:pt x="110721" y="151230"/>
                    <a:pt x="109616" y="150861"/>
                  </a:cubicBezTo>
                  <a:cubicBezTo>
                    <a:pt x="109610" y="149997"/>
                    <a:pt x="109610" y="149997"/>
                    <a:pt x="109604" y="149149"/>
                  </a:cubicBezTo>
                  <a:cubicBezTo>
                    <a:pt x="109616" y="147141"/>
                    <a:pt x="109616" y="147141"/>
                    <a:pt x="108744" y="145527"/>
                  </a:cubicBezTo>
                  <a:cubicBezTo>
                    <a:pt x="108345" y="145016"/>
                    <a:pt x="107957" y="144521"/>
                    <a:pt x="107570" y="144025"/>
                  </a:cubicBezTo>
                  <a:cubicBezTo>
                    <a:pt x="106419" y="142504"/>
                    <a:pt x="106419" y="142504"/>
                    <a:pt x="105151" y="141188"/>
                  </a:cubicBezTo>
                  <a:cubicBezTo>
                    <a:pt x="104150" y="140710"/>
                    <a:pt x="103155" y="140217"/>
                    <a:pt x="102175" y="139699"/>
                  </a:cubicBezTo>
                  <a:cubicBezTo>
                    <a:pt x="102175" y="138940"/>
                    <a:pt x="102175" y="138204"/>
                    <a:pt x="102175" y="137467"/>
                  </a:cubicBezTo>
                  <a:cubicBezTo>
                    <a:pt x="101305" y="137214"/>
                    <a:pt x="100461" y="136968"/>
                    <a:pt x="99617" y="136723"/>
                  </a:cubicBezTo>
                  <a:cubicBezTo>
                    <a:pt x="98278" y="136347"/>
                    <a:pt x="98278" y="136347"/>
                    <a:pt x="96966" y="135979"/>
                  </a:cubicBezTo>
                  <a:cubicBezTo>
                    <a:pt x="96590" y="134851"/>
                    <a:pt x="96590" y="134851"/>
                    <a:pt x="96221" y="133746"/>
                  </a:cubicBezTo>
                  <a:cubicBezTo>
                    <a:pt x="95779" y="133680"/>
                    <a:pt x="95349" y="133616"/>
                    <a:pt x="94919" y="133552"/>
                  </a:cubicBezTo>
                  <a:cubicBezTo>
                    <a:pt x="94350" y="133588"/>
                    <a:pt x="93797" y="133624"/>
                    <a:pt x="93245" y="133659"/>
                  </a:cubicBezTo>
                  <a:cubicBezTo>
                    <a:pt x="92004" y="133709"/>
                    <a:pt x="90764" y="133769"/>
                    <a:pt x="89524" y="133839"/>
                  </a:cubicBezTo>
                  <a:cubicBezTo>
                    <a:pt x="88876" y="133882"/>
                    <a:pt x="88247" y="133923"/>
                    <a:pt x="87617" y="133964"/>
                  </a:cubicBezTo>
                  <a:cubicBezTo>
                    <a:pt x="87001" y="133987"/>
                    <a:pt x="86402" y="134009"/>
                    <a:pt x="85804" y="134031"/>
                  </a:cubicBezTo>
                  <a:cubicBezTo>
                    <a:pt x="84171" y="134227"/>
                    <a:pt x="84171" y="134227"/>
                    <a:pt x="82827" y="133746"/>
                  </a:cubicBezTo>
                  <a:cubicBezTo>
                    <a:pt x="82695" y="131888"/>
                    <a:pt x="82695" y="131888"/>
                    <a:pt x="82083" y="130025"/>
                  </a:cubicBezTo>
                  <a:cubicBezTo>
                    <a:pt x="81342" y="129873"/>
                    <a:pt x="80622" y="129726"/>
                    <a:pt x="79903" y="129578"/>
                  </a:cubicBezTo>
                  <a:close/>
                  <a:moveTo>
                    <a:pt x="77040" y="30474"/>
                  </a:moveTo>
                  <a:cubicBezTo>
                    <a:pt x="76088" y="30483"/>
                    <a:pt x="75164" y="30491"/>
                    <a:pt x="74241" y="30499"/>
                  </a:cubicBezTo>
                  <a:cubicBezTo>
                    <a:pt x="72604" y="30498"/>
                    <a:pt x="70968" y="30502"/>
                    <a:pt x="69331" y="30529"/>
                  </a:cubicBezTo>
                  <a:cubicBezTo>
                    <a:pt x="68249" y="30547"/>
                    <a:pt x="67166" y="30561"/>
                    <a:pt x="66083" y="30566"/>
                  </a:cubicBezTo>
                  <a:cubicBezTo>
                    <a:pt x="64539" y="30569"/>
                    <a:pt x="64539" y="30569"/>
                    <a:pt x="61236" y="30586"/>
                  </a:cubicBezTo>
                  <a:cubicBezTo>
                    <a:pt x="58441" y="30621"/>
                    <a:pt x="55728" y="30655"/>
                    <a:pt x="53015" y="30689"/>
                  </a:cubicBezTo>
                  <a:cubicBezTo>
                    <a:pt x="44176" y="30768"/>
                    <a:pt x="35596" y="30845"/>
                    <a:pt x="27017" y="30921"/>
                  </a:cubicBezTo>
                  <a:cubicBezTo>
                    <a:pt x="27017" y="54198"/>
                    <a:pt x="27017" y="76790"/>
                    <a:pt x="27017" y="99382"/>
                  </a:cubicBezTo>
                  <a:cubicBezTo>
                    <a:pt x="35983" y="99461"/>
                    <a:pt x="44685" y="99538"/>
                    <a:pt x="53387" y="99615"/>
                  </a:cubicBezTo>
                  <a:cubicBezTo>
                    <a:pt x="57284" y="99663"/>
                    <a:pt x="61180" y="99715"/>
                    <a:pt x="65076" y="99734"/>
                  </a:cubicBezTo>
                  <a:cubicBezTo>
                    <a:pt x="66124" y="99736"/>
                    <a:pt x="67173" y="99740"/>
                    <a:pt x="68221" y="99746"/>
                  </a:cubicBezTo>
                  <a:cubicBezTo>
                    <a:pt x="69924" y="99775"/>
                    <a:pt x="71626" y="99803"/>
                    <a:pt x="73329" y="99806"/>
                  </a:cubicBezTo>
                  <a:cubicBezTo>
                    <a:pt x="74131" y="99805"/>
                    <a:pt x="74131" y="99805"/>
                    <a:pt x="74917" y="99805"/>
                  </a:cubicBezTo>
                  <a:cubicBezTo>
                    <a:pt x="77756" y="99830"/>
                    <a:pt x="77756" y="99830"/>
                    <a:pt x="79851" y="99382"/>
                  </a:cubicBezTo>
                  <a:cubicBezTo>
                    <a:pt x="80082" y="98741"/>
                    <a:pt x="80307" y="98118"/>
                    <a:pt x="80531" y="97496"/>
                  </a:cubicBezTo>
                  <a:cubicBezTo>
                    <a:pt x="80553" y="96872"/>
                    <a:pt x="80574" y="96267"/>
                    <a:pt x="80595" y="95662"/>
                  </a:cubicBezTo>
                  <a:cubicBezTo>
                    <a:pt x="81177" y="95726"/>
                    <a:pt x="81742" y="95788"/>
                    <a:pt x="82307" y="95851"/>
                  </a:cubicBezTo>
                  <a:cubicBezTo>
                    <a:pt x="83069" y="95929"/>
                    <a:pt x="83809" y="96004"/>
                    <a:pt x="84548" y="96080"/>
                  </a:cubicBezTo>
                  <a:cubicBezTo>
                    <a:pt x="87108" y="96351"/>
                    <a:pt x="88549" y="96483"/>
                    <a:pt x="91013" y="95662"/>
                  </a:cubicBezTo>
                  <a:cubicBezTo>
                    <a:pt x="91197" y="94119"/>
                    <a:pt x="91197" y="94119"/>
                    <a:pt x="91757" y="92685"/>
                  </a:cubicBezTo>
                  <a:cubicBezTo>
                    <a:pt x="93804" y="92778"/>
                    <a:pt x="93804" y="92778"/>
                    <a:pt x="96222" y="92685"/>
                  </a:cubicBezTo>
                  <a:cubicBezTo>
                    <a:pt x="98477" y="90483"/>
                    <a:pt x="99725" y="88648"/>
                    <a:pt x="101152" y="85848"/>
                  </a:cubicBezTo>
                  <a:cubicBezTo>
                    <a:pt x="101500" y="85137"/>
                    <a:pt x="101838" y="84446"/>
                    <a:pt x="102175" y="83755"/>
                  </a:cubicBezTo>
                  <a:cubicBezTo>
                    <a:pt x="102581" y="83413"/>
                    <a:pt x="102976" y="83082"/>
                    <a:pt x="103370" y="82750"/>
                  </a:cubicBezTo>
                  <a:cubicBezTo>
                    <a:pt x="104408" y="81523"/>
                    <a:pt x="104408" y="81523"/>
                    <a:pt x="104463" y="79677"/>
                  </a:cubicBezTo>
                  <a:cubicBezTo>
                    <a:pt x="104365" y="78992"/>
                    <a:pt x="104270" y="78328"/>
                    <a:pt x="104175" y="77663"/>
                  </a:cubicBezTo>
                  <a:cubicBezTo>
                    <a:pt x="104083" y="76972"/>
                    <a:pt x="103994" y="76301"/>
                    <a:pt x="103905" y="75631"/>
                  </a:cubicBezTo>
                  <a:cubicBezTo>
                    <a:pt x="103783" y="74848"/>
                    <a:pt x="103783" y="74848"/>
                    <a:pt x="103663" y="74082"/>
                  </a:cubicBezTo>
                  <a:cubicBezTo>
                    <a:pt x="105127" y="73936"/>
                    <a:pt x="105127" y="73936"/>
                    <a:pt x="106640" y="73337"/>
                  </a:cubicBezTo>
                  <a:cubicBezTo>
                    <a:pt x="106771" y="72802"/>
                    <a:pt x="106898" y="72282"/>
                    <a:pt x="107025" y="71762"/>
                  </a:cubicBezTo>
                  <a:cubicBezTo>
                    <a:pt x="107029" y="71064"/>
                    <a:pt x="107032" y="70387"/>
                    <a:pt x="107035" y="69710"/>
                  </a:cubicBezTo>
                  <a:cubicBezTo>
                    <a:pt x="107039" y="68955"/>
                    <a:pt x="107043" y="68222"/>
                    <a:pt x="107047" y="67489"/>
                  </a:cubicBezTo>
                  <a:cubicBezTo>
                    <a:pt x="107029" y="66309"/>
                    <a:pt x="107029" y="66309"/>
                    <a:pt x="107012" y="65152"/>
                  </a:cubicBezTo>
                  <a:cubicBezTo>
                    <a:pt x="107024" y="64357"/>
                    <a:pt x="107035" y="63586"/>
                    <a:pt x="107047" y="62815"/>
                  </a:cubicBezTo>
                  <a:cubicBezTo>
                    <a:pt x="107041" y="61693"/>
                    <a:pt x="107041" y="61693"/>
                    <a:pt x="107035" y="60594"/>
                  </a:cubicBezTo>
                  <a:cubicBezTo>
                    <a:pt x="107025" y="58542"/>
                    <a:pt x="107025" y="58542"/>
                    <a:pt x="106640" y="56966"/>
                  </a:cubicBezTo>
                  <a:cubicBezTo>
                    <a:pt x="106130" y="56802"/>
                    <a:pt x="105635" y="56642"/>
                    <a:pt x="105140" y="56482"/>
                  </a:cubicBezTo>
                  <a:cubicBezTo>
                    <a:pt x="104638" y="56394"/>
                    <a:pt x="104151" y="56308"/>
                    <a:pt x="103663" y="56222"/>
                  </a:cubicBezTo>
                  <a:cubicBezTo>
                    <a:pt x="103591" y="55598"/>
                    <a:pt x="103521" y="54991"/>
                    <a:pt x="103451" y="54385"/>
                  </a:cubicBezTo>
                  <a:cubicBezTo>
                    <a:pt x="103609" y="52242"/>
                    <a:pt x="103796" y="50182"/>
                    <a:pt x="103663" y="48037"/>
                  </a:cubicBezTo>
                  <a:cubicBezTo>
                    <a:pt x="102536" y="47661"/>
                    <a:pt x="102536" y="47661"/>
                    <a:pt x="101431" y="47293"/>
                  </a:cubicBezTo>
                  <a:cubicBezTo>
                    <a:pt x="101431" y="46280"/>
                    <a:pt x="101431" y="45298"/>
                    <a:pt x="101431" y="44316"/>
                  </a:cubicBezTo>
                  <a:cubicBezTo>
                    <a:pt x="99718" y="41097"/>
                    <a:pt x="97918" y="38740"/>
                    <a:pt x="94501" y="37386"/>
                  </a:cubicBezTo>
                  <a:cubicBezTo>
                    <a:pt x="93821" y="37212"/>
                    <a:pt x="93161" y="37043"/>
                    <a:pt x="92501" y="36875"/>
                  </a:cubicBezTo>
                  <a:cubicBezTo>
                    <a:pt x="92126" y="35747"/>
                    <a:pt x="92126" y="35747"/>
                    <a:pt x="91757" y="34642"/>
                  </a:cubicBezTo>
                  <a:cubicBezTo>
                    <a:pt x="89525" y="33898"/>
                    <a:pt x="89525" y="33898"/>
                    <a:pt x="87191" y="33988"/>
                  </a:cubicBezTo>
                  <a:cubicBezTo>
                    <a:pt x="86292" y="34068"/>
                    <a:pt x="85420" y="34146"/>
                    <a:pt x="84548" y="34224"/>
                  </a:cubicBezTo>
                  <a:cubicBezTo>
                    <a:pt x="83644" y="34302"/>
                    <a:pt x="82766" y="34377"/>
                    <a:pt x="81889" y="34453"/>
                  </a:cubicBezTo>
                  <a:cubicBezTo>
                    <a:pt x="80860" y="34549"/>
                    <a:pt x="80860" y="34549"/>
                    <a:pt x="79851" y="34642"/>
                  </a:cubicBezTo>
                  <a:cubicBezTo>
                    <a:pt x="79783" y="32808"/>
                    <a:pt x="79783" y="32808"/>
                    <a:pt x="79107" y="30921"/>
                  </a:cubicBezTo>
                  <a:cubicBezTo>
                    <a:pt x="78404" y="30769"/>
                    <a:pt x="77722" y="30622"/>
                    <a:pt x="77040" y="30474"/>
                  </a:cubicBezTo>
                  <a:close/>
                  <a:moveTo>
                    <a:pt x="88515" y="0"/>
                  </a:moveTo>
                  <a:cubicBezTo>
                    <a:pt x="89313" y="4"/>
                    <a:pt x="90110" y="8"/>
                    <a:pt x="90931" y="12"/>
                  </a:cubicBezTo>
                  <a:cubicBezTo>
                    <a:pt x="91627" y="10"/>
                    <a:pt x="92322" y="7"/>
                    <a:pt x="93039" y="4"/>
                  </a:cubicBezTo>
                  <a:cubicBezTo>
                    <a:pt x="93860" y="185"/>
                    <a:pt x="93860" y="185"/>
                    <a:pt x="94698" y="370"/>
                  </a:cubicBezTo>
                  <a:cubicBezTo>
                    <a:pt x="95557" y="1863"/>
                    <a:pt x="95557" y="1863"/>
                    <a:pt x="96186" y="3347"/>
                  </a:cubicBezTo>
                  <a:cubicBezTo>
                    <a:pt x="98167" y="3708"/>
                    <a:pt x="98167" y="3708"/>
                    <a:pt x="100372" y="3533"/>
                  </a:cubicBezTo>
                  <a:cubicBezTo>
                    <a:pt x="101118" y="3506"/>
                    <a:pt x="101865" y="3479"/>
                    <a:pt x="102634" y="3452"/>
                  </a:cubicBezTo>
                  <a:cubicBezTo>
                    <a:pt x="103207" y="3417"/>
                    <a:pt x="103781" y="3382"/>
                    <a:pt x="104372" y="3347"/>
                  </a:cubicBezTo>
                  <a:cubicBezTo>
                    <a:pt x="104372" y="4329"/>
                    <a:pt x="104372" y="5311"/>
                    <a:pt x="104372" y="6323"/>
                  </a:cubicBezTo>
                  <a:cubicBezTo>
                    <a:pt x="105323" y="6385"/>
                    <a:pt x="106275" y="6446"/>
                    <a:pt x="107255" y="6510"/>
                  </a:cubicBezTo>
                  <a:cubicBezTo>
                    <a:pt x="108909" y="6707"/>
                    <a:pt x="108909" y="6707"/>
                    <a:pt x="110325" y="7068"/>
                  </a:cubicBezTo>
                  <a:cubicBezTo>
                    <a:pt x="111302" y="8556"/>
                    <a:pt x="111302" y="8556"/>
                    <a:pt x="111813" y="10044"/>
                  </a:cubicBezTo>
                  <a:cubicBezTo>
                    <a:pt x="112550" y="10290"/>
                    <a:pt x="113287" y="10535"/>
                    <a:pt x="114046" y="10788"/>
                  </a:cubicBezTo>
                  <a:cubicBezTo>
                    <a:pt x="114291" y="11295"/>
                    <a:pt x="114537" y="11801"/>
                    <a:pt x="114790" y="12323"/>
                  </a:cubicBezTo>
                  <a:cubicBezTo>
                    <a:pt x="115035" y="12799"/>
                    <a:pt x="115281" y="13275"/>
                    <a:pt x="115534" y="13765"/>
                  </a:cubicBezTo>
                  <a:cubicBezTo>
                    <a:pt x="116271" y="13765"/>
                    <a:pt x="117007" y="13765"/>
                    <a:pt x="117766" y="13765"/>
                  </a:cubicBezTo>
                  <a:cubicBezTo>
                    <a:pt x="118012" y="14502"/>
                    <a:pt x="118257" y="15238"/>
                    <a:pt x="118510" y="15997"/>
                  </a:cubicBezTo>
                  <a:cubicBezTo>
                    <a:pt x="119247" y="16488"/>
                    <a:pt x="119984" y="16980"/>
                    <a:pt x="120743" y="17486"/>
                  </a:cubicBezTo>
                  <a:cubicBezTo>
                    <a:pt x="120988" y="18222"/>
                    <a:pt x="121234" y="18959"/>
                    <a:pt x="121487" y="19718"/>
                  </a:cubicBezTo>
                  <a:cubicBezTo>
                    <a:pt x="121978" y="19964"/>
                    <a:pt x="122469" y="20209"/>
                    <a:pt x="122975" y="20462"/>
                  </a:cubicBezTo>
                  <a:cubicBezTo>
                    <a:pt x="123223" y="21454"/>
                    <a:pt x="123471" y="22447"/>
                    <a:pt x="123719" y="23439"/>
                  </a:cubicBezTo>
                  <a:cubicBezTo>
                    <a:pt x="124211" y="23684"/>
                    <a:pt x="124702" y="23930"/>
                    <a:pt x="125208" y="24183"/>
                  </a:cubicBezTo>
                  <a:cubicBezTo>
                    <a:pt x="125704" y="25423"/>
                    <a:pt x="126200" y="26663"/>
                    <a:pt x="126696" y="27904"/>
                  </a:cubicBezTo>
                  <a:cubicBezTo>
                    <a:pt x="127187" y="28149"/>
                    <a:pt x="127678" y="28395"/>
                    <a:pt x="128184" y="28648"/>
                  </a:cubicBezTo>
                  <a:cubicBezTo>
                    <a:pt x="128626" y="30619"/>
                    <a:pt x="128737" y="32586"/>
                    <a:pt x="128928" y="34601"/>
                  </a:cubicBezTo>
                  <a:cubicBezTo>
                    <a:pt x="129665" y="34601"/>
                    <a:pt x="130402" y="34601"/>
                    <a:pt x="131161" y="34601"/>
                  </a:cubicBezTo>
                  <a:cubicBezTo>
                    <a:pt x="131203" y="35394"/>
                    <a:pt x="131203" y="35394"/>
                    <a:pt x="131245" y="36202"/>
                  </a:cubicBezTo>
                  <a:cubicBezTo>
                    <a:pt x="131294" y="36886"/>
                    <a:pt x="131343" y="37570"/>
                    <a:pt x="131393" y="38275"/>
                  </a:cubicBezTo>
                  <a:cubicBezTo>
                    <a:pt x="131458" y="39298"/>
                    <a:pt x="131458" y="39298"/>
                    <a:pt x="131524" y="40342"/>
                  </a:cubicBezTo>
                  <a:cubicBezTo>
                    <a:pt x="131650" y="40903"/>
                    <a:pt x="131776" y="41464"/>
                    <a:pt x="131905" y="42042"/>
                  </a:cubicBezTo>
                  <a:cubicBezTo>
                    <a:pt x="132642" y="42288"/>
                    <a:pt x="133378" y="42533"/>
                    <a:pt x="134137" y="42786"/>
                  </a:cubicBezTo>
                  <a:cubicBezTo>
                    <a:pt x="134406" y="44317"/>
                    <a:pt x="134406" y="44317"/>
                    <a:pt x="134391" y="46355"/>
                  </a:cubicBezTo>
                  <a:cubicBezTo>
                    <a:pt x="134391" y="47114"/>
                    <a:pt x="134391" y="47874"/>
                    <a:pt x="134390" y="48657"/>
                  </a:cubicBezTo>
                  <a:cubicBezTo>
                    <a:pt x="134379" y="49483"/>
                    <a:pt x="134367" y="50310"/>
                    <a:pt x="134355" y="51161"/>
                  </a:cubicBezTo>
                  <a:cubicBezTo>
                    <a:pt x="134352" y="52002"/>
                    <a:pt x="134349" y="52843"/>
                    <a:pt x="134346" y="53710"/>
                  </a:cubicBezTo>
                  <a:cubicBezTo>
                    <a:pt x="134333" y="56410"/>
                    <a:pt x="134305" y="59109"/>
                    <a:pt x="134277" y="61808"/>
                  </a:cubicBezTo>
                  <a:cubicBezTo>
                    <a:pt x="134266" y="63633"/>
                    <a:pt x="134256" y="65458"/>
                    <a:pt x="134246" y="67283"/>
                  </a:cubicBezTo>
                  <a:cubicBezTo>
                    <a:pt x="134222" y="71768"/>
                    <a:pt x="134184" y="76253"/>
                    <a:pt x="134137" y="80738"/>
                  </a:cubicBezTo>
                  <a:cubicBezTo>
                    <a:pt x="133401" y="80492"/>
                    <a:pt x="132664" y="80246"/>
                    <a:pt x="131905" y="79993"/>
                  </a:cubicBezTo>
                  <a:cubicBezTo>
                    <a:pt x="131877" y="80576"/>
                    <a:pt x="131849" y="81158"/>
                    <a:pt x="131821" y="81758"/>
                  </a:cubicBezTo>
                  <a:cubicBezTo>
                    <a:pt x="131747" y="82887"/>
                    <a:pt x="131747" y="82887"/>
                    <a:pt x="131672" y="84040"/>
                  </a:cubicBezTo>
                  <a:cubicBezTo>
                    <a:pt x="131629" y="84791"/>
                    <a:pt x="131586" y="85542"/>
                    <a:pt x="131542" y="86316"/>
                  </a:cubicBezTo>
                  <a:cubicBezTo>
                    <a:pt x="131416" y="86931"/>
                    <a:pt x="131290" y="87545"/>
                    <a:pt x="131161" y="88179"/>
                  </a:cubicBezTo>
                  <a:cubicBezTo>
                    <a:pt x="130424" y="88424"/>
                    <a:pt x="129687" y="88670"/>
                    <a:pt x="128928" y="88923"/>
                  </a:cubicBezTo>
                  <a:cubicBezTo>
                    <a:pt x="128650" y="90406"/>
                    <a:pt x="128402" y="91895"/>
                    <a:pt x="128184" y="93388"/>
                  </a:cubicBezTo>
                  <a:cubicBezTo>
                    <a:pt x="127448" y="93756"/>
                    <a:pt x="127448" y="93756"/>
                    <a:pt x="126696" y="94132"/>
                  </a:cubicBezTo>
                  <a:cubicBezTo>
                    <a:pt x="126144" y="95260"/>
                    <a:pt x="126144" y="95260"/>
                    <a:pt x="125580" y="96411"/>
                  </a:cubicBezTo>
                  <a:cubicBezTo>
                    <a:pt x="125211" y="97132"/>
                    <a:pt x="124843" y="97854"/>
                    <a:pt x="124464" y="98597"/>
                  </a:cubicBezTo>
                  <a:cubicBezTo>
                    <a:pt x="123972" y="98597"/>
                    <a:pt x="123481" y="98597"/>
                    <a:pt x="122975" y="98597"/>
                  </a:cubicBezTo>
                  <a:cubicBezTo>
                    <a:pt x="122730" y="99211"/>
                    <a:pt x="122484" y="99825"/>
                    <a:pt x="122231" y="100457"/>
                  </a:cubicBezTo>
                  <a:cubicBezTo>
                    <a:pt x="121986" y="101071"/>
                    <a:pt x="121740" y="101685"/>
                    <a:pt x="121487" y="102318"/>
                  </a:cubicBezTo>
                  <a:cubicBezTo>
                    <a:pt x="120996" y="102318"/>
                    <a:pt x="120505" y="102318"/>
                    <a:pt x="119999" y="102318"/>
                  </a:cubicBezTo>
                  <a:cubicBezTo>
                    <a:pt x="119769" y="102901"/>
                    <a:pt x="119538" y="103484"/>
                    <a:pt x="119301" y="104085"/>
                  </a:cubicBezTo>
                  <a:cubicBezTo>
                    <a:pt x="118510" y="106038"/>
                    <a:pt x="118510" y="106038"/>
                    <a:pt x="116278" y="107527"/>
                  </a:cubicBezTo>
                  <a:cubicBezTo>
                    <a:pt x="115787" y="108263"/>
                    <a:pt x="115296" y="109000"/>
                    <a:pt x="114790" y="109759"/>
                  </a:cubicBezTo>
                  <a:cubicBezTo>
                    <a:pt x="113208" y="109526"/>
                    <a:pt x="113208" y="109526"/>
                    <a:pt x="111813" y="109015"/>
                  </a:cubicBezTo>
                  <a:cubicBezTo>
                    <a:pt x="113440" y="110953"/>
                    <a:pt x="113440" y="110953"/>
                    <a:pt x="115534" y="112736"/>
                  </a:cubicBezTo>
                  <a:cubicBezTo>
                    <a:pt x="116774" y="112764"/>
                    <a:pt x="118015" y="112770"/>
                    <a:pt x="119255" y="112736"/>
                  </a:cubicBezTo>
                  <a:cubicBezTo>
                    <a:pt x="119416" y="113449"/>
                    <a:pt x="119416" y="113449"/>
                    <a:pt x="119580" y="114177"/>
                  </a:cubicBezTo>
                  <a:cubicBezTo>
                    <a:pt x="119718" y="114684"/>
                    <a:pt x="119856" y="115190"/>
                    <a:pt x="119999" y="115712"/>
                  </a:cubicBezTo>
                  <a:cubicBezTo>
                    <a:pt x="121486" y="115965"/>
                    <a:pt x="122974" y="116213"/>
                    <a:pt x="124464" y="116456"/>
                  </a:cubicBezTo>
                  <a:cubicBezTo>
                    <a:pt x="125347" y="117852"/>
                    <a:pt x="125347" y="117852"/>
                    <a:pt x="125952" y="119433"/>
                  </a:cubicBezTo>
                  <a:cubicBezTo>
                    <a:pt x="126679" y="120193"/>
                    <a:pt x="127426" y="120936"/>
                    <a:pt x="128184" y="121665"/>
                  </a:cubicBezTo>
                  <a:cubicBezTo>
                    <a:pt x="129176" y="122905"/>
                    <a:pt x="130169" y="124146"/>
                    <a:pt x="131161" y="125386"/>
                  </a:cubicBezTo>
                  <a:cubicBezTo>
                    <a:pt x="131759" y="125961"/>
                    <a:pt x="131759" y="125961"/>
                    <a:pt x="132370" y="126549"/>
                  </a:cubicBezTo>
                  <a:cubicBezTo>
                    <a:pt x="133551" y="127783"/>
                    <a:pt x="134122" y="129075"/>
                    <a:pt x="134882" y="130595"/>
                  </a:cubicBezTo>
                  <a:cubicBezTo>
                    <a:pt x="135373" y="130841"/>
                    <a:pt x="135864" y="131086"/>
                    <a:pt x="136370" y="131339"/>
                  </a:cubicBezTo>
                  <a:cubicBezTo>
                    <a:pt x="136812" y="133310"/>
                    <a:pt x="136922" y="135277"/>
                    <a:pt x="137114" y="137292"/>
                  </a:cubicBezTo>
                  <a:cubicBezTo>
                    <a:pt x="137851" y="137292"/>
                    <a:pt x="138587" y="137292"/>
                    <a:pt x="139346" y="137292"/>
                  </a:cubicBezTo>
                  <a:cubicBezTo>
                    <a:pt x="139468" y="138818"/>
                    <a:pt x="139589" y="140344"/>
                    <a:pt x="139710" y="141870"/>
                  </a:cubicBezTo>
                  <a:cubicBezTo>
                    <a:pt x="139835" y="142324"/>
                    <a:pt x="139961" y="142778"/>
                    <a:pt x="140091" y="143245"/>
                  </a:cubicBezTo>
                  <a:cubicBezTo>
                    <a:pt x="140827" y="143491"/>
                    <a:pt x="141564" y="143736"/>
                    <a:pt x="142323" y="143989"/>
                  </a:cubicBezTo>
                  <a:cubicBezTo>
                    <a:pt x="142574" y="146017"/>
                    <a:pt x="142705" y="147909"/>
                    <a:pt x="142742" y="149943"/>
                  </a:cubicBezTo>
                  <a:cubicBezTo>
                    <a:pt x="142788" y="151946"/>
                    <a:pt x="142894" y="153896"/>
                    <a:pt x="143067" y="155896"/>
                  </a:cubicBezTo>
                  <a:cubicBezTo>
                    <a:pt x="143558" y="156141"/>
                    <a:pt x="144049" y="156387"/>
                    <a:pt x="144555" y="156640"/>
                  </a:cubicBezTo>
                  <a:cubicBezTo>
                    <a:pt x="144748" y="158694"/>
                    <a:pt x="144748" y="158694"/>
                    <a:pt x="144753" y="161407"/>
                  </a:cubicBezTo>
                  <a:cubicBezTo>
                    <a:pt x="144755" y="162375"/>
                    <a:pt x="144757" y="163343"/>
                    <a:pt x="144759" y="164340"/>
                  </a:cubicBezTo>
                  <a:cubicBezTo>
                    <a:pt x="144756" y="164847"/>
                    <a:pt x="144753" y="165353"/>
                    <a:pt x="144749" y="165875"/>
                  </a:cubicBezTo>
                  <a:cubicBezTo>
                    <a:pt x="144741" y="167424"/>
                    <a:pt x="144749" y="168971"/>
                    <a:pt x="144759" y="170520"/>
                  </a:cubicBezTo>
                  <a:cubicBezTo>
                    <a:pt x="144757" y="171488"/>
                    <a:pt x="144755" y="172456"/>
                    <a:pt x="144753" y="173453"/>
                  </a:cubicBezTo>
                  <a:cubicBezTo>
                    <a:pt x="144751" y="174348"/>
                    <a:pt x="144750" y="175244"/>
                    <a:pt x="144748" y="176166"/>
                  </a:cubicBezTo>
                  <a:cubicBezTo>
                    <a:pt x="144684" y="176844"/>
                    <a:pt x="144621" y="177522"/>
                    <a:pt x="144555" y="178220"/>
                  </a:cubicBezTo>
                  <a:cubicBezTo>
                    <a:pt x="144064" y="178465"/>
                    <a:pt x="143573" y="178711"/>
                    <a:pt x="143067" y="178964"/>
                  </a:cubicBezTo>
                  <a:cubicBezTo>
                    <a:pt x="142846" y="181520"/>
                    <a:pt x="142757" y="184045"/>
                    <a:pt x="142711" y="186609"/>
                  </a:cubicBezTo>
                  <a:cubicBezTo>
                    <a:pt x="142651" y="188219"/>
                    <a:pt x="142651" y="188219"/>
                    <a:pt x="142323" y="190870"/>
                  </a:cubicBezTo>
                  <a:cubicBezTo>
                    <a:pt x="141586" y="191116"/>
                    <a:pt x="140850" y="191361"/>
                    <a:pt x="140091" y="191614"/>
                  </a:cubicBezTo>
                  <a:cubicBezTo>
                    <a:pt x="139652" y="193534"/>
                    <a:pt x="139652" y="193534"/>
                    <a:pt x="139579" y="195754"/>
                  </a:cubicBezTo>
                  <a:cubicBezTo>
                    <a:pt x="139506" y="196883"/>
                    <a:pt x="139506" y="196883"/>
                    <a:pt x="139431" y="198036"/>
                  </a:cubicBezTo>
                  <a:cubicBezTo>
                    <a:pt x="139403" y="198618"/>
                    <a:pt x="139375" y="199200"/>
                    <a:pt x="139346" y="199800"/>
                  </a:cubicBezTo>
                  <a:cubicBezTo>
                    <a:pt x="138610" y="199800"/>
                    <a:pt x="137873" y="199800"/>
                    <a:pt x="137114" y="199800"/>
                  </a:cubicBezTo>
                  <a:cubicBezTo>
                    <a:pt x="136976" y="201250"/>
                    <a:pt x="136976" y="201250"/>
                    <a:pt x="136835" y="202730"/>
                  </a:cubicBezTo>
                  <a:cubicBezTo>
                    <a:pt x="136678" y="204378"/>
                    <a:pt x="136678" y="204378"/>
                    <a:pt x="136370" y="205753"/>
                  </a:cubicBezTo>
                  <a:cubicBezTo>
                    <a:pt x="135879" y="205999"/>
                    <a:pt x="135388" y="206244"/>
                    <a:pt x="134882" y="206497"/>
                  </a:cubicBezTo>
                  <a:cubicBezTo>
                    <a:pt x="134651" y="207203"/>
                    <a:pt x="134421" y="207909"/>
                    <a:pt x="134184" y="208637"/>
                  </a:cubicBezTo>
                  <a:cubicBezTo>
                    <a:pt x="133391" y="210967"/>
                    <a:pt x="132933" y="211627"/>
                    <a:pt x="131161" y="213195"/>
                  </a:cubicBezTo>
                  <a:cubicBezTo>
                    <a:pt x="129799" y="214885"/>
                    <a:pt x="128447" y="216581"/>
                    <a:pt x="127106" y="218287"/>
                  </a:cubicBezTo>
                  <a:cubicBezTo>
                    <a:pt x="126725" y="218755"/>
                    <a:pt x="126344" y="219223"/>
                    <a:pt x="125952" y="219706"/>
                  </a:cubicBezTo>
                  <a:cubicBezTo>
                    <a:pt x="125422" y="220368"/>
                    <a:pt x="125422" y="220368"/>
                    <a:pt x="124882" y="221043"/>
                  </a:cubicBezTo>
                  <a:cubicBezTo>
                    <a:pt x="123527" y="222304"/>
                    <a:pt x="122515" y="222463"/>
                    <a:pt x="120743" y="222868"/>
                  </a:cubicBezTo>
                  <a:cubicBezTo>
                    <a:pt x="120620" y="223359"/>
                    <a:pt x="120497" y="223851"/>
                    <a:pt x="120371" y="224357"/>
                  </a:cubicBezTo>
                  <a:cubicBezTo>
                    <a:pt x="120248" y="224848"/>
                    <a:pt x="120125" y="225339"/>
                    <a:pt x="119999" y="225845"/>
                  </a:cubicBezTo>
                  <a:cubicBezTo>
                    <a:pt x="119014" y="226122"/>
                    <a:pt x="118021" y="226371"/>
                    <a:pt x="117022" y="226589"/>
                  </a:cubicBezTo>
                  <a:cubicBezTo>
                    <a:pt x="116777" y="227326"/>
                    <a:pt x="116531" y="228062"/>
                    <a:pt x="116278" y="228821"/>
                  </a:cubicBezTo>
                  <a:cubicBezTo>
                    <a:pt x="114578" y="229039"/>
                    <a:pt x="114578" y="229039"/>
                    <a:pt x="112511" y="228961"/>
                  </a:cubicBezTo>
                  <a:cubicBezTo>
                    <a:pt x="111827" y="228941"/>
                    <a:pt x="111143" y="228921"/>
                    <a:pt x="110438" y="228900"/>
                  </a:cubicBezTo>
                  <a:cubicBezTo>
                    <a:pt x="109645" y="228861"/>
                    <a:pt x="109645" y="228861"/>
                    <a:pt x="108837" y="228821"/>
                  </a:cubicBezTo>
                  <a:cubicBezTo>
                    <a:pt x="108837" y="230049"/>
                    <a:pt x="108837" y="231277"/>
                    <a:pt x="108837" y="232542"/>
                  </a:cubicBezTo>
                  <a:cubicBezTo>
                    <a:pt x="108093" y="232508"/>
                    <a:pt x="107350" y="232473"/>
                    <a:pt x="106584" y="232438"/>
                  </a:cubicBezTo>
                  <a:cubicBezTo>
                    <a:pt x="105624" y="232411"/>
                    <a:pt x="104663" y="232384"/>
                    <a:pt x="103674" y="232356"/>
                  </a:cubicBezTo>
                  <a:cubicBezTo>
                    <a:pt x="102716" y="232322"/>
                    <a:pt x="101758" y="232287"/>
                    <a:pt x="100770" y="232252"/>
                  </a:cubicBezTo>
                  <a:cubicBezTo>
                    <a:pt x="99606" y="232395"/>
                    <a:pt x="99606" y="232395"/>
                    <a:pt x="98419" y="232542"/>
                  </a:cubicBezTo>
                  <a:cubicBezTo>
                    <a:pt x="98321" y="233028"/>
                    <a:pt x="98224" y="233514"/>
                    <a:pt x="98123" y="234014"/>
                  </a:cubicBezTo>
                  <a:cubicBezTo>
                    <a:pt x="97975" y="234511"/>
                    <a:pt x="97827" y="235007"/>
                    <a:pt x="97675" y="235519"/>
                  </a:cubicBezTo>
                  <a:cubicBezTo>
                    <a:pt x="96126" y="235969"/>
                    <a:pt x="96126" y="235969"/>
                    <a:pt x="94096" y="236071"/>
                  </a:cubicBezTo>
                  <a:cubicBezTo>
                    <a:pt x="93351" y="236112"/>
                    <a:pt x="92606" y="236153"/>
                    <a:pt x="91838" y="236195"/>
                  </a:cubicBezTo>
                  <a:cubicBezTo>
                    <a:pt x="88064" y="236304"/>
                    <a:pt x="84298" y="236366"/>
                    <a:pt x="80523" y="236359"/>
                  </a:cubicBezTo>
                  <a:cubicBezTo>
                    <a:pt x="79668" y="236360"/>
                    <a:pt x="78812" y="236362"/>
                    <a:pt x="77931" y="236363"/>
                  </a:cubicBezTo>
                  <a:cubicBezTo>
                    <a:pt x="75132" y="236366"/>
                    <a:pt x="72333" y="236364"/>
                    <a:pt x="69534" y="236362"/>
                  </a:cubicBezTo>
                  <a:cubicBezTo>
                    <a:pt x="67580" y="236362"/>
                    <a:pt x="65627" y="236363"/>
                    <a:pt x="63674" y="236364"/>
                  </a:cubicBezTo>
                  <a:cubicBezTo>
                    <a:pt x="59595" y="236365"/>
                    <a:pt x="55516" y="236363"/>
                    <a:pt x="51437" y="236360"/>
                  </a:cubicBezTo>
                  <a:cubicBezTo>
                    <a:pt x="46721" y="236356"/>
                    <a:pt x="42005" y="236357"/>
                    <a:pt x="37289" y="236361"/>
                  </a:cubicBezTo>
                  <a:cubicBezTo>
                    <a:pt x="32741" y="236365"/>
                    <a:pt x="28194" y="236365"/>
                    <a:pt x="23647" y="236362"/>
                  </a:cubicBezTo>
                  <a:cubicBezTo>
                    <a:pt x="21714" y="236362"/>
                    <a:pt x="19782" y="236363"/>
                    <a:pt x="17849" y="236364"/>
                  </a:cubicBezTo>
                  <a:cubicBezTo>
                    <a:pt x="15160" y="236366"/>
                    <a:pt x="12470" y="236363"/>
                    <a:pt x="9780" y="236359"/>
                  </a:cubicBezTo>
                  <a:cubicBezTo>
                    <a:pt x="8977" y="236361"/>
                    <a:pt x="8174" y="236362"/>
                    <a:pt x="7347" y="236364"/>
                  </a:cubicBezTo>
                  <a:cubicBezTo>
                    <a:pt x="6618" y="236362"/>
                    <a:pt x="5889" y="236360"/>
                    <a:pt x="5138" y="236357"/>
                  </a:cubicBezTo>
                  <a:cubicBezTo>
                    <a:pt x="4502" y="236357"/>
                    <a:pt x="3867" y="236357"/>
                    <a:pt x="3212" y="236357"/>
                  </a:cubicBezTo>
                  <a:cubicBezTo>
                    <a:pt x="1680" y="236263"/>
                    <a:pt x="1680" y="236263"/>
                    <a:pt x="192" y="235519"/>
                  </a:cubicBezTo>
                  <a:cubicBezTo>
                    <a:pt x="7" y="233919"/>
                    <a:pt x="7" y="233919"/>
                    <a:pt x="9" y="231755"/>
                  </a:cubicBezTo>
                  <a:cubicBezTo>
                    <a:pt x="6" y="230934"/>
                    <a:pt x="3" y="230114"/>
                    <a:pt x="0" y="229268"/>
                  </a:cubicBezTo>
                  <a:cubicBezTo>
                    <a:pt x="4" y="228355"/>
                    <a:pt x="9" y="227443"/>
                    <a:pt x="13" y="226502"/>
                  </a:cubicBezTo>
                  <a:cubicBezTo>
                    <a:pt x="12" y="225541"/>
                    <a:pt x="11" y="224580"/>
                    <a:pt x="9" y="223590"/>
                  </a:cubicBezTo>
                  <a:cubicBezTo>
                    <a:pt x="6" y="220911"/>
                    <a:pt x="12" y="218232"/>
                    <a:pt x="19" y="215552"/>
                  </a:cubicBezTo>
                  <a:cubicBezTo>
                    <a:pt x="26" y="212667"/>
                    <a:pt x="24" y="209783"/>
                    <a:pt x="22" y="206898"/>
                  </a:cubicBezTo>
                  <a:cubicBezTo>
                    <a:pt x="22" y="201896"/>
                    <a:pt x="26" y="196894"/>
                    <a:pt x="35" y="191892"/>
                  </a:cubicBezTo>
                  <a:cubicBezTo>
                    <a:pt x="47" y="184659"/>
                    <a:pt x="51" y="177427"/>
                    <a:pt x="53" y="170195"/>
                  </a:cubicBezTo>
                  <a:cubicBezTo>
                    <a:pt x="56" y="158462"/>
                    <a:pt x="66" y="146729"/>
                    <a:pt x="80" y="134996"/>
                  </a:cubicBezTo>
                  <a:cubicBezTo>
                    <a:pt x="93" y="123596"/>
                    <a:pt x="104" y="112196"/>
                    <a:pt x="110" y="100796"/>
                  </a:cubicBezTo>
                  <a:cubicBezTo>
                    <a:pt x="111" y="99742"/>
                    <a:pt x="111" y="99742"/>
                    <a:pt x="112" y="98668"/>
                  </a:cubicBezTo>
                  <a:cubicBezTo>
                    <a:pt x="113" y="95145"/>
                    <a:pt x="115" y="91623"/>
                    <a:pt x="117" y="88100"/>
                  </a:cubicBezTo>
                  <a:cubicBezTo>
                    <a:pt x="133" y="58857"/>
                    <a:pt x="159" y="29614"/>
                    <a:pt x="192" y="370"/>
                  </a:cubicBezTo>
                  <a:cubicBezTo>
                    <a:pt x="12488" y="301"/>
                    <a:pt x="24785" y="248"/>
                    <a:pt x="37081" y="216"/>
                  </a:cubicBezTo>
                  <a:cubicBezTo>
                    <a:pt x="42790" y="201"/>
                    <a:pt x="48499" y="180"/>
                    <a:pt x="54208" y="146"/>
                  </a:cubicBezTo>
                  <a:cubicBezTo>
                    <a:pt x="59183" y="116"/>
                    <a:pt x="64158" y="97"/>
                    <a:pt x="69133" y="90"/>
                  </a:cubicBezTo>
                  <a:cubicBezTo>
                    <a:pt x="71768" y="86"/>
                    <a:pt x="74403" y="77"/>
                    <a:pt x="77039" y="56"/>
                  </a:cubicBezTo>
                  <a:cubicBezTo>
                    <a:pt x="79977" y="32"/>
                    <a:pt x="82915" y="31"/>
                    <a:pt x="85854" y="32"/>
                  </a:cubicBezTo>
                  <a:cubicBezTo>
                    <a:pt x="87171" y="16"/>
                    <a:pt x="87171" y="16"/>
                    <a:pt x="88515" y="0"/>
                  </a:cubicBezTo>
                  <a:close/>
                </a:path>
              </a:pathLst>
            </a:custGeom>
            <a:grpFill/>
            <a:ln w="744" cap="flat">
              <a:noFill/>
              <a:prstDash val="solid"/>
              <a:miter/>
            </a:ln>
          </p:spPr>
          <p:txBody>
            <a:bodyPr rtlCol="0" anchor="ctr"/>
            <a:lstStyle/>
            <a:p>
              <a:endParaRPr lang="zh-CN" altLang="en-US"/>
            </a:p>
          </p:txBody>
        </p:sp>
        <p:sp>
          <p:nvSpPr>
            <p:cNvPr id="117" name="任意多边形: 形状 116"/>
            <p:cNvSpPr/>
            <p:nvPr/>
          </p:nvSpPr>
          <p:spPr>
            <a:xfrm>
              <a:off x="7079306" y="1394440"/>
              <a:ext cx="144663" cy="235994"/>
            </a:xfrm>
            <a:custGeom>
              <a:avLst/>
              <a:gdLst>
                <a:gd name="connsiteX0" fmla="*/ 79808 w 144663"/>
                <a:gd name="connsiteY0" fmla="*/ 129207 h 235994"/>
                <a:gd name="connsiteX1" fmla="*/ 76848 w 144663"/>
                <a:gd name="connsiteY1" fmla="*/ 129232 h 235994"/>
                <a:gd name="connsiteX2" fmla="*/ 71711 w 144663"/>
                <a:gd name="connsiteY2" fmla="*/ 129261 h 235994"/>
                <a:gd name="connsiteX3" fmla="*/ 68030 w 144663"/>
                <a:gd name="connsiteY3" fmla="*/ 129301 h 235994"/>
                <a:gd name="connsiteX4" fmla="*/ 58405 w 144663"/>
                <a:gd name="connsiteY4" fmla="*/ 129374 h 235994"/>
                <a:gd name="connsiteX5" fmla="*/ 48422 w 144663"/>
                <a:gd name="connsiteY5" fmla="*/ 129462 h 235994"/>
                <a:gd name="connsiteX6" fmla="*/ 26921 w 144663"/>
                <a:gd name="connsiteY6" fmla="*/ 129654 h 235994"/>
                <a:gd name="connsiteX7" fmla="*/ 26885 w 144663"/>
                <a:gd name="connsiteY7" fmla="*/ 156334 h 235994"/>
                <a:gd name="connsiteX8" fmla="*/ 26870 w 144663"/>
                <a:gd name="connsiteY8" fmla="*/ 169921 h 235994"/>
                <a:gd name="connsiteX9" fmla="*/ 26852 w 144663"/>
                <a:gd name="connsiteY9" fmla="*/ 183247 h 235994"/>
                <a:gd name="connsiteX10" fmla="*/ 26849 w 144663"/>
                <a:gd name="connsiteY10" fmla="*/ 188299 h 235994"/>
                <a:gd name="connsiteX11" fmla="*/ 26837 w 144663"/>
                <a:gd name="connsiteY11" fmla="*/ 195607 h 235994"/>
                <a:gd name="connsiteX12" fmla="*/ 26837 w 144663"/>
                <a:gd name="connsiteY12" fmla="*/ 197829 h 235994"/>
                <a:gd name="connsiteX13" fmla="*/ 26829 w 144663"/>
                <a:gd name="connsiteY13" fmla="*/ 199950 h 235994"/>
                <a:gd name="connsiteX14" fmla="*/ 27666 w 144663"/>
                <a:gd name="connsiteY14" fmla="*/ 205557 h 235994"/>
                <a:gd name="connsiteX15" fmla="*/ 31442 w 144663"/>
                <a:gd name="connsiteY15" fmla="*/ 205602 h 235994"/>
                <a:gd name="connsiteX16" fmla="*/ 33078 w 144663"/>
                <a:gd name="connsiteY16" fmla="*/ 205573 h 235994"/>
                <a:gd name="connsiteX17" fmla="*/ 38494 w 144663"/>
                <a:gd name="connsiteY17" fmla="*/ 205498 h 235994"/>
                <a:gd name="connsiteX18" fmla="*/ 42374 w 144663"/>
                <a:gd name="connsiteY18" fmla="*/ 205440 h 235994"/>
                <a:gd name="connsiteX19" fmla="*/ 52520 w 144663"/>
                <a:gd name="connsiteY19" fmla="*/ 205295 h 235994"/>
                <a:gd name="connsiteX20" fmla="*/ 63043 w 144663"/>
                <a:gd name="connsiteY20" fmla="*/ 205142 h 235994"/>
                <a:gd name="connsiteX21" fmla="*/ 85709 w 144663"/>
                <a:gd name="connsiteY21" fmla="*/ 204813 h 235994"/>
                <a:gd name="connsiteX22" fmla="*/ 85709 w 144663"/>
                <a:gd name="connsiteY22" fmla="*/ 201836 h 235994"/>
                <a:gd name="connsiteX23" fmla="*/ 87772 w 144663"/>
                <a:gd name="connsiteY23" fmla="*/ 201941 h 235994"/>
                <a:gd name="connsiteX24" fmla="*/ 90452 w 144663"/>
                <a:gd name="connsiteY24" fmla="*/ 202022 h 235994"/>
                <a:gd name="connsiteX25" fmla="*/ 95382 w 144663"/>
                <a:gd name="connsiteY25" fmla="*/ 201836 h 235994"/>
                <a:gd name="connsiteX26" fmla="*/ 96304 w 144663"/>
                <a:gd name="connsiteY26" fmla="*/ 200357 h 235994"/>
                <a:gd name="connsiteX27" fmla="*/ 96871 w 144663"/>
                <a:gd name="connsiteY27" fmla="*/ 198860 h 235994"/>
                <a:gd name="connsiteX28" fmla="*/ 101335 w 144663"/>
                <a:gd name="connsiteY28" fmla="*/ 198115 h 235994"/>
                <a:gd name="connsiteX29" fmla="*/ 106312 w 144663"/>
                <a:gd name="connsiteY29" fmla="*/ 191976 h 235994"/>
                <a:gd name="connsiteX30" fmla="*/ 107289 w 144663"/>
                <a:gd name="connsiteY30" fmla="*/ 189930 h 235994"/>
                <a:gd name="connsiteX31" fmla="*/ 108777 w 144663"/>
                <a:gd name="connsiteY31" fmla="*/ 189186 h 235994"/>
                <a:gd name="connsiteX32" fmla="*/ 109521 w 144663"/>
                <a:gd name="connsiteY32" fmla="*/ 183977 h 235994"/>
                <a:gd name="connsiteX33" fmla="*/ 111753 w 144663"/>
                <a:gd name="connsiteY33" fmla="*/ 183233 h 235994"/>
                <a:gd name="connsiteX34" fmla="*/ 112037 w 144663"/>
                <a:gd name="connsiteY34" fmla="*/ 181933 h 235994"/>
                <a:gd name="connsiteX35" fmla="*/ 112042 w 144663"/>
                <a:gd name="connsiteY35" fmla="*/ 180223 h 235994"/>
                <a:gd name="connsiteX36" fmla="*/ 112064 w 144663"/>
                <a:gd name="connsiteY36" fmla="*/ 178289 h 235994"/>
                <a:gd name="connsiteX37" fmla="*/ 112050 w 144663"/>
                <a:gd name="connsiteY37" fmla="*/ 176186 h 235994"/>
                <a:gd name="connsiteX38" fmla="*/ 112059 w 144663"/>
                <a:gd name="connsiteY38" fmla="*/ 171829 h 235994"/>
                <a:gd name="connsiteX39" fmla="*/ 112044 w 144663"/>
                <a:gd name="connsiteY39" fmla="*/ 164921 h 235994"/>
                <a:gd name="connsiteX40" fmla="*/ 112056 w 144663"/>
                <a:gd name="connsiteY40" fmla="*/ 160424 h 235994"/>
                <a:gd name="connsiteX41" fmla="*/ 112050 w 144663"/>
                <a:gd name="connsiteY41" fmla="*/ 158281 h 235994"/>
                <a:gd name="connsiteX42" fmla="*/ 112064 w 144663"/>
                <a:gd name="connsiteY42" fmla="*/ 156178 h 235994"/>
                <a:gd name="connsiteX43" fmla="*/ 112042 w 144663"/>
                <a:gd name="connsiteY43" fmla="*/ 154244 h 235994"/>
                <a:gd name="connsiteX44" fmla="*/ 111753 w 144663"/>
                <a:gd name="connsiteY44" fmla="*/ 151235 h 235994"/>
                <a:gd name="connsiteX45" fmla="*/ 109521 w 144663"/>
                <a:gd name="connsiteY45" fmla="*/ 150490 h 235994"/>
                <a:gd name="connsiteX46" fmla="*/ 106544 w 144663"/>
                <a:gd name="connsiteY46" fmla="*/ 143049 h 235994"/>
                <a:gd name="connsiteX47" fmla="*/ 102824 w 144663"/>
                <a:gd name="connsiteY47" fmla="*/ 139328 h 235994"/>
                <a:gd name="connsiteX48" fmla="*/ 101335 w 144663"/>
                <a:gd name="connsiteY48" fmla="*/ 136352 h 235994"/>
                <a:gd name="connsiteX49" fmla="*/ 98638 w 144663"/>
                <a:gd name="connsiteY49" fmla="*/ 136166 h 235994"/>
                <a:gd name="connsiteX50" fmla="*/ 96126 w 144663"/>
                <a:gd name="connsiteY50" fmla="*/ 136352 h 235994"/>
                <a:gd name="connsiteX51" fmla="*/ 96126 w 144663"/>
                <a:gd name="connsiteY51" fmla="*/ 133375 h 235994"/>
                <a:gd name="connsiteX52" fmla="*/ 91401 w 144663"/>
                <a:gd name="connsiteY52" fmla="*/ 133557 h 235994"/>
                <a:gd name="connsiteX53" fmla="*/ 89476 w 144663"/>
                <a:gd name="connsiteY53" fmla="*/ 133608 h 235994"/>
                <a:gd name="connsiteX54" fmla="*/ 87559 w 144663"/>
                <a:gd name="connsiteY54" fmla="*/ 133702 h 235994"/>
                <a:gd name="connsiteX55" fmla="*/ 85735 w 144663"/>
                <a:gd name="connsiteY55" fmla="*/ 133738 h 235994"/>
                <a:gd name="connsiteX56" fmla="*/ 82732 w 144663"/>
                <a:gd name="connsiteY56" fmla="*/ 133375 h 235994"/>
                <a:gd name="connsiteX57" fmla="*/ 81988 w 144663"/>
                <a:gd name="connsiteY57" fmla="*/ 129654 h 235994"/>
                <a:gd name="connsiteX58" fmla="*/ 79808 w 144663"/>
                <a:gd name="connsiteY58" fmla="*/ 129207 h 235994"/>
                <a:gd name="connsiteX59" fmla="*/ 76944 w 144663"/>
                <a:gd name="connsiteY59" fmla="*/ 30103 h 235994"/>
                <a:gd name="connsiteX60" fmla="*/ 74145 w 144663"/>
                <a:gd name="connsiteY60" fmla="*/ 30128 h 235994"/>
                <a:gd name="connsiteX61" fmla="*/ 69235 w 144663"/>
                <a:gd name="connsiteY61" fmla="*/ 30158 h 235994"/>
                <a:gd name="connsiteX62" fmla="*/ 65987 w 144663"/>
                <a:gd name="connsiteY62" fmla="*/ 30195 h 235994"/>
                <a:gd name="connsiteX63" fmla="*/ 61140 w 144663"/>
                <a:gd name="connsiteY63" fmla="*/ 30215 h 235994"/>
                <a:gd name="connsiteX64" fmla="*/ 52919 w 144663"/>
                <a:gd name="connsiteY64" fmla="*/ 30318 h 235994"/>
                <a:gd name="connsiteX65" fmla="*/ 26921 w 144663"/>
                <a:gd name="connsiteY65" fmla="*/ 30550 h 235994"/>
                <a:gd name="connsiteX66" fmla="*/ 26921 w 144663"/>
                <a:gd name="connsiteY66" fmla="*/ 99011 h 235994"/>
                <a:gd name="connsiteX67" fmla="*/ 53291 w 144663"/>
                <a:gd name="connsiteY67" fmla="*/ 99104 h 235994"/>
                <a:gd name="connsiteX68" fmla="*/ 64980 w 144663"/>
                <a:gd name="connsiteY68" fmla="*/ 99152 h 235994"/>
                <a:gd name="connsiteX69" fmla="*/ 68125 w 144663"/>
                <a:gd name="connsiteY69" fmla="*/ 99157 h 235994"/>
                <a:gd name="connsiteX70" fmla="*/ 73233 w 144663"/>
                <a:gd name="connsiteY70" fmla="*/ 99181 h 235994"/>
                <a:gd name="connsiteX71" fmla="*/ 74821 w 144663"/>
                <a:gd name="connsiteY71" fmla="*/ 99180 h 235994"/>
                <a:gd name="connsiteX72" fmla="*/ 79755 w 144663"/>
                <a:gd name="connsiteY72" fmla="*/ 99011 h 235994"/>
                <a:gd name="connsiteX73" fmla="*/ 80499 w 144663"/>
                <a:gd name="connsiteY73" fmla="*/ 97523 h 235994"/>
                <a:gd name="connsiteX74" fmla="*/ 79755 w 144663"/>
                <a:gd name="connsiteY74" fmla="*/ 95291 h 235994"/>
                <a:gd name="connsiteX75" fmla="*/ 81630 w 144663"/>
                <a:gd name="connsiteY75" fmla="*/ 95480 h 235994"/>
                <a:gd name="connsiteX76" fmla="*/ 84080 w 144663"/>
                <a:gd name="connsiteY76" fmla="*/ 95709 h 235994"/>
                <a:gd name="connsiteX77" fmla="*/ 90917 w 144663"/>
                <a:gd name="connsiteY77" fmla="*/ 95291 h 235994"/>
                <a:gd name="connsiteX78" fmla="*/ 91661 w 144663"/>
                <a:gd name="connsiteY78" fmla="*/ 92314 h 235994"/>
                <a:gd name="connsiteX79" fmla="*/ 95382 w 144663"/>
                <a:gd name="connsiteY79" fmla="*/ 92314 h 235994"/>
                <a:gd name="connsiteX80" fmla="*/ 101149 w 144663"/>
                <a:gd name="connsiteY80" fmla="*/ 84966 h 235994"/>
                <a:gd name="connsiteX81" fmla="*/ 102079 w 144663"/>
                <a:gd name="connsiteY81" fmla="*/ 83384 h 235994"/>
                <a:gd name="connsiteX82" fmla="*/ 103567 w 144663"/>
                <a:gd name="connsiteY82" fmla="*/ 82640 h 235994"/>
                <a:gd name="connsiteX83" fmla="*/ 103713 w 144663"/>
                <a:gd name="connsiteY83" fmla="*/ 80614 h 235994"/>
                <a:gd name="connsiteX84" fmla="*/ 103661 w 144663"/>
                <a:gd name="connsiteY84" fmla="*/ 78129 h 235994"/>
                <a:gd name="connsiteX85" fmla="*/ 103620 w 144663"/>
                <a:gd name="connsiteY85" fmla="*/ 75638 h 235994"/>
                <a:gd name="connsiteX86" fmla="*/ 103567 w 144663"/>
                <a:gd name="connsiteY86" fmla="*/ 73711 h 235994"/>
                <a:gd name="connsiteX87" fmla="*/ 105800 w 144663"/>
                <a:gd name="connsiteY87" fmla="*/ 73711 h 235994"/>
                <a:gd name="connsiteX88" fmla="*/ 106755 w 144663"/>
                <a:gd name="connsiteY88" fmla="*/ 66573 h 235994"/>
                <a:gd name="connsiteX89" fmla="*/ 106777 w 144663"/>
                <a:gd name="connsiteY89" fmla="*/ 64362 h 235994"/>
                <a:gd name="connsiteX90" fmla="*/ 106842 w 144663"/>
                <a:gd name="connsiteY90" fmla="*/ 62143 h 235994"/>
                <a:gd name="connsiteX91" fmla="*/ 106861 w 144663"/>
                <a:gd name="connsiteY91" fmla="*/ 60034 h 235994"/>
                <a:gd name="connsiteX92" fmla="*/ 106544 w 144663"/>
                <a:gd name="connsiteY92" fmla="*/ 56595 h 235994"/>
                <a:gd name="connsiteX93" fmla="*/ 105049 w 144663"/>
                <a:gd name="connsiteY93" fmla="*/ 56123 h 235994"/>
                <a:gd name="connsiteX94" fmla="*/ 103567 w 144663"/>
                <a:gd name="connsiteY94" fmla="*/ 55851 h 235994"/>
                <a:gd name="connsiteX95" fmla="*/ 103355 w 144663"/>
                <a:gd name="connsiteY95" fmla="*/ 54014 h 235994"/>
                <a:gd name="connsiteX96" fmla="*/ 103567 w 144663"/>
                <a:gd name="connsiteY96" fmla="*/ 47666 h 235994"/>
                <a:gd name="connsiteX97" fmla="*/ 101335 w 144663"/>
                <a:gd name="connsiteY97" fmla="*/ 46922 h 235994"/>
                <a:gd name="connsiteX98" fmla="*/ 99847 w 144663"/>
                <a:gd name="connsiteY98" fmla="*/ 41713 h 235994"/>
                <a:gd name="connsiteX99" fmla="*/ 96870 w 144663"/>
                <a:gd name="connsiteY99" fmla="*/ 40224 h 235994"/>
                <a:gd name="connsiteX100" fmla="*/ 96126 w 144663"/>
                <a:gd name="connsiteY100" fmla="*/ 37248 h 235994"/>
                <a:gd name="connsiteX101" fmla="*/ 93847 w 144663"/>
                <a:gd name="connsiteY101" fmla="*/ 37062 h 235994"/>
                <a:gd name="connsiteX102" fmla="*/ 91661 w 144663"/>
                <a:gd name="connsiteY102" fmla="*/ 37248 h 235994"/>
                <a:gd name="connsiteX103" fmla="*/ 91661 w 144663"/>
                <a:gd name="connsiteY103" fmla="*/ 34271 h 235994"/>
                <a:gd name="connsiteX104" fmla="*/ 87095 w 144663"/>
                <a:gd name="connsiteY104" fmla="*/ 33617 h 235994"/>
                <a:gd name="connsiteX105" fmla="*/ 84452 w 144663"/>
                <a:gd name="connsiteY105" fmla="*/ 33853 h 235994"/>
                <a:gd name="connsiteX106" fmla="*/ 81793 w 144663"/>
                <a:gd name="connsiteY106" fmla="*/ 34082 h 235994"/>
                <a:gd name="connsiteX107" fmla="*/ 79755 w 144663"/>
                <a:gd name="connsiteY107" fmla="*/ 34271 h 235994"/>
                <a:gd name="connsiteX108" fmla="*/ 79011 w 144663"/>
                <a:gd name="connsiteY108" fmla="*/ 30550 h 235994"/>
                <a:gd name="connsiteX109" fmla="*/ 76944 w 144663"/>
                <a:gd name="connsiteY109" fmla="*/ 30103 h 235994"/>
                <a:gd name="connsiteX110" fmla="*/ 96 w 144663"/>
                <a:gd name="connsiteY110" fmla="*/ 0 h 235994"/>
                <a:gd name="connsiteX111" fmla="*/ 94602 w 144663"/>
                <a:gd name="connsiteY111" fmla="*/ 0 h 235994"/>
                <a:gd name="connsiteX112" fmla="*/ 94602 w 144663"/>
                <a:gd name="connsiteY112" fmla="*/ 2977 h 235994"/>
                <a:gd name="connsiteX113" fmla="*/ 96503 w 144663"/>
                <a:gd name="connsiteY113" fmla="*/ 2872 h 235994"/>
                <a:gd name="connsiteX114" fmla="*/ 98974 w 144663"/>
                <a:gd name="connsiteY114" fmla="*/ 2791 h 235994"/>
                <a:gd name="connsiteX115" fmla="*/ 101433 w 144663"/>
                <a:gd name="connsiteY115" fmla="*/ 2686 h 235994"/>
                <a:gd name="connsiteX116" fmla="*/ 103532 w 144663"/>
                <a:gd name="connsiteY116" fmla="*/ 2977 h 235994"/>
                <a:gd name="connsiteX117" fmla="*/ 105020 w 144663"/>
                <a:gd name="connsiteY117" fmla="*/ 5953 h 235994"/>
                <a:gd name="connsiteX118" fmla="*/ 110229 w 144663"/>
                <a:gd name="connsiteY118" fmla="*/ 6697 h 235994"/>
                <a:gd name="connsiteX119" fmla="*/ 110229 w 144663"/>
                <a:gd name="connsiteY119" fmla="*/ 9674 h 235994"/>
                <a:gd name="connsiteX120" fmla="*/ 112089 w 144663"/>
                <a:gd name="connsiteY120" fmla="*/ 10046 h 235994"/>
                <a:gd name="connsiteX121" fmla="*/ 113950 w 144663"/>
                <a:gd name="connsiteY121" fmla="*/ 10418 h 235994"/>
                <a:gd name="connsiteX122" fmla="*/ 113950 w 144663"/>
                <a:gd name="connsiteY122" fmla="*/ 13395 h 235994"/>
                <a:gd name="connsiteX123" fmla="*/ 117670 w 144663"/>
                <a:gd name="connsiteY123" fmla="*/ 13395 h 235994"/>
                <a:gd name="connsiteX124" fmla="*/ 117670 w 144663"/>
                <a:gd name="connsiteY124" fmla="*/ 16371 h 235994"/>
                <a:gd name="connsiteX125" fmla="*/ 119903 w 144663"/>
                <a:gd name="connsiteY125" fmla="*/ 16371 h 235994"/>
                <a:gd name="connsiteX126" fmla="*/ 120647 w 144663"/>
                <a:gd name="connsiteY126" fmla="*/ 20092 h 235994"/>
                <a:gd name="connsiteX127" fmla="*/ 122879 w 144663"/>
                <a:gd name="connsiteY127" fmla="*/ 20092 h 235994"/>
                <a:gd name="connsiteX128" fmla="*/ 122879 w 144663"/>
                <a:gd name="connsiteY128" fmla="*/ 23812 h 235994"/>
                <a:gd name="connsiteX129" fmla="*/ 125112 w 144663"/>
                <a:gd name="connsiteY129" fmla="*/ 23812 h 235994"/>
                <a:gd name="connsiteX130" fmla="*/ 125856 w 144663"/>
                <a:gd name="connsiteY130" fmla="*/ 28277 h 235994"/>
                <a:gd name="connsiteX131" fmla="*/ 128088 w 144663"/>
                <a:gd name="connsiteY131" fmla="*/ 28277 h 235994"/>
                <a:gd name="connsiteX132" fmla="*/ 128321 w 144663"/>
                <a:gd name="connsiteY132" fmla="*/ 30835 h 235994"/>
                <a:gd name="connsiteX133" fmla="*/ 128832 w 144663"/>
                <a:gd name="connsiteY133" fmla="*/ 33486 h 235994"/>
                <a:gd name="connsiteX134" fmla="*/ 131065 w 144663"/>
                <a:gd name="connsiteY134" fmla="*/ 34230 h 235994"/>
                <a:gd name="connsiteX135" fmla="*/ 131437 w 144663"/>
                <a:gd name="connsiteY135" fmla="*/ 37858 h 235994"/>
                <a:gd name="connsiteX136" fmla="*/ 131809 w 144663"/>
                <a:gd name="connsiteY136" fmla="*/ 41672 h 235994"/>
                <a:gd name="connsiteX137" fmla="*/ 132927 w 144663"/>
                <a:gd name="connsiteY137" fmla="*/ 42696 h 235994"/>
                <a:gd name="connsiteX138" fmla="*/ 134307 w 144663"/>
                <a:gd name="connsiteY138" fmla="*/ 47196 h 235994"/>
                <a:gd name="connsiteX139" fmla="*/ 134313 w 144663"/>
                <a:gd name="connsiteY139" fmla="*/ 49205 h 235994"/>
                <a:gd name="connsiteX140" fmla="*/ 134286 w 144663"/>
                <a:gd name="connsiteY140" fmla="*/ 51369 h 235994"/>
                <a:gd name="connsiteX141" fmla="*/ 134281 w 144663"/>
                <a:gd name="connsiteY141" fmla="*/ 53596 h 235994"/>
                <a:gd name="connsiteX142" fmla="*/ 134251 w 144663"/>
                <a:gd name="connsiteY142" fmla="*/ 58257 h 235994"/>
                <a:gd name="connsiteX143" fmla="*/ 134216 w 144663"/>
                <a:gd name="connsiteY143" fmla="*/ 65400 h 235994"/>
                <a:gd name="connsiteX144" fmla="*/ 134193 w 144663"/>
                <a:gd name="connsiteY144" fmla="*/ 69926 h 235994"/>
                <a:gd name="connsiteX145" fmla="*/ 134183 w 144663"/>
                <a:gd name="connsiteY145" fmla="*/ 72089 h 235994"/>
                <a:gd name="connsiteX146" fmla="*/ 134161 w 144663"/>
                <a:gd name="connsiteY146" fmla="*/ 74099 h 235994"/>
                <a:gd name="connsiteX147" fmla="*/ 134146 w 144663"/>
                <a:gd name="connsiteY147" fmla="*/ 75866 h 235994"/>
                <a:gd name="connsiteX148" fmla="*/ 133297 w 144663"/>
                <a:gd name="connsiteY148" fmla="*/ 79623 h 235994"/>
                <a:gd name="connsiteX149" fmla="*/ 131809 w 144663"/>
                <a:gd name="connsiteY149" fmla="*/ 80367 h 235994"/>
                <a:gd name="connsiteX150" fmla="*/ 131393 w 144663"/>
                <a:gd name="connsiteY150" fmla="*/ 86134 h 235994"/>
                <a:gd name="connsiteX151" fmla="*/ 131065 w 144663"/>
                <a:gd name="connsiteY151" fmla="*/ 87809 h 235994"/>
                <a:gd name="connsiteX152" fmla="*/ 128832 w 144663"/>
                <a:gd name="connsiteY152" fmla="*/ 88553 h 235994"/>
                <a:gd name="connsiteX153" fmla="*/ 128088 w 144663"/>
                <a:gd name="connsiteY153" fmla="*/ 93018 h 235994"/>
                <a:gd name="connsiteX154" fmla="*/ 125856 w 144663"/>
                <a:gd name="connsiteY154" fmla="*/ 95250 h 235994"/>
                <a:gd name="connsiteX155" fmla="*/ 125065 w 144663"/>
                <a:gd name="connsiteY155" fmla="*/ 96831 h 235994"/>
                <a:gd name="connsiteX156" fmla="*/ 122879 w 144663"/>
                <a:gd name="connsiteY156" fmla="*/ 98971 h 235994"/>
                <a:gd name="connsiteX157" fmla="*/ 122135 w 144663"/>
                <a:gd name="connsiteY157" fmla="*/ 100505 h 235994"/>
                <a:gd name="connsiteX158" fmla="*/ 121391 w 144663"/>
                <a:gd name="connsiteY158" fmla="*/ 101947 h 235994"/>
                <a:gd name="connsiteX159" fmla="*/ 119903 w 144663"/>
                <a:gd name="connsiteY159" fmla="*/ 101947 h 235994"/>
                <a:gd name="connsiteX160" fmla="*/ 119252 w 144663"/>
                <a:gd name="connsiteY160" fmla="*/ 103761 h 235994"/>
                <a:gd name="connsiteX161" fmla="*/ 118414 w 144663"/>
                <a:gd name="connsiteY161" fmla="*/ 105668 h 235994"/>
                <a:gd name="connsiteX162" fmla="*/ 115438 w 144663"/>
                <a:gd name="connsiteY162" fmla="*/ 106412 h 235994"/>
                <a:gd name="connsiteX163" fmla="*/ 114694 w 144663"/>
                <a:gd name="connsiteY163" fmla="*/ 109389 h 235994"/>
                <a:gd name="connsiteX164" fmla="*/ 111717 w 144663"/>
                <a:gd name="connsiteY164" fmla="*/ 108645 h 235994"/>
                <a:gd name="connsiteX165" fmla="*/ 115438 w 144663"/>
                <a:gd name="connsiteY165" fmla="*/ 112365 h 235994"/>
                <a:gd name="connsiteX166" fmla="*/ 119159 w 144663"/>
                <a:gd name="connsiteY166" fmla="*/ 112365 h 235994"/>
                <a:gd name="connsiteX167" fmla="*/ 119484 w 144663"/>
                <a:gd name="connsiteY167" fmla="*/ 113807 h 235994"/>
                <a:gd name="connsiteX168" fmla="*/ 119903 w 144663"/>
                <a:gd name="connsiteY168" fmla="*/ 115342 h 235994"/>
                <a:gd name="connsiteX169" fmla="*/ 124368 w 144663"/>
                <a:gd name="connsiteY169" fmla="*/ 116086 h 235994"/>
                <a:gd name="connsiteX170" fmla="*/ 125856 w 144663"/>
                <a:gd name="connsiteY170" fmla="*/ 119062 h 235994"/>
                <a:gd name="connsiteX171" fmla="*/ 127344 w 144663"/>
                <a:gd name="connsiteY171" fmla="*/ 119807 h 235994"/>
                <a:gd name="connsiteX172" fmla="*/ 128832 w 144663"/>
                <a:gd name="connsiteY172" fmla="*/ 122783 h 235994"/>
                <a:gd name="connsiteX173" fmla="*/ 130321 w 144663"/>
                <a:gd name="connsiteY173" fmla="*/ 123527 h 235994"/>
                <a:gd name="connsiteX174" fmla="*/ 131809 w 144663"/>
                <a:gd name="connsiteY174" fmla="*/ 126504 h 235994"/>
                <a:gd name="connsiteX175" fmla="*/ 133297 w 144663"/>
                <a:gd name="connsiteY175" fmla="*/ 127248 h 235994"/>
                <a:gd name="connsiteX176" fmla="*/ 134786 w 144663"/>
                <a:gd name="connsiteY176" fmla="*/ 130225 h 235994"/>
                <a:gd name="connsiteX177" fmla="*/ 136274 w 144663"/>
                <a:gd name="connsiteY177" fmla="*/ 130969 h 235994"/>
                <a:gd name="connsiteX178" fmla="*/ 137018 w 144663"/>
                <a:gd name="connsiteY178" fmla="*/ 136922 h 235994"/>
                <a:gd name="connsiteX179" fmla="*/ 139250 w 144663"/>
                <a:gd name="connsiteY179" fmla="*/ 136922 h 235994"/>
                <a:gd name="connsiteX180" fmla="*/ 139614 w 144663"/>
                <a:gd name="connsiteY180" fmla="*/ 141355 h 235994"/>
                <a:gd name="connsiteX181" fmla="*/ 141137 w 144663"/>
                <a:gd name="connsiteY181" fmla="*/ 143930 h 235994"/>
                <a:gd name="connsiteX182" fmla="*/ 142419 w 144663"/>
                <a:gd name="connsiteY182" fmla="*/ 147038 h 235994"/>
                <a:gd name="connsiteX183" fmla="*/ 142320 w 144663"/>
                <a:gd name="connsiteY183" fmla="*/ 149200 h 235994"/>
                <a:gd name="connsiteX184" fmla="*/ 142971 w 144663"/>
                <a:gd name="connsiteY184" fmla="*/ 155525 h 235994"/>
                <a:gd name="connsiteX185" fmla="*/ 144459 w 144663"/>
                <a:gd name="connsiteY185" fmla="*/ 156270 h 235994"/>
                <a:gd name="connsiteX186" fmla="*/ 144657 w 144663"/>
                <a:gd name="connsiteY186" fmla="*/ 161037 h 235994"/>
                <a:gd name="connsiteX187" fmla="*/ 144663 w 144663"/>
                <a:gd name="connsiteY187" fmla="*/ 163970 h 235994"/>
                <a:gd name="connsiteX188" fmla="*/ 144653 w 144663"/>
                <a:gd name="connsiteY188" fmla="*/ 165505 h 235994"/>
                <a:gd name="connsiteX189" fmla="*/ 144663 w 144663"/>
                <a:gd name="connsiteY189" fmla="*/ 170149 h 235994"/>
                <a:gd name="connsiteX190" fmla="*/ 144657 w 144663"/>
                <a:gd name="connsiteY190" fmla="*/ 173082 h 235994"/>
                <a:gd name="connsiteX191" fmla="*/ 144652 w 144663"/>
                <a:gd name="connsiteY191" fmla="*/ 175796 h 235994"/>
                <a:gd name="connsiteX192" fmla="*/ 144459 w 144663"/>
                <a:gd name="connsiteY192" fmla="*/ 177850 h 235994"/>
                <a:gd name="connsiteX193" fmla="*/ 142971 w 144663"/>
                <a:gd name="connsiteY193" fmla="*/ 178594 h 235994"/>
                <a:gd name="connsiteX194" fmla="*/ 142320 w 144663"/>
                <a:gd name="connsiteY194" fmla="*/ 186175 h 235994"/>
                <a:gd name="connsiteX195" fmla="*/ 141137 w 144663"/>
                <a:gd name="connsiteY195" fmla="*/ 190041 h 235994"/>
                <a:gd name="connsiteX196" fmla="*/ 139483 w 144663"/>
                <a:gd name="connsiteY196" fmla="*/ 195476 h 235994"/>
                <a:gd name="connsiteX197" fmla="*/ 139335 w 144663"/>
                <a:gd name="connsiteY197" fmla="*/ 197718 h 235994"/>
                <a:gd name="connsiteX198" fmla="*/ 139250 w 144663"/>
                <a:gd name="connsiteY198" fmla="*/ 199430 h 235994"/>
                <a:gd name="connsiteX199" fmla="*/ 137018 w 144663"/>
                <a:gd name="connsiteY199" fmla="*/ 199430 h 235994"/>
                <a:gd name="connsiteX200" fmla="*/ 136274 w 144663"/>
                <a:gd name="connsiteY200" fmla="*/ 205383 h 235994"/>
                <a:gd name="connsiteX201" fmla="*/ 134041 w 144663"/>
                <a:gd name="connsiteY201" fmla="*/ 205383 h 235994"/>
                <a:gd name="connsiteX202" fmla="*/ 133809 w 144663"/>
                <a:gd name="connsiteY202" fmla="*/ 207476 h 235994"/>
                <a:gd name="connsiteX203" fmla="*/ 131065 w 144663"/>
                <a:gd name="connsiteY203" fmla="*/ 212080 h 235994"/>
                <a:gd name="connsiteX204" fmla="*/ 130321 w 144663"/>
                <a:gd name="connsiteY204" fmla="*/ 214312 h 235994"/>
                <a:gd name="connsiteX205" fmla="*/ 128088 w 144663"/>
                <a:gd name="connsiteY205" fmla="*/ 215801 h 235994"/>
                <a:gd name="connsiteX206" fmla="*/ 127344 w 144663"/>
                <a:gd name="connsiteY206" fmla="*/ 218033 h 235994"/>
                <a:gd name="connsiteX207" fmla="*/ 124833 w 144663"/>
                <a:gd name="connsiteY207" fmla="*/ 220266 h 235994"/>
                <a:gd name="connsiteX208" fmla="*/ 120949 w 144663"/>
                <a:gd name="connsiteY208" fmla="*/ 223707 h 235994"/>
                <a:gd name="connsiteX209" fmla="*/ 118321 w 144663"/>
                <a:gd name="connsiteY209" fmla="*/ 225475 h 235994"/>
                <a:gd name="connsiteX210" fmla="*/ 116182 w 144663"/>
                <a:gd name="connsiteY210" fmla="*/ 228451 h 235994"/>
                <a:gd name="connsiteX211" fmla="*/ 112415 w 144663"/>
                <a:gd name="connsiteY211" fmla="*/ 228591 h 235994"/>
                <a:gd name="connsiteX212" fmla="*/ 110342 w 144663"/>
                <a:gd name="connsiteY212" fmla="*/ 228530 h 235994"/>
                <a:gd name="connsiteX213" fmla="*/ 108741 w 144663"/>
                <a:gd name="connsiteY213" fmla="*/ 228451 h 235994"/>
                <a:gd name="connsiteX214" fmla="*/ 108741 w 144663"/>
                <a:gd name="connsiteY214" fmla="*/ 232172 h 235994"/>
                <a:gd name="connsiteX215" fmla="*/ 106488 w 144663"/>
                <a:gd name="connsiteY215" fmla="*/ 232256 h 235994"/>
                <a:gd name="connsiteX216" fmla="*/ 103578 w 144663"/>
                <a:gd name="connsiteY216" fmla="*/ 232404 h 235994"/>
                <a:gd name="connsiteX217" fmla="*/ 100674 w 144663"/>
                <a:gd name="connsiteY217" fmla="*/ 232535 h 235994"/>
                <a:gd name="connsiteX218" fmla="*/ 98323 w 144663"/>
                <a:gd name="connsiteY218" fmla="*/ 232916 h 235994"/>
                <a:gd name="connsiteX219" fmla="*/ 97578 w 144663"/>
                <a:gd name="connsiteY219" fmla="*/ 235148 h 235994"/>
                <a:gd name="connsiteX220" fmla="*/ 94005 w 144663"/>
                <a:gd name="connsiteY220" fmla="*/ 235654 h 235994"/>
                <a:gd name="connsiteX221" fmla="*/ 91747 w 144663"/>
                <a:gd name="connsiteY221" fmla="*/ 235799 h 235994"/>
                <a:gd name="connsiteX222" fmla="*/ 80347 w 144663"/>
                <a:gd name="connsiteY222" fmla="*/ 235989 h 235994"/>
                <a:gd name="connsiteX223" fmla="*/ 77729 w 144663"/>
                <a:gd name="connsiteY223" fmla="*/ 235993 h 235994"/>
                <a:gd name="connsiteX224" fmla="*/ 69249 w 144663"/>
                <a:gd name="connsiteY224" fmla="*/ 235991 h 235994"/>
                <a:gd name="connsiteX225" fmla="*/ 63333 w 144663"/>
                <a:gd name="connsiteY225" fmla="*/ 235994 h 235994"/>
                <a:gd name="connsiteX226" fmla="*/ 50982 w 144663"/>
                <a:gd name="connsiteY226" fmla="*/ 235990 h 235994"/>
                <a:gd name="connsiteX227" fmla="*/ 36694 w 144663"/>
                <a:gd name="connsiteY227" fmla="*/ 235991 h 235994"/>
                <a:gd name="connsiteX228" fmla="*/ 22923 w 144663"/>
                <a:gd name="connsiteY228" fmla="*/ 235992 h 235994"/>
                <a:gd name="connsiteX229" fmla="*/ 17068 w 144663"/>
                <a:gd name="connsiteY229" fmla="*/ 235994 h 235994"/>
                <a:gd name="connsiteX230" fmla="*/ 8924 w 144663"/>
                <a:gd name="connsiteY230" fmla="*/ 235989 h 235994"/>
                <a:gd name="connsiteX231" fmla="*/ 6462 w 144663"/>
                <a:gd name="connsiteY231" fmla="*/ 235993 h 235994"/>
                <a:gd name="connsiteX232" fmla="*/ 4236 w 144663"/>
                <a:gd name="connsiteY232" fmla="*/ 235987 h 235994"/>
                <a:gd name="connsiteX233" fmla="*/ 2292 w 144663"/>
                <a:gd name="connsiteY233" fmla="*/ 235986 h 235994"/>
                <a:gd name="connsiteX234" fmla="*/ 96 w 144663"/>
                <a:gd name="connsiteY234" fmla="*/ 235148 h 235994"/>
                <a:gd name="connsiteX235" fmla="*/ 4 w 144663"/>
                <a:gd name="connsiteY235" fmla="*/ 231384 h 235994"/>
                <a:gd name="connsiteX236" fmla="*/ 0 w 144663"/>
                <a:gd name="connsiteY236" fmla="*/ 228898 h 235994"/>
                <a:gd name="connsiteX237" fmla="*/ 7 w 144663"/>
                <a:gd name="connsiteY237" fmla="*/ 226132 h 235994"/>
                <a:gd name="connsiteX238" fmla="*/ 5 w 144663"/>
                <a:gd name="connsiteY238" fmla="*/ 223220 h 235994"/>
                <a:gd name="connsiteX239" fmla="*/ 10 w 144663"/>
                <a:gd name="connsiteY239" fmla="*/ 215182 h 235994"/>
                <a:gd name="connsiteX240" fmla="*/ 11 w 144663"/>
                <a:gd name="connsiteY240" fmla="*/ 206528 h 235994"/>
                <a:gd name="connsiteX241" fmla="*/ 17 w 144663"/>
                <a:gd name="connsiteY241" fmla="*/ 191521 h 235994"/>
                <a:gd name="connsiteX242" fmla="*/ 26 w 144663"/>
                <a:gd name="connsiteY242" fmla="*/ 169824 h 235994"/>
                <a:gd name="connsiteX243" fmla="*/ 40 w 144663"/>
                <a:gd name="connsiteY243" fmla="*/ 134626 h 235994"/>
                <a:gd name="connsiteX244" fmla="*/ 55 w 144663"/>
                <a:gd name="connsiteY244" fmla="*/ 100425 h 235994"/>
                <a:gd name="connsiteX245" fmla="*/ 56 w 144663"/>
                <a:gd name="connsiteY245" fmla="*/ 98298 h 235994"/>
                <a:gd name="connsiteX246" fmla="*/ 59 w 144663"/>
                <a:gd name="connsiteY246" fmla="*/ 87730 h 235994"/>
                <a:gd name="connsiteX247" fmla="*/ 96 w 144663"/>
                <a:gd name="connsiteY247" fmla="*/ 0 h 23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Lst>
              <a:rect l="l" t="t" r="r" b="b"/>
              <a:pathLst>
                <a:path w="144663" h="235994">
                  <a:moveTo>
                    <a:pt x="79808" y="129207"/>
                  </a:moveTo>
                  <a:cubicBezTo>
                    <a:pt x="78802" y="129216"/>
                    <a:pt x="77825" y="129224"/>
                    <a:pt x="76848" y="129232"/>
                  </a:cubicBezTo>
                  <a:cubicBezTo>
                    <a:pt x="75135" y="129230"/>
                    <a:pt x="73424" y="129234"/>
                    <a:pt x="71711" y="129261"/>
                  </a:cubicBezTo>
                  <a:cubicBezTo>
                    <a:pt x="70484" y="129281"/>
                    <a:pt x="69257" y="129295"/>
                    <a:pt x="68030" y="129301"/>
                  </a:cubicBezTo>
                  <a:cubicBezTo>
                    <a:pt x="64822" y="129311"/>
                    <a:pt x="61613" y="129333"/>
                    <a:pt x="58405" y="129374"/>
                  </a:cubicBezTo>
                  <a:cubicBezTo>
                    <a:pt x="55077" y="129416"/>
                    <a:pt x="51750" y="129442"/>
                    <a:pt x="48422" y="129462"/>
                  </a:cubicBezTo>
                  <a:cubicBezTo>
                    <a:pt x="41255" y="129502"/>
                    <a:pt x="34088" y="129568"/>
                    <a:pt x="26921" y="129654"/>
                  </a:cubicBezTo>
                  <a:cubicBezTo>
                    <a:pt x="26906" y="138548"/>
                    <a:pt x="26893" y="147441"/>
                    <a:pt x="26885" y="156334"/>
                  </a:cubicBezTo>
                  <a:cubicBezTo>
                    <a:pt x="26881" y="160863"/>
                    <a:pt x="26878" y="165392"/>
                    <a:pt x="26870" y="169921"/>
                  </a:cubicBezTo>
                  <a:cubicBezTo>
                    <a:pt x="26862" y="174363"/>
                    <a:pt x="26855" y="178805"/>
                    <a:pt x="26852" y="183247"/>
                  </a:cubicBezTo>
                  <a:cubicBezTo>
                    <a:pt x="26851" y="184931"/>
                    <a:pt x="26850" y="186615"/>
                    <a:pt x="26849" y="188299"/>
                  </a:cubicBezTo>
                  <a:cubicBezTo>
                    <a:pt x="26843" y="190735"/>
                    <a:pt x="26837" y="193171"/>
                    <a:pt x="26837" y="195607"/>
                  </a:cubicBezTo>
                  <a:cubicBezTo>
                    <a:pt x="26837" y="196363"/>
                    <a:pt x="26837" y="197096"/>
                    <a:pt x="26837" y="197829"/>
                  </a:cubicBezTo>
                  <a:cubicBezTo>
                    <a:pt x="26834" y="198550"/>
                    <a:pt x="26832" y="199250"/>
                    <a:pt x="26829" y="199950"/>
                  </a:cubicBezTo>
                  <a:cubicBezTo>
                    <a:pt x="26832" y="201885"/>
                    <a:pt x="26212" y="204103"/>
                    <a:pt x="27666" y="205557"/>
                  </a:cubicBezTo>
                  <a:cubicBezTo>
                    <a:pt x="28924" y="205590"/>
                    <a:pt x="30183" y="205616"/>
                    <a:pt x="31442" y="205602"/>
                  </a:cubicBezTo>
                  <a:cubicBezTo>
                    <a:pt x="31998" y="205592"/>
                    <a:pt x="32538" y="205583"/>
                    <a:pt x="33078" y="205573"/>
                  </a:cubicBezTo>
                  <a:cubicBezTo>
                    <a:pt x="34883" y="205550"/>
                    <a:pt x="36688" y="205526"/>
                    <a:pt x="38494" y="205498"/>
                  </a:cubicBezTo>
                  <a:cubicBezTo>
                    <a:pt x="39787" y="205477"/>
                    <a:pt x="41080" y="205458"/>
                    <a:pt x="42374" y="205440"/>
                  </a:cubicBezTo>
                  <a:cubicBezTo>
                    <a:pt x="45756" y="205394"/>
                    <a:pt x="49138" y="205346"/>
                    <a:pt x="52520" y="205295"/>
                  </a:cubicBezTo>
                  <a:cubicBezTo>
                    <a:pt x="56028" y="205241"/>
                    <a:pt x="59536" y="205191"/>
                    <a:pt x="63043" y="205142"/>
                  </a:cubicBezTo>
                  <a:cubicBezTo>
                    <a:pt x="70599" y="205037"/>
                    <a:pt x="78154" y="204927"/>
                    <a:pt x="85709" y="204813"/>
                  </a:cubicBezTo>
                  <a:cubicBezTo>
                    <a:pt x="85709" y="203801"/>
                    <a:pt x="85709" y="202818"/>
                    <a:pt x="85709" y="201836"/>
                  </a:cubicBezTo>
                  <a:cubicBezTo>
                    <a:pt x="86410" y="201872"/>
                    <a:pt x="87091" y="201906"/>
                    <a:pt x="87772" y="201941"/>
                  </a:cubicBezTo>
                  <a:cubicBezTo>
                    <a:pt x="88684" y="201968"/>
                    <a:pt x="89568" y="201995"/>
                    <a:pt x="90452" y="202022"/>
                  </a:cubicBezTo>
                  <a:cubicBezTo>
                    <a:pt x="93121" y="202127"/>
                    <a:pt x="93121" y="202127"/>
                    <a:pt x="95382" y="201836"/>
                  </a:cubicBezTo>
                  <a:cubicBezTo>
                    <a:pt x="95696" y="201333"/>
                    <a:pt x="96000" y="200845"/>
                    <a:pt x="96304" y="200357"/>
                  </a:cubicBezTo>
                  <a:cubicBezTo>
                    <a:pt x="96497" y="199848"/>
                    <a:pt x="96684" y="199354"/>
                    <a:pt x="96871" y="198860"/>
                  </a:cubicBezTo>
                  <a:cubicBezTo>
                    <a:pt x="98362" y="198628"/>
                    <a:pt x="99850" y="198378"/>
                    <a:pt x="101335" y="198115"/>
                  </a:cubicBezTo>
                  <a:cubicBezTo>
                    <a:pt x="103649" y="196232"/>
                    <a:pt x="104936" y="194626"/>
                    <a:pt x="106312" y="191976"/>
                  </a:cubicBezTo>
                  <a:cubicBezTo>
                    <a:pt x="106644" y="191280"/>
                    <a:pt x="106966" y="190605"/>
                    <a:pt x="107289" y="189930"/>
                  </a:cubicBezTo>
                  <a:cubicBezTo>
                    <a:pt x="108040" y="189554"/>
                    <a:pt x="108040" y="189554"/>
                    <a:pt x="108777" y="189186"/>
                  </a:cubicBezTo>
                  <a:cubicBezTo>
                    <a:pt x="108994" y="187445"/>
                    <a:pt x="109243" y="185708"/>
                    <a:pt x="109521" y="183977"/>
                  </a:cubicBezTo>
                  <a:cubicBezTo>
                    <a:pt x="110648" y="183601"/>
                    <a:pt x="110648" y="183601"/>
                    <a:pt x="111753" y="183233"/>
                  </a:cubicBezTo>
                  <a:cubicBezTo>
                    <a:pt x="111850" y="182791"/>
                    <a:pt x="111943" y="182362"/>
                    <a:pt x="112037" y="181933"/>
                  </a:cubicBezTo>
                  <a:cubicBezTo>
                    <a:pt x="112039" y="181352"/>
                    <a:pt x="112041" y="180787"/>
                    <a:pt x="112042" y="180223"/>
                  </a:cubicBezTo>
                  <a:cubicBezTo>
                    <a:pt x="112053" y="179246"/>
                    <a:pt x="112053" y="179246"/>
                    <a:pt x="112064" y="178289"/>
                  </a:cubicBezTo>
                  <a:cubicBezTo>
                    <a:pt x="112059" y="177574"/>
                    <a:pt x="112054" y="176880"/>
                    <a:pt x="112050" y="176186"/>
                  </a:cubicBezTo>
                  <a:cubicBezTo>
                    <a:pt x="112054" y="174734"/>
                    <a:pt x="112057" y="173282"/>
                    <a:pt x="112059" y="171829"/>
                  </a:cubicBezTo>
                  <a:cubicBezTo>
                    <a:pt x="112044" y="169526"/>
                    <a:pt x="112033" y="167224"/>
                    <a:pt x="112044" y="164921"/>
                  </a:cubicBezTo>
                  <a:cubicBezTo>
                    <a:pt x="112054" y="163422"/>
                    <a:pt x="112058" y="161923"/>
                    <a:pt x="112056" y="160424"/>
                  </a:cubicBezTo>
                  <a:cubicBezTo>
                    <a:pt x="112054" y="159695"/>
                    <a:pt x="112052" y="158988"/>
                    <a:pt x="112050" y="158281"/>
                  </a:cubicBezTo>
                  <a:cubicBezTo>
                    <a:pt x="112055" y="157566"/>
                    <a:pt x="112059" y="156872"/>
                    <a:pt x="112064" y="156178"/>
                  </a:cubicBezTo>
                  <a:cubicBezTo>
                    <a:pt x="112056" y="155521"/>
                    <a:pt x="112049" y="154883"/>
                    <a:pt x="112042" y="154244"/>
                  </a:cubicBezTo>
                  <a:cubicBezTo>
                    <a:pt x="112037" y="152534"/>
                    <a:pt x="112037" y="152534"/>
                    <a:pt x="111753" y="151235"/>
                  </a:cubicBezTo>
                  <a:cubicBezTo>
                    <a:pt x="110626" y="150859"/>
                    <a:pt x="110626" y="150859"/>
                    <a:pt x="109521" y="150490"/>
                  </a:cubicBezTo>
                  <a:cubicBezTo>
                    <a:pt x="109621" y="146893"/>
                    <a:pt x="109024" y="145729"/>
                    <a:pt x="106544" y="143049"/>
                  </a:cubicBezTo>
                  <a:cubicBezTo>
                    <a:pt x="105289" y="141824"/>
                    <a:pt x="104048" y="140584"/>
                    <a:pt x="102824" y="139328"/>
                  </a:cubicBezTo>
                  <a:cubicBezTo>
                    <a:pt x="102173" y="137607"/>
                    <a:pt x="102173" y="137607"/>
                    <a:pt x="101335" y="136352"/>
                  </a:cubicBezTo>
                  <a:cubicBezTo>
                    <a:pt x="100418" y="136288"/>
                    <a:pt x="99528" y="136227"/>
                    <a:pt x="98638" y="136166"/>
                  </a:cubicBezTo>
                  <a:cubicBezTo>
                    <a:pt x="97370" y="136260"/>
                    <a:pt x="97370" y="136260"/>
                    <a:pt x="96126" y="136352"/>
                  </a:cubicBezTo>
                  <a:cubicBezTo>
                    <a:pt x="96126" y="135340"/>
                    <a:pt x="96126" y="134357"/>
                    <a:pt x="96126" y="133375"/>
                  </a:cubicBezTo>
                  <a:cubicBezTo>
                    <a:pt x="94552" y="133446"/>
                    <a:pt x="92977" y="133513"/>
                    <a:pt x="91401" y="133557"/>
                  </a:cubicBezTo>
                  <a:cubicBezTo>
                    <a:pt x="90429" y="133582"/>
                    <a:pt x="90429" y="133582"/>
                    <a:pt x="89476" y="133608"/>
                  </a:cubicBezTo>
                  <a:cubicBezTo>
                    <a:pt x="88824" y="133640"/>
                    <a:pt x="88191" y="133671"/>
                    <a:pt x="87559" y="133702"/>
                  </a:cubicBezTo>
                  <a:cubicBezTo>
                    <a:pt x="86939" y="133715"/>
                    <a:pt x="86337" y="133726"/>
                    <a:pt x="85735" y="133738"/>
                  </a:cubicBezTo>
                  <a:cubicBezTo>
                    <a:pt x="84084" y="133892"/>
                    <a:pt x="84084" y="133892"/>
                    <a:pt x="82732" y="133375"/>
                  </a:cubicBezTo>
                  <a:cubicBezTo>
                    <a:pt x="82599" y="131515"/>
                    <a:pt x="82599" y="131515"/>
                    <a:pt x="81988" y="129654"/>
                  </a:cubicBezTo>
                  <a:cubicBezTo>
                    <a:pt x="81247" y="129502"/>
                    <a:pt x="80527" y="129355"/>
                    <a:pt x="79808" y="129207"/>
                  </a:cubicBezTo>
                  <a:close/>
                  <a:moveTo>
                    <a:pt x="76944" y="30103"/>
                  </a:moveTo>
                  <a:cubicBezTo>
                    <a:pt x="75992" y="30112"/>
                    <a:pt x="75068" y="30120"/>
                    <a:pt x="74145" y="30128"/>
                  </a:cubicBezTo>
                  <a:cubicBezTo>
                    <a:pt x="72508" y="30127"/>
                    <a:pt x="70872" y="30131"/>
                    <a:pt x="69235" y="30158"/>
                  </a:cubicBezTo>
                  <a:cubicBezTo>
                    <a:pt x="68153" y="30176"/>
                    <a:pt x="67070" y="30190"/>
                    <a:pt x="65987" y="30195"/>
                  </a:cubicBezTo>
                  <a:cubicBezTo>
                    <a:pt x="64443" y="30198"/>
                    <a:pt x="64443" y="30198"/>
                    <a:pt x="61140" y="30215"/>
                  </a:cubicBezTo>
                  <a:cubicBezTo>
                    <a:pt x="58345" y="30250"/>
                    <a:pt x="55632" y="30284"/>
                    <a:pt x="52919" y="30318"/>
                  </a:cubicBezTo>
                  <a:cubicBezTo>
                    <a:pt x="44080" y="30397"/>
                    <a:pt x="35500" y="30474"/>
                    <a:pt x="26921" y="30550"/>
                  </a:cubicBezTo>
                  <a:cubicBezTo>
                    <a:pt x="26921" y="53827"/>
                    <a:pt x="26921" y="76419"/>
                    <a:pt x="26921" y="99011"/>
                  </a:cubicBezTo>
                  <a:cubicBezTo>
                    <a:pt x="35887" y="99043"/>
                    <a:pt x="44589" y="99074"/>
                    <a:pt x="53291" y="99104"/>
                  </a:cubicBezTo>
                  <a:cubicBezTo>
                    <a:pt x="57188" y="99124"/>
                    <a:pt x="61084" y="99144"/>
                    <a:pt x="64980" y="99152"/>
                  </a:cubicBezTo>
                  <a:cubicBezTo>
                    <a:pt x="66028" y="99153"/>
                    <a:pt x="67077" y="99155"/>
                    <a:pt x="68125" y="99157"/>
                  </a:cubicBezTo>
                  <a:cubicBezTo>
                    <a:pt x="69828" y="99168"/>
                    <a:pt x="71530" y="99180"/>
                    <a:pt x="73233" y="99181"/>
                  </a:cubicBezTo>
                  <a:cubicBezTo>
                    <a:pt x="73773" y="99181"/>
                    <a:pt x="74297" y="99181"/>
                    <a:pt x="74821" y="99180"/>
                  </a:cubicBezTo>
                  <a:cubicBezTo>
                    <a:pt x="77660" y="99190"/>
                    <a:pt x="77660" y="99190"/>
                    <a:pt x="79755" y="99011"/>
                  </a:cubicBezTo>
                  <a:cubicBezTo>
                    <a:pt x="80008" y="98505"/>
                    <a:pt x="80254" y="98014"/>
                    <a:pt x="80499" y="97523"/>
                  </a:cubicBezTo>
                  <a:cubicBezTo>
                    <a:pt x="80246" y="96764"/>
                    <a:pt x="80001" y="96027"/>
                    <a:pt x="79755" y="95291"/>
                  </a:cubicBezTo>
                  <a:cubicBezTo>
                    <a:pt x="80392" y="95355"/>
                    <a:pt x="81011" y="95417"/>
                    <a:pt x="81630" y="95480"/>
                  </a:cubicBezTo>
                  <a:cubicBezTo>
                    <a:pt x="82867" y="95596"/>
                    <a:pt x="82867" y="95596"/>
                    <a:pt x="84080" y="95709"/>
                  </a:cubicBezTo>
                  <a:cubicBezTo>
                    <a:pt x="86742" y="95967"/>
                    <a:pt x="88367" y="96141"/>
                    <a:pt x="90917" y="95291"/>
                  </a:cubicBezTo>
                  <a:cubicBezTo>
                    <a:pt x="91161" y="93755"/>
                    <a:pt x="91161" y="93755"/>
                    <a:pt x="91661" y="92314"/>
                  </a:cubicBezTo>
                  <a:cubicBezTo>
                    <a:pt x="93289" y="92454"/>
                    <a:pt x="93289" y="92454"/>
                    <a:pt x="95382" y="92314"/>
                  </a:cubicBezTo>
                  <a:cubicBezTo>
                    <a:pt x="97772" y="90218"/>
                    <a:pt x="99505" y="87666"/>
                    <a:pt x="101149" y="84966"/>
                  </a:cubicBezTo>
                  <a:cubicBezTo>
                    <a:pt x="101465" y="84428"/>
                    <a:pt x="101772" y="83906"/>
                    <a:pt x="102079" y="83384"/>
                  </a:cubicBezTo>
                  <a:cubicBezTo>
                    <a:pt x="102831" y="83009"/>
                    <a:pt x="102831" y="83009"/>
                    <a:pt x="103567" y="82640"/>
                  </a:cubicBezTo>
                  <a:cubicBezTo>
                    <a:pt x="103617" y="81951"/>
                    <a:pt x="103665" y="81283"/>
                    <a:pt x="103713" y="80614"/>
                  </a:cubicBezTo>
                  <a:cubicBezTo>
                    <a:pt x="103695" y="79769"/>
                    <a:pt x="103678" y="78949"/>
                    <a:pt x="103661" y="78129"/>
                  </a:cubicBezTo>
                  <a:cubicBezTo>
                    <a:pt x="103647" y="77282"/>
                    <a:pt x="103633" y="76460"/>
                    <a:pt x="103620" y="75638"/>
                  </a:cubicBezTo>
                  <a:cubicBezTo>
                    <a:pt x="103602" y="74983"/>
                    <a:pt x="103585" y="74347"/>
                    <a:pt x="103567" y="73711"/>
                  </a:cubicBezTo>
                  <a:cubicBezTo>
                    <a:pt x="104327" y="73711"/>
                    <a:pt x="105063" y="73711"/>
                    <a:pt x="105800" y="73711"/>
                  </a:cubicBezTo>
                  <a:cubicBezTo>
                    <a:pt x="106669" y="71972"/>
                    <a:pt x="106669" y="71972"/>
                    <a:pt x="106755" y="66573"/>
                  </a:cubicBezTo>
                  <a:cubicBezTo>
                    <a:pt x="106762" y="65821"/>
                    <a:pt x="106769" y="65092"/>
                    <a:pt x="106777" y="64362"/>
                  </a:cubicBezTo>
                  <a:cubicBezTo>
                    <a:pt x="106799" y="63608"/>
                    <a:pt x="106820" y="62875"/>
                    <a:pt x="106842" y="62143"/>
                  </a:cubicBezTo>
                  <a:cubicBezTo>
                    <a:pt x="106852" y="61078"/>
                    <a:pt x="106852" y="61078"/>
                    <a:pt x="106861" y="60034"/>
                  </a:cubicBezTo>
                  <a:cubicBezTo>
                    <a:pt x="106894" y="58091"/>
                    <a:pt x="106894" y="58091"/>
                    <a:pt x="106544" y="56595"/>
                  </a:cubicBezTo>
                  <a:cubicBezTo>
                    <a:pt x="106036" y="56435"/>
                    <a:pt x="105543" y="56279"/>
                    <a:pt x="105049" y="56123"/>
                  </a:cubicBezTo>
                  <a:cubicBezTo>
                    <a:pt x="104545" y="56031"/>
                    <a:pt x="104056" y="55941"/>
                    <a:pt x="103567" y="55851"/>
                  </a:cubicBezTo>
                  <a:cubicBezTo>
                    <a:pt x="103495" y="55227"/>
                    <a:pt x="103425" y="54620"/>
                    <a:pt x="103355" y="54014"/>
                  </a:cubicBezTo>
                  <a:cubicBezTo>
                    <a:pt x="103513" y="51871"/>
                    <a:pt x="103700" y="49811"/>
                    <a:pt x="103567" y="47666"/>
                  </a:cubicBezTo>
                  <a:cubicBezTo>
                    <a:pt x="102440" y="47290"/>
                    <a:pt x="102440" y="47290"/>
                    <a:pt x="101335" y="46922"/>
                  </a:cubicBezTo>
                  <a:cubicBezTo>
                    <a:pt x="101335" y="43945"/>
                    <a:pt x="101335" y="43945"/>
                    <a:pt x="99847" y="41713"/>
                  </a:cubicBezTo>
                  <a:cubicBezTo>
                    <a:pt x="98309" y="41037"/>
                    <a:pt x="98309" y="41037"/>
                    <a:pt x="96870" y="40224"/>
                  </a:cubicBezTo>
                  <a:cubicBezTo>
                    <a:pt x="96591" y="38643"/>
                    <a:pt x="96591" y="38643"/>
                    <a:pt x="96126" y="37248"/>
                  </a:cubicBezTo>
                  <a:cubicBezTo>
                    <a:pt x="95351" y="37184"/>
                    <a:pt x="94599" y="37123"/>
                    <a:pt x="93847" y="37062"/>
                  </a:cubicBezTo>
                  <a:cubicBezTo>
                    <a:pt x="93104" y="37125"/>
                    <a:pt x="92383" y="37186"/>
                    <a:pt x="91661" y="37248"/>
                  </a:cubicBezTo>
                  <a:cubicBezTo>
                    <a:pt x="91661" y="36236"/>
                    <a:pt x="91661" y="35253"/>
                    <a:pt x="91661" y="34271"/>
                  </a:cubicBezTo>
                  <a:cubicBezTo>
                    <a:pt x="89429" y="33527"/>
                    <a:pt x="89429" y="33527"/>
                    <a:pt x="87095" y="33617"/>
                  </a:cubicBezTo>
                  <a:cubicBezTo>
                    <a:pt x="86196" y="33697"/>
                    <a:pt x="85324" y="33775"/>
                    <a:pt x="84452" y="33853"/>
                  </a:cubicBezTo>
                  <a:cubicBezTo>
                    <a:pt x="83548" y="33931"/>
                    <a:pt x="82670" y="34006"/>
                    <a:pt x="81793" y="34082"/>
                  </a:cubicBezTo>
                  <a:cubicBezTo>
                    <a:pt x="80764" y="34178"/>
                    <a:pt x="80764" y="34178"/>
                    <a:pt x="79755" y="34271"/>
                  </a:cubicBezTo>
                  <a:cubicBezTo>
                    <a:pt x="79687" y="32437"/>
                    <a:pt x="79687" y="32437"/>
                    <a:pt x="79011" y="30550"/>
                  </a:cubicBezTo>
                  <a:cubicBezTo>
                    <a:pt x="78308" y="30398"/>
                    <a:pt x="77626" y="30251"/>
                    <a:pt x="76944" y="30103"/>
                  </a:cubicBezTo>
                  <a:close/>
                  <a:moveTo>
                    <a:pt x="96" y="0"/>
                  </a:moveTo>
                  <a:cubicBezTo>
                    <a:pt x="31283" y="0"/>
                    <a:pt x="62470" y="0"/>
                    <a:pt x="94602" y="0"/>
                  </a:cubicBezTo>
                  <a:cubicBezTo>
                    <a:pt x="94602" y="982"/>
                    <a:pt x="94602" y="1965"/>
                    <a:pt x="94602" y="2977"/>
                  </a:cubicBezTo>
                  <a:cubicBezTo>
                    <a:pt x="95229" y="2942"/>
                    <a:pt x="95857" y="2907"/>
                    <a:pt x="96503" y="2872"/>
                  </a:cubicBezTo>
                  <a:cubicBezTo>
                    <a:pt x="97318" y="2845"/>
                    <a:pt x="98134" y="2818"/>
                    <a:pt x="98974" y="2791"/>
                  </a:cubicBezTo>
                  <a:cubicBezTo>
                    <a:pt x="99785" y="2756"/>
                    <a:pt x="100597" y="2721"/>
                    <a:pt x="101433" y="2686"/>
                  </a:cubicBezTo>
                  <a:cubicBezTo>
                    <a:pt x="102125" y="2782"/>
                    <a:pt x="102818" y="2878"/>
                    <a:pt x="103532" y="2977"/>
                  </a:cubicBezTo>
                  <a:cubicBezTo>
                    <a:pt x="104392" y="4442"/>
                    <a:pt x="104392" y="4442"/>
                    <a:pt x="105020" y="5953"/>
                  </a:cubicBezTo>
                  <a:cubicBezTo>
                    <a:pt x="107671" y="6562"/>
                    <a:pt x="107671" y="6562"/>
                    <a:pt x="110229" y="6697"/>
                  </a:cubicBezTo>
                  <a:cubicBezTo>
                    <a:pt x="110229" y="7680"/>
                    <a:pt x="110229" y="8662"/>
                    <a:pt x="110229" y="9674"/>
                  </a:cubicBezTo>
                  <a:cubicBezTo>
                    <a:pt x="110843" y="9797"/>
                    <a:pt x="111457" y="9919"/>
                    <a:pt x="112089" y="10046"/>
                  </a:cubicBezTo>
                  <a:cubicBezTo>
                    <a:pt x="112703" y="10169"/>
                    <a:pt x="113317" y="10291"/>
                    <a:pt x="113950" y="10418"/>
                  </a:cubicBezTo>
                  <a:cubicBezTo>
                    <a:pt x="113950" y="11400"/>
                    <a:pt x="113950" y="12382"/>
                    <a:pt x="113950" y="13395"/>
                  </a:cubicBezTo>
                  <a:cubicBezTo>
                    <a:pt x="115177" y="13395"/>
                    <a:pt x="116405" y="13395"/>
                    <a:pt x="117670" y="13395"/>
                  </a:cubicBezTo>
                  <a:cubicBezTo>
                    <a:pt x="117670" y="14377"/>
                    <a:pt x="117670" y="15359"/>
                    <a:pt x="117670" y="16371"/>
                  </a:cubicBezTo>
                  <a:cubicBezTo>
                    <a:pt x="118407" y="16371"/>
                    <a:pt x="119144" y="16371"/>
                    <a:pt x="119903" y="16371"/>
                  </a:cubicBezTo>
                  <a:cubicBezTo>
                    <a:pt x="120151" y="17611"/>
                    <a:pt x="120399" y="18852"/>
                    <a:pt x="120647" y="20092"/>
                  </a:cubicBezTo>
                  <a:cubicBezTo>
                    <a:pt x="121384" y="20092"/>
                    <a:pt x="122120" y="20092"/>
                    <a:pt x="122879" y="20092"/>
                  </a:cubicBezTo>
                  <a:cubicBezTo>
                    <a:pt x="122879" y="21320"/>
                    <a:pt x="122879" y="22547"/>
                    <a:pt x="122879" y="23812"/>
                  </a:cubicBezTo>
                  <a:cubicBezTo>
                    <a:pt x="123616" y="23812"/>
                    <a:pt x="124353" y="23812"/>
                    <a:pt x="125112" y="23812"/>
                  </a:cubicBezTo>
                  <a:cubicBezTo>
                    <a:pt x="125357" y="25286"/>
                    <a:pt x="125603" y="26759"/>
                    <a:pt x="125856" y="28277"/>
                  </a:cubicBezTo>
                  <a:cubicBezTo>
                    <a:pt x="126593" y="28277"/>
                    <a:pt x="127329" y="28277"/>
                    <a:pt x="128088" y="28277"/>
                  </a:cubicBezTo>
                  <a:cubicBezTo>
                    <a:pt x="128165" y="29121"/>
                    <a:pt x="128242" y="29966"/>
                    <a:pt x="128321" y="30835"/>
                  </a:cubicBezTo>
                  <a:cubicBezTo>
                    <a:pt x="128490" y="31710"/>
                    <a:pt x="128658" y="32585"/>
                    <a:pt x="128832" y="33486"/>
                  </a:cubicBezTo>
                  <a:cubicBezTo>
                    <a:pt x="129569" y="33732"/>
                    <a:pt x="130306" y="33977"/>
                    <a:pt x="131065" y="34230"/>
                  </a:cubicBezTo>
                  <a:cubicBezTo>
                    <a:pt x="131367" y="35852"/>
                    <a:pt x="131367" y="35852"/>
                    <a:pt x="131437" y="37858"/>
                  </a:cubicBezTo>
                  <a:cubicBezTo>
                    <a:pt x="131463" y="39831"/>
                    <a:pt x="131463" y="39831"/>
                    <a:pt x="131809" y="41672"/>
                  </a:cubicBezTo>
                  <a:cubicBezTo>
                    <a:pt x="132178" y="42010"/>
                    <a:pt x="132547" y="42348"/>
                    <a:pt x="132927" y="42696"/>
                  </a:cubicBezTo>
                  <a:cubicBezTo>
                    <a:pt x="134376" y="44267"/>
                    <a:pt x="134316" y="45084"/>
                    <a:pt x="134307" y="47196"/>
                  </a:cubicBezTo>
                  <a:cubicBezTo>
                    <a:pt x="134310" y="48191"/>
                    <a:pt x="134310" y="48191"/>
                    <a:pt x="134313" y="49205"/>
                  </a:cubicBezTo>
                  <a:cubicBezTo>
                    <a:pt x="134300" y="50276"/>
                    <a:pt x="134300" y="50276"/>
                    <a:pt x="134286" y="51369"/>
                  </a:cubicBezTo>
                  <a:cubicBezTo>
                    <a:pt x="134284" y="52104"/>
                    <a:pt x="134283" y="52839"/>
                    <a:pt x="134281" y="53596"/>
                  </a:cubicBezTo>
                  <a:cubicBezTo>
                    <a:pt x="134276" y="55149"/>
                    <a:pt x="134266" y="56703"/>
                    <a:pt x="134251" y="58257"/>
                  </a:cubicBezTo>
                  <a:cubicBezTo>
                    <a:pt x="134228" y="60638"/>
                    <a:pt x="134220" y="63019"/>
                    <a:pt x="134216" y="65400"/>
                  </a:cubicBezTo>
                  <a:cubicBezTo>
                    <a:pt x="134209" y="66909"/>
                    <a:pt x="134201" y="68417"/>
                    <a:pt x="134193" y="69926"/>
                  </a:cubicBezTo>
                  <a:cubicBezTo>
                    <a:pt x="134189" y="70640"/>
                    <a:pt x="134186" y="71354"/>
                    <a:pt x="134183" y="72089"/>
                  </a:cubicBezTo>
                  <a:cubicBezTo>
                    <a:pt x="134176" y="72752"/>
                    <a:pt x="134169" y="73416"/>
                    <a:pt x="134161" y="74099"/>
                  </a:cubicBezTo>
                  <a:cubicBezTo>
                    <a:pt x="134154" y="74973"/>
                    <a:pt x="134154" y="74973"/>
                    <a:pt x="134146" y="75866"/>
                  </a:cubicBezTo>
                  <a:cubicBezTo>
                    <a:pt x="134041" y="77391"/>
                    <a:pt x="134041" y="77391"/>
                    <a:pt x="133297" y="79623"/>
                  </a:cubicBezTo>
                  <a:cubicBezTo>
                    <a:pt x="132561" y="79991"/>
                    <a:pt x="132561" y="79991"/>
                    <a:pt x="131809" y="80367"/>
                  </a:cubicBezTo>
                  <a:cubicBezTo>
                    <a:pt x="131545" y="82291"/>
                    <a:pt x="131479" y="84195"/>
                    <a:pt x="131393" y="86134"/>
                  </a:cubicBezTo>
                  <a:cubicBezTo>
                    <a:pt x="131231" y="86963"/>
                    <a:pt x="131231" y="86963"/>
                    <a:pt x="131065" y="87809"/>
                  </a:cubicBezTo>
                  <a:cubicBezTo>
                    <a:pt x="130328" y="88054"/>
                    <a:pt x="129591" y="88300"/>
                    <a:pt x="128832" y="88553"/>
                  </a:cubicBezTo>
                  <a:cubicBezTo>
                    <a:pt x="128574" y="90039"/>
                    <a:pt x="128327" y="91528"/>
                    <a:pt x="128088" y="93018"/>
                  </a:cubicBezTo>
                  <a:cubicBezTo>
                    <a:pt x="127019" y="94227"/>
                    <a:pt x="127019" y="94227"/>
                    <a:pt x="125856" y="95250"/>
                  </a:cubicBezTo>
                  <a:cubicBezTo>
                    <a:pt x="125595" y="95772"/>
                    <a:pt x="125334" y="96294"/>
                    <a:pt x="125065" y="96831"/>
                  </a:cubicBezTo>
                  <a:cubicBezTo>
                    <a:pt x="124368" y="98227"/>
                    <a:pt x="124368" y="98227"/>
                    <a:pt x="122879" y="98971"/>
                  </a:cubicBezTo>
                  <a:cubicBezTo>
                    <a:pt x="122634" y="99477"/>
                    <a:pt x="122388" y="99984"/>
                    <a:pt x="122135" y="100505"/>
                  </a:cubicBezTo>
                  <a:cubicBezTo>
                    <a:pt x="121890" y="100981"/>
                    <a:pt x="121644" y="101457"/>
                    <a:pt x="121391" y="101947"/>
                  </a:cubicBezTo>
                  <a:cubicBezTo>
                    <a:pt x="120900" y="101947"/>
                    <a:pt x="120409" y="101947"/>
                    <a:pt x="119903" y="101947"/>
                  </a:cubicBezTo>
                  <a:cubicBezTo>
                    <a:pt x="119688" y="102546"/>
                    <a:pt x="119473" y="103144"/>
                    <a:pt x="119252" y="103761"/>
                  </a:cubicBezTo>
                  <a:cubicBezTo>
                    <a:pt x="118975" y="104390"/>
                    <a:pt x="118699" y="105020"/>
                    <a:pt x="118414" y="105668"/>
                  </a:cubicBezTo>
                  <a:cubicBezTo>
                    <a:pt x="117428" y="105937"/>
                    <a:pt x="116435" y="106187"/>
                    <a:pt x="115438" y="106412"/>
                  </a:cubicBezTo>
                  <a:cubicBezTo>
                    <a:pt x="114832" y="107905"/>
                    <a:pt x="114832" y="107905"/>
                    <a:pt x="114694" y="109389"/>
                  </a:cubicBezTo>
                  <a:cubicBezTo>
                    <a:pt x="113711" y="109143"/>
                    <a:pt x="112729" y="108898"/>
                    <a:pt x="111717" y="108645"/>
                  </a:cubicBezTo>
                  <a:cubicBezTo>
                    <a:pt x="113344" y="110582"/>
                    <a:pt x="113344" y="110582"/>
                    <a:pt x="115438" y="112365"/>
                  </a:cubicBezTo>
                  <a:cubicBezTo>
                    <a:pt x="116678" y="112393"/>
                    <a:pt x="117919" y="112400"/>
                    <a:pt x="119159" y="112365"/>
                  </a:cubicBezTo>
                  <a:cubicBezTo>
                    <a:pt x="119320" y="113079"/>
                    <a:pt x="119320" y="113079"/>
                    <a:pt x="119484" y="113807"/>
                  </a:cubicBezTo>
                  <a:cubicBezTo>
                    <a:pt x="119622" y="114313"/>
                    <a:pt x="119760" y="114820"/>
                    <a:pt x="119903" y="115342"/>
                  </a:cubicBezTo>
                  <a:cubicBezTo>
                    <a:pt x="121390" y="115595"/>
                    <a:pt x="122878" y="115843"/>
                    <a:pt x="124368" y="116086"/>
                  </a:cubicBezTo>
                  <a:cubicBezTo>
                    <a:pt x="125298" y="117574"/>
                    <a:pt x="125298" y="117574"/>
                    <a:pt x="125856" y="119062"/>
                  </a:cubicBezTo>
                  <a:cubicBezTo>
                    <a:pt x="126347" y="119308"/>
                    <a:pt x="126838" y="119554"/>
                    <a:pt x="127344" y="119807"/>
                  </a:cubicBezTo>
                  <a:cubicBezTo>
                    <a:pt x="127840" y="120799"/>
                    <a:pt x="128336" y="121791"/>
                    <a:pt x="128832" y="122783"/>
                  </a:cubicBezTo>
                  <a:cubicBezTo>
                    <a:pt x="129324" y="123029"/>
                    <a:pt x="129815" y="123274"/>
                    <a:pt x="130321" y="123527"/>
                  </a:cubicBezTo>
                  <a:cubicBezTo>
                    <a:pt x="130817" y="124520"/>
                    <a:pt x="131313" y="125512"/>
                    <a:pt x="131809" y="126504"/>
                  </a:cubicBezTo>
                  <a:cubicBezTo>
                    <a:pt x="132300" y="126749"/>
                    <a:pt x="132791" y="126995"/>
                    <a:pt x="133297" y="127248"/>
                  </a:cubicBezTo>
                  <a:cubicBezTo>
                    <a:pt x="133793" y="128240"/>
                    <a:pt x="134289" y="129232"/>
                    <a:pt x="134786" y="130225"/>
                  </a:cubicBezTo>
                  <a:cubicBezTo>
                    <a:pt x="135277" y="130470"/>
                    <a:pt x="135768" y="130716"/>
                    <a:pt x="136274" y="130969"/>
                  </a:cubicBezTo>
                  <a:cubicBezTo>
                    <a:pt x="136715" y="132940"/>
                    <a:pt x="136826" y="134907"/>
                    <a:pt x="137018" y="136922"/>
                  </a:cubicBezTo>
                  <a:cubicBezTo>
                    <a:pt x="137755" y="136922"/>
                    <a:pt x="138491" y="136922"/>
                    <a:pt x="139250" y="136922"/>
                  </a:cubicBezTo>
                  <a:cubicBezTo>
                    <a:pt x="139371" y="138399"/>
                    <a:pt x="139493" y="139877"/>
                    <a:pt x="139614" y="141355"/>
                  </a:cubicBezTo>
                  <a:cubicBezTo>
                    <a:pt x="139866" y="142949"/>
                    <a:pt x="139866" y="142949"/>
                    <a:pt x="141137" y="143930"/>
                  </a:cubicBezTo>
                  <a:cubicBezTo>
                    <a:pt x="142227" y="145107"/>
                    <a:pt x="142227" y="145107"/>
                    <a:pt x="142419" y="147038"/>
                  </a:cubicBezTo>
                  <a:cubicBezTo>
                    <a:pt x="142386" y="147751"/>
                    <a:pt x="142354" y="148465"/>
                    <a:pt x="142320" y="149200"/>
                  </a:cubicBezTo>
                  <a:cubicBezTo>
                    <a:pt x="142221" y="151656"/>
                    <a:pt x="142187" y="153173"/>
                    <a:pt x="142971" y="155525"/>
                  </a:cubicBezTo>
                  <a:cubicBezTo>
                    <a:pt x="143462" y="155771"/>
                    <a:pt x="143953" y="156017"/>
                    <a:pt x="144459" y="156270"/>
                  </a:cubicBezTo>
                  <a:cubicBezTo>
                    <a:pt x="144652" y="158323"/>
                    <a:pt x="144652" y="158323"/>
                    <a:pt x="144657" y="161037"/>
                  </a:cubicBezTo>
                  <a:cubicBezTo>
                    <a:pt x="144659" y="162005"/>
                    <a:pt x="144661" y="162972"/>
                    <a:pt x="144663" y="163970"/>
                  </a:cubicBezTo>
                  <a:cubicBezTo>
                    <a:pt x="144660" y="164476"/>
                    <a:pt x="144657" y="164983"/>
                    <a:pt x="144653" y="165505"/>
                  </a:cubicBezTo>
                  <a:cubicBezTo>
                    <a:pt x="144645" y="167053"/>
                    <a:pt x="144653" y="168601"/>
                    <a:pt x="144663" y="170149"/>
                  </a:cubicBezTo>
                  <a:cubicBezTo>
                    <a:pt x="144661" y="171117"/>
                    <a:pt x="144659" y="172085"/>
                    <a:pt x="144657" y="173082"/>
                  </a:cubicBezTo>
                  <a:cubicBezTo>
                    <a:pt x="144655" y="173978"/>
                    <a:pt x="144654" y="174873"/>
                    <a:pt x="144652" y="175796"/>
                  </a:cubicBezTo>
                  <a:cubicBezTo>
                    <a:pt x="144588" y="176474"/>
                    <a:pt x="144525" y="177151"/>
                    <a:pt x="144459" y="177850"/>
                  </a:cubicBezTo>
                  <a:cubicBezTo>
                    <a:pt x="143968" y="178095"/>
                    <a:pt x="143477" y="178341"/>
                    <a:pt x="142971" y="178594"/>
                  </a:cubicBezTo>
                  <a:cubicBezTo>
                    <a:pt x="142342" y="181171"/>
                    <a:pt x="142223" y="183544"/>
                    <a:pt x="142320" y="186175"/>
                  </a:cubicBezTo>
                  <a:cubicBezTo>
                    <a:pt x="142227" y="189012"/>
                    <a:pt x="142227" y="189012"/>
                    <a:pt x="141137" y="190041"/>
                  </a:cubicBezTo>
                  <a:cubicBezTo>
                    <a:pt x="139509" y="191756"/>
                    <a:pt x="139620" y="193153"/>
                    <a:pt x="139483" y="195476"/>
                  </a:cubicBezTo>
                  <a:cubicBezTo>
                    <a:pt x="139434" y="196216"/>
                    <a:pt x="139385" y="196956"/>
                    <a:pt x="139335" y="197718"/>
                  </a:cubicBezTo>
                  <a:cubicBezTo>
                    <a:pt x="139293" y="198565"/>
                    <a:pt x="139293" y="198565"/>
                    <a:pt x="139250" y="199430"/>
                  </a:cubicBezTo>
                  <a:cubicBezTo>
                    <a:pt x="138514" y="199430"/>
                    <a:pt x="137777" y="199430"/>
                    <a:pt x="137018" y="199430"/>
                  </a:cubicBezTo>
                  <a:cubicBezTo>
                    <a:pt x="136772" y="201394"/>
                    <a:pt x="136527" y="203359"/>
                    <a:pt x="136274" y="205383"/>
                  </a:cubicBezTo>
                  <a:cubicBezTo>
                    <a:pt x="135537" y="205383"/>
                    <a:pt x="134800" y="205383"/>
                    <a:pt x="134041" y="205383"/>
                  </a:cubicBezTo>
                  <a:cubicBezTo>
                    <a:pt x="133926" y="206419"/>
                    <a:pt x="133926" y="206419"/>
                    <a:pt x="133809" y="207476"/>
                  </a:cubicBezTo>
                  <a:cubicBezTo>
                    <a:pt x="133273" y="209960"/>
                    <a:pt x="132892" y="210481"/>
                    <a:pt x="131065" y="212080"/>
                  </a:cubicBezTo>
                  <a:cubicBezTo>
                    <a:pt x="130819" y="212817"/>
                    <a:pt x="130574" y="213553"/>
                    <a:pt x="130321" y="214312"/>
                  </a:cubicBezTo>
                  <a:cubicBezTo>
                    <a:pt x="129584" y="214804"/>
                    <a:pt x="128847" y="215295"/>
                    <a:pt x="128088" y="215801"/>
                  </a:cubicBezTo>
                  <a:cubicBezTo>
                    <a:pt x="127843" y="216537"/>
                    <a:pt x="127597" y="217274"/>
                    <a:pt x="127344" y="218033"/>
                  </a:cubicBezTo>
                  <a:cubicBezTo>
                    <a:pt x="126210" y="219149"/>
                    <a:pt x="126210" y="219149"/>
                    <a:pt x="124833" y="220266"/>
                  </a:cubicBezTo>
                  <a:cubicBezTo>
                    <a:pt x="123476" y="221374"/>
                    <a:pt x="122177" y="222456"/>
                    <a:pt x="120949" y="223707"/>
                  </a:cubicBezTo>
                  <a:cubicBezTo>
                    <a:pt x="119903" y="224730"/>
                    <a:pt x="119903" y="224730"/>
                    <a:pt x="118321" y="225475"/>
                  </a:cubicBezTo>
                  <a:cubicBezTo>
                    <a:pt x="116663" y="226153"/>
                    <a:pt x="116663" y="226153"/>
                    <a:pt x="116182" y="228451"/>
                  </a:cubicBezTo>
                  <a:cubicBezTo>
                    <a:pt x="114482" y="228669"/>
                    <a:pt x="114482" y="228669"/>
                    <a:pt x="112415" y="228591"/>
                  </a:cubicBezTo>
                  <a:cubicBezTo>
                    <a:pt x="111731" y="228571"/>
                    <a:pt x="111047" y="228550"/>
                    <a:pt x="110342" y="228530"/>
                  </a:cubicBezTo>
                  <a:cubicBezTo>
                    <a:pt x="109549" y="228491"/>
                    <a:pt x="109549" y="228491"/>
                    <a:pt x="108741" y="228451"/>
                  </a:cubicBezTo>
                  <a:cubicBezTo>
                    <a:pt x="108741" y="229679"/>
                    <a:pt x="108741" y="230907"/>
                    <a:pt x="108741" y="232172"/>
                  </a:cubicBezTo>
                  <a:cubicBezTo>
                    <a:pt x="107997" y="232200"/>
                    <a:pt x="107254" y="232227"/>
                    <a:pt x="106488" y="232256"/>
                  </a:cubicBezTo>
                  <a:cubicBezTo>
                    <a:pt x="105528" y="232305"/>
                    <a:pt x="104567" y="232354"/>
                    <a:pt x="103578" y="232404"/>
                  </a:cubicBezTo>
                  <a:cubicBezTo>
                    <a:pt x="102620" y="232448"/>
                    <a:pt x="101662" y="232491"/>
                    <a:pt x="100674" y="232535"/>
                  </a:cubicBezTo>
                  <a:cubicBezTo>
                    <a:pt x="99898" y="232661"/>
                    <a:pt x="99122" y="232787"/>
                    <a:pt x="98323" y="232916"/>
                  </a:cubicBezTo>
                  <a:cubicBezTo>
                    <a:pt x="98077" y="233653"/>
                    <a:pt x="97831" y="234389"/>
                    <a:pt x="97578" y="235148"/>
                  </a:cubicBezTo>
                  <a:cubicBezTo>
                    <a:pt x="96033" y="235526"/>
                    <a:pt x="96033" y="235526"/>
                    <a:pt x="94005" y="235654"/>
                  </a:cubicBezTo>
                  <a:cubicBezTo>
                    <a:pt x="93259" y="235702"/>
                    <a:pt x="92514" y="235750"/>
                    <a:pt x="91747" y="235799"/>
                  </a:cubicBezTo>
                  <a:cubicBezTo>
                    <a:pt x="87945" y="235950"/>
                    <a:pt x="84151" y="235996"/>
                    <a:pt x="80347" y="235989"/>
                  </a:cubicBezTo>
                  <a:cubicBezTo>
                    <a:pt x="79483" y="235990"/>
                    <a:pt x="78619" y="235991"/>
                    <a:pt x="77729" y="235993"/>
                  </a:cubicBezTo>
                  <a:cubicBezTo>
                    <a:pt x="74902" y="235996"/>
                    <a:pt x="72076" y="235994"/>
                    <a:pt x="69249" y="235991"/>
                  </a:cubicBezTo>
                  <a:cubicBezTo>
                    <a:pt x="67277" y="235992"/>
                    <a:pt x="65305" y="235993"/>
                    <a:pt x="63333" y="235994"/>
                  </a:cubicBezTo>
                  <a:cubicBezTo>
                    <a:pt x="59216" y="235995"/>
                    <a:pt x="55099" y="235993"/>
                    <a:pt x="50982" y="235990"/>
                  </a:cubicBezTo>
                  <a:cubicBezTo>
                    <a:pt x="46220" y="235985"/>
                    <a:pt x="41457" y="235987"/>
                    <a:pt x="36694" y="235991"/>
                  </a:cubicBezTo>
                  <a:cubicBezTo>
                    <a:pt x="32104" y="235995"/>
                    <a:pt x="27514" y="235994"/>
                    <a:pt x="22923" y="235992"/>
                  </a:cubicBezTo>
                  <a:cubicBezTo>
                    <a:pt x="20972" y="235992"/>
                    <a:pt x="19020" y="235992"/>
                    <a:pt x="17068" y="235994"/>
                  </a:cubicBezTo>
                  <a:cubicBezTo>
                    <a:pt x="14353" y="235996"/>
                    <a:pt x="11639" y="235993"/>
                    <a:pt x="8924" y="235989"/>
                  </a:cubicBezTo>
                  <a:cubicBezTo>
                    <a:pt x="7705" y="235991"/>
                    <a:pt x="7705" y="235991"/>
                    <a:pt x="6462" y="235993"/>
                  </a:cubicBezTo>
                  <a:cubicBezTo>
                    <a:pt x="5727" y="235991"/>
                    <a:pt x="4993" y="235989"/>
                    <a:pt x="4236" y="235987"/>
                  </a:cubicBezTo>
                  <a:cubicBezTo>
                    <a:pt x="3274" y="235987"/>
                    <a:pt x="3274" y="235987"/>
                    <a:pt x="2292" y="235986"/>
                  </a:cubicBezTo>
                  <a:cubicBezTo>
                    <a:pt x="840" y="235893"/>
                    <a:pt x="840" y="235893"/>
                    <a:pt x="96" y="235148"/>
                  </a:cubicBezTo>
                  <a:cubicBezTo>
                    <a:pt x="24" y="233895"/>
                    <a:pt x="4" y="232639"/>
                    <a:pt x="4" y="231384"/>
                  </a:cubicBezTo>
                  <a:cubicBezTo>
                    <a:pt x="3" y="230564"/>
                    <a:pt x="2" y="229743"/>
                    <a:pt x="0" y="228898"/>
                  </a:cubicBezTo>
                  <a:cubicBezTo>
                    <a:pt x="2" y="227985"/>
                    <a:pt x="4" y="227072"/>
                    <a:pt x="7" y="226132"/>
                  </a:cubicBezTo>
                  <a:cubicBezTo>
                    <a:pt x="6" y="225171"/>
                    <a:pt x="5" y="224210"/>
                    <a:pt x="5" y="223220"/>
                  </a:cubicBezTo>
                  <a:cubicBezTo>
                    <a:pt x="3" y="220541"/>
                    <a:pt x="6" y="217861"/>
                    <a:pt x="10" y="215182"/>
                  </a:cubicBezTo>
                  <a:cubicBezTo>
                    <a:pt x="13" y="212297"/>
                    <a:pt x="12" y="209412"/>
                    <a:pt x="11" y="206528"/>
                  </a:cubicBezTo>
                  <a:cubicBezTo>
                    <a:pt x="11" y="201525"/>
                    <a:pt x="13" y="196523"/>
                    <a:pt x="17" y="191521"/>
                  </a:cubicBezTo>
                  <a:cubicBezTo>
                    <a:pt x="23" y="184289"/>
                    <a:pt x="25" y="177057"/>
                    <a:pt x="26" y="169824"/>
                  </a:cubicBezTo>
                  <a:cubicBezTo>
                    <a:pt x="28" y="158091"/>
                    <a:pt x="33" y="146359"/>
                    <a:pt x="40" y="134626"/>
                  </a:cubicBezTo>
                  <a:cubicBezTo>
                    <a:pt x="47" y="123226"/>
                    <a:pt x="52" y="111826"/>
                    <a:pt x="55" y="100425"/>
                  </a:cubicBezTo>
                  <a:cubicBezTo>
                    <a:pt x="55" y="99723"/>
                    <a:pt x="56" y="99021"/>
                    <a:pt x="56" y="98298"/>
                  </a:cubicBezTo>
                  <a:cubicBezTo>
                    <a:pt x="57" y="94775"/>
                    <a:pt x="58" y="91252"/>
                    <a:pt x="59" y="87730"/>
                  </a:cubicBezTo>
                  <a:cubicBezTo>
                    <a:pt x="66" y="58487"/>
                    <a:pt x="80" y="29243"/>
                    <a:pt x="96" y="0"/>
                  </a:cubicBezTo>
                  <a:close/>
                </a:path>
              </a:pathLst>
            </a:custGeom>
            <a:grpFill/>
            <a:ln w="744" cap="flat">
              <a:noFill/>
              <a:prstDash val="solid"/>
              <a:miter/>
            </a:ln>
          </p:spPr>
          <p:txBody>
            <a:bodyPr rtlCol="0" anchor="ctr"/>
            <a:lstStyle/>
            <a:p>
              <a:endParaRPr lang="zh-CN" altLang="en-US"/>
            </a:p>
          </p:txBody>
        </p:sp>
        <p:sp>
          <p:nvSpPr>
            <p:cNvPr id="118" name="任意多边形: 形状 117"/>
            <p:cNvSpPr/>
            <p:nvPr/>
          </p:nvSpPr>
          <p:spPr>
            <a:xfrm>
              <a:off x="9471015" y="1394164"/>
              <a:ext cx="167147" cy="236336"/>
            </a:xfrm>
            <a:custGeom>
              <a:avLst/>
              <a:gdLst>
                <a:gd name="connsiteX0" fmla="*/ 29349 w 167147"/>
                <a:gd name="connsiteY0" fmla="*/ 30826 h 236336"/>
                <a:gd name="connsiteX1" fmla="*/ 29314 w 167147"/>
                <a:gd name="connsiteY1" fmla="*/ 53089 h 236336"/>
                <a:gd name="connsiteX2" fmla="*/ 29297 w 167147"/>
                <a:gd name="connsiteY2" fmla="*/ 67746 h 236336"/>
                <a:gd name="connsiteX3" fmla="*/ 29279 w 167147"/>
                <a:gd name="connsiteY3" fmla="*/ 79960 h 236336"/>
                <a:gd name="connsiteX4" fmla="*/ 29276 w 167147"/>
                <a:gd name="connsiteY4" fmla="*/ 84602 h 236336"/>
                <a:gd name="connsiteX5" fmla="*/ 29264 w 167147"/>
                <a:gd name="connsiteY5" fmla="*/ 91294 h 236336"/>
                <a:gd name="connsiteX6" fmla="*/ 29264 w 167147"/>
                <a:gd name="connsiteY6" fmla="*/ 93340 h 236336"/>
                <a:gd name="connsiteX7" fmla="*/ 29256 w 167147"/>
                <a:gd name="connsiteY7" fmla="*/ 95269 h 236336"/>
                <a:gd name="connsiteX8" fmla="*/ 29259 w 167147"/>
                <a:gd name="connsiteY8" fmla="*/ 97046 h 236336"/>
                <a:gd name="connsiteX9" fmla="*/ 30093 w 167147"/>
                <a:gd name="connsiteY9" fmla="*/ 103008 h 236336"/>
                <a:gd name="connsiteX10" fmla="*/ 33827 w 167147"/>
                <a:gd name="connsiteY10" fmla="*/ 103386 h 236336"/>
                <a:gd name="connsiteX11" fmla="*/ 35446 w 167147"/>
                <a:gd name="connsiteY11" fmla="*/ 103357 h 236336"/>
                <a:gd name="connsiteX12" fmla="*/ 40807 w 167147"/>
                <a:gd name="connsiteY12" fmla="*/ 103345 h 236336"/>
                <a:gd name="connsiteX13" fmla="*/ 44656 w 167147"/>
                <a:gd name="connsiteY13" fmla="*/ 103319 h 236336"/>
                <a:gd name="connsiteX14" fmla="*/ 52665 w 167147"/>
                <a:gd name="connsiteY14" fmla="*/ 103291 h 236336"/>
                <a:gd name="connsiteX15" fmla="*/ 63097 w 167147"/>
                <a:gd name="connsiteY15" fmla="*/ 103227 h 236336"/>
                <a:gd name="connsiteX16" fmla="*/ 73174 w 167147"/>
                <a:gd name="connsiteY16" fmla="*/ 103194 h 236336"/>
                <a:gd name="connsiteX17" fmla="*/ 75102 w 167147"/>
                <a:gd name="connsiteY17" fmla="*/ 103185 h 236336"/>
                <a:gd name="connsiteX18" fmla="*/ 80683 w 167147"/>
                <a:gd name="connsiteY18" fmla="*/ 103154 h 236336"/>
                <a:gd name="connsiteX19" fmla="*/ 82397 w 167147"/>
                <a:gd name="connsiteY19" fmla="*/ 103139 h 236336"/>
                <a:gd name="connsiteX20" fmla="*/ 91856 w 167147"/>
                <a:gd name="connsiteY20" fmla="*/ 102263 h 236336"/>
                <a:gd name="connsiteX21" fmla="*/ 92601 w 167147"/>
                <a:gd name="connsiteY21" fmla="*/ 99287 h 236336"/>
                <a:gd name="connsiteX22" fmla="*/ 98554 w 167147"/>
                <a:gd name="connsiteY22" fmla="*/ 99333 h 236336"/>
                <a:gd name="connsiteX23" fmla="*/ 104507 w 167147"/>
                <a:gd name="connsiteY23" fmla="*/ 99287 h 236336"/>
                <a:gd name="connsiteX24" fmla="*/ 105251 w 167147"/>
                <a:gd name="connsiteY24" fmla="*/ 97424 h 236336"/>
                <a:gd name="connsiteX25" fmla="*/ 105251 w 167147"/>
                <a:gd name="connsiteY25" fmla="*/ 95566 h 236336"/>
                <a:gd name="connsiteX26" fmla="*/ 110460 w 167147"/>
                <a:gd name="connsiteY26" fmla="*/ 95566 h 236336"/>
                <a:gd name="connsiteX27" fmla="*/ 111204 w 167147"/>
                <a:gd name="connsiteY27" fmla="*/ 92590 h 236336"/>
                <a:gd name="connsiteX28" fmla="*/ 114925 w 167147"/>
                <a:gd name="connsiteY28" fmla="*/ 92590 h 236336"/>
                <a:gd name="connsiteX29" fmla="*/ 115390 w 167147"/>
                <a:gd name="connsiteY29" fmla="*/ 91148 h 236336"/>
                <a:gd name="connsiteX30" fmla="*/ 115669 w 167147"/>
                <a:gd name="connsiteY30" fmla="*/ 89613 h 236336"/>
                <a:gd name="connsiteX31" fmla="*/ 117901 w 167147"/>
                <a:gd name="connsiteY31" fmla="*/ 88869 h 236336"/>
                <a:gd name="connsiteX32" fmla="*/ 117901 w 167147"/>
                <a:gd name="connsiteY32" fmla="*/ 87009 h 236336"/>
                <a:gd name="connsiteX33" fmla="*/ 117901 w 167147"/>
                <a:gd name="connsiteY33" fmla="*/ 85148 h 236336"/>
                <a:gd name="connsiteX34" fmla="*/ 120134 w 167147"/>
                <a:gd name="connsiteY34" fmla="*/ 84404 h 236336"/>
                <a:gd name="connsiteX35" fmla="*/ 120645 w 167147"/>
                <a:gd name="connsiteY35" fmla="*/ 81381 h 236336"/>
                <a:gd name="connsiteX36" fmla="*/ 120878 w 167147"/>
                <a:gd name="connsiteY36" fmla="*/ 78451 h 236336"/>
                <a:gd name="connsiteX37" fmla="*/ 122366 w 167147"/>
                <a:gd name="connsiteY37" fmla="*/ 78451 h 236336"/>
                <a:gd name="connsiteX38" fmla="*/ 123285 w 167147"/>
                <a:gd name="connsiteY38" fmla="*/ 68969 h 236336"/>
                <a:gd name="connsiteX39" fmla="*/ 123320 w 167147"/>
                <a:gd name="connsiteY39" fmla="*/ 64207 h 236336"/>
                <a:gd name="connsiteX40" fmla="*/ 123350 w 167147"/>
                <a:gd name="connsiteY40" fmla="*/ 61099 h 236336"/>
                <a:gd name="connsiteX41" fmla="*/ 123354 w 167147"/>
                <a:gd name="connsiteY41" fmla="*/ 59615 h 236336"/>
                <a:gd name="connsiteX42" fmla="*/ 123110 w 167147"/>
                <a:gd name="connsiteY42" fmla="*/ 54638 h 236336"/>
                <a:gd name="connsiteX43" fmla="*/ 120549 w 167147"/>
                <a:gd name="connsiteY43" fmla="*/ 51729 h 236336"/>
                <a:gd name="connsiteX44" fmla="*/ 120134 w 167147"/>
                <a:gd name="connsiteY44" fmla="*/ 47197 h 236336"/>
                <a:gd name="connsiteX45" fmla="*/ 118645 w 167147"/>
                <a:gd name="connsiteY45" fmla="*/ 46453 h 236336"/>
                <a:gd name="connsiteX46" fmla="*/ 115669 w 167147"/>
                <a:gd name="connsiteY46" fmla="*/ 41988 h 236336"/>
                <a:gd name="connsiteX47" fmla="*/ 112692 w 167147"/>
                <a:gd name="connsiteY47" fmla="*/ 40500 h 236336"/>
                <a:gd name="connsiteX48" fmla="*/ 111948 w 167147"/>
                <a:gd name="connsiteY48" fmla="*/ 37523 h 236336"/>
                <a:gd name="connsiteX49" fmla="*/ 107483 w 167147"/>
                <a:gd name="connsiteY49" fmla="*/ 37523 h 236336"/>
                <a:gd name="connsiteX50" fmla="*/ 106739 w 167147"/>
                <a:gd name="connsiteY50" fmla="*/ 33803 h 236336"/>
                <a:gd name="connsiteX51" fmla="*/ 96321 w 167147"/>
                <a:gd name="connsiteY51" fmla="*/ 34547 h 236336"/>
                <a:gd name="connsiteX52" fmla="*/ 96321 w 167147"/>
                <a:gd name="connsiteY52" fmla="*/ 30826 h 236336"/>
                <a:gd name="connsiteX53" fmla="*/ 29349 w 167147"/>
                <a:gd name="connsiteY53" fmla="*/ 30826 h 236336"/>
                <a:gd name="connsiteX54" fmla="*/ 111540 w 167147"/>
                <a:gd name="connsiteY54" fmla="*/ 0 h 236336"/>
                <a:gd name="connsiteX55" fmla="*/ 113398 w 167147"/>
                <a:gd name="connsiteY55" fmla="*/ 275 h 236336"/>
                <a:gd name="connsiteX56" fmla="*/ 114142 w 167147"/>
                <a:gd name="connsiteY56" fmla="*/ 2507 h 236336"/>
                <a:gd name="connsiteX57" fmla="*/ 120999 w 167147"/>
                <a:gd name="connsiteY57" fmla="*/ 2876 h 236336"/>
                <a:gd name="connsiteX58" fmla="*/ 123071 w 167147"/>
                <a:gd name="connsiteY58" fmla="*/ 3251 h 236336"/>
                <a:gd name="connsiteX59" fmla="*/ 124560 w 167147"/>
                <a:gd name="connsiteY59" fmla="*/ 6228 h 236336"/>
                <a:gd name="connsiteX60" fmla="*/ 129769 w 167147"/>
                <a:gd name="connsiteY60" fmla="*/ 6972 h 236336"/>
                <a:gd name="connsiteX61" fmla="*/ 129769 w 167147"/>
                <a:gd name="connsiteY61" fmla="*/ 9949 h 236336"/>
                <a:gd name="connsiteX62" fmla="*/ 132745 w 167147"/>
                <a:gd name="connsiteY62" fmla="*/ 10693 h 236336"/>
                <a:gd name="connsiteX63" fmla="*/ 134233 w 167147"/>
                <a:gd name="connsiteY63" fmla="*/ 13669 h 236336"/>
                <a:gd name="connsiteX64" fmla="*/ 136466 w 167147"/>
                <a:gd name="connsiteY64" fmla="*/ 14413 h 236336"/>
                <a:gd name="connsiteX65" fmla="*/ 137210 w 167147"/>
                <a:gd name="connsiteY65" fmla="*/ 16646 h 236336"/>
                <a:gd name="connsiteX66" fmla="*/ 139442 w 167147"/>
                <a:gd name="connsiteY66" fmla="*/ 17390 h 236336"/>
                <a:gd name="connsiteX67" fmla="*/ 140187 w 167147"/>
                <a:gd name="connsiteY67" fmla="*/ 20366 h 236336"/>
                <a:gd name="connsiteX68" fmla="*/ 141675 w 167147"/>
                <a:gd name="connsiteY68" fmla="*/ 21111 h 236336"/>
                <a:gd name="connsiteX69" fmla="*/ 142000 w 167147"/>
                <a:gd name="connsiteY69" fmla="*/ 22599 h 236336"/>
                <a:gd name="connsiteX70" fmla="*/ 142419 w 167147"/>
                <a:gd name="connsiteY70" fmla="*/ 24087 h 236336"/>
                <a:gd name="connsiteX71" fmla="*/ 144651 w 167147"/>
                <a:gd name="connsiteY71" fmla="*/ 24831 h 236336"/>
                <a:gd name="connsiteX72" fmla="*/ 146140 w 167147"/>
                <a:gd name="connsiteY72" fmla="*/ 30040 h 236336"/>
                <a:gd name="connsiteX73" fmla="*/ 147628 w 167147"/>
                <a:gd name="connsiteY73" fmla="*/ 30040 h 236336"/>
                <a:gd name="connsiteX74" fmla="*/ 147738 w 167147"/>
                <a:gd name="connsiteY74" fmla="*/ 31479 h 236336"/>
                <a:gd name="connsiteX75" fmla="*/ 147907 w 167147"/>
                <a:gd name="connsiteY75" fmla="*/ 33342 h 236336"/>
                <a:gd name="connsiteX76" fmla="*/ 148064 w 167147"/>
                <a:gd name="connsiteY76" fmla="*/ 35200 h 236336"/>
                <a:gd name="connsiteX77" fmla="*/ 148372 w 167147"/>
                <a:gd name="connsiteY77" fmla="*/ 36738 h 236336"/>
                <a:gd name="connsiteX78" fmla="*/ 149860 w 167147"/>
                <a:gd name="connsiteY78" fmla="*/ 37482 h 236336"/>
                <a:gd name="connsiteX79" fmla="*/ 150326 w 167147"/>
                <a:gd name="connsiteY79" fmla="*/ 41993 h 236336"/>
                <a:gd name="connsiteX80" fmla="*/ 150494 w 167147"/>
                <a:gd name="connsiteY80" fmla="*/ 44484 h 236336"/>
                <a:gd name="connsiteX81" fmla="*/ 150605 w 167147"/>
                <a:gd name="connsiteY81" fmla="*/ 46411 h 236336"/>
                <a:gd name="connsiteX82" fmla="*/ 152837 w 167147"/>
                <a:gd name="connsiteY82" fmla="*/ 46411 h 236336"/>
                <a:gd name="connsiteX83" fmla="*/ 152837 w 167147"/>
                <a:gd name="connsiteY83" fmla="*/ 83618 h 236336"/>
                <a:gd name="connsiteX84" fmla="*/ 150605 w 167147"/>
                <a:gd name="connsiteY84" fmla="*/ 83618 h 236336"/>
                <a:gd name="connsiteX85" fmla="*/ 149860 w 167147"/>
                <a:gd name="connsiteY85" fmla="*/ 92548 h 236336"/>
                <a:gd name="connsiteX86" fmla="*/ 148372 w 167147"/>
                <a:gd name="connsiteY86" fmla="*/ 92548 h 236336"/>
                <a:gd name="connsiteX87" fmla="*/ 147628 w 167147"/>
                <a:gd name="connsiteY87" fmla="*/ 98501 h 236336"/>
                <a:gd name="connsiteX88" fmla="*/ 145396 w 167147"/>
                <a:gd name="connsiteY88" fmla="*/ 98501 h 236336"/>
                <a:gd name="connsiteX89" fmla="*/ 144550 w 167147"/>
                <a:gd name="connsiteY89" fmla="*/ 102013 h 236336"/>
                <a:gd name="connsiteX90" fmla="*/ 136466 w 167147"/>
                <a:gd name="connsiteY90" fmla="*/ 113384 h 236336"/>
                <a:gd name="connsiteX91" fmla="*/ 136280 w 167147"/>
                <a:gd name="connsiteY91" fmla="*/ 114965 h 236336"/>
                <a:gd name="connsiteX92" fmla="*/ 135722 w 167147"/>
                <a:gd name="connsiteY92" fmla="*/ 116361 h 236336"/>
                <a:gd name="connsiteX93" fmla="*/ 131257 w 167147"/>
                <a:gd name="connsiteY93" fmla="*/ 116361 h 236336"/>
                <a:gd name="connsiteX94" fmla="*/ 130513 w 167147"/>
                <a:gd name="connsiteY94" fmla="*/ 119337 h 236336"/>
                <a:gd name="connsiteX95" fmla="*/ 126048 w 167147"/>
                <a:gd name="connsiteY95" fmla="*/ 120081 h 236336"/>
                <a:gd name="connsiteX96" fmla="*/ 126048 w 167147"/>
                <a:gd name="connsiteY96" fmla="*/ 123058 h 236336"/>
                <a:gd name="connsiteX97" fmla="*/ 121470 w 167147"/>
                <a:gd name="connsiteY97" fmla="*/ 123349 h 236336"/>
                <a:gd name="connsiteX98" fmla="*/ 120095 w 167147"/>
                <a:gd name="connsiteY98" fmla="*/ 123802 h 236336"/>
                <a:gd name="connsiteX99" fmla="*/ 119766 w 167147"/>
                <a:gd name="connsiteY99" fmla="*/ 125325 h 236336"/>
                <a:gd name="connsiteX100" fmla="*/ 119351 w 167147"/>
                <a:gd name="connsiteY100" fmla="*/ 126779 h 236336"/>
                <a:gd name="connsiteX101" fmla="*/ 113584 w 167147"/>
                <a:gd name="connsiteY101" fmla="*/ 126593 h 236336"/>
                <a:gd name="connsiteX102" fmla="*/ 111909 w 167147"/>
                <a:gd name="connsiteY102" fmla="*/ 126779 h 236336"/>
                <a:gd name="connsiteX103" fmla="*/ 111165 w 167147"/>
                <a:gd name="connsiteY103" fmla="*/ 129755 h 236336"/>
                <a:gd name="connsiteX104" fmla="*/ 107444 w 167147"/>
                <a:gd name="connsiteY104" fmla="*/ 130499 h 236336"/>
                <a:gd name="connsiteX105" fmla="*/ 108933 w 167147"/>
                <a:gd name="connsiteY105" fmla="*/ 132732 h 236336"/>
                <a:gd name="connsiteX106" fmla="*/ 111119 w 167147"/>
                <a:gd name="connsiteY106" fmla="*/ 133011 h 236336"/>
                <a:gd name="connsiteX107" fmla="*/ 113398 w 167147"/>
                <a:gd name="connsiteY107" fmla="*/ 133476 h 236336"/>
                <a:gd name="connsiteX108" fmla="*/ 115630 w 167147"/>
                <a:gd name="connsiteY108" fmla="*/ 137197 h 236336"/>
                <a:gd name="connsiteX109" fmla="*/ 118607 w 167147"/>
                <a:gd name="connsiteY109" fmla="*/ 140917 h 236336"/>
                <a:gd name="connsiteX110" fmla="*/ 122792 w 167147"/>
                <a:gd name="connsiteY110" fmla="*/ 146684 h 236336"/>
                <a:gd name="connsiteX111" fmla="*/ 125304 w 167147"/>
                <a:gd name="connsiteY111" fmla="*/ 149103 h 236336"/>
                <a:gd name="connsiteX112" fmla="*/ 126792 w 167147"/>
                <a:gd name="connsiteY112" fmla="*/ 153568 h 236336"/>
                <a:gd name="connsiteX113" fmla="*/ 128280 w 167147"/>
                <a:gd name="connsiteY113" fmla="*/ 154312 h 236336"/>
                <a:gd name="connsiteX114" fmla="*/ 128606 w 167147"/>
                <a:gd name="connsiteY114" fmla="*/ 155707 h 236336"/>
                <a:gd name="connsiteX115" fmla="*/ 130141 w 167147"/>
                <a:gd name="connsiteY115" fmla="*/ 158405 h 236336"/>
                <a:gd name="connsiteX116" fmla="*/ 132001 w 167147"/>
                <a:gd name="connsiteY116" fmla="*/ 162497 h 236336"/>
                <a:gd name="connsiteX117" fmla="*/ 133164 w 167147"/>
                <a:gd name="connsiteY117" fmla="*/ 163614 h 236336"/>
                <a:gd name="connsiteX118" fmla="*/ 134233 w 167147"/>
                <a:gd name="connsiteY118" fmla="*/ 167706 h 236336"/>
                <a:gd name="connsiteX119" fmla="*/ 136466 w 167147"/>
                <a:gd name="connsiteY119" fmla="*/ 167706 h 236336"/>
                <a:gd name="connsiteX120" fmla="*/ 137954 w 167147"/>
                <a:gd name="connsiteY120" fmla="*/ 172915 h 236336"/>
                <a:gd name="connsiteX121" fmla="*/ 139442 w 167147"/>
                <a:gd name="connsiteY121" fmla="*/ 172915 h 236336"/>
                <a:gd name="connsiteX122" fmla="*/ 139722 w 167147"/>
                <a:gd name="connsiteY122" fmla="*/ 175473 h 236336"/>
                <a:gd name="connsiteX123" fmla="*/ 140187 w 167147"/>
                <a:gd name="connsiteY123" fmla="*/ 178124 h 236336"/>
                <a:gd name="connsiteX124" fmla="*/ 141675 w 167147"/>
                <a:gd name="connsiteY124" fmla="*/ 178868 h 236336"/>
                <a:gd name="connsiteX125" fmla="*/ 142419 w 167147"/>
                <a:gd name="connsiteY125" fmla="*/ 184077 h 236336"/>
                <a:gd name="connsiteX126" fmla="*/ 144651 w 167147"/>
                <a:gd name="connsiteY126" fmla="*/ 184077 h 236336"/>
                <a:gd name="connsiteX127" fmla="*/ 144884 w 167147"/>
                <a:gd name="connsiteY127" fmla="*/ 186263 h 236336"/>
                <a:gd name="connsiteX128" fmla="*/ 145396 w 167147"/>
                <a:gd name="connsiteY128" fmla="*/ 188542 h 236336"/>
                <a:gd name="connsiteX129" fmla="*/ 147628 w 167147"/>
                <a:gd name="connsiteY129" fmla="*/ 189286 h 236336"/>
                <a:gd name="connsiteX130" fmla="*/ 148372 w 167147"/>
                <a:gd name="connsiteY130" fmla="*/ 194495 h 236336"/>
                <a:gd name="connsiteX131" fmla="*/ 149860 w 167147"/>
                <a:gd name="connsiteY131" fmla="*/ 195240 h 236336"/>
                <a:gd name="connsiteX132" fmla="*/ 151349 w 167147"/>
                <a:gd name="connsiteY132" fmla="*/ 198960 h 236336"/>
                <a:gd name="connsiteX133" fmla="*/ 152837 w 167147"/>
                <a:gd name="connsiteY133" fmla="*/ 199704 h 236336"/>
                <a:gd name="connsiteX134" fmla="*/ 153253 w 167147"/>
                <a:gd name="connsiteY134" fmla="*/ 204309 h 236336"/>
                <a:gd name="connsiteX135" fmla="*/ 153581 w 167147"/>
                <a:gd name="connsiteY135" fmla="*/ 205657 h 236336"/>
                <a:gd name="connsiteX136" fmla="*/ 155814 w 167147"/>
                <a:gd name="connsiteY136" fmla="*/ 206402 h 236336"/>
                <a:gd name="connsiteX137" fmla="*/ 156558 w 167147"/>
                <a:gd name="connsiteY137" fmla="*/ 210122 h 236336"/>
                <a:gd name="connsiteX138" fmla="*/ 158046 w 167147"/>
                <a:gd name="connsiteY138" fmla="*/ 210866 h 236336"/>
                <a:gd name="connsiteX139" fmla="*/ 158372 w 167147"/>
                <a:gd name="connsiteY139" fmla="*/ 213052 h 236336"/>
                <a:gd name="connsiteX140" fmla="*/ 158790 w 167147"/>
                <a:gd name="connsiteY140" fmla="*/ 215331 h 236336"/>
                <a:gd name="connsiteX141" fmla="*/ 161023 w 167147"/>
                <a:gd name="connsiteY141" fmla="*/ 216820 h 236336"/>
                <a:gd name="connsiteX142" fmla="*/ 161767 w 167147"/>
                <a:gd name="connsiteY142" fmla="*/ 222029 h 236336"/>
                <a:gd name="connsiteX143" fmla="*/ 163999 w 167147"/>
                <a:gd name="connsiteY143" fmla="*/ 222029 h 236336"/>
                <a:gd name="connsiteX144" fmla="*/ 163999 w 167147"/>
                <a:gd name="connsiteY144" fmla="*/ 226493 h 236336"/>
                <a:gd name="connsiteX145" fmla="*/ 166232 w 167147"/>
                <a:gd name="connsiteY145" fmla="*/ 226493 h 236336"/>
                <a:gd name="connsiteX146" fmla="*/ 167115 w 167147"/>
                <a:gd name="connsiteY146" fmla="*/ 232167 h 236336"/>
                <a:gd name="connsiteX147" fmla="*/ 167147 w 167147"/>
                <a:gd name="connsiteY147" fmla="*/ 233964 h 236336"/>
                <a:gd name="connsiteX148" fmla="*/ 166976 w 167147"/>
                <a:gd name="connsiteY148" fmla="*/ 235423 h 236336"/>
                <a:gd name="connsiteX149" fmla="*/ 158799 w 167147"/>
                <a:gd name="connsiteY149" fmla="*/ 236266 h 236336"/>
                <a:gd name="connsiteX150" fmla="*/ 156780 w 167147"/>
                <a:gd name="connsiteY150" fmla="*/ 236268 h 236336"/>
                <a:gd name="connsiteX151" fmla="*/ 152544 w 167147"/>
                <a:gd name="connsiteY151" fmla="*/ 236264 h 236336"/>
                <a:gd name="connsiteX152" fmla="*/ 146077 w 167147"/>
                <a:gd name="connsiteY152" fmla="*/ 236269 h 236336"/>
                <a:gd name="connsiteX153" fmla="*/ 141963 w 167147"/>
                <a:gd name="connsiteY153" fmla="*/ 236266 h 236336"/>
                <a:gd name="connsiteX154" fmla="*/ 140013 w 167147"/>
                <a:gd name="connsiteY154" fmla="*/ 236271 h 236336"/>
                <a:gd name="connsiteX155" fmla="*/ 131257 w 167147"/>
                <a:gd name="connsiteY155" fmla="*/ 235423 h 236336"/>
                <a:gd name="connsiteX156" fmla="*/ 130792 w 167147"/>
                <a:gd name="connsiteY156" fmla="*/ 232121 h 236336"/>
                <a:gd name="connsiteX157" fmla="*/ 130513 w 167147"/>
                <a:gd name="connsiteY157" fmla="*/ 228726 h 236336"/>
                <a:gd name="connsiteX158" fmla="*/ 128280 w 167147"/>
                <a:gd name="connsiteY158" fmla="*/ 227238 h 236336"/>
                <a:gd name="connsiteX159" fmla="*/ 127536 w 167147"/>
                <a:gd name="connsiteY159" fmla="*/ 222773 h 236336"/>
                <a:gd name="connsiteX160" fmla="*/ 126048 w 167147"/>
                <a:gd name="connsiteY160" fmla="*/ 222029 h 236336"/>
                <a:gd name="connsiteX161" fmla="*/ 124560 w 167147"/>
                <a:gd name="connsiteY161" fmla="*/ 218308 h 236336"/>
                <a:gd name="connsiteX162" fmla="*/ 123071 w 167147"/>
                <a:gd name="connsiteY162" fmla="*/ 217564 h 236336"/>
                <a:gd name="connsiteX163" fmla="*/ 122327 w 167147"/>
                <a:gd name="connsiteY163" fmla="*/ 212355 h 236336"/>
                <a:gd name="connsiteX164" fmla="*/ 120095 w 167147"/>
                <a:gd name="connsiteY164" fmla="*/ 212355 h 236336"/>
                <a:gd name="connsiteX165" fmla="*/ 119816 w 167147"/>
                <a:gd name="connsiteY165" fmla="*/ 210169 h 236336"/>
                <a:gd name="connsiteX166" fmla="*/ 119351 w 167147"/>
                <a:gd name="connsiteY166" fmla="*/ 207890 h 236336"/>
                <a:gd name="connsiteX167" fmla="*/ 117862 w 167147"/>
                <a:gd name="connsiteY167" fmla="*/ 207146 h 236336"/>
                <a:gd name="connsiteX168" fmla="*/ 117118 w 167147"/>
                <a:gd name="connsiteY168" fmla="*/ 201193 h 236336"/>
                <a:gd name="connsiteX169" fmla="*/ 114886 w 167147"/>
                <a:gd name="connsiteY169" fmla="*/ 201193 h 236336"/>
                <a:gd name="connsiteX170" fmla="*/ 114142 w 167147"/>
                <a:gd name="connsiteY170" fmla="*/ 197472 h 236336"/>
                <a:gd name="connsiteX171" fmla="*/ 111909 w 167147"/>
                <a:gd name="connsiteY171" fmla="*/ 196728 h 236336"/>
                <a:gd name="connsiteX172" fmla="*/ 111491 w 167147"/>
                <a:gd name="connsiteY172" fmla="*/ 193751 h 236336"/>
                <a:gd name="connsiteX173" fmla="*/ 111165 w 167147"/>
                <a:gd name="connsiteY173" fmla="*/ 190775 h 236336"/>
                <a:gd name="connsiteX174" fmla="*/ 109677 w 167147"/>
                <a:gd name="connsiteY174" fmla="*/ 190031 h 236336"/>
                <a:gd name="connsiteX175" fmla="*/ 108933 w 167147"/>
                <a:gd name="connsiteY175" fmla="*/ 184822 h 236336"/>
                <a:gd name="connsiteX176" fmla="*/ 106700 w 167147"/>
                <a:gd name="connsiteY176" fmla="*/ 184822 h 236336"/>
                <a:gd name="connsiteX177" fmla="*/ 105956 w 167147"/>
                <a:gd name="connsiteY177" fmla="*/ 181101 h 236336"/>
                <a:gd name="connsiteX178" fmla="*/ 103724 w 167147"/>
                <a:gd name="connsiteY178" fmla="*/ 179613 h 236336"/>
                <a:gd name="connsiteX179" fmla="*/ 102980 w 167147"/>
                <a:gd name="connsiteY179" fmla="*/ 175148 h 236336"/>
                <a:gd name="connsiteX180" fmla="*/ 101491 w 167147"/>
                <a:gd name="connsiteY180" fmla="*/ 174404 h 236336"/>
                <a:gd name="connsiteX181" fmla="*/ 101166 w 167147"/>
                <a:gd name="connsiteY181" fmla="*/ 172590 h 236336"/>
                <a:gd name="connsiteX182" fmla="*/ 98515 w 167147"/>
                <a:gd name="connsiteY182" fmla="*/ 169195 h 236336"/>
                <a:gd name="connsiteX183" fmla="*/ 97026 w 167147"/>
                <a:gd name="connsiteY183" fmla="*/ 165474 h 236336"/>
                <a:gd name="connsiteX184" fmla="*/ 95538 w 167147"/>
                <a:gd name="connsiteY184" fmla="*/ 165474 h 236336"/>
                <a:gd name="connsiteX185" fmla="*/ 95259 w 167147"/>
                <a:gd name="connsiteY185" fmla="*/ 162916 h 236336"/>
                <a:gd name="connsiteX186" fmla="*/ 94794 w 167147"/>
                <a:gd name="connsiteY186" fmla="*/ 160265 h 236336"/>
                <a:gd name="connsiteX187" fmla="*/ 93306 w 167147"/>
                <a:gd name="connsiteY187" fmla="*/ 159521 h 236336"/>
                <a:gd name="connsiteX188" fmla="*/ 91073 w 167147"/>
                <a:gd name="connsiteY188" fmla="*/ 155800 h 236336"/>
                <a:gd name="connsiteX189" fmla="*/ 89585 w 167147"/>
                <a:gd name="connsiteY189" fmla="*/ 153568 h 236336"/>
                <a:gd name="connsiteX190" fmla="*/ 89585 w 167147"/>
                <a:gd name="connsiteY190" fmla="*/ 151335 h 236336"/>
                <a:gd name="connsiteX191" fmla="*/ 87353 w 167147"/>
                <a:gd name="connsiteY191" fmla="*/ 150591 h 236336"/>
                <a:gd name="connsiteX192" fmla="*/ 87353 w 167147"/>
                <a:gd name="connsiteY192" fmla="*/ 147615 h 236336"/>
                <a:gd name="connsiteX193" fmla="*/ 84376 w 167147"/>
                <a:gd name="connsiteY193" fmla="*/ 146870 h 236336"/>
                <a:gd name="connsiteX194" fmla="*/ 81958 w 167147"/>
                <a:gd name="connsiteY194" fmla="*/ 144312 h 236336"/>
                <a:gd name="connsiteX195" fmla="*/ 80783 w 167147"/>
                <a:gd name="connsiteY195" fmla="*/ 142920 h 236336"/>
                <a:gd name="connsiteX196" fmla="*/ 79911 w 167147"/>
                <a:gd name="connsiteY196" fmla="*/ 140173 h 236336"/>
                <a:gd name="connsiteX197" fmla="*/ 75446 w 167147"/>
                <a:gd name="connsiteY197" fmla="*/ 140173 h 236336"/>
                <a:gd name="connsiteX198" fmla="*/ 75446 w 167147"/>
                <a:gd name="connsiteY198" fmla="*/ 137197 h 236336"/>
                <a:gd name="connsiteX199" fmla="*/ 73682 w 167147"/>
                <a:gd name="connsiteY199" fmla="*/ 137112 h 236336"/>
                <a:gd name="connsiteX200" fmla="*/ 71400 w 167147"/>
                <a:gd name="connsiteY200" fmla="*/ 136964 h 236336"/>
                <a:gd name="connsiteX201" fmla="*/ 69124 w 167147"/>
                <a:gd name="connsiteY201" fmla="*/ 136833 h 236336"/>
                <a:gd name="connsiteX202" fmla="*/ 67261 w 167147"/>
                <a:gd name="connsiteY202" fmla="*/ 136452 h 236336"/>
                <a:gd name="connsiteX203" fmla="*/ 66517 w 167147"/>
                <a:gd name="connsiteY203" fmla="*/ 134220 h 236336"/>
                <a:gd name="connsiteX204" fmla="*/ 63017 w 167147"/>
                <a:gd name="connsiteY204" fmla="*/ 133898 h 236336"/>
                <a:gd name="connsiteX205" fmla="*/ 60760 w 167147"/>
                <a:gd name="connsiteY205" fmla="*/ 133854 h 236336"/>
                <a:gd name="connsiteX206" fmla="*/ 58305 w 167147"/>
                <a:gd name="connsiteY206" fmla="*/ 133839 h 236336"/>
                <a:gd name="connsiteX207" fmla="*/ 55806 w 167147"/>
                <a:gd name="connsiteY207" fmla="*/ 133799 h 236336"/>
                <a:gd name="connsiteX208" fmla="*/ 47867 w 167147"/>
                <a:gd name="connsiteY208" fmla="*/ 133708 h 236336"/>
                <a:gd name="connsiteX209" fmla="*/ 42499 w 167147"/>
                <a:gd name="connsiteY209" fmla="*/ 133631 h 236336"/>
                <a:gd name="connsiteX210" fmla="*/ 29310 w 167147"/>
                <a:gd name="connsiteY210" fmla="*/ 133476 h 236336"/>
                <a:gd name="connsiteX211" fmla="*/ 30054 w 167147"/>
                <a:gd name="connsiteY211" fmla="*/ 135708 h 236336"/>
                <a:gd name="connsiteX212" fmla="*/ 30163 w 167147"/>
                <a:gd name="connsiteY212" fmla="*/ 139757 h 236336"/>
                <a:gd name="connsiteX213" fmla="*/ 30179 w 167147"/>
                <a:gd name="connsiteY213" fmla="*/ 142306 h 236336"/>
                <a:gd name="connsiteX214" fmla="*/ 30186 w 167147"/>
                <a:gd name="connsiteY214" fmla="*/ 145103 h 236336"/>
                <a:gd name="connsiteX215" fmla="*/ 30200 w 167147"/>
                <a:gd name="connsiteY215" fmla="*/ 148048 h 236336"/>
                <a:gd name="connsiteX216" fmla="*/ 30227 w 167147"/>
                <a:gd name="connsiteY216" fmla="*/ 156045 h 236336"/>
                <a:gd name="connsiteX217" fmla="*/ 30240 w 167147"/>
                <a:gd name="connsiteY217" fmla="*/ 161037 h 236336"/>
                <a:gd name="connsiteX218" fmla="*/ 30271 w 167147"/>
                <a:gd name="connsiteY218" fmla="*/ 176644 h 236336"/>
                <a:gd name="connsiteX219" fmla="*/ 30328 w 167147"/>
                <a:gd name="connsiteY219" fmla="*/ 194684 h 236336"/>
                <a:gd name="connsiteX220" fmla="*/ 30364 w 167147"/>
                <a:gd name="connsiteY220" fmla="*/ 208617 h 236336"/>
                <a:gd name="connsiteX221" fmla="*/ 30391 w 167147"/>
                <a:gd name="connsiteY221" fmla="*/ 216946 h 236336"/>
                <a:gd name="connsiteX222" fmla="*/ 30404 w 167147"/>
                <a:gd name="connsiteY222" fmla="*/ 226221 h 236336"/>
                <a:gd name="connsiteX223" fmla="*/ 30432 w 167147"/>
                <a:gd name="connsiteY223" fmla="*/ 229027 h 236336"/>
                <a:gd name="connsiteX224" fmla="*/ 30417 w 167147"/>
                <a:gd name="connsiteY224" fmla="*/ 231563 h 236336"/>
                <a:gd name="connsiteX225" fmla="*/ 30422 w 167147"/>
                <a:gd name="connsiteY225" fmla="*/ 233780 h 236336"/>
                <a:gd name="connsiteX226" fmla="*/ 30054 w 167147"/>
                <a:gd name="connsiteY226" fmla="*/ 235423 h 236336"/>
                <a:gd name="connsiteX227" fmla="*/ 21493 w 167147"/>
                <a:gd name="connsiteY227" fmla="*/ 236266 h 236336"/>
                <a:gd name="connsiteX228" fmla="*/ 19870 w 167147"/>
                <a:gd name="connsiteY228" fmla="*/ 236268 h 236336"/>
                <a:gd name="connsiteX229" fmla="*/ 16484 w 167147"/>
                <a:gd name="connsiteY229" fmla="*/ 236264 h 236336"/>
                <a:gd name="connsiteX230" fmla="*/ 11301 w 167147"/>
                <a:gd name="connsiteY230" fmla="*/ 236269 h 236336"/>
                <a:gd name="connsiteX231" fmla="*/ 8006 w 167147"/>
                <a:gd name="connsiteY231" fmla="*/ 236266 h 236336"/>
                <a:gd name="connsiteX232" fmla="*/ 6441 w 167147"/>
                <a:gd name="connsiteY232" fmla="*/ 236271 h 236336"/>
                <a:gd name="connsiteX233" fmla="*/ 288 w 167147"/>
                <a:gd name="connsiteY233" fmla="*/ 235423 h 236336"/>
                <a:gd name="connsiteX234" fmla="*/ 13 w 167147"/>
                <a:gd name="connsiteY234" fmla="*/ 231659 h 236336"/>
                <a:gd name="connsiteX235" fmla="*/ 0 w 167147"/>
                <a:gd name="connsiteY235" fmla="*/ 229172 h 236336"/>
                <a:gd name="connsiteX236" fmla="*/ 20 w 167147"/>
                <a:gd name="connsiteY236" fmla="*/ 226406 h 236336"/>
                <a:gd name="connsiteX237" fmla="*/ 14 w 167147"/>
                <a:gd name="connsiteY237" fmla="*/ 223495 h 236336"/>
                <a:gd name="connsiteX238" fmla="*/ 29 w 167147"/>
                <a:gd name="connsiteY238" fmla="*/ 215457 h 236336"/>
                <a:gd name="connsiteX239" fmla="*/ 34 w 167147"/>
                <a:gd name="connsiteY239" fmla="*/ 206802 h 236336"/>
                <a:gd name="connsiteX240" fmla="*/ 52 w 167147"/>
                <a:gd name="connsiteY240" fmla="*/ 191796 h 236336"/>
                <a:gd name="connsiteX241" fmla="*/ 79 w 167147"/>
                <a:gd name="connsiteY241" fmla="*/ 170099 h 236336"/>
                <a:gd name="connsiteX242" fmla="*/ 120 w 167147"/>
                <a:gd name="connsiteY242" fmla="*/ 134901 h 236336"/>
                <a:gd name="connsiteX243" fmla="*/ 166 w 167147"/>
                <a:gd name="connsiteY243" fmla="*/ 100700 h 236336"/>
                <a:gd name="connsiteX244" fmla="*/ 167 w 167147"/>
                <a:gd name="connsiteY244" fmla="*/ 98572 h 236336"/>
                <a:gd name="connsiteX245" fmla="*/ 176 w 167147"/>
                <a:gd name="connsiteY245" fmla="*/ 88005 h 236336"/>
                <a:gd name="connsiteX246" fmla="*/ 288 w 167147"/>
                <a:gd name="connsiteY246" fmla="*/ 275 h 236336"/>
                <a:gd name="connsiteX247" fmla="*/ 44493 w 167147"/>
                <a:gd name="connsiteY247" fmla="*/ 159 h 236336"/>
                <a:gd name="connsiteX248" fmla="*/ 65016 w 167147"/>
                <a:gd name="connsiteY248" fmla="*/ 106 h 236336"/>
                <a:gd name="connsiteX249" fmla="*/ 82897 w 167147"/>
                <a:gd name="connsiteY249" fmla="*/ 65 h 236336"/>
                <a:gd name="connsiteX250" fmla="*/ 92371 w 167147"/>
                <a:gd name="connsiteY250" fmla="*/ 39 h 236336"/>
                <a:gd name="connsiteX251" fmla="*/ 101278 w 167147"/>
                <a:gd name="connsiteY251" fmla="*/ 22 h 236336"/>
                <a:gd name="connsiteX252" fmla="*/ 104557 w 167147"/>
                <a:gd name="connsiteY252" fmla="*/ 9 h 236336"/>
                <a:gd name="connsiteX253" fmla="*/ 109014 w 167147"/>
                <a:gd name="connsiteY253" fmla="*/ 6 h 236336"/>
                <a:gd name="connsiteX254" fmla="*/ 111540 w 167147"/>
                <a:gd name="connsiteY254" fmla="*/ 0 h 23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67147" h="236336">
                  <a:moveTo>
                    <a:pt x="29349" y="30826"/>
                  </a:moveTo>
                  <a:cubicBezTo>
                    <a:pt x="29336" y="38247"/>
                    <a:pt x="29321" y="45668"/>
                    <a:pt x="29314" y="53089"/>
                  </a:cubicBezTo>
                  <a:cubicBezTo>
                    <a:pt x="29310" y="57975"/>
                    <a:pt x="29306" y="62860"/>
                    <a:pt x="29297" y="67746"/>
                  </a:cubicBezTo>
                  <a:cubicBezTo>
                    <a:pt x="29289" y="71817"/>
                    <a:pt x="29282" y="75888"/>
                    <a:pt x="29279" y="79960"/>
                  </a:cubicBezTo>
                  <a:cubicBezTo>
                    <a:pt x="29278" y="81507"/>
                    <a:pt x="29277" y="83054"/>
                    <a:pt x="29276" y="84602"/>
                  </a:cubicBezTo>
                  <a:cubicBezTo>
                    <a:pt x="29270" y="86832"/>
                    <a:pt x="29264" y="89063"/>
                    <a:pt x="29264" y="91294"/>
                  </a:cubicBezTo>
                  <a:cubicBezTo>
                    <a:pt x="29264" y="91989"/>
                    <a:pt x="29264" y="92665"/>
                    <a:pt x="29264" y="93340"/>
                  </a:cubicBezTo>
                  <a:cubicBezTo>
                    <a:pt x="29261" y="93996"/>
                    <a:pt x="29259" y="94632"/>
                    <a:pt x="29256" y="95269"/>
                  </a:cubicBezTo>
                  <a:cubicBezTo>
                    <a:pt x="29257" y="95873"/>
                    <a:pt x="29258" y="96459"/>
                    <a:pt x="29259" y="97046"/>
                  </a:cubicBezTo>
                  <a:cubicBezTo>
                    <a:pt x="29256" y="99144"/>
                    <a:pt x="29335" y="101033"/>
                    <a:pt x="30093" y="103008"/>
                  </a:cubicBezTo>
                  <a:cubicBezTo>
                    <a:pt x="32361" y="103371"/>
                    <a:pt x="32361" y="103371"/>
                    <a:pt x="33827" y="103386"/>
                  </a:cubicBezTo>
                  <a:cubicBezTo>
                    <a:pt x="34378" y="103376"/>
                    <a:pt x="34912" y="103367"/>
                    <a:pt x="35446" y="103357"/>
                  </a:cubicBezTo>
                  <a:cubicBezTo>
                    <a:pt x="37234" y="103363"/>
                    <a:pt x="39020" y="103363"/>
                    <a:pt x="40807" y="103345"/>
                  </a:cubicBezTo>
                  <a:cubicBezTo>
                    <a:pt x="42090" y="103331"/>
                    <a:pt x="43373" y="103323"/>
                    <a:pt x="44656" y="103319"/>
                  </a:cubicBezTo>
                  <a:cubicBezTo>
                    <a:pt x="47326" y="103316"/>
                    <a:pt x="49995" y="103310"/>
                    <a:pt x="52665" y="103291"/>
                  </a:cubicBezTo>
                  <a:cubicBezTo>
                    <a:pt x="56142" y="103261"/>
                    <a:pt x="59620" y="103236"/>
                    <a:pt x="63097" y="103227"/>
                  </a:cubicBezTo>
                  <a:cubicBezTo>
                    <a:pt x="66456" y="103220"/>
                    <a:pt x="69815" y="103210"/>
                    <a:pt x="73174" y="103194"/>
                  </a:cubicBezTo>
                  <a:cubicBezTo>
                    <a:pt x="73830" y="103191"/>
                    <a:pt x="74466" y="103188"/>
                    <a:pt x="75102" y="103185"/>
                  </a:cubicBezTo>
                  <a:cubicBezTo>
                    <a:pt x="76962" y="103178"/>
                    <a:pt x="78823" y="103169"/>
                    <a:pt x="80683" y="103154"/>
                  </a:cubicBezTo>
                  <a:cubicBezTo>
                    <a:pt x="81266" y="103149"/>
                    <a:pt x="81831" y="103144"/>
                    <a:pt x="82397" y="103139"/>
                  </a:cubicBezTo>
                  <a:cubicBezTo>
                    <a:pt x="85597" y="103127"/>
                    <a:pt x="88768" y="103200"/>
                    <a:pt x="91856" y="102263"/>
                  </a:cubicBezTo>
                  <a:cubicBezTo>
                    <a:pt x="92040" y="100718"/>
                    <a:pt x="92040" y="100718"/>
                    <a:pt x="92601" y="99287"/>
                  </a:cubicBezTo>
                  <a:cubicBezTo>
                    <a:pt x="94667" y="99162"/>
                    <a:pt x="96504" y="99180"/>
                    <a:pt x="98554" y="99333"/>
                  </a:cubicBezTo>
                  <a:cubicBezTo>
                    <a:pt x="100650" y="99501"/>
                    <a:pt x="102389" y="99494"/>
                    <a:pt x="104507" y="99287"/>
                  </a:cubicBezTo>
                  <a:cubicBezTo>
                    <a:pt x="104883" y="98346"/>
                    <a:pt x="104883" y="98346"/>
                    <a:pt x="105251" y="97424"/>
                  </a:cubicBezTo>
                  <a:cubicBezTo>
                    <a:pt x="105251" y="96792"/>
                    <a:pt x="105251" y="96179"/>
                    <a:pt x="105251" y="95566"/>
                  </a:cubicBezTo>
                  <a:cubicBezTo>
                    <a:pt x="107550" y="96333"/>
                    <a:pt x="108290" y="96506"/>
                    <a:pt x="110460" y="95566"/>
                  </a:cubicBezTo>
                  <a:cubicBezTo>
                    <a:pt x="110764" y="94038"/>
                    <a:pt x="110764" y="94038"/>
                    <a:pt x="111204" y="92590"/>
                  </a:cubicBezTo>
                  <a:cubicBezTo>
                    <a:pt x="112444" y="92590"/>
                    <a:pt x="113685" y="92590"/>
                    <a:pt x="114925" y="92590"/>
                  </a:cubicBezTo>
                  <a:cubicBezTo>
                    <a:pt x="115083" y="92099"/>
                    <a:pt x="115236" y="91624"/>
                    <a:pt x="115390" y="91148"/>
                  </a:cubicBezTo>
                  <a:cubicBezTo>
                    <a:pt x="115485" y="90626"/>
                    <a:pt x="115577" y="90120"/>
                    <a:pt x="115669" y="89613"/>
                  </a:cubicBezTo>
                  <a:cubicBezTo>
                    <a:pt x="116796" y="89237"/>
                    <a:pt x="116796" y="89237"/>
                    <a:pt x="117901" y="88869"/>
                  </a:cubicBezTo>
                  <a:cubicBezTo>
                    <a:pt x="117901" y="88236"/>
                    <a:pt x="117901" y="87623"/>
                    <a:pt x="117901" y="87009"/>
                  </a:cubicBezTo>
                  <a:cubicBezTo>
                    <a:pt x="117901" y="86376"/>
                    <a:pt x="117901" y="85762"/>
                    <a:pt x="117901" y="85148"/>
                  </a:cubicBezTo>
                  <a:cubicBezTo>
                    <a:pt x="119029" y="84772"/>
                    <a:pt x="119029" y="84772"/>
                    <a:pt x="120134" y="84404"/>
                  </a:cubicBezTo>
                  <a:cubicBezTo>
                    <a:pt x="120515" y="83029"/>
                    <a:pt x="120515" y="83029"/>
                    <a:pt x="120645" y="81381"/>
                  </a:cubicBezTo>
                  <a:cubicBezTo>
                    <a:pt x="120724" y="80385"/>
                    <a:pt x="120801" y="79418"/>
                    <a:pt x="120878" y="78451"/>
                  </a:cubicBezTo>
                  <a:cubicBezTo>
                    <a:pt x="121384" y="78451"/>
                    <a:pt x="121875" y="78451"/>
                    <a:pt x="122366" y="78451"/>
                  </a:cubicBezTo>
                  <a:cubicBezTo>
                    <a:pt x="123232" y="76719"/>
                    <a:pt x="123232" y="76719"/>
                    <a:pt x="123285" y="68969"/>
                  </a:cubicBezTo>
                  <a:cubicBezTo>
                    <a:pt x="123289" y="67381"/>
                    <a:pt x="123296" y="65794"/>
                    <a:pt x="123320" y="64207"/>
                  </a:cubicBezTo>
                  <a:cubicBezTo>
                    <a:pt x="123335" y="63171"/>
                    <a:pt x="123345" y="62135"/>
                    <a:pt x="123350" y="61099"/>
                  </a:cubicBezTo>
                  <a:cubicBezTo>
                    <a:pt x="123352" y="60595"/>
                    <a:pt x="123353" y="60105"/>
                    <a:pt x="123354" y="59615"/>
                  </a:cubicBezTo>
                  <a:cubicBezTo>
                    <a:pt x="123376" y="56833"/>
                    <a:pt x="123376" y="56833"/>
                    <a:pt x="123110" y="54638"/>
                  </a:cubicBezTo>
                  <a:cubicBezTo>
                    <a:pt x="120776" y="53451"/>
                    <a:pt x="120776" y="53451"/>
                    <a:pt x="120549" y="51729"/>
                  </a:cubicBezTo>
                  <a:cubicBezTo>
                    <a:pt x="120464" y="50214"/>
                    <a:pt x="120301" y="48705"/>
                    <a:pt x="120134" y="47197"/>
                  </a:cubicBezTo>
                  <a:cubicBezTo>
                    <a:pt x="119628" y="46944"/>
                    <a:pt x="119137" y="46699"/>
                    <a:pt x="118645" y="46453"/>
                  </a:cubicBezTo>
                  <a:cubicBezTo>
                    <a:pt x="117884" y="44169"/>
                    <a:pt x="117444" y="43500"/>
                    <a:pt x="115669" y="41988"/>
                  </a:cubicBezTo>
                  <a:cubicBezTo>
                    <a:pt x="114094" y="41325"/>
                    <a:pt x="114094" y="41325"/>
                    <a:pt x="112692" y="40500"/>
                  </a:cubicBezTo>
                  <a:cubicBezTo>
                    <a:pt x="112413" y="38919"/>
                    <a:pt x="112413" y="38919"/>
                    <a:pt x="111948" y="37523"/>
                  </a:cubicBezTo>
                  <a:cubicBezTo>
                    <a:pt x="110460" y="37554"/>
                    <a:pt x="108971" y="37554"/>
                    <a:pt x="107483" y="37523"/>
                  </a:cubicBezTo>
                  <a:cubicBezTo>
                    <a:pt x="107108" y="35644"/>
                    <a:pt x="107108" y="35644"/>
                    <a:pt x="106739" y="33803"/>
                  </a:cubicBezTo>
                  <a:cubicBezTo>
                    <a:pt x="103197" y="34056"/>
                    <a:pt x="99759" y="34301"/>
                    <a:pt x="96321" y="34547"/>
                  </a:cubicBezTo>
                  <a:cubicBezTo>
                    <a:pt x="96321" y="33282"/>
                    <a:pt x="96321" y="32054"/>
                    <a:pt x="96321" y="30826"/>
                  </a:cubicBezTo>
                  <a:cubicBezTo>
                    <a:pt x="73551" y="30826"/>
                    <a:pt x="51450" y="30826"/>
                    <a:pt x="29349" y="30826"/>
                  </a:cubicBezTo>
                  <a:close/>
                  <a:moveTo>
                    <a:pt x="111540" y="0"/>
                  </a:moveTo>
                  <a:cubicBezTo>
                    <a:pt x="112153" y="91"/>
                    <a:pt x="112766" y="181"/>
                    <a:pt x="113398" y="275"/>
                  </a:cubicBezTo>
                  <a:cubicBezTo>
                    <a:pt x="113643" y="1011"/>
                    <a:pt x="113889" y="1748"/>
                    <a:pt x="114142" y="2507"/>
                  </a:cubicBezTo>
                  <a:cubicBezTo>
                    <a:pt x="116437" y="2828"/>
                    <a:pt x="118683" y="2835"/>
                    <a:pt x="120999" y="2876"/>
                  </a:cubicBezTo>
                  <a:cubicBezTo>
                    <a:pt x="122025" y="3062"/>
                    <a:pt x="122025" y="3062"/>
                    <a:pt x="123071" y="3251"/>
                  </a:cubicBezTo>
                  <a:cubicBezTo>
                    <a:pt x="123929" y="4731"/>
                    <a:pt x="123929" y="4731"/>
                    <a:pt x="124560" y="6228"/>
                  </a:cubicBezTo>
                  <a:cubicBezTo>
                    <a:pt x="127210" y="6837"/>
                    <a:pt x="127210" y="6837"/>
                    <a:pt x="129769" y="6972"/>
                  </a:cubicBezTo>
                  <a:cubicBezTo>
                    <a:pt x="129769" y="7954"/>
                    <a:pt x="129769" y="8936"/>
                    <a:pt x="129769" y="9949"/>
                  </a:cubicBezTo>
                  <a:cubicBezTo>
                    <a:pt x="130757" y="10212"/>
                    <a:pt x="131750" y="10458"/>
                    <a:pt x="132745" y="10693"/>
                  </a:cubicBezTo>
                  <a:cubicBezTo>
                    <a:pt x="133266" y="11672"/>
                    <a:pt x="133763" y="12665"/>
                    <a:pt x="134233" y="13669"/>
                  </a:cubicBezTo>
                  <a:cubicBezTo>
                    <a:pt x="134970" y="13915"/>
                    <a:pt x="135707" y="14160"/>
                    <a:pt x="136466" y="14413"/>
                  </a:cubicBezTo>
                  <a:cubicBezTo>
                    <a:pt x="136711" y="15150"/>
                    <a:pt x="136957" y="15887"/>
                    <a:pt x="137210" y="16646"/>
                  </a:cubicBezTo>
                  <a:cubicBezTo>
                    <a:pt x="137947" y="16891"/>
                    <a:pt x="138683" y="17137"/>
                    <a:pt x="139442" y="17390"/>
                  </a:cubicBezTo>
                  <a:cubicBezTo>
                    <a:pt x="139719" y="18374"/>
                    <a:pt x="139968" y="19367"/>
                    <a:pt x="140187" y="20366"/>
                  </a:cubicBezTo>
                  <a:cubicBezTo>
                    <a:pt x="140678" y="20612"/>
                    <a:pt x="141169" y="20858"/>
                    <a:pt x="141675" y="21111"/>
                  </a:cubicBezTo>
                  <a:cubicBezTo>
                    <a:pt x="141836" y="21847"/>
                    <a:pt x="141836" y="21847"/>
                    <a:pt x="142000" y="22599"/>
                  </a:cubicBezTo>
                  <a:cubicBezTo>
                    <a:pt x="142139" y="23090"/>
                    <a:pt x="142277" y="23581"/>
                    <a:pt x="142419" y="24087"/>
                  </a:cubicBezTo>
                  <a:cubicBezTo>
                    <a:pt x="143156" y="24333"/>
                    <a:pt x="143892" y="24578"/>
                    <a:pt x="144651" y="24831"/>
                  </a:cubicBezTo>
                  <a:cubicBezTo>
                    <a:pt x="145168" y="26562"/>
                    <a:pt x="145665" y="28298"/>
                    <a:pt x="146140" y="30040"/>
                  </a:cubicBezTo>
                  <a:cubicBezTo>
                    <a:pt x="146631" y="30040"/>
                    <a:pt x="147122" y="30040"/>
                    <a:pt x="147628" y="30040"/>
                  </a:cubicBezTo>
                  <a:cubicBezTo>
                    <a:pt x="147664" y="30515"/>
                    <a:pt x="147701" y="30990"/>
                    <a:pt x="147738" y="31479"/>
                  </a:cubicBezTo>
                  <a:cubicBezTo>
                    <a:pt x="147822" y="32401"/>
                    <a:pt x="147822" y="32401"/>
                    <a:pt x="147907" y="33342"/>
                  </a:cubicBezTo>
                  <a:cubicBezTo>
                    <a:pt x="147959" y="33955"/>
                    <a:pt x="148011" y="34568"/>
                    <a:pt x="148064" y="35200"/>
                  </a:cubicBezTo>
                  <a:cubicBezTo>
                    <a:pt x="148166" y="35707"/>
                    <a:pt x="148267" y="36215"/>
                    <a:pt x="148372" y="36738"/>
                  </a:cubicBezTo>
                  <a:cubicBezTo>
                    <a:pt x="148863" y="36983"/>
                    <a:pt x="149354" y="37229"/>
                    <a:pt x="149860" y="37482"/>
                  </a:cubicBezTo>
                  <a:cubicBezTo>
                    <a:pt x="150169" y="39508"/>
                    <a:pt x="150169" y="39508"/>
                    <a:pt x="150326" y="41993"/>
                  </a:cubicBezTo>
                  <a:cubicBezTo>
                    <a:pt x="150409" y="43226"/>
                    <a:pt x="150409" y="43226"/>
                    <a:pt x="150494" y="44484"/>
                  </a:cubicBezTo>
                  <a:cubicBezTo>
                    <a:pt x="150531" y="45120"/>
                    <a:pt x="150567" y="45756"/>
                    <a:pt x="150605" y="46411"/>
                  </a:cubicBezTo>
                  <a:cubicBezTo>
                    <a:pt x="151341" y="46411"/>
                    <a:pt x="152078" y="46411"/>
                    <a:pt x="152837" y="46411"/>
                  </a:cubicBezTo>
                  <a:cubicBezTo>
                    <a:pt x="152837" y="58690"/>
                    <a:pt x="152837" y="70968"/>
                    <a:pt x="152837" y="83618"/>
                  </a:cubicBezTo>
                  <a:cubicBezTo>
                    <a:pt x="152100" y="83618"/>
                    <a:pt x="151364" y="83618"/>
                    <a:pt x="150605" y="83618"/>
                  </a:cubicBezTo>
                  <a:cubicBezTo>
                    <a:pt x="150359" y="86565"/>
                    <a:pt x="150113" y="89512"/>
                    <a:pt x="149860" y="92548"/>
                  </a:cubicBezTo>
                  <a:cubicBezTo>
                    <a:pt x="149369" y="92548"/>
                    <a:pt x="148878" y="92548"/>
                    <a:pt x="148372" y="92548"/>
                  </a:cubicBezTo>
                  <a:cubicBezTo>
                    <a:pt x="148127" y="94513"/>
                    <a:pt x="147881" y="96477"/>
                    <a:pt x="147628" y="98501"/>
                  </a:cubicBezTo>
                  <a:cubicBezTo>
                    <a:pt x="146891" y="98501"/>
                    <a:pt x="146155" y="98501"/>
                    <a:pt x="145396" y="98501"/>
                  </a:cubicBezTo>
                  <a:cubicBezTo>
                    <a:pt x="145110" y="99671"/>
                    <a:pt x="144826" y="100841"/>
                    <a:pt x="144550" y="102013"/>
                  </a:cubicBezTo>
                  <a:cubicBezTo>
                    <a:pt x="142952" y="106235"/>
                    <a:pt x="139642" y="110208"/>
                    <a:pt x="136466" y="113384"/>
                  </a:cubicBezTo>
                  <a:cubicBezTo>
                    <a:pt x="136405" y="113906"/>
                    <a:pt x="136343" y="114428"/>
                    <a:pt x="136280" y="114965"/>
                  </a:cubicBezTo>
                  <a:cubicBezTo>
                    <a:pt x="136096" y="115426"/>
                    <a:pt x="135912" y="115886"/>
                    <a:pt x="135722" y="116361"/>
                  </a:cubicBezTo>
                  <a:cubicBezTo>
                    <a:pt x="134233" y="116361"/>
                    <a:pt x="132745" y="116361"/>
                    <a:pt x="131257" y="116361"/>
                  </a:cubicBezTo>
                  <a:cubicBezTo>
                    <a:pt x="131001" y="117351"/>
                    <a:pt x="130754" y="118343"/>
                    <a:pt x="130513" y="119337"/>
                  </a:cubicBezTo>
                  <a:cubicBezTo>
                    <a:pt x="128234" y="119895"/>
                    <a:pt x="128234" y="119895"/>
                    <a:pt x="126048" y="120081"/>
                  </a:cubicBezTo>
                  <a:cubicBezTo>
                    <a:pt x="126048" y="121064"/>
                    <a:pt x="126048" y="122046"/>
                    <a:pt x="126048" y="123058"/>
                  </a:cubicBezTo>
                  <a:cubicBezTo>
                    <a:pt x="124522" y="123155"/>
                    <a:pt x="122996" y="123252"/>
                    <a:pt x="121470" y="123349"/>
                  </a:cubicBezTo>
                  <a:cubicBezTo>
                    <a:pt x="121016" y="123498"/>
                    <a:pt x="120562" y="123648"/>
                    <a:pt x="120095" y="123802"/>
                  </a:cubicBezTo>
                  <a:cubicBezTo>
                    <a:pt x="119932" y="124556"/>
                    <a:pt x="119932" y="124556"/>
                    <a:pt x="119766" y="125325"/>
                  </a:cubicBezTo>
                  <a:cubicBezTo>
                    <a:pt x="119629" y="125805"/>
                    <a:pt x="119492" y="126284"/>
                    <a:pt x="119351" y="126779"/>
                  </a:cubicBezTo>
                  <a:cubicBezTo>
                    <a:pt x="117375" y="126998"/>
                    <a:pt x="115561" y="126772"/>
                    <a:pt x="113584" y="126593"/>
                  </a:cubicBezTo>
                  <a:cubicBezTo>
                    <a:pt x="113031" y="126654"/>
                    <a:pt x="112479" y="126715"/>
                    <a:pt x="111909" y="126779"/>
                  </a:cubicBezTo>
                  <a:cubicBezTo>
                    <a:pt x="111385" y="128224"/>
                    <a:pt x="111385" y="128224"/>
                    <a:pt x="111165" y="129755"/>
                  </a:cubicBezTo>
                  <a:cubicBezTo>
                    <a:pt x="109258" y="130313"/>
                    <a:pt x="109258" y="130313"/>
                    <a:pt x="107444" y="130499"/>
                  </a:cubicBezTo>
                  <a:cubicBezTo>
                    <a:pt x="107936" y="131236"/>
                    <a:pt x="108427" y="131973"/>
                    <a:pt x="108933" y="132732"/>
                  </a:cubicBezTo>
                  <a:cubicBezTo>
                    <a:pt x="109654" y="132824"/>
                    <a:pt x="110375" y="132916"/>
                    <a:pt x="111119" y="133011"/>
                  </a:cubicBezTo>
                  <a:cubicBezTo>
                    <a:pt x="111871" y="133164"/>
                    <a:pt x="112623" y="133318"/>
                    <a:pt x="113398" y="133476"/>
                  </a:cubicBezTo>
                  <a:cubicBezTo>
                    <a:pt x="114184" y="134690"/>
                    <a:pt x="114921" y="135936"/>
                    <a:pt x="115630" y="137197"/>
                  </a:cubicBezTo>
                  <a:cubicBezTo>
                    <a:pt x="116603" y="138452"/>
                    <a:pt x="117596" y="139692"/>
                    <a:pt x="118607" y="140917"/>
                  </a:cubicBezTo>
                  <a:cubicBezTo>
                    <a:pt x="120158" y="142798"/>
                    <a:pt x="121551" y="144583"/>
                    <a:pt x="122792" y="146684"/>
                  </a:cubicBezTo>
                  <a:cubicBezTo>
                    <a:pt x="123668" y="148449"/>
                    <a:pt x="123668" y="148449"/>
                    <a:pt x="125304" y="149103"/>
                  </a:cubicBezTo>
                  <a:cubicBezTo>
                    <a:pt x="125800" y="150591"/>
                    <a:pt x="126296" y="152079"/>
                    <a:pt x="126792" y="153568"/>
                  </a:cubicBezTo>
                  <a:cubicBezTo>
                    <a:pt x="127283" y="153813"/>
                    <a:pt x="127774" y="154059"/>
                    <a:pt x="128280" y="154312"/>
                  </a:cubicBezTo>
                  <a:cubicBezTo>
                    <a:pt x="128442" y="155002"/>
                    <a:pt x="128442" y="155002"/>
                    <a:pt x="128606" y="155707"/>
                  </a:cubicBezTo>
                  <a:cubicBezTo>
                    <a:pt x="128899" y="157350"/>
                    <a:pt x="128899" y="157350"/>
                    <a:pt x="130141" y="158405"/>
                  </a:cubicBezTo>
                  <a:cubicBezTo>
                    <a:pt x="131481" y="159745"/>
                    <a:pt x="131549" y="160690"/>
                    <a:pt x="132001" y="162497"/>
                  </a:cubicBezTo>
                  <a:cubicBezTo>
                    <a:pt x="132577" y="163050"/>
                    <a:pt x="132577" y="163050"/>
                    <a:pt x="133164" y="163614"/>
                  </a:cubicBezTo>
                  <a:cubicBezTo>
                    <a:pt x="134233" y="164730"/>
                    <a:pt x="134233" y="164730"/>
                    <a:pt x="134233" y="167706"/>
                  </a:cubicBezTo>
                  <a:cubicBezTo>
                    <a:pt x="134970" y="167706"/>
                    <a:pt x="135707" y="167706"/>
                    <a:pt x="136466" y="167706"/>
                  </a:cubicBezTo>
                  <a:cubicBezTo>
                    <a:pt x="136990" y="169434"/>
                    <a:pt x="137487" y="171171"/>
                    <a:pt x="137954" y="172915"/>
                  </a:cubicBezTo>
                  <a:cubicBezTo>
                    <a:pt x="138445" y="172915"/>
                    <a:pt x="138936" y="172915"/>
                    <a:pt x="139442" y="172915"/>
                  </a:cubicBezTo>
                  <a:cubicBezTo>
                    <a:pt x="139535" y="173759"/>
                    <a:pt x="139627" y="174604"/>
                    <a:pt x="139722" y="175473"/>
                  </a:cubicBezTo>
                  <a:cubicBezTo>
                    <a:pt x="139875" y="176348"/>
                    <a:pt x="140028" y="177223"/>
                    <a:pt x="140187" y="178124"/>
                  </a:cubicBezTo>
                  <a:cubicBezTo>
                    <a:pt x="140678" y="178370"/>
                    <a:pt x="141169" y="178615"/>
                    <a:pt x="141675" y="178868"/>
                  </a:cubicBezTo>
                  <a:cubicBezTo>
                    <a:pt x="141978" y="180596"/>
                    <a:pt x="142229" y="182334"/>
                    <a:pt x="142419" y="184077"/>
                  </a:cubicBezTo>
                  <a:cubicBezTo>
                    <a:pt x="143156" y="184077"/>
                    <a:pt x="143892" y="184077"/>
                    <a:pt x="144651" y="184077"/>
                  </a:cubicBezTo>
                  <a:cubicBezTo>
                    <a:pt x="144767" y="185159"/>
                    <a:pt x="144767" y="185159"/>
                    <a:pt x="144884" y="186263"/>
                  </a:cubicBezTo>
                  <a:cubicBezTo>
                    <a:pt x="145053" y="187015"/>
                    <a:pt x="145222" y="187767"/>
                    <a:pt x="145396" y="188542"/>
                  </a:cubicBezTo>
                  <a:cubicBezTo>
                    <a:pt x="146132" y="188788"/>
                    <a:pt x="146869" y="189033"/>
                    <a:pt x="147628" y="189286"/>
                  </a:cubicBezTo>
                  <a:cubicBezTo>
                    <a:pt x="147906" y="191018"/>
                    <a:pt x="148155" y="192755"/>
                    <a:pt x="148372" y="194495"/>
                  </a:cubicBezTo>
                  <a:cubicBezTo>
                    <a:pt x="148863" y="194741"/>
                    <a:pt x="149354" y="194987"/>
                    <a:pt x="149860" y="195240"/>
                  </a:cubicBezTo>
                  <a:cubicBezTo>
                    <a:pt x="150357" y="196480"/>
                    <a:pt x="150853" y="197720"/>
                    <a:pt x="151349" y="198960"/>
                  </a:cubicBezTo>
                  <a:cubicBezTo>
                    <a:pt x="151840" y="199206"/>
                    <a:pt x="152331" y="199451"/>
                    <a:pt x="152837" y="199704"/>
                  </a:cubicBezTo>
                  <a:cubicBezTo>
                    <a:pt x="153099" y="201241"/>
                    <a:pt x="153167" y="202753"/>
                    <a:pt x="153253" y="204309"/>
                  </a:cubicBezTo>
                  <a:cubicBezTo>
                    <a:pt x="153361" y="204754"/>
                    <a:pt x="153469" y="205199"/>
                    <a:pt x="153581" y="205657"/>
                  </a:cubicBezTo>
                  <a:cubicBezTo>
                    <a:pt x="154318" y="205903"/>
                    <a:pt x="155055" y="206149"/>
                    <a:pt x="155814" y="206402"/>
                  </a:cubicBezTo>
                  <a:cubicBezTo>
                    <a:pt x="156091" y="207636"/>
                    <a:pt x="156340" y="208876"/>
                    <a:pt x="156558" y="210122"/>
                  </a:cubicBezTo>
                  <a:cubicBezTo>
                    <a:pt x="157049" y="210368"/>
                    <a:pt x="157540" y="210613"/>
                    <a:pt x="158046" y="210866"/>
                  </a:cubicBezTo>
                  <a:cubicBezTo>
                    <a:pt x="158207" y="211948"/>
                    <a:pt x="158207" y="211948"/>
                    <a:pt x="158372" y="213052"/>
                  </a:cubicBezTo>
                  <a:cubicBezTo>
                    <a:pt x="158510" y="213804"/>
                    <a:pt x="158648" y="214556"/>
                    <a:pt x="158790" y="215331"/>
                  </a:cubicBezTo>
                  <a:cubicBezTo>
                    <a:pt x="159527" y="215822"/>
                    <a:pt x="160264" y="216314"/>
                    <a:pt x="161023" y="216820"/>
                  </a:cubicBezTo>
                  <a:cubicBezTo>
                    <a:pt x="161534" y="219517"/>
                    <a:pt x="161534" y="219517"/>
                    <a:pt x="161767" y="222029"/>
                  </a:cubicBezTo>
                  <a:cubicBezTo>
                    <a:pt x="162503" y="222029"/>
                    <a:pt x="163240" y="222029"/>
                    <a:pt x="163999" y="222029"/>
                  </a:cubicBezTo>
                  <a:cubicBezTo>
                    <a:pt x="163999" y="223502"/>
                    <a:pt x="163999" y="224975"/>
                    <a:pt x="163999" y="226493"/>
                  </a:cubicBezTo>
                  <a:cubicBezTo>
                    <a:pt x="164736" y="226493"/>
                    <a:pt x="165473" y="226493"/>
                    <a:pt x="166232" y="226493"/>
                  </a:cubicBezTo>
                  <a:cubicBezTo>
                    <a:pt x="166930" y="228590"/>
                    <a:pt x="167097" y="229990"/>
                    <a:pt x="167115" y="232167"/>
                  </a:cubicBezTo>
                  <a:cubicBezTo>
                    <a:pt x="167126" y="232760"/>
                    <a:pt x="167136" y="233353"/>
                    <a:pt x="167147" y="233964"/>
                  </a:cubicBezTo>
                  <a:cubicBezTo>
                    <a:pt x="167062" y="234686"/>
                    <a:pt x="167062" y="234686"/>
                    <a:pt x="166976" y="235423"/>
                  </a:cubicBezTo>
                  <a:cubicBezTo>
                    <a:pt x="164450" y="236686"/>
                    <a:pt x="161577" y="236273"/>
                    <a:pt x="158799" y="236266"/>
                  </a:cubicBezTo>
                  <a:cubicBezTo>
                    <a:pt x="157799" y="236267"/>
                    <a:pt x="157799" y="236267"/>
                    <a:pt x="156780" y="236268"/>
                  </a:cubicBezTo>
                  <a:cubicBezTo>
                    <a:pt x="155368" y="236269"/>
                    <a:pt x="153956" y="236267"/>
                    <a:pt x="152544" y="236264"/>
                  </a:cubicBezTo>
                  <a:cubicBezTo>
                    <a:pt x="150389" y="236260"/>
                    <a:pt x="148233" y="236264"/>
                    <a:pt x="146077" y="236269"/>
                  </a:cubicBezTo>
                  <a:cubicBezTo>
                    <a:pt x="144706" y="236268"/>
                    <a:pt x="143334" y="236268"/>
                    <a:pt x="141963" y="236266"/>
                  </a:cubicBezTo>
                  <a:cubicBezTo>
                    <a:pt x="141319" y="236268"/>
                    <a:pt x="140676" y="236269"/>
                    <a:pt x="140013" y="236271"/>
                  </a:cubicBezTo>
                  <a:cubicBezTo>
                    <a:pt x="133864" y="236247"/>
                    <a:pt x="133864" y="236247"/>
                    <a:pt x="131257" y="235423"/>
                  </a:cubicBezTo>
                  <a:cubicBezTo>
                    <a:pt x="130809" y="233938"/>
                    <a:pt x="130809" y="233938"/>
                    <a:pt x="130792" y="232121"/>
                  </a:cubicBezTo>
                  <a:cubicBezTo>
                    <a:pt x="130806" y="230341"/>
                    <a:pt x="130806" y="230341"/>
                    <a:pt x="130513" y="228726"/>
                  </a:cubicBezTo>
                  <a:cubicBezTo>
                    <a:pt x="129776" y="228235"/>
                    <a:pt x="129039" y="227744"/>
                    <a:pt x="128280" y="227238"/>
                  </a:cubicBezTo>
                  <a:cubicBezTo>
                    <a:pt x="128008" y="225754"/>
                    <a:pt x="127758" y="224265"/>
                    <a:pt x="127536" y="222773"/>
                  </a:cubicBezTo>
                  <a:cubicBezTo>
                    <a:pt x="127045" y="222527"/>
                    <a:pt x="126554" y="222282"/>
                    <a:pt x="126048" y="222029"/>
                  </a:cubicBezTo>
                  <a:cubicBezTo>
                    <a:pt x="125552" y="220788"/>
                    <a:pt x="125056" y="219548"/>
                    <a:pt x="124560" y="218308"/>
                  </a:cubicBezTo>
                  <a:cubicBezTo>
                    <a:pt x="124069" y="218062"/>
                    <a:pt x="123577" y="217817"/>
                    <a:pt x="123071" y="217564"/>
                  </a:cubicBezTo>
                  <a:cubicBezTo>
                    <a:pt x="122768" y="215836"/>
                    <a:pt x="122517" y="214098"/>
                    <a:pt x="122327" y="212355"/>
                  </a:cubicBezTo>
                  <a:cubicBezTo>
                    <a:pt x="121591" y="212355"/>
                    <a:pt x="120854" y="212355"/>
                    <a:pt x="120095" y="212355"/>
                  </a:cubicBezTo>
                  <a:cubicBezTo>
                    <a:pt x="119957" y="211273"/>
                    <a:pt x="119957" y="211273"/>
                    <a:pt x="119816" y="210169"/>
                  </a:cubicBezTo>
                  <a:cubicBezTo>
                    <a:pt x="119662" y="209417"/>
                    <a:pt x="119509" y="208665"/>
                    <a:pt x="119351" y="207890"/>
                  </a:cubicBezTo>
                  <a:cubicBezTo>
                    <a:pt x="118860" y="207644"/>
                    <a:pt x="118368" y="207399"/>
                    <a:pt x="117862" y="207146"/>
                  </a:cubicBezTo>
                  <a:cubicBezTo>
                    <a:pt x="117421" y="205175"/>
                    <a:pt x="117310" y="203208"/>
                    <a:pt x="117118" y="201193"/>
                  </a:cubicBezTo>
                  <a:cubicBezTo>
                    <a:pt x="116382" y="201193"/>
                    <a:pt x="115645" y="201193"/>
                    <a:pt x="114886" y="201193"/>
                  </a:cubicBezTo>
                  <a:cubicBezTo>
                    <a:pt x="114632" y="199954"/>
                    <a:pt x="114384" y="198713"/>
                    <a:pt x="114142" y="197472"/>
                  </a:cubicBezTo>
                  <a:cubicBezTo>
                    <a:pt x="113405" y="197226"/>
                    <a:pt x="112668" y="196981"/>
                    <a:pt x="111909" y="196728"/>
                  </a:cubicBezTo>
                  <a:cubicBezTo>
                    <a:pt x="111581" y="195379"/>
                    <a:pt x="111581" y="195379"/>
                    <a:pt x="111491" y="193751"/>
                  </a:cubicBezTo>
                  <a:cubicBezTo>
                    <a:pt x="111427" y="192164"/>
                    <a:pt x="111427" y="192164"/>
                    <a:pt x="111165" y="190775"/>
                  </a:cubicBezTo>
                  <a:cubicBezTo>
                    <a:pt x="110674" y="190529"/>
                    <a:pt x="110183" y="190284"/>
                    <a:pt x="109677" y="190031"/>
                  </a:cubicBezTo>
                  <a:cubicBezTo>
                    <a:pt x="109374" y="188303"/>
                    <a:pt x="109123" y="186565"/>
                    <a:pt x="108933" y="184822"/>
                  </a:cubicBezTo>
                  <a:cubicBezTo>
                    <a:pt x="108196" y="184822"/>
                    <a:pt x="107459" y="184822"/>
                    <a:pt x="106700" y="184822"/>
                  </a:cubicBezTo>
                  <a:cubicBezTo>
                    <a:pt x="106440" y="183584"/>
                    <a:pt x="106193" y="182343"/>
                    <a:pt x="105956" y="181101"/>
                  </a:cubicBezTo>
                  <a:cubicBezTo>
                    <a:pt x="105219" y="180610"/>
                    <a:pt x="104483" y="180119"/>
                    <a:pt x="103724" y="179613"/>
                  </a:cubicBezTo>
                  <a:cubicBezTo>
                    <a:pt x="103451" y="178129"/>
                    <a:pt x="103202" y="176640"/>
                    <a:pt x="102980" y="175148"/>
                  </a:cubicBezTo>
                  <a:cubicBezTo>
                    <a:pt x="102488" y="174902"/>
                    <a:pt x="101997" y="174657"/>
                    <a:pt x="101491" y="174404"/>
                  </a:cubicBezTo>
                  <a:cubicBezTo>
                    <a:pt x="101330" y="173506"/>
                    <a:pt x="101330" y="173506"/>
                    <a:pt x="101166" y="172590"/>
                  </a:cubicBezTo>
                  <a:cubicBezTo>
                    <a:pt x="100922" y="170427"/>
                    <a:pt x="100922" y="170427"/>
                    <a:pt x="98515" y="169195"/>
                  </a:cubicBezTo>
                  <a:cubicBezTo>
                    <a:pt x="98014" y="167956"/>
                    <a:pt x="97517" y="166716"/>
                    <a:pt x="97026" y="165474"/>
                  </a:cubicBezTo>
                  <a:cubicBezTo>
                    <a:pt x="96535" y="165474"/>
                    <a:pt x="96044" y="165474"/>
                    <a:pt x="95538" y="165474"/>
                  </a:cubicBezTo>
                  <a:cubicBezTo>
                    <a:pt x="95446" y="164630"/>
                    <a:pt x="95354" y="163786"/>
                    <a:pt x="95259" y="162916"/>
                  </a:cubicBezTo>
                  <a:cubicBezTo>
                    <a:pt x="95029" y="161604"/>
                    <a:pt x="95029" y="161604"/>
                    <a:pt x="94794" y="160265"/>
                  </a:cubicBezTo>
                  <a:cubicBezTo>
                    <a:pt x="94303" y="160019"/>
                    <a:pt x="93812" y="159774"/>
                    <a:pt x="93306" y="159521"/>
                  </a:cubicBezTo>
                  <a:cubicBezTo>
                    <a:pt x="92533" y="158298"/>
                    <a:pt x="91791" y="157056"/>
                    <a:pt x="91073" y="155800"/>
                  </a:cubicBezTo>
                  <a:cubicBezTo>
                    <a:pt x="90582" y="155063"/>
                    <a:pt x="90091" y="154327"/>
                    <a:pt x="89585" y="153568"/>
                  </a:cubicBezTo>
                  <a:cubicBezTo>
                    <a:pt x="89585" y="152831"/>
                    <a:pt x="89585" y="152094"/>
                    <a:pt x="89585" y="151335"/>
                  </a:cubicBezTo>
                  <a:cubicBezTo>
                    <a:pt x="88848" y="151090"/>
                    <a:pt x="88112" y="150844"/>
                    <a:pt x="87353" y="150591"/>
                  </a:cubicBezTo>
                  <a:cubicBezTo>
                    <a:pt x="87353" y="149609"/>
                    <a:pt x="87353" y="148627"/>
                    <a:pt x="87353" y="147615"/>
                  </a:cubicBezTo>
                  <a:cubicBezTo>
                    <a:pt x="85975" y="147185"/>
                    <a:pt x="85975" y="147185"/>
                    <a:pt x="84376" y="146870"/>
                  </a:cubicBezTo>
                  <a:cubicBezTo>
                    <a:pt x="83109" y="145711"/>
                    <a:pt x="83109" y="145711"/>
                    <a:pt x="81958" y="144312"/>
                  </a:cubicBezTo>
                  <a:cubicBezTo>
                    <a:pt x="81376" y="143623"/>
                    <a:pt x="81376" y="143623"/>
                    <a:pt x="80783" y="142920"/>
                  </a:cubicBezTo>
                  <a:cubicBezTo>
                    <a:pt x="79911" y="141661"/>
                    <a:pt x="79911" y="141661"/>
                    <a:pt x="79911" y="140173"/>
                  </a:cubicBezTo>
                  <a:cubicBezTo>
                    <a:pt x="78438" y="140173"/>
                    <a:pt x="76964" y="140173"/>
                    <a:pt x="75446" y="140173"/>
                  </a:cubicBezTo>
                  <a:cubicBezTo>
                    <a:pt x="75446" y="139191"/>
                    <a:pt x="75446" y="138209"/>
                    <a:pt x="75446" y="137197"/>
                  </a:cubicBezTo>
                  <a:cubicBezTo>
                    <a:pt x="74864" y="137169"/>
                    <a:pt x="74282" y="137141"/>
                    <a:pt x="73682" y="137112"/>
                  </a:cubicBezTo>
                  <a:cubicBezTo>
                    <a:pt x="72552" y="137039"/>
                    <a:pt x="72552" y="137039"/>
                    <a:pt x="71400" y="136964"/>
                  </a:cubicBezTo>
                  <a:cubicBezTo>
                    <a:pt x="70649" y="136921"/>
                    <a:pt x="69898" y="136878"/>
                    <a:pt x="69124" y="136833"/>
                  </a:cubicBezTo>
                  <a:cubicBezTo>
                    <a:pt x="68509" y="136708"/>
                    <a:pt x="67894" y="136582"/>
                    <a:pt x="67261" y="136452"/>
                  </a:cubicBezTo>
                  <a:cubicBezTo>
                    <a:pt x="67015" y="135716"/>
                    <a:pt x="66770" y="134979"/>
                    <a:pt x="66517" y="134220"/>
                  </a:cubicBezTo>
                  <a:cubicBezTo>
                    <a:pt x="64943" y="133862"/>
                    <a:pt x="64943" y="133862"/>
                    <a:pt x="63017" y="133898"/>
                  </a:cubicBezTo>
                  <a:cubicBezTo>
                    <a:pt x="61899" y="133876"/>
                    <a:pt x="61899" y="133876"/>
                    <a:pt x="60760" y="133854"/>
                  </a:cubicBezTo>
                  <a:cubicBezTo>
                    <a:pt x="59950" y="133849"/>
                    <a:pt x="59140" y="133844"/>
                    <a:pt x="58305" y="133839"/>
                  </a:cubicBezTo>
                  <a:cubicBezTo>
                    <a:pt x="57480" y="133826"/>
                    <a:pt x="56655" y="133812"/>
                    <a:pt x="55806" y="133799"/>
                  </a:cubicBezTo>
                  <a:cubicBezTo>
                    <a:pt x="53159" y="133758"/>
                    <a:pt x="50513" y="133733"/>
                    <a:pt x="47867" y="133708"/>
                  </a:cubicBezTo>
                  <a:cubicBezTo>
                    <a:pt x="46078" y="133684"/>
                    <a:pt x="44288" y="133658"/>
                    <a:pt x="42499" y="133631"/>
                  </a:cubicBezTo>
                  <a:cubicBezTo>
                    <a:pt x="38103" y="133568"/>
                    <a:pt x="33706" y="133517"/>
                    <a:pt x="29310" y="133476"/>
                  </a:cubicBezTo>
                  <a:cubicBezTo>
                    <a:pt x="29555" y="134213"/>
                    <a:pt x="29801" y="134949"/>
                    <a:pt x="30054" y="135708"/>
                  </a:cubicBezTo>
                  <a:cubicBezTo>
                    <a:pt x="30127" y="137056"/>
                    <a:pt x="30157" y="138407"/>
                    <a:pt x="30163" y="139757"/>
                  </a:cubicBezTo>
                  <a:cubicBezTo>
                    <a:pt x="30169" y="140598"/>
                    <a:pt x="30174" y="141439"/>
                    <a:pt x="30179" y="142306"/>
                  </a:cubicBezTo>
                  <a:cubicBezTo>
                    <a:pt x="30181" y="143229"/>
                    <a:pt x="30183" y="144152"/>
                    <a:pt x="30186" y="145103"/>
                  </a:cubicBezTo>
                  <a:cubicBezTo>
                    <a:pt x="30193" y="146561"/>
                    <a:pt x="30193" y="146561"/>
                    <a:pt x="30200" y="148048"/>
                  </a:cubicBezTo>
                  <a:cubicBezTo>
                    <a:pt x="30213" y="150714"/>
                    <a:pt x="30221" y="153380"/>
                    <a:pt x="30227" y="156045"/>
                  </a:cubicBezTo>
                  <a:cubicBezTo>
                    <a:pt x="30231" y="157709"/>
                    <a:pt x="30236" y="159373"/>
                    <a:pt x="30240" y="161037"/>
                  </a:cubicBezTo>
                  <a:cubicBezTo>
                    <a:pt x="30254" y="166240"/>
                    <a:pt x="30265" y="171442"/>
                    <a:pt x="30271" y="176644"/>
                  </a:cubicBezTo>
                  <a:cubicBezTo>
                    <a:pt x="30279" y="182657"/>
                    <a:pt x="30298" y="188671"/>
                    <a:pt x="30328" y="194684"/>
                  </a:cubicBezTo>
                  <a:cubicBezTo>
                    <a:pt x="30351" y="199329"/>
                    <a:pt x="30362" y="203973"/>
                    <a:pt x="30364" y="208617"/>
                  </a:cubicBezTo>
                  <a:cubicBezTo>
                    <a:pt x="30366" y="211394"/>
                    <a:pt x="30373" y="214170"/>
                    <a:pt x="30391" y="216946"/>
                  </a:cubicBezTo>
                  <a:cubicBezTo>
                    <a:pt x="30412" y="220038"/>
                    <a:pt x="30409" y="223129"/>
                    <a:pt x="30404" y="226221"/>
                  </a:cubicBezTo>
                  <a:cubicBezTo>
                    <a:pt x="30413" y="227147"/>
                    <a:pt x="30423" y="228073"/>
                    <a:pt x="30432" y="229027"/>
                  </a:cubicBezTo>
                  <a:cubicBezTo>
                    <a:pt x="30427" y="229864"/>
                    <a:pt x="30422" y="230701"/>
                    <a:pt x="30417" y="231563"/>
                  </a:cubicBezTo>
                  <a:cubicBezTo>
                    <a:pt x="30419" y="232295"/>
                    <a:pt x="30420" y="233027"/>
                    <a:pt x="30422" y="233780"/>
                  </a:cubicBezTo>
                  <a:cubicBezTo>
                    <a:pt x="30240" y="234594"/>
                    <a:pt x="30240" y="234594"/>
                    <a:pt x="30054" y="235423"/>
                  </a:cubicBezTo>
                  <a:cubicBezTo>
                    <a:pt x="27410" y="236611"/>
                    <a:pt x="24354" y="236274"/>
                    <a:pt x="21493" y="236266"/>
                  </a:cubicBezTo>
                  <a:cubicBezTo>
                    <a:pt x="20690" y="236267"/>
                    <a:pt x="20690" y="236267"/>
                    <a:pt x="19870" y="236268"/>
                  </a:cubicBezTo>
                  <a:cubicBezTo>
                    <a:pt x="18741" y="236269"/>
                    <a:pt x="17613" y="236267"/>
                    <a:pt x="16484" y="236264"/>
                  </a:cubicBezTo>
                  <a:cubicBezTo>
                    <a:pt x="14756" y="236260"/>
                    <a:pt x="13028" y="236264"/>
                    <a:pt x="11301" y="236269"/>
                  </a:cubicBezTo>
                  <a:cubicBezTo>
                    <a:pt x="10202" y="236268"/>
                    <a:pt x="9104" y="236268"/>
                    <a:pt x="8006" y="236266"/>
                  </a:cubicBezTo>
                  <a:cubicBezTo>
                    <a:pt x="7489" y="236268"/>
                    <a:pt x="6973" y="236269"/>
                    <a:pt x="6441" y="236271"/>
                  </a:cubicBezTo>
                  <a:cubicBezTo>
                    <a:pt x="4181" y="236260"/>
                    <a:pt x="2450" y="236144"/>
                    <a:pt x="288" y="235423"/>
                  </a:cubicBezTo>
                  <a:cubicBezTo>
                    <a:pt x="11" y="233823"/>
                    <a:pt x="11" y="233823"/>
                    <a:pt x="13" y="231659"/>
                  </a:cubicBezTo>
                  <a:cubicBezTo>
                    <a:pt x="9" y="230839"/>
                    <a:pt x="5" y="230018"/>
                    <a:pt x="0" y="229172"/>
                  </a:cubicBezTo>
                  <a:cubicBezTo>
                    <a:pt x="7" y="228260"/>
                    <a:pt x="13" y="227347"/>
                    <a:pt x="20" y="226406"/>
                  </a:cubicBezTo>
                  <a:cubicBezTo>
                    <a:pt x="18" y="225446"/>
                    <a:pt x="16" y="224485"/>
                    <a:pt x="14" y="223495"/>
                  </a:cubicBezTo>
                  <a:cubicBezTo>
                    <a:pt x="9" y="220815"/>
                    <a:pt x="18" y="218136"/>
                    <a:pt x="29" y="215457"/>
                  </a:cubicBezTo>
                  <a:cubicBezTo>
                    <a:pt x="39" y="212572"/>
                    <a:pt x="35" y="209687"/>
                    <a:pt x="34" y="206802"/>
                  </a:cubicBezTo>
                  <a:cubicBezTo>
                    <a:pt x="33" y="201800"/>
                    <a:pt x="40" y="196798"/>
                    <a:pt x="52" y="191796"/>
                  </a:cubicBezTo>
                  <a:cubicBezTo>
                    <a:pt x="70" y="184564"/>
                    <a:pt x="76" y="177331"/>
                    <a:pt x="79" y="170099"/>
                  </a:cubicBezTo>
                  <a:cubicBezTo>
                    <a:pt x="84" y="158366"/>
                    <a:pt x="99" y="146633"/>
                    <a:pt x="120" y="134901"/>
                  </a:cubicBezTo>
                  <a:cubicBezTo>
                    <a:pt x="140" y="123500"/>
                    <a:pt x="156" y="112100"/>
                    <a:pt x="166" y="100700"/>
                  </a:cubicBezTo>
                  <a:cubicBezTo>
                    <a:pt x="166" y="99998"/>
                    <a:pt x="167" y="99296"/>
                    <a:pt x="167" y="98572"/>
                  </a:cubicBezTo>
                  <a:cubicBezTo>
                    <a:pt x="170" y="95050"/>
                    <a:pt x="173" y="91527"/>
                    <a:pt x="176" y="88005"/>
                  </a:cubicBezTo>
                  <a:cubicBezTo>
                    <a:pt x="199" y="58761"/>
                    <a:pt x="238" y="29518"/>
                    <a:pt x="288" y="275"/>
                  </a:cubicBezTo>
                  <a:cubicBezTo>
                    <a:pt x="15023" y="223"/>
                    <a:pt x="29758" y="183"/>
                    <a:pt x="44493" y="159"/>
                  </a:cubicBezTo>
                  <a:cubicBezTo>
                    <a:pt x="51334" y="148"/>
                    <a:pt x="58175" y="132"/>
                    <a:pt x="65016" y="106"/>
                  </a:cubicBezTo>
                  <a:cubicBezTo>
                    <a:pt x="70976" y="84"/>
                    <a:pt x="76937" y="70"/>
                    <a:pt x="82897" y="65"/>
                  </a:cubicBezTo>
                  <a:cubicBezTo>
                    <a:pt x="86055" y="62"/>
                    <a:pt x="89213" y="55"/>
                    <a:pt x="92371" y="39"/>
                  </a:cubicBezTo>
                  <a:cubicBezTo>
                    <a:pt x="95340" y="24"/>
                    <a:pt x="98309" y="19"/>
                    <a:pt x="101278" y="22"/>
                  </a:cubicBezTo>
                  <a:cubicBezTo>
                    <a:pt x="102371" y="22"/>
                    <a:pt x="103464" y="17"/>
                    <a:pt x="104557" y="9"/>
                  </a:cubicBezTo>
                  <a:cubicBezTo>
                    <a:pt x="106043" y="-2"/>
                    <a:pt x="107528" y="1"/>
                    <a:pt x="109014" y="6"/>
                  </a:cubicBezTo>
                  <a:cubicBezTo>
                    <a:pt x="110264" y="3"/>
                    <a:pt x="110264" y="3"/>
                    <a:pt x="111540" y="0"/>
                  </a:cubicBezTo>
                  <a:close/>
                </a:path>
              </a:pathLst>
            </a:custGeom>
            <a:grpFill/>
            <a:ln w="744" cap="flat">
              <a:noFill/>
              <a:prstDash val="solid"/>
              <a:miter/>
            </a:ln>
          </p:spPr>
          <p:txBody>
            <a:bodyPr rtlCol="0" anchor="ctr"/>
            <a:lstStyle/>
            <a:p>
              <a:endParaRPr lang="zh-CN" altLang="en-US"/>
            </a:p>
          </p:txBody>
        </p:sp>
        <p:sp>
          <p:nvSpPr>
            <p:cNvPr id="119" name="任意多边形: 形状 118"/>
            <p:cNvSpPr/>
            <p:nvPr/>
          </p:nvSpPr>
          <p:spPr>
            <a:xfrm>
              <a:off x="8241272" y="1392846"/>
              <a:ext cx="181213" cy="236109"/>
            </a:xfrm>
            <a:custGeom>
              <a:avLst/>
              <a:gdLst>
                <a:gd name="connsiteX0" fmla="*/ 11726 w 181213"/>
                <a:gd name="connsiteY0" fmla="*/ 1593 h 236109"/>
                <a:gd name="connsiteX1" fmla="*/ 52654 w 181213"/>
                <a:gd name="connsiteY1" fmla="*/ 1593 h 236109"/>
                <a:gd name="connsiteX2" fmla="*/ 53398 w 181213"/>
                <a:gd name="connsiteY2" fmla="*/ 7547 h 236109"/>
                <a:gd name="connsiteX3" fmla="*/ 55630 w 181213"/>
                <a:gd name="connsiteY3" fmla="*/ 8291 h 236109"/>
                <a:gd name="connsiteX4" fmla="*/ 55418 w 181213"/>
                <a:gd name="connsiteY4" fmla="*/ 16383 h 236109"/>
                <a:gd name="connsiteX5" fmla="*/ 55630 w 181213"/>
                <a:gd name="connsiteY5" fmla="*/ 18709 h 236109"/>
                <a:gd name="connsiteX6" fmla="*/ 58607 w 181213"/>
                <a:gd name="connsiteY6" fmla="*/ 19453 h 236109"/>
                <a:gd name="connsiteX7" fmla="*/ 58793 w 181213"/>
                <a:gd name="connsiteY7" fmla="*/ 24336 h 236109"/>
                <a:gd name="connsiteX8" fmla="*/ 58712 w 181213"/>
                <a:gd name="connsiteY8" fmla="*/ 27037 h 236109"/>
                <a:gd name="connsiteX9" fmla="*/ 58607 w 181213"/>
                <a:gd name="connsiteY9" fmla="*/ 29127 h 236109"/>
                <a:gd name="connsiteX10" fmla="*/ 60839 w 181213"/>
                <a:gd name="connsiteY10" fmla="*/ 29127 h 236109"/>
                <a:gd name="connsiteX11" fmla="*/ 61584 w 181213"/>
                <a:gd name="connsiteY11" fmla="*/ 39545 h 236109"/>
                <a:gd name="connsiteX12" fmla="*/ 63816 w 181213"/>
                <a:gd name="connsiteY12" fmla="*/ 39545 h 236109"/>
                <a:gd name="connsiteX13" fmla="*/ 63900 w 181213"/>
                <a:gd name="connsiteY13" fmla="*/ 41635 h 236109"/>
                <a:gd name="connsiteX14" fmla="*/ 64048 w 181213"/>
                <a:gd name="connsiteY14" fmla="*/ 44335 h 236109"/>
                <a:gd name="connsiteX15" fmla="*/ 64179 w 181213"/>
                <a:gd name="connsiteY15" fmla="*/ 47030 h 236109"/>
                <a:gd name="connsiteX16" fmla="*/ 64560 w 181213"/>
                <a:gd name="connsiteY16" fmla="*/ 49218 h 236109"/>
                <a:gd name="connsiteX17" fmla="*/ 66793 w 181213"/>
                <a:gd name="connsiteY17" fmla="*/ 49963 h 236109"/>
                <a:gd name="connsiteX18" fmla="*/ 67304 w 181213"/>
                <a:gd name="connsiteY18" fmla="*/ 54846 h 236109"/>
                <a:gd name="connsiteX19" fmla="*/ 67452 w 181213"/>
                <a:gd name="connsiteY19" fmla="*/ 57546 h 236109"/>
                <a:gd name="connsiteX20" fmla="*/ 67537 w 181213"/>
                <a:gd name="connsiteY20" fmla="*/ 59636 h 236109"/>
                <a:gd name="connsiteX21" fmla="*/ 69025 w 181213"/>
                <a:gd name="connsiteY21" fmla="*/ 59636 h 236109"/>
                <a:gd name="connsiteX22" fmla="*/ 69769 w 181213"/>
                <a:gd name="connsiteY22" fmla="*/ 70054 h 236109"/>
                <a:gd name="connsiteX23" fmla="*/ 72002 w 181213"/>
                <a:gd name="connsiteY23" fmla="*/ 70054 h 236109"/>
                <a:gd name="connsiteX24" fmla="*/ 72746 w 181213"/>
                <a:gd name="connsiteY24" fmla="*/ 79728 h 236109"/>
                <a:gd name="connsiteX25" fmla="*/ 74978 w 181213"/>
                <a:gd name="connsiteY25" fmla="*/ 79728 h 236109"/>
                <a:gd name="connsiteX26" fmla="*/ 75089 w 181213"/>
                <a:gd name="connsiteY26" fmla="*/ 81818 h 236109"/>
                <a:gd name="connsiteX27" fmla="*/ 75257 w 181213"/>
                <a:gd name="connsiteY27" fmla="*/ 84519 h 236109"/>
                <a:gd name="connsiteX28" fmla="*/ 75414 w 181213"/>
                <a:gd name="connsiteY28" fmla="*/ 87213 h 236109"/>
                <a:gd name="connsiteX29" fmla="*/ 75722 w 181213"/>
                <a:gd name="connsiteY29" fmla="*/ 89402 h 236109"/>
                <a:gd name="connsiteX30" fmla="*/ 77210 w 181213"/>
                <a:gd name="connsiteY30" fmla="*/ 90146 h 236109"/>
                <a:gd name="connsiteX31" fmla="*/ 77583 w 181213"/>
                <a:gd name="connsiteY31" fmla="*/ 94192 h 236109"/>
                <a:gd name="connsiteX32" fmla="*/ 79443 w 181213"/>
                <a:gd name="connsiteY32" fmla="*/ 99820 h 236109"/>
                <a:gd name="connsiteX33" fmla="*/ 80187 w 181213"/>
                <a:gd name="connsiteY33" fmla="*/ 99820 h 236109"/>
                <a:gd name="connsiteX34" fmla="*/ 80271 w 181213"/>
                <a:gd name="connsiteY34" fmla="*/ 101910 h 236109"/>
                <a:gd name="connsiteX35" fmla="*/ 80420 w 181213"/>
                <a:gd name="connsiteY35" fmla="*/ 104610 h 236109"/>
                <a:gd name="connsiteX36" fmla="*/ 80550 w 181213"/>
                <a:gd name="connsiteY36" fmla="*/ 107305 h 236109"/>
                <a:gd name="connsiteX37" fmla="*/ 80931 w 181213"/>
                <a:gd name="connsiteY37" fmla="*/ 109494 h 236109"/>
                <a:gd name="connsiteX38" fmla="*/ 83164 w 181213"/>
                <a:gd name="connsiteY38" fmla="*/ 110238 h 236109"/>
                <a:gd name="connsiteX39" fmla="*/ 83582 w 181213"/>
                <a:gd name="connsiteY39" fmla="*/ 115075 h 236109"/>
                <a:gd name="connsiteX40" fmla="*/ 83908 w 181213"/>
                <a:gd name="connsiteY40" fmla="*/ 119912 h 236109"/>
                <a:gd name="connsiteX41" fmla="*/ 85396 w 181213"/>
                <a:gd name="connsiteY41" fmla="*/ 120656 h 236109"/>
                <a:gd name="connsiteX42" fmla="*/ 85768 w 181213"/>
                <a:gd name="connsiteY42" fmla="*/ 124702 h 236109"/>
                <a:gd name="connsiteX43" fmla="*/ 87628 w 181213"/>
                <a:gd name="connsiteY43" fmla="*/ 130330 h 236109"/>
                <a:gd name="connsiteX44" fmla="*/ 88373 w 181213"/>
                <a:gd name="connsiteY44" fmla="*/ 130330 h 236109"/>
                <a:gd name="connsiteX45" fmla="*/ 88457 w 181213"/>
                <a:gd name="connsiteY45" fmla="*/ 132420 h 236109"/>
                <a:gd name="connsiteX46" fmla="*/ 88605 w 181213"/>
                <a:gd name="connsiteY46" fmla="*/ 135120 h 236109"/>
                <a:gd name="connsiteX47" fmla="*/ 88736 w 181213"/>
                <a:gd name="connsiteY47" fmla="*/ 137815 h 236109"/>
                <a:gd name="connsiteX48" fmla="*/ 89117 w 181213"/>
                <a:gd name="connsiteY48" fmla="*/ 140004 h 236109"/>
                <a:gd name="connsiteX49" fmla="*/ 91349 w 181213"/>
                <a:gd name="connsiteY49" fmla="*/ 140748 h 236109"/>
                <a:gd name="connsiteX50" fmla="*/ 91768 w 181213"/>
                <a:gd name="connsiteY50" fmla="*/ 145585 h 236109"/>
                <a:gd name="connsiteX51" fmla="*/ 92093 w 181213"/>
                <a:gd name="connsiteY51" fmla="*/ 150422 h 236109"/>
                <a:gd name="connsiteX52" fmla="*/ 93582 w 181213"/>
                <a:gd name="connsiteY52" fmla="*/ 151166 h 236109"/>
                <a:gd name="connsiteX53" fmla="*/ 94047 w 181213"/>
                <a:gd name="connsiteY53" fmla="*/ 156421 h 236109"/>
                <a:gd name="connsiteX54" fmla="*/ 94215 w 181213"/>
                <a:gd name="connsiteY54" fmla="*/ 159331 h 236109"/>
                <a:gd name="connsiteX55" fmla="*/ 94326 w 181213"/>
                <a:gd name="connsiteY55" fmla="*/ 161584 h 236109"/>
                <a:gd name="connsiteX56" fmla="*/ 96558 w 181213"/>
                <a:gd name="connsiteY56" fmla="*/ 161584 h 236109"/>
                <a:gd name="connsiteX57" fmla="*/ 97302 w 181213"/>
                <a:gd name="connsiteY57" fmla="*/ 172002 h 236109"/>
                <a:gd name="connsiteX58" fmla="*/ 99535 w 181213"/>
                <a:gd name="connsiteY58" fmla="*/ 172002 h 236109"/>
                <a:gd name="connsiteX59" fmla="*/ 99645 w 181213"/>
                <a:gd name="connsiteY59" fmla="*/ 174092 h 236109"/>
                <a:gd name="connsiteX60" fmla="*/ 99814 w 181213"/>
                <a:gd name="connsiteY60" fmla="*/ 176792 h 236109"/>
                <a:gd name="connsiteX61" fmla="*/ 99971 w 181213"/>
                <a:gd name="connsiteY61" fmla="*/ 179487 h 236109"/>
                <a:gd name="connsiteX62" fmla="*/ 100279 w 181213"/>
                <a:gd name="connsiteY62" fmla="*/ 181675 h 236109"/>
                <a:gd name="connsiteX63" fmla="*/ 101767 w 181213"/>
                <a:gd name="connsiteY63" fmla="*/ 182420 h 236109"/>
                <a:gd name="connsiteX64" fmla="*/ 102186 w 181213"/>
                <a:gd name="connsiteY64" fmla="*/ 186884 h 236109"/>
                <a:gd name="connsiteX65" fmla="*/ 103255 w 181213"/>
                <a:gd name="connsiteY65" fmla="*/ 192093 h 236109"/>
                <a:gd name="connsiteX66" fmla="*/ 104418 w 181213"/>
                <a:gd name="connsiteY66" fmla="*/ 185675 h 236109"/>
                <a:gd name="connsiteX67" fmla="*/ 104607 w 181213"/>
                <a:gd name="connsiteY67" fmla="*/ 182995 h 236109"/>
                <a:gd name="connsiteX68" fmla="*/ 104744 w 181213"/>
                <a:gd name="connsiteY68" fmla="*/ 180931 h 236109"/>
                <a:gd name="connsiteX69" fmla="*/ 106976 w 181213"/>
                <a:gd name="connsiteY69" fmla="*/ 180931 h 236109"/>
                <a:gd name="connsiteX70" fmla="*/ 107087 w 181213"/>
                <a:gd name="connsiteY70" fmla="*/ 178841 h 236109"/>
                <a:gd name="connsiteX71" fmla="*/ 107255 w 181213"/>
                <a:gd name="connsiteY71" fmla="*/ 176141 h 236109"/>
                <a:gd name="connsiteX72" fmla="*/ 107412 w 181213"/>
                <a:gd name="connsiteY72" fmla="*/ 173446 h 236109"/>
                <a:gd name="connsiteX73" fmla="*/ 107720 w 181213"/>
                <a:gd name="connsiteY73" fmla="*/ 171258 h 236109"/>
                <a:gd name="connsiteX74" fmla="*/ 109209 w 181213"/>
                <a:gd name="connsiteY74" fmla="*/ 170513 h 236109"/>
                <a:gd name="connsiteX75" fmla="*/ 109860 w 181213"/>
                <a:gd name="connsiteY75" fmla="*/ 164049 h 236109"/>
                <a:gd name="connsiteX76" fmla="*/ 109953 w 181213"/>
                <a:gd name="connsiteY76" fmla="*/ 161584 h 236109"/>
                <a:gd name="connsiteX77" fmla="*/ 112185 w 181213"/>
                <a:gd name="connsiteY77" fmla="*/ 160095 h 236109"/>
                <a:gd name="connsiteX78" fmla="*/ 112697 w 181213"/>
                <a:gd name="connsiteY78" fmla="*/ 155165 h 236109"/>
                <a:gd name="connsiteX79" fmla="*/ 112845 w 181213"/>
                <a:gd name="connsiteY79" fmla="*/ 152485 h 236109"/>
                <a:gd name="connsiteX80" fmla="*/ 112929 w 181213"/>
                <a:gd name="connsiteY80" fmla="*/ 150422 h 236109"/>
                <a:gd name="connsiteX81" fmla="*/ 115162 w 181213"/>
                <a:gd name="connsiteY81" fmla="*/ 150422 h 236109"/>
                <a:gd name="connsiteX82" fmla="*/ 115906 w 181213"/>
                <a:gd name="connsiteY82" fmla="*/ 140004 h 236109"/>
                <a:gd name="connsiteX83" fmla="*/ 118138 w 181213"/>
                <a:gd name="connsiteY83" fmla="*/ 140004 h 236109"/>
                <a:gd name="connsiteX84" fmla="*/ 118060 w 181213"/>
                <a:gd name="connsiteY84" fmla="*/ 138129 h 236109"/>
                <a:gd name="connsiteX85" fmla="*/ 117999 w 181213"/>
                <a:gd name="connsiteY85" fmla="*/ 135678 h 236109"/>
                <a:gd name="connsiteX86" fmla="*/ 117920 w 181213"/>
                <a:gd name="connsiteY86" fmla="*/ 133245 h 236109"/>
                <a:gd name="connsiteX87" fmla="*/ 120371 w 181213"/>
                <a:gd name="connsiteY87" fmla="*/ 128842 h 236109"/>
                <a:gd name="connsiteX88" fmla="*/ 120882 w 181213"/>
                <a:gd name="connsiteY88" fmla="*/ 124237 h 236109"/>
                <a:gd name="connsiteX89" fmla="*/ 121030 w 181213"/>
                <a:gd name="connsiteY89" fmla="*/ 121787 h 236109"/>
                <a:gd name="connsiteX90" fmla="*/ 121115 w 181213"/>
                <a:gd name="connsiteY90" fmla="*/ 119912 h 236109"/>
                <a:gd name="connsiteX91" fmla="*/ 123347 w 181213"/>
                <a:gd name="connsiteY91" fmla="*/ 120656 h 236109"/>
                <a:gd name="connsiteX92" fmla="*/ 123458 w 181213"/>
                <a:gd name="connsiteY92" fmla="*/ 118403 h 236109"/>
                <a:gd name="connsiteX93" fmla="*/ 123626 w 181213"/>
                <a:gd name="connsiteY93" fmla="*/ 115493 h 236109"/>
                <a:gd name="connsiteX94" fmla="*/ 123783 w 181213"/>
                <a:gd name="connsiteY94" fmla="*/ 112590 h 236109"/>
                <a:gd name="connsiteX95" fmla="*/ 124091 w 181213"/>
                <a:gd name="connsiteY95" fmla="*/ 110238 h 236109"/>
                <a:gd name="connsiteX96" fmla="*/ 125580 w 181213"/>
                <a:gd name="connsiteY96" fmla="*/ 109494 h 236109"/>
                <a:gd name="connsiteX97" fmla="*/ 126649 w 181213"/>
                <a:gd name="connsiteY97" fmla="*/ 102192 h 236109"/>
                <a:gd name="connsiteX98" fmla="*/ 127068 w 181213"/>
                <a:gd name="connsiteY98" fmla="*/ 99820 h 236109"/>
                <a:gd name="connsiteX99" fmla="*/ 128556 w 181213"/>
                <a:gd name="connsiteY99" fmla="*/ 99076 h 236109"/>
                <a:gd name="connsiteX100" fmla="*/ 129021 w 181213"/>
                <a:gd name="connsiteY100" fmla="*/ 94937 h 236109"/>
                <a:gd name="connsiteX101" fmla="*/ 129190 w 181213"/>
                <a:gd name="connsiteY101" fmla="*/ 92655 h 236109"/>
                <a:gd name="connsiteX102" fmla="*/ 129300 w 181213"/>
                <a:gd name="connsiteY102" fmla="*/ 90890 h 236109"/>
                <a:gd name="connsiteX103" fmla="*/ 131533 w 181213"/>
                <a:gd name="connsiteY103" fmla="*/ 90890 h 236109"/>
                <a:gd name="connsiteX104" fmla="*/ 132277 w 181213"/>
                <a:gd name="connsiteY104" fmla="*/ 80472 h 236109"/>
                <a:gd name="connsiteX105" fmla="*/ 134509 w 181213"/>
                <a:gd name="connsiteY105" fmla="*/ 80472 h 236109"/>
                <a:gd name="connsiteX106" fmla="*/ 134431 w 181213"/>
                <a:gd name="connsiteY106" fmla="*/ 78597 h 236109"/>
                <a:gd name="connsiteX107" fmla="*/ 134370 w 181213"/>
                <a:gd name="connsiteY107" fmla="*/ 76147 h 236109"/>
                <a:gd name="connsiteX108" fmla="*/ 134291 w 181213"/>
                <a:gd name="connsiteY108" fmla="*/ 73714 h 236109"/>
                <a:gd name="connsiteX109" fmla="*/ 135611 w 181213"/>
                <a:gd name="connsiteY109" fmla="*/ 70447 h 236109"/>
                <a:gd name="connsiteX110" fmla="*/ 137184 w 181213"/>
                <a:gd name="connsiteY110" fmla="*/ 61747 h 236109"/>
                <a:gd name="connsiteX111" fmla="*/ 137486 w 181213"/>
                <a:gd name="connsiteY111" fmla="*/ 59636 h 236109"/>
                <a:gd name="connsiteX112" fmla="*/ 139718 w 181213"/>
                <a:gd name="connsiteY112" fmla="*/ 58892 h 236109"/>
                <a:gd name="connsiteX113" fmla="*/ 140137 w 181213"/>
                <a:gd name="connsiteY113" fmla="*/ 54427 h 236109"/>
                <a:gd name="connsiteX114" fmla="*/ 140462 w 181213"/>
                <a:gd name="connsiteY114" fmla="*/ 49963 h 236109"/>
                <a:gd name="connsiteX115" fmla="*/ 141951 w 181213"/>
                <a:gd name="connsiteY115" fmla="*/ 49218 h 236109"/>
                <a:gd name="connsiteX116" fmla="*/ 142695 w 181213"/>
                <a:gd name="connsiteY116" fmla="*/ 44382 h 236109"/>
                <a:gd name="connsiteX117" fmla="*/ 143439 w 181213"/>
                <a:gd name="connsiteY117" fmla="*/ 39545 h 236109"/>
                <a:gd name="connsiteX118" fmla="*/ 144927 w 181213"/>
                <a:gd name="connsiteY118" fmla="*/ 38801 h 236109"/>
                <a:gd name="connsiteX119" fmla="*/ 145392 w 181213"/>
                <a:gd name="connsiteY119" fmla="*/ 33917 h 236109"/>
                <a:gd name="connsiteX120" fmla="*/ 145561 w 181213"/>
                <a:gd name="connsiteY120" fmla="*/ 31217 h 236109"/>
                <a:gd name="connsiteX121" fmla="*/ 145671 w 181213"/>
                <a:gd name="connsiteY121" fmla="*/ 29127 h 236109"/>
                <a:gd name="connsiteX122" fmla="*/ 147160 w 181213"/>
                <a:gd name="connsiteY122" fmla="*/ 29127 h 236109"/>
                <a:gd name="connsiteX123" fmla="*/ 148293 w 181213"/>
                <a:gd name="connsiteY123" fmla="*/ 21264 h 236109"/>
                <a:gd name="connsiteX124" fmla="*/ 148648 w 181213"/>
                <a:gd name="connsiteY124" fmla="*/ 19453 h 236109"/>
                <a:gd name="connsiteX125" fmla="*/ 150880 w 181213"/>
                <a:gd name="connsiteY125" fmla="*/ 18709 h 236109"/>
                <a:gd name="connsiteX126" fmla="*/ 151299 w 181213"/>
                <a:gd name="connsiteY126" fmla="*/ 14244 h 236109"/>
                <a:gd name="connsiteX127" fmla="*/ 151625 w 181213"/>
                <a:gd name="connsiteY127" fmla="*/ 9779 h 236109"/>
                <a:gd name="connsiteX128" fmla="*/ 153113 w 181213"/>
                <a:gd name="connsiteY128" fmla="*/ 9035 h 236109"/>
                <a:gd name="connsiteX129" fmla="*/ 153578 w 181213"/>
                <a:gd name="connsiteY129" fmla="*/ 5268 h 236109"/>
                <a:gd name="connsiteX130" fmla="*/ 153747 w 181213"/>
                <a:gd name="connsiteY130" fmla="*/ 3195 h 236109"/>
                <a:gd name="connsiteX131" fmla="*/ 153857 w 181213"/>
                <a:gd name="connsiteY131" fmla="*/ 1593 h 236109"/>
                <a:gd name="connsiteX132" fmla="*/ 170031 w 181213"/>
                <a:gd name="connsiteY132" fmla="*/ 1553 h 236109"/>
                <a:gd name="connsiteX133" fmla="*/ 175538 w 181213"/>
                <a:gd name="connsiteY133" fmla="*/ 1537 h 236109"/>
                <a:gd name="connsiteX134" fmla="*/ 183434 w 181213"/>
                <a:gd name="connsiteY134" fmla="*/ 1521 h 236109"/>
                <a:gd name="connsiteX135" fmla="*/ 185938 w 181213"/>
                <a:gd name="connsiteY135" fmla="*/ 1509 h 236109"/>
                <a:gd name="connsiteX136" fmla="*/ 188240 w 181213"/>
                <a:gd name="connsiteY136" fmla="*/ 1509 h 236109"/>
                <a:gd name="connsiteX137" fmla="*/ 190278 w 181213"/>
                <a:gd name="connsiteY137" fmla="*/ 1504 h 236109"/>
                <a:gd name="connsiteX138" fmla="*/ 192552 w 181213"/>
                <a:gd name="connsiteY138" fmla="*/ 2338 h 236109"/>
                <a:gd name="connsiteX139" fmla="*/ 192648 w 181213"/>
                <a:gd name="connsiteY139" fmla="*/ 6088 h 236109"/>
                <a:gd name="connsiteX140" fmla="*/ 192655 w 181213"/>
                <a:gd name="connsiteY140" fmla="*/ 8565 h 236109"/>
                <a:gd name="connsiteX141" fmla="*/ 192652 w 181213"/>
                <a:gd name="connsiteY141" fmla="*/ 11321 h 236109"/>
                <a:gd name="connsiteX142" fmla="*/ 192657 w 181213"/>
                <a:gd name="connsiteY142" fmla="*/ 14222 h 236109"/>
                <a:gd name="connsiteX143" fmla="*/ 192660 w 181213"/>
                <a:gd name="connsiteY143" fmla="*/ 22230 h 236109"/>
                <a:gd name="connsiteX144" fmla="*/ 192668 w 181213"/>
                <a:gd name="connsiteY144" fmla="*/ 30853 h 236109"/>
                <a:gd name="connsiteX145" fmla="*/ 192677 w 181213"/>
                <a:gd name="connsiteY145" fmla="*/ 47758 h 236109"/>
                <a:gd name="connsiteX146" fmla="*/ 192681 w 181213"/>
                <a:gd name="connsiteY146" fmla="*/ 61492 h 236109"/>
                <a:gd name="connsiteX147" fmla="*/ 192690 w 181213"/>
                <a:gd name="connsiteY147" fmla="*/ 100381 h 236109"/>
                <a:gd name="connsiteX148" fmla="*/ 192690 w 181213"/>
                <a:gd name="connsiteY148" fmla="*/ 102501 h 236109"/>
                <a:gd name="connsiteX149" fmla="*/ 192690 w 181213"/>
                <a:gd name="connsiteY149" fmla="*/ 104624 h 236109"/>
                <a:gd name="connsiteX150" fmla="*/ 192707 w 181213"/>
                <a:gd name="connsiteY150" fmla="*/ 138698 h 236109"/>
                <a:gd name="connsiteX151" fmla="*/ 192723 w 181213"/>
                <a:gd name="connsiteY151" fmla="*/ 173640 h 236109"/>
                <a:gd name="connsiteX152" fmla="*/ 192732 w 181213"/>
                <a:gd name="connsiteY152" fmla="*/ 193275 h 236109"/>
                <a:gd name="connsiteX153" fmla="*/ 192736 w 181213"/>
                <a:gd name="connsiteY153" fmla="*/ 209990 h 236109"/>
                <a:gd name="connsiteX154" fmla="*/ 192740 w 181213"/>
                <a:gd name="connsiteY154" fmla="*/ 218526 h 236109"/>
                <a:gd name="connsiteX155" fmla="*/ 192736 w 181213"/>
                <a:gd name="connsiteY155" fmla="*/ 227759 h 236109"/>
                <a:gd name="connsiteX156" fmla="*/ 192748 w 181213"/>
                <a:gd name="connsiteY156" fmla="*/ 230514 h 236109"/>
                <a:gd name="connsiteX157" fmla="*/ 192737 w 181213"/>
                <a:gd name="connsiteY157" fmla="*/ 232992 h 236109"/>
                <a:gd name="connsiteX158" fmla="*/ 192738 w 181213"/>
                <a:gd name="connsiteY158" fmla="*/ 235147 h 236109"/>
                <a:gd name="connsiteX159" fmla="*/ 192552 w 181213"/>
                <a:gd name="connsiteY159" fmla="*/ 236742 h 236109"/>
                <a:gd name="connsiteX160" fmla="*/ 185788 w 181213"/>
                <a:gd name="connsiteY160" fmla="*/ 237585 h 236109"/>
                <a:gd name="connsiteX161" fmla="*/ 184209 w 181213"/>
                <a:gd name="connsiteY161" fmla="*/ 237587 h 236109"/>
                <a:gd name="connsiteX162" fmla="*/ 180901 w 181213"/>
                <a:gd name="connsiteY162" fmla="*/ 237583 h 236109"/>
                <a:gd name="connsiteX163" fmla="*/ 175840 w 181213"/>
                <a:gd name="connsiteY163" fmla="*/ 237588 h 236109"/>
                <a:gd name="connsiteX164" fmla="*/ 172626 w 181213"/>
                <a:gd name="connsiteY164" fmla="*/ 237585 h 236109"/>
                <a:gd name="connsiteX165" fmla="*/ 169667 w 181213"/>
                <a:gd name="connsiteY165" fmla="*/ 237582 h 236109"/>
                <a:gd name="connsiteX166" fmla="*/ 165019 w 181213"/>
                <a:gd name="connsiteY166" fmla="*/ 236742 h 236109"/>
                <a:gd name="connsiteX167" fmla="*/ 164722 w 181213"/>
                <a:gd name="connsiteY167" fmla="*/ 229872 h 236109"/>
                <a:gd name="connsiteX168" fmla="*/ 164707 w 181213"/>
                <a:gd name="connsiteY168" fmla="*/ 227660 h 236109"/>
                <a:gd name="connsiteX169" fmla="*/ 164697 w 181213"/>
                <a:gd name="connsiteY169" fmla="*/ 220263 h 236109"/>
                <a:gd name="connsiteX170" fmla="*/ 164674 w 181213"/>
                <a:gd name="connsiteY170" fmla="*/ 214984 h 236109"/>
                <a:gd name="connsiteX171" fmla="*/ 164644 w 181213"/>
                <a:gd name="connsiteY171" fmla="*/ 202099 h 236109"/>
                <a:gd name="connsiteX172" fmla="*/ 164603 w 181213"/>
                <a:gd name="connsiteY172" fmla="*/ 187112 h 236109"/>
                <a:gd name="connsiteX173" fmla="*/ 164533 w 181213"/>
                <a:gd name="connsiteY173" fmla="*/ 160382 h 236109"/>
                <a:gd name="connsiteX174" fmla="*/ 164470 w 181213"/>
                <a:gd name="connsiteY174" fmla="*/ 134411 h 236109"/>
                <a:gd name="connsiteX175" fmla="*/ 164465 w 181213"/>
                <a:gd name="connsiteY175" fmla="*/ 132795 h 236109"/>
                <a:gd name="connsiteX176" fmla="*/ 164440 w 181213"/>
                <a:gd name="connsiteY176" fmla="*/ 124769 h 236109"/>
                <a:gd name="connsiteX177" fmla="*/ 164275 w 181213"/>
                <a:gd name="connsiteY177" fmla="*/ 58148 h 236109"/>
                <a:gd name="connsiteX178" fmla="*/ 162322 w 181213"/>
                <a:gd name="connsiteY178" fmla="*/ 65404 h 236109"/>
                <a:gd name="connsiteX179" fmla="*/ 162153 w 181213"/>
                <a:gd name="connsiteY179" fmla="*/ 67624 h 236109"/>
                <a:gd name="connsiteX180" fmla="*/ 162043 w 181213"/>
                <a:gd name="connsiteY180" fmla="*/ 69310 h 236109"/>
                <a:gd name="connsiteX181" fmla="*/ 159810 w 181213"/>
                <a:gd name="connsiteY181" fmla="*/ 69310 h 236109"/>
                <a:gd name="connsiteX182" fmla="*/ 159066 w 181213"/>
                <a:gd name="connsiteY182" fmla="*/ 79728 h 236109"/>
                <a:gd name="connsiteX183" fmla="*/ 156834 w 181213"/>
                <a:gd name="connsiteY183" fmla="*/ 79728 h 236109"/>
                <a:gd name="connsiteX184" fmla="*/ 156834 w 181213"/>
                <a:gd name="connsiteY184" fmla="*/ 90146 h 236109"/>
                <a:gd name="connsiteX185" fmla="*/ 154601 w 181213"/>
                <a:gd name="connsiteY185" fmla="*/ 89402 h 236109"/>
                <a:gd name="connsiteX186" fmla="*/ 153857 w 181213"/>
                <a:gd name="connsiteY186" fmla="*/ 99820 h 236109"/>
                <a:gd name="connsiteX187" fmla="*/ 151625 w 181213"/>
                <a:gd name="connsiteY187" fmla="*/ 99820 h 236109"/>
                <a:gd name="connsiteX188" fmla="*/ 151514 w 181213"/>
                <a:gd name="connsiteY188" fmla="*/ 102073 h 236109"/>
                <a:gd name="connsiteX189" fmla="*/ 151346 w 181213"/>
                <a:gd name="connsiteY189" fmla="*/ 104983 h 236109"/>
                <a:gd name="connsiteX190" fmla="*/ 151189 w 181213"/>
                <a:gd name="connsiteY190" fmla="*/ 107886 h 236109"/>
                <a:gd name="connsiteX191" fmla="*/ 150880 w 181213"/>
                <a:gd name="connsiteY191" fmla="*/ 110238 h 236109"/>
                <a:gd name="connsiteX192" fmla="*/ 149392 w 181213"/>
                <a:gd name="connsiteY192" fmla="*/ 110982 h 236109"/>
                <a:gd name="connsiteX193" fmla="*/ 148976 w 181213"/>
                <a:gd name="connsiteY193" fmla="*/ 117912 h 236109"/>
                <a:gd name="connsiteX194" fmla="*/ 148648 w 181213"/>
                <a:gd name="connsiteY194" fmla="*/ 119912 h 236109"/>
                <a:gd name="connsiteX195" fmla="*/ 146416 w 181213"/>
                <a:gd name="connsiteY195" fmla="*/ 120656 h 236109"/>
                <a:gd name="connsiteX196" fmla="*/ 146043 w 181213"/>
                <a:gd name="connsiteY196" fmla="*/ 125074 h 236109"/>
                <a:gd name="connsiteX197" fmla="*/ 145671 w 181213"/>
                <a:gd name="connsiteY197" fmla="*/ 129586 h 236109"/>
                <a:gd name="connsiteX198" fmla="*/ 143439 w 181213"/>
                <a:gd name="connsiteY198" fmla="*/ 131074 h 236109"/>
                <a:gd name="connsiteX199" fmla="*/ 142927 w 181213"/>
                <a:gd name="connsiteY199" fmla="*/ 135632 h 236109"/>
                <a:gd name="connsiteX200" fmla="*/ 142779 w 181213"/>
                <a:gd name="connsiteY200" fmla="*/ 138103 h 236109"/>
                <a:gd name="connsiteX201" fmla="*/ 142695 w 181213"/>
                <a:gd name="connsiteY201" fmla="*/ 140004 h 236109"/>
                <a:gd name="connsiteX202" fmla="*/ 140462 w 181213"/>
                <a:gd name="connsiteY202" fmla="*/ 140004 h 236109"/>
                <a:gd name="connsiteX203" fmla="*/ 140541 w 181213"/>
                <a:gd name="connsiteY203" fmla="*/ 142094 h 236109"/>
                <a:gd name="connsiteX204" fmla="*/ 140602 w 181213"/>
                <a:gd name="connsiteY204" fmla="*/ 144794 h 236109"/>
                <a:gd name="connsiteX205" fmla="*/ 140680 w 181213"/>
                <a:gd name="connsiteY205" fmla="*/ 147489 h 236109"/>
                <a:gd name="connsiteX206" fmla="*/ 140462 w 181213"/>
                <a:gd name="connsiteY206" fmla="*/ 149677 h 236109"/>
                <a:gd name="connsiteX207" fmla="*/ 138230 w 181213"/>
                <a:gd name="connsiteY207" fmla="*/ 150422 h 236109"/>
                <a:gd name="connsiteX208" fmla="*/ 137718 w 181213"/>
                <a:gd name="connsiteY208" fmla="*/ 155305 h 236109"/>
                <a:gd name="connsiteX209" fmla="*/ 137570 w 181213"/>
                <a:gd name="connsiteY209" fmla="*/ 158005 h 236109"/>
                <a:gd name="connsiteX210" fmla="*/ 137486 w 181213"/>
                <a:gd name="connsiteY210" fmla="*/ 160095 h 236109"/>
                <a:gd name="connsiteX211" fmla="*/ 135998 w 181213"/>
                <a:gd name="connsiteY211" fmla="*/ 160095 h 236109"/>
                <a:gd name="connsiteX212" fmla="*/ 134864 w 181213"/>
                <a:gd name="connsiteY212" fmla="*/ 167958 h 236109"/>
                <a:gd name="connsiteX213" fmla="*/ 134509 w 181213"/>
                <a:gd name="connsiteY213" fmla="*/ 169769 h 236109"/>
                <a:gd name="connsiteX214" fmla="*/ 132277 w 181213"/>
                <a:gd name="connsiteY214" fmla="*/ 170513 h 236109"/>
                <a:gd name="connsiteX215" fmla="*/ 132137 w 181213"/>
                <a:gd name="connsiteY215" fmla="*/ 175769 h 236109"/>
                <a:gd name="connsiteX216" fmla="*/ 132198 w 181213"/>
                <a:gd name="connsiteY216" fmla="*/ 178679 h 236109"/>
                <a:gd name="connsiteX217" fmla="*/ 132277 w 181213"/>
                <a:gd name="connsiteY217" fmla="*/ 180931 h 236109"/>
                <a:gd name="connsiteX218" fmla="*/ 130044 w 181213"/>
                <a:gd name="connsiteY218" fmla="*/ 180187 h 236109"/>
                <a:gd name="connsiteX219" fmla="*/ 129300 w 181213"/>
                <a:gd name="connsiteY219" fmla="*/ 189861 h 236109"/>
                <a:gd name="connsiteX220" fmla="*/ 127068 w 181213"/>
                <a:gd name="connsiteY220" fmla="*/ 189861 h 236109"/>
                <a:gd name="connsiteX221" fmla="*/ 126324 w 181213"/>
                <a:gd name="connsiteY221" fmla="*/ 199535 h 236109"/>
                <a:gd name="connsiteX222" fmla="*/ 124835 w 181213"/>
                <a:gd name="connsiteY222" fmla="*/ 199535 h 236109"/>
                <a:gd name="connsiteX223" fmla="*/ 124751 w 181213"/>
                <a:gd name="connsiteY223" fmla="*/ 201625 h 236109"/>
                <a:gd name="connsiteX224" fmla="*/ 124603 w 181213"/>
                <a:gd name="connsiteY224" fmla="*/ 204325 h 236109"/>
                <a:gd name="connsiteX225" fmla="*/ 124472 w 181213"/>
                <a:gd name="connsiteY225" fmla="*/ 207020 h 236109"/>
                <a:gd name="connsiteX226" fmla="*/ 124091 w 181213"/>
                <a:gd name="connsiteY226" fmla="*/ 209209 h 236109"/>
                <a:gd name="connsiteX227" fmla="*/ 121859 w 181213"/>
                <a:gd name="connsiteY227" fmla="*/ 209953 h 236109"/>
                <a:gd name="connsiteX228" fmla="*/ 121347 w 181213"/>
                <a:gd name="connsiteY228" fmla="*/ 214836 h 236109"/>
                <a:gd name="connsiteX229" fmla="*/ 121199 w 181213"/>
                <a:gd name="connsiteY229" fmla="*/ 217537 h 236109"/>
                <a:gd name="connsiteX230" fmla="*/ 121115 w 181213"/>
                <a:gd name="connsiteY230" fmla="*/ 219627 h 236109"/>
                <a:gd name="connsiteX231" fmla="*/ 118882 w 181213"/>
                <a:gd name="connsiteY231" fmla="*/ 219627 h 236109"/>
                <a:gd name="connsiteX232" fmla="*/ 118772 w 181213"/>
                <a:gd name="connsiteY232" fmla="*/ 221717 h 236109"/>
                <a:gd name="connsiteX233" fmla="*/ 118603 w 181213"/>
                <a:gd name="connsiteY233" fmla="*/ 224417 h 236109"/>
                <a:gd name="connsiteX234" fmla="*/ 118446 w 181213"/>
                <a:gd name="connsiteY234" fmla="*/ 227112 h 236109"/>
                <a:gd name="connsiteX235" fmla="*/ 118138 w 181213"/>
                <a:gd name="connsiteY235" fmla="*/ 229300 h 236109"/>
                <a:gd name="connsiteX236" fmla="*/ 116650 w 181213"/>
                <a:gd name="connsiteY236" fmla="*/ 230045 h 236109"/>
                <a:gd name="connsiteX237" fmla="*/ 116234 w 181213"/>
                <a:gd name="connsiteY237" fmla="*/ 235230 h 236109"/>
                <a:gd name="connsiteX238" fmla="*/ 115906 w 181213"/>
                <a:gd name="connsiteY238" fmla="*/ 236742 h 236109"/>
                <a:gd name="connsiteX239" fmla="*/ 108299 w 181213"/>
                <a:gd name="connsiteY239" fmla="*/ 237585 h 236109"/>
                <a:gd name="connsiteX240" fmla="*/ 106717 w 181213"/>
                <a:gd name="connsiteY240" fmla="*/ 237587 h 236109"/>
                <a:gd name="connsiteX241" fmla="*/ 103413 w 181213"/>
                <a:gd name="connsiteY241" fmla="*/ 237583 h 236109"/>
                <a:gd name="connsiteX242" fmla="*/ 98347 w 181213"/>
                <a:gd name="connsiteY242" fmla="*/ 237588 h 236109"/>
                <a:gd name="connsiteX243" fmla="*/ 95137 w 181213"/>
                <a:gd name="connsiteY243" fmla="*/ 237585 h 236109"/>
                <a:gd name="connsiteX244" fmla="*/ 92180 w 181213"/>
                <a:gd name="connsiteY244" fmla="*/ 237582 h 236109"/>
                <a:gd name="connsiteX245" fmla="*/ 88373 w 181213"/>
                <a:gd name="connsiteY245" fmla="*/ 236742 h 236109"/>
                <a:gd name="connsiteX246" fmla="*/ 88047 w 181213"/>
                <a:gd name="connsiteY246" fmla="*/ 234137 h 236109"/>
                <a:gd name="connsiteX247" fmla="*/ 87628 w 181213"/>
                <a:gd name="connsiteY247" fmla="*/ 231533 h 236109"/>
                <a:gd name="connsiteX248" fmla="*/ 85396 w 181213"/>
                <a:gd name="connsiteY248" fmla="*/ 230789 h 236109"/>
                <a:gd name="connsiteX249" fmla="*/ 84977 w 181213"/>
                <a:gd name="connsiteY249" fmla="*/ 225952 h 236109"/>
                <a:gd name="connsiteX250" fmla="*/ 84652 w 181213"/>
                <a:gd name="connsiteY250" fmla="*/ 221115 h 236109"/>
                <a:gd name="connsiteX251" fmla="*/ 83164 w 181213"/>
                <a:gd name="connsiteY251" fmla="*/ 220371 h 236109"/>
                <a:gd name="connsiteX252" fmla="*/ 82699 w 181213"/>
                <a:gd name="connsiteY252" fmla="*/ 215859 h 236109"/>
                <a:gd name="connsiteX253" fmla="*/ 82530 w 181213"/>
                <a:gd name="connsiteY253" fmla="*/ 213368 h 236109"/>
                <a:gd name="connsiteX254" fmla="*/ 82419 w 181213"/>
                <a:gd name="connsiteY254" fmla="*/ 211441 h 236109"/>
                <a:gd name="connsiteX255" fmla="*/ 80187 w 181213"/>
                <a:gd name="connsiteY255" fmla="*/ 211441 h 236109"/>
                <a:gd name="connsiteX256" fmla="*/ 80103 w 181213"/>
                <a:gd name="connsiteY256" fmla="*/ 209351 h 236109"/>
                <a:gd name="connsiteX257" fmla="*/ 79955 w 181213"/>
                <a:gd name="connsiteY257" fmla="*/ 206651 h 236109"/>
                <a:gd name="connsiteX258" fmla="*/ 79824 w 181213"/>
                <a:gd name="connsiteY258" fmla="*/ 203956 h 236109"/>
                <a:gd name="connsiteX259" fmla="*/ 79443 w 181213"/>
                <a:gd name="connsiteY259" fmla="*/ 201767 h 236109"/>
                <a:gd name="connsiteX260" fmla="*/ 77210 w 181213"/>
                <a:gd name="connsiteY260" fmla="*/ 201023 h 236109"/>
                <a:gd name="connsiteX261" fmla="*/ 76792 w 181213"/>
                <a:gd name="connsiteY261" fmla="*/ 196186 h 236109"/>
                <a:gd name="connsiteX262" fmla="*/ 76466 w 181213"/>
                <a:gd name="connsiteY262" fmla="*/ 191349 h 236109"/>
                <a:gd name="connsiteX263" fmla="*/ 74978 w 181213"/>
                <a:gd name="connsiteY263" fmla="*/ 190605 h 236109"/>
                <a:gd name="connsiteX264" fmla="*/ 74562 w 181213"/>
                <a:gd name="connsiteY264" fmla="*/ 183748 h 236109"/>
                <a:gd name="connsiteX265" fmla="*/ 74234 w 181213"/>
                <a:gd name="connsiteY265" fmla="*/ 181675 h 236109"/>
                <a:gd name="connsiteX266" fmla="*/ 72002 w 181213"/>
                <a:gd name="connsiteY266" fmla="*/ 180187 h 236109"/>
                <a:gd name="connsiteX267" fmla="*/ 71490 w 181213"/>
                <a:gd name="connsiteY267" fmla="*/ 174885 h 236109"/>
                <a:gd name="connsiteX268" fmla="*/ 71342 w 181213"/>
                <a:gd name="connsiteY268" fmla="*/ 171996 h 236109"/>
                <a:gd name="connsiteX269" fmla="*/ 71257 w 181213"/>
                <a:gd name="connsiteY269" fmla="*/ 169769 h 236109"/>
                <a:gd name="connsiteX270" fmla="*/ 69025 w 181213"/>
                <a:gd name="connsiteY270" fmla="*/ 169769 h 236109"/>
                <a:gd name="connsiteX271" fmla="*/ 68914 w 181213"/>
                <a:gd name="connsiteY271" fmla="*/ 167842 h 236109"/>
                <a:gd name="connsiteX272" fmla="*/ 68746 w 181213"/>
                <a:gd name="connsiteY272" fmla="*/ 165351 h 236109"/>
                <a:gd name="connsiteX273" fmla="*/ 68589 w 181213"/>
                <a:gd name="connsiteY273" fmla="*/ 162866 h 236109"/>
                <a:gd name="connsiteX274" fmla="*/ 68281 w 181213"/>
                <a:gd name="connsiteY274" fmla="*/ 160840 h 236109"/>
                <a:gd name="connsiteX275" fmla="*/ 66793 w 181213"/>
                <a:gd name="connsiteY275" fmla="*/ 160095 h 236109"/>
                <a:gd name="connsiteX276" fmla="*/ 66377 w 181213"/>
                <a:gd name="connsiteY276" fmla="*/ 153166 h 236109"/>
                <a:gd name="connsiteX277" fmla="*/ 66048 w 181213"/>
                <a:gd name="connsiteY277" fmla="*/ 151166 h 236109"/>
                <a:gd name="connsiteX278" fmla="*/ 63816 w 181213"/>
                <a:gd name="connsiteY278" fmla="*/ 150422 h 236109"/>
                <a:gd name="connsiteX279" fmla="*/ 63374 w 181213"/>
                <a:gd name="connsiteY279" fmla="*/ 142910 h 236109"/>
                <a:gd name="connsiteX280" fmla="*/ 63072 w 181213"/>
                <a:gd name="connsiteY280" fmla="*/ 140748 h 236109"/>
                <a:gd name="connsiteX281" fmla="*/ 60839 w 181213"/>
                <a:gd name="connsiteY281" fmla="*/ 140004 h 236109"/>
                <a:gd name="connsiteX282" fmla="*/ 60421 w 181213"/>
                <a:gd name="connsiteY282" fmla="*/ 135167 h 236109"/>
                <a:gd name="connsiteX283" fmla="*/ 60095 w 181213"/>
                <a:gd name="connsiteY283" fmla="*/ 130330 h 236109"/>
                <a:gd name="connsiteX284" fmla="*/ 58607 w 181213"/>
                <a:gd name="connsiteY284" fmla="*/ 129586 h 236109"/>
                <a:gd name="connsiteX285" fmla="*/ 58191 w 181213"/>
                <a:gd name="connsiteY285" fmla="*/ 122656 h 236109"/>
                <a:gd name="connsiteX286" fmla="*/ 57863 w 181213"/>
                <a:gd name="connsiteY286" fmla="*/ 120656 h 236109"/>
                <a:gd name="connsiteX287" fmla="*/ 55630 w 181213"/>
                <a:gd name="connsiteY287" fmla="*/ 119912 h 236109"/>
                <a:gd name="connsiteX288" fmla="*/ 55189 w 181213"/>
                <a:gd name="connsiteY288" fmla="*/ 112982 h 236109"/>
                <a:gd name="connsiteX289" fmla="*/ 54886 w 181213"/>
                <a:gd name="connsiteY289" fmla="*/ 110982 h 236109"/>
                <a:gd name="connsiteX290" fmla="*/ 52654 w 181213"/>
                <a:gd name="connsiteY290" fmla="*/ 110238 h 236109"/>
                <a:gd name="connsiteX291" fmla="*/ 52235 w 181213"/>
                <a:gd name="connsiteY291" fmla="*/ 105401 h 236109"/>
                <a:gd name="connsiteX292" fmla="*/ 51910 w 181213"/>
                <a:gd name="connsiteY292" fmla="*/ 100564 h 236109"/>
                <a:gd name="connsiteX293" fmla="*/ 50421 w 181213"/>
                <a:gd name="connsiteY293" fmla="*/ 99820 h 236109"/>
                <a:gd name="connsiteX294" fmla="*/ 49352 w 181213"/>
                <a:gd name="connsiteY294" fmla="*/ 92309 h 236109"/>
                <a:gd name="connsiteX295" fmla="*/ 48933 w 181213"/>
                <a:gd name="connsiteY295" fmla="*/ 90146 h 236109"/>
                <a:gd name="connsiteX296" fmla="*/ 47445 w 181213"/>
                <a:gd name="connsiteY296" fmla="*/ 89402 h 236109"/>
                <a:gd name="connsiteX297" fmla="*/ 47029 w 181213"/>
                <a:gd name="connsiteY297" fmla="*/ 82472 h 236109"/>
                <a:gd name="connsiteX298" fmla="*/ 46701 w 181213"/>
                <a:gd name="connsiteY298" fmla="*/ 80472 h 236109"/>
                <a:gd name="connsiteX299" fmla="*/ 44468 w 181213"/>
                <a:gd name="connsiteY299" fmla="*/ 79728 h 236109"/>
                <a:gd name="connsiteX300" fmla="*/ 44329 w 181213"/>
                <a:gd name="connsiteY300" fmla="*/ 74473 h 236109"/>
                <a:gd name="connsiteX301" fmla="*/ 44390 w 181213"/>
                <a:gd name="connsiteY301" fmla="*/ 71563 h 236109"/>
                <a:gd name="connsiteX302" fmla="*/ 44468 w 181213"/>
                <a:gd name="connsiteY302" fmla="*/ 69310 h 236109"/>
                <a:gd name="connsiteX303" fmla="*/ 42236 w 181213"/>
                <a:gd name="connsiteY303" fmla="*/ 69310 h 236109"/>
                <a:gd name="connsiteX304" fmla="*/ 42125 w 181213"/>
                <a:gd name="connsiteY304" fmla="*/ 67624 h 236109"/>
                <a:gd name="connsiteX305" fmla="*/ 41957 w 181213"/>
                <a:gd name="connsiteY305" fmla="*/ 65404 h 236109"/>
                <a:gd name="connsiteX306" fmla="*/ 41800 w 181213"/>
                <a:gd name="connsiteY306" fmla="*/ 63206 h 236109"/>
                <a:gd name="connsiteX307" fmla="*/ 40003 w 181213"/>
                <a:gd name="connsiteY307" fmla="*/ 58148 h 236109"/>
                <a:gd name="connsiteX308" fmla="*/ 39998 w 181213"/>
                <a:gd name="connsiteY308" fmla="*/ 60935 h 236109"/>
                <a:gd name="connsiteX309" fmla="*/ 39833 w 181213"/>
                <a:gd name="connsiteY309" fmla="*/ 126366 h 236109"/>
                <a:gd name="connsiteX310" fmla="*/ 39808 w 181213"/>
                <a:gd name="connsiteY310" fmla="*/ 134411 h 236109"/>
                <a:gd name="connsiteX311" fmla="*/ 39803 w 181213"/>
                <a:gd name="connsiteY311" fmla="*/ 136029 h 236109"/>
                <a:gd name="connsiteX312" fmla="*/ 39743 w 181213"/>
                <a:gd name="connsiteY312" fmla="*/ 161998 h 236109"/>
                <a:gd name="connsiteX313" fmla="*/ 39670 w 181213"/>
                <a:gd name="connsiteY313" fmla="*/ 188624 h 236109"/>
                <a:gd name="connsiteX314" fmla="*/ 39633 w 181213"/>
                <a:gd name="connsiteY314" fmla="*/ 203588 h 236109"/>
                <a:gd name="connsiteX315" fmla="*/ 39591 w 181213"/>
                <a:gd name="connsiteY315" fmla="*/ 217655 h 236109"/>
                <a:gd name="connsiteX316" fmla="*/ 39583 w 181213"/>
                <a:gd name="connsiteY316" fmla="*/ 222834 h 236109"/>
                <a:gd name="connsiteX317" fmla="*/ 39556 w 181213"/>
                <a:gd name="connsiteY317" fmla="*/ 229872 h 236109"/>
                <a:gd name="connsiteX318" fmla="*/ 39567 w 181213"/>
                <a:gd name="connsiteY318" fmla="*/ 231971 h 236109"/>
                <a:gd name="connsiteX319" fmla="*/ 39259 w 181213"/>
                <a:gd name="connsiteY319" fmla="*/ 236742 h 236109"/>
                <a:gd name="connsiteX320" fmla="*/ 31652 w 181213"/>
                <a:gd name="connsiteY320" fmla="*/ 237585 h 236109"/>
                <a:gd name="connsiteX321" fmla="*/ 30071 w 181213"/>
                <a:gd name="connsiteY321" fmla="*/ 237587 h 236109"/>
                <a:gd name="connsiteX322" fmla="*/ 26766 w 181213"/>
                <a:gd name="connsiteY322" fmla="*/ 237583 h 236109"/>
                <a:gd name="connsiteX323" fmla="*/ 21701 w 181213"/>
                <a:gd name="connsiteY323" fmla="*/ 237588 h 236109"/>
                <a:gd name="connsiteX324" fmla="*/ 18490 w 181213"/>
                <a:gd name="connsiteY324" fmla="*/ 237585 h 236109"/>
                <a:gd name="connsiteX325" fmla="*/ 15534 w 181213"/>
                <a:gd name="connsiteY325" fmla="*/ 237582 h 236109"/>
                <a:gd name="connsiteX326" fmla="*/ 11726 w 181213"/>
                <a:gd name="connsiteY326" fmla="*/ 236742 h 236109"/>
                <a:gd name="connsiteX327" fmla="*/ 11543 w 181213"/>
                <a:gd name="connsiteY327" fmla="*/ 232978 h 236109"/>
                <a:gd name="connsiteX328" fmla="*/ 11534 w 181213"/>
                <a:gd name="connsiteY328" fmla="*/ 230491 h 236109"/>
                <a:gd name="connsiteX329" fmla="*/ 11547 w 181213"/>
                <a:gd name="connsiteY329" fmla="*/ 227725 h 236109"/>
                <a:gd name="connsiteX330" fmla="*/ 11543 w 181213"/>
                <a:gd name="connsiteY330" fmla="*/ 224814 h 236109"/>
                <a:gd name="connsiteX331" fmla="*/ 11553 w 181213"/>
                <a:gd name="connsiteY331" fmla="*/ 216775 h 236109"/>
                <a:gd name="connsiteX332" fmla="*/ 11556 w 181213"/>
                <a:gd name="connsiteY332" fmla="*/ 208121 h 236109"/>
                <a:gd name="connsiteX333" fmla="*/ 11569 w 181213"/>
                <a:gd name="connsiteY333" fmla="*/ 193115 h 236109"/>
                <a:gd name="connsiteX334" fmla="*/ 11587 w 181213"/>
                <a:gd name="connsiteY334" fmla="*/ 171418 h 236109"/>
                <a:gd name="connsiteX335" fmla="*/ 11614 w 181213"/>
                <a:gd name="connsiteY335" fmla="*/ 136220 h 236109"/>
                <a:gd name="connsiteX336" fmla="*/ 11644 w 181213"/>
                <a:gd name="connsiteY336" fmla="*/ 102019 h 236109"/>
                <a:gd name="connsiteX337" fmla="*/ 11646 w 181213"/>
                <a:gd name="connsiteY337" fmla="*/ 99891 h 236109"/>
                <a:gd name="connsiteX338" fmla="*/ 11651 w 181213"/>
                <a:gd name="connsiteY338" fmla="*/ 89323 h 236109"/>
                <a:gd name="connsiteX339" fmla="*/ 11726 w 181213"/>
                <a:gd name="connsiteY339" fmla="*/ 1593 h 23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Lst>
              <a:rect l="l" t="t" r="r" b="b"/>
              <a:pathLst>
                <a:path w="181213" h="236109">
                  <a:moveTo>
                    <a:pt x="11726" y="1593"/>
                  </a:moveTo>
                  <a:cubicBezTo>
                    <a:pt x="25232" y="1593"/>
                    <a:pt x="38738" y="1593"/>
                    <a:pt x="52654" y="1593"/>
                  </a:cubicBezTo>
                  <a:cubicBezTo>
                    <a:pt x="53022" y="4540"/>
                    <a:pt x="53022" y="4540"/>
                    <a:pt x="53398" y="7547"/>
                  </a:cubicBezTo>
                  <a:cubicBezTo>
                    <a:pt x="54135" y="7792"/>
                    <a:pt x="54871" y="8038"/>
                    <a:pt x="55630" y="8291"/>
                  </a:cubicBezTo>
                  <a:cubicBezTo>
                    <a:pt x="55763" y="11011"/>
                    <a:pt x="55574" y="13665"/>
                    <a:pt x="55418" y="16383"/>
                  </a:cubicBezTo>
                  <a:cubicBezTo>
                    <a:pt x="55488" y="17151"/>
                    <a:pt x="55558" y="17918"/>
                    <a:pt x="55630" y="18709"/>
                  </a:cubicBezTo>
                  <a:cubicBezTo>
                    <a:pt x="56619" y="18971"/>
                    <a:pt x="57611" y="19219"/>
                    <a:pt x="58607" y="19453"/>
                  </a:cubicBezTo>
                  <a:cubicBezTo>
                    <a:pt x="58898" y="21642"/>
                    <a:pt x="58898" y="21642"/>
                    <a:pt x="58793" y="24336"/>
                  </a:cubicBezTo>
                  <a:cubicBezTo>
                    <a:pt x="58766" y="25227"/>
                    <a:pt x="58739" y="26119"/>
                    <a:pt x="58712" y="27037"/>
                  </a:cubicBezTo>
                  <a:cubicBezTo>
                    <a:pt x="58677" y="27726"/>
                    <a:pt x="58643" y="28416"/>
                    <a:pt x="58607" y="29127"/>
                  </a:cubicBezTo>
                  <a:cubicBezTo>
                    <a:pt x="59344" y="29127"/>
                    <a:pt x="60080" y="29127"/>
                    <a:pt x="60839" y="29127"/>
                  </a:cubicBezTo>
                  <a:cubicBezTo>
                    <a:pt x="61208" y="34284"/>
                    <a:pt x="61208" y="34284"/>
                    <a:pt x="61584" y="39545"/>
                  </a:cubicBezTo>
                  <a:cubicBezTo>
                    <a:pt x="62320" y="39545"/>
                    <a:pt x="63057" y="39545"/>
                    <a:pt x="63816" y="39545"/>
                  </a:cubicBezTo>
                  <a:cubicBezTo>
                    <a:pt x="63858" y="40579"/>
                    <a:pt x="63858" y="40579"/>
                    <a:pt x="63900" y="41635"/>
                  </a:cubicBezTo>
                  <a:cubicBezTo>
                    <a:pt x="63949" y="42526"/>
                    <a:pt x="63998" y="43417"/>
                    <a:pt x="64048" y="44335"/>
                  </a:cubicBezTo>
                  <a:cubicBezTo>
                    <a:pt x="64092" y="45224"/>
                    <a:pt x="64135" y="46113"/>
                    <a:pt x="64179" y="47030"/>
                  </a:cubicBezTo>
                  <a:cubicBezTo>
                    <a:pt x="64368" y="48113"/>
                    <a:pt x="64368" y="48113"/>
                    <a:pt x="64560" y="49218"/>
                  </a:cubicBezTo>
                  <a:cubicBezTo>
                    <a:pt x="65665" y="49587"/>
                    <a:pt x="65665" y="49587"/>
                    <a:pt x="66793" y="49963"/>
                  </a:cubicBezTo>
                  <a:cubicBezTo>
                    <a:pt x="67173" y="52151"/>
                    <a:pt x="67173" y="52151"/>
                    <a:pt x="67304" y="54846"/>
                  </a:cubicBezTo>
                  <a:cubicBezTo>
                    <a:pt x="67353" y="55737"/>
                    <a:pt x="67402" y="56628"/>
                    <a:pt x="67452" y="57546"/>
                  </a:cubicBezTo>
                  <a:cubicBezTo>
                    <a:pt x="67494" y="58581"/>
                    <a:pt x="67494" y="58581"/>
                    <a:pt x="67537" y="59636"/>
                  </a:cubicBezTo>
                  <a:cubicBezTo>
                    <a:pt x="68028" y="59636"/>
                    <a:pt x="68519" y="59636"/>
                    <a:pt x="69025" y="59636"/>
                  </a:cubicBezTo>
                  <a:cubicBezTo>
                    <a:pt x="69393" y="64793"/>
                    <a:pt x="69393" y="64793"/>
                    <a:pt x="69769" y="70054"/>
                  </a:cubicBezTo>
                  <a:cubicBezTo>
                    <a:pt x="70506" y="70054"/>
                    <a:pt x="71242" y="70054"/>
                    <a:pt x="72002" y="70054"/>
                  </a:cubicBezTo>
                  <a:cubicBezTo>
                    <a:pt x="72370" y="74843"/>
                    <a:pt x="72370" y="74843"/>
                    <a:pt x="72746" y="79728"/>
                  </a:cubicBezTo>
                  <a:cubicBezTo>
                    <a:pt x="73482" y="79728"/>
                    <a:pt x="74219" y="79728"/>
                    <a:pt x="74978" y="79728"/>
                  </a:cubicBezTo>
                  <a:cubicBezTo>
                    <a:pt x="75015" y="80418"/>
                    <a:pt x="75051" y="81108"/>
                    <a:pt x="75089" y="81818"/>
                  </a:cubicBezTo>
                  <a:cubicBezTo>
                    <a:pt x="75172" y="83155"/>
                    <a:pt x="75172" y="83155"/>
                    <a:pt x="75257" y="84519"/>
                  </a:cubicBezTo>
                  <a:cubicBezTo>
                    <a:pt x="75335" y="85852"/>
                    <a:pt x="75335" y="85852"/>
                    <a:pt x="75414" y="87213"/>
                  </a:cubicBezTo>
                  <a:cubicBezTo>
                    <a:pt x="75516" y="87936"/>
                    <a:pt x="75617" y="88658"/>
                    <a:pt x="75722" y="89402"/>
                  </a:cubicBezTo>
                  <a:cubicBezTo>
                    <a:pt x="76213" y="89648"/>
                    <a:pt x="76704" y="89893"/>
                    <a:pt x="77210" y="90146"/>
                  </a:cubicBezTo>
                  <a:cubicBezTo>
                    <a:pt x="77466" y="91957"/>
                    <a:pt x="77466" y="91957"/>
                    <a:pt x="77583" y="94192"/>
                  </a:cubicBezTo>
                  <a:cubicBezTo>
                    <a:pt x="77617" y="97382"/>
                    <a:pt x="77617" y="97382"/>
                    <a:pt x="79443" y="99820"/>
                  </a:cubicBezTo>
                  <a:cubicBezTo>
                    <a:pt x="79688" y="99820"/>
                    <a:pt x="79934" y="99820"/>
                    <a:pt x="80187" y="99820"/>
                  </a:cubicBezTo>
                  <a:cubicBezTo>
                    <a:pt x="80229" y="100855"/>
                    <a:pt x="80229" y="100855"/>
                    <a:pt x="80271" y="101910"/>
                  </a:cubicBezTo>
                  <a:cubicBezTo>
                    <a:pt x="80320" y="102801"/>
                    <a:pt x="80369" y="103692"/>
                    <a:pt x="80420" y="104610"/>
                  </a:cubicBezTo>
                  <a:cubicBezTo>
                    <a:pt x="80463" y="105500"/>
                    <a:pt x="80506" y="106389"/>
                    <a:pt x="80550" y="107305"/>
                  </a:cubicBezTo>
                  <a:cubicBezTo>
                    <a:pt x="80739" y="108389"/>
                    <a:pt x="80739" y="108389"/>
                    <a:pt x="80931" y="109494"/>
                  </a:cubicBezTo>
                  <a:cubicBezTo>
                    <a:pt x="81668" y="109739"/>
                    <a:pt x="82405" y="109985"/>
                    <a:pt x="83164" y="110238"/>
                  </a:cubicBezTo>
                  <a:cubicBezTo>
                    <a:pt x="83492" y="112401"/>
                    <a:pt x="83492" y="112401"/>
                    <a:pt x="83582" y="115075"/>
                  </a:cubicBezTo>
                  <a:cubicBezTo>
                    <a:pt x="83640" y="116690"/>
                    <a:pt x="83737" y="118305"/>
                    <a:pt x="83908" y="119912"/>
                  </a:cubicBezTo>
                  <a:cubicBezTo>
                    <a:pt x="84399" y="120157"/>
                    <a:pt x="84890" y="120403"/>
                    <a:pt x="85396" y="120656"/>
                  </a:cubicBezTo>
                  <a:cubicBezTo>
                    <a:pt x="85652" y="122467"/>
                    <a:pt x="85652" y="122467"/>
                    <a:pt x="85768" y="124702"/>
                  </a:cubicBezTo>
                  <a:cubicBezTo>
                    <a:pt x="85803" y="127891"/>
                    <a:pt x="85803" y="127891"/>
                    <a:pt x="87628" y="130330"/>
                  </a:cubicBezTo>
                  <a:cubicBezTo>
                    <a:pt x="87874" y="130330"/>
                    <a:pt x="88120" y="130330"/>
                    <a:pt x="88373" y="130330"/>
                  </a:cubicBezTo>
                  <a:cubicBezTo>
                    <a:pt x="88414" y="131364"/>
                    <a:pt x="88414" y="131364"/>
                    <a:pt x="88457" y="132420"/>
                  </a:cubicBezTo>
                  <a:cubicBezTo>
                    <a:pt x="88506" y="133311"/>
                    <a:pt x="88555" y="134202"/>
                    <a:pt x="88605" y="135120"/>
                  </a:cubicBezTo>
                  <a:cubicBezTo>
                    <a:pt x="88648" y="136009"/>
                    <a:pt x="88691" y="136899"/>
                    <a:pt x="88736" y="137815"/>
                  </a:cubicBezTo>
                  <a:cubicBezTo>
                    <a:pt x="88924" y="138898"/>
                    <a:pt x="88924" y="138898"/>
                    <a:pt x="89117" y="140004"/>
                  </a:cubicBezTo>
                  <a:cubicBezTo>
                    <a:pt x="89853" y="140249"/>
                    <a:pt x="90590" y="140495"/>
                    <a:pt x="91349" y="140748"/>
                  </a:cubicBezTo>
                  <a:cubicBezTo>
                    <a:pt x="91678" y="142910"/>
                    <a:pt x="91678" y="142910"/>
                    <a:pt x="91768" y="145585"/>
                  </a:cubicBezTo>
                  <a:cubicBezTo>
                    <a:pt x="91826" y="147200"/>
                    <a:pt x="91923" y="148815"/>
                    <a:pt x="92093" y="150422"/>
                  </a:cubicBezTo>
                  <a:cubicBezTo>
                    <a:pt x="92584" y="150667"/>
                    <a:pt x="93076" y="150913"/>
                    <a:pt x="93582" y="151166"/>
                  </a:cubicBezTo>
                  <a:cubicBezTo>
                    <a:pt x="93890" y="153517"/>
                    <a:pt x="93890" y="153517"/>
                    <a:pt x="94047" y="156421"/>
                  </a:cubicBezTo>
                  <a:cubicBezTo>
                    <a:pt x="94130" y="157862"/>
                    <a:pt x="94130" y="157862"/>
                    <a:pt x="94215" y="159331"/>
                  </a:cubicBezTo>
                  <a:cubicBezTo>
                    <a:pt x="94252" y="160074"/>
                    <a:pt x="94288" y="160818"/>
                    <a:pt x="94326" y="161584"/>
                  </a:cubicBezTo>
                  <a:cubicBezTo>
                    <a:pt x="95062" y="161584"/>
                    <a:pt x="95799" y="161584"/>
                    <a:pt x="96558" y="161584"/>
                  </a:cubicBezTo>
                  <a:cubicBezTo>
                    <a:pt x="96926" y="166741"/>
                    <a:pt x="96926" y="166741"/>
                    <a:pt x="97302" y="172002"/>
                  </a:cubicBezTo>
                  <a:cubicBezTo>
                    <a:pt x="98039" y="172002"/>
                    <a:pt x="98776" y="172002"/>
                    <a:pt x="99535" y="172002"/>
                  </a:cubicBezTo>
                  <a:cubicBezTo>
                    <a:pt x="99571" y="172691"/>
                    <a:pt x="99608" y="173381"/>
                    <a:pt x="99645" y="174092"/>
                  </a:cubicBezTo>
                  <a:cubicBezTo>
                    <a:pt x="99729" y="175428"/>
                    <a:pt x="99729" y="175428"/>
                    <a:pt x="99814" y="176792"/>
                  </a:cubicBezTo>
                  <a:cubicBezTo>
                    <a:pt x="99866" y="177681"/>
                    <a:pt x="99917" y="178571"/>
                    <a:pt x="99971" y="179487"/>
                  </a:cubicBezTo>
                  <a:cubicBezTo>
                    <a:pt x="100123" y="180570"/>
                    <a:pt x="100123" y="180570"/>
                    <a:pt x="100279" y="181675"/>
                  </a:cubicBezTo>
                  <a:cubicBezTo>
                    <a:pt x="100770" y="181921"/>
                    <a:pt x="101261" y="182167"/>
                    <a:pt x="101767" y="182420"/>
                  </a:cubicBezTo>
                  <a:cubicBezTo>
                    <a:pt x="102049" y="184420"/>
                    <a:pt x="102049" y="184420"/>
                    <a:pt x="102186" y="186884"/>
                  </a:cubicBezTo>
                  <a:cubicBezTo>
                    <a:pt x="102105" y="189725"/>
                    <a:pt x="102105" y="189725"/>
                    <a:pt x="103255" y="192093"/>
                  </a:cubicBezTo>
                  <a:cubicBezTo>
                    <a:pt x="104309" y="189986"/>
                    <a:pt x="104257" y="188020"/>
                    <a:pt x="104418" y="185675"/>
                  </a:cubicBezTo>
                  <a:cubicBezTo>
                    <a:pt x="104512" y="184349"/>
                    <a:pt x="104512" y="184349"/>
                    <a:pt x="104607" y="182995"/>
                  </a:cubicBezTo>
                  <a:cubicBezTo>
                    <a:pt x="104652" y="182314"/>
                    <a:pt x="104697" y="181633"/>
                    <a:pt x="104744" y="180931"/>
                  </a:cubicBezTo>
                  <a:cubicBezTo>
                    <a:pt x="105480" y="180931"/>
                    <a:pt x="106217" y="180931"/>
                    <a:pt x="106976" y="180931"/>
                  </a:cubicBezTo>
                  <a:cubicBezTo>
                    <a:pt x="107013" y="180242"/>
                    <a:pt x="107049" y="179552"/>
                    <a:pt x="107087" y="178841"/>
                  </a:cubicBezTo>
                  <a:cubicBezTo>
                    <a:pt x="107142" y="177950"/>
                    <a:pt x="107198" y="177059"/>
                    <a:pt x="107255" y="176141"/>
                  </a:cubicBezTo>
                  <a:cubicBezTo>
                    <a:pt x="107307" y="175252"/>
                    <a:pt x="107359" y="174363"/>
                    <a:pt x="107412" y="173446"/>
                  </a:cubicBezTo>
                  <a:cubicBezTo>
                    <a:pt x="107514" y="172724"/>
                    <a:pt x="107615" y="172002"/>
                    <a:pt x="107720" y="171258"/>
                  </a:cubicBezTo>
                  <a:cubicBezTo>
                    <a:pt x="108211" y="171012"/>
                    <a:pt x="108703" y="170766"/>
                    <a:pt x="109209" y="170513"/>
                  </a:cubicBezTo>
                  <a:cubicBezTo>
                    <a:pt x="109874" y="168251"/>
                    <a:pt x="109940" y="166420"/>
                    <a:pt x="109860" y="164049"/>
                  </a:cubicBezTo>
                  <a:cubicBezTo>
                    <a:pt x="109890" y="163235"/>
                    <a:pt x="109921" y="162422"/>
                    <a:pt x="109953" y="161584"/>
                  </a:cubicBezTo>
                  <a:cubicBezTo>
                    <a:pt x="110689" y="161093"/>
                    <a:pt x="111426" y="160601"/>
                    <a:pt x="112185" y="160095"/>
                  </a:cubicBezTo>
                  <a:cubicBezTo>
                    <a:pt x="112621" y="157777"/>
                    <a:pt x="112621" y="157777"/>
                    <a:pt x="112697" y="155165"/>
                  </a:cubicBezTo>
                  <a:cubicBezTo>
                    <a:pt x="112770" y="153839"/>
                    <a:pt x="112770" y="153839"/>
                    <a:pt x="112845" y="152485"/>
                  </a:cubicBezTo>
                  <a:cubicBezTo>
                    <a:pt x="112873" y="151804"/>
                    <a:pt x="112901" y="151123"/>
                    <a:pt x="112929" y="150422"/>
                  </a:cubicBezTo>
                  <a:cubicBezTo>
                    <a:pt x="113666" y="150422"/>
                    <a:pt x="114403" y="150422"/>
                    <a:pt x="115162" y="150422"/>
                  </a:cubicBezTo>
                  <a:cubicBezTo>
                    <a:pt x="115407" y="146984"/>
                    <a:pt x="115653" y="143546"/>
                    <a:pt x="115906" y="140004"/>
                  </a:cubicBezTo>
                  <a:cubicBezTo>
                    <a:pt x="116643" y="140004"/>
                    <a:pt x="117379" y="140004"/>
                    <a:pt x="118138" y="140004"/>
                  </a:cubicBezTo>
                  <a:cubicBezTo>
                    <a:pt x="118112" y="139385"/>
                    <a:pt x="118086" y="138766"/>
                    <a:pt x="118060" y="138129"/>
                  </a:cubicBezTo>
                  <a:cubicBezTo>
                    <a:pt x="118040" y="137320"/>
                    <a:pt x="118019" y="136511"/>
                    <a:pt x="117999" y="135678"/>
                  </a:cubicBezTo>
                  <a:cubicBezTo>
                    <a:pt x="117973" y="134875"/>
                    <a:pt x="117947" y="134073"/>
                    <a:pt x="117920" y="133245"/>
                  </a:cubicBezTo>
                  <a:cubicBezTo>
                    <a:pt x="118175" y="130708"/>
                    <a:pt x="118642" y="130535"/>
                    <a:pt x="120371" y="128842"/>
                  </a:cubicBezTo>
                  <a:cubicBezTo>
                    <a:pt x="120802" y="126637"/>
                    <a:pt x="120802" y="126637"/>
                    <a:pt x="120882" y="124237"/>
                  </a:cubicBezTo>
                  <a:cubicBezTo>
                    <a:pt x="120956" y="123024"/>
                    <a:pt x="120956" y="123024"/>
                    <a:pt x="121030" y="121787"/>
                  </a:cubicBezTo>
                  <a:cubicBezTo>
                    <a:pt x="121058" y="121168"/>
                    <a:pt x="121086" y="120549"/>
                    <a:pt x="121115" y="119912"/>
                  </a:cubicBezTo>
                  <a:cubicBezTo>
                    <a:pt x="121851" y="120157"/>
                    <a:pt x="122588" y="120403"/>
                    <a:pt x="123347" y="120656"/>
                  </a:cubicBezTo>
                  <a:cubicBezTo>
                    <a:pt x="123402" y="119541"/>
                    <a:pt x="123402" y="119541"/>
                    <a:pt x="123458" y="118403"/>
                  </a:cubicBezTo>
                  <a:cubicBezTo>
                    <a:pt x="123513" y="117443"/>
                    <a:pt x="123569" y="116483"/>
                    <a:pt x="123626" y="115493"/>
                  </a:cubicBezTo>
                  <a:cubicBezTo>
                    <a:pt x="123678" y="114535"/>
                    <a:pt x="123730" y="113577"/>
                    <a:pt x="123783" y="112590"/>
                  </a:cubicBezTo>
                  <a:cubicBezTo>
                    <a:pt x="123885" y="111814"/>
                    <a:pt x="123987" y="111038"/>
                    <a:pt x="124091" y="110238"/>
                  </a:cubicBezTo>
                  <a:cubicBezTo>
                    <a:pt x="124582" y="109992"/>
                    <a:pt x="125074" y="109747"/>
                    <a:pt x="125580" y="109494"/>
                  </a:cubicBezTo>
                  <a:cubicBezTo>
                    <a:pt x="126099" y="107071"/>
                    <a:pt x="126367" y="104654"/>
                    <a:pt x="126649" y="102192"/>
                  </a:cubicBezTo>
                  <a:cubicBezTo>
                    <a:pt x="126787" y="101409"/>
                    <a:pt x="126926" y="100627"/>
                    <a:pt x="127068" y="99820"/>
                  </a:cubicBezTo>
                  <a:cubicBezTo>
                    <a:pt x="127559" y="99574"/>
                    <a:pt x="128050" y="99329"/>
                    <a:pt x="128556" y="99076"/>
                  </a:cubicBezTo>
                  <a:cubicBezTo>
                    <a:pt x="128905" y="97152"/>
                    <a:pt x="128905" y="97152"/>
                    <a:pt x="129021" y="94937"/>
                  </a:cubicBezTo>
                  <a:cubicBezTo>
                    <a:pt x="129077" y="94184"/>
                    <a:pt x="129133" y="93431"/>
                    <a:pt x="129190" y="92655"/>
                  </a:cubicBezTo>
                  <a:cubicBezTo>
                    <a:pt x="129245" y="91781"/>
                    <a:pt x="129245" y="91781"/>
                    <a:pt x="129300" y="90890"/>
                  </a:cubicBezTo>
                  <a:cubicBezTo>
                    <a:pt x="130037" y="90890"/>
                    <a:pt x="130774" y="90890"/>
                    <a:pt x="131533" y="90890"/>
                  </a:cubicBezTo>
                  <a:cubicBezTo>
                    <a:pt x="131778" y="87452"/>
                    <a:pt x="132024" y="84014"/>
                    <a:pt x="132277" y="80472"/>
                  </a:cubicBezTo>
                  <a:cubicBezTo>
                    <a:pt x="133014" y="80472"/>
                    <a:pt x="133750" y="80472"/>
                    <a:pt x="134509" y="80472"/>
                  </a:cubicBezTo>
                  <a:cubicBezTo>
                    <a:pt x="134483" y="79854"/>
                    <a:pt x="134458" y="79235"/>
                    <a:pt x="134431" y="78597"/>
                  </a:cubicBezTo>
                  <a:cubicBezTo>
                    <a:pt x="134411" y="77789"/>
                    <a:pt x="134391" y="76980"/>
                    <a:pt x="134370" y="76147"/>
                  </a:cubicBezTo>
                  <a:cubicBezTo>
                    <a:pt x="134344" y="75344"/>
                    <a:pt x="134318" y="74541"/>
                    <a:pt x="134291" y="73714"/>
                  </a:cubicBezTo>
                  <a:cubicBezTo>
                    <a:pt x="134509" y="71543"/>
                    <a:pt x="134509" y="71543"/>
                    <a:pt x="135611" y="70447"/>
                  </a:cubicBezTo>
                  <a:cubicBezTo>
                    <a:pt x="137793" y="68253"/>
                    <a:pt x="137106" y="64686"/>
                    <a:pt x="137184" y="61747"/>
                  </a:cubicBezTo>
                  <a:cubicBezTo>
                    <a:pt x="137283" y="61050"/>
                    <a:pt x="137383" y="60354"/>
                    <a:pt x="137486" y="59636"/>
                  </a:cubicBezTo>
                  <a:cubicBezTo>
                    <a:pt x="138223" y="59391"/>
                    <a:pt x="138959" y="59145"/>
                    <a:pt x="139718" y="58892"/>
                  </a:cubicBezTo>
                  <a:cubicBezTo>
                    <a:pt x="140101" y="56824"/>
                    <a:pt x="140101" y="56824"/>
                    <a:pt x="140137" y="54427"/>
                  </a:cubicBezTo>
                  <a:cubicBezTo>
                    <a:pt x="140233" y="51962"/>
                    <a:pt x="140233" y="51962"/>
                    <a:pt x="140462" y="49963"/>
                  </a:cubicBezTo>
                  <a:cubicBezTo>
                    <a:pt x="140954" y="49717"/>
                    <a:pt x="141445" y="49471"/>
                    <a:pt x="141951" y="49218"/>
                  </a:cubicBezTo>
                  <a:cubicBezTo>
                    <a:pt x="142261" y="47617"/>
                    <a:pt x="142498" y="46001"/>
                    <a:pt x="142695" y="44382"/>
                  </a:cubicBezTo>
                  <a:cubicBezTo>
                    <a:pt x="142892" y="42762"/>
                    <a:pt x="143129" y="41146"/>
                    <a:pt x="143439" y="39545"/>
                  </a:cubicBezTo>
                  <a:cubicBezTo>
                    <a:pt x="143930" y="39299"/>
                    <a:pt x="144421" y="39054"/>
                    <a:pt x="144927" y="38801"/>
                  </a:cubicBezTo>
                  <a:cubicBezTo>
                    <a:pt x="145277" y="36534"/>
                    <a:pt x="145277" y="36534"/>
                    <a:pt x="145392" y="33917"/>
                  </a:cubicBezTo>
                  <a:cubicBezTo>
                    <a:pt x="145448" y="33026"/>
                    <a:pt x="145504" y="32135"/>
                    <a:pt x="145561" y="31217"/>
                  </a:cubicBezTo>
                  <a:cubicBezTo>
                    <a:pt x="145616" y="30182"/>
                    <a:pt x="145616" y="30182"/>
                    <a:pt x="145671" y="29127"/>
                  </a:cubicBezTo>
                  <a:cubicBezTo>
                    <a:pt x="146163" y="29127"/>
                    <a:pt x="146654" y="29127"/>
                    <a:pt x="147160" y="29127"/>
                  </a:cubicBezTo>
                  <a:cubicBezTo>
                    <a:pt x="148382" y="26683"/>
                    <a:pt x="148160" y="23965"/>
                    <a:pt x="148293" y="21264"/>
                  </a:cubicBezTo>
                  <a:cubicBezTo>
                    <a:pt x="148410" y="20666"/>
                    <a:pt x="148527" y="20069"/>
                    <a:pt x="148648" y="19453"/>
                  </a:cubicBezTo>
                  <a:cubicBezTo>
                    <a:pt x="149385" y="19207"/>
                    <a:pt x="150121" y="18962"/>
                    <a:pt x="150880" y="18709"/>
                  </a:cubicBezTo>
                  <a:cubicBezTo>
                    <a:pt x="151263" y="16641"/>
                    <a:pt x="151263" y="16641"/>
                    <a:pt x="151299" y="14244"/>
                  </a:cubicBezTo>
                  <a:cubicBezTo>
                    <a:pt x="151395" y="11779"/>
                    <a:pt x="151395" y="11779"/>
                    <a:pt x="151625" y="9779"/>
                  </a:cubicBezTo>
                  <a:cubicBezTo>
                    <a:pt x="152116" y="9533"/>
                    <a:pt x="152607" y="9288"/>
                    <a:pt x="153113" y="9035"/>
                  </a:cubicBezTo>
                  <a:cubicBezTo>
                    <a:pt x="153461" y="7282"/>
                    <a:pt x="153461" y="7282"/>
                    <a:pt x="153578" y="5268"/>
                  </a:cubicBezTo>
                  <a:cubicBezTo>
                    <a:pt x="153634" y="4584"/>
                    <a:pt x="153689" y="3900"/>
                    <a:pt x="153747" y="3195"/>
                  </a:cubicBezTo>
                  <a:cubicBezTo>
                    <a:pt x="153801" y="2402"/>
                    <a:pt x="153801" y="2402"/>
                    <a:pt x="153857" y="1593"/>
                  </a:cubicBezTo>
                  <a:cubicBezTo>
                    <a:pt x="159248" y="1575"/>
                    <a:pt x="164639" y="1562"/>
                    <a:pt x="170031" y="1553"/>
                  </a:cubicBezTo>
                  <a:cubicBezTo>
                    <a:pt x="171866" y="1549"/>
                    <a:pt x="173702" y="1544"/>
                    <a:pt x="175538" y="1537"/>
                  </a:cubicBezTo>
                  <a:cubicBezTo>
                    <a:pt x="178170" y="1528"/>
                    <a:pt x="180802" y="1524"/>
                    <a:pt x="183434" y="1521"/>
                  </a:cubicBezTo>
                  <a:cubicBezTo>
                    <a:pt x="184260" y="1517"/>
                    <a:pt x="185086" y="1513"/>
                    <a:pt x="185938" y="1509"/>
                  </a:cubicBezTo>
                  <a:cubicBezTo>
                    <a:pt x="187077" y="1509"/>
                    <a:pt x="187077" y="1509"/>
                    <a:pt x="188240" y="1509"/>
                  </a:cubicBezTo>
                  <a:cubicBezTo>
                    <a:pt x="188912" y="1507"/>
                    <a:pt x="189585" y="1506"/>
                    <a:pt x="190278" y="1504"/>
                  </a:cubicBezTo>
                  <a:cubicBezTo>
                    <a:pt x="191808" y="1593"/>
                    <a:pt x="191808" y="1593"/>
                    <a:pt x="192552" y="2338"/>
                  </a:cubicBezTo>
                  <a:cubicBezTo>
                    <a:pt x="192626" y="3586"/>
                    <a:pt x="192647" y="4837"/>
                    <a:pt x="192648" y="6088"/>
                  </a:cubicBezTo>
                  <a:cubicBezTo>
                    <a:pt x="192650" y="6905"/>
                    <a:pt x="192653" y="7723"/>
                    <a:pt x="192655" y="8565"/>
                  </a:cubicBezTo>
                  <a:cubicBezTo>
                    <a:pt x="192654" y="9929"/>
                    <a:pt x="192654" y="9929"/>
                    <a:pt x="192652" y="11321"/>
                  </a:cubicBezTo>
                  <a:cubicBezTo>
                    <a:pt x="192653" y="12278"/>
                    <a:pt x="192655" y="13236"/>
                    <a:pt x="192657" y="14222"/>
                  </a:cubicBezTo>
                  <a:cubicBezTo>
                    <a:pt x="192661" y="16891"/>
                    <a:pt x="192661" y="19561"/>
                    <a:pt x="192660" y="22230"/>
                  </a:cubicBezTo>
                  <a:cubicBezTo>
                    <a:pt x="192660" y="25104"/>
                    <a:pt x="192664" y="27979"/>
                    <a:pt x="192668" y="30853"/>
                  </a:cubicBezTo>
                  <a:cubicBezTo>
                    <a:pt x="192674" y="36488"/>
                    <a:pt x="192676" y="42123"/>
                    <a:pt x="192677" y="47758"/>
                  </a:cubicBezTo>
                  <a:cubicBezTo>
                    <a:pt x="192677" y="52336"/>
                    <a:pt x="192678" y="56914"/>
                    <a:pt x="192681" y="61492"/>
                  </a:cubicBezTo>
                  <a:cubicBezTo>
                    <a:pt x="192687" y="74455"/>
                    <a:pt x="192691" y="87418"/>
                    <a:pt x="192690" y="100381"/>
                  </a:cubicBezTo>
                  <a:cubicBezTo>
                    <a:pt x="192690" y="101081"/>
                    <a:pt x="192690" y="101780"/>
                    <a:pt x="192690" y="102501"/>
                  </a:cubicBezTo>
                  <a:cubicBezTo>
                    <a:pt x="192690" y="103202"/>
                    <a:pt x="192690" y="103902"/>
                    <a:pt x="192690" y="104624"/>
                  </a:cubicBezTo>
                  <a:cubicBezTo>
                    <a:pt x="192690" y="115982"/>
                    <a:pt x="192697" y="127340"/>
                    <a:pt x="192707" y="138698"/>
                  </a:cubicBezTo>
                  <a:cubicBezTo>
                    <a:pt x="192718" y="150345"/>
                    <a:pt x="192723" y="161992"/>
                    <a:pt x="192723" y="173640"/>
                  </a:cubicBezTo>
                  <a:cubicBezTo>
                    <a:pt x="192722" y="180185"/>
                    <a:pt x="192724" y="186730"/>
                    <a:pt x="192732" y="193275"/>
                  </a:cubicBezTo>
                  <a:cubicBezTo>
                    <a:pt x="192739" y="198847"/>
                    <a:pt x="192741" y="204418"/>
                    <a:pt x="192736" y="209990"/>
                  </a:cubicBezTo>
                  <a:cubicBezTo>
                    <a:pt x="192733" y="212835"/>
                    <a:pt x="192733" y="215681"/>
                    <a:pt x="192740" y="218526"/>
                  </a:cubicBezTo>
                  <a:cubicBezTo>
                    <a:pt x="192747" y="221604"/>
                    <a:pt x="192742" y="224681"/>
                    <a:pt x="192736" y="227759"/>
                  </a:cubicBezTo>
                  <a:cubicBezTo>
                    <a:pt x="192740" y="228668"/>
                    <a:pt x="192744" y="229577"/>
                    <a:pt x="192748" y="230514"/>
                  </a:cubicBezTo>
                  <a:cubicBezTo>
                    <a:pt x="192744" y="231332"/>
                    <a:pt x="192741" y="232149"/>
                    <a:pt x="192737" y="232992"/>
                  </a:cubicBezTo>
                  <a:cubicBezTo>
                    <a:pt x="192738" y="234059"/>
                    <a:pt x="192738" y="234059"/>
                    <a:pt x="192738" y="235147"/>
                  </a:cubicBezTo>
                  <a:cubicBezTo>
                    <a:pt x="192677" y="235674"/>
                    <a:pt x="192615" y="236200"/>
                    <a:pt x="192552" y="236742"/>
                  </a:cubicBezTo>
                  <a:cubicBezTo>
                    <a:pt x="190321" y="237857"/>
                    <a:pt x="188273" y="237583"/>
                    <a:pt x="185788" y="237585"/>
                  </a:cubicBezTo>
                  <a:cubicBezTo>
                    <a:pt x="185006" y="237586"/>
                    <a:pt x="185006" y="237586"/>
                    <a:pt x="184209" y="237587"/>
                  </a:cubicBezTo>
                  <a:cubicBezTo>
                    <a:pt x="183106" y="237588"/>
                    <a:pt x="182003" y="237586"/>
                    <a:pt x="180901" y="237583"/>
                  </a:cubicBezTo>
                  <a:cubicBezTo>
                    <a:pt x="179214" y="237579"/>
                    <a:pt x="177527" y="237583"/>
                    <a:pt x="175840" y="237588"/>
                  </a:cubicBezTo>
                  <a:cubicBezTo>
                    <a:pt x="174768" y="237587"/>
                    <a:pt x="173697" y="237586"/>
                    <a:pt x="172626" y="237585"/>
                  </a:cubicBezTo>
                  <a:cubicBezTo>
                    <a:pt x="171650" y="237584"/>
                    <a:pt x="170673" y="237583"/>
                    <a:pt x="169667" y="237582"/>
                  </a:cubicBezTo>
                  <a:cubicBezTo>
                    <a:pt x="167252" y="237486"/>
                    <a:pt x="167252" y="237486"/>
                    <a:pt x="165019" y="236742"/>
                  </a:cubicBezTo>
                  <a:cubicBezTo>
                    <a:pt x="164787" y="234405"/>
                    <a:pt x="164710" y="232213"/>
                    <a:pt x="164722" y="229872"/>
                  </a:cubicBezTo>
                  <a:cubicBezTo>
                    <a:pt x="164715" y="228777"/>
                    <a:pt x="164715" y="228777"/>
                    <a:pt x="164707" y="227660"/>
                  </a:cubicBezTo>
                  <a:cubicBezTo>
                    <a:pt x="164693" y="225195"/>
                    <a:pt x="164695" y="222729"/>
                    <a:pt x="164697" y="220263"/>
                  </a:cubicBezTo>
                  <a:cubicBezTo>
                    <a:pt x="164691" y="218503"/>
                    <a:pt x="164683" y="216744"/>
                    <a:pt x="164674" y="214984"/>
                  </a:cubicBezTo>
                  <a:cubicBezTo>
                    <a:pt x="164656" y="210689"/>
                    <a:pt x="164648" y="206394"/>
                    <a:pt x="164644" y="202099"/>
                  </a:cubicBezTo>
                  <a:cubicBezTo>
                    <a:pt x="164639" y="197103"/>
                    <a:pt x="164622" y="192108"/>
                    <a:pt x="164603" y="187112"/>
                  </a:cubicBezTo>
                  <a:cubicBezTo>
                    <a:pt x="164571" y="178202"/>
                    <a:pt x="164549" y="169292"/>
                    <a:pt x="164533" y="160382"/>
                  </a:cubicBezTo>
                  <a:cubicBezTo>
                    <a:pt x="164517" y="151725"/>
                    <a:pt x="164497" y="143068"/>
                    <a:pt x="164470" y="134411"/>
                  </a:cubicBezTo>
                  <a:cubicBezTo>
                    <a:pt x="164469" y="133878"/>
                    <a:pt x="164467" y="133344"/>
                    <a:pt x="164465" y="132795"/>
                  </a:cubicBezTo>
                  <a:cubicBezTo>
                    <a:pt x="164457" y="130120"/>
                    <a:pt x="164449" y="127445"/>
                    <a:pt x="164440" y="124769"/>
                  </a:cubicBezTo>
                  <a:cubicBezTo>
                    <a:pt x="164371" y="102562"/>
                    <a:pt x="164318" y="80355"/>
                    <a:pt x="164275" y="58148"/>
                  </a:cubicBezTo>
                  <a:cubicBezTo>
                    <a:pt x="162942" y="60645"/>
                    <a:pt x="162524" y="62566"/>
                    <a:pt x="162322" y="65404"/>
                  </a:cubicBezTo>
                  <a:cubicBezTo>
                    <a:pt x="162238" y="66503"/>
                    <a:pt x="162238" y="66503"/>
                    <a:pt x="162153" y="67624"/>
                  </a:cubicBezTo>
                  <a:cubicBezTo>
                    <a:pt x="162098" y="68459"/>
                    <a:pt x="162098" y="68459"/>
                    <a:pt x="162043" y="69310"/>
                  </a:cubicBezTo>
                  <a:cubicBezTo>
                    <a:pt x="161306" y="69310"/>
                    <a:pt x="160569" y="69310"/>
                    <a:pt x="159810" y="69310"/>
                  </a:cubicBezTo>
                  <a:cubicBezTo>
                    <a:pt x="159565" y="72748"/>
                    <a:pt x="159319" y="76186"/>
                    <a:pt x="159066" y="79728"/>
                  </a:cubicBezTo>
                  <a:cubicBezTo>
                    <a:pt x="158329" y="79728"/>
                    <a:pt x="157593" y="79728"/>
                    <a:pt x="156834" y="79728"/>
                  </a:cubicBezTo>
                  <a:cubicBezTo>
                    <a:pt x="156834" y="83166"/>
                    <a:pt x="156834" y="86604"/>
                    <a:pt x="156834" y="90146"/>
                  </a:cubicBezTo>
                  <a:cubicBezTo>
                    <a:pt x="156097" y="89901"/>
                    <a:pt x="155360" y="89655"/>
                    <a:pt x="154601" y="89402"/>
                  </a:cubicBezTo>
                  <a:cubicBezTo>
                    <a:pt x="154356" y="92840"/>
                    <a:pt x="154110" y="96278"/>
                    <a:pt x="153857" y="99820"/>
                  </a:cubicBezTo>
                  <a:cubicBezTo>
                    <a:pt x="153120" y="99820"/>
                    <a:pt x="152384" y="99820"/>
                    <a:pt x="151625" y="99820"/>
                  </a:cubicBezTo>
                  <a:cubicBezTo>
                    <a:pt x="151570" y="100935"/>
                    <a:pt x="151570" y="100935"/>
                    <a:pt x="151514" y="102073"/>
                  </a:cubicBezTo>
                  <a:cubicBezTo>
                    <a:pt x="151458" y="103033"/>
                    <a:pt x="151403" y="103993"/>
                    <a:pt x="151346" y="104983"/>
                  </a:cubicBezTo>
                  <a:cubicBezTo>
                    <a:pt x="151294" y="105941"/>
                    <a:pt x="151242" y="106899"/>
                    <a:pt x="151189" y="107886"/>
                  </a:cubicBezTo>
                  <a:cubicBezTo>
                    <a:pt x="151087" y="108662"/>
                    <a:pt x="150985" y="109438"/>
                    <a:pt x="150880" y="110238"/>
                  </a:cubicBezTo>
                  <a:cubicBezTo>
                    <a:pt x="150389" y="110484"/>
                    <a:pt x="149898" y="110729"/>
                    <a:pt x="149392" y="110982"/>
                  </a:cubicBezTo>
                  <a:cubicBezTo>
                    <a:pt x="149127" y="113293"/>
                    <a:pt x="149061" y="115588"/>
                    <a:pt x="148976" y="117912"/>
                  </a:cubicBezTo>
                  <a:cubicBezTo>
                    <a:pt x="148814" y="118902"/>
                    <a:pt x="148814" y="118902"/>
                    <a:pt x="148648" y="119912"/>
                  </a:cubicBezTo>
                  <a:cubicBezTo>
                    <a:pt x="147911" y="120157"/>
                    <a:pt x="147175" y="120403"/>
                    <a:pt x="146416" y="120656"/>
                  </a:cubicBezTo>
                  <a:cubicBezTo>
                    <a:pt x="146061" y="122700"/>
                    <a:pt x="146061" y="122700"/>
                    <a:pt x="146043" y="125074"/>
                  </a:cubicBezTo>
                  <a:cubicBezTo>
                    <a:pt x="145974" y="127513"/>
                    <a:pt x="145974" y="127513"/>
                    <a:pt x="145671" y="129586"/>
                  </a:cubicBezTo>
                  <a:cubicBezTo>
                    <a:pt x="144935" y="130077"/>
                    <a:pt x="144198" y="130568"/>
                    <a:pt x="143439" y="131074"/>
                  </a:cubicBezTo>
                  <a:cubicBezTo>
                    <a:pt x="143004" y="133221"/>
                    <a:pt x="143004" y="133221"/>
                    <a:pt x="142927" y="135632"/>
                  </a:cubicBezTo>
                  <a:cubicBezTo>
                    <a:pt x="142854" y="136855"/>
                    <a:pt x="142854" y="136855"/>
                    <a:pt x="142779" y="138103"/>
                  </a:cubicBezTo>
                  <a:cubicBezTo>
                    <a:pt x="142751" y="138730"/>
                    <a:pt x="142724" y="139357"/>
                    <a:pt x="142695" y="140004"/>
                  </a:cubicBezTo>
                  <a:cubicBezTo>
                    <a:pt x="141958" y="140004"/>
                    <a:pt x="141221" y="140004"/>
                    <a:pt x="140462" y="140004"/>
                  </a:cubicBezTo>
                  <a:cubicBezTo>
                    <a:pt x="140488" y="140693"/>
                    <a:pt x="140514" y="141383"/>
                    <a:pt x="140541" y="142094"/>
                  </a:cubicBezTo>
                  <a:cubicBezTo>
                    <a:pt x="140561" y="142985"/>
                    <a:pt x="140581" y="143876"/>
                    <a:pt x="140602" y="144794"/>
                  </a:cubicBezTo>
                  <a:cubicBezTo>
                    <a:pt x="140628" y="145683"/>
                    <a:pt x="140654" y="146572"/>
                    <a:pt x="140680" y="147489"/>
                  </a:cubicBezTo>
                  <a:cubicBezTo>
                    <a:pt x="140609" y="148211"/>
                    <a:pt x="140537" y="148933"/>
                    <a:pt x="140462" y="149677"/>
                  </a:cubicBezTo>
                  <a:cubicBezTo>
                    <a:pt x="139726" y="149923"/>
                    <a:pt x="138989" y="150169"/>
                    <a:pt x="138230" y="150422"/>
                  </a:cubicBezTo>
                  <a:cubicBezTo>
                    <a:pt x="137790" y="152684"/>
                    <a:pt x="137790" y="152684"/>
                    <a:pt x="137718" y="155305"/>
                  </a:cubicBezTo>
                  <a:cubicBezTo>
                    <a:pt x="137645" y="156642"/>
                    <a:pt x="137645" y="156642"/>
                    <a:pt x="137570" y="158005"/>
                  </a:cubicBezTo>
                  <a:cubicBezTo>
                    <a:pt x="137528" y="159040"/>
                    <a:pt x="137528" y="159040"/>
                    <a:pt x="137486" y="160095"/>
                  </a:cubicBezTo>
                  <a:cubicBezTo>
                    <a:pt x="136995" y="160095"/>
                    <a:pt x="136504" y="160095"/>
                    <a:pt x="135998" y="160095"/>
                  </a:cubicBezTo>
                  <a:cubicBezTo>
                    <a:pt x="134776" y="162539"/>
                    <a:pt x="134997" y="165257"/>
                    <a:pt x="134864" y="167958"/>
                  </a:cubicBezTo>
                  <a:cubicBezTo>
                    <a:pt x="134747" y="168556"/>
                    <a:pt x="134630" y="169154"/>
                    <a:pt x="134509" y="169769"/>
                  </a:cubicBezTo>
                  <a:cubicBezTo>
                    <a:pt x="133773" y="170015"/>
                    <a:pt x="133036" y="170260"/>
                    <a:pt x="132277" y="170513"/>
                  </a:cubicBezTo>
                  <a:cubicBezTo>
                    <a:pt x="132004" y="172954"/>
                    <a:pt x="132004" y="172954"/>
                    <a:pt x="132137" y="175769"/>
                  </a:cubicBezTo>
                  <a:cubicBezTo>
                    <a:pt x="132158" y="176729"/>
                    <a:pt x="132178" y="177689"/>
                    <a:pt x="132198" y="178679"/>
                  </a:cubicBezTo>
                  <a:cubicBezTo>
                    <a:pt x="132224" y="179422"/>
                    <a:pt x="132250" y="180165"/>
                    <a:pt x="132277" y="180931"/>
                  </a:cubicBezTo>
                  <a:cubicBezTo>
                    <a:pt x="131540" y="180686"/>
                    <a:pt x="130803" y="180440"/>
                    <a:pt x="130044" y="180187"/>
                  </a:cubicBezTo>
                  <a:cubicBezTo>
                    <a:pt x="129799" y="183380"/>
                    <a:pt x="129553" y="186572"/>
                    <a:pt x="129300" y="189861"/>
                  </a:cubicBezTo>
                  <a:cubicBezTo>
                    <a:pt x="128564" y="189861"/>
                    <a:pt x="127827" y="189861"/>
                    <a:pt x="127068" y="189861"/>
                  </a:cubicBezTo>
                  <a:cubicBezTo>
                    <a:pt x="126822" y="193053"/>
                    <a:pt x="126577" y="196246"/>
                    <a:pt x="126324" y="199535"/>
                  </a:cubicBezTo>
                  <a:cubicBezTo>
                    <a:pt x="125833" y="199535"/>
                    <a:pt x="125341" y="199535"/>
                    <a:pt x="124835" y="199535"/>
                  </a:cubicBezTo>
                  <a:cubicBezTo>
                    <a:pt x="124808" y="200225"/>
                    <a:pt x="124780" y="200914"/>
                    <a:pt x="124751" y="201625"/>
                  </a:cubicBezTo>
                  <a:cubicBezTo>
                    <a:pt x="124678" y="202962"/>
                    <a:pt x="124678" y="202962"/>
                    <a:pt x="124603" y="204325"/>
                  </a:cubicBezTo>
                  <a:cubicBezTo>
                    <a:pt x="124560" y="205214"/>
                    <a:pt x="124517" y="206104"/>
                    <a:pt x="124472" y="207020"/>
                  </a:cubicBezTo>
                  <a:cubicBezTo>
                    <a:pt x="124346" y="207742"/>
                    <a:pt x="124221" y="208464"/>
                    <a:pt x="124091" y="209209"/>
                  </a:cubicBezTo>
                  <a:cubicBezTo>
                    <a:pt x="123355" y="209454"/>
                    <a:pt x="122618" y="209700"/>
                    <a:pt x="121859" y="209953"/>
                  </a:cubicBezTo>
                  <a:cubicBezTo>
                    <a:pt x="121419" y="212215"/>
                    <a:pt x="121419" y="212215"/>
                    <a:pt x="121347" y="214836"/>
                  </a:cubicBezTo>
                  <a:cubicBezTo>
                    <a:pt x="121274" y="216173"/>
                    <a:pt x="121274" y="216173"/>
                    <a:pt x="121199" y="217537"/>
                  </a:cubicBezTo>
                  <a:cubicBezTo>
                    <a:pt x="121171" y="218226"/>
                    <a:pt x="121143" y="218916"/>
                    <a:pt x="121115" y="219627"/>
                  </a:cubicBezTo>
                  <a:cubicBezTo>
                    <a:pt x="120378" y="219627"/>
                    <a:pt x="119641" y="219627"/>
                    <a:pt x="118882" y="219627"/>
                  </a:cubicBezTo>
                  <a:cubicBezTo>
                    <a:pt x="118828" y="220661"/>
                    <a:pt x="118828" y="220661"/>
                    <a:pt x="118772" y="221717"/>
                  </a:cubicBezTo>
                  <a:cubicBezTo>
                    <a:pt x="118716" y="222608"/>
                    <a:pt x="118661" y="223499"/>
                    <a:pt x="118603" y="224417"/>
                  </a:cubicBezTo>
                  <a:cubicBezTo>
                    <a:pt x="118552" y="225306"/>
                    <a:pt x="118500" y="226196"/>
                    <a:pt x="118446" y="227112"/>
                  </a:cubicBezTo>
                  <a:cubicBezTo>
                    <a:pt x="118345" y="227834"/>
                    <a:pt x="118243" y="228556"/>
                    <a:pt x="118138" y="229300"/>
                  </a:cubicBezTo>
                  <a:cubicBezTo>
                    <a:pt x="117647" y="229546"/>
                    <a:pt x="117156" y="229792"/>
                    <a:pt x="116650" y="230045"/>
                  </a:cubicBezTo>
                  <a:cubicBezTo>
                    <a:pt x="116387" y="231775"/>
                    <a:pt x="116320" y="233483"/>
                    <a:pt x="116234" y="235230"/>
                  </a:cubicBezTo>
                  <a:cubicBezTo>
                    <a:pt x="116126" y="235729"/>
                    <a:pt x="116017" y="236228"/>
                    <a:pt x="115906" y="236742"/>
                  </a:cubicBezTo>
                  <a:cubicBezTo>
                    <a:pt x="113247" y="237628"/>
                    <a:pt x="111104" y="237582"/>
                    <a:pt x="108299" y="237585"/>
                  </a:cubicBezTo>
                  <a:cubicBezTo>
                    <a:pt x="107516" y="237586"/>
                    <a:pt x="107516" y="237586"/>
                    <a:pt x="106717" y="237587"/>
                  </a:cubicBezTo>
                  <a:cubicBezTo>
                    <a:pt x="105616" y="237588"/>
                    <a:pt x="104514" y="237586"/>
                    <a:pt x="103413" y="237583"/>
                  </a:cubicBezTo>
                  <a:cubicBezTo>
                    <a:pt x="101724" y="237579"/>
                    <a:pt x="100036" y="237583"/>
                    <a:pt x="98347" y="237588"/>
                  </a:cubicBezTo>
                  <a:cubicBezTo>
                    <a:pt x="97277" y="237587"/>
                    <a:pt x="96207" y="237586"/>
                    <a:pt x="95137" y="237585"/>
                  </a:cubicBezTo>
                  <a:cubicBezTo>
                    <a:pt x="94161" y="237584"/>
                    <a:pt x="93185" y="237583"/>
                    <a:pt x="92180" y="237582"/>
                  </a:cubicBezTo>
                  <a:cubicBezTo>
                    <a:pt x="89861" y="237486"/>
                    <a:pt x="89861" y="237486"/>
                    <a:pt x="88373" y="236742"/>
                  </a:cubicBezTo>
                  <a:cubicBezTo>
                    <a:pt x="88265" y="235882"/>
                    <a:pt x="88158" y="235023"/>
                    <a:pt x="88047" y="234137"/>
                  </a:cubicBezTo>
                  <a:cubicBezTo>
                    <a:pt x="87909" y="233278"/>
                    <a:pt x="87771" y="232418"/>
                    <a:pt x="87628" y="231533"/>
                  </a:cubicBezTo>
                  <a:cubicBezTo>
                    <a:pt x="86892" y="231287"/>
                    <a:pt x="86155" y="231042"/>
                    <a:pt x="85396" y="230789"/>
                  </a:cubicBezTo>
                  <a:cubicBezTo>
                    <a:pt x="85068" y="228626"/>
                    <a:pt x="85068" y="228626"/>
                    <a:pt x="84977" y="225952"/>
                  </a:cubicBezTo>
                  <a:cubicBezTo>
                    <a:pt x="84920" y="224337"/>
                    <a:pt x="84823" y="222722"/>
                    <a:pt x="84652" y="221115"/>
                  </a:cubicBezTo>
                  <a:cubicBezTo>
                    <a:pt x="84161" y="220869"/>
                    <a:pt x="83670" y="220624"/>
                    <a:pt x="83164" y="220371"/>
                  </a:cubicBezTo>
                  <a:cubicBezTo>
                    <a:pt x="82855" y="218345"/>
                    <a:pt x="82855" y="218345"/>
                    <a:pt x="82699" y="215859"/>
                  </a:cubicBezTo>
                  <a:cubicBezTo>
                    <a:pt x="82615" y="214626"/>
                    <a:pt x="82615" y="214626"/>
                    <a:pt x="82530" y="213368"/>
                  </a:cubicBezTo>
                  <a:cubicBezTo>
                    <a:pt x="82493" y="212732"/>
                    <a:pt x="82457" y="212096"/>
                    <a:pt x="82419" y="211441"/>
                  </a:cubicBezTo>
                  <a:cubicBezTo>
                    <a:pt x="81683" y="211441"/>
                    <a:pt x="80946" y="211441"/>
                    <a:pt x="80187" y="211441"/>
                  </a:cubicBezTo>
                  <a:cubicBezTo>
                    <a:pt x="80159" y="210751"/>
                    <a:pt x="80131" y="210062"/>
                    <a:pt x="80103" y="209351"/>
                  </a:cubicBezTo>
                  <a:cubicBezTo>
                    <a:pt x="80054" y="208460"/>
                    <a:pt x="80005" y="207569"/>
                    <a:pt x="79955" y="206651"/>
                  </a:cubicBezTo>
                  <a:cubicBezTo>
                    <a:pt x="79911" y="205762"/>
                    <a:pt x="79868" y="204872"/>
                    <a:pt x="79824" y="203956"/>
                  </a:cubicBezTo>
                  <a:cubicBezTo>
                    <a:pt x="79698" y="203234"/>
                    <a:pt x="79572" y="202511"/>
                    <a:pt x="79443" y="201767"/>
                  </a:cubicBezTo>
                  <a:cubicBezTo>
                    <a:pt x="78706" y="201522"/>
                    <a:pt x="77970" y="201276"/>
                    <a:pt x="77210" y="201023"/>
                  </a:cubicBezTo>
                  <a:cubicBezTo>
                    <a:pt x="76882" y="198860"/>
                    <a:pt x="76882" y="198860"/>
                    <a:pt x="76792" y="196186"/>
                  </a:cubicBezTo>
                  <a:cubicBezTo>
                    <a:pt x="76734" y="194571"/>
                    <a:pt x="76637" y="192956"/>
                    <a:pt x="76466" y="191349"/>
                  </a:cubicBezTo>
                  <a:cubicBezTo>
                    <a:pt x="75975" y="191104"/>
                    <a:pt x="75484" y="190858"/>
                    <a:pt x="74978" y="190605"/>
                  </a:cubicBezTo>
                  <a:cubicBezTo>
                    <a:pt x="74712" y="188319"/>
                    <a:pt x="74647" y="186048"/>
                    <a:pt x="74562" y="183748"/>
                  </a:cubicBezTo>
                  <a:cubicBezTo>
                    <a:pt x="74454" y="183064"/>
                    <a:pt x="74346" y="182380"/>
                    <a:pt x="74234" y="181675"/>
                  </a:cubicBezTo>
                  <a:cubicBezTo>
                    <a:pt x="73129" y="180939"/>
                    <a:pt x="73129" y="180939"/>
                    <a:pt x="72002" y="180187"/>
                  </a:cubicBezTo>
                  <a:cubicBezTo>
                    <a:pt x="71621" y="177763"/>
                    <a:pt x="71621" y="177763"/>
                    <a:pt x="71490" y="174885"/>
                  </a:cubicBezTo>
                  <a:cubicBezTo>
                    <a:pt x="71441" y="173932"/>
                    <a:pt x="71392" y="172978"/>
                    <a:pt x="71342" y="171996"/>
                  </a:cubicBezTo>
                  <a:cubicBezTo>
                    <a:pt x="71300" y="170894"/>
                    <a:pt x="71300" y="170894"/>
                    <a:pt x="71257" y="169769"/>
                  </a:cubicBezTo>
                  <a:cubicBezTo>
                    <a:pt x="70521" y="169769"/>
                    <a:pt x="69784" y="169769"/>
                    <a:pt x="69025" y="169769"/>
                  </a:cubicBezTo>
                  <a:cubicBezTo>
                    <a:pt x="68988" y="169133"/>
                    <a:pt x="68952" y="168497"/>
                    <a:pt x="68914" y="167842"/>
                  </a:cubicBezTo>
                  <a:cubicBezTo>
                    <a:pt x="68831" y="166609"/>
                    <a:pt x="68831" y="166609"/>
                    <a:pt x="68746" y="165351"/>
                  </a:cubicBezTo>
                  <a:cubicBezTo>
                    <a:pt x="68668" y="164121"/>
                    <a:pt x="68668" y="164121"/>
                    <a:pt x="68589" y="162866"/>
                  </a:cubicBezTo>
                  <a:cubicBezTo>
                    <a:pt x="68487" y="162197"/>
                    <a:pt x="68386" y="161528"/>
                    <a:pt x="68281" y="160840"/>
                  </a:cubicBezTo>
                  <a:cubicBezTo>
                    <a:pt x="67790" y="160594"/>
                    <a:pt x="67299" y="160348"/>
                    <a:pt x="66793" y="160095"/>
                  </a:cubicBezTo>
                  <a:cubicBezTo>
                    <a:pt x="66527" y="157785"/>
                    <a:pt x="66462" y="155490"/>
                    <a:pt x="66377" y="153166"/>
                  </a:cubicBezTo>
                  <a:cubicBezTo>
                    <a:pt x="66268" y="152506"/>
                    <a:pt x="66160" y="151846"/>
                    <a:pt x="66048" y="151166"/>
                  </a:cubicBezTo>
                  <a:cubicBezTo>
                    <a:pt x="65312" y="150920"/>
                    <a:pt x="64575" y="150675"/>
                    <a:pt x="63816" y="150422"/>
                  </a:cubicBezTo>
                  <a:cubicBezTo>
                    <a:pt x="63465" y="147911"/>
                    <a:pt x="63440" y="145444"/>
                    <a:pt x="63374" y="142910"/>
                  </a:cubicBezTo>
                  <a:cubicBezTo>
                    <a:pt x="63274" y="142197"/>
                    <a:pt x="63175" y="141483"/>
                    <a:pt x="63072" y="140748"/>
                  </a:cubicBezTo>
                  <a:cubicBezTo>
                    <a:pt x="62335" y="140502"/>
                    <a:pt x="61598" y="140257"/>
                    <a:pt x="60839" y="140004"/>
                  </a:cubicBezTo>
                  <a:cubicBezTo>
                    <a:pt x="60511" y="137841"/>
                    <a:pt x="60511" y="137841"/>
                    <a:pt x="60421" y="135167"/>
                  </a:cubicBezTo>
                  <a:cubicBezTo>
                    <a:pt x="60363" y="133552"/>
                    <a:pt x="60266" y="131937"/>
                    <a:pt x="60095" y="130330"/>
                  </a:cubicBezTo>
                  <a:cubicBezTo>
                    <a:pt x="59604" y="130084"/>
                    <a:pt x="59113" y="129839"/>
                    <a:pt x="58607" y="129586"/>
                  </a:cubicBezTo>
                  <a:cubicBezTo>
                    <a:pt x="58342" y="127275"/>
                    <a:pt x="58276" y="124980"/>
                    <a:pt x="58191" y="122656"/>
                  </a:cubicBezTo>
                  <a:cubicBezTo>
                    <a:pt x="58083" y="121996"/>
                    <a:pt x="57975" y="121336"/>
                    <a:pt x="57863" y="120656"/>
                  </a:cubicBezTo>
                  <a:cubicBezTo>
                    <a:pt x="57126" y="120410"/>
                    <a:pt x="56389" y="120165"/>
                    <a:pt x="55630" y="119912"/>
                  </a:cubicBezTo>
                  <a:cubicBezTo>
                    <a:pt x="55280" y="117594"/>
                    <a:pt x="55255" y="115324"/>
                    <a:pt x="55189" y="112982"/>
                  </a:cubicBezTo>
                  <a:cubicBezTo>
                    <a:pt x="55039" y="111992"/>
                    <a:pt x="55039" y="111992"/>
                    <a:pt x="54886" y="110982"/>
                  </a:cubicBezTo>
                  <a:cubicBezTo>
                    <a:pt x="54150" y="110737"/>
                    <a:pt x="53413" y="110491"/>
                    <a:pt x="52654" y="110238"/>
                  </a:cubicBezTo>
                  <a:cubicBezTo>
                    <a:pt x="52325" y="108075"/>
                    <a:pt x="52325" y="108075"/>
                    <a:pt x="52235" y="105401"/>
                  </a:cubicBezTo>
                  <a:cubicBezTo>
                    <a:pt x="52177" y="103786"/>
                    <a:pt x="52080" y="102171"/>
                    <a:pt x="51910" y="100564"/>
                  </a:cubicBezTo>
                  <a:cubicBezTo>
                    <a:pt x="51419" y="100319"/>
                    <a:pt x="50927" y="100073"/>
                    <a:pt x="50421" y="99820"/>
                  </a:cubicBezTo>
                  <a:cubicBezTo>
                    <a:pt x="49939" y="97327"/>
                    <a:pt x="49659" y="94830"/>
                    <a:pt x="49352" y="92309"/>
                  </a:cubicBezTo>
                  <a:cubicBezTo>
                    <a:pt x="49214" y="91595"/>
                    <a:pt x="49075" y="90882"/>
                    <a:pt x="48933" y="90146"/>
                  </a:cubicBezTo>
                  <a:cubicBezTo>
                    <a:pt x="48196" y="89778"/>
                    <a:pt x="48196" y="89778"/>
                    <a:pt x="47445" y="89402"/>
                  </a:cubicBezTo>
                  <a:cubicBezTo>
                    <a:pt x="47180" y="87091"/>
                    <a:pt x="47114" y="84796"/>
                    <a:pt x="47029" y="82472"/>
                  </a:cubicBezTo>
                  <a:cubicBezTo>
                    <a:pt x="46921" y="81812"/>
                    <a:pt x="46812" y="81152"/>
                    <a:pt x="46701" y="80472"/>
                  </a:cubicBezTo>
                  <a:cubicBezTo>
                    <a:pt x="45964" y="80227"/>
                    <a:pt x="45227" y="79981"/>
                    <a:pt x="44468" y="79728"/>
                  </a:cubicBezTo>
                  <a:cubicBezTo>
                    <a:pt x="44250" y="77377"/>
                    <a:pt x="44250" y="77377"/>
                    <a:pt x="44329" y="74473"/>
                  </a:cubicBezTo>
                  <a:cubicBezTo>
                    <a:pt x="44359" y="73032"/>
                    <a:pt x="44359" y="73032"/>
                    <a:pt x="44390" y="71563"/>
                  </a:cubicBezTo>
                  <a:cubicBezTo>
                    <a:pt x="44416" y="70820"/>
                    <a:pt x="44442" y="70076"/>
                    <a:pt x="44468" y="69310"/>
                  </a:cubicBezTo>
                  <a:cubicBezTo>
                    <a:pt x="43732" y="69310"/>
                    <a:pt x="42995" y="69310"/>
                    <a:pt x="42236" y="69310"/>
                  </a:cubicBezTo>
                  <a:cubicBezTo>
                    <a:pt x="42199" y="68754"/>
                    <a:pt x="42163" y="68198"/>
                    <a:pt x="42125" y="67624"/>
                  </a:cubicBezTo>
                  <a:cubicBezTo>
                    <a:pt x="42070" y="66891"/>
                    <a:pt x="42014" y="66159"/>
                    <a:pt x="41957" y="65404"/>
                  </a:cubicBezTo>
                  <a:cubicBezTo>
                    <a:pt x="41879" y="64316"/>
                    <a:pt x="41879" y="64316"/>
                    <a:pt x="41800" y="63206"/>
                  </a:cubicBezTo>
                  <a:cubicBezTo>
                    <a:pt x="41500" y="61180"/>
                    <a:pt x="40955" y="59931"/>
                    <a:pt x="40003" y="58148"/>
                  </a:cubicBezTo>
                  <a:cubicBezTo>
                    <a:pt x="40002" y="59068"/>
                    <a:pt x="40000" y="59988"/>
                    <a:pt x="39998" y="60935"/>
                  </a:cubicBezTo>
                  <a:cubicBezTo>
                    <a:pt x="39955" y="82745"/>
                    <a:pt x="39901" y="104555"/>
                    <a:pt x="39833" y="126366"/>
                  </a:cubicBezTo>
                  <a:cubicBezTo>
                    <a:pt x="39825" y="129047"/>
                    <a:pt x="39816" y="131729"/>
                    <a:pt x="39808" y="134411"/>
                  </a:cubicBezTo>
                  <a:cubicBezTo>
                    <a:pt x="39807" y="134945"/>
                    <a:pt x="39805" y="135479"/>
                    <a:pt x="39803" y="136029"/>
                  </a:cubicBezTo>
                  <a:cubicBezTo>
                    <a:pt x="39777" y="144685"/>
                    <a:pt x="39758" y="153341"/>
                    <a:pt x="39743" y="161998"/>
                  </a:cubicBezTo>
                  <a:cubicBezTo>
                    <a:pt x="39727" y="170873"/>
                    <a:pt x="39702" y="179749"/>
                    <a:pt x="39670" y="188624"/>
                  </a:cubicBezTo>
                  <a:cubicBezTo>
                    <a:pt x="39652" y="193612"/>
                    <a:pt x="39638" y="198600"/>
                    <a:pt x="39633" y="203588"/>
                  </a:cubicBezTo>
                  <a:cubicBezTo>
                    <a:pt x="39629" y="208277"/>
                    <a:pt x="39614" y="212966"/>
                    <a:pt x="39591" y="217655"/>
                  </a:cubicBezTo>
                  <a:cubicBezTo>
                    <a:pt x="39584" y="219382"/>
                    <a:pt x="39582" y="221108"/>
                    <a:pt x="39583" y="222834"/>
                  </a:cubicBezTo>
                  <a:cubicBezTo>
                    <a:pt x="39584" y="225181"/>
                    <a:pt x="39572" y="227526"/>
                    <a:pt x="39556" y="229872"/>
                  </a:cubicBezTo>
                  <a:cubicBezTo>
                    <a:pt x="39560" y="230565"/>
                    <a:pt x="39563" y="231258"/>
                    <a:pt x="39567" y="231971"/>
                  </a:cubicBezTo>
                  <a:cubicBezTo>
                    <a:pt x="39546" y="233861"/>
                    <a:pt x="39546" y="233861"/>
                    <a:pt x="39259" y="236742"/>
                  </a:cubicBezTo>
                  <a:cubicBezTo>
                    <a:pt x="36601" y="237628"/>
                    <a:pt x="34458" y="237582"/>
                    <a:pt x="31652" y="237585"/>
                  </a:cubicBezTo>
                  <a:cubicBezTo>
                    <a:pt x="30869" y="237586"/>
                    <a:pt x="30869" y="237586"/>
                    <a:pt x="30071" y="237587"/>
                  </a:cubicBezTo>
                  <a:cubicBezTo>
                    <a:pt x="28969" y="237588"/>
                    <a:pt x="27868" y="237586"/>
                    <a:pt x="26766" y="237583"/>
                  </a:cubicBezTo>
                  <a:cubicBezTo>
                    <a:pt x="25078" y="237579"/>
                    <a:pt x="23389" y="237583"/>
                    <a:pt x="21701" y="237588"/>
                  </a:cubicBezTo>
                  <a:cubicBezTo>
                    <a:pt x="20631" y="237587"/>
                    <a:pt x="19560" y="237586"/>
                    <a:pt x="18490" y="237585"/>
                  </a:cubicBezTo>
                  <a:cubicBezTo>
                    <a:pt x="17515" y="237584"/>
                    <a:pt x="16539" y="237583"/>
                    <a:pt x="15534" y="237582"/>
                  </a:cubicBezTo>
                  <a:cubicBezTo>
                    <a:pt x="13214" y="237486"/>
                    <a:pt x="13214" y="237486"/>
                    <a:pt x="11726" y="236742"/>
                  </a:cubicBezTo>
                  <a:cubicBezTo>
                    <a:pt x="11541" y="235142"/>
                    <a:pt x="11541" y="235142"/>
                    <a:pt x="11543" y="232978"/>
                  </a:cubicBezTo>
                  <a:cubicBezTo>
                    <a:pt x="11540" y="232157"/>
                    <a:pt x="11537" y="231337"/>
                    <a:pt x="11534" y="230491"/>
                  </a:cubicBezTo>
                  <a:cubicBezTo>
                    <a:pt x="11538" y="229578"/>
                    <a:pt x="11543" y="228666"/>
                    <a:pt x="11547" y="227725"/>
                  </a:cubicBezTo>
                  <a:cubicBezTo>
                    <a:pt x="11546" y="226764"/>
                    <a:pt x="11545" y="225804"/>
                    <a:pt x="11543" y="224814"/>
                  </a:cubicBezTo>
                  <a:cubicBezTo>
                    <a:pt x="11540" y="222134"/>
                    <a:pt x="11546" y="219455"/>
                    <a:pt x="11553" y="216775"/>
                  </a:cubicBezTo>
                  <a:cubicBezTo>
                    <a:pt x="11560" y="213891"/>
                    <a:pt x="11558" y="211006"/>
                    <a:pt x="11556" y="208121"/>
                  </a:cubicBezTo>
                  <a:cubicBezTo>
                    <a:pt x="11556" y="203119"/>
                    <a:pt x="11560" y="198117"/>
                    <a:pt x="11569" y="193115"/>
                  </a:cubicBezTo>
                  <a:cubicBezTo>
                    <a:pt x="11581" y="185882"/>
                    <a:pt x="11585" y="178650"/>
                    <a:pt x="11587" y="171418"/>
                  </a:cubicBezTo>
                  <a:cubicBezTo>
                    <a:pt x="11590" y="159685"/>
                    <a:pt x="11600" y="147952"/>
                    <a:pt x="11614" y="136220"/>
                  </a:cubicBezTo>
                  <a:cubicBezTo>
                    <a:pt x="11627" y="124819"/>
                    <a:pt x="11638" y="113419"/>
                    <a:pt x="11644" y="102019"/>
                  </a:cubicBezTo>
                  <a:cubicBezTo>
                    <a:pt x="11645" y="100966"/>
                    <a:pt x="11645" y="100966"/>
                    <a:pt x="11646" y="99891"/>
                  </a:cubicBezTo>
                  <a:cubicBezTo>
                    <a:pt x="11647" y="96368"/>
                    <a:pt x="11649" y="92846"/>
                    <a:pt x="11651" y="89323"/>
                  </a:cubicBezTo>
                  <a:cubicBezTo>
                    <a:pt x="11667" y="60080"/>
                    <a:pt x="11693" y="30837"/>
                    <a:pt x="11726" y="1593"/>
                  </a:cubicBezTo>
                  <a:close/>
                </a:path>
              </a:pathLst>
            </a:custGeom>
            <a:grpFill/>
            <a:ln w="744" cap="flat">
              <a:noFill/>
              <a:prstDash val="solid"/>
              <a:miter/>
            </a:ln>
          </p:spPr>
          <p:txBody>
            <a:bodyPr rtlCol="0" anchor="ctr"/>
            <a:lstStyle/>
            <a:p>
              <a:endParaRPr lang="zh-CN" altLang="en-US"/>
            </a:p>
          </p:txBody>
        </p:sp>
        <p:sp>
          <p:nvSpPr>
            <p:cNvPr id="120" name="任意多边形: 形状 119"/>
            <p:cNvSpPr/>
            <p:nvPr/>
          </p:nvSpPr>
          <p:spPr>
            <a:xfrm>
              <a:off x="10889192" y="613821"/>
              <a:ext cx="189076" cy="276820"/>
            </a:xfrm>
            <a:custGeom>
              <a:avLst/>
              <a:gdLst>
                <a:gd name="connsiteX0" fmla="*/ 136475 w 189076"/>
                <a:gd name="connsiteY0" fmla="*/ 457 h 276820"/>
                <a:gd name="connsiteX1" fmla="*/ 143172 w 189076"/>
                <a:gd name="connsiteY1" fmla="*/ 457 h 276820"/>
                <a:gd name="connsiteX2" fmla="*/ 143172 w 189076"/>
                <a:gd name="connsiteY2" fmla="*/ 3434 h 276820"/>
                <a:gd name="connsiteX3" fmla="*/ 144911 w 189076"/>
                <a:gd name="connsiteY3" fmla="*/ 3407 h 276820"/>
                <a:gd name="connsiteX4" fmla="*/ 147172 w 189076"/>
                <a:gd name="connsiteY4" fmla="*/ 3387 h 276820"/>
                <a:gd name="connsiteX5" fmla="*/ 149422 w 189076"/>
                <a:gd name="connsiteY5" fmla="*/ 3361 h 276820"/>
                <a:gd name="connsiteX6" fmla="*/ 152846 w 189076"/>
                <a:gd name="connsiteY6" fmla="*/ 4178 h 276820"/>
                <a:gd name="connsiteX7" fmla="*/ 152846 w 189076"/>
                <a:gd name="connsiteY7" fmla="*/ 6410 h 276820"/>
                <a:gd name="connsiteX8" fmla="*/ 154936 w 189076"/>
                <a:gd name="connsiteY8" fmla="*/ 6468 h 276820"/>
                <a:gd name="connsiteX9" fmla="*/ 157637 w 189076"/>
                <a:gd name="connsiteY9" fmla="*/ 6596 h 276820"/>
                <a:gd name="connsiteX10" fmla="*/ 160331 w 189076"/>
                <a:gd name="connsiteY10" fmla="*/ 6701 h 276820"/>
                <a:gd name="connsiteX11" fmla="*/ 162520 w 189076"/>
                <a:gd name="connsiteY11" fmla="*/ 7154 h 276820"/>
                <a:gd name="connsiteX12" fmla="*/ 163264 w 189076"/>
                <a:gd name="connsiteY12" fmla="*/ 10131 h 276820"/>
                <a:gd name="connsiteX13" fmla="*/ 167729 w 189076"/>
                <a:gd name="connsiteY13" fmla="*/ 10549 h 276820"/>
                <a:gd name="connsiteX14" fmla="*/ 172194 w 189076"/>
                <a:gd name="connsiteY14" fmla="*/ 10875 h 276820"/>
                <a:gd name="connsiteX15" fmla="*/ 172938 w 189076"/>
                <a:gd name="connsiteY15" fmla="*/ 13107 h 276820"/>
                <a:gd name="connsiteX16" fmla="*/ 179286 w 189076"/>
                <a:gd name="connsiteY16" fmla="*/ 13477 h 276820"/>
                <a:gd name="connsiteX17" fmla="*/ 181124 w 189076"/>
                <a:gd name="connsiteY17" fmla="*/ 13852 h 276820"/>
                <a:gd name="connsiteX18" fmla="*/ 181446 w 189076"/>
                <a:gd name="connsiteY18" fmla="*/ 15331 h 276820"/>
                <a:gd name="connsiteX19" fmla="*/ 181868 w 189076"/>
                <a:gd name="connsiteY19" fmla="*/ 16828 h 276820"/>
                <a:gd name="connsiteX20" fmla="*/ 186751 w 189076"/>
                <a:gd name="connsiteY20" fmla="*/ 17386 h 276820"/>
                <a:gd name="connsiteX21" fmla="*/ 189452 w 189076"/>
                <a:gd name="connsiteY21" fmla="*/ 17514 h 276820"/>
                <a:gd name="connsiteX22" fmla="*/ 191542 w 189076"/>
                <a:gd name="connsiteY22" fmla="*/ 17572 h 276820"/>
                <a:gd name="connsiteX23" fmla="*/ 191542 w 189076"/>
                <a:gd name="connsiteY23" fmla="*/ 19805 h 276820"/>
                <a:gd name="connsiteX24" fmla="*/ 197634 w 189076"/>
                <a:gd name="connsiteY24" fmla="*/ 20363 h 276820"/>
                <a:gd name="connsiteX25" fmla="*/ 199727 w 189076"/>
                <a:gd name="connsiteY25" fmla="*/ 20549 h 276820"/>
                <a:gd name="connsiteX26" fmla="*/ 201215 w 189076"/>
                <a:gd name="connsiteY26" fmla="*/ 24269 h 276820"/>
                <a:gd name="connsiteX27" fmla="*/ 202797 w 189076"/>
                <a:gd name="connsiteY27" fmla="*/ 24549 h 276820"/>
                <a:gd name="connsiteX28" fmla="*/ 204192 w 189076"/>
                <a:gd name="connsiteY28" fmla="*/ 25014 h 276820"/>
                <a:gd name="connsiteX29" fmla="*/ 204192 w 189076"/>
                <a:gd name="connsiteY29" fmla="*/ 30223 h 276820"/>
                <a:gd name="connsiteX30" fmla="*/ 201960 w 189076"/>
                <a:gd name="connsiteY30" fmla="*/ 30223 h 276820"/>
                <a:gd name="connsiteX31" fmla="*/ 202038 w 189076"/>
                <a:gd name="connsiteY31" fmla="*/ 31987 h 276820"/>
                <a:gd name="connsiteX32" fmla="*/ 202099 w 189076"/>
                <a:gd name="connsiteY32" fmla="*/ 34269 h 276820"/>
                <a:gd name="connsiteX33" fmla="*/ 202178 w 189076"/>
                <a:gd name="connsiteY33" fmla="*/ 36545 h 276820"/>
                <a:gd name="connsiteX34" fmla="*/ 201960 w 189076"/>
                <a:gd name="connsiteY34" fmla="*/ 38408 h 276820"/>
                <a:gd name="connsiteX35" fmla="*/ 199727 w 189076"/>
                <a:gd name="connsiteY35" fmla="*/ 39152 h 276820"/>
                <a:gd name="connsiteX36" fmla="*/ 199216 w 189076"/>
                <a:gd name="connsiteY36" fmla="*/ 42920 h 276820"/>
                <a:gd name="connsiteX37" fmla="*/ 199067 w 189076"/>
                <a:gd name="connsiteY37" fmla="*/ 44992 h 276820"/>
                <a:gd name="connsiteX38" fmla="*/ 198983 w 189076"/>
                <a:gd name="connsiteY38" fmla="*/ 46594 h 276820"/>
                <a:gd name="connsiteX39" fmla="*/ 196751 w 189076"/>
                <a:gd name="connsiteY39" fmla="*/ 46594 h 276820"/>
                <a:gd name="connsiteX40" fmla="*/ 196006 w 189076"/>
                <a:gd name="connsiteY40" fmla="*/ 54035 h 276820"/>
                <a:gd name="connsiteX41" fmla="*/ 193774 w 189076"/>
                <a:gd name="connsiteY41" fmla="*/ 54035 h 276820"/>
                <a:gd name="connsiteX42" fmla="*/ 193852 w 189076"/>
                <a:gd name="connsiteY42" fmla="*/ 55637 h 276820"/>
                <a:gd name="connsiteX43" fmla="*/ 193914 w 189076"/>
                <a:gd name="connsiteY43" fmla="*/ 57709 h 276820"/>
                <a:gd name="connsiteX44" fmla="*/ 193992 w 189076"/>
                <a:gd name="connsiteY44" fmla="*/ 59776 h 276820"/>
                <a:gd name="connsiteX45" fmla="*/ 193774 w 189076"/>
                <a:gd name="connsiteY45" fmla="*/ 61477 h 276820"/>
                <a:gd name="connsiteX46" fmla="*/ 191542 w 189076"/>
                <a:gd name="connsiteY46" fmla="*/ 62221 h 276820"/>
                <a:gd name="connsiteX47" fmla="*/ 191030 w 189076"/>
                <a:gd name="connsiteY47" fmla="*/ 65616 h 276820"/>
                <a:gd name="connsiteX48" fmla="*/ 190882 w 189076"/>
                <a:gd name="connsiteY48" fmla="*/ 67479 h 276820"/>
                <a:gd name="connsiteX49" fmla="*/ 190797 w 189076"/>
                <a:gd name="connsiteY49" fmla="*/ 68918 h 276820"/>
                <a:gd name="connsiteX50" fmla="*/ 188565 w 189076"/>
                <a:gd name="connsiteY50" fmla="*/ 68918 h 276820"/>
                <a:gd name="connsiteX51" fmla="*/ 188455 w 189076"/>
                <a:gd name="connsiteY51" fmla="*/ 70357 h 276820"/>
                <a:gd name="connsiteX52" fmla="*/ 188286 w 189076"/>
                <a:gd name="connsiteY52" fmla="*/ 72220 h 276820"/>
                <a:gd name="connsiteX53" fmla="*/ 188129 w 189076"/>
                <a:gd name="connsiteY53" fmla="*/ 74077 h 276820"/>
                <a:gd name="connsiteX54" fmla="*/ 187821 w 189076"/>
                <a:gd name="connsiteY54" fmla="*/ 75615 h 276820"/>
                <a:gd name="connsiteX55" fmla="*/ 186333 w 189076"/>
                <a:gd name="connsiteY55" fmla="*/ 76359 h 276820"/>
                <a:gd name="connsiteX56" fmla="*/ 185867 w 189076"/>
                <a:gd name="connsiteY56" fmla="*/ 79382 h 276820"/>
                <a:gd name="connsiteX57" fmla="*/ 185588 w 189076"/>
                <a:gd name="connsiteY57" fmla="*/ 82312 h 276820"/>
                <a:gd name="connsiteX58" fmla="*/ 183356 w 189076"/>
                <a:gd name="connsiteY58" fmla="*/ 82312 h 276820"/>
                <a:gd name="connsiteX59" fmla="*/ 182612 w 189076"/>
                <a:gd name="connsiteY59" fmla="*/ 89754 h 276820"/>
                <a:gd name="connsiteX60" fmla="*/ 181124 w 189076"/>
                <a:gd name="connsiteY60" fmla="*/ 89754 h 276820"/>
                <a:gd name="connsiteX61" fmla="*/ 180379 w 189076"/>
                <a:gd name="connsiteY61" fmla="*/ 93056 h 276820"/>
                <a:gd name="connsiteX62" fmla="*/ 179635 w 189076"/>
                <a:gd name="connsiteY62" fmla="*/ 96451 h 276820"/>
                <a:gd name="connsiteX63" fmla="*/ 178147 w 189076"/>
                <a:gd name="connsiteY63" fmla="*/ 97195 h 276820"/>
                <a:gd name="connsiteX64" fmla="*/ 177403 w 189076"/>
                <a:gd name="connsiteY64" fmla="*/ 99800 h 276820"/>
                <a:gd name="connsiteX65" fmla="*/ 176659 w 189076"/>
                <a:gd name="connsiteY65" fmla="*/ 102404 h 276820"/>
                <a:gd name="connsiteX66" fmla="*/ 175170 w 189076"/>
                <a:gd name="connsiteY66" fmla="*/ 103148 h 276820"/>
                <a:gd name="connsiteX67" fmla="*/ 174845 w 189076"/>
                <a:gd name="connsiteY67" fmla="*/ 105753 h 276820"/>
                <a:gd name="connsiteX68" fmla="*/ 174426 w 189076"/>
                <a:gd name="connsiteY68" fmla="*/ 108357 h 276820"/>
                <a:gd name="connsiteX69" fmla="*/ 172194 w 189076"/>
                <a:gd name="connsiteY69" fmla="*/ 109102 h 276820"/>
                <a:gd name="connsiteX70" fmla="*/ 171685 w 189076"/>
                <a:gd name="connsiteY70" fmla="*/ 113622 h 276820"/>
                <a:gd name="connsiteX71" fmla="*/ 169217 w 189076"/>
                <a:gd name="connsiteY71" fmla="*/ 117287 h 276820"/>
                <a:gd name="connsiteX72" fmla="*/ 169217 w 189076"/>
                <a:gd name="connsiteY72" fmla="*/ 119240 h 276820"/>
                <a:gd name="connsiteX73" fmla="*/ 169217 w 189076"/>
                <a:gd name="connsiteY73" fmla="*/ 121008 h 276820"/>
                <a:gd name="connsiteX74" fmla="*/ 166985 w 189076"/>
                <a:gd name="connsiteY74" fmla="*/ 121752 h 276820"/>
                <a:gd name="connsiteX75" fmla="*/ 166241 w 189076"/>
                <a:gd name="connsiteY75" fmla="*/ 126217 h 276820"/>
                <a:gd name="connsiteX76" fmla="*/ 164008 w 189076"/>
                <a:gd name="connsiteY76" fmla="*/ 126217 h 276820"/>
                <a:gd name="connsiteX77" fmla="*/ 163776 w 189076"/>
                <a:gd name="connsiteY77" fmla="*/ 129054 h 276820"/>
                <a:gd name="connsiteX78" fmla="*/ 161032 w 189076"/>
                <a:gd name="connsiteY78" fmla="*/ 134402 h 276820"/>
                <a:gd name="connsiteX79" fmla="*/ 161032 w 189076"/>
                <a:gd name="connsiteY79" fmla="*/ 136728 h 276820"/>
                <a:gd name="connsiteX80" fmla="*/ 161032 w 189076"/>
                <a:gd name="connsiteY80" fmla="*/ 138867 h 276820"/>
                <a:gd name="connsiteX81" fmla="*/ 158799 w 189076"/>
                <a:gd name="connsiteY81" fmla="*/ 139611 h 276820"/>
                <a:gd name="connsiteX82" fmla="*/ 158427 w 189076"/>
                <a:gd name="connsiteY82" fmla="*/ 141518 h 276820"/>
                <a:gd name="connsiteX83" fmla="*/ 158055 w 189076"/>
                <a:gd name="connsiteY83" fmla="*/ 143332 h 276820"/>
                <a:gd name="connsiteX84" fmla="*/ 155823 w 189076"/>
                <a:gd name="connsiteY84" fmla="*/ 143332 h 276820"/>
                <a:gd name="connsiteX85" fmla="*/ 155590 w 189076"/>
                <a:gd name="connsiteY85" fmla="*/ 146216 h 276820"/>
                <a:gd name="connsiteX86" fmla="*/ 155079 w 189076"/>
                <a:gd name="connsiteY86" fmla="*/ 149285 h 276820"/>
                <a:gd name="connsiteX87" fmla="*/ 152846 w 189076"/>
                <a:gd name="connsiteY87" fmla="*/ 150773 h 276820"/>
                <a:gd name="connsiteX88" fmla="*/ 152846 w 189076"/>
                <a:gd name="connsiteY88" fmla="*/ 152680 h 276820"/>
                <a:gd name="connsiteX89" fmla="*/ 152846 w 189076"/>
                <a:gd name="connsiteY89" fmla="*/ 154494 h 276820"/>
                <a:gd name="connsiteX90" fmla="*/ 150614 w 189076"/>
                <a:gd name="connsiteY90" fmla="*/ 155238 h 276820"/>
                <a:gd name="connsiteX91" fmla="*/ 150242 w 189076"/>
                <a:gd name="connsiteY91" fmla="*/ 157471 h 276820"/>
                <a:gd name="connsiteX92" fmla="*/ 149870 w 189076"/>
                <a:gd name="connsiteY92" fmla="*/ 159703 h 276820"/>
                <a:gd name="connsiteX93" fmla="*/ 147637 w 189076"/>
                <a:gd name="connsiteY93" fmla="*/ 160447 h 276820"/>
                <a:gd name="connsiteX94" fmla="*/ 146893 w 189076"/>
                <a:gd name="connsiteY94" fmla="*/ 165656 h 276820"/>
                <a:gd name="connsiteX95" fmla="*/ 144661 w 189076"/>
                <a:gd name="connsiteY95" fmla="*/ 167889 h 276820"/>
                <a:gd name="connsiteX96" fmla="*/ 143917 w 189076"/>
                <a:gd name="connsiteY96" fmla="*/ 170121 h 276820"/>
                <a:gd name="connsiteX97" fmla="*/ 142428 w 189076"/>
                <a:gd name="connsiteY97" fmla="*/ 170865 h 276820"/>
                <a:gd name="connsiteX98" fmla="*/ 141684 w 189076"/>
                <a:gd name="connsiteY98" fmla="*/ 175330 h 276820"/>
                <a:gd name="connsiteX99" fmla="*/ 140196 w 189076"/>
                <a:gd name="connsiteY99" fmla="*/ 175330 h 276820"/>
                <a:gd name="connsiteX100" fmla="*/ 139080 w 189076"/>
                <a:gd name="connsiteY100" fmla="*/ 177935 h 276820"/>
                <a:gd name="connsiteX101" fmla="*/ 137963 w 189076"/>
                <a:gd name="connsiteY101" fmla="*/ 180539 h 276820"/>
                <a:gd name="connsiteX102" fmla="*/ 136475 w 189076"/>
                <a:gd name="connsiteY102" fmla="*/ 180539 h 276820"/>
                <a:gd name="connsiteX103" fmla="*/ 135731 w 189076"/>
                <a:gd name="connsiteY103" fmla="*/ 184260 h 276820"/>
                <a:gd name="connsiteX104" fmla="*/ 134243 w 189076"/>
                <a:gd name="connsiteY104" fmla="*/ 185004 h 276820"/>
                <a:gd name="connsiteX105" fmla="*/ 133917 w 189076"/>
                <a:gd name="connsiteY105" fmla="*/ 187190 h 276820"/>
                <a:gd name="connsiteX106" fmla="*/ 133499 w 189076"/>
                <a:gd name="connsiteY106" fmla="*/ 189469 h 276820"/>
                <a:gd name="connsiteX107" fmla="*/ 131266 w 189076"/>
                <a:gd name="connsiteY107" fmla="*/ 190957 h 276820"/>
                <a:gd name="connsiteX108" fmla="*/ 130894 w 189076"/>
                <a:gd name="connsiteY108" fmla="*/ 192445 h 276820"/>
                <a:gd name="connsiteX109" fmla="*/ 128290 w 189076"/>
                <a:gd name="connsiteY109" fmla="*/ 195422 h 276820"/>
                <a:gd name="connsiteX110" fmla="*/ 127918 w 189076"/>
                <a:gd name="connsiteY110" fmla="*/ 197003 h 276820"/>
                <a:gd name="connsiteX111" fmla="*/ 127545 w 189076"/>
                <a:gd name="connsiteY111" fmla="*/ 198398 h 276820"/>
                <a:gd name="connsiteX112" fmla="*/ 125313 w 189076"/>
                <a:gd name="connsiteY112" fmla="*/ 198398 h 276820"/>
                <a:gd name="connsiteX113" fmla="*/ 125453 w 189076"/>
                <a:gd name="connsiteY113" fmla="*/ 200584 h 276820"/>
                <a:gd name="connsiteX114" fmla="*/ 125313 w 189076"/>
                <a:gd name="connsiteY114" fmla="*/ 202863 h 276820"/>
                <a:gd name="connsiteX115" fmla="*/ 123081 w 189076"/>
                <a:gd name="connsiteY115" fmla="*/ 203607 h 276820"/>
                <a:gd name="connsiteX116" fmla="*/ 121592 w 189076"/>
                <a:gd name="connsiteY116" fmla="*/ 208072 h 276820"/>
                <a:gd name="connsiteX117" fmla="*/ 120104 w 189076"/>
                <a:gd name="connsiteY117" fmla="*/ 208816 h 276820"/>
                <a:gd name="connsiteX118" fmla="*/ 119732 w 189076"/>
                <a:gd name="connsiteY118" fmla="*/ 210305 h 276820"/>
                <a:gd name="connsiteX119" fmla="*/ 119360 w 189076"/>
                <a:gd name="connsiteY119" fmla="*/ 211793 h 276820"/>
                <a:gd name="connsiteX120" fmla="*/ 117872 w 189076"/>
                <a:gd name="connsiteY120" fmla="*/ 212537 h 276820"/>
                <a:gd name="connsiteX121" fmla="*/ 117546 w 189076"/>
                <a:gd name="connsiteY121" fmla="*/ 214304 h 276820"/>
                <a:gd name="connsiteX122" fmla="*/ 114895 w 189076"/>
                <a:gd name="connsiteY122" fmla="*/ 218490 h 276820"/>
                <a:gd name="connsiteX123" fmla="*/ 111081 w 189076"/>
                <a:gd name="connsiteY123" fmla="*/ 223932 h 276820"/>
                <a:gd name="connsiteX124" fmla="*/ 110430 w 189076"/>
                <a:gd name="connsiteY124" fmla="*/ 225187 h 276820"/>
                <a:gd name="connsiteX125" fmla="*/ 108942 w 189076"/>
                <a:gd name="connsiteY125" fmla="*/ 225187 h 276820"/>
                <a:gd name="connsiteX126" fmla="*/ 108198 w 189076"/>
                <a:gd name="connsiteY126" fmla="*/ 227048 h 276820"/>
                <a:gd name="connsiteX127" fmla="*/ 107454 w 189076"/>
                <a:gd name="connsiteY127" fmla="*/ 228908 h 276820"/>
                <a:gd name="connsiteX128" fmla="*/ 105965 w 189076"/>
                <a:gd name="connsiteY128" fmla="*/ 228908 h 276820"/>
                <a:gd name="connsiteX129" fmla="*/ 106105 w 189076"/>
                <a:gd name="connsiteY129" fmla="*/ 230722 h 276820"/>
                <a:gd name="connsiteX130" fmla="*/ 105965 w 189076"/>
                <a:gd name="connsiteY130" fmla="*/ 232629 h 276820"/>
                <a:gd name="connsiteX131" fmla="*/ 103733 w 189076"/>
                <a:gd name="connsiteY131" fmla="*/ 233373 h 276820"/>
                <a:gd name="connsiteX132" fmla="*/ 102989 w 189076"/>
                <a:gd name="connsiteY132" fmla="*/ 237094 h 276820"/>
                <a:gd name="connsiteX133" fmla="*/ 101501 w 189076"/>
                <a:gd name="connsiteY133" fmla="*/ 237094 h 276820"/>
                <a:gd name="connsiteX134" fmla="*/ 101175 w 189076"/>
                <a:gd name="connsiteY134" fmla="*/ 238442 h 276820"/>
                <a:gd name="connsiteX135" fmla="*/ 98524 w 189076"/>
                <a:gd name="connsiteY135" fmla="*/ 242303 h 276820"/>
                <a:gd name="connsiteX136" fmla="*/ 94710 w 189076"/>
                <a:gd name="connsiteY136" fmla="*/ 247744 h 276820"/>
                <a:gd name="connsiteX137" fmla="*/ 94059 w 189076"/>
                <a:gd name="connsiteY137" fmla="*/ 249000 h 276820"/>
                <a:gd name="connsiteX138" fmla="*/ 92571 w 189076"/>
                <a:gd name="connsiteY138" fmla="*/ 249000 h 276820"/>
                <a:gd name="connsiteX139" fmla="*/ 91827 w 189076"/>
                <a:gd name="connsiteY139" fmla="*/ 250860 h 276820"/>
                <a:gd name="connsiteX140" fmla="*/ 91083 w 189076"/>
                <a:gd name="connsiteY140" fmla="*/ 252721 h 276820"/>
                <a:gd name="connsiteX141" fmla="*/ 89594 w 189076"/>
                <a:gd name="connsiteY141" fmla="*/ 252721 h 276820"/>
                <a:gd name="connsiteX142" fmla="*/ 89269 w 189076"/>
                <a:gd name="connsiteY142" fmla="*/ 254069 h 276820"/>
                <a:gd name="connsiteX143" fmla="*/ 86618 w 189076"/>
                <a:gd name="connsiteY143" fmla="*/ 257930 h 276820"/>
                <a:gd name="connsiteX144" fmla="*/ 83641 w 189076"/>
                <a:gd name="connsiteY144" fmla="*/ 262394 h 276820"/>
                <a:gd name="connsiteX145" fmla="*/ 79920 w 189076"/>
                <a:gd name="connsiteY145" fmla="*/ 266115 h 276820"/>
                <a:gd name="connsiteX146" fmla="*/ 75409 w 189076"/>
                <a:gd name="connsiteY146" fmla="*/ 272301 h 276820"/>
                <a:gd name="connsiteX147" fmla="*/ 74711 w 189076"/>
                <a:gd name="connsiteY147" fmla="*/ 273557 h 276820"/>
                <a:gd name="connsiteX148" fmla="*/ 73130 w 189076"/>
                <a:gd name="connsiteY148" fmla="*/ 273929 h 276820"/>
                <a:gd name="connsiteX149" fmla="*/ 71735 w 189076"/>
                <a:gd name="connsiteY149" fmla="*/ 274301 h 276820"/>
                <a:gd name="connsiteX150" fmla="*/ 71735 w 189076"/>
                <a:gd name="connsiteY150" fmla="*/ 277277 h 276820"/>
                <a:gd name="connsiteX151" fmla="*/ 69502 w 189076"/>
                <a:gd name="connsiteY151" fmla="*/ 276533 h 276820"/>
                <a:gd name="connsiteX152" fmla="*/ 68758 w 189076"/>
                <a:gd name="connsiteY152" fmla="*/ 274301 h 276820"/>
                <a:gd name="connsiteX153" fmla="*/ 67270 w 189076"/>
                <a:gd name="connsiteY153" fmla="*/ 273975 h 276820"/>
                <a:gd name="connsiteX154" fmla="*/ 65782 w 189076"/>
                <a:gd name="connsiteY154" fmla="*/ 273557 h 276820"/>
                <a:gd name="connsiteX155" fmla="*/ 65038 w 189076"/>
                <a:gd name="connsiteY155" fmla="*/ 270580 h 276820"/>
                <a:gd name="connsiteX156" fmla="*/ 62805 w 189076"/>
                <a:gd name="connsiteY156" fmla="*/ 269836 h 276820"/>
                <a:gd name="connsiteX157" fmla="*/ 62061 w 189076"/>
                <a:gd name="connsiteY157" fmla="*/ 267603 h 276820"/>
                <a:gd name="connsiteX158" fmla="*/ 60573 w 189076"/>
                <a:gd name="connsiteY158" fmla="*/ 267231 h 276820"/>
                <a:gd name="connsiteX159" fmla="*/ 59085 w 189076"/>
                <a:gd name="connsiteY159" fmla="*/ 266859 h 276820"/>
                <a:gd name="connsiteX160" fmla="*/ 58340 w 189076"/>
                <a:gd name="connsiteY160" fmla="*/ 264627 h 276820"/>
                <a:gd name="connsiteX161" fmla="*/ 52387 w 189076"/>
                <a:gd name="connsiteY161" fmla="*/ 259418 h 276820"/>
                <a:gd name="connsiteX162" fmla="*/ 51643 w 189076"/>
                <a:gd name="connsiteY162" fmla="*/ 257185 h 276820"/>
                <a:gd name="connsiteX163" fmla="*/ 50201 w 189076"/>
                <a:gd name="connsiteY163" fmla="*/ 256860 h 276820"/>
                <a:gd name="connsiteX164" fmla="*/ 48667 w 189076"/>
                <a:gd name="connsiteY164" fmla="*/ 256441 h 276820"/>
                <a:gd name="connsiteX165" fmla="*/ 47178 w 189076"/>
                <a:gd name="connsiteY165" fmla="*/ 253465 h 276820"/>
                <a:gd name="connsiteX166" fmla="*/ 45690 w 189076"/>
                <a:gd name="connsiteY166" fmla="*/ 253465 h 276820"/>
                <a:gd name="connsiteX167" fmla="*/ 45085 w 189076"/>
                <a:gd name="connsiteY167" fmla="*/ 252209 h 276820"/>
                <a:gd name="connsiteX168" fmla="*/ 38249 w 189076"/>
                <a:gd name="connsiteY168" fmla="*/ 246023 h 276820"/>
                <a:gd name="connsiteX169" fmla="*/ 37504 w 189076"/>
                <a:gd name="connsiteY169" fmla="*/ 243791 h 276820"/>
                <a:gd name="connsiteX170" fmla="*/ 36063 w 189076"/>
                <a:gd name="connsiteY170" fmla="*/ 243465 h 276820"/>
                <a:gd name="connsiteX171" fmla="*/ 34528 w 189076"/>
                <a:gd name="connsiteY171" fmla="*/ 243047 h 276820"/>
                <a:gd name="connsiteX172" fmla="*/ 33040 w 189076"/>
                <a:gd name="connsiteY172" fmla="*/ 240070 h 276820"/>
                <a:gd name="connsiteX173" fmla="*/ 27086 w 189076"/>
                <a:gd name="connsiteY173" fmla="*/ 235605 h 276820"/>
                <a:gd name="connsiteX174" fmla="*/ 26342 w 189076"/>
                <a:gd name="connsiteY174" fmla="*/ 233373 h 276820"/>
                <a:gd name="connsiteX175" fmla="*/ 24854 w 189076"/>
                <a:gd name="connsiteY175" fmla="*/ 233047 h 276820"/>
                <a:gd name="connsiteX176" fmla="*/ 23366 w 189076"/>
                <a:gd name="connsiteY176" fmla="*/ 232629 h 276820"/>
                <a:gd name="connsiteX177" fmla="*/ 23040 w 189076"/>
                <a:gd name="connsiteY177" fmla="*/ 231141 h 276820"/>
                <a:gd name="connsiteX178" fmla="*/ 22622 w 189076"/>
                <a:gd name="connsiteY178" fmla="*/ 229652 h 276820"/>
                <a:gd name="connsiteX179" fmla="*/ 18901 w 189076"/>
                <a:gd name="connsiteY179" fmla="*/ 228908 h 276820"/>
                <a:gd name="connsiteX180" fmla="*/ 18157 w 189076"/>
                <a:gd name="connsiteY180" fmla="*/ 226676 h 276820"/>
                <a:gd name="connsiteX181" fmla="*/ 15924 w 189076"/>
                <a:gd name="connsiteY181" fmla="*/ 225932 h 276820"/>
                <a:gd name="connsiteX182" fmla="*/ 16436 w 189076"/>
                <a:gd name="connsiteY182" fmla="*/ 217839 h 276820"/>
                <a:gd name="connsiteX183" fmla="*/ 19785 w 189076"/>
                <a:gd name="connsiteY183" fmla="*/ 214956 h 276820"/>
                <a:gd name="connsiteX184" fmla="*/ 21133 w 189076"/>
                <a:gd name="connsiteY184" fmla="*/ 214769 h 276820"/>
                <a:gd name="connsiteX185" fmla="*/ 21877 w 189076"/>
                <a:gd name="connsiteY185" fmla="*/ 212537 h 276820"/>
                <a:gd name="connsiteX186" fmla="*/ 24110 w 189076"/>
                <a:gd name="connsiteY186" fmla="*/ 211793 h 276820"/>
                <a:gd name="connsiteX187" fmla="*/ 24854 w 189076"/>
                <a:gd name="connsiteY187" fmla="*/ 209560 h 276820"/>
                <a:gd name="connsiteX188" fmla="*/ 27086 w 189076"/>
                <a:gd name="connsiteY188" fmla="*/ 208072 h 276820"/>
                <a:gd name="connsiteX189" fmla="*/ 27831 w 189076"/>
                <a:gd name="connsiteY189" fmla="*/ 205840 h 276820"/>
                <a:gd name="connsiteX190" fmla="*/ 31551 w 189076"/>
                <a:gd name="connsiteY190" fmla="*/ 202119 h 276820"/>
                <a:gd name="connsiteX191" fmla="*/ 32295 w 189076"/>
                <a:gd name="connsiteY191" fmla="*/ 200538 h 276820"/>
                <a:gd name="connsiteX192" fmla="*/ 34714 w 189076"/>
                <a:gd name="connsiteY192" fmla="*/ 198212 h 276820"/>
                <a:gd name="connsiteX193" fmla="*/ 40234 w 189076"/>
                <a:gd name="connsiteY193" fmla="*/ 192181 h 276820"/>
                <a:gd name="connsiteX194" fmla="*/ 41225 w 189076"/>
                <a:gd name="connsiteY194" fmla="*/ 190957 h 276820"/>
                <a:gd name="connsiteX195" fmla="*/ 42713 w 189076"/>
                <a:gd name="connsiteY195" fmla="*/ 190957 h 276820"/>
                <a:gd name="connsiteX196" fmla="*/ 42992 w 189076"/>
                <a:gd name="connsiteY196" fmla="*/ 189701 h 276820"/>
                <a:gd name="connsiteX197" fmla="*/ 46434 w 189076"/>
                <a:gd name="connsiteY197" fmla="*/ 184260 h 276820"/>
                <a:gd name="connsiteX198" fmla="*/ 47922 w 189076"/>
                <a:gd name="connsiteY198" fmla="*/ 184260 h 276820"/>
                <a:gd name="connsiteX199" fmla="*/ 48667 w 189076"/>
                <a:gd name="connsiteY199" fmla="*/ 182399 h 276820"/>
                <a:gd name="connsiteX200" fmla="*/ 49411 w 189076"/>
                <a:gd name="connsiteY200" fmla="*/ 180539 h 276820"/>
                <a:gd name="connsiteX201" fmla="*/ 50899 w 189076"/>
                <a:gd name="connsiteY201" fmla="*/ 180539 h 276820"/>
                <a:gd name="connsiteX202" fmla="*/ 51504 w 189076"/>
                <a:gd name="connsiteY202" fmla="*/ 178167 h 276820"/>
                <a:gd name="connsiteX203" fmla="*/ 56108 w 189076"/>
                <a:gd name="connsiteY203" fmla="*/ 171609 h 276820"/>
                <a:gd name="connsiteX204" fmla="*/ 57596 w 189076"/>
                <a:gd name="connsiteY204" fmla="*/ 168633 h 276820"/>
                <a:gd name="connsiteX205" fmla="*/ 59085 w 189076"/>
                <a:gd name="connsiteY205" fmla="*/ 167889 h 276820"/>
                <a:gd name="connsiteX206" fmla="*/ 59829 w 189076"/>
                <a:gd name="connsiteY206" fmla="*/ 166400 h 276820"/>
                <a:gd name="connsiteX207" fmla="*/ 62061 w 189076"/>
                <a:gd name="connsiteY207" fmla="*/ 164168 h 276820"/>
                <a:gd name="connsiteX208" fmla="*/ 62387 w 189076"/>
                <a:gd name="connsiteY208" fmla="*/ 162633 h 276820"/>
                <a:gd name="connsiteX209" fmla="*/ 62805 w 189076"/>
                <a:gd name="connsiteY209" fmla="*/ 161191 h 276820"/>
                <a:gd name="connsiteX210" fmla="*/ 65038 w 189076"/>
                <a:gd name="connsiteY210" fmla="*/ 161191 h 276820"/>
                <a:gd name="connsiteX211" fmla="*/ 64898 w 189076"/>
                <a:gd name="connsiteY211" fmla="*/ 159098 h 276820"/>
                <a:gd name="connsiteX212" fmla="*/ 65968 w 189076"/>
                <a:gd name="connsiteY212" fmla="*/ 155564 h 276820"/>
                <a:gd name="connsiteX213" fmla="*/ 67270 w 189076"/>
                <a:gd name="connsiteY213" fmla="*/ 154494 h 276820"/>
                <a:gd name="connsiteX214" fmla="*/ 71084 w 189076"/>
                <a:gd name="connsiteY214" fmla="*/ 149053 h 276820"/>
                <a:gd name="connsiteX215" fmla="*/ 71735 w 189076"/>
                <a:gd name="connsiteY215" fmla="*/ 147797 h 276820"/>
                <a:gd name="connsiteX216" fmla="*/ 73223 w 189076"/>
                <a:gd name="connsiteY216" fmla="*/ 147797 h 276820"/>
                <a:gd name="connsiteX217" fmla="*/ 73967 w 189076"/>
                <a:gd name="connsiteY217" fmla="*/ 144076 h 276820"/>
                <a:gd name="connsiteX218" fmla="*/ 75456 w 189076"/>
                <a:gd name="connsiteY218" fmla="*/ 143332 h 276820"/>
                <a:gd name="connsiteX219" fmla="*/ 75781 w 189076"/>
                <a:gd name="connsiteY219" fmla="*/ 141565 h 276820"/>
                <a:gd name="connsiteX220" fmla="*/ 78432 w 189076"/>
                <a:gd name="connsiteY220" fmla="*/ 137379 h 276820"/>
                <a:gd name="connsiteX221" fmla="*/ 79223 w 189076"/>
                <a:gd name="connsiteY221" fmla="*/ 135751 h 276820"/>
                <a:gd name="connsiteX222" fmla="*/ 79920 w 189076"/>
                <a:gd name="connsiteY222" fmla="*/ 134402 h 276820"/>
                <a:gd name="connsiteX223" fmla="*/ 81409 w 189076"/>
                <a:gd name="connsiteY223" fmla="*/ 134402 h 276820"/>
                <a:gd name="connsiteX224" fmla="*/ 82153 w 189076"/>
                <a:gd name="connsiteY224" fmla="*/ 130682 h 276820"/>
                <a:gd name="connsiteX225" fmla="*/ 83641 w 189076"/>
                <a:gd name="connsiteY225" fmla="*/ 129937 h 276820"/>
                <a:gd name="connsiteX226" fmla="*/ 83967 w 189076"/>
                <a:gd name="connsiteY226" fmla="*/ 127798 h 276820"/>
                <a:gd name="connsiteX227" fmla="*/ 86618 w 189076"/>
                <a:gd name="connsiteY227" fmla="*/ 123240 h 276820"/>
                <a:gd name="connsiteX228" fmla="*/ 86990 w 189076"/>
                <a:gd name="connsiteY228" fmla="*/ 121612 h 276820"/>
                <a:gd name="connsiteX229" fmla="*/ 87362 w 189076"/>
                <a:gd name="connsiteY229" fmla="*/ 120264 h 276820"/>
                <a:gd name="connsiteX230" fmla="*/ 89594 w 189076"/>
                <a:gd name="connsiteY230" fmla="*/ 120264 h 276820"/>
                <a:gd name="connsiteX231" fmla="*/ 89455 w 189076"/>
                <a:gd name="connsiteY231" fmla="*/ 118078 h 276820"/>
                <a:gd name="connsiteX232" fmla="*/ 89594 w 189076"/>
                <a:gd name="connsiteY232" fmla="*/ 115799 h 276820"/>
                <a:gd name="connsiteX233" fmla="*/ 91827 w 189076"/>
                <a:gd name="connsiteY233" fmla="*/ 115055 h 276820"/>
                <a:gd name="connsiteX234" fmla="*/ 92571 w 189076"/>
                <a:gd name="connsiteY234" fmla="*/ 109846 h 276820"/>
                <a:gd name="connsiteX235" fmla="*/ 94803 w 189076"/>
                <a:gd name="connsiteY235" fmla="*/ 109846 h 276820"/>
                <a:gd name="connsiteX236" fmla="*/ 95847 w 189076"/>
                <a:gd name="connsiteY236" fmla="*/ 106142 h 276820"/>
                <a:gd name="connsiteX237" fmla="*/ 99268 w 189076"/>
                <a:gd name="connsiteY237" fmla="*/ 99428 h 276820"/>
                <a:gd name="connsiteX238" fmla="*/ 100756 w 189076"/>
                <a:gd name="connsiteY238" fmla="*/ 99428 h 276820"/>
                <a:gd name="connsiteX239" fmla="*/ 100617 w 189076"/>
                <a:gd name="connsiteY239" fmla="*/ 96498 h 276820"/>
                <a:gd name="connsiteX240" fmla="*/ 100756 w 189076"/>
                <a:gd name="connsiteY240" fmla="*/ 93475 h 276820"/>
                <a:gd name="connsiteX241" fmla="*/ 102989 w 189076"/>
                <a:gd name="connsiteY241" fmla="*/ 92730 h 276820"/>
                <a:gd name="connsiteX242" fmla="*/ 103733 w 189076"/>
                <a:gd name="connsiteY242" fmla="*/ 87521 h 276820"/>
                <a:gd name="connsiteX243" fmla="*/ 105221 w 189076"/>
                <a:gd name="connsiteY243" fmla="*/ 86777 h 276820"/>
                <a:gd name="connsiteX244" fmla="*/ 105965 w 189076"/>
                <a:gd name="connsiteY244" fmla="*/ 82312 h 276820"/>
                <a:gd name="connsiteX245" fmla="*/ 108198 w 189076"/>
                <a:gd name="connsiteY245" fmla="*/ 82312 h 276820"/>
                <a:gd name="connsiteX246" fmla="*/ 108430 w 189076"/>
                <a:gd name="connsiteY246" fmla="*/ 79475 h 276820"/>
                <a:gd name="connsiteX247" fmla="*/ 111174 w 189076"/>
                <a:gd name="connsiteY247" fmla="*/ 74127 h 276820"/>
                <a:gd name="connsiteX248" fmla="*/ 111919 w 189076"/>
                <a:gd name="connsiteY248" fmla="*/ 69662 h 276820"/>
                <a:gd name="connsiteX249" fmla="*/ 114151 w 189076"/>
                <a:gd name="connsiteY249" fmla="*/ 69662 h 276820"/>
                <a:gd name="connsiteX250" fmla="*/ 114072 w 189076"/>
                <a:gd name="connsiteY250" fmla="*/ 68223 h 276820"/>
                <a:gd name="connsiteX251" fmla="*/ 114011 w 189076"/>
                <a:gd name="connsiteY251" fmla="*/ 66360 h 276820"/>
                <a:gd name="connsiteX252" fmla="*/ 113933 w 189076"/>
                <a:gd name="connsiteY252" fmla="*/ 64503 h 276820"/>
                <a:gd name="connsiteX253" fmla="*/ 114151 w 189076"/>
                <a:gd name="connsiteY253" fmla="*/ 62965 h 276820"/>
                <a:gd name="connsiteX254" fmla="*/ 116383 w 189076"/>
                <a:gd name="connsiteY254" fmla="*/ 62221 h 276820"/>
                <a:gd name="connsiteX255" fmla="*/ 116755 w 189076"/>
                <a:gd name="connsiteY255" fmla="*/ 59244 h 276820"/>
                <a:gd name="connsiteX256" fmla="*/ 117127 w 189076"/>
                <a:gd name="connsiteY256" fmla="*/ 56268 h 276820"/>
                <a:gd name="connsiteX257" fmla="*/ 119360 w 189076"/>
                <a:gd name="connsiteY257" fmla="*/ 55523 h 276820"/>
                <a:gd name="connsiteX258" fmla="*/ 119869 w 189076"/>
                <a:gd name="connsiteY258" fmla="*/ 51000 h 276820"/>
                <a:gd name="connsiteX259" fmla="*/ 122336 w 189076"/>
                <a:gd name="connsiteY259" fmla="*/ 47338 h 276820"/>
                <a:gd name="connsiteX260" fmla="*/ 122336 w 189076"/>
                <a:gd name="connsiteY260" fmla="*/ 45012 h 276820"/>
                <a:gd name="connsiteX261" fmla="*/ 122336 w 189076"/>
                <a:gd name="connsiteY261" fmla="*/ 42873 h 276820"/>
                <a:gd name="connsiteX262" fmla="*/ 124569 w 189076"/>
                <a:gd name="connsiteY262" fmla="*/ 42129 h 276820"/>
                <a:gd name="connsiteX263" fmla="*/ 125080 w 189076"/>
                <a:gd name="connsiteY263" fmla="*/ 38362 h 276820"/>
                <a:gd name="connsiteX264" fmla="*/ 125229 w 189076"/>
                <a:gd name="connsiteY264" fmla="*/ 36289 h 276820"/>
                <a:gd name="connsiteX265" fmla="*/ 125313 w 189076"/>
                <a:gd name="connsiteY265" fmla="*/ 34687 h 276820"/>
                <a:gd name="connsiteX266" fmla="*/ 126801 w 189076"/>
                <a:gd name="connsiteY266" fmla="*/ 34687 h 276820"/>
                <a:gd name="connsiteX267" fmla="*/ 127798 w 189076"/>
                <a:gd name="connsiteY267" fmla="*/ 28874 h 276820"/>
                <a:gd name="connsiteX268" fmla="*/ 128290 w 189076"/>
                <a:gd name="connsiteY268" fmla="*/ 27246 h 276820"/>
                <a:gd name="connsiteX269" fmla="*/ 130522 w 189076"/>
                <a:gd name="connsiteY269" fmla="*/ 27246 h 276820"/>
                <a:gd name="connsiteX270" fmla="*/ 130444 w 189076"/>
                <a:gd name="connsiteY270" fmla="*/ 25482 h 276820"/>
                <a:gd name="connsiteX271" fmla="*/ 130382 w 189076"/>
                <a:gd name="connsiteY271" fmla="*/ 23200 h 276820"/>
                <a:gd name="connsiteX272" fmla="*/ 130304 w 189076"/>
                <a:gd name="connsiteY272" fmla="*/ 20924 h 276820"/>
                <a:gd name="connsiteX273" fmla="*/ 130522 w 189076"/>
                <a:gd name="connsiteY273" fmla="*/ 19061 h 276820"/>
                <a:gd name="connsiteX274" fmla="*/ 132754 w 189076"/>
                <a:gd name="connsiteY274" fmla="*/ 18316 h 276820"/>
                <a:gd name="connsiteX275" fmla="*/ 133266 w 189076"/>
                <a:gd name="connsiteY275" fmla="*/ 14549 h 276820"/>
                <a:gd name="connsiteX276" fmla="*/ 133414 w 189076"/>
                <a:gd name="connsiteY276" fmla="*/ 12477 h 276820"/>
                <a:gd name="connsiteX277" fmla="*/ 133499 w 189076"/>
                <a:gd name="connsiteY277" fmla="*/ 10875 h 276820"/>
                <a:gd name="connsiteX278" fmla="*/ 134987 w 189076"/>
                <a:gd name="connsiteY278" fmla="*/ 10875 h 276820"/>
                <a:gd name="connsiteX279" fmla="*/ 136150 w 189076"/>
                <a:gd name="connsiteY279" fmla="*/ 4829 h 276820"/>
                <a:gd name="connsiteX280" fmla="*/ 136339 w 189076"/>
                <a:gd name="connsiteY280" fmla="*/ 2358 h 276820"/>
                <a:gd name="connsiteX281" fmla="*/ 136475 w 189076"/>
                <a:gd name="connsiteY281" fmla="*/ 457 h 27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89076" h="276820">
                  <a:moveTo>
                    <a:pt x="136475" y="457"/>
                  </a:moveTo>
                  <a:cubicBezTo>
                    <a:pt x="138685" y="457"/>
                    <a:pt x="140895" y="457"/>
                    <a:pt x="143172" y="457"/>
                  </a:cubicBezTo>
                  <a:cubicBezTo>
                    <a:pt x="143172" y="1439"/>
                    <a:pt x="143172" y="2422"/>
                    <a:pt x="143172" y="3434"/>
                  </a:cubicBezTo>
                  <a:cubicBezTo>
                    <a:pt x="143746" y="3425"/>
                    <a:pt x="144320" y="3416"/>
                    <a:pt x="144911" y="3407"/>
                  </a:cubicBezTo>
                  <a:cubicBezTo>
                    <a:pt x="145657" y="3401"/>
                    <a:pt x="146403" y="3394"/>
                    <a:pt x="147172" y="3387"/>
                  </a:cubicBezTo>
                  <a:cubicBezTo>
                    <a:pt x="147915" y="3378"/>
                    <a:pt x="148657" y="3370"/>
                    <a:pt x="149422" y="3361"/>
                  </a:cubicBezTo>
                  <a:cubicBezTo>
                    <a:pt x="151358" y="3434"/>
                    <a:pt x="151358" y="3434"/>
                    <a:pt x="152846" y="4178"/>
                  </a:cubicBezTo>
                  <a:cubicBezTo>
                    <a:pt x="152846" y="4914"/>
                    <a:pt x="152846" y="5651"/>
                    <a:pt x="152846" y="6410"/>
                  </a:cubicBezTo>
                  <a:cubicBezTo>
                    <a:pt x="153536" y="6429"/>
                    <a:pt x="154226" y="6448"/>
                    <a:pt x="154936" y="6468"/>
                  </a:cubicBezTo>
                  <a:cubicBezTo>
                    <a:pt x="156273" y="6532"/>
                    <a:pt x="156273" y="6532"/>
                    <a:pt x="157637" y="6596"/>
                  </a:cubicBezTo>
                  <a:cubicBezTo>
                    <a:pt x="158970" y="6648"/>
                    <a:pt x="158970" y="6648"/>
                    <a:pt x="160331" y="6701"/>
                  </a:cubicBezTo>
                  <a:cubicBezTo>
                    <a:pt x="161054" y="6850"/>
                    <a:pt x="161776" y="7000"/>
                    <a:pt x="162520" y="7154"/>
                  </a:cubicBezTo>
                  <a:cubicBezTo>
                    <a:pt x="162783" y="8143"/>
                    <a:pt x="163031" y="9135"/>
                    <a:pt x="163264" y="10131"/>
                  </a:cubicBezTo>
                  <a:cubicBezTo>
                    <a:pt x="165329" y="10576"/>
                    <a:pt x="165329" y="10576"/>
                    <a:pt x="167729" y="10549"/>
                  </a:cubicBezTo>
                  <a:cubicBezTo>
                    <a:pt x="170194" y="10599"/>
                    <a:pt x="170194" y="10599"/>
                    <a:pt x="172194" y="10875"/>
                  </a:cubicBezTo>
                  <a:cubicBezTo>
                    <a:pt x="172439" y="11612"/>
                    <a:pt x="172685" y="12348"/>
                    <a:pt x="172938" y="13107"/>
                  </a:cubicBezTo>
                  <a:cubicBezTo>
                    <a:pt x="175065" y="13427"/>
                    <a:pt x="177138" y="13435"/>
                    <a:pt x="179286" y="13477"/>
                  </a:cubicBezTo>
                  <a:cubicBezTo>
                    <a:pt x="179893" y="13600"/>
                    <a:pt x="180499" y="13724"/>
                    <a:pt x="181124" y="13852"/>
                  </a:cubicBezTo>
                  <a:cubicBezTo>
                    <a:pt x="181230" y="14340"/>
                    <a:pt x="181337" y="14828"/>
                    <a:pt x="181446" y="15331"/>
                  </a:cubicBezTo>
                  <a:cubicBezTo>
                    <a:pt x="181655" y="16072"/>
                    <a:pt x="181655" y="16072"/>
                    <a:pt x="181868" y="16828"/>
                  </a:cubicBezTo>
                  <a:cubicBezTo>
                    <a:pt x="184124" y="17358"/>
                    <a:pt x="184124" y="17358"/>
                    <a:pt x="186751" y="17386"/>
                  </a:cubicBezTo>
                  <a:cubicBezTo>
                    <a:pt x="188088" y="17450"/>
                    <a:pt x="188088" y="17450"/>
                    <a:pt x="189452" y="17514"/>
                  </a:cubicBezTo>
                  <a:cubicBezTo>
                    <a:pt x="190141" y="17533"/>
                    <a:pt x="190831" y="17552"/>
                    <a:pt x="191542" y="17572"/>
                  </a:cubicBezTo>
                  <a:cubicBezTo>
                    <a:pt x="191542" y="18309"/>
                    <a:pt x="191542" y="19046"/>
                    <a:pt x="191542" y="19805"/>
                  </a:cubicBezTo>
                  <a:cubicBezTo>
                    <a:pt x="193697" y="20502"/>
                    <a:pt x="195371" y="20540"/>
                    <a:pt x="197634" y="20363"/>
                  </a:cubicBezTo>
                  <a:cubicBezTo>
                    <a:pt x="198325" y="20424"/>
                    <a:pt x="199016" y="20486"/>
                    <a:pt x="199727" y="20549"/>
                  </a:cubicBezTo>
                  <a:cubicBezTo>
                    <a:pt x="200564" y="22363"/>
                    <a:pt x="200564" y="22363"/>
                    <a:pt x="201215" y="24269"/>
                  </a:cubicBezTo>
                  <a:cubicBezTo>
                    <a:pt x="201737" y="24362"/>
                    <a:pt x="202259" y="24454"/>
                    <a:pt x="202797" y="24549"/>
                  </a:cubicBezTo>
                  <a:cubicBezTo>
                    <a:pt x="203257" y="24702"/>
                    <a:pt x="203718" y="24856"/>
                    <a:pt x="204192" y="25014"/>
                  </a:cubicBezTo>
                  <a:cubicBezTo>
                    <a:pt x="204378" y="27665"/>
                    <a:pt x="204378" y="27665"/>
                    <a:pt x="204192" y="30223"/>
                  </a:cubicBezTo>
                  <a:cubicBezTo>
                    <a:pt x="203455" y="30223"/>
                    <a:pt x="202719" y="30223"/>
                    <a:pt x="201960" y="30223"/>
                  </a:cubicBezTo>
                  <a:cubicBezTo>
                    <a:pt x="201985" y="30805"/>
                    <a:pt x="202011" y="31387"/>
                    <a:pt x="202038" y="31987"/>
                  </a:cubicBezTo>
                  <a:cubicBezTo>
                    <a:pt x="202058" y="32740"/>
                    <a:pt x="202078" y="33493"/>
                    <a:pt x="202099" y="34269"/>
                  </a:cubicBezTo>
                  <a:cubicBezTo>
                    <a:pt x="202125" y="35020"/>
                    <a:pt x="202151" y="35771"/>
                    <a:pt x="202178" y="36545"/>
                  </a:cubicBezTo>
                  <a:cubicBezTo>
                    <a:pt x="202106" y="37160"/>
                    <a:pt x="202034" y="37775"/>
                    <a:pt x="201960" y="38408"/>
                  </a:cubicBezTo>
                  <a:cubicBezTo>
                    <a:pt x="201223" y="38654"/>
                    <a:pt x="200486" y="38899"/>
                    <a:pt x="199727" y="39152"/>
                  </a:cubicBezTo>
                  <a:cubicBezTo>
                    <a:pt x="199289" y="40900"/>
                    <a:pt x="199289" y="40900"/>
                    <a:pt x="199216" y="42920"/>
                  </a:cubicBezTo>
                  <a:cubicBezTo>
                    <a:pt x="199142" y="43945"/>
                    <a:pt x="199142" y="43945"/>
                    <a:pt x="199067" y="44992"/>
                  </a:cubicBezTo>
                  <a:cubicBezTo>
                    <a:pt x="199039" y="45521"/>
                    <a:pt x="199012" y="46049"/>
                    <a:pt x="198983" y="46594"/>
                  </a:cubicBezTo>
                  <a:cubicBezTo>
                    <a:pt x="198246" y="46594"/>
                    <a:pt x="197510" y="46594"/>
                    <a:pt x="196751" y="46594"/>
                  </a:cubicBezTo>
                  <a:cubicBezTo>
                    <a:pt x="196505" y="49049"/>
                    <a:pt x="196259" y="51505"/>
                    <a:pt x="196006" y="54035"/>
                  </a:cubicBezTo>
                  <a:cubicBezTo>
                    <a:pt x="195270" y="54035"/>
                    <a:pt x="194533" y="54035"/>
                    <a:pt x="193774" y="54035"/>
                  </a:cubicBezTo>
                  <a:cubicBezTo>
                    <a:pt x="193800" y="54564"/>
                    <a:pt x="193826" y="55092"/>
                    <a:pt x="193852" y="55637"/>
                  </a:cubicBezTo>
                  <a:cubicBezTo>
                    <a:pt x="193873" y="56321"/>
                    <a:pt x="193893" y="57005"/>
                    <a:pt x="193914" y="57709"/>
                  </a:cubicBezTo>
                  <a:cubicBezTo>
                    <a:pt x="193939" y="58391"/>
                    <a:pt x="193965" y="59073"/>
                    <a:pt x="193992" y="59776"/>
                  </a:cubicBezTo>
                  <a:cubicBezTo>
                    <a:pt x="193884" y="60618"/>
                    <a:pt x="193884" y="60618"/>
                    <a:pt x="193774" y="61477"/>
                  </a:cubicBezTo>
                  <a:cubicBezTo>
                    <a:pt x="193037" y="61722"/>
                    <a:pt x="192301" y="61968"/>
                    <a:pt x="191542" y="62221"/>
                  </a:cubicBezTo>
                  <a:cubicBezTo>
                    <a:pt x="191105" y="63796"/>
                    <a:pt x="191105" y="63796"/>
                    <a:pt x="191030" y="65616"/>
                  </a:cubicBezTo>
                  <a:cubicBezTo>
                    <a:pt x="190981" y="66231"/>
                    <a:pt x="190932" y="66846"/>
                    <a:pt x="190882" y="67479"/>
                  </a:cubicBezTo>
                  <a:cubicBezTo>
                    <a:pt x="190840" y="68191"/>
                    <a:pt x="190840" y="68191"/>
                    <a:pt x="190797" y="68918"/>
                  </a:cubicBezTo>
                  <a:cubicBezTo>
                    <a:pt x="190061" y="68918"/>
                    <a:pt x="189324" y="68918"/>
                    <a:pt x="188565" y="68918"/>
                  </a:cubicBezTo>
                  <a:cubicBezTo>
                    <a:pt x="188529" y="69393"/>
                    <a:pt x="188492" y="69868"/>
                    <a:pt x="188455" y="70357"/>
                  </a:cubicBezTo>
                  <a:cubicBezTo>
                    <a:pt x="188371" y="71279"/>
                    <a:pt x="188371" y="71279"/>
                    <a:pt x="188286" y="72220"/>
                  </a:cubicBezTo>
                  <a:cubicBezTo>
                    <a:pt x="188208" y="73139"/>
                    <a:pt x="188208" y="73139"/>
                    <a:pt x="188129" y="74077"/>
                  </a:cubicBezTo>
                  <a:cubicBezTo>
                    <a:pt x="188027" y="74585"/>
                    <a:pt x="187926" y="75092"/>
                    <a:pt x="187821" y="75615"/>
                  </a:cubicBezTo>
                  <a:cubicBezTo>
                    <a:pt x="187084" y="75984"/>
                    <a:pt x="187084" y="75984"/>
                    <a:pt x="186333" y="76359"/>
                  </a:cubicBezTo>
                  <a:cubicBezTo>
                    <a:pt x="185986" y="77770"/>
                    <a:pt x="185986" y="77770"/>
                    <a:pt x="185867" y="79382"/>
                  </a:cubicBezTo>
                  <a:cubicBezTo>
                    <a:pt x="185729" y="80833"/>
                    <a:pt x="185729" y="80833"/>
                    <a:pt x="185588" y="82312"/>
                  </a:cubicBezTo>
                  <a:cubicBezTo>
                    <a:pt x="184852" y="82312"/>
                    <a:pt x="184115" y="82312"/>
                    <a:pt x="183356" y="82312"/>
                  </a:cubicBezTo>
                  <a:cubicBezTo>
                    <a:pt x="183110" y="84768"/>
                    <a:pt x="182865" y="87224"/>
                    <a:pt x="182612" y="89754"/>
                  </a:cubicBezTo>
                  <a:cubicBezTo>
                    <a:pt x="182121" y="89754"/>
                    <a:pt x="181630" y="89754"/>
                    <a:pt x="181124" y="89754"/>
                  </a:cubicBezTo>
                  <a:cubicBezTo>
                    <a:pt x="180660" y="91249"/>
                    <a:pt x="180660" y="91249"/>
                    <a:pt x="180379" y="93056"/>
                  </a:cubicBezTo>
                  <a:cubicBezTo>
                    <a:pt x="180054" y="94913"/>
                    <a:pt x="180054" y="94913"/>
                    <a:pt x="179635" y="96451"/>
                  </a:cubicBezTo>
                  <a:cubicBezTo>
                    <a:pt x="179144" y="96697"/>
                    <a:pt x="178653" y="96942"/>
                    <a:pt x="178147" y="97195"/>
                  </a:cubicBezTo>
                  <a:cubicBezTo>
                    <a:pt x="177901" y="98055"/>
                    <a:pt x="177656" y="98914"/>
                    <a:pt x="177403" y="99800"/>
                  </a:cubicBezTo>
                  <a:cubicBezTo>
                    <a:pt x="177157" y="100659"/>
                    <a:pt x="176912" y="101519"/>
                    <a:pt x="176659" y="102404"/>
                  </a:cubicBezTo>
                  <a:cubicBezTo>
                    <a:pt x="176168" y="102650"/>
                    <a:pt x="175676" y="102895"/>
                    <a:pt x="175170" y="103148"/>
                  </a:cubicBezTo>
                  <a:cubicBezTo>
                    <a:pt x="175063" y="104008"/>
                    <a:pt x="174956" y="104867"/>
                    <a:pt x="174845" y="105753"/>
                  </a:cubicBezTo>
                  <a:cubicBezTo>
                    <a:pt x="174707" y="106612"/>
                    <a:pt x="174569" y="107472"/>
                    <a:pt x="174426" y="108357"/>
                  </a:cubicBezTo>
                  <a:cubicBezTo>
                    <a:pt x="173690" y="108603"/>
                    <a:pt x="172953" y="108849"/>
                    <a:pt x="172194" y="109102"/>
                  </a:cubicBezTo>
                  <a:cubicBezTo>
                    <a:pt x="172000" y="110605"/>
                    <a:pt x="171811" y="112111"/>
                    <a:pt x="171685" y="113622"/>
                  </a:cubicBezTo>
                  <a:cubicBezTo>
                    <a:pt x="171383" y="115462"/>
                    <a:pt x="170564" y="116057"/>
                    <a:pt x="169217" y="117287"/>
                  </a:cubicBezTo>
                  <a:cubicBezTo>
                    <a:pt x="169217" y="117932"/>
                    <a:pt x="169217" y="118576"/>
                    <a:pt x="169217" y="119240"/>
                  </a:cubicBezTo>
                  <a:cubicBezTo>
                    <a:pt x="169217" y="119824"/>
                    <a:pt x="169217" y="120407"/>
                    <a:pt x="169217" y="121008"/>
                  </a:cubicBezTo>
                  <a:cubicBezTo>
                    <a:pt x="168481" y="121253"/>
                    <a:pt x="167744" y="121499"/>
                    <a:pt x="166985" y="121752"/>
                  </a:cubicBezTo>
                  <a:cubicBezTo>
                    <a:pt x="166434" y="124001"/>
                    <a:pt x="166434" y="124001"/>
                    <a:pt x="166241" y="126217"/>
                  </a:cubicBezTo>
                  <a:cubicBezTo>
                    <a:pt x="165504" y="126217"/>
                    <a:pt x="164767" y="126217"/>
                    <a:pt x="164008" y="126217"/>
                  </a:cubicBezTo>
                  <a:cubicBezTo>
                    <a:pt x="163893" y="127621"/>
                    <a:pt x="163893" y="127621"/>
                    <a:pt x="163776" y="129054"/>
                  </a:cubicBezTo>
                  <a:cubicBezTo>
                    <a:pt x="163459" y="131713"/>
                    <a:pt x="162959" y="132559"/>
                    <a:pt x="161032" y="134402"/>
                  </a:cubicBezTo>
                  <a:cubicBezTo>
                    <a:pt x="161032" y="135170"/>
                    <a:pt x="161032" y="135937"/>
                    <a:pt x="161032" y="136728"/>
                  </a:cubicBezTo>
                  <a:cubicBezTo>
                    <a:pt x="161032" y="137434"/>
                    <a:pt x="161032" y="138140"/>
                    <a:pt x="161032" y="138867"/>
                  </a:cubicBezTo>
                  <a:cubicBezTo>
                    <a:pt x="160295" y="139113"/>
                    <a:pt x="159558" y="139358"/>
                    <a:pt x="158799" y="139611"/>
                  </a:cubicBezTo>
                  <a:cubicBezTo>
                    <a:pt x="158677" y="140241"/>
                    <a:pt x="158554" y="140870"/>
                    <a:pt x="158427" y="141518"/>
                  </a:cubicBezTo>
                  <a:cubicBezTo>
                    <a:pt x="158305" y="142117"/>
                    <a:pt x="158182" y="142715"/>
                    <a:pt x="158055" y="143332"/>
                  </a:cubicBezTo>
                  <a:cubicBezTo>
                    <a:pt x="157319" y="143332"/>
                    <a:pt x="156582" y="143332"/>
                    <a:pt x="155823" y="143332"/>
                  </a:cubicBezTo>
                  <a:cubicBezTo>
                    <a:pt x="155708" y="144759"/>
                    <a:pt x="155708" y="144759"/>
                    <a:pt x="155590" y="146216"/>
                  </a:cubicBezTo>
                  <a:cubicBezTo>
                    <a:pt x="155459" y="147838"/>
                    <a:pt x="155459" y="147838"/>
                    <a:pt x="155079" y="149285"/>
                  </a:cubicBezTo>
                  <a:cubicBezTo>
                    <a:pt x="154342" y="149776"/>
                    <a:pt x="153605" y="150267"/>
                    <a:pt x="152846" y="150773"/>
                  </a:cubicBezTo>
                  <a:cubicBezTo>
                    <a:pt x="152846" y="151403"/>
                    <a:pt x="152846" y="152032"/>
                    <a:pt x="152846" y="152680"/>
                  </a:cubicBezTo>
                  <a:cubicBezTo>
                    <a:pt x="152846" y="153279"/>
                    <a:pt x="152846" y="153877"/>
                    <a:pt x="152846" y="154494"/>
                  </a:cubicBezTo>
                  <a:cubicBezTo>
                    <a:pt x="152110" y="154740"/>
                    <a:pt x="151373" y="154985"/>
                    <a:pt x="150614" y="155238"/>
                  </a:cubicBezTo>
                  <a:cubicBezTo>
                    <a:pt x="150491" y="155975"/>
                    <a:pt x="150368" y="156712"/>
                    <a:pt x="150242" y="157471"/>
                  </a:cubicBezTo>
                  <a:cubicBezTo>
                    <a:pt x="150119" y="158207"/>
                    <a:pt x="149996" y="158944"/>
                    <a:pt x="149870" y="159703"/>
                  </a:cubicBezTo>
                  <a:cubicBezTo>
                    <a:pt x="149133" y="159949"/>
                    <a:pt x="148396" y="160194"/>
                    <a:pt x="147637" y="160447"/>
                  </a:cubicBezTo>
                  <a:cubicBezTo>
                    <a:pt x="147380" y="162182"/>
                    <a:pt x="147133" y="163919"/>
                    <a:pt x="146893" y="165656"/>
                  </a:cubicBezTo>
                  <a:cubicBezTo>
                    <a:pt x="145777" y="166958"/>
                    <a:pt x="145777" y="166958"/>
                    <a:pt x="144661" y="167889"/>
                  </a:cubicBezTo>
                  <a:cubicBezTo>
                    <a:pt x="144415" y="168625"/>
                    <a:pt x="144170" y="169362"/>
                    <a:pt x="143917" y="170121"/>
                  </a:cubicBezTo>
                  <a:cubicBezTo>
                    <a:pt x="143425" y="170367"/>
                    <a:pt x="142934" y="170612"/>
                    <a:pt x="142428" y="170865"/>
                  </a:cubicBezTo>
                  <a:cubicBezTo>
                    <a:pt x="141939" y="173119"/>
                    <a:pt x="141939" y="173119"/>
                    <a:pt x="141684" y="175330"/>
                  </a:cubicBezTo>
                  <a:cubicBezTo>
                    <a:pt x="141193" y="175330"/>
                    <a:pt x="140702" y="175330"/>
                    <a:pt x="140196" y="175330"/>
                  </a:cubicBezTo>
                  <a:cubicBezTo>
                    <a:pt x="139643" y="176619"/>
                    <a:pt x="139643" y="176619"/>
                    <a:pt x="139080" y="177935"/>
                  </a:cubicBezTo>
                  <a:cubicBezTo>
                    <a:pt x="138527" y="179224"/>
                    <a:pt x="138527" y="179224"/>
                    <a:pt x="137963" y="180539"/>
                  </a:cubicBezTo>
                  <a:cubicBezTo>
                    <a:pt x="137472" y="180539"/>
                    <a:pt x="136981" y="180539"/>
                    <a:pt x="136475" y="180539"/>
                  </a:cubicBezTo>
                  <a:cubicBezTo>
                    <a:pt x="136221" y="181778"/>
                    <a:pt x="135973" y="183018"/>
                    <a:pt x="135731" y="184260"/>
                  </a:cubicBezTo>
                  <a:cubicBezTo>
                    <a:pt x="135240" y="184505"/>
                    <a:pt x="134749" y="184751"/>
                    <a:pt x="134243" y="185004"/>
                  </a:cubicBezTo>
                  <a:cubicBezTo>
                    <a:pt x="134135" y="185725"/>
                    <a:pt x="134028" y="186447"/>
                    <a:pt x="133917" y="187190"/>
                  </a:cubicBezTo>
                  <a:cubicBezTo>
                    <a:pt x="133779" y="187942"/>
                    <a:pt x="133641" y="188694"/>
                    <a:pt x="133499" y="189469"/>
                  </a:cubicBezTo>
                  <a:cubicBezTo>
                    <a:pt x="132762" y="189960"/>
                    <a:pt x="132025" y="190451"/>
                    <a:pt x="131266" y="190957"/>
                  </a:cubicBezTo>
                  <a:cubicBezTo>
                    <a:pt x="131143" y="191448"/>
                    <a:pt x="131021" y="191939"/>
                    <a:pt x="130894" y="192445"/>
                  </a:cubicBezTo>
                  <a:cubicBezTo>
                    <a:pt x="130522" y="193934"/>
                    <a:pt x="130522" y="193934"/>
                    <a:pt x="128290" y="195422"/>
                  </a:cubicBezTo>
                  <a:cubicBezTo>
                    <a:pt x="128167" y="195944"/>
                    <a:pt x="128044" y="196465"/>
                    <a:pt x="127918" y="197003"/>
                  </a:cubicBezTo>
                  <a:cubicBezTo>
                    <a:pt x="127795" y="197464"/>
                    <a:pt x="127672" y="197924"/>
                    <a:pt x="127545" y="198398"/>
                  </a:cubicBezTo>
                  <a:cubicBezTo>
                    <a:pt x="126809" y="198398"/>
                    <a:pt x="126072" y="198398"/>
                    <a:pt x="125313" y="198398"/>
                  </a:cubicBezTo>
                  <a:cubicBezTo>
                    <a:pt x="125359" y="199120"/>
                    <a:pt x="125405" y="199841"/>
                    <a:pt x="125453" y="200584"/>
                  </a:cubicBezTo>
                  <a:cubicBezTo>
                    <a:pt x="125407" y="201336"/>
                    <a:pt x="125360" y="202088"/>
                    <a:pt x="125313" y="202863"/>
                  </a:cubicBezTo>
                  <a:cubicBezTo>
                    <a:pt x="124576" y="203109"/>
                    <a:pt x="123840" y="203354"/>
                    <a:pt x="123081" y="203607"/>
                  </a:cubicBezTo>
                  <a:cubicBezTo>
                    <a:pt x="122557" y="205086"/>
                    <a:pt x="122060" y="206575"/>
                    <a:pt x="121592" y="208072"/>
                  </a:cubicBezTo>
                  <a:cubicBezTo>
                    <a:pt x="121101" y="208318"/>
                    <a:pt x="120610" y="208563"/>
                    <a:pt x="120104" y="208816"/>
                  </a:cubicBezTo>
                  <a:cubicBezTo>
                    <a:pt x="119981" y="209307"/>
                    <a:pt x="119858" y="209799"/>
                    <a:pt x="119732" y="210305"/>
                  </a:cubicBezTo>
                  <a:cubicBezTo>
                    <a:pt x="119609" y="210796"/>
                    <a:pt x="119486" y="211287"/>
                    <a:pt x="119360" y="211793"/>
                  </a:cubicBezTo>
                  <a:cubicBezTo>
                    <a:pt x="118869" y="212038"/>
                    <a:pt x="118378" y="212284"/>
                    <a:pt x="117872" y="212537"/>
                  </a:cubicBezTo>
                  <a:cubicBezTo>
                    <a:pt x="117764" y="213120"/>
                    <a:pt x="117657" y="213703"/>
                    <a:pt x="117546" y="214304"/>
                  </a:cubicBezTo>
                  <a:cubicBezTo>
                    <a:pt x="117066" y="216547"/>
                    <a:pt x="116569" y="217003"/>
                    <a:pt x="114895" y="218490"/>
                  </a:cubicBezTo>
                  <a:cubicBezTo>
                    <a:pt x="113400" y="220257"/>
                    <a:pt x="112095" y="221848"/>
                    <a:pt x="111081" y="223932"/>
                  </a:cubicBezTo>
                  <a:cubicBezTo>
                    <a:pt x="110866" y="224346"/>
                    <a:pt x="110652" y="224760"/>
                    <a:pt x="110430" y="225187"/>
                  </a:cubicBezTo>
                  <a:cubicBezTo>
                    <a:pt x="109939" y="225187"/>
                    <a:pt x="109448" y="225187"/>
                    <a:pt x="108942" y="225187"/>
                  </a:cubicBezTo>
                  <a:cubicBezTo>
                    <a:pt x="108574" y="226108"/>
                    <a:pt x="108574" y="226108"/>
                    <a:pt x="108198" y="227048"/>
                  </a:cubicBezTo>
                  <a:cubicBezTo>
                    <a:pt x="107829" y="227969"/>
                    <a:pt x="107829" y="227969"/>
                    <a:pt x="107454" y="228908"/>
                  </a:cubicBezTo>
                  <a:cubicBezTo>
                    <a:pt x="106963" y="228908"/>
                    <a:pt x="106471" y="228908"/>
                    <a:pt x="105965" y="228908"/>
                  </a:cubicBezTo>
                  <a:cubicBezTo>
                    <a:pt x="106011" y="229507"/>
                    <a:pt x="106057" y="230105"/>
                    <a:pt x="106105" y="230722"/>
                  </a:cubicBezTo>
                  <a:cubicBezTo>
                    <a:pt x="106059" y="231351"/>
                    <a:pt x="106013" y="231981"/>
                    <a:pt x="105965" y="232629"/>
                  </a:cubicBezTo>
                  <a:cubicBezTo>
                    <a:pt x="105229" y="232874"/>
                    <a:pt x="104492" y="233120"/>
                    <a:pt x="103733" y="233373"/>
                  </a:cubicBezTo>
                  <a:cubicBezTo>
                    <a:pt x="103462" y="234608"/>
                    <a:pt x="103212" y="235849"/>
                    <a:pt x="102989" y="237094"/>
                  </a:cubicBezTo>
                  <a:cubicBezTo>
                    <a:pt x="102498" y="237094"/>
                    <a:pt x="102007" y="237094"/>
                    <a:pt x="101501" y="237094"/>
                  </a:cubicBezTo>
                  <a:cubicBezTo>
                    <a:pt x="101393" y="237539"/>
                    <a:pt x="101286" y="237984"/>
                    <a:pt x="101175" y="238442"/>
                  </a:cubicBezTo>
                  <a:cubicBezTo>
                    <a:pt x="100671" y="240404"/>
                    <a:pt x="99996" y="240940"/>
                    <a:pt x="98524" y="242303"/>
                  </a:cubicBezTo>
                  <a:cubicBezTo>
                    <a:pt x="97029" y="244069"/>
                    <a:pt x="95724" y="245660"/>
                    <a:pt x="94710" y="247744"/>
                  </a:cubicBezTo>
                  <a:cubicBezTo>
                    <a:pt x="94495" y="248159"/>
                    <a:pt x="94281" y="248573"/>
                    <a:pt x="94059" y="249000"/>
                  </a:cubicBezTo>
                  <a:cubicBezTo>
                    <a:pt x="93568" y="249000"/>
                    <a:pt x="93077" y="249000"/>
                    <a:pt x="92571" y="249000"/>
                  </a:cubicBezTo>
                  <a:cubicBezTo>
                    <a:pt x="92202" y="249921"/>
                    <a:pt x="92202" y="249921"/>
                    <a:pt x="91827" y="250860"/>
                  </a:cubicBezTo>
                  <a:cubicBezTo>
                    <a:pt x="91458" y="251781"/>
                    <a:pt x="91458" y="251781"/>
                    <a:pt x="91083" y="252721"/>
                  </a:cubicBezTo>
                  <a:cubicBezTo>
                    <a:pt x="90591" y="252721"/>
                    <a:pt x="90100" y="252721"/>
                    <a:pt x="89594" y="252721"/>
                  </a:cubicBezTo>
                  <a:cubicBezTo>
                    <a:pt x="89487" y="253166"/>
                    <a:pt x="89379" y="253611"/>
                    <a:pt x="89269" y="254069"/>
                  </a:cubicBezTo>
                  <a:cubicBezTo>
                    <a:pt x="88770" y="256009"/>
                    <a:pt x="88099" y="256619"/>
                    <a:pt x="86618" y="257930"/>
                  </a:cubicBezTo>
                  <a:cubicBezTo>
                    <a:pt x="84907" y="259509"/>
                    <a:pt x="84406" y="260100"/>
                    <a:pt x="83641" y="262394"/>
                  </a:cubicBezTo>
                  <a:cubicBezTo>
                    <a:pt x="82418" y="263652"/>
                    <a:pt x="81175" y="264889"/>
                    <a:pt x="79920" y="266115"/>
                  </a:cubicBezTo>
                  <a:cubicBezTo>
                    <a:pt x="78168" y="268052"/>
                    <a:pt x="76508" y="269908"/>
                    <a:pt x="75409" y="272301"/>
                  </a:cubicBezTo>
                  <a:cubicBezTo>
                    <a:pt x="75064" y="272922"/>
                    <a:pt x="75064" y="272922"/>
                    <a:pt x="74711" y="273557"/>
                  </a:cubicBezTo>
                  <a:cubicBezTo>
                    <a:pt x="74190" y="273679"/>
                    <a:pt x="73668" y="273802"/>
                    <a:pt x="73130" y="273929"/>
                  </a:cubicBezTo>
                  <a:cubicBezTo>
                    <a:pt x="72670" y="274051"/>
                    <a:pt x="72209" y="274174"/>
                    <a:pt x="71735" y="274301"/>
                  </a:cubicBezTo>
                  <a:cubicBezTo>
                    <a:pt x="71735" y="275283"/>
                    <a:pt x="71735" y="276265"/>
                    <a:pt x="71735" y="277277"/>
                  </a:cubicBezTo>
                  <a:cubicBezTo>
                    <a:pt x="70998" y="277032"/>
                    <a:pt x="70262" y="276786"/>
                    <a:pt x="69502" y="276533"/>
                  </a:cubicBezTo>
                  <a:cubicBezTo>
                    <a:pt x="69134" y="275428"/>
                    <a:pt x="69134" y="275428"/>
                    <a:pt x="68758" y="274301"/>
                  </a:cubicBezTo>
                  <a:cubicBezTo>
                    <a:pt x="68267" y="274193"/>
                    <a:pt x="67776" y="274086"/>
                    <a:pt x="67270" y="273975"/>
                  </a:cubicBezTo>
                  <a:cubicBezTo>
                    <a:pt x="66779" y="273837"/>
                    <a:pt x="66288" y="273699"/>
                    <a:pt x="65782" y="273557"/>
                  </a:cubicBezTo>
                  <a:cubicBezTo>
                    <a:pt x="65505" y="272572"/>
                    <a:pt x="65256" y="271579"/>
                    <a:pt x="65038" y="270580"/>
                  </a:cubicBezTo>
                  <a:cubicBezTo>
                    <a:pt x="64301" y="270334"/>
                    <a:pt x="63564" y="270089"/>
                    <a:pt x="62805" y="269836"/>
                  </a:cubicBezTo>
                  <a:cubicBezTo>
                    <a:pt x="62437" y="268731"/>
                    <a:pt x="62437" y="268731"/>
                    <a:pt x="62061" y="267603"/>
                  </a:cubicBezTo>
                  <a:cubicBezTo>
                    <a:pt x="61570" y="267481"/>
                    <a:pt x="61079" y="267358"/>
                    <a:pt x="60573" y="267231"/>
                  </a:cubicBezTo>
                  <a:cubicBezTo>
                    <a:pt x="60082" y="267109"/>
                    <a:pt x="59591" y="266986"/>
                    <a:pt x="59085" y="266859"/>
                  </a:cubicBezTo>
                  <a:cubicBezTo>
                    <a:pt x="58716" y="265754"/>
                    <a:pt x="58716" y="265754"/>
                    <a:pt x="58340" y="264627"/>
                  </a:cubicBezTo>
                  <a:cubicBezTo>
                    <a:pt x="56452" y="262589"/>
                    <a:pt x="54702" y="260961"/>
                    <a:pt x="52387" y="259418"/>
                  </a:cubicBezTo>
                  <a:cubicBezTo>
                    <a:pt x="52019" y="258313"/>
                    <a:pt x="52019" y="258313"/>
                    <a:pt x="51643" y="257185"/>
                  </a:cubicBezTo>
                  <a:cubicBezTo>
                    <a:pt x="51167" y="257078"/>
                    <a:pt x="50692" y="256971"/>
                    <a:pt x="50201" y="256860"/>
                  </a:cubicBezTo>
                  <a:cubicBezTo>
                    <a:pt x="49695" y="256722"/>
                    <a:pt x="49188" y="256584"/>
                    <a:pt x="48667" y="256441"/>
                  </a:cubicBezTo>
                  <a:cubicBezTo>
                    <a:pt x="47829" y="254907"/>
                    <a:pt x="47829" y="254907"/>
                    <a:pt x="47178" y="253465"/>
                  </a:cubicBezTo>
                  <a:cubicBezTo>
                    <a:pt x="46687" y="253465"/>
                    <a:pt x="46196" y="253465"/>
                    <a:pt x="45690" y="253465"/>
                  </a:cubicBezTo>
                  <a:cubicBezTo>
                    <a:pt x="45391" y="252843"/>
                    <a:pt x="45391" y="252843"/>
                    <a:pt x="45085" y="252209"/>
                  </a:cubicBezTo>
                  <a:cubicBezTo>
                    <a:pt x="43530" y="249181"/>
                    <a:pt x="41478" y="247100"/>
                    <a:pt x="38249" y="246023"/>
                  </a:cubicBezTo>
                  <a:cubicBezTo>
                    <a:pt x="38003" y="245287"/>
                    <a:pt x="37757" y="244550"/>
                    <a:pt x="37504" y="243791"/>
                  </a:cubicBezTo>
                  <a:cubicBezTo>
                    <a:pt x="37029" y="243684"/>
                    <a:pt x="36553" y="243576"/>
                    <a:pt x="36063" y="243465"/>
                  </a:cubicBezTo>
                  <a:cubicBezTo>
                    <a:pt x="35556" y="243327"/>
                    <a:pt x="35050" y="243189"/>
                    <a:pt x="34528" y="243047"/>
                  </a:cubicBezTo>
                  <a:cubicBezTo>
                    <a:pt x="34004" y="242069"/>
                    <a:pt x="33513" y="241073"/>
                    <a:pt x="33040" y="240070"/>
                  </a:cubicBezTo>
                  <a:cubicBezTo>
                    <a:pt x="30478" y="237219"/>
                    <a:pt x="30478" y="237219"/>
                    <a:pt x="27086" y="235605"/>
                  </a:cubicBezTo>
                  <a:cubicBezTo>
                    <a:pt x="26718" y="234500"/>
                    <a:pt x="26718" y="234500"/>
                    <a:pt x="26342" y="233373"/>
                  </a:cubicBezTo>
                  <a:cubicBezTo>
                    <a:pt x="25851" y="233266"/>
                    <a:pt x="25360" y="233158"/>
                    <a:pt x="24854" y="233047"/>
                  </a:cubicBezTo>
                  <a:cubicBezTo>
                    <a:pt x="24363" y="232909"/>
                    <a:pt x="23872" y="232771"/>
                    <a:pt x="23366" y="232629"/>
                  </a:cubicBezTo>
                  <a:cubicBezTo>
                    <a:pt x="23258" y="232138"/>
                    <a:pt x="23151" y="231647"/>
                    <a:pt x="23040" y="231141"/>
                  </a:cubicBezTo>
                  <a:cubicBezTo>
                    <a:pt x="22902" y="230649"/>
                    <a:pt x="22764" y="230158"/>
                    <a:pt x="22622" y="229652"/>
                  </a:cubicBezTo>
                  <a:cubicBezTo>
                    <a:pt x="21388" y="229375"/>
                    <a:pt x="20147" y="229126"/>
                    <a:pt x="18901" y="228908"/>
                  </a:cubicBezTo>
                  <a:cubicBezTo>
                    <a:pt x="18533" y="227803"/>
                    <a:pt x="18533" y="227803"/>
                    <a:pt x="18157" y="226676"/>
                  </a:cubicBezTo>
                  <a:cubicBezTo>
                    <a:pt x="17420" y="226430"/>
                    <a:pt x="16683" y="226185"/>
                    <a:pt x="15924" y="225932"/>
                  </a:cubicBezTo>
                  <a:cubicBezTo>
                    <a:pt x="14984" y="222798"/>
                    <a:pt x="14930" y="220708"/>
                    <a:pt x="16436" y="217839"/>
                  </a:cubicBezTo>
                  <a:cubicBezTo>
                    <a:pt x="18157" y="215514"/>
                    <a:pt x="18157" y="215514"/>
                    <a:pt x="19785" y="214956"/>
                  </a:cubicBezTo>
                  <a:cubicBezTo>
                    <a:pt x="20230" y="214894"/>
                    <a:pt x="20675" y="214833"/>
                    <a:pt x="21133" y="214769"/>
                  </a:cubicBezTo>
                  <a:cubicBezTo>
                    <a:pt x="21379" y="214033"/>
                    <a:pt x="21624" y="213296"/>
                    <a:pt x="21877" y="212537"/>
                  </a:cubicBezTo>
                  <a:cubicBezTo>
                    <a:pt x="22614" y="212291"/>
                    <a:pt x="23351" y="212046"/>
                    <a:pt x="24110" y="211793"/>
                  </a:cubicBezTo>
                  <a:cubicBezTo>
                    <a:pt x="24355" y="211056"/>
                    <a:pt x="24601" y="210320"/>
                    <a:pt x="24854" y="209560"/>
                  </a:cubicBezTo>
                  <a:cubicBezTo>
                    <a:pt x="25591" y="209069"/>
                    <a:pt x="26327" y="208578"/>
                    <a:pt x="27086" y="208072"/>
                  </a:cubicBezTo>
                  <a:cubicBezTo>
                    <a:pt x="27332" y="207336"/>
                    <a:pt x="27578" y="206599"/>
                    <a:pt x="27831" y="205840"/>
                  </a:cubicBezTo>
                  <a:cubicBezTo>
                    <a:pt x="29071" y="204600"/>
                    <a:pt x="30311" y="203359"/>
                    <a:pt x="31551" y="202119"/>
                  </a:cubicBezTo>
                  <a:cubicBezTo>
                    <a:pt x="31797" y="201597"/>
                    <a:pt x="32042" y="201075"/>
                    <a:pt x="32295" y="200538"/>
                  </a:cubicBezTo>
                  <a:cubicBezTo>
                    <a:pt x="33040" y="199143"/>
                    <a:pt x="33040" y="199143"/>
                    <a:pt x="34714" y="198212"/>
                  </a:cubicBezTo>
                  <a:cubicBezTo>
                    <a:pt x="37260" y="196592"/>
                    <a:pt x="38549" y="194648"/>
                    <a:pt x="40234" y="192181"/>
                  </a:cubicBezTo>
                  <a:cubicBezTo>
                    <a:pt x="40561" y="191777"/>
                    <a:pt x="40888" y="191373"/>
                    <a:pt x="41225" y="190957"/>
                  </a:cubicBezTo>
                  <a:cubicBezTo>
                    <a:pt x="41716" y="190957"/>
                    <a:pt x="42207" y="190957"/>
                    <a:pt x="42713" y="190957"/>
                  </a:cubicBezTo>
                  <a:cubicBezTo>
                    <a:pt x="42806" y="190543"/>
                    <a:pt x="42898" y="190128"/>
                    <a:pt x="42992" y="189701"/>
                  </a:cubicBezTo>
                  <a:cubicBezTo>
                    <a:pt x="43620" y="187379"/>
                    <a:pt x="44823" y="186017"/>
                    <a:pt x="46434" y="184260"/>
                  </a:cubicBezTo>
                  <a:cubicBezTo>
                    <a:pt x="46925" y="184260"/>
                    <a:pt x="47416" y="184260"/>
                    <a:pt x="47922" y="184260"/>
                  </a:cubicBezTo>
                  <a:cubicBezTo>
                    <a:pt x="48168" y="183646"/>
                    <a:pt x="48414" y="183032"/>
                    <a:pt x="48667" y="182399"/>
                  </a:cubicBezTo>
                  <a:cubicBezTo>
                    <a:pt x="48912" y="181785"/>
                    <a:pt x="49158" y="181172"/>
                    <a:pt x="49411" y="180539"/>
                  </a:cubicBezTo>
                  <a:cubicBezTo>
                    <a:pt x="49902" y="180539"/>
                    <a:pt x="50393" y="180539"/>
                    <a:pt x="50899" y="180539"/>
                  </a:cubicBezTo>
                  <a:cubicBezTo>
                    <a:pt x="51098" y="179756"/>
                    <a:pt x="51298" y="178974"/>
                    <a:pt x="51504" y="178167"/>
                  </a:cubicBezTo>
                  <a:cubicBezTo>
                    <a:pt x="52496" y="174982"/>
                    <a:pt x="53699" y="173837"/>
                    <a:pt x="56108" y="171609"/>
                  </a:cubicBezTo>
                  <a:cubicBezTo>
                    <a:pt x="56626" y="170628"/>
                    <a:pt x="57129" y="169639"/>
                    <a:pt x="57596" y="168633"/>
                  </a:cubicBezTo>
                  <a:cubicBezTo>
                    <a:pt x="58087" y="168387"/>
                    <a:pt x="58578" y="168142"/>
                    <a:pt x="59085" y="167889"/>
                  </a:cubicBezTo>
                  <a:cubicBezTo>
                    <a:pt x="59330" y="167397"/>
                    <a:pt x="59576" y="166906"/>
                    <a:pt x="59829" y="166400"/>
                  </a:cubicBezTo>
                  <a:cubicBezTo>
                    <a:pt x="60573" y="164912"/>
                    <a:pt x="60573" y="164912"/>
                    <a:pt x="62061" y="164168"/>
                  </a:cubicBezTo>
                  <a:cubicBezTo>
                    <a:pt x="62169" y="163661"/>
                    <a:pt x="62276" y="163155"/>
                    <a:pt x="62387" y="162633"/>
                  </a:cubicBezTo>
                  <a:cubicBezTo>
                    <a:pt x="62594" y="161919"/>
                    <a:pt x="62594" y="161919"/>
                    <a:pt x="62805" y="161191"/>
                  </a:cubicBezTo>
                  <a:cubicBezTo>
                    <a:pt x="63542" y="161191"/>
                    <a:pt x="64279" y="161191"/>
                    <a:pt x="65038" y="161191"/>
                  </a:cubicBezTo>
                  <a:cubicBezTo>
                    <a:pt x="64992" y="160501"/>
                    <a:pt x="64946" y="159810"/>
                    <a:pt x="64898" y="159098"/>
                  </a:cubicBezTo>
                  <a:cubicBezTo>
                    <a:pt x="65038" y="156727"/>
                    <a:pt x="65038" y="156727"/>
                    <a:pt x="65968" y="155564"/>
                  </a:cubicBezTo>
                  <a:cubicBezTo>
                    <a:pt x="66398" y="155211"/>
                    <a:pt x="66827" y="154858"/>
                    <a:pt x="67270" y="154494"/>
                  </a:cubicBezTo>
                  <a:cubicBezTo>
                    <a:pt x="68765" y="152728"/>
                    <a:pt x="70070" y="151137"/>
                    <a:pt x="71084" y="149053"/>
                  </a:cubicBezTo>
                  <a:cubicBezTo>
                    <a:pt x="71406" y="148431"/>
                    <a:pt x="71406" y="148431"/>
                    <a:pt x="71735" y="147797"/>
                  </a:cubicBezTo>
                  <a:cubicBezTo>
                    <a:pt x="72226" y="147797"/>
                    <a:pt x="72717" y="147797"/>
                    <a:pt x="73223" y="147797"/>
                  </a:cubicBezTo>
                  <a:cubicBezTo>
                    <a:pt x="73477" y="146558"/>
                    <a:pt x="73725" y="145318"/>
                    <a:pt x="73967" y="144076"/>
                  </a:cubicBezTo>
                  <a:cubicBezTo>
                    <a:pt x="74458" y="143831"/>
                    <a:pt x="74950" y="143585"/>
                    <a:pt x="75456" y="143332"/>
                  </a:cubicBezTo>
                  <a:cubicBezTo>
                    <a:pt x="75563" y="142749"/>
                    <a:pt x="75670" y="142166"/>
                    <a:pt x="75781" y="141565"/>
                  </a:cubicBezTo>
                  <a:cubicBezTo>
                    <a:pt x="76255" y="139352"/>
                    <a:pt x="76814" y="138868"/>
                    <a:pt x="78432" y="137379"/>
                  </a:cubicBezTo>
                  <a:cubicBezTo>
                    <a:pt x="78693" y="136842"/>
                    <a:pt x="78954" y="136305"/>
                    <a:pt x="79223" y="135751"/>
                  </a:cubicBezTo>
                  <a:cubicBezTo>
                    <a:pt x="79453" y="135306"/>
                    <a:pt x="79683" y="134861"/>
                    <a:pt x="79920" y="134402"/>
                  </a:cubicBezTo>
                  <a:cubicBezTo>
                    <a:pt x="80412" y="134402"/>
                    <a:pt x="80903" y="134402"/>
                    <a:pt x="81409" y="134402"/>
                  </a:cubicBezTo>
                  <a:cubicBezTo>
                    <a:pt x="81663" y="133163"/>
                    <a:pt x="81911" y="131923"/>
                    <a:pt x="82153" y="130682"/>
                  </a:cubicBezTo>
                  <a:cubicBezTo>
                    <a:pt x="82644" y="130436"/>
                    <a:pt x="83135" y="130190"/>
                    <a:pt x="83641" y="129937"/>
                  </a:cubicBezTo>
                  <a:cubicBezTo>
                    <a:pt x="83802" y="128878"/>
                    <a:pt x="83802" y="128878"/>
                    <a:pt x="83967" y="127798"/>
                  </a:cubicBezTo>
                  <a:cubicBezTo>
                    <a:pt x="84421" y="125274"/>
                    <a:pt x="84821" y="124887"/>
                    <a:pt x="86618" y="123240"/>
                  </a:cubicBezTo>
                  <a:cubicBezTo>
                    <a:pt x="86741" y="122703"/>
                    <a:pt x="86863" y="122166"/>
                    <a:pt x="86990" y="121612"/>
                  </a:cubicBezTo>
                  <a:cubicBezTo>
                    <a:pt x="87113" y="121167"/>
                    <a:pt x="87235" y="120722"/>
                    <a:pt x="87362" y="120264"/>
                  </a:cubicBezTo>
                  <a:cubicBezTo>
                    <a:pt x="88099" y="120264"/>
                    <a:pt x="88835" y="120264"/>
                    <a:pt x="89594" y="120264"/>
                  </a:cubicBezTo>
                  <a:cubicBezTo>
                    <a:pt x="89548" y="119542"/>
                    <a:pt x="89502" y="118821"/>
                    <a:pt x="89455" y="118078"/>
                  </a:cubicBezTo>
                  <a:cubicBezTo>
                    <a:pt x="89501" y="117326"/>
                    <a:pt x="89547" y="116574"/>
                    <a:pt x="89594" y="115799"/>
                  </a:cubicBezTo>
                  <a:cubicBezTo>
                    <a:pt x="90331" y="115553"/>
                    <a:pt x="91068" y="115308"/>
                    <a:pt x="91827" y="115055"/>
                  </a:cubicBezTo>
                  <a:cubicBezTo>
                    <a:pt x="92379" y="112431"/>
                    <a:pt x="92379" y="112431"/>
                    <a:pt x="92571" y="109846"/>
                  </a:cubicBezTo>
                  <a:cubicBezTo>
                    <a:pt x="93308" y="109846"/>
                    <a:pt x="94044" y="109846"/>
                    <a:pt x="94803" y="109846"/>
                  </a:cubicBezTo>
                  <a:cubicBezTo>
                    <a:pt x="95179" y="108619"/>
                    <a:pt x="95544" y="107389"/>
                    <a:pt x="95847" y="106142"/>
                  </a:cubicBezTo>
                  <a:cubicBezTo>
                    <a:pt x="96593" y="103618"/>
                    <a:pt x="97831" y="101629"/>
                    <a:pt x="99268" y="99428"/>
                  </a:cubicBezTo>
                  <a:cubicBezTo>
                    <a:pt x="99759" y="99428"/>
                    <a:pt x="100250" y="99428"/>
                    <a:pt x="100756" y="99428"/>
                  </a:cubicBezTo>
                  <a:cubicBezTo>
                    <a:pt x="100710" y="98461"/>
                    <a:pt x="100664" y="97494"/>
                    <a:pt x="100617" y="96498"/>
                  </a:cubicBezTo>
                  <a:cubicBezTo>
                    <a:pt x="100538" y="94849"/>
                    <a:pt x="100538" y="94849"/>
                    <a:pt x="100756" y="93475"/>
                  </a:cubicBezTo>
                  <a:cubicBezTo>
                    <a:pt x="101493" y="93229"/>
                    <a:pt x="102230" y="92983"/>
                    <a:pt x="102989" y="92730"/>
                  </a:cubicBezTo>
                  <a:cubicBezTo>
                    <a:pt x="103267" y="90999"/>
                    <a:pt x="103515" y="89262"/>
                    <a:pt x="103733" y="87521"/>
                  </a:cubicBezTo>
                  <a:cubicBezTo>
                    <a:pt x="104224" y="87276"/>
                    <a:pt x="104715" y="87030"/>
                    <a:pt x="105221" y="86777"/>
                  </a:cubicBezTo>
                  <a:cubicBezTo>
                    <a:pt x="105711" y="84523"/>
                    <a:pt x="105711" y="84523"/>
                    <a:pt x="105965" y="82312"/>
                  </a:cubicBezTo>
                  <a:cubicBezTo>
                    <a:pt x="106702" y="82312"/>
                    <a:pt x="107439" y="82312"/>
                    <a:pt x="108198" y="82312"/>
                  </a:cubicBezTo>
                  <a:cubicBezTo>
                    <a:pt x="108275" y="81376"/>
                    <a:pt x="108351" y="80440"/>
                    <a:pt x="108430" y="79475"/>
                  </a:cubicBezTo>
                  <a:cubicBezTo>
                    <a:pt x="108750" y="76834"/>
                    <a:pt x="109209" y="75928"/>
                    <a:pt x="111174" y="74127"/>
                  </a:cubicBezTo>
                  <a:cubicBezTo>
                    <a:pt x="111715" y="71814"/>
                    <a:pt x="111715" y="71814"/>
                    <a:pt x="111919" y="69662"/>
                  </a:cubicBezTo>
                  <a:cubicBezTo>
                    <a:pt x="112655" y="69662"/>
                    <a:pt x="113392" y="69662"/>
                    <a:pt x="114151" y="69662"/>
                  </a:cubicBezTo>
                  <a:cubicBezTo>
                    <a:pt x="114125" y="69187"/>
                    <a:pt x="114099" y="68712"/>
                    <a:pt x="114072" y="68223"/>
                  </a:cubicBezTo>
                  <a:cubicBezTo>
                    <a:pt x="114052" y="67608"/>
                    <a:pt x="114032" y="66993"/>
                    <a:pt x="114011" y="66360"/>
                  </a:cubicBezTo>
                  <a:cubicBezTo>
                    <a:pt x="113985" y="65747"/>
                    <a:pt x="113960" y="65134"/>
                    <a:pt x="113933" y="64503"/>
                  </a:cubicBezTo>
                  <a:cubicBezTo>
                    <a:pt x="114005" y="63995"/>
                    <a:pt x="114077" y="63488"/>
                    <a:pt x="114151" y="62965"/>
                  </a:cubicBezTo>
                  <a:cubicBezTo>
                    <a:pt x="114888" y="62719"/>
                    <a:pt x="115624" y="62474"/>
                    <a:pt x="116383" y="62221"/>
                  </a:cubicBezTo>
                  <a:cubicBezTo>
                    <a:pt x="116735" y="60837"/>
                    <a:pt x="116735" y="60837"/>
                    <a:pt x="116755" y="59244"/>
                  </a:cubicBezTo>
                  <a:cubicBezTo>
                    <a:pt x="116825" y="57616"/>
                    <a:pt x="116825" y="57616"/>
                    <a:pt x="117127" y="56268"/>
                  </a:cubicBezTo>
                  <a:cubicBezTo>
                    <a:pt x="117864" y="56022"/>
                    <a:pt x="118601" y="55776"/>
                    <a:pt x="119360" y="55523"/>
                  </a:cubicBezTo>
                  <a:cubicBezTo>
                    <a:pt x="119554" y="54019"/>
                    <a:pt x="119743" y="52512"/>
                    <a:pt x="119869" y="51000"/>
                  </a:cubicBezTo>
                  <a:cubicBezTo>
                    <a:pt x="120172" y="49160"/>
                    <a:pt x="121019" y="48598"/>
                    <a:pt x="122336" y="47338"/>
                  </a:cubicBezTo>
                  <a:cubicBezTo>
                    <a:pt x="122336" y="46570"/>
                    <a:pt x="122336" y="45803"/>
                    <a:pt x="122336" y="45012"/>
                  </a:cubicBezTo>
                  <a:cubicBezTo>
                    <a:pt x="122336" y="44306"/>
                    <a:pt x="122336" y="43600"/>
                    <a:pt x="122336" y="42873"/>
                  </a:cubicBezTo>
                  <a:cubicBezTo>
                    <a:pt x="123073" y="42627"/>
                    <a:pt x="123810" y="42382"/>
                    <a:pt x="124569" y="42129"/>
                  </a:cubicBezTo>
                  <a:cubicBezTo>
                    <a:pt x="125007" y="40381"/>
                    <a:pt x="125007" y="40381"/>
                    <a:pt x="125080" y="38362"/>
                  </a:cubicBezTo>
                  <a:cubicBezTo>
                    <a:pt x="125154" y="37336"/>
                    <a:pt x="125154" y="37336"/>
                    <a:pt x="125229" y="36289"/>
                  </a:cubicBezTo>
                  <a:cubicBezTo>
                    <a:pt x="125257" y="35761"/>
                    <a:pt x="125284" y="35232"/>
                    <a:pt x="125313" y="34687"/>
                  </a:cubicBezTo>
                  <a:cubicBezTo>
                    <a:pt x="125804" y="34687"/>
                    <a:pt x="126295" y="34687"/>
                    <a:pt x="126801" y="34687"/>
                  </a:cubicBezTo>
                  <a:cubicBezTo>
                    <a:pt x="127265" y="32762"/>
                    <a:pt x="127518" y="30834"/>
                    <a:pt x="127798" y="28874"/>
                  </a:cubicBezTo>
                  <a:cubicBezTo>
                    <a:pt x="127960" y="28337"/>
                    <a:pt x="128123" y="27800"/>
                    <a:pt x="128290" y="27246"/>
                  </a:cubicBezTo>
                  <a:cubicBezTo>
                    <a:pt x="129026" y="27246"/>
                    <a:pt x="129763" y="27246"/>
                    <a:pt x="130522" y="27246"/>
                  </a:cubicBezTo>
                  <a:cubicBezTo>
                    <a:pt x="130496" y="26664"/>
                    <a:pt x="130470" y="26082"/>
                    <a:pt x="130444" y="25482"/>
                  </a:cubicBezTo>
                  <a:cubicBezTo>
                    <a:pt x="130423" y="24729"/>
                    <a:pt x="130403" y="23976"/>
                    <a:pt x="130382" y="23200"/>
                  </a:cubicBezTo>
                  <a:cubicBezTo>
                    <a:pt x="130357" y="22449"/>
                    <a:pt x="130331" y="21698"/>
                    <a:pt x="130304" y="20924"/>
                  </a:cubicBezTo>
                  <a:cubicBezTo>
                    <a:pt x="130376" y="20309"/>
                    <a:pt x="130448" y="19694"/>
                    <a:pt x="130522" y="19061"/>
                  </a:cubicBezTo>
                  <a:cubicBezTo>
                    <a:pt x="131259" y="18815"/>
                    <a:pt x="131995" y="18569"/>
                    <a:pt x="132754" y="18316"/>
                  </a:cubicBezTo>
                  <a:cubicBezTo>
                    <a:pt x="133192" y="16569"/>
                    <a:pt x="133192" y="16569"/>
                    <a:pt x="133266" y="14549"/>
                  </a:cubicBezTo>
                  <a:cubicBezTo>
                    <a:pt x="133339" y="13523"/>
                    <a:pt x="133339" y="13523"/>
                    <a:pt x="133414" y="12477"/>
                  </a:cubicBezTo>
                  <a:cubicBezTo>
                    <a:pt x="133442" y="11948"/>
                    <a:pt x="133470" y="11420"/>
                    <a:pt x="133499" y="10875"/>
                  </a:cubicBezTo>
                  <a:cubicBezTo>
                    <a:pt x="133990" y="10875"/>
                    <a:pt x="134481" y="10875"/>
                    <a:pt x="134987" y="10875"/>
                  </a:cubicBezTo>
                  <a:cubicBezTo>
                    <a:pt x="135992" y="8864"/>
                    <a:pt x="135983" y="7066"/>
                    <a:pt x="136150" y="4829"/>
                  </a:cubicBezTo>
                  <a:cubicBezTo>
                    <a:pt x="136212" y="4013"/>
                    <a:pt x="136274" y="3198"/>
                    <a:pt x="136339" y="2358"/>
                  </a:cubicBezTo>
                  <a:cubicBezTo>
                    <a:pt x="136384" y="1731"/>
                    <a:pt x="136429" y="1103"/>
                    <a:pt x="136475" y="457"/>
                  </a:cubicBezTo>
                  <a:close/>
                </a:path>
              </a:pathLst>
            </a:custGeom>
            <a:grpFill/>
            <a:ln w="744" cap="flat">
              <a:noFill/>
              <a:prstDash val="solid"/>
              <a:miter/>
            </a:ln>
          </p:spPr>
          <p:txBody>
            <a:bodyPr rtlCol="0" anchor="ctr"/>
            <a:lstStyle/>
            <a:p>
              <a:endParaRPr lang="zh-CN" altLang="en-US"/>
            </a:p>
          </p:txBody>
        </p:sp>
        <p:sp>
          <p:nvSpPr>
            <p:cNvPr id="121" name="任意多边形: 形状 120"/>
            <p:cNvSpPr/>
            <p:nvPr/>
          </p:nvSpPr>
          <p:spPr>
            <a:xfrm>
              <a:off x="11141380" y="609960"/>
              <a:ext cx="194464" cy="280680"/>
            </a:xfrm>
            <a:custGeom>
              <a:avLst/>
              <a:gdLst>
                <a:gd name="connsiteX0" fmla="*/ 69826 w 194464"/>
                <a:gd name="connsiteY0" fmla="*/ 592 h 280680"/>
                <a:gd name="connsiteX1" fmla="*/ 75035 w 194464"/>
                <a:gd name="connsiteY1" fmla="*/ 592 h 280680"/>
                <a:gd name="connsiteX2" fmla="*/ 76524 w 194464"/>
                <a:gd name="connsiteY2" fmla="*/ 3568 h 280680"/>
                <a:gd name="connsiteX3" fmla="*/ 78012 w 194464"/>
                <a:gd name="connsiteY3" fmla="*/ 4312 h 280680"/>
                <a:gd name="connsiteX4" fmla="*/ 78427 w 194464"/>
                <a:gd name="connsiteY4" fmla="*/ 8844 h 280680"/>
                <a:gd name="connsiteX5" fmla="*/ 80988 w 194464"/>
                <a:gd name="connsiteY5" fmla="*/ 11754 h 280680"/>
                <a:gd name="connsiteX6" fmla="*/ 81360 w 194464"/>
                <a:gd name="connsiteY6" fmla="*/ 14777 h 280680"/>
                <a:gd name="connsiteX7" fmla="*/ 81733 w 194464"/>
                <a:gd name="connsiteY7" fmla="*/ 17707 h 280680"/>
                <a:gd name="connsiteX8" fmla="*/ 83965 w 194464"/>
                <a:gd name="connsiteY8" fmla="*/ 18451 h 280680"/>
                <a:gd name="connsiteX9" fmla="*/ 84709 w 194464"/>
                <a:gd name="connsiteY9" fmla="*/ 23660 h 280680"/>
                <a:gd name="connsiteX10" fmla="*/ 86197 w 194464"/>
                <a:gd name="connsiteY10" fmla="*/ 24404 h 280680"/>
                <a:gd name="connsiteX11" fmla="*/ 86942 w 194464"/>
                <a:gd name="connsiteY11" fmla="*/ 27055 h 280680"/>
                <a:gd name="connsiteX12" fmla="*/ 87686 w 194464"/>
                <a:gd name="connsiteY12" fmla="*/ 29613 h 280680"/>
                <a:gd name="connsiteX13" fmla="*/ 89174 w 194464"/>
                <a:gd name="connsiteY13" fmla="*/ 29613 h 280680"/>
                <a:gd name="connsiteX14" fmla="*/ 89537 w 194464"/>
                <a:gd name="connsiteY14" fmla="*/ 34191 h 280680"/>
                <a:gd name="connsiteX15" fmla="*/ 89918 w 194464"/>
                <a:gd name="connsiteY15" fmla="*/ 35566 h 280680"/>
                <a:gd name="connsiteX16" fmla="*/ 92150 w 194464"/>
                <a:gd name="connsiteY16" fmla="*/ 36310 h 280680"/>
                <a:gd name="connsiteX17" fmla="*/ 92895 w 194464"/>
                <a:gd name="connsiteY17" fmla="*/ 41519 h 280680"/>
                <a:gd name="connsiteX18" fmla="*/ 94383 w 194464"/>
                <a:gd name="connsiteY18" fmla="*/ 42263 h 280680"/>
                <a:gd name="connsiteX19" fmla="*/ 95127 w 194464"/>
                <a:gd name="connsiteY19" fmla="*/ 44542 h 280680"/>
                <a:gd name="connsiteX20" fmla="*/ 95871 w 194464"/>
                <a:gd name="connsiteY20" fmla="*/ 46728 h 280680"/>
                <a:gd name="connsiteX21" fmla="*/ 97359 w 194464"/>
                <a:gd name="connsiteY21" fmla="*/ 46728 h 280680"/>
                <a:gd name="connsiteX22" fmla="*/ 97220 w 194464"/>
                <a:gd name="connsiteY22" fmla="*/ 49658 h 280680"/>
                <a:gd name="connsiteX23" fmla="*/ 97359 w 194464"/>
                <a:gd name="connsiteY23" fmla="*/ 52681 h 280680"/>
                <a:gd name="connsiteX24" fmla="*/ 99592 w 194464"/>
                <a:gd name="connsiteY24" fmla="*/ 53426 h 280680"/>
                <a:gd name="connsiteX25" fmla="*/ 101080 w 194464"/>
                <a:gd name="connsiteY25" fmla="*/ 57146 h 280680"/>
                <a:gd name="connsiteX26" fmla="*/ 102568 w 194464"/>
                <a:gd name="connsiteY26" fmla="*/ 57890 h 280680"/>
                <a:gd name="connsiteX27" fmla="*/ 102894 w 194464"/>
                <a:gd name="connsiteY27" fmla="*/ 60076 h 280680"/>
                <a:gd name="connsiteX28" fmla="*/ 103313 w 194464"/>
                <a:gd name="connsiteY28" fmla="*/ 62355 h 280680"/>
                <a:gd name="connsiteX29" fmla="*/ 105545 w 194464"/>
                <a:gd name="connsiteY29" fmla="*/ 63843 h 280680"/>
                <a:gd name="connsiteX30" fmla="*/ 106289 w 194464"/>
                <a:gd name="connsiteY30" fmla="*/ 68308 h 280680"/>
                <a:gd name="connsiteX31" fmla="*/ 108522 w 194464"/>
                <a:gd name="connsiteY31" fmla="*/ 68308 h 280680"/>
                <a:gd name="connsiteX32" fmla="*/ 108522 w 194464"/>
                <a:gd name="connsiteY32" fmla="*/ 73517 h 280680"/>
                <a:gd name="connsiteX33" fmla="*/ 110754 w 194464"/>
                <a:gd name="connsiteY33" fmla="*/ 73517 h 280680"/>
                <a:gd name="connsiteX34" fmla="*/ 112242 w 194464"/>
                <a:gd name="connsiteY34" fmla="*/ 77982 h 280680"/>
                <a:gd name="connsiteX35" fmla="*/ 113731 w 194464"/>
                <a:gd name="connsiteY35" fmla="*/ 78726 h 280680"/>
                <a:gd name="connsiteX36" fmla="*/ 114475 w 194464"/>
                <a:gd name="connsiteY36" fmla="*/ 82447 h 280680"/>
                <a:gd name="connsiteX37" fmla="*/ 115963 w 194464"/>
                <a:gd name="connsiteY37" fmla="*/ 83191 h 280680"/>
                <a:gd name="connsiteX38" fmla="*/ 117451 w 194464"/>
                <a:gd name="connsiteY38" fmla="*/ 86912 h 280680"/>
                <a:gd name="connsiteX39" fmla="*/ 118940 w 194464"/>
                <a:gd name="connsiteY39" fmla="*/ 87656 h 280680"/>
                <a:gd name="connsiteX40" fmla="*/ 119684 w 194464"/>
                <a:gd name="connsiteY40" fmla="*/ 92865 h 280680"/>
                <a:gd name="connsiteX41" fmla="*/ 121916 w 194464"/>
                <a:gd name="connsiteY41" fmla="*/ 92865 h 280680"/>
                <a:gd name="connsiteX42" fmla="*/ 122660 w 194464"/>
                <a:gd name="connsiteY42" fmla="*/ 96586 h 280680"/>
                <a:gd name="connsiteX43" fmla="*/ 124893 w 194464"/>
                <a:gd name="connsiteY43" fmla="*/ 98818 h 280680"/>
                <a:gd name="connsiteX44" fmla="*/ 124893 w 194464"/>
                <a:gd name="connsiteY44" fmla="*/ 101050 h 280680"/>
                <a:gd name="connsiteX45" fmla="*/ 127125 w 194464"/>
                <a:gd name="connsiteY45" fmla="*/ 101795 h 280680"/>
                <a:gd name="connsiteX46" fmla="*/ 127869 w 194464"/>
                <a:gd name="connsiteY46" fmla="*/ 106259 h 280680"/>
                <a:gd name="connsiteX47" fmla="*/ 130102 w 194464"/>
                <a:gd name="connsiteY47" fmla="*/ 106259 h 280680"/>
                <a:gd name="connsiteX48" fmla="*/ 129962 w 194464"/>
                <a:gd name="connsiteY48" fmla="*/ 108073 h 280680"/>
                <a:gd name="connsiteX49" fmla="*/ 130102 w 194464"/>
                <a:gd name="connsiteY49" fmla="*/ 109980 h 280680"/>
                <a:gd name="connsiteX50" fmla="*/ 132334 w 194464"/>
                <a:gd name="connsiteY50" fmla="*/ 110724 h 280680"/>
                <a:gd name="connsiteX51" fmla="*/ 133078 w 194464"/>
                <a:gd name="connsiteY51" fmla="*/ 114445 h 280680"/>
                <a:gd name="connsiteX52" fmla="*/ 135311 w 194464"/>
                <a:gd name="connsiteY52" fmla="*/ 115189 h 280680"/>
                <a:gd name="connsiteX53" fmla="*/ 136799 w 194464"/>
                <a:gd name="connsiteY53" fmla="*/ 118910 h 280680"/>
                <a:gd name="connsiteX54" fmla="*/ 138287 w 194464"/>
                <a:gd name="connsiteY54" fmla="*/ 119654 h 280680"/>
                <a:gd name="connsiteX55" fmla="*/ 138613 w 194464"/>
                <a:gd name="connsiteY55" fmla="*/ 121514 h 280680"/>
                <a:gd name="connsiteX56" fmla="*/ 139031 w 194464"/>
                <a:gd name="connsiteY56" fmla="*/ 123375 h 280680"/>
                <a:gd name="connsiteX57" fmla="*/ 141264 w 194464"/>
                <a:gd name="connsiteY57" fmla="*/ 124119 h 280680"/>
                <a:gd name="connsiteX58" fmla="*/ 142008 w 194464"/>
                <a:gd name="connsiteY58" fmla="*/ 127095 h 280680"/>
                <a:gd name="connsiteX59" fmla="*/ 143496 w 194464"/>
                <a:gd name="connsiteY59" fmla="*/ 127840 h 280680"/>
                <a:gd name="connsiteX60" fmla="*/ 143822 w 194464"/>
                <a:gd name="connsiteY60" fmla="*/ 129235 h 280680"/>
                <a:gd name="connsiteX61" fmla="*/ 146473 w 194464"/>
                <a:gd name="connsiteY61" fmla="*/ 133049 h 280680"/>
                <a:gd name="connsiteX62" fmla="*/ 146473 w 194464"/>
                <a:gd name="connsiteY62" fmla="*/ 134537 h 280680"/>
                <a:gd name="connsiteX63" fmla="*/ 148705 w 194464"/>
                <a:gd name="connsiteY63" fmla="*/ 135281 h 280680"/>
                <a:gd name="connsiteX64" fmla="*/ 150938 w 194464"/>
                <a:gd name="connsiteY64" fmla="*/ 139746 h 280680"/>
                <a:gd name="connsiteX65" fmla="*/ 153170 w 194464"/>
                <a:gd name="connsiteY65" fmla="*/ 144211 h 280680"/>
                <a:gd name="connsiteX66" fmla="*/ 154658 w 194464"/>
                <a:gd name="connsiteY66" fmla="*/ 144211 h 280680"/>
                <a:gd name="connsiteX67" fmla="*/ 155402 w 194464"/>
                <a:gd name="connsiteY67" fmla="*/ 147187 h 280680"/>
                <a:gd name="connsiteX68" fmla="*/ 156891 w 194464"/>
                <a:gd name="connsiteY68" fmla="*/ 147931 h 280680"/>
                <a:gd name="connsiteX69" fmla="*/ 157216 w 194464"/>
                <a:gd name="connsiteY69" fmla="*/ 149792 h 280680"/>
                <a:gd name="connsiteX70" fmla="*/ 157635 w 194464"/>
                <a:gd name="connsiteY70" fmla="*/ 151652 h 280680"/>
                <a:gd name="connsiteX71" fmla="*/ 159867 w 194464"/>
                <a:gd name="connsiteY71" fmla="*/ 152396 h 280680"/>
                <a:gd name="connsiteX72" fmla="*/ 160611 w 194464"/>
                <a:gd name="connsiteY72" fmla="*/ 154629 h 280680"/>
                <a:gd name="connsiteX73" fmla="*/ 162844 w 194464"/>
                <a:gd name="connsiteY73" fmla="*/ 155373 h 280680"/>
                <a:gd name="connsiteX74" fmla="*/ 164332 w 194464"/>
                <a:gd name="connsiteY74" fmla="*/ 159093 h 280680"/>
                <a:gd name="connsiteX75" fmla="*/ 165820 w 194464"/>
                <a:gd name="connsiteY75" fmla="*/ 162070 h 280680"/>
                <a:gd name="connsiteX76" fmla="*/ 168053 w 194464"/>
                <a:gd name="connsiteY76" fmla="*/ 162814 h 280680"/>
                <a:gd name="connsiteX77" fmla="*/ 168797 w 194464"/>
                <a:gd name="connsiteY77" fmla="*/ 165047 h 280680"/>
                <a:gd name="connsiteX78" fmla="*/ 171029 w 194464"/>
                <a:gd name="connsiteY78" fmla="*/ 166535 h 280680"/>
                <a:gd name="connsiteX79" fmla="*/ 172053 w 194464"/>
                <a:gd name="connsiteY79" fmla="*/ 168628 h 280680"/>
                <a:gd name="connsiteX80" fmla="*/ 176983 w 194464"/>
                <a:gd name="connsiteY80" fmla="*/ 174720 h 280680"/>
                <a:gd name="connsiteX81" fmla="*/ 177727 w 194464"/>
                <a:gd name="connsiteY81" fmla="*/ 176953 h 280680"/>
                <a:gd name="connsiteX82" fmla="*/ 179959 w 194464"/>
                <a:gd name="connsiteY82" fmla="*/ 178441 h 280680"/>
                <a:gd name="connsiteX83" fmla="*/ 180703 w 194464"/>
                <a:gd name="connsiteY83" fmla="*/ 180674 h 280680"/>
                <a:gd name="connsiteX84" fmla="*/ 182936 w 194464"/>
                <a:gd name="connsiteY84" fmla="*/ 182906 h 280680"/>
                <a:gd name="connsiteX85" fmla="*/ 185912 w 194464"/>
                <a:gd name="connsiteY85" fmla="*/ 187371 h 280680"/>
                <a:gd name="connsiteX86" fmla="*/ 188145 w 194464"/>
                <a:gd name="connsiteY86" fmla="*/ 188859 h 280680"/>
                <a:gd name="connsiteX87" fmla="*/ 188889 w 194464"/>
                <a:gd name="connsiteY87" fmla="*/ 191092 h 280680"/>
                <a:gd name="connsiteX88" fmla="*/ 190051 w 194464"/>
                <a:gd name="connsiteY88" fmla="*/ 192254 h 280680"/>
                <a:gd name="connsiteX89" fmla="*/ 191121 w 194464"/>
                <a:gd name="connsiteY89" fmla="*/ 194812 h 280680"/>
                <a:gd name="connsiteX90" fmla="*/ 193354 w 194464"/>
                <a:gd name="connsiteY90" fmla="*/ 195556 h 280680"/>
                <a:gd name="connsiteX91" fmla="*/ 194098 w 194464"/>
                <a:gd name="connsiteY91" fmla="*/ 198533 h 280680"/>
                <a:gd name="connsiteX92" fmla="*/ 196330 w 194464"/>
                <a:gd name="connsiteY92" fmla="*/ 199277 h 280680"/>
                <a:gd name="connsiteX93" fmla="*/ 196330 w 194464"/>
                <a:gd name="connsiteY93" fmla="*/ 201509 h 280680"/>
                <a:gd name="connsiteX94" fmla="*/ 199307 w 194464"/>
                <a:gd name="connsiteY94" fmla="*/ 202998 h 280680"/>
                <a:gd name="connsiteX95" fmla="*/ 201725 w 194464"/>
                <a:gd name="connsiteY95" fmla="*/ 205602 h 280680"/>
                <a:gd name="connsiteX96" fmla="*/ 202900 w 194464"/>
                <a:gd name="connsiteY96" fmla="*/ 206974 h 280680"/>
                <a:gd name="connsiteX97" fmla="*/ 203772 w 194464"/>
                <a:gd name="connsiteY97" fmla="*/ 209695 h 280680"/>
                <a:gd name="connsiteX98" fmla="*/ 205213 w 194464"/>
                <a:gd name="connsiteY98" fmla="*/ 210393 h 280680"/>
                <a:gd name="connsiteX99" fmla="*/ 207492 w 194464"/>
                <a:gd name="connsiteY99" fmla="*/ 213416 h 280680"/>
                <a:gd name="connsiteX100" fmla="*/ 209725 w 194464"/>
                <a:gd name="connsiteY100" fmla="*/ 214160 h 280680"/>
                <a:gd name="connsiteX101" fmla="*/ 209725 w 194464"/>
                <a:gd name="connsiteY101" fmla="*/ 217881 h 280680"/>
                <a:gd name="connsiteX102" fmla="*/ 206748 w 194464"/>
                <a:gd name="connsiteY102" fmla="*/ 218625 h 280680"/>
                <a:gd name="connsiteX103" fmla="*/ 206051 w 194464"/>
                <a:gd name="connsiteY103" fmla="*/ 220439 h 280680"/>
                <a:gd name="connsiteX104" fmla="*/ 203353 w 194464"/>
                <a:gd name="connsiteY104" fmla="*/ 223183 h 280680"/>
                <a:gd name="connsiteX105" fmla="*/ 201539 w 194464"/>
                <a:gd name="connsiteY105" fmla="*/ 223834 h 280680"/>
                <a:gd name="connsiteX106" fmla="*/ 200795 w 194464"/>
                <a:gd name="connsiteY106" fmla="*/ 226066 h 280680"/>
                <a:gd name="connsiteX107" fmla="*/ 199307 w 194464"/>
                <a:gd name="connsiteY107" fmla="*/ 226810 h 280680"/>
                <a:gd name="connsiteX108" fmla="*/ 198563 w 194464"/>
                <a:gd name="connsiteY108" fmla="*/ 229043 h 280680"/>
                <a:gd name="connsiteX109" fmla="*/ 196330 w 194464"/>
                <a:gd name="connsiteY109" fmla="*/ 229787 h 280680"/>
                <a:gd name="connsiteX110" fmla="*/ 194842 w 194464"/>
                <a:gd name="connsiteY110" fmla="*/ 232763 h 280680"/>
                <a:gd name="connsiteX111" fmla="*/ 193354 w 194464"/>
                <a:gd name="connsiteY111" fmla="*/ 233508 h 280680"/>
                <a:gd name="connsiteX112" fmla="*/ 192609 w 194464"/>
                <a:gd name="connsiteY112" fmla="*/ 235740 h 280680"/>
                <a:gd name="connsiteX113" fmla="*/ 190377 w 194464"/>
                <a:gd name="connsiteY113" fmla="*/ 237228 h 280680"/>
                <a:gd name="connsiteX114" fmla="*/ 189633 w 194464"/>
                <a:gd name="connsiteY114" fmla="*/ 239461 h 280680"/>
                <a:gd name="connsiteX115" fmla="*/ 187400 w 194464"/>
                <a:gd name="connsiteY115" fmla="*/ 239461 h 280680"/>
                <a:gd name="connsiteX116" fmla="*/ 186656 w 194464"/>
                <a:gd name="connsiteY116" fmla="*/ 242437 h 280680"/>
                <a:gd name="connsiteX117" fmla="*/ 184424 w 194464"/>
                <a:gd name="connsiteY117" fmla="*/ 243181 h 280680"/>
                <a:gd name="connsiteX118" fmla="*/ 184424 w 194464"/>
                <a:gd name="connsiteY118" fmla="*/ 246158 h 280680"/>
                <a:gd name="connsiteX119" fmla="*/ 182192 w 194464"/>
                <a:gd name="connsiteY119" fmla="*/ 246158 h 280680"/>
                <a:gd name="connsiteX120" fmla="*/ 180703 w 194464"/>
                <a:gd name="connsiteY120" fmla="*/ 249879 h 280680"/>
                <a:gd name="connsiteX121" fmla="*/ 179215 w 194464"/>
                <a:gd name="connsiteY121" fmla="*/ 249879 h 280680"/>
                <a:gd name="connsiteX122" fmla="*/ 178471 w 194464"/>
                <a:gd name="connsiteY122" fmla="*/ 252855 h 280680"/>
                <a:gd name="connsiteX123" fmla="*/ 176983 w 194464"/>
                <a:gd name="connsiteY123" fmla="*/ 253599 h 280680"/>
                <a:gd name="connsiteX124" fmla="*/ 176610 w 194464"/>
                <a:gd name="connsiteY124" fmla="*/ 255088 h 280680"/>
                <a:gd name="connsiteX125" fmla="*/ 176238 w 194464"/>
                <a:gd name="connsiteY125" fmla="*/ 256576 h 280680"/>
                <a:gd name="connsiteX126" fmla="*/ 174750 w 194464"/>
                <a:gd name="connsiteY126" fmla="*/ 257320 h 280680"/>
                <a:gd name="connsiteX127" fmla="*/ 174425 w 194464"/>
                <a:gd name="connsiteY127" fmla="*/ 258808 h 280680"/>
                <a:gd name="connsiteX128" fmla="*/ 174006 w 194464"/>
                <a:gd name="connsiteY128" fmla="*/ 260297 h 280680"/>
                <a:gd name="connsiteX129" fmla="*/ 171774 w 194464"/>
                <a:gd name="connsiteY129" fmla="*/ 261041 h 280680"/>
                <a:gd name="connsiteX130" fmla="*/ 171029 w 194464"/>
                <a:gd name="connsiteY130" fmla="*/ 264017 h 280680"/>
                <a:gd name="connsiteX131" fmla="*/ 169541 w 194464"/>
                <a:gd name="connsiteY131" fmla="*/ 264761 h 280680"/>
                <a:gd name="connsiteX132" fmla="*/ 168797 w 194464"/>
                <a:gd name="connsiteY132" fmla="*/ 266296 h 280680"/>
                <a:gd name="connsiteX133" fmla="*/ 168053 w 194464"/>
                <a:gd name="connsiteY133" fmla="*/ 267738 h 280680"/>
                <a:gd name="connsiteX134" fmla="*/ 166565 w 194464"/>
                <a:gd name="connsiteY134" fmla="*/ 267738 h 280680"/>
                <a:gd name="connsiteX135" fmla="*/ 165076 w 194464"/>
                <a:gd name="connsiteY135" fmla="*/ 272947 h 280680"/>
                <a:gd name="connsiteX136" fmla="*/ 163588 w 194464"/>
                <a:gd name="connsiteY136" fmla="*/ 273691 h 280680"/>
                <a:gd name="connsiteX137" fmla="*/ 163355 w 194464"/>
                <a:gd name="connsiteY137" fmla="*/ 275924 h 280680"/>
                <a:gd name="connsiteX138" fmla="*/ 162844 w 194464"/>
                <a:gd name="connsiteY138" fmla="*/ 278156 h 280680"/>
                <a:gd name="connsiteX139" fmla="*/ 159123 w 194464"/>
                <a:gd name="connsiteY139" fmla="*/ 278900 h 280680"/>
                <a:gd name="connsiteX140" fmla="*/ 159123 w 194464"/>
                <a:gd name="connsiteY140" fmla="*/ 281133 h 280680"/>
                <a:gd name="connsiteX141" fmla="*/ 156147 w 194464"/>
                <a:gd name="connsiteY141" fmla="*/ 281133 h 280680"/>
                <a:gd name="connsiteX142" fmla="*/ 154937 w 194464"/>
                <a:gd name="connsiteY142" fmla="*/ 277830 h 280680"/>
                <a:gd name="connsiteX143" fmla="*/ 153914 w 194464"/>
                <a:gd name="connsiteY143" fmla="*/ 274435 h 280680"/>
                <a:gd name="connsiteX144" fmla="*/ 152426 w 194464"/>
                <a:gd name="connsiteY144" fmla="*/ 273691 h 280680"/>
                <a:gd name="connsiteX145" fmla="*/ 151682 w 194464"/>
                <a:gd name="connsiteY145" fmla="*/ 271459 h 280680"/>
                <a:gd name="connsiteX146" fmla="*/ 149449 w 194464"/>
                <a:gd name="connsiteY146" fmla="*/ 270715 h 280680"/>
                <a:gd name="connsiteX147" fmla="*/ 148705 w 194464"/>
                <a:gd name="connsiteY147" fmla="*/ 267738 h 280680"/>
                <a:gd name="connsiteX148" fmla="*/ 146473 w 194464"/>
                <a:gd name="connsiteY148" fmla="*/ 266250 h 280680"/>
                <a:gd name="connsiteX149" fmla="*/ 143496 w 194464"/>
                <a:gd name="connsiteY149" fmla="*/ 260297 h 280680"/>
                <a:gd name="connsiteX150" fmla="*/ 142008 w 194464"/>
                <a:gd name="connsiteY150" fmla="*/ 260297 h 280680"/>
                <a:gd name="connsiteX151" fmla="*/ 141682 w 194464"/>
                <a:gd name="connsiteY151" fmla="*/ 258436 h 280680"/>
                <a:gd name="connsiteX152" fmla="*/ 141264 w 194464"/>
                <a:gd name="connsiteY152" fmla="*/ 256576 h 280680"/>
                <a:gd name="connsiteX153" fmla="*/ 139031 w 194464"/>
                <a:gd name="connsiteY153" fmla="*/ 256576 h 280680"/>
                <a:gd name="connsiteX154" fmla="*/ 138287 w 194464"/>
                <a:gd name="connsiteY154" fmla="*/ 252855 h 280680"/>
                <a:gd name="connsiteX155" fmla="*/ 136055 w 194464"/>
                <a:gd name="connsiteY155" fmla="*/ 252111 h 280680"/>
                <a:gd name="connsiteX156" fmla="*/ 135311 w 194464"/>
                <a:gd name="connsiteY156" fmla="*/ 249879 h 280680"/>
                <a:gd name="connsiteX157" fmla="*/ 133078 w 194464"/>
                <a:gd name="connsiteY157" fmla="*/ 247646 h 280680"/>
                <a:gd name="connsiteX158" fmla="*/ 129358 w 194464"/>
                <a:gd name="connsiteY158" fmla="*/ 241693 h 280680"/>
                <a:gd name="connsiteX159" fmla="*/ 127869 w 194464"/>
                <a:gd name="connsiteY159" fmla="*/ 240949 h 280680"/>
                <a:gd name="connsiteX160" fmla="*/ 127544 w 194464"/>
                <a:gd name="connsiteY160" fmla="*/ 239089 h 280680"/>
                <a:gd name="connsiteX161" fmla="*/ 127125 w 194464"/>
                <a:gd name="connsiteY161" fmla="*/ 237228 h 280680"/>
                <a:gd name="connsiteX162" fmla="*/ 124893 w 194464"/>
                <a:gd name="connsiteY162" fmla="*/ 236484 h 280680"/>
                <a:gd name="connsiteX163" fmla="*/ 124149 w 194464"/>
                <a:gd name="connsiteY163" fmla="*/ 233508 h 280680"/>
                <a:gd name="connsiteX164" fmla="*/ 122660 w 194464"/>
                <a:gd name="connsiteY164" fmla="*/ 232763 h 280680"/>
                <a:gd name="connsiteX165" fmla="*/ 122335 w 194464"/>
                <a:gd name="connsiteY165" fmla="*/ 230857 h 280680"/>
                <a:gd name="connsiteX166" fmla="*/ 121916 w 194464"/>
                <a:gd name="connsiteY166" fmla="*/ 229043 h 280680"/>
                <a:gd name="connsiteX167" fmla="*/ 119684 w 194464"/>
                <a:gd name="connsiteY167" fmla="*/ 229043 h 280680"/>
                <a:gd name="connsiteX168" fmla="*/ 118940 w 194464"/>
                <a:gd name="connsiteY168" fmla="*/ 226066 h 280680"/>
                <a:gd name="connsiteX169" fmla="*/ 116707 w 194464"/>
                <a:gd name="connsiteY169" fmla="*/ 224578 h 280680"/>
                <a:gd name="connsiteX170" fmla="*/ 116335 w 194464"/>
                <a:gd name="connsiteY170" fmla="*/ 222299 h 280680"/>
                <a:gd name="connsiteX171" fmla="*/ 115963 w 194464"/>
                <a:gd name="connsiteY171" fmla="*/ 220113 h 280680"/>
                <a:gd name="connsiteX172" fmla="*/ 113731 w 194464"/>
                <a:gd name="connsiteY172" fmla="*/ 219369 h 280680"/>
                <a:gd name="connsiteX173" fmla="*/ 112986 w 194464"/>
                <a:gd name="connsiteY173" fmla="*/ 217136 h 280680"/>
                <a:gd name="connsiteX174" fmla="*/ 111498 w 194464"/>
                <a:gd name="connsiteY174" fmla="*/ 216392 h 280680"/>
                <a:gd name="connsiteX175" fmla="*/ 110010 w 194464"/>
                <a:gd name="connsiteY175" fmla="*/ 212672 h 280680"/>
                <a:gd name="connsiteX176" fmla="*/ 108522 w 194464"/>
                <a:gd name="connsiteY176" fmla="*/ 211927 h 280680"/>
                <a:gd name="connsiteX177" fmla="*/ 108196 w 194464"/>
                <a:gd name="connsiteY177" fmla="*/ 210532 h 280680"/>
                <a:gd name="connsiteX178" fmla="*/ 105545 w 194464"/>
                <a:gd name="connsiteY178" fmla="*/ 206718 h 280680"/>
                <a:gd name="connsiteX179" fmla="*/ 104801 w 194464"/>
                <a:gd name="connsiteY179" fmla="*/ 204486 h 280680"/>
                <a:gd name="connsiteX180" fmla="*/ 103313 w 194464"/>
                <a:gd name="connsiteY180" fmla="*/ 203742 h 280680"/>
                <a:gd name="connsiteX181" fmla="*/ 102568 w 194464"/>
                <a:gd name="connsiteY181" fmla="*/ 198533 h 280680"/>
                <a:gd name="connsiteX182" fmla="*/ 100336 w 194464"/>
                <a:gd name="connsiteY182" fmla="*/ 198533 h 280680"/>
                <a:gd name="connsiteX183" fmla="*/ 99592 w 194464"/>
                <a:gd name="connsiteY183" fmla="*/ 195556 h 280680"/>
                <a:gd name="connsiteX184" fmla="*/ 98104 w 194464"/>
                <a:gd name="connsiteY184" fmla="*/ 194812 h 280680"/>
                <a:gd name="connsiteX185" fmla="*/ 94708 w 194464"/>
                <a:gd name="connsiteY185" fmla="*/ 188673 h 280680"/>
                <a:gd name="connsiteX186" fmla="*/ 92150 w 194464"/>
                <a:gd name="connsiteY186" fmla="*/ 185883 h 280680"/>
                <a:gd name="connsiteX187" fmla="*/ 91825 w 194464"/>
                <a:gd name="connsiteY187" fmla="*/ 184115 h 280680"/>
                <a:gd name="connsiteX188" fmla="*/ 89174 w 194464"/>
                <a:gd name="connsiteY188" fmla="*/ 179929 h 280680"/>
                <a:gd name="connsiteX189" fmla="*/ 88430 w 194464"/>
                <a:gd name="connsiteY189" fmla="*/ 177697 h 280680"/>
                <a:gd name="connsiteX190" fmla="*/ 87314 w 194464"/>
                <a:gd name="connsiteY190" fmla="*/ 176581 h 280680"/>
                <a:gd name="connsiteX191" fmla="*/ 85453 w 194464"/>
                <a:gd name="connsiteY191" fmla="*/ 173232 h 280680"/>
                <a:gd name="connsiteX192" fmla="*/ 83965 w 194464"/>
                <a:gd name="connsiteY192" fmla="*/ 172488 h 280680"/>
                <a:gd name="connsiteX193" fmla="*/ 83639 w 194464"/>
                <a:gd name="connsiteY193" fmla="*/ 170349 h 280680"/>
                <a:gd name="connsiteX194" fmla="*/ 79779 w 194464"/>
                <a:gd name="connsiteY194" fmla="*/ 164907 h 280680"/>
                <a:gd name="connsiteX195" fmla="*/ 78012 w 194464"/>
                <a:gd name="connsiteY195" fmla="*/ 157605 h 280680"/>
                <a:gd name="connsiteX196" fmla="*/ 75779 w 194464"/>
                <a:gd name="connsiteY196" fmla="*/ 157605 h 280680"/>
                <a:gd name="connsiteX197" fmla="*/ 75965 w 194464"/>
                <a:gd name="connsiteY197" fmla="*/ 155838 h 280680"/>
                <a:gd name="connsiteX198" fmla="*/ 75779 w 194464"/>
                <a:gd name="connsiteY198" fmla="*/ 153884 h 280680"/>
                <a:gd name="connsiteX199" fmla="*/ 72803 w 194464"/>
                <a:gd name="connsiteY199" fmla="*/ 152396 h 280680"/>
                <a:gd name="connsiteX200" fmla="*/ 72059 w 194464"/>
                <a:gd name="connsiteY200" fmla="*/ 149420 h 280680"/>
                <a:gd name="connsiteX201" fmla="*/ 70896 w 194464"/>
                <a:gd name="connsiteY201" fmla="*/ 148303 h 280680"/>
                <a:gd name="connsiteX202" fmla="*/ 69826 w 194464"/>
                <a:gd name="connsiteY202" fmla="*/ 144211 h 280680"/>
                <a:gd name="connsiteX203" fmla="*/ 67594 w 194464"/>
                <a:gd name="connsiteY203" fmla="*/ 143467 h 280680"/>
                <a:gd name="connsiteX204" fmla="*/ 66850 w 194464"/>
                <a:gd name="connsiteY204" fmla="*/ 139002 h 280680"/>
                <a:gd name="connsiteX205" fmla="*/ 64617 w 194464"/>
                <a:gd name="connsiteY205" fmla="*/ 138258 h 280680"/>
                <a:gd name="connsiteX206" fmla="*/ 63873 w 194464"/>
                <a:gd name="connsiteY206" fmla="*/ 134537 h 280680"/>
                <a:gd name="connsiteX207" fmla="*/ 62385 w 194464"/>
                <a:gd name="connsiteY207" fmla="*/ 133793 h 280680"/>
                <a:gd name="connsiteX208" fmla="*/ 60897 w 194464"/>
                <a:gd name="connsiteY208" fmla="*/ 129328 h 280680"/>
                <a:gd name="connsiteX209" fmla="*/ 59408 w 194464"/>
                <a:gd name="connsiteY209" fmla="*/ 128584 h 280680"/>
                <a:gd name="connsiteX210" fmla="*/ 59083 w 194464"/>
                <a:gd name="connsiteY210" fmla="*/ 126351 h 280680"/>
                <a:gd name="connsiteX211" fmla="*/ 58664 w 194464"/>
                <a:gd name="connsiteY211" fmla="*/ 124119 h 280680"/>
                <a:gd name="connsiteX212" fmla="*/ 56432 w 194464"/>
                <a:gd name="connsiteY212" fmla="*/ 123375 h 280680"/>
                <a:gd name="connsiteX213" fmla="*/ 54943 w 194464"/>
                <a:gd name="connsiteY213" fmla="*/ 118910 h 280680"/>
                <a:gd name="connsiteX214" fmla="*/ 53455 w 194464"/>
                <a:gd name="connsiteY214" fmla="*/ 117422 h 280680"/>
                <a:gd name="connsiteX215" fmla="*/ 53083 w 194464"/>
                <a:gd name="connsiteY215" fmla="*/ 115515 h 280680"/>
                <a:gd name="connsiteX216" fmla="*/ 52711 w 194464"/>
                <a:gd name="connsiteY216" fmla="*/ 113701 h 280680"/>
                <a:gd name="connsiteX217" fmla="*/ 51223 w 194464"/>
                <a:gd name="connsiteY217" fmla="*/ 112957 h 280680"/>
                <a:gd name="connsiteX218" fmla="*/ 50479 w 194464"/>
                <a:gd name="connsiteY218" fmla="*/ 108492 h 280680"/>
                <a:gd name="connsiteX219" fmla="*/ 48246 w 194464"/>
                <a:gd name="connsiteY219" fmla="*/ 108492 h 280680"/>
                <a:gd name="connsiteX220" fmla="*/ 48246 w 194464"/>
                <a:gd name="connsiteY220" fmla="*/ 102539 h 280680"/>
                <a:gd name="connsiteX221" fmla="*/ 46014 w 194464"/>
                <a:gd name="connsiteY221" fmla="*/ 102539 h 280680"/>
                <a:gd name="connsiteX222" fmla="*/ 44525 w 194464"/>
                <a:gd name="connsiteY222" fmla="*/ 97330 h 280680"/>
                <a:gd name="connsiteX223" fmla="*/ 43037 w 194464"/>
                <a:gd name="connsiteY223" fmla="*/ 96586 h 280680"/>
                <a:gd name="connsiteX224" fmla="*/ 41549 w 194464"/>
                <a:gd name="connsiteY224" fmla="*/ 92121 h 280680"/>
                <a:gd name="connsiteX225" fmla="*/ 40061 w 194464"/>
                <a:gd name="connsiteY225" fmla="*/ 91377 h 280680"/>
                <a:gd name="connsiteX226" fmla="*/ 39317 w 194464"/>
                <a:gd name="connsiteY226" fmla="*/ 86168 h 280680"/>
                <a:gd name="connsiteX227" fmla="*/ 37828 w 194464"/>
                <a:gd name="connsiteY227" fmla="*/ 85424 h 280680"/>
                <a:gd name="connsiteX228" fmla="*/ 36340 w 194464"/>
                <a:gd name="connsiteY228" fmla="*/ 80959 h 280680"/>
                <a:gd name="connsiteX229" fmla="*/ 34852 w 194464"/>
                <a:gd name="connsiteY229" fmla="*/ 80215 h 280680"/>
                <a:gd name="connsiteX230" fmla="*/ 34526 w 194464"/>
                <a:gd name="connsiteY230" fmla="*/ 78029 h 280680"/>
                <a:gd name="connsiteX231" fmla="*/ 34108 w 194464"/>
                <a:gd name="connsiteY231" fmla="*/ 75750 h 280680"/>
                <a:gd name="connsiteX232" fmla="*/ 31875 w 194464"/>
                <a:gd name="connsiteY232" fmla="*/ 74261 h 280680"/>
                <a:gd name="connsiteX233" fmla="*/ 31131 w 194464"/>
                <a:gd name="connsiteY233" fmla="*/ 69052 h 280680"/>
                <a:gd name="connsiteX234" fmla="*/ 28899 w 194464"/>
                <a:gd name="connsiteY234" fmla="*/ 66820 h 280680"/>
                <a:gd name="connsiteX235" fmla="*/ 28154 w 194464"/>
                <a:gd name="connsiteY235" fmla="*/ 63099 h 280680"/>
                <a:gd name="connsiteX236" fmla="*/ 26666 w 194464"/>
                <a:gd name="connsiteY236" fmla="*/ 62355 h 280680"/>
                <a:gd name="connsiteX237" fmla="*/ 25922 w 194464"/>
                <a:gd name="connsiteY237" fmla="*/ 57146 h 280680"/>
                <a:gd name="connsiteX238" fmla="*/ 23690 w 194464"/>
                <a:gd name="connsiteY238" fmla="*/ 57146 h 280680"/>
                <a:gd name="connsiteX239" fmla="*/ 23690 w 194464"/>
                <a:gd name="connsiteY239" fmla="*/ 51193 h 280680"/>
                <a:gd name="connsiteX240" fmla="*/ 20713 w 194464"/>
                <a:gd name="connsiteY240" fmla="*/ 51193 h 280680"/>
                <a:gd name="connsiteX241" fmla="*/ 20853 w 194464"/>
                <a:gd name="connsiteY241" fmla="*/ 48728 h 280680"/>
                <a:gd name="connsiteX242" fmla="*/ 19643 w 194464"/>
                <a:gd name="connsiteY242" fmla="*/ 44914 h 280680"/>
                <a:gd name="connsiteX243" fmla="*/ 17736 w 194464"/>
                <a:gd name="connsiteY243" fmla="*/ 37799 h 280680"/>
                <a:gd name="connsiteX244" fmla="*/ 15504 w 194464"/>
                <a:gd name="connsiteY244" fmla="*/ 37799 h 280680"/>
                <a:gd name="connsiteX245" fmla="*/ 15504 w 194464"/>
                <a:gd name="connsiteY245" fmla="*/ 28125 h 280680"/>
                <a:gd name="connsiteX246" fmla="*/ 18388 w 194464"/>
                <a:gd name="connsiteY246" fmla="*/ 27939 h 280680"/>
                <a:gd name="connsiteX247" fmla="*/ 21457 w 194464"/>
                <a:gd name="connsiteY247" fmla="*/ 27381 h 280680"/>
                <a:gd name="connsiteX248" fmla="*/ 22201 w 194464"/>
                <a:gd name="connsiteY248" fmla="*/ 25892 h 280680"/>
                <a:gd name="connsiteX249" fmla="*/ 22945 w 194464"/>
                <a:gd name="connsiteY249" fmla="*/ 24404 h 280680"/>
                <a:gd name="connsiteX250" fmla="*/ 25968 w 194464"/>
                <a:gd name="connsiteY250" fmla="*/ 23985 h 280680"/>
                <a:gd name="connsiteX251" fmla="*/ 28899 w 194464"/>
                <a:gd name="connsiteY251" fmla="*/ 23660 h 280680"/>
                <a:gd name="connsiteX252" fmla="*/ 29643 w 194464"/>
                <a:gd name="connsiteY252" fmla="*/ 21427 h 280680"/>
                <a:gd name="connsiteX253" fmla="*/ 32247 w 194464"/>
                <a:gd name="connsiteY253" fmla="*/ 21102 h 280680"/>
                <a:gd name="connsiteX254" fmla="*/ 34852 w 194464"/>
                <a:gd name="connsiteY254" fmla="*/ 20683 h 280680"/>
                <a:gd name="connsiteX255" fmla="*/ 35151 w 194464"/>
                <a:gd name="connsiteY255" fmla="*/ 19181 h 280680"/>
                <a:gd name="connsiteX256" fmla="*/ 35596 w 194464"/>
                <a:gd name="connsiteY256" fmla="*/ 17707 h 280680"/>
                <a:gd name="connsiteX257" fmla="*/ 39363 w 194464"/>
                <a:gd name="connsiteY257" fmla="*/ 17521 h 280680"/>
                <a:gd name="connsiteX258" fmla="*/ 41436 w 194464"/>
                <a:gd name="connsiteY258" fmla="*/ 17602 h 280680"/>
                <a:gd name="connsiteX259" fmla="*/ 43037 w 194464"/>
                <a:gd name="connsiteY259" fmla="*/ 17707 h 280680"/>
                <a:gd name="connsiteX260" fmla="*/ 43037 w 194464"/>
                <a:gd name="connsiteY260" fmla="*/ 14730 h 280680"/>
                <a:gd name="connsiteX261" fmla="*/ 45595 w 194464"/>
                <a:gd name="connsiteY261" fmla="*/ 14544 h 280680"/>
                <a:gd name="connsiteX262" fmla="*/ 48246 w 194464"/>
                <a:gd name="connsiteY262" fmla="*/ 13986 h 280680"/>
                <a:gd name="connsiteX263" fmla="*/ 48551 w 194464"/>
                <a:gd name="connsiteY263" fmla="*/ 12486 h 280680"/>
                <a:gd name="connsiteX264" fmla="*/ 48990 w 194464"/>
                <a:gd name="connsiteY264" fmla="*/ 11009 h 280680"/>
                <a:gd name="connsiteX265" fmla="*/ 54757 w 194464"/>
                <a:gd name="connsiteY265" fmla="*/ 10614 h 280680"/>
                <a:gd name="connsiteX266" fmla="*/ 56432 w 194464"/>
                <a:gd name="connsiteY266" fmla="*/ 10265 h 280680"/>
                <a:gd name="connsiteX267" fmla="*/ 57176 w 194464"/>
                <a:gd name="connsiteY267" fmla="*/ 7289 h 280680"/>
                <a:gd name="connsiteX268" fmla="*/ 61641 w 194464"/>
                <a:gd name="connsiteY268" fmla="*/ 7289 h 280680"/>
                <a:gd name="connsiteX269" fmla="*/ 62312 w 194464"/>
                <a:gd name="connsiteY269" fmla="*/ 5835 h 280680"/>
                <a:gd name="connsiteX270" fmla="*/ 63129 w 194464"/>
                <a:gd name="connsiteY270" fmla="*/ 4312 h 280680"/>
                <a:gd name="connsiteX271" fmla="*/ 66571 w 194464"/>
                <a:gd name="connsiteY271" fmla="*/ 3754 h 280680"/>
                <a:gd name="connsiteX272" fmla="*/ 68414 w 194464"/>
                <a:gd name="connsiteY272" fmla="*/ 3626 h 280680"/>
                <a:gd name="connsiteX273" fmla="*/ 69826 w 194464"/>
                <a:gd name="connsiteY273" fmla="*/ 3568 h 280680"/>
                <a:gd name="connsiteX274" fmla="*/ 69826 w 194464"/>
                <a:gd name="connsiteY274" fmla="*/ 592 h 28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94464" h="280680">
                  <a:moveTo>
                    <a:pt x="69826" y="592"/>
                  </a:moveTo>
                  <a:cubicBezTo>
                    <a:pt x="72338" y="405"/>
                    <a:pt x="72338" y="405"/>
                    <a:pt x="75035" y="592"/>
                  </a:cubicBezTo>
                  <a:cubicBezTo>
                    <a:pt x="76012" y="2033"/>
                    <a:pt x="76012" y="2033"/>
                    <a:pt x="76524" y="3568"/>
                  </a:cubicBezTo>
                  <a:cubicBezTo>
                    <a:pt x="77260" y="3936"/>
                    <a:pt x="77260" y="3936"/>
                    <a:pt x="78012" y="4312"/>
                  </a:cubicBezTo>
                  <a:cubicBezTo>
                    <a:pt x="78179" y="5820"/>
                    <a:pt x="78342" y="7329"/>
                    <a:pt x="78427" y="8844"/>
                  </a:cubicBezTo>
                  <a:cubicBezTo>
                    <a:pt x="78654" y="10566"/>
                    <a:pt x="78654" y="10566"/>
                    <a:pt x="80988" y="11754"/>
                  </a:cubicBezTo>
                  <a:cubicBezTo>
                    <a:pt x="81291" y="13175"/>
                    <a:pt x="81291" y="13175"/>
                    <a:pt x="81360" y="14777"/>
                  </a:cubicBezTo>
                  <a:cubicBezTo>
                    <a:pt x="81483" y="15744"/>
                    <a:pt x="81606" y="16711"/>
                    <a:pt x="81733" y="17707"/>
                  </a:cubicBezTo>
                  <a:cubicBezTo>
                    <a:pt x="82838" y="18075"/>
                    <a:pt x="82838" y="18075"/>
                    <a:pt x="83965" y="18451"/>
                  </a:cubicBezTo>
                  <a:cubicBezTo>
                    <a:pt x="84243" y="20183"/>
                    <a:pt x="84492" y="21919"/>
                    <a:pt x="84709" y="23660"/>
                  </a:cubicBezTo>
                  <a:cubicBezTo>
                    <a:pt x="85200" y="23905"/>
                    <a:pt x="85691" y="24151"/>
                    <a:pt x="86197" y="24404"/>
                  </a:cubicBezTo>
                  <a:cubicBezTo>
                    <a:pt x="86566" y="25716"/>
                    <a:pt x="86566" y="25716"/>
                    <a:pt x="86942" y="27055"/>
                  </a:cubicBezTo>
                  <a:cubicBezTo>
                    <a:pt x="87310" y="28321"/>
                    <a:pt x="87310" y="28321"/>
                    <a:pt x="87686" y="29613"/>
                  </a:cubicBezTo>
                  <a:cubicBezTo>
                    <a:pt x="88177" y="29613"/>
                    <a:pt x="88668" y="29613"/>
                    <a:pt x="89174" y="29613"/>
                  </a:cubicBezTo>
                  <a:cubicBezTo>
                    <a:pt x="89295" y="31139"/>
                    <a:pt x="89416" y="32665"/>
                    <a:pt x="89537" y="34191"/>
                  </a:cubicBezTo>
                  <a:cubicBezTo>
                    <a:pt x="89726" y="34872"/>
                    <a:pt x="89726" y="34872"/>
                    <a:pt x="89918" y="35566"/>
                  </a:cubicBezTo>
                  <a:cubicBezTo>
                    <a:pt x="91023" y="35934"/>
                    <a:pt x="91023" y="35934"/>
                    <a:pt x="92150" y="36310"/>
                  </a:cubicBezTo>
                  <a:cubicBezTo>
                    <a:pt x="92429" y="38042"/>
                    <a:pt x="92677" y="39779"/>
                    <a:pt x="92895" y="41519"/>
                  </a:cubicBezTo>
                  <a:cubicBezTo>
                    <a:pt x="93386" y="41765"/>
                    <a:pt x="93877" y="42010"/>
                    <a:pt x="94383" y="42263"/>
                  </a:cubicBezTo>
                  <a:cubicBezTo>
                    <a:pt x="94751" y="43391"/>
                    <a:pt x="94751" y="43391"/>
                    <a:pt x="95127" y="44542"/>
                  </a:cubicBezTo>
                  <a:cubicBezTo>
                    <a:pt x="95495" y="45624"/>
                    <a:pt x="95495" y="45624"/>
                    <a:pt x="95871" y="46728"/>
                  </a:cubicBezTo>
                  <a:cubicBezTo>
                    <a:pt x="96362" y="46728"/>
                    <a:pt x="96853" y="46728"/>
                    <a:pt x="97359" y="46728"/>
                  </a:cubicBezTo>
                  <a:cubicBezTo>
                    <a:pt x="97290" y="48179"/>
                    <a:pt x="97290" y="48179"/>
                    <a:pt x="97220" y="49658"/>
                  </a:cubicBezTo>
                  <a:cubicBezTo>
                    <a:pt x="97087" y="51267"/>
                    <a:pt x="97087" y="51267"/>
                    <a:pt x="97359" y="52681"/>
                  </a:cubicBezTo>
                  <a:cubicBezTo>
                    <a:pt x="98465" y="53050"/>
                    <a:pt x="98465" y="53050"/>
                    <a:pt x="99592" y="53426"/>
                  </a:cubicBezTo>
                  <a:cubicBezTo>
                    <a:pt x="100114" y="54655"/>
                    <a:pt x="100611" y="55895"/>
                    <a:pt x="101080" y="57146"/>
                  </a:cubicBezTo>
                  <a:cubicBezTo>
                    <a:pt x="101571" y="57392"/>
                    <a:pt x="102062" y="57637"/>
                    <a:pt x="102568" y="57890"/>
                  </a:cubicBezTo>
                  <a:cubicBezTo>
                    <a:pt x="102730" y="58972"/>
                    <a:pt x="102730" y="58972"/>
                    <a:pt x="102894" y="60076"/>
                  </a:cubicBezTo>
                  <a:cubicBezTo>
                    <a:pt x="103101" y="61204"/>
                    <a:pt x="103101" y="61204"/>
                    <a:pt x="103313" y="62355"/>
                  </a:cubicBezTo>
                  <a:cubicBezTo>
                    <a:pt x="104418" y="63092"/>
                    <a:pt x="104418" y="63092"/>
                    <a:pt x="105545" y="63843"/>
                  </a:cubicBezTo>
                  <a:cubicBezTo>
                    <a:pt x="106057" y="66169"/>
                    <a:pt x="106057" y="66169"/>
                    <a:pt x="106289" y="68308"/>
                  </a:cubicBezTo>
                  <a:cubicBezTo>
                    <a:pt x="107026" y="68308"/>
                    <a:pt x="107763" y="68308"/>
                    <a:pt x="108522" y="68308"/>
                  </a:cubicBezTo>
                  <a:cubicBezTo>
                    <a:pt x="108522" y="70027"/>
                    <a:pt x="108522" y="71746"/>
                    <a:pt x="108522" y="73517"/>
                  </a:cubicBezTo>
                  <a:cubicBezTo>
                    <a:pt x="109258" y="73517"/>
                    <a:pt x="109995" y="73517"/>
                    <a:pt x="110754" y="73517"/>
                  </a:cubicBezTo>
                  <a:cubicBezTo>
                    <a:pt x="111288" y="74993"/>
                    <a:pt x="111783" y="76482"/>
                    <a:pt x="112242" y="77982"/>
                  </a:cubicBezTo>
                  <a:cubicBezTo>
                    <a:pt x="112733" y="78228"/>
                    <a:pt x="113225" y="78473"/>
                    <a:pt x="113731" y="78726"/>
                  </a:cubicBezTo>
                  <a:cubicBezTo>
                    <a:pt x="113979" y="79967"/>
                    <a:pt x="114227" y="81207"/>
                    <a:pt x="114475" y="82447"/>
                  </a:cubicBezTo>
                  <a:cubicBezTo>
                    <a:pt x="114966" y="82693"/>
                    <a:pt x="115457" y="82938"/>
                    <a:pt x="115963" y="83191"/>
                  </a:cubicBezTo>
                  <a:cubicBezTo>
                    <a:pt x="116459" y="84431"/>
                    <a:pt x="116955" y="85672"/>
                    <a:pt x="117451" y="86912"/>
                  </a:cubicBezTo>
                  <a:cubicBezTo>
                    <a:pt x="117942" y="87157"/>
                    <a:pt x="118434" y="87403"/>
                    <a:pt x="118940" y="87656"/>
                  </a:cubicBezTo>
                  <a:cubicBezTo>
                    <a:pt x="119243" y="89384"/>
                    <a:pt x="119493" y="91121"/>
                    <a:pt x="119684" y="92865"/>
                  </a:cubicBezTo>
                  <a:cubicBezTo>
                    <a:pt x="120420" y="92865"/>
                    <a:pt x="121157" y="92865"/>
                    <a:pt x="121916" y="92865"/>
                  </a:cubicBezTo>
                  <a:cubicBezTo>
                    <a:pt x="122183" y="94101"/>
                    <a:pt x="122429" y="95342"/>
                    <a:pt x="122660" y="96586"/>
                  </a:cubicBezTo>
                  <a:cubicBezTo>
                    <a:pt x="123390" y="97344"/>
                    <a:pt x="124132" y="98091"/>
                    <a:pt x="124893" y="98818"/>
                  </a:cubicBezTo>
                  <a:cubicBezTo>
                    <a:pt x="124893" y="99555"/>
                    <a:pt x="124893" y="100291"/>
                    <a:pt x="124893" y="101050"/>
                  </a:cubicBezTo>
                  <a:cubicBezTo>
                    <a:pt x="125629" y="101296"/>
                    <a:pt x="126366" y="101542"/>
                    <a:pt x="127125" y="101795"/>
                  </a:cubicBezTo>
                  <a:cubicBezTo>
                    <a:pt x="127637" y="104074"/>
                    <a:pt x="127637" y="104074"/>
                    <a:pt x="127869" y="106259"/>
                  </a:cubicBezTo>
                  <a:cubicBezTo>
                    <a:pt x="128606" y="106259"/>
                    <a:pt x="129343" y="106259"/>
                    <a:pt x="130102" y="106259"/>
                  </a:cubicBezTo>
                  <a:cubicBezTo>
                    <a:pt x="130056" y="106858"/>
                    <a:pt x="130010" y="107457"/>
                    <a:pt x="129962" y="108073"/>
                  </a:cubicBezTo>
                  <a:cubicBezTo>
                    <a:pt x="130008" y="108703"/>
                    <a:pt x="130054" y="109332"/>
                    <a:pt x="130102" y="109980"/>
                  </a:cubicBezTo>
                  <a:cubicBezTo>
                    <a:pt x="130838" y="110226"/>
                    <a:pt x="131575" y="110471"/>
                    <a:pt x="132334" y="110724"/>
                  </a:cubicBezTo>
                  <a:cubicBezTo>
                    <a:pt x="132582" y="111965"/>
                    <a:pt x="132830" y="113205"/>
                    <a:pt x="133078" y="114445"/>
                  </a:cubicBezTo>
                  <a:cubicBezTo>
                    <a:pt x="133815" y="114691"/>
                    <a:pt x="134552" y="114936"/>
                    <a:pt x="135311" y="115189"/>
                  </a:cubicBezTo>
                  <a:cubicBezTo>
                    <a:pt x="135833" y="116419"/>
                    <a:pt x="136330" y="117659"/>
                    <a:pt x="136799" y="118910"/>
                  </a:cubicBezTo>
                  <a:cubicBezTo>
                    <a:pt x="137290" y="119155"/>
                    <a:pt x="137781" y="119401"/>
                    <a:pt x="138287" y="119654"/>
                  </a:cubicBezTo>
                  <a:cubicBezTo>
                    <a:pt x="138448" y="120575"/>
                    <a:pt x="138448" y="120575"/>
                    <a:pt x="138613" y="121514"/>
                  </a:cubicBezTo>
                  <a:cubicBezTo>
                    <a:pt x="138751" y="122128"/>
                    <a:pt x="138889" y="122742"/>
                    <a:pt x="139031" y="123375"/>
                  </a:cubicBezTo>
                  <a:cubicBezTo>
                    <a:pt x="139768" y="123620"/>
                    <a:pt x="140505" y="123866"/>
                    <a:pt x="141264" y="124119"/>
                  </a:cubicBezTo>
                  <a:cubicBezTo>
                    <a:pt x="141541" y="125103"/>
                    <a:pt x="141789" y="126096"/>
                    <a:pt x="142008" y="127095"/>
                  </a:cubicBezTo>
                  <a:cubicBezTo>
                    <a:pt x="142499" y="127341"/>
                    <a:pt x="142990" y="127587"/>
                    <a:pt x="143496" y="127840"/>
                  </a:cubicBezTo>
                  <a:cubicBezTo>
                    <a:pt x="143657" y="128530"/>
                    <a:pt x="143657" y="128530"/>
                    <a:pt x="143822" y="129235"/>
                  </a:cubicBezTo>
                  <a:cubicBezTo>
                    <a:pt x="144316" y="131101"/>
                    <a:pt x="145104" y="131739"/>
                    <a:pt x="146473" y="133049"/>
                  </a:cubicBezTo>
                  <a:cubicBezTo>
                    <a:pt x="146473" y="133540"/>
                    <a:pt x="146473" y="134031"/>
                    <a:pt x="146473" y="134537"/>
                  </a:cubicBezTo>
                  <a:cubicBezTo>
                    <a:pt x="147209" y="134782"/>
                    <a:pt x="147946" y="135028"/>
                    <a:pt x="148705" y="135281"/>
                  </a:cubicBezTo>
                  <a:cubicBezTo>
                    <a:pt x="149821" y="137281"/>
                    <a:pt x="149821" y="137281"/>
                    <a:pt x="150938" y="139746"/>
                  </a:cubicBezTo>
                  <a:cubicBezTo>
                    <a:pt x="151637" y="141256"/>
                    <a:pt x="152371" y="142751"/>
                    <a:pt x="153170" y="144211"/>
                  </a:cubicBezTo>
                  <a:cubicBezTo>
                    <a:pt x="153661" y="144211"/>
                    <a:pt x="154152" y="144211"/>
                    <a:pt x="154658" y="144211"/>
                  </a:cubicBezTo>
                  <a:cubicBezTo>
                    <a:pt x="154914" y="145201"/>
                    <a:pt x="155161" y="146193"/>
                    <a:pt x="155402" y="147187"/>
                  </a:cubicBezTo>
                  <a:cubicBezTo>
                    <a:pt x="155894" y="147433"/>
                    <a:pt x="156385" y="147678"/>
                    <a:pt x="156891" y="147931"/>
                  </a:cubicBezTo>
                  <a:cubicBezTo>
                    <a:pt x="157052" y="148852"/>
                    <a:pt x="157052" y="148852"/>
                    <a:pt x="157216" y="149792"/>
                  </a:cubicBezTo>
                  <a:cubicBezTo>
                    <a:pt x="157354" y="150406"/>
                    <a:pt x="157493" y="151020"/>
                    <a:pt x="157635" y="151652"/>
                  </a:cubicBezTo>
                  <a:cubicBezTo>
                    <a:pt x="158372" y="151898"/>
                    <a:pt x="159108" y="152143"/>
                    <a:pt x="159867" y="152396"/>
                  </a:cubicBezTo>
                  <a:cubicBezTo>
                    <a:pt x="160113" y="153133"/>
                    <a:pt x="160358" y="153870"/>
                    <a:pt x="160611" y="154629"/>
                  </a:cubicBezTo>
                  <a:cubicBezTo>
                    <a:pt x="161348" y="154874"/>
                    <a:pt x="162085" y="155120"/>
                    <a:pt x="162844" y="155373"/>
                  </a:cubicBezTo>
                  <a:cubicBezTo>
                    <a:pt x="163635" y="157094"/>
                    <a:pt x="163635" y="157094"/>
                    <a:pt x="164332" y="159093"/>
                  </a:cubicBezTo>
                  <a:cubicBezTo>
                    <a:pt x="164971" y="160744"/>
                    <a:pt x="164971" y="160744"/>
                    <a:pt x="165820" y="162070"/>
                  </a:cubicBezTo>
                  <a:cubicBezTo>
                    <a:pt x="166557" y="162316"/>
                    <a:pt x="167294" y="162561"/>
                    <a:pt x="168053" y="162814"/>
                  </a:cubicBezTo>
                  <a:cubicBezTo>
                    <a:pt x="168298" y="163551"/>
                    <a:pt x="168544" y="164288"/>
                    <a:pt x="168797" y="165047"/>
                  </a:cubicBezTo>
                  <a:cubicBezTo>
                    <a:pt x="169534" y="165538"/>
                    <a:pt x="170270" y="166029"/>
                    <a:pt x="171029" y="166535"/>
                  </a:cubicBezTo>
                  <a:cubicBezTo>
                    <a:pt x="171367" y="167226"/>
                    <a:pt x="171705" y="167916"/>
                    <a:pt x="172053" y="168628"/>
                  </a:cubicBezTo>
                  <a:cubicBezTo>
                    <a:pt x="173362" y="171197"/>
                    <a:pt x="174931" y="172723"/>
                    <a:pt x="176983" y="174720"/>
                  </a:cubicBezTo>
                  <a:cubicBezTo>
                    <a:pt x="177228" y="175457"/>
                    <a:pt x="177474" y="176194"/>
                    <a:pt x="177727" y="176953"/>
                  </a:cubicBezTo>
                  <a:cubicBezTo>
                    <a:pt x="178463" y="177444"/>
                    <a:pt x="179200" y="177935"/>
                    <a:pt x="179959" y="178441"/>
                  </a:cubicBezTo>
                  <a:cubicBezTo>
                    <a:pt x="180205" y="179178"/>
                    <a:pt x="180450" y="179915"/>
                    <a:pt x="180703" y="180674"/>
                  </a:cubicBezTo>
                  <a:cubicBezTo>
                    <a:pt x="181726" y="181821"/>
                    <a:pt x="181726" y="181821"/>
                    <a:pt x="182936" y="182906"/>
                  </a:cubicBezTo>
                  <a:cubicBezTo>
                    <a:pt x="184646" y="184485"/>
                    <a:pt x="185147" y="185076"/>
                    <a:pt x="185912" y="187371"/>
                  </a:cubicBezTo>
                  <a:cubicBezTo>
                    <a:pt x="186649" y="187862"/>
                    <a:pt x="187386" y="188353"/>
                    <a:pt x="188145" y="188859"/>
                  </a:cubicBezTo>
                  <a:cubicBezTo>
                    <a:pt x="188390" y="189596"/>
                    <a:pt x="188636" y="190332"/>
                    <a:pt x="188889" y="191092"/>
                  </a:cubicBezTo>
                  <a:cubicBezTo>
                    <a:pt x="189272" y="191475"/>
                    <a:pt x="189656" y="191859"/>
                    <a:pt x="190051" y="192254"/>
                  </a:cubicBezTo>
                  <a:cubicBezTo>
                    <a:pt x="191121" y="193324"/>
                    <a:pt x="191121" y="193324"/>
                    <a:pt x="191121" y="194812"/>
                  </a:cubicBezTo>
                  <a:cubicBezTo>
                    <a:pt x="191858" y="195058"/>
                    <a:pt x="192595" y="195303"/>
                    <a:pt x="193354" y="195556"/>
                  </a:cubicBezTo>
                  <a:cubicBezTo>
                    <a:pt x="193602" y="196549"/>
                    <a:pt x="193850" y="197541"/>
                    <a:pt x="194098" y="198533"/>
                  </a:cubicBezTo>
                  <a:cubicBezTo>
                    <a:pt x="194834" y="198778"/>
                    <a:pt x="195571" y="199024"/>
                    <a:pt x="196330" y="199277"/>
                  </a:cubicBezTo>
                  <a:cubicBezTo>
                    <a:pt x="196330" y="200014"/>
                    <a:pt x="196330" y="200750"/>
                    <a:pt x="196330" y="201509"/>
                  </a:cubicBezTo>
                  <a:cubicBezTo>
                    <a:pt x="197307" y="202036"/>
                    <a:pt x="198302" y="202527"/>
                    <a:pt x="199307" y="202998"/>
                  </a:cubicBezTo>
                  <a:cubicBezTo>
                    <a:pt x="200574" y="204230"/>
                    <a:pt x="200574" y="204230"/>
                    <a:pt x="201725" y="205602"/>
                  </a:cubicBezTo>
                  <a:cubicBezTo>
                    <a:pt x="202113" y="206055"/>
                    <a:pt x="202500" y="206508"/>
                    <a:pt x="202900" y="206974"/>
                  </a:cubicBezTo>
                  <a:cubicBezTo>
                    <a:pt x="203772" y="208207"/>
                    <a:pt x="203772" y="208207"/>
                    <a:pt x="203772" y="209695"/>
                  </a:cubicBezTo>
                  <a:cubicBezTo>
                    <a:pt x="204247" y="209925"/>
                    <a:pt x="204723" y="210155"/>
                    <a:pt x="205213" y="210393"/>
                  </a:cubicBezTo>
                  <a:cubicBezTo>
                    <a:pt x="206748" y="211183"/>
                    <a:pt x="206748" y="211183"/>
                    <a:pt x="207492" y="213416"/>
                  </a:cubicBezTo>
                  <a:cubicBezTo>
                    <a:pt x="208229" y="213661"/>
                    <a:pt x="208966" y="213907"/>
                    <a:pt x="209725" y="214160"/>
                  </a:cubicBezTo>
                  <a:cubicBezTo>
                    <a:pt x="210050" y="216020"/>
                    <a:pt x="210050" y="216020"/>
                    <a:pt x="209725" y="217881"/>
                  </a:cubicBezTo>
                  <a:cubicBezTo>
                    <a:pt x="208737" y="218144"/>
                    <a:pt x="207744" y="218390"/>
                    <a:pt x="206748" y="218625"/>
                  </a:cubicBezTo>
                  <a:cubicBezTo>
                    <a:pt x="206518" y="219223"/>
                    <a:pt x="206288" y="219822"/>
                    <a:pt x="206051" y="220439"/>
                  </a:cubicBezTo>
                  <a:cubicBezTo>
                    <a:pt x="205260" y="222345"/>
                    <a:pt x="205260" y="222345"/>
                    <a:pt x="203353" y="223183"/>
                  </a:cubicBezTo>
                  <a:cubicBezTo>
                    <a:pt x="202455" y="223505"/>
                    <a:pt x="202455" y="223505"/>
                    <a:pt x="201539" y="223834"/>
                  </a:cubicBezTo>
                  <a:cubicBezTo>
                    <a:pt x="201294" y="224570"/>
                    <a:pt x="201048" y="225307"/>
                    <a:pt x="200795" y="226066"/>
                  </a:cubicBezTo>
                  <a:cubicBezTo>
                    <a:pt x="200304" y="226312"/>
                    <a:pt x="199813" y="226557"/>
                    <a:pt x="199307" y="226810"/>
                  </a:cubicBezTo>
                  <a:cubicBezTo>
                    <a:pt x="199061" y="227547"/>
                    <a:pt x="198816" y="228284"/>
                    <a:pt x="198563" y="229043"/>
                  </a:cubicBezTo>
                  <a:cubicBezTo>
                    <a:pt x="197826" y="229288"/>
                    <a:pt x="197089" y="229534"/>
                    <a:pt x="196330" y="229787"/>
                  </a:cubicBezTo>
                  <a:cubicBezTo>
                    <a:pt x="195810" y="230766"/>
                    <a:pt x="195313" y="231759"/>
                    <a:pt x="194842" y="232763"/>
                  </a:cubicBezTo>
                  <a:cubicBezTo>
                    <a:pt x="194351" y="233009"/>
                    <a:pt x="193860" y="233255"/>
                    <a:pt x="193354" y="233508"/>
                  </a:cubicBezTo>
                  <a:cubicBezTo>
                    <a:pt x="193108" y="234244"/>
                    <a:pt x="192862" y="234981"/>
                    <a:pt x="192609" y="235740"/>
                  </a:cubicBezTo>
                  <a:cubicBezTo>
                    <a:pt x="191873" y="236231"/>
                    <a:pt x="191136" y="236722"/>
                    <a:pt x="190377" y="237228"/>
                  </a:cubicBezTo>
                  <a:cubicBezTo>
                    <a:pt x="190131" y="237965"/>
                    <a:pt x="189886" y="238702"/>
                    <a:pt x="189633" y="239461"/>
                  </a:cubicBezTo>
                  <a:cubicBezTo>
                    <a:pt x="188896" y="239461"/>
                    <a:pt x="188160" y="239461"/>
                    <a:pt x="187400" y="239461"/>
                  </a:cubicBezTo>
                  <a:cubicBezTo>
                    <a:pt x="187145" y="240451"/>
                    <a:pt x="186897" y="241443"/>
                    <a:pt x="186656" y="242437"/>
                  </a:cubicBezTo>
                  <a:cubicBezTo>
                    <a:pt x="185920" y="242683"/>
                    <a:pt x="185183" y="242928"/>
                    <a:pt x="184424" y="243181"/>
                  </a:cubicBezTo>
                  <a:cubicBezTo>
                    <a:pt x="184424" y="244164"/>
                    <a:pt x="184424" y="245146"/>
                    <a:pt x="184424" y="246158"/>
                  </a:cubicBezTo>
                  <a:cubicBezTo>
                    <a:pt x="183687" y="246158"/>
                    <a:pt x="182951" y="246158"/>
                    <a:pt x="182192" y="246158"/>
                  </a:cubicBezTo>
                  <a:cubicBezTo>
                    <a:pt x="181669" y="247387"/>
                    <a:pt x="181172" y="248628"/>
                    <a:pt x="180703" y="249879"/>
                  </a:cubicBezTo>
                  <a:cubicBezTo>
                    <a:pt x="180212" y="249879"/>
                    <a:pt x="179721" y="249879"/>
                    <a:pt x="179215" y="249879"/>
                  </a:cubicBezTo>
                  <a:cubicBezTo>
                    <a:pt x="178959" y="250869"/>
                    <a:pt x="178712" y="251861"/>
                    <a:pt x="178471" y="252855"/>
                  </a:cubicBezTo>
                  <a:cubicBezTo>
                    <a:pt x="177980" y="253101"/>
                    <a:pt x="177489" y="253346"/>
                    <a:pt x="176983" y="253599"/>
                  </a:cubicBezTo>
                  <a:cubicBezTo>
                    <a:pt x="176860" y="254090"/>
                    <a:pt x="176737" y="254582"/>
                    <a:pt x="176610" y="255088"/>
                  </a:cubicBezTo>
                  <a:cubicBezTo>
                    <a:pt x="176488" y="255579"/>
                    <a:pt x="176365" y="256070"/>
                    <a:pt x="176238" y="256576"/>
                  </a:cubicBezTo>
                  <a:cubicBezTo>
                    <a:pt x="175747" y="256821"/>
                    <a:pt x="175256" y="257067"/>
                    <a:pt x="174750" y="257320"/>
                  </a:cubicBezTo>
                  <a:cubicBezTo>
                    <a:pt x="174643" y="257811"/>
                    <a:pt x="174535" y="258302"/>
                    <a:pt x="174425" y="258808"/>
                  </a:cubicBezTo>
                  <a:cubicBezTo>
                    <a:pt x="174286" y="259299"/>
                    <a:pt x="174148" y="259791"/>
                    <a:pt x="174006" y="260297"/>
                  </a:cubicBezTo>
                  <a:cubicBezTo>
                    <a:pt x="173269" y="260542"/>
                    <a:pt x="172533" y="260788"/>
                    <a:pt x="171774" y="261041"/>
                  </a:cubicBezTo>
                  <a:cubicBezTo>
                    <a:pt x="171497" y="262025"/>
                    <a:pt x="171248" y="263018"/>
                    <a:pt x="171029" y="264017"/>
                  </a:cubicBezTo>
                  <a:cubicBezTo>
                    <a:pt x="170538" y="264263"/>
                    <a:pt x="170047" y="264508"/>
                    <a:pt x="169541" y="264761"/>
                  </a:cubicBezTo>
                  <a:cubicBezTo>
                    <a:pt x="169296" y="265268"/>
                    <a:pt x="169050" y="265774"/>
                    <a:pt x="168797" y="266296"/>
                  </a:cubicBezTo>
                  <a:cubicBezTo>
                    <a:pt x="168551" y="266772"/>
                    <a:pt x="168306" y="267248"/>
                    <a:pt x="168053" y="267738"/>
                  </a:cubicBezTo>
                  <a:cubicBezTo>
                    <a:pt x="167562" y="267738"/>
                    <a:pt x="167071" y="267738"/>
                    <a:pt x="166565" y="267738"/>
                  </a:cubicBezTo>
                  <a:cubicBezTo>
                    <a:pt x="166060" y="269472"/>
                    <a:pt x="165564" y="271208"/>
                    <a:pt x="165076" y="272947"/>
                  </a:cubicBezTo>
                  <a:cubicBezTo>
                    <a:pt x="164585" y="273193"/>
                    <a:pt x="164094" y="273438"/>
                    <a:pt x="163588" y="273691"/>
                  </a:cubicBezTo>
                  <a:cubicBezTo>
                    <a:pt x="163473" y="274796"/>
                    <a:pt x="163473" y="274796"/>
                    <a:pt x="163355" y="275924"/>
                  </a:cubicBezTo>
                  <a:cubicBezTo>
                    <a:pt x="163102" y="277029"/>
                    <a:pt x="163102" y="277029"/>
                    <a:pt x="162844" y="278156"/>
                  </a:cubicBezTo>
                  <a:cubicBezTo>
                    <a:pt x="160937" y="278668"/>
                    <a:pt x="160937" y="278668"/>
                    <a:pt x="159123" y="278900"/>
                  </a:cubicBezTo>
                  <a:cubicBezTo>
                    <a:pt x="159123" y="279637"/>
                    <a:pt x="159123" y="280373"/>
                    <a:pt x="159123" y="281133"/>
                  </a:cubicBezTo>
                  <a:cubicBezTo>
                    <a:pt x="158141" y="281133"/>
                    <a:pt x="157159" y="281133"/>
                    <a:pt x="156147" y="281133"/>
                  </a:cubicBezTo>
                  <a:cubicBezTo>
                    <a:pt x="155420" y="279694"/>
                    <a:pt x="155420" y="279694"/>
                    <a:pt x="154937" y="277830"/>
                  </a:cubicBezTo>
                  <a:cubicBezTo>
                    <a:pt x="154633" y="276688"/>
                    <a:pt x="154299" y="275553"/>
                    <a:pt x="153914" y="274435"/>
                  </a:cubicBezTo>
                  <a:cubicBezTo>
                    <a:pt x="153423" y="274190"/>
                    <a:pt x="152932" y="273944"/>
                    <a:pt x="152426" y="273691"/>
                  </a:cubicBezTo>
                  <a:cubicBezTo>
                    <a:pt x="152180" y="272954"/>
                    <a:pt x="151935" y="272218"/>
                    <a:pt x="151682" y="271459"/>
                  </a:cubicBezTo>
                  <a:cubicBezTo>
                    <a:pt x="150945" y="271213"/>
                    <a:pt x="150208" y="270968"/>
                    <a:pt x="149449" y="270715"/>
                  </a:cubicBezTo>
                  <a:cubicBezTo>
                    <a:pt x="149194" y="269724"/>
                    <a:pt x="148946" y="268732"/>
                    <a:pt x="148705" y="267738"/>
                  </a:cubicBezTo>
                  <a:cubicBezTo>
                    <a:pt x="147968" y="267247"/>
                    <a:pt x="147232" y="266756"/>
                    <a:pt x="146473" y="266250"/>
                  </a:cubicBezTo>
                  <a:cubicBezTo>
                    <a:pt x="143496" y="261785"/>
                    <a:pt x="143496" y="261785"/>
                    <a:pt x="143496" y="260297"/>
                  </a:cubicBezTo>
                  <a:cubicBezTo>
                    <a:pt x="143005" y="260297"/>
                    <a:pt x="142514" y="260297"/>
                    <a:pt x="142008" y="260297"/>
                  </a:cubicBezTo>
                  <a:cubicBezTo>
                    <a:pt x="141847" y="259376"/>
                    <a:pt x="141847" y="259376"/>
                    <a:pt x="141682" y="258436"/>
                  </a:cubicBezTo>
                  <a:cubicBezTo>
                    <a:pt x="141544" y="257822"/>
                    <a:pt x="141406" y="257208"/>
                    <a:pt x="141264" y="256576"/>
                  </a:cubicBezTo>
                  <a:cubicBezTo>
                    <a:pt x="140527" y="256576"/>
                    <a:pt x="139790" y="256576"/>
                    <a:pt x="139031" y="256576"/>
                  </a:cubicBezTo>
                  <a:cubicBezTo>
                    <a:pt x="138777" y="255337"/>
                    <a:pt x="138529" y="254097"/>
                    <a:pt x="138287" y="252855"/>
                  </a:cubicBezTo>
                  <a:cubicBezTo>
                    <a:pt x="137551" y="252610"/>
                    <a:pt x="136814" y="252364"/>
                    <a:pt x="136055" y="252111"/>
                  </a:cubicBezTo>
                  <a:cubicBezTo>
                    <a:pt x="135809" y="251374"/>
                    <a:pt x="135564" y="250638"/>
                    <a:pt x="135311" y="249879"/>
                  </a:cubicBezTo>
                  <a:cubicBezTo>
                    <a:pt x="134584" y="249117"/>
                    <a:pt x="133836" y="248376"/>
                    <a:pt x="133078" y="247646"/>
                  </a:cubicBezTo>
                  <a:cubicBezTo>
                    <a:pt x="131360" y="245625"/>
                    <a:pt x="130201" y="244222"/>
                    <a:pt x="129358" y="241693"/>
                  </a:cubicBezTo>
                  <a:cubicBezTo>
                    <a:pt x="128866" y="241447"/>
                    <a:pt x="128375" y="241202"/>
                    <a:pt x="127869" y="240949"/>
                  </a:cubicBezTo>
                  <a:cubicBezTo>
                    <a:pt x="127708" y="240028"/>
                    <a:pt x="127708" y="240028"/>
                    <a:pt x="127544" y="239089"/>
                  </a:cubicBezTo>
                  <a:cubicBezTo>
                    <a:pt x="127406" y="238475"/>
                    <a:pt x="127267" y="237861"/>
                    <a:pt x="127125" y="237228"/>
                  </a:cubicBezTo>
                  <a:cubicBezTo>
                    <a:pt x="126388" y="236983"/>
                    <a:pt x="125652" y="236737"/>
                    <a:pt x="124893" y="236484"/>
                  </a:cubicBezTo>
                  <a:cubicBezTo>
                    <a:pt x="124616" y="235500"/>
                    <a:pt x="124367" y="234507"/>
                    <a:pt x="124149" y="233508"/>
                  </a:cubicBezTo>
                  <a:cubicBezTo>
                    <a:pt x="123657" y="233262"/>
                    <a:pt x="123166" y="233016"/>
                    <a:pt x="122660" y="232763"/>
                  </a:cubicBezTo>
                  <a:cubicBezTo>
                    <a:pt x="122499" y="231819"/>
                    <a:pt x="122499" y="231819"/>
                    <a:pt x="122335" y="230857"/>
                  </a:cubicBezTo>
                  <a:cubicBezTo>
                    <a:pt x="122197" y="230258"/>
                    <a:pt x="122058" y="229659"/>
                    <a:pt x="121916" y="229043"/>
                  </a:cubicBezTo>
                  <a:cubicBezTo>
                    <a:pt x="121179" y="229043"/>
                    <a:pt x="120443" y="229043"/>
                    <a:pt x="119684" y="229043"/>
                  </a:cubicBezTo>
                  <a:cubicBezTo>
                    <a:pt x="119420" y="228054"/>
                    <a:pt x="119174" y="227062"/>
                    <a:pt x="118940" y="226066"/>
                  </a:cubicBezTo>
                  <a:cubicBezTo>
                    <a:pt x="118203" y="225575"/>
                    <a:pt x="117466" y="225084"/>
                    <a:pt x="116707" y="224578"/>
                  </a:cubicBezTo>
                  <a:cubicBezTo>
                    <a:pt x="116584" y="223826"/>
                    <a:pt x="116462" y="223074"/>
                    <a:pt x="116335" y="222299"/>
                  </a:cubicBezTo>
                  <a:cubicBezTo>
                    <a:pt x="116212" y="221578"/>
                    <a:pt x="116089" y="220856"/>
                    <a:pt x="115963" y="220113"/>
                  </a:cubicBezTo>
                  <a:cubicBezTo>
                    <a:pt x="115226" y="219867"/>
                    <a:pt x="114490" y="219622"/>
                    <a:pt x="113731" y="219369"/>
                  </a:cubicBezTo>
                  <a:cubicBezTo>
                    <a:pt x="113485" y="218632"/>
                    <a:pt x="113239" y="217895"/>
                    <a:pt x="112986" y="217136"/>
                  </a:cubicBezTo>
                  <a:cubicBezTo>
                    <a:pt x="112495" y="216891"/>
                    <a:pt x="112004" y="216645"/>
                    <a:pt x="111498" y="216392"/>
                  </a:cubicBezTo>
                  <a:cubicBezTo>
                    <a:pt x="111002" y="215152"/>
                    <a:pt x="110506" y="213912"/>
                    <a:pt x="110010" y="212672"/>
                  </a:cubicBezTo>
                  <a:cubicBezTo>
                    <a:pt x="109519" y="212426"/>
                    <a:pt x="109028" y="212180"/>
                    <a:pt x="108522" y="211927"/>
                  </a:cubicBezTo>
                  <a:cubicBezTo>
                    <a:pt x="108414" y="211467"/>
                    <a:pt x="108307" y="211007"/>
                    <a:pt x="108196" y="210532"/>
                  </a:cubicBezTo>
                  <a:cubicBezTo>
                    <a:pt x="107699" y="208654"/>
                    <a:pt x="106924" y="208040"/>
                    <a:pt x="105545" y="206718"/>
                  </a:cubicBezTo>
                  <a:cubicBezTo>
                    <a:pt x="105177" y="205613"/>
                    <a:pt x="105177" y="205613"/>
                    <a:pt x="104801" y="204486"/>
                  </a:cubicBezTo>
                  <a:cubicBezTo>
                    <a:pt x="104310" y="204240"/>
                    <a:pt x="103819" y="203995"/>
                    <a:pt x="103313" y="203742"/>
                  </a:cubicBezTo>
                  <a:cubicBezTo>
                    <a:pt x="103010" y="202014"/>
                    <a:pt x="102759" y="200277"/>
                    <a:pt x="102568" y="198533"/>
                  </a:cubicBezTo>
                  <a:cubicBezTo>
                    <a:pt x="101832" y="198533"/>
                    <a:pt x="101095" y="198533"/>
                    <a:pt x="100336" y="198533"/>
                  </a:cubicBezTo>
                  <a:cubicBezTo>
                    <a:pt x="99917" y="197091"/>
                    <a:pt x="99917" y="197091"/>
                    <a:pt x="99592" y="195556"/>
                  </a:cubicBezTo>
                  <a:cubicBezTo>
                    <a:pt x="99101" y="195311"/>
                    <a:pt x="98610" y="195065"/>
                    <a:pt x="98104" y="194812"/>
                  </a:cubicBezTo>
                  <a:cubicBezTo>
                    <a:pt x="96799" y="192826"/>
                    <a:pt x="95739" y="190816"/>
                    <a:pt x="94708" y="188673"/>
                  </a:cubicBezTo>
                  <a:cubicBezTo>
                    <a:pt x="93855" y="186553"/>
                    <a:pt x="93855" y="186553"/>
                    <a:pt x="92150" y="185883"/>
                  </a:cubicBezTo>
                  <a:cubicBezTo>
                    <a:pt x="91989" y="185008"/>
                    <a:pt x="91989" y="185008"/>
                    <a:pt x="91825" y="184115"/>
                  </a:cubicBezTo>
                  <a:cubicBezTo>
                    <a:pt x="91355" y="181921"/>
                    <a:pt x="90780" y="181401"/>
                    <a:pt x="89174" y="179929"/>
                  </a:cubicBezTo>
                  <a:cubicBezTo>
                    <a:pt x="88928" y="179193"/>
                    <a:pt x="88683" y="178456"/>
                    <a:pt x="88430" y="177697"/>
                  </a:cubicBezTo>
                  <a:cubicBezTo>
                    <a:pt x="88061" y="177329"/>
                    <a:pt x="87693" y="176960"/>
                    <a:pt x="87314" y="176581"/>
                  </a:cubicBezTo>
                  <a:cubicBezTo>
                    <a:pt x="86197" y="175465"/>
                    <a:pt x="86197" y="175465"/>
                    <a:pt x="85453" y="173232"/>
                  </a:cubicBezTo>
                  <a:cubicBezTo>
                    <a:pt x="84962" y="172987"/>
                    <a:pt x="84471" y="172741"/>
                    <a:pt x="83965" y="172488"/>
                  </a:cubicBezTo>
                  <a:cubicBezTo>
                    <a:pt x="83804" y="171429"/>
                    <a:pt x="83804" y="171429"/>
                    <a:pt x="83639" y="170349"/>
                  </a:cubicBezTo>
                  <a:cubicBezTo>
                    <a:pt x="83108" y="167396"/>
                    <a:pt x="82112" y="166612"/>
                    <a:pt x="79779" y="164907"/>
                  </a:cubicBezTo>
                  <a:cubicBezTo>
                    <a:pt x="78106" y="162701"/>
                    <a:pt x="78235" y="160329"/>
                    <a:pt x="78012" y="157605"/>
                  </a:cubicBezTo>
                  <a:cubicBezTo>
                    <a:pt x="77275" y="157605"/>
                    <a:pt x="76538" y="157605"/>
                    <a:pt x="75779" y="157605"/>
                  </a:cubicBezTo>
                  <a:cubicBezTo>
                    <a:pt x="75841" y="157022"/>
                    <a:pt x="75902" y="156439"/>
                    <a:pt x="75965" y="155838"/>
                  </a:cubicBezTo>
                  <a:cubicBezTo>
                    <a:pt x="75904" y="155193"/>
                    <a:pt x="75843" y="154549"/>
                    <a:pt x="75779" y="153884"/>
                  </a:cubicBezTo>
                  <a:cubicBezTo>
                    <a:pt x="74341" y="153072"/>
                    <a:pt x="74341" y="153072"/>
                    <a:pt x="72803" y="152396"/>
                  </a:cubicBezTo>
                  <a:cubicBezTo>
                    <a:pt x="72384" y="150954"/>
                    <a:pt x="72384" y="150954"/>
                    <a:pt x="72059" y="149420"/>
                  </a:cubicBezTo>
                  <a:cubicBezTo>
                    <a:pt x="71483" y="148867"/>
                    <a:pt x="71483" y="148867"/>
                    <a:pt x="70896" y="148303"/>
                  </a:cubicBezTo>
                  <a:cubicBezTo>
                    <a:pt x="69826" y="147187"/>
                    <a:pt x="69826" y="147187"/>
                    <a:pt x="69826" y="144211"/>
                  </a:cubicBezTo>
                  <a:cubicBezTo>
                    <a:pt x="69090" y="143965"/>
                    <a:pt x="68353" y="143720"/>
                    <a:pt x="67594" y="143467"/>
                  </a:cubicBezTo>
                  <a:cubicBezTo>
                    <a:pt x="67346" y="141978"/>
                    <a:pt x="67098" y="140490"/>
                    <a:pt x="66850" y="139002"/>
                  </a:cubicBezTo>
                  <a:cubicBezTo>
                    <a:pt x="66113" y="138756"/>
                    <a:pt x="65376" y="138511"/>
                    <a:pt x="64617" y="138258"/>
                  </a:cubicBezTo>
                  <a:cubicBezTo>
                    <a:pt x="64340" y="137024"/>
                    <a:pt x="64091" y="135783"/>
                    <a:pt x="63873" y="134537"/>
                  </a:cubicBezTo>
                  <a:cubicBezTo>
                    <a:pt x="63382" y="134291"/>
                    <a:pt x="62891" y="134046"/>
                    <a:pt x="62385" y="133793"/>
                  </a:cubicBezTo>
                  <a:cubicBezTo>
                    <a:pt x="61889" y="132304"/>
                    <a:pt x="61393" y="130816"/>
                    <a:pt x="60897" y="129328"/>
                  </a:cubicBezTo>
                  <a:cubicBezTo>
                    <a:pt x="60405" y="129082"/>
                    <a:pt x="59914" y="128837"/>
                    <a:pt x="59408" y="128584"/>
                  </a:cubicBezTo>
                  <a:cubicBezTo>
                    <a:pt x="59301" y="127847"/>
                    <a:pt x="59193" y="127110"/>
                    <a:pt x="59083" y="126351"/>
                  </a:cubicBezTo>
                  <a:cubicBezTo>
                    <a:pt x="58876" y="125246"/>
                    <a:pt x="58876" y="125246"/>
                    <a:pt x="58664" y="124119"/>
                  </a:cubicBezTo>
                  <a:cubicBezTo>
                    <a:pt x="57927" y="123873"/>
                    <a:pt x="57191" y="123628"/>
                    <a:pt x="56432" y="123375"/>
                  </a:cubicBezTo>
                  <a:cubicBezTo>
                    <a:pt x="55898" y="121899"/>
                    <a:pt x="55403" y="120410"/>
                    <a:pt x="54943" y="118910"/>
                  </a:cubicBezTo>
                  <a:cubicBezTo>
                    <a:pt x="54207" y="118173"/>
                    <a:pt x="54207" y="118173"/>
                    <a:pt x="53455" y="117422"/>
                  </a:cubicBezTo>
                  <a:cubicBezTo>
                    <a:pt x="53332" y="116792"/>
                    <a:pt x="53210" y="116163"/>
                    <a:pt x="53083" y="115515"/>
                  </a:cubicBezTo>
                  <a:cubicBezTo>
                    <a:pt x="52960" y="114916"/>
                    <a:pt x="52838" y="114318"/>
                    <a:pt x="52711" y="113701"/>
                  </a:cubicBezTo>
                  <a:cubicBezTo>
                    <a:pt x="52220" y="113455"/>
                    <a:pt x="51729" y="113210"/>
                    <a:pt x="51223" y="112957"/>
                  </a:cubicBezTo>
                  <a:cubicBezTo>
                    <a:pt x="50758" y="110678"/>
                    <a:pt x="50758" y="110678"/>
                    <a:pt x="50479" y="108492"/>
                  </a:cubicBezTo>
                  <a:cubicBezTo>
                    <a:pt x="49742" y="108492"/>
                    <a:pt x="49005" y="108492"/>
                    <a:pt x="48246" y="108492"/>
                  </a:cubicBezTo>
                  <a:cubicBezTo>
                    <a:pt x="48246" y="106527"/>
                    <a:pt x="48246" y="104563"/>
                    <a:pt x="48246" y="102539"/>
                  </a:cubicBezTo>
                  <a:cubicBezTo>
                    <a:pt x="47509" y="102539"/>
                    <a:pt x="46773" y="102539"/>
                    <a:pt x="46014" y="102539"/>
                  </a:cubicBezTo>
                  <a:cubicBezTo>
                    <a:pt x="45481" y="100814"/>
                    <a:pt x="44985" y="99076"/>
                    <a:pt x="44525" y="97330"/>
                  </a:cubicBezTo>
                  <a:cubicBezTo>
                    <a:pt x="44034" y="97084"/>
                    <a:pt x="43543" y="96839"/>
                    <a:pt x="43037" y="96586"/>
                  </a:cubicBezTo>
                  <a:cubicBezTo>
                    <a:pt x="42541" y="95097"/>
                    <a:pt x="42045" y="93609"/>
                    <a:pt x="41549" y="92121"/>
                  </a:cubicBezTo>
                  <a:cubicBezTo>
                    <a:pt x="40812" y="91752"/>
                    <a:pt x="40812" y="91752"/>
                    <a:pt x="40061" y="91377"/>
                  </a:cubicBezTo>
                  <a:cubicBezTo>
                    <a:pt x="39813" y="89640"/>
                    <a:pt x="39565" y="87904"/>
                    <a:pt x="39317" y="86168"/>
                  </a:cubicBezTo>
                  <a:cubicBezTo>
                    <a:pt x="38825" y="85922"/>
                    <a:pt x="38334" y="85677"/>
                    <a:pt x="37828" y="85424"/>
                  </a:cubicBezTo>
                  <a:cubicBezTo>
                    <a:pt x="37332" y="83935"/>
                    <a:pt x="36836" y="82447"/>
                    <a:pt x="36340" y="80959"/>
                  </a:cubicBezTo>
                  <a:cubicBezTo>
                    <a:pt x="35849" y="80713"/>
                    <a:pt x="35358" y="80468"/>
                    <a:pt x="34852" y="80215"/>
                  </a:cubicBezTo>
                  <a:cubicBezTo>
                    <a:pt x="34744" y="79493"/>
                    <a:pt x="34637" y="78772"/>
                    <a:pt x="34526" y="78029"/>
                  </a:cubicBezTo>
                  <a:cubicBezTo>
                    <a:pt x="34388" y="77277"/>
                    <a:pt x="34250" y="76525"/>
                    <a:pt x="34108" y="75750"/>
                  </a:cubicBezTo>
                  <a:cubicBezTo>
                    <a:pt x="33002" y="75013"/>
                    <a:pt x="33002" y="75013"/>
                    <a:pt x="31875" y="74261"/>
                  </a:cubicBezTo>
                  <a:cubicBezTo>
                    <a:pt x="31623" y="72526"/>
                    <a:pt x="31375" y="70789"/>
                    <a:pt x="31131" y="69052"/>
                  </a:cubicBezTo>
                  <a:cubicBezTo>
                    <a:pt x="30046" y="67843"/>
                    <a:pt x="30046" y="67843"/>
                    <a:pt x="28899" y="66820"/>
                  </a:cubicBezTo>
                  <a:cubicBezTo>
                    <a:pt x="28634" y="65583"/>
                    <a:pt x="28384" y="64343"/>
                    <a:pt x="28154" y="63099"/>
                  </a:cubicBezTo>
                  <a:cubicBezTo>
                    <a:pt x="27663" y="62854"/>
                    <a:pt x="27172" y="62608"/>
                    <a:pt x="26666" y="62355"/>
                  </a:cubicBezTo>
                  <a:cubicBezTo>
                    <a:pt x="26363" y="60628"/>
                    <a:pt x="26112" y="58890"/>
                    <a:pt x="25922" y="57146"/>
                  </a:cubicBezTo>
                  <a:cubicBezTo>
                    <a:pt x="25185" y="57146"/>
                    <a:pt x="24449" y="57146"/>
                    <a:pt x="23690" y="57146"/>
                  </a:cubicBezTo>
                  <a:cubicBezTo>
                    <a:pt x="23690" y="55182"/>
                    <a:pt x="23690" y="53217"/>
                    <a:pt x="23690" y="51193"/>
                  </a:cubicBezTo>
                  <a:cubicBezTo>
                    <a:pt x="22707" y="51193"/>
                    <a:pt x="21725" y="51193"/>
                    <a:pt x="20713" y="51193"/>
                  </a:cubicBezTo>
                  <a:cubicBezTo>
                    <a:pt x="20759" y="50380"/>
                    <a:pt x="20805" y="49566"/>
                    <a:pt x="20853" y="48728"/>
                  </a:cubicBezTo>
                  <a:cubicBezTo>
                    <a:pt x="21024" y="46056"/>
                    <a:pt x="21024" y="46056"/>
                    <a:pt x="19643" y="44914"/>
                  </a:cubicBezTo>
                  <a:cubicBezTo>
                    <a:pt x="17685" y="42956"/>
                    <a:pt x="17957" y="40489"/>
                    <a:pt x="17736" y="37799"/>
                  </a:cubicBezTo>
                  <a:cubicBezTo>
                    <a:pt x="17000" y="37799"/>
                    <a:pt x="16263" y="37799"/>
                    <a:pt x="15504" y="37799"/>
                  </a:cubicBezTo>
                  <a:cubicBezTo>
                    <a:pt x="15504" y="34606"/>
                    <a:pt x="15504" y="31414"/>
                    <a:pt x="15504" y="28125"/>
                  </a:cubicBezTo>
                  <a:cubicBezTo>
                    <a:pt x="16456" y="28063"/>
                    <a:pt x="17407" y="28002"/>
                    <a:pt x="18388" y="27939"/>
                  </a:cubicBezTo>
                  <a:cubicBezTo>
                    <a:pt x="20024" y="27782"/>
                    <a:pt x="20024" y="27782"/>
                    <a:pt x="21457" y="27381"/>
                  </a:cubicBezTo>
                  <a:cubicBezTo>
                    <a:pt x="21703" y="26889"/>
                    <a:pt x="21948" y="26398"/>
                    <a:pt x="22201" y="25892"/>
                  </a:cubicBezTo>
                  <a:cubicBezTo>
                    <a:pt x="22447" y="25401"/>
                    <a:pt x="22692" y="24910"/>
                    <a:pt x="22945" y="24404"/>
                  </a:cubicBezTo>
                  <a:cubicBezTo>
                    <a:pt x="24320" y="24122"/>
                    <a:pt x="24320" y="24122"/>
                    <a:pt x="25968" y="23985"/>
                  </a:cubicBezTo>
                  <a:cubicBezTo>
                    <a:pt x="26935" y="23878"/>
                    <a:pt x="27902" y="23771"/>
                    <a:pt x="28899" y="23660"/>
                  </a:cubicBezTo>
                  <a:cubicBezTo>
                    <a:pt x="29144" y="22923"/>
                    <a:pt x="29390" y="22186"/>
                    <a:pt x="29643" y="21427"/>
                  </a:cubicBezTo>
                  <a:cubicBezTo>
                    <a:pt x="30502" y="21320"/>
                    <a:pt x="31362" y="21213"/>
                    <a:pt x="32247" y="21102"/>
                  </a:cubicBezTo>
                  <a:cubicBezTo>
                    <a:pt x="33107" y="20964"/>
                    <a:pt x="33966" y="20826"/>
                    <a:pt x="34852" y="20683"/>
                  </a:cubicBezTo>
                  <a:cubicBezTo>
                    <a:pt x="35000" y="19939"/>
                    <a:pt x="35000" y="19939"/>
                    <a:pt x="35151" y="19181"/>
                  </a:cubicBezTo>
                  <a:cubicBezTo>
                    <a:pt x="35298" y="18694"/>
                    <a:pt x="35445" y="18208"/>
                    <a:pt x="35596" y="17707"/>
                  </a:cubicBezTo>
                  <a:cubicBezTo>
                    <a:pt x="37296" y="17416"/>
                    <a:pt x="37296" y="17416"/>
                    <a:pt x="39363" y="17521"/>
                  </a:cubicBezTo>
                  <a:cubicBezTo>
                    <a:pt x="40047" y="17548"/>
                    <a:pt x="40731" y="17574"/>
                    <a:pt x="41436" y="17602"/>
                  </a:cubicBezTo>
                  <a:cubicBezTo>
                    <a:pt x="41964" y="17637"/>
                    <a:pt x="42493" y="17671"/>
                    <a:pt x="43037" y="17707"/>
                  </a:cubicBezTo>
                  <a:cubicBezTo>
                    <a:pt x="43037" y="16724"/>
                    <a:pt x="43037" y="15742"/>
                    <a:pt x="43037" y="14730"/>
                  </a:cubicBezTo>
                  <a:cubicBezTo>
                    <a:pt x="44303" y="14638"/>
                    <a:pt x="44303" y="14638"/>
                    <a:pt x="45595" y="14544"/>
                  </a:cubicBezTo>
                  <a:cubicBezTo>
                    <a:pt x="46907" y="14268"/>
                    <a:pt x="46907" y="14268"/>
                    <a:pt x="48246" y="13986"/>
                  </a:cubicBezTo>
                  <a:cubicBezTo>
                    <a:pt x="48397" y="13244"/>
                    <a:pt x="48397" y="13244"/>
                    <a:pt x="48551" y="12486"/>
                  </a:cubicBezTo>
                  <a:cubicBezTo>
                    <a:pt x="48696" y="11999"/>
                    <a:pt x="48841" y="11512"/>
                    <a:pt x="48990" y="11009"/>
                  </a:cubicBezTo>
                  <a:cubicBezTo>
                    <a:pt x="50938" y="10604"/>
                    <a:pt x="52771" y="10637"/>
                    <a:pt x="54757" y="10614"/>
                  </a:cubicBezTo>
                  <a:cubicBezTo>
                    <a:pt x="55310" y="10499"/>
                    <a:pt x="55862" y="10384"/>
                    <a:pt x="56432" y="10265"/>
                  </a:cubicBezTo>
                  <a:cubicBezTo>
                    <a:pt x="56924" y="8776"/>
                    <a:pt x="56924" y="8776"/>
                    <a:pt x="57176" y="7289"/>
                  </a:cubicBezTo>
                  <a:cubicBezTo>
                    <a:pt x="58664" y="7289"/>
                    <a:pt x="60152" y="7289"/>
                    <a:pt x="61641" y="7289"/>
                  </a:cubicBezTo>
                  <a:cubicBezTo>
                    <a:pt x="61862" y="6809"/>
                    <a:pt x="62084" y="6330"/>
                    <a:pt x="62312" y="5835"/>
                  </a:cubicBezTo>
                  <a:cubicBezTo>
                    <a:pt x="62582" y="5333"/>
                    <a:pt x="62851" y="4830"/>
                    <a:pt x="63129" y="4312"/>
                  </a:cubicBezTo>
                  <a:cubicBezTo>
                    <a:pt x="64739" y="3859"/>
                    <a:pt x="64739" y="3859"/>
                    <a:pt x="66571" y="3754"/>
                  </a:cubicBezTo>
                  <a:cubicBezTo>
                    <a:pt x="67179" y="3712"/>
                    <a:pt x="67787" y="3670"/>
                    <a:pt x="68414" y="3626"/>
                  </a:cubicBezTo>
                  <a:cubicBezTo>
                    <a:pt x="68880" y="3607"/>
                    <a:pt x="69346" y="3588"/>
                    <a:pt x="69826" y="3568"/>
                  </a:cubicBezTo>
                  <a:cubicBezTo>
                    <a:pt x="69826" y="2586"/>
                    <a:pt x="69826" y="1604"/>
                    <a:pt x="69826" y="592"/>
                  </a:cubicBezTo>
                  <a:close/>
                </a:path>
              </a:pathLst>
            </a:custGeom>
            <a:grpFill/>
            <a:ln w="744" cap="flat">
              <a:noFill/>
              <a:prstDash val="solid"/>
              <a:miter/>
            </a:ln>
          </p:spPr>
          <p:txBody>
            <a:bodyPr rtlCol="0" anchor="ctr"/>
            <a:lstStyle/>
            <a:p>
              <a:endParaRPr lang="zh-CN" altLang="en-US"/>
            </a:p>
          </p:txBody>
        </p:sp>
        <p:sp>
          <p:nvSpPr>
            <p:cNvPr id="122" name="任意多边形: 形状 121"/>
            <p:cNvSpPr/>
            <p:nvPr/>
          </p:nvSpPr>
          <p:spPr>
            <a:xfrm>
              <a:off x="11384565" y="746927"/>
              <a:ext cx="284503" cy="68751"/>
            </a:xfrm>
            <a:custGeom>
              <a:avLst/>
              <a:gdLst>
                <a:gd name="connsiteX0" fmla="*/ 18566 w 284503"/>
                <a:gd name="connsiteY0" fmla="*/ 638 h 68751"/>
                <a:gd name="connsiteX1" fmla="*/ 21175 w 284503"/>
                <a:gd name="connsiteY1" fmla="*/ 639 h 68751"/>
                <a:gd name="connsiteX2" fmla="*/ 22628 w 284503"/>
                <a:gd name="connsiteY2" fmla="*/ 636 h 68751"/>
                <a:gd name="connsiteX3" fmla="*/ 27508 w 284503"/>
                <a:gd name="connsiteY3" fmla="*/ 641 h 68751"/>
                <a:gd name="connsiteX4" fmla="*/ 31019 w 284503"/>
                <a:gd name="connsiteY4" fmla="*/ 639 h 68751"/>
                <a:gd name="connsiteX5" fmla="*/ 40711 w 284503"/>
                <a:gd name="connsiteY5" fmla="*/ 644 h 68751"/>
                <a:gd name="connsiteX6" fmla="*/ 51146 w 284503"/>
                <a:gd name="connsiteY6" fmla="*/ 646 h 68751"/>
                <a:gd name="connsiteX7" fmla="*/ 69240 w 284503"/>
                <a:gd name="connsiteY7" fmla="*/ 652 h 68751"/>
                <a:gd name="connsiteX8" fmla="*/ 95402 w 284503"/>
                <a:gd name="connsiteY8" fmla="*/ 661 h 68751"/>
                <a:gd name="connsiteX9" fmla="*/ 137843 w 284503"/>
                <a:gd name="connsiteY9" fmla="*/ 674 h 68751"/>
                <a:gd name="connsiteX10" fmla="*/ 179082 w 284503"/>
                <a:gd name="connsiteY10" fmla="*/ 690 h 68751"/>
                <a:gd name="connsiteX11" fmla="*/ 181648 w 284503"/>
                <a:gd name="connsiteY11" fmla="*/ 690 h 68751"/>
                <a:gd name="connsiteX12" fmla="*/ 194390 w 284503"/>
                <a:gd name="connsiteY12" fmla="*/ 693 h 68751"/>
                <a:gd name="connsiteX13" fmla="*/ 300173 w 284503"/>
                <a:gd name="connsiteY13" fmla="*/ 731 h 68751"/>
                <a:gd name="connsiteX14" fmla="*/ 300211 w 284503"/>
                <a:gd name="connsiteY14" fmla="*/ 26850 h 68751"/>
                <a:gd name="connsiteX15" fmla="*/ 300229 w 284503"/>
                <a:gd name="connsiteY15" fmla="*/ 38977 h 68751"/>
                <a:gd name="connsiteX16" fmla="*/ 300244 w 284503"/>
                <a:gd name="connsiteY16" fmla="*/ 50673 h 68751"/>
                <a:gd name="connsiteX17" fmla="*/ 300252 w 284503"/>
                <a:gd name="connsiteY17" fmla="*/ 55143 h 68751"/>
                <a:gd name="connsiteX18" fmla="*/ 300257 w 284503"/>
                <a:gd name="connsiteY18" fmla="*/ 61386 h 68751"/>
                <a:gd name="connsiteX19" fmla="*/ 300266 w 284503"/>
                <a:gd name="connsiteY19" fmla="*/ 63268 h 68751"/>
                <a:gd name="connsiteX20" fmla="*/ 299429 w 284503"/>
                <a:gd name="connsiteY20" fmla="*/ 69192 h 68751"/>
                <a:gd name="connsiteX21" fmla="*/ 294962 w 284503"/>
                <a:gd name="connsiteY21" fmla="*/ 69377 h 68751"/>
                <a:gd name="connsiteX22" fmla="*/ 292001 w 284503"/>
                <a:gd name="connsiteY22" fmla="*/ 69387 h 68751"/>
                <a:gd name="connsiteX23" fmla="*/ 288704 w 284503"/>
                <a:gd name="connsiteY23" fmla="*/ 69376 h 68751"/>
                <a:gd name="connsiteX24" fmla="*/ 285235 w 284503"/>
                <a:gd name="connsiteY24" fmla="*/ 69381 h 68751"/>
                <a:gd name="connsiteX25" fmla="*/ 275657 w 284503"/>
                <a:gd name="connsiteY25" fmla="*/ 69375 h 68751"/>
                <a:gd name="connsiteX26" fmla="*/ 265346 w 284503"/>
                <a:gd name="connsiteY26" fmla="*/ 69377 h 68751"/>
                <a:gd name="connsiteX27" fmla="*/ 245126 w 284503"/>
                <a:gd name="connsiteY27" fmla="*/ 69369 h 68751"/>
                <a:gd name="connsiteX28" fmla="*/ 221601 w 284503"/>
                <a:gd name="connsiteY28" fmla="*/ 69362 h 68751"/>
                <a:gd name="connsiteX29" fmla="*/ 179635 w 284503"/>
                <a:gd name="connsiteY29" fmla="*/ 69345 h 68751"/>
                <a:gd name="connsiteX30" fmla="*/ 138875 w 284503"/>
                <a:gd name="connsiteY30" fmla="*/ 69329 h 68751"/>
                <a:gd name="connsiteX31" fmla="*/ 136340 w 284503"/>
                <a:gd name="connsiteY31" fmla="*/ 69330 h 68751"/>
                <a:gd name="connsiteX32" fmla="*/ 133810 w 284503"/>
                <a:gd name="connsiteY32" fmla="*/ 69330 h 68751"/>
                <a:gd name="connsiteX33" fmla="*/ 87470 w 284503"/>
                <a:gd name="connsiteY33" fmla="*/ 69319 h 68751"/>
                <a:gd name="connsiteX34" fmla="*/ 71056 w 284503"/>
                <a:gd name="connsiteY34" fmla="*/ 69316 h 68751"/>
                <a:gd name="connsiteX35" fmla="*/ 51061 w 284503"/>
                <a:gd name="connsiteY35" fmla="*/ 69305 h 68751"/>
                <a:gd name="connsiteX36" fmla="*/ 40851 w 284503"/>
                <a:gd name="connsiteY36" fmla="*/ 69300 h 68751"/>
                <a:gd name="connsiteX37" fmla="*/ 31515 w 284503"/>
                <a:gd name="connsiteY37" fmla="*/ 69293 h 68751"/>
                <a:gd name="connsiteX38" fmla="*/ 28127 w 284503"/>
                <a:gd name="connsiteY38" fmla="*/ 69293 h 68751"/>
                <a:gd name="connsiteX39" fmla="*/ 23542 w 284503"/>
                <a:gd name="connsiteY39" fmla="*/ 69287 h 68751"/>
                <a:gd name="connsiteX40" fmla="*/ 20963 w 284503"/>
                <a:gd name="connsiteY40" fmla="*/ 69286 h 68751"/>
                <a:gd name="connsiteX41" fmla="*/ 16655 w 284503"/>
                <a:gd name="connsiteY41" fmla="*/ 68447 h 68751"/>
                <a:gd name="connsiteX42" fmla="*/ 15815 w 284503"/>
                <a:gd name="connsiteY42" fmla="*/ 60791 h 68751"/>
                <a:gd name="connsiteX43" fmla="*/ 15811 w 284503"/>
                <a:gd name="connsiteY43" fmla="*/ 58858 h 68751"/>
                <a:gd name="connsiteX44" fmla="*/ 15812 w 284503"/>
                <a:gd name="connsiteY44" fmla="*/ 52515 h 68751"/>
                <a:gd name="connsiteX45" fmla="*/ 15810 w 284503"/>
                <a:gd name="connsiteY45" fmla="*/ 48122 h 68751"/>
                <a:gd name="connsiteX46" fmla="*/ 15814 w 284503"/>
                <a:gd name="connsiteY46" fmla="*/ 38910 h 68751"/>
                <a:gd name="connsiteX47" fmla="*/ 15812 w 284503"/>
                <a:gd name="connsiteY47" fmla="*/ 27073 h 68751"/>
                <a:gd name="connsiteX48" fmla="*/ 15812 w 284503"/>
                <a:gd name="connsiteY48" fmla="*/ 18001 h 68751"/>
                <a:gd name="connsiteX49" fmla="*/ 15810 w 284503"/>
                <a:gd name="connsiteY49" fmla="*/ 13635 h 68751"/>
                <a:gd name="connsiteX50" fmla="*/ 15815 w 284503"/>
                <a:gd name="connsiteY50" fmla="*/ 7547 h 68751"/>
                <a:gd name="connsiteX51" fmla="*/ 15810 w 284503"/>
                <a:gd name="connsiteY51" fmla="*/ 5707 h 68751"/>
                <a:gd name="connsiteX52" fmla="*/ 18566 w 284503"/>
                <a:gd name="connsiteY52" fmla="*/ 638 h 6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84503" h="68751">
                  <a:moveTo>
                    <a:pt x="18566" y="638"/>
                  </a:moveTo>
                  <a:cubicBezTo>
                    <a:pt x="19857" y="639"/>
                    <a:pt x="19857" y="639"/>
                    <a:pt x="21175" y="639"/>
                  </a:cubicBezTo>
                  <a:cubicBezTo>
                    <a:pt x="21894" y="638"/>
                    <a:pt x="21894" y="638"/>
                    <a:pt x="22628" y="636"/>
                  </a:cubicBezTo>
                  <a:cubicBezTo>
                    <a:pt x="24255" y="634"/>
                    <a:pt x="25881" y="638"/>
                    <a:pt x="27508" y="641"/>
                  </a:cubicBezTo>
                  <a:cubicBezTo>
                    <a:pt x="28678" y="641"/>
                    <a:pt x="29848" y="640"/>
                    <a:pt x="31019" y="639"/>
                  </a:cubicBezTo>
                  <a:cubicBezTo>
                    <a:pt x="34249" y="638"/>
                    <a:pt x="37480" y="641"/>
                    <a:pt x="40711" y="644"/>
                  </a:cubicBezTo>
                  <a:cubicBezTo>
                    <a:pt x="44189" y="647"/>
                    <a:pt x="47668" y="646"/>
                    <a:pt x="51146" y="646"/>
                  </a:cubicBezTo>
                  <a:cubicBezTo>
                    <a:pt x="57177" y="645"/>
                    <a:pt x="63209" y="648"/>
                    <a:pt x="69240" y="652"/>
                  </a:cubicBezTo>
                  <a:cubicBezTo>
                    <a:pt x="77961" y="658"/>
                    <a:pt x="86682" y="660"/>
                    <a:pt x="95402" y="661"/>
                  </a:cubicBezTo>
                  <a:cubicBezTo>
                    <a:pt x="109549" y="663"/>
                    <a:pt x="123696" y="667"/>
                    <a:pt x="137843" y="674"/>
                  </a:cubicBezTo>
                  <a:cubicBezTo>
                    <a:pt x="151589" y="681"/>
                    <a:pt x="165336" y="687"/>
                    <a:pt x="179082" y="690"/>
                  </a:cubicBezTo>
                  <a:cubicBezTo>
                    <a:pt x="179929" y="690"/>
                    <a:pt x="180775" y="690"/>
                    <a:pt x="181648" y="690"/>
                  </a:cubicBezTo>
                  <a:cubicBezTo>
                    <a:pt x="185895" y="691"/>
                    <a:pt x="190142" y="692"/>
                    <a:pt x="194390" y="693"/>
                  </a:cubicBezTo>
                  <a:cubicBezTo>
                    <a:pt x="229651" y="701"/>
                    <a:pt x="264912" y="714"/>
                    <a:pt x="300173" y="731"/>
                  </a:cubicBezTo>
                  <a:cubicBezTo>
                    <a:pt x="300190" y="9437"/>
                    <a:pt x="300203" y="18144"/>
                    <a:pt x="300211" y="26850"/>
                  </a:cubicBezTo>
                  <a:cubicBezTo>
                    <a:pt x="300215" y="30892"/>
                    <a:pt x="300221" y="34935"/>
                    <a:pt x="300229" y="38977"/>
                  </a:cubicBezTo>
                  <a:cubicBezTo>
                    <a:pt x="300237" y="42876"/>
                    <a:pt x="300242" y="46774"/>
                    <a:pt x="300244" y="50673"/>
                  </a:cubicBezTo>
                  <a:cubicBezTo>
                    <a:pt x="300245" y="52163"/>
                    <a:pt x="300248" y="53653"/>
                    <a:pt x="300252" y="55143"/>
                  </a:cubicBezTo>
                  <a:cubicBezTo>
                    <a:pt x="300257" y="57224"/>
                    <a:pt x="300258" y="59305"/>
                    <a:pt x="300257" y="61386"/>
                  </a:cubicBezTo>
                  <a:cubicBezTo>
                    <a:pt x="300260" y="62007"/>
                    <a:pt x="300263" y="62628"/>
                    <a:pt x="300266" y="63268"/>
                  </a:cubicBezTo>
                  <a:cubicBezTo>
                    <a:pt x="300258" y="67534"/>
                    <a:pt x="300258" y="67534"/>
                    <a:pt x="299429" y="69192"/>
                  </a:cubicBezTo>
                  <a:cubicBezTo>
                    <a:pt x="297540" y="69377"/>
                    <a:pt x="297540" y="69377"/>
                    <a:pt x="294962" y="69377"/>
                  </a:cubicBezTo>
                  <a:cubicBezTo>
                    <a:pt x="293496" y="69382"/>
                    <a:pt x="293496" y="69382"/>
                    <a:pt x="292001" y="69387"/>
                  </a:cubicBezTo>
                  <a:cubicBezTo>
                    <a:pt x="290902" y="69383"/>
                    <a:pt x="289803" y="69380"/>
                    <a:pt x="288704" y="69376"/>
                  </a:cubicBezTo>
                  <a:cubicBezTo>
                    <a:pt x="287548" y="69377"/>
                    <a:pt x="286391" y="69379"/>
                    <a:pt x="285235" y="69381"/>
                  </a:cubicBezTo>
                  <a:cubicBezTo>
                    <a:pt x="282043" y="69386"/>
                    <a:pt x="278850" y="69381"/>
                    <a:pt x="275657" y="69375"/>
                  </a:cubicBezTo>
                  <a:cubicBezTo>
                    <a:pt x="272220" y="69370"/>
                    <a:pt x="268783" y="69374"/>
                    <a:pt x="265346" y="69377"/>
                  </a:cubicBezTo>
                  <a:cubicBezTo>
                    <a:pt x="258606" y="69380"/>
                    <a:pt x="251866" y="69376"/>
                    <a:pt x="245126" y="69369"/>
                  </a:cubicBezTo>
                  <a:cubicBezTo>
                    <a:pt x="237284" y="69362"/>
                    <a:pt x="229442" y="69362"/>
                    <a:pt x="221601" y="69362"/>
                  </a:cubicBezTo>
                  <a:cubicBezTo>
                    <a:pt x="207612" y="69362"/>
                    <a:pt x="193624" y="69356"/>
                    <a:pt x="179635" y="69345"/>
                  </a:cubicBezTo>
                  <a:cubicBezTo>
                    <a:pt x="166049" y="69334"/>
                    <a:pt x="152462" y="69329"/>
                    <a:pt x="138875" y="69329"/>
                  </a:cubicBezTo>
                  <a:cubicBezTo>
                    <a:pt x="137621" y="69330"/>
                    <a:pt x="137621" y="69330"/>
                    <a:pt x="136340" y="69330"/>
                  </a:cubicBezTo>
                  <a:cubicBezTo>
                    <a:pt x="135505" y="69330"/>
                    <a:pt x="134670" y="69330"/>
                    <a:pt x="133810" y="69330"/>
                  </a:cubicBezTo>
                  <a:cubicBezTo>
                    <a:pt x="118363" y="69330"/>
                    <a:pt x="102917" y="69326"/>
                    <a:pt x="87470" y="69319"/>
                  </a:cubicBezTo>
                  <a:cubicBezTo>
                    <a:pt x="81999" y="69317"/>
                    <a:pt x="76527" y="69316"/>
                    <a:pt x="71056" y="69316"/>
                  </a:cubicBezTo>
                  <a:cubicBezTo>
                    <a:pt x="64391" y="69315"/>
                    <a:pt x="57726" y="69312"/>
                    <a:pt x="51061" y="69305"/>
                  </a:cubicBezTo>
                  <a:cubicBezTo>
                    <a:pt x="47657" y="69302"/>
                    <a:pt x="44254" y="69299"/>
                    <a:pt x="40851" y="69300"/>
                  </a:cubicBezTo>
                  <a:cubicBezTo>
                    <a:pt x="37739" y="69301"/>
                    <a:pt x="34627" y="69299"/>
                    <a:pt x="31515" y="69293"/>
                  </a:cubicBezTo>
                  <a:cubicBezTo>
                    <a:pt x="30385" y="69292"/>
                    <a:pt x="29256" y="69292"/>
                    <a:pt x="28127" y="69293"/>
                  </a:cubicBezTo>
                  <a:cubicBezTo>
                    <a:pt x="26599" y="69294"/>
                    <a:pt x="25070" y="69291"/>
                    <a:pt x="23542" y="69287"/>
                  </a:cubicBezTo>
                  <a:cubicBezTo>
                    <a:pt x="22691" y="69287"/>
                    <a:pt x="21840" y="69286"/>
                    <a:pt x="20963" y="69286"/>
                  </a:cubicBezTo>
                  <a:cubicBezTo>
                    <a:pt x="18888" y="69192"/>
                    <a:pt x="18888" y="69192"/>
                    <a:pt x="16655" y="68447"/>
                  </a:cubicBezTo>
                  <a:cubicBezTo>
                    <a:pt x="15455" y="66048"/>
                    <a:pt x="15808" y="63427"/>
                    <a:pt x="15815" y="60791"/>
                  </a:cubicBezTo>
                  <a:cubicBezTo>
                    <a:pt x="15814" y="60153"/>
                    <a:pt x="15812" y="59515"/>
                    <a:pt x="15811" y="58858"/>
                  </a:cubicBezTo>
                  <a:cubicBezTo>
                    <a:pt x="15808" y="56744"/>
                    <a:pt x="15810" y="54630"/>
                    <a:pt x="15812" y="52515"/>
                  </a:cubicBezTo>
                  <a:cubicBezTo>
                    <a:pt x="15812" y="51051"/>
                    <a:pt x="15811" y="49587"/>
                    <a:pt x="15810" y="48122"/>
                  </a:cubicBezTo>
                  <a:cubicBezTo>
                    <a:pt x="15809" y="45052"/>
                    <a:pt x="15811" y="41981"/>
                    <a:pt x="15814" y="38910"/>
                  </a:cubicBezTo>
                  <a:cubicBezTo>
                    <a:pt x="15818" y="34964"/>
                    <a:pt x="15816" y="31019"/>
                    <a:pt x="15812" y="27073"/>
                  </a:cubicBezTo>
                  <a:cubicBezTo>
                    <a:pt x="15809" y="24049"/>
                    <a:pt x="15810" y="21025"/>
                    <a:pt x="15812" y="18001"/>
                  </a:cubicBezTo>
                  <a:cubicBezTo>
                    <a:pt x="15812" y="16546"/>
                    <a:pt x="15811" y="15091"/>
                    <a:pt x="15810" y="13635"/>
                  </a:cubicBezTo>
                  <a:cubicBezTo>
                    <a:pt x="15808" y="11606"/>
                    <a:pt x="15811" y="9576"/>
                    <a:pt x="15815" y="7547"/>
                  </a:cubicBezTo>
                  <a:cubicBezTo>
                    <a:pt x="15813" y="6940"/>
                    <a:pt x="15812" y="6332"/>
                    <a:pt x="15810" y="5707"/>
                  </a:cubicBezTo>
                  <a:cubicBezTo>
                    <a:pt x="15829" y="771"/>
                    <a:pt x="15829" y="771"/>
                    <a:pt x="18566" y="638"/>
                  </a:cubicBezTo>
                  <a:close/>
                </a:path>
              </a:pathLst>
            </a:custGeom>
            <a:grpFill/>
            <a:ln w="744" cap="flat">
              <a:noFill/>
              <a:prstDash val="solid"/>
              <a:miter/>
            </a:ln>
          </p:spPr>
          <p:txBody>
            <a:bodyPr rtlCol="0" anchor="ctr"/>
            <a:lstStyle/>
            <a:p>
              <a:endParaRPr lang="zh-CN" altLang="en-US"/>
            </a:p>
          </p:txBody>
        </p:sp>
        <p:sp>
          <p:nvSpPr>
            <p:cNvPr id="123" name="任意多边形: 形状 122"/>
            <p:cNvSpPr/>
            <p:nvPr/>
          </p:nvSpPr>
          <p:spPr>
            <a:xfrm>
              <a:off x="7692097" y="1392936"/>
              <a:ext cx="150796" cy="236023"/>
            </a:xfrm>
            <a:custGeom>
              <a:avLst/>
              <a:gdLst>
                <a:gd name="connsiteX0" fmla="*/ 10988 w 150796"/>
                <a:gd name="connsiteY0" fmla="*/ 1504 h 236023"/>
                <a:gd name="connsiteX1" fmla="*/ 40754 w 150796"/>
                <a:gd name="connsiteY1" fmla="*/ 1504 h 236023"/>
                <a:gd name="connsiteX2" fmla="*/ 40754 w 150796"/>
                <a:gd name="connsiteY2" fmla="*/ 5225 h 236023"/>
                <a:gd name="connsiteX3" fmla="*/ 42196 w 150796"/>
                <a:gd name="connsiteY3" fmla="*/ 5550 h 236023"/>
                <a:gd name="connsiteX4" fmla="*/ 43730 w 150796"/>
                <a:gd name="connsiteY4" fmla="*/ 5969 h 236023"/>
                <a:gd name="connsiteX5" fmla="*/ 44474 w 150796"/>
                <a:gd name="connsiteY5" fmla="*/ 10434 h 236023"/>
                <a:gd name="connsiteX6" fmla="*/ 46707 w 150796"/>
                <a:gd name="connsiteY6" fmla="*/ 11922 h 236023"/>
                <a:gd name="connsiteX7" fmla="*/ 46707 w 150796"/>
                <a:gd name="connsiteY7" fmla="*/ 14899 h 236023"/>
                <a:gd name="connsiteX8" fmla="*/ 48939 w 150796"/>
                <a:gd name="connsiteY8" fmla="*/ 16387 h 236023"/>
                <a:gd name="connsiteX9" fmla="*/ 49683 w 150796"/>
                <a:gd name="connsiteY9" fmla="*/ 21596 h 236023"/>
                <a:gd name="connsiteX10" fmla="*/ 51916 w 150796"/>
                <a:gd name="connsiteY10" fmla="*/ 21596 h 236023"/>
                <a:gd name="connsiteX11" fmla="*/ 51916 w 150796"/>
                <a:gd name="connsiteY11" fmla="*/ 26061 h 236023"/>
                <a:gd name="connsiteX12" fmla="*/ 54148 w 150796"/>
                <a:gd name="connsiteY12" fmla="*/ 26061 h 236023"/>
                <a:gd name="connsiteX13" fmla="*/ 55637 w 150796"/>
                <a:gd name="connsiteY13" fmla="*/ 31270 h 236023"/>
                <a:gd name="connsiteX14" fmla="*/ 57125 w 150796"/>
                <a:gd name="connsiteY14" fmla="*/ 32014 h 236023"/>
                <a:gd name="connsiteX15" fmla="*/ 57450 w 150796"/>
                <a:gd name="connsiteY15" fmla="*/ 33828 h 236023"/>
                <a:gd name="connsiteX16" fmla="*/ 60101 w 150796"/>
                <a:gd name="connsiteY16" fmla="*/ 37223 h 236023"/>
                <a:gd name="connsiteX17" fmla="*/ 60473 w 150796"/>
                <a:gd name="connsiteY17" fmla="*/ 38758 h 236023"/>
                <a:gd name="connsiteX18" fmla="*/ 60846 w 150796"/>
                <a:gd name="connsiteY18" fmla="*/ 40199 h 236023"/>
                <a:gd name="connsiteX19" fmla="*/ 63078 w 150796"/>
                <a:gd name="connsiteY19" fmla="*/ 40943 h 236023"/>
                <a:gd name="connsiteX20" fmla="*/ 63078 w 150796"/>
                <a:gd name="connsiteY20" fmla="*/ 45408 h 236023"/>
                <a:gd name="connsiteX21" fmla="*/ 65310 w 150796"/>
                <a:gd name="connsiteY21" fmla="*/ 46897 h 236023"/>
                <a:gd name="connsiteX22" fmla="*/ 66055 w 150796"/>
                <a:gd name="connsiteY22" fmla="*/ 51361 h 236023"/>
                <a:gd name="connsiteX23" fmla="*/ 68287 w 150796"/>
                <a:gd name="connsiteY23" fmla="*/ 51361 h 236023"/>
                <a:gd name="connsiteX24" fmla="*/ 68147 w 150796"/>
                <a:gd name="connsiteY24" fmla="*/ 53919 h 236023"/>
                <a:gd name="connsiteX25" fmla="*/ 68287 w 150796"/>
                <a:gd name="connsiteY25" fmla="*/ 56570 h 236023"/>
                <a:gd name="connsiteX26" fmla="*/ 70519 w 150796"/>
                <a:gd name="connsiteY26" fmla="*/ 57315 h 236023"/>
                <a:gd name="connsiteX27" fmla="*/ 72008 w 150796"/>
                <a:gd name="connsiteY27" fmla="*/ 61035 h 236023"/>
                <a:gd name="connsiteX28" fmla="*/ 73496 w 150796"/>
                <a:gd name="connsiteY28" fmla="*/ 61779 h 236023"/>
                <a:gd name="connsiteX29" fmla="*/ 73821 w 150796"/>
                <a:gd name="connsiteY29" fmla="*/ 63965 h 236023"/>
                <a:gd name="connsiteX30" fmla="*/ 74240 w 150796"/>
                <a:gd name="connsiteY30" fmla="*/ 66244 h 236023"/>
                <a:gd name="connsiteX31" fmla="*/ 76472 w 150796"/>
                <a:gd name="connsiteY31" fmla="*/ 67733 h 236023"/>
                <a:gd name="connsiteX32" fmla="*/ 77961 w 150796"/>
                <a:gd name="connsiteY32" fmla="*/ 71453 h 236023"/>
                <a:gd name="connsiteX33" fmla="*/ 79449 w 150796"/>
                <a:gd name="connsiteY33" fmla="*/ 71453 h 236023"/>
                <a:gd name="connsiteX34" fmla="*/ 79449 w 150796"/>
                <a:gd name="connsiteY34" fmla="*/ 77406 h 236023"/>
                <a:gd name="connsiteX35" fmla="*/ 81681 w 150796"/>
                <a:gd name="connsiteY35" fmla="*/ 77406 h 236023"/>
                <a:gd name="connsiteX36" fmla="*/ 82426 w 150796"/>
                <a:gd name="connsiteY36" fmla="*/ 81871 h 236023"/>
                <a:gd name="connsiteX37" fmla="*/ 84658 w 150796"/>
                <a:gd name="connsiteY37" fmla="*/ 81871 h 236023"/>
                <a:gd name="connsiteX38" fmla="*/ 84891 w 150796"/>
                <a:gd name="connsiteY38" fmla="*/ 84336 h 236023"/>
                <a:gd name="connsiteX39" fmla="*/ 87635 w 150796"/>
                <a:gd name="connsiteY39" fmla="*/ 89313 h 236023"/>
                <a:gd name="connsiteX40" fmla="*/ 88379 w 150796"/>
                <a:gd name="connsiteY40" fmla="*/ 91545 h 236023"/>
                <a:gd name="connsiteX41" fmla="*/ 89867 w 150796"/>
                <a:gd name="connsiteY41" fmla="*/ 92289 h 236023"/>
                <a:gd name="connsiteX42" fmla="*/ 91355 w 150796"/>
                <a:gd name="connsiteY42" fmla="*/ 97498 h 236023"/>
                <a:gd name="connsiteX43" fmla="*/ 92844 w 150796"/>
                <a:gd name="connsiteY43" fmla="*/ 98242 h 236023"/>
                <a:gd name="connsiteX44" fmla="*/ 93588 w 150796"/>
                <a:gd name="connsiteY44" fmla="*/ 102707 h 236023"/>
                <a:gd name="connsiteX45" fmla="*/ 95820 w 150796"/>
                <a:gd name="connsiteY45" fmla="*/ 102707 h 236023"/>
                <a:gd name="connsiteX46" fmla="*/ 95820 w 150796"/>
                <a:gd name="connsiteY46" fmla="*/ 107916 h 236023"/>
                <a:gd name="connsiteX47" fmla="*/ 98053 w 150796"/>
                <a:gd name="connsiteY47" fmla="*/ 107916 h 236023"/>
                <a:gd name="connsiteX48" fmla="*/ 99541 w 150796"/>
                <a:gd name="connsiteY48" fmla="*/ 112381 h 236023"/>
                <a:gd name="connsiteX49" fmla="*/ 101029 w 150796"/>
                <a:gd name="connsiteY49" fmla="*/ 113125 h 236023"/>
                <a:gd name="connsiteX50" fmla="*/ 101355 w 150796"/>
                <a:gd name="connsiteY50" fmla="*/ 115264 h 236023"/>
                <a:gd name="connsiteX51" fmla="*/ 104006 w 150796"/>
                <a:gd name="connsiteY51" fmla="*/ 119822 h 236023"/>
                <a:gd name="connsiteX52" fmla="*/ 104750 w 150796"/>
                <a:gd name="connsiteY52" fmla="*/ 122799 h 236023"/>
                <a:gd name="connsiteX53" fmla="*/ 106238 w 150796"/>
                <a:gd name="connsiteY53" fmla="*/ 123543 h 236023"/>
                <a:gd name="connsiteX54" fmla="*/ 106564 w 150796"/>
                <a:gd name="connsiteY54" fmla="*/ 125775 h 236023"/>
                <a:gd name="connsiteX55" fmla="*/ 106982 w 150796"/>
                <a:gd name="connsiteY55" fmla="*/ 128008 h 236023"/>
                <a:gd name="connsiteX56" fmla="*/ 109215 w 150796"/>
                <a:gd name="connsiteY56" fmla="*/ 128752 h 236023"/>
                <a:gd name="connsiteX57" fmla="*/ 110703 w 150796"/>
                <a:gd name="connsiteY57" fmla="*/ 133217 h 236023"/>
                <a:gd name="connsiteX58" fmla="*/ 112191 w 150796"/>
                <a:gd name="connsiteY58" fmla="*/ 133217 h 236023"/>
                <a:gd name="connsiteX59" fmla="*/ 112470 w 150796"/>
                <a:gd name="connsiteY59" fmla="*/ 135775 h 236023"/>
                <a:gd name="connsiteX60" fmla="*/ 112935 w 150796"/>
                <a:gd name="connsiteY60" fmla="*/ 138426 h 236023"/>
                <a:gd name="connsiteX61" fmla="*/ 114424 w 150796"/>
                <a:gd name="connsiteY61" fmla="*/ 139170 h 236023"/>
                <a:gd name="connsiteX62" fmla="*/ 115168 w 150796"/>
                <a:gd name="connsiteY62" fmla="*/ 143635 h 236023"/>
                <a:gd name="connsiteX63" fmla="*/ 117400 w 150796"/>
                <a:gd name="connsiteY63" fmla="*/ 143635 h 236023"/>
                <a:gd name="connsiteX64" fmla="*/ 117214 w 150796"/>
                <a:gd name="connsiteY64" fmla="*/ 146146 h 236023"/>
                <a:gd name="connsiteX65" fmla="*/ 117400 w 150796"/>
                <a:gd name="connsiteY65" fmla="*/ 148844 h 236023"/>
                <a:gd name="connsiteX66" fmla="*/ 120377 w 150796"/>
                <a:gd name="connsiteY66" fmla="*/ 150332 h 236023"/>
                <a:gd name="connsiteX67" fmla="*/ 121121 w 150796"/>
                <a:gd name="connsiteY67" fmla="*/ 153309 h 236023"/>
                <a:gd name="connsiteX68" fmla="*/ 122609 w 150796"/>
                <a:gd name="connsiteY68" fmla="*/ 154053 h 236023"/>
                <a:gd name="connsiteX69" fmla="*/ 122935 w 150796"/>
                <a:gd name="connsiteY69" fmla="*/ 156239 h 236023"/>
                <a:gd name="connsiteX70" fmla="*/ 123353 w 150796"/>
                <a:gd name="connsiteY70" fmla="*/ 158518 h 236023"/>
                <a:gd name="connsiteX71" fmla="*/ 125586 w 150796"/>
                <a:gd name="connsiteY71" fmla="*/ 160006 h 236023"/>
                <a:gd name="connsiteX72" fmla="*/ 126330 w 150796"/>
                <a:gd name="connsiteY72" fmla="*/ 164471 h 236023"/>
                <a:gd name="connsiteX73" fmla="*/ 128562 w 150796"/>
                <a:gd name="connsiteY73" fmla="*/ 163727 h 236023"/>
                <a:gd name="connsiteX74" fmla="*/ 128841 w 150796"/>
                <a:gd name="connsiteY74" fmla="*/ 166285 h 236023"/>
                <a:gd name="connsiteX75" fmla="*/ 129306 w 150796"/>
                <a:gd name="connsiteY75" fmla="*/ 168936 h 236023"/>
                <a:gd name="connsiteX76" fmla="*/ 130795 w 150796"/>
                <a:gd name="connsiteY76" fmla="*/ 169680 h 236023"/>
                <a:gd name="connsiteX77" fmla="*/ 133027 w 150796"/>
                <a:gd name="connsiteY77" fmla="*/ 174889 h 236023"/>
                <a:gd name="connsiteX78" fmla="*/ 133771 w 150796"/>
                <a:gd name="connsiteY78" fmla="*/ 1504 h 236023"/>
                <a:gd name="connsiteX79" fmla="*/ 161305 w 150796"/>
                <a:gd name="connsiteY79" fmla="*/ 1504 h 236023"/>
                <a:gd name="connsiteX80" fmla="*/ 161419 w 150796"/>
                <a:gd name="connsiteY80" fmla="*/ 91336 h 236023"/>
                <a:gd name="connsiteX81" fmla="*/ 161427 w 150796"/>
                <a:gd name="connsiteY81" fmla="*/ 101929 h 236023"/>
                <a:gd name="connsiteX82" fmla="*/ 161429 w 150796"/>
                <a:gd name="connsiteY82" fmla="*/ 104060 h 236023"/>
                <a:gd name="connsiteX83" fmla="*/ 161477 w 150796"/>
                <a:gd name="connsiteY83" fmla="*/ 138257 h 236023"/>
                <a:gd name="connsiteX84" fmla="*/ 161515 w 150796"/>
                <a:gd name="connsiteY84" fmla="*/ 173320 h 236023"/>
                <a:gd name="connsiteX85" fmla="*/ 161545 w 150796"/>
                <a:gd name="connsiteY85" fmla="*/ 194973 h 236023"/>
                <a:gd name="connsiteX86" fmla="*/ 161558 w 150796"/>
                <a:gd name="connsiteY86" fmla="*/ 209801 h 236023"/>
                <a:gd name="connsiteX87" fmla="*/ 161571 w 150796"/>
                <a:gd name="connsiteY87" fmla="*/ 218369 h 236023"/>
                <a:gd name="connsiteX88" fmla="*/ 161573 w 150796"/>
                <a:gd name="connsiteY88" fmla="*/ 227636 h 236023"/>
                <a:gd name="connsiteX89" fmla="*/ 161593 w 150796"/>
                <a:gd name="connsiteY89" fmla="*/ 230402 h 236023"/>
                <a:gd name="connsiteX90" fmla="*/ 161579 w 150796"/>
                <a:gd name="connsiteY90" fmla="*/ 232888 h 236023"/>
                <a:gd name="connsiteX91" fmla="*/ 161582 w 150796"/>
                <a:gd name="connsiteY91" fmla="*/ 235052 h 236023"/>
                <a:gd name="connsiteX92" fmla="*/ 161305 w 150796"/>
                <a:gd name="connsiteY92" fmla="*/ 236652 h 236023"/>
                <a:gd name="connsiteX93" fmla="*/ 153209 w 150796"/>
                <a:gd name="connsiteY93" fmla="*/ 237495 h 236023"/>
                <a:gd name="connsiteX94" fmla="*/ 151478 w 150796"/>
                <a:gd name="connsiteY94" fmla="*/ 237498 h 236023"/>
                <a:gd name="connsiteX95" fmla="*/ 147858 w 150796"/>
                <a:gd name="connsiteY95" fmla="*/ 237494 h 236023"/>
                <a:gd name="connsiteX96" fmla="*/ 142307 w 150796"/>
                <a:gd name="connsiteY96" fmla="*/ 237498 h 236023"/>
                <a:gd name="connsiteX97" fmla="*/ 138791 w 150796"/>
                <a:gd name="connsiteY97" fmla="*/ 237495 h 236023"/>
                <a:gd name="connsiteX98" fmla="*/ 137109 w 150796"/>
                <a:gd name="connsiteY98" fmla="*/ 237500 h 236023"/>
                <a:gd name="connsiteX99" fmla="*/ 131539 w 150796"/>
                <a:gd name="connsiteY99" fmla="*/ 236652 h 236023"/>
                <a:gd name="connsiteX100" fmla="*/ 131213 w 150796"/>
                <a:gd name="connsiteY100" fmla="*/ 235211 h 236023"/>
                <a:gd name="connsiteX101" fmla="*/ 128562 w 150796"/>
                <a:gd name="connsiteY101" fmla="*/ 232188 h 236023"/>
                <a:gd name="connsiteX102" fmla="*/ 128190 w 150796"/>
                <a:gd name="connsiteY102" fmla="*/ 229537 h 236023"/>
                <a:gd name="connsiteX103" fmla="*/ 127818 w 150796"/>
                <a:gd name="connsiteY103" fmla="*/ 226979 h 236023"/>
                <a:gd name="connsiteX104" fmla="*/ 125586 w 150796"/>
                <a:gd name="connsiteY104" fmla="*/ 226234 h 236023"/>
                <a:gd name="connsiteX105" fmla="*/ 125586 w 150796"/>
                <a:gd name="connsiteY105" fmla="*/ 222514 h 236023"/>
                <a:gd name="connsiteX106" fmla="*/ 123353 w 150796"/>
                <a:gd name="connsiteY106" fmla="*/ 222514 h 236023"/>
                <a:gd name="connsiteX107" fmla="*/ 121865 w 150796"/>
                <a:gd name="connsiteY107" fmla="*/ 217305 h 236023"/>
                <a:gd name="connsiteX108" fmla="*/ 120377 w 150796"/>
                <a:gd name="connsiteY108" fmla="*/ 216561 h 236023"/>
                <a:gd name="connsiteX109" fmla="*/ 120051 w 150796"/>
                <a:gd name="connsiteY109" fmla="*/ 214793 h 236023"/>
                <a:gd name="connsiteX110" fmla="*/ 118516 w 150796"/>
                <a:gd name="connsiteY110" fmla="*/ 211724 h 236023"/>
                <a:gd name="connsiteX111" fmla="*/ 116656 w 150796"/>
                <a:gd name="connsiteY111" fmla="*/ 206887 h 236023"/>
                <a:gd name="connsiteX112" fmla="*/ 115168 w 150796"/>
                <a:gd name="connsiteY112" fmla="*/ 206143 h 236023"/>
                <a:gd name="connsiteX113" fmla="*/ 114424 w 150796"/>
                <a:gd name="connsiteY113" fmla="*/ 201678 h 236023"/>
                <a:gd name="connsiteX114" fmla="*/ 112191 w 150796"/>
                <a:gd name="connsiteY114" fmla="*/ 201678 h 236023"/>
                <a:gd name="connsiteX115" fmla="*/ 111959 w 150796"/>
                <a:gd name="connsiteY115" fmla="*/ 199492 h 236023"/>
                <a:gd name="connsiteX116" fmla="*/ 111447 w 150796"/>
                <a:gd name="connsiteY116" fmla="*/ 197213 h 236023"/>
                <a:gd name="connsiteX117" fmla="*/ 109215 w 150796"/>
                <a:gd name="connsiteY117" fmla="*/ 196469 h 236023"/>
                <a:gd name="connsiteX118" fmla="*/ 108471 w 150796"/>
                <a:gd name="connsiteY118" fmla="*/ 192004 h 236023"/>
                <a:gd name="connsiteX119" fmla="*/ 106982 w 150796"/>
                <a:gd name="connsiteY119" fmla="*/ 191260 h 236023"/>
                <a:gd name="connsiteX120" fmla="*/ 106238 w 150796"/>
                <a:gd name="connsiteY120" fmla="*/ 186051 h 236023"/>
                <a:gd name="connsiteX121" fmla="*/ 104006 w 150796"/>
                <a:gd name="connsiteY121" fmla="*/ 186051 h 236023"/>
                <a:gd name="connsiteX122" fmla="*/ 103262 w 150796"/>
                <a:gd name="connsiteY122" fmla="*/ 182330 h 236023"/>
                <a:gd name="connsiteX123" fmla="*/ 102145 w 150796"/>
                <a:gd name="connsiteY123" fmla="*/ 181214 h 236023"/>
                <a:gd name="connsiteX124" fmla="*/ 100285 w 150796"/>
                <a:gd name="connsiteY124" fmla="*/ 176377 h 236023"/>
                <a:gd name="connsiteX125" fmla="*/ 98797 w 150796"/>
                <a:gd name="connsiteY125" fmla="*/ 175633 h 236023"/>
                <a:gd name="connsiteX126" fmla="*/ 98471 w 150796"/>
                <a:gd name="connsiteY126" fmla="*/ 173773 h 236023"/>
                <a:gd name="connsiteX127" fmla="*/ 98053 w 150796"/>
                <a:gd name="connsiteY127" fmla="*/ 171912 h 236023"/>
                <a:gd name="connsiteX128" fmla="*/ 95820 w 150796"/>
                <a:gd name="connsiteY128" fmla="*/ 171168 h 236023"/>
                <a:gd name="connsiteX129" fmla="*/ 94332 w 150796"/>
                <a:gd name="connsiteY129" fmla="*/ 165959 h 236023"/>
                <a:gd name="connsiteX130" fmla="*/ 92844 w 150796"/>
                <a:gd name="connsiteY130" fmla="*/ 165959 h 236023"/>
                <a:gd name="connsiteX131" fmla="*/ 92565 w 150796"/>
                <a:gd name="connsiteY131" fmla="*/ 163773 h 236023"/>
                <a:gd name="connsiteX132" fmla="*/ 92099 w 150796"/>
                <a:gd name="connsiteY132" fmla="*/ 161494 h 236023"/>
                <a:gd name="connsiteX133" fmla="*/ 90611 w 150796"/>
                <a:gd name="connsiteY133" fmla="*/ 160750 h 236023"/>
                <a:gd name="connsiteX134" fmla="*/ 89123 w 150796"/>
                <a:gd name="connsiteY134" fmla="*/ 157029 h 236023"/>
                <a:gd name="connsiteX135" fmla="*/ 87635 w 150796"/>
                <a:gd name="connsiteY135" fmla="*/ 156285 h 236023"/>
                <a:gd name="connsiteX136" fmla="*/ 87309 w 150796"/>
                <a:gd name="connsiteY136" fmla="*/ 153727 h 236023"/>
                <a:gd name="connsiteX137" fmla="*/ 86890 w 150796"/>
                <a:gd name="connsiteY137" fmla="*/ 151076 h 236023"/>
                <a:gd name="connsiteX138" fmla="*/ 84658 w 150796"/>
                <a:gd name="connsiteY138" fmla="*/ 149588 h 236023"/>
                <a:gd name="connsiteX139" fmla="*/ 83914 w 150796"/>
                <a:gd name="connsiteY139" fmla="*/ 146611 h 236023"/>
                <a:gd name="connsiteX140" fmla="*/ 82426 w 150796"/>
                <a:gd name="connsiteY140" fmla="*/ 145867 h 236023"/>
                <a:gd name="connsiteX141" fmla="*/ 80937 w 150796"/>
                <a:gd name="connsiteY141" fmla="*/ 140658 h 236023"/>
                <a:gd name="connsiteX142" fmla="*/ 79449 w 150796"/>
                <a:gd name="connsiteY142" fmla="*/ 139914 h 236023"/>
                <a:gd name="connsiteX143" fmla="*/ 78705 w 150796"/>
                <a:gd name="connsiteY143" fmla="*/ 138007 h 236023"/>
                <a:gd name="connsiteX144" fmla="*/ 77961 w 150796"/>
                <a:gd name="connsiteY144" fmla="*/ 136193 h 236023"/>
                <a:gd name="connsiteX145" fmla="*/ 76472 w 150796"/>
                <a:gd name="connsiteY145" fmla="*/ 136193 h 236023"/>
                <a:gd name="connsiteX146" fmla="*/ 76472 w 150796"/>
                <a:gd name="connsiteY146" fmla="*/ 130240 h 236023"/>
                <a:gd name="connsiteX147" fmla="*/ 74240 w 150796"/>
                <a:gd name="connsiteY147" fmla="*/ 130240 h 236023"/>
                <a:gd name="connsiteX148" fmla="*/ 72752 w 150796"/>
                <a:gd name="connsiteY148" fmla="*/ 125775 h 236023"/>
                <a:gd name="connsiteX149" fmla="*/ 71264 w 150796"/>
                <a:gd name="connsiteY149" fmla="*/ 125775 h 236023"/>
                <a:gd name="connsiteX150" fmla="*/ 71031 w 150796"/>
                <a:gd name="connsiteY150" fmla="*/ 123311 h 236023"/>
                <a:gd name="connsiteX151" fmla="*/ 68287 w 150796"/>
                <a:gd name="connsiteY151" fmla="*/ 118334 h 236023"/>
                <a:gd name="connsiteX152" fmla="*/ 67543 w 150796"/>
                <a:gd name="connsiteY152" fmla="*/ 116102 h 236023"/>
                <a:gd name="connsiteX153" fmla="*/ 66055 w 150796"/>
                <a:gd name="connsiteY153" fmla="*/ 115358 h 236023"/>
                <a:gd name="connsiteX154" fmla="*/ 64566 w 150796"/>
                <a:gd name="connsiteY154" fmla="*/ 110149 h 236023"/>
                <a:gd name="connsiteX155" fmla="*/ 63078 w 150796"/>
                <a:gd name="connsiteY155" fmla="*/ 109404 h 236023"/>
                <a:gd name="connsiteX156" fmla="*/ 62334 w 150796"/>
                <a:gd name="connsiteY156" fmla="*/ 104940 h 236023"/>
                <a:gd name="connsiteX157" fmla="*/ 60101 w 150796"/>
                <a:gd name="connsiteY157" fmla="*/ 104940 h 236023"/>
                <a:gd name="connsiteX158" fmla="*/ 60101 w 150796"/>
                <a:gd name="connsiteY158" fmla="*/ 99731 h 236023"/>
                <a:gd name="connsiteX159" fmla="*/ 57869 w 150796"/>
                <a:gd name="connsiteY159" fmla="*/ 99731 h 236023"/>
                <a:gd name="connsiteX160" fmla="*/ 56381 w 150796"/>
                <a:gd name="connsiteY160" fmla="*/ 95266 h 236023"/>
                <a:gd name="connsiteX161" fmla="*/ 54892 w 150796"/>
                <a:gd name="connsiteY161" fmla="*/ 94522 h 236023"/>
                <a:gd name="connsiteX162" fmla="*/ 54567 w 150796"/>
                <a:gd name="connsiteY162" fmla="*/ 92336 h 236023"/>
                <a:gd name="connsiteX163" fmla="*/ 54148 w 150796"/>
                <a:gd name="connsiteY163" fmla="*/ 90057 h 236023"/>
                <a:gd name="connsiteX164" fmla="*/ 51916 w 150796"/>
                <a:gd name="connsiteY164" fmla="*/ 88568 h 236023"/>
                <a:gd name="connsiteX165" fmla="*/ 51172 w 150796"/>
                <a:gd name="connsiteY165" fmla="*/ 84104 h 236023"/>
                <a:gd name="connsiteX166" fmla="*/ 48939 w 150796"/>
                <a:gd name="connsiteY166" fmla="*/ 84104 h 236023"/>
                <a:gd name="connsiteX167" fmla="*/ 48939 w 150796"/>
                <a:gd name="connsiteY167" fmla="*/ 78895 h 236023"/>
                <a:gd name="connsiteX168" fmla="*/ 46707 w 150796"/>
                <a:gd name="connsiteY168" fmla="*/ 78895 h 236023"/>
                <a:gd name="connsiteX169" fmla="*/ 45219 w 150796"/>
                <a:gd name="connsiteY169" fmla="*/ 74430 h 236023"/>
                <a:gd name="connsiteX170" fmla="*/ 43730 w 150796"/>
                <a:gd name="connsiteY170" fmla="*/ 74430 h 236023"/>
                <a:gd name="connsiteX171" fmla="*/ 43451 w 150796"/>
                <a:gd name="connsiteY171" fmla="*/ 71872 h 236023"/>
                <a:gd name="connsiteX172" fmla="*/ 42986 w 150796"/>
                <a:gd name="connsiteY172" fmla="*/ 69221 h 236023"/>
                <a:gd name="connsiteX173" fmla="*/ 41498 w 150796"/>
                <a:gd name="connsiteY173" fmla="*/ 68477 h 236023"/>
                <a:gd name="connsiteX174" fmla="*/ 39917 w 150796"/>
                <a:gd name="connsiteY174" fmla="*/ 65082 h 236023"/>
                <a:gd name="connsiteX175" fmla="*/ 39120 w 150796"/>
                <a:gd name="connsiteY175" fmla="*/ 63218 h 236023"/>
                <a:gd name="connsiteX176" fmla="*/ 38521 w 150796"/>
                <a:gd name="connsiteY176" fmla="*/ 61779 h 236023"/>
                <a:gd name="connsiteX177" fmla="*/ 38525 w 150796"/>
                <a:gd name="connsiteY177" fmla="*/ 64508 h 236023"/>
                <a:gd name="connsiteX178" fmla="*/ 38597 w 150796"/>
                <a:gd name="connsiteY178" fmla="*/ 128575 h 236023"/>
                <a:gd name="connsiteX179" fmla="*/ 38603 w 150796"/>
                <a:gd name="connsiteY179" fmla="*/ 136452 h 236023"/>
                <a:gd name="connsiteX180" fmla="*/ 38604 w 150796"/>
                <a:gd name="connsiteY180" fmla="*/ 138037 h 236023"/>
                <a:gd name="connsiteX181" fmla="*/ 38636 w 150796"/>
                <a:gd name="connsiteY181" fmla="*/ 163464 h 236023"/>
                <a:gd name="connsiteX182" fmla="*/ 38661 w 150796"/>
                <a:gd name="connsiteY182" fmla="*/ 189536 h 236023"/>
                <a:gd name="connsiteX183" fmla="*/ 38679 w 150796"/>
                <a:gd name="connsiteY183" fmla="*/ 204188 h 236023"/>
                <a:gd name="connsiteX184" fmla="*/ 38690 w 150796"/>
                <a:gd name="connsiteY184" fmla="*/ 217961 h 236023"/>
                <a:gd name="connsiteX185" fmla="*/ 38699 w 150796"/>
                <a:gd name="connsiteY185" fmla="*/ 223033 h 236023"/>
                <a:gd name="connsiteX186" fmla="*/ 38700 w 150796"/>
                <a:gd name="connsiteY186" fmla="*/ 229924 h 236023"/>
                <a:gd name="connsiteX187" fmla="*/ 38713 w 150796"/>
                <a:gd name="connsiteY187" fmla="*/ 231979 h 236023"/>
                <a:gd name="connsiteX188" fmla="*/ 38521 w 150796"/>
                <a:gd name="connsiteY188" fmla="*/ 236652 h 236023"/>
                <a:gd name="connsiteX189" fmla="*/ 31568 w 150796"/>
                <a:gd name="connsiteY189" fmla="*/ 237495 h 236023"/>
                <a:gd name="connsiteX190" fmla="*/ 29934 w 150796"/>
                <a:gd name="connsiteY190" fmla="*/ 237498 h 236023"/>
                <a:gd name="connsiteX191" fmla="*/ 26511 w 150796"/>
                <a:gd name="connsiteY191" fmla="*/ 237494 h 236023"/>
                <a:gd name="connsiteX192" fmla="*/ 21264 w 150796"/>
                <a:gd name="connsiteY192" fmla="*/ 237498 h 236023"/>
                <a:gd name="connsiteX193" fmla="*/ 17941 w 150796"/>
                <a:gd name="connsiteY193" fmla="*/ 237495 h 236023"/>
                <a:gd name="connsiteX194" fmla="*/ 16351 w 150796"/>
                <a:gd name="connsiteY194" fmla="*/ 237500 h 236023"/>
                <a:gd name="connsiteX195" fmla="*/ 10988 w 150796"/>
                <a:gd name="connsiteY195" fmla="*/ 236652 h 236023"/>
                <a:gd name="connsiteX196" fmla="*/ 10805 w 150796"/>
                <a:gd name="connsiteY196" fmla="*/ 232888 h 236023"/>
                <a:gd name="connsiteX197" fmla="*/ 10796 w 150796"/>
                <a:gd name="connsiteY197" fmla="*/ 230402 h 236023"/>
                <a:gd name="connsiteX198" fmla="*/ 10809 w 150796"/>
                <a:gd name="connsiteY198" fmla="*/ 227636 h 236023"/>
                <a:gd name="connsiteX199" fmla="*/ 10805 w 150796"/>
                <a:gd name="connsiteY199" fmla="*/ 224724 h 236023"/>
                <a:gd name="connsiteX200" fmla="*/ 10815 w 150796"/>
                <a:gd name="connsiteY200" fmla="*/ 216686 h 236023"/>
                <a:gd name="connsiteX201" fmla="*/ 10818 w 150796"/>
                <a:gd name="connsiteY201" fmla="*/ 208032 h 236023"/>
                <a:gd name="connsiteX202" fmla="*/ 10831 w 150796"/>
                <a:gd name="connsiteY202" fmla="*/ 193025 h 236023"/>
                <a:gd name="connsiteX203" fmla="*/ 10849 w 150796"/>
                <a:gd name="connsiteY203" fmla="*/ 171328 h 236023"/>
                <a:gd name="connsiteX204" fmla="*/ 10876 w 150796"/>
                <a:gd name="connsiteY204" fmla="*/ 136130 h 236023"/>
                <a:gd name="connsiteX205" fmla="*/ 10906 w 150796"/>
                <a:gd name="connsiteY205" fmla="*/ 101929 h 236023"/>
                <a:gd name="connsiteX206" fmla="*/ 10908 w 150796"/>
                <a:gd name="connsiteY206" fmla="*/ 99802 h 236023"/>
                <a:gd name="connsiteX207" fmla="*/ 10913 w 150796"/>
                <a:gd name="connsiteY207" fmla="*/ 89234 h 236023"/>
                <a:gd name="connsiteX208" fmla="*/ 10988 w 150796"/>
                <a:gd name="connsiteY208" fmla="*/ 1504 h 236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50796" h="236023">
                  <a:moveTo>
                    <a:pt x="10988" y="1504"/>
                  </a:moveTo>
                  <a:cubicBezTo>
                    <a:pt x="20811" y="1504"/>
                    <a:pt x="30633" y="1504"/>
                    <a:pt x="40754" y="1504"/>
                  </a:cubicBezTo>
                  <a:cubicBezTo>
                    <a:pt x="40754" y="2732"/>
                    <a:pt x="40754" y="3960"/>
                    <a:pt x="40754" y="5225"/>
                  </a:cubicBezTo>
                  <a:cubicBezTo>
                    <a:pt x="41467" y="5386"/>
                    <a:pt x="41467" y="5386"/>
                    <a:pt x="42196" y="5550"/>
                  </a:cubicBezTo>
                  <a:cubicBezTo>
                    <a:pt x="42955" y="5757"/>
                    <a:pt x="42955" y="5757"/>
                    <a:pt x="43730" y="5969"/>
                  </a:cubicBezTo>
                  <a:cubicBezTo>
                    <a:pt x="44014" y="7451"/>
                    <a:pt x="44261" y="8940"/>
                    <a:pt x="44474" y="10434"/>
                  </a:cubicBezTo>
                  <a:cubicBezTo>
                    <a:pt x="45211" y="10925"/>
                    <a:pt x="45948" y="11416"/>
                    <a:pt x="46707" y="11922"/>
                  </a:cubicBezTo>
                  <a:cubicBezTo>
                    <a:pt x="46707" y="12904"/>
                    <a:pt x="46707" y="13886"/>
                    <a:pt x="46707" y="14899"/>
                  </a:cubicBezTo>
                  <a:cubicBezTo>
                    <a:pt x="47444" y="15390"/>
                    <a:pt x="48180" y="15881"/>
                    <a:pt x="48939" y="16387"/>
                  </a:cubicBezTo>
                  <a:cubicBezTo>
                    <a:pt x="49451" y="19084"/>
                    <a:pt x="49451" y="19084"/>
                    <a:pt x="49683" y="21596"/>
                  </a:cubicBezTo>
                  <a:cubicBezTo>
                    <a:pt x="50420" y="21596"/>
                    <a:pt x="51157" y="21596"/>
                    <a:pt x="51916" y="21596"/>
                  </a:cubicBezTo>
                  <a:cubicBezTo>
                    <a:pt x="51916" y="23069"/>
                    <a:pt x="51916" y="24543"/>
                    <a:pt x="51916" y="26061"/>
                  </a:cubicBezTo>
                  <a:cubicBezTo>
                    <a:pt x="52653" y="26061"/>
                    <a:pt x="53389" y="26061"/>
                    <a:pt x="54148" y="26061"/>
                  </a:cubicBezTo>
                  <a:cubicBezTo>
                    <a:pt x="54682" y="27786"/>
                    <a:pt x="55177" y="29523"/>
                    <a:pt x="55637" y="31270"/>
                  </a:cubicBezTo>
                  <a:cubicBezTo>
                    <a:pt x="56373" y="31638"/>
                    <a:pt x="56373" y="31638"/>
                    <a:pt x="57125" y="32014"/>
                  </a:cubicBezTo>
                  <a:cubicBezTo>
                    <a:pt x="57232" y="32612"/>
                    <a:pt x="57340" y="33211"/>
                    <a:pt x="57450" y="33828"/>
                  </a:cubicBezTo>
                  <a:cubicBezTo>
                    <a:pt x="57694" y="35991"/>
                    <a:pt x="57694" y="35991"/>
                    <a:pt x="60101" y="37223"/>
                  </a:cubicBezTo>
                  <a:cubicBezTo>
                    <a:pt x="60224" y="37729"/>
                    <a:pt x="60347" y="38236"/>
                    <a:pt x="60473" y="38758"/>
                  </a:cubicBezTo>
                  <a:cubicBezTo>
                    <a:pt x="60596" y="39233"/>
                    <a:pt x="60719" y="39709"/>
                    <a:pt x="60846" y="40199"/>
                  </a:cubicBezTo>
                  <a:cubicBezTo>
                    <a:pt x="61951" y="40568"/>
                    <a:pt x="61951" y="40568"/>
                    <a:pt x="63078" y="40943"/>
                  </a:cubicBezTo>
                  <a:cubicBezTo>
                    <a:pt x="63078" y="42432"/>
                    <a:pt x="63078" y="43920"/>
                    <a:pt x="63078" y="45408"/>
                  </a:cubicBezTo>
                  <a:cubicBezTo>
                    <a:pt x="64183" y="46145"/>
                    <a:pt x="64183" y="46145"/>
                    <a:pt x="65310" y="46897"/>
                  </a:cubicBezTo>
                  <a:cubicBezTo>
                    <a:pt x="65822" y="49222"/>
                    <a:pt x="65822" y="49222"/>
                    <a:pt x="66055" y="51361"/>
                  </a:cubicBezTo>
                  <a:cubicBezTo>
                    <a:pt x="66791" y="51361"/>
                    <a:pt x="67528" y="51361"/>
                    <a:pt x="68287" y="51361"/>
                  </a:cubicBezTo>
                  <a:cubicBezTo>
                    <a:pt x="68218" y="52628"/>
                    <a:pt x="68218" y="52628"/>
                    <a:pt x="68147" y="53919"/>
                  </a:cubicBezTo>
                  <a:cubicBezTo>
                    <a:pt x="68193" y="54794"/>
                    <a:pt x="68240" y="55669"/>
                    <a:pt x="68287" y="56570"/>
                  </a:cubicBezTo>
                  <a:cubicBezTo>
                    <a:pt x="69392" y="56939"/>
                    <a:pt x="69392" y="56939"/>
                    <a:pt x="70519" y="57315"/>
                  </a:cubicBezTo>
                  <a:cubicBezTo>
                    <a:pt x="71042" y="58544"/>
                    <a:pt x="71539" y="59785"/>
                    <a:pt x="72008" y="61035"/>
                  </a:cubicBezTo>
                  <a:cubicBezTo>
                    <a:pt x="72499" y="61281"/>
                    <a:pt x="72990" y="61526"/>
                    <a:pt x="73496" y="61779"/>
                  </a:cubicBezTo>
                  <a:cubicBezTo>
                    <a:pt x="73657" y="62861"/>
                    <a:pt x="73657" y="62861"/>
                    <a:pt x="73821" y="63965"/>
                  </a:cubicBezTo>
                  <a:cubicBezTo>
                    <a:pt x="74029" y="65093"/>
                    <a:pt x="74029" y="65093"/>
                    <a:pt x="74240" y="66244"/>
                  </a:cubicBezTo>
                  <a:cubicBezTo>
                    <a:pt x="75345" y="66981"/>
                    <a:pt x="75345" y="66981"/>
                    <a:pt x="76472" y="67733"/>
                  </a:cubicBezTo>
                  <a:cubicBezTo>
                    <a:pt x="76974" y="68971"/>
                    <a:pt x="77470" y="70211"/>
                    <a:pt x="77961" y="71453"/>
                  </a:cubicBezTo>
                  <a:cubicBezTo>
                    <a:pt x="78452" y="71453"/>
                    <a:pt x="78943" y="71453"/>
                    <a:pt x="79449" y="71453"/>
                  </a:cubicBezTo>
                  <a:cubicBezTo>
                    <a:pt x="79449" y="73418"/>
                    <a:pt x="79449" y="75382"/>
                    <a:pt x="79449" y="77406"/>
                  </a:cubicBezTo>
                  <a:cubicBezTo>
                    <a:pt x="80186" y="77406"/>
                    <a:pt x="80922" y="77406"/>
                    <a:pt x="81681" y="77406"/>
                  </a:cubicBezTo>
                  <a:cubicBezTo>
                    <a:pt x="81927" y="78880"/>
                    <a:pt x="82173" y="80353"/>
                    <a:pt x="82426" y="81871"/>
                  </a:cubicBezTo>
                  <a:cubicBezTo>
                    <a:pt x="83162" y="81871"/>
                    <a:pt x="83899" y="81871"/>
                    <a:pt x="84658" y="81871"/>
                  </a:cubicBezTo>
                  <a:cubicBezTo>
                    <a:pt x="84735" y="82685"/>
                    <a:pt x="84812" y="83498"/>
                    <a:pt x="84891" y="84336"/>
                  </a:cubicBezTo>
                  <a:cubicBezTo>
                    <a:pt x="85405" y="87098"/>
                    <a:pt x="85604" y="87621"/>
                    <a:pt x="87635" y="89313"/>
                  </a:cubicBezTo>
                  <a:cubicBezTo>
                    <a:pt x="87880" y="90049"/>
                    <a:pt x="88126" y="90786"/>
                    <a:pt x="88379" y="91545"/>
                  </a:cubicBezTo>
                  <a:cubicBezTo>
                    <a:pt x="88870" y="91791"/>
                    <a:pt x="89361" y="92036"/>
                    <a:pt x="89867" y="92289"/>
                  </a:cubicBezTo>
                  <a:cubicBezTo>
                    <a:pt x="90363" y="94025"/>
                    <a:pt x="90859" y="95762"/>
                    <a:pt x="91355" y="97498"/>
                  </a:cubicBezTo>
                  <a:cubicBezTo>
                    <a:pt x="91846" y="97744"/>
                    <a:pt x="92338" y="97989"/>
                    <a:pt x="92844" y="98242"/>
                  </a:cubicBezTo>
                  <a:cubicBezTo>
                    <a:pt x="93309" y="100521"/>
                    <a:pt x="93309" y="100521"/>
                    <a:pt x="93588" y="102707"/>
                  </a:cubicBezTo>
                  <a:cubicBezTo>
                    <a:pt x="94324" y="102707"/>
                    <a:pt x="95061" y="102707"/>
                    <a:pt x="95820" y="102707"/>
                  </a:cubicBezTo>
                  <a:cubicBezTo>
                    <a:pt x="95820" y="104426"/>
                    <a:pt x="95820" y="106145"/>
                    <a:pt x="95820" y="107916"/>
                  </a:cubicBezTo>
                  <a:cubicBezTo>
                    <a:pt x="96557" y="107916"/>
                    <a:pt x="97294" y="107916"/>
                    <a:pt x="98053" y="107916"/>
                  </a:cubicBezTo>
                  <a:cubicBezTo>
                    <a:pt x="98586" y="109391"/>
                    <a:pt x="99082" y="110881"/>
                    <a:pt x="99541" y="112381"/>
                  </a:cubicBezTo>
                  <a:cubicBezTo>
                    <a:pt x="100032" y="112627"/>
                    <a:pt x="100523" y="112872"/>
                    <a:pt x="101029" y="113125"/>
                  </a:cubicBezTo>
                  <a:cubicBezTo>
                    <a:pt x="101190" y="114184"/>
                    <a:pt x="101190" y="114184"/>
                    <a:pt x="101355" y="115264"/>
                  </a:cubicBezTo>
                  <a:cubicBezTo>
                    <a:pt x="101809" y="117788"/>
                    <a:pt x="102209" y="118175"/>
                    <a:pt x="104006" y="119822"/>
                  </a:cubicBezTo>
                  <a:cubicBezTo>
                    <a:pt x="104267" y="120811"/>
                    <a:pt x="104517" y="121803"/>
                    <a:pt x="104750" y="122799"/>
                  </a:cubicBezTo>
                  <a:cubicBezTo>
                    <a:pt x="105241" y="123044"/>
                    <a:pt x="105732" y="123290"/>
                    <a:pt x="106238" y="123543"/>
                  </a:cubicBezTo>
                  <a:cubicBezTo>
                    <a:pt x="106346" y="124280"/>
                    <a:pt x="106453" y="125016"/>
                    <a:pt x="106564" y="125775"/>
                  </a:cubicBezTo>
                  <a:cubicBezTo>
                    <a:pt x="106702" y="126512"/>
                    <a:pt x="106840" y="127249"/>
                    <a:pt x="106982" y="128008"/>
                  </a:cubicBezTo>
                  <a:cubicBezTo>
                    <a:pt x="107719" y="128253"/>
                    <a:pt x="108456" y="128499"/>
                    <a:pt x="109215" y="128752"/>
                  </a:cubicBezTo>
                  <a:cubicBezTo>
                    <a:pt x="109729" y="130234"/>
                    <a:pt x="110226" y="131722"/>
                    <a:pt x="110703" y="133217"/>
                  </a:cubicBezTo>
                  <a:cubicBezTo>
                    <a:pt x="111194" y="133217"/>
                    <a:pt x="111685" y="133217"/>
                    <a:pt x="112191" y="133217"/>
                  </a:cubicBezTo>
                  <a:cubicBezTo>
                    <a:pt x="112283" y="134061"/>
                    <a:pt x="112375" y="134905"/>
                    <a:pt x="112470" y="135775"/>
                  </a:cubicBezTo>
                  <a:cubicBezTo>
                    <a:pt x="112624" y="136650"/>
                    <a:pt x="112777" y="137525"/>
                    <a:pt x="112935" y="138426"/>
                  </a:cubicBezTo>
                  <a:cubicBezTo>
                    <a:pt x="113427" y="138671"/>
                    <a:pt x="113918" y="138917"/>
                    <a:pt x="114424" y="139170"/>
                  </a:cubicBezTo>
                  <a:cubicBezTo>
                    <a:pt x="114889" y="141449"/>
                    <a:pt x="114889" y="141449"/>
                    <a:pt x="115168" y="143635"/>
                  </a:cubicBezTo>
                  <a:cubicBezTo>
                    <a:pt x="115905" y="143635"/>
                    <a:pt x="116641" y="143635"/>
                    <a:pt x="117400" y="143635"/>
                  </a:cubicBezTo>
                  <a:cubicBezTo>
                    <a:pt x="117339" y="144464"/>
                    <a:pt x="117277" y="145292"/>
                    <a:pt x="117214" y="146146"/>
                  </a:cubicBezTo>
                  <a:cubicBezTo>
                    <a:pt x="117276" y="147036"/>
                    <a:pt x="117337" y="147927"/>
                    <a:pt x="117400" y="148844"/>
                  </a:cubicBezTo>
                  <a:cubicBezTo>
                    <a:pt x="118814" y="149768"/>
                    <a:pt x="118814" y="149768"/>
                    <a:pt x="120377" y="150332"/>
                  </a:cubicBezTo>
                  <a:cubicBezTo>
                    <a:pt x="120842" y="151867"/>
                    <a:pt x="120842" y="151867"/>
                    <a:pt x="121121" y="153309"/>
                  </a:cubicBezTo>
                  <a:cubicBezTo>
                    <a:pt x="121612" y="153554"/>
                    <a:pt x="122103" y="153800"/>
                    <a:pt x="122609" y="154053"/>
                  </a:cubicBezTo>
                  <a:cubicBezTo>
                    <a:pt x="122717" y="154774"/>
                    <a:pt x="122824" y="155496"/>
                    <a:pt x="122935" y="156239"/>
                  </a:cubicBezTo>
                  <a:cubicBezTo>
                    <a:pt x="123073" y="156991"/>
                    <a:pt x="123211" y="157743"/>
                    <a:pt x="123353" y="158518"/>
                  </a:cubicBezTo>
                  <a:cubicBezTo>
                    <a:pt x="124090" y="159009"/>
                    <a:pt x="124827" y="159500"/>
                    <a:pt x="125586" y="160006"/>
                  </a:cubicBezTo>
                  <a:cubicBezTo>
                    <a:pt x="126097" y="162331"/>
                    <a:pt x="126097" y="162331"/>
                    <a:pt x="126330" y="164471"/>
                  </a:cubicBezTo>
                  <a:cubicBezTo>
                    <a:pt x="127067" y="164225"/>
                    <a:pt x="127803" y="163980"/>
                    <a:pt x="128562" y="163727"/>
                  </a:cubicBezTo>
                  <a:cubicBezTo>
                    <a:pt x="128654" y="164571"/>
                    <a:pt x="128747" y="165415"/>
                    <a:pt x="128841" y="166285"/>
                  </a:cubicBezTo>
                  <a:cubicBezTo>
                    <a:pt x="128995" y="167159"/>
                    <a:pt x="129148" y="168034"/>
                    <a:pt x="129306" y="168936"/>
                  </a:cubicBezTo>
                  <a:cubicBezTo>
                    <a:pt x="129798" y="169181"/>
                    <a:pt x="130289" y="169427"/>
                    <a:pt x="130795" y="169680"/>
                  </a:cubicBezTo>
                  <a:cubicBezTo>
                    <a:pt x="131531" y="171399"/>
                    <a:pt x="132268" y="173118"/>
                    <a:pt x="133027" y="174889"/>
                  </a:cubicBezTo>
                  <a:cubicBezTo>
                    <a:pt x="133273" y="117672"/>
                    <a:pt x="133518" y="60455"/>
                    <a:pt x="133771" y="1504"/>
                  </a:cubicBezTo>
                  <a:cubicBezTo>
                    <a:pt x="142857" y="1504"/>
                    <a:pt x="151943" y="1504"/>
                    <a:pt x="161305" y="1504"/>
                  </a:cubicBezTo>
                  <a:cubicBezTo>
                    <a:pt x="161355" y="31448"/>
                    <a:pt x="161395" y="61392"/>
                    <a:pt x="161419" y="91336"/>
                  </a:cubicBezTo>
                  <a:cubicBezTo>
                    <a:pt x="161421" y="94867"/>
                    <a:pt x="161424" y="98398"/>
                    <a:pt x="161427" y="101929"/>
                  </a:cubicBezTo>
                  <a:cubicBezTo>
                    <a:pt x="161428" y="102632"/>
                    <a:pt x="161428" y="103335"/>
                    <a:pt x="161429" y="104060"/>
                  </a:cubicBezTo>
                  <a:cubicBezTo>
                    <a:pt x="161439" y="115459"/>
                    <a:pt x="161456" y="126858"/>
                    <a:pt x="161477" y="138257"/>
                  </a:cubicBezTo>
                  <a:cubicBezTo>
                    <a:pt x="161498" y="149945"/>
                    <a:pt x="161510" y="161632"/>
                    <a:pt x="161515" y="173320"/>
                  </a:cubicBezTo>
                  <a:cubicBezTo>
                    <a:pt x="161518" y="180538"/>
                    <a:pt x="161527" y="187755"/>
                    <a:pt x="161545" y="194973"/>
                  </a:cubicBezTo>
                  <a:cubicBezTo>
                    <a:pt x="161557" y="199916"/>
                    <a:pt x="161561" y="204858"/>
                    <a:pt x="161558" y="209801"/>
                  </a:cubicBezTo>
                  <a:cubicBezTo>
                    <a:pt x="161556" y="212657"/>
                    <a:pt x="161559" y="215513"/>
                    <a:pt x="161571" y="218369"/>
                  </a:cubicBezTo>
                  <a:cubicBezTo>
                    <a:pt x="161583" y="221458"/>
                    <a:pt x="161579" y="224547"/>
                    <a:pt x="161573" y="227636"/>
                  </a:cubicBezTo>
                  <a:cubicBezTo>
                    <a:pt x="161579" y="228549"/>
                    <a:pt x="161586" y="229461"/>
                    <a:pt x="161593" y="230402"/>
                  </a:cubicBezTo>
                  <a:cubicBezTo>
                    <a:pt x="161588" y="231222"/>
                    <a:pt x="161584" y="232043"/>
                    <a:pt x="161579" y="232888"/>
                  </a:cubicBezTo>
                  <a:cubicBezTo>
                    <a:pt x="161580" y="233602"/>
                    <a:pt x="161581" y="234317"/>
                    <a:pt x="161582" y="235052"/>
                  </a:cubicBezTo>
                  <a:cubicBezTo>
                    <a:pt x="161490" y="235580"/>
                    <a:pt x="161399" y="236108"/>
                    <a:pt x="161305" y="236652"/>
                  </a:cubicBezTo>
                  <a:cubicBezTo>
                    <a:pt x="158573" y="237563"/>
                    <a:pt x="156053" y="237503"/>
                    <a:pt x="153209" y="237495"/>
                  </a:cubicBezTo>
                  <a:cubicBezTo>
                    <a:pt x="152638" y="237496"/>
                    <a:pt x="152066" y="237497"/>
                    <a:pt x="151478" y="237498"/>
                  </a:cubicBezTo>
                  <a:cubicBezTo>
                    <a:pt x="150271" y="237498"/>
                    <a:pt x="149064" y="237497"/>
                    <a:pt x="147858" y="237494"/>
                  </a:cubicBezTo>
                  <a:cubicBezTo>
                    <a:pt x="146008" y="237490"/>
                    <a:pt x="144157" y="237494"/>
                    <a:pt x="142307" y="237498"/>
                  </a:cubicBezTo>
                  <a:cubicBezTo>
                    <a:pt x="141135" y="237498"/>
                    <a:pt x="139963" y="237497"/>
                    <a:pt x="138791" y="237495"/>
                  </a:cubicBezTo>
                  <a:cubicBezTo>
                    <a:pt x="138236" y="237497"/>
                    <a:pt x="137681" y="237498"/>
                    <a:pt x="137109" y="237500"/>
                  </a:cubicBezTo>
                  <a:cubicBezTo>
                    <a:pt x="133198" y="237482"/>
                    <a:pt x="133198" y="237482"/>
                    <a:pt x="131539" y="236652"/>
                  </a:cubicBezTo>
                  <a:cubicBezTo>
                    <a:pt x="131431" y="236177"/>
                    <a:pt x="131324" y="235701"/>
                    <a:pt x="131213" y="235211"/>
                  </a:cubicBezTo>
                  <a:cubicBezTo>
                    <a:pt x="130898" y="233391"/>
                    <a:pt x="130898" y="233391"/>
                    <a:pt x="128562" y="232188"/>
                  </a:cubicBezTo>
                  <a:cubicBezTo>
                    <a:pt x="128440" y="231313"/>
                    <a:pt x="128317" y="230438"/>
                    <a:pt x="128190" y="229537"/>
                  </a:cubicBezTo>
                  <a:cubicBezTo>
                    <a:pt x="128067" y="228692"/>
                    <a:pt x="127945" y="227848"/>
                    <a:pt x="127818" y="226979"/>
                  </a:cubicBezTo>
                  <a:cubicBezTo>
                    <a:pt x="127081" y="226733"/>
                    <a:pt x="126345" y="226487"/>
                    <a:pt x="125586" y="226234"/>
                  </a:cubicBezTo>
                  <a:cubicBezTo>
                    <a:pt x="125446" y="224328"/>
                    <a:pt x="125446" y="224328"/>
                    <a:pt x="125586" y="222514"/>
                  </a:cubicBezTo>
                  <a:cubicBezTo>
                    <a:pt x="124849" y="222514"/>
                    <a:pt x="124112" y="222514"/>
                    <a:pt x="123353" y="222514"/>
                  </a:cubicBezTo>
                  <a:cubicBezTo>
                    <a:pt x="122820" y="220788"/>
                    <a:pt x="122325" y="219051"/>
                    <a:pt x="121865" y="217305"/>
                  </a:cubicBezTo>
                  <a:cubicBezTo>
                    <a:pt x="121374" y="217059"/>
                    <a:pt x="120883" y="216814"/>
                    <a:pt x="120377" y="216561"/>
                  </a:cubicBezTo>
                  <a:cubicBezTo>
                    <a:pt x="120216" y="215686"/>
                    <a:pt x="120216" y="215686"/>
                    <a:pt x="120051" y="214793"/>
                  </a:cubicBezTo>
                  <a:cubicBezTo>
                    <a:pt x="119813" y="212818"/>
                    <a:pt x="119813" y="212818"/>
                    <a:pt x="118516" y="211724"/>
                  </a:cubicBezTo>
                  <a:cubicBezTo>
                    <a:pt x="117033" y="210241"/>
                    <a:pt x="117029" y="208909"/>
                    <a:pt x="116656" y="206887"/>
                  </a:cubicBezTo>
                  <a:cubicBezTo>
                    <a:pt x="116165" y="206641"/>
                    <a:pt x="115674" y="206396"/>
                    <a:pt x="115168" y="206143"/>
                  </a:cubicBezTo>
                  <a:cubicBezTo>
                    <a:pt x="114703" y="203864"/>
                    <a:pt x="114703" y="203864"/>
                    <a:pt x="114424" y="201678"/>
                  </a:cubicBezTo>
                  <a:cubicBezTo>
                    <a:pt x="113687" y="201678"/>
                    <a:pt x="112950" y="201678"/>
                    <a:pt x="112191" y="201678"/>
                  </a:cubicBezTo>
                  <a:cubicBezTo>
                    <a:pt x="112115" y="200956"/>
                    <a:pt x="112038" y="200235"/>
                    <a:pt x="111959" y="199492"/>
                  </a:cubicBezTo>
                  <a:cubicBezTo>
                    <a:pt x="111790" y="198740"/>
                    <a:pt x="111621" y="197988"/>
                    <a:pt x="111447" y="197213"/>
                  </a:cubicBezTo>
                  <a:cubicBezTo>
                    <a:pt x="110710" y="196967"/>
                    <a:pt x="109974" y="196722"/>
                    <a:pt x="109215" y="196469"/>
                  </a:cubicBezTo>
                  <a:cubicBezTo>
                    <a:pt x="108937" y="194986"/>
                    <a:pt x="108688" y="193497"/>
                    <a:pt x="108471" y="192004"/>
                  </a:cubicBezTo>
                  <a:cubicBezTo>
                    <a:pt x="107979" y="191758"/>
                    <a:pt x="107488" y="191513"/>
                    <a:pt x="106982" y="191260"/>
                  </a:cubicBezTo>
                  <a:cubicBezTo>
                    <a:pt x="106679" y="189532"/>
                    <a:pt x="106428" y="187794"/>
                    <a:pt x="106238" y="186051"/>
                  </a:cubicBezTo>
                  <a:cubicBezTo>
                    <a:pt x="105501" y="186051"/>
                    <a:pt x="104765" y="186051"/>
                    <a:pt x="104006" y="186051"/>
                  </a:cubicBezTo>
                  <a:cubicBezTo>
                    <a:pt x="103738" y="184815"/>
                    <a:pt x="103493" y="183574"/>
                    <a:pt x="103262" y="182330"/>
                  </a:cubicBezTo>
                  <a:cubicBezTo>
                    <a:pt x="102893" y="181962"/>
                    <a:pt x="102525" y="181593"/>
                    <a:pt x="102145" y="181214"/>
                  </a:cubicBezTo>
                  <a:cubicBezTo>
                    <a:pt x="100662" y="179731"/>
                    <a:pt x="100658" y="178399"/>
                    <a:pt x="100285" y="176377"/>
                  </a:cubicBezTo>
                  <a:cubicBezTo>
                    <a:pt x="99794" y="176131"/>
                    <a:pt x="99303" y="175886"/>
                    <a:pt x="98797" y="175633"/>
                  </a:cubicBezTo>
                  <a:cubicBezTo>
                    <a:pt x="98636" y="174712"/>
                    <a:pt x="98636" y="174712"/>
                    <a:pt x="98471" y="173773"/>
                  </a:cubicBezTo>
                  <a:cubicBezTo>
                    <a:pt x="98333" y="173159"/>
                    <a:pt x="98195" y="172545"/>
                    <a:pt x="98053" y="171912"/>
                  </a:cubicBezTo>
                  <a:cubicBezTo>
                    <a:pt x="97316" y="171667"/>
                    <a:pt x="96579" y="171421"/>
                    <a:pt x="95820" y="171168"/>
                  </a:cubicBezTo>
                  <a:cubicBezTo>
                    <a:pt x="95304" y="169438"/>
                    <a:pt x="94807" y="167701"/>
                    <a:pt x="94332" y="165959"/>
                  </a:cubicBezTo>
                  <a:cubicBezTo>
                    <a:pt x="93841" y="165959"/>
                    <a:pt x="93350" y="165959"/>
                    <a:pt x="92844" y="165959"/>
                  </a:cubicBezTo>
                  <a:cubicBezTo>
                    <a:pt x="92751" y="165238"/>
                    <a:pt x="92659" y="164516"/>
                    <a:pt x="92565" y="163773"/>
                  </a:cubicBezTo>
                  <a:cubicBezTo>
                    <a:pt x="92334" y="162645"/>
                    <a:pt x="92334" y="162645"/>
                    <a:pt x="92099" y="161494"/>
                  </a:cubicBezTo>
                  <a:cubicBezTo>
                    <a:pt x="91608" y="161249"/>
                    <a:pt x="91117" y="161003"/>
                    <a:pt x="90611" y="160750"/>
                  </a:cubicBezTo>
                  <a:cubicBezTo>
                    <a:pt x="90115" y="159510"/>
                    <a:pt x="89619" y="158270"/>
                    <a:pt x="89123" y="157029"/>
                  </a:cubicBezTo>
                  <a:cubicBezTo>
                    <a:pt x="88632" y="156784"/>
                    <a:pt x="88141" y="156538"/>
                    <a:pt x="87635" y="156285"/>
                  </a:cubicBezTo>
                  <a:cubicBezTo>
                    <a:pt x="87473" y="155019"/>
                    <a:pt x="87473" y="155019"/>
                    <a:pt x="87309" y="153727"/>
                  </a:cubicBezTo>
                  <a:cubicBezTo>
                    <a:pt x="87171" y="152852"/>
                    <a:pt x="87033" y="151978"/>
                    <a:pt x="86890" y="151076"/>
                  </a:cubicBezTo>
                  <a:cubicBezTo>
                    <a:pt x="85785" y="150340"/>
                    <a:pt x="85785" y="150340"/>
                    <a:pt x="84658" y="149588"/>
                  </a:cubicBezTo>
                  <a:cubicBezTo>
                    <a:pt x="84389" y="148601"/>
                    <a:pt x="84139" y="147609"/>
                    <a:pt x="83914" y="146611"/>
                  </a:cubicBezTo>
                  <a:cubicBezTo>
                    <a:pt x="83423" y="146366"/>
                    <a:pt x="82932" y="146120"/>
                    <a:pt x="82426" y="145867"/>
                  </a:cubicBezTo>
                  <a:cubicBezTo>
                    <a:pt x="81930" y="144131"/>
                    <a:pt x="81433" y="142395"/>
                    <a:pt x="80937" y="140658"/>
                  </a:cubicBezTo>
                  <a:cubicBezTo>
                    <a:pt x="80446" y="140413"/>
                    <a:pt x="79955" y="140167"/>
                    <a:pt x="79449" y="139914"/>
                  </a:cubicBezTo>
                  <a:cubicBezTo>
                    <a:pt x="79203" y="139285"/>
                    <a:pt x="78958" y="138656"/>
                    <a:pt x="78705" y="138007"/>
                  </a:cubicBezTo>
                  <a:cubicBezTo>
                    <a:pt x="78459" y="137409"/>
                    <a:pt x="78214" y="136810"/>
                    <a:pt x="77961" y="136193"/>
                  </a:cubicBezTo>
                  <a:cubicBezTo>
                    <a:pt x="77470" y="136193"/>
                    <a:pt x="76979" y="136193"/>
                    <a:pt x="76472" y="136193"/>
                  </a:cubicBezTo>
                  <a:cubicBezTo>
                    <a:pt x="76472" y="134229"/>
                    <a:pt x="76472" y="132264"/>
                    <a:pt x="76472" y="130240"/>
                  </a:cubicBezTo>
                  <a:cubicBezTo>
                    <a:pt x="75736" y="130240"/>
                    <a:pt x="74999" y="130240"/>
                    <a:pt x="74240" y="130240"/>
                  </a:cubicBezTo>
                  <a:cubicBezTo>
                    <a:pt x="73716" y="128762"/>
                    <a:pt x="73220" y="127273"/>
                    <a:pt x="72752" y="125775"/>
                  </a:cubicBezTo>
                  <a:cubicBezTo>
                    <a:pt x="72261" y="125775"/>
                    <a:pt x="71770" y="125775"/>
                    <a:pt x="71264" y="125775"/>
                  </a:cubicBezTo>
                  <a:cubicBezTo>
                    <a:pt x="71187" y="124962"/>
                    <a:pt x="71110" y="124149"/>
                    <a:pt x="71031" y="123311"/>
                  </a:cubicBezTo>
                  <a:cubicBezTo>
                    <a:pt x="70516" y="120549"/>
                    <a:pt x="70317" y="120026"/>
                    <a:pt x="68287" y="118334"/>
                  </a:cubicBezTo>
                  <a:cubicBezTo>
                    <a:pt x="68041" y="117597"/>
                    <a:pt x="67796" y="116861"/>
                    <a:pt x="67543" y="116102"/>
                  </a:cubicBezTo>
                  <a:cubicBezTo>
                    <a:pt x="67052" y="115856"/>
                    <a:pt x="66561" y="115611"/>
                    <a:pt x="66055" y="115358"/>
                  </a:cubicBezTo>
                  <a:cubicBezTo>
                    <a:pt x="65558" y="113621"/>
                    <a:pt x="65062" y="111885"/>
                    <a:pt x="64566" y="110149"/>
                  </a:cubicBezTo>
                  <a:cubicBezTo>
                    <a:pt x="64075" y="109903"/>
                    <a:pt x="63584" y="109657"/>
                    <a:pt x="63078" y="109404"/>
                  </a:cubicBezTo>
                  <a:cubicBezTo>
                    <a:pt x="62613" y="107125"/>
                    <a:pt x="62613" y="107125"/>
                    <a:pt x="62334" y="104940"/>
                  </a:cubicBezTo>
                  <a:cubicBezTo>
                    <a:pt x="61597" y="104940"/>
                    <a:pt x="60860" y="104940"/>
                    <a:pt x="60101" y="104940"/>
                  </a:cubicBezTo>
                  <a:cubicBezTo>
                    <a:pt x="60101" y="103221"/>
                    <a:pt x="60101" y="101502"/>
                    <a:pt x="60101" y="99731"/>
                  </a:cubicBezTo>
                  <a:cubicBezTo>
                    <a:pt x="59365" y="99731"/>
                    <a:pt x="58628" y="99731"/>
                    <a:pt x="57869" y="99731"/>
                  </a:cubicBezTo>
                  <a:cubicBezTo>
                    <a:pt x="57335" y="98255"/>
                    <a:pt x="56840" y="96766"/>
                    <a:pt x="56381" y="95266"/>
                  </a:cubicBezTo>
                  <a:cubicBezTo>
                    <a:pt x="55644" y="94897"/>
                    <a:pt x="55644" y="94897"/>
                    <a:pt x="54892" y="94522"/>
                  </a:cubicBezTo>
                  <a:cubicBezTo>
                    <a:pt x="54785" y="93800"/>
                    <a:pt x="54678" y="93079"/>
                    <a:pt x="54567" y="92336"/>
                  </a:cubicBezTo>
                  <a:cubicBezTo>
                    <a:pt x="54360" y="91208"/>
                    <a:pt x="54360" y="91208"/>
                    <a:pt x="54148" y="90057"/>
                  </a:cubicBezTo>
                  <a:cubicBezTo>
                    <a:pt x="53412" y="89566"/>
                    <a:pt x="52675" y="89074"/>
                    <a:pt x="51916" y="88568"/>
                  </a:cubicBezTo>
                  <a:cubicBezTo>
                    <a:pt x="51404" y="86243"/>
                    <a:pt x="51404" y="86243"/>
                    <a:pt x="51172" y="84104"/>
                  </a:cubicBezTo>
                  <a:cubicBezTo>
                    <a:pt x="50435" y="84104"/>
                    <a:pt x="49698" y="84104"/>
                    <a:pt x="48939" y="84104"/>
                  </a:cubicBezTo>
                  <a:cubicBezTo>
                    <a:pt x="48939" y="82385"/>
                    <a:pt x="48939" y="80666"/>
                    <a:pt x="48939" y="78895"/>
                  </a:cubicBezTo>
                  <a:cubicBezTo>
                    <a:pt x="48203" y="78895"/>
                    <a:pt x="47466" y="78895"/>
                    <a:pt x="46707" y="78895"/>
                  </a:cubicBezTo>
                  <a:cubicBezTo>
                    <a:pt x="46183" y="77416"/>
                    <a:pt x="45687" y="75927"/>
                    <a:pt x="45219" y="74430"/>
                  </a:cubicBezTo>
                  <a:cubicBezTo>
                    <a:pt x="44727" y="74430"/>
                    <a:pt x="44236" y="74430"/>
                    <a:pt x="43730" y="74430"/>
                  </a:cubicBezTo>
                  <a:cubicBezTo>
                    <a:pt x="43592" y="73164"/>
                    <a:pt x="43592" y="73164"/>
                    <a:pt x="43451" y="71872"/>
                  </a:cubicBezTo>
                  <a:cubicBezTo>
                    <a:pt x="43298" y="70997"/>
                    <a:pt x="43144" y="70122"/>
                    <a:pt x="42986" y="69221"/>
                  </a:cubicBezTo>
                  <a:cubicBezTo>
                    <a:pt x="42249" y="68852"/>
                    <a:pt x="42249" y="68852"/>
                    <a:pt x="41498" y="68477"/>
                  </a:cubicBezTo>
                  <a:cubicBezTo>
                    <a:pt x="40701" y="66939"/>
                    <a:pt x="40701" y="66939"/>
                    <a:pt x="39917" y="65082"/>
                  </a:cubicBezTo>
                  <a:cubicBezTo>
                    <a:pt x="39654" y="64467"/>
                    <a:pt x="39391" y="63852"/>
                    <a:pt x="39120" y="63218"/>
                  </a:cubicBezTo>
                  <a:cubicBezTo>
                    <a:pt x="38923" y="62743"/>
                    <a:pt x="38725" y="62269"/>
                    <a:pt x="38521" y="61779"/>
                  </a:cubicBezTo>
                  <a:cubicBezTo>
                    <a:pt x="38523" y="62680"/>
                    <a:pt x="38524" y="63581"/>
                    <a:pt x="38525" y="64508"/>
                  </a:cubicBezTo>
                  <a:cubicBezTo>
                    <a:pt x="38558" y="85864"/>
                    <a:pt x="38582" y="107219"/>
                    <a:pt x="38597" y="128575"/>
                  </a:cubicBezTo>
                  <a:cubicBezTo>
                    <a:pt x="38599" y="131201"/>
                    <a:pt x="38601" y="133826"/>
                    <a:pt x="38603" y="136452"/>
                  </a:cubicBezTo>
                  <a:cubicBezTo>
                    <a:pt x="38603" y="136975"/>
                    <a:pt x="38604" y="137498"/>
                    <a:pt x="38604" y="138037"/>
                  </a:cubicBezTo>
                  <a:cubicBezTo>
                    <a:pt x="38611" y="146512"/>
                    <a:pt x="38622" y="154988"/>
                    <a:pt x="38636" y="163464"/>
                  </a:cubicBezTo>
                  <a:cubicBezTo>
                    <a:pt x="38650" y="172155"/>
                    <a:pt x="38658" y="180845"/>
                    <a:pt x="38661" y="189536"/>
                  </a:cubicBezTo>
                  <a:cubicBezTo>
                    <a:pt x="38663" y="194420"/>
                    <a:pt x="38668" y="199304"/>
                    <a:pt x="38679" y="204188"/>
                  </a:cubicBezTo>
                  <a:cubicBezTo>
                    <a:pt x="38689" y="208779"/>
                    <a:pt x="38692" y="213370"/>
                    <a:pt x="38690" y="217961"/>
                  </a:cubicBezTo>
                  <a:cubicBezTo>
                    <a:pt x="38690" y="219652"/>
                    <a:pt x="38693" y="221342"/>
                    <a:pt x="38699" y="223033"/>
                  </a:cubicBezTo>
                  <a:cubicBezTo>
                    <a:pt x="38706" y="225330"/>
                    <a:pt x="38704" y="227627"/>
                    <a:pt x="38700" y="229924"/>
                  </a:cubicBezTo>
                  <a:cubicBezTo>
                    <a:pt x="38705" y="230602"/>
                    <a:pt x="38709" y="231281"/>
                    <a:pt x="38713" y="231979"/>
                  </a:cubicBezTo>
                  <a:cubicBezTo>
                    <a:pt x="38706" y="233538"/>
                    <a:pt x="38622" y="235097"/>
                    <a:pt x="38521" y="236652"/>
                  </a:cubicBezTo>
                  <a:cubicBezTo>
                    <a:pt x="36294" y="237766"/>
                    <a:pt x="34010" y="237502"/>
                    <a:pt x="31568" y="237495"/>
                  </a:cubicBezTo>
                  <a:cubicBezTo>
                    <a:pt x="30759" y="237496"/>
                    <a:pt x="30759" y="237496"/>
                    <a:pt x="29934" y="237498"/>
                  </a:cubicBezTo>
                  <a:cubicBezTo>
                    <a:pt x="28793" y="237498"/>
                    <a:pt x="27652" y="237497"/>
                    <a:pt x="26511" y="237494"/>
                  </a:cubicBezTo>
                  <a:cubicBezTo>
                    <a:pt x="24762" y="237490"/>
                    <a:pt x="23013" y="237494"/>
                    <a:pt x="21264" y="237498"/>
                  </a:cubicBezTo>
                  <a:cubicBezTo>
                    <a:pt x="20156" y="237498"/>
                    <a:pt x="19049" y="237497"/>
                    <a:pt x="17941" y="237495"/>
                  </a:cubicBezTo>
                  <a:cubicBezTo>
                    <a:pt x="17416" y="237497"/>
                    <a:pt x="16892" y="237498"/>
                    <a:pt x="16351" y="237500"/>
                  </a:cubicBezTo>
                  <a:cubicBezTo>
                    <a:pt x="12647" y="237482"/>
                    <a:pt x="12647" y="237482"/>
                    <a:pt x="10988" y="236652"/>
                  </a:cubicBezTo>
                  <a:cubicBezTo>
                    <a:pt x="10803" y="235052"/>
                    <a:pt x="10803" y="235052"/>
                    <a:pt x="10805" y="232888"/>
                  </a:cubicBezTo>
                  <a:cubicBezTo>
                    <a:pt x="10802" y="232068"/>
                    <a:pt x="10799" y="231247"/>
                    <a:pt x="10796" y="230402"/>
                  </a:cubicBezTo>
                  <a:cubicBezTo>
                    <a:pt x="10800" y="229489"/>
                    <a:pt x="10805" y="228576"/>
                    <a:pt x="10809" y="227636"/>
                  </a:cubicBezTo>
                  <a:cubicBezTo>
                    <a:pt x="10808" y="226675"/>
                    <a:pt x="10807" y="225714"/>
                    <a:pt x="10805" y="224724"/>
                  </a:cubicBezTo>
                  <a:cubicBezTo>
                    <a:pt x="10802" y="222045"/>
                    <a:pt x="10808" y="219365"/>
                    <a:pt x="10815" y="216686"/>
                  </a:cubicBezTo>
                  <a:cubicBezTo>
                    <a:pt x="10822" y="213801"/>
                    <a:pt x="10820" y="210916"/>
                    <a:pt x="10818" y="208032"/>
                  </a:cubicBezTo>
                  <a:cubicBezTo>
                    <a:pt x="10818" y="203029"/>
                    <a:pt x="10822" y="198027"/>
                    <a:pt x="10831" y="193025"/>
                  </a:cubicBezTo>
                  <a:cubicBezTo>
                    <a:pt x="10843" y="185793"/>
                    <a:pt x="10847" y="178561"/>
                    <a:pt x="10849" y="171328"/>
                  </a:cubicBezTo>
                  <a:cubicBezTo>
                    <a:pt x="10852" y="159595"/>
                    <a:pt x="10862" y="147863"/>
                    <a:pt x="10876" y="136130"/>
                  </a:cubicBezTo>
                  <a:cubicBezTo>
                    <a:pt x="10889" y="124730"/>
                    <a:pt x="10900" y="113330"/>
                    <a:pt x="10906" y="101929"/>
                  </a:cubicBezTo>
                  <a:cubicBezTo>
                    <a:pt x="10907" y="100876"/>
                    <a:pt x="10907" y="100876"/>
                    <a:pt x="10908" y="99802"/>
                  </a:cubicBezTo>
                  <a:cubicBezTo>
                    <a:pt x="10909" y="96279"/>
                    <a:pt x="10911" y="92756"/>
                    <a:pt x="10913" y="89234"/>
                  </a:cubicBezTo>
                  <a:cubicBezTo>
                    <a:pt x="10929" y="59991"/>
                    <a:pt x="10955" y="30747"/>
                    <a:pt x="10988" y="1504"/>
                  </a:cubicBezTo>
                  <a:close/>
                </a:path>
              </a:pathLst>
            </a:custGeom>
            <a:grpFill/>
            <a:ln w="744" cap="flat">
              <a:noFill/>
              <a:prstDash val="solid"/>
              <a:miter/>
            </a:ln>
          </p:spPr>
          <p:txBody>
            <a:bodyPr rtlCol="0" anchor="ctr"/>
            <a:lstStyle/>
            <a:p>
              <a:endParaRPr lang="zh-CN" altLang="en-US"/>
            </a:p>
          </p:txBody>
        </p:sp>
        <p:sp>
          <p:nvSpPr>
            <p:cNvPr id="124" name="任意多边形: 形状 123"/>
            <p:cNvSpPr/>
            <p:nvPr/>
          </p:nvSpPr>
          <p:spPr>
            <a:xfrm>
              <a:off x="6724714" y="1392514"/>
              <a:ext cx="150796" cy="236495"/>
            </a:xfrm>
            <a:custGeom>
              <a:avLst/>
              <a:gdLst>
                <a:gd name="connsiteX0" fmla="*/ 9688 w 150796"/>
                <a:gd name="connsiteY0" fmla="*/ 1926 h 236495"/>
                <a:gd name="connsiteX1" fmla="*/ 22364 w 150796"/>
                <a:gd name="connsiteY1" fmla="*/ 1721 h 236495"/>
                <a:gd name="connsiteX2" fmla="*/ 26680 w 150796"/>
                <a:gd name="connsiteY2" fmla="*/ 1645 h 236495"/>
                <a:gd name="connsiteX3" fmla="*/ 32870 w 150796"/>
                <a:gd name="connsiteY3" fmla="*/ 1562 h 236495"/>
                <a:gd name="connsiteX4" fmla="*/ 34831 w 150796"/>
                <a:gd name="connsiteY4" fmla="*/ 1504 h 236495"/>
                <a:gd name="connsiteX5" fmla="*/ 39454 w 150796"/>
                <a:gd name="connsiteY5" fmla="*/ 1926 h 236495"/>
                <a:gd name="connsiteX6" fmla="*/ 40198 w 150796"/>
                <a:gd name="connsiteY6" fmla="*/ 5646 h 236495"/>
                <a:gd name="connsiteX7" fmla="*/ 42430 w 150796"/>
                <a:gd name="connsiteY7" fmla="*/ 7135 h 236495"/>
                <a:gd name="connsiteX8" fmla="*/ 43174 w 150796"/>
                <a:gd name="connsiteY8" fmla="*/ 10855 h 236495"/>
                <a:gd name="connsiteX9" fmla="*/ 44663 w 150796"/>
                <a:gd name="connsiteY9" fmla="*/ 11599 h 236495"/>
                <a:gd name="connsiteX10" fmla="*/ 46151 w 150796"/>
                <a:gd name="connsiteY10" fmla="*/ 16064 h 236495"/>
                <a:gd name="connsiteX11" fmla="*/ 47639 w 150796"/>
                <a:gd name="connsiteY11" fmla="*/ 16808 h 236495"/>
                <a:gd name="connsiteX12" fmla="*/ 48383 w 150796"/>
                <a:gd name="connsiteY12" fmla="*/ 22017 h 236495"/>
                <a:gd name="connsiteX13" fmla="*/ 50616 w 150796"/>
                <a:gd name="connsiteY13" fmla="*/ 22017 h 236495"/>
                <a:gd name="connsiteX14" fmla="*/ 50616 w 150796"/>
                <a:gd name="connsiteY14" fmla="*/ 26482 h 236495"/>
                <a:gd name="connsiteX15" fmla="*/ 52848 w 150796"/>
                <a:gd name="connsiteY15" fmla="*/ 26482 h 236495"/>
                <a:gd name="connsiteX16" fmla="*/ 54337 w 150796"/>
                <a:gd name="connsiteY16" fmla="*/ 31691 h 236495"/>
                <a:gd name="connsiteX17" fmla="*/ 55825 w 150796"/>
                <a:gd name="connsiteY17" fmla="*/ 32435 h 236495"/>
                <a:gd name="connsiteX18" fmla="*/ 56150 w 150796"/>
                <a:gd name="connsiteY18" fmla="*/ 34249 h 236495"/>
                <a:gd name="connsiteX19" fmla="*/ 58801 w 150796"/>
                <a:gd name="connsiteY19" fmla="*/ 37644 h 236495"/>
                <a:gd name="connsiteX20" fmla="*/ 59546 w 150796"/>
                <a:gd name="connsiteY20" fmla="*/ 40621 h 236495"/>
                <a:gd name="connsiteX21" fmla="*/ 60662 w 150796"/>
                <a:gd name="connsiteY21" fmla="*/ 41691 h 236495"/>
                <a:gd name="connsiteX22" fmla="*/ 62522 w 150796"/>
                <a:gd name="connsiteY22" fmla="*/ 46574 h 236495"/>
                <a:gd name="connsiteX23" fmla="*/ 64010 w 150796"/>
                <a:gd name="connsiteY23" fmla="*/ 47318 h 236495"/>
                <a:gd name="connsiteX24" fmla="*/ 64755 w 150796"/>
                <a:gd name="connsiteY24" fmla="*/ 51783 h 236495"/>
                <a:gd name="connsiteX25" fmla="*/ 66987 w 150796"/>
                <a:gd name="connsiteY25" fmla="*/ 51783 h 236495"/>
                <a:gd name="connsiteX26" fmla="*/ 67266 w 150796"/>
                <a:gd name="connsiteY26" fmla="*/ 54341 h 236495"/>
                <a:gd name="connsiteX27" fmla="*/ 67731 w 150796"/>
                <a:gd name="connsiteY27" fmla="*/ 56992 h 236495"/>
                <a:gd name="connsiteX28" fmla="*/ 69219 w 150796"/>
                <a:gd name="connsiteY28" fmla="*/ 57736 h 236495"/>
                <a:gd name="connsiteX29" fmla="*/ 70708 w 150796"/>
                <a:gd name="connsiteY29" fmla="*/ 61457 h 236495"/>
                <a:gd name="connsiteX30" fmla="*/ 72196 w 150796"/>
                <a:gd name="connsiteY30" fmla="*/ 62201 h 236495"/>
                <a:gd name="connsiteX31" fmla="*/ 72521 w 150796"/>
                <a:gd name="connsiteY31" fmla="*/ 64340 h 236495"/>
                <a:gd name="connsiteX32" fmla="*/ 75172 w 150796"/>
                <a:gd name="connsiteY32" fmla="*/ 68898 h 236495"/>
                <a:gd name="connsiteX33" fmla="*/ 75545 w 150796"/>
                <a:gd name="connsiteY33" fmla="*/ 70898 h 236495"/>
                <a:gd name="connsiteX34" fmla="*/ 75917 w 150796"/>
                <a:gd name="connsiteY34" fmla="*/ 72619 h 236495"/>
                <a:gd name="connsiteX35" fmla="*/ 78149 w 150796"/>
                <a:gd name="connsiteY35" fmla="*/ 72619 h 236495"/>
                <a:gd name="connsiteX36" fmla="*/ 78149 w 150796"/>
                <a:gd name="connsiteY36" fmla="*/ 77828 h 236495"/>
                <a:gd name="connsiteX37" fmla="*/ 80381 w 150796"/>
                <a:gd name="connsiteY37" fmla="*/ 77828 h 236495"/>
                <a:gd name="connsiteX38" fmla="*/ 81870 w 150796"/>
                <a:gd name="connsiteY38" fmla="*/ 82293 h 236495"/>
                <a:gd name="connsiteX39" fmla="*/ 83358 w 150796"/>
                <a:gd name="connsiteY39" fmla="*/ 82293 h 236495"/>
                <a:gd name="connsiteX40" fmla="*/ 83637 w 150796"/>
                <a:gd name="connsiteY40" fmla="*/ 84851 h 236495"/>
                <a:gd name="connsiteX41" fmla="*/ 84102 w 150796"/>
                <a:gd name="connsiteY41" fmla="*/ 87502 h 236495"/>
                <a:gd name="connsiteX42" fmla="*/ 85590 w 150796"/>
                <a:gd name="connsiteY42" fmla="*/ 88246 h 236495"/>
                <a:gd name="connsiteX43" fmla="*/ 87079 w 150796"/>
                <a:gd name="connsiteY43" fmla="*/ 91967 h 236495"/>
                <a:gd name="connsiteX44" fmla="*/ 88567 w 150796"/>
                <a:gd name="connsiteY44" fmla="*/ 92711 h 236495"/>
                <a:gd name="connsiteX45" fmla="*/ 88474 w 150796"/>
                <a:gd name="connsiteY45" fmla="*/ 95269 h 236495"/>
                <a:gd name="connsiteX46" fmla="*/ 88567 w 150796"/>
                <a:gd name="connsiteY46" fmla="*/ 97920 h 236495"/>
                <a:gd name="connsiteX47" fmla="*/ 91544 w 150796"/>
                <a:gd name="connsiteY47" fmla="*/ 99408 h 236495"/>
                <a:gd name="connsiteX48" fmla="*/ 92288 w 150796"/>
                <a:gd name="connsiteY48" fmla="*/ 102385 h 236495"/>
                <a:gd name="connsiteX49" fmla="*/ 94520 w 150796"/>
                <a:gd name="connsiteY49" fmla="*/ 103129 h 236495"/>
                <a:gd name="connsiteX50" fmla="*/ 94520 w 150796"/>
                <a:gd name="connsiteY50" fmla="*/ 107594 h 236495"/>
                <a:gd name="connsiteX51" fmla="*/ 96753 w 150796"/>
                <a:gd name="connsiteY51" fmla="*/ 109082 h 236495"/>
                <a:gd name="connsiteX52" fmla="*/ 97497 w 150796"/>
                <a:gd name="connsiteY52" fmla="*/ 113547 h 236495"/>
                <a:gd name="connsiteX53" fmla="*/ 99729 w 150796"/>
                <a:gd name="connsiteY53" fmla="*/ 113547 h 236495"/>
                <a:gd name="connsiteX54" fmla="*/ 100008 w 150796"/>
                <a:gd name="connsiteY54" fmla="*/ 115733 h 236495"/>
                <a:gd name="connsiteX55" fmla="*/ 100473 w 150796"/>
                <a:gd name="connsiteY55" fmla="*/ 118012 h 236495"/>
                <a:gd name="connsiteX56" fmla="*/ 101962 w 150796"/>
                <a:gd name="connsiteY56" fmla="*/ 118756 h 236495"/>
                <a:gd name="connsiteX57" fmla="*/ 103450 w 150796"/>
                <a:gd name="connsiteY57" fmla="*/ 123221 h 236495"/>
                <a:gd name="connsiteX58" fmla="*/ 104938 w 150796"/>
                <a:gd name="connsiteY58" fmla="*/ 123965 h 236495"/>
                <a:gd name="connsiteX59" fmla="*/ 105264 w 150796"/>
                <a:gd name="connsiteY59" fmla="*/ 126197 h 236495"/>
                <a:gd name="connsiteX60" fmla="*/ 105682 w 150796"/>
                <a:gd name="connsiteY60" fmla="*/ 128430 h 236495"/>
                <a:gd name="connsiteX61" fmla="*/ 107915 w 150796"/>
                <a:gd name="connsiteY61" fmla="*/ 129174 h 236495"/>
                <a:gd name="connsiteX62" fmla="*/ 109403 w 150796"/>
                <a:gd name="connsiteY62" fmla="*/ 133638 h 236495"/>
                <a:gd name="connsiteX63" fmla="*/ 110891 w 150796"/>
                <a:gd name="connsiteY63" fmla="*/ 133638 h 236495"/>
                <a:gd name="connsiteX64" fmla="*/ 110752 w 150796"/>
                <a:gd name="connsiteY64" fmla="*/ 135778 h 236495"/>
                <a:gd name="connsiteX65" fmla="*/ 110891 w 150796"/>
                <a:gd name="connsiteY65" fmla="*/ 138103 h 236495"/>
                <a:gd name="connsiteX66" fmla="*/ 113124 w 150796"/>
                <a:gd name="connsiteY66" fmla="*/ 139592 h 236495"/>
                <a:gd name="connsiteX67" fmla="*/ 113868 w 150796"/>
                <a:gd name="connsiteY67" fmla="*/ 144056 h 236495"/>
                <a:gd name="connsiteX68" fmla="*/ 116100 w 150796"/>
                <a:gd name="connsiteY68" fmla="*/ 144056 h 236495"/>
                <a:gd name="connsiteX69" fmla="*/ 115961 w 150796"/>
                <a:gd name="connsiteY69" fmla="*/ 146614 h 236495"/>
                <a:gd name="connsiteX70" fmla="*/ 116100 w 150796"/>
                <a:gd name="connsiteY70" fmla="*/ 149265 h 236495"/>
                <a:gd name="connsiteX71" fmla="*/ 118333 w 150796"/>
                <a:gd name="connsiteY71" fmla="*/ 150010 h 236495"/>
                <a:gd name="connsiteX72" fmla="*/ 119821 w 150796"/>
                <a:gd name="connsiteY72" fmla="*/ 153730 h 236495"/>
                <a:gd name="connsiteX73" fmla="*/ 121309 w 150796"/>
                <a:gd name="connsiteY73" fmla="*/ 154474 h 236495"/>
                <a:gd name="connsiteX74" fmla="*/ 121635 w 150796"/>
                <a:gd name="connsiteY74" fmla="*/ 156660 h 236495"/>
                <a:gd name="connsiteX75" fmla="*/ 122053 w 150796"/>
                <a:gd name="connsiteY75" fmla="*/ 158939 h 236495"/>
                <a:gd name="connsiteX76" fmla="*/ 124286 w 150796"/>
                <a:gd name="connsiteY76" fmla="*/ 160428 h 236495"/>
                <a:gd name="connsiteX77" fmla="*/ 125030 w 150796"/>
                <a:gd name="connsiteY77" fmla="*/ 164892 h 236495"/>
                <a:gd name="connsiteX78" fmla="*/ 127262 w 150796"/>
                <a:gd name="connsiteY78" fmla="*/ 164892 h 236495"/>
                <a:gd name="connsiteX79" fmla="*/ 127262 w 150796"/>
                <a:gd name="connsiteY79" fmla="*/ 170101 h 236495"/>
                <a:gd name="connsiteX80" fmla="*/ 129495 w 150796"/>
                <a:gd name="connsiteY80" fmla="*/ 170101 h 236495"/>
                <a:gd name="connsiteX81" fmla="*/ 131727 w 150796"/>
                <a:gd name="connsiteY81" fmla="*/ 176054 h 236495"/>
                <a:gd name="connsiteX82" fmla="*/ 132471 w 150796"/>
                <a:gd name="connsiteY82" fmla="*/ 1926 h 236495"/>
                <a:gd name="connsiteX83" fmla="*/ 160005 w 150796"/>
                <a:gd name="connsiteY83" fmla="*/ 1926 h 236495"/>
                <a:gd name="connsiteX84" fmla="*/ 160119 w 150796"/>
                <a:gd name="connsiteY84" fmla="*/ 91757 h 236495"/>
                <a:gd name="connsiteX85" fmla="*/ 160127 w 150796"/>
                <a:gd name="connsiteY85" fmla="*/ 102351 h 236495"/>
                <a:gd name="connsiteX86" fmla="*/ 160129 w 150796"/>
                <a:gd name="connsiteY86" fmla="*/ 104481 h 236495"/>
                <a:gd name="connsiteX87" fmla="*/ 160177 w 150796"/>
                <a:gd name="connsiteY87" fmla="*/ 138679 h 236495"/>
                <a:gd name="connsiteX88" fmla="*/ 160215 w 150796"/>
                <a:gd name="connsiteY88" fmla="*/ 173741 h 236495"/>
                <a:gd name="connsiteX89" fmla="*/ 160245 w 150796"/>
                <a:gd name="connsiteY89" fmla="*/ 195395 h 236495"/>
                <a:gd name="connsiteX90" fmla="*/ 160258 w 150796"/>
                <a:gd name="connsiteY90" fmla="*/ 210223 h 236495"/>
                <a:gd name="connsiteX91" fmla="*/ 160271 w 150796"/>
                <a:gd name="connsiteY91" fmla="*/ 218791 h 236495"/>
                <a:gd name="connsiteX92" fmla="*/ 160273 w 150796"/>
                <a:gd name="connsiteY92" fmla="*/ 228057 h 236495"/>
                <a:gd name="connsiteX93" fmla="*/ 160293 w 150796"/>
                <a:gd name="connsiteY93" fmla="*/ 230823 h 236495"/>
                <a:gd name="connsiteX94" fmla="*/ 160279 w 150796"/>
                <a:gd name="connsiteY94" fmla="*/ 233310 h 236495"/>
                <a:gd name="connsiteX95" fmla="*/ 160282 w 150796"/>
                <a:gd name="connsiteY95" fmla="*/ 235474 h 236495"/>
                <a:gd name="connsiteX96" fmla="*/ 160005 w 150796"/>
                <a:gd name="connsiteY96" fmla="*/ 237074 h 236495"/>
                <a:gd name="connsiteX97" fmla="*/ 151909 w 150796"/>
                <a:gd name="connsiteY97" fmla="*/ 237917 h 236495"/>
                <a:gd name="connsiteX98" fmla="*/ 150178 w 150796"/>
                <a:gd name="connsiteY98" fmla="*/ 237919 h 236495"/>
                <a:gd name="connsiteX99" fmla="*/ 146558 w 150796"/>
                <a:gd name="connsiteY99" fmla="*/ 237915 h 236495"/>
                <a:gd name="connsiteX100" fmla="*/ 141007 w 150796"/>
                <a:gd name="connsiteY100" fmla="*/ 237920 h 236495"/>
                <a:gd name="connsiteX101" fmla="*/ 137491 w 150796"/>
                <a:gd name="connsiteY101" fmla="*/ 237917 h 236495"/>
                <a:gd name="connsiteX102" fmla="*/ 135809 w 150796"/>
                <a:gd name="connsiteY102" fmla="*/ 237922 h 236495"/>
                <a:gd name="connsiteX103" fmla="*/ 130239 w 150796"/>
                <a:gd name="connsiteY103" fmla="*/ 237074 h 236495"/>
                <a:gd name="connsiteX104" fmla="*/ 129913 w 150796"/>
                <a:gd name="connsiteY104" fmla="*/ 235632 h 236495"/>
                <a:gd name="connsiteX105" fmla="*/ 127262 w 150796"/>
                <a:gd name="connsiteY105" fmla="*/ 232609 h 236495"/>
                <a:gd name="connsiteX106" fmla="*/ 126518 w 150796"/>
                <a:gd name="connsiteY106" fmla="*/ 227400 h 236495"/>
                <a:gd name="connsiteX107" fmla="*/ 124286 w 150796"/>
                <a:gd name="connsiteY107" fmla="*/ 227400 h 236495"/>
                <a:gd name="connsiteX108" fmla="*/ 124286 w 150796"/>
                <a:gd name="connsiteY108" fmla="*/ 222935 h 236495"/>
                <a:gd name="connsiteX109" fmla="*/ 122053 w 150796"/>
                <a:gd name="connsiteY109" fmla="*/ 222935 h 236495"/>
                <a:gd name="connsiteX110" fmla="*/ 120565 w 150796"/>
                <a:gd name="connsiteY110" fmla="*/ 217726 h 236495"/>
                <a:gd name="connsiteX111" fmla="*/ 119077 w 150796"/>
                <a:gd name="connsiteY111" fmla="*/ 216982 h 236495"/>
                <a:gd name="connsiteX112" fmla="*/ 118751 w 150796"/>
                <a:gd name="connsiteY112" fmla="*/ 215168 h 236495"/>
                <a:gd name="connsiteX113" fmla="*/ 116100 w 150796"/>
                <a:gd name="connsiteY113" fmla="*/ 211773 h 236495"/>
                <a:gd name="connsiteX114" fmla="*/ 114612 w 150796"/>
                <a:gd name="connsiteY114" fmla="*/ 207308 h 236495"/>
                <a:gd name="connsiteX115" fmla="*/ 110891 w 150796"/>
                <a:gd name="connsiteY115" fmla="*/ 202099 h 236495"/>
                <a:gd name="connsiteX116" fmla="*/ 110147 w 150796"/>
                <a:gd name="connsiteY116" fmla="*/ 196890 h 236495"/>
                <a:gd name="connsiteX117" fmla="*/ 107915 w 150796"/>
                <a:gd name="connsiteY117" fmla="*/ 196890 h 236495"/>
                <a:gd name="connsiteX118" fmla="*/ 108054 w 150796"/>
                <a:gd name="connsiteY118" fmla="*/ 194705 h 236495"/>
                <a:gd name="connsiteX119" fmla="*/ 107915 w 150796"/>
                <a:gd name="connsiteY119" fmla="*/ 192426 h 236495"/>
                <a:gd name="connsiteX120" fmla="*/ 105682 w 150796"/>
                <a:gd name="connsiteY120" fmla="*/ 191681 h 236495"/>
                <a:gd name="connsiteX121" fmla="*/ 104938 w 150796"/>
                <a:gd name="connsiteY121" fmla="*/ 186472 h 236495"/>
                <a:gd name="connsiteX122" fmla="*/ 102706 w 150796"/>
                <a:gd name="connsiteY122" fmla="*/ 186472 h 236495"/>
                <a:gd name="connsiteX123" fmla="*/ 101962 w 150796"/>
                <a:gd name="connsiteY123" fmla="*/ 182752 h 236495"/>
                <a:gd name="connsiteX124" fmla="*/ 99729 w 150796"/>
                <a:gd name="connsiteY124" fmla="*/ 181263 h 236495"/>
                <a:gd name="connsiteX125" fmla="*/ 98985 w 150796"/>
                <a:gd name="connsiteY125" fmla="*/ 176799 h 236495"/>
                <a:gd name="connsiteX126" fmla="*/ 97497 w 150796"/>
                <a:gd name="connsiteY126" fmla="*/ 176054 h 236495"/>
                <a:gd name="connsiteX127" fmla="*/ 96753 w 150796"/>
                <a:gd name="connsiteY127" fmla="*/ 171590 h 236495"/>
                <a:gd name="connsiteX128" fmla="*/ 94520 w 150796"/>
                <a:gd name="connsiteY128" fmla="*/ 171590 h 236495"/>
                <a:gd name="connsiteX129" fmla="*/ 93032 w 150796"/>
                <a:gd name="connsiteY129" fmla="*/ 166381 h 236495"/>
                <a:gd name="connsiteX130" fmla="*/ 91544 w 150796"/>
                <a:gd name="connsiteY130" fmla="*/ 166381 h 236495"/>
                <a:gd name="connsiteX131" fmla="*/ 91265 w 150796"/>
                <a:gd name="connsiteY131" fmla="*/ 164195 h 236495"/>
                <a:gd name="connsiteX132" fmla="*/ 90799 w 150796"/>
                <a:gd name="connsiteY132" fmla="*/ 161916 h 236495"/>
                <a:gd name="connsiteX133" fmla="*/ 89311 w 150796"/>
                <a:gd name="connsiteY133" fmla="*/ 161172 h 236495"/>
                <a:gd name="connsiteX134" fmla="*/ 87823 w 150796"/>
                <a:gd name="connsiteY134" fmla="*/ 157451 h 236495"/>
                <a:gd name="connsiteX135" fmla="*/ 86335 w 150796"/>
                <a:gd name="connsiteY135" fmla="*/ 156707 h 236495"/>
                <a:gd name="connsiteX136" fmla="*/ 86428 w 150796"/>
                <a:gd name="connsiteY136" fmla="*/ 154149 h 236495"/>
                <a:gd name="connsiteX137" fmla="*/ 86335 w 150796"/>
                <a:gd name="connsiteY137" fmla="*/ 151498 h 236495"/>
                <a:gd name="connsiteX138" fmla="*/ 83358 w 150796"/>
                <a:gd name="connsiteY138" fmla="*/ 150010 h 236495"/>
                <a:gd name="connsiteX139" fmla="*/ 82614 w 150796"/>
                <a:gd name="connsiteY139" fmla="*/ 146289 h 236495"/>
                <a:gd name="connsiteX140" fmla="*/ 80381 w 150796"/>
                <a:gd name="connsiteY140" fmla="*/ 146289 h 236495"/>
                <a:gd name="connsiteX141" fmla="*/ 80521 w 150796"/>
                <a:gd name="connsiteY141" fmla="*/ 144149 h 236495"/>
                <a:gd name="connsiteX142" fmla="*/ 80381 w 150796"/>
                <a:gd name="connsiteY142" fmla="*/ 141824 h 236495"/>
                <a:gd name="connsiteX143" fmla="*/ 78149 w 150796"/>
                <a:gd name="connsiteY143" fmla="*/ 140336 h 236495"/>
                <a:gd name="connsiteX144" fmla="*/ 76661 w 150796"/>
                <a:gd name="connsiteY144" fmla="*/ 136615 h 236495"/>
                <a:gd name="connsiteX145" fmla="*/ 75172 w 150796"/>
                <a:gd name="connsiteY145" fmla="*/ 136615 h 236495"/>
                <a:gd name="connsiteX146" fmla="*/ 75172 w 150796"/>
                <a:gd name="connsiteY146" fmla="*/ 130662 h 236495"/>
                <a:gd name="connsiteX147" fmla="*/ 72940 w 150796"/>
                <a:gd name="connsiteY147" fmla="*/ 130662 h 236495"/>
                <a:gd name="connsiteX148" fmla="*/ 71452 w 150796"/>
                <a:gd name="connsiteY148" fmla="*/ 126197 h 236495"/>
                <a:gd name="connsiteX149" fmla="*/ 69964 w 150796"/>
                <a:gd name="connsiteY149" fmla="*/ 126197 h 236495"/>
                <a:gd name="connsiteX150" fmla="*/ 69731 w 150796"/>
                <a:gd name="connsiteY150" fmla="*/ 123686 h 236495"/>
                <a:gd name="connsiteX151" fmla="*/ 69219 w 150796"/>
                <a:gd name="connsiteY151" fmla="*/ 120988 h 236495"/>
                <a:gd name="connsiteX152" fmla="*/ 66987 w 150796"/>
                <a:gd name="connsiteY152" fmla="*/ 119500 h 236495"/>
                <a:gd name="connsiteX153" fmla="*/ 66615 w 150796"/>
                <a:gd name="connsiteY153" fmla="*/ 117965 h 236495"/>
                <a:gd name="connsiteX154" fmla="*/ 66243 w 150796"/>
                <a:gd name="connsiteY154" fmla="*/ 116523 h 236495"/>
                <a:gd name="connsiteX155" fmla="*/ 64010 w 150796"/>
                <a:gd name="connsiteY155" fmla="*/ 115779 h 236495"/>
                <a:gd name="connsiteX156" fmla="*/ 64010 w 150796"/>
                <a:gd name="connsiteY156" fmla="*/ 111314 h 236495"/>
                <a:gd name="connsiteX157" fmla="*/ 61778 w 150796"/>
                <a:gd name="connsiteY157" fmla="*/ 109826 h 236495"/>
                <a:gd name="connsiteX158" fmla="*/ 61034 w 150796"/>
                <a:gd name="connsiteY158" fmla="*/ 105361 h 236495"/>
                <a:gd name="connsiteX159" fmla="*/ 58801 w 150796"/>
                <a:gd name="connsiteY159" fmla="*/ 105361 h 236495"/>
                <a:gd name="connsiteX160" fmla="*/ 58801 w 150796"/>
                <a:gd name="connsiteY160" fmla="*/ 100152 h 236495"/>
                <a:gd name="connsiteX161" fmla="*/ 56569 w 150796"/>
                <a:gd name="connsiteY161" fmla="*/ 100152 h 236495"/>
                <a:gd name="connsiteX162" fmla="*/ 55081 w 150796"/>
                <a:gd name="connsiteY162" fmla="*/ 95687 h 236495"/>
                <a:gd name="connsiteX163" fmla="*/ 53592 w 150796"/>
                <a:gd name="connsiteY163" fmla="*/ 94943 h 236495"/>
                <a:gd name="connsiteX164" fmla="*/ 53267 w 150796"/>
                <a:gd name="connsiteY164" fmla="*/ 92757 h 236495"/>
                <a:gd name="connsiteX165" fmla="*/ 52848 w 150796"/>
                <a:gd name="connsiteY165" fmla="*/ 90478 h 236495"/>
                <a:gd name="connsiteX166" fmla="*/ 50616 w 150796"/>
                <a:gd name="connsiteY166" fmla="*/ 88990 h 236495"/>
                <a:gd name="connsiteX167" fmla="*/ 49872 w 150796"/>
                <a:gd name="connsiteY167" fmla="*/ 84525 h 236495"/>
                <a:gd name="connsiteX168" fmla="*/ 47639 w 150796"/>
                <a:gd name="connsiteY168" fmla="*/ 84525 h 236495"/>
                <a:gd name="connsiteX169" fmla="*/ 47639 w 150796"/>
                <a:gd name="connsiteY169" fmla="*/ 79316 h 236495"/>
                <a:gd name="connsiteX170" fmla="*/ 45407 w 150796"/>
                <a:gd name="connsiteY170" fmla="*/ 79316 h 236495"/>
                <a:gd name="connsiteX171" fmla="*/ 43919 w 150796"/>
                <a:gd name="connsiteY171" fmla="*/ 74851 h 236495"/>
                <a:gd name="connsiteX172" fmla="*/ 42430 w 150796"/>
                <a:gd name="connsiteY172" fmla="*/ 74851 h 236495"/>
                <a:gd name="connsiteX173" fmla="*/ 42198 w 150796"/>
                <a:gd name="connsiteY173" fmla="*/ 72386 h 236495"/>
                <a:gd name="connsiteX174" fmla="*/ 39454 w 150796"/>
                <a:gd name="connsiteY174" fmla="*/ 67410 h 236495"/>
                <a:gd name="connsiteX175" fmla="*/ 38198 w 150796"/>
                <a:gd name="connsiteY175" fmla="*/ 64294 h 236495"/>
                <a:gd name="connsiteX176" fmla="*/ 37631 w 150796"/>
                <a:gd name="connsiteY176" fmla="*/ 62681 h 236495"/>
                <a:gd name="connsiteX177" fmla="*/ 37221 w 150796"/>
                <a:gd name="connsiteY177" fmla="*/ 61457 h 236495"/>
                <a:gd name="connsiteX178" fmla="*/ 37228 w 150796"/>
                <a:gd name="connsiteY178" fmla="*/ 64184 h 236495"/>
                <a:gd name="connsiteX179" fmla="*/ 37335 w 150796"/>
                <a:gd name="connsiteY179" fmla="*/ 128214 h 236495"/>
                <a:gd name="connsiteX180" fmla="*/ 37344 w 150796"/>
                <a:gd name="connsiteY180" fmla="*/ 136089 h 236495"/>
                <a:gd name="connsiteX181" fmla="*/ 37346 w 150796"/>
                <a:gd name="connsiteY181" fmla="*/ 137673 h 236495"/>
                <a:gd name="connsiteX182" fmla="*/ 37394 w 150796"/>
                <a:gd name="connsiteY182" fmla="*/ 163084 h 236495"/>
                <a:gd name="connsiteX183" fmla="*/ 37431 w 150796"/>
                <a:gd name="connsiteY183" fmla="*/ 189143 h 236495"/>
                <a:gd name="connsiteX184" fmla="*/ 37457 w 150796"/>
                <a:gd name="connsiteY184" fmla="*/ 203787 h 236495"/>
                <a:gd name="connsiteX185" fmla="*/ 37474 w 150796"/>
                <a:gd name="connsiteY185" fmla="*/ 217555 h 236495"/>
                <a:gd name="connsiteX186" fmla="*/ 37487 w 150796"/>
                <a:gd name="connsiteY186" fmla="*/ 222622 h 236495"/>
                <a:gd name="connsiteX187" fmla="*/ 37490 w 150796"/>
                <a:gd name="connsiteY187" fmla="*/ 229512 h 236495"/>
                <a:gd name="connsiteX188" fmla="*/ 37509 w 150796"/>
                <a:gd name="connsiteY188" fmla="*/ 231561 h 236495"/>
                <a:gd name="connsiteX189" fmla="*/ 37221 w 150796"/>
                <a:gd name="connsiteY189" fmla="*/ 236330 h 236495"/>
                <a:gd name="connsiteX190" fmla="*/ 29614 w 150796"/>
                <a:gd name="connsiteY190" fmla="*/ 237990 h 236495"/>
                <a:gd name="connsiteX191" fmla="*/ 28033 w 150796"/>
                <a:gd name="connsiteY191" fmla="*/ 237989 h 236495"/>
                <a:gd name="connsiteX192" fmla="*/ 24728 w 150796"/>
                <a:gd name="connsiteY192" fmla="*/ 237971 h 236495"/>
                <a:gd name="connsiteX193" fmla="*/ 19663 w 150796"/>
                <a:gd name="connsiteY193" fmla="*/ 237956 h 236495"/>
                <a:gd name="connsiteX194" fmla="*/ 9688 w 150796"/>
                <a:gd name="connsiteY194" fmla="*/ 237074 h 236495"/>
                <a:gd name="connsiteX195" fmla="*/ 9505 w 150796"/>
                <a:gd name="connsiteY195" fmla="*/ 233310 h 236495"/>
                <a:gd name="connsiteX196" fmla="*/ 9496 w 150796"/>
                <a:gd name="connsiteY196" fmla="*/ 230823 h 236495"/>
                <a:gd name="connsiteX197" fmla="*/ 9509 w 150796"/>
                <a:gd name="connsiteY197" fmla="*/ 228057 h 236495"/>
                <a:gd name="connsiteX198" fmla="*/ 9505 w 150796"/>
                <a:gd name="connsiteY198" fmla="*/ 225146 h 236495"/>
                <a:gd name="connsiteX199" fmla="*/ 9515 w 150796"/>
                <a:gd name="connsiteY199" fmla="*/ 217107 h 236495"/>
                <a:gd name="connsiteX200" fmla="*/ 9518 w 150796"/>
                <a:gd name="connsiteY200" fmla="*/ 208453 h 236495"/>
                <a:gd name="connsiteX201" fmla="*/ 9531 w 150796"/>
                <a:gd name="connsiteY201" fmla="*/ 193447 h 236495"/>
                <a:gd name="connsiteX202" fmla="*/ 9549 w 150796"/>
                <a:gd name="connsiteY202" fmla="*/ 171750 h 236495"/>
                <a:gd name="connsiteX203" fmla="*/ 9576 w 150796"/>
                <a:gd name="connsiteY203" fmla="*/ 136552 h 236495"/>
                <a:gd name="connsiteX204" fmla="*/ 9606 w 150796"/>
                <a:gd name="connsiteY204" fmla="*/ 102351 h 236495"/>
                <a:gd name="connsiteX205" fmla="*/ 9608 w 150796"/>
                <a:gd name="connsiteY205" fmla="*/ 100223 h 236495"/>
                <a:gd name="connsiteX206" fmla="*/ 9613 w 150796"/>
                <a:gd name="connsiteY206" fmla="*/ 89656 h 236495"/>
                <a:gd name="connsiteX207" fmla="*/ 9688 w 150796"/>
                <a:gd name="connsiteY207" fmla="*/ 1926 h 23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50796" h="236495">
                  <a:moveTo>
                    <a:pt x="9688" y="1926"/>
                  </a:moveTo>
                  <a:cubicBezTo>
                    <a:pt x="13914" y="1834"/>
                    <a:pt x="18138" y="1766"/>
                    <a:pt x="22364" y="1721"/>
                  </a:cubicBezTo>
                  <a:cubicBezTo>
                    <a:pt x="23803" y="1702"/>
                    <a:pt x="25242" y="1677"/>
                    <a:pt x="26680" y="1645"/>
                  </a:cubicBezTo>
                  <a:cubicBezTo>
                    <a:pt x="28744" y="1600"/>
                    <a:pt x="30806" y="1579"/>
                    <a:pt x="32870" y="1562"/>
                  </a:cubicBezTo>
                  <a:cubicBezTo>
                    <a:pt x="33517" y="1543"/>
                    <a:pt x="34164" y="1524"/>
                    <a:pt x="34831" y="1504"/>
                  </a:cubicBezTo>
                  <a:cubicBezTo>
                    <a:pt x="36637" y="1503"/>
                    <a:pt x="36637" y="1503"/>
                    <a:pt x="39454" y="1926"/>
                  </a:cubicBezTo>
                  <a:cubicBezTo>
                    <a:pt x="40098" y="3716"/>
                    <a:pt x="40098" y="3716"/>
                    <a:pt x="40198" y="5646"/>
                  </a:cubicBezTo>
                  <a:cubicBezTo>
                    <a:pt x="40935" y="6137"/>
                    <a:pt x="41671" y="6629"/>
                    <a:pt x="42430" y="7135"/>
                  </a:cubicBezTo>
                  <a:cubicBezTo>
                    <a:pt x="42701" y="8370"/>
                    <a:pt x="42951" y="9610"/>
                    <a:pt x="43174" y="10855"/>
                  </a:cubicBezTo>
                  <a:cubicBezTo>
                    <a:pt x="43666" y="11101"/>
                    <a:pt x="44157" y="11346"/>
                    <a:pt x="44663" y="11599"/>
                  </a:cubicBezTo>
                  <a:cubicBezTo>
                    <a:pt x="45159" y="13088"/>
                    <a:pt x="45655" y="14576"/>
                    <a:pt x="46151" y="16064"/>
                  </a:cubicBezTo>
                  <a:cubicBezTo>
                    <a:pt x="46642" y="16310"/>
                    <a:pt x="47133" y="16555"/>
                    <a:pt x="47639" y="16808"/>
                  </a:cubicBezTo>
                  <a:cubicBezTo>
                    <a:pt x="47942" y="18536"/>
                    <a:pt x="48193" y="20274"/>
                    <a:pt x="48383" y="22017"/>
                  </a:cubicBezTo>
                  <a:cubicBezTo>
                    <a:pt x="49120" y="22017"/>
                    <a:pt x="49857" y="22017"/>
                    <a:pt x="50616" y="22017"/>
                  </a:cubicBezTo>
                  <a:cubicBezTo>
                    <a:pt x="50616" y="23491"/>
                    <a:pt x="50616" y="24964"/>
                    <a:pt x="50616" y="26482"/>
                  </a:cubicBezTo>
                  <a:cubicBezTo>
                    <a:pt x="51353" y="26482"/>
                    <a:pt x="52089" y="26482"/>
                    <a:pt x="52848" y="26482"/>
                  </a:cubicBezTo>
                  <a:cubicBezTo>
                    <a:pt x="53382" y="28208"/>
                    <a:pt x="53877" y="29945"/>
                    <a:pt x="54337" y="31691"/>
                  </a:cubicBezTo>
                  <a:cubicBezTo>
                    <a:pt x="55073" y="32060"/>
                    <a:pt x="55073" y="32060"/>
                    <a:pt x="55825" y="32435"/>
                  </a:cubicBezTo>
                  <a:cubicBezTo>
                    <a:pt x="55932" y="33034"/>
                    <a:pt x="56040" y="33633"/>
                    <a:pt x="56150" y="34249"/>
                  </a:cubicBezTo>
                  <a:cubicBezTo>
                    <a:pt x="56394" y="36412"/>
                    <a:pt x="56394" y="36412"/>
                    <a:pt x="58801" y="37644"/>
                  </a:cubicBezTo>
                  <a:cubicBezTo>
                    <a:pt x="59057" y="38635"/>
                    <a:pt x="59305" y="39627"/>
                    <a:pt x="59546" y="40621"/>
                  </a:cubicBezTo>
                  <a:cubicBezTo>
                    <a:pt x="59914" y="40974"/>
                    <a:pt x="60282" y="41327"/>
                    <a:pt x="60662" y="41691"/>
                  </a:cubicBezTo>
                  <a:cubicBezTo>
                    <a:pt x="62121" y="43211"/>
                    <a:pt x="62147" y="44540"/>
                    <a:pt x="62522" y="46574"/>
                  </a:cubicBezTo>
                  <a:cubicBezTo>
                    <a:pt x="63013" y="46820"/>
                    <a:pt x="63504" y="47065"/>
                    <a:pt x="64010" y="47318"/>
                  </a:cubicBezTo>
                  <a:cubicBezTo>
                    <a:pt x="64475" y="49597"/>
                    <a:pt x="64475" y="49597"/>
                    <a:pt x="64755" y="51783"/>
                  </a:cubicBezTo>
                  <a:cubicBezTo>
                    <a:pt x="65491" y="51783"/>
                    <a:pt x="66228" y="51783"/>
                    <a:pt x="66987" y="51783"/>
                  </a:cubicBezTo>
                  <a:cubicBezTo>
                    <a:pt x="67125" y="53049"/>
                    <a:pt x="67125" y="53049"/>
                    <a:pt x="67266" y="54341"/>
                  </a:cubicBezTo>
                  <a:cubicBezTo>
                    <a:pt x="67496" y="55653"/>
                    <a:pt x="67496" y="55653"/>
                    <a:pt x="67731" y="56992"/>
                  </a:cubicBezTo>
                  <a:cubicBezTo>
                    <a:pt x="68222" y="57238"/>
                    <a:pt x="68713" y="57483"/>
                    <a:pt x="69219" y="57736"/>
                  </a:cubicBezTo>
                  <a:cubicBezTo>
                    <a:pt x="69715" y="58976"/>
                    <a:pt x="70212" y="60217"/>
                    <a:pt x="70708" y="61457"/>
                  </a:cubicBezTo>
                  <a:cubicBezTo>
                    <a:pt x="71199" y="61702"/>
                    <a:pt x="71690" y="61948"/>
                    <a:pt x="72196" y="62201"/>
                  </a:cubicBezTo>
                  <a:cubicBezTo>
                    <a:pt x="72303" y="62907"/>
                    <a:pt x="72411" y="63613"/>
                    <a:pt x="72521" y="64340"/>
                  </a:cubicBezTo>
                  <a:cubicBezTo>
                    <a:pt x="72981" y="66894"/>
                    <a:pt x="73401" y="67201"/>
                    <a:pt x="75172" y="68898"/>
                  </a:cubicBezTo>
                  <a:cubicBezTo>
                    <a:pt x="75295" y="69558"/>
                    <a:pt x="75418" y="70218"/>
                    <a:pt x="75545" y="70898"/>
                  </a:cubicBezTo>
                  <a:cubicBezTo>
                    <a:pt x="75667" y="71466"/>
                    <a:pt x="75790" y="72034"/>
                    <a:pt x="75917" y="72619"/>
                  </a:cubicBezTo>
                  <a:cubicBezTo>
                    <a:pt x="76653" y="72619"/>
                    <a:pt x="77390" y="72619"/>
                    <a:pt x="78149" y="72619"/>
                  </a:cubicBezTo>
                  <a:cubicBezTo>
                    <a:pt x="78149" y="74338"/>
                    <a:pt x="78149" y="76057"/>
                    <a:pt x="78149" y="77828"/>
                  </a:cubicBezTo>
                  <a:cubicBezTo>
                    <a:pt x="78886" y="77828"/>
                    <a:pt x="79622" y="77828"/>
                    <a:pt x="80381" y="77828"/>
                  </a:cubicBezTo>
                  <a:cubicBezTo>
                    <a:pt x="80905" y="79307"/>
                    <a:pt x="81402" y="80795"/>
                    <a:pt x="81870" y="82293"/>
                  </a:cubicBezTo>
                  <a:cubicBezTo>
                    <a:pt x="82361" y="82293"/>
                    <a:pt x="82852" y="82293"/>
                    <a:pt x="83358" y="82293"/>
                  </a:cubicBezTo>
                  <a:cubicBezTo>
                    <a:pt x="83496" y="83559"/>
                    <a:pt x="83496" y="83559"/>
                    <a:pt x="83637" y="84851"/>
                  </a:cubicBezTo>
                  <a:cubicBezTo>
                    <a:pt x="83867" y="86163"/>
                    <a:pt x="83867" y="86163"/>
                    <a:pt x="84102" y="87502"/>
                  </a:cubicBezTo>
                  <a:cubicBezTo>
                    <a:pt x="84593" y="87747"/>
                    <a:pt x="85084" y="87993"/>
                    <a:pt x="85590" y="88246"/>
                  </a:cubicBezTo>
                  <a:cubicBezTo>
                    <a:pt x="86087" y="89486"/>
                    <a:pt x="86583" y="90726"/>
                    <a:pt x="87079" y="91967"/>
                  </a:cubicBezTo>
                  <a:cubicBezTo>
                    <a:pt x="87570" y="92212"/>
                    <a:pt x="88061" y="92458"/>
                    <a:pt x="88567" y="92711"/>
                  </a:cubicBezTo>
                  <a:cubicBezTo>
                    <a:pt x="88536" y="93555"/>
                    <a:pt x="88506" y="94399"/>
                    <a:pt x="88474" y="95269"/>
                  </a:cubicBezTo>
                  <a:cubicBezTo>
                    <a:pt x="88505" y="96144"/>
                    <a:pt x="88535" y="97018"/>
                    <a:pt x="88567" y="97920"/>
                  </a:cubicBezTo>
                  <a:cubicBezTo>
                    <a:pt x="89981" y="98844"/>
                    <a:pt x="89981" y="98844"/>
                    <a:pt x="91544" y="99408"/>
                  </a:cubicBezTo>
                  <a:cubicBezTo>
                    <a:pt x="91813" y="100395"/>
                    <a:pt x="92062" y="101387"/>
                    <a:pt x="92288" y="102385"/>
                  </a:cubicBezTo>
                  <a:cubicBezTo>
                    <a:pt x="93024" y="102630"/>
                    <a:pt x="93761" y="102876"/>
                    <a:pt x="94520" y="103129"/>
                  </a:cubicBezTo>
                  <a:cubicBezTo>
                    <a:pt x="94520" y="104617"/>
                    <a:pt x="94520" y="106105"/>
                    <a:pt x="94520" y="107594"/>
                  </a:cubicBezTo>
                  <a:cubicBezTo>
                    <a:pt x="95625" y="108330"/>
                    <a:pt x="95625" y="108330"/>
                    <a:pt x="96753" y="109082"/>
                  </a:cubicBezTo>
                  <a:cubicBezTo>
                    <a:pt x="97264" y="111407"/>
                    <a:pt x="97264" y="111407"/>
                    <a:pt x="97497" y="113547"/>
                  </a:cubicBezTo>
                  <a:cubicBezTo>
                    <a:pt x="98233" y="113547"/>
                    <a:pt x="98970" y="113547"/>
                    <a:pt x="99729" y="113547"/>
                  </a:cubicBezTo>
                  <a:cubicBezTo>
                    <a:pt x="99821" y="114268"/>
                    <a:pt x="99913" y="114989"/>
                    <a:pt x="100008" y="115733"/>
                  </a:cubicBezTo>
                  <a:cubicBezTo>
                    <a:pt x="100238" y="116861"/>
                    <a:pt x="100238" y="116861"/>
                    <a:pt x="100473" y="118012"/>
                  </a:cubicBezTo>
                  <a:cubicBezTo>
                    <a:pt x="100964" y="118257"/>
                    <a:pt x="101456" y="118503"/>
                    <a:pt x="101962" y="118756"/>
                  </a:cubicBezTo>
                  <a:cubicBezTo>
                    <a:pt x="102458" y="120244"/>
                    <a:pt x="102954" y="121732"/>
                    <a:pt x="103450" y="123221"/>
                  </a:cubicBezTo>
                  <a:cubicBezTo>
                    <a:pt x="103941" y="123466"/>
                    <a:pt x="104432" y="123712"/>
                    <a:pt x="104938" y="123965"/>
                  </a:cubicBezTo>
                  <a:cubicBezTo>
                    <a:pt x="105046" y="124701"/>
                    <a:pt x="105153" y="125438"/>
                    <a:pt x="105264" y="126197"/>
                  </a:cubicBezTo>
                  <a:cubicBezTo>
                    <a:pt x="105402" y="126934"/>
                    <a:pt x="105540" y="127670"/>
                    <a:pt x="105682" y="128430"/>
                  </a:cubicBezTo>
                  <a:cubicBezTo>
                    <a:pt x="106419" y="128675"/>
                    <a:pt x="107156" y="128921"/>
                    <a:pt x="107915" y="129174"/>
                  </a:cubicBezTo>
                  <a:cubicBezTo>
                    <a:pt x="108429" y="130656"/>
                    <a:pt x="108926" y="132144"/>
                    <a:pt x="109403" y="133638"/>
                  </a:cubicBezTo>
                  <a:cubicBezTo>
                    <a:pt x="109894" y="133638"/>
                    <a:pt x="110385" y="133638"/>
                    <a:pt x="110891" y="133638"/>
                  </a:cubicBezTo>
                  <a:cubicBezTo>
                    <a:pt x="110845" y="134344"/>
                    <a:pt x="110799" y="135051"/>
                    <a:pt x="110752" y="135778"/>
                  </a:cubicBezTo>
                  <a:cubicBezTo>
                    <a:pt x="110798" y="136545"/>
                    <a:pt x="110844" y="137313"/>
                    <a:pt x="110891" y="138103"/>
                  </a:cubicBezTo>
                  <a:cubicBezTo>
                    <a:pt x="111628" y="138594"/>
                    <a:pt x="112365" y="139086"/>
                    <a:pt x="113124" y="139592"/>
                  </a:cubicBezTo>
                  <a:cubicBezTo>
                    <a:pt x="113635" y="141917"/>
                    <a:pt x="113635" y="141917"/>
                    <a:pt x="113868" y="144056"/>
                  </a:cubicBezTo>
                  <a:cubicBezTo>
                    <a:pt x="114605" y="144056"/>
                    <a:pt x="115341" y="144056"/>
                    <a:pt x="116100" y="144056"/>
                  </a:cubicBezTo>
                  <a:cubicBezTo>
                    <a:pt x="116054" y="144901"/>
                    <a:pt x="116008" y="145745"/>
                    <a:pt x="115961" y="146614"/>
                  </a:cubicBezTo>
                  <a:cubicBezTo>
                    <a:pt x="116007" y="147489"/>
                    <a:pt x="116053" y="148364"/>
                    <a:pt x="116100" y="149265"/>
                  </a:cubicBezTo>
                  <a:cubicBezTo>
                    <a:pt x="116837" y="149511"/>
                    <a:pt x="117574" y="149757"/>
                    <a:pt x="118333" y="150010"/>
                  </a:cubicBezTo>
                  <a:cubicBezTo>
                    <a:pt x="118855" y="151239"/>
                    <a:pt x="119352" y="152480"/>
                    <a:pt x="119821" y="153730"/>
                  </a:cubicBezTo>
                  <a:cubicBezTo>
                    <a:pt x="120312" y="153976"/>
                    <a:pt x="120803" y="154221"/>
                    <a:pt x="121309" y="154474"/>
                  </a:cubicBezTo>
                  <a:cubicBezTo>
                    <a:pt x="121417" y="155196"/>
                    <a:pt x="121524" y="155917"/>
                    <a:pt x="121635" y="156660"/>
                  </a:cubicBezTo>
                  <a:cubicBezTo>
                    <a:pt x="121773" y="157412"/>
                    <a:pt x="121911" y="158164"/>
                    <a:pt x="122053" y="158939"/>
                  </a:cubicBezTo>
                  <a:cubicBezTo>
                    <a:pt x="122790" y="159430"/>
                    <a:pt x="123527" y="159922"/>
                    <a:pt x="124286" y="160428"/>
                  </a:cubicBezTo>
                  <a:cubicBezTo>
                    <a:pt x="124797" y="162753"/>
                    <a:pt x="124797" y="162753"/>
                    <a:pt x="125030" y="164892"/>
                  </a:cubicBezTo>
                  <a:cubicBezTo>
                    <a:pt x="125767" y="164892"/>
                    <a:pt x="126503" y="164892"/>
                    <a:pt x="127262" y="164892"/>
                  </a:cubicBezTo>
                  <a:cubicBezTo>
                    <a:pt x="127262" y="166611"/>
                    <a:pt x="127262" y="168330"/>
                    <a:pt x="127262" y="170101"/>
                  </a:cubicBezTo>
                  <a:cubicBezTo>
                    <a:pt x="127999" y="170101"/>
                    <a:pt x="128736" y="170101"/>
                    <a:pt x="129495" y="170101"/>
                  </a:cubicBezTo>
                  <a:cubicBezTo>
                    <a:pt x="130231" y="172066"/>
                    <a:pt x="130968" y="174030"/>
                    <a:pt x="131727" y="176054"/>
                  </a:cubicBezTo>
                  <a:cubicBezTo>
                    <a:pt x="132096" y="89861"/>
                    <a:pt x="132096" y="89861"/>
                    <a:pt x="132471" y="1926"/>
                  </a:cubicBezTo>
                  <a:cubicBezTo>
                    <a:pt x="141557" y="1926"/>
                    <a:pt x="150643" y="1926"/>
                    <a:pt x="160005" y="1926"/>
                  </a:cubicBezTo>
                  <a:cubicBezTo>
                    <a:pt x="160055" y="31869"/>
                    <a:pt x="160095" y="61813"/>
                    <a:pt x="160119" y="91757"/>
                  </a:cubicBezTo>
                  <a:cubicBezTo>
                    <a:pt x="160121" y="95288"/>
                    <a:pt x="160124" y="98820"/>
                    <a:pt x="160127" y="102351"/>
                  </a:cubicBezTo>
                  <a:cubicBezTo>
                    <a:pt x="160128" y="103054"/>
                    <a:pt x="160128" y="103757"/>
                    <a:pt x="160129" y="104481"/>
                  </a:cubicBezTo>
                  <a:cubicBezTo>
                    <a:pt x="160139" y="115881"/>
                    <a:pt x="160156" y="127280"/>
                    <a:pt x="160177" y="138679"/>
                  </a:cubicBezTo>
                  <a:cubicBezTo>
                    <a:pt x="160198" y="150366"/>
                    <a:pt x="160210" y="162054"/>
                    <a:pt x="160215" y="173741"/>
                  </a:cubicBezTo>
                  <a:cubicBezTo>
                    <a:pt x="160218" y="180959"/>
                    <a:pt x="160227" y="188177"/>
                    <a:pt x="160245" y="195395"/>
                  </a:cubicBezTo>
                  <a:cubicBezTo>
                    <a:pt x="160257" y="200337"/>
                    <a:pt x="160261" y="205280"/>
                    <a:pt x="160258" y="210223"/>
                  </a:cubicBezTo>
                  <a:cubicBezTo>
                    <a:pt x="160256" y="213079"/>
                    <a:pt x="160259" y="215935"/>
                    <a:pt x="160271" y="218791"/>
                  </a:cubicBezTo>
                  <a:cubicBezTo>
                    <a:pt x="160283" y="221880"/>
                    <a:pt x="160279" y="224968"/>
                    <a:pt x="160273" y="228057"/>
                  </a:cubicBezTo>
                  <a:cubicBezTo>
                    <a:pt x="160279" y="228970"/>
                    <a:pt x="160286" y="229883"/>
                    <a:pt x="160293" y="230823"/>
                  </a:cubicBezTo>
                  <a:cubicBezTo>
                    <a:pt x="160288" y="231644"/>
                    <a:pt x="160284" y="232465"/>
                    <a:pt x="160279" y="233310"/>
                  </a:cubicBezTo>
                  <a:cubicBezTo>
                    <a:pt x="160280" y="234024"/>
                    <a:pt x="160281" y="234738"/>
                    <a:pt x="160282" y="235474"/>
                  </a:cubicBezTo>
                  <a:cubicBezTo>
                    <a:pt x="160190" y="236002"/>
                    <a:pt x="160099" y="236530"/>
                    <a:pt x="160005" y="237074"/>
                  </a:cubicBezTo>
                  <a:cubicBezTo>
                    <a:pt x="157273" y="237985"/>
                    <a:pt x="154753" y="237925"/>
                    <a:pt x="151909" y="237917"/>
                  </a:cubicBezTo>
                  <a:cubicBezTo>
                    <a:pt x="151338" y="237918"/>
                    <a:pt x="150766" y="237918"/>
                    <a:pt x="150178" y="237919"/>
                  </a:cubicBezTo>
                  <a:cubicBezTo>
                    <a:pt x="148971" y="237920"/>
                    <a:pt x="147764" y="237918"/>
                    <a:pt x="146558" y="237915"/>
                  </a:cubicBezTo>
                  <a:cubicBezTo>
                    <a:pt x="144708" y="237911"/>
                    <a:pt x="142857" y="237915"/>
                    <a:pt x="141007" y="237920"/>
                  </a:cubicBezTo>
                  <a:cubicBezTo>
                    <a:pt x="139835" y="237919"/>
                    <a:pt x="138663" y="237918"/>
                    <a:pt x="137491" y="237917"/>
                  </a:cubicBezTo>
                  <a:cubicBezTo>
                    <a:pt x="136936" y="237918"/>
                    <a:pt x="136381" y="237920"/>
                    <a:pt x="135809" y="237922"/>
                  </a:cubicBezTo>
                  <a:cubicBezTo>
                    <a:pt x="131898" y="237904"/>
                    <a:pt x="131898" y="237904"/>
                    <a:pt x="130239" y="237074"/>
                  </a:cubicBezTo>
                  <a:cubicBezTo>
                    <a:pt x="130131" y="236598"/>
                    <a:pt x="130024" y="236122"/>
                    <a:pt x="129913" y="235632"/>
                  </a:cubicBezTo>
                  <a:cubicBezTo>
                    <a:pt x="129598" y="233813"/>
                    <a:pt x="129598" y="233813"/>
                    <a:pt x="127262" y="232609"/>
                  </a:cubicBezTo>
                  <a:cubicBezTo>
                    <a:pt x="126751" y="229912"/>
                    <a:pt x="126751" y="229912"/>
                    <a:pt x="126518" y="227400"/>
                  </a:cubicBezTo>
                  <a:cubicBezTo>
                    <a:pt x="125781" y="227400"/>
                    <a:pt x="125045" y="227400"/>
                    <a:pt x="124286" y="227400"/>
                  </a:cubicBezTo>
                  <a:cubicBezTo>
                    <a:pt x="124286" y="225927"/>
                    <a:pt x="124286" y="224453"/>
                    <a:pt x="124286" y="222935"/>
                  </a:cubicBezTo>
                  <a:cubicBezTo>
                    <a:pt x="123549" y="222935"/>
                    <a:pt x="122812" y="222935"/>
                    <a:pt x="122053" y="222935"/>
                  </a:cubicBezTo>
                  <a:cubicBezTo>
                    <a:pt x="121520" y="221210"/>
                    <a:pt x="121025" y="219473"/>
                    <a:pt x="120565" y="217726"/>
                  </a:cubicBezTo>
                  <a:cubicBezTo>
                    <a:pt x="120074" y="217481"/>
                    <a:pt x="119583" y="217235"/>
                    <a:pt x="119077" y="216982"/>
                  </a:cubicBezTo>
                  <a:cubicBezTo>
                    <a:pt x="118916" y="216084"/>
                    <a:pt x="118916" y="216084"/>
                    <a:pt x="118751" y="215168"/>
                  </a:cubicBezTo>
                  <a:cubicBezTo>
                    <a:pt x="118507" y="213005"/>
                    <a:pt x="118507" y="213005"/>
                    <a:pt x="116100" y="211773"/>
                  </a:cubicBezTo>
                  <a:cubicBezTo>
                    <a:pt x="115564" y="210299"/>
                    <a:pt x="115073" y="208808"/>
                    <a:pt x="114612" y="207308"/>
                  </a:cubicBezTo>
                  <a:cubicBezTo>
                    <a:pt x="113374" y="204133"/>
                    <a:pt x="113374" y="204133"/>
                    <a:pt x="110891" y="202099"/>
                  </a:cubicBezTo>
                  <a:cubicBezTo>
                    <a:pt x="110588" y="200372"/>
                    <a:pt x="110337" y="198634"/>
                    <a:pt x="110147" y="196890"/>
                  </a:cubicBezTo>
                  <a:cubicBezTo>
                    <a:pt x="109410" y="196890"/>
                    <a:pt x="108674" y="196890"/>
                    <a:pt x="107915" y="196890"/>
                  </a:cubicBezTo>
                  <a:cubicBezTo>
                    <a:pt x="107961" y="196169"/>
                    <a:pt x="108007" y="195448"/>
                    <a:pt x="108054" y="194705"/>
                  </a:cubicBezTo>
                  <a:cubicBezTo>
                    <a:pt x="108008" y="193952"/>
                    <a:pt x="107962" y="193200"/>
                    <a:pt x="107915" y="192426"/>
                  </a:cubicBezTo>
                  <a:cubicBezTo>
                    <a:pt x="107178" y="192180"/>
                    <a:pt x="106441" y="191934"/>
                    <a:pt x="105682" y="191681"/>
                  </a:cubicBezTo>
                  <a:cubicBezTo>
                    <a:pt x="105171" y="189030"/>
                    <a:pt x="105171" y="189030"/>
                    <a:pt x="104938" y="186472"/>
                  </a:cubicBezTo>
                  <a:cubicBezTo>
                    <a:pt x="104201" y="186472"/>
                    <a:pt x="103465" y="186472"/>
                    <a:pt x="102706" y="186472"/>
                  </a:cubicBezTo>
                  <a:cubicBezTo>
                    <a:pt x="102445" y="185235"/>
                    <a:pt x="102198" y="183994"/>
                    <a:pt x="101962" y="182752"/>
                  </a:cubicBezTo>
                  <a:cubicBezTo>
                    <a:pt x="100857" y="182015"/>
                    <a:pt x="100857" y="182015"/>
                    <a:pt x="99729" y="181263"/>
                  </a:cubicBezTo>
                  <a:cubicBezTo>
                    <a:pt x="99457" y="179779"/>
                    <a:pt x="99207" y="178291"/>
                    <a:pt x="98985" y="176799"/>
                  </a:cubicBezTo>
                  <a:cubicBezTo>
                    <a:pt x="98494" y="176553"/>
                    <a:pt x="98003" y="176308"/>
                    <a:pt x="97497" y="176054"/>
                  </a:cubicBezTo>
                  <a:cubicBezTo>
                    <a:pt x="97032" y="173776"/>
                    <a:pt x="97032" y="173776"/>
                    <a:pt x="96753" y="171590"/>
                  </a:cubicBezTo>
                  <a:cubicBezTo>
                    <a:pt x="96016" y="171590"/>
                    <a:pt x="95279" y="171590"/>
                    <a:pt x="94520" y="171590"/>
                  </a:cubicBezTo>
                  <a:cubicBezTo>
                    <a:pt x="93996" y="169862"/>
                    <a:pt x="93499" y="168125"/>
                    <a:pt x="93032" y="166381"/>
                  </a:cubicBezTo>
                  <a:cubicBezTo>
                    <a:pt x="92541" y="166381"/>
                    <a:pt x="92050" y="166381"/>
                    <a:pt x="91544" y="166381"/>
                  </a:cubicBezTo>
                  <a:cubicBezTo>
                    <a:pt x="91451" y="165659"/>
                    <a:pt x="91359" y="164938"/>
                    <a:pt x="91265" y="164195"/>
                  </a:cubicBezTo>
                  <a:cubicBezTo>
                    <a:pt x="91034" y="163067"/>
                    <a:pt x="91034" y="163067"/>
                    <a:pt x="90799" y="161916"/>
                  </a:cubicBezTo>
                  <a:cubicBezTo>
                    <a:pt x="90308" y="161670"/>
                    <a:pt x="89817" y="161425"/>
                    <a:pt x="89311" y="161172"/>
                  </a:cubicBezTo>
                  <a:cubicBezTo>
                    <a:pt x="88815" y="159931"/>
                    <a:pt x="88319" y="158691"/>
                    <a:pt x="87823" y="157451"/>
                  </a:cubicBezTo>
                  <a:cubicBezTo>
                    <a:pt x="87332" y="157205"/>
                    <a:pt x="86841" y="156960"/>
                    <a:pt x="86335" y="156707"/>
                  </a:cubicBezTo>
                  <a:cubicBezTo>
                    <a:pt x="86365" y="155863"/>
                    <a:pt x="86396" y="155019"/>
                    <a:pt x="86428" y="154149"/>
                  </a:cubicBezTo>
                  <a:cubicBezTo>
                    <a:pt x="86397" y="153274"/>
                    <a:pt x="86366" y="152399"/>
                    <a:pt x="86335" y="151498"/>
                  </a:cubicBezTo>
                  <a:cubicBezTo>
                    <a:pt x="84908" y="150630"/>
                    <a:pt x="84908" y="150630"/>
                    <a:pt x="83358" y="150010"/>
                  </a:cubicBezTo>
                  <a:cubicBezTo>
                    <a:pt x="83093" y="148773"/>
                    <a:pt x="82843" y="147533"/>
                    <a:pt x="82614" y="146289"/>
                  </a:cubicBezTo>
                  <a:cubicBezTo>
                    <a:pt x="81877" y="146289"/>
                    <a:pt x="81140" y="146289"/>
                    <a:pt x="80381" y="146289"/>
                  </a:cubicBezTo>
                  <a:cubicBezTo>
                    <a:pt x="80428" y="145583"/>
                    <a:pt x="80474" y="144877"/>
                    <a:pt x="80521" y="144149"/>
                  </a:cubicBezTo>
                  <a:cubicBezTo>
                    <a:pt x="80475" y="143382"/>
                    <a:pt x="80429" y="142615"/>
                    <a:pt x="80381" y="141824"/>
                  </a:cubicBezTo>
                  <a:cubicBezTo>
                    <a:pt x="79276" y="141087"/>
                    <a:pt x="79276" y="141087"/>
                    <a:pt x="78149" y="140336"/>
                  </a:cubicBezTo>
                  <a:cubicBezTo>
                    <a:pt x="77648" y="139098"/>
                    <a:pt x="77151" y="137858"/>
                    <a:pt x="76661" y="136615"/>
                  </a:cubicBezTo>
                  <a:cubicBezTo>
                    <a:pt x="76170" y="136615"/>
                    <a:pt x="75679" y="136615"/>
                    <a:pt x="75172" y="136615"/>
                  </a:cubicBezTo>
                  <a:cubicBezTo>
                    <a:pt x="75172" y="134651"/>
                    <a:pt x="75172" y="132686"/>
                    <a:pt x="75172" y="130662"/>
                  </a:cubicBezTo>
                  <a:cubicBezTo>
                    <a:pt x="74436" y="130662"/>
                    <a:pt x="73699" y="130662"/>
                    <a:pt x="72940" y="130662"/>
                  </a:cubicBezTo>
                  <a:cubicBezTo>
                    <a:pt x="72416" y="129183"/>
                    <a:pt x="71920" y="127694"/>
                    <a:pt x="71452" y="126197"/>
                  </a:cubicBezTo>
                  <a:cubicBezTo>
                    <a:pt x="70961" y="126197"/>
                    <a:pt x="70470" y="126197"/>
                    <a:pt x="69964" y="126197"/>
                  </a:cubicBezTo>
                  <a:cubicBezTo>
                    <a:pt x="69887" y="125368"/>
                    <a:pt x="69810" y="124540"/>
                    <a:pt x="69731" y="123686"/>
                  </a:cubicBezTo>
                  <a:cubicBezTo>
                    <a:pt x="69562" y="122795"/>
                    <a:pt x="69393" y="121905"/>
                    <a:pt x="69219" y="120988"/>
                  </a:cubicBezTo>
                  <a:cubicBezTo>
                    <a:pt x="68114" y="120251"/>
                    <a:pt x="68114" y="120251"/>
                    <a:pt x="66987" y="119500"/>
                  </a:cubicBezTo>
                  <a:cubicBezTo>
                    <a:pt x="66864" y="118993"/>
                    <a:pt x="66741" y="118487"/>
                    <a:pt x="66615" y="117965"/>
                  </a:cubicBezTo>
                  <a:cubicBezTo>
                    <a:pt x="66492" y="117489"/>
                    <a:pt x="66369" y="117013"/>
                    <a:pt x="66243" y="116523"/>
                  </a:cubicBezTo>
                  <a:cubicBezTo>
                    <a:pt x="65506" y="116278"/>
                    <a:pt x="64769" y="116032"/>
                    <a:pt x="64010" y="115779"/>
                  </a:cubicBezTo>
                  <a:cubicBezTo>
                    <a:pt x="64010" y="114291"/>
                    <a:pt x="64010" y="112803"/>
                    <a:pt x="64010" y="111314"/>
                  </a:cubicBezTo>
                  <a:cubicBezTo>
                    <a:pt x="62905" y="110578"/>
                    <a:pt x="62905" y="110578"/>
                    <a:pt x="61778" y="109826"/>
                  </a:cubicBezTo>
                  <a:cubicBezTo>
                    <a:pt x="61266" y="107501"/>
                    <a:pt x="61266" y="107501"/>
                    <a:pt x="61034" y="105361"/>
                  </a:cubicBezTo>
                  <a:cubicBezTo>
                    <a:pt x="60297" y="105361"/>
                    <a:pt x="59560" y="105361"/>
                    <a:pt x="58801" y="105361"/>
                  </a:cubicBezTo>
                  <a:cubicBezTo>
                    <a:pt x="58801" y="103642"/>
                    <a:pt x="58801" y="101923"/>
                    <a:pt x="58801" y="100152"/>
                  </a:cubicBezTo>
                  <a:cubicBezTo>
                    <a:pt x="58065" y="100152"/>
                    <a:pt x="57328" y="100152"/>
                    <a:pt x="56569" y="100152"/>
                  </a:cubicBezTo>
                  <a:cubicBezTo>
                    <a:pt x="56035" y="98677"/>
                    <a:pt x="55540" y="97187"/>
                    <a:pt x="55081" y="95687"/>
                  </a:cubicBezTo>
                  <a:cubicBezTo>
                    <a:pt x="54344" y="95319"/>
                    <a:pt x="54344" y="95319"/>
                    <a:pt x="53592" y="94943"/>
                  </a:cubicBezTo>
                  <a:cubicBezTo>
                    <a:pt x="53485" y="94222"/>
                    <a:pt x="53378" y="93500"/>
                    <a:pt x="53267" y="92757"/>
                  </a:cubicBezTo>
                  <a:cubicBezTo>
                    <a:pt x="53060" y="91629"/>
                    <a:pt x="53060" y="91629"/>
                    <a:pt x="52848" y="90478"/>
                  </a:cubicBezTo>
                  <a:cubicBezTo>
                    <a:pt x="52112" y="89987"/>
                    <a:pt x="51375" y="89496"/>
                    <a:pt x="50616" y="88990"/>
                  </a:cubicBezTo>
                  <a:cubicBezTo>
                    <a:pt x="50104" y="86665"/>
                    <a:pt x="50104" y="86665"/>
                    <a:pt x="49872" y="84525"/>
                  </a:cubicBezTo>
                  <a:cubicBezTo>
                    <a:pt x="49135" y="84525"/>
                    <a:pt x="48398" y="84525"/>
                    <a:pt x="47639" y="84525"/>
                  </a:cubicBezTo>
                  <a:cubicBezTo>
                    <a:pt x="47639" y="82806"/>
                    <a:pt x="47639" y="81087"/>
                    <a:pt x="47639" y="79316"/>
                  </a:cubicBezTo>
                  <a:cubicBezTo>
                    <a:pt x="46903" y="79316"/>
                    <a:pt x="46166" y="79316"/>
                    <a:pt x="45407" y="79316"/>
                  </a:cubicBezTo>
                  <a:cubicBezTo>
                    <a:pt x="44883" y="77837"/>
                    <a:pt x="44387" y="76349"/>
                    <a:pt x="43919" y="74851"/>
                  </a:cubicBezTo>
                  <a:cubicBezTo>
                    <a:pt x="43427" y="74851"/>
                    <a:pt x="42936" y="74851"/>
                    <a:pt x="42430" y="74851"/>
                  </a:cubicBezTo>
                  <a:cubicBezTo>
                    <a:pt x="42315" y="73631"/>
                    <a:pt x="42315" y="73631"/>
                    <a:pt x="42198" y="72386"/>
                  </a:cubicBezTo>
                  <a:cubicBezTo>
                    <a:pt x="41649" y="69442"/>
                    <a:pt x="41411" y="69329"/>
                    <a:pt x="39454" y="67410"/>
                  </a:cubicBezTo>
                  <a:cubicBezTo>
                    <a:pt x="38747" y="65890"/>
                    <a:pt x="38747" y="65890"/>
                    <a:pt x="38198" y="64294"/>
                  </a:cubicBezTo>
                  <a:cubicBezTo>
                    <a:pt x="38011" y="63762"/>
                    <a:pt x="37824" y="63229"/>
                    <a:pt x="37631" y="62681"/>
                  </a:cubicBezTo>
                  <a:cubicBezTo>
                    <a:pt x="37496" y="62277"/>
                    <a:pt x="37361" y="61873"/>
                    <a:pt x="37221" y="61457"/>
                  </a:cubicBezTo>
                  <a:cubicBezTo>
                    <a:pt x="37223" y="62357"/>
                    <a:pt x="37225" y="63257"/>
                    <a:pt x="37228" y="64184"/>
                  </a:cubicBezTo>
                  <a:cubicBezTo>
                    <a:pt x="37276" y="85527"/>
                    <a:pt x="37313" y="106871"/>
                    <a:pt x="37335" y="128214"/>
                  </a:cubicBezTo>
                  <a:cubicBezTo>
                    <a:pt x="37338" y="130839"/>
                    <a:pt x="37341" y="133464"/>
                    <a:pt x="37344" y="136089"/>
                  </a:cubicBezTo>
                  <a:cubicBezTo>
                    <a:pt x="37345" y="136612"/>
                    <a:pt x="37345" y="137134"/>
                    <a:pt x="37346" y="137673"/>
                  </a:cubicBezTo>
                  <a:cubicBezTo>
                    <a:pt x="37355" y="146143"/>
                    <a:pt x="37373" y="154614"/>
                    <a:pt x="37394" y="163084"/>
                  </a:cubicBezTo>
                  <a:cubicBezTo>
                    <a:pt x="37414" y="171770"/>
                    <a:pt x="37427" y="180457"/>
                    <a:pt x="37431" y="189143"/>
                  </a:cubicBezTo>
                  <a:cubicBezTo>
                    <a:pt x="37434" y="194024"/>
                    <a:pt x="37441" y="198906"/>
                    <a:pt x="37457" y="203787"/>
                  </a:cubicBezTo>
                  <a:cubicBezTo>
                    <a:pt x="37472" y="208376"/>
                    <a:pt x="37477" y="212965"/>
                    <a:pt x="37474" y="217555"/>
                  </a:cubicBezTo>
                  <a:cubicBezTo>
                    <a:pt x="37474" y="219244"/>
                    <a:pt x="37479" y="220933"/>
                    <a:pt x="37487" y="222622"/>
                  </a:cubicBezTo>
                  <a:cubicBezTo>
                    <a:pt x="37498" y="224919"/>
                    <a:pt x="37496" y="227215"/>
                    <a:pt x="37490" y="229512"/>
                  </a:cubicBezTo>
                  <a:cubicBezTo>
                    <a:pt x="37500" y="230526"/>
                    <a:pt x="37500" y="230526"/>
                    <a:pt x="37509" y="231561"/>
                  </a:cubicBezTo>
                  <a:cubicBezTo>
                    <a:pt x="37496" y="233416"/>
                    <a:pt x="37496" y="233416"/>
                    <a:pt x="37221" y="236330"/>
                  </a:cubicBezTo>
                  <a:cubicBezTo>
                    <a:pt x="34430" y="238190"/>
                    <a:pt x="32947" y="238000"/>
                    <a:pt x="29614" y="237990"/>
                  </a:cubicBezTo>
                  <a:cubicBezTo>
                    <a:pt x="29092" y="237989"/>
                    <a:pt x="28571" y="237989"/>
                    <a:pt x="28033" y="237989"/>
                  </a:cubicBezTo>
                  <a:cubicBezTo>
                    <a:pt x="26931" y="237986"/>
                    <a:pt x="25830" y="237981"/>
                    <a:pt x="24728" y="237971"/>
                  </a:cubicBezTo>
                  <a:cubicBezTo>
                    <a:pt x="23040" y="237958"/>
                    <a:pt x="21351" y="237956"/>
                    <a:pt x="19663" y="237956"/>
                  </a:cubicBezTo>
                  <a:cubicBezTo>
                    <a:pt x="11396" y="237928"/>
                    <a:pt x="11396" y="237928"/>
                    <a:pt x="9688" y="237074"/>
                  </a:cubicBezTo>
                  <a:cubicBezTo>
                    <a:pt x="9503" y="235474"/>
                    <a:pt x="9503" y="235474"/>
                    <a:pt x="9505" y="233310"/>
                  </a:cubicBezTo>
                  <a:cubicBezTo>
                    <a:pt x="9502" y="232489"/>
                    <a:pt x="9499" y="231669"/>
                    <a:pt x="9496" y="230823"/>
                  </a:cubicBezTo>
                  <a:cubicBezTo>
                    <a:pt x="9500" y="229911"/>
                    <a:pt x="9505" y="228998"/>
                    <a:pt x="9509" y="228057"/>
                  </a:cubicBezTo>
                  <a:cubicBezTo>
                    <a:pt x="9508" y="227097"/>
                    <a:pt x="9507" y="226136"/>
                    <a:pt x="9505" y="225146"/>
                  </a:cubicBezTo>
                  <a:cubicBezTo>
                    <a:pt x="9502" y="222466"/>
                    <a:pt x="9508" y="219787"/>
                    <a:pt x="9515" y="217107"/>
                  </a:cubicBezTo>
                  <a:cubicBezTo>
                    <a:pt x="9522" y="214223"/>
                    <a:pt x="9520" y="211338"/>
                    <a:pt x="9518" y="208453"/>
                  </a:cubicBezTo>
                  <a:cubicBezTo>
                    <a:pt x="9518" y="203451"/>
                    <a:pt x="9522" y="198449"/>
                    <a:pt x="9531" y="193447"/>
                  </a:cubicBezTo>
                  <a:cubicBezTo>
                    <a:pt x="9543" y="186214"/>
                    <a:pt x="9547" y="178982"/>
                    <a:pt x="9549" y="171750"/>
                  </a:cubicBezTo>
                  <a:cubicBezTo>
                    <a:pt x="9552" y="160017"/>
                    <a:pt x="9562" y="148284"/>
                    <a:pt x="9576" y="136552"/>
                  </a:cubicBezTo>
                  <a:cubicBezTo>
                    <a:pt x="9589" y="125151"/>
                    <a:pt x="9600" y="113751"/>
                    <a:pt x="9606" y="102351"/>
                  </a:cubicBezTo>
                  <a:cubicBezTo>
                    <a:pt x="9607" y="101298"/>
                    <a:pt x="9607" y="101298"/>
                    <a:pt x="9608" y="100223"/>
                  </a:cubicBezTo>
                  <a:cubicBezTo>
                    <a:pt x="9609" y="96701"/>
                    <a:pt x="9611" y="93178"/>
                    <a:pt x="9613" y="89656"/>
                  </a:cubicBezTo>
                  <a:cubicBezTo>
                    <a:pt x="9629" y="60412"/>
                    <a:pt x="9655" y="31169"/>
                    <a:pt x="9688" y="1926"/>
                  </a:cubicBezTo>
                  <a:close/>
                </a:path>
              </a:pathLst>
            </a:custGeom>
            <a:grpFill/>
            <a:ln w="744" cap="flat">
              <a:noFill/>
              <a:prstDash val="solid"/>
              <a:miter/>
            </a:ln>
          </p:spPr>
          <p:txBody>
            <a:bodyPr rtlCol="0" anchor="ctr"/>
            <a:lstStyle/>
            <a:p>
              <a:endParaRPr lang="zh-CN" altLang="en-US"/>
            </a:p>
          </p:txBody>
        </p:sp>
        <p:sp>
          <p:nvSpPr>
            <p:cNvPr id="125" name="任意多边形: 形状 124"/>
            <p:cNvSpPr/>
            <p:nvPr/>
          </p:nvSpPr>
          <p:spPr>
            <a:xfrm>
              <a:off x="7872065" y="1388802"/>
              <a:ext cx="175179" cy="243397"/>
            </a:xfrm>
            <a:custGeom>
              <a:avLst/>
              <a:gdLst>
                <a:gd name="connsiteX0" fmla="*/ 82878 w 175179"/>
                <a:gd name="connsiteY0" fmla="*/ 1913 h 243397"/>
                <a:gd name="connsiteX1" fmla="*/ 87117 w 175179"/>
                <a:gd name="connsiteY1" fmla="*/ 1527 h 243397"/>
                <a:gd name="connsiteX2" fmla="*/ 89864 w 175179"/>
                <a:gd name="connsiteY2" fmla="*/ 1499 h 243397"/>
                <a:gd name="connsiteX3" fmla="*/ 92854 w 175179"/>
                <a:gd name="connsiteY3" fmla="*/ 1517 h 243397"/>
                <a:gd name="connsiteX4" fmla="*/ 95898 w 175179"/>
                <a:gd name="connsiteY4" fmla="*/ 1509 h 243397"/>
                <a:gd name="connsiteX5" fmla="*/ 102287 w 175179"/>
                <a:gd name="connsiteY5" fmla="*/ 1525 h 243397"/>
                <a:gd name="connsiteX6" fmla="*/ 110492 w 175179"/>
                <a:gd name="connsiteY6" fmla="*/ 1514 h 243397"/>
                <a:gd name="connsiteX7" fmla="*/ 116781 w 175179"/>
                <a:gd name="connsiteY7" fmla="*/ 1514 h 243397"/>
                <a:gd name="connsiteX8" fmla="*/ 119808 w 175179"/>
                <a:gd name="connsiteY8" fmla="*/ 1507 h 243397"/>
                <a:gd name="connsiteX9" fmla="*/ 124031 w 175179"/>
                <a:gd name="connsiteY9" fmla="*/ 1527 h 243397"/>
                <a:gd name="connsiteX10" fmla="*/ 126462 w 175179"/>
                <a:gd name="connsiteY10" fmla="*/ 1535 h 243397"/>
                <a:gd name="connsiteX11" fmla="*/ 128270 w 175179"/>
                <a:gd name="connsiteY11" fmla="*/ 1913 h 243397"/>
                <a:gd name="connsiteX12" fmla="*/ 129014 w 175179"/>
                <a:gd name="connsiteY12" fmla="*/ 4889 h 243397"/>
                <a:gd name="connsiteX13" fmla="*/ 134223 w 175179"/>
                <a:gd name="connsiteY13" fmla="*/ 5261 h 243397"/>
                <a:gd name="connsiteX14" fmla="*/ 139432 w 175179"/>
                <a:gd name="connsiteY14" fmla="*/ 5633 h 243397"/>
                <a:gd name="connsiteX15" fmla="*/ 140176 w 175179"/>
                <a:gd name="connsiteY15" fmla="*/ 8610 h 243397"/>
                <a:gd name="connsiteX16" fmla="*/ 143525 w 175179"/>
                <a:gd name="connsiteY16" fmla="*/ 8610 h 243397"/>
                <a:gd name="connsiteX17" fmla="*/ 146874 w 175179"/>
                <a:gd name="connsiteY17" fmla="*/ 8610 h 243397"/>
                <a:gd name="connsiteX18" fmla="*/ 147618 w 175179"/>
                <a:gd name="connsiteY18" fmla="*/ 11586 h 243397"/>
                <a:gd name="connsiteX19" fmla="*/ 152083 w 175179"/>
                <a:gd name="connsiteY19" fmla="*/ 12331 h 243397"/>
                <a:gd name="connsiteX20" fmla="*/ 153571 w 175179"/>
                <a:gd name="connsiteY20" fmla="*/ 15307 h 243397"/>
                <a:gd name="connsiteX21" fmla="*/ 155803 w 175179"/>
                <a:gd name="connsiteY21" fmla="*/ 16051 h 243397"/>
                <a:gd name="connsiteX22" fmla="*/ 156454 w 175179"/>
                <a:gd name="connsiteY22" fmla="*/ 17586 h 243397"/>
                <a:gd name="connsiteX23" fmla="*/ 157292 w 175179"/>
                <a:gd name="connsiteY23" fmla="*/ 19028 h 243397"/>
                <a:gd name="connsiteX24" fmla="*/ 159198 w 175179"/>
                <a:gd name="connsiteY24" fmla="*/ 19028 h 243397"/>
                <a:gd name="connsiteX25" fmla="*/ 161012 w 175179"/>
                <a:gd name="connsiteY25" fmla="*/ 19028 h 243397"/>
                <a:gd name="connsiteX26" fmla="*/ 161756 w 175179"/>
                <a:gd name="connsiteY26" fmla="*/ 22004 h 243397"/>
                <a:gd name="connsiteX27" fmla="*/ 163989 w 175179"/>
                <a:gd name="connsiteY27" fmla="*/ 23493 h 243397"/>
                <a:gd name="connsiteX28" fmla="*/ 164733 w 175179"/>
                <a:gd name="connsiteY28" fmla="*/ 25725 h 243397"/>
                <a:gd name="connsiteX29" fmla="*/ 166965 w 175179"/>
                <a:gd name="connsiteY29" fmla="*/ 27213 h 243397"/>
                <a:gd name="connsiteX30" fmla="*/ 167710 w 175179"/>
                <a:gd name="connsiteY30" fmla="*/ 29446 h 243397"/>
                <a:gd name="connsiteX31" fmla="*/ 169942 w 175179"/>
                <a:gd name="connsiteY31" fmla="*/ 30934 h 243397"/>
                <a:gd name="connsiteX32" fmla="*/ 171430 w 175179"/>
                <a:gd name="connsiteY32" fmla="*/ 34655 h 243397"/>
                <a:gd name="connsiteX33" fmla="*/ 172919 w 175179"/>
                <a:gd name="connsiteY33" fmla="*/ 34655 h 243397"/>
                <a:gd name="connsiteX34" fmla="*/ 173151 w 175179"/>
                <a:gd name="connsiteY34" fmla="*/ 37166 h 243397"/>
                <a:gd name="connsiteX35" fmla="*/ 173663 w 175179"/>
                <a:gd name="connsiteY35" fmla="*/ 39864 h 243397"/>
                <a:gd name="connsiteX36" fmla="*/ 175895 w 175179"/>
                <a:gd name="connsiteY36" fmla="*/ 41352 h 243397"/>
                <a:gd name="connsiteX37" fmla="*/ 175895 w 175179"/>
                <a:gd name="connsiteY37" fmla="*/ 46561 h 243397"/>
                <a:gd name="connsiteX38" fmla="*/ 178128 w 175179"/>
                <a:gd name="connsiteY38" fmla="*/ 46561 h 243397"/>
                <a:gd name="connsiteX39" fmla="*/ 178918 w 175179"/>
                <a:gd name="connsiteY39" fmla="*/ 49910 h 243397"/>
                <a:gd name="connsiteX40" fmla="*/ 179616 w 175179"/>
                <a:gd name="connsiteY40" fmla="*/ 53258 h 243397"/>
                <a:gd name="connsiteX41" fmla="*/ 181104 w 175179"/>
                <a:gd name="connsiteY41" fmla="*/ 53258 h 243397"/>
                <a:gd name="connsiteX42" fmla="*/ 181188 w 175179"/>
                <a:gd name="connsiteY42" fmla="*/ 55023 h 243397"/>
                <a:gd name="connsiteX43" fmla="*/ 181337 w 175179"/>
                <a:gd name="connsiteY43" fmla="*/ 57305 h 243397"/>
                <a:gd name="connsiteX44" fmla="*/ 181467 w 175179"/>
                <a:gd name="connsiteY44" fmla="*/ 59581 h 243397"/>
                <a:gd name="connsiteX45" fmla="*/ 181848 w 175179"/>
                <a:gd name="connsiteY45" fmla="*/ 61444 h 243397"/>
                <a:gd name="connsiteX46" fmla="*/ 184081 w 175179"/>
                <a:gd name="connsiteY46" fmla="*/ 62188 h 243397"/>
                <a:gd name="connsiteX47" fmla="*/ 184325 w 175179"/>
                <a:gd name="connsiteY47" fmla="*/ 65327 h 243397"/>
                <a:gd name="connsiteX48" fmla="*/ 184313 w 175179"/>
                <a:gd name="connsiteY48" fmla="*/ 67243 h 243397"/>
                <a:gd name="connsiteX49" fmla="*/ 184267 w 175179"/>
                <a:gd name="connsiteY49" fmla="*/ 69257 h 243397"/>
                <a:gd name="connsiteX50" fmla="*/ 184255 w 175179"/>
                <a:gd name="connsiteY50" fmla="*/ 71272 h 243397"/>
                <a:gd name="connsiteX51" fmla="*/ 183337 w 175179"/>
                <a:gd name="connsiteY51" fmla="*/ 77071 h 243397"/>
                <a:gd name="connsiteX52" fmla="*/ 175244 w 175179"/>
                <a:gd name="connsiteY52" fmla="*/ 77388 h 243397"/>
                <a:gd name="connsiteX53" fmla="*/ 172919 w 175179"/>
                <a:gd name="connsiteY53" fmla="*/ 77815 h 243397"/>
                <a:gd name="connsiteX54" fmla="*/ 172546 w 175179"/>
                <a:gd name="connsiteY54" fmla="*/ 79309 h 243397"/>
                <a:gd name="connsiteX55" fmla="*/ 172174 w 175179"/>
                <a:gd name="connsiteY55" fmla="*/ 80791 h 243397"/>
                <a:gd name="connsiteX56" fmla="*/ 166965 w 175179"/>
                <a:gd name="connsiteY56" fmla="*/ 81210 h 243397"/>
                <a:gd name="connsiteX57" fmla="*/ 161756 w 175179"/>
                <a:gd name="connsiteY57" fmla="*/ 81536 h 243397"/>
                <a:gd name="connsiteX58" fmla="*/ 161012 w 175179"/>
                <a:gd name="connsiteY58" fmla="*/ 83768 h 243397"/>
                <a:gd name="connsiteX59" fmla="*/ 157292 w 175179"/>
                <a:gd name="connsiteY59" fmla="*/ 83768 h 243397"/>
                <a:gd name="connsiteX60" fmla="*/ 156158 w 175179"/>
                <a:gd name="connsiteY60" fmla="*/ 75004 h 243397"/>
                <a:gd name="connsiteX61" fmla="*/ 155803 w 175179"/>
                <a:gd name="connsiteY61" fmla="*/ 72606 h 243397"/>
                <a:gd name="connsiteX62" fmla="*/ 153571 w 175179"/>
                <a:gd name="connsiteY62" fmla="*/ 71118 h 243397"/>
                <a:gd name="connsiteX63" fmla="*/ 153152 w 175179"/>
                <a:gd name="connsiteY63" fmla="*/ 67350 h 243397"/>
                <a:gd name="connsiteX64" fmla="*/ 152827 w 175179"/>
                <a:gd name="connsiteY64" fmla="*/ 63676 h 243397"/>
                <a:gd name="connsiteX65" fmla="*/ 151338 w 175179"/>
                <a:gd name="connsiteY65" fmla="*/ 62932 h 243397"/>
                <a:gd name="connsiteX66" fmla="*/ 151013 w 175179"/>
                <a:gd name="connsiteY66" fmla="*/ 60328 h 243397"/>
                <a:gd name="connsiteX67" fmla="*/ 150594 w 175179"/>
                <a:gd name="connsiteY67" fmla="*/ 57723 h 243397"/>
                <a:gd name="connsiteX68" fmla="*/ 148362 w 175179"/>
                <a:gd name="connsiteY68" fmla="*/ 56979 h 243397"/>
                <a:gd name="connsiteX69" fmla="*/ 148362 w 175179"/>
                <a:gd name="connsiteY69" fmla="*/ 53258 h 243397"/>
                <a:gd name="connsiteX70" fmla="*/ 146130 w 175179"/>
                <a:gd name="connsiteY70" fmla="*/ 53258 h 243397"/>
                <a:gd name="connsiteX71" fmla="*/ 145385 w 175179"/>
                <a:gd name="connsiteY71" fmla="*/ 50282 h 243397"/>
                <a:gd name="connsiteX72" fmla="*/ 143153 w 175179"/>
                <a:gd name="connsiteY72" fmla="*/ 49538 h 243397"/>
                <a:gd name="connsiteX73" fmla="*/ 142409 w 175179"/>
                <a:gd name="connsiteY73" fmla="*/ 47305 h 243397"/>
                <a:gd name="connsiteX74" fmla="*/ 140548 w 175179"/>
                <a:gd name="connsiteY74" fmla="*/ 46561 h 243397"/>
                <a:gd name="connsiteX75" fmla="*/ 138688 w 175179"/>
                <a:gd name="connsiteY75" fmla="*/ 45817 h 243397"/>
                <a:gd name="connsiteX76" fmla="*/ 137944 w 175179"/>
                <a:gd name="connsiteY76" fmla="*/ 43584 h 243397"/>
                <a:gd name="connsiteX77" fmla="*/ 133479 w 175179"/>
                <a:gd name="connsiteY77" fmla="*/ 42840 h 243397"/>
                <a:gd name="connsiteX78" fmla="*/ 133479 w 175179"/>
                <a:gd name="connsiteY78" fmla="*/ 39864 h 243397"/>
                <a:gd name="connsiteX79" fmla="*/ 130549 w 175179"/>
                <a:gd name="connsiteY79" fmla="*/ 40050 h 243397"/>
                <a:gd name="connsiteX80" fmla="*/ 127526 w 175179"/>
                <a:gd name="connsiteY80" fmla="*/ 39864 h 243397"/>
                <a:gd name="connsiteX81" fmla="*/ 127317 w 175179"/>
                <a:gd name="connsiteY81" fmla="*/ 38399 h 243397"/>
                <a:gd name="connsiteX82" fmla="*/ 126782 w 175179"/>
                <a:gd name="connsiteY82" fmla="*/ 36887 h 243397"/>
                <a:gd name="connsiteX83" fmla="*/ 121154 w 175179"/>
                <a:gd name="connsiteY83" fmla="*/ 36329 h 243397"/>
                <a:gd name="connsiteX84" fmla="*/ 119551 w 175179"/>
                <a:gd name="connsiteY84" fmla="*/ 36262 h 243397"/>
                <a:gd name="connsiteX85" fmla="*/ 115620 w 175179"/>
                <a:gd name="connsiteY85" fmla="*/ 36143 h 243397"/>
                <a:gd name="connsiteX86" fmla="*/ 115620 w 175179"/>
                <a:gd name="connsiteY86" fmla="*/ 33166 h 243397"/>
                <a:gd name="connsiteX87" fmla="*/ 105992 w 175179"/>
                <a:gd name="connsiteY87" fmla="*/ 32980 h 243397"/>
                <a:gd name="connsiteX88" fmla="*/ 103215 w 175179"/>
                <a:gd name="connsiteY88" fmla="*/ 32905 h 243397"/>
                <a:gd name="connsiteX89" fmla="*/ 100577 w 175179"/>
                <a:gd name="connsiteY89" fmla="*/ 32876 h 243397"/>
                <a:gd name="connsiteX90" fmla="*/ 98133 w 175179"/>
                <a:gd name="connsiteY90" fmla="*/ 32829 h 243397"/>
                <a:gd name="connsiteX91" fmla="*/ 96272 w 175179"/>
                <a:gd name="connsiteY91" fmla="*/ 33166 h 243397"/>
                <a:gd name="connsiteX92" fmla="*/ 95528 w 175179"/>
                <a:gd name="connsiteY92" fmla="*/ 36143 h 243397"/>
                <a:gd name="connsiteX93" fmla="*/ 87403 w 175179"/>
                <a:gd name="connsiteY93" fmla="*/ 36506 h 243397"/>
                <a:gd name="connsiteX94" fmla="*/ 82878 w 175179"/>
                <a:gd name="connsiteY94" fmla="*/ 36887 h 243397"/>
                <a:gd name="connsiteX95" fmla="*/ 82133 w 175179"/>
                <a:gd name="connsiteY95" fmla="*/ 39864 h 243397"/>
                <a:gd name="connsiteX96" fmla="*/ 76180 w 175179"/>
                <a:gd name="connsiteY96" fmla="*/ 39864 h 243397"/>
                <a:gd name="connsiteX97" fmla="*/ 76180 w 175179"/>
                <a:gd name="connsiteY97" fmla="*/ 42840 h 243397"/>
                <a:gd name="connsiteX98" fmla="*/ 73994 w 175179"/>
                <a:gd name="connsiteY98" fmla="*/ 43026 h 243397"/>
                <a:gd name="connsiteX99" fmla="*/ 71715 w 175179"/>
                <a:gd name="connsiteY99" fmla="*/ 43584 h 243397"/>
                <a:gd name="connsiteX100" fmla="*/ 71343 w 175179"/>
                <a:gd name="connsiteY100" fmla="*/ 45119 h 243397"/>
                <a:gd name="connsiteX101" fmla="*/ 70971 w 175179"/>
                <a:gd name="connsiteY101" fmla="*/ 46561 h 243397"/>
                <a:gd name="connsiteX102" fmla="*/ 66506 w 175179"/>
                <a:gd name="connsiteY102" fmla="*/ 46561 h 243397"/>
                <a:gd name="connsiteX103" fmla="*/ 65018 w 175179"/>
                <a:gd name="connsiteY103" fmla="*/ 49538 h 243397"/>
                <a:gd name="connsiteX104" fmla="*/ 63530 w 175179"/>
                <a:gd name="connsiteY104" fmla="*/ 50282 h 243397"/>
                <a:gd name="connsiteX105" fmla="*/ 62786 w 175179"/>
                <a:gd name="connsiteY105" fmla="*/ 52514 h 243397"/>
                <a:gd name="connsiteX106" fmla="*/ 59065 w 175179"/>
                <a:gd name="connsiteY106" fmla="*/ 56235 h 243397"/>
                <a:gd name="connsiteX107" fmla="*/ 57577 w 175179"/>
                <a:gd name="connsiteY107" fmla="*/ 59211 h 243397"/>
                <a:gd name="connsiteX108" fmla="*/ 56088 w 175179"/>
                <a:gd name="connsiteY108" fmla="*/ 59956 h 243397"/>
                <a:gd name="connsiteX109" fmla="*/ 55716 w 175179"/>
                <a:gd name="connsiteY109" fmla="*/ 61816 h 243397"/>
                <a:gd name="connsiteX110" fmla="*/ 55344 w 175179"/>
                <a:gd name="connsiteY110" fmla="*/ 63676 h 243397"/>
                <a:gd name="connsiteX111" fmla="*/ 53856 w 175179"/>
                <a:gd name="connsiteY111" fmla="*/ 64420 h 243397"/>
                <a:gd name="connsiteX112" fmla="*/ 53112 w 175179"/>
                <a:gd name="connsiteY112" fmla="*/ 66653 h 243397"/>
                <a:gd name="connsiteX113" fmla="*/ 50879 w 175179"/>
                <a:gd name="connsiteY113" fmla="*/ 69629 h 243397"/>
                <a:gd name="connsiteX114" fmla="*/ 50414 w 175179"/>
                <a:gd name="connsiteY114" fmla="*/ 73025 h 243397"/>
                <a:gd name="connsiteX115" fmla="*/ 50246 w 175179"/>
                <a:gd name="connsiteY115" fmla="*/ 74888 h 243397"/>
                <a:gd name="connsiteX116" fmla="*/ 50135 w 175179"/>
                <a:gd name="connsiteY116" fmla="*/ 76327 h 243397"/>
                <a:gd name="connsiteX117" fmla="*/ 47159 w 175179"/>
                <a:gd name="connsiteY117" fmla="*/ 76327 h 243397"/>
                <a:gd name="connsiteX118" fmla="*/ 47159 w 175179"/>
                <a:gd name="connsiteY118" fmla="*/ 84512 h 243397"/>
                <a:gd name="connsiteX119" fmla="*/ 44926 w 175179"/>
                <a:gd name="connsiteY119" fmla="*/ 84512 h 243397"/>
                <a:gd name="connsiteX120" fmla="*/ 44816 w 175179"/>
                <a:gd name="connsiteY120" fmla="*/ 87253 h 243397"/>
                <a:gd name="connsiteX121" fmla="*/ 44647 w 175179"/>
                <a:gd name="connsiteY121" fmla="*/ 90791 h 243397"/>
                <a:gd name="connsiteX122" fmla="*/ 44578 w 175179"/>
                <a:gd name="connsiteY122" fmla="*/ 92600 h 243397"/>
                <a:gd name="connsiteX123" fmla="*/ 44182 w 175179"/>
                <a:gd name="connsiteY123" fmla="*/ 97163 h 243397"/>
                <a:gd name="connsiteX124" fmla="*/ 42694 w 175179"/>
                <a:gd name="connsiteY124" fmla="*/ 97907 h 243397"/>
                <a:gd name="connsiteX125" fmla="*/ 42457 w 175179"/>
                <a:gd name="connsiteY125" fmla="*/ 102841 h 243397"/>
                <a:gd name="connsiteX126" fmla="*/ 42434 w 175179"/>
                <a:gd name="connsiteY126" fmla="*/ 104403 h 243397"/>
                <a:gd name="connsiteX127" fmla="*/ 42386 w 175179"/>
                <a:gd name="connsiteY127" fmla="*/ 109537 h 243397"/>
                <a:gd name="connsiteX128" fmla="*/ 42342 w 175179"/>
                <a:gd name="connsiteY128" fmla="*/ 113087 h 243397"/>
                <a:gd name="connsiteX129" fmla="*/ 42247 w 175179"/>
                <a:gd name="connsiteY129" fmla="*/ 122450 h 243397"/>
                <a:gd name="connsiteX130" fmla="*/ 42142 w 175179"/>
                <a:gd name="connsiteY130" fmla="*/ 131996 h 243397"/>
                <a:gd name="connsiteX131" fmla="*/ 41950 w 175179"/>
                <a:gd name="connsiteY131" fmla="*/ 150741 h 243397"/>
                <a:gd name="connsiteX132" fmla="*/ 44182 w 175179"/>
                <a:gd name="connsiteY132" fmla="*/ 150741 h 243397"/>
                <a:gd name="connsiteX133" fmla="*/ 44926 w 175179"/>
                <a:gd name="connsiteY133" fmla="*/ 164135 h 243397"/>
                <a:gd name="connsiteX134" fmla="*/ 47159 w 175179"/>
                <a:gd name="connsiteY134" fmla="*/ 164135 h 243397"/>
                <a:gd name="connsiteX135" fmla="*/ 47243 w 175179"/>
                <a:gd name="connsiteY135" fmla="*/ 165737 h 243397"/>
                <a:gd name="connsiteX136" fmla="*/ 47391 w 175179"/>
                <a:gd name="connsiteY136" fmla="*/ 167809 h 243397"/>
                <a:gd name="connsiteX137" fmla="*/ 47522 w 175179"/>
                <a:gd name="connsiteY137" fmla="*/ 169876 h 243397"/>
                <a:gd name="connsiteX138" fmla="*/ 47903 w 175179"/>
                <a:gd name="connsiteY138" fmla="*/ 171577 h 243397"/>
                <a:gd name="connsiteX139" fmla="*/ 50135 w 175179"/>
                <a:gd name="connsiteY139" fmla="*/ 172321 h 243397"/>
                <a:gd name="connsiteX140" fmla="*/ 50879 w 175179"/>
                <a:gd name="connsiteY140" fmla="*/ 177530 h 243397"/>
                <a:gd name="connsiteX141" fmla="*/ 52368 w 175179"/>
                <a:gd name="connsiteY141" fmla="*/ 178274 h 243397"/>
                <a:gd name="connsiteX142" fmla="*/ 53112 w 175179"/>
                <a:gd name="connsiteY142" fmla="*/ 183483 h 243397"/>
                <a:gd name="connsiteX143" fmla="*/ 55344 w 175179"/>
                <a:gd name="connsiteY143" fmla="*/ 183483 h 243397"/>
                <a:gd name="connsiteX144" fmla="*/ 55205 w 175179"/>
                <a:gd name="connsiteY144" fmla="*/ 185297 h 243397"/>
                <a:gd name="connsiteX145" fmla="*/ 55344 w 175179"/>
                <a:gd name="connsiteY145" fmla="*/ 187204 h 243397"/>
                <a:gd name="connsiteX146" fmla="*/ 57577 w 175179"/>
                <a:gd name="connsiteY146" fmla="*/ 187948 h 243397"/>
                <a:gd name="connsiteX147" fmla="*/ 59484 w 175179"/>
                <a:gd name="connsiteY147" fmla="*/ 190552 h 243397"/>
                <a:gd name="connsiteX148" fmla="*/ 62786 w 175179"/>
                <a:gd name="connsiteY148" fmla="*/ 193901 h 243397"/>
                <a:gd name="connsiteX149" fmla="*/ 63530 w 175179"/>
                <a:gd name="connsiteY149" fmla="*/ 196133 h 243397"/>
                <a:gd name="connsiteX150" fmla="*/ 65018 w 175179"/>
                <a:gd name="connsiteY150" fmla="*/ 196505 h 243397"/>
                <a:gd name="connsiteX151" fmla="*/ 66506 w 175179"/>
                <a:gd name="connsiteY151" fmla="*/ 196877 h 243397"/>
                <a:gd name="connsiteX152" fmla="*/ 67251 w 175179"/>
                <a:gd name="connsiteY152" fmla="*/ 199110 h 243397"/>
                <a:gd name="connsiteX153" fmla="*/ 69111 w 175179"/>
                <a:gd name="connsiteY153" fmla="*/ 199854 h 243397"/>
                <a:gd name="connsiteX154" fmla="*/ 70971 w 175179"/>
                <a:gd name="connsiteY154" fmla="*/ 200598 h 243397"/>
                <a:gd name="connsiteX155" fmla="*/ 71715 w 175179"/>
                <a:gd name="connsiteY155" fmla="*/ 202831 h 243397"/>
                <a:gd name="connsiteX156" fmla="*/ 76924 w 175179"/>
                <a:gd name="connsiteY156" fmla="*/ 203575 h 243397"/>
                <a:gd name="connsiteX157" fmla="*/ 76924 w 175179"/>
                <a:gd name="connsiteY157" fmla="*/ 206551 h 243397"/>
                <a:gd name="connsiteX158" fmla="*/ 78526 w 175179"/>
                <a:gd name="connsiteY158" fmla="*/ 206636 h 243397"/>
                <a:gd name="connsiteX159" fmla="*/ 80599 w 175179"/>
                <a:gd name="connsiteY159" fmla="*/ 206784 h 243397"/>
                <a:gd name="connsiteX160" fmla="*/ 82665 w 175179"/>
                <a:gd name="connsiteY160" fmla="*/ 206915 h 243397"/>
                <a:gd name="connsiteX161" fmla="*/ 84366 w 175179"/>
                <a:gd name="connsiteY161" fmla="*/ 207295 h 243397"/>
                <a:gd name="connsiteX162" fmla="*/ 85110 w 175179"/>
                <a:gd name="connsiteY162" fmla="*/ 209528 h 243397"/>
                <a:gd name="connsiteX163" fmla="*/ 93234 w 175179"/>
                <a:gd name="connsiteY163" fmla="*/ 209855 h 243397"/>
                <a:gd name="connsiteX164" fmla="*/ 97760 w 175179"/>
                <a:gd name="connsiteY164" fmla="*/ 210272 h 243397"/>
                <a:gd name="connsiteX165" fmla="*/ 98071 w 175179"/>
                <a:gd name="connsiteY165" fmla="*/ 211759 h 243397"/>
                <a:gd name="connsiteX166" fmla="*/ 98504 w 175179"/>
                <a:gd name="connsiteY166" fmla="*/ 213248 h 243397"/>
                <a:gd name="connsiteX167" fmla="*/ 102295 w 175179"/>
                <a:gd name="connsiteY167" fmla="*/ 213644 h 243397"/>
                <a:gd name="connsiteX168" fmla="*/ 104617 w 175179"/>
                <a:gd name="connsiteY168" fmla="*/ 213655 h 243397"/>
                <a:gd name="connsiteX169" fmla="*/ 107062 w 175179"/>
                <a:gd name="connsiteY169" fmla="*/ 213621 h 243397"/>
                <a:gd name="connsiteX170" fmla="*/ 109507 w 175179"/>
                <a:gd name="connsiteY170" fmla="*/ 213655 h 243397"/>
                <a:gd name="connsiteX171" fmla="*/ 111829 w 175179"/>
                <a:gd name="connsiteY171" fmla="*/ 213644 h 243397"/>
                <a:gd name="connsiteX172" fmla="*/ 113976 w 175179"/>
                <a:gd name="connsiteY172" fmla="*/ 213634 h 243397"/>
                <a:gd name="connsiteX173" fmla="*/ 115620 w 175179"/>
                <a:gd name="connsiteY173" fmla="*/ 213248 h 243397"/>
                <a:gd name="connsiteX174" fmla="*/ 116364 w 175179"/>
                <a:gd name="connsiteY174" fmla="*/ 210272 h 243397"/>
                <a:gd name="connsiteX175" fmla="*/ 122317 w 175179"/>
                <a:gd name="connsiteY175" fmla="*/ 209853 h 243397"/>
                <a:gd name="connsiteX176" fmla="*/ 128270 w 175179"/>
                <a:gd name="connsiteY176" fmla="*/ 209528 h 243397"/>
                <a:gd name="connsiteX177" fmla="*/ 129014 w 175179"/>
                <a:gd name="connsiteY177" fmla="*/ 207295 h 243397"/>
                <a:gd name="connsiteX178" fmla="*/ 132781 w 175179"/>
                <a:gd name="connsiteY178" fmla="*/ 206784 h 243397"/>
                <a:gd name="connsiteX179" fmla="*/ 134854 w 175179"/>
                <a:gd name="connsiteY179" fmla="*/ 206636 h 243397"/>
                <a:gd name="connsiteX180" fmla="*/ 136456 w 175179"/>
                <a:gd name="connsiteY180" fmla="*/ 206551 h 243397"/>
                <a:gd name="connsiteX181" fmla="*/ 136456 w 175179"/>
                <a:gd name="connsiteY181" fmla="*/ 203575 h 243397"/>
                <a:gd name="connsiteX182" fmla="*/ 141034 w 175179"/>
                <a:gd name="connsiteY182" fmla="*/ 203211 h 243397"/>
                <a:gd name="connsiteX183" fmla="*/ 142409 w 175179"/>
                <a:gd name="connsiteY183" fmla="*/ 202831 h 243397"/>
                <a:gd name="connsiteX184" fmla="*/ 143153 w 175179"/>
                <a:gd name="connsiteY184" fmla="*/ 200598 h 243397"/>
                <a:gd name="connsiteX185" fmla="*/ 148362 w 175179"/>
                <a:gd name="connsiteY185" fmla="*/ 199854 h 243397"/>
                <a:gd name="connsiteX186" fmla="*/ 148362 w 175179"/>
                <a:gd name="connsiteY186" fmla="*/ 196877 h 243397"/>
                <a:gd name="connsiteX187" fmla="*/ 152083 w 175179"/>
                <a:gd name="connsiteY187" fmla="*/ 196133 h 243397"/>
                <a:gd name="connsiteX188" fmla="*/ 152827 w 175179"/>
                <a:gd name="connsiteY188" fmla="*/ 193157 h 243397"/>
                <a:gd name="connsiteX189" fmla="*/ 156547 w 175179"/>
                <a:gd name="connsiteY189" fmla="*/ 193901 h 243397"/>
                <a:gd name="connsiteX190" fmla="*/ 156827 w 175179"/>
                <a:gd name="connsiteY190" fmla="*/ 192459 h 243397"/>
                <a:gd name="connsiteX191" fmla="*/ 157292 w 175179"/>
                <a:gd name="connsiteY191" fmla="*/ 190924 h 243397"/>
                <a:gd name="connsiteX192" fmla="*/ 158780 w 175179"/>
                <a:gd name="connsiteY192" fmla="*/ 190180 h 243397"/>
                <a:gd name="connsiteX193" fmla="*/ 159017 w 175179"/>
                <a:gd name="connsiteY193" fmla="*/ 186270 h 243397"/>
                <a:gd name="connsiteX194" fmla="*/ 159062 w 175179"/>
                <a:gd name="connsiteY194" fmla="*/ 183742 h 243397"/>
                <a:gd name="connsiteX195" fmla="*/ 159088 w 175179"/>
                <a:gd name="connsiteY195" fmla="*/ 180992 h 243397"/>
                <a:gd name="connsiteX196" fmla="*/ 159132 w 175179"/>
                <a:gd name="connsiteY196" fmla="*/ 178192 h 243397"/>
                <a:gd name="connsiteX197" fmla="*/ 159227 w 175179"/>
                <a:gd name="connsiteY197" fmla="*/ 170812 h 243397"/>
                <a:gd name="connsiteX198" fmla="*/ 159332 w 175179"/>
                <a:gd name="connsiteY198" fmla="*/ 163285 h 243397"/>
                <a:gd name="connsiteX199" fmla="*/ 159524 w 175179"/>
                <a:gd name="connsiteY199" fmla="*/ 148508 h 243397"/>
                <a:gd name="connsiteX200" fmla="*/ 158351 w 175179"/>
                <a:gd name="connsiteY200" fmla="*/ 148874 h 243397"/>
                <a:gd name="connsiteX201" fmla="*/ 151508 w 175179"/>
                <a:gd name="connsiteY201" fmla="*/ 149349 h 243397"/>
                <a:gd name="connsiteX202" fmla="*/ 149993 w 175179"/>
                <a:gd name="connsiteY202" fmla="*/ 149353 h 243397"/>
                <a:gd name="connsiteX203" fmla="*/ 145051 w 175179"/>
                <a:gd name="connsiteY203" fmla="*/ 149351 h 243397"/>
                <a:gd name="connsiteX204" fmla="*/ 141616 w 175179"/>
                <a:gd name="connsiteY204" fmla="*/ 149353 h 243397"/>
                <a:gd name="connsiteX205" fmla="*/ 134427 w 175179"/>
                <a:gd name="connsiteY205" fmla="*/ 149349 h 243397"/>
                <a:gd name="connsiteX206" fmla="*/ 125193 w 175179"/>
                <a:gd name="connsiteY206" fmla="*/ 149352 h 243397"/>
                <a:gd name="connsiteX207" fmla="*/ 118105 w 175179"/>
                <a:gd name="connsiteY207" fmla="*/ 149352 h 243397"/>
                <a:gd name="connsiteX208" fmla="*/ 114698 w 175179"/>
                <a:gd name="connsiteY208" fmla="*/ 149354 h 243397"/>
                <a:gd name="connsiteX209" fmla="*/ 109952 w 175179"/>
                <a:gd name="connsiteY209" fmla="*/ 149349 h 243397"/>
                <a:gd name="connsiteX210" fmla="*/ 107221 w 175179"/>
                <a:gd name="connsiteY210" fmla="*/ 149347 h 243397"/>
                <a:gd name="connsiteX211" fmla="*/ 104458 w 175179"/>
                <a:gd name="connsiteY211" fmla="*/ 148508 h 243397"/>
                <a:gd name="connsiteX212" fmla="*/ 104359 w 175179"/>
                <a:gd name="connsiteY212" fmla="*/ 141951 h 243397"/>
                <a:gd name="connsiteX213" fmla="*/ 104357 w 175179"/>
                <a:gd name="connsiteY213" fmla="*/ 139957 h 243397"/>
                <a:gd name="connsiteX214" fmla="*/ 104361 w 175179"/>
                <a:gd name="connsiteY214" fmla="*/ 135776 h 243397"/>
                <a:gd name="connsiteX215" fmla="*/ 104356 w 175179"/>
                <a:gd name="connsiteY215" fmla="*/ 129352 h 243397"/>
                <a:gd name="connsiteX216" fmla="*/ 104359 w 175179"/>
                <a:gd name="connsiteY216" fmla="*/ 125300 h 243397"/>
                <a:gd name="connsiteX217" fmla="*/ 104354 w 175179"/>
                <a:gd name="connsiteY217" fmla="*/ 123346 h 243397"/>
                <a:gd name="connsiteX218" fmla="*/ 105202 w 175179"/>
                <a:gd name="connsiteY218" fmla="*/ 117999 h 243397"/>
                <a:gd name="connsiteX219" fmla="*/ 108371 w 175179"/>
                <a:gd name="connsiteY219" fmla="*/ 117909 h 243397"/>
                <a:gd name="connsiteX220" fmla="*/ 110437 w 175179"/>
                <a:gd name="connsiteY220" fmla="*/ 117906 h 243397"/>
                <a:gd name="connsiteX221" fmla="*/ 112732 w 175179"/>
                <a:gd name="connsiteY221" fmla="*/ 117914 h 243397"/>
                <a:gd name="connsiteX222" fmla="*/ 115169 w 175179"/>
                <a:gd name="connsiteY222" fmla="*/ 117914 h 243397"/>
                <a:gd name="connsiteX223" fmla="*/ 123018 w 175179"/>
                <a:gd name="connsiteY223" fmla="*/ 117926 h 243397"/>
                <a:gd name="connsiteX224" fmla="*/ 127847 w 175179"/>
                <a:gd name="connsiteY224" fmla="*/ 117928 h 243397"/>
                <a:gd name="connsiteX225" fmla="*/ 145804 w 175179"/>
                <a:gd name="connsiteY225" fmla="*/ 117952 h 243397"/>
                <a:gd name="connsiteX226" fmla="*/ 186313 w 175179"/>
                <a:gd name="connsiteY226" fmla="*/ 117999 h 243397"/>
                <a:gd name="connsiteX227" fmla="*/ 186313 w 175179"/>
                <a:gd name="connsiteY227" fmla="*/ 210272 h 243397"/>
                <a:gd name="connsiteX228" fmla="*/ 183337 w 175179"/>
                <a:gd name="connsiteY228" fmla="*/ 210272 h 243397"/>
                <a:gd name="connsiteX229" fmla="*/ 183337 w 175179"/>
                <a:gd name="connsiteY229" fmla="*/ 213248 h 243397"/>
                <a:gd name="connsiteX230" fmla="*/ 179616 w 175179"/>
                <a:gd name="connsiteY230" fmla="*/ 215481 h 243397"/>
                <a:gd name="connsiteX231" fmla="*/ 179616 w 175179"/>
                <a:gd name="connsiteY231" fmla="*/ 216969 h 243397"/>
                <a:gd name="connsiteX232" fmla="*/ 177848 w 175179"/>
                <a:gd name="connsiteY232" fmla="*/ 217248 h 243397"/>
                <a:gd name="connsiteX233" fmla="*/ 175895 w 175179"/>
                <a:gd name="connsiteY233" fmla="*/ 217713 h 243397"/>
                <a:gd name="connsiteX234" fmla="*/ 174407 w 175179"/>
                <a:gd name="connsiteY234" fmla="*/ 220690 h 243397"/>
                <a:gd name="connsiteX235" fmla="*/ 172174 w 175179"/>
                <a:gd name="connsiteY235" fmla="*/ 220690 h 243397"/>
                <a:gd name="connsiteX236" fmla="*/ 171942 w 175179"/>
                <a:gd name="connsiteY236" fmla="*/ 222085 h 243397"/>
                <a:gd name="connsiteX237" fmla="*/ 171430 w 175179"/>
                <a:gd name="connsiteY237" fmla="*/ 223666 h 243397"/>
                <a:gd name="connsiteX238" fmla="*/ 166965 w 175179"/>
                <a:gd name="connsiteY238" fmla="*/ 225155 h 243397"/>
                <a:gd name="connsiteX239" fmla="*/ 166965 w 175179"/>
                <a:gd name="connsiteY239" fmla="*/ 227387 h 243397"/>
                <a:gd name="connsiteX240" fmla="*/ 164407 w 175179"/>
                <a:gd name="connsiteY240" fmla="*/ 227573 h 243397"/>
                <a:gd name="connsiteX241" fmla="*/ 161756 w 175179"/>
                <a:gd name="connsiteY241" fmla="*/ 228131 h 243397"/>
                <a:gd name="connsiteX242" fmla="*/ 161384 w 175179"/>
                <a:gd name="connsiteY242" fmla="*/ 229666 h 243397"/>
                <a:gd name="connsiteX243" fmla="*/ 161012 w 175179"/>
                <a:gd name="connsiteY243" fmla="*/ 231108 h 243397"/>
                <a:gd name="connsiteX244" fmla="*/ 155803 w 175179"/>
                <a:gd name="connsiteY244" fmla="*/ 231108 h 243397"/>
                <a:gd name="connsiteX245" fmla="*/ 155803 w 175179"/>
                <a:gd name="connsiteY245" fmla="*/ 234084 h 243397"/>
                <a:gd name="connsiteX246" fmla="*/ 153245 w 175179"/>
                <a:gd name="connsiteY246" fmla="*/ 234270 h 243397"/>
                <a:gd name="connsiteX247" fmla="*/ 150594 w 175179"/>
                <a:gd name="connsiteY247" fmla="*/ 234829 h 243397"/>
                <a:gd name="connsiteX248" fmla="*/ 150289 w 175179"/>
                <a:gd name="connsiteY248" fmla="*/ 236326 h 243397"/>
                <a:gd name="connsiteX249" fmla="*/ 149850 w 175179"/>
                <a:gd name="connsiteY249" fmla="*/ 237805 h 243397"/>
                <a:gd name="connsiteX250" fmla="*/ 146130 w 175179"/>
                <a:gd name="connsiteY250" fmla="*/ 238224 h 243397"/>
                <a:gd name="connsiteX251" fmla="*/ 142409 w 175179"/>
                <a:gd name="connsiteY251" fmla="*/ 238549 h 243397"/>
                <a:gd name="connsiteX252" fmla="*/ 141665 w 175179"/>
                <a:gd name="connsiteY252" fmla="*/ 240782 h 243397"/>
                <a:gd name="connsiteX253" fmla="*/ 134153 w 175179"/>
                <a:gd name="connsiteY253" fmla="*/ 241151 h 243397"/>
                <a:gd name="connsiteX254" fmla="*/ 131991 w 175179"/>
                <a:gd name="connsiteY254" fmla="*/ 241526 h 243397"/>
                <a:gd name="connsiteX255" fmla="*/ 131753 w 175179"/>
                <a:gd name="connsiteY255" fmla="*/ 243014 h 243397"/>
                <a:gd name="connsiteX256" fmla="*/ 131247 w 175179"/>
                <a:gd name="connsiteY256" fmla="*/ 244502 h 243397"/>
                <a:gd name="connsiteX257" fmla="*/ 126939 w 175179"/>
                <a:gd name="connsiteY257" fmla="*/ 244876 h 243397"/>
                <a:gd name="connsiteX258" fmla="*/ 124147 w 175179"/>
                <a:gd name="connsiteY258" fmla="*/ 244897 h 243397"/>
                <a:gd name="connsiteX259" fmla="*/ 121108 w 175179"/>
                <a:gd name="connsiteY259" fmla="*/ 244872 h 243397"/>
                <a:gd name="connsiteX260" fmla="*/ 118013 w 175179"/>
                <a:gd name="connsiteY260" fmla="*/ 244875 h 243397"/>
                <a:gd name="connsiteX261" fmla="*/ 111520 w 175179"/>
                <a:gd name="connsiteY261" fmla="*/ 244850 h 243397"/>
                <a:gd name="connsiteX262" fmla="*/ 103179 w 175179"/>
                <a:gd name="connsiteY262" fmla="*/ 244840 h 243397"/>
                <a:gd name="connsiteX263" fmla="*/ 96786 w 175179"/>
                <a:gd name="connsiteY263" fmla="*/ 244830 h 243397"/>
                <a:gd name="connsiteX264" fmla="*/ 93710 w 175179"/>
                <a:gd name="connsiteY264" fmla="*/ 244829 h 243397"/>
                <a:gd name="connsiteX265" fmla="*/ 89418 w 175179"/>
                <a:gd name="connsiteY265" fmla="*/ 244803 h 243397"/>
                <a:gd name="connsiteX266" fmla="*/ 86946 w 175179"/>
                <a:gd name="connsiteY266" fmla="*/ 244791 h 243397"/>
                <a:gd name="connsiteX267" fmla="*/ 85110 w 175179"/>
                <a:gd name="connsiteY267" fmla="*/ 244502 h 243397"/>
                <a:gd name="connsiteX268" fmla="*/ 84366 w 175179"/>
                <a:gd name="connsiteY268" fmla="*/ 242270 h 243397"/>
                <a:gd name="connsiteX269" fmla="*/ 78936 w 175179"/>
                <a:gd name="connsiteY269" fmla="*/ 241398 h 243397"/>
                <a:gd name="connsiteX270" fmla="*/ 77110 w 175179"/>
                <a:gd name="connsiteY270" fmla="*/ 241247 h 243397"/>
                <a:gd name="connsiteX271" fmla="*/ 75355 w 175179"/>
                <a:gd name="connsiteY271" fmla="*/ 241136 h 243397"/>
                <a:gd name="connsiteX272" fmla="*/ 73948 w 175179"/>
                <a:gd name="connsiteY272" fmla="*/ 240782 h 243397"/>
                <a:gd name="connsiteX273" fmla="*/ 73204 w 175179"/>
                <a:gd name="connsiteY273" fmla="*/ 238549 h 243397"/>
                <a:gd name="connsiteX274" fmla="*/ 68018 w 175179"/>
                <a:gd name="connsiteY274" fmla="*/ 238180 h 243397"/>
                <a:gd name="connsiteX275" fmla="*/ 66506 w 175179"/>
                <a:gd name="connsiteY275" fmla="*/ 237805 h 243397"/>
                <a:gd name="connsiteX276" fmla="*/ 65762 w 175179"/>
                <a:gd name="connsiteY276" fmla="*/ 234829 h 243397"/>
                <a:gd name="connsiteX277" fmla="*/ 62786 w 175179"/>
                <a:gd name="connsiteY277" fmla="*/ 234410 h 243397"/>
                <a:gd name="connsiteX278" fmla="*/ 59809 w 175179"/>
                <a:gd name="connsiteY278" fmla="*/ 234084 h 243397"/>
                <a:gd name="connsiteX279" fmla="*/ 59065 w 175179"/>
                <a:gd name="connsiteY279" fmla="*/ 231852 h 243397"/>
                <a:gd name="connsiteX280" fmla="*/ 57158 w 175179"/>
                <a:gd name="connsiteY280" fmla="*/ 231526 h 243397"/>
                <a:gd name="connsiteX281" fmla="*/ 55344 w 175179"/>
                <a:gd name="connsiteY281" fmla="*/ 231108 h 243397"/>
                <a:gd name="connsiteX282" fmla="*/ 55344 w 175179"/>
                <a:gd name="connsiteY282" fmla="*/ 228131 h 243397"/>
                <a:gd name="connsiteX283" fmla="*/ 53158 w 175179"/>
                <a:gd name="connsiteY283" fmla="*/ 227992 h 243397"/>
                <a:gd name="connsiteX284" fmla="*/ 50879 w 175179"/>
                <a:gd name="connsiteY284" fmla="*/ 227387 h 243397"/>
                <a:gd name="connsiteX285" fmla="*/ 50135 w 175179"/>
                <a:gd name="connsiteY285" fmla="*/ 223666 h 243397"/>
                <a:gd name="connsiteX286" fmla="*/ 46415 w 175179"/>
                <a:gd name="connsiteY286" fmla="*/ 223666 h 243397"/>
                <a:gd name="connsiteX287" fmla="*/ 46415 w 175179"/>
                <a:gd name="connsiteY287" fmla="*/ 221434 h 243397"/>
                <a:gd name="connsiteX288" fmla="*/ 43438 w 175179"/>
                <a:gd name="connsiteY288" fmla="*/ 219946 h 243397"/>
                <a:gd name="connsiteX289" fmla="*/ 38973 w 175179"/>
                <a:gd name="connsiteY289" fmla="*/ 213993 h 243397"/>
                <a:gd name="connsiteX290" fmla="*/ 36741 w 175179"/>
                <a:gd name="connsiteY290" fmla="*/ 213248 h 243397"/>
                <a:gd name="connsiteX291" fmla="*/ 35997 w 175179"/>
                <a:gd name="connsiteY291" fmla="*/ 210272 h 243397"/>
                <a:gd name="connsiteX292" fmla="*/ 33764 w 175179"/>
                <a:gd name="connsiteY292" fmla="*/ 208784 h 243397"/>
                <a:gd name="connsiteX293" fmla="*/ 33764 w 175179"/>
                <a:gd name="connsiteY293" fmla="*/ 206551 h 243397"/>
                <a:gd name="connsiteX294" fmla="*/ 32369 w 175179"/>
                <a:gd name="connsiteY294" fmla="*/ 205900 h 243397"/>
                <a:gd name="connsiteX295" fmla="*/ 29299 w 175179"/>
                <a:gd name="connsiteY295" fmla="*/ 201342 h 243397"/>
                <a:gd name="connsiteX296" fmla="*/ 27811 w 175179"/>
                <a:gd name="connsiteY296" fmla="*/ 200598 h 243397"/>
                <a:gd name="connsiteX297" fmla="*/ 27067 w 175179"/>
                <a:gd name="connsiteY297" fmla="*/ 196877 h 243397"/>
                <a:gd name="connsiteX298" fmla="*/ 25579 w 175179"/>
                <a:gd name="connsiteY298" fmla="*/ 196133 h 243397"/>
                <a:gd name="connsiteX299" fmla="*/ 24835 w 175179"/>
                <a:gd name="connsiteY299" fmla="*/ 190180 h 243397"/>
                <a:gd name="connsiteX300" fmla="*/ 22602 w 175179"/>
                <a:gd name="connsiteY300" fmla="*/ 190180 h 243397"/>
                <a:gd name="connsiteX301" fmla="*/ 22370 w 175179"/>
                <a:gd name="connsiteY301" fmla="*/ 187994 h 243397"/>
                <a:gd name="connsiteX302" fmla="*/ 21858 w 175179"/>
                <a:gd name="connsiteY302" fmla="*/ 185715 h 243397"/>
                <a:gd name="connsiteX303" fmla="*/ 19626 w 175179"/>
                <a:gd name="connsiteY303" fmla="*/ 184971 h 243397"/>
                <a:gd name="connsiteX304" fmla="*/ 19207 w 175179"/>
                <a:gd name="connsiteY304" fmla="*/ 181250 h 243397"/>
                <a:gd name="connsiteX305" fmla="*/ 18881 w 175179"/>
                <a:gd name="connsiteY305" fmla="*/ 177530 h 243397"/>
                <a:gd name="connsiteX306" fmla="*/ 17393 w 175179"/>
                <a:gd name="connsiteY306" fmla="*/ 176786 h 243397"/>
                <a:gd name="connsiteX307" fmla="*/ 16977 w 175179"/>
                <a:gd name="connsiteY307" fmla="*/ 170437 h 243397"/>
                <a:gd name="connsiteX308" fmla="*/ 16649 w 175179"/>
                <a:gd name="connsiteY308" fmla="*/ 168600 h 243397"/>
                <a:gd name="connsiteX309" fmla="*/ 14417 w 175179"/>
                <a:gd name="connsiteY309" fmla="*/ 167856 h 243397"/>
                <a:gd name="connsiteX310" fmla="*/ 14114 w 175179"/>
                <a:gd name="connsiteY310" fmla="*/ 164879 h 243397"/>
                <a:gd name="connsiteX311" fmla="*/ 14065 w 175179"/>
                <a:gd name="connsiteY311" fmla="*/ 163066 h 243397"/>
                <a:gd name="connsiteX312" fmla="*/ 14024 w 175179"/>
                <a:gd name="connsiteY312" fmla="*/ 159252 h 243397"/>
                <a:gd name="connsiteX313" fmla="*/ 13975 w 175179"/>
                <a:gd name="connsiteY313" fmla="*/ 157438 h 243397"/>
                <a:gd name="connsiteX314" fmla="*/ 13959 w 175179"/>
                <a:gd name="connsiteY314" fmla="*/ 155764 h 243397"/>
                <a:gd name="connsiteX315" fmla="*/ 13672 w 175179"/>
                <a:gd name="connsiteY315" fmla="*/ 154461 h 243397"/>
                <a:gd name="connsiteX316" fmla="*/ 11440 w 175179"/>
                <a:gd name="connsiteY316" fmla="*/ 153717 h 243397"/>
                <a:gd name="connsiteX317" fmla="*/ 11151 w 175179"/>
                <a:gd name="connsiteY317" fmla="*/ 148248 h 243397"/>
                <a:gd name="connsiteX318" fmla="*/ 11139 w 175179"/>
                <a:gd name="connsiteY318" fmla="*/ 146514 h 243397"/>
                <a:gd name="connsiteX319" fmla="*/ 11144 w 175179"/>
                <a:gd name="connsiteY319" fmla="*/ 140811 h 243397"/>
                <a:gd name="connsiteX320" fmla="*/ 11137 w 175179"/>
                <a:gd name="connsiteY320" fmla="*/ 136866 h 243397"/>
                <a:gd name="connsiteX321" fmla="*/ 11149 w 175179"/>
                <a:gd name="connsiteY321" fmla="*/ 128585 h 243397"/>
                <a:gd name="connsiteX322" fmla="*/ 11141 w 175179"/>
                <a:gd name="connsiteY322" fmla="*/ 117947 h 243397"/>
                <a:gd name="connsiteX323" fmla="*/ 11141 w 175179"/>
                <a:gd name="connsiteY323" fmla="*/ 109797 h 243397"/>
                <a:gd name="connsiteX324" fmla="*/ 11136 w 175179"/>
                <a:gd name="connsiteY324" fmla="*/ 105873 h 243397"/>
                <a:gd name="connsiteX325" fmla="*/ 11151 w 175179"/>
                <a:gd name="connsiteY325" fmla="*/ 100399 h 243397"/>
                <a:gd name="connsiteX326" fmla="*/ 11137 w 175179"/>
                <a:gd name="connsiteY326" fmla="*/ 98745 h 243397"/>
                <a:gd name="connsiteX327" fmla="*/ 11440 w 175179"/>
                <a:gd name="connsiteY327" fmla="*/ 94930 h 243397"/>
                <a:gd name="connsiteX328" fmla="*/ 13672 w 175179"/>
                <a:gd name="connsiteY328" fmla="*/ 94186 h 243397"/>
                <a:gd name="connsiteX329" fmla="*/ 14053 w 175179"/>
                <a:gd name="connsiteY329" fmla="*/ 91183 h 243397"/>
                <a:gd name="connsiteX330" fmla="*/ 14133 w 175179"/>
                <a:gd name="connsiteY330" fmla="*/ 89359 h 243397"/>
                <a:gd name="connsiteX331" fmla="*/ 14184 w 175179"/>
                <a:gd name="connsiteY331" fmla="*/ 87442 h 243397"/>
                <a:gd name="connsiteX332" fmla="*/ 14261 w 175179"/>
                <a:gd name="connsiteY332" fmla="*/ 85516 h 243397"/>
                <a:gd name="connsiteX333" fmla="*/ 14417 w 175179"/>
                <a:gd name="connsiteY333" fmla="*/ 80791 h 243397"/>
                <a:gd name="connsiteX334" fmla="*/ 15905 w 175179"/>
                <a:gd name="connsiteY334" fmla="*/ 80791 h 243397"/>
                <a:gd name="connsiteX335" fmla="*/ 17039 w 175179"/>
                <a:gd name="connsiteY335" fmla="*/ 73655 h 243397"/>
                <a:gd name="connsiteX336" fmla="*/ 19626 w 175179"/>
                <a:gd name="connsiteY336" fmla="*/ 69629 h 243397"/>
                <a:gd name="connsiteX337" fmla="*/ 19626 w 175179"/>
                <a:gd name="connsiteY337" fmla="*/ 66606 h 243397"/>
                <a:gd name="connsiteX338" fmla="*/ 19626 w 175179"/>
                <a:gd name="connsiteY338" fmla="*/ 63676 h 243397"/>
                <a:gd name="connsiteX339" fmla="*/ 21858 w 175179"/>
                <a:gd name="connsiteY339" fmla="*/ 62188 h 243397"/>
                <a:gd name="connsiteX340" fmla="*/ 22370 w 175179"/>
                <a:gd name="connsiteY340" fmla="*/ 59118 h 243397"/>
                <a:gd name="connsiteX341" fmla="*/ 22602 w 175179"/>
                <a:gd name="connsiteY341" fmla="*/ 56235 h 243397"/>
                <a:gd name="connsiteX342" fmla="*/ 24835 w 175179"/>
                <a:gd name="connsiteY342" fmla="*/ 56235 h 243397"/>
                <a:gd name="connsiteX343" fmla="*/ 25579 w 175179"/>
                <a:gd name="connsiteY343" fmla="*/ 50282 h 243397"/>
                <a:gd name="connsiteX344" fmla="*/ 27811 w 175179"/>
                <a:gd name="connsiteY344" fmla="*/ 50282 h 243397"/>
                <a:gd name="connsiteX345" fmla="*/ 27672 w 175179"/>
                <a:gd name="connsiteY345" fmla="*/ 48561 h 243397"/>
                <a:gd name="connsiteX346" fmla="*/ 30044 w 175179"/>
                <a:gd name="connsiteY346" fmla="*/ 44329 h 243397"/>
                <a:gd name="connsiteX347" fmla="*/ 31532 w 175179"/>
                <a:gd name="connsiteY347" fmla="*/ 40608 h 243397"/>
                <a:gd name="connsiteX348" fmla="*/ 33020 w 175179"/>
                <a:gd name="connsiteY348" fmla="*/ 39864 h 243397"/>
                <a:gd name="connsiteX349" fmla="*/ 33764 w 175179"/>
                <a:gd name="connsiteY349" fmla="*/ 38375 h 243397"/>
                <a:gd name="connsiteX350" fmla="*/ 35997 w 175179"/>
                <a:gd name="connsiteY350" fmla="*/ 36143 h 243397"/>
                <a:gd name="connsiteX351" fmla="*/ 36369 w 175179"/>
                <a:gd name="connsiteY351" fmla="*/ 34655 h 243397"/>
                <a:gd name="connsiteX352" fmla="*/ 36741 w 175179"/>
                <a:gd name="connsiteY352" fmla="*/ 33166 h 243397"/>
                <a:gd name="connsiteX353" fmla="*/ 38229 w 175179"/>
                <a:gd name="connsiteY353" fmla="*/ 32422 h 243397"/>
                <a:gd name="connsiteX354" fmla="*/ 38973 w 175179"/>
                <a:gd name="connsiteY354" fmla="*/ 30190 h 243397"/>
                <a:gd name="connsiteX355" fmla="*/ 41206 w 175179"/>
                <a:gd name="connsiteY355" fmla="*/ 29446 h 243397"/>
                <a:gd name="connsiteX356" fmla="*/ 42694 w 175179"/>
                <a:gd name="connsiteY356" fmla="*/ 26469 h 243397"/>
                <a:gd name="connsiteX357" fmla="*/ 44926 w 175179"/>
                <a:gd name="connsiteY357" fmla="*/ 24237 h 243397"/>
                <a:gd name="connsiteX358" fmla="*/ 48647 w 175179"/>
                <a:gd name="connsiteY358" fmla="*/ 19028 h 243397"/>
                <a:gd name="connsiteX359" fmla="*/ 50879 w 175179"/>
                <a:gd name="connsiteY359" fmla="*/ 19074 h 243397"/>
                <a:gd name="connsiteX360" fmla="*/ 53112 w 175179"/>
                <a:gd name="connsiteY360" fmla="*/ 19028 h 243397"/>
                <a:gd name="connsiteX361" fmla="*/ 53856 w 175179"/>
                <a:gd name="connsiteY361" fmla="*/ 16051 h 243397"/>
                <a:gd name="connsiteX362" fmla="*/ 58321 w 175179"/>
                <a:gd name="connsiteY362" fmla="*/ 15307 h 243397"/>
                <a:gd name="connsiteX363" fmla="*/ 58321 w 175179"/>
                <a:gd name="connsiteY363" fmla="*/ 12331 h 243397"/>
                <a:gd name="connsiteX364" fmla="*/ 64274 w 175179"/>
                <a:gd name="connsiteY364" fmla="*/ 12331 h 243397"/>
                <a:gd name="connsiteX365" fmla="*/ 64274 w 175179"/>
                <a:gd name="connsiteY365" fmla="*/ 8610 h 243397"/>
                <a:gd name="connsiteX366" fmla="*/ 65876 w 175179"/>
                <a:gd name="connsiteY366" fmla="*/ 8526 h 243397"/>
                <a:gd name="connsiteX367" fmla="*/ 67948 w 175179"/>
                <a:gd name="connsiteY367" fmla="*/ 8377 h 243397"/>
                <a:gd name="connsiteX368" fmla="*/ 70015 w 175179"/>
                <a:gd name="connsiteY368" fmla="*/ 8246 h 243397"/>
                <a:gd name="connsiteX369" fmla="*/ 71715 w 175179"/>
                <a:gd name="connsiteY369" fmla="*/ 7866 h 243397"/>
                <a:gd name="connsiteX370" fmla="*/ 72460 w 175179"/>
                <a:gd name="connsiteY370" fmla="*/ 5633 h 243397"/>
                <a:gd name="connsiteX371" fmla="*/ 79971 w 175179"/>
                <a:gd name="connsiteY371" fmla="*/ 5264 h 243397"/>
                <a:gd name="connsiteX372" fmla="*/ 82133 w 175179"/>
                <a:gd name="connsiteY372" fmla="*/ 4889 h 243397"/>
                <a:gd name="connsiteX373" fmla="*/ 82376 w 175179"/>
                <a:gd name="connsiteY373" fmla="*/ 3401 h 243397"/>
                <a:gd name="connsiteX374" fmla="*/ 82878 w 175179"/>
                <a:gd name="connsiteY374" fmla="*/ 1913 h 24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175179" h="243397">
                  <a:moveTo>
                    <a:pt x="82878" y="1913"/>
                  </a:moveTo>
                  <a:cubicBezTo>
                    <a:pt x="84685" y="1535"/>
                    <a:pt x="84685" y="1535"/>
                    <a:pt x="87117" y="1527"/>
                  </a:cubicBezTo>
                  <a:cubicBezTo>
                    <a:pt x="88023" y="1518"/>
                    <a:pt x="88930" y="1509"/>
                    <a:pt x="89864" y="1499"/>
                  </a:cubicBezTo>
                  <a:cubicBezTo>
                    <a:pt x="90860" y="1504"/>
                    <a:pt x="91857" y="1510"/>
                    <a:pt x="92854" y="1517"/>
                  </a:cubicBezTo>
                  <a:cubicBezTo>
                    <a:pt x="93869" y="1515"/>
                    <a:pt x="94883" y="1512"/>
                    <a:pt x="95898" y="1509"/>
                  </a:cubicBezTo>
                  <a:cubicBezTo>
                    <a:pt x="98028" y="1504"/>
                    <a:pt x="100157" y="1511"/>
                    <a:pt x="102287" y="1525"/>
                  </a:cubicBezTo>
                  <a:cubicBezTo>
                    <a:pt x="105022" y="1541"/>
                    <a:pt x="107757" y="1532"/>
                    <a:pt x="110492" y="1514"/>
                  </a:cubicBezTo>
                  <a:cubicBezTo>
                    <a:pt x="112589" y="1503"/>
                    <a:pt x="114685" y="1507"/>
                    <a:pt x="116781" y="1514"/>
                  </a:cubicBezTo>
                  <a:cubicBezTo>
                    <a:pt x="117790" y="1516"/>
                    <a:pt x="118799" y="1514"/>
                    <a:pt x="119808" y="1507"/>
                  </a:cubicBezTo>
                  <a:cubicBezTo>
                    <a:pt x="121215" y="1499"/>
                    <a:pt x="122623" y="1513"/>
                    <a:pt x="124031" y="1527"/>
                  </a:cubicBezTo>
                  <a:cubicBezTo>
                    <a:pt x="124833" y="1530"/>
                    <a:pt x="125636" y="1532"/>
                    <a:pt x="126462" y="1535"/>
                  </a:cubicBezTo>
                  <a:cubicBezTo>
                    <a:pt x="127059" y="1659"/>
                    <a:pt x="127655" y="1784"/>
                    <a:pt x="128270" y="1913"/>
                  </a:cubicBezTo>
                  <a:cubicBezTo>
                    <a:pt x="128762" y="3403"/>
                    <a:pt x="128762" y="3403"/>
                    <a:pt x="129014" y="4889"/>
                  </a:cubicBezTo>
                  <a:cubicBezTo>
                    <a:pt x="131423" y="5306"/>
                    <a:pt x="131423" y="5306"/>
                    <a:pt x="134223" y="5261"/>
                  </a:cubicBezTo>
                  <a:cubicBezTo>
                    <a:pt x="137107" y="5284"/>
                    <a:pt x="137107" y="5284"/>
                    <a:pt x="139432" y="5633"/>
                  </a:cubicBezTo>
                  <a:cubicBezTo>
                    <a:pt x="139921" y="7145"/>
                    <a:pt x="139921" y="7145"/>
                    <a:pt x="140176" y="8610"/>
                  </a:cubicBezTo>
                  <a:cubicBezTo>
                    <a:pt x="141741" y="8859"/>
                    <a:pt x="141741" y="8859"/>
                    <a:pt x="143525" y="8610"/>
                  </a:cubicBezTo>
                  <a:cubicBezTo>
                    <a:pt x="145362" y="8424"/>
                    <a:pt x="145362" y="8424"/>
                    <a:pt x="146874" y="8610"/>
                  </a:cubicBezTo>
                  <a:cubicBezTo>
                    <a:pt x="147318" y="10075"/>
                    <a:pt x="147318" y="10075"/>
                    <a:pt x="147618" y="11586"/>
                  </a:cubicBezTo>
                  <a:cubicBezTo>
                    <a:pt x="149105" y="11840"/>
                    <a:pt x="150594" y="12087"/>
                    <a:pt x="152083" y="12331"/>
                  </a:cubicBezTo>
                  <a:cubicBezTo>
                    <a:pt x="152966" y="13819"/>
                    <a:pt x="152966" y="13819"/>
                    <a:pt x="153571" y="15307"/>
                  </a:cubicBezTo>
                  <a:cubicBezTo>
                    <a:pt x="154308" y="15553"/>
                    <a:pt x="155044" y="15798"/>
                    <a:pt x="155803" y="16051"/>
                  </a:cubicBezTo>
                  <a:cubicBezTo>
                    <a:pt x="156126" y="16811"/>
                    <a:pt x="156126" y="16811"/>
                    <a:pt x="156454" y="17586"/>
                  </a:cubicBezTo>
                  <a:cubicBezTo>
                    <a:pt x="156869" y="18300"/>
                    <a:pt x="156869" y="18300"/>
                    <a:pt x="157292" y="19028"/>
                  </a:cubicBezTo>
                  <a:cubicBezTo>
                    <a:pt x="157921" y="19028"/>
                    <a:pt x="158550" y="19028"/>
                    <a:pt x="159198" y="19028"/>
                  </a:cubicBezTo>
                  <a:cubicBezTo>
                    <a:pt x="159797" y="19028"/>
                    <a:pt x="160396" y="19028"/>
                    <a:pt x="161012" y="19028"/>
                  </a:cubicBezTo>
                  <a:cubicBezTo>
                    <a:pt x="161477" y="20423"/>
                    <a:pt x="161477" y="20423"/>
                    <a:pt x="161756" y="22004"/>
                  </a:cubicBezTo>
                  <a:cubicBezTo>
                    <a:pt x="162493" y="22496"/>
                    <a:pt x="163230" y="22987"/>
                    <a:pt x="163989" y="23493"/>
                  </a:cubicBezTo>
                  <a:cubicBezTo>
                    <a:pt x="164234" y="24229"/>
                    <a:pt x="164480" y="24966"/>
                    <a:pt x="164733" y="25725"/>
                  </a:cubicBezTo>
                  <a:cubicBezTo>
                    <a:pt x="165470" y="26216"/>
                    <a:pt x="166206" y="26707"/>
                    <a:pt x="166965" y="27213"/>
                  </a:cubicBezTo>
                  <a:cubicBezTo>
                    <a:pt x="167211" y="27950"/>
                    <a:pt x="167457" y="28687"/>
                    <a:pt x="167710" y="29446"/>
                  </a:cubicBezTo>
                  <a:cubicBezTo>
                    <a:pt x="168446" y="29937"/>
                    <a:pt x="169183" y="30428"/>
                    <a:pt x="169942" y="30934"/>
                  </a:cubicBezTo>
                  <a:cubicBezTo>
                    <a:pt x="170443" y="32172"/>
                    <a:pt x="170940" y="33412"/>
                    <a:pt x="171430" y="34655"/>
                  </a:cubicBezTo>
                  <a:cubicBezTo>
                    <a:pt x="171921" y="34655"/>
                    <a:pt x="172413" y="34655"/>
                    <a:pt x="172919" y="34655"/>
                  </a:cubicBezTo>
                  <a:cubicBezTo>
                    <a:pt x="173034" y="35898"/>
                    <a:pt x="173034" y="35898"/>
                    <a:pt x="173151" y="37166"/>
                  </a:cubicBezTo>
                  <a:cubicBezTo>
                    <a:pt x="173320" y="38056"/>
                    <a:pt x="173489" y="38947"/>
                    <a:pt x="173663" y="39864"/>
                  </a:cubicBezTo>
                  <a:cubicBezTo>
                    <a:pt x="174399" y="40355"/>
                    <a:pt x="175136" y="40846"/>
                    <a:pt x="175895" y="41352"/>
                  </a:cubicBezTo>
                  <a:cubicBezTo>
                    <a:pt x="176035" y="44050"/>
                    <a:pt x="176035" y="44050"/>
                    <a:pt x="175895" y="46561"/>
                  </a:cubicBezTo>
                  <a:cubicBezTo>
                    <a:pt x="176632" y="46561"/>
                    <a:pt x="177369" y="46561"/>
                    <a:pt x="178128" y="46561"/>
                  </a:cubicBezTo>
                  <a:cubicBezTo>
                    <a:pt x="178619" y="48026"/>
                    <a:pt x="178619" y="48026"/>
                    <a:pt x="178918" y="49910"/>
                  </a:cubicBezTo>
                  <a:cubicBezTo>
                    <a:pt x="179182" y="51736"/>
                    <a:pt x="179182" y="51736"/>
                    <a:pt x="179616" y="53258"/>
                  </a:cubicBezTo>
                  <a:cubicBezTo>
                    <a:pt x="180107" y="53258"/>
                    <a:pt x="180598" y="53258"/>
                    <a:pt x="181104" y="53258"/>
                  </a:cubicBezTo>
                  <a:cubicBezTo>
                    <a:pt x="181146" y="54132"/>
                    <a:pt x="181146" y="54132"/>
                    <a:pt x="181188" y="55023"/>
                  </a:cubicBezTo>
                  <a:cubicBezTo>
                    <a:pt x="181237" y="55776"/>
                    <a:pt x="181286" y="56529"/>
                    <a:pt x="181337" y="57305"/>
                  </a:cubicBezTo>
                  <a:cubicBezTo>
                    <a:pt x="181401" y="58431"/>
                    <a:pt x="181401" y="58431"/>
                    <a:pt x="181467" y="59581"/>
                  </a:cubicBezTo>
                  <a:cubicBezTo>
                    <a:pt x="181593" y="60195"/>
                    <a:pt x="181719" y="60810"/>
                    <a:pt x="181848" y="61444"/>
                  </a:cubicBezTo>
                  <a:cubicBezTo>
                    <a:pt x="182585" y="61689"/>
                    <a:pt x="183322" y="61935"/>
                    <a:pt x="184081" y="62188"/>
                  </a:cubicBezTo>
                  <a:cubicBezTo>
                    <a:pt x="184346" y="63559"/>
                    <a:pt x="184346" y="63559"/>
                    <a:pt x="184325" y="65327"/>
                  </a:cubicBezTo>
                  <a:cubicBezTo>
                    <a:pt x="184321" y="65959"/>
                    <a:pt x="184317" y="66592"/>
                    <a:pt x="184313" y="67243"/>
                  </a:cubicBezTo>
                  <a:cubicBezTo>
                    <a:pt x="184290" y="68240"/>
                    <a:pt x="184290" y="68240"/>
                    <a:pt x="184267" y="69257"/>
                  </a:cubicBezTo>
                  <a:cubicBezTo>
                    <a:pt x="184263" y="69922"/>
                    <a:pt x="184259" y="70587"/>
                    <a:pt x="184255" y="71272"/>
                  </a:cubicBezTo>
                  <a:cubicBezTo>
                    <a:pt x="184195" y="76212"/>
                    <a:pt x="184195" y="76212"/>
                    <a:pt x="183337" y="77071"/>
                  </a:cubicBezTo>
                  <a:cubicBezTo>
                    <a:pt x="180640" y="77222"/>
                    <a:pt x="177944" y="77309"/>
                    <a:pt x="175244" y="77388"/>
                  </a:cubicBezTo>
                  <a:cubicBezTo>
                    <a:pt x="174477" y="77529"/>
                    <a:pt x="173709" y="77670"/>
                    <a:pt x="172919" y="77815"/>
                  </a:cubicBezTo>
                  <a:cubicBezTo>
                    <a:pt x="172796" y="78308"/>
                    <a:pt x="172673" y="78801"/>
                    <a:pt x="172546" y="79309"/>
                  </a:cubicBezTo>
                  <a:cubicBezTo>
                    <a:pt x="172424" y="79798"/>
                    <a:pt x="172301" y="80287"/>
                    <a:pt x="172174" y="80791"/>
                  </a:cubicBezTo>
                  <a:cubicBezTo>
                    <a:pt x="169849" y="81166"/>
                    <a:pt x="169849" y="81166"/>
                    <a:pt x="166965" y="81210"/>
                  </a:cubicBezTo>
                  <a:cubicBezTo>
                    <a:pt x="164169" y="81209"/>
                    <a:pt x="164169" y="81209"/>
                    <a:pt x="161756" y="81536"/>
                  </a:cubicBezTo>
                  <a:cubicBezTo>
                    <a:pt x="161511" y="82272"/>
                    <a:pt x="161265" y="83009"/>
                    <a:pt x="161012" y="83768"/>
                  </a:cubicBezTo>
                  <a:cubicBezTo>
                    <a:pt x="159152" y="83954"/>
                    <a:pt x="159152" y="83954"/>
                    <a:pt x="157292" y="83768"/>
                  </a:cubicBezTo>
                  <a:cubicBezTo>
                    <a:pt x="155517" y="81993"/>
                    <a:pt x="156251" y="77408"/>
                    <a:pt x="156158" y="75004"/>
                  </a:cubicBezTo>
                  <a:cubicBezTo>
                    <a:pt x="156041" y="74213"/>
                    <a:pt x="155924" y="73421"/>
                    <a:pt x="155803" y="72606"/>
                  </a:cubicBezTo>
                  <a:cubicBezTo>
                    <a:pt x="155067" y="72115"/>
                    <a:pt x="154330" y="71624"/>
                    <a:pt x="153571" y="71118"/>
                  </a:cubicBezTo>
                  <a:cubicBezTo>
                    <a:pt x="153242" y="69371"/>
                    <a:pt x="153242" y="69371"/>
                    <a:pt x="153152" y="67350"/>
                  </a:cubicBezTo>
                  <a:cubicBezTo>
                    <a:pt x="153090" y="65382"/>
                    <a:pt x="153090" y="65382"/>
                    <a:pt x="152827" y="63676"/>
                  </a:cubicBezTo>
                  <a:cubicBezTo>
                    <a:pt x="152336" y="63431"/>
                    <a:pt x="151845" y="63185"/>
                    <a:pt x="151338" y="62932"/>
                  </a:cubicBezTo>
                  <a:cubicBezTo>
                    <a:pt x="151177" y="61643"/>
                    <a:pt x="151177" y="61643"/>
                    <a:pt x="151013" y="60328"/>
                  </a:cubicBezTo>
                  <a:cubicBezTo>
                    <a:pt x="150875" y="59468"/>
                    <a:pt x="150737" y="58609"/>
                    <a:pt x="150594" y="57723"/>
                  </a:cubicBezTo>
                  <a:cubicBezTo>
                    <a:pt x="149858" y="57478"/>
                    <a:pt x="149121" y="57232"/>
                    <a:pt x="148362" y="56979"/>
                  </a:cubicBezTo>
                  <a:cubicBezTo>
                    <a:pt x="148222" y="55072"/>
                    <a:pt x="148222" y="55072"/>
                    <a:pt x="148362" y="53258"/>
                  </a:cubicBezTo>
                  <a:cubicBezTo>
                    <a:pt x="147625" y="53258"/>
                    <a:pt x="146889" y="53258"/>
                    <a:pt x="146130" y="53258"/>
                  </a:cubicBezTo>
                  <a:cubicBezTo>
                    <a:pt x="145874" y="52268"/>
                    <a:pt x="145626" y="51276"/>
                    <a:pt x="145385" y="50282"/>
                  </a:cubicBezTo>
                  <a:cubicBezTo>
                    <a:pt x="144649" y="50036"/>
                    <a:pt x="143912" y="49791"/>
                    <a:pt x="143153" y="49538"/>
                  </a:cubicBezTo>
                  <a:cubicBezTo>
                    <a:pt x="142907" y="48801"/>
                    <a:pt x="142662" y="48064"/>
                    <a:pt x="142409" y="47305"/>
                  </a:cubicBezTo>
                  <a:cubicBezTo>
                    <a:pt x="141795" y="47060"/>
                    <a:pt x="141181" y="46814"/>
                    <a:pt x="140548" y="46561"/>
                  </a:cubicBezTo>
                  <a:cubicBezTo>
                    <a:pt x="139935" y="46315"/>
                    <a:pt x="139321" y="46070"/>
                    <a:pt x="138688" y="45817"/>
                  </a:cubicBezTo>
                  <a:cubicBezTo>
                    <a:pt x="138443" y="45080"/>
                    <a:pt x="138197" y="44343"/>
                    <a:pt x="137944" y="43584"/>
                  </a:cubicBezTo>
                  <a:cubicBezTo>
                    <a:pt x="135695" y="43034"/>
                    <a:pt x="135695" y="43034"/>
                    <a:pt x="133479" y="42840"/>
                  </a:cubicBezTo>
                  <a:cubicBezTo>
                    <a:pt x="133479" y="41858"/>
                    <a:pt x="133479" y="40876"/>
                    <a:pt x="133479" y="39864"/>
                  </a:cubicBezTo>
                  <a:cubicBezTo>
                    <a:pt x="132512" y="39925"/>
                    <a:pt x="131545" y="39987"/>
                    <a:pt x="130549" y="40050"/>
                  </a:cubicBezTo>
                  <a:cubicBezTo>
                    <a:pt x="128901" y="40154"/>
                    <a:pt x="128901" y="40154"/>
                    <a:pt x="127526" y="39864"/>
                  </a:cubicBezTo>
                  <a:cubicBezTo>
                    <a:pt x="127457" y="39380"/>
                    <a:pt x="127388" y="38897"/>
                    <a:pt x="127317" y="38399"/>
                  </a:cubicBezTo>
                  <a:cubicBezTo>
                    <a:pt x="127140" y="37900"/>
                    <a:pt x="126964" y="37401"/>
                    <a:pt x="126782" y="36887"/>
                  </a:cubicBezTo>
                  <a:cubicBezTo>
                    <a:pt x="124814" y="36532"/>
                    <a:pt x="123132" y="36369"/>
                    <a:pt x="121154" y="36329"/>
                  </a:cubicBezTo>
                  <a:cubicBezTo>
                    <a:pt x="120625" y="36307"/>
                    <a:pt x="120096" y="36285"/>
                    <a:pt x="119551" y="36262"/>
                  </a:cubicBezTo>
                  <a:cubicBezTo>
                    <a:pt x="118241" y="36209"/>
                    <a:pt x="116930" y="36175"/>
                    <a:pt x="115620" y="36143"/>
                  </a:cubicBezTo>
                  <a:cubicBezTo>
                    <a:pt x="115620" y="35161"/>
                    <a:pt x="115620" y="34179"/>
                    <a:pt x="115620" y="33166"/>
                  </a:cubicBezTo>
                  <a:cubicBezTo>
                    <a:pt x="112411" y="33081"/>
                    <a:pt x="109202" y="33027"/>
                    <a:pt x="105992" y="32980"/>
                  </a:cubicBezTo>
                  <a:cubicBezTo>
                    <a:pt x="105076" y="32956"/>
                    <a:pt x="104159" y="32931"/>
                    <a:pt x="103215" y="32905"/>
                  </a:cubicBezTo>
                  <a:cubicBezTo>
                    <a:pt x="102344" y="32895"/>
                    <a:pt x="101474" y="32886"/>
                    <a:pt x="100577" y="32876"/>
                  </a:cubicBezTo>
                  <a:cubicBezTo>
                    <a:pt x="99770" y="32860"/>
                    <a:pt x="98964" y="32845"/>
                    <a:pt x="98133" y="32829"/>
                  </a:cubicBezTo>
                  <a:cubicBezTo>
                    <a:pt x="97519" y="32940"/>
                    <a:pt x="96905" y="33052"/>
                    <a:pt x="96272" y="33166"/>
                  </a:cubicBezTo>
                  <a:cubicBezTo>
                    <a:pt x="95779" y="34638"/>
                    <a:pt x="95779" y="34638"/>
                    <a:pt x="95528" y="36143"/>
                  </a:cubicBezTo>
                  <a:cubicBezTo>
                    <a:pt x="92779" y="36484"/>
                    <a:pt x="90166" y="36520"/>
                    <a:pt x="87403" y="36506"/>
                  </a:cubicBezTo>
                  <a:cubicBezTo>
                    <a:pt x="85502" y="36512"/>
                    <a:pt x="85502" y="36512"/>
                    <a:pt x="82878" y="36887"/>
                  </a:cubicBezTo>
                  <a:cubicBezTo>
                    <a:pt x="82390" y="38364"/>
                    <a:pt x="82390" y="38364"/>
                    <a:pt x="82133" y="39864"/>
                  </a:cubicBezTo>
                  <a:cubicBezTo>
                    <a:pt x="80112" y="40291"/>
                    <a:pt x="78258" y="39996"/>
                    <a:pt x="76180" y="39864"/>
                  </a:cubicBezTo>
                  <a:cubicBezTo>
                    <a:pt x="76180" y="40846"/>
                    <a:pt x="76180" y="41828"/>
                    <a:pt x="76180" y="42840"/>
                  </a:cubicBezTo>
                  <a:cubicBezTo>
                    <a:pt x="75459" y="42902"/>
                    <a:pt x="74738" y="42963"/>
                    <a:pt x="73994" y="43026"/>
                  </a:cubicBezTo>
                  <a:cubicBezTo>
                    <a:pt x="73242" y="43211"/>
                    <a:pt x="72490" y="43395"/>
                    <a:pt x="71715" y="43584"/>
                  </a:cubicBezTo>
                  <a:cubicBezTo>
                    <a:pt x="71593" y="44091"/>
                    <a:pt x="71470" y="44597"/>
                    <a:pt x="71343" y="45119"/>
                  </a:cubicBezTo>
                  <a:cubicBezTo>
                    <a:pt x="71221" y="45595"/>
                    <a:pt x="71098" y="46071"/>
                    <a:pt x="70971" y="46561"/>
                  </a:cubicBezTo>
                  <a:cubicBezTo>
                    <a:pt x="69483" y="46561"/>
                    <a:pt x="67995" y="46561"/>
                    <a:pt x="66506" y="46561"/>
                  </a:cubicBezTo>
                  <a:cubicBezTo>
                    <a:pt x="65526" y="47963"/>
                    <a:pt x="65526" y="47963"/>
                    <a:pt x="65018" y="49538"/>
                  </a:cubicBezTo>
                  <a:cubicBezTo>
                    <a:pt x="64281" y="49906"/>
                    <a:pt x="64281" y="49906"/>
                    <a:pt x="63530" y="50282"/>
                  </a:cubicBezTo>
                  <a:cubicBezTo>
                    <a:pt x="63162" y="51387"/>
                    <a:pt x="63162" y="51387"/>
                    <a:pt x="62786" y="52514"/>
                  </a:cubicBezTo>
                  <a:cubicBezTo>
                    <a:pt x="61546" y="53754"/>
                    <a:pt x="60305" y="54995"/>
                    <a:pt x="59065" y="56235"/>
                  </a:cubicBezTo>
                  <a:cubicBezTo>
                    <a:pt x="58547" y="57216"/>
                    <a:pt x="58044" y="58205"/>
                    <a:pt x="57577" y="59211"/>
                  </a:cubicBezTo>
                  <a:cubicBezTo>
                    <a:pt x="56840" y="59580"/>
                    <a:pt x="56840" y="59580"/>
                    <a:pt x="56088" y="59956"/>
                  </a:cubicBezTo>
                  <a:cubicBezTo>
                    <a:pt x="55966" y="60569"/>
                    <a:pt x="55843" y="61183"/>
                    <a:pt x="55716" y="61816"/>
                  </a:cubicBezTo>
                  <a:cubicBezTo>
                    <a:pt x="55594" y="62430"/>
                    <a:pt x="55471" y="63044"/>
                    <a:pt x="55344" y="63676"/>
                  </a:cubicBezTo>
                  <a:cubicBezTo>
                    <a:pt x="54608" y="64045"/>
                    <a:pt x="54608" y="64045"/>
                    <a:pt x="53856" y="64420"/>
                  </a:cubicBezTo>
                  <a:cubicBezTo>
                    <a:pt x="53488" y="65525"/>
                    <a:pt x="53488" y="65525"/>
                    <a:pt x="53112" y="66653"/>
                  </a:cubicBezTo>
                  <a:cubicBezTo>
                    <a:pt x="52368" y="68885"/>
                    <a:pt x="52368" y="68885"/>
                    <a:pt x="50879" y="69629"/>
                  </a:cubicBezTo>
                  <a:cubicBezTo>
                    <a:pt x="50532" y="71211"/>
                    <a:pt x="50532" y="71211"/>
                    <a:pt x="50414" y="73025"/>
                  </a:cubicBezTo>
                  <a:cubicBezTo>
                    <a:pt x="50359" y="73639"/>
                    <a:pt x="50303" y="74254"/>
                    <a:pt x="50246" y="74888"/>
                  </a:cubicBezTo>
                  <a:cubicBezTo>
                    <a:pt x="50209" y="75363"/>
                    <a:pt x="50173" y="75837"/>
                    <a:pt x="50135" y="76327"/>
                  </a:cubicBezTo>
                  <a:cubicBezTo>
                    <a:pt x="49153" y="76327"/>
                    <a:pt x="48171" y="76327"/>
                    <a:pt x="47159" y="76327"/>
                  </a:cubicBezTo>
                  <a:cubicBezTo>
                    <a:pt x="47159" y="79028"/>
                    <a:pt x="47159" y="81729"/>
                    <a:pt x="47159" y="84512"/>
                  </a:cubicBezTo>
                  <a:cubicBezTo>
                    <a:pt x="46422" y="84512"/>
                    <a:pt x="45685" y="84512"/>
                    <a:pt x="44926" y="84512"/>
                  </a:cubicBezTo>
                  <a:cubicBezTo>
                    <a:pt x="44890" y="85417"/>
                    <a:pt x="44853" y="86321"/>
                    <a:pt x="44816" y="87253"/>
                  </a:cubicBezTo>
                  <a:cubicBezTo>
                    <a:pt x="44760" y="88433"/>
                    <a:pt x="44704" y="89612"/>
                    <a:pt x="44647" y="90791"/>
                  </a:cubicBezTo>
                  <a:cubicBezTo>
                    <a:pt x="44613" y="91687"/>
                    <a:pt x="44613" y="91687"/>
                    <a:pt x="44578" y="92600"/>
                  </a:cubicBezTo>
                  <a:cubicBezTo>
                    <a:pt x="44500" y="94125"/>
                    <a:pt x="44347" y="95645"/>
                    <a:pt x="44182" y="97163"/>
                  </a:cubicBezTo>
                  <a:cubicBezTo>
                    <a:pt x="43691" y="97408"/>
                    <a:pt x="43200" y="97654"/>
                    <a:pt x="42694" y="97907"/>
                  </a:cubicBezTo>
                  <a:cubicBezTo>
                    <a:pt x="42444" y="100122"/>
                    <a:pt x="42444" y="100122"/>
                    <a:pt x="42457" y="102841"/>
                  </a:cubicBezTo>
                  <a:cubicBezTo>
                    <a:pt x="42445" y="103614"/>
                    <a:pt x="42445" y="103614"/>
                    <a:pt x="42434" y="104403"/>
                  </a:cubicBezTo>
                  <a:cubicBezTo>
                    <a:pt x="42411" y="106114"/>
                    <a:pt x="42398" y="107825"/>
                    <a:pt x="42386" y="109537"/>
                  </a:cubicBezTo>
                  <a:cubicBezTo>
                    <a:pt x="42372" y="110720"/>
                    <a:pt x="42357" y="111904"/>
                    <a:pt x="42342" y="113087"/>
                  </a:cubicBezTo>
                  <a:cubicBezTo>
                    <a:pt x="42304" y="116208"/>
                    <a:pt x="42274" y="119329"/>
                    <a:pt x="42247" y="122450"/>
                  </a:cubicBezTo>
                  <a:cubicBezTo>
                    <a:pt x="42217" y="125632"/>
                    <a:pt x="42179" y="128814"/>
                    <a:pt x="42142" y="131996"/>
                  </a:cubicBezTo>
                  <a:cubicBezTo>
                    <a:pt x="42070" y="138244"/>
                    <a:pt x="42007" y="144492"/>
                    <a:pt x="41950" y="150741"/>
                  </a:cubicBezTo>
                  <a:cubicBezTo>
                    <a:pt x="42687" y="150741"/>
                    <a:pt x="43423" y="150741"/>
                    <a:pt x="44182" y="150741"/>
                  </a:cubicBezTo>
                  <a:cubicBezTo>
                    <a:pt x="44551" y="157371"/>
                    <a:pt x="44551" y="157371"/>
                    <a:pt x="44926" y="164135"/>
                  </a:cubicBezTo>
                  <a:cubicBezTo>
                    <a:pt x="45663" y="164135"/>
                    <a:pt x="46400" y="164135"/>
                    <a:pt x="47159" y="164135"/>
                  </a:cubicBezTo>
                  <a:cubicBezTo>
                    <a:pt x="47201" y="164928"/>
                    <a:pt x="47201" y="164928"/>
                    <a:pt x="47243" y="165737"/>
                  </a:cubicBezTo>
                  <a:cubicBezTo>
                    <a:pt x="47316" y="166763"/>
                    <a:pt x="47316" y="166763"/>
                    <a:pt x="47391" y="167809"/>
                  </a:cubicBezTo>
                  <a:cubicBezTo>
                    <a:pt x="47435" y="168491"/>
                    <a:pt x="47478" y="169173"/>
                    <a:pt x="47522" y="169876"/>
                  </a:cubicBezTo>
                  <a:cubicBezTo>
                    <a:pt x="47648" y="170437"/>
                    <a:pt x="47773" y="170998"/>
                    <a:pt x="47903" y="171577"/>
                  </a:cubicBezTo>
                  <a:cubicBezTo>
                    <a:pt x="48640" y="171822"/>
                    <a:pt x="49376" y="172068"/>
                    <a:pt x="50135" y="172321"/>
                  </a:cubicBezTo>
                  <a:cubicBezTo>
                    <a:pt x="50414" y="174053"/>
                    <a:pt x="50662" y="175789"/>
                    <a:pt x="50879" y="177530"/>
                  </a:cubicBezTo>
                  <a:cubicBezTo>
                    <a:pt x="51371" y="177775"/>
                    <a:pt x="51862" y="178021"/>
                    <a:pt x="52368" y="178274"/>
                  </a:cubicBezTo>
                  <a:cubicBezTo>
                    <a:pt x="52671" y="180001"/>
                    <a:pt x="52922" y="181739"/>
                    <a:pt x="53112" y="183483"/>
                  </a:cubicBezTo>
                  <a:cubicBezTo>
                    <a:pt x="53849" y="183483"/>
                    <a:pt x="54585" y="183483"/>
                    <a:pt x="55344" y="183483"/>
                  </a:cubicBezTo>
                  <a:cubicBezTo>
                    <a:pt x="55275" y="184381"/>
                    <a:pt x="55275" y="184381"/>
                    <a:pt x="55205" y="185297"/>
                  </a:cubicBezTo>
                  <a:cubicBezTo>
                    <a:pt x="55251" y="185926"/>
                    <a:pt x="55297" y="186555"/>
                    <a:pt x="55344" y="187204"/>
                  </a:cubicBezTo>
                  <a:cubicBezTo>
                    <a:pt x="56081" y="187449"/>
                    <a:pt x="56818" y="187695"/>
                    <a:pt x="57577" y="187948"/>
                  </a:cubicBezTo>
                  <a:cubicBezTo>
                    <a:pt x="58556" y="189134"/>
                    <a:pt x="58556" y="189134"/>
                    <a:pt x="59484" y="190552"/>
                  </a:cubicBezTo>
                  <a:cubicBezTo>
                    <a:pt x="60789" y="192603"/>
                    <a:pt x="60789" y="192603"/>
                    <a:pt x="62786" y="193901"/>
                  </a:cubicBezTo>
                  <a:cubicBezTo>
                    <a:pt x="63154" y="195006"/>
                    <a:pt x="63154" y="195006"/>
                    <a:pt x="63530" y="196133"/>
                  </a:cubicBezTo>
                  <a:cubicBezTo>
                    <a:pt x="64021" y="196256"/>
                    <a:pt x="64512" y="196379"/>
                    <a:pt x="65018" y="196505"/>
                  </a:cubicBezTo>
                  <a:cubicBezTo>
                    <a:pt x="65509" y="196628"/>
                    <a:pt x="66000" y="196751"/>
                    <a:pt x="66506" y="196877"/>
                  </a:cubicBezTo>
                  <a:cubicBezTo>
                    <a:pt x="66875" y="197982"/>
                    <a:pt x="66875" y="197982"/>
                    <a:pt x="67251" y="199110"/>
                  </a:cubicBezTo>
                  <a:cubicBezTo>
                    <a:pt x="67865" y="199355"/>
                    <a:pt x="68478" y="199601"/>
                    <a:pt x="69111" y="199854"/>
                  </a:cubicBezTo>
                  <a:cubicBezTo>
                    <a:pt x="69725" y="200100"/>
                    <a:pt x="70339" y="200345"/>
                    <a:pt x="70971" y="200598"/>
                  </a:cubicBezTo>
                  <a:cubicBezTo>
                    <a:pt x="71340" y="201703"/>
                    <a:pt x="71340" y="201703"/>
                    <a:pt x="71715" y="202831"/>
                  </a:cubicBezTo>
                  <a:cubicBezTo>
                    <a:pt x="74339" y="203382"/>
                    <a:pt x="74339" y="203382"/>
                    <a:pt x="76924" y="203575"/>
                  </a:cubicBezTo>
                  <a:cubicBezTo>
                    <a:pt x="76924" y="204557"/>
                    <a:pt x="76924" y="205539"/>
                    <a:pt x="76924" y="206551"/>
                  </a:cubicBezTo>
                  <a:cubicBezTo>
                    <a:pt x="77453" y="206579"/>
                    <a:pt x="77982" y="206607"/>
                    <a:pt x="78526" y="206636"/>
                  </a:cubicBezTo>
                  <a:cubicBezTo>
                    <a:pt x="79552" y="206709"/>
                    <a:pt x="79552" y="206709"/>
                    <a:pt x="80599" y="206784"/>
                  </a:cubicBezTo>
                  <a:cubicBezTo>
                    <a:pt x="81281" y="206827"/>
                    <a:pt x="81963" y="206870"/>
                    <a:pt x="82665" y="206915"/>
                  </a:cubicBezTo>
                  <a:cubicBezTo>
                    <a:pt x="83227" y="207040"/>
                    <a:pt x="83788" y="207166"/>
                    <a:pt x="84366" y="207295"/>
                  </a:cubicBezTo>
                  <a:cubicBezTo>
                    <a:pt x="84734" y="208400"/>
                    <a:pt x="84734" y="208400"/>
                    <a:pt x="85110" y="209528"/>
                  </a:cubicBezTo>
                  <a:cubicBezTo>
                    <a:pt x="87839" y="209796"/>
                    <a:pt x="90496" y="209853"/>
                    <a:pt x="93234" y="209855"/>
                  </a:cubicBezTo>
                  <a:cubicBezTo>
                    <a:pt x="94947" y="209897"/>
                    <a:pt x="94947" y="209897"/>
                    <a:pt x="97760" y="210272"/>
                  </a:cubicBezTo>
                  <a:cubicBezTo>
                    <a:pt x="97863" y="210763"/>
                    <a:pt x="97966" y="211253"/>
                    <a:pt x="98071" y="211759"/>
                  </a:cubicBezTo>
                  <a:cubicBezTo>
                    <a:pt x="98286" y="212496"/>
                    <a:pt x="98286" y="212496"/>
                    <a:pt x="98504" y="213248"/>
                  </a:cubicBezTo>
                  <a:cubicBezTo>
                    <a:pt x="100215" y="213714"/>
                    <a:pt x="100215" y="213714"/>
                    <a:pt x="102295" y="213644"/>
                  </a:cubicBezTo>
                  <a:cubicBezTo>
                    <a:pt x="103061" y="213648"/>
                    <a:pt x="103828" y="213651"/>
                    <a:pt x="104617" y="213655"/>
                  </a:cubicBezTo>
                  <a:cubicBezTo>
                    <a:pt x="105424" y="213644"/>
                    <a:pt x="106231" y="213632"/>
                    <a:pt x="107062" y="213621"/>
                  </a:cubicBezTo>
                  <a:cubicBezTo>
                    <a:pt x="107869" y="213632"/>
                    <a:pt x="108676" y="213644"/>
                    <a:pt x="109507" y="213655"/>
                  </a:cubicBezTo>
                  <a:cubicBezTo>
                    <a:pt x="110273" y="213652"/>
                    <a:pt x="111040" y="213648"/>
                    <a:pt x="111829" y="213644"/>
                  </a:cubicBezTo>
                  <a:cubicBezTo>
                    <a:pt x="112538" y="213640"/>
                    <a:pt x="113246" y="213637"/>
                    <a:pt x="113976" y="213634"/>
                  </a:cubicBezTo>
                  <a:cubicBezTo>
                    <a:pt x="114518" y="213507"/>
                    <a:pt x="115061" y="213379"/>
                    <a:pt x="115620" y="213248"/>
                  </a:cubicBezTo>
                  <a:cubicBezTo>
                    <a:pt x="116084" y="211770"/>
                    <a:pt x="116084" y="211770"/>
                    <a:pt x="116364" y="210272"/>
                  </a:cubicBezTo>
                  <a:cubicBezTo>
                    <a:pt x="118426" y="209980"/>
                    <a:pt x="120251" y="209855"/>
                    <a:pt x="122317" y="209853"/>
                  </a:cubicBezTo>
                  <a:cubicBezTo>
                    <a:pt x="124343" y="209841"/>
                    <a:pt x="126247" y="209739"/>
                    <a:pt x="128270" y="209528"/>
                  </a:cubicBezTo>
                  <a:cubicBezTo>
                    <a:pt x="128516" y="208791"/>
                    <a:pt x="128761" y="208054"/>
                    <a:pt x="129014" y="207295"/>
                  </a:cubicBezTo>
                  <a:cubicBezTo>
                    <a:pt x="130715" y="206915"/>
                    <a:pt x="130715" y="206915"/>
                    <a:pt x="132781" y="206784"/>
                  </a:cubicBezTo>
                  <a:cubicBezTo>
                    <a:pt x="133465" y="206735"/>
                    <a:pt x="134149" y="206686"/>
                    <a:pt x="134854" y="206636"/>
                  </a:cubicBezTo>
                  <a:cubicBezTo>
                    <a:pt x="135383" y="206608"/>
                    <a:pt x="135911" y="206580"/>
                    <a:pt x="136456" y="206551"/>
                  </a:cubicBezTo>
                  <a:cubicBezTo>
                    <a:pt x="136456" y="205569"/>
                    <a:pt x="136456" y="204587"/>
                    <a:pt x="136456" y="203575"/>
                  </a:cubicBezTo>
                  <a:cubicBezTo>
                    <a:pt x="137982" y="203454"/>
                    <a:pt x="139508" y="203332"/>
                    <a:pt x="141034" y="203211"/>
                  </a:cubicBezTo>
                  <a:cubicBezTo>
                    <a:pt x="141488" y="203086"/>
                    <a:pt x="141941" y="202960"/>
                    <a:pt x="142409" y="202831"/>
                  </a:cubicBezTo>
                  <a:cubicBezTo>
                    <a:pt x="142654" y="202094"/>
                    <a:pt x="142900" y="201357"/>
                    <a:pt x="143153" y="200598"/>
                  </a:cubicBezTo>
                  <a:cubicBezTo>
                    <a:pt x="145804" y="200087"/>
                    <a:pt x="145804" y="200087"/>
                    <a:pt x="148362" y="199854"/>
                  </a:cubicBezTo>
                  <a:cubicBezTo>
                    <a:pt x="148362" y="198872"/>
                    <a:pt x="148362" y="197889"/>
                    <a:pt x="148362" y="196877"/>
                  </a:cubicBezTo>
                  <a:cubicBezTo>
                    <a:pt x="149601" y="196623"/>
                    <a:pt x="150841" y="196375"/>
                    <a:pt x="152083" y="196133"/>
                  </a:cubicBezTo>
                  <a:cubicBezTo>
                    <a:pt x="152749" y="194648"/>
                    <a:pt x="152749" y="194648"/>
                    <a:pt x="152827" y="193157"/>
                  </a:cubicBezTo>
                  <a:cubicBezTo>
                    <a:pt x="154055" y="193402"/>
                    <a:pt x="155282" y="193648"/>
                    <a:pt x="156547" y="193901"/>
                  </a:cubicBezTo>
                  <a:cubicBezTo>
                    <a:pt x="156640" y="193425"/>
                    <a:pt x="156732" y="192949"/>
                    <a:pt x="156827" y="192459"/>
                  </a:cubicBezTo>
                  <a:cubicBezTo>
                    <a:pt x="156980" y="191953"/>
                    <a:pt x="157133" y="191446"/>
                    <a:pt x="157292" y="190924"/>
                  </a:cubicBezTo>
                  <a:cubicBezTo>
                    <a:pt x="157783" y="190679"/>
                    <a:pt x="158274" y="190433"/>
                    <a:pt x="158780" y="190180"/>
                  </a:cubicBezTo>
                  <a:cubicBezTo>
                    <a:pt x="159029" y="188419"/>
                    <a:pt x="159029" y="188419"/>
                    <a:pt x="159017" y="186270"/>
                  </a:cubicBezTo>
                  <a:cubicBezTo>
                    <a:pt x="159039" y="185019"/>
                    <a:pt x="159039" y="185019"/>
                    <a:pt x="159062" y="183742"/>
                  </a:cubicBezTo>
                  <a:cubicBezTo>
                    <a:pt x="159071" y="182835"/>
                    <a:pt x="159079" y="181927"/>
                    <a:pt x="159088" y="180992"/>
                  </a:cubicBezTo>
                  <a:cubicBezTo>
                    <a:pt x="159102" y="180068"/>
                    <a:pt x="159117" y="179144"/>
                    <a:pt x="159132" y="178192"/>
                  </a:cubicBezTo>
                  <a:cubicBezTo>
                    <a:pt x="159169" y="175732"/>
                    <a:pt x="159199" y="173272"/>
                    <a:pt x="159227" y="170812"/>
                  </a:cubicBezTo>
                  <a:cubicBezTo>
                    <a:pt x="159257" y="168303"/>
                    <a:pt x="159295" y="165794"/>
                    <a:pt x="159332" y="163285"/>
                  </a:cubicBezTo>
                  <a:cubicBezTo>
                    <a:pt x="159404" y="158359"/>
                    <a:pt x="159467" y="153434"/>
                    <a:pt x="159524" y="148508"/>
                  </a:cubicBezTo>
                  <a:cubicBezTo>
                    <a:pt x="159137" y="148629"/>
                    <a:pt x="158750" y="148750"/>
                    <a:pt x="158351" y="148874"/>
                  </a:cubicBezTo>
                  <a:cubicBezTo>
                    <a:pt x="156039" y="149359"/>
                    <a:pt x="153871" y="149347"/>
                    <a:pt x="151508" y="149349"/>
                  </a:cubicBezTo>
                  <a:cubicBezTo>
                    <a:pt x="151008" y="149350"/>
                    <a:pt x="150508" y="149351"/>
                    <a:pt x="149993" y="149353"/>
                  </a:cubicBezTo>
                  <a:cubicBezTo>
                    <a:pt x="148345" y="149356"/>
                    <a:pt x="146698" y="149354"/>
                    <a:pt x="145051" y="149351"/>
                  </a:cubicBezTo>
                  <a:cubicBezTo>
                    <a:pt x="143906" y="149352"/>
                    <a:pt x="142761" y="149352"/>
                    <a:pt x="141616" y="149353"/>
                  </a:cubicBezTo>
                  <a:cubicBezTo>
                    <a:pt x="139219" y="149354"/>
                    <a:pt x="136823" y="149353"/>
                    <a:pt x="134427" y="149349"/>
                  </a:cubicBezTo>
                  <a:cubicBezTo>
                    <a:pt x="131349" y="149345"/>
                    <a:pt x="128271" y="149348"/>
                    <a:pt x="125193" y="149352"/>
                  </a:cubicBezTo>
                  <a:cubicBezTo>
                    <a:pt x="122830" y="149355"/>
                    <a:pt x="120467" y="149354"/>
                    <a:pt x="118105" y="149352"/>
                  </a:cubicBezTo>
                  <a:cubicBezTo>
                    <a:pt x="116969" y="149351"/>
                    <a:pt x="115834" y="149352"/>
                    <a:pt x="114698" y="149354"/>
                  </a:cubicBezTo>
                  <a:cubicBezTo>
                    <a:pt x="113116" y="149356"/>
                    <a:pt x="111534" y="149353"/>
                    <a:pt x="109952" y="149349"/>
                  </a:cubicBezTo>
                  <a:cubicBezTo>
                    <a:pt x="108600" y="149348"/>
                    <a:pt x="108600" y="149348"/>
                    <a:pt x="107221" y="149347"/>
                  </a:cubicBezTo>
                  <a:cubicBezTo>
                    <a:pt x="105202" y="149252"/>
                    <a:pt x="105202" y="149252"/>
                    <a:pt x="104458" y="148508"/>
                  </a:cubicBezTo>
                  <a:cubicBezTo>
                    <a:pt x="104382" y="146317"/>
                    <a:pt x="104354" y="144143"/>
                    <a:pt x="104359" y="141951"/>
                  </a:cubicBezTo>
                  <a:cubicBezTo>
                    <a:pt x="104358" y="141293"/>
                    <a:pt x="104357" y="140635"/>
                    <a:pt x="104357" y="139957"/>
                  </a:cubicBezTo>
                  <a:cubicBezTo>
                    <a:pt x="104356" y="138563"/>
                    <a:pt x="104358" y="137170"/>
                    <a:pt x="104361" y="135776"/>
                  </a:cubicBezTo>
                  <a:cubicBezTo>
                    <a:pt x="104365" y="133635"/>
                    <a:pt x="104361" y="131494"/>
                    <a:pt x="104356" y="129352"/>
                  </a:cubicBezTo>
                  <a:cubicBezTo>
                    <a:pt x="104356" y="128002"/>
                    <a:pt x="104357" y="126651"/>
                    <a:pt x="104359" y="125300"/>
                  </a:cubicBezTo>
                  <a:cubicBezTo>
                    <a:pt x="104357" y="124655"/>
                    <a:pt x="104356" y="124011"/>
                    <a:pt x="104354" y="123346"/>
                  </a:cubicBezTo>
                  <a:cubicBezTo>
                    <a:pt x="104372" y="118828"/>
                    <a:pt x="104372" y="118828"/>
                    <a:pt x="105202" y="117999"/>
                  </a:cubicBezTo>
                  <a:cubicBezTo>
                    <a:pt x="106256" y="117927"/>
                    <a:pt x="107314" y="117908"/>
                    <a:pt x="108371" y="117909"/>
                  </a:cubicBezTo>
                  <a:cubicBezTo>
                    <a:pt x="109053" y="117908"/>
                    <a:pt x="109735" y="117907"/>
                    <a:pt x="110437" y="117906"/>
                  </a:cubicBezTo>
                  <a:cubicBezTo>
                    <a:pt x="111573" y="117910"/>
                    <a:pt x="111573" y="117910"/>
                    <a:pt x="112732" y="117914"/>
                  </a:cubicBezTo>
                  <a:cubicBezTo>
                    <a:pt x="113536" y="117914"/>
                    <a:pt x="114340" y="117914"/>
                    <a:pt x="115169" y="117914"/>
                  </a:cubicBezTo>
                  <a:cubicBezTo>
                    <a:pt x="117785" y="117914"/>
                    <a:pt x="120401" y="117920"/>
                    <a:pt x="123018" y="117926"/>
                  </a:cubicBezTo>
                  <a:cubicBezTo>
                    <a:pt x="124627" y="117927"/>
                    <a:pt x="126237" y="117928"/>
                    <a:pt x="127847" y="117928"/>
                  </a:cubicBezTo>
                  <a:cubicBezTo>
                    <a:pt x="133833" y="117932"/>
                    <a:pt x="139818" y="117942"/>
                    <a:pt x="145804" y="117952"/>
                  </a:cubicBezTo>
                  <a:cubicBezTo>
                    <a:pt x="165856" y="117975"/>
                    <a:pt x="165856" y="117975"/>
                    <a:pt x="186313" y="117999"/>
                  </a:cubicBezTo>
                  <a:cubicBezTo>
                    <a:pt x="186313" y="148449"/>
                    <a:pt x="186313" y="178899"/>
                    <a:pt x="186313" y="210272"/>
                  </a:cubicBezTo>
                  <a:cubicBezTo>
                    <a:pt x="185331" y="210272"/>
                    <a:pt x="184349" y="210272"/>
                    <a:pt x="183337" y="210272"/>
                  </a:cubicBezTo>
                  <a:cubicBezTo>
                    <a:pt x="183337" y="211254"/>
                    <a:pt x="183337" y="212236"/>
                    <a:pt x="183337" y="213248"/>
                  </a:cubicBezTo>
                  <a:cubicBezTo>
                    <a:pt x="181476" y="214458"/>
                    <a:pt x="181476" y="214458"/>
                    <a:pt x="179616" y="215481"/>
                  </a:cubicBezTo>
                  <a:cubicBezTo>
                    <a:pt x="179616" y="215972"/>
                    <a:pt x="179616" y="216463"/>
                    <a:pt x="179616" y="216969"/>
                  </a:cubicBezTo>
                  <a:cubicBezTo>
                    <a:pt x="179033" y="217061"/>
                    <a:pt x="178449" y="217153"/>
                    <a:pt x="177848" y="217248"/>
                  </a:cubicBezTo>
                  <a:cubicBezTo>
                    <a:pt x="176882" y="217478"/>
                    <a:pt x="176882" y="217478"/>
                    <a:pt x="175895" y="217713"/>
                  </a:cubicBezTo>
                  <a:cubicBezTo>
                    <a:pt x="175052" y="219214"/>
                    <a:pt x="175052" y="219214"/>
                    <a:pt x="174407" y="220690"/>
                  </a:cubicBezTo>
                  <a:cubicBezTo>
                    <a:pt x="173670" y="220690"/>
                    <a:pt x="172933" y="220690"/>
                    <a:pt x="172174" y="220690"/>
                  </a:cubicBezTo>
                  <a:cubicBezTo>
                    <a:pt x="172098" y="221150"/>
                    <a:pt x="172021" y="221611"/>
                    <a:pt x="171942" y="222085"/>
                  </a:cubicBezTo>
                  <a:cubicBezTo>
                    <a:pt x="171689" y="222868"/>
                    <a:pt x="171689" y="222868"/>
                    <a:pt x="171430" y="223666"/>
                  </a:cubicBezTo>
                  <a:cubicBezTo>
                    <a:pt x="169948" y="224181"/>
                    <a:pt x="168460" y="224678"/>
                    <a:pt x="166965" y="225155"/>
                  </a:cubicBezTo>
                  <a:cubicBezTo>
                    <a:pt x="166965" y="225891"/>
                    <a:pt x="166965" y="226628"/>
                    <a:pt x="166965" y="227387"/>
                  </a:cubicBezTo>
                  <a:cubicBezTo>
                    <a:pt x="166121" y="227449"/>
                    <a:pt x="165277" y="227510"/>
                    <a:pt x="164407" y="227573"/>
                  </a:cubicBezTo>
                  <a:cubicBezTo>
                    <a:pt x="163533" y="227757"/>
                    <a:pt x="162658" y="227942"/>
                    <a:pt x="161756" y="228131"/>
                  </a:cubicBezTo>
                  <a:cubicBezTo>
                    <a:pt x="161634" y="228638"/>
                    <a:pt x="161511" y="229144"/>
                    <a:pt x="161384" y="229666"/>
                  </a:cubicBezTo>
                  <a:cubicBezTo>
                    <a:pt x="161262" y="230142"/>
                    <a:pt x="161139" y="230618"/>
                    <a:pt x="161012" y="231108"/>
                  </a:cubicBezTo>
                  <a:cubicBezTo>
                    <a:pt x="158361" y="231294"/>
                    <a:pt x="158361" y="231294"/>
                    <a:pt x="155803" y="231108"/>
                  </a:cubicBezTo>
                  <a:cubicBezTo>
                    <a:pt x="155803" y="232090"/>
                    <a:pt x="155803" y="233072"/>
                    <a:pt x="155803" y="234084"/>
                  </a:cubicBezTo>
                  <a:cubicBezTo>
                    <a:pt x="154959" y="234146"/>
                    <a:pt x="154115" y="234207"/>
                    <a:pt x="153245" y="234270"/>
                  </a:cubicBezTo>
                  <a:cubicBezTo>
                    <a:pt x="152371" y="234455"/>
                    <a:pt x="151496" y="234639"/>
                    <a:pt x="150594" y="234829"/>
                  </a:cubicBezTo>
                  <a:cubicBezTo>
                    <a:pt x="150443" y="235570"/>
                    <a:pt x="150443" y="235570"/>
                    <a:pt x="150289" y="236326"/>
                  </a:cubicBezTo>
                  <a:cubicBezTo>
                    <a:pt x="150072" y="237058"/>
                    <a:pt x="150072" y="237058"/>
                    <a:pt x="149850" y="237805"/>
                  </a:cubicBezTo>
                  <a:cubicBezTo>
                    <a:pt x="148176" y="238180"/>
                    <a:pt x="148176" y="238180"/>
                    <a:pt x="146130" y="238224"/>
                  </a:cubicBezTo>
                  <a:cubicBezTo>
                    <a:pt x="144137" y="238224"/>
                    <a:pt x="144137" y="238224"/>
                    <a:pt x="142409" y="238549"/>
                  </a:cubicBezTo>
                  <a:cubicBezTo>
                    <a:pt x="142163" y="239286"/>
                    <a:pt x="141918" y="240023"/>
                    <a:pt x="141665" y="240782"/>
                  </a:cubicBezTo>
                  <a:cubicBezTo>
                    <a:pt x="139152" y="241103"/>
                    <a:pt x="136685" y="241110"/>
                    <a:pt x="134153" y="241151"/>
                  </a:cubicBezTo>
                  <a:cubicBezTo>
                    <a:pt x="133440" y="241275"/>
                    <a:pt x="132726" y="241398"/>
                    <a:pt x="131991" y="241526"/>
                  </a:cubicBezTo>
                  <a:cubicBezTo>
                    <a:pt x="131912" y="242017"/>
                    <a:pt x="131834" y="242508"/>
                    <a:pt x="131753" y="243014"/>
                  </a:cubicBezTo>
                  <a:cubicBezTo>
                    <a:pt x="131502" y="243751"/>
                    <a:pt x="131502" y="243751"/>
                    <a:pt x="131247" y="244502"/>
                  </a:cubicBezTo>
                  <a:cubicBezTo>
                    <a:pt x="129411" y="244875"/>
                    <a:pt x="129411" y="244875"/>
                    <a:pt x="126939" y="244876"/>
                  </a:cubicBezTo>
                  <a:cubicBezTo>
                    <a:pt x="125557" y="244886"/>
                    <a:pt x="125557" y="244886"/>
                    <a:pt x="124147" y="244897"/>
                  </a:cubicBezTo>
                  <a:cubicBezTo>
                    <a:pt x="123134" y="244889"/>
                    <a:pt x="122121" y="244881"/>
                    <a:pt x="121108" y="244872"/>
                  </a:cubicBezTo>
                  <a:cubicBezTo>
                    <a:pt x="120076" y="244872"/>
                    <a:pt x="119045" y="244873"/>
                    <a:pt x="118013" y="244875"/>
                  </a:cubicBezTo>
                  <a:cubicBezTo>
                    <a:pt x="115848" y="244876"/>
                    <a:pt x="113684" y="244866"/>
                    <a:pt x="111520" y="244850"/>
                  </a:cubicBezTo>
                  <a:cubicBezTo>
                    <a:pt x="108739" y="244828"/>
                    <a:pt x="105959" y="244830"/>
                    <a:pt x="103179" y="244840"/>
                  </a:cubicBezTo>
                  <a:cubicBezTo>
                    <a:pt x="101048" y="244845"/>
                    <a:pt x="98917" y="244839"/>
                    <a:pt x="96786" y="244830"/>
                  </a:cubicBezTo>
                  <a:cubicBezTo>
                    <a:pt x="95761" y="244827"/>
                    <a:pt x="94736" y="244827"/>
                    <a:pt x="93710" y="244829"/>
                  </a:cubicBezTo>
                  <a:cubicBezTo>
                    <a:pt x="92279" y="244832"/>
                    <a:pt x="90849" y="244818"/>
                    <a:pt x="89418" y="244803"/>
                  </a:cubicBezTo>
                  <a:cubicBezTo>
                    <a:pt x="88602" y="244799"/>
                    <a:pt x="87786" y="244795"/>
                    <a:pt x="86946" y="244791"/>
                  </a:cubicBezTo>
                  <a:cubicBezTo>
                    <a:pt x="86340" y="244696"/>
                    <a:pt x="85734" y="244600"/>
                    <a:pt x="85110" y="244502"/>
                  </a:cubicBezTo>
                  <a:cubicBezTo>
                    <a:pt x="84742" y="243397"/>
                    <a:pt x="84742" y="243397"/>
                    <a:pt x="84366" y="242270"/>
                  </a:cubicBezTo>
                  <a:cubicBezTo>
                    <a:pt x="82563" y="241707"/>
                    <a:pt x="80815" y="241539"/>
                    <a:pt x="78936" y="241398"/>
                  </a:cubicBezTo>
                  <a:cubicBezTo>
                    <a:pt x="78032" y="241323"/>
                    <a:pt x="78032" y="241323"/>
                    <a:pt x="77110" y="241247"/>
                  </a:cubicBezTo>
                  <a:cubicBezTo>
                    <a:pt x="76531" y="241210"/>
                    <a:pt x="75952" y="241174"/>
                    <a:pt x="75355" y="241136"/>
                  </a:cubicBezTo>
                  <a:cubicBezTo>
                    <a:pt x="74890" y="241019"/>
                    <a:pt x="74426" y="240902"/>
                    <a:pt x="73948" y="240782"/>
                  </a:cubicBezTo>
                  <a:cubicBezTo>
                    <a:pt x="73580" y="239677"/>
                    <a:pt x="73580" y="239677"/>
                    <a:pt x="73204" y="238549"/>
                  </a:cubicBezTo>
                  <a:cubicBezTo>
                    <a:pt x="71462" y="238231"/>
                    <a:pt x="69786" y="238222"/>
                    <a:pt x="68018" y="238180"/>
                  </a:cubicBezTo>
                  <a:cubicBezTo>
                    <a:pt x="67519" y="238056"/>
                    <a:pt x="67020" y="237933"/>
                    <a:pt x="66506" y="237805"/>
                  </a:cubicBezTo>
                  <a:cubicBezTo>
                    <a:pt x="66244" y="236817"/>
                    <a:pt x="65996" y="235824"/>
                    <a:pt x="65762" y="234829"/>
                  </a:cubicBezTo>
                  <a:cubicBezTo>
                    <a:pt x="64385" y="234387"/>
                    <a:pt x="64385" y="234387"/>
                    <a:pt x="62786" y="234410"/>
                  </a:cubicBezTo>
                  <a:cubicBezTo>
                    <a:pt x="61158" y="234361"/>
                    <a:pt x="61158" y="234361"/>
                    <a:pt x="59809" y="234084"/>
                  </a:cubicBezTo>
                  <a:cubicBezTo>
                    <a:pt x="59441" y="232979"/>
                    <a:pt x="59441" y="232979"/>
                    <a:pt x="59065" y="231852"/>
                  </a:cubicBezTo>
                  <a:cubicBezTo>
                    <a:pt x="58436" y="231745"/>
                    <a:pt x="57807" y="231637"/>
                    <a:pt x="57158" y="231526"/>
                  </a:cubicBezTo>
                  <a:cubicBezTo>
                    <a:pt x="56560" y="231388"/>
                    <a:pt x="55961" y="231250"/>
                    <a:pt x="55344" y="231108"/>
                  </a:cubicBezTo>
                  <a:cubicBezTo>
                    <a:pt x="55344" y="230126"/>
                    <a:pt x="55344" y="229143"/>
                    <a:pt x="55344" y="228131"/>
                  </a:cubicBezTo>
                  <a:cubicBezTo>
                    <a:pt x="54623" y="228085"/>
                    <a:pt x="53902" y="228039"/>
                    <a:pt x="53158" y="227992"/>
                  </a:cubicBezTo>
                  <a:cubicBezTo>
                    <a:pt x="52030" y="227692"/>
                    <a:pt x="52030" y="227692"/>
                    <a:pt x="50879" y="227387"/>
                  </a:cubicBezTo>
                  <a:cubicBezTo>
                    <a:pt x="50608" y="226152"/>
                    <a:pt x="50359" y="224911"/>
                    <a:pt x="50135" y="223666"/>
                  </a:cubicBezTo>
                  <a:cubicBezTo>
                    <a:pt x="48244" y="223356"/>
                    <a:pt x="48244" y="223356"/>
                    <a:pt x="46415" y="223666"/>
                  </a:cubicBezTo>
                  <a:cubicBezTo>
                    <a:pt x="46415" y="222930"/>
                    <a:pt x="46415" y="222193"/>
                    <a:pt x="46415" y="221434"/>
                  </a:cubicBezTo>
                  <a:cubicBezTo>
                    <a:pt x="45430" y="220923"/>
                    <a:pt x="44436" y="220431"/>
                    <a:pt x="43438" y="219946"/>
                  </a:cubicBezTo>
                  <a:cubicBezTo>
                    <a:pt x="39883" y="216721"/>
                    <a:pt x="39883" y="216721"/>
                    <a:pt x="38973" y="213993"/>
                  </a:cubicBezTo>
                  <a:cubicBezTo>
                    <a:pt x="38237" y="213747"/>
                    <a:pt x="37500" y="213501"/>
                    <a:pt x="36741" y="213248"/>
                  </a:cubicBezTo>
                  <a:cubicBezTo>
                    <a:pt x="36485" y="212258"/>
                    <a:pt x="36238" y="211266"/>
                    <a:pt x="35997" y="210272"/>
                  </a:cubicBezTo>
                  <a:cubicBezTo>
                    <a:pt x="35260" y="209781"/>
                    <a:pt x="34523" y="209290"/>
                    <a:pt x="33764" y="208784"/>
                  </a:cubicBezTo>
                  <a:cubicBezTo>
                    <a:pt x="33764" y="208047"/>
                    <a:pt x="33764" y="207310"/>
                    <a:pt x="33764" y="206551"/>
                  </a:cubicBezTo>
                  <a:cubicBezTo>
                    <a:pt x="33074" y="206229"/>
                    <a:pt x="33074" y="206229"/>
                    <a:pt x="32369" y="205900"/>
                  </a:cubicBezTo>
                  <a:cubicBezTo>
                    <a:pt x="30248" y="204777"/>
                    <a:pt x="30089" y="203542"/>
                    <a:pt x="29299" y="201342"/>
                  </a:cubicBezTo>
                  <a:cubicBezTo>
                    <a:pt x="28808" y="201097"/>
                    <a:pt x="28317" y="200851"/>
                    <a:pt x="27811" y="200598"/>
                  </a:cubicBezTo>
                  <a:cubicBezTo>
                    <a:pt x="27563" y="199358"/>
                    <a:pt x="27315" y="198118"/>
                    <a:pt x="27067" y="196877"/>
                  </a:cubicBezTo>
                  <a:cubicBezTo>
                    <a:pt x="26576" y="196632"/>
                    <a:pt x="26085" y="196386"/>
                    <a:pt x="25579" y="196133"/>
                  </a:cubicBezTo>
                  <a:cubicBezTo>
                    <a:pt x="25137" y="194162"/>
                    <a:pt x="25026" y="192195"/>
                    <a:pt x="24835" y="190180"/>
                  </a:cubicBezTo>
                  <a:cubicBezTo>
                    <a:pt x="24098" y="190180"/>
                    <a:pt x="23361" y="190180"/>
                    <a:pt x="22602" y="190180"/>
                  </a:cubicBezTo>
                  <a:cubicBezTo>
                    <a:pt x="22525" y="189459"/>
                    <a:pt x="22449" y="188737"/>
                    <a:pt x="22370" y="187994"/>
                  </a:cubicBezTo>
                  <a:cubicBezTo>
                    <a:pt x="22116" y="186866"/>
                    <a:pt x="22116" y="186866"/>
                    <a:pt x="21858" y="185715"/>
                  </a:cubicBezTo>
                  <a:cubicBezTo>
                    <a:pt x="21121" y="185470"/>
                    <a:pt x="20385" y="185224"/>
                    <a:pt x="19626" y="184971"/>
                  </a:cubicBezTo>
                  <a:cubicBezTo>
                    <a:pt x="19297" y="183297"/>
                    <a:pt x="19297" y="183297"/>
                    <a:pt x="19207" y="181250"/>
                  </a:cubicBezTo>
                  <a:cubicBezTo>
                    <a:pt x="19144" y="179261"/>
                    <a:pt x="19144" y="179261"/>
                    <a:pt x="18881" y="177530"/>
                  </a:cubicBezTo>
                  <a:cubicBezTo>
                    <a:pt x="18390" y="177284"/>
                    <a:pt x="17899" y="177039"/>
                    <a:pt x="17393" y="176786"/>
                  </a:cubicBezTo>
                  <a:cubicBezTo>
                    <a:pt x="17129" y="174668"/>
                    <a:pt x="17063" y="172569"/>
                    <a:pt x="16977" y="170437"/>
                  </a:cubicBezTo>
                  <a:cubicBezTo>
                    <a:pt x="16869" y="169831"/>
                    <a:pt x="16761" y="169225"/>
                    <a:pt x="16649" y="168600"/>
                  </a:cubicBezTo>
                  <a:cubicBezTo>
                    <a:pt x="15912" y="168354"/>
                    <a:pt x="15176" y="168109"/>
                    <a:pt x="14417" y="167856"/>
                  </a:cubicBezTo>
                  <a:cubicBezTo>
                    <a:pt x="14130" y="166554"/>
                    <a:pt x="14130" y="166554"/>
                    <a:pt x="14114" y="164879"/>
                  </a:cubicBezTo>
                  <a:cubicBezTo>
                    <a:pt x="14098" y="164281"/>
                    <a:pt x="14082" y="163682"/>
                    <a:pt x="14065" y="163066"/>
                  </a:cubicBezTo>
                  <a:cubicBezTo>
                    <a:pt x="14045" y="161159"/>
                    <a:pt x="14045" y="161159"/>
                    <a:pt x="14024" y="159252"/>
                  </a:cubicBezTo>
                  <a:cubicBezTo>
                    <a:pt x="14008" y="158653"/>
                    <a:pt x="13992" y="158055"/>
                    <a:pt x="13975" y="157438"/>
                  </a:cubicBezTo>
                  <a:cubicBezTo>
                    <a:pt x="13969" y="156885"/>
                    <a:pt x="13964" y="156333"/>
                    <a:pt x="13959" y="155764"/>
                  </a:cubicBezTo>
                  <a:cubicBezTo>
                    <a:pt x="13864" y="155334"/>
                    <a:pt x="13770" y="154904"/>
                    <a:pt x="13672" y="154461"/>
                  </a:cubicBezTo>
                  <a:cubicBezTo>
                    <a:pt x="12936" y="154216"/>
                    <a:pt x="12199" y="153970"/>
                    <a:pt x="11440" y="153717"/>
                  </a:cubicBezTo>
                  <a:cubicBezTo>
                    <a:pt x="11210" y="151836"/>
                    <a:pt x="11136" y="150133"/>
                    <a:pt x="11151" y="148248"/>
                  </a:cubicBezTo>
                  <a:cubicBezTo>
                    <a:pt x="11145" y="147390"/>
                    <a:pt x="11145" y="147390"/>
                    <a:pt x="11139" y="146514"/>
                  </a:cubicBezTo>
                  <a:cubicBezTo>
                    <a:pt x="11129" y="144613"/>
                    <a:pt x="11136" y="142712"/>
                    <a:pt x="11144" y="140811"/>
                  </a:cubicBezTo>
                  <a:cubicBezTo>
                    <a:pt x="11142" y="139496"/>
                    <a:pt x="11140" y="138181"/>
                    <a:pt x="11137" y="136866"/>
                  </a:cubicBezTo>
                  <a:cubicBezTo>
                    <a:pt x="11134" y="134105"/>
                    <a:pt x="11139" y="131346"/>
                    <a:pt x="11149" y="128585"/>
                  </a:cubicBezTo>
                  <a:cubicBezTo>
                    <a:pt x="11162" y="125039"/>
                    <a:pt x="11154" y="121494"/>
                    <a:pt x="11141" y="117947"/>
                  </a:cubicBezTo>
                  <a:cubicBezTo>
                    <a:pt x="11133" y="115230"/>
                    <a:pt x="11136" y="112514"/>
                    <a:pt x="11141" y="109797"/>
                  </a:cubicBezTo>
                  <a:cubicBezTo>
                    <a:pt x="11143" y="108489"/>
                    <a:pt x="11141" y="107181"/>
                    <a:pt x="11136" y="105873"/>
                  </a:cubicBezTo>
                  <a:cubicBezTo>
                    <a:pt x="11130" y="104048"/>
                    <a:pt x="11139" y="102224"/>
                    <a:pt x="11151" y="100399"/>
                  </a:cubicBezTo>
                  <a:cubicBezTo>
                    <a:pt x="11147" y="99853"/>
                    <a:pt x="11142" y="99308"/>
                    <a:pt x="11137" y="98745"/>
                  </a:cubicBezTo>
                  <a:cubicBezTo>
                    <a:pt x="11157" y="97246"/>
                    <a:pt x="11157" y="97246"/>
                    <a:pt x="11440" y="94930"/>
                  </a:cubicBezTo>
                  <a:cubicBezTo>
                    <a:pt x="12545" y="94562"/>
                    <a:pt x="12545" y="94562"/>
                    <a:pt x="13672" y="94186"/>
                  </a:cubicBezTo>
                  <a:cubicBezTo>
                    <a:pt x="14053" y="92824"/>
                    <a:pt x="14053" y="92824"/>
                    <a:pt x="14053" y="91183"/>
                  </a:cubicBezTo>
                  <a:cubicBezTo>
                    <a:pt x="14080" y="90581"/>
                    <a:pt x="14106" y="89979"/>
                    <a:pt x="14133" y="89359"/>
                  </a:cubicBezTo>
                  <a:cubicBezTo>
                    <a:pt x="14150" y="88727"/>
                    <a:pt x="14167" y="88094"/>
                    <a:pt x="14184" y="87442"/>
                  </a:cubicBezTo>
                  <a:cubicBezTo>
                    <a:pt x="14209" y="86807"/>
                    <a:pt x="14235" y="86171"/>
                    <a:pt x="14261" y="85516"/>
                  </a:cubicBezTo>
                  <a:cubicBezTo>
                    <a:pt x="14323" y="83942"/>
                    <a:pt x="14371" y="82367"/>
                    <a:pt x="14417" y="80791"/>
                  </a:cubicBezTo>
                  <a:cubicBezTo>
                    <a:pt x="14908" y="80791"/>
                    <a:pt x="15399" y="80791"/>
                    <a:pt x="15905" y="80791"/>
                  </a:cubicBezTo>
                  <a:cubicBezTo>
                    <a:pt x="17037" y="78528"/>
                    <a:pt x="16898" y="76159"/>
                    <a:pt x="17039" y="73655"/>
                  </a:cubicBezTo>
                  <a:cubicBezTo>
                    <a:pt x="17454" y="71554"/>
                    <a:pt x="18142" y="71089"/>
                    <a:pt x="19626" y="69629"/>
                  </a:cubicBezTo>
                  <a:cubicBezTo>
                    <a:pt x="19812" y="68147"/>
                    <a:pt x="19812" y="68147"/>
                    <a:pt x="19626" y="66606"/>
                  </a:cubicBezTo>
                  <a:cubicBezTo>
                    <a:pt x="19626" y="65639"/>
                    <a:pt x="19626" y="64672"/>
                    <a:pt x="19626" y="63676"/>
                  </a:cubicBezTo>
                  <a:cubicBezTo>
                    <a:pt x="20731" y="62940"/>
                    <a:pt x="20731" y="62940"/>
                    <a:pt x="21858" y="62188"/>
                  </a:cubicBezTo>
                  <a:cubicBezTo>
                    <a:pt x="22288" y="60727"/>
                    <a:pt x="22288" y="60727"/>
                    <a:pt x="22370" y="59118"/>
                  </a:cubicBezTo>
                  <a:cubicBezTo>
                    <a:pt x="22446" y="58167"/>
                    <a:pt x="22523" y="57215"/>
                    <a:pt x="22602" y="56235"/>
                  </a:cubicBezTo>
                  <a:cubicBezTo>
                    <a:pt x="23339" y="56235"/>
                    <a:pt x="24076" y="56235"/>
                    <a:pt x="24835" y="56235"/>
                  </a:cubicBezTo>
                  <a:cubicBezTo>
                    <a:pt x="25080" y="54270"/>
                    <a:pt x="25326" y="52306"/>
                    <a:pt x="25579" y="50282"/>
                  </a:cubicBezTo>
                  <a:cubicBezTo>
                    <a:pt x="26315" y="50282"/>
                    <a:pt x="27052" y="50282"/>
                    <a:pt x="27811" y="50282"/>
                  </a:cubicBezTo>
                  <a:cubicBezTo>
                    <a:pt x="27742" y="49430"/>
                    <a:pt x="27742" y="49430"/>
                    <a:pt x="27672" y="48561"/>
                  </a:cubicBezTo>
                  <a:cubicBezTo>
                    <a:pt x="27840" y="46148"/>
                    <a:pt x="28330" y="45910"/>
                    <a:pt x="30044" y="44329"/>
                  </a:cubicBezTo>
                  <a:cubicBezTo>
                    <a:pt x="30545" y="43090"/>
                    <a:pt x="31041" y="41850"/>
                    <a:pt x="31532" y="40608"/>
                  </a:cubicBezTo>
                  <a:cubicBezTo>
                    <a:pt x="32269" y="40240"/>
                    <a:pt x="32269" y="40240"/>
                    <a:pt x="33020" y="39864"/>
                  </a:cubicBezTo>
                  <a:cubicBezTo>
                    <a:pt x="33266" y="39373"/>
                    <a:pt x="33511" y="38881"/>
                    <a:pt x="33764" y="38375"/>
                  </a:cubicBezTo>
                  <a:cubicBezTo>
                    <a:pt x="34508" y="36887"/>
                    <a:pt x="34508" y="36887"/>
                    <a:pt x="35997" y="36143"/>
                  </a:cubicBezTo>
                  <a:cubicBezTo>
                    <a:pt x="36181" y="35406"/>
                    <a:pt x="36181" y="35406"/>
                    <a:pt x="36369" y="34655"/>
                  </a:cubicBezTo>
                  <a:cubicBezTo>
                    <a:pt x="36553" y="33918"/>
                    <a:pt x="36553" y="33918"/>
                    <a:pt x="36741" y="33166"/>
                  </a:cubicBezTo>
                  <a:cubicBezTo>
                    <a:pt x="37232" y="32921"/>
                    <a:pt x="37723" y="32675"/>
                    <a:pt x="38229" y="32422"/>
                  </a:cubicBezTo>
                  <a:cubicBezTo>
                    <a:pt x="38475" y="31686"/>
                    <a:pt x="38720" y="30949"/>
                    <a:pt x="38973" y="30190"/>
                  </a:cubicBezTo>
                  <a:cubicBezTo>
                    <a:pt x="39710" y="29944"/>
                    <a:pt x="40447" y="29699"/>
                    <a:pt x="41206" y="29446"/>
                  </a:cubicBezTo>
                  <a:cubicBezTo>
                    <a:pt x="41728" y="28467"/>
                    <a:pt x="42222" y="27473"/>
                    <a:pt x="42694" y="26469"/>
                  </a:cubicBezTo>
                  <a:cubicBezTo>
                    <a:pt x="43717" y="25353"/>
                    <a:pt x="43717" y="25353"/>
                    <a:pt x="44926" y="24237"/>
                  </a:cubicBezTo>
                  <a:cubicBezTo>
                    <a:pt x="47322" y="21995"/>
                    <a:pt x="47322" y="21995"/>
                    <a:pt x="48647" y="19028"/>
                  </a:cubicBezTo>
                  <a:cubicBezTo>
                    <a:pt x="49384" y="19043"/>
                    <a:pt x="50120" y="19059"/>
                    <a:pt x="50879" y="19074"/>
                  </a:cubicBezTo>
                  <a:cubicBezTo>
                    <a:pt x="51985" y="19051"/>
                    <a:pt x="51985" y="19051"/>
                    <a:pt x="53112" y="19028"/>
                  </a:cubicBezTo>
                  <a:cubicBezTo>
                    <a:pt x="53367" y="18038"/>
                    <a:pt x="53615" y="17045"/>
                    <a:pt x="53856" y="16051"/>
                  </a:cubicBezTo>
                  <a:cubicBezTo>
                    <a:pt x="56135" y="15493"/>
                    <a:pt x="56135" y="15493"/>
                    <a:pt x="58321" y="15307"/>
                  </a:cubicBezTo>
                  <a:cubicBezTo>
                    <a:pt x="58321" y="14325"/>
                    <a:pt x="58321" y="13343"/>
                    <a:pt x="58321" y="12331"/>
                  </a:cubicBezTo>
                  <a:cubicBezTo>
                    <a:pt x="60285" y="12331"/>
                    <a:pt x="62250" y="12331"/>
                    <a:pt x="64274" y="12331"/>
                  </a:cubicBezTo>
                  <a:cubicBezTo>
                    <a:pt x="64274" y="11103"/>
                    <a:pt x="64274" y="9875"/>
                    <a:pt x="64274" y="8610"/>
                  </a:cubicBezTo>
                  <a:cubicBezTo>
                    <a:pt x="64803" y="8582"/>
                    <a:pt x="65331" y="8554"/>
                    <a:pt x="65876" y="8526"/>
                  </a:cubicBezTo>
                  <a:cubicBezTo>
                    <a:pt x="66560" y="8477"/>
                    <a:pt x="67244" y="8428"/>
                    <a:pt x="67948" y="8377"/>
                  </a:cubicBezTo>
                  <a:cubicBezTo>
                    <a:pt x="68971" y="8313"/>
                    <a:pt x="68971" y="8313"/>
                    <a:pt x="70015" y="8246"/>
                  </a:cubicBezTo>
                  <a:cubicBezTo>
                    <a:pt x="70576" y="8121"/>
                    <a:pt x="71137" y="7995"/>
                    <a:pt x="71715" y="7866"/>
                  </a:cubicBezTo>
                  <a:cubicBezTo>
                    <a:pt x="71961" y="7129"/>
                    <a:pt x="72207" y="6392"/>
                    <a:pt x="72460" y="5633"/>
                  </a:cubicBezTo>
                  <a:cubicBezTo>
                    <a:pt x="74972" y="5312"/>
                    <a:pt x="77439" y="5305"/>
                    <a:pt x="79971" y="5264"/>
                  </a:cubicBezTo>
                  <a:cubicBezTo>
                    <a:pt x="80684" y="5140"/>
                    <a:pt x="81398" y="5017"/>
                    <a:pt x="82133" y="4889"/>
                  </a:cubicBezTo>
                  <a:cubicBezTo>
                    <a:pt x="82213" y="4398"/>
                    <a:pt x="82293" y="3907"/>
                    <a:pt x="82376" y="3401"/>
                  </a:cubicBezTo>
                  <a:cubicBezTo>
                    <a:pt x="82541" y="2910"/>
                    <a:pt x="82707" y="2419"/>
                    <a:pt x="82878" y="1913"/>
                  </a:cubicBezTo>
                  <a:close/>
                </a:path>
              </a:pathLst>
            </a:custGeom>
            <a:grpFill/>
            <a:ln w="744" cap="flat">
              <a:noFill/>
              <a:prstDash val="solid"/>
              <a:miter/>
            </a:ln>
          </p:spPr>
          <p:txBody>
            <a:bodyPr rtlCol="0" anchor="ctr"/>
            <a:lstStyle/>
            <a:p>
              <a:endParaRPr lang="zh-CN" altLang="en-US"/>
            </a:p>
          </p:txBody>
        </p:sp>
        <p:sp>
          <p:nvSpPr>
            <p:cNvPr id="126" name="任意多边形: 形状 125"/>
            <p:cNvSpPr/>
            <p:nvPr/>
          </p:nvSpPr>
          <p:spPr>
            <a:xfrm>
              <a:off x="9069026" y="1394053"/>
              <a:ext cx="180300" cy="236467"/>
            </a:xfrm>
            <a:custGeom>
              <a:avLst/>
              <a:gdLst>
                <a:gd name="connsiteX0" fmla="*/ 87083 w 180300"/>
                <a:gd name="connsiteY0" fmla="*/ 39879 h 236467"/>
                <a:gd name="connsiteX1" fmla="*/ 86339 w 180300"/>
                <a:gd name="connsiteY1" fmla="*/ 50297 h 236467"/>
                <a:gd name="connsiteX2" fmla="*/ 85595 w 180300"/>
                <a:gd name="connsiteY2" fmla="*/ 50297 h 236467"/>
                <a:gd name="connsiteX3" fmla="*/ 84054 w 180300"/>
                <a:gd name="connsiteY3" fmla="*/ 60151 h 236467"/>
                <a:gd name="connsiteX4" fmla="*/ 84106 w 180300"/>
                <a:gd name="connsiteY4" fmla="*/ 61459 h 236467"/>
                <a:gd name="connsiteX5" fmla="*/ 81874 w 180300"/>
                <a:gd name="connsiteY5" fmla="*/ 61459 h 236467"/>
                <a:gd name="connsiteX6" fmla="*/ 81790 w 180300"/>
                <a:gd name="connsiteY6" fmla="*/ 63523 h 236467"/>
                <a:gd name="connsiteX7" fmla="*/ 81641 w 180300"/>
                <a:gd name="connsiteY7" fmla="*/ 66203 h 236467"/>
                <a:gd name="connsiteX8" fmla="*/ 81130 w 180300"/>
                <a:gd name="connsiteY8" fmla="*/ 71133 h 236467"/>
                <a:gd name="connsiteX9" fmla="*/ 78897 w 180300"/>
                <a:gd name="connsiteY9" fmla="*/ 72621 h 236467"/>
                <a:gd name="connsiteX10" fmla="*/ 78679 w 180300"/>
                <a:gd name="connsiteY10" fmla="*/ 74557 h 236467"/>
                <a:gd name="connsiteX11" fmla="*/ 78758 w 180300"/>
                <a:gd name="connsiteY11" fmla="*/ 76807 h 236467"/>
                <a:gd name="connsiteX12" fmla="*/ 78819 w 180300"/>
                <a:gd name="connsiteY12" fmla="*/ 79068 h 236467"/>
                <a:gd name="connsiteX13" fmla="*/ 78897 w 180300"/>
                <a:gd name="connsiteY13" fmla="*/ 80807 h 236467"/>
                <a:gd name="connsiteX14" fmla="*/ 76665 w 180300"/>
                <a:gd name="connsiteY14" fmla="*/ 80807 h 236467"/>
                <a:gd name="connsiteX15" fmla="*/ 76014 w 180300"/>
                <a:gd name="connsiteY15" fmla="*/ 86062 h 236467"/>
                <a:gd name="connsiteX16" fmla="*/ 75921 w 180300"/>
                <a:gd name="connsiteY16" fmla="*/ 89736 h 236467"/>
                <a:gd name="connsiteX17" fmla="*/ 73688 w 180300"/>
                <a:gd name="connsiteY17" fmla="*/ 90481 h 236467"/>
                <a:gd name="connsiteX18" fmla="*/ 73316 w 180300"/>
                <a:gd name="connsiteY18" fmla="*/ 94201 h 236467"/>
                <a:gd name="connsiteX19" fmla="*/ 72944 w 180300"/>
                <a:gd name="connsiteY19" fmla="*/ 97922 h 236467"/>
                <a:gd name="connsiteX20" fmla="*/ 70712 w 180300"/>
                <a:gd name="connsiteY20" fmla="*/ 98666 h 236467"/>
                <a:gd name="connsiteX21" fmla="*/ 70494 w 180300"/>
                <a:gd name="connsiteY21" fmla="*/ 100692 h 236467"/>
                <a:gd name="connsiteX22" fmla="*/ 70572 w 180300"/>
                <a:gd name="connsiteY22" fmla="*/ 103177 h 236467"/>
                <a:gd name="connsiteX23" fmla="*/ 70633 w 180300"/>
                <a:gd name="connsiteY23" fmla="*/ 105669 h 236467"/>
                <a:gd name="connsiteX24" fmla="*/ 70712 w 180300"/>
                <a:gd name="connsiteY24" fmla="*/ 107596 h 236467"/>
                <a:gd name="connsiteX25" fmla="*/ 68479 w 180300"/>
                <a:gd name="connsiteY25" fmla="*/ 107596 h 236467"/>
                <a:gd name="connsiteX26" fmla="*/ 67828 w 180300"/>
                <a:gd name="connsiteY26" fmla="*/ 112479 h 236467"/>
                <a:gd name="connsiteX27" fmla="*/ 67735 w 180300"/>
                <a:gd name="connsiteY27" fmla="*/ 115781 h 236467"/>
                <a:gd name="connsiteX28" fmla="*/ 65503 w 180300"/>
                <a:gd name="connsiteY28" fmla="*/ 116525 h 236467"/>
                <a:gd name="connsiteX29" fmla="*/ 65201 w 180300"/>
                <a:gd name="connsiteY29" fmla="*/ 118336 h 236467"/>
                <a:gd name="connsiteX30" fmla="*/ 64759 w 180300"/>
                <a:gd name="connsiteY30" fmla="*/ 124711 h 236467"/>
                <a:gd name="connsiteX31" fmla="*/ 61038 w 180300"/>
                <a:gd name="connsiteY31" fmla="*/ 133641 h 236467"/>
                <a:gd name="connsiteX32" fmla="*/ 115360 w 180300"/>
                <a:gd name="connsiteY32" fmla="*/ 133641 h 236467"/>
                <a:gd name="connsiteX33" fmla="*/ 114616 w 180300"/>
                <a:gd name="connsiteY33" fmla="*/ 126199 h 236467"/>
                <a:gd name="connsiteX34" fmla="*/ 111640 w 180300"/>
                <a:gd name="connsiteY34" fmla="*/ 125455 h 236467"/>
                <a:gd name="connsiteX35" fmla="*/ 111427 w 180300"/>
                <a:gd name="connsiteY35" fmla="*/ 123455 h 236467"/>
                <a:gd name="connsiteX36" fmla="*/ 111640 w 180300"/>
                <a:gd name="connsiteY36" fmla="*/ 116525 h 236467"/>
                <a:gd name="connsiteX37" fmla="*/ 109407 w 180300"/>
                <a:gd name="connsiteY37" fmla="*/ 115781 h 236467"/>
                <a:gd name="connsiteX38" fmla="*/ 109407 w 180300"/>
                <a:gd name="connsiteY38" fmla="*/ 112479 h 236467"/>
                <a:gd name="connsiteX39" fmla="*/ 109407 w 180300"/>
                <a:gd name="connsiteY39" fmla="*/ 109084 h 236467"/>
                <a:gd name="connsiteX40" fmla="*/ 106820 w 180300"/>
                <a:gd name="connsiteY40" fmla="*/ 105875 h 236467"/>
                <a:gd name="connsiteX41" fmla="*/ 105686 w 180300"/>
                <a:gd name="connsiteY41" fmla="*/ 98666 h 236467"/>
                <a:gd name="connsiteX42" fmla="*/ 103454 w 180300"/>
                <a:gd name="connsiteY42" fmla="*/ 98666 h 236467"/>
                <a:gd name="connsiteX43" fmla="*/ 103533 w 180300"/>
                <a:gd name="connsiteY43" fmla="*/ 96902 h 236467"/>
                <a:gd name="connsiteX44" fmla="*/ 103594 w 180300"/>
                <a:gd name="connsiteY44" fmla="*/ 94620 h 236467"/>
                <a:gd name="connsiteX45" fmla="*/ 103454 w 180300"/>
                <a:gd name="connsiteY45" fmla="*/ 90481 h 236467"/>
                <a:gd name="connsiteX46" fmla="*/ 101222 w 180300"/>
                <a:gd name="connsiteY46" fmla="*/ 89736 h 236467"/>
                <a:gd name="connsiteX47" fmla="*/ 101030 w 180300"/>
                <a:gd name="connsiteY47" fmla="*/ 88088 h 236467"/>
                <a:gd name="connsiteX48" fmla="*/ 100477 w 180300"/>
                <a:gd name="connsiteY48" fmla="*/ 80807 h 236467"/>
                <a:gd name="connsiteX49" fmla="*/ 98245 w 180300"/>
                <a:gd name="connsiteY49" fmla="*/ 80807 h 236467"/>
                <a:gd name="connsiteX50" fmla="*/ 98324 w 180300"/>
                <a:gd name="connsiteY50" fmla="*/ 79068 h 236467"/>
                <a:gd name="connsiteX51" fmla="*/ 98385 w 180300"/>
                <a:gd name="connsiteY51" fmla="*/ 76807 h 236467"/>
                <a:gd name="connsiteX52" fmla="*/ 98245 w 180300"/>
                <a:gd name="connsiteY52" fmla="*/ 72621 h 236467"/>
                <a:gd name="connsiteX53" fmla="*/ 96013 w 180300"/>
                <a:gd name="connsiteY53" fmla="*/ 71133 h 236467"/>
                <a:gd name="connsiteX54" fmla="*/ 95641 w 180300"/>
                <a:gd name="connsiteY54" fmla="*/ 67366 h 236467"/>
                <a:gd name="connsiteX55" fmla="*/ 95268 w 180300"/>
                <a:gd name="connsiteY55" fmla="*/ 63691 h 236467"/>
                <a:gd name="connsiteX56" fmla="*/ 93036 w 180300"/>
                <a:gd name="connsiteY56" fmla="*/ 62947 h 236467"/>
                <a:gd name="connsiteX57" fmla="*/ 93083 w 180300"/>
                <a:gd name="connsiteY57" fmla="*/ 58901 h 236467"/>
                <a:gd name="connsiteX58" fmla="*/ 93036 w 180300"/>
                <a:gd name="connsiteY58" fmla="*/ 54762 h 236467"/>
                <a:gd name="connsiteX59" fmla="*/ 90059 w 180300"/>
                <a:gd name="connsiteY59" fmla="*/ 53274 h 236467"/>
                <a:gd name="connsiteX60" fmla="*/ 89795 w 180300"/>
                <a:gd name="connsiteY60" fmla="*/ 51227 h 236467"/>
                <a:gd name="connsiteX61" fmla="*/ 87083 w 180300"/>
                <a:gd name="connsiteY61" fmla="*/ 39879 h 236467"/>
                <a:gd name="connsiteX62" fmla="*/ 80254 w 180300"/>
                <a:gd name="connsiteY62" fmla="*/ 23 h 236467"/>
                <a:gd name="connsiteX63" fmla="*/ 82253 w 180300"/>
                <a:gd name="connsiteY63" fmla="*/ 39 h 236467"/>
                <a:gd name="connsiteX64" fmla="*/ 88599 w 180300"/>
                <a:gd name="connsiteY64" fmla="*/ 154 h 236467"/>
                <a:gd name="connsiteX65" fmla="*/ 92891 w 180300"/>
                <a:gd name="connsiteY65" fmla="*/ 205 h 236467"/>
                <a:gd name="connsiteX66" fmla="*/ 103436 w 180300"/>
                <a:gd name="connsiteY66" fmla="*/ 387 h 236467"/>
                <a:gd name="connsiteX67" fmla="*/ 104180 w 180300"/>
                <a:gd name="connsiteY67" fmla="*/ 7828 h 236467"/>
                <a:gd name="connsiteX68" fmla="*/ 106412 w 180300"/>
                <a:gd name="connsiteY68" fmla="*/ 7084 h 236467"/>
                <a:gd name="connsiteX69" fmla="*/ 106496 w 180300"/>
                <a:gd name="connsiteY69" fmla="*/ 8633 h 236467"/>
                <a:gd name="connsiteX70" fmla="*/ 106645 w 180300"/>
                <a:gd name="connsiteY70" fmla="*/ 10665 h 236467"/>
                <a:gd name="connsiteX71" fmla="*/ 106775 w 180300"/>
                <a:gd name="connsiteY71" fmla="*/ 12679 h 236467"/>
                <a:gd name="connsiteX72" fmla="*/ 108296 w 180300"/>
                <a:gd name="connsiteY72" fmla="*/ 15665 h 236467"/>
                <a:gd name="connsiteX73" fmla="*/ 109607 w 180300"/>
                <a:gd name="connsiteY73" fmla="*/ 18441 h 236467"/>
                <a:gd name="connsiteX74" fmla="*/ 109528 w 180300"/>
                <a:gd name="connsiteY74" fmla="*/ 20246 h 236467"/>
                <a:gd name="connsiteX75" fmla="*/ 109467 w 180300"/>
                <a:gd name="connsiteY75" fmla="*/ 22068 h 236467"/>
                <a:gd name="connsiteX76" fmla="*/ 109389 w 180300"/>
                <a:gd name="connsiteY76" fmla="*/ 23455 h 236467"/>
                <a:gd name="connsiteX77" fmla="*/ 111621 w 180300"/>
                <a:gd name="connsiteY77" fmla="*/ 23455 h 236467"/>
                <a:gd name="connsiteX78" fmla="*/ 111621 w 180300"/>
                <a:gd name="connsiteY78" fmla="*/ 31641 h 236467"/>
                <a:gd name="connsiteX79" fmla="*/ 114598 w 180300"/>
                <a:gd name="connsiteY79" fmla="*/ 31641 h 236467"/>
                <a:gd name="connsiteX80" fmla="*/ 114682 w 180300"/>
                <a:gd name="connsiteY80" fmla="*/ 33190 h 236467"/>
                <a:gd name="connsiteX81" fmla="*/ 114830 w 180300"/>
                <a:gd name="connsiteY81" fmla="*/ 35222 h 236467"/>
                <a:gd name="connsiteX82" fmla="*/ 114961 w 180300"/>
                <a:gd name="connsiteY82" fmla="*/ 37236 h 236467"/>
                <a:gd name="connsiteX83" fmla="*/ 117574 w 180300"/>
                <a:gd name="connsiteY83" fmla="*/ 41314 h 236467"/>
                <a:gd name="connsiteX84" fmla="*/ 117993 w 180300"/>
                <a:gd name="connsiteY84" fmla="*/ 44756 h 236467"/>
                <a:gd name="connsiteX85" fmla="*/ 118318 w 180300"/>
                <a:gd name="connsiteY85" fmla="*/ 48012 h 236467"/>
                <a:gd name="connsiteX86" fmla="*/ 119807 w 180300"/>
                <a:gd name="connsiteY86" fmla="*/ 48756 h 236467"/>
                <a:gd name="connsiteX87" fmla="*/ 120222 w 180300"/>
                <a:gd name="connsiteY87" fmla="*/ 53941 h 236467"/>
                <a:gd name="connsiteX88" fmla="*/ 120551 w 180300"/>
                <a:gd name="connsiteY88" fmla="*/ 55453 h 236467"/>
                <a:gd name="connsiteX89" fmla="*/ 122783 w 180300"/>
                <a:gd name="connsiteY89" fmla="*/ 56197 h 236467"/>
                <a:gd name="connsiteX90" fmla="*/ 123155 w 180300"/>
                <a:gd name="connsiteY90" fmla="*/ 59871 h 236467"/>
                <a:gd name="connsiteX91" fmla="*/ 123527 w 180300"/>
                <a:gd name="connsiteY91" fmla="*/ 63639 h 236467"/>
                <a:gd name="connsiteX92" fmla="*/ 125760 w 180300"/>
                <a:gd name="connsiteY92" fmla="*/ 65127 h 236467"/>
                <a:gd name="connsiteX93" fmla="*/ 125620 w 180300"/>
                <a:gd name="connsiteY93" fmla="*/ 70266 h 236467"/>
                <a:gd name="connsiteX94" fmla="*/ 125760 w 180300"/>
                <a:gd name="connsiteY94" fmla="*/ 71824 h 236467"/>
                <a:gd name="connsiteX95" fmla="*/ 127992 w 180300"/>
                <a:gd name="connsiteY95" fmla="*/ 73312 h 236467"/>
                <a:gd name="connsiteX96" fmla="*/ 128504 w 180300"/>
                <a:gd name="connsiteY96" fmla="*/ 77126 h 236467"/>
                <a:gd name="connsiteX97" fmla="*/ 128652 w 180300"/>
                <a:gd name="connsiteY97" fmla="*/ 79178 h 236467"/>
                <a:gd name="connsiteX98" fmla="*/ 128736 w 180300"/>
                <a:gd name="connsiteY98" fmla="*/ 80754 h 236467"/>
                <a:gd name="connsiteX99" fmla="*/ 130969 w 180300"/>
                <a:gd name="connsiteY99" fmla="*/ 80754 h 236467"/>
                <a:gd name="connsiteX100" fmla="*/ 131053 w 180300"/>
                <a:gd name="connsiteY100" fmla="*/ 82518 h 236467"/>
                <a:gd name="connsiteX101" fmla="*/ 131201 w 180300"/>
                <a:gd name="connsiteY101" fmla="*/ 84800 h 236467"/>
                <a:gd name="connsiteX102" fmla="*/ 131332 w 180300"/>
                <a:gd name="connsiteY102" fmla="*/ 87076 h 236467"/>
                <a:gd name="connsiteX103" fmla="*/ 131713 w 180300"/>
                <a:gd name="connsiteY103" fmla="*/ 88939 h 236467"/>
                <a:gd name="connsiteX104" fmla="*/ 133945 w 180300"/>
                <a:gd name="connsiteY104" fmla="*/ 89683 h 236467"/>
                <a:gd name="connsiteX105" fmla="*/ 133806 w 180300"/>
                <a:gd name="connsiteY105" fmla="*/ 94143 h 236467"/>
                <a:gd name="connsiteX106" fmla="*/ 135012 w 180300"/>
                <a:gd name="connsiteY106" fmla="*/ 96703 h 236467"/>
                <a:gd name="connsiteX107" fmla="*/ 136968 w 180300"/>
                <a:gd name="connsiteY107" fmla="*/ 101729 h 236467"/>
                <a:gd name="connsiteX108" fmla="*/ 137666 w 180300"/>
                <a:gd name="connsiteY108" fmla="*/ 105310 h 236467"/>
                <a:gd name="connsiteX109" fmla="*/ 139154 w 180300"/>
                <a:gd name="connsiteY109" fmla="*/ 105310 h 236467"/>
                <a:gd name="connsiteX110" fmla="*/ 139239 w 180300"/>
                <a:gd name="connsiteY110" fmla="*/ 107075 h 236467"/>
                <a:gd name="connsiteX111" fmla="*/ 139387 w 180300"/>
                <a:gd name="connsiteY111" fmla="*/ 109357 h 236467"/>
                <a:gd name="connsiteX112" fmla="*/ 139518 w 180300"/>
                <a:gd name="connsiteY112" fmla="*/ 111633 h 236467"/>
                <a:gd name="connsiteX113" fmla="*/ 139898 w 180300"/>
                <a:gd name="connsiteY113" fmla="*/ 113496 h 236467"/>
                <a:gd name="connsiteX114" fmla="*/ 142131 w 180300"/>
                <a:gd name="connsiteY114" fmla="*/ 114240 h 236467"/>
                <a:gd name="connsiteX115" fmla="*/ 142270 w 180300"/>
                <a:gd name="connsiteY115" fmla="*/ 118007 h 236467"/>
                <a:gd name="connsiteX116" fmla="*/ 142209 w 180300"/>
                <a:gd name="connsiteY116" fmla="*/ 120080 h 236467"/>
                <a:gd name="connsiteX117" fmla="*/ 142131 w 180300"/>
                <a:gd name="connsiteY117" fmla="*/ 121682 h 236467"/>
                <a:gd name="connsiteX118" fmla="*/ 144363 w 180300"/>
                <a:gd name="connsiteY118" fmla="*/ 121682 h 236467"/>
                <a:gd name="connsiteX119" fmla="*/ 145107 w 180300"/>
                <a:gd name="connsiteY119" fmla="*/ 130611 h 236467"/>
                <a:gd name="connsiteX120" fmla="*/ 147340 w 180300"/>
                <a:gd name="connsiteY120" fmla="*/ 130611 h 236467"/>
                <a:gd name="connsiteX121" fmla="*/ 147424 w 180300"/>
                <a:gd name="connsiteY121" fmla="*/ 132213 h 236467"/>
                <a:gd name="connsiteX122" fmla="*/ 147572 w 180300"/>
                <a:gd name="connsiteY122" fmla="*/ 134285 h 236467"/>
                <a:gd name="connsiteX123" fmla="*/ 147703 w 180300"/>
                <a:gd name="connsiteY123" fmla="*/ 136352 h 236467"/>
                <a:gd name="connsiteX124" fmla="*/ 148084 w 180300"/>
                <a:gd name="connsiteY124" fmla="*/ 138053 h 236467"/>
                <a:gd name="connsiteX125" fmla="*/ 150316 w 180300"/>
                <a:gd name="connsiteY125" fmla="*/ 138797 h 236467"/>
                <a:gd name="connsiteX126" fmla="*/ 150735 w 180300"/>
                <a:gd name="connsiteY126" fmla="*/ 142517 h 236467"/>
                <a:gd name="connsiteX127" fmla="*/ 151061 w 180300"/>
                <a:gd name="connsiteY127" fmla="*/ 146238 h 236467"/>
                <a:gd name="connsiteX128" fmla="*/ 152549 w 180300"/>
                <a:gd name="connsiteY128" fmla="*/ 146982 h 236467"/>
                <a:gd name="connsiteX129" fmla="*/ 152965 w 180300"/>
                <a:gd name="connsiteY129" fmla="*/ 152749 h 236467"/>
                <a:gd name="connsiteX130" fmla="*/ 153293 w 180300"/>
                <a:gd name="connsiteY130" fmla="*/ 154424 h 236467"/>
                <a:gd name="connsiteX131" fmla="*/ 155525 w 180300"/>
                <a:gd name="connsiteY131" fmla="*/ 155168 h 236467"/>
                <a:gd name="connsiteX132" fmla="*/ 155967 w 180300"/>
                <a:gd name="connsiteY132" fmla="*/ 160354 h 236467"/>
                <a:gd name="connsiteX133" fmla="*/ 156270 w 180300"/>
                <a:gd name="connsiteY133" fmla="*/ 161865 h 236467"/>
                <a:gd name="connsiteX134" fmla="*/ 158502 w 180300"/>
                <a:gd name="connsiteY134" fmla="*/ 162609 h 236467"/>
                <a:gd name="connsiteX135" fmla="*/ 158921 w 180300"/>
                <a:gd name="connsiteY135" fmla="*/ 166702 h 236467"/>
                <a:gd name="connsiteX136" fmla="*/ 159246 w 180300"/>
                <a:gd name="connsiteY136" fmla="*/ 170795 h 236467"/>
                <a:gd name="connsiteX137" fmla="*/ 160734 w 180300"/>
                <a:gd name="connsiteY137" fmla="*/ 171539 h 236467"/>
                <a:gd name="connsiteX138" fmla="*/ 161150 w 180300"/>
                <a:gd name="connsiteY138" fmla="*/ 176652 h 236467"/>
                <a:gd name="connsiteX139" fmla="*/ 163711 w 180300"/>
                <a:gd name="connsiteY139" fmla="*/ 179724 h 236467"/>
                <a:gd name="connsiteX140" fmla="*/ 164223 w 180300"/>
                <a:gd name="connsiteY140" fmla="*/ 183910 h 236467"/>
                <a:gd name="connsiteX141" fmla="*/ 164371 w 180300"/>
                <a:gd name="connsiteY141" fmla="*/ 186172 h 236467"/>
                <a:gd name="connsiteX142" fmla="*/ 164455 w 180300"/>
                <a:gd name="connsiteY142" fmla="*/ 187910 h 236467"/>
                <a:gd name="connsiteX143" fmla="*/ 166688 w 180300"/>
                <a:gd name="connsiteY143" fmla="*/ 187910 h 236467"/>
                <a:gd name="connsiteX144" fmla="*/ 166688 w 180300"/>
                <a:gd name="connsiteY144" fmla="*/ 196096 h 236467"/>
                <a:gd name="connsiteX145" fmla="*/ 168920 w 180300"/>
                <a:gd name="connsiteY145" fmla="*/ 196096 h 236467"/>
                <a:gd name="connsiteX146" fmla="*/ 169711 w 180300"/>
                <a:gd name="connsiteY146" fmla="*/ 199816 h 236467"/>
                <a:gd name="connsiteX147" fmla="*/ 170408 w 180300"/>
                <a:gd name="connsiteY147" fmla="*/ 203537 h 236467"/>
                <a:gd name="connsiteX148" fmla="*/ 171896 w 180300"/>
                <a:gd name="connsiteY148" fmla="*/ 203537 h 236467"/>
                <a:gd name="connsiteX149" fmla="*/ 171981 w 180300"/>
                <a:gd name="connsiteY149" fmla="*/ 205301 h 236467"/>
                <a:gd name="connsiteX150" fmla="*/ 172129 w 180300"/>
                <a:gd name="connsiteY150" fmla="*/ 207583 h 236467"/>
                <a:gd name="connsiteX151" fmla="*/ 172260 w 180300"/>
                <a:gd name="connsiteY151" fmla="*/ 209859 h 236467"/>
                <a:gd name="connsiteX152" fmla="*/ 172641 w 180300"/>
                <a:gd name="connsiteY152" fmla="*/ 211723 h 236467"/>
                <a:gd name="connsiteX153" fmla="*/ 174873 w 180300"/>
                <a:gd name="connsiteY153" fmla="*/ 212467 h 236467"/>
                <a:gd name="connsiteX154" fmla="*/ 174873 w 180300"/>
                <a:gd name="connsiteY154" fmla="*/ 217676 h 236467"/>
                <a:gd name="connsiteX155" fmla="*/ 177105 w 180300"/>
                <a:gd name="connsiteY155" fmla="*/ 220652 h 236467"/>
                <a:gd name="connsiteX156" fmla="*/ 177571 w 180300"/>
                <a:gd name="connsiteY156" fmla="*/ 225164 h 236467"/>
                <a:gd name="connsiteX157" fmla="*/ 177739 w 180300"/>
                <a:gd name="connsiteY157" fmla="*/ 227655 h 236467"/>
                <a:gd name="connsiteX158" fmla="*/ 177850 w 180300"/>
                <a:gd name="connsiteY158" fmla="*/ 229582 h 236467"/>
                <a:gd name="connsiteX159" fmla="*/ 180082 w 180300"/>
                <a:gd name="connsiteY159" fmla="*/ 229582 h 236467"/>
                <a:gd name="connsiteX160" fmla="*/ 180082 w 180300"/>
                <a:gd name="connsiteY160" fmla="*/ 235535 h 236467"/>
                <a:gd name="connsiteX161" fmla="*/ 170681 w 180300"/>
                <a:gd name="connsiteY161" fmla="*/ 236378 h 236467"/>
                <a:gd name="connsiteX162" fmla="*/ 168803 w 180300"/>
                <a:gd name="connsiteY162" fmla="*/ 236380 h 236467"/>
                <a:gd name="connsiteX163" fmla="*/ 164881 w 180300"/>
                <a:gd name="connsiteY163" fmla="*/ 236376 h 236467"/>
                <a:gd name="connsiteX164" fmla="*/ 158865 w 180300"/>
                <a:gd name="connsiteY164" fmla="*/ 236381 h 236467"/>
                <a:gd name="connsiteX165" fmla="*/ 155054 w 180300"/>
                <a:gd name="connsiteY165" fmla="*/ 236378 h 236467"/>
                <a:gd name="connsiteX166" fmla="*/ 153232 w 180300"/>
                <a:gd name="connsiteY166" fmla="*/ 236383 h 236467"/>
                <a:gd name="connsiteX167" fmla="*/ 147340 w 180300"/>
                <a:gd name="connsiteY167" fmla="*/ 235535 h 236467"/>
                <a:gd name="connsiteX168" fmla="*/ 147014 w 180300"/>
                <a:gd name="connsiteY168" fmla="*/ 233303 h 236467"/>
                <a:gd name="connsiteX169" fmla="*/ 146596 w 180300"/>
                <a:gd name="connsiteY169" fmla="*/ 231070 h 236467"/>
                <a:gd name="connsiteX170" fmla="*/ 144363 w 180300"/>
                <a:gd name="connsiteY170" fmla="*/ 230326 h 236467"/>
                <a:gd name="connsiteX171" fmla="*/ 143945 w 180300"/>
                <a:gd name="connsiteY171" fmla="*/ 226233 h 236467"/>
                <a:gd name="connsiteX172" fmla="*/ 143619 w 180300"/>
                <a:gd name="connsiteY172" fmla="*/ 222140 h 236467"/>
                <a:gd name="connsiteX173" fmla="*/ 142131 w 180300"/>
                <a:gd name="connsiteY173" fmla="*/ 221396 h 236467"/>
                <a:gd name="connsiteX174" fmla="*/ 141666 w 180300"/>
                <a:gd name="connsiteY174" fmla="*/ 216885 h 236467"/>
                <a:gd name="connsiteX175" fmla="*/ 141497 w 180300"/>
                <a:gd name="connsiteY175" fmla="*/ 214394 h 236467"/>
                <a:gd name="connsiteX176" fmla="*/ 141387 w 180300"/>
                <a:gd name="connsiteY176" fmla="*/ 212467 h 236467"/>
                <a:gd name="connsiteX177" fmla="*/ 139154 w 180300"/>
                <a:gd name="connsiteY177" fmla="*/ 212467 h 236467"/>
                <a:gd name="connsiteX178" fmla="*/ 139070 w 180300"/>
                <a:gd name="connsiteY178" fmla="*/ 210702 h 236467"/>
                <a:gd name="connsiteX179" fmla="*/ 138922 w 180300"/>
                <a:gd name="connsiteY179" fmla="*/ 208420 h 236467"/>
                <a:gd name="connsiteX180" fmla="*/ 138791 w 180300"/>
                <a:gd name="connsiteY180" fmla="*/ 206144 h 236467"/>
                <a:gd name="connsiteX181" fmla="*/ 138410 w 180300"/>
                <a:gd name="connsiteY181" fmla="*/ 204281 h 236467"/>
                <a:gd name="connsiteX182" fmla="*/ 136178 w 180300"/>
                <a:gd name="connsiteY182" fmla="*/ 203537 h 236467"/>
                <a:gd name="connsiteX183" fmla="*/ 135759 w 180300"/>
                <a:gd name="connsiteY183" fmla="*/ 199816 h 236467"/>
                <a:gd name="connsiteX184" fmla="*/ 135434 w 180300"/>
                <a:gd name="connsiteY184" fmla="*/ 196096 h 236467"/>
                <a:gd name="connsiteX185" fmla="*/ 133945 w 180300"/>
                <a:gd name="connsiteY185" fmla="*/ 195351 h 236467"/>
                <a:gd name="connsiteX186" fmla="*/ 133480 w 180300"/>
                <a:gd name="connsiteY186" fmla="*/ 190840 h 236467"/>
                <a:gd name="connsiteX187" fmla="*/ 133312 w 180300"/>
                <a:gd name="connsiteY187" fmla="*/ 188349 h 236467"/>
                <a:gd name="connsiteX188" fmla="*/ 133201 w 180300"/>
                <a:gd name="connsiteY188" fmla="*/ 186422 h 236467"/>
                <a:gd name="connsiteX189" fmla="*/ 130969 w 180300"/>
                <a:gd name="connsiteY189" fmla="*/ 186422 h 236467"/>
                <a:gd name="connsiteX190" fmla="*/ 130884 w 180300"/>
                <a:gd name="connsiteY190" fmla="*/ 184657 h 236467"/>
                <a:gd name="connsiteX191" fmla="*/ 130736 w 180300"/>
                <a:gd name="connsiteY191" fmla="*/ 182375 h 236467"/>
                <a:gd name="connsiteX192" fmla="*/ 130605 w 180300"/>
                <a:gd name="connsiteY192" fmla="*/ 180099 h 236467"/>
                <a:gd name="connsiteX193" fmla="*/ 130225 w 180300"/>
                <a:gd name="connsiteY193" fmla="*/ 178236 h 236467"/>
                <a:gd name="connsiteX194" fmla="*/ 127992 w 180300"/>
                <a:gd name="connsiteY194" fmla="*/ 177492 h 236467"/>
                <a:gd name="connsiteX195" fmla="*/ 127574 w 180300"/>
                <a:gd name="connsiteY195" fmla="*/ 173771 h 236467"/>
                <a:gd name="connsiteX196" fmla="*/ 127248 w 180300"/>
                <a:gd name="connsiteY196" fmla="*/ 170051 h 236467"/>
                <a:gd name="connsiteX197" fmla="*/ 125760 w 180300"/>
                <a:gd name="connsiteY197" fmla="*/ 169307 h 236467"/>
                <a:gd name="connsiteX198" fmla="*/ 125760 w 180300"/>
                <a:gd name="connsiteY198" fmla="*/ 164098 h 236467"/>
                <a:gd name="connsiteX199" fmla="*/ 51346 w 180300"/>
                <a:gd name="connsiteY199" fmla="*/ 164098 h 236467"/>
                <a:gd name="connsiteX200" fmla="*/ 51346 w 180300"/>
                <a:gd name="connsiteY200" fmla="*/ 170795 h 236467"/>
                <a:gd name="connsiteX201" fmla="*/ 49113 w 180300"/>
                <a:gd name="connsiteY201" fmla="*/ 170795 h 236467"/>
                <a:gd name="connsiteX202" fmla="*/ 49113 w 180300"/>
                <a:gd name="connsiteY202" fmla="*/ 181213 h 236467"/>
                <a:gd name="connsiteX203" fmla="*/ 46881 w 180300"/>
                <a:gd name="connsiteY203" fmla="*/ 180469 h 236467"/>
                <a:gd name="connsiteX204" fmla="*/ 46797 w 180300"/>
                <a:gd name="connsiteY204" fmla="*/ 182559 h 236467"/>
                <a:gd name="connsiteX205" fmla="*/ 46648 w 180300"/>
                <a:gd name="connsiteY205" fmla="*/ 185259 h 236467"/>
                <a:gd name="connsiteX206" fmla="*/ 46518 w 180300"/>
                <a:gd name="connsiteY206" fmla="*/ 187954 h 236467"/>
                <a:gd name="connsiteX207" fmla="*/ 46137 w 180300"/>
                <a:gd name="connsiteY207" fmla="*/ 190142 h 236467"/>
                <a:gd name="connsiteX208" fmla="*/ 43904 w 180300"/>
                <a:gd name="connsiteY208" fmla="*/ 190887 h 236467"/>
                <a:gd name="connsiteX209" fmla="*/ 43393 w 180300"/>
                <a:gd name="connsiteY209" fmla="*/ 194654 h 236467"/>
                <a:gd name="connsiteX210" fmla="*/ 43244 w 180300"/>
                <a:gd name="connsiteY210" fmla="*/ 196726 h 236467"/>
                <a:gd name="connsiteX211" fmla="*/ 43160 w 180300"/>
                <a:gd name="connsiteY211" fmla="*/ 198328 h 236467"/>
                <a:gd name="connsiteX212" fmla="*/ 41672 w 180300"/>
                <a:gd name="connsiteY212" fmla="*/ 198328 h 236467"/>
                <a:gd name="connsiteX213" fmla="*/ 41588 w 180300"/>
                <a:gd name="connsiteY213" fmla="*/ 200418 h 236467"/>
                <a:gd name="connsiteX214" fmla="*/ 41439 w 180300"/>
                <a:gd name="connsiteY214" fmla="*/ 203118 h 236467"/>
                <a:gd name="connsiteX215" fmla="*/ 41309 w 180300"/>
                <a:gd name="connsiteY215" fmla="*/ 205813 h 236467"/>
                <a:gd name="connsiteX216" fmla="*/ 40928 w 180300"/>
                <a:gd name="connsiteY216" fmla="*/ 208002 h 236467"/>
                <a:gd name="connsiteX217" fmla="*/ 38695 w 180300"/>
                <a:gd name="connsiteY217" fmla="*/ 208746 h 236467"/>
                <a:gd name="connsiteX218" fmla="*/ 38323 w 180300"/>
                <a:gd name="connsiteY218" fmla="*/ 213211 h 236467"/>
                <a:gd name="connsiteX219" fmla="*/ 37951 w 180300"/>
                <a:gd name="connsiteY219" fmla="*/ 217676 h 236467"/>
                <a:gd name="connsiteX220" fmla="*/ 35719 w 180300"/>
                <a:gd name="connsiteY220" fmla="*/ 218420 h 236467"/>
                <a:gd name="connsiteX221" fmla="*/ 35300 w 180300"/>
                <a:gd name="connsiteY221" fmla="*/ 222513 h 236467"/>
                <a:gd name="connsiteX222" fmla="*/ 34975 w 180300"/>
                <a:gd name="connsiteY222" fmla="*/ 226605 h 236467"/>
                <a:gd name="connsiteX223" fmla="*/ 33486 w 180300"/>
                <a:gd name="connsiteY223" fmla="*/ 227349 h 236467"/>
                <a:gd name="connsiteX224" fmla="*/ 33143 w 180300"/>
                <a:gd name="connsiteY224" fmla="*/ 233698 h 236467"/>
                <a:gd name="connsiteX225" fmla="*/ 32742 w 180300"/>
                <a:gd name="connsiteY225" fmla="*/ 235535 h 236467"/>
                <a:gd name="connsiteX226" fmla="*/ 23908 w 180300"/>
                <a:gd name="connsiteY226" fmla="*/ 236404 h 236467"/>
                <a:gd name="connsiteX227" fmla="*/ 22196 w 180300"/>
                <a:gd name="connsiteY227" fmla="*/ 236412 h 236467"/>
                <a:gd name="connsiteX228" fmla="*/ 18618 w 180300"/>
                <a:gd name="connsiteY228" fmla="*/ 236417 h 236467"/>
                <a:gd name="connsiteX229" fmla="*/ 13161 w 180300"/>
                <a:gd name="connsiteY229" fmla="*/ 236446 h 236467"/>
                <a:gd name="connsiteX230" fmla="*/ 9677 w 180300"/>
                <a:gd name="connsiteY230" fmla="*/ 236451 h 236467"/>
                <a:gd name="connsiteX231" fmla="*/ 8037 w 180300"/>
                <a:gd name="connsiteY231" fmla="*/ 236467 h 236467"/>
                <a:gd name="connsiteX232" fmla="*/ 0 w 180300"/>
                <a:gd name="connsiteY232" fmla="*/ 234791 h 236467"/>
                <a:gd name="connsiteX233" fmla="*/ 0 w 180300"/>
                <a:gd name="connsiteY233" fmla="*/ 231814 h 236467"/>
                <a:gd name="connsiteX234" fmla="*/ 1488 w 180300"/>
                <a:gd name="connsiteY234" fmla="*/ 231070 h 236467"/>
                <a:gd name="connsiteX235" fmla="*/ 1904 w 180300"/>
                <a:gd name="connsiteY235" fmla="*/ 225303 h 236467"/>
                <a:gd name="connsiteX236" fmla="*/ 2232 w 180300"/>
                <a:gd name="connsiteY236" fmla="*/ 223629 h 236467"/>
                <a:gd name="connsiteX237" fmla="*/ 4465 w 180300"/>
                <a:gd name="connsiteY237" fmla="*/ 222885 h 236467"/>
                <a:gd name="connsiteX238" fmla="*/ 4976 w 180300"/>
                <a:gd name="connsiteY238" fmla="*/ 218373 h 236467"/>
                <a:gd name="connsiteX239" fmla="*/ 5125 w 180300"/>
                <a:gd name="connsiteY239" fmla="*/ 215882 h 236467"/>
                <a:gd name="connsiteX240" fmla="*/ 5209 w 180300"/>
                <a:gd name="connsiteY240" fmla="*/ 213955 h 236467"/>
                <a:gd name="connsiteX241" fmla="*/ 7441 w 180300"/>
                <a:gd name="connsiteY241" fmla="*/ 213955 h 236467"/>
                <a:gd name="connsiteX242" fmla="*/ 7552 w 180300"/>
                <a:gd name="connsiteY242" fmla="*/ 212191 h 236467"/>
                <a:gd name="connsiteX243" fmla="*/ 7720 w 180300"/>
                <a:gd name="connsiteY243" fmla="*/ 209909 h 236467"/>
                <a:gd name="connsiteX244" fmla="*/ 7877 w 180300"/>
                <a:gd name="connsiteY244" fmla="*/ 207633 h 236467"/>
                <a:gd name="connsiteX245" fmla="*/ 8186 w 180300"/>
                <a:gd name="connsiteY245" fmla="*/ 205769 h 236467"/>
                <a:gd name="connsiteX246" fmla="*/ 9674 w 180300"/>
                <a:gd name="connsiteY246" fmla="*/ 205025 h 236467"/>
                <a:gd name="connsiteX247" fmla="*/ 10017 w 180300"/>
                <a:gd name="connsiteY247" fmla="*/ 198677 h 236467"/>
                <a:gd name="connsiteX248" fmla="*/ 10418 w 180300"/>
                <a:gd name="connsiteY248" fmla="*/ 196840 h 236467"/>
                <a:gd name="connsiteX249" fmla="*/ 13395 w 180300"/>
                <a:gd name="connsiteY249" fmla="*/ 196096 h 236467"/>
                <a:gd name="connsiteX250" fmla="*/ 13581 w 180300"/>
                <a:gd name="connsiteY250" fmla="*/ 192328 h 236467"/>
                <a:gd name="connsiteX251" fmla="*/ 13499 w 180300"/>
                <a:gd name="connsiteY251" fmla="*/ 190256 h 236467"/>
                <a:gd name="connsiteX252" fmla="*/ 13395 w 180300"/>
                <a:gd name="connsiteY252" fmla="*/ 188654 h 236467"/>
                <a:gd name="connsiteX253" fmla="*/ 15627 w 180300"/>
                <a:gd name="connsiteY253" fmla="*/ 188654 h 236467"/>
                <a:gd name="connsiteX254" fmla="*/ 15711 w 180300"/>
                <a:gd name="connsiteY254" fmla="*/ 186779 h 236467"/>
                <a:gd name="connsiteX255" fmla="*/ 15859 w 180300"/>
                <a:gd name="connsiteY255" fmla="*/ 184329 h 236467"/>
                <a:gd name="connsiteX256" fmla="*/ 15990 w 180300"/>
                <a:gd name="connsiteY256" fmla="*/ 181896 h 236467"/>
                <a:gd name="connsiteX257" fmla="*/ 18604 w 180300"/>
                <a:gd name="connsiteY257" fmla="*/ 177492 h 236467"/>
                <a:gd name="connsiteX258" fmla="*/ 18604 w 180300"/>
                <a:gd name="connsiteY258" fmla="*/ 174422 h 236467"/>
                <a:gd name="connsiteX259" fmla="*/ 18604 w 180300"/>
                <a:gd name="connsiteY259" fmla="*/ 171539 h 236467"/>
                <a:gd name="connsiteX260" fmla="*/ 20836 w 180300"/>
                <a:gd name="connsiteY260" fmla="*/ 170795 h 236467"/>
                <a:gd name="connsiteX261" fmla="*/ 21208 w 180300"/>
                <a:gd name="connsiteY261" fmla="*/ 166330 h 236467"/>
                <a:gd name="connsiteX262" fmla="*/ 21580 w 180300"/>
                <a:gd name="connsiteY262" fmla="*/ 161865 h 236467"/>
                <a:gd name="connsiteX263" fmla="*/ 23813 w 180300"/>
                <a:gd name="connsiteY263" fmla="*/ 161121 h 236467"/>
                <a:gd name="connsiteX264" fmla="*/ 24231 w 180300"/>
                <a:gd name="connsiteY264" fmla="*/ 157400 h 236467"/>
                <a:gd name="connsiteX265" fmla="*/ 24557 w 180300"/>
                <a:gd name="connsiteY265" fmla="*/ 153680 h 236467"/>
                <a:gd name="connsiteX266" fmla="*/ 26045 w 180300"/>
                <a:gd name="connsiteY266" fmla="*/ 152935 h 236467"/>
                <a:gd name="connsiteX267" fmla="*/ 26461 w 180300"/>
                <a:gd name="connsiteY267" fmla="*/ 146587 h 236467"/>
                <a:gd name="connsiteX268" fmla="*/ 26789 w 180300"/>
                <a:gd name="connsiteY268" fmla="*/ 144750 h 236467"/>
                <a:gd name="connsiteX269" fmla="*/ 29021 w 180300"/>
                <a:gd name="connsiteY269" fmla="*/ 144006 h 236467"/>
                <a:gd name="connsiteX270" fmla="*/ 29394 w 180300"/>
                <a:gd name="connsiteY270" fmla="*/ 139541 h 236467"/>
                <a:gd name="connsiteX271" fmla="*/ 29766 w 180300"/>
                <a:gd name="connsiteY271" fmla="*/ 135076 h 236467"/>
                <a:gd name="connsiteX272" fmla="*/ 31998 w 180300"/>
                <a:gd name="connsiteY272" fmla="*/ 134332 h 236467"/>
                <a:gd name="connsiteX273" fmla="*/ 32510 w 180300"/>
                <a:gd name="connsiteY273" fmla="*/ 130565 h 236467"/>
                <a:gd name="connsiteX274" fmla="*/ 32658 w 180300"/>
                <a:gd name="connsiteY274" fmla="*/ 128492 h 236467"/>
                <a:gd name="connsiteX275" fmla="*/ 32742 w 180300"/>
                <a:gd name="connsiteY275" fmla="*/ 126891 h 236467"/>
                <a:gd name="connsiteX276" fmla="*/ 34975 w 180300"/>
                <a:gd name="connsiteY276" fmla="*/ 126891 h 236467"/>
                <a:gd name="connsiteX277" fmla="*/ 34896 w 180300"/>
                <a:gd name="connsiteY277" fmla="*/ 125152 h 236467"/>
                <a:gd name="connsiteX278" fmla="*/ 34835 w 180300"/>
                <a:gd name="connsiteY278" fmla="*/ 122891 h 236467"/>
                <a:gd name="connsiteX279" fmla="*/ 34757 w 180300"/>
                <a:gd name="connsiteY279" fmla="*/ 120641 h 236467"/>
                <a:gd name="connsiteX280" fmla="*/ 34975 w 180300"/>
                <a:gd name="connsiteY280" fmla="*/ 118705 h 236467"/>
                <a:gd name="connsiteX281" fmla="*/ 37207 w 180300"/>
                <a:gd name="connsiteY281" fmla="*/ 117217 h 236467"/>
                <a:gd name="connsiteX282" fmla="*/ 37649 w 180300"/>
                <a:gd name="connsiteY282" fmla="*/ 111423 h 236467"/>
                <a:gd name="connsiteX283" fmla="*/ 37951 w 180300"/>
                <a:gd name="connsiteY283" fmla="*/ 109775 h 236467"/>
                <a:gd name="connsiteX284" fmla="*/ 40184 w 180300"/>
                <a:gd name="connsiteY284" fmla="*/ 109031 h 236467"/>
                <a:gd name="connsiteX285" fmla="*/ 40695 w 180300"/>
                <a:gd name="connsiteY285" fmla="*/ 104892 h 236467"/>
                <a:gd name="connsiteX286" fmla="*/ 40843 w 180300"/>
                <a:gd name="connsiteY286" fmla="*/ 102610 h 236467"/>
                <a:gd name="connsiteX287" fmla="*/ 40928 w 180300"/>
                <a:gd name="connsiteY287" fmla="*/ 100846 h 236467"/>
                <a:gd name="connsiteX288" fmla="*/ 43160 w 180300"/>
                <a:gd name="connsiteY288" fmla="*/ 100846 h 236467"/>
                <a:gd name="connsiteX289" fmla="*/ 43056 w 180300"/>
                <a:gd name="connsiteY289" fmla="*/ 99244 h 236467"/>
                <a:gd name="connsiteX290" fmla="*/ 42974 w 180300"/>
                <a:gd name="connsiteY290" fmla="*/ 97171 h 236467"/>
                <a:gd name="connsiteX291" fmla="*/ 42869 w 180300"/>
                <a:gd name="connsiteY291" fmla="*/ 95105 h 236467"/>
                <a:gd name="connsiteX292" fmla="*/ 43160 w 180300"/>
                <a:gd name="connsiteY292" fmla="*/ 93404 h 236467"/>
                <a:gd name="connsiteX293" fmla="*/ 44657 w 180300"/>
                <a:gd name="connsiteY293" fmla="*/ 93076 h 236467"/>
                <a:gd name="connsiteX294" fmla="*/ 46137 w 180300"/>
                <a:gd name="connsiteY294" fmla="*/ 92660 h 236467"/>
                <a:gd name="connsiteX295" fmla="*/ 46183 w 180300"/>
                <a:gd name="connsiteY295" fmla="*/ 88195 h 236467"/>
                <a:gd name="connsiteX296" fmla="*/ 46137 w 180300"/>
                <a:gd name="connsiteY296" fmla="*/ 83730 h 236467"/>
                <a:gd name="connsiteX297" fmla="*/ 48369 w 180300"/>
                <a:gd name="connsiteY297" fmla="*/ 82986 h 236467"/>
                <a:gd name="connsiteX298" fmla="*/ 48881 w 180300"/>
                <a:gd name="connsiteY298" fmla="*/ 78847 h 236467"/>
                <a:gd name="connsiteX299" fmla="*/ 49029 w 180300"/>
                <a:gd name="connsiteY299" fmla="*/ 76565 h 236467"/>
                <a:gd name="connsiteX300" fmla="*/ 49113 w 180300"/>
                <a:gd name="connsiteY300" fmla="*/ 74801 h 236467"/>
                <a:gd name="connsiteX301" fmla="*/ 51346 w 180300"/>
                <a:gd name="connsiteY301" fmla="*/ 74801 h 236467"/>
                <a:gd name="connsiteX302" fmla="*/ 51267 w 180300"/>
                <a:gd name="connsiteY302" fmla="*/ 73036 h 236467"/>
                <a:gd name="connsiteX303" fmla="*/ 51206 w 180300"/>
                <a:gd name="connsiteY303" fmla="*/ 70754 h 236467"/>
                <a:gd name="connsiteX304" fmla="*/ 51128 w 180300"/>
                <a:gd name="connsiteY304" fmla="*/ 68478 h 236467"/>
                <a:gd name="connsiteX305" fmla="*/ 51346 w 180300"/>
                <a:gd name="connsiteY305" fmla="*/ 66615 h 236467"/>
                <a:gd name="connsiteX306" fmla="*/ 53578 w 180300"/>
                <a:gd name="connsiteY306" fmla="*/ 65871 h 236467"/>
                <a:gd name="connsiteX307" fmla="*/ 54090 w 180300"/>
                <a:gd name="connsiteY307" fmla="*/ 61360 h 236467"/>
                <a:gd name="connsiteX308" fmla="*/ 54238 w 180300"/>
                <a:gd name="connsiteY308" fmla="*/ 58869 h 236467"/>
                <a:gd name="connsiteX309" fmla="*/ 54322 w 180300"/>
                <a:gd name="connsiteY309" fmla="*/ 56941 h 236467"/>
                <a:gd name="connsiteX310" fmla="*/ 56555 w 180300"/>
                <a:gd name="connsiteY310" fmla="*/ 56941 h 236467"/>
                <a:gd name="connsiteX311" fmla="*/ 56665 w 180300"/>
                <a:gd name="connsiteY311" fmla="*/ 55177 h 236467"/>
                <a:gd name="connsiteX312" fmla="*/ 56834 w 180300"/>
                <a:gd name="connsiteY312" fmla="*/ 52895 h 236467"/>
                <a:gd name="connsiteX313" fmla="*/ 56991 w 180300"/>
                <a:gd name="connsiteY313" fmla="*/ 50619 h 236467"/>
                <a:gd name="connsiteX314" fmla="*/ 57299 w 180300"/>
                <a:gd name="connsiteY314" fmla="*/ 48756 h 236467"/>
                <a:gd name="connsiteX315" fmla="*/ 58787 w 180300"/>
                <a:gd name="connsiteY315" fmla="*/ 48012 h 236467"/>
                <a:gd name="connsiteX316" fmla="*/ 59624 w 180300"/>
                <a:gd name="connsiteY316" fmla="*/ 43500 h 236467"/>
                <a:gd name="connsiteX317" fmla="*/ 60002 w 180300"/>
                <a:gd name="connsiteY317" fmla="*/ 41009 h 236467"/>
                <a:gd name="connsiteX318" fmla="*/ 60275 w 180300"/>
                <a:gd name="connsiteY318" fmla="*/ 39082 h 236467"/>
                <a:gd name="connsiteX319" fmla="*/ 62508 w 180300"/>
                <a:gd name="connsiteY319" fmla="*/ 39082 h 236467"/>
                <a:gd name="connsiteX320" fmla="*/ 62508 w 180300"/>
                <a:gd name="connsiteY320" fmla="*/ 31641 h 236467"/>
                <a:gd name="connsiteX321" fmla="*/ 64740 w 180300"/>
                <a:gd name="connsiteY321" fmla="*/ 31641 h 236467"/>
                <a:gd name="connsiteX322" fmla="*/ 65484 w 180300"/>
                <a:gd name="connsiteY322" fmla="*/ 21967 h 236467"/>
                <a:gd name="connsiteX323" fmla="*/ 66973 w 180300"/>
                <a:gd name="connsiteY323" fmla="*/ 21967 h 236467"/>
                <a:gd name="connsiteX324" fmla="*/ 67717 w 180300"/>
                <a:gd name="connsiteY324" fmla="*/ 18293 h 236467"/>
                <a:gd name="connsiteX325" fmla="*/ 68461 w 180300"/>
                <a:gd name="connsiteY325" fmla="*/ 14525 h 236467"/>
                <a:gd name="connsiteX326" fmla="*/ 69949 w 180300"/>
                <a:gd name="connsiteY326" fmla="*/ 13781 h 236467"/>
                <a:gd name="connsiteX327" fmla="*/ 70365 w 180300"/>
                <a:gd name="connsiteY327" fmla="*/ 6851 h 236467"/>
                <a:gd name="connsiteX328" fmla="*/ 70693 w 180300"/>
                <a:gd name="connsiteY328" fmla="*/ 4851 h 236467"/>
                <a:gd name="connsiteX329" fmla="*/ 72926 w 180300"/>
                <a:gd name="connsiteY329" fmla="*/ 4107 h 236467"/>
                <a:gd name="connsiteX330" fmla="*/ 73026 w 180300"/>
                <a:gd name="connsiteY330" fmla="*/ 2223 h 236467"/>
                <a:gd name="connsiteX331" fmla="*/ 73670 w 180300"/>
                <a:gd name="connsiteY331" fmla="*/ 387 h 236467"/>
                <a:gd name="connsiteX332" fmla="*/ 80254 w 180300"/>
                <a:gd name="connsiteY332" fmla="*/ 23 h 23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180300" h="236467">
                  <a:moveTo>
                    <a:pt x="87083" y="39879"/>
                  </a:moveTo>
                  <a:cubicBezTo>
                    <a:pt x="86830" y="43421"/>
                    <a:pt x="86584" y="46859"/>
                    <a:pt x="86339" y="50297"/>
                  </a:cubicBezTo>
                  <a:cubicBezTo>
                    <a:pt x="86086" y="50297"/>
                    <a:pt x="85840" y="50297"/>
                    <a:pt x="85595" y="50297"/>
                  </a:cubicBezTo>
                  <a:cubicBezTo>
                    <a:pt x="84131" y="53656"/>
                    <a:pt x="83971" y="56558"/>
                    <a:pt x="84054" y="60151"/>
                  </a:cubicBezTo>
                  <a:cubicBezTo>
                    <a:pt x="84072" y="60596"/>
                    <a:pt x="84089" y="61027"/>
                    <a:pt x="84106" y="61459"/>
                  </a:cubicBezTo>
                  <a:cubicBezTo>
                    <a:pt x="83347" y="61459"/>
                    <a:pt x="82611" y="61459"/>
                    <a:pt x="81874" y="61459"/>
                  </a:cubicBezTo>
                  <a:cubicBezTo>
                    <a:pt x="81845" y="62161"/>
                    <a:pt x="81817" y="62842"/>
                    <a:pt x="81790" y="63523"/>
                  </a:cubicBezTo>
                  <a:cubicBezTo>
                    <a:pt x="81739" y="64434"/>
                    <a:pt x="81690" y="65319"/>
                    <a:pt x="81641" y="66203"/>
                  </a:cubicBezTo>
                  <a:cubicBezTo>
                    <a:pt x="81566" y="68814"/>
                    <a:pt x="81566" y="68814"/>
                    <a:pt x="81130" y="71133"/>
                  </a:cubicBezTo>
                  <a:cubicBezTo>
                    <a:pt x="80371" y="71639"/>
                    <a:pt x="79634" y="72130"/>
                    <a:pt x="78897" y="72621"/>
                  </a:cubicBezTo>
                  <a:cubicBezTo>
                    <a:pt x="78823" y="73279"/>
                    <a:pt x="78751" y="73918"/>
                    <a:pt x="78679" y="74557"/>
                  </a:cubicBezTo>
                  <a:cubicBezTo>
                    <a:pt x="78719" y="75693"/>
                    <a:pt x="78719" y="75693"/>
                    <a:pt x="78758" y="76807"/>
                  </a:cubicBezTo>
                  <a:cubicBezTo>
                    <a:pt x="78779" y="77576"/>
                    <a:pt x="78799" y="78322"/>
                    <a:pt x="78819" y="79068"/>
                  </a:cubicBezTo>
                  <a:cubicBezTo>
                    <a:pt x="78859" y="79946"/>
                    <a:pt x="78859" y="79946"/>
                    <a:pt x="78897" y="80807"/>
                  </a:cubicBezTo>
                  <a:cubicBezTo>
                    <a:pt x="78138" y="80807"/>
                    <a:pt x="77402" y="80807"/>
                    <a:pt x="76665" y="80807"/>
                  </a:cubicBezTo>
                  <a:cubicBezTo>
                    <a:pt x="75857" y="82423"/>
                    <a:pt x="75857" y="82423"/>
                    <a:pt x="76014" y="86062"/>
                  </a:cubicBezTo>
                  <a:cubicBezTo>
                    <a:pt x="76165" y="88029"/>
                    <a:pt x="76165" y="88029"/>
                    <a:pt x="75921" y="89736"/>
                  </a:cubicBezTo>
                  <a:cubicBezTo>
                    <a:pt x="74793" y="90112"/>
                    <a:pt x="74793" y="90112"/>
                    <a:pt x="73688" y="90481"/>
                  </a:cubicBezTo>
                  <a:cubicBezTo>
                    <a:pt x="73386" y="92155"/>
                    <a:pt x="73386" y="92155"/>
                    <a:pt x="73316" y="94201"/>
                  </a:cubicBezTo>
                  <a:cubicBezTo>
                    <a:pt x="73298" y="96195"/>
                    <a:pt x="73298" y="96195"/>
                    <a:pt x="72944" y="97922"/>
                  </a:cubicBezTo>
                  <a:cubicBezTo>
                    <a:pt x="71817" y="98298"/>
                    <a:pt x="71817" y="98298"/>
                    <a:pt x="70712" y="98666"/>
                  </a:cubicBezTo>
                  <a:cubicBezTo>
                    <a:pt x="70602" y="99689"/>
                    <a:pt x="70602" y="99689"/>
                    <a:pt x="70494" y="100692"/>
                  </a:cubicBezTo>
                  <a:cubicBezTo>
                    <a:pt x="70521" y="101537"/>
                    <a:pt x="70546" y="102357"/>
                    <a:pt x="70572" y="103177"/>
                  </a:cubicBezTo>
                  <a:cubicBezTo>
                    <a:pt x="70603" y="104435"/>
                    <a:pt x="70603" y="104435"/>
                    <a:pt x="70633" y="105669"/>
                  </a:cubicBezTo>
                  <a:cubicBezTo>
                    <a:pt x="70660" y="106324"/>
                    <a:pt x="70686" y="106960"/>
                    <a:pt x="70712" y="107596"/>
                  </a:cubicBezTo>
                  <a:cubicBezTo>
                    <a:pt x="69953" y="107596"/>
                    <a:pt x="69216" y="107596"/>
                    <a:pt x="68479" y="107596"/>
                  </a:cubicBezTo>
                  <a:cubicBezTo>
                    <a:pt x="67671" y="109213"/>
                    <a:pt x="67671" y="109213"/>
                    <a:pt x="67828" y="112479"/>
                  </a:cubicBezTo>
                  <a:cubicBezTo>
                    <a:pt x="67980" y="114244"/>
                    <a:pt x="67980" y="114244"/>
                    <a:pt x="67735" y="115781"/>
                  </a:cubicBezTo>
                  <a:cubicBezTo>
                    <a:pt x="66608" y="116157"/>
                    <a:pt x="66608" y="116157"/>
                    <a:pt x="65503" y="116525"/>
                  </a:cubicBezTo>
                  <a:cubicBezTo>
                    <a:pt x="65400" y="117141"/>
                    <a:pt x="65300" y="117739"/>
                    <a:pt x="65201" y="118336"/>
                  </a:cubicBezTo>
                  <a:cubicBezTo>
                    <a:pt x="65133" y="120496"/>
                    <a:pt x="65097" y="122575"/>
                    <a:pt x="64759" y="124711"/>
                  </a:cubicBezTo>
                  <a:cubicBezTo>
                    <a:pt x="62526" y="126199"/>
                    <a:pt x="62526" y="126199"/>
                    <a:pt x="61038" y="133641"/>
                  </a:cubicBezTo>
                  <a:cubicBezTo>
                    <a:pt x="79508" y="133641"/>
                    <a:pt x="97434" y="133641"/>
                    <a:pt x="115360" y="133641"/>
                  </a:cubicBezTo>
                  <a:cubicBezTo>
                    <a:pt x="114984" y="129883"/>
                    <a:pt x="114984" y="129883"/>
                    <a:pt x="114616" y="126199"/>
                  </a:cubicBezTo>
                  <a:cubicBezTo>
                    <a:pt x="113113" y="125824"/>
                    <a:pt x="113113" y="125824"/>
                    <a:pt x="111640" y="125455"/>
                  </a:cubicBezTo>
                  <a:cubicBezTo>
                    <a:pt x="111567" y="124775"/>
                    <a:pt x="111497" y="124115"/>
                    <a:pt x="111427" y="123455"/>
                  </a:cubicBezTo>
                  <a:cubicBezTo>
                    <a:pt x="111584" y="121121"/>
                    <a:pt x="111772" y="118862"/>
                    <a:pt x="111640" y="116525"/>
                  </a:cubicBezTo>
                  <a:cubicBezTo>
                    <a:pt x="110512" y="116150"/>
                    <a:pt x="110512" y="116150"/>
                    <a:pt x="109407" y="115781"/>
                  </a:cubicBezTo>
                  <a:cubicBezTo>
                    <a:pt x="109220" y="114242"/>
                    <a:pt x="109220" y="114242"/>
                    <a:pt x="109407" y="112479"/>
                  </a:cubicBezTo>
                  <a:cubicBezTo>
                    <a:pt x="109547" y="110668"/>
                    <a:pt x="109547" y="110668"/>
                    <a:pt x="109407" y="109084"/>
                  </a:cubicBezTo>
                  <a:cubicBezTo>
                    <a:pt x="107021" y="107871"/>
                    <a:pt x="107021" y="107871"/>
                    <a:pt x="106820" y="105875"/>
                  </a:cubicBezTo>
                  <a:cubicBezTo>
                    <a:pt x="106681" y="103351"/>
                    <a:pt x="106827" y="100948"/>
                    <a:pt x="105686" y="98666"/>
                  </a:cubicBezTo>
                  <a:cubicBezTo>
                    <a:pt x="104927" y="98666"/>
                    <a:pt x="104191" y="98666"/>
                    <a:pt x="103454" y="98666"/>
                  </a:cubicBezTo>
                  <a:cubicBezTo>
                    <a:pt x="103481" y="98066"/>
                    <a:pt x="103507" y="97484"/>
                    <a:pt x="103533" y="96902"/>
                  </a:cubicBezTo>
                  <a:cubicBezTo>
                    <a:pt x="103563" y="95749"/>
                    <a:pt x="103563" y="95749"/>
                    <a:pt x="103594" y="94620"/>
                  </a:cubicBezTo>
                  <a:cubicBezTo>
                    <a:pt x="103672" y="92344"/>
                    <a:pt x="103672" y="92344"/>
                    <a:pt x="103454" y="90481"/>
                  </a:cubicBezTo>
                  <a:cubicBezTo>
                    <a:pt x="102695" y="90228"/>
                    <a:pt x="101958" y="89982"/>
                    <a:pt x="101222" y="89736"/>
                  </a:cubicBezTo>
                  <a:cubicBezTo>
                    <a:pt x="101156" y="89176"/>
                    <a:pt x="101093" y="88632"/>
                    <a:pt x="101030" y="88088"/>
                  </a:cubicBezTo>
                  <a:cubicBezTo>
                    <a:pt x="101155" y="85525"/>
                    <a:pt x="101643" y="83137"/>
                    <a:pt x="100477" y="80807"/>
                  </a:cubicBezTo>
                  <a:cubicBezTo>
                    <a:pt x="99718" y="80807"/>
                    <a:pt x="98982" y="80807"/>
                    <a:pt x="98245" y="80807"/>
                  </a:cubicBezTo>
                  <a:cubicBezTo>
                    <a:pt x="98272" y="80216"/>
                    <a:pt x="98298" y="79642"/>
                    <a:pt x="98324" y="79068"/>
                  </a:cubicBezTo>
                  <a:cubicBezTo>
                    <a:pt x="98354" y="77926"/>
                    <a:pt x="98354" y="77926"/>
                    <a:pt x="98385" y="76807"/>
                  </a:cubicBezTo>
                  <a:cubicBezTo>
                    <a:pt x="98463" y="74557"/>
                    <a:pt x="98463" y="74557"/>
                    <a:pt x="98245" y="72621"/>
                  </a:cubicBezTo>
                  <a:cubicBezTo>
                    <a:pt x="97486" y="72115"/>
                    <a:pt x="96749" y="71624"/>
                    <a:pt x="96013" y="71133"/>
                  </a:cubicBezTo>
                  <a:cubicBezTo>
                    <a:pt x="95663" y="69349"/>
                    <a:pt x="95663" y="69349"/>
                    <a:pt x="95641" y="67366"/>
                  </a:cubicBezTo>
                  <a:cubicBezTo>
                    <a:pt x="95571" y="65340"/>
                    <a:pt x="95571" y="65340"/>
                    <a:pt x="95268" y="63691"/>
                  </a:cubicBezTo>
                  <a:cubicBezTo>
                    <a:pt x="94509" y="63438"/>
                    <a:pt x="93773" y="63193"/>
                    <a:pt x="93036" y="62947"/>
                  </a:cubicBezTo>
                  <a:cubicBezTo>
                    <a:pt x="92878" y="61065"/>
                    <a:pt x="92878" y="61065"/>
                    <a:pt x="93083" y="58901"/>
                  </a:cubicBezTo>
                  <a:cubicBezTo>
                    <a:pt x="93248" y="56672"/>
                    <a:pt x="93248" y="56672"/>
                    <a:pt x="93036" y="54762"/>
                  </a:cubicBezTo>
                  <a:cubicBezTo>
                    <a:pt x="92039" y="54275"/>
                    <a:pt x="91047" y="53779"/>
                    <a:pt x="90059" y="53274"/>
                  </a:cubicBezTo>
                  <a:cubicBezTo>
                    <a:pt x="89970" y="52578"/>
                    <a:pt x="89882" y="51902"/>
                    <a:pt x="89795" y="51227"/>
                  </a:cubicBezTo>
                  <a:cubicBezTo>
                    <a:pt x="90065" y="46011"/>
                    <a:pt x="90296" y="44164"/>
                    <a:pt x="87083" y="39879"/>
                  </a:cubicBezTo>
                  <a:close/>
                  <a:moveTo>
                    <a:pt x="80254" y="23"/>
                  </a:moveTo>
                  <a:cubicBezTo>
                    <a:pt x="81243" y="31"/>
                    <a:pt x="81243" y="31"/>
                    <a:pt x="82253" y="39"/>
                  </a:cubicBezTo>
                  <a:cubicBezTo>
                    <a:pt x="84369" y="60"/>
                    <a:pt x="86484" y="107"/>
                    <a:pt x="88599" y="154"/>
                  </a:cubicBezTo>
                  <a:cubicBezTo>
                    <a:pt x="90030" y="173"/>
                    <a:pt x="91460" y="190"/>
                    <a:pt x="92891" y="205"/>
                  </a:cubicBezTo>
                  <a:cubicBezTo>
                    <a:pt x="96406" y="246"/>
                    <a:pt x="99921" y="310"/>
                    <a:pt x="103436" y="387"/>
                  </a:cubicBezTo>
                  <a:cubicBezTo>
                    <a:pt x="103681" y="2842"/>
                    <a:pt x="103927" y="5298"/>
                    <a:pt x="104180" y="7828"/>
                  </a:cubicBezTo>
                  <a:cubicBezTo>
                    <a:pt x="104916" y="7582"/>
                    <a:pt x="105653" y="7337"/>
                    <a:pt x="106412" y="7084"/>
                  </a:cubicBezTo>
                  <a:cubicBezTo>
                    <a:pt x="106454" y="7851"/>
                    <a:pt x="106454" y="7851"/>
                    <a:pt x="106496" y="8633"/>
                  </a:cubicBezTo>
                  <a:cubicBezTo>
                    <a:pt x="106545" y="9304"/>
                    <a:pt x="106594" y="9974"/>
                    <a:pt x="106645" y="10665"/>
                  </a:cubicBezTo>
                  <a:cubicBezTo>
                    <a:pt x="106709" y="11662"/>
                    <a:pt x="106709" y="11662"/>
                    <a:pt x="106775" y="12679"/>
                  </a:cubicBezTo>
                  <a:cubicBezTo>
                    <a:pt x="106988" y="14566"/>
                    <a:pt x="106988" y="14566"/>
                    <a:pt x="108296" y="15665"/>
                  </a:cubicBezTo>
                  <a:cubicBezTo>
                    <a:pt x="109389" y="16758"/>
                    <a:pt x="109389" y="16758"/>
                    <a:pt x="109607" y="18441"/>
                  </a:cubicBezTo>
                  <a:cubicBezTo>
                    <a:pt x="109581" y="19036"/>
                    <a:pt x="109555" y="19632"/>
                    <a:pt x="109528" y="20246"/>
                  </a:cubicBezTo>
                  <a:cubicBezTo>
                    <a:pt x="109498" y="21148"/>
                    <a:pt x="109498" y="21148"/>
                    <a:pt x="109467" y="22068"/>
                  </a:cubicBezTo>
                  <a:cubicBezTo>
                    <a:pt x="109441" y="22526"/>
                    <a:pt x="109415" y="22984"/>
                    <a:pt x="109389" y="23455"/>
                  </a:cubicBezTo>
                  <a:cubicBezTo>
                    <a:pt x="110125" y="23455"/>
                    <a:pt x="110862" y="23455"/>
                    <a:pt x="111621" y="23455"/>
                  </a:cubicBezTo>
                  <a:cubicBezTo>
                    <a:pt x="111621" y="26156"/>
                    <a:pt x="111621" y="28857"/>
                    <a:pt x="111621" y="31641"/>
                  </a:cubicBezTo>
                  <a:cubicBezTo>
                    <a:pt x="112603" y="31641"/>
                    <a:pt x="113586" y="31641"/>
                    <a:pt x="114598" y="31641"/>
                  </a:cubicBezTo>
                  <a:cubicBezTo>
                    <a:pt x="114639" y="32407"/>
                    <a:pt x="114639" y="32407"/>
                    <a:pt x="114682" y="33190"/>
                  </a:cubicBezTo>
                  <a:cubicBezTo>
                    <a:pt x="114731" y="33860"/>
                    <a:pt x="114780" y="34531"/>
                    <a:pt x="114830" y="35222"/>
                  </a:cubicBezTo>
                  <a:cubicBezTo>
                    <a:pt x="114895" y="36219"/>
                    <a:pt x="114895" y="36219"/>
                    <a:pt x="114961" y="37236"/>
                  </a:cubicBezTo>
                  <a:cubicBezTo>
                    <a:pt x="115402" y="39376"/>
                    <a:pt x="116060" y="39828"/>
                    <a:pt x="117574" y="41314"/>
                  </a:cubicBezTo>
                  <a:cubicBezTo>
                    <a:pt x="117903" y="42971"/>
                    <a:pt x="117903" y="42971"/>
                    <a:pt x="117993" y="44756"/>
                  </a:cubicBezTo>
                  <a:cubicBezTo>
                    <a:pt x="118055" y="46502"/>
                    <a:pt x="118055" y="46502"/>
                    <a:pt x="118318" y="48012"/>
                  </a:cubicBezTo>
                  <a:cubicBezTo>
                    <a:pt x="118809" y="48257"/>
                    <a:pt x="119301" y="48503"/>
                    <a:pt x="119807" y="48756"/>
                  </a:cubicBezTo>
                  <a:cubicBezTo>
                    <a:pt x="120069" y="50486"/>
                    <a:pt x="120137" y="52194"/>
                    <a:pt x="120222" y="53941"/>
                  </a:cubicBezTo>
                  <a:cubicBezTo>
                    <a:pt x="120331" y="54440"/>
                    <a:pt x="120439" y="54939"/>
                    <a:pt x="120551" y="55453"/>
                  </a:cubicBezTo>
                  <a:cubicBezTo>
                    <a:pt x="121287" y="55699"/>
                    <a:pt x="122024" y="55944"/>
                    <a:pt x="122783" y="56197"/>
                  </a:cubicBezTo>
                  <a:cubicBezTo>
                    <a:pt x="123086" y="57845"/>
                    <a:pt x="123086" y="57845"/>
                    <a:pt x="123155" y="59871"/>
                  </a:cubicBezTo>
                  <a:cubicBezTo>
                    <a:pt x="123178" y="61855"/>
                    <a:pt x="123178" y="61855"/>
                    <a:pt x="123527" y="63639"/>
                  </a:cubicBezTo>
                  <a:cubicBezTo>
                    <a:pt x="124264" y="64130"/>
                    <a:pt x="125001" y="64621"/>
                    <a:pt x="125760" y="65127"/>
                  </a:cubicBezTo>
                  <a:cubicBezTo>
                    <a:pt x="125917" y="66879"/>
                    <a:pt x="125757" y="68514"/>
                    <a:pt x="125620" y="70266"/>
                  </a:cubicBezTo>
                  <a:cubicBezTo>
                    <a:pt x="125666" y="70780"/>
                    <a:pt x="125712" y="71294"/>
                    <a:pt x="125760" y="71824"/>
                  </a:cubicBezTo>
                  <a:cubicBezTo>
                    <a:pt x="126496" y="72315"/>
                    <a:pt x="127233" y="72806"/>
                    <a:pt x="127992" y="73312"/>
                  </a:cubicBezTo>
                  <a:cubicBezTo>
                    <a:pt x="128373" y="75086"/>
                    <a:pt x="128373" y="75086"/>
                    <a:pt x="128504" y="77126"/>
                  </a:cubicBezTo>
                  <a:cubicBezTo>
                    <a:pt x="128553" y="77803"/>
                    <a:pt x="128602" y="78481"/>
                    <a:pt x="128652" y="79178"/>
                  </a:cubicBezTo>
                  <a:cubicBezTo>
                    <a:pt x="128694" y="79958"/>
                    <a:pt x="128694" y="79958"/>
                    <a:pt x="128736" y="80754"/>
                  </a:cubicBezTo>
                  <a:cubicBezTo>
                    <a:pt x="129473" y="80754"/>
                    <a:pt x="130210" y="80754"/>
                    <a:pt x="130969" y="80754"/>
                  </a:cubicBezTo>
                  <a:cubicBezTo>
                    <a:pt x="131010" y="81627"/>
                    <a:pt x="131010" y="81627"/>
                    <a:pt x="131053" y="82518"/>
                  </a:cubicBezTo>
                  <a:cubicBezTo>
                    <a:pt x="131102" y="83271"/>
                    <a:pt x="131151" y="84024"/>
                    <a:pt x="131201" y="84800"/>
                  </a:cubicBezTo>
                  <a:cubicBezTo>
                    <a:pt x="131266" y="85927"/>
                    <a:pt x="131266" y="85927"/>
                    <a:pt x="131332" y="87076"/>
                  </a:cubicBezTo>
                  <a:cubicBezTo>
                    <a:pt x="131458" y="87691"/>
                    <a:pt x="131583" y="88306"/>
                    <a:pt x="131713" y="88939"/>
                  </a:cubicBezTo>
                  <a:cubicBezTo>
                    <a:pt x="132450" y="89185"/>
                    <a:pt x="133186" y="89430"/>
                    <a:pt x="133945" y="89683"/>
                  </a:cubicBezTo>
                  <a:cubicBezTo>
                    <a:pt x="133945" y="91171"/>
                    <a:pt x="133937" y="92661"/>
                    <a:pt x="133806" y="94143"/>
                  </a:cubicBezTo>
                  <a:cubicBezTo>
                    <a:pt x="133792" y="95710"/>
                    <a:pt x="133792" y="95710"/>
                    <a:pt x="135012" y="96703"/>
                  </a:cubicBezTo>
                  <a:cubicBezTo>
                    <a:pt x="136586" y="98277"/>
                    <a:pt x="136645" y="99554"/>
                    <a:pt x="136968" y="101729"/>
                  </a:cubicBezTo>
                  <a:cubicBezTo>
                    <a:pt x="137229" y="103693"/>
                    <a:pt x="137229" y="103693"/>
                    <a:pt x="137666" y="105310"/>
                  </a:cubicBezTo>
                  <a:cubicBezTo>
                    <a:pt x="138157" y="105310"/>
                    <a:pt x="138648" y="105310"/>
                    <a:pt x="139154" y="105310"/>
                  </a:cubicBezTo>
                  <a:cubicBezTo>
                    <a:pt x="139196" y="106184"/>
                    <a:pt x="139196" y="106184"/>
                    <a:pt x="139239" y="107075"/>
                  </a:cubicBezTo>
                  <a:cubicBezTo>
                    <a:pt x="139312" y="108204"/>
                    <a:pt x="139312" y="108204"/>
                    <a:pt x="139387" y="109357"/>
                  </a:cubicBezTo>
                  <a:cubicBezTo>
                    <a:pt x="139452" y="110483"/>
                    <a:pt x="139452" y="110483"/>
                    <a:pt x="139518" y="111633"/>
                  </a:cubicBezTo>
                  <a:cubicBezTo>
                    <a:pt x="139643" y="112248"/>
                    <a:pt x="139769" y="112862"/>
                    <a:pt x="139898" y="113496"/>
                  </a:cubicBezTo>
                  <a:cubicBezTo>
                    <a:pt x="140635" y="113742"/>
                    <a:pt x="141372" y="113987"/>
                    <a:pt x="142131" y="114240"/>
                  </a:cubicBezTo>
                  <a:cubicBezTo>
                    <a:pt x="142349" y="115941"/>
                    <a:pt x="142349" y="115941"/>
                    <a:pt x="142270" y="118007"/>
                  </a:cubicBezTo>
                  <a:cubicBezTo>
                    <a:pt x="142240" y="119033"/>
                    <a:pt x="142240" y="119033"/>
                    <a:pt x="142209" y="120080"/>
                  </a:cubicBezTo>
                  <a:cubicBezTo>
                    <a:pt x="142183" y="120608"/>
                    <a:pt x="142158" y="121137"/>
                    <a:pt x="142131" y="121682"/>
                  </a:cubicBezTo>
                  <a:cubicBezTo>
                    <a:pt x="142868" y="121682"/>
                    <a:pt x="143604" y="121682"/>
                    <a:pt x="144363" y="121682"/>
                  </a:cubicBezTo>
                  <a:cubicBezTo>
                    <a:pt x="144609" y="124628"/>
                    <a:pt x="144854" y="127575"/>
                    <a:pt x="145107" y="130611"/>
                  </a:cubicBezTo>
                  <a:cubicBezTo>
                    <a:pt x="145844" y="130611"/>
                    <a:pt x="146581" y="130611"/>
                    <a:pt x="147340" y="130611"/>
                  </a:cubicBezTo>
                  <a:cubicBezTo>
                    <a:pt x="147382" y="131404"/>
                    <a:pt x="147382" y="131404"/>
                    <a:pt x="147424" y="132213"/>
                  </a:cubicBezTo>
                  <a:cubicBezTo>
                    <a:pt x="147473" y="132897"/>
                    <a:pt x="147522" y="133581"/>
                    <a:pt x="147572" y="134285"/>
                  </a:cubicBezTo>
                  <a:cubicBezTo>
                    <a:pt x="147637" y="135308"/>
                    <a:pt x="147637" y="135308"/>
                    <a:pt x="147703" y="136352"/>
                  </a:cubicBezTo>
                  <a:cubicBezTo>
                    <a:pt x="147829" y="136913"/>
                    <a:pt x="147955" y="137474"/>
                    <a:pt x="148084" y="138053"/>
                  </a:cubicBezTo>
                  <a:cubicBezTo>
                    <a:pt x="148821" y="138298"/>
                    <a:pt x="149557" y="138544"/>
                    <a:pt x="150316" y="138797"/>
                  </a:cubicBezTo>
                  <a:cubicBezTo>
                    <a:pt x="150645" y="140471"/>
                    <a:pt x="150645" y="140471"/>
                    <a:pt x="150735" y="142517"/>
                  </a:cubicBezTo>
                  <a:cubicBezTo>
                    <a:pt x="150798" y="144507"/>
                    <a:pt x="150798" y="144507"/>
                    <a:pt x="151061" y="146238"/>
                  </a:cubicBezTo>
                  <a:cubicBezTo>
                    <a:pt x="151552" y="146484"/>
                    <a:pt x="152043" y="146729"/>
                    <a:pt x="152549" y="146982"/>
                  </a:cubicBezTo>
                  <a:cubicBezTo>
                    <a:pt x="152813" y="148906"/>
                    <a:pt x="152879" y="150810"/>
                    <a:pt x="152965" y="152749"/>
                  </a:cubicBezTo>
                  <a:cubicBezTo>
                    <a:pt x="153073" y="153302"/>
                    <a:pt x="153181" y="153854"/>
                    <a:pt x="153293" y="154424"/>
                  </a:cubicBezTo>
                  <a:cubicBezTo>
                    <a:pt x="154030" y="154669"/>
                    <a:pt x="154766" y="154915"/>
                    <a:pt x="155525" y="155168"/>
                  </a:cubicBezTo>
                  <a:cubicBezTo>
                    <a:pt x="155873" y="156907"/>
                    <a:pt x="155900" y="158583"/>
                    <a:pt x="155967" y="160354"/>
                  </a:cubicBezTo>
                  <a:cubicBezTo>
                    <a:pt x="156067" y="160852"/>
                    <a:pt x="156167" y="161351"/>
                    <a:pt x="156270" y="161865"/>
                  </a:cubicBezTo>
                  <a:cubicBezTo>
                    <a:pt x="157006" y="162111"/>
                    <a:pt x="157743" y="162356"/>
                    <a:pt x="158502" y="162609"/>
                  </a:cubicBezTo>
                  <a:cubicBezTo>
                    <a:pt x="158830" y="164446"/>
                    <a:pt x="158830" y="164446"/>
                    <a:pt x="158921" y="166702"/>
                  </a:cubicBezTo>
                  <a:cubicBezTo>
                    <a:pt x="158983" y="168893"/>
                    <a:pt x="158983" y="168893"/>
                    <a:pt x="159246" y="170795"/>
                  </a:cubicBezTo>
                  <a:cubicBezTo>
                    <a:pt x="159737" y="171040"/>
                    <a:pt x="160228" y="171286"/>
                    <a:pt x="160734" y="171539"/>
                  </a:cubicBezTo>
                  <a:cubicBezTo>
                    <a:pt x="160998" y="173245"/>
                    <a:pt x="161064" y="174929"/>
                    <a:pt x="161150" y="176652"/>
                  </a:cubicBezTo>
                  <a:cubicBezTo>
                    <a:pt x="161345" y="178524"/>
                    <a:pt x="161345" y="178524"/>
                    <a:pt x="163711" y="179724"/>
                  </a:cubicBezTo>
                  <a:cubicBezTo>
                    <a:pt x="164092" y="181660"/>
                    <a:pt x="164092" y="181660"/>
                    <a:pt x="164223" y="183910"/>
                  </a:cubicBezTo>
                  <a:cubicBezTo>
                    <a:pt x="164271" y="184657"/>
                    <a:pt x="164320" y="185403"/>
                    <a:pt x="164371" y="186172"/>
                  </a:cubicBezTo>
                  <a:cubicBezTo>
                    <a:pt x="164413" y="187032"/>
                    <a:pt x="164413" y="187032"/>
                    <a:pt x="164455" y="187910"/>
                  </a:cubicBezTo>
                  <a:cubicBezTo>
                    <a:pt x="165192" y="187910"/>
                    <a:pt x="165928" y="187910"/>
                    <a:pt x="166688" y="187910"/>
                  </a:cubicBezTo>
                  <a:cubicBezTo>
                    <a:pt x="166688" y="190611"/>
                    <a:pt x="166688" y="193313"/>
                    <a:pt x="166688" y="196096"/>
                  </a:cubicBezTo>
                  <a:cubicBezTo>
                    <a:pt x="167424" y="196096"/>
                    <a:pt x="168161" y="196096"/>
                    <a:pt x="168920" y="196096"/>
                  </a:cubicBezTo>
                  <a:cubicBezTo>
                    <a:pt x="169411" y="197723"/>
                    <a:pt x="169411" y="197723"/>
                    <a:pt x="169711" y="199816"/>
                  </a:cubicBezTo>
                  <a:cubicBezTo>
                    <a:pt x="169973" y="201843"/>
                    <a:pt x="169973" y="201843"/>
                    <a:pt x="170408" y="203537"/>
                  </a:cubicBezTo>
                  <a:cubicBezTo>
                    <a:pt x="170899" y="203537"/>
                    <a:pt x="171390" y="203537"/>
                    <a:pt x="171896" y="203537"/>
                  </a:cubicBezTo>
                  <a:cubicBezTo>
                    <a:pt x="171938" y="204410"/>
                    <a:pt x="171938" y="204410"/>
                    <a:pt x="171981" y="205301"/>
                  </a:cubicBezTo>
                  <a:cubicBezTo>
                    <a:pt x="172030" y="206054"/>
                    <a:pt x="172079" y="206807"/>
                    <a:pt x="172129" y="207583"/>
                  </a:cubicBezTo>
                  <a:cubicBezTo>
                    <a:pt x="172194" y="208710"/>
                    <a:pt x="172194" y="208710"/>
                    <a:pt x="172260" y="209859"/>
                  </a:cubicBezTo>
                  <a:cubicBezTo>
                    <a:pt x="172386" y="210474"/>
                    <a:pt x="172511" y="211089"/>
                    <a:pt x="172641" y="211723"/>
                  </a:cubicBezTo>
                  <a:cubicBezTo>
                    <a:pt x="173377" y="211968"/>
                    <a:pt x="174114" y="212214"/>
                    <a:pt x="174873" y="212467"/>
                  </a:cubicBezTo>
                  <a:cubicBezTo>
                    <a:pt x="174966" y="214978"/>
                    <a:pt x="174966" y="214978"/>
                    <a:pt x="174873" y="217676"/>
                  </a:cubicBezTo>
                  <a:cubicBezTo>
                    <a:pt x="175354" y="219996"/>
                    <a:pt x="175354" y="219996"/>
                    <a:pt x="177105" y="220652"/>
                  </a:cubicBezTo>
                  <a:cubicBezTo>
                    <a:pt x="177414" y="222678"/>
                    <a:pt x="177414" y="222678"/>
                    <a:pt x="177571" y="225164"/>
                  </a:cubicBezTo>
                  <a:cubicBezTo>
                    <a:pt x="177654" y="226397"/>
                    <a:pt x="177654" y="226397"/>
                    <a:pt x="177739" y="227655"/>
                  </a:cubicBezTo>
                  <a:cubicBezTo>
                    <a:pt x="177776" y="228291"/>
                    <a:pt x="177812" y="228927"/>
                    <a:pt x="177850" y="229582"/>
                  </a:cubicBezTo>
                  <a:cubicBezTo>
                    <a:pt x="178586" y="229582"/>
                    <a:pt x="179323" y="229582"/>
                    <a:pt x="180082" y="229582"/>
                  </a:cubicBezTo>
                  <a:cubicBezTo>
                    <a:pt x="180373" y="234160"/>
                    <a:pt x="180373" y="234160"/>
                    <a:pt x="180082" y="235535"/>
                  </a:cubicBezTo>
                  <a:cubicBezTo>
                    <a:pt x="177028" y="236577"/>
                    <a:pt x="173870" y="236386"/>
                    <a:pt x="170681" y="236378"/>
                  </a:cubicBezTo>
                  <a:cubicBezTo>
                    <a:pt x="169752" y="236379"/>
                    <a:pt x="169752" y="236379"/>
                    <a:pt x="168803" y="236380"/>
                  </a:cubicBezTo>
                  <a:cubicBezTo>
                    <a:pt x="167496" y="236381"/>
                    <a:pt x="166189" y="236379"/>
                    <a:pt x="164881" y="236376"/>
                  </a:cubicBezTo>
                  <a:cubicBezTo>
                    <a:pt x="162876" y="236372"/>
                    <a:pt x="160871" y="236376"/>
                    <a:pt x="158865" y="236381"/>
                  </a:cubicBezTo>
                  <a:cubicBezTo>
                    <a:pt x="157595" y="236380"/>
                    <a:pt x="156325" y="236379"/>
                    <a:pt x="155054" y="236378"/>
                  </a:cubicBezTo>
                  <a:cubicBezTo>
                    <a:pt x="154453" y="236379"/>
                    <a:pt x="153851" y="236381"/>
                    <a:pt x="153232" y="236383"/>
                  </a:cubicBezTo>
                  <a:cubicBezTo>
                    <a:pt x="148999" y="236365"/>
                    <a:pt x="148999" y="236365"/>
                    <a:pt x="147340" y="235535"/>
                  </a:cubicBezTo>
                  <a:cubicBezTo>
                    <a:pt x="147179" y="234430"/>
                    <a:pt x="147179" y="234430"/>
                    <a:pt x="147014" y="233303"/>
                  </a:cubicBezTo>
                  <a:cubicBezTo>
                    <a:pt x="146876" y="232566"/>
                    <a:pt x="146738" y="231829"/>
                    <a:pt x="146596" y="231070"/>
                  </a:cubicBezTo>
                  <a:cubicBezTo>
                    <a:pt x="145859" y="230825"/>
                    <a:pt x="145122" y="230579"/>
                    <a:pt x="144363" y="230326"/>
                  </a:cubicBezTo>
                  <a:cubicBezTo>
                    <a:pt x="144035" y="228489"/>
                    <a:pt x="144035" y="228489"/>
                    <a:pt x="143945" y="226233"/>
                  </a:cubicBezTo>
                  <a:cubicBezTo>
                    <a:pt x="143882" y="224043"/>
                    <a:pt x="143882" y="224043"/>
                    <a:pt x="143619" y="222140"/>
                  </a:cubicBezTo>
                  <a:cubicBezTo>
                    <a:pt x="143128" y="221895"/>
                    <a:pt x="142637" y="221649"/>
                    <a:pt x="142131" y="221396"/>
                  </a:cubicBezTo>
                  <a:cubicBezTo>
                    <a:pt x="141823" y="219370"/>
                    <a:pt x="141823" y="219370"/>
                    <a:pt x="141666" y="216885"/>
                  </a:cubicBezTo>
                  <a:cubicBezTo>
                    <a:pt x="141582" y="215652"/>
                    <a:pt x="141582" y="215652"/>
                    <a:pt x="141497" y="214394"/>
                  </a:cubicBezTo>
                  <a:cubicBezTo>
                    <a:pt x="141461" y="213758"/>
                    <a:pt x="141424" y="213122"/>
                    <a:pt x="141387" y="212467"/>
                  </a:cubicBezTo>
                  <a:cubicBezTo>
                    <a:pt x="140650" y="212467"/>
                    <a:pt x="139913" y="212467"/>
                    <a:pt x="139154" y="212467"/>
                  </a:cubicBezTo>
                  <a:cubicBezTo>
                    <a:pt x="139126" y="211884"/>
                    <a:pt x="139099" y="211302"/>
                    <a:pt x="139070" y="210702"/>
                  </a:cubicBezTo>
                  <a:cubicBezTo>
                    <a:pt x="139021" y="209949"/>
                    <a:pt x="138972" y="209196"/>
                    <a:pt x="138922" y="208420"/>
                  </a:cubicBezTo>
                  <a:cubicBezTo>
                    <a:pt x="138857" y="207294"/>
                    <a:pt x="138857" y="207294"/>
                    <a:pt x="138791" y="206144"/>
                  </a:cubicBezTo>
                  <a:cubicBezTo>
                    <a:pt x="138665" y="205530"/>
                    <a:pt x="138540" y="204915"/>
                    <a:pt x="138410" y="204281"/>
                  </a:cubicBezTo>
                  <a:cubicBezTo>
                    <a:pt x="137673" y="204036"/>
                    <a:pt x="136937" y="203790"/>
                    <a:pt x="136178" y="203537"/>
                  </a:cubicBezTo>
                  <a:cubicBezTo>
                    <a:pt x="135849" y="201863"/>
                    <a:pt x="135849" y="201863"/>
                    <a:pt x="135759" y="199816"/>
                  </a:cubicBezTo>
                  <a:cubicBezTo>
                    <a:pt x="135696" y="197827"/>
                    <a:pt x="135696" y="197827"/>
                    <a:pt x="135434" y="196096"/>
                  </a:cubicBezTo>
                  <a:cubicBezTo>
                    <a:pt x="134942" y="195850"/>
                    <a:pt x="134451" y="195604"/>
                    <a:pt x="133945" y="195351"/>
                  </a:cubicBezTo>
                  <a:cubicBezTo>
                    <a:pt x="133637" y="193325"/>
                    <a:pt x="133637" y="193325"/>
                    <a:pt x="133480" y="190840"/>
                  </a:cubicBezTo>
                  <a:cubicBezTo>
                    <a:pt x="133397" y="189607"/>
                    <a:pt x="133397" y="189607"/>
                    <a:pt x="133312" y="188349"/>
                  </a:cubicBezTo>
                  <a:cubicBezTo>
                    <a:pt x="133275" y="187713"/>
                    <a:pt x="133239" y="187077"/>
                    <a:pt x="133201" y="186422"/>
                  </a:cubicBezTo>
                  <a:cubicBezTo>
                    <a:pt x="132464" y="186422"/>
                    <a:pt x="131728" y="186422"/>
                    <a:pt x="130969" y="186422"/>
                  </a:cubicBezTo>
                  <a:cubicBezTo>
                    <a:pt x="130941" y="185839"/>
                    <a:pt x="130913" y="185257"/>
                    <a:pt x="130884" y="184657"/>
                  </a:cubicBezTo>
                  <a:cubicBezTo>
                    <a:pt x="130811" y="183528"/>
                    <a:pt x="130811" y="183528"/>
                    <a:pt x="130736" y="182375"/>
                  </a:cubicBezTo>
                  <a:cubicBezTo>
                    <a:pt x="130671" y="181249"/>
                    <a:pt x="130671" y="181249"/>
                    <a:pt x="130605" y="180099"/>
                  </a:cubicBezTo>
                  <a:cubicBezTo>
                    <a:pt x="130480" y="179485"/>
                    <a:pt x="130354" y="178870"/>
                    <a:pt x="130225" y="178236"/>
                  </a:cubicBezTo>
                  <a:cubicBezTo>
                    <a:pt x="129488" y="177991"/>
                    <a:pt x="128751" y="177745"/>
                    <a:pt x="127992" y="177492"/>
                  </a:cubicBezTo>
                  <a:cubicBezTo>
                    <a:pt x="127664" y="175818"/>
                    <a:pt x="127664" y="175818"/>
                    <a:pt x="127574" y="173771"/>
                  </a:cubicBezTo>
                  <a:cubicBezTo>
                    <a:pt x="127511" y="171782"/>
                    <a:pt x="127511" y="171782"/>
                    <a:pt x="127248" y="170051"/>
                  </a:cubicBezTo>
                  <a:cubicBezTo>
                    <a:pt x="126757" y="169805"/>
                    <a:pt x="126266" y="169560"/>
                    <a:pt x="125760" y="169307"/>
                  </a:cubicBezTo>
                  <a:cubicBezTo>
                    <a:pt x="125760" y="167588"/>
                    <a:pt x="125760" y="165869"/>
                    <a:pt x="125760" y="164098"/>
                  </a:cubicBezTo>
                  <a:cubicBezTo>
                    <a:pt x="101203" y="164098"/>
                    <a:pt x="76646" y="164098"/>
                    <a:pt x="51346" y="164098"/>
                  </a:cubicBezTo>
                  <a:cubicBezTo>
                    <a:pt x="51346" y="166308"/>
                    <a:pt x="51346" y="168518"/>
                    <a:pt x="51346" y="170795"/>
                  </a:cubicBezTo>
                  <a:cubicBezTo>
                    <a:pt x="50609" y="170795"/>
                    <a:pt x="49872" y="170795"/>
                    <a:pt x="49113" y="170795"/>
                  </a:cubicBezTo>
                  <a:cubicBezTo>
                    <a:pt x="49113" y="174233"/>
                    <a:pt x="49113" y="177671"/>
                    <a:pt x="49113" y="181213"/>
                  </a:cubicBezTo>
                  <a:cubicBezTo>
                    <a:pt x="48377" y="180967"/>
                    <a:pt x="47640" y="180722"/>
                    <a:pt x="46881" y="180469"/>
                  </a:cubicBezTo>
                  <a:cubicBezTo>
                    <a:pt x="46839" y="181503"/>
                    <a:pt x="46839" y="181503"/>
                    <a:pt x="46797" y="182559"/>
                  </a:cubicBezTo>
                  <a:cubicBezTo>
                    <a:pt x="46748" y="183450"/>
                    <a:pt x="46699" y="184341"/>
                    <a:pt x="46648" y="185259"/>
                  </a:cubicBezTo>
                  <a:cubicBezTo>
                    <a:pt x="46584" y="186593"/>
                    <a:pt x="46584" y="186593"/>
                    <a:pt x="46518" y="187954"/>
                  </a:cubicBezTo>
                  <a:cubicBezTo>
                    <a:pt x="46329" y="189037"/>
                    <a:pt x="46329" y="189037"/>
                    <a:pt x="46137" y="190142"/>
                  </a:cubicBezTo>
                  <a:cubicBezTo>
                    <a:pt x="45400" y="190388"/>
                    <a:pt x="44663" y="190634"/>
                    <a:pt x="43904" y="190887"/>
                  </a:cubicBezTo>
                  <a:cubicBezTo>
                    <a:pt x="43466" y="192634"/>
                    <a:pt x="43466" y="192634"/>
                    <a:pt x="43393" y="194654"/>
                  </a:cubicBezTo>
                  <a:cubicBezTo>
                    <a:pt x="43344" y="195338"/>
                    <a:pt x="43295" y="196022"/>
                    <a:pt x="43244" y="196726"/>
                  </a:cubicBezTo>
                  <a:cubicBezTo>
                    <a:pt x="43217" y="197255"/>
                    <a:pt x="43189" y="197783"/>
                    <a:pt x="43160" y="198328"/>
                  </a:cubicBezTo>
                  <a:cubicBezTo>
                    <a:pt x="42669" y="198328"/>
                    <a:pt x="42178" y="198328"/>
                    <a:pt x="41672" y="198328"/>
                  </a:cubicBezTo>
                  <a:cubicBezTo>
                    <a:pt x="41644" y="199018"/>
                    <a:pt x="41616" y="199707"/>
                    <a:pt x="41588" y="200418"/>
                  </a:cubicBezTo>
                  <a:cubicBezTo>
                    <a:pt x="41539" y="201309"/>
                    <a:pt x="41490" y="202200"/>
                    <a:pt x="41439" y="203118"/>
                  </a:cubicBezTo>
                  <a:cubicBezTo>
                    <a:pt x="41375" y="204452"/>
                    <a:pt x="41375" y="204452"/>
                    <a:pt x="41309" y="205813"/>
                  </a:cubicBezTo>
                  <a:cubicBezTo>
                    <a:pt x="41183" y="206535"/>
                    <a:pt x="41057" y="207258"/>
                    <a:pt x="40928" y="208002"/>
                  </a:cubicBezTo>
                  <a:cubicBezTo>
                    <a:pt x="40191" y="208247"/>
                    <a:pt x="39454" y="208493"/>
                    <a:pt x="38695" y="208746"/>
                  </a:cubicBezTo>
                  <a:cubicBezTo>
                    <a:pt x="38341" y="210815"/>
                    <a:pt x="38341" y="210815"/>
                    <a:pt x="38323" y="213211"/>
                  </a:cubicBezTo>
                  <a:cubicBezTo>
                    <a:pt x="38253" y="215676"/>
                    <a:pt x="38253" y="215676"/>
                    <a:pt x="37951" y="217676"/>
                  </a:cubicBezTo>
                  <a:cubicBezTo>
                    <a:pt x="37214" y="217921"/>
                    <a:pt x="36478" y="218167"/>
                    <a:pt x="35719" y="218420"/>
                  </a:cubicBezTo>
                  <a:cubicBezTo>
                    <a:pt x="35336" y="220316"/>
                    <a:pt x="35336" y="220316"/>
                    <a:pt x="35300" y="222513"/>
                  </a:cubicBezTo>
                  <a:cubicBezTo>
                    <a:pt x="35204" y="224768"/>
                    <a:pt x="35204" y="224768"/>
                    <a:pt x="34975" y="226605"/>
                  </a:cubicBezTo>
                  <a:cubicBezTo>
                    <a:pt x="34483" y="226851"/>
                    <a:pt x="33992" y="227096"/>
                    <a:pt x="33486" y="227349"/>
                  </a:cubicBezTo>
                  <a:cubicBezTo>
                    <a:pt x="33252" y="229468"/>
                    <a:pt x="33204" y="231568"/>
                    <a:pt x="33143" y="233698"/>
                  </a:cubicBezTo>
                  <a:cubicBezTo>
                    <a:pt x="33011" y="234304"/>
                    <a:pt x="32879" y="234910"/>
                    <a:pt x="32742" y="235535"/>
                  </a:cubicBezTo>
                  <a:cubicBezTo>
                    <a:pt x="29981" y="236688"/>
                    <a:pt x="26855" y="236400"/>
                    <a:pt x="23908" y="236404"/>
                  </a:cubicBezTo>
                  <a:cubicBezTo>
                    <a:pt x="23343" y="236407"/>
                    <a:pt x="22778" y="236409"/>
                    <a:pt x="22196" y="236412"/>
                  </a:cubicBezTo>
                  <a:cubicBezTo>
                    <a:pt x="21003" y="236415"/>
                    <a:pt x="19811" y="236417"/>
                    <a:pt x="18618" y="236417"/>
                  </a:cubicBezTo>
                  <a:cubicBezTo>
                    <a:pt x="16799" y="236419"/>
                    <a:pt x="14980" y="236432"/>
                    <a:pt x="13161" y="236446"/>
                  </a:cubicBezTo>
                  <a:cubicBezTo>
                    <a:pt x="11999" y="236448"/>
                    <a:pt x="10838" y="236450"/>
                    <a:pt x="9677" y="236451"/>
                  </a:cubicBezTo>
                  <a:cubicBezTo>
                    <a:pt x="9136" y="236456"/>
                    <a:pt x="8594" y="236461"/>
                    <a:pt x="8037" y="236467"/>
                  </a:cubicBezTo>
                  <a:cubicBezTo>
                    <a:pt x="5077" y="236454"/>
                    <a:pt x="2558" y="236371"/>
                    <a:pt x="0" y="234791"/>
                  </a:cubicBezTo>
                  <a:cubicBezTo>
                    <a:pt x="0" y="233809"/>
                    <a:pt x="0" y="232826"/>
                    <a:pt x="0" y="231814"/>
                  </a:cubicBezTo>
                  <a:cubicBezTo>
                    <a:pt x="491" y="231569"/>
                    <a:pt x="982" y="231323"/>
                    <a:pt x="1488" y="231070"/>
                  </a:cubicBezTo>
                  <a:cubicBezTo>
                    <a:pt x="1752" y="229147"/>
                    <a:pt x="1819" y="227242"/>
                    <a:pt x="1904" y="225303"/>
                  </a:cubicBezTo>
                  <a:cubicBezTo>
                    <a:pt x="2012" y="224751"/>
                    <a:pt x="2121" y="224198"/>
                    <a:pt x="2232" y="223629"/>
                  </a:cubicBezTo>
                  <a:cubicBezTo>
                    <a:pt x="2969" y="223383"/>
                    <a:pt x="3706" y="223138"/>
                    <a:pt x="4465" y="222885"/>
                  </a:cubicBezTo>
                  <a:cubicBezTo>
                    <a:pt x="4904" y="220794"/>
                    <a:pt x="4904" y="220794"/>
                    <a:pt x="4976" y="218373"/>
                  </a:cubicBezTo>
                  <a:cubicBezTo>
                    <a:pt x="5025" y="217551"/>
                    <a:pt x="5074" y="216729"/>
                    <a:pt x="5125" y="215882"/>
                  </a:cubicBezTo>
                  <a:cubicBezTo>
                    <a:pt x="5153" y="215246"/>
                    <a:pt x="5180" y="214610"/>
                    <a:pt x="5209" y="213955"/>
                  </a:cubicBezTo>
                  <a:cubicBezTo>
                    <a:pt x="5946" y="213955"/>
                    <a:pt x="6682" y="213955"/>
                    <a:pt x="7441" y="213955"/>
                  </a:cubicBezTo>
                  <a:cubicBezTo>
                    <a:pt x="7496" y="213082"/>
                    <a:pt x="7496" y="213082"/>
                    <a:pt x="7552" y="212191"/>
                  </a:cubicBezTo>
                  <a:cubicBezTo>
                    <a:pt x="7608" y="211438"/>
                    <a:pt x="7663" y="210685"/>
                    <a:pt x="7720" y="209909"/>
                  </a:cubicBezTo>
                  <a:cubicBezTo>
                    <a:pt x="7772" y="209158"/>
                    <a:pt x="7824" y="208407"/>
                    <a:pt x="7877" y="207633"/>
                  </a:cubicBezTo>
                  <a:cubicBezTo>
                    <a:pt x="8030" y="206710"/>
                    <a:pt x="8030" y="206710"/>
                    <a:pt x="8186" y="205769"/>
                  </a:cubicBezTo>
                  <a:cubicBezTo>
                    <a:pt x="8677" y="205524"/>
                    <a:pt x="9168" y="205278"/>
                    <a:pt x="9674" y="205025"/>
                  </a:cubicBezTo>
                  <a:cubicBezTo>
                    <a:pt x="9908" y="202907"/>
                    <a:pt x="9956" y="200807"/>
                    <a:pt x="10017" y="198677"/>
                  </a:cubicBezTo>
                  <a:cubicBezTo>
                    <a:pt x="10215" y="197767"/>
                    <a:pt x="10215" y="197767"/>
                    <a:pt x="10418" y="196840"/>
                  </a:cubicBezTo>
                  <a:cubicBezTo>
                    <a:pt x="11408" y="196582"/>
                    <a:pt x="12400" y="196333"/>
                    <a:pt x="13395" y="196096"/>
                  </a:cubicBezTo>
                  <a:cubicBezTo>
                    <a:pt x="13758" y="194342"/>
                    <a:pt x="13758" y="194342"/>
                    <a:pt x="13581" y="192328"/>
                  </a:cubicBezTo>
                  <a:cubicBezTo>
                    <a:pt x="13554" y="191644"/>
                    <a:pt x="13527" y="190960"/>
                    <a:pt x="13499" y="190256"/>
                  </a:cubicBezTo>
                  <a:cubicBezTo>
                    <a:pt x="13465" y="189727"/>
                    <a:pt x="13430" y="189199"/>
                    <a:pt x="13395" y="188654"/>
                  </a:cubicBezTo>
                  <a:cubicBezTo>
                    <a:pt x="14131" y="188654"/>
                    <a:pt x="14868" y="188654"/>
                    <a:pt x="15627" y="188654"/>
                  </a:cubicBezTo>
                  <a:cubicBezTo>
                    <a:pt x="15655" y="188035"/>
                    <a:pt x="15683" y="187417"/>
                    <a:pt x="15711" y="186779"/>
                  </a:cubicBezTo>
                  <a:cubicBezTo>
                    <a:pt x="15760" y="185971"/>
                    <a:pt x="15809" y="185162"/>
                    <a:pt x="15859" y="184329"/>
                  </a:cubicBezTo>
                  <a:cubicBezTo>
                    <a:pt x="15903" y="183526"/>
                    <a:pt x="15946" y="182723"/>
                    <a:pt x="15990" y="181896"/>
                  </a:cubicBezTo>
                  <a:cubicBezTo>
                    <a:pt x="16413" y="179487"/>
                    <a:pt x="16901" y="179094"/>
                    <a:pt x="18604" y="177492"/>
                  </a:cubicBezTo>
                  <a:cubicBezTo>
                    <a:pt x="18790" y="175985"/>
                    <a:pt x="18790" y="175985"/>
                    <a:pt x="18604" y="174422"/>
                  </a:cubicBezTo>
                  <a:cubicBezTo>
                    <a:pt x="18604" y="173471"/>
                    <a:pt x="18604" y="172519"/>
                    <a:pt x="18604" y="171539"/>
                  </a:cubicBezTo>
                  <a:cubicBezTo>
                    <a:pt x="19340" y="171293"/>
                    <a:pt x="20077" y="171048"/>
                    <a:pt x="20836" y="170795"/>
                  </a:cubicBezTo>
                  <a:cubicBezTo>
                    <a:pt x="21190" y="168726"/>
                    <a:pt x="21190" y="168726"/>
                    <a:pt x="21208" y="166330"/>
                  </a:cubicBezTo>
                  <a:cubicBezTo>
                    <a:pt x="21278" y="163865"/>
                    <a:pt x="21278" y="163865"/>
                    <a:pt x="21580" y="161865"/>
                  </a:cubicBezTo>
                  <a:cubicBezTo>
                    <a:pt x="22317" y="161620"/>
                    <a:pt x="23053" y="161374"/>
                    <a:pt x="23813" y="161121"/>
                  </a:cubicBezTo>
                  <a:cubicBezTo>
                    <a:pt x="24194" y="159396"/>
                    <a:pt x="24194" y="159396"/>
                    <a:pt x="24231" y="157400"/>
                  </a:cubicBezTo>
                  <a:cubicBezTo>
                    <a:pt x="24327" y="155354"/>
                    <a:pt x="24327" y="155354"/>
                    <a:pt x="24557" y="153680"/>
                  </a:cubicBezTo>
                  <a:cubicBezTo>
                    <a:pt x="25048" y="153434"/>
                    <a:pt x="25539" y="153188"/>
                    <a:pt x="26045" y="152935"/>
                  </a:cubicBezTo>
                  <a:cubicBezTo>
                    <a:pt x="26310" y="150818"/>
                    <a:pt x="26375" y="148718"/>
                    <a:pt x="26461" y="146587"/>
                  </a:cubicBezTo>
                  <a:cubicBezTo>
                    <a:pt x="26569" y="145981"/>
                    <a:pt x="26677" y="145374"/>
                    <a:pt x="26789" y="144750"/>
                  </a:cubicBezTo>
                  <a:cubicBezTo>
                    <a:pt x="27526" y="144504"/>
                    <a:pt x="28262" y="144259"/>
                    <a:pt x="29021" y="144006"/>
                  </a:cubicBezTo>
                  <a:cubicBezTo>
                    <a:pt x="29376" y="141936"/>
                    <a:pt x="29376" y="141936"/>
                    <a:pt x="29394" y="139541"/>
                  </a:cubicBezTo>
                  <a:cubicBezTo>
                    <a:pt x="29463" y="137076"/>
                    <a:pt x="29463" y="137076"/>
                    <a:pt x="29766" y="135076"/>
                  </a:cubicBezTo>
                  <a:cubicBezTo>
                    <a:pt x="30502" y="134830"/>
                    <a:pt x="31239" y="134585"/>
                    <a:pt x="31998" y="134332"/>
                  </a:cubicBezTo>
                  <a:cubicBezTo>
                    <a:pt x="32436" y="132584"/>
                    <a:pt x="32436" y="132584"/>
                    <a:pt x="32510" y="130565"/>
                  </a:cubicBezTo>
                  <a:cubicBezTo>
                    <a:pt x="32559" y="129881"/>
                    <a:pt x="32607" y="129197"/>
                    <a:pt x="32658" y="128492"/>
                  </a:cubicBezTo>
                  <a:cubicBezTo>
                    <a:pt x="32686" y="127964"/>
                    <a:pt x="32714" y="127435"/>
                    <a:pt x="32742" y="126891"/>
                  </a:cubicBezTo>
                  <a:cubicBezTo>
                    <a:pt x="33479" y="126891"/>
                    <a:pt x="34216" y="126891"/>
                    <a:pt x="34975" y="126891"/>
                  </a:cubicBezTo>
                  <a:cubicBezTo>
                    <a:pt x="34949" y="126317"/>
                    <a:pt x="34923" y="125743"/>
                    <a:pt x="34896" y="125152"/>
                  </a:cubicBezTo>
                  <a:cubicBezTo>
                    <a:pt x="34876" y="124406"/>
                    <a:pt x="34856" y="123660"/>
                    <a:pt x="34835" y="122891"/>
                  </a:cubicBezTo>
                  <a:cubicBezTo>
                    <a:pt x="34809" y="122148"/>
                    <a:pt x="34783" y="121406"/>
                    <a:pt x="34757" y="120641"/>
                  </a:cubicBezTo>
                  <a:cubicBezTo>
                    <a:pt x="34865" y="119683"/>
                    <a:pt x="34865" y="119683"/>
                    <a:pt x="34975" y="118705"/>
                  </a:cubicBezTo>
                  <a:cubicBezTo>
                    <a:pt x="35711" y="118214"/>
                    <a:pt x="36448" y="117723"/>
                    <a:pt x="37207" y="117217"/>
                  </a:cubicBezTo>
                  <a:cubicBezTo>
                    <a:pt x="37543" y="115274"/>
                    <a:pt x="37581" y="113393"/>
                    <a:pt x="37649" y="111423"/>
                  </a:cubicBezTo>
                  <a:cubicBezTo>
                    <a:pt x="37749" y="110880"/>
                    <a:pt x="37848" y="110336"/>
                    <a:pt x="37951" y="109775"/>
                  </a:cubicBezTo>
                  <a:cubicBezTo>
                    <a:pt x="38688" y="109530"/>
                    <a:pt x="39425" y="109284"/>
                    <a:pt x="40184" y="109031"/>
                  </a:cubicBezTo>
                  <a:cubicBezTo>
                    <a:pt x="40622" y="107112"/>
                    <a:pt x="40622" y="107112"/>
                    <a:pt x="40695" y="104892"/>
                  </a:cubicBezTo>
                  <a:cubicBezTo>
                    <a:pt x="40744" y="104139"/>
                    <a:pt x="40793" y="103386"/>
                    <a:pt x="40843" y="102610"/>
                  </a:cubicBezTo>
                  <a:cubicBezTo>
                    <a:pt x="40885" y="101737"/>
                    <a:pt x="40885" y="101737"/>
                    <a:pt x="40928" y="100846"/>
                  </a:cubicBezTo>
                  <a:cubicBezTo>
                    <a:pt x="41664" y="100846"/>
                    <a:pt x="42401" y="100846"/>
                    <a:pt x="43160" y="100846"/>
                  </a:cubicBezTo>
                  <a:cubicBezTo>
                    <a:pt x="43126" y="100317"/>
                    <a:pt x="43091" y="99789"/>
                    <a:pt x="43056" y="99244"/>
                  </a:cubicBezTo>
                  <a:cubicBezTo>
                    <a:pt x="43015" y="98218"/>
                    <a:pt x="43015" y="98218"/>
                    <a:pt x="42974" y="97171"/>
                  </a:cubicBezTo>
                  <a:cubicBezTo>
                    <a:pt x="42940" y="96489"/>
                    <a:pt x="42905" y="95807"/>
                    <a:pt x="42869" y="95105"/>
                  </a:cubicBezTo>
                  <a:cubicBezTo>
                    <a:pt x="43013" y="94263"/>
                    <a:pt x="43013" y="94263"/>
                    <a:pt x="43160" y="93404"/>
                  </a:cubicBezTo>
                  <a:cubicBezTo>
                    <a:pt x="43901" y="93242"/>
                    <a:pt x="43901" y="93242"/>
                    <a:pt x="44657" y="93076"/>
                  </a:cubicBezTo>
                  <a:cubicBezTo>
                    <a:pt x="45145" y="92939"/>
                    <a:pt x="45634" y="92801"/>
                    <a:pt x="46137" y="92660"/>
                  </a:cubicBezTo>
                  <a:cubicBezTo>
                    <a:pt x="46415" y="90585"/>
                    <a:pt x="46415" y="90585"/>
                    <a:pt x="46183" y="88195"/>
                  </a:cubicBezTo>
                  <a:cubicBezTo>
                    <a:pt x="46023" y="85730"/>
                    <a:pt x="46023" y="85730"/>
                    <a:pt x="46137" y="83730"/>
                  </a:cubicBezTo>
                  <a:cubicBezTo>
                    <a:pt x="46873" y="83485"/>
                    <a:pt x="47610" y="83239"/>
                    <a:pt x="48369" y="82986"/>
                  </a:cubicBezTo>
                  <a:cubicBezTo>
                    <a:pt x="48808" y="81067"/>
                    <a:pt x="48808" y="81067"/>
                    <a:pt x="48881" y="78847"/>
                  </a:cubicBezTo>
                  <a:cubicBezTo>
                    <a:pt x="48930" y="78094"/>
                    <a:pt x="48979" y="77341"/>
                    <a:pt x="49029" y="76565"/>
                  </a:cubicBezTo>
                  <a:cubicBezTo>
                    <a:pt x="49057" y="75983"/>
                    <a:pt x="49085" y="75401"/>
                    <a:pt x="49113" y="74801"/>
                  </a:cubicBezTo>
                  <a:cubicBezTo>
                    <a:pt x="49850" y="74801"/>
                    <a:pt x="50587" y="74801"/>
                    <a:pt x="51346" y="74801"/>
                  </a:cubicBezTo>
                  <a:cubicBezTo>
                    <a:pt x="51320" y="74218"/>
                    <a:pt x="51294" y="73636"/>
                    <a:pt x="51267" y="73036"/>
                  </a:cubicBezTo>
                  <a:cubicBezTo>
                    <a:pt x="51247" y="72283"/>
                    <a:pt x="51227" y="71530"/>
                    <a:pt x="51206" y="70754"/>
                  </a:cubicBezTo>
                  <a:cubicBezTo>
                    <a:pt x="51167" y="69628"/>
                    <a:pt x="51167" y="69628"/>
                    <a:pt x="51128" y="68478"/>
                  </a:cubicBezTo>
                  <a:cubicBezTo>
                    <a:pt x="51200" y="67864"/>
                    <a:pt x="51272" y="67249"/>
                    <a:pt x="51346" y="66615"/>
                  </a:cubicBezTo>
                  <a:cubicBezTo>
                    <a:pt x="52082" y="66370"/>
                    <a:pt x="52819" y="66124"/>
                    <a:pt x="53578" y="65871"/>
                  </a:cubicBezTo>
                  <a:cubicBezTo>
                    <a:pt x="54017" y="63780"/>
                    <a:pt x="54017" y="63780"/>
                    <a:pt x="54090" y="61360"/>
                  </a:cubicBezTo>
                  <a:cubicBezTo>
                    <a:pt x="54139" y="60538"/>
                    <a:pt x="54188" y="59715"/>
                    <a:pt x="54238" y="58869"/>
                  </a:cubicBezTo>
                  <a:cubicBezTo>
                    <a:pt x="54266" y="58233"/>
                    <a:pt x="54294" y="57597"/>
                    <a:pt x="54322" y="56941"/>
                  </a:cubicBezTo>
                  <a:cubicBezTo>
                    <a:pt x="55059" y="56941"/>
                    <a:pt x="55796" y="56941"/>
                    <a:pt x="56555" y="56941"/>
                  </a:cubicBezTo>
                  <a:cubicBezTo>
                    <a:pt x="56609" y="56068"/>
                    <a:pt x="56609" y="56068"/>
                    <a:pt x="56665" y="55177"/>
                  </a:cubicBezTo>
                  <a:cubicBezTo>
                    <a:pt x="56721" y="54424"/>
                    <a:pt x="56776" y="53671"/>
                    <a:pt x="56834" y="52895"/>
                  </a:cubicBezTo>
                  <a:cubicBezTo>
                    <a:pt x="56886" y="52144"/>
                    <a:pt x="56937" y="51393"/>
                    <a:pt x="56991" y="50619"/>
                  </a:cubicBezTo>
                  <a:cubicBezTo>
                    <a:pt x="57143" y="49697"/>
                    <a:pt x="57143" y="49697"/>
                    <a:pt x="57299" y="48756"/>
                  </a:cubicBezTo>
                  <a:cubicBezTo>
                    <a:pt x="57790" y="48510"/>
                    <a:pt x="58281" y="48265"/>
                    <a:pt x="58787" y="48012"/>
                  </a:cubicBezTo>
                  <a:cubicBezTo>
                    <a:pt x="59302" y="45921"/>
                    <a:pt x="59302" y="45921"/>
                    <a:pt x="59624" y="43500"/>
                  </a:cubicBezTo>
                  <a:cubicBezTo>
                    <a:pt x="59749" y="42678"/>
                    <a:pt x="59874" y="41856"/>
                    <a:pt x="60002" y="41009"/>
                  </a:cubicBezTo>
                  <a:cubicBezTo>
                    <a:pt x="60137" y="40055"/>
                    <a:pt x="60137" y="40055"/>
                    <a:pt x="60275" y="39082"/>
                  </a:cubicBezTo>
                  <a:cubicBezTo>
                    <a:pt x="61012" y="39082"/>
                    <a:pt x="61749" y="39082"/>
                    <a:pt x="62508" y="39082"/>
                  </a:cubicBezTo>
                  <a:cubicBezTo>
                    <a:pt x="62508" y="36626"/>
                    <a:pt x="62508" y="34171"/>
                    <a:pt x="62508" y="31641"/>
                  </a:cubicBezTo>
                  <a:cubicBezTo>
                    <a:pt x="63245" y="31641"/>
                    <a:pt x="63981" y="31641"/>
                    <a:pt x="64740" y="31641"/>
                  </a:cubicBezTo>
                  <a:cubicBezTo>
                    <a:pt x="64986" y="28448"/>
                    <a:pt x="65231" y="25256"/>
                    <a:pt x="65484" y="21967"/>
                  </a:cubicBezTo>
                  <a:cubicBezTo>
                    <a:pt x="65976" y="21967"/>
                    <a:pt x="66467" y="21967"/>
                    <a:pt x="66973" y="21967"/>
                  </a:cubicBezTo>
                  <a:cubicBezTo>
                    <a:pt x="67437" y="20299"/>
                    <a:pt x="67437" y="20299"/>
                    <a:pt x="67717" y="18293"/>
                  </a:cubicBezTo>
                  <a:cubicBezTo>
                    <a:pt x="68042" y="16226"/>
                    <a:pt x="68042" y="16226"/>
                    <a:pt x="68461" y="14525"/>
                  </a:cubicBezTo>
                  <a:cubicBezTo>
                    <a:pt x="69198" y="14157"/>
                    <a:pt x="69198" y="14157"/>
                    <a:pt x="69949" y="13781"/>
                  </a:cubicBezTo>
                  <a:cubicBezTo>
                    <a:pt x="70215" y="11470"/>
                    <a:pt x="70280" y="9175"/>
                    <a:pt x="70365" y="6851"/>
                  </a:cubicBezTo>
                  <a:cubicBezTo>
                    <a:pt x="70527" y="5861"/>
                    <a:pt x="70527" y="5861"/>
                    <a:pt x="70693" y="4851"/>
                  </a:cubicBezTo>
                  <a:cubicBezTo>
                    <a:pt x="71430" y="4606"/>
                    <a:pt x="72167" y="4360"/>
                    <a:pt x="72926" y="4107"/>
                  </a:cubicBezTo>
                  <a:cubicBezTo>
                    <a:pt x="72959" y="3486"/>
                    <a:pt x="72992" y="2864"/>
                    <a:pt x="73026" y="2223"/>
                  </a:cubicBezTo>
                  <a:cubicBezTo>
                    <a:pt x="73238" y="1617"/>
                    <a:pt x="73451" y="1011"/>
                    <a:pt x="73670" y="387"/>
                  </a:cubicBezTo>
                  <a:cubicBezTo>
                    <a:pt x="75996" y="38"/>
                    <a:pt x="77926" y="-46"/>
                    <a:pt x="80254" y="23"/>
                  </a:cubicBezTo>
                  <a:close/>
                </a:path>
              </a:pathLst>
            </a:custGeom>
            <a:grpFill/>
            <a:ln w="744" cap="flat">
              <a:noFill/>
              <a:prstDash val="solid"/>
              <a:miter/>
            </a:ln>
          </p:spPr>
          <p:txBody>
            <a:bodyPr rtlCol="0" anchor="ctr"/>
            <a:lstStyle/>
            <a:p>
              <a:endParaRPr lang="zh-CN" altLang="en-US"/>
            </a:p>
          </p:txBody>
        </p:sp>
        <p:sp>
          <p:nvSpPr>
            <p:cNvPr id="127" name="任意多边形: 形状 126"/>
            <p:cNvSpPr/>
            <p:nvPr/>
          </p:nvSpPr>
          <p:spPr>
            <a:xfrm>
              <a:off x="6044502" y="1394440"/>
              <a:ext cx="181195" cy="236019"/>
            </a:xfrm>
            <a:custGeom>
              <a:avLst/>
              <a:gdLst>
                <a:gd name="connsiteX0" fmla="*/ 87826 w 181195"/>
                <a:gd name="connsiteY0" fmla="*/ 40237 h 236019"/>
                <a:gd name="connsiteX1" fmla="*/ 87742 w 181195"/>
                <a:gd name="connsiteY1" fmla="*/ 42301 h 236019"/>
                <a:gd name="connsiteX2" fmla="*/ 87593 w 181195"/>
                <a:gd name="connsiteY2" fmla="*/ 44981 h 236019"/>
                <a:gd name="connsiteX3" fmla="*/ 87082 w 181195"/>
                <a:gd name="connsiteY3" fmla="*/ 49911 h 236019"/>
                <a:gd name="connsiteX4" fmla="*/ 84849 w 181195"/>
                <a:gd name="connsiteY4" fmla="*/ 51399 h 236019"/>
                <a:gd name="connsiteX5" fmla="*/ 84631 w 181195"/>
                <a:gd name="connsiteY5" fmla="*/ 53661 h 236019"/>
                <a:gd name="connsiteX6" fmla="*/ 84710 w 181195"/>
                <a:gd name="connsiteY6" fmla="*/ 56329 h 236019"/>
                <a:gd name="connsiteX7" fmla="*/ 84771 w 181195"/>
                <a:gd name="connsiteY7" fmla="*/ 59009 h 236019"/>
                <a:gd name="connsiteX8" fmla="*/ 84849 w 181195"/>
                <a:gd name="connsiteY8" fmla="*/ 61073 h 236019"/>
                <a:gd name="connsiteX9" fmla="*/ 82617 w 181195"/>
                <a:gd name="connsiteY9" fmla="*/ 61073 h 236019"/>
                <a:gd name="connsiteX10" fmla="*/ 81966 w 181195"/>
                <a:gd name="connsiteY10" fmla="*/ 67119 h 236019"/>
                <a:gd name="connsiteX11" fmla="*/ 81873 w 181195"/>
                <a:gd name="connsiteY11" fmla="*/ 70747 h 236019"/>
                <a:gd name="connsiteX12" fmla="*/ 79640 w 181195"/>
                <a:gd name="connsiteY12" fmla="*/ 71491 h 236019"/>
                <a:gd name="connsiteX13" fmla="*/ 79687 w 181195"/>
                <a:gd name="connsiteY13" fmla="*/ 75956 h 236019"/>
                <a:gd name="connsiteX14" fmla="*/ 79640 w 181195"/>
                <a:gd name="connsiteY14" fmla="*/ 80421 h 236019"/>
                <a:gd name="connsiteX15" fmla="*/ 78184 w 181195"/>
                <a:gd name="connsiteY15" fmla="*/ 80836 h 236019"/>
                <a:gd name="connsiteX16" fmla="*/ 76664 w 181195"/>
                <a:gd name="connsiteY16" fmla="*/ 81165 h 236019"/>
                <a:gd name="connsiteX17" fmla="*/ 76210 w 181195"/>
                <a:gd name="connsiteY17" fmla="*/ 82865 h 236019"/>
                <a:gd name="connsiteX18" fmla="*/ 76106 w 181195"/>
                <a:gd name="connsiteY18" fmla="*/ 84932 h 236019"/>
                <a:gd name="connsiteX19" fmla="*/ 75978 w 181195"/>
                <a:gd name="connsiteY19" fmla="*/ 87004 h 236019"/>
                <a:gd name="connsiteX20" fmla="*/ 75920 w 181195"/>
                <a:gd name="connsiteY20" fmla="*/ 88606 h 236019"/>
                <a:gd name="connsiteX21" fmla="*/ 75176 w 181195"/>
                <a:gd name="connsiteY21" fmla="*/ 88606 h 236019"/>
                <a:gd name="connsiteX22" fmla="*/ 73670 w 181195"/>
                <a:gd name="connsiteY22" fmla="*/ 93080 h 236019"/>
                <a:gd name="connsiteX23" fmla="*/ 73687 w 181195"/>
                <a:gd name="connsiteY23" fmla="*/ 97536 h 236019"/>
                <a:gd name="connsiteX24" fmla="*/ 71455 w 181195"/>
                <a:gd name="connsiteY24" fmla="*/ 98280 h 236019"/>
                <a:gd name="connsiteX25" fmla="*/ 71501 w 181195"/>
                <a:gd name="connsiteY25" fmla="*/ 102745 h 236019"/>
                <a:gd name="connsiteX26" fmla="*/ 71455 w 181195"/>
                <a:gd name="connsiteY26" fmla="*/ 107210 h 236019"/>
                <a:gd name="connsiteX27" fmla="*/ 69975 w 181195"/>
                <a:gd name="connsiteY27" fmla="*/ 107625 h 236019"/>
                <a:gd name="connsiteX28" fmla="*/ 68478 w 181195"/>
                <a:gd name="connsiteY28" fmla="*/ 107954 h 236019"/>
                <a:gd name="connsiteX29" fmla="*/ 68188 w 181195"/>
                <a:gd name="connsiteY29" fmla="*/ 109654 h 236019"/>
                <a:gd name="connsiteX30" fmla="*/ 68292 w 181195"/>
                <a:gd name="connsiteY30" fmla="*/ 111721 h 236019"/>
                <a:gd name="connsiteX31" fmla="*/ 68374 w 181195"/>
                <a:gd name="connsiteY31" fmla="*/ 113794 h 236019"/>
                <a:gd name="connsiteX32" fmla="*/ 68478 w 181195"/>
                <a:gd name="connsiteY32" fmla="*/ 115395 h 236019"/>
                <a:gd name="connsiteX33" fmla="*/ 66246 w 181195"/>
                <a:gd name="connsiteY33" fmla="*/ 115395 h 236019"/>
                <a:gd name="connsiteX34" fmla="*/ 65595 w 181195"/>
                <a:gd name="connsiteY34" fmla="*/ 121069 h 236019"/>
                <a:gd name="connsiteX35" fmla="*/ 65502 w 181195"/>
                <a:gd name="connsiteY35" fmla="*/ 124325 h 236019"/>
                <a:gd name="connsiteX36" fmla="*/ 63269 w 181195"/>
                <a:gd name="connsiteY36" fmla="*/ 125069 h 236019"/>
                <a:gd name="connsiteX37" fmla="*/ 62804 w 181195"/>
                <a:gd name="connsiteY37" fmla="*/ 127674 h 236019"/>
                <a:gd name="connsiteX38" fmla="*/ 62525 w 181195"/>
                <a:gd name="connsiteY38" fmla="*/ 130278 h 236019"/>
                <a:gd name="connsiteX39" fmla="*/ 61781 w 181195"/>
                <a:gd name="connsiteY39" fmla="*/ 133255 h 236019"/>
                <a:gd name="connsiteX40" fmla="*/ 116103 w 181195"/>
                <a:gd name="connsiteY40" fmla="*/ 133255 h 236019"/>
                <a:gd name="connsiteX41" fmla="*/ 115359 w 181195"/>
                <a:gd name="connsiteY41" fmla="*/ 125813 h 236019"/>
                <a:gd name="connsiteX42" fmla="*/ 112383 w 181195"/>
                <a:gd name="connsiteY42" fmla="*/ 125069 h 236019"/>
                <a:gd name="connsiteX43" fmla="*/ 112197 w 181195"/>
                <a:gd name="connsiteY43" fmla="*/ 123069 h 236019"/>
                <a:gd name="connsiteX44" fmla="*/ 112383 w 181195"/>
                <a:gd name="connsiteY44" fmla="*/ 116139 h 236019"/>
                <a:gd name="connsiteX45" fmla="*/ 110900 w 181195"/>
                <a:gd name="connsiteY45" fmla="*/ 115721 h 236019"/>
                <a:gd name="connsiteX46" fmla="*/ 109406 w 181195"/>
                <a:gd name="connsiteY46" fmla="*/ 115395 h 236019"/>
                <a:gd name="connsiteX47" fmla="*/ 109168 w 181195"/>
                <a:gd name="connsiteY47" fmla="*/ 113721 h 236019"/>
                <a:gd name="connsiteX48" fmla="*/ 109406 w 181195"/>
                <a:gd name="connsiteY48" fmla="*/ 107954 h 236019"/>
                <a:gd name="connsiteX49" fmla="*/ 107918 w 181195"/>
                <a:gd name="connsiteY49" fmla="*/ 107210 h 236019"/>
                <a:gd name="connsiteX50" fmla="*/ 107220 w 181195"/>
                <a:gd name="connsiteY50" fmla="*/ 103117 h 236019"/>
                <a:gd name="connsiteX51" fmla="*/ 106429 w 181195"/>
                <a:gd name="connsiteY51" fmla="*/ 99024 h 236019"/>
                <a:gd name="connsiteX52" fmla="*/ 104197 w 181195"/>
                <a:gd name="connsiteY52" fmla="*/ 98280 h 236019"/>
                <a:gd name="connsiteX53" fmla="*/ 104197 w 181195"/>
                <a:gd name="connsiteY53" fmla="*/ 94652 h 236019"/>
                <a:gd name="connsiteX54" fmla="*/ 104337 w 181195"/>
                <a:gd name="connsiteY54" fmla="*/ 92658 h 236019"/>
                <a:gd name="connsiteX55" fmla="*/ 103104 w 181195"/>
                <a:gd name="connsiteY55" fmla="*/ 89722 h 236019"/>
                <a:gd name="connsiteX56" fmla="*/ 101593 w 181195"/>
                <a:gd name="connsiteY56" fmla="*/ 84792 h 236019"/>
                <a:gd name="connsiteX57" fmla="*/ 101220 w 181195"/>
                <a:gd name="connsiteY57" fmla="*/ 81165 h 236019"/>
                <a:gd name="connsiteX58" fmla="*/ 98988 w 181195"/>
                <a:gd name="connsiteY58" fmla="*/ 80421 h 236019"/>
                <a:gd name="connsiteX59" fmla="*/ 98895 w 181195"/>
                <a:gd name="connsiteY59" fmla="*/ 77584 h 236019"/>
                <a:gd name="connsiteX60" fmla="*/ 98244 w 181195"/>
                <a:gd name="connsiteY60" fmla="*/ 71491 h 236019"/>
                <a:gd name="connsiteX61" fmla="*/ 96011 w 181195"/>
                <a:gd name="connsiteY61" fmla="*/ 70747 h 236019"/>
                <a:gd name="connsiteX62" fmla="*/ 95820 w 181195"/>
                <a:gd name="connsiteY62" fmla="*/ 69261 h 236019"/>
                <a:gd name="connsiteX63" fmla="*/ 95267 w 181195"/>
                <a:gd name="connsiteY63" fmla="*/ 62561 h 236019"/>
                <a:gd name="connsiteX64" fmla="*/ 93035 w 181195"/>
                <a:gd name="connsiteY64" fmla="*/ 62561 h 236019"/>
                <a:gd name="connsiteX65" fmla="*/ 93113 w 181195"/>
                <a:gd name="connsiteY65" fmla="*/ 60634 h 236019"/>
                <a:gd name="connsiteX66" fmla="*/ 93174 w 181195"/>
                <a:gd name="connsiteY66" fmla="*/ 58143 h 236019"/>
                <a:gd name="connsiteX67" fmla="*/ 93035 w 181195"/>
                <a:gd name="connsiteY67" fmla="*/ 53632 h 236019"/>
                <a:gd name="connsiteX68" fmla="*/ 90802 w 181195"/>
                <a:gd name="connsiteY68" fmla="*/ 52887 h 236019"/>
                <a:gd name="connsiteX69" fmla="*/ 90849 w 181195"/>
                <a:gd name="connsiteY69" fmla="*/ 48609 h 236019"/>
                <a:gd name="connsiteX70" fmla="*/ 91015 w 181195"/>
                <a:gd name="connsiteY70" fmla="*/ 46248 h 236019"/>
                <a:gd name="connsiteX71" fmla="*/ 87826 w 181195"/>
                <a:gd name="connsiteY71" fmla="*/ 40237 h 236019"/>
                <a:gd name="connsiteX72" fmla="*/ 74414 w 181195"/>
                <a:gd name="connsiteY72" fmla="*/ 0 h 236019"/>
                <a:gd name="connsiteX73" fmla="*/ 104180 w 181195"/>
                <a:gd name="connsiteY73" fmla="*/ 0 h 236019"/>
                <a:gd name="connsiteX74" fmla="*/ 104924 w 181195"/>
                <a:gd name="connsiteY74" fmla="*/ 6697 h 236019"/>
                <a:gd name="connsiteX75" fmla="*/ 106412 w 181195"/>
                <a:gd name="connsiteY75" fmla="*/ 7441 h 236019"/>
                <a:gd name="connsiteX76" fmla="*/ 106877 w 181195"/>
                <a:gd name="connsiteY76" fmla="*/ 11209 h 236019"/>
                <a:gd name="connsiteX77" fmla="*/ 107046 w 181195"/>
                <a:gd name="connsiteY77" fmla="*/ 13281 h 236019"/>
                <a:gd name="connsiteX78" fmla="*/ 107156 w 181195"/>
                <a:gd name="connsiteY78" fmla="*/ 14883 h 236019"/>
                <a:gd name="connsiteX79" fmla="*/ 109389 w 181195"/>
                <a:gd name="connsiteY79" fmla="*/ 14883 h 236019"/>
                <a:gd name="connsiteX80" fmla="*/ 109499 w 181195"/>
                <a:gd name="connsiteY80" fmla="*/ 16296 h 236019"/>
                <a:gd name="connsiteX81" fmla="*/ 109668 w 181195"/>
                <a:gd name="connsiteY81" fmla="*/ 18138 h 236019"/>
                <a:gd name="connsiteX82" fmla="*/ 109825 w 181195"/>
                <a:gd name="connsiteY82" fmla="*/ 19970 h 236019"/>
                <a:gd name="connsiteX83" fmla="*/ 111621 w 181195"/>
                <a:gd name="connsiteY83" fmla="*/ 23068 h 236019"/>
                <a:gd name="connsiteX84" fmla="*/ 112365 w 181195"/>
                <a:gd name="connsiteY84" fmla="*/ 23068 h 236019"/>
                <a:gd name="connsiteX85" fmla="*/ 112450 w 181195"/>
                <a:gd name="connsiteY85" fmla="*/ 24807 h 236019"/>
                <a:gd name="connsiteX86" fmla="*/ 112598 w 181195"/>
                <a:gd name="connsiteY86" fmla="*/ 27068 h 236019"/>
                <a:gd name="connsiteX87" fmla="*/ 112729 w 181195"/>
                <a:gd name="connsiteY87" fmla="*/ 29318 h 236019"/>
                <a:gd name="connsiteX88" fmla="*/ 113109 w 181195"/>
                <a:gd name="connsiteY88" fmla="*/ 31254 h 236019"/>
                <a:gd name="connsiteX89" fmla="*/ 115342 w 181195"/>
                <a:gd name="connsiteY89" fmla="*/ 32742 h 236019"/>
                <a:gd name="connsiteX90" fmla="*/ 115481 w 181195"/>
                <a:gd name="connsiteY90" fmla="*/ 36184 h 236019"/>
                <a:gd name="connsiteX91" fmla="*/ 115420 w 181195"/>
                <a:gd name="connsiteY91" fmla="*/ 38027 h 236019"/>
                <a:gd name="connsiteX92" fmla="*/ 115342 w 181195"/>
                <a:gd name="connsiteY92" fmla="*/ 39439 h 236019"/>
                <a:gd name="connsiteX93" fmla="*/ 117574 w 181195"/>
                <a:gd name="connsiteY93" fmla="*/ 39439 h 236019"/>
                <a:gd name="connsiteX94" fmla="*/ 117659 w 181195"/>
                <a:gd name="connsiteY94" fmla="*/ 41041 h 236019"/>
                <a:gd name="connsiteX95" fmla="*/ 117807 w 181195"/>
                <a:gd name="connsiteY95" fmla="*/ 43114 h 236019"/>
                <a:gd name="connsiteX96" fmla="*/ 117938 w 181195"/>
                <a:gd name="connsiteY96" fmla="*/ 45180 h 236019"/>
                <a:gd name="connsiteX97" fmla="*/ 118318 w 181195"/>
                <a:gd name="connsiteY97" fmla="*/ 46881 h 236019"/>
                <a:gd name="connsiteX98" fmla="*/ 120551 w 181195"/>
                <a:gd name="connsiteY98" fmla="*/ 47625 h 236019"/>
                <a:gd name="connsiteX99" fmla="*/ 120411 w 181195"/>
                <a:gd name="connsiteY99" fmla="*/ 53973 h 236019"/>
                <a:gd name="connsiteX100" fmla="*/ 120551 w 181195"/>
                <a:gd name="connsiteY100" fmla="*/ 55811 h 236019"/>
                <a:gd name="connsiteX101" fmla="*/ 122783 w 181195"/>
                <a:gd name="connsiteY101" fmla="*/ 56555 h 236019"/>
                <a:gd name="connsiteX102" fmla="*/ 123574 w 181195"/>
                <a:gd name="connsiteY102" fmla="*/ 60322 h 236019"/>
                <a:gd name="connsiteX103" fmla="*/ 124271 w 181195"/>
                <a:gd name="connsiteY103" fmla="*/ 63996 h 236019"/>
                <a:gd name="connsiteX104" fmla="*/ 125760 w 181195"/>
                <a:gd name="connsiteY104" fmla="*/ 63996 h 236019"/>
                <a:gd name="connsiteX105" fmla="*/ 125844 w 181195"/>
                <a:gd name="connsiteY105" fmla="*/ 65761 h 236019"/>
                <a:gd name="connsiteX106" fmla="*/ 125992 w 181195"/>
                <a:gd name="connsiteY106" fmla="*/ 68042 h 236019"/>
                <a:gd name="connsiteX107" fmla="*/ 126123 w 181195"/>
                <a:gd name="connsiteY107" fmla="*/ 70318 h 236019"/>
                <a:gd name="connsiteX108" fmla="*/ 126504 w 181195"/>
                <a:gd name="connsiteY108" fmla="*/ 72182 h 236019"/>
                <a:gd name="connsiteX109" fmla="*/ 128736 w 181195"/>
                <a:gd name="connsiteY109" fmla="*/ 72926 h 236019"/>
                <a:gd name="connsiteX110" fmla="*/ 129108 w 181195"/>
                <a:gd name="connsiteY110" fmla="*/ 76181 h 236019"/>
                <a:gd name="connsiteX111" fmla="*/ 131713 w 181195"/>
                <a:gd name="connsiteY111" fmla="*/ 81855 h 236019"/>
                <a:gd name="connsiteX112" fmla="*/ 132131 w 181195"/>
                <a:gd name="connsiteY112" fmla="*/ 85297 h 236019"/>
                <a:gd name="connsiteX113" fmla="*/ 132457 w 181195"/>
                <a:gd name="connsiteY113" fmla="*/ 88553 h 236019"/>
                <a:gd name="connsiteX114" fmla="*/ 133945 w 181195"/>
                <a:gd name="connsiteY114" fmla="*/ 89297 h 236019"/>
                <a:gd name="connsiteX115" fmla="*/ 134361 w 181195"/>
                <a:gd name="connsiteY115" fmla="*/ 94483 h 236019"/>
                <a:gd name="connsiteX116" fmla="*/ 134689 w 181195"/>
                <a:gd name="connsiteY116" fmla="*/ 95994 h 236019"/>
                <a:gd name="connsiteX117" fmla="*/ 136922 w 181195"/>
                <a:gd name="connsiteY117" fmla="*/ 96738 h 236019"/>
                <a:gd name="connsiteX118" fmla="*/ 137294 w 181195"/>
                <a:gd name="connsiteY118" fmla="*/ 100412 h 236019"/>
                <a:gd name="connsiteX119" fmla="*/ 137666 w 181195"/>
                <a:gd name="connsiteY119" fmla="*/ 104180 h 236019"/>
                <a:gd name="connsiteX120" fmla="*/ 139898 w 181195"/>
                <a:gd name="connsiteY120" fmla="*/ 105668 h 236019"/>
                <a:gd name="connsiteX121" fmla="*/ 139759 w 181195"/>
                <a:gd name="connsiteY121" fmla="*/ 110807 h 236019"/>
                <a:gd name="connsiteX122" fmla="*/ 139898 w 181195"/>
                <a:gd name="connsiteY122" fmla="*/ 112365 h 236019"/>
                <a:gd name="connsiteX123" fmla="*/ 142131 w 181195"/>
                <a:gd name="connsiteY123" fmla="*/ 113854 h 236019"/>
                <a:gd name="connsiteX124" fmla="*/ 142642 w 181195"/>
                <a:gd name="connsiteY124" fmla="*/ 117667 h 236019"/>
                <a:gd name="connsiteX125" fmla="*/ 142791 w 181195"/>
                <a:gd name="connsiteY125" fmla="*/ 119719 h 236019"/>
                <a:gd name="connsiteX126" fmla="*/ 142875 w 181195"/>
                <a:gd name="connsiteY126" fmla="*/ 121295 h 236019"/>
                <a:gd name="connsiteX127" fmla="*/ 145107 w 181195"/>
                <a:gd name="connsiteY127" fmla="*/ 121295 h 236019"/>
                <a:gd name="connsiteX128" fmla="*/ 145192 w 181195"/>
                <a:gd name="connsiteY128" fmla="*/ 123059 h 236019"/>
                <a:gd name="connsiteX129" fmla="*/ 145340 w 181195"/>
                <a:gd name="connsiteY129" fmla="*/ 125341 h 236019"/>
                <a:gd name="connsiteX130" fmla="*/ 145471 w 181195"/>
                <a:gd name="connsiteY130" fmla="*/ 127617 h 236019"/>
                <a:gd name="connsiteX131" fmla="*/ 145852 w 181195"/>
                <a:gd name="connsiteY131" fmla="*/ 129480 h 236019"/>
                <a:gd name="connsiteX132" fmla="*/ 148084 w 181195"/>
                <a:gd name="connsiteY132" fmla="*/ 130225 h 236019"/>
                <a:gd name="connsiteX133" fmla="*/ 147944 w 181195"/>
                <a:gd name="connsiteY133" fmla="*/ 134684 h 236019"/>
                <a:gd name="connsiteX134" fmla="*/ 149151 w 181195"/>
                <a:gd name="connsiteY134" fmla="*/ 137245 h 236019"/>
                <a:gd name="connsiteX135" fmla="*/ 151107 w 181195"/>
                <a:gd name="connsiteY135" fmla="*/ 142270 h 236019"/>
                <a:gd name="connsiteX136" fmla="*/ 151805 w 181195"/>
                <a:gd name="connsiteY136" fmla="*/ 145852 h 236019"/>
                <a:gd name="connsiteX137" fmla="*/ 153293 w 181195"/>
                <a:gd name="connsiteY137" fmla="*/ 145852 h 236019"/>
                <a:gd name="connsiteX138" fmla="*/ 153377 w 181195"/>
                <a:gd name="connsiteY138" fmla="*/ 147616 h 236019"/>
                <a:gd name="connsiteX139" fmla="*/ 153526 w 181195"/>
                <a:gd name="connsiteY139" fmla="*/ 149898 h 236019"/>
                <a:gd name="connsiteX140" fmla="*/ 153656 w 181195"/>
                <a:gd name="connsiteY140" fmla="*/ 152174 h 236019"/>
                <a:gd name="connsiteX141" fmla="*/ 154037 w 181195"/>
                <a:gd name="connsiteY141" fmla="*/ 154037 h 236019"/>
                <a:gd name="connsiteX142" fmla="*/ 156270 w 181195"/>
                <a:gd name="connsiteY142" fmla="*/ 154781 h 236019"/>
                <a:gd name="connsiteX143" fmla="*/ 156409 w 181195"/>
                <a:gd name="connsiteY143" fmla="*/ 158548 h 236019"/>
                <a:gd name="connsiteX144" fmla="*/ 156348 w 181195"/>
                <a:gd name="connsiteY144" fmla="*/ 160621 h 236019"/>
                <a:gd name="connsiteX145" fmla="*/ 156270 w 181195"/>
                <a:gd name="connsiteY145" fmla="*/ 162223 h 236019"/>
                <a:gd name="connsiteX146" fmla="*/ 158502 w 181195"/>
                <a:gd name="connsiteY146" fmla="*/ 162223 h 236019"/>
                <a:gd name="connsiteX147" fmla="*/ 159246 w 181195"/>
                <a:gd name="connsiteY147" fmla="*/ 171152 h 236019"/>
                <a:gd name="connsiteX148" fmla="*/ 161479 w 181195"/>
                <a:gd name="connsiteY148" fmla="*/ 171152 h 236019"/>
                <a:gd name="connsiteX149" fmla="*/ 161563 w 181195"/>
                <a:gd name="connsiteY149" fmla="*/ 172754 h 236019"/>
                <a:gd name="connsiteX150" fmla="*/ 161711 w 181195"/>
                <a:gd name="connsiteY150" fmla="*/ 174827 h 236019"/>
                <a:gd name="connsiteX151" fmla="*/ 161842 w 181195"/>
                <a:gd name="connsiteY151" fmla="*/ 176893 h 236019"/>
                <a:gd name="connsiteX152" fmla="*/ 162223 w 181195"/>
                <a:gd name="connsiteY152" fmla="*/ 178594 h 236019"/>
                <a:gd name="connsiteX153" fmla="*/ 164455 w 181195"/>
                <a:gd name="connsiteY153" fmla="*/ 179338 h 236019"/>
                <a:gd name="connsiteX154" fmla="*/ 164874 w 181195"/>
                <a:gd name="connsiteY154" fmla="*/ 183059 h 236019"/>
                <a:gd name="connsiteX155" fmla="*/ 165199 w 181195"/>
                <a:gd name="connsiteY155" fmla="*/ 186779 h 236019"/>
                <a:gd name="connsiteX156" fmla="*/ 166688 w 181195"/>
                <a:gd name="connsiteY156" fmla="*/ 187523 h 236019"/>
                <a:gd name="connsiteX157" fmla="*/ 167103 w 181195"/>
                <a:gd name="connsiteY157" fmla="*/ 193291 h 236019"/>
                <a:gd name="connsiteX158" fmla="*/ 167432 w 181195"/>
                <a:gd name="connsiteY158" fmla="*/ 194965 h 236019"/>
                <a:gd name="connsiteX159" fmla="*/ 169664 w 181195"/>
                <a:gd name="connsiteY159" fmla="*/ 195709 h 236019"/>
                <a:gd name="connsiteX160" fmla="*/ 170036 w 181195"/>
                <a:gd name="connsiteY160" fmla="*/ 199011 h 236019"/>
                <a:gd name="connsiteX161" fmla="*/ 170408 w 181195"/>
                <a:gd name="connsiteY161" fmla="*/ 202406 h 236019"/>
                <a:gd name="connsiteX162" fmla="*/ 172641 w 181195"/>
                <a:gd name="connsiteY162" fmla="*/ 203895 h 236019"/>
                <a:gd name="connsiteX163" fmla="*/ 172780 w 181195"/>
                <a:gd name="connsiteY163" fmla="*/ 208080 h 236019"/>
                <a:gd name="connsiteX164" fmla="*/ 172719 w 181195"/>
                <a:gd name="connsiteY164" fmla="*/ 210342 h 236019"/>
                <a:gd name="connsiteX165" fmla="*/ 172641 w 181195"/>
                <a:gd name="connsiteY165" fmla="*/ 212080 h 236019"/>
                <a:gd name="connsiteX166" fmla="*/ 174873 w 181195"/>
                <a:gd name="connsiteY166" fmla="*/ 212080 h 236019"/>
                <a:gd name="connsiteX167" fmla="*/ 174957 w 181195"/>
                <a:gd name="connsiteY167" fmla="*/ 213493 h 236019"/>
                <a:gd name="connsiteX168" fmla="*/ 175106 w 181195"/>
                <a:gd name="connsiteY168" fmla="*/ 215336 h 236019"/>
                <a:gd name="connsiteX169" fmla="*/ 175236 w 181195"/>
                <a:gd name="connsiteY169" fmla="*/ 217167 h 236019"/>
                <a:gd name="connsiteX170" fmla="*/ 177850 w 181195"/>
                <a:gd name="connsiteY170" fmla="*/ 220266 h 236019"/>
                <a:gd name="connsiteX171" fmla="*/ 178291 w 181195"/>
                <a:gd name="connsiteY171" fmla="*/ 226640 h 236019"/>
                <a:gd name="connsiteX172" fmla="*/ 178594 w 181195"/>
                <a:gd name="connsiteY172" fmla="*/ 228451 h 236019"/>
                <a:gd name="connsiteX173" fmla="*/ 180826 w 181195"/>
                <a:gd name="connsiteY173" fmla="*/ 229195 h 236019"/>
                <a:gd name="connsiteX174" fmla="*/ 181152 w 181195"/>
                <a:gd name="connsiteY174" fmla="*/ 232172 h 236019"/>
                <a:gd name="connsiteX175" fmla="*/ 181195 w 181195"/>
                <a:gd name="connsiteY175" fmla="*/ 233800 h 236019"/>
                <a:gd name="connsiteX176" fmla="*/ 180826 w 181195"/>
                <a:gd name="connsiteY176" fmla="*/ 235148 h 236019"/>
                <a:gd name="connsiteX177" fmla="*/ 171426 w 181195"/>
                <a:gd name="connsiteY177" fmla="*/ 235991 h 236019"/>
                <a:gd name="connsiteX178" fmla="*/ 169547 w 181195"/>
                <a:gd name="connsiteY178" fmla="*/ 235994 h 236019"/>
                <a:gd name="connsiteX179" fmla="*/ 165625 w 181195"/>
                <a:gd name="connsiteY179" fmla="*/ 235990 h 236019"/>
                <a:gd name="connsiteX180" fmla="*/ 159609 w 181195"/>
                <a:gd name="connsiteY180" fmla="*/ 235994 h 236019"/>
                <a:gd name="connsiteX181" fmla="*/ 155799 w 181195"/>
                <a:gd name="connsiteY181" fmla="*/ 235991 h 236019"/>
                <a:gd name="connsiteX182" fmla="*/ 153976 w 181195"/>
                <a:gd name="connsiteY182" fmla="*/ 235996 h 236019"/>
                <a:gd name="connsiteX183" fmla="*/ 148084 w 181195"/>
                <a:gd name="connsiteY183" fmla="*/ 235148 h 236019"/>
                <a:gd name="connsiteX184" fmla="*/ 147340 w 181195"/>
                <a:gd name="connsiteY184" fmla="*/ 229939 h 236019"/>
                <a:gd name="connsiteX185" fmla="*/ 145107 w 181195"/>
                <a:gd name="connsiteY185" fmla="*/ 229939 h 236019"/>
                <a:gd name="connsiteX186" fmla="*/ 144363 w 181195"/>
                <a:gd name="connsiteY186" fmla="*/ 221010 h 236019"/>
                <a:gd name="connsiteX187" fmla="*/ 142131 w 181195"/>
                <a:gd name="connsiteY187" fmla="*/ 221010 h 236019"/>
                <a:gd name="connsiteX188" fmla="*/ 142020 w 181195"/>
                <a:gd name="connsiteY188" fmla="*/ 219245 h 236019"/>
                <a:gd name="connsiteX189" fmla="*/ 141852 w 181195"/>
                <a:gd name="connsiteY189" fmla="*/ 216963 h 236019"/>
                <a:gd name="connsiteX190" fmla="*/ 141695 w 181195"/>
                <a:gd name="connsiteY190" fmla="*/ 214687 h 236019"/>
                <a:gd name="connsiteX191" fmla="*/ 141387 w 181195"/>
                <a:gd name="connsiteY191" fmla="*/ 212824 h 236019"/>
                <a:gd name="connsiteX192" fmla="*/ 139898 w 181195"/>
                <a:gd name="connsiteY192" fmla="*/ 212080 h 236019"/>
                <a:gd name="connsiteX193" fmla="*/ 139483 w 181195"/>
                <a:gd name="connsiteY193" fmla="*/ 206386 h 236019"/>
                <a:gd name="connsiteX194" fmla="*/ 139154 w 181195"/>
                <a:gd name="connsiteY194" fmla="*/ 204639 h 236019"/>
                <a:gd name="connsiteX195" fmla="*/ 136922 w 181195"/>
                <a:gd name="connsiteY195" fmla="*/ 203150 h 236019"/>
                <a:gd name="connsiteX196" fmla="*/ 136410 w 181195"/>
                <a:gd name="connsiteY196" fmla="*/ 198965 h 236019"/>
                <a:gd name="connsiteX197" fmla="*/ 136262 w 181195"/>
                <a:gd name="connsiteY197" fmla="*/ 196703 h 236019"/>
                <a:gd name="connsiteX198" fmla="*/ 136178 w 181195"/>
                <a:gd name="connsiteY198" fmla="*/ 194965 h 236019"/>
                <a:gd name="connsiteX199" fmla="*/ 133945 w 181195"/>
                <a:gd name="connsiteY199" fmla="*/ 194965 h 236019"/>
                <a:gd name="connsiteX200" fmla="*/ 133835 w 181195"/>
                <a:gd name="connsiteY200" fmla="*/ 193200 h 236019"/>
                <a:gd name="connsiteX201" fmla="*/ 133666 w 181195"/>
                <a:gd name="connsiteY201" fmla="*/ 190919 h 236019"/>
                <a:gd name="connsiteX202" fmla="*/ 133509 w 181195"/>
                <a:gd name="connsiteY202" fmla="*/ 188643 h 236019"/>
                <a:gd name="connsiteX203" fmla="*/ 133201 w 181195"/>
                <a:gd name="connsiteY203" fmla="*/ 186779 h 236019"/>
                <a:gd name="connsiteX204" fmla="*/ 131713 w 181195"/>
                <a:gd name="connsiteY204" fmla="*/ 186035 h 236019"/>
                <a:gd name="connsiteX205" fmla="*/ 131248 w 181195"/>
                <a:gd name="connsiteY205" fmla="*/ 181524 h 236019"/>
                <a:gd name="connsiteX206" fmla="*/ 131079 w 181195"/>
                <a:gd name="connsiteY206" fmla="*/ 179033 h 236019"/>
                <a:gd name="connsiteX207" fmla="*/ 130969 w 181195"/>
                <a:gd name="connsiteY207" fmla="*/ 177105 h 236019"/>
                <a:gd name="connsiteX208" fmla="*/ 128736 w 181195"/>
                <a:gd name="connsiteY208" fmla="*/ 177105 h 236019"/>
                <a:gd name="connsiteX209" fmla="*/ 128652 w 181195"/>
                <a:gd name="connsiteY209" fmla="*/ 175504 h 236019"/>
                <a:gd name="connsiteX210" fmla="*/ 128504 w 181195"/>
                <a:gd name="connsiteY210" fmla="*/ 173431 h 236019"/>
                <a:gd name="connsiteX211" fmla="*/ 128373 w 181195"/>
                <a:gd name="connsiteY211" fmla="*/ 171365 h 236019"/>
                <a:gd name="connsiteX212" fmla="*/ 127992 w 181195"/>
                <a:gd name="connsiteY212" fmla="*/ 169664 h 236019"/>
                <a:gd name="connsiteX213" fmla="*/ 125760 w 181195"/>
                <a:gd name="connsiteY213" fmla="*/ 168920 h 236019"/>
                <a:gd name="connsiteX214" fmla="*/ 126504 w 181195"/>
                <a:gd name="connsiteY214" fmla="*/ 163711 h 236019"/>
                <a:gd name="connsiteX215" fmla="*/ 52090 w 181195"/>
                <a:gd name="connsiteY215" fmla="*/ 163711 h 236019"/>
                <a:gd name="connsiteX216" fmla="*/ 52090 w 181195"/>
                <a:gd name="connsiteY216" fmla="*/ 170408 h 236019"/>
                <a:gd name="connsiteX217" fmla="*/ 50602 w 181195"/>
                <a:gd name="connsiteY217" fmla="*/ 170408 h 236019"/>
                <a:gd name="connsiteX218" fmla="*/ 49395 w 181195"/>
                <a:gd name="connsiteY218" fmla="*/ 178271 h 236019"/>
                <a:gd name="connsiteX219" fmla="*/ 49113 w 181195"/>
                <a:gd name="connsiteY219" fmla="*/ 180082 h 236019"/>
                <a:gd name="connsiteX220" fmla="*/ 47625 w 181195"/>
                <a:gd name="connsiteY220" fmla="*/ 180826 h 236019"/>
                <a:gd name="connsiteX221" fmla="*/ 47209 w 181195"/>
                <a:gd name="connsiteY221" fmla="*/ 187756 h 236019"/>
                <a:gd name="connsiteX222" fmla="*/ 46881 w 181195"/>
                <a:gd name="connsiteY222" fmla="*/ 189756 h 236019"/>
                <a:gd name="connsiteX223" fmla="*/ 44648 w 181195"/>
                <a:gd name="connsiteY223" fmla="*/ 190500 h 236019"/>
                <a:gd name="connsiteX224" fmla="*/ 44137 w 181195"/>
                <a:gd name="connsiteY224" fmla="*/ 194639 h 236019"/>
                <a:gd name="connsiteX225" fmla="*/ 43989 w 181195"/>
                <a:gd name="connsiteY225" fmla="*/ 196921 h 236019"/>
                <a:gd name="connsiteX226" fmla="*/ 43904 w 181195"/>
                <a:gd name="connsiteY226" fmla="*/ 198686 h 236019"/>
                <a:gd name="connsiteX227" fmla="*/ 42416 w 181195"/>
                <a:gd name="connsiteY227" fmla="*/ 198686 h 236019"/>
                <a:gd name="connsiteX228" fmla="*/ 42143 w 181195"/>
                <a:gd name="connsiteY228" fmla="*/ 200613 h 236019"/>
                <a:gd name="connsiteX229" fmla="*/ 41765 w 181195"/>
                <a:gd name="connsiteY229" fmla="*/ 203104 h 236019"/>
                <a:gd name="connsiteX230" fmla="*/ 41399 w 181195"/>
                <a:gd name="connsiteY230" fmla="*/ 205589 h 236019"/>
                <a:gd name="connsiteX231" fmla="*/ 40928 w 181195"/>
                <a:gd name="connsiteY231" fmla="*/ 207615 h 236019"/>
                <a:gd name="connsiteX232" fmla="*/ 39439 w 181195"/>
                <a:gd name="connsiteY232" fmla="*/ 208359 h 236019"/>
                <a:gd name="connsiteX233" fmla="*/ 39024 w 181195"/>
                <a:gd name="connsiteY233" fmla="*/ 215289 h 236019"/>
                <a:gd name="connsiteX234" fmla="*/ 38695 w 181195"/>
                <a:gd name="connsiteY234" fmla="*/ 217289 h 236019"/>
                <a:gd name="connsiteX235" fmla="*/ 36463 w 181195"/>
                <a:gd name="connsiteY235" fmla="*/ 218033 h 236019"/>
                <a:gd name="connsiteX236" fmla="*/ 35951 w 181195"/>
                <a:gd name="connsiteY236" fmla="*/ 222545 h 236019"/>
                <a:gd name="connsiteX237" fmla="*/ 35803 w 181195"/>
                <a:gd name="connsiteY237" fmla="*/ 225036 h 236019"/>
                <a:gd name="connsiteX238" fmla="*/ 35719 w 181195"/>
                <a:gd name="connsiteY238" fmla="*/ 226963 h 236019"/>
                <a:gd name="connsiteX239" fmla="*/ 34230 w 181195"/>
                <a:gd name="connsiteY239" fmla="*/ 226963 h 236019"/>
                <a:gd name="connsiteX240" fmla="*/ 33169 w 181195"/>
                <a:gd name="connsiteY240" fmla="*/ 233663 h 236019"/>
                <a:gd name="connsiteX241" fmla="*/ 32742 w 181195"/>
                <a:gd name="connsiteY241" fmla="*/ 235148 h 236019"/>
                <a:gd name="connsiteX242" fmla="*/ 24071 w 181195"/>
                <a:gd name="connsiteY242" fmla="*/ 235991 h 236019"/>
                <a:gd name="connsiteX243" fmla="*/ 22409 w 181195"/>
                <a:gd name="connsiteY243" fmla="*/ 235994 h 236019"/>
                <a:gd name="connsiteX244" fmla="*/ 18936 w 181195"/>
                <a:gd name="connsiteY244" fmla="*/ 235990 h 236019"/>
                <a:gd name="connsiteX245" fmla="*/ 13640 w 181195"/>
                <a:gd name="connsiteY245" fmla="*/ 235994 h 236019"/>
                <a:gd name="connsiteX246" fmla="*/ 10258 w 181195"/>
                <a:gd name="connsiteY246" fmla="*/ 235991 h 236019"/>
                <a:gd name="connsiteX247" fmla="*/ 8668 w 181195"/>
                <a:gd name="connsiteY247" fmla="*/ 235996 h 236019"/>
                <a:gd name="connsiteX248" fmla="*/ 744 w 181195"/>
                <a:gd name="connsiteY248" fmla="*/ 235148 h 236019"/>
                <a:gd name="connsiteX249" fmla="*/ 0 w 181195"/>
                <a:gd name="connsiteY249" fmla="*/ 230684 h 236019"/>
                <a:gd name="connsiteX250" fmla="*/ 2232 w 181195"/>
                <a:gd name="connsiteY250" fmla="*/ 231428 h 236019"/>
                <a:gd name="connsiteX251" fmla="*/ 2317 w 181195"/>
                <a:gd name="connsiteY251" fmla="*/ 229663 h 236019"/>
                <a:gd name="connsiteX252" fmla="*/ 2465 w 181195"/>
                <a:gd name="connsiteY252" fmla="*/ 227381 h 236019"/>
                <a:gd name="connsiteX253" fmla="*/ 2596 w 181195"/>
                <a:gd name="connsiteY253" fmla="*/ 225105 h 236019"/>
                <a:gd name="connsiteX254" fmla="*/ 2977 w 181195"/>
                <a:gd name="connsiteY254" fmla="*/ 223242 h 236019"/>
                <a:gd name="connsiteX255" fmla="*/ 5209 w 181195"/>
                <a:gd name="connsiteY255" fmla="*/ 222498 h 236019"/>
                <a:gd name="connsiteX256" fmla="*/ 5628 w 181195"/>
                <a:gd name="connsiteY256" fmla="*/ 218033 h 236019"/>
                <a:gd name="connsiteX257" fmla="*/ 5953 w 181195"/>
                <a:gd name="connsiteY257" fmla="*/ 213568 h 236019"/>
                <a:gd name="connsiteX258" fmla="*/ 7441 w 181195"/>
                <a:gd name="connsiteY258" fmla="*/ 212824 h 236019"/>
                <a:gd name="connsiteX259" fmla="*/ 7857 w 181195"/>
                <a:gd name="connsiteY259" fmla="*/ 207057 h 236019"/>
                <a:gd name="connsiteX260" fmla="*/ 8186 w 181195"/>
                <a:gd name="connsiteY260" fmla="*/ 205383 h 236019"/>
                <a:gd name="connsiteX261" fmla="*/ 10418 w 181195"/>
                <a:gd name="connsiteY261" fmla="*/ 204639 h 236019"/>
                <a:gd name="connsiteX262" fmla="*/ 10790 w 181195"/>
                <a:gd name="connsiteY262" fmla="*/ 200174 h 236019"/>
                <a:gd name="connsiteX263" fmla="*/ 11162 w 181195"/>
                <a:gd name="connsiteY263" fmla="*/ 195709 h 236019"/>
                <a:gd name="connsiteX264" fmla="*/ 13395 w 181195"/>
                <a:gd name="connsiteY264" fmla="*/ 194965 h 236019"/>
                <a:gd name="connsiteX265" fmla="*/ 13813 w 181195"/>
                <a:gd name="connsiteY265" fmla="*/ 191616 h 236019"/>
                <a:gd name="connsiteX266" fmla="*/ 14139 w 181195"/>
                <a:gd name="connsiteY266" fmla="*/ 188268 h 236019"/>
                <a:gd name="connsiteX267" fmla="*/ 15627 w 181195"/>
                <a:gd name="connsiteY267" fmla="*/ 187523 h 236019"/>
                <a:gd name="connsiteX268" fmla="*/ 16043 w 181195"/>
                <a:gd name="connsiteY268" fmla="*/ 181175 h 236019"/>
                <a:gd name="connsiteX269" fmla="*/ 16371 w 181195"/>
                <a:gd name="connsiteY269" fmla="*/ 179338 h 236019"/>
                <a:gd name="connsiteX270" fmla="*/ 18604 w 181195"/>
                <a:gd name="connsiteY270" fmla="*/ 178594 h 236019"/>
                <a:gd name="connsiteX271" fmla="*/ 19115 w 181195"/>
                <a:gd name="connsiteY271" fmla="*/ 174827 h 236019"/>
                <a:gd name="connsiteX272" fmla="*/ 19263 w 181195"/>
                <a:gd name="connsiteY272" fmla="*/ 172754 h 236019"/>
                <a:gd name="connsiteX273" fmla="*/ 19348 w 181195"/>
                <a:gd name="connsiteY273" fmla="*/ 171152 h 236019"/>
                <a:gd name="connsiteX274" fmla="*/ 21580 w 181195"/>
                <a:gd name="connsiteY274" fmla="*/ 171152 h 236019"/>
                <a:gd name="connsiteX275" fmla="*/ 22324 w 181195"/>
                <a:gd name="connsiteY275" fmla="*/ 161478 h 236019"/>
                <a:gd name="connsiteX276" fmla="*/ 24557 w 181195"/>
                <a:gd name="connsiteY276" fmla="*/ 161478 h 236019"/>
                <a:gd name="connsiteX277" fmla="*/ 24557 w 181195"/>
                <a:gd name="connsiteY277" fmla="*/ 153293 h 236019"/>
                <a:gd name="connsiteX278" fmla="*/ 26789 w 181195"/>
                <a:gd name="connsiteY278" fmla="*/ 153293 h 236019"/>
                <a:gd name="connsiteX279" fmla="*/ 26873 w 181195"/>
                <a:gd name="connsiteY279" fmla="*/ 151366 h 236019"/>
                <a:gd name="connsiteX280" fmla="*/ 27022 w 181195"/>
                <a:gd name="connsiteY280" fmla="*/ 148875 h 236019"/>
                <a:gd name="connsiteX281" fmla="*/ 27152 w 181195"/>
                <a:gd name="connsiteY281" fmla="*/ 146389 h 236019"/>
                <a:gd name="connsiteX282" fmla="*/ 27533 w 181195"/>
                <a:gd name="connsiteY282" fmla="*/ 144363 h 236019"/>
                <a:gd name="connsiteX283" fmla="*/ 29766 w 181195"/>
                <a:gd name="connsiteY283" fmla="*/ 143619 h 236019"/>
                <a:gd name="connsiteX284" fmla="*/ 30184 w 181195"/>
                <a:gd name="connsiteY284" fmla="*/ 139526 h 236019"/>
                <a:gd name="connsiteX285" fmla="*/ 30510 w 181195"/>
                <a:gd name="connsiteY285" fmla="*/ 135434 h 236019"/>
                <a:gd name="connsiteX286" fmla="*/ 31998 w 181195"/>
                <a:gd name="connsiteY286" fmla="*/ 134689 h 236019"/>
                <a:gd name="connsiteX287" fmla="*/ 32649 w 181195"/>
                <a:gd name="connsiteY287" fmla="*/ 128969 h 236019"/>
                <a:gd name="connsiteX288" fmla="*/ 32742 w 181195"/>
                <a:gd name="connsiteY288" fmla="*/ 127248 h 236019"/>
                <a:gd name="connsiteX289" fmla="*/ 34975 w 181195"/>
                <a:gd name="connsiteY289" fmla="*/ 125760 h 236019"/>
                <a:gd name="connsiteX290" fmla="*/ 35486 w 181195"/>
                <a:gd name="connsiteY290" fmla="*/ 121574 h 236019"/>
                <a:gd name="connsiteX291" fmla="*/ 35634 w 181195"/>
                <a:gd name="connsiteY291" fmla="*/ 119312 h 236019"/>
                <a:gd name="connsiteX292" fmla="*/ 35719 w 181195"/>
                <a:gd name="connsiteY292" fmla="*/ 117574 h 236019"/>
                <a:gd name="connsiteX293" fmla="*/ 37951 w 181195"/>
                <a:gd name="connsiteY293" fmla="*/ 117574 h 236019"/>
                <a:gd name="connsiteX294" fmla="*/ 38695 w 181195"/>
                <a:gd name="connsiteY294" fmla="*/ 109389 h 236019"/>
                <a:gd name="connsiteX295" fmla="*/ 40928 w 181195"/>
                <a:gd name="connsiteY295" fmla="*/ 109389 h 236019"/>
                <a:gd name="connsiteX296" fmla="*/ 40849 w 181195"/>
                <a:gd name="connsiteY296" fmla="*/ 107650 h 236019"/>
                <a:gd name="connsiteX297" fmla="*/ 40788 w 181195"/>
                <a:gd name="connsiteY297" fmla="*/ 105389 h 236019"/>
                <a:gd name="connsiteX298" fmla="*/ 40710 w 181195"/>
                <a:gd name="connsiteY298" fmla="*/ 103139 h 236019"/>
                <a:gd name="connsiteX299" fmla="*/ 40928 w 181195"/>
                <a:gd name="connsiteY299" fmla="*/ 101203 h 236019"/>
                <a:gd name="connsiteX300" fmla="*/ 43160 w 181195"/>
                <a:gd name="connsiteY300" fmla="*/ 99715 h 236019"/>
                <a:gd name="connsiteX301" fmla="*/ 43602 w 181195"/>
                <a:gd name="connsiteY301" fmla="*/ 93922 h 236019"/>
                <a:gd name="connsiteX302" fmla="*/ 43904 w 181195"/>
                <a:gd name="connsiteY302" fmla="*/ 92273 h 236019"/>
                <a:gd name="connsiteX303" fmla="*/ 46137 w 181195"/>
                <a:gd name="connsiteY303" fmla="*/ 91529 h 236019"/>
                <a:gd name="connsiteX304" fmla="*/ 46509 w 181195"/>
                <a:gd name="connsiteY304" fmla="*/ 87483 h 236019"/>
                <a:gd name="connsiteX305" fmla="*/ 46881 w 181195"/>
                <a:gd name="connsiteY305" fmla="*/ 83344 h 236019"/>
                <a:gd name="connsiteX306" fmla="*/ 49113 w 181195"/>
                <a:gd name="connsiteY306" fmla="*/ 81855 h 236019"/>
                <a:gd name="connsiteX307" fmla="*/ 49113 w 181195"/>
                <a:gd name="connsiteY307" fmla="*/ 78507 h 236019"/>
                <a:gd name="connsiteX308" fmla="*/ 49113 w 181195"/>
                <a:gd name="connsiteY308" fmla="*/ 75158 h 236019"/>
                <a:gd name="connsiteX309" fmla="*/ 51346 w 181195"/>
                <a:gd name="connsiteY309" fmla="*/ 73670 h 236019"/>
                <a:gd name="connsiteX310" fmla="*/ 51857 w 181195"/>
                <a:gd name="connsiteY310" fmla="*/ 69484 h 236019"/>
                <a:gd name="connsiteX311" fmla="*/ 52006 w 181195"/>
                <a:gd name="connsiteY311" fmla="*/ 67223 h 236019"/>
                <a:gd name="connsiteX312" fmla="*/ 52090 w 181195"/>
                <a:gd name="connsiteY312" fmla="*/ 65484 h 236019"/>
                <a:gd name="connsiteX313" fmla="*/ 55066 w 181195"/>
                <a:gd name="connsiteY313" fmla="*/ 65484 h 236019"/>
                <a:gd name="connsiteX314" fmla="*/ 54988 w 181195"/>
                <a:gd name="connsiteY314" fmla="*/ 63609 h 236019"/>
                <a:gd name="connsiteX315" fmla="*/ 54927 w 181195"/>
                <a:gd name="connsiteY315" fmla="*/ 61159 h 236019"/>
                <a:gd name="connsiteX316" fmla="*/ 54848 w 181195"/>
                <a:gd name="connsiteY316" fmla="*/ 58726 h 236019"/>
                <a:gd name="connsiteX317" fmla="*/ 57299 w 181195"/>
                <a:gd name="connsiteY317" fmla="*/ 54322 h 236019"/>
                <a:gd name="connsiteX318" fmla="*/ 57299 w 181195"/>
                <a:gd name="connsiteY318" fmla="*/ 51671 h 236019"/>
                <a:gd name="connsiteX319" fmla="*/ 57299 w 181195"/>
                <a:gd name="connsiteY319" fmla="*/ 49113 h 236019"/>
                <a:gd name="connsiteX320" fmla="*/ 59531 w 181195"/>
                <a:gd name="connsiteY320" fmla="*/ 47625 h 236019"/>
                <a:gd name="connsiteX321" fmla="*/ 59973 w 181195"/>
                <a:gd name="connsiteY321" fmla="*/ 40669 h 236019"/>
                <a:gd name="connsiteX322" fmla="*/ 60275 w 181195"/>
                <a:gd name="connsiteY322" fmla="*/ 38695 h 236019"/>
                <a:gd name="connsiteX323" fmla="*/ 62508 w 181195"/>
                <a:gd name="connsiteY323" fmla="*/ 37951 h 236019"/>
                <a:gd name="connsiteX324" fmla="*/ 62926 w 181195"/>
                <a:gd name="connsiteY324" fmla="*/ 34603 h 236019"/>
                <a:gd name="connsiteX325" fmla="*/ 63252 w 181195"/>
                <a:gd name="connsiteY325" fmla="*/ 31254 h 236019"/>
                <a:gd name="connsiteX326" fmla="*/ 64740 w 181195"/>
                <a:gd name="connsiteY326" fmla="*/ 30510 h 236019"/>
                <a:gd name="connsiteX327" fmla="*/ 65737 w 181195"/>
                <a:gd name="connsiteY327" fmla="*/ 24161 h 236019"/>
                <a:gd name="connsiteX328" fmla="*/ 66229 w 181195"/>
                <a:gd name="connsiteY328" fmla="*/ 22324 h 236019"/>
                <a:gd name="connsiteX329" fmla="*/ 68461 w 181195"/>
                <a:gd name="connsiteY329" fmla="*/ 21580 h 236019"/>
                <a:gd name="connsiteX330" fmla="*/ 68600 w 181195"/>
                <a:gd name="connsiteY330" fmla="*/ 17813 h 236019"/>
                <a:gd name="connsiteX331" fmla="*/ 68539 w 181195"/>
                <a:gd name="connsiteY331" fmla="*/ 15740 h 236019"/>
                <a:gd name="connsiteX332" fmla="*/ 68461 w 181195"/>
                <a:gd name="connsiteY332" fmla="*/ 14139 h 236019"/>
                <a:gd name="connsiteX333" fmla="*/ 70693 w 181195"/>
                <a:gd name="connsiteY333" fmla="*/ 14139 h 236019"/>
                <a:gd name="connsiteX334" fmla="*/ 71438 w 181195"/>
                <a:gd name="connsiteY334" fmla="*/ 4465 h 236019"/>
                <a:gd name="connsiteX335" fmla="*/ 73670 w 181195"/>
                <a:gd name="connsiteY335" fmla="*/ 4465 h 236019"/>
                <a:gd name="connsiteX336" fmla="*/ 74414 w 181195"/>
                <a:gd name="connsiteY336" fmla="*/ 0 h 23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181195" h="236019">
                  <a:moveTo>
                    <a:pt x="87826" y="40237"/>
                  </a:moveTo>
                  <a:cubicBezTo>
                    <a:pt x="87797" y="40939"/>
                    <a:pt x="87769" y="41620"/>
                    <a:pt x="87742" y="42301"/>
                  </a:cubicBezTo>
                  <a:cubicBezTo>
                    <a:pt x="87691" y="43212"/>
                    <a:pt x="87642" y="44096"/>
                    <a:pt x="87593" y="44981"/>
                  </a:cubicBezTo>
                  <a:cubicBezTo>
                    <a:pt x="87518" y="47592"/>
                    <a:pt x="87518" y="47592"/>
                    <a:pt x="87082" y="49911"/>
                  </a:cubicBezTo>
                  <a:cubicBezTo>
                    <a:pt x="86323" y="50417"/>
                    <a:pt x="85586" y="50908"/>
                    <a:pt x="84849" y="51399"/>
                  </a:cubicBezTo>
                  <a:cubicBezTo>
                    <a:pt x="84775" y="52168"/>
                    <a:pt x="84703" y="52914"/>
                    <a:pt x="84631" y="53661"/>
                  </a:cubicBezTo>
                  <a:cubicBezTo>
                    <a:pt x="84658" y="54568"/>
                    <a:pt x="84684" y="55448"/>
                    <a:pt x="84710" y="56329"/>
                  </a:cubicBezTo>
                  <a:cubicBezTo>
                    <a:pt x="84731" y="57240"/>
                    <a:pt x="84751" y="58125"/>
                    <a:pt x="84771" y="59009"/>
                  </a:cubicBezTo>
                  <a:cubicBezTo>
                    <a:pt x="84811" y="60051"/>
                    <a:pt x="84811" y="60051"/>
                    <a:pt x="84849" y="61073"/>
                  </a:cubicBezTo>
                  <a:cubicBezTo>
                    <a:pt x="84090" y="61073"/>
                    <a:pt x="83354" y="61073"/>
                    <a:pt x="82617" y="61073"/>
                  </a:cubicBezTo>
                  <a:cubicBezTo>
                    <a:pt x="81856" y="63355"/>
                    <a:pt x="81862" y="64748"/>
                    <a:pt x="81966" y="67119"/>
                  </a:cubicBezTo>
                  <a:cubicBezTo>
                    <a:pt x="82117" y="69064"/>
                    <a:pt x="82117" y="69064"/>
                    <a:pt x="81873" y="70747"/>
                  </a:cubicBezTo>
                  <a:cubicBezTo>
                    <a:pt x="80745" y="71123"/>
                    <a:pt x="80745" y="71123"/>
                    <a:pt x="79640" y="71491"/>
                  </a:cubicBezTo>
                  <a:cubicBezTo>
                    <a:pt x="79527" y="73491"/>
                    <a:pt x="79527" y="73491"/>
                    <a:pt x="79687" y="75956"/>
                  </a:cubicBezTo>
                  <a:cubicBezTo>
                    <a:pt x="79918" y="78346"/>
                    <a:pt x="79918" y="78346"/>
                    <a:pt x="79640" y="80421"/>
                  </a:cubicBezTo>
                  <a:cubicBezTo>
                    <a:pt x="79145" y="80562"/>
                    <a:pt x="78665" y="80699"/>
                    <a:pt x="78184" y="80836"/>
                  </a:cubicBezTo>
                  <a:cubicBezTo>
                    <a:pt x="77667" y="80948"/>
                    <a:pt x="77165" y="81056"/>
                    <a:pt x="76664" y="81165"/>
                  </a:cubicBezTo>
                  <a:cubicBezTo>
                    <a:pt x="76510" y="81743"/>
                    <a:pt x="76360" y="82304"/>
                    <a:pt x="76210" y="82865"/>
                  </a:cubicBezTo>
                  <a:cubicBezTo>
                    <a:pt x="76175" y="83568"/>
                    <a:pt x="76140" y="84250"/>
                    <a:pt x="76106" y="84932"/>
                  </a:cubicBezTo>
                  <a:cubicBezTo>
                    <a:pt x="76062" y="85637"/>
                    <a:pt x="76020" y="86321"/>
                    <a:pt x="75978" y="87004"/>
                  </a:cubicBezTo>
                  <a:cubicBezTo>
                    <a:pt x="75958" y="87549"/>
                    <a:pt x="75939" y="88078"/>
                    <a:pt x="75920" y="88606"/>
                  </a:cubicBezTo>
                  <a:cubicBezTo>
                    <a:pt x="75667" y="88606"/>
                    <a:pt x="75421" y="88606"/>
                    <a:pt x="75176" y="88606"/>
                  </a:cubicBezTo>
                  <a:cubicBezTo>
                    <a:pt x="74123" y="90092"/>
                    <a:pt x="73691" y="91256"/>
                    <a:pt x="73670" y="93080"/>
                  </a:cubicBezTo>
                  <a:cubicBezTo>
                    <a:pt x="73728" y="94564"/>
                    <a:pt x="73712" y="96051"/>
                    <a:pt x="73687" y="97536"/>
                  </a:cubicBezTo>
                  <a:cubicBezTo>
                    <a:pt x="72560" y="97912"/>
                    <a:pt x="72560" y="97912"/>
                    <a:pt x="71455" y="98280"/>
                  </a:cubicBezTo>
                  <a:cubicBezTo>
                    <a:pt x="71341" y="100280"/>
                    <a:pt x="71341" y="100280"/>
                    <a:pt x="71501" y="102745"/>
                  </a:cubicBezTo>
                  <a:cubicBezTo>
                    <a:pt x="71733" y="105135"/>
                    <a:pt x="71733" y="105135"/>
                    <a:pt x="71455" y="107210"/>
                  </a:cubicBezTo>
                  <a:cubicBezTo>
                    <a:pt x="70952" y="107351"/>
                    <a:pt x="70464" y="107488"/>
                    <a:pt x="69975" y="107625"/>
                  </a:cubicBezTo>
                  <a:cubicBezTo>
                    <a:pt x="69466" y="107737"/>
                    <a:pt x="68972" y="107845"/>
                    <a:pt x="68478" y="107954"/>
                  </a:cubicBezTo>
                  <a:cubicBezTo>
                    <a:pt x="68331" y="108813"/>
                    <a:pt x="68331" y="108813"/>
                    <a:pt x="68188" y="109654"/>
                  </a:cubicBezTo>
                  <a:cubicBezTo>
                    <a:pt x="68240" y="110698"/>
                    <a:pt x="68240" y="110698"/>
                    <a:pt x="68292" y="111721"/>
                  </a:cubicBezTo>
                  <a:cubicBezTo>
                    <a:pt x="68320" y="112426"/>
                    <a:pt x="68347" y="113110"/>
                    <a:pt x="68374" y="113794"/>
                  </a:cubicBezTo>
                  <a:cubicBezTo>
                    <a:pt x="68426" y="114602"/>
                    <a:pt x="68426" y="114602"/>
                    <a:pt x="68478" y="115395"/>
                  </a:cubicBezTo>
                  <a:cubicBezTo>
                    <a:pt x="67719" y="115395"/>
                    <a:pt x="66983" y="115395"/>
                    <a:pt x="66246" y="115395"/>
                  </a:cubicBezTo>
                  <a:cubicBezTo>
                    <a:pt x="65515" y="117588"/>
                    <a:pt x="65484" y="118808"/>
                    <a:pt x="65595" y="121069"/>
                  </a:cubicBezTo>
                  <a:cubicBezTo>
                    <a:pt x="65746" y="122813"/>
                    <a:pt x="65746" y="122813"/>
                    <a:pt x="65502" y="124325"/>
                  </a:cubicBezTo>
                  <a:cubicBezTo>
                    <a:pt x="64374" y="124701"/>
                    <a:pt x="64374" y="124701"/>
                    <a:pt x="63269" y="125069"/>
                  </a:cubicBezTo>
                  <a:cubicBezTo>
                    <a:pt x="63111" y="125955"/>
                    <a:pt x="62958" y="126814"/>
                    <a:pt x="62804" y="127674"/>
                  </a:cubicBezTo>
                  <a:cubicBezTo>
                    <a:pt x="62709" y="128559"/>
                    <a:pt x="62617" y="129419"/>
                    <a:pt x="62525" y="130278"/>
                  </a:cubicBezTo>
                  <a:cubicBezTo>
                    <a:pt x="61781" y="131022"/>
                    <a:pt x="61781" y="131022"/>
                    <a:pt x="61781" y="133255"/>
                  </a:cubicBezTo>
                  <a:cubicBezTo>
                    <a:pt x="80251" y="133255"/>
                    <a:pt x="98177" y="133255"/>
                    <a:pt x="116103" y="133255"/>
                  </a:cubicBezTo>
                  <a:cubicBezTo>
                    <a:pt x="115727" y="129497"/>
                    <a:pt x="115727" y="129497"/>
                    <a:pt x="115359" y="125813"/>
                  </a:cubicBezTo>
                  <a:cubicBezTo>
                    <a:pt x="113856" y="125437"/>
                    <a:pt x="113856" y="125437"/>
                    <a:pt x="112383" y="125069"/>
                  </a:cubicBezTo>
                  <a:cubicBezTo>
                    <a:pt x="112319" y="124389"/>
                    <a:pt x="112258" y="123729"/>
                    <a:pt x="112197" y="123069"/>
                  </a:cubicBezTo>
                  <a:cubicBezTo>
                    <a:pt x="112374" y="120713"/>
                    <a:pt x="112602" y="118494"/>
                    <a:pt x="112383" y="116139"/>
                  </a:cubicBezTo>
                  <a:cubicBezTo>
                    <a:pt x="111634" y="115928"/>
                    <a:pt x="111634" y="115928"/>
                    <a:pt x="110900" y="115721"/>
                  </a:cubicBezTo>
                  <a:cubicBezTo>
                    <a:pt x="110146" y="115556"/>
                    <a:pt x="110146" y="115556"/>
                    <a:pt x="109406" y="115395"/>
                  </a:cubicBezTo>
                  <a:cubicBezTo>
                    <a:pt x="109325" y="114826"/>
                    <a:pt x="109246" y="114273"/>
                    <a:pt x="109168" y="113721"/>
                  </a:cubicBezTo>
                  <a:cubicBezTo>
                    <a:pt x="109305" y="111788"/>
                    <a:pt x="109453" y="109892"/>
                    <a:pt x="109406" y="107954"/>
                  </a:cubicBezTo>
                  <a:cubicBezTo>
                    <a:pt x="108900" y="107701"/>
                    <a:pt x="108409" y="107455"/>
                    <a:pt x="107918" y="107210"/>
                  </a:cubicBezTo>
                  <a:cubicBezTo>
                    <a:pt x="107488" y="105312"/>
                    <a:pt x="107488" y="105312"/>
                    <a:pt x="107220" y="103117"/>
                  </a:cubicBezTo>
                  <a:cubicBezTo>
                    <a:pt x="106921" y="100861"/>
                    <a:pt x="106921" y="100861"/>
                    <a:pt x="106429" y="99024"/>
                  </a:cubicBezTo>
                  <a:cubicBezTo>
                    <a:pt x="105670" y="98771"/>
                    <a:pt x="104934" y="98526"/>
                    <a:pt x="104197" y="98280"/>
                  </a:cubicBezTo>
                  <a:cubicBezTo>
                    <a:pt x="104010" y="96595"/>
                    <a:pt x="104010" y="96595"/>
                    <a:pt x="104197" y="94652"/>
                  </a:cubicBezTo>
                  <a:cubicBezTo>
                    <a:pt x="104267" y="93645"/>
                    <a:pt x="104267" y="93645"/>
                    <a:pt x="104337" y="92658"/>
                  </a:cubicBezTo>
                  <a:cubicBezTo>
                    <a:pt x="104197" y="90839"/>
                    <a:pt x="104197" y="90839"/>
                    <a:pt x="103104" y="89722"/>
                  </a:cubicBezTo>
                  <a:cubicBezTo>
                    <a:pt x="101588" y="87572"/>
                    <a:pt x="101588" y="87572"/>
                    <a:pt x="101593" y="84792"/>
                  </a:cubicBezTo>
                  <a:cubicBezTo>
                    <a:pt x="101523" y="82787"/>
                    <a:pt x="101523" y="82787"/>
                    <a:pt x="101220" y="81165"/>
                  </a:cubicBezTo>
                  <a:cubicBezTo>
                    <a:pt x="100461" y="80912"/>
                    <a:pt x="99725" y="80666"/>
                    <a:pt x="98988" y="80421"/>
                  </a:cubicBezTo>
                  <a:cubicBezTo>
                    <a:pt x="98956" y="79456"/>
                    <a:pt x="98926" y="78520"/>
                    <a:pt x="98895" y="77584"/>
                  </a:cubicBezTo>
                  <a:cubicBezTo>
                    <a:pt x="98969" y="75424"/>
                    <a:pt x="99133" y="73511"/>
                    <a:pt x="98244" y="71491"/>
                  </a:cubicBezTo>
                  <a:cubicBezTo>
                    <a:pt x="97485" y="71238"/>
                    <a:pt x="96748" y="70992"/>
                    <a:pt x="96011" y="70747"/>
                  </a:cubicBezTo>
                  <a:cubicBezTo>
                    <a:pt x="95946" y="70242"/>
                    <a:pt x="95883" y="69752"/>
                    <a:pt x="95820" y="69261"/>
                  </a:cubicBezTo>
                  <a:cubicBezTo>
                    <a:pt x="95951" y="66842"/>
                    <a:pt x="96367" y="64761"/>
                    <a:pt x="95267" y="62561"/>
                  </a:cubicBezTo>
                  <a:cubicBezTo>
                    <a:pt x="94508" y="62561"/>
                    <a:pt x="93772" y="62561"/>
                    <a:pt x="93035" y="62561"/>
                  </a:cubicBezTo>
                  <a:cubicBezTo>
                    <a:pt x="93062" y="61906"/>
                    <a:pt x="93087" y="61270"/>
                    <a:pt x="93113" y="60634"/>
                  </a:cubicBezTo>
                  <a:cubicBezTo>
                    <a:pt x="93144" y="59376"/>
                    <a:pt x="93144" y="59376"/>
                    <a:pt x="93174" y="58143"/>
                  </a:cubicBezTo>
                  <a:cubicBezTo>
                    <a:pt x="93253" y="55658"/>
                    <a:pt x="93253" y="55658"/>
                    <a:pt x="93035" y="53632"/>
                  </a:cubicBezTo>
                  <a:cubicBezTo>
                    <a:pt x="92276" y="53379"/>
                    <a:pt x="91539" y="53133"/>
                    <a:pt x="90802" y="52887"/>
                  </a:cubicBezTo>
                  <a:cubicBezTo>
                    <a:pt x="90644" y="50910"/>
                    <a:pt x="90644" y="50910"/>
                    <a:pt x="90849" y="48609"/>
                  </a:cubicBezTo>
                  <a:cubicBezTo>
                    <a:pt x="90905" y="47806"/>
                    <a:pt x="90960" y="47027"/>
                    <a:pt x="91015" y="46248"/>
                  </a:cubicBezTo>
                  <a:cubicBezTo>
                    <a:pt x="90752" y="43410"/>
                    <a:pt x="89754" y="42274"/>
                    <a:pt x="87826" y="40237"/>
                  </a:cubicBezTo>
                  <a:close/>
                  <a:moveTo>
                    <a:pt x="74414" y="0"/>
                  </a:moveTo>
                  <a:cubicBezTo>
                    <a:pt x="84237" y="0"/>
                    <a:pt x="94059" y="0"/>
                    <a:pt x="104180" y="0"/>
                  </a:cubicBezTo>
                  <a:cubicBezTo>
                    <a:pt x="104425" y="2210"/>
                    <a:pt x="104671" y="4420"/>
                    <a:pt x="104924" y="6697"/>
                  </a:cubicBezTo>
                  <a:cubicBezTo>
                    <a:pt x="105661" y="7066"/>
                    <a:pt x="105661" y="7066"/>
                    <a:pt x="106412" y="7441"/>
                  </a:cubicBezTo>
                  <a:cubicBezTo>
                    <a:pt x="106720" y="9142"/>
                    <a:pt x="106720" y="9142"/>
                    <a:pt x="106877" y="11209"/>
                  </a:cubicBezTo>
                  <a:cubicBezTo>
                    <a:pt x="106961" y="12235"/>
                    <a:pt x="106961" y="12235"/>
                    <a:pt x="107046" y="13281"/>
                  </a:cubicBezTo>
                  <a:cubicBezTo>
                    <a:pt x="107082" y="13810"/>
                    <a:pt x="107119" y="14338"/>
                    <a:pt x="107156" y="14883"/>
                  </a:cubicBezTo>
                  <a:cubicBezTo>
                    <a:pt x="107893" y="14883"/>
                    <a:pt x="108630" y="14883"/>
                    <a:pt x="109389" y="14883"/>
                  </a:cubicBezTo>
                  <a:cubicBezTo>
                    <a:pt x="109425" y="15349"/>
                    <a:pt x="109462" y="15815"/>
                    <a:pt x="109499" y="16296"/>
                  </a:cubicBezTo>
                  <a:cubicBezTo>
                    <a:pt x="109583" y="17208"/>
                    <a:pt x="109583" y="17208"/>
                    <a:pt x="109668" y="18138"/>
                  </a:cubicBezTo>
                  <a:cubicBezTo>
                    <a:pt x="109745" y="19045"/>
                    <a:pt x="109745" y="19045"/>
                    <a:pt x="109825" y="19970"/>
                  </a:cubicBezTo>
                  <a:cubicBezTo>
                    <a:pt x="110006" y="21731"/>
                    <a:pt x="110006" y="21731"/>
                    <a:pt x="111621" y="23068"/>
                  </a:cubicBezTo>
                  <a:cubicBezTo>
                    <a:pt x="111867" y="23068"/>
                    <a:pt x="112112" y="23068"/>
                    <a:pt x="112365" y="23068"/>
                  </a:cubicBezTo>
                  <a:cubicBezTo>
                    <a:pt x="112407" y="23929"/>
                    <a:pt x="112407" y="23929"/>
                    <a:pt x="112450" y="24807"/>
                  </a:cubicBezTo>
                  <a:cubicBezTo>
                    <a:pt x="112498" y="25553"/>
                    <a:pt x="112547" y="26299"/>
                    <a:pt x="112598" y="27068"/>
                  </a:cubicBezTo>
                  <a:cubicBezTo>
                    <a:pt x="112663" y="28182"/>
                    <a:pt x="112663" y="28182"/>
                    <a:pt x="112729" y="29318"/>
                  </a:cubicBezTo>
                  <a:cubicBezTo>
                    <a:pt x="112854" y="29957"/>
                    <a:pt x="112980" y="30596"/>
                    <a:pt x="113109" y="31254"/>
                  </a:cubicBezTo>
                  <a:cubicBezTo>
                    <a:pt x="113846" y="31745"/>
                    <a:pt x="114583" y="32236"/>
                    <a:pt x="115342" y="32742"/>
                  </a:cubicBezTo>
                  <a:cubicBezTo>
                    <a:pt x="115560" y="34353"/>
                    <a:pt x="115560" y="34353"/>
                    <a:pt x="115481" y="36184"/>
                  </a:cubicBezTo>
                  <a:cubicBezTo>
                    <a:pt x="115461" y="36792"/>
                    <a:pt x="115441" y="37400"/>
                    <a:pt x="115420" y="38027"/>
                  </a:cubicBezTo>
                  <a:cubicBezTo>
                    <a:pt x="115394" y="38493"/>
                    <a:pt x="115368" y="38959"/>
                    <a:pt x="115342" y="39439"/>
                  </a:cubicBezTo>
                  <a:cubicBezTo>
                    <a:pt x="116079" y="39439"/>
                    <a:pt x="116815" y="39439"/>
                    <a:pt x="117574" y="39439"/>
                  </a:cubicBezTo>
                  <a:cubicBezTo>
                    <a:pt x="117616" y="40232"/>
                    <a:pt x="117616" y="40232"/>
                    <a:pt x="117659" y="41041"/>
                  </a:cubicBezTo>
                  <a:cubicBezTo>
                    <a:pt x="117707" y="41725"/>
                    <a:pt x="117756" y="42409"/>
                    <a:pt x="117807" y="43114"/>
                  </a:cubicBezTo>
                  <a:cubicBezTo>
                    <a:pt x="117872" y="44137"/>
                    <a:pt x="117872" y="44137"/>
                    <a:pt x="117938" y="45180"/>
                  </a:cubicBezTo>
                  <a:cubicBezTo>
                    <a:pt x="118063" y="45742"/>
                    <a:pt x="118189" y="46303"/>
                    <a:pt x="118318" y="46881"/>
                  </a:cubicBezTo>
                  <a:cubicBezTo>
                    <a:pt x="119055" y="47126"/>
                    <a:pt x="119792" y="47372"/>
                    <a:pt x="120551" y="47625"/>
                  </a:cubicBezTo>
                  <a:cubicBezTo>
                    <a:pt x="120714" y="49769"/>
                    <a:pt x="120544" y="51828"/>
                    <a:pt x="120411" y="53973"/>
                  </a:cubicBezTo>
                  <a:cubicBezTo>
                    <a:pt x="120457" y="54580"/>
                    <a:pt x="120503" y="55186"/>
                    <a:pt x="120551" y="55811"/>
                  </a:cubicBezTo>
                  <a:cubicBezTo>
                    <a:pt x="121287" y="56056"/>
                    <a:pt x="122024" y="56302"/>
                    <a:pt x="122783" y="56555"/>
                  </a:cubicBezTo>
                  <a:cubicBezTo>
                    <a:pt x="123274" y="58255"/>
                    <a:pt x="123274" y="58255"/>
                    <a:pt x="123574" y="60322"/>
                  </a:cubicBezTo>
                  <a:cubicBezTo>
                    <a:pt x="123836" y="62327"/>
                    <a:pt x="123836" y="62327"/>
                    <a:pt x="124271" y="63996"/>
                  </a:cubicBezTo>
                  <a:cubicBezTo>
                    <a:pt x="124763" y="63996"/>
                    <a:pt x="125254" y="63996"/>
                    <a:pt x="125760" y="63996"/>
                  </a:cubicBezTo>
                  <a:cubicBezTo>
                    <a:pt x="125802" y="64869"/>
                    <a:pt x="125802" y="64869"/>
                    <a:pt x="125844" y="65761"/>
                  </a:cubicBezTo>
                  <a:cubicBezTo>
                    <a:pt x="125893" y="66514"/>
                    <a:pt x="125942" y="67267"/>
                    <a:pt x="125992" y="68042"/>
                  </a:cubicBezTo>
                  <a:cubicBezTo>
                    <a:pt x="126057" y="69169"/>
                    <a:pt x="126057" y="69169"/>
                    <a:pt x="126123" y="70318"/>
                  </a:cubicBezTo>
                  <a:cubicBezTo>
                    <a:pt x="126249" y="70933"/>
                    <a:pt x="126374" y="71548"/>
                    <a:pt x="126504" y="72182"/>
                  </a:cubicBezTo>
                  <a:cubicBezTo>
                    <a:pt x="127241" y="72427"/>
                    <a:pt x="127977" y="72673"/>
                    <a:pt x="128736" y="72926"/>
                  </a:cubicBezTo>
                  <a:cubicBezTo>
                    <a:pt x="129039" y="74385"/>
                    <a:pt x="129039" y="74385"/>
                    <a:pt x="129108" y="76181"/>
                  </a:cubicBezTo>
                  <a:cubicBezTo>
                    <a:pt x="129222" y="79079"/>
                    <a:pt x="129706" y="79853"/>
                    <a:pt x="131713" y="81855"/>
                  </a:cubicBezTo>
                  <a:cubicBezTo>
                    <a:pt x="132041" y="83512"/>
                    <a:pt x="132041" y="83512"/>
                    <a:pt x="132131" y="85297"/>
                  </a:cubicBezTo>
                  <a:cubicBezTo>
                    <a:pt x="132194" y="87043"/>
                    <a:pt x="132194" y="87043"/>
                    <a:pt x="132457" y="88553"/>
                  </a:cubicBezTo>
                  <a:cubicBezTo>
                    <a:pt x="132948" y="88798"/>
                    <a:pt x="133439" y="89044"/>
                    <a:pt x="133945" y="89297"/>
                  </a:cubicBezTo>
                  <a:cubicBezTo>
                    <a:pt x="134208" y="91027"/>
                    <a:pt x="134275" y="92735"/>
                    <a:pt x="134361" y="94483"/>
                  </a:cubicBezTo>
                  <a:cubicBezTo>
                    <a:pt x="134469" y="94981"/>
                    <a:pt x="134578" y="95480"/>
                    <a:pt x="134689" y="95994"/>
                  </a:cubicBezTo>
                  <a:cubicBezTo>
                    <a:pt x="135426" y="96240"/>
                    <a:pt x="136163" y="96485"/>
                    <a:pt x="136922" y="96738"/>
                  </a:cubicBezTo>
                  <a:cubicBezTo>
                    <a:pt x="137224" y="98386"/>
                    <a:pt x="137224" y="98386"/>
                    <a:pt x="137294" y="100412"/>
                  </a:cubicBezTo>
                  <a:cubicBezTo>
                    <a:pt x="137316" y="102396"/>
                    <a:pt x="137316" y="102396"/>
                    <a:pt x="137666" y="104180"/>
                  </a:cubicBezTo>
                  <a:cubicBezTo>
                    <a:pt x="138403" y="104671"/>
                    <a:pt x="139139" y="105162"/>
                    <a:pt x="139898" y="105668"/>
                  </a:cubicBezTo>
                  <a:cubicBezTo>
                    <a:pt x="140055" y="107420"/>
                    <a:pt x="139895" y="109055"/>
                    <a:pt x="139759" y="110807"/>
                  </a:cubicBezTo>
                  <a:cubicBezTo>
                    <a:pt x="139805" y="111321"/>
                    <a:pt x="139851" y="111835"/>
                    <a:pt x="139898" y="112365"/>
                  </a:cubicBezTo>
                  <a:cubicBezTo>
                    <a:pt x="140635" y="112856"/>
                    <a:pt x="141372" y="113347"/>
                    <a:pt x="142131" y="113854"/>
                  </a:cubicBezTo>
                  <a:cubicBezTo>
                    <a:pt x="142512" y="115627"/>
                    <a:pt x="142512" y="115627"/>
                    <a:pt x="142642" y="117667"/>
                  </a:cubicBezTo>
                  <a:cubicBezTo>
                    <a:pt x="142716" y="118683"/>
                    <a:pt x="142716" y="118683"/>
                    <a:pt x="142791" y="119719"/>
                  </a:cubicBezTo>
                  <a:cubicBezTo>
                    <a:pt x="142832" y="120499"/>
                    <a:pt x="142832" y="120499"/>
                    <a:pt x="142875" y="121295"/>
                  </a:cubicBezTo>
                  <a:cubicBezTo>
                    <a:pt x="143612" y="121295"/>
                    <a:pt x="144348" y="121295"/>
                    <a:pt x="145107" y="121295"/>
                  </a:cubicBezTo>
                  <a:cubicBezTo>
                    <a:pt x="145149" y="122168"/>
                    <a:pt x="145149" y="122168"/>
                    <a:pt x="145192" y="123059"/>
                  </a:cubicBezTo>
                  <a:cubicBezTo>
                    <a:pt x="145265" y="124189"/>
                    <a:pt x="145265" y="124189"/>
                    <a:pt x="145340" y="125341"/>
                  </a:cubicBezTo>
                  <a:cubicBezTo>
                    <a:pt x="145405" y="126468"/>
                    <a:pt x="145405" y="126468"/>
                    <a:pt x="145471" y="127617"/>
                  </a:cubicBezTo>
                  <a:cubicBezTo>
                    <a:pt x="145596" y="128232"/>
                    <a:pt x="145722" y="128847"/>
                    <a:pt x="145852" y="129480"/>
                  </a:cubicBezTo>
                  <a:cubicBezTo>
                    <a:pt x="146588" y="129726"/>
                    <a:pt x="147325" y="129972"/>
                    <a:pt x="148084" y="130225"/>
                  </a:cubicBezTo>
                  <a:cubicBezTo>
                    <a:pt x="148084" y="131712"/>
                    <a:pt x="148076" y="133202"/>
                    <a:pt x="147944" y="134684"/>
                  </a:cubicBezTo>
                  <a:cubicBezTo>
                    <a:pt x="147931" y="136251"/>
                    <a:pt x="147931" y="136251"/>
                    <a:pt x="149151" y="137245"/>
                  </a:cubicBezTo>
                  <a:cubicBezTo>
                    <a:pt x="150725" y="138818"/>
                    <a:pt x="150784" y="140095"/>
                    <a:pt x="151107" y="142270"/>
                  </a:cubicBezTo>
                  <a:cubicBezTo>
                    <a:pt x="151368" y="144234"/>
                    <a:pt x="151368" y="144234"/>
                    <a:pt x="151805" y="145852"/>
                  </a:cubicBezTo>
                  <a:cubicBezTo>
                    <a:pt x="152296" y="145852"/>
                    <a:pt x="152787" y="145852"/>
                    <a:pt x="153293" y="145852"/>
                  </a:cubicBezTo>
                  <a:cubicBezTo>
                    <a:pt x="153335" y="146725"/>
                    <a:pt x="153335" y="146725"/>
                    <a:pt x="153377" y="147616"/>
                  </a:cubicBezTo>
                  <a:cubicBezTo>
                    <a:pt x="153451" y="148745"/>
                    <a:pt x="153451" y="148745"/>
                    <a:pt x="153526" y="149898"/>
                  </a:cubicBezTo>
                  <a:cubicBezTo>
                    <a:pt x="153590" y="151024"/>
                    <a:pt x="153590" y="151024"/>
                    <a:pt x="153656" y="152174"/>
                  </a:cubicBezTo>
                  <a:cubicBezTo>
                    <a:pt x="153782" y="152789"/>
                    <a:pt x="153908" y="153404"/>
                    <a:pt x="154037" y="154037"/>
                  </a:cubicBezTo>
                  <a:cubicBezTo>
                    <a:pt x="154774" y="154283"/>
                    <a:pt x="155511" y="154528"/>
                    <a:pt x="156270" y="154781"/>
                  </a:cubicBezTo>
                  <a:cubicBezTo>
                    <a:pt x="156488" y="156482"/>
                    <a:pt x="156488" y="156482"/>
                    <a:pt x="156409" y="158548"/>
                  </a:cubicBezTo>
                  <a:cubicBezTo>
                    <a:pt x="156379" y="159574"/>
                    <a:pt x="156379" y="159574"/>
                    <a:pt x="156348" y="160621"/>
                  </a:cubicBezTo>
                  <a:cubicBezTo>
                    <a:pt x="156322" y="161150"/>
                    <a:pt x="156296" y="161678"/>
                    <a:pt x="156270" y="162223"/>
                  </a:cubicBezTo>
                  <a:cubicBezTo>
                    <a:pt x="157006" y="162223"/>
                    <a:pt x="157743" y="162223"/>
                    <a:pt x="158502" y="162223"/>
                  </a:cubicBezTo>
                  <a:cubicBezTo>
                    <a:pt x="158748" y="165169"/>
                    <a:pt x="158993" y="168116"/>
                    <a:pt x="159246" y="171152"/>
                  </a:cubicBezTo>
                  <a:cubicBezTo>
                    <a:pt x="159983" y="171152"/>
                    <a:pt x="160720" y="171152"/>
                    <a:pt x="161479" y="171152"/>
                  </a:cubicBezTo>
                  <a:cubicBezTo>
                    <a:pt x="161520" y="171945"/>
                    <a:pt x="161520" y="171945"/>
                    <a:pt x="161563" y="172754"/>
                  </a:cubicBezTo>
                  <a:cubicBezTo>
                    <a:pt x="161612" y="173438"/>
                    <a:pt x="161661" y="174122"/>
                    <a:pt x="161711" y="174827"/>
                  </a:cubicBezTo>
                  <a:cubicBezTo>
                    <a:pt x="161776" y="175850"/>
                    <a:pt x="161776" y="175850"/>
                    <a:pt x="161842" y="176893"/>
                  </a:cubicBezTo>
                  <a:cubicBezTo>
                    <a:pt x="161968" y="177454"/>
                    <a:pt x="162093" y="178016"/>
                    <a:pt x="162223" y="178594"/>
                  </a:cubicBezTo>
                  <a:cubicBezTo>
                    <a:pt x="162959" y="178839"/>
                    <a:pt x="163696" y="179085"/>
                    <a:pt x="164455" y="179338"/>
                  </a:cubicBezTo>
                  <a:cubicBezTo>
                    <a:pt x="164784" y="181012"/>
                    <a:pt x="164784" y="181012"/>
                    <a:pt x="164874" y="183059"/>
                  </a:cubicBezTo>
                  <a:cubicBezTo>
                    <a:pt x="164936" y="185048"/>
                    <a:pt x="164936" y="185048"/>
                    <a:pt x="165199" y="186779"/>
                  </a:cubicBezTo>
                  <a:cubicBezTo>
                    <a:pt x="165690" y="187025"/>
                    <a:pt x="166181" y="187270"/>
                    <a:pt x="166688" y="187523"/>
                  </a:cubicBezTo>
                  <a:cubicBezTo>
                    <a:pt x="166951" y="189447"/>
                    <a:pt x="167018" y="191351"/>
                    <a:pt x="167103" y="193291"/>
                  </a:cubicBezTo>
                  <a:cubicBezTo>
                    <a:pt x="167212" y="193843"/>
                    <a:pt x="167320" y="194396"/>
                    <a:pt x="167432" y="194965"/>
                  </a:cubicBezTo>
                  <a:cubicBezTo>
                    <a:pt x="168168" y="195210"/>
                    <a:pt x="168905" y="195456"/>
                    <a:pt x="169664" y="195709"/>
                  </a:cubicBezTo>
                  <a:cubicBezTo>
                    <a:pt x="169966" y="197194"/>
                    <a:pt x="169966" y="197194"/>
                    <a:pt x="170036" y="199011"/>
                  </a:cubicBezTo>
                  <a:cubicBezTo>
                    <a:pt x="170060" y="200794"/>
                    <a:pt x="170060" y="200794"/>
                    <a:pt x="170408" y="202406"/>
                  </a:cubicBezTo>
                  <a:cubicBezTo>
                    <a:pt x="171145" y="202897"/>
                    <a:pt x="171882" y="203388"/>
                    <a:pt x="172641" y="203895"/>
                  </a:cubicBezTo>
                  <a:cubicBezTo>
                    <a:pt x="172859" y="205830"/>
                    <a:pt x="172859" y="205830"/>
                    <a:pt x="172780" y="208080"/>
                  </a:cubicBezTo>
                  <a:cubicBezTo>
                    <a:pt x="172750" y="209200"/>
                    <a:pt x="172750" y="209200"/>
                    <a:pt x="172719" y="210342"/>
                  </a:cubicBezTo>
                  <a:cubicBezTo>
                    <a:pt x="172693" y="210915"/>
                    <a:pt x="172667" y="211489"/>
                    <a:pt x="172641" y="212080"/>
                  </a:cubicBezTo>
                  <a:cubicBezTo>
                    <a:pt x="173377" y="212080"/>
                    <a:pt x="174114" y="212080"/>
                    <a:pt x="174873" y="212080"/>
                  </a:cubicBezTo>
                  <a:cubicBezTo>
                    <a:pt x="174901" y="212546"/>
                    <a:pt x="174929" y="213012"/>
                    <a:pt x="174957" y="213493"/>
                  </a:cubicBezTo>
                  <a:cubicBezTo>
                    <a:pt x="175006" y="214101"/>
                    <a:pt x="175055" y="214709"/>
                    <a:pt x="175106" y="215336"/>
                  </a:cubicBezTo>
                  <a:cubicBezTo>
                    <a:pt x="175170" y="216242"/>
                    <a:pt x="175170" y="216242"/>
                    <a:pt x="175236" y="217167"/>
                  </a:cubicBezTo>
                  <a:cubicBezTo>
                    <a:pt x="175491" y="219060"/>
                    <a:pt x="175491" y="219060"/>
                    <a:pt x="177850" y="220266"/>
                  </a:cubicBezTo>
                  <a:cubicBezTo>
                    <a:pt x="178188" y="222401"/>
                    <a:pt x="178224" y="224480"/>
                    <a:pt x="178291" y="226640"/>
                  </a:cubicBezTo>
                  <a:cubicBezTo>
                    <a:pt x="178391" y="227238"/>
                    <a:pt x="178491" y="227835"/>
                    <a:pt x="178594" y="228451"/>
                  </a:cubicBezTo>
                  <a:cubicBezTo>
                    <a:pt x="179330" y="228697"/>
                    <a:pt x="180067" y="228942"/>
                    <a:pt x="180826" y="229195"/>
                  </a:cubicBezTo>
                  <a:cubicBezTo>
                    <a:pt x="181149" y="230544"/>
                    <a:pt x="181149" y="230544"/>
                    <a:pt x="181152" y="232172"/>
                  </a:cubicBezTo>
                  <a:cubicBezTo>
                    <a:pt x="181166" y="232709"/>
                    <a:pt x="181181" y="233246"/>
                    <a:pt x="181195" y="233800"/>
                  </a:cubicBezTo>
                  <a:cubicBezTo>
                    <a:pt x="181074" y="234245"/>
                    <a:pt x="180952" y="234690"/>
                    <a:pt x="180826" y="235148"/>
                  </a:cubicBezTo>
                  <a:cubicBezTo>
                    <a:pt x="177769" y="236184"/>
                    <a:pt x="174616" y="235999"/>
                    <a:pt x="171426" y="235991"/>
                  </a:cubicBezTo>
                  <a:cubicBezTo>
                    <a:pt x="170496" y="235992"/>
                    <a:pt x="170496" y="235992"/>
                    <a:pt x="169547" y="235994"/>
                  </a:cubicBezTo>
                  <a:cubicBezTo>
                    <a:pt x="168240" y="235994"/>
                    <a:pt x="166933" y="235993"/>
                    <a:pt x="165625" y="235990"/>
                  </a:cubicBezTo>
                  <a:cubicBezTo>
                    <a:pt x="163620" y="235986"/>
                    <a:pt x="161615" y="235990"/>
                    <a:pt x="159609" y="235994"/>
                  </a:cubicBezTo>
                  <a:cubicBezTo>
                    <a:pt x="158339" y="235994"/>
                    <a:pt x="157069" y="235993"/>
                    <a:pt x="155799" y="235991"/>
                  </a:cubicBezTo>
                  <a:cubicBezTo>
                    <a:pt x="155197" y="235993"/>
                    <a:pt x="154596" y="235994"/>
                    <a:pt x="153976" y="235996"/>
                  </a:cubicBezTo>
                  <a:cubicBezTo>
                    <a:pt x="149743" y="235978"/>
                    <a:pt x="149743" y="235978"/>
                    <a:pt x="148084" y="235148"/>
                  </a:cubicBezTo>
                  <a:cubicBezTo>
                    <a:pt x="147781" y="233421"/>
                    <a:pt x="147530" y="231683"/>
                    <a:pt x="147340" y="229939"/>
                  </a:cubicBezTo>
                  <a:cubicBezTo>
                    <a:pt x="146603" y="229939"/>
                    <a:pt x="145866" y="229939"/>
                    <a:pt x="145107" y="229939"/>
                  </a:cubicBezTo>
                  <a:cubicBezTo>
                    <a:pt x="144862" y="226993"/>
                    <a:pt x="144616" y="224046"/>
                    <a:pt x="144363" y="221010"/>
                  </a:cubicBezTo>
                  <a:cubicBezTo>
                    <a:pt x="143627" y="221010"/>
                    <a:pt x="142890" y="221010"/>
                    <a:pt x="142131" y="221010"/>
                  </a:cubicBezTo>
                  <a:cubicBezTo>
                    <a:pt x="142094" y="220427"/>
                    <a:pt x="142058" y="219845"/>
                    <a:pt x="142020" y="219245"/>
                  </a:cubicBezTo>
                  <a:cubicBezTo>
                    <a:pt x="141937" y="218116"/>
                    <a:pt x="141937" y="218116"/>
                    <a:pt x="141852" y="216963"/>
                  </a:cubicBezTo>
                  <a:cubicBezTo>
                    <a:pt x="141774" y="215837"/>
                    <a:pt x="141774" y="215837"/>
                    <a:pt x="141695" y="214687"/>
                  </a:cubicBezTo>
                  <a:cubicBezTo>
                    <a:pt x="141593" y="214073"/>
                    <a:pt x="141491" y="213458"/>
                    <a:pt x="141387" y="212824"/>
                  </a:cubicBezTo>
                  <a:cubicBezTo>
                    <a:pt x="140896" y="212579"/>
                    <a:pt x="140404" y="212333"/>
                    <a:pt x="139898" y="212080"/>
                  </a:cubicBezTo>
                  <a:cubicBezTo>
                    <a:pt x="139634" y="210181"/>
                    <a:pt x="139568" y="208301"/>
                    <a:pt x="139483" y="206386"/>
                  </a:cubicBezTo>
                  <a:cubicBezTo>
                    <a:pt x="139374" y="205809"/>
                    <a:pt x="139266" y="205233"/>
                    <a:pt x="139154" y="204639"/>
                  </a:cubicBezTo>
                  <a:cubicBezTo>
                    <a:pt x="138418" y="204148"/>
                    <a:pt x="137681" y="203656"/>
                    <a:pt x="136922" y="203150"/>
                  </a:cubicBezTo>
                  <a:cubicBezTo>
                    <a:pt x="136541" y="201214"/>
                    <a:pt x="136541" y="201214"/>
                    <a:pt x="136410" y="198965"/>
                  </a:cubicBezTo>
                  <a:cubicBezTo>
                    <a:pt x="136337" y="197845"/>
                    <a:pt x="136337" y="197845"/>
                    <a:pt x="136262" y="196703"/>
                  </a:cubicBezTo>
                  <a:cubicBezTo>
                    <a:pt x="136220" y="195843"/>
                    <a:pt x="136220" y="195843"/>
                    <a:pt x="136178" y="194965"/>
                  </a:cubicBezTo>
                  <a:cubicBezTo>
                    <a:pt x="135441" y="194965"/>
                    <a:pt x="134704" y="194965"/>
                    <a:pt x="133945" y="194965"/>
                  </a:cubicBezTo>
                  <a:cubicBezTo>
                    <a:pt x="133909" y="194383"/>
                    <a:pt x="133872" y="193800"/>
                    <a:pt x="133835" y="193200"/>
                  </a:cubicBezTo>
                  <a:cubicBezTo>
                    <a:pt x="133751" y="192071"/>
                    <a:pt x="133751" y="192071"/>
                    <a:pt x="133666" y="190919"/>
                  </a:cubicBezTo>
                  <a:cubicBezTo>
                    <a:pt x="133589" y="189792"/>
                    <a:pt x="133589" y="189792"/>
                    <a:pt x="133509" y="188643"/>
                  </a:cubicBezTo>
                  <a:cubicBezTo>
                    <a:pt x="133408" y="188028"/>
                    <a:pt x="133306" y="187413"/>
                    <a:pt x="133201" y="186779"/>
                  </a:cubicBezTo>
                  <a:cubicBezTo>
                    <a:pt x="132710" y="186534"/>
                    <a:pt x="132219" y="186288"/>
                    <a:pt x="131713" y="186035"/>
                  </a:cubicBezTo>
                  <a:cubicBezTo>
                    <a:pt x="131405" y="184009"/>
                    <a:pt x="131405" y="184009"/>
                    <a:pt x="131248" y="181524"/>
                  </a:cubicBezTo>
                  <a:cubicBezTo>
                    <a:pt x="131164" y="180291"/>
                    <a:pt x="131164" y="180291"/>
                    <a:pt x="131079" y="179033"/>
                  </a:cubicBezTo>
                  <a:cubicBezTo>
                    <a:pt x="131043" y="178397"/>
                    <a:pt x="131006" y="177761"/>
                    <a:pt x="130969" y="177105"/>
                  </a:cubicBezTo>
                  <a:cubicBezTo>
                    <a:pt x="130232" y="177105"/>
                    <a:pt x="129495" y="177105"/>
                    <a:pt x="128736" y="177105"/>
                  </a:cubicBezTo>
                  <a:cubicBezTo>
                    <a:pt x="128695" y="176313"/>
                    <a:pt x="128695" y="176313"/>
                    <a:pt x="128652" y="175504"/>
                  </a:cubicBezTo>
                  <a:cubicBezTo>
                    <a:pt x="128603" y="174820"/>
                    <a:pt x="128554" y="174136"/>
                    <a:pt x="128504" y="173431"/>
                  </a:cubicBezTo>
                  <a:cubicBezTo>
                    <a:pt x="128439" y="172408"/>
                    <a:pt x="128439" y="172408"/>
                    <a:pt x="128373" y="171365"/>
                  </a:cubicBezTo>
                  <a:cubicBezTo>
                    <a:pt x="128247" y="170803"/>
                    <a:pt x="128122" y="170242"/>
                    <a:pt x="127992" y="169664"/>
                  </a:cubicBezTo>
                  <a:cubicBezTo>
                    <a:pt x="127255" y="169418"/>
                    <a:pt x="126519" y="169173"/>
                    <a:pt x="125760" y="168920"/>
                  </a:cubicBezTo>
                  <a:cubicBezTo>
                    <a:pt x="126005" y="167201"/>
                    <a:pt x="126251" y="165482"/>
                    <a:pt x="126504" y="163711"/>
                  </a:cubicBezTo>
                  <a:cubicBezTo>
                    <a:pt x="101947" y="163711"/>
                    <a:pt x="77391" y="163711"/>
                    <a:pt x="52090" y="163711"/>
                  </a:cubicBezTo>
                  <a:cubicBezTo>
                    <a:pt x="52090" y="165921"/>
                    <a:pt x="52090" y="168131"/>
                    <a:pt x="52090" y="170408"/>
                  </a:cubicBezTo>
                  <a:cubicBezTo>
                    <a:pt x="51599" y="170408"/>
                    <a:pt x="51108" y="170408"/>
                    <a:pt x="50602" y="170408"/>
                  </a:cubicBezTo>
                  <a:cubicBezTo>
                    <a:pt x="49378" y="172856"/>
                    <a:pt x="49560" y="175567"/>
                    <a:pt x="49395" y="178271"/>
                  </a:cubicBezTo>
                  <a:cubicBezTo>
                    <a:pt x="49302" y="178869"/>
                    <a:pt x="49209" y="179466"/>
                    <a:pt x="49113" y="180082"/>
                  </a:cubicBezTo>
                  <a:cubicBezTo>
                    <a:pt x="48622" y="180328"/>
                    <a:pt x="48131" y="180573"/>
                    <a:pt x="47625" y="180826"/>
                  </a:cubicBezTo>
                  <a:cubicBezTo>
                    <a:pt x="47360" y="183137"/>
                    <a:pt x="47294" y="185432"/>
                    <a:pt x="47209" y="187756"/>
                  </a:cubicBezTo>
                  <a:cubicBezTo>
                    <a:pt x="47101" y="188416"/>
                    <a:pt x="46993" y="189076"/>
                    <a:pt x="46881" y="189756"/>
                  </a:cubicBezTo>
                  <a:cubicBezTo>
                    <a:pt x="46144" y="190001"/>
                    <a:pt x="45407" y="190247"/>
                    <a:pt x="44648" y="190500"/>
                  </a:cubicBezTo>
                  <a:cubicBezTo>
                    <a:pt x="44210" y="192419"/>
                    <a:pt x="44210" y="192419"/>
                    <a:pt x="44137" y="194639"/>
                  </a:cubicBezTo>
                  <a:cubicBezTo>
                    <a:pt x="44088" y="195392"/>
                    <a:pt x="44039" y="196145"/>
                    <a:pt x="43989" y="196921"/>
                  </a:cubicBezTo>
                  <a:cubicBezTo>
                    <a:pt x="43961" y="197503"/>
                    <a:pt x="43933" y="198086"/>
                    <a:pt x="43904" y="198686"/>
                  </a:cubicBezTo>
                  <a:cubicBezTo>
                    <a:pt x="43413" y="198686"/>
                    <a:pt x="42922" y="198686"/>
                    <a:pt x="42416" y="198686"/>
                  </a:cubicBezTo>
                  <a:cubicBezTo>
                    <a:pt x="42326" y="199321"/>
                    <a:pt x="42236" y="199957"/>
                    <a:pt x="42143" y="200613"/>
                  </a:cubicBezTo>
                  <a:cubicBezTo>
                    <a:pt x="42018" y="201435"/>
                    <a:pt x="41893" y="202257"/>
                    <a:pt x="41765" y="203104"/>
                  </a:cubicBezTo>
                  <a:cubicBezTo>
                    <a:pt x="41644" y="203924"/>
                    <a:pt x="41523" y="204744"/>
                    <a:pt x="41399" y="205589"/>
                  </a:cubicBezTo>
                  <a:cubicBezTo>
                    <a:pt x="41243" y="206258"/>
                    <a:pt x="41088" y="206926"/>
                    <a:pt x="40928" y="207615"/>
                  </a:cubicBezTo>
                  <a:cubicBezTo>
                    <a:pt x="40437" y="207861"/>
                    <a:pt x="39945" y="208106"/>
                    <a:pt x="39439" y="208359"/>
                  </a:cubicBezTo>
                  <a:cubicBezTo>
                    <a:pt x="39174" y="210670"/>
                    <a:pt x="39109" y="212965"/>
                    <a:pt x="39024" y="215289"/>
                  </a:cubicBezTo>
                  <a:cubicBezTo>
                    <a:pt x="38915" y="215949"/>
                    <a:pt x="38807" y="216609"/>
                    <a:pt x="38695" y="217289"/>
                  </a:cubicBezTo>
                  <a:cubicBezTo>
                    <a:pt x="37959" y="217535"/>
                    <a:pt x="37222" y="217780"/>
                    <a:pt x="36463" y="218033"/>
                  </a:cubicBezTo>
                  <a:cubicBezTo>
                    <a:pt x="36024" y="220124"/>
                    <a:pt x="36024" y="220124"/>
                    <a:pt x="35951" y="222545"/>
                  </a:cubicBezTo>
                  <a:cubicBezTo>
                    <a:pt x="35878" y="223778"/>
                    <a:pt x="35878" y="223778"/>
                    <a:pt x="35803" y="225036"/>
                  </a:cubicBezTo>
                  <a:cubicBezTo>
                    <a:pt x="35761" y="225990"/>
                    <a:pt x="35761" y="225990"/>
                    <a:pt x="35719" y="226963"/>
                  </a:cubicBezTo>
                  <a:cubicBezTo>
                    <a:pt x="35228" y="226963"/>
                    <a:pt x="34736" y="226963"/>
                    <a:pt x="34230" y="226963"/>
                  </a:cubicBezTo>
                  <a:cubicBezTo>
                    <a:pt x="33154" y="229116"/>
                    <a:pt x="33280" y="231279"/>
                    <a:pt x="33169" y="233663"/>
                  </a:cubicBezTo>
                  <a:cubicBezTo>
                    <a:pt x="33028" y="234153"/>
                    <a:pt x="32887" y="234643"/>
                    <a:pt x="32742" y="235148"/>
                  </a:cubicBezTo>
                  <a:cubicBezTo>
                    <a:pt x="29989" y="236238"/>
                    <a:pt x="26987" y="236000"/>
                    <a:pt x="24071" y="235991"/>
                  </a:cubicBezTo>
                  <a:cubicBezTo>
                    <a:pt x="23248" y="235992"/>
                    <a:pt x="23248" y="235992"/>
                    <a:pt x="22409" y="235994"/>
                  </a:cubicBezTo>
                  <a:cubicBezTo>
                    <a:pt x="21251" y="235994"/>
                    <a:pt x="20094" y="235993"/>
                    <a:pt x="18936" y="235990"/>
                  </a:cubicBezTo>
                  <a:cubicBezTo>
                    <a:pt x="17171" y="235986"/>
                    <a:pt x="15405" y="235990"/>
                    <a:pt x="13640" y="235994"/>
                  </a:cubicBezTo>
                  <a:cubicBezTo>
                    <a:pt x="12513" y="235994"/>
                    <a:pt x="11385" y="235993"/>
                    <a:pt x="10258" y="235991"/>
                  </a:cubicBezTo>
                  <a:cubicBezTo>
                    <a:pt x="9471" y="235994"/>
                    <a:pt x="9471" y="235994"/>
                    <a:pt x="8668" y="235996"/>
                  </a:cubicBezTo>
                  <a:cubicBezTo>
                    <a:pt x="3228" y="235970"/>
                    <a:pt x="3228" y="235970"/>
                    <a:pt x="744" y="235148"/>
                  </a:cubicBezTo>
                  <a:cubicBezTo>
                    <a:pt x="140" y="232869"/>
                    <a:pt x="140" y="232869"/>
                    <a:pt x="0" y="230684"/>
                  </a:cubicBezTo>
                  <a:cubicBezTo>
                    <a:pt x="737" y="230929"/>
                    <a:pt x="1473" y="231175"/>
                    <a:pt x="2232" y="231428"/>
                  </a:cubicBezTo>
                  <a:cubicBezTo>
                    <a:pt x="2260" y="230845"/>
                    <a:pt x="2288" y="230263"/>
                    <a:pt x="2317" y="229663"/>
                  </a:cubicBezTo>
                  <a:cubicBezTo>
                    <a:pt x="2366" y="228910"/>
                    <a:pt x="2415" y="228157"/>
                    <a:pt x="2465" y="227381"/>
                  </a:cubicBezTo>
                  <a:cubicBezTo>
                    <a:pt x="2530" y="226255"/>
                    <a:pt x="2530" y="226255"/>
                    <a:pt x="2596" y="225105"/>
                  </a:cubicBezTo>
                  <a:cubicBezTo>
                    <a:pt x="2784" y="224183"/>
                    <a:pt x="2784" y="224183"/>
                    <a:pt x="2977" y="223242"/>
                  </a:cubicBezTo>
                  <a:cubicBezTo>
                    <a:pt x="3713" y="222997"/>
                    <a:pt x="4450" y="222751"/>
                    <a:pt x="5209" y="222498"/>
                  </a:cubicBezTo>
                  <a:cubicBezTo>
                    <a:pt x="5592" y="220430"/>
                    <a:pt x="5592" y="220430"/>
                    <a:pt x="5628" y="218033"/>
                  </a:cubicBezTo>
                  <a:cubicBezTo>
                    <a:pt x="5723" y="215568"/>
                    <a:pt x="5723" y="215568"/>
                    <a:pt x="5953" y="213568"/>
                  </a:cubicBezTo>
                  <a:cubicBezTo>
                    <a:pt x="6444" y="213323"/>
                    <a:pt x="6935" y="213077"/>
                    <a:pt x="7441" y="212824"/>
                  </a:cubicBezTo>
                  <a:cubicBezTo>
                    <a:pt x="7705" y="210901"/>
                    <a:pt x="7772" y="208996"/>
                    <a:pt x="7857" y="207057"/>
                  </a:cubicBezTo>
                  <a:cubicBezTo>
                    <a:pt x="7965" y="206505"/>
                    <a:pt x="8074" y="205952"/>
                    <a:pt x="8186" y="205383"/>
                  </a:cubicBezTo>
                  <a:cubicBezTo>
                    <a:pt x="8922" y="205137"/>
                    <a:pt x="9659" y="204892"/>
                    <a:pt x="10418" y="204639"/>
                  </a:cubicBezTo>
                  <a:cubicBezTo>
                    <a:pt x="10772" y="202569"/>
                    <a:pt x="10772" y="202569"/>
                    <a:pt x="10790" y="200174"/>
                  </a:cubicBezTo>
                  <a:cubicBezTo>
                    <a:pt x="10860" y="197709"/>
                    <a:pt x="10860" y="197709"/>
                    <a:pt x="11162" y="195709"/>
                  </a:cubicBezTo>
                  <a:cubicBezTo>
                    <a:pt x="11899" y="195463"/>
                    <a:pt x="12636" y="195218"/>
                    <a:pt x="13395" y="194965"/>
                  </a:cubicBezTo>
                  <a:cubicBezTo>
                    <a:pt x="13775" y="193411"/>
                    <a:pt x="13775" y="193411"/>
                    <a:pt x="13813" y="191616"/>
                  </a:cubicBezTo>
                  <a:cubicBezTo>
                    <a:pt x="13909" y="189779"/>
                    <a:pt x="13909" y="189779"/>
                    <a:pt x="14139" y="188268"/>
                  </a:cubicBezTo>
                  <a:cubicBezTo>
                    <a:pt x="14630" y="188022"/>
                    <a:pt x="15121" y="187776"/>
                    <a:pt x="15627" y="187523"/>
                  </a:cubicBezTo>
                  <a:cubicBezTo>
                    <a:pt x="15892" y="185406"/>
                    <a:pt x="15957" y="183306"/>
                    <a:pt x="16043" y="181175"/>
                  </a:cubicBezTo>
                  <a:cubicBezTo>
                    <a:pt x="16151" y="180569"/>
                    <a:pt x="16259" y="179962"/>
                    <a:pt x="16371" y="179338"/>
                  </a:cubicBezTo>
                  <a:cubicBezTo>
                    <a:pt x="17108" y="179092"/>
                    <a:pt x="17844" y="178847"/>
                    <a:pt x="18604" y="178594"/>
                  </a:cubicBezTo>
                  <a:cubicBezTo>
                    <a:pt x="19041" y="176846"/>
                    <a:pt x="19041" y="176846"/>
                    <a:pt x="19115" y="174827"/>
                  </a:cubicBezTo>
                  <a:cubicBezTo>
                    <a:pt x="19164" y="174143"/>
                    <a:pt x="19213" y="173459"/>
                    <a:pt x="19263" y="172754"/>
                  </a:cubicBezTo>
                  <a:cubicBezTo>
                    <a:pt x="19291" y="172225"/>
                    <a:pt x="19319" y="171697"/>
                    <a:pt x="19348" y="171152"/>
                  </a:cubicBezTo>
                  <a:cubicBezTo>
                    <a:pt x="20084" y="171152"/>
                    <a:pt x="20821" y="171152"/>
                    <a:pt x="21580" y="171152"/>
                  </a:cubicBezTo>
                  <a:cubicBezTo>
                    <a:pt x="21826" y="167960"/>
                    <a:pt x="22071" y="164768"/>
                    <a:pt x="22324" y="161478"/>
                  </a:cubicBezTo>
                  <a:cubicBezTo>
                    <a:pt x="23061" y="161478"/>
                    <a:pt x="23798" y="161478"/>
                    <a:pt x="24557" y="161478"/>
                  </a:cubicBezTo>
                  <a:cubicBezTo>
                    <a:pt x="24557" y="158777"/>
                    <a:pt x="24557" y="156076"/>
                    <a:pt x="24557" y="153293"/>
                  </a:cubicBezTo>
                  <a:cubicBezTo>
                    <a:pt x="25293" y="153293"/>
                    <a:pt x="26030" y="153293"/>
                    <a:pt x="26789" y="153293"/>
                  </a:cubicBezTo>
                  <a:cubicBezTo>
                    <a:pt x="26817" y="152657"/>
                    <a:pt x="26845" y="152021"/>
                    <a:pt x="26873" y="151366"/>
                  </a:cubicBezTo>
                  <a:cubicBezTo>
                    <a:pt x="26947" y="150133"/>
                    <a:pt x="26947" y="150133"/>
                    <a:pt x="27022" y="148875"/>
                  </a:cubicBezTo>
                  <a:cubicBezTo>
                    <a:pt x="27086" y="147644"/>
                    <a:pt x="27086" y="147644"/>
                    <a:pt x="27152" y="146389"/>
                  </a:cubicBezTo>
                  <a:cubicBezTo>
                    <a:pt x="27278" y="145721"/>
                    <a:pt x="27404" y="145052"/>
                    <a:pt x="27533" y="144363"/>
                  </a:cubicBezTo>
                  <a:cubicBezTo>
                    <a:pt x="28270" y="144118"/>
                    <a:pt x="29007" y="143872"/>
                    <a:pt x="29766" y="143619"/>
                  </a:cubicBezTo>
                  <a:cubicBezTo>
                    <a:pt x="30148" y="141722"/>
                    <a:pt x="30148" y="141722"/>
                    <a:pt x="30184" y="139526"/>
                  </a:cubicBezTo>
                  <a:cubicBezTo>
                    <a:pt x="30280" y="137271"/>
                    <a:pt x="30280" y="137271"/>
                    <a:pt x="30510" y="135434"/>
                  </a:cubicBezTo>
                  <a:cubicBezTo>
                    <a:pt x="31001" y="135188"/>
                    <a:pt x="31492" y="134942"/>
                    <a:pt x="31998" y="134689"/>
                  </a:cubicBezTo>
                  <a:cubicBezTo>
                    <a:pt x="32552" y="132696"/>
                    <a:pt x="32745" y="131039"/>
                    <a:pt x="32649" y="128969"/>
                  </a:cubicBezTo>
                  <a:cubicBezTo>
                    <a:pt x="32680" y="128401"/>
                    <a:pt x="32711" y="127833"/>
                    <a:pt x="32742" y="127248"/>
                  </a:cubicBezTo>
                  <a:cubicBezTo>
                    <a:pt x="33479" y="126757"/>
                    <a:pt x="34216" y="126266"/>
                    <a:pt x="34975" y="125760"/>
                  </a:cubicBezTo>
                  <a:cubicBezTo>
                    <a:pt x="35409" y="123784"/>
                    <a:pt x="35409" y="123784"/>
                    <a:pt x="35486" y="121574"/>
                  </a:cubicBezTo>
                  <a:cubicBezTo>
                    <a:pt x="35560" y="120455"/>
                    <a:pt x="35560" y="120455"/>
                    <a:pt x="35634" y="119312"/>
                  </a:cubicBezTo>
                  <a:cubicBezTo>
                    <a:pt x="35676" y="118452"/>
                    <a:pt x="35676" y="118452"/>
                    <a:pt x="35719" y="117574"/>
                  </a:cubicBezTo>
                  <a:cubicBezTo>
                    <a:pt x="36455" y="117574"/>
                    <a:pt x="37192" y="117574"/>
                    <a:pt x="37951" y="117574"/>
                  </a:cubicBezTo>
                  <a:cubicBezTo>
                    <a:pt x="38197" y="114873"/>
                    <a:pt x="38442" y="112172"/>
                    <a:pt x="38695" y="109389"/>
                  </a:cubicBezTo>
                  <a:cubicBezTo>
                    <a:pt x="39432" y="109389"/>
                    <a:pt x="40169" y="109389"/>
                    <a:pt x="40928" y="109389"/>
                  </a:cubicBezTo>
                  <a:cubicBezTo>
                    <a:pt x="40902" y="108815"/>
                    <a:pt x="40876" y="108241"/>
                    <a:pt x="40849" y="107650"/>
                  </a:cubicBezTo>
                  <a:cubicBezTo>
                    <a:pt x="40829" y="106904"/>
                    <a:pt x="40809" y="106158"/>
                    <a:pt x="40788" y="105389"/>
                  </a:cubicBezTo>
                  <a:cubicBezTo>
                    <a:pt x="40762" y="104646"/>
                    <a:pt x="40736" y="103904"/>
                    <a:pt x="40710" y="103139"/>
                  </a:cubicBezTo>
                  <a:cubicBezTo>
                    <a:pt x="40818" y="102181"/>
                    <a:pt x="40818" y="102181"/>
                    <a:pt x="40928" y="101203"/>
                  </a:cubicBezTo>
                  <a:cubicBezTo>
                    <a:pt x="41664" y="100712"/>
                    <a:pt x="42401" y="100221"/>
                    <a:pt x="43160" y="99715"/>
                  </a:cubicBezTo>
                  <a:cubicBezTo>
                    <a:pt x="43496" y="97772"/>
                    <a:pt x="43534" y="95891"/>
                    <a:pt x="43602" y="93922"/>
                  </a:cubicBezTo>
                  <a:cubicBezTo>
                    <a:pt x="43702" y="93378"/>
                    <a:pt x="43802" y="92834"/>
                    <a:pt x="43904" y="92273"/>
                  </a:cubicBezTo>
                  <a:cubicBezTo>
                    <a:pt x="44641" y="92028"/>
                    <a:pt x="45378" y="91782"/>
                    <a:pt x="46137" y="91529"/>
                  </a:cubicBezTo>
                  <a:cubicBezTo>
                    <a:pt x="46491" y="89657"/>
                    <a:pt x="46491" y="89657"/>
                    <a:pt x="46509" y="87483"/>
                  </a:cubicBezTo>
                  <a:cubicBezTo>
                    <a:pt x="46579" y="85254"/>
                    <a:pt x="46579" y="85254"/>
                    <a:pt x="46881" y="83344"/>
                  </a:cubicBezTo>
                  <a:cubicBezTo>
                    <a:pt x="47986" y="82607"/>
                    <a:pt x="47986" y="82607"/>
                    <a:pt x="49113" y="81855"/>
                  </a:cubicBezTo>
                  <a:cubicBezTo>
                    <a:pt x="49300" y="80259"/>
                    <a:pt x="49300" y="80259"/>
                    <a:pt x="49113" y="78507"/>
                  </a:cubicBezTo>
                  <a:cubicBezTo>
                    <a:pt x="48974" y="76716"/>
                    <a:pt x="48974" y="76716"/>
                    <a:pt x="49113" y="75158"/>
                  </a:cubicBezTo>
                  <a:cubicBezTo>
                    <a:pt x="49850" y="74667"/>
                    <a:pt x="50587" y="74176"/>
                    <a:pt x="51346" y="73670"/>
                  </a:cubicBezTo>
                  <a:cubicBezTo>
                    <a:pt x="51780" y="71694"/>
                    <a:pt x="51780" y="71694"/>
                    <a:pt x="51857" y="69484"/>
                  </a:cubicBezTo>
                  <a:cubicBezTo>
                    <a:pt x="51906" y="68738"/>
                    <a:pt x="51955" y="67992"/>
                    <a:pt x="52006" y="67223"/>
                  </a:cubicBezTo>
                  <a:cubicBezTo>
                    <a:pt x="52033" y="66649"/>
                    <a:pt x="52061" y="66075"/>
                    <a:pt x="52090" y="65484"/>
                  </a:cubicBezTo>
                  <a:cubicBezTo>
                    <a:pt x="53072" y="65484"/>
                    <a:pt x="54054" y="65484"/>
                    <a:pt x="55066" y="65484"/>
                  </a:cubicBezTo>
                  <a:cubicBezTo>
                    <a:pt x="55028" y="64556"/>
                    <a:pt x="55028" y="64556"/>
                    <a:pt x="54988" y="63609"/>
                  </a:cubicBezTo>
                  <a:cubicBezTo>
                    <a:pt x="54968" y="62801"/>
                    <a:pt x="54948" y="61992"/>
                    <a:pt x="54927" y="61159"/>
                  </a:cubicBezTo>
                  <a:cubicBezTo>
                    <a:pt x="54901" y="60356"/>
                    <a:pt x="54875" y="59553"/>
                    <a:pt x="54848" y="58726"/>
                  </a:cubicBezTo>
                  <a:cubicBezTo>
                    <a:pt x="55097" y="56252"/>
                    <a:pt x="55529" y="55911"/>
                    <a:pt x="57299" y="54322"/>
                  </a:cubicBezTo>
                  <a:cubicBezTo>
                    <a:pt x="57299" y="53447"/>
                    <a:pt x="57299" y="52573"/>
                    <a:pt x="57299" y="51671"/>
                  </a:cubicBezTo>
                  <a:cubicBezTo>
                    <a:pt x="57299" y="50827"/>
                    <a:pt x="57299" y="49983"/>
                    <a:pt x="57299" y="49113"/>
                  </a:cubicBezTo>
                  <a:cubicBezTo>
                    <a:pt x="58036" y="48622"/>
                    <a:pt x="58772" y="48131"/>
                    <a:pt x="59531" y="47625"/>
                  </a:cubicBezTo>
                  <a:cubicBezTo>
                    <a:pt x="59871" y="45297"/>
                    <a:pt x="59906" y="43020"/>
                    <a:pt x="59973" y="40669"/>
                  </a:cubicBezTo>
                  <a:cubicBezTo>
                    <a:pt x="60073" y="40018"/>
                    <a:pt x="60173" y="39366"/>
                    <a:pt x="60275" y="38695"/>
                  </a:cubicBezTo>
                  <a:cubicBezTo>
                    <a:pt x="61012" y="38450"/>
                    <a:pt x="61749" y="38204"/>
                    <a:pt x="62508" y="37951"/>
                  </a:cubicBezTo>
                  <a:cubicBezTo>
                    <a:pt x="62889" y="36398"/>
                    <a:pt x="62889" y="36398"/>
                    <a:pt x="62926" y="34603"/>
                  </a:cubicBezTo>
                  <a:cubicBezTo>
                    <a:pt x="63022" y="32765"/>
                    <a:pt x="63022" y="32765"/>
                    <a:pt x="63252" y="31254"/>
                  </a:cubicBezTo>
                  <a:cubicBezTo>
                    <a:pt x="63743" y="31008"/>
                    <a:pt x="64234" y="30763"/>
                    <a:pt x="64740" y="30510"/>
                  </a:cubicBezTo>
                  <a:cubicBezTo>
                    <a:pt x="65190" y="28404"/>
                    <a:pt x="65454" y="26296"/>
                    <a:pt x="65737" y="24161"/>
                  </a:cubicBezTo>
                  <a:cubicBezTo>
                    <a:pt x="65980" y="23252"/>
                    <a:pt x="65980" y="23252"/>
                    <a:pt x="66229" y="22324"/>
                  </a:cubicBezTo>
                  <a:cubicBezTo>
                    <a:pt x="66965" y="22079"/>
                    <a:pt x="67702" y="21833"/>
                    <a:pt x="68461" y="21580"/>
                  </a:cubicBezTo>
                  <a:cubicBezTo>
                    <a:pt x="68734" y="19823"/>
                    <a:pt x="68734" y="19823"/>
                    <a:pt x="68600" y="17813"/>
                  </a:cubicBezTo>
                  <a:cubicBezTo>
                    <a:pt x="68580" y="17129"/>
                    <a:pt x="68560" y="16445"/>
                    <a:pt x="68539" y="15740"/>
                  </a:cubicBezTo>
                  <a:cubicBezTo>
                    <a:pt x="68501" y="14948"/>
                    <a:pt x="68501" y="14948"/>
                    <a:pt x="68461" y="14139"/>
                  </a:cubicBezTo>
                  <a:cubicBezTo>
                    <a:pt x="69198" y="14139"/>
                    <a:pt x="69934" y="14139"/>
                    <a:pt x="70693" y="14139"/>
                  </a:cubicBezTo>
                  <a:cubicBezTo>
                    <a:pt x="71062" y="9350"/>
                    <a:pt x="71062" y="9350"/>
                    <a:pt x="71438" y="4465"/>
                  </a:cubicBezTo>
                  <a:cubicBezTo>
                    <a:pt x="72174" y="4465"/>
                    <a:pt x="72911" y="4465"/>
                    <a:pt x="73670" y="4465"/>
                  </a:cubicBezTo>
                  <a:cubicBezTo>
                    <a:pt x="73915" y="2991"/>
                    <a:pt x="74161" y="1518"/>
                    <a:pt x="74414" y="0"/>
                  </a:cubicBezTo>
                  <a:close/>
                </a:path>
              </a:pathLst>
            </a:custGeom>
            <a:grpFill/>
            <a:ln w="744" cap="flat">
              <a:noFill/>
              <a:prstDash val="solid"/>
              <a:miter/>
            </a:ln>
          </p:spPr>
          <p:txBody>
            <a:bodyPr rtlCol="0" anchor="ctr"/>
            <a:lstStyle/>
            <a:p>
              <a:endParaRPr lang="zh-CN" altLang="en-US"/>
            </a:p>
          </p:txBody>
        </p:sp>
        <p:sp>
          <p:nvSpPr>
            <p:cNvPr id="128" name="任意多边形: 形状 127"/>
            <p:cNvSpPr/>
            <p:nvPr/>
          </p:nvSpPr>
          <p:spPr>
            <a:xfrm>
              <a:off x="10160484" y="1393679"/>
              <a:ext cx="180527" cy="236840"/>
            </a:xfrm>
            <a:custGeom>
              <a:avLst/>
              <a:gdLst>
                <a:gd name="connsiteX0" fmla="*/ 88001 w 180527"/>
                <a:gd name="connsiteY0" fmla="*/ 40997 h 236840"/>
                <a:gd name="connsiteX1" fmla="*/ 87257 w 180527"/>
                <a:gd name="connsiteY1" fmla="*/ 41741 h 236840"/>
                <a:gd name="connsiteX2" fmla="*/ 87350 w 180527"/>
                <a:gd name="connsiteY2" fmla="*/ 45741 h 236840"/>
                <a:gd name="connsiteX3" fmla="*/ 87257 w 180527"/>
                <a:gd name="connsiteY3" fmla="*/ 49927 h 236840"/>
                <a:gd name="connsiteX4" fmla="*/ 85025 w 180527"/>
                <a:gd name="connsiteY4" fmla="*/ 52159 h 236840"/>
                <a:gd name="connsiteX5" fmla="*/ 85071 w 180527"/>
                <a:gd name="connsiteY5" fmla="*/ 57089 h 236840"/>
                <a:gd name="connsiteX6" fmla="*/ 85025 w 180527"/>
                <a:gd name="connsiteY6" fmla="*/ 61833 h 236840"/>
                <a:gd name="connsiteX7" fmla="*/ 83536 w 180527"/>
                <a:gd name="connsiteY7" fmla="*/ 62222 h 236840"/>
                <a:gd name="connsiteX8" fmla="*/ 82048 w 180527"/>
                <a:gd name="connsiteY8" fmla="*/ 62577 h 236840"/>
                <a:gd name="connsiteX9" fmla="*/ 81836 w 180527"/>
                <a:gd name="connsiteY9" fmla="*/ 64577 h 236840"/>
                <a:gd name="connsiteX10" fmla="*/ 82048 w 180527"/>
                <a:gd name="connsiteY10" fmla="*/ 71507 h 236840"/>
                <a:gd name="connsiteX11" fmla="*/ 79816 w 180527"/>
                <a:gd name="connsiteY11" fmla="*/ 72251 h 236840"/>
                <a:gd name="connsiteX12" fmla="*/ 79513 w 180527"/>
                <a:gd name="connsiteY12" fmla="*/ 74062 h 236840"/>
                <a:gd name="connsiteX13" fmla="*/ 79071 w 180527"/>
                <a:gd name="connsiteY13" fmla="*/ 80436 h 236840"/>
                <a:gd name="connsiteX14" fmla="*/ 76839 w 180527"/>
                <a:gd name="connsiteY14" fmla="*/ 81925 h 236840"/>
                <a:gd name="connsiteX15" fmla="*/ 76537 w 180527"/>
                <a:gd name="connsiteY15" fmla="*/ 83619 h 236840"/>
                <a:gd name="connsiteX16" fmla="*/ 76095 w 180527"/>
                <a:gd name="connsiteY16" fmla="*/ 89366 h 236840"/>
                <a:gd name="connsiteX17" fmla="*/ 73862 w 180527"/>
                <a:gd name="connsiteY17" fmla="*/ 91599 h 236840"/>
                <a:gd name="connsiteX18" fmla="*/ 73909 w 180527"/>
                <a:gd name="connsiteY18" fmla="*/ 94994 h 236840"/>
                <a:gd name="connsiteX19" fmla="*/ 73862 w 180527"/>
                <a:gd name="connsiteY19" fmla="*/ 98296 h 236840"/>
                <a:gd name="connsiteX20" fmla="*/ 70886 w 180527"/>
                <a:gd name="connsiteY20" fmla="*/ 99784 h 236840"/>
                <a:gd name="connsiteX21" fmla="*/ 70674 w 180527"/>
                <a:gd name="connsiteY21" fmla="*/ 101694 h 236840"/>
                <a:gd name="connsiteX22" fmla="*/ 70886 w 180527"/>
                <a:gd name="connsiteY22" fmla="*/ 107970 h 236840"/>
                <a:gd name="connsiteX23" fmla="*/ 68653 w 180527"/>
                <a:gd name="connsiteY23" fmla="*/ 108714 h 236840"/>
                <a:gd name="connsiteX24" fmla="*/ 68435 w 180527"/>
                <a:gd name="connsiteY24" fmla="*/ 110414 h 236840"/>
                <a:gd name="connsiteX25" fmla="*/ 68514 w 180527"/>
                <a:gd name="connsiteY25" fmla="*/ 112481 h 236840"/>
                <a:gd name="connsiteX26" fmla="*/ 68575 w 180527"/>
                <a:gd name="connsiteY26" fmla="*/ 114554 h 236840"/>
                <a:gd name="connsiteX27" fmla="*/ 68653 w 180527"/>
                <a:gd name="connsiteY27" fmla="*/ 116155 h 236840"/>
                <a:gd name="connsiteX28" fmla="*/ 66421 w 180527"/>
                <a:gd name="connsiteY28" fmla="*/ 116155 h 236840"/>
                <a:gd name="connsiteX29" fmla="*/ 65770 w 180527"/>
                <a:gd name="connsiteY29" fmla="*/ 121411 h 236840"/>
                <a:gd name="connsiteX30" fmla="*/ 65677 w 180527"/>
                <a:gd name="connsiteY30" fmla="*/ 125085 h 236840"/>
                <a:gd name="connsiteX31" fmla="*/ 63444 w 180527"/>
                <a:gd name="connsiteY31" fmla="*/ 125829 h 236840"/>
                <a:gd name="connsiteX32" fmla="*/ 62738 w 180527"/>
                <a:gd name="connsiteY32" fmla="*/ 127692 h 236840"/>
                <a:gd name="connsiteX33" fmla="*/ 62189 w 180527"/>
                <a:gd name="connsiteY33" fmla="*/ 129968 h 236840"/>
                <a:gd name="connsiteX34" fmla="*/ 61212 w 180527"/>
                <a:gd name="connsiteY34" fmla="*/ 134015 h 236840"/>
                <a:gd name="connsiteX35" fmla="*/ 80486 w 180527"/>
                <a:gd name="connsiteY35" fmla="*/ 134051 h 236840"/>
                <a:gd name="connsiteX36" fmla="*/ 90301 w 180527"/>
                <a:gd name="connsiteY36" fmla="*/ 134066 h 236840"/>
                <a:gd name="connsiteX37" fmla="*/ 99928 w 180527"/>
                <a:gd name="connsiteY37" fmla="*/ 134084 h 236840"/>
                <a:gd name="connsiteX38" fmla="*/ 103579 w 180527"/>
                <a:gd name="connsiteY38" fmla="*/ 134087 h 236840"/>
                <a:gd name="connsiteX39" fmla="*/ 108857 w 180527"/>
                <a:gd name="connsiteY39" fmla="*/ 134099 h 236840"/>
                <a:gd name="connsiteX40" fmla="*/ 110463 w 180527"/>
                <a:gd name="connsiteY40" fmla="*/ 134099 h 236840"/>
                <a:gd name="connsiteX41" fmla="*/ 113382 w 180527"/>
                <a:gd name="connsiteY41" fmla="*/ 134104 h 236840"/>
                <a:gd name="connsiteX42" fmla="*/ 116278 w 180527"/>
                <a:gd name="connsiteY42" fmla="*/ 133270 h 236840"/>
                <a:gd name="connsiteX43" fmla="*/ 116104 w 180527"/>
                <a:gd name="connsiteY43" fmla="*/ 131570 h 236840"/>
                <a:gd name="connsiteX44" fmla="*/ 115720 w 180527"/>
                <a:gd name="connsiteY44" fmla="*/ 129503 h 236840"/>
                <a:gd name="connsiteX45" fmla="*/ 114790 w 180527"/>
                <a:gd name="connsiteY45" fmla="*/ 125829 h 236840"/>
                <a:gd name="connsiteX46" fmla="*/ 112558 w 180527"/>
                <a:gd name="connsiteY46" fmla="*/ 125829 h 236840"/>
                <a:gd name="connsiteX47" fmla="*/ 112584 w 180527"/>
                <a:gd name="connsiteY47" fmla="*/ 124091 h 236840"/>
                <a:gd name="connsiteX48" fmla="*/ 112604 w 180527"/>
                <a:gd name="connsiteY48" fmla="*/ 121829 h 236840"/>
                <a:gd name="connsiteX49" fmla="*/ 111814 w 180527"/>
                <a:gd name="connsiteY49" fmla="*/ 116155 h 236840"/>
                <a:gd name="connsiteX50" fmla="*/ 109581 w 180527"/>
                <a:gd name="connsiteY50" fmla="*/ 116155 h 236840"/>
                <a:gd name="connsiteX51" fmla="*/ 109660 w 180527"/>
                <a:gd name="connsiteY51" fmla="*/ 114742 h 236840"/>
                <a:gd name="connsiteX52" fmla="*/ 109721 w 180527"/>
                <a:gd name="connsiteY52" fmla="*/ 112900 h 236840"/>
                <a:gd name="connsiteX53" fmla="*/ 109581 w 180527"/>
                <a:gd name="connsiteY53" fmla="*/ 109458 h 236840"/>
                <a:gd name="connsiteX54" fmla="*/ 107349 w 180527"/>
                <a:gd name="connsiteY54" fmla="*/ 107970 h 236840"/>
                <a:gd name="connsiteX55" fmla="*/ 106977 w 180527"/>
                <a:gd name="connsiteY55" fmla="*/ 103830 h 236840"/>
                <a:gd name="connsiteX56" fmla="*/ 106605 w 180527"/>
                <a:gd name="connsiteY56" fmla="*/ 99784 h 236840"/>
                <a:gd name="connsiteX57" fmla="*/ 104372 w 180527"/>
                <a:gd name="connsiteY57" fmla="*/ 99040 h 236840"/>
                <a:gd name="connsiteX58" fmla="*/ 104180 w 180527"/>
                <a:gd name="connsiteY58" fmla="*/ 97581 h 236840"/>
                <a:gd name="connsiteX59" fmla="*/ 103628 w 180527"/>
                <a:gd name="connsiteY59" fmla="*/ 90110 h 236840"/>
                <a:gd name="connsiteX60" fmla="*/ 102140 w 180527"/>
                <a:gd name="connsiteY60" fmla="*/ 89366 h 236840"/>
                <a:gd name="connsiteX61" fmla="*/ 101861 w 180527"/>
                <a:gd name="connsiteY61" fmla="*/ 85645 h 236840"/>
                <a:gd name="connsiteX62" fmla="*/ 101396 w 180527"/>
                <a:gd name="connsiteY62" fmla="*/ 81925 h 236840"/>
                <a:gd name="connsiteX63" fmla="*/ 98419 w 180527"/>
                <a:gd name="connsiteY63" fmla="*/ 81181 h 236840"/>
                <a:gd name="connsiteX64" fmla="*/ 98207 w 180527"/>
                <a:gd name="connsiteY64" fmla="*/ 79181 h 236840"/>
                <a:gd name="connsiteX65" fmla="*/ 98419 w 180527"/>
                <a:gd name="connsiteY65" fmla="*/ 72251 h 236840"/>
                <a:gd name="connsiteX66" fmla="*/ 96187 w 180527"/>
                <a:gd name="connsiteY66" fmla="*/ 71507 h 236840"/>
                <a:gd name="connsiteX67" fmla="*/ 96233 w 180527"/>
                <a:gd name="connsiteY67" fmla="*/ 68205 h 236840"/>
                <a:gd name="connsiteX68" fmla="*/ 96187 w 180527"/>
                <a:gd name="connsiteY68" fmla="*/ 64809 h 236840"/>
                <a:gd name="connsiteX69" fmla="*/ 93210 w 180527"/>
                <a:gd name="connsiteY69" fmla="*/ 63321 h 236840"/>
                <a:gd name="connsiteX70" fmla="*/ 92998 w 180527"/>
                <a:gd name="connsiteY70" fmla="*/ 61249 h 236840"/>
                <a:gd name="connsiteX71" fmla="*/ 93210 w 180527"/>
                <a:gd name="connsiteY71" fmla="*/ 54392 h 236840"/>
                <a:gd name="connsiteX72" fmla="*/ 90978 w 180527"/>
                <a:gd name="connsiteY72" fmla="*/ 53647 h 236840"/>
                <a:gd name="connsiteX73" fmla="*/ 90675 w 180527"/>
                <a:gd name="connsiteY73" fmla="*/ 51563 h 236840"/>
                <a:gd name="connsiteX74" fmla="*/ 88001 w 180527"/>
                <a:gd name="connsiteY74" fmla="*/ 40997 h 236840"/>
                <a:gd name="connsiteX75" fmla="*/ 99017 w 180527"/>
                <a:gd name="connsiteY75" fmla="*/ 1 h 236840"/>
                <a:gd name="connsiteX76" fmla="*/ 103610 w 180527"/>
                <a:gd name="connsiteY76" fmla="*/ 760 h 236840"/>
                <a:gd name="connsiteX77" fmla="*/ 104856 w 180527"/>
                <a:gd name="connsiteY77" fmla="*/ 5942 h 236840"/>
                <a:gd name="connsiteX78" fmla="*/ 105098 w 180527"/>
                <a:gd name="connsiteY78" fmla="*/ 7457 h 236840"/>
                <a:gd name="connsiteX79" fmla="*/ 106587 w 180527"/>
                <a:gd name="connsiteY79" fmla="*/ 8201 h 236840"/>
                <a:gd name="connsiteX80" fmla="*/ 107002 w 180527"/>
                <a:gd name="connsiteY80" fmla="*/ 13387 h 236840"/>
                <a:gd name="connsiteX81" fmla="*/ 107331 w 180527"/>
                <a:gd name="connsiteY81" fmla="*/ 14899 h 236840"/>
                <a:gd name="connsiteX82" fmla="*/ 109563 w 180527"/>
                <a:gd name="connsiteY82" fmla="*/ 15643 h 236840"/>
                <a:gd name="connsiteX83" fmla="*/ 110005 w 180527"/>
                <a:gd name="connsiteY83" fmla="*/ 21410 h 236840"/>
                <a:gd name="connsiteX84" fmla="*/ 110307 w 180527"/>
                <a:gd name="connsiteY84" fmla="*/ 23084 h 236840"/>
                <a:gd name="connsiteX85" fmla="*/ 112540 w 180527"/>
                <a:gd name="connsiteY85" fmla="*/ 23828 h 236840"/>
                <a:gd name="connsiteX86" fmla="*/ 112400 w 180527"/>
                <a:gd name="connsiteY86" fmla="*/ 28869 h 236840"/>
                <a:gd name="connsiteX87" fmla="*/ 114772 w 180527"/>
                <a:gd name="connsiteY87" fmla="*/ 32758 h 236840"/>
                <a:gd name="connsiteX88" fmla="*/ 115284 w 180527"/>
                <a:gd name="connsiteY88" fmla="*/ 36618 h 236840"/>
                <a:gd name="connsiteX89" fmla="*/ 115432 w 180527"/>
                <a:gd name="connsiteY89" fmla="*/ 38650 h 236840"/>
                <a:gd name="connsiteX90" fmla="*/ 115516 w 180527"/>
                <a:gd name="connsiteY90" fmla="*/ 40199 h 236840"/>
                <a:gd name="connsiteX91" fmla="*/ 117749 w 180527"/>
                <a:gd name="connsiteY91" fmla="*/ 40199 h 236840"/>
                <a:gd name="connsiteX92" fmla="*/ 117833 w 180527"/>
                <a:gd name="connsiteY92" fmla="*/ 41964 h 236840"/>
                <a:gd name="connsiteX93" fmla="*/ 117981 w 180527"/>
                <a:gd name="connsiteY93" fmla="*/ 44246 h 236840"/>
                <a:gd name="connsiteX94" fmla="*/ 118112 w 180527"/>
                <a:gd name="connsiteY94" fmla="*/ 46522 h 236840"/>
                <a:gd name="connsiteX95" fmla="*/ 118493 w 180527"/>
                <a:gd name="connsiteY95" fmla="*/ 48385 h 236840"/>
                <a:gd name="connsiteX96" fmla="*/ 120725 w 180527"/>
                <a:gd name="connsiteY96" fmla="*/ 49129 h 236840"/>
                <a:gd name="connsiteX97" fmla="*/ 120865 w 180527"/>
                <a:gd name="connsiteY97" fmla="*/ 52896 h 236840"/>
                <a:gd name="connsiteX98" fmla="*/ 120804 w 180527"/>
                <a:gd name="connsiteY98" fmla="*/ 54969 h 236840"/>
                <a:gd name="connsiteX99" fmla="*/ 120725 w 180527"/>
                <a:gd name="connsiteY99" fmla="*/ 56570 h 236840"/>
                <a:gd name="connsiteX100" fmla="*/ 122958 w 180527"/>
                <a:gd name="connsiteY100" fmla="*/ 56570 h 236840"/>
                <a:gd name="connsiteX101" fmla="*/ 124446 w 180527"/>
                <a:gd name="connsiteY101" fmla="*/ 64756 h 236840"/>
                <a:gd name="connsiteX102" fmla="*/ 125934 w 180527"/>
                <a:gd name="connsiteY102" fmla="*/ 64756 h 236840"/>
                <a:gd name="connsiteX103" fmla="*/ 126018 w 180527"/>
                <a:gd name="connsiteY103" fmla="*/ 66520 h 236840"/>
                <a:gd name="connsiteX104" fmla="*/ 126167 w 180527"/>
                <a:gd name="connsiteY104" fmla="*/ 68802 h 236840"/>
                <a:gd name="connsiteX105" fmla="*/ 126298 w 180527"/>
                <a:gd name="connsiteY105" fmla="*/ 71078 h 236840"/>
                <a:gd name="connsiteX106" fmla="*/ 126678 w 180527"/>
                <a:gd name="connsiteY106" fmla="*/ 72942 h 236840"/>
                <a:gd name="connsiteX107" fmla="*/ 128911 w 180527"/>
                <a:gd name="connsiteY107" fmla="*/ 73686 h 236840"/>
                <a:gd name="connsiteX108" fmla="*/ 129329 w 180527"/>
                <a:gd name="connsiteY108" fmla="*/ 77034 h 236840"/>
                <a:gd name="connsiteX109" fmla="*/ 129655 w 180527"/>
                <a:gd name="connsiteY109" fmla="*/ 80383 h 236840"/>
                <a:gd name="connsiteX110" fmla="*/ 131143 w 180527"/>
                <a:gd name="connsiteY110" fmla="*/ 81127 h 236840"/>
                <a:gd name="connsiteX111" fmla="*/ 131608 w 180527"/>
                <a:gd name="connsiteY111" fmla="*/ 85638 h 236840"/>
                <a:gd name="connsiteX112" fmla="*/ 131777 w 180527"/>
                <a:gd name="connsiteY112" fmla="*/ 88130 h 236840"/>
                <a:gd name="connsiteX113" fmla="*/ 131887 w 180527"/>
                <a:gd name="connsiteY113" fmla="*/ 90057 h 236840"/>
                <a:gd name="connsiteX114" fmla="*/ 134120 w 180527"/>
                <a:gd name="connsiteY114" fmla="*/ 90057 h 236840"/>
                <a:gd name="connsiteX115" fmla="*/ 134120 w 180527"/>
                <a:gd name="connsiteY115" fmla="*/ 97498 h 236840"/>
                <a:gd name="connsiteX116" fmla="*/ 137096 w 180527"/>
                <a:gd name="connsiteY116" fmla="*/ 97498 h 236840"/>
                <a:gd name="connsiteX117" fmla="*/ 137207 w 180527"/>
                <a:gd name="connsiteY117" fmla="*/ 99263 h 236840"/>
                <a:gd name="connsiteX118" fmla="*/ 137375 w 180527"/>
                <a:gd name="connsiteY118" fmla="*/ 101544 h 236840"/>
                <a:gd name="connsiteX119" fmla="*/ 137532 w 180527"/>
                <a:gd name="connsiteY119" fmla="*/ 103820 h 236840"/>
                <a:gd name="connsiteX120" fmla="*/ 137840 w 180527"/>
                <a:gd name="connsiteY120" fmla="*/ 105684 h 236840"/>
                <a:gd name="connsiteX121" fmla="*/ 139329 w 180527"/>
                <a:gd name="connsiteY121" fmla="*/ 106428 h 236840"/>
                <a:gd name="connsiteX122" fmla="*/ 139744 w 180527"/>
                <a:gd name="connsiteY122" fmla="*/ 112195 h 236840"/>
                <a:gd name="connsiteX123" fmla="*/ 140073 w 180527"/>
                <a:gd name="connsiteY123" fmla="*/ 113869 h 236840"/>
                <a:gd name="connsiteX124" fmla="*/ 142305 w 180527"/>
                <a:gd name="connsiteY124" fmla="*/ 114613 h 236840"/>
                <a:gd name="connsiteX125" fmla="*/ 142747 w 180527"/>
                <a:gd name="connsiteY125" fmla="*/ 119799 h 236840"/>
                <a:gd name="connsiteX126" fmla="*/ 143049 w 180527"/>
                <a:gd name="connsiteY126" fmla="*/ 121311 h 236840"/>
                <a:gd name="connsiteX127" fmla="*/ 145282 w 180527"/>
                <a:gd name="connsiteY127" fmla="*/ 122055 h 236840"/>
                <a:gd name="connsiteX128" fmla="*/ 145700 w 180527"/>
                <a:gd name="connsiteY128" fmla="*/ 126148 h 236840"/>
                <a:gd name="connsiteX129" fmla="*/ 146026 w 180527"/>
                <a:gd name="connsiteY129" fmla="*/ 130240 h 236840"/>
                <a:gd name="connsiteX130" fmla="*/ 147514 w 180527"/>
                <a:gd name="connsiteY130" fmla="*/ 130985 h 236840"/>
                <a:gd name="connsiteX131" fmla="*/ 147930 w 180527"/>
                <a:gd name="connsiteY131" fmla="*/ 136098 h 236840"/>
                <a:gd name="connsiteX132" fmla="*/ 150491 w 180527"/>
                <a:gd name="connsiteY132" fmla="*/ 139170 h 236840"/>
                <a:gd name="connsiteX133" fmla="*/ 150933 w 180527"/>
                <a:gd name="connsiteY133" fmla="*/ 144382 h 236840"/>
                <a:gd name="connsiteX134" fmla="*/ 151235 w 180527"/>
                <a:gd name="connsiteY134" fmla="*/ 145867 h 236840"/>
                <a:gd name="connsiteX135" fmla="*/ 153467 w 180527"/>
                <a:gd name="connsiteY135" fmla="*/ 146611 h 236840"/>
                <a:gd name="connsiteX136" fmla="*/ 153328 w 180527"/>
                <a:gd name="connsiteY136" fmla="*/ 151652 h 236840"/>
                <a:gd name="connsiteX137" fmla="*/ 155700 w 180527"/>
                <a:gd name="connsiteY137" fmla="*/ 155541 h 236840"/>
                <a:gd name="connsiteX138" fmla="*/ 156490 w 180527"/>
                <a:gd name="connsiteY138" fmla="*/ 159401 h 236840"/>
                <a:gd name="connsiteX139" fmla="*/ 157188 w 180527"/>
                <a:gd name="connsiteY139" fmla="*/ 162983 h 236840"/>
                <a:gd name="connsiteX140" fmla="*/ 158676 w 180527"/>
                <a:gd name="connsiteY140" fmla="*/ 162983 h 236840"/>
                <a:gd name="connsiteX141" fmla="*/ 158761 w 180527"/>
                <a:gd name="connsiteY141" fmla="*/ 164747 h 236840"/>
                <a:gd name="connsiteX142" fmla="*/ 158909 w 180527"/>
                <a:gd name="connsiteY142" fmla="*/ 167029 h 236840"/>
                <a:gd name="connsiteX143" fmla="*/ 159040 w 180527"/>
                <a:gd name="connsiteY143" fmla="*/ 169305 h 236840"/>
                <a:gd name="connsiteX144" fmla="*/ 159421 w 180527"/>
                <a:gd name="connsiteY144" fmla="*/ 171168 h 236840"/>
                <a:gd name="connsiteX145" fmla="*/ 161653 w 180527"/>
                <a:gd name="connsiteY145" fmla="*/ 171912 h 236840"/>
                <a:gd name="connsiteX146" fmla="*/ 162072 w 180527"/>
                <a:gd name="connsiteY146" fmla="*/ 175633 h 236840"/>
                <a:gd name="connsiteX147" fmla="*/ 162397 w 180527"/>
                <a:gd name="connsiteY147" fmla="*/ 179354 h 236840"/>
                <a:gd name="connsiteX148" fmla="*/ 163885 w 180527"/>
                <a:gd name="connsiteY148" fmla="*/ 180098 h 236840"/>
                <a:gd name="connsiteX149" fmla="*/ 164955 w 180527"/>
                <a:gd name="connsiteY149" fmla="*/ 185938 h 236840"/>
                <a:gd name="connsiteX150" fmla="*/ 165374 w 180527"/>
                <a:gd name="connsiteY150" fmla="*/ 187539 h 236840"/>
                <a:gd name="connsiteX151" fmla="*/ 166862 w 180527"/>
                <a:gd name="connsiteY151" fmla="*/ 187539 h 236840"/>
                <a:gd name="connsiteX152" fmla="*/ 166946 w 180527"/>
                <a:gd name="connsiteY152" fmla="*/ 189304 h 236840"/>
                <a:gd name="connsiteX153" fmla="*/ 167094 w 180527"/>
                <a:gd name="connsiteY153" fmla="*/ 191585 h 236840"/>
                <a:gd name="connsiteX154" fmla="*/ 167225 w 180527"/>
                <a:gd name="connsiteY154" fmla="*/ 193861 h 236840"/>
                <a:gd name="connsiteX155" fmla="*/ 167606 w 180527"/>
                <a:gd name="connsiteY155" fmla="*/ 195725 h 236840"/>
                <a:gd name="connsiteX156" fmla="*/ 169838 w 180527"/>
                <a:gd name="connsiteY156" fmla="*/ 196469 h 236840"/>
                <a:gd name="connsiteX157" fmla="*/ 170257 w 180527"/>
                <a:gd name="connsiteY157" fmla="*/ 200190 h 236840"/>
                <a:gd name="connsiteX158" fmla="*/ 170583 w 180527"/>
                <a:gd name="connsiteY158" fmla="*/ 203910 h 236840"/>
                <a:gd name="connsiteX159" fmla="*/ 172071 w 180527"/>
                <a:gd name="connsiteY159" fmla="*/ 204654 h 236840"/>
                <a:gd name="connsiteX160" fmla="*/ 172536 w 180527"/>
                <a:gd name="connsiteY160" fmla="*/ 208794 h 236840"/>
                <a:gd name="connsiteX161" fmla="*/ 172705 w 180527"/>
                <a:gd name="connsiteY161" fmla="*/ 211076 h 236840"/>
                <a:gd name="connsiteX162" fmla="*/ 172815 w 180527"/>
                <a:gd name="connsiteY162" fmla="*/ 212840 h 236840"/>
                <a:gd name="connsiteX163" fmla="*/ 175047 w 180527"/>
                <a:gd name="connsiteY163" fmla="*/ 212840 h 236840"/>
                <a:gd name="connsiteX164" fmla="*/ 175792 w 180527"/>
                <a:gd name="connsiteY164" fmla="*/ 220281 h 236840"/>
                <a:gd name="connsiteX165" fmla="*/ 178024 w 180527"/>
                <a:gd name="connsiteY165" fmla="*/ 220281 h 236840"/>
                <a:gd name="connsiteX166" fmla="*/ 178134 w 180527"/>
                <a:gd name="connsiteY166" fmla="*/ 222209 h 236840"/>
                <a:gd name="connsiteX167" fmla="*/ 178303 w 180527"/>
                <a:gd name="connsiteY167" fmla="*/ 224700 h 236840"/>
                <a:gd name="connsiteX168" fmla="*/ 178460 w 180527"/>
                <a:gd name="connsiteY168" fmla="*/ 227185 h 236840"/>
                <a:gd name="connsiteX169" fmla="*/ 178768 w 180527"/>
                <a:gd name="connsiteY169" fmla="*/ 229211 h 236840"/>
                <a:gd name="connsiteX170" fmla="*/ 180256 w 180527"/>
                <a:gd name="connsiteY170" fmla="*/ 229955 h 236840"/>
                <a:gd name="connsiteX171" fmla="*/ 180489 w 180527"/>
                <a:gd name="connsiteY171" fmla="*/ 232932 h 236840"/>
                <a:gd name="connsiteX172" fmla="*/ 180527 w 180527"/>
                <a:gd name="connsiteY172" fmla="*/ 234560 h 236840"/>
                <a:gd name="connsiteX173" fmla="*/ 180256 w 180527"/>
                <a:gd name="connsiteY173" fmla="*/ 235908 h 236840"/>
                <a:gd name="connsiteX174" fmla="*/ 171673 w 180527"/>
                <a:gd name="connsiteY174" fmla="*/ 236751 h 236840"/>
                <a:gd name="connsiteX175" fmla="*/ 169791 w 180527"/>
                <a:gd name="connsiteY175" fmla="*/ 236753 h 236840"/>
                <a:gd name="connsiteX176" fmla="*/ 165856 w 180527"/>
                <a:gd name="connsiteY176" fmla="*/ 236749 h 236840"/>
                <a:gd name="connsiteX177" fmla="*/ 159820 w 180527"/>
                <a:gd name="connsiteY177" fmla="*/ 236754 h 236840"/>
                <a:gd name="connsiteX178" fmla="*/ 155999 w 180527"/>
                <a:gd name="connsiteY178" fmla="*/ 236751 h 236840"/>
                <a:gd name="connsiteX179" fmla="*/ 154169 w 180527"/>
                <a:gd name="connsiteY179" fmla="*/ 236756 h 236840"/>
                <a:gd name="connsiteX180" fmla="*/ 148258 w 180527"/>
                <a:gd name="connsiteY180" fmla="*/ 235908 h 236840"/>
                <a:gd name="connsiteX181" fmla="*/ 146770 w 180527"/>
                <a:gd name="connsiteY181" fmla="*/ 231443 h 236840"/>
                <a:gd name="connsiteX182" fmla="*/ 145282 w 180527"/>
                <a:gd name="connsiteY182" fmla="*/ 230699 h 236840"/>
                <a:gd name="connsiteX183" fmla="*/ 144910 w 180527"/>
                <a:gd name="connsiteY183" fmla="*/ 227397 h 236840"/>
                <a:gd name="connsiteX184" fmla="*/ 143049 w 180527"/>
                <a:gd name="connsiteY184" fmla="*/ 222514 h 236840"/>
                <a:gd name="connsiteX185" fmla="*/ 142305 w 180527"/>
                <a:gd name="connsiteY185" fmla="*/ 222514 h 236840"/>
                <a:gd name="connsiteX186" fmla="*/ 142221 w 180527"/>
                <a:gd name="connsiteY186" fmla="*/ 220613 h 236840"/>
                <a:gd name="connsiteX187" fmla="*/ 142073 w 180527"/>
                <a:gd name="connsiteY187" fmla="*/ 218142 h 236840"/>
                <a:gd name="connsiteX188" fmla="*/ 141942 w 180527"/>
                <a:gd name="connsiteY188" fmla="*/ 215683 h 236840"/>
                <a:gd name="connsiteX189" fmla="*/ 141561 w 180527"/>
                <a:gd name="connsiteY189" fmla="*/ 213584 h 236840"/>
                <a:gd name="connsiteX190" fmla="*/ 139329 w 180527"/>
                <a:gd name="connsiteY190" fmla="*/ 212096 h 236840"/>
                <a:gd name="connsiteX191" fmla="*/ 139468 w 180527"/>
                <a:gd name="connsiteY191" fmla="*/ 207611 h 236840"/>
                <a:gd name="connsiteX192" fmla="*/ 138244 w 180527"/>
                <a:gd name="connsiteY192" fmla="*/ 205102 h 236840"/>
                <a:gd name="connsiteX193" fmla="*/ 136585 w 180527"/>
                <a:gd name="connsiteY193" fmla="*/ 199678 h 236840"/>
                <a:gd name="connsiteX194" fmla="*/ 136436 w 180527"/>
                <a:gd name="connsiteY194" fmla="*/ 197437 h 236840"/>
                <a:gd name="connsiteX195" fmla="*/ 136352 w 180527"/>
                <a:gd name="connsiteY195" fmla="*/ 195725 h 236840"/>
                <a:gd name="connsiteX196" fmla="*/ 134120 w 180527"/>
                <a:gd name="connsiteY196" fmla="*/ 195725 h 236840"/>
                <a:gd name="connsiteX197" fmla="*/ 134035 w 180527"/>
                <a:gd name="connsiteY197" fmla="*/ 193960 h 236840"/>
                <a:gd name="connsiteX198" fmla="*/ 133887 w 180527"/>
                <a:gd name="connsiteY198" fmla="*/ 191678 h 236840"/>
                <a:gd name="connsiteX199" fmla="*/ 133756 w 180527"/>
                <a:gd name="connsiteY199" fmla="*/ 189402 h 236840"/>
                <a:gd name="connsiteX200" fmla="*/ 133376 w 180527"/>
                <a:gd name="connsiteY200" fmla="*/ 187539 h 236840"/>
                <a:gd name="connsiteX201" fmla="*/ 131143 w 180527"/>
                <a:gd name="connsiteY201" fmla="*/ 186795 h 236840"/>
                <a:gd name="connsiteX202" fmla="*/ 131004 w 180527"/>
                <a:gd name="connsiteY202" fmla="*/ 182284 h 236840"/>
                <a:gd name="connsiteX203" fmla="*/ 131065 w 180527"/>
                <a:gd name="connsiteY203" fmla="*/ 179793 h 236840"/>
                <a:gd name="connsiteX204" fmla="*/ 131143 w 180527"/>
                <a:gd name="connsiteY204" fmla="*/ 177865 h 236840"/>
                <a:gd name="connsiteX205" fmla="*/ 128911 w 180527"/>
                <a:gd name="connsiteY205" fmla="*/ 177865 h 236840"/>
                <a:gd name="connsiteX206" fmla="*/ 128167 w 180527"/>
                <a:gd name="connsiteY206" fmla="*/ 169680 h 236840"/>
                <a:gd name="connsiteX207" fmla="*/ 125934 w 180527"/>
                <a:gd name="connsiteY207" fmla="*/ 169680 h 236840"/>
                <a:gd name="connsiteX208" fmla="*/ 125934 w 180527"/>
                <a:gd name="connsiteY208" fmla="*/ 165215 h 236840"/>
                <a:gd name="connsiteX209" fmla="*/ 52264 w 180527"/>
                <a:gd name="connsiteY209" fmla="*/ 165215 h 236840"/>
                <a:gd name="connsiteX210" fmla="*/ 52264 w 180527"/>
                <a:gd name="connsiteY210" fmla="*/ 171168 h 236840"/>
                <a:gd name="connsiteX211" fmla="*/ 50032 w 180527"/>
                <a:gd name="connsiteY211" fmla="*/ 171912 h 236840"/>
                <a:gd name="connsiteX212" fmla="*/ 49613 w 180527"/>
                <a:gd name="connsiteY212" fmla="*/ 176377 h 236840"/>
                <a:gd name="connsiteX213" fmla="*/ 49288 w 180527"/>
                <a:gd name="connsiteY213" fmla="*/ 180842 h 236840"/>
                <a:gd name="connsiteX214" fmla="*/ 47799 w 180527"/>
                <a:gd name="connsiteY214" fmla="*/ 181586 h 236840"/>
                <a:gd name="connsiteX215" fmla="*/ 46962 w 180527"/>
                <a:gd name="connsiteY215" fmla="*/ 186097 h 236840"/>
                <a:gd name="connsiteX216" fmla="*/ 46584 w 180527"/>
                <a:gd name="connsiteY216" fmla="*/ 188589 h 236840"/>
                <a:gd name="connsiteX217" fmla="*/ 46311 w 180527"/>
                <a:gd name="connsiteY217" fmla="*/ 190516 h 236840"/>
                <a:gd name="connsiteX218" fmla="*/ 44079 w 180527"/>
                <a:gd name="connsiteY218" fmla="*/ 190516 h 236840"/>
                <a:gd name="connsiteX219" fmla="*/ 44079 w 180527"/>
                <a:gd name="connsiteY219" fmla="*/ 199445 h 236840"/>
                <a:gd name="connsiteX220" fmla="*/ 42590 w 180527"/>
                <a:gd name="connsiteY220" fmla="*/ 199445 h 236840"/>
                <a:gd name="connsiteX221" fmla="*/ 41428 w 180527"/>
                <a:gd name="connsiteY221" fmla="*/ 204747 h 236840"/>
                <a:gd name="connsiteX222" fmla="*/ 41239 w 180527"/>
                <a:gd name="connsiteY222" fmla="*/ 206800 h 236840"/>
                <a:gd name="connsiteX223" fmla="*/ 41102 w 180527"/>
                <a:gd name="connsiteY223" fmla="*/ 208375 h 236840"/>
                <a:gd name="connsiteX224" fmla="*/ 38870 w 180527"/>
                <a:gd name="connsiteY224" fmla="*/ 208375 h 236840"/>
                <a:gd name="connsiteX225" fmla="*/ 38126 w 180527"/>
                <a:gd name="connsiteY225" fmla="*/ 218049 h 236840"/>
                <a:gd name="connsiteX226" fmla="*/ 35893 w 180527"/>
                <a:gd name="connsiteY226" fmla="*/ 218049 h 236840"/>
                <a:gd name="connsiteX227" fmla="*/ 35972 w 180527"/>
                <a:gd name="connsiteY227" fmla="*/ 220139 h 236840"/>
                <a:gd name="connsiteX228" fmla="*/ 36033 w 180527"/>
                <a:gd name="connsiteY228" fmla="*/ 222839 h 236840"/>
                <a:gd name="connsiteX229" fmla="*/ 36111 w 180527"/>
                <a:gd name="connsiteY229" fmla="*/ 225534 h 236840"/>
                <a:gd name="connsiteX230" fmla="*/ 35893 w 180527"/>
                <a:gd name="connsiteY230" fmla="*/ 227723 h 236840"/>
                <a:gd name="connsiteX231" fmla="*/ 33661 w 180527"/>
                <a:gd name="connsiteY231" fmla="*/ 228467 h 236840"/>
                <a:gd name="connsiteX232" fmla="*/ 33292 w 180527"/>
                <a:gd name="connsiteY232" fmla="*/ 234234 h 236840"/>
                <a:gd name="connsiteX233" fmla="*/ 32917 w 180527"/>
                <a:gd name="connsiteY233" fmla="*/ 235908 h 236840"/>
                <a:gd name="connsiteX234" fmla="*/ 24083 w 180527"/>
                <a:gd name="connsiteY234" fmla="*/ 236777 h 236840"/>
                <a:gd name="connsiteX235" fmla="*/ 22371 w 180527"/>
                <a:gd name="connsiteY235" fmla="*/ 236785 h 236840"/>
                <a:gd name="connsiteX236" fmla="*/ 18792 w 180527"/>
                <a:gd name="connsiteY236" fmla="*/ 236790 h 236840"/>
                <a:gd name="connsiteX237" fmla="*/ 13335 w 180527"/>
                <a:gd name="connsiteY237" fmla="*/ 236820 h 236840"/>
                <a:gd name="connsiteX238" fmla="*/ 9851 w 180527"/>
                <a:gd name="connsiteY238" fmla="*/ 236824 h 236840"/>
                <a:gd name="connsiteX239" fmla="*/ 8211 w 180527"/>
                <a:gd name="connsiteY239" fmla="*/ 236840 h 236840"/>
                <a:gd name="connsiteX240" fmla="*/ 174 w 180527"/>
                <a:gd name="connsiteY240" fmla="*/ 235164 h 236840"/>
                <a:gd name="connsiteX241" fmla="*/ 174 w 180527"/>
                <a:gd name="connsiteY241" fmla="*/ 231443 h 236840"/>
                <a:gd name="connsiteX242" fmla="*/ 1663 w 180527"/>
                <a:gd name="connsiteY242" fmla="*/ 231443 h 236840"/>
                <a:gd name="connsiteX243" fmla="*/ 2660 w 180527"/>
                <a:gd name="connsiteY243" fmla="*/ 225775 h 236840"/>
                <a:gd name="connsiteX244" fmla="*/ 5383 w 180527"/>
                <a:gd name="connsiteY244" fmla="*/ 222514 h 236840"/>
                <a:gd name="connsiteX245" fmla="*/ 5383 w 180527"/>
                <a:gd name="connsiteY245" fmla="*/ 218793 h 236840"/>
                <a:gd name="connsiteX246" fmla="*/ 5383 w 180527"/>
                <a:gd name="connsiteY246" fmla="*/ 215072 h 236840"/>
                <a:gd name="connsiteX247" fmla="*/ 7616 w 180527"/>
                <a:gd name="connsiteY247" fmla="*/ 213584 h 236840"/>
                <a:gd name="connsiteX248" fmla="*/ 8127 w 180527"/>
                <a:gd name="connsiteY248" fmla="*/ 209770 h 236840"/>
                <a:gd name="connsiteX249" fmla="*/ 8276 w 180527"/>
                <a:gd name="connsiteY249" fmla="*/ 207718 h 236840"/>
                <a:gd name="connsiteX250" fmla="*/ 8360 w 180527"/>
                <a:gd name="connsiteY250" fmla="*/ 206143 h 236840"/>
                <a:gd name="connsiteX251" fmla="*/ 10592 w 180527"/>
                <a:gd name="connsiteY251" fmla="*/ 206143 h 236840"/>
                <a:gd name="connsiteX252" fmla="*/ 11337 w 180527"/>
                <a:gd name="connsiteY252" fmla="*/ 196469 h 236840"/>
                <a:gd name="connsiteX253" fmla="*/ 12825 w 180527"/>
                <a:gd name="connsiteY253" fmla="*/ 196469 h 236840"/>
                <a:gd name="connsiteX254" fmla="*/ 13569 w 180527"/>
                <a:gd name="connsiteY254" fmla="*/ 192748 h 236840"/>
                <a:gd name="connsiteX255" fmla="*/ 14313 w 180527"/>
                <a:gd name="connsiteY255" fmla="*/ 189027 h 236840"/>
                <a:gd name="connsiteX256" fmla="*/ 15801 w 180527"/>
                <a:gd name="connsiteY256" fmla="*/ 188283 h 236840"/>
                <a:gd name="connsiteX257" fmla="*/ 16217 w 180527"/>
                <a:gd name="connsiteY257" fmla="*/ 181354 h 236840"/>
                <a:gd name="connsiteX258" fmla="*/ 16546 w 180527"/>
                <a:gd name="connsiteY258" fmla="*/ 179354 h 236840"/>
                <a:gd name="connsiteX259" fmla="*/ 18778 w 180527"/>
                <a:gd name="connsiteY259" fmla="*/ 178609 h 236840"/>
                <a:gd name="connsiteX260" fmla="*/ 19290 w 180527"/>
                <a:gd name="connsiteY260" fmla="*/ 175214 h 236840"/>
                <a:gd name="connsiteX261" fmla="*/ 19438 w 180527"/>
                <a:gd name="connsiteY261" fmla="*/ 173351 h 236840"/>
                <a:gd name="connsiteX262" fmla="*/ 19522 w 180527"/>
                <a:gd name="connsiteY262" fmla="*/ 171912 h 236840"/>
                <a:gd name="connsiteX263" fmla="*/ 21754 w 180527"/>
                <a:gd name="connsiteY263" fmla="*/ 171912 h 236840"/>
                <a:gd name="connsiteX264" fmla="*/ 21728 w 180527"/>
                <a:gd name="connsiteY264" fmla="*/ 170174 h 236840"/>
                <a:gd name="connsiteX265" fmla="*/ 21708 w 180527"/>
                <a:gd name="connsiteY265" fmla="*/ 167912 h 236840"/>
                <a:gd name="connsiteX266" fmla="*/ 21682 w 180527"/>
                <a:gd name="connsiteY266" fmla="*/ 165663 h 236840"/>
                <a:gd name="connsiteX267" fmla="*/ 22499 w 180527"/>
                <a:gd name="connsiteY267" fmla="*/ 162238 h 236840"/>
                <a:gd name="connsiteX268" fmla="*/ 24731 w 180527"/>
                <a:gd name="connsiteY268" fmla="*/ 162238 h 236840"/>
                <a:gd name="connsiteX269" fmla="*/ 24731 w 180527"/>
                <a:gd name="connsiteY269" fmla="*/ 153309 h 236840"/>
                <a:gd name="connsiteX270" fmla="*/ 26963 w 180527"/>
                <a:gd name="connsiteY270" fmla="*/ 154053 h 236840"/>
                <a:gd name="connsiteX271" fmla="*/ 27048 w 180527"/>
                <a:gd name="connsiteY271" fmla="*/ 152126 h 236840"/>
                <a:gd name="connsiteX272" fmla="*/ 27196 w 180527"/>
                <a:gd name="connsiteY272" fmla="*/ 149635 h 236840"/>
                <a:gd name="connsiteX273" fmla="*/ 27327 w 180527"/>
                <a:gd name="connsiteY273" fmla="*/ 147149 h 236840"/>
                <a:gd name="connsiteX274" fmla="*/ 27708 w 180527"/>
                <a:gd name="connsiteY274" fmla="*/ 145123 h 236840"/>
                <a:gd name="connsiteX275" fmla="*/ 29940 w 180527"/>
                <a:gd name="connsiteY275" fmla="*/ 144379 h 236840"/>
                <a:gd name="connsiteX276" fmla="*/ 30359 w 180527"/>
                <a:gd name="connsiteY276" fmla="*/ 140286 h 236840"/>
                <a:gd name="connsiteX277" fmla="*/ 30684 w 180527"/>
                <a:gd name="connsiteY277" fmla="*/ 136193 h 236840"/>
                <a:gd name="connsiteX278" fmla="*/ 32172 w 180527"/>
                <a:gd name="connsiteY278" fmla="*/ 135449 h 236840"/>
                <a:gd name="connsiteX279" fmla="*/ 32588 w 180527"/>
                <a:gd name="connsiteY279" fmla="*/ 129101 h 236840"/>
                <a:gd name="connsiteX280" fmla="*/ 32917 w 180527"/>
                <a:gd name="connsiteY280" fmla="*/ 127264 h 236840"/>
                <a:gd name="connsiteX281" fmla="*/ 35149 w 180527"/>
                <a:gd name="connsiteY281" fmla="*/ 126520 h 236840"/>
                <a:gd name="connsiteX282" fmla="*/ 35661 w 180527"/>
                <a:gd name="connsiteY282" fmla="*/ 122380 h 236840"/>
                <a:gd name="connsiteX283" fmla="*/ 35809 w 180527"/>
                <a:gd name="connsiteY283" fmla="*/ 120099 h 236840"/>
                <a:gd name="connsiteX284" fmla="*/ 35893 w 180527"/>
                <a:gd name="connsiteY284" fmla="*/ 118334 h 236840"/>
                <a:gd name="connsiteX285" fmla="*/ 38126 w 180527"/>
                <a:gd name="connsiteY285" fmla="*/ 118334 h 236840"/>
                <a:gd name="connsiteX286" fmla="*/ 38870 w 180527"/>
                <a:gd name="connsiteY286" fmla="*/ 110149 h 236840"/>
                <a:gd name="connsiteX287" fmla="*/ 41102 w 180527"/>
                <a:gd name="connsiteY287" fmla="*/ 110149 h 236840"/>
                <a:gd name="connsiteX288" fmla="*/ 41024 w 180527"/>
                <a:gd name="connsiteY288" fmla="*/ 108221 h 236840"/>
                <a:gd name="connsiteX289" fmla="*/ 40963 w 180527"/>
                <a:gd name="connsiteY289" fmla="*/ 105730 h 236840"/>
                <a:gd name="connsiteX290" fmla="*/ 40884 w 180527"/>
                <a:gd name="connsiteY290" fmla="*/ 103245 h 236840"/>
                <a:gd name="connsiteX291" fmla="*/ 41102 w 180527"/>
                <a:gd name="connsiteY291" fmla="*/ 101219 h 236840"/>
                <a:gd name="connsiteX292" fmla="*/ 43335 w 180527"/>
                <a:gd name="connsiteY292" fmla="*/ 100475 h 236840"/>
                <a:gd name="connsiteX293" fmla="*/ 43846 w 180527"/>
                <a:gd name="connsiteY293" fmla="*/ 96708 h 236840"/>
                <a:gd name="connsiteX294" fmla="*/ 43994 w 180527"/>
                <a:gd name="connsiteY294" fmla="*/ 94635 h 236840"/>
                <a:gd name="connsiteX295" fmla="*/ 44079 w 180527"/>
                <a:gd name="connsiteY295" fmla="*/ 93033 h 236840"/>
                <a:gd name="connsiteX296" fmla="*/ 45567 w 180527"/>
                <a:gd name="connsiteY296" fmla="*/ 93033 h 236840"/>
                <a:gd name="connsiteX297" fmla="*/ 45840 w 180527"/>
                <a:gd name="connsiteY297" fmla="*/ 91106 h 236840"/>
                <a:gd name="connsiteX298" fmla="*/ 46218 w 180527"/>
                <a:gd name="connsiteY298" fmla="*/ 88615 h 236840"/>
                <a:gd name="connsiteX299" fmla="*/ 46584 w 180527"/>
                <a:gd name="connsiteY299" fmla="*/ 86130 h 236840"/>
                <a:gd name="connsiteX300" fmla="*/ 47055 w 180527"/>
                <a:gd name="connsiteY300" fmla="*/ 84104 h 236840"/>
                <a:gd name="connsiteX301" fmla="*/ 48544 w 180527"/>
                <a:gd name="connsiteY301" fmla="*/ 83360 h 236840"/>
                <a:gd name="connsiteX302" fmla="*/ 49009 w 180527"/>
                <a:gd name="connsiteY302" fmla="*/ 79220 h 236840"/>
                <a:gd name="connsiteX303" fmla="*/ 49177 w 180527"/>
                <a:gd name="connsiteY303" fmla="*/ 76938 h 236840"/>
                <a:gd name="connsiteX304" fmla="*/ 49288 w 180527"/>
                <a:gd name="connsiteY304" fmla="*/ 75174 h 236840"/>
                <a:gd name="connsiteX305" fmla="*/ 51520 w 180527"/>
                <a:gd name="connsiteY305" fmla="*/ 75174 h 236840"/>
                <a:gd name="connsiteX306" fmla="*/ 51604 w 180527"/>
                <a:gd name="connsiteY306" fmla="*/ 73247 h 236840"/>
                <a:gd name="connsiteX307" fmla="*/ 51753 w 180527"/>
                <a:gd name="connsiteY307" fmla="*/ 70756 h 236840"/>
                <a:gd name="connsiteX308" fmla="*/ 51883 w 180527"/>
                <a:gd name="connsiteY308" fmla="*/ 68270 h 236840"/>
                <a:gd name="connsiteX309" fmla="*/ 52264 w 180527"/>
                <a:gd name="connsiteY309" fmla="*/ 66244 h 236840"/>
                <a:gd name="connsiteX310" fmla="*/ 54497 w 180527"/>
                <a:gd name="connsiteY310" fmla="*/ 65500 h 236840"/>
                <a:gd name="connsiteX311" fmla="*/ 54915 w 180527"/>
                <a:gd name="connsiteY311" fmla="*/ 61407 h 236840"/>
                <a:gd name="connsiteX312" fmla="*/ 55241 w 180527"/>
                <a:gd name="connsiteY312" fmla="*/ 57315 h 236840"/>
                <a:gd name="connsiteX313" fmla="*/ 56729 w 180527"/>
                <a:gd name="connsiteY313" fmla="*/ 56570 h 236840"/>
                <a:gd name="connsiteX314" fmla="*/ 57194 w 180527"/>
                <a:gd name="connsiteY314" fmla="*/ 52431 h 236840"/>
                <a:gd name="connsiteX315" fmla="*/ 57363 w 180527"/>
                <a:gd name="connsiteY315" fmla="*/ 50149 h 236840"/>
                <a:gd name="connsiteX316" fmla="*/ 57473 w 180527"/>
                <a:gd name="connsiteY316" fmla="*/ 48385 h 236840"/>
                <a:gd name="connsiteX317" fmla="*/ 59706 w 180527"/>
                <a:gd name="connsiteY317" fmla="*/ 49129 h 236840"/>
                <a:gd name="connsiteX318" fmla="*/ 60450 w 180527"/>
                <a:gd name="connsiteY318" fmla="*/ 39455 h 236840"/>
                <a:gd name="connsiteX319" fmla="*/ 62682 w 180527"/>
                <a:gd name="connsiteY319" fmla="*/ 39455 h 236840"/>
                <a:gd name="connsiteX320" fmla="*/ 62793 w 180527"/>
                <a:gd name="connsiteY320" fmla="*/ 37854 h 236840"/>
                <a:gd name="connsiteX321" fmla="*/ 62961 w 180527"/>
                <a:gd name="connsiteY321" fmla="*/ 35781 h 236840"/>
                <a:gd name="connsiteX322" fmla="*/ 63118 w 180527"/>
                <a:gd name="connsiteY322" fmla="*/ 33714 h 236840"/>
                <a:gd name="connsiteX323" fmla="*/ 63426 w 180527"/>
                <a:gd name="connsiteY323" fmla="*/ 32014 h 236840"/>
                <a:gd name="connsiteX324" fmla="*/ 64915 w 180527"/>
                <a:gd name="connsiteY324" fmla="*/ 31270 h 236840"/>
                <a:gd name="connsiteX325" fmla="*/ 65330 w 180527"/>
                <a:gd name="connsiteY325" fmla="*/ 24340 h 236840"/>
                <a:gd name="connsiteX326" fmla="*/ 65659 w 180527"/>
                <a:gd name="connsiteY326" fmla="*/ 22340 h 236840"/>
                <a:gd name="connsiteX327" fmla="*/ 67891 w 180527"/>
                <a:gd name="connsiteY327" fmla="*/ 21596 h 236840"/>
                <a:gd name="connsiteX328" fmla="*/ 68403 w 180527"/>
                <a:gd name="connsiteY328" fmla="*/ 18201 h 236840"/>
                <a:gd name="connsiteX329" fmla="*/ 68551 w 180527"/>
                <a:gd name="connsiteY329" fmla="*/ 16337 h 236840"/>
                <a:gd name="connsiteX330" fmla="*/ 68635 w 180527"/>
                <a:gd name="connsiteY330" fmla="*/ 14899 h 236840"/>
                <a:gd name="connsiteX331" fmla="*/ 70868 w 180527"/>
                <a:gd name="connsiteY331" fmla="*/ 14899 h 236840"/>
                <a:gd name="connsiteX332" fmla="*/ 71612 w 180527"/>
                <a:gd name="connsiteY332" fmla="*/ 5225 h 236840"/>
                <a:gd name="connsiteX333" fmla="*/ 73844 w 180527"/>
                <a:gd name="connsiteY333" fmla="*/ 5225 h 236840"/>
                <a:gd name="connsiteX334" fmla="*/ 74588 w 180527"/>
                <a:gd name="connsiteY334" fmla="*/ 760 h 236840"/>
                <a:gd name="connsiteX335" fmla="*/ 86906 w 180527"/>
                <a:gd name="connsiteY335" fmla="*/ 392 h 236840"/>
                <a:gd name="connsiteX336" fmla="*/ 91098 w 180527"/>
                <a:gd name="connsiteY336" fmla="*/ 255 h 236840"/>
                <a:gd name="connsiteX337" fmla="*/ 97116 w 180527"/>
                <a:gd name="connsiteY337" fmla="*/ 106 h 236840"/>
                <a:gd name="connsiteX338" fmla="*/ 99017 w 180527"/>
                <a:gd name="connsiteY338" fmla="*/ 1 h 236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180527" h="236840">
                  <a:moveTo>
                    <a:pt x="88001" y="40997"/>
                  </a:moveTo>
                  <a:cubicBezTo>
                    <a:pt x="87748" y="41250"/>
                    <a:pt x="87502" y="41496"/>
                    <a:pt x="87257" y="41741"/>
                  </a:cubicBezTo>
                  <a:cubicBezTo>
                    <a:pt x="87261" y="43075"/>
                    <a:pt x="87297" y="44408"/>
                    <a:pt x="87350" y="45741"/>
                  </a:cubicBezTo>
                  <a:cubicBezTo>
                    <a:pt x="87499" y="47910"/>
                    <a:pt x="87499" y="47910"/>
                    <a:pt x="87257" y="49927"/>
                  </a:cubicBezTo>
                  <a:cubicBezTo>
                    <a:pt x="86494" y="50652"/>
                    <a:pt x="85750" y="51397"/>
                    <a:pt x="85025" y="52159"/>
                  </a:cubicBezTo>
                  <a:cubicBezTo>
                    <a:pt x="84911" y="54467"/>
                    <a:pt x="84911" y="54467"/>
                    <a:pt x="85071" y="57089"/>
                  </a:cubicBezTo>
                  <a:cubicBezTo>
                    <a:pt x="85303" y="59638"/>
                    <a:pt x="85303" y="59638"/>
                    <a:pt x="85025" y="61833"/>
                  </a:cubicBezTo>
                  <a:cubicBezTo>
                    <a:pt x="84518" y="61965"/>
                    <a:pt x="84027" y="62094"/>
                    <a:pt x="83536" y="62222"/>
                  </a:cubicBezTo>
                  <a:cubicBezTo>
                    <a:pt x="83030" y="62343"/>
                    <a:pt x="82539" y="62460"/>
                    <a:pt x="82048" y="62577"/>
                  </a:cubicBezTo>
                  <a:cubicBezTo>
                    <a:pt x="81941" y="63587"/>
                    <a:pt x="81941" y="63587"/>
                    <a:pt x="81836" y="64577"/>
                  </a:cubicBezTo>
                  <a:cubicBezTo>
                    <a:pt x="81993" y="66911"/>
                    <a:pt x="82180" y="69170"/>
                    <a:pt x="82048" y="71507"/>
                  </a:cubicBezTo>
                  <a:cubicBezTo>
                    <a:pt x="80921" y="71883"/>
                    <a:pt x="80921" y="71883"/>
                    <a:pt x="79816" y="72251"/>
                  </a:cubicBezTo>
                  <a:cubicBezTo>
                    <a:pt x="79713" y="72867"/>
                    <a:pt x="79613" y="73464"/>
                    <a:pt x="79513" y="74062"/>
                  </a:cubicBezTo>
                  <a:cubicBezTo>
                    <a:pt x="79446" y="76222"/>
                    <a:pt x="79409" y="78301"/>
                    <a:pt x="79071" y="80436"/>
                  </a:cubicBezTo>
                  <a:cubicBezTo>
                    <a:pt x="78312" y="80942"/>
                    <a:pt x="77576" y="81434"/>
                    <a:pt x="76839" y="81925"/>
                  </a:cubicBezTo>
                  <a:cubicBezTo>
                    <a:pt x="76736" y="82501"/>
                    <a:pt x="76636" y="83060"/>
                    <a:pt x="76537" y="83619"/>
                  </a:cubicBezTo>
                  <a:cubicBezTo>
                    <a:pt x="76468" y="85573"/>
                    <a:pt x="76420" y="87437"/>
                    <a:pt x="76095" y="89366"/>
                  </a:cubicBezTo>
                  <a:cubicBezTo>
                    <a:pt x="75350" y="90109"/>
                    <a:pt x="74606" y="90853"/>
                    <a:pt x="73862" y="91599"/>
                  </a:cubicBezTo>
                  <a:cubicBezTo>
                    <a:pt x="73749" y="93229"/>
                    <a:pt x="73749" y="93229"/>
                    <a:pt x="73909" y="94994"/>
                  </a:cubicBezTo>
                  <a:cubicBezTo>
                    <a:pt x="74139" y="96727"/>
                    <a:pt x="74139" y="96727"/>
                    <a:pt x="73862" y="98296"/>
                  </a:cubicBezTo>
                  <a:cubicBezTo>
                    <a:pt x="72856" y="98763"/>
                    <a:pt x="71864" y="99261"/>
                    <a:pt x="70886" y="99784"/>
                  </a:cubicBezTo>
                  <a:cubicBezTo>
                    <a:pt x="70779" y="100749"/>
                    <a:pt x="70779" y="100749"/>
                    <a:pt x="70674" y="101694"/>
                  </a:cubicBezTo>
                  <a:cubicBezTo>
                    <a:pt x="70831" y="103812"/>
                    <a:pt x="71019" y="105848"/>
                    <a:pt x="70886" y="107970"/>
                  </a:cubicBezTo>
                  <a:cubicBezTo>
                    <a:pt x="69758" y="108345"/>
                    <a:pt x="69758" y="108345"/>
                    <a:pt x="68653" y="108714"/>
                  </a:cubicBezTo>
                  <a:cubicBezTo>
                    <a:pt x="68543" y="109573"/>
                    <a:pt x="68543" y="109573"/>
                    <a:pt x="68435" y="110414"/>
                  </a:cubicBezTo>
                  <a:cubicBezTo>
                    <a:pt x="68475" y="111458"/>
                    <a:pt x="68475" y="111458"/>
                    <a:pt x="68514" y="112481"/>
                  </a:cubicBezTo>
                  <a:cubicBezTo>
                    <a:pt x="68545" y="113528"/>
                    <a:pt x="68545" y="113528"/>
                    <a:pt x="68575" y="114554"/>
                  </a:cubicBezTo>
                  <a:cubicBezTo>
                    <a:pt x="68602" y="115098"/>
                    <a:pt x="68628" y="115627"/>
                    <a:pt x="68653" y="116155"/>
                  </a:cubicBezTo>
                  <a:cubicBezTo>
                    <a:pt x="67894" y="116155"/>
                    <a:pt x="67158" y="116155"/>
                    <a:pt x="66421" y="116155"/>
                  </a:cubicBezTo>
                  <a:cubicBezTo>
                    <a:pt x="65613" y="117772"/>
                    <a:pt x="65613" y="117772"/>
                    <a:pt x="65770" y="121411"/>
                  </a:cubicBezTo>
                  <a:cubicBezTo>
                    <a:pt x="65921" y="123377"/>
                    <a:pt x="65921" y="123377"/>
                    <a:pt x="65677" y="125085"/>
                  </a:cubicBezTo>
                  <a:cubicBezTo>
                    <a:pt x="64549" y="125461"/>
                    <a:pt x="64549" y="125461"/>
                    <a:pt x="63444" y="125829"/>
                  </a:cubicBezTo>
                  <a:cubicBezTo>
                    <a:pt x="63204" y="126463"/>
                    <a:pt x="62971" y="127077"/>
                    <a:pt x="62738" y="127692"/>
                  </a:cubicBezTo>
                  <a:cubicBezTo>
                    <a:pt x="62461" y="128842"/>
                    <a:pt x="62461" y="128842"/>
                    <a:pt x="62189" y="129968"/>
                  </a:cubicBezTo>
                  <a:cubicBezTo>
                    <a:pt x="61854" y="131315"/>
                    <a:pt x="61526" y="132663"/>
                    <a:pt x="61212" y="134015"/>
                  </a:cubicBezTo>
                  <a:cubicBezTo>
                    <a:pt x="67637" y="134030"/>
                    <a:pt x="74061" y="134043"/>
                    <a:pt x="80486" y="134051"/>
                  </a:cubicBezTo>
                  <a:cubicBezTo>
                    <a:pt x="83758" y="134055"/>
                    <a:pt x="87029" y="134058"/>
                    <a:pt x="90301" y="134066"/>
                  </a:cubicBezTo>
                  <a:cubicBezTo>
                    <a:pt x="93510" y="134074"/>
                    <a:pt x="96719" y="134081"/>
                    <a:pt x="99928" y="134084"/>
                  </a:cubicBezTo>
                  <a:cubicBezTo>
                    <a:pt x="101145" y="134085"/>
                    <a:pt x="102362" y="134086"/>
                    <a:pt x="103579" y="134087"/>
                  </a:cubicBezTo>
                  <a:cubicBezTo>
                    <a:pt x="105338" y="134093"/>
                    <a:pt x="107098" y="134099"/>
                    <a:pt x="108857" y="134099"/>
                  </a:cubicBezTo>
                  <a:cubicBezTo>
                    <a:pt x="109668" y="134099"/>
                    <a:pt x="109668" y="134099"/>
                    <a:pt x="110463" y="134099"/>
                  </a:cubicBezTo>
                  <a:cubicBezTo>
                    <a:pt x="111456" y="134101"/>
                    <a:pt x="112419" y="134102"/>
                    <a:pt x="113382" y="134104"/>
                  </a:cubicBezTo>
                  <a:cubicBezTo>
                    <a:pt x="115534" y="134015"/>
                    <a:pt x="115534" y="134015"/>
                    <a:pt x="116278" y="133270"/>
                  </a:cubicBezTo>
                  <a:cubicBezTo>
                    <a:pt x="116190" y="132412"/>
                    <a:pt x="116190" y="132412"/>
                    <a:pt x="116104" y="131570"/>
                  </a:cubicBezTo>
                  <a:cubicBezTo>
                    <a:pt x="115974" y="130867"/>
                    <a:pt x="115847" y="130185"/>
                    <a:pt x="115720" y="129503"/>
                  </a:cubicBezTo>
                  <a:cubicBezTo>
                    <a:pt x="115360" y="127431"/>
                    <a:pt x="115360" y="127431"/>
                    <a:pt x="114790" y="125829"/>
                  </a:cubicBezTo>
                  <a:cubicBezTo>
                    <a:pt x="114031" y="125829"/>
                    <a:pt x="113294" y="125829"/>
                    <a:pt x="112558" y="125829"/>
                  </a:cubicBezTo>
                  <a:cubicBezTo>
                    <a:pt x="112567" y="125238"/>
                    <a:pt x="112575" y="124664"/>
                    <a:pt x="112584" y="124091"/>
                  </a:cubicBezTo>
                  <a:cubicBezTo>
                    <a:pt x="112591" y="123322"/>
                    <a:pt x="112598" y="122576"/>
                    <a:pt x="112604" y="121829"/>
                  </a:cubicBezTo>
                  <a:cubicBezTo>
                    <a:pt x="112630" y="119636"/>
                    <a:pt x="112798" y="118123"/>
                    <a:pt x="111814" y="116155"/>
                  </a:cubicBezTo>
                  <a:cubicBezTo>
                    <a:pt x="111055" y="116155"/>
                    <a:pt x="110318" y="116155"/>
                    <a:pt x="109581" y="116155"/>
                  </a:cubicBezTo>
                  <a:cubicBezTo>
                    <a:pt x="109608" y="115675"/>
                    <a:pt x="109634" y="115209"/>
                    <a:pt x="109660" y="114742"/>
                  </a:cubicBezTo>
                  <a:cubicBezTo>
                    <a:pt x="109690" y="113812"/>
                    <a:pt x="109690" y="113812"/>
                    <a:pt x="109721" y="112900"/>
                  </a:cubicBezTo>
                  <a:cubicBezTo>
                    <a:pt x="109799" y="111068"/>
                    <a:pt x="109799" y="111068"/>
                    <a:pt x="109581" y="109458"/>
                  </a:cubicBezTo>
                  <a:cubicBezTo>
                    <a:pt x="108822" y="108952"/>
                    <a:pt x="108085" y="108461"/>
                    <a:pt x="107349" y="107970"/>
                  </a:cubicBezTo>
                  <a:cubicBezTo>
                    <a:pt x="106998" y="106015"/>
                    <a:pt x="106998" y="106015"/>
                    <a:pt x="106977" y="103830"/>
                  </a:cubicBezTo>
                  <a:cubicBezTo>
                    <a:pt x="106907" y="101595"/>
                    <a:pt x="106907" y="101595"/>
                    <a:pt x="106605" y="99784"/>
                  </a:cubicBezTo>
                  <a:cubicBezTo>
                    <a:pt x="105846" y="99531"/>
                    <a:pt x="105109" y="99286"/>
                    <a:pt x="104372" y="99040"/>
                  </a:cubicBezTo>
                  <a:cubicBezTo>
                    <a:pt x="104307" y="98544"/>
                    <a:pt x="104244" y="98062"/>
                    <a:pt x="104180" y="97581"/>
                  </a:cubicBezTo>
                  <a:cubicBezTo>
                    <a:pt x="104332" y="94830"/>
                    <a:pt x="104509" y="92753"/>
                    <a:pt x="103628" y="90110"/>
                  </a:cubicBezTo>
                  <a:cubicBezTo>
                    <a:pt x="102876" y="89734"/>
                    <a:pt x="102876" y="89734"/>
                    <a:pt x="102140" y="89366"/>
                  </a:cubicBezTo>
                  <a:cubicBezTo>
                    <a:pt x="101905" y="87634"/>
                    <a:pt x="101905" y="87634"/>
                    <a:pt x="101861" y="85645"/>
                  </a:cubicBezTo>
                  <a:cubicBezTo>
                    <a:pt x="101797" y="83599"/>
                    <a:pt x="101797" y="83599"/>
                    <a:pt x="101396" y="81925"/>
                  </a:cubicBezTo>
                  <a:cubicBezTo>
                    <a:pt x="100396" y="81710"/>
                    <a:pt x="99402" y="81462"/>
                    <a:pt x="98419" y="81181"/>
                  </a:cubicBezTo>
                  <a:cubicBezTo>
                    <a:pt x="98312" y="80171"/>
                    <a:pt x="98312" y="80171"/>
                    <a:pt x="98207" y="79181"/>
                  </a:cubicBezTo>
                  <a:cubicBezTo>
                    <a:pt x="98364" y="76847"/>
                    <a:pt x="98552" y="74588"/>
                    <a:pt x="98419" y="72251"/>
                  </a:cubicBezTo>
                  <a:cubicBezTo>
                    <a:pt x="97660" y="71998"/>
                    <a:pt x="96923" y="71752"/>
                    <a:pt x="96187" y="71507"/>
                  </a:cubicBezTo>
                  <a:cubicBezTo>
                    <a:pt x="96028" y="69966"/>
                    <a:pt x="96028" y="69966"/>
                    <a:pt x="96233" y="68205"/>
                  </a:cubicBezTo>
                  <a:cubicBezTo>
                    <a:pt x="96399" y="66394"/>
                    <a:pt x="96399" y="66394"/>
                    <a:pt x="96187" y="64809"/>
                  </a:cubicBezTo>
                  <a:cubicBezTo>
                    <a:pt x="94680" y="64149"/>
                    <a:pt x="94680" y="64149"/>
                    <a:pt x="93210" y="63321"/>
                  </a:cubicBezTo>
                  <a:cubicBezTo>
                    <a:pt x="93138" y="62617"/>
                    <a:pt x="93068" y="61933"/>
                    <a:pt x="92998" y="61249"/>
                  </a:cubicBezTo>
                  <a:cubicBezTo>
                    <a:pt x="93155" y="58939"/>
                    <a:pt x="93343" y="56704"/>
                    <a:pt x="93210" y="54392"/>
                  </a:cubicBezTo>
                  <a:cubicBezTo>
                    <a:pt x="92451" y="54139"/>
                    <a:pt x="91714" y="53893"/>
                    <a:pt x="90978" y="53647"/>
                  </a:cubicBezTo>
                  <a:cubicBezTo>
                    <a:pt x="90825" y="52595"/>
                    <a:pt x="90825" y="52595"/>
                    <a:pt x="90675" y="51563"/>
                  </a:cubicBezTo>
                  <a:cubicBezTo>
                    <a:pt x="90564" y="47408"/>
                    <a:pt x="90961" y="44186"/>
                    <a:pt x="88001" y="40997"/>
                  </a:cubicBezTo>
                  <a:close/>
                  <a:moveTo>
                    <a:pt x="99017" y="1"/>
                  </a:moveTo>
                  <a:cubicBezTo>
                    <a:pt x="100777" y="0"/>
                    <a:pt x="100777" y="0"/>
                    <a:pt x="103610" y="760"/>
                  </a:cubicBezTo>
                  <a:cubicBezTo>
                    <a:pt x="104398" y="2513"/>
                    <a:pt x="104660" y="4034"/>
                    <a:pt x="104856" y="5942"/>
                  </a:cubicBezTo>
                  <a:cubicBezTo>
                    <a:pt x="104936" y="6442"/>
                    <a:pt x="105016" y="6942"/>
                    <a:pt x="105098" y="7457"/>
                  </a:cubicBezTo>
                  <a:cubicBezTo>
                    <a:pt x="105835" y="7826"/>
                    <a:pt x="105835" y="7826"/>
                    <a:pt x="106587" y="8201"/>
                  </a:cubicBezTo>
                  <a:cubicBezTo>
                    <a:pt x="106849" y="9931"/>
                    <a:pt x="106916" y="11640"/>
                    <a:pt x="107002" y="13387"/>
                  </a:cubicBezTo>
                  <a:cubicBezTo>
                    <a:pt x="107165" y="14135"/>
                    <a:pt x="107165" y="14135"/>
                    <a:pt x="107331" y="14899"/>
                  </a:cubicBezTo>
                  <a:cubicBezTo>
                    <a:pt x="108067" y="15144"/>
                    <a:pt x="108804" y="15390"/>
                    <a:pt x="109563" y="15643"/>
                  </a:cubicBezTo>
                  <a:cubicBezTo>
                    <a:pt x="109912" y="17575"/>
                    <a:pt x="109938" y="19449"/>
                    <a:pt x="110005" y="21410"/>
                  </a:cubicBezTo>
                  <a:cubicBezTo>
                    <a:pt x="110155" y="22239"/>
                    <a:pt x="110155" y="22239"/>
                    <a:pt x="110307" y="23084"/>
                  </a:cubicBezTo>
                  <a:cubicBezTo>
                    <a:pt x="111044" y="23330"/>
                    <a:pt x="111781" y="23575"/>
                    <a:pt x="112540" y="23828"/>
                  </a:cubicBezTo>
                  <a:cubicBezTo>
                    <a:pt x="112704" y="25543"/>
                    <a:pt x="112534" y="27153"/>
                    <a:pt x="112400" y="28869"/>
                  </a:cubicBezTo>
                  <a:cubicBezTo>
                    <a:pt x="112578" y="30977"/>
                    <a:pt x="113311" y="31305"/>
                    <a:pt x="114772" y="32758"/>
                  </a:cubicBezTo>
                  <a:cubicBezTo>
                    <a:pt x="115153" y="34604"/>
                    <a:pt x="115153" y="34604"/>
                    <a:pt x="115284" y="36618"/>
                  </a:cubicBezTo>
                  <a:cubicBezTo>
                    <a:pt x="115333" y="37289"/>
                    <a:pt x="115382" y="37959"/>
                    <a:pt x="115432" y="38650"/>
                  </a:cubicBezTo>
                  <a:cubicBezTo>
                    <a:pt x="115474" y="39417"/>
                    <a:pt x="115474" y="39417"/>
                    <a:pt x="115516" y="40199"/>
                  </a:cubicBezTo>
                  <a:cubicBezTo>
                    <a:pt x="116253" y="40199"/>
                    <a:pt x="116990" y="40199"/>
                    <a:pt x="117749" y="40199"/>
                  </a:cubicBezTo>
                  <a:cubicBezTo>
                    <a:pt x="117790" y="41073"/>
                    <a:pt x="117790" y="41073"/>
                    <a:pt x="117833" y="41964"/>
                  </a:cubicBezTo>
                  <a:cubicBezTo>
                    <a:pt x="117882" y="42717"/>
                    <a:pt x="117931" y="43470"/>
                    <a:pt x="117981" y="44246"/>
                  </a:cubicBezTo>
                  <a:cubicBezTo>
                    <a:pt x="118046" y="45372"/>
                    <a:pt x="118046" y="45372"/>
                    <a:pt x="118112" y="46522"/>
                  </a:cubicBezTo>
                  <a:cubicBezTo>
                    <a:pt x="118238" y="47137"/>
                    <a:pt x="118363" y="47751"/>
                    <a:pt x="118493" y="48385"/>
                  </a:cubicBezTo>
                  <a:cubicBezTo>
                    <a:pt x="119229" y="48630"/>
                    <a:pt x="119966" y="48876"/>
                    <a:pt x="120725" y="49129"/>
                  </a:cubicBezTo>
                  <a:cubicBezTo>
                    <a:pt x="120943" y="50830"/>
                    <a:pt x="120943" y="50830"/>
                    <a:pt x="120865" y="52896"/>
                  </a:cubicBezTo>
                  <a:cubicBezTo>
                    <a:pt x="120835" y="53922"/>
                    <a:pt x="120835" y="53922"/>
                    <a:pt x="120804" y="54969"/>
                  </a:cubicBezTo>
                  <a:cubicBezTo>
                    <a:pt x="120778" y="55497"/>
                    <a:pt x="120752" y="56026"/>
                    <a:pt x="120725" y="56570"/>
                  </a:cubicBezTo>
                  <a:cubicBezTo>
                    <a:pt x="121462" y="56570"/>
                    <a:pt x="122199" y="56570"/>
                    <a:pt x="122958" y="56570"/>
                  </a:cubicBezTo>
                  <a:cubicBezTo>
                    <a:pt x="123694" y="60622"/>
                    <a:pt x="123694" y="60622"/>
                    <a:pt x="124446" y="64756"/>
                  </a:cubicBezTo>
                  <a:cubicBezTo>
                    <a:pt x="124937" y="64756"/>
                    <a:pt x="125428" y="64756"/>
                    <a:pt x="125934" y="64756"/>
                  </a:cubicBezTo>
                  <a:cubicBezTo>
                    <a:pt x="125976" y="65629"/>
                    <a:pt x="125976" y="65629"/>
                    <a:pt x="126018" y="66520"/>
                  </a:cubicBezTo>
                  <a:cubicBezTo>
                    <a:pt x="126067" y="67273"/>
                    <a:pt x="126116" y="68026"/>
                    <a:pt x="126167" y="68802"/>
                  </a:cubicBezTo>
                  <a:cubicBezTo>
                    <a:pt x="126231" y="69929"/>
                    <a:pt x="126231" y="69929"/>
                    <a:pt x="126298" y="71078"/>
                  </a:cubicBezTo>
                  <a:cubicBezTo>
                    <a:pt x="126423" y="71693"/>
                    <a:pt x="126549" y="72308"/>
                    <a:pt x="126678" y="72942"/>
                  </a:cubicBezTo>
                  <a:cubicBezTo>
                    <a:pt x="127415" y="73187"/>
                    <a:pt x="128152" y="73433"/>
                    <a:pt x="128911" y="73686"/>
                  </a:cubicBezTo>
                  <a:cubicBezTo>
                    <a:pt x="129239" y="75197"/>
                    <a:pt x="129239" y="75197"/>
                    <a:pt x="129329" y="77034"/>
                  </a:cubicBezTo>
                  <a:cubicBezTo>
                    <a:pt x="129392" y="78823"/>
                    <a:pt x="129392" y="78823"/>
                    <a:pt x="129655" y="80383"/>
                  </a:cubicBezTo>
                  <a:cubicBezTo>
                    <a:pt x="130146" y="80629"/>
                    <a:pt x="130637" y="80874"/>
                    <a:pt x="131143" y="81127"/>
                  </a:cubicBezTo>
                  <a:cubicBezTo>
                    <a:pt x="131451" y="83153"/>
                    <a:pt x="131451" y="83153"/>
                    <a:pt x="131608" y="85638"/>
                  </a:cubicBezTo>
                  <a:cubicBezTo>
                    <a:pt x="131664" y="86461"/>
                    <a:pt x="131720" y="87283"/>
                    <a:pt x="131777" y="88130"/>
                  </a:cubicBezTo>
                  <a:cubicBezTo>
                    <a:pt x="131813" y="88766"/>
                    <a:pt x="131850" y="89402"/>
                    <a:pt x="131887" y="90057"/>
                  </a:cubicBezTo>
                  <a:cubicBezTo>
                    <a:pt x="132624" y="90057"/>
                    <a:pt x="133361" y="90057"/>
                    <a:pt x="134120" y="90057"/>
                  </a:cubicBezTo>
                  <a:cubicBezTo>
                    <a:pt x="134120" y="92512"/>
                    <a:pt x="134120" y="94968"/>
                    <a:pt x="134120" y="97498"/>
                  </a:cubicBezTo>
                  <a:cubicBezTo>
                    <a:pt x="135102" y="97498"/>
                    <a:pt x="136084" y="97498"/>
                    <a:pt x="137096" y="97498"/>
                  </a:cubicBezTo>
                  <a:cubicBezTo>
                    <a:pt x="137133" y="98080"/>
                    <a:pt x="137169" y="98663"/>
                    <a:pt x="137207" y="99263"/>
                  </a:cubicBezTo>
                  <a:cubicBezTo>
                    <a:pt x="137262" y="100016"/>
                    <a:pt x="137318" y="100769"/>
                    <a:pt x="137375" y="101544"/>
                  </a:cubicBezTo>
                  <a:cubicBezTo>
                    <a:pt x="137453" y="102671"/>
                    <a:pt x="137453" y="102671"/>
                    <a:pt x="137532" y="103820"/>
                  </a:cubicBezTo>
                  <a:cubicBezTo>
                    <a:pt x="137634" y="104435"/>
                    <a:pt x="137736" y="105050"/>
                    <a:pt x="137840" y="105684"/>
                  </a:cubicBezTo>
                  <a:cubicBezTo>
                    <a:pt x="138332" y="105929"/>
                    <a:pt x="138823" y="106175"/>
                    <a:pt x="139329" y="106428"/>
                  </a:cubicBezTo>
                  <a:cubicBezTo>
                    <a:pt x="139593" y="108351"/>
                    <a:pt x="139659" y="110256"/>
                    <a:pt x="139744" y="112195"/>
                  </a:cubicBezTo>
                  <a:cubicBezTo>
                    <a:pt x="139853" y="112747"/>
                    <a:pt x="139961" y="113300"/>
                    <a:pt x="140073" y="113869"/>
                  </a:cubicBezTo>
                  <a:cubicBezTo>
                    <a:pt x="140810" y="114115"/>
                    <a:pt x="141546" y="114360"/>
                    <a:pt x="142305" y="114613"/>
                  </a:cubicBezTo>
                  <a:cubicBezTo>
                    <a:pt x="142653" y="116353"/>
                    <a:pt x="142680" y="118028"/>
                    <a:pt x="142747" y="119799"/>
                  </a:cubicBezTo>
                  <a:cubicBezTo>
                    <a:pt x="142847" y="120298"/>
                    <a:pt x="142947" y="120797"/>
                    <a:pt x="143049" y="121311"/>
                  </a:cubicBezTo>
                  <a:cubicBezTo>
                    <a:pt x="143786" y="121556"/>
                    <a:pt x="144523" y="121802"/>
                    <a:pt x="145282" y="122055"/>
                  </a:cubicBezTo>
                  <a:cubicBezTo>
                    <a:pt x="145610" y="123892"/>
                    <a:pt x="145610" y="123892"/>
                    <a:pt x="145700" y="126148"/>
                  </a:cubicBezTo>
                  <a:cubicBezTo>
                    <a:pt x="145763" y="128338"/>
                    <a:pt x="145763" y="128338"/>
                    <a:pt x="146026" y="130240"/>
                  </a:cubicBezTo>
                  <a:cubicBezTo>
                    <a:pt x="146517" y="130486"/>
                    <a:pt x="147008" y="130731"/>
                    <a:pt x="147514" y="130985"/>
                  </a:cubicBezTo>
                  <a:cubicBezTo>
                    <a:pt x="147778" y="132690"/>
                    <a:pt x="147844" y="134374"/>
                    <a:pt x="147930" y="136098"/>
                  </a:cubicBezTo>
                  <a:cubicBezTo>
                    <a:pt x="148125" y="137970"/>
                    <a:pt x="148125" y="137970"/>
                    <a:pt x="150491" y="139170"/>
                  </a:cubicBezTo>
                  <a:cubicBezTo>
                    <a:pt x="150825" y="140921"/>
                    <a:pt x="150864" y="142602"/>
                    <a:pt x="150933" y="144382"/>
                  </a:cubicBezTo>
                  <a:cubicBezTo>
                    <a:pt x="151032" y="144872"/>
                    <a:pt x="151132" y="145362"/>
                    <a:pt x="151235" y="145867"/>
                  </a:cubicBezTo>
                  <a:cubicBezTo>
                    <a:pt x="151972" y="146113"/>
                    <a:pt x="152708" y="146358"/>
                    <a:pt x="153467" y="146611"/>
                  </a:cubicBezTo>
                  <a:cubicBezTo>
                    <a:pt x="153631" y="148326"/>
                    <a:pt x="153462" y="149936"/>
                    <a:pt x="153328" y="151652"/>
                  </a:cubicBezTo>
                  <a:cubicBezTo>
                    <a:pt x="153506" y="153762"/>
                    <a:pt x="154225" y="154096"/>
                    <a:pt x="155700" y="155541"/>
                  </a:cubicBezTo>
                  <a:cubicBezTo>
                    <a:pt x="156191" y="157387"/>
                    <a:pt x="156191" y="157387"/>
                    <a:pt x="156490" y="159401"/>
                  </a:cubicBezTo>
                  <a:cubicBezTo>
                    <a:pt x="156751" y="161365"/>
                    <a:pt x="156751" y="161365"/>
                    <a:pt x="157188" y="162983"/>
                  </a:cubicBezTo>
                  <a:cubicBezTo>
                    <a:pt x="157679" y="162983"/>
                    <a:pt x="158170" y="162983"/>
                    <a:pt x="158676" y="162983"/>
                  </a:cubicBezTo>
                  <a:cubicBezTo>
                    <a:pt x="158718" y="163856"/>
                    <a:pt x="158718" y="163856"/>
                    <a:pt x="158761" y="164747"/>
                  </a:cubicBezTo>
                  <a:cubicBezTo>
                    <a:pt x="158834" y="165876"/>
                    <a:pt x="158834" y="165876"/>
                    <a:pt x="158909" y="167029"/>
                  </a:cubicBezTo>
                  <a:cubicBezTo>
                    <a:pt x="158974" y="168155"/>
                    <a:pt x="158974" y="168155"/>
                    <a:pt x="159040" y="169305"/>
                  </a:cubicBezTo>
                  <a:cubicBezTo>
                    <a:pt x="159165" y="169920"/>
                    <a:pt x="159291" y="170535"/>
                    <a:pt x="159421" y="171168"/>
                  </a:cubicBezTo>
                  <a:cubicBezTo>
                    <a:pt x="160157" y="171414"/>
                    <a:pt x="160894" y="171659"/>
                    <a:pt x="161653" y="171912"/>
                  </a:cubicBezTo>
                  <a:cubicBezTo>
                    <a:pt x="161981" y="173587"/>
                    <a:pt x="161981" y="173587"/>
                    <a:pt x="162072" y="175633"/>
                  </a:cubicBezTo>
                  <a:cubicBezTo>
                    <a:pt x="162134" y="177622"/>
                    <a:pt x="162134" y="177622"/>
                    <a:pt x="162397" y="179354"/>
                  </a:cubicBezTo>
                  <a:cubicBezTo>
                    <a:pt x="162888" y="179599"/>
                    <a:pt x="163379" y="179845"/>
                    <a:pt x="163885" y="180098"/>
                  </a:cubicBezTo>
                  <a:cubicBezTo>
                    <a:pt x="164361" y="182032"/>
                    <a:pt x="164646" y="183970"/>
                    <a:pt x="164955" y="185938"/>
                  </a:cubicBezTo>
                  <a:cubicBezTo>
                    <a:pt x="165093" y="186466"/>
                    <a:pt x="165231" y="186995"/>
                    <a:pt x="165374" y="187539"/>
                  </a:cubicBezTo>
                  <a:cubicBezTo>
                    <a:pt x="165865" y="187539"/>
                    <a:pt x="166356" y="187539"/>
                    <a:pt x="166862" y="187539"/>
                  </a:cubicBezTo>
                  <a:cubicBezTo>
                    <a:pt x="166904" y="188413"/>
                    <a:pt x="166904" y="188413"/>
                    <a:pt x="166946" y="189304"/>
                  </a:cubicBezTo>
                  <a:cubicBezTo>
                    <a:pt x="167020" y="190433"/>
                    <a:pt x="167020" y="190433"/>
                    <a:pt x="167094" y="191585"/>
                  </a:cubicBezTo>
                  <a:cubicBezTo>
                    <a:pt x="167159" y="192712"/>
                    <a:pt x="167159" y="192712"/>
                    <a:pt x="167225" y="193861"/>
                  </a:cubicBezTo>
                  <a:cubicBezTo>
                    <a:pt x="167351" y="194476"/>
                    <a:pt x="167477" y="195091"/>
                    <a:pt x="167606" y="195725"/>
                  </a:cubicBezTo>
                  <a:cubicBezTo>
                    <a:pt x="168343" y="195970"/>
                    <a:pt x="169079" y="196216"/>
                    <a:pt x="169838" y="196469"/>
                  </a:cubicBezTo>
                  <a:cubicBezTo>
                    <a:pt x="170167" y="198143"/>
                    <a:pt x="170167" y="198143"/>
                    <a:pt x="170257" y="200190"/>
                  </a:cubicBezTo>
                  <a:cubicBezTo>
                    <a:pt x="170320" y="202179"/>
                    <a:pt x="170320" y="202179"/>
                    <a:pt x="170583" y="203910"/>
                  </a:cubicBezTo>
                  <a:cubicBezTo>
                    <a:pt x="171074" y="204156"/>
                    <a:pt x="171565" y="204401"/>
                    <a:pt x="172071" y="204654"/>
                  </a:cubicBezTo>
                  <a:cubicBezTo>
                    <a:pt x="172379" y="206518"/>
                    <a:pt x="172379" y="206518"/>
                    <a:pt x="172536" y="208794"/>
                  </a:cubicBezTo>
                  <a:cubicBezTo>
                    <a:pt x="172619" y="209923"/>
                    <a:pt x="172619" y="209923"/>
                    <a:pt x="172705" y="211076"/>
                  </a:cubicBezTo>
                  <a:cubicBezTo>
                    <a:pt x="172741" y="211658"/>
                    <a:pt x="172777" y="212240"/>
                    <a:pt x="172815" y="212840"/>
                  </a:cubicBezTo>
                  <a:cubicBezTo>
                    <a:pt x="173552" y="212840"/>
                    <a:pt x="174288" y="212840"/>
                    <a:pt x="175047" y="212840"/>
                  </a:cubicBezTo>
                  <a:cubicBezTo>
                    <a:pt x="175293" y="215296"/>
                    <a:pt x="175539" y="217751"/>
                    <a:pt x="175792" y="220281"/>
                  </a:cubicBezTo>
                  <a:cubicBezTo>
                    <a:pt x="176528" y="220281"/>
                    <a:pt x="177265" y="220281"/>
                    <a:pt x="178024" y="220281"/>
                  </a:cubicBezTo>
                  <a:cubicBezTo>
                    <a:pt x="178060" y="220917"/>
                    <a:pt x="178097" y="221553"/>
                    <a:pt x="178134" y="222209"/>
                  </a:cubicBezTo>
                  <a:cubicBezTo>
                    <a:pt x="178218" y="223442"/>
                    <a:pt x="178218" y="223442"/>
                    <a:pt x="178303" y="224700"/>
                  </a:cubicBezTo>
                  <a:cubicBezTo>
                    <a:pt x="178355" y="225520"/>
                    <a:pt x="178407" y="226340"/>
                    <a:pt x="178460" y="227185"/>
                  </a:cubicBezTo>
                  <a:cubicBezTo>
                    <a:pt x="178562" y="227854"/>
                    <a:pt x="178663" y="228522"/>
                    <a:pt x="178768" y="229211"/>
                  </a:cubicBezTo>
                  <a:cubicBezTo>
                    <a:pt x="179259" y="229457"/>
                    <a:pt x="179750" y="229702"/>
                    <a:pt x="180256" y="229955"/>
                  </a:cubicBezTo>
                  <a:cubicBezTo>
                    <a:pt x="180480" y="231304"/>
                    <a:pt x="180480" y="231304"/>
                    <a:pt x="180489" y="232932"/>
                  </a:cubicBezTo>
                  <a:cubicBezTo>
                    <a:pt x="180501" y="233469"/>
                    <a:pt x="180514" y="234006"/>
                    <a:pt x="180527" y="234560"/>
                  </a:cubicBezTo>
                  <a:cubicBezTo>
                    <a:pt x="180438" y="235005"/>
                    <a:pt x="180348" y="235450"/>
                    <a:pt x="180256" y="235908"/>
                  </a:cubicBezTo>
                  <a:cubicBezTo>
                    <a:pt x="177383" y="236866"/>
                    <a:pt x="174666" y="236759"/>
                    <a:pt x="171673" y="236751"/>
                  </a:cubicBezTo>
                  <a:cubicBezTo>
                    <a:pt x="171052" y="236752"/>
                    <a:pt x="170431" y="236753"/>
                    <a:pt x="169791" y="236753"/>
                  </a:cubicBezTo>
                  <a:cubicBezTo>
                    <a:pt x="168479" y="236754"/>
                    <a:pt x="167168" y="236753"/>
                    <a:pt x="165856" y="236749"/>
                  </a:cubicBezTo>
                  <a:cubicBezTo>
                    <a:pt x="163844" y="236745"/>
                    <a:pt x="161832" y="236749"/>
                    <a:pt x="159820" y="236754"/>
                  </a:cubicBezTo>
                  <a:cubicBezTo>
                    <a:pt x="158547" y="236754"/>
                    <a:pt x="157273" y="236753"/>
                    <a:pt x="155999" y="236751"/>
                  </a:cubicBezTo>
                  <a:cubicBezTo>
                    <a:pt x="155395" y="236753"/>
                    <a:pt x="154792" y="236754"/>
                    <a:pt x="154169" y="236756"/>
                  </a:cubicBezTo>
                  <a:cubicBezTo>
                    <a:pt x="149918" y="236738"/>
                    <a:pt x="149918" y="236738"/>
                    <a:pt x="148258" y="235908"/>
                  </a:cubicBezTo>
                  <a:cubicBezTo>
                    <a:pt x="147762" y="234420"/>
                    <a:pt x="147266" y="232932"/>
                    <a:pt x="146770" y="231443"/>
                  </a:cubicBezTo>
                  <a:cubicBezTo>
                    <a:pt x="146279" y="231198"/>
                    <a:pt x="145788" y="230952"/>
                    <a:pt x="145282" y="230699"/>
                  </a:cubicBezTo>
                  <a:cubicBezTo>
                    <a:pt x="145026" y="229214"/>
                    <a:pt x="145026" y="229214"/>
                    <a:pt x="144910" y="227397"/>
                  </a:cubicBezTo>
                  <a:cubicBezTo>
                    <a:pt x="144797" y="224623"/>
                    <a:pt x="144797" y="224623"/>
                    <a:pt x="143049" y="222514"/>
                  </a:cubicBezTo>
                  <a:cubicBezTo>
                    <a:pt x="142804" y="222514"/>
                    <a:pt x="142558" y="222514"/>
                    <a:pt x="142305" y="222514"/>
                  </a:cubicBezTo>
                  <a:cubicBezTo>
                    <a:pt x="142277" y="221886"/>
                    <a:pt x="142250" y="221259"/>
                    <a:pt x="142221" y="220613"/>
                  </a:cubicBezTo>
                  <a:cubicBezTo>
                    <a:pt x="142172" y="219797"/>
                    <a:pt x="142123" y="218982"/>
                    <a:pt x="142073" y="218142"/>
                  </a:cubicBezTo>
                  <a:cubicBezTo>
                    <a:pt x="142008" y="216925"/>
                    <a:pt x="142008" y="216925"/>
                    <a:pt x="141942" y="215683"/>
                  </a:cubicBezTo>
                  <a:cubicBezTo>
                    <a:pt x="141816" y="214990"/>
                    <a:pt x="141691" y="214298"/>
                    <a:pt x="141561" y="213584"/>
                  </a:cubicBezTo>
                  <a:cubicBezTo>
                    <a:pt x="140824" y="213093"/>
                    <a:pt x="140088" y="212602"/>
                    <a:pt x="139329" y="212096"/>
                  </a:cubicBezTo>
                  <a:cubicBezTo>
                    <a:pt x="139329" y="210600"/>
                    <a:pt x="139335" y="209100"/>
                    <a:pt x="139468" y="207611"/>
                  </a:cubicBezTo>
                  <a:cubicBezTo>
                    <a:pt x="139482" y="206064"/>
                    <a:pt x="139482" y="206064"/>
                    <a:pt x="138244" y="205102"/>
                  </a:cubicBezTo>
                  <a:cubicBezTo>
                    <a:pt x="136603" y="203398"/>
                    <a:pt x="136721" y="202001"/>
                    <a:pt x="136585" y="199678"/>
                  </a:cubicBezTo>
                  <a:cubicBezTo>
                    <a:pt x="136536" y="198938"/>
                    <a:pt x="136487" y="198199"/>
                    <a:pt x="136436" y="197437"/>
                  </a:cubicBezTo>
                  <a:cubicBezTo>
                    <a:pt x="136409" y="196872"/>
                    <a:pt x="136381" y="196307"/>
                    <a:pt x="136352" y="195725"/>
                  </a:cubicBezTo>
                  <a:cubicBezTo>
                    <a:pt x="135615" y="195725"/>
                    <a:pt x="134879" y="195725"/>
                    <a:pt x="134120" y="195725"/>
                  </a:cubicBezTo>
                  <a:cubicBezTo>
                    <a:pt x="134092" y="195142"/>
                    <a:pt x="134064" y="194560"/>
                    <a:pt x="134035" y="193960"/>
                  </a:cubicBezTo>
                  <a:cubicBezTo>
                    <a:pt x="133987" y="193207"/>
                    <a:pt x="133938" y="192454"/>
                    <a:pt x="133887" y="191678"/>
                  </a:cubicBezTo>
                  <a:cubicBezTo>
                    <a:pt x="133822" y="190552"/>
                    <a:pt x="133822" y="190552"/>
                    <a:pt x="133756" y="189402"/>
                  </a:cubicBezTo>
                  <a:cubicBezTo>
                    <a:pt x="133631" y="188788"/>
                    <a:pt x="133505" y="188173"/>
                    <a:pt x="133376" y="187539"/>
                  </a:cubicBezTo>
                  <a:cubicBezTo>
                    <a:pt x="132639" y="187294"/>
                    <a:pt x="131902" y="187048"/>
                    <a:pt x="131143" y="186795"/>
                  </a:cubicBezTo>
                  <a:cubicBezTo>
                    <a:pt x="130925" y="184769"/>
                    <a:pt x="130925" y="184769"/>
                    <a:pt x="131004" y="182284"/>
                  </a:cubicBezTo>
                  <a:cubicBezTo>
                    <a:pt x="131034" y="181051"/>
                    <a:pt x="131034" y="181051"/>
                    <a:pt x="131065" y="179793"/>
                  </a:cubicBezTo>
                  <a:cubicBezTo>
                    <a:pt x="131091" y="179157"/>
                    <a:pt x="131116" y="178521"/>
                    <a:pt x="131143" y="177865"/>
                  </a:cubicBezTo>
                  <a:cubicBezTo>
                    <a:pt x="130406" y="177865"/>
                    <a:pt x="129670" y="177865"/>
                    <a:pt x="128911" y="177865"/>
                  </a:cubicBezTo>
                  <a:cubicBezTo>
                    <a:pt x="128665" y="175164"/>
                    <a:pt x="128420" y="172463"/>
                    <a:pt x="128167" y="169680"/>
                  </a:cubicBezTo>
                  <a:cubicBezTo>
                    <a:pt x="127430" y="169680"/>
                    <a:pt x="126693" y="169680"/>
                    <a:pt x="125934" y="169680"/>
                  </a:cubicBezTo>
                  <a:cubicBezTo>
                    <a:pt x="125934" y="168206"/>
                    <a:pt x="125934" y="166733"/>
                    <a:pt x="125934" y="165215"/>
                  </a:cubicBezTo>
                  <a:cubicBezTo>
                    <a:pt x="101623" y="165215"/>
                    <a:pt x="77312" y="165215"/>
                    <a:pt x="52264" y="165215"/>
                  </a:cubicBezTo>
                  <a:cubicBezTo>
                    <a:pt x="52264" y="167179"/>
                    <a:pt x="52264" y="169144"/>
                    <a:pt x="52264" y="171168"/>
                  </a:cubicBezTo>
                  <a:cubicBezTo>
                    <a:pt x="51528" y="171414"/>
                    <a:pt x="50791" y="171659"/>
                    <a:pt x="50032" y="171912"/>
                  </a:cubicBezTo>
                  <a:cubicBezTo>
                    <a:pt x="49649" y="173980"/>
                    <a:pt x="49649" y="173980"/>
                    <a:pt x="49613" y="176377"/>
                  </a:cubicBezTo>
                  <a:cubicBezTo>
                    <a:pt x="49517" y="178842"/>
                    <a:pt x="49517" y="178842"/>
                    <a:pt x="49288" y="180842"/>
                  </a:cubicBezTo>
                  <a:cubicBezTo>
                    <a:pt x="48797" y="181087"/>
                    <a:pt x="48305" y="181333"/>
                    <a:pt x="47799" y="181586"/>
                  </a:cubicBezTo>
                  <a:cubicBezTo>
                    <a:pt x="47284" y="183677"/>
                    <a:pt x="47284" y="183677"/>
                    <a:pt x="46962" y="186097"/>
                  </a:cubicBezTo>
                  <a:cubicBezTo>
                    <a:pt x="46775" y="187331"/>
                    <a:pt x="46775" y="187331"/>
                    <a:pt x="46584" y="188589"/>
                  </a:cubicBezTo>
                  <a:cubicBezTo>
                    <a:pt x="46449" y="189542"/>
                    <a:pt x="46449" y="189542"/>
                    <a:pt x="46311" y="190516"/>
                  </a:cubicBezTo>
                  <a:cubicBezTo>
                    <a:pt x="45574" y="190516"/>
                    <a:pt x="44838" y="190516"/>
                    <a:pt x="44079" y="190516"/>
                  </a:cubicBezTo>
                  <a:cubicBezTo>
                    <a:pt x="44079" y="193463"/>
                    <a:pt x="44079" y="196409"/>
                    <a:pt x="44079" y="199445"/>
                  </a:cubicBezTo>
                  <a:cubicBezTo>
                    <a:pt x="43588" y="199445"/>
                    <a:pt x="43096" y="199445"/>
                    <a:pt x="42590" y="199445"/>
                  </a:cubicBezTo>
                  <a:cubicBezTo>
                    <a:pt x="41685" y="201257"/>
                    <a:pt x="41608" y="202733"/>
                    <a:pt x="41428" y="204747"/>
                  </a:cubicBezTo>
                  <a:cubicBezTo>
                    <a:pt x="41365" y="205425"/>
                    <a:pt x="41303" y="206102"/>
                    <a:pt x="41239" y="206800"/>
                  </a:cubicBezTo>
                  <a:cubicBezTo>
                    <a:pt x="41171" y="207579"/>
                    <a:pt x="41171" y="207579"/>
                    <a:pt x="41102" y="208375"/>
                  </a:cubicBezTo>
                  <a:cubicBezTo>
                    <a:pt x="40365" y="208375"/>
                    <a:pt x="39629" y="208375"/>
                    <a:pt x="38870" y="208375"/>
                  </a:cubicBezTo>
                  <a:cubicBezTo>
                    <a:pt x="38624" y="211567"/>
                    <a:pt x="38379" y="214760"/>
                    <a:pt x="38126" y="218049"/>
                  </a:cubicBezTo>
                  <a:cubicBezTo>
                    <a:pt x="37389" y="218049"/>
                    <a:pt x="36652" y="218049"/>
                    <a:pt x="35893" y="218049"/>
                  </a:cubicBezTo>
                  <a:cubicBezTo>
                    <a:pt x="35919" y="218739"/>
                    <a:pt x="35945" y="219428"/>
                    <a:pt x="35972" y="220139"/>
                  </a:cubicBezTo>
                  <a:cubicBezTo>
                    <a:pt x="36002" y="221476"/>
                    <a:pt x="36002" y="221476"/>
                    <a:pt x="36033" y="222839"/>
                  </a:cubicBezTo>
                  <a:cubicBezTo>
                    <a:pt x="36072" y="224173"/>
                    <a:pt x="36072" y="224173"/>
                    <a:pt x="36111" y="225534"/>
                  </a:cubicBezTo>
                  <a:cubicBezTo>
                    <a:pt x="36039" y="226256"/>
                    <a:pt x="35967" y="226979"/>
                    <a:pt x="35893" y="227723"/>
                  </a:cubicBezTo>
                  <a:cubicBezTo>
                    <a:pt x="35156" y="227968"/>
                    <a:pt x="34420" y="228214"/>
                    <a:pt x="33661" y="228467"/>
                  </a:cubicBezTo>
                  <a:cubicBezTo>
                    <a:pt x="33342" y="230401"/>
                    <a:pt x="33333" y="232276"/>
                    <a:pt x="33292" y="234234"/>
                  </a:cubicBezTo>
                  <a:cubicBezTo>
                    <a:pt x="33168" y="234787"/>
                    <a:pt x="33044" y="235339"/>
                    <a:pt x="32917" y="235908"/>
                  </a:cubicBezTo>
                  <a:cubicBezTo>
                    <a:pt x="30141" y="237044"/>
                    <a:pt x="27035" y="236773"/>
                    <a:pt x="24083" y="236777"/>
                  </a:cubicBezTo>
                  <a:cubicBezTo>
                    <a:pt x="23518" y="236780"/>
                    <a:pt x="22953" y="236782"/>
                    <a:pt x="22371" y="236785"/>
                  </a:cubicBezTo>
                  <a:cubicBezTo>
                    <a:pt x="21178" y="236789"/>
                    <a:pt x="19985" y="236790"/>
                    <a:pt x="18792" y="236790"/>
                  </a:cubicBezTo>
                  <a:cubicBezTo>
                    <a:pt x="16973" y="236792"/>
                    <a:pt x="15154" y="236805"/>
                    <a:pt x="13335" y="236820"/>
                  </a:cubicBezTo>
                  <a:cubicBezTo>
                    <a:pt x="12174" y="236822"/>
                    <a:pt x="11012" y="236823"/>
                    <a:pt x="9851" y="236824"/>
                  </a:cubicBezTo>
                  <a:cubicBezTo>
                    <a:pt x="9310" y="236829"/>
                    <a:pt x="8769" y="236835"/>
                    <a:pt x="8211" y="236840"/>
                  </a:cubicBezTo>
                  <a:cubicBezTo>
                    <a:pt x="5233" y="236827"/>
                    <a:pt x="2793" y="236655"/>
                    <a:pt x="174" y="235164"/>
                  </a:cubicBezTo>
                  <a:cubicBezTo>
                    <a:pt x="-58" y="233211"/>
                    <a:pt x="-58" y="233211"/>
                    <a:pt x="174" y="231443"/>
                  </a:cubicBezTo>
                  <a:cubicBezTo>
                    <a:pt x="666" y="231443"/>
                    <a:pt x="1157" y="231443"/>
                    <a:pt x="1663" y="231443"/>
                  </a:cubicBezTo>
                  <a:cubicBezTo>
                    <a:pt x="2130" y="229568"/>
                    <a:pt x="2379" y="227687"/>
                    <a:pt x="2660" y="225775"/>
                  </a:cubicBezTo>
                  <a:cubicBezTo>
                    <a:pt x="3151" y="224002"/>
                    <a:pt x="3151" y="224002"/>
                    <a:pt x="5383" y="222514"/>
                  </a:cubicBezTo>
                  <a:cubicBezTo>
                    <a:pt x="5570" y="220747"/>
                    <a:pt x="5570" y="220747"/>
                    <a:pt x="5383" y="218793"/>
                  </a:cubicBezTo>
                  <a:cubicBezTo>
                    <a:pt x="5244" y="216793"/>
                    <a:pt x="5244" y="216793"/>
                    <a:pt x="5383" y="215072"/>
                  </a:cubicBezTo>
                  <a:cubicBezTo>
                    <a:pt x="6120" y="214581"/>
                    <a:pt x="6857" y="214090"/>
                    <a:pt x="7616" y="213584"/>
                  </a:cubicBezTo>
                  <a:cubicBezTo>
                    <a:pt x="8049" y="211779"/>
                    <a:pt x="8049" y="211779"/>
                    <a:pt x="8127" y="209770"/>
                  </a:cubicBezTo>
                  <a:cubicBezTo>
                    <a:pt x="8176" y="209093"/>
                    <a:pt x="8225" y="208416"/>
                    <a:pt x="8276" y="207718"/>
                  </a:cubicBezTo>
                  <a:cubicBezTo>
                    <a:pt x="8303" y="207198"/>
                    <a:pt x="8331" y="206678"/>
                    <a:pt x="8360" y="206143"/>
                  </a:cubicBezTo>
                  <a:cubicBezTo>
                    <a:pt x="9097" y="206143"/>
                    <a:pt x="9833" y="206143"/>
                    <a:pt x="10592" y="206143"/>
                  </a:cubicBezTo>
                  <a:cubicBezTo>
                    <a:pt x="10838" y="202950"/>
                    <a:pt x="11084" y="199758"/>
                    <a:pt x="11337" y="196469"/>
                  </a:cubicBezTo>
                  <a:cubicBezTo>
                    <a:pt x="11828" y="196469"/>
                    <a:pt x="12319" y="196469"/>
                    <a:pt x="12825" y="196469"/>
                  </a:cubicBezTo>
                  <a:cubicBezTo>
                    <a:pt x="13288" y="194776"/>
                    <a:pt x="13288" y="194776"/>
                    <a:pt x="13569" y="192748"/>
                  </a:cubicBezTo>
                  <a:cubicBezTo>
                    <a:pt x="13895" y="190702"/>
                    <a:pt x="13895" y="190702"/>
                    <a:pt x="14313" y="189027"/>
                  </a:cubicBezTo>
                  <a:cubicBezTo>
                    <a:pt x="14804" y="188782"/>
                    <a:pt x="15295" y="188536"/>
                    <a:pt x="15801" y="188283"/>
                  </a:cubicBezTo>
                  <a:cubicBezTo>
                    <a:pt x="16067" y="185972"/>
                    <a:pt x="16132" y="183678"/>
                    <a:pt x="16217" y="181354"/>
                  </a:cubicBezTo>
                  <a:cubicBezTo>
                    <a:pt x="16325" y="180694"/>
                    <a:pt x="16434" y="180034"/>
                    <a:pt x="16546" y="179354"/>
                  </a:cubicBezTo>
                  <a:cubicBezTo>
                    <a:pt x="17282" y="179108"/>
                    <a:pt x="18019" y="178862"/>
                    <a:pt x="18778" y="178609"/>
                  </a:cubicBezTo>
                  <a:cubicBezTo>
                    <a:pt x="19215" y="177034"/>
                    <a:pt x="19215" y="177034"/>
                    <a:pt x="19290" y="175214"/>
                  </a:cubicBezTo>
                  <a:cubicBezTo>
                    <a:pt x="19338" y="174599"/>
                    <a:pt x="19387" y="173985"/>
                    <a:pt x="19438" y="173351"/>
                  </a:cubicBezTo>
                  <a:cubicBezTo>
                    <a:pt x="19466" y="172876"/>
                    <a:pt x="19493" y="172401"/>
                    <a:pt x="19522" y="171912"/>
                  </a:cubicBezTo>
                  <a:cubicBezTo>
                    <a:pt x="20259" y="171912"/>
                    <a:pt x="20995" y="171912"/>
                    <a:pt x="21754" y="171912"/>
                  </a:cubicBezTo>
                  <a:cubicBezTo>
                    <a:pt x="21746" y="171339"/>
                    <a:pt x="21737" y="170765"/>
                    <a:pt x="21728" y="170174"/>
                  </a:cubicBezTo>
                  <a:cubicBezTo>
                    <a:pt x="21722" y="169428"/>
                    <a:pt x="21715" y="168681"/>
                    <a:pt x="21708" y="167912"/>
                  </a:cubicBezTo>
                  <a:cubicBezTo>
                    <a:pt x="21699" y="167170"/>
                    <a:pt x="21691" y="166428"/>
                    <a:pt x="21682" y="165663"/>
                  </a:cubicBezTo>
                  <a:cubicBezTo>
                    <a:pt x="21754" y="163727"/>
                    <a:pt x="21754" y="163727"/>
                    <a:pt x="22499" y="162238"/>
                  </a:cubicBezTo>
                  <a:cubicBezTo>
                    <a:pt x="23235" y="162238"/>
                    <a:pt x="23972" y="162238"/>
                    <a:pt x="24731" y="162238"/>
                  </a:cubicBezTo>
                  <a:cubicBezTo>
                    <a:pt x="24731" y="159292"/>
                    <a:pt x="24731" y="156345"/>
                    <a:pt x="24731" y="153309"/>
                  </a:cubicBezTo>
                  <a:cubicBezTo>
                    <a:pt x="25468" y="153554"/>
                    <a:pt x="26204" y="153800"/>
                    <a:pt x="26963" y="154053"/>
                  </a:cubicBezTo>
                  <a:cubicBezTo>
                    <a:pt x="26991" y="153417"/>
                    <a:pt x="27019" y="152781"/>
                    <a:pt x="27048" y="152126"/>
                  </a:cubicBezTo>
                  <a:cubicBezTo>
                    <a:pt x="27121" y="150893"/>
                    <a:pt x="27121" y="150893"/>
                    <a:pt x="27196" y="149635"/>
                  </a:cubicBezTo>
                  <a:cubicBezTo>
                    <a:pt x="27261" y="148404"/>
                    <a:pt x="27261" y="148404"/>
                    <a:pt x="27327" y="147149"/>
                  </a:cubicBezTo>
                  <a:cubicBezTo>
                    <a:pt x="27452" y="146481"/>
                    <a:pt x="27578" y="145812"/>
                    <a:pt x="27708" y="145123"/>
                  </a:cubicBezTo>
                  <a:cubicBezTo>
                    <a:pt x="28444" y="144878"/>
                    <a:pt x="29181" y="144632"/>
                    <a:pt x="29940" y="144379"/>
                  </a:cubicBezTo>
                  <a:cubicBezTo>
                    <a:pt x="30322" y="142482"/>
                    <a:pt x="30322" y="142482"/>
                    <a:pt x="30359" y="140286"/>
                  </a:cubicBezTo>
                  <a:cubicBezTo>
                    <a:pt x="30455" y="138031"/>
                    <a:pt x="30455" y="138031"/>
                    <a:pt x="30684" y="136193"/>
                  </a:cubicBezTo>
                  <a:cubicBezTo>
                    <a:pt x="31175" y="135948"/>
                    <a:pt x="31666" y="135702"/>
                    <a:pt x="32172" y="135449"/>
                  </a:cubicBezTo>
                  <a:cubicBezTo>
                    <a:pt x="32437" y="133332"/>
                    <a:pt x="32503" y="131232"/>
                    <a:pt x="32588" y="129101"/>
                  </a:cubicBezTo>
                  <a:cubicBezTo>
                    <a:pt x="32697" y="128495"/>
                    <a:pt x="32805" y="127888"/>
                    <a:pt x="32917" y="127264"/>
                  </a:cubicBezTo>
                  <a:cubicBezTo>
                    <a:pt x="33653" y="127018"/>
                    <a:pt x="34390" y="126773"/>
                    <a:pt x="35149" y="126520"/>
                  </a:cubicBezTo>
                  <a:cubicBezTo>
                    <a:pt x="35588" y="124601"/>
                    <a:pt x="35588" y="124601"/>
                    <a:pt x="35661" y="122380"/>
                  </a:cubicBezTo>
                  <a:cubicBezTo>
                    <a:pt x="35710" y="121627"/>
                    <a:pt x="35758" y="120874"/>
                    <a:pt x="35809" y="120099"/>
                  </a:cubicBezTo>
                  <a:cubicBezTo>
                    <a:pt x="35851" y="119225"/>
                    <a:pt x="35851" y="119225"/>
                    <a:pt x="35893" y="118334"/>
                  </a:cubicBezTo>
                  <a:cubicBezTo>
                    <a:pt x="36630" y="118334"/>
                    <a:pt x="37367" y="118334"/>
                    <a:pt x="38126" y="118334"/>
                  </a:cubicBezTo>
                  <a:cubicBezTo>
                    <a:pt x="38371" y="115633"/>
                    <a:pt x="38617" y="112932"/>
                    <a:pt x="38870" y="110149"/>
                  </a:cubicBezTo>
                  <a:cubicBezTo>
                    <a:pt x="39606" y="110149"/>
                    <a:pt x="40343" y="110149"/>
                    <a:pt x="41102" y="110149"/>
                  </a:cubicBezTo>
                  <a:cubicBezTo>
                    <a:pt x="41063" y="109195"/>
                    <a:pt x="41063" y="109195"/>
                    <a:pt x="41024" y="108221"/>
                  </a:cubicBezTo>
                  <a:cubicBezTo>
                    <a:pt x="41004" y="107399"/>
                    <a:pt x="40983" y="106577"/>
                    <a:pt x="40963" y="105730"/>
                  </a:cubicBezTo>
                  <a:cubicBezTo>
                    <a:pt x="40924" y="104500"/>
                    <a:pt x="40924" y="104500"/>
                    <a:pt x="40884" y="103245"/>
                  </a:cubicBezTo>
                  <a:cubicBezTo>
                    <a:pt x="40956" y="102576"/>
                    <a:pt x="41028" y="101908"/>
                    <a:pt x="41102" y="101219"/>
                  </a:cubicBezTo>
                  <a:cubicBezTo>
                    <a:pt x="41839" y="100973"/>
                    <a:pt x="42576" y="100728"/>
                    <a:pt x="43335" y="100475"/>
                  </a:cubicBezTo>
                  <a:cubicBezTo>
                    <a:pt x="43772" y="98727"/>
                    <a:pt x="43772" y="98727"/>
                    <a:pt x="43846" y="96708"/>
                  </a:cubicBezTo>
                  <a:cubicBezTo>
                    <a:pt x="43895" y="96024"/>
                    <a:pt x="43944" y="95340"/>
                    <a:pt x="43994" y="94635"/>
                  </a:cubicBezTo>
                  <a:cubicBezTo>
                    <a:pt x="44022" y="94106"/>
                    <a:pt x="44050" y="93578"/>
                    <a:pt x="44079" y="93033"/>
                  </a:cubicBezTo>
                  <a:cubicBezTo>
                    <a:pt x="44570" y="93033"/>
                    <a:pt x="45061" y="93033"/>
                    <a:pt x="45567" y="93033"/>
                  </a:cubicBezTo>
                  <a:cubicBezTo>
                    <a:pt x="45702" y="92079"/>
                    <a:pt x="45702" y="92079"/>
                    <a:pt x="45840" y="91106"/>
                  </a:cubicBezTo>
                  <a:cubicBezTo>
                    <a:pt x="45965" y="90284"/>
                    <a:pt x="46090" y="89462"/>
                    <a:pt x="46218" y="88615"/>
                  </a:cubicBezTo>
                  <a:cubicBezTo>
                    <a:pt x="46339" y="87795"/>
                    <a:pt x="46460" y="86975"/>
                    <a:pt x="46584" y="86130"/>
                  </a:cubicBezTo>
                  <a:cubicBezTo>
                    <a:pt x="46740" y="85461"/>
                    <a:pt x="46895" y="84792"/>
                    <a:pt x="47055" y="84104"/>
                  </a:cubicBezTo>
                  <a:cubicBezTo>
                    <a:pt x="47546" y="83858"/>
                    <a:pt x="48038" y="83613"/>
                    <a:pt x="48544" y="83360"/>
                  </a:cubicBezTo>
                  <a:cubicBezTo>
                    <a:pt x="48892" y="81435"/>
                    <a:pt x="48892" y="81435"/>
                    <a:pt x="49009" y="79220"/>
                  </a:cubicBezTo>
                  <a:cubicBezTo>
                    <a:pt x="49064" y="78467"/>
                    <a:pt x="49120" y="77714"/>
                    <a:pt x="49177" y="76938"/>
                  </a:cubicBezTo>
                  <a:cubicBezTo>
                    <a:pt x="49232" y="76065"/>
                    <a:pt x="49232" y="76065"/>
                    <a:pt x="49288" y="75174"/>
                  </a:cubicBezTo>
                  <a:cubicBezTo>
                    <a:pt x="50024" y="75174"/>
                    <a:pt x="50761" y="75174"/>
                    <a:pt x="51520" y="75174"/>
                  </a:cubicBezTo>
                  <a:cubicBezTo>
                    <a:pt x="51548" y="74538"/>
                    <a:pt x="51576" y="73902"/>
                    <a:pt x="51604" y="73247"/>
                  </a:cubicBezTo>
                  <a:cubicBezTo>
                    <a:pt x="51653" y="72425"/>
                    <a:pt x="51702" y="71603"/>
                    <a:pt x="51753" y="70756"/>
                  </a:cubicBezTo>
                  <a:cubicBezTo>
                    <a:pt x="51796" y="69935"/>
                    <a:pt x="51839" y="69115"/>
                    <a:pt x="51883" y="68270"/>
                  </a:cubicBezTo>
                  <a:cubicBezTo>
                    <a:pt x="52072" y="67267"/>
                    <a:pt x="52072" y="67267"/>
                    <a:pt x="52264" y="66244"/>
                  </a:cubicBezTo>
                  <a:cubicBezTo>
                    <a:pt x="53001" y="65999"/>
                    <a:pt x="53738" y="65753"/>
                    <a:pt x="54497" y="65500"/>
                  </a:cubicBezTo>
                  <a:cubicBezTo>
                    <a:pt x="54879" y="63603"/>
                    <a:pt x="54879" y="63603"/>
                    <a:pt x="54915" y="61407"/>
                  </a:cubicBezTo>
                  <a:cubicBezTo>
                    <a:pt x="55011" y="59152"/>
                    <a:pt x="55011" y="59152"/>
                    <a:pt x="55241" y="57315"/>
                  </a:cubicBezTo>
                  <a:cubicBezTo>
                    <a:pt x="55732" y="57069"/>
                    <a:pt x="56223" y="56823"/>
                    <a:pt x="56729" y="56570"/>
                  </a:cubicBezTo>
                  <a:cubicBezTo>
                    <a:pt x="57078" y="54646"/>
                    <a:pt x="57078" y="54646"/>
                    <a:pt x="57194" y="52431"/>
                  </a:cubicBezTo>
                  <a:cubicBezTo>
                    <a:pt x="57250" y="51678"/>
                    <a:pt x="57305" y="50925"/>
                    <a:pt x="57363" y="50149"/>
                  </a:cubicBezTo>
                  <a:cubicBezTo>
                    <a:pt x="57417" y="49276"/>
                    <a:pt x="57417" y="49276"/>
                    <a:pt x="57473" y="48385"/>
                  </a:cubicBezTo>
                  <a:cubicBezTo>
                    <a:pt x="58578" y="48753"/>
                    <a:pt x="58578" y="48753"/>
                    <a:pt x="59706" y="49129"/>
                  </a:cubicBezTo>
                  <a:cubicBezTo>
                    <a:pt x="59951" y="45937"/>
                    <a:pt x="60197" y="42744"/>
                    <a:pt x="60450" y="39455"/>
                  </a:cubicBezTo>
                  <a:cubicBezTo>
                    <a:pt x="61187" y="39455"/>
                    <a:pt x="61923" y="39455"/>
                    <a:pt x="62682" y="39455"/>
                  </a:cubicBezTo>
                  <a:cubicBezTo>
                    <a:pt x="62737" y="38662"/>
                    <a:pt x="62737" y="38662"/>
                    <a:pt x="62793" y="37854"/>
                  </a:cubicBezTo>
                  <a:cubicBezTo>
                    <a:pt x="62848" y="37170"/>
                    <a:pt x="62904" y="36486"/>
                    <a:pt x="62961" y="35781"/>
                  </a:cubicBezTo>
                  <a:cubicBezTo>
                    <a:pt x="63039" y="34758"/>
                    <a:pt x="63039" y="34758"/>
                    <a:pt x="63118" y="33714"/>
                  </a:cubicBezTo>
                  <a:cubicBezTo>
                    <a:pt x="63271" y="32873"/>
                    <a:pt x="63271" y="32873"/>
                    <a:pt x="63426" y="32014"/>
                  </a:cubicBezTo>
                  <a:cubicBezTo>
                    <a:pt x="63917" y="31768"/>
                    <a:pt x="64409" y="31523"/>
                    <a:pt x="64915" y="31270"/>
                  </a:cubicBezTo>
                  <a:cubicBezTo>
                    <a:pt x="65180" y="28959"/>
                    <a:pt x="65245" y="26664"/>
                    <a:pt x="65330" y="24340"/>
                  </a:cubicBezTo>
                  <a:cubicBezTo>
                    <a:pt x="65493" y="23350"/>
                    <a:pt x="65493" y="23350"/>
                    <a:pt x="65659" y="22340"/>
                  </a:cubicBezTo>
                  <a:cubicBezTo>
                    <a:pt x="66395" y="22094"/>
                    <a:pt x="67132" y="21849"/>
                    <a:pt x="67891" y="21596"/>
                  </a:cubicBezTo>
                  <a:cubicBezTo>
                    <a:pt x="68328" y="20020"/>
                    <a:pt x="68328" y="20020"/>
                    <a:pt x="68403" y="18201"/>
                  </a:cubicBezTo>
                  <a:cubicBezTo>
                    <a:pt x="68452" y="17586"/>
                    <a:pt x="68501" y="16971"/>
                    <a:pt x="68551" y="16337"/>
                  </a:cubicBezTo>
                  <a:cubicBezTo>
                    <a:pt x="68579" y="15863"/>
                    <a:pt x="68607" y="15388"/>
                    <a:pt x="68635" y="14899"/>
                  </a:cubicBezTo>
                  <a:cubicBezTo>
                    <a:pt x="69372" y="14899"/>
                    <a:pt x="70109" y="14899"/>
                    <a:pt x="70868" y="14899"/>
                  </a:cubicBezTo>
                  <a:cubicBezTo>
                    <a:pt x="71236" y="10110"/>
                    <a:pt x="71236" y="10110"/>
                    <a:pt x="71612" y="5225"/>
                  </a:cubicBezTo>
                  <a:cubicBezTo>
                    <a:pt x="72349" y="5225"/>
                    <a:pt x="73085" y="5225"/>
                    <a:pt x="73844" y="5225"/>
                  </a:cubicBezTo>
                  <a:cubicBezTo>
                    <a:pt x="74090" y="3751"/>
                    <a:pt x="74335" y="2278"/>
                    <a:pt x="74588" y="760"/>
                  </a:cubicBezTo>
                  <a:cubicBezTo>
                    <a:pt x="78694" y="595"/>
                    <a:pt x="82798" y="473"/>
                    <a:pt x="86906" y="392"/>
                  </a:cubicBezTo>
                  <a:cubicBezTo>
                    <a:pt x="88304" y="358"/>
                    <a:pt x="89701" y="313"/>
                    <a:pt x="91098" y="255"/>
                  </a:cubicBezTo>
                  <a:cubicBezTo>
                    <a:pt x="93105" y="174"/>
                    <a:pt x="95108" y="136"/>
                    <a:pt x="97116" y="106"/>
                  </a:cubicBezTo>
                  <a:cubicBezTo>
                    <a:pt x="97743" y="71"/>
                    <a:pt x="98370" y="37"/>
                    <a:pt x="99017" y="1"/>
                  </a:cubicBezTo>
                  <a:close/>
                </a:path>
              </a:pathLst>
            </a:custGeom>
            <a:grpFill/>
            <a:ln w="744" cap="flat">
              <a:noFill/>
              <a:prstDash val="solid"/>
              <a:miter/>
            </a:ln>
          </p:spPr>
          <p:txBody>
            <a:bodyPr rtlCol="0" anchor="ctr"/>
            <a:lstStyle/>
            <a:p>
              <a:endParaRPr lang="zh-CN" altLang="en-US"/>
            </a:p>
          </p:txBody>
        </p:sp>
        <p:sp>
          <p:nvSpPr>
            <p:cNvPr id="129" name="任意多边形: 形状 128"/>
            <p:cNvSpPr/>
            <p:nvPr/>
          </p:nvSpPr>
          <p:spPr>
            <a:xfrm>
              <a:off x="9992784" y="1392787"/>
              <a:ext cx="145935" cy="236236"/>
            </a:xfrm>
            <a:custGeom>
              <a:avLst/>
              <a:gdLst>
                <a:gd name="connsiteX0" fmla="*/ 18764 w 145935"/>
                <a:gd name="connsiteY0" fmla="*/ 1556 h 236236"/>
                <a:gd name="connsiteX1" fmla="*/ 20398 w 145935"/>
                <a:gd name="connsiteY1" fmla="*/ 1563 h 236236"/>
                <a:gd name="connsiteX2" fmla="*/ 22122 w 145935"/>
                <a:gd name="connsiteY2" fmla="*/ 1561 h 236236"/>
                <a:gd name="connsiteX3" fmla="*/ 27884 w 145935"/>
                <a:gd name="connsiteY3" fmla="*/ 1568 h 236236"/>
                <a:gd name="connsiteX4" fmla="*/ 31997 w 145935"/>
                <a:gd name="connsiteY4" fmla="*/ 1568 h 236236"/>
                <a:gd name="connsiteX5" fmla="*/ 43201 w 145935"/>
                <a:gd name="connsiteY5" fmla="*/ 1577 h 236236"/>
                <a:gd name="connsiteX6" fmla="*/ 54895 w 145935"/>
                <a:gd name="connsiteY6" fmla="*/ 1583 h 236236"/>
                <a:gd name="connsiteX7" fmla="*/ 77056 w 145935"/>
                <a:gd name="connsiteY7" fmla="*/ 1599 h 236236"/>
                <a:gd name="connsiteX8" fmla="*/ 102279 w 145935"/>
                <a:gd name="connsiteY8" fmla="*/ 1615 h 236236"/>
                <a:gd name="connsiteX9" fmla="*/ 154180 w 145935"/>
                <a:gd name="connsiteY9" fmla="*/ 1652 h 236236"/>
                <a:gd name="connsiteX10" fmla="*/ 154221 w 145935"/>
                <a:gd name="connsiteY10" fmla="*/ 14329 h 236236"/>
                <a:gd name="connsiteX11" fmla="*/ 154236 w 145935"/>
                <a:gd name="connsiteY11" fmla="*/ 18645 h 236236"/>
                <a:gd name="connsiteX12" fmla="*/ 154253 w 145935"/>
                <a:gd name="connsiteY12" fmla="*/ 24834 h 236236"/>
                <a:gd name="connsiteX13" fmla="*/ 154264 w 145935"/>
                <a:gd name="connsiteY13" fmla="*/ 26796 h 236236"/>
                <a:gd name="connsiteX14" fmla="*/ 154180 w 145935"/>
                <a:gd name="connsiteY14" fmla="*/ 31418 h 236236"/>
                <a:gd name="connsiteX15" fmla="*/ 151636 w 145935"/>
                <a:gd name="connsiteY15" fmla="*/ 32254 h 236236"/>
                <a:gd name="connsiteX16" fmla="*/ 149194 w 145935"/>
                <a:gd name="connsiteY16" fmla="*/ 32252 h 236236"/>
                <a:gd name="connsiteX17" fmla="*/ 146401 w 145935"/>
                <a:gd name="connsiteY17" fmla="*/ 32255 h 236236"/>
                <a:gd name="connsiteX18" fmla="*/ 143310 w 145935"/>
                <a:gd name="connsiteY18" fmla="*/ 32247 h 236236"/>
                <a:gd name="connsiteX19" fmla="*/ 140077 w 145935"/>
                <a:gd name="connsiteY19" fmla="*/ 32247 h 236236"/>
                <a:gd name="connsiteX20" fmla="*/ 131272 w 145935"/>
                <a:gd name="connsiteY20" fmla="*/ 32238 h 236236"/>
                <a:gd name="connsiteX21" fmla="*/ 122080 w 145935"/>
                <a:gd name="connsiteY21" fmla="*/ 32232 h 236236"/>
                <a:gd name="connsiteX22" fmla="*/ 104663 w 145935"/>
                <a:gd name="connsiteY22" fmla="*/ 32216 h 236236"/>
                <a:gd name="connsiteX23" fmla="*/ 84838 w 145935"/>
                <a:gd name="connsiteY23" fmla="*/ 32200 h 236236"/>
                <a:gd name="connsiteX24" fmla="*/ 44047 w 145935"/>
                <a:gd name="connsiteY24" fmla="*/ 32162 h 236236"/>
                <a:gd name="connsiteX25" fmla="*/ 44414 w 145935"/>
                <a:gd name="connsiteY25" fmla="*/ 33481 h 236236"/>
                <a:gd name="connsiteX26" fmla="*/ 44888 w 145935"/>
                <a:gd name="connsiteY26" fmla="*/ 41167 h 236236"/>
                <a:gd name="connsiteX27" fmla="*/ 44892 w 145935"/>
                <a:gd name="connsiteY27" fmla="*/ 43002 h 236236"/>
                <a:gd name="connsiteX28" fmla="*/ 44890 w 145935"/>
                <a:gd name="connsiteY28" fmla="*/ 48998 h 236236"/>
                <a:gd name="connsiteX29" fmla="*/ 44892 w 145935"/>
                <a:gd name="connsiteY29" fmla="*/ 53169 h 236236"/>
                <a:gd name="connsiteX30" fmla="*/ 44888 w 145935"/>
                <a:gd name="connsiteY30" fmla="*/ 61906 h 236236"/>
                <a:gd name="connsiteX31" fmla="*/ 44891 w 145935"/>
                <a:gd name="connsiteY31" fmla="*/ 73106 h 236236"/>
                <a:gd name="connsiteX32" fmla="*/ 44891 w 145935"/>
                <a:gd name="connsiteY32" fmla="*/ 81717 h 236236"/>
                <a:gd name="connsiteX33" fmla="*/ 44893 w 145935"/>
                <a:gd name="connsiteY33" fmla="*/ 85847 h 236236"/>
                <a:gd name="connsiteX34" fmla="*/ 44888 w 145935"/>
                <a:gd name="connsiteY34" fmla="*/ 91618 h 236236"/>
                <a:gd name="connsiteX35" fmla="*/ 44892 w 145935"/>
                <a:gd name="connsiteY35" fmla="*/ 93342 h 236236"/>
                <a:gd name="connsiteX36" fmla="*/ 44047 w 145935"/>
                <a:gd name="connsiteY36" fmla="*/ 100623 h 236236"/>
                <a:gd name="connsiteX37" fmla="*/ 45647 w 145935"/>
                <a:gd name="connsiteY37" fmla="*/ 100621 h 236236"/>
                <a:gd name="connsiteX38" fmla="*/ 84138 w 145935"/>
                <a:gd name="connsiteY38" fmla="*/ 100585 h 236236"/>
                <a:gd name="connsiteX39" fmla="*/ 102752 w 145935"/>
                <a:gd name="connsiteY39" fmla="*/ 100567 h 236236"/>
                <a:gd name="connsiteX40" fmla="*/ 118971 w 145935"/>
                <a:gd name="connsiteY40" fmla="*/ 100553 h 236236"/>
                <a:gd name="connsiteX41" fmla="*/ 127563 w 145935"/>
                <a:gd name="connsiteY41" fmla="*/ 100544 h 236236"/>
                <a:gd name="connsiteX42" fmla="*/ 135644 w 145935"/>
                <a:gd name="connsiteY42" fmla="*/ 100539 h 236236"/>
                <a:gd name="connsiteX43" fmla="*/ 140037 w 145935"/>
                <a:gd name="connsiteY43" fmla="*/ 100531 h 236236"/>
                <a:gd name="connsiteX44" fmla="*/ 142661 w 145935"/>
                <a:gd name="connsiteY44" fmla="*/ 100534 h 236236"/>
                <a:gd name="connsiteX45" fmla="*/ 144952 w 145935"/>
                <a:gd name="connsiteY45" fmla="*/ 100532 h 236236"/>
                <a:gd name="connsiteX46" fmla="*/ 148227 w 145935"/>
                <a:gd name="connsiteY46" fmla="*/ 101367 h 236236"/>
                <a:gd name="connsiteX47" fmla="*/ 148425 w 145935"/>
                <a:gd name="connsiteY47" fmla="*/ 107762 h 236236"/>
                <a:gd name="connsiteX48" fmla="*/ 148429 w 145935"/>
                <a:gd name="connsiteY48" fmla="*/ 109706 h 236236"/>
                <a:gd name="connsiteX49" fmla="*/ 148421 w 145935"/>
                <a:gd name="connsiteY49" fmla="*/ 113782 h 236236"/>
                <a:gd name="connsiteX50" fmla="*/ 148431 w 145935"/>
                <a:gd name="connsiteY50" fmla="*/ 120043 h 236236"/>
                <a:gd name="connsiteX51" fmla="*/ 148425 w 145935"/>
                <a:gd name="connsiteY51" fmla="*/ 123994 h 236236"/>
                <a:gd name="connsiteX52" fmla="*/ 148434 w 145935"/>
                <a:gd name="connsiteY52" fmla="*/ 125899 h 236236"/>
                <a:gd name="connsiteX53" fmla="*/ 148227 w 145935"/>
                <a:gd name="connsiteY53" fmla="*/ 130389 h 236236"/>
                <a:gd name="connsiteX54" fmla="*/ 142661 w 145935"/>
                <a:gd name="connsiteY54" fmla="*/ 131222 h 236236"/>
                <a:gd name="connsiteX55" fmla="*/ 140037 w 145935"/>
                <a:gd name="connsiteY55" fmla="*/ 131225 h 236236"/>
                <a:gd name="connsiteX56" fmla="*/ 137143 w 145935"/>
                <a:gd name="connsiteY56" fmla="*/ 131217 h 236236"/>
                <a:gd name="connsiteX57" fmla="*/ 134107 w 145935"/>
                <a:gd name="connsiteY57" fmla="*/ 131218 h 236236"/>
                <a:gd name="connsiteX58" fmla="*/ 125851 w 145935"/>
                <a:gd name="connsiteY58" fmla="*/ 131208 h 236236"/>
                <a:gd name="connsiteX59" fmla="*/ 117229 w 145935"/>
                <a:gd name="connsiteY59" fmla="*/ 131202 h 236236"/>
                <a:gd name="connsiteX60" fmla="*/ 100895 w 145935"/>
                <a:gd name="connsiteY60" fmla="*/ 131186 h 236236"/>
                <a:gd name="connsiteX61" fmla="*/ 82301 w 145935"/>
                <a:gd name="connsiteY61" fmla="*/ 131170 h 236236"/>
                <a:gd name="connsiteX62" fmla="*/ 44047 w 145935"/>
                <a:gd name="connsiteY62" fmla="*/ 131133 h 236236"/>
                <a:gd name="connsiteX63" fmla="*/ 44414 w 145935"/>
                <a:gd name="connsiteY63" fmla="*/ 132434 h 236236"/>
                <a:gd name="connsiteX64" fmla="*/ 44886 w 145935"/>
                <a:gd name="connsiteY64" fmla="*/ 137108 h 236236"/>
                <a:gd name="connsiteX65" fmla="*/ 44892 w 145935"/>
                <a:gd name="connsiteY65" fmla="*/ 138894 h 236236"/>
                <a:gd name="connsiteX66" fmla="*/ 44888 w 145935"/>
                <a:gd name="connsiteY66" fmla="*/ 140833 h 236236"/>
                <a:gd name="connsiteX67" fmla="*/ 44892 w 145935"/>
                <a:gd name="connsiteY67" fmla="*/ 142891 h 236236"/>
                <a:gd name="connsiteX68" fmla="*/ 44890 w 145935"/>
                <a:gd name="connsiteY68" fmla="*/ 149623 h 236236"/>
                <a:gd name="connsiteX69" fmla="*/ 44892 w 145935"/>
                <a:gd name="connsiteY69" fmla="*/ 154299 h 236236"/>
                <a:gd name="connsiteX70" fmla="*/ 44888 w 145935"/>
                <a:gd name="connsiteY70" fmla="*/ 164097 h 236236"/>
                <a:gd name="connsiteX71" fmla="*/ 44891 w 145935"/>
                <a:gd name="connsiteY71" fmla="*/ 176669 h 236236"/>
                <a:gd name="connsiteX72" fmla="*/ 44891 w 145935"/>
                <a:gd name="connsiteY72" fmla="*/ 186323 h 236236"/>
                <a:gd name="connsiteX73" fmla="*/ 44893 w 145935"/>
                <a:gd name="connsiteY73" fmla="*/ 190959 h 236236"/>
                <a:gd name="connsiteX74" fmla="*/ 44888 w 145935"/>
                <a:gd name="connsiteY74" fmla="*/ 197431 h 236236"/>
                <a:gd name="connsiteX75" fmla="*/ 44892 w 145935"/>
                <a:gd name="connsiteY75" fmla="*/ 199375 h 236236"/>
                <a:gd name="connsiteX76" fmla="*/ 44047 w 145935"/>
                <a:gd name="connsiteY76" fmla="*/ 206291 h 236236"/>
                <a:gd name="connsiteX77" fmla="*/ 45835 w 145935"/>
                <a:gd name="connsiteY77" fmla="*/ 206289 h 236236"/>
                <a:gd name="connsiteX78" fmla="*/ 88834 w 145935"/>
                <a:gd name="connsiteY78" fmla="*/ 206253 h 236236"/>
                <a:gd name="connsiteX79" fmla="*/ 109627 w 145935"/>
                <a:gd name="connsiteY79" fmla="*/ 206235 h 236236"/>
                <a:gd name="connsiteX80" fmla="*/ 127744 w 145935"/>
                <a:gd name="connsiteY80" fmla="*/ 206221 h 236236"/>
                <a:gd name="connsiteX81" fmla="*/ 137343 w 145935"/>
                <a:gd name="connsiteY81" fmla="*/ 206212 h 236236"/>
                <a:gd name="connsiteX82" fmla="*/ 146367 w 145935"/>
                <a:gd name="connsiteY82" fmla="*/ 206207 h 236236"/>
                <a:gd name="connsiteX83" fmla="*/ 149689 w 145935"/>
                <a:gd name="connsiteY83" fmla="*/ 206202 h 236236"/>
                <a:gd name="connsiteX84" fmla="*/ 154205 w 145935"/>
                <a:gd name="connsiteY84" fmla="*/ 206202 h 236236"/>
                <a:gd name="connsiteX85" fmla="*/ 156764 w 145935"/>
                <a:gd name="connsiteY85" fmla="*/ 206200 h 236236"/>
                <a:gd name="connsiteX86" fmla="*/ 159389 w 145935"/>
                <a:gd name="connsiteY86" fmla="*/ 207035 h 236236"/>
                <a:gd name="connsiteX87" fmla="*/ 159650 w 145935"/>
                <a:gd name="connsiteY87" fmla="*/ 219768 h 236236"/>
                <a:gd name="connsiteX88" fmla="*/ 159711 w 145935"/>
                <a:gd name="connsiteY88" fmla="*/ 224068 h 236236"/>
                <a:gd name="connsiteX89" fmla="*/ 159779 w 145935"/>
                <a:gd name="connsiteY89" fmla="*/ 230243 h 236236"/>
                <a:gd name="connsiteX90" fmla="*/ 159830 w 145935"/>
                <a:gd name="connsiteY90" fmla="*/ 232197 h 236236"/>
                <a:gd name="connsiteX91" fmla="*/ 159389 w 145935"/>
                <a:gd name="connsiteY91" fmla="*/ 236801 h 236236"/>
                <a:gd name="connsiteX92" fmla="*/ 149986 w 145935"/>
                <a:gd name="connsiteY92" fmla="*/ 237644 h 236236"/>
                <a:gd name="connsiteX93" fmla="*/ 148270 w 145935"/>
                <a:gd name="connsiteY93" fmla="*/ 237650 h 236236"/>
                <a:gd name="connsiteX94" fmla="*/ 142588 w 145935"/>
                <a:gd name="connsiteY94" fmla="*/ 237653 h 236236"/>
                <a:gd name="connsiteX95" fmla="*/ 138510 w 145935"/>
                <a:gd name="connsiteY95" fmla="*/ 237661 h 236236"/>
                <a:gd name="connsiteX96" fmla="*/ 127440 w 145935"/>
                <a:gd name="connsiteY96" fmla="*/ 237669 h 236236"/>
                <a:gd name="connsiteX97" fmla="*/ 118203 w 145935"/>
                <a:gd name="connsiteY97" fmla="*/ 237676 h 236236"/>
                <a:gd name="connsiteX98" fmla="*/ 96416 w 145935"/>
                <a:gd name="connsiteY98" fmla="*/ 237683 h 236236"/>
                <a:gd name="connsiteX99" fmla="*/ 73926 w 145935"/>
                <a:gd name="connsiteY99" fmla="*/ 237702 h 236236"/>
                <a:gd name="connsiteX100" fmla="*/ 54624 w 145935"/>
                <a:gd name="connsiteY100" fmla="*/ 237715 h 236236"/>
                <a:gd name="connsiteX101" fmla="*/ 43092 w 145935"/>
                <a:gd name="connsiteY101" fmla="*/ 237725 h 236236"/>
                <a:gd name="connsiteX102" fmla="*/ 32254 w 145935"/>
                <a:gd name="connsiteY102" fmla="*/ 237727 h 236236"/>
                <a:gd name="connsiteX103" fmla="*/ 28273 w 145935"/>
                <a:gd name="connsiteY103" fmla="*/ 237732 h 236236"/>
                <a:gd name="connsiteX104" fmla="*/ 22846 w 145935"/>
                <a:gd name="connsiteY104" fmla="*/ 237729 h 236236"/>
                <a:gd name="connsiteX105" fmla="*/ 21248 w 145935"/>
                <a:gd name="connsiteY105" fmla="*/ 237741 h 236236"/>
                <a:gd name="connsiteX106" fmla="*/ 14282 w 145935"/>
                <a:gd name="connsiteY106" fmla="*/ 236057 h 236236"/>
                <a:gd name="connsiteX107" fmla="*/ 13913 w 145935"/>
                <a:gd name="connsiteY107" fmla="*/ 232227 h 236236"/>
                <a:gd name="connsiteX108" fmla="*/ 13894 w 145935"/>
                <a:gd name="connsiteY108" fmla="*/ 229752 h 236236"/>
                <a:gd name="connsiteX109" fmla="*/ 13919 w 145935"/>
                <a:gd name="connsiteY109" fmla="*/ 227012 h 236236"/>
                <a:gd name="connsiteX110" fmla="*/ 13909 w 145935"/>
                <a:gd name="connsiteY110" fmla="*/ 224118 h 236236"/>
                <a:gd name="connsiteX111" fmla="*/ 13925 w 145935"/>
                <a:gd name="connsiteY111" fmla="*/ 216141 h 236236"/>
                <a:gd name="connsiteX112" fmla="*/ 13927 w 145935"/>
                <a:gd name="connsiteY112" fmla="*/ 207547 h 236236"/>
                <a:gd name="connsiteX113" fmla="*/ 13950 w 145935"/>
                <a:gd name="connsiteY113" fmla="*/ 190703 h 236236"/>
                <a:gd name="connsiteX114" fmla="*/ 13972 w 145935"/>
                <a:gd name="connsiteY114" fmla="*/ 171107 h 236236"/>
                <a:gd name="connsiteX115" fmla="*/ 14016 w 145935"/>
                <a:gd name="connsiteY115" fmla="*/ 136155 h 236236"/>
                <a:gd name="connsiteX116" fmla="*/ 14062 w 145935"/>
                <a:gd name="connsiteY116" fmla="*/ 102201 h 236236"/>
                <a:gd name="connsiteX117" fmla="*/ 14063 w 145935"/>
                <a:gd name="connsiteY117" fmla="*/ 100089 h 236236"/>
                <a:gd name="connsiteX118" fmla="*/ 14067 w 145935"/>
                <a:gd name="connsiteY118" fmla="*/ 91684 h 236236"/>
                <a:gd name="connsiteX119" fmla="*/ 14098 w 145935"/>
                <a:gd name="connsiteY119" fmla="*/ 59379 h 236236"/>
                <a:gd name="connsiteX120" fmla="*/ 14108 w 145935"/>
                <a:gd name="connsiteY120" fmla="*/ 49606 h 236236"/>
                <a:gd name="connsiteX121" fmla="*/ 14139 w 145935"/>
                <a:gd name="connsiteY121" fmla="*/ 29050 h 236236"/>
                <a:gd name="connsiteX122" fmla="*/ 14153 w 145935"/>
                <a:gd name="connsiteY122" fmla="*/ 20545 h 236236"/>
                <a:gd name="connsiteX123" fmla="*/ 14172 w 145935"/>
                <a:gd name="connsiteY123" fmla="*/ 11347 h 236236"/>
                <a:gd name="connsiteX124" fmla="*/ 14172 w 145935"/>
                <a:gd name="connsiteY124" fmla="*/ 8601 h 236236"/>
                <a:gd name="connsiteX125" fmla="*/ 14182 w 145935"/>
                <a:gd name="connsiteY125" fmla="*/ 6133 h 236236"/>
                <a:gd name="connsiteX126" fmla="*/ 14186 w 145935"/>
                <a:gd name="connsiteY126" fmla="*/ 3986 h 236236"/>
                <a:gd name="connsiteX127" fmla="*/ 18764 w 145935"/>
                <a:gd name="connsiteY127" fmla="*/ 1556 h 236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45935" h="236236">
                  <a:moveTo>
                    <a:pt x="18764" y="1556"/>
                  </a:moveTo>
                  <a:cubicBezTo>
                    <a:pt x="19303" y="1559"/>
                    <a:pt x="19843" y="1561"/>
                    <a:pt x="20398" y="1563"/>
                  </a:cubicBezTo>
                  <a:cubicBezTo>
                    <a:pt x="20967" y="1562"/>
                    <a:pt x="21536" y="1562"/>
                    <a:pt x="22122" y="1561"/>
                  </a:cubicBezTo>
                  <a:cubicBezTo>
                    <a:pt x="24043" y="1560"/>
                    <a:pt x="25964" y="1564"/>
                    <a:pt x="27884" y="1568"/>
                  </a:cubicBezTo>
                  <a:cubicBezTo>
                    <a:pt x="29255" y="1568"/>
                    <a:pt x="30626" y="1568"/>
                    <a:pt x="31997" y="1568"/>
                  </a:cubicBezTo>
                  <a:cubicBezTo>
                    <a:pt x="35732" y="1567"/>
                    <a:pt x="39466" y="1572"/>
                    <a:pt x="43201" y="1577"/>
                  </a:cubicBezTo>
                  <a:cubicBezTo>
                    <a:pt x="47099" y="1582"/>
                    <a:pt x="50997" y="1582"/>
                    <a:pt x="54895" y="1583"/>
                  </a:cubicBezTo>
                  <a:cubicBezTo>
                    <a:pt x="62282" y="1585"/>
                    <a:pt x="69669" y="1591"/>
                    <a:pt x="77056" y="1599"/>
                  </a:cubicBezTo>
                  <a:cubicBezTo>
                    <a:pt x="85464" y="1607"/>
                    <a:pt x="93872" y="1611"/>
                    <a:pt x="102279" y="1615"/>
                  </a:cubicBezTo>
                  <a:cubicBezTo>
                    <a:pt x="119580" y="1623"/>
                    <a:pt x="136880" y="1636"/>
                    <a:pt x="154180" y="1652"/>
                  </a:cubicBezTo>
                  <a:cubicBezTo>
                    <a:pt x="154198" y="5878"/>
                    <a:pt x="154212" y="10103"/>
                    <a:pt x="154221" y="14329"/>
                  </a:cubicBezTo>
                  <a:cubicBezTo>
                    <a:pt x="154225" y="15767"/>
                    <a:pt x="154230" y="17206"/>
                    <a:pt x="154236" y="18645"/>
                  </a:cubicBezTo>
                  <a:cubicBezTo>
                    <a:pt x="154245" y="20708"/>
                    <a:pt x="154250" y="22771"/>
                    <a:pt x="154253" y="24834"/>
                  </a:cubicBezTo>
                  <a:cubicBezTo>
                    <a:pt x="154257" y="25481"/>
                    <a:pt x="154261" y="26129"/>
                    <a:pt x="154264" y="26796"/>
                  </a:cubicBezTo>
                  <a:cubicBezTo>
                    <a:pt x="154265" y="28337"/>
                    <a:pt x="154226" y="29878"/>
                    <a:pt x="154180" y="31418"/>
                  </a:cubicBezTo>
                  <a:cubicBezTo>
                    <a:pt x="153436" y="32162"/>
                    <a:pt x="153436" y="32162"/>
                    <a:pt x="151636" y="32254"/>
                  </a:cubicBezTo>
                  <a:cubicBezTo>
                    <a:pt x="150427" y="32253"/>
                    <a:pt x="150427" y="32253"/>
                    <a:pt x="149194" y="32252"/>
                  </a:cubicBezTo>
                  <a:cubicBezTo>
                    <a:pt x="148272" y="32253"/>
                    <a:pt x="147351" y="32254"/>
                    <a:pt x="146401" y="32255"/>
                  </a:cubicBezTo>
                  <a:cubicBezTo>
                    <a:pt x="145371" y="32252"/>
                    <a:pt x="144340" y="32249"/>
                    <a:pt x="143310" y="32247"/>
                  </a:cubicBezTo>
                  <a:cubicBezTo>
                    <a:pt x="142232" y="32246"/>
                    <a:pt x="141154" y="32247"/>
                    <a:pt x="140077" y="32247"/>
                  </a:cubicBezTo>
                  <a:cubicBezTo>
                    <a:pt x="137142" y="32247"/>
                    <a:pt x="134207" y="32243"/>
                    <a:pt x="131272" y="32238"/>
                  </a:cubicBezTo>
                  <a:cubicBezTo>
                    <a:pt x="128208" y="32233"/>
                    <a:pt x="125144" y="32233"/>
                    <a:pt x="122080" y="32232"/>
                  </a:cubicBezTo>
                  <a:cubicBezTo>
                    <a:pt x="116274" y="32229"/>
                    <a:pt x="110468" y="32223"/>
                    <a:pt x="104663" y="32216"/>
                  </a:cubicBezTo>
                  <a:cubicBezTo>
                    <a:pt x="98055" y="32207"/>
                    <a:pt x="91446" y="32203"/>
                    <a:pt x="84838" y="32200"/>
                  </a:cubicBezTo>
                  <a:cubicBezTo>
                    <a:pt x="71241" y="32192"/>
                    <a:pt x="57644" y="32179"/>
                    <a:pt x="44047" y="32162"/>
                  </a:cubicBezTo>
                  <a:cubicBezTo>
                    <a:pt x="44168" y="32597"/>
                    <a:pt x="44289" y="33033"/>
                    <a:pt x="44414" y="33481"/>
                  </a:cubicBezTo>
                  <a:cubicBezTo>
                    <a:pt x="44993" y="36023"/>
                    <a:pt x="44895" y="38574"/>
                    <a:pt x="44888" y="41167"/>
                  </a:cubicBezTo>
                  <a:cubicBezTo>
                    <a:pt x="44889" y="41773"/>
                    <a:pt x="44890" y="42378"/>
                    <a:pt x="44892" y="43002"/>
                  </a:cubicBezTo>
                  <a:cubicBezTo>
                    <a:pt x="44895" y="45001"/>
                    <a:pt x="44893" y="47000"/>
                    <a:pt x="44890" y="48998"/>
                  </a:cubicBezTo>
                  <a:cubicBezTo>
                    <a:pt x="44891" y="50388"/>
                    <a:pt x="44892" y="51778"/>
                    <a:pt x="44892" y="53169"/>
                  </a:cubicBezTo>
                  <a:cubicBezTo>
                    <a:pt x="44894" y="56081"/>
                    <a:pt x="44892" y="58994"/>
                    <a:pt x="44888" y="61906"/>
                  </a:cubicBezTo>
                  <a:cubicBezTo>
                    <a:pt x="44884" y="65639"/>
                    <a:pt x="44887" y="69373"/>
                    <a:pt x="44891" y="73106"/>
                  </a:cubicBezTo>
                  <a:cubicBezTo>
                    <a:pt x="44894" y="75976"/>
                    <a:pt x="44893" y="78847"/>
                    <a:pt x="44891" y="81717"/>
                  </a:cubicBezTo>
                  <a:cubicBezTo>
                    <a:pt x="44891" y="83093"/>
                    <a:pt x="44891" y="84470"/>
                    <a:pt x="44893" y="85847"/>
                  </a:cubicBezTo>
                  <a:cubicBezTo>
                    <a:pt x="44895" y="87770"/>
                    <a:pt x="44892" y="89694"/>
                    <a:pt x="44888" y="91618"/>
                  </a:cubicBezTo>
                  <a:cubicBezTo>
                    <a:pt x="44889" y="92187"/>
                    <a:pt x="44891" y="92756"/>
                    <a:pt x="44892" y="93342"/>
                  </a:cubicBezTo>
                  <a:cubicBezTo>
                    <a:pt x="44882" y="95899"/>
                    <a:pt x="44730" y="98164"/>
                    <a:pt x="44047" y="100623"/>
                  </a:cubicBezTo>
                  <a:cubicBezTo>
                    <a:pt x="44575" y="100622"/>
                    <a:pt x="45103" y="100622"/>
                    <a:pt x="45647" y="100621"/>
                  </a:cubicBezTo>
                  <a:cubicBezTo>
                    <a:pt x="58477" y="100605"/>
                    <a:pt x="71308" y="100592"/>
                    <a:pt x="84138" y="100585"/>
                  </a:cubicBezTo>
                  <a:cubicBezTo>
                    <a:pt x="90343" y="100581"/>
                    <a:pt x="96547" y="100575"/>
                    <a:pt x="102752" y="100567"/>
                  </a:cubicBezTo>
                  <a:cubicBezTo>
                    <a:pt x="108158" y="100560"/>
                    <a:pt x="113565" y="100555"/>
                    <a:pt x="118971" y="100553"/>
                  </a:cubicBezTo>
                  <a:cubicBezTo>
                    <a:pt x="121835" y="100552"/>
                    <a:pt x="124699" y="100550"/>
                    <a:pt x="127563" y="100544"/>
                  </a:cubicBezTo>
                  <a:cubicBezTo>
                    <a:pt x="130257" y="100539"/>
                    <a:pt x="132950" y="100538"/>
                    <a:pt x="135644" y="100539"/>
                  </a:cubicBezTo>
                  <a:cubicBezTo>
                    <a:pt x="137108" y="100539"/>
                    <a:pt x="138572" y="100535"/>
                    <a:pt x="140037" y="100531"/>
                  </a:cubicBezTo>
                  <a:cubicBezTo>
                    <a:pt x="140903" y="100532"/>
                    <a:pt x="141769" y="100533"/>
                    <a:pt x="142661" y="100534"/>
                  </a:cubicBezTo>
                  <a:cubicBezTo>
                    <a:pt x="143795" y="100533"/>
                    <a:pt x="143795" y="100533"/>
                    <a:pt x="144952" y="100532"/>
                  </a:cubicBezTo>
                  <a:cubicBezTo>
                    <a:pt x="146739" y="100623"/>
                    <a:pt x="146739" y="100623"/>
                    <a:pt x="148227" y="101367"/>
                  </a:cubicBezTo>
                  <a:cubicBezTo>
                    <a:pt x="148379" y="103523"/>
                    <a:pt x="148435" y="105606"/>
                    <a:pt x="148425" y="107762"/>
                  </a:cubicBezTo>
                  <a:cubicBezTo>
                    <a:pt x="148426" y="108404"/>
                    <a:pt x="148428" y="109045"/>
                    <a:pt x="148429" y="109706"/>
                  </a:cubicBezTo>
                  <a:cubicBezTo>
                    <a:pt x="148430" y="111064"/>
                    <a:pt x="148427" y="112423"/>
                    <a:pt x="148421" y="113782"/>
                  </a:cubicBezTo>
                  <a:cubicBezTo>
                    <a:pt x="148413" y="115869"/>
                    <a:pt x="148421" y="117956"/>
                    <a:pt x="148431" y="120043"/>
                  </a:cubicBezTo>
                  <a:cubicBezTo>
                    <a:pt x="148430" y="121360"/>
                    <a:pt x="148428" y="122677"/>
                    <a:pt x="148425" y="123994"/>
                  </a:cubicBezTo>
                  <a:cubicBezTo>
                    <a:pt x="148428" y="124622"/>
                    <a:pt x="148431" y="125251"/>
                    <a:pt x="148434" y="125899"/>
                  </a:cubicBezTo>
                  <a:cubicBezTo>
                    <a:pt x="148422" y="127397"/>
                    <a:pt x="148332" y="128894"/>
                    <a:pt x="148227" y="130389"/>
                  </a:cubicBezTo>
                  <a:cubicBezTo>
                    <a:pt x="146277" y="131364"/>
                    <a:pt x="144846" y="131224"/>
                    <a:pt x="142661" y="131222"/>
                  </a:cubicBezTo>
                  <a:cubicBezTo>
                    <a:pt x="141795" y="131223"/>
                    <a:pt x="140929" y="131224"/>
                    <a:pt x="140037" y="131225"/>
                  </a:cubicBezTo>
                  <a:cubicBezTo>
                    <a:pt x="138604" y="131221"/>
                    <a:pt x="138604" y="131221"/>
                    <a:pt x="137143" y="131217"/>
                  </a:cubicBezTo>
                  <a:cubicBezTo>
                    <a:pt x="136131" y="131217"/>
                    <a:pt x="135119" y="131217"/>
                    <a:pt x="134107" y="131218"/>
                  </a:cubicBezTo>
                  <a:cubicBezTo>
                    <a:pt x="131355" y="131218"/>
                    <a:pt x="128603" y="131214"/>
                    <a:pt x="125851" y="131208"/>
                  </a:cubicBezTo>
                  <a:cubicBezTo>
                    <a:pt x="122977" y="131204"/>
                    <a:pt x="120103" y="131203"/>
                    <a:pt x="117229" y="131202"/>
                  </a:cubicBezTo>
                  <a:cubicBezTo>
                    <a:pt x="111784" y="131200"/>
                    <a:pt x="106339" y="131194"/>
                    <a:pt x="100895" y="131186"/>
                  </a:cubicBezTo>
                  <a:cubicBezTo>
                    <a:pt x="94697" y="131178"/>
                    <a:pt x="88499" y="131174"/>
                    <a:pt x="82301" y="131170"/>
                  </a:cubicBezTo>
                  <a:cubicBezTo>
                    <a:pt x="69550" y="131163"/>
                    <a:pt x="56799" y="131149"/>
                    <a:pt x="44047" y="131133"/>
                  </a:cubicBezTo>
                  <a:cubicBezTo>
                    <a:pt x="44168" y="131562"/>
                    <a:pt x="44289" y="131991"/>
                    <a:pt x="44414" y="132434"/>
                  </a:cubicBezTo>
                  <a:cubicBezTo>
                    <a:pt x="44780" y="134059"/>
                    <a:pt x="44885" y="135447"/>
                    <a:pt x="44886" y="137108"/>
                  </a:cubicBezTo>
                  <a:cubicBezTo>
                    <a:pt x="44888" y="137697"/>
                    <a:pt x="44890" y="138287"/>
                    <a:pt x="44892" y="138894"/>
                  </a:cubicBezTo>
                  <a:cubicBezTo>
                    <a:pt x="44891" y="139534"/>
                    <a:pt x="44889" y="140174"/>
                    <a:pt x="44888" y="140833"/>
                  </a:cubicBezTo>
                  <a:cubicBezTo>
                    <a:pt x="44889" y="141512"/>
                    <a:pt x="44890" y="142191"/>
                    <a:pt x="44892" y="142891"/>
                  </a:cubicBezTo>
                  <a:cubicBezTo>
                    <a:pt x="44895" y="145135"/>
                    <a:pt x="44893" y="147379"/>
                    <a:pt x="44890" y="149623"/>
                  </a:cubicBezTo>
                  <a:cubicBezTo>
                    <a:pt x="44891" y="151182"/>
                    <a:pt x="44892" y="152740"/>
                    <a:pt x="44892" y="154299"/>
                  </a:cubicBezTo>
                  <a:cubicBezTo>
                    <a:pt x="44894" y="157565"/>
                    <a:pt x="44892" y="160831"/>
                    <a:pt x="44888" y="164097"/>
                  </a:cubicBezTo>
                  <a:cubicBezTo>
                    <a:pt x="44884" y="168288"/>
                    <a:pt x="44887" y="172478"/>
                    <a:pt x="44891" y="176669"/>
                  </a:cubicBezTo>
                  <a:cubicBezTo>
                    <a:pt x="44894" y="179887"/>
                    <a:pt x="44893" y="183105"/>
                    <a:pt x="44891" y="186323"/>
                  </a:cubicBezTo>
                  <a:cubicBezTo>
                    <a:pt x="44891" y="187868"/>
                    <a:pt x="44891" y="189414"/>
                    <a:pt x="44893" y="190959"/>
                  </a:cubicBezTo>
                  <a:cubicBezTo>
                    <a:pt x="44895" y="193117"/>
                    <a:pt x="44892" y="195274"/>
                    <a:pt x="44888" y="197431"/>
                  </a:cubicBezTo>
                  <a:cubicBezTo>
                    <a:pt x="44889" y="198073"/>
                    <a:pt x="44891" y="198714"/>
                    <a:pt x="44892" y="199375"/>
                  </a:cubicBezTo>
                  <a:cubicBezTo>
                    <a:pt x="44883" y="201867"/>
                    <a:pt x="44841" y="203910"/>
                    <a:pt x="44047" y="206291"/>
                  </a:cubicBezTo>
                  <a:cubicBezTo>
                    <a:pt x="44932" y="206290"/>
                    <a:pt x="44932" y="206290"/>
                    <a:pt x="45835" y="206289"/>
                  </a:cubicBezTo>
                  <a:cubicBezTo>
                    <a:pt x="60168" y="206273"/>
                    <a:pt x="74501" y="206260"/>
                    <a:pt x="88834" y="206253"/>
                  </a:cubicBezTo>
                  <a:cubicBezTo>
                    <a:pt x="95765" y="206249"/>
                    <a:pt x="102696" y="206243"/>
                    <a:pt x="109627" y="206235"/>
                  </a:cubicBezTo>
                  <a:cubicBezTo>
                    <a:pt x="115666" y="206228"/>
                    <a:pt x="121705" y="206223"/>
                    <a:pt x="127744" y="206221"/>
                  </a:cubicBezTo>
                  <a:cubicBezTo>
                    <a:pt x="130944" y="206220"/>
                    <a:pt x="134144" y="206218"/>
                    <a:pt x="137343" y="206212"/>
                  </a:cubicBezTo>
                  <a:cubicBezTo>
                    <a:pt x="140351" y="206207"/>
                    <a:pt x="143359" y="206206"/>
                    <a:pt x="146367" y="206207"/>
                  </a:cubicBezTo>
                  <a:cubicBezTo>
                    <a:pt x="147475" y="206207"/>
                    <a:pt x="148582" y="206205"/>
                    <a:pt x="149689" y="206202"/>
                  </a:cubicBezTo>
                  <a:cubicBezTo>
                    <a:pt x="151194" y="206199"/>
                    <a:pt x="152700" y="206200"/>
                    <a:pt x="154205" y="206202"/>
                  </a:cubicBezTo>
                  <a:cubicBezTo>
                    <a:pt x="155049" y="206201"/>
                    <a:pt x="155894" y="206200"/>
                    <a:pt x="156764" y="206200"/>
                  </a:cubicBezTo>
                  <a:cubicBezTo>
                    <a:pt x="158645" y="206291"/>
                    <a:pt x="158645" y="206291"/>
                    <a:pt x="159389" y="207035"/>
                  </a:cubicBezTo>
                  <a:cubicBezTo>
                    <a:pt x="159606" y="211277"/>
                    <a:pt x="159623" y="215521"/>
                    <a:pt x="159650" y="219768"/>
                  </a:cubicBezTo>
                  <a:cubicBezTo>
                    <a:pt x="159662" y="221201"/>
                    <a:pt x="159682" y="222635"/>
                    <a:pt x="159711" y="224068"/>
                  </a:cubicBezTo>
                  <a:cubicBezTo>
                    <a:pt x="159751" y="226127"/>
                    <a:pt x="159768" y="228184"/>
                    <a:pt x="159779" y="230243"/>
                  </a:cubicBezTo>
                  <a:cubicBezTo>
                    <a:pt x="159796" y="230888"/>
                    <a:pt x="159812" y="231533"/>
                    <a:pt x="159830" y="232197"/>
                  </a:cubicBezTo>
                  <a:cubicBezTo>
                    <a:pt x="159823" y="233996"/>
                    <a:pt x="159823" y="233996"/>
                    <a:pt x="159389" y="236801"/>
                  </a:cubicBezTo>
                  <a:cubicBezTo>
                    <a:pt x="156384" y="237862"/>
                    <a:pt x="153143" y="237651"/>
                    <a:pt x="149986" y="237644"/>
                  </a:cubicBezTo>
                  <a:cubicBezTo>
                    <a:pt x="149420" y="237646"/>
                    <a:pt x="148854" y="237648"/>
                    <a:pt x="148270" y="237650"/>
                  </a:cubicBezTo>
                  <a:cubicBezTo>
                    <a:pt x="146376" y="237654"/>
                    <a:pt x="144482" y="237654"/>
                    <a:pt x="142588" y="237653"/>
                  </a:cubicBezTo>
                  <a:cubicBezTo>
                    <a:pt x="141228" y="237655"/>
                    <a:pt x="139869" y="237658"/>
                    <a:pt x="138510" y="237661"/>
                  </a:cubicBezTo>
                  <a:cubicBezTo>
                    <a:pt x="134820" y="237667"/>
                    <a:pt x="131130" y="237669"/>
                    <a:pt x="127440" y="237669"/>
                  </a:cubicBezTo>
                  <a:cubicBezTo>
                    <a:pt x="124361" y="237670"/>
                    <a:pt x="121282" y="237673"/>
                    <a:pt x="118203" y="237676"/>
                  </a:cubicBezTo>
                  <a:cubicBezTo>
                    <a:pt x="110940" y="237682"/>
                    <a:pt x="103678" y="237683"/>
                    <a:pt x="96416" y="237683"/>
                  </a:cubicBezTo>
                  <a:cubicBezTo>
                    <a:pt x="88919" y="237682"/>
                    <a:pt x="81423" y="237690"/>
                    <a:pt x="73926" y="237702"/>
                  </a:cubicBezTo>
                  <a:cubicBezTo>
                    <a:pt x="67492" y="237712"/>
                    <a:pt x="61058" y="237716"/>
                    <a:pt x="54624" y="237715"/>
                  </a:cubicBezTo>
                  <a:cubicBezTo>
                    <a:pt x="50780" y="237715"/>
                    <a:pt x="46936" y="237717"/>
                    <a:pt x="43092" y="237725"/>
                  </a:cubicBezTo>
                  <a:cubicBezTo>
                    <a:pt x="39479" y="237732"/>
                    <a:pt x="35867" y="237732"/>
                    <a:pt x="32254" y="237727"/>
                  </a:cubicBezTo>
                  <a:cubicBezTo>
                    <a:pt x="30927" y="237726"/>
                    <a:pt x="29600" y="237728"/>
                    <a:pt x="28273" y="237732"/>
                  </a:cubicBezTo>
                  <a:cubicBezTo>
                    <a:pt x="26464" y="237738"/>
                    <a:pt x="24655" y="237735"/>
                    <a:pt x="22846" y="237729"/>
                  </a:cubicBezTo>
                  <a:cubicBezTo>
                    <a:pt x="22318" y="237733"/>
                    <a:pt x="21791" y="237737"/>
                    <a:pt x="21248" y="237741"/>
                  </a:cubicBezTo>
                  <a:cubicBezTo>
                    <a:pt x="18540" y="237721"/>
                    <a:pt x="16509" y="237656"/>
                    <a:pt x="14282" y="236057"/>
                  </a:cubicBezTo>
                  <a:cubicBezTo>
                    <a:pt x="13911" y="234374"/>
                    <a:pt x="13911" y="234374"/>
                    <a:pt x="13913" y="232227"/>
                  </a:cubicBezTo>
                  <a:cubicBezTo>
                    <a:pt x="13907" y="231410"/>
                    <a:pt x="13901" y="230594"/>
                    <a:pt x="13894" y="229752"/>
                  </a:cubicBezTo>
                  <a:cubicBezTo>
                    <a:pt x="13906" y="228396"/>
                    <a:pt x="13906" y="228396"/>
                    <a:pt x="13919" y="227012"/>
                  </a:cubicBezTo>
                  <a:cubicBezTo>
                    <a:pt x="13916" y="226057"/>
                    <a:pt x="13913" y="225102"/>
                    <a:pt x="13909" y="224118"/>
                  </a:cubicBezTo>
                  <a:cubicBezTo>
                    <a:pt x="13901" y="221459"/>
                    <a:pt x="13912" y="218800"/>
                    <a:pt x="13925" y="216141"/>
                  </a:cubicBezTo>
                  <a:cubicBezTo>
                    <a:pt x="13937" y="213276"/>
                    <a:pt x="13931" y="210412"/>
                    <a:pt x="13927" y="207547"/>
                  </a:cubicBezTo>
                  <a:cubicBezTo>
                    <a:pt x="13922" y="201932"/>
                    <a:pt x="13934" y="196318"/>
                    <a:pt x="13950" y="190703"/>
                  </a:cubicBezTo>
                  <a:cubicBezTo>
                    <a:pt x="13968" y="184171"/>
                    <a:pt x="13970" y="177639"/>
                    <a:pt x="13972" y="171107"/>
                  </a:cubicBezTo>
                  <a:cubicBezTo>
                    <a:pt x="13975" y="159456"/>
                    <a:pt x="13991" y="147806"/>
                    <a:pt x="14016" y="136155"/>
                  </a:cubicBezTo>
                  <a:cubicBezTo>
                    <a:pt x="14040" y="124837"/>
                    <a:pt x="14056" y="113519"/>
                    <a:pt x="14062" y="102201"/>
                  </a:cubicBezTo>
                  <a:cubicBezTo>
                    <a:pt x="14062" y="101504"/>
                    <a:pt x="14063" y="100807"/>
                    <a:pt x="14063" y="100089"/>
                  </a:cubicBezTo>
                  <a:cubicBezTo>
                    <a:pt x="14065" y="97287"/>
                    <a:pt x="14066" y="94485"/>
                    <a:pt x="14067" y="91684"/>
                  </a:cubicBezTo>
                  <a:cubicBezTo>
                    <a:pt x="14073" y="80915"/>
                    <a:pt x="14085" y="70147"/>
                    <a:pt x="14098" y="59379"/>
                  </a:cubicBezTo>
                  <a:cubicBezTo>
                    <a:pt x="14101" y="56121"/>
                    <a:pt x="14105" y="52863"/>
                    <a:pt x="14108" y="49606"/>
                  </a:cubicBezTo>
                  <a:cubicBezTo>
                    <a:pt x="14115" y="42754"/>
                    <a:pt x="14124" y="35902"/>
                    <a:pt x="14139" y="29050"/>
                  </a:cubicBezTo>
                  <a:cubicBezTo>
                    <a:pt x="14146" y="26215"/>
                    <a:pt x="14151" y="23380"/>
                    <a:pt x="14153" y="20545"/>
                  </a:cubicBezTo>
                  <a:cubicBezTo>
                    <a:pt x="14155" y="17479"/>
                    <a:pt x="14163" y="14413"/>
                    <a:pt x="14172" y="11347"/>
                  </a:cubicBezTo>
                  <a:cubicBezTo>
                    <a:pt x="14172" y="10441"/>
                    <a:pt x="14172" y="9535"/>
                    <a:pt x="14172" y="8601"/>
                  </a:cubicBezTo>
                  <a:cubicBezTo>
                    <a:pt x="14175" y="7787"/>
                    <a:pt x="14178" y="6972"/>
                    <a:pt x="14182" y="6133"/>
                  </a:cubicBezTo>
                  <a:cubicBezTo>
                    <a:pt x="14183" y="5424"/>
                    <a:pt x="14184" y="4716"/>
                    <a:pt x="14186" y="3986"/>
                  </a:cubicBezTo>
                  <a:cubicBezTo>
                    <a:pt x="14371" y="913"/>
                    <a:pt x="16100" y="1565"/>
                    <a:pt x="18764" y="1556"/>
                  </a:cubicBezTo>
                  <a:close/>
                </a:path>
              </a:pathLst>
            </a:custGeom>
            <a:grpFill/>
            <a:ln w="744" cap="flat">
              <a:noFill/>
              <a:prstDash val="solid"/>
              <a:miter/>
            </a:ln>
          </p:spPr>
          <p:txBody>
            <a:bodyPr rtlCol="0" anchor="ctr"/>
            <a:lstStyle/>
            <a:p>
              <a:endParaRPr lang="zh-CN" altLang="en-US"/>
            </a:p>
          </p:txBody>
        </p:sp>
        <p:sp>
          <p:nvSpPr>
            <p:cNvPr id="130" name="任意多边形: 形状 129"/>
            <p:cNvSpPr/>
            <p:nvPr/>
          </p:nvSpPr>
          <p:spPr>
            <a:xfrm>
              <a:off x="8456878" y="1392788"/>
              <a:ext cx="145935" cy="236159"/>
            </a:xfrm>
            <a:custGeom>
              <a:avLst/>
              <a:gdLst>
                <a:gd name="connsiteX0" fmla="*/ 16677 w 145935"/>
                <a:gd name="connsiteY0" fmla="*/ 1553 h 236159"/>
                <a:gd name="connsiteX1" fmla="*/ 18301 w 145935"/>
                <a:gd name="connsiteY1" fmla="*/ 1558 h 236159"/>
                <a:gd name="connsiteX2" fmla="*/ 20014 w 145935"/>
                <a:gd name="connsiteY2" fmla="*/ 1554 h 236159"/>
                <a:gd name="connsiteX3" fmla="*/ 25740 w 145935"/>
                <a:gd name="connsiteY3" fmla="*/ 1556 h 236159"/>
                <a:gd name="connsiteX4" fmla="*/ 29828 w 145935"/>
                <a:gd name="connsiteY4" fmla="*/ 1552 h 236159"/>
                <a:gd name="connsiteX5" fmla="*/ 40962 w 145935"/>
                <a:gd name="connsiteY5" fmla="*/ 1552 h 236159"/>
                <a:gd name="connsiteX6" fmla="*/ 52587 w 145935"/>
                <a:gd name="connsiteY6" fmla="*/ 1551 h 236159"/>
                <a:gd name="connsiteX7" fmla="*/ 72112 w 145935"/>
                <a:gd name="connsiteY7" fmla="*/ 1555 h 236159"/>
                <a:gd name="connsiteX8" fmla="*/ 94721 w 145935"/>
                <a:gd name="connsiteY8" fmla="*/ 1554 h 236159"/>
                <a:gd name="connsiteX9" fmla="*/ 114095 w 145935"/>
                <a:gd name="connsiteY9" fmla="*/ 1552 h 236159"/>
                <a:gd name="connsiteX10" fmla="*/ 125683 w 145935"/>
                <a:gd name="connsiteY10" fmla="*/ 1551 h 236159"/>
                <a:gd name="connsiteX11" fmla="*/ 136574 w 145935"/>
                <a:gd name="connsiteY11" fmla="*/ 1554 h 236159"/>
                <a:gd name="connsiteX12" fmla="*/ 140584 w 145935"/>
                <a:gd name="connsiteY12" fmla="*/ 1553 h 236159"/>
                <a:gd name="connsiteX13" fmla="*/ 146033 w 145935"/>
                <a:gd name="connsiteY13" fmla="*/ 1558 h 236159"/>
                <a:gd name="connsiteX14" fmla="*/ 147657 w 145935"/>
                <a:gd name="connsiteY14" fmla="*/ 1553 h 236159"/>
                <a:gd name="connsiteX15" fmla="*/ 152116 w 145935"/>
                <a:gd name="connsiteY15" fmla="*/ 2396 h 236159"/>
                <a:gd name="connsiteX16" fmla="*/ 152215 w 145935"/>
                <a:gd name="connsiteY16" fmla="*/ 8791 h 236159"/>
                <a:gd name="connsiteX17" fmla="*/ 152217 w 145935"/>
                <a:gd name="connsiteY17" fmla="*/ 10735 h 236159"/>
                <a:gd name="connsiteX18" fmla="*/ 152213 w 145935"/>
                <a:gd name="connsiteY18" fmla="*/ 14811 h 236159"/>
                <a:gd name="connsiteX19" fmla="*/ 152218 w 145935"/>
                <a:gd name="connsiteY19" fmla="*/ 21072 h 236159"/>
                <a:gd name="connsiteX20" fmla="*/ 152215 w 145935"/>
                <a:gd name="connsiteY20" fmla="*/ 25023 h 236159"/>
                <a:gd name="connsiteX21" fmla="*/ 152220 w 145935"/>
                <a:gd name="connsiteY21" fmla="*/ 26928 h 236159"/>
                <a:gd name="connsiteX22" fmla="*/ 151372 w 145935"/>
                <a:gd name="connsiteY22" fmla="*/ 32162 h 236159"/>
                <a:gd name="connsiteX23" fmla="*/ 147130 w 145935"/>
                <a:gd name="connsiteY23" fmla="*/ 32251 h 236159"/>
                <a:gd name="connsiteX24" fmla="*/ 144337 w 145935"/>
                <a:gd name="connsiteY24" fmla="*/ 32254 h 236159"/>
                <a:gd name="connsiteX25" fmla="*/ 141246 w 145935"/>
                <a:gd name="connsiteY25" fmla="*/ 32246 h 236159"/>
                <a:gd name="connsiteX26" fmla="*/ 138013 w 145935"/>
                <a:gd name="connsiteY26" fmla="*/ 32247 h 236159"/>
                <a:gd name="connsiteX27" fmla="*/ 129208 w 145935"/>
                <a:gd name="connsiteY27" fmla="*/ 32237 h 236159"/>
                <a:gd name="connsiteX28" fmla="*/ 120016 w 145935"/>
                <a:gd name="connsiteY28" fmla="*/ 32231 h 236159"/>
                <a:gd name="connsiteX29" fmla="*/ 102599 w 145935"/>
                <a:gd name="connsiteY29" fmla="*/ 32215 h 236159"/>
                <a:gd name="connsiteX30" fmla="*/ 82774 w 145935"/>
                <a:gd name="connsiteY30" fmla="*/ 32199 h 236159"/>
                <a:gd name="connsiteX31" fmla="*/ 41983 w 145935"/>
                <a:gd name="connsiteY31" fmla="*/ 32162 h 236159"/>
                <a:gd name="connsiteX32" fmla="*/ 42349 w 145935"/>
                <a:gd name="connsiteY32" fmla="*/ 33481 h 236159"/>
                <a:gd name="connsiteX33" fmla="*/ 42824 w 145935"/>
                <a:gd name="connsiteY33" fmla="*/ 41167 h 236159"/>
                <a:gd name="connsiteX34" fmla="*/ 42828 w 145935"/>
                <a:gd name="connsiteY34" fmla="*/ 43001 h 236159"/>
                <a:gd name="connsiteX35" fmla="*/ 42826 w 145935"/>
                <a:gd name="connsiteY35" fmla="*/ 48998 h 236159"/>
                <a:gd name="connsiteX36" fmla="*/ 42828 w 145935"/>
                <a:gd name="connsiteY36" fmla="*/ 53168 h 236159"/>
                <a:gd name="connsiteX37" fmla="*/ 42824 w 145935"/>
                <a:gd name="connsiteY37" fmla="*/ 61906 h 236159"/>
                <a:gd name="connsiteX38" fmla="*/ 42827 w 145935"/>
                <a:gd name="connsiteY38" fmla="*/ 73106 h 236159"/>
                <a:gd name="connsiteX39" fmla="*/ 42827 w 145935"/>
                <a:gd name="connsiteY39" fmla="*/ 81716 h 236159"/>
                <a:gd name="connsiteX40" fmla="*/ 42829 w 145935"/>
                <a:gd name="connsiteY40" fmla="*/ 85846 h 236159"/>
                <a:gd name="connsiteX41" fmla="*/ 42824 w 145935"/>
                <a:gd name="connsiteY41" fmla="*/ 91618 h 236159"/>
                <a:gd name="connsiteX42" fmla="*/ 42828 w 145935"/>
                <a:gd name="connsiteY42" fmla="*/ 93342 h 236159"/>
                <a:gd name="connsiteX43" fmla="*/ 41983 w 145935"/>
                <a:gd name="connsiteY43" fmla="*/ 100623 h 236159"/>
                <a:gd name="connsiteX44" fmla="*/ 43583 w 145935"/>
                <a:gd name="connsiteY44" fmla="*/ 100621 h 236159"/>
                <a:gd name="connsiteX45" fmla="*/ 82074 w 145935"/>
                <a:gd name="connsiteY45" fmla="*/ 100584 h 236159"/>
                <a:gd name="connsiteX46" fmla="*/ 100688 w 145935"/>
                <a:gd name="connsiteY46" fmla="*/ 100567 h 236159"/>
                <a:gd name="connsiteX47" fmla="*/ 116907 w 145935"/>
                <a:gd name="connsiteY47" fmla="*/ 100553 h 236159"/>
                <a:gd name="connsiteX48" fmla="*/ 125499 w 145935"/>
                <a:gd name="connsiteY48" fmla="*/ 100544 h 236159"/>
                <a:gd name="connsiteX49" fmla="*/ 133580 w 145935"/>
                <a:gd name="connsiteY49" fmla="*/ 100539 h 236159"/>
                <a:gd name="connsiteX50" fmla="*/ 137973 w 145935"/>
                <a:gd name="connsiteY50" fmla="*/ 100530 h 236159"/>
                <a:gd name="connsiteX51" fmla="*/ 140597 w 145935"/>
                <a:gd name="connsiteY51" fmla="*/ 100533 h 236159"/>
                <a:gd name="connsiteX52" fmla="*/ 142888 w 145935"/>
                <a:gd name="connsiteY52" fmla="*/ 100531 h 236159"/>
                <a:gd name="connsiteX53" fmla="*/ 146163 w 145935"/>
                <a:gd name="connsiteY53" fmla="*/ 101367 h 236159"/>
                <a:gd name="connsiteX54" fmla="*/ 146361 w 145935"/>
                <a:gd name="connsiteY54" fmla="*/ 107762 h 236159"/>
                <a:gd name="connsiteX55" fmla="*/ 146365 w 145935"/>
                <a:gd name="connsiteY55" fmla="*/ 109705 h 236159"/>
                <a:gd name="connsiteX56" fmla="*/ 146357 w 145935"/>
                <a:gd name="connsiteY56" fmla="*/ 113782 h 236159"/>
                <a:gd name="connsiteX57" fmla="*/ 146366 w 145935"/>
                <a:gd name="connsiteY57" fmla="*/ 120043 h 236159"/>
                <a:gd name="connsiteX58" fmla="*/ 146361 w 145935"/>
                <a:gd name="connsiteY58" fmla="*/ 123993 h 236159"/>
                <a:gd name="connsiteX59" fmla="*/ 146370 w 145935"/>
                <a:gd name="connsiteY59" fmla="*/ 125898 h 236159"/>
                <a:gd name="connsiteX60" fmla="*/ 146163 w 145935"/>
                <a:gd name="connsiteY60" fmla="*/ 130388 h 236159"/>
                <a:gd name="connsiteX61" fmla="*/ 140597 w 145935"/>
                <a:gd name="connsiteY61" fmla="*/ 131222 h 236159"/>
                <a:gd name="connsiteX62" fmla="*/ 137973 w 145935"/>
                <a:gd name="connsiteY62" fmla="*/ 131225 h 236159"/>
                <a:gd name="connsiteX63" fmla="*/ 135079 w 145935"/>
                <a:gd name="connsiteY63" fmla="*/ 131217 h 236159"/>
                <a:gd name="connsiteX64" fmla="*/ 132043 w 145935"/>
                <a:gd name="connsiteY64" fmla="*/ 131217 h 236159"/>
                <a:gd name="connsiteX65" fmla="*/ 123787 w 145935"/>
                <a:gd name="connsiteY65" fmla="*/ 131208 h 236159"/>
                <a:gd name="connsiteX66" fmla="*/ 115165 w 145935"/>
                <a:gd name="connsiteY66" fmla="*/ 131202 h 236159"/>
                <a:gd name="connsiteX67" fmla="*/ 98831 w 145935"/>
                <a:gd name="connsiteY67" fmla="*/ 131186 h 236159"/>
                <a:gd name="connsiteX68" fmla="*/ 80237 w 145935"/>
                <a:gd name="connsiteY68" fmla="*/ 131170 h 236159"/>
                <a:gd name="connsiteX69" fmla="*/ 41983 w 145935"/>
                <a:gd name="connsiteY69" fmla="*/ 131133 h 236159"/>
                <a:gd name="connsiteX70" fmla="*/ 42349 w 145935"/>
                <a:gd name="connsiteY70" fmla="*/ 132436 h 236159"/>
                <a:gd name="connsiteX71" fmla="*/ 42824 w 145935"/>
                <a:gd name="connsiteY71" fmla="*/ 140753 h 236159"/>
                <a:gd name="connsiteX72" fmla="*/ 42828 w 145935"/>
                <a:gd name="connsiteY72" fmla="*/ 142785 h 236159"/>
                <a:gd name="connsiteX73" fmla="*/ 42826 w 145935"/>
                <a:gd name="connsiteY73" fmla="*/ 149434 h 236159"/>
                <a:gd name="connsiteX74" fmla="*/ 42828 w 145935"/>
                <a:gd name="connsiteY74" fmla="*/ 154054 h 236159"/>
                <a:gd name="connsiteX75" fmla="*/ 42824 w 145935"/>
                <a:gd name="connsiteY75" fmla="*/ 163738 h 236159"/>
                <a:gd name="connsiteX76" fmla="*/ 42827 w 145935"/>
                <a:gd name="connsiteY76" fmla="*/ 176154 h 236159"/>
                <a:gd name="connsiteX77" fmla="*/ 42827 w 145935"/>
                <a:gd name="connsiteY77" fmla="*/ 185695 h 236159"/>
                <a:gd name="connsiteX78" fmla="*/ 42829 w 145935"/>
                <a:gd name="connsiteY78" fmla="*/ 190274 h 236159"/>
                <a:gd name="connsiteX79" fmla="*/ 42824 w 145935"/>
                <a:gd name="connsiteY79" fmla="*/ 196671 h 236159"/>
                <a:gd name="connsiteX80" fmla="*/ 42828 w 145935"/>
                <a:gd name="connsiteY80" fmla="*/ 198585 h 236159"/>
                <a:gd name="connsiteX81" fmla="*/ 41983 w 145935"/>
                <a:gd name="connsiteY81" fmla="*/ 206291 h 236159"/>
                <a:gd name="connsiteX82" fmla="*/ 43771 w 145935"/>
                <a:gd name="connsiteY82" fmla="*/ 206289 h 236159"/>
                <a:gd name="connsiteX83" fmla="*/ 86770 w 145935"/>
                <a:gd name="connsiteY83" fmla="*/ 206252 h 236159"/>
                <a:gd name="connsiteX84" fmla="*/ 107563 w 145935"/>
                <a:gd name="connsiteY84" fmla="*/ 206235 h 236159"/>
                <a:gd name="connsiteX85" fmla="*/ 125680 w 145935"/>
                <a:gd name="connsiteY85" fmla="*/ 206221 h 236159"/>
                <a:gd name="connsiteX86" fmla="*/ 135279 w 145935"/>
                <a:gd name="connsiteY86" fmla="*/ 206212 h 236159"/>
                <a:gd name="connsiteX87" fmla="*/ 144303 w 145935"/>
                <a:gd name="connsiteY87" fmla="*/ 206207 h 236159"/>
                <a:gd name="connsiteX88" fmla="*/ 147625 w 145935"/>
                <a:gd name="connsiteY88" fmla="*/ 206202 h 236159"/>
                <a:gd name="connsiteX89" fmla="*/ 152141 w 145935"/>
                <a:gd name="connsiteY89" fmla="*/ 206201 h 236159"/>
                <a:gd name="connsiteX90" fmla="*/ 154700 w 145935"/>
                <a:gd name="connsiteY90" fmla="*/ 206199 h 236159"/>
                <a:gd name="connsiteX91" fmla="*/ 157325 w 145935"/>
                <a:gd name="connsiteY91" fmla="*/ 207035 h 236159"/>
                <a:gd name="connsiteX92" fmla="*/ 157586 w 145935"/>
                <a:gd name="connsiteY92" fmla="*/ 219767 h 236159"/>
                <a:gd name="connsiteX93" fmla="*/ 157647 w 145935"/>
                <a:gd name="connsiteY93" fmla="*/ 224068 h 236159"/>
                <a:gd name="connsiteX94" fmla="*/ 157715 w 145935"/>
                <a:gd name="connsiteY94" fmla="*/ 230243 h 236159"/>
                <a:gd name="connsiteX95" fmla="*/ 157766 w 145935"/>
                <a:gd name="connsiteY95" fmla="*/ 232197 h 236159"/>
                <a:gd name="connsiteX96" fmla="*/ 157325 w 145935"/>
                <a:gd name="connsiteY96" fmla="*/ 236801 h 236159"/>
                <a:gd name="connsiteX97" fmla="*/ 147922 w 145935"/>
                <a:gd name="connsiteY97" fmla="*/ 237639 h 236159"/>
                <a:gd name="connsiteX98" fmla="*/ 146206 w 145935"/>
                <a:gd name="connsiteY98" fmla="*/ 237643 h 236159"/>
                <a:gd name="connsiteX99" fmla="*/ 140524 w 145935"/>
                <a:gd name="connsiteY99" fmla="*/ 237641 h 236159"/>
                <a:gd name="connsiteX100" fmla="*/ 136446 w 145935"/>
                <a:gd name="connsiteY100" fmla="*/ 237645 h 236159"/>
                <a:gd name="connsiteX101" fmla="*/ 125376 w 145935"/>
                <a:gd name="connsiteY101" fmla="*/ 237645 h 236159"/>
                <a:gd name="connsiteX102" fmla="*/ 113796 w 145935"/>
                <a:gd name="connsiteY102" fmla="*/ 237646 h 236159"/>
                <a:gd name="connsiteX103" fmla="*/ 94352 w 145935"/>
                <a:gd name="connsiteY103" fmla="*/ 237642 h 236159"/>
                <a:gd name="connsiteX104" fmla="*/ 71862 w 145935"/>
                <a:gd name="connsiteY104" fmla="*/ 237643 h 236159"/>
                <a:gd name="connsiteX105" fmla="*/ 52560 w 145935"/>
                <a:gd name="connsiteY105" fmla="*/ 237645 h 236159"/>
                <a:gd name="connsiteX106" fmla="*/ 41028 w 145935"/>
                <a:gd name="connsiteY106" fmla="*/ 237646 h 236159"/>
                <a:gd name="connsiteX107" fmla="*/ 30190 w 145935"/>
                <a:gd name="connsiteY107" fmla="*/ 237642 h 236159"/>
                <a:gd name="connsiteX108" fmla="*/ 26209 w 145935"/>
                <a:gd name="connsiteY108" fmla="*/ 237643 h 236159"/>
                <a:gd name="connsiteX109" fmla="*/ 20782 w 145935"/>
                <a:gd name="connsiteY109" fmla="*/ 237639 h 236159"/>
                <a:gd name="connsiteX110" fmla="*/ 19184 w 145935"/>
                <a:gd name="connsiteY110" fmla="*/ 237644 h 236159"/>
                <a:gd name="connsiteX111" fmla="*/ 12218 w 145935"/>
                <a:gd name="connsiteY111" fmla="*/ 236801 h 236159"/>
                <a:gd name="connsiteX112" fmla="*/ 11849 w 145935"/>
                <a:gd name="connsiteY112" fmla="*/ 233050 h 236159"/>
                <a:gd name="connsiteX113" fmla="*/ 11830 w 145935"/>
                <a:gd name="connsiteY113" fmla="*/ 230573 h 236159"/>
                <a:gd name="connsiteX114" fmla="*/ 11855 w 145935"/>
                <a:gd name="connsiteY114" fmla="*/ 227817 h 236159"/>
                <a:gd name="connsiteX115" fmla="*/ 11845 w 145935"/>
                <a:gd name="connsiteY115" fmla="*/ 224916 h 236159"/>
                <a:gd name="connsiteX116" fmla="*/ 11861 w 145935"/>
                <a:gd name="connsiteY116" fmla="*/ 216908 h 236159"/>
                <a:gd name="connsiteX117" fmla="*/ 11863 w 145935"/>
                <a:gd name="connsiteY117" fmla="*/ 208285 h 236159"/>
                <a:gd name="connsiteX118" fmla="*/ 11886 w 145935"/>
                <a:gd name="connsiteY118" fmla="*/ 191380 h 236159"/>
                <a:gd name="connsiteX119" fmla="*/ 11908 w 145935"/>
                <a:gd name="connsiteY119" fmla="*/ 171714 h 236159"/>
                <a:gd name="connsiteX120" fmla="*/ 11952 w 145935"/>
                <a:gd name="connsiteY120" fmla="*/ 136637 h 236159"/>
                <a:gd name="connsiteX121" fmla="*/ 11998 w 145935"/>
                <a:gd name="connsiteY121" fmla="*/ 102560 h 236159"/>
                <a:gd name="connsiteX122" fmla="*/ 11999 w 145935"/>
                <a:gd name="connsiteY122" fmla="*/ 100440 h 236159"/>
                <a:gd name="connsiteX123" fmla="*/ 12003 w 145935"/>
                <a:gd name="connsiteY123" fmla="*/ 92006 h 236159"/>
                <a:gd name="connsiteX124" fmla="*/ 12034 w 145935"/>
                <a:gd name="connsiteY124" fmla="*/ 59588 h 236159"/>
                <a:gd name="connsiteX125" fmla="*/ 12044 w 145935"/>
                <a:gd name="connsiteY125" fmla="*/ 49780 h 236159"/>
                <a:gd name="connsiteX126" fmla="*/ 12075 w 145935"/>
                <a:gd name="connsiteY126" fmla="*/ 29148 h 236159"/>
                <a:gd name="connsiteX127" fmla="*/ 12089 w 145935"/>
                <a:gd name="connsiteY127" fmla="*/ 20612 h 236159"/>
                <a:gd name="connsiteX128" fmla="*/ 12108 w 145935"/>
                <a:gd name="connsiteY128" fmla="*/ 11380 h 236159"/>
                <a:gd name="connsiteX129" fmla="*/ 12108 w 145935"/>
                <a:gd name="connsiteY129" fmla="*/ 8624 h 236159"/>
                <a:gd name="connsiteX130" fmla="*/ 12118 w 145935"/>
                <a:gd name="connsiteY130" fmla="*/ 6147 h 236159"/>
                <a:gd name="connsiteX131" fmla="*/ 12122 w 145935"/>
                <a:gd name="connsiteY131" fmla="*/ 3991 h 236159"/>
                <a:gd name="connsiteX132" fmla="*/ 16677 w 145935"/>
                <a:gd name="connsiteY132" fmla="*/ 1553 h 236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145935" h="236159">
                  <a:moveTo>
                    <a:pt x="16677" y="1553"/>
                  </a:moveTo>
                  <a:cubicBezTo>
                    <a:pt x="17213" y="1554"/>
                    <a:pt x="17749" y="1556"/>
                    <a:pt x="18301" y="1558"/>
                  </a:cubicBezTo>
                  <a:cubicBezTo>
                    <a:pt x="18866" y="1556"/>
                    <a:pt x="19432" y="1555"/>
                    <a:pt x="20014" y="1554"/>
                  </a:cubicBezTo>
                  <a:cubicBezTo>
                    <a:pt x="21923" y="1551"/>
                    <a:pt x="23831" y="1554"/>
                    <a:pt x="25740" y="1556"/>
                  </a:cubicBezTo>
                  <a:cubicBezTo>
                    <a:pt x="27103" y="1555"/>
                    <a:pt x="28465" y="1554"/>
                    <a:pt x="29828" y="1552"/>
                  </a:cubicBezTo>
                  <a:cubicBezTo>
                    <a:pt x="33539" y="1548"/>
                    <a:pt x="37250" y="1550"/>
                    <a:pt x="40962" y="1552"/>
                  </a:cubicBezTo>
                  <a:cubicBezTo>
                    <a:pt x="44837" y="1554"/>
                    <a:pt x="48712" y="1552"/>
                    <a:pt x="52587" y="1551"/>
                  </a:cubicBezTo>
                  <a:cubicBezTo>
                    <a:pt x="59095" y="1550"/>
                    <a:pt x="65604" y="1552"/>
                    <a:pt x="72112" y="1555"/>
                  </a:cubicBezTo>
                  <a:cubicBezTo>
                    <a:pt x="79649" y="1559"/>
                    <a:pt x="87185" y="1558"/>
                    <a:pt x="94721" y="1554"/>
                  </a:cubicBezTo>
                  <a:cubicBezTo>
                    <a:pt x="101179" y="1550"/>
                    <a:pt x="107637" y="1550"/>
                    <a:pt x="114095" y="1552"/>
                  </a:cubicBezTo>
                  <a:cubicBezTo>
                    <a:pt x="117958" y="1553"/>
                    <a:pt x="121820" y="1553"/>
                    <a:pt x="125683" y="1551"/>
                  </a:cubicBezTo>
                  <a:cubicBezTo>
                    <a:pt x="129313" y="1549"/>
                    <a:pt x="132944" y="1550"/>
                    <a:pt x="136574" y="1554"/>
                  </a:cubicBezTo>
                  <a:cubicBezTo>
                    <a:pt x="137911" y="1555"/>
                    <a:pt x="139247" y="1555"/>
                    <a:pt x="140584" y="1553"/>
                  </a:cubicBezTo>
                  <a:cubicBezTo>
                    <a:pt x="142400" y="1551"/>
                    <a:pt x="144217" y="1554"/>
                    <a:pt x="146033" y="1558"/>
                  </a:cubicBezTo>
                  <a:cubicBezTo>
                    <a:pt x="146569" y="1556"/>
                    <a:pt x="147105" y="1554"/>
                    <a:pt x="147657" y="1553"/>
                  </a:cubicBezTo>
                  <a:cubicBezTo>
                    <a:pt x="151287" y="1567"/>
                    <a:pt x="151287" y="1567"/>
                    <a:pt x="152116" y="2396"/>
                  </a:cubicBezTo>
                  <a:cubicBezTo>
                    <a:pt x="152191" y="4534"/>
                    <a:pt x="152220" y="6653"/>
                    <a:pt x="152215" y="8791"/>
                  </a:cubicBezTo>
                  <a:cubicBezTo>
                    <a:pt x="152216" y="9433"/>
                    <a:pt x="152216" y="10074"/>
                    <a:pt x="152217" y="10735"/>
                  </a:cubicBezTo>
                  <a:cubicBezTo>
                    <a:pt x="152218" y="12093"/>
                    <a:pt x="152216" y="13452"/>
                    <a:pt x="152213" y="14811"/>
                  </a:cubicBezTo>
                  <a:cubicBezTo>
                    <a:pt x="152209" y="16898"/>
                    <a:pt x="152213" y="18985"/>
                    <a:pt x="152218" y="21072"/>
                  </a:cubicBezTo>
                  <a:cubicBezTo>
                    <a:pt x="152217" y="22389"/>
                    <a:pt x="152216" y="23706"/>
                    <a:pt x="152215" y="25023"/>
                  </a:cubicBezTo>
                  <a:cubicBezTo>
                    <a:pt x="152216" y="25651"/>
                    <a:pt x="152218" y="26280"/>
                    <a:pt x="152220" y="26928"/>
                  </a:cubicBezTo>
                  <a:cubicBezTo>
                    <a:pt x="152202" y="31332"/>
                    <a:pt x="152202" y="31332"/>
                    <a:pt x="151372" y="32162"/>
                  </a:cubicBezTo>
                  <a:cubicBezTo>
                    <a:pt x="149959" y="32234"/>
                    <a:pt x="148544" y="32253"/>
                    <a:pt x="147130" y="32251"/>
                  </a:cubicBezTo>
                  <a:cubicBezTo>
                    <a:pt x="146208" y="32252"/>
                    <a:pt x="145287" y="32253"/>
                    <a:pt x="144337" y="32254"/>
                  </a:cubicBezTo>
                  <a:cubicBezTo>
                    <a:pt x="143307" y="32252"/>
                    <a:pt x="142276" y="32249"/>
                    <a:pt x="141246" y="32246"/>
                  </a:cubicBezTo>
                  <a:cubicBezTo>
                    <a:pt x="140168" y="32246"/>
                    <a:pt x="139090" y="32246"/>
                    <a:pt x="138013" y="32247"/>
                  </a:cubicBezTo>
                  <a:cubicBezTo>
                    <a:pt x="135078" y="32247"/>
                    <a:pt x="132143" y="32243"/>
                    <a:pt x="129208" y="32237"/>
                  </a:cubicBezTo>
                  <a:cubicBezTo>
                    <a:pt x="126144" y="32233"/>
                    <a:pt x="123080" y="32232"/>
                    <a:pt x="120016" y="32231"/>
                  </a:cubicBezTo>
                  <a:cubicBezTo>
                    <a:pt x="114210" y="32229"/>
                    <a:pt x="108404" y="32223"/>
                    <a:pt x="102599" y="32215"/>
                  </a:cubicBezTo>
                  <a:cubicBezTo>
                    <a:pt x="95991" y="32207"/>
                    <a:pt x="89382" y="32203"/>
                    <a:pt x="82774" y="32199"/>
                  </a:cubicBezTo>
                  <a:cubicBezTo>
                    <a:pt x="69177" y="32192"/>
                    <a:pt x="55580" y="32178"/>
                    <a:pt x="41983" y="32162"/>
                  </a:cubicBezTo>
                  <a:cubicBezTo>
                    <a:pt x="42104" y="32597"/>
                    <a:pt x="42225" y="33032"/>
                    <a:pt x="42349" y="33481"/>
                  </a:cubicBezTo>
                  <a:cubicBezTo>
                    <a:pt x="42929" y="36023"/>
                    <a:pt x="42831" y="38573"/>
                    <a:pt x="42824" y="41167"/>
                  </a:cubicBezTo>
                  <a:cubicBezTo>
                    <a:pt x="42825" y="41772"/>
                    <a:pt x="42826" y="42378"/>
                    <a:pt x="42828" y="43001"/>
                  </a:cubicBezTo>
                  <a:cubicBezTo>
                    <a:pt x="42831" y="45000"/>
                    <a:pt x="42829" y="46999"/>
                    <a:pt x="42826" y="48998"/>
                  </a:cubicBezTo>
                  <a:cubicBezTo>
                    <a:pt x="42827" y="50388"/>
                    <a:pt x="42828" y="51778"/>
                    <a:pt x="42828" y="53168"/>
                  </a:cubicBezTo>
                  <a:cubicBezTo>
                    <a:pt x="42830" y="56081"/>
                    <a:pt x="42828" y="58993"/>
                    <a:pt x="42824" y="61906"/>
                  </a:cubicBezTo>
                  <a:cubicBezTo>
                    <a:pt x="42820" y="65639"/>
                    <a:pt x="42823" y="69373"/>
                    <a:pt x="42827" y="73106"/>
                  </a:cubicBezTo>
                  <a:cubicBezTo>
                    <a:pt x="42830" y="75976"/>
                    <a:pt x="42829" y="78846"/>
                    <a:pt x="42827" y="81716"/>
                  </a:cubicBezTo>
                  <a:cubicBezTo>
                    <a:pt x="42827" y="83093"/>
                    <a:pt x="42827" y="84470"/>
                    <a:pt x="42829" y="85846"/>
                  </a:cubicBezTo>
                  <a:cubicBezTo>
                    <a:pt x="42831" y="87770"/>
                    <a:pt x="42828" y="89694"/>
                    <a:pt x="42824" y="91618"/>
                  </a:cubicBezTo>
                  <a:cubicBezTo>
                    <a:pt x="42825" y="92187"/>
                    <a:pt x="42827" y="92756"/>
                    <a:pt x="42828" y="93342"/>
                  </a:cubicBezTo>
                  <a:cubicBezTo>
                    <a:pt x="42818" y="95898"/>
                    <a:pt x="42666" y="98164"/>
                    <a:pt x="41983" y="100623"/>
                  </a:cubicBezTo>
                  <a:cubicBezTo>
                    <a:pt x="42511" y="100622"/>
                    <a:pt x="43039" y="100621"/>
                    <a:pt x="43583" y="100621"/>
                  </a:cubicBezTo>
                  <a:cubicBezTo>
                    <a:pt x="56413" y="100604"/>
                    <a:pt x="69244" y="100592"/>
                    <a:pt x="82074" y="100584"/>
                  </a:cubicBezTo>
                  <a:cubicBezTo>
                    <a:pt x="88279" y="100580"/>
                    <a:pt x="94483" y="100575"/>
                    <a:pt x="100688" y="100567"/>
                  </a:cubicBezTo>
                  <a:cubicBezTo>
                    <a:pt x="106094" y="100559"/>
                    <a:pt x="111501" y="100554"/>
                    <a:pt x="116907" y="100553"/>
                  </a:cubicBezTo>
                  <a:cubicBezTo>
                    <a:pt x="119771" y="100552"/>
                    <a:pt x="122635" y="100550"/>
                    <a:pt x="125499" y="100544"/>
                  </a:cubicBezTo>
                  <a:cubicBezTo>
                    <a:pt x="128193" y="100539"/>
                    <a:pt x="130886" y="100538"/>
                    <a:pt x="133580" y="100539"/>
                  </a:cubicBezTo>
                  <a:cubicBezTo>
                    <a:pt x="135044" y="100538"/>
                    <a:pt x="136508" y="100534"/>
                    <a:pt x="137973" y="100530"/>
                  </a:cubicBezTo>
                  <a:cubicBezTo>
                    <a:pt x="138839" y="100531"/>
                    <a:pt x="139705" y="100532"/>
                    <a:pt x="140597" y="100533"/>
                  </a:cubicBezTo>
                  <a:cubicBezTo>
                    <a:pt x="141731" y="100532"/>
                    <a:pt x="141731" y="100532"/>
                    <a:pt x="142888" y="100531"/>
                  </a:cubicBezTo>
                  <a:cubicBezTo>
                    <a:pt x="144675" y="100623"/>
                    <a:pt x="144675" y="100623"/>
                    <a:pt x="146163" y="101367"/>
                  </a:cubicBezTo>
                  <a:cubicBezTo>
                    <a:pt x="146315" y="103522"/>
                    <a:pt x="146371" y="105605"/>
                    <a:pt x="146361" y="107762"/>
                  </a:cubicBezTo>
                  <a:cubicBezTo>
                    <a:pt x="146362" y="108403"/>
                    <a:pt x="146364" y="109045"/>
                    <a:pt x="146365" y="109705"/>
                  </a:cubicBezTo>
                  <a:cubicBezTo>
                    <a:pt x="146366" y="111064"/>
                    <a:pt x="146363" y="112423"/>
                    <a:pt x="146357" y="113782"/>
                  </a:cubicBezTo>
                  <a:cubicBezTo>
                    <a:pt x="146349" y="115869"/>
                    <a:pt x="146357" y="117956"/>
                    <a:pt x="146366" y="120043"/>
                  </a:cubicBezTo>
                  <a:cubicBezTo>
                    <a:pt x="146365" y="121360"/>
                    <a:pt x="146364" y="122677"/>
                    <a:pt x="146361" y="123993"/>
                  </a:cubicBezTo>
                  <a:cubicBezTo>
                    <a:pt x="146364" y="124622"/>
                    <a:pt x="146367" y="125251"/>
                    <a:pt x="146370" y="125898"/>
                  </a:cubicBezTo>
                  <a:cubicBezTo>
                    <a:pt x="146358" y="127397"/>
                    <a:pt x="146268" y="128894"/>
                    <a:pt x="146163" y="130388"/>
                  </a:cubicBezTo>
                  <a:cubicBezTo>
                    <a:pt x="144213" y="131364"/>
                    <a:pt x="142782" y="131224"/>
                    <a:pt x="140597" y="131222"/>
                  </a:cubicBezTo>
                  <a:cubicBezTo>
                    <a:pt x="139731" y="131223"/>
                    <a:pt x="138865" y="131224"/>
                    <a:pt x="137973" y="131225"/>
                  </a:cubicBezTo>
                  <a:cubicBezTo>
                    <a:pt x="136540" y="131221"/>
                    <a:pt x="136540" y="131221"/>
                    <a:pt x="135079" y="131217"/>
                  </a:cubicBezTo>
                  <a:cubicBezTo>
                    <a:pt x="134067" y="131217"/>
                    <a:pt x="133055" y="131217"/>
                    <a:pt x="132043" y="131217"/>
                  </a:cubicBezTo>
                  <a:cubicBezTo>
                    <a:pt x="129291" y="131218"/>
                    <a:pt x="126539" y="131213"/>
                    <a:pt x="123787" y="131208"/>
                  </a:cubicBezTo>
                  <a:cubicBezTo>
                    <a:pt x="120913" y="131203"/>
                    <a:pt x="118039" y="131203"/>
                    <a:pt x="115165" y="131202"/>
                  </a:cubicBezTo>
                  <a:cubicBezTo>
                    <a:pt x="109720" y="131200"/>
                    <a:pt x="104275" y="131194"/>
                    <a:pt x="98831" y="131186"/>
                  </a:cubicBezTo>
                  <a:cubicBezTo>
                    <a:pt x="92633" y="131178"/>
                    <a:pt x="86435" y="131174"/>
                    <a:pt x="80237" y="131170"/>
                  </a:cubicBezTo>
                  <a:cubicBezTo>
                    <a:pt x="67486" y="131162"/>
                    <a:pt x="54735" y="131149"/>
                    <a:pt x="41983" y="131133"/>
                  </a:cubicBezTo>
                  <a:cubicBezTo>
                    <a:pt x="42104" y="131563"/>
                    <a:pt x="42225" y="131993"/>
                    <a:pt x="42349" y="132436"/>
                  </a:cubicBezTo>
                  <a:cubicBezTo>
                    <a:pt x="42968" y="135176"/>
                    <a:pt x="42830" y="137957"/>
                    <a:pt x="42824" y="140753"/>
                  </a:cubicBezTo>
                  <a:cubicBezTo>
                    <a:pt x="42825" y="141423"/>
                    <a:pt x="42826" y="142094"/>
                    <a:pt x="42828" y="142785"/>
                  </a:cubicBezTo>
                  <a:cubicBezTo>
                    <a:pt x="42831" y="145001"/>
                    <a:pt x="42829" y="147217"/>
                    <a:pt x="42826" y="149434"/>
                  </a:cubicBezTo>
                  <a:cubicBezTo>
                    <a:pt x="42827" y="150974"/>
                    <a:pt x="42828" y="152514"/>
                    <a:pt x="42828" y="154054"/>
                  </a:cubicBezTo>
                  <a:cubicBezTo>
                    <a:pt x="42830" y="157282"/>
                    <a:pt x="42828" y="160510"/>
                    <a:pt x="42824" y="163738"/>
                  </a:cubicBezTo>
                  <a:cubicBezTo>
                    <a:pt x="42820" y="167877"/>
                    <a:pt x="42823" y="172015"/>
                    <a:pt x="42827" y="176154"/>
                  </a:cubicBezTo>
                  <a:cubicBezTo>
                    <a:pt x="42830" y="179335"/>
                    <a:pt x="42829" y="182515"/>
                    <a:pt x="42827" y="185695"/>
                  </a:cubicBezTo>
                  <a:cubicBezTo>
                    <a:pt x="42827" y="187222"/>
                    <a:pt x="42827" y="188748"/>
                    <a:pt x="42829" y="190274"/>
                  </a:cubicBezTo>
                  <a:cubicBezTo>
                    <a:pt x="42831" y="192406"/>
                    <a:pt x="42828" y="194538"/>
                    <a:pt x="42824" y="196671"/>
                  </a:cubicBezTo>
                  <a:cubicBezTo>
                    <a:pt x="42825" y="197302"/>
                    <a:pt x="42827" y="197934"/>
                    <a:pt x="42828" y="198585"/>
                  </a:cubicBezTo>
                  <a:cubicBezTo>
                    <a:pt x="42819" y="201279"/>
                    <a:pt x="42712" y="203698"/>
                    <a:pt x="41983" y="206291"/>
                  </a:cubicBezTo>
                  <a:cubicBezTo>
                    <a:pt x="42868" y="206290"/>
                    <a:pt x="42868" y="206290"/>
                    <a:pt x="43771" y="206289"/>
                  </a:cubicBezTo>
                  <a:cubicBezTo>
                    <a:pt x="58104" y="206272"/>
                    <a:pt x="72437" y="206260"/>
                    <a:pt x="86770" y="206252"/>
                  </a:cubicBezTo>
                  <a:cubicBezTo>
                    <a:pt x="93701" y="206248"/>
                    <a:pt x="100632" y="206243"/>
                    <a:pt x="107563" y="206235"/>
                  </a:cubicBezTo>
                  <a:cubicBezTo>
                    <a:pt x="113602" y="206227"/>
                    <a:pt x="119641" y="206222"/>
                    <a:pt x="125680" y="206221"/>
                  </a:cubicBezTo>
                  <a:cubicBezTo>
                    <a:pt x="128880" y="206220"/>
                    <a:pt x="132080" y="206217"/>
                    <a:pt x="135279" y="206212"/>
                  </a:cubicBezTo>
                  <a:cubicBezTo>
                    <a:pt x="138287" y="206207"/>
                    <a:pt x="141295" y="206205"/>
                    <a:pt x="144303" y="206207"/>
                  </a:cubicBezTo>
                  <a:cubicBezTo>
                    <a:pt x="145411" y="206206"/>
                    <a:pt x="146518" y="206205"/>
                    <a:pt x="147625" y="206202"/>
                  </a:cubicBezTo>
                  <a:cubicBezTo>
                    <a:pt x="149130" y="206198"/>
                    <a:pt x="150636" y="206200"/>
                    <a:pt x="152141" y="206201"/>
                  </a:cubicBezTo>
                  <a:cubicBezTo>
                    <a:pt x="152985" y="206201"/>
                    <a:pt x="153830" y="206200"/>
                    <a:pt x="154700" y="206199"/>
                  </a:cubicBezTo>
                  <a:cubicBezTo>
                    <a:pt x="156581" y="206291"/>
                    <a:pt x="156581" y="206291"/>
                    <a:pt x="157325" y="207035"/>
                  </a:cubicBezTo>
                  <a:cubicBezTo>
                    <a:pt x="157542" y="211277"/>
                    <a:pt x="157559" y="215521"/>
                    <a:pt x="157586" y="219767"/>
                  </a:cubicBezTo>
                  <a:cubicBezTo>
                    <a:pt x="157598" y="221201"/>
                    <a:pt x="157618" y="222635"/>
                    <a:pt x="157647" y="224068"/>
                  </a:cubicBezTo>
                  <a:cubicBezTo>
                    <a:pt x="157687" y="226127"/>
                    <a:pt x="157704" y="228184"/>
                    <a:pt x="157715" y="230243"/>
                  </a:cubicBezTo>
                  <a:cubicBezTo>
                    <a:pt x="157731" y="230888"/>
                    <a:pt x="157748" y="231533"/>
                    <a:pt x="157766" y="232197"/>
                  </a:cubicBezTo>
                  <a:cubicBezTo>
                    <a:pt x="157759" y="233995"/>
                    <a:pt x="157759" y="233995"/>
                    <a:pt x="157325" y="236801"/>
                  </a:cubicBezTo>
                  <a:cubicBezTo>
                    <a:pt x="154320" y="237862"/>
                    <a:pt x="151079" y="237649"/>
                    <a:pt x="147922" y="237639"/>
                  </a:cubicBezTo>
                  <a:cubicBezTo>
                    <a:pt x="147356" y="237640"/>
                    <a:pt x="146790" y="237641"/>
                    <a:pt x="146206" y="237643"/>
                  </a:cubicBezTo>
                  <a:cubicBezTo>
                    <a:pt x="144312" y="237646"/>
                    <a:pt x="142418" y="237643"/>
                    <a:pt x="140524" y="237641"/>
                  </a:cubicBezTo>
                  <a:cubicBezTo>
                    <a:pt x="139164" y="237642"/>
                    <a:pt x="137805" y="237643"/>
                    <a:pt x="136446" y="237645"/>
                  </a:cubicBezTo>
                  <a:cubicBezTo>
                    <a:pt x="132756" y="237648"/>
                    <a:pt x="129066" y="237647"/>
                    <a:pt x="125376" y="237645"/>
                  </a:cubicBezTo>
                  <a:cubicBezTo>
                    <a:pt x="121516" y="237643"/>
                    <a:pt x="117656" y="237644"/>
                    <a:pt x="113796" y="237646"/>
                  </a:cubicBezTo>
                  <a:cubicBezTo>
                    <a:pt x="107315" y="237647"/>
                    <a:pt x="100833" y="237645"/>
                    <a:pt x="94352" y="237642"/>
                  </a:cubicBezTo>
                  <a:cubicBezTo>
                    <a:pt x="86855" y="237638"/>
                    <a:pt x="79359" y="237639"/>
                    <a:pt x="71862" y="237643"/>
                  </a:cubicBezTo>
                  <a:cubicBezTo>
                    <a:pt x="65428" y="237646"/>
                    <a:pt x="58994" y="237647"/>
                    <a:pt x="52560" y="237645"/>
                  </a:cubicBezTo>
                  <a:cubicBezTo>
                    <a:pt x="48716" y="237644"/>
                    <a:pt x="44872" y="237644"/>
                    <a:pt x="41028" y="237646"/>
                  </a:cubicBezTo>
                  <a:cubicBezTo>
                    <a:pt x="37415" y="237648"/>
                    <a:pt x="33803" y="237647"/>
                    <a:pt x="30190" y="237642"/>
                  </a:cubicBezTo>
                  <a:cubicBezTo>
                    <a:pt x="28863" y="237641"/>
                    <a:pt x="27536" y="237642"/>
                    <a:pt x="26209" y="237643"/>
                  </a:cubicBezTo>
                  <a:cubicBezTo>
                    <a:pt x="24400" y="237645"/>
                    <a:pt x="22591" y="237643"/>
                    <a:pt x="20782" y="237639"/>
                  </a:cubicBezTo>
                  <a:cubicBezTo>
                    <a:pt x="20254" y="237641"/>
                    <a:pt x="19727" y="237642"/>
                    <a:pt x="19184" y="237644"/>
                  </a:cubicBezTo>
                  <a:cubicBezTo>
                    <a:pt x="14074" y="237624"/>
                    <a:pt x="14074" y="237624"/>
                    <a:pt x="12218" y="236801"/>
                  </a:cubicBezTo>
                  <a:cubicBezTo>
                    <a:pt x="11847" y="235206"/>
                    <a:pt x="11847" y="235206"/>
                    <a:pt x="11849" y="233050"/>
                  </a:cubicBezTo>
                  <a:cubicBezTo>
                    <a:pt x="11843" y="232233"/>
                    <a:pt x="11837" y="231415"/>
                    <a:pt x="11830" y="230573"/>
                  </a:cubicBezTo>
                  <a:cubicBezTo>
                    <a:pt x="11838" y="229663"/>
                    <a:pt x="11846" y="228754"/>
                    <a:pt x="11855" y="227817"/>
                  </a:cubicBezTo>
                  <a:cubicBezTo>
                    <a:pt x="11852" y="226860"/>
                    <a:pt x="11849" y="225903"/>
                    <a:pt x="11845" y="224916"/>
                  </a:cubicBezTo>
                  <a:cubicBezTo>
                    <a:pt x="11837" y="222247"/>
                    <a:pt x="11848" y="219577"/>
                    <a:pt x="11861" y="216908"/>
                  </a:cubicBezTo>
                  <a:cubicBezTo>
                    <a:pt x="11873" y="214034"/>
                    <a:pt x="11867" y="211160"/>
                    <a:pt x="11863" y="208285"/>
                  </a:cubicBezTo>
                  <a:cubicBezTo>
                    <a:pt x="11858" y="202650"/>
                    <a:pt x="11870" y="197015"/>
                    <a:pt x="11886" y="191380"/>
                  </a:cubicBezTo>
                  <a:cubicBezTo>
                    <a:pt x="11904" y="184824"/>
                    <a:pt x="11906" y="178269"/>
                    <a:pt x="11908" y="171714"/>
                  </a:cubicBezTo>
                  <a:cubicBezTo>
                    <a:pt x="11911" y="160021"/>
                    <a:pt x="11927" y="148329"/>
                    <a:pt x="11952" y="136637"/>
                  </a:cubicBezTo>
                  <a:cubicBezTo>
                    <a:pt x="11976" y="125278"/>
                    <a:pt x="11992" y="113919"/>
                    <a:pt x="11998" y="102560"/>
                  </a:cubicBezTo>
                  <a:cubicBezTo>
                    <a:pt x="11998" y="101860"/>
                    <a:pt x="11999" y="101161"/>
                    <a:pt x="11999" y="100440"/>
                  </a:cubicBezTo>
                  <a:cubicBezTo>
                    <a:pt x="12001" y="97629"/>
                    <a:pt x="12002" y="94817"/>
                    <a:pt x="12003" y="92006"/>
                  </a:cubicBezTo>
                  <a:cubicBezTo>
                    <a:pt x="12009" y="81200"/>
                    <a:pt x="12021" y="70394"/>
                    <a:pt x="12034" y="59588"/>
                  </a:cubicBezTo>
                  <a:cubicBezTo>
                    <a:pt x="12037" y="56319"/>
                    <a:pt x="12041" y="53050"/>
                    <a:pt x="12044" y="49780"/>
                  </a:cubicBezTo>
                  <a:cubicBezTo>
                    <a:pt x="12051" y="42903"/>
                    <a:pt x="12060" y="36026"/>
                    <a:pt x="12075" y="29148"/>
                  </a:cubicBezTo>
                  <a:cubicBezTo>
                    <a:pt x="12082" y="26303"/>
                    <a:pt x="12087" y="23458"/>
                    <a:pt x="12089" y="20612"/>
                  </a:cubicBezTo>
                  <a:cubicBezTo>
                    <a:pt x="12091" y="17535"/>
                    <a:pt x="12099" y="14457"/>
                    <a:pt x="12108" y="11380"/>
                  </a:cubicBezTo>
                  <a:cubicBezTo>
                    <a:pt x="12108" y="10470"/>
                    <a:pt x="12108" y="9561"/>
                    <a:pt x="12108" y="8624"/>
                  </a:cubicBezTo>
                  <a:cubicBezTo>
                    <a:pt x="12111" y="7806"/>
                    <a:pt x="12114" y="6989"/>
                    <a:pt x="12118" y="6147"/>
                  </a:cubicBezTo>
                  <a:cubicBezTo>
                    <a:pt x="12119" y="5435"/>
                    <a:pt x="12120" y="4724"/>
                    <a:pt x="12122" y="3991"/>
                  </a:cubicBezTo>
                  <a:cubicBezTo>
                    <a:pt x="12306" y="922"/>
                    <a:pt x="14012" y="1563"/>
                    <a:pt x="16677" y="1553"/>
                  </a:cubicBezTo>
                  <a:close/>
                </a:path>
              </a:pathLst>
            </a:custGeom>
            <a:grpFill/>
            <a:ln w="744" cap="flat">
              <a:noFill/>
              <a:prstDash val="solid"/>
              <a:miter/>
            </a:ln>
          </p:spPr>
          <p:txBody>
            <a:bodyPr rtlCol="0" anchor="ctr"/>
            <a:lstStyle/>
            <a:p>
              <a:endParaRPr lang="zh-CN" altLang="en-US"/>
            </a:p>
          </p:txBody>
        </p:sp>
        <p:sp>
          <p:nvSpPr>
            <p:cNvPr id="131" name="任意多边形: 形状 130"/>
            <p:cNvSpPr/>
            <p:nvPr/>
          </p:nvSpPr>
          <p:spPr>
            <a:xfrm>
              <a:off x="5710258" y="1392840"/>
              <a:ext cx="145932" cy="236107"/>
            </a:xfrm>
            <a:custGeom>
              <a:avLst/>
              <a:gdLst>
                <a:gd name="connsiteX0" fmla="*/ 8517 w 145932"/>
                <a:gd name="connsiteY0" fmla="*/ 1600 h 236107"/>
                <a:gd name="connsiteX1" fmla="*/ 62909 w 145932"/>
                <a:gd name="connsiteY1" fmla="*/ 1561 h 236107"/>
                <a:gd name="connsiteX2" fmla="*/ 88162 w 145932"/>
                <a:gd name="connsiteY2" fmla="*/ 1544 h 236107"/>
                <a:gd name="connsiteX3" fmla="*/ 110164 w 145932"/>
                <a:gd name="connsiteY3" fmla="*/ 1530 h 236107"/>
                <a:gd name="connsiteX4" fmla="*/ 121822 w 145932"/>
                <a:gd name="connsiteY4" fmla="*/ 1521 h 236107"/>
                <a:gd name="connsiteX5" fmla="*/ 132781 w 145932"/>
                <a:gd name="connsiteY5" fmla="*/ 1516 h 236107"/>
                <a:gd name="connsiteX6" fmla="*/ 136816 w 145932"/>
                <a:gd name="connsiteY6" fmla="*/ 1511 h 236107"/>
                <a:gd name="connsiteX7" fmla="*/ 142299 w 145932"/>
                <a:gd name="connsiteY7" fmla="*/ 1511 h 236107"/>
                <a:gd name="connsiteX8" fmla="*/ 143933 w 145932"/>
                <a:gd name="connsiteY8" fmla="*/ 1504 h 236107"/>
                <a:gd name="connsiteX9" fmla="*/ 148416 w 145932"/>
                <a:gd name="connsiteY9" fmla="*/ 2344 h 236107"/>
                <a:gd name="connsiteX10" fmla="*/ 148514 w 145932"/>
                <a:gd name="connsiteY10" fmla="*/ 8550 h 236107"/>
                <a:gd name="connsiteX11" fmla="*/ 148517 w 145932"/>
                <a:gd name="connsiteY11" fmla="*/ 10438 h 236107"/>
                <a:gd name="connsiteX12" fmla="*/ 148513 w 145932"/>
                <a:gd name="connsiteY12" fmla="*/ 14400 h 236107"/>
                <a:gd name="connsiteX13" fmla="*/ 148517 w 145932"/>
                <a:gd name="connsiteY13" fmla="*/ 20475 h 236107"/>
                <a:gd name="connsiteX14" fmla="*/ 148514 w 145932"/>
                <a:gd name="connsiteY14" fmla="*/ 24317 h 236107"/>
                <a:gd name="connsiteX15" fmla="*/ 148519 w 145932"/>
                <a:gd name="connsiteY15" fmla="*/ 26161 h 236107"/>
                <a:gd name="connsiteX16" fmla="*/ 147672 w 145932"/>
                <a:gd name="connsiteY16" fmla="*/ 32110 h 236107"/>
                <a:gd name="connsiteX17" fmla="*/ 143429 w 145932"/>
                <a:gd name="connsiteY17" fmla="*/ 32289 h 236107"/>
                <a:gd name="connsiteX18" fmla="*/ 140637 w 145932"/>
                <a:gd name="connsiteY18" fmla="*/ 32295 h 236107"/>
                <a:gd name="connsiteX19" fmla="*/ 137546 w 145932"/>
                <a:gd name="connsiteY19" fmla="*/ 32279 h 236107"/>
                <a:gd name="connsiteX20" fmla="*/ 134312 w 145932"/>
                <a:gd name="connsiteY20" fmla="*/ 32279 h 236107"/>
                <a:gd name="connsiteX21" fmla="*/ 125507 w 145932"/>
                <a:gd name="connsiteY21" fmla="*/ 32261 h 236107"/>
                <a:gd name="connsiteX22" fmla="*/ 116316 w 145932"/>
                <a:gd name="connsiteY22" fmla="*/ 32249 h 236107"/>
                <a:gd name="connsiteX23" fmla="*/ 98898 w 145932"/>
                <a:gd name="connsiteY23" fmla="*/ 32217 h 236107"/>
                <a:gd name="connsiteX24" fmla="*/ 79074 w 145932"/>
                <a:gd name="connsiteY24" fmla="*/ 32185 h 236107"/>
                <a:gd name="connsiteX25" fmla="*/ 38283 w 145932"/>
                <a:gd name="connsiteY25" fmla="*/ 32110 h 236107"/>
                <a:gd name="connsiteX26" fmla="*/ 38649 w 145932"/>
                <a:gd name="connsiteY26" fmla="*/ 33429 h 236107"/>
                <a:gd name="connsiteX27" fmla="*/ 39123 w 145932"/>
                <a:gd name="connsiteY27" fmla="*/ 41115 h 236107"/>
                <a:gd name="connsiteX28" fmla="*/ 39127 w 145932"/>
                <a:gd name="connsiteY28" fmla="*/ 42949 h 236107"/>
                <a:gd name="connsiteX29" fmla="*/ 39126 w 145932"/>
                <a:gd name="connsiteY29" fmla="*/ 48946 h 236107"/>
                <a:gd name="connsiteX30" fmla="*/ 39128 w 145932"/>
                <a:gd name="connsiteY30" fmla="*/ 53116 h 236107"/>
                <a:gd name="connsiteX31" fmla="*/ 39124 w 145932"/>
                <a:gd name="connsiteY31" fmla="*/ 61854 h 236107"/>
                <a:gd name="connsiteX32" fmla="*/ 39127 w 145932"/>
                <a:gd name="connsiteY32" fmla="*/ 73054 h 236107"/>
                <a:gd name="connsiteX33" fmla="*/ 39127 w 145932"/>
                <a:gd name="connsiteY33" fmla="*/ 81664 h 236107"/>
                <a:gd name="connsiteX34" fmla="*/ 39128 w 145932"/>
                <a:gd name="connsiteY34" fmla="*/ 85794 h 236107"/>
                <a:gd name="connsiteX35" fmla="*/ 39123 w 145932"/>
                <a:gd name="connsiteY35" fmla="*/ 91565 h 236107"/>
                <a:gd name="connsiteX36" fmla="*/ 39128 w 145932"/>
                <a:gd name="connsiteY36" fmla="*/ 93290 h 236107"/>
                <a:gd name="connsiteX37" fmla="*/ 38283 w 145932"/>
                <a:gd name="connsiteY37" fmla="*/ 100571 h 236107"/>
                <a:gd name="connsiteX38" fmla="*/ 39882 w 145932"/>
                <a:gd name="connsiteY38" fmla="*/ 100569 h 236107"/>
                <a:gd name="connsiteX39" fmla="*/ 78374 w 145932"/>
                <a:gd name="connsiteY39" fmla="*/ 100532 h 236107"/>
                <a:gd name="connsiteX40" fmla="*/ 96987 w 145932"/>
                <a:gd name="connsiteY40" fmla="*/ 100515 h 236107"/>
                <a:gd name="connsiteX41" fmla="*/ 113207 w 145932"/>
                <a:gd name="connsiteY41" fmla="*/ 100501 h 236107"/>
                <a:gd name="connsiteX42" fmla="*/ 121799 w 145932"/>
                <a:gd name="connsiteY42" fmla="*/ 100492 h 236107"/>
                <a:gd name="connsiteX43" fmla="*/ 129879 w 145932"/>
                <a:gd name="connsiteY43" fmla="*/ 100487 h 236107"/>
                <a:gd name="connsiteX44" fmla="*/ 134272 w 145932"/>
                <a:gd name="connsiteY44" fmla="*/ 100478 h 236107"/>
                <a:gd name="connsiteX45" fmla="*/ 136897 w 145932"/>
                <a:gd name="connsiteY45" fmla="*/ 100481 h 236107"/>
                <a:gd name="connsiteX46" fmla="*/ 139187 w 145932"/>
                <a:gd name="connsiteY46" fmla="*/ 100479 h 236107"/>
                <a:gd name="connsiteX47" fmla="*/ 142463 w 145932"/>
                <a:gd name="connsiteY47" fmla="*/ 101315 h 236107"/>
                <a:gd name="connsiteX48" fmla="*/ 142660 w 145932"/>
                <a:gd name="connsiteY48" fmla="*/ 107710 h 236107"/>
                <a:gd name="connsiteX49" fmla="*/ 142665 w 145932"/>
                <a:gd name="connsiteY49" fmla="*/ 109653 h 236107"/>
                <a:gd name="connsiteX50" fmla="*/ 142657 w 145932"/>
                <a:gd name="connsiteY50" fmla="*/ 113729 h 236107"/>
                <a:gd name="connsiteX51" fmla="*/ 142666 w 145932"/>
                <a:gd name="connsiteY51" fmla="*/ 119991 h 236107"/>
                <a:gd name="connsiteX52" fmla="*/ 142660 w 145932"/>
                <a:gd name="connsiteY52" fmla="*/ 123941 h 236107"/>
                <a:gd name="connsiteX53" fmla="*/ 142669 w 145932"/>
                <a:gd name="connsiteY53" fmla="*/ 125846 h 236107"/>
                <a:gd name="connsiteX54" fmla="*/ 142463 w 145932"/>
                <a:gd name="connsiteY54" fmla="*/ 130336 h 236107"/>
                <a:gd name="connsiteX55" fmla="*/ 136897 w 145932"/>
                <a:gd name="connsiteY55" fmla="*/ 131170 h 236107"/>
                <a:gd name="connsiteX56" fmla="*/ 134272 w 145932"/>
                <a:gd name="connsiteY56" fmla="*/ 131173 h 236107"/>
                <a:gd name="connsiteX57" fmla="*/ 131379 w 145932"/>
                <a:gd name="connsiteY57" fmla="*/ 131165 h 236107"/>
                <a:gd name="connsiteX58" fmla="*/ 128343 w 145932"/>
                <a:gd name="connsiteY58" fmla="*/ 131165 h 236107"/>
                <a:gd name="connsiteX59" fmla="*/ 120087 w 145932"/>
                <a:gd name="connsiteY59" fmla="*/ 131156 h 236107"/>
                <a:gd name="connsiteX60" fmla="*/ 111464 w 145932"/>
                <a:gd name="connsiteY60" fmla="*/ 131150 h 236107"/>
                <a:gd name="connsiteX61" fmla="*/ 95130 w 145932"/>
                <a:gd name="connsiteY61" fmla="*/ 131134 h 236107"/>
                <a:gd name="connsiteX62" fmla="*/ 76537 w 145932"/>
                <a:gd name="connsiteY62" fmla="*/ 131118 h 236107"/>
                <a:gd name="connsiteX63" fmla="*/ 38283 w 145932"/>
                <a:gd name="connsiteY63" fmla="*/ 131081 h 236107"/>
                <a:gd name="connsiteX64" fmla="*/ 38649 w 145932"/>
                <a:gd name="connsiteY64" fmla="*/ 132383 h 236107"/>
                <a:gd name="connsiteX65" fmla="*/ 39123 w 145932"/>
                <a:gd name="connsiteY65" fmla="*/ 140701 h 236107"/>
                <a:gd name="connsiteX66" fmla="*/ 39127 w 145932"/>
                <a:gd name="connsiteY66" fmla="*/ 142733 h 236107"/>
                <a:gd name="connsiteX67" fmla="*/ 39126 w 145932"/>
                <a:gd name="connsiteY67" fmla="*/ 149382 h 236107"/>
                <a:gd name="connsiteX68" fmla="*/ 39128 w 145932"/>
                <a:gd name="connsiteY68" fmla="*/ 154002 h 236107"/>
                <a:gd name="connsiteX69" fmla="*/ 39124 w 145932"/>
                <a:gd name="connsiteY69" fmla="*/ 163686 h 236107"/>
                <a:gd name="connsiteX70" fmla="*/ 39127 w 145932"/>
                <a:gd name="connsiteY70" fmla="*/ 176102 h 236107"/>
                <a:gd name="connsiteX71" fmla="*/ 39127 w 145932"/>
                <a:gd name="connsiteY71" fmla="*/ 185643 h 236107"/>
                <a:gd name="connsiteX72" fmla="*/ 39128 w 145932"/>
                <a:gd name="connsiteY72" fmla="*/ 190222 h 236107"/>
                <a:gd name="connsiteX73" fmla="*/ 39123 w 145932"/>
                <a:gd name="connsiteY73" fmla="*/ 196619 h 236107"/>
                <a:gd name="connsiteX74" fmla="*/ 39128 w 145932"/>
                <a:gd name="connsiteY74" fmla="*/ 198533 h 236107"/>
                <a:gd name="connsiteX75" fmla="*/ 38283 w 145932"/>
                <a:gd name="connsiteY75" fmla="*/ 206239 h 236107"/>
                <a:gd name="connsiteX76" fmla="*/ 40070 w 145932"/>
                <a:gd name="connsiteY76" fmla="*/ 206237 h 236107"/>
                <a:gd name="connsiteX77" fmla="*/ 83069 w 145932"/>
                <a:gd name="connsiteY77" fmla="*/ 206200 h 236107"/>
                <a:gd name="connsiteX78" fmla="*/ 103863 w 145932"/>
                <a:gd name="connsiteY78" fmla="*/ 206183 h 236107"/>
                <a:gd name="connsiteX79" fmla="*/ 121980 w 145932"/>
                <a:gd name="connsiteY79" fmla="*/ 206169 h 236107"/>
                <a:gd name="connsiteX80" fmla="*/ 131579 w 145932"/>
                <a:gd name="connsiteY80" fmla="*/ 206160 h 236107"/>
                <a:gd name="connsiteX81" fmla="*/ 140603 w 145932"/>
                <a:gd name="connsiteY81" fmla="*/ 206155 h 236107"/>
                <a:gd name="connsiteX82" fmla="*/ 143925 w 145932"/>
                <a:gd name="connsiteY82" fmla="*/ 206150 h 236107"/>
                <a:gd name="connsiteX83" fmla="*/ 148440 w 145932"/>
                <a:gd name="connsiteY83" fmla="*/ 206149 h 236107"/>
                <a:gd name="connsiteX84" fmla="*/ 150999 w 145932"/>
                <a:gd name="connsiteY84" fmla="*/ 206147 h 236107"/>
                <a:gd name="connsiteX85" fmla="*/ 153625 w 145932"/>
                <a:gd name="connsiteY85" fmla="*/ 206983 h 236107"/>
                <a:gd name="connsiteX86" fmla="*/ 153885 w 145932"/>
                <a:gd name="connsiteY86" fmla="*/ 219715 h 236107"/>
                <a:gd name="connsiteX87" fmla="*/ 153946 w 145932"/>
                <a:gd name="connsiteY87" fmla="*/ 224016 h 236107"/>
                <a:gd name="connsiteX88" fmla="*/ 154014 w 145932"/>
                <a:gd name="connsiteY88" fmla="*/ 230191 h 236107"/>
                <a:gd name="connsiteX89" fmla="*/ 154065 w 145932"/>
                <a:gd name="connsiteY89" fmla="*/ 232145 h 236107"/>
                <a:gd name="connsiteX90" fmla="*/ 153625 w 145932"/>
                <a:gd name="connsiteY90" fmla="*/ 236748 h 236107"/>
                <a:gd name="connsiteX91" fmla="*/ 144222 w 145932"/>
                <a:gd name="connsiteY91" fmla="*/ 237587 h 236107"/>
                <a:gd name="connsiteX92" fmla="*/ 142506 w 145932"/>
                <a:gd name="connsiteY92" fmla="*/ 237591 h 236107"/>
                <a:gd name="connsiteX93" fmla="*/ 136823 w 145932"/>
                <a:gd name="connsiteY93" fmla="*/ 237589 h 236107"/>
                <a:gd name="connsiteX94" fmla="*/ 132745 w 145932"/>
                <a:gd name="connsiteY94" fmla="*/ 237593 h 236107"/>
                <a:gd name="connsiteX95" fmla="*/ 121676 w 145932"/>
                <a:gd name="connsiteY95" fmla="*/ 237593 h 236107"/>
                <a:gd name="connsiteX96" fmla="*/ 110096 w 145932"/>
                <a:gd name="connsiteY96" fmla="*/ 237594 h 236107"/>
                <a:gd name="connsiteX97" fmla="*/ 90652 w 145932"/>
                <a:gd name="connsiteY97" fmla="*/ 237590 h 236107"/>
                <a:gd name="connsiteX98" fmla="*/ 68162 w 145932"/>
                <a:gd name="connsiteY98" fmla="*/ 237591 h 236107"/>
                <a:gd name="connsiteX99" fmla="*/ 48859 w 145932"/>
                <a:gd name="connsiteY99" fmla="*/ 237593 h 236107"/>
                <a:gd name="connsiteX100" fmla="*/ 37328 w 145932"/>
                <a:gd name="connsiteY100" fmla="*/ 237594 h 236107"/>
                <a:gd name="connsiteX101" fmla="*/ 26489 w 145932"/>
                <a:gd name="connsiteY101" fmla="*/ 237590 h 236107"/>
                <a:gd name="connsiteX102" fmla="*/ 22508 w 145932"/>
                <a:gd name="connsiteY102" fmla="*/ 237591 h 236107"/>
                <a:gd name="connsiteX103" fmla="*/ 17081 w 145932"/>
                <a:gd name="connsiteY103" fmla="*/ 237587 h 236107"/>
                <a:gd name="connsiteX104" fmla="*/ 15483 w 145932"/>
                <a:gd name="connsiteY104" fmla="*/ 237592 h 236107"/>
                <a:gd name="connsiteX105" fmla="*/ 8517 w 145932"/>
                <a:gd name="connsiteY105" fmla="*/ 236748 h 236107"/>
                <a:gd name="connsiteX106" fmla="*/ 8151 w 145932"/>
                <a:gd name="connsiteY106" fmla="*/ 232984 h 236107"/>
                <a:gd name="connsiteX107" fmla="*/ 8133 w 145932"/>
                <a:gd name="connsiteY107" fmla="*/ 230498 h 236107"/>
                <a:gd name="connsiteX108" fmla="*/ 8159 w 145932"/>
                <a:gd name="connsiteY108" fmla="*/ 227732 h 236107"/>
                <a:gd name="connsiteX109" fmla="*/ 8152 w 145932"/>
                <a:gd name="connsiteY109" fmla="*/ 224820 h 236107"/>
                <a:gd name="connsiteX110" fmla="*/ 8172 w 145932"/>
                <a:gd name="connsiteY110" fmla="*/ 216782 h 236107"/>
                <a:gd name="connsiteX111" fmla="*/ 8178 w 145932"/>
                <a:gd name="connsiteY111" fmla="*/ 208128 h 236107"/>
                <a:gd name="connsiteX112" fmla="*/ 8203 w 145932"/>
                <a:gd name="connsiteY112" fmla="*/ 193121 h 236107"/>
                <a:gd name="connsiteX113" fmla="*/ 8238 w 145932"/>
                <a:gd name="connsiteY113" fmla="*/ 171424 h 236107"/>
                <a:gd name="connsiteX114" fmla="*/ 8293 w 145932"/>
                <a:gd name="connsiteY114" fmla="*/ 136226 h 236107"/>
                <a:gd name="connsiteX115" fmla="*/ 8354 w 145932"/>
                <a:gd name="connsiteY115" fmla="*/ 102025 h 236107"/>
                <a:gd name="connsiteX116" fmla="*/ 8356 w 145932"/>
                <a:gd name="connsiteY116" fmla="*/ 99898 h 236107"/>
                <a:gd name="connsiteX117" fmla="*/ 8367 w 145932"/>
                <a:gd name="connsiteY117" fmla="*/ 89330 h 236107"/>
                <a:gd name="connsiteX118" fmla="*/ 8517 w 145932"/>
                <a:gd name="connsiteY118" fmla="*/ 1600 h 23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45932" h="236107">
                  <a:moveTo>
                    <a:pt x="8517" y="1600"/>
                  </a:moveTo>
                  <a:cubicBezTo>
                    <a:pt x="26648" y="1583"/>
                    <a:pt x="44778" y="1570"/>
                    <a:pt x="62909" y="1561"/>
                  </a:cubicBezTo>
                  <a:cubicBezTo>
                    <a:pt x="71327" y="1558"/>
                    <a:pt x="79745" y="1552"/>
                    <a:pt x="88162" y="1544"/>
                  </a:cubicBezTo>
                  <a:cubicBezTo>
                    <a:pt x="95496" y="1537"/>
                    <a:pt x="102830" y="1532"/>
                    <a:pt x="110164" y="1530"/>
                  </a:cubicBezTo>
                  <a:cubicBezTo>
                    <a:pt x="114050" y="1529"/>
                    <a:pt x="117936" y="1527"/>
                    <a:pt x="121822" y="1521"/>
                  </a:cubicBezTo>
                  <a:cubicBezTo>
                    <a:pt x="125475" y="1516"/>
                    <a:pt x="129128" y="1515"/>
                    <a:pt x="132781" y="1516"/>
                  </a:cubicBezTo>
                  <a:cubicBezTo>
                    <a:pt x="134126" y="1516"/>
                    <a:pt x="135471" y="1514"/>
                    <a:pt x="136816" y="1511"/>
                  </a:cubicBezTo>
                  <a:cubicBezTo>
                    <a:pt x="138644" y="1508"/>
                    <a:pt x="140471" y="1509"/>
                    <a:pt x="142299" y="1511"/>
                  </a:cubicBezTo>
                  <a:cubicBezTo>
                    <a:pt x="143108" y="1507"/>
                    <a:pt x="143108" y="1507"/>
                    <a:pt x="143933" y="1504"/>
                  </a:cubicBezTo>
                  <a:cubicBezTo>
                    <a:pt x="147587" y="1515"/>
                    <a:pt x="147587" y="1515"/>
                    <a:pt x="148416" y="2344"/>
                  </a:cubicBezTo>
                  <a:cubicBezTo>
                    <a:pt x="148491" y="4419"/>
                    <a:pt x="148520" y="6475"/>
                    <a:pt x="148514" y="8550"/>
                  </a:cubicBezTo>
                  <a:cubicBezTo>
                    <a:pt x="148515" y="9173"/>
                    <a:pt x="148516" y="9796"/>
                    <a:pt x="148517" y="10438"/>
                  </a:cubicBezTo>
                  <a:cubicBezTo>
                    <a:pt x="148517" y="11759"/>
                    <a:pt x="148516" y="13079"/>
                    <a:pt x="148513" y="14400"/>
                  </a:cubicBezTo>
                  <a:cubicBezTo>
                    <a:pt x="148509" y="16425"/>
                    <a:pt x="148513" y="18450"/>
                    <a:pt x="148517" y="20475"/>
                  </a:cubicBezTo>
                  <a:cubicBezTo>
                    <a:pt x="148517" y="21756"/>
                    <a:pt x="148516" y="23036"/>
                    <a:pt x="148514" y="24317"/>
                  </a:cubicBezTo>
                  <a:cubicBezTo>
                    <a:pt x="148516" y="24925"/>
                    <a:pt x="148518" y="25534"/>
                    <a:pt x="148519" y="26161"/>
                  </a:cubicBezTo>
                  <a:cubicBezTo>
                    <a:pt x="148501" y="30450"/>
                    <a:pt x="148501" y="30450"/>
                    <a:pt x="147672" y="32110"/>
                  </a:cubicBezTo>
                  <a:cubicBezTo>
                    <a:pt x="145872" y="32293"/>
                    <a:pt x="145872" y="32293"/>
                    <a:pt x="143429" y="32289"/>
                  </a:cubicBezTo>
                  <a:cubicBezTo>
                    <a:pt x="142508" y="32291"/>
                    <a:pt x="141586" y="32293"/>
                    <a:pt x="140637" y="32295"/>
                  </a:cubicBezTo>
                  <a:cubicBezTo>
                    <a:pt x="139606" y="32290"/>
                    <a:pt x="138576" y="32284"/>
                    <a:pt x="137546" y="32279"/>
                  </a:cubicBezTo>
                  <a:cubicBezTo>
                    <a:pt x="136468" y="32278"/>
                    <a:pt x="135390" y="32279"/>
                    <a:pt x="134312" y="32279"/>
                  </a:cubicBezTo>
                  <a:cubicBezTo>
                    <a:pt x="131377" y="32280"/>
                    <a:pt x="128442" y="32271"/>
                    <a:pt x="125507" y="32261"/>
                  </a:cubicBezTo>
                  <a:cubicBezTo>
                    <a:pt x="122443" y="32251"/>
                    <a:pt x="119380" y="32251"/>
                    <a:pt x="116316" y="32249"/>
                  </a:cubicBezTo>
                  <a:cubicBezTo>
                    <a:pt x="110510" y="32244"/>
                    <a:pt x="104704" y="32232"/>
                    <a:pt x="98898" y="32217"/>
                  </a:cubicBezTo>
                  <a:cubicBezTo>
                    <a:pt x="92290" y="32200"/>
                    <a:pt x="85682" y="32192"/>
                    <a:pt x="79074" y="32185"/>
                  </a:cubicBezTo>
                  <a:cubicBezTo>
                    <a:pt x="65477" y="32169"/>
                    <a:pt x="51880" y="32143"/>
                    <a:pt x="38283" y="32110"/>
                  </a:cubicBezTo>
                  <a:cubicBezTo>
                    <a:pt x="38404" y="32545"/>
                    <a:pt x="38525" y="32980"/>
                    <a:pt x="38649" y="33429"/>
                  </a:cubicBezTo>
                  <a:cubicBezTo>
                    <a:pt x="39229" y="35971"/>
                    <a:pt x="39130" y="38521"/>
                    <a:pt x="39123" y="41115"/>
                  </a:cubicBezTo>
                  <a:cubicBezTo>
                    <a:pt x="39125" y="41720"/>
                    <a:pt x="39126" y="42326"/>
                    <a:pt x="39127" y="42949"/>
                  </a:cubicBezTo>
                  <a:cubicBezTo>
                    <a:pt x="39130" y="44948"/>
                    <a:pt x="39128" y="46947"/>
                    <a:pt x="39126" y="48946"/>
                  </a:cubicBezTo>
                  <a:cubicBezTo>
                    <a:pt x="39126" y="50336"/>
                    <a:pt x="39127" y="51726"/>
                    <a:pt x="39128" y="53116"/>
                  </a:cubicBezTo>
                  <a:cubicBezTo>
                    <a:pt x="39129" y="56029"/>
                    <a:pt x="39127" y="58941"/>
                    <a:pt x="39124" y="61854"/>
                  </a:cubicBezTo>
                  <a:cubicBezTo>
                    <a:pt x="39120" y="65587"/>
                    <a:pt x="39122" y="69320"/>
                    <a:pt x="39127" y="73054"/>
                  </a:cubicBezTo>
                  <a:cubicBezTo>
                    <a:pt x="39129" y="75924"/>
                    <a:pt x="39128" y="78794"/>
                    <a:pt x="39127" y="81664"/>
                  </a:cubicBezTo>
                  <a:cubicBezTo>
                    <a:pt x="39126" y="83041"/>
                    <a:pt x="39127" y="84418"/>
                    <a:pt x="39128" y="85794"/>
                  </a:cubicBezTo>
                  <a:cubicBezTo>
                    <a:pt x="39130" y="87718"/>
                    <a:pt x="39127" y="89642"/>
                    <a:pt x="39123" y="91565"/>
                  </a:cubicBezTo>
                  <a:cubicBezTo>
                    <a:pt x="39125" y="92135"/>
                    <a:pt x="39126" y="92704"/>
                    <a:pt x="39128" y="93290"/>
                  </a:cubicBezTo>
                  <a:cubicBezTo>
                    <a:pt x="39118" y="95846"/>
                    <a:pt x="38966" y="98112"/>
                    <a:pt x="38283" y="100571"/>
                  </a:cubicBezTo>
                  <a:cubicBezTo>
                    <a:pt x="38811" y="100570"/>
                    <a:pt x="39339" y="100569"/>
                    <a:pt x="39882" y="100569"/>
                  </a:cubicBezTo>
                  <a:cubicBezTo>
                    <a:pt x="52713" y="100552"/>
                    <a:pt x="65543" y="100540"/>
                    <a:pt x="78374" y="100532"/>
                  </a:cubicBezTo>
                  <a:cubicBezTo>
                    <a:pt x="84578" y="100528"/>
                    <a:pt x="90783" y="100523"/>
                    <a:pt x="96987" y="100515"/>
                  </a:cubicBezTo>
                  <a:cubicBezTo>
                    <a:pt x="102394" y="100507"/>
                    <a:pt x="107800" y="100502"/>
                    <a:pt x="113207" y="100501"/>
                  </a:cubicBezTo>
                  <a:cubicBezTo>
                    <a:pt x="116071" y="100500"/>
                    <a:pt x="118935" y="100497"/>
                    <a:pt x="121799" y="100492"/>
                  </a:cubicBezTo>
                  <a:cubicBezTo>
                    <a:pt x="124492" y="100487"/>
                    <a:pt x="127186" y="100485"/>
                    <a:pt x="129879" y="100487"/>
                  </a:cubicBezTo>
                  <a:cubicBezTo>
                    <a:pt x="131344" y="100486"/>
                    <a:pt x="132808" y="100482"/>
                    <a:pt x="134272" y="100478"/>
                  </a:cubicBezTo>
                  <a:cubicBezTo>
                    <a:pt x="135138" y="100479"/>
                    <a:pt x="136004" y="100480"/>
                    <a:pt x="136897" y="100481"/>
                  </a:cubicBezTo>
                  <a:cubicBezTo>
                    <a:pt x="138031" y="100480"/>
                    <a:pt x="138031" y="100480"/>
                    <a:pt x="139187" y="100479"/>
                  </a:cubicBezTo>
                  <a:cubicBezTo>
                    <a:pt x="140974" y="100571"/>
                    <a:pt x="140974" y="100571"/>
                    <a:pt x="142463" y="101315"/>
                  </a:cubicBezTo>
                  <a:cubicBezTo>
                    <a:pt x="142614" y="103470"/>
                    <a:pt x="142671" y="105553"/>
                    <a:pt x="142660" y="107710"/>
                  </a:cubicBezTo>
                  <a:cubicBezTo>
                    <a:pt x="142662" y="108351"/>
                    <a:pt x="142663" y="108993"/>
                    <a:pt x="142665" y="109653"/>
                  </a:cubicBezTo>
                  <a:cubicBezTo>
                    <a:pt x="142666" y="111012"/>
                    <a:pt x="142663" y="112371"/>
                    <a:pt x="142657" y="113729"/>
                  </a:cubicBezTo>
                  <a:cubicBezTo>
                    <a:pt x="142649" y="115817"/>
                    <a:pt x="142656" y="117904"/>
                    <a:pt x="142666" y="119991"/>
                  </a:cubicBezTo>
                  <a:cubicBezTo>
                    <a:pt x="142665" y="121308"/>
                    <a:pt x="142663" y="122625"/>
                    <a:pt x="142660" y="123941"/>
                  </a:cubicBezTo>
                  <a:cubicBezTo>
                    <a:pt x="142663" y="124570"/>
                    <a:pt x="142666" y="125199"/>
                    <a:pt x="142669" y="125846"/>
                  </a:cubicBezTo>
                  <a:cubicBezTo>
                    <a:pt x="142657" y="127345"/>
                    <a:pt x="142568" y="128842"/>
                    <a:pt x="142463" y="130336"/>
                  </a:cubicBezTo>
                  <a:cubicBezTo>
                    <a:pt x="140512" y="131311"/>
                    <a:pt x="139081" y="131172"/>
                    <a:pt x="136897" y="131170"/>
                  </a:cubicBezTo>
                  <a:cubicBezTo>
                    <a:pt x="136031" y="131171"/>
                    <a:pt x="135165" y="131172"/>
                    <a:pt x="134272" y="131173"/>
                  </a:cubicBezTo>
                  <a:cubicBezTo>
                    <a:pt x="132840" y="131169"/>
                    <a:pt x="132840" y="131169"/>
                    <a:pt x="131379" y="131165"/>
                  </a:cubicBezTo>
                  <a:cubicBezTo>
                    <a:pt x="130367" y="131165"/>
                    <a:pt x="129355" y="131165"/>
                    <a:pt x="128343" y="131165"/>
                  </a:cubicBezTo>
                  <a:cubicBezTo>
                    <a:pt x="125591" y="131166"/>
                    <a:pt x="122839" y="131161"/>
                    <a:pt x="120087" y="131156"/>
                  </a:cubicBezTo>
                  <a:cubicBezTo>
                    <a:pt x="117213" y="131151"/>
                    <a:pt x="114339" y="131151"/>
                    <a:pt x="111464" y="131150"/>
                  </a:cubicBezTo>
                  <a:cubicBezTo>
                    <a:pt x="106020" y="131148"/>
                    <a:pt x="100575" y="131142"/>
                    <a:pt x="95130" y="131134"/>
                  </a:cubicBezTo>
                  <a:cubicBezTo>
                    <a:pt x="88932" y="131126"/>
                    <a:pt x="82735" y="131122"/>
                    <a:pt x="76537" y="131118"/>
                  </a:cubicBezTo>
                  <a:cubicBezTo>
                    <a:pt x="63785" y="131110"/>
                    <a:pt x="51034" y="131097"/>
                    <a:pt x="38283" y="131081"/>
                  </a:cubicBezTo>
                  <a:cubicBezTo>
                    <a:pt x="38404" y="131510"/>
                    <a:pt x="38525" y="131940"/>
                    <a:pt x="38649" y="132383"/>
                  </a:cubicBezTo>
                  <a:cubicBezTo>
                    <a:pt x="39268" y="135124"/>
                    <a:pt x="39130" y="137905"/>
                    <a:pt x="39123" y="140701"/>
                  </a:cubicBezTo>
                  <a:cubicBezTo>
                    <a:pt x="39125" y="141371"/>
                    <a:pt x="39126" y="142042"/>
                    <a:pt x="39127" y="142733"/>
                  </a:cubicBezTo>
                  <a:cubicBezTo>
                    <a:pt x="39131" y="144949"/>
                    <a:pt x="39128" y="147165"/>
                    <a:pt x="39126" y="149382"/>
                  </a:cubicBezTo>
                  <a:cubicBezTo>
                    <a:pt x="39126" y="150922"/>
                    <a:pt x="39127" y="152462"/>
                    <a:pt x="39128" y="154002"/>
                  </a:cubicBezTo>
                  <a:cubicBezTo>
                    <a:pt x="39129" y="157230"/>
                    <a:pt x="39127" y="160458"/>
                    <a:pt x="39124" y="163686"/>
                  </a:cubicBezTo>
                  <a:cubicBezTo>
                    <a:pt x="39120" y="167825"/>
                    <a:pt x="39122" y="171963"/>
                    <a:pt x="39127" y="176102"/>
                  </a:cubicBezTo>
                  <a:cubicBezTo>
                    <a:pt x="39129" y="179283"/>
                    <a:pt x="39128" y="182463"/>
                    <a:pt x="39127" y="185643"/>
                  </a:cubicBezTo>
                  <a:cubicBezTo>
                    <a:pt x="39126" y="187170"/>
                    <a:pt x="39127" y="188696"/>
                    <a:pt x="39128" y="190222"/>
                  </a:cubicBezTo>
                  <a:cubicBezTo>
                    <a:pt x="39130" y="192354"/>
                    <a:pt x="39127" y="194486"/>
                    <a:pt x="39123" y="196619"/>
                  </a:cubicBezTo>
                  <a:cubicBezTo>
                    <a:pt x="39125" y="197250"/>
                    <a:pt x="39126" y="197882"/>
                    <a:pt x="39128" y="198533"/>
                  </a:cubicBezTo>
                  <a:cubicBezTo>
                    <a:pt x="39118" y="201227"/>
                    <a:pt x="39011" y="203646"/>
                    <a:pt x="38283" y="206239"/>
                  </a:cubicBezTo>
                  <a:cubicBezTo>
                    <a:pt x="39168" y="206238"/>
                    <a:pt x="39168" y="206238"/>
                    <a:pt x="40070" y="206237"/>
                  </a:cubicBezTo>
                  <a:cubicBezTo>
                    <a:pt x="54403" y="206220"/>
                    <a:pt x="68736" y="206208"/>
                    <a:pt x="83069" y="206200"/>
                  </a:cubicBezTo>
                  <a:cubicBezTo>
                    <a:pt x="90001" y="206196"/>
                    <a:pt x="96932" y="206191"/>
                    <a:pt x="103863" y="206183"/>
                  </a:cubicBezTo>
                  <a:cubicBezTo>
                    <a:pt x="109902" y="206175"/>
                    <a:pt x="115941" y="206170"/>
                    <a:pt x="121980" y="206169"/>
                  </a:cubicBezTo>
                  <a:cubicBezTo>
                    <a:pt x="125180" y="206168"/>
                    <a:pt x="128379" y="206165"/>
                    <a:pt x="131579" y="206160"/>
                  </a:cubicBezTo>
                  <a:cubicBezTo>
                    <a:pt x="134587" y="206155"/>
                    <a:pt x="137595" y="206153"/>
                    <a:pt x="140603" y="206155"/>
                  </a:cubicBezTo>
                  <a:cubicBezTo>
                    <a:pt x="141710" y="206154"/>
                    <a:pt x="142818" y="206153"/>
                    <a:pt x="143925" y="206150"/>
                  </a:cubicBezTo>
                  <a:cubicBezTo>
                    <a:pt x="145430" y="206146"/>
                    <a:pt x="146935" y="206148"/>
                    <a:pt x="148440" y="206149"/>
                  </a:cubicBezTo>
                  <a:cubicBezTo>
                    <a:pt x="149285" y="206149"/>
                    <a:pt x="150129" y="206148"/>
                    <a:pt x="150999" y="206147"/>
                  </a:cubicBezTo>
                  <a:cubicBezTo>
                    <a:pt x="152881" y="206239"/>
                    <a:pt x="152881" y="206239"/>
                    <a:pt x="153625" y="206983"/>
                  </a:cubicBezTo>
                  <a:cubicBezTo>
                    <a:pt x="153842" y="211225"/>
                    <a:pt x="153858" y="215468"/>
                    <a:pt x="153885" y="219715"/>
                  </a:cubicBezTo>
                  <a:cubicBezTo>
                    <a:pt x="153898" y="221149"/>
                    <a:pt x="153918" y="222583"/>
                    <a:pt x="153946" y="224016"/>
                  </a:cubicBezTo>
                  <a:cubicBezTo>
                    <a:pt x="153987" y="226074"/>
                    <a:pt x="154003" y="228132"/>
                    <a:pt x="154014" y="230191"/>
                  </a:cubicBezTo>
                  <a:cubicBezTo>
                    <a:pt x="154031" y="230836"/>
                    <a:pt x="154048" y="231481"/>
                    <a:pt x="154065" y="232145"/>
                  </a:cubicBezTo>
                  <a:cubicBezTo>
                    <a:pt x="154059" y="233943"/>
                    <a:pt x="154059" y="233943"/>
                    <a:pt x="153625" y="236748"/>
                  </a:cubicBezTo>
                  <a:cubicBezTo>
                    <a:pt x="150619" y="237810"/>
                    <a:pt x="147379" y="237597"/>
                    <a:pt x="144222" y="237587"/>
                  </a:cubicBezTo>
                  <a:cubicBezTo>
                    <a:pt x="143656" y="237588"/>
                    <a:pt x="143089" y="237589"/>
                    <a:pt x="142506" y="237591"/>
                  </a:cubicBezTo>
                  <a:cubicBezTo>
                    <a:pt x="140612" y="237594"/>
                    <a:pt x="138717" y="237591"/>
                    <a:pt x="136823" y="237589"/>
                  </a:cubicBezTo>
                  <a:cubicBezTo>
                    <a:pt x="135464" y="237590"/>
                    <a:pt x="134104" y="237591"/>
                    <a:pt x="132745" y="237593"/>
                  </a:cubicBezTo>
                  <a:cubicBezTo>
                    <a:pt x="129055" y="237596"/>
                    <a:pt x="125365" y="237595"/>
                    <a:pt x="121676" y="237593"/>
                  </a:cubicBezTo>
                  <a:cubicBezTo>
                    <a:pt x="117816" y="237591"/>
                    <a:pt x="113956" y="237592"/>
                    <a:pt x="110096" y="237594"/>
                  </a:cubicBezTo>
                  <a:cubicBezTo>
                    <a:pt x="103614" y="237595"/>
                    <a:pt x="97133" y="237593"/>
                    <a:pt x="90652" y="237590"/>
                  </a:cubicBezTo>
                  <a:cubicBezTo>
                    <a:pt x="83155" y="237586"/>
                    <a:pt x="75658" y="237587"/>
                    <a:pt x="68162" y="237591"/>
                  </a:cubicBezTo>
                  <a:cubicBezTo>
                    <a:pt x="61728" y="237594"/>
                    <a:pt x="55294" y="237595"/>
                    <a:pt x="48859" y="237593"/>
                  </a:cubicBezTo>
                  <a:cubicBezTo>
                    <a:pt x="45016" y="237592"/>
                    <a:pt x="41172" y="237592"/>
                    <a:pt x="37328" y="237594"/>
                  </a:cubicBezTo>
                  <a:cubicBezTo>
                    <a:pt x="33715" y="237596"/>
                    <a:pt x="30102" y="237595"/>
                    <a:pt x="26489" y="237590"/>
                  </a:cubicBezTo>
                  <a:cubicBezTo>
                    <a:pt x="25162" y="237589"/>
                    <a:pt x="23835" y="237590"/>
                    <a:pt x="22508" y="237591"/>
                  </a:cubicBezTo>
                  <a:cubicBezTo>
                    <a:pt x="20699" y="237593"/>
                    <a:pt x="18890" y="237591"/>
                    <a:pt x="17081" y="237587"/>
                  </a:cubicBezTo>
                  <a:cubicBezTo>
                    <a:pt x="16554" y="237589"/>
                    <a:pt x="16027" y="237590"/>
                    <a:pt x="15483" y="237592"/>
                  </a:cubicBezTo>
                  <a:cubicBezTo>
                    <a:pt x="10370" y="237572"/>
                    <a:pt x="10370" y="237572"/>
                    <a:pt x="8517" y="236748"/>
                  </a:cubicBezTo>
                  <a:cubicBezTo>
                    <a:pt x="8148" y="235148"/>
                    <a:pt x="8148" y="235148"/>
                    <a:pt x="8151" y="232984"/>
                  </a:cubicBezTo>
                  <a:cubicBezTo>
                    <a:pt x="8145" y="232164"/>
                    <a:pt x="8139" y="231343"/>
                    <a:pt x="8133" y="230498"/>
                  </a:cubicBezTo>
                  <a:cubicBezTo>
                    <a:pt x="8142" y="229585"/>
                    <a:pt x="8150" y="228672"/>
                    <a:pt x="8159" y="227732"/>
                  </a:cubicBezTo>
                  <a:cubicBezTo>
                    <a:pt x="8157" y="226771"/>
                    <a:pt x="8154" y="225810"/>
                    <a:pt x="8152" y="224820"/>
                  </a:cubicBezTo>
                  <a:cubicBezTo>
                    <a:pt x="8145" y="222141"/>
                    <a:pt x="8157" y="219461"/>
                    <a:pt x="8172" y="216782"/>
                  </a:cubicBezTo>
                  <a:cubicBezTo>
                    <a:pt x="8185" y="213897"/>
                    <a:pt x="8180" y="211012"/>
                    <a:pt x="8178" y="208128"/>
                  </a:cubicBezTo>
                  <a:cubicBezTo>
                    <a:pt x="8176" y="203125"/>
                    <a:pt x="8186" y="198123"/>
                    <a:pt x="8203" y="193121"/>
                  </a:cubicBezTo>
                  <a:cubicBezTo>
                    <a:pt x="8227" y="185889"/>
                    <a:pt x="8234" y="178657"/>
                    <a:pt x="8238" y="171424"/>
                  </a:cubicBezTo>
                  <a:cubicBezTo>
                    <a:pt x="8245" y="159692"/>
                    <a:pt x="8265" y="147959"/>
                    <a:pt x="8293" y="136226"/>
                  </a:cubicBezTo>
                  <a:cubicBezTo>
                    <a:pt x="8320" y="124826"/>
                    <a:pt x="8341" y="113426"/>
                    <a:pt x="8354" y="102025"/>
                  </a:cubicBezTo>
                  <a:cubicBezTo>
                    <a:pt x="8354" y="101323"/>
                    <a:pt x="8355" y="100621"/>
                    <a:pt x="8356" y="99898"/>
                  </a:cubicBezTo>
                  <a:cubicBezTo>
                    <a:pt x="8360" y="96375"/>
                    <a:pt x="8364" y="92852"/>
                    <a:pt x="8367" y="89330"/>
                  </a:cubicBezTo>
                  <a:cubicBezTo>
                    <a:pt x="8398" y="60087"/>
                    <a:pt x="8451" y="30843"/>
                    <a:pt x="8517" y="1600"/>
                  </a:cubicBezTo>
                  <a:close/>
                </a:path>
              </a:pathLst>
            </a:custGeom>
            <a:grpFill/>
            <a:ln w="744" cap="flat">
              <a:noFill/>
              <a:prstDash val="solid"/>
              <a:miter/>
            </a:ln>
          </p:spPr>
          <p:txBody>
            <a:bodyPr rtlCol="0" anchor="ctr"/>
            <a:lstStyle/>
            <a:p>
              <a:endParaRPr lang="zh-CN" altLang="en-US"/>
            </a:p>
          </p:txBody>
        </p:sp>
        <p:sp>
          <p:nvSpPr>
            <p:cNvPr id="132" name="任意多边形: 形状 131"/>
            <p:cNvSpPr/>
            <p:nvPr/>
          </p:nvSpPr>
          <p:spPr>
            <a:xfrm>
              <a:off x="9813005" y="1388802"/>
              <a:ext cx="153607" cy="243348"/>
            </a:xfrm>
            <a:custGeom>
              <a:avLst/>
              <a:gdLst>
                <a:gd name="connsiteX0" fmla="*/ 66635 w 153607"/>
                <a:gd name="connsiteY0" fmla="*/ 1913 h 243348"/>
                <a:gd name="connsiteX1" fmla="*/ 70807 w 153607"/>
                <a:gd name="connsiteY1" fmla="*/ 1527 h 243348"/>
                <a:gd name="connsiteX2" fmla="*/ 73508 w 153607"/>
                <a:gd name="connsiteY2" fmla="*/ 1499 h 243348"/>
                <a:gd name="connsiteX3" fmla="*/ 76449 w 153607"/>
                <a:gd name="connsiteY3" fmla="*/ 1517 h 243348"/>
                <a:gd name="connsiteX4" fmla="*/ 79443 w 153607"/>
                <a:gd name="connsiteY4" fmla="*/ 1509 h 243348"/>
                <a:gd name="connsiteX5" fmla="*/ 85727 w 153607"/>
                <a:gd name="connsiteY5" fmla="*/ 1525 h 243348"/>
                <a:gd name="connsiteX6" fmla="*/ 93797 w 153607"/>
                <a:gd name="connsiteY6" fmla="*/ 1514 h 243348"/>
                <a:gd name="connsiteX7" fmla="*/ 99983 w 153607"/>
                <a:gd name="connsiteY7" fmla="*/ 1514 h 243348"/>
                <a:gd name="connsiteX8" fmla="*/ 104411 w 153607"/>
                <a:gd name="connsiteY8" fmla="*/ 1499 h 243348"/>
                <a:gd name="connsiteX9" fmla="*/ 107113 w 153607"/>
                <a:gd name="connsiteY9" fmla="*/ 1527 h 243348"/>
                <a:gd name="connsiteX10" fmla="*/ 109504 w 153607"/>
                <a:gd name="connsiteY10" fmla="*/ 1535 h 243348"/>
                <a:gd name="connsiteX11" fmla="*/ 111284 w 153607"/>
                <a:gd name="connsiteY11" fmla="*/ 1913 h 243348"/>
                <a:gd name="connsiteX12" fmla="*/ 112028 w 153607"/>
                <a:gd name="connsiteY12" fmla="*/ 4889 h 243348"/>
                <a:gd name="connsiteX13" fmla="*/ 116911 w 153607"/>
                <a:gd name="connsiteY13" fmla="*/ 5447 h 243348"/>
                <a:gd name="connsiteX14" fmla="*/ 119612 w 153607"/>
                <a:gd name="connsiteY14" fmla="*/ 5575 h 243348"/>
                <a:gd name="connsiteX15" fmla="*/ 121702 w 153607"/>
                <a:gd name="connsiteY15" fmla="*/ 5633 h 243348"/>
                <a:gd name="connsiteX16" fmla="*/ 121702 w 153607"/>
                <a:gd name="connsiteY16" fmla="*/ 8610 h 243348"/>
                <a:gd name="connsiteX17" fmla="*/ 124632 w 153607"/>
                <a:gd name="connsiteY17" fmla="*/ 8424 h 243348"/>
                <a:gd name="connsiteX18" fmla="*/ 127655 w 153607"/>
                <a:gd name="connsiteY18" fmla="*/ 8610 h 243348"/>
                <a:gd name="connsiteX19" fmla="*/ 128399 w 153607"/>
                <a:gd name="connsiteY19" fmla="*/ 11586 h 243348"/>
                <a:gd name="connsiteX20" fmla="*/ 131004 w 153607"/>
                <a:gd name="connsiteY20" fmla="*/ 11958 h 243348"/>
                <a:gd name="connsiteX21" fmla="*/ 133608 w 153607"/>
                <a:gd name="connsiteY21" fmla="*/ 12331 h 243348"/>
                <a:gd name="connsiteX22" fmla="*/ 134352 w 153607"/>
                <a:gd name="connsiteY22" fmla="*/ 15307 h 243348"/>
                <a:gd name="connsiteX23" fmla="*/ 138073 w 153607"/>
                <a:gd name="connsiteY23" fmla="*/ 16051 h 243348"/>
                <a:gd name="connsiteX24" fmla="*/ 138817 w 153607"/>
                <a:gd name="connsiteY24" fmla="*/ 18284 h 243348"/>
                <a:gd name="connsiteX25" fmla="*/ 140352 w 153607"/>
                <a:gd name="connsiteY25" fmla="*/ 18981 h 243348"/>
                <a:gd name="connsiteX26" fmla="*/ 141794 w 153607"/>
                <a:gd name="connsiteY26" fmla="*/ 19772 h 243348"/>
                <a:gd name="connsiteX27" fmla="*/ 141794 w 153607"/>
                <a:gd name="connsiteY27" fmla="*/ 22749 h 243348"/>
                <a:gd name="connsiteX28" fmla="*/ 144770 w 153607"/>
                <a:gd name="connsiteY28" fmla="*/ 24237 h 243348"/>
                <a:gd name="connsiteX29" fmla="*/ 144770 w 153607"/>
                <a:gd name="connsiteY29" fmla="*/ 26469 h 243348"/>
                <a:gd name="connsiteX30" fmla="*/ 147003 w 153607"/>
                <a:gd name="connsiteY30" fmla="*/ 27213 h 243348"/>
                <a:gd name="connsiteX31" fmla="*/ 147747 w 153607"/>
                <a:gd name="connsiteY31" fmla="*/ 30190 h 243348"/>
                <a:gd name="connsiteX32" fmla="*/ 149979 w 153607"/>
                <a:gd name="connsiteY32" fmla="*/ 30934 h 243348"/>
                <a:gd name="connsiteX33" fmla="*/ 151468 w 153607"/>
                <a:gd name="connsiteY33" fmla="*/ 35399 h 243348"/>
                <a:gd name="connsiteX34" fmla="*/ 152956 w 153607"/>
                <a:gd name="connsiteY34" fmla="*/ 35399 h 243348"/>
                <a:gd name="connsiteX35" fmla="*/ 154444 w 153607"/>
                <a:gd name="connsiteY35" fmla="*/ 40608 h 243348"/>
                <a:gd name="connsiteX36" fmla="*/ 155932 w 153607"/>
                <a:gd name="connsiteY36" fmla="*/ 40608 h 243348"/>
                <a:gd name="connsiteX37" fmla="*/ 156017 w 153607"/>
                <a:gd name="connsiteY37" fmla="*/ 42535 h 243348"/>
                <a:gd name="connsiteX38" fmla="*/ 156165 w 153607"/>
                <a:gd name="connsiteY38" fmla="*/ 45026 h 243348"/>
                <a:gd name="connsiteX39" fmla="*/ 156296 w 153607"/>
                <a:gd name="connsiteY39" fmla="*/ 47512 h 243348"/>
                <a:gd name="connsiteX40" fmla="*/ 156676 w 153607"/>
                <a:gd name="connsiteY40" fmla="*/ 49538 h 243348"/>
                <a:gd name="connsiteX41" fmla="*/ 158909 w 153607"/>
                <a:gd name="connsiteY41" fmla="*/ 50282 h 243348"/>
                <a:gd name="connsiteX42" fmla="*/ 159327 w 153607"/>
                <a:gd name="connsiteY42" fmla="*/ 56235 h 243348"/>
                <a:gd name="connsiteX43" fmla="*/ 159653 w 153607"/>
                <a:gd name="connsiteY43" fmla="*/ 62188 h 243348"/>
                <a:gd name="connsiteX44" fmla="*/ 161141 w 153607"/>
                <a:gd name="connsiteY44" fmla="*/ 62932 h 243348"/>
                <a:gd name="connsiteX45" fmla="*/ 161420 w 153607"/>
                <a:gd name="connsiteY45" fmla="*/ 68141 h 243348"/>
                <a:gd name="connsiteX46" fmla="*/ 161484 w 153607"/>
                <a:gd name="connsiteY46" fmla="*/ 71025 h 243348"/>
                <a:gd name="connsiteX47" fmla="*/ 161141 w 153607"/>
                <a:gd name="connsiteY47" fmla="*/ 73350 h 243348"/>
                <a:gd name="connsiteX48" fmla="*/ 152770 w 153607"/>
                <a:gd name="connsiteY48" fmla="*/ 74193 h 243348"/>
                <a:gd name="connsiteX49" fmla="*/ 151202 w 153607"/>
                <a:gd name="connsiteY49" fmla="*/ 74195 h 243348"/>
                <a:gd name="connsiteX50" fmla="*/ 147930 w 153607"/>
                <a:gd name="connsiteY50" fmla="*/ 74191 h 243348"/>
                <a:gd name="connsiteX51" fmla="*/ 142933 w 153607"/>
                <a:gd name="connsiteY51" fmla="*/ 74196 h 243348"/>
                <a:gd name="connsiteX52" fmla="*/ 139747 w 153607"/>
                <a:gd name="connsiteY52" fmla="*/ 74193 h 243348"/>
                <a:gd name="connsiteX53" fmla="*/ 136829 w 153607"/>
                <a:gd name="connsiteY53" fmla="*/ 74191 h 243348"/>
                <a:gd name="connsiteX54" fmla="*/ 131376 w 153607"/>
                <a:gd name="connsiteY54" fmla="*/ 73350 h 243348"/>
                <a:gd name="connsiteX55" fmla="*/ 130957 w 153607"/>
                <a:gd name="connsiteY55" fmla="*/ 67071 h 243348"/>
                <a:gd name="connsiteX56" fmla="*/ 130632 w 153607"/>
                <a:gd name="connsiteY56" fmla="*/ 60700 h 243348"/>
                <a:gd name="connsiteX57" fmla="*/ 128399 w 153607"/>
                <a:gd name="connsiteY57" fmla="*/ 59211 h 243348"/>
                <a:gd name="connsiteX58" fmla="*/ 127981 w 153607"/>
                <a:gd name="connsiteY58" fmla="*/ 56188 h 243348"/>
                <a:gd name="connsiteX59" fmla="*/ 127655 w 153607"/>
                <a:gd name="connsiteY59" fmla="*/ 53258 h 243348"/>
                <a:gd name="connsiteX60" fmla="*/ 126167 w 153607"/>
                <a:gd name="connsiteY60" fmla="*/ 52514 h 243348"/>
                <a:gd name="connsiteX61" fmla="*/ 125841 w 153607"/>
                <a:gd name="connsiteY61" fmla="*/ 51119 h 243348"/>
                <a:gd name="connsiteX62" fmla="*/ 123190 w 153607"/>
                <a:gd name="connsiteY62" fmla="*/ 47305 h 243348"/>
                <a:gd name="connsiteX63" fmla="*/ 123190 w 153607"/>
                <a:gd name="connsiteY63" fmla="*/ 45817 h 243348"/>
                <a:gd name="connsiteX64" fmla="*/ 120958 w 153607"/>
                <a:gd name="connsiteY64" fmla="*/ 45073 h 243348"/>
                <a:gd name="connsiteX65" fmla="*/ 120958 w 153607"/>
                <a:gd name="connsiteY65" fmla="*/ 42840 h 243348"/>
                <a:gd name="connsiteX66" fmla="*/ 119469 w 153607"/>
                <a:gd name="connsiteY66" fmla="*/ 42468 h 243348"/>
                <a:gd name="connsiteX67" fmla="*/ 117981 w 153607"/>
                <a:gd name="connsiteY67" fmla="*/ 42096 h 243348"/>
                <a:gd name="connsiteX68" fmla="*/ 117981 w 153607"/>
                <a:gd name="connsiteY68" fmla="*/ 39864 h 243348"/>
                <a:gd name="connsiteX69" fmla="*/ 116542 w 153607"/>
                <a:gd name="connsiteY69" fmla="*/ 39968 h 243348"/>
                <a:gd name="connsiteX70" fmla="*/ 114679 w 153607"/>
                <a:gd name="connsiteY70" fmla="*/ 40050 h 243348"/>
                <a:gd name="connsiteX71" fmla="*/ 112822 w 153607"/>
                <a:gd name="connsiteY71" fmla="*/ 40154 h 243348"/>
                <a:gd name="connsiteX72" fmla="*/ 111284 w 153607"/>
                <a:gd name="connsiteY72" fmla="*/ 39864 h 243348"/>
                <a:gd name="connsiteX73" fmla="*/ 111048 w 153607"/>
                <a:gd name="connsiteY73" fmla="*/ 38387 h 243348"/>
                <a:gd name="connsiteX74" fmla="*/ 110540 w 153607"/>
                <a:gd name="connsiteY74" fmla="*/ 36887 h 243348"/>
                <a:gd name="connsiteX75" fmla="*/ 104959 w 153607"/>
                <a:gd name="connsiteY75" fmla="*/ 36515 h 243348"/>
                <a:gd name="connsiteX76" fmla="*/ 99378 w 153607"/>
                <a:gd name="connsiteY76" fmla="*/ 36143 h 243348"/>
                <a:gd name="connsiteX77" fmla="*/ 99117 w 153607"/>
                <a:gd name="connsiteY77" fmla="*/ 34658 h 243348"/>
                <a:gd name="connsiteX78" fmla="*/ 98634 w 153607"/>
                <a:gd name="connsiteY78" fmla="*/ 33166 h 243348"/>
                <a:gd name="connsiteX79" fmla="*/ 94355 w 153607"/>
                <a:gd name="connsiteY79" fmla="*/ 32771 h 243348"/>
                <a:gd name="connsiteX80" fmla="*/ 91727 w 153607"/>
                <a:gd name="connsiteY80" fmla="*/ 32760 h 243348"/>
                <a:gd name="connsiteX81" fmla="*/ 88960 w 153607"/>
                <a:gd name="connsiteY81" fmla="*/ 32794 h 243348"/>
                <a:gd name="connsiteX82" fmla="*/ 86192 w 153607"/>
                <a:gd name="connsiteY82" fmla="*/ 32760 h 243348"/>
                <a:gd name="connsiteX83" fmla="*/ 83565 w 153607"/>
                <a:gd name="connsiteY83" fmla="*/ 32771 h 243348"/>
                <a:gd name="connsiteX84" fmla="*/ 81135 w 153607"/>
                <a:gd name="connsiteY84" fmla="*/ 32781 h 243348"/>
                <a:gd name="connsiteX85" fmla="*/ 79286 w 153607"/>
                <a:gd name="connsiteY85" fmla="*/ 33166 h 243348"/>
                <a:gd name="connsiteX86" fmla="*/ 78542 w 153607"/>
                <a:gd name="connsiteY86" fmla="*/ 36143 h 243348"/>
                <a:gd name="connsiteX87" fmla="*/ 73379 w 153607"/>
                <a:gd name="connsiteY87" fmla="*/ 36515 h 243348"/>
                <a:gd name="connsiteX88" fmla="*/ 68124 w 153607"/>
                <a:gd name="connsiteY88" fmla="*/ 36887 h 243348"/>
                <a:gd name="connsiteX89" fmla="*/ 66635 w 153607"/>
                <a:gd name="connsiteY89" fmla="*/ 39864 h 243348"/>
                <a:gd name="connsiteX90" fmla="*/ 61426 w 153607"/>
                <a:gd name="connsiteY90" fmla="*/ 39864 h 243348"/>
                <a:gd name="connsiteX91" fmla="*/ 61426 w 153607"/>
                <a:gd name="connsiteY91" fmla="*/ 42840 h 243348"/>
                <a:gd name="connsiteX92" fmla="*/ 57706 w 153607"/>
                <a:gd name="connsiteY92" fmla="*/ 43584 h 243348"/>
                <a:gd name="connsiteX93" fmla="*/ 56217 w 153607"/>
                <a:gd name="connsiteY93" fmla="*/ 45817 h 243348"/>
                <a:gd name="connsiteX94" fmla="*/ 54729 w 153607"/>
                <a:gd name="connsiteY94" fmla="*/ 45817 h 243348"/>
                <a:gd name="connsiteX95" fmla="*/ 54357 w 153607"/>
                <a:gd name="connsiteY95" fmla="*/ 47677 h 243348"/>
                <a:gd name="connsiteX96" fmla="*/ 53985 w 153607"/>
                <a:gd name="connsiteY96" fmla="*/ 49538 h 243348"/>
                <a:gd name="connsiteX97" fmla="*/ 52497 w 153607"/>
                <a:gd name="connsiteY97" fmla="*/ 49538 h 243348"/>
                <a:gd name="connsiteX98" fmla="*/ 51753 w 153607"/>
                <a:gd name="connsiteY98" fmla="*/ 55491 h 243348"/>
                <a:gd name="connsiteX99" fmla="*/ 49520 w 153607"/>
                <a:gd name="connsiteY99" fmla="*/ 55491 h 243348"/>
                <a:gd name="connsiteX100" fmla="*/ 49799 w 153607"/>
                <a:gd name="connsiteY100" fmla="*/ 65118 h 243348"/>
                <a:gd name="connsiteX101" fmla="*/ 49869 w 153607"/>
                <a:gd name="connsiteY101" fmla="*/ 67895 h 243348"/>
                <a:gd name="connsiteX102" fmla="*/ 49956 w 153607"/>
                <a:gd name="connsiteY102" fmla="*/ 70533 h 243348"/>
                <a:gd name="connsiteX103" fmla="*/ 50027 w 153607"/>
                <a:gd name="connsiteY103" fmla="*/ 72978 h 243348"/>
                <a:gd name="connsiteX104" fmla="*/ 50264 w 153607"/>
                <a:gd name="connsiteY104" fmla="*/ 74838 h 243348"/>
                <a:gd name="connsiteX105" fmla="*/ 51753 w 153607"/>
                <a:gd name="connsiteY105" fmla="*/ 75582 h 243348"/>
                <a:gd name="connsiteX106" fmla="*/ 52078 w 153607"/>
                <a:gd name="connsiteY106" fmla="*/ 78094 h 243348"/>
                <a:gd name="connsiteX107" fmla="*/ 54729 w 153607"/>
                <a:gd name="connsiteY107" fmla="*/ 83024 h 243348"/>
                <a:gd name="connsiteX108" fmla="*/ 54729 w 153607"/>
                <a:gd name="connsiteY108" fmla="*/ 84512 h 243348"/>
                <a:gd name="connsiteX109" fmla="*/ 56962 w 153607"/>
                <a:gd name="connsiteY109" fmla="*/ 84512 h 243348"/>
                <a:gd name="connsiteX110" fmla="*/ 56962 w 153607"/>
                <a:gd name="connsiteY110" fmla="*/ 87489 h 243348"/>
                <a:gd name="connsiteX111" fmla="*/ 59520 w 153607"/>
                <a:gd name="connsiteY111" fmla="*/ 87303 h 243348"/>
                <a:gd name="connsiteX112" fmla="*/ 62171 w 153607"/>
                <a:gd name="connsiteY112" fmla="*/ 87489 h 243348"/>
                <a:gd name="connsiteX113" fmla="*/ 62499 w 153607"/>
                <a:gd name="connsiteY113" fmla="*/ 88962 h 243348"/>
                <a:gd name="connsiteX114" fmla="*/ 62915 w 153607"/>
                <a:gd name="connsiteY114" fmla="*/ 90465 h 243348"/>
                <a:gd name="connsiteX115" fmla="*/ 66263 w 153607"/>
                <a:gd name="connsiteY115" fmla="*/ 90884 h 243348"/>
                <a:gd name="connsiteX116" fmla="*/ 69612 w 153607"/>
                <a:gd name="connsiteY116" fmla="*/ 91209 h 243348"/>
                <a:gd name="connsiteX117" fmla="*/ 70356 w 153607"/>
                <a:gd name="connsiteY117" fmla="*/ 93442 h 243348"/>
                <a:gd name="connsiteX118" fmla="*/ 76705 w 153607"/>
                <a:gd name="connsiteY118" fmla="*/ 93811 h 243348"/>
                <a:gd name="connsiteX119" fmla="*/ 78542 w 153607"/>
                <a:gd name="connsiteY119" fmla="*/ 94186 h 243348"/>
                <a:gd name="connsiteX120" fmla="*/ 78844 w 153607"/>
                <a:gd name="connsiteY120" fmla="*/ 95677 h 243348"/>
                <a:gd name="connsiteX121" fmla="*/ 79286 w 153607"/>
                <a:gd name="connsiteY121" fmla="*/ 97163 h 243348"/>
                <a:gd name="connsiteX122" fmla="*/ 84495 w 153607"/>
                <a:gd name="connsiteY122" fmla="*/ 97535 h 243348"/>
                <a:gd name="connsiteX123" fmla="*/ 89704 w 153607"/>
                <a:gd name="connsiteY123" fmla="*/ 97907 h 243348"/>
                <a:gd name="connsiteX124" fmla="*/ 90076 w 153607"/>
                <a:gd name="connsiteY124" fmla="*/ 99418 h 243348"/>
                <a:gd name="connsiteX125" fmla="*/ 90448 w 153607"/>
                <a:gd name="connsiteY125" fmla="*/ 100883 h 243348"/>
                <a:gd name="connsiteX126" fmla="*/ 95657 w 153607"/>
                <a:gd name="connsiteY126" fmla="*/ 100883 h 243348"/>
                <a:gd name="connsiteX127" fmla="*/ 100866 w 153607"/>
                <a:gd name="connsiteY127" fmla="*/ 100883 h 243348"/>
                <a:gd name="connsiteX128" fmla="*/ 101610 w 153607"/>
                <a:gd name="connsiteY128" fmla="*/ 103860 h 243348"/>
                <a:gd name="connsiteX129" fmla="*/ 106866 w 153607"/>
                <a:gd name="connsiteY129" fmla="*/ 104418 h 243348"/>
                <a:gd name="connsiteX130" fmla="*/ 109775 w 153607"/>
                <a:gd name="connsiteY130" fmla="*/ 104546 h 243348"/>
                <a:gd name="connsiteX131" fmla="*/ 112028 w 153607"/>
                <a:gd name="connsiteY131" fmla="*/ 104604 h 243348"/>
                <a:gd name="connsiteX132" fmla="*/ 112028 w 153607"/>
                <a:gd name="connsiteY132" fmla="*/ 107581 h 243348"/>
                <a:gd name="connsiteX133" fmla="*/ 114118 w 153607"/>
                <a:gd name="connsiteY133" fmla="*/ 107639 h 243348"/>
                <a:gd name="connsiteX134" fmla="*/ 116818 w 153607"/>
                <a:gd name="connsiteY134" fmla="*/ 107767 h 243348"/>
                <a:gd name="connsiteX135" fmla="*/ 119513 w 153607"/>
                <a:gd name="connsiteY135" fmla="*/ 107871 h 243348"/>
                <a:gd name="connsiteX136" fmla="*/ 121702 w 153607"/>
                <a:gd name="connsiteY136" fmla="*/ 108325 h 243348"/>
                <a:gd name="connsiteX137" fmla="*/ 122446 w 153607"/>
                <a:gd name="connsiteY137" fmla="*/ 111301 h 243348"/>
                <a:gd name="connsiteX138" fmla="*/ 128140 w 153607"/>
                <a:gd name="connsiteY138" fmla="*/ 111115 h 243348"/>
                <a:gd name="connsiteX139" fmla="*/ 129887 w 153607"/>
                <a:gd name="connsiteY139" fmla="*/ 111301 h 243348"/>
                <a:gd name="connsiteX140" fmla="*/ 131376 w 153607"/>
                <a:gd name="connsiteY140" fmla="*/ 114278 h 243348"/>
                <a:gd name="connsiteX141" fmla="*/ 135841 w 153607"/>
                <a:gd name="connsiteY141" fmla="*/ 115022 h 243348"/>
                <a:gd name="connsiteX142" fmla="*/ 135841 w 153607"/>
                <a:gd name="connsiteY142" fmla="*/ 117999 h 243348"/>
                <a:gd name="connsiteX143" fmla="*/ 138399 w 153607"/>
                <a:gd name="connsiteY143" fmla="*/ 117812 h 243348"/>
                <a:gd name="connsiteX144" fmla="*/ 141050 w 153607"/>
                <a:gd name="connsiteY144" fmla="*/ 117999 h 243348"/>
                <a:gd name="connsiteX145" fmla="*/ 141794 w 153607"/>
                <a:gd name="connsiteY145" fmla="*/ 120975 h 243348"/>
                <a:gd name="connsiteX146" fmla="*/ 143328 w 153607"/>
                <a:gd name="connsiteY146" fmla="*/ 121347 h 243348"/>
                <a:gd name="connsiteX147" fmla="*/ 144770 w 153607"/>
                <a:gd name="connsiteY147" fmla="*/ 121719 h 243348"/>
                <a:gd name="connsiteX148" fmla="*/ 144770 w 153607"/>
                <a:gd name="connsiteY148" fmla="*/ 124696 h 243348"/>
                <a:gd name="connsiteX149" fmla="*/ 146910 w 153607"/>
                <a:gd name="connsiteY149" fmla="*/ 124882 h 243348"/>
                <a:gd name="connsiteX150" fmla="*/ 150119 w 153607"/>
                <a:gd name="connsiteY150" fmla="*/ 126835 h 243348"/>
                <a:gd name="connsiteX151" fmla="*/ 150723 w 153607"/>
                <a:gd name="connsiteY151" fmla="*/ 128416 h 243348"/>
                <a:gd name="connsiteX152" fmla="*/ 152956 w 153607"/>
                <a:gd name="connsiteY152" fmla="*/ 130649 h 243348"/>
                <a:gd name="connsiteX153" fmla="*/ 156676 w 153607"/>
                <a:gd name="connsiteY153" fmla="*/ 137346 h 243348"/>
                <a:gd name="connsiteX154" fmla="*/ 158165 w 153607"/>
                <a:gd name="connsiteY154" fmla="*/ 138090 h 243348"/>
                <a:gd name="connsiteX155" fmla="*/ 158909 w 153607"/>
                <a:gd name="connsiteY155" fmla="*/ 143299 h 243348"/>
                <a:gd name="connsiteX156" fmla="*/ 161141 w 153607"/>
                <a:gd name="connsiteY156" fmla="*/ 143299 h 243348"/>
                <a:gd name="connsiteX157" fmla="*/ 161505 w 153607"/>
                <a:gd name="connsiteY157" fmla="*/ 147877 h 243348"/>
                <a:gd name="connsiteX158" fmla="*/ 161885 w 153607"/>
                <a:gd name="connsiteY158" fmla="*/ 149252 h 243348"/>
                <a:gd name="connsiteX159" fmla="*/ 164118 w 153607"/>
                <a:gd name="connsiteY159" fmla="*/ 149997 h 243348"/>
                <a:gd name="connsiteX160" fmla="*/ 164560 w 153607"/>
                <a:gd name="connsiteY160" fmla="*/ 158089 h 243348"/>
                <a:gd name="connsiteX161" fmla="*/ 164862 w 153607"/>
                <a:gd name="connsiteY161" fmla="*/ 160415 h 243348"/>
                <a:gd name="connsiteX162" fmla="*/ 167094 w 153607"/>
                <a:gd name="connsiteY162" fmla="*/ 161159 h 243348"/>
                <a:gd name="connsiteX163" fmla="*/ 167312 w 153607"/>
                <a:gd name="connsiteY163" fmla="*/ 166603 h 243348"/>
                <a:gd name="connsiteX164" fmla="*/ 167303 w 153607"/>
                <a:gd name="connsiteY164" fmla="*/ 168252 h 243348"/>
                <a:gd name="connsiteX165" fmla="*/ 167234 w 153607"/>
                <a:gd name="connsiteY165" fmla="*/ 173483 h 243348"/>
                <a:gd name="connsiteX166" fmla="*/ 167203 w 153607"/>
                <a:gd name="connsiteY166" fmla="*/ 177023 h 243348"/>
                <a:gd name="connsiteX167" fmla="*/ 167094 w 153607"/>
                <a:gd name="connsiteY167" fmla="*/ 185715 h 243348"/>
                <a:gd name="connsiteX168" fmla="*/ 164862 w 153607"/>
                <a:gd name="connsiteY168" fmla="*/ 184971 h 243348"/>
                <a:gd name="connsiteX169" fmla="*/ 164118 w 153607"/>
                <a:gd name="connsiteY169" fmla="*/ 197622 h 243348"/>
                <a:gd name="connsiteX170" fmla="*/ 162630 w 153607"/>
                <a:gd name="connsiteY170" fmla="*/ 197622 h 243348"/>
                <a:gd name="connsiteX171" fmla="*/ 161885 w 153607"/>
                <a:gd name="connsiteY171" fmla="*/ 200552 h 243348"/>
                <a:gd name="connsiteX172" fmla="*/ 161141 w 153607"/>
                <a:gd name="connsiteY172" fmla="*/ 203575 h 243348"/>
                <a:gd name="connsiteX173" fmla="*/ 159653 w 153607"/>
                <a:gd name="connsiteY173" fmla="*/ 204319 h 243348"/>
                <a:gd name="connsiteX174" fmla="*/ 158909 w 153607"/>
                <a:gd name="connsiteY174" fmla="*/ 207295 h 243348"/>
                <a:gd name="connsiteX175" fmla="*/ 158165 w 153607"/>
                <a:gd name="connsiteY175" fmla="*/ 210272 h 243348"/>
                <a:gd name="connsiteX176" fmla="*/ 156676 w 153607"/>
                <a:gd name="connsiteY176" fmla="*/ 211016 h 243348"/>
                <a:gd name="connsiteX177" fmla="*/ 156351 w 153607"/>
                <a:gd name="connsiteY177" fmla="*/ 212783 h 243348"/>
                <a:gd name="connsiteX178" fmla="*/ 153700 w 153607"/>
                <a:gd name="connsiteY178" fmla="*/ 216969 h 243348"/>
                <a:gd name="connsiteX179" fmla="*/ 150305 w 153607"/>
                <a:gd name="connsiteY179" fmla="*/ 221062 h 243348"/>
                <a:gd name="connsiteX180" fmla="*/ 148535 w 153607"/>
                <a:gd name="connsiteY180" fmla="*/ 223225 h 243348"/>
                <a:gd name="connsiteX181" fmla="*/ 145514 w 153607"/>
                <a:gd name="connsiteY181" fmla="*/ 227387 h 243348"/>
                <a:gd name="connsiteX182" fmla="*/ 143980 w 153607"/>
                <a:gd name="connsiteY182" fmla="*/ 227759 h 243348"/>
                <a:gd name="connsiteX183" fmla="*/ 142538 w 153607"/>
                <a:gd name="connsiteY183" fmla="*/ 228131 h 243348"/>
                <a:gd name="connsiteX184" fmla="*/ 141794 w 153607"/>
                <a:gd name="connsiteY184" fmla="*/ 230364 h 243348"/>
                <a:gd name="connsiteX185" fmla="*/ 138817 w 153607"/>
                <a:gd name="connsiteY185" fmla="*/ 231852 h 243348"/>
                <a:gd name="connsiteX186" fmla="*/ 138073 w 153607"/>
                <a:gd name="connsiteY186" fmla="*/ 234084 h 243348"/>
                <a:gd name="connsiteX187" fmla="*/ 135841 w 153607"/>
                <a:gd name="connsiteY187" fmla="*/ 234410 h 243348"/>
                <a:gd name="connsiteX188" fmla="*/ 133608 w 153607"/>
                <a:gd name="connsiteY188" fmla="*/ 234829 h 243348"/>
                <a:gd name="connsiteX189" fmla="*/ 133306 w 153607"/>
                <a:gd name="connsiteY189" fmla="*/ 236317 h 243348"/>
                <a:gd name="connsiteX190" fmla="*/ 132864 w 153607"/>
                <a:gd name="connsiteY190" fmla="*/ 237805 h 243348"/>
                <a:gd name="connsiteX191" fmla="*/ 129515 w 153607"/>
                <a:gd name="connsiteY191" fmla="*/ 238224 h 243348"/>
                <a:gd name="connsiteX192" fmla="*/ 126167 w 153607"/>
                <a:gd name="connsiteY192" fmla="*/ 238549 h 243348"/>
                <a:gd name="connsiteX193" fmla="*/ 125423 w 153607"/>
                <a:gd name="connsiteY193" fmla="*/ 240782 h 243348"/>
                <a:gd name="connsiteX194" fmla="*/ 119728 w 153607"/>
                <a:gd name="connsiteY194" fmla="*/ 241151 h 243348"/>
                <a:gd name="connsiteX195" fmla="*/ 117981 w 153607"/>
                <a:gd name="connsiteY195" fmla="*/ 241526 h 243348"/>
                <a:gd name="connsiteX196" fmla="*/ 117407 w 153607"/>
                <a:gd name="connsiteY196" fmla="*/ 243016 h 243348"/>
                <a:gd name="connsiteX197" fmla="*/ 116493 w 153607"/>
                <a:gd name="connsiteY197" fmla="*/ 244502 h 243348"/>
                <a:gd name="connsiteX198" fmla="*/ 112020 w 153607"/>
                <a:gd name="connsiteY198" fmla="*/ 244840 h 243348"/>
                <a:gd name="connsiteX199" fmla="*/ 109177 w 153607"/>
                <a:gd name="connsiteY199" fmla="*/ 244840 h 243348"/>
                <a:gd name="connsiteX200" fmla="*/ 106092 w 153607"/>
                <a:gd name="connsiteY200" fmla="*/ 244793 h 243348"/>
                <a:gd name="connsiteX201" fmla="*/ 102946 w 153607"/>
                <a:gd name="connsiteY201" fmla="*/ 244780 h 243348"/>
                <a:gd name="connsiteX202" fmla="*/ 94659 w 153607"/>
                <a:gd name="connsiteY202" fmla="*/ 244707 h 243348"/>
                <a:gd name="connsiteX203" fmla="*/ 86204 w 153607"/>
                <a:gd name="connsiteY203" fmla="*/ 244648 h 243348"/>
                <a:gd name="connsiteX204" fmla="*/ 69612 w 153607"/>
                <a:gd name="connsiteY204" fmla="*/ 244502 h 243348"/>
                <a:gd name="connsiteX205" fmla="*/ 69612 w 153607"/>
                <a:gd name="connsiteY205" fmla="*/ 241526 h 243348"/>
                <a:gd name="connsiteX206" fmla="*/ 66961 w 153607"/>
                <a:gd name="connsiteY206" fmla="*/ 241572 h 243348"/>
                <a:gd name="connsiteX207" fmla="*/ 58450 w 153607"/>
                <a:gd name="connsiteY207" fmla="*/ 240782 h 243348"/>
                <a:gd name="connsiteX208" fmla="*/ 58450 w 153607"/>
                <a:gd name="connsiteY208" fmla="*/ 237805 h 243348"/>
                <a:gd name="connsiteX209" fmla="*/ 52497 w 153607"/>
                <a:gd name="connsiteY209" fmla="*/ 237805 h 243348"/>
                <a:gd name="connsiteX210" fmla="*/ 52497 w 153607"/>
                <a:gd name="connsiteY210" fmla="*/ 234829 h 243348"/>
                <a:gd name="connsiteX211" fmla="*/ 49939 w 153607"/>
                <a:gd name="connsiteY211" fmla="*/ 234596 h 243348"/>
                <a:gd name="connsiteX212" fmla="*/ 47288 w 153607"/>
                <a:gd name="connsiteY212" fmla="*/ 234084 h 243348"/>
                <a:gd name="connsiteX213" fmla="*/ 46544 w 153607"/>
                <a:gd name="connsiteY213" fmla="*/ 231852 h 243348"/>
                <a:gd name="connsiteX214" fmla="*/ 44311 w 153607"/>
                <a:gd name="connsiteY214" fmla="*/ 231108 h 243348"/>
                <a:gd name="connsiteX215" fmla="*/ 42079 w 153607"/>
                <a:gd name="connsiteY215" fmla="*/ 230364 h 243348"/>
                <a:gd name="connsiteX216" fmla="*/ 41335 w 153607"/>
                <a:gd name="connsiteY216" fmla="*/ 228131 h 243348"/>
                <a:gd name="connsiteX217" fmla="*/ 39846 w 153607"/>
                <a:gd name="connsiteY217" fmla="*/ 227806 h 243348"/>
                <a:gd name="connsiteX218" fmla="*/ 38358 w 153607"/>
                <a:gd name="connsiteY218" fmla="*/ 227387 h 243348"/>
                <a:gd name="connsiteX219" fmla="*/ 37614 w 153607"/>
                <a:gd name="connsiteY219" fmla="*/ 224411 h 243348"/>
                <a:gd name="connsiteX220" fmla="*/ 35382 w 153607"/>
                <a:gd name="connsiteY220" fmla="*/ 223666 h 243348"/>
                <a:gd name="connsiteX221" fmla="*/ 34637 w 153607"/>
                <a:gd name="connsiteY221" fmla="*/ 221434 h 243348"/>
                <a:gd name="connsiteX222" fmla="*/ 32405 w 153607"/>
                <a:gd name="connsiteY222" fmla="*/ 219946 h 243348"/>
                <a:gd name="connsiteX223" fmla="*/ 32405 w 153607"/>
                <a:gd name="connsiteY223" fmla="*/ 217713 h 243348"/>
                <a:gd name="connsiteX224" fmla="*/ 30173 w 153607"/>
                <a:gd name="connsiteY224" fmla="*/ 217713 h 243348"/>
                <a:gd name="connsiteX225" fmla="*/ 29428 w 153607"/>
                <a:gd name="connsiteY225" fmla="*/ 213993 h 243348"/>
                <a:gd name="connsiteX226" fmla="*/ 27940 w 153607"/>
                <a:gd name="connsiteY226" fmla="*/ 213248 h 243348"/>
                <a:gd name="connsiteX227" fmla="*/ 27615 w 153607"/>
                <a:gd name="connsiteY227" fmla="*/ 211342 h 243348"/>
                <a:gd name="connsiteX228" fmla="*/ 27196 w 153607"/>
                <a:gd name="connsiteY228" fmla="*/ 209528 h 243348"/>
                <a:gd name="connsiteX229" fmla="*/ 24964 w 153607"/>
                <a:gd name="connsiteY229" fmla="*/ 209528 h 243348"/>
                <a:gd name="connsiteX230" fmla="*/ 23475 w 153607"/>
                <a:gd name="connsiteY230" fmla="*/ 204319 h 243348"/>
                <a:gd name="connsiteX231" fmla="*/ 21987 w 153607"/>
                <a:gd name="connsiteY231" fmla="*/ 204319 h 243348"/>
                <a:gd name="connsiteX232" fmla="*/ 21754 w 153607"/>
                <a:gd name="connsiteY232" fmla="*/ 201761 h 243348"/>
                <a:gd name="connsiteX233" fmla="*/ 21243 w 153607"/>
                <a:gd name="connsiteY233" fmla="*/ 199110 h 243348"/>
                <a:gd name="connsiteX234" fmla="*/ 19010 w 153607"/>
                <a:gd name="connsiteY234" fmla="*/ 198366 h 243348"/>
                <a:gd name="connsiteX235" fmla="*/ 18592 w 153607"/>
                <a:gd name="connsiteY235" fmla="*/ 194645 h 243348"/>
                <a:gd name="connsiteX236" fmla="*/ 18266 w 153607"/>
                <a:gd name="connsiteY236" fmla="*/ 190924 h 243348"/>
                <a:gd name="connsiteX237" fmla="*/ 16778 w 153607"/>
                <a:gd name="connsiteY237" fmla="*/ 190180 h 243348"/>
                <a:gd name="connsiteX238" fmla="*/ 16406 w 153607"/>
                <a:gd name="connsiteY238" fmla="*/ 185808 h 243348"/>
                <a:gd name="connsiteX239" fmla="*/ 14546 w 153607"/>
                <a:gd name="connsiteY239" fmla="*/ 179018 h 243348"/>
                <a:gd name="connsiteX240" fmla="*/ 13801 w 153607"/>
                <a:gd name="connsiteY240" fmla="*/ 179018 h 243348"/>
                <a:gd name="connsiteX241" fmla="*/ 13755 w 153607"/>
                <a:gd name="connsiteY241" fmla="*/ 169391 h 243348"/>
                <a:gd name="connsiteX242" fmla="*/ 13736 w 153607"/>
                <a:gd name="connsiteY242" fmla="*/ 166613 h 243348"/>
                <a:gd name="connsiteX243" fmla="*/ 13729 w 153607"/>
                <a:gd name="connsiteY243" fmla="*/ 163975 h 243348"/>
                <a:gd name="connsiteX244" fmla="*/ 13717 w 153607"/>
                <a:gd name="connsiteY244" fmla="*/ 161531 h 243348"/>
                <a:gd name="connsiteX245" fmla="*/ 14546 w 153607"/>
                <a:gd name="connsiteY245" fmla="*/ 158926 h 243348"/>
                <a:gd name="connsiteX246" fmla="*/ 20289 w 153607"/>
                <a:gd name="connsiteY246" fmla="*/ 158827 h 243348"/>
                <a:gd name="connsiteX247" fmla="*/ 22033 w 153607"/>
                <a:gd name="connsiteY247" fmla="*/ 158825 h 243348"/>
                <a:gd name="connsiteX248" fmla="*/ 25688 w 153607"/>
                <a:gd name="connsiteY248" fmla="*/ 158829 h 243348"/>
                <a:gd name="connsiteX249" fmla="*/ 31303 w 153607"/>
                <a:gd name="connsiteY249" fmla="*/ 158824 h 243348"/>
                <a:gd name="connsiteX250" fmla="*/ 34847 w 153607"/>
                <a:gd name="connsiteY250" fmla="*/ 158827 h 243348"/>
                <a:gd name="connsiteX251" fmla="*/ 36554 w 153607"/>
                <a:gd name="connsiteY251" fmla="*/ 158823 h 243348"/>
                <a:gd name="connsiteX252" fmla="*/ 41335 w 153607"/>
                <a:gd name="connsiteY252" fmla="*/ 159670 h 243348"/>
                <a:gd name="connsiteX253" fmla="*/ 41381 w 153607"/>
                <a:gd name="connsiteY253" fmla="*/ 163810 h 243348"/>
                <a:gd name="connsiteX254" fmla="*/ 41361 w 153607"/>
                <a:gd name="connsiteY254" fmla="*/ 166091 h 243348"/>
                <a:gd name="connsiteX255" fmla="*/ 41335 w 153607"/>
                <a:gd name="connsiteY255" fmla="*/ 167856 h 243348"/>
                <a:gd name="connsiteX256" fmla="*/ 43567 w 153607"/>
                <a:gd name="connsiteY256" fmla="*/ 167856 h 243348"/>
                <a:gd name="connsiteX257" fmla="*/ 43651 w 153607"/>
                <a:gd name="connsiteY257" fmla="*/ 170056 h 243348"/>
                <a:gd name="connsiteX258" fmla="*/ 43800 w 153607"/>
                <a:gd name="connsiteY258" fmla="*/ 172925 h 243348"/>
                <a:gd name="connsiteX259" fmla="*/ 43930 w 153607"/>
                <a:gd name="connsiteY259" fmla="*/ 175777 h 243348"/>
                <a:gd name="connsiteX260" fmla="*/ 46544 w 153607"/>
                <a:gd name="connsiteY260" fmla="*/ 180506 h 243348"/>
                <a:gd name="connsiteX261" fmla="*/ 46962 w 153607"/>
                <a:gd name="connsiteY261" fmla="*/ 183576 h 243348"/>
                <a:gd name="connsiteX262" fmla="*/ 47288 w 153607"/>
                <a:gd name="connsiteY262" fmla="*/ 186459 h 243348"/>
                <a:gd name="connsiteX263" fmla="*/ 48776 w 153607"/>
                <a:gd name="connsiteY263" fmla="*/ 187204 h 243348"/>
                <a:gd name="connsiteX264" fmla="*/ 49776 w 153607"/>
                <a:gd name="connsiteY264" fmla="*/ 189212 h 243348"/>
                <a:gd name="connsiteX265" fmla="*/ 54357 w 153607"/>
                <a:gd name="connsiteY265" fmla="*/ 195994 h 243348"/>
                <a:gd name="connsiteX266" fmla="*/ 56101 w 153607"/>
                <a:gd name="connsiteY266" fmla="*/ 198148 h 243348"/>
                <a:gd name="connsiteX267" fmla="*/ 59938 w 153607"/>
                <a:gd name="connsiteY267" fmla="*/ 200598 h 243348"/>
                <a:gd name="connsiteX268" fmla="*/ 60682 w 153607"/>
                <a:gd name="connsiteY268" fmla="*/ 202831 h 243348"/>
                <a:gd name="connsiteX269" fmla="*/ 62496 w 153607"/>
                <a:gd name="connsiteY269" fmla="*/ 203156 h 243348"/>
                <a:gd name="connsiteX270" fmla="*/ 64403 w 153607"/>
                <a:gd name="connsiteY270" fmla="*/ 203575 h 243348"/>
                <a:gd name="connsiteX271" fmla="*/ 65054 w 153607"/>
                <a:gd name="connsiteY271" fmla="*/ 205063 h 243348"/>
                <a:gd name="connsiteX272" fmla="*/ 65891 w 153607"/>
                <a:gd name="connsiteY272" fmla="*/ 206551 h 243348"/>
                <a:gd name="connsiteX273" fmla="*/ 69286 w 153607"/>
                <a:gd name="connsiteY273" fmla="*/ 206970 h 243348"/>
                <a:gd name="connsiteX274" fmla="*/ 72589 w 153607"/>
                <a:gd name="connsiteY274" fmla="*/ 207295 h 243348"/>
                <a:gd name="connsiteX275" fmla="*/ 73333 w 153607"/>
                <a:gd name="connsiteY275" fmla="*/ 209528 h 243348"/>
                <a:gd name="connsiteX276" fmla="*/ 78960 w 153607"/>
                <a:gd name="connsiteY276" fmla="*/ 210039 h 243348"/>
                <a:gd name="connsiteX277" fmla="*/ 80563 w 153607"/>
                <a:gd name="connsiteY277" fmla="*/ 210116 h 243348"/>
                <a:gd name="connsiteX278" fmla="*/ 84495 w 153607"/>
                <a:gd name="connsiteY278" fmla="*/ 210272 h 243348"/>
                <a:gd name="connsiteX279" fmla="*/ 84495 w 153607"/>
                <a:gd name="connsiteY279" fmla="*/ 213993 h 243348"/>
                <a:gd name="connsiteX280" fmla="*/ 93332 w 153607"/>
                <a:gd name="connsiteY280" fmla="*/ 213807 h 243348"/>
                <a:gd name="connsiteX281" fmla="*/ 95875 w 153607"/>
                <a:gd name="connsiteY281" fmla="*/ 213775 h 243348"/>
                <a:gd name="connsiteX282" fmla="*/ 98302 w 153607"/>
                <a:gd name="connsiteY282" fmla="*/ 213702 h 243348"/>
                <a:gd name="connsiteX283" fmla="*/ 100546 w 153607"/>
                <a:gd name="connsiteY283" fmla="*/ 213655 h 243348"/>
                <a:gd name="connsiteX284" fmla="*/ 102354 w 153607"/>
                <a:gd name="connsiteY284" fmla="*/ 213248 h 243348"/>
                <a:gd name="connsiteX285" fmla="*/ 103842 w 153607"/>
                <a:gd name="connsiteY285" fmla="*/ 210272 h 243348"/>
                <a:gd name="connsiteX286" fmla="*/ 109889 w 153607"/>
                <a:gd name="connsiteY286" fmla="*/ 210086 h 243348"/>
                <a:gd name="connsiteX287" fmla="*/ 111589 w 153607"/>
                <a:gd name="connsiteY287" fmla="*/ 210127 h 243348"/>
                <a:gd name="connsiteX288" fmla="*/ 115749 w 153607"/>
                <a:gd name="connsiteY288" fmla="*/ 210272 h 243348"/>
                <a:gd name="connsiteX289" fmla="*/ 115749 w 153607"/>
                <a:gd name="connsiteY289" fmla="*/ 207295 h 243348"/>
                <a:gd name="connsiteX290" fmla="*/ 118307 w 153607"/>
                <a:gd name="connsiteY290" fmla="*/ 207109 h 243348"/>
                <a:gd name="connsiteX291" fmla="*/ 120958 w 153607"/>
                <a:gd name="connsiteY291" fmla="*/ 206551 h 243348"/>
                <a:gd name="connsiteX292" fmla="*/ 121702 w 153607"/>
                <a:gd name="connsiteY292" fmla="*/ 203575 h 243348"/>
                <a:gd name="connsiteX293" fmla="*/ 126167 w 153607"/>
                <a:gd name="connsiteY293" fmla="*/ 203575 h 243348"/>
                <a:gd name="connsiteX294" fmla="*/ 126911 w 153607"/>
                <a:gd name="connsiteY294" fmla="*/ 200598 h 243348"/>
                <a:gd name="connsiteX295" fmla="*/ 130632 w 153607"/>
                <a:gd name="connsiteY295" fmla="*/ 196877 h 243348"/>
                <a:gd name="connsiteX296" fmla="*/ 134352 w 153607"/>
                <a:gd name="connsiteY296" fmla="*/ 187948 h 243348"/>
                <a:gd name="connsiteX297" fmla="*/ 136585 w 153607"/>
                <a:gd name="connsiteY297" fmla="*/ 187948 h 243348"/>
                <a:gd name="connsiteX298" fmla="*/ 136349 w 153607"/>
                <a:gd name="connsiteY298" fmla="*/ 177497 h 243348"/>
                <a:gd name="connsiteX299" fmla="*/ 136271 w 153607"/>
                <a:gd name="connsiteY299" fmla="*/ 173939 h 243348"/>
                <a:gd name="connsiteX300" fmla="*/ 136149 w 153607"/>
                <a:gd name="connsiteY300" fmla="*/ 168836 h 243348"/>
                <a:gd name="connsiteX301" fmla="*/ 136123 w 153607"/>
                <a:gd name="connsiteY301" fmla="*/ 167219 h 243348"/>
                <a:gd name="connsiteX302" fmla="*/ 135841 w 153607"/>
                <a:gd name="connsiteY302" fmla="*/ 163391 h 243348"/>
                <a:gd name="connsiteX303" fmla="*/ 134352 w 153607"/>
                <a:gd name="connsiteY303" fmla="*/ 162647 h 243348"/>
                <a:gd name="connsiteX304" fmla="*/ 134027 w 153607"/>
                <a:gd name="connsiteY304" fmla="*/ 160880 h 243348"/>
                <a:gd name="connsiteX305" fmla="*/ 131376 w 153607"/>
                <a:gd name="connsiteY305" fmla="*/ 156694 h 243348"/>
                <a:gd name="connsiteX306" fmla="*/ 131376 w 153607"/>
                <a:gd name="connsiteY306" fmla="*/ 155206 h 243348"/>
                <a:gd name="connsiteX307" fmla="*/ 129143 w 153607"/>
                <a:gd name="connsiteY307" fmla="*/ 154461 h 243348"/>
                <a:gd name="connsiteX308" fmla="*/ 129143 w 153607"/>
                <a:gd name="connsiteY308" fmla="*/ 152229 h 243348"/>
                <a:gd name="connsiteX309" fmla="*/ 127004 w 153607"/>
                <a:gd name="connsiteY309" fmla="*/ 152415 h 243348"/>
                <a:gd name="connsiteX310" fmla="*/ 124678 w 153607"/>
                <a:gd name="connsiteY310" fmla="*/ 152229 h 243348"/>
                <a:gd name="connsiteX311" fmla="*/ 123190 w 153607"/>
                <a:gd name="connsiteY311" fmla="*/ 149252 h 243348"/>
                <a:gd name="connsiteX312" fmla="*/ 118725 w 153607"/>
                <a:gd name="connsiteY312" fmla="*/ 148508 h 243348"/>
                <a:gd name="connsiteX313" fmla="*/ 118725 w 153607"/>
                <a:gd name="connsiteY313" fmla="*/ 145532 h 243348"/>
                <a:gd name="connsiteX314" fmla="*/ 117150 w 153607"/>
                <a:gd name="connsiteY314" fmla="*/ 145636 h 243348"/>
                <a:gd name="connsiteX315" fmla="*/ 115098 w 153607"/>
                <a:gd name="connsiteY315" fmla="*/ 145718 h 243348"/>
                <a:gd name="connsiteX316" fmla="*/ 113057 w 153607"/>
                <a:gd name="connsiteY316" fmla="*/ 145822 h 243348"/>
                <a:gd name="connsiteX317" fmla="*/ 111284 w 153607"/>
                <a:gd name="connsiteY317" fmla="*/ 145532 h 243348"/>
                <a:gd name="connsiteX318" fmla="*/ 109796 w 153607"/>
                <a:gd name="connsiteY318" fmla="*/ 142555 h 243348"/>
                <a:gd name="connsiteX319" fmla="*/ 106028 w 153607"/>
                <a:gd name="connsiteY319" fmla="*/ 142137 h 243348"/>
                <a:gd name="connsiteX320" fmla="*/ 102354 w 153607"/>
                <a:gd name="connsiteY320" fmla="*/ 141811 h 243348"/>
                <a:gd name="connsiteX321" fmla="*/ 101610 w 153607"/>
                <a:gd name="connsiteY321" fmla="*/ 139579 h 243348"/>
                <a:gd name="connsiteX322" fmla="*/ 93518 w 153607"/>
                <a:gd name="connsiteY322" fmla="*/ 139209 h 243348"/>
                <a:gd name="connsiteX323" fmla="*/ 91192 w 153607"/>
                <a:gd name="connsiteY323" fmla="*/ 138834 h 243348"/>
                <a:gd name="connsiteX324" fmla="*/ 90448 w 153607"/>
                <a:gd name="connsiteY324" fmla="*/ 135858 h 243348"/>
                <a:gd name="connsiteX325" fmla="*/ 85239 w 153607"/>
                <a:gd name="connsiteY325" fmla="*/ 135439 h 243348"/>
                <a:gd name="connsiteX326" fmla="*/ 80030 w 153607"/>
                <a:gd name="connsiteY326" fmla="*/ 135114 h 243348"/>
                <a:gd name="connsiteX327" fmla="*/ 79286 w 153607"/>
                <a:gd name="connsiteY327" fmla="*/ 132881 h 243348"/>
                <a:gd name="connsiteX328" fmla="*/ 71775 w 153607"/>
                <a:gd name="connsiteY328" fmla="*/ 132585 h 243348"/>
                <a:gd name="connsiteX329" fmla="*/ 69612 w 153607"/>
                <a:gd name="connsiteY329" fmla="*/ 132137 h 243348"/>
                <a:gd name="connsiteX330" fmla="*/ 68868 w 153607"/>
                <a:gd name="connsiteY330" fmla="*/ 128416 h 243348"/>
                <a:gd name="connsiteX331" fmla="*/ 64729 w 153607"/>
                <a:gd name="connsiteY331" fmla="*/ 128184 h 243348"/>
                <a:gd name="connsiteX332" fmla="*/ 62447 w 153607"/>
                <a:gd name="connsiteY332" fmla="*/ 128286 h 243348"/>
                <a:gd name="connsiteX333" fmla="*/ 60682 w 153607"/>
                <a:gd name="connsiteY333" fmla="*/ 128416 h 243348"/>
                <a:gd name="connsiteX334" fmla="*/ 60682 w 153607"/>
                <a:gd name="connsiteY334" fmla="*/ 125440 h 243348"/>
                <a:gd name="connsiteX335" fmla="*/ 59081 w 153607"/>
                <a:gd name="connsiteY335" fmla="*/ 125356 h 243348"/>
                <a:gd name="connsiteX336" fmla="*/ 57008 w 153607"/>
                <a:gd name="connsiteY336" fmla="*/ 125207 h 243348"/>
                <a:gd name="connsiteX337" fmla="*/ 54941 w 153607"/>
                <a:gd name="connsiteY337" fmla="*/ 125077 h 243348"/>
                <a:gd name="connsiteX338" fmla="*/ 53241 w 153607"/>
                <a:gd name="connsiteY338" fmla="*/ 124696 h 243348"/>
                <a:gd name="connsiteX339" fmla="*/ 52497 w 153607"/>
                <a:gd name="connsiteY339" fmla="*/ 122463 h 243348"/>
                <a:gd name="connsiteX340" fmla="*/ 49892 w 153607"/>
                <a:gd name="connsiteY340" fmla="*/ 122138 h 243348"/>
                <a:gd name="connsiteX341" fmla="*/ 47288 w 153607"/>
                <a:gd name="connsiteY341" fmla="*/ 121719 h 243348"/>
                <a:gd name="connsiteX342" fmla="*/ 46544 w 153607"/>
                <a:gd name="connsiteY342" fmla="*/ 118743 h 243348"/>
                <a:gd name="connsiteX343" fmla="*/ 44311 w 153607"/>
                <a:gd name="connsiteY343" fmla="*/ 118371 h 243348"/>
                <a:gd name="connsiteX344" fmla="*/ 42079 w 153607"/>
                <a:gd name="connsiteY344" fmla="*/ 117999 h 243348"/>
                <a:gd name="connsiteX345" fmla="*/ 41335 w 153607"/>
                <a:gd name="connsiteY345" fmla="*/ 115022 h 243348"/>
                <a:gd name="connsiteX346" fmla="*/ 39102 w 153607"/>
                <a:gd name="connsiteY346" fmla="*/ 114278 h 243348"/>
                <a:gd name="connsiteX347" fmla="*/ 37614 w 153607"/>
                <a:gd name="connsiteY347" fmla="*/ 111301 h 243348"/>
                <a:gd name="connsiteX348" fmla="*/ 36405 w 153607"/>
                <a:gd name="connsiteY348" fmla="*/ 110092 h 243348"/>
                <a:gd name="connsiteX349" fmla="*/ 35382 w 153607"/>
                <a:gd name="connsiteY349" fmla="*/ 107581 h 243348"/>
                <a:gd name="connsiteX350" fmla="*/ 33149 w 153607"/>
                <a:gd name="connsiteY350" fmla="*/ 107581 h 243348"/>
                <a:gd name="connsiteX351" fmla="*/ 32405 w 153607"/>
                <a:gd name="connsiteY351" fmla="*/ 105348 h 243348"/>
                <a:gd name="connsiteX352" fmla="*/ 30173 w 153607"/>
                <a:gd name="connsiteY352" fmla="*/ 103860 h 243348"/>
                <a:gd name="connsiteX353" fmla="*/ 29428 w 153607"/>
                <a:gd name="connsiteY353" fmla="*/ 100883 h 243348"/>
                <a:gd name="connsiteX354" fmla="*/ 27940 w 153607"/>
                <a:gd name="connsiteY354" fmla="*/ 100139 h 243348"/>
                <a:gd name="connsiteX355" fmla="*/ 27196 w 153607"/>
                <a:gd name="connsiteY355" fmla="*/ 97488 h 243348"/>
                <a:gd name="connsiteX356" fmla="*/ 26452 w 153607"/>
                <a:gd name="connsiteY356" fmla="*/ 94930 h 243348"/>
                <a:gd name="connsiteX357" fmla="*/ 24964 w 153607"/>
                <a:gd name="connsiteY357" fmla="*/ 94930 h 243348"/>
                <a:gd name="connsiteX358" fmla="*/ 23894 w 153607"/>
                <a:gd name="connsiteY358" fmla="*/ 89698 h 243348"/>
                <a:gd name="connsiteX359" fmla="*/ 23475 w 153607"/>
                <a:gd name="connsiteY359" fmla="*/ 88233 h 243348"/>
                <a:gd name="connsiteX360" fmla="*/ 21987 w 153607"/>
                <a:gd name="connsiteY360" fmla="*/ 88233 h 243348"/>
                <a:gd name="connsiteX361" fmla="*/ 21942 w 153607"/>
                <a:gd name="connsiteY361" fmla="*/ 86970 h 243348"/>
                <a:gd name="connsiteX362" fmla="*/ 21708 w 153607"/>
                <a:gd name="connsiteY362" fmla="*/ 81303 h 243348"/>
                <a:gd name="connsiteX363" fmla="*/ 21638 w 153607"/>
                <a:gd name="connsiteY363" fmla="*/ 79316 h 243348"/>
                <a:gd name="connsiteX364" fmla="*/ 21551 w 153607"/>
                <a:gd name="connsiteY364" fmla="*/ 77405 h 243348"/>
                <a:gd name="connsiteX365" fmla="*/ 21480 w 153607"/>
                <a:gd name="connsiteY365" fmla="*/ 75646 h 243348"/>
                <a:gd name="connsiteX366" fmla="*/ 19755 w 153607"/>
                <a:gd name="connsiteY366" fmla="*/ 71862 h 243348"/>
                <a:gd name="connsiteX367" fmla="*/ 19010 w 153607"/>
                <a:gd name="connsiteY367" fmla="*/ 71862 h 243348"/>
                <a:gd name="connsiteX368" fmla="*/ 19010 w 153607"/>
                <a:gd name="connsiteY368" fmla="*/ 62188 h 243348"/>
                <a:gd name="connsiteX369" fmla="*/ 21243 w 153607"/>
                <a:gd name="connsiteY369" fmla="*/ 62188 h 243348"/>
                <a:gd name="connsiteX370" fmla="*/ 21987 w 153607"/>
                <a:gd name="connsiteY370" fmla="*/ 46561 h 243348"/>
                <a:gd name="connsiteX371" fmla="*/ 23475 w 153607"/>
                <a:gd name="connsiteY371" fmla="*/ 46561 h 243348"/>
                <a:gd name="connsiteX372" fmla="*/ 24219 w 153607"/>
                <a:gd name="connsiteY372" fmla="*/ 42887 h 243348"/>
                <a:gd name="connsiteX373" fmla="*/ 24964 w 153607"/>
                <a:gd name="connsiteY373" fmla="*/ 39120 h 243348"/>
                <a:gd name="connsiteX374" fmla="*/ 26452 w 153607"/>
                <a:gd name="connsiteY374" fmla="*/ 38375 h 243348"/>
                <a:gd name="connsiteX375" fmla="*/ 27196 w 153607"/>
                <a:gd name="connsiteY375" fmla="*/ 36143 h 243348"/>
                <a:gd name="connsiteX376" fmla="*/ 29428 w 153607"/>
                <a:gd name="connsiteY376" fmla="*/ 33166 h 243348"/>
                <a:gd name="connsiteX377" fmla="*/ 30173 w 153607"/>
                <a:gd name="connsiteY377" fmla="*/ 28702 h 243348"/>
                <a:gd name="connsiteX378" fmla="*/ 31661 w 153607"/>
                <a:gd name="connsiteY378" fmla="*/ 28702 h 243348"/>
                <a:gd name="connsiteX379" fmla="*/ 32265 w 153607"/>
                <a:gd name="connsiteY379" fmla="*/ 27074 h 243348"/>
                <a:gd name="connsiteX380" fmla="*/ 36870 w 153607"/>
                <a:gd name="connsiteY380" fmla="*/ 21260 h 243348"/>
                <a:gd name="connsiteX381" fmla="*/ 37614 w 153607"/>
                <a:gd name="connsiteY381" fmla="*/ 19028 h 243348"/>
                <a:gd name="connsiteX382" fmla="*/ 40591 w 153607"/>
                <a:gd name="connsiteY382" fmla="*/ 18284 h 243348"/>
                <a:gd name="connsiteX383" fmla="*/ 41335 w 153607"/>
                <a:gd name="connsiteY383" fmla="*/ 16051 h 243348"/>
                <a:gd name="connsiteX384" fmla="*/ 44311 w 153607"/>
                <a:gd name="connsiteY384" fmla="*/ 14563 h 243348"/>
                <a:gd name="connsiteX385" fmla="*/ 45055 w 153607"/>
                <a:gd name="connsiteY385" fmla="*/ 12331 h 243348"/>
                <a:gd name="connsiteX386" fmla="*/ 47288 w 153607"/>
                <a:gd name="connsiteY386" fmla="*/ 12005 h 243348"/>
                <a:gd name="connsiteX387" fmla="*/ 49520 w 153607"/>
                <a:gd name="connsiteY387" fmla="*/ 11586 h 243348"/>
                <a:gd name="connsiteX388" fmla="*/ 49799 w 153607"/>
                <a:gd name="connsiteY388" fmla="*/ 10098 h 243348"/>
                <a:gd name="connsiteX389" fmla="*/ 50264 w 153607"/>
                <a:gd name="connsiteY389" fmla="*/ 8610 h 243348"/>
                <a:gd name="connsiteX390" fmla="*/ 54869 w 153607"/>
                <a:gd name="connsiteY390" fmla="*/ 8142 h 243348"/>
                <a:gd name="connsiteX391" fmla="*/ 56217 w 153607"/>
                <a:gd name="connsiteY391" fmla="*/ 7866 h 243348"/>
                <a:gd name="connsiteX392" fmla="*/ 56962 w 153607"/>
                <a:gd name="connsiteY392" fmla="*/ 5633 h 243348"/>
                <a:gd name="connsiteX393" fmla="*/ 63891 w 153607"/>
                <a:gd name="connsiteY393" fmla="*/ 5264 h 243348"/>
                <a:gd name="connsiteX394" fmla="*/ 65891 w 153607"/>
                <a:gd name="connsiteY394" fmla="*/ 4889 h 243348"/>
                <a:gd name="connsiteX395" fmla="*/ 66128 w 153607"/>
                <a:gd name="connsiteY395" fmla="*/ 3401 h 243348"/>
                <a:gd name="connsiteX396" fmla="*/ 66635 w 153607"/>
                <a:gd name="connsiteY396" fmla="*/ 1913 h 24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53607" h="243348">
                  <a:moveTo>
                    <a:pt x="66635" y="1913"/>
                  </a:moveTo>
                  <a:cubicBezTo>
                    <a:pt x="68415" y="1535"/>
                    <a:pt x="68415" y="1535"/>
                    <a:pt x="70807" y="1527"/>
                  </a:cubicBezTo>
                  <a:cubicBezTo>
                    <a:pt x="71698" y="1518"/>
                    <a:pt x="72590" y="1509"/>
                    <a:pt x="73508" y="1499"/>
                  </a:cubicBezTo>
                  <a:cubicBezTo>
                    <a:pt x="74479" y="1505"/>
                    <a:pt x="75449" y="1511"/>
                    <a:pt x="76449" y="1517"/>
                  </a:cubicBezTo>
                  <a:cubicBezTo>
                    <a:pt x="77447" y="1515"/>
                    <a:pt x="78445" y="1512"/>
                    <a:pt x="79443" y="1509"/>
                  </a:cubicBezTo>
                  <a:cubicBezTo>
                    <a:pt x="81538" y="1504"/>
                    <a:pt x="83632" y="1511"/>
                    <a:pt x="85727" y="1525"/>
                  </a:cubicBezTo>
                  <a:cubicBezTo>
                    <a:pt x="88417" y="1541"/>
                    <a:pt x="91107" y="1532"/>
                    <a:pt x="93797" y="1514"/>
                  </a:cubicBezTo>
                  <a:cubicBezTo>
                    <a:pt x="95859" y="1503"/>
                    <a:pt x="97921" y="1507"/>
                    <a:pt x="99983" y="1514"/>
                  </a:cubicBezTo>
                  <a:cubicBezTo>
                    <a:pt x="101459" y="1517"/>
                    <a:pt x="102935" y="1508"/>
                    <a:pt x="104411" y="1499"/>
                  </a:cubicBezTo>
                  <a:cubicBezTo>
                    <a:pt x="105303" y="1508"/>
                    <a:pt x="106194" y="1518"/>
                    <a:pt x="107113" y="1527"/>
                  </a:cubicBezTo>
                  <a:cubicBezTo>
                    <a:pt x="107902" y="1530"/>
                    <a:pt x="108691" y="1532"/>
                    <a:pt x="109504" y="1535"/>
                  </a:cubicBezTo>
                  <a:cubicBezTo>
                    <a:pt x="110385" y="1722"/>
                    <a:pt x="110385" y="1722"/>
                    <a:pt x="111284" y="1913"/>
                  </a:cubicBezTo>
                  <a:cubicBezTo>
                    <a:pt x="111780" y="3397"/>
                    <a:pt x="111780" y="3397"/>
                    <a:pt x="112028" y="4889"/>
                  </a:cubicBezTo>
                  <a:cubicBezTo>
                    <a:pt x="114285" y="5419"/>
                    <a:pt x="114285" y="5419"/>
                    <a:pt x="116911" y="5447"/>
                  </a:cubicBezTo>
                  <a:cubicBezTo>
                    <a:pt x="118248" y="5511"/>
                    <a:pt x="118248" y="5511"/>
                    <a:pt x="119612" y="5575"/>
                  </a:cubicBezTo>
                  <a:cubicBezTo>
                    <a:pt x="120302" y="5594"/>
                    <a:pt x="120991" y="5614"/>
                    <a:pt x="121702" y="5633"/>
                  </a:cubicBezTo>
                  <a:cubicBezTo>
                    <a:pt x="121702" y="6616"/>
                    <a:pt x="121702" y="7598"/>
                    <a:pt x="121702" y="8610"/>
                  </a:cubicBezTo>
                  <a:cubicBezTo>
                    <a:pt x="123152" y="8518"/>
                    <a:pt x="123152" y="8518"/>
                    <a:pt x="124632" y="8424"/>
                  </a:cubicBezTo>
                  <a:cubicBezTo>
                    <a:pt x="126300" y="8415"/>
                    <a:pt x="126300" y="8415"/>
                    <a:pt x="127655" y="8610"/>
                  </a:cubicBezTo>
                  <a:cubicBezTo>
                    <a:pt x="128074" y="10052"/>
                    <a:pt x="128074" y="10052"/>
                    <a:pt x="128399" y="11586"/>
                  </a:cubicBezTo>
                  <a:cubicBezTo>
                    <a:pt x="129259" y="11709"/>
                    <a:pt x="130118" y="11832"/>
                    <a:pt x="131004" y="11958"/>
                  </a:cubicBezTo>
                  <a:cubicBezTo>
                    <a:pt x="131863" y="12081"/>
                    <a:pt x="132723" y="12204"/>
                    <a:pt x="133608" y="12331"/>
                  </a:cubicBezTo>
                  <a:cubicBezTo>
                    <a:pt x="134073" y="13819"/>
                    <a:pt x="134073" y="13819"/>
                    <a:pt x="134352" y="15307"/>
                  </a:cubicBezTo>
                  <a:cubicBezTo>
                    <a:pt x="135586" y="15585"/>
                    <a:pt x="136827" y="15833"/>
                    <a:pt x="138073" y="16051"/>
                  </a:cubicBezTo>
                  <a:cubicBezTo>
                    <a:pt x="138319" y="16788"/>
                    <a:pt x="138564" y="17525"/>
                    <a:pt x="138817" y="18284"/>
                  </a:cubicBezTo>
                  <a:cubicBezTo>
                    <a:pt x="139324" y="18514"/>
                    <a:pt x="139830" y="18744"/>
                    <a:pt x="140352" y="18981"/>
                  </a:cubicBezTo>
                  <a:cubicBezTo>
                    <a:pt x="140828" y="19242"/>
                    <a:pt x="141303" y="19503"/>
                    <a:pt x="141794" y="19772"/>
                  </a:cubicBezTo>
                  <a:cubicBezTo>
                    <a:pt x="141794" y="20754"/>
                    <a:pt x="141794" y="21736"/>
                    <a:pt x="141794" y="22749"/>
                  </a:cubicBezTo>
                  <a:cubicBezTo>
                    <a:pt x="142773" y="23269"/>
                    <a:pt x="143766" y="23766"/>
                    <a:pt x="144770" y="24237"/>
                  </a:cubicBezTo>
                  <a:cubicBezTo>
                    <a:pt x="144770" y="24973"/>
                    <a:pt x="144770" y="25710"/>
                    <a:pt x="144770" y="26469"/>
                  </a:cubicBezTo>
                  <a:cubicBezTo>
                    <a:pt x="145507" y="26715"/>
                    <a:pt x="146244" y="26960"/>
                    <a:pt x="147003" y="27213"/>
                  </a:cubicBezTo>
                  <a:cubicBezTo>
                    <a:pt x="147251" y="28206"/>
                    <a:pt x="147499" y="29198"/>
                    <a:pt x="147747" y="30190"/>
                  </a:cubicBezTo>
                  <a:cubicBezTo>
                    <a:pt x="148483" y="30435"/>
                    <a:pt x="149220" y="30681"/>
                    <a:pt x="149979" y="30934"/>
                  </a:cubicBezTo>
                  <a:cubicBezTo>
                    <a:pt x="150493" y="32416"/>
                    <a:pt x="150991" y="33904"/>
                    <a:pt x="151468" y="35399"/>
                  </a:cubicBezTo>
                  <a:cubicBezTo>
                    <a:pt x="151959" y="35399"/>
                    <a:pt x="152450" y="35399"/>
                    <a:pt x="152956" y="35399"/>
                  </a:cubicBezTo>
                  <a:cubicBezTo>
                    <a:pt x="153452" y="37135"/>
                    <a:pt x="153948" y="38872"/>
                    <a:pt x="154444" y="40608"/>
                  </a:cubicBezTo>
                  <a:cubicBezTo>
                    <a:pt x="154935" y="40608"/>
                    <a:pt x="155426" y="40608"/>
                    <a:pt x="155932" y="40608"/>
                  </a:cubicBezTo>
                  <a:cubicBezTo>
                    <a:pt x="155974" y="41562"/>
                    <a:pt x="155974" y="41562"/>
                    <a:pt x="156017" y="42535"/>
                  </a:cubicBezTo>
                  <a:cubicBezTo>
                    <a:pt x="156066" y="43357"/>
                    <a:pt x="156114" y="44179"/>
                    <a:pt x="156165" y="45026"/>
                  </a:cubicBezTo>
                  <a:cubicBezTo>
                    <a:pt x="156230" y="46256"/>
                    <a:pt x="156230" y="46256"/>
                    <a:pt x="156296" y="47512"/>
                  </a:cubicBezTo>
                  <a:cubicBezTo>
                    <a:pt x="156421" y="48180"/>
                    <a:pt x="156547" y="48849"/>
                    <a:pt x="156676" y="49538"/>
                  </a:cubicBezTo>
                  <a:cubicBezTo>
                    <a:pt x="157413" y="49783"/>
                    <a:pt x="158150" y="50029"/>
                    <a:pt x="158909" y="50282"/>
                  </a:cubicBezTo>
                  <a:cubicBezTo>
                    <a:pt x="159160" y="52310"/>
                    <a:pt x="159291" y="54201"/>
                    <a:pt x="159327" y="56235"/>
                  </a:cubicBezTo>
                  <a:cubicBezTo>
                    <a:pt x="159374" y="58238"/>
                    <a:pt x="159480" y="60188"/>
                    <a:pt x="159653" y="62188"/>
                  </a:cubicBezTo>
                  <a:cubicBezTo>
                    <a:pt x="160144" y="62434"/>
                    <a:pt x="160635" y="62679"/>
                    <a:pt x="161141" y="62932"/>
                  </a:cubicBezTo>
                  <a:cubicBezTo>
                    <a:pt x="161391" y="65258"/>
                    <a:pt x="161391" y="65258"/>
                    <a:pt x="161420" y="68141"/>
                  </a:cubicBezTo>
                  <a:cubicBezTo>
                    <a:pt x="161441" y="69093"/>
                    <a:pt x="161463" y="70044"/>
                    <a:pt x="161484" y="71025"/>
                  </a:cubicBezTo>
                  <a:cubicBezTo>
                    <a:pt x="161371" y="71792"/>
                    <a:pt x="161258" y="72559"/>
                    <a:pt x="161141" y="73350"/>
                  </a:cubicBezTo>
                  <a:cubicBezTo>
                    <a:pt x="158534" y="74487"/>
                    <a:pt x="155562" y="74191"/>
                    <a:pt x="152770" y="74193"/>
                  </a:cubicBezTo>
                  <a:cubicBezTo>
                    <a:pt x="152252" y="74194"/>
                    <a:pt x="151735" y="74194"/>
                    <a:pt x="151202" y="74195"/>
                  </a:cubicBezTo>
                  <a:cubicBezTo>
                    <a:pt x="150111" y="74196"/>
                    <a:pt x="149021" y="74194"/>
                    <a:pt x="147930" y="74191"/>
                  </a:cubicBezTo>
                  <a:cubicBezTo>
                    <a:pt x="146264" y="74187"/>
                    <a:pt x="144599" y="74191"/>
                    <a:pt x="142933" y="74196"/>
                  </a:cubicBezTo>
                  <a:cubicBezTo>
                    <a:pt x="141871" y="74195"/>
                    <a:pt x="140809" y="74195"/>
                    <a:pt x="139747" y="74193"/>
                  </a:cubicBezTo>
                  <a:cubicBezTo>
                    <a:pt x="138784" y="74192"/>
                    <a:pt x="137821" y="74191"/>
                    <a:pt x="136829" y="74191"/>
                  </a:cubicBezTo>
                  <a:cubicBezTo>
                    <a:pt x="132868" y="74037"/>
                    <a:pt x="132868" y="74037"/>
                    <a:pt x="131376" y="73350"/>
                  </a:cubicBezTo>
                  <a:cubicBezTo>
                    <a:pt x="131084" y="71183"/>
                    <a:pt x="130959" y="69242"/>
                    <a:pt x="130957" y="67071"/>
                  </a:cubicBezTo>
                  <a:cubicBezTo>
                    <a:pt x="130945" y="64910"/>
                    <a:pt x="130838" y="62860"/>
                    <a:pt x="130632" y="60700"/>
                  </a:cubicBezTo>
                  <a:cubicBezTo>
                    <a:pt x="129895" y="60209"/>
                    <a:pt x="129158" y="59717"/>
                    <a:pt x="128399" y="59211"/>
                  </a:cubicBezTo>
                  <a:cubicBezTo>
                    <a:pt x="128071" y="57790"/>
                    <a:pt x="128071" y="57790"/>
                    <a:pt x="127981" y="56188"/>
                  </a:cubicBezTo>
                  <a:cubicBezTo>
                    <a:pt x="127819" y="54738"/>
                    <a:pt x="127819" y="54738"/>
                    <a:pt x="127655" y="53258"/>
                  </a:cubicBezTo>
                  <a:cubicBezTo>
                    <a:pt x="127164" y="53013"/>
                    <a:pt x="126673" y="52767"/>
                    <a:pt x="126167" y="52514"/>
                  </a:cubicBezTo>
                  <a:cubicBezTo>
                    <a:pt x="126059" y="52054"/>
                    <a:pt x="125952" y="51593"/>
                    <a:pt x="125841" y="51119"/>
                  </a:cubicBezTo>
                  <a:cubicBezTo>
                    <a:pt x="125347" y="49253"/>
                    <a:pt x="124559" y="48615"/>
                    <a:pt x="123190" y="47305"/>
                  </a:cubicBezTo>
                  <a:cubicBezTo>
                    <a:pt x="123190" y="46814"/>
                    <a:pt x="123190" y="46323"/>
                    <a:pt x="123190" y="45817"/>
                  </a:cubicBezTo>
                  <a:cubicBezTo>
                    <a:pt x="122453" y="45571"/>
                    <a:pt x="121717" y="45326"/>
                    <a:pt x="120958" y="45073"/>
                  </a:cubicBezTo>
                  <a:cubicBezTo>
                    <a:pt x="120958" y="44336"/>
                    <a:pt x="120958" y="43599"/>
                    <a:pt x="120958" y="42840"/>
                  </a:cubicBezTo>
                  <a:cubicBezTo>
                    <a:pt x="120467" y="42718"/>
                    <a:pt x="119975" y="42595"/>
                    <a:pt x="119469" y="42468"/>
                  </a:cubicBezTo>
                  <a:cubicBezTo>
                    <a:pt x="118978" y="42345"/>
                    <a:pt x="118487" y="42223"/>
                    <a:pt x="117981" y="42096"/>
                  </a:cubicBezTo>
                  <a:cubicBezTo>
                    <a:pt x="117981" y="41359"/>
                    <a:pt x="117981" y="40623"/>
                    <a:pt x="117981" y="39864"/>
                  </a:cubicBezTo>
                  <a:cubicBezTo>
                    <a:pt x="117506" y="39898"/>
                    <a:pt x="117032" y="39933"/>
                    <a:pt x="116542" y="39968"/>
                  </a:cubicBezTo>
                  <a:cubicBezTo>
                    <a:pt x="115620" y="40009"/>
                    <a:pt x="115620" y="40009"/>
                    <a:pt x="114679" y="40050"/>
                  </a:cubicBezTo>
                  <a:cubicBezTo>
                    <a:pt x="114066" y="40084"/>
                    <a:pt x="113453" y="40119"/>
                    <a:pt x="112822" y="40154"/>
                  </a:cubicBezTo>
                  <a:cubicBezTo>
                    <a:pt x="112060" y="40011"/>
                    <a:pt x="112060" y="40011"/>
                    <a:pt x="111284" y="39864"/>
                  </a:cubicBezTo>
                  <a:cubicBezTo>
                    <a:pt x="111206" y="39376"/>
                    <a:pt x="111129" y="38889"/>
                    <a:pt x="111048" y="38387"/>
                  </a:cubicBezTo>
                  <a:cubicBezTo>
                    <a:pt x="110881" y="37892"/>
                    <a:pt x="110713" y="37397"/>
                    <a:pt x="110540" y="36887"/>
                  </a:cubicBezTo>
                  <a:cubicBezTo>
                    <a:pt x="108601" y="36615"/>
                    <a:pt x="106900" y="36504"/>
                    <a:pt x="104959" y="36515"/>
                  </a:cubicBezTo>
                  <a:cubicBezTo>
                    <a:pt x="103018" y="36526"/>
                    <a:pt x="101317" y="36415"/>
                    <a:pt x="99378" y="36143"/>
                  </a:cubicBezTo>
                  <a:cubicBezTo>
                    <a:pt x="99292" y="35653"/>
                    <a:pt x="99206" y="35163"/>
                    <a:pt x="99117" y="34658"/>
                  </a:cubicBezTo>
                  <a:cubicBezTo>
                    <a:pt x="98958" y="34166"/>
                    <a:pt x="98798" y="33673"/>
                    <a:pt x="98634" y="33166"/>
                  </a:cubicBezTo>
                  <a:cubicBezTo>
                    <a:pt x="96703" y="32700"/>
                    <a:pt x="96703" y="32700"/>
                    <a:pt x="94355" y="32771"/>
                  </a:cubicBezTo>
                  <a:cubicBezTo>
                    <a:pt x="93488" y="32767"/>
                    <a:pt x="92620" y="32763"/>
                    <a:pt x="91727" y="32760"/>
                  </a:cubicBezTo>
                  <a:cubicBezTo>
                    <a:pt x="90357" y="32777"/>
                    <a:pt x="90357" y="32777"/>
                    <a:pt x="88960" y="32794"/>
                  </a:cubicBezTo>
                  <a:cubicBezTo>
                    <a:pt x="88046" y="32783"/>
                    <a:pt x="87133" y="32771"/>
                    <a:pt x="86192" y="32760"/>
                  </a:cubicBezTo>
                  <a:cubicBezTo>
                    <a:pt x="85325" y="32763"/>
                    <a:pt x="84458" y="32767"/>
                    <a:pt x="83565" y="32771"/>
                  </a:cubicBezTo>
                  <a:cubicBezTo>
                    <a:pt x="82763" y="32775"/>
                    <a:pt x="81961" y="32778"/>
                    <a:pt x="81135" y="32781"/>
                  </a:cubicBezTo>
                  <a:cubicBezTo>
                    <a:pt x="80219" y="32972"/>
                    <a:pt x="80219" y="32972"/>
                    <a:pt x="79286" y="33166"/>
                  </a:cubicBezTo>
                  <a:cubicBezTo>
                    <a:pt x="78754" y="34638"/>
                    <a:pt x="78754" y="34638"/>
                    <a:pt x="78542" y="36143"/>
                  </a:cubicBezTo>
                  <a:cubicBezTo>
                    <a:pt x="76242" y="36492"/>
                    <a:pt x="76242" y="36492"/>
                    <a:pt x="73379" y="36515"/>
                  </a:cubicBezTo>
                  <a:cubicBezTo>
                    <a:pt x="70589" y="36473"/>
                    <a:pt x="70589" y="36473"/>
                    <a:pt x="68124" y="36887"/>
                  </a:cubicBezTo>
                  <a:cubicBezTo>
                    <a:pt x="67190" y="38342"/>
                    <a:pt x="67190" y="38342"/>
                    <a:pt x="66635" y="39864"/>
                  </a:cubicBezTo>
                  <a:cubicBezTo>
                    <a:pt x="63938" y="40050"/>
                    <a:pt x="63938" y="40050"/>
                    <a:pt x="61426" y="39864"/>
                  </a:cubicBezTo>
                  <a:cubicBezTo>
                    <a:pt x="61426" y="40846"/>
                    <a:pt x="61426" y="41828"/>
                    <a:pt x="61426" y="42840"/>
                  </a:cubicBezTo>
                  <a:cubicBezTo>
                    <a:pt x="60196" y="43132"/>
                    <a:pt x="58953" y="43377"/>
                    <a:pt x="57706" y="43584"/>
                  </a:cubicBezTo>
                  <a:cubicBezTo>
                    <a:pt x="57215" y="44321"/>
                    <a:pt x="56724" y="45058"/>
                    <a:pt x="56217" y="45817"/>
                  </a:cubicBezTo>
                  <a:cubicBezTo>
                    <a:pt x="55726" y="45817"/>
                    <a:pt x="55235" y="45817"/>
                    <a:pt x="54729" y="45817"/>
                  </a:cubicBezTo>
                  <a:cubicBezTo>
                    <a:pt x="54606" y="46431"/>
                    <a:pt x="54484" y="47045"/>
                    <a:pt x="54357" y="47677"/>
                  </a:cubicBezTo>
                  <a:cubicBezTo>
                    <a:pt x="54234" y="48291"/>
                    <a:pt x="54112" y="48905"/>
                    <a:pt x="53985" y="49538"/>
                  </a:cubicBezTo>
                  <a:cubicBezTo>
                    <a:pt x="53494" y="49538"/>
                    <a:pt x="53003" y="49538"/>
                    <a:pt x="52497" y="49538"/>
                  </a:cubicBezTo>
                  <a:cubicBezTo>
                    <a:pt x="52251" y="51502"/>
                    <a:pt x="52006" y="53467"/>
                    <a:pt x="51753" y="55491"/>
                  </a:cubicBezTo>
                  <a:cubicBezTo>
                    <a:pt x="51016" y="55491"/>
                    <a:pt x="50279" y="55491"/>
                    <a:pt x="49520" y="55491"/>
                  </a:cubicBezTo>
                  <a:cubicBezTo>
                    <a:pt x="49602" y="58700"/>
                    <a:pt x="49699" y="61909"/>
                    <a:pt x="49799" y="65118"/>
                  </a:cubicBezTo>
                  <a:cubicBezTo>
                    <a:pt x="49822" y="66035"/>
                    <a:pt x="49845" y="66951"/>
                    <a:pt x="49869" y="67895"/>
                  </a:cubicBezTo>
                  <a:cubicBezTo>
                    <a:pt x="49912" y="69201"/>
                    <a:pt x="49912" y="69201"/>
                    <a:pt x="49956" y="70533"/>
                  </a:cubicBezTo>
                  <a:cubicBezTo>
                    <a:pt x="49980" y="71340"/>
                    <a:pt x="50003" y="72147"/>
                    <a:pt x="50027" y="72978"/>
                  </a:cubicBezTo>
                  <a:cubicBezTo>
                    <a:pt x="50105" y="73592"/>
                    <a:pt x="50184" y="74206"/>
                    <a:pt x="50264" y="74838"/>
                  </a:cubicBezTo>
                  <a:cubicBezTo>
                    <a:pt x="51001" y="75207"/>
                    <a:pt x="51001" y="75207"/>
                    <a:pt x="51753" y="75582"/>
                  </a:cubicBezTo>
                  <a:cubicBezTo>
                    <a:pt x="51860" y="76411"/>
                    <a:pt x="51968" y="77240"/>
                    <a:pt x="52078" y="78094"/>
                  </a:cubicBezTo>
                  <a:cubicBezTo>
                    <a:pt x="52504" y="80836"/>
                    <a:pt x="52707" y="81353"/>
                    <a:pt x="54729" y="83024"/>
                  </a:cubicBezTo>
                  <a:cubicBezTo>
                    <a:pt x="54729" y="83515"/>
                    <a:pt x="54729" y="84006"/>
                    <a:pt x="54729" y="84512"/>
                  </a:cubicBezTo>
                  <a:cubicBezTo>
                    <a:pt x="55466" y="84512"/>
                    <a:pt x="56203" y="84512"/>
                    <a:pt x="56962" y="84512"/>
                  </a:cubicBezTo>
                  <a:cubicBezTo>
                    <a:pt x="56962" y="85494"/>
                    <a:pt x="56962" y="86477"/>
                    <a:pt x="56962" y="87489"/>
                  </a:cubicBezTo>
                  <a:cubicBezTo>
                    <a:pt x="57806" y="87427"/>
                    <a:pt x="58650" y="87366"/>
                    <a:pt x="59520" y="87303"/>
                  </a:cubicBezTo>
                  <a:cubicBezTo>
                    <a:pt x="60394" y="87364"/>
                    <a:pt x="61269" y="87425"/>
                    <a:pt x="62171" y="87489"/>
                  </a:cubicBezTo>
                  <a:cubicBezTo>
                    <a:pt x="62333" y="88218"/>
                    <a:pt x="62333" y="88218"/>
                    <a:pt x="62499" y="88962"/>
                  </a:cubicBezTo>
                  <a:cubicBezTo>
                    <a:pt x="62636" y="89458"/>
                    <a:pt x="62773" y="89954"/>
                    <a:pt x="62915" y="90465"/>
                  </a:cubicBezTo>
                  <a:cubicBezTo>
                    <a:pt x="64464" y="90908"/>
                    <a:pt x="64464" y="90908"/>
                    <a:pt x="66263" y="90884"/>
                  </a:cubicBezTo>
                  <a:cubicBezTo>
                    <a:pt x="68100" y="90933"/>
                    <a:pt x="68100" y="90933"/>
                    <a:pt x="69612" y="91209"/>
                  </a:cubicBezTo>
                  <a:cubicBezTo>
                    <a:pt x="69858" y="91946"/>
                    <a:pt x="70103" y="92683"/>
                    <a:pt x="70356" y="93442"/>
                  </a:cubicBezTo>
                  <a:cubicBezTo>
                    <a:pt x="72483" y="93762"/>
                    <a:pt x="74556" y="93769"/>
                    <a:pt x="76705" y="93811"/>
                  </a:cubicBezTo>
                  <a:cubicBezTo>
                    <a:pt x="77311" y="93935"/>
                    <a:pt x="77917" y="94059"/>
                    <a:pt x="78542" y="94186"/>
                  </a:cubicBezTo>
                  <a:cubicBezTo>
                    <a:pt x="78691" y="94924"/>
                    <a:pt x="78691" y="94924"/>
                    <a:pt x="78844" y="95677"/>
                  </a:cubicBezTo>
                  <a:cubicBezTo>
                    <a:pt x="78990" y="96167"/>
                    <a:pt x="79136" y="96658"/>
                    <a:pt x="79286" y="97163"/>
                  </a:cubicBezTo>
                  <a:cubicBezTo>
                    <a:pt x="81695" y="97580"/>
                    <a:pt x="81695" y="97580"/>
                    <a:pt x="84495" y="97535"/>
                  </a:cubicBezTo>
                  <a:cubicBezTo>
                    <a:pt x="87378" y="97558"/>
                    <a:pt x="87378" y="97558"/>
                    <a:pt x="89704" y="97907"/>
                  </a:cubicBezTo>
                  <a:cubicBezTo>
                    <a:pt x="89827" y="98406"/>
                    <a:pt x="89949" y="98904"/>
                    <a:pt x="90076" y="99418"/>
                  </a:cubicBezTo>
                  <a:cubicBezTo>
                    <a:pt x="90199" y="99902"/>
                    <a:pt x="90321" y="100385"/>
                    <a:pt x="90448" y="100883"/>
                  </a:cubicBezTo>
                  <a:cubicBezTo>
                    <a:pt x="92865" y="101133"/>
                    <a:pt x="92865" y="101133"/>
                    <a:pt x="95657" y="100883"/>
                  </a:cubicBezTo>
                  <a:cubicBezTo>
                    <a:pt x="98540" y="100697"/>
                    <a:pt x="98540" y="100697"/>
                    <a:pt x="100866" y="100883"/>
                  </a:cubicBezTo>
                  <a:cubicBezTo>
                    <a:pt x="101118" y="101875"/>
                    <a:pt x="101366" y="102867"/>
                    <a:pt x="101610" y="103860"/>
                  </a:cubicBezTo>
                  <a:cubicBezTo>
                    <a:pt x="104038" y="104391"/>
                    <a:pt x="104038" y="104391"/>
                    <a:pt x="106866" y="104418"/>
                  </a:cubicBezTo>
                  <a:cubicBezTo>
                    <a:pt x="107826" y="104460"/>
                    <a:pt x="108786" y="104502"/>
                    <a:pt x="109775" y="104546"/>
                  </a:cubicBezTo>
                  <a:cubicBezTo>
                    <a:pt x="110519" y="104565"/>
                    <a:pt x="111262" y="104584"/>
                    <a:pt x="112028" y="104604"/>
                  </a:cubicBezTo>
                  <a:cubicBezTo>
                    <a:pt x="112028" y="105586"/>
                    <a:pt x="112028" y="106569"/>
                    <a:pt x="112028" y="107581"/>
                  </a:cubicBezTo>
                  <a:cubicBezTo>
                    <a:pt x="112718" y="107600"/>
                    <a:pt x="113407" y="107619"/>
                    <a:pt x="114118" y="107639"/>
                  </a:cubicBezTo>
                  <a:cubicBezTo>
                    <a:pt x="115009" y="107681"/>
                    <a:pt x="115900" y="107723"/>
                    <a:pt x="116818" y="107767"/>
                  </a:cubicBezTo>
                  <a:cubicBezTo>
                    <a:pt x="117708" y="107801"/>
                    <a:pt x="118597" y="107836"/>
                    <a:pt x="119513" y="107871"/>
                  </a:cubicBezTo>
                  <a:cubicBezTo>
                    <a:pt x="120235" y="108021"/>
                    <a:pt x="120958" y="108171"/>
                    <a:pt x="121702" y="108325"/>
                  </a:cubicBezTo>
                  <a:cubicBezTo>
                    <a:pt x="122150" y="109848"/>
                    <a:pt x="122150" y="109848"/>
                    <a:pt x="122446" y="111301"/>
                  </a:cubicBezTo>
                  <a:cubicBezTo>
                    <a:pt x="124398" y="111522"/>
                    <a:pt x="126187" y="111295"/>
                    <a:pt x="128140" y="111115"/>
                  </a:cubicBezTo>
                  <a:cubicBezTo>
                    <a:pt x="128717" y="111177"/>
                    <a:pt x="129293" y="111238"/>
                    <a:pt x="129887" y="111301"/>
                  </a:cubicBezTo>
                  <a:cubicBezTo>
                    <a:pt x="130722" y="112755"/>
                    <a:pt x="130722" y="112755"/>
                    <a:pt x="131376" y="114278"/>
                  </a:cubicBezTo>
                  <a:cubicBezTo>
                    <a:pt x="133652" y="114885"/>
                    <a:pt x="133652" y="114885"/>
                    <a:pt x="135841" y="115022"/>
                  </a:cubicBezTo>
                  <a:cubicBezTo>
                    <a:pt x="135841" y="116004"/>
                    <a:pt x="135841" y="116986"/>
                    <a:pt x="135841" y="117999"/>
                  </a:cubicBezTo>
                  <a:cubicBezTo>
                    <a:pt x="136685" y="117937"/>
                    <a:pt x="137529" y="117876"/>
                    <a:pt x="138399" y="117812"/>
                  </a:cubicBezTo>
                  <a:cubicBezTo>
                    <a:pt x="139273" y="117874"/>
                    <a:pt x="140148" y="117935"/>
                    <a:pt x="141050" y="117999"/>
                  </a:cubicBezTo>
                  <a:cubicBezTo>
                    <a:pt x="141561" y="119440"/>
                    <a:pt x="141561" y="119440"/>
                    <a:pt x="141794" y="120975"/>
                  </a:cubicBezTo>
                  <a:cubicBezTo>
                    <a:pt x="142300" y="121098"/>
                    <a:pt x="142807" y="121221"/>
                    <a:pt x="143328" y="121347"/>
                  </a:cubicBezTo>
                  <a:cubicBezTo>
                    <a:pt x="143804" y="121470"/>
                    <a:pt x="144280" y="121593"/>
                    <a:pt x="144770" y="121719"/>
                  </a:cubicBezTo>
                  <a:cubicBezTo>
                    <a:pt x="144770" y="122701"/>
                    <a:pt x="144770" y="123684"/>
                    <a:pt x="144770" y="124696"/>
                  </a:cubicBezTo>
                  <a:cubicBezTo>
                    <a:pt x="145476" y="124757"/>
                    <a:pt x="146182" y="124819"/>
                    <a:pt x="146910" y="124882"/>
                  </a:cubicBezTo>
                  <a:cubicBezTo>
                    <a:pt x="149235" y="125440"/>
                    <a:pt x="149235" y="125440"/>
                    <a:pt x="150119" y="126835"/>
                  </a:cubicBezTo>
                  <a:cubicBezTo>
                    <a:pt x="150318" y="127357"/>
                    <a:pt x="150518" y="127879"/>
                    <a:pt x="150723" y="128416"/>
                  </a:cubicBezTo>
                  <a:cubicBezTo>
                    <a:pt x="151451" y="129177"/>
                    <a:pt x="152197" y="129919"/>
                    <a:pt x="152956" y="130649"/>
                  </a:cubicBezTo>
                  <a:cubicBezTo>
                    <a:pt x="154908" y="132888"/>
                    <a:pt x="156057" y="134454"/>
                    <a:pt x="156676" y="137346"/>
                  </a:cubicBezTo>
                  <a:cubicBezTo>
                    <a:pt x="157168" y="137592"/>
                    <a:pt x="157659" y="137837"/>
                    <a:pt x="158165" y="138090"/>
                  </a:cubicBezTo>
                  <a:cubicBezTo>
                    <a:pt x="158468" y="139818"/>
                    <a:pt x="158719" y="141556"/>
                    <a:pt x="158909" y="143299"/>
                  </a:cubicBezTo>
                  <a:cubicBezTo>
                    <a:pt x="159646" y="143299"/>
                    <a:pt x="160382" y="143299"/>
                    <a:pt x="161141" y="143299"/>
                  </a:cubicBezTo>
                  <a:cubicBezTo>
                    <a:pt x="161262" y="144825"/>
                    <a:pt x="161384" y="146351"/>
                    <a:pt x="161505" y="147877"/>
                  </a:cubicBezTo>
                  <a:cubicBezTo>
                    <a:pt x="161630" y="148331"/>
                    <a:pt x="161756" y="148785"/>
                    <a:pt x="161885" y="149252"/>
                  </a:cubicBezTo>
                  <a:cubicBezTo>
                    <a:pt x="162622" y="149498"/>
                    <a:pt x="163359" y="149744"/>
                    <a:pt x="164118" y="149997"/>
                  </a:cubicBezTo>
                  <a:cubicBezTo>
                    <a:pt x="164469" y="152701"/>
                    <a:pt x="164494" y="155364"/>
                    <a:pt x="164560" y="158089"/>
                  </a:cubicBezTo>
                  <a:cubicBezTo>
                    <a:pt x="164709" y="159240"/>
                    <a:pt x="164709" y="159240"/>
                    <a:pt x="164862" y="160415"/>
                  </a:cubicBezTo>
                  <a:cubicBezTo>
                    <a:pt x="165599" y="160660"/>
                    <a:pt x="166335" y="160906"/>
                    <a:pt x="167094" y="161159"/>
                  </a:cubicBezTo>
                  <a:cubicBezTo>
                    <a:pt x="167298" y="163034"/>
                    <a:pt x="167353" y="164728"/>
                    <a:pt x="167312" y="166603"/>
                  </a:cubicBezTo>
                  <a:cubicBezTo>
                    <a:pt x="167309" y="167147"/>
                    <a:pt x="167306" y="167691"/>
                    <a:pt x="167303" y="168252"/>
                  </a:cubicBezTo>
                  <a:cubicBezTo>
                    <a:pt x="167290" y="169996"/>
                    <a:pt x="167262" y="171739"/>
                    <a:pt x="167234" y="173483"/>
                  </a:cubicBezTo>
                  <a:cubicBezTo>
                    <a:pt x="167223" y="174663"/>
                    <a:pt x="167213" y="175843"/>
                    <a:pt x="167203" y="177023"/>
                  </a:cubicBezTo>
                  <a:cubicBezTo>
                    <a:pt x="167179" y="179920"/>
                    <a:pt x="167140" y="182818"/>
                    <a:pt x="167094" y="185715"/>
                  </a:cubicBezTo>
                  <a:cubicBezTo>
                    <a:pt x="166358" y="185470"/>
                    <a:pt x="165621" y="185224"/>
                    <a:pt x="164862" y="184971"/>
                  </a:cubicBezTo>
                  <a:cubicBezTo>
                    <a:pt x="164616" y="189146"/>
                    <a:pt x="164371" y="193320"/>
                    <a:pt x="164118" y="197622"/>
                  </a:cubicBezTo>
                  <a:cubicBezTo>
                    <a:pt x="163627" y="197622"/>
                    <a:pt x="163136" y="197622"/>
                    <a:pt x="162630" y="197622"/>
                  </a:cubicBezTo>
                  <a:cubicBezTo>
                    <a:pt x="162167" y="198945"/>
                    <a:pt x="162167" y="198945"/>
                    <a:pt x="161885" y="200552"/>
                  </a:cubicBezTo>
                  <a:cubicBezTo>
                    <a:pt x="161560" y="202200"/>
                    <a:pt x="161560" y="202200"/>
                    <a:pt x="161141" y="203575"/>
                  </a:cubicBezTo>
                  <a:cubicBezTo>
                    <a:pt x="160650" y="203820"/>
                    <a:pt x="160159" y="204066"/>
                    <a:pt x="159653" y="204319"/>
                  </a:cubicBezTo>
                  <a:cubicBezTo>
                    <a:pt x="159199" y="205701"/>
                    <a:pt x="159199" y="205701"/>
                    <a:pt x="158909" y="207295"/>
                  </a:cubicBezTo>
                  <a:cubicBezTo>
                    <a:pt x="158583" y="208923"/>
                    <a:pt x="158583" y="208923"/>
                    <a:pt x="158165" y="210272"/>
                  </a:cubicBezTo>
                  <a:cubicBezTo>
                    <a:pt x="157674" y="210517"/>
                    <a:pt x="157183" y="210763"/>
                    <a:pt x="156676" y="211016"/>
                  </a:cubicBezTo>
                  <a:cubicBezTo>
                    <a:pt x="156569" y="211599"/>
                    <a:pt x="156462" y="212183"/>
                    <a:pt x="156351" y="212783"/>
                  </a:cubicBezTo>
                  <a:cubicBezTo>
                    <a:pt x="155860" y="215074"/>
                    <a:pt x="155352" y="215383"/>
                    <a:pt x="153700" y="216969"/>
                  </a:cubicBezTo>
                  <a:cubicBezTo>
                    <a:pt x="152556" y="218323"/>
                    <a:pt x="151425" y="219689"/>
                    <a:pt x="150305" y="221062"/>
                  </a:cubicBezTo>
                  <a:cubicBezTo>
                    <a:pt x="149721" y="221776"/>
                    <a:pt x="149136" y="222489"/>
                    <a:pt x="148535" y="223225"/>
                  </a:cubicBezTo>
                  <a:cubicBezTo>
                    <a:pt x="146952" y="225163"/>
                    <a:pt x="146952" y="225163"/>
                    <a:pt x="145514" y="227387"/>
                  </a:cubicBezTo>
                  <a:cubicBezTo>
                    <a:pt x="145008" y="227510"/>
                    <a:pt x="144501" y="227633"/>
                    <a:pt x="143980" y="227759"/>
                  </a:cubicBezTo>
                  <a:cubicBezTo>
                    <a:pt x="143504" y="227882"/>
                    <a:pt x="143028" y="228005"/>
                    <a:pt x="142538" y="228131"/>
                  </a:cubicBezTo>
                  <a:cubicBezTo>
                    <a:pt x="142292" y="228868"/>
                    <a:pt x="142047" y="229605"/>
                    <a:pt x="141794" y="230364"/>
                  </a:cubicBezTo>
                  <a:cubicBezTo>
                    <a:pt x="140801" y="230860"/>
                    <a:pt x="139809" y="231356"/>
                    <a:pt x="138817" y="231852"/>
                  </a:cubicBezTo>
                  <a:cubicBezTo>
                    <a:pt x="138572" y="232589"/>
                    <a:pt x="138326" y="233325"/>
                    <a:pt x="138073" y="234084"/>
                  </a:cubicBezTo>
                  <a:cubicBezTo>
                    <a:pt x="137336" y="234192"/>
                    <a:pt x="136600" y="234299"/>
                    <a:pt x="135841" y="234410"/>
                  </a:cubicBezTo>
                  <a:cubicBezTo>
                    <a:pt x="135104" y="234548"/>
                    <a:pt x="134367" y="234686"/>
                    <a:pt x="133608" y="234829"/>
                  </a:cubicBezTo>
                  <a:cubicBezTo>
                    <a:pt x="133508" y="235320"/>
                    <a:pt x="133409" y="235811"/>
                    <a:pt x="133306" y="236317"/>
                  </a:cubicBezTo>
                  <a:cubicBezTo>
                    <a:pt x="133160" y="236808"/>
                    <a:pt x="133014" y="237299"/>
                    <a:pt x="132864" y="237805"/>
                  </a:cubicBezTo>
                  <a:cubicBezTo>
                    <a:pt x="131352" y="238180"/>
                    <a:pt x="131352" y="238180"/>
                    <a:pt x="129515" y="238224"/>
                  </a:cubicBezTo>
                  <a:cubicBezTo>
                    <a:pt x="127724" y="238225"/>
                    <a:pt x="127724" y="238225"/>
                    <a:pt x="126167" y="238549"/>
                  </a:cubicBezTo>
                  <a:cubicBezTo>
                    <a:pt x="125921" y="239286"/>
                    <a:pt x="125676" y="240023"/>
                    <a:pt x="125423" y="240782"/>
                  </a:cubicBezTo>
                  <a:cubicBezTo>
                    <a:pt x="123513" y="241102"/>
                    <a:pt x="121662" y="241109"/>
                    <a:pt x="119728" y="241151"/>
                  </a:cubicBezTo>
                  <a:cubicBezTo>
                    <a:pt x="119152" y="241275"/>
                    <a:pt x="118575" y="241398"/>
                    <a:pt x="117981" y="241526"/>
                  </a:cubicBezTo>
                  <a:cubicBezTo>
                    <a:pt x="117792" y="242018"/>
                    <a:pt x="117602" y="242510"/>
                    <a:pt x="117407" y="243016"/>
                  </a:cubicBezTo>
                  <a:cubicBezTo>
                    <a:pt x="117106" y="243507"/>
                    <a:pt x="116804" y="243997"/>
                    <a:pt x="116493" y="244502"/>
                  </a:cubicBezTo>
                  <a:cubicBezTo>
                    <a:pt x="114534" y="244860"/>
                    <a:pt x="114534" y="244860"/>
                    <a:pt x="112020" y="244840"/>
                  </a:cubicBezTo>
                  <a:cubicBezTo>
                    <a:pt x="111082" y="244840"/>
                    <a:pt x="110143" y="244840"/>
                    <a:pt x="109177" y="244840"/>
                  </a:cubicBezTo>
                  <a:cubicBezTo>
                    <a:pt x="108148" y="244824"/>
                    <a:pt x="107120" y="244809"/>
                    <a:pt x="106092" y="244793"/>
                  </a:cubicBezTo>
                  <a:cubicBezTo>
                    <a:pt x="105043" y="244788"/>
                    <a:pt x="103994" y="244783"/>
                    <a:pt x="102946" y="244780"/>
                  </a:cubicBezTo>
                  <a:cubicBezTo>
                    <a:pt x="100183" y="244769"/>
                    <a:pt x="97421" y="244740"/>
                    <a:pt x="94659" y="244707"/>
                  </a:cubicBezTo>
                  <a:cubicBezTo>
                    <a:pt x="91840" y="244676"/>
                    <a:pt x="89022" y="244663"/>
                    <a:pt x="86204" y="244648"/>
                  </a:cubicBezTo>
                  <a:cubicBezTo>
                    <a:pt x="80673" y="244616"/>
                    <a:pt x="75143" y="244565"/>
                    <a:pt x="69612" y="244502"/>
                  </a:cubicBezTo>
                  <a:cubicBezTo>
                    <a:pt x="69612" y="243520"/>
                    <a:pt x="69612" y="242538"/>
                    <a:pt x="69612" y="241526"/>
                  </a:cubicBezTo>
                  <a:cubicBezTo>
                    <a:pt x="68300" y="241549"/>
                    <a:pt x="68300" y="241549"/>
                    <a:pt x="66961" y="241572"/>
                  </a:cubicBezTo>
                  <a:cubicBezTo>
                    <a:pt x="64050" y="241578"/>
                    <a:pt x="61319" y="241260"/>
                    <a:pt x="58450" y="240782"/>
                  </a:cubicBezTo>
                  <a:cubicBezTo>
                    <a:pt x="58450" y="239799"/>
                    <a:pt x="58450" y="238817"/>
                    <a:pt x="58450" y="237805"/>
                  </a:cubicBezTo>
                  <a:cubicBezTo>
                    <a:pt x="56485" y="237805"/>
                    <a:pt x="54521" y="237805"/>
                    <a:pt x="52497" y="237805"/>
                  </a:cubicBezTo>
                  <a:cubicBezTo>
                    <a:pt x="52497" y="236823"/>
                    <a:pt x="52497" y="235841"/>
                    <a:pt x="52497" y="234829"/>
                  </a:cubicBezTo>
                  <a:cubicBezTo>
                    <a:pt x="51653" y="234752"/>
                    <a:pt x="50809" y="234675"/>
                    <a:pt x="49939" y="234596"/>
                  </a:cubicBezTo>
                  <a:cubicBezTo>
                    <a:pt x="49064" y="234427"/>
                    <a:pt x="48189" y="234258"/>
                    <a:pt x="47288" y="234084"/>
                  </a:cubicBezTo>
                  <a:cubicBezTo>
                    <a:pt x="46919" y="232979"/>
                    <a:pt x="46919" y="232979"/>
                    <a:pt x="46544" y="231852"/>
                  </a:cubicBezTo>
                  <a:cubicBezTo>
                    <a:pt x="45807" y="231606"/>
                    <a:pt x="45070" y="231361"/>
                    <a:pt x="44311" y="231108"/>
                  </a:cubicBezTo>
                  <a:cubicBezTo>
                    <a:pt x="43575" y="230862"/>
                    <a:pt x="42838" y="230617"/>
                    <a:pt x="42079" y="230364"/>
                  </a:cubicBezTo>
                  <a:cubicBezTo>
                    <a:pt x="41710" y="229259"/>
                    <a:pt x="41710" y="229259"/>
                    <a:pt x="41335" y="228131"/>
                  </a:cubicBezTo>
                  <a:cubicBezTo>
                    <a:pt x="40844" y="228024"/>
                    <a:pt x="40352" y="227916"/>
                    <a:pt x="39846" y="227806"/>
                  </a:cubicBezTo>
                  <a:cubicBezTo>
                    <a:pt x="39355" y="227668"/>
                    <a:pt x="38864" y="227529"/>
                    <a:pt x="38358" y="227387"/>
                  </a:cubicBezTo>
                  <a:cubicBezTo>
                    <a:pt x="38081" y="226403"/>
                    <a:pt x="37833" y="225410"/>
                    <a:pt x="37614" y="224411"/>
                  </a:cubicBezTo>
                  <a:cubicBezTo>
                    <a:pt x="36877" y="224165"/>
                    <a:pt x="36141" y="223919"/>
                    <a:pt x="35382" y="223666"/>
                  </a:cubicBezTo>
                  <a:cubicBezTo>
                    <a:pt x="35136" y="222930"/>
                    <a:pt x="34890" y="222193"/>
                    <a:pt x="34637" y="221434"/>
                  </a:cubicBezTo>
                  <a:cubicBezTo>
                    <a:pt x="33901" y="220943"/>
                    <a:pt x="33164" y="220452"/>
                    <a:pt x="32405" y="219946"/>
                  </a:cubicBezTo>
                  <a:cubicBezTo>
                    <a:pt x="32405" y="219209"/>
                    <a:pt x="32405" y="218472"/>
                    <a:pt x="32405" y="217713"/>
                  </a:cubicBezTo>
                  <a:cubicBezTo>
                    <a:pt x="31668" y="217713"/>
                    <a:pt x="30932" y="217713"/>
                    <a:pt x="30173" y="217713"/>
                  </a:cubicBezTo>
                  <a:cubicBezTo>
                    <a:pt x="29888" y="216481"/>
                    <a:pt x="29641" y="215239"/>
                    <a:pt x="29428" y="213993"/>
                  </a:cubicBezTo>
                  <a:cubicBezTo>
                    <a:pt x="28937" y="213747"/>
                    <a:pt x="28446" y="213501"/>
                    <a:pt x="27940" y="213248"/>
                  </a:cubicBezTo>
                  <a:cubicBezTo>
                    <a:pt x="27833" y="212619"/>
                    <a:pt x="27725" y="211990"/>
                    <a:pt x="27615" y="211342"/>
                  </a:cubicBezTo>
                  <a:cubicBezTo>
                    <a:pt x="27476" y="210743"/>
                    <a:pt x="27338" y="210144"/>
                    <a:pt x="27196" y="209528"/>
                  </a:cubicBezTo>
                  <a:cubicBezTo>
                    <a:pt x="26459" y="209528"/>
                    <a:pt x="25723" y="209528"/>
                    <a:pt x="24964" y="209528"/>
                  </a:cubicBezTo>
                  <a:cubicBezTo>
                    <a:pt x="24439" y="207800"/>
                    <a:pt x="23943" y="206063"/>
                    <a:pt x="23475" y="204319"/>
                  </a:cubicBezTo>
                  <a:cubicBezTo>
                    <a:pt x="22984" y="204319"/>
                    <a:pt x="22493" y="204319"/>
                    <a:pt x="21987" y="204319"/>
                  </a:cubicBezTo>
                  <a:cubicBezTo>
                    <a:pt x="21910" y="203475"/>
                    <a:pt x="21834" y="202631"/>
                    <a:pt x="21754" y="201761"/>
                  </a:cubicBezTo>
                  <a:cubicBezTo>
                    <a:pt x="21586" y="200886"/>
                    <a:pt x="21417" y="200011"/>
                    <a:pt x="21243" y="199110"/>
                  </a:cubicBezTo>
                  <a:cubicBezTo>
                    <a:pt x="20506" y="198864"/>
                    <a:pt x="19769" y="198619"/>
                    <a:pt x="19010" y="198366"/>
                  </a:cubicBezTo>
                  <a:cubicBezTo>
                    <a:pt x="18682" y="196691"/>
                    <a:pt x="18682" y="196691"/>
                    <a:pt x="18592" y="194645"/>
                  </a:cubicBezTo>
                  <a:cubicBezTo>
                    <a:pt x="18529" y="192656"/>
                    <a:pt x="18529" y="192656"/>
                    <a:pt x="18266" y="190924"/>
                  </a:cubicBezTo>
                  <a:cubicBezTo>
                    <a:pt x="17775" y="190679"/>
                    <a:pt x="17284" y="190433"/>
                    <a:pt x="16778" y="190180"/>
                  </a:cubicBezTo>
                  <a:cubicBezTo>
                    <a:pt x="16522" y="188233"/>
                    <a:pt x="16522" y="188233"/>
                    <a:pt x="16406" y="185808"/>
                  </a:cubicBezTo>
                  <a:cubicBezTo>
                    <a:pt x="16252" y="182184"/>
                    <a:pt x="16252" y="182184"/>
                    <a:pt x="14546" y="179018"/>
                  </a:cubicBezTo>
                  <a:cubicBezTo>
                    <a:pt x="14300" y="179018"/>
                    <a:pt x="14054" y="179018"/>
                    <a:pt x="13801" y="179018"/>
                  </a:cubicBezTo>
                  <a:cubicBezTo>
                    <a:pt x="13780" y="175809"/>
                    <a:pt x="13767" y="172600"/>
                    <a:pt x="13755" y="169391"/>
                  </a:cubicBezTo>
                  <a:cubicBezTo>
                    <a:pt x="13749" y="168474"/>
                    <a:pt x="13743" y="167558"/>
                    <a:pt x="13736" y="166613"/>
                  </a:cubicBezTo>
                  <a:cubicBezTo>
                    <a:pt x="13734" y="165743"/>
                    <a:pt x="13731" y="164872"/>
                    <a:pt x="13729" y="163975"/>
                  </a:cubicBezTo>
                  <a:cubicBezTo>
                    <a:pt x="13725" y="163169"/>
                    <a:pt x="13721" y="162362"/>
                    <a:pt x="13717" y="161531"/>
                  </a:cubicBezTo>
                  <a:cubicBezTo>
                    <a:pt x="13801" y="159670"/>
                    <a:pt x="13801" y="159670"/>
                    <a:pt x="14546" y="158926"/>
                  </a:cubicBezTo>
                  <a:cubicBezTo>
                    <a:pt x="16467" y="158851"/>
                    <a:pt x="18368" y="158822"/>
                    <a:pt x="20289" y="158827"/>
                  </a:cubicBezTo>
                  <a:cubicBezTo>
                    <a:pt x="20865" y="158827"/>
                    <a:pt x="21440" y="158826"/>
                    <a:pt x="22033" y="158825"/>
                  </a:cubicBezTo>
                  <a:cubicBezTo>
                    <a:pt x="23251" y="158825"/>
                    <a:pt x="24470" y="158826"/>
                    <a:pt x="25688" y="158829"/>
                  </a:cubicBezTo>
                  <a:cubicBezTo>
                    <a:pt x="27560" y="158833"/>
                    <a:pt x="29432" y="158829"/>
                    <a:pt x="31303" y="158824"/>
                  </a:cubicBezTo>
                  <a:cubicBezTo>
                    <a:pt x="32484" y="158825"/>
                    <a:pt x="33666" y="158826"/>
                    <a:pt x="34847" y="158827"/>
                  </a:cubicBezTo>
                  <a:cubicBezTo>
                    <a:pt x="35692" y="158825"/>
                    <a:pt x="35692" y="158825"/>
                    <a:pt x="36554" y="158823"/>
                  </a:cubicBezTo>
                  <a:cubicBezTo>
                    <a:pt x="40505" y="158841"/>
                    <a:pt x="40505" y="158841"/>
                    <a:pt x="41335" y="159670"/>
                  </a:cubicBezTo>
                  <a:cubicBezTo>
                    <a:pt x="41388" y="161049"/>
                    <a:pt x="41397" y="162430"/>
                    <a:pt x="41381" y="163810"/>
                  </a:cubicBezTo>
                  <a:cubicBezTo>
                    <a:pt x="41374" y="164563"/>
                    <a:pt x="41368" y="165316"/>
                    <a:pt x="41361" y="166091"/>
                  </a:cubicBezTo>
                  <a:cubicBezTo>
                    <a:pt x="41352" y="166674"/>
                    <a:pt x="41344" y="167256"/>
                    <a:pt x="41335" y="167856"/>
                  </a:cubicBezTo>
                  <a:cubicBezTo>
                    <a:pt x="42071" y="167856"/>
                    <a:pt x="42808" y="167856"/>
                    <a:pt x="43567" y="167856"/>
                  </a:cubicBezTo>
                  <a:cubicBezTo>
                    <a:pt x="43609" y="168945"/>
                    <a:pt x="43609" y="168945"/>
                    <a:pt x="43651" y="170056"/>
                  </a:cubicBezTo>
                  <a:cubicBezTo>
                    <a:pt x="43700" y="171003"/>
                    <a:pt x="43749" y="171950"/>
                    <a:pt x="43800" y="172925"/>
                  </a:cubicBezTo>
                  <a:cubicBezTo>
                    <a:pt x="43843" y="173866"/>
                    <a:pt x="43886" y="174807"/>
                    <a:pt x="43930" y="175777"/>
                  </a:cubicBezTo>
                  <a:cubicBezTo>
                    <a:pt x="44336" y="178437"/>
                    <a:pt x="44632" y="178830"/>
                    <a:pt x="46544" y="180506"/>
                  </a:cubicBezTo>
                  <a:cubicBezTo>
                    <a:pt x="46872" y="182000"/>
                    <a:pt x="46872" y="182000"/>
                    <a:pt x="46962" y="183576"/>
                  </a:cubicBezTo>
                  <a:cubicBezTo>
                    <a:pt x="47070" y="184527"/>
                    <a:pt x="47177" y="185479"/>
                    <a:pt x="47288" y="186459"/>
                  </a:cubicBezTo>
                  <a:cubicBezTo>
                    <a:pt x="47779" y="186705"/>
                    <a:pt x="48270" y="186951"/>
                    <a:pt x="48776" y="187204"/>
                  </a:cubicBezTo>
                  <a:cubicBezTo>
                    <a:pt x="49106" y="187866"/>
                    <a:pt x="49436" y="188529"/>
                    <a:pt x="49776" y="189212"/>
                  </a:cubicBezTo>
                  <a:cubicBezTo>
                    <a:pt x="51063" y="191776"/>
                    <a:pt x="52540" y="193780"/>
                    <a:pt x="54357" y="195994"/>
                  </a:cubicBezTo>
                  <a:cubicBezTo>
                    <a:pt x="54933" y="196705"/>
                    <a:pt x="55508" y="197415"/>
                    <a:pt x="56101" y="198148"/>
                  </a:cubicBezTo>
                  <a:cubicBezTo>
                    <a:pt x="57604" y="200016"/>
                    <a:pt x="57604" y="200016"/>
                    <a:pt x="59938" y="200598"/>
                  </a:cubicBezTo>
                  <a:cubicBezTo>
                    <a:pt x="60307" y="201703"/>
                    <a:pt x="60307" y="201703"/>
                    <a:pt x="60682" y="202831"/>
                  </a:cubicBezTo>
                  <a:cubicBezTo>
                    <a:pt x="61281" y="202938"/>
                    <a:pt x="61879" y="203045"/>
                    <a:pt x="62496" y="203156"/>
                  </a:cubicBezTo>
                  <a:cubicBezTo>
                    <a:pt x="63125" y="203294"/>
                    <a:pt x="63755" y="203432"/>
                    <a:pt x="64403" y="203575"/>
                  </a:cubicBezTo>
                  <a:cubicBezTo>
                    <a:pt x="64618" y="204066"/>
                    <a:pt x="64833" y="204557"/>
                    <a:pt x="65054" y="205063"/>
                  </a:cubicBezTo>
                  <a:cubicBezTo>
                    <a:pt x="65330" y="205554"/>
                    <a:pt x="65607" y="206045"/>
                    <a:pt x="65891" y="206551"/>
                  </a:cubicBezTo>
                  <a:cubicBezTo>
                    <a:pt x="67498" y="206989"/>
                    <a:pt x="67498" y="206989"/>
                    <a:pt x="69286" y="206970"/>
                  </a:cubicBezTo>
                  <a:cubicBezTo>
                    <a:pt x="71103" y="207019"/>
                    <a:pt x="71103" y="207019"/>
                    <a:pt x="72589" y="207295"/>
                  </a:cubicBezTo>
                  <a:cubicBezTo>
                    <a:pt x="72957" y="208400"/>
                    <a:pt x="72957" y="208400"/>
                    <a:pt x="73333" y="209528"/>
                  </a:cubicBezTo>
                  <a:cubicBezTo>
                    <a:pt x="75260" y="209820"/>
                    <a:pt x="77024" y="209978"/>
                    <a:pt x="78960" y="210039"/>
                  </a:cubicBezTo>
                  <a:cubicBezTo>
                    <a:pt x="79489" y="210065"/>
                    <a:pt x="80018" y="210090"/>
                    <a:pt x="80563" y="210116"/>
                  </a:cubicBezTo>
                  <a:cubicBezTo>
                    <a:pt x="81873" y="210178"/>
                    <a:pt x="83184" y="210226"/>
                    <a:pt x="84495" y="210272"/>
                  </a:cubicBezTo>
                  <a:cubicBezTo>
                    <a:pt x="84495" y="211500"/>
                    <a:pt x="84495" y="212728"/>
                    <a:pt x="84495" y="213993"/>
                  </a:cubicBezTo>
                  <a:cubicBezTo>
                    <a:pt x="87441" y="213954"/>
                    <a:pt x="90386" y="213883"/>
                    <a:pt x="93332" y="213807"/>
                  </a:cubicBezTo>
                  <a:cubicBezTo>
                    <a:pt x="94171" y="213796"/>
                    <a:pt x="95010" y="213786"/>
                    <a:pt x="95875" y="213775"/>
                  </a:cubicBezTo>
                  <a:cubicBezTo>
                    <a:pt x="96676" y="213751"/>
                    <a:pt x="97477" y="213727"/>
                    <a:pt x="98302" y="213702"/>
                  </a:cubicBezTo>
                  <a:cubicBezTo>
                    <a:pt x="99043" y="213686"/>
                    <a:pt x="99783" y="213671"/>
                    <a:pt x="100546" y="213655"/>
                  </a:cubicBezTo>
                  <a:cubicBezTo>
                    <a:pt x="101143" y="213521"/>
                    <a:pt x="101739" y="213387"/>
                    <a:pt x="102354" y="213248"/>
                  </a:cubicBezTo>
                  <a:cubicBezTo>
                    <a:pt x="103193" y="211774"/>
                    <a:pt x="103193" y="211774"/>
                    <a:pt x="103842" y="210272"/>
                  </a:cubicBezTo>
                  <a:cubicBezTo>
                    <a:pt x="105961" y="210048"/>
                    <a:pt x="107783" y="209991"/>
                    <a:pt x="109889" y="210086"/>
                  </a:cubicBezTo>
                  <a:cubicBezTo>
                    <a:pt x="110450" y="210099"/>
                    <a:pt x="111011" y="210113"/>
                    <a:pt x="111589" y="210127"/>
                  </a:cubicBezTo>
                  <a:cubicBezTo>
                    <a:pt x="112976" y="210162"/>
                    <a:pt x="114363" y="210215"/>
                    <a:pt x="115749" y="210272"/>
                  </a:cubicBezTo>
                  <a:cubicBezTo>
                    <a:pt x="115749" y="209290"/>
                    <a:pt x="115749" y="208307"/>
                    <a:pt x="115749" y="207295"/>
                  </a:cubicBezTo>
                  <a:cubicBezTo>
                    <a:pt x="116593" y="207234"/>
                    <a:pt x="117437" y="207173"/>
                    <a:pt x="118307" y="207109"/>
                  </a:cubicBezTo>
                  <a:cubicBezTo>
                    <a:pt x="119182" y="206925"/>
                    <a:pt x="120056" y="206741"/>
                    <a:pt x="120958" y="206551"/>
                  </a:cubicBezTo>
                  <a:cubicBezTo>
                    <a:pt x="121227" y="205565"/>
                    <a:pt x="121477" y="204572"/>
                    <a:pt x="121702" y="203575"/>
                  </a:cubicBezTo>
                  <a:cubicBezTo>
                    <a:pt x="123190" y="203575"/>
                    <a:pt x="124678" y="203575"/>
                    <a:pt x="126167" y="203575"/>
                  </a:cubicBezTo>
                  <a:cubicBezTo>
                    <a:pt x="126637" y="202259"/>
                    <a:pt x="126637" y="202259"/>
                    <a:pt x="126911" y="200598"/>
                  </a:cubicBezTo>
                  <a:cubicBezTo>
                    <a:pt x="128118" y="199326"/>
                    <a:pt x="129362" y="198088"/>
                    <a:pt x="130632" y="196877"/>
                  </a:cubicBezTo>
                  <a:cubicBezTo>
                    <a:pt x="133376" y="193980"/>
                    <a:pt x="134040" y="191924"/>
                    <a:pt x="134352" y="187948"/>
                  </a:cubicBezTo>
                  <a:cubicBezTo>
                    <a:pt x="135089" y="187948"/>
                    <a:pt x="135826" y="187948"/>
                    <a:pt x="136585" y="187948"/>
                  </a:cubicBezTo>
                  <a:cubicBezTo>
                    <a:pt x="136515" y="184464"/>
                    <a:pt x="136436" y="180980"/>
                    <a:pt x="136349" y="177497"/>
                  </a:cubicBezTo>
                  <a:cubicBezTo>
                    <a:pt x="136320" y="176311"/>
                    <a:pt x="136294" y="175125"/>
                    <a:pt x="136271" y="173939"/>
                  </a:cubicBezTo>
                  <a:cubicBezTo>
                    <a:pt x="136237" y="172238"/>
                    <a:pt x="136194" y="170537"/>
                    <a:pt x="136149" y="168836"/>
                  </a:cubicBezTo>
                  <a:cubicBezTo>
                    <a:pt x="136136" y="168036"/>
                    <a:pt x="136136" y="168036"/>
                    <a:pt x="136123" y="167219"/>
                  </a:cubicBezTo>
                  <a:cubicBezTo>
                    <a:pt x="136084" y="165940"/>
                    <a:pt x="135970" y="164664"/>
                    <a:pt x="135841" y="163391"/>
                  </a:cubicBezTo>
                  <a:cubicBezTo>
                    <a:pt x="135349" y="163146"/>
                    <a:pt x="134858" y="162900"/>
                    <a:pt x="134352" y="162647"/>
                  </a:cubicBezTo>
                  <a:cubicBezTo>
                    <a:pt x="134191" y="161772"/>
                    <a:pt x="134191" y="161772"/>
                    <a:pt x="134027" y="160880"/>
                  </a:cubicBezTo>
                  <a:cubicBezTo>
                    <a:pt x="133560" y="158703"/>
                    <a:pt x="132971" y="158150"/>
                    <a:pt x="131376" y="156694"/>
                  </a:cubicBezTo>
                  <a:cubicBezTo>
                    <a:pt x="131376" y="156203"/>
                    <a:pt x="131376" y="155712"/>
                    <a:pt x="131376" y="155206"/>
                  </a:cubicBezTo>
                  <a:cubicBezTo>
                    <a:pt x="130639" y="154960"/>
                    <a:pt x="129902" y="154714"/>
                    <a:pt x="129143" y="154461"/>
                  </a:cubicBezTo>
                  <a:cubicBezTo>
                    <a:pt x="129143" y="153725"/>
                    <a:pt x="129143" y="152988"/>
                    <a:pt x="129143" y="152229"/>
                  </a:cubicBezTo>
                  <a:cubicBezTo>
                    <a:pt x="128437" y="152290"/>
                    <a:pt x="127731" y="152352"/>
                    <a:pt x="127004" y="152415"/>
                  </a:cubicBezTo>
                  <a:cubicBezTo>
                    <a:pt x="126236" y="152354"/>
                    <a:pt x="125469" y="152292"/>
                    <a:pt x="124678" y="152229"/>
                  </a:cubicBezTo>
                  <a:cubicBezTo>
                    <a:pt x="124170" y="151243"/>
                    <a:pt x="123674" y="150251"/>
                    <a:pt x="123190" y="149252"/>
                  </a:cubicBezTo>
                  <a:cubicBezTo>
                    <a:pt x="120914" y="148645"/>
                    <a:pt x="120914" y="148645"/>
                    <a:pt x="118725" y="148508"/>
                  </a:cubicBezTo>
                  <a:cubicBezTo>
                    <a:pt x="118725" y="147526"/>
                    <a:pt x="118725" y="146544"/>
                    <a:pt x="118725" y="145532"/>
                  </a:cubicBezTo>
                  <a:cubicBezTo>
                    <a:pt x="118205" y="145566"/>
                    <a:pt x="117685" y="145601"/>
                    <a:pt x="117150" y="145636"/>
                  </a:cubicBezTo>
                  <a:cubicBezTo>
                    <a:pt x="116473" y="145663"/>
                    <a:pt x="115795" y="145690"/>
                    <a:pt x="115098" y="145718"/>
                  </a:cubicBezTo>
                  <a:cubicBezTo>
                    <a:pt x="114424" y="145752"/>
                    <a:pt x="113751" y="145787"/>
                    <a:pt x="113057" y="145822"/>
                  </a:cubicBezTo>
                  <a:cubicBezTo>
                    <a:pt x="112472" y="145726"/>
                    <a:pt x="111887" y="145631"/>
                    <a:pt x="111284" y="145532"/>
                  </a:cubicBezTo>
                  <a:cubicBezTo>
                    <a:pt x="110782" y="144542"/>
                    <a:pt x="110286" y="143550"/>
                    <a:pt x="109796" y="142555"/>
                  </a:cubicBezTo>
                  <a:cubicBezTo>
                    <a:pt x="108017" y="142116"/>
                    <a:pt x="108017" y="142116"/>
                    <a:pt x="106028" y="142137"/>
                  </a:cubicBezTo>
                  <a:cubicBezTo>
                    <a:pt x="104002" y="142087"/>
                    <a:pt x="104002" y="142087"/>
                    <a:pt x="102354" y="141811"/>
                  </a:cubicBezTo>
                  <a:cubicBezTo>
                    <a:pt x="102109" y="141074"/>
                    <a:pt x="101863" y="140338"/>
                    <a:pt x="101610" y="139579"/>
                  </a:cubicBezTo>
                  <a:cubicBezTo>
                    <a:pt x="98905" y="139257"/>
                    <a:pt x="96241" y="139251"/>
                    <a:pt x="93518" y="139209"/>
                  </a:cubicBezTo>
                  <a:cubicBezTo>
                    <a:pt x="92750" y="139086"/>
                    <a:pt x="91983" y="138962"/>
                    <a:pt x="91192" y="138834"/>
                  </a:cubicBezTo>
                  <a:cubicBezTo>
                    <a:pt x="90944" y="137842"/>
                    <a:pt x="90696" y="136850"/>
                    <a:pt x="90448" y="135858"/>
                  </a:cubicBezTo>
                  <a:cubicBezTo>
                    <a:pt x="88041" y="135412"/>
                    <a:pt x="88041" y="135412"/>
                    <a:pt x="85239" y="135439"/>
                  </a:cubicBezTo>
                  <a:cubicBezTo>
                    <a:pt x="82355" y="135390"/>
                    <a:pt x="82355" y="135390"/>
                    <a:pt x="80030" y="135114"/>
                  </a:cubicBezTo>
                  <a:cubicBezTo>
                    <a:pt x="79784" y="134377"/>
                    <a:pt x="79539" y="133640"/>
                    <a:pt x="79286" y="132881"/>
                  </a:cubicBezTo>
                  <a:cubicBezTo>
                    <a:pt x="76772" y="132591"/>
                    <a:pt x="74304" y="132601"/>
                    <a:pt x="71775" y="132585"/>
                  </a:cubicBezTo>
                  <a:cubicBezTo>
                    <a:pt x="71061" y="132437"/>
                    <a:pt x="70347" y="132289"/>
                    <a:pt x="69612" y="132137"/>
                  </a:cubicBezTo>
                  <a:cubicBezTo>
                    <a:pt x="69338" y="130902"/>
                    <a:pt x="69089" y="129662"/>
                    <a:pt x="68868" y="128416"/>
                  </a:cubicBezTo>
                  <a:cubicBezTo>
                    <a:pt x="66948" y="127962"/>
                    <a:pt x="66948" y="127962"/>
                    <a:pt x="64729" y="128184"/>
                  </a:cubicBezTo>
                  <a:cubicBezTo>
                    <a:pt x="63976" y="128218"/>
                    <a:pt x="63223" y="128251"/>
                    <a:pt x="62447" y="128286"/>
                  </a:cubicBezTo>
                  <a:cubicBezTo>
                    <a:pt x="61865" y="128329"/>
                    <a:pt x="61282" y="128372"/>
                    <a:pt x="60682" y="128416"/>
                  </a:cubicBezTo>
                  <a:cubicBezTo>
                    <a:pt x="60682" y="127434"/>
                    <a:pt x="60682" y="126452"/>
                    <a:pt x="60682" y="125440"/>
                  </a:cubicBezTo>
                  <a:cubicBezTo>
                    <a:pt x="60154" y="125412"/>
                    <a:pt x="59625" y="125384"/>
                    <a:pt x="59081" y="125356"/>
                  </a:cubicBezTo>
                  <a:cubicBezTo>
                    <a:pt x="58055" y="125282"/>
                    <a:pt x="58055" y="125282"/>
                    <a:pt x="57008" y="125207"/>
                  </a:cubicBezTo>
                  <a:cubicBezTo>
                    <a:pt x="55985" y="125143"/>
                    <a:pt x="55985" y="125143"/>
                    <a:pt x="54941" y="125077"/>
                  </a:cubicBezTo>
                  <a:cubicBezTo>
                    <a:pt x="54380" y="124951"/>
                    <a:pt x="53819" y="124825"/>
                    <a:pt x="53241" y="124696"/>
                  </a:cubicBezTo>
                  <a:cubicBezTo>
                    <a:pt x="52995" y="123959"/>
                    <a:pt x="52750" y="123222"/>
                    <a:pt x="52497" y="122463"/>
                  </a:cubicBezTo>
                  <a:cubicBezTo>
                    <a:pt x="51637" y="122356"/>
                    <a:pt x="50778" y="122248"/>
                    <a:pt x="49892" y="122138"/>
                  </a:cubicBezTo>
                  <a:cubicBezTo>
                    <a:pt x="49033" y="122000"/>
                    <a:pt x="48173" y="121862"/>
                    <a:pt x="47288" y="121719"/>
                  </a:cubicBezTo>
                  <a:cubicBezTo>
                    <a:pt x="47011" y="120735"/>
                    <a:pt x="46762" y="119742"/>
                    <a:pt x="46544" y="118743"/>
                  </a:cubicBezTo>
                  <a:cubicBezTo>
                    <a:pt x="45807" y="118620"/>
                    <a:pt x="45070" y="118497"/>
                    <a:pt x="44311" y="118371"/>
                  </a:cubicBezTo>
                  <a:cubicBezTo>
                    <a:pt x="43575" y="118248"/>
                    <a:pt x="42838" y="118125"/>
                    <a:pt x="42079" y="117999"/>
                  </a:cubicBezTo>
                  <a:cubicBezTo>
                    <a:pt x="41567" y="116510"/>
                    <a:pt x="41567" y="116510"/>
                    <a:pt x="41335" y="115022"/>
                  </a:cubicBezTo>
                  <a:cubicBezTo>
                    <a:pt x="40598" y="114776"/>
                    <a:pt x="39861" y="114531"/>
                    <a:pt x="39102" y="114278"/>
                  </a:cubicBezTo>
                  <a:cubicBezTo>
                    <a:pt x="38580" y="113299"/>
                    <a:pt x="38086" y="112305"/>
                    <a:pt x="37614" y="111301"/>
                  </a:cubicBezTo>
                  <a:cubicBezTo>
                    <a:pt x="37015" y="110703"/>
                    <a:pt x="37015" y="110703"/>
                    <a:pt x="36405" y="110092"/>
                  </a:cubicBezTo>
                  <a:cubicBezTo>
                    <a:pt x="35382" y="109069"/>
                    <a:pt x="35382" y="109069"/>
                    <a:pt x="35382" y="107581"/>
                  </a:cubicBezTo>
                  <a:cubicBezTo>
                    <a:pt x="34645" y="107581"/>
                    <a:pt x="33908" y="107581"/>
                    <a:pt x="33149" y="107581"/>
                  </a:cubicBezTo>
                  <a:cubicBezTo>
                    <a:pt x="32904" y="106844"/>
                    <a:pt x="32658" y="106107"/>
                    <a:pt x="32405" y="105348"/>
                  </a:cubicBezTo>
                  <a:cubicBezTo>
                    <a:pt x="31300" y="104611"/>
                    <a:pt x="31300" y="104611"/>
                    <a:pt x="30173" y="103860"/>
                  </a:cubicBezTo>
                  <a:cubicBezTo>
                    <a:pt x="29903" y="102873"/>
                    <a:pt x="29654" y="101881"/>
                    <a:pt x="29428" y="100883"/>
                  </a:cubicBezTo>
                  <a:cubicBezTo>
                    <a:pt x="28937" y="100638"/>
                    <a:pt x="28446" y="100392"/>
                    <a:pt x="27940" y="100139"/>
                  </a:cubicBezTo>
                  <a:cubicBezTo>
                    <a:pt x="27572" y="98827"/>
                    <a:pt x="27572" y="98827"/>
                    <a:pt x="27196" y="97488"/>
                  </a:cubicBezTo>
                  <a:cubicBezTo>
                    <a:pt x="26950" y="96644"/>
                    <a:pt x="26705" y="95800"/>
                    <a:pt x="26452" y="94930"/>
                  </a:cubicBezTo>
                  <a:cubicBezTo>
                    <a:pt x="25961" y="94930"/>
                    <a:pt x="25470" y="94930"/>
                    <a:pt x="24964" y="94930"/>
                  </a:cubicBezTo>
                  <a:cubicBezTo>
                    <a:pt x="24470" y="93202"/>
                    <a:pt x="24200" y="91468"/>
                    <a:pt x="23894" y="89698"/>
                  </a:cubicBezTo>
                  <a:cubicBezTo>
                    <a:pt x="23756" y="89214"/>
                    <a:pt x="23618" y="88731"/>
                    <a:pt x="23475" y="88233"/>
                  </a:cubicBezTo>
                  <a:cubicBezTo>
                    <a:pt x="22984" y="88233"/>
                    <a:pt x="22493" y="88233"/>
                    <a:pt x="21987" y="88233"/>
                  </a:cubicBezTo>
                  <a:cubicBezTo>
                    <a:pt x="21972" y="87816"/>
                    <a:pt x="21958" y="87400"/>
                    <a:pt x="21942" y="86970"/>
                  </a:cubicBezTo>
                  <a:cubicBezTo>
                    <a:pt x="21871" y="85081"/>
                    <a:pt x="21790" y="83192"/>
                    <a:pt x="21708" y="81303"/>
                  </a:cubicBezTo>
                  <a:cubicBezTo>
                    <a:pt x="21685" y="80647"/>
                    <a:pt x="21662" y="79992"/>
                    <a:pt x="21638" y="79316"/>
                  </a:cubicBezTo>
                  <a:cubicBezTo>
                    <a:pt x="21609" y="78686"/>
                    <a:pt x="21581" y="78055"/>
                    <a:pt x="21551" y="77405"/>
                  </a:cubicBezTo>
                  <a:cubicBezTo>
                    <a:pt x="21528" y="76824"/>
                    <a:pt x="21504" y="76244"/>
                    <a:pt x="21480" y="75646"/>
                  </a:cubicBezTo>
                  <a:cubicBezTo>
                    <a:pt x="21320" y="73870"/>
                    <a:pt x="21320" y="73870"/>
                    <a:pt x="19755" y="71862"/>
                  </a:cubicBezTo>
                  <a:cubicBezTo>
                    <a:pt x="19509" y="71862"/>
                    <a:pt x="19263" y="71862"/>
                    <a:pt x="19010" y="71862"/>
                  </a:cubicBezTo>
                  <a:cubicBezTo>
                    <a:pt x="19010" y="68669"/>
                    <a:pt x="19010" y="65477"/>
                    <a:pt x="19010" y="62188"/>
                  </a:cubicBezTo>
                  <a:cubicBezTo>
                    <a:pt x="19747" y="62188"/>
                    <a:pt x="20484" y="62188"/>
                    <a:pt x="21243" y="62188"/>
                  </a:cubicBezTo>
                  <a:cubicBezTo>
                    <a:pt x="21488" y="57031"/>
                    <a:pt x="21734" y="51874"/>
                    <a:pt x="21987" y="46561"/>
                  </a:cubicBezTo>
                  <a:cubicBezTo>
                    <a:pt x="22478" y="46561"/>
                    <a:pt x="22969" y="46561"/>
                    <a:pt x="23475" y="46561"/>
                  </a:cubicBezTo>
                  <a:cubicBezTo>
                    <a:pt x="23939" y="44894"/>
                    <a:pt x="23939" y="44894"/>
                    <a:pt x="24219" y="42887"/>
                  </a:cubicBezTo>
                  <a:cubicBezTo>
                    <a:pt x="24545" y="40820"/>
                    <a:pt x="24545" y="40820"/>
                    <a:pt x="24964" y="39120"/>
                  </a:cubicBezTo>
                  <a:cubicBezTo>
                    <a:pt x="25700" y="38751"/>
                    <a:pt x="25700" y="38751"/>
                    <a:pt x="26452" y="38375"/>
                  </a:cubicBezTo>
                  <a:cubicBezTo>
                    <a:pt x="26697" y="37639"/>
                    <a:pt x="26943" y="36902"/>
                    <a:pt x="27196" y="36143"/>
                  </a:cubicBezTo>
                  <a:cubicBezTo>
                    <a:pt x="27940" y="33911"/>
                    <a:pt x="27940" y="33911"/>
                    <a:pt x="29428" y="33166"/>
                  </a:cubicBezTo>
                  <a:cubicBezTo>
                    <a:pt x="29918" y="30912"/>
                    <a:pt x="29918" y="30912"/>
                    <a:pt x="30173" y="28702"/>
                  </a:cubicBezTo>
                  <a:cubicBezTo>
                    <a:pt x="30664" y="28702"/>
                    <a:pt x="31155" y="28702"/>
                    <a:pt x="31661" y="28702"/>
                  </a:cubicBezTo>
                  <a:cubicBezTo>
                    <a:pt x="31860" y="28164"/>
                    <a:pt x="32060" y="27627"/>
                    <a:pt x="32265" y="27074"/>
                  </a:cubicBezTo>
                  <a:cubicBezTo>
                    <a:pt x="33341" y="24528"/>
                    <a:pt x="34906" y="23174"/>
                    <a:pt x="36870" y="21260"/>
                  </a:cubicBezTo>
                  <a:cubicBezTo>
                    <a:pt x="37115" y="20524"/>
                    <a:pt x="37361" y="19787"/>
                    <a:pt x="37614" y="19028"/>
                  </a:cubicBezTo>
                  <a:cubicBezTo>
                    <a:pt x="38606" y="18780"/>
                    <a:pt x="39598" y="18532"/>
                    <a:pt x="40591" y="18284"/>
                  </a:cubicBezTo>
                  <a:cubicBezTo>
                    <a:pt x="40959" y="17179"/>
                    <a:pt x="40959" y="17179"/>
                    <a:pt x="41335" y="16051"/>
                  </a:cubicBezTo>
                  <a:cubicBezTo>
                    <a:pt x="42327" y="15555"/>
                    <a:pt x="43319" y="15059"/>
                    <a:pt x="44311" y="14563"/>
                  </a:cubicBezTo>
                  <a:cubicBezTo>
                    <a:pt x="44680" y="13458"/>
                    <a:pt x="44680" y="13458"/>
                    <a:pt x="45055" y="12331"/>
                  </a:cubicBezTo>
                  <a:cubicBezTo>
                    <a:pt x="45792" y="12223"/>
                    <a:pt x="46529" y="12116"/>
                    <a:pt x="47288" y="12005"/>
                  </a:cubicBezTo>
                  <a:cubicBezTo>
                    <a:pt x="48393" y="11798"/>
                    <a:pt x="48393" y="11798"/>
                    <a:pt x="49520" y="11586"/>
                  </a:cubicBezTo>
                  <a:cubicBezTo>
                    <a:pt x="49658" y="10850"/>
                    <a:pt x="49658" y="10850"/>
                    <a:pt x="49799" y="10098"/>
                  </a:cubicBezTo>
                  <a:cubicBezTo>
                    <a:pt x="49953" y="9607"/>
                    <a:pt x="50106" y="9116"/>
                    <a:pt x="50264" y="8610"/>
                  </a:cubicBezTo>
                  <a:cubicBezTo>
                    <a:pt x="51812" y="8282"/>
                    <a:pt x="53288" y="8190"/>
                    <a:pt x="54869" y="8142"/>
                  </a:cubicBezTo>
                  <a:cubicBezTo>
                    <a:pt x="55314" y="8051"/>
                    <a:pt x="55759" y="7960"/>
                    <a:pt x="56217" y="7866"/>
                  </a:cubicBezTo>
                  <a:cubicBezTo>
                    <a:pt x="56463" y="7129"/>
                    <a:pt x="56709" y="6392"/>
                    <a:pt x="56962" y="5633"/>
                  </a:cubicBezTo>
                  <a:cubicBezTo>
                    <a:pt x="59281" y="5313"/>
                    <a:pt x="61552" y="5306"/>
                    <a:pt x="63891" y="5264"/>
                  </a:cubicBezTo>
                  <a:cubicBezTo>
                    <a:pt x="64551" y="5140"/>
                    <a:pt x="65211" y="5017"/>
                    <a:pt x="65891" y="4889"/>
                  </a:cubicBezTo>
                  <a:cubicBezTo>
                    <a:pt x="65969" y="4398"/>
                    <a:pt x="66047" y="3907"/>
                    <a:pt x="66128" y="3401"/>
                  </a:cubicBezTo>
                  <a:cubicBezTo>
                    <a:pt x="66295" y="2910"/>
                    <a:pt x="66463" y="2419"/>
                    <a:pt x="66635" y="1913"/>
                  </a:cubicBezTo>
                  <a:close/>
                </a:path>
              </a:pathLst>
            </a:custGeom>
            <a:grpFill/>
            <a:ln w="744" cap="flat">
              <a:noFill/>
              <a:prstDash val="solid"/>
              <a:miter/>
            </a:ln>
          </p:spPr>
          <p:txBody>
            <a:bodyPr rtlCol="0" anchor="ctr"/>
            <a:lstStyle/>
            <a:p>
              <a:endParaRPr lang="zh-CN" altLang="en-US"/>
            </a:p>
          </p:txBody>
        </p:sp>
        <p:sp>
          <p:nvSpPr>
            <p:cNvPr id="133" name="任意多边形: 形状 132"/>
            <p:cNvSpPr/>
            <p:nvPr/>
          </p:nvSpPr>
          <p:spPr>
            <a:xfrm>
              <a:off x="9646018" y="1392936"/>
              <a:ext cx="145681" cy="236010"/>
            </a:xfrm>
            <a:custGeom>
              <a:avLst/>
              <a:gdLst>
                <a:gd name="connsiteX0" fmla="*/ 13806 w 145681"/>
                <a:gd name="connsiteY0" fmla="*/ 1504 h 236010"/>
                <a:gd name="connsiteX1" fmla="*/ 152961 w 145681"/>
                <a:gd name="connsiteY1" fmla="*/ 1504 h 236010"/>
                <a:gd name="connsiteX2" fmla="*/ 152961 w 145681"/>
                <a:gd name="connsiteY2" fmla="*/ 32014 h 236010"/>
                <a:gd name="connsiteX3" fmla="*/ 43572 w 145681"/>
                <a:gd name="connsiteY3" fmla="*/ 32014 h 236010"/>
                <a:gd name="connsiteX4" fmla="*/ 43572 w 145681"/>
                <a:gd name="connsiteY4" fmla="*/ 100475 h 236010"/>
                <a:gd name="connsiteX5" fmla="*/ 65983 w 145681"/>
                <a:gd name="connsiteY5" fmla="*/ 100422 h 236010"/>
                <a:gd name="connsiteX6" fmla="*/ 80003 w 145681"/>
                <a:gd name="connsiteY6" fmla="*/ 100402 h 236010"/>
                <a:gd name="connsiteX7" fmla="*/ 102276 w 145681"/>
                <a:gd name="connsiteY7" fmla="*/ 100362 h 236010"/>
                <a:gd name="connsiteX8" fmla="*/ 118496 w 145681"/>
                <a:gd name="connsiteY8" fmla="*/ 100335 h 236010"/>
                <a:gd name="connsiteX9" fmla="*/ 127088 w 145681"/>
                <a:gd name="connsiteY9" fmla="*/ 100317 h 236010"/>
                <a:gd name="connsiteX10" fmla="*/ 135168 w 145681"/>
                <a:gd name="connsiteY10" fmla="*/ 100306 h 236010"/>
                <a:gd name="connsiteX11" fmla="*/ 139561 w 145681"/>
                <a:gd name="connsiteY11" fmla="*/ 100290 h 236010"/>
                <a:gd name="connsiteX12" fmla="*/ 142186 w 145681"/>
                <a:gd name="connsiteY12" fmla="*/ 100296 h 236010"/>
                <a:gd name="connsiteX13" fmla="*/ 144476 w 145681"/>
                <a:gd name="connsiteY13" fmla="*/ 100292 h 236010"/>
                <a:gd name="connsiteX14" fmla="*/ 147752 w 145681"/>
                <a:gd name="connsiteY14" fmla="*/ 101963 h 236010"/>
                <a:gd name="connsiteX15" fmla="*/ 147949 w 145681"/>
                <a:gd name="connsiteY15" fmla="*/ 108079 h 236010"/>
                <a:gd name="connsiteX16" fmla="*/ 147954 w 145681"/>
                <a:gd name="connsiteY16" fmla="*/ 109914 h 236010"/>
                <a:gd name="connsiteX17" fmla="*/ 147946 w 145681"/>
                <a:gd name="connsiteY17" fmla="*/ 113757 h 236010"/>
                <a:gd name="connsiteX18" fmla="*/ 147955 w 145681"/>
                <a:gd name="connsiteY18" fmla="*/ 119651 h 236010"/>
                <a:gd name="connsiteX19" fmla="*/ 147949 w 145681"/>
                <a:gd name="connsiteY19" fmla="*/ 123380 h 236010"/>
                <a:gd name="connsiteX20" fmla="*/ 147958 w 145681"/>
                <a:gd name="connsiteY20" fmla="*/ 125168 h 236010"/>
                <a:gd name="connsiteX21" fmla="*/ 146263 w 145681"/>
                <a:gd name="connsiteY21" fmla="*/ 130984 h 236010"/>
                <a:gd name="connsiteX22" fmla="*/ 142186 w 145681"/>
                <a:gd name="connsiteY22" fmla="*/ 131163 h 236010"/>
                <a:gd name="connsiteX23" fmla="*/ 139561 w 145681"/>
                <a:gd name="connsiteY23" fmla="*/ 131170 h 236010"/>
                <a:gd name="connsiteX24" fmla="*/ 136668 w 145681"/>
                <a:gd name="connsiteY24" fmla="*/ 131153 h 236010"/>
                <a:gd name="connsiteX25" fmla="*/ 133632 w 145681"/>
                <a:gd name="connsiteY25" fmla="*/ 131154 h 236010"/>
                <a:gd name="connsiteX26" fmla="*/ 125376 w 145681"/>
                <a:gd name="connsiteY26" fmla="*/ 131135 h 236010"/>
                <a:gd name="connsiteX27" fmla="*/ 116753 w 145681"/>
                <a:gd name="connsiteY27" fmla="*/ 131123 h 236010"/>
                <a:gd name="connsiteX28" fmla="*/ 100419 w 145681"/>
                <a:gd name="connsiteY28" fmla="*/ 131092 h 236010"/>
                <a:gd name="connsiteX29" fmla="*/ 78351 w 145681"/>
                <a:gd name="connsiteY29" fmla="*/ 131055 h 236010"/>
                <a:gd name="connsiteX30" fmla="*/ 43572 w 145681"/>
                <a:gd name="connsiteY30" fmla="*/ 130984 h 236010"/>
                <a:gd name="connsiteX31" fmla="*/ 43572 w 145681"/>
                <a:gd name="connsiteY31" fmla="*/ 206143 h 236010"/>
                <a:gd name="connsiteX32" fmla="*/ 68425 w 145681"/>
                <a:gd name="connsiteY32" fmla="*/ 206064 h 236010"/>
                <a:gd name="connsiteX33" fmla="*/ 83971 w 145681"/>
                <a:gd name="connsiteY33" fmla="*/ 206034 h 236010"/>
                <a:gd name="connsiteX34" fmla="*/ 108670 w 145681"/>
                <a:gd name="connsiteY34" fmla="*/ 205974 h 236010"/>
                <a:gd name="connsiteX35" fmla="*/ 126655 w 145681"/>
                <a:gd name="connsiteY35" fmla="*/ 205933 h 236010"/>
                <a:gd name="connsiteX36" fmla="*/ 136183 w 145681"/>
                <a:gd name="connsiteY36" fmla="*/ 205907 h 236010"/>
                <a:gd name="connsiteX37" fmla="*/ 145143 w 145681"/>
                <a:gd name="connsiteY37" fmla="*/ 205890 h 236010"/>
                <a:gd name="connsiteX38" fmla="*/ 148438 w 145681"/>
                <a:gd name="connsiteY38" fmla="*/ 205877 h 236010"/>
                <a:gd name="connsiteX39" fmla="*/ 152924 w 145681"/>
                <a:gd name="connsiteY39" fmla="*/ 205874 h 236010"/>
                <a:gd name="connsiteX40" fmla="*/ 155464 w 145681"/>
                <a:gd name="connsiteY40" fmla="*/ 205868 h 236010"/>
                <a:gd name="connsiteX41" fmla="*/ 157425 w 145681"/>
                <a:gd name="connsiteY41" fmla="*/ 206143 h 236010"/>
                <a:gd name="connsiteX42" fmla="*/ 159085 w 145681"/>
                <a:gd name="connsiteY42" fmla="*/ 214401 h 236010"/>
                <a:gd name="connsiteX43" fmla="*/ 159084 w 145681"/>
                <a:gd name="connsiteY43" fmla="*/ 216182 h 236010"/>
                <a:gd name="connsiteX44" fmla="*/ 159067 w 145681"/>
                <a:gd name="connsiteY44" fmla="*/ 219907 h 236010"/>
                <a:gd name="connsiteX45" fmla="*/ 159052 w 145681"/>
                <a:gd name="connsiteY45" fmla="*/ 225620 h 236010"/>
                <a:gd name="connsiteX46" fmla="*/ 159039 w 145681"/>
                <a:gd name="connsiteY46" fmla="*/ 229237 h 236010"/>
                <a:gd name="connsiteX47" fmla="*/ 159036 w 145681"/>
                <a:gd name="connsiteY47" fmla="*/ 230968 h 236010"/>
                <a:gd name="connsiteX48" fmla="*/ 158170 w 145681"/>
                <a:gd name="connsiteY48" fmla="*/ 236652 h 236010"/>
                <a:gd name="connsiteX49" fmla="*/ 149600 w 145681"/>
                <a:gd name="connsiteY49" fmla="*/ 237491 h 236010"/>
                <a:gd name="connsiteX50" fmla="*/ 147886 w 145681"/>
                <a:gd name="connsiteY50" fmla="*/ 237495 h 236010"/>
                <a:gd name="connsiteX51" fmla="*/ 142197 w 145681"/>
                <a:gd name="connsiteY51" fmla="*/ 237493 h 236010"/>
                <a:gd name="connsiteX52" fmla="*/ 138119 w 145681"/>
                <a:gd name="connsiteY52" fmla="*/ 237497 h 236010"/>
                <a:gd name="connsiteX53" fmla="*/ 127040 w 145681"/>
                <a:gd name="connsiteY53" fmla="*/ 237497 h 236010"/>
                <a:gd name="connsiteX54" fmla="*/ 115454 w 145681"/>
                <a:gd name="connsiteY54" fmla="*/ 237498 h 236010"/>
                <a:gd name="connsiteX55" fmla="*/ 95997 w 145681"/>
                <a:gd name="connsiteY55" fmla="*/ 237494 h 236010"/>
                <a:gd name="connsiteX56" fmla="*/ 73490 w 145681"/>
                <a:gd name="connsiteY56" fmla="*/ 237495 h 236010"/>
                <a:gd name="connsiteX57" fmla="*/ 54179 w 145681"/>
                <a:gd name="connsiteY57" fmla="*/ 237497 h 236010"/>
                <a:gd name="connsiteX58" fmla="*/ 42640 w 145681"/>
                <a:gd name="connsiteY58" fmla="*/ 237498 h 236010"/>
                <a:gd name="connsiteX59" fmla="*/ 31792 w 145681"/>
                <a:gd name="connsiteY59" fmla="*/ 237494 h 236010"/>
                <a:gd name="connsiteX60" fmla="*/ 27807 w 145681"/>
                <a:gd name="connsiteY60" fmla="*/ 237495 h 236010"/>
                <a:gd name="connsiteX61" fmla="*/ 22375 w 145681"/>
                <a:gd name="connsiteY61" fmla="*/ 237491 h 236010"/>
                <a:gd name="connsiteX62" fmla="*/ 20776 w 145681"/>
                <a:gd name="connsiteY62" fmla="*/ 237496 h 236010"/>
                <a:gd name="connsiteX63" fmla="*/ 13806 w 145681"/>
                <a:gd name="connsiteY63" fmla="*/ 236652 h 236010"/>
                <a:gd name="connsiteX64" fmla="*/ 13440 w 145681"/>
                <a:gd name="connsiteY64" fmla="*/ 232888 h 236010"/>
                <a:gd name="connsiteX65" fmla="*/ 13422 w 145681"/>
                <a:gd name="connsiteY65" fmla="*/ 230402 h 236010"/>
                <a:gd name="connsiteX66" fmla="*/ 13448 w 145681"/>
                <a:gd name="connsiteY66" fmla="*/ 227636 h 236010"/>
                <a:gd name="connsiteX67" fmla="*/ 13441 w 145681"/>
                <a:gd name="connsiteY67" fmla="*/ 224724 h 236010"/>
                <a:gd name="connsiteX68" fmla="*/ 13461 w 145681"/>
                <a:gd name="connsiteY68" fmla="*/ 216686 h 236010"/>
                <a:gd name="connsiteX69" fmla="*/ 13467 w 145681"/>
                <a:gd name="connsiteY69" fmla="*/ 208032 h 236010"/>
                <a:gd name="connsiteX70" fmla="*/ 13492 w 145681"/>
                <a:gd name="connsiteY70" fmla="*/ 193025 h 236010"/>
                <a:gd name="connsiteX71" fmla="*/ 13527 w 145681"/>
                <a:gd name="connsiteY71" fmla="*/ 171328 h 236010"/>
                <a:gd name="connsiteX72" fmla="*/ 13582 w 145681"/>
                <a:gd name="connsiteY72" fmla="*/ 136130 h 236010"/>
                <a:gd name="connsiteX73" fmla="*/ 13643 w 145681"/>
                <a:gd name="connsiteY73" fmla="*/ 101929 h 236010"/>
                <a:gd name="connsiteX74" fmla="*/ 13645 w 145681"/>
                <a:gd name="connsiteY74" fmla="*/ 99780 h 236010"/>
                <a:gd name="connsiteX75" fmla="*/ 13663 w 145681"/>
                <a:gd name="connsiteY75" fmla="*/ 83138 h 236010"/>
                <a:gd name="connsiteX76" fmla="*/ 13806 w 145681"/>
                <a:gd name="connsiteY76" fmla="*/ 1504 h 23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45681" h="236010">
                  <a:moveTo>
                    <a:pt x="13806" y="1504"/>
                  </a:moveTo>
                  <a:cubicBezTo>
                    <a:pt x="59727" y="1504"/>
                    <a:pt x="105648" y="1504"/>
                    <a:pt x="152961" y="1504"/>
                  </a:cubicBezTo>
                  <a:cubicBezTo>
                    <a:pt x="152961" y="11572"/>
                    <a:pt x="152961" y="21640"/>
                    <a:pt x="152961" y="32014"/>
                  </a:cubicBezTo>
                  <a:cubicBezTo>
                    <a:pt x="116862" y="32014"/>
                    <a:pt x="80764" y="32014"/>
                    <a:pt x="43572" y="32014"/>
                  </a:cubicBezTo>
                  <a:cubicBezTo>
                    <a:pt x="43572" y="54606"/>
                    <a:pt x="43572" y="77198"/>
                    <a:pt x="43572" y="100475"/>
                  </a:cubicBezTo>
                  <a:cubicBezTo>
                    <a:pt x="50968" y="100457"/>
                    <a:pt x="58363" y="100440"/>
                    <a:pt x="65983" y="100422"/>
                  </a:cubicBezTo>
                  <a:cubicBezTo>
                    <a:pt x="70656" y="100415"/>
                    <a:pt x="75330" y="100408"/>
                    <a:pt x="80003" y="100402"/>
                  </a:cubicBezTo>
                  <a:cubicBezTo>
                    <a:pt x="87427" y="100393"/>
                    <a:pt x="94852" y="100383"/>
                    <a:pt x="102276" y="100362"/>
                  </a:cubicBezTo>
                  <a:cubicBezTo>
                    <a:pt x="107683" y="100348"/>
                    <a:pt x="113089" y="100338"/>
                    <a:pt x="118496" y="100335"/>
                  </a:cubicBezTo>
                  <a:cubicBezTo>
                    <a:pt x="121360" y="100333"/>
                    <a:pt x="124224" y="100328"/>
                    <a:pt x="127088" y="100317"/>
                  </a:cubicBezTo>
                  <a:cubicBezTo>
                    <a:pt x="129781" y="100307"/>
                    <a:pt x="132475" y="100304"/>
                    <a:pt x="135168" y="100306"/>
                  </a:cubicBezTo>
                  <a:cubicBezTo>
                    <a:pt x="136633" y="100306"/>
                    <a:pt x="138097" y="100298"/>
                    <a:pt x="139561" y="100290"/>
                  </a:cubicBezTo>
                  <a:cubicBezTo>
                    <a:pt x="140860" y="100293"/>
                    <a:pt x="140860" y="100293"/>
                    <a:pt x="142186" y="100296"/>
                  </a:cubicBezTo>
                  <a:cubicBezTo>
                    <a:pt x="142942" y="100294"/>
                    <a:pt x="143698" y="100293"/>
                    <a:pt x="144476" y="100292"/>
                  </a:cubicBezTo>
                  <a:cubicBezTo>
                    <a:pt x="146263" y="100475"/>
                    <a:pt x="146263" y="100475"/>
                    <a:pt x="147752" y="101963"/>
                  </a:cubicBezTo>
                  <a:cubicBezTo>
                    <a:pt x="147900" y="104027"/>
                    <a:pt x="147960" y="106015"/>
                    <a:pt x="147949" y="108079"/>
                  </a:cubicBezTo>
                  <a:cubicBezTo>
                    <a:pt x="147951" y="108684"/>
                    <a:pt x="147952" y="109290"/>
                    <a:pt x="147954" y="109914"/>
                  </a:cubicBezTo>
                  <a:cubicBezTo>
                    <a:pt x="147955" y="111195"/>
                    <a:pt x="147952" y="112476"/>
                    <a:pt x="147946" y="113757"/>
                  </a:cubicBezTo>
                  <a:cubicBezTo>
                    <a:pt x="147938" y="115722"/>
                    <a:pt x="147945" y="117686"/>
                    <a:pt x="147955" y="119651"/>
                  </a:cubicBezTo>
                  <a:cubicBezTo>
                    <a:pt x="147954" y="120894"/>
                    <a:pt x="147952" y="122137"/>
                    <a:pt x="147949" y="123380"/>
                  </a:cubicBezTo>
                  <a:cubicBezTo>
                    <a:pt x="147952" y="123970"/>
                    <a:pt x="147955" y="124560"/>
                    <a:pt x="147958" y="125168"/>
                  </a:cubicBezTo>
                  <a:cubicBezTo>
                    <a:pt x="147923" y="129325"/>
                    <a:pt x="147923" y="129325"/>
                    <a:pt x="146263" y="130984"/>
                  </a:cubicBezTo>
                  <a:cubicBezTo>
                    <a:pt x="144476" y="131168"/>
                    <a:pt x="144476" y="131168"/>
                    <a:pt x="142186" y="131163"/>
                  </a:cubicBezTo>
                  <a:cubicBezTo>
                    <a:pt x="140887" y="131166"/>
                    <a:pt x="140887" y="131166"/>
                    <a:pt x="139561" y="131170"/>
                  </a:cubicBezTo>
                  <a:cubicBezTo>
                    <a:pt x="138606" y="131164"/>
                    <a:pt x="137651" y="131159"/>
                    <a:pt x="136668" y="131153"/>
                  </a:cubicBezTo>
                  <a:cubicBezTo>
                    <a:pt x="135656" y="131153"/>
                    <a:pt x="134644" y="131153"/>
                    <a:pt x="133632" y="131154"/>
                  </a:cubicBezTo>
                  <a:cubicBezTo>
                    <a:pt x="130880" y="131155"/>
                    <a:pt x="128128" y="131146"/>
                    <a:pt x="125376" y="131135"/>
                  </a:cubicBezTo>
                  <a:cubicBezTo>
                    <a:pt x="122502" y="131126"/>
                    <a:pt x="119628" y="131125"/>
                    <a:pt x="116753" y="131123"/>
                  </a:cubicBezTo>
                  <a:cubicBezTo>
                    <a:pt x="111309" y="131119"/>
                    <a:pt x="105864" y="131107"/>
                    <a:pt x="100419" y="131092"/>
                  </a:cubicBezTo>
                  <a:cubicBezTo>
                    <a:pt x="93063" y="131072"/>
                    <a:pt x="85707" y="131064"/>
                    <a:pt x="78351" y="131055"/>
                  </a:cubicBezTo>
                  <a:cubicBezTo>
                    <a:pt x="66758" y="131041"/>
                    <a:pt x="55165" y="131012"/>
                    <a:pt x="43572" y="130984"/>
                  </a:cubicBezTo>
                  <a:cubicBezTo>
                    <a:pt x="43572" y="155787"/>
                    <a:pt x="43572" y="180589"/>
                    <a:pt x="43572" y="206143"/>
                  </a:cubicBezTo>
                  <a:cubicBezTo>
                    <a:pt x="51773" y="206117"/>
                    <a:pt x="59975" y="206091"/>
                    <a:pt x="68425" y="206064"/>
                  </a:cubicBezTo>
                  <a:cubicBezTo>
                    <a:pt x="73607" y="206053"/>
                    <a:pt x="78789" y="206042"/>
                    <a:pt x="83971" y="206034"/>
                  </a:cubicBezTo>
                  <a:cubicBezTo>
                    <a:pt x="92204" y="206020"/>
                    <a:pt x="100437" y="206005"/>
                    <a:pt x="108670" y="205974"/>
                  </a:cubicBezTo>
                  <a:cubicBezTo>
                    <a:pt x="114665" y="205952"/>
                    <a:pt x="120660" y="205938"/>
                    <a:pt x="126655" y="205933"/>
                  </a:cubicBezTo>
                  <a:cubicBezTo>
                    <a:pt x="129831" y="205930"/>
                    <a:pt x="133007" y="205923"/>
                    <a:pt x="136183" y="205907"/>
                  </a:cubicBezTo>
                  <a:cubicBezTo>
                    <a:pt x="139170" y="205892"/>
                    <a:pt x="142156" y="205887"/>
                    <a:pt x="145143" y="205890"/>
                  </a:cubicBezTo>
                  <a:cubicBezTo>
                    <a:pt x="146241" y="205890"/>
                    <a:pt x="147340" y="205885"/>
                    <a:pt x="148438" y="205877"/>
                  </a:cubicBezTo>
                  <a:cubicBezTo>
                    <a:pt x="149934" y="205865"/>
                    <a:pt x="151429" y="205869"/>
                    <a:pt x="152924" y="205874"/>
                  </a:cubicBezTo>
                  <a:cubicBezTo>
                    <a:pt x="153762" y="205872"/>
                    <a:pt x="154601" y="205870"/>
                    <a:pt x="155464" y="205868"/>
                  </a:cubicBezTo>
                  <a:cubicBezTo>
                    <a:pt x="156111" y="205959"/>
                    <a:pt x="156759" y="206049"/>
                    <a:pt x="157425" y="206143"/>
                  </a:cubicBezTo>
                  <a:cubicBezTo>
                    <a:pt x="159294" y="208946"/>
                    <a:pt x="159116" y="211156"/>
                    <a:pt x="159085" y="214401"/>
                  </a:cubicBezTo>
                  <a:cubicBezTo>
                    <a:pt x="159085" y="214989"/>
                    <a:pt x="159084" y="215577"/>
                    <a:pt x="159084" y="216182"/>
                  </a:cubicBezTo>
                  <a:cubicBezTo>
                    <a:pt x="159082" y="217424"/>
                    <a:pt x="159076" y="218666"/>
                    <a:pt x="159067" y="219907"/>
                  </a:cubicBezTo>
                  <a:cubicBezTo>
                    <a:pt x="159053" y="221811"/>
                    <a:pt x="159052" y="223715"/>
                    <a:pt x="159052" y="225620"/>
                  </a:cubicBezTo>
                  <a:cubicBezTo>
                    <a:pt x="159048" y="226825"/>
                    <a:pt x="159044" y="228031"/>
                    <a:pt x="159039" y="229237"/>
                  </a:cubicBezTo>
                  <a:cubicBezTo>
                    <a:pt x="159038" y="229808"/>
                    <a:pt x="159037" y="230380"/>
                    <a:pt x="159036" y="230968"/>
                  </a:cubicBezTo>
                  <a:cubicBezTo>
                    <a:pt x="159000" y="234991"/>
                    <a:pt x="159000" y="234991"/>
                    <a:pt x="158170" y="236652"/>
                  </a:cubicBezTo>
                  <a:cubicBezTo>
                    <a:pt x="155432" y="237713"/>
                    <a:pt x="152493" y="237500"/>
                    <a:pt x="149600" y="237491"/>
                  </a:cubicBezTo>
                  <a:cubicBezTo>
                    <a:pt x="149035" y="237492"/>
                    <a:pt x="148469" y="237493"/>
                    <a:pt x="147886" y="237495"/>
                  </a:cubicBezTo>
                  <a:cubicBezTo>
                    <a:pt x="145990" y="237498"/>
                    <a:pt x="144093" y="237495"/>
                    <a:pt x="142197" y="237493"/>
                  </a:cubicBezTo>
                  <a:cubicBezTo>
                    <a:pt x="140837" y="237494"/>
                    <a:pt x="139478" y="237495"/>
                    <a:pt x="138119" y="237497"/>
                  </a:cubicBezTo>
                  <a:cubicBezTo>
                    <a:pt x="134426" y="237500"/>
                    <a:pt x="130733" y="237499"/>
                    <a:pt x="127040" y="237497"/>
                  </a:cubicBezTo>
                  <a:cubicBezTo>
                    <a:pt x="123178" y="237495"/>
                    <a:pt x="119316" y="237496"/>
                    <a:pt x="115454" y="237498"/>
                  </a:cubicBezTo>
                  <a:cubicBezTo>
                    <a:pt x="108968" y="237499"/>
                    <a:pt x="102483" y="237497"/>
                    <a:pt x="95997" y="237494"/>
                  </a:cubicBezTo>
                  <a:cubicBezTo>
                    <a:pt x="88495" y="237490"/>
                    <a:pt x="80993" y="237491"/>
                    <a:pt x="73490" y="237495"/>
                  </a:cubicBezTo>
                  <a:cubicBezTo>
                    <a:pt x="67053" y="237498"/>
                    <a:pt x="60616" y="237499"/>
                    <a:pt x="54179" y="237497"/>
                  </a:cubicBezTo>
                  <a:cubicBezTo>
                    <a:pt x="50332" y="237496"/>
                    <a:pt x="46486" y="237496"/>
                    <a:pt x="42640" y="237498"/>
                  </a:cubicBezTo>
                  <a:cubicBezTo>
                    <a:pt x="39024" y="237500"/>
                    <a:pt x="35408" y="237499"/>
                    <a:pt x="31792" y="237494"/>
                  </a:cubicBezTo>
                  <a:cubicBezTo>
                    <a:pt x="30464" y="237493"/>
                    <a:pt x="29135" y="237494"/>
                    <a:pt x="27807" y="237495"/>
                  </a:cubicBezTo>
                  <a:cubicBezTo>
                    <a:pt x="25996" y="237497"/>
                    <a:pt x="24186" y="237495"/>
                    <a:pt x="22375" y="237491"/>
                  </a:cubicBezTo>
                  <a:cubicBezTo>
                    <a:pt x="21847" y="237493"/>
                    <a:pt x="21320" y="237494"/>
                    <a:pt x="20776" y="237496"/>
                  </a:cubicBezTo>
                  <a:cubicBezTo>
                    <a:pt x="15659" y="237476"/>
                    <a:pt x="15659" y="237476"/>
                    <a:pt x="13806" y="236652"/>
                  </a:cubicBezTo>
                  <a:cubicBezTo>
                    <a:pt x="13437" y="235052"/>
                    <a:pt x="13437" y="235052"/>
                    <a:pt x="13440" y="232888"/>
                  </a:cubicBezTo>
                  <a:cubicBezTo>
                    <a:pt x="13434" y="232068"/>
                    <a:pt x="13428" y="231247"/>
                    <a:pt x="13422" y="230402"/>
                  </a:cubicBezTo>
                  <a:cubicBezTo>
                    <a:pt x="13431" y="229489"/>
                    <a:pt x="13439" y="228576"/>
                    <a:pt x="13448" y="227636"/>
                  </a:cubicBezTo>
                  <a:cubicBezTo>
                    <a:pt x="13446" y="226675"/>
                    <a:pt x="13443" y="225714"/>
                    <a:pt x="13441" y="224724"/>
                  </a:cubicBezTo>
                  <a:cubicBezTo>
                    <a:pt x="13434" y="222045"/>
                    <a:pt x="13446" y="219365"/>
                    <a:pt x="13461" y="216686"/>
                  </a:cubicBezTo>
                  <a:cubicBezTo>
                    <a:pt x="13474" y="213801"/>
                    <a:pt x="13469" y="210916"/>
                    <a:pt x="13467" y="208032"/>
                  </a:cubicBezTo>
                  <a:cubicBezTo>
                    <a:pt x="13465" y="203029"/>
                    <a:pt x="13475" y="198027"/>
                    <a:pt x="13492" y="193025"/>
                  </a:cubicBezTo>
                  <a:cubicBezTo>
                    <a:pt x="13516" y="185793"/>
                    <a:pt x="13523" y="178561"/>
                    <a:pt x="13527" y="171328"/>
                  </a:cubicBezTo>
                  <a:cubicBezTo>
                    <a:pt x="13534" y="159595"/>
                    <a:pt x="13554" y="147863"/>
                    <a:pt x="13582" y="136130"/>
                  </a:cubicBezTo>
                  <a:cubicBezTo>
                    <a:pt x="13609" y="124730"/>
                    <a:pt x="13630" y="113330"/>
                    <a:pt x="13643" y="101929"/>
                  </a:cubicBezTo>
                  <a:cubicBezTo>
                    <a:pt x="13644" y="101220"/>
                    <a:pt x="13644" y="100511"/>
                    <a:pt x="13645" y="99780"/>
                  </a:cubicBezTo>
                  <a:cubicBezTo>
                    <a:pt x="13651" y="94232"/>
                    <a:pt x="13657" y="88685"/>
                    <a:pt x="13663" y="83138"/>
                  </a:cubicBezTo>
                  <a:cubicBezTo>
                    <a:pt x="13691" y="55927"/>
                    <a:pt x="13751" y="28715"/>
                    <a:pt x="13806" y="1504"/>
                  </a:cubicBezTo>
                  <a:close/>
                </a:path>
              </a:pathLst>
            </a:custGeom>
            <a:grpFill/>
            <a:ln w="744" cap="flat">
              <a:noFill/>
              <a:prstDash val="solid"/>
              <a:miter/>
            </a:ln>
          </p:spPr>
          <p:txBody>
            <a:bodyPr rtlCol="0" anchor="ctr"/>
            <a:lstStyle/>
            <a:p>
              <a:endParaRPr lang="zh-CN" altLang="en-US"/>
            </a:p>
          </p:txBody>
        </p:sp>
        <p:sp>
          <p:nvSpPr>
            <p:cNvPr id="134" name="任意多边形: 形状 133"/>
            <p:cNvSpPr/>
            <p:nvPr/>
          </p:nvSpPr>
          <p:spPr>
            <a:xfrm>
              <a:off x="7243932" y="1392936"/>
              <a:ext cx="145188" cy="236010"/>
            </a:xfrm>
            <a:custGeom>
              <a:avLst/>
              <a:gdLst>
                <a:gd name="connsiteX0" fmla="*/ 10578 w 145188"/>
                <a:gd name="connsiteY0" fmla="*/ 1504 h 236010"/>
                <a:gd name="connsiteX1" fmla="*/ 149733 w 145188"/>
                <a:gd name="connsiteY1" fmla="*/ 1504 h 236010"/>
                <a:gd name="connsiteX2" fmla="*/ 149733 w 145188"/>
                <a:gd name="connsiteY2" fmla="*/ 32014 h 236010"/>
                <a:gd name="connsiteX3" fmla="*/ 40344 w 145188"/>
                <a:gd name="connsiteY3" fmla="*/ 32758 h 236010"/>
                <a:gd name="connsiteX4" fmla="*/ 40344 w 145188"/>
                <a:gd name="connsiteY4" fmla="*/ 99731 h 236010"/>
                <a:gd name="connsiteX5" fmla="*/ 62592 w 145188"/>
                <a:gd name="connsiteY5" fmla="*/ 99867 h 236010"/>
                <a:gd name="connsiteX6" fmla="*/ 76510 w 145188"/>
                <a:gd name="connsiteY6" fmla="*/ 99959 h 236010"/>
                <a:gd name="connsiteX7" fmla="*/ 98622 w 145188"/>
                <a:gd name="connsiteY7" fmla="*/ 100101 h 236010"/>
                <a:gd name="connsiteX8" fmla="*/ 114724 w 145188"/>
                <a:gd name="connsiteY8" fmla="*/ 100204 h 236010"/>
                <a:gd name="connsiteX9" fmla="*/ 123254 w 145188"/>
                <a:gd name="connsiteY9" fmla="*/ 100258 h 236010"/>
                <a:gd name="connsiteX10" fmla="*/ 131275 w 145188"/>
                <a:gd name="connsiteY10" fmla="*/ 100311 h 236010"/>
                <a:gd name="connsiteX11" fmla="*/ 135636 w 145188"/>
                <a:gd name="connsiteY11" fmla="*/ 100335 h 236010"/>
                <a:gd name="connsiteX12" fmla="*/ 138242 w 145188"/>
                <a:gd name="connsiteY12" fmla="*/ 100357 h 236010"/>
                <a:gd name="connsiteX13" fmla="*/ 140516 w 145188"/>
                <a:gd name="connsiteY13" fmla="*/ 100371 h 236010"/>
                <a:gd name="connsiteX14" fmla="*/ 143779 w 145188"/>
                <a:gd name="connsiteY14" fmla="*/ 101219 h 236010"/>
                <a:gd name="connsiteX15" fmla="*/ 143977 w 145188"/>
                <a:gd name="connsiteY15" fmla="*/ 107614 h 236010"/>
                <a:gd name="connsiteX16" fmla="*/ 143981 w 145188"/>
                <a:gd name="connsiteY16" fmla="*/ 109557 h 236010"/>
                <a:gd name="connsiteX17" fmla="*/ 143973 w 145188"/>
                <a:gd name="connsiteY17" fmla="*/ 113633 h 236010"/>
                <a:gd name="connsiteX18" fmla="*/ 143983 w 145188"/>
                <a:gd name="connsiteY18" fmla="*/ 119895 h 236010"/>
                <a:gd name="connsiteX19" fmla="*/ 143977 w 145188"/>
                <a:gd name="connsiteY19" fmla="*/ 123845 h 236010"/>
                <a:gd name="connsiteX20" fmla="*/ 143986 w 145188"/>
                <a:gd name="connsiteY20" fmla="*/ 125750 h 236010"/>
                <a:gd name="connsiteX21" fmla="*/ 143779 w 145188"/>
                <a:gd name="connsiteY21" fmla="*/ 130240 h 236010"/>
                <a:gd name="connsiteX22" fmla="*/ 138242 w 145188"/>
                <a:gd name="connsiteY22" fmla="*/ 131102 h 236010"/>
                <a:gd name="connsiteX23" fmla="*/ 135636 w 145188"/>
                <a:gd name="connsiteY23" fmla="*/ 131124 h 236010"/>
                <a:gd name="connsiteX24" fmla="*/ 132764 w 145188"/>
                <a:gd name="connsiteY24" fmla="*/ 131137 h 236010"/>
                <a:gd name="connsiteX25" fmla="*/ 129750 w 145188"/>
                <a:gd name="connsiteY25" fmla="*/ 131160 h 236010"/>
                <a:gd name="connsiteX26" fmla="*/ 121554 w 145188"/>
                <a:gd name="connsiteY26" fmla="*/ 131210 h 236010"/>
                <a:gd name="connsiteX27" fmla="*/ 112994 w 145188"/>
                <a:gd name="connsiteY27" fmla="*/ 131267 h 236010"/>
                <a:gd name="connsiteX28" fmla="*/ 96778 w 145188"/>
                <a:gd name="connsiteY28" fmla="*/ 131369 h 236010"/>
                <a:gd name="connsiteX29" fmla="*/ 78320 w 145188"/>
                <a:gd name="connsiteY29" fmla="*/ 131488 h 236010"/>
                <a:gd name="connsiteX30" fmla="*/ 40344 w 145188"/>
                <a:gd name="connsiteY30" fmla="*/ 131729 h 236010"/>
                <a:gd name="connsiteX31" fmla="*/ 40349 w 145188"/>
                <a:gd name="connsiteY31" fmla="*/ 134454 h 236010"/>
                <a:gd name="connsiteX32" fmla="*/ 40382 w 145188"/>
                <a:gd name="connsiteY32" fmla="*/ 159847 h 236010"/>
                <a:gd name="connsiteX33" fmla="*/ 40400 w 145188"/>
                <a:gd name="connsiteY33" fmla="*/ 172902 h 236010"/>
                <a:gd name="connsiteX34" fmla="*/ 40414 w 145188"/>
                <a:gd name="connsiteY34" fmla="*/ 185496 h 236010"/>
                <a:gd name="connsiteX35" fmla="*/ 40423 w 145188"/>
                <a:gd name="connsiteY35" fmla="*/ 190306 h 236010"/>
                <a:gd name="connsiteX36" fmla="*/ 40428 w 145188"/>
                <a:gd name="connsiteY36" fmla="*/ 197031 h 236010"/>
                <a:gd name="connsiteX37" fmla="*/ 40436 w 145188"/>
                <a:gd name="connsiteY37" fmla="*/ 199052 h 236010"/>
                <a:gd name="connsiteX38" fmla="*/ 40433 w 145188"/>
                <a:gd name="connsiteY38" fmla="*/ 200901 h 236010"/>
                <a:gd name="connsiteX39" fmla="*/ 40435 w 145188"/>
                <a:gd name="connsiteY39" fmla="*/ 202508 h 236010"/>
                <a:gd name="connsiteX40" fmla="*/ 39600 w 145188"/>
                <a:gd name="connsiteY40" fmla="*/ 206143 h 236010"/>
                <a:gd name="connsiteX41" fmla="*/ 41387 w 145188"/>
                <a:gd name="connsiteY41" fmla="*/ 206141 h 236010"/>
                <a:gd name="connsiteX42" fmla="*/ 84386 w 145188"/>
                <a:gd name="connsiteY42" fmla="*/ 206104 h 236010"/>
                <a:gd name="connsiteX43" fmla="*/ 105180 w 145188"/>
                <a:gd name="connsiteY43" fmla="*/ 206087 h 236010"/>
                <a:gd name="connsiteX44" fmla="*/ 123297 w 145188"/>
                <a:gd name="connsiteY44" fmla="*/ 206073 h 236010"/>
                <a:gd name="connsiteX45" fmla="*/ 132896 w 145188"/>
                <a:gd name="connsiteY45" fmla="*/ 206064 h 236010"/>
                <a:gd name="connsiteX46" fmla="*/ 141920 w 145188"/>
                <a:gd name="connsiteY46" fmla="*/ 206058 h 236010"/>
                <a:gd name="connsiteX47" fmla="*/ 145242 w 145188"/>
                <a:gd name="connsiteY47" fmla="*/ 206054 h 236010"/>
                <a:gd name="connsiteX48" fmla="*/ 149757 w 145188"/>
                <a:gd name="connsiteY48" fmla="*/ 206053 h 236010"/>
                <a:gd name="connsiteX49" fmla="*/ 152316 w 145188"/>
                <a:gd name="connsiteY49" fmla="*/ 206051 h 236010"/>
                <a:gd name="connsiteX50" fmla="*/ 154942 w 145188"/>
                <a:gd name="connsiteY50" fmla="*/ 206887 h 236010"/>
                <a:gd name="connsiteX51" fmla="*/ 155202 w 145188"/>
                <a:gd name="connsiteY51" fmla="*/ 219619 h 236010"/>
                <a:gd name="connsiteX52" fmla="*/ 155263 w 145188"/>
                <a:gd name="connsiteY52" fmla="*/ 223920 h 236010"/>
                <a:gd name="connsiteX53" fmla="*/ 155331 w 145188"/>
                <a:gd name="connsiteY53" fmla="*/ 230095 h 236010"/>
                <a:gd name="connsiteX54" fmla="*/ 155382 w 145188"/>
                <a:gd name="connsiteY54" fmla="*/ 232049 h 236010"/>
                <a:gd name="connsiteX55" fmla="*/ 154942 w 145188"/>
                <a:gd name="connsiteY55" fmla="*/ 236652 h 236010"/>
                <a:gd name="connsiteX56" fmla="*/ 145567 w 145188"/>
                <a:gd name="connsiteY56" fmla="*/ 237491 h 236010"/>
                <a:gd name="connsiteX57" fmla="*/ 143860 w 145188"/>
                <a:gd name="connsiteY57" fmla="*/ 237495 h 236010"/>
                <a:gd name="connsiteX58" fmla="*/ 138208 w 145188"/>
                <a:gd name="connsiteY58" fmla="*/ 237493 h 236010"/>
                <a:gd name="connsiteX59" fmla="*/ 134152 w 145188"/>
                <a:gd name="connsiteY59" fmla="*/ 237497 h 236010"/>
                <a:gd name="connsiteX60" fmla="*/ 123143 w 145188"/>
                <a:gd name="connsiteY60" fmla="*/ 237497 h 236010"/>
                <a:gd name="connsiteX61" fmla="*/ 111625 w 145188"/>
                <a:gd name="connsiteY61" fmla="*/ 237498 h 236010"/>
                <a:gd name="connsiteX62" fmla="*/ 92286 w 145188"/>
                <a:gd name="connsiteY62" fmla="*/ 237494 h 236010"/>
                <a:gd name="connsiteX63" fmla="*/ 69918 w 145188"/>
                <a:gd name="connsiteY63" fmla="*/ 237495 h 236010"/>
                <a:gd name="connsiteX64" fmla="*/ 50720 w 145188"/>
                <a:gd name="connsiteY64" fmla="*/ 237497 h 236010"/>
                <a:gd name="connsiteX65" fmla="*/ 39251 w 145188"/>
                <a:gd name="connsiteY65" fmla="*/ 237498 h 236010"/>
                <a:gd name="connsiteX66" fmla="*/ 28471 w 145188"/>
                <a:gd name="connsiteY66" fmla="*/ 237494 h 236010"/>
                <a:gd name="connsiteX67" fmla="*/ 24511 w 145188"/>
                <a:gd name="connsiteY67" fmla="*/ 237495 h 236010"/>
                <a:gd name="connsiteX68" fmla="*/ 19114 w 145188"/>
                <a:gd name="connsiteY68" fmla="*/ 237491 h 236010"/>
                <a:gd name="connsiteX69" fmla="*/ 17525 w 145188"/>
                <a:gd name="connsiteY69" fmla="*/ 237496 h 236010"/>
                <a:gd name="connsiteX70" fmla="*/ 10578 w 145188"/>
                <a:gd name="connsiteY70" fmla="*/ 236652 h 236010"/>
                <a:gd name="connsiteX71" fmla="*/ 10212 w 145188"/>
                <a:gd name="connsiteY71" fmla="*/ 232888 h 236010"/>
                <a:gd name="connsiteX72" fmla="*/ 10194 w 145188"/>
                <a:gd name="connsiteY72" fmla="*/ 230402 h 236010"/>
                <a:gd name="connsiteX73" fmla="*/ 10220 w 145188"/>
                <a:gd name="connsiteY73" fmla="*/ 227636 h 236010"/>
                <a:gd name="connsiteX74" fmla="*/ 10213 w 145188"/>
                <a:gd name="connsiteY74" fmla="*/ 224724 h 236010"/>
                <a:gd name="connsiteX75" fmla="*/ 10233 w 145188"/>
                <a:gd name="connsiteY75" fmla="*/ 216686 h 236010"/>
                <a:gd name="connsiteX76" fmla="*/ 10239 w 145188"/>
                <a:gd name="connsiteY76" fmla="*/ 208032 h 236010"/>
                <a:gd name="connsiteX77" fmla="*/ 10264 w 145188"/>
                <a:gd name="connsiteY77" fmla="*/ 193025 h 236010"/>
                <a:gd name="connsiteX78" fmla="*/ 10299 w 145188"/>
                <a:gd name="connsiteY78" fmla="*/ 171328 h 236010"/>
                <a:gd name="connsiteX79" fmla="*/ 10354 w 145188"/>
                <a:gd name="connsiteY79" fmla="*/ 136130 h 236010"/>
                <a:gd name="connsiteX80" fmla="*/ 10415 w 145188"/>
                <a:gd name="connsiteY80" fmla="*/ 101929 h 236010"/>
                <a:gd name="connsiteX81" fmla="*/ 10417 w 145188"/>
                <a:gd name="connsiteY81" fmla="*/ 99780 h 236010"/>
                <a:gd name="connsiteX82" fmla="*/ 10435 w 145188"/>
                <a:gd name="connsiteY82" fmla="*/ 83138 h 236010"/>
                <a:gd name="connsiteX83" fmla="*/ 10578 w 145188"/>
                <a:gd name="connsiteY83" fmla="*/ 1504 h 23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45188" h="236010">
                  <a:moveTo>
                    <a:pt x="10578" y="1504"/>
                  </a:moveTo>
                  <a:cubicBezTo>
                    <a:pt x="56499" y="1504"/>
                    <a:pt x="102420" y="1504"/>
                    <a:pt x="149733" y="1504"/>
                  </a:cubicBezTo>
                  <a:cubicBezTo>
                    <a:pt x="149733" y="11572"/>
                    <a:pt x="149733" y="21640"/>
                    <a:pt x="149733" y="32014"/>
                  </a:cubicBezTo>
                  <a:cubicBezTo>
                    <a:pt x="113634" y="32259"/>
                    <a:pt x="77536" y="32505"/>
                    <a:pt x="40344" y="32758"/>
                  </a:cubicBezTo>
                  <a:cubicBezTo>
                    <a:pt x="40344" y="54859"/>
                    <a:pt x="40344" y="76960"/>
                    <a:pt x="40344" y="99731"/>
                  </a:cubicBezTo>
                  <a:cubicBezTo>
                    <a:pt x="51357" y="99798"/>
                    <a:pt x="51357" y="99798"/>
                    <a:pt x="62592" y="99867"/>
                  </a:cubicBezTo>
                  <a:cubicBezTo>
                    <a:pt x="67232" y="99897"/>
                    <a:pt x="71871" y="99928"/>
                    <a:pt x="76510" y="99959"/>
                  </a:cubicBezTo>
                  <a:cubicBezTo>
                    <a:pt x="83881" y="100008"/>
                    <a:pt x="91252" y="100057"/>
                    <a:pt x="98622" y="100101"/>
                  </a:cubicBezTo>
                  <a:cubicBezTo>
                    <a:pt x="103990" y="100133"/>
                    <a:pt x="109357" y="100167"/>
                    <a:pt x="114724" y="100204"/>
                  </a:cubicBezTo>
                  <a:cubicBezTo>
                    <a:pt x="117567" y="100224"/>
                    <a:pt x="120410" y="100243"/>
                    <a:pt x="123254" y="100258"/>
                  </a:cubicBezTo>
                  <a:cubicBezTo>
                    <a:pt x="125928" y="100273"/>
                    <a:pt x="128601" y="100291"/>
                    <a:pt x="131275" y="100311"/>
                  </a:cubicBezTo>
                  <a:cubicBezTo>
                    <a:pt x="132729" y="100322"/>
                    <a:pt x="134183" y="100328"/>
                    <a:pt x="135636" y="100335"/>
                  </a:cubicBezTo>
                  <a:cubicBezTo>
                    <a:pt x="136926" y="100346"/>
                    <a:pt x="136926" y="100346"/>
                    <a:pt x="138242" y="100357"/>
                  </a:cubicBezTo>
                  <a:cubicBezTo>
                    <a:pt x="138992" y="100362"/>
                    <a:pt x="139743" y="100367"/>
                    <a:pt x="140516" y="100371"/>
                  </a:cubicBezTo>
                  <a:cubicBezTo>
                    <a:pt x="142291" y="100475"/>
                    <a:pt x="142291" y="100475"/>
                    <a:pt x="143779" y="101219"/>
                  </a:cubicBezTo>
                  <a:cubicBezTo>
                    <a:pt x="143931" y="103374"/>
                    <a:pt x="143987" y="105457"/>
                    <a:pt x="143977" y="107614"/>
                  </a:cubicBezTo>
                  <a:cubicBezTo>
                    <a:pt x="143978" y="108255"/>
                    <a:pt x="143980" y="108896"/>
                    <a:pt x="143981" y="109557"/>
                  </a:cubicBezTo>
                  <a:cubicBezTo>
                    <a:pt x="143982" y="110916"/>
                    <a:pt x="143980" y="112275"/>
                    <a:pt x="143973" y="113633"/>
                  </a:cubicBezTo>
                  <a:cubicBezTo>
                    <a:pt x="143965" y="115721"/>
                    <a:pt x="143973" y="117808"/>
                    <a:pt x="143983" y="119895"/>
                  </a:cubicBezTo>
                  <a:cubicBezTo>
                    <a:pt x="143982" y="121212"/>
                    <a:pt x="143980" y="122529"/>
                    <a:pt x="143977" y="123845"/>
                  </a:cubicBezTo>
                  <a:cubicBezTo>
                    <a:pt x="143980" y="124474"/>
                    <a:pt x="143983" y="125103"/>
                    <a:pt x="143986" y="125750"/>
                  </a:cubicBezTo>
                  <a:cubicBezTo>
                    <a:pt x="143974" y="127249"/>
                    <a:pt x="143885" y="128746"/>
                    <a:pt x="143779" y="130240"/>
                  </a:cubicBezTo>
                  <a:cubicBezTo>
                    <a:pt x="141841" y="131210"/>
                    <a:pt x="140414" y="131088"/>
                    <a:pt x="138242" y="131102"/>
                  </a:cubicBezTo>
                  <a:cubicBezTo>
                    <a:pt x="136952" y="131113"/>
                    <a:pt x="136952" y="131113"/>
                    <a:pt x="135636" y="131124"/>
                  </a:cubicBezTo>
                  <a:cubicBezTo>
                    <a:pt x="134688" y="131129"/>
                    <a:pt x="133740" y="131133"/>
                    <a:pt x="132764" y="131137"/>
                  </a:cubicBezTo>
                  <a:cubicBezTo>
                    <a:pt x="131759" y="131144"/>
                    <a:pt x="130754" y="131152"/>
                    <a:pt x="129750" y="131160"/>
                  </a:cubicBezTo>
                  <a:cubicBezTo>
                    <a:pt x="127018" y="131180"/>
                    <a:pt x="124286" y="131195"/>
                    <a:pt x="121554" y="131210"/>
                  </a:cubicBezTo>
                  <a:cubicBezTo>
                    <a:pt x="118701" y="131226"/>
                    <a:pt x="115847" y="131247"/>
                    <a:pt x="112994" y="131267"/>
                  </a:cubicBezTo>
                  <a:cubicBezTo>
                    <a:pt x="107589" y="131304"/>
                    <a:pt x="102184" y="131337"/>
                    <a:pt x="96778" y="131369"/>
                  </a:cubicBezTo>
                  <a:cubicBezTo>
                    <a:pt x="90626" y="131406"/>
                    <a:pt x="84473" y="131447"/>
                    <a:pt x="78320" y="131488"/>
                  </a:cubicBezTo>
                  <a:cubicBezTo>
                    <a:pt x="65661" y="131573"/>
                    <a:pt x="53003" y="131653"/>
                    <a:pt x="40344" y="131729"/>
                  </a:cubicBezTo>
                  <a:cubicBezTo>
                    <a:pt x="40345" y="132628"/>
                    <a:pt x="40347" y="133527"/>
                    <a:pt x="40349" y="134454"/>
                  </a:cubicBezTo>
                  <a:cubicBezTo>
                    <a:pt x="40364" y="142918"/>
                    <a:pt x="40375" y="151383"/>
                    <a:pt x="40382" y="159847"/>
                  </a:cubicBezTo>
                  <a:cubicBezTo>
                    <a:pt x="40386" y="164199"/>
                    <a:pt x="40392" y="168551"/>
                    <a:pt x="40400" y="172902"/>
                  </a:cubicBezTo>
                  <a:cubicBezTo>
                    <a:pt x="40408" y="177100"/>
                    <a:pt x="40413" y="181298"/>
                    <a:pt x="40414" y="185496"/>
                  </a:cubicBezTo>
                  <a:cubicBezTo>
                    <a:pt x="40416" y="187099"/>
                    <a:pt x="40419" y="188703"/>
                    <a:pt x="40423" y="190306"/>
                  </a:cubicBezTo>
                  <a:cubicBezTo>
                    <a:pt x="40428" y="192548"/>
                    <a:pt x="40429" y="194789"/>
                    <a:pt x="40428" y="197031"/>
                  </a:cubicBezTo>
                  <a:cubicBezTo>
                    <a:pt x="40431" y="197698"/>
                    <a:pt x="40434" y="198365"/>
                    <a:pt x="40436" y="199052"/>
                  </a:cubicBezTo>
                  <a:cubicBezTo>
                    <a:pt x="40435" y="199662"/>
                    <a:pt x="40434" y="200273"/>
                    <a:pt x="40433" y="200901"/>
                  </a:cubicBezTo>
                  <a:cubicBezTo>
                    <a:pt x="40434" y="201432"/>
                    <a:pt x="40435" y="201962"/>
                    <a:pt x="40435" y="202508"/>
                  </a:cubicBezTo>
                  <a:cubicBezTo>
                    <a:pt x="40344" y="203910"/>
                    <a:pt x="40344" y="203910"/>
                    <a:pt x="39600" y="206143"/>
                  </a:cubicBezTo>
                  <a:cubicBezTo>
                    <a:pt x="40485" y="206142"/>
                    <a:pt x="40485" y="206142"/>
                    <a:pt x="41387" y="206141"/>
                  </a:cubicBezTo>
                  <a:cubicBezTo>
                    <a:pt x="55720" y="206124"/>
                    <a:pt x="70053" y="206112"/>
                    <a:pt x="84386" y="206104"/>
                  </a:cubicBezTo>
                  <a:cubicBezTo>
                    <a:pt x="91317" y="206100"/>
                    <a:pt x="98249" y="206095"/>
                    <a:pt x="105180" y="206087"/>
                  </a:cubicBezTo>
                  <a:cubicBezTo>
                    <a:pt x="111219" y="206079"/>
                    <a:pt x="117258" y="206074"/>
                    <a:pt x="123297" y="206073"/>
                  </a:cubicBezTo>
                  <a:cubicBezTo>
                    <a:pt x="126496" y="206072"/>
                    <a:pt x="129696" y="206069"/>
                    <a:pt x="132896" y="206064"/>
                  </a:cubicBezTo>
                  <a:cubicBezTo>
                    <a:pt x="135904" y="206059"/>
                    <a:pt x="138912" y="206057"/>
                    <a:pt x="141920" y="206058"/>
                  </a:cubicBezTo>
                  <a:cubicBezTo>
                    <a:pt x="143027" y="206058"/>
                    <a:pt x="144134" y="206057"/>
                    <a:pt x="145242" y="206054"/>
                  </a:cubicBezTo>
                  <a:cubicBezTo>
                    <a:pt x="146747" y="206050"/>
                    <a:pt x="148252" y="206052"/>
                    <a:pt x="149757" y="206053"/>
                  </a:cubicBezTo>
                  <a:cubicBezTo>
                    <a:pt x="150602" y="206052"/>
                    <a:pt x="151446" y="206052"/>
                    <a:pt x="152316" y="206051"/>
                  </a:cubicBezTo>
                  <a:cubicBezTo>
                    <a:pt x="154197" y="206143"/>
                    <a:pt x="154197" y="206143"/>
                    <a:pt x="154942" y="206887"/>
                  </a:cubicBezTo>
                  <a:cubicBezTo>
                    <a:pt x="155159" y="211129"/>
                    <a:pt x="155175" y="215372"/>
                    <a:pt x="155202" y="219619"/>
                  </a:cubicBezTo>
                  <a:cubicBezTo>
                    <a:pt x="155214" y="221053"/>
                    <a:pt x="155235" y="222487"/>
                    <a:pt x="155263" y="223920"/>
                  </a:cubicBezTo>
                  <a:cubicBezTo>
                    <a:pt x="155304" y="225978"/>
                    <a:pt x="155320" y="228036"/>
                    <a:pt x="155331" y="230095"/>
                  </a:cubicBezTo>
                  <a:cubicBezTo>
                    <a:pt x="155348" y="230740"/>
                    <a:pt x="155365" y="231384"/>
                    <a:pt x="155382" y="232049"/>
                  </a:cubicBezTo>
                  <a:cubicBezTo>
                    <a:pt x="155376" y="233847"/>
                    <a:pt x="155376" y="233847"/>
                    <a:pt x="154942" y="236652"/>
                  </a:cubicBezTo>
                  <a:cubicBezTo>
                    <a:pt x="151944" y="237710"/>
                    <a:pt x="148715" y="237501"/>
                    <a:pt x="145567" y="237491"/>
                  </a:cubicBezTo>
                  <a:cubicBezTo>
                    <a:pt x="145004" y="237492"/>
                    <a:pt x="144441" y="237493"/>
                    <a:pt x="143860" y="237495"/>
                  </a:cubicBezTo>
                  <a:cubicBezTo>
                    <a:pt x="141976" y="237498"/>
                    <a:pt x="140092" y="237495"/>
                    <a:pt x="138208" y="237493"/>
                  </a:cubicBezTo>
                  <a:cubicBezTo>
                    <a:pt x="136856" y="237494"/>
                    <a:pt x="135504" y="237495"/>
                    <a:pt x="134152" y="237497"/>
                  </a:cubicBezTo>
                  <a:cubicBezTo>
                    <a:pt x="130482" y="237500"/>
                    <a:pt x="126813" y="237499"/>
                    <a:pt x="123143" y="237497"/>
                  </a:cubicBezTo>
                  <a:cubicBezTo>
                    <a:pt x="119304" y="237495"/>
                    <a:pt x="115465" y="237496"/>
                    <a:pt x="111625" y="237498"/>
                  </a:cubicBezTo>
                  <a:cubicBezTo>
                    <a:pt x="105179" y="237499"/>
                    <a:pt x="98733" y="237497"/>
                    <a:pt x="92286" y="237494"/>
                  </a:cubicBezTo>
                  <a:cubicBezTo>
                    <a:pt x="84830" y="237490"/>
                    <a:pt x="77374" y="237491"/>
                    <a:pt x="69918" y="237495"/>
                  </a:cubicBezTo>
                  <a:cubicBezTo>
                    <a:pt x="63519" y="237498"/>
                    <a:pt x="57120" y="237499"/>
                    <a:pt x="50720" y="237497"/>
                  </a:cubicBezTo>
                  <a:cubicBezTo>
                    <a:pt x="46897" y="237496"/>
                    <a:pt x="43074" y="237496"/>
                    <a:pt x="39251" y="237498"/>
                  </a:cubicBezTo>
                  <a:cubicBezTo>
                    <a:pt x="35658" y="237500"/>
                    <a:pt x="32064" y="237499"/>
                    <a:pt x="28471" y="237494"/>
                  </a:cubicBezTo>
                  <a:cubicBezTo>
                    <a:pt x="27151" y="237493"/>
                    <a:pt x="25831" y="237494"/>
                    <a:pt x="24511" y="237495"/>
                  </a:cubicBezTo>
                  <a:cubicBezTo>
                    <a:pt x="22712" y="237497"/>
                    <a:pt x="20913" y="237495"/>
                    <a:pt x="19114" y="237491"/>
                  </a:cubicBezTo>
                  <a:cubicBezTo>
                    <a:pt x="18590" y="237493"/>
                    <a:pt x="18065" y="237494"/>
                    <a:pt x="17525" y="237496"/>
                  </a:cubicBezTo>
                  <a:cubicBezTo>
                    <a:pt x="12432" y="237476"/>
                    <a:pt x="12432" y="237476"/>
                    <a:pt x="10578" y="236652"/>
                  </a:cubicBezTo>
                  <a:cubicBezTo>
                    <a:pt x="10209" y="235052"/>
                    <a:pt x="10209" y="235052"/>
                    <a:pt x="10212" y="232888"/>
                  </a:cubicBezTo>
                  <a:cubicBezTo>
                    <a:pt x="10206" y="232068"/>
                    <a:pt x="10200" y="231247"/>
                    <a:pt x="10194" y="230402"/>
                  </a:cubicBezTo>
                  <a:cubicBezTo>
                    <a:pt x="10203" y="229489"/>
                    <a:pt x="10211" y="228576"/>
                    <a:pt x="10220" y="227636"/>
                  </a:cubicBezTo>
                  <a:cubicBezTo>
                    <a:pt x="10218" y="226675"/>
                    <a:pt x="10215" y="225714"/>
                    <a:pt x="10213" y="224724"/>
                  </a:cubicBezTo>
                  <a:cubicBezTo>
                    <a:pt x="10206" y="222045"/>
                    <a:pt x="10218" y="219365"/>
                    <a:pt x="10233" y="216686"/>
                  </a:cubicBezTo>
                  <a:cubicBezTo>
                    <a:pt x="10246" y="213801"/>
                    <a:pt x="10241" y="210916"/>
                    <a:pt x="10239" y="208032"/>
                  </a:cubicBezTo>
                  <a:cubicBezTo>
                    <a:pt x="10237" y="203029"/>
                    <a:pt x="10247" y="198027"/>
                    <a:pt x="10264" y="193025"/>
                  </a:cubicBezTo>
                  <a:cubicBezTo>
                    <a:pt x="10288" y="185793"/>
                    <a:pt x="10295" y="178561"/>
                    <a:pt x="10299" y="171328"/>
                  </a:cubicBezTo>
                  <a:cubicBezTo>
                    <a:pt x="10306" y="159595"/>
                    <a:pt x="10326" y="147863"/>
                    <a:pt x="10354" y="136130"/>
                  </a:cubicBezTo>
                  <a:cubicBezTo>
                    <a:pt x="10381" y="124730"/>
                    <a:pt x="10402" y="113330"/>
                    <a:pt x="10415" y="101929"/>
                  </a:cubicBezTo>
                  <a:cubicBezTo>
                    <a:pt x="10416" y="101220"/>
                    <a:pt x="10416" y="100511"/>
                    <a:pt x="10417" y="99780"/>
                  </a:cubicBezTo>
                  <a:cubicBezTo>
                    <a:pt x="10423" y="94232"/>
                    <a:pt x="10429" y="88685"/>
                    <a:pt x="10435" y="83138"/>
                  </a:cubicBezTo>
                  <a:cubicBezTo>
                    <a:pt x="10463" y="55927"/>
                    <a:pt x="10523" y="28715"/>
                    <a:pt x="10578" y="1504"/>
                  </a:cubicBezTo>
                  <a:close/>
                </a:path>
              </a:pathLst>
            </a:custGeom>
            <a:grpFill/>
            <a:ln w="744" cap="flat">
              <a:noFill/>
              <a:prstDash val="solid"/>
              <a:miter/>
            </a:ln>
          </p:spPr>
          <p:txBody>
            <a:bodyPr rtlCol="0" anchor="ctr"/>
            <a:lstStyle/>
            <a:p>
              <a:endParaRPr lang="zh-CN" altLang="en-US"/>
            </a:p>
          </p:txBody>
        </p:sp>
        <p:sp>
          <p:nvSpPr>
            <p:cNvPr id="135" name="任意多边形: 形状 134"/>
            <p:cNvSpPr/>
            <p:nvPr/>
          </p:nvSpPr>
          <p:spPr>
            <a:xfrm>
              <a:off x="10528469" y="1392728"/>
              <a:ext cx="150992" cy="236287"/>
            </a:xfrm>
            <a:custGeom>
              <a:avLst/>
              <a:gdLst>
                <a:gd name="connsiteX0" fmla="*/ 20333 w 150992"/>
                <a:gd name="connsiteY0" fmla="*/ 1608 h 236287"/>
                <a:gd name="connsiteX1" fmla="*/ 22238 w 150992"/>
                <a:gd name="connsiteY1" fmla="*/ 1612 h 236287"/>
                <a:gd name="connsiteX2" fmla="*/ 24181 w 150992"/>
                <a:gd name="connsiteY2" fmla="*/ 1610 h 236287"/>
                <a:gd name="connsiteX3" fmla="*/ 28257 w 150992"/>
                <a:gd name="connsiteY3" fmla="*/ 1614 h 236287"/>
                <a:gd name="connsiteX4" fmla="*/ 34519 w 150992"/>
                <a:gd name="connsiteY4" fmla="*/ 1609 h 236287"/>
                <a:gd name="connsiteX5" fmla="*/ 38469 w 150992"/>
                <a:gd name="connsiteY5" fmla="*/ 1612 h 236287"/>
                <a:gd name="connsiteX6" fmla="*/ 40374 w 150992"/>
                <a:gd name="connsiteY6" fmla="*/ 1608 h 236287"/>
                <a:gd name="connsiteX7" fmla="*/ 45609 w 150992"/>
                <a:gd name="connsiteY7" fmla="*/ 2455 h 236287"/>
                <a:gd name="connsiteX8" fmla="*/ 45698 w 150992"/>
                <a:gd name="connsiteY8" fmla="*/ 6133 h 236287"/>
                <a:gd name="connsiteX9" fmla="*/ 45701 w 150992"/>
                <a:gd name="connsiteY9" fmla="*/ 8545 h 236287"/>
                <a:gd name="connsiteX10" fmla="*/ 45693 w 150992"/>
                <a:gd name="connsiteY10" fmla="*/ 11215 h 236287"/>
                <a:gd name="connsiteX11" fmla="*/ 45693 w 150992"/>
                <a:gd name="connsiteY11" fmla="*/ 14009 h 236287"/>
                <a:gd name="connsiteX12" fmla="*/ 45684 w 150992"/>
                <a:gd name="connsiteY12" fmla="*/ 21614 h 236287"/>
                <a:gd name="connsiteX13" fmla="*/ 45678 w 150992"/>
                <a:gd name="connsiteY13" fmla="*/ 29555 h 236287"/>
                <a:gd name="connsiteX14" fmla="*/ 45662 w 150992"/>
                <a:gd name="connsiteY14" fmla="*/ 44600 h 236287"/>
                <a:gd name="connsiteX15" fmla="*/ 45644 w 150992"/>
                <a:gd name="connsiteY15" fmla="*/ 64925 h 236287"/>
                <a:gd name="connsiteX16" fmla="*/ 45609 w 150992"/>
                <a:gd name="connsiteY16" fmla="*/ 96961 h 236287"/>
                <a:gd name="connsiteX17" fmla="*/ 137882 w 150992"/>
                <a:gd name="connsiteY17" fmla="*/ 96961 h 236287"/>
                <a:gd name="connsiteX18" fmla="*/ 135650 w 150992"/>
                <a:gd name="connsiteY18" fmla="*/ 93985 h 236287"/>
                <a:gd name="connsiteX19" fmla="*/ 135461 w 150992"/>
                <a:gd name="connsiteY19" fmla="*/ 90425 h 236287"/>
                <a:gd name="connsiteX20" fmla="*/ 135448 w 150992"/>
                <a:gd name="connsiteY20" fmla="*/ 88092 h 236287"/>
                <a:gd name="connsiteX21" fmla="*/ 135457 w 150992"/>
                <a:gd name="connsiteY21" fmla="*/ 85510 h 236287"/>
                <a:gd name="connsiteX22" fmla="*/ 135449 w 150992"/>
                <a:gd name="connsiteY22" fmla="*/ 82808 h 236287"/>
                <a:gd name="connsiteX23" fmla="*/ 135450 w 150992"/>
                <a:gd name="connsiteY23" fmla="*/ 75451 h 236287"/>
                <a:gd name="connsiteX24" fmla="*/ 135448 w 150992"/>
                <a:gd name="connsiteY24" fmla="*/ 67768 h 236287"/>
                <a:gd name="connsiteX25" fmla="*/ 135456 w 150992"/>
                <a:gd name="connsiteY25" fmla="*/ 54864 h 236287"/>
                <a:gd name="connsiteX26" fmla="*/ 135453 w 150992"/>
                <a:gd name="connsiteY26" fmla="*/ 39924 h 236287"/>
                <a:gd name="connsiteX27" fmla="*/ 135449 w 150992"/>
                <a:gd name="connsiteY27" fmla="*/ 27120 h 236287"/>
                <a:gd name="connsiteX28" fmla="*/ 135447 w 150992"/>
                <a:gd name="connsiteY28" fmla="*/ 19462 h 236287"/>
                <a:gd name="connsiteX29" fmla="*/ 135457 w 150992"/>
                <a:gd name="connsiteY29" fmla="*/ 10930 h 236287"/>
                <a:gd name="connsiteX30" fmla="*/ 135448 w 150992"/>
                <a:gd name="connsiteY30" fmla="*/ 8348 h 236287"/>
                <a:gd name="connsiteX31" fmla="*/ 135461 w 150992"/>
                <a:gd name="connsiteY31" fmla="*/ 6015 h 236287"/>
                <a:gd name="connsiteX32" fmla="*/ 135462 w 150992"/>
                <a:gd name="connsiteY32" fmla="*/ 3974 h 236287"/>
                <a:gd name="connsiteX33" fmla="*/ 135650 w 150992"/>
                <a:gd name="connsiteY33" fmla="*/ 2455 h 236287"/>
                <a:gd name="connsiteX34" fmla="*/ 143469 w 150992"/>
                <a:gd name="connsiteY34" fmla="*/ 1639 h 236287"/>
                <a:gd name="connsiteX35" fmla="*/ 145364 w 150992"/>
                <a:gd name="connsiteY35" fmla="*/ 1642 h 236287"/>
                <a:gd name="connsiteX36" fmla="*/ 151370 w 150992"/>
                <a:gd name="connsiteY36" fmla="*/ 1665 h 236287"/>
                <a:gd name="connsiteX37" fmla="*/ 155436 w 150992"/>
                <a:gd name="connsiteY37" fmla="*/ 1675 h 236287"/>
                <a:gd name="connsiteX38" fmla="*/ 165415 w 150992"/>
                <a:gd name="connsiteY38" fmla="*/ 1711 h 236287"/>
                <a:gd name="connsiteX39" fmla="*/ 165491 w 150992"/>
                <a:gd name="connsiteY39" fmla="*/ 91543 h 236287"/>
                <a:gd name="connsiteX40" fmla="*/ 165497 w 150992"/>
                <a:gd name="connsiteY40" fmla="*/ 102137 h 236287"/>
                <a:gd name="connsiteX41" fmla="*/ 165498 w 150992"/>
                <a:gd name="connsiteY41" fmla="*/ 104267 h 236287"/>
                <a:gd name="connsiteX42" fmla="*/ 165530 w 150992"/>
                <a:gd name="connsiteY42" fmla="*/ 138464 h 236287"/>
                <a:gd name="connsiteX43" fmla="*/ 165555 w 150992"/>
                <a:gd name="connsiteY43" fmla="*/ 173527 h 236287"/>
                <a:gd name="connsiteX44" fmla="*/ 165576 w 150992"/>
                <a:gd name="connsiteY44" fmla="*/ 195180 h 236287"/>
                <a:gd name="connsiteX45" fmla="*/ 165584 w 150992"/>
                <a:gd name="connsiteY45" fmla="*/ 210008 h 236287"/>
                <a:gd name="connsiteX46" fmla="*/ 165593 w 150992"/>
                <a:gd name="connsiteY46" fmla="*/ 218576 h 236287"/>
                <a:gd name="connsiteX47" fmla="*/ 165594 w 150992"/>
                <a:gd name="connsiteY47" fmla="*/ 227843 h 236287"/>
                <a:gd name="connsiteX48" fmla="*/ 165607 w 150992"/>
                <a:gd name="connsiteY48" fmla="*/ 230609 h 236287"/>
                <a:gd name="connsiteX49" fmla="*/ 165598 w 150992"/>
                <a:gd name="connsiteY49" fmla="*/ 233096 h 236287"/>
                <a:gd name="connsiteX50" fmla="*/ 165600 w 150992"/>
                <a:gd name="connsiteY50" fmla="*/ 235259 h 236287"/>
                <a:gd name="connsiteX51" fmla="*/ 165415 w 150992"/>
                <a:gd name="connsiteY51" fmla="*/ 236860 h 236287"/>
                <a:gd name="connsiteX52" fmla="*/ 158541 w 150992"/>
                <a:gd name="connsiteY52" fmla="*/ 237729 h 236287"/>
                <a:gd name="connsiteX53" fmla="*/ 156922 w 150992"/>
                <a:gd name="connsiteY53" fmla="*/ 237736 h 236287"/>
                <a:gd name="connsiteX54" fmla="*/ 153527 w 150992"/>
                <a:gd name="connsiteY54" fmla="*/ 237742 h 236287"/>
                <a:gd name="connsiteX55" fmla="*/ 148354 w 150992"/>
                <a:gd name="connsiteY55" fmla="*/ 237771 h 236287"/>
                <a:gd name="connsiteX56" fmla="*/ 145053 w 150992"/>
                <a:gd name="connsiteY56" fmla="*/ 237775 h 236287"/>
                <a:gd name="connsiteX57" fmla="*/ 143498 w 150992"/>
                <a:gd name="connsiteY57" fmla="*/ 237791 h 236287"/>
                <a:gd name="connsiteX58" fmla="*/ 135650 w 150992"/>
                <a:gd name="connsiteY58" fmla="*/ 236115 h 236287"/>
                <a:gd name="connsiteX59" fmla="*/ 135192 w 150992"/>
                <a:gd name="connsiteY59" fmla="*/ 231958 h 236287"/>
                <a:gd name="connsiteX60" fmla="*/ 135170 w 150992"/>
                <a:gd name="connsiteY60" fmla="*/ 229280 h 236287"/>
                <a:gd name="connsiteX61" fmla="*/ 135204 w 150992"/>
                <a:gd name="connsiteY61" fmla="*/ 226327 h 236287"/>
                <a:gd name="connsiteX62" fmla="*/ 135195 w 150992"/>
                <a:gd name="connsiteY62" fmla="*/ 223228 h 236287"/>
                <a:gd name="connsiteX63" fmla="*/ 135223 w 150992"/>
                <a:gd name="connsiteY63" fmla="*/ 214802 h 236287"/>
                <a:gd name="connsiteX64" fmla="*/ 135239 w 150992"/>
                <a:gd name="connsiteY64" fmla="*/ 205999 h 236287"/>
                <a:gd name="connsiteX65" fmla="*/ 135287 w 150992"/>
                <a:gd name="connsiteY65" fmla="*/ 191216 h 236287"/>
                <a:gd name="connsiteX66" fmla="*/ 135334 w 150992"/>
                <a:gd name="connsiteY66" fmla="*/ 174101 h 236287"/>
                <a:gd name="connsiteX67" fmla="*/ 135369 w 150992"/>
                <a:gd name="connsiteY67" fmla="*/ 155912 h 236287"/>
                <a:gd name="connsiteX68" fmla="*/ 135378 w 150992"/>
                <a:gd name="connsiteY68" fmla="*/ 150656 h 236287"/>
                <a:gd name="connsiteX69" fmla="*/ 135413 w 150992"/>
                <a:gd name="connsiteY69" fmla="*/ 142413 h 236287"/>
                <a:gd name="connsiteX70" fmla="*/ 135423 w 150992"/>
                <a:gd name="connsiteY70" fmla="*/ 137926 h 236287"/>
                <a:gd name="connsiteX71" fmla="*/ 135446 w 150992"/>
                <a:gd name="connsiteY71" fmla="*/ 135254 h 236287"/>
                <a:gd name="connsiteX72" fmla="*/ 135456 w 150992"/>
                <a:gd name="connsiteY72" fmla="*/ 132918 h 236287"/>
                <a:gd name="connsiteX73" fmla="*/ 135650 w 150992"/>
                <a:gd name="connsiteY73" fmla="*/ 131192 h 236287"/>
                <a:gd name="connsiteX74" fmla="*/ 137138 w 150992"/>
                <a:gd name="connsiteY74" fmla="*/ 130448 h 236287"/>
                <a:gd name="connsiteX75" fmla="*/ 137882 w 150992"/>
                <a:gd name="connsiteY75" fmla="*/ 128215 h 236287"/>
                <a:gd name="connsiteX76" fmla="*/ 45609 w 150992"/>
                <a:gd name="connsiteY76" fmla="*/ 128215 h 236287"/>
                <a:gd name="connsiteX77" fmla="*/ 45687 w 150992"/>
                <a:gd name="connsiteY77" fmla="*/ 151955 h 236287"/>
                <a:gd name="connsiteX78" fmla="*/ 45718 w 150992"/>
                <a:gd name="connsiteY78" fmla="*/ 166799 h 236287"/>
                <a:gd name="connsiteX79" fmla="*/ 45777 w 150992"/>
                <a:gd name="connsiteY79" fmla="*/ 190386 h 236287"/>
                <a:gd name="connsiteX80" fmla="*/ 45819 w 150992"/>
                <a:gd name="connsiteY80" fmla="*/ 207561 h 236287"/>
                <a:gd name="connsiteX81" fmla="*/ 45845 w 150992"/>
                <a:gd name="connsiteY81" fmla="*/ 216660 h 236287"/>
                <a:gd name="connsiteX82" fmla="*/ 45861 w 150992"/>
                <a:gd name="connsiteY82" fmla="*/ 225216 h 236287"/>
                <a:gd name="connsiteX83" fmla="*/ 45875 w 150992"/>
                <a:gd name="connsiteY83" fmla="*/ 228365 h 236287"/>
                <a:gd name="connsiteX84" fmla="*/ 45877 w 150992"/>
                <a:gd name="connsiteY84" fmla="*/ 232646 h 236287"/>
                <a:gd name="connsiteX85" fmla="*/ 45883 w 150992"/>
                <a:gd name="connsiteY85" fmla="*/ 235071 h 236287"/>
                <a:gd name="connsiteX86" fmla="*/ 45609 w 150992"/>
                <a:gd name="connsiteY86" fmla="*/ 236860 h 236287"/>
                <a:gd name="connsiteX87" fmla="*/ 37917 w 150992"/>
                <a:gd name="connsiteY87" fmla="*/ 237703 h 236287"/>
                <a:gd name="connsiteX88" fmla="*/ 36302 w 150992"/>
                <a:gd name="connsiteY88" fmla="*/ 237705 h 236287"/>
                <a:gd name="connsiteX89" fmla="*/ 32920 w 150992"/>
                <a:gd name="connsiteY89" fmla="*/ 237701 h 236287"/>
                <a:gd name="connsiteX90" fmla="*/ 27767 w 150992"/>
                <a:gd name="connsiteY90" fmla="*/ 237706 h 236287"/>
                <a:gd name="connsiteX91" fmla="*/ 24476 w 150992"/>
                <a:gd name="connsiteY91" fmla="*/ 237703 h 236287"/>
                <a:gd name="connsiteX92" fmla="*/ 22928 w 150992"/>
                <a:gd name="connsiteY92" fmla="*/ 237707 h 236287"/>
                <a:gd name="connsiteX93" fmla="*/ 15099 w 150992"/>
                <a:gd name="connsiteY93" fmla="*/ 236860 h 236287"/>
                <a:gd name="connsiteX94" fmla="*/ 14639 w 150992"/>
                <a:gd name="connsiteY94" fmla="*/ 233109 h 236287"/>
                <a:gd name="connsiteX95" fmla="*/ 14615 w 150992"/>
                <a:gd name="connsiteY95" fmla="*/ 230632 h 236287"/>
                <a:gd name="connsiteX96" fmla="*/ 14646 w 150992"/>
                <a:gd name="connsiteY96" fmla="*/ 227876 h 236287"/>
                <a:gd name="connsiteX97" fmla="*/ 14635 w 150992"/>
                <a:gd name="connsiteY97" fmla="*/ 224975 h 236287"/>
                <a:gd name="connsiteX98" fmla="*/ 14656 w 150992"/>
                <a:gd name="connsiteY98" fmla="*/ 216967 h 236287"/>
                <a:gd name="connsiteX99" fmla="*/ 14659 w 150992"/>
                <a:gd name="connsiteY99" fmla="*/ 208345 h 236287"/>
                <a:gd name="connsiteX100" fmla="*/ 14690 w 150992"/>
                <a:gd name="connsiteY100" fmla="*/ 191439 h 236287"/>
                <a:gd name="connsiteX101" fmla="*/ 14719 w 150992"/>
                <a:gd name="connsiteY101" fmla="*/ 171773 h 236287"/>
                <a:gd name="connsiteX102" fmla="*/ 14777 w 150992"/>
                <a:gd name="connsiteY102" fmla="*/ 136696 h 236287"/>
                <a:gd name="connsiteX103" fmla="*/ 14838 w 150992"/>
                <a:gd name="connsiteY103" fmla="*/ 102619 h 236287"/>
                <a:gd name="connsiteX104" fmla="*/ 14840 w 150992"/>
                <a:gd name="connsiteY104" fmla="*/ 100499 h 236287"/>
                <a:gd name="connsiteX105" fmla="*/ 14846 w 150992"/>
                <a:gd name="connsiteY105" fmla="*/ 92065 h 236287"/>
                <a:gd name="connsiteX106" fmla="*/ 14892 w 150992"/>
                <a:gd name="connsiteY106" fmla="*/ 55735 h 236287"/>
                <a:gd name="connsiteX107" fmla="*/ 14901 w 150992"/>
                <a:gd name="connsiteY107" fmla="*/ 49839 h 236287"/>
                <a:gd name="connsiteX108" fmla="*/ 14942 w 150992"/>
                <a:gd name="connsiteY108" fmla="*/ 29208 h 236287"/>
                <a:gd name="connsiteX109" fmla="*/ 14960 w 150992"/>
                <a:gd name="connsiteY109" fmla="*/ 20671 h 236287"/>
                <a:gd name="connsiteX110" fmla="*/ 14984 w 150992"/>
                <a:gd name="connsiteY110" fmla="*/ 11439 h 236287"/>
                <a:gd name="connsiteX111" fmla="*/ 14985 w 150992"/>
                <a:gd name="connsiteY111" fmla="*/ 8683 h 236287"/>
                <a:gd name="connsiteX112" fmla="*/ 14997 w 150992"/>
                <a:gd name="connsiteY112" fmla="*/ 6206 h 236287"/>
                <a:gd name="connsiteX113" fmla="*/ 15002 w 150992"/>
                <a:gd name="connsiteY113" fmla="*/ 4050 h 236287"/>
                <a:gd name="connsiteX114" fmla="*/ 20333 w 150992"/>
                <a:gd name="connsiteY114" fmla="*/ 1608 h 23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50992" h="236287">
                  <a:moveTo>
                    <a:pt x="20333" y="1608"/>
                  </a:moveTo>
                  <a:cubicBezTo>
                    <a:pt x="20962" y="1609"/>
                    <a:pt x="21590" y="1611"/>
                    <a:pt x="22238" y="1612"/>
                  </a:cubicBezTo>
                  <a:cubicBezTo>
                    <a:pt x="22879" y="1612"/>
                    <a:pt x="23521" y="1611"/>
                    <a:pt x="24181" y="1610"/>
                  </a:cubicBezTo>
                  <a:cubicBezTo>
                    <a:pt x="25540" y="1610"/>
                    <a:pt x="26899" y="1611"/>
                    <a:pt x="28257" y="1614"/>
                  </a:cubicBezTo>
                  <a:cubicBezTo>
                    <a:pt x="30345" y="1618"/>
                    <a:pt x="32432" y="1614"/>
                    <a:pt x="34519" y="1609"/>
                  </a:cubicBezTo>
                  <a:cubicBezTo>
                    <a:pt x="35836" y="1610"/>
                    <a:pt x="37153" y="1611"/>
                    <a:pt x="38469" y="1612"/>
                  </a:cubicBezTo>
                  <a:cubicBezTo>
                    <a:pt x="39098" y="1611"/>
                    <a:pt x="39727" y="1609"/>
                    <a:pt x="40374" y="1608"/>
                  </a:cubicBezTo>
                  <a:cubicBezTo>
                    <a:pt x="44779" y="1626"/>
                    <a:pt x="44779" y="1626"/>
                    <a:pt x="45609" y="2455"/>
                  </a:cubicBezTo>
                  <a:cubicBezTo>
                    <a:pt x="45680" y="3679"/>
                    <a:pt x="45699" y="4907"/>
                    <a:pt x="45698" y="6133"/>
                  </a:cubicBezTo>
                  <a:cubicBezTo>
                    <a:pt x="45699" y="6929"/>
                    <a:pt x="45700" y="7725"/>
                    <a:pt x="45701" y="8545"/>
                  </a:cubicBezTo>
                  <a:cubicBezTo>
                    <a:pt x="45697" y="9867"/>
                    <a:pt x="45697" y="9867"/>
                    <a:pt x="45693" y="11215"/>
                  </a:cubicBezTo>
                  <a:cubicBezTo>
                    <a:pt x="45693" y="12137"/>
                    <a:pt x="45693" y="13059"/>
                    <a:pt x="45693" y="14009"/>
                  </a:cubicBezTo>
                  <a:cubicBezTo>
                    <a:pt x="45693" y="16544"/>
                    <a:pt x="45689" y="19079"/>
                    <a:pt x="45684" y="21614"/>
                  </a:cubicBezTo>
                  <a:cubicBezTo>
                    <a:pt x="45679" y="24261"/>
                    <a:pt x="45679" y="26908"/>
                    <a:pt x="45678" y="29555"/>
                  </a:cubicBezTo>
                  <a:cubicBezTo>
                    <a:pt x="45676" y="34570"/>
                    <a:pt x="45670" y="39585"/>
                    <a:pt x="45662" y="44600"/>
                  </a:cubicBezTo>
                  <a:cubicBezTo>
                    <a:pt x="45652" y="51375"/>
                    <a:pt x="45648" y="58150"/>
                    <a:pt x="45644" y="64925"/>
                  </a:cubicBezTo>
                  <a:cubicBezTo>
                    <a:pt x="45637" y="75603"/>
                    <a:pt x="45622" y="86282"/>
                    <a:pt x="45609" y="96961"/>
                  </a:cubicBezTo>
                  <a:cubicBezTo>
                    <a:pt x="76059" y="96961"/>
                    <a:pt x="106509" y="96961"/>
                    <a:pt x="137882" y="96961"/>
                  </a:cubicBezTo>
                  <a:cubicBezTo>
                    <a:pt x="137401" y="94641"/>
                    <a:pt x="137401" y="94641"/>
                    <a:pt x="135650" y="93985"/>
                  </a:cubicBezTo>
                  <a:cubicBezTo>
                    <a:pt x="135462" y="92466"/>
                    <a:pt x="135462" y="92466"/>
                    <a:pt x="135461" y="90425"/>
                  </a:cubicBezTo>
                  <a:cubicBezTo>
                    <a:pt x="135454" y="89270"/>
                    <a:pt x="135454" y="89270"/>
                    <a:pt x="135448" y="88092"/>
                  </a:cubicBezTo>
                  <a:cubicBezTo>
                    <a:pt x="135452" y="86814"/>
                    <a:pt x="135452" y="86814"/>
                    <a:pt x="135457" y="85510"/>
                  </a:cubicBezTo>
                  <a:cubicBezTo>
                    <a:pt x="135453" y="84172"/>
                    <a:pt x="135453" y="84172"/>
                    <a:pt x="135449" y="82808"/>
                  </a:cubicBezTo>
                  <a:cubicBezTo>
                    <a:pt x="135444" y="80356"/>
                    <a:pt x="135445" y="77904"/>
                    <a:pt x="135450" y="75451"/>
                  </a:cubicBezTo>
                  <a:cubicBezTo>
                    <a:pt x="135453" y="72890"/>
                    <a:pt x="135450" y="70329"/>
                    <a:pt x="135448" y="67768"/>
                  </a:cubicBezTo>
                  <a:cubicBezTo>
                    <a:pt x="135445" y="63467"/>
                    <a:pt x="135448" y="59165"/>
                    <a:pt x="135456" y="54864"/>
                  </a:cubicBezTo>
                  <a:cubicBezTo>
                    <a:pt x="135464" y="49884"/>
                    <a:pt x="135461" y="44904"/>
                    <a:pt x="135453" y="39924"/>
                  </a:cubicBezTo>
                  <a:cubicBezTo>
                    <a:pt x="135446" y="35656"/>
                    <a:pt x="135445" y="31388"/>
                    <a:pt x="135449" y="27120"/>
                  </a:cubicBezTo>
                  <a:cubicBezTo>
                    <a:pt x="135451" y="24567"/>
                    <a:pt x="135452" y="22015"/>
                    <a:pt x="135447" y="19462"/>
                  </a:cubicBezTo>
                  <a:cubicBezTo>
                    <a:pt x="135442" y="16618"/>
                    <a:pt x="135449" y="13774"/>
                    <a:pt x="135457" y="10930"/>
                  </a:cubicBezTo>
                  <a:cubicBezTo>
                    <a:pt x="135454" y="10078"/>
                    <a:pt x="135451" y="9226"/>
                    <a:pt x="135448" y="8348"/>
                  </a:cubicBezTo>
                  <a:cubicBezTo>
                    <a:pt x="135452" y="7578"/>
                    <a:pt x="135456" y="6808"/>
                    <a:pt x="135461" y="6015"/>
                  </a:cubicBezTo>
                  <a:cubicBezTo>
                    <a:pt x="135461" y="5005"/>
                    <a:pt x="135461" y="5005"/>
                    <a:pt x="135462" y="3974"/>
                  </a:cubicBezTo>
                  <a:cubicBezTo>
                    <a:pt x="135524" y="3473"/>
                    <a:pt x="135586" y="2972"/>
                    <a:pt x="135650" y="2455"/>
                  </a:cubicBezTo>
                  <a:cubicBezTo>
                    <a:pt x="138090" y="1235"/>
                    <a:pt x="140789" y="1622"/>
                    <a:pt x="143469" y="1639"/>
                  </a:cubicBezTo>
                  <a:cubicBezTo>
                    <a:pt x="144094" y="1640"/>
                    <a:pt x="144720" y="1641"/>
                    <a:pt x="145364" y="1642"/>
                  </a:cubicBezTo>
                  <a:cubicBezTo>
                    <a:pt x="147366" y="1646"/>
                    <a:pt x="149368" y="1655"/>
                    <a:pt x="151370" y="1665"/>
                  </a:cubicBezTo>
                  <a:cubicBezTo>
                    <a:pt x="152725" y="1668"/>
                    <a:pt x="154081" y="1672"/>
                    <a:pt x="155436" y="1675"/>
                  </a:cubicBezTo>
                  <a:cubicBezTo>
                    <a:pt x="158763" y="1683"/>
                    <a:pt x="162089" y="1696"/>
                    <a:pt x="165415" y="1711"/>
                  </a:cubicBezTo>
                  <a:cubicBezTo>
                    <a:pt x="165449" y="31655"/>
                    <a:pt x="165475" y="61599"/>
                    <a:pt x="165491" y="91543"/>
                  </a:cubicBezTo>
                  <a:cubicBezTo>
                    <a:pt x="165493" y="95074"/>
                    <a:pt x="165495" y="98605"/>
                    <a:pt x="165497" y="102137"/>
                  </a:cubicBezTo>
                  <a:cubicBezTo>
                    <a:pt x="165497" y="102840"/>
                    <a:pt x="165498" y="103543"/>
                    <a:pt x="165498" y="104267"/>
                  </a:cubicBezTo>
                  <a:cubicBezTo>
                    <a:pt x="165505" y="115666"/>
                    <a:pt x="165516" y="127065"/>
                    <a:pt x="165530" y="138464"/>
                  </a:cubicBezTo>
                  <a:cubicBezTo>
                    <a:pt x="165544" y="150152"/>
                    <a:pt x="165552" y="161839"/>
                    <a:pt x="165555" y="173527"/>
                  </a:cubicBezTo>
                  <a:cubicBezTo>
                    <a:pt x="165557" y="180745"/>
                    <a:pt x="165564" y="187963"/>
                    <a:pt x="165576" y="195180"/>
                  </a:cubicBezTo>
                  <a:cubicBezTo>
                    <a:pt x="165584" y="200123"/>
                    <a:pt x="165586" y="205066"/>
                    <a:pt x="165584" y="210008"/>
                  </a:cubicBezTo>
                  <a:cubicBezTo>
                    <a:pt x="165583" y="212864"/>
                    <a:pt x="165585" y="215720"/>
                    <a:pt x="165593" y="218576"/>
                  </a:cubicBezTo>
                  <a:cubicBezTo>
                    <a:pt x="165601" y="221665"/>
                    <a:pt x="165598" y="224754"/>
                    <a:pt x="165594" y="227843"/>
                  </a:cubicBezTo>
                  <a:cubicBezTo>
                    <a:pt x="165599" y="228756"/>
                    <a:pt x="165603" y="229669"/>
                    <a:pt x="165607" y="230609"/>
                  </a:cubicBezTo>
                  <a:cubicBezTo>
                    <a:pt x="165604" y="231430"/>
                    <a:pt x="165601" y="232250"/>
                    <a:pt x="165598" y="233096"/>
                  </a:cubicBezTo>
                  <a:cubicBezTo>
                    <a:pt x="165599" y="233810"/>
                    <a:pt x="165599" y="234524"/>
                    <a:pt x="165600" y="235259"/>
                  </a:cubicBezTo>
                  <a:cubicBezTo>
                    <a:pt x="165539" y="235787"/>
                    <a:pt x="165478" y="236316"/>
                    <a:pt x="165415" y="236860"/>
                  </a:cubicBezTo>
                  <a:cubicBezTo>
                    <a:pt x="163209" y="237963"/>
                    <a:pt x="160960" y="237725"/>
                    <a:pt x="158541" y="237729"/>
                  </a:cubicBezTo>
                  <a:cubicBezTo>
                    <a:pt x="158006" y="237731"/>
                    <a:pt x="157472" y="237734"/>
                    <a:pt x="156922" y="237736"/>
                  </a:cubicBezTo>
                  <a:cubicBezTo>
                    <a:pt x="155790" y="237740"/>
                    <a:pt x="154659" y="237742"/>
                    <a:pt x="153527" y="237742"/>
                  </a:cubicBezTo>
                  <a:cubicBezTo>
                    <a:pt x="151803" y="237743"/>
                    <a:pt x="150078" y="237757"/>
                    <a:pt x="148354" y="237771"/>
                  </a:cubicBezTo>
                  <a:cubicBezTo>
                    <a:pt x="147254" y="237773"/>
                    <a:pt x="146153" y="237775"/>
                    <a:pt x="145053" y="237775"/>
                  </a:cubicBezTo>
                  <a:cubicBezTo>
                    <a:pt x="144540" y="237781"/>
                    <a:pt x="144027" y="237786"/>
                    <a:pt x="143498" y="237791"/>
                  </a:cubicBezTo>
                  <a:cubicBezTo>
                    <a:pt x="140542" y="237778"/>
                    <a:pt x="138228" y="237601"/>
                    <a:pt x="135650" y="236115"/>
                  </a:cubicBezTo>
                  <a:cubicBezTo>
                    <a:pt x="135188" y="234296"/>
                    <a:pt x="135188" y="234296"/>
                    <a:pt x="135192" y="231958"/>
                  </a:cubicBezTo>
                  <a:cubicBezTo>
                    <a:pt x="135185" y="231074"/>
                    <a:pt x="135178" y="230191"/>
                    <a:pt x="135170" y="229280"/>
                  </a:cubicBezTo>
                  <a:cubicBezTo>
                    <a:pt x="135181" y="228305"/>
                    <a:pt x="135192" y="227331"/>
                    <a:pt x="135204" y="226327"/>
                  </a:cubicBezTo>
                  <a:cubicBezTo>
                    <a:pt x="135202" y="225294"/>
                    <a:pt x="135199" y="224261"/>
                    <a:pt x="135195" y="223228"/>
                  </a:cubicBezTo>
                  <a:cubicBezTo>
                    <a:pt x="135187" y="220419"/>
                    <a:pt x="135203" y="217611"/>
                    <a:pt x="135223" y="214802"/>
                  </a:cubicBezTo>
                  <a:cubicBezTo>
                    <a:pt x="135241" y="211868"/>
                    <a:pt x="135239" y="208933"/>
                    <a:pt x="135239" y="205999"/>
                  </a:cubicBezTo>
                  <a:cubicBezTo>
                    <a:pt x="135243" y="201071"/>
                    <a:pt x="135260" y="196143"/>
                    <a:pt x="135287" y="191216"/>
                  </a:cubicBezTo>
                  <a:cubicBezTo>
                    <a:pt x="135318" y="185511"/>
                    <a:pt x="135331" y="179806"/>
                    <a:pt x="135334" y="174101"/>
                  </a:cubicBezTo>
                  <a:cubicBezTo>
                    <a:pt x="135336" y="168038"/>
                    <a:pt x="135350" y="161975"/>
                    <a:pt x="135369" y="155912"/>
                  </a:cubicBezTo>
                  <a:cubicBezTo>
                    <a:pt x="135373" y="154160"/>
                    <a:pt x="135376" y="152408"/>
                    <a:pt x="135378" y="150656"/>
                  </a:cubicBezTo>
                  <a:cubicBezTo>
                    <a:pt x="135383" y="147908"/>
                    <a:pt x="135395" y="145161"/>
                    <a:pt x="135413" y="142413"/>
                  </a:cubicBezTo>
                  <a:cubicBezTo>
                    <a:pt x="135421" y="140917"/>
                    <a:pt x="135422" y="139422"/>
                    <a:pt x="135423" y="137926"/>
                  </a:cubicBezTo>
                  <a:cubicBezTo>
                    <a:pt x="135434" y="136604"/>
                    <a:pt x="135434" y="136604"/>
                    <a:pt x="135446" y="135254"/>
                  </a:cubicBezTo>
                  <a:cubicBezTo>
                    <a:pt x="135449" y="134483"/>
                    <a:pt x="135452" y="133712"/>
                    <a:pt x="135456" y="132918"/>
                  </a:cubicBezTo>
                  <a:cubicBezTo>
                    <a:pt x="135552" y="132063"/>
                    <a:pt x="135552" y="132063"/>
                    <a:pt x="135650" y="131192"/>
                  </a:cubicBezTo>
                  <a:cubicBezTo>
                    <a:pt x="136141" y="130946"/>
                    <a:pt x="136632" y="130701"/>
                    <a:pt x="137138" y="130448"/>
                  </a:cubicBezTo>
                  <a:cubicBezTo>
                    <a:pt x="137383" y="129711"/>
                    <a:pt x="137629" y="128974"/>
                    <a:pt x="137882" y="128215"/>
                  </a:cubicBezTo>
                  <a:cubicBezTo>
                    <a:pt x="107432" y="128215"/>
                    <a:pt x="76982" y="128215"/>
                    <a:pt x="45609" y="128215"/>
                  </a:cubicBezTo>
                  <a:cubicBezTo>
                    <a:pt x="45634" y="136049"/>
                    <a:pt x="45660" y="143883"/>
                    <a:pt x="45687" y="151955"/>
                  </a:cubicBezTo>
                  <a:cubicBezTo>
                    <a:pt x="45698" y="156903"/>
                    <a:pt x="45709" y="161851"/>
                    <a:pt x="45718" y="166799"/>
                  </a:cubicBezTo>
                  <a:cubicBezTo>
                    <a:pt x="45731" y="174661"/>
                    <a:pt x="45746" y="182523"/>
                    <a:pt x="45777" y="190386"/>
                  </a:cubicBezTo>
                  <a:cubicBezTo>
                    <a:pt x="45799" y="196111"/>
                    <a:pt x="45814" y="201836"/>
                    <a:pt x="45819" y="207561"/>
                  </a:cubicBezTo>
                  <a:cubicBezTo>
                    <a:pt x="45822" y="210594"/>
                    <a:pt x="45828" y="213627"/>
                    <a:pt x="45845" y="216660"/>
                  </a:cubicBezTo>
                  <a:cubicBezTo>
                    <a:pt x="45860" y="219512"/>
                    <a:pt x="45864" y="222364"/>
                    <a:pt x="45861" y="225216"/>
                  </a:cubicBezTo>
                  <a:cubicBezTo>
                    <a:pt x="45862" y="226265"/>
                    <a:pt x="45866" y="227315"/>
                    <a:pt x="45875" y="228365"/>
                  </a:cubicBezTo>
                  <a:cubicBezTo>
                    <a:pt x="45886" y="229791"/>
                    <a:pt x="45882" y="231219"/>
                    <a:pt x="45877" y="232646"/>
                  </a:cubicBezTo>
                  <a:cubicBezTo>
                    <a:pt x="45879" y="233446"/>
                    <a:pt x="45881" y="234247"/>
                    <a:pt x="45883" y="235071"/>
                  </a:cubicBezTo>
                  <a:cubicBezTo>
                    <a:pt x="45793" y="235661"/>
                    <a:pt x="45702" y="236252"/>
                    <a:pt x="45609" y="236860"/>
                  </a:cubicBezTo>
                  <a:cubicBezTo>
                    <a:pt x="42994" y="237731"/>
                    <a:pt x="40637" y="237711"/>
                    <a:pt x="37917" y="237703"/>
                  </a:cubicBezTo>
                  <a:cubicBezTo>
                    <a:pt x="37384" y="237703"/>
                    <a:pt x="36851" y="237704"/>
                    <a:pt x="36302" y="237705"/>
                  </a:cubicBezTo>
                  <a:cubicBezTo>
                    <a:pt x="35175" y="237705"/>
                    <a:pt x="34047" y="237704"/>
                    <a:pt x="32920" y="237701"/>
                  </a:cubicBezTo>
                  <a:cubicBezTo>
                    <a:pt x="31202" y="237697"/>
                    <a:pt x="29485" y="237701"/>
                    <a:pt x="27767" y="237706"/>
                  </a:cubicBezTo>
                  <a:cubicBezTo>
                    <a:pt x="26670" y="237705"/>
                    <a:pt x="25573" y="237704"/>
                    <a:pt x="24476" y="237703"/>
                  </a:cubicBezTo>
                  <a:cubicBezTo>
                    <a:pt x="23710" y="237705"/>
                    <a:pt x="23710" y="237705"/>
                    <a:pt x="22928" y="237707"/>
                  </a:cubicBezTo>
                  <a:cubicBezTo>
                    <a:pt x="17456" y="237681"/>
                    <a:pt x="17456" y="237681"/>
                    <a:pt x="15099" y="236860"/>
                  </a:cubicBezTo>
                  <a:cubicBezTo>
                    <a:pt x="14636" y="235265"/>
                    <a:pt x="14636" y="235265"/>
                    <a:pt x="14639" y="233109"/>
                  </a:cubicBezTo>
                  <a:cubicBezTo>
                    <a:pt x="14631" y="232292"/>
                    <a:pt x="14623" y="231474"/>
                    <a:pt x="14615" y="230632"/>
                  </a:cubicBezTo>
                  <a:cubicBezTo>
                    <a:pt x="14625" y="229723"/>
                    <a:pt x="14636" y="228813"/>
                    <a:pt x="14646" y="227876"/>
                  </a:cubicBezTo>
                  <a:cubicBezTo>
                    <a:pt x="14643" y="226919"/>
                    <a:pt x="14639" y="225962"/>
                    <a:pt x="14635" y="224975"/>
                  </a:cubicBezTo>
                  <a:cubicBezTo>
                    <a:pt x="14625" y="222306"/>
                    <a:pt x="14639" y="219637"/>
                    <a:pt x="14656" y="216967"/>
                  </a:cubicBezTo>
                  <a:cubicBezTo>
                    <a:pt x="14671" y="214093"/>
                    <a:pt x="14664" y="211219"/>
                    <a:pt x="14659" y="208345"/>
                  </a:cubicBezTo>
                  <a:cubicBezTo>
                    <a:pt x="14654" y="202709"/>
                    <a:pt x="14669" y="197074"/>
                    <a:pt x="14690" y="191439"/>
                  </a:cubicBezTo>
                  <a:cubicBezTo>
                    <a:pt x="14714" y="184883"/>
                    <a:pt x="14717" y="178328"/>
                    <a:pt x="14719" y="171773"/>
                  </a:cubicBezTo>
                  <a:cubicBezTo>
                    <a:pt x="14724" y="160081"/>
                    <a:pt x="14745" y="148388"/>
                    <a:pt x="14777" y="136696"/>
                  </a:cubicBezTo>
                  <a:cubicBezTo>
                    <a:pt x="14808" y="125337"/>
                    <a:pt x="14829" y="113978"/>
                    <a:pt x="14838" y="102619"/>
                  </a:cubicBezTo>
                  <a:cubicBezTo>
                    <a:pt x="14839" y="101919"/>
                    <a:pt x="14839" y="101220"/>
                    <a:pt x="14840" y="100499"/>
                  </a:cubicBezTo>
                  <a:cubicBezTo>
                    <a:pt x="14842" y="97688"/>
                    <a:pt x="14844" y="94876"/>
                    <a:pt x="14846" y="92065"/>
                  </a:cubicBezTo>
                  <a:cubicBezTo>
                    <a:pt x="14856" y="79955"/>
                    <a:pt x="14874" y="67845"/>
                    <a:pt x="14892" y="55735"/>
                  </a:cubicBezTo>
                  <a:cubicBezTo>
                    <a:pt x="14895" y="53770"/>
                    <a:pt x="14898" y="51804"/>
                    <a:pt x="14901" y="49839"/>
                  </a:cubicBezTo>
                  <a:cubicBezTo>
                    <a:pt x="14910" y="42962"/>
                    <a:pt x="14923" y="36085"/>
                    <a:pt x="14942" y="29208"/>
                  </a:cubicBezTo>
                  <a:cubicBezTo>
                    <a:pt x="14950" y="26362"/>
                    <a:pt x="14956" y="23517"/>
                    <a:pt x="14960" y="20671"/>
                  </a:cubicBezTo>
                  <a:cubicBezTo>
                    <a:pt x="14964" y="17594"/>
                    <a:pt x="14974" y="14516"/>
                    <a:pt x="14984" y="11439"/>
                  </a:cubicBezTo>
                  <a:cubicBezTo>
                    <a:pt x="14985" y="10529"/>
                    <a:pt x="14985" y="9620"/>
                    <a:pt x="14985" y="8683"/>
                  </a:cubicBezTo>
                  <a:cubicBezTo>
                    <a:pt x="14989" y="7865"/>
                    <a:pt x="14993" y="7048"/>
                    <a:pt x="14997" y="6206"/>
                  </a:cubicBezTo>
                  <a:cubicBezTo>
                    <a:pt x="14999" y="5494"/>
                    <a:pt x="15000" y="4783"/>
                    <a:pt x="15002" y="4050"/>
                  </a:cubicBezTo>
                  <a:cubicBezTo>
                    <a:pt x="15204" y="713"/>
                    <a:pt x="17524" y="1619"/>
                    <a:pt x="20333" y="1608"/>
                  </a:cubicBezTo>
                  <a:close/>
                </a:path>
              </a:pathLst>
            </a:custGeom>
            <a:grpFill/>
            <a:ln w="744" cap="flat">
              <a:noFill/>
              <a:prstDash val="solid"/>
              <a:miter/>
            </a:ln>
          </p:spPr>
          <p:txBody>
            <a:bodyPr rtlCol="0" anchor="ctr"/>
            <a:lstStyle/>
            <a:p>
              <a:endParaRPr lang="zh-CN" altLang="en-US"/>
            </a:p>
          </p:txBody>
        </p:sp>
        <p:sp>
          <p:nvSpPr>
            <p:cNvPr id="136" name="任意多边形: 形状 135"/>
            <p:cNvSpPr/>
            <p:nvPr/>
          </p:nvSpPr>
          <p:spPr>
            <a:xfrm>
              <a:off x="5525351" y="1392783"/>
              <a:ext cx="149764" cy="239409"/>
            </a:xfrm>
            <a:custGeom>
              <a:avLst/>
              <a:gdLst>
                <a:gd name="connsiteX0" fmla="*/ 7884 w 149764"/>
                <a:gd name="connsiteY0" fmla="*/ 1657 h 239409"/>
                <a:gd name="connsiteX1" fmla="*/ 37650 w 149764"/>
                <a:gd name="connsiteY1" fmla="*/ 1657 h 239409"/>
                <a:gd name="connsiteX2" fmla="*/ 37663 w 149764"/>
                <a:gd name="connsiteY2" fmla="*/ 7942 h 239409"/>
                <a:gd name="connsiteX3" fmla="*/ 37825 w 149764"/>
                <a:gd name="connsiteY3" fmla="*/ 66450 h 239409"/>
                <a:gd name="connsiteX4" fmla="*/ 37845 w 149764"/>
                <a:gd name="connsiteY4" fmla="*/ 72433 h 239409"/>
                <a:gd name="connsiteX5" fmla="*/ 37850 w 149764"/>
                <a:gd name="connsiteY5" fmla="*/ 73935 h 239409"/>
                <a:gd name="connsiteX6" fmla="*/ 37910 w 149764"/>
                <a:gd name="connsiteY6" fmla="*/ 98032 h 239409"/>
                <a:gd name="connsiteX7" fmla="*/ 37984 w 149764"/>
                <a:gd name="connsiteY7" fmla="*/ 122746 h 239409"/>
                <a:gd name="connsiteX8" fmla="*/ 38020 w 149764"/>
                <a:gd name="connsiteY8" fmla="*/ 136632 h 239409"/>
                <a:gd name="connsiteX9" fmla="*/ 38062 w 149764"/>
                <a:gd name="connsiteY9" fmla="*/ 149691 h 239409"/>
                <a:gd name="connsiteX10" fmla="*/ 38070 w 149764"/>
                <a:gd name="connsiteY10" fmla="*/ 154494 h 239409"/>
                <a:gd name="connsiteX11" fmla="*/ 38097 w 149764"/>
                <a:gd name="connsiteY11" fmla="*/ 161032 h 239409"/>
                <a:gd name="connsiteX12" fmla="*/ 38086 w 149764"/>
                <a:gd name="connsiteY12" fmla="*/ 162969 h 239409"/>
                <a:gd name="connsiteX13" fmla="*/ 39519 w 149764"/>
                <a:gd name="connsiteY13" fmla="*/ 168765 h 239409"/>
                <a:gd name="connsiteX14" fmla="*/ 40626 w 149764"/>
                <a:gd name="connsiteY14" fmla="*/ 169833 h 239409"/>
                <a:gd name="connsiteX15" fmla="*/ 40487 w 149764"/>
                <a:gd name="connsiteY15" fmla="*/ 176670 h 239409"/>
                <a:gd name="connsiteX16" fmla="*/ 42859 w 149764"/>
                <a:gd name="connsiteY16" fmla="*/ 180995 h 239409"/>
                <a:gd name="connsiteX17" fmla="*/ 43300 w 149764"/>
                <a:gd name="connsiteY17" fmla="*/ 186233 h 239409"/>
                <a:gd name="connsiteX18" fmla="*/ 43603 w 149764"/>
                <a:gd name="connsiteY18" fmla="*/ 187692 h 239409"/>
                <a:gd name="connsiteX19" fmla="*/ 45835 w 149764"/>
                <a:gd name="connsiteY19" fmla="*/ 188436 h 239409"/>
                <a:gd name="connsiteX20" fmla="*/ 45835 w 149764"/>
                <a:gd name="connsiteY20" fmla="*/ 192901 h 239409"/>
                <a:gd name="connsiteX21" fmla="*/ 48068 w 149764"/>
                <a:gd name="connsiteY21" fmla="*/ 192901 h 239409"/>
                <a:gd name="connsiteX22" fmla="*/ 49556 w 149764"/>
                <a:gd name="connsiteY22" fmla="*/ 195878 h 239409"/>
                <a:gd name="connsiteX23" fmla="*/ 54160 w 149764"/>
                <a:gd name="connsiteY23" fmla="*/ 199180 h 239409"/>
                <a:gd name="connsiteX24" fmla="*/ 55509 w 149764"/>
                <a:gd name="connsiteY24" fmla="*/ 199598 h 239409"/>
                <a:gd name="connsiteX25" fmla="*/ 55742 w 149764"/>
                <a:gd name="connsiteY25" fmla="*/ 201505 h 239409"/>
                <a:gd name="connsiteX26" fmla="*/ 56253 w 149764"/>
                <a:gd name="connsiteY26" fmla="*/ 203319 h 239409"/>
                <a:gd name="connsiteX27" fmla="*/ 61462 w 149764"/>
                <a:gd name="connsiteY27" fmla="*/ 203319 h 239409"/>
                <a:gd name="connsiteX28" fmla="*/ 61462 w 149764"/>
                <a:gd name="connsiteY28" fmla="*/ 206296 h 239409"/>
                <a:gd name="connsiteX29" fmla="*/ 72624 w 149764"/>
                <a:gd name="connsiteY29" fmla="*/ 206296 h 239409"/>
                <a:gd name="connsiteX30" fmla="*/ 72624 w 149764"/>
                <a:gd name="connsiteY30" fmla="*/ 210016 h 239409"/>
                <a:gd name="connsiteX31" fmla="*/ 92716 w 149764"/>
                <a:gd name="connsiteY31" fmla="*/ 210016 h 239409"/>
                <a:gd name="connsiteX32" fmla="*/ 92716 w 149764"/>
                <a:gd name="connsiteY32" fmla="*/ 206296 h 239409"/>
                <a:gd name="connsiteX33" fmla="*/ 95132 w 149764"/>
                <a:gd name="connsiteY33" fmla="*/ 206211 h 239409"/>
                <a:gd name="connsiteX34" fmla="*/ 98251 w 149764"/>
                <a:gd name="connsiteY34" fmla="*/ 206063 h 239409"/>
                <a:gd name="connsiteX35" fmla="*/ 99845 w 149764"/>
                <a:gd name="connsiteY35" fmla="*/ 206012 h 239409"/>
                <a:gd name="connsiteX36" fmla="*/ 103878 w 149764"/>
                <a:gd name="connsiteY36" fmla="*/ 205552 h 239409"/>
                <a:gd name="connsiteX37" fmla="*/ 104622 w 149764"/>
                <a:gd name="connsiteY37" fmla="*/ 203319 h 239409"/>
                <a:gd name="connsiteX38" fmla="*/ 109299 w 149764"/>
                <a:gd name="connsiteY38" fmla="*/ 202296 h 239409"/>
                <a:gd name="connsiteX39" fmla="*/ 110575 w 149764"/>
                <a:gd name="connsiteY39" fmla="*/ 201831 h 239409"/>
                <a:gd name="connsiteX40" fmla="*/ 110575 w 149764"/>
                <a:gd name="connsiteY40" fmla="*/ 199598 h 239409"/>
                <a:gd name="connsiteX41" fmla="*/ 112529 w 149764"/>
                <a:gd name="connsiteY41" fmla="*/ 199087 h 239409"/>
                <a:gd name="connsiteX42" fmla="*/ 118467 w 149764"/>
                <a:gd name="connsiteY42" fmla="*/ 193625 h 239409"/>
                <a:gd name="connsiteX43" fmla="*/ 120729 w 149764"/>
                <a:gd name="connsiteY43" fmla="*/ 191041 h 239409"/>
                <a:gd name="connsiteX44" fmla="*/ 122110 w 149764"/>
                <a:gd name="connsiteY44" fmla="*/ 186902 h 239409"/>
                <a:gd name="connsiteX45" fmla="*/ 122482 w 149764"/>
                <a:gd name="connsiteY45" fmla="*/ 183972 h 239409"/>
                <a:gd name="connsiteX46" fmla="*/ 124714 w 149764"/>
                <a:gd name="connsiteY46" fmla="*/ 182483 h 239409"/>
                <a:gd name="connsiteX47" fmla="*/ 124575 w 149764"/>
                <a:gd name="connsiteY47" fmla="*/ 176254 h 239409"/>
                <a:gd name="connsiteX48" fmla="*/ 125821 w 149764"/>
                <a:gd name="connsiteY48" fmla="*/ 173241 h 239409"/>
                <a:gd name="connsiteX49" fmla="*/ 127233 w 149764"/>
                <a:gd name="connsiteY49" fmla="*/ 165394 h 239409"/>
                <a:gd name="connsiteX50" fmla="*/ 127245 w 149764"/>
                <a:gd name="connsiteY50" fmla="*/ 163301 h 239409"/>
                <a:gd name="connsiteX51" fmla="*/ 127245 w 149764"/>
                <a:gd name="connsiteY51" fmla="*/ 156329 h 239409"/>
                <a:gd name="connsiteX52" fmla="*/ 127260 w 149764"/>
                <a:gd name="connsiteY52" fmla="*/ 151343 h 239409"/>
                <a:gd name="connsiteX53" fmla="*/ 127275 w 149764"/>
                <a:gd name="connsiteY53" fmla="*/ 140591 h 239409"/>
                <a:gd name="connsiteX54" fmla="*/ 127305 w 149764"/>
                <a:gd name="connsiteY54" fmla="*/ 123607 h 239409"/>
                <a:gd name="connsiteX55" fmla="*/ 127351 w 149764"/>
                <a:gd name="connsiteY55" fmla="*/ 99808 h 239409"/>
                <a:gd name="connsiteX56" fmla="*/ 127353 w 149764"/>
                <a:gd name="connsiteY56" fmla="*/ 98282 h 239409"/>
                <a:gd name="connsiteX57" fmla="*/ 127360 w 149764"/>
                <a:gd name="connsiteY57" fmla="*/ 92161 h 239409"/>
                <a:gd name="connsiteX58" fmla="*/ 127383 w 149764"/>
                <a:gd name="connsiteY58" fmla="*/ 75305 h 239409"/>
                <a:gd name="connsiteX59" fmla="*/ 127385 w 149764"/>
                <a:gd name="connsiteY59" fmla="*/ 73781 h 239409"/>
                <a:gd name="connsiteX60" fmla="*/ 127441 w 149764"/>
                <a:gd name="connsiteY60" fmla="*/ 48640 h 239409"/>
                <a:gd name="connsiteX61" fmla="*/ 127464 w 149764"/>
                <a:gd name="connsiteY61" fmla="*/ 31739 h 239409"/>
                <a:gd name="connsiteX62" fmla="*/ 127484 w 149764"/>
                <a:gd name="connsiteY62" fmla="*/ 21246 h 239409"/>
                <a:gd name="connsiteX63" fmla="*/ 127486 w 149764"/>
                <a:gd name="connsiteY63" fmla="*/ 16363 h 239409"/>
                <a:gd name="connsiteX64" fmla="*/ 127498 w 149764"/>
                <a:gd name="connsiteY64" fmla="*/ 9722 h 239409"/>
                <a:gd name="connsiteX65" fmla="*/ 127489 w 149764"/>
                <a:gd name="connsiteY65" fmla="*/ 7748 h 239409"/>
                <a:gd name="connsiteX66" fmla="*/ 129179 w 149764"/>
                <a:gd name="connsiteY66" fmla="*/ 1657 h 239409"/>
                <a:gd name="connsiteX67" fmla="*/ 135510 w 149764"/>
                <a:gd name="connsiteY67" fmla="*/ 1512 h 239409"/>
                <a:gd name="connsiteX68" fmla="*/ 137406 w 149764"/>
                <a:gd name="connsiteY68" fmla="*/ 1518 h 239409"/>
                <a:gd name="connsiteX69" fmla="*/ 143411 w 149764"/>
                <a:gd name="connsiteY69" fmla="*/ 1564 h 239409"/>
                <a:gd name="connsiteX70" fmla="*/ 147477 w 149764"/>
                <a:gd name="connsiteY70" fmla="*/ 1584 h 239409"/>
                <a:gd name="connsiteX71" fmla="*/ 157456 w 149764"/>
                <a:gd name="connsiteY71" fmla="*/ 1657 h 239409"/>
                <a:gd name="connsiteX72" fmla="*/ 157532 w 149764"/>
                <a:gd name="connsiteY72" fmla="*/ 67315 h 239409"/>
                <a:gd name="connsiteX73" fmla="*/ 157538 w 149764"/>
                <a:gd name="connsiteY73" fmla="*/ 75058 h 239409"/>
                <a:gd name="connsiteX74" fmla="*/ 157539 w 149764"/>
                <a:gd name="connsiteY74" fmla="*/ 76616 h 239409"/>
                <a:gd name="connsiteX75" fmla="*/ 157571 w 149764"/>
                <a:gd name="connsiteY75" fmla="*/ 101610 h 239409"/>
                <a:gd name="connsiteX76" fmla="*/ 157596 w 149764"/>
                <a:gd name="connsiteY76" fmla="*/ 127238 h 239409"/>
                <a:gd name="connsiteX77" fmla="*/ 157614 w 149764"/>
                <a:gd name="connsiteY77" fmla="*/ 141640 h 239409"/>
                <a:gd name="connsiteX78" fmla="*/ 157625 w 149764"/>
                <a:gd name="connsiteY78" fmla="*/ 155179 h 239409"/>
                <a:gd name="connsiteX79" fmla="*/ 157634 w 149764"/>
                <a:gd name="connsiteY79" fmla="*/ 160164 h 239409"/>
                <a:gd name="connsiteX80" fmla="*/ 157635 w 149764"/>
                <a:gd name="connsiteY80" fmla="*/ 166938 h 239409"/>
                <a:gd name="connsiteX81" fmla="*/ 157648 w 149764"/>
                <a:gd name="connsiteY81" fmla="*/ 168958 h 239409"/>
                <a:gd name="connsiteX82" fmla="*/ 157456 w 149764"/>
                <a:gd name="connsiteY82" fmla="*/ 173554 h 239409"/>
                <a:gd name="connsiteX83" fmla="*/ 155968 w 149764"/>
                <a:gd name="connsiteY83" fmla="*/ 174298 h 239409"/>
                <a:gd name="connsiteX84" fmla="*/ 155660 w 149764"/>
                <a:gd name="connsiteY84" fmla="*/ 177463 h 239409"/>
                <a:gd name="connsiteX85" fmla="*/ 155573 w 149764"/>
                <a:gd name="connsiteY85" fmla="*/ 179389 h 239409"/>
                <a:gd name="connsiteX86" fmla="*/ 155503 w 149764"/>
                <a:gd name="connsiteY86" fmla="*/ 181414 h 239409"/>
                <a:gd name="connsiteX87" fmla="*/ 155416 w 149764"/>
                <a:gd name="connsiteY87" fmla="*/ 183447 h 239409"/>
                <a:gd name="connsiteX88" fmla="*/ 155224 w 149764"/>
                <a:gd name="connsiteY88" fmla="*/ 188436 h 239409"/>
                <a:gd name="connsiteX89" fmla="*/ 152247 w 149764"/>
                <a:gd name="connsiteY89" fmla="*/ 188436 h 239409"/>
                <a:gd name="connsiteX90" fmla="*/ 152326 w 149764"/>
                <a:gd name="connsiteY90" fmla="*/ 190311 h 239409"/>
                <a:gd name="connsiteX91" fmla="*/ 152387 w 149764"/>
                <a:gd name="connsiteY91" fmla="*/ 192762 h 239409"/>
                <a:gd name="connsiteX92" fmla="*/ 152465 w 149764"/>
                <a:gd name="connsiteY92" fmla="*/ 195195 h 239409"/>
                <a:gd name="connsiteX93" fmla="*/ 150015 w 149764"/>
                <a:gd name="connsiteY93" fmla="*/ 199598 h 239409"/>
                <a:gd name="connsiteX94" fmla="*/ 149271 w 149764"/>
                <a:gd name="connsiteY94" fmla="*/ 203319 h 239409"/>
                <a:gd name="connsiteX95" fmla="*/ 147782 w 149764"/>
                <a:gd name="connsiteY95" fmla="*/ 204063 h 239409"/>
                <a:gd name="connsiteX96" fmla="*/ 147085 w 149764"/>
                <a:gd name="connsiteY96" fmla="*/ 206296 h 239409"/>
                <a:gd name="connsiteX97" fmla="*/ 146294 w 149764"/>
                <a:gd name="connsiteY97" fmla="*/ 208528 h 239409"/>
                <a:gd name="connsiteX98" fmla="*/ 144062 w 149764"/>
                <a:gd name="connsiteY98" fmla="*/ 209272 h 239409"/>
                <a:gd name="connsiteX99" fmla="*/ 144062 w 149764"/>
                <a:gd name="connsiteY99" fmla="*/ 212993 h 239409"/>
                <a:gd name="connsiteX100" fmla="*/ 141829 w 149764"/>
                <a:gd name="connsiteY100" fmla="*/ 212993 h 239409"/>
                <a:gd name="connsiteX101" fmla="*/ 141457 w 149764"/>
                <a:gd name="connsiteY101" fmla="*/ 214853 h 239409"/>
                <a:gd name="connsiteX102" fmla="*/ 141085 w 149764"/>
                <a:gd name="connsiteY102" fmla="*/ 216714 h 239409"/>
                <a:gd name="connsiteX103" fmla="*/ 138853 w 149764"/>
                <a:gd name="connsiteY103" fmla="*/ 216714 h 239409"/>
                <a:gd name="connsiteX104" fmla="*/ 138853 w 149764"/>
                <a:gd name="connsiteY104" fmla="*/ 219690 h 239409"/>
                <a:gd name="connsiteX105" fmla="*/ 135876 w 149764"/>
                <a:gd name="connsiteY105" fmla="*/ 219690 h 239409"/>
                <a:gd name="connsiteX106" fmla="*/ 134388 w 149764"/>
                <a:gd name="connsiteY106" fmla="*/ 223411 h 239409"/>
                <a:gd name="connsiteX107" fmla="*/ 132900 w 149764"/>
                <a:gd name="connsiteY107" fmla="*/ 224155 h 239409"/>
                <a:gd name="connsiteX108" fmla="*/ 132155 w 149764"/>
                <a:gd name="connsiteY108" fmla="*/ 226388 h 239409"/>
                <a:gd name="connsiteX109" fmla="*/ 130295 w 149764"/>
                <a:gd name="connsiteY109" fmla="*/ 226713 h 239409"/>
                <a:gd name="connsiteX110" fmla="*/ 128435 w 149764"/>
                <a:gd name="connsiteY110" fmla="*/ 227132 h 239409"/>
                <a:gd name="connsiteX111" fmla="*/ 127691 w 149764"/>
                <a:gd name="connsiteY111" fmla="*/ 230108 h 239409"/>
                <a:gd name="connsiteX112" fmla="*/ 123970 w 149764"/>
                <a:gd name="connsiteY112" fmla="*/ 231596 h 239409"/>
                <a:gd name="connsiteX113" fmla="*/ 123226 w 149764"/>
                <a:gd name="connsiteY113" fmla="*/ 233829 h 239409"/>
                <a:gd name="connsiteX114" fmla="*/ 118040 w 149764"/>
                <a:gd name="connsiteY114" fmla="*/ 234271 h 239409"/>
                <a:gd name="connsiteX115" fmla="*/ 116529 w 149764"/>
                <a:gd name="connsiteY115" fmla="*/ 234573 h 239409"/>
                <a:gd name="connsiteX116" fmla="*/ 115784 w 149764"/>
                <a:gd name="connsiteY116" fmla="*/ 236805 h 239409"/>
                <a:gd name="connsiteX117" fmla="*/ 111320 w 149764"/>
                <a:gd name="connsiteY117" fmla="*/ 237550 h 239409"/>
                <a:gd name="connsiteX118" fmla="*/ 107599 w 149764"/>
                <a:gd name="connsiteY118" fmla="*/ 238294 h 239409"/>
                <a:gd name="connsiteX119" fmla="*/ 106855 w 149764"/>
                <a:gd name="connsiteY119" fmla="*/ 240526 h 239409"/>
                <a:gd name="connsiteX120" fmla="*/ 102479 w 149764"/>
                <a:gd name="connsiteY120" fmla="*/ 240827 h 239409"/>
                <a:gd name="connsiteX121" fmla="*/ 99642 w 149764"/>
                <a:gd name="connsiteY121" fmla="*/ 240855 h 239409"/>
                <a:gd name="connsiteX122" fmla="*/ 96553 w 149764"/>
                <a:gd name="connsiteY122" fmla="*/ 240849 h 239409"/>
                <a:gd name="connsiteX123" fmla="*/ 93408 w 149764"/>
                <a:gd name="connsiteY123" fmla="*/ 240861 h 239409"/>
                <a:gd name="connsiteX124" fmla="*/ 86810 w 149764"/>
                <a:gd name="connsiteY124" fmla="*/ 240858 h 239409"/>
                <a:gd name="connsiteX125" fmla="*/ 78334 w 149764"/>
                <a:gd name="connsiteY125" fmla="*/ 240886 h 239409"/>
                <a:gd name="connsiteX126" fmla="*/ 71838 w 149764"/>
                <a:gd name="connsiteY126" fmla="*/ 240896 h 239409"/>
                <a:gd name="connsiteX127" fmla="*/ 68712 w 149764"/>
                <a:gd name="connsiteY127" fmla="*/ 240909 h 239409"/>
                <a:gd name="connsiteX128" fmla="*/ 64350 w 149764"/>
                <a:gd name="connsiteY128" fmla="*/ 240900 h 239409"/>
                <a:gd name="connsiteX129" fmla="*/ 61838 w 149764"/>
                <a:gd name="connsiteY129" fmla="*/ 240899 h 239409"/>
                <a:gd name="connsiteX130" fmla="*/ 59974 w 149764"/>
                <a:gd name="connsiteY130" fmla="*/ 240526 h 239409"/>
                <a:gd name="connsiteX131" fmla="*/ 59230 w 149764"/>
                <a:gd name="connsiteY131" fmla="*/ 237550 h 239409"/>
                <a:gd name="connsiteX132" fmla="*/ 54393 w 149764"/>
                <a:gd name="connsiteY132" fmla="*/ 237131 h 239409"/>
                <a:gd name="connsiteX133" fmla="*/ 49556 w 149764"/>
                <a:gd name="connsiteY133" fmla="*/ 236805 h 239409"/>
                <a:gd name="connsiteX134" fmla="*/ 48812 w 149764"/>
                <a:gd name="connsiteY134" fmla="*/ 234573 h 239409"/>
                <a:gd name="connsiteX135" fmla="*/ 45835 w 149764"/>
                <a:gd name="connsiteY135" fmla="*/ 234201 h 239409"/>
                <a:gd name="connsiteX136" fmla="*/ 42859 w 149764"/>
                <a:gd name="connsiteY136" fmla="*/ 233829 h 239409"/>
                <a:gd name="connsiteX137" fmla="*/ 42114 w 149764"/>
                <a:gd name="connsiteY137" fmla="*/ 231596 h 239409"/>
                <a:gd name="connsiteX138" fmla="*/ 39836 w 149764"/>
                <a:gd name="connsiteY138" fmla="*/ 230899 h 239409"/>
                <a:gd name="connsiteX139" fmla="*/ 37650 w 149764"/>
                <a:gd name="connsiteY139" fmla="*/ 230108 h 239409"/>
                <a:gd name="connsiteX140" fmla="*/ 37650 w 149764"/>
                <a:gd name="connsiteY140" fmla="*/ 227132 h 239409"/>
                <a:gd name="connsiteX141" fmla="*/ 35882 w 149764"/>
                <a:gd name="connsiteY141" fmla="*/ 227318 h 239409"/>
                <a:gd name="connsiteX142" fmla="*/ 33929 w 149764"/>
                <a:gd name="connsiteY142" fmla="*/ 227132 h 239409"/>
                <a:gd name="connsiteX143" fmla="*/ 32441 w 149764"/>
                <a:gd name="connsiteY143" fmla="*/ 224155 h 239409"/>
                <a:gd name="connsiteX144" fmla="*/ 30859 w 149764"/>
                <a:gd name="connsiteY144" fmla="*/ 222574 h 239409"/>
                <a:gd name="connsiteX145" fmla="*/ 29464 w 149764"/>
                <a:gd name="connsiteY145" fmla="*/ 219690 h 239409"/>
                <a:gd name="connsiteX146" fmla="*/ 27232 w 149764"/>
                <a:gd name="connsiteY146" fmla="*/ 219690 h 239409"/>
                <a:gd name="connsiteX147" fmla="*/ 26488 w 149764"/>
                <a:gd name="connsiteY147" fmla="*/ 215970 h 239409"/>
                <a:gd name="connsiteX148" fmla="*/ 24255 w 149764"/>
                <a:gd name="connsiteY148" fmla="*/ 215970 h 239409"/>
                <a:gd name="connsiteX149" fmla="*/ 23511 w 149764"/>
                <a:gd name="connsiteY149" fmla="*/ 212993 h 239409"/>
                <a:gd name="connsiteX150" fmla="*/ 21279 w 149764"/>
                <a:gd name="connsiteY150" fmla="*/ 212249 h 239409"/>
                <a:gd name="connsiteX151" fmla="*/ 20534 w 149764"/>
                <a:gd name="connsiteY151" fmla="*/ 207784 h 239409"/>
                <a:gd name="connsiteX152" fmla="*/ 18302 w 149764"/>
                <a:gd name="connsiteY152" fmla="*/ 207784 h 239409"/>
                <a:gd name="connsiteX153" fmla="*/ 18023 w 149764"/>
                <a:gd name="connsiteY153" fmla="*/ 205226 h 239409"/>
                <a:gd name="connsiteX154" fmla="*/ 17558 w 149764"/>
                <a:gd name="connsiteY154" fmla="*/ 202575 h 239409"/>
                <a:gd name="connsiteX155" fmla="*/ 16070 w 149764"/>
                <a:gd name="connsiteY155" fmla="*/ 201831 h 239409"/>
                <a:gd name="connsiteX156" fmla="*/ 15654 w 149764"/>
                <a:gd name="connsiteY156" fmla="*/ 197299 h 239409"/>
                <a:gd name="connsiteX157" fmla="*/ 13093 w 149764"/>
                <a:gd name="connsiteY157" fmla="*/ 194389 h 239409"/>
                <a:gd name="connsiteX158" fmla="*/ 12651 w 149764"/>
                <a:gd name="connsiteY158" fmla="*/ 186852 h 239409"/>
                <a:gd name="connsiteX159" fmla="*/ 12349 w 149764"/>
                <a:gd name="connsiteY159" fmla="*/ 184716 h 239409"/>
                <a:gd name="connsiteX160" fmla="*/ 10116 w 149764"/>
                <a:gd name="connsiteY160" fmla="*/ 183972 h 239409"/>
                <a:gd name="connsiteX161" fmla="*/ 9736 w 149764"/>
                <a:gd name="connsiteY161" fmla="*/ 179504 h 239409"/>
                <a:gd name="connsiteX162" fmla="*/ 9656 w 149764"/>
                <a:gd name="connsiteY162" fmla="*/ 176764 h 239409"/>
                <a:gd name="connsiteX163" fmla="*/ 9605 w 149764"/>
                <a:gd name="connsiteY163" fmla="*/ 173879 h 239409"/>
                <a:gd name="connsiteX164" fmla="*/ 9528 w 149764"/>
                <a:gd name="connsiteY164" fmla="*/ 170985 h 239409"/>
                <a:gd name="connsiteX165" fmla="*/ 9372 w 149764"/>
                <a:gd name="connsiteY165" fmla="*/ 163880 h 239409"/>
                <a:gd name="connsiteX166" fmla="*/ 7884 w 149764"/>
                <a:gd name="connsiteY166" fmla="*/ 163880 h 239409"/>
                <a:gd name="connsiteX167" fmla="*/ 7884 w 149764"/>
                <a:gd name="connsiteY167" fmla="*/ 1657 h 23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49764" h="239409">
                  <a:moveTo>
                    <a:pt x="7884" y="1657"/>
                  </a:moveTo>
                  <a:cubicBezTo>
                    <a:pt x="17707" y="1657"/>
                    <a:pt x="27529" y="1657"/>
                    <a:pt x="37650" y="1657"/>
                  </a:cubicBezTo>
                  <a:cubicBezTo>
                    <a:pt x="37654" y="3731"/>
                    <a:pt x="37658" y="5805"/>
                    <a:pt x="37663" y="7942"/>
                  </a:cubicBezTo>
                  <a:cubicBezTo>
                    <a:pt x="37705" y="27445"/>
                    <a:pt x="37759" y="46948"/>
                    <a:pt x="37825" y="66450"/>
                  </a:cubicBezTo>
                  <a:cubicBezTo>
                    <a:pt x="37832" y="68445"/>
                    <a:pt x="37838" y="70439"/>
                    <a:pt x="37845" y="72433"/>
                  </a:cubicBezTo>
                  <a:cubicBezTo>
                    <a:pt x="37847" y="72929"/>
                    <a:pt x="37848" y="73424"/>
                    <a:pt x="37850" y="73935"/>
                  </a:cubicBezTo>
                  <a:cubicBezTo>
                    <a:pt x="37876" y="81967"/>
                    <a:pt x="37895" y="89999"/>
                    <a:pt x="37910" y="98032"/>
                  </a:cubicBezTo>
                  <a:cubicBezTo>
                    <a:pt x="37927" y="106270"/>
                    <a:pt x="37951" y="114508"/>
                    <a:pt x="37984" y="122746"/>
                  </a:cubicBezTo>
                  <a:cubicBezTo>
                    <a:pt x="38001" y="127375"/>
                    <a:pt x="38015" y="132004"/>
                    <a:pt x="38020" y="136632"/>
                  </a:cubicBezTo>
                  <a:cubicBezTo>
                    <a:pt x="38024" y="140985"/>
                    <a:pt x="38039" y="145338"/>
                    <a:pt x="38062" y="149691"/>
                  </a:cubicBezTo>
                  <a:cubicBezTo>
                    <a:pt x="38069" y="151292"/>
                    <a:pt x="38071" y="152893"/>
                    <a:pt x="38070" y="154494"/>
                  </a:cubicBezTo>
                  <a:cubicBezTo>
                    <a:pt x="38069" y="156674"/>
                    <a:pt x="38081" y="158853"/>
                    <a:pt x="38097" y="161032"/>
                  </a:cubicBezTo>
                  <a:cubicBezTo>
                    <a:pt x="38093" y="161671"/>
                    <a:pt x="38090" y="162310"/>
                    <a:pt x="38086" y="162969"/>
                  </a:cubicBezTo>
                  <a:cubicBezTo>
                    <a:pt x="37981" y="166154"/>
                    <a:pt x="37981" y="166154"/>
                    <a:pt x="39519" y="168765"/>
                  </a:cubicBezTo>
                  <a:cubicBezTo>
                    <a:pt x="39884" y="169117"/>
                    <a:pt x="40250" y="169470"/>
                    <a:pt x="40626" y="169833"/>
                  </a:cubicBezTo>
                  <a:cubicBezTo>
                    <a:pt x="40780" y="172143"/>
                    <a:pt x="40623" y="174360"/>
                    <a:pt x="40487" y="176670"/>
                  </a:cubicBezTo>
                  <a:cubicBezTo>
                    <a:pt x="40651" y="179139"/>
                    <a:pt x="41120" y="179390"/>
                    <a:pt x="42859" y="180995"/>
                  </a:cubicBezTo>
                  <a:cubicBezTo>
                    <a:pt x="43180" y="182757"/>
                    <a:pt x="43231" y="184445"/>
                    <a:pt x="43300" y="186233"/>
                  </a:cubicBezTo>
                  <a:cubicBezTo>
                    <a:pt x="43400" y="186715"/>
                    <a:pt x="43500" y="187196"/>
                    <a:pt x="43603" y="187692"/>
                  </a:cubicBezTo>
                  <a:cubicBezTo>
                    <a:pt x="44339" y="187938"/>
                    <a:pt x="45076" y="188183"/>
                    <a:pt x="45835" y="188436"/>
                  </a:cubicBezTo>
                  <a:cubicBezTo>
                    <a:pt x="45975" y="190715"/>
                    <a:pt x="45975" y="190715"/>
                    <a:pt x="45835" y="192901"/>
                  </a:cubicBezTo>
                  <a:cubicBezTo>
                    <a:pt x="46572" y="192901"/>
                    <a:pt x="47309" y="192901"/>
                    <a:pt x="48068" y="192901"/>
                  </a:cubicBezTo>
                  <a:cubicBezTo>
                    <a:pt x="48591" y="193879"/>
                    <a:pt x="49082" y="194875"/>
                    <a:pt x="49556" y="195878"/>
                  </a:cubicBezTo>
                  <a:cubicBezTo>
                    <a:pt x="51465" y="198170"/>
                    <a:pt x="51465" y="198170"/>
                    <a:pt x="54160" y="199180"/>
                  </a:cubicBezTo>
                  <a:cubicBezTo>
                    <a:pt x="54605" y="199318"/>
                    <a:pt x="55050" y="199456"/>
                    <a:pt x="55509" y="199598"/>
                  </a:cubicBezTo>
                  <a:cubicBezTo>
                    <a:pt x="55586" y="200228"/>
                    <a:pt x="55662" y="200857"/>
                    <a:pt x="55742" y="201505"/>
                  </a:cubicBezTo>
                  <a:cubicBezTo>
                    <a:pt x="55910" y="202104"/>
                    <a:pt x="56079" y="202702"/>
                    <a:pt x="56253" y="203319"/>
                  </a:cubicBezTo>
                  <a:cubicBezTo>
                    <a:pt x="58889" y="203629"/>
                    <a:pt x="58889" y="203629"/>
                    <a:pt x="61462" y="203319"/>
                  </a:cubicBezTo>
                  <a:cubicBezTo>
                    <a:pt x="61462" y="204301"/>
                    <a:pt x="61462" y="205284"/>
                    <a:pt x="61462" y="206296"/>
                  </a:cubicBezTo>
                  <a:cubicBezTo>
                    <a:pt x="65146" y="206296"/>
                    <a:pt x="68829" y="206296"/>
                    <a:pt x="72624" y="206296"/>
                  </a:cubicBezTo>
                  <a:cubicBezTo>
                    <a:pt x="72624" y="207524"/>
                    <a:pt x="72624" y="208751"/>
                    <a:pt x="72624" y="210016"/>
                  </a:cubicBezTo>
                  <a:cubicBezTo>
                    <a:pt x="79255" y="210016"/>
                    <a:pt x="85885" y="210016"/>
                    <a:pt x="92716" y="210016"/>
                  </a:cubicBezTo>
                  <a:cubicBezTo>
                    <a:pt x="92716" y="208789"/>
                    <a:pt x="92716" y="207561"/>
                    <a:pt x="92716" y="206296"/>
                  </a:cubicBezTo>
                  <a:cubicBezTo>
                    <a:pt x="93513" y="206268"/>
                    <a:pt x="94310" y="206240"/>
                    <a:pt x="95132" y="206211"/>
                  </a:cubicBezTo>
                  <a:cubicBezTo>
                    <a:pt x="96171" y="206163"/>
                    <a:pt x="97211" y="206113"/>
                    <a:pt x="98251" y="206063"/>
                  </a:cubicBezTo>
                  <a:cubicBezTo>
                    <a:pt x="98777" y="206046"/>
                    <a:pt x="99303" y="206030"/>
                    <a:pt x="99845" y="206012"/>
                  </a:cubicBezTo>
                  <a:cubicBezTo>
                    <a:pt x="101536" y="205948"/>
                    <a:pt x="101536" y="205948"/>
                    <a:pt x="103878" y="205552"/>
                  </a:cubicBezTo>
                  <a:cubicBezTo>
                    <a:pt x="104124" y="204815"/>
                    <a:pt x="104369" y="204078"/>
                    <a:pt x="104622" y="203319"/>
                  </a:cubicBezTo>
                  <a:cubicBezTo>
                    <a:pt x="106170" y="202796"/>
                    <a:pt x="107690" y="202568"/>
                    <a:pt x="109299" y="202296"/>
                  </a:cubicBezTo>
                  <a:cubicBezTo>
                    <a:pt x="109931" y="202066"/>
                    <a:pt x="109931" y="202066"/>
                    <a:pt x="110575" y="201831"/>
                  </a:cubicBezTo>
                  <a:cubicBezTo>
                    <a:pt x="110575" y="201094"/>
                    <a:pt x="110575" y="200357"/>
                    <a:pt x="110575" y="199598"/>
                  </a:cubicBezTo>
                  <a:cubicBezTo>
                    <a:pt x="111542" y="199345"/>
                    <a:pt x="111542" y="199345"/>
                    <a:pt x="112529" y="199087"/>
                  </a:cubicBezTo>
                  <a:cubicBezTo>
                    <a:pt x="115654" y="197872"/>
                    <a:pt x="116629" y="196334"/>
                    <a:pt x="118467" y="193625"/>
                  </a:cubicBezTo>
                  <a:cubicBezTo>
                    <a:pt x="119505" y="192157"/>
                    <a:pt x="119505" y="192157"/>
                    <a:pt x="120729" y="191041"/>
                  </a:cubicBezTo>
                  <a:cubicBezTo>
                    <a:pt x="122008" y="189625"/>
                    <a:pt x="122025" y="188782"/>
                    <a:pt x="122110" y="186902"/>
                  </a:cubicBezTo>
                  <a:cubicBezTo>
                    <a:pt x="122232" y="185935"/>
                    <a:pt x="122355" y="184968"/>
                    <a:pt x="122482" y="183972"/>
                  </a:cubicBezTo>
                  <a:cubicBezTo>
                    <a:pt x="123218" y="183480"/>
                    <a:pt x="123955" y="182989"/>
                    <a:pt x="124714" y="182483"/>
                  </a:cubicBezTo>
                  <a:cubicBezTo>
                    <a:pt x="124872" y="180376"/>
                    <a:pt x="124709" y="178362"/>
                    <a:pt x="124575" y="176254"/>
                  </a:cubicBezTo>
                  <a:cubicBezTo>
                    <a:pt x="124714" y="174298"/>
                    <a:pt x="124714" y="174298"/>
                    <a:pt x="125821" y="173241"/>
                  </a:cubicBezTo>
                  <a:cubicBezTo>
                    <a:pt x="127824" y="171148"/>
                    <a:pt x="127253" y="168145"/>
                    <a:pt x="127233" y="165394"/>
                  </a:cubicBezTo>
                  <a:cubicBezTo>
                    <a:pt x="127237" y="164703"/>
                    <a:pt x="127241" y="164013"/>
                    <a:pt x="127245" y="163301"/>
                  </a:cubicBezTo>
                  <a:cubicBezTo>
                    <a:pt x="127255" y="160977"/>
                    <a:pt x="127250" y="158653"/>
                    <a:pt x="127245" y="156329"/>
                  </a:cubicBezTo>
                  <a:cubicBezTo>
                    <a:pt x="127249" y="154667"/>
                    <a:pt x="127254" y="153005"/>
                    <a:pt x="127260" y="151343"/>
                  </a:cubicBezTo>
                  <a:cubicBezTo>
                    <a:pt x="127272" y="147759"/>
                    <a:pt x="127276" y="144175"/>
                    <a:pt x="127275" y="140591"/>
                  </a:cubicBezTo>
                  <a:cubicBezTo>
                    <a:pt x="127273" y="134930"/>
                    <a:pt x="127288" y="129268"/>
                    <a:pt x="127305" y="123607"/>
                  </a:cubicBezTo>
                  <a:cubicBezTo>
                    <a:pt x="127327" y="115674"/>
                    <a:pt x="127342" y="107741"/>
                    <a:pt x="127351" y="99808"/>
                  </a:cubicBezTo>
                  <a:cubicBezTo>
                    <a:pt x="127352" y="99053"/>
                    <a:pt x="127352" y="99053"/>
                    <a:pt x="127353" y="98282"/>
                  </a:cubicBezTo>
                  <a:cubicBezTo>
                    <a:pt x="127355" y="96242"/>
                    <a:pt x="127357" y="94202"/>
                    <a:pt x="127360" y="92161"/>
                  </a:cubicBezTo>
                  <a:cubicBezTo>
                    <a:pt x="127366" y="86543"/>
                    <a:pt x="127374" y="80924"/>
                    <a:pt x="127383" y="75305"/>
                  </a:cubicBezTo>
                  <a:cubicBezTo>
                    <a:pt x="127384" y="74802"/>
                    <a:pt x="127385" y="74299"/>
                    <a:pt x="127385" y="73781"/>
                  </a:cubicBezTo>
                  <a:cubicBezTo>
                    <a:pt x="127399" y="65400"/>
                    <a:pt x="127418" y="57020"/>
                    <a:pt x="127441" y="48640"/>
                  </a:cubicBezTo>
                  <a:cubicBezTo>
                    <a:pt x="127456" y="43006"/>
                    <a:pt x="127463" y="37373"/>
                    <a:pt x="127464" y="31739"/>
                  </a:cubicBezTo>
                  <a:cubicBezTo>
                    <a:pt x="127466" y="28242"/>
                    <a:pt x="127474" y="24744"/>
                    <a:pt x="127484" y="21246"/>
                  </a:cubicBezTo>
                  <a:cubicBezTo>
                    <a:pt x="127487" y="19618"/>
                    <a:pt x="127488" y="17991"/>
                    <a:pt x="127486" y="16363"/>
                  </a:cubicBezTo>
                  <a:cubicBezTo>
                    <a:pt x="127483" y="14149"/>
                    <a:pt x="127490" y="11936"/>
                    <a:pt x="127498" y="9722"/>
                  </a:cubicBezTo>
                  <a:cubicBezTo>
                    <a:pt x="127495" y="9071"/>
                    <a:pt x="127493" y="8419"/>
                    <a:pt x="127489" y="7748"/>
                  </a:cubicBezTo>
                  <a:cubicBezTo>
                    <a:pt x="127521" y="3315"/>
                    <a:pt x="127521" y="3315"/>
                    <a:pt x="129179" y="1657"/>
                  </a:cubicBezTo>
                  <a:cubicBezTo>
                    <a:pt x="131314" y="1527"/>
                    <a:pt x="133376" y="1485"/>
                    <a:pt x="135510" y="1512"/>
                  </a:cubicBezTo>
                  <a:cubicBezTo>
                    <a:pt x="136135" y="1514"/>
                    <a:pt x="136761" y="1516"/>
                    <a:pt x="137406" y="1518"/>
                  </a:cubicBezTo>
                  <a:cubicBezTo>
                    <a:pt x="139407" y="1526"/>
                    <a:pt x="141409" y="1545"/>
                    <a:pt x="143411" y="1564"/>
                  </a:cubicBezTo>
                  <a:cubicBezTo>
                    <a:pt x="144766" y="1572"/>
                    <a:pt x="146122" y="1578"/>
                    <a:pt x="147477" y="1584"/>
                  </a:cubicBezTo>
                  <a:cubicBezTo>
                    <a:pt x="150804" y="1601"/>
                    <a:pt x="154130" y="1627"/>
                    <a:pt x="157456" y="1657"/>
                  </a:cubicBezTo>
                  <a:cubicBezTo>
                    <a:pt x="157490" y="23543"/>
                    <a:pt x="157517" y="45429"/>
                    <a:pt x="157532" y="67315"/>
                  </a:cubicBezTo>
                  <a:cubicBezTo>
                    <a:pt x="157534" y="69896"/>
                    <a:pt x="157536" y="72477"/>
                    <a:pt x="157538" y="75058"/>
                  </a:cubicBezTo>
                  <a:cubicBezTo>
                    <a:pt x="157538" y="75572"/>
                    <a:pt x="157539" y="76086"/>
                    <a:pt x="157539" y="76616"/>
                  </a:cubicBezTo>
                  <a:cubicBezTo>
                    <a:pt x="157546" y="84947"/>
                    <a:pt x="157557" y="93278"/>
                    <a:pt x="157571" y="101610"/>
                  </a:cubicBezTo>
                  <a:cubicBezTo>
                    <a:pt x="157585" y="110153"/>
                    <a:pt x="157593" y="118695"/>
                    <a:pt x="157596" y="127238"/>
                  </a:cubicBezTo>
                  <a:cubicBezTo>
                    <a:pt x="157598" y="132039"/>
                    <a:pt x="157603" y="136839"/>
                    <a:pt x="157614" y="141640"/>
                  </a:cubicBezTo>
                  <a:cubicBezTo>
                    <a:pt x="157624" y="146153"/>
                    <a:pt x="157627" y="150666"/>
                    <a:pt x="157625" y="155179"/>
                  </a:cubicBezTo>
                  <a:cubicBezTo>
                    <a:pt x="157625" y="156841"/>
                    <a:pt x="157628" y="158503"/>
                    <a:pt x="157634" y="160164"/>
                  </a:cubicBezTo>
                  <a:cubicBezTo>
                    <a:pt x="157641" y="162422"/>
                    <a:pt x="157639" y="164680"/>
                    <a:pt x="157635" y="166938"/>
                  </a:cubicBezTo>
                  <a:cubicBezTo>
                    <a:pt x="157640" y="167605"/>
                    <a:pt x="157644" y="168272"/>
                    <a:pt x="157648" y="168958"/>
                  </a:cubicBezTo>
                  <a:cubicBezTo>
                    <a:pt x="157641" y="170491"/>
                    <a:pt x="157557" y="172024"/>
                    <a:pt x="157456" y="173554"/>
                  </a:cubicBezTo>
                  <a:cubicBezTo>
                    <a:pt x="156965" y="173799"/>
                    <a:pt x="156474" y="174045"/>
                    <a:pt x="155968" y="174298"/>
                  </a:cubicBezTo>
                  <a:cubicBezTo>
                    <a:pt x="155690" y="175740"/>
                    <a:pt x="155690" y="175740"/>
                    <a:pt x="155660" y="177463"/>
                  </a:cubicBezTo>
                  <a:cubicBezTo>
                    <a:pt x="155617" y="178416"/>
                    <a:pt x="155617" y="178416"/>
                    <a:pt x="155573" y="179389"/>
                  </a:cubicBezTo>
                  <a:cubicBezTo>
                    <a:pt x="155550" y="180057"/>
                    <a:pt x="155527" y="180725"/>
                    <a:pt x="155503" y="181414"/>
                  </a:cubicBezTo>
                  <a:cubicBezTo>
                    <a:pt x="155460" y="182420"/>
                    <a:pt x="155460" y="182420"/>
                    <a:pt x="155416" y="183447"/>
                  </a:cubicBezTo>
                  <a:cubicBezTo>
                    <a:pt x="155345" y="185110"/>
                    <a:pt x="155282" y="186773"/>
                    <a:pt x="155224" y="188436"/>
                  </a:cubicBezTo>
                  <a:cubicBezTo>
                    <a:pt x="154242" y="188436"/>
                    <a:pt x="153259" y="188436"/>
                    <a:pt x="152247" y="188436"/>
                  </a:cubicBezTo>
                  <a:cubicBezTo>
                    <a:pt x="152273" y="189055"/>
                    <a:pt x="152299" y="189674"/>
                    <a:pt x="152326" y="190311"/>
                  </a:cubicBezTo>
                  <a:cubicBezTo>
                    <a:pt x="152346" y="191120"/>
                    <a:pt x="152366" y="191929"/>
                    <a:pt x="152387" y="192762"/>
                  </a:cubicBezTo>
                  <a:cubicBezTo>
                    <a:pt x="152413" y="193565"/>
                    <a:pt x="152439" y="194367"/>
                    <a:pt x="152465" y="195195"/>
                  </a:cubicBezTo>
                  <a:cubicBezTo>
                    <a:pt x="152220" y="197641"/>
                    <a:pt x="151831" y="198076"/>
                    <a:pt x="150015" y="199598"/>
                  </a:cubicBezTo>
                  <a:cubicBezTo>
                    <a:pt x="149750" y="200835"/>
                    <a:pt x="149500" y="202075"/>
                    <a:pt x="149271" y="203319"/>
                  </a:cubicBezTo>
                  <a:cubicBezTo>
                    <a:pt x="148780" y="203565"/>
                    <a:pt x="148288" y="203810"/>
                    <a:pt x="147782" y="204063"/>
                  </a:cubicBezTo>
                  <a:cubicBezTo>
                    <a:pt x="147552" y="204800"/>
                    <a:pt x="147322" y="205537"/>
                    <a:pt x="147085" y="206296"/>
                  </a:cubicBezTo>
                  <a:cubicBezTo>
                    <a:pt x="146824" y="207032"/>
                    <a:pt x="146563" y="207769"/>
                    <a:pt x="146294" y="208528"/>
                  </a:cubicBezTo>
                  <a:cubicBezTo>
                    <a:pt x="145557" y="208774"/>
                    <a:pt x="144821" y="209019"/>
                    <a:pt x="144062" y="209272"/>
                  </a:cubicBezTo>
                  <a:cubicBezTo>
                    <a:pt x="143876" y="211164"/>
                    <a:pt x="143876" y="211164"/>
                    <a:pt x="144062" y="212993"/>
                  </a:cubicBezTo>
                  <a:cubicBezTo>
                    <a:pt x="143325" y="212993"/>
                    <a:pt x="142588" y="212993"/>
                    <a:pt x="141829" y="212993"/>
                  </a:cubicBezTo>
                  <a:cubicBezTo>
                    <a:pt x="141707" y="213607"/>
                    <a:pt x="141584" y="214221"/>
                    <a:pt x="141457" y="214853"/>
                  </a:cubicBezTo>
                  <a:cubicBezTo>
                    <a:pt x="141334" y="215467"/>
                    <a:pt x="141212" y="216081"/>
                    <a:pt x="141085" y="216714"/>
                  </a:cubicBezTo>
                  <a:cubicBezTo>
                    <a:pt x="140348" y="216714"/>
                    <a:pt x="139612" y="216714"/>
                    <a:pt x="138853" y="216714"/>
                  </a:cubicBezTo>
                  <a:cubicBezTo>
                    <a:pt x="138853" y="217696"/>
                    <a:pt x="138853" y="218678"/>
                    <a:pt x="138853" y="219690"/>
                  </a:cubicBezTo>
                  <a:cubicBezTo>
                    <a:pt x="137870" y="219690"/>
                    <a:pt x="136888" y="219690"/>
                    <a:pt x="135876" y="219690"/>
                  </a:cubicBezTo>
                  <a:cubicBezTo>
                    <a:pt x="135006" y="221494"/>
                    <a:pt x="135006" y="221494"/>
                    <a:pt x="134388" y="223411"/>
                  </a:cubicBezTo>
                  <a:cubicBezTo>
                    <a:pt x="133897" y="223657"/>
                    <a:pt x="133406" y="223902"/>
                    <a:pt x="132900" y="224155"/>
                  </a:cubicBezTo>
                  <a:cubicBezTo>
                    <a:pt x="132654" y="224892"/>
                    <a:pt x="132408" y="225628"/>
                    <a:pt x="132155" y="226388"/>
                  </a:cubicBezTo>
                  <a:cubicBezTo>
                    <a:pt x="131542" y="226495"/>
                    <a:pt x="130928" y="226602"/>
                    <a:pt x="130295" y="226713"/>
                  </a:cubicBezTo>
                  <a:cubicBezTo>
                    <a:pt x="129681" y="226851"/>
                    <a:pt x="129067" y="226989"/>
                    <a:pt x="128435" y="227132"/>
                  </a:cubicBezTo>
                  <a:cubicBezTo>
                    <a:pt x="128179" y="228122"/>
                    <a:pt x="127932" y="229114"/>
                    <a:pt x="127691" y="230108"/>
                  </a:cubicBezTo>
                  <a:cubicBezTo>
                    <a:pt x="126461" y="230631"/>
                    <a:pt x="125221" y="231127"/>
                    <a:pt x="123970" y="231596"/>
                  </a:cubicBezTo>
                  <a:cubicBezTo>
                    <a:pt x="123724" y="232333"/>
                    <a:pt x="123479" y="233070"/>
                    <a:pt x="123226" y="233829"/>
                  </a:cubicBezTo>
                  <a:cubicBezTo>
                    <a:pt x="121486" y="234177"/>
                    <a:pt x="119811" y="234204"/>
                    <a:pt x="118040" y="234271"/>
                  </a:cubicBezTo>
                  <a:cubicBezTo>
                    <a:pt x="117541" y="234371"/>
                    <a:pt x="117042" y="234470"/>
                    <a:pt x="116529" y="234573"/>
                  </a:cubicBezTo>
                  <a:cubicBezTo>
                    <a:pt x="116283" y="235310"/>
                    <a:pt x="116037" y="236046"/>
                    <a:pt x="115784" y="236805"/>
                  </a:cubicBezTo>
                  <a:cubicBezTo>
                    <a:pt x="113738" y="237271"/>
                    <a:pt x="113738" y="237271"/>
                    <a:pt x="111320" y="237550"/>
                  </a:cubicBezTo>
                  <a:cubicBezTo>
                    <a:pt x="109285" y="237769"/>
                    <a:pt x="109285" y="237769"/>
                    <a:pt x="107599" y="238294"/>
                  </a:cubicBezTo>
                  <a:cubicBezTo>
                    <a:pt x="107353" y="239030"/>
                    <a:pt x="107108" y="239767"/>
                    <a:pt x="106855" y="240526"/>
                  </a:cubicBezTo>
                  <a:cubicBezTo>
                    <a:pt x="104990" y="240815"/>
                    <a:pt x="104990" y="240815"/>
                    <a:pt x="102479" y="240827"/>
                  </a:cubicBezTo>
                  <a:cubicBezTo>
                    <a:pt x="101074" y="240841"/>
                    <a:pt x="101074" y="240841"/>
                    <a:pt x="99642" y="240855"/>
                  </a:cubicBezTo>
                  <a:cubicBezTo>
                    <a:pt x="98612" y="240854"/>
                    <a:pt x="97583" y="240852"/>
                    <a:pt x="96553" y="240849"/>
                  </a:cubicBezTo>
                  <a:cubicBezTo>
                    <a:pt x="95505" y="240852"/>
                    <a:pt x="94457" y="240856"/>
                    <a:pt x="93408" y="240861"/>
                  </a:cubicBezTo>
                  <a:cubicBezTo>
                    <a:pt x="91209" y="240867"/>
                    <a:pt x="89009" y="240865"/>
                    <a:pt x="86810" y="240858"/>
                  </a:cubicBezTo>
                  <a:cubicBezTo>
                    <a:pt x="83984" y="240850"/>
                    <a:pt x="81159" y="240865"/>
                    <a:pt x="78334" y="240886"/>
                  </a:cubicBezTo>
                  <a:cubicBezTo>
                    <a:pt x="76169" y="240900"/>
                    <a:pt x="74003" y="240900"/>
                    <a:pt x="71838" y="240896"/>
                  </a:cubicBezTo>
                  <a:cubicBezTo>
                    <a:pt x="70796" y="240895"/>
                    <a:pt x="69754" y="240900"/>
                    <a:pt x="68712" y="240909"/>
                  </a:cubicBezTo>
                  <a:cubicBezTo>
                    <a:pt x="67258" y="240920"/>
                    <a:pt x="65804" y="240910"/>
                    <a:pt x="64350" y="240900"/>
                  </a:cubicBezTo>
                  <a:cubicBezTo>
                    <a:pt x="63521" y="240899"/>
                    <a:pt x="62692" y="240899"/>
                    <a:pt x="61838" y="240899"/>
                  </a:cubicBezTo>
                  <a:cubicBezTo>
                    <a:pt x="61223" y="240776"/>
                    <a:pt x="60608" y="240653"/>
                    <a:pt x="59974" y="240526"/>
                  </a:cubicBezTo>
                  <a:cubicBezTo>
                    <a:pt x="59463" y="239038"/>
                    <a:pt x="59463" y="239038"/>
                    <a:pt x="59230" y="237550"/>
                  </a:cubicBezTo>
                  <a:cubicBezTo>
                    <a:pt x="56994" y="237104"/>
                    <a:pt x="56994" y="237104"/>
                    <a:pt x="54393" y="237131"/>
                  </a:cubicBezTo>
                  <a:cubicBezTo>
                    <a:pt x="51719" y="237082"/>
                    <a:pt x="51719" y="237082"/>
                    <a:pt x="49556" y="236805"/>
                  </a:cubicBezTo>
                  <a:cubicBezTo>
                    <a:pt x="49188" y="235700"/>
                    <a:pt x="49188" y="235700"/>
                    <a:pt x="48812" y="234573"/>
                  </a:cubicBezTo>
                  <a:cubicBezTo>
                    <a:pt x="47428" y="234221"/>
                    <a:pt x="47428" y="234221"/>
                    <a:pt x="45835" y="234201"/>
                  </a:cubicBezTo>
                  <a:cubicBezTo>
                    <a:pt x="44207" y="234131"/>
                    <a:pt x="44207" y="234131"/>
                    <a:pt x="42859" y="233829"/>
                  </a:cubicBezTo>
                  <a:cubicBezTo>
                    <a:pt x="42490" y="232724"/>
                    <a:pt x="42490" y="232724"/>
                    <a:pt x="42114" y="231596"/>
                  </a:cubicBezTo>
                  <a:cubicBezTo>
                    <a:pt x="40986" y="231251"/>
                    <a:pt x="40986" y="231251"/>
                    <a:pt x="39836" y="230899"/>
                  </a:cubicBezTo>
                  <a:cubicBezTo>
                    <a:pt x="39114" y="230638"/>
                    <a:pt x="38393" y="230377"/>
                    <a:pt x="37650" y="230108"/>
                  </a:cubicBezTo>
                  <a:cubicBezTo>
                    <a:pt x="37650" y="229126"/>
                    <a:pt x="37650" y="228144"/>
                    <a:pt x="37650" y="227132"/>
                  </a:cubicBezTo>
                  <a:cubicBezTo>
                    <a:pt x="37066" y="227193"/>
                    <a:pt x="36483" y="227254"/>
                    <a:pt x="35882" y="227318"/>
                  </a:cubicBezTo>
                  <a:cubicBezTo>
                    <a:pt x="35238" y="227256"/>
                    <a:pt x="34593" y="227195"/>
                    <a:pt x="33929" y="227132"/>
                  </a:cubicBezTo>
                  <a:cubicBezTo>
                    <a:pt x="33138" y="225829"/>
                    <a:pt x="33138" y="225829"/>
                    <a:pt x="32441" y="224155"/>
                  </a:cubicBezTo>
                  <a:cubicBezTo>
                    <a:pt x="31919" y="223633"/>
                    <a:pt x="31397" y="223111"/>
                    <a:pt x="30859" y="222574"/>
                  </a:cubicBezTo>
                  <a:cubicBezTo>
                    <a:pt x="29464" y="221179"/>
                    <a:pt x="29464" y="221179"/>
                    <a:pt x="29464" y="219690"/>
                  </a:cubicBezTo>
                  <a:cubicBezTo>
                    <a:pt x="28727" y="219690"/>
                    <a:pt x="27991" y="219690"/>
                    <a:pt x="27232" y="219690"/>
                  </a:cubicBezTo>
                  <a:cubicBezTo>
                    <a:pt x="26984" y="218450"/>
                    <a:pt x="26736" y="217210"/>
                    <a:pt x="26488" y="215970"/>
                  </a:cubicBezTo>
                  <a:cubicBezTo>
                    <a:pt x="25751" y="215970"/>
                    <a:pt x="25014" y="215970"/>
                    <a:pt x="24255" y="215970"/>
                  </a:cubicBezTo>
                  <a:cubicBezTo>
                    <a:pt x="24000" y="214979"/>
                    <a:pt x="23752" y="213987"/>
                    <a:pt x="23511" y="212993"/>
                  </a:cubicBezTo>
                  <a:cubicBezTo>
                    <a:pt x="22774" y="212747"/>
                    <a:pt x="22038" y="212502"/>
                    <a:pt x="21279" y="212249"/>
                  </a:cubicBezTo>
                  <a:cubicBezTo>
                    <a:pt x="20767" y="209970"/>
                    <a:pt x="20767" y="209970"/>
                    <a:pt x="20534" y="207784"/>
                  </a:cubicBezTo>
                  <a:cubicBezTo>
                    <a:pt x="19798" y="207784"/>
                    <a:pt x="19061" y="207784"/>
                    <a:pt x="18302" y="207784"/>
                  </a:cubicBezTo>
                  <a:cubicBezTo>
                    <a:pt x="18210" y="206940"/>
                    <a:pt x="18118" y="206096"/>
                    <a:pt x="18023" y="205226"/>
                  </a:cubicBezTo>
                  <a:cubicBezTo>
                    <a:pt x="17869" y="204351"/>
                    <a:pt x="17716" y="203476"/>
                    <a:pt x="17558" y="202575"/>
                  </a:cubicBezTo>
                  <a:cubicBezTo>
                    <a:pt x="17067" y="202329"/>
                    <a:pt x="16576" y="202084"/>
                    <a:pt x="16070" y="201831"/>
                  </a:cubicBezTo>
                  <a:cubicBezTo>
                    <a:pt x="15902" y="200323"/>
                    <a:pt x="15739" y="198814"/>
                    <a:pt x="15654" y="197299"/>
                  </a:cubicBezTo>
                  <a:cubicBezTo>
                    <a:pt x="15427" y="195577"/>
                    <a:pt x="15427" y="195577"/>
                    <a:pt x="13093" y="194389"/>
                  </a:cubicBezTo>
                  <a:cubicBezTo>
                    <a:pt x="12752" y="191868"/>
                    <a:pt x="12718" y="189394"/>
                    <a:pt x="12651" y="186852"/>
                  </a:cubicBezTo>
                  <a:cubicBezTo>
                    <a:pt x="12551" y="186147"/>
                    <a:pt x="12452" y="185442"/>
                    <a:pt x="12349" y="184716"/>
                  </a:cubicBezTo>
                  <a:cubicBezTo>
                    <a:pt x="11612" y="184470"/>
                    <a:pt x="10875" y="184225"/>
                    <a:pt x="10116" y="183972"/>
                  </a:cubicBezTo>
                  <a:cubicBezTo>
                    <a:pt x="9795" y="182043"/>
                    <a:pt x="9795" y="182043"/>
                    <a:pt x="9736" y="179504"/>
                  </a:cubicBezTo>
                  <a:cubicBezTo>
                    <a:pt x="9709" y="178600"/>
                    <a:pt x="9683" y="177696"/>
                    <a:pt x="9656" y="176764"/>
                  </a:cubicBezTo>
                  <a:cubicBezTo>
                    <a:pt x="9631" y="175336"/>
                    <a:pt x="9631" y="175336"/>
                    <a:pt x="9605" y="173879"/>
                  </a:cubicBezTo>
                  <a:cubicBezTo>
                    <a:pt x="9579" y="172924"/>
                    <a:pt x="9554" y="171969"/>
                    <a:pt x="9528" y="170985"/>
                  </a:cubicBezTo>
                  <a:cubicBezTo>
                    <a:pt x="9466" y="168617"/>
                    <a:pt x="9415" y="166249"/>
                    <a:pt x="9372" y="163880"/>
                  </a:cubicBezTo>
                  <a:cubicBezTo>
                    <a:pt x="8881" y="163880"/>
                    <a:pt x="8390" y="163880"/>
                    <a:pt x="7884" y="163880"/>
                  </a:cubicBezTo>
                  <a:cubicBezTo>
                    <a:pt x="7884" y="110346"/>
                    <a:pt x="7884" y="56813"/>
                    <a:pt x="7884" y="1657"/>
                  </a:cubicBezTo>
                  <a:close/>
                </a:path>
              </a:pathLst>
            </a:custGeom>
            <a:grpFill/>
            <a:ln w="744" cap="flat">
              <a:noFill/>
              <a:prstDash val="solid"/>
              <a:miter/>
            </a:ln>
          </p:spPr>
          <p:txBody>
            <a:bodyPr rtlCol="0" anchor="ctr"/>
            <a:lstStyle/>
            <a:p>
              <a:endParaRPr lang="zh-CN" altLang="en-US"/>
            </a:p>
          </p:txBody>
        </p:sp>
        <p:sp>
          <p:nvSpPr>
            <p:cNvPr id="137" name="任意多边形: 形状 136"/>
            <p:cNvSpPr/>
            <p:nvPr/>
          </p:nvSpPr>
          <p:spPr>
            <a:xfrm>
              <a:off x="8881219" y="1388802"/>
              <a:ext cx="169259" cy="243416"/>
            </a:xfrm>
            <a:custGeom>
              <a:avLst/>
              <a:gdLst>
                <a:gd name="connsiteX0" fmla="*/ 81899 w 169259"/>
                <a:gd name="connsiteY0" fmla="*/ 1913 h 243416"/>
                <a:gd name="connsiteX1" fmla="*/ 85797 w 169259"/>
                <a:gd name="connsiteY1" fmla="*/ 1527 h 243416"/>
                <a:gd name="connsiteX2" fmla="*/ 88318 w 169259"/>
                <a:gd name="connsiteY2" fmla="*/ 1499 h 243416"/>
                <a:gd name="connsiteX3" fmla="*/ 91061 w 169259"/>
                <a:gd name="connsiteY3" fmla="*/ 1517 h 243416"/>
                <a:gd name="connsiteX4" fmla="*/ 93855 w 169259"/>
                <a:gd name="connsiteY4" fmla="*/ 1509 h 243416"/>
                <a:gd name="connsiteX5" fmla="*/ 99718 w 169259"/>
                <a:gd name="connsiteY5" fmla="*/ 1525 h 243416"/>
                <a:gd name="connsiteX6" fmla="*/ 107248 w 169259"/>
                <a:gd name="connsiteY6" fmla="*/ 1514 h 243416"/>
                <a:gd name="connsiteX7" fmla="*/ 114409 w 169259"/>
                <a:gd name="connsiteY7" fmla="*/ 1517 h 243416"/>
                <a:gd name="connsiteX8" fmla="*/ 117152 w 169259"/>
                <a:gd name="connsiteY8" fmla="*/ 1499 h 243416"/>
                <a:gd name="connsiteX9" fmla="*/ 119673 w 169259"/>
                <a:gd name="connsiteY9" fmla="*/ 1527 h 243416"/>
                <a:gd name="connsiteX10" fmla="*/ 121904 w 169259"/>
                <a:gd name="connsiteY10" fmla="*/ 1535 h 243416"/>
                <a:gd name="connsiteX11" fmla="*/ 123571 w 169259"/>
                <a:gd name="connsiteY11" fmla="*/ 1913 h 243416"/>
                <a:gd name="connsiteX12" fmla="*/ 124315 w 169259"/>
                <a:gd name="connsiteY12" fmla="*/ 4889 h 243416"/>
                <a:gd name="connsiteX13" fmla="*/ 129152 w 169259"/>
                <a:gd name="connsiteY13" fmla="*/ 5308 h 243416"/>
                <a:gd name="connsiteX14" fmla="*/ 133989 w 169259"/>
                <a:gd name="connsiteY14" fmla="*/ 5633 h 243416"/>
                <a:gd name="connsiteX15" fmla="*/ 134733 w 169259"/>
                <a:gd name="connsiteY15" fmla="*/ 7866 h 243416"/>
                <a:gd name="connsiteX16" fmla="*/ 137337 w 169259"/>
                <a:gd name="connsiteY16" fmla="*/ 8191 h 243416"/>
                <a:gd name="connsiteX17" fmla="*/ 139942 w 169259"/>
                <a:gd name="connsiteY17" fmla="*/ 8610 h 243416"/>
                <a:gd name="connsiteX18" fmla="*/ 140686 w 169259"/>
                <a:gd name="connsiteY18" fmla="*/ 11586 h 243416"/>
                <a:gd name="connsiteX19" fmla="*/ 145151 w 169259"/>
                <a:gd name="connsiteY19" fmla="*/ 12331 h 243416"/>
                <a:gd name="connsiteX20" fmla="*/ 146639 w 169259"/>
                <a:gd name="connsiteY20" fmla="*/ 15307 h 243416"/>
                <a:gd name="connsiteX21" fmla="*/ 148499 w 169259"/>
                <a:gd name="connsiteY21" fmla="*/ 15679 h 243416"/>
                <a:gd name="connsiteX22" fmla="*/ 150360 w 169259"/>
                <a:gd name="connsiteY22" fmla="*/ 16051 h 243416"/>
                <a:gd name="connsiteX23" fmla="*/ 151848 w 169259"/>
                <a:gd name="connsiteY23" fmla="*/ 19028 h 243416"/>
                <a:gd name="connsiteX24" fmla="*/ 153057 w 169259"/>
                <a:gd name="connsiteY24" fmla="*/ 20237 h 243416"/>
                <a:gd name="connsiteX25" fmla="*/ 154081 w 169259"/>
                <a:gd name="connsiteY25" fmla="*/ 22749 h 243416"/>
                <a:gd name="connsiteX26" fmla="*/ 156313 w 169259"/>
                <a:gd name="connsiteY26" fmla="*/ 22749 h 243416"/>
                <a:gd name="connsiteX27" fmla="*/ 157057 w 169259"/>
                <a:gd name="connsiteY27" fmla="*/ 26469 h 243416"/>
                <a:gd name="connsiteX28" fmla="*/ 159290 w 169259"/>
                <a:gd name="connsiteY28" fmla="*/ 26469 h 243416"/>
                <a:gd name="connsiteX29" fmla="*/ 160778 w 169259"/>
                <a:gd name="connsiteY29" fmla="*/ 29446 h 243416"/>
                <a:gd name="connsiteX30" fmla="*/ 162266 w 169259"/>
                <a:gd name="connsiteY30" fmla="*/ 30190 h 243416"/>
                <a:gd name="connsiteX31" fmla="*/ 163754 w 169259"/>
                <a:gd name="connsiteY31" fmla="*/ 33166 h 243416"/>
                <a:gd name="connsiteX32" fmla="*/ 165243 w 169259"/>
                <a:gd name="connsiteY32" fmla="*/ 33911 h 243416"/>
                <a:gd name="connsiteX33" fmla="*/ 165987 w 169259"/>
                <a:gd name="connsiteY33" fmla="*/ 38375 h 243416"/>
                <a:gd name="connsiteX34" fmla="*/ 168219 w 169259"/>
                <a:gd name="connsiteY34" fmla="*/ 38375 h 243416"/>
                <a:gd name="connsiteX35" fmla="*/ 168452 w 169259"/>
                <a:gd name="connsiteY35" fmla="*/ 40840 h 243416"/>
                <a:gd name="connsiteX36" fmla="*/ 171196 w 169259"/>
                <a:gd name="connsiteY36" fmla="*/ 45817 h 243416"/>
                <a:gd name="connsiteX37" fmla="*/ 171940 w 169259"/>
                <a:gd name="connsiteY37" fmla="*/ 48793 h 243416"/>
                <a:gd name="connsiteX38" fmla="*/ 173428 w 169259"/>
                <a:gd name="connsiteY38" fmla="*/ 49538 h 243416"/>
                <a:gd name="connsiteX39" fmla="*/ 173844 w 169259"/>
                <a:gd name="connsiteY39" fmla="*/ 54723 h 243416"/>
                <a:gd name="connsiteX40" fmla="*/ 174172 w 169259"/>
                <a:gd name="connsiteY40" fmla="*/ 56235 h 243416"/>
                <a:gd name="connsiteX41" fmla="*/ 176405 w 169259"/>
                <a:gd name="connsiteY41" fmla="*/ 56979 h 243416"/>
                <a:gd name="connsiteX42" fmla="*/ 176847 w 169259"/>
                <a:gd name="connsiteY42" fmla="*/ 62746 h 243416"/>
                <a:gd name="connsiteX43" fmla="*/ 177149 w 169259"/>
                <a:gd name="connsiteY43" fmla="*/ 64420 h 243416"/>
                <a:gd name="connsiteX44" fmla="*/ 179381 w 169259"/>
                <a:gd name="connsiteY44" fmla="*/ 65165 h 243416"/>
                <a:gd name="connsiteX45" fmla="*/ 179707 w 169259"/>
                <a:gd name="connsiteY45" fmla="*/ 68839 h 243416"/>
                <a:gd name="connsiteX46" fmla="*/ 179750 w 169259"/>
                <a:gd name="connsiteY46" fmla="*/ 70859 h 243416"/>
                <a:gd name="connsiteX47" fmla="*/ 178059 w 169259"/>
                <a:gd name="connsiteY47" fmla="*/ 73586 h 243416"/>
                <a:gd name="connsiteX48" fmla="*/ 173428 w 169259"/>
                <a:gd name="connsiteY48" fmla="*/ 74094 h 243416"/>
                <a:gd name="connsiteX49" fmla="*/ 173428 w 169259"/>
                <a:gd name="connsiteY49" fmla="*/ 77071 h 243416"/>
                <a:gd name="connsiteX50" fmla="*/ 162266 w 169259"/>
                <a:gd name="connsiteY50" fmla="*/ 77071 h 243416"/>
                <a:gd name="connsiteX51" fmla="*/ 162266 w 169259"/>
                <a:gd name="connsiteY51" fmla="*/ 80791 h 243416"/>
                <a:gd name="connsiteX52" fmla="*/ 155987 w 169259"/>
                <a:gd name="connsiteY52" fmla="*/ 80838 h 243416"/>
                <a:gd name="connsiteX53" fmla="*/ 154178 w 169259"/>
                <a:gd name="connsiteY53" fmla="*/ 80857 h 243416"/>
                <a:gd name="connsiteX54" fmla="*/ 149616 w 169259"/>
                <a:gd name="connsiteY54" fmla="*/ 80791 h 243416"/>
                <a:gd name="connsiteX55" fmla="*/ 148409 w 169259"/>
                <a:gd name="connsiteY55" fmla="*/ 73118 h 243416"/>
                <a:gd name="connsiteX56" fmla="*/ 148127 w 169259"/>
                <a:gd name="connsiteY56" fmla="*/ 71118 h 243416"/>
                <a:gd name="connsiteX57" fmla="*/ 146639 w 169259"/>
                <a:gd name="connsiteY57" fmla="*/ 70374 h 243416"/>
                <a:gd name="connsiteX58" fmla="*/ 146223 w 169259"/>
                <a:gd name="connsiteY58" fmla="*/ 65842 h 243416"/>
                <a:gd name="connsiteX59" fmla="*/ 143663 w 169259"/>
                <a:gd name="connsiteY59" fmla="*/ 62932 h 243416"/>
                <a:gd name="connsiteX60" fmla="*/ 143290 w 169259"/>
                <a:gd name="connsiteY60" fmla="*/ 60281 h 243416"/>
                <a:gd name="connsiteX61" fmla="*/ 142918 w 169259"/>
                <a:gd name="connsiteY61" fmla="*/ 57723 h 243416"/>
                <a:gd name="connsiteX62" fmla="*/ 140686 w 169259"/>
                <a:gd name="connsiteY62" fmla="*/ 56979 h 243416"/>
                <a:gd name="connsiteX63" fmla="*/ 140686 w 169259"/>
                <a:gd name="connsiteY63" fmla="*/ 53258 h 243416"/>
                <a:gd name="connsiteX64" fmla="*/ 138454 w 169259"/>
                <a:gd name="connsiteY64" fmla="*/ 52514 h 243416"/>
                <a:gd name="connsiteX65" fmla="*/ 138454 w 169259"/>
                <a:gd name="connsiteY65" fmla="*/ 49538 h 243416"/>
                <a:gd name="connsiteX66" fmla="*/ 136221 w 169259"/>
                <a:gd name="connsiteY66" fmla="*/ 48793 h 243416"/>
                <a:gd name="connsiteX67" fmla="*/ 135849 w 169259"/>
                <a:gd name="connsiteY67" fmla="*/ 47259 h 243416"/>
                <a:gd name="connsiteX68" fmla="*/ 135477 w 169259"/>
                <a:gd name="connsiteY68" fmla="*/ 45817 h 243416"/>
                <a:gd name="connsiteX69" fmla="*/ 133245 w 169259"/>
                <a:gd name="connsiteY69" fmla="*/ 45817 h 243416"/>
                <a:gd name="connsiteX70" fmla="*/ 133012 w 169259"/>
                <a:gd name="connsiteY70" fmla="*/ 44329 h 243416"/>
                <a:gd name="connsiteX71" fmla="*/ 132500 w 169259"/>
                <a:gd name="connsiteY71" fmla="*/ 42840 h 243416"/>
                <a:gd name="connsiteX72" fmla="*/ 130268 w 169259"/>
                <a:gd name="connsiteY72" fmla="*/ 42840 h 243416"/>
                <a:gd name="connsiteX73" fmla="*/ 128036 w 169259"/>
                <a:gd name="connsiteY73" fmla="*/ 42840 h 243416"/>
                <a:gd name="connsiteX74" fmla="*/ 127291 w 169259"/>
                <a:gd name="connsiteY74" fmla="*/ 39864 h 243416"/>
                <a:gd name="connsiteX75" fmla="*/ 125059 w 169259"/>
                <a:gd name="connsiteY75" fmla="*/ 39864 h 243416"/>
                <a:gd name="connsiteX76" fmla="*/ 122827 w 169259"/>
                <a:gd name="connsiteY76" fmla="*/ 39864 h 243416"/>
                <a:gd name="connsiteX77" fmla="*/ 122641 w 169259"/>
                <a:gd name="connsiteY77" fmla="*/ 38399 h 243416"/>
                <a:gd name="connsiteX78" fmla="*/ 122082 w 169259"/>
                <a:gd name="connsiteY78" fmla="*/ 36887 h 243416"/>
                <a:gd name="connsiteX79" fmla="*/ 116873 w 169259"/>
                <a:gd name="connsiteY79" fmla="*/ 36515 h 243416"/>
                <a:gd name="connsiteX80" fmla="*/ 111664 w 169259"/>
                <a:gd name="connsiteY80" fmla="*/ 36143 h 243416"/>
                <a:gd name="connsiteX81" fmla="*/ 111374 w 169259"/>
                <a:gd name="connsiteY81" fmla="*/ 34658 h 243416"/>
                <a:gd name="connsiteX82" fmla="*/ 110920 w 169259"/>
                <a:gd name="connsiteY82" fmla="*/ 33166 h 243416"/>
                <a:gd name="connsiteX83" fmla="*/ 107293 w 169259"/>
                <a:gd name="connsiteY83" fmla="*/ 32771 h 243416"/>
                <a:gd name="connsiteX84" fmla="*/ 105072 w 169259"/>
                <a:gd name="connsiteY84" fmla="*/ 32760 h 243416"/>
                <a:gd name="connsiteX85" fmla="*/ 102735 w 169259"/>
                <a:gd name="connsiteY85" fmla="*/ 32794 h 243416"/>
                <a:gd name="connsiteX86" fmla="*/ 100398 w 169259"/>
                <a:gd name="connsiteY86" fmla="*/ 32760 h 243416"/>
                <a:gd name="connsiteX87" fmla="*/ 98177 w 169259"/>
                <a:gd name="connsiteY87" fmla="*/ 32771 h 243416"/>
                <a:gd name="connsiteX88" fmla="*/ 96125 w 169259"/>
                <a:gd name="connsiteY88" fmla="*/ 32781 h 243416"/>
                <a:gd name="connsiteX89" fmla="*/ 94549 w 169259"/>
                <a:gd name="connsiteY89" fmla="*/ 33166 h 243416"/>
                <a:gd name="connsiteX90" fmla="*/ 93805 w 169259"/>
                <a:gd name="connsiteY90" fmla="*/ 36143 h 243416"/>
                <a:gd name="connsiteX91" fmla="*/ 86640 w 169259"/>
                <a:gd name="connsiteY91" fmla="*/ 36506 h 243416"/>
                <a:gd name="connsiteX92" fmla="*/ 82643 w 169259"/>
                <a:gd name="connsiteY92" fmla="*/ 36887 h 243416"/>
                <a:gd name="connsiteX93" fmla="*/ 81899 w 169259"/>
                <a:gd name="connsiteY93" fmla="*/ 39864 h 243416"/>
                <a:gd name="connsiteX94" fmla="*/ 76713 w 169259"/>
                <a:gd name="connsiteY94" fmla="*/ 39678 h 243416"/>
                <a:gd name="connsiteX95" fmla="*/ 75202 w 169259"/>
                <a:gd name="connsiteY95" fmla="*/ 39864 h 243416"/>
                <a:gd name="connsiteX96" fmla="*/ 74457 w 169259"/>
                <a:gd name="connsiteY96" fmla="*/ 42840 h 243416"/>
                <a:gd name="connsiteX97" fmla="*/ 69993 w 169259"/>
                <a:gd name="connsiteY97" fmla="*/ 43584 h 243416"/>
                <a:gd name="connsiteX98" fmla="*/ 69248 w 169259"/>
                <a:gd name="connsiteY98" fmla="*/ 46561 h 243416"/>
                <a:gd name="connsiteX99" fmla="*/ 67016 w 169259"/>
                <a:gd name="connsiteY99" fmla="*/ 47305 h 243416"/>
                <a:gd name="connsiteX100" fmla="*/ 65528 w 169259"/>
                <a:gd name="connsiteY100" fmla="*/ 49538 h 243416"/>
                <a:gd name="connsiteX101" fmla="*/ 64039 w 169259"/>
                <a:gd name="connsiteY101" fmla="*/ 49538 h 243416"/>
                <a:gd name="connsiteX102" fmla="*/ 63807 w 169259"/>
                <a:gd name="connsiteY102" fmla="*/ 50793 h 243416"/>
                <a:gd name="connsiteX103" fmla="*/ 59575 w 169259"/>
                <a:gd name="connsiteY103" fmla="*/ 56235 h 243416"/>
                <a:gd name="connsiteX104" fmla="*/ 58086 w 169259"/>
                <a:gd name="connsiteY104" fmla="*/ 59211 h 243416"/>
                <a:gd name="connsiteX105" fmla="*/ 56598 w 169259"/>
                <a:gd name="connsiteY105" fmla="*/ 59956 h 243416"/>
                <a:gd name="connsiteX106" fmla="*/ 56226 w 169259"/>
                <a:gd name="connsiteY106" fmla="*/ 61816 h 243416"/>
                <a:gd name="connsiteX107" fmla="*/ 55854 w 169259"/>
                <a:gd name="connsiteY107" fmla="*/ 63676 h 243416"/>
                <a:gd name="connsiteX108" fmla="*/ 54366 w 169259"/>
                <a:gd name="connsiteY108" fmla="*/ 64420 h 243416"/>
                <a:gd name="connsiteX109" fmla="*/ 53901 w 169259"/>
                <a:gd name="connsiteY109" fmla="*/ 67443 h 243416"/>
                <a:gd name="connsiteX110" fmla="*/ 53622 w 169259"/>
                <a:gd name="connsiteY110" fmla="*/ 70374 h 243416"/>
                <a:gd name="connsiteX111" fmla="*/ 51389 w 169259"/>
                <a:gd name="connsiteY111" fmla="*/ 70374 h 243416"/>
                <a:gd name="connsiteX112" fmla="*/ 51305 w 169259"/>
                <a:gd name="connsiteY112" fmla="*/ 72301 h 243416"/>
                <a:gd name="connsiteX113" fmla="*/ 51157 w 169259"/>
                <a:gd name="connsiteY113" fmla="*/ 74792 h 243416"/>
                <a:gd name="connsiteX114" fmla="*/ 51026 w 169259"/>
                <a:gd name="connsiteY114" fmla="*/ 77277 h 243416"/>
                <a:gd name="connsiteX115" fmla="*/ 50645 w 169259"/>
                <a:gd name="connsiteY115" fmla="*/ 79303 h 243416"/>
                <a:gd name="connsiteX116" fmla="*/ 48413 w 169259"/>
                <a:gd name="connsiteY116" fmla="*/ 80047 h 243416"/>
                <a:gd name="connsiteX117" fmla="*/ 47901 w 169259"/>
                <a:gd name="connsiteY117" fmla="*/ 85303 h 243416"/>
                <a:gd name="connsiteX118" fmla="*/ 47753 w 169259"/>
                <a:gd name="connsiteY118" fmla="*/ 88213 h 243416"/>
                <a:gd name="connsiteX119" fmla="*/ 47668 w 169259"/>
                <a:gd name="connsiteY119" fmla="*/ 90465 h 243416"/>
                <a:gd name="connsiteX120" fmla="*/ 46180 w 169259"/>
                <a:gd name="connsiteY120" fmla="*/ 90465 h 243416"/>
                <a:gd name="connsiteX121" fmla="*/ 46103 w 169259"/>
                <a:gd name="connsiteY121" fmla="*/ 115168 h 243416"/>
                <a:gd name="connsiteX122" fmla="*/ 46068 w 169259"/>
                <a:gd name="connsiteY122" fmla="*/ 126637 h 243416"/>
                <a:gd name="connsiteX123" fmla="*/ 46039 w 169259"/>
                <a:gd name="connsiteY123" fmla="*/ 137696 h 243416"/>
                <a:gd name="connsiteX124" fmla="*/ 46023 w 169259"/>
                <a:gd name="connsiteY124" fmla="*/ 141925 h 243416"/>
                <a:gd name="connsiteX125" fmla="*/ 46011 w 169259"/>
                <a:gd name="connsiteY125" fmla="*/ 147826 h 243416"/>
                <a:gd name="connsiteX126" fmla="*/ 45995 w 169259"/>
                <a:gd name="connsiteY126" fmla="*/ 149611 h 243416"/>
                <a:gd name="connsiteX127" fmla="*/ 46180 w 169259"/>
                <a:gd name="connsiteY127" fmla="*/ 153717 h 243416"/>
                <a:gd name="connsiteX128" fmla="*/ 47668 w 169259"/>
                <a:gd name="connsiteY128" fmla="*/ 154461 h 243416"/>
                <a:gd name="connsiteX129" fmla="*/ 48024 w 169259"/>
                <a:gd name="connsiteY129" fmla="*/ 162106 h 243416"/>
                <a:gd name="connsiteX130" fmla="*/ 48413 w 169259"/>
                <a:gd name="connsiteY130" fmla="*/ 166368 h 243416"/>
                <a:gd name="connsiteX131" fmla="*/ 50645 w 169259"/>
                <a:gd name="connsiteY131" fmla="*/ 167112 h 243416"/>
                <a:gd name="connsiteX132" fmla="*/ 51157 w 169259"/>
                <a:gd name="connsiteY132" fmla="*/ 171623 h 243416"/>
                <a:gd name="connsiteX133" fmla="*/ 51305 w 169259"/>
                <a:gd name="connsiteY133" fmla="*/ 174114 h 243416"/>
                <a:gd name="connsiteX134" fmla="*/ 51389 w 169259"/>
                <a:gd name="connsiteY134" fmla="*/ 176041 h 243416"/>
                <a:gd name="connsiteX135" fmla="*/ 53622 w 169259"/>
                <a:gd name="connsiteY135" fmla="*/ 176041 h 243416"/>
                <a:gd name="connsiteX136" fmla="*/ 53622 w 169259"/>
                <a:gd name="connsiteY136" fmla="*/ 182739 h 243416"/>
                <a:gd name="connsiteX137" fmla="*/ 55854 w 169259"/>
                <a:gd name="connsiteY137" fmla="*/ 182739 h 243416"/>
                <a:gd name="connsiteX138" fmla="*/ 56598 w 169259"/>
                <a:gd name="connsiteY138" fmla="*/ 186459 h 243416"/>
                <a:gd name="connsiteX139" fmla="*/ 58831 w 169259"/>
                <a:gd name="connsiteY139" fmla="*/ 188692 h 243416"/>
                <a:gd name="connsiteX140" fmla="*/ 63415 w 169259"/>
                <a:gd name="connsiteY140" fmla="*/ 195093 h 243416"/>
                <a:gd name="connsiteX141" fmla="*/ 66272 w 169259"/>
                <a:gd name="connsiteY141" fmla="*/ 197622 h 243416"/>
                <a:gd name="connsiteX142" fmla="*/ 67016 w 169259"/>
                <a:gd name="connsiteY142" fmla="*/ 199854 h 243416"/>
                <a:gd name="connsiteX143" fmla="*/ 68504 w 169259"/>
                <a:gd name="connsiteY143" fmla="*/ 200226 h 243416"/>
                <a:gd name="connsiteX144" fmla="*/ 69993 w 169259"/>
                <a:gd name="connsiteY144" fmla="*/ 200598 h 243416"/>
                <a:gd name="connsiteX145" fmla="*/ 70737 w 169259"/>
                <a:gd name="connsiteY145" fmla="*/ 202831 h 243416"/>
                <a:gd name="connsiteX146" fmla="*/ 72969 w 169259"/>
                <a:gd name="connsiteY146" fmla="*/ 203156 h 243416"/>
                <a:gd name="connsiteX147" fmla="*/ 75202 w 169259"/>
                <a:gd name="connsiteY147" fmla="*/ 203575 h 243416"/>
                <a:gd name="connsiteX148" fmla="*/ 75481 w 169259"/>
                <a:gd name="connsiteY148" fmla="*/ 205063 h 243416"/>
                <a:gd name="connsiteX149" fmla="*/ 75946 w 169259"/>
                <a:gd name="connsiteY149" fmla="*/ 206551 h 243416"/>
                <a:gd name="connsiteX150" fmla="*/ 80550 w 169259"/>
                <a:gd name="connsiteY150" fmla="*/ 207019 h 243416"/>
                <a:gd name="connsiteX151" fmla="*/ 81899 w 169259"/>
                <a:gd name="connsiteY151" fmla="*/ 207295 h 243416"/>
                <a:gd name="connsiteX152" fmla="*/ 82643 w 169259"/>
                <a:gd name="connsiteY152" fmla="*/ 209528 h 243416"/>
                <a:gd name="connsiteX153" fmla="*/ 90736 w 169259"/>
                <a:gd name="connsiteY153" fmla="*/ 209897 h 243416"/>
                <a:gd name="connsiteX154" fmla="*/ 93061 w 169259"/>
                <a:gd name="connsiteY154" fmla="*/ 210272 h 243416"/>
                <a:gd name="connsiteX155" fmla="*/ 93372 w 169259"/>
                <a:gd name="connsiteY155" fmla="*/ 211759 h 243416"/>
                <a:gd name="connsiteX156" fmla="*/ 93805 w 169259"/>
                <a:gd name="connsiteY156" fmla="*/ 213248 h 243416"/>
                <a:gd name="connsiteX157" fmla="*/ 97107 w 169259"/>
                <a:gd name="connsiteY157" fmla="*/ 213644 h 243416"/>
                <a:gd name="connsiteX158" fmla="*/ 99125 w 169259"/>
                <a:gd name="connsiteY158" fmla="*/ 213655 h 243416"/>
                <a:gd name="connsiteX159" fmla="*/ 101247 w 169259"/>
                <a:gd name="connsiteY159" fmla="*/ 213621 h 243416"/>
                <a:gd name="connsiteX160" fmla="*/ 103368 w 169259"/>
                <a:gd name="connsiteY160" fmla="*/ 213655 h 243416"/>
                <a:gd name="connsiteX161" fmla="*/ 105386 w 169259"/>
                <a:gd name="connsiteY161" fmla="*/ 213644 h 243416"/>
                <a:gd name="connsiteX162" fmla="*/ 107249 w 169259"/>
                <a:gd name="connsiteY162" fmla="*/ 213634 h 243416"/>
                <a:gd name="connsiteX163" fmla="*/ 108688 w 169259"/>
                <a:gd name="connsiteY163" fmla="*/ 213248 h 243416"/>
                <a:gd name="connsiteX164" fmla="*/ 109432 w 169259"/>
                <a:gd name="connsiteY164" fmla="*/ 210272 h 243416"/>
                <a:gd name="connsiteX165" fmla="*/ 114641 w 169259"/>
                <a:gd name="connsiteY165" fmla="*/ 209853 h 243416"/>
                <a:gd name="connsiteX166" fmla="*/ 119850 w 169259"/>
                <a:gd name="connsiteY166" fmla="*/ 209528 h 243416"/>
                <a:gd name="connsiteX167" fmla="*/ 120594 w 169259"/>
                <a:gd name="connsiteY167" fmla="*/ 207295 h 243416"/>
                <a:gd name="connsiteX168" fmla="*/ 125271 w 169259"/>
                <a:gd name="connsiteY168" fmla="*/ 206272 h 243416"/>
                <a:gd name="connsiteX169" fmla="*/ 126547 w 169259"/>
                <a:gd name="connsiteY169" fmla="*/ 205807 h 243416"/>
                <a:gd name="connsiteX170" fmla="*/ 126547 w 169259"/>
                <a:gd name="connsiteY170" fmla="*/ 203575 h 243416"/>
                <a:gd name="connsiteX171" fmla="*/ 130268 w 169259"/>
                <a:gd name="connsiteY171" fmla="*/ 202831 h 243416"/>
                <a:gd name="connsiteX172" fmla="*/ 131012 w 169259"/>
                <a:gd name="connsiteY172" fmla="*/ 200598 h 243416"/>
                <a:gd name="connsiteX173" fmla="*/ 134733 w 169259"/>
                <a:gd name="connsiteY173" fmla="*/ 199110 h 243416"/>
                <a:gd name="connsiteX174" fmla="*/ 135477 w 169259"/>
                <a:gd name="connsiteY174" fmla="*/ 196877 h 243416"/>
                <a:gd name="connsiteX175" fmla="*/ 137709 w 169259"/>
                <a:gd name="connsiteY175" fmla="*/ 196133 h 243416"/>
                <a:gd name="connsiteX176" fmla="*/ 138454 w 169259"/>
                <a:gd name="connsiteY176" fmla="*/ 193157 h 243416"/>
                <a:gd name="connsiteX177" fmla="*/ 139942 w 169259"/>
                <a:gd name="connsiteY177" fmla="*/ 192413 h 243416"/>
                <a:gd name="connsiteX178" fmla="*/ 140267 w 169259"/>
                <a:gd name="connsiteY178" fmla="*/ 191017 h 243416"/>
                <a:gd name="connsiteX179" fmla="*/ 142918 w 169259"/>
                <a:gd name="connsiteY179" fmla="*/ 187204 h 243416"/>
                <a:gd name="connsiteX180" fmla="*/ 143709 w 169259"/>
                <a:gd name="connsiteY180" fmla="*/ 185622 h 243416"/>
                <a:gd name="connsiteX181" fmla="*/ 145895 w 169259"/>
                <a:gd name="connsiteY181" fmla="*/ 183483 h 243416"/>
                <a:gd name="connsiteX182" fmla="*/ 146267 w 169259"/>
                <a:gd name="connsiteY182" fmla="*/ 180506 h 243416"/>
                <a:gd name="connsiteX183" fmla="*/ 146639 w 169259"/>
                <a:gd name="connsiteY183" fmla="*/ 177530 h 243416"/>
                <a:gd name="connsiteX184" fmla="*/ 148127 w 169259"/>
                <a:gd name="connsiteY184" fmla="*/ 176786 h 243416"/>
                <a:gd name="connsiteX185" fmla="*/ 148543 w 169259"/>
                <a:gd name="connsiteY185" fmla="*/ 170437 h 243416"/>
                <a:gd name="connsiteX186" fmla="*/ 148872 w 169259"/>
                <a:gd name="connsiteY186" fmla="*/ 168600 h 243416"/>
                <a:gd name="connsiteX187" fmla="*/ 151104 w 169259"/>
                <a:gd name="connsiteY187" fmla="*/ 167856 h 243416"/>
                <a:gd name="connsiteX188" fmla="*/ 151616 w 169259"/>
                <a:gd name="connsiteY188" fmla="*/ 161856 h 243416"/>
                <a:gd name="connsiteX189" fmla="*/ 151693 w 169259"/>
                <a:gd name="connsiteY189" fmla="*/ 160146 h 243416"/>
                <a:gd name="connsiteX190" fmla="*/ 151848 w 169259"/>
                <a:gd name="connsiteY190" fmla="*/ 155950 h 243416"/>
                <a:gd name="connsiteX191" fmla="*/ 158080 w 169259"/>
                <a:gd name="connsiteY191" fmla="*/ 155764 h 243416"/>
                <a:gd name="connsiteX192" fmla="*/ 159871 w 169259"/>
                <a:gd name="connsiteY192" fmla="*/ 155688 h 243416"/>
                <a:gd name="connsiteX193" fmla="*/ 164498 w 169259"/>
                <a:gd name="connsiteY193" fmla="*/ 155950 h 243416"/>
                <a:gd name="connsiteX194" fmla="*/ 165987 w 169259"/>
                <a:gd name="connsiteY194" fmla="*/ 158926 h 243416"/>
                <a:gd name="connsiteX195" fmla="*/ 170917 w 169259"/>
                <a:gd name="connsiteY195" fmla="*/ 159112 h 243416"/>
                <a:gd name="connsiteX196" fmla="*/ 173597 w 169259"/>
                <a:gd name="connsiteY196" fmla="*/ 159031 h 243416"/>
                <a:gd name="connsiteX197" fmla="*/ 175661 w 169259"/>
                <a:gd name="connsiteY197" fmla="*/ 158926 h 243416"/>
                <a:gd name="connsiteX198" fmla="*/ 175661 w 169259"/>
                <a:gd name="connsiteY198" fmla="*/ 162647 h 243416"/>
                <a:gd name="connsiteX199" fmla="*/ 181614 w 169259"/>
                <a:gd name="connsiteY199" fmla="*/ 162647 h 243416"/>
                <a:gd name="connsiteX200" fmla="*/ 181707 w 169259"/>
                <a:gd name="connsiteY200" fmla="*/ 168181 h 243416"/>
                <a:gd name="connsiteX201" fmla="*/ 181745 w 169259"/>
                <a:gd name="connsiteY201" fmla="*/ 169776 h 243416"/>
                <a:gd name="connsiteX202" fmla="*/ 181614 w 169259"/>
                <a:gd name="connsiteY202" fmla="*/ 173809 h 243416"/>
                <a:gd name="connsiteX203" fmla="*/ 180125 w 169259"/>
                <a:gd name="connsiteY203" fmla="*/ 174553 h 243416"/>
                <a:gd name="connsiteX204" fmla="*/ 179474 w 169259"/>
                <a:gd name="connsiteY204" fmla="*/ 181064 h 243416"/>
                <a:gd name="connsiteX205" fmla="*/ 179381 w 169259"/>
                <a:gd name="connsiteY205" fmla="*/ 183483 h 243416"/>
                <a:gd name="connsiteX206" fmla="*/ 177149 w 169259"/>
                <a:gd name="connsiteY206" fmla="*/ 184227 h 243416"/>
                <a:gd name="connsiteX207" fmla="*/ 176637 w 169259"/>
                <a:gd name="connsiteY207" fmla="*/ 187994 h 243416"/>
                <a:gd name="connsiteX208" fmla="*/ 176489 w 169259"/>
                <a:gd name="connsiteY208" fmla="*/ 190067 h 243416"/>
                <a:gd name="connsiteX209" fmla="*/ 176405 w 169259"/>
                <a:gd name="connsiteY209" fmla="*/ 191668 h 243416"/>
                <a:gd name="connsiteX210" fmla="*/ 174172 w 169259"/>
                <a:gd name="connsiteY210" fmla="*/ 191668 h 243416"/>
                <a:gd name="connsiteX211" fmla="*/ 173893 w 169259"/>
                <a:gd name="connsiteY211" fmla="*/ 194598 h 243416"/>
                <a:gd name="connsiteX212" fmla="*/ 173428 w 169259"/>
                <a:gd name="connsiteY212" fmla="*/ 197622 h 243416"/>
                <a:gd name="connsiteX213" fmla="*/ 171940 w 169259"/>
                <a:gd name="connsiteY213" fmla="*/ 198366 h 243416"/>
                <a:gd name="connsiteX214" fmla="*/ 170824 w 169259"/>
                <a:gd name="connsiteY214" fmla="*/ 201017 h 243416"/>
                <a:gd name="connsiteX215" fmla="*/ 169707 w 169259"/>
                <a:gd name="connsiteY215" fmla="*/ 203575 h 243416"/>
                <a:gd name="connsiteX216" fmla="*/ 168219 w 169259"/>
                <a:gd name="connsiteY216" fmla="*/ 203575 h 243416"/>
                <a:gd name="connsiteX217" fmla="*/ 168359 w 169259"/>
                <a:gd name="connsiteY217" fmla="*/ 205389 h 243416"/>
                <a:gd name="connsiteX218" fmla="*/ 168219 w 169259"/>
                <a:gd name="connsiteY218" fmla="*/ 207295 h 243416"/>
                <a:gd name="connsiteX219" fmla="*/ 165987 w 169259"/>
                <a:gd name="connsiteY219" fmla="*/ 208040 h 243416"/>
                <a:gd name="connsiteX220" fmla="*/ 164498 w 169259"/>
                <a:gd name="connsiteY220" fmla="*/ 213248 h 243416"/>
                <a:gd name="connsiteX221" fmla="*/ 163010 w 169259"/>
                <a:gd name="connsiteY221" fmla="*/ 213993 h 243416"/>
                <a:gd name="connsiteX222" fmla="*/ 162266 w 169259"/>
                <a:gd name="connsiteY222" fmla="*/ 216225 h 243416"/>
                <a:gd name="connsiteX223" fmla="*/ 160034 w 169259"/>
                <a:gd name="connsiteY223" fmla="*/ 217713 h 243416"/>
                <a:gd name="connsiteX224" fmla="*/ 159290 w 169259"/>
                <a:gd name="connsiteY224" fmla="*/ 219946 h 243416"/>
                <a:gd name="connsiteX225" fmla="*/ 157057 w 169259"/>
                <a:gd name="connsiteY225" fmla="*/ 222178 h 243416"/>
                <a:gd name="connsiteX226" fmla="*/ 155894 w 169259"/>
                <a:gd name="connsiteY226" fmla="*/ 223434 h 243416"/>
                <a:gd name="connsiteX227" fmla="*/ 153336 w 169259"/>
                <a:gd name="connsiteY227" fmla="*/ 224411 h 243416"/>
                <a:gd name="connsiteX228" fmla="*/ 153057 w 169259"/>
                <a:gd name="connsiteY228" fmla="*/ 225852 h 243416"/>
                <a:gd name="connsiteX229" fmla="*/ 152592 w 169259"/>
                <a:gd name="connsiteY229" fmla="*/ 227387 h 243416"/>
                <a:gd name="connsiteX230" fmla="*/ 149616 w 169259"/>
                <a:gd name="connsiteY230" fmla="*/ 228131 h 243416"/>
                <a:gd name="connsiteX231" fmla="*/ 149244 w 169259"/>
                <a:gd name="connsiteY231" fmla="*/ 229620 h 243416"/>
                <a:gd name="connsiteX232" fmla="*/ 148872 w 169259"/>
                <a:gd name="connsiteY232" fmla="*/ 231108 h 243416"/>
                <a:gd name="connsiteX233" fmla="*/ 145895 w 169259"/>
                <a:gd name="connsiteY233" fmla="*/ 231852 h 243416"/>
                <a:gd name="connsiteX234" fmla="*/ 145151 w 169259"/>
                <a:gd name="connsiteY234" fmla="*/ 234084 h 243416"/>
                <a:gd name="connsiteX235" fmla="*/ 142918 w 169259"/>
                <a:gd name="connsiteY235" fmla="*/ 234410 h 243416"/>
                <a:gd name="connsiteX236" fmla="*/ 140686 w 169259"/>
                <a:gd name="connsiteY236" fmla="*/ 234829 h 243416"/>
                <a:gd name="connsiteX237" fmla="*/ 140360 w 169259"/>
                <a:gd name="connsiteY237" fmla="*/ 236317 h 243416"/>
                <a:gd name="connsiteX238" fmla="*/ 139942 w 169259"/>
                <a:gd name="connsiteY238" fmla="*/ 237805 h 243416"/>
                <a:gd name="connsiteX239" fmla="*/ 134733 w 169259"/>
                <a:gd name="connsiteY239" fmla="*/ 238549 h 243416"/>
                <a:gd name="connsiteX240" fmla="*/ 133989 w 169259"/>
                <a:gd name="connsiteY240" fmla="*/ 240782 h 243416"/>
                <a:gd name="connsiteX241" fmla="*/ 126478 w 169259"/>
                <a:gd name="connsiteY241" fmla="*/ 241151 h 243416"/>
                <a:gd name="connsiteX242" fmla="*/ 124315 w 169259"/>
                <a:gd name="connsiteY242" fmla="*/ 241526 h 243416"/>
                <a:gd name="connsiteX243" fmla="*/ 124068 w 169259"/>
                <a:gd name="connsiteY243" fmla="*/ 243013 h 243416"/>
                <a:gd name="connsiteX244" fmla="*/ 123571 w 169259"/>
                <a:gd name="connsiteY244" fmla="*/ 244502 h 243416"/>
                <a:gd name="connsiteX245" fmla="*/ 119399 w 169259"/>
                <a:gd name="connsiteY245" fmla="*/ 244888 h 243416"/>
                <a:gd name="connsiteX246" fmla="*/ 116698 w 169259"/>
                <a:gd name="connsiteY246" fmla="*/ 244916 h 243416"/>
                <a:gd name="connsiteX247" fmla="*/ 113757 w 169259"/>
                <a:gd name="connsiteY247" fmla="*/ 244898 h 243416"/>
                <a:gd name="connsiteX248" fmla="*/ 110763 w 169259"/>
                <a:gd name="connsiteY248" fmla="*/ 244906 h 243416"/>
                <a:gd name="connsiteX249" fmla="*/ 104480 w 169259"/>
                <a:gd name="connsiteY249" fmla="*/ 244890 h 243416"/>
                <a:gd name="connsiteX250" fmla="*/ 96409 w 169259"/>
                <a:gd name="connsiteY250" fmla="*/ 244901 h 243416"/>
                <a:gd name="connsiteX251" fmla="*/ 90223 w 169259"/>
                <a:gd name="connsiteY251" fmla="*/ 244901 h 243416"/>
                <a:gd name="connsiteX252" fmla="*/ 85795 w 169259"/>
                <a:gd name="connsiteY252" fmla="*/ 244916 h 243416"/>
                <a:gd name="connsiteX253" fmla="*/ 83094 w 169259"/>
                <a:gd name="connsiteY253" fmla="*/ 244888 h 243416"/>
                <a:gd name="connsiteX254" fmla="*/ 80702 w 169259"/>
                <a:gd name="connsiteY254" fmla="*/ 244880 h 243416"/>
                <a:gd name="connsiteX255" fmla="*/ 78922 w 169259"/>
                <a:gd name="connsiteY255" fmla="*/ 244502 h 243416"/>
                <a:gd name="connsiteX256" fmla="*/ 78178 w 169259"/>
                <a:gd name="connsiteY256" fmla="*/ 241526 h 243416"/>
                <a:gd name="connsiteX257" fmla="*/ 73341 w 169259"/>
                <a:gd name="connsiteY257" fmla="*/ 241107 h 243416"/>
                <a:gd name="connsiteX258" fmla="*/ 68504 w 169259"/>
                <a:gd name="connsiteY258" fmla="*/ 240782 h 243416"/>
                <a:gd name="connsiteX259" fmla="*/ 67760 w 169259"/>
                <a:gd name="connsiteY259" fmla="*/ 238549 h 243416"/>
                <a:gd name="connsiteX260" fmla="*/ 64737 w 169259"/>
                <a:gd name="connsiteY260" fmla="*/ 238038 h 243416"/>
                <a:gd name="connsiteX261" fmla="*/ 61807 w 169259"/>
                <a:gd name="connsiteY261" fmla="*/ 237805 h 243416"/>
                <a:gd name="connsiteX262" fmla="*/ 61807 w 169259"/>
                <a:gd name="connsiteY262" fmla="*/ 234829 h 243416"/>
                <a:gd name="connsiteX263" fmla="*/ 59249 w 169259"/>
                <a:gd name="connsiteY263" fmla="*/ 234596 h 243416"/>
                <a:gd name="connsiteX264" fmla="*/ 56598 w 169259"/>
                <a:gd name="connsiteY264" fmla="*/ 234084 h 243416"/>
                <a:gd name="connsiteX265" fmla="*/ 55854 w 169259"/>
                <a:gd name="connsiteY265" fmla="*/ 231852 h 243416"/>
                <a:gd name="connsiteX266" fmla="*/ 53622 w 169259"/>
                <a:gd name="connsiteY266" fmla="*/ 231108 h 243416"/>
                <a:gd name="connsiteX267" fmla="*/ 51389 w 169259"/>
                <a:gd name="connsiteY267" fmla="*/ 230364 h 243416"/>
                <a:gd name="connsiteX268" fmla="*/ 50645 w 169259"/>
                <a:gd name="connsiteY268" fmla="*/ 228131 h 243416"/>
                <a:gd name="connsiteX269" fmla="*/ 48413 w 169259"/>
                <a:gd name="connsiteY269" fmla="*/ 227387 h 243416"/>
                <a:gd name="connsiteX270" fmla="*/ 46924 w 169259"/>
                <a:gd name="connsiteY270" fmla="*/ 224411 h 243416"/>
                <a:gd name="connsiteX271" fmla="*/ 44692 w 169259"/>
                <a:gd name="connsiteY271" fmla="*/ 223666 h 243416"/>
                <a:gd name="connsiteX272" fmla="*/ 43948 w 169259"/>
                <a:gd name="connsiteY272" fmla="*/ 221434 h 243416"/>
                <a:gd name="connsiteX273" fmla="*/ 42134 w 169259"/>
                <a:gd name="connsiteY273" fmla="*/ 219620 h 243416"/>
                <a:gd name="connsiteX274" fmla="*/ 38739 w 169259"/>
                <a:gd name="connsiteY274" fmla="*/ 214737 h 243416"/>
                <a:gd name="connsiteX275" fmla="*/ 37250 w 169259"/>
                <a:gd name="connsiteY275" fmla="*/ 214737 h 243416"/>
                <a:gd name="connsiteX276" fmla="*/ 36925 w 169259"/>
                <a:gd name="connsiteY276" fmla="*/ 212876 h 243416"/>
                <a:gd name="connsiteX277" fmla="*/ 36506 w 169259"/>
                <a:gd name="connsiteY277" fmla="*/ 211016 h 243416"/>
                <a:gd name="connsiteX278" fmla="*/ 34274 w 169259"/>
                <a:gd name="connsiteY278" fmla="*/ 211016 h 243416"/>
                <a:gd name="connsiteX279" fmla="*/ 34041 w 169259"/>
                <a:gd name="connsiteY279" fmla="*/ 208923 h 243416"/>
                <a:gd name="connsiteX280" fmla="*/ 31297 w 169259"/>
                <a:gd name="connsiteY280" fmla="*/ 204319 h 243416"/>
                <a:gd name="connsiteX281" fmla="*/ 30553 w 169259"/>
                <a:gd name="connsiteY281" fmla="*/ 202086 h 243416"/>
                <a:gd name="connsiteX282" fmla="*/ 29065 w 169259"/>
                <a:gd name="connsiteY282" fmla="*/ 201342 h 243416"/>
                <a:gd name="connsiteX283" fmla="*/ 27577 w 169259"/>
                <a:gd name="connsiteY283" fmla="*/ 196133 h 243416"/>
                <a:gd name="connsiteX284" fmla="*/ 26088 w 169259"/>
                <a:gd name="connsiteY284" fmla="*/ 195389 h 243416"/>
                <a:gd name="connsiteX285" fmla="*/ 25673 w 169259"/>
                <a:gd name="connsiteY285" fmla="*/ 190785 h 243416"/>
                <a:gd name="connsiteX286" fmla="*/ 25344 w 169259"/>
                <a:gd name="connsiteY286" fmla="*/ 189436 h 243416"/>
                <a:gd name="connsiteX287" fmla="*/ 23112 w 169259"/>
                <a:gd name="connsiteY287" fmla="*/ 188692 h 243416"/>
                <a:gd name="connsiteX288" fmla="*/ 22693 w 169259"/>
                <a:gd name="connsiteY288" fmla="*/ 185343 h 243416"/>
                <a:gd name="connsiteX289" fmla="*/ 22368 w 169259"/>
                <a:gd name="connsiteY289" fmla="*/ 181995 h 243416"/>
                <a:gd name="connsiteX290" fmla="*/ 20879 w 169259"/>
                <a:gd name="connsiteY290" fmla="*/ 181250 h 243416"/>
                <a:gd name="connsiteX291" fmla="*/ 20464 w 169259"/>
                <a:gd name="connsiteY291" fmla="*/ 174321 h 243416"/>
                <a:gd name="connsiteX292" fmla="*/ 20135 w 169259"/>
                <a:gd name="connsiteY292" fmla="*/ 172321 h 243416"/>
                <a:gd name="connsiteX293" fmla="*/ 17903 w 169259"/>
                <a:gd name="connsiteY293" fmla="*/ 171577 h 243416"/>
                <a:gd name="connsiteX294" fmla="*/ 17522 w 169259"/>
                <a:gd name="connsiteY294" fmla="*/ 168574 h 243416"/>
                <a:gd name="connsiteX295" fmla="*/ 17442 w 169259"/>
                <a:gd name="connsiteY295" fmla="*/ 166750 h 243416"/>
                <a:gd name="connsiteX296" fmla="*/ 17391 w 169259"/>
                <a:gd name="connsiteY296" fmla="*/ 164833 h 243416"/>
                <a:gd name="connsiteX297" fmla="*/ 17314 w 169259"/>
                <a:gd name="connsiteY297" fmla="*/ 162907 h 243416"/>
                <a:gd name="connsiteX298" fmla="*/ 17159 w 169259"/>
                <a:gd name="connsiteY298" fmla="*/ 158182 h 243416"/>
                <a:gd name="connsiteX299" fmla="*/ 14926 w 169259"/>
                <a:gd name="connsiteY299" fmla="*/ 158926 h 243416"/>
                <a:gd name="connsiteX300" fmla="*/ 14882 w 169259"/>
                <a:gd name="connsiteY300" fmla="*/ 157230 h 243416"/>
                <a:gd name="connsiteX301" fmla="*/ 14647 w 169259"/>
                <a:gd name="connsiteY301" fmla="*/ 149671 h 243416"/>
                <a:gd name="connsiteX302" fmla="*/ 14577 w 169259"/>
                <a:gd name="connsiteY302" fmla="*/ 147001 h 243416"/>
                <a:gd name="connsiteX303" fmla="*/ 14490 w 169259"/>
                <a:gd name="connsiteY303" fmla="*/ 144465 h 243416"/>
                <a:gd name="connsiteX304" fmla="*/ 14419 w 169259"/>
                <a:gd name="connsiteY304" fmla="*/ 142115 h 243416"/>
                <a:gd name="connsiteX305" fmla="*/ 14182 w 169259"/>
                <a:gd name="connsiteY305" fmla="*/ 140323 h 243416"/>
                <a:gd name="connsiteX306" fmla="*/ 12694 w 169259"/>
                <a:gd name="connsiteY306" fmla="*/ 139579 h 243416"/>
                <a:gd name="connsiteX307" fmla="*/ 12501 w 169259"/>
                <a:gd name="connsiteY307" fmla="*/ 136227 h 243416"/>
                <a:gd name="connsiteX308" fmla="*/ 12487 w 169259"/>
                <a:gd name="connsiteY308" fmla="*/ 134067 h 243416"/>
                <a:gd name="connsiteX309" fmla="*/ 12496 w 169259"/>
                <a:gd name="connsiteY309" fmla="*/ 131719 h 243416"/>
                <a:gd name="connsiteX310" fmla="*/ 12492 w 169259"/>
                <a:gd name="connsiteY310" fmla="*/ 129325 h 243416"/>
                <a:gd name="connsiteX311" fmla="*/ 12500 w 169259"/>
                <a:gd name="connsiteY311" fmla="*/ 124303 h 243416"/>
                <a:gd name="connsiteX312" fmla="*/ 12490 w 169259"/>
                <a:gd name="connsiteY312" fmla="*/ 116586 h 243416"/>
                <a:gd name="connsiteX313" fmla="*/ 12496 w 169259"/>
                <a:gd name="connsiteY313" fmla="*/ 111720 h 243416"/>
                <a:gd name="connsiteX314" fmla="*/ 12487 w 169259"/>
                <a:gd name="connsiteY314" fmla="*/ 109371 h 243416"/>
                <a:gd name="connsiteX315" fmla="*/ 12501 w 169259"/>
                <a:gd name="connsiteY315" fmla="*/ 107211 h 243416"/>
                <a:gd name="connsiteX316" fmla="*/ 12505 w 169259"/>
                <a:gd name="connsiteY316" fmla="*/ 105300 h 243416"/>
                <a:gd name="connsiteX317" fmla="*/ 12694 w 169259"/>
                <a:gd name="connsiteY317" fmla="*/ 103860 h 243416"/>
                <a:gd name="connsiteX318" fmla="*/ 14182 w 169259"/>
                <a:gd name="connsiteY318" fmla="*/ 103116 h 243416"/>
                <a:gd name="connsiteX319" fmla="*/ 14412 w 169259"/>
                <a:gd name="connsiteY319" fmla="*/ 99000 h 243416"/>
                <a:gd name="connsiteX320" fmla="*/ 14468 w 169259"/>
                <a:gd name="connsiteY320" fmla="*/ 96474 h 243416"/>
                <a:gd name="connsiteX321" fmla="*/ 14538 w 169259"/>
                <a:gd name="connsiteY321" fmla="*/ 91154 h 243416"/>
                <a:gd name="connsiteX322" fmla="*/ 14598 w 169259"/>
                <a:gd name="connsiteY322" fmla="*/ 88628 h 243416"/>
                <a:gd name="connsiteX323" fmla="*/ 14628 w 169259"/>
                <a:gd name="connsiteY323" fmla="*/ 86293 h 243416"/>
                <a:gd name="connsiteX324" fmla="*/ 14926 w 169259"/>
                <a:gd name="connsiteY324" fmla="*/ 84512 h 243416"/>
                <a:gd name="connsiteX325" fmla="*/ 17159 w 169259"/>
                <a:gd name="connsiteY325" fmla="*/ 83768 h 243416"/>
                <a:gd name="connsiteX326" fmla="*/ 17531 w 169259"/>
                <a:gd name="connsiteY326" fmla="*/ 78280 h 243416"/>
                <a:gd name="connsiteX327" fmla="*/ 19010 w 169259"/>
                <a:gd name="connsiteY327" fmla="*/ 71353 h 243416"/>
                <a:gd name="connsiteX328" fmla="*/ 20135 w 169259"/>
                <a:gd name="connsiteY328" fmla="*/ 70374 h 243416"/>
                <a:gd name="connsiteX329" fmla="*/ 20647 w 169259"/>
                <a:gd name="connsiteY329" fmla="*/ 66885 h 243416"/>
                <a:gd name="connsiteX330" fmla="*/ 20795 w 169259"/>
                <a:gd name="connsiteY330" fmla="*/ 65063 h 243416"/>
                <a:gd name="connsiteX331" fmla="*/ 20879 w 169259"/>
                <a:gd name="connsiteY331" fmla="*/ 63676 h 243416"/>
                <a:gd name="connsiteX332" fmla="*/ 23112 w 169259"/>
                <a:gd name="connsiteY332" fmla="*/ 63676 h 243416"/>
                <a:gd name="connsiteX333" fmla="*/ 22972 w 169259"/>
                <a:gd name="connsiteY333" fmla="*/ 60793 h 243416"/>
                <a:gd name="connsiteX334" fmla="*/ 23112 w 169259"/>
                <a:gd name="connsiteY334" fmla="*/ 57723 h 243416"/>
                <a:gd name="connsiteX335" fmla="*/ 25344 w 169259"/>
                <a:gd name="connsiteY335" fmla="*/ 56235 h 243416"/>
                <a:gd name="connsiteX336" fmla="*/ 25716 w 169259"/>
                <a:gd name="connsiteY336" fmla="*/ 53584 h 243416"/>
                <a:gd name="connsiteX337" fmla="*/ 26088 w 169259"/>
                <a:gd name="connsiteY337" fmla="*/ 51026 h 243416"/>
                <a:gd name="connsiteX338" fmla="*/ 28321 w 169259"/>
                <a:gd name="connsiteY338" fmla="*/ 50282 h 243416"/>
                <a:gd name="connsiteX339" fmla="*/ 29065 w 169259"/>
                <a:gd name="connsiteY339" fmla="*/ 45073 h 243416"/>
                <a:gd name="connsiteX340" fmla="*/ 31297 w 169259"/>
                <a:gd name="connsiteY340" fmla="*/ 42840 h 243416"/>
                <a:gd name="connsiteX341" fmla="*/ 32041 w 169259"/>
                <a:gd name="connsiteY341" fmla="*/ 40608 h 243416"/>
                <a:gd name="connsiteX342" fmla="*/ 35437 w 169259"/>
                <a:gd name="connsiteY342" fmla="*/ 37306 h 243416"/>
                <a:gd name="connsiteX343" fmla="*/ 37297 w 169259"/>
                <a:gd name="connsiteY343" fmla="*/ 34562 h 243416"/>
                <a:gd name="connsiteX344" fmla="*/ 39483 w 169259"/>
                <a:gd name="connsiteY344" fmla="*/ 32422 h 243416"/>
                <a:gd name="connsiteX345" fmla="*/ 40227 w 169259"/>
                <a:gd name="connsiteY345" fmla="*/ 30190 h 243416"/>
                <a:gd name="connsiteX346" fmla="*/ 42459 w 169259"/>
                <a:gd name="connsiteY346" fmla="*/ 28702 h 243416"/>
                <a:gd name="connsiteX347" fmla="*/ 43204 w 169259"/>
                <a:gd name="connsiteY347" fmla="*/ 26469 h 243416"/>
                <a:gd name="connsiteX348" fmla="*/ 45436 w 169259"/>
                <a:gd name="connsiteY348" fmla="*/ 24981 h 243416"/>
                <a:gd name="connsiteX349" fmla="*/ 46180 w 169259"/>
                <a:gd name="connsiteY349" fmla="*/ 22749 h 243416"/>
                <a:gd name="connsiteX350" fmla="*/ 49157 w 169259"/>
                <a:gd name="connsiteY350" fmla="*/ 21260 h 243416"/>
                <a:gd name="connsiteX351" fmla="*/ 49901 w 169259"/>
                <a:gd name="connsiteY351" fmla="*/ 19028 h 243416"/>
                <a:gd name="connsiteX352" fmla="*/ 53622 w 169259"/>
                <a:gd name="connsiteY352" fmla="*/ 18284 h 243416"/>
                <a:gd name="connsiteX353" fmla="*/ 54366 w 169259"/>
                <a:gd name="connsiteY353" fmla="*/ 16051 h 243416"/>
                <a:gd name="connsiteX354" fmla="*/ 56645 w 169259"/>
                <a:gd name="connsiteY354" fmla="*/ 15307 h 243416"/>
                <a:gd name="connsiteX355" fmla="*/ 58831 w 169259"/>
                <a:gd name="connsiteY355" fmla="*/ 14563 h 243416"/>
                <a:gd name="connsiteX356" fmla="*/ 58831 w 169259"/>
                <a:gd name="connsiteY356" fmla="*/ 12331 h 243416"/>
                <a:gd name="connsiteX357" fmla="*/ 61761 w 169259"/>
                <a:gd name="connsiteY357" fmla="*/ 12563 h 243416"/>
                <a:gd name="connsiteX358" fmla="*/ 64784 w 169259"/>
                <a:gd name="connsiteY358" fmla="*/ 12331 h 243416"/>
                <a:gd name="connsiteX359" fmla="*/ 65528 w 169259"/>
                <a:gd name="connsiteY359" fmla="*/ 8610 h 243416"/>
                <a:gd name="connsiteX360" fmla="*/ 70737 w 169259"/>
                <a:gd name="connsiteY360" fmla="*/ 7866 h 243416"/>
                <a:gd name="connsiteX361" fmla="*/ 71481 w 169259"/>
                <a:gd name="connsiteY361" fmla="*/ 5633 h 243416"/>
                <a:gd name="connsiteX362" fmla="*/ 78992 w 169259"/>
                <a:gd name="connsiteY362" fmla="*/ 5264 h 243416"/>
                <a:gd name="connsiteX363" fmla="*/ 81155 w 169259"/>
                <a:gd name="connsiteY363" fmla="*/ 4889 h 243416"/>
                <a:gd name="connsiteX364" fmla="*/ 81418 w 169259"/>
                <a:gd name="connsiteY364" fmla="*/ 3401 h 243416"/>
                <a:gd name="connsiteX365" fmla="*/ 81899 w 169259"/>
                <a:gd name="connsiteY365" fmla="*/ 1913 h 24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Lst>
              <a:rect l="l" t="t" r="r" b="b"/>
              <a:pathLst>
                <a:path w="169259" h="243416">
                  <a:moveTo>
                    <a:pt x="81899" y="1913"/>
                  </a:moveTo>
                  <a:cubicBezTo>
                    <a:pt x="83565" y="1535"/>
                    <a:pt x="83565" y="1535"/>
                    <a:pt x="85797" y="1527"/>
                  </a:cubicBezTo>
                  <a:cubicBezTo>
                    <a:pt x="86629" y="1518"/>
                    <a:pt x="87461" y="1509"/>
                    <a:pt x="88318" y="1499"/>
                  </a:cubicBezTo>
                  <a:cubicBezTo>
                    <a:pt x="89223" y="1505"/>
                    <a:pt x="90128" y="1511"/>
                    <a:pt x="91061" y="1517"/>
                  </a:cubicBezTo>
                  <a:cubicBezTo>
                    <a:pt x="92444" y="1513"/>
                    <a:pt x="92444" y="1513"/>
                    <a:pt x="93855" y="1509"/>
                  </a:cubicBezTo>
                  <a:cubicBezTo>
                    <a:pt x="95810" y="1507"/>
                    <a:pt x="97764" y="1511"/>
                    <a:pt x="99718" y="1525"/>
                  </a:cubicBezTo>
                  <a:cubicBezTo>
                    <a:pt x="102229" y="1541"/>
                    <a:pt x="104738" y="1532"/>
                    <a:pt x="107248" y="1514"/>
                  </a:cubicBezTo>
                  <a:cubicBezTo>
                    <a:pt x="109635" y="1501"/>
                    <a:pt x="112022" y="1510"/>
                    <a:pt x="114409" y="1517"/>
                  </a:cubicBezTo>
                  <a:cubicBezTo>
                    <a:pt x="115314" y="1511"/>
                    <a:pt x="116219" y="1505"/>
                    <a:pt x="117152" y="1499"/>
                  </a:cubicBezTo>
                  <a:cubicBezTo>
                    <a:pt x="118400" y="1513"/>
                    <a:pt x="118400" y="1513"/>
                    <a:pt x="119673" y="1527"/>
                  </a:cubicBezTo>
                  <a:cubicBezTo>
                    <a:pt x="120409" y="1530"/>
                    <a:pt x="121146" y="1532"/>
                    <a:pt x="121904" y="1535"/>
                  </a:cubicBezTo>
                  <a:cubicBezTo>
                    <a:pt x="122454" y="1659"/>
                    <a:pt x="123004" y="1784"/>
                    <a:pt x="123571" y="1913"/>
                  </a:cubicBezTo>
                  <a:cubicBezTo>
                    <a:pt x="124051" y="3401"/>
                    <a:pt x="124051" y="3401"/>
                    <a:pt x="124315" y="4889"/>
                  </a:cubicBezTo>
                  <a:cubicBezTo>
                    <a:pt x="126551" y="5334"/>
                    <a:pt x="126551" y="5334"/>
                    <a:pt x="129152" y="5308"/>
                  </a:cubicBezTo>
                  <a:cubicBezTo>
                    <a:pt x="131826" y="5357"/>
                    <a:pt x="131826" y="5357"/>
                    <a:pt x="133989" y="5633"/>
                  </a:cubicBezTo>
                  <a:cubicBezTo>
                    <a:pt x="134234" y="6370"/>
                    <a:pt x="134480" y="7107"/>
                    <a:pt x="134733" y="7866"/>
                  </a:cubicBezTo>
                  <a:cubicBezTo>
                    <a:pt x="135592" y="7973"/>
                    <a:pt x="136452" y="8081"/>
                    <a:pt x="137337" y="8191"/>
                  </a:cubicBezTo>
                  <a:cubicBezTo>
                    <a:pt x="138197" y="8329"/>
                    <a:pt x="139056" y="8468"/>
                    <a:pt x="139942" y="8610"/>
                  </a:cubicBezTo>
                  <a:cubicBezTo>
                    <a:pt x="140219" y="9594"/>
                    <a:pt x="140467" y="10587"/>
                    <a:pt x="140686" y="11586"/>
                  </a:cubicBezTo>
                  <a:cubicBezTo>
                    <a:pt x="142173" y="11840"/>
                    <a:pt x="143662" y="12087"/>
                    <a:pt x="145151" y="12331"/>
                  </a:cubicBezTo>
                  <a:cubicBezTo>
                    <a:pt x="145671" y="13310"/>
                    <a:pt x="146168" y="14303"/>
                    <a:pt x="146639" y="15307"/>
                  </a:cubicBezTo>
                  <a:cubicBezTo>
                    <a:pt x="147253" y="15430"/>
                    <a:pt x="147867" y="15553"/>
                    <a:pt x="148499" y="15679"/>
                  </a:cubicBezTo>
                  <a:cubicBezTo>
                    <a:pt x="149113" y="15802"/>
                    <a:pt x="149727" y="15925"/>
                    <a:pt x="150360" y="16051"/>
                  </a:cubicBezTo>
                  <a:cubicBezTo>
                    <a:pt x="151197" y="17447"/>
                    <a:pt x="151197" y="17447"/>
                    <a:pt x="151848" y="19028"/>
                  </a:cubicBezTo>
                  <a:cubicBezTo>
                    <a:pt x="152447" y="19626"/>
                    <a:pt x="152447" y="19626"/>
                    <a:pt x="153057" y="20237"/>
                  </a:cubicBezTo>
                  <a:cubicBezTo>
                    <a:pt x="154081" y="21260"/>
                    <a:pt x="154081" y="21260"/>
                    <a:pt x="154081" y="22749"/>
                  </a:cubicBezTo>
                  <a:cubicBezTo>
                    <a:pt x="154817" y="22749"/>
                    <a:pt x="155554" y="22749"/>
                    <a:pt x="156313" y="22749"/>
                  </a:cubicBezTo>
                  <a:cubicBezTo>
                    <a:pt x="156561" y="23989"/>
                    <a:pt x="156809" y="25229"/>
                    <a:pt x="157057" y="26469"/>
                  </a:cubicBezTo>
                  <a:cubicBezTo>
                    <a:pt x="157794" y="26469"/>
                    <a:pt x="158530" y="26469"/>
                    <a:pt x="159290" y="26469"/>
                  </a:cubicBezTo>
                  <a:cubicBezTo>
                    <a:pt x="160080" y="27911"/>
                    <a:pt x="160080" y="27911"/>
                    <a:pt x="160778" y="29446"/>
                  </a:cubicBezTo>
                  <a:cubicBezTo>
                    <a:pt x="161269" y="29691"/>
                    <a:pt x="161760" y="29937"/>
                    <a:pt x="162266" y="30190"/>
                  </a:cubicBezTo>
                  <a:cubicBezTo>
                    <a:pt x="162762" y="31182"/>
                    <a:pt x="163258" y="32174"/>
                    <a:pt x="163754" y="33166"/>
                  </a:cubicBezTo>
                  <a:cubicBezTo>
                    <a:pt x="164245" y="33412"/>
                    <a:pt x="164737" y="33658"/>
                    <a:pt x="165243" y="33911"/>
                  </a:cubicBezTo>
                  <a:cubicBezTo>
                    <a:pt x="165708" y="36190"/>
                    <a:pt x="165708" y="36190"/>
                    <a:pt x="165987" y="38375"/>
                  </a:cubicBezTo>
                  <a:cubicBezTo>
                    <a:pt x="166723" y="38375"/>
                    <a:pt x="167460" y="38375"/>
                    <a:pt x="168219" y="38375"/>
                  </a:cubicBezTo>
                  <a:cubicBezTo>
                    <a:pt x="168296" y="39189"/>
                    <a:pt x="168373" y="40002"/>
                    <a:pt x="168452" y="40840"/>
                  </a:cubicBezTo>
                  <a:cubicBezTo>
                    <a:pt x="168975" y="43647"/>
                    <a:pt x="169191" y="44063"/>
                    <a:pt x="171196" y="45817"/>
                  </a:cubicBezTo>
                  <a:cubicBezTo>
                    <a:pt x="171457" y="46806"/>
                    <a:pt x="171708" y="47797"/>
                    <a:pt x="171940" y="48793"/>
                  </a:cubicBezTo>
                  <a:cubicBezTo>
                    <a:pt x="172431" y="49039"/>
                    <a:pt x="172922" y="49285"/>
                    <a:pt x="173428" y="49538"/>
                  </a:cubicBezTo>
                  <a:cubicBezTo>
                    <a:pt x="173691" y="51268"/>
                    <a:pt x="173758" y="52976"/>
                    <a:pt x="173844" y="54723"/>
                  </a:cubicBezTo>
                  <a:cubicBezTo>
                    <a:pt x="173952" y="55222"/>
                    <a:pt x="174061" y="55721"/>
                    <a:pt x="174172" y="56235"/>
                  </a:cubicBezTo>
                  <a:cubicBezTo>
                    <a:pt x="174909" y="56480"/>
                    <a:pt x="175646" y="56726"/>
                    <a:pt x="176405" y="56979"/>
                  </a:cubicBezTo>
                  <a:cubicBezTo>
                    <a:pt x="176754" y="58911"/>
                    <a:pt x="176780" y="60785"/>
                    <a:pt x="176847" y="62746"/>
                  </a:cubicBezTo>
                  <a:cubicBezTo>
                    <a:pt x="176946" y="63299"/>
                    <a:pt x="177046" y="63851"/>
                    <a:pt x="177149" y="64420"/>
                  </a:cubicBezTo>
                  <a:cubicBezTo>
                    <a:pt x="177886" y="64666"/>
                    <a:pt x="178622" y="64912"/>
                    <a:pt x="179381" y="65165"/>
                  </a:cubicBezTo>
                  <a:cubicBezTo>
                    <a:pt x="179704" y="66813"/>
                    <a:pt x="179704" y="66813"/>
                    <a:pt x="179707" y="68839"/>
                  </a:cubicBezTo>
                  <a:cubicBezTo>
                    <a:pt x="179721" y="69505"/>
                    <a:pt x="179736" y="70172"/>
                    <a:pt x="179750" y="70859"/>
                  </a:cubicBezTo>
                  <a:cubicBezTo>
                    <a:pt x="179381" y="72606"/>
                    <a:pt x="179381" y="72606"/>
                    <a:pt x="178059" y="73586"/>
                  </a:cubicBezTo>
                  <a:cubicBezTo>
                    <a:pt x="176405" y="74094"/>
                    <a:pt x="176405" y="74094"/>
                    <a:pt x="173428" y="74094"/>
                  </a:cubicBezTo>
                  <a:cubicBezTo>
                    <a:pt x="173428" y="75076"/>
                    <a:pt x="173428" y="76059"/>
                    <a:pt x="173428" y="77071"/>
                  </a:cubicBezTo>
                  <a:cubicBezTo>
                    <a:pt x="169745" y="77071"/>
                    <a:pt x="166061" y="77071"/>
                    <a:pt x="162266" y="77071"/>
                  </a:cubicBezTo>
                  <a:cubicBezTo>
                    <a:pt x="162266" y="78299"/>
                    <a:pt x="162266" y="79526"/>
                    <a:pt x="162266" y="80791"/>
                  </a:cubicBezTo>
                  <a:cubicBezTo>
                    <a:pt x="160173" y="80811"/>
                    <a:pt x="158080" y="80826"/>
                    <a:pt x="155987" y="80838"/>
                  </a:cubicBezTo>
                  <a:cubicBezTo>
                    <a:pt x="155390" y="80844"/>
                    <a:pt x="154793" y="80850"/>
                    <a:pt x="154178" y="80857"/>
                  </a:cubicBezTo>
                  <a:cubicBezTo>
                    <a:pt x="152657" y="80863"/>
                    <a:pt x="151136" y="80830"/>
                    <a:pt x="149616" y="80791"/>
                  </a:cubicBezTo>
                  <a:cubicBezTo>
                    <a:pt x="147961" y="79137"/>
                    <a:pt x="148534" y="75358"/>
                    <a:pt x="148409" y="73118"/>
                  </a:cubicBezTo>
                  <a:cubicBezTo>
                    <a:pt x="148316" y="72458"/>
                    <a:pt x="148223" y="71798"/>
                    <a:pt x="148127" y="71118"/>
                  </a:cubicBezTo>
                  <a:cubicBezTo>
                    <a:pt x="147636" y="70872"/>
                    <a:pt x="147145" y="70627"/>
                    <a:pt x="146639" y="70374"/>
                  </a:cubicBezTo>
                  <a:cubicBezTo>
                    <a:pt x="146472" y="68866"/>
                    <a:pt x="146309" y="67356"/>
                    <a:pt x="146223" y="65842"/>
                  </a:cubicBezTo>
                  <a:cubicBezTo>
                    <a:pt x="145997" y="64120"/>
                    <a:pt x="145997" y="64120"/>
                    <a:pt x="143663" y="62932"/>
                  </a:cubicBezTo>
                  <a:cubicBezTo>
                    <a:pt x="143540" y="62057"/>
                    <a:pt x="143417" y="61182"/>
                    <a:pt x="143290" y="60281"/>
                  </a:cubicBezTo>
                  <a:cubicBezTo>
                    <a:pt x="143168" y="59437"/>
                    <a:pt x="143045" y="58593"/>
                    <a:pt x="142918" y="57723"/>
                  </a:cubicBezTo>
                  <a:cubicBezTo>
                    <a:pt x="142182" y="57478"/>
                    <a:pt x="141445" y="57232"/>
                    <a:pt x="140686" y="56979"/>
                  </a:cubicBezTo>
                  <a:cubicBezTo>
                    <a:pt x="140686" y="55739"/>
                    <a:pt x="140686" y="54499"/>
                    <a:pt x="140686" y="53258"/>
                  </a:cubicBezTo>
                  <a:cubicBezTo>
                    <a:pt x="139949" y="53013"/>
                    <a:pt x="139213" y="52767"/>
                    <a:pt x="138454" y="52514"/>
                  </a:cubicBezTo>
                  <a:cubicBezTo>
                    <a:pt x="138454" y="51532"/>
                    <a:pt x="138454" y="50550"/>
                    <a:pt x="138454" y="49538"/>
                  </a:cubicBezTo>
                  <a:cubicBezTo>
                    <a:pt x="137717" y="49292"/>
                    <a:pt x="136980" y="49046"/>
                    <a:pt x="136221" y="48793"/>
                  </a:cubicBezTo>
                  <a:cubicBezTo>
                    <a:pt x="136098" y="48287"/>
                    <a:pt x="135976" y="47780"/>
                    <a:pt x="135849" y="47259"/>
                  </a:cubicBezTo>
                  <a:cubicBezTo>
                    <a:pt x="135726" y="46783"/>
                    <a:pt x="135604" y="46307"/>
                    <a:pt x="135477" y="45817"/>
                  </a:cubicBezTo>
                  <a:cubicBezTo>
                    <a:pt x="134740" y="45817"/>
                    <a:pt x="134004" y="45817"/>
                    <a:pt x="133245" y="45817"/>
                  </a:cubicBezTo>
                  <a:cubicBezTo>
                    <a:pt x="133168" y="45326"/>
                    <a:pt x="133091" y="44835"/>
                    <a:pt x="133012" y="44329"/>
                  </a:cubicBezTo>
                  <a:cubicBezTo>
                    <a:pt x="132843" y="43837"/>
                    <a:pt x="132674" y="43346"/>
                    <a:pt x="132500" y="42840"/>
                  </a:cubicBezTo>
                  <a:cubicBezTo>
                    <a:pt x="131764" y="42840"/>
                    <a:pt x="131027" y="42840"/>
                    <a:pt x="130268" y="42840"/>
                  </a:cubicBezTo>
                  <a:cubicBezTo>
                    <a:pt x="129531" y="42840"/>
                    <a:pt x="128795" y="42840"/>
                    <a:pt x="128036" y="42840"/>
                  </a:cubicBezTo>
                  <a:cubicBezTo>
                    <a:pt x="127788" y="41848"/>
                    <a:pt x="127539" y="40856"/>
                    <a:pt x="127291" y="39864"/>
                  </a:cubicBezTo>
                  <a:cubicBezTo>
                    <a:pt x="126555" y="39864"/>
                    <a:pt x="125818" y="39864"/>
                    <a:pt x="125059" y="39864"/>
                  </a:cubicBezTo>
                  <a:cubicBezTo>
                    <a:pt x="124322" y="39864"/>
                    <a:pt x="123586" y="39864"/>
                    <a:pt x="122827" y="39864"/>
                  </a:cubicBezTo>
                  <a:cubicBezTo>
                    <a:pt x="122765" y="39380"/>
                    <a:pt x="122704" y="38897"/>
                    <a:pt x="122641" y="38399"/>
                  </a:cubicBezTo>
                  <a:cubicBezTo>
                    <a:pt x="122456" y="37900"/>
                    <a:pt x="122272" y="37401"/>
                    <a:pt x="122082" y="36887"/>
                  </a:cubicBezTo>
                  <a:cubicBezTo>
                    <a:pt x="119674" y="36470"/>
                    <a:pt x="119674" y="36470"/>
                    <a:pt x="116873" y="36515"/>
                  </a:cubicBezTo>
                  <a:cubicBezTo>
                    <a:pt x="113990" y="36492"/>
                    <a:pt x="113990" y="36492"/>
                    <a:pt x="111664" y="36143"/>
                  </a:cubicBezTo>
                  <a:cubicBezTo>
                    <a:pt x="111569" y="35653"/>
                    <a:pt x="111473" y="35163"/>
                    <a:pt x="111374" y="34658"/>
                  </a:cubicBezTo>
                  <a:cubicBezTo>
                    <a:pt x="111224" y="34166"/>
                    <a:pt x="111075" y="33673"/>
                    <a:pt x="110920" y="33166"/>
                  </a:cubicBezTo>
                  <a:cubicBezTo>
                    <a:pt x="109283" y="32701"/>
                    <a:pt x="109283" y="32701"/>
                    <a:pt x="107293" y="32771"/>
                  </a:cubicBezTo>
                  <a:cubicBezTo>
                    <a:pt x="106560" y="32767"/>
                    <a:pt x="105827" y="32763"/>
                    <a:pt x="105072" y="32760"/>
                  </a:cubicBezTo>
                  <a:cubicBezTo>
                    <a:pt x="104301" y="32771"/>
                    <a:pt x="103529" y="32783"/>
                    <a:pt x="102735" y="32794"/>
                  </a:cubicBezTo>
                  <a:cubicBezTo>
                    <a:pt x="101964" y="32783"/>
                    <a:pt x="101192" y="32771"/>
                    <a:pt x="100398" y="32760"/>
                  </a:cubicBezTo>
                  <a:cubicBezTo>
                    <a:pt x="99665" y="32763"/>
                    <a:pt x="98932" y="32767"/>
                    <a:pt x="98177" y="32771"/>
                  </a:cubicBezTo>
                  <a:cubicBezTo>
                    <a:pt x="97500" y="32775"/>
                    <a:pt x="96822" y="32778"/>
                    <a:pt x="96125" y="32781"/>
                  </a:cubicBezTo>
                  <a:cubicBezTo>
                    <a:pt x="95605" y="32908"/>
                    <a:pt x="95085" y="33036"/>
                    <a:pt x="94549" y="33166"/>
                  </a:cubicBezTo>
                  <a:cubicBezTo>
                    <a:pt x="94085" y="34646"/>
                    <a:pt x="94085" y="34646"/>
                    <a:pt x="93805" y="36143"/>
                  </a:cubicBezTo>
                  <a:cubicBezTo>
                    <a:pt x="91370" y="36484"/>
                    <a:pt x="89090" y="36520"/>
                    <a:pt x="86640" y="36506"/>
                  </a:cubicBezTo>
                  <a:cubicBezTo>
                    <a:pt x="84962" y="36512"/>
                    <a:pt x="84962" y="36512"/>
                    <a:pt x="82643" y="36887"/>
                  </a:cubicBezTo>
                  <a:cubicBezTo>
                    <a:pt x="82094" y="38370"/>
                    <a:pt x="82094" y="38370"/>
                    <a:pt x="81899" y="39864"/>
                  </a:cubicBezTo>
                  <a:cubicBezTo>
                    <a:pt x="80111" y="40084"/>
                    <a:pt x="78502" y="39859"/>
                    <a:pt x="76713" y="39678"/>
                  </a:cubicBezTo>
                  <a:cubicBezTo>
                    <a:pt x="76214" y="39739"/>
                    <a:pt x="75716" y="39800"/>
                    <a:pt x="75202" y="39864"/>
                  </a:cubicBezTo>
                  <a:cubicBezTo>
                    <a:pt x="74736" y="41325"/>
                    <a:pt x="74736" y="41325"/>
                    <a:pt x="74457" y="42840"/>
                  </a:cubicBezTo>
                  <a:cubicBezTo>
                    <a:pt x="72969" y="43088"/>
                    <a:pt x="71481" y="43336"/>
                    <a:pt x="69993" y="43584"/>
                  </a:cubicBezTo>
                  <a:cubicBezTo>
                    <a:pt x="69440" y="45051"/>
                    <a:pt x="69440" y="45051"/>
                    <a:pt x="69248" y="46561"/>
                  </a:cubicBezTo>
                  <a:cubicBezTo>
                    <a:pt x="68143" y="46929"/>
                    <a:pt x="68143" y="46929"/>
                    <a:pt x="67016" y="47305"/>
                  </a:cubicBezTo>
                  <a:cubicBezTo>
                    <a:pt x="66525" y="48042"/>
                    <a:pt x="66034" y="48779"/>
                    <a:pt x="65528" y="49538"/>
                  </a:cubicBezTo>
                  <a:cubicBezTo>
                    <a:pt x="65037" y="49538"/>
                    <a:pt x="64546" y="49538"/>
                    <a:pt x="64039" y="49538"/>
                  </a:cubicBezTo>
                  <a:cubicBezTo>
                    <a:pt x="63963" y="49952"/>
                    <a:pt x="63886" y="50366"/>
                    <a:pt x="63807" y="50793"/>
                  </a:cubicBezTo>
                  <a:cubicBezTo>
                    <a:pt x="63073" y="53263"/>
                    <a:pt x="61397" y="54457"/>
                    <a:pt x="59575" y="56235"/>
                  </a:cubicBezTo>
                  <a:cubicBezTo>
                    <a:pt x="59057" y="57216"/>
                    <a:pt x="58554" y="58205"/>
                    <a:pt x="58086" y="59211"/>
                  </a:cubicBezTo>
                  <a:cubicBezTo>
                    <a:pt x="57350" y="59580"/>
                    <a:pt x="57350" y="59580"/>
                    <a:pt x="56598" y="59956"/>
                  </a:cubicBezTo>
                  <a:cubicBezTo>
                    <a:pt x="56475" y="60569"/>
                    <a:pt x="56353" y="61183"/>
                    <a:pt x="56226" y="61816"/>
                  </a:cubicBezTo>
                  <a:cubicBezTo>
                    <a:pt x="56103" y="62430"/>
                    <a:pt x="55980" y="63044"/>
                    <a:pt x="55854" y="63676"/>
                  </a:cubicBezTo>
                  <a:cubicBezTo>
                    <a:pt x="55117" y="64045"/>
                    <a:pt x="55117" y="64045"/>
                    <a:pt x="54366" y="64420"/>
                  </a:cubicBezTo>
                  <a:cubicBezTo>
                    <a:pt x="54019" y="65831"/>
                    <a:pt x="54019" y="65831"/>
                    <a:pt x="53901" y="67443"/>
                  </a:cubicBezTo>
                  <a:cubicBezTo>
                    <a:pt x="53762" y="68894"/>
                    <a:pt x="53762" y="68894"/>
                    <a:pt x="53622" y="70374"/>
                  </a:cubicBezTo>
                  <a:cubicBezTo>
                    <a:pt x="52885" y="70374"/>
                    <a:pt x="52148" y="70374"/>
                    <a:pt x="51389" y="70374"/>
                  </a:cubicBezTo>
                  <a:cubicBezTo>
                    <a:pt x="51361" y="71009"/>
                    <a:pt x="51333" y="71645"/>
                    <a:pt x="51305" y="72301"/>
                  </a:cubicBezTo>
                  <a:cubicBezTo>
                    <a:pt x="51256" y="73123"/>
                    <a:pt x="51207" y="73945"/>
                    <a:pt x="51157" y="74792"/>
                  </a:cubicBezTo>
                  <a:cubicBezTo>
                    <a:pt x="51092" y="76022"/>
                    <a:pt x="51092" y="76022"/>
                    <a:pt x="51026" y="77277"/>
                  </a:cubicBezTo>
                  <a:cubicBezTo>
                    <a:pt x="50837" y="78280"/>
                    <a:pt x="50837" y="78280"/>
                    <a:pt x="50645" y="79303"/>
                  </a:cubicBezTo>
                  <a:cubicBezTo>
                    <a:pt x="49908" y="79549"/>
                    <a:pt x="49172" y="79794"/>
                    <a:pt x="48413" y="80047"/>
                  </a:cubicBezTo>
                  <a:cubicBezTo>
                    <a:pt x="47972" y="82481"/>
                    <a:pt x="47972" y="82481"/>
                    <a:pt x="47901" y="85303"/>
                  </a:cubicBezTo>
                  <a:cubicBezTo>
                    <a:pt x="47852" y="86263"/>
                    <a:pt x="47803" y="87223"/>
                    <a:pt x="47753" y="88213"/>
                  </a:cubicBezTo>
                  <a:cubicBezTo>
                    <a:pt x="47725" y="88956"/>
                    <a:pt x="47697" y="89699"/>
                    <a:pt x="47668" y="90465"/>
                  </a:cubicBezTo>
                  <a:cubicBezTo>
                    <a:pt x="47177" y="90465"/>
                    <a:pt x="46686" y="90465"/>
                    <a:pt x="46180" y="90465"/>
                  </a:cubicBezTo>
                  <a:cubicBezTo>
                    <a:pt x="46146" y="98699"/>
                    <a:pt x="46119" y="106934"/>
                    <a:pt x="46103" y="115168"/>
                  </a:cubicBezTo>
                  <a:cubicBezTo>
                    <a:pt x="46095" y="118991"/>
                    <a:pt x="46085" y="122814"/>
                    <a:pt x="46068" y="126637"/>
                  </a:cubicBezTo>
                  <a:cubicBezTo>
                    <a:pt x="46052" y="130323"/>
                    <a:pt x="46043" y="134009"/>
                    <a:pt x="46039" y="137696"/>
                  </a:cubicBezTo>
                  <a:cubicBezTo>
                    <a:pt x="46036" y="139105"/>
                    <a:pt x="46031" y="140515"/>
                    <a:pt x="46023" y="141925"/>
                  </a:cubicBezTo>
                  <a:cubicBezTo>
                    <a:pt x="46012" y="143892"/>
                    <a:pt x="46010" y="145859"/>
                    <a:pt x="46011" y="147826"/>
                  </a:cubicBezTo>
                  <a:cubicBezTo>
                    <a:pt x="46006" y="148415"/>
                    <a:pt x="46000" y="149004"/>
                    <a:pt x="45995" y="149611"/>
                  </a:cubicBezTo>
                  <a:cubicBezTo>
                    <a:pt x="46000" y="150981"/>
                    <a:pt x="46082" y="152351"/>
                    <a:pt x="46180" y="153717"/>
                  </a:cubicBezTo>
                  <a:cubicBezTo>
                    <a:pt x="46671" y="153963"/>
                    <a:pt x="47162" y="154208"/>
                    <a:pt x="47668" y="154461"/>
                  </a:cubicBezTo>
                  <a:cubicBezTo>
                    <a:pt x="47890" y="157018"/>
                    <a:pt x="47978" y="159543"/>
                    <a:pt x="48024" y="162106"/>
                  </a:cubicBezTo>
                  <a:cubicBezTo>
                    <a:pt x="48068" y="163895"/>
                    <a:pt x="48068" y="163895"/>
                    <a:pt x="48413" y="166368"/>
                  </a:cubicBezTo>
                  <a:cubicBezTo>
                    <a:pt x="49149" y="166613"/>
                    <a:pt x="49886" y="166859"/>
                    <a:pt x="50645" y="167112"/>
                  </a:cubicBezTo>
                  <a:cubicBezTo>
                    <a:pt x="51026" y="169138"/>
                    <a:pt x="51026" y="169138"/>
                    <a:pt x="51157" y="171623"/>
                  </a:cubicBezTo>
                  <a:cubicBezTo>
                    <a:pt x="51205" y="172445"/>
                    <a:pt x="51254" y="173267"/>
                    <a:pt x="51305" y="174114"/>
                  </a:cubicBezTo>
                  <a:cubicBezTo>
                    <a:pt x="51347" y="175068"/>
                    <a:pt x="51347" y="175068"/>
                    <a:pt x="51389" y="176041"/>
                  </a:cubicBezTo>
                  <a:cubicBezTo>
                    <a:pt x="52126" y="176041"/>
                    <a:pt x="52863" y="176041"/>
                    <a:pt x="53622" y="176041"/>
                  </a:cubicBezTo>
                  <a:cubicBezTo>
                    <a:pt x="53622" y="178252"/>
                    <a:pt x="53622" y="180462"/>
                    <a:pt x="53622" y="182739"/>
                  </a:cubicBezTo>
                  <a:cubicBezTo>
                    <a:pt x="54358" y="182739"/>
                    <a:pt x="55095" y="182739"/>
                    <a:pt x="55854" y="182739"/>
                  </a:cubicBezTo>
                  <a:cubicBezTo>
                    <a:pt x="56121" y="183975"/>
                    <a:pt x="56367" y="185216"/>
                    <a:pt x="56598" y="186459"/>
                  </a:cubicBezTo>
                  <a:cubicBezTo>
                    <a:pt x="57331" y="187215"/>
                    <a:pt x="58078" y="187956"/>
                    <a:pt x="58831" y="188692"/>
                  </a:cubicBezTo>
                  <a:cubicBezTo>
                    <a:pt x="60393" y="190802"/>
                    <a:pt x="61902" y="192946"/>
                    <a:pt x="63415" y="195093"/>
                  </a:cubicBezTo>
                  <a:cubicBezTo>
                    <a:pt x="64617" y="196930"/>
                    <a:pt x="64617" y="196930"/>
                    <a:pt x="66272" y="197622"/>
                  </a:cubicBezTo>
                  <a:cubicBezTo>
                    <a:pt x="66640" y="198727"/>
                    <a:pt x="66640" y="198727"/>
                    <a:pt x="67016" y="199854"/>
                  </a:cubicBezTo>
                  <a:cubicBezTo>
                    <a:pt x="67507" y="199977"/>
                    <a:pt x="67998" y="200100"/>
                    <a:pt x="68504" y="200226"/>
                  </a:cubicBezTo>
                  <a:cubicBezTo>
                    <a:pt x="68995" y="200349"/>
                    <a:pt x="69487" y="200472"/>
                    <a:pt x="69993" y="200598"/>
                  </a:cubicBezTo>
                  <a:cubicBezTo>
                    <a:pt x="70361" y="201703"/>
                    <a:pt x="70361" y="201703"/>
                    <a:pt x="70737" y="202831"/>
                  </a:cubicBezTo>
                  <a:cubicBezTo>
                    <a:pt x="71473" y="202938"/>
                    <a:pt x="72210" y="203045"/>
                    <a:pt x="72969" y="203156"/>
                  </a:cubicBezTo>
                  <a:cubicBezTo>
                    <a:pt x="73706" y="203294"/>
                    <a:pt x="74443" y="203432"/>
                    <a:pt x="75202" y="203575"/>
                  </a:cubicBezTo>
                  <a:cubicBezTo>
                    <a:pt x="75294" y="204066"/>
                    <a:pt x="75386" y="204557"/>
                    <a:pt x="75481" y="205063"/>
                  </a:cubicBezTo>
                  <a:cubicBezTo>
                    <a:pt x="75634" y="205554"/>
                    <a:pt x="75788" y="206045"/>
                    <a:pt x="75946" y="206551"/>
                  </a:cubicBezTo>
                  <a:cubicBezTo>
                    <a:pt x="77494" y="206879"/>
                    <a:pt x="78970" y="206971"/>
                    <a:pt x="80550" y="207019"/>
                  </a:cubicBezTo>
                  <a:cubicBezTo>
                    <a:pt x="80995" y="207110"/>
                    <a:pt x="81440" y="207201"/>
                    <a:pt x="81899" y="207295"/>
                  </a:cubicBezTo>
                  <a:cubicBezTo>
                    <a:pt x="82267" y="208400"/>
                    <a:pt x="82267" y="208400"/>
                    <a:pt x="82643" y="209528"/>
                  </a:cubicBezTo>
                  <a:cubicBezTo>
                    <a:pt x="85349" y="209849"/>
                    <a:pt x="88012" y="209856"/>
                    <a:pt x="90736" y="209897"/>
                  </a:cubicBezTo>
                  <a:cubicBezTo>
                    <a:pt x="91503" y="210021"/>
                    <a:pt x="92270" y="210144"/>
                    <a:pt x="93061" y="210272"/>
                  </a:cubicBezTo>
                  <a:cubicBezTo>
                    <a:pt x="93164" y="210763"/>
                    <a:pt x="93266" y="211253"/>
                    <a:pt x="93372" y="211759"/>
                  </a:cubicBezTo>
                  <a:cubicBezTo>
                    <a:pt x="93586" y="212496"/>
                    <a:pt x="93586" y="212496"/>
                    <a:pt x="93805" y="213248"/>
                  </a:cubicBezTo>
                  <a:cubicBezTo>
                    <a:pt x="95296" y="213713"/>
                    <a:pt x="95296" y="213713"/>
                    <a:pt x="97107" y="213644"/>
                  </a:cubicBezTo>
                  <a:cubicBezTo>
                    <a:pt x="97773" y="213648"/>
                    <a:pt x="98439" y="213651"/>
                    <a:pt x="99125" y="213655"/>
                  </a:cubicBezTo>
                  <a:cubicBezTo>
                    <a:pt x="99825" y="213644"/>
                    <a:pt x="100525" y="213632"/>
                    <a:pt x="101247" y="213621"/>
                  </a:cubicBezTo>
                  <a:cubicBezTo>
                    <a:pt x="101947" y="213632"/>
                    <a:pt x="102647" y="213644"/>
                    <a:pt x="103368" y="213655"/>
                  </a:cubicBezTo>
                  <a:cubicBezTo>
                    <a:pt x="104034" y="213652"/>
                    <a:pt x="104700" y="213648"/>
                    <a:pt x="105386" y="213644"/>
                  </a:cubicBezTo>
                  <a:cubicBezTo>
                    <a:pt x="106001" y="213640"/>
                    <a:pt x="106616" y="213637"/>
                    <a:pt x="107249" y="213634"/>
                  </a:cubicBezTo>
                  <a:cubicBezTo>
                    <a:pt x="107724" y="213507"/>
                    <a:pt x="108199" y="213379"/>
                    <a:pt x="108688" y="213248"/>
                  </a:cubicBezTo>
                  <a:cubicBezTo>
                    <a:pt x="109139" y="211769"/>
                    <a:pt x="109139" y="211769"/>
                    <a:pt x="109432" y="210272"/>
                  </a:cubicBezTo>
                  <a:cubicBezTo>
                    <a:pt x="111758" y="209897"/>
                    <a:pt x="111758" y="209897"/>
                    <a:pt x="114641" y="209853"/>
                  </a:cubicBezTo>
                  <a:cubicBezTo>
                    <a:pt x="117438" y="209854"/>
                    <a:pt x="117438" y="209854"/>
                    <a:pt x="119850" y="209528"/>
                  </a:cubicBezTo>
                  <a:cubicBezTo>
                    <a:pt x="120096" y="208791"/>
                    <a:pt x="120341" y="208054"/>
                    <a:pt x="120594" y="207295"/>
                  </a:cubicBezTo>
                  <a:cubicBezTo>
                    <a:pt x="122142" y="206772"/>
                    <a:pt x="123662" y="206544"/>
                    <a:pt x="125271" y="206272"/>
                  </a:cubicBezTo>
                  <a:cubicBezTo>
                    <a:pt x="125903" y="206042"/>
                    <a:pt x="125903" y="206042"/>
                    <a:pt x="126547" y="205807"/>
                  </a:cubicBezTo>
                  <a:cubicBezTo>
                    <a:pt x="126547" y="205070"/>
                    <a:pt x="126547" y="204334"/>
                    <a:pt x="126547" y="203575"/>
                  </a:cubicBezTo>
                  <a:cubicBezTo>
                    <a:pt x="127786" y="203321"/>
                    <a:pt x="129027" y="203073"/>
                    <a:pt x="130268" y="202831"/>
                  </a:cubicBezTo>
                  <a:cubicBezTo>
                    <a:pt x="130514" y="202094"/>
                    <a:pt x="130759" y="201357"/>
                    <a:pt x="131012" y="200598"/>
                  </a:cubicBezTo>
                  <a:cubicBezTo>
                    <a:pt x="132252" y="200102"/>
                    <a:pt x="133493" y="199606"/>
                    <a:pt x="134733" y="199110"/>
                  </a:cubicBezTo>
                  <a:cubicBezTo>
                    <a:pt x="134978" y="198373"/>
                    <a:pt x="135224" y="197636"/>
                    <a:pt x="135477" y="196877"/>
                  </a:cubicBezTo>
                  <a:cubicBezTo>
                    <a:pt x="136214" y="196632"/>
                    <a:pt x="136950" y="196386"/>
                    <a:pt x="137709" y="196133"/>
                  </a:cubicBezTo>
                  <a:cubicBezTo>
                    <a:pt x="137986" y="195149"/>
                    <a:pt x="138235" y="194156"/>
                    <a:pt x="138454" y="193157"/>
                  </a:cubicBezTo>
                  <a:cubicBezTo>
                    <a:pt x="138945" y="192911"/>
                    <a:pt x="139436" y="192666"/>
                    <a:pt x="139942" y="192413"/>
                  </a:cubicBezTo>
                  <a:cubicBezTo>
                    <a:pt x="140049" y="191952"/>
                    <a:pt x="140157" y="191492"/>
                    <a:pt x="140267" y="191017"/>
                  </a:cubicBezTo>
                  <a:cubicBezTo>
                    <a:pt x="140768" y="189126"/>
                    <a:pt x="141527" y="188539"/>
                    <a:pt x="142918" y="187204"/>
                  </a:cubicBezTo>
                  <a:cubicBezTo>
                    <a:pt x="143179" y="186682"/>
                    <a:pt x="143440" y="186160"/>
                    <a:pt x="143709" y="185622"/>
                  </a:cubicBezTo>
                  <a:cubicBezTo>
                    <a:pt x="144407" y="184227"/>
                    <a:pt x="144407" y="184227"/>
                    <a:pt x="145895" y="183483"/>
                  </a:cubicBezTo>
                  <a:cubicBezTo>
                    <a:pt x="146185" y="182095"/>
                    <a:pt x="146185" y="182095"/>
                    <a:pt x="146267" y="180506"/>
                  </a:cubicBezTo>
                  <a:cubicBezTo>
                    <a:pt x="146383" y="178879"/>
                    <a:pt x="146383" y="178879"/>
                    <a:pt x="146639" y="177530"/>
                  </a:cubicBezTo>
                  <a:cubicBezTo>
                    <a:pt x="147130" y="177284"/>
                    <a:pt x="147621" y="177039"/>
                    <a:pt x="148127" y="176786"/>
                  </a:cubicBezTo>
                  <a:cubicBezTo>
                    <a:pt x="148392" y="174668"/>
                    <a:pt x="148458" y="172569"/>
                    <a:pt x="148543" y="170437"/>
                  </a:cubicBezTo>
                  <a:cubicBezTo>
                    <a:pt x="148651" y="169831"/>
                    <a:pt x="148760" y="169225"/>
                    <a:pt x="148872" y="168600"/>
                  </a:cubicBezTo>
                  <a:cubicBezTo>
                    <a:pt x="149608" y="168354"/>
                    <a:pt x="150345" y="168109"/>
                    <a:pt x="151104" y="167856"/>
                  </a:cubicBezTo>
                  <a:cubicBezTo>
                    <a:pt x="151395" y="165808"/>
                    <a:pt x="151554" y="163913"/>
                    <a:pt x="151616" y="161856"/>
                  </a:cubicBezTo>
                  <a:cubicBezTo>
                    <a:pt x="151641" y="161292"/>
                    <a:pt x="151666" y="160727"/>
                    <a:pt x="151693" y="160146"/>
                  </a:cubicBezTo>
                  <a:cubicBezTo>
                    <a:pt x="151754" y="158747"/>
                    <a:pt x="151802" y="157349"/>
                    <a:pt x="151848" y="155950"/>
                  </a:cubicBezTo>
                  <a:cubicBezTo>
                    <a:pt x="153926" y="155870"/>
                    <a:pt x="156001" y="155810"/>
                    <a:pt x="158080" y="155764"/>
                  </a:cubicBezTo>
                  <a:cubicBezTo>
                    <a:pt x="158671" y="155739"/>
                    <a:pt x="159262" y="155714"/>
                    <a:pt x="159871" y="155688"/>
                  </a:cubicBezTo>
                  <a:cubicBezTo>
                    <a:pt x="161586" y="155659"/>
                    <a:pt x="161586" y="155659"/>
                    <a:pt x="164498" y="155950"/>
                  </a:cubicBezTo>
                  <a:cubicBezTo>
                    <a:pt x="165336" y="157438"/>
                    <a:pt x="165336" y="157438"/>
                    <a:pt x="165987" y="158926"/>
                  </a:cubicBezTo>
                  <a:cubicBezTo>
                    <a:pt x="168310" y="159289"/>
                    <a:pt x="168310" y="159289"/>
                    <a:pt x="170917" y="159112"/>
                  </a:cubicBezTo>
                  <a:cubicBezTo>
                    <a:pt x="171801" y="159085"/>
                    <a:pt x="172686" y="159059"/>
                    <a:pt x="173597" y="159031"/>
                  </a:cubicBezTo>
                  <a:cubicBezTo>
                    <a:pt x="174278" y="158996"/>
                    <a:pt x="174959" y="158962"/>
                    <a:pt x="175661" y="158926"/>
                  </a:cubicBezTo>
                  <a:cubicBezTo>
                    <a:pt x="175661" y="160154"/>
                    <a:pt x="175661" y="161382"/>
                    <a:pt x="175661" y="162647"/>
                  </a:cubicBezTo>
                  <a:cubicBezTo>
                    <a:pt x="177625" y="162647"/>
                    <a:pt x="179590" y="162647"/>
                    <a:pt x="181614" y="162647"/>
                  </a:cubicBezTo>
                  <a:cubicBezTo>
                    <a:pt x="181654" y="164492"/>
                    <a:pt x="181683" y="166336"/>
                    <a:pt x="181707" y="168181"/>
                  </a:cubicBezTo>
                  <a:cubicBezTo>
                    <a:pt x="181719" y="168708"/>
                    <a:pt x="181732" y="169234"/>
                    <a:pt x="181745" y="169776"/>
                  </a:cubicBezTo>
                  <a:cubicBezTo>
                    <a:pt x="181757" y="171121"/>
                    <a:pt x="181691" y="172466"/>
                    <a:pt x="181614" y="173809"/>
                  </a:cubicBezTo>
                  <a:cubicBezTo>
                    <a:pt x="181123" y="174055"/>
                    <a:pt x="180631" y="174300"/>
                    <a:pt x="180125" y="174553"/>
                  </a:cubicBezTo>
                  <a:cubicBezTo>
                    <a:pt x="179455" y="176833"/>
                    <a:pt x="179395" y="178673"/>
                    <a:pt x="179474" y="181064"/>
                  </a:cubicBezTo>
                  <a:cubicBezTo>
                    <a:pt x="179444" y="181863"/>
                    <a:pt x="179413" y="182661"/>
                    <a:pt x="179381" y="183483"/>
                  </a:cubicBezTo>
                  <a:cubicBezTo>
                    <a:pt x="178645" y="183728"/>
                    <a:pt x="177908" y="183974"/>
                    <a:pt x="177149" y="184227"/>
                  </a:cubicBezTo>
                  <a:cubicBezTo>
                    <a:pt x="176711" y="185974"/>
                    <a:pt x="176711" y="185974"/>
                    <a:pt x="176637" y="187994"/>
                  </a:cubicBezTo>
                  <a:cubicBezTo>
                    <a:pt x="176564" y="189020"/>
                    <a:pt x="176564" y="189020"/>
                    <a:pt x="176489" y="190067"/>
                  </a:cubicBezTo>
                  <a:cubicBezTo>
                    <a:pt x="176461" y="190595"/>
                    <a:pt x="176433" y="191124"/>
                    <a:pt x="176405" y="191668"/>
                  </a:cubicBezTo>
                  <a:cubicBezTo>
                    <a:pt x="175668" y="191668"/>
                    <a:pt x="174931" y="191668"/>
                    <a:pt x="174172" y="191668"/>
                  </a:cubicBezTo>
                  <a:cubicBezTo>
                    <a:pt x="174034" y="193119"/>
                    <a:pt x="174034" y="193119"/>
                    <a:pt x="173893" y="194598"/>
                  </a:cubicBezTo>
                  <a:cubicBezTo>
                    <a:pt x="173736" y="196247"/>
                    <a:pt x="173736" y="196247"/>
                    <a:pt x="173428" y="197622"/>
                  </a:cubicBezTo>
                  <a:cubicBezTo>
                    <a:pt x="172937" y="197867"/>
                    <a:pt x="172446" y="198113"/>
                    <a:pt x="171940" y="198366"/>
                  </a:cubicBezTo>
                  <a:cubicBezTo>
                    <a:pt x="171572" y="199241"/>
                    <a:pt x="171203" y="200115"/>
                    <a:pt x="170824" y="201017"/>
                  </a:cubicBezTo>
                  <a:cubicBezTo>
                    <a:pt x="170455" y="201861"/>
                    <a:pt x="170087" y="202705"/>
                    <a:pt x="169707" y="203575"/>
                  </a:cubicBezTo>
                  <a:cubicBezTo>
                    <a:pt x="169216" y="203575"/>
                    <a:pt x="168725" y="203575"/>
                    <a:pt x="168219" y="203575"/>
                  </a:cubicBezTo>
                  <a:cubicBezTo>
                    <a:pt x="168265" y="204173"/>
                    <a:pt x="168311" y="204772"/>
                    <a:pt x="168359" y="205389"/>
                  </a:cubicBezTo>
                  <a:cubicBezTo>
                    <a:pt x="168313" y="206018"/>
                    <a:pt x="168267" y="206647"/>
                    <a:pt x="168219" y="207295"/>
                  </a:cubicBezTo>
                  <a:cubicBezTo>
                    <a:pt x="167482" y="207541"/>
                    <a:pt x="166746" y="207787"/>
                    <a:pt x="165987" y="208040"/>
                  </a:cubicBezTo>
                  <a:cubicBezTo>
                    <a:pt x="165462" y="209767"/>
                    <a:pt x="164966" y="211504"/>
                    <a:pt x="164498" y="213248"/>
                  </a:cubicBezTo>
                  <a:cubicBezTo>
                    <a:pt x="164007" y="213494"/>
                    <a:pt x="163516" y="213740"/>
                    <a:pt x="163010" y="213993"/>
                  </a:cubicBezTo>
                  <a:cubicBezTo>
                    <a:pt x="162765" y="214729"/>
                    <a:pt x="162519" y="215466"/>
                    <a:pt x="162266" y="216225"/>
                  </a:cubicBezTo>
                  <a:cubicBezTo>
                    <a:pt x="161529" y="216716"/>
                    <a:pt x="160793" y="217207"/>
                    <a:pt x="160034" y="217713"/>
                  </a:cubicBezTo>
                  <a:cubicBezTo>
                    <a:pt x="159788" y="218450"/>
                    <a:pt x="159543" y="219187"/>
                    <a:pt x="159290" y="219946"/>
                  </a:cubicBezTo>
                  <a:cubicBezTo>
                    <a:pt x="158266" y="221062"/>
                    <a:pt x="158266" y="221062"/>
                    <a:pt x="157057" y="222178"/>
                  </a:cubicBezTo>
                  <a:cubicBezTo>
                    <a:pt x="156482" y="222800"/>
                    <a:pt x="156482" y="222800"/>
                    <a:pt x="155894" y="223434"/>
                  </a:cubicBezTo>
                  <a:cubicBezTo>
                    <a:pt x="154825" y="224411"/>
                    <a:pt x="154825" y="224411"/>
                    <a:pt x="153336" y="224411"/>
                  </a:cubicBezTo>
                  <a:cubicBezTo>
                    <a:pt x="153244" y="224886"/>
                    <a:pt x="153152" y="225362"/>
                    <a:pt x="153057" y="225852"/>
                  </a:cubicBezTo>
                  <a:cubicBezTo>
                    <a:pt x="152904" y="226359"/>
                    <a:pt x="152750" y="226865"/>
                    <a:pt x="152592" y="227387"/>
                  </a:cubicBezTo>
                  <a:cubicBezTo>
                    <a:pt x="151600" y="227635"/>
                    <a:pt x="150608" y="227883"/>
                    <a:pt x="149616" y="228131"/>
                  </a:cubicBezTo>
                  <a:cubicBezTo>
                    <a:pt x="149493" y="228622"/>
                    <a:pt x="149370" y="229114"/>
                    <a:pt x="149244" y="229620"/>
                  </a:cubicBezTo>
                  <a:cubicBezTo>
                    <a:pt x="149121" y="230111"/>
                    <a:pt x="148998" y="230602"/>
                    <a:pt x="148872" y="231108"/>
                  </a:cubicBezTo>
                  <a:cubicBezTo>
                    <a:pt x="147887" y="231385"/>
                    <a:pt x="146894" y="231633"/>
                    <a:pt x="145895" y="231852"/>
                  </a:cubicBezTo>
                  <a:cubicBezTo>
                    <a:pt x="145649" y="232589"/>
                    <a:pt x="145404" y="233325"/>
                    <a:pt x="145151" y="234084"/>
                  </a:cubicBezTo>
                  <a:cubicBezTo>
                    <a:pt x="144414" y="234192"/>
                    <a:pt x="143677" y="234299"/>
                    <a:pt x="142918" y="234410"/>
                  </a:cubicBezTo>
                  <a:cubicBezTo>
                    <a:pt x="142182" y="234548"/>
                    <a:pt x="141445" y="234686"/>
                    <a:pt x="140686" y="234829"/>
                  </a:cubicBezTo>
                  <a:cubicBezTo>
                    <a:pt x="140579" y="235320"/>
                    <a:pt x="140471" y="235811"/>
                    <a:pt x="140360" y="236317"/>
                  </a:cubicBezTo>
                  <a:cubicBezTo>
                    <a:pt x="140222" y="236808"/>
                    <a:pt x="140084" y="237299"/>
                    <a:pt x="139942" y="237805"/>
                  </a:cubicBezTo>
                  <a:cubicBezTo>
                    <a:pt x="138210" y="238083"/>
                    <a:pt x="136473" y="238332"/>
                    <a:pt x="134733" y="238549"/>
                  </a:cubicBezTo>
                  <a:cubicBezTo>
                    <a:pt x="134487" y="239286"/>
                    <a:pt x="134242" y="240023"/>
                    <a:pt x="133989" y="240782"/>
                  </a:cubicBezTo>
                  <a:cubicBezTo>
                    <a:pt x="131476" y="241103"/>
                    <a:pt x="129009" y="241110"/>
                    <a:pt x="126478" y="241151"/>
                  </a:cubicBezTo>
                  <a:cubicBezTo>
                    <a:pt x="125764" y="241275"/>
                    <a:pt x="125050" y="241398"/>
                    <a:pt x="124315" y="241526"/>
                  </a:cubicBezTo>
                  <a:cubicBezTo>
                    <a:pt x="124234" y="242017"/>
                    <a:pt x="124152" y="242508"/>
                    <a:pt x="124068" y="243013"/>
                  </a:cubicBezTo>
                  <a:cubicBezTo>
                    <a:pt x="123904" y="243505"/>
                    <a:pt x="123740" y="243996"/>
                    <a:pt x="123571" y="244502"/>
                  </a:cubicBezTo>
                  <a:cubicBezTo>
                    <a:pt x="121791" y="244880"/>
                    <a:pt x="121791" y="244880"/>
                    <a:pt x="119399" y="244888"/>
                  </a:cubicBezTo>
                  <a:cubicBezTo>
                    <a:pt x="118508" y="244897"/>
                    <a:pt x="117617" y="244906"/>
                    <a:pt x="116698" y="244916"/>
                  </a:cubicBezTo>
                  <a:cubicBezTo>
                    <a:pt x="115728" y="244910"/>
                    <a:pt x="114757" y="244904"/>
                    <a:pt x="113757" y="244898"/>
                  </a:cubicBezTo>
                  <a:cubicBezTo>
                    <a:pt x="112759" y="244900"/>
                    <a:pt x="111761" y="244903"/>
                    <a:pt x="110763" y="244906"/>
                  </a:cubicBezTo>
                  <a:cubicBezTo>
                    <a:pt x="108668" y="244911"/>
                    <a:pt x="106574" y="244904"/>
                    <a:pt x="104480" y="244890"/>
                  </a:cubicBezTo>
                  <a:cubicBezTo>
                    <a:pt x="101789" y="244873"/>
                    <a:pt x="99100" y="244883"/>
                    <a:pt x="96409" y="244901"/>
                  </a:cubicBezTo>
                  <a:cubicBezTo>
                    <a:pt x="94347" y="244912"/>
                    <a:pt x="92285" y="244908"/>
                    <a:pt x="90223" y="244901"/>
                  </a:cubicBezTo>
                  <a:cubicBezTo>
                    <a:pt x="88747" y="244898"/>
                    <a:pt x="87271" y="244907"/>
                    <a:pt x="85795" y="244916"/>
                  </a:cubicBezTo>
                  <a:cubicBezTo>
                    <a:pt x="84903" y="244907"/>
                    <a:pt x="84012" y="244897"/>
                    <a:pt x="83094" y="244888"/>
                  </a:cubicBezTo>
                  <a:cubicBezTo>
                    <a:pt x="82304" y="244885"/>
                    <a:pt x="81515" y="244883"/>
                    <a:pt x="80702" y="244880"/>
                  </a:cubicBezTo>
                  <a:cubicBezTo>
                    <a:pt x="79821" y="244693"/>
                    <a:pt x="79821" y="244693"/>
                    <a:pt x="78922" y="244502"/>
                  </a:cubicBezTo>
                  <a:cubicBezTo>
                    <a:pt x="78425" y="243013"/>
                    <a:pt x="78425" y="243013"/>
                    <a:pt x="78178" y="241526"/>
                  </a:cubicBezTo>
                  <a:cubicBezTo>
                    <a:pt x="75942" y="241081"/>
                    <a:pt x="75942" y="241081"/>
                    <a:pt x="73341" y="241107"/>
                  </a:cubicBezTo>
                  <a:cubicBezTo>
                    <a:pt x="70667" y="241058"/>
                    <a:pt x="70667" y="241058"/>
                    <a:pt x="68504" y="240782"/>
                  </a:cubicBezTo>
                  <a:cubicBezTo>
                    <a:pt x="68136" y="239677"/>
                    <a:pt x="68136" y="239677"/>
                    <a:pt x="67760" y="238549"/>
                  </a:cubicBezTo>
                  <a:cubicBezTo>
                    <a:pt x="66357" y="238114"/>
                    <a:pt x="66357" y="238114"/>
                    <a:pt x="64737" y="238038"/>
                  </a:cubicBezTo>
                  <a:cubicBezTo>
                    <a:pt x="63770" y="237961"/>
                    <a:pt x="62803" y="237884"/>
                    <a:pt x="61807" y="237805"/>
                  </a:cubicBezTo>
                  <a:cubicBezTo>
                    <a:pt x="61807" y="236823"/>
                    <a:pt x="61807" y="235841"/>
                    <a:pt x="61807" y="234829"/>
                  </a:cubicBezTo>
                  <a:cubicBezTo>
                    <a:pt x="60963" y="234752"/>
                    <a:pt x="60119" y="234675"/>
                    <a:pt x="59249" y="234596"/>
                  </a:cubicBezTo>
                  <a:cubicBezTo>
                    <a:pt x="58374" y="234427"/>
                    <a:pt x="57499" y="234258"/>
                    <a:pt x="56598" y="234084"/>
                  </a:cubicBezTo>
                  <a:cubicBezTo>
                    <a:pt x="56230" y="232979"/>
                    <a:pt x="56230" y="232979"/>
                    <a:pt x="55854" y="231852"/>
                  </a:cubicBezTo>
                  <a:cubicBezTo>
                    <a:pt x="55117" y="231606"/>
                    <a:pt x="54381" y="231361"/>
                    <a:pt x="53622" y="231108"/>
                  </a:cubicBezTo>
                  <a:cubicBezTo>
                    <a:pt x="52885" y="230862"/>
                    <a:pt x="52148" y="230617"/>
                    <a:pt x="51389" y="230364"/>
                  </a:cubicBezTo>
                  <a:cubicBezTo>
                    <a:pt x="51021" y="229259"/>
                    <a:pt x="51021" y="229259"/>
                    <a:pt x="50645" y="228131"/>
                  </a:cubicBezTo>
                  <a:cubicBezTo>
                    <a:pt x="49908" y="227886"/>
                    <a:pt x="49172" y="227640"/>
                    <a:pt x="48413" y="227387"/>
                  </a:cubicBezTo>
                  <a:cubicBezTo>
                    <a:pt x="47916" y="226395"/>
                    <a:pt x="47420" y="225403"/>
                    <a:pt x="46924" y="224411"/>
                  </a:cubicBezTo>
                  <a:cubicBezTo>
                    <a:pt x="46188" y="224165"/>
                    <a:pt x="45451" y="223919"/>
                    <a:pt x="44692" y="223666"/>
                  </a:cubicBezTo>
                  <a:cubicBezTo>
                    <a:pt x="44323" y="222561"/>
                    <a:pt x="44323" y="222561"/>
                    <a:pt x="43948" y="221434"/>
                  </a:cubicBezTo>
                  <a:cubicBezTo>
                    <a:pt x="43349" y="220835"/>
                    <a:pt x="42751" y="220237"/>
                    <a:pt x="42134" y="219620"/>
                  </a:cubicBezTo>
                  <a:cubicBezTo>
                    <a:pt x="40460" y="217947"/>
                    <a:pt x="39734" y="216804"/>
                    <a:pt x="38739" y="214737"/>
                  </a:cubicBezTo>
                  <a:cubicBezTo>
                    <a:pt x="38248" y="214737"/>
                    <a:pt x="37756" y="214737"/>
                    <a:pt x="37250" y="214737"/>
                  </a:cubicBezTo>
                  <a:cubicBezTo>
                    <a:pt x="37143" y="214123"/>
                    <a:pt x="37036" y="213509"/>
                    <a:pt x="36925" y="212876"/>
                  </a:cubicBezTo>
                  <a:cubicBezTo>
                    <a:pt x="36787" y="212262"/>
                    <a:pt x="36649" y="211649"/>
                    <a:pt x="36506" y="211016"/>
                  </a:cubicBezTo>
                  <a:cubicBezTo>
                    <a:pt x="35770" y="211016"/>
                    <a:pt x="35033" y="211016"/>
                    <a:pt x="34274" y="211016"/>
                  </a:cubicBezTo>
                  <a:cubicBezTo>
                    <a:pt x="34197" y="210325"/>
                    <a:pt x="34120" y="209635"/>
                    <a:pt x="34041" y="208923"/>
                  </a:cubicBezTo>
                  <a:cubicBezTo>
                    <a:pt x="33506" y="206439"/>
                    <a:pt x="33125" y="205918"/>
                    <a:pt x="31297" y="204319"/>
                  </a:cubicBezTo>
                  <a:cubicBezTo>
                    <a:pt x="31052" y="203582"/>
                    <a:pt x="30806" y="202845"/>
                    <a:pt x="30553" y="202086"/>
                  </a:cubicBezTo>
                  <a:cubicBezTo>
                    <a:pt x="30062" y="201841"/>
                    <a:pt x="29571" y="201595"/>
                    <a:pt x="29065" y="201342"/>
                  </a:cubicBezTo>
                  <a:cubicBezTo>
                    <a:pt x="28569" y="199606"/>
                    <a:pt x="28073" y="197870"/>
                    <a:pt x="27577" y="196133"/>
                  </a:cubicBezTo>
                  <a:cubicBezTo>
                    <a:pt x="27085" y="195888"/>
                    <a:pt x="26594" y="195642"/>
                    <a:pt x="26088" y="195389"/>
                  </a:cubicBezTo>
                  <a:cubicBezTo>
                    <a:pt x="25827" y="193853"/>
                    <a:pt x="25759" y="192340"/>
                    <a:pt x="25673" y="190785"/>
                  </a:cubicBezTo>
                  <a:cubicBezTo>
                    <a:pt x="25564" y="190340"/>
                    <a:pt x="25456" y="189895"/>
                    <a:pt x="25344" y="189436"/>
                  </a:cubicBezTo>
                  <a:cubicBezTo>
                    <a:pt x="24607" y="189190"/>
                    <a:pt x="23871" y="188945"/>
                    <a:pt x="23112" y="188692"/>
                  </a:cubicBezTo>
                  <a:cubicBezTo>
                    <a:pt x="22783" y="187180"/>
                    <a:pt x="22783" y="187180"/>
                    <a:pt x="22693" y="185343"/>
                  </a:cubicBezTo>
                  <a:cubicBezTo>
                    <a:pt x="22630" y="183555"/>
                    <a:pt x="22630" y="183555"/>
                    <a:pt x="22368" y="181995"/>
                  </a:cubicBezTo>
                  <a:cubicBezTo>
                    <a:pt x="21876" y="181749"/>
                    <a:pt x="21385" y="181503"/>
                    <a:pt x="20879" y="181250"/>
                  </a:cubicBezTo>
                  <a:cubicBezTo>
                    <a:pt x="20614" y="178940"/>
                    <a:pt x="20549" y="176645"/>
                    <a:pt x="20464" y="174321"/>
                  </a:cubicBezTo>
                  <a:cubicBezTo>
                    <a:pt x="20355" y="173661"/>
                    <a:pt x="20247" y="173001"/>
                    <a:pt x="20135" y="172321"/>
                  </a:cubicBezTo>
                  <a:cubicBezTo>
                    <a:pt x="19399" y="172075"/>
                    <a:pt x="18662" y="171830"/>
                    <a:pt x="17903" y="171577"/>
                  </a:cubicBezTo>
                  <a:cubicBezTo>
                    <a:pt x="17581" y="170263"/>
                    <a:pt x="17581" y="170263"/>
                    <a:pt x="17522" y="168574"/>
                  </a:cubicBezTo>
                  <a:cubicBezTo>
                    <a:pt x="17496" y="167972"/>
                    <a:pt x="17469" y="167370"/>
                    <a:pt x="17442" y="166750"/>
                  </a:cubicBezTo>
                  <a:cubicBezTo>
                    <a:pt x="17425" y="166117"/>
                    <a:pt x="17408" y="165485"/>
                    <a:pt x="17391" y="164833"/>
                  </a:cubicBezTo>
                  <a:cubicBezTo>
                    <a:pt x="17366" y="164197"/>
                    <a:pt x="17340" y="163562"/>
                    <a:pt x="17314" y="162907"/>
                  </a:cubicBezTo>
                  <a:cubicBezTo>
                    <a:pt x="17253" y="161332"/>
                    <a:pt x="17204" y="159757"/>
                    <a:pt x="17159" y="158182"/>
                  </a:cubicBezTo>
                  <a:cubicBezTo>
                    <a:pt x="16422" y="158428"/>
                    <a:pt x="15685" y="158673"/>
                    <a:pt x="14926" y="158926"/>
                  </a:cubicBezTo>
                  <a:cubicBezTo>
                    <a:pt x="14904" y="158087"/>
                    <a:pt x="14904" y="158087"/>
                    <a:pt x="14882" y="157230"/>
                  </a:cubicBezTo>
                  <a:cubicBezTo>
                    <a:pt x="14811" y="154710"/>
                    <a:pt x="14729" y="152191"/>
                    <a:pt x="14647" y="149671"/>
                  </a:cubicBezTo>
                  <a:cubicBezTo>
                    <a:pt x="14613" y="148349"/>
                    <a:pt x="14613" y="148349"/>
                    <a:pt x="14577" y="147001"/>
                  </a:cubicBezTo>
                  <a:cubicBezTo>
                    <a:pt x="14549" y="146164"/>
                    <a:pt x="14520" y="145327"/>
                    <a:pt x="14490" y="144465"/>
                  </a:cubicBezTo>
                  <a:cubicBezTo>
                    <a:pt x="14455" y="143302"/>
                    <a:pt x="14455" y="143302"/>
                    <a:pt x="14419" y="142115"/>
                  </a:cubicBezTo>
                  <a:cubicBezTo>
                    <a:pt x="14341" y="141524"/>
                    <a:pt x="14263" y="140932"/>
                    <a:pt x="14182" y="140323"/>
                  </a:cubicBezTo>
                  <a:cubicBezTo>
                    <a:pt x="13691" y="140077"/>
                    <a:pt x="13200" y="139832"/>
                    <a:pt x="12694" y="139579"/>
                  </a:cubicBezTo>
                  <a:cubicBezTo>
                    <a:pt x="12505" y="138138"/>
                    <a:pt x="12505" y="138138"/>
                    <a:pt x="12501" y="136227"/>
                  </a:cubicBezTo>
                  <a:cubicBezTo>
                    <a:pt x="12497" y="135514"/>
                    <a:pt x="12492" y="134802"/>
                    <a:pt x="12487" y="134067"/>
                  </a:cubicBezTo>
                  <a:cubicBezTo>
                    <a:pt x="12490" y="133292"/>
                    <a:pt x="12493" y="132517"/>
                    <a:pt x="12496" y="131719"/>
                  </a:cubicBezTo>
                  <a:cubicBezTo>
                    <a:pt x="12495" y="130929"/>
                    <a:pt x="12493" y="130139"/>
                    <a:pt x="12492" y="129325"/>
                  </a:cubicBezTo>
                  <a:cubicBezTo>
                    <a:pt x="12491" y="127651"/>
                    <a:pt x="12494" y="125977"/>
                    <a:pt x="12500" y="124303"/>
                  </a:cubicBezTo>
                  <a:cubicBezTo>
                    <a:pt x="12508" y="121730"/>
                    <a:pt x="12500" y="119158"/>
                    <a:pt x="12490" y="116586"/>
                  </a:cubicBezTo>
                  <a:cubicBezTo>
                    <a:pt x="12491" y="114964"/>
                    <a:pt x="12493" y="113342"/>
                    <a:pt x="12496" y="111720"/>
                  </a:cubicBezTo>
                  <a:cubicBezTo>
                    <a:pt x="12493" y="110945"/>
                    <a:pt x="12490" y="110170"/>
                    <a:pt x="12487" y="109371"/>
                  </a:cubicBezTo>
                  <a:cubicBezTo>
                    <a:pt x="12492" y="108658"/>
                    <a:pt x="12496" y="107946"/>
                    <a:pt x="12501" y="107211"/>
                  </a:cubicBezTo>
                  <a:cubicBezTo>
                    <a:pt x="12502" y="106581"/>
                    <a:pt x="12504" y="105950"/>
                    <a:pt x="12505" y="105300"/>
                  </a:cubicBezTo>
                  <a:cubicBezTo>
                    <a:pt x="12567" y="104825"/>
                    <a:pt x="12630" y="104350"/>
                    <a:pt x="12694" y="103860"/>
                  </a:cubicBezTo>
                  <a:cubicBezTo>
                    <a:pt x="13185" y="103614"/>
                    <a:pt x="13676" y="103369"/>
                    <a:pt x="14182" y="103116"/>
                  </a:cubicBezTo>
                  <a:cubicBezTo>
                    <a:pt x="14424" y="101247"/>
                    <a:pt x="14424" y="101247"/>
                    <a:pt x="14412" y="99000"/>
                  </a:cubicBezTo>
                  <a:cubicBezTo>
                    <a:pt x="14440" y="97749"/>
                    <a:pt x="14440" y="97749"/>
                    <a:pt x="14468" y="96474"/>
                  </a:cubicBezTo>
                  <a:cubicBezTo>
                    <a:pt x="14495" y="94701"/>
                    <a:pt x="14518" y="92927"/>
                    <a:pt x="14538" y="91154"/>
                  </a:cubicBezTo>
                  <a:cubicBezTo>
                    <a:pt x="14558" y="90321"/>
                    <a:pt x="14577" y="89487"/>
                    <a:pt x="14598" y="88628"/>
                  </a:cubicBezTo>
                  <a:cubicBezTo>
                    <a:pt x="14608" y="87857"/>
                    <a:pt x="14618" y="87087"/>
                    <a:pt x="14628" y="86293"/>
                  </a:cubicBezTo>
                  <a:cubicBezTo>
                    <a:pt x="14776" y="85411"/>
                    <a:pt x="14776" y="85411"/>
                    <a:pt x="14926" y="84512"/>
                  </a:cubicBezTo>
                  <a:cubicBezTo>
                    <a:pt x="16031" y="84144"/>
                    <a:pt x="16031" y="84144"/>
                    <a:pt x="17159" y="83768"/>
                  </a:cubicBezTo>
                  <a:cubicBezTo>
                    <a:pt x="17391" y="81895"/>
                    <a:pt x="17506" y="80158"/>
                    <a:pt x="17531" y="78280"/>
                  </a:cubicBezTo>
                  <a:cubicBezTo>
                    <a:pt x="17601" y="72947"/>
                    <a:pt x="17601" y="72947"/>
                    <a:pt x="19010" y="71353"/>
                  </a:cubicBezTo>
                  <a:cubicBezTo>
                    <a:pt x="19567" y="70868"/>
                    <a:pt x="19567" y="70868"/>
                    <a:pt x="20135" y="70374"/>
                  </a:cubicBezTo>
                  <a:cubicBezTo>
                    <a:pt x="20562" y="68683"/>
                    <a:pt x="20562" y="68683"/>
                    <a:pt x="20647" y="66885"/>
                  </a:cubicBezTo>
                  <a:cubicBezTo>
                    <a:pt x="20696" y="66284"/>
                    <a:pt x="20745" y="65682"/>
                    <a:pt x="20795" y="65063"/>
                  </a:cubicBezTo>
                  <a:cubicBezTo>
                    <a:pt x="20823" y="64605"/>
                    <a:pt x="20851" y="64148"/>
                    <a:pt x="20879" y="63676"/>
                  </a:cubicBezTo>
                  <a:cubicBezTo>
                    <a:pt x="21616" y="63676"/>
                    <a:pt x="22353" y="63676"/>
                    <a:pt x="23112" y="63676"/>
                  </a:cubicBezTo>
                  <a:cubicBezTo>
                    <a:pt x="23066" y="62725"/>
                    <a:pt x="23020" y="61773"/>
                    <a:pt x="22972" y="60793"/>
                  </a:cubicBezTo>
                  <a:cubicBezTo>
                    <a:pt x="22894" y="59171"/>
                    <a:pt x="22894" y="59171"/>
                    <a:pt x="23112" y="57723"/>
                  </a:cubicBezTo>
                  <a:cubicBezTo>
                    <a:pt x="24217" y="56986"/>
                    <a:pt x="24217" y="56986"/>
                    <a:pt x="25344" y="56235"/>
                  </a:cubicBezTo>
                  <a:cubicBezTo>
                    <a:pt x="25467" y="55360"/>
                    <a:pt x="25590" y="54485"/>
                    <a:pt x="25716" y="53584"/>
                  </a:cubicBezTo>
                  <a:cubicBezTo>
                    <a:pt x="25839" y="52740"/>
                    <a:pt x="25962" y="51896"/>
                    <a:pt x="26088" y="51026"/>
                  </a:cubicBezTo>
                  <a:cubicBezTo>
                    <a:pt x="27193" y="50658"/>
                    <a:pt x="27193" y="50658"/>
                    <a:pt x="28321" y="50282"/>
                  </a:cubicBezTo>
                  <a:cubicBezTo>
                    <a:pt x="28578" y="48547"/>
                    <a:pt x="28825" y="46810"/>
                    <a:pt x="29065" y="45073"/>
                  </a:cubicBezTo>
                  <a:cubicBezTo>
                    <a:pt x="30181" y="43770"/>
                    <a:pt x="30181" y="43770"/>
                    <a:pt x="31297" y="42840"/>
                  </a:cubicBezTo>
                  <a:cubicBezTo>
                    <a:pt x="31543" y="42104"/>
                    <a:pt x="31788" y="41367"/>
                    <a:pt x="32041" y="40608"/>
                  </a:cubicBezTo>
                  <a:cubicBezTo>
                    <a:pt x="33117" y="39435"/>
                    <a:pt x="34266" y="38383"/>
                    <a:pt x="35437" y="37306"/>
                  </a:cubicBezTo>
                  <a:cubicBezTo>
                    <a:pt x="36588" y="36162"/>
                    <a:pt x="36588" y="36162"/>
                    <a:pt x="37297" y="34562"/>
                  </a:cubicBezTo>
                  <a:cubicBezTo>
                    <a:pt x="37995" y="33166"/>
                    <a:pt x="37995" y="33166"/>
                    <a:pt x="39483" y="32422"/>
                  </a:cubicBezTo>
                  <a:cubicBezTo>
                    <a:pt x="39728" y="31686"/>
                    <a:pt x="39974" y="30949"/>
                    <a:pt x="40227" y="30190"/>
                  </a:cubicBezTo>
                  <a:cubicBezTo>
                    <a:pt x="40964" y="29699"/>
                    <a:pt x="41700" y="29208"/>
                    <a:pt x="42459" y="28702"/>
                  </a:cubicBezTo>
                  <a:cubicBezTo>
                    <a:pt x="42705" y="27965"/>
                    <a:pt x="42951" y="27228"/>
                    <a:pt x="43204" y="26469"/>
                  </a:cubicBezTo>
                  <a:cubicBezTo>
                    <a:pt x="43940" y="25978"/>
                    <a:pt x="44677" y="25487"/>
                    <a:pt x="45436" y="24981"/>
                  </a:cubicBezTo>
                  <a:cubicBezTo>
                    <a:pt x="45804" y="23876"/>
                    <a:pt x="45804" y="23876"/>
                    <a:pt x="46180" y="22749"/>
                  </a:cubicBezTo>
                  <a:cubicBezTo>
                    <a:pt x="47172" y="22252"/>
                    <a:pt x="48164" y="21756"/>
                    <a:pt x="49157" y="21260"/>
                  </a:cubicBezTo>
                  <a:cubicBezTo>
                    <a:pt x="49525" y="20155"/>
                    <a:pt x="49525" y="20155"/>
                    <a:pt x="49901" y="19028"/>
                  </a:cubicBezTo>
                  <a:cubicBezTo>
                    <a:pt x="51141" y="18780"/>
                    <a:pt x="52381" y="18532"/>
                    <a:pt x="53622" y="18284"/>
                  </a:cubicBezTo>
                  <a:cubicBezTo>
                    <a:pt x="53990" y="17179"/>
                    <a:pt x="53990" y="17179"/>
                    <a:pt x="54366" y="16051"/>
                  </a:cubicBezTo>
                  <a:cubicBezTo>
                    <a:pt x="55118" y="15806"/>
                    <a:pt x="55870" y="15560"/>
                    <a:pt x="56645" y="15307"/>
                  </a:cubicBezTo>
                  <a:cubicBezTo>
                    <a:pt x="57366" y="15062"/>
                    <a:pt x="58087" y="14816"/>
                    <a:pt x="58831" y="14563"/>
                  </a:cubicBezTo>
                  <a:cubicBezTo>
                    <a:pt x="58831" y="13826"/>
                    <a:pt x="58831" y="13090"/>
                    <a:pt x="58831" y="12331"/>
                  </a:cubicBezTo>
                  <a:cubicBezTo>
                    <a:pt x="60281" y="12446"/>
                    <a:pt x="60281" y="12446"/>
                    <a:pt x="61761" y="12563"/>
                  </a:cubicBezTo>
                  <a:cubicBezTo>
                    <a:pt x="63385" y="12626"/>
                    <a:pt x="63385" y="12626"/>
                    <a:pt x="64784" y="12331"/>
                  </a:cubicBezTo>
                  <a:cubicBezTo>
                    <a:pt x="65068" y="11098"/>
                    <a:pt x="65315" y="9857"/>
                    <a:pt x="65528" y="8610"/>
                  </a:cubicBezTo>
                  <a:cubicBezTo>
                    <a:pt x="67254" y="8302"/>
                    <a:pt x="68993" y="8053"/>
                    <a:pt x="70737" y="7866"/>
                  </a:cubicBezTo>
                  <a:cubicBezTo>
                    <a:pt x="70982" y="7129"/>
                    <a:pt x="71228" y="6392"/>
                    <a:pt x="71481" y="5633"/>
                  </a:cubicBezTo>
                  <a:cubicBezTo>
                    <a:pt x="73993" y="5312"/>
                    <a:pt x="76461" y="5305"/>
                    <a:pt x="78992" y="5264"/>
                  </a:cubicBezTo>
                  <a:cubicBezTo>
                    <a:pt x="79706" y="5140"/>
                    <a:pt x="80419" y="5017"/>
                    <a:pt x="81155" y="4889"/>
                  </a:cubicBezTo>
                  <a:cubicBezTo>
                    <a:pt x="81242" y="4398"/>
                    <a:pt x="81329" y="3907"/>
                    <a:pt x="81418" y="3401"/>
                  </a:cubicBezTo>
                  <a:cubicBezTo>
                    <a:pt x="81577" y="2910"/>
                    <a:pt x="81735" y="2419"/>
                    <a:pt x="81899" y="1913"/>
                  </a:cubicBezTo>
                  <a:close/>
                </a:path>
              </a:pathLst>
            </a:custGeom>
            <a:grpFill/>
            <a:ln w="744" cap="flat">
              <a:noFill/>
              <a:prstDash val="solid"/>
              <a:miter/>
            </a:ln>
          </p:spPr>
          <p:txBody>
            <a:bodyPr rtlCol="0" anchor="ctr"/>
            <a:lstStyle/>
            <a:p>
              <a:endParaRPr lang="zh-CN" altLang="en-US"/>
            </a:p>
          </p:txBody>
        </p:sp>
        <p:sp>
          <p:nvSpPr>
            <p:cNvPr id="138" name="任意多边形: 形状 137"/>
            <p:cNvSpPr/>
            <p:nvPr/>
          </p:nvSpPr>
          <p:spPr>
            <a:xfrm>
              <a:off x="10332321" y="1388717"/>
              <a:ext cx="169960" cy="243585"/>
            </a:xfrm>
            <a:custGeom>
              <a:avLst/>
              <a:gdLst>
                <a:gd name="connsiteX0" fmla="*/ 83821 w 169960"/>
                <a:gd name="connsiteY0" fmla="*/ 1997 h 243585"/>
                <a:gd name="connsiteX1" fmla="*/ 87719 w 169960"/>
                <a:gd name="connsiteY1" fmla="*/ 1600 h 243585"/>
                <a:gd name="connsiteX2" fmla="*/ 90240 w 169960"/>
                <a:gd name="connsiteY2" fmla="*/ 1564 h 243585"/>
                <a:gd name="connsiteX3" fmla="*/ 92983 w 169960"/>
                <a:gd name="connsiteY3" fmla="*/ 1575 h 243585"/>
                <a:gd name="connsiteX4" fmla="*/ 95778 w 169960"/>
                <a:gd name="connsiteY4" fmla="*/ 1561 h 243585"/>
                <a:gd name="connsiteX5" fmla="*/ 101640 w 169960"/>
                <a:gd name="connsiteY5" fmla="*/ 1568 h 243585"/>
                <a:gd name="connsiteX6" fmla="*/ 109170 w 169960"/>
                <a:gd name="connsiteY6" fmla="*/ 1537 h 243585"/>
                <a:gd name="connsiteX7" fmla="*/ 116331 w 169960"/>
                <a:gd name="connsiteY7" fmla="*/ 1529 h 243585"/>
                <a:gd name="connsiteX8" fmla="*/ 119074 w 169960"/>
                <a:gd name="connsiteY8" fmla="*/ 1499 h 243585"/>
                <a:gd name="connsiteX9" fmla="*/ 121595 w 169960"/>
                <a:gd name="connsiteY9" fmla="*/ 1527 h 243585"/>
                <a:gd name="connsiteX10" fmla="*/ 123826 w 169960"/>
                <a:gd name="connsiteY10" fmla="*/ 1529 h 243585"/>
                <a:gd name="connsiteX11" fmla="*/ 125493 w 169960"/>
                <a:gd name="connsiteY11" fmla="*/ 1997 h 243585"/>
                <a:gd name="connsiteX12" fmla="*/ 126237 w 169960"/>
                <a:gd name="connsiteY12" fmla="*/ 5718 h 243585"/>
                <a:gd name="connsiteX13" fmla="*/ 131493 w 169960"/>
                <a:gd name="connsiteY13" fmla="*/ 5950 h 243585"/>
                <a:gd name="connsiteX14" fmla="*/ 134402 w 169960"/>
                <a:gd name="connsiteY14" fmla="*/ 5848 h 243585"/>
                <a:gd name="connsiteX15" fmla="*/ 136655 w 169960"/>
                <a:gd name="connsiteY15" fmla="*/ 5718 h 243585"/>
                <a:gd name="connsiteX16" fmla="*/ 136655 w 169960"/>
                <a:gd name="connsiteY16" fmla="*/ 7950 h 243585"/>
                <a:gd name="connsiteX17" fmla="*/ 139213 w 169960"/>
                <a:gd name="connsiteY17" fmla="*/ 8136 h 243585"/>
                <a:gd name="connsiteX18" fmla="*/ 141864 w 169960"/>
                <a:gd name="connsiteY18" fmla="*/ 8694 h 243585"/>
                <a:gd name="connsiteX19" fmla="*/ 142608 w 169960"/>
                <a:gd name="connsiteY19" fmla="*/ 11671 h 243585"/>
                <a:gd name="connsiteX20" fmla="*/ 145213 w 169960"/>
                <a:gd name="connsiteY20" fmla="*/ 12043 h 243585"/>
                <a:gd name="connsiteX21" fmla="*/ 147817 w 169960"/>
                <a:gd name="connsiteY21" fmla="*/ 12415 h 243585"/>
                <a:gd name="connsiteX22" fmla="*/ 148561 w 169960"/>
                <a:gd name="connsiteY22" fmla="*/ 15391 h 243585"/>
                <a:gd name="connsiteX23" fmla="*/ 152282 w 169960"/>
                <a:gd name="connsiteY23" fmla="*/ 16136 h 243585"/>
                <a:gd name="connsiteX24" fmla="*/ 153026 w 169960"/>
                <a:gd name="connsiteY24" fmla="*/ 18368 h 243585"/>
                <a:gd name="connsiteX25" fmla="*/ 156003 w 169960"/>
                <a:gd name="connsiteY25" fmla="*/ 20972 h 243585"/>
                <a:gd name="connsiteX26" fmla="*/ 159723 w 169960"/>
                <a:gd name="connsiteY26" fmla="*/ 25809 h 243585"/>
                <a:gd name="connsiteX27" fmla="*/ 163119 w 169960"/>
                <a:gd name="connsiteY27" fmla="*/ 29112 h 243585"/>
                <a:gd name="connsiteX28" fmla="*/ 165677 w 169960"/>
                <a:gd name="connsiteY28" fmla="*/ 33251 h 243585"/>
                <a:gd name="connsiteX29" fmla="*/ 167165 w 169960"/>
                <a:gd name="connsiteY29" fmla="*/ 33995 h 243585"/>
                <a:gd name="connsiteX30" fmla="*/ 167909 w 169960"/>
                <a:gd name="connsiteY30" fmla="*/ 38460 h 243585"/>
                <a:gd name="connsiteX31" fmla="*/ 170141 w 169960"/>
                <a:gd name="connsiteY31" fmla="*/ 38460 h 243585"/>
                <a:gd name="connsiteX32" fmla="*/ 170374 w 169960"/>
                <a:gd name="connsiteY32" fmla="*/ 40971 h 243585"/>
                <a:gd name="connsiteX33" fmla="*/ 170886 w 169960"/>
                <a:gd name="connsiteY33" fmla="*/ 43669 h 243585"/>
                <a:gd name="connsiteX34" fmla="*/ 173118 w 169960"/>
                <a:gd name="connsiteY34" fmla="*/ 45157 h 243585"/>
                <a:gd name="connsiteX35" fmla="*/ 173862 w 169960"/>
                <a:gd name="connsiteY35" fmla="*/ 48878 h 243585"/>
                <a:gd name="connsiteX36" fmla="*/ 175350 w 169960"/>
                <a:gd name="connsiteY36" fmla="*/ 49622 h 243585"/>
                <a:gd name="connsiteX37" fmla="*/ 175815 w 169960"/>
                <a:gd name="connsiteY37" fmla="*/ 53389 h 243585"/>
                <a:gd name="connsiteX38" fmla="*/ 175984 w 169960"/>
                <a:gd name="connsiteY38" fmla="*/ 55462 h 243585"/>
                <a:gd name="connsiteX39" fmla="*/ 176094 w 169960"/>
                <a:gd name="connsiteY39" fmla="*/ 57063 h 243585"/>
                <a:gd name="connsiteX40" fmla="*/ 178327 w 169960"/>
                <a:gd name="connsiteY40" fmla="*/ 57063 h 243585"/>
                <a:gd name="connsiteX41" fmla="*/ 178411 w 169960"/>
                <a:gd name="connsiteY41" fmla="*/ 58665 h 243585"/>
                <a:gd name="connsiteX42" fmla="*/ 178559 w 169960"/>
                <a:gd name="connsiteY42" fmla="*/ 60737 h 243585"/>
                <a:gd name="connsiteX43" fmla="*/ 178690 w 169960"/>
                <a:gd name="connsiteY43" fmla="*/ 62804 h 243585"/>
                <a:gd name="connsiteX44" fmla="*/ 179071 w 169960"/>
                <a:gd name="connsiteY44" fmla="*/ 64505 h 243585"/>
                <a:gd name="connsiteX45" fmla="*/ 181303 w 169960"/>
                <a:gd name="connsiteY45" fmla="*/ 65249 h 243585"/>
                <a:gd name="connsiteX46" fmla="*/ 181443 w 169960"/>
                <a:gd name="connsiteY46" fmla="*/ 69388 h 243585"/>
                <a:gd name="connsiteX47" fmla="*/ 181382 w 169960"/>
                <a:gd name="connsiteY47" fmla="*/ 71670 h 243585"/>
                <a:gd name="connsiteX48" fmla="*/ 181303 w 169960"/>
                <a:gd name="connsiteY48" fmla="*/ 73434 h 243585"/>
                <a:gd name="connsiteX49" fmla="*/ 175350 w 169960"/>
                <a:gd name="connsiteY49" fmla="*/ 74179 h 243585"/>
                <a:gd name="connsiteX50" fmla="*/ 175350 w 169960"/>
                <a:gd name="connsiteY50" fmla="*/ 77155 h 243585"/>
                <a:gd name="connsiteX51" fmla="*/ 164188 w 169960"/>
                <a:gd name="connsiteY51" fmla="*/ 77155 h 243585"/>
                <a:gd name="connsiteX52" fmla="*/ 164188 w 169960"/>
                <a:gd name="connsiteY52" fmla="*/ 80876 h 243585"/>
                <a:gd name="connsiteX53" fmla="*/ 151538 w 169960"/>
                <a:gd name="connsiteY53" fmla="*/ 80876 h 243585"/>
                <a:gd name="connsiteX54" fmla="*/ 150050 w 169960"/>
                <a:gd name="connsiteY54" fmla="*/ 71202 h 243585"/>
                <a:gd name="connsiteX55" fmla="*/ 148561 w 169960"/>
                <a:gd name="connsiteY55" fmla="*/ 71202 h 243585"/>
                <a:gd name="connsiteX56" fmla="*/ 148477 w 169960"/>
                <a:gd name="connsiteY56" fmla="*/ 69600 h 243585"/>
                <a:gd name="connsiteX57" fmla="*/ 148329 w 169960"/>
                <a:gd name="connsiteY57" fmla="*/ 67528 h 243585"/>
                <a:gd name="connsiteX58" fmla="*/ 148198 w 169960"/>
                <a:gd name="connsiteY58" fmla="*/ 65461 h 243585"/>
                <a:gd name="connsiteX59" fmla="*/ 147817 w 169960"/>
                <a:gd name="connsiteY59" fmla="*/ 63761 h 243585"/>
                <a:gd name="connsiteX60" fmla="*/ 145585 w 169960"/>
                <a:gd name="connsiteY60" fmla="*/ 63016 h 243585"/>
                <a:gd name="connsiteX61" fmla="*/ 144841 w 169960"/>
                <a:gd name="connsiteY61" fmla="*/ 58552 h 243585"/>
                <a:gd name="connsiteX62" fmla="*/ 142608 w 169960"/>
                <a:gd name="connsiteY62" fmla="*/ 56319 h 243585"/>
                <a:gd name="connsiteX63" fmla="*/ 142608 w 169960"/>
                <a:gd name="connsiteY63" fmla="*/ 53343 h 243585"/>
                <a:gd name="connsiteX64" fmla="*/ 140376 w 169960"/>
                <a:gd name="connsiteY64" fmla="*/ 52598 h 243585"/>
                <a:gd name="connsiteX65" fmla="*/ 140376 w 169960"/>
                <a:gd name="connsiteY65" fmla="*/ 49622 h 243585"/>
                <a:gd name="connsiteX66" fmla="*/ 138143 w 169960"/>
                <a:gd name="connsiteY66" fmla="*/ 48878 h 243585"/>
                <a:gd name="connsiteX67" fmla="*/ 137771 w 169960"/>
                <a:gd name="connsiteY67" fmla="*/ 47343 h 243585"/>
                <a:gd name="connsiteX68" fmla="*/ 137399 w 169960"/>
                <a:gd name="connsiteY68" fmla="*/ 45901 h 243585"/>
                <a:gd name="connsiteX69" fmla="*/ 135167 w 169960"/>
                <a:gd name="connsiteY69" fmla="*/ 45901 h 243585"/>
                <a:gd name="connsiteX70" fmla="*/ 134423 w 169960"/>
                <a:gd name="connsiteY70" fmla="*/ 43669 h 243585"/>
                <a:gd name="connsiteX71" fmla="*/ 132190 w 169960"/>
                <a:gd name="connsiteY71" fmla="*/ 42925 h 243585"/>
                <a:gd name="connsiteX72" fmla="*/ 129958 w 169960"/>
                <a:gd name="connsiteY72" fmla="*/ 42180 h 243585"/>
                <a:gd name="connsiteX73" fmla="*/ 129214 w 169960"/>
                <a:gd name="connsiteY73" fmla="*/ 39948 h 243585"/>
                <a:gd name="connsiteX74" fmla="*/ 126981 w 169960"/>
                <a:gd name="connsiteY74" fmla="*/ 39995 h 243585"/>
                <a:gd name="connsiteX75" fmla="*/ 124749 w 169960"/>
                <a:gd name="connsiteY75" fmla="*/ 39948 h 243585"/>
                <a:gd name="connsiteX76" fmla="*/ 124563 w 169960"/>
                <a:gd name="connsiteY76" fmla="*/ 38480 h 243585"/>
                <a:gd name="connsiteX77" fmla="*/ 124005 w 169960"/>
                <a:gd name="connsiteY77" fmla="*/ 36971 h 243585"/>
                <a:gd name="connsiteX78" fmla="*/ 118796 w 169960"/>
                <a:gd name="connsiteY78" fmla="*/ 36599 h 243585"/>
                <a:gd name="connsiteX79" fmla="*/ 113587 w 169960"/>
                <a:gd name="connsiteY79" fmla="*/ 36227 h 243585"/>
                <a:gd name="connsiteX80" fmla="*/ 113296 w 169960"/>
                <a:gd name="connsiteY80" fmla="*/ 34742 h 243585"/>
                <a:gd name="connsiteX81" fmla="*/ 112843 w 169960"/>
                <a:gd name="connsiteY81" fmla="*/ 33251 h 243585"/>
                <a:gd name="connsiteX82" fmla="*/ 109215 w 169960"/>
                <a:gd name="connsiteY82" fmla="*/ 32855 h 243585"/>
                <a:gd name="connsiteX83" fmla="*/ 106994 w 169960"/>
                <a:gd name="connsiteY83" fmla="*/ 32844 h 243585"/>
                <a:gd name="connsiteX84" fmla="*/ 104657 w 169960"/>
                <a:gd name="connsiteY84" fmla="*/ 32879 h 243585"/>
                <a:gd name="connsiteX85" fmla="*/ 102320 w 169960"/>
                <a:gd name="connsiteY85" fmla="*/ 32844 h 243585"/>
                <a:gd name="connsiteX86" fmla="*/ 100099 w 169960"/>
                <a:gd name="connsiteY86" fmla="*/ 32855 h 243585"/>
                <a:gd name="connsiteX87" fmla="*/ 98047 w 169960"/>
                <a:gd name="connsiteY87" fmla="*/ 32866 h 243585"/>
                <a:gd name="connsiteX88" fmla="*/ 96471 w 169960"/>
                <a:gd name="connsiteY88" fmla="*/ 33251 h 243585"/>
                <a:gd name="connsiteX89" fmla="*/ 95727 w 169960"/>
                <a:gd name="connsiteY89" fmla="*/ 36227 h 243585"/>
                <a:gd name="connsiteX90" fmla="*/ 88562 w 169960"/>
                <a:gd name="connsiteY90" fmla="*/ 36046 h 243585"/>
                <a:gd name="connsiteX91" fmla="*/ 84565 w 169960"/>
                <a:gd name="connsiteY91" fmla="*/ 36227 h 243585"/>
                <a:gd name="connsiteX92" fmla="*/ 83821 w 169960"/>
                <a:gd name="connsiteY92" fmla="*/ 39948 h 243585"/>
                <a:gd name="connsiteX93" fmla="*/ 77124 w 169960"/>
                <a:gd name="connsiteY93" fmla="*/ 39204 h 243585"/>
                <a:gd name="connsiteX94" fmla="*/ 76984 w 169960"/>
                <a:gd name="connsiteY94" fmla="*/ 40971 h 243585"/>
                <a:gd name="connsiteX95" fmla="*/ 76380 w 169960"/>
                <a:gd name="connsiteY95" fmla="*/ 42925 h 243585"/>
                <a:gd name="connsiteX96" fmla="*/ 72659 w 169960"/>
                <a:gd name="connsiteY96" fmla="*/ 44413 h 243585"/>
                <a:gd name="connsiteX97" fmla="*/ 71171 w 169960"/>
                <a:gd name="connsiteY97" fmla="*/ 46645 h 243585"/>
                <a:gd name="connsiteX98" fmla="*/ 68938 w 169960"/>
                <a:gd name="connsiteY98" fmla="*/ 47389 h 243585"/>
                <a:gd name="connsiteX99" fmla="*/ 67450 w 169960"/>
                <a:gd name="connsiteY99" fmla="*/ 49622 h 243585"/>
                <a:gd name="connsiteX100" fmla="*/ 65962 w 169960"/>
                <a:gd name="connsiteY100" fmla="*/ 49622 h 243585"/>
                <a:gd name="connsiteX101" fmla="*/ 65590 w 169960"/>
                <a:gd name="connsiteY101" fmla="*/ 51110 h 243585"/>
                <a:gd name="connsiteX102" fmla="*/ 65218 w 169960"/>
                <a:gd name="connsiteY102" fmla="*/ 52598 h 243585"/>
                <a:gd name="connsiteX103" fmla="*/ 63729 w 169960"/>
                <a:gd name="connsiteY103" fmla="*/ 52598 h 243585"/>
                <a:gd name="connsiteX104" fmla="*/ 62985 w 169960"/>
                <a:gd name="connsiteY104" fmla="*/ 55575 h 243585"/>
                <a:gd name="connsiteX105" fmla="*/ 61497 w 169960"/>
                <a:gd name="connsiteY105" fmla="*/ 56319 h 243585"/>
                <a:gd name="connsiteX106" fmla="*/ 60753 w 169960"/>
                <a:gd name="connsiteY106" fmla="*/ 57807 h 243585"/>
                <a:gd name="connsiteX107" fmla="*/ 58520 w 169960"/>
                <a:gd name="connsiteY107" fmla="*/ 60040 h 243585"/>
                <a:gd name="connsiteX108" fmla="*/ 58148 w 169960"/>
                <a:gd name="connsiteY108" fmla="*/ 61900 h 243585"/>
                <a:gd name="connsiteX109" fmla="*/ 57776 w 169960"/>
                <a:gd name="connsiteY109" fmla="*/ 63761 h 243585"/>
                <a:gd name="connsiteX110" fmla="*/ 56288 w 169960"/>
                <a:gd name="connsiteY110" fmla="*/ 64505 h 243585"/>
                <a:gd name="connsiteX111" fmla="*/ 55823 w 169960"/>
                <a:gd name="connsiteY111" fmla="*/ 67900 h 243585"/>
                <a:gd name="connsiteX112" fmla="*/ 55654 w 169960"/>
                <a:gd name="connsiteY112" fmla="*/ 69763 h 243585"/>
                <a:gd name="connsiteX113" fmla="*/ 55544 w 169960"/>
                <a:gd name="connsiteY113" fmla="*/ 71202 h 243585"/>
                <a:gd name="connsiteX114" fmla="*/ 54055 w 169960"/>
                <a:gd name="connsiteY114" fmla="*/ 71202 h 243585"/>
                <a:gd name="connsiteX115" fmla="*/ 52893 w 169960"/>
                <a:gd name="connsiteY115" fmla="*/ 76132 h 243585"/>
                <a:gd name="connsiteX116" fmla="*/ 52704 w 169960"/>
                <a:gd name="connsiteY116" fmla="*/ 77975 h 243585"/>
                <a:gd name="connsiteX117" fmla="*/ 52567 w 169960"/>
                <a:gd name="connsiteY117" fmla="*/ 79388 h 243585"/>
                <a:gd name="connsiteX118" fmla="*/ 51079 w 169960"/>
                <a:gd name="connsiteY118" fmla="*/ 79388 h 243585"/>
                <a:gd name="connsiteX119" fmla="*/ 50428 w 169960"/>
                <a:gd name="connsiteY119" fmla="*/ 86178 h 243585"/>
                <a:gd name="connsiteX120" fmla="*/ 49230 w 169960"/>
                <a:gd name="connsiteY120" fmla="*/ 89560 h 243585"/>
                <a:gd name="connsiteX121" fmla="*/ 47825 w 169960"/>
                <a:gd name="connsiteY121" fmla="*/ 97358 h 243585"/>
                <a:gd name="connsiteX122" fmla="*/ 47817 w 169960"/>
                <a:gd name="connsiteY122" fmla="*/ 99203 h 243585"/>
                <a:gd name="connsiteX123" fmla="*/ 47832 w 169960"/>
                <a:gd name="connsiteY123" fmla="*/ 105232 h 243585"/>
                <a:gd name="connsiteX124" fmla="*/ 47831 w 169960"/>
                <a:gd name="connsiteY124" fmla="*/ 109418 h 243585"/>
                <a:gd name="connsiteX125" fmla="*/ 47852 w 169960"/>
                <a:gd name="connsiteY125" fmla="*/ 118184 h 243585"/>
                <a:gd name="connsiteX126" fmla="*/ 47864 w 169960"/>
                <a:gd name="connsiteY126" fmla="*/ 129445 h 243585"/>
                <a:gd name="connsiteX127" fmla="*/ 47874 w 169960"/>
                <a:gd name="connsiteY127" fmla="*/ 138084 h 243585"/>
                <a:gd name="connsiteX128" fmla="*/ 47877 w 169960"/>
                <a:gd name="connsiteY128" fmla="*/ 142238 h 243585"/>
                <a:gd name="connsiteX129" fmla="*/ 47898 w 169960"/>
                <a:gd name="connsiteY129" fmla="*/ 148026 h 243585"/>
                <a:gd name="connsiteX130" fmla="*/ 47892 w 169960"/>
                <a:gd name="connsiteY130" fmla="*/ 149775 h 243585"/>
                <a:gd name="connsiteX131" fmla="*/ 48102 w 169960"/>
                <a:gd name="connsiteY131" fmla="*/ 153802 h 243585"/>
                <a:gd name="connsiteX132" fmla="*/ 49591 w 169960"/>
                <a:gd name="connsiteY132" fmla="*/ 154546 h 243585"/>
                <a:gd name="connsiteX133" fmla="*/ 50381 w 169960"/>
                <a:gd name="connsiteY133" fmla="*/ 162127 h 243585"/>
                <a:gd name="connsiteX134" fmla="*/ 50361 w 169960"/>
                <a:gd name="connsiteY134" fmla="*/ 164996 h 243585"/>
                <a:gd name="connsiteX135" fmla="*/ 50335 w 169960"/>
                <a:gd name="connsiteY135" fmla="*/ 167196 h 243585"/>
                <a:gd name="connsiteX136" fmla="*/ 52567 w 169960"/>
                <a:gd name="connsiteY136" fmla="*/ 167196 h 243585"/>
                <a:gd name="connsiteX137" fmla="*/ 53311 w 169960"/>
                <a:gd name="connsiteY137" fmla="*/ 176126 h 243585"/>
                <a:gd name="connsiteX138" fmla="*/ 55544 w 169960"/>
                <a:gd name="connsiteY138" fmla="*/ 176126 h 243585"/>
                <a:gd name="connsiteX139" fmla="*/ 55980 w 169960"/>
                <a:gd name="connsiteY139" fmla="*/ 180704 h 243585"/>
                <a:gd name="connsiteX140" fmla="*/ 56288 w 169960"/>
                <a:gd name="connsiteY140" fmla="*/ 182079 h 243585"/>
                <a:gd name="connsiteX141" fmla="*/ 57776 w 169960"/>
                <a:gd name="connsiteY141" fmla="*/ 182823 h 243585"/>
                <a:gd name="connsiteX142" fmla="*/ 58102 w 169960"/>
                <a:gd name="connsiteY142" fmla="*/ 184637 h 243585"/>
                <a:gd name="connsiteX143" fmla="*/ 60753 w 169960"/>
                <a:gd name="connsiteY143" fmla="*/ 188032 h 243585"/>
                <a:gd name="connsiteX144" fmla="*/ 63008 w 169960"/>
                <a:gd name="connsiteY144" fmla="*/ 192000 h 243585"/>
                <a:gd name="connsiteX145" fmla="*/ 65962 w 169960"/>
                <a:gd name="connsiteY145" fmla="*/ 195473 h 243585"/>
                <a:gd name="connsiteX146" fmla="*/ 68938 w 169960"/>
                <a:gd name="connsiteY146" fmla="*/ 200682 h 243585"/>
                <a:gd name="connsiteX147" fmla="*/ 71915 w 169960"/>
                <a:gd name="connsiteY147" fmla="*/ 200682 h 243585"/>
                <a:gd name="connsiteX148" fmla="*/ 72659 w 169960"/>
                <a:gd name="connsiteY148" fmla="*/ 202915 h 243585"/>
                <a:gd name="connsiteX149" fmla="*/ 74891 w 169960"/>
                <a:gd name="connsiteY149" fmla="*/ 203240 h 243585"/>
                <a:gd name="connsiteX150" fmla="*/ 77124 w 169960"/>
                <a:gd name="connsiteY150" fmla="*/ 203659 h 243585"/>
                <a:gd name="connsiteX151" fmla="*/ 77423 w 169960"/>
                <a:gd name="connsiteY151" fmla="*/ 205139 h 243585"/>
                <a:gd name="connsiteX152" fmla="*/ 77868 w 169960"/>
                <a:gd name="connsiteY152" fmla="*/ 206636 h 243585"/>
                <a:gd name="connsiteX153" fmla="*/ 81263 w 169960"/>
                <a:gd name="connsiteY153" fmla="*/ 207194 h 243585"/>
                <a:gd name="connsiteX154" fmla="*/ 83126 w 169960"/>
                <a:gd name="connsiteY154" fmla="*/ 207322 h 243585"/>
                <a:gd name="connsiteX155" fmla="*/ 84565 w 169960"/>
                <a:gd name="connsiteY155" fmla="*/ 207380 h 243585"/>
                <a:gd name="connsiteX156" fmla="*/ 84565 w 169960"/>
                <a:gd name="connsiteY156" fmla="*/ 210356 h 243585"/>
                <a:gd name="connsiteX157" fmla="*/ 86818 w 169960"/>
                <a:gd name="connsiteY157" fmla="*/ 210225 h 243585"/>
                <a:gd name="connsiteX158" fmla="*/ 89728 w 169960"/>
                <a:gd name="connsiteY158" fmla="*/ 210124 h 243585"/>
                <a:gd name="connsiteX159" fmla="*/ 92632 w 169960"/>
                <a:gd name="connsiteY159" fmla="*/ 209993 h 243585"/>
                <a:gd name="connsiteX160" fmla="*/ 94983 w 169960"/>
                <a:gd name="connsiteY160" fmla="*/ 210356 h 243585"/>
                <a:gd name="connsiteX161" fmla="*/ 95727 w 169960"/>
                <a:gd name="connsiteY161" fmla="*/ 214077 h 243585"/>
                <a:gd name="connsiteX162" fmla="*/ 103122 w 169960"/>
                <a:gd name="connsiteY162" fmla="*/ 213891 h 243585"/>
                <a:gd name="connsiteX163" fmla="*/ 105254 w 169960"/>
                <a:gd name="connsiteY163" fmla="*/ 213859 h 243585"/>
                <a:gd name="connsiteX164" fmla="*/ 107282 w 169960"/>
                <a:gd name="connsiteY164" fmla="*/ 213786 h 243585"/>
                <a:gd name="connsiteX165" fmla="*/ 109159 w 169960"/>
                <a:gd name="connsiteY165" fmla="*/ 213739 h 243585"/>
                <a:gd name="connsiteX166" fmla="*/ 110610 w 169960"/>
                <a:gd name="connsiteY166" fmla="*/ 213333 h 243585"/>
                <a:gd name="connsiteX167" fmla="*/ 111354 w 169960"/>
                <a:gd name="connsiteY167" fmla="*/ 210356 h 243585"/>
                <a:gd name="connsiteX168" fmla="*/ 116563 w 169960"/>
                <a:gd name="connsiteY168" fmla="*/ 209938 h 243585"/>
                <a:gd name="connsiteX169" fmla="*/ 121772 w 169960"/>
                <a:gd name="connsiteY169" fmla="*/ 209612 h 243585"/>
                <a:gd name="connsiteX170" fmla="*/ 122516 w 169960"/>
                <a:gd name="connsiteY170" fmla="*/ 207380 h 243585"/>
                <a:gd name="connsiteX171" fmla="*/ 127121 w 169960"/>
                <a:gd name="connsiteY171" fmla="*/ 206356 h 243585"/>
                <a:gd name="connsiteX172" fmla="*/ 128469 w 169960"/>
                <a:gd name="connsiteY172" fmla="*/ 205891 h 243585"/>
                <a:gd name="connsiteX173" fmla="*/ 129214 w 169960"/>
                <a:gd name="connsiteY173" fmla="*/ 203659 h 243585"/>
                <a:gd name="connsiteX174" fmla="*/ 130609 w 169960"/>
                <a:gd name="connsiteY174" fmla="*/ 203333 h 243585"/>
                <a:gd name="connsiteX175" fmla="*/ 134423 w 169960"/>
                <a:gd name="connsiteY175" fmla="*/ 199938 h 243585"/>
                <a:gd name="connsiteX176" fmla="*/ 136655 w 169960"/>
                <a:gd name="connsiteY176" fmla="*/ 199194 h 243585"/>
                <a:gd name="connsiteX177" fmla="*/ 137399 w 169960"/>
                <a:gd name="connsiteY177" fmla="*/ 196962 h 243585"/>
                <a:gd name="connsiteX178" fmla="*/ 139632 w 169960"/>
                <a:gd name="connsiteY178" fmla="*/ 196218 h 243585"/>
                <a:gd name="connsiteX179" fmla="*/ 140376 w 169960"/>
                <a:gd name="connsiteY179" fmla="*/ 193241 h 243585"/>
                <a:gd name="connsiteX180" fmla="*/ 141864 w 169960"/>
                <a:gd name="connsiteY180" fmla="*/ 192497 h 243585"/>
                <a:gd name="connsiteX181" fmla="*/ 145259 w 169960"/>
                <a:gd name="connsiteY181" fmla="*/ 186358 h 243585"/>
                <a:gd name="connsiteX182" fmla="*/ 147817 w 169960"/>
                <a:gd name="connsiteY182" fmla="*/ 183567 h 243585"/>
                <a:gd name="connsiteX183" fmla="*/ 148282 w 169960"/>
                <a:gd name="connsiteY183" fmla="*/ 180544 h 243585"/>
                <a:gd name="connsiteX184" fmla="*/ 148561 w 169960"/>
                <a:gd name="connsiteY184" fmla="*/ 177614 h 243585"/>
                <a:gd name="connsiteX185" fmla="*/ 150794 w 169960"/>
                <a:gd name="connsiteY185" fmla="*/ 177614 h 243585"/>
                <a:gd name="connsiteX186" fmla="*/ 150768 w 169960"/>
                <a:gd name="connsiteY186" fmla="*/ 176201 h 243585"/>
                <a:gd name="connsiteX187" fmla="*/ 150747 w 169960"/>
                <a:gd name="connsiteY187" fmla="*/ 174358 h 243585"/>
                <a:gd name="connsiteX188" fmla="*/ 150721 w 169960"/>
                <a:gd name="connsiteY188" fmla="*/ 172527 h 243585"/>
                <a:gd name="connsiteX189" fmla="*/ 151538 w 169960"/>
                <a:gd name="connsiteY189" fmla="*/ 169429 h 243585"/>
                <a:gd name="connsiteX190" fmla="*/ 153026 w 169960"/>
                <a:gd name="connsiteY190" fmla="*/ 169429 h 243585"/>
                <a:gd name="connsiteX191" fmla="*/ 153770 w 169960"/>
                <a:gd name="connsiteY191" fmla="*/ 156034 h 243585"/>
                <a:gd name="connsiteX192" fmla="*/ 160002 w 169960"/>
                <a:gd name="connsiteY192" fmla="*/ 155848 h 243585"/>
                <a:gd name="connsiteX193" fmla="*/ 161963 w 169960"/>
                <a:gd name="connsiteY193" fmla="*/ 155766 h 243585"/>
                <a:gd name="connsiteX194" fmla="*/ 166421 w 169960"/>
                <a:gd name="connsiteY194" fmla="*/ 156034 h 243585"/>
                <a:gd name="connsiteX195" fmla="*/ 167909 w 169960"/>
                <a:gd name="connsiteY195" fmla="*/ 159011 h 243585"/>
                <a:gd name="connsiteX196" fmla="*/ 172792 w 169960"/>
                <a:gd name="connsiteY196" fmla="*/ 159011 h 243585"/>
                <a:gd name="connsiteX197" fmla="*/ 177583 w 169960"/>
                <a:gd name="connsiteY197" fmla="*/ 159011 h 243585"/>
                <a:gd name="connsiteX198" fmla="*/ 178327 w 169960"/>
                <a:gd name="connsiteY198" fmla="*/ 161987 h 243585"/>
                <a:gd name="connsiteX199" fmla="*/ 183536 w 169960"/>
                <a:gd name="connsiteY199" fmla="*/ 162731 h 243585"/>
                <a:gd name="connsiteX200" fmla="*/ 183536 w 169960"/>
                <a:gd name="connsiteY200" fmla="*/ 173893 h 243585"/>
                <a:gd name="connsiteX201" fmla="*/ 182048 w 169960"/>
                <a:gd name="connsiteY201" fmla="*/ 174637 h 243585"/>
                <a:gd name="connsiteX202" fmla="*/ 181583 w 169960"/>
                <a:gd name="connsiteY202" fmla="*/ 179149 h 243585"/>
                <a:gd name="connsiteX203" fmla="*/ 181414 w 169960"/>
                <a:gd name="connsiteY203" fmla="*/ 181640 h 243585"/>
                <a:gd name="connsiteX204" fmla="*/ 181303 w 169960"/>
                <a:gd name="connsiteY204" fmla="*/ 183567 h 243585"/>
                <a:gd name="connsiteX205" fmla="*/ 179071 w 169960"/>
                <a:gd name="connsiteY205" fmla="*/ 183567 h 243585"/>
                <a:gd name="connsiteX206" fmla="*/ 178327 w 169960"/>
                <a:gd name="connsiteY206" fmla="*/ 191753 h 243585"/>
                <a:gd name="connsiteX207" fmla="*/ 176094 w 169960"/>
                <a:gd name="connsiteY207" fmla="*/ 191753 h 243585"/>
                <a:gd name="connsiteX208" fmla="*/ 175350 w 169960"/>
                <a:gd name="connsiteY208" fmla="*/ 197706 h 243585"/>
                <a:gd name="connsiteX209" fmla="*/ 173862 w 169960"/>
                <a:gd name="connsiteY209" fmla="*/ 197706 h 243585"/>
                <a:gd name="connsiteX210" fmla="*/ 172374 w 169960"/>
                <a:gd name="connsiteY210" fmla="*/ 202915 h 243585"/>
                <a:gd name="connsiteX211" fmla="*/ 170886 w 169960"/>
                <a:gd name="connsiteY211" fmla="*/ 204403 h 243585"/>
                <a:gd name="connsiteX212" fmla="*/ 170560 w 169960"/>
                <a:gd name="connsiteY212" fmla="*/ 206217 h 243585"/>
                <a:gd name="connsiteX213" fmla="*/ 167909 w 169960"/>
                <a:gd name="connsiteY213" fmla="*/ 210356 h 243585"/>
                <a:gd name="connsiteX214" fmla="*/ 167537 w 169960"/>
                <a:gd name="connsiteY214" fmla="*/ 211938 h 243585"/>
                <a:gd name="connsiteX215" fmla="*/ 167165 w 169960"/>
                <a:gd name="connsiteY215" fmla="*/ 213333 h 243585"/>
                <a:gd name="connsiteX216" fmla="*/ 164932 w 169960"/>
                <a:gd name="connsiteY216" fmla="*/ 214077 h 243585"/>
                <a:gd name="connsiteX217" fmla="*/ 164188 w 169960"/>
                <a:gd name="connsiteY217" fmla="*/ 216309 h 243585"/>
                <a:gd name="connsiteX218" fmla="*/ 160793 w 169960"/>
                <a:gd name="connsiteY218" fmla="*/ 219611 h 243585"/>
                <a:gd name="connsiteX219" fmla="*/ 159075 w 169960"/>
                <a:gd name="connsiteY219" fmla="*/ 222184 h 243585"/>
                <a:gd name="connsiteX220" fmla="*/ 155631 w 169960"/>
                <a:gd name="connsiteY220" fmla="*/ 226169 h 243585"/>
                <a:gd name="connsiteX221" fmla="*/ 154259 w 169960"/>
                <a:gd name="connsiteY221" fmla="*/ 227344 h 243585"/>
                <a:gd name="connsiteX222" fmla="*/ 151538 w 169960"/>
                <a:gd name="connsiteY222" fmla="*/ 228216 h 243585"/>
                <a:gd name="connsiteX223" fmla="*/ 151259 w 169960"/>
                <a:gd name="connsiteY223" fmla="*/ 229657 h 243585"/>
                <a:gd name="connsiteX224" fmla="*/ 150794 w 169960"/>
                <a:gd name="connsiteY224" fmla="*/ 231192 h 243585"/>
                <a:gd name="connsiteX225" fmla="*/ 147817 w 169960"/>
                <a:gd name="connsiteY225" fmla="*/ 231936 h 243585"/>
                <a:gd name="connsiteX226" fmla="*/ 147073 w 169960"/>
                <a:gd name="connsiteY226" fmla="*/ 234169 h 243585"/>
                <a:gd name="connsiteX227" fmla="*/ 144841 w 169960"/>
                <a:gd name="connsiteY227" fmla="*/ 234494 h 243585"/>
                <a:gd name="connsiteX228" fmla="*/ 142608 w 169960"/>
                <a:gd name="connsiteY228" fmla="*/ 234913 h 243585"/>
                <a:gd name="connsiteX229" fmla="*/ 142283 w 169960"/>
                <a:gd name="connsiteY229" fmla="*/ 236401 h 243585"/>
                <a:gd name="connsiteX230" fmla="*/ 141864 w 169960"/>
                <a:gd name="connsiteY230" fmla="*/ 237889 h 243585"/>
                <a:gd name="connsiteX231" fmla="*/ 136655 w 169960"/>
                <a:gd name="connsiteY231" fmla="*/ 238634 h 243585"/>
                <a:gd name="connsiteX232" fmla="*/ 135911 w 169960"/>
                <a:gd name="connsiteY232" fmla="*/ 240866 h 243585"/>
                <a:gd name="connsiteX233" fmla="*/ 132702 w 169960"/>
                <a:gd name="connsiteY233" fmla="*/ 241424 h 243585"/>
                <a:gd name="connsiteX234" fmla="*/ 130943 w 169960"/>
                <a:gd name="connsiteY234" fmla="*/ 241599 h 243585"/>
                <a:gd name="connsiteX235" fmla="*/ 126237 w 169960"/>
                <a:gd name="connsiteY235" fmla="*/ 240866 h 243585"/>
                <a:gd name="connsiteX236" fmla="*/ 126126 w 169960"/>
                <a:gd name="connsiteY236" fmla="*/ 242697 h 243585"/>
                <a:gd name="connsiteX237" fmla="*/ 125493 w 169960"/>
                <a:gd name="connsiteY237" fmla="*/ 244587 h 243585"/>
                <a:gd name="connsiteX238" fmla="*/ 121322 w 169960"/>
                <a:gd name="connsiteY238" fmla="*/ 245056 h 243585"/>
                <a:gd name="connsiteX239" fmla="*/ 118620 w 169960"/>
                <a:gd name="connsiteY239" fmla="*/ 245085 h 243585"/>
                <a:gd name="connsiteX240" fmla="*/ 115680 w 169960"/>
                <a:gd name="connsiteY240" fmla="*/ 245055 h 243585"/>
                <a:gd name="connsiteX241" fmla="*/ 112685 w 169960"/>
                <a:gd name="connsiteY241" fmla="*/ 245060 h 243585"/>
                <a:gd name="connsiteX242" fmla="*/ 106402 w 169960"/>
                <a:gd name="connsiteY242" fmla="*/ 245031 h 243585"/>
                <a:gd name="connsiteX243" fmla="*/ 98331 w 169960"/>
                <a:gd name="connsiteY243" fmla="*/ 245024 h 243585"/>
                <a:gd name="connsiteX244" fmla="*/ 92146 w 169960"/>
                <a:gd name="connsiteY244" fmla="*/ 245014 h 243585"/>
                <a:gd name="connsiteX245" fmla="*/ 87717 w 169960"/>
                <a:gd name="connsiteY245" fmla="*/ 245019 h 243585"/>
                <a:gd name="connsiteX246" fmla="*/ 85016 w 169960"/>
                <a:gd name="connsiteY246" fmla="*/ 244984 h 243585"/>
                <a:gd name="connsiteX247" fmla="*/ 82624 w 169960"/>
                <a:gd name="connsiteY247" fmla="*/ 244970 h 243585"/>
                <a:gd name="connsiteX248" fmla="*/ 80844 w 169960"/>
                <a:gd name="connsiteY248" fmla="*/ 244587 h 243585"/>
                <a:gd name="connsiteX249" fmla="*/ 80100 w 169960"/>
                <a:gd name="connsiteY249" fmla="*/ 241610 h 243585"/>
                <a:gd name="connsiteX250" fmla="*/ 75263 w 169960"/>
                <a:gd name="connsiteY250" fmla="*/ 241192 h 243585"/>
                <a:gd name="connsiteX251" fmla="*/ 70427 w 169960"/>
                <a:gd name="connsiteY251" fmla="*/ 240866 h 243585"/>
                <a:gd name="connsiteX252" fmla="*/ 69682 w 169960"/>
                <a:gd name="connsiteY252" fmla="*/ 238634 h 243585"/>
                <a:gd name="connsiteX253" fmla="*/ 66706 w 169960"/>
                <a:gd name="connsiteY253" fmla="*/ 238308 h 243585"/>
                <a:gd name="connsiteX254" fmla="*/ 63729 w 169960"/>
                <a:gd name="connsiteY254" fmla="*/ 237889 h 243585"/>
                <a:gd name="connsiteX255" fmla="*/ 62985 w 169960"/>
                <a:gd name="connsiteY255" fmla="*/ 234913 h 243585"/>
                <a:gd name="connsiteX256" fmla="*/ 58520 w 169960"/>
                <a:gd name="connsiteY256" fmla="*/ 234169 h 243585"/>
                <a:gd name="connsiteX257" fmla="*/ 58520 w 169960"/>
                <a:gd name="connsiteY257" fmla="*/ 231192 h 243585"/>
                <a:gd name="connsiteX258" fmla="*/ 56753 w 169960"/>
                <a:gd name="connsiteY258" fmla="*/ 231285 h 243585"/>
                <a:gd name="connsiteX259" fmla="*/ 53311 w 169960"/>
                <a:gd name="connsiteY259" fmla="*/ 229704 h 243585"/>
                <a:gd name="connsiteX260" fmla="*/ 53311 w 169960"/>
                <a:gd name="connsiteY260" fmla="*/ 227471 h 243585"/>
                <a:gd name="connsiteX261" fmla="*/ 50335 w 169960"/>
                <a:gd name="connsiteY261" fmla="*/ 227471 h 243585"/>
                <a:gd name="connsiteX262" fmla="*/ 50335 w 169960"/>
                <a:gd name="connsiteY262" fmla="*/ 224495 h 243585"/>
                <a:gd name="connsiteX263" fmla="*/ 47358 w 169960"/>
                <a:gd name="connsiteY263" fmla="*/ 224495 h 243585"/>
                <a:gd name="connsiteX264" fmla="*/ 46614 w 169960"/>
                <a:gd name="connsiteY264" fmla="*/ 220774 h 243585"/>
                <a:gd name="connsiteX265" fmla="*/ 45265 w 169960"/>
                <a:gd name="connsiteY265" fmla="*/ 220449 h 243585"/>
                <a:gd name="connsiteX266" fmla="*/ 40661 w 169960"/>
                <a:gd name="connsiteY266" fmla="*/ 215565 h 243585"/>
                <a:gd name="connsiteX267" fmla="*/ 39173 w 169960"/>
                <a:gd name="connsiteY267" fmla="*/ 214821 h 243585"/>
                <a:gd name="connsiteX268" fmla="*/ 38847 w 169960"/>
                <a:gd name="connsiteY268" fmla="*/ 212914 h 243585"/>
                <a:gd name="connsiteX269" fmla="*/ 38428 w 169960"/>
                <a:gd name="connsiteY269" fmla="*/ 211100 h 243585"/>
                <a:gd name="connsiteX270" fmla="*/ 36196 w 169960"/>
                <a:gd name="connsiteY270" fmla="*/ 211100 h 243585"/>
                <a:gd name="connsiteX271" fmla="*/ 35917 w 169960"/>
                <a:gd name="connsiteY271" fmla="*/ 208914 h 243585"/>
                <a:gd name="connsiteX272" fmla="*/ 35452 w 169960"/>
                <a:gd name="connsiteY272" fmla="*/ 206636 h 243585"/>
                <a:gd name="connsiteX273" fmla="*/ 33964 w 169960"/>
                <a:gd name="connsiteY273" fmla="*/ 205891 h 243585"/>
                <a:gd name="connsiteX274" fmla="*/ 33219 w 169960"/>
                <a:gd name="connsiteY274" fmla="*/ 201427 h 243585"/>
                <a:gd name="connsiteX275" fmla="*/ 30987 w 169960"/>
                <a:gd name="connsiteY275" fmla="*/ 201427 h 243585"/>
                <a:gd name="connsiteX276" fmla="*/ 30755 w 169960"/>
                <a:gd name="connsiteY276" fmla="*/ 198869 h 243585"/>
                <a:gd name="connsiteX277" fmla="*/ 30243 w 169960"/>
                <a:gd name="connsiteY277" fmla="*/ 196218 h 243585"/>
                <a:gd name="connsiteX278" fmla="*/ 28011 w 169960"/>
                <a:gd name="connsiteY278" fmla="*/ 195473 h 243585"/>
                <a:gd name="connsiteX279" fmla="*/ 27592 w 169960"/>
                <a:gd name="connsiteY279" fmla="*/ 192497 h 243585"/>
                <a:gd name="connsiteX280" fmla="*/ 27266 w 169960"/>
                <a:gd name="connsiteY280" fmla="*/ 189520 h 243585"/>
                <a:gd name="connsiteX281" fmla="*/ 25778 w 169960"/>
                <a:gd name="connsiteY281" fmla="*/ 188776 h 243585"/>
                <a:gd name="connsiteX282" fmla="*/ 25362 w 169960"/>
                <a:gd name="connsiteY282" fmla="*/ 184244 h 243585"/>
                <a:gd name="connsiteX283" fmla="*/ 22802 w 169960"/>
                <a:gd name="connsiteY283" fmla="*/ 181335 h 243585"/>
                <a:gd name="connsiteX284" fmla="*/ 22360 w 169960"/>
                <a:gd name="connsiteY284" fmla="*/ 174379 h 243585"/>
                <a:gd name="connsiteX285" fmla="*/ 22057 w 169960"/>
                <a:gd name="connsiteY285" fmla="*/ 172405 h 243585"/>
                <a:gd name="connsiteX286" fmla="*/ 19825 w 169960"/>
                <a:gd name="connsiteY286" fmla="*/ 171661 h 243585"/>
                <a:gd name="connsiteX287" fmla="*/ 19406 w 169960"/>
                <a:gd name="connsiteY287" fmla="*/ 165336 h 243585"/>
                <a:gd name="connsiteX288" fmla="*/ 19081 w 169960"/>
                <a:gd name="connsiteY288" fmla="*/ 159011 h 243585"/>
                <a:gd name="connsiteX289" fmla="*/ 17593 w 169960"/>
                <a:gd name="connsiteY289" fmla="*/ 158266 h 243585"/>
                <a:gd name="connsiteX290" fmla="*/ 16968 w 169960"/>
                <a:gd name="connsiteY290" fmla="*/ 145026 h 243585"/>
                <a:gd name="connsiteX291" fmla="*/ 15360 w 169960"/>
                <a:gd name="connsiteY291" fmla="*/ 139663 h 243585"/>
                <a:gd name="connsiteX292" fmla="*/ 14616 w 169960"/>
                <a:gd name="connsiteY292" fmla="*/ 139663 h 243585"/>
                <a:gd name="connsiteX293" fmla="*/ 14534 w 169960"/>
                <a:gd name="connsiteY293" fmla="*/ 124443 h 243585"/>
                <a:gd name="connsiteX294" fmla="*/ 14504 w 169960"/>
                <a:gd name="connsiteY294" fmla="*/ 119261 h 243585"/>
                <a:gd name="connsiteX295" fmla="*/ 14471 w 169960"/>
                <a:gd name="connsiteY295" fmla="*/ 111830 h 243585"/>
                <a:gd name="connsiteX296" fmla="*/ 14447 w 169960"/>
                <a:gd name="connsiteY296" fmla="*/ 109474 h 243585"/>
                <a:gd name="connsiteX297" fmla="*/ 14447 w 169960"/>
                <a:gd name="connsiteY297" fmla="*/ 107307 h 243585"/>
                <a:gd name="connsiteX298" fmla="*/ 14437 w 169960"/>
                <a:gd name="connsiteY298" fmla="*/ 105390 h 243585"/>
                <a:gd name="connsiteX299" fmla="*/ 14616 w 169960"/>
                <a:gd name="connsiteY299" fmla="*/ 103944 h 243585"/>
                <a:gd name="connsiteX300" fmla="*/ 16104 w 169960"/>
                <a:gd name="connsiteY300" fmla="*/ 103200 h 243585"/>
                <a:gd name="connsiteX301" fmla="*/ 16848 w 169960"/>
                <a:gd name="connsiteY301" fmla="*/ 94317 h 243585"/>
                <a:gd name="connsiteX302" fmla="*/ 17593 w 169960"/>
                <a:gd name="connsiteY302" fmla="*/ 84596 h 243585"/>
                <a:gd name="connsiteX303" fmla="*/ 19081 w 169960"/>
                <a:gd name="connsiteY303" fmla="*/ 83852 h 243585"/>
                <a:gd name="connsiteX304" fmla="*/ 19437 w 169960"/>
                <a:gd name="connsiteY304" fmla="*/ 76207 h 243585"/>
                <a:gd name="connsiteX305" fmla="*/ 19825 w 169960"/>
                <a:gd name="connsiteY305" fmla="*/ 71946 h 243585"/>
                <a:gd name="connsiteX306" fmla="*/ 22057 w 169960"/>
                <a:gd name="connsiteY306" fmla="*/ 71202 h 243585"/>
                <a:gd name="connsiteX307" fmla="*/ 22569 w 169960"/>
                <a:gd name="connsiteY307" fmla="*/ 67435 h 243585"/>
                <a:gd name="connsiteX308" fmla="*/ 22717 w 169960"/>
                <a:gd name="connsiteY308" fmla="*/ 65362 h 243585"/>
                <a:gd name="connsiteX309" fmla="*/ 22802 w 169960"/>
                <a:gd name="connsiteY309" fmla="*/ 63761 h 243585"/>
                <a:gd name="connsiteX310" fmla="*/ 24290 w 169960"/>
                <a:gd name="connsiteY310" fmla="*/ 63761 h 243585"/>
                <a:gd name="connsiteX311" fmla="*/ 25287 w 169960"/>
                <a:gd name="connsiteY311" fmla="*/ 58528 h 243585"/>
                <a:gd name="connsiteX312" fmla="*/ 25778 w 169960"/>
                <a:gd name="connsiteY312" fmla="*/ 57063 h 243585"/>
                <a:gd name="connsiteX313" fmla="*/ 28011 w 169960"/>
                <a:gd name="connsiteY313" fmla="*/ 57063 h 243585"/>
                <a:gd name="connsiteX314" fmla="*/ 27871 w 169960"/>
                <a:gd name="connsiteY314" fmla="*/ 54133 h 243585"/>
                <a:gd name="connsiteX315" fmla="*/ 28011 w 169960"/>
                <a:gd name="connsiteY315" fmla="*/ 51110 h 243585"/>
                <a:gd name="connsiteX316" fmla="*/ 30243 w 169960"/>
                <a:gd name="connsiteY316" fmla="*/ 50366 h 243585"/>
                <a:gd name="connsiteX317" fmla="*/ 30987 w 169960"/>
                <a:gd name="connsiteY317" fmla="*/ 45157 h 243585"/>
                <a:gd name="connsiteX318" fmla="*/ 33219 w 169960"/>
                <a:gd name="connsiteY318" fmla="*/ 45157 h 243585"/>
                <a:gd name="connsiteX319" fmla="*/ 33452 w 169960"/>
                <a:gd name="connsiteY319" fmla="*/ 43018 h 243585"/>
                <a:gd name="connsiteX320" fmla="*/ 36196 w 169960"/>
                <a:gd name="connsiteY320" fmla="*/ 39204 h 243585"/>
                <a:gd name="connsiteX321" fmla="*/ 36940 w 169960"/>
                <a:gd name="connsiteY321" fmla="*/ 36971 h 243585"/>
                <a:gd name="connsiteX322" fmla="*/ 40382 w 169960"/>
                <a:gd name="connsiteY322" fmla="*/ 33623 h 243585"/>
                <a:gd name="connsiteX323" fmla="*/ 42149 w 169960"/>
                <a:gd name="connsiteY323" fmla="*/ 30274 h 243585"/>
                <a:gd name="connsiteX324" fmla="*/ 44382 w 169960"/>
                <a:gd name="connsiteY324" fmla="*/ 28786 h 243585"/>
                <a:gd name="connsiteX325" fmla="*/ 45126 w 169960"/>
                <a:gd name="connsiteY325" fmla="*/ 26554 h 243585"/>
                <a:gd name="connsiteX326" fmla="*/ 47358 w 169960"/>
                <a:gd name="connsiteY326" fmla="*/ 26554 h 243585"/>
                <a:gd name="connsiteX327" fmla="*/ 47684 w 169960"/>
                <a:gd name="connsiteY327" fmla="*/ 24786 h 243585"/>
                <a:gd name="connsiteX328" fmla="*/ 48102 w 169960"/>
                <a:gd name="connsiteY328" fmla="*/ 22833 h 243585"/>
                <a:gd name="connsiteX329" fmla="*/ 51079 w 169960"/>
                <a:gd name="connsiteY329" fmla="*/ 21345 h 243585"/>
                <a:gd name="connsiteX330" fmla="*/ 51823 w 169960"/>
                <a:gd name="connsiteY330" fmla="*/ 19112 h 243585"/>
                <a:gd name="connsiteX331" fmla="*/ 55544 w 169960"/>
                <a:gd name="connsiteY331" fmla="*/ 18368 h 243585"/>
                <a:gd name="connsiteX332" fmla="*/ 56288 w 169960"/>
                <a:gd name="connsiteY332" fmla="*/ 16136 h 243585"/>
                <a:gd name="connsiteX333" fmla="*/ 60753 w 169960"/>
                <a:gd name="connsiteY333" fmla="*/ 14647 h 243585"/>
                <a:gd name="connsiteX334" fmla="*/ 61497 w 169960"/>
                <a:gd name="connsiteY334" fmla="*/ 12415 h 243585"/>
                <a:gd name="connsiteX335" fmla="*/ 64101 w 169960"/>
                <a:gd name="connsiteY335" fmla="*/ 12089 h 243585"/>
                <a:gd name="connsiteX336" fmla="*/ 66706 w 169960"/>
                <a:gd name="connsiteY336" fmla="*/ 11671 h 243585"/>
                <a:gd name="connsiteX337" fmla="*/ 67078 w 169960"/>
                <a:gd name="connsiteY337" fmla="*/ 10182 h 243585"/>
                <a:gd name="connsiteX338" fmla="*/ 67450 w 169960"/>
                <a:gd name="connsiteY338" fmla="*/ 8694 h 243585"/>
                <a:gd name="connsiteX339" fmla="*/ 72659 w 169960"/>
                <a:gd name="connsiteY339" fmla="*/ 7950 h 243585"/>
                <a:gd name="connsiteX340" fmla="*/ 73403 w 169960"/>
                <a:gd name="connsiteY340" fmla="*/ 5718 h 243585"/>
                <a:gd name="connsiteX341" fmla="*/ 80914 w 169960"/>
                <a:gd name="connsiteY341" fmla="*/ 5348 h 243585"/>
                <a:gd name="connsiteX342" fmla="*/ 83077 w 169960"/>
                <a:gd name="connsiteY342" fmla="*/ 4973 h 243585"/>
                <a:gd name="connsiteX343" fmla="*/ 83341 w 169960"/>
                <a:gd name="connsiteY343" fmla="*/ 3487 h 243585"/>
                <a:gd name="connsiteX344" fmla="*/ 83821 w 169960"/>
                <a:gd name="connsiteY344" fmla="*/ 1997 h 2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69960" h="243585">
                  <a:moveTo>
                    <a:pt x="83821" y="1997"/>
                  </a:moveTo>
                  <a:cubicBezTo>
                    <a:pt x="85488" y="1614"/>
                    <a:pt x="85488" y="1614"/>
                    <a:pt x="87719" y="1600"/>
                  </a:cubicBezTo>
                  <a:cubicBezTo>
                    <a:pt x="88551" y="1588"/>
                    <a:pt x="89383" y="1576"/>
                    <a:pt x="90240" y="1564"/>
                  </a:cubicBezTo>
                  <a:cubicBezTo>
                    <a:pt x="91145" y="1568"/>
                    <a:pt x="92051" y="1572"/>
                    <a:pt x="92983" y="1575"/>
                  </a:cubicBezTo>
                  <a:cubicBezTo>
                    <a:pt x="94366" y="1568"/>
                    <a:pt x="94366" y="1568"/>
                    <a:pt x="95778" y="1561"/>
                  </a:cubicBezTo>
                  <a:cubicBezTo>
                    <a:pt x="97732" y="1556"/>
                    <a:pt x="99686" y="1557"/>
                    <a:pt x="101640" y="1568"/>
                  </a:cubicBezTo>
                  <a:cubicBezTo>
                    <a:pt x="104151" y="1581"/>
                    <a:pt x="106660" y="1563"/>
                    <a:pt x="109170" y="1537"/>
                  </a:cubicBezTo>
                  <a:cubicBezTo>
                    <a:pt x="111557" y="1517"/>
                    <a:pt x="113944" y="1524"/>
                    <a:pt x="116331" y="1529"/>
                  </a:cubicBezTo>
                  <a:cubicBezTo>
                    <a:pt x="117689" y="1514"/>
                    <a:pt x="117689" y="1514"/>
                    <a:pt x="119074" y="1499"/>
                  </a:cubicBezTo>
                  <a:cubicBezTo>
                    <a:pt x="119906" y="1508"/>
                    <a:pt x="120738" y="1518"/>
                    <a:pt x="121595" y="1527"/>
                  </a:cubicBezTo>
                  <a:cubicBezTo>
                    <a:pt x="122331" y="1528"/>
                    <a:pt x="123068" y="1529"/>
                    <a:pt x="123826" y="1529"/>
                  </a:cubicBezTo>
                  <a:cubicBezTo>
                    <a:pt x="124376" y="1684"/>
                    <a:pt x="124926" y="1838"/>
                    <a:pt x="125493" y="1997"/>
                  </a:cubicBezTo>
                  <a:cubicBezTo>
                    <a:pt x="125962" y="3864"/>
                    <a:pt x="125962" y="3864"/>
                    <a:pt x="126237" y="5718"/>
                  </a:cubicBezTo>
                  <a:cubicBezTo>
                    <a:pt x="128671" y="6173"/>
                    <a:pt x="128671" y="6173"/>
                    <a:pt x="131493" y="5950"/>
                  </a:cubicBezTo>
                  <a:cubicBezTo>
                    <a:pt x="132933" y="5900"/>
                    <a:pt x="132933" y="5900"/>
                    <a:pt x="134402" y="5848"/>
                  </a:cubicBezTo>
                  <a:cubicBezTo>
                    <a:pt x="135146" y="5805"/>
                    <a:pt x="135889" y="5762"/>
                    <a:pt x="136655" y="5718"/>
                  </a:cubicBezTo>
                  <a:cubicBezTo>
                    <a:pt x="136655" y="6454"/>
                    <a:pt x="136655" y="7191"/>
                    <a:pt x="136655" y="7950"/>
                  </a:cubicBezTo>
                  <a:cubicBezTo>
                    <a:pt x="137499" y="8011"/>
                    <a:pt x="138343" y="8073"/>
                    <a:pt x="139213" y="8136"/>
                  </a:cubicBezTo>
                  <a:cubicBezTo>
                    <a:pt x="140088" y="8320"/>
                    <a:pt x="140963" y="8504"/>
                    <a:pt x="141864" y="8694"/>
                  </a:cubicBezTo>
                  <a:cubicBezTo>
                    <a:pt x="142112" y="9686"/>
                    <a:pt x="142360" y="10679"/>
                    <a:pt x="142608" y="11671"/>
                  </a:cubicBezTo>
                  <a:cubicBezTo>
                    <a:pt x="143468" y="11794"/>
                    <a:pt x="144327" y="11916"/>
                    <a:pt x="145213" y="12043"/>
                  </a:cubicBezTo>
                  <a:cubicBezTo>
                    <a:pt x="146072" y="12166"/>
                    <a:pt x="146932" y="12288"/>
                    <a:pt x="147817" y="12415"/>
                  </a:cubicBezTo>
                  <a:cubicBezTo>
                    <a:pt x="148282" y="13903"/>
                    <a:pt x="148282" y="13903"/>
                    <a:pt x="148561" y="15391"/>
                  </a:cubicBezTo>
                  <a:cubicBezTo>
                    <a:pt x="149795" y="15669"/>
                    <a:pt x="151036" y="15918"/>
                    <a:pt x="152282" y="16136"/>
                  </a:cubicBezTo>
                  <a:cubicBezTo>
                    <a:pt x="152528" y="16872"/>
                    <a:pt x="152773" y="17609"/>
                    <a:pt x="153026" y="18368"/>
                  </a:cubicBezTo>
                  <a:cubicBezTo>
                    <a:pt x="154389" y="19692"/>
                    <a:pt x="154389" y="19692"/>
                    <a:pt x="156003" y="20972"/>
                  </a:cubicBezTo>
                  <a:cubicBezTo>
                    <a:pt x="158897" y="23329"/>
                    <a:pt x="158897" y="23329"/>
                    <a:pt x="159723" y="25809"/>
                  </a:cubicBezTo>
                  <a:cubicBezTo>
                    <a:pt x="160798" y="26982"/>
                    <a:pt x="161948" y="28035"/>
                    <a:pt x="163119" y="29112"/>
                  </a:cubicBezTo>
                  <a:cubicBezTo>
                    <a:pt x="164300" y="30395"/>
                    <a:pt x="164901" y="31699"/>
                    <a:pt x="165677" y="33251"/>
                  </a:cubicBezTo>
                  <a:cubicBezTo>
                    <a:pt x="166168" y="33496"/>
                    <a:pt x="166659" y="33742"/>
                    <a:pt x="167165" y="33995"/>
                  </a:cubicBezTo>
                  <a:cubicBezTo>
                    <a:pt x="167630" y="36274"/>
                    <a:pt x="167630" y="36274"/>
                    <a:pt x="167909" y="38460"/>
                  </a:cubicBezTo>
                  <a:cubicBezTo>
                    <a:pt x="168646" y="38460"/>
                    <a:pt x="169382" y="38460"/>
                    <a:pt x="170141" y="38460"/>
                  </a:cubicBezTo>
                  <a:cubicBezTo>
                    <a:pt x="170256" y="39703"/>
                    <a:pt x="170256" y="39703"/>
                    <a:pt x="170374" y="40971"/>
                  </a:cubicBezTo>
                  <a:cubicBezTo>
                    <a:pt x="170543" y="41861"/>
                    <a:pt x="170712" y="42752"/>
                    <a:pt x="170886" y="43669"/>
                  </a:cubicBezTo>
                  <a:cubicBezTo>
                    <a:pt x="171622" y="44160"/>
                    <a:pt x="172359" y="44651"/>
                    <a:pt x="173118" y="45157"/>
                  </a:cubicBezTo>
                  <a:cubicBezTo>
                    <a:pt x="173389" y="46392"/>
                    <a:pt x="173639" y="47633"/>
                    <a:pt x="173862" y="48878"/>
                  </a:cubicBezTo>
                  <a:cubicBezTo>
                    <a:pt x="174353" y="49123"/>
                    <a:pt x="174844" y="49369"/>
                    <a:pt x="175350" y="49622"/>
                  </a:cubicBezTo>
                  <a:cubicBezTo>
                    <a:pt x="175658" y="51322"/>
                    <a:pt x="175658" y="51322"/>
                    <a:pt x="175815" y="53389"/>
                  </a:cubicBezTo>
                  <a:cubicBezTo>
                    <a:pt x="175899" y="54415"/>
                    <a:pt x="175899" y="54415"/>
                    <a:pt x="175984" y="55462"/>
                  </a:cubicBezTo>
                  <a:cubicBezTo>
                    <a:pt x="176039" y="56254"/>
                    <a:pt x="176039" y="56254"/>
                    <a:pt x="176094" y="57063"/>
                  </a:cubicBezTo>
                  <a:cubicBezTo>
                    <a:pt x="176831" y="57063"/>
                    <a:pt x="177568" y="57063"/>
                    <a:pt x="178327" y="57063"/>
                  </a:cubicBezTo>
                  <a:cubicBezTo>
                    <a:pt x="178355" y="57592"/>
                    <a:pt x="178383" y="58120"/>
                    <a:pt x="178411" y="58665"/>
                  </a:cubicBezTo>
                  <a:cubicBezTo>
                    <a:pt x="178460" y="59349"/>
                    <a:pt x="178509" y="60033"/>
                    <a:pt x="178559" y="60737"/>
                  </a:cubicBezTo>
                  <a:cubicBezTo>
                    <a:pt x="178603" y="61420"/>
                    <a:pt x="178646" y="62102"/>
                    <a:pt x="178690" y="62804"/>
                  </a:cubicBezTo>
                  <a:cubicBezTo>
                    <a:pt x="178816" y="63365"/>
                    <a:pt x="178942" y="63927"/>
                    <a:pt x="179071" y="64505"/>
                  </a:cubicBezTo>
                  <a:cubicBezTo>
                    <a:pt x="179808" y="64750"/>
                    <a:pt x="180544" y="64996"/>
                    <a:pt x="181303" y="65249"/>
                  </a:cubicBezTo>
                  <a:cubicBezTo>
                    <a:pt x="181521" y="67112"/>
                    <a:pt x="181521" y="67112"/>
                    <a:pt x="181443" y="69388"/>
                  </a:cubicBezTo>
                  <a:cubicBezTo>
                    <a:pt x="181413" y="70518"/>
                    <a:pt x="181413" y="70518"/>
                    <a:pt x="181382" y="71670"/>
                  </a:cubicBezTo>
                  <a:cubicBezTo>
                    <a:pt x="181356" y="72252"/>
                    <a:pt x="181330" y="72834"/>
                    <a:pt x="181303" y="73434"/>
                  </a:cubicBezTo>
                  <a:cubicBezTo>
                    <a:pt x="179339" y="73680"/>
                    <a:pt x="177374" y="73926"/>
                    <a:pt x="175350" y="74179"/>
                  </a:cubicBezTo>
                  <a:cubicBezTo>
                    <a:pt x="175350" y="75161"/>
                    <a:pt x="175350" y="76143"/>
                    <a:pt x="175350" y="77155"/>
                  </a:cubicBezTo>
                  <a:cubicBezTo>
                    <a:pt x="171667" y="77155"/>
                    <a:pt x="167983" y="77155"/>
                    <a:pt x="164188" y="77155"/>
                  </a:cubicBezTo>
                  <a:cubicBezTo>
                    <a:pt x="164188" y="78383"/>
                    <a:pt x="164188" y="79611"/>
                    <a:pt x="164188" y="80876"/>
                  </a:cubicBezTo>
                  <a:cubicBezTo>
                    <a:pt x="160014" y="80876"/>
                    <a:pt x="155839" y="80876"/>
                    <a:pt x="151538" y="80876"/>
                  </a:cubicBezTo>
                  <a:cubicBezTo>
                    <a:pt x="151047" y="77683"/>
                    <a:pt x="150556" y="74491"/>
                    <a:pt x="150050" y="71202"/>
                  </a:cubicBezTo>
                  <a:cubicBezTo>
                    <a:pt x="149558" y="71202"/>
                    <a:pt x="149067" y="71202"/>
                    <a:pt x="148561" y="71202"/>
                  </a:cubicBezTo>
                  <a:cubicBezTo>
                    <a:pt x="148533" y="70673"/>
                    <a:pt x="148506" y="70145"/>
                    <a:pt x="148477" y="69600"/>
                  </a:cubicBezTo>
                  <a:cubicBezTo>
                    <a:pt x="148428" y="68916"/>
                    <a:pt x="148379" y="68232"/>
                    <a:pt x="148329" y="67528"/>
                  </a:cubicBezTo>
                  <a:cubicBezTo>
                    <a:pt x="148286" y="66846"/>
                    <a:pt x="148242" y="66164"/>
                    <a:pt x="148198" y="65461"/>
                  </a:cubicBezTo>
                  <a:cubicBezTo>
                    <a:pt x="148072" y="64900"/>
                    <a:pt x="147947" y="64339"/>
                    <a:pt x="147817" y="63761"/>
                  </a:cubicBezTo>
                  <a:cubicBezTo>
                    <a:pt x="147080" y="63515"/>
                    <a:pt x="146344" y="63269"/>
                    <a:pt x="145585" y="63016"/>
                  </a:cubicBezTo>
                  <a:cubicBezTo>
                    <a:pt x="145326" y="61530"/>
                    <a:pt x="145079" y="60041"/>
                    <a:pt x="144841" y="58552"/>
                  </a:cubicBezTo>
                  <a:cubicBezTo>
                    <a:pt x="144111" y="57793"/>
                    <a:pt x="143369" y="57047"/>
                    <a:pt x="142608" y="56319"/>
                  </a:cubicBezTo>
                  <a:cubicBezTo>
                    <a:pt x="142608" y="55337"/>
                    <a:pt x="142608" y="54355"/>
                    <a:pt x="142608" y="53343"/>
                  </a:cubicBezTo>
                  <a:cubicBezTo>
                    <a:pt x="141871" y="53097"/>
                    <a:pt x="141135" y="52851"/>
                    <a:pt x="140376" y="52598"/>
                  </a:cubicBezTo>
                  <a:cubicBezTo>
                    <a:pt x="140376" y="51616"/>
                    <a:pt x="140376" y="50634"/>
                    <a:pt x="140376" y="49622"/>
                  </a:cubicBezTo>
                  <a:cubicBezTo>
                    <a:pt x="139639" y="49376"/>
                    <a:pt x="138902" y="49131"/>
                    <a:pt x="138143" y="48878"/>
                  </a:cubicBezTo>
                  <a:cubicBezTo>
                    <a:pt x="138021" y="48371"/>
                    <a:pt x="137898" y="47865"/>
                    <a:pt x="137771" y="47343"/>
                  </a:cubicBezTo>
                  <a:cubicBezTo>
                    <a:pt x="137648" y="46867"/>
                    <a:pt x="137526" y="46391"/>
                    <a:pt x="137399" y="45901"/>
                  </a:cubicBezTo>
                  <a:cubicBezTo>
                    <a:pt x="136662" y="45901"/>
                    <a:pt x="135926" y="45901"/>
                    <a:pt x="135167" y="45901"/>
                  </a:cubicBezTo>
                  <a:cubicBezTo>
                    <a:pt x="134921" y="45164"/>
                    <a:pt x="134676" y="44428"/>
                    <a:pt x="134423" y="43669"/>
                  </a:cubicBezTo>
                  <a:cubicBezTo>
                    <a:pt x="133686" y="43423"/>
                    <a:pt x="132949" y="43178"/>
                    <a:pt x="132190" y="42925"/>
                  </a:cubicBezTo>
                  <a:cubicBezTo>
                    <a:pt x="131454" y="42679"/>
                    <a:pt x="130717" y="42433"/>
                    <a:pt x="129958" y="42180"/>
                  </a:cubicBezTo>
                  <a:cubicBezTo>
                    <a:pt x="129712" y="41444"/>
                    <a:pt x="129467" y="40707"/>
                    <a:pt x="129214" y="39948"/>
                  </a:cubicBezTo>
                  <a:cubicBezTo>
                    <a:pt x="128477" y="39963"/>
                    <a:pt x="127740" y="39979"/>
                    <a:pt x="126981" y="39995"/>
                  </a:cubicBezTo>
                  <a:cubicBezTo>
                    <a:pt x="126245" y="39979"/>
                    <a:pt x="125508" y="39964"/>
                    <a:pt x="124749" y="39948"/>
                  </a:cubicBezTo>
                  <a:cubicBezTo>
                    <a:pt x="124687" y="39464"/>
                    <a:pt x="124626" y="38979"/>
                    <a:pt x="124563" y="38480"/>
                  </a:cubicBezTo>
                  <a:cubicBezTo>
                    <a:pt x="124379" y="37982"/>
                    <a:pt x="124194" y="37484"/>
                    <a:pt x="124005" y="36971"/>
                  </a:cubicBezTo>
                  <a:cubicBezTo>
                    <a:pt x="121596" y="36555"/>
                    <a:pt x="121596" y="36555"/>
                    <a:pt x="118796" y="36599"/>
                  </a:cubicBezTo>
                  <a:cubicBezTo>
                    <a:pt x="115912" y="36576"/>
                    <a:pt x="115912" y="36576"/>
                    <a:pt x="113587" y="36227"/>
                  </a:cubicBezTo>
                  <a:cubicBezTo>
                    <a:pt x="113491" y="35737"/>
                    <a:pt x="113395" y="35247"/>
                    <a:pt x="113296" y="34742"/>
                  </a:cubicBezTo>
                  <a:cubicBezTo>
                    <a:pt x="113146" y="34250"/>
                    <a:pt x="112997" y="33758"/>
                    <a:pt x="112843" y="33251"/>
                  </a:cubicBezTo>
                  <a:cubicBezTo>
                    <a:pt x="111205" y="32786"/>
                    <a:pt x="111205" y="32786"/>
                    <a:pt x="109215" y="32855"/>
                  </a:cubicBezTo>
                  <a:cubicBezTo>
                    <a:pt x="108482" y="32852"/>
                    <a:pt x="107749" y="32848"/>
                    <a:pt x="106994" y="32844"/>
                  </a:cubicBezTo>
                  <a:cubicBezTo>
                    <a:pt x="106223" y="32855"/>
                    <a:pt x="105452" y="32867"/>
                    <a:pt x="104657" y="32879"/>
                  </a:cubicBezTo>
                  <a:cubicBezTo>
                    <a:pt x="103886" y="32867"/>
                    <a:pt x="103115" y="32856"/>
                    <a:pt x="102320" y="32844"/>
                  </a:cubicBezTo>
                  <a:cubicBezTo>
                    <a:pt x="101587" y="32848"/>
                    <a:pt x="100854" y="32852"/>
                    <a:pt x="100099" y="32855"/>
                  </a:cubicBezTo>
                  <a:cubicBezTo>
                    <a:pt x="99422" y="32859"/>
                    <a:pt x="98745" y="32862"/>
                    <a:pt x="98047" y="32866"/>
                  </a:cubicBezTo>
                  <a:cubicBezTo>
                    <a:pt x="97527" y="32993"/>
                    <a:pt x="97007" y="33120"/>
                    <a:pt x="96471" y="33251"/>
                  </a:cubicBezTo>
                  <a:cubicBezTo>
                    <a:pt x="96009" y="34738"/>
                    <a:pt x="96009" y="34738"/>
                    <a:pt x="95727" y="36227"/>
                  </a:cubicBezTo>
                  <a:cubicBezTo>
                    <a:pt x="93276" y="36385"/>
                    <a:pt x="91001" y="36254"/>
                    <a:pt x="88562" y="36046"/>
                  </a:cubicBezTo>
                  <a:cubicBezTo>
                    <a:pt x="86887" y="35921"/>
                    <a:pt x="86887" y="35921"/>
                    <a:pt x="84565" y="36227"/>
                  </a:cubicBezTo>
                  <a:cubicBezTo>
                    <a:pt x="83737" y="38046"/>
                    <a:pt x="83737" y="38046"/>
                    <a:pt x="83821" y="39948"/>
                  </a:cubicBezTo>
                  <a:cubicBezTo>
                    <a:pt x="81611" y="39702"/>
                    <a:pt x="79401" y="39457"/>
                    <a:pt x="77124" y="39204"/>
                  </a:cubicBezTo>
                  <a:cubicBezTo>
                    <a:pt x="77078" y="39787"/>
                    <a:pt x="77032" y="40370"/>
                    <a:pt x="76984" y="40971"/>
                  </a:cubicBezTo>
                  <a:cubicBezTo>
                    <a:pt x="76785" y="41616"/>
                    <a:pt x="76585" y="42260"/>
                    <a:pt x="76380" y="42925"/>
                  </a:cubicBezTo>
                  <a:cubicBezTo>
                    <a:pt x="74566" y="43762"/>
                    <a:pt x="74566" y="43762"/>
                    <a:pt x="72659" y="44413"/>
                  </a:cubicBezTo>
                  <a:cubicBezTo>
                    <a:pt x="72168" y="45150"/>
                    <a:pt x="71677" y="45886"/>
                    <a:pt x="71171" y="46645"/>
                  </a:cubicBezTo>
                  <a:cubicBezTo>
                    <a:pt x="70066" y="47014"/>
                    <a:pt x="70066" y="47014"/>
                    <a:pt x="68938" y="47389"/>
                  </a:cubicBezTo>
                  <a:cubicBezTo>
                    <a:pt x="68447" y="48126"/>
                    <a:pt x="67956" y="48863"/>
                    <a:pt x="67450" y="49622"/>
                  </a:cubicBezTo>
                  <a:cubicBezTo>
                    <a:pt x="66959" y="49622"/>
                    <a:pt x="66468" y="49622"/>
                    <a:pt x="65962" y="49622"/>
                  </a:cubicBezTo>
                  <a:cubicBezTo>
                    <a:pt x="65839" y="50113"/>
                    <a:pt x="65716" y="50604"/>
                    <a:pt x="65590" y="51110"/>
                  </a:cubicBezTo>
                  <a:cubicBezTo>
                    <a:pt x="65467" y="51601"/>
                    <a:pt x="65344" y="52092"/>
                    <a:pt x="65218" y="52598"/>
                  </a:cubicBezTo>
                  <a:cubicBezTo>
                    <a:pt x="64726" y="52598"/>
                    <a:pt x="64235" y="52598"/>
                    <a:pt x="63729" y="52598"/>
                  </a:cubicBezTo>
                  <a:cubicBezTo>
                    <a:pt x="63474" y="53589"/>
                    <a:pt x="63226" y="54581"/>
                    <a:pt x="62985" y="55575"/>
                  </a:cubicBezTo>
                  <a:cubicBezTo>
                    <a:pt x="62248" y="55943"/>
                    <a:pt x="62248" y="55943"/>
                    <a:pt x="61497" y="56319"/>
                  </a:cubicBezTo>
                  <a:cubicBezTo>
                    <a:pt x="61251" y="56810"/>
                    <a:pt x="61006" y="57301"/>
                    <a:pt x="60753" y="57807"/>
                  </a:cubicBezTo>
                  <a:cubicBezTo>
                    <a:pt x="60009" y="59296"/>
                    <a:pt x="60009" y="59296"/>
                    <a:pt x="58520" y="60040"/>
                  </a:cubicBezTo>
                  <a:cubicBezTo>
                    <a:pt x="58397" y="60654"/>
                    <a:pt x="58275" y="61268"/>
                    <a:pt x="58148" y="61900"/>
                  </a:cubicBezTo>
                  <a:cubicBezTo>
                    <a:pt x="58025" y="62514"/>
                    <a:pt x="57903" y="63128"/>
                    <a:pt x="57776" y="63761"/>
                  </a:cubicBezTo>
                  <a:cubicBezTo>
                    <a:pt x="57039" y="64129"/>
                    <a:pt x="57039" y="64129"/>
                    <a:pt x="56288" y="64505"/>
                  </a:cubicBezTo>
                  <a:cubicBezTo>
                    <a:pt x="55941" y="66087"/>
                    <a:pt x="55941" y="66087"/>
                    <a:pt x="55823" y="67900"/>
                  </a:cubicBezTo>
                  <a:cubicBezTo>
                    <a:pt x="55767" y="68515"/>
                    <a:pt x="55711" y="69130"/>
                    <a:pt x="55654" y="69763"/>
                  </a:cubicBezTo>
                  <a:cubicBezTo>
                    <a:pt x="55618" y="70238"/>
                    <a:pt x="55581" y="70713"/>
                    <a:pt x="55544" y="71202"/>
                  </a:cubicBezTo>
                  <a:cubicBezTo>
                    <a:pt x="55053" y="71202"/>
                    <a:pt x="54561" y="71202"/>
                    <a:pt x="54055" y="71202"/>
                  </a:cubicBezTo>
                  <a:cubicBezTo>
                    <a:pt x="53201" y="72911"/>
                    <a:pt x="53082" y="74236"/>
                    <a:pt x="52893" y="76132"/>
                  </a:cubicBezTo>
                  <a:cubicBezTo>
                    <a:pt x="52830" y="76740"/>
                    <a:pt x="52768" y="77348"/>
                    <a:pt x="52704" y="77975"/>
                  </a:cubicBezTo>
                  <a:cubicBezTo>
                    <a:pt x="52636" y="78674"/>
                    <a:pt x="52636" y="78674"/>
                    <a:pt x="52567" y="79388"/>
                  </a:cubicBezTo>
                  <a:cubicBezTo>
                    <a:pt x="52076" y="79388"/>
                    <a:pt x="51585" y="79388"/>
                    <a:pt x="51079" y="79388"/>
                  </a:cubicBezTo>
                  <a:cubicBezTo>
                    <a:pt x="50635" y="81719"/>
                    <a:pt x="50333" y="83799"/>
                    <a:pt x="50428" y="86178"/>
                  </a:cubicBezTo>
                  <a:cubicBezTo>
                    <a:pt x="50335" y="88317"/>
                    <a:pt x="50335" y="88317"/>
                    <a:pt x="49230" y="89560"/>
                  </a:cubicBezTo>
                  <a:cubicBezTo>
                    <a:pt x="47603" y="92061"/>
                    <a:pt x="47797" y="94471"/>
                    <a:pt x="47825" y="97358"/>
                  </a:cubicBezTo>
                  <a:cubicBezTo>
                    <a:pt x="47823" y="97967"/>
                    <a:pt x="47820" y="98576"/>
                    <a:pt x="47817" y="99203"/>
                  </a:cubicBezTo>
                  <a:cubicBezTo>
                    <a:pt x="47811" y="101213"/>
                    <a:pt x="47821" y="103222"/>
                    <a:pt x="47832" y="105232"/>
                  </a:cubicBezTo>
                  <a:cubicBezTo>
                    <a:pt x="47832" y="106627"/>
                    <a:pt x="47832" y="108023"/>
                    <a:pt x="47831" y="109418"/>
                  </a:cubicBezTo>
                  <a:cubicBezTo>
                    <a:pt x="47831" y="112340"/>
                    <a:pt x="47839" y="115262"/>
                    <a:pt x="47852" y="118184"/>
                  </a:cubicBezTo>
                  <a:cubicBezTo>
                    <a:pt x="47869" y="121937"/>
                    <a:pt x="47869" y="125691"/>
                    <a:pt x="47864" y="129445"/>
                  </a:cubicBezTo>
                  <a:cubicBezTo>
                    <a:pt x="47862" y="132324"/>
                    <a:pt x="47867" y="135204"/>
                    <a:pt x="47874" y="138084"/>
                  </a:cubicBezTo>
                  <a:cubicBezTo>
                    <a:pt x="47877" y="139468"/>
                    <a:pt x="47878" y="140853"/>
                    <a:pt x="47877" y="142238"/>
                  </a:cubicBezTo>
                  <a:cubicBezTo>
                    <a:pt x="47876" y="144167"/>
                    <a:pt x="47886" y="146097"/>
                    <a:pt x="47898" y="148026"/>
                  </a:cubicBezTo>
                  <a:cubicBezTo>
                    <a:pt x="47896" y="148603"/>
                    <a:pt x="47894" y="149181"/>
                    <a:pt x="47892" y="149775"/>
                  </a:cubicBezTo>
                  <a:cubicBezTo>
                    <a:pt x="47906" y="151119"/>
                    <a:pt x="47996" y="152462"/>
                    <a:pt x="48102" y="153802"/>
                  </a:cubicBezTo>
                  <a:cubicBezTo>
                    <a:pt x="48593" y="154047"/>
                    <a:pt x="49085" y="154293"/>
                    <a:pt x="49591" y="154546"/>
                  </a:cubicBezTo>
                  <a:cubicBezTo>
                    <a:pt x="50474" y="157195"/>
                    <a:pt x="50407" y="159337"/>
                    <a:pt x="50381" y="162127"/>
                  </a:cubicBezTo>
                  <a:cubicBezTo>
                    <a:pt x="50375" y="163073"/>
                    <a:pt x="50368" y="164020"/>
                    <a:pt x="50361" y="164996"/>
                  </a:cubicBezTo>
                  <a:cubicBezTo>
                    <a:pt x="50352" y="165722"/>
                    <a:pt x="50344" y="166448"/>
                    <a:pt x="50335" y="167196"/>
                  </a:cubicBezTo>
                  <a:cubicBezTo>
                    <a:pt x="51071" y="167196"/>
                    <a:pt x="51808" y="167196"/>
                    <a:pt x="52567" y="167196"/>
                  </a:cubicBezTo>
                  <a:cubicBezTo>
                    <a:pt x="52813" y="170143"/>
                    <a:pt x="53058" y="173090"/>
                    <a:pt x="53311" y="176126"/>
                  </a:cubicBezTo>
                  <a:cubicBezTo>
                    <a:pt x="54048" y="176126"/>
                    <a:pt x="54785" y="176126"/>
                    <a:pt x="55544" y="176126"/>
                  </a:cubicBezTo>
                  <a:cubicBezTo>
                    <a:pt x="55689" y="177652"/>
                    <a:pt x="55834" y="179178"/>
                    <a:pt x="55980" y="180704"/>
                  </a:cubicBezTo>
                  <a:cubicBezTo>
                    <a:pt x="56081" y="181158"/>
                    <a:pt x="56183" y="181611"/>
                    <a:pt x="56288" y="182079"/>
                  </a:cubicBezTo>
                  <a:cubicBezTo>
                    <a:pt x="56779" y="182324"/>
                    <a:pt x="57270" y="182570"/>
                    <a:pt x="57776" y="182823"/>
                  </a:cubicBezTo>
                  <a:cubicBezTo>
                    <a:pt x="57884" y="183422"/>
                    <a:pt x="57991" y="184020"/>
                    <a:pt x="58102" y="184637"/>
                  </a:cubicBezTo>
                  <a:cubicBezTo>
                    <a:pt x="58345" y="186800"/>
                    <a:pt x="58345" y="186800"/>
                    <a:pt x="60753" y="188032"/>
                  </a:cubicBezTo>
                  <a:cubicBezTo>
                    <a:pt x="61518" y="189347"/>
                    <a:pt x="62281" y="190664"/>
                    <a:pt x="63008" y="192000"/>
                  </a:cubicBezTo>
                  <a:cubicBezTo>
                    <a:pt x="63826" y="193408"/>
                    <a:pt x="64764" y="194376"/>
                    <a:pt x="65962" y="195473"/>
                  </a:cubicBezTo>
                  <a:cubicBezTo>
                    <a:pt x="68938" y="198960"/>
                    <a:pt x="68938" y="198960"/>
                    <a:pt x="68938" y="200682"/>
                  </a:cubicBezTo>
                  <a:cubicBezTo>
                    <a:pt x="69921" y="200682"/>
                    <a:pt x="70903" y="200682"/>
                    <a:pt x="71915" y="200682"/>
                  </a:cubicBezTo>
                  <a:cubicBezTo>
                    <a:pt x="72283" y="201787"/>
                    <a:pt x="72283" y="201787"/>
                    <a:pt x="72659" y="202915"/>
                  </a:cubicBezTo>
                  <a:cubicBezTo>
                    <a:pt x="73396" y="203022"/>
                    <a:pt x="74132" y="203130"/>
                    <a:pt x="74891" y="203240"/>
                  </a:cubicBezTo>
                  <a:cubicBezTo>
                    <a:pt x="75628" y="203379"/>
                    <a:pt x="76365" y="203517"/>
                    <a:pt x="77124" y="203659"/>
                  </a:cubicBezTo>
                  <a:cubicBezTo>
                    <a:pt x="77223" y="204147"/>
                    <a:pt x="77321" y="204635"/>
                    <a:pt x="77423" y="205139"/>
                  </a:cubicBezTo>
                  <a:cubicBezTo>
                    <a:pt x="77570" y="205633"/>
                    <a:pt x="77717" y="206127"/>
                    <a:pt x="77868" y="206636"/>
                  </a:cubicBezTo>
                  <a:cubicBezTo>
                    <a:pt x="79436" y="207162"/>
                    <a:pt x="79436" y="207162"/>
                    <a:pt x="81263" y="207194"/>
                  </a:cubicBezTo>
                  <a:cubicBezTo>
                    <a:pt x="81878" y="207236"/>
                    <a:pt x="82493" y="207278"/>
                    <a:pt x="83126" y="207322"/>
                  </a:cubicBezTo>
                  <a:cubicBezTo>
                    <a:pt x="83601" y="207341"/>
                    <a:pt x="84076" y="207360"/>
                    <a:pt x="84565" y="207380"/>
                  </a:cubicBezTo>
                  <a:cubicBezTo>
                    <a:pt x="84565" y="208362"/>
                    <a:pt x="84565" y="209344"/>
                    <a:pt x="84565" y="210356"/>
                  </a:cubicBezTo>
                  <a:cubicBezTo>
                    <a:pt x="85309" y="210313"/>
                    <a:pt x="86052" y="210270"/>
                    <a:pt x="86818" y="210225"/>
                  </a:cubicBezTo>
                  <a:cubicBezTo>
                    <a:pt x="88258" y="210175"/>
                    <a:pt x="88258" y="210175"/>
                    <a:pt x="89728" y="210124"/>
                  </a:cubicBezTo>
                  <a:cubicBezTo>
                    <a:pt x="90686" y="210081"/>
                    <a:pt x="91644" y="210037"/>
                    <a:pt x="92632" y="209993"/>
                  </a:cubicBezTo>
                  <a:cubicBezTo>
                    <a:pt x="93408" y="210113"/>
                    <a:pt x="94184" y="210233"/>
                    <a:pt x="94983" y="210356"/>
                  </a:cubicBezTo>
                  <a:cubicBezTo>
                    <a:pt x="95684" y="212231"/>
                    <a:pt x="95684" y="212231"/>
                    <a:pt x="95727" y="214077"/>
                  </a:cubicBezTo>
                  <a:cubicBezTo>
                    <a:pt x="98193" y="214039"/>
                    <a:pt x="100657" y="213968"/>
                    <a:pt x="103122" y="213891"/>
                  </a:cubicBezTo>
                  <a:cubicBezTo>
                    <a:pt x="103826" y="213880"/>
                    <a:pt x="104529" y="213870"/>
                    <a:pt x="105254" y="213859"/>
                  </a:cubicBezTo>
                  <a:cubicBezTo>
                    <a:pt x="106258" y="213823"/>
                    <a:pt x="106258" y="213823"/>
                    <a:pt x="107282" y="213786"/>
                  </a:cubicBezTo>
                  <a:cubicBezTo>
                    <a:pt x="107901" y="213771"/>
                    <a:pt x="108521" y="213755"/>
                    <a:pt x="109159" y="213739"/>
                  </a:cubicBezTo>
                  <a:cubicBezTo>
                    <a:pt x="109638" y="213605"/>
                    <a:pt x="110117" y="213471"/>
                    <a:pt x="110610" y="213333"/>
                  </a:cubicBezTo>
                  <a:cubicBezTo>
                    <a:pt x="111063" y="211851"/>
                    <a:pt x="111063" y="211851"/>
                    <a:pt x="111354" y="210356"/>
                  </a:cubicBezTo>
                  <a:cubicBezTo>
                    <a:pt x="113680" y="209981"/>
                    <a:pt x="113680" y="209981"/>
                    <a:pt x="116563" y="209938"/>
                  </a:cubicBezTo>
                  <a:cubicBezTo>
                    <a:pt x="119360" y="209938"/>
                    <a:pt x="119360" y="209938"/>
                    <a:pt x="121772" y="209612"/>
                  </a:cubicBezTo>
                  <a:cubicBezTo>
                    <a:pt x="122018" y="208875"/>
                    <a:pt x="122263" y="208139"/>
                    <a:pt x="122516" y="207380"/>
                  </a:cubicBezTo>
                  <a:cubicBezTo>
                    <a:pt x="124039" y="206855"/>
                    <a:pt x="125535" y="206628"/>
                    <a:pt x="127121" y="206356"/>
                  </a:cubicBezTo>
                  <a:cubicBezTo>
                    <a:pt x="127788" y="206126"/>
                    <a:pt x="127788" y="206126"/>
                    <a:pt x="128469" y="205891"/>
                  </a:cubicBezTo>
                  <a:cubicBezTo>
                    <a:pt x="128715" y="205155"/>
                    <a:pt x="128961" y="204418"/>
                    <a:pt x="129214" y="203659"/>
                  </a:cubicBezTo>
                  <a:cubicBezTo>
                    <a:pt x="129674" y="203552"/>
                    <a:pt x="130135" y="203444"/>
                    <a:pt x="130609" y="203333"/>
                  </a:cubicBezTo>
                  <a:cubicBezTo>
                    <a:pt x="132724" y="202774"/>
                    <a:pt x="133174" y="201675"/>
                    <a:pt x="134423" y="199938"/>
                  </a:cubicBezTo>
                  <a:cubicBezTo>
                    <a:pt x="135159" y="199693"/>
                    <a:pt x="135896" y="199447"/>
                    <a:pt x="136655" y="199194"/>
                  </a:cubicBezTo>
                  <a:cubicBezTo>
                    <a:pt x="136901" y="198457"/>
                    <a:pt x="137146" y="197721"/>
                    <a:pt x="137399" y="196962"/>
                  </a:cubicBezTo>
                  <a:cubicBezTo>
                    <a:pt x="138136" y="196716"/>
                    <a:pt x="138873" y="196471"/>
                    <a:pt x="139632" y="196218"/>
                  </a:cubicBezTo>
                  <a:cubicBezTo>
                    <a:pt x="139909" y="195233"/>
                    <a:pt x="140157" y="194240"/>
                    <a:pt x="140376" y="193241"/>
                  </a:cubicBezTo>
                  <a:cubicBezTo>
                    <a:pt x="140867" y="192995"/>
                    <a:pt x="141358" y="192750"/>
                    <a:pt x="141864" y="192497"/>
                  </a:cubicBezTo>
                  <a:cubicBezTo>
                    <a:pt x="143169" y="190511"/>
                    <a:pt x="144229" y="188500"/>
                    <a:pt x="145259" y="186358"/>
                  </a:cubicBezTo>
                  <a:cubicBezTo>
                    <a:pt x="146329" y="184311"/>
                    <a:pt x="146329" y="184311"/>
                    <a:pt x="147817" y="183567"/>
                  </a:cubicBezTo>
                  <a:cubicBezTo>
                    <a:pt x="148163" y="182157"/>
                    <a:pt x="148163" y="182157"/>
                    <a:pt x="148282" y="180544"/>
                  </a:cubicBezTo>
                  <a:cubicBezTo>
                    <a:pt x="148420" y="179094"/>
                    <a:pt x="148420" y="179094"/>
                    <a:pt x="148561" y="177614"/>
                  </a:cubicBezTo>
                  <a:cubicBezTo>
                    <a:pt x="149298" y="177614"/>
                    <a:pt x="150035" y="177614"/>
                    <a:pt x="150794" y="177614"/>
                  </a:cubicBezTo>
                  <a:cubicBezTo>
                    <a:pt x="150785" y="177148"/>
                    <a:pt x="150776" y="176682"/>
                    <a:pt x="150768" y="176201"/>
                  </a:cubicBezTo>
                  <a:cubicBezTo>
                    <a:pt x="150761" y="175593"/>
                    <a:pt x="150754" y="174985"/>
                    <a:pt x="150747" y="174358"/>
                  </a:cubicBezTo>
                  <a:cubicBezTo>
                    <a:pt x="150739" y="173754"/>
                    <a:pt x="150730" y="173150"/>
                    <a:pt x="150721" y="172527"/>
                  </a:cubicBezTo>
                  <a:cubicBezTo>
                    <a:pt x="150794" y="170917"/>
                    <a:pt x="150794" y="170917"/>
                    <a:pt x="151538" y="169429"/>
                  </a:cubicBezTo>
                  <a:cubicBezTo>
                    <a:pt x="152029" y="169429"/>
                    <a:pt x="152520" y="169429"/>
                    <a:pt x="153026" y="169429"/>
                  </a:cubicBezTo>
                  <a:cubicBezTo>
                    <a:pt x="153272" y="165008"/>
                    <a:pt x="153517" y="160588"/>
                    <a:pt x="153770" y="156034"/>
                  </a:cubicBezTo>
                  <a:cubicBezTo>
                    <a:pt x="155827" y="155973"/>
                    <a:pt x="157884" y="155911"/>
                    <a:pt x="160002" y="155848"/>
                  </a:cubicBezTo>
                  <a:cubicBezTo>
                    <a:pt x="160649" y="155821"/>
                    <a:pt x="161296" y="155794"/>
                    <a:pt x="161963" y="155766"/>
                  </a:cubicBezTo>
                  <a:cubicBezTo>
                    <a:pt x="163508" y="155743"/>
                    <a:pt x="163508" y="155743"/>
                    <a:pt x="166421" y="156034"/>
                  </a:cubicBezTo>
                  <a:cubicBezTo>
                    <a:pt x="167261" y="157534"/>
                    <a:pt x="167261" y="157534"/>
                    <a:pt x="167909" y="159011"/>
                  </a:cubicBezTo>
                  <a:cubicBezTo>
                    <a:pt x="170212" y="159259"/>
                    <a:pt x="170212" y="159259"/>
                    <a:pt x="172792" y="159011"/>
                  </a:cubicBezTo>
                  <a:cubicBezTo>
                    <a:pt x="175446" y="158825"/>
                    <a:pt x="175446" y="158825"/>
                    <a:pt x="177583" y="159011"/>
                  </a:cubicBezTo>
                  <a:cubicBezTo>
                    <a:pt x="178091" y="160473"/>
                    <a:pt x="178091" y="160473"/>
                    <a:pt x="178327" y="161987"/>
                  </a:cubicBezTo>
                  <a:cubicBezTo>
                    <a:pt x="180059" y="162265"/>
                    <a:pt x="181795" y="162514"/>
                    <a:pt x="183536" y="162731"/>
                  </a:cubicBezTo>
                  <a:cubicBezTo>
                    <a:pt x="184750" y="166373"/>
                    <a:pt x="184619" y="170210"/>
                    <a:pt x="183536" y="173893"/>
                  </a:cubicBezTo>
                  <a:cubicBezTo>
                    <a:pt x="183045" y="174139"/>
                    <a:pt x="182554" y="174384"/>
                    <a:pt x="182048" y="174637"/>
                  </a:cubicBezTo>
                  <a:cubicBezTo>
                    <a:pt x="181699" y="176733"/>
                    <a:pt x="181699" y="176733"/>
                    <a:pt x="181583" y="179149"/>
                  </a:cubicBezTo>
                  <a:cubicBezTo>
                    <a:pt x="181499" y="180382"/>
                    <a:pt x="181499" y="180382"/>
                    <a:pt x="181414" y="181640"/>
                  </a:cubicBezTo>
                  <a:cubicBezTo>
                    <a:pt x="181359" y="182594"/>
                    <a:pt x="181359" y="182594"/>
                    <a:pt x="181303" y="183567"/>
                  </a:cubicBezTo>
                  <a:cubicBezTo>
                    <a:pt x="180567" y="183567"/>
                    <a:pt x="179830" y="183567"/>
                    <a:pt x="179071" y="183567"/>
                  </a:cubicBezTo>
                  <a:cubicBezTo>
                    <a:pt x="178825" y="186268"/>
                    <a:pt x="178580" y="188970"/>
                    <a:pt x="178327" y="191753"/>
                  </a:cubicBezTo>
                  <a:cubicBezTo>
                    <a:pt x="177590" y="191753"/>
                    <a:pt x="176854" y="191753"/>
                    <a:pt x="176094" y="191753"/>
                  </a:cubicBezTo>
                  <a:cubicBezTo>
                    <a:pt x="175849" y="193717"/>
                    <a:pt x="175603" y="195682"/>
                    <a:pt x="175350" y="197706"/>
                  </a:cubicBezTo>
                  <a:cubicBezTo>
                    <a:pt x="174859" y="197706"/>
                    <a:pt x="174368" y="197706"/>
                    <a:pt x="173862" y="197706"/>
                  </a:cubicBezTo>
                  <a:cubicBezTo>
                    <a:pt x="173349" y="199437"/>
                    <a:pt x="172854" y="201174"/>
                    <a:pt x="172374" y="202915"/>
                  </a:cubicBezTo>
                  <a:cubicBezTo>
                    <a:pt x="171883" y="203406"/>
                    <a:pt x="171392" y="203897"/>
                    <a:pt x="170886" y="204403"/>
                  </a:cubicBezTo>
                  <a:cubicBezTo>
                    <a:pt x="170778" y="205002"/>
                    <a:pt x="170671" y="205600"/>
                    <a:pt x="170560" y="206217"/>
                  </a:cubicBezTo>
                  <a:cubicBezTo>
                    <a:pt x="170084" y="208385"/>
                    <a:pt x="169464" y="208866"/>
                    <a:pt x="167909" y="210356"/>
                  </a:cubicBezTo>
                  <a:cubicBezTo>
                    <a:pt x="167786" y="210878"/>
                    <a:pt x="167663" y="211400"/>
                    <a:pt x="167537" y="211938"/>
                  </a:cubicBezTo>
                  <a:cubicBezTo>
                    <a:pt x="167414" y="212398"/>
                    <a:pt x="167291" y="212858"/>
                    <a:pt x="167165" y="213333"/>
                  </a:cubicBezTo>
                  <a:cubicBezTo>
                    <a:pt x="166428" y="213578"/>
                    <a:pt x="165691" y="213824"/>
                    <a:pt x="164932" y="214077"/>
                  </a:cubicBezTo>
                  <a:cubicBezTo>
                    <a:pt x="164687" y="214814"/>
                    <a:pt x="164441" y="215550"/>
                    <a:pt x="164188" y="216309"/>
                  </a:cubicBezTo>
                  <a:cubicBezTo>
                    <a:pt x="163113" y="217482"/>
                    <a:pt x="161964" y="218535"/>
                    <a:pt x="160793" y="219611"/>
                  </a:cubicBezTo>
                  <a:cubicBezTo>
                    <a:pt x="159658" y="220725"/>
                    <a:pt x="159658" y="220725"/>
                    <a:pt x="159075" y="222184"/>
                  </a:cubicBezTo>
                  <a:cubicBezTo>
                    <a:pt x="158137" y="223934"/>
                    <a:pt x="157146" y="224898"/>
                    <a:pt x="155631" y="226169"/>
                  </a:cubicBezTo>
                  <a:cubicBezTo>
                    <a:pt x="155178" y="226557"/>
                    <a:pt x="154725" y="226944"/>
                    <a:pt x="154259" y="227344"/>
                  </a:cubicBezTo>
                  <a:cubicBezTo>
                    <a:pt x="153026" y="228216"/>
                    <a:pt x="153026" y="228216"/>
                    <a:pt x="151538" y="228216"/>
                  </a:cubicBezTo>
                  <a:cubicBezTo>
                    <a:pt x="151446" y="228691"/>
                    <a:pt x="151354" y="229167"/>
                    <a:pt x="151259" y="229657"/>
                  </a:cubicBezTo>
                  <a:cubicBezTo>
                    <a:pt x="151105" y="230164"/>
                    <a:pt x="150952" y="230670"/>
                    <a:pt x="150794" y="231192"/>
                  </a:cubicBezTo>
                  <a:cubicBezTo>
                    <a:pt x="149809" y="231469"/>
                    <a:pt x="148816" y="231718"/>
                    <a:pt x="147817" y="231936"/>
                  </a:cubicBezTo>
                  <a:cubicBezTo>
                    <a:pt x="147572" y="232673"/>
                    <a:pt x="147326" y="233410"/>
                    <a:pt x="147073" y="234169"/>
                  </a:cubicBezTo>
                  <a:cubicBezTo>
                    <a:pt x="146336" y="234276"/>
                    <a:pt x="145600" y="234384"/>
                    <a:pt x="144841" y="234494"/>
                  </a:cubicBezTo>
                  <a:cubicBezTo>
                    <a:pt x="144104" y="234632"/>
                    <a:pt x="143367" y="234771"/>
                    <a:pt x="142608" y="234913"/>
                  </a:cubicBezTo>
                  <a:cubicBezTo>
                    <a:pt x="142501" y="235404"/>
                    <a:pt x="142393" y="235895"/>
                    <a:pt x="142283" y="236401"/>
                  </a:cubicBezTo>
                  <a:cubicBezTo>
                    <a:pt x="142144" y="236892"/>
                    <a:pt x="142006" y="237383"/>
                    <a:pt x="141864" y="237889"/>
                  </a:cubicBezTo>
                  <a:cubicBezTo>
                    <a:pt x="140132" y="238168"/>
                    <a:pt x="138395" y="238416"/>
                    <a:pt x="136655" y="238634"/>
                  </a:cubicBezTo>
                  <a:cubicBezTo>
                    <a:pt x="136409" y="239370"/>
                    <a:pt x="136164" y="240107"/>
                    <a:pt x="135911" y="240866"/>
                  </a:cubicBezTo>
                  <a:cubicBezTo>
                    <a:pt x="134478" y="241273"/>
                    <a:pt x="134478" y="241273"/>
                    <a:pt x="132702" y="241424"/>
                  </a:cubicBezTo>
                  <a:cubicBezTo>
                    <a:pt x="132121" y="241482"/>
                    <a:pt x="131541" y="241539"/>
                    <a:pt x="130943" y="241599"/>
                  </a:cubicBezTo>
                  <a:cubicBezTo>
                    <a:pt x="129231" y="241610"/>
                    <a:pt x="127870" y="241359"/>
                    <a:pt x="126237" y="240866"/>
                  </a:cubicBezTo>
                  <a:cubicBezTo>
                    <a:pt x="126200" y="241470"/>
                    <a:pt x="126164" y="242074"/>
                    <a:pt x="126126" y="242697"/>
                  </a:cubicBezTo>
                  <a:cubicBezTo>
                    <a:pt x="125812" y="243632"/>
                    <a:pt x="125812" y="243632"/>
                    <a:pt x="125493" y="244587"/>
                  </a:cubicBezTo>
                  <a:cubicBezTo>
                    <a:pt x="123713" y="245054"/>
                    <a:pt x="123713" y="245054"/>
                    <a:pt x="121322" y="245056"/>
                  </a:cubicBezTo>
                  <a:cubicBezTo>
                    <a:pt x="120430" y="245066"/>
                    <a:pt x="119539" y="245075"/>
                    <a:pt x="118620" y="245085"/>
                  </a:cubicBezTo>
                  <a:cubicBezTo>
                    <a:pt x="117650" y="245075"/>
                    <a:pt x="116679" y="245065"/>
                    <a:pt x="115680" y="245055"/>
                  </a:cubicBezTo>
                  <a:cubicBezTo>
                    <a:pt x="114681" y="245055"/>
                    <a:pt x="113683" y="245057"/>
                    <a:pt x="112685" y="245060"/>
                  </a:cubicBezTo>
                  <a:cubicBezTo>
                    <a:pt x="110590" y="245062"/>
                    <a:pt x="108496" y="245051"/>
                    <a:pt x="106402" y="245031"/>
                  </a:cubicBezTo>
                  <a:cubicBezTo>
                    <a:pt x="103711" y="245006"/>
                    <a:pt x="101022" y="245010"/>
                    <a:pt x="98331" y="245024"/>
                  </a:cubicBezTo>
                  <a:cubicBezTo>
                    <a:pt x="96269" y="245032"/>
                    <a:pt x="94208" y="245025"/>
                    <a:pt x="92146" y="245014"/>
                  </a:cubicBezTo>
                  <a:cubicBezTo>
                    <a:pt x="90669" y="245008"/>
                    <a:pt x="89193" y="245014"/>
                    <a:pt x="87717" y="245019"/>
                  </a:cubicBezTo>
                  <a:cubicBezTo>
                    <a:pt x="86826" y="245008"/>
                    <a:pt x="85934" y="244996"/>
                    <a:pt x="85016" y="244984"/>
                  </a:cubicBezTo>
                  <a:cubicBezTo>
                    <a:pt x="83832" y="244977"/>
                    <a:pt x="83832" y="244977"/>
                    <a:pt x="82624" y="244970"/>
                  </a:cubicBezTo>
                  <a:cubicBezTo>
                    <a:pt x="82037" y="244843"/>
                    <a:pt x="81450" y="244717"/>
                    <a:pt x="80844" y="244587"/>
                  </a:cubicBezTo>
                  <a:cubicBezTo>
                    <a:pt x="80347" y="243097"/>
                    <a:pt x="80347" y="243097"/>
                    <a:pt x="80100" y="241610"/>
                  </a:cubicBezTo>
                  <a:cubicBezTo>
                    <a:pt x="77864" y="241165"/>
                    <a:pt x="77864" y="241165"/>
                    <a:pt x="75263" y="241192"/>
                  </a:cubicBezTo>
                  <a:cubicBezTo>
                    <a:pt x="72589" y="241142"/>
                    <a:pt x="72589" y="241142"/>
                    <a:pt x="70427" y="240866"/>
                  </a:cubicBezTo>
                  <a:cubicBezTo>
                    <a:pt x="70058" y="239761"/>
                    <a:pt x="70058" y="239761"/>
                    <a:pt x="69682" y="238634"/>
                  </a:cubicBezTo>
                  <a:cubicBezTo>
                    <a:pt x="68297" y="238310"/>
                    <a:pt x="68297" y="238310"/>
                    <a:pt x="66706" y="238308"/>
                  </a:cubicBezTo>
                  <a:cubicBezTo>
                    <a:pt x="65061" y="238171"/>
                    <a:pt x="65061" y="238171"/>
                    <a:pt x="63729" y="237889"/>
                  </a:cubicBezTo>
                  <a:cubicBezTo>
                    <a:pt x="63264" y="236401"/>
                    <a:pt x="63264" y="236401"/>
                    <a:pt x="62985" y="234913"/>
                  </a:cubicBezTo>
                  <a:cubicBezTo>
                    <a:pt x="60741" y="234301"/>
                    <a:pt x="60741" y="234301"/>
                    <a:pt x="58520" y="234169"/>
                  </a:cubicBezTo>
                  <a:cubicBezTo>
                    <a:pt x="58520" y="233186"/>
                    <a:pt x="58520" y="232204"/>
                    <a:pt x="58520" y="231192"/>
                  </a:cubicBezTo>
                  <a:cubicBezTo>
                    <a:pt x="57645" y="231238"/>
                    <a:pt x="57645" y="231238"/>
                    <a:pt x="56753" y="231285"/>
                  </a:cubicBezTo>
                  <a:cubicBezTo>
                    <a:pt x="54800" y="231192"/>
                    <a:pt x="54800" y="231192"/>
                    <a:pt x="53311" y="229704"/>
                  </a:cubicBezTo>
                  <a:cubicBezTo>
                    <a:pt x="53311" y="228967"/>
                    <a:pt x="53311" y="228230"/>
                    <a:pt x="53311" y="227471"/>
                  </a:cubicBezTo>
                  <a:cubicBezTo>
                    <a:pt x="52329" y="227471"/>
                    <a:pt x="51347" y="227471"/>
                    <a:pt x="50335" y="227471"/>
                  </a:cubicBezTo>
                  <a:cubicBezTo>
                    <a:pt x="50335" y="226489"/>
                    <a:pt x="50335" y="225507"/>
                    <a:pt x="50335" y="224495"/>
                  </a:cubicBezTo>
                  <a:cubicBezTo>
                    <a:pt x="49352" y="224495"/>
                    <a:pt x="48370" y="224495"/>
                    <a:pt x="47358" y="224495"/>
                  </a:cubicBezTo>
                  <a:cubicBezTo>
                    <a:pt x="47104" y="223256"/>
                    <a:pt x="46856" y="222016"/>
                    <a:pt x="46614" y="220774"/>
                  </a:cubicBezTo>
                  <a:cubicBezTo>
                    <a:pt x="46169" y="220667"/>
                    <a:pt x="45724" y="220559"/>
                    <a:pt x="45265" y="220449"/>
                  </a:cubicBezTo>
                  <a:cubicBezTo>
                    <a:pt x="42687" y="219786"/>
                    <a:pt x="42019" y="217739"/>
                    <a:pt x="40661" y="215565"/>
                  </a:cubicBezTo>
                  <a:cubicBezTo>
                    <a:pt x="40170" y="215320"/>
                    <a:pt x="39679" y="215074"/>
                    <a:pt x="39173" y="214821"/>
                  </a:cubicBezTo>
                  <a:cubicBezTo>
                    <a:pt x="39011" y="213877"/>
                    <a:pt x="39011" y="213877"/>
                    <a:pt x="38847" y="212914"/>
                  </a:cubicBezTo>
                  <a:cubicBezTo>
                    <a:pt x="38709" y="212316"/>
                    <a:pt x="38571" y="211717"/>
                    <a:pt x="38428" y="211100"/>
                  </a:cubicBezTo>
                  <a:cubicBezTo>
                    <a:pt x="37692" y="211100"/>
                    <a:pt x="36955" y="211100"/>
                    <a:pt x="36196" y="211100"/>
                  </a:cubicBezTo>
                  <a:cubicBezTo>
                    <a:pt x="36058" y="210018"/>
                    <a:pt x="36058" y="210018"/>
                    <a:pt x="35917" y="208914"/>
                  </a:cubicBezTo>
                  <a:cubicBezTo>
                    <a:pt x="35687" y="207786"/>
                    <a:pt x="35687" y="207786"/>
                    <a:pt x="35452" y="206636"/>
                  </a:cubicBezTo>
                  <a:cubicBezTo>
                    <a:pt x="34961" y="206390"/>
                    <a:pt x="34470" y="206144"/>
                    <a:pt x="33964" y="205891"/>
                  </a:cubicBezTo>
                  <a:cubicBezTo>
                    <a:pt x="33499" y="203612"/>
                    <a:pt x="33499" y="203612"/>
                    <a:pt x="33219" y="201427"/>
                  </a:cubicBezTo>
                  <a:cubicBezTo>
                    <a:pt x="32483" y="201427"/>
                    <a:pt x="31746" y="201427"/>
                    <a:pt x="30987" y="201427"/>
                  </a:cubicBezTo>
                  <a:cubicBezTo>
                    <a:pt x="30910" y="200582"/>
                    <a:pt x="30834" y="199738"/>
                    <a:pt x="30755" y="198869"/>
                  </a:cubicBezTo>
                  <a:cubicBezTo>
                    <a:pt x="30586" y="197994"/>
                    <a:pt x="30417" y="197119"/>
                    <a:pt x="30243" y="196218"/>
                  </a:cubicBezTo>
                  <a:cubicBezTo>
                    <a:pt x="29506" y="195972"/>
                    <a:pt x="28770" y="195726"/>
                    <a:pt x="28011" y="195473"/>
                  </a:cubicBezTo>
                  <a:cubicBezTo>
                    <a:pt x="27682" y="194125"/>
                    <a:pt x="27682" y="194125"/>
                    <a:pt x="27592" y="192497"/>
                  </a:cubicBezTo>
                  <a:cubicBezTo>
                    <a:pt x="27528" y="190909"/>
                    <a:pt x="27528" y="190909"/>
                    <a:pt x="27266" y="189520"/>
                  </a:cubicBezTo>
                  <a:cubicBezTo>
                    <a:pt x="26775" y="189275"/>
                    <a:pt x="26284" y="189029"/>
                    <a:pt x="25778" y="188776"/>
                  </a:cubicBezTo>
                  <a:cubicBezTo>
                    <a:pt x="25611" y="187269"/>
                    <a:pt x="25448" y="185759"/>
                    <a:pt x="25362" y="184244"/>
                  </a:cubicBezTo>
                  <a:cubicBezTo>
                    <a:pt x="25136" y="182522"/>
                    <a:pt x="25136" y="182522"/>
                    <a:pt x="22802" y="181335"/>
                  </a:cubicBezTo>
                  <a:cubicBezTo>
                    <a:pt x="22462" y="179006"/>
                    <a:pt x="22427" y="176730"/>
                    <a:pt x="22360" y="174379"/>
                  </a:cubicBezTo>
                  <a:cubicBezTo>
                    <a:pt x="22260" y="173727"/>
                    <a:pt x="22160" y="173076"/>
                    <a:pt x="22057" y="172405"/>
                  </a:cubicBezTo>
                  <a:cubicBezTo>
                    <a:pt x="21321" y="172160"/>
                    <a:pt x="20584" y="171914"/>
                    <a:pt x="19825" y="171661"/>
                  </a:cubicBezTo>
                  <a:cubicBezTo>
                    <a:pt x="19574" y="169511"/>
                    <a:pt x="19443" y="167490"/>
                    <a:pt x="19406" y="165336"/>
                  </a:cubicBezTo>
                  <a:cubicBezTo>
                    <a:pt x="19360" y="163210"/>
                    <a:pt x="19254" y="161133"/>
                    <a:pt x="19081" y="159011"/>
                  </a:cubicBezTo>
                  <a:cubicBezTo>
                    <a:pt x="18590" y="158765"/>
                    <a:pt x="18099" y="158519"/>
                    <a:pt x="17593" y="158266"/>
                  </a:cubicBezTo>
                  <a:cubicBezTo>
                    <a:pt x="16575" y="153892"/>
                    <a:pt x="16847" y="149493"/>
                    <a:pt x="16968" y="145026"/>
                  </a:cubicBezTo>
                  <a:cubicBezTo>
                    <a:pt x="16854" y="142751"/>
                    <a:pt x="16618" y="141533"/>
                    <a:pt x="15360" y="139663"/>
                  </a:cubicBezTo>
                  <a:cubicBezTo>
                    <a:pt x="15115" y="139663"/>
                    <a:pt x="14869" y="139663"/>
                    <a:pt x="14616" y="139663"/>
                  </a:cubicBezTo>
                  <a:cubicBezTo>
                    <a:pt x="14578" y="134590"/>
                    <a:pt x="14552" y="129516"/>
                    <a:pt x="14534" y="124443"/>
                  </a:cubicBezTo>
                  <a:cubicBezTo>
                    <a:pt x="14527" y="122716"/>
                    <a:pt x="14517" y="120988"/>
                    <a:pt x="14504" y="119261"/>
                  </a:cubicBezTo>
                  <a:cubicBezTo>
                    <a:pt x="14486" y="116784"/>
                    <a:pt x="14477" y="114307"/>
                    <a:pt x="14471" y="111830"/>
                  </a:cubicBezTo>
                  <a:cubicBezTo>
                    <a:pt x="14463" y="111053"/>
                    <a:pt x="14455" y="110275"/>
                    <a:pt x="14447" y="109474"/>
                  </a:cubicBezTo>
                  <a:cubicBezTo>
                    <a:pt x="14447" y="108759"/>
                    <a:pt x="14447" y="108044"/>
                    <a:pt x="14447" y="107307"/>
                  </a:cubicBezTo>
                  <a:cubicBezTo>
                    <a:pt x="14444" y="106675"/>
                    <a:pt x="14440" y="106042"/>
                    <a:pt x="14437" y="105390"/>
                  </a:cubicBezTo>
                  <a:cubicBezTo>
                    <a:pt x="14496" y="104913"/>
                    <a:pt x="14555" y="104436"/>
                    <a:pt x="14616" y="103944"/>
                  </a:cubicBezTo>
                  <a:cubicBezTo>
                    <a:pt x="15107" y="103699"/>
                    <a:pt x="15598" y="103453"/>
                    <a:pt x="16104" y="103200"/>
                  </a:cubicBezTo>
                  <a:cubicBezTo>
                    <a:pt x="16742" y="100200"/>
                    <a:pt x="16877" y="97379"/>
                    <a:pt x="16848" y="94317"/>
                  </a:cubicBezTo>
                  <a:cubicBezTo>
                    <a:pt x="16818" y="90990"/>
                    <a:pt x="16997" y="87874"/>
                    <a:pt x="17593" y="84596"/>
                  </a:cubicBezTo>
                  <a:cubicBezTo>
                    <a:pt x="18329" y="84228"/>
                    <a:pt x="18329" y="84228"/>
                    <a:pt x="19081" y="83852"/>
                  </a:cubicBezTo>
                  <a:cubicBezTo>
                    <a:pt x="19302" y="81296"/>
                    <a:pt x="19391" y="78771"/>
                    <a:pt x="19437" y="76207"/>
                  </a:cubicBezTo>
                  <a:cubicBezTo>
                    <a:pt x="19496" y="74597"/>
                    <a:pt x="19496" y="74597"/>
                    <a:pt x="19825" y="71946"/>
                  </a:cubicBezTo>
                  <a:cubicBezTo>
                    <a:pt x="20930" y="71578"/>
                    <a:pt x="20930" y="71578"/>
                    <a:pt x="22057" y="71202"/>
                  </a:cubicBezTo>
                  <a:cubicBezTo>
                    <a:pt x="22495" y="69455"/>
                    <a:pt x="22495" y="69455"/>
                    <a:pt x="22569" y="67435"/>
                  </a:cubicBezTo>
                  <a:cubicBezTo>
                    <a:pt x="22618" y="66751"/>
                    <a:pt x="22667" y="66067"/>
                    <a:pt x="22717" y="65362"/>
                  </a:cubicBezTo>
                  <a:cubicBezTo>
                    <a:pt x="22745" y="64834"/>
                    <a:pt x="22773" y="64305"/>
                    <a:pt x="22802" y="63761"/>
                  </a:cubicBezTo>
                  <a:cubicBezTo>
                    <a:pt x="23293" y="63761"/>
                    <a:pt x="23784" y="63761"/>
                    <a:pt x="24290" y="63761"/>
                  </a:cubicBezTo>
                  <a:cubicBezTo>
                    <a:pt x="24753" y="62031"/>
                    <a:pt x="25006" y="60296"/>
                    <a:pt x="25287" y="58528"/>
                  </a:cubicBezTo>
                  <a:cubicBezTo>
                    <a:pt x="25449" y="58045"/>
                    <a:pt x="25611" y="57561"/>
                    <a:pt x="25778" y="57063"/>
                  </a:cubicBezTo>
                  <a:cubicBezTo>
                    <a:pt x="26515" y="57063"/>
                    <a:pt x="27251" y="57063"/>
                    <a:pt x="28011" y="57063"/>
                  </a:cubicBezTo>
                  <a:cubicBezTo>
                    <a:pt x="27964" y="56096"/>
                    <a:pt x="27918" y="55129"/>
                    <a:pt x="27871" y="54133"/>
                  </a:cubicBezTo>
                  <a:cubicBezTo>
                    <a:pt x="27792" y="52485"/>
                    <a:pt x="27792" y="52485"/>
                    <a:pt x="28011" y="51110"/>
                  </a:cubicBezTo>
                  <a:cubicBezTo>
                    <a:pt x="29116" y="50742"/>
                    <a:pt x="29116" y="50742"/>
                    <a:pt x="30243" y="50366"/>
                  </a:cubicBezTo>
                  <a:cubicBezTo>
                    <a:pt x="30795" y="47743"/>
                    <a:pt x="30795" y="47743"/>
                    <a:pt x="30987" y="45157"/>
                  </a:cubicBezTo>
                  <a:cubicBezTo>
                    <a:pt x="31724" y="45157"/>
                    <a:pt x="32460" y="45157"/>
                    <a:pt x="33219" y="45157"/>
                  </a:cubicBezTo>
                  <a:cubicBezTo>
                    <a:pt x="33296" y="44451"/>
                    <a:pt x="33373" y="43745"/>
                    <a:pt x="33452" y="43018"/>
                  </a:cubicBezTo>
                  <a:cubicBezTo>
                    <a:pt x="33964" y="40692"/>
                    <a:pt x="33964" y="40692"/>
                    <a:pt x="36196" y="39204"/>
                  </a:cubicBezTo>
                  <a:cubicBezTo>
                    <a:pt x="36442" y="38467"/>
                    <a:pt x="36687" y="37731"/>
                    <a:pt x="36940" y="36971"/>
                  </a:cubicBezTo>
                  <a:cubicBezTo>
                    <a:pt x="38030" y="35783"/>
                    <a:pt x="39197" y="34716"/>
                    <a:pt x="40382" y="33623"/>
                  </a:cubicBezTo>
                  <a:cubicBezTo>
                    <a:pt x="41590" y="32457"/>
                    <a:pt x="41590" y="32457"/>
                    <a:pt x="42149" y="30274"/>
                  </a:cubicBezTo>
                  <a:cubicBezTo>
                    <a:pt x="42886" y="29783"/>
                    <a:pt x="43623" y="29292"/>
                    <a:pt x="44382" y="28786"/>
                  </a:cubicBezTo>
                  <a:cubicBezTo>
                    <a:pt x="44627" y="28049"/>
                    <a:pt x="44873" y="27313"/>
                    <a:pt x="45126" y="26554"/>
                  </a:cubicBezTo>
                  <a:cubicBezTo>
                    <a:pt x="45862" y="26554"/>
                    <a:pt x="46599" y="26554"/>
                    <a:pt x="47358" y="26554"/>
                  </a:cubicBezTo>
                  <a:cubicBezTo>
                    <a:pt x="47466" y="25970"/>
                    <a:pt x="47573" y="25387"/>
                    <a:pt x="47684" y="24786"/>
                  </a:cubicBezTo>
                  <a:cubicBezTo>
                    <a:pt x="47891" y="23819"/>
                    <a:pt x="47891" y="23819"/>
                    <a:pt x="48102" y="22833"/>
                  </a:cubicBezTo>
                  <a:cubicBezTo>
                    <a:pt x="49591" y="21996"/>
                    <a:pt x="49591" y="21996"/>
                    <a:pt x="51079" y="21345"/>
                  </a:cubicBezTo>
                  <a:cubicBezTo>
                    <a:pt x="51447" y="20239"/>
                    <a:pt x="51447" y="20239"/>
                    <a:pt x="51823" y="19112"/>
                  </a:cubicBezTo>
                  <a:cubicBezTo>
                    <a:pt x="53063" y="18864"/>
                    <a:pt x="54303" y="18616"/>
                    <a:pt x="55544" y="18368"/>
                  </a:cubicBezTo>
                  <a:cubicBezTo>
                    <a:pt x="55912" y="17263"/>
                    <a:pt x="55912" y="17263"/>
                    <a:pt x="56288" y="16136"/>
                  </a:cubicBezTo>
                  <a:cubicBezTo>
                    <a:pt x="57776" y="15639"/>
                    <a:pt x="59264" y="15143"/>
                    <a:pt x="60753" y="14647"/>
                  </a:cubicBezTo>
                  <a:cubicBezTo>
                    <a:pt x="61121" y="13542"/>
                    <a:pt x="61121" y="13542"/>
                    <a:pt x="61497" y="12415"/>
                  </a:cubicBezTo>
                  <a:cubicBezTo>
                    <a:pt x="62356" y="12307"/>
                    <a:pt x="63216" y="12200"/>
                    <a:pt x="64101" y="12089"/>
                  </a:cubicBezTo>
                  <a:cubicBezTo>
                    <a:pt x="65391" y="11882"/>
                    <a:pt x="65391" y="11882"/>
                    <a:pt x="66706" y="11671"/>
                  </a:cubicBezTo>
                  <a:cubicBezTo>
                    <a:pt x="66829" y="11180"/>
                    <a:pt x="66951" y="10688"/>
                    <a:pt x="67078" y="10182"/>
                  </a:cubicBezTo>
                  <a:cubicBezTo>
                    <a:pt x="67201" y="9691"/>
                    <a:pt x="67323" y="9200"/>
                    <a:pt x="67450" y="8694"/>
                  </a:cubicBezTo>
                  <a:cubicBezTo>
                    <a:pt x="69182" y="8416"/>
                    <a:pt x="70919" y="8168"/>
                    <a:pt x="72659" y="7950"/>
                  </a:cubicBezTo>
                  <a:cubicBezTo>
                    <a:pt x="72905" y="7213"/>
                    <a:pt x="73150" y="6477"/>
                    <a:pt x="73403" y="5718"/>
                  </a:cubicBezTo>
                  <a:cubicBezTo>
                    <a:pt x="75916" y="5397"/>
                    <a:pt x="78383" y="5390"/>
                    <a:pt x="80914" y="5348"/>
                  </a:cubicBezTo>
                  <a:cubicBezTo>
                    <a:pt x="81628" y="5225"/>
                    <a:pt x="82342" y="5101"/>
                    <a:pt x="83077" y="4973"/>
                  </a:cubicBezTo>
                  <a:cubicBezTo>
                    <a:pt x="83164" y="4483"/>
                    <a:pt x="83251" y="3992"/>
                    <a:pt x="83341" y="3487"/>
                  </a:cubicBezTo>
                  <a:cubicBezTo>
                    <a:pt x="83499" y="2995"/>
                    <a:pt x="83658" y="2503"/>
                    <a:pt x="83821" y="1997"/>
                  </a:cubicBezTo>
                  <a:close/>
                </a:path>
              </a:pathLst>
            </a:custGeom>
            <a:grpFill/>
            <a:ln w="744" cap="flat">
              <a:noFill/>
              <a:prstDash val="solid"/>
              <a:miter/>
            </a:ln>
          </p:spPr>
          <p:txBody>
            <a:bodyPr rtlCol="0" anchor="ctr"/>
            <a:lstStyle/>
            <a:p>
              <a:endParaRPr lang="zh-CN" altLang="en-US"/>
            </a:p>
          </p:txBody>
        </p:sp>
        <p:sp>
          <p:nvSpPr>
            <p:cNvPr id="139" name="任意多边形: 形状 138"/>
            <p:cNvSpPr/>
            <p:nvPr/>
          </p:nvSpPr>
          <p:spPr>
            <a:xfrm>
              <a:off x="10780472" y="1388870"/>
              <a:ext cx="169869" cy="243348"/>
            </a:xfrm>
            <a:custGeom>
              <a:avLst/>
              <a:gdLst>
                <a:gd name="connsiteX0" fmla="*/ 84244 w 169869"/>
                <a:gd name="connsiteY0" fmla="*/ 1844 h 243348"/>
                <a:gd name="connsiteX1" fmla="*/ 88222 w 169869"/>
                <a:gd name="connsiteY1" fmla="*/ 1506 h 243348"/>
                <a:gd name="connsiteX2" fmla="*/ 90795 w 169869"/>
                <a:gd name="connsiteY2" fmla="*/ 1507 h 243348"/>
                <a:gd name="connsiteX3" fmla="*/ 93595 w 169869"/>
                <a:gd name="connsiteY3" fmla="*/ 1553 h 243348"/>
                <a:gd name="connsiteX4" fmla="*/ 96445 w 169869"/>
                <a:gd name="connsiteY4" fmla="*/ 1566 h 243348"/>
                <a:gd name="connsiteX5" fmla="*/ 103958 w 169869"/>
                <a:gd name="connsiteY5" fmla="*/ 1639 h 243348"/>
                <a:gd name="connsiteX6" fmla="*/ 111619 w 169869"/>
                <a:gd name="connsiteY6" fmla="*/ 1699 h 243348"/>
                <a:gd name="connsiteX7" fmla="*/ 126660 w 169869"/>
                <a:gd name="connsiteY7" fmla="*/ 1844 h 243348"/>
                <a:gd name="connsiteX8" fmla="*/ 126660 w 169869"/>
                <a:gd name="connsiteY8" fmla="*/ 5565 h 243348"/>
                <a:gd name="connsiteX9" fmla="*/ 137078 w 169869"/>
                <a:gd name="connsiteY9" fmla="*/ 5565 h 243348"/>
                <a:gd name="connsiteX10" fmla="*/ 137078 w 169869"/>
                <a:gd name="connsiteY10" fmla="*/ 8541 h 243348"/>
                <a:gd name="connsiteX11" fmla="*/ 143031 w 169869"/>
                <a:gd name="connsiteY11" fmla="*/ 8541 h 243348"/>
                <a:gd name="connsiteX12" fmla="*/ 143031 w 169869"/>
                <a:gd name="connsiteY12" fmla="*/ 12262 h 243348"/>
                <a:gd name="connsiteX13" fmla="*/ 145589 w 169869"/>
                <a:gd name="connsiteY13" fmla="*/ 12076 h 243348"/>
                <a:gd name="connsiteX14" fmla="*/ 148240 w 169869"/>
                <a:gd name="connsiteY14" fmla="*/ 12262 h 243348"/>
                <a:gd name="connsiteX15" fmla="*/ 148984 w 169869"/>
                <a:gd name="connsiteY15" fmla="*/ 15238 h 243348"/>
                <a:gd name="connsiteX16" fmla="*/ 152705 w 169869"/>
                <a:gd name="connsiteY16" fmla="*/ 15983 h 243348"/>
                <a:gd name="connsiteX17" fmla="*/ 152705 w 169869"/>
                <a:gd name="connsiteY17" fmla="*/ 18215 h 243348"/>
                <a:gd name="connsiteX18" fmla="*/ 155682 w 169869"/>
                <a:gd name="connsiteY18" fmla="*/ 19703 h 243348"/>
                <a:gd name="connsiteX19" fmla="*/ 160146 w 169869"/>
                <a:gd name="connsiteY19" fmla="*/ 25656 h 243348"/>
                <a:gd name="connsiteX20" fmla="*/ 162379 w 169869"/>
                <a:gd name="connsiteY20" fmla="*/ 27145 h 243348"/>
                <a:gd name="connsiteX21" fmla="*/ 163123 w 169869"/>
                <a:gd name="connsiteY21" fmla="*/ 29377 h 243348"/>
                <a:gd name="connsiteX22" fmla="*/ 164286 w 169869"/>
                <a:gd name="connsiteY22" fmla="*/ 30540 h 243348"/>
                <a:gd name="connsiteX23" fmla="*/ 165355 w 169869"/>
                <a:gd name="connsiteY23" fmla="*/ 33098 h 243348"/>
                <a:gd name="connsiteX24" fmla="*/ 167588 w 169869"/>
                <a:gd name="connsiteY24" fmla="*/ 33842 h 243348"/>
                <a:gd name="connsiteX25" fmla="*/ 169076 w 169869"/>
                <a:gd name="connsiteY25" fmla="*/ 37563 h 243348"/>
                <a:gd name="connsiteX26" fmla="*/ 170564 w 169869"/>
                <a:gd name="connsiteY26" fmla="*/ 38307 h 243348"/>
                <a:gd name="connsiteX27" fmla="*/ 172053 w 169869"/>
                <a:gd name="connsiteY27" fmla="*/ 43516 h 243348"/>
                <a:gd name="connsiteX28" fmla="*/ 173541 w 169869"/>
                <a:gd name="connsiteY28" fmla="*/ 44260 h 243348"/>
                <a:gd name="connsiteX29" fmla="*/ 174285 w 169869"/>
                <a:gd name="connsiteY29" fmla="*/ 49469 h 243348"/>
                <a:gd name="connsiteX30" fmla="*/ 176518 w 169869"/>
                <a:gd name="connsiteY30" fmla="*/ 49469 h 243348"/>
                <a:gd name="connsiteX31" fmla="*/ 176518 w 169869"/>
                <a:gd name="connsiteY31" fmla="*/ 56910 h 243348"/>
                <a:gd name="connsiteX32" fmla="*/ 178750 w 169869"/>
                <a:gd name="connsiteY32" fmla="*/ 56910 h 243348"/>
                <a:gd name="connsiteX33" fmla="*/ 179494 w 169869"/>
                <a:gd name="connsiteY33" fmla="*/ 65096 h 243348"/>
                <a:gd name="connsiteX34" fmla="*/ 181727 w 169869"/>
                <a:gd name="connsiteY34" fmla="*/ 65096 h 243348"/>
                <a:gd name="connsiteX35" fmla="*/ 181727 w 169869"/>
                <a:gd name="connsiteY35" fmla="*/ 73281 h 243348"/>
                <a:gd name="connsiteX36" fmla="*/ 176518 w 169869"/>
                <a:gd name="connsiteY36" fmla="*/ 74770 h 243348"/>
                <a:gd name="connsiteX37" fmla="*/ 175773 w 169869"/>
                <a:gd name="connsiteY37" fmla="*/ 77002 h 243348"/>
                <a:gd name="connsiteX38" fmla="*/ 167681 w 169869"/>
                <a:gd name="connsiteY38" fmla="*/ 77371 h 243348"/>
                <a:gd name="connsiteX39" fmla="*/ 165355 w 169869"/>
                <a:gd name="connsiteY39" fmla="*/ 77746 h 243348"/>
                <a:gd name="connsiteX40" fmla="*/ 165030 w 169869"/>
                <a:gd name="connsiteY40" fmla="*/ 79246 h 243348"/>
                <a:gd name="connsiteX41" fmla="*/ 164611 w 169869"/>
                <a:gd name="connsiteY41" fmla="*/ 80723 h 243348"/>
                <a:gd name="connsiteX42" fmla="*/ 158658 w 169869"/>
                <a:gd name="connsiteY42" fmla="*/ 80955 h 243348"/>
                <a:gd name="connsiteX43" fmla="*/ 156966 w 169869"/>
                <a:gd name="connsiteY43" fmla="*/ 80933 h 243348"/>
                <a:gd name="connsiteX44" fmla="*/ 151961 w 169869"/>
                <a:gd name="connsiteY44" fmla="*/ 79979 h 243348"/>
                <a:gd name="connsiteX45" fmla="*/ 151499 w 169869"/>
                <a:gd name="connsiteY45" fmla="*/ 74284 h 243348"/>
                <a:gd name="connsiteX46" fmla="*/ 149728 w 169869"/>
                <a:gd name="connsiteY46" fmla="*/ 71049 h 243348"/>
                <a:gd name="connsiteX47" fmla="*/ 148984 w 169869"/>
                <a:gd name="connsiteY47" fmla="*/ 71049 h 243348"/>
                <a:gd name="connsiteX48" fmla="*/ 148874 w 169869"/>
                <a:gd name="connsiteY48" fmla="*/ 69447 h 243348"/>
                <a:gd name="connsiteX49" fmla="*/ 148705 w 169869"/>
                <a:gd name="connsiteY49" fmla="*/ 67375 h 243348"/>
                <a:gd name="connsiteX50" fmla="*/ 148548 w 169869"/>
                <a:gd name="connsiteY50" fmla="*/ 65308 h 243348"/>
                <a:gd name="connsiteX51" fmla="*/ 148240 w 169869"/>
                <a:gd name="connsiteY51" fmla="*/ 63608 h 243348"/>
                <a:gd name="connsiteX52" fmla="*/ 146752 w 169869"/>
                <a:gd name="connsiteY52" fmla="*/ 62863 h 243348"/>
                <a:gd name="connsiteX53" fmla="*/ 146008 w 169869"/>
                <a:gd name="connsiteY53" fmla="*/ 57654 h 243348"/>
                <a:gd name="connsiteX54" fmla="*/ 143775 w 169869"/>
                <a:gd name="connsiteY54" fmla="*/ 57654 h 243348"/>
                <a:gd name="connsiteX55" fmla="*/ 143031 w 169869"/>
                <a:gd name="connsiteY55" fmla="*/ 53934 h 243348"/>
                <a:gd name="connsiteX56" fmla="*/ 141543 w 169869"/>
                <a:gd name="connsiteY56" fmla="*/ 53190 h 243348"/>
                <a:gd name="connsiteX57" fmla="*/ 140055 w 169869"/>
                <a:gd name="connsiteY57" fmla="*/ 49469 h 243348"/>
                <a:gd name="connsiteX58" fmla="*/ 138566 w 169869"/>
                <a:gd name="connsiteY58" fmla="*/ 48725 h 243348"/>
                <a:gd name="connsiteX59" fmla="*/ 137822 w 169869"/>
                <a:gd name="connsiteY59" fmla="*/ 46492 h 243348"/>
                <a:gd name="connsiteX60" fmla="*/ 135590 w 169869"/>
                <a:gd name="connsiteY60" fmla="*/ 45748 h 243348"/>
                <a:gd name="connsiteX61" fmla="*/ 134846 w 169869"/>
                <a:gd name="connsiteY61" fmla="*/ 43516 h 243348"/>
                <a:gd name="connsiteX62" fmla="*/ 133032 w 169869"/>
                <a:gd name="connsiteY62" fmla="*/ 43190 h 243348"/>
                <a:gd name="connsiteX63" fmla="*/ 131125 w 169869"/>
                <a:gd name="connsiteY63" fmla="*/ 42772 h 243348"/>
                <a:gd name="connsiteX64" fmla="*/ 130427 w 169869"/>
                <a:gd name="connsiteY64" fmla="*/ 41237 h 243348"/>
                <a:gd name="connsiteX65" fmla="*/ 129637 w 169869"/>
                <a:gd name="connsiteY65" fmla="*/ 39795 h 243348"/>
                <a:gd name="connsiteX66" fmla="*/ 125172 w 169869"/>
                <a:gd name="connsiteY66" fmla="*/ 39795 h 243348"/>
                <a:gd name="connsiteX67" fmla="*/ 125172 w 169869"/>
                <a:gd name="connsiteY67" fmla="*/ 36074 h 243348"/>
                <a:gd name="connsiteX68" fmla="*/ 122756 w 169869"/>
                <a:gd name="connsiteY68" fmla="*/ 36179 h 243348"/>
                <a:gd name="connsiteX69" fmla="*/ 119637 w 169869"/>
                <a:gd name="connsiteY69" fmla="*/ 36260 h 243348"/>
                <a:gd name="connsiteX70" fmla="*/ 118043 w 169869"/>
                <a:gd name="connsiteY70" fmla="*/ 36336 h 243348"/>
                <a:gd name="connsiteX71" fmla="*/ 114010 w 169869"/>
                <a:gd name="connsiteY71" fmla="*/ 36074 h 243348"/>
                <a:gd name="connsiteX72" fmla="*/ 113707 w 169869"/>
                <a:gd name="connsiteY72" fmla="*/ 34593 h 243348"/>
                <a:gd name="connsiteX73" fmla="*/ 113266 w 169869"/>
                <a:gd name="connsiteY73" fmla="*/ 33098 h 243348"/>
                <a:gd name="connsiteX74" fmla="*/ 109638 w 169869"/>
                <a:gd name="connsiteY74" fmla="*/ 32702 h 243348"/>
                <a:gd name="connsiteX75" fmla="*/ 107417 w 169869"/>
                <a:gd name="connsiteY75" fmla="*/ 32691 h 243348"/>
                <a:gd name="connsiteX76" fmla="*/ 105080 w 169869"/>
                <a:gd name="connsiteY76" fmla="*/ 32726 h 243348"/>
                <a:gd name="connsiteX77" fmla="*/ 102743 w 169869"/>
                <a:gd name="connsiteY77" fmla="*/ 32691 h 243348"/>
                <a:gd name="connsiteX78" fmla="*/ 100522 w 169869"/>
                <a:gd name="connsiteY78" fmla="*/ 32702 h 243348"/>
                <a:gd name="connsiteX79" fmla="*/ 98470 w 169869"/>
                <a:gd name="connsiteY79" fmla="*/ 32713 h 243348"/>
                <a:gd name="connsiteX80" fmla="*/ 96894 w 169869"/>
                <a:gd name="connsiteY80" fmla="*/ 33098 h 243348"/>
                <a:gd name="connsiteX81" fmla="*/ 96150 w 169869"/>
                <a:gd name="connsiteY81" fmla="*/ 36074 h 243348"/>
                <a:gd name="connsiteX82" fmla="*/ 90988 w 169869"/>
                <a:gd name="connsiteY82" fmla="*/ 36446 h 243348"/>
                <a:gd name="connsiteX83" fmla="*/ 85732 w 169869"/>
                <a:gd name="connsiteY83" fmla="*/ 36818 h 243348"/>
                <a:gd name="connsiteX84" fmla="*/ 84244 w 169869"/>
                <a:gd name="connsiteY84" fmla="*/ 39795 h 243348"/>
                <a:gd name="connsiteX85" fmla="*/ 78291 w 169869"/>
                <a:gd name="connsiteY85" fmla="*/ 39795 h 243348"/>
                <a:gd name="connsiteX86" fmla="*/ 76803 w 169869"/>
                <a:gd name="connsiteY86" fmla="*/ 42772 h 243348"/>
                <a:gd name="connsiteX87" fmla="*/ 73082 w 169869"/>
                <a:gd name="connsiteY87" fmla="*/ 44260 h 243348"/>
                <a:gd name="connsiteX88" fmla="*/ 72338 w 169869"/>
                <a:gd name="connsiteY88" fmla="*/ 45748 h 243348"/>
                <a:gd name="connsiteX89" fmla="*/ 70105 w 169869"/>
                <a:gd name="connsiteY89" fmla="*/ 46492 h 243348"/>
                <a:gd name="connsiteX90" fmla="*/ 69454 w 169869"/>
                <a:gd name="connsiteY90" fmla="*/ 47795 h 243348"/>
                <a:gd name="connsiteX91" fmla="*/ 64896 w 169869"/>
                <a:gd name="connsiteY91" fmla="*/ 53190 h 243348"/>
                <a:gd name="connsiteX92" fmla="*/ 61176 w 169869"/>
                <a:gd name="connsiteY92" fmla="*/ 59143 h 243348"/>
                <a:gd name="connsiteX93" fmla="*/ 58943 w 169869"/>
                <a:gd name="connsiteY93" fmla="*/ 59143 h 243348"/>
                <a:gd name="connsiteX94" fmla="*/ 58943 w 169869"/>
                <a:gd name="connsiteY94" fmla="*/ 63608 h 243348"/>
                <a:gd name="connsiteX95" fmla="*/ 56711 w 169869"/>
                <a:gd name="connsiteY95" fmla="*/ 63608 h 243348"/>
                <a:gd name="connsiteX96" fmla="*/ 56600 w 169869"/>
                <a:gd name="connsiteY96" fmla="*/ 65046 h 243348"/>
                <a:gd name="connsiteX97" fmla="*/ 56432 w 169869"/>
                <a:gd name="connsiteY97" fmla="*/ 66910 h 243348"/>
                <a:gd name="connsiteX98" fmla="*/ 56275 w 169869"/>
                <a:gd name="connsiteY98" fmla="*/ 68767 h 243348"/>
                <a:gd name="connsiteX99" fmla="*/ 55967 w 169869"/>
                <a:gd name="connsiteY99" fmla="*/ 70305 h 243348"/>
                <a:gd name="connsiteX100" fmla="*/ 54478 w 169869"/>
                <a:gd name="connsiteY100" fmla="*/ 71049 h 243348"/>
                <a:gd name="connsiteX101" fmla="*/ 53734 w 169869"/>
                <a:gd name="connsiteY101" fmla="*/ 74770 h 243348"/>
                <a:gd name="connsiteX102" fmla="*/ 52990 w 169869"/>
                <a:gd name="connsiteY102" fmla="*/ 78490 h 243348"/>
                <a:gd name="connsiteX103" fmla="*/ 51502 w 169869"/>
                <a:gd name="connsiteY103" fmla="*/ 79234 h 243348"/>
                <a:gd name="connsiteX104" fmla="*/ 51037 w 169869"/>
                <a:gd name="connsiteY104" fmla="*/ 84862 h 243348"/>
                <a:gd name="connsiteX105" fmla="*/ 50950 w 169869"/>
                <a:gd name="connsiteY105" fmla="*/ 86465 h 243348"/>
                <a:gd name="connsiteX106" fmla="*/ 50758 w 169869"/>
                <a:gd name="connsiteY106" fmla="*/ 90397 h 243348"/>
                <a:gd name="connsiteX107" fmla="*/ 49269 w 169869"/>
                <a:gd name="connsiteY107" fmla="*/ 90397 h 243348"/>
                <a:gd name="connsiteX108" fmla="*/ 48441 w 169869"/>
                <a:gd name="connsiteY108" fmla="*/ 97792 h 243348"/>
                <a:gd name="connsiteX109" fmla="*/ 48441 w 169869"/>
                <a:gd name="connsiteY109" fmla="*/ 99640 h 243348"/>
                <a:gd name="connsiteX110" fmla="*/ 48453 w 169869"/>
                <a:gd name="connsiteY110" fmla="*/ 105704 h 243348"/>
                <a:gd name="connsiteX111" fmla="*/ 48456 w 169869"/>
                <a:gd name="connsiteY111" fmla="*/ 109902 h 243348"/>
                <a:gd name="connsiteX112" fmla="*/ 48474 w 169869"/>
                <a:gd name="connsiteY112" fmla="*/ 120963 h 243348"/>
                <a:gd name="connsiteX113" fmla="*/ 48489 w 169869"/>
                <a:gd name="connsiteY113" fmla="*/ 132246 h 243348"/>
                <a:gd name="connsiteX114" fmla="*/ 48525 w 169869"/>
                <a:gd name="connsiteY114" fmla="*/ 154393 h 243348"/>
                <a:gd name="connsiteX115" fmla="*/ 50758 w 169869"/>
                <a:gd name="connsiteY115" fmla="*/ 154393 h 243348"/>
                <a:gd name="connsiteX116" fmla="*/ 50758 w 169869"/>
                <a:gd name="connsiteY116" fmla="*/ 167043 h 243348"/>
                <a:gd name="connsiteX117" fmla="*/ 52990 w 169869"/>
                <a:gd name="connsiteY117" fmla="*/ 167043 h 243348"/>
                <a:gd name="connsiteX118" fmla="*/ 53316 w 169869"/>
                <a:gd name="connsiteY118" fmla="*/ 169462 h 243348"/>
                <a:gd name="connsiteX119" fmla="*/ 54478 w 169869"/>
                <a:gd name="connsiteY119" fmla="*/ 175229 h 243348"/>
                <a:gd name="connsiteX120" fmla="*/ 55967 w 169869"/>
                <a:gd name="connsiteY120" fmla="*/ 175973 h 243348"/>
                <a:gd name="connsiteX121" fmla="*/ 56432 w 169869"/>
                <a:gd name="connsiteY121" fmla="*/ 179368 h 243348"/>
                <a:gd name="connsiteX122" fmla="*/ 56600 w 169869"/>
                <a:gd name="connsiteY122" fmla="*/ 181231 h 243348"/>
                <a:gd name="connsiteX123" fmla="*/ 56711 w 169869"/>
                <a:gd name="connsiteY123" fmla="*/ 182670 h 243348"/>
                <a:gd name="connsiteX124" fmla="*/ 58943 w 169869"/>
                <a:gd name="connsiteY124" fmla="*/ 182670 h 243348"/>
                <a:gd name="connsiteX125" fmla="*/ 58804 w 169869"/>
                <a:gd name="connsiteY125" fmla="*/ 184856 h 243348"/>
                <a:gd name="connsiteX126" fmla="*/ 58943 w 169869"/>
                <a:gd name="connsiteY126" fmla="*/ 187135 h 243348"/>
                <a:gd name="connsiteX127" fmla="*/ 61176 w 169869"/>
                <a:gd name="connsiteY127" fmla="*/ 187879 h 243348"/>
                <a:gd name="connsiteX128" fmla="*/ 61920 w 169869"/>
                <a:gd name="connsiteY128" fmla="*/ 190111 h 243348"/>
                <a:gd name="connsiteX129" fmla="*/ 63083 w 169869"/>
                <a:gd name="connsiteY129" fmla="*/ 191274 h 243348"/>
                <a:gd name="connsiteX130" fmla="*/ 64152 w 169869"/>
                <a:gd name="connsiteY130" fmla="*/ 193832 h 243348"/>
                <a:gd name="connsiteX131" fmla="*/ 66385 w 169869"/>
                <a:gd name="connsiteY131" fmla="*/ 194576 h 243348"/>
                <a:gd name="connsiteX132" fmla="*/ 68199 w 169869"/>
                <a:gd name="connsiteY132" fmla="*/ 197134 h 243348"/>
                <a:gd name="connsiteX133" fmla="*/ 73082 w 169869"/>
                <a:gd name="connsiteY133" fmla="*/ 201274 h 243348"/>
                <a:gd name="connsiteX134" fmla="*/ 73826 w 169869"/>
                <a:gd name="connsiteY134" fmla="*/ 202762 h 243348"/>
                <a:gd name="connsiteX135" fmla="*/ 75733 w 169869"/>
                <a:gd name="connsiteY135" fmla="*/ 203041 h 243348"/>
                <a:gd name="connsiteX136" fmla="*/ 77547 w 169869"/>
                <a:gd name="connsiteY136" fmla="*/ 203506 h 243348"/>
                <a:gd name="connsiteX137" fmla="*/ 77547 w 169869"/>
                <a:gd name="connsiteY137" fmla="*/ 206482 h 243348"/>
                <a:gd name="connsiteX138" fmla="*/ 84988 w 169869"/>
                <a:gd name="connsiteY138" fmla="*/ 207227 h 243348"/>
                <a:gd name="connsiteX139" fmla="*/ 84988 w 169869"/>
                <a:gd name="connsiteY139" fmla="*/ 210203 h 243348"/>
                <a:gd name="connsiteX140" fmla="*/ 87404 w 169869"/>
                <a:gd name="connsiteY140" fmla="*/ 210099 h 243348"/>
                <a:gd name="connsiteX141" fmla="*/ 90523 w 169869"/>
                <a:gd name="connsiteY141" fmla="*/ 210017 h 243348"/>
                <a:gd name="connsiteX142" fmla="*/ 92117 w 169869"/>
                <a:gd name="connsiteY142" fmla="*/ 209942 h 243348"/>
                <a:gd name="connsiteX143" fmla="*/ 96150 w 169869"/>
                <a:gd name="connsiteY143" fmla="*/ 210203 h 243348"/>
                <a:gd name="connsiteX144" fmla="*/ 96483 w 169869"/>
                <a:gd name="connsiteY144" fmla="*/ 211685 h 243348"/>
                <a:gd name="connsiteX145" fmla="*/ 96894 w 169869"/>
                <a:gd name="connsiteY145" fmla="*/ 213180 h 243348"/>
                <a:gd name="connsiteX146" fmla="*/ 100034 w 169869"/>
                <a:gd name="connsiteY146" fmla="*/ 213575 h 243348"/>
                <a:gd name="connsiteX147" fmla="*/ 101949 w 169869"/>
                <a:gd name="connsiteY147" fmla="*/ 213587 h 243348"/>
                <a:gd name="connsiteX148" fmla="*/ 103964 w 169869"/>
                <a:gd name="connsiteY148" fmla="*/ 213552 h 243348"/>
                <a:gd name="connsiteX149" fmla="*/ 105978 w 169869"/>
                <a:gd name="connsiteY149" fmla="*/ 213587 h 243348"/>
                <a:gd name="connsiteX150" fmla="*/ 107894 w 169869"/>
                <a:gd name="connsiteY150" fmla="*/ 213575 h 243348"/>
                <a:gd name="connsiteX151" fmla="*/ 109663 w 169869"/>
                <a:gd name="connsiteY151" fmla="*/ 213565 h 243348"/>
                <a:gd name="connsiteX152" fmla="*/ 111033 w 169869"/>
                <a:gd name="connsiteY152" fmla="*/ 213180 h 243348"/>
                <a:gd name="connsiteX153" fmla="*/ 111777 w 169869"/>
                <a:gd name="connsiteY153" fmla="*/ 210203 h 243348"/>
                <a:gd name="connsiteX154" fmla="*/ 117405 w 169869"/>
                <a:gd name="connsiteY154" fmla="*/ 210017 h 243348"/>
                <a:gd name="connsiteX155" fmla="*/ 119008 w 169869"/>
                <a:gd name="connsiteY155" fmla="*/ 210058 h 243348"/>
                <a:gd name="connsiteX156" fmla="*/ 122939 w 169869"/>
                <a:gd name="connsiteY156" fmla="*/ 210203 h 243348"/>
                <a:gd name="connsiteX157" fmla="*/ 122939 w 169869"/>
                <a:gd name="connsiteY157" fmla="*/ 207227 h 243348"/>
                <a:gd name="connsiteX158" fmla="*/ 129637 w 169869"/>
                <a:gd name="connsiteY158" fmla="*/ 206482 h 243348"/>
                <a:gd name="connsiteX159" fmla="*/ 129637 w 169869"/>
                <a:gd name="connsiteY159" fmla="*/ 203506 h 243348"/>
                <a:gd name="connsiteX160" fmla="*/ 131451 w 169869"/>
                <a:gd name="connsiteY160" fmla="*/ 203692 h 243348"/>
                <a:gd name="connsiteX161" fmla="*/ 133357 w 169869"/>
                <a:gd name="connsiteY161" fmla="*/ 203506 h 243348"/>
                <a:gd name="connsiteX162" fmla="*/ 134102 w 169869"/>
                <a:gd name="connsiteY162" fmla="*/ 200529 h 243348"/>
                <a:gd name="connsiteX163" fmla="*/ 136008 w 169869"/>
                <a:gd name="connsiteY163" fmla="*/ 200157 h 243348"/>
                <a:gd name="connsiteX164" fmla="*/ 137822 w 169869"/>
                <a:gd name="connsiteY164" fmla="*/ 199785 h 243348"/>
                <a:gd name="connsiteX165" fmla="*/ 137822 w 169869"/>
                <a:gd name="connsiteY165" fmla="*/ 196809 h 243348"/>
                <a:gd name="connsiteX166" fmla="*/ 140799 w 169869"/>
                <a:gd name="connsiteY166" fmla="*/ 196809 h 243348"/>
                <a:gd name="connsiteX167" fmla="*/ 140799 w 169869"/>
                <a:gd name="connsiteY167" fmla="*/ 193088 h 243348"/>
                <a:gd name="connsiteX168" fmla="*/ 143031 w 169869"/>
                <a:gd name="connsiteY168" fmla="*/ 193088 h 243348"/>
                <a:gd name="connsiteX169" fmla="*/ 143775 w 169869"/>
                <a:gd name="connsiteY169" fmla="*/ 189367 h 243348"/>
                <a:gd name="connsiteX170" fmla="*/ 145264 w 169869"/>
                <a:gd name="connsiteY170" fmla="*/ 188623 h 243348"/>
                <a:gd name="connsiteX171" fmla="*/ 146008 w 169869"/>
                <a:gd name="connsiteY171" fmla="*/ 186391 h 243348"/>
                <a:gd name="connsiteX172" fmla="*/ 148240 w 169869"/>
                <a:gd name="connsiteY172" fmla="*/ 183414 h 243348"/>
                <a:gd name="connsiteX173" fmla="*/ 148656 w 169869"/>
                <a:gd name="connsiteY173" fmla="*/ 178810 h 243348"/>
                <a:gd name="connsiteX174" fmla="*/ 148984 w 169869"/>
                <a:gd name="connsiteY174" fmla="*/ 177461 h 243348"/>
                <a:gd name="connsiteX175" fmla="*/ 151217 w 169869"/>
                <a:gd name="connsiteY175" fmla="*/ 176717 h 243348"/>
                <a:gd name="connsiteX176" fmla="*/ 151635 w 169869"/>
                <a:gd name="connsiteY176" fmla="*/ 172996 h 243348"/>
                <a:gd name="connsiteX177" fmla="*/ 151961 w 169869"/>
                <a:gd name="connsiteY177" fmla="*/ 169275 h 243348"/>
                <a:gd name="connsiteX178" fmla="*/ 153449 w 169869"/>
                <a:gd name="connsiteY178" fmla="*/ 168531 h 243348"/>
                <a:gd name="connsiteX179" fmla="*/ 154193 w 169869"/>
                <a:gd name="connsiteY179" fmla="*/ 160532 h 243348"/>
                <a:gd name="connsiteX180" fmla="*/ 154937 w 169869"/>
                <a:gd name="connsiteY180" fmla="*/ 155881 h 243348"/>
                <a:gd name="connsiteX181" fmla="*/ 161263 w 169869"/>
                <a:gd name="connsiteY181" fmla="*/ 155555 h 243348"/>
                <a:gd name="connsiteX182" fmla="*/ 163062 w 169869"/>
                <a:gd name="connsiteY182" fmla="*/ 155510 h 243348"/>
                <a:gd name="connsiteX183" fmla="*/ 167588 w 169869"/>
                <a:gd name="connsiteY183" fmla="*/ 155881 h 243348"/>
                <a:gd name="connsiteX184" fmla="*/ 168332 w 169869"/>
                <a:gd name="connsiteY184" fmla="*/ 158857 h 243348"/>
                <a:gd name="connsiteX185" fmla="*/ 175843 w 169869"/>
                <a:gd name="connsiteY185" fmla="*/ 158599 h 243348"/>
                <a:gd name="connsiteX186" fmla="*/ 178006 w 169869"/>
                <a:gd name="connsiteY186" fmla="*/ 158857 h 243348"/>
                <a:gd name="connsiteX187" fmla="*/ 178308 w 169869"/>
                <a:gd name="connsiteY187" fmla="*/ 160721 h 243348"/>
                <a:gd name="connsiteX188" fmla="*/ 178750 w 169869"/>
                <a:gd name="connsiteY188" fmla="*/ 162578 h 243348"/>
                <a:gd name="connsiteX189" fmla="*/ 184703 w 169869"/>
                <a:gd name="connsiteY189" fmla="*/ 162578 h 243348"/>
                <a:gd name="connsiteX190" fmla="*/ 184843 w 169869"/>
                <a:gd name="connsiteY190" fmla="*/ 168485 h 243348"/>
                <a:gd name="connsiteX191" fmla="*/ 184899 w 169869"/>
                <a:gd name="connsiteY191" fmla="*/ 170187 h 243348"/>
                <a:gd name="connsiteX192" fmla="*/ 184703 w 169869"/>
                <a:gd name="connsiteY192" fmla="*/ 174484 h 243348"/>
                <a:gd name="connsiteX193" fmla="*/ 182471 w 169869"/>
                <a:gd name="connsiteY193" fmla="*/ 175229 h 243348"/>
                <a:gd name="connsiteX194" fmla="*/ 182052 w 169869"/>
                <a:gd name="connsiteY194" fmla="*/ 179321 h 243348"/>
                <a:gd name="connsiteX195" fmla="*/ 181727 w 169869"/>
                <a:gd name="connsiteY195" fmla="*/ 183414 h 243348"/>
                <a:gd name="connsiteX196" fmla="*/ 180238 w 169869"/>
                <a:gd name="connsiteY196" fmla="*/ 184158 h 243348"/>
                <a:gd name="connsiteX197" fmla="*/ 179494 w 169869"/>
                <a:gd name="connsiteY197" fmla="*/ 187879 h 243348"/>
                <a:gd name="connsiteX198" fmla="*/ 178750 w 169869"/>
                <a:gd name="connsiteY198" fmla="*/ 191600 h 243348"/>
                <a:gd name="connsiteX199" fmla="*/ 177262 w 169869"/>
                <a:gd name="connsiteY199" fmla="*/ 192344 h 243348"/>
                <a:gd name="connsiteX200" fmla="*/ 176846 w 169869"/>
                <a:gd name="connsiteY200" fmla="*/ 196948 h 243348"/>
                <a:gd name="connsiteX201" fmla="*/ 176518 w 169869"/>
                <a:gd name="connsiteY201" fmla="*/ 198297 h 243348"/>
                <a:gd name="connsiteX202" fmla="*/ 174285 w 169869"/>
                <a:gd name="connsiteY202" fmla="*/ 199041 h 243348"/>
                <a:gd name="connsiteX203" fmla="*/ 173541 w 169869"/>
                <a:gd name="connsiteY203" fmla="*/ 202762 h 243348"/>
                <a:gd name="connsiteX204" fmla="*/ 171309 w 169869"/>
                <a:gd name="connsiteY204" fmla="*/ 204994 h 243348"/>
                <a:gd name="connsiteX205" fmla="*/ 170564 w 169869"/>
                <a:gd name="connsiteY205" fmla="*/ 207971 h 243348"/>
                <a:gd name="connsiteX206" fmla="*/ 169076 w 169869"/>
                <a:gd name="connsiteY206" fmla="*/ 208715 h 243348"/>
                <a:gd name="connsiteX207" fmla="*/ 168378 w 169869"/>
                <a:gd name="connsiteY207" fmla="*/ 210994 h 243348"/>
                <a:gd name="connsiteX208" fmla="*/ 167588 w 169869"/>
                <a:gd name="connsiteY208" fmla="*/ 213180 h 243348"/>
                <a:gd name="connsiteX209" fmla="*/ 165355 w 169869"/>
                <a:gd name="connsiteY209" fmla="*/ 213180 h 243348"/>
                <a:gd name="connsiteX210" fmla="*/ 163867 w 169869"/>
                <a:gd name="connsiteY210" fmla="*/ 216900 h 243348"/>
                <a:gd name="connsiteX211" fmla="*/ 162379 w 169869"/>
                <a:gd name="connsiteY211" fmla="*/ 216900 h 243348"/>
                <a:gd name="connsiteX212" fmla="*/ 161635 w 169869"/>
                <a:gd name="connsiteY212" fmla="*/ 219877 h 243348"/>
                <a:gd name="connsiteX213" fmla="*/ 160146 w 169869"/>
                <a:gd name="connsiteY213" fmla="*/ 220621 h 243348"/>
                <a:gd name="connsiteX214" fmla="*/ 159867 w 169869"/>
                <a:gd name="connsiteY214" fmla="*/ 222063 h 243348"/>
                <a:gd name="connsiteX215" fmla="*/ 158100 w 169869"/>
                <a:gd name="connsiteY215" fmla="*/ 224295 h 243348"/>
                <a:gd name="connsiteX216" fmla="*/ 156426 w 169869"/>
                <a:gd name="connsiteY216" fmla="*/ 225086 h 243348"/>
                <a:gd name="connsiteX217" fmla="*/ 151217 w 169869"/>
                <a:gd name="connsiteY217" fmla="*/ 231039 h 243348"/>
                <a:gd name="connsiteX218" fmla="*/ 148240 w 169869"/>
                <a:gd name="connsiteY218" fmla="*/ 231039 h 243348"/>
                <a:gd name="connsiteX219" fmla="*/ 148240 w 169869"/>
                <a:gd name="connsiteY219" fmla="*/ 234016 h 243348"/>
                <a:gd name="connsiteX220" fmla="*/ 146054 w 169869"/>
                <a:gd name="connsiteY220" fmla="*/ 234202 h 243348"/>
                <a:gd name="connsiteX221" fmla="*/ 143775 w 169869"/>
                <a:gd name="connsiteY221" fmla="*/ 234760 h 243348"/>
                <a:gd name="connsiteX222" fmla="*/ 143496 w 169869"/>
                <a:gd name="connsiteY222" fmla="*/ 236248 h 243348"/>
                <a:gd name="connsiteX223" fmla="*/ 143031 w 169869"/>
                <a:gd name="connsiteY223" fmla="*/ 237736 h 243348"/>
                <a:gd name="connsiteX224" fmla="*/ 138427 w 169869"/>
                <a:gd name="connsiteY224" fmla="*/ 238204 h 243348"/>
                <a:gd name="connsiteX225" fmla="*/ 137078 w 169869"/>
                <a:gd name="connsiteY225" fmla="*/ 238481 h 243348"/>
                <a:gd name="connsiteX226" fmla="*/ 136334 w 169869"/>
                <a:gd name="connsiteY226" fmla="*/ 240713 h 243348"/>
                <a:gd name="connsiteX227" fmla="*/ 133078 w 169869"/>
                <a:gd name="connsiteY227" fmla="*/ 241225 h 243348"/>
                <a:gd name="connsiteX228" fmla="*/ 131294 w 169869"/>
                <a:gd name="connsiteY228" fmla="*/ 241373 h 243348"/>
                <a:gd name="connsiteX229" fmla="*/ 127404 w 169869"/>
                <a:gd name="connsiteY229" fmla="*/ 241457 h 243348"/>
                <a:gd name="connsiteX230" fmla="*/ 127158 w 169869"/>
                <a:gd name="connsiteY230" fmla="*/ 242921 h 243348"/>
                <a:gd name="connsiteX231" fmla="*/ 126660 w 169869"/>
                <a:gd name="connsiteY231" fmla="*/ 244434 h 243348"/>
                <a:gd name="connsiteX232" fmla="*/ 122421 w 169869"/>
                <a:gd name="connsiteY232" fmla="*/ 244819 h 243348"/>
                <a:gd name="connsiteX233" fmla="*/ 119674 w 169869"/>
                <a:gd name="connsiteY233" fmla="*/ 244847 h 243348"/>
                <a:gd name="connsiteX234" fmla="*/ 116684 w 169869"/>
                <a:gd name="connsiteY234" fmla="*/ 244829 h 243348"/>
                <a:gd name="connsiteX235" fmla="*/ 113639 w 169869"/>
                <a:gd name="connsiteY235" fmla="*/ 244838 h 243348"/>
                <a:gd name="connsiteX236" fmla="*/ 107251 w 169869"/>
                <a:gd name="connsiteY236" fmla="*/ 244822 h 243348"/>
                <a:gd name="connsiteX237" fmla="*/ 99045 w 169869"/>
                <a:gd name="connsiteY237" fmla="*/ 244832 h 243348"/>
                <a:gd name="connsiteX238" fmla="*/ 92756 w 169869"/>
                <a:gd name="connsiteY238" fmla="*/ 244832 h 243348"/>
                <a:gd name="connsiteX239" fmla="*/ 89730 w 169869"/>
                <a:gd name="connsiteY239" fmla="*/ 244839 h 243348"/>
                <a:gd name="connsiteX240" fmla="*/ 85507 w 169869"/>
                <a:gd name="connsiteY240" fmla="*/ 244819 h 243348"/>
                <a:gd name="connsiteX241" fmla="*/ 83075 w 169869"/>
                <a:gd name="connsiteY241" fmla="*/ 244812 h 243348"/>
                <a:gd name="connsiteX242" fmla="*/ 81268 w 169869"/>
                <a:gd name="connsiteY242" fmla="*/ 244434 h 243348"/>
                <a:gd name="connsiteX243" fmla="*/ 80523 w 169869"/>
                <a:gd name="connsiteY243" fmla="*/ 241457 h 243348"/>
                <a:gd name="connsiteX244" fmla="*/ 75640 w 169869"/>
                <a:gd name="connsiteY244" fmla="*/ 240899 h 243348"/>
                <a:gd name="connsiteX245" fmla="*/ 72940 w 169869"/>
                <a:gd name="connsiteY245" fmla="*/ 240771 h 243348"/>
                <a:gd name="connsiteX246" fmla="*/ 70850 w 169869"/>
                <a:gd name="connsiteY246" fmla="*/ 240713 h 243348"/>
                <a:gd name="connsiteX247" fmla="*/ 70850 w 169869"/>
                <a:gd name="connsiteY247" fmla="*/ 237736 h 243348"/>
                <a:gd name="connsiteX248" fmla="*/ 64896 w 169869"/>
                <a:gd name="connsiteY248" fmla="*/ 237736 h 243348"/>
                <a:gd name="connsiteX249" fmla="*/ 64896 w 169869"/>
                <a:gd name="connsiteY249" fmla="*/ 234760 h 243348"/>
                <a:gd name="connsiteX250" fmla="*/ 58943 w 169869"/>
                <a:gd name="connsiteY250" fmla="*/ 234016 h 243348"/>
                <a:gd name="connsiteX251" fmla="*/ 58943 w 169869"/>
                <a:gd name="connsiteY251" fmla="*/ 231039 h 243348"/>
                <a:gd name="connsiteX252" fmla="*/ 57176 w 169869"/>
                <a:gd name="connsiteY252" fmla="*/ 231225 h 243348"/>
                <a:gd name="connsiteX253" fmla="*/ 55223 w 169869"/>
                <a:gd name="connsiteY253" fmla="*/ 231039 h 243348"/>
                <a:gd name="connsiteX254" fmla="*/ 53734 w 169869"/>
                <a:gd name="connsiteY254" fmla="*/ 228063 h 243348"/>
                <a:gd name="connsiteX255" fmla="*/ 52153 w 169869"/>
                <a:gd name="connsiteY255" fmla="*/ 227690 h 243348"/>
                <a:gd name="connsiteX256" fmla="*/ 50758 w 169869"/>
                <a:gd name="connsiteY256" fmla="*/ 227318 h 243348"/>
                <a:gd name="connsiteX257" fmla="*/ 50758 w 169869"/>
                <a:gd name="connsiteY257" fmla="*/ 224342 h 243348"/>
                <a:gd name="connsiteX258" fmla="*/ 47781 w 169869"/>
                <a:gd name="connsiteY258" fmla="*/ 224342 h 243348"/>
                <a:gd name="connsiteX259" fmla="*/ 47037 w 169869"/>
                <a:gd name="connsiteY259" fmla="*/ 221365 h 243348"/>
                <a:gd name="connsiteX260" fmla="*/ 44805 w 169869"/>
                <a:gd name="connsiteY260" fmla="*/ 220621 h 243348"/>
                <a:gd name="connsiteX261" fmla="*/ 44060 w 169869"/>
                <a:gd name="connsiteY261" fmla="*/ 217645 h 243348"/>
                <a:gd name="connsiteX262" fmla="*/ 41828 w 169869"/>
                <a:gd name="connsiteY262" fmla="*/ 216900 h 243348"/>
                <a:gd name="connsiteX263" fmla="*/ 40293 w 169869"/>
                <a:gd name="connsiteY263" fmla="*/ 214296 h 243348"/>
                <a:gd name="connsiteX264" fmla="*/ 37363 w 169869"/>
                <a:gd name="connsiteY264" fmla="*/ 210947 h 243348"/>
                <a:gd name="connsiteX265" fmla="*/ 35875 w 169869"/>
                <a:gd name="connsiteY265" fmla="*/ 206482 h 243348"/>
                <a:gd name="connsiteX266" fmla="*/ 34387 w 169869"/>
                <a:gd name="connsiteY266" fmla="*/ 205738 h 243348"/>
                <a:gd name="connsiteX267" fmla="*/ 33643 w 169869"/>
                <a:gd name="connsiteY267" fmla="*/ 201274 h 243348"/>
                <a:gd name="connsiteX268" fmla="*/ 31410 w 169869"/>
                <a:gd name="connsiteY268" fmla="*/ 201274 h 243348"/>
                <a:gd name="connsiteX269" fmla="*/ 31131 w 169869"/>
                <a:gd name="connsiteY269" fmla="*/ 198716 h 243348"/>
                <a:gd name="connsiteX270" fmla="*/ 30666 w 169869"/>
                <a:gd name="connsiteY270" fmla="*/ 196065 h 243348"/>
                <a:gd name="connsiteX271" fmla="*/ 29178 w 169869"/>
                <a:gd name="connsiteY271" fmla="*/ 195320 h 243348"/>
                <a:gd name="connsiteX272" fmla="*/ 28713 w 169869"/>
                <a:gd name="connsiteY272" fmla="*/ 191925 h 243348"/>
                <a:gd name="connsiteX273" fmla="*/ 28544 w 169869"/>
                <a:gd name="connsiteY273" fmla="*/ 190062 h 243348"/>
                <a:gd name="connsiteX274" fmla="*/ 28434 w 169869"/>
                <a:gd name="connsiteY274" fmla="*/ 188623 h 243348"/>
                <a:gd name="connsiteX275" fmla="*/ 26201 w 169869"/>
                <a:gd name="connsiteY275" fmla="*/ 188623 h 243348"/>
                <a:gd name="connsiteX276" fmla="*/ 25457 w 169869"/>
                <a:gd name="connsiteY276" fmla="*/ 181182 h 243348"/>
                <a:gd name="connsiteX277" fmla="*/ 23225 w 169869"/>
                <a:gd name="connsiteY277" fmla="*/ 181926 h 243348"/>
                <a:gd name="connsiteX278" fmla="*/ 23114 w 169869"/>
                <a:gd name="connsiteY278" fmla="*/ 179836 h 243348"/>
                <a:gd name="connsiteX279" fmla="*/ 22945 w 169869"/>
                <a:gd name="connsiteY279" fmla="*/ 177135 h 243348"/>
                <a:gd name="connsiteX280" fmla="*/ 22789 w 169869"/>
                <a:gd name="connsiteY280" fmla="*/ 174441 h 243348"/>
                <a:gd name="connsiteX281" fmla="*/ 22480 w 169869"/>
                <a:gd name="connsiteY281" fmla="*/ 172252 h 243348"/>
                <a:gd name="connsiteX282" fmla="*/ 20992 w 169869"/>
                <a:gd name="connsiteY282" fmla="*/ 171508 h 243348"/>
                <a:gd name="connsiteX283" fmla="*/ 20091 w 169869"/>
                <a:gd name="connsiteY283" fmla="*/ 163383 h 243348"/>
                <a:gd name="connsiteX284" fmla="*/ 19504 w 169869"/>
                <a:gd name="connsiteY284" fmla="*/ 158857 h 243348"/>
                <a:gd name="connsiteX285" fmla="*/ 18016 w 169869"/>
                <a:gd name="connsiteY285" fmla="*/ 158113 h 243348"/>
                <a:gd name="connsiteX286" fmla="*/ 17760 w 169869"/>
                <a:gd name="connsiteY286" fmla="*/ 154349 h 243348"/>
                <a:gd name="connsiteX287" fmla="*/ 17693 w 169869"/>
                <a:gd name="connsiteY287" fmla="*/ 152037 h 243348"/>
                <a:gd name="connsiteX288" fmla="*/ 17643 w 169869"/>
                <a:gd name="connsiteY288" fmla="*/ 149602 h 243348"/>
                <a:gd name="connsiteX289" fmla="*/ 17527 w 169869"/>
                <a:gd name="connsiteY289" fmla="*/ 144861 h 243348"/>
                <a:gd name="connsiteX290" fmla="*/ 17485 w 169869"/>
                <a:gd name="connsiteY290" fmla="*/ 142726 h 243348"/>
                <a:gd name="connsiteX291" fmla="*/ 15783 w 169869"/>
                <a:gd name="connsiteY291" fmla="*/ 139510 h 243348"/>
                <a:gd name="connsiteX292" fmla="*/ 15039 w 169869"/>
                <a:gd name="connsiteY292" fmla="*/ 139510 h 243348"/>
                <a:gd name="connsiteX293" fmla="*/ 15039 w 169869"/>
                <a:gd name="connsiteY293" fmla="*/ 103791 h 243348"/>
                <a:gd name="connsiteX294" fmla="*/ 17271 w 169869"/>
                <a:gd name="connsiteY294" fmla="*/ 103791 h 243348"/>
                <a:gd name="connsiteX295" fmla="*/ 18016 w 169869"/>
                <a:gd name="connsiteY295" fmla="*/ 84443 h 243348"/>
                <a:gd name="connsiteX296" fmla="*/ 20248 w 169869"/>
                <a:gd name="connsiteY296" fmla="*/ 84443 h 243348"/>
                <a:gd name="connsiteX297" fmla="*/ 20358 w 169869"/>
                <a:gd name="connsiteY297" fmla="*/ 81865 h 243348"/>
                <a:gd name="connsiteX298" fmla="*/ 20527 w 169869"/>
                <a:gd name="connsiteY298" fmla="*/ 78537 h 243348"/>
                <a:gd name="connsiteX299" fmla="*/ 20597 w 169869"/>
                <a:gd name="connsiteY299" fmla="*/ 76835 h 243348"/>
                <a:gd name="connsiteX300" fmla="*/ 20992 w 169869"/>
                <a:gd name="connsiteY300" fmla="*/ 72537 h 243348"/>
                <a:gd name="connsiteX301" fmla="*/ 22480 w 169869"/>
                <a:gd name="connsiteY301" fmla="*/ 71793 h 243348"/>
                <a:gd name="connsiteX302" fmla="*/ 22896 w 169869"/>
                <a:gd name="connsiteY302" fmla="*/ 65445 h 243348"/>
                <a:gd name="connsiteX303" fmla="*/ 23225 w 169869"/>
                <a:gd name="connsiteY303" fmla="*/ 63608 h 243348"/>
                <a:gd name="connsiteX304" fmla="*/ 25457 w 169869"/>
                <a:gd name="connsiteY304" fmla="*/ 62863 h 243348"/>
                <a:gd name="connsiteX305" fmla="*/ 25969 w 169869"/>
                <a:gd name="connsiteY305" fmla="*/ 59840 h 243348"/>
                <a:gd name="connsiteX306" fmla="*/ 26201 w 169869"/>
                <a:gd name="connsiteY306" fmla="*/ 56910 h 243348"/>
                <a:gd name="connsiteX307" fmla="*/ 28434 w 169869"/>
                <a:gd name="connsiteY307" fmla="*/ 56910 h 243348"/>
                <a:gd name="connsiteX308" fmla="*/ 28666 w 169869"/>
                <a:gd name="connsiteY308" fmla="*/ 54073 h 243348"/>
                <a:gd name="connsiteX309" fmla="*/ 31410 w 169869"/>
                <a:gd name="connsiteY309" fmla="*/ 48725 h 243348"/>
                <a:gd name="connsiteX310" fmla="*/ 31410 w 169869"/>
                <a:gd name="connsiteY310" fmla="*/ 45004 h 243348"/>
                <a:gd name="connsiteX311" fmla="*/ 33643 w 169869"/>
                <a:gd name="connsiteY311" fmla="*/ 45004 h 243348"/>
                <a:gd name="connsiteX312" fmla="*/ 33875 w 169869"/>
                <a:gd name="connsiteY312" fmla="*/ 42818 h 243348"/>
                <a:gd name="connsiteX313" fmla="*/ 34387 w 169869"/>
                <a:gd name="connsiteY313" fmla="*/ 40539 h 243348"/>
                <a:gd name="connsiteX314" fmla="*/ 36619 w 169869"/>
                <a:gd name="connsiteY314" fmla="*/ 39795 h 243348"/>
                <a:gd name="connsiteX315" fmla="*/ 38107 w 169869"/>
                <a:gd name="connsiteY315" fmla="*/ 36818 h 243348"/>
                <a:gd name="connsiteX316" fmla="*/ 39596 w 169869"/>
                <a:gd name="connsiteY316" fmla="*/ 36818 h 243348"/>
                <a:gd name="connsiteX317" fmla="*/ 39921 w 169869"/>
                <a:gd name="connsiteY317" fmla="*/ 34958 h 243348"/>
                <a:gd name="connsiteX318" fmla="*/ 40340 w 169869"/>
                <a:gd name="connsiteY318" fmla="*/ 33098 h 243348"/>
                <a:gd name="connsiteX319" fmla="*/ 42572 w 169869"/>
                <a:gd name="connsiteY319" fmla="*/ 33098 h 243348"/>
                <a:gd name="connsiteX320" fmla="*/ 43316 w 169869"/>
                <a:gd name="connsiteY320" fmla="*/ 30121 h 243348"/>
                <a:gd name="connsiteX321" fmla="*/ 44805 w 169869"/>
                <a:gd name="connsiteY321" fmla="*/ 29377 h 243348"/>
                <a:gd name="connsiteX322" fmla="*/ 45549 w 169869"/>
                <a:gd name="connsiteY322" fmla="*/ 27889 h 243348"/>
                <a:gd name="connsiteX323" fmla="*/ 47781 w 169869"/>
                <a:gd name="connsiteY323" fmla="*/ 25656 h 243348"/>
                <a:gd name="connsiteX324" fmla="*/ 48432 w 169869"/>
                <a:gd name="connsiteY324" fmla="*/ 24168 h 243348"/>
                <a:gd name="connsiteX325" fmla="*/ 49269 w 169869"/>
                <a:gd name="connsiteY325" fmla="*/ 22680 h 243348"/>
                <a:gd name="connsiteX326" fmla="*/ 50851 w 169869"/>
                <a:gd name="connsiteY326" fmla="*/ 22308 h 243348"/>
                <a:gd name="connsiteX327" fmla="*/ 52246 w 169869"/>
                <a:gd name="connsiteY327" fmla="*/ 21936 h 243348"/>
                <a:gd name="connsiteX328" fmla="*/ 52246 w 169869"/>
                <a:gd name="connsiteY328" fmla="*/ 18959 h 243348"/>
                <a:gd name="connsiteX329" fmla="*/ 56711 w 169869"/>
                <a:gd name="connsiteY329" fmla="*/ 18959 h 243348"/>
                <a:gd name="connsiteX330" fmla="*/ 56711 w 169869"/>
                <a:gd name="connsiteY330" fmla="*/ 15983 h 243348"/>
                <a:gd name="connsiteX331" fmla="*/ 61920 w 169869"/>
                <a:gd name="connsiteY331" fmla="*/ 15238 h 243348"/>
                <a:gd name="connsiteX332" fmla="*/ 61920 w 169869"/>
                <a:gd name="connsiteY332" fmla="*/ 12262 h 243348"/>
                <a:gd name="connsiteX333" fmla="*/ 64478 w 169869"/>
                <a:gd name="connsiteY333" fmla="*/ 12076 h 243348"/>
                <a:gd name="connsiteX334" fmla="*/ 67129 w 169869"/>
                <a:gd name="connsiteY334" fmla="*/ 11518 h 243348"/>
                <a:gd name="connsiteX335" fmla="*/ 67454 w 169869"/>
                <a:gd name="connsiteY335" fmla="*/ 9983 h 243348"/>
                <a:gd name="connsiteX336" fmla="*/ 67873 w 169869"/>
                <a:gd name="connsiteY336" fmla="*/ 8541 h 243348"/>
                <a:gd name="connsiteX337" fmla="*/ 73826 w 169869"/>
                <a:gd name="connsiteY337" fmla="*/ 8541 h 243348"/>
                <a:gd name="connsiteX338" fmla="*/ 73826 w 169869"/>
                <a:gd name="connsiteY338" fmla="*/ 5565 h 243348"/>
                <a:gd name="connsiteX339" fmla="*/ 75916 w 169869"/>
                <a:gd name="connsiteY339" fmla="*/ 5506 h 243348"/>
                <a:gd name="connsiteX340" fmla="*/ 78617 w 169869"/>
                <a:gd name="connsiteY340" fmla="*/ 5379 h 243348"/>
                <a:gd name="connsiteX341" fmla="*/ 81311 w 169869"/>
                <a:gd name="connsiteY341" fmla="*/ 5274 h 243348"/>
                <a:gd name="connsiteX342" fmla="*/ 83500 w 169869"/>
                <a:gd name="connsiteY342" fmla="*/ 4820 h 243348"/>
                <a:gd name="connsiteX343" fmla="*/ 83760 w 169869"/>
                <a:gd name="connsiteY343" fmla="*/ 3325 h 243348"/>
                <a:gd name="connsiteX344" fmla="*/ 84244 w 169869"/>
                <a:gd name="connsiteY344" fmla="*/ 1844 h 24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69869" h="243348">
                  <a:moveTo>
                    <a:pt x="84244" y="1844"/>
                  </a:moveTo>
                  <a:cubicBezTo>
                    <a:pt x="85944" y="1486"/>
                    <a:pt x="85944" y="1486"/>
                    <a:pt x="88222" y="1506"/>
                  </a:cubicBezTo>
                  <a:cubicBezTo>
                    <a:pt x="89071" y="1506"/>
                    <a:pt x="89921" y="1506"/>
                    <a:pt x="90795" y="1507"/>
                  </a:cubicBezTo>
                  <a:cubicBezTo>
                    <a:pt x="92181" y="1530"/>
                    <a:pt x="92181" y="1530"/>
                    <a:pt x="93595" y="1553"/>
                  </a:cubicBezTo>
                  <a:cubicBezTo>
                    <a:pt x="95006" y="1559"/>
                    <a:pt x="95006" y="1559"/>
                    <a:pt x="96445" y="1566"/>
                  </a:cubicBezTo>
                  <a:cubicBezTo>
                    <a:pt x="98950" y="1580"/>
                    <a:pt x="101453" y="1607"/>
                    <a:pt x="103958" y="1639"/>
                  </a:cubicBezTo>
                  <a:cubicBezTo>
                    <a:pt x="106511" y="1670"/>
                    <a:pt x="109065" y="1683"/>
                    <a:pt x="111619" y="1699"/>
                  </a:cubicBezTo>
                  <a:cubicBezTo>
                    <a:pt x="116633" y="1731"/>
                    <a:pt x="121646" y="1781"/>
                    <a:pt x="126660" y="1844"/>
                  </a:cubicBezTo>
                  <a:cubicBezTo>
                    <a:pt x="126660" y="3072"/>
                    <a:pt x="126660" y="4300"/>
                    <a:pt x="126660" y="5565"/>
                  </a:cubicBezTo>
                  <a:cubicBezTo>
                    <a:pt x="130098" y="5565"/>
                    <a:pt x="133536" y="5565"/>
                    <a:pt x="137078" y="5565"/>
                  </a:cubicBezTo>
                  <a:cubicBezTo>
                    <a:pt x="137078" y="6547"/>
                    <a:pt x="137078" y="7529"/>
                    <a:pt x="137078" y="8541"/>
                  </a:cubicBezTo>
                  <a:cubicBezTo>
                    <a:pt x="139043" y="8541"/>
                    <a:pt x="141007" y="8541"/>
                    <a:pt x="143031" y="8541"/>
                  </a:cubicBezTo>
                  <a:cubicBezTo>
                    <a:pt x="143031" y="9769"/>
                    <a:pt x="143031" y="10997"/>
                    <a:pt x="143031" y="12262"/>
                  </a:cubicBezTo>
                  <a:cubicBezTo>
                    <a:pt x="144297" y="12170"/>
                    <a:pt x="144297" y="12170"/>
                    <a:pt x="145589" y="12076"/>
                  </a:cubicBezTo>
                  <a:cubicBezTo>
                    <a:pt x="146464" y="12137"/>
                    <a:pt x="147339" y="12199"/>
                    <a:pt x="148240" y="12262"/>
                  </a:cubicBezTo>
                  <a:cubicBezTo>
                    <a:pt x="148705" y="13704"/>
                    <a:pt x="148705" y="13704"/>
                    <a:pt x="148984" y="15238"/>
                  </a:cubicBezTo>
                  <a:cubicBezTo>
                    <a:pt x="150220" y="15510"/>
                    <a:pt x="151460" y="15759"/>
                    <a:pt x="152705" y="15983"/>
                  </a:cubicBezTo>
                  <a:cubicBezTo>
                    <a:pt x="152705" y="16719"/>
                    <a:pt x="152705" y="17456"/>
                    <a:pt x="152705" y="18215"/>
                  </a:cubicBezTo>
                  <a:cubicBezTo>
                    <a:pt x="153690" y="18726"/>
                    <a:pt x="154684" y="19218"/>
                    <a:pt x="155682" y="19703"/>
                  </a:cubicBezTo>
                  <a:cubicBezTo>
                    <a:pt x="159237" y="22928"/>
                    <a:pt x="159237" y="22928"/>
                    <a:pt x="160146" y="25656"/>
                  </a:cubicBezTo>
                  <a:cubicBezTo>
                    <a:pt x="160883" y="26147"/>
                    <a:pt x="161620" y="26639"/>
                    <a:pt x="162379" y="27145"/>
                  </a:cubicBezTo>
                  <a:cubicBezTo>
                    <a:pt x="162624" y="27881"/>
                    <a:pt x="162870" y="28618"/>
                    <a:pt x="163123" y="29377"/>
                  </a:cubicBezTo>
                  <a:cubicBezTo>
                    <a:pt x="163507" y="29761"/>
                    <a:pt x="163890" y="30144"/>
                    <a:pt x="164286" y="30540"/>
                  </a:cubicBezTo>
                  <a:cubicBezTo>
                    <a:pt x="165355" y="31609"/>
                    <a:pt x="165355" y="31609"/>
                    <a:pt x="165355" y="33098"/>
                  </a:cubicBezTo>
                  <a:cubicBezTo>
                    <a:pt x="166092" y="33343"/>
                    <a:pt x="166829" y="33589"/>
                    <a:pt x="167588" y="33842"/>
                  </a:cubicBezTo>
                  <a:cubicBezTo>
                    <a:pt x="168110" y="35071"/>
                    <a:pt x="168607" y="36312"/>
                    <a:pt x="169076" y="37563"/>
                  </a:cubicBezTo>
                  <a:cubicBezTo>
                    <a:pt x="169567" y="37808"/>
                    <a:pt x="170058" y="38054"/>
                    <a:pt x="170564" y="38307"/>
                  </a:cubicBezTo>
                  <a:cubicBezTo>
                    <a:pt x="171060" y="40043"/>
                    <a:pt x="171557" y="41779"/>
                    <a:pt x="172053" y="43516"/>
                  </a:cubicBezTo>
                  <a:cubicBezTo>
                    <a:pt x="172544" y="43761"/>
                    <a:pt x="173035" y="44007"/>
                    <a:pt x="173541" y="44260"/>
                  </a:cubicBezTo>
                  <a:cubicBezTo>
                    <a:pt x="173844" y="45987"/>
                    <a:pt x="174095" y="47725"/>
                    <a:pt x="174285" y="49469"/>
                  </a:cubicBezTo>
                  <a:cubicBezTo>
                    <a:pt x="175022" y="49469"/>
                    <a:pt x="175759" y="49469"/>
                    <a:pt x="176518" y="49469"/>
                  </a:cubicBezTo>
                  <a:cubicBezTo>
                    <a:pt x="176518" y="51925"/>
                    <a:pt x="176518" y="54380"/>
                    <a:pt x="176518" y="56910"/>
                  </a:cubicBezTo>
                  <a:cubicBezTo>
                    <a:pt x="177254" y="56910"/>
                    <a:pt x="177991" y="56910"/>
                    <a:pt x="178750" y="56910"/>
                  </a:cubicBezTo>
                  <a:cubicBezTo>
                    <a:pt x="178996" y="59611"/>
                    <a:pt x="179241" y="62313"/>
                    <a:pt x="179494" y="65096"/>
                  </a:cubicBezTo>
                  <a:cubicBezTo>
                    <a:pt x="180231" y="65096"/>
                    <a:pt x="180967" y="65096"/>
                    <a:pt x="181727" y="65096"/>
                  </a:cubicBezTo>
                  <a:cubicBezTo>
                    <a:pt x="182020" y="67878"/>
                    <a:pt x="182222" y="70517"/>
                    <a:pt x="181727" y="73281"/>
                  </a:cubicBezTo>
                  <a:cubicBezTo>
                    <a:pt x="179169" y="74398"/>
                    <a:pt x="179169" y="74398"/>
                    <a:pt x="176518" y="74770"/>
                  </a:cubicBezTo>
                  <a:cubicBezTo>
                    <a:pt x="176272" y="75506"/>
                    <a:pt x="176026" y="76243"/>
                    <a:pt x="175773" y="77002"/>
                  </a:cubicBezTo>
                  <a:cubicBezTo>
                    <a:pt x="173068" y="77323"/>
                    <a:pt x="170404" y="77330"/>
                    <a:pt x="167681" y="77371"/>
                  </a:cubicBezTo>
                  <a:cubicBezTo>
                    <a:pt x="166530" y="77557"/>
                    <a:pt x="166530" y="77557"/>
                    <a:pt x="165355" y="77746"/>
                  </a:cubicBezTo>
                  <a:cubicBezTo>
                    <a:pt x="165194" y="78489"/>
                    <a:pt x="165194" y="78489"/>
                    <a:pt x="165030" y="79246"/>
                  </a:cubicBezTo>
                  <a:cubicBezTo>
                    <a:pt x="164892" y="79733"/>
                    <a:pt x="164754" y="80221"/>
                    <a:pt x="164611" y="80723"/>
                  </a:cubicBezTo>
                  <a:cubicBezTo>
                    <a:pt x="162523" y="80972"/>
                    <a:pt x="160739" y="81036"/>
                    <a:pt x="158658" y="80955"/>
                  </a:cubicBezTo>
                  <a:cubicBezTo>
                    <a:pt x="158100" y="80948"/>
                    <a:pt x="157542" y="80941"/>
                    <a:pt x="156966" y="80933"/>
                  </a:cubicBezTo>
                  <a:cubicBezTo>
                    <a:pt x="152830" y="80848"/>
                    <a:pt x="152830" y="80848"/>
                    <a:pt x="151961" y="79979"/>
                  </a:cubicBezTo>
                  <a:cubicBezTo>
                    <a:pt x="151750" y="78083"/>
                    <a:pt x="151627" y="76187"/>
                    <a:pt x="151499" y="74284"/>
                  </a:cubicBezTo>
                  <a:cubicBezTo>
                    <a:pt x="151369" y="72399"/>
                    <a:pt x="151369" y="72399"/>
                    <a:pt x="149728" y="71049"/>
                  </a:cubicBezTo>
                  <a:cubicBezTo>
                    <a:pt x="149483" y="71049"/>
                    <a:pt x="149237" y="71049"/>
                    <a:pt x="148984" y="71049"/>
                  </a:cubicBezTo>
                  <a:cubicBezTo>
                    <a:pt x="148930" y="70256"/>
                    <a:pt x="148930" y="70256"/>
                    <a:pt x="148874" y="69447"/>
                  </a:cubicBezTo>
                  <a:cubicBezTo>
                    <a:pt x="148790" y="68421"/>
                    <a:pt x="148790" y="68421"/>
                    <a:pt x="148705" y="67375"/>
                  </a:cubicBezTo>
                  <a:cubicBezTo>
                    <a:pt x="148653" y="66693"/>
                    <a:pt x="148602" y="66011"/>
                    <a:pt x="148548" y="65308"/>
                  </a:cubicBezTo>
                  <a:cubicBezTo>
                    <a:pt x="148447" y="64747"/>
                    <a:pt x="148345" y="64186"/>
                    <a:pt x="148240" y="63608"/>
                  </a:cubicBezTo>
                  <a:cubicBezTo>
                    <a:pt x="147749" y="63362"/>
                    <a:pt x="147258" y="63116"/>
                    <a:pt x="146752" y="62863"/>
                  </a:cubicBezTo>
                  <a:cubicBezTo>
                    <a:pt x="146449" y="61136"/>
                    <a:pt x="146198" y="59398"/>
                    <a:pt x="146008" y="57654"/>
                  </a:cubicBezTo>
                  <a:cubicBezTo>
                    <a:pt x="145271" y="57654"/>
                    <a:pt x="144534" y="57654"/>
                    <a:pt x="143775" y="57654"/>
                  </a:cubicBezTo>
                  <a:cubicBezTo>
                    <a:pt x="143491" y="56422"/>
                    <a:pt x="143244" y="55180"/>
                    <a:pt x="143031" y="53934"/>
                  </a:cubicBezTo>
                  <a:cubicBezTo>
                    <a:pt x="142540" y="53688"/>
                    <a:pt x="142049" y="53443"/>
                    <a:pt x="141543" y="53190"/>
                  </a:cubicBezTo>
                  <a:cubicBezTo>
                    <a:pt x="141047" y="51949"/>
                    <a:pt x="140551" y="50709"/>
                    <a:pt x="140055" y="49469"/>
                  </a:cubicBezTo>
                  <a:cubicBezTo>
                    <a:pt x="139563" y="49223"/>
                    <a:pt x="139072" y="48978"/>
                    <a:pt x="138566" y="48725"/>
                  </a:cubicBezTo>
                  <a:cubicBezTo>
                    <a:pt x="138321" y="47988"/>
                    <a:pt x="138075" y="47251"/>
                    <a:pt x="137822" y="46492"/>
                  </a:cubicBezTo>
                  <a:cubicBezTo>
                    <a:pt x="137086" y="46247"/>
                    <a:pt x="136349" y="46001"/>
                    <a:pt x="135590" y="45748"/>
                  </a:cubicBezTo>
                  <a:cubicBezTo>
                    <a:pt x="135344" y="45011"/>
                    <a:pt x="135099" y="44275"/>
                    <a:pt x="134846" y="43516"/>
                  </a:cubicBezTo>
                  <a:cubicBezTo>
                    <a:pt x="134247" y="43408"/>
                    <a:pt x="133649" y="43301"/>
                    <a:pt x="133032" y="43190"/>
                  </a:cubicBezTo>
                  <a:cubicBezTo>
                    <a:pt x="132403" y="43052"/>
                    <a:pt x="131773" y="42914"/>
                    <a:pt x="131125" y="42772"/>
                  </a:cubicBezTo>
                  <a:cubicBezTo>
                    <a:pt x="130895" y="42265"/>
                    <a:pt x="130665" y="41759"/>
                    <a:pt x="130427" y="41237"/>
                  </a:cubicBezTo>
                  <a:cubicBezTo>
                    <a:pt x="130166" y="40761"/>
                    <a:pt x="129905" y="40285"/>
                    <a:pt x="129637" y="39795"/>
                  </a:cubicBezTo>
                  <a:cubicBezTo>
                    <a:pt x="127342" y="39547"/>
                    <a:pt x="127342" y="39547"/>
                    <a:pt x="125172" y="39795"/>
                  </a:cubicBezTo>
                  <a:cubicBezTo>
                    <a:pt x="125172" y="38567"/>
                    <a:pt x="125172" y="37339"/>
                    <a:pt x="125172" y="36074"/>
                  </a:cubicBezTo>
                  <a:cubicBezTo>
                    <a:pt x="124375" y="36109"/>
                    <a:pt x="123578" y="36143"/>
                    <a:pt x="122756" y="36179"/>
                  </a:cubicBezTo>
                  <a:cubicBezTo>
                    <a:pt x="121717" y="36207"/>
                    <a:pt x="120677" y="36234"/>
                    <a:pt x="119637" y="36260"/>
                  </a:cubicBezTo>
                  <a:cubicBezTo>
                    <a:pt x="119111" y="36285"/>
                    <a:pt x="118585" y="36310"/>
                    <a:pt x="118043" y="36336"/>
                  </a:cubicBezTo>
                  <a:cubicBezTo>
                    <a:pt x="116524" y="36365"/>
                    <a:pt x="116524" y="36365"/>
                    <a:pt x="114010" y="36074"/>
                  </a:cubicBezTo>
                  <a:cubicBezTo>
                    <a:pt x="113910" y="35585"/>
                    <a:pt x="113810" y="35096"/>
                    <a:pt x="113707" y="34593"/>
                  </a:cubicBezTo>
                  <a:cubicBezTo>
                    <a:pt x="113489" y="33853"/>
                    <a:pt x="113489" y="33853"/>
                    <a:pt x="113266" y="33098"/>
                  </a:cubicBezTo>
                  <a:cubicBezTo>
                    <a:pt x="111628" y="32633"/>
                    <a:pt x="111628" y="32633"/>
                    <a:pt x="109638" y="32702"/>
                  </a:cubicBezTo>
                  <a:cubicBezTo>
                    <a:pt x="108905" y="32699"/>
                    <a:pt x="108172" y="32695"/>
                    <a:pt x="107417" y="32691"/>
                  </a:cubicBezTo>
                  <a:cubicBezTo>
                    <a:pt x="106646" y="32702"/>
                    <a:pt x="105875" y="32714"/>
                    <a:pt x="105080" y="32726"/>
                  </a:cubicBezTo>
                  <a:cubicBezTo>
                    <a:pt x="104309" y="32714"/>
                    <a:pt x="103538" y="32703"/>
                    <a:pt x="102743" y="32691"/>
                  </a:cubicBezTo>
                  <a:cubicBezTo>
                    <a:pt x="102010" y="32695"/>
                    <a:pt x="101277" y="32698"/>
                    <a:pt x="100522" y="32702"/>
                  </a:cubicBezTo>
                  <a:cubicBezTo>
                    <a:pt x="99845" y="32706"/>
                    <a:pt x="99168" y="32709"/>
                    <a:pt x="98470" y="32713"/>
                  </a:cubicBezTo>
                  <a:cubicBezTo>
                    <a:pt x="97950" y="32840"/>
                    <a:pt x="97430" y="32967"/>
                    <a:pt x="96894" y="33098"/>
                  </a:cubicBezTo>
                  <a:cubicBezTo>
                    <a:pt x="96415" y="34575"/>
                    <a:pt x="96415" y="34575"/>
                    <a:pt x="96150" y="36074"/>
                  </a:cubicBezTo>
                  <a:cubicBezTo>
                    <a:pt x="93851" y="36423"/>
                    <a:pt x="93851" y="36423"/>
                    <a:pt x="90988" y="36446"/>
                  </a:cubicBezTo>
                  <a:cubicBezTo>
                    <a:pt x="88198" y="36404"/>
                    <a:pt x="88198" y="36404"/>
                    <a:pt x="85732" y="36818"/>
                  </a:cubicBezTo>
                  <a:cubicBezTo>
                    <a:pt x="84823" y="38288"/>
                    <a:pt x="84823" y="38288"/>
                    <a:pt x="84244" y="39795"/>
                  </a:cubicBezTo>
                  <a:cubicBezTo>
                    <a:pt x="82260" y="39795"/>
                    <a:pt x="80275" y="39795"/>
                    <a:pt x="78291" y="39795"/>
                  </a:cubicBezTo>
                  <a:cubicBezTo>
                    <a:pt x="77355" y="41172"/>
                    <a:pt x="77355" y="41172"/>
                    <a:pt x="76803" y="42772"/>
                  </a:cubicBezTo>
                  <a:cubicBezTo>
                    <a:pt x="75580" y="43309"/>
                    <a:pt x="74339" y="43809"/>
                    <a:pt x="73082" y="44260"/>
                  </a:cubicBezTo>
                  <a:cubicBezTo>
                    <a:pt x="72714" y="44997"/>
                    <a:pt x="72714" y="44997"/>
                    <a:pt x="72338" y="45748"/>
                  </a:cubicBezTo>
                  <a:cubicBezTo>
                    <a:pt x="71233" y="46116"/>
                    <a:pt x="71233" y="46116"/>
                    <a:pt x="70105" y="46492"/>
                  </a:cubicBezTo>
                  <a:cubicBezTo>
                    <a:pt x="69891" y="46922"/>
                    <a:pt x="69676" y="47352"/>
                    <a:pt x="69454" y="47795"/>
                  </a:cubicBezTo>
                  <a:cubicBezTo>
                    <a:pt x="68331" y="50041"/>
                    <a:pt x="66688" y="51440"/>
                    <a:pt x="64896" y="53190"/>
                  </a:cubicBezTo>
                  <a:cubicBezTo>
                    <a:pt x="63145" y="55233"/>
                    <a:pt x="62028" y="56585"/>
                    <a:pt x="61176" y="59143"/>
                  </a:cubicBezTo>
                  <a:cubicBezTo>
                    <a:pt x="60439" y="59143"/>
                    <a:pt x="59702" y="59143"/>
                    <a:pt x="58943" y="59143"/>
                  </a:cubicBezTo>
                  <a:cubicBezTo>
                    <a:pt x="58943" y="60616"/>
                    <a:pt x="58943" y="62089"/>
                    <a:pt x="58943" y="63608"/>
                  </a:cubicBezTo>
                  <a:cubicBezTo>
                    <a:pt x="58207" y="63608"/>
                    <a:pt x="57470" y="63608"/>
                    <a:pt x="56711" y="63608"/>
                  </a:cubicBezTo>
                  <a:cubicBezTo>
                    <a:pt x="56674" y="64082"/>
                    <a:pt x="56638" y="64557"/>
                    <a:pt x="56600" y="65046"/>
                  </a:cubicBezTo>
                  <a:cubicBezTo>
                    <a:pt x="56545" y="65661"/>
                    <a:pt x="56489" y="66276"/>
                    <a:pt x="56432" y="66910"/>
                  </a:cubicBezTo>
                  <a:cubicBezTo>
                    <a:pt x="56354" y="67829"/>
                    <a:pt x="56354" y="67829"/>
                    <a:pt x="56275" y="68767"/>
                  </a:cubicBezTo>
                  <a:cubicBezTo>
                    <a:pt x="56173" y="69275"/>
                    <a:pt x="56071" y="69782"/>
                    <a:pt x="55967" y="70305"/>
                  </a:cubicBezTo>
                  <a:cubicBezTo>
                    <a:pt x="55230" y="70673"/>
                    <a:pt x="55230" y="70673"/>
                    <a:pt x="54478" y="71049"/>
                  </a:cubicBezTo>
                  <a:cubicBezTo>
                    <a:pt x="54021" y="72774"/>
                    <a:pt x="54021" y="72774"/>
                    <a:pt x="53734" y="74770"/>
                  </a:cubicBezTo>
                  <a:cubicBezTo>
                    <a:pt x="53409" y="76816"/>
                    <a:pt x="53409" y="76816"/>
                    <a:pt x="52990" y="78490"/>
                  </a:cubicBezTo>
                  <a:cubicBezTo>
                    <a:pt x="52253" y="78859"/>
                    <a:pt x="52253" y="78859"/>
                    <a:pt x="51502" y="79234"/>
                  </a:cubicBezTo>
                  <a:cubicBezTo>
                    <a:pt x="51269" y="81132"/>
                    <a:pt x="51120" y="82958"/>
                    <a:pt x="51037" y="84862"/>
                  </a:cubicBezTo>
                  <a:cubicBezTo>
                    <a:pt x="50994" y="85656"/>
                    <a:pt x="50994" y="85656"/>
                    <a:pt x="50950" y="86465"/>
                  </a:cubicBezTo>
                  <a:cubicBezTo>
                    <a:pt x="50879" y="87775"/>
                    <a:pt x="50818" y="89086"/>
                    <a:pt x="50758" y="90397"/>
                  </a:cubicBezTo>
                  <a:cubicBezTo>
                    <a:pt x="50267" y="90397"/>
                    <a:pt x="49775" y="90397"/>
                    <a:pt x="49269" y="90397"/>
                  </a:cubicBezTo>
                  <a:cubicBezTo>
                    <a:pt x="48101" y="92733"/>
                    <a:pt x="48429" y="95227"/>
                    <a:pt x="48441" y="97792"/>
                  </a:cubicBezTo>
                  <a:cubicBezTo>
                    <a:pt x="48441" y="98402"/>
                    <a:pt x="48441" y="99012"/>
                    <a:pt x="48441" y="99640"/>
                  </a:cubicBezTo>
                  <a:cubicBezTo>
                    <a:pt x="48441" y="101661"/>
                    <a:pt x="48447" y="103683"/>
                    <a:pt x="48453" y="105704"/>
                  </a:cubicBezTo>
                  <a:cubicBezTo>
                    <a:pt x="48454" y="107103"/>
                    <a:pt x="48455" y="108502"/>
                    <a:pt x="48456" y="109902"/>
                  </a:cubicBezTo>
                  <a:cubicBezTo>
                    <a:pt x="48459" y="113589"/>
                    <a:pt x="48466" y="117276"/>
                    <a:pt x="48474" y="120963"/>
                  </a:cubicBezTo>
                  <a:cubicBezTo>
                    <a:pt x="48482" y="124724"/>
                    <a:pt x="48485" y="128485"/>
                    <a:pt x="48489" y="132246"/>
                  </a:cubicBezTo>
                  <a:cubicBezTo>
                    <a:pt x="48497" y="139628"/>
                    <a:pt x="48510" y="147010"/>
                    <a:pt x="48525" y="154393"/>
                  </a:cubicBezTo>
                  <a:cubicBezTo>
                    <a:pt x="49262" y="154393"/>
                    <a:pt x="49999" y="154393"/>
                    <a:pt x="50758" y="154393"/>
                  </a:cubicBezTo>
                  <a:cubicBezTo>
                    <a:pt x="50758" y="158567"/>
                    <a:pt x="50758" y="162742"/>
                    <a:pt x="50758" y="167043"/>
                  </a:cubicBezTo>
                  <a:cubicBezTo>
                    <a:pt x="51494" y="167043"/>
                    <a:pt x="52231" y="167043"/>
                    <a:pt x="52990" y="167043"/>
                  </a:cubicBezTo>
                  <a:cubicBezTo>
                    <a:pt x="53098" y="167841"/>
                    <a:pt x="53205" y="168639"/>
                    <a:pt x="53316" y="169462"/>
                  </a:cubicBezTo>
                  <a:cubicBezTo>
                    <a:pt x="53719" y="172391"/>
                    <a:pt x="53719" y="172391"/>
                    <a:pt x="54478" y="175229"/>
                  </a:cubicBezTo>
                  <a:cubicBezTo>
                    <a:pt x="54970" y="175474"/>
                    <a:pt x="55461" y="175720"/>
                    <a:pt x="55967" y="175973"/>
                  </a:cubicBezTo>
                  <a:cubicBezTo>
                    <a:pt x="56275" y="177510"/>
                    <a:pt x="56275" y="177510"/>
                    <a:pt x="56432" y="179368"/>
                  </a:cubicBezTo>
                  <a:cubicBezTo>
                    <a:pt x="56487" y="179983"/>
                    <a:pt x="56543" y="180598"/>
                    <a:pt x="56600" y="181231"/>
                  </a:cubicBezTo>
                  <a:cubicBezTo>
                    <a:pt x="56637" y="181706"/>
                    <a:pt x="56673" y="182181"/>
                    <a:pt x="56711" y="182670"/>
                  </a:cubicBezTo>
                  <a:cubicBezTo>
                    <a:pt x="57448" y="182670"/>
                    <a:pt x="58184" y="182670"/>
                    <a:pt x="58943" y="182670"/>
                  </a:cubicBezTo>
                  <a:cubicBezTo>
                    <a:pt x="58897" y="183391"/>
                    <a:pt x="58851" y="184113"/>
                    <a:pt x="58804" y="184856"/>
                  </a:cubicBezTo>
                  <a:cubicBezTo>
                    <a:pt x="58850" y="185608"/>
                    <a:pt x="58896" y="186360"/>
                    <a:pt x="58943" y="187135"/>
                  </a:cubicBezTo>
                  <a:cubicBezTo>
                    <a:pt x="59680" y="187380"/>
                    <a:pt x="60417" y="187626"/>
                    <a:pt x="61176" y="187879"/>
                  </a:cubicBezTo>
                  <a:cubicBezTo>
                    <a:pt x="61421" y="188616"/>
                    <a:pt x="61667" y="189352"/>
                    <a:pt x="61920" y="190111"/>
                  </a:cubicBezTo>
                  <a:cubicBezTo>
                    <a:pt x="62304" y="190495"/>
                    <a:pt x="62687" y="190879"/>
                    <a:pt x="63083" y="191274"/>
                  </a:cubicBezTo>
                  <a:cubicBezTo>
                    <a:pt x="64152" y="192344"/>
                    <a:pt x="64152" y="192344"/>
                    <a:pt x="64152" y="193832"/>
                  </a:cubicBezTo>
                  <a:cubicBezTo>
                    <a:pt x="64889" y="194078"/>
                    <a:pt x="65626" y="194323"/>
                    <a:pt x="66385" y="194576"/>
                  </a:cubicBezTo>
                  <a:cubicBezTo>
                    <a:pt x="67312" y="195736"/>
                    <a:pt x="67312" y="195736"/>
                    <a:pt x="68199" y="197134"/>
                  </a:cubicBezTo>
                  <a:cubicBezTo>
                    <a:pt x="69630" y="199253"/>
                    <a:pt x="70657" y="200321"/>
                    <a:pt x="73082" y="201274"/>
                  </a:cubicBezTo>
                  <a:cubicBezTo>
                    <a:pt x="73328" y="201765"/>
                    <a:pt x="73573" y="202256"/>
                    <a:pt x="73826" y="202762"/>
                  </a:cubicBezTo>
                  <a:cubicBezTo>
                    <a:pt x="74455" y="202854"/>
                    <a:pt x="75085" y="202946"/>
                    <a:pt x="75733" y="203041"/>
                  </a:cubicBezTo>
                  <a:cubicBezTo>
                    <a:pt x="76332" y="203194"/>
                    <a:pt x="76930" y="203348"/>
                    <a:pt x="77547" y="203506"/>
                  </a:cubicBezTo>
                  <a:cubicBezTo>
                    <a:pt x="77547" y="204488"/>
                    <a:pt x="77547" y="205470"/>
                    <a:pt x="77547" y="206482"/>
                  </a:cubicBezTo>
                  <a:cubicBezTo>
                    <a:pt x="80002" y="206728"/>
                    <a:pt x="82458" y="206974"/>
                    <a:pt x="84988" y="207227"/>
                  </a:cubicBezTo>
                  <a:cubicBezTo>
                    <a:pt x="84988" y="208209"/>
                    <a:pt x="84988" y="209191"/>
                    <a:pt x="84988" y="210203"/>
                  </a:cubicBezTo>
                  <a:cubicBezTo>
                    <a:pt x="85785" y="210169"/>
                    <a:pt x="86582" y="210134"/>
                    <a:pt x="87404" y="210099"/>
                  </a:cubicBezTo>
                  <a:cubicBezTo>
                    <a:pt x="88443" y="210071"/>
                    <a:pt x="89483" y="210044"/>
                    <a:pt x="90523" y="210017"/>
                  </a:cubicBezTo>
                  <a:cubicBezTo>
                    <a:pt x="91049" y="209992"/>
                    <a:pt x="91575" y="209967"/>
                    <a:pt x="92117" y="209942"/>
                  </a:cubicBezTo>
                  <a:cubicBezTo>
                    <a:pt x="93636" y="209913"/>
                    <a:pt x="93636" y="209913"/>
                    <a:pt x="96150" y="210203"/>
                  </a:cubicBezTo>
                  <a:cubicBezTo>
                    <a:pt x="96260" y="210692"/>
                    <a:pt x="96370" y="211181"/>
                    <a:pt x="96483" y="211685"/>
                  </a:cubicBezTo>
                  <a:cubicBezTo>
                    <a:pt x="96619" y="212178"/>
                    <a:pt x="96755" y="212672"/>
                    <a:pt x="96894" y="213180"/>
                  </a:cubicBezTo>
                  <a:cubicBezTo>
                    <a:pt x="98312" y="213643"/>
                    <a:pt x="98312" y="213643"/>
                    <a:pt x="100034" y="213575"/>
                  </a:cubicBezTo>
                  <a:cubicBezTo>
                    <a:pt x="100666" y="213579"/>
                    <a:pt x="101298" y="213583"/>
                    <a:pt x="101949" y="213587"/>
                  </a:cubicBezTo>
                  <a:cubicBezTo>
                    <a:pt x="102614" y="213575"/>
                    <a:pt x="103279" y="213564"/>
                    <a:pt x="103964" y="213552"/>
                  </a:cubicBezTo>
                  <a:cubicBezTo>
                    <a:pt x="104629" y="213563"/>
                    <a:pt x="105293" y="213575"/>
                    <a:pt x="105978" y="213587"/>
                  </a:cubicBezTo>
                  <a:cubicBezTo>
                    <a:pt x="106610" y="213583"/>
                    <a:pt x="107243" y="213579"/>
                    <a:pt x="107894" y="213575"/>
                  </a:cubicBezTo>
                  <a:cubicBezTo>
                    <a:pt x="108478" y="213572"/>
                    <a:pt x="109061" y="213568"/>
                    <a:pt x="109663" y="213565"/>
                  </a:cubicBezTo>
                  <a:cubicBezTo>
                    <a:pt x="110115" y="213438"/>
                    <a:pt x="110567" y="213311"/>
                    <a:pt x="111033" y="213180"/>
                  </a:cubicBezTo>
                  <a:cubicBezTo>
                    <a:pt x="111304" y="212194"/>
                    <a:pt x="111553" y="211201"/>
                    <a:pt x="111777" y="210203"/>
                  </a:cubicBezTo>
                  <a:cubicBezTo>
                    <a:pt x="113759" y="209974"/>
                    <a:pt x="115434" y="209924"/>
                    <a:pt x="117405" y="210017"/>
                  </a:cubicBezTo>
                  <a:cubicBezTo>
                    <a:pt x="117934" y="210031"/>
                    <a:pt x="118463" y="210044"/>
                    <a:pt x="119008" y="210058"/>
                  </a:cubicBezTo>
                  <a:cubicBezTo>
                    <a:pt x="120319" y="210093"/>
                    <a:pt x="121629" y="210146"/>
                    <a:pt x="122939" y="210203"/>
                  </a:cubicBezTo>
                  <a:cubicBezTo>
                    <a:pt x="122939" y="209221"/>
                    <a:pt x="122939" y="208239"/>
                    <a:pt x="122939" y="207227"/>
                  </a:cubicBezTo>
                  <a:cubicBezTo>
                    <a:pt x="125149" y="206981"/>
                    <a:pt x="127360" y="206735"/>
                    <a:pt x="129637" y="206482"/>
                  </a:cubicBezTo>
                  <a:cubicBezTo>
                    <a:pt x="129637" y="205500"/>
                    <a:pt x="129637" y="204518"/>
                    <a:pt x="129637" y="203506"/>
                  </a:cubicBezTo>
                  <a:cubicBezTo>
                    <a:pt x="130235" y="203567"/>
                    <a:pt x="130834" y="203629"/>
                    <a:pt x="131451" y="203692"/>
                  </a:cubicBezTo>
                  <a:cubicBezTo>
                    <a:pt x="132080" y="203631"/>
                    <a:pt x="132709" y="203569"/>
                    <a:pt x="133357" y="203506"/>
                  </a:cubicBezTo>
                  <a:cubicBezTo>
                    <a:pt x="133613" y="202516"/>
                    <a:pt x="133861" y="201523"/>
                    <a:pt x="134102" y="200529"/>
                  </a:cubicBezTo>
                  <a:cubicBezTo>
                    <a:pt x="134731" y="200407"/>
                    <a:pt x="135360" y="200284"/>
                    <a:pt x="136008" y="200157"/>
                  </a:cubicBezTo>
                  <a:cubicBezTo>
                    <a:pt x="136607" y="200035"/>
                    <a:pt x="137206" y="199912"/>
                    <a:pt x="137822" y="199785"/>
                  </a:cubicBezTo>
                  <a:cubicBezTo>
                    <a:pt x="137822" y="198803"/>
                    <a:pt x="137822" y="197821"/>
                    <a:pt x="137822" y="196809"/>
                  </a:cubicBezTo>
                  <a:cubicBezTo>
                    <a:pt x="138804" y="196809"/>
                    <a:pt x="139787" y="196809"/>
                    <a:pt x="140799" y="196809"/>
                  </a:cubicBezTo>
                  <a:cubicBezTo>
                    <a:pt x="140799" y="195581"/>
                    <a:pt x="140799" y="194353"/>
                    <a:pt x="140799" y="193088"/>
                  </a:cubicBezTo>
                  <a:cubicBezTo>
                    <a:pt x="141535" y="193088"/>
                    <a:pt x="142272" y="193088"/>
                    <a:pt x="143031" y="193088"/>
                  </a:cubicBezTo>
                  <a:cubicBezTo>
                    <a:pt x="143316" y="191856"/>
                    <a:pt x="143562" y="190614"/>
                    <a:pt x="143775" y="189367"/>
                  </a:cubicBezTo>
                  <a:cubicBezTo>
                    <a:pt x="144266" y="189122"/>
                    <a:pt x="144758" y="188876"/>
                    <a:pt x="145264" y="188623"/>
                  </a:cubicBezTo>
                  <a:cubicBezTo>
                    <a:pt x="145509" y="187886"/>
                    <a:pt x="145755" y="187150"/>
                    <a:pt x="146008" y="186391"/>
                  </a:cubicBezTo>
                  <a:cubicBezTo>
                    <a:pt x="146752" y="184158"/>
                    <a:pt x="146752" y="184158"/>
                    <a:pt x="148240" y="183414"/>
                  </a:cubicBezTo>
                  <a:cubicBezTo>
                    <a:pt x="148502" y="181878"/>
                    <a:pt x="148570" y="180365"/>
                    <a:pt x="148656" y="178810"/>
                  </a:cubicBezTo>
                  <a:cubicBezTo>
                    <a:pt x="148818" y="178142"/>
                    <a:pt x="148818" y="178142"/>
                    <a:pt x="148984" y="177461"/>
                  </a:cubicBezTo>
                  <a:cubicBezTo>
                    <a:pt x="149721" y="177215"/>
                    <a:pt x="150458" y="176970"/>
                    <a:pt x="151217" y="176717"/>
                  </a:cubicBezTo>
                  <a:cubicBezTo>
                    <a:pt x="151598" y="174992"/>
                    <a:pt x="151598" y="174992"/>
                    <a:pt x="151635" y="172996"/>
                  </a:cubicBezTo>
                  <a:cubicBezTo>
                    <a:pt x="151731" y="170950"/>
                    <a:pt x="151731" y="170950"/>
                    <a:pt x="151961" y="169275"/>
                  </a:cubicBezTo>
                  <a:cubicBezTo>
                    <a:pt x="152452" y="169030"/>
                    <a:pt x="152943" y="168784"/>
                    <a:pt x="153449" y="168531"/>
                  </a:cubicBezTo>
                  <a:cubicBezTo>
                    <a:pt x="153991" y="165824"/>
                    <a:pt x="154193" y="163294"/>
                    <a:pt x="154193" y="160532"/>
                  </a:cubicBezTo>
                  <a:cubicBezTo>
                    <a:pt x="154193" y="158113"/>
                    <a:pt x="154193" y="158113"/>
                    <a:pt x="154937" y="155881"/>
                  </a:cubicBezTo>
                  <a:cubicBezTo>
                    <a:pt x="157113" y="155631"/>
                    <a:pt x="159087" y="155536"/>
                    <a:pt x="161263" y="155555"/>
                  </a:cubicBezTo>
                  <a:cubicBezTo>
                    <a:pt x="161856" y="155541"/>
                    <a:pt x="162450" y="155526"/>
                    <a:pt x="163062" y="155510"/>
                  </a:cubicBezTo>
                  <a:cubicBezTo>
                    <a:pt x="164774" y="155512"/>
                    <a:pt x="164774" y="155512"/>
                    <a:pt x="167588" y="155881"/>
                  </a:cubicBezTo>
                  <a:cubicBezTo>
                    <a:pt x="167859" y="156867"/>
                    <a:pt x="168108" y="157860"/>
                    <a:pt x="168332" y="158857"/>
                  </a:cubicBezTo>
                  <a:cubicBezTo>
                    <a:pt x="170879" y="159046"/>
                    <a:pt x="173300" y="158801"/>
                    <a:pt x="175843" y="158599"/>
                  </a:cubicBezTo>
                  <a:cubicBezTo>
                    <a:pt x="176557" y="158684"/>
                    <a:pt x="177270" y="158770"/>
                    <a:pt x="178006" y="158857"/>
                  </a:cubicBezTo>
                  <a:cubicBezTo>
                    <a:pt x="178155" y="159780"/>
                    <a:pt x="178155" y="159780"/>
                    <a:pt x="178308" y="160721"/>
                  </a:cubicBezTo>
                  <a:cubicBezTo>
                    <a:pt x="178454" y="161334"/>
                    <a:pt x="178600" y="161947"/>
                    <a:pt x="178750" y="162578"/>
                  </a:cubicBezTo>
                  <a:cubicBezTo>
                    <a:pt x="180812" y="162954"/>
                    <a:pt x="182590" y="162746"/>
                    <a:pt x="184703" y="162578"/>
                  </a:cubicBezTo>
                  <a:cubicBezTo>
                    <a:pt x="184763" y="164548"/>
                    <a:pt x="184807" y="166515"/>
                    <a:pt x="184843" y="168485"/>
                  </a:cubicBezTo>
                  <a:cubicBezTo>
                    <a:pt x="184861" y="169046"/>
                    <a:pt x="184880" y="169608"/>
                    <a:pt x="184899" y="170187"/>
                  </a:cubicBezTo>
                  <a:cubicBezTo>
                    <a:pt x="184921" y="171807"/>
                    <a:pt x="184921" y="171807"/>
                    <a:pt x="184703" y="174484"/>
                  </a:cubicBezTo>
                  <a:cubicBezTo>
                    <a:pt x="183966" y="174730"/>
                    <a:pt x="183230" y="174976"/>
                    <a:pt x="182471" y="175229"/>
                  </a:cubicBezTo>
                  <a:cubicBezTo>
                    <a:pt x="182088" y="177125"/>
                    <a:pt x="182088" y="177125"/>
                    <a:pt x="182052" y="179321"/>
                  </a:cubicBezTo>
                  <a:cubicBezTo>
                    <a:pt x="181956" y="181577"/>
                    <a:pt x="181956" y="181577"/>
                    <a:pt x="181727" y="183414"/>
                  </a:cubicBezTo>
                  <a:cubicBezTo>
                    <a:pt x="181235" y="183660"/>
                    <a:pt x="180744" y="183905"/>
                    <a:pt x="180238" y="184158"/>
                  </a:cubicBezTo>
                  <a:cubicBezTo>
                    <a:pt x="179781" y="185884"/>
                    <a:pt x="179781" y="185884"/>
                    <a:pt x="179494" y="187879"/>
                  </a:cubicBezTo>
                  <a:cubicBezTo>
                    <a:pt x="179169" y="189925"/>
                    <a:pt x="179169" y="189925"/>
                    <a:pt x="178750" y="191600"/>
                  </a:cubicBezTo>
                  <a:cubicBezTo>
                    <a:pt x="178259" y="191845"/>
                    <a:pt x="177768" y="192091"/>
                    <a:pt x="177262" y="192344"/>
                  </a:cubicBezTo>
                  <a:cubicBezTo>
                    <a:pt x="177000" y="193880"/>
                    <a:pt x="176932" y="195393"/>
                    <a:pt x="176846" y="196948"/>
                  </a:cubicBezTo>
                  <a:cubicBezTo>
                    <a:pt x="176738" y="197393"/>
                    <a:pt x="176629" y="197838"/>
                    <a:pt x="176518" y="198297"/>
                  </a:cubicBezTo>
                  <a:cubicBezTo>
                    <a:pt x="175781" y="198543"/>
                    <a:pt x="175044" y="198788"/>
                    <a:pt x="174285" y="199041"/>
                  </a:cubicBezTo>
                  <a:cubicBezTo>
                    <a:pt x="174025" y="200279"/>
                    <a:pt x="173778" y="201519"/>
                    <a:pt x="173541" y="202762"/>
                  </a:cubicBezTo>
                  <a:cubicBezTo>
                    <a:pt x="172812" y="203521"/>
                    <a:pt x="172068" y="204266"/>
                    <a:pt x="171309" y="204994"/>
                  </a:cubicBezTo>
                  <a:cubicBezTo>
                    <a:pt x="171047" y="205983"/>
                    <a:pt x="170797" y="206975"/>
                    <a:pt x="170564" y="207971"/>
                  </a:cubicBezTo>
                  <a:cubicBezTo>
                    <a:pt x="170073" y="208216"/>
                    <a:pt x="169582" y="208462"/>
                    <a:pt x="169076" y="208715"/>
                  </a:cubicBezTo>
                  <a:cubicBezTo>
                    <a:pt x="168846" y="209467"/>
                    <a:pt x="168616" y="210219"/>
                    <a:pt x="168378" y="210994"/>
                  </a:cubicBezTo>
                  <a:cubicBezTo>
                    <a:pt x="168118" y="211715"/>
                    <a:pt x="167857" y="212437"/>
                    <a:pt x="167588" y="213180"/>
                  </a:cubicBezTo>
                  <a:cubicBezTo>
                    <a:pt x="166851" y="213180"/>
                    <a:pt x="166114" y="213180"/>
                    <a:pt x="165355" y="213180"/>
                  </a:cubicBezTo>
                  <a:cubicBezTo>
                    <a:pt x="164833" y="214409"/>
                    <a:pt x="164336" y="215650"/>
                    <a:pt x="163867" y="216900"/>
                  </a:cubicBezTo>
                  <a:cubicBezTo>
                    <a:pt x="163376" y="216900"/>
                    <a:pt x="162885" y="216900"/>
                    <a:pt x="162379" y="216900"/>
                  </a:cubicBezTo>
                  <a:cubicBezTo>
                    <a:pt x="162123" y="217891"/>
                    <a:pt x="161876" y="218883"/>
                    <a:pt x="161635" y="219877"/>
                  </a:cubicBezTo>
                  <a:cubicBezTo>
                    <a:pt x="161144" y="220123"/>
                    <a:pt x="160652" y="220368"/>
                    <a:pt x="160146" y="220621"/>
                  </a:cubicBezTo>
                  <a:cubicBezTo>
                    <a:pt x="160054" y="221097"/>
                    <a:pt x="159962" y="221573"/>
                    <a:pt x="159867" y="222063"/>
                  </a:cubicBezTo>
                  <a:cubicBezTo>
                    <a:pt x="159402" y="223598"/>
                    <a:pt x="159402" y="223598"/>
                    <a:pt x="158100" y="224295"/>
                  </a:cubicBezTo>
                  <a:cubicBezTo>
                    <a:pt x="157548" y="224556"/>
                    <a:pt x="156995" y="224817"/>
                    <a:pt x="156426" y="225086"/>
                  </a:cubicBezTo>
                  <a:cubicBezTo>
                    <a:pt x="154384" y="226981"/>
                    <a:pt x="152764" y="228718"/>
                    <a:pt x="151217" y="231039"/>
                  </a:cubicBezTo>
                  <a:cubicBezTo>
                    <a:pt x="150234" y="231039"/>
                    <a:pt x="149252" y="231039"/>
                    <a:pt x="148240" y="231039"/>
                  </a:cubicBezTo>
                  <a:cubicBezTo>
                    <a:pt x="148240" y="232021"/>
                    <a:pt x="148240" y="233004"/>
                    <a:pt x="148240" y="234016"/>
                  </a:cubicBezTo>
                  <a:cubicBezTo>
                    <a:pt x="147519" y="234077"/>
                    <a:pt x="146797" y="234138"/>
                    <a:pt x="146054" y="234202"/>
                  </a:cubicBezTo>
                  <a:cubicBezTo>
                    <a:pt x="145302" y="234386"/>
                    <a:pt x="144550" y="234570"/>
                    <a:pt x="143775" y="234760"/>
                  </a:cubicBezTo>
                  <a:cubicBezTo>
                    <a:pt x="143683" y="235251"/>
                    <a:pt x="143591" y="235742"/>
                    <a:pt x="143496" y="236248"/>
                  </a:cubicBezTo>
                  <a:cubicBezTo>
                    <a:pt x="143343" y="236739"/>
                    <a:pt x="143189" y="237230"/>
                    <a:pt x="143031" y="237736"/>
                  </a:cubicBezTo>
                  <a:cubicBezTo>
                    <a:pt x="141483" y="238064"/>
                    <a:pt x="140007" y="238156"/>
                    <a:pt x="138427" y="238204"/>
                  </a:cubicBezTo>
                  <a:cubicBezTo>
                    <a:pt x="137982" y="238296"/>
                    <a:pt x="137537" y="238387"/>
                    <a:pt x="137078" y="238481"/>
                  </a:cubicBezTo>
                  <a:cubicBezTo>
                    <a:pt x="136833" y="239217"/>
                    <a:pt x="136587" y="239954"/>
                    <a:pt x="136334" y="240713"/>
                  </a:cubicBezTo>
                  <a:cubicBezTo>
                    <a:pt x="134875" y="241094"/>
                    <a:pt x="134875" y="241094"/>
                    <a:pt x="133078" y="241225"/>
                  </a:cubicBezTo>
                  <a:cubicBezTo>
                    <a:pt x="132195" y="241298"/>
                    <a:pt x="132195" y="241298"/>
                    <a:pt x="131294" y="241373"/>
                  </a:cubicBezTo>
                  <a:cubicBezTo>
                    <a:pt x="129998" y="241439"/>
                    <a:pt x="128701" y="241457"/>
                    <a:pt x="127404" y="241457"/>
                  </a:cubicBezTo>
                  <a:cubicBezTo>
                    <a:pt x="127323" y="241940"/>
                    <a:pt x="127241" y="242423"/>
                    <a:pt x="127158" y="242921"/>
                  </a:cubicBezTo>
                  <a:cubicBezTo>
                    <a:pt x="126993" y="243420"/>
                    <a:pt x="126829" y="243919"/>
                    <a:pt x="126660" y="244434"/>
                  </a:cubicBezTo>
                  <a:cubicBezTo>
                    <a:pt x="124852" y="244812"/>
                    <a:pt x="124852" y="244812"/>
                    <a:pt x="122421" y="244819"/>
                  </a:cubicBezTo>
                  <a:cubicBezTo>
                    <a:pt x="121514" y="244828"/>
                    <a:pt x="120608" y="244838"/>
                    <a:pt x="119674" y="244847"/>
                  </a:cubicBezTo>
                  <a:cubicBezTo>
                    <a:pt x="118677" y="244842"/>
                    <a:pt x="117681" y="244836"/>
                    <a:pt x="116684" y="244829"/>
                  </a:cubicBezTo>
                  <a:cubicBezTo>
                    <a:pt x="115669" y="244831"/>
                    <a:pt x="114654" y="244834"/>
                    <a:pt x="113639" y="244838"/>
                  </a:cubicBezTo>
                  <a:cubicBezTo>
                    <a:pt x="111510" y="244842"/>
                    <a:pt x="109381" y="244836"/>
                    <a:pt x="107251" y="244822"/>
                  </a:cubicBezTo>
                  <a:cubicBezTo>
                    <a:pt x="104516" y="244805"/>
                    <a:pt x="101781" y="244815"/>
                    <a:pt x="99045" y="244832"/>
                  </a:cubicBezTo>
                  <a:cubicBezTo>
                    <a:pt x="96949" y="244843"/>
                    <a:pt x="94853" y="244840"/>
                    <a:pt x="92756" y="244832"/>
                  </a:cubicBezTo>
                  <a:cubicBezTo>
                    <a:pt x="91748" y="244830"/>
                    <a:pt x="90739" y="244832"/>
                    <a:pt x="89730" y="244839"/>
                  </a:cubicBezTo>
                  <a:cubicBezTo>
                    <a:pt x="88322" y="244847"/>
                    <a:pt x="86915" y="244833"/>
                    <a:pt x="85507" y="244819"/>
                  </a:cubicBezTo>
                  <a:cubicBezTo>
                    <a:pt x="84705" y="244816"/>
                    <a:pt x="83902" y="244814"/>
                    <a:pt x="83075" y="244812"/>
                  </a:cubicBezTo>
                  <a:cubicBezTo>
                    <a:pt x="82180" y="244625"/>
                    <a:pt x="82180" y="244625"/>
                    <a:pt x="81268" y="244434"/>
                  </a:cubicBezTo>
                  <a:cubicBezTo>
                    <a:pt x="80767" y="242950"/>
                    <a:pt x="80767" y="242950"/>
                    <a:pt x="80523" y="241457"/>
                  </a:cubicBezTo>
                  <a:cubicBezTo>
                    <a:pt x="78267" y="240927"/>
                    <a:pt x="78267" y="240927"/>
                    <a:pt x="75640" y="240899"/>
                  </a:cubicBezTo>
                  <a:cubicBezTo>
                    <a:pt x="74749" y="240857"/>
                    <a:pt x="73858" y="240815"/>
                    <a:pt x="72940" y="240771"/>
                  </a:cubicBezTo>
                  <a:cubicBezTo>
                    <a:pt x="72250" y="240752"/>
                    <a:pt x="71560" y="240733"/>
                    <a:pt x="70850" y="240713"/>
                  </a:cubicBezTo>
                  <a:cubicBezTo>
                    <a:pt x="70850" y="239731"/>
                    <a:pt x="70850" y="238748"/>
                    <a:pt x="70850" y="237736"/>
                  </a:cubicBezTo>
                  <a:cubicBezTo>
                    <a:pt x="68885" y="237736"/>
                    <a:pt x="66920" y="237736"/>
                    <a:pt x="64896" y="237736"/>
                  </a:cubicBezTo>
                  <a:cubicBezTo>
                    <a:pt x="64896" y="236754"/>
                    <a:pt x="64896" y="235772"/>
                    <a:pt x="64896" y="234760"/>
                  </a:cubicBezTo>
                  <a:cubicBezTo>
                    <a:pt x="62932" y="234514"/>
                    <a:pt x="60967" y="234269"/>
                    <a:pt x="58943" y="234016"/>
                  </a:cubicBezTo>
                  <a:cubicBezTo>
                    <a:pt x="58943" y="233033"/>
                    <a:pt x="58943" y="232051"/>
                    <a:pt x="58943" y="231039"/>
                  </a:cubicBezTo>
                  <a:cubicBezTo>
                    <a:pt x="58360" y="231101"/>
                    <a:pt x="57777" y="231162"/>
                    <a:pt x="57176" y="231225"/>
                  </a:cubicBezTo>
                  <a:cubicBezTo>
                    <a:pt x="56531" y="231164"/>
                    <a:pt x="55887" y="231102"/>
                    <a:pt x="55223" y="231039"/>
                  </a:cubicBezTo>
                  <a:cubicBezTo>
                    <a:pt x="54432" y="229597"/>
                    <a:pt x="54432" y="229597"/>
                    <a:pt x="53734" y="228063"/>
                  </a:cubicBezTo>
                  <a:cubicBezTo>
                    <a:pt x="53212" y="227940"/>
                    <a:pt x="52691" y="227817"/>
                    <a:pt x="52153" y="227690"/>
                  </a:cubicBezTo>
                  <a:cubicBezTo>
                    <a:pt x="51693" y="227568"/>
                    <a:pt x="51232" y="227445"/>
                    <a:pt x="50758" y="227318"/>
                  </a:cubicBezTo>
                  <a:cubicBezTo>
                    <a:pt x="50758" y="226336"/>
                    <a:pt x="50758" y="225354"/>
                    <a:pt x="50758" y="224342"/>
                  </a:cubicBezTo>
                  <a:cubicBezTo>
                    <a:pt x="49775" y="224342"/>
                    <a:pt x="48793" y="224342"/>
                    <a:pt x="47781" y="224342"/>
                  </a:cubicBezTo>
                  <a:cubicBezTo>
                    <a:pt x="47363" y="222900"/>
                    <a:pt x="47363" y="222900"/>
                    <a:pt x="47037" y="221365"/>
                  </a:cubicBezTo>
                  <a:cubicBezTo>
                    <a:pt x="46300" y="221120"/>
                    <a:pt x="45564" y="220874"/>
                    <a:pt x="44805" y="220621"/>
                  </a:cubicBezTo>
                  <a:cubicBezTo>
                    <a:pt x="44557" y="219629"/>
                    <a:pt x="44309" y="218637"/>
                    <a:pt x="44060" y="217645"/>
                  </a:cubicBezTo>
                  <a:cubicBezTo>
                    <a:pt x="43324" y="217399"/>
                    <a:pt x="42587" y="217153"/>
                    <a:pt x="41828" y="216900"/>
                  </a:cubicBezTo>
                  <a:cubicBezTo>
                    <a:pt x="41011" y="215714"/>
                    <a:pt x="41011" y="215714"/>
                    <a:pt x="40293" y="214296"/>
                  </a:cubicBezTo>
                  <a:cubicBezTo>
                    <a:pt x="39280" y="212190"/>
                    <a:pt x="39280" y="212190"/>
                    <a:pt x="37363" y="210947"/>
                  </a:cubicBezTo>
                  <a:cubicBezTo>
                    <a:pt x="36867" y="209459"/>
                    <a:pt x="36371" y="207971"/>
                    <a:pt x="35875" y="206482"/>
                  </a:cubicBezTo>
                  <a:cubicBezTo>
                    <a:pt x="35384" y="206237"/>
                    <a:pt x="34893" y="205991"/>
                    <a:pt x="34387" y="205738"/>
                  </a:cubicBezTo>
                  <a:cubicBezTo>
                    <a:pt x="33922" y="203459"/>
                    <a:pt x="33922" y="203459"/>
                    <a:pt x="33643" y="201274"/>
                  </a:cubicBezTo>
                  <a:cubicBezTo>
                    <a:pt x="32906" y="201274"/>
                    <a:pt x="32169" y="201274"/>
                    <a:pt x="31410" y="201274"/>
                  </a:cubicBezTo>
                  <a:cubicBezTo>
                    <a:pt x="31318" y="200429"/>
                    <a:pt x="31226" y="199585"/>
                    <a:pt x="31131" y="198716"/>
                  </a:cubicBezTo>
                  <a:cubicBezTo>
                    <a:pt x="30978" y="197841"/>
                    <a:pt x="30824" y="196966"/>
                    <a:pt x="30666" y="196065"/>
                  </a:cubicBezTo>
                  <a:cubicBezTo>
                    <a:pt x="30175" y="195819"/>
                    <a:pt x="29684" y="195573"/>
                    <a:pt x="29178" y="195320"/>
                  </a:cubicBezTo>
                  <a:cubicBezTo>
                    <a:pt x="28870" y="193783"/>
                    <a:pt x="28870" y="193783"/>
                    <a:pt x="28713" y="191925"/>
                  </a:cubicBezTo>
                  <a:cubicBezTo>
                    <a:pt x="28657" y="191310"/>
                    <a:pt x="28601" y="190695"/>
                    <a:pt x="28544" y="190062"/>
                  </a:cubicBezTo>
                  <a:cubicBezTo>
                    <a:pt x="28508" y="189587"/>
                    <a:pt x="28471" y="189112"/>
                    <a:pt x="28434" y="188623"/>
                  </a:cubicBezTo>
                  <a:cubicBezTo>
                    <a:pt x="27697" y="188623"/>
                    <a:pt x="26960" y="188623"/>
                    <a:pt x="26201" y="188623"/>
                  </a:cubicBezTo>
                  <a:cubicBezTo>
                    <a:pt x="25833" y="184940"/>
                    <a:pt x="25833" y="184940"/>
                    <a:pt x="25457" y="181182"/>
                  </a:cubicBezTo>
                  <a:cubicBezTo>
                    <a:pt x="24720" y="181427"/>
                    <a:pt x="23984" y="181673"/>
                    <a:pt x="23225" y="181926"/>
                  </a:cubicBezTo>
                  <a:cubicBezTo>
                    <a:pt x="23188" y="181236"/>
                    <a:pt x="23152" y="180546"/>
                    <a:pt x="23114" y="179836"/>
                  </a:cubicBezTo>
                  <a:cubicBezTo>
                    <a:pt x="23031" y="178499"/>
                    <a:pt x="23031" y="178499"/>
                    <a:pt x="22945" y="177135"/>
                  </a:cubicBezTo>
                  <a:cubicBezTo>
                    <a:pt x="22894" y="176246"/>
                    <a:pt x="22842" y="175357"/>
                    <a:pt x="22789" y="174441"/>
                  </a:cubicBezTo>
                  <a:cubicBezTo>
                    <a:pt x="22687" y="173719"/>
                    <a:pt x="22585" y="172996"/>
                    <a:pt x="22480" y="172252"/>
                  </a:cubicBezTo>
                  <a:cubicBezTo>
                    <a:pt x="21989" y="172006"/>
                    <a:pt x="21498" y="171761"/>
                    <a:pt x="20992" y="171508"/>
                  </a:cubicBezTo>
                  <a:cubicBezTo>
                    <a:pt x="20589" y="168799"/>
                    <a:pt x="20329" y="166110"/>
                    <a:pt x="20091" y="163383"/>
                  </a:cubicBezTo>
                  <a:cubicBezTo>
                    <a:pt x="19942" y="161869"/>
                    <a:pt x="19728" y="160362"/>
                    <a:pt x="19504" y="158857"/>
                  </a:cubicBezTo>
                  <a:cubicBezTo>
                    <a:pt x="19013" y="158612"/>
                    <a:pt x="18522" y="158366"/>
                    <a:pt x="18016" y="158113"/>
                  </a:cubicBezTo>
                  <a:cubicBezTo>
                    <a:pt x="17802" y="156481"/>
                    <a:pt x="17802" y="156481"/>
                    <a:pt x="17760" y="154349"/>
                  </a:cubicBezTo>
                  <a:cubicBezTo>
                    <a:pt x="17738" y="153586"/>
                    <a:pt x="17716" y="152823"/>
                    <a:pt x="17693" y="152037"/>
                  </a:cubicBezTo>
                  <a:cubicBezTo>
                    <a:pt x="17677" y="151233"/>
                    <a:pt x="17660" y="150430"/>
                    <a:pt x="17643" y="149602"/>
                  </a:cubicBezTo>
                  <a:cubicBezTo>
                    <a:pt x="17611" y="148022"/>
                    <a:pt x="17573" y="146441"/>
                    <a:pt x="17527" y="144861"/>
                  </a:cubicBezTo>
                  <a:cubicBezTo>
                    <a:pt x="17513" y="144157"/>
                    <a:pt x="17499" y="143452"/>
                    <a:pt x="17485" y="142726"/>
                  </a:cubicBezTo>
                  <a:cubicBezTo>
                    <a:pt x="17434" y="140855"/>
                    <a:pt x="17434" y="140855"/>
                    <a:pt x="15783" y="139510"/>
                  </a:cubicBezTo>
                  <a:cubicBezTo>
                    <a:pt x="15538" y="139510"/>
                    <a:pt x="15292" y="139510"/>
                    <a:pt x="15039" y="139510"/>
                  </a:cubicBezTo>
                  <a:cubicBezTo>
                    <a:pt x="15039" y="127723"/>
                    <a:pt x="15039" y="115935"/>
                    <a:pt x="15039" y="103791"/>
                  </a:cubicBezTo>
                  <a:cubicBezTo>
                    <a:pt x="15776" y="103791"/>
                    <a:pt x="16512" y="103791"/>
                    <a:pt x="17271" y="103791"/>
                  </a:cubicBezTo>
                  <a:cubicBezTo>
                    <a:pt x="17517" y="97406"/>
                    <a:pt x="17763" y="91022"/>
                    <a:pt x="18016" y="84443"/>
                  </a:cubicBezTo>
                  <a:cubicBezTo>
                    <a:pt x="18752" y="84443"/>
                    <a:pt x="19489" y="84443"/>
                    <a:pt x="20248" y="84443"/>
                  </a:cubicBezTo>
                  <a:cubicBezTo>
                    <a:pt x="20284" y="83593"/>
                    <a:pt x="20321" y="82742"/>
                    <a:pt x="20358" y="81865"/>
                  </a:cubicBezTo>
                  <a:cubicBezTo>
                    <a:pt x="20414" y="80756"/>
                    <a:pt x="20470" y="79646"/>
                    <a:pt x="20527" y="78537"/>
                  </a:cubicBezTo>
                  <a:cubicBezTo>
                    <a:pt x="20562" y="77694"/>
                    <a:pt x="20562" y="77694"/>
                    <a:pt x="20597" y="76835"/>
                  </a:cubicBezTo>
                  <a:cubicBezTo>
                    <a:pt x="20674" y="75398"/>
                    <a:pt x="20828" y="73966"/>
                    <a:pt x="20992" y="72537"/>
                  </a:cubicBezTo>
                  <a:cubicBezTo>
                    <a:pt x="21729" y="72169"/>
                    <a:pt x="21729" y="72169"/>
                    <a:pt x="22480" y="71793"/>
                  </a:cubicBezTo>
                  <a:cubicBezTo>
                    <a:pt x="22745" y="69676"/>
                    <a:pt x="22811" y="67576"/>
                    <a:pt x="22896" y="65445"/>
                  </a:cubicBezTo>
                  <a:cubicBezTo>
                    <a:pt x="23004" y="64838"/>
                    <a:pt x="23113" y="64232"/>
                    <a:pt x="23225" y="63608"/>
                  </a:cubicBezTo>
                  <a:cubicBezTo>
                    <a:pt x="24330" y="63239"/>
                    <a:pt x="24330" y="63239"/>
                    <a:pt x="25457" y="62863"/>
                  </a:cubicBezTo>
                  <a:cubicBezTo>
                    <a:pt x="25892" y="61460"/>
                    <a:pt x="25892" y="61460"/>
                    <a:pt x="25969" y="59840"/>
                  </a:cubicBezTo>
                  <a:cubicBezTo>
                    <a:pt x="26045" y="58873"/>
                    <a:pt x="26122" y="57906"/>
                    <a:pt x="26201" y="56910"/>
                  </a:cubicBezTo>
                  <a:cubicBezTo>
                    <a:pt x="26938" y="56910"/>
                    <a:pt x="27675" y="56910"/>
                    <a:pt x="28434" y="56910"/>
                  </a:cubicBezTo>
                  <a:cubicBezTo>
                    <a:pt x="28510" y="55974"/>
                    <a:pt x="28587" y="55038"/>
                    <a:pt x="28666" y="54073"/>
                  </a:cubicBezTo>
                  <a:cubicBezTo>
                    <a:pt x="28980" y="51443"/>
                    <a:pt x="29447" y="50517"/>
                    <a:pt x="31410" y="48725"/>
                  </a:cubicBezTo>
                  <a:cubicBezTo>
                    <a:pt x="31597" y="46771"/>
                    <a:pt x="31597" y="46771"/>
                    <a:pt x="31410" y="45004"/>
                  </a:cubicBezTo>
                  <a:cubicBezTo>
                    <a:pt x="32147" y="45004"/>
                    <a:pt x="32883" y="45004"/>
                    <a:pt x="33643" y="45004"/>
                  </a:cubicBezTo>
                  <a:cubicBezTo>
                    <a:pt x="33719" y="44283"/>
                    <a:pt x="33796" y="43561"/>
                    <a:pt x="33875" y="42818"/>
                  </a:cubicBezTo>
                  <a:cubicBezTo>
                    <a:pt x="34044" y="42066"/>
                    <a:pt x="34213" y="41314"/>
                    <a:pt x="34387" y="40539"/>
                  </a:cubicBezTo>
                  <a:cubicBezTo>
                    <a:pt x="35492" y="40171"/>
                    <a:pt x="35492" y="40171"/>
                    <a:pt x="36619" y="39795"/>
                  </a:cubicBezTo>
                  <a:cubicBezTo>
                    <a:pt x="37127" y="38809"/>
                    <a:pt x="37624" y="37817"/>
                    <a:pt x="38107" y="36818"/>
                  </a:cubicBezTo>
                  <a:cubicBezTo>
                    <a:pt x="38598" y="36818"/>
                    <a:pt x="39090" y="36818"/>
                    <a:pt x="39596" y="36818"/>
                  </a:cubicBezTo>
                  <a:cubicBezTo>
                    <a:pt x="39703" y="36205"/>
                    <a:pt x="39811" y="35591"/>
                    <a:pt x="39921" y="34958"/>
                  </a:cubicBezTo>
                  <a:cubicBezTo>
                    <a:pt x="40128" y="34037"/>
                    <a:pt x="40128" y="34037"/>
                    <a:pt x="40340" y="33098"/>
                  </a:cubicBezTo>
                  <a:cubicBezTo>
                    <a:pt x="41076" y="33098"/>
                    <a:pt x="41813" y="33098"/>
                    <a:pt x="42572" y="33098"/>
                  </a:cubicBezTo>
                  <a:cubicBezTo>
                    <a:pt x="43012" y="31650"/>
                    <a:pt x="43012" y="31650"/>
                    <a:pt x="43316" y="30121"/>
                  </a:cubicBezTo>
                  <a:cubicBezTo>
                    <a:pt x="43807" y="29876"/>
                    <a:pt x="44299" y="29630"/>
                    <a:pt x="44805" y="29377"/>
                  </a:cubicBezTo>
                  <a:cubicBezTo>
                    <a:pt x="45173" y="28640"/>
                    <a:pt x="45173" y="28640"/>
                    <a:pt x="45549" y="27889"/>
                  </a:cubicBezTo>
                  <a:cubicBezTo>
                    <a:pt x="46293" y="26400"/>
                    <a:pt x="46293" y="26400"/>
                    <a:pt x="47781" y="25656"/>
                  </a:cubicBezTo>
                  <a:cubicBezTo>
                    <a:pt x="47996" y="25165"/>
                    <a:pt x="48211" y="24674"/>
                    <a:pt x="48432" y="24168"/>
                  </a:cubicBezTo>
                  <a:cubicBezTo>
                    <a:pt x="48709" y="23677"/>
                    <a:pt x="48985" y="23186"/>
                    <a:pt x="49269" y="22680"/>
                  </a:cubicBezTo>
                  <a:cubicBezTo>
                    <a:pt x="50052" y="22496"/>
                    <a:pt x="50052" y="22496"/>
                    <a:pt x="50851" y="22308"/>
                  </a:cubicBezTo>
                  <a:cubicBezTo>
                    <a:pt x="51311" y="22185"/>
                    <a:pt x="51772" y="22062"/>
                    <a:pt x="52246" y="21936"/>
                  </a:cubicBezTo>
                  <a:cubicBezTo>
                    <a:pt x="52246" y="20953"/>
                    <a:pt x="52246" y="19971"/>
                    <a:pt x="52246" y="18959"/>
                  </a:cubicBezTo>
                  <a:cubicBezTo>
                    <a:pt x="53719" y="18959"/>
                    <a:pt x="55193" y="18959"/>
                    <a:pt x="56711" y="18959"/>
                  </a:cubicBezTo>
                  <a:cubicBezTo>
                    <a:pt x="56711" y="17977"/>
                    <a:pt x="56711" y="16995"/>
                    <a:pt x="56711" y="15983"/>
                  </a:cubicBezTo>
                  <a:cubicBezTo>
                    <a:pt x="58430" y="15737"/>
                    <a:pt x="60149" y="15491"/>
                    <a:pt x="61920" y="15238"/>
                  </a:cubicBezTo>
                  <a:cubicBezTo>
                    <a:pt x="61920" y="14256"/>
                    <a:pt x="61920" y="13274"/>
                    <a:pt x="61920" y="12262"/>
                  </a:cubicBezTo>
                  <a:cubicBezTo>
                    <a:pt x="62764" y="12200"/>
                    <a:pt x="63608" y="12139"/>
                    <a:pt x="64478" y="12076"/>
                  </a:cubicBezTo>
                  <a:cubicBezTo>
                    <a:pt x="65353" y="11892"/>
                    <a:pt x="66228" y="11707"/>
                    <a:pt x="67129" y="11518"/>
                  </a:cubicBezTo>
                  <a:cubicBezTo>
                    <a:pt x="67236" y="11011"/>
                    <a:pt x="67344" y="10505"/>
                    <a:pt x="67454" y="9983"/>
                  </a:cubicBezTo>
                  <a:cubicBezTo>
                    <a:pt x="67662" y="9269"/>
                    <a:pt x="67662" y="9269"/>
                    <a:pt x="67873" y="8541"/>
                  </a:cubicBezTo>
                  <a:cubicBezTo>
                    <a:pt x="69911" y="8248"/>
                    <a:pt x="71755" y="8410"/>
                    <a:pt x="73826" y="8541"/>
                  </a:cubicBezTo>
                  <a:cubicBezTo>
                    <a:pt x="73826" y="7559"/>
                    <a:pt x="73826" y="6577"/>
                    <a:pt x="73826" y="5565"/>
                  </a:cubicBezTo>
                  <a:cubicBezTo>
                    <a:pt x="74516" y="5545"/>
                    <a:pt x="75206" y="5526"/>
                    <a:pt x="75916" y="5506"/>
                  </a:cubicBezTo>
                  <a:cubicBezTo>
                    <a:pt x="76807" y="5464"/>
                    <a:pt x="77698" y="5422"/>
                    <a:pt x="78617" y="5379"/>
                  </a:cubicBezTo>
                  <a:cubicBezTo>
                    <a:pt x="79506" y="5344"/>
                    <a:pt x="80395" y="5309"/>
                    <a:pt x="81311" y="5274"/>
                  </a:cubicBezTo>
                  <a:cubicBezTo>
                    <a:pt x="82033" y="5124"/>
                    <a:pt x="82756" y="4975"/>
                    <a:pt x="83500" y="4820"/>
                  </a:cubicBezTo>
                  <a:cubicBezTo>
                    <a:pt x="83586" y="4327"/>
                    <a:pt x="83672" y="3833"/>
                    <a:pt x="83760" y="3325"/>
                  </a:cubicBezTo>
                  <a:cubicBezTo>
                    <a:pt x="83920" y="2836"/>
                    <a:pt x="84080" y="2347"/>
                    <a:pt x="84244" y="1844"/>
                  </a:cubicBezTo>
                  <a:close/>
                </a:path>
              </a:pathLst>
            </a:custGeom>
            <a:grpFill/>
            <a:ln w="744" cap="flat">
              <a:noFill/>
              <a:prstDash val="solid"/>
              <a:miter/>
            </a:ln>
          </p:spPr>
          <p:txBody>
            <a:bodyPr rtlCol="0" anchor="ctr"/>
            <a:lstStyle/>
            <a:p>
              <a:endParaRPr lang="zh-CN" altLang="en-US"/>
            </a:p>
          </p:txBody>
        </p:sp>
        <p:sp>
          <p:nvSpPr>
            <p:cNvPr id="140" name="任意多边形: 形状 139"/>
            <p:cNvSpPr/>
            <p:nvPr/>
          </p:nvSpPr>
          <p:spPr>
            <a:xfrm>
              <a:off x="5319872" y="733463"/>
              <a:ext cx="60467" cy="211499"/>
            </a:xfrm>
            <a:custGeom>
              <a:avLst/>
              <a:gdLst>
                <a:gd name="connsiteX0" fmla="*/ 12269 w 60467"/>
                <a:gd name="connsiteY0" fmla="*/ 681 h 211499"/>
                <a:gd name="connsiteX1" fmla="*/ 13923 w 60467"/>
                <a:gd name="connsiteY1" fmla="*/ 686 h 211499"/>
                <a:gd name="connsiteX2" fmla="*/ 15658 w 60467"/>
                <a:gd name="connsiteY2" fmla="*/ 682 h 211499"/>
                <a:gd name="connsiteX3" fmla="*/ 21361 w 60467"/>
                <a:gd name="connsiteY3" fmla="*/ 683 h 211499"/>
                <a:gd name="connsiteX4" fmla="*/ 25306 w 60467"/>
                <a:gd name="connsiteY4" fmla="*/ 681 h 211499"/>
                <a:gd name="connsiteX5" fmla="*/ 33586 w 60467"/>
                <a:gd name="connsiteY5" fmla="*/ 685 h 211499"/>
                <a:gd name="connsiteX6" fmla="*/ 44224 w 60467"/>
                <a:gd name="connsiteY6" fmla="*/ 682 h 211499"/>
                <a:gd name="connsiteX7" fmla="*/ 52375 w 60467"/>
                <a:gd name="connsiteY7" fmla="*/ 682 h 211499"/>
                <a:gd name="connsiteX8" fmla="*/ 56298 w 60467"/>
                <a:gd name="connsiteY8" fmla="*/ 680 h 211499"/>
                <a:gd name="connsiteX9" fmla="*/ 61772 w 60467"/>
                <a:gd name="connsiteY9" fmla="*/ 686 h 211499"/>
                <a:gd name="connsiteX10" fmla="*/ 63426 w 60467"/>
                <a:gd name="connsiteY10" fmla="*/ 681 h 211499"/>
                <a:gd name="connsiteX11" fmla="*/ 67986 w 60467"/>
                <a:gd name="connsiteY11" fmla="*/ 1526 h 211499"/>
                <a:gd name="connsiteX12" fmla="*/ 68077 w 60467"/>
                <a:gd name="connsiteY12" fmla="*/ 4906 h 211499"/>
                <a:gd name="connsiteX13" fmla="*/ 68082 w 60467"/>
                <a:gd name="connsiteY13" fmla="*/ 7134 h 211499"/>
                <a:gd name="connsiteX14" fmla="*/ 68075 w 60467"/>
                <a:gd name="connsiteY14" fmla="*/ 9610 h 211499"/>
                <a:gd name="connsiteX15" fmla="*/ 68077 w 60467"/>
                <a:gd name="connsiteY15" fmla="*/ 12218 h 211499"/>
                <a:gd name="connsiteX16" fmla="*/ 68072 w 60467"/>
                <a:gd name="connsiteY16" fmla="*/ 19416 h 211499"/>
                <a:gd name="connsiteX17" fmla="*/ 68070 w 60467"/>
                <a:gd name="connsiteY17" fmla="*/ 27167 h 211499"/>
                <a:gd name="connsiteX18" fmla="*/ 68064 w 60467"/>
                <a:gd name="connsiteY18" fmla="*/ 40605 h 211499"/>
                <a:gd name="connsiteX19" fmla="*/ 68055 w 60467"/>
                <a:gd name="connsiteY19" fmla="*/ 60036 h 211499"/>
                <a:gd name="connsiteX20" fmla="*/ 68042 w 60467"/>
                <a:gd name="connsiteY20" fmla="*/ 91557 h 211499"/>
                <a:gd name="connsiteX21" fmla="*/ 68026 w 60467"/>
                <a:gd name="connsiteY21" fmla="*/ 122184 h 211499"/>
                <a:gd name="connsiteX22" fmla="*/ 68026 w 60467"/>
                <a:gd name="connsiteY22" fmla="*/ 124090 h 211499"/>
                <a:gd name="connsiteX23" fmla="*/ 68023 w 60467"/>
                <a:gd name="connsiteY23" fmla="*/ 133553 h 211499"/>
                <a:gd name="connsiteX24" fmla="*/ 67986 w 60467"/>
                <a:gd name="connsiteY24" fmla="*/ 212118 h 211499"/>
                <a:gd name="connsiteX25" fmla="*/ 7710 w 60467"/>
                <a:gd name="connsiteY25" fmla="*/ 212118 h 211499"/>
                <a:gd name="connsiteX26" fmla="*/ 7672 w 60467"/>
                <a:gd name="connsiteY26" fmla="*/ 131671 h 211499"/>
                <a:gd name="connsiteX27" fmla="*/ 7669 w 60467"/>
                <a:gd name="connsiteY27" fmla="*/ 122184 h 211499"/>
                <a:gd name="connsiteX28" fmla="*/ 7669 w 60467"/>
                <a:gd name="connsiteY28" fmla="*/ 120276 h 211499"/>
                <a:gd name="connsiteX29" fmla="*/ 7653 w 60467"/>
                <a:gd name="connsiteY29" fmla="*/ 89652 h 211499"/>
                <a:gd name="connsiteX30" fmla="*/ 7640 w 60467"/>
                <a:gd name="connsiteY30" fmla="*/ 58252 h 211499"/>
                <a:gd name="connsiteX31" fmla="*/ 7630 w 60467"/>
                <a:gd name="connsiteY31" fmla="*/ 38861 h 211499"/>
                <a:gd name="connsiteX32" fmla="*/ 7626 w 60467"/>
                <a:gd name="connsiteY32" fmla="*/ 25582 h 211499"/>
                <a:gd name="connsiteX33" fmla="*/ 7621 w 60467"/>
                <a:gd name="connsiteY33" fmla="*/ 17909 h 211499"/>
                <a:gd name="connsiteX34" fmla="*/ 7621 w 60467"/>
                <a:gd name="connsiteY34" fmla="*/ 9610 h 211499"/>
                <a:gd name="connsiteX35" fmla="*/ 7614 w 60467"/>
                <a:gd name="connsiteY35" fmla="*/ 7134 h 211499"/>
                <a:gd name="connsiteX36" fmla="*/ 7619 w 60467"/>
                <a:gd name="connsiteY36" fmla="*/ 4906 h 211499"/>
                <a:gd name="connsiteX37" fmla="*/ 7618 w 60467"/>
                <a:gd name="connsiteY37" fmla="*/ 2969 h 211499"/>
                <a:gd name="connsiteX38" fmla="*/ 12269 w 60467"/>
                <a:gd name="connsiteY38" fmla="*/ 681 h 211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467" h="211499">
                  <a:moveTo>
                    <a:pt x="12269" y="681"/>
                  </a:moveTo>
                  <a:cubicBezTo>
                    <a:pt x="13088" y="683"/>
                    <a:pt x="13088" y="683"/>
                    <a:pt x="13923" y="686"/>
                  </a:cubicBezTo>
                  <a:cubicBezTo>
                    <a:pt x="14496" y="684"/>
                    <a:pt x="15068" y="683"/>
                    <a:pt x="15658" y="682"/>
                  </a:cubicBezTo>
                  <a:cubicBezTo>
                    <a:pt x="17559" y="678"/>
                    <a:pt x="19460" y="681"/>
                    <a:pt x="21361" y="683"/>
                  </a:cubicBezTo>
                  <a:cubicBezTo>
                    <a:pt x="22676" y="683"/>
                    <a:pt x="23991" y="682"/>
                    <a:pt x="25306" y="681"/>
                  </a:cubicBezTo>
                  <a:cubicBezTo>
                    <a:pt x="28066" y="680"/>
                    <a:pt x="30826" y="681"/>
                    <a:pt x="33586" y="685"/>
                  </a:cubicBezTo>
                  <a:cubicBezTo>
                    <a:pt x="37132" y="689"/>
                    <a:pt x="40678" y="687"/>
                    <a:pt x="44224" y="682"/>
                  </a:cubicBezTo>
                  <a:cubicBezTo>
                    <a:pt x="46941" y="680"/>
                    <a:pt x="49658" y="680"/>
                    <a:pt x="52375" y="682"/>
                  </a:cubicBezTo>
                  <a:cubicBezTo>
                    <a:pt x="53683" y="683"/>
                    <a:pt x="54990" y="682"/>
                    <a:pt x="56298" y="680"/>
                  </a:cubicBezTo>
                  <a:cubicBezTo>
                    <a:pt x="58123" y="679"/>
                    <a:pt x="59948" y="681"/>
                    <a:pt x="61772" y="686"/>
                  </a:cubicBezTo>
                  <a:cubicBezTo>
                    <a:pt x="62318" y="684"/>
                    <a:pt x="62864" y="683"/>
                    <a:pt x="63426" y="681"/>
                  </a:cubicBezTo>
                  <a:cubicBezTo>
                    <a:pt x="67156" y="697"/>
                    <a:pt x="67156" y="697"/>
                    <a:pt x="67986" y="1526"/>
                  </a:cubicBezTo>
                  <a:cubicBezTo>
                    <a:pt x="68058" y="2651"/>
                    <a:pt x="68078" y="3779"/>
                    <a:pt x="68077" y="4906"/>
                  </a:cubicBezTo>
                  <a:cubicBezTo>
                    <a:pt x="68079" y="5642"/>
                    <a:pt x="68080" y="6377"/>
                    <a:pt x="68082" y="7134"/>
                  </a:cubicBezTo>
                  <a:cubicBezTo>
                    <a:pt x="68079" y="7951"/>
                    <a:pt x="68077" y="8768"/>
                    <a:pt x="68075" y="9610"/>
                  </a:cubicBezTo>
                  <a:cubicBezTo>
                    <a:pt x="68076" y="10471"/>
                    <a:pt x="68076" y="11332"/>
                    <a:pt x="68077" y="12218"/>
                  </a:cubicBezTo>
                  <a:cubicBezTo>
                    <a:pt x="68078" y="14618"/>
                    <a:pt x="68076" y="17017"/>
                    <a:pt x="68072" y="19416"/>
                  </a:cubicBezTo>
                  <a:cubicBezTo>
                    <a:pt x="68069" y="22000"/>
                    <a:pt x="68070" y="24583"/>
                    <a:pt x="68070" y="27167"/>
                  </a:cubicBezTo>
                  <a:cubicBezTo>
                    <a:pt x="68071" y="31646"/>
                    <a:pt x="68068" y="36126"/>
                    <a:pt x="68064" y="40605"/>
                  </a:cubicBezTo>
                  <a:cubicBezTo>
                    <a:pt x="68058" y="47082"/>
                    <a:pt x="68056" y="53559"/>
                    <a:pt x="68055" y="60036"/>
                  </a:cubicBezTo>
                  <a:cubicBezTo>
                    <a:pt x="68054" y="70543"/>
                    <a:pt x="68049" y="81050"/>
                    <a:pt x="68042" y="91557"/>
                  </a:cubicBezTo>
                  <a:cubicBezTo>
                    <a:pt x="68035" y="101766"/>
                    <a:pt x="68030" y="111975"/>
                    <a:pt x="68026" y="122184"/>
                  </a:cubicBezTo>
                  <a:cubicBezTo>
                    <a:pt x="68026" y="122813"/>
                    <a:pt x="68026" y="123442"/>
                    <a:pt x="68026" y="124090"/>
                  </a:cubicBezTo>
                  <a:cubicBezTo>
                    <a:pt x="68025" y="127244"/>
                    <a:pt x="68024" y="130399"/>
                    <a:pt x="68023" y="133553"/>
                  </a:cubicBezTo>
                  <a:cubicBezTo>
                    <a:pt x="68015" y="159742"/>
                    <a:pt x="68002" y="185930"/>
                    <a:pt x="67986" y="212118"/>
                  </a:cubicBezTo>
                  <a:cubicBezTo>
                    <a:pt x="48095" y="212118"/>
                    <a:pt x="28204" y="212118"/>
                    <a:pt x="7710" y="212118"/>
                  </a:cubicBezTo>
                  <a:cubicBezTo>
                    <a:pt x="7694" y="185302"/>
                    <a:pt x="7680" y="158487"/>
                    <a:pt x="7672" y="131671"/>
                  </a:cubicBezTo>
                  <a:cubicBezTo>
                    <a:pt x="7671" y="128509"/>
                    <a:pt x="7670" y="125347"/>
                    <a:pt x="7669" y="122184"/>
                  </a:cubicBezTo>
                  <a:cubicBezTo>
                    <a:pt x="7669" y="121555"/>
                    <a:pt x="7669" y="120925"/>
                    <a:pt x="7669" y="120276"/>
                  </a:cubicBezTo>
                  <a:cubicBezTo>
                    <a:pt x="7665" y="110068"/>
                    <a:pt x="7660" y="99860"/>
                    <a:pt x="7653" y="89652"/>
                  </a:cubicBezTo>
                  <a:cubicBezTo>
                    <a:pt x="7646" y="79185"/>
                    <a:pt x="7642" y="68719"/>
                    <a:pt x="7640" y="58252"/>
                  </a:cubicBezTo>
                  <a:cubicBezTo>
                    <a:pt x="7639" y="51788"/>
                    <a:pt x="7636" y="45325"/>
                    <a:pt x="7630" y="38861"/>
                  </a:cubicBezTo>
                  <a:cubicBezTo>
                    <a:pt x="7626" y="34435"/>
                    <a:pt x="7625" y="30008"/>
                    <a:pt x="7626" y="25582"/>
                  </a:cubicBezTo>
                  <a:cubicBezTo>
                    <a:pt x="7626" y="23025"/>
                    <a:pt x="7625" y="20467"/>
                    <a:pt x="7621" y="17909"/>
                  </a:cubicBezTo>
                  <a:cubicBezTo>
                    <a:pt x="7618" y="15143"/>
                    <a:pt x="7619" y="12377"/>
                    <a:pt x="7621" y="9610"/>
                  </a:cubicBezTo>
                  <a:cubicBezTo>
                    <a:pt x="7619" y="8793"/>
                    <a:pt x="7616" y="7976"/>
                    <a:pt x="7614" y="7134"/>
                  </a:cubicBezTo>
                  <a:cubicBezTo>
                    <a:pt x="7616" y="6399"/>
                    <a:pt x="7617" y="5664"/>
                    <a:pt x="7619" y="4906"/>
                  </a:cubicBezTo>
                  <a:cubicBezTo>
                    <a:pt x="7618" y="4267"/>
                    <a:pt x="7618" y="3628"/>
                    <a:pt x="7618" y="2969"/>
                  </a:cubicBezTo>
                  <a:cubicBezTo>
                    <a:pt x="7808" y="-3"/>
                    <a:pt x="9748" y="692"/>
                    <a:pt x="12269" y="681"/>
                  </a:cubicBezTo>
                  <a:close/>
                </a:path>
              </a:pathLst>
            </a:custGeom>
            <a:grpFill/>
            <a:ln w="744" cap="flat">
              <a:noFill/>
              <a:prstDash val="solid"/>
              <a:miter/>
            </a:ln>
          </p:spPr>
          <p:txBody>
            <a:bodyPr rtlCol="0" anchor="ctr"/>
            <a:lstStyle/>
            <a:p>
              <a:endParaRPr lang="zh-CN" altLang="en-US"/>
            </a:p>
          </p:txBody>
        </p:sp>
        <p:sp>
          <p:nvSpPr>
            <p:cNvPr id="141" name="任意多边形: 形状 140"/>
            <p:cNvSpPr/>
            <p:nvPr/>
          </p:nvSpPr>
          <p:spPr>
            <a:xfrm>
              <a:off x="9487775" y="732880"/>
              <a:ext cx="186537" cy="140750"/>
            </a:xfrm>
            <a:custGeom>
              <a:avLst/>
              <a:gdLst>
                <a:gd name="connsiteX0" fmla="*/ 154305 w 186537"/>
                <a:gd name="connsiteY0" fmla="*/ 806 h 140750"/>
                <a:gd name="connsiteX1" fmla="*/ 156291 w 186537"/>
                <a:gd name="connsiteY1" fmla="*/ 958 h 140750"/>
                <a:gd name="connsiteX2" fmla="*/ 157886 w 186537"/>
                <a:gd name="connsiteY2" fmla="*/ 1364 h 140750"/>
                <a:gd name="connsiteX3" fmla="*/ 158631 w 186537"/>
                <a:gd name="connsiteY3" fmla="*/ 3597 h 140750"/>
                <a:gd name="connsiteX4" fmla="*/ 162351 w 186537"/>
                <a:gd name="connsiteY4" fmla="*/ 5085 h 140750"/>
                <a:gd name="connsiteX5" fmla="*/ 163840 w 186537"/>
                <a:gd name="connsiteY5" fmla="*/ 7318 h 140750"/>
                <a:gd name="connsiteX6" fmla="*/ 165746 w 186537"/>
                <a:gd name="connsiteY6" fmla="*/ 7690 h 140750"/>
                <a:gd name="connsiteX7" fmla="*/ 167560 w 186537"/>
                <a:gd name="connsiteY7" fmla="*/ 8062 h 140750"/>
                <a:gd name="connsiteX8" fmla="*/ 168304 w 186537"/>
                <a:gd name="connsiteY8" fmla="*/ 10294 h 140750"/>
                <a:gd name="connsiteX9" fmla="*/ 169793 w 186537"/>
                <a:gd name="connsiteY9" fmla="*/ 10992 h 140750"/>
                <a:gd name="connsiteX10" fmla="*/ 171281 w 186537"/>
                <a:gd name="connsiteY10" fmla="*/ 11782 h 140750"/>
                <a:gd name="connsiteX11" fmla="*/ 171560 w 186537"/>
                <a:gd name="connsiteY11" fmla="*/ 13364 h 140750"/>
                <a:gd name="connsiteX12" fmla="*/ 172025 w 186537"/>
                <a:gd name="connsiteY12" fmla="*/ 14759 h 140750"/>
                <a:gd name="connsiteX13" fmla="*/ 174257 w 186537"/>
                <a:gd name="connsiteY13" fmla="*/ 14759 h 140750"/>
                <a:gd name="connsiteX14" fmla="*/ 176490 w 186537"/>
                <a:gd name="connsiteY14" fmla="*/ 14759 h 140750"/>
                <a:gd name="connsiteX15" fmla="*/ 177234 w 186537"/>
                <a:gd name="connsiteY15" fmla="*/ 17736 h 140750"/>
                <a:gd name="connsiteX16" fmla="*/ 181699 w 186537"/>
                <a:gd name="connsiteY16" fmla="*/ 18480 h 140750"/>
                <a:gd name="connsiteX17" fmla="*/ 182443 w 186537"/>
                <a:gd name="connsiteY17" fmla="*/ 20712 h 140750"/>
                <a:gd name="connsiteX18" fmla="*/ 183931 w 186537"/>
                <a:gd name="connsiteY18" fmla="*/ 21456 h 140750"/>
                <a:gd name="connsiteX19" fmla="*/ 186164 w 186537"/>
                <a:gd name="connsiteY19" fmla="*/ 24433 h 140750"/>
                <a:gd name="connsiteX20" fmla="*/ 187978 w 186537"/>
                <a:gd name="connsiteY20" fmla="*/ 24758 h 140750"/>
                <a:gd name="connsiteX21" fmla="*/ 189884 w 186537"/>
                <a:gd name="connsiteY21" fmla="*/ 25177 h 140750"/>
                <a:gd name="connsiteX22" fmla="*/ 190629 w 186537"/>
                <a:gd name="connsiteY22" fmla="*/ 26712 h 140750"/>
                <a:gd name="connsiteX23" fmla="*/ 191373 w 186537"/>
                <a:gd name="connsiteY23" fmla="*/ 28154 h 140750"/>
                <a:gd name="connsiteX24" fmla="*/ 193280 w 186537"/>
                <a:gd name="connsiteY24" fmla="*/ 28107 h 140750"/>
                <a:gd name="connsiteX25" fmla="*/ 195093 w 186537"/>
                <a:gd name="connsiteY25" fmla="*/ 28154 h 140750"/>
                <a:gd name="connsiteX26" fmla="*/ 195838 w 186537"/>
                <a:gd name="connsiteY26" fmla="*/ 31874 h 140750"/>
                <a:gd name="connsiteX27" fmla="*/ 197744 w 186537"/>
                <a:gd name="connsiteY27" fmla="*/ 32107 h 140750"/>
                <a:gd name="connsiteX28" fmla="*/ 199558 w 186537"/>
                <a:gd name="connsiteY28" fmla="*/ 32618 h 140750"/>
                <a:gd name="connsiteX29" fmla="*/ 199558 w 186537"/>
                <a:gd name="connsiteY29" fmla="*/ 38571 h 140750"/>
                <a:gd name="connsiteX30" fmla="*/ 197326 w 186537"/>
                <a:gd name="connsiteY30" fmla="*/ 39316 h 140750"/>
                <a:gd name="connsiteX31" fmla="*/ 196582 w 186537"/>
                <a:gd name="connsiteY31" fmla="*/ 41548 h 140750"/>
                <a:gd name="connsiteX32" fmla="*/ 193605 w 186537"/>
                <a:gd name="connsiteY32" fmla="*/ 43036 h 140750"/>
                <a:gd name="connsiteX33" fmla="*/ 192024 w 186537"/>
                <a:gd name="connsiteY33" fmla="*/ 44618 h 140750"/>
                <a:gd name="connsiteX34" fmla="*/ 189140 w 186537"/>
                <a:gd name="connsiteY34" fmla="*/ 46013 h 140750"/>
                <a:gd name="connsiteX35" fmla="*/ 188861 w 186537"/>
                <a:gd name="connsiteY35" fmla="*/ 47501 h 140750"/>
                <a:gd name="connsiteX36" fmla="*/ 188396 w 186537"/>
                <a:gd name="connsiteY36" fmla="*/ 48989 h 140750"/>
                <a:gd name="connsiteX37" fmla="*/ 185420 w 186537"/>
                <a:gd name="connsiteY37" fmla="*/ 48989 h 140750"/>
                <a:gd name="connsiteX38" fmla="*/ 185420 w 186537"/>
                <a:gd name="connsiteY38" fmla="*/ 51966 h 140750"/>
                <a:gd name="connsiteX39" fmla="*/ 182443 w 186537"/>
                <a:gd name="connsiteY39" fmla="*/ 53454 h 140750"/>
                <a:gd name="connsiteX40" fmla="*/ 180955 w 186537"/>
                <a:gd name="connsiteY40" fmla="*/ 55687 h 140750"/>
                <a:gd name="connsiteX41" fmla="*/ 177978 w 186537"/>
                <a:gd name="connsiteY41" fmla="*/ 57175 h 140750"/>
                <a:gd name="connsiteX42" fmla="*/ 177978 w 186537"/>
                <a:gd name="connsiteY42" fmla="*/ 58663 h 140750"/>
                <a:gd name="connsiteX43" fmla="*/ 176583 w 186537"/>
                <a:gd name="connsiteY43" fmla="*/ 58942 h 140750"/>
                <a:gd name="connsiteX44" fmla="*/ 175002 w 186537"/>
                <a:gd name="connsiteY44" fmla="*/ 59407 h 140750"/>
                <a:gd name="connsiteX45" fmla="*/ 173513 w 186537"/>
                <a:gd name="connsiteY45" fmla="*/ 62384 h 140750"/>
                <a:gd name="connsiteX46" fmla="*/ 170537 w 186537"/>
                <a:gd name="connsiteY46" fmla="*/ 63872 h 140750"/>
                <a:gd name="connsiteX47" fmla="*/ 169048 w 186537"/>
                <a:gd name="connsiteY47" fmla="*/ 66105 h 140750"/>
                <a:gd name="connsiteX48" fmla="*/ 166816 w 186537"/>
                <a:gd name="connsiteY48" fmla="*/ 66105 h 140750"/>
                <a:gd name="connsiteX49" fmla="*/ 166118 w 186537"/>
                <a:gd name="connsiteY49" fmla="*/ 67500 h 140750"/>
                <a:gd name="connsiteX50" fmla="*/ 162351 w 186537"/>
                <a:gd name="connsiteY50" fmla="*/ 70570 h 140750"/>
                <a:gd name="connsiteX51" fmla="*/ 162351 w 186537"/>
                <a:gd name="connsiteY51" fmla="*/ 72802 h 140750"/>
                <a:gd name="connsiteX52" fmla="*/ 160165 w 186537"/>
                <a:gd name="connsiteY52" fmla="*/ 72616 h 140750"/>
                <a:gd name="connsiteX53" fmla="*/ 157886 w 186537"/>
                <a:gd name="connsiteY53" fmla="*/ 72802 h 140750"/>
                <a:gd name="connsiteX54" fmla="*/ 157142 w 186537"/>
                <a:gd name="connsiteY54" fmla="*/ 75779 h 140750"/>
                <a:gd name="connsiteX55" fmla="*/ 155235 w 186537"/>
                <a:gd name="connsiteY55" fmla="*/ 76151 h 140750"/>
                <a:gd name="connsiteX56" fmla="*/ 153422 w 186537"/>
                <a:gd name="connsiteY56" fmla="*/ 76523 h 140750"/>
                <a:gd name="connsiteX57" fmla="*/ 153422 w 186537"/>
                <a:gd name="connsiteY57" fmla="*/ 79499 h 140750"/>
                <a:gd name="connsiteX58" fmla="*/ 149701 w 186537"/>
                <a:gd name="connsiteY58" fmla="*/ 80243 h 140750"/>
                <a:gd name="connsiteX59" fmla="*/ 148957 w 186537"/>
                <a:gd name="connsiteY59" fmla="*/ 81778 h 140750"/>
                <a:gd name="connsiteX60" fmla="*/ 148213 w 186537"/>
                <a:gd name="connsiteY60" fmla="*/ 83220 h 140750"/>
                <a:gd name="connsiteX61" fmla="*/ 144492 w 186537"/>
                <a:gd name="connsiteY61" fmla="*/ 83220 h 140750"/>
                <a:gd name="connsiteX62" fmla="*/ 144492 w 186537"/>
                <a:gd name="connsiteY62" fmla="*/ 86196 h 140750"/>
                <a:gd name="connsiteX63" fmla="*/ 139283 w 186537"/>
                <a:gd name="connsiteY63" fmla="*/ 86941 h 140750"/>
                <a:gd name="connsiteX64" fmla="*/ 139283 w 186537"/>
                <a:gd name="connsiteY64" fmla="*/ 89917 h 140750"/>
                <a:gd name="connsiteX65" fmla="*/ 135562 w 186537"/>
                <a:gd name="connsiteY65" fmla="*/ 90661 h 140750"/>
                <a:gd name="connsiteX66" fmla="*/ 134818 w 186537"/>
                <a:gd name="connsiteY66" fmla="*/ 92894 h 140750"/>
                <a:gd name="connsiteX67" fmla="*/ 133004 w 186537"/>
                <a:gd name="connsiteY67" fmla="*/ 93219 h 140750"/>
                <a:gd name="connsiteX68" fmla="*/ 131097 w 186537"/>
                <a:gd name="connsiteY68" fmla="*/ 93638 h 140750"/>
                <a:gd name="connsiteX69" fmla="*/ 130353 w 186537"/>
                <a:gd name="connsiteY69" fmla="*/ 95126 h 140750"/>
                <a:gd name="connsiteX70" fmla="*/ 129609 w 186537"/>
                <a:gd name="connsiteY70" fmla="*/ 96614 h 140750"/>
                <a:gd name="connsiteX71" fmla="*/ 125888 w 186537"/>
                <a:gd name="connsiteY71" fmla="*/ 97359 h 140750"/>
                <a:gd name="connsiteX72" fmla="*/ 125191 w 186537"/>
                <a:gd name="connsiteY72" fmla="*/ 98893 h 140750"/>
                <a:gd name="connsiteX73" fmla="*/ 124400 w 186537"/>
                <a:gd name="connsiteY73" fmla="*/ 100335 h 140750"/>
                <a:gd name="connsiteX74" fmla="*/ 119935 w 186537"/>
                <a:gd name="connsiteY74" fmla="*/ 100335 h 140750"/>
                <a:gd name="connsiteX75" fmla="*/ 119935 w 186537"/>
                <a:gd name="connsiteY75" fmla="*/ 103312 h 140750"/>
                <a:gd name="connsiteX76" fmla="*/ 114726 w 186537"/>
                <a:gd name="connsiteY76" fmla="*/ 104056 h 140750"/>
                <a:gd name="connsiteX77" fmla="*/ 114726 w 186537"/>
                <a:gd name="connsiteY77" fmla="*/ 107032 h 140750"/>
                <a:gd name="connsiteX78" fmla="*/ 112540 w 186537"/>
                <a:gd name="connsiteY78" fmla="*/ 107265 h 140750"/>
                <a:gd name="connsiteX79" fmla="*/ 110261 w 186537"/>
                <a:gd name="connsiteY79" fmla="*/ 107777 h 140750"/>
                <a:gd name="connsiteX80" fmla="*/ 109517 w 186537"/>
                <a:gd name="connsiteY80" fmla="*/ 110009 h 140750"/>
                <a:gd name="connsiteX81" fmla="*/ 106866 w 186537"/>
                <a:gd name="connsiteY81" fmla="*/ 110753 h 140750"/>
                <a:gd name="connsiteX82" fmla="*/ 104308 w 186537"/>
                <a:gd name="connsiteY82" fmla="*/ 111497 h 140750"/>
                <a:gd name="connsiteX83" fmla="*/ 104308 w 186537"/>
                <a:gd name="connsiteY83" fmla="*/ 113730 h 140750"/>
                <a:gd name="connsiteX84" fmla="*/ 101797 w 186537"/>
                <a:gd name="connsiteY84" fmla="*/ 113916 h 140750"/>
                <a:gd name="connsiteX85" fmla="*/ 99099 w 186537"/>
                <a:gd name="connsiteY85" fmla="*/ 114474 h 140750"/>
                <a:gd name="connsiteX86" fmla="*/ 97611 w 186537"/>
                <a:gd name="connsiteY86" fmla="*/ 117450 h 140750"/>
                <a:gd name="connsiteX87" fmla="*/ 93890 w 186537"/>
                <a:gd name="connsiteY87" fmla="*/ 118195 h 140750"/>
                <a:gd name="connsiteX88" fmla="*/ 93146 w 186537"/>
                <a:gd name="connsiteY88" fmla="*/ 120427 h 140750"/>
                <a:gd name="connsiteX89" fmla="*/ 90542 w 186537"/>
                <a:gd name="connsiteY89" fmla="*/ 120753 h 140750"/>
                <a:gd name="connsiteX90" fmla="*/ 87937 w 186537"/>
                <a:gd name="connsiteY90" fmla="*/ 121171 h 140750"/>
                <a:gd name="connsiteX91" fmla="*/ 87612 w 186537"/>
                <a:gd name="connsiteY91" fmla="*/ 122706 h 140750"/>
                <a:gd name="connsiteX92" fmla="*/ 87193 w 186537"/>
                <a:gd name="connsiteY92" fmla="*/ 124148 h 140750"/>
                <a:gd name="connsiteX93" fmla="*/ 81240 w 186537"/>
                <a:gd name="connsiteY93" fmla="*/ 124148 h 140750"/>
                <a:gd name="connsiteX94" fmla="*/ 80496 w 186537"/>
                <a:gd name="connsiteY94" fmla="*/ 127124 h 140750"/>
                <a:gd name="connsiteX95" fmla="*/ 74543 w 186537"/>
                <a:gd name="connsiteY95" fmla="*/ 127868 h 140750"/>
                <a:gd name="connsiteX96" fmla="*/ 74543 w 186537"/>
                <a:gd name="connsiteY96" fmla="*/ 130845 h 140750"/>
                <a:gd name="connsiteX97" fmla="*/ 71659 w 186537"/>
                <a:gd name="connsiteY97" fmla="*/ 131031 h 140750"/>
                <a:gd name="connsiteX98" fmla="*/ 68589 w 186537"/>
                <a:gd name="connsiteY98" fmla="*/ 131589 h 140750"/>
                <a:gd name="connsiteX99" fmla="*/ 67845 w 186537"/>
                <a:gd name="connsiteY99" fmla="*/ 133124 h 140750"/>
                <a:gd name="connsiteX100" fmla="*/ 67101 w 186537"/>
                <a:gd name="connsiteY100" fmla="*/ 134566 h 140750"/>
                <a:gd name="connsiteX101" fmla="*/ 61148 w 186537"/>
                <a:gd name="connsiteY101" fmla="*/ 134566 h 140750"/>
                <a:gd name="connsiteX102" fmla="*/ 61148 w 186537"/>
                <a:gd name="connsiteY102" fmla="*/ 137542 h 140750"/>
                <a:gd name="connsiteX103" fmla="*/ 53707 w 186537"/>
                <a:gd name="connsiteY103" fmla="*/ 137542 h 140750"/>
                <a:gd name="connsiteX104" fmla="*/ 53707 w 186537"/>
                <a:gd name="connsiteY104" fmla="*/ 141263 h 140750"/>
                <a:gd name="connsiteX105" fmla="*/ 49242 w 186537"/>
                <a:gd name="connsiteY105" fmla="*/ 141263 h 140750"/>
                <a:gd name="connsiteX106" fmla="*/ 48498 w 186537"/>
                <a:gd name="connsiteY106" fmla="*/ 139030 h 140750"/>
                <a:gd name="connsiteX107" fmla="*/ 46265 w 186537"/>
                <a:gd name="connsiteY107" fmla="*/ 138286 h 140750"/>
                <a:gd name="connsiteX108" fmla="*/ 46265 w 186537"/>
                <a:gd name="connsiteY108" fmla="*/ 133821 h 140750"/>
                <a:gd name="connsiteX109" fmla="*/ 44033 w 186537"/>
                <a:gd name="connsiteY109" fmla="*/ 133821 h 140750"/>
                <a:gd name="connsiteX110" fmla="*/ 43289 w 186537"/>
                <a:gd name="connsiteY110" fmla="*/ 130845 h 140750"/>
                <a:gd name="connsiteX111" fmla="*/ 41056 w 186537"/>
                <a:gd name="connsiteY111" fmla="*/ 128612 h 140750"/>
                <a:gd name="connsiteX112" fmla="*/ 37336 w 186537"/>
                <a:gd name="connsiteY112" fmla="*/ 121915 h 140750"/>
                <a:gd name="connsiteX113" fmla="*/ 35847 w 186537"/>
                <a:gd name="connsiteY113" fmla="*/ 121915 h 140750"/>
                <a:gd name="connsiteX114" fmla="*/ 34359 w 186537"/>
                <a:gd name="connsiteY114" fmla="*/ 118939 h 140750"/>
                <a:gd name="connsiteX115" fmla="*/ 32871 w 186537"/>
                <a:gd name="connsiteY115" fmla="*/ 118195 h 140750"/>
                <a:gd name="connsiteX116" fmla="*/ 32545 w 186537"/>
                <a:gd name="connsiteY116" fmla="*/ 116334 h 140750"/>
                <a:gd name="connsiteX117" fmla="*/ 32127 w 186537"/>
                <a:gd name="connsiteY117" fmla="*/ 114474 h 140750"/>
                <a:gd name="connsiteX118" fmla="*/ 29894 w 186537"/>
                <a:gd name="connsiteY118" fmla="*/ 113730 h 140750"/>
                <a:gd name="connsiteX119" fmla="*/ 29150 w 186537"/>
                <a:gd name="connsiteY119" fmla="*/ 110753 h 140750"/>
                <a:gd name="connsiteX120" fmla="*/ 27662 w 186537"/>
                <a:gd name="connsiteY120" fmla="*/ 110009 h 140750"/>
                <a:gd name="connsiteX121" fmla="*/ 27336 w 186537"/>
                <a:gd name="connsiteY121" fmla="*/ 108567 h 140750"/>
                <a:gd name="connsiteX122" fmla="*/ 24685 w 186537"/>
                <a:gd name="connsiteY122" fmla="*/ 105544 h 140750"/>
                <a:gd name="connsiteX123" fmla="*/ 24685 w 186537"/>
                <a:gd name="connsiteY123" fmla="*/ 103312 h 140750"/>
                <a:gd name="connsiteX124" fmla="*/ 23383 w 186537"/>
                <a:gd name="connsiteY124" fmla="*/ 102754 h 140750"/>
                <a:gd name="connsiteX125" fmla="*/ 19497 w 186537"/>
                <a:gd name="connsiteY125" fmla="*/ 97847 h 140750"/>
                <a:gd name="connsiteX126" fmla="*/ 16500 w 186537"/>
                <a:gd name="connsiteY126" fmla="*/ 95126 h 140750"/>
                <a:gd name="connsiteX127" fmla="*/ 15011 w 186537"/>
                <a:gd name="connsiteY127" fmla="*/ 91405 h 140750"/>
                <a:gd name="connsiteX128" fmla="*/ 13523 w 186537"/>
                <a:gd name="connsiteY128" fmla="*/ 90661 h 140750"/>
                <a:gd name="connsiteX129" fmla="*/ 13430 w 186537"/>
                <a:gd name="connsiteY129" fmla="*/ 86894 h 140750"/>
                <a:gd name="connsiteX130" fmla="*/ 13471 w 186537"/>
                <a:gd name="connsiteY130" fmla="*/ 84822 h 140750"/>
                <a:gd name="connsiteX131" fmla="*/ 13523 w 186537"/>
                <a:gd name="connsiteY131" fmla="*/ 83220 h 140750"/>
                <a:gd name="connsiteX132" fmla="*/ 17988 w 186537"/>
                <a:gd name="connsiteY132" fmla="*/ 82476 h 140750"/>
                <a:gd name="connsiteX133" fmla="*/ 17988 w 186537"/>
                <a:gd name="connsiteY133" fmla="*/ 79499 h 140750"/>
                <a:gd name="connsiteX134" fmla="*/ 19590 w 186537"/>
                <a:gd name="connsiteY134" fmla="*/ 79604 h 140750"/>
                <a:gd name="connsiteX135" fmla="*/ 21662 w 186537"/>
                <a:gd name="connsiteY135" fmla="*/ 79685 h 140750"/>
                <a:gd name="connsiteX136" fmla="*/ 23729 w 186537"/>
                <a:gd name="connsiteY136" fmla="*/ 79790 h 140750"/>
                <a:gd name="connsiteX137" fmla="*/ 25429 w 186537"/>
                <a:gd name="connsiteY137" fmla="*/ 79499 h 140750"/>
                <a:gd name="connsiteX138" fmla="*/ 26173 w 186537"/>
                <a:gd name="connsiteY138" fmla="*/ 76523 h 140750"/>
                <a:gd name="connsiteX139" fmla="*/ 31359 w 186537"/>
                <a:gd name="connsiteY139" fmla="*/ 76127 h 140750"/>
                <a:gd name="connsiteX140" fmla="*/ 32871 w 186537"/>
                <a:gd name="connsiteY140" fmla="*/ 75779 h 140750"/>
                <a:gd name="connsiteX141" fmla="*/ 33615 w 186537"/>
                <a:gd name="connsiteY141" fmla="*/ 72802 h 140750"/>
                <a:gd name="connsiteX142" fmla="*/ 36917 w 186537"/>
                <a:gd name="connsiteY142" fmla="*/ 72430 h 140750"/>
                <a:gd name="connsiteX143" fmla="*/ 40312 w 186537"/>
                <a:gd name="connsiteY143" fmla="*/ 72058 h 140750"/>
                <a:gd name="connsiteX144" fmla="*/ 41800 w 186537"/>
                <a:gd name="connsiteY144" fmla="*/ 69081 h 140750"/>
                <a:gd name="connsiteX145" fmla="*/ 46265 w 186537"/>
                <a:gd name="connsiteY145" fmla="*/ 69081 h 140750"/>
                <a:gd name="connsiteX146" fmla="*/ 46916 w 186537"/>
                <a:gd name="connsiteY146" fmla="*/ 67639 h 140750"/>
                <a:gd name="connsiteX147" fmla="*/ 47754 w 186537"/>
                <a:gd name="connsiteY147" fmla="*/ 66105 h 140750"/>
                <a:gd name="connsiteX148" fmla="*/ 50730 w 186537"/>
                <a:gd name="connsiteY148" fmla="*/ 65733 h 140750"/>
                <a:gd name="connsiteX149" fmla="*/ 53707 w 186537"/>
                <a:gd name="connsiteY149" fmla="*/ 65361 h 140750"/>
                <a:gd name="connsiteX150" fmla="*/ 55195 w 186537"/>
                <a:gd name="connsiteY150" fmla="*/ 62384 h 140750"/>
                <a:gd name="connsiteX151" fmla="*/ 60404 w 186537"/>
                <a:gd name="connsiteY151" fmla="*/ 61640 h 140750"/>
                <a:gd name="connsiteX152" fmla="*/ 61148 w 186537"/>
                <a:gd name="connsiteY152" fmla="*/ 59407 h 140750"/>
                <a:gd name="connsiteX153" fmla="*/ 64543 w 186537"/>
                <a:gd name="connsiteY153" fmla="*/ 58896 h 140750"/>
                <a:gd name="connsiteX154" fmla="*/ 66406 w 186537"/>
                <a:gd name="connsiteY154" fmla="*/ 58748 h 140750"/>
                <a:gd name="connsiteX155" fmla="*/ 67845 w 186537"/>
                <a:gd name="connsiteY155" fmla="*/ 58663 h 140750"/>
                <a:gd name="connsiteX156" fmla="*/ 67845 w 186537"/>
                <a:gd name="connsiteY156" fmla="*/ 55687 h 140750"/>
                <a:gd name="connsiteX157" fmla="*/ 70403 w 186537"/>
                <a:gd name="connsiteY157" fmla="*/ 55454 h 140750"/>
                <a:gd name="connsiteX158" fmla="*/ 73054 w 186537"/>
                <a:gd name="connsiteY158" fmla="*/ 54943 h 140750"/>
                <a:gd name="connsiteX159" fmla="*/ 73798 w 186537"/>
                <a:gd name="connsiteY159" fmla="*/ 52710 h 140750"/>
                <a:gd name="connsiteX160" fmla="*/ 79007 w 186537"/>
                <a:gd name="connsiteY160" fmla="*/ 51222 h 140750"/>
                <a:gd name="connsiteX161" fmla="*/ 79752 w 186537"/>
                <a:gd name="connsiteY161" fmla="*/ 48989 h 140750"/>
                <a:gd name="connsiteX162" fmla="*/ 82356 w 186537"/>
                <a:gd name="connsiteY162" fmla="*/ 48664 h 140750"/>
                <a:gd name="connsiteX163" fmla="*/ 84961 w 186537"/>
                <a:gd name="connsiteY163" fmla="*/ 48245 h 140750"/>
                <a:gd name="connsiteX164" fmla="*/ 85333 w 186537"/>
                <a:gd name="connsiteY164" fmla="*/ 46711 h 140750"/>
                <a:gd name="connsiteX165" fmla="*/ 85705 w 186537"/>
                <a:gd name="connsiteY165" fmla="*/ 45269 h 140750"/>
                <a:gd name="connsiteX166" fmla="*/ 90914 w 186537"/>
                <a:gd name="connsiteY166" fmla="*/ 45269 h 140750"/>
                <a:gd name="connsiteX167" fmla="*/ 90914 w 186537"/>
                <a:gd name="connsiteY167" fmla="*/ 42292 h 140750"/>
                <a:gd name="connsiteX168" fmla="*/ 93100 w 186537"/>
                <a:gd name="connsiteY168" fmla="*/ 42106 h 140750"/>
                <a:gd name="connsiteX169" fmla="*/ 95379 w 186537"/>
                <a:gd name="connsiteY169" fmla="*/ 41548 h 140750"/>
                <a:gd name="connsiteX170" fmla="*/ 95704 w 186537"/>
                <a:gd name="connsiteY170" fmla="*/ 40060 h 140750"/>
                <a:gd name="connsiteX171" fmla="*/ 96123 w 186537"/>
                <a:gd name="connsiteY171" fmla="*/ 38571 h 140750"/>
                <a:gd name="connsiteX172" fmla="*/ 101332 w 186537"/>
                <a:gd name="connsiteY172" fmla="*/ 37827 h 140750"/>
                <a:gd name="connsiteX173" fmla="*/ 102076 w 186537"/>
                <a:gd name="connsiteY173" fmla="*/ 35595 h 140750"/>
                <a:gd name="connsiteX174" fmla="*/ 104308 w 186537"/>
                <a:gd name="connsiteY174" fmla="*/ 35269 h 140750"/>
                <a:gd name="connsiteX175" fmla="*/ 106541 w 186537"/>
                <a:gd name="connsiteY175" fmla="*/ 34851 h 140750"/>
                <a:gd name="connsiteX176" fmla="*/ 106913 w 186537"/>
                <a:gd name="connsiteY176" fmla="*/ 33316 h 140750"/>
                <a:gd name="connsiteX177" fmla="*/ 107285 w 186537"/>
                <a:gd name="connsiteY177" fmla="*/ 31874 h 140750"/>
                <a:gd name="connsiteX178" fmla="*/ 111750 w 186537"/>
                <a:gd name="connsiteY178" fmla="*/ 31874 h 140750"/>
                <a:gd name="connsiteX179" fmla="*/ 112494 w 186537"/>
                <a:gd name="connsiteY179" fmla="*/ 28898 h 140750"/>
                <a:gd name="connsiteX180" fmla="*/ 116959 w 186537"/>
                <a:gd name="connsiteY180" fmla="*/ 28154 h 140750"/>
                <a:gd name="connsiteX181" fmla="*/ 116959 w 186537"/>
                <a:gd name="connsiteY181" fmla="*/ 25177 h 140750"/>
                <a:gd name="connsiteX182" fmla="*/ 120679 w 186537"/>
                <a:gd name="connsiteY182" fmla="*/ 24433 h 140750"/>
                <a:gd name="connsiteX183" fmla="*/ 121005 w 186537"/>
                <a:gd name="connsiteY183" fmla="*/ 22945 h 140750"/>
                <a:gd name="connsiteX184" fmla="*/ 121423 w 186537"/>
                <a:gd name="connsiteY184" fmla="*/ 21456 h 140750"/>
                <a:gd name="connsiteX185" fmla="*/ 125888 w 186537"/>
                <a:gd name="connsiteY185" fmla="*/ 20712 h 140750"/>
                <a:gd name="connsiteX186" fmla="*/ 126632 w 186537"/>
                <a:gd name="connsiteY186" fmla="*/ 18480 h 140750"/>
                <a:gd name="connsiteX187" fmla="*/ 128539 w 186537"/>
                <a:gd name="connsiteY187" fmla="*/ 17736 h 140750"/>
                <a:gd name="connsiteX188" fmla="*/ 130353 w 186537"/>
                <a:gd name="connsiteY188" fmla="*/ 16991 h 140750"/>
                <a:gd name="connsiteX189" fmla="*/ 130353 w 186537"/>
                <a:gd name="connsiteY189" fmla="*/ 14759 h 140750"/>
                <a:gd name="connsiteX190" fmla="*/ 134074 w 186537"/>
                <a:gd name="connsiteY190" fmla="*/ 14015 h 140750"/>
                <a:gd name="connsiteX191" fmla="*/ 134818 w 186537"/>
                <a:gd name="connsiteY191" fmla="*/ 11782 h 140750"/>
                <a:gd name="connsiteX192" fmla="*/ 139283 w 186537"/>
                <a:gd name="connsiteY192" fmla="*/ 11038 h 140750"/>
                <a:gd name="connsiteX193" fmla="*/ 139283 w 186537"/>
                <a:gd name="connsiteY193" fmla="*/ 8062 h 140750"/>
                <a:gd name="connsiteX194" fmla="*/ 143004 w 186537"/>
                <a:gd name="connsiteY194" fmla="*/ 6573 h 140750"/>
                <a:gd name="connsiteX195" fmla="*/ 144492 w 186537"/>
                <a:gd name="connsiteY195" fmla="*/ 4341 h 140750"/>
                <a:gd name="connsiteX196" fmla="*/ 147468 w 186537"/>
                <a:gd name="connsiteY196" fmla="*/ 4341 h 140750"/>
                <a:gd name="connsiteX197" fmla="*/ 147468 w 186537"/>
                <a:gd name="connsiteY197" fmla="*/ 1364 h 140750"/>
                <a:gd name="connsiteX198" fmla="*/ 154305 w 186537"/>
                <a:gd name="connsiteY198" fmla="*/ 806 h 14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86537" h="140750">
                  <a:moveTo>
                    <a:pt x="154305" y="806"/>
                  </a:moveTo>
                  <a:cubicBezTo>
                    <a:pt x="155288" y="881"/>
                    <a:pt x="155288" y="881"/>
                    <a:pt x="156291" y="958"/>
                  </a:cubicBezTo>
                  <a:cubicBezTo>
                    <a:pt x="157080" y="1159"/>
                    <a:pt x="157080" y="1159"/>
                    <a:pt x="157886" y="1364"/>
                  </a:cubicBezTo>
                  <a:cubicBezTo>
                    <a:pt x="158132" y="2101"/>
                    <a:pt x="158378" y="2838"/>
                    <a:pt x="158631" y="3597"/>
                  </a:cubicBezTo>
                  <a:cubicBezTo>
                    <a:pt x="159866" y="4104"/>
                    <a:pt x="161107" y="4600"/>
                    <a:pt x="162351" y="5085"/>
                  </a:cubicBezTo>
                  <a:cubicBezTo>
                    <a:pt x="163088" y="6190"/>
                    <a:pt x="163088" y="6190"/>
                    <a:pt x="163840" y="7318"/>
                  </a:cubicBezTo>
                  <a:cubicBezTo>
                    <a:pt x="164469" y="7440"/>
                    <a:pt x="165098" y="7563"/>
                    <a:pt x="165746" y="7690"/>
                  </a:cubicBezTo>
                  <a:cubicBezTo>
                    <a:pt x="166644" y="7874"/>
                    <a:pt x="166644" y="7874"/>
                    <a:pt x="167560" y="8062"/>
                  </a:cubicBezTo>
                  <a:cubicBezTo>
                    <a:pt x="167806" y="8798"/>
                    <a:pt x="168051" y="9535"/>
                    <a:pt x="168304" y="10294"/>
                  </a:cubicBezTo>
                  <a:cubicBezTo>
                    <a:pt x="169041" y="10639"/>
                    <a:pt x="169041" y="10639"/>
                    <a:pt x="169793" y="10992"/>
                  </a:cubicBezTo>
                  <a:cubicBezTo>
                    <a:pt x="170284" y="11253"/>
                    <a:pt x="170775" y="11514"/>
                    <a:pt x="171281" y="11782"/>
                  </a:cubicBezTo>
                  <a:cubicBezTo>
                    <a:pt x="171373" y="12304"/>
                    <a:pt x="171465" y="12826"/>
                    <a:pt x="171560" y="13364"/>
                  </a:cubicBezTo>
                  <a:cubicBezTo>
                    <a:pt x="171713" y="13824"/>
                    <a:pt x="171867" y="14285"/>
                    <a:pt x="172025" y="14759"/>
                  </a:cubicBezTo>
                  <a:cubicBezTo>
                    <a:pt x="172762" y="14759"/>
                    <a:pt x="173498" y="14759"/>
                    <a:pt x="174257" y="14759"/>
                  </a:cubicBezTo>
                  <a:cubicBezTo>
                    <a:pt x="174994" y="14759"/>
                    <a:pt x="175731" y="14759"/>
                    <a:pt x="176490" y="14759"/>
                  </a:cubicBezTo>
                  <a:cubicBezTo>
                    <a:pt x="176745" y="15749"/>
                    <a:pt x="176993" y="16742"/>
                    <a:pt x="177234" y="17736"/>
                  </a:cubicBezTo>
                  <a:cubicBezTo>
                    <a:pt x="178717" y="18014"/>
                    <a:pt x="180206" y="18262"/>
                    <a:pt x="181699" y="18480"/>
                  </a:cubicBezTo>
                  <a:cubicBezTo>
                    <a:pt x="181944" y="19216"/>
                    <a:pt x="182190" y="19953"/>
                    <a:pt x="182443" y="20712"/>
                  </a:cubicBezTo>
                  <a:cubicBezTo>
                    <a:pt x="182934" y="20958"/>
                    <a:pt x="183425" y="21203"/>
                    <a:pt x="183931" y="21456"/>
                  </a:cubicBezTo>
                  <a:cubicBezTo>
                    <a:pt x="185420" y="22200"/>
                    <a:pt x="185420" y="22200"/>
                    <a:pt x="186164" y="24433"/>
                  </a:cubicBezTo>
                  <a:cubicBezTo>
                    <a:pt x="186762" y="24540"/>
                    <a:pt x="187361" y="24648"/>
                    <a:pt x="187978" y="24758"/>
                  </a:cubicBezTo>
                  <a:cubicBezTo>
                    <a:pt x="188607" y="24897"/>
                    <a:pt x="189236" y="25035"/>
                    <a:pt x="189884" y="25177"/>
                  </a:cubicBezTo>
                  <a:cubicBezTo>
                    <a:pt x="190130" y="25683"/>
                    <a:pt x="190376" y="26190"/>
                    <a:pt x="190629" y="26712"/>
                  </a:cubicBezTo>
                  <a:cubicBezTo>
                    <a:pt x="190874" y="27188"/>
                    <a:pt x="191120" y="27663"/>
                    <a:pt x="191373" y="28154"/>
                  </a:cubicBezTo>
                  <a:cubicBezTo>
                    <a:pt x="192002" y="28138"/>
                    <a:pt x="192631" y="28123"/>
                    <a:pt x="193280" y="28107"/>
                  </a:cubicBezTo>
                  <a:cubicBezTo>
                    <a:pt x="193878" y="28122"/>
                    <a:pt x="194477" y="28138"/>
                    <a:pt x="195093" y="28154"/>
                  </a:cubicBezTo>
                  <a:cubicBezTo>
                    <a:pt x="195348" y="29393"/>
                    <a:pt x="195595" y="30633"/>
                    <a:pt x="195838" y="31874"/>
                  </a:cubicBezTo>
                  <a:cubicBezTo>
                    <a:pt x="196467" y="31951"/>
                    <a:pt x="197096" y="32028"/>
                    <a:pt x="197744" y="32107"/>
                  </a:cubicBezTo>
                  <a:cubicBezTo>
                    <a:pt x="198642" y="32360"/>
                    <a:pt x="198642" y="32360"/>
                    <a:pt x="199558" y="32618"/>
                  </a:cubicBezTo>
                  <a:cubicBezTo>
                    <a:pt x="200046" y="34634"/>
                    <a:pt x="200078" y="36563"/>
                    <a:pt x="199558" y="38571"/>
                  </a:cubicBezTo>
                  <a:cubicBezTo>
                    <a:pt x="198822" y="38817"/>
                    <a:pt x="198085" y="39063"/>
                    <a:pt x="197326" y="39316"/>
                  </a:cubicBezTo>
                  <a:cubicBezTo>
                    <a:pt x="197080" y="40052"/>
                    <a:pt x="196835" y="40789"/>
                    <a:pt x="196582" y="41548"/>
                  </a:cubicBezTo>
                  <a:cubicBezTo>
                    <a:pt x="195596" y="42058"/>
                    <a:pt x="194603" y="42552"/>
                    <a:pt x="193605" y="43036"/>
                  </a:cubicBezTo>
                  <a:cubicBezTo>
                    <a:pt x="193083" y="43558"/>
                    <a:pt x="192561" y="44080"/>
                    <a:pt x="192024" y="44618"/>
                  </a:cubicBezTo>
                  <a:cubicBezTo>
                    <a:pt x="190629" y="46013"/>
                    <a:pt x="190629" y="46013"/>
                    <a:pt x="189140" y="46013"/>
                  </a:cubicBezTo>
                  <a:cubicBezTo>
                    <a:pt x="189048" y="46504"/>
                    <a:pt x="188956" y="46995"/>
                    <a:pt x="188861" y="47501"/>
                  </a:cubicBezTo>
                  <a:cubicBezTo>
                    <a:pt x="188708" y="47992"/>
                    <a:pt x="188554" y="48483"/>
                    <a:pt x="188396" y="48989"/>
                  </a:cubicBezTo>
                  <a:cubicBezTo>
                    <a:pt x="187414" y="48989"/>
                    <a:pt x="186432" y="48989"/>
                    <a:pt x="185420" y="48989"/>
                  </a:cubicBezTo>
                  <a:cubicBezTo>
                    <a:pt x="185420" y="49972"/>
                    <a:pt x="185420" y="50954"/>
                    <a:pt x="185420" y="51966"/>
                  </a:cubicBezTo>
                  <a:cubicBezTo>
                    <a:pt x="184024" y="52757"/>
                    <a:pt x="184024" y="52757"/>
                    <a:pt x="182443" y="53454"/>
                  </a:cubicBezTo>
                  <a:cubicBezTo>
                    <a:pt x="181952" y="54191"/>
                    <a:pt x="181461" y="54928"/>
                    <a:pt x="180955" y="55687"/>
                  </a:cubicBezTo>
                  <a:cubicBezTo>
                    <a:pt x="179963" y="56183"/>
                    <a:pt x="178970" y="56679"/>
                    <a:pt x="177978" y="57175"/>
                  </a:cubicBezTo>
                  <a:cubicBezTo>
                    <a:pt x="177978" y="57666"/>
                    <a:pt x="177978" y="58157"/>
                    <a:pt x="177978" y="58663"/>
                  </a:cubicBezTo>
                  <a:cubicBezTo>
                    <a:pt x="177288" y="58801"/>
                    <a:pt x="177288" y="58801"/>
                    <a:pt x="176583" y="58942"/>
                  </a:cubicBezTo>
                  <a:cubicBezTo>
                    <a:pt x="176061" y="59096"/>
                    <a:pt x="175539" y="59249"/>
                    <a:pt x="175002" y="59407"/>
                  </a:cubicBezTo>
                  <a:cubicBezTo>
                    <a:pt x="174493" y="60393"/>
                    <a:pt x="173997" y="61386"/>
                    <a:pt x="173513" y="62384"/>
                  </a:cubicBezTo>
                  <a:cubicBezTo>
                    <a:pt x="172534" y="62904"/>
                    <a:pt x="171541" y="63401"/>
                    <a:pt x="170537" y="63872"/>
                  </a:cubicBezTo>
                  <a:cubicBezTo>
                    <a:pt x="170046" y="64609"/>
                    <a:pt x="169555" y="65346"/>
                    <a:pt x="169048" y="66105"/>
                  </a:cubicBezTo>
                  <a:cubicBezTo>
                    <a:pt x="168312" y="66105"/>
                    <a:pt x="167575" y="66105"/>
                    <a:pt x="166816" y="66105"/>
                  </a:cubicBezTo>
                  <a:cubicBezTo>
                    <a:pt x="166586" y="66565"/>
                    <a:pt x="166356" y="67026"/>
                    <a:pt x="166118" y="67500"/>
                  </a:cubicBezTo>
                  <a:cubicBezTo>
                    <a:pt x="165147" y="69443"/>
                    <a:pt x="164237" y="69627"/>
                    <a:pt x="162351" y="70570"/>
                  </a:cubicBezTo>
                  <a:cubicBezTo>
                    <a:pt x="162351" y="71306"/>
                    <a:pt x="162351" y="72043"/>
                    <a:pt x="162351" y="72802"/>
                  </a:cubicBezTo>
                  <a:cubicBezTo>
                    <a:pt x="161630" y="72741"/>
                    <a:pt x="160909" y="72679"/>
                    <a:pt x="160165" y="72616"/>
                  </a:cubicBezTo>
                  <a:cubicBezTo>
                    <a:pt x="159413" y="72677"/>
                    <a:pt x="158661" y="72739"/>
                    <a:pt x="157886" y="72802"/>
                  </a:cubicBezTo>
                  <a:cubicBezTo>
                    <a:pt x="157447" y="74250"/>
                    <a:pt x="157447" y="74250"/>
                    <a:pt x="157142" y="75779"/>
                  </a:cubicBezTo>
                  <a:cubicBezTo>
                    <a:pt x="156513" y="75901"/>
                    <a:pt x="155884" y="76024"/>
                    <a:pt x="155235" y="76151"/>
                  </a:cubicBezTo>
                  <a:cubicBezTo>
                    <a:pt x="154637" y="76273"/>
                    <a:pt x="154038" y="76396"/>
                    <a:pt x="153422" y="76523"/>
                  </a:cubicBezTo>
                  <a:cubicBezTo>
                    <a:pt x="153422" y="77505"/>
                    <a:pt x="153422" y="78487"/>
                    <a:pt x="153422" y="79499"/>
                  </a:cubicBezTo>
                  <a:cubicBezTo>
                    <a:pt x="152184" y="79760"/>
                    <a:pt x="150943" y="80007"/>
                    <a:pt x="149701" y="80243"/>
                  </a:cubicBezTo>
                  <a:cubicBezTo>
                    <a:pt x="149455" y="80750"/>
                    <a:pt x="149210" y="81256"/>
                    <a:pt x="148957" y="81778"/>
                  </a:cubicBezTo>
                  <a:cubicBezTo>
                    <a:pt x="148711" y="82254"/>
                    <a:pt x="148466" y="82730"/>
                    <a:pt x="148213" y="83220"/>
                  </a:cubicBezTo>
                  <a:cubicBezTo>
                    <a:pt x="146259" y="83406"/>
                    <a:pt x="146259" y="83406"/>
                    <a:pt x="144492" y="83220"/>
                  </a:cubicBezTo>
                  <a:cubicBezTo>
                    <a:pt x="144492" y="84202"/>
                    <a:pt x="144492" y="85184"/>
                    <a:pt x="144492" y="86196"/>
                  </a:cubicBezTo>
                  <a:cubicBezTo>
                    <a:pt x="141913" y="86565"/>
                    <a:pt x="141913" y="86565"/>
                    <a:pt x="139283" y="86941"/>
                  </a:cubicBezTo>
                  <a:cubicBezTo>
                    <a:pt x="139283" y="87923"/>
                    <a:pt x="139283" y="88905"/>
                    <a:pt x="139283" y="89917"/>
                  </a:cubicBezTo>
                  <a:cubicBezTo>
                    <a:pt x="138050" y="90202"/>
                    <a:pt x="136809" y="90448"/>
                    <a:pt x="135562" y="90661"/>
                  </a:cubicBezTo>
                  <a:cubicBezTo>
                    <a:pt x="135317" y="91398"/>
                    <a:pt x="135071" y="92135"/>
                    <a:pt x="134818" y="92894"/>
                  </a:cubicBezTo>
                  <a:cubicBezTo>
                    <a:pt x="133920" y="93055"/>
                    <a:pt x="133920" y="93055"/>
                    <a:pt x="133004" y="93219"/>
                  </a:cubicBezTo>
                  <a:cubicBezTo>
                    <a:pt x="132375" y="93357"/>
                    <a:pt x="131746" y="93496"/>
                    <a:pt x="131097" y="93638"/>
                  </a:cubicBezTo>
                  <a:cubicBezTo>
                    <a:pt x="130852" y="94129"/>
                    <a:pt x="130606" y="94620"/>
                    <a:pt x="130353" y="95126"/>
                  </a:cubicBezTo>
                  <a:cubicBezTo>
                    <a:pt x="130108" y="95617"/>
                    <a:pt x="129862" y="96108"/>
                    <a:pt x="129609" y="96614"/>
                  </a:cubicBezTo>
                  <a:cubicBezTo>
                    <a:pt x="128369" y="96862"/>
                    <a:pt x="127129" y="97111"/>
                    <a:pt x="125888" y="97359"/>
                  </a:cubicBezTo>
                  <a:cubicBezTo>
                    <a:pt x="125658" y="97865"/>
                    <a:pt x="125428" y="98372"/>
                    <a:pt x="125191" y="98893"/>
                  </a:cubicBezTo>
                  <a:cubicBezTo>
                    <a:pt x="124930" y="99369"/>
                    <a:pt x="124669" y="99845"/>
                    <a:pt x="124400" y="100335"/>
                  </a:cubicBezTo>
                  <a:cubicBezTo>
                    <a:pt x="122075" y="100521"/>
                    <a:pt x="122075" y="100521"/>
                    <a:pt x="119935" y="100335"/>
                  </a:cubicBezTo>
                  <a:cubicBezTo>
                    <a:pt x="119935" y="101317"/>
                    <a:pt x="119935" y="102300"/>
                    <a:pt x="119935" y="103312"/>
                  </a:cubicBezTo>
                  <a:cubicBezTo>
                    <a:pt x="118216" y="103557"/>
                    <a:pt x="116497" y="103803"/>
                    <a:pt x="114726" y="104056"/>
                  </a:cubicBezTo>
                  <a:cubicBezTo>
                    <a:pt x="114726" y="105038"/>
                    <a:pt x="114726" y="106020"/>
                    <a:pt x="114726" y="107032"/>
                  </a:cubicBezTo>
                  <a:cubicBezTo>
                    <a:pt x="113644" y="107148"/>
                    <a:pt x="113644" y="107148"/>
                    <a:pt x="112540" y="107265"/>
                  </a:cubicBezTo>
                  <a:cubicBezTo>
                    <a:pt x="111788" y="107434"/>
                    <a:pt x="111036" y="107603"/>
                    <a:pt x="110261" y="107777"/>
                  </a:cubicBezTo>
                  <a:cubicBezTo>
                    <a:pt x="110016" y="108513"/>
                    <a:pt x="109770" y="109250"/>
                    <a:pt x="109517" y="110009"/>
                  </a:cubicBezTo>
                  <a:cubicBezTo>
                    <a:pt x="108642" y="110255"/>
                    <a:pt x="107768" y="110500"/>
                    <a:pt x="106866" y="110753"/>
                  </a:cubicBezTo>
                  <a:cubicBezTo>
                    <a:pt x="106022" y="110999"/>
                    <a:pt x="105178" y="111244"/>
                    <a:pt x="104308" y="111497"/>
                  </a:cubicBezTo>
                  <a:cubicBezTo>
                    <a:pt x="104308" y="112234"/>
                    <a:pt x="104308" y="112971"/>
                    <a:pt x="104308" y="113730"/>
                  </a:cubicBezTo>
                  <a:cubicBezTo>
                    <a:pt x="103479" y="113791"/>
                    <a:pt x="102651" y="113852"/>
                    <a:pt x="101797" y="113916"/>
                  </a:cubicBezTo>
                  <a:cubicBezTo>
                    <a:pt x="100462" y="114192"/>
                    <a:pt x="100462" y="114192"/>
                    <a:pt x="99099" y="114474"/>
                  </a:cubicBezTo>
                  <a:cubicBezTo>
                    <a:pt x="98243" y="115937"/>
                    <a:pt x="98243" y="115937"/>
                    <a:pt x="97611" y="117450"/>
                  </a:cubicBezTo>
                  <a:cubicBezTo>
                    <a:pt x="96376" y="117722"/>
                    <a:pt x="95135" y="117971"/>
                    <a:pt x="93890" y="118195"/>
                  </a:cubicBezTo>
                  <a:cubicBezTo>
                    <a:pt x="93645" y="118931"/>
                    <a:pt x="93399" y="119668"/>
                    <a:pt x="93146" y="120427"/>
                  </a:cubicBezTo>
                  <a:cubicBezTo>
                    <a:pt x="91857" y="120588"/>
                    <a:pt x="91857" y="120588"/>
                    <a:pt x="90542" y="120753"/>
                  </a:cubicBezTo>
                  <a:cubicBezTo>
                    <a:pt x="89682" y="120891"/>
                    <a:pt x="88823" y="121029"/>
                    <a:pt x="87937" y="121171"/>
                  </a:cubicBezTo>
                  <a:cubicBezTo>
                    <a:pt x="87776" y="121931"/>
                    <a:pt x="87776" y="121931"/>
                    <a:pt x="87612" y="122706"/>
                  </a:cubicBezTo>
                  <a:cubicBezTo>
                    <a:pt x="87404" y="123420"/>
                    <a:pt x="87404" y="123420"/>
                    <a:pt x="87193" y="124148"/>
                  </a:cubicBezTo>
                  <a:cubicBezTo>
                    <a:pt x="85209" y="124148"/>
                    <a:pt x="83224" y="124148"/>
                    <a:pt x="81240" y="124148"/>
                  </a:cubicBezTo>
                  <a:cubicBezTo>
                    <a:pt x="80984" y="125138"/>
                    <a:pt x="80737" y="126130"/>
                    <a:pt x="80496" y="127124"/>
                  </a:cubicBezTo>
                  <a:cubicBezTo>
                    <a:pt x="78496" y="127662"/>
                    <a:pt x="76624" y="127736"/>
                    <a:pt x="74543" y="127868"/>
                  </a:cubicBezTo>
                  <a:cubicBezTo>
                    <a:pt x="74543" y="128851"/>
                    <a:pt x="74543" y="129833"/>
                    <a:pt x="74543" y="130845"/>
                  </a:cubicBezTo>
                  <a:cubicBezTo>
                    <a:pt x="73591" y="130906"/>
                    <a:pt x="72639" y="130968"/>
                    <a:pt x="71659" y="131031"/>
                  </a:cubicBezTo>
                  <a:cubicBezTo>
                    <a:pt x="70022" y="131183"/>
                    <a:pt x="70022" y="131183"/>
                    <a:pt x="68589" y="131589"/>
                  </a:cubicBezTo>
                  <a:cubicBezTo>
                    <a:pt x="68344" y="132096"/>
                    <a:pt x="68098" y="132602"/>
                    <a:pt x="67845" y="133124"/>
                  </a:cubicBezTo>
                  <a:cubicBezTo>
                    <a:pt x="67600" y="133600"/>
                    <a:pt x="67354" y="134075"/>
                    <a:pt x="67101" y="134566"/>
                  </a:cubicBezTo>
                  <a:cubicBezTo>
                    <a:pt x="65059" y="134850"/>
                    <a:pt x="63222" y="134699"/>
                    <a:pt x="61148" y="134566"/>
                  </a:cubicBezTo>
                  <a:cubicBezTo>
                    <a:pt x="61148" y="135548"/>
                    <a:pt x="61148" y="136530"/>
                    <a:pt x="61148" y="137542"/>
                  </a:cubicBezTo>
                  <a:cubicBezTo>
                    <a:pt x="58692" y="137542"/>
                    <a:pt x="56237" y="137542"/>
                    <a:pt x="53707" y="137542"/>
                  </a:cubicBezTo>
                  <a:cubicBezTo>
                    <a:pt x="53707" y="138770"/>
                    <a:pt x="53707" y="139998"/>
                    <a:pt x="53707" y="141263"/>
                  </a:cubicBezTo>
                  <a:cubicBezTo>
                    <a:pt x="51521" y="141402"/>
                    <a:pt x="51521" y="141402"/>
                    <a:pt x="49242" y="141263"/>
                  </a:cubicBezTo>
                  <a:cubicBezTo>
                    <a:pt x="48996" y="140526"/>
                    <a:pt x="48751" y="139789"/>
                    <a:pt x="48498" y="139030"/>
                  </a:cubicBezTo>
                  <a:cubicBezTo>
                    <a:pt x="47761" y="138785"/>
                    <a:pt x="47024" y="138539"/>
                    <a:pt x="46265" y="138286"/>
                  </a:cubicBezTo>
                  <a:cubicBezTo>
                    <a:pt x="46126" y="136007"/>
                    <a:pt x="46126" y="136007"/>
                    <a:pt x="46265" y="133821"/>
                  </a:cubicBezTo>
                  <a:cubicBezTo>
                    <a:pt x="45529" y="133821"/>
                    <a:pt x="44792" y="133821"/>
                    <a:pt x="44033" y="133821"/>
                  </a:cubicBezTo>
                  <a:cubicBezTo>
                    <a:pt x="43761" y="132836"/>
                    <a:pt x="43517" y="131842"/>
                    <a:pt x="43289" y="130845"/>
                  </a:cubicBezTo>
                  <a:cubicBezTo>
                    <a:pt x="42297" y="129729"/>
                    <a:pt x="42297" y="129729"/>
                    <a:pt x="41056" y="128612"/>
                  </a:cubicBezTo>
                  <a:cubicBezTo>
                    <a:pt x="39099" y="126367"/>
                    <a:pt x="37978" y="124807"/>
                    <a:pt x="37336" y="121915"/>
                  </a:cubicBezTo>
                  <a:cubicBezTo>
                    <a:pt x="36844" y="121915"/>
                    <a:pt x="36353" y="121915"/>
                    <a:pt x="35847" y="121915"/>
                  </a:cubicBezTo>
                  <a:cubicBezTo>
                    <a:pt x="35339" y="120929"/>
                    <a:pt x="34843" y="119937"/>
                    <a:pt x="34359" y="118939"/>
                  </a:cubicBezTo>
                  <a:cubicBezTo>
                    <a:pt x="33868" y="118693"/>
                    <a:pt x="33377" y="118448"/>
                    <a:pt x="32871" y="118195"/>
                  </a:cubicBezTo>
                  <a:cubicBezTo>
                    <a:pt x="32763" y="117581"/>
                    <a:pt x="32656" y="116967"/>
                    <a:pt x="32545" y="116334"/>
                  </a:cubicBezTo>
                  <a:cubicBezTo>
                    <a:pt x="32407" y="115720"/>
                    <a:pt x="32269" y="115106"/>
                    <a:pt x="32127" y="114474"/>
                  </a:cubicBezTo>
                  <a:cubicBezTo>
                    <a:pt x="31390" y="114228"/>
                    <a:pt x="30653" y="113983"/>
                    <a:pt x="29894" y="113730"/>
                  </a:cubicBezTo>
                  <a:cubicBezTo>
                    <a:pt x="29617" y="112745"/>
                    <a:pt x="29369" y="111752"/>
                    <a:pt x="29150" y="110753"/>
                  </a:cubicBezTo>
                  <a:cubicBezTo>
                    <a:pt x="28659" y="110508"/>
                    <a:pt x="28168" y="110262"/>
                    <a:pt x="27662" y="110009"/>
                  </a:cubicBezTo>
                  <a:cubicBezTo>
                    <a:pt x="27554" y="109533"/>
                    <a:pt x="27447" y="109057"/>
                    <a:pt x="27336" y="108567"/>
                  </a:cubicBezTo>
                  <a:cubicBezTo>
                    <a:pt x="27021" y="106748"/>
                    <a:pt x="27021" y="106748"/>
                    <a:pt x="24685" y="105544"/>
                  </a:cubicBezTo>
                  <a:cubicBezTo>
                    <a:pt x="24685" y="104807"/>
                    <a:pt x="24685" y="104071"/>
                    <a:pt x="24685" y="103312"/>
                  </a:cubicBezTo>
                  <a:cubicBezTo>
                    <a:pt x="24041" y="103035"/>
                    <a:pt x="24041" y="103035"/>
                    <a:pt x="23383" y="102754"/>
                  </a:cubicBezTo>
                  <a:cubicBezTo>
                    <a:pt x="21182" y="101531"/>
                    <a:pt x="20589" y="100060"/>
                    <a:pt x="19497" y="97847"/>
                  </a:cubicBezTo>
                  <a:cubicBezTo>
                    <a:pt x="18697" y="96369"/>
                    <a:pt x="18697" y="96369"/>
                    <a:pt x="16500" y="95126"/>
                  </a:cubicBezTo>
                  <a:cubicBezTo>
                    <a:pt x="15988" y="93892"/>
                    <a:pt x="15491" y="92652"/>
                    <a:pt x="15011" y="91405"/>
                  </a:cubicBezTo>
                  <a:cubicBezTo>
                    <a:pt x="14520" y="91160"/>
                    <a:pt x="14029" y="90914"/>
                    <a:pt x="13523" y="90661"/>
                  </a:cubicBezTo>
                  <a:cubicBezTo>
                    <a:pt x="13378" y="88961"/>
                    <a:pt x="13378" y="88961"/>
                    <a:pt x="13430" y="86894"/>
                  </a:cubicBezTo>
                  <a:cubicBezTo>
                    <a:pt x="13444" y="86210"/>
                    <a:pt x="13457" y="85526"/>
                    <a:pt x="13471" y="84822"/>
                  </a:cubicBezTo>
                  <a:cubicBezTo>
                    <a:pt x="13488" y="84293"/>
                    <a:pt x="13505" y="83764"/>
                    <a:pt x="13523" y="83220"/>
                  </a:cubicBezTo>
                  <a:cubicBezTo>
                    <a:pt x="15733" y="82852"/>
                    <a:pt x="15733" y="82852"/>
                    <a:pt x="17988" y="82476"/>
                  </a:cubicBezTo>
                  <a:cubicBezTo>
                    <a:pt x="17988" y="81494"/>
                    <a:pt x="17988" y="80511"/>
                    <a:pt x="17988" y="79499"/>
                  </a:cubicBezTo>
                  <a:cubicBezTo>
                    <a:pt x="18516" y="79534"/>
                    <a:pt x="19045" y="79568"/>
                    <a:pt x="19590" y="79604"/>
                  </a:cubicBezTo>
                  <a:cubicBezTo>
                    <a:pt x="20274" y="79631"/>
                    <a:pt x="20957" y="79658"/>
                    <a:pt x="21662" y="79685"/>
                  </a:cubicBezTo>
                  <a:cubicBezTo>
                    <a:pt x="22344" y="79720"/>
                    <a:pt x="23026" y="79754"/>
                    <a:pt x="23729" y="79790"/>
                  </a:cubicBezTo>
                  <a:cubicBezTo>
                    <a:pt x="24290" y="79694"/>
                    <a:pt x="24851" y="79598"/>
                    <a:pt x="25429" y="79499"/>
                  </a:cubicBezTo>
                  <a:cubicBezTo>
                    <a:pt x="25696" y="78512"/>
                    <a:pt x="25944" y="77519"/>
                    <a:pt x="26173" y="76523"/>
                  </a:cubicBezTo>
                  <a:cubicBezTo>
                    <a:pt x="27930" y="76117"/>
                    <a:pt x="29559" y="76150"/>
                    <a:pt x="31359" y="76127"/>
                  </a:cubicBezTo>
                  <a:cubicBezTo>
                    <a:pt x="31858" y="76012"/>
                    <a:pt x="32357" y="75897"/>
                    <a:pt x="32871" y="75779"/>
                  </a:cubicBezTo>
                  <a:cubicBezTo>
                    <a:pt x="33121" y="74787"/>
                    <a:pt x="33369" y="73795"/>
                    <a:pt x="33615" y="72802"/>
                  </a:cubicBezTo>
                  <a:cubicBezTo>
                    <a:pt x="35100" y="72453"/>
                    <a:pt x="35100" y="72453"/>
                    <a:pt x="36917" y="72430"/>
                  </a:cubicBezTo>
                  <a:cubicBezTo>
                    <a:pt x="38704" y="72468"/>
                    <a:pt x="38704" y="72468"/>
                    <a:pt x="40312" y="72058"/>
                  </a:cubicBezTo>
                  <a:cubicBezTo>
                    <a:pt x="40840" y="71082"/>
                    <a:pt x="41338" y="70090"/>
                    <a:pt x="41800" y="69081"/>
                  </a:cubicBezTo>
                  <a:cubicBezTo>
                    <a:pt x="43289" y="69081"/>
                    <a:pt x="44777" y="69081"/>
                    <a:pt x="46265" y="69081"/>
                  </a:cubicBezTo>
                  <a:cubicBezTo>
                    <a:pt x="46480" y="68605"/>
                    <a:pt x="46695" y="68130"/>
                    <a:pt x="46916" y="67639"/>
                  </a:cubicBezTo>
                  <a:cubicBezTo>
                    <a:pt x="47193" y="67133"/>
                    <a:pt x="47469" y="66627"/>
                    <a:pt x="47754" y="66105"/>
                  </a:cubicBezTo>
                  <a:cubicBezTo>
                    <a:pt x="49108" y="65846"/>
                    <a:pt x="49108" y="65846"/>
                    <a:pt x="50730" y="65733"/>
                  </a:cubicBezTo>
                  <a:cubicBezTo>
                    <a:pt x="52317" y="65650"/>
                    <a:pt x="52317" y="65650"/>
                    <a:pt x="53707" y="65361"/>
                  </a:cubicBezTo>
                  <a:cubicBezTo>
                    <a:pt x="54227" y="64381"/>
                    <a:pt x="54724" y="63388"/>
                    <a:pt x="55195" y="62384"/>
                  </a:cubicBezTo>
                  <a:cubicBezTo>
                    <a:pt x="56927" y="62110"/>
                    <a:pt x="58664" y="61861"/>
                    <a:pt x="60404" y="61640"/>
                  </a:cubicBezTo>
                  <a:cubicBezTo>
                    <a:pt x="60772" y="60535"/>
                    <a:pt x="60772" y="60535"/>
                    <a:pt x="61148" y="59407"/>
                  </a:cubicBezTo>
                  <a:cubicBezTo>
                    <a:pt x="62686" y="59027"/>
                    <a:pt x="62686" y="59027"/>
                    <a:pt x="64543" y="58896"/>
                  </a:cubicBezTo>
                  <a:cubicBezTo>
                    <a:pt x="65158" y="58847"/>
                    <a:pt x="65773" y="58798"/>
                    <a:pt x="66406" y="58748"/>
                  </a:cubicBezTo>
                  <a:cubicBezTo>
                    <a:pt x="66881" y="58720"/>
                    <a:pt x="67356" y="58692"/>
                    <a:pt x="67845" y="58663"/>
                  </a:cubicBezTo>
                  <a:cubicBezTo>
                    <a:pt x="67845" y="57681"/>
                    <a:pt x="67845" y="56699"/>
                    <a:pt x="67845" y="55687"/>
                  </a:cubicBezTo>
                  <a:cubicBezTo>
                    <a:pt x="68689" y="55610"/>
                    <a:pt x="69534" y="55533"/>
                    <a:pt x="70403" y="55454"/>
                  </a:cubicBezTo>
                  <a:cubicBezTo>
                    <a:pt x="71278" y="55285"/>
                    <a:pt x="72153" y="55117"/>
                    <a:pt x="73054" y="54943"/>
                  </a:cubicBezTo>
                  <a:cubicBezTo>
                    <a:pt x="73423" y="53838"/>
                    <a:pt x="73423" y="53838"/>
                    <a:pt x="73798" y="52710"/>
                  </a:cubicBezTo>
                  <a:cubicBezTo>
                    <a:pt x="75535" y="52214"/>
                    <a:pt x="77271" y="51718"/>
                    <a:pt x="79007" y="51222"/>
                  </a:cubicBezTo>
                  <a:cubicBezTo>
                    <a:pt x="79376" y="50117"/>
                    <a:pt x="79376" y="50117"/>
                    <a:pt x="79752" y="48989"/>
                  </a:cubicBezTo>
                  <a:cubicBezTo>
                    <a:pt x="81041" y="48828"/>
                    <a:pt x="81041" y="48828"/>
                    <a:pt x="82356" y="48664"/>
                  </a:cubicBezTo>
                  <a:cubicBezTo>
                    <a:pt x="83216" y="48526"/>
                    <a:pt x="84075" y="48388"/>
                    <a:pt x="84961" y="48245"/>
                  </a:cubicBezTo>
                  <a:cubicBezTo>
                    <a:pt x="85083" y="47739"/>
                    <a:pt x="85206" y="47232"/>
                    <a:pt x="85333" y="46711"/>
                  </a:cubicBezTo>
                  <a:cubicBezTo>
                    <a:pt x="85455" y="46235"/>
                    <a:pt x="85578" y="45759"/>
                    <a:pt x="85705" y="45269"/>
                  </a:cubicBezTo>
                  <a:cubicBezTo>
                    <a:pt x="88356" y="45083"/>
                    <a:pt x="88356" y="45083"/>
                    <a:pt x="90914" y="45269"/>
                  </a:cubicBezTo>
                  <a:cubicBezTo>
                    <a:pt x="90914" y="44286"/>
                    <a:pt x="90914" y="43304"/>
                    <a:pt x="90914" y="42292"/>
                  </a:cubicBezTo>
                  <a:cubicBezTo>
                    <a:pt x="91635" y="42231"/>
                    <a:pt x="92356" y="42169"/>
                    <a:pt x="93100" y="42106"/>
                  </a:cubicBezTo>
                  <a:cubicBezTo>
                    <a:pt x="93852" y="41922"/>
                    <a:pt x="94604" y="41738"/>
                    <a:pt x="95379" y="41548"/>
                  </a:cubicBezTo>
                  <a:cubicBezTo>
                    <a:pt x="95540" y="40811"/>
                    <a:pt x="95540" y="40811"/>
                    <a:pt x="95704" y="40060"/>
                  </a:cubicBezTo>
                  <a:cubicBezTo>
                    <a:pt x="95842" y="39569"/>
                    <a:pt x="95980" y="39078"/>
                    <a:pt x="96123" y="38571"/>
                  </a:cubicBezTo>
                  <a:cubicBezTo>
                    <a:pt x="97854" y="38293"/>
                    <a:pt x="99591" y="38045"/>
                    <a:pt x="101332" y="37827"/>
                  </a:cubicBezTo>
                  <a:cubicBezTo>
                    <a:pt x="101577" y="37091"/>
                    <a:pt x="101823" y="36354"/>
                    <a:pt x="102076" y="35595"/>
                  </a:cubicBezTo>
                  <a:cubicBezTo>
                    <a:pt x="102813" y="35487"/>
                    <a:pt x="103549" y="35380"/>
                    <a:pt x="104308" y="35269"/>
                  </a:cubicBezTo>
                  <a:cubicBezTo>
                    <a:pt x="105045" y="35131"/>
                    <a:pt x="105782" y="34993"/>
                    <a:pt x="106541" y="34851"/>
                  </a:cubicBezTo>
                  <a:cubicBezTo>
                    <a:pt x="106663" y="34344"/>
                    <a:pt x="106786" y="33838"/>
                    <a:pt x="106913" y="33316"/>
                  </a:cubicBezTo>
                  <a:cubicBezTo>
                    <a:pt x="107036" y="32840"/>
                    <a:pt x="107158" y="32364"/>
                    <a:pt x="107285" y="31874"/>
                  </a:cubicBezTo>
                  <a:cubicBezTo>
                    <a:pt x="108773" y="31874"/>
                    <a:pt x="110261" y="31874"/>
                    <a:pt x="111750" y="31874"/>
                  </a:cubicBezTo>
                  <a:cubicBezTo>
                    <a:pt x="112005" y="30884"/>
                    <a:pt x="112253" y="29892"/>
                    <a:pt x="112494" y="28898"/>
                  </a:cubicBezTo>
                  <a:cubicBezTo>
                    <a:pt x="114773" y="28340"/>
                    <a:pt x="114773" y="28340"/>
                    <a:pt x="116959" y="28154"/>
                  </a:cubicBezTo>
                  <a:cubicBezTo>
                    <a:pt x="116959" y="27171"/>
                    <a:pt x="116959" y="26189"/>
                    <a:pt x="116959" y="25177"/>
                  </a:cubicBezTo>
                  <a:cubicBezTo>
                    <a:pt x="118198" y="24923"/>
                    <a:pt x="119438" y="24675"/>
                    <a:pt x="120679" y="24433"/>
                  </a:cubicBezTo>
                  <a:cubicBezTo>
                    <a:pt x="120787" y="23942"/>
                    <a:pt x="120894" y="23451"/>
                    <a:pt x="121005" y="22945"/>
                  </a:cubicBezTo>
                  <a:cubicBezTo>
                    <a:pt x="121143" y="22453"/>
                    <a:pt x="121281" y="21962"/>
                    <a:pt x="121423" y="21456"/>
                  </a:cubicBezTo>
                  <a:cubicBezTo>
                    <a:pt x="122906" y="21178"/>
                    <a:pt x="124395" y="20930"/>
                    <a:pt x="125888" y="20712"/>
                  </a:cubicBezTo>
                  <a:cubicBezTo>
                    <a:pt x="126134" y="19975"/>
                    <a:pt x="126379" y="19239"/>
                    <a:pt x="126632" y="18480"/>
                  </a:cubicBezTo>
                  <a:cubicBezTo>
                    <a:pt x="127262" y="18234"/>
                    <a:pt x="127891" y="17989"/>
                    <a:pt x="128539" y="17736"/>
                  </a:cubicBezTo>
                  <a:cubicBezTo>
                    <a:pt x="129437" y="17367"/>
                    <a:pt x="129437" y="17367"/>
                    <a:pt x="130353" y="16991"/>
                  </a:cubicBezTo>
                  <a:cubicBezTo>
                    <a:pt x="130353" y="16255"/>
                    <a:pt x="130353" y="15518"/>
                    <a:pt x="130353" y="14759"/>
                  </a:cubicBezTo>
                  <a:cubicBezTo>
                    <a:pt x="131592" y="14505"/>
                    <a:pt x="132832" y="14257"/>
                    <a:pt x="134074" y="14015"/>
                  </a:cubicBezTo>
                  <a:cubicBezTo>
                    <a:pt x="134319" y="13278"/>
                    <a:pt x="134565" y="12541"/>
                    <a:pt x="134818" y="11782"/>
                  </a:cubicBezTo>
                  <a:cubicBezTo>
                    <a:pt x="137097" y="11271"/>
                    <a:pt x="137097" y="11271"/>
                    <a:pt x="139283" y="11038"/>
                  </a:cubicBezTo>
                  <a:cubicBezTo>
                    <a:pt x="139283" y="10056"/>
                    <a:pt x="139283" y="9074"/>
                    <a:pt x="139283" y="8062"/>
                  </a:cubicBezTo>
                  <a:cubicBezTo>
                    <a:pt x="141050" y="7271"/>
                    <a:pt x="141050" y="7271"/>
                    <a:pt x="143004" y="6573"/>
                  </a:cubicBezTo>
                  <a:cubicBezTo>
                    <a:pt x="143495" y="5837"/>
                    <a:pt x="143986" y="5100"/>
                    <a:pt x="144492" y="4341"/>
                  </a:cubicBezTo>
                  <a:cubicBezTo>
                    <a:pt x="145474" y="4341"/>
                    <a:pt x="146456" y="4341"/>
                    <a:pt x="147468" y="4341"/>
                  </a:cubicBezTo>
                  <a:cubicBezTo>
                    <a:pt x="147468" y="3359"/>
                    <a:pt x="147468" y="2376"/>
                    <a:pt x="147468" y="1364"/>
                  </a:cubicBezTo>
                  <a:cubicBezTo>
                    <a:pt x="149691" y="349"/>
                    <a:pt x="151914" y="594"/>
                    <a:pt x="154305" y="806"/>
                  </a:cubicBezTo>
                  <a:close/>
                </a:path>
              </a:pathLst>
            </a:custGeom>
            <a:grpFill/>
            <a:ln w="744" cap="flat">
              <a:noFill/>
              <a:prstDash val="solid"/>
              <a:miter/>
            </a:ln>
          </p:spPr>
          <p:txBody>
            <a:bodyPr rtlCol="0" anchor="ctr"/>
            <a:lstStyle/>
            <a:p>
              <a:endParaRPr lang="zh-CN" altLang="en-US"/>
            </a:p>
          </p:txBody>
        </p:sp>
        <p:sp>
          <p:nvSpPr>
            <p:cNvPr id="142" name="任意多边形: 形状 141"/>
            <p:cNvSpPr/>
            <p:nvPr/>
          </p:nvSpPr>
          <p:spPr>
            <a:xfrm>
              <a:off x="5232802" y="753617"/>
              <a:ext cx="59736" cy="181113"/>
            </a:xfrm>
            <a:custGeom>
              <a:avLst/>
              <a:gdLst>
                <a:gd name="connsiteX0" fmla="*/ 12111 w 59736"/>
                <a:gd name="connsiteY0" fmla="*/ 646 h 181113"/>
                <a:gd name="connsiteX1" fmla="*/ 13744 w 59736"/>
                <a:gd name="connsiteY1" fmla="*/ 651 h 181113"/>
                <a:gd name="connsiteX2" fmla="*/ 15457 w 59736"/>
                <a:gd name="connsiteY2" fmla="*/ 647 h 181113"/>
                <a:gd name="connsiteX3" fmla="*/ 21087 w 59736"/>
                <a:gd name="connsiteY3" fmla="*/ 648 h 181113"/>
                <a:gd name="connsiteX4" fmla="*/ 24982 w 59736"/>
                <a:gd name="connsiteY4" fmla="*/ 646 h 181113"/>
                <a:gd name="connsiteX5" fmla="*/ 33158 w 59736"/>
                <a:gd name="connsiteY5" fmla="*/ 650 h 181113"/>
                <a:gd name="connsiteX6" fmla="*/ 43660 w 59736"/>
                <a:gd name="connsiteY6" fmla="*/ 647 h 181113"/>
                <a:gd name="connsiteX7" fmla="*/ 51708 w 59736"/>
                <a:gd name="connsiteY7" fmla="*/ 647 h 181113"/>
                <a:gd name="connsiteX8" fmla="*/ 55581 w 59736"/>
                <a:gd name="connsiteY8" fmla="*/ 645 h 181113"/>
                <a:gd name="connsiteX9" fmla="*/ 60986 w 59736"/>
                <a:gd name="connsiteY9" fmla="*/ 651 h 181113"/>
                <a:gd name="connsiteX10" fmla="*/ 62619 w 59736"/>
                <a:gd name="connsiteY10" fmla="*/ 646 h 181113"/>
                <a:gd name="connsiteX11" fmla="*/ 67131 w 59736"/>
                <a:gd name="connsiteY11" fmla="*/ 1491 h 181113"/>
                <a:gd name="connsiteX12" fmla="*/ 67225 w 59736"/>
                <a:gd name="connsiteY12" fmla="*/ 8351 h 181113"/>
                <a:gd name="connsiteX13" fmla="*/ 67229 w 59736"/>
                <a:gd name="connsiteY13" fmla="*/ 10559 h 181113"/>
                <a:gd name="connsiteX14" fmla="*/ 67227 w 59736"/>
                <a:gd name="connsiteY14" fmla="*/ 17946 h 181113"/>
                <a:gd name="connsiteX15" fmla="*/ 67231 w 59736"/>
                <a:gd name="connsiteY15" fmla="*/ 23218 h 181113"/>
                <a:gd name="connsiteX16" fmla="*/ 67231 w 59736"/>
                <a:gd name="connsiteY16" fmla="*/ 36086 h 181113"/>
                <a:gd name="connsiteX17" fmla="*/ 67230 w 59736"/>
                <a:gd name="connsiteY17" fmla="*/ 46542 h 181113"/>
                <a:gd name="connsiteX18" fmla="*/ 67231 w 59736"/>
                <a:gd name="connsiteY18" fmla="*/ 48042 h 181113"/>
                <a:gd name="connsiteX19" fmla="*/ 67231 w 59736"/>
                <a:gd name="connsiteY19" fmla="*/ 51059 h 181113"/>
                <a:gd name="connsiteX20" fmla="*/ 67227 w 59736"/>
                <a:gd name="connsiteY20" fmla="*/ 79385 h 181113"/>
                <a:gd name="connsiteX21" fmla="*/ 67228 w 59736"/>
                <a:gd name="connsiteY21" fmla="*/ 103710 h 181113"/>
                <a:gd name="connsiteX22" fmla="*/ 67231 w 59736"/>
                <a:gd name="connsiteY22" fmla="*/ 131927 h 181113"/>
                <a:gd name="connsiteX23" fmla="*/ 67230 w 59736"/>
                <a:gd name="connsiteY23" fmla="*/ 134934 h 181113"/>
                <a:gd name="connsiteX24" fmla="*/ 67230 w 59736"/>
                <a:gd name="connsiteY24" fmla="*/ 136429 h 181113"/>
                <a:gd name="connsiteX25" fmla="*/ 67232 w 59736"/>
                <a:gd name="connsiteY25" fmla="*/ 146875 h 181113"/>
                <a:gd name="connsiteX26" fmla="*/ 67229 w 59736"/>
                <a:gd name="connsiteY26" fmla="*/ 160927 h 181113"/>
                <a:gd name="connsiteX27" fmla="*/ 67229 w 59736"/>
                <a:gd name="connsiteY27" fmla="*/ 166099 h 181113"/>
                <a:gd name="connsiteX28" fmla="*/ 67225 w 59736"/>
                <a:gd name="connsiteY28" fmla="*/ 173131 h 181113"/>
                <a:gd name="connsiteX29" fmla="*/ 67230 w 59736"/>
                <a:gd name="connsiteY29" fmla="*/ 175222 h 181113"/>
                <a:gd name="connsiteX30" fmla="*/ 66387 w 59736"/>
                <a:gd name="connsiteY30" fmla="*/ 181573 h 181113"/>
                <a:gd name="connsiteX31" fmla="*/ 60986 w 59736"/>
                <a:gd name="connsiteY31" fmla="*/ 181754 h 181113"/>
                <a:gd name="connsiteX32" fmla="*/ 59274 w 59736"/>
                <a:gd name="connsiteY32" fmla="*/ 181758 h 181113"/>
                <a:gd name="connsiteX33" fmla="*/ 53643 w 59736"/>
                <a:gd name="connsiteY33" fmla="*/ 181745 h 181113"/>
                <a:gd name="connsiteX34" fmla="*/ 49748 w 59736"/>
                <a:gd name="connsiteY34" fmla="*/ 181743 h 181113"/>
                <a:gd name="connsiteX35" fmla="*/ 41573 w 59736"/>
                <a:gd name="connsiteY35" fmla="*/ 181726 h 181113"/>
                <a:gd name="connsiteX36" fmla="*/ 31070 w 59736"/>
                <a:gd name="connsiteY36" fmla="*/ 181711 h 181113"/>
                <a:gd name="connsiteX37" fmla="*/ 23023 w 59736"/>
                <a:gd name="connsiteY37" fmla="*/ 181702 h 181113"/>
                <a:gd name="connsiteX38" fmla="*/ 19149 w 59736"/>
                <a:gd name="connsiteY38" fmla="*/ 181697 h 181113"/>
                <a:gd name="connsiteX39" fmla="*/ 13744 w 59736"/>
                <a:gd name="connsiteY39" fmla="*/ 181681 h 181113"/>
                <a:gd name="connsiteX40" fmla="*/ 12111 w 59736"/>
                <a:gd name="connsiteY40" fmla="*/ 181682 h 181113"/>
                <a:gd name="connsiteX41" fmla="*/ 7599 w 59736"/>
                <a:gd name="connsiteY41" fmla="*/ 180829 h 181113"/>
                <a:gd name="connsiteX42" fmla="*/ 7505 w 59736"/>
                <a:gd name="connsiteY42" fmla="*/ 173936 h 181113"/>
                <a:gd name="connsiteX43" fmla="*/ 7501 w 59736"/>
                <a:gd name="connsiteY43" fmla="*/ 171717 h 181113"/>
                <a:gd name="connsiteX44" fmla="*/ 7503 w 59736"/>
                <a:gd name="connsiteY44" fmla="*/ 164294 h 181113"/>
                <a:gd name="connsiteX45" fmla="*/ 7499 w 59736"/>
                <a:gd name="connsiteY45" fmla="*/ 158996 h 181113"/>
                <a:gd name="connsiteX46" fmla="*/ 7499 w 59736"/>
                <a:gd name="connsiteY46" fmla="*/ 146066 h 181113"/>
                <a:gd name="connsiteX47" fmla="*/ 7500 w 59736"/>
                <a:gd name="connsiteY47" fmla="*/ 135561 h 181113"/>
                <a:gd name="connsiteX48" fmla="*/ 7500 w 59736"/>
                <a:gd name="connsiteY48" fmla="*/ 134054 h 181113"/>
                <a:gd name="connsiteX49" fmla="*/ 7499 w 59736"/>
                <a:gd name="connsiteY49" fmla="*/ 131023 h 181113"/>
                <a:gd name="connsiteX50" fmla="*/ 7503 w 59736"/>
                <a:gd name="connsiteY50" fmla="*/ 102569 h 181113"/>
                <a:gd name="connsiteX51" fmla="*/ 7502 w 59736"/>
                <a:gd name="connsiteY51" fmla="*/ 78128 h 181113"/>
                <a:gd name="connsiteX52" fmla="*/ 7499 w 59736"/>
                <a:gd name="connsiteY52" fmla="*/ 49779 h 181113"/>
                <a:gd name="connsiteX53" fmla="*/ 7500 w 59736"/>
                <a:gd name="connsiteY53" fmla="*/ 46758 h 181113"/>
                <a:gd name="connsiteX54" fmla="*/ 7500 w 59736"/>
                <a:gd name="connsiteY54" fmla="*/ 45257 h 181113"/>
                <a:gd name="connsiteX55" fmla="*/ 7498 w 59736"/>
                <a:gd name="connsiteY55" fmla="*/ 34760 h 181113"/>
                <a:gd name="connsiteX56" fmla="*/ 7502 w 59736"/>
                <a:gd name="connsiteY56" fmla="*/ 20643 h 181113"/>
                <a:gd name="connsiteX57" fmla="*/ 7501 w 59736"/>
                <a:gd name="connsiteY57" fmla="*/ 15446 h 181113"/>
                <a:gd name="connsiteX58" fmla="*/ 7505 w 59736"/>
                <a:gd name="connsiteY58" fmla="*/ 8384 h 181113"/>
                <a:gd name="connsiteX59" fmla="*/ 7500 w 59736"/>
                <a:gd name="connsiteY59" fmla="*/ 6277 h 181113"/>
                <a:gd name="connsiteX60" fmla="*/ 12111 w 59736"/>
                <a:gd name="connsiteY60" fmla="*/ 646 h 18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9736" h="181113">
                  <a:moveTo>
                    <a:pt x="12111" y="646"/>
                  </a:moveTo>
                  <a:cubicBezTo>
                    <a:pt x="12920" y="648"/>
                    <a:pt x="12920" y="648"/>
                    <a:pt x="13744" y="651"/>
                  </a:cubicBezTo>
                  <a:cubicBezTo>
                    <a:pt x="14592" y="649"/>
                    <a:pt x="14592" y="649"/>
                    <a:pt x="15457" y="647"/>
                  </a:cubicBezTo>
                  <a:cubicBezTo>
                    <a:pt x="17333" y="643"/>
                    <a:pt x="19210" y="646"/>
                    <a:pt x="21087" y="648"/>
                  </a:cubicBezTo>
                  <a:cubicBezTo>
                    <a:pt x="22386" y="648"/>
                    <a:pt x="23684" y="647"/>
                    <a:pt x="24982" y="646"/>
                  </a:cubicBezTo>
                  <a:cubicBezTo>
                    <a:pt x="27708" y="645"/>
                    <a:pt x="30432" y="646"/>
                    <a:pt x="33158" y="650"/>
                  </a:cubicBezTo>
                  <a:cubicBezTo>
                    <a:pt x="36658" y="654"/>
                    <a:pt x="40159" y="652"/>
                    <a:pt x="43660" y="647"/>
                  </a:cubicBezTo>
                  <a:cubicBezTo>
                    <a:pt x="46343" y="645"/>
                    <a:pt x="49025" y="645"/>
                    <a:pt x="51708" y="647"/>
                  </a:cubicBezTo>
                  <a:cubicBezTo>
                    <a:pt x="52999" y="648"/>
                    <a:pt x="54290" y="647"/>
                    <a:pt x="55581" y="645"/>
                  </a:cubicBezTo>
                  <a:cubicBezTo>
                    <a:pt x="57383" y="644"/>
                    <a:pt x="59184" y="646"/>
                    <a:pt x="60986" y="651"/>
                  </a:cubicBezTo>
                  <a:cubicBezTo>
                    <a:pt x="61525" y="649"/>
                    <a:pt x="62064" y="648"/>
                    <a:pt x="62619" y="646"/>
                  </a:cubicBezTo>
                  <a:cubicBezTo>
                    <a:pt x="66302" y="662"/>
                    <a:pt x="66302" y="662"/>
                    <a:pt x="67131" y="1491"/>
                  </a:cubicBezTo>
                  <a:cubicBezTo>
                    <a:pt x="67205" y="3783"/>
                    <a:pt x="67231" y="6058"/>
                    <a:pt x="67225" y="8351"/>
                  </a:cubicBezTo>
                  <a:cubicBezTo>
                    <a:pt x="67227" y="9444"/>
                    <a:pt x="67227" y="9444"/>
                    <a:pt x="67229" y="10559"/>
                  </a:cubicBezTo>
                  <a:cubicBezTo>
                    <a:pt x="67232" y="13022"/>
                    <a:pt x="67229" y="15484"/>
                    <a:pt x="67227" y="17946"/>
                  </a:cubicBezTo>
                  <a:cubicBezTo>
                    <a:pt x="67228" y="19703"/>
                    <a:pt x="67229" y="21461"/>
                    <a:pt x="67231" y="23218"/>
                  </a:cubicBezTo>
                  <a:cubicBezTo>
                    <a:pt x="67234" y="27507"/>
                    <a:pt x="67234" y="31797"/>
                    <a:pt x="67231" y="36086"/>
                  </a:cubicBezTo>
                  <a:cubicBezTo>
                    <a:pt x="67230" y="39572"/>
                    <a:pt x="67229" y="43057"/>
                    <a:pt x="67230" y="46542"/>
                  </a:cubicBezTo>
                  <a:cubicBezTo>
                    <a:pt x="67230" y="47037"/>
                    <a:pt x="67231" y="47532"/>
                    <a:pt x="67231" y="48042"/>
                  </a:cubicBezTo>
                  <a:cubicBezTo>
                    <a:pt x="67231" y="49048"/>
                    <a:pt x="67231" y="50054"/>
                    <a:pt x="67231" y="51059"/>
                  </a:cubicBezTo>
                  <a:cubicBezTo>
                    <a:pt x="67233" y="60501"/>
                    <a:pt x="67231" y="69943"/>
                    <a:pt x="67227" y="79385"/>
                  </a:cubicBezTo>
                  <a:cubicBezTo>
                    <a:pt x="67224" y="87493"/>
                    <a:pt x="67224" y="95602"/>
                    <a:pt x="67228" y="103710"/>
                  </a:cubicBezTo>
                  <a:cubicBezTo>
                    <a:pt x="67232" y="113116"/>
                    <a:pt x="67233" y="122522"/>
                    <a:pt x="67231" y="131927"/>
                  </a:cubicBezTo>
                  <a:cubicBezTo>
                    <a:pt x="67231" y="132930"/>
                    <a:pt x="67231" y="133932"/>
                    <a:pt x="67230" y="134934"/>
                  </a:cubicBezTo>
                  <a:cubicBezTo>
                    <a:pt x="67230" y="135674"/>
                    <a:pt x="67230" y="135674"/>
                    <a:pt x="67230" y="136429"/>
                  </a:cubicBezTo>
                  <a:cubicBezTo>
                    <a:pt x="67229" y="139911"/>
                    <a:pt x="67230" y="143393"/>
                    <a:pt x="67232" y="146875"/>
                  </a:cubicBezTo>
                  <a:cubicBezTo>
                    <a:pt x="67234" y="151559"/>
                    <a:pt x="67233" y="156243"/>
                    <a:pt x="67229" y="160927"/>
                  </a:cubicBezTo>
                  <a:cubicBezTo>
                    <a:pt x="67228" y="162651"/>
                    <a:pt x="67228" y="164375"/>
                    <a:pt x="67229" y="166099"/>
                  </a:cubicBezTo>
                  <a:cubicBezTo>
                    <a:pt x="67231" y="168443"/>
                    <a:pt x="67229" y="170787"/>
                    <a:pt x="67225" y="173131"/>
                  </a:cubicBezTo>
                  <a:cubicBezTo>
                    <a:pt x="67228" y="174166"/>
                    <a:pt x="67228" y="174166"/>
                    <a:pt x="67230" y="175222"/>
                  </a:cubicBezTo>
                  <a:cubicBezTo>
                    <a:pt x="67216" y="179915"/>
                    <a:pt x="67216" y="179915"/>
                    <a:pt x="66387" y="181573"/>
                  </a:cubicBezTo>
                  <a:cubicBezTo>
                    <a:pt x="64559" y="181720"/>
                    <a:pt x="62815" y="181768"/>
                    <a:pt x="60986" y="181754"/>
                  </a:cubicBezTo>
                  <a:cubicBezTo>
                    <a:pt x="60421" y="181755"/>
                    <a:pt x="59856" y="181757"/>
                    <a:pt x="59274" y="181758"/>
                  </a:cubicBezTo>
                  <a:cubicBezTo>
                    <a:pt x="57397" y="181761"/>
                    <a:pt x="55520" y="181753"/>
                    <a:pt x="53643" y="181745"/>
                  </a:cubicBezTo>
                  <a:cubicBezTo>
                    <a:pt x="52345" y="181744"/>
                    <a:pt x="51046" y="181743"/>
                    <a:pt x="49748" y="181743"/>
                  </a:cubicBezTo>
                  <a:cubicBezTo>
                    <a:pt x="47023" y="181742"/>
                    <a:pt x="44298" y="181736"/>
                    <a:pt x="41573" y="181726"/>
                  </a:cubicBezTo>
                  <a:cubicBezTo>
                    <a:pt x="38072" y="181714"/>
                    <a:pt x="34571" y="181711"/>
                    <a:pt x="31070" y="181711"/>
                  </a:cubicBezTo>
                  <a:cubicBezTo>
                    <a:pt x="28387" y="181711"/>
                    <a:pt x="25705" y="181707"/>
                    <a:pt x="23023" y="181702"/>
                  </a:cubicBezTo>
                  <a:cubicBezTo>
                    <a:pt x="21731" y="181699"/>
                    <a:pt x="20440" y="181698"/>
                    <a:pt x="19149" y="181697"/>
                  </a:cubicBezTo>
                  <a:cubicBezTo>
                    <a:pt x="17347" y="181696"/>
                    <a:pt x="15546" y="181689"/>
                    <a:pt x="13744" y="181681"/>
                  </a:cubicBezTo>
                  <a:cubicBezTo>
                    <a:pt x="13206" y="181681"/>
                    <a:pt x="12667" y="181682"/>
                    <a:pt x="12111" y="181682"/>
                  </a:cubicBezTo>
                  <a:cubicBezTo>
                    <a:pt x="8429" y="181658"/>
                    <a:pt x="8429" y="181658"/>
                    <a:pt x="7599" y="180829"/>
                  </a:cubicBezTo>
                  <a:cubicBezTo>
                    <a:pt x="7525" y="178526"/>
                    <a:pt x="7499" y="176239"/>
                    <a:pt x="7505" y="173936"/>
                  </a:cubicBezTo>
                  <a:cubicBezTo>
                    <a:pt x="7504" y="173204"/>
                    <a:pt x="7503" y="172471"/>
                    <a:pt x="7501" y="171717"/>
                  </a:cubicBezTo>
                  <a:cubicBezTo>
                    <a:pt x="7498" y="169242"/>
                    <a:pt x="7501" y="166768"/>
                    <a:pt x="7503" y="164294"/>
                  </a:cubicBezTo>
                  <a:cubicBezTo>
                    <a:pt x="7502" y="162528"/>
                    <a:pt x="7501" y="160762"/>
                    <a:pt x="7499" y="158996"/>
                  </a:cubicBezTo>
                  <a:cubicBezTo>
                    <a:pt x="7496" y="154686"/>
                    <a:pt x="7497" y="150376"/>
                    <a:pt x="7499" y="146066"/>
                  </a:cubicBezTo>
                  <a:cubicBezTo>
                    <a:pt x="7500" y="142564"/>
                    <a:pt x="7501" y="139063"/>
                    <a:pt x="7500" y="135561"/>
                  </a:cubicBezTo>
                  <a:cubicBezTo>
                    <a:pt x="7500" y="134815"/>
                    <a:pt x="7500" y="134815"/>
                    <a:pt x="7500" y="134054"/>
                  </a:cubicBezTo>
                  <a:cubicBezTo>
                    <a:pt x="7499" y="133044"/>
                    <a:pt x="7499" y="132034"/>
                    <a:pt x="7499" y="131023"/>
                  </a:cubicBezTo>
                  <a:cubicBezTo>
                    <a:pt x="7497" y="121538"/>
                    <a:pt x="7499" y="112054"/>
                    <a:pt x="7503" y="102569"/>
                  </a:cubicBezTo>
                  <a:cubicBezTo>
                    <a:pt x="7506" y="94422"/>
                    <a:pt x="7506" y="86275"/>
                    <a:pt x="7502" y="78128"/>
                  </a:cubicBezTo>
                  <a:cubicBezTo>
                    <a:pt x="7498" y="68678"/>
                    <a:pt x="7497" y="59228"/>
                    <a:pt x="7499" y="49779"/>
                  </a:cubicBezTo>
                  <a:cubicBezTo>
                    <a:pt x="7499" y="48772"/>
                    <a:pt x="7500" y="47765"/>
                    <a:pt x="7500" y="46758"/>
                  </a:cubicBezTo>
                  <a:cubicBezTo>
                    <a:pt x="7500" y="46015"/>
                    <a:pt x="7500" y="46015"/>
                    <a:pt x="7500" y="45257"/>
                  </a:cubicBezTo>
                  <a:cubicBezTo>
                    <a:pt x="7501" y="41758"/>
                    <a:pt x="7500" y="38259"/>
                    <a:pt x="7498" y="34760"/>
                  </a:cubicBezTo>
                  <a:cubicBezTo>
                    <a:pt x="7496" y="30054"/>
                    <a:pt x="7497" y="25349"/>
                    <a:pt x="7502" y="20643"/>
                  </a:cubicBezTo>
                  <a:cubicBezTo>
                    <a:pt x="7503" y="18911"/>
                    <a:pt x="7502" y="17178"/>
                    <a:pt x="7501" y="15446"/>
                  </a:cubicBezTo>
                  <a:cubicBezTo>
                    <a:pt x="7499" y="13092"/>
                    <a:pt x="7501" y="10738"/>
                    <a:pt x="7505" y="8384"/>
                  </a:cubicBezTo>
                  <a:cubicBezTo>
                    <a:pt x="7502" y="7341"/>
                    <a:pt x="7502" y="7341"/>
                    <a:pt x="7500" y="6277"/>
                  </a:cubicBezTo>
                  <a:cubicBezTo>
                    <a:pt x="7517" y="666"/>
                    <a:pt x="7517" y="666"/>
                    <a:pt x="12111" y="646"/>
                  </a:cubicBezTo>
                  <a:close/>
                </a:path>
              </a:pathLst>
            </a:custGeom>
            <a:grpFill/>
            <a:ln w="744" cap="flat">
              <a:noFill/>
              <a:prstDash val="solid"/>
              <a:miter/>
            </a:ln>
          </p:spPr>
          <p:txBody>
            <a:bodyPr rtlCol="0" anchor="ctr"/>
            <a:lstStyle/>
            <a:p>
              <a:endParaRPr lang="zh-CN" altLang="en-US"/>
            </a:p>
          </p:txBody>
        </p:sp>
        <p:sp>
          <p:nvSpPr>
            <p:cNvPr id="143" name="任意多边形: 形状 142"/>
            <p:cNvSpPr/>
            <p:nvPr/>
          </p:nvSpPr>
          <p:spPr>
            <a:xfrm>
              <a:off x="11433828" y="1392840"/>
              <a:ext cx="152736" cy="236091"/>
            </a:xfrm>
            <a:custGeom>
              <a:avLst/>
              <a:gdLst>
                <a:gd name="connsiteX0" fmla="*/ 15824 w 152736"/>
                <a:gd name="connsiteY0" fmla="*/ 1600 h 236091"/>
                <a:gd name="connsiteX1" fmla="*/ 75164 w 152736"/>
                <a:gd name="connsiteY1" fmla="*/ 1561 h 236091"/>
                <a:gd name="connsiteX2" fmla="*/ 102715 w 152736"/>
                <a:gd name="connsiteY2" fmla="*/ 1544 h 236091"/>
                <a:gd name="connsiteX3" fmla="*/ 126718 w 152736"/>
                <a:gd name="connsiteY3" fmla="*/ 1530 h 236091"/>
                <a:gd name="connsiteX4" fmla="*/ 139436 w 152736"/>
                <a:gd name="connsiteY4" fmla="*/ 1521 h 236091"/>
                <a:gd name="connsiteX5" fmla="*/ 151392 w 152736"/>
                <a:gd name="connsiteY5" fmla="*/ 1516 h 236091"/>
                <a:gd name="connsiteX6" fmla="*/ 155794 w 152736"/>
                <a:gd name="connsiteY6" fmla="*/ 1511 h 236091"/>
                <a:gd name="connsiteX7" fmla="*/ 161776 w 152736"/>
                <a:gd name="connsiteY7" fmla="*/ 1511 h 236091"/>
                <a:gd name="connsiteX8" fmla="*/ 163559 w 152736"/>
                <a:gd name="connsiteY8" fmla="*/ 1504 h 236091"/>
                <a:gd name="connsiteX9" fmla="*/ 168373 w 152736"/>
                <a:gd name="connsiteY9" fmla="*/ 2344 h 236091"/>
                <a:gd name="connsiteX10" fmla="*/ 168498 w 152736"/>
                <a:gd name="connsiteY10" fmla="*/ 8739 h 236091"/>
                <a:gd name="connsiteX11" fmla="*/ 168505 w 152736"/>
                <a:gd name="connsiteY11" fmla="*/ 10683 h 236091"/>
                <a:gd name="connsiteX12" fmla="*/ 168511 w 152736"/>
                <a:gd name="connsiteY12" fmla="*/ 14759 h 236091"/>
                <a:gd name="connsiteX13" fmla="*/ 168540 w 152736"/>
                <a:gd name="connsiteY13" fmla="*/ 21020 h 236091"/>
                <a:gd name="connsiteX14" fmla="*/ 168544 w 152736"/>
                <a:gd name="connsiteY14" fmla="*/ 24971 h 236091"/>
                <a:gd name="connsiteX15" fmla="*/ 168561 w 152736"/>
                <a:gd name="connsiteY15" fmla="*/ 26876 h 236091"/>
                <a:gd name="connsiteX16" fmla="*/ 168373 w 152736"/>
                <a:gd name="connsiteY16" fmla="*/ 31366 h 236091"/>
                <a:gd name="connsiteX17" fmla="*/ 161114 w 152736"/>
                <a:gd name="connsiteY17" fmla="*/ 32263 h 236091"/>
                <a:gd name="connsiteX18" fmla="*/ 159310 w 152736"/>
                <a:gd name="connsiteY18" fmla="*/ 32285 h 236091"/>
                <a:gd name="connsiteX19" fmla="*/ 153391 w 152736"/>
                <a:gd name="connsiteY19" fmla="*/ 32345 h 236091"/>
                <a:gd name="connsiteX20" fmla="*/ 149293 w 152736"/>
                <a:gd name="connsiteY20" fmla="*/ 32392 h 236091"/>
                <a:gd name="connsiteX21" fmla="*/ 138496 w 152736"/>
                <a:gd name="connsiteY21" fmla="*/ 32506 h 236091"/>
                <a:gd name="connsiteX22" fmla="*/ 127483 w 152736"/>
                <a:gd name="connsiteY22" fmla="*/ 32626 h 236091"/>
                <a:gd name="connsiteX23" fmla="*/ 105865 w 152736"/>
                <a:gd name="connsiteY23" fmla="*/ 32854 h 236091"/>
                <a:gd name="connsiteX24" fmla="*/ 105868 w 152736"/>
                <a:gd name="connsiteY24" fmla="*/ 34160 h 236091"/>
                <a:gd name="connsiteX25" fmla="*/ 105979 w 152736"/>
                <a:gd name="connsiteY25" fmla="*/ 110741 h 236091"/>
                <a:gd name="connsiteX26" fmla="*/ 105988 w 152736"/>
                <a:gd name="connsiteY26" fmla="*/ 119926 h 236091"/>
                <a:gd name="connsiteX27" fmla="*/ 105989 w 152736"/>
                <a:gd name="connsiteY27" fmla="*/ 121773 h 236091"/>
                <a:gd name="connsiteX28" fmla="*/ 106037 w 152736"/>
                <a:gd name="connsiteY28" fmla="*/ 151423 h 236091"/>
                <a:gd name="connsiteX29" fmla="*/ 106075 w 152736"/>
                <a:gd name="connsiteY29" fmla="*/ 181824 h 236091"/>
                <a:gd name="connsiteX30" fmla="*/ 106106 w 152736"/>
                <a:gd name="connsiteY30" fmla="*/ 200598 h 236091"/>
                <a:gd name="connsiteX31" fmla="*/ 106118 w 152736"/>
                <a:gd name="connsiteY31" fmla="*/ 213455 h 236091"/>
                <a:gd name="connsiteX32" fmla="*/ 106131 w 152736"/>
                <a:gd name="connsiteY32" fmla="*/ 220883 h 236091"/>
                <a:gd name="connsiteX33" fmla="*/ 106133 w 152736"/>
                <a:gd name="connsiteY33" fmla="*/ 228918 h 236091"/>
                <a:gd name="connsiteX34" fmla="*/ 106153 w 152736"/>
                <a:gd name="connsiteY34" fmla="*/ 231316 h 236091"/>
                <a:gd name="connsiteX35" fmla="*/ 106140 w 152736"/>
                <a:gd name="connsiteY35" fmla="*/ 233473 h 236091"/>
                <a:gd name="connsiteX36" fmla="*/ 106142 w 152736"/>
                <a:gd name="connsiteY36" fmla="*/ 235349 h 236091"/>
                <a:gd name="connsiteX37" fmla="*/ 105865 w 152736"/>
                <a:gd name="connsiteY37" fmla="*/ 236748 h 236091"/>
                <a:gd name="connsiteX38" fmla="*/ 98147 w 152736"/>
                <a:gd name="connsiteY38" fmla="*/ 237591 h 236091"/>
                <a:gd name="connsiteX39" fmla="*/ 96527 w 152736"/>
                <a:gd name="connsiteY39" fmla="*/ 237594 h 236091"/>
                <a:gd name="connsiteX40" fmla="*/ 93136 w 152736"/>
                <a:gd name="connsiteY40" fmla="*/ 237590 h 236091"/>
                <a:gd name="connsiteX41" fmla="*/ 87958 w 152736"/>
                <a:gd name="connsiteY41" fmla="*/ 237594 h 236091"/>
                <a:gd name="connsiteX42" fmla="*/ 84660 w 152736"/>
                <a:gd name="connsiteY42" fmla="*/ 237591 h 236091"/>
                <a:gd name="connsiteX43" fmla="*/ 83100 w 152736"/>
                <a:gd name="connsiteY43" fmla="*/ 237596 h 236091"/>
                <a:gd name="connsiteX44" fmla="*/ 76099 w 152736"/>
                <a:gd name="connsiteY44" fmla="*/ 236748 h 236091"/>
                <a:gd name="connsiteX45" fmla="*/ 75733 w 152736"/>
                <a:gd name="connsiteY45" fmla="*/ 233473 h 236091"/>
                <a:gd name="connsiteX46" fmla="*/ 75715 w 152736"/>
                <a:gd name="connsiteY46" fmla="*/ 231316 h 236091"/>
                <a:gd name="connsiteX47" fmla="*/ 75741 w 152736"/>
                <a:gd name="connsiteY47" fmla="*/ 228918 h 236091"/>
                <a:gd name="connsiteX48" fmla="*/ 75734 w 152736"/>
                <a:gd name="connsiteY48" fmla="*/ 226393 h 236091"/>
                <a:gd name="connsiteX49" fmla="*/ 75761 w 152736"/>
                <a:gd name="connsiteY49" fmla="*/ 217947 h 236091"/>
                <a:gd name="connsiteX50" fmla="*/ 75760 w 152736"/>
                <a:gd name="connsiteY50" fmla="*/ 211920 h 236091"/>
                <a:gd name="connsiteX51" fmla="*/ 75785 w 152736"/>
                <a:gd name="connsiteY51" fmla="*/ 198909 h 236091"/>
                <a:gd name="connsiteX52" fmla="*/ 75820 w 152736"/>
                <a:gd name="connsiteY52" fmla="*/ 180097 h 236091"/>
                <a:gd name="connsiteX53" fmla="*/ 75875 w 152736"/>
                <a:gd name="connsiteY53" fmla="*/ 149579 h 236091"/>
                <a:gd name="connsiteX54" fmla="*/ 75936 w 152736"/>
                <a:gd name="connsiteY54" fmla="*/ 119926 h 236091"/>
                <a:gd name="connsiteX55" fmla="*/ 75938 w 152736"/>
                <a:gd name="connsiteY55" fmla="*/ 118081 h 236091"/>
                <a:gd name="connsiteX56" fmla="*/ 75950 w 152736"/>
                <a:gd name="connsiteY56" fmla="*/ 108919 h 236091"/>
                <a:gd name="connsiteX57" fmla="*/ 76099 w 152736"/>
                <a:gd name="connsiteY57" fmla="*/ 32854 h 236091"/>
                <a:gd name="connsiteX58" fmla="*/ 15824 w 152736"/>
                <a:gd name="connsiteY58" fmla="*/ 32110 h 236091"/>
                <a:gd name="connsiteX59" fmla="*/ 15824 w 152736"/>
                <a:gd name="connsiteY59" fmla="*/ 1600 h 23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736" h="236091">
                  <a:moveTo>
                    <a:pt x="15824" y="1600"/>
                  </a:moveTo>
                  <a:cubicBezTo>
                    <a:pt x="35604" y="1583"/>
                    <a:pt x="55384" y="1570"/>
                    <a:pt x="75164" y="1561"/>
                  </a:cubicBezTo>
                  <a:cubicBezTo>
                    <a:pt x="84348" y="1558"/>
                    <a:pt x="93531" y="1552"/>
                    <a:pt x="102715" y="1544"/>
                  </a:cubicBezTo>
                  <a:cubicBezTo>
                    <a:pt x="110716" y="1537"/>
                    <a:pt x="118717" y="1532"/>
                    <a:pt x="126718" y="1530"/>
                  </a:cubicBezTo>
                  <a:cubicBezTo>
                    <a:pt x="130958" y="1529"/>
                    <a:pt x="135197" y="1527"/>
                    <a:pt x="139436" y="1521"/>
                  </a:cubicBezTo>
                  <a:cubicBezTo>
                    <a:pt x="143422" y="1516"/>
                    <a:pt x="147407" y="1515"/>
                    <a:pt x="151392" y="1516"/>
                  </a:cubicBezTo>
                  <a:cubicBezTo>
                    <a:pt x="152860" y="1516"/>
                    <a:pt x="154327" y="1514"/>
                    <a:pt x="155794" y="1511"/>
                  </a:cubicBezTo>
                  <a:cubicBezTo>
                    <a:pt x="157788" y="1508"/>
                    <a:pt x="159782" y="1509"/>
                    <a:pt x="161776" y="1511"/>
                  </a:cubicBezTo>
                  <a:cubicBezTo>
                    <a:pt x="162365" y="1508"/>
                    <a:pt x="162953" y="1506"/>
                    <a:pt x="163559" y="1504"/>
                  </a:cubicBezTo>
                  <a:cubicBezTo>
                    <a:pt x="167544" y="1515"/>
                    <a:pt x="167544" y="1515"/>
                    <a:pt x="168373" y="2344"/>
                  </a:cubicBezTo>
                  <a:cubicBezTo>
                    <a:pt x="168457" y="4482"/>
                    <a:pt x="168495" y="6601"/>
                    <a:pt x="168498" y="8739"/>
                  </a:cubicBezTo>
                  <a:cubicBezTo>
                    <a:pt x="168500" y="9380"/>
                    <a:pt x="168503" y="10022"/>
                    <a:pt x="168505" y="10683"/>
                  </a:cubicBezTo>
                  <a:cubicBezTo>
                    <a:pt x="168509" y="12041"/>
                    <a:pt x="168511" y="13400"/>
                    <a:pt x="168511" y="14759"/>
                  </a:cubicBezTo>
                  <a:cubicBezTo>
                    <a:pt x="168512" y="16846"/>
                    <a:pt x="168526" y="18933"/>
                    <a:pt x="168540" y="21020"/>
                  </a:cubicBezTo>
                  <a:cubicBezTo>
                    <a:pt x="168542" y="22337"/>
                    <a:pt x="168544" y="23654"/>
                    <a:pt x="168544" y="24971"/>
                  </a:cubicBezTo>
                  <a:cubicBezTo>
                    <a:pt x="168550" y="25599"/>
                    <a:pt x="168555" y="26228"/>
                    <a:pt x="168561" y="26876"/>
                  </a:cubicBezTo>
                  <a:cubicBezTo>
                    <a:pt x="168555" y="28374"/>
                    <a:pt x="168472" y="29871"/>
                    <a:pt x="168373" y="31366"/>
                  </a:cubicBezTo>
                  <a:cubicBezTo>
                    <a:pt x="166073" y="32516"/>
                    <a:pt x="163640" y="32243"/>
                    <a:pt x="161114" y="32263"/>
                  </a:cubicBezTo>
                  <a:cubicBezTo>
                    <a:pt x="160519" y="32270"/>
                    <a:pt x="159923" y="32277"/>
                    <a:pt x="159310" y="32285"/>
                  </a:cubicBezTo>
                  <a:cubicBezTo>
                    <a:pt x="157337" y="32308"/>
                    <a:pt x="155364" y="32327"/>
                    <a:pt x="153391" y="32345"/>
                  </a:cubicBezTo>
                  <a:cubicBezTo>
                    <a:pt x="152025" y="32361"/>
                    <a:pt x="150659" y="32376"/>
                    <a:pt x="149293" y="32392"/>
                  </a:cubicBezTo>
                  <a:cubicBezTo>
                    <a:pt x="145694" y="32433"/>
                    <a:pt x="142095" y="32470"/>
                    <a:pt x="138496" y="32506"/>
                  </a:cubicBezTo>
                  <a:cubicBezTo>
                    <a:pt x="134825" y="32543"/>
                    <a:pt x="131154" y="32585"/>
                    <a:pt x="127483" y="32626"/>
                  </a:cubicBezTo>
                  <a:cubicBezTo>
                    <a:pt x="120277" y="32706"/>
                    <a:pt x="113071" y="32781"/>
                    <a:pt x="105865" y="32854"/>
                  </a:cubicBezTo>
                  <a:cubicBezTo>
                    <a:pt x="105866" y="33285"/>
                    <a:pt x="105867" y="33716"/>
                    <a:pt x="105868" y="34160"/>
                  </a:cubicBezTo>
                  <a:cubicBezTo>
                    <a:pt x="105917" y="59687"/>
                    <a:pt x="105956" y="85214"/>
                    <a:pt x="105979" y="110741"/>
                  </a:cubicBezTo>
                  <a:cubicBezTo>
                    <a:pt x="105982" y="113803"/>
                    <a:pt x="105985" y="116864"/>
                    <a:pt x="105988" y="119926"/>
                  </a:cubicBezTo>
                  <a:cubicBezTo>
                    <a:pt x="105988" y="120536"/>
                    <a:pt x="105989" y="121145"/>
                    <a:pt x="105989" y="121773"/>
                  </a:cubicBezTo>
                  <a:cubicBezTo>
                    <a:pt x="105999" y="131657"/>
                    <a:pt x="106017" y="141540"/>
                    <a:pt x="106037" y="151423"/>
                  </a:cubicBezTo>
                  <a:cubicBezTo>
                    <a:pt x="106058" y="161557"/>
                    <a:pt x="106071" y="171691"/>
                    <a:pt x="106075" y="181824"/>
                  </a:cubicBezTo>
                  <a:cubicBezTo>
                    <a:pt x="106078" y="188082"/>
                    <a:pt x="106088" y="194340"/>
                    <a:pt x="106106" y="200598"/>
                  </a:cubicBezTo>
                  <a:cubicBezTo>
                    <a:pt x="106118" y="204884"/>
                    <a:pt x="106121" y="209169"/>
                    <a:pt x="106118" y="213455"/>
                  </a:cubicBezTo>
                  <a:cubicBezTo>
                    <a:pt x="106117" y="215931"/>
                    <a:pt x="106120" y="218407"/>
                    <a:pt x="106131" y="220883"/>
                  </a:cubicBezTo>
                  <a:cubicBezTo>
                    <a:pt x="106142" y="223562"/>
                    <a:pt x="106140" y="226240"/>
                    <a:pt x="106133" y="228918"/>
                  </a:cubicBezTo>
                  <a:cubicBezTo>
                    <a:pt x="106140" y="229710"/>
                    <a:pt x="106146" y="230501"/>
                    <a:pt x="106153" y="231316"/>
                  </a:cubicBezTo>
                  <a:cubicBezTo>
                    <a:pt x="106147" y="232383"/>
                    <a:pt x="106147" y="232383"/>
                    <a:pt x="106140" y="233473"/>
                  </a:cubicBezTo>
                  <a:cubicBezTo>
                    <a:pt x="106141" y="234092"/>
                    <a:pt x="106141" y="234711"/>
                    <a:pt x="106142" y="235349"/>
                  </a:cubicBezTo>
                  <a:cubicBezTo>
                    <a:pt x="106051" y="235811"/>
                    <a:pt x="105959" y="236273"/>
                    <a:pt x="105865" y="236748"/>
                  </a:cubicBezTo>
                  <a:cubicBezTo>
                    <a:pt x="103243" y="237623"/>
                    <a:pt x="100875" y="237599"/>
                    <a:pt x="98147" y="237591"/>
                  </a:cubicBezTo>
                  <a:cubicBezTo>
                    <a:pt x="97613" y="237592"/>
                    <a:pt x="97078" y="237593"/>
                    <a:pt x="96527" y="237594"/>
                  </a:cubicBezTo>
                  <a:cubicBezTo>
                    <a:pt x="95396" y="237594"/>
                    <a:pt x="94266" y="237593"/>
                    <a:pt x="93136" y="237590"/>
                  </a:cubicBezTo>
                  <a:cubicBezTo>
                    <a:pt x="91410" y="237586"/>
                    <a:pt x="89684" y="237590"/>
                    <a:pt x="87958" y="237594"/>
                  </a:cubicBezTo>
                  <a:cubicBezTo>
                    <a:pt x="86858" y="237594"/>
                    <a:pt x="85759" y="237593"/>
                    <a:pt x="84660" y="237591"/>
                  </a:cubicBezTo>
                  <a:cubicBezTo>
                    <a:pt x="84145" y="237593"/>
                    <a:pt x="83630" y="237594"/>
                    <a:pt x="83100" y="237596"/>
                  </a:cubicBezTo>
                  <a:cubicBezTo>
                    <a:pt x="78048" y="237572"/>
                    <a:pt x="78048" y="237572"/>
                    <a:pt x="76099" y="236748"/>
                  </a:cubicBezTo>
                  <a:cubicBezTo>
                    <a:pt x="75730" y="235349"/>
                    <a:pt x="75730" y="235349"/>
                    <a:pt x="75733" y="233473"/>
                  </a:cubicBezTo>
                  <a:cubicBezTo>
                    <a:pt x="75727" y="232761"/>
                    <a:pt x="75721" y="232049"/>
                    <a:pt x="75715" y="231316"/>
                  </a:cubicBezTo>
                  <a:cubicBezTo>
                    <a:pt x="75728" y="230129"/>
                    <a:pt x="75728" y="230129"/>
                    <a:pt x="75741" y="228918"/>
                  </a:cubicBezTo>
                  <a:cubicBezTo>
                    <a:pt x="75739" y="228085"/>
                    <a:pt x="75736" y="227252"/>
                    <a:pt x="75734" y="226393"/>
                  </a:cubicBezTo>
                  <a:cubicBezTo>
                    <a:pt x="75729" y="223578"/>
                    <a:pt x="75745" y="220763"/>
                    <a:pt x="75761" y="217947"/>
                  </a:cubicBezTo>
                  <a:cubicBezTo>
                    <a:pt x="75764" y="215938"/>
                    <a:pt x="75762" y="213929"/>
                    <a:pt x="75760" y="211920"/>
                  </a:cubicBezTo>
                  <a:cubicBezTo>
                    <a:pt x="75759" y="207583"/>
                    <a:pt x="75768" y="203246"/>
                    <a:pt x="75785" y="198909"/>
                  </a:cubicBezTo>
                  <a:cubicBezTo>
                    <a:pt x="75809" y="192639"/>
                    <a:pt x="75817" y="186368"/>
                    <a:pt x="75820" y="180097"/>
                  </a:cubicBezTo>
                  <a:cubicBezTo>
                    <a:pt x="75827" y="169925"/>
                    <a:pt x="75847" y="159752"/>
                    <a:pt x="75875" y="149579"/>
                  </a:cubicBezTo>
                  <a:cubicBezTo>
                    <a:pt x="75902" y="139695"/>
                    <a:pt x="75923" y="129811"/>
                    <a:pt x="75936" y="119926"/>
                  </a:cubicBezTo>
                  <a:cubicBezTo>
                    <a:pt x="75937" y="119013"/>
                    <a:pt x="75937" y="119013"/>
                    <a:pt x="75938" y="118081"/>
                  </a:cubicBezTo>
                  <a:cubicBezTo>
                    <a:pt x="75942" y="115027"/>
                    <a:pt x="75946" y="111973"/>
                    <a:pt x="75950" y="108919"/>
                  </a:cubicBezTo>
                  <a:cubicBezTo>
                    <a:pt x="75980" y="83564"/>
                    <a:pt x="76035" y="58209"/>
                    <a:pt x="76099" y="32854"/>
                  </a:cubicBezTo>
                  <a:cubicBezTo>
                    <a:pt x="56209" y="32608"/>
                    <a:pt x="36318" y="32363"/>
                    <a:pt x="15824" y="32110"/>
                  </a:cubicBezTo>
                  <a:cubicBezTo>
                    <a:pt x="15824" y="22042"/>
                    <a:pt x="15824" y="11973"/>
                    <a:pt x="15824" y="1600"/>
                  </a:cubicBezTo>
                  <a:close/>
                </a:path>
              </a:pathLst>
            </a:custGeom>
            <a:grpFill/>
            <a:ln w="744" cap="flat">
              <a:noFill/>
              <a:prstDash val="solid"/>
              <a:miter/>
            </a:ln>
          </p:spPr>
          <p:txBody>
            <a:bodyPr rtlCol="0" anchor="ctr"/>
            <a:lstStyle/>
            <a:p>
              <a:endParaRPr lang="zh-CN" altLang="en-US"/>
            </a:p>
          </p:txBody>
        </p:sp>
        <p:sp>
          <p:nvSpPr>
            <p:cNvPr id="144" name="任意多边形: 形状 143"/>
            <p:cNvSpPr/>
            <p:nvPr/>
          </p:nvSpPr>
          <p:spPr>
            <a:xfrm>
              <a:off x="7626695" y="979194"/>
              <a:ext cx="134424" cy="171375"/>
            </a:xfrm>
            <a:custGeom>
              <a:avLst/>
              <a:gdLst>
                <a:gd name="connsiteX0" fmla="*/ 58507 w 134424"/>
                <a:gd name="connsiteY0" fmla="*/ 948 h 171375"/>
                <a:gd name="connsiteX1" fmla="*/ 61483 w 134424"/>
                <a:gd name="connsiteY1" fmla="*/ 948 h 171375"/>
                <a:gd name="connsiteX2" fmla="*/ 62227 w 134424"/>
                <a:gd name="connsiteY2" fmla="*/ 4669 h 171375"/>
                <a:gd name="connsiteX3" fmla="*/ 65204 w 134424"/>
                <a:gd name="connsiteY3" fmla="*/ 5413 h 171375"/>
                <a:gd name="connsiteX4" fmla="*/ 65204 w 134424"/>
                <a:gd name="connsiteY4" fmla="*/ 8389 h 171375"/>
                <a:gd name="connsiteX5" fmla="*/ 67436 w 134424"/>
                <a:gd name="connsiteY5" fmla="*/ 9134 h 171375"/>
                <a:gd name="connsiteX6" fmla="*/ 68180 w 134424"/>
                <a:gd name="connsiteY6" fmla="*/ 12110 h 171375"/>
                <a:gd name="connsiteX7" fmla="*/ 70413 w 134424"/>
                <a:gd name="connsiteY7" fmla="*/ 12854 h 171375"/>
                <a:gd name="connsiteX8" fmla="*/ 74878 w 134424"/>
                <a:gd name="connsiteY8" fmla="*/ 20296 h 171375"/>
                <a:gd name="connsiteX9" fmla="*/ 77110 w 134424"/>
                <a:gd name="connsiteY9" fmla="*/ 22528 h 171375"/>
                <a:gd name="connsiteX10" fmla="*/ 82319 w 134424"/>
                <a:gd name="connsiteY10" fmla="*/ 31458 h 171375"/>
                <a:gd name="connsiteX11" fmla="*/ 84552 w 134424"/>
                <a:gd name="connsiteY11" fmla="*/ 32202 h 171375"/>
                <a:gd name="connsiteX12" fmla="*/ 84552 w 134424"/>
                <a:gd name="connsiteY12" fmla="*/ 35178 h 171375"/>
                <a:gd name="connsiteX13" fmla="*/ 86784 w 134424"/>
                <a:gd name="connsiteY13" fmla="*/ 35178 h 171375"/>
                <a:gd name="connsiteX14" fmla="*/ 87389 w 134424"/>
                <a:gd name="connsiteY14" fmla="*/ 36713 h 171375"/>
                <a:gd name="connsiteX15" fmla="*/ 90226 w 134424"/>
                <a:gd name="connsiteY15" fmla="*/ 41225 h 171375"/>
                <a:gd name="connsiteX16" fmla="*/ 98690 w 134424"/>
                <a:gd name="connsiteY16" fmla="*/ 52294 h 171375"/>
                <a:gd name="connsiteX17" fmla="*/ 99731 w 134424"/>
                <a:gd name="connsiteY17" fmla="*/ 53759 h 171375"/>
                <a:gd name="connsiteX18" fmla="*/ 101667 w 134424"/>
                <a:gd name="connsiteY18" fmla="*/ 58247 h 171375"/>
                <a:gd name="connsiteX19" fmla="*/ 103899 w 134424"/>
                <a:gd name="connsiteY19" fmla="*/ 58991 h 171375"/>
                <a:gd name="connsiteX20" fmla="*/ 103899 w 134424"/>
                <a:gd name="connsiteY20" fmla="*/ 62712 h 171375"/>
                <a:gd name="connsiteX21" fmla="*/ 106132 w 134424"/>
                <a:gd name="connsiteY21" fmla="*/ 62712 h 171375"/>
                <a:gd name="connsiteX22" fmla="*/ 106876 w 134424"/>
                <a:gd name="connsiteY22" fmla="*/ 65688 h 171375"/>
                <a:gd name="connsiteX23" fmla="*/ 109108 w 134424"/>
                <a:gd name="connsiteY23" fmla="*/ 67921 h 171375"/>
                <a:gd name="connsiteX24" fmla="*/ 112364 w 134424"/>
                <a:gd name="connsiteY24" fmla="*/ 71874 h 171375"/>
                <a:gd name="connsiteX25" fmla="*/ 115526 w 134424"/>
                <a:gd name="connsiteY25" fmla="*/ 76106 h 171375"/>
                <a:gd name="connsiteX26" fmla="*/ 118038 w 134424"/>
                <a:gd name="connsiteY26" fmla="*/ 82059 h 171375"/>
                <a:gd name="connsiteX27" fmla="*/ 120270 w 134424"/>
                <a:gd name="connsiteY27" fmla="*/ 82803 h 171375"/>
                <a:gd name="connsiteX28" fmla="*/ 120270 w 134424"/>
                <a:gd name="connsiteY28" fmla="*/ 86524 h 171375"/>
                <a:gd name="connsiteX29" fmla="*/ 122503 w 134424"/>
                <a:gd name="connsiteY29" fmla="*/ 86524 h 171375"/>
                <a:gd name="connsiteX30" fmla="*/ 123247 w 134424"/>
                <a:gd name="connsiteY30" fmla="*/ 90245 h 171375"/>
                <a:gd name="connsiteX31" fmla="*/ 124735 w 134424"/>
                <a:gd name="connsiteY31" fmla="*/ 90245 h 171375"/>
                <a:gd name="connsiteX32" fmla="*/ 125061 w 134424"/>
                <a:gd name="connsiteY32" fmla="*/ 92105 h 171375"/>
                <a:gd name="connsiteX33" fmla="*/ 125479 w 134424"/>
                <a:gd name="connsiteY33" fmla="*/ 93966 h 171375"/>
                <a:gd name="connsiteX34" fmla="*/ 127712 w 134424"/>
                <a:gd name="connsiteY34" fmla="*/ 93966 h 171375"/>
                <a:gd name="connsiteX35" fmla="*/ 129200 w 134424"/>
                <a:gd name="connsiteY35" fmla="*/ 97686 h 171375"/>
                <a:gd name="connsiteX36" fmla="*/ 130688 w 134424"/>
                <a:gd name="connsiteY36" fmla="*/ 98430 h 171375"/>
                <a:gd name="connsiteX37" fmla="*/ 132177 w 134424"/>
                <a:gd name="connsiteY37" fmla="*/ 102895 h 171375"/>
                <a:gd name="connsiteX38" fmla="*/ 133665 w 134424"/>
                <a:gd name="connsiteY38" fmla="*/ 103639 h 171375"/>
                <a:gd name="connsiteX39" fmla="*/ 134409 w 134424"/>
                <a:gd name="connsiteY39" fmla="*/ 106616 h 171375"/>
                <a:gd name="connsiteX40" fmla="*/ 135897 w 134424"/>
                <a:gd name="connsiteY40" fmla="*/ 107360 h 171375"/>
                <a:gd name="connsiteX41" fmla="*/ 137386 w 134424"/>
                <a:gd name="connsiteY41" fmla="*/ 111081 h 171375"/>
                <a:gd name="connsiteX42" fmla="*/ 138874 w 134424"/>
                <a:gd name="connsiteY42" fmla="*/ 111825 h 171375"/>
                <a:gd name="connsiteX43" fmla="*/ 140362 w 134424"/>
                <a:gd name="connsiteY43" fmla="*/ 115546 h 171375"/>
                <a:gd name="connsiteX44" fmla="*/ 141850 w 134424"/>
                <a:gd name="connsiteY44" fmla="*/ 116290 h 171375"/>
                <a:gd name="connsiteX45" fmla="*/ 142176 w 134424"/>
                <a:gd name="connsiteY45" fmla="*/ 118522 h 171375"/>
                <a:gd name="connsiteX46" fmla="*/ 142595 w 134424"/>
                <a:gd name="connsiteY46" fmla="*/ 120755 h 171375"/>
                <a:gd name="connsiteX47" fmla="*/ 144827 w 134424"/>
                <a:gd name="connsiteY47" fmla="*/ 121499 h 171375"/>
                <a:gd name="connsiteX48" fmla="*/ 145152 w 134424"/>
                <a:gd name="connsiteY48" fmla="*/ 125964 h 171375"/>
                <a:gd name="connsiteX49" fmla="*/ 145196 w 134424"/>
                <a:gd name="connsiteY49" fmla="*/ 128429 h 171375"/>
                <a:gd name="connsiteX50" fmla="*/ 144827 w 134424"/>
                <a:gd name="connsiteY50" fmla="*/ 130428 h 171375"/>
                <a:gd name="connsiteX51" fmla="*/ 141850 w 134424"/>
                <a:gd name="connsiteY51" fmla="*/ 131173 h 171375"/>
                <a:gd name="connsiteX52" fmla="*/ 141850 w 134424"/>
                <a:gd name="connsiteY52" fmla="*/ 134149 h 171375"/>
                <a:gd name="connsiteX53" fmla="*/ 138874 w 134424"/>
                <a:gd name="connsiteY53" fmla="*/ 134893 h 171375"/>
                <a:gd name="connsiteX54" fmla="*/ 138176 w 134424"/>
                <a:gd name="connsiteY54" fmla="*/ 136428 h 171375"/>
                <a:gd name="connsiteX55" fmla="*/ 137386 w 134424"/>
                <a:gd name="connsiteY55" fmla="*/ 137870 h 171375"/>
                <a:gd name="connsiteX56" fmla="*/ 133665 w 134424"/>
                <a:gd name="connsiteY56" fmla="*/ 137870 h 171375"/>
                <a:gd name="connsiteX57" fmla="*/ 133665 w 134424"/>
                <a:gd name="connsiteY57" fmla="*/ 140846 h 171375"/>
                <a:gd name="connsiteX58" fmla="*/ 130688 w 134424"/>
                <a:gd name="connsiteY58" fmla="*/ 141591 h 171375"/>
                <a:gd name="connsiteX59" fmla="*/ 129991 w 134424"/>
                <a:gd name="connsiteY59" fmla="*/ 143125 h 171375"/>
                <a:gd name="connsiteX60" fmla="*/ 129200 w 134424"/>
                <a:gd name="connsiteY60" fmla="*/ 144567 h 171375"/>
                <a:gd name="connsiteX61" fmla="*/ 125479 w 134424"/>
                <a:gd name="connsiteY61" fmla="*/ 144567 h 171375"/>
                <a:gd name="connsiteX62" fmla="*/ 125479 w 134424"/>
                <a:gd name="connsiteY62" fmla="*/ 147544 h 171375"/>
                <a:gd name="connsiteX63" fmla="*/ 122503 w 134424"/>
                <a:gd name="connsiteY63" fmla="*/ 148288 h 171375"/>
                <a:gd name="connsiteX64" fmla="*/ 121805 w 134424"/>
                <a:gd name="connsiteY64" fmla="*/ 149823 h 171375"/>
                <a:gd name="connsiteX65" fmla="*/ 121014 w 134424"/>
                <a:gd name="connsiteY65" fmla="*/ 151264 h 171375"/>
                <a:gd name="connsiteX66" fmla="*/ 117294 w 134424"/>
                <a:gd name="connsiteY66" fmla="*/ 151264 h 171375"/>
                <a:gd name="connsiteX67" fmla="*/ 117294 w 134424"/>
                <a:gd name="connsiteY67" fmla="*/ 154241 h 171375"/>
                <a:gd name="connsiteX68" fmla="*/ 113573 w 134424"/>
                <a:gd name="connsiteY68" fmla="*/ 154985 h 171375"/>
                <a:gd name="connsiteX69" fmla="*/ 113573 w 134424"/>
                <a:gd name="connsiteY69" fmla="*/ 157962 h 171375"/>
                <a:gd name="connsiteX70" fmla="*/ 109852 w 134424"/>
                <a:gd name="connsiteY70" fmla="*/ 158706 h 171375"/>
                <a:gd name="connsiteX71" fmla="*/ 109108 w 134424"/>
                <a:gd name="connsiteY71" fmla="*/ 160938 h 171375"/>
                <a:gd name="connsiteX72" fmla="*/ 106132 w 134424"/>
                <a:gd name="connsiteY72" fmla="*/ 162426 h 171375"/>
                <a:gd name="connsiteX73" fmla="*/ 105387 w 134424"/>
                <a:gd name="connsiteY73" fmla="*/ 164659 h 171375"/>
                <a:gd name="connsiteX74" fmla="*/ 103527 w 134424"/>
                <a:gd name="connsiteY74" fmla="*/ 164984 h 171375"/>
                <a:gd name="connsiteX75" fmla="*/ 101667 w 134424"/>
                <a:gd name="connsiteY75" fmla="*/ 165403 h 171375"/>
                <a:gd name="connsiteX76" fmla="*/ 100923 w 134424"/>
                <a:gd name="connsiteY76" fmla="*/ 168380 h 171375"/>
                <a:gd name="connsiteX77" fmla="*/ 97946 w 134424"/>
                <a:gd name="connsiteY77" fmla="*/ 169124 h 171375"/>
                <a:gd name="connsiteX78" fmla="*/ 97693 w 134424"/>
                <a:gd name="connsiteY78" fmla="*/ 170624 h 171375"/>
                <a:gd name="connsiteX79" fmla="*/ 97202 w 134424"/>
                <a:gd name="connsiteY79" fmla="*/ 172100 h 171375"/>
                <a:gd name="connsiteX80" fmla="*/ 90505 w 134424"/>
                <a:gd name="connsiteY80" fmla="*/ 172100 h 171375"/>
                <a:gd name="connsiteX81" fmla="*/ 89761 w 134424"/>
                <a:gd name="connsiteY81" fmla="*/ 165403 h 171375"/>
                <a:gd name="connsiteX82" fmla="*/ 87528 w 134424"/>
                <a:gd name="connsiteY82" fmla="*/ 165403 h 171375"/>
                <a:gd name="connsiteX83" fmla="*/ 86040 w 134424"/>
                <a:gd name="connsiteY83" fmla="*/ 160938 h 171375"/>
                <a:gd name="connsiteX84" fmla="*/ 84552 w 134424"/>
                <a:gd name="connsiteY84" fmla="*/ 160194 h 171375"/>
                <a:gd name="connsiteX85" fmla="*/ 84226 w 134424"/>
                <a:gd name="connsiteY85" fmla="*/ 158008 h 171375"/>
                <a:gd name="connsiteX86" fmla="*/ 83807 w 134424"/>
                <a:gd name="connsiteY86" fmla="*/ 155729 h 171375"/>
                <a:gd name="connsiteX87" fmla="*/ 81575 w 134424"/>
                <a:gd name="connsiteY87" fmla="*/ 154241 h 171375"/>
                <a:gd name="connsiteX88" fmla="*/ 81575 w 134424"/>
                <a:gd name="connsiteY88" fmla="*/ 150520 h 171375"/>
                <a:gd name="connsiteX89" fmla="*/ 79343 w 134424"/>
                <a:gd name="connsiteY89" fmla="*/ 149776 h 171375"/>
                <a:gd name="connsiteX90" fmla="*/ 77854 w 134424"/>
                <a:gd name="connsiteY90" fmla="*/ 146055 h 171375"/>
                <a:gd name="connsiteX91" fmla="*/ 76366 w 134424"/>
                <a:gd name="connsiteY91" fmla="*/ 146055 h 171375"/>
                <a:gd name="connsiteX92" fmla="*/ 76087 w 134424"/>
                <a:gd name="connsiteY92" fmla="*/ 143497 h 171375"/>
                <a:gd name="connsiteX93" fmla="*/ 75622 w 134424"/>
                <a:gd name="connsiteY93" fmla="*/ 140846 h 171375"/>
                <a:gd name="connsiteX94" fmla="*/ 74134 w 134424"/>
                <a:gd name="connsiteY94" fmla="*/ 140102 h 171375"/>
                <a:gd name="connsiteX95" fmla="*/ 71901 w 134424"/>
                <a:gd name="connsiteY95" fmla="*/ 136382 h 171375"/>
                <a:gd name="connsiteX96" fmla="*/ 71017 w 134424"/>
                <a:gd name="connsiteY96" fmla="*/ 134800 h 171375"/>
                <a:gd name="connsiteX97" fmla="*/ 70413 w 134424"/>
                <a:gd name="connsiteY97" fmla="*/ 131173 h 171375"/>
                <a:gd name="connsiteX98" fmla="*/ 68180 w 134424"/>
                <a:gd name="connsiteY98" fmla="*/ 131173 h 171375"/>
                <a:gd name="connsiteX99" fmla="*/ 68180 w 134424"/>
                <a:gd name="connsiteY99" fmla="*/ 126708 h 171375"/>
                <a:gd name="connsiteX100" fmla="*/ 65948 w 134424"/>
                <a:gd name="connsiteY100" fmla="*/ 126708 h 171375"/>
                <a:gd name="connsiteX101" fmla="*/ 65204 w 134424"/>
                <a:gd name="connsiteY101" fmla="*/ 122987 h 171375"/>
                <a:gd name="connsiteX102" fmla="*/ 62971 w 134424"/>
                <a:gd name="connsiteY102" fmla="*/ 122243 h 171375"/>
                <a:gd name="connsiteX103" fmla="*/ 61483 w 134424"/>
                <a:gd name="connsiteY103" fmla="*/ 118522 h 171375"/>
                <a:gd name="connsiteX104" fmla="*/ 59995 w 134424"/>
                <a:gd name="connsiteY104" fmla="*/ 117778 h 171375"/>
                <a:gd name="connsiteX105" fmla="*/ 59251 w 134424"/>
                <a:gd name="connsiteY105" fmla="*/ 114057 h 171375"/>
                <a:gd name="connsiteX106" fmla="*/ 57762 w 134424"/>
                <a:gd name="connsiteY106" fmla="*/ 113313 h 171375"/>
                <a:gd name="connsiteX107" fmla="*/ 57437 w 134424"/>
                <a:gd name="connsiteY107" fmla="*/ 111453 h 171375"/>
                <a:gd name="connsiteX108" fmla="*/ 57018 w 134424"/>
                <a:gd name="connsiteY108" fmla="*/ 109593 h 171375"/>
                <a:gd name="connsiteX109" fmla="*/ 54786 w 134424"/>
                <a:gd name="connsiteY109" fmla="*/ 108848 h 171375"/>
                <a:gd name="connsiteX110" fmla="*/ 52553 w 134424"/>
                <a:gd name="connsiteY110" fmla="*/ 105128 h 171375"/>
                <a:gd name="connsiteX111" fmla="*/ 48833 w 134424"/>
                <a:gd name="connsiteY111" fmla="*/ 100663 h 171375"/>
                <a:gd name="connsiteX112" fmla="*/ 48089 w 134424"/>
                <a:gd name="connsiteY112" fmla="*/ 96942 h 171375"/>
                <a:gd name="connsiteX113" fmla="*/ 46600 w 134424"/>
                <a:gd name="connsiteY113" fmla="*/ 96198 h 171375"/>
                <a:gd name="connsiteX114" fmla="*/ 46275 w 134424"/>
                <a:gd name="connsiteY114" fmla="*/ 94756 h 171375"/>
                <a:gd name="connsiteX115" fmla="*/ 43624 w 134424"/>
                <a:gd name="connsiteY115" fmla="*/ 91733 h 171375"/>
                <a:gd name="connsiteX116" fmla="*/ 42880 w 134424"/>
                <a:gd name="connsiteY116" fmla="*/ 89501 h 171375"/>
                <a:gd name="connsiteX117" fmla="*/ 41391 w 134424"/>
                <a:gd name="connsiteY117" fmla="*/ 88757 h 171375"/>
                <a:gd name="connsiteX118" fmla="*/ 40647 w 134424"/>
                <a:gd name="connsiteY118" fmla="*/ 86478 h 171375"/>
                <a:gd name="connsiteX119" fmla="*/ 39903 w 134424"/>
                <a:gd name="connsiteY119" fmla="*/ 84292 h 171375"/>
                <a:gd name="connsiteX120" fmla="*/ 38415 w 134424"/>
                <a:gd name="connsiteY120" fmla="*/ 84292 h 171375"/>
                <a:gd name="connsiteX121" fmla="*/ 36927 w 134424"/>
                <a:gd name="connsiteY121" fmla="*/ 81315 h 171375"/>
                <a:gd name="connsiteX122" fmla="*/ 35438 w 134424"/>
                <a:gd name="connsiteY122" fmla="*/ 80571 h 171375"/>
                <a:gd name="connsiteX123" fmla="*/ 34694 w 134424"/>
                <a:gd name="connsiteY123" fmla="*/ 76850 h 171375"/>
                <a:gd name="connsiteX124" fmla="*/ 33206 w 134424"/>
                <a:gd name="connsiteY124" fmla="*/ 76106 h 171375"/>
                <a:gd name="connsiteX125" fmla="*/ 31718 w 134424"/>
                <a:gd name="connsiteY125" fmla="*/ 72385 h 171375"/>
                <a:gd name="connsiteX126" fmla="*/ 30229 w 134424"/>
                <a:gd name="connsiteY126" fmla="*/ 71641 h 171375"/>
                <a:gd name="connsiteX127" fmla="*/ 29485 w 134424"/>
                <a:gd name="connsiteY127" fmla="*/ 69409 h 171375"/>
                <a:gd name="connsiteX128" fmla="*/ 27253 w 134424"/>
                <a:gd name="connsiteY128" fmla="*/ 67177 h 171375"/>
                <a:gd name="connsiteX129" fmla="*/ 24183 w 134424"/>
                <a:gd name="connsiteY129" fmla="*/ 63084 h 171375"/>
                <a:gd name="connsiteX130" fmla="*/ 22596 w 134424"/>
                <a:gd name="connsiteY130" fmla="*/ 60921 h 171375"/>
                <a:gd name="connsiteX131" fmla="*/ 20555 w 134424"/>
                <a:gd name="connsiteY131" fmla="*/ 56759 h 171375"/>
                <a:gd name="connsiteX132" fmla="*/ 18323 w 134424"/>
                <a:gd name="connsiteY132" fmla="*/ 54991 h 171375"/>
                <a:gd name="connsiteX133" fmla="*/ 15346 w 134424"/>
                <a:gd name="connsiteY133" fmla="*/ 49317 h 171375"/>
                <a:gd name="connsiteX134" fmla="*/ 13858 w 134424"/>
                <a:gd name="connsiteY134" fmla="*/ 48573 h 171375"/>
                <a:gd name="connsiteX135" fmla="*/ 12370 w 134424"/>
                <a:gd name="connsiteY135" fmla="*/ 45596 h 171375"/>
                <a:gd name="connsiteX136" fmla="*/ 10882 w 134424"/>
                <a:gd name="connsiteY136" fmla="*/ 44852 h 171375"/>
                <a:gd name="connsiteX137" fmla="*/ 10882 w 134424"/>
                <a:gd name="connsiteY137" fmla="*/ 38899 h 171375"/>
                <a:gd name="connsiteX138" fmla="*/ 13858 w 134424"/>
                <a:gd name="connsiteY138" fmla="*/ 38899 h 171375"/>
                <a:gd name="connsiteX139" fmla="*/ 14184 w 134424"/>
                <a:gd name="connsiteY139" fmla="*/ 37085 h 171375"/>
                <a:gd name="connsiteX140" fmla="*/ 14602 w 134424"/>
                <a:gd name="connsiteY140" fmla="*/ 35178 h 171375"/>
                <a:gd name="connsiteX141" fmla="*/ 18323 w 134424"/>
                <a:gd name="connsiteY141" fmla="*/ 34434 h 171375"/>
                <a:gd name="connsiteX142" fmla="*/ 19067 w 134424"/>
                <a:gd name="connsiteY142" fmla="*/ 32202 h 171375"/>
                <a:gd name="connsiteX143" fmla="*/ 20928 w 134424"/>
                <a:gd name="connsiteY143" fmla="*/ 31876 h 171375"/>
                <a:gd name="connsiteX144" fmla="*/ 22788 w 134424"/>
                <a:gd name="connsiteY144" fmla="*/ 31458 h 171375"/>
                <a:gd name="connsiteX145" fmla="*/ 23532 w 134424"/>
                <a:gd name="connsiteY145" fmla="*/ 28481 h 171375"/>
                <a:gd name="connsiteX146" fmla="*/ 26509 w 134424"/>
                <a:gd name="connsiteY146" fmla="*/ 27737 h 171375"/>
                <a:gd name="connsiteX147" fmla="*/ 27253 w 134424"/>
                <a:gd name="connsiteY147" fmla="*/ 25505 h 171375"/>
                <a:gd name="connsiteX148" fmla="*/ 30973 w 134424"/>
                <a:gd name="connsiteY148" fmla="*/ 24016 h 171375"/>
                <a:gd name="connsiteX149" fmla="*/ 31718 w 134424"/>
                <a:gd name="connsiteY149" fmla="*/ 21784 h 171375"/>
                <a:gd name="connsiteX150" fmla="*/ 33578 w 134424"/>
                <a:gd name="connsiteY150" fmla="*/ 21458 h 171375"/>
                <a:gd name="connsiteX151" fmla="*/ 35438 w 134424"/>
                <a:gd name="connsiteY151" fmla="*/ 21040 h 171375"/>
                <a:gd name="connsiteX152" fmla="*/ 35764 w 134424"/>
                <a:gd name="connsiteY152" fmla="*/ 19552 h 171375"/>
                <a:gd name="connsiteX153" fmla="*/ 36182 w 134424"/>
                <a:gd name="connsiteY153" fmla="*/ 18063 h 171375"/>
                <a:gd name="connsiteX154" fmla="*/ 40647 w 134424"/>
                <a:gd name="connsiteY154" fmla="*/ 17319 h 171375"/>
                <a:gd name="connsiteX155" fmla="*/ 41391 w 134424"/>
                <a:gd name="connsiteY155" fmla="*/ 15087 h 171375"/>
                <a:gd name="connsiteX156" fmla="*/ 44368 w 134424"/>
                <a:gd name="connsiteY156" fmla="*/ 13598 h 171375"/>
                <a:gd name="connsiteX157" fmla="*/ 45112 w 134424"/>
                <a:gd name="connsiteY157" fmla="*/ 11366 h 171375"/>
                <a:gd name="connsiteX158" fmla="*/ 49577 w 134424"/>
                <a:gd name="connsiteY158" fmla="*/ 11366 h 171375"/>
                <a:gd name="connsiteX159" fmla="*/ 49577 w 134424"/>
                <a:gd name="connsiteY159" fmla="*/ 8389 h 171375"/>
                <a:gd name="connsiteX160" fmla="*/ 54042 w 134424"/>
                <a:gd name="connsiteY160" fmla="*/ 7645 h 171375"/>
                <a:gd name="connsiteX161" fmla="*/ 54042 w 134424"/>
                <a:gd name="connsiteY161" fmla="*/ 4669 h 171375"/>
                <a:gd name="connsiteX162" fmla="*/ 55856 w 134424"/>
                <a:gd name="connsiteY162" fmla="*/ 4901 h 171375"/>
                <a:gd name="connsiteX163" fmla="*/ 57762 w 134424"/>
                <a:gd name="connsiteY163" fmla="*/ 4669 h 171375"/>
                <a:gd name="connsiteX164" fmla="*/ 58507 w 134424"/>
                <a:gd name="connsiteY164" fmla="*/ 948 h 17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4424" h="171375">
                  <a:moveTo>
                    <a:pt x="58507" y="948"/>
                  </a:moveTo>
                  <a:cubicBezTo>
                    <a:pt x="59489" y="948"/>
                    <a:pt x="60471" y="948"/>
                    <a:pt x="61483" y="948"/>
                  </a:cubicBezTo>
                  <a:cubicBezTo>
                    <a:pt x="61737" y="2187"/>
                    <a:pt x="61985" y="3427"/>
                    <a:pt x="62227" y="4669"/>
                  </a:cubicBezTo>
                  <a:cubicBezTo>
                    <a:pt x="63214" y="4938"/>
                    <a:pt x="64206" y="5188"/>
                    <a:pt x="65204" y="5413"/>
                  </a:cubicBezTo>
                  <a:cubicBezTo>
                    <a:pt x="65204" y="6395"/>
                    <a:pt x="65204" y="7377"/>
                    <a:pt x="65204" y="8389"/>
                  </a:cubicBezTo>
                  <a:cubicBezTo>
                    <a:pt x="65941" y="8635"/>
                    <a:pt x="66677" y="8881"/>
                    <a:pt x="67436" y="9134"/>
                  </a:cubicBezTo>
                  <a:cubicBezTo>
                    <a:pt x="67684" y="10126"/>
                    <a:pt x="67932" y="11118"/>
                    <a:pt x="68180" y="12110"/>
                  </a:cubicBezTo>
                  <a:cubicBezTo>
                    <a:pt x="68917" y="12356"/>
                    <a:pt x="69654" y="12601"/>
                    <a:pt x="70413" y="12854"/>
                  </a:cubicBezTo>
                  <a:cubicBezTo>
                    <a:pt x="73111" y="15062"/>
                    <a:pt x="73836" y="17032"/>
                    <a:pt x="74878" y="20296"/>
                  </a:cubicBezTo>
                  <a:cubicBezTo>
                    <a:pt x="75899" y="21425"/>
                    <a:pt x="75899" y="21425"/>
                    <a:pt x="77110" y="22528"/>
                  </a:cubicBezTo>
                  <a:cubicBezTo>
                    <a:pt x="79862" y="25417"/>
                    <a:pt x="81724" y="27409"/>
                    <a:pt x="82319" y="31458"/>
                  </a:cubicBezTo>
                  <a:cubicBezTo>
                    <a:pt x="83424" y="31826"/>
                    <a:pt x="83424" y="31826"/>
                    <a:pt x="84552" y="32202"/>
                  </a:cubicBezTo>
                  <a:cubicBezTo>
                    <a:pt x="84552" y="33184"/>
                    <a:pt x="84552" y="34166"/>
                    <a:pt x="84552" y="35178"/>
                  </a:cubicBezTo>
                  <a:cubicBezTo>
                    <a:pt x="85288" y="35178"/>
                    <a:pt x="86025" y="35178"/>
                    <a:pt x="86784" y="35178"/>
                  </a:cubicBezTo>
                  <a:cubicBezTo>
                    <a:pt x="87083" y="35938"/>
                    <a:pt x="87083" y="35938"/>
                    <a:pt x="87389" y="36713"/>
                  </a:cubicBezTo>
                  <a:cubicBezTo>
                    <a:pt x="88204" y="38730"/>
                    <a:pt x="88818" y="39650"/>
                    <a:pt x="90226" y="41225"/>
                  </a:cubicBezTo>
                  <a:cubicBezTo>
                    <a:pt x="93333" y="44705"/>
                    <a:pt x="95997" y="48489"/>
                    <a:pt x="98690" y="52294"/>
                  </a:cubicBezTo>
                  <a:cubicBezTo>
                    <a:pt x="99205" y="53019"/>
                    <a:pt x="99205" y="53019"/>
                    <a:pt x="99731" y="53759"/>
                  </a:cubicBezTo>
                  <a:cubicBezTo>
                    <a:pt x="101667" y="56560"/>
                    <a:pt x="101667" y="56560"/>
                    <a:pt x="101667" y="58247"/>
                  </a:cubicBezTo>
                  <a:cubicBezTo>
                    <a:pt x="102772" y="58615"/>
                    <a:pt x="102772" y="58615"/>
                    <a:pt x="103899" y="58991"/>
                  </a:cubicBezTo>
                  <a:cubicBezTo>
                    <a:pt x="104039" y="60898"/>
                    <a:pt x="104039" y="60898"/>
                    <a:pt x="103899" y="62712"/>
                  </a:cubicBezTo>
                  <a:cubicBezTo>
                    <a:pt x="104636" y="62712"/>
                    <a:pt x="105373" y="62712"/>
                    <a:pt x="106132" y="62712"/>
                  </a:cubicBezTo>
                  <a:cubicBezTo>
                    <a:pt x="106404" y="63698"/>
                    <a:pt x="106648" y="64691"/>
                    <a:pt x="106876" y="65688"/>
                  </a:cubicBezTo>
                  <a:cubicBezTo>
                    <a:pt x="107883" y="66882"/>
                    <a:pt x="107883" y="66882"/>
                    <a:pt x="109108" y="67921"/>
                  </a:cubicBezTo>
                  <a:cubicBezTo>
                    <a:pt x="110486" y="69184"/>
                    <a:pt x="111401" y="70255"/>
                    <a:pt x="112364" y="71874"/>
                  </a:cubicBezTo>
                  <a:cubicBezTo>
                    <a:pt x="113572" y="74004"/>
                    <a:pt x="113572" y="74004"/>
                    <a:pt x="115526" y="76106"/>
                  </a:cubicBezTo>
                  <a:cubicBezTo>
                    <a:pt x="117289" y="78333"/>
                    <a:pt x="117577" y="79370"/>
                    <a:pt x="118038" y="82059"/>
                  </a:cubicBezTo>
                  <a:cubicBezTo>
                    <a:pt x="118775" y="82305"/>
                    <a:pt x="119511" y="82550"/>
                    <a:pt x="120270" y="82803"/>
                  </a:cubicBezTo>
                  <a:cubicBezTo>
                    <a:pt x="120410" y="84710"/>
                    <a:pt x="120410" y="84710"/>
                    <a:pt x="120270" y="86524"/>
                  </a:cubicBezTo>
                  <a:cubicBezTo>
                    <a:pt x="121007" y="86524"/>
                    <a:pt x="121744" y="86524"/>
                    <a:pt x="122503" y="86524"/>
                  </a:cubicBezTo>
                  <a:cubicBezTo>
                    <a:pt x="122780" y="87758"/>
                    <a:pt x="123029" y="88999"/>
                    <a:pt x="123247" y="90245"/>
                  </a:cubicBezTo>
                  <a:cubicBezTo>
                    <a:pt x="123738" y="90245"/>
                    <a:pt x="124229" y="90245"/>
                    <a:pt x="124735" y="90245"/>
                  </a:cubicBezTo>
                  <a:cubicBezTo>
                    <a:pt x="124896" y="91166"/>
                    <a:pt x="124896" y="91166"/>
                    <a:pt x="125061" y="92105"/>
                  </a:cubicBezTo>
                  <a:cubicBezTo>
                    <a:pt x="125199" y="92719"/>
                    <a:pt x="125337" y="93333"/>
                    <a:pt x="125479" y="93966"/>
                  </a:cubicBezTo>
                  <a:cubicBezTo>
                    <a:pt x="126216" y="93966"/>
                    <a:pt x="126953" y="93966"/>
                    <a:pt x="127712" y="93966"/>
                  </a:cubicBezTo>
                  <a:cubicBezTo>
                    <a:pt x="128245" y="95190"/>
                    <a:pt x="128741" y="96432"/>
                    <a:pt x="129200" y="97686"/>
                  </a:cubicBezTo>
                  <a:cubicBezTo>
                    <a:pt x="129691" y="97932"/>
                    <a:pt x="130182" y="98177"/>
                    <a:pt x="130688" y="98430"/>
                  </a:cubicBezTo>
                  <a:cubicBezTo>
                    <a:pt x="131184" y="99919"/>
                    <a:pt x="131680" y="101407"/>
                    <a:pt x="132177" y="102895"/>
                  </a:cubicBezTo>
                  <a:cubicBezTo>
                    <a:pt x="132668" y="103141"/>
                    <a:pt x="133159" y="103386"/>
                    <a:pt x="133665" y="103639"/>
                  </a:cubicBezTo>
                  <a:cubicBezTo>
                    <a:pt x="133913" y="104632"/>
                    <a:pt x="134161" y="105624"/>
                    <a:pt x="134409" y="106616"/>
                  </a:cubicBezTo>
                  <a:cubicBezTo>
                    <a:pt x="134900" y="106862"/>
                    <a:pt x="135391" y="107107"/>
                    <a:pt x="135897" y="107360"/>
                  </a:cubicBezTo>
                  <a:cubicBezTo>
                    <a:pt x="136393" y="108600"/>
                    <a:pt x="136889" y="109841"/>
                    <a:pt x="137386" y="111081"/>
                  </a:cubicBezTo>
                  <a:cubicBezTo>
                    <a:pt x="137877" y="111326"/>
                    <a:pt x="138368" y="111572"/>
                    <a:pt x="138874" y="111825"/>
                  </a:cubicBezTo>
                  <a:cubicBezTo>
                    <a:pt x="139370" y="113065"/>
                    <a:pt x="139866" y="114305"/>
                    <a:pt x="140362" y="115546"/>
                  </a:cubicBezTo>
                  <a:cubicBezTo>
                    <a:pt x="140853" y="115791"/>
                    <a:pt x="141344" y="116037"/>
                    <a:pt x="141850" y="116290"/>
                  </a:cubicBezTo>
                  <a:cubicBezTo>
                    <a:pt x="141958" y="117026"/>
                    <a:pt x="142065" y="117763"/>
                    <a:pt x="142176" y="118522"/>
                  </a:cubicBezTo>
                  <a:cubicBezTo>
                    <a:pt x="142314" y="119259"/>
                    <a:pt x="142452" y="119996"/>
                    <a:pt x="142595" y="120755"/>
                  </a:cubicBezTo>
                  <a:cubicBezTo>
                    <a:pt x="143331" y="121000"/>
                    <a:pt x="144068" y="121246"/>
                    <a:pt x="144827" y="121499"/>
                  </a:cubicBezTo>
                  <a:cubicBezTo>
                    <a:pt x="145150" y="123499"/>
                    <a:pt x="145150" y="123499"/>
                    <a:pt x="145152" y="125964"/>
                  </a:cubicBezTo>
                  <a:cubicBezTo>
                    <a:pt x="145167" y="126777"/>
                    <a:pt x="145181" y="127590"/>
                    <a:pt x="145196" y="128429"/>
                  </a:cubicBezTo>
                  <a:cubicBezTo>
                    <a:pt x="145074" y="129089"/>
                    <a:pt x="144952" y="129748"/>
                    <a:pt x="144827" y="130428"/>
                  </a:cubicBezTo>
                  <a:cubicBezTo>
                    <a:pt x="143318" y="130894"/>
                    <a:pt x="143318" y="130894"/>
                    <a:pt x="141850" y="131173"/>
                  </a:cubicBezTo>
                  <a:cubicBezTo>
                    <a:pt x="141850" y="132155"/>
                    <a:pt x="141850" y="133137"/>
                    <a:pt x="141850" y="134149"/>
                  </a:cubicBezTo>
                  <a:cubicBezTo>
                    <a:pt x="140862" y="134413"/>
                    <a:pt x="139869" y="134659"/>
                    <a:pt x="138874" y="134893"/>
                  </a:cubicBezTo>
                  <a:cubicBezTo>
                    <a:pt x="138644" y="135400"/>
                    <a:pt x="138413" y="135906"/>
                    <a:pt x="138176" y="136428"/>
                  </a:cubicBezTo>
                  <a:cubicBezTo>
                    <a:pt x="137915" y="136904"/>
                    <a:pt x="137654" y="137380"/>
                    <a:pt x="137386" y="137870"/>
                  </a:cubicBezTo>
                  <a:cubicBezTo>
                    <a:pt x="135432" y="138056"/>
                    <a:pt x="135432" y="138056"/>
                    <a:pt x="133665" y="137870"/>
                  </a:cubicBezTo>
                  <a:cubicBezTo>
                    <a:pt x="133665" y="138852"/>
                    <a:pt x="133665" y="139834"/>
                    <a:pt x="133665" y="140846"/>
                  </a:cubicBezTo>
                  <a:cubicBezTo>
                    <a:pt x="132677" y="141110"/>
                    <a:pt x="131684" y="141356"/>
                    <a:pt x="130688" y="141591"/>
                  </a:cubicBezTo>
                  <a:cubicBezTo>
                    <a:pt x="130458" y="142097"/>
                    <a:pt x="130228" y="142604"/>
                    <a:pt x="129991" y="143125"/>
                  </a:cubicBezTo>
                  <a:cubicBezTo>
                    <a:pt x="129730" y="143601"/>
                    <a:pt x="129469" y="144077"/>
                    <a:pt x="129200" y="144567"/>
                  </a:cubicBezTo>
                  <a:cubicBezTo>
                    <a:pt x="127247" y="144753"/>
                    <a:pt x="127247" y="144753"/>
                    <a:pt x="125479" y="144567"/>
                  </a:cubicBezTo>
                  <a:cubicBezTo>
                    <a:pt x="125479" y="145549"/>
                    <a:pt x="125479" y="146532"/>
                    <a:pt x="125479" y="147544"/>
                  </a:cubicBezTo>
                  <a:cubicBezTo>
                    <a:pt x="124491" y="147807"/>
                    <a:pt x="123498" y="148054"/>
                    <a:pt x="122503" y="148288"/>
                  </a:cubicBezTo>
                  <a:cubicBezTo>
                    <a:pt x="122272" y="148794"/>
                    <a:pt x="122042" y="149301"/>
                    <a:pt x="121805" y="149823"/>
                  </a:cubicBezTo>
                  <a:cubicBezTo>
                    <a:pt x="121544" y="150298"/>
                    <a:pt x="121283" y="150774"/>
                    <a:pt x="121014" y="151264"/>
                  </a:cubicBezTo>
                  <a:cubicBezTo>
                    <a:pt x="119061" y="151450"/>
                    <a:pt x="119061" y="151450"/>
                    <a:pt x="117294" y="151264"/>
                  </a:cubicBezTo>
                  <a:cubicBezTo>
                    <a:pt x="117294" y="152247"/>
                    <a:pt x="117294" y="153229"/>
                    <a:pt x="117294" y="154241"/>
                  </a:cubicBezTo>
                  <a:cubicBezTo>
                    <a:pt x="116053" y="154489"/>
                    <a:pt x="114813" y="154737"/>
                    <a:pt x="113573" y="154985"/>
                  </a:cubicBezTo>
                  <a:cubicBezTo>
                    <a:pt x="113573" y="155967"/>
                    <a:pt x="113573" y="156950"/>
                    <a:pt x="113573" y="157962"/>
                  </a:cubicBezTo>
                  <a:cubicBezTo>
                    <a:pt x="112341" y="158246"/>
                    <a:pt x="111099" y="158493"/>
                    <a:pt x="109852" y="158706"/>
                  </a:cubicBezTo>
                  <a:cubicBezTo>
                    <a:pt x="109607" y="159442"/>
                    <a:pt x="109361" y="160179"/>
                    <a:pt x="109108" y="160938"/>
                  </a:cubicBezTo>
                  <a:cubicBezTo>
                    <a:pt x="108116" y="161434"/>
                    <a:pt x="107124" y="161930"/>
                    <a:pt x="106132" y="162426"/>
                  </a:cubicBezTo>
                  <a:cubicBezTo>
                    <a:pt x="105886" y="163163"/>
                    <a:pt x="105640" y="163900"/>
                    <a:pt x="105387" y="164659"/>
                  </a:cubicBezTo>
                  <a:cubicBezTo>
                    <a:pt x="104467" y="164820"/>
                    <a:pt x="104467" y="164820"/>
                    <a:pt x="103527" y="164984"/>
                  </a:cubicBezTo>
                  <a:cubicBezTo>
                    <a:pt x="102913" y="165123"/>
                    <a:pt x="102299" y="165261"/>
                    <a:pt x="101667" y="165403"/>
                  </a:cubicBezTo>
                  <a:cubicBezTo>
                    <a:pt x="101390" y="166388"/>
                    <a:pt x="101141" y="167381"/>
                    <a:pt x="100923" y="168380"/>
                  </a:cubicBezTo>
                  <a:cubicBezTo>
                    <a:pt x="99930" y="168628"/>
                    <a:pt x="98938" y="168876"/>
                    <a:pt x="97946" y="169124"/>
                  </a:cubicBezTo>
                  <a:cubicBezTo>
                    <a:pt x="97863" y="169619"/>
                    <a:pt x="97779" y="170114"/>
                    <a:pt x="97693" y="170624"/>
                  </a:cubicBezTo>
                  <a:cubicBezTo>
                    <a:pt x="97450" y="171355"/>
                    <a:pt x="97450" y="171355"/>
                    <a:pt x="97202" y="172100"/>
                  </a:cubicBezTo>
                  <a:cubicBezTo>
                    <a:pt x="94937" y="172528"/>
                    <a:pt x="92821" y="172231"/>
                    <a:pt x="90505" y="172100"/>
                  </a:cubicBezTo>
                  <a:cubicBezTo>
                    <a:pt x="90136" y="168785"/>
                    <a:pt x="90136" y="168785"/>
                    <a:pt x="89761" y="165403"/>
                  </a:cubicBezTo>
                  <a:cubicBezTo>
                    <a:pt x="89024" y="165403"/>
                    <a:pt x="88287" y="165403"/>
                    <a:pt x="87528" y="165403"/>
                  </a:cubicBezTo>
                  <a:cubicBezTo>
                    <a:pt x="86994" y="163928"/>
                    <a:pt x="86499" y="162438"/>
                    <a:pt x="86040" y="160938"/>
                  </a:cubicBezTo>
                  <a:cubicBezTo>
                    <a:pt x="85549" y="160693"/>
                    <a:pt x="85058" y="160447"/>
                    <a:pt x="84552" y="160194"/>
                  </a:cubicBezTo>
                  <a:cubicBezTo>
                    <a:pt x="84444" y="159473"/>
                    <a:pt x="84337" y="158751"/>
                    <a:pt x="84226" y="158008"/>
                  </a:cubicBezTo>
                  <a:cubicBezTo>
                    <a:pt x="84088" y="157256"/>
                    <a:pt x="83950" y="156504"/>
                    <a:pt x="83807" y="155729"/>
                  </a:cubicBezTo>
                  <a:cubicBezTo>
                    <a:pt x="82702" y="154993"/>
                    <a:pt x="82702" y="154993"/>
                    <a:pt x="81575" y="154241"/>
                  </a:cubicBezTo>
                  <a:cubicBezTo>
                    <a:pt x="81575" y="153001"/>
                    <a:pt x="81575" y="151760"/>
                    <a:pt x="81575" y="150520"/>
                  </a:cubicBezTo>
                  <a:cubicBezTo>
                    <a:pt x="80838" y="150275"/>
                    <a:pt x="80102" y="150029"/>
                    <a:pt x="79343" y="149776"/>
                  </a:cubicBezTo>
                  <a:cubicBezTo>
                    <a:pt x="78831" y="148542"/>
                    <a:pt x="78334" y="147302"/>
                    <a:pt x="77854" y="146055"/>
                  </a:cubicBezTo>
                  <a:cubicBezTo>
                    <a:pt x="77363" y="146055"/>
                    <a:pt x="76872" y="146055"/>
                    <a:pt x="76366" y="146055"/>
                  </a:cubicBezTo>
                  <a:cubicBezTo>
                    <a:pt x="76274" y="145211"/>
                    <a:pt x="76182" y="144367"/>
                    <a:pt x="76087" y="143497"/>
                  </a:cubicBezTo>
                  <a:cubicBezTo>
                    <a:pt x="75857" y="142185"/>
                    <a:pt x="75857" y="142185"/>
                    <a:pt x="75622" y="140846"/>
                  </a:cubicBezTo>
                  <a:cubicBezTo>
                    <a:pt x="75131" y="140601"/>
                    <a:pt x="74640" y="140355"/>
                    <a:pt x="74134" y="140102"/>
                  </a:cubicBezTo>
                  <a:cubicBezTo>
                    <a:pt x="73346" y="138889"/>
                    <a:pt x="72606" y="137645"/>
                    <a:pt x="71901" y="136382"/>
                  </a:cubicBezTo>
                  <a:cubicBezTo>
                    <a:pt x="71610" y="135860"/>
                    <a:pt x="71318" y="135338"/>
                    <a:pt x="71017" y="134800"/>
                  </a:cubicBezTo>
                  <a:cubicBezTo>
                    <a:pt x="70413" y="133405"/>
                    <a:pt x="70413" y="133405"/>
                    <a:pt x="70413" y="131173"/>
                  </a:cubicBezTo>
                  <a:cubicBezTo>
                    <a:pt x="69676" y="131173"/>
                    <a:pt x="68939" y="131173"/>
                    <a:pt x="68180" y="131173"/>
                  </a:cubicBezTo>
                  <a:cubicBezTo>
                    <a:pt x="68180" y="129699"/>
                    <a:pt x="68180" y="128226"/>
                    <a:pt x="68180" y="126708"/>
                  </a:cubicBezTo>
                  <a:cubicBezTo>
                    <a:pt x="67444" y="126708"/>
                    <a:pt x="66707" y="126708"/>
                    <a:pt x="65948" y="126708"/>
                  </a:cubicBezTo>
                  <a:cubicBezTo>
                    <a:pt x="65694" y="125469"/>
                    <a:pt x="65446" y="124228"/>
                    <a:pt x="65204" y="122987"/>
                  </a:cubicBezTo>
                  <a:cubicBezTo>
                    <a:pt x="64467" y="122741"/>
                    <a:pt x="63730" y="122496"/>
                    <a:pt x="62971" y="122243"/>
                  </a:cubicBezTo>
                  <a:cubicBezTo>
                    <a:pt x="62449" y="121014"/>
                    <a:pt x="61952" y="119773"/>
                    <a:pt x="61483" y="118522"/>
                  </a:cubicBezTo>
                  <a:cubicBezTo>
                    <a:pt x="60992" y="118277"/>
                    <a:pt x="60501" y="118031"/>
                    <a:pt x="59995" y="117778"/>
                  </a:cubicBezTo>
                  <a:cubicBezTo>
                    <a:pt x="59747" y="116538"/>
                    <a:pt x="59499" y="115298"/>
                    <a:pt x="59251" y="114057"/>
                  </a:cubicBezTo>
                  <a:cubicBezTo>
                    <a:pt x="58760" y="113812"/>
                    <a:pt x="58268" y="113566"/>
                    <a:pt x="57762" y="113313"/>
                  </a:cubicBezTo>
                  <a:cubicBezTo>
                    <a:pt x="57655" y="112699"/>
                    <a:pt x="57548" y="112085"/>
                    <a:pt x="57437" y="111453"/>
                  </a:cubicBezTo>
                  <a:cubicBezTo>
                    <a:pt x="57299" y="110839"/>
                    <a:pt x="57161" y="110225"/>
                    <a:pt x="57018" y="109593"/>
                  </a:cubicBezTo>
                  <a:cubicBezTo>
                    <a:pt x="56282" y="109347"/>
                    <a:pt x="55545" y="109101"/>
                    <a:pt x="54786" y="108848"/>
                  </a:cubicBezTo>
                  <a:cubicBezTo>
                    <a:pt x="53670" y="107174"/>
                    <a:pt x="53670" y="107174"/>
                    <a:pt x="52553" y="105128"/>
                  </a:cubicBezTo>
                  <a:cubicBezTo>
                    <a:pt x="51162" y="102412"/>
                    <a:pt x="51162" y="102412"/>
                    <a:pt x="48833" y="100663"/>
                  </a:cubicBezTo>
                  <a:cubicBezTo>
                    <a:pt x="48585" y="99423"/>
                    <a:pt x="48337" y="98182"/>
                    <a:pt x="48089" y="96942"/>
                  </a:cubicBezTo>
                  <a:cubicBezTo>
                    <a:pt x="47598" y="96697"/>
                    <a:pt x="47106" y="96451"/>
                    <a:pt x="46600" y="96198"/>
                  </a:cubicBezTo>
                  <a:cubicBezTo>
                    <a:pt x="46493" y="95722"/>
                    <a:pt x="46385" y="95246"/>
                    <a:pt x="46275" y="94756"/>
                  </a:cubicBezTo>
                  <a:cubicBezTo>
                    <a:pt x="45959" y="92937"/>
                    <a:pt x="45959" y="92937"/>
                    <a:pt x="43624" y="91733"/>
                  </a:cubicBezTo>
                  <a:cubicBezTo>
                    <a:pt x="43378" y="90996"/>
                    <a:pt x="43133" y="90260"/>
                    <a:pt x="42880" y="89501"/>
                  </a:cubicBezTo>
                  <a:cubicBezTo>
                    <a:pt x="42143" y="89132"/>
                    <a:pt x="42143" y="89132"/>
                    <a:pt x="41391" y="88757"/>
                  </a:cubicBezTo>
                  <a:cubicBezTo>
                    <a:pt x="41146" y="88005"/>
                    <a:pt x="40900" y="87252"/>
                    <a:pt x="40647" y="86478"/>
                  </a:cubicBezTo>
                  <a:cubicBezTo>
                    <a:pt x="40279" y="85396"/>
                    <a:pt x="40279" y="85396"/>
                    <a:pt x="39903" y="84292"/>
                  </a:cubicBezTo>
                  <a:cubicBezTo>
                    <a:pt x="39412" y="84292"/>
                    <a:pt x="38921" y="84292"/>
                    <a:pt x="38415" y="84292"/>
                  </a:cubicBezTo>
                  <a:cubicBezTo>
                    <a:pt x="37906" y="83306"/>
                    <a:pt x="37410" y="82313"/>
                    <a:pt x="36927" y="81315"/>
                  </a:cubicBezTo>
                  <a:cubicBezTo>
                    <a:pt x="36190" y="80947"/>
                    <a:pt x="36190" y="80947"/>
                    <a:pt x="35438" y="80571"/>
                  </a:cubicBezTo>
                  <a:cubicBezTo>
                    <a:pt x="35190" y="79331"/>
                    <a:pt x="34942" y="78091"/>
                    <a:pt x="34694" y="76850"/>
                  </a:cubicBezTo>
                  <a:cubicBezTo>
                    <a:pt x="34203" y="76605"/>
                    <a:pt x="33712" y="76359"/>
                    <a:pt x="33206" y="76106"/>
                  </a:cubicBezTo>
                  <a:cubicBezTo>
                    <a:pt x="32462" y="74246"/>
                    <a:pt x="32462" y="74246"/>
                    <a:pt x="31718" y="72385"/>
                  </a:cubicBezTo>
                  <a:cubicBezTo>
                    <a:pt x="31226" y="72140"/>
                    <a:pt x="30735" y="71894"/>
                    <a:pt x="30229" y="71641"/>
                  </a:cubicBezTo>
                  <a:cubicBezTo>
                    <a:pt x="29984" y="70905"/>
                    <a:pt x="29738" y="70168"/>
                    <a:pt x="29485" y="69409"/>
                  </a:cubicBezTo>
                  <a:cubicBezTo>
                    <a:pt x="28752" y="68654"/>
                    <a:pt x="28005" y="67912"/>
                    <a:pt x="27253" y="67177"/>
                  </a:cubicBezTo>
                  <a:cubicBezTo>
                    <a:pt x="26209" y="65828"/>
                    <a:pt x="25187" y="64462"/>
                    <a:pt x="24183" y="63084"/>
                  </a:cubicBezTo>
                  <a:cubicBezTo>
                    <a:pt x="23659" y="62370"/>
                    <a:pt x="23136" y="61656"/>
                    <a:pt x="22596" y="60921"/>
                  </a:cubicBezTo>
                  <a:cubicBezTo>
                    <a:pt x="21300" y="58991"/>
                    <a:pt x="21300" y="58991"/>
                    <a:pt x="20555" y="56759"/>
                  </a:cubicBezTo>
                  <a:cubicBezTo>
                    <a:pt x="19819" y="56175"/>
                    <a:pt x="19082" y="55592"/>
                    <a:pt x="18323" y="54991"/>
                  </a:cubicBezTo>
                  <a:cubicBezTo>
                    <a:pt x="15952" y="52916"/>
                    <a:pt x="15678" y="52305"/>
                    <a:pt x="15346" y="49317"/>
                  </a:cubicBezTo>
                  <a:cubicBezTo>
                    <a:pt x="14855" y="49072"/>
                    <a:pt x="14364" y="48826"/>
                    <a:pt x="13858" y="48573"/>
                  </a:cubicBezTo>
                  <a:cubicBezTo>
                    <a:pt x="13362" y="47581"/>
                    <a:pt x="12866" y="46589"/>
                    <a:pt x="12370" y="45596"/>
                  </a:cubicBezTo>
                  <a:cubicBezTo>
                    <a:pt x="11879" y="45351"/>
                    <a:pt x="11388" y="45105"/>
                    <a:pt x="10882" y="44852"/>
                  </a:cubicBezTo>
                  <a:cubicBezTo>
                    <a:pt x="10671" y="42857"/>
                    <a:pt x="10818" y="40910"/>
                    <a:pt x="10882" y="38899"/>
                  </a:cubicBezTo>
                  <a:cubicBezTo>
                    <a:pt x="11864" y="38899"/>
                    <a:pt x="12846" y="38899"/>
                    <a:pt x="13858" y="38899"/>
                  </a:cubicBezTo>
                  <a:cubicBezTo>
                    <a:pt x="13966" y="38301"/>
                    <a:pt x="14073" y="37702"/>
                    <a:pt x="14184" y="37085"/>
                  </a:cubicBezTo>
                  <a:cubicBezTo>
                    <a:pt x="14322" y="36456"/>
                    <a:pt x="14460" y="35827"/>
                    <a:pt x="14602" y="35178"/>
                  </a:cubicBezTo>
                  <a:cubicBezTo>
                    <a:pt x="16463" y="34713"/>
                    <a:pt x="16463" y="34713"/>
                    <a:pt x="18323" y="34434"/>
                  </a:cubicBezTo>
                  <a:cubicBezTo>
                    <a:pt x="18569" y="33698"/>
                    <a:pt x="18814" y="32961"/>
                    <a:pt x="19067" y="32202"/>
                  </a:cubicBezTo>
                  <a:cubicBezTo>
                    <a:pt x="19681" y="32094"/>
                    <a:pt x="20295" y="31987"/>
                    <a:pt x="20928" y="31876"/>
                  </a:cubicBezTo>
                  <a:cubicBezTo>
                    <a:pt x="21541" y="31738"/>
                    <a:pt x="22155" y="31600"/>
                    <a:pt x="22788" y="31458"/>
                  </a:cubicBezTo>
                  <a:cubicBezTo>
                    <a:pt x="23065" y="30473"/>
                    <a:pt x="23313" y="29480"/>
                    <a:pt x="23532" y="28481"/>
                  </a:cubicBezTo>
                  <a:cubicBezTo>
                    <a:pt x="24517" y="28204"/>
                    <a:pt x="25509" y="27956"/>
                    <a:pt x="26509" y="27737"/>
                  </a:cubicBezTo>
                  <a:cubicBezTo>
                    <a:pt x="26754" y="27000"/>
                    <a:pt x="27000" y="26264"/>
                    <a:pt x="27253" y="25505"/>
                  </a:cubicBezTo>
                  <a:cubicBezTo>
                    <a:pt x="28493" y="25009"/>
                    <a:pt x="29733" y="24512"/>
                    <a:pt x="30973" y="24016"/>
                  </a:cubicBezTo>
                  <a:cubicBezTo>
                    <a:pt x="31219" y="23280"/>
                    <a:pt x="31465" y="22543"/>
                    <a:pt x="31718" y="21784"/>
                  </a:cubicBezTo>
                  <a:cubicBezTo>
                    <a:pt x="32331" y="21676"/>
                    <a:pt x="32945" y="21569"/>
                    <a:pt x="33578" y="21458"/>
                  </a:cubicBezTo>
                  <a:cubicBezTo>
                    <a:pt x="34192" y="21320"/>
                    <a:pt x="34806" y="21182"/>
                    <a:pt x="35438" y="21040"/>
                  </a:cubicBezTo>
                  <a:cubicBezTo>
                    <a:pt x="35546" y="20549"/>
                    <a:pt x="35653" y="20058"/>
                    <a:pt x="35764" y="19552"/>
                  </a:cubicBezTo>
                  <a:cubicBezTo>
                    <a:pt x="35971" y="18815"/>
                    <a:pt x="35971" y="18815"/>
                    <a:pt x="36182" y="18063"/>
                  </a:cubicBezTo>
                  <a:cubicBezTo>
                    <a:pt x="37665" y="17785"/>
                    <a:pt x="39154" y="17537"/>
                    <a:pt x="40647" y="17319"/>
                  </a:cubicBezTo>
                  <a:cubicBezTo>
                    <a:pt x="41016" y="16214"/>
                    <a:pt x="41016" y="16214"/>
                    <a:pt x="41391" y="15087"/>
                  </a:cubicBezTo>
                  <a:cubicBezTo>
                    <a:pt x="42384" y="14591"/>
                    <a:pt x="43376" y="14094"/>
                    <a:pt x="44368" y="13598"/>
                  </a:cubicBezTo>
                  <a:cubicBezTo>
                    <a:pt x="44736" y="12493"/>
                    <a:pt x="44736" y="12493"/>
                    <a:pt x="45112" y="11366"/>
                  </a:cubicBezTo>
                  <a:cubicBezTo>
                    <a:pt x="47391" y="11226"/>
                    <a:pt x="47391" y="11226"/>
                    <a:pt x="49577" y="11366"/>
                  </a:cubicBezTo>
                  <a:cubicBezTo>
                    <a:pt x="49577" y="10384"/>
                    <a:pt x="49577" y="9401"/>
                    <a:pt x="49577" y="8389"/>
                  </a:cubicBezTo>
                  <a:cubicBezTo>
                    <a:pt x="51050" y="8144"/>
                    <a:pt x="52524" y="7898"/>
                    <a:pt x="54042" y="7645"/>
                  </a:cubicBezTo>
                  <a:cubicBezTo>
                    <a:pt x="54042" y="6663"/>
                    <a:pt x="54042" y="5681"/>
                    <a:pt x="54042" y="4669"/>
                  </a:cubicBezTo>
                  <a:cubicBezTo>
                    <a:pt x="54640" y="4745"/>
                    <a:pt x="55239" y="4822"/>
                    <a:pt x="55856" y="4901"/>
                  </a:cubicBezTo>
                  <a:cubicBezTo>
                    <a:pt x="56485" y="4825"/>
                    <a:pt x="57114" y="4748"/>
                    <a:pt x="57762" y="4669"/>
                  </a:cubicBezTo>
                  <a:cubicBezTo>
                    <a:pt x="58040" y="3435"/>
                    <a:pt x="58289" y="2194"/>
                    <a:pt x="58507" y="948"/>
                  </a:cubicBezTo>
                  <a:close/>
                </a:path>
              </a:pathLst>
            </a:custGeom>
            <a:grpFill/>
            <a:ln w="744" cap="flat">
              <a:noFill/>
              <a:prstDash val="solid"/>
              <a:miter/>
            </a:ln>
          </p:spPr>
          <p:txBody>
            <a:bodyPr rtlCol="0" anchor="ctr"/>
            <a:lstStyle/>
            <a:p>
              <a:endParaRPr lang="zh-CN" altLang="en-US"/>
            </a:p>
          </p:txBody>
        </p:sp>
        <p:sp>
          <p:nvSpPr>
            <p:cNvPr id="145" name="任意多边形: 形状 144"/>
            <p:cNvSpPr/>
            <p:nvPr/>
          </p:nvSpPr>
          <p:spPr>
            <a:xfrm>
              <a:off x="7330920" y="982696"/>
              <a:ext cx="139759" cy="167649"/>
            </a:xfrm>
            <a:custGeom>
              <a:avLst/>
              <a:gdLst>
                <a:gd name="connsiteX0" fmla="*/ 90501 w 139759"/>
                <a:gd name="connsiteY0" fmla="*/ 1171 h 167649"/>
                <a:gd name="connsiteX1" fmla="*/ 94919 w 139759"/>
                <a:gd name="connsiteY1" fmla="*/ 1031 h 167649"/>
                <a:gd name="connsiteX2" fmla="*/ 97405 w 139759"/>
                <a:gd name="connsiteY2" fmla="*/ 953 h 167649"/>
                <a:gd name="connsiteX3" fmla="*/ 99431 w 139759"/>
                <a:gd name="connsiteY3" fmla="*/ 1171 h 167649"/>
                <a:gd name="connsiteX4" fmla="*/ 100175 w 139759"/>
                <a:gd name="connsiteY4" fmla="*/ 3403 h 167649"/>
                <a:gd name="connsiteX5" fmla="*/ 106872 w 139759"/>
                <a:gd name="connsiteY5" fmla="*/ 4148 h 167649"/>
                <a:gd name="connsiteX6" fmla="*/ 106872 w 139759"/>
                <a:gd name="connsiteY6" fmla="*/ 7124 h 167649"/>
                <a:gd name="connsiteX7" fmla="*/ 108474 w 139759"/>
                <a:gd name="connsiteY7" fmla="*/ 7208 h 167649"/>
                <a:gd name="connsiteX8" fmla="*/ 110546 w 139759"/>
                <a:gd name="connsiteY8" fmla="*/ 7357 h 167649"/>
                <a:gd name="connsiteX9" fmla="*/ 112613 w 139759"/>
                <a:gd name="connsiteY9" fmla="*/ 7487 h 167649"/>
                <a:gd name="connsiteX10" fmla="*/ 114314 w 139759"/>
                <a:gd name="connsiteY10" fmla="*/ 7868 h 167649"/>
                <a:gd name="connsiteX11" fmla="*/ 115058 w 139759"/>
                <a:gd name="connsiteY11" fmla="*/ 10101 h 167649"/>
                <a:gd name="connsiteX12" fmla="*/ 118406 w 139759"/>
                <a:gd name="connsiteY12" fmla="*/ 10845 h 167649"/>
                <a:gd name="connsiteX13" fmla="*/ 121755 w 139759"/>
                <a:gd name="connsiteY13" fmla="*/ 11589 h 167649"/>
                <a:gd name="connsiteX14" fmla="*/ 122499 w 139759"/>
                <a:gd name="connsiteY14" fmla="*/ 13821 h 167649"/>
                <a:gd name="connsiteX15" fmla="*/ 125894 w 139759"/>
                <a:gd name="connsiteY15" fmla="*/ 14333 h 167649"/>
                <a:gd name="connsiteX16" fmla="*/ 127758 w 139759"/>
                <a:gd name="connsiteY16" fmla="*/ 14481 h 167649"/>
                <a:gd name="connsiteX17" fmla="*/ 129196 w 139759"/>
                <a:gd name="connsiteY17" fmla="*/ 14566 h 167649"/>
                <a:gd name="connsiteX18" fmla="*/ 129196 w 139759"/>
                <a:gd name="connsiteY18" fmla="*/ 16798 h 167649"/>
                <a:gd name="connsiteX19" fmla="*/ 132499 w 139759"/>
                <a:gd name="connsiteY19" fmla="*/ 17542 h 167649"/>
                <a:gd name="connsiteX20" fmla="*/ 135894 w 139759"/>
                <a:gd name="connsiteY20" fmla="*/ 18286 h 167649"/>
                <a:gd name="connsiteX21" fmla="*/ 136638 w 139759"/>
                <a:gd name="connsiteY21" fmla="*/ 20519 h 167649"/>
                <a:gd name="connsiteX22" fmla="*/ 142405 w 139759"/>
                <a:gd name="connsiteY22" fmla="*/ 20888 h 167649"/>
                <a:gd name="connsiteX23" fmla="*/ 144079 w 139759"/>
                <a:gd name="connsiteY23" fmla="*/ 21263 h 167649"/>
                <a:gd name="connsiteX24" fmla="*/ 144823 w 139759"/>
                <a:gd name="connsiteY24" fmla="*/ 24239 h 167649"/>
                <a:gd name="connsiteX25" fmla="*/ 150032 w 139759"/>
                <a:gd name="connsiteY25" fmla="*/ 24984 h 167649"/>
                <a:gd name="connsiteX26" fmla="*/ 150125 w 139759"/>
                <a:gd name="connsiteY26" fmla="*/ 29774 h 167649"/>
                <a:gd name="connsiteX27" fmla="*/ 150178 w 139759"/>
                <a:gd name="connsiteY27" fmla="*/ 32469 h 167649"/>
                <a:gd name="connsiteX28" fmla="*/ 150032 w 139759"/>
                <a:gd name="connsiteY28" fmla="*/ 34657 h 167649"/>
                <a:gd name="connsiteX29" fmla="*/ 148544 w 139759"/>
                <a:gd name="connsiteY29" fmla="*/ 35401 h 167649"/>
                <a:gd name="connsiteX30" fmla="*/ 147893 w 139759"/>
                <a:gd name="connsiteY30" fmla="*/ 37401 h 167649"/>
                <a:gd name="connsiteX31" fmla="*/ 142591 w 139759"/>
                <a:gd name="connsiteY31" fmla="*/ 45075 h 167649"/>
                <a:gd name="connsiteX32" fmla="*/ 142219 w 139759"/>
                <a:gd name="connsiteY32" fmla="*/ 46936 h 167649"/>
                <a:gd name="connsiteX33" fmla="*/ 141847 w 139759"/>
                <a:gd name="connsiteY33" fmla="*/ 48796 h 167649"/>
                <a:gd name="connsiteX34" fmla="*/ 140359 w 139759"/>
                <a:gd name="connsiteY34" fmla="*/ 49540 h 167649"/>
                <a:gd name="connsiteX35" fmla="*/ 139614 w 139759"/>
                <a:gd name="connsiteY35" fmla="*/ 51773 h 167649"/>
                <a:gd name="connsiteX36" fmla="*/ 137382 w 139759"/>
                <a:gd name="connsiteY36" fmla="*/ 54749 h 167649"/>
                <a:gd name="connsiteX37" fmla="*/ 137056 w 139759"/>
                <a:gd name="connsiteY37" fmla="*/ 56563 h 167649"/>
                <a:gd name="connsiteX38" fmla="*/ 134405 w 139759"/>
                <a:gd name="connsiteY38" fmla="*/ 59958 h 167649"/>
                <a:gd name="connsiteX39" fmla="*/ 134033 w 139759"/>
                <a:gd name="connsiteY39" fmla="*/ 61539 h 167649"/>
                <a:gd name="connsiteX40" fmla="*/ 133661 w 139759"/>
                <a:gd name="connsiteY40" fmla="*/ 62935 h 167649"/>
                <a:gd name="connsiteX41" fmla="*/ 131429 w 139759"/>
                <a:gd name="connsiteY41" fmla="*/ 62935 h 167649"/>
                <a:gd name="connsiteX42" fmla="*/ 131568 w 139759"/>
                <a:gd name="connsiteY42" fmla="*/ 64655 h 167649"/>
                <a:gd name="connsiteX43" fmla="*/ 129196 w 139759"/>
                <a:gd name="connsiteY43" fmla="*/ 68888 h 167649"/>
                <a:gd name="connsiteX44" fmla="*/ 128406 w 139759"/>
                <a:gd name="connsiteY44" fmla="*/ 70469 h 167649"/>
                <a:gd name="connsiteX45" fmla="*/ 126220 w 139759"/>
                <a:gd name="connsiteY45" fmla="*/ 72609 h 167649"/>
                <a:gd name="connsiteX46" fmla="*/ 125848 w 139759"/>
                <a:gd name="connsiteY46" fmla="*/ 74097 h 167649"/>
                <a:gd name="connsiteX47" fmla="*/ 125476 w 139759"/>
                <a:gd name="connsiteY47" fmla="*/ 75585 h 167649"/>
                <a:gd name="connsiteX48" fmla="*/ 123987 w 139759"/>
                <a:gd name="connsiteY48" fmla="*/ 76329 h 167649"/>
                <a:gd name="connsiteX49" fmla="*/ 123662 w 139759"/>
                <a:gd name="connsiteY49" fmla="*/ 78097 h 167649"/>
                <a:gd name="connsiteX50" fmla="*/ 121011 w 139759"/>
                <a:gd name="connsiteY50" fmla="*/ 82282 h 167649"/>
                <a:gd name="connsiteX51" fmla="*/ 117197 w 139759"/>
                <a:gd name="connsiteY51" fmla="*/ 87677 h 167649"/>
                <a:gd name="connsiteX52" fmla="*/ 115058 w 139759"/>
                <a:gd name="connsiteY52" fmla="*/ 89724 h 167649"/>
                <a:gd name="connsiteX53" fmla="*/ 114686 w 139759"/>
                <a:gd name="connsiteY53" fmla="*/ 91212 h 167649"/>
                <a:gd name="connsiteX54" fmla="*/ 114314 w 139759"/>
                <a:gd name="connsiteY54" fmla="*/ 92700 h 167649"/>
                <a:gd name="connsiteX55" fmla="*/ 112825 w 139759"/>
                <a:gd name="connsiteY55" fmla="*/ 93444 h 167649"/>
                <a:gd name="connsiteX56" fmla="*/ 112500 w 139759"/>
                <a:gd name="connsiteY56" fmla="*/ 94933 h 167649"/>
                <a:gd name="connsiteX57" fmla="*/ 112081 w 139759"/>
                <a:gd name="connsiteY57" fmla="*/ 96421 h 167649"/>
                <a:gd name="connsiteX58" fmla="*/ 109849 w 139759"/>
                <a:gd name="connsiteY58" fmla="*/ 97165 h 167649"/>
                <a:gd name="connsiteX59" fmla="*/ 109105 w 139759"/>
                <a:gd name="connsiteY59" fmla="*/ 100886 h 167649"/>
                <a:gd name="connsiteX60" fmla="*/ 107616 w 139759"/>
                <a:gd name="connsiteY60" fmla="*/ 100886 h 167649"/>
                <a:gd name="connsiteX61" fmla="*/ 107291 w 139759"/>
                <a:gd name="connsiteY61" fmla="*/ 102281 h 167649"/>
                <a:gd name="connsiteX62" fmla="*/ 104640 w 139759"/>
                <a:gd name="connsiteY62" fmla="*/ 105351 h 167649"/>
                <a:gd name="connsiteX63" fmla="*/ 103896 w 139759"/>
                <a:gd name="connsiteY63" fmla="*/ 107258 h 167649"/>
                <a:gd name="connsiteX64" fmla="*/ 103151 w 139759"/>
                <a:gd name="connsiteY64" fmla="*/ 109071 h 167649"/>
                <a:gd name="connsiteX65" fmla="*/ 100919 w 139759"/>
                <a:gd name="connsiteY65" fmla="*/ 109816 h 167649"/>
                <a:gd name="connsiteX66" fmla="*/ 98733 w 139759"/>
                <a:gd name="connsiteY66" fmla="*/ 114838 h 167649"/>
                <a:gd name="connsiteX67" fmla="*/ 97943 w 139759"/>
                <a:gd name="connsiteY67" fmla="*/ 116513 h 167649"/>
                <a:gd name="connsiteX68" fmla="*/ 95710 w 139759"/>
                <a:gd name="connsiteY68" fmla="*/ 116513 h 167649"/>
                <a:gd name="connsiteX69" fmla="*/ 94222 w 139759"/>
                <a:gd name="connsiteY69" fmla="*/ 120233 h 167649"/>
                <a:gd name="connsiteX70" fmla="*/ 92734 w 139759"/>
                <a:gd name="connsiteY70" fmla="*/ 120233 h 167649"/>
                <a:gd name="connsiteX71" fmla="*/ 92361 w 139759"/>
                <a:gd name="connsiteY71" fmla="*/ 122094 h 167649"/>
                <a:gd name="connsiteX72" fmla="*/ 91989 w 139759"/>
                <a:gd name="connsiteY72" fmla="*/ 123954 h 167649"/>
                <a:gd name="connsiteX73" fmla="*/ 90501 w 139759"/>
                <a:gd name="connsiteY73" fmla="*/ 123954 h 167649"/>
                <a:gd name="connsiteX74" fmla="*/ 90501 w 139759"/>
                <a:gd name="connsiteY74" fmla="*/ 127675 h 167649"/>
                <a:gd name="connsiteX75" fmla="*/ 88269 w 139759"/>
                <a:gd name="connsiteY75" fmla="*/ 127675 h 167649"/>
                <a:gd name="connsiteX76" fmla="*/ 87525 w 139759"/>
                <a:gd name="connsiteY76" fmla="*/ 130651 h 167649"/>
                <a:gd name="connsiteX77" fmla="*/ 85292 w 139759"/>
                <a:gd name="connsiteY77" fmla="*/ 131396 h 167649"/>
                <a:gd name="connsiteX78" fmla="*/ 83804 w 139759"/>
                <a:gd name="connsiteY78" fmla="*/ 134372 h 167649"/>
                <a:gd name="connsiteX79" fmla="*/ 82316 w 139759"/>
                <a:gd name="connsiteY79" fmla="*/ 135116 h 167649"/>
                <a:gd name="connsiteX80" fmla="*/ 81571 w 139759"/>
                <a:gd name="connsiteY80" fmla="*/ 137349 h 167649"/>
                <a:gd name="connsiteX81" fmla="*/ 80083 w 139759"/>
                <a:gd name="connsiteY81" fmla="*/ 138093 h 167649"/>
                <a:gd name="connsiteX82" fmla="*/ 79758 w 139759"/>
                <a:gd name="connsiteY82" fmla="*/ 139581 h 167649"/>
                <a:gd name="connsiteX83" fmla="*/ 79339 w 139759"/>
                <a:gd name="connsiteY83" fmla="*/ 141069 h 167649"/>
                <a:gd name="connsiteX84" fmla="*/ 77107 w 139759"/>
                <a:gd name="connsiteY84" fmla="*/ 141814 h 167649"/>
                <a:gd name="connsiteX85" fmla="*/ 76362 w 139759"/>
                <a:gd name="connsiteY85" fmla="*/ 144046 h 167649"/>
                <a:gd name="connsiteX86" fmla="*/ 74130 w 139759"/>
                <a:gd name="connsiteY86" fmla="*/ 145534 h 167649"/>
                <a:gd name="connsiteX87" fmla="*/ 73386 w 139759"/>
                <a:gd name="connsiteY87" fmla="*/ 147767 h 167649"/>
                <a:gd name="connsiteX88" fmla="*/ 71153 w 139759"/>
                <a:gd name="connsiteY88" fmla="*/ 147767 h 167649"/>
                <a:gd name="connsiteX89" fmla="*/ 71153 w 139759"/>
                <a:gd name="connsiteY89" fmla="*/ 151487 h 167649"/>
                <a:gd name="connsiteX90" fmla="*/ 68177 w 139759"/>
                <a:gd name="connsiteY90" fmla="*/ 151487 h 167649"/>
                <a:gd name="connsiteX91" fmla="*/ 68177 w 139759"/>
                <a:gd name="connsiteY91" fmla="*/ 154464 h 167649"/>
                <a:gd name="connsiteX92" fmla="*/ 65200 w 139759"/>
                <a:gd name="connsiteY92" fmla="*/ 154464 h 167649"/>
                <a:gd name="connsiteX93" fmla="*/ 64456 w 139759"/>
                <a:gd name="connsiteY93" fmla="*/ 157441 h 167649"/>
                <a:gd name="connsiteX94" fmla="*/ 62968 w 139759"/>
                <a:gd name="connsiteY94" fmla="*/ 157441 h 167649"/>
                <a:gd name="connsiteX95" fmla="*/ 62642 w 139759"/>
                <a:gd name="connsiteY95" fmla="*/ 159301 h 167649"/>
                <a:gd name="connsiteX96" fmla="*/ 62224 w 139759"/>
                <a:gd name="connsiteY96" fmla="*/ 161161 h 167649"/>
                <a:gd name="connsiteX97" fmla="*/ 59991 w 139759"/>
                <a:gd name="connsiteY97" fmla="*/ 161161 h 167649"/>
                <a:gd name="connsiteX98" fmla="*/ 58503 w 139759"/>
                <a:gd name="connsiteY98" fmla="*/ 164882 h 167649"/>
                <a:gd name="connsiteX99" fmla="*/ 57015 w 139759"/>
                <a:gd name="connsiteY99" fmla="*/ 165626 h 167649"/>
                <a:gd name="connsiteX100" fmla="*/ 56736 w 139759"/>
                <a:gd name="connsiteY100" fmla="*/ 167161 h 167649"/>
                <a:gd name="connsiteX101" fmla="*/ 56271 w 139759"/>
                <a:gd name="connsiteY101" fmla="*/ 168603 h 167649"/>
                <a:gd name="connsiteX102" fmla="*/ 53294 w 139759"/>
                <a:gd name="connsiteY102" fmla="*/ 168603 h 167649"/>
                <a:gd name="connsiteX103" fmla="*/ 52550 w 139759"/>
                <a:gd name="connsiteY103" fmla="*/ 165626 h 167649"/>
                <a:gd name="connsiteX104" fmla="*/ 51015 w 139759"/>
                <a:gd name="connsiteY104" fmla="*/ 165301 h 167649"/>
                <a:gd name="connsiteX105" fmla="*/ 49573 w 139759"/>
                <a:gd name="connsiteY105" fmla="*/ 164882 h 167649"/>
                <a:gd name="connsiteX106" fmla="*/ 49573 w 139759"/>
                <a:gd name="connsiteY106" fmla="*/ 161161 h 167649"/>
                <a:gd name="connsiteX107" fmla="*/ 47341 w 139759"/>
                <a:gd name="connsiteY107" fmla="*/ 160417 h 167649"/>
                <a:gd name="connsiteX108" fmla="*/ 43620 w 139759"/>
                <a:gd name="connsiteY108" fmla="*/ 155208 h 167649"/>
                <a:gd name="connsiteX109" fmla="*/ 41388 w 139759"/>
                <a:gd name="connsiteY109" fmla="*/ 154464 h 167649"/>
                <a:gd name="connsiteX110" fmla="*/ 39900 w 139759"/>
                <a:gd name="connsiteY110" fmla="*/ 151487 h 167649"/>
                <a:gd name="connsiteX111" fmla="*/ 38411 w 139759"/>
                <a:gd name="connsiteY111" fmla="*/ 151487 h 167649"/>
                <a:gd name="connsiteX112" fmla="*/ 38644 w 139759"/>
                <a:gd name="connsiteY112" fmla="*/ 149674 h 167649"/>
                <a:gd name="connsiteX113" fmla="*/ 38411 w 139759"/>
                <a:gd name="connsiteY113" fmla="*/ 147767 h 167649"/>
                <a:gd name="connsiteX114" fmla="*/ 36699 w 139759"/>
                <a:gd name="connsiteY114" fmla="*/ 147450 h 167649"/>
                <a:gd name="connsiteX115" fmla="*/ 32086 w 139759"/>
                <a:gd name="connsiteY115" fmla="*/ 144232 h 167649"/>
                <a:gd name="connsiteX116" fmla="*/ 27389 w 139759"/>
                <a:gd name="connsiteY116" fmla="*/ 139023 h 167649"/>
                <a:gd name="connsiteX117" fmla="*/ 24273 w 139759"/>
                <a:gd name="connsiteY117" fmla="*/ 134372 h 167649"/>
                <a:gd name="connsiteX118" fmla="*/ 22040 w 139759"/>
                <a:gd name="connsiteY118" fmla="*/ 133628 h 167649"/>
                <a:gd name="connsiteX119" fmla="*/ 21296 w 139759"/>
                <a:gd name="connsiteY119" fmla="*/ 131396 h 167649"/>
                <a:gd name="connsiteX120" fmla="*/ 19064 w 139759"/>
                <a:gd name="connsiteY120" fmla="*/ 130651 h 167649"/>
                <a:gd name="connsiteX121" fmla="*/ 18785 w 139759"/>
                <a:gd name="connsiteY121" fmla="*/ 129163 h 167649"/>
                <a:gd name="connsiteX122" fmla="*/ 18319 w 139759"/>
                <a:gd name="connsiteY122" fmla="*/ 127675 h 167649"/>
                <a:gd name="connsiteX123" fmla="*/ 14599 w 139759"/>
                <a:gd name="connsiteY123" fmla="*/ 126931 h 167649"/>
                <a:gd name="connsiteX124" fmla="*/ 13110 w 139759"/>
                <a:gd name="connsiteY124" fmla="*/ 123954 h 167649"/>
                <a:gd name="connsiteX125" fmla="*/ 10878 w 139759"/>
                <a:gd name="connsiteY125" fmla="*/ 123210 h 167649"/>
                <a:gd name="connsiteX126" fmla="*/ 10878 w 139759"/>
                <a:gd name="connsiteY126" fmla="*/ 115025 h 167649"/>
                <a:gd name="connsiteX127" fmla="*/ 16087 w 139759"/>
                <a:gd name="connsiteY127" fmla="*/ 112792 h 167649"/>
                <a:gd name="connsiteX128" fmla="*/ 16831 w 139759"/>
                <a:gd name="connsiteY128" fmla="*/ 110560 h 167649"/>
                <a:gd name="connsiteX129" fmla="*/ 19064 w 139759"/>
                <a:gd name="connsiteY129" fmla="*/ 110560 h 167649"/>
                <a:gd name="connsiteX130" fmla="*/ 19343 w 139759"/>
                <a:gd name="connsiteY130" fmla="*/ 109304 h 167649"/>
                <a:gd name="connsiteX131" fmla="*/ 23528 w 139759"/>
                <a:gd name="connsiteY131" fmla="*/ 103862 h 167649"/>
                <a:gd name="connsiteX132" fmla="*/ 25017 w 139759"/>
                <a:gd name="connsiteY132" fmla="*/ 103862 h 167649"/>
                <a:gd name="connsiteX133" fmla="*/ 25017 w 139759"/>
                <a:gd name="connsiteY133" fmla="*/ 100886 h 167649"/>
                <a:gd name="connsiteX134" fmla="*/ 27249 w 139759"/>
                <a:gd name="connsiteY134" fmla="*/ 99398 h 167649"/>
                <a:gd name="connsiteX135" fmla="*/ 27993 w 139759"/>
                <a:gd name="connsiteY135" fmla="*/ 97165 h 167649"/>
                <a:gd name="connsiteX136" fmla="*/ 30226 w 139759"/>
                <a:gd name="connsiteY136" fmla="*/ 97165 h 167649"/>
                <a:gd name="connsiteX137" fmla="*/ 31714 w 139759"/>
                <a:gd name="connsiteY137" fmla="*/ 93444 h 167649"/>
                <a:gd name="connsiteX138" fmla="*/ 33202 w 139759"/>
                <a:gd name="connsiteY138" fmla="*/ 93444 h 167649"/>
                <a:gd name="connsiteX139" fmla="*/ 34691 w 139759"/>
                <a:gd name="connsiteY139" fmla="*/ 90468 h 167649"/>
                <a:gd name="connsiteX140" fmla="*/ 37667 w 139759"/>
                <a:gd name="connsiteY140" fmla="*/ 86747 h 167649"/>
                <a:gd name="connsiteX141" fmla="*/ 38504 w 139759"/>
                <a:gd name="connsiteY141" fmla="*/ 85073 h 167649"/>
                <a:gd name="connsiteX142" fmla="*/ 40644 w 139759"/>
                <a:gd name="connsiteY142" fmla="*/ 83026 h 167649"/>
                <a:gd name="connsiteX143" fmla="*/ 41388 w 139759"/>
                <a:gd name="connsiteY143" fmla="*/ 81538 h 167649"/>
                <a:gd name="connsiteX144" fmla="*/ 43620 w 139759"/>
                <a:gd name="connsiteY144" fmla="*/ 79306 h 167649"/>
                <a:gd name="connsiteX145" fmla="*/ 44364 w 139759"/>
                <a:gd name="connsiteY145" fmla="*/ 77073 h 167649"/>
                <a:gd name="connsiteX146" fmla="*/ 47806 w 139759"/>
                <a:gd name="connsiteY146" fmla="*/ 73771 h 167649"/>
                <a:gd name="connsiteX147" fmla="*/ 49201 w 139759"/>
                <a:gd name="connsiteY147" fmla="*/ 70981 h 167649"/>
                <a:gd name="connsiteX148" fmla="*/ 49573 w 139759"/>
                <a:gd name="connsiteY148" fmla="*/ 69632 h 167649"/>
                <a:gd name="connsiteX149" fmla="*/ 51806 w 139759"/>
                <a:gd name="connsiteY149" fmla="*/ 69632 h 167649"/>
                <a:gd name="connsiteX150" fmla="*/ 51806 w 139759"/>
                <a:gd name="connsiteY150" fmla="*/ 65911 h 167649"/>
                <a:gd name="connsiteX151" fmla="*/ 54782 w 139759"/>
                <a:gd name="connsiteY151" fmla="*/ 65911 h 167649"/>
                <a:gd name="connsiteX152" fmla="*/ 54643 w 139759"/>
                <a:gd name="connsiteY152" fmla="*/ 64097 h 167649"/>
                <a:gd name="connsiteX153" fmla="*/ 54782 w 139759"/>
                <a:gd name="connsiteY153" fmla="*/ 62191 h 167649"/>
                <a:gd name="connsiteX154" fmla="*/ 57015 w 139759"/>
                <a:gd name="connsiteY154" fmla="*/ 61446 h 167649"/>
                <a:gd name="connsiteX155" fmla="*/ 57247 w 139759"/>
                <a:gd name="connsiteY155" fmla="*/ 59865 h 167649"/>
                <a:gd name="connsiteX156" fmla="*/ 61128 w 139759"/>
                <a:gd name="connsiteY156" fmla="*/ 53816 h 167649"/>
                <a:gd name="connsiteX157" fmla="*/ 63017 w 139759"/>
                <a:gd name="connsiteY157" fmla="*/ 50915 h 167649"/>
                <a:gd name="connsiteX158" fmla="*/ 65200 w 139759"/>
                <a:gd name="connsiteY158" fmla="*/ 48796 h 167649"/>
                <a:gd name="connsiteX159" fmla="*/ 65526 w 139759"/>
                <a:gd name="connsiteY159" fmla="*/ 47261 h 167649"/>
                <a:gd name="connsiteX160" fmla="*/ 65944 w 139759"/>
                <a:gd name="connsiteY160" fmla="*/ 45819 h 167649"/>
                <a:gd name="connsiteX161" fmla="*/ 68177 w 139759"/>
                <a:gd name="connsiteY161" fmla="*/ 45819 h 167649"/>
                <a:gd name="connsiteX162" fmla="*/ 68037 w 139759"/>
                <a:gd name="connsiteY162" fmla="*/ 43634 h 167649"/>
                <a:gd name="connsiteX163" fmla="*/ 68177 w 139759"/>
                <a:gd name="connsiteY163" fmla="*/ 41355 h 167649"/>
                <a:gd name="connsiteX164" fmla="*/ 70409 w 139759"/>
                <a:gd name="connsiteY164" fmla="*/ 40610 h 167649"/>
                <a:gd name="connsiteX165" fmla="*/ 71898 w 139759"/>
                <a:gd name="connsiteY165" fmla="*/ 36146 h 167649"/>
                <a:gd name="connsiteX166" fmla="*/ 73386 w 139759"/>
                <a:gd name="connsiteY166" fmla="*/ 35401 h 167649"/>
                <a:gd name="connsiteX167" fmla="*/ 73758 w 139759"/>
                <a:gd name="connsiteY167" fmla="*/ 33913 h 167649"/>
                <a:gd name="connsiteX168" fmla="*/ 74130 w 139759"/>
                <a:gd name="connsiteY168" fmla="*/ 32425 h 167649"/>
                <a:gd name="connsiteX169" fmla="*/ 75618 w 139759"/>
                <a:gd name="connsiteY169" fmla="*/ 31681 h 167649"/>
                <a:gd name="connsiteX170" fmla="*/ 77107 w 139759"/>
                <a:gd name="connsiteY170" fmla="*/ 27216 h 167649"/>
                <a:gd name="connsiteX171" fmla="*/ 78595 w 139759"/>
                <a:gd name="connsiteY171" fmla="*/ 25728 h 167649"/>
                <a:gd name="connsiteX172" fmla="*/ 78874 w 139759"/>
                <a:gd name="connsiteY172" fmla="*/ 24193 h 167649"/>
                <a:gd name="connsiteX173" fmla="*/ 79339 w 139759"/>
                <a:gd name="connsiteY173" fmla="*/ 22751 h 167649"/>
                <a:gd name="connsiteX174" fmla="*/ 80874 w 139759"/>
                <a:gd name="connsiteY174" fmla="*/ 22519 h 167649"/>
                <a:gd name="connsiteX175" fmla="*/ 82316 w 139759"/>
                <a:gd name="connsiteY175" fmla="*/ 22007 h 167649"/>
                <a:gd name="connsiteX176" fmla="*/ 82316 w 139759"/>
                <a:gd name="connsiteY176" fmla="*/ 16798 h 167649"/>
                <a:gd name="connsiteX177" fmla="*/ 83804 w 139759"/>
                <a:gd name="connsiteY177" fmla="*/ 16798 h 167649"/>
                <a:gd name="connsiteX178" fmla="*/ 85292 w 139759"/>
                <a:gd name="connsiteY178" fmla="*/ 11589 h 167649"/>
                <a:gd name="connsiteX179" fmla="*/ 86780 w 139759"/>
                <a:gd name="connsiteY179" fmla="*/ 10845 h 167649"/>
                <a:gd name="connsiteX180" fmla="*/ 87525 w 139759"/>
                <a:gd name="connsiteY180" fmla="*/ 6380 h 167649"/>
                <a:gd name="connsiteX181" fmla="*/ 89757 w 139759"/>
                <a:gd name="connsiteY181" fmla="*/ 6380 h 167649"/>
                <a:gd name="connsiteX182" fmla="*/ 90501 w 139759"/>
                <a:gd name="connsiteY182" fmla="*/ 1171 h 167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39759" h="167649">
                  <a:moveTo>
                    <a:pt x="90501" y="1171"/>
                  </a:moveTo>
                  <a:cubicBezTo>
                    <a:pt x="91973" y="1111"/>
                    <a:pt x="93446" y="1068"/>
                    <a:pt x="94919" y="1031"/>
                  </a:cubicBezTo>
                  <a:cubicBezTo>
                    <a:pt x="95740" y="1006"/>
                    <a:pt x="96560" y="980"/>
                    <a:pt x="97405" y="953"/>
                  </a:cubicBezTo>
                  <a:cubicBezTo>
                    <a:pt x="98073" y="1025"/>
                    <a:pt x="98742" y="1097"/>
                    <a:pt x="99431" y="1171"/>
                  </a:cubicBezTo>
                  <a:cubicBezTo>
                    <a:pt x="99799" y="2276"/>
                    <a:pt x="99799" y="2276"/>
                    <a:pt x="100175" y="3403"/>
                  </a:cubicBezTo>
                  <a:cubicBezTo>
                    <a:pt x="102554" y="4196"/>
                    <a:pt x="104385" y="4203"/>
                    <a:pt x="106872" y="4148"/>
                  </a:cubicBezTo>
                  <a:cubicBezTo>
                    <a:pt x="106872" y="5130"/>
                    <a:pt x="106872" y="6112"/>
                    <a:pt x="106872" y="7124"/>
                  </a:cubicBezTo>
                  <a:cubicBezTo>
                    <a:pt x="107665" y="7166"/>
                    <a:pt x="107665" y="7166"/>
                    <a:pt x="108474" y="7208"/>
                  </a:cubicBezTo>
                  <a:cubicBezTo>
                    <a:pt x="109500" y="7282"/>
                    <a:pt x="109500" y="7282"/>
                    <a:pt x="110546" y="7357"/>
                  </a:cubicBezTo>
                  <a:cubicBezTo>
                    <a:pt x="111228" y="7400"/>
                    <a:pt x="111910" y="7443"/>
                    <a:pt x="112613" y="7487"/>
                  </a:cubicBezTo>
                  <a:cubicBezTo>
                    <a:pt x="113174" y="7613"/>
                    <a:pt x="113735" y="7739"/>
                    <a:pt x="114314" y="7868"/>
                  </a:cubicBezTo>
                  <a:cubicBezTo>
                    <a:pt x="114559" y="8605"/>
                    <a:pt x="114805" y="9342"/>
                    <a:pt x="115058" y="10101"/>
                  </a:cubicBezTo>
                  <a:cubicBezTo>
                    <a:pt x="116605" y="10617"/>
                    <a:pt x="116605" y="10617"/>
                    <a:pt x="118406" y="10845"/>
                  </a:cubicBezTo>
                  <a:cubicBezTo>
                    <a:pt x="120243" y="11124"/>
                    <a:pt x="120243" y="11124"/>
                    <a:pt x="121755" y="11589"/>
                  </a:cubicBezTo>
                  <a:cubicBezTo>
                    <a:pt x="122001" y="12326"/>
                    <a:pt x="122246" y="13062"/>
                    <a:pt x="122499" y="13821"/>
                  </a:cubicBezTo>
                  <a:cubicBezTo>
                    <a:pt x="124075" y="14258"/>
                    <a:pt x="124075" y="14258"/>
                    <a:pt x="125894" y="14333"/>
                  </a:cubicBezTo>
                  <a:cubicBezTo>
                    <a:pt x="126509" y="14382"/>
                    <a:pt x="127124" y="14431"/>
                    <a:pt x="127758" y="14481"/>
                  </a:cubicBezTo>
                  <a:cubicBezTo>
                    <a:pt x="128470" y="14523"/>
                    <a:pt x="128470" y="14523"/>
                    <a:pt x="129196" y="14566"/>
                  </a:cubicBezTo>
                  <a:cubicBezTo>
                    <a:pt x="129196" y="15302"/>
                    <a:pt x="129196" y="16039"/>
                    <a:pt x="129196" y="16798"/>
                  </a:cubicBezTo>
                  <a:cubicBezTo>
                    <a:pt x="130685" y="17322"/>
                    <a:pt x="130685" y="17322"/>
                    <a:pt x="132499" y="17542"/>
                  </a:cubicBezTo>
                  <a:cubicBezTo>
                    <a:pt x="134356" y="17821"/>
                    <a:pt x="134356" y="17821"/>
                    <a:pt x="135894" y="18286"/>
                  </a:cubicBezTo>
                  <a:cubicBezTo>
                    <a:pt x="136139" y="19023"/>
                    <a:pt x="136385" y="19760"/>
                    <a:pt x="136638" y="20519"/>
                  </a:cubicBezTo>
                  <a:cubicBezTo>
                    <a:pt x="138572" y="20838"/>
                    <a:pt x="140447" y="20846"/>
                    <a:pt x="142405" y="20888"/>
                  </a:cubicBezTo>
                  <a:cubicBezTo>
                    <a:pt x="142957" y="21012"/>
                    <a:pt x="143510" y="21135"/>
                    <a:pt x="144079" y="21263"/>
                  </a:cubicBezTo>
                  <a:cubicBezTo>
                    <a:pt x="144518" y="22742"/>
                    <a:pt x="144518" y="22742"/>
                    <a:pt x="144823" y="24239"/>
                  </a:cubicBezTo>
                  <a:cubicBezTo>
                    <a:pt x="147442" y="24853"/>
                    <a:pt x="147442" y="24853"/>
                    <a:pt x="150032" y="24984"/>
                  </a:cubicBezTo>
                  <a:cubicBezTo>
                    <a:pt x="150072" y="26580"/>
                    <a:pt x="150101" y="28177"/>
                    <a:pt x="150125" y="29774"/>
                  </a:cubicBezTo>
                  <a:cubicBezTo>
                    <a:pt x="150143" y="30663"/>
                    <a:pt x="150160" y="31552"/>
                    <a:pt x="150178" y="32469"/>
                  </a:cubicBezTo>
                  <a:cubicBezTo>
                    <a:pt x="150130" y="33191"/>
                    <a:pt x="150082" y="33913"/>
                    <a:pt x="150032" y="34657"/>
                  </a:cubicBezTo>
                  <a:cubicBezTo>
                    <a:pt x="149296" y="35026"/>
                    <a:pt x="149296" y="35026"/>
                    <a:pt x="148544" y="35401"/>
                  </a:cubicBezTo>
                  <a:cubicBezTo>
                    <a:pt x="148329" y="36061"/>
                    <a:pt x="148114" y="36721"/>
                    <a:pt x="147893" y="37401"/>
                  </a:cubicBezTo>
                  <a:cubicBezTo>
                    <a:pt x="146863" y="40435"/>
                    <a:pt x="145569" y="43586"/>
                    <a:pt x="142591" y="45075"/>
                  </a:cubicBezTo>
                  <a:cubicBezTo>
                    <a:pt x="142468" y="45689"/>
                    <a:pt x="142345" y="46303"/>
                    <a:pt x="142219" y="46936"/>
                  </a:cubicBezTo>
                  <a:cubicBezTo>
                    <a:pt x="142096" y="47550"/>
                    <a:pt x="141973" y="48163"/>
                    <a:pt x="141847" y="48796"/>
                  </a:cubicBezTo>
                  <a:cubicBezTo>
                    <a:pt x="141110" y="49164"/>
                    <a:pt x="141110" y="49164"/>
                    <a:pt x="140359" y="49540"/>
                  </a:cubicBezTo>
                  <a:cubicBezTo>
                    <a:pt x="140113" y="50277"/>
                    <a:pt x="139867" y="51014"/>
                    <a:pt x="139614" y="51773"/>
                  </a:cubicBezTo>
                  <a:cubicBezTo>
                    <a:pt x="138870" y="54005"/>
                    <a:pt x="138870" y="54005"/>
                    <a:pt x="137382" y="54749"/>
                  </a:cubicBezTo>
                  <a:cubicBezTo>
                    <a:pt x="137221" y="55647"/>
                    <a:pt x="137221" y="55647"/>
                    <a:pt x="137056" y="56563"/>
                  </a:cubicBezTo>
                  <a:cubicBezTo>
                    <a:pt x="136638" y="58470"/>
                    <a:pt x="136638" y="58470"/>
                    <a:pt x="134405" y="59958"/>
                  </a:cubicBezTo>
                  <a:cubicBezTo>
                    <a:pt x="134283" y="60480"/>
                    <a:pt x="134160" y="61002"/>
                    <a:pt x="134033" y="61539"/>
                  </a:cubicBezTo>
                  <a:cubicBezTo>
                    <a:pt x="133911" y="62000"/>
                    <a:pt x="133788" y="62460"/>
                    <a:pt x="133661" y="62935"/>
                  </a:cubicBezTo>
                  <a:cubicBezTo>
                    <a:pt x="132925" y="62935"/>
                    <a:pt x="132188" y="62935"/>
                    <a:pt x="131429" y="62935"/>
                  </a:cubicBezTo>
                  <a:cubicBezTo>
                    <a:pt x="131475" y="63503"/>
                    <a:pt x="131521" y="64070"/>
                    <a:pt x="131568" y="64655"/>
                  </a:cubicBezTo>
                  <a:cubicBezTo>
                    <a:pt x="131401" y="67050"/>
                    <a:pt x="130933" y="67351"/>
                    <a:pt x="129196" y="68888"/>
                  </a:cubicBezTo>
                  <a:cubicBezTo>
                    <a:pt x="128935" y="69410"/>
                    <a:pt x="128675" y="69931"/>
                    <a:pt x="128406" y="70469"/>
                  </a:cubicBezTo>
                  <a:cubicBezTo>
                    <a:pt x="127708" y="71864"/>
                    <a:pt x="127708" y="71864"/>
                    <a:pt x="126220" y="72609"/>
                  </a:cubicBezTo>
                  <a:cubicBezTo>
                    <a:pt x="126097" y="73100"/>
                    <a:pt x="125974" y="73591"/>
                    <a:pt x="125848" y="74097"/>
                  </a:cubicBezTo>
                  <a:cubicBezTo>
                    <a:pt x="125725" y="74588"/>
                    <a:pt x="125602" y="75079"/>
                    <a:pt x="125476" y="75585"/>
                  </a:cubicBezTo>
                  <a:cubicBezTo>
                    <a:pt x="124739" y="75953"/>
                    <a:pt x="124739" y="75953"/>
                    <a:pt x="123987" y="76329"/>
                  </a:cubicBezTo>
                  <a:cubicBezTo>
                    <a:pt x="123880" y="76912"/>
                    <a:pt x="123773" y="77496"/>
                    <a:pt x="123662" y="78097"/>
                  </a:cubicBezTo>
                  <a:cubicBezTo>
                    <a:pt x="123181" y="80339"/>
                    <a:pt x="122684" y="80795"/>
                    <a:pt x="121011" y="82282"/>
                  </a:cubicBezTo>
                  <a:cubicBezTo>
                    <a:pt x="119532" y="84030"/>
                    <a:pt x="118223" y="85626"/>
                    <a:pt x="117197" y="87677"/>
                  </a:cubicBezTo>
                  <a:cubicBezTo>
                    <a:pt x="116546" y="88980"/>
                    <a:pt x="116546" y="88980"/>
                    <a:pt x="115058" y="89724"/>
                  </a:cubicBezTo>
                  <a:cubicBezTo>
                    <a:pt x="114935" y="90215"/>
                    <a:pt x="114812" y="90706"/>
                    <a:pt x="114686" y="91212"/>
                  </a:cubicBezTo>
                  <a:cubicBezTo>
                    <a:pt x="114563" y="91703"/>
                    <a:pt x="114440" y="92194"/>
                    <a:pt x="114314" y="92700"/>
                  </a:cubicBezTo>
                  <a:cubicBezTo>
                    <a:pt x="113577" y="93069"/>
                    <a:pt x="113577" y="93069"/>
                    <a:pt x="112825" y="93444"/>
                  </a:cubicBezTo>
                  <a:cubicBezTo>
                    <a:pt x="112718" y="93936"/>
                    <a:pt x="112610" y="94427"/>
                    <a:pt x="112500" y="94933"/>
                  </a:cubicBezTo>
                  <a:cubicBezTo>
                    <a:pt x="112362" y="95424"/>
                    <a:pt x="112223" y="95915"/>
                    <a:pt x="112081" y="96421"/>
                  </a:cubicBezTo>
                  <a:cubicBezTo>
                    <a:pt x="111344" y="96667"/>
                    <a:pt x="110608" y="96912"/>
                    <a:pt x="109849" y="97165"/>
                  </a:cubicBezTo>
                  <a:cubicBezTo>
                    <a:pt x="109578" y="98401"/>
                    <a:pt x="109328" y="99641"/>
                    <a:pt x="109105" y="100886"/>
                  </a:cubicBezTo>
                  <a:cubicBezTo>
                    <a:pt x="108613" y="100886"/>
                    <a:pt x="108122" y="100886"/>
                    <a:pt x="107616" y="100886"/>
                  </a:cubicBezTo>
                  <a:cubicBezTo>
                    <a:pt x="107509" y="101346"/>
                    <a:pt x="107401" y="101807"/>
                    <a:pt x="107291" y="102281"/>
                  </a:cubicBezTo>
                  <a:cubicBezTo>
                    <a:pt x="106872" y="103862"/>
                    <a:pt x="106872" y="103862"/>
                    <a:pt x="104640" y="105351"/>
                  </a:cubicBezTo>
                  <a:cubicBezTo>
                    <a:pt x="104394" y="105980"/>
                    <a:pt x="104149" y="106609"/>
                    <a:pt x="103896" y="107258"/>
                  </a:cubicBezTo>
                  <a:cubicBezTo>
                    <a:pt x="103527" y="108155"/>
                    <a:pt x="103527" y="108155"/>
                    <a:pt x="103151" y="109071"/>
                  </a:cubicBezTo>
                  <a:cubicBezTo>
                    <a:pt x="102415" y="109317"/>
                    <a:pt x="101678" y="109563"/>
                    <a:pt x="100919" y="109816"/>
                  </a:cubicBezTo>
                  <a:cubicBezTo>
                    <a:pt x="99933" y="111440"/>
                    <a:pt x="99347" y="113037"/>
                    <a:pt x="98733" y="114838"/>
                  </a:cubicBezTo>
                  <a:cubicBezTo>
                    <a:pt x="98472" y="115391"/>
                    <a:pt x="98211" y="115944"/>
                    <a:pt x="97943" y="116513"/>
                  </a:cubicBezTo>
                  <a:cubicBezTo>
                    <a:pt x="97206" y="116513"/>
                    <a:pt x="96469" y="116513"/>
                    <a:pt x="95710" y="116513"/>
                  </a:cubicBezTo>
                  <a:cubicBezTo>
                    <a:pt x="95188" y="117742"/>
                    <a:pt x="94691" y="118983"/>
                    <a:pt x="94222" y="120233"/>
                  </a:cubicBezTo>
                  <a:cubicBezTo>
                    <a:pt x="93731" y="120233"/>
                    <a:pt x="93240" y="120233"/>
                    <a:pt x="92734" y="120233"/>
                  </a:cubicBezTo>
                  <a:cubicBezTo>
                    <a:pt x="92611" y="120847"/>
                    <a:pt x="92488" y="121461"/>
                    <a:pt x="92361" y="122094"/>
                  </a:cubicBezTo>
                  <a:cubicBezTo>
                    <a:pt x="92239" y="122708"/>
                    <a:pt x="92116" y="123322"/>
                    <a:pt x="91989" y="123954"/>
                  </a:cubicBezTo>
                  <a:cubicBezTo>
                    <a:pt x="91498" y="123954"/>
                    <a:pt x="91007" y="123954"/>
                    <a:pt x="90501" y="123954"/>
                  </a:cubicBezTo>
                  <a:cubicBezTo>
                    <a:pt x="90501" y="125182"/>
                    <a:pt x="90501" y="126410"/>
                    <a:pt x="90501" y="127675"/>
                  </a:cubicBezTo>
                  <a:cubicBezTo>
                    <a:pt x="89764" y="127675"/>
                    <a:pt x="89028" y="127675"/>
                    <a:pt x="88269" y="127675"/>
                  </a:cubicBezTo>
                  <a:cubicBezTo>
                    <a:pt x="88013" y="128665"/>
                    <a:pt x="87765" y="129658"/>
                    <a:pt x="87525" y="130651"/>
                  </a:cubicBezTo>
                  <a:cubicBezTo>
                    <a:pt x="86788" y="130897"/>
                    <a:pt x="86051" y="131143"/>
                    <a:pt x="85292" y="131396"/>
                  </a:cubicBezTo>
                  <a:cubicBezTo>
                    <a:pt x="84772" y="132375"/>
                    <a:pt x="84275" y="133368"/>
                    <a:pt x="83804" y="134372"/>
                  </a:cubicBezTo>
                  <a:cubicBezTo>
                    <a:pt x="83313" y="134618"/>
                    <a:pt x="82822" y="134863"/>
                    <a:pt x="82316" y="135116"/>
                  </a:cubicBezTo>
                  <a:cubicBezTo>
                    <a:pt x="82070" y="135853"/>
                    <a:pt x="81824" y="136590"/>
                    <a:pt x="81571" y="137349"/>
                  </a:cubicBezTo>
                  <a:cubicBezTo>
                    <a:pt x="81080" y="137594"/>
                    <a:pt x="80589" y="137840"/>
                    <a:pt x="80083" y="138093"/>
                  </a:cubicBezTo>
                  <a:cubicBezTo>
                    <a:pt x="79976" y="138584"/>
                    <a:pt x="79868" y="139075"/>
                    <a:pt x="79758" y="139581"/>
                  </a:cubicBezTo>
                  <a:cubicBezTo>
                    <a:pt x="79550" y="140318"/>
                    <a:pt x="79550" y="140318"/>
                    <a:pt x="79339" y="141069"/>
                  </a:cubicBezTo>
                  <a:cubicBezTo>
                    <a:pt x="78602" y="141315"/>
                    <a:pt x="77866" y="141561"/>
                    <a:pt x="77107" y="141814"/>
                  </a:cubicBezTo>
                  <a:cubicBezTo>
                    <a:pt x="76861" y="142550"/>
                    <a:pt x="76615" y="143287"/>
                    <a:pt x="76362" y="144046"/>
                  </a:cubicBezTo>
                  <a:cubicBezTo>
                    <a:pt x="75626" y="144537"/>
                    <a:pt x="74889" y="145028"/>
                    <a:pt x="74130" y="145534"/>
                  </a:cubicBezTo>
                  <a:cubicBezTo>
                    <a:pt x="73884" y="146271"/>
                    <a:pt x="73639" y="147008"/>
                    <a:pt x="73386" y="147767"/>
                  </a:cubicBezTo>
                  <a:cubicBezTo>
                    <a:pt x="72649" y="147767"/>
                    <a:pt x="71912" y="147767"/>
                    <a:pt x="71153" y="147767"/>
                  </a:cubicBezTo>
                  <a:cubicBezTo>
                    <a:pt x="71153" y="148995"/>
                    <a:pt x="71153" y="150222"/>
                    <a:pt x="71153" y="151487"/>
                  </a:cubicBezTo>
                  <a:cubicBezTo>
                    <a:pt x="70171" y="151487"/>
                    <a:pt x="69189" y="151487"/>
                    <a:pt x="68177" y="151487"/>
                  </a:cubicBezTo>
                  <a:cubicBezTo>
                    <a:pt x="68177" y="152470"/>
                    <a:pt x="68177" y="153452"/>
                    <a:pt x="68177" y="154464"/>
                  </a:cubicBezTo>
                  <a:cubicBezTo>
                    <a:pt x="67195" y="154464"/>
                    <a:pt x="66212" y="154464"/>
                    <a:pt x="65200" y="154464"/>
                  </a:cubicBezTo>
                  <a:cubicBezTo>
                    <a:pt x="64708" y="155938"/>
                    <a:pt x="64708" y="155938"/>
                    <a:pt x="64456" y="157441"/>
                  </a:cubicBezTo>
                  <a:cubicBezTo>
                    <a:pt x="63965" y="157441"/>
                    <a:pt x="63474" y="157441"/>
                    <a:pt x="62968" y="157441"/>
                  </a:cubicBezTo>
                  <a:cubicBezTo>
                    <a:pt x="62807" y="158361"/>
                    <a:pt x="62807" y="158361"/>
                    <a:pt x="62642" y="159301"/>
                  </a:cubicBezTo>
                  <a:cubicBezTo>
                    <a:pt x="62504" y="159915"/>
                    <a:pt x="62366" y="160529"/>
                    <a:pt x="62224" y="161161"/>
                  </a:cubicBezTo>
                  <a:cubicBezTo>
                    <a:pt x="61487" y="161161"/>
                    <a:pt x="60750" y="161161"/>
                    <a:pt x="59991" y="161161"/>
                  </a:cubicBezTo>
                  <a:cubicBezTo>
                    <a:pt x="59458" y="162386"/>
                    <a:pt x="58962" y="163627"/>
                    <a:pt x="58503" y="164882"/>
                  </a:cubicBezTo>
                  <a:cubicBezTo>
                    <a:pt x="58012" y="165127"/>
                    <a:pt x="57521" y="165373"/>
                    <a:pt x="57015" y="165626"/>
                  </a:cubicBezTo>
                  <a:cubicBezTo>
                    <a:pt x="56923" y="166133"/>
                    <a:pt x="56831" y="166639"/>
                    <a:pt x="56736" y="167161"/>
                  </a:cubicBezTo>
                  <a:cubicBezTo>
                    <a:pt x="56582" y="167637"/>
                    <a:pt x="56429" y="168112"/>
                    <a:pt x="56271" y="168603"/>
                  </a:cubicBezTo>
                  <a:cubicBezTo>
                    <a:pt x="55288" y="168603"/>
                    <a:pt x="54306" y="168603"/>
                    <a:pt x="53294" y="168603"/>
                  </a:cubicBezTo>
                  <a:cubicBezTo>
                    <a:pt x="53039" y="167612"/>
                    <a:pt x="52791" y="166620"/>
                    <a:pt x="52550" y="165626"/>
                  </a:cubicBezTo>
                  <a:cubicBezTo>
                    <a:pt x="52043" y="165519"/>
                    <a:pt x="51537" y="165411"/>
                    <a:pt x="51015" y="165301"/>
                  </a:cubicBezTo>
                  <a:cubicBezTo>
                    <a:pt x="50539" y="165162"/>
                    <a:pt x="50064" y="165024"/>
                    <a:pt x="49573" y="164882"/>
                  </a:cubicBezTo>
                  <a:cubicBezTo>
                    <a:pt x="49542" y="163642"/>
                    <a:pt x="49542" y="162401"/>
                    <a:pt x="49573" y="161161"/>
                  </a:cubicBezTo>
                  <a:cubicBezTo>
                    <a:pt x="48837" y="160916"/>
                    <a:pt x="48100" y="160670"/>
                    <a:pt x="47341" y="160417"/>
                  </a:cubicBezTo>
                  <a:cubicBezTo>
                    <a:pt x="45374" y="158682"/>
                    <a:pt x="44459" y="157726"/>
                    <a:pt x="43620" y="155208"/>
                  </a:cubicBezTo>
                  <a:cubicBezTo>
                    <a:pt x="42884" y="154963"/>
                    <a:pt x="42147" y="154717"/>
                    <a:pt x="41388" y="154464"/>
                  </a:cubicBezTo>
                  <a:cubicBezTo>
                    <a:pt x="40880" y="153478"/>
                    <a:pt x="40383" y="152486"/>
                    <a:pt x="39900" y="151487"/>
                  </a:cubicBezTo>
                  <a:cubicBezTo>
                    <a:pt x="39408" y="151487"/>
                    <a:pt x="38917" y="151487"/>
                    <a:pt x="38411" y="151487"/>
                  </a:cubicBezTo>
                  <a:cubicBezTo>
                    <a:pt x="38488" y="150889"/>
                    <a:pt x="38565" y="150290"/>
                    <a:pt x="38644" y="149674"/>
                  </a:cubicBezTo>
                  <a:cubicBezTo>
                    <a:pt x="38567" y="149044"/>
                    <a:pt x="38490" y="148415"/>
                    <a:pt x="38411" y="147767"/>
                  </a:cubicBezTo>
                  <a:cubicBezTo>
                    <a:pt x="37564" y="147610"/>
                    <a:pt x="37564" y="147610"/>
                    <a:pt x="36699" y="147450"/>
                  </a:cubicBezTo>
                  <a:cubicBezTo>
                    <a:pt x="34235" y="146926"/>
                    <a:pt x="33634" y="146174"/>
                    <a:pt x="32086" y="144232"/>
                  </a:cubicBezTo>
                  <a:cubicBezTo>
                    <a:pt x="30569" y="142381"/>
                    <a:pt x="29106" y="140703"/>
                    <a:pt x="27389" y="139023"/>
                  </a:cubicBezTo>
                  <a:cubicBezTo>
                    <a:pt x="25888" y="137480"/>
                    <a:pt x="25215" y="136257"/>
                    <a:pt x="24273" y="134372"/>
                  </a:cubicBezTo>
                  <a:cubicBezTo>
                    <a:pt x="23536" y="134127"/>
                    <a:pt x="22799" y="133881"/>
                    <a:pt x="22040" y="133628"/>
                  </a:cubicBezTo>
                  <a:cubicBezTo>
                    <a:pt x="21795" y="132891"/>
                    <a:pt x="21549" y="132155"/>
                    <a:pt x="21296" y="131396"/>
                  </a:cubicBezTo>
                  <a:cubicBezTo>
                    <a:pt x="20559" y="131150"/>
                    <a:pt x="19823" y="130904"/>
                    <a:pt x="19064" y="130651"/>
                  </a:cubicBezTo>
                  <a:cubicBezTo>
                    <a:pt x="18925" y="129915"/>
                    <a:pt x="18925" y="129915"/>
                    <a:pt x="18785" y="129163"/>
                  </a:cubicBezTo>
                  <a:cubicBezTo>
                    <a:pt x="18631" y="128672"/>
                    <a:pt x="18478" y="128181"/>
                    <a:pt x="18319" y="127675"/>
                  </a:cubicBezTo>
                  <a:cubicBezTo>
                    <a:pt x="17080" y="127421"/>
                    <a:pt x="15840" y="127173"/>
                    <a:pt x="14599" y="126931"/>
                  </a:cubicBezTo>
                  <a:cubicBezTo>
                    <a:pt x="13762" y="125442"/>
                    <a:pt x="13762" y="125442"/>
                    <a:pt x="13110" y="123954"/>
                  </a:cubicBezTo>
                  <a:cubicBezTo>
                    <a:pt x="12374" y="123709"/>
                    <a:pt x="11637" y="123463"/>
                    <a:pt x="10878" y="123210"/>
                  </a:cubicBezTo>
                  <a:cubicBezTo>
                    <a:pt x="10255" y="120438"/>
                    <a:pt x="10274" y="117798"/>
                    <a:pt x="10878" y="115025"/>
                  </a:cubicBezTo>
                  <a:cubicBezTo>
                    <a:pt x="13436" y="113536"/>
                    <a:pt x="13436" y="113536"/>
                    <a:pt x="16087" y="112792"/>
                  </a:cubicBezTo>
                  <a:cubicBezTo>
                    <a:pt x="16333" y="112055"/>
                    <a:pt x="16578" y="111319"/>
                    <a:pt x="16831" y="110560"/>
                  </a:cubicBezTo>
                  <a:cubicBezTo>
                    <a:pt x="17568" y="110560"/>
                    <a:pt x="18305" y="110560"/>
                    <a:pt x="19064" y="110560"/>
                  </a:cubicBezTo>
                  <a:cubicBezTo>
                    <a:pt x="19156" y="110145"/>
                    <a:pt x="19248" y="109731"/>
                    <a:pt x="19343" y="109304"/>
                  </a:cubicBezTo>
                  <a:cubicBezTo>
                    <a:pt x="20028" y="106768"/>
                    <a:pt x="21590" y="105564"/>
                    <a:pt x="23528" y="103862"/>
                  </a:cubicBezTo>
                  <a:cubicBezTo>
                    <a:pt x="24020" y="103862"/>
                    <a:pt x="24511" y="103862"/>
                    <a:pt x="25017" y="103862"/>
                  </a:cubicBezTo>
                  <a:cubicBezTo>
                    <a:pt x="25017" y="102880"/>
                    <a:pt x="25017" y="101898"/>
                    <a:pt x="25017" y="100886"/>
                  </a:cubicBezTo>
                  <a:cubicBezTo>
                    <a:pt x="26122" y="100149"/>
                    <a:pt x="26122" y="100149"/>
                    <a:pt x="27249" y="99398"/>
                  </a:cubicBezTo>
                  <a:cubicBezTo>
                    <a:pt x="27495" y="98661"/>
                    <a:pt x="27740" y="97924"/>
                    <a:pt x="27993" y="97165"/>
                  </a:cubicBezTo>
                  <a:cubicBezTo>
                    <a:pt x="28730" y="97165"/>
                    <a:pt x="29467" y="97165"/>
                    <a:pt x="30226" y="97165"/>
                  </a:cubicBezTo>
                  <a:cubicBezTo>
                    <a:pt x="30748" y="95936"/>
                    <a:pt x="31245" y="94695"/>
                    <a:pt x="31714" y="93444"/>
                  </a:cubicBezTo>
                  <a:cubicBezTo>
                    <a:pt x="32205" y="93444"/>
                    <a:pt x="32696" y="93444"/>
                    <a:pt x="33202" y="93444"/>
                  </a:cubicBezTo>
                  <a:cubicBezTo>
                    <a:pt x="33713" y="92460"/>
                    <a:pt x="34205" y="91465"/>
                    <a:pt x="34691" y="90468"/>
                  </a:cubicBezTo>
                  <a:cubicBezTo>
                    <a:pt x="35683" y="89228"/>
                    <a:pt x="36675" y="87987"/>
                    <a:pt x="37667" y="86747"/>
                  </a:cubicBezTo>
                  <a:cubicBezTo>
                    <a:pt x="37943" y="86195"/>
                    <a:pt x="38220" y="85642"/>
                    <a:pt x="38504" y="85073"/>
                  </a:cubicBezTo>
                  <a:cubicBezTo>
                    <a:pt x="39155" y="83771"/>
                    <a:pt x="39155" y="83771"/>
                    <a:pt x="40644" y="83026"/>
                  </a:cubicBezTo>
                  <a:cubicBezTo>
                    <a:pt x="40889" y="82535"/>
                    <a:pt x="41135" y="82044"/>
                    <a:pt x="41388" y="81538"/>
                  </a:cubicBezTo>
                  <a:cubicBezTo>
                    <a:pt x="42132" y="80050"/>
                    <a:pt x="42132" y="80050"/>
                    <a:pt x="43620" y="79306"/>
                  </a:cubicBezTo>
                  <a:cubicBezTo>
                    <a:pt x="43989" y="78201"/>
                    <a:pt x="43989" y="78201"/>
                    <a:pt x="44364" y="77073"/>
                  </a:cubicBezTo>
                  <a:cubicBezTo>
                    <a:pt x="45450" y="75889"/>
                    <a:pt x="46603" y="74836"/>
                    <a:pt x="47806" y="73771"/>
                  </a:cubicBezTo>
                  <a:cubicBezTo>
                    <a:pt x="48956" y="72651"/>
                    <a:pt x="48956" y="72651"/>
                    <a:pt x="49201" y="70981"/>
                  </a:cubicBezTo>
                  <a:cubicBezTo>
                    <a:pt x="49385" y="70313"/>
                    <a:pt x="49385" y="70313"/>
                    <a:pt x="49573" y="69632"/>
                  </a:cubicBezTo>
                  <a:cubicBezTo>
                    <a:pt x="50310" y="69632"/>
                    <a:pt x="51047" y="69632"/>
                    <a:pt x="51806" y="69632"/>
                  </a:cubicBezTo>
                  <a:cubicBezTo>
                    <a:pt x="51806" y="68404"/>
                    <a:pt x="51806" y="67176"/>
                    <a:pt x="51806" y="65911"/>
                  </a:cubicBezTo>
                  <a:cubicBezTo>
                    <a:pt x="52788" y="65911"/>
                    <a:pt x="53770" y="65911"/>
                    <a:pt x="54782" y="65911"/>
                  </a:cubicBezTo>
                  <a:cubicBezTo>
                    <a:pt x="54736" y="65313"/>
                    <a:pt x="54690" y="64714"/>
                    <a:pt x="54643" y="64097"/>
                  </a:cubicBezTo>
                  <a:cubicBezTo>
                    <a:pt x="54712" y="63153"/>
                    <a:pt x="54712" y="63153"/>
                    <a:pt x="54782" y="62191"/>
                  </a:cubicBezTo>
                  <a:cubicBezTo>
                    <a:pt x="55519" y="61945"/>
                    <a:pt x="56256" y="61699"/>
                    <a:pt x="57015" y="61446"/>
                  </a:cubicBezTo>
                  <a:cubicBezTo>
                    <a:pt x="57092" y="60925"/>
                    <a:pt x="57168" y="60403"/>
                    <a:pt x="57247" y="59865"/>
                  </a:cubicBezTo>
                  <a:cubicBezTo>
                    <a:pt x="57899" y="57139"/>
                    <a:pt x="59238" y="55826"/>
                    <a:pt x="61128" y="53816"/>
                  </a:cubicBezTo>
                  <a:cubicBezTo>
                    <a:pt x="62290" y="52543"/>
                    <a:pt x="62290" y="52543"/>
                    <a:pt x="63017" y="50915"/>
                  </a:cubicBezTo>
                  <a:cubicBezTo>
                    <a:pt x="63712" y="49540"/>
                    <a:pt x="63712" y="49540"/>
                    <a:pt x="65200" y="48796"/>
                  </a:cubicBezTo>
                  <a:cubicBezTo>
                    <a:pt x="65308" y="48290"/>
                    <a:pt x="65415" y="47783"/>
                    <a:pt x="65526" y="47261"/>
                  </a:cubicBezTo>
                  <a:cubicBezTo>
                    <a:pt x="65733" y="46548"/>
                    <a:pt x="65733" y="46548"/>
                    <a:pt x="65944" y="45819"/>
                  </a:cubicBezTo>
                  <a:cubicBezTo>
                    <a:pt x="66681" y="45819"/>
                    <a:pt x="67418" y="45819"/>
                    <a:pt x="68177" y="45819"/>
                  </a:cubicBezTo>
                  <a:cubicBezTo>
                    <a:pt x="68131" y="45098"/>
                    <a:pt x="68085" y="44377"/>
                    <a:pt x="68037" y="43634"/>
                  </a:cubicBezTo>
                  <a:cubicBezTo>
                    <a:pt x="68083" y="42881"/>
                    <a:pt x="68129" y="42129"/>
                    <a:pt x="68177" y="41355"/>
                  </a:cubicBezTo>
                  <a:cubicBezTo>
                    <a:pt x="68914" y="41109"/>
                    <a:pt x="69650" y="40863"/>
                    <a:pt x="70409" y="40610"/>
                  </a:cubicBezTo>
                  <a:cubicBezTo>
                    <a:pt x="70933" y="39132"/>
                    <a:pt x="71430" y="37643"/>
                    <a:pt x="71898" y="36146"/>
                  </a:cubicBezTo>
                  <a:cubicBezTo>
                    <a:pt x="72389" y="35900"/>
                    <a:pt x="72880" y="35654"/>
                    <a:pt x="73386" y="35401"/>
                  </a:cubicBezTo>
                  <a:cubicBezTo>
                    <a:pt x="73509" y="34910"/>
                    <a:pt x="73631" y="34419"/>
                    <a:pt x="73758" y="33913"/>
                  </a:cubicBezTo>
                  <a:cubicBezTo>
                    <a:pt x="73881" y="33422"/>
                    <a:pt x="74003" y="32931"/>
                    <a:pt x="74130" y="32425"/>
                  </a:cubicBezTo>
                  <a:cubicBezTo>
                    <a:pt x="74621" y="32179"/>
                    <a:pt x="75112" y="31934"/>
                    <a:pt x="75618" y="31681"/>
                  </a:cubicBezTo>
                  <a:cubicBezTo>
                    <a:pt x="76124" y="30196"/>
                    <a:pt x="76620" y="28707"/>
                    <a:pt x="77107" y="27216"/>
                  </a:cubicBezTo>
                  <a:cubicBezTo>
                    <a:pt x="77843" y="26479"/>
                    <a:pt x="77843" y="26479"/>
                    <a:pt x="78595" y="25728"/>
                  </a:cubicBezTo>
                  <a:cubicBezTo>
                    <a:pt x="78733" y="24968"/>
                    <a:pt x="78733" y="24968"/>
                    <a:pt x="78874" y="24193"/>
                  </a:cubicBezTo>
                  <a:cubicBezTo>
                    <a:pt x="79027" y="23717"/>
                    <a:pt x="79181" y="23241"/>
                    <a:pt x="79339" y="22751"/>
                  </a:cubicBezTo>
                  <a:cubicBezTo>
                    <a:pt x="79845" y="22674"/>
                    <a:pt x="80352" y="22598"/>
                    <a:pt x="80874" y="22519"/>
                  </a:cubicBezTo>
                  <a:cubicBezTo>
                    <a:pt x="81350" y="22350"/>
                    <a:pt x="81825" y="22181"/>
                    <a:pt x="82316" y="22007"/>
                  </a:cubicBezTo>
                  <a:cubicBezTo>
                    <a:pt x="82564" y="19371"/>
                    <a:pt x="82564" y="19371"/>
                    <a:pt x="82316" y="16798"/>
                  </a:cubicBezTo>
                  <a:cubicBezTo>
                    <a:pt x="82807" y="16798"/>
                    <a:pt x="83298" y="16798"/>
                    <a:pt x="83804" y="16798"/>
                  </a:cubicBezTo>
                  <a:cubicBezTo>
                    <a:pt x="84308" y="15064"/>
                    <a:pt x="84804" y="13328"/>
                    <a:pt x="85292" y="11589"/>
                  </a:cubicBezTo>
                  <a:cubicBezTo>
                    <a:pt x="85783" y="11343"/>
                    <a:pt x="86274" y="11098"/>
                    <a:pt x="86780" y="10845"/>
                  </a:cubicBezTo>
                  <a:cubicBezTo>
                    <a:pt x="87270" y="8591"/>
                    <a:pt x="87270" y="8591"/>
                    <a:pt x="87525" y="6380"/>
                  </a:cubicBezTo>
                  <a:cubicBezTo>
                    <a:pt x="88261" y="6380"/>
                    <a:pt x="88998" y="6380"/>
                    <a:pt x="89757" y="6380"/>
                  </a:cubicBezTo>
                  <a:cubicBezTo>
                    <a:pt x="90003" y="4661"/>
                    <a:pt x="90248" y="2942"/>
                    <a:pt x="90501" y="1171"/>
                  </a:cubicBezTo>
                  <a:close/>
                </a:path>
              </a:pathLst>
            </a:custGeom>
            <a:grpFill/>
            <a:ln w="744" cap="flat">
              <a:noFill/>
              <a:prstDash val="solid"/>
              <a:miter/>
            </a:ln>
          </p:spPr>
          <p:txBody>
            <a:bodyPr rtlCol="0" anchor="ctr"/>
            <a:lstStyle/>
            <a:p>
              <a:endParaRPr lang="zh-CN" altLang="en-US"/>
            </a:p>
          </p:txBody>
        </p:sp>
        <p:sp>
          <p:nvSpPr>
            <p:cNvPr id="146" name="任意多边形: 形状 145"/>
            <p:cNvSpPr/>
            <p:nvPr/>
          </p:nvSpPr>
          <p:spPr>
            <a:xfrm>
              <a:off x="7476313" y="1392683"/>
              <a:ext cx="109858" cy="239122"/>
            </a:xfrm>
            <a:custGeom>
              <a:avLst/>
              <a:gdLst>
                <a:gd name="connsiteX0" fmla="*/ 89666 w 109858"/>
                <a:gd name="connsiteY0" fmla="*/ 1757 h 239122"/>
                <a:gd name="connsiteX1" fmla="*/ 101983 w 109858"/>
                <a:gd name="connsiteY1" fmla="*/ 1634 h 239122"/>
                <a:gd name="connsiteX2" fmla="*/ 106175 w 109858"/>
                <a:gd name="connsiteY2" fmla="*/ 1589 h 239122"/>
                <a:gd name="connsiteX3" fmla="*/ 112193 w 109858"/>
                <a:gd name="connsiteY3" fmla="*/ 1539 h 239122"/>
                <a:gd name="connsiteX4" fmla="*/ 114094 w 109858"/>
                <a:gd name="connsiteY4" fmla="*/ 1504 h 239122"/>
                <a:gd name="connsiteX5" fmla="*/ 118687 w 109858"/>
                <a:gd name="connsiteY5" fmla="*/ 1757 h 239122"/>
                <a:gd name="connsiteX6" fmla="*/ 120369 w 109858"/>
                <a:gd name="connsiteY6" fmla="*/ 10553 h 239122"/>
                <a:gd name="connsiteX7" fmla="*/ 120378 w 109858"/>
                <a:gd name="connsiteY7" fmla="*/ 12610 h 239122"/>
                <a:gd name="connsiteX8" fmla="*/ 120380 w 109858"/>
                <a:gd name="connsiteY8" fmla="*/ 19464 h 239122"/>
                <a:gd name="connsiteX9" fmla="*/ 120391 w 109858"/>
                <a:gd name="connsiteY9" fmla="*/ 24366 h 239122"/>
                <a:gd name="connsiteX10" fmla="*/ 120400 w 109858"/>
                <a:gd name="connsiteY10" fmla="*/ 37700 h 239122"/>
                <a:gd name="connsiteX11" fmla="*/ 120406 w 109858"/>
                <a:gd name="connsiteY11" fmla="*/ 48813 h 239122"/>
                <a:gd name="connsiteX12" fmla="*/ 120409 w 109858"/>
                <a:gd name="connsiteY12" fmla="*/ 76515 h 239122"/>
                <a:gd name="connsiteX13" fmla="*/ 120428 w 109858"/>
                <a:gd name="connsiteY13" fmla="*/ 100600 h 239122"/>
                <a:gd name="connsiteX14" fmla="*/ 120446 w 109858"/>
                <a:gd name="connsiteY14" fmla="*/ 125309 h 239122"/>
                <a:gd name="connsiteX15" fmla="*/ 120457 w 109858"/>
                <a:gd name="connsiteY15" fmla="*/ 139190 h 239122"/>
                <a:gd name="connsiteX16" fmla="*/ 120455 w 109858"/>
                <a:gd name="connsiteY16" fmla="*/ 152233 h 239122"/>
                <a:gd name="connsiteX17" fmla="*/ 120461 w 109858"/>
                <a:gd name="connsiteY17" fmla="*/ 157034 h 239122"/>
                <a:gd name="connsiteX18" fmla="*/ 120454 w 109858"/>
                <a:gd name="connsiteY18" fmla="*/ 163558 h 239122"/>
                <a:gd name="connsiteX19" fmla="*/ 120470 w 109858"/>
                <a:gd name="connsiteY19" fmla="*/ 165504 h 239122"/>
                <a:gd name="connsiteX20" fmla="*/ 120175 w 109858"/>
                <a:gd name="connsiteY20" fmla="*/ 169933 h 239122"/>
                <a:gd name="connsiteX21" fmla="*/ 117943 w 109858"/>
                <a:gd name="connsiteY21" fmla="*/ 170677 h 239122"/>
                <a:gd name="connsiteX22" fmla="*/ 117562 w 109858"/>
                <a:gd name="connsiteY22" fmla="*/ 176284 h 239122"/>
                <a:gd name="connsiteX23" fmla="*/ 117522 w 109858"/>
                <a:gd name="connsiteY23" fmla="*/ 177983 h 239122"/>
                <a:gd name="connsiteX24" fmla="*/ 117431 w 109858"/>
                <a:gd name="connsiteY24" fmla="*/ 183374 h 239122"/>
                <a:gd name="connsiteX25" fmla="*/ 117354 w 109858"/>
                <a:gd name="connsiteY25" fmla="*/ 187020 h 239122"/>
                <a:gd name="connsiteX26" fmla="*/ 117199 w 109858"/>
                <a:gd name="connsiteY26" fmla="*/ 195978 h 239122"/>
                <a:gd name="connsiteX27" fmla="*/ 115710 w 109858"/>
                <a:gd name="connsiteY27" fmla="*/ 195978 h 239122"/>
                <a:gd name="connsiteX28" fmla="*/ 114548 w 109858"/>
                <a:gd name="connsiteY28" fmla="*/ 202442 h 239122"/>
                <a:gd name="connsiteX29" fmla="*/ 114359 w 109858"/>
                <a:gd name="connsiteY29" fmla="*/ 204684 h 239122"/>
                <a:gd name="connsiteX30" fmla="*/ 114222 w 109858"/>
                <a:gd name="connsiteY30" fmla="*/ 206396 h 239122"/>
                <a:gd name="connsiteX31" fmla="*/ 112734 w 109858"/>
                <a:gd name="connsiteY31" fmla="*/ 206396 h 239122"/>
                <a:gd name="connsiteX32" fmla="*/ 111990 w 109858"/>
                <a:gd name="connsiteY32" fmla="*/ 209698 h 239122"/>
                <a:gd name="connsiteX33" fmla="*/ 111246 w 109858"/>
                <a:gd name="connsiteY33" fmla="*/ 213093 h 239122"/>
                <a:gd name="connsiteX34" fmla="*/ 109757 w 109858"/>
                <a:gd name="connsiteY34" fmla="*/ 213837 h 239122"/>
                <a:gd name="connsiteX35" fmla="*/ 109432 w 109858"/>
                <a:gd name="connsiteY35" fmla="*/ 216442 h 239122"/>
                <a:gd name="connsiteX36" fmla="*/ 109013 w 109858"/>
                <a:gd name="connsiteY36" fmla="*/ 219046 h 239122"/>
                <a:gd name="connsiteX37" fmla="*/ 106781 w 109858"/>
                <a:gd name="connsiteY37" fmla="*/ 219790 h 239122"/>
                <a:gd name="connsiteX38" fmla="*/ 105292 w 109858"/>
                <a:gd name="connsiteY38" fmla="*/ 222767 h 239122"/>
                <a:gd name="connsiteX39" fmla="*/ 103804 w 109858"/>
                <a:gd name="connsiteY39" fmla="*/ 223511 h 239122"/>
                <a:gd name="connsiteX40" fmla="*/ 103525 w 109858"/>
                <a:gd name="connsiteY40" fmla="*/ 224953 h 239122"/>
                <a:gd name="connsiteX41" fmla="*/ 103060 w 109858"/>
                <a:gd name="connsiteY41" fmla="*/ 226487 h 239122"/>
                <a:gd name="connsiteX42" fmla="*/ 100083 w 109858"/>
                <a:gd name="connsiteY42" fmla="*/ 227976 h 239122"/>
                <a:gd name="connsiteX43" fmla="*/ 99339 w 109858"/>
                <a:gd name="connsiteY43" fmla="*/ 230208 h 239122"/>
                <a:gd name="connsiteX44" fmla="*/ 94875 w 109858"/>
                <a:gd name="connsiteY44" fmla="*/ 230208 h 239122"/>
                <a:gd name="connsiteX45" fmla="*/ 94875 w 109858"/>
                <a:gd name="connsiteY45" fmla="*/ 233929 h 239122"/>
                <a:gd name="connsiteX46" fmla="*/ 92689 w 109858"/>
                <a:gd name="connsiteY46" fmla="*/ 234161 h 239122"/>
                <a:gd name="connsiteX47" fmla="*/ 90410 w 109858"/>
                <a:gd name="connsiteY47" fmla="*/ 234673 h 239122"/>
                <a:gd name="connsiteX48" fmla="*/ 89666 w 109858"/>
                <a:gd name="connsiteY48" fmla="*/ 236905 h 239122"/>
                <a:gd name="connsiteX49" fmla="*/ 85898 w 109858"/>
                <a:gd name="connsiteY49" fmla="*/ 237417 h 239122"/>
                <a:gd name="connsiteX50" fmla="*/ 83826 w 109858"/>
                <a:gd name="connsiteY50" fmla="*/ 237565 h 239122"/>
                <a:gd name="connsiteX51" fmla="*/ 82224 w 109858"/>
                <a:gd name="connsiteY51" fmla="*/ 237650 h 239122"/>
                <a:gd name="connsiteX52" fmla="*/ 82224 w 109858"/>
                <a:gd name="connsiteY52" fmla="*/ 240626 h 239122"/>
                <a:gd name="connsiteX53" fmla="*/ 46505 w 109858"/>
                <a:gd name="connsiteY53" fmla="*/ 240626 h 239122"/>
                <a:gd name="connsiteX54" fmla="*/ 46505 w 109858"/>
                <a:gd name="connsiteY54" fmla="*/ 237650 h 239122"/>
                <a:gd name="connsiteX55" fmla="*/ 44904 w 109858"/>
                <a:gd name="connsiteY55" fmla="*/ 237565 h 239122"/>
                <a:gd name="connsiteX56" fmla="*/ 42831 w 109858"/>
                <a:gd name="connsiteY56" fmla="*/ 237417 h 239122"/>
                <a:gd name="connsiteX57" fmla="*/ 40764 w 109858"/>
                <a:gd name="connsiteY57" fmla="*/ 237286 h 239122"/>
                <a:gd name="connsiteX58" fmla="*/ 39064 w 109858"/>
                <a:gd name="connsiteY58" fmla="*/ 236905 h 239122"/>
                <a:gd name="connsiteX59" fmla="*/ 38320 w 109858"/>
                <a:gd name="connsiteY59" fmla="*/ 234673 h 239122"/>
                <a:gd name="connsiteX60" fmla="*/ 35715 w 109858"/>
                <a:gd name="connsiteY60" fmla="*/ 234347 h 239122"/>
                <a:gd name="connsiteX61" fmla="*/ 33111 w 109858"/>
                <a:gd name="connsiteY61" fmla="*/ 233929 h 239122"/>
                <a:gd name="connsiteX62" fmla="*/ 32367 w 109858"/>
                <a:gd name="connsiteY62" fmla="*/ 230952 h 239122"/>
                <a:gd name="connsiteX63" fmla="*/ 30134 w 109858"/>
                <a:gd name="connsiteY63" fmla="*/ 230208 h 239122"/>
                <a:gd name="connsiteX64" fmla="*/ 29390 w 109858"/>
                <a:gd name="connsiteY64" fmla="*/ 227976 h 239122"/>
                <a:gd name="connsiteX65" fmla="*/ 27158 w 109858"/>
                <a:gd name="connsiteY65" fmla="*/ 227232 h 239122"/>
                <a:gd name="connsiteX66" fmla="*/ 26414 w 109858"/>
                <a:gd name="connsiteY66" fmla="*/ 224999 h 239122"/>
                <a:gd name="connsiteX67" fmla="*/ 24181 w 109858"/>
                <a:gd name="connsiteY67" fmla="*/ 223511 h 239122"/>
                <a:gd name="connsiteX68" fmla="*/ 23437 w 109858"/>
                <a:gd name="connsiteY68" fmla="*/ 220534 h 239122"/>
                <a:gd name="connsiteX69" fmla="*/ 21949 w 109858"/>
                <a:gd name="connsiteY69" fmla="*/ 219790 h 239122"/>
                <a:gd name="connsiteX70" fmla="*/ 21623 w 109858"/>
                <a:gd name="connsiteY70" fmla="*/ 218302 h 239122"/>
                <a:gd name="connsiteX71" fmla="*/ 21205 w 109858"/>
                <a:gd name="connsiteY71" fmla="*/ 216814 h 239122"/>
                <a:gd name="connsiteX72" fmla="*/ 18972 w 109858"/>
                <a:gd name="connsiteY72" fmla="*/ 216069 h 239122"/>
                <a:gd name="connsiteX73" fmla="*/ 18530 w 109858"/>
                <a:gd name="connsiteY73" fmla="*/ 210884 h 239122"/>
                <a:gd name="connsiteX74" fmla="*/ 18228 w 109858"/>
                <a:gd name="connsiteY74" fmla="*/ 209372 h 239122"/>
                <a:gd name="connsiteX75" fmla="*/ 15996 w 109858"/>
                <a:gd name="connsiteY75" fmla="*/ 208628 h 239122"/>
                <a:gd name="connsiteX76" fmla="*/ 15577 w 109858"/>
                <a:gd name="connsiteY76" fmla="*/ 205279 h 239122"/>
                <a:gd name="connsiteX77" fmla="*/ 15251 w 109858"/>
                <a:gd name="connsiteY77" fmla="*/ 201931 h 239122"/>
                <a:gd name="connsiteX78" fmla="*/ 13763 w 109858"/>
                <a:gd name="connsiteY78" fmla="*/ 201187 h 239122"/>
                <a:gd name="connsiteX79" fmla="*/ 13481 w 109858"/>
                <a:gd name="connsiteY79" fmla="*/ 197937 h 239122"/>
                <a:gd name="connsiteX80" fmla="*/ 13404 w 109858"/>
                <a:gd name="connsiteY80" fmla="*/ 195940 h 239122"/>
                <a:gd name="connsiteX81" fmla="*/ 13345 w 109858"/>
                <a:gd name="connsiteY81" fmla="*/ 193838 h 239122"/>
                <a:gd name="connsiteX82" fmla="*/ 13202 w 109858"/>
                <a:gd name="connsiteY82" fmla="*/ 189751 h 239122"/>
                <a:gd name="connsiteX83" fmla="*/ 13148 w 109858"/>
                <a:gd name="connsiteY83" fmla="*/ 187912 h 239122"/>
                <a:gd name="connsiteX84" fmla="*/ 12275 w 109858"/>
                <a:gd name="connsiteY84" fmla="*/ 184071 h 239122"/>
                <a:gd name="connsiteX85" fmla="*/ 10787 w 109858"/>
                <a:gd name="connsiteY85" fmla="*/ 183327 h 239122"/>
                <a:gd name="connsiteX86" fmla="*/ 10615 w 109858"/>
                <a:gd name="connsiteY86" fmla="*/ 179537 h 239122"/>
                <a:gd name="connsiteX87" fmla="*/ 10619 w 109858"/>
                <a:gd name="connsiteY87" fmla="*/ 177214 h 239122"/>
                <a:gd name="connsiteX88" fmla="*/ 10647 w 109858"/>
                <a:gd name="connsiteY88" fmla="*/ 174770 h 239122"/>
                <a:gd name="connsiteX89" fmla="*/ 10649 w 109858"/>
                <a:gd name="connsiteY89" fmla="*/ 172325 h 239122"/>
                <a:gd name="connsiteX90" fmla="*/ 11531 w 109858"/>
                <a:gd name="connsiteY90" fmla="*/ 165468 h 239122"/>
                <a:gd name="connsiteX91" fmla="*/ 17879 w 109858"/>
                <a:gd name="connsiteY91" fmla="*/ 165732 h 239122"/>
                <a:gd name="connsiteX92" fmla="*/ 19716 w 109858"/>
                <a:gd name="connsiteY92" fmla="*/ 165468 h 239122"/>
                <a:gd name="connsiteX93" fmla="*/ 19966 w 109858"/>
                <a:gd name="connsiteY93" fmla="*/ 163983 h 239122"/>
                <a:gd name="connsiteX94" fmla="*/ 20460 w 109858"/>
                <a:gd name="connsiteY94" fmla="*/ 162491 h 239122"/>
                <a:gd name="connsiteX95" fmla="*/ 24251 w 109858"/>
                <a:gd name="connsiteY95" fmla="*/ 162174 h 239122"/>
                <a:gd name="connsiteX96" fmla="*/ 26573 w 109858"/>
                <a:gd name="connsiteY96" fmla="*/ 162193 h 239122"/>
                <a:gd name="connsiteX97" fmla="*/ 29018 w 109858"/>
                <a:gd name="connsiteY97" fmla="*/ 162259 h 239122"/>
                <a:gd name="connsiteX98" fmla="*/ 31463 w 109858"/>
                <a:gd name="connsiteY98" fmla="*/ 162281 h 239122"/>
                <a:gd name="connsiteX99" fmla="*/ 38320 w 109858"/>
                <a:gd name="connsiteY99" fmla="*/ 163235 h 239122"/>
                <a:gd name="connsiteX100" fmla="*/ 38366 w 109858"/>
                <a:gd name="connsiteY100" fmla="*/ 169235 h 239122"/>
                <a:gd name="connsiteX101" fmla="*/ 38356 w 109858"/>
                <a:gd name="connsiteY101" fmla="*/ 170946 h 239122"/>
                <a:gd name="connsiteX102" fmla="*/ 38320 w 109858"/>
                <a:gd name="connsiteY102" fmla="*/ 175142 h 239122"/>
                <a:gd name="connsiteX103" fmla="*/ 40552 w 109858"/>
                <a:gd name="connsiteY103" fmla="*/ 175142 h 239122"/>
                <a:gd name="connsiteX104" fmla="*/ 40585 w 109858"/>
                <a:gd name="connsiteY104" fmla="*/ 176496 h 239122"/>
                <a:gd name="connsiteX105" fmla="*/ 40785 w 109858"/>
                <a:gd name="connsiteY105" fmla="*/ 182537 h 239122"/>
                <a:gd name="connsiteX106" fmla="*/ 40836 w 109858"/>
                <a:gd name="connsiteY106" fmla="*/ 184669 h 239122"/>
                <a:gd name="connsiteX107" fmla="*/ 40916 w 109858"/>
                <a:gd name="connsiteY107" fmla="*/ 186696 h 239122"/>
                <a:gd name="connsiteX108" fmla="*/ 40975 w 109858"/>
                <a:gd name="connsiteY108" fmla="*/ 188574 h 239122"/>
                <a:gd name="connsiteX109" fmla="*/ 41296 w 109858"/>
                <a:gd name="connsiteY109" fmla="*/ 190025 h 239122"/>
                <a:gd name="connsiteX110" fmla="*/ 43529 w 109858"/>
                <a:gd name="connsiteY110" fmla="*/ 190769 h 239122"/>
                <a:gd name="connsiteX111" fmla="*/ 43898 w 109858"/>
                <a:gd name="connsiteY111" fmla="*/ 195033 h 239122"/>
                <a:gd name="connsiteX112" fmla="*/ 50970 w 109858"/>
                <a:gd name="connsiteY112" fmla="*/ 204163 h 239122"/>
                <a:gd name="connsiteX113" fmla="*/ 50970 w 109858"/>
                <a:gd name="connsiteY113" fmla="*/ 206396 h 239122"/>
                <a:gd name="connsiteX114" fmla="*/ 52572 w 109858"/>
                <a:gd name="connsiteY114" fmla="*/ 206291 h 239122"/>
                <a:gd name="connsiteX115" fmla="*/ 54644 w 109858"/>
                <a:gd name="connsiteY115" fmla="*/ 206210 h 239122"/>
                <a:gd name="connsiteX116" fmla="*/ 56711 w 109858"/>
                <a:gd name="connsiteY116" fmla="*/ 206105 h 239122"/>
                <a:gd name="connsiteX117" fmla="*/ 58412 w 109858"/>
                <a:gd name="connsiteY117" fmla="*/ 206396 h 239122"/>
                <a:gd name="connsiteX118" fmla="*/ 58714 w 109858"/>
                <a:gd name="connsiteY118" fmla="*/ 207861 h 239122"/>
                <a:gd name="connsiteX119" fmla="*/ 59156 w 109858"/>
                <a:gd name="connsiteY119" fmla="*/ 209372 h 239122"/>
                <a:gd name="connsiteX120" fmla="*/ 64039 w 109858"/>
                <a:gd name="connsiteY120" fmla="*/ 209930 h 239122"/>
                <a:gd name="connsiteX121" fmla="*/ 66740 w 109858"/>
                <a:gd name="connsiteY121" fmla="*/ 210058 h 239122"/>
                <a:gd name="connsiteX122" fmla="*/ 68830 w 109858"/>
                <a:gd name="connsiteY122" fmla="*/ 210116 h 239122"/>
                <a:gd name="connsiteX123" fmla="*/ 68830 w 109858"/>
                <a:gd name="connsiteY123" fmla="*/ 206396 h 239122"/>
                <a:gd name="connsiteX124" fmla="*/ 70594 w 109858"/>
                <a:gd name="connsiteY124" fmla="*/ 206500 h 239122"/>
                <a:gd name="connsiteX125" fmla="*/ 72876 w 109858"/>
                <a:gd name="connsiteY125" fmla="*/ 206582 h 239122"/>
                <a:gd name="connsiteX126" fmla="*/ 75152 w 109858"/>
                <a:gd name="connsiteY126" fmla="*/ 206686 h 239122"/>
                <a:gd name="connsiteX127" fmla="*/ 77015 w 109858"/>
                <a:gd name="connsiteY127" fmla="*/ 206396 h 239122"/>
                <a:gd name="connsiteX128" fmla="*/ 77759 w 109858"/>
                <a:gd name="connsiteY128" fmla="*/ 203419 h 239122"/>
                <a:gd name="connsiteX129" fmla="*/ 79666 w 109858"/>
                <a:gd name="connsiteY129" fmla="*/ 203047 h 239122"/>
                <a:gd name="connsiteX130" fmla="*/ 81480 w 109858"/>
                <a:gd name="connsiteY130" fmla="*/ 202675 h 239122"/>
                <a:gd name="connsiteX131" fmla="*/ 81480 w 109858"/>
                <a:gd name="connsiteY131" fmla="*/ 199698 h 239122"/>
                <a:gd name="connsiteX132" fmla="*/ 83712 w 109858"/>
                <a:gd name="connsiteY132" fmla="*/ 198954 h 239122"/>
                <a:gd name="connsiteX133" fmla="*/ 84457 w 109858"/>
                <a:gd name="connsiteY133" fmla="*/ 194489 h 239122"/>
                <a:gd name="connsiteX134" fmla="*/ 86689 w 109858"/>
                <a:gd name="connsiteY134" fmla="*/ 193001 h 239122"/>
                <a:gd name="connsiteX135" fmla="*/ 87017 w 109858"/>
                <a:gd name="connsiteY135" fmla="*/ 189789 h 239122"/>
                <a:gd name="connsiteX136" fmla="*/ 87077 w 109858"/>
                <a:gd name="connsiteY136" fmla="*/ 187881 h 239122"/>
                <a:gd name="connsiteX137" fmla="*/ 87108 w 109858"/>
                <a:gd name="connsiteY137" fmla="*/ 185885 h 239122"/>
                <a:gd name="connsiteX138" fmla="*/ 87203 w 109858"/>
                <a:gd name="connsiteY138" fmla="*/ 181976 h 239122"/>
                <a:gd name="connsiteX139" fmla="*/ 87231 w 109858"/>
                <a:gd name="connsiteY139" fmla="*/ 180221 h 239122"/>
                <a:gd name="connsiteX140" fmla="*/ 87433 w 109858"/>
                <a:gd name="connsiteY140" fmla="*/ 178862 h 239122"/>
                <a:gd name="connsiteX141" fmla="*/ 88921 w 109858"/>
                <a:gd name="connsiteY141" fmla="*/ 178118 h 239122"/>
                <a:gd name="connsiteX142" fmla="*/ 89129 w 109858"/>
                <a:gd name="connsiteY142" fmla="*/ 171333 h 239122"/>
                <a:gd name="connsiteX143" fmla="*/ 89142 w 109858"/>
                <a:gd name="connsiteY143" fmla="*/ 169149 h 239122"/>
                <a:gd name="connsiteX144" fmla="*/ 89159 w 109858"/>
                <a:gd name="connsiteY144" fmla="*/ 161844 h 239122"/>
                <a:gd name="connsiteX145" fmla="*/ 89181 w 109858"/>
                <a:gd name="connsiteY145" fmla="*/ 156631 h 239122"/>
                <a:gd name="connsiteX146" fmla="*/ 89223 w 109858"/>
                <a:gd name="connsiteY146" fmla="*/ 142430 h 239122"/>
                <a:gd name="connsiteX147" fmla="*/ 89267 w 109858"/>
                <a:gd name="connsiteY147" fmla="*/ 129108 h 239122"/>
                <a:gd name="connsiteX148" fmla="*/ 89352 w 109858"/>
                <a:gd name="connsiteY148" fmla="*/ 102712 h 239122"/>
                <a:gd name="connsiteX149" fmla="*/ 89429 w 109858"/>
                <a:gd name="connsiteY149" fmla="*/ 77066 h 239122"/>
                <a:gd name="connsiteX150" fmla="*/ 89435 w 109858"/>
                <a:gd name="connsiteY150" fmla="*/ 75470 h 239122"/>
                <a:gd name="connsiteX151" fmla="*/ 89463 w 109858"/>
                <a:gd name="connsiteY151" fmla="*/ 67545 h 239122"/>
                <a:gd name="connsiteX152" fmla="*/ 89666 w 109858"/>
                <a:gd name="connsiteY152" fmla="*/ 1757 h 23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9858" h="239122">
                  <a:moveTo>
                    <a:pt x="89666" y="1757"/>
                  </a:moveTo>
                  <a:cubicBezTo>
                    <a:pt x="93771" y="1702"/>
                    <a:pt x="97877" y="1661"/>
                    <a:pt x="101983" y="1634"/>
                  </a:cubicBezTo>
                  <a:cubicBezTo>
                    <a:pt x="103381" y="1623"/>
                    <a:pt x="104778" y="1608"/>
                    <a:pt x="106175" y="1589"/>
                  </a:cubicBezTo>
                  <a:cubicBezTo>
                    <a:pt x="108181" y="1562"/>
                    <a:pt x="110187" y="1549"/>
                    <a:pt x="112193" y="1539"/>
                  </a:cubicBezTo>
                  <a:cubicBezTo>
                    <a:pt x="112820" y="1527"/>
                    <a:pt x="113447" y="1516"/>
                    <a:pt x="114094" y="1504"/>
                  </a:cubicBezTo>
                  <a:cubicBezTo>
                    <a:pt x="115854" y="1504"/>
                    <a:pt x="115854" y="1504"/>
                    <a:pt x="118687" y="1757"/>
                  </a:cubicBezTo>
                  <a:cubicBezTo>
                    <a:pt x="120636" y="4681"/>
                    <a:pt x="120384" y="7160"/>
                    <a:pt x="120369" y="10553"/>
                  </a:cubicBezTo>
                  <a:cubicBezTo>
                    <a:pt x="120372" y="11232"/>
                    <a:pt x="120375" y="11911"/>
                    <a:pt x="120378" y="12610"/>
                  </a:cubicBezTo>
                  <a:cubicBezTo>
                    <a:pt x="120386" y="14895"/>
                    <a:pt x="120383" y="17179"/>
                    <a:pt x="120380" y="19464"/>
                  </a:cubicBezTo>
                  <a:cubicBezTo>
                    <a:pt x="120383" y="21098"/>
                    <a:pt x="120387" y="22732"/>
                    <a:pt x="120391" y="24366"/>
                  </a:cubicBezTo>
                  <a:cubicBezTo>
                    <a:pt x="120401" y="28811"/>
                    <a:pt x="120402" y="33255"/>
                    <a:pt x="120400" y="37700"/>
                  </a:cubicBezTo>
                  <a:cubicBezTo>
                    <a:pt x="120399" y="41404"/>
                    <a:pt x="120403" y="45109"/>
                    <a:pt x="120406" y="48813"/>
                  </a:cubicBezTo>
                  <a:cubicBezTo>
                    <a:pt x="120415" y="58047"/>
                    <a:pt x="120414" y="67281"/>
                    <a:pt x="120409" y="76515"/>
                  </a:cubicBezTo>
                  <a:cubicBezTo>
                    <a:pt x="120406" y="84543"/>
                    <a:pt x="120414" y="92571"/>
                    <a:pt x="120428" y="100600"/>
                  </a:cubicBezTo>
                  <a:cubicBezTo>
                    <a:pt x="120442" y="108836"/>
                    <a:pt x="120448" y="117073"/>
                    <a:pt x="120446" y="125309"/>
                  </a:cubicBezTo>
                  <a:cubicBezTo>
                    <a:pt x="120445" y="129936"/>
                    <a:pt x="120447" y="134563"/>
                    <a:pt x="120457" y="139190"/>
                  </a:cubicBezTo>
                  <a:cubicBezTo>
                    <a:pt x="120466" y="143538"/>
                    <a:pt x="120465" y="147885"/>
                    <a:pt x="120455" y="152233"/>
                  </a:cubicBezTo>
                  <a:cubicBezTo>
                    <a:pt x="120453" y="153833"/>
                    <a:pt x="120455" y="155434"/>
                    <a:pt x="120461" y="157034"/>
                  </a:cubicBezTo>
                  <a:cubicBezTo>
                    <a:pt x="120469" y="159209"/>
                    <a:pt x="120463" y="161384"/>
                    <a:pt x="120454" y="163558"/>
                  </a:cubicBezTo>
                  <a:cubicBezTo>
                    <a:pt x="120459" y="164200"/>
                    <a:pt x="120465" y="164842"/>
                    <a:pt x="120470" y="165504"/>
                  </a:cubicBezTo>
                  <a:cubicBezTo>
                    <a:pt x="120454" y="167256"/>
                    <a:pt x="120454" y="167256"/>
                    <a:pt x="120175" y="169933"/>
                  </a:cubicBezTo>
                  <a:cubicBezTo>
                    <a:pt x="119439" y="170178"/>
                    <a:pt x="118702" y="170424"/>
                    <a:pt x="117943" y="170677"/>
                  </a:cubicBezTo>
                  <a:cubicBezTo>
                    <a:pt x="117686" y="172600"/>
                    <a:pt x="117579" y="174354"/>
                    <a:pt x="117562" y="176284"/>
                  </a:cubicBezTo>
                  <a:cubicBezTo>
                    <a:pt x="117549" y="176845"/>
                    <a:pt x="117535" y="177405"/>
                    <a:pt x="117522" y="177983"/>
                  </a:cubicBezTo>
                  <a:cubicBezTo>
                    <a:pt x="117481" y="179780"/>
                    <a:pt x="117456" y="181576"/>
                    <a:pt x="117431" y="183374"/>
                  </a:cubicBezTo>
                  <a:cubicBezTo>
                    <a:pt x="117407" y="184589"/>
                    <a:pt x="117381" y="185805"/>
                    <a:pt x="117354" y="187020"/>
                  </a:cubicBezTo>
                  <a:cubicBezTo>
                    <a:pt x="117291" y="190006"/>
                    <a:pt x="117241" y="192992"/>
                    <a:pt x="117199" y="195978"/>
                  </a:cubicBezTo>
                  <a:cubicBezTo>
                    <a:pt x="116708" y="195978"/>
                    <a:pt x="116216" y="195978"/>
                    <a:pt x="115710" y="195978"/>
                  </a:cubicBezTo>
                  <a:cubicBezTo>
                    <a:pt x="114964" y="198216"/>
                    <a:pt x="114741" y="200099"/>
                    <a:pt x="114548" y="202442"/>
                  </a:cubicBezTo>
                  <a:cubicBezTo>
                    <a:pt x="114485" y="203182"/>
                    <a:pt x="114423" y="203922"/>
                    <a:pt x="114359" y="204684"/>
                  </a:cubicBezTo>
                  <a:cubicBezTo>
                    <a:pt x="114314" y="205248"/>
                    <a:pt x="114269" y="205814"/>
                    <a:pt x="114222" y="206396"/>
                  </a:cubicBezTo>
                  <a:cubicBezTo>
                    <a:pt x="113731" y="206396"/>
                    <a:pt x="113240" y="206396"/>
                    <a:pt x="112734" y="206396"/>
                  </a:cubicBezTo>
                  <a:cubicBezTo>
                    <a:pt x="112270" y="207891"/>
                    <a:pt x="112270" y="207891"/>
                    <a:pt x="111990" y="209698"/>
                  </a:cubicBezTo>
                  <a:cubicBezTo>
                    <a:pt x="111664" y="211555"/>
                    <a:pt x="111664" y="211555"/>
                    <a:pt x="111246" y="213093"/>
                  </a:cubicBezTo>
                  <a:cubicBezTo>
                    <a:pt x="110754" y="213338"/>
                    <a:pt x="110263" y="213584"/>
                    <a:pt x="109757" y="213837"/>
                  </a:cubicBezTo>
                  <a:cubicBezTo>
                    <a:pt x="109596" y="215126"/>
                    <a:pt x="109596" y="215126"/>
                    <a:pt x="109432" y="216442"/>
                  </a:cubicBezTo>
                  <a:cubicBezTo>
                    <a:pt x="109294" y="217301"/>
                    <a:pt x="109155" y="218160"/>
                    <a:pt x="109013" y="219046"/>
                  </a:cubicBezTo>
                  <a:cubicBezTo>
                    <a:pt x="108276" y="219292"/>
                    <a:pt x="107540" y="219537"/>
                    <a:pt x="106781" y="219790"/>
                  </a:cubicBezTo>
                  <a:cubicBezTo>
                    <a:pt x="106260" y="220770"/>
                    <a:pt x="105763" y="221762"/>
                    <a:pt x="105292" y="222767"/>
                  </a:cubicBezTo>
                  <a:cubicBezTo>
                    <a:pt x="104801" y="223012"/>
                    <a:pt x="104310" y="223258"/>
                    <a:pt x="103804" y="223511"/>
                  </a:cubicBezTo>
                  <a:cubicBezTo>
                    <a:pt x="103712" y="223987"/>
                    <a:pt x="103620" y="224462"/>
                    <a:pt x="103525" y="224953"/>
                  </a:cubicBezTo>
                  <a:cubicBezTo>
                    <a:pt x="103372" y="225459"/>
                    <a:pt x="103218" y="225966"/>
                    <a:pt x="103060" y="226487"/>
                  </a:cubicBezTo>
                  <a:cubicBezTo>
                    <a:pt x="102080" y="227008"/>
                    <a:pt x="101088" y="227505"/>
                    <a:pt x="100083" y="227976"/>
                  </a:cubicBezTo>
                  <a:cubicBezTo>
                    <a:pt x="99838" y="228712"/>
                    <a:pt x="99592" y="229449"/>
                    <a:pt x="99339" y="230208"/>
                  </a:cubicBezTo>
                  <a:cubicBezTo>
                    <a:pt x="97060" y="230348"/>
                    <a:pt x="97060" y="230348"/>
                    <a:pt x="94875" y="230208"/>
                  </a:cubicBezTo>
                  <a:cubicBezTo>
                    <a:pt x="94875" y="231436"/>
                    <a:pt x="94875" y="232664"/>
                    <a:pt x="94875" y="233929"/>
                  </a:cubicBezTo>
                  <a:cubicBezTo>
                    <a:pt x="94153" y="234006"/>
                    <a:pt x="93432" y="234082"/>
                    <a:pt x="92689" y="234161"/>
                  </a:cubicBezTo>
                  <a:cubicBezTo>
                    <a:pt x="91561" y="234415"/>
                    <a:pt x="91561" y="234415"/>
                    <a:pt x="90410" y="234673"/>
                  </a:cubicBezTo>
                  <a:cubicBezTo>
                    <a:pt x="90164" y="235410"/>
                    <a:pt x="89919" y="236146"/>
                    <a:pt x="89666" y="236905"/>
                  </a:cubicBezTo>
                  <a:cubicBezTo>
                    <a:pt x="87965" y="237286"/>
                    <a:pt x="87965" y="237286"/>
                    <a:pt x="85898" y="237417"/>
                  </a:cubicBezTo>
                  <a:cubicBezTo>
                    <a:pt x="85214" y="237466"/>
                    <a:pt x="84530" y="237515"/>
                    <a:pt x="83826" y="237565"/>
                  </a:cubicBezTo>
                  <a:cubicBezTo>
                    <a:pt x="83297" y="237593"/>
                    <a:pt x="82769" y="237621"/>
                    <a:pt x="82224" y="237650"/>
                  </a:cubicBezTo>
                  <a:cubicBezTo>
                    <a:pt x="82224" y="238632"/>
                    <a:pt x="82224" y="239614"/>
                    <a:pt x="82224" y="240626"/>
                  </a:cubicBezTo>
                  <a:cubicBezTo>
                    <a:pt x="70437" y="240626"/>
                    <a:pt x="58650" y="240626"/>
                    <a:pt x="46505" y="240626"/>
                  </a:cubicBezTo>
                  <a:cubicBezTo>
                    <a:pt x="46505" y="239644"/>
                    <a:pt x="46505" y="238662"/>
                    <a:pt x="46505" y="237650"/>
                  </a:cubicBezTo>
                  <a:cubicBezTo>
                    <a:pt x="45977" y="237622"/>
                    <a:pt x="45448" y="237594"/>
                    <a:pt x="44904" y="237565"/>
                  </a:cubicBezTo>
                  <a:cubicBezTo>
                    <a:pt x="43878" y="237492"/>
                    <a:pt x="43878" y="237492"/>
                    <a:pt x="42831" y="237417"/>
                  </a:cubicBezTo>
                  <a:cubicBezTo>
                    <a:pt x="42149" y="237374"/>
                    <a:pt x="41467" y="237331"/>
                    <a:pt x="40764" y="237286"/>
                  </a:cubicBezTo>
                  <a:cubicBezTo>
                    <a:pt x="40203" y="237161"/>
                    <a:pt x="39642" y="237035"/>
                    <a:pt x="39064" y="236905"/>
                  </a:cubicBezTo>
                  <a:cubicBezTo>
                    <a:pt x="38696" y="235800"/>
                    <a:pt x="38696" y="235800"/>
                    <a:pt x="38320" y="234673"/>
                  </a:cubicBezTo>
                  <a:cubicBezTo>
                    <a:pt x="37460" y="234566"/>
                    <a:pt x="36601" y="234458"/>
                    <a:pt x="35715" y="234347"/>
                  </a:cubicBezTo>
                  <a:cubicBezTo>
                    <a:pt x="34856" y="234209"/>
                    <a:pt x="33996" y="234071"/>
                    <a:pt x="33111" y="233929"/>
                  </a:cubicBezTo>
                  <a:cubicBezTo>
                    <a:pt x="32553" y="232441"/>
                    <a:pt x="32553" y="232441"/>
                    <a:pt x="32367" y="230952"/>
                  </a:cubicBezTo>
                  <a:cubicBezTo>
                    <a:pt x="31630" y="230707"/>
                    <a:pt x="30893" y="230461"/>
                    <a:pt x="30134" y="230208"/>
                  </a:cubicBezTo>
                  <a:cubicBezTo>
                    <a:pt x="29889" y="229471"/>
                    <a:pt x="29643" y="228735"/>
                    <a:pt x="29390" y="227976"/>
                  </a:cubicBezTo>
                  <a:cubicBezTo>
                    <a:pt x="28653" y="227730"/>
                    <a:pt x="27917" y="227485"/>
                    <a:pt x="27158" y="227232"/>
                  </a:cubicBezTo>
                  <a:cubicBezTo>
                    <a:pt x="26912" y="226495"/>
                    <a:pt x="26667" y="225758"/>
                    <a:pt x="26414" y="224999"/>
                  </a:cubicBezTo>
                  <a:cubicBezTo>
                    <a:pt x="25677" y="224508"/>
                    <a:pt x="24940" y="224017"/>
                    <a:pt x="24181" y="223511"/>
                  </a:cubicBezTo>
                  <a:cubicBezTo>
                    <a:pt x="23912" y="222524"/>
                    <a:pt x="23662" y="221532"/>
                    <a:pt x="23437" y="220534"/>
                  </a:cubicBezTo>
                  <a:cubicBezTo>
                    <a:pt x="22946" y="220289"/>
                    <a:pt x="22455" y="220043"/>
                    <a:pt x="21949" y="219790"/>
                  </a:cubicBezTo>
                  <a:cubicBezTo>
                    <a:pt x="21841" y="219299"/>
                    <a:pt x="21734" y="218808"/>
                    <a:pt x="21623" y="218302"/>
                  </a:cubicBezTo>
                  <a:cubicBezTo>
                    <a:pt x="21485" y="217811"/>
                    <a:pt x="21347" y="217320"/>
                    <a:pt x="21205" y="216814"/>
                  </a:cubicBezTo>
                  <a:cubicBezTo>
                    <a:pt x="20468" y="216568"/>
                    <a:pt x="19731" y="216322"/>
                    <a:pt x="18972" y="216069"/>
                  </a:cubicBezTo>
                  <a:cubicBezTo>
                    <a:pt x="18624" y="214330"/>
                    <a:pt x="18598" y="212655"/>
                    <a:pt x="18530" y="210884"/>
                  </a:cubicBezTo>
                  <a:cubicBezTo>
                    <a:pt x="18431" y="210385"/>
                    <a:pt x="18331" y="209886"/>
                    <a:pt x="18228" y="209372"/>
                  </a:cubicBezTo>
                  <a:cubicBezTo>
                    <a:pt x="17491" y="209127"/>
                    <a:pt x="16755" y="208881"/>
                    <a:pt x="15996" y="208628"/>
                  </a:cubicBezTo>
                  <a:cubicBezTo>
                    <a:pt x="15667" y="207116"/>
                    <a:pt x="15667" y="207116"/>
                    <a:pt x="15577" y="205279"/>
                  </a:cubicBezTo>
                  <a:cubicBezTo>
                    <a:pt x="15514" y="203491"/>
                    <a:pt x="15514" y="203491"/>
                    <a:pt x="15251" y="201931"/>
                  </a:cubicBezTo>
                  <a:cubicBezTo>
                    <a:pt x="14760" y="201685"/>
                    <a:pt x="14269" y="201440"/>
                    <a:pt x="13763" y="201187"/>
                  </a:cubicBezTo>
                  <a:cubicBezTo>
                    <a:pt x="13538" y="199771"/>
                    <a:pt x="13538" y="199771"/>
                    <a:pt x="13481" y="197937"/>
                  </a:cubicBezTo>
                  <a:cubicBezTo>
                    <a:pt x="13456" y="197278"/>
                    <a:pt x="13430" y="196619"/>
                    <a:pt x="13404" y="195940"/>
                  </a:cubicBezTo>
                  <a:cubicBezTo>
                    <a:pt x="13385" y="195246"/>
                    <a:pt x="13365" y="194553"/>
                    <a:pt x="13345" y="193838"/>
                  </a:cubicBezTo>
                  <a:cubicBezTo>
                    <a:pt x="13300" y="192476"/>
                    <a:pt x="13253" y="191113"/>
                    <a:pt x="13202" y="189751"/>
                  </a:cubicBezTo>
                  <a:cubicBezTo>
                    <a:pt x="13184" y="189144"/>
                    <a:pt x="13167" y="188537"/>
                    <a:pt x="13148" y="187912"/>
                  </a:cubicBezTo>
                  <a:cubicBezTo>
                    <a:pt x="13073" y="186168"/>
                    <a:pt x="13073" y="186168"/>
                    <a:pt x="12275" y="184071"/>
                  </a:cubicBezTo>
                  <a:cubicBezTo>
                    <a:pt x="11784" y="183826"/>
                    <a:pt x="11293" y="183580"/>
                    <a:pt x="10787" y="183327"/>
                  </a:cubicBezTo>
                  <a:cubicBezTo>
                    <a:pt x="10606" y="181683"/>
                    <a:pt x="10606" y="181683"/>
                    <a:pt x="10615" y="179537"/>
                  </a:cubicBezTo>
                  <a:cubicBezTo>
                    <a:pt x="10617" y="178387"/>
                    <a:pt x="10617" y="178387"/>
                    <a:pt x="10619" y="177214"/>
                  </a:cubicBezTo>
                  <a:cubicBezTo>
                    <a:pt x="10629" y="176408"/>
                    <a:pt x="10638" y="175601"/>
                    <a:pt x="10647" y="174770"/>
                  </a:cubicBezTo>
                  <a:cubicBezTo>
                    <a:pt x="10648" y="173963"/>
                    <a:pt x="10648" y="173156"/>
                    <a:pt x="10649" y="172325"/>
                  </a:cubicBezTo>
                  <a:cubicBezTo>
                    <a:pt x="10682" y="166316"/>
                    <a:pt x="10682" y="166316"/>
                    <a:pt x="11531" y="165468"/>
                  </a:cubicBezTo>
                  <a:cubicBezTo>
                    <a:pt x="13651" y="165505"/>
                    <a:pt x="15762" y="165615"/>
                    <a:pt x="17879" y="165732"/>
                  </a:cubicBezTo>
                  <a:cubicBezTo>
                    <a:pt x="18789" y="165601"/>
                    <a:pt x="18789" y="165601"/>
                    <a:pt x="19716" y="165468"/>
                  </a:cubicBezTo>
                  <a:cubicBezTo>
                    <a:pt x="19799" y="164978"/>
                    <a:pt x="19881" y="164488"/>
                    <a:pt x="19966" y="163983"/>
                  </a:cubicBezTo>
                  <a:cubicBezTo>
                    <a:pt x="20129" y="163491"/>
                    <a:pt x="20292" y="162998"/>
                    <a:pt x="20460" y="162491"/>
                  </a:cubicBezTo>
                  <a:cubicBezTo>
                    <a:pt x="22104" y="162142"/>
                    <a:pt x="22104" y="162142"/>
                    <a:pt x="24251" y="162174"/>
                  </a:cubicBezTo>
                  <a:cubicBezTo>
                    <a:pt x="25017" y="162181"/>
                    <a:pt x="25784" y="162187"/>
                    <a:pt x="26573" y="162193"/>
                  </a:cubicBezTo>
                  <a:cubicBezTo>
                    <a:pt x="27380" y="162215"/>
                    <a:pt x="28187" y="162237"/>
                    <a:pt x="29018" y="162259"/>
                  </a:cubicBezTo>
                  <a:cubicBezTo>
                    <a:pt x="29825" y="162266"/>
                    <a:pt x="30632" y="162273"/>
                    <a:pt x="31463" y="162281"/>
                  </a:cubicBezTo>
                  <a:cubicBezTo>
                    <a:pt x="37451" y="162367"/>
                    <a:pt x="37451" y="162367"/>
                    <a:pt x="38320" y="163235"/>
                  </a:cubicBezTo>
                  <a:cubicBezTo>
                    <a:pt x="38374" y="165242"/>
                    <a:pt x="38389" y="167229"/>
                    <a:pt x="38366" y="169235"/>
                  </a:cubicBezTo>
                  <a:cubicBezTo>
                    <a:pt x="38363" y="169800"/>
                    <a:pt x="38360" y="170364"/>
                    <a:pt x="38356" y="170946"/>
                  </a:cubicBezTo>
                  <a:cubicBezTo>
                    <a:pt x="38347" y="172344"/>
                    <a:pt x="38334" y="173743"/>
                    <a:pt x="38320" y="175142"/>
                  </a:cubicBezTo>
                  <a:cubicBezTo>
                    <a:pt x="39057" y="175142"/>
                    <a:pt x="39793" y="175142"/>
                    <a:pt x="40552" y="175142"/>
                  </a:cubicBezTo>
                  <a:cubicBezTo>
                    <a:pt x="40563" y="175589"/>
                    <a:pt x="40574" y="176036"/>
                    <a:pt x="40585" y="176496"/>
                  </a:cubicBezTo>
                  <a:cubicBezTo>
                    <a:pt x="40640" y="178510"/>
                    <a:pt x="40712" y="180523"/>
                    <a:pt x="40785" y="182537"/>
                  </a:cubicBezTo>
                  <a:cubicBezTo>
                    <a:pt x="40810" y="183592"/>
                    <a:pt x="40810" y="183592"/>
                    <a:pt x="40836" y="184669"/>
                  </a:cubicBezTo>
                  <a:cubicBezTo>
                    <a:pt x="40862" y="185338"/>
                    <a:pt x="40888" y="186007"/>
                    <a:pt x="40916" y="186696"/>
                  </a:cubicBezTo>
                  <a:cubicBezTo>
                    <a:pt x="40935" y="187316"/>
                    <a:pt x="40955" y="187935"/>
                    <a:pt x="40975" y="188574"/>
                  </a:cubicBezTo>
                  <a:cubicBezTo>
                    <a:pt x="41081" y="189053"/>
                    <a:pt x="41187" y="189531"/>
                    <a:pt x="41296" y="190025"/>
                  </a:cubicBezTo>
                  <a:cubicBezTo>
                    <a:pt x="42033" y="190270"/>
                    <a:pt x="42770" y="190516"/>
                    <a:pt x="43529" y="190769"/>
                  </a:cubicBezTo>
                  <a:cubicBezTo>
                    <a:pt x="43653" y="192190"/>
                    <a:pt x="43778" y="193611"/>
                    <a:pt x="43898" y="195033"/>
                  </a:cubicBezTo>
                  <a:cubicBezTo>
                    <a:pt x="44771" y="198963"/>
                    <a:pt x="47714" y="201992"/>
                    <a:pt x="50970" y="204163"/>
                  </a:cubicBezTo>
                  <a:cubicBezTo>
                    <a:pt x="50970" y="204900"/>
                    <a:pt x="50970" y="205637"/>
                    <a:pt x="50970" y="206396"/>
                  </a:cubicBezTo>
                  <a:cubicBezTo>
                    <a:pt x="51499" y="206361"/>
                    <a:pt x="52027" y="206327"/>
                    <a:pt x="52572" y="206291"/>
                  </a:cubicBezTo>
                  <a:cubicBezTo>
                    <a:pt x="53256" y="206264"/>
                    <a:pt x="53940" y="206237"/>
                    <a:pt x="54644" y="206210"/>
                  </a:cubicBezTo>
                  <a:cubicBezTo>
                    <a:pt x="55326" y="206175"/>
                    <a:pt x="56008" y="206141"/>
                    <a:pt x="56711" y="206105"/>
                  </a:cubicBezTo>
                  <a:cubicBezTo>
                    <a:pt x="57553" y="206249"/>
                    <a:pt x="57553" y="206249"/>
                    <a:pt x="58412" y="206396"/>
                  </a:cubicBezTo>
                  <a:cubicBezTo>
                    <a:pt x="58511" y="206879"/>
                    <a:pt x="58611" y="207363"/>
                    <a:pt x="58714" y="207861"/>
                  </a:cubicBezTo>
                  <a:cubicBezTo>
                    <a:pt x="58860" y="208359"/>
                    <a:pt x="59006" y="208858"/>
                    <a:pt x="59156" y="209372"/>
                  </a:cubicBezTo>
                  <a:cubicBezTo>
                    <a:pt x="61412" y="209902"/>
                    <a:pt x="61412" y="209902"/>
                    <a:pt x="64039" y="209930"/>
                  </a:cubicBezTo>
                  <a:cubicBezTo>
                    <a:pt x="64930" y="209972"/>
                    <a:pt x="65821" y="210015"/>
                    <a:pt x="66740" y="210058"/>
                  </a:cubicBezTo>
                  <a:cubicBezTo>
                    <a:pt x="67429" y="210077"/>
                    <a:pt x="68119" y="210097"/>
                    <a:pt x="68830" y="210116"/>
                  </a:cubicBezTo>
                  <a:cubicBezTo>
                    <a:pt x="68830" y="208888"/>
                    <a:pt x="68830" y="207661"/>
                    <a:pt x="68830" y="206396"/>
                  </a:cubicBezTo>
                  <a:cubicBezTo>
                    <a:pt x="69412" y="206430"/>
                    <a:pt x="69994" y="206465"/>
                    <a:pt x="70594" y="206500"/>
                  </a:cubicBezTo>
                  <a:cubicBezTo>
                    <a:pt x="71347" y="206527"/>
                    <a:pt x="72100" y="206554"/>
                    <a:pt x="72876" y="206582"/>
                  </a:cubicBezTo>
                  <a:cubicBezTo>
                    <a:pt x="73627" y="206616"/>
                    <a:pt x="74378" y="206651"/>
                    <a:pt x="75152" y="206686"/>
                  </a:cubicBezTo>
                  <a:cubicBezTo>
                    <a:pt x="75767" y="206590"/>
                    <a:pt x="76382" y="206494"/>
                    <a:pt x="77015" y="206396"/>
                  </a:cubicBezTo>
                  <a:cubicBezTo>
                    <a:pt x="77570" y="204937"/>
                    <a:pt x="77570" y="204937"/>
                    <a:pt x="77759" y="203419"/>
                  </a:cubicBezTo>
                  <a:cubicBezTo>
                    <a:pt x="78389" y="203296"/>
                    <a:pt x="79018" y="203173"/>
                    <a:pt x="79666" y="203047"/>
                  </a:cubicBezTo>
                  <a:cubicBezTo>
                    <a:pt x="80265" y="202924"/>
                    <a:pt x="80863" y="202801"/>
                    <a:pt x="81480" y="202675"/>
                  </a:cubicBezTo>
                  <a:cubicBezTo>
                    <a:pt x="81480" y="201693"/>
                    <a:pt x="81480" y="200710"/>
                    <a:pt x="81480" y="199698"/>
                  </a:cubicBezTo>
                  <a:cubicBezTo>
                    <a:pt x="82217" y="199453"/>
                    <a:pt x="82953" y="199207"/>
                    <a:pt x="83712" y="198954"/>
                  </a:cubicBezTo>
                  <a:cubicBezTo>
                    <a:pt x="83966" y="197467"/>
                    <a:pt x="84213" y="195978"/>
                    <a:pt x="84457" y="194489"/>
                  </a:cubicBezTo>
                  <a:cubicBezTo>
                    <a:pt x="85193" y="193998"/>
                    <a:pt x="85930" y="193507"/>
                    <a:pt x="86689" y="193001"/>
                  </a:cubicBezTo>
                  <a:cubicBezTo>
                    <a:pt x="87042" y="191507"/>
                    <a:pt x="87042" y="191507"/>
                    <a:pt x="87017" y="189789"/>
                  </a:cubicBezTo>
                  <a:cubicBezTo>
                    <a:pt x="87047" y="188844"/>
                    <a:pt x="87047" y="188844"/>
                    <a:pt x="87077" y="187881"/>
                  </a:cubicBezTo>
                  <a:cubicBezTo>
                    <a:pt x="87092" y="186893"/>
                    <a:pt x="87092" y="186893"/>
                    <a:pt x="87108" y="185885"/>
                  </a:cubicBezTo>
                  <a:cubicBezTo>
                    <a:pt x="87133" y="184582"/>
                    <a:pt x="87165" y="183279"/>
                    <a:pt x="87203" y="181976"/>
                  </a:cubicBezTo>
                  <a:cubicBezTo>
                    <a:pt x="87213" y="181397"/>
                    <a:pt x="87222" y="180818"/>
                    <a:pt x="87231" y="180221"/>
                  </a:cubicBezTo>
                  <a:cubicBezTo>
                    <a:pt x="87298" y="179773"/>
                    <a:pt x="87364" y="179324"/>
                    <a:pt x="87433" y="178862"/>
                  </a:cubicBezTo>
                  <a:cubicBezTo>
                    <a:pt x="87924" y="178617"/>
                    <a:pt x="88415" y="178371"/>
                    <a:pt x="88921" y="178118"/>
                  </a:cubicBezTo>
                  <a:cubicBezTo>
                    <a:pt x="89078" y="175835"/>
                    <a:pt x="89133" y="173618"/>
                    <a:pt x="89129" y="171333"/>
                  </a:cubicBezTo>
                  <a:cubicBezTo>
                    <a:pt x="89133" y="170613"/>
                    <a:pt x="89137" y="169892"/>
                    <a:pt x="89142" y="169149"/>
                  </a:cubicBezTo>
                  <a:cubicBezTo>
                    <a:pt x="89154" y="166714"/>
                    <a:pt x="89156" y="164279"/>
                    <a:pt x="89159" y="161844"/>
                  </a:cubicBezTo>
                  <a:cubicBezTo>
                    <a:pt x="89166" y="160107"/>
                    <a:pt x="89173" y="158369"/>
                    <a:pt x="89181" y="156631"/>
                  </a:cubicBezTo>
                  <a:cubicBezTo>
                    <a:pt x="89202" y="151898"/>
                    <a:pt x="89213" y="147164"/>
                    <a:pt x="89223" y="142430"/>
                  </a:cubicBezTo>
                  <a:cubicBezTo>
                    <a:pt x="89233" y="137989"/>
                    <a:pt x="89250" y="133549"/>
                    <a:pt x="89267" y="129108"/>
                  </a:cubicBezTo>
                  <a:cubicBezTo>
                    <a:pt x="89301" y="120309"/>
                    <a:pt x="89328" y="111511"/>
                    <a:pt x="89352" y="102712"/>
                  </a:cubicBezTo>
                  <a:cubicBezTo>
                    <a:pt x="89374" y="94164"/>
                    <a:pt x="89400" y="85615"/>
                    <a:pt x="89429" y="77066"/>
                  </a:cubicBezTo>
                  <a:cubicBezTo>
                    <a:pt x="89431" y="76539"/>
                    <a:pt x="89433" y="76013"/>
                    <a:pt x="89435" y="75470"/>
                  </a:cubicBezTo>
                  <a:cubicBezTo>
                    <a:pt x="89444" y="72828"/>
                    <a:pt x="89453" y="70187"/>
                    <a:pt x="89463" y="67545"/>
                  </a:cubicBezTo>
                  <a:cubicBezTo>
                    <a:pt x="89540" y="45616"/>
                    <a:pt x="89606" y="23686"/>
                    <a:pt x="89666" y="1757"/>
                  </a:cubicBezTo>
                  <a:close/>
                </a:path>
              </a:pathLst>
            </a:custGeom>
            <a:grpFill/>
            <a:ln w="744" cap="flat">
              <a:noFill/>
              <a:prstDash val="solid"/>
              <a:miter/>
            </a:ln>
          </p:spPr>
          <p:txBody>
            <a:bodyPr rtlCol="0" anchor="ctr"/>
            <a:lstStyle/>
            <a:p>
              <a:endParaRPr lang="zh-CN" altLang="en-US"/>
            </a:p>
          </p:txBody>
        </p:sp>
        <p:sp>
          <p:nvSpPr>
            <p:cNvPr id="147" name="任意多边形: 形状 146"/>
            <p:cNvSpPr/>
            <p:nvPr/>
          </p:nvSpPr>
          <p:spPr>
            <a:xfrm>
              <a:off x="11321270" y="1392936"/>
              <a:ext cx="121099" cy="236009"/>
            </a:xfrm>
            <a:custGeom>
              <a:avLst/>
              <a:gdLst>
                <a:gd name="connsiteX0" fmla="*/ 15865 w 121099"/>
                <a:gd name="connsiteY0" fmla="*/ 1504 h 236009"/>
                <a:gd name="connsiteX1" fmla="*/ 43398 w 121099"/>
                <a:gd name="connsiteY1" fmla="*/ 1504 h 236009"/>
                <a:gd name="connsiteX2" fmla="*/ 43398 w 121099"/>
                <a:gd name="connsiteY2" fmla="*/ 206887 h 236009"/>
                <a:gd name="connsiteX3" fmla="*/ 44887 w 121099"/>
                <a:gd name="connsiteY3" fmla="*/ 206143 h 236009"/>
                <a:gd name="connsiteX4" fmla="*/ 48507 w 121099"/>
                <a:gd name="connsiteY4" fmla="*/ 206048 h 236009"/>
                <a:gd name="connsiteX5" fmla="*/ 50825 w 121099"/>
                <a:gd name="connsiteY5" fmla="*/ 206042 h 236009"/>
                <a:gd name="connsiteX6" fmla="*/ 53378 w 121099"/>
                <a:gd name="connsiteY6" fmla="*/ 206046 h 236009"/>
                <a:gd name="connsiteX7" fmla="*/ 56058 w 121099"/>
                <a:gd name="connsiteY7" fmla="*/ 206042 h 236009"/>
                <a:gd name="connsiteX8" fmla="*/ 63345 w 121099"/>
                <a:gd name="connsiteY8" fmla="*/ 206043 h 236009"/>
                <a:gd name="connsiteX9" fmla="*/ 70960 w 121099"/>
                <a:gd name="connsiteY9" fmla="*/ 206042 h 236009"/>
                <a:gd name="connsiteX10" fmla="*/ 83746 w 121099"/>
                <a:gd name="connsiteY10" fmla="*/ 206046 h 236009"/>
                <a:gd name="connsiteX11" fmla="*/ 98547 w 121099"/>
                <a:gd name="connsiteY11" fmla="*/ 206044 h 236009"/>
                <a:gd name="connsiteX12" fmla="*/ 111238 w 121099"/>
                <a:gd name="connsiteY12" fmla="*/ 206042 h 236009"/>
                <a:gd name="connsiteX13" fmla="*/ 118826 w 121099"/>
                <a:gd name="connsiteY13" fmla="*/ 206041 h 236009"/>
                <a:gd name="connsiteX14" fmla="*/ 127277 w 121099"/>
                <a:gd name="connsiteY14" fmla="*/ 206046 h 236009"/>
                <a:gd name="connsiteX15" fmla="*/ 129834 w 121099"/>
                <a:gd name="connsiteY15" fmla="*/ 206042 h 236009"/>
                <a:gd name="connsiteX16" fmla="*/ 132146 w 121099"/>
                <a:gd name="connsiteY16" fmla="*/ 206048 h 236009"/>
                <a:gd name="connsiteX17" fmla="*/ 134167 w 121099"/>
                <a:gd name="connsiteY17" fmla="*/ 206049 h 236009"/>
                <a:gd name="connsiteX18" fmla="*/ 136416 w 121099"/>
                <a:gd name="connsiteY18" fmla="*/ 206887 h 236009"/>
                <a:gd name="connsiteX19" fmla="*/ 136593 w 121099"/>
                <a:gd name="connsiteY19" fmla="*/ 213445 h 236009"/>
                <a:gd name="connsiteX20" fmla="*/ 136611 w 121099"/>
                <a:gd name="connsiteY20" fmla="*/ 215438 h 236009"/>
                <a:gd name="connsiteX21" fmla="*/ 136636 w 121099"/>
                <a:gd name="connsiteY21" fmla="*/ 219619 h 236009"/>
                <a:gd name="connsiteX22" fmla="*/ 136714 w 121099"/>
                <a:gd name="connsiteY22" fmla="*/ 226043 h 236009"/>
                <a:gd name="connsiteX23" fmla="*/ 136733 w 121099"/>
                <a:gd name="connsiteY23" fmla="*/ 230095 h 236009"/>
                <a:gd name="connsiteX24" fmla="*/ 136772 w 121099"/>
                <a:gd name="connsiteY24" fmla="*/ 232049 h 236009"/>
                <a:gd name="connsiteX25" fmla="*/ 136416 w 121099"/>
                <a:gd name="connsiteY25" fmla="*/ 236652 h 236009"/>
                <a:gd name="connsiteX26" fmla="*/ 128684 w 121099"/>
                <a:gd name="connsiteY26" fmla="*/ 237491 h 236009"/>
                <a:gd name="connsiteX27" fmla="*/ 125719 w 121099"/>
                <a:gd name="connsiteY27" fmla="*/ 237497 h 236009"/>
                <a:gd name="connsiteX28" fmla="*/ 122469 w 121099"/>
                <a:gd name="connsiteY28" fmla="*/ 237493 h 236009"/>
                <a:gd name="connsiteX29" fmla="*/ 119044 w 121099"/>
                <a:gd name="connsiteY29" fmla="*/ 237497 h 236009"/>
                <a:gd name="connsiteX30" fmla="*/ 109745 w 121099"/>
                <a:gd name="connsiteY30" fmla="*/ 237497 h 236009"/>
                <a:gd name="connsiteX31" fmla="*/ 100023 w 121099"/>
                <a:gd name="connsiteY31" fmla="*/ 237498 h 236009"/>
                <a:gd name="connsiteX32" fmla="*/ 83699 w 121099"/>
                <a:gd name="connsiteY32" fmla="*/ 237494 h 236009"/>
                <a:gd name="connsiteX33" fmla="*/ 64810 w 121099"/>
                <a:gd name="connsiteY33" fmla="*/ 237495 h 236009"/>
                <a:gd name="connsiteX34" fmla="*/ 48603 w 121099"/>
                <a:gd name="connsiteY34" fmla="*/ 237497 h 236009"/>
                <a:gd name="connsiteX35" fmla="*/ 38918 w 121099"/>
                <a:gd name="connsiteY35" fmla="*/ 237498 h 236009"/>
                <a:gd name="connsiteX36" fmla="*/ 29819 w 121099"/>
                <a:gd name="connsiteY36" fmla="*/ 237494 h 236009"/>
                <a:gd name="connsiteX37" fmla="*/ 26473 w 121099"/>
                <a:gd name="connsiteY37" fmla="*/ 237495 h 236009"/>
                <a:gd name="connsiteX38" fmla="*/ 21919 w 121099"/>
                <a:gd name="connsiteY38" fmla="*/ 237491 h 236009"/>
                <a:gd name="connsiteX39" fmla="*/ 19341 w 121099"/>
                <a:gd name="connsiteY39" fmla="*/ 237490 h 236009"/>
                <a:gd name="connsiteX40" fmla="*/ 15865 w 121099"/>
                <a:gd name="connsiteY40" fmla="*/ 236652 h 236009"/>
                <a:gd name="connsiteX41" fmla="*/ 15682 w 121099"/>
                <a:gd name="connsiteY41" fmla="*/ 232888 h 236009"/>
                <a:gd name="connsiteX42" fmla="*/ 15673 w 121099"/>
                <a:gd name="connsiteY42" fmla="*/ 230402 h 236009"/>
                <a:gd name="connsiteX43" fmla="*/ 15686 w 121099"/>
                <a:gd name="connsiteY43" fmla="*/ 227636 h 236009"/>
                <a:gd name="connsiteX44" fmla="*/ 15682 w 121099"/>
                <a:gd name="connsiteY44" fmla="*/ 224724 h 236009"/>
                <a:gd name="connsiteX45" fmla="*/ 15692 w 121099"/>
                <a:gd name="connsiteY45" fmla="*/ 216686 h 236009"/>
                <a:gd name="connsiteX46" fmla="*/ 15695 w 121099"/>
                <a:gd name="connsiteY46" fmla="*/ 208032 h 236009"/>
                <a:gd name="connsiteX47" fmla="*/ 15708 w 121099"/>
                <a:gd name="connsiteY47" fmla="*/ 193025 h 236009"/>
                <a:gd name="connsiteX48" fmla="*/ 15726 w 121099"/>
                <a:gd name="connsiteY48" fmla="*/ 171328 h 236009"/>
                <a:gd name="connsiteX49" fmla="*/ 15753 w 121099"/>
                <a:gd name="connsiteY49" fmla="*/ 136130 h 236009"/>
                <a:gd name="connsiteX50" fmla="*/ 15783 w 121099"/>
                <a:gd name="connsiteY50" fmla="*/ 101929 h 236009"/>
                <a:gd name="connsiteX51" fmla="*/ 15785 w 121099"/>
                <a:gd name="connsiteY51" fmla="*/ 99802 h 236009"/>
                <a:gd name="connsiteX52" fmla="*/ 15790 w 121099"/>
                <a:gd name="connsiteY52" fmla="*/ 89234 h 236009"/>
                <a:gd name="connsiteX53" fmla="*/ 15865 w 121099"/>
                <a:gd name="connsiteY53"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1099" h="236009">
                  <a:moveTo>
                    <a:pt x="15865" y="1504"/>
                  </a:moveTo>
                  <a:cubicBezTo>
                    <a:pt x="24951" y="1504"/>
                    <a:pt x="34037" y="1504"/>
                    <a:pt x="43398" y="1504"/>
                  </a:cubicBezTo>
                  <a:cubicBezTo>
                    <a:pt x="43398" y="69280"/>
                    <a:pt x="43398" y="137057"/>
                    <a:pt x="43398" y="206887"/>
                  </a:cubicBezTo>
                  <a:cubicBezTo>
                    <a:pt x="43889" y="206641"/>
                    <a:pt x="44381" y="206396"/>
                    <a:pt x="44887" y="206143"/>
                  </a:cubicBezTo>
                  <a:cubicBezTo>
                    <a:pt x="46092" y="206072"/>
                    <a:pt x="47300" y="206049"/>
                    <a:pt x="48507" y="206048"/>
                  </a:cubicBezTo>
                  <a:cubicBezTo>
                    <a:pt x="49272" y="206046"/>
                    <a:pt x="50037" y="206044"/>
                    <a:pt x="50825" y="206042"/>
                  </a:cubicBezTo>
                  <a:cubicBezTo>
                    <a:pt x="52088" y="206044"/>
                    <a:pt x="52088" y="206044"/>
                    <a:pt x="53378" y="206046"/>
                  </a:cubicBezTo>
                  <a:cubicBezTo>
                    <a:pt x="54262" y="206045"/>
                    <a:pt x="55147" y="206044"/>
                    <a:pt x="56058" y="206042"/>
                  </a:cubicBezTo>
                  <a:cubicBezTo>
                    <a:pt x="58487" y="206040"/>
                    <a:pt x="60916" y="206040"/>
                    <a:pt x="63345" y="206043"/>
                  </a:cubicBezTo>
                  <a:cubicBezTo>
                    <a:pt x="65883" y="206045"/>
                    <a:pt x="68421" y="206043"/>
                    <a:pt x="70960" y="206042"/>
                  </a:cubicBezTo>
                  <a:cubicBezTo>
                    <a:pt x="75222" y="206040"/>
                    <a:pt x="79484" y="206042"/>
                    <a:pt x="83746" y="206046"/>
                  </a:cubicBezTo>
                  <a:cubicBezTo>
                    <a:pt x="88679" y="206050"/>
                    <a:pt x="93613" y="206048"/>
                    <a:pt x="98547" y="206044"/>
                  </a:cubicBezTo>
                  <a:cubicBezTo>
                    <a:pt x="102777" y="206041"/>
                    <a:pt x="107008" y="206040"/>
                    <a:pt x="111238" y="206042"/>
                  </a:cubicBezTo>
                  <a:cubicBezTo>
                    <a:pt x="113767" y="206044"/>
                    <a:pt x="116296" y="206044"/>
                    <a:pt x="118826" y="206041"/>
                  </a:cubicBezTo>
                  <a:cubicBezTo>
                    <a:pt x="121643" y="206039"/>
                    <a:pt x="124460" y="206042"/>
                    <a:pt x="127277" y="206046"/>
                  </a:cubicBezTo>
                  <a:cubicBezTo>
                    <a:pt x="128121" y="206045"/>
                    <a:pt x="128965" y="206043"/>
                    <a:pt x="129834" y="206042"/>
                  </a:cubicBezTo>
                  <a:cubicBezTo>
                    <a:pt x="130597" y="206044"/>
                    <a:pt x="131360" y="206046"/>
                    <a:pt x="132146" y="206048"/>
                  </a:cubicBezTo>
                  <a:cubicBezTo>
                    <a:pt x="132813" y="206048"/>
                    <a:pt x="133479" y="206049"/>
                    <a:pt x="134167" y="206049"/>
                  </a:cubicBezTo>
                  <a:cubicBezTo>
                    <a:pt x="135672" y="206143"/>
                    <a:pt x="135672" y="206143"/>
                    <a:pt x="136416" y="206887"/>
                  </a:cubicBezTo>
                  <a:cubicBezTo>
                    <a:pt x="136519" y="209079"/>
                    <a:pt x="136575" y="211252"/>
                    <a:pt x="136593" y="213445"/>
                  </a:cubicBezTo>
                  <a:cubicBezTo>
                    <a:pt x="136602" y="214431"/>
                    <a:pt x="136602" y="214431"/>
                    <a:pt x="136611" y="215438"/>
                  </a:cubicBezTo>
                  <a:cubicBezTo>
                    <a:pt x="136622" y="216832"/>
                    <a:pt x="136630" y="218226"/>
                    <a:pt x="136636" y="219619"/>
                  </a:cubicBezTo>
                  <a:cubicBezTo>
                    <a:pt x="136648" y="221761"/>
                    <a:pt x="136681" y="223901"/>
                    <a:pt x="136714" y="226043"/>
                  </a:cubicBezTo>
                  <a:cubicBezTo>
                    <a:pt x="136721" y="227393"/>
                    <a:pt x="136728" y="228744"/>
                    <a:pt x="136733" y="230095"/>
                  </a:cubicBezTo>
                  <a:cubicBezTo>
                    <a:pt x="136746" y="230740"/>
                    <a:pt x="136759" y="231384"/>
                    <a:pt x="136772" y="232049"/>
                  </a:cubicBezTo>
                  <a:cubicBezTo>
                    <a:pt x="136766" y="233847"/>
                    <a:pt x="136766" y="233847"/>
                    <a:pt x="136416" y="236652"/>
                  </a:cubicBezTo>
                  <a:cubicBezTo>
                    <a:pt x="133998" y="237732"/>
                    <a:pt x="131290" y="237490"/>
                    <a:pt x="128684" y="237491"/>
                  </a:cubicBezTo>
                  <a:cubicBezTo>
                    <a:pt x="127706" y="237493"/>
                    <a:pt x="126727" y="237495"/>
                    <a:pt x="125719" y="237497"/>
                  </a:cubicBezTo>
                  <a:cubicBezTo>
                    <a:pt x="124635" y="237496"/>
                    <a:pt x="123552" y="237494"/>
                    <a:pt x="122469" y="237493"/>
                  </a:cubicBezTo>
                  <a:cubicBezTo>
                    <a:pt x="121327" y="237494"/>
                    <a:pt x="120185" y="237495"/>
                    <a:pt x="119044" y="237497"/>
                  </a:cubicBezTo>
                  <a:cubicBezTo>
                    <a:pt x="115944" y="237500"/>
                    <a:pt x="112845" y="237499"/>
                    <a:pt x="109745" y="237497"/>
                  </a:cubicBezTo>
                  <a:cubicBezTo>
                    <a:pt x="106504" y="237495"/>
                    <a:pt x="103264" y="237496"/>
                    <a:pt x="100023" y="237498"/>
                  </a:cubicBezTo>
                  <a:cubicBezTo>
                    <a:pt x="94581" y="237499"/>
                    <a:pt x="89140" y="237497"/>
                    <a:pt x="83699" y="237494"/>
                  </a:cubicBezTo>
                  <a:cubicBezTo>
                    <a:pt x="77403" y="237490"/>
                    <a:pt x="71106" y="237491"/>
                    <a:pt x="64810" y="237495"/>
                  </a:cubicBezTo>
                  <a:cubicBezTo>
                    <a:pt x="59407" y="237498"/>
                    <a:pt x="54005" y="237499"/>
                    <a:pt x="48603" y="237497"/>
                  </a:cubicBezTo>
                  <a:cubicBezTo>
                    <a:pt x="45375" y="237496"/>
                    <a:pt x="42147" y="237496"/>
                    <a:pt x="38918" y="237498"/>
                  </a:cubicBezTo>
                  <a:cubicBezTo>
                    <a:pt x="35885" y="237500"/>
                    <a:pt x="32852" y="237499"/>
                    <a:pt x="29819" y="237494"/>
                  </a:cubicBezTo>
                  <a:cubicBezTo>
                    <a:pt x="28704" y="237493"/>
                    <a:pt x="27588" y="237494"/>
                    <a:pt x="26473" y="237495"/>
                  </a:cubicBezTo>
                  <a:cubicBezTo>
                    <a:pt x="24955" y="237497"/>
                    <a:pt x="23437" y="237494"/>
                    <a:pt x="21919" y="237491"/>
                  </a:cubicBezTo>
                  <a:cubicBezTo>
                    <a:pt x="21069" y="237491"/>
                    <a:pt x="20218" y="237490"/>
                    <a:pt x="19341" y="237490"/>
                  </a:cubicBezTo>
                  <a:cubicBezTo>
                    <a:pt x="17353" y="237397"/>
                    <a:pt x="17353" y="237397"/>
                    <a:pt x="15865" y="236652"/>
                  </a:cubicBezTo>
                  <a:cubicBezTo>
                    <a:pt x="15680" y="235052"/>
                    <a:pt x="15680" y="235052"/>
                    <a:pt x="15682" y="232888"/>
                  </a:cubicBezTo>
                  <a:cubicBezTo>
                    <a:pt x="15679" y="232068"/>
                    <a:pt x="15676" y="231247"/>
                    <a:pt x="15673" y="230402"/>
                  </a:cubicBezTo>
                  <a:cubicBezTo>
                    <a:pt x="15677" y="229489"/>
                    <a:pt x="15682" y="228576"/>
                    <a:pt x="15686" y="227636"/>
                  </a:cubicBezTo>
                  <a:cubicBezTo>
                    <a:pt x="15685" y="226675"/>
                    <a:pt x="15684" y="225714"/>
                    <a:pt x="15682" y="224724"/>
                  </a:cubicBezTo>
                  <a:cubicBezTo>
                    <a:pt x="15679" y="222045"/>
                    <a:pt x="15685" y="219365"/>
                    <a:pt x="15692" y="216686"/>
                  </a:cubicBezTo>
                  <a:cubicBezTo>
                    <a:pt x="15699" y="213801"/>
                    <a:pt x="15697" y="210916"/>
                    <a:pt x="15695" y="208032"/>
                  </a:cubicBezTo>
                  <a:cubicBezTo>
                    <a:pt x="15695" y="203029"/>
                    <a:pt x="15699" y="198027"/>
                    <a:pt x="15708" y="193025"/>
                  </a:cubicBezTo>
                  <a:cubicBezTo>
                    <a:pt x="15720" y="185793"/>
                    <a:pt x="15724" y="178561"/>
                    <a:pt x="15726" y="171328"/>
                  </a:cubicBezTo>
                  <a:cubicBezTo>
                    <a:pt x="15729" y="159595"/>
                    <a:pt x="15739" y="147863"/>
                    <a:pt x="15753" y="136130"/>
                  </a:cubicBezTo>
                  <a:cubicBezTo>
                    <a:pt x="15766" y="124730"/>
                    <a:pt x="15777" y="113330"/>
                    <a:pt x="15783" y="101929"/>
                  </a:cubicBezTo>
                  <a:cubicBezTo>
                    <a:pt x="15784" y="100876"/>
                    <a:pt x="15784" y="100876"/>
                    <a:pt x="15785" y="99802"/>
                  </a:cubicBezTo>
                  <a:cubicBezTo>
                    <a:pt x="15786" y="96279"/>
                    <a:pt x="15788" y="92756"/>
                    <a:pt x="15790" y="89234"/>
                  </a:cubicBezTo>
                  <a:cubicBezTo>
                    <a:pt x="15806" y="59991"/>
                    <a:pt x="15832" y="30747"/>
                    <a:pt x="15865" y="1504"/>
                  </a:cubicBezTo>
                  <a:close/>
                </a:path>
              </a:pathLst>
            </a:custGeom>
            <a:grpFill/>
            <a:ln w="744" cap="flat">
              <a:noFill/>
              <a:prstDash val="solid"/>
              <a:miter/>
            </a:ln>
          </p:spPr>
          <p:txBody>
            <a:bodyPr rtlCol="0" anchor="ctr"/>
            <a:lstStyle/>
            <a:p>
              <a:endParaRPr lang="zh-CN" altLang="en-US"/>
            </a:p>
          </p:txBody>
        </p:sp>
        <p:sp>
          <p:nvSpPr>
            <p:cNvPr id="148" name="任意多边形: 形状 147"/>
            <p:cNvSpPr/>
            <p:nvPr/>
          </p:nvSpPr>
          <p:spPr>
            <a:xfrm>
              <a:off x="6377200" y="1392936"/>
              <a:ext cx="121099" cy="236009"/>
            </a:xfrm>
            <a:custGeom>
              <a:avLst/>
              <a:gdLst>
                <a:gd name="connsiteX0" fmla="*/ 9221 w 121099"/>
                <a:gd name="connsiteY0" fmla="*/ 1504 h 236009"/>
                <a:gd name="connsiteX1" fmla="*/ 36754 w 121099"/>
                <a:gd name="connsiteY1" fmla="*/ 1504 h 236009"/>
                <a:gd name="connsiteX2" fmla="*/ 36754 w 121099"/>
                <a:gd name="connsiteY2" fmla="*/ 206887 h 236009"/>
                <a:gd name="connsiteX3" fmla="*/ 38987 w 121099"/>
                <a:gd name="connsiteY3" fmla="*/ 206143 h 236009"/>
                <a:gd name="connsiteX4" fmla="*/ 42668 w 121099"/>
                <a:gd name="connsiteY4" fmla="*/ 206048 h 236009"/>
                <a:gd name="connsiteX5" fmla="*/ 44970 w 121099"/>
                <a:gd name="connsiteY5" fmla="*/ 206042 h 236009"/>
                <a:gd name="connsiteX6" fmla="*/ 47494 w 121099"/>
                <a:gd name="connsiteY6" fmla="*/ 206046 h 236009"/>
                <a:gd name="connsiteX7" fmla="*/ 50152 w 121099"/>
                <a:gd name="connsiteY7" fmla="*/ 206042 h 236009"/>
                <a:gd name="connsiteX8" fmla="*/ 57370 w 121099"/>
                <a:gd name="connsiteY8" fmla="*/ 206043 h 236009"/>
                <a:gd name="connsiteX9" fmla="*/ 64916 w 121099"/>
                <a:gd name="connsiteY9" fmla="*/ 206042 h 236009"/>
                <a:gd name="connsiteX10" fmla="*/ 77584 w 121099"/>
                <a:gd name="connsiteY10" fmla="*/ 206046 h 236009"/>
                <a:gd name="connsiteX11" fmla="*/ 92247 w 121099"/>
                <a:gd name="connsiteY11" fmla="*/ 206044 h 236009"/>
                <a:gd name="connsiteX12" fmla="*/ 104825 w 121099"/>
                <a:gd name="connsiteY12" fmla="*/ 206042 h 236009"/>
                <a:gd name="connsiteX13" fmla="*/ 112342 w 121099"/>
                <a:gd name="connsiteY13" fmla="*/ 206041 h 236009"/>
                <a:gd name="connsiteX14" fmla="*/ 120713 w 121099"/>
                <a:gd name="connsiteY14" fmla="*/ 206046 h 236009"/>
                <a:gd name="connsiteX15" fmla="*/ 123246 w 121099"/>
                <a:gd name="connsiteY15" fmla="*/ 206042 h 236009"/>
                <a:gd name="connsiteX16" fmla="*/ 125535 w 121099"/>
                <a:gd name="connsiteY16" fmla="*/ 206048 h 236009"/>
                <a:gd name="connsiteX17" fmla="*/ 127536 w 121099"/>
                <a:gd name="connsiteY17" fmla="*/ 206049 h 236009"/>
                <a:gd name="connsiteX18" fmla="*/ 129772 w 121099"/>
                <a:gd name="connsiteY18" fmla="*/ 206887 h 236009"/>
                <a:gd name="connsiteX19" fmla="*/ 129949 w 121099"/>
                <a:gd name="connsiteY19" fmla="*/ 213445 h 236009"/>
                <a:gd name="connsiteX20" fmla="*/ 129967 w 121099"/>
                <a:gd name="connsiteY20" fmla="*/ 215438 h 236009"/>
                <a:gd name="connsiteX21" fmla="*/ 129992 w 121099"/>
                <a:gd name="connsiteY21" fmla="*/ 219619 h 236009"/>
                <a:gd name="connsiteX22" fmla="*/ 130070 w 121099"/>
                <a:gd name="connsiteY22" fmla="*/ 226043 h 236009"/>
                <a:gd name="connsiteX23" fmla="*/ 130089 w 121099"/>
                <a:gd name="connsiteY23" fmla="*/ 230095 h 236009"/>
                <a:gd name="connsiteX24" fmla="*/ 130128 w 121099"/>
                <a:gd name="connsiteY24" fmla="*/ 232049 h 236009"/>
                <a:gd name="connsiteX25" fmla="*/ 129772 w 121099"/>
                <a:gd name="connsiteY25" fmla="*/ 236652 h 236009"/>
                <a:gd name="connsiteX26" fmla="*/ 122040 w 121099"/>
                <a:gd name="connsiteY26" fmla="*/ 237491 h 236009"/>
                <a:gd name="connsiteX27" fmla="*/ 119075 w 121099"/>
                <a:gd name="connsiteY27" fmla="*/ 237497 h 236009"/>
                <a:gd name="connsiteX28" fmla="*/ 115825 w 121099"/>
                <a:gd name="connsiteY28" fmla="*/ 237493 h 236009"/>
                <a:gd name="connsiteX29" fmla="*/ 112400 w 121099"/>
                <a:gd name="connsiteY29" fmla="*/ 237497 h 236009"/>
                <a:gd name="connsiteX30" fmla="*/ 103101 w 121099"/>
                <a:gd name="connsiteY30" fmla="*/ 237497 h 236009"/>
                <a:gd name="connsiteX31" fmla="*/ 93379 w 121099"/>
                <a:gd name="connsiteY31" fmla="*/ 237498 h 236009"/>
                <a:gd name="connsiteX32" fmla="*/ 77055 w 121099"/>
                <a:gd name="connsiteY32" fmla="*/ 237494 h 236009"/>
                <a:gd name="connsiteX33" fmla="*/ 58166 w 121099"/>
                <a:gd name="connsiteY33" fmla="*/ 237495 h 236009"/>
                <a:gd name="connsiteX34" fmla="*/ 41959 w 121099"/>
                <a:gd name="connsiteY34" fmla="*/ 237497 h 236009"/>
                <a:gd name="connsiteX35" fmla="*/ 32274 w 121099"/>
                <a:gd name="connsiteY35" fmla="*/ 237498 h 236009"/>
                <a:gd name="connsiteX36" fmla="*/ 23175 w 121099"/>
                <a:gd name="connsiteY36" fmla="*/ 237494 h 236009"/>
                <a:gd name="connsiteX37" fmla="*/ 19829 w 121099"/>
                <a:gd name="connsiteY37" fmla="*/ 237495 h 236009"/>
                <a:gd name="connsiteX38" fmla="*/ 15275 w 121099"/>
                <a:gd name="connsiteY38" fmla="*/ 237491 h 236009"/>
                <a:gd name="connsiteX39" fmla="*/ 12697 w 121099"/>
                <a:gd name="connsiteY39" fmla="*/ 237490 h 236009"/>
                <a:gd name="connsiteX40" fmla="*/ 9221 w 121099"/>
                <a:gd name="connsiteY40" fmla="*/ 236652 h 236009"/>
                <a:gd name="connsiteX41" fmla="*/ 9038 w 121099"/>
                <a:gd name="connsiteY41" fmla="*/ 232888 h 236009"/>
                <a:gd name="connsiteX42" fmla="*/ 9029 w 121099"/>
                <a:gd name="connsiteY42" fmla="*/ 230402 h 236009"/>
                <a:gd name="connsiteX43" fmla="*/ 9042 w 121099"/>
                <a:gd name="connsiteY43" fmla="*/ 227636 h 236009"/>
                <a:gd name="connsiteX44" fmla="*/ 9038 w 121099"/>
                <a:gd name="connsiteY44" fmla="*/ 224724 h 236009"/>
                <a:gd name="connsiteX45" fmla="*/ 9048 w 121099"/>
                <a:gd name="connsiteY45" fmla="*/ 216686 h 236009"/>
                <a:gd name="connsiteX46" fmla="*/ 9051 w 121099"/>
                <a:gd name="connsiteY46" fmla="*/ 208032 h 236009"/>
                <a:gd name="connsiteX47" fmla="*/ 9064 w 121099"/>
                <a:gd name="connsiteY47" fmla="*/ 193025 h 236009"/>
                <a:gd name="connsiteX48" fmla="*/ 9082 w 121099"/>
                <a:gd name="connsiteY48" fmla="*/ 171328 h 236009"/>
                <a:gd name="connsiteX49" fmla="*/ 9109 w 121099"/>
                <a:gd name="connsiteY49" fmla="*/ 136130 h 236009"/>
                <a:gd name="connsiteX50" fmla="*/ 9139 w 121099"/>
                <a:gd name="connsiteY50" fmla="*/ 101929 h 236009"/>
                <a:gd name="connsiteX51" fmla="*/ 9141 w 121099"/>
                <a:gd name="connsiteY51" fmla="*/ 99802 h 236009"/>
                <a:gd name="connsiteX52" fmla="*/ 9146 w 121099"/>
                <a:gd name="connsiteY52" fmla="*/ 89234 h 236009"/>
                <a:gd name="connsiteX53" fmla="*/ 9221 w 121099"/>
                <a:gd name="connsiteY53"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1099" h="236009">
                  <a:moveTo>
                    <a:pt x="9221" y="1504"/>
                  </a:moveTo>
                  <a:cubicBezTo>
                    <a:pt x="18307" y="1504"/>
                    <a:pt x="27393" y="1504"/>
                    <a:pt x="36754" y="1504"/>
                  </a:cubicBezTo>
                  <a:cubicBezTo>
                    <a:pt x="36754" y="69280"/>
                    <a:pt x="36754" y="137057"/>
                    <a:pt x="36754" y="206887"/>
                  </a:cubicBezTo>
                  <a:cubicBezTo>
                    <a:pt x="37491" y="206641"/>
                    <a:pt x="38228" y="206396"/>
                    <a:pt x="38987" y="206143"/>
                  </a:cubicBezTo>
                  <a:cubicBezTo>
                    <a:pt x="40212" y="206074"/>
                    <a:pt x="41441" y="206049"/>
                    <a:pt x="42668" y="206048"/>
                  </a:cubicBezTo>
                  <a:cubicBezTo>
                    <a:pt x="43428" y="206046"/>
                    <a:pt x="44188" y="206044"/>
                    <a:pt x="44970" y="206042"/>
                  </a:cubicBezTo>
                  <a:cubicBezTo>
                    <a:pt x="45803" y="206043"/>
                    <a:pt x="46636" y="206045"/>
                    <a:pt x="47494" y="206046"/>
                  </a:cubicBezTo>
                  <a:cubicBezTo>
                    <a:pt x="48371" y="206045"/>
                    <a:pt x="49249" y="206044"/>
                    <a:pt x="50152" y="206042"/>
                  </a:cubicBezTo>
                  <a:cubicBezTo>
                    <a:pt x="52558" y="206040"/>
                    <a:pt x="54964" y="206040"/>
                    <a:pt x="57370" y="206043"/>
                  </a:cubicBezTo>
                  <a:cubicBezTo>
                    <a:pt x="59886" y="206045"/>
                    <a:pt x="62401" y="206043"/>
                    <a:pt x="64916" y="206042"/>
                  </a:cubicBezTo>
                  <a:cubicBezTo>
                    <a:pt x="69139" y="206040"/>
                    <a:pt x="73361" y="206042"/>
                    <a:pt x="77584" y="206046"/>
                  </a:cubicBezTo>
                  <a:cubicBezTo>
                    <a:pt x="82472" y="206050"/>
                    <a:pt x="87359" y="206048"/>
                    <a:pt x="92247" y="206044"/>
                  </a:cubicBezTo>
                  <a:cubicBezTo>
                    <a:pt x="96440" y="206041"/>
                    <a:pt x="100632" y="206040"/>
                    <a:pt x="104825" y="206042"/>
                  </a:cubicBezTo>
                  <a:cubicBezTo>
                    <a:pt x="107330" y="206044"/>
                    <a:pt x="109836" y="206044"/>
                    <a:pt x="112342" y="206041"/>
                  </a:cubicBezTo>
                  <a:cubicBezTo>
                    <a:pt x="115132" y="206039"/>
                    <a:pt x="117923" y="206042"/>
                    <a:pt x="120713" y="206046"/>
                  </a:cubicBezTo>
                  <a:cubicBezTo>
                    <a:pt x="121549" y="206045"/>
                    <a:pt x="122385" y="206043"/>
                    <a:pt x="123246" y="206042"/>
                  </a:cubicBezTo>
                  <a:cubicBezTo>
                    <a:pt x="124001" y="206044"/>
                    <a:pt x="124757" y="206046"/>
                    <a:pt x="125535" y="206048"/>
                  </a:cubicBezTo>
                  <a:cubicBezTo>
                    <a:pt x="126195" y="206048"/>
                    <a:pt x="126856" y="206049"/>
                    <a:pt x="127536" y="206049"/>
                  </a:cubicBezTo>
                  <a:cubicBezTo>
                    <a:pt x="129028" y="206143"/>
                    <a:pt x="129028" y="206143"/>
                    <a:pt x="129772" y="206887"/>
                  </a:cubicBezTo>
                  <a:cubicBezTo>
                    <a:pt x="129875" y="209079"/>
                    <a:pt x="129931" y="211252"/>
                    <a:pt x="129949" y="213445"/>
                  </a:cubicBezTo>
                  <a:cubicBezTo>
                    <a:pt x="129958" y="214431"/>
                    <a:pt x="129958" y="214431"/>
                    <a:pt x="129967" y="215438"/>
                  </a:cubicBezTo>
                  <a:cubicBezTo>
                    <a:pt x="129978" y="216832"/>
                    <a:pt x="129986" y="218226"/>
                    <a:pt x="129992" y="219619"/>
                  </a:cubicBezTo>
                  <a:cubicBezTo>
                    <a:pt x="130004" y="221761"/>
                    <a:pt x="130037" y="223901"/>
                    <a:pt x="130070" y="226043"/>
                  </a:cubicBezTo>
                  <a:cubicBezTo>
                    <a:pt x="130077" y="227393"/>
                    <a:pt x="130084" y="228744"/>
                    <a:pt x="130089" y="230095"/>
                  </a:cubicBezTo>
                  <a:cubicBezTo>
                    <a:pt x="130102" y="230740"/>
                    <a:pt x="130115" y="231384"/>
                    <a:pt x="130128" y="232049"/>
                  </a:cubicBezTo>
                  <a:cubicBezTo>
                    <a:pt x="130122" y="233847"/>
                    <a:pt x="130122" y="233847"/>
                    <a:pt x="129772" y="236652"/>
                  </a:cubicBezTo>
                  <a:cubicBezTo>
                    <a:pt x="127354" y="237732"/>
                    <a:pt x="124646" y="237490"/>
                    <a:pt x="122040" y="237491"/>
                  </a:cubicBezTo>
                  <a:cubicBezTo>
                    <a:pt x="121062" y="237493"/>
                    <a:pt x="120083" y="237495"/>
                    <a:pt x="119075" y="237497"/>
                  </a:cubicBezTo>
                  <a:cubicBezTo>
                    <a:pt x="117991" y="237496"/>
                    <a:pt x="116908" y="237494"/>
                    <a:pt x="115825" y="237493"/>
                  </a:cubicBezTo>
                  <a:cubicBezTo>
                    <a:pt x="114683" y="237494"/>
                    <a:pt x="113541" y="237495"/>
                    <a:pt x="112400" y="237497"/>
                  </a:cubicBezTo>
                  <a:cubicBezTo>
                    <a:pt x="109300" y="237500"/>
                    <a:pt x="106201" y="237499"/>
                    <a:pt x="103101" y="237497"/>
                  </a:cubicBezTo>
                  <a:cubicBezTo>
                    <a:pt x="99860" y="237495"/>
                    <a:pt x="96620" y="237496"/>
                    <a:pt x="93379" y="237498"/>
                  </a:cubicBezTo>
                  <a:cubicBezTo>
                    <a:pt x="87937" y="237499"/>
                    <a:pt x="82496" y="237497"/>
                    <a:pt x="77055" y="237494"/>
                  </a:cubicBezTo>
                  <a:cubicBezTo>
                    <a:pt x="70759" y="237490"/>
                    <a:pt x="64462" y="237491"/>
                    <a:pt x="58166" y="237495"/>
                  </a:cubicBezTo>
                  <a:cubicBezTo>
                    <a:pt x="52763" y="237498"/>
                    <a:pt x="47361" y="237499"/>
                    <a:pt x="41959" y="237497"/>
                  </a:cubicBezTo>
                  <a:cubicBezTo>
                    <a:pt x="38731" y="237496"/>
                    <a:pt x="35503" y="237496"/>
                    <a:pt x="32274" y="237498"/>
                  </a:cubicBezTo>
                  <a:cubicBezTo>
                    <a:pt x="29241" y="237500"/>
                    <a:pt x="26208" y="237499"/>
                    <a:pt x="23175" y="237494"/>
                  </a:cubicBezTo>
                  <a:cubicBezTo>
                    <a:pt x="22060" y="237493"/>
                    <a:pt x="20944" y="237494"/>
                    <a:pt x="19829" y="237495"/>
                  </a:cubicBezTo>
                  <a:cubicBezTo>
                    <a:pt x="18311" y="237497"/>
                    <a:pt x="16793" y="237494"/>
                    <a:pt x="15275" y="237491"/>
                  </a:cubicBezTo>
                  <a:cubicBezTo>
                    <a:pt x="14425" y="237491"/>
                    <a:pt x="13574" y="237490"/>
                    <a:pt x="12697" y="237490"/>
                  </a:cubicBezTo>
                  <a:cubicBezTo>
                    <a:pt x="10709" y="237397"/>
                    <a:pt x="10709" y="237397"/>
                    <a:pt x="9221" y="236652"/>
                  </a:cubicBezTo>
                  <a:cubicBezTo>
                    <a:pt x="9036" y="235052"/>
                    <a:pt x="9036" y="235052"/>
                    <a:pt x="9038" y="232888"/>
                  </a:cubicBezTo>
                  <a:cubicBezTo>
                    <a:pt x="9035" y="232068"/>
                    <a:pt x="9032" y="231247"/>
                    <a:pt x="9029" y="230402"/>
                  </a:cubicBezTo>
                  <a:cubicBezTo>
                    <a:pt x="9033" y="229489"/>
                    <a:pt x="9038" y="228576"/>
                    <a:pt x="9042" y="227636"/>
                  </a:cubicBezTo>
                  <a:cubicBezTo>
                    <a:pt x="9041" y="226675"/>
                    <a:pt x="9040" y="225714"/>
                    <a:pt x="9038" y="224724"/>
                  </a:cubicBezTo>
                  <a:cubicBezTo>
                    <a:pt x="9035" y="222045"/>
                    <a:pt x="9041" y="219365"/>
                    <a:pt x="9048" y="216686"/>
                  </a:cubicBezTo>
                  <a:cubicBezTo>
                    <a:pt x="9055" y="213801"/>
                    <a:pt x="9053" y="210916"/>
                    <a:pt x="9051" y="208032"/>
                  </a:cubicBezTo>
                  <a:cubicBezTo>
                    <a:pt x="9051" y="203029"/>
                    <a:pt x="9055" y="198027"/>
                    <a:pt x="9064" y="193025"/>
                  </a:cubicBezTo>
                  <a:cubicBezTo>
                    <a:pt x="9076" y="185793"/>
                    <a:pt x="9080" y="178561"/>
                    <a:pt x="9082" y="171328"/>
                  </a:cubicBezTo>
                  <a:cubicBezTo>
                    <a:pt x="9085" y="159595"/>
                    <a:pt x="9095" y="147863"/>
                    <a:pt x="9109" y="136130"/>
                  </a:cubicBezTo>
                  <a:cubicBezTo>
                    <a:pt x="9122" y="124730"/>
                    <a:pt x="9133" y="113330"/>
                    <a:pt x="9139" y="101929"/>
                  </a:cubicBezTo>
                  <a:cubicBezTo>
                    <a:pt x="9140" y="100876"/>
                    <a:pt x="9140" y="100876"/>
                    <a:pt x="9141" y="99802"/>
                  </a:cubicBezTo>
                  <a:cubicBezTo>
                    <a:pt x="9142" y="96279"/>
                    <a:pt x="9144" y="92756"/>
                    <a:pt x="9146" y="89234"/>
                  </a:cubicBezTo>
                  <a:cubicBezTo>
                    <a:pt x="9162" y="59991"/>
                    <a:pt x="9188" y="30747"/>
                    <a:pt x="9221" y="1504"/>
                  </a:cubicBezTo>
                  <a:close/>
                </a:path>
              </a:pathLst>
            </a:custGeom>
            <a:grpFill/>
            <a:ln w="744" cap="flat">
              <a:noFill/>
              <a:prstDash val="solid"/>
              <a:miter/>
            </a:ln>
          </p:spPr>
          <p:txBody>
            <a:bodyPr rtlCol="0" anchor="ctr"/>
            <a:lstStyle/>
            <a:p>
              <a:endParaRPr lang="zh-CN" altLang="en-US"/>
            </a:p>
          </p:txBody>
        </p:sp>
        <p:sp>
          <p:nvSpPr>
            <p:cNvPr id="149" name="任意多边形: 形状 148"/>
            <p:cNvSpPr/>
            <p:nvPr/>
          </p:nvSpPr>
          <p:spPr>
            <a:xfrm>
              <a:off x="9252559" y="1392936"/>
              <a:ext cx="121099" cy="236009"/>
            </a:xfrm>
            <a:custGeom>
              <a:avLst/>
              <a:gdLst>
                <a:gd name="connsiteX0" fmla="*/ 13085 w 121099"/>
                <a:gd name="connsiteY0" fmla="*/ 1504 h 236009"/>
                <a:gd name="connsiteX1" fmla="*/ 40618 w 121099"/>
                <a:gd name="connsiteY1" fmla="*/ 1504 h 236009"/>
                <a:gd name="connsiteX2" fmla="*/ 40618 w 121099"/>
                <a:gd name="connsiteY2" fmla="*/ 206143 h 236009"/>
                <a:gd name="connsiteX3" fmla="*/ 132892 w 121099"/>
                <a:gd name="connsiteY3" fmla="*/ 206143 h 236009"/>
                <a:gd name="connsiteX4" fmla="*/ 133813 w 121099"/>
                <a:gd name="connsiteY4" fmla="*/ 213445 h 236009"/>
                <a:gd name="connsiteX5" fmla="*/ 133831 w 121099"/>
                <a:gd name="connsiteY5" fmla="*/ 215438 h 236009"/>
                <a:gd name="connsiteX6" fmla="*/ 133856 w 121099"/>
                <a:gd name="connsiteY6" fmla="*/ 219619 h 236009"/>
                <a:gd name="connsiteX7" fmla="*/ 133934 w 121099"/>
                <a:gd name="connsiteY7" fmla="*/ 226043 h 236009"/>
                <a:gd name="connsiteX8" fmla="*/ 133953 w 121099"/>
                <a:gd name="connsiteY8" fmla="*/ 230095 h 236009"/>
                <a:gd name="connsiteX9" fmla="*/ 133992 w 121099"/>
                <a:gd name="connsiteY9" fmla="*/ 232049 h 236009"/>
                <a:gd name="connsiteX10" fmla="*/ 133636 w 121099"/>
                <a:gd name="connsiteY10" fmla="*/ 236652 h 236009"/>
                <a:gd name="connsiteX11" fmla="*/ 125904 w 121099"/>
                <a:gd name="connsiteY11" fmla="*/ 237491 h 236009"/>
                <a:gd name="connsiteX12" fmla="*/ 122939 w 121099"/>
                <a:gd name="connsiteY12" fmla="*/ 237497 h 236009"/>
                <a:gd name="connsiteX13" fmla="*/ 119689 w 121099"/>
                <a:gd name="connsiteY13" fmla="*/ 237493 h 236009"/>
                <a:gd name="connsiteX14" fmla="*/ 116264 w 121099"/>
                <a:gd name="connsiteY14" fmla="*/ 237497 h 236009"/>
                <a:gd name="connsiteX15" fmla="*/ 106965 w 121099"/>
                <a:gd name="connsiteY15" fmla="*/ 237497 h 236009"/>
                <a:gd name="connsiteX16" fmla="*/ 97243 w 121099"/>
                <a:gd name="connsiteY16" fmla="*/ 237498 h 236009"/>
                <a:gd name="connsiteX17" fmla="*/ 80919 w 121099"/>
                <a:gd name="connsiteY17" fmla="*/ 237494 h 236009"/>
                <a:gd name="connsiteX18" fmla="*/ 62030 w 121099"/>
                <a:gd name="connsiteY18" fmla="*/ 237495 h 236009"/>
                <a:gd name="connsiteX19" fmla="*/ 45823 w 121099"/>
                <a:gd name="connsiteY19" fmla="*/ 237497 h 236009"/>
                <a:gd name="connsiteX20" fmla="*/ 36138 w 121099"/>
                <a:gd name="connsiteY20" fmla="*/ 237498 h 236009"/>
                <a:gd name="connsiteX21" fmla="*/ 27039 w 121099"/>
                <a:gd name="connsiteY21" fmla="*/ 237494 h 236009"/>
                <a:gd name="connsiteX22" fmla="*/ 23693 w 121099"/>
                <a:gd name="connsiteY22" fmla="*/ 237495 h 236009"/>
                <a:gd name="connsiteX23" fmla="*/ 19139 w 121099"/>
                <a:gd name="connsiteY23" fmla="*/ 237491 h 236009"/>
                <a:gd name="connsiteX24" fmla="*/ 16561 w 121099"/>
                <a:gd name="connsiteY24" fmla="*/ 237490 h 236009"/>
                <a:gd name="connsiteX25" fmla="*/ 13085 w 121099"/>
                <a:gd name="connsiteY25" fmla="*/ 236652 h 236009"/>
                <a:gd name="connsiteX26" fmla="*/ 12902 w 121099"/>
                <a:gd name="connsiteY26" fmla="*/ 232888 h 236009"/>
                <a:gd name="connsiteX27" fmla="*/ 12893 w 121099"/>
                <a:gd name="connsiteY27" fmla="*/ 230402 h 236009"/>
                <a:gd name="connsiteX28" fmla="*/ 12906 w 121099"/>
                <a:gd name="connsiteY28" fmla="*/ 227636 h 236009"/>
                <a:gd name="connsiteX29" fmla="*/ 12902 w 121099"/>
                <a:gd name="connsiteY29" fmla="*/ 224724 h 236009"/>
                <a:gd name="connsiteX30" fmla="*/ 12912 w 121099"/>
                <a:gd name="connsiteY30" fmla="*/ 216686 h 236009"/>
                <a:gd name="connsiteX31" fmla="*/ 12915 w 121099"/>
                <a:gd name="connsiteY31" fmla="*/ 208032 h 236009"/>
                <a:gd name="connsiteX32" fmla="*/ 12928 w 121099"/>
                <a:gd name="connsiteY32" fmla="*/ 193025 h 236009"/>
                <a:gd name="connsiteX33" fmla="*/ 12946 w 121099"/>
                <a:gd name="connsiteY33" fmla="*/ 171328 h 236009"/>
                <a:gd name="connsiteX34" fmla="*/ 12973 w 121099"/>
                <a:gd name="connsiteY34" fmla="*/ 136130 h 236009"/>
                <a:gd name="connsiteX35" fmla="*/ 13003 w 121099"/>
                <a:gd name="connsiteY35" fmla="*/ 101929 h 236009"/>
                <a:gd name="connsiteX36" fmla="*/ 13005 w 121099"/>
                <a:gd name="connsiteY36" fmla="*/ 99802 h 236009"/>
                <a:gd name="connsiteX37" fmla="*/ 13010 w 121099"/>
                <a:gd name="connsiteY37" fmla="*/ 89234 h 236009"/>
                <a:gd name="connsiteX38" fmla="*/ 13085 w 121099"/>
                <a:gd name="connsiteY38"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1099" h="236009">
                  <a:moveTo>
                    <a:pt x="13085" y="1504"/>
                  </a:moveTo>
                  <a:cubicBezTo>
                    <a:pt x="22171" y="1504"/>
                    <a:pt x="31257" y="1504"/>
                    <a:pt x="40618" y="1504"/>
                  </a:cubicBezTo>
                  <a:cubicBezTo>
                    <a:pt x="40618" y="69035"/>
                    <a:pt x="40618" y="136566"/>
                    <a:pt x="40618" y="206143"/>
                  </a:cubicBezTo>
                  <a:cubicBezTo>
                    <a:pt x="71069" y="206143"/>
                    <a:pt x="101519" y="206143"/>
                    <a:pt x="132892" y="206143"/>
                  </a:cubicBezTo>
                  <a:cubicBezTo>
                    <a:pt x="134474" y="207725"/>
                    <a:pt x="133795" y="211253"/>
                    <a:pt x="133813" y="213445"/>
                  </a:cubicBezTo>
                  <a:cubicBezTo>
                    <a:pt x="133822" y="214431"/>
                    <a:pt x="133822" y="214431"/>
                    <a:pt x="133831" y="215438"/>
                  </a:cubicBezTo>
                  <a:cubicBezTo>
                    <a:pt x="133842" y="216832"/>
                    <a:pt x="133850" y="218226"/>
                    <a:pt x="133856" y="219619"/>
                  </a:cubicBezTo>
                  <a:cubicBezTo>
                    <a:pt x="133868" y="221761"/>
                    <a:pt x="133901" y="223901"/>
                    <a:pt x="133934" y="226043"/>
                  </a:cubicBezTo>
                  <a:cubicBezTo>
                    <a:pt x="133941" y="227393"/>
                    <a:pt x="133948" y="228744"/>
                    <a:pt x="133953" y="230095"/>
                  </a:cubicBezTo>
                  <a:cubicBezTo>
                    <a:pt x="133966" y="230740"/>
                    <a:pt x="133979" y="231384"/>
                    <a:pt x="133992" y="232049"/>
                  </a:cubicBezTo>
                  <a:cubicBezTo>
                    <a:pt x="133986" y="233847"/>
                    <a:pt x="133986" y="233847"/>
                    <a:pt x="133636" y="236652"/>
                  </a:cubicBezTo>
                  <a:cubicBezTo>
                    <a:pt x="131218" y="237732"/>
                    <a:pt x="128510" y="237490"/>
                    <a:pt x="125904" y="237491"/>
                  </a:cubicBezTo>
                  <a:cubicBezTo>
                    <a:pt x="124926" y="237493"/>
                    <a:pt x="123947" y="237495"/>
                    <a:pt x="122939" y="237497"/>
                  </a:cubicBezTo>
                  <a:cubicBezTo>
                    <a:pt x="121855" y="237496"/>
                    <a:pt x="120772" y="237494"/>
                    <a:pt x="119689" y="237493"/>
                  </a:cubicBezTo>
                  <a:cubicBezTo>
                    <a:pt x="118547" y="237494"/>
                    <a:pt x="117405" y="237495"/>
                    <a:pt x="116264" y="237497"/>
                  </a:cubicBezTo>
                  <a:cubicBezTo>
                    <a:pt x="113164" y="237500"/>
                    <a:pt x="110065" y="237499"/>
                    <a:pt x="106965" y="237497"/>
                  </a:cubicBezTo>
                  <a:cubicBezTo>
                    <a:pt x="103724" y="237495"/>
                    <a:pt x="100484" y="237496"/>
                    <a:pt x="97243" y="237498"/>
                  </a:cubicBezTo>
                  <a:cubicBezTo>
                    <a:pt x="91801" y="237499"/>
                    <a:pt x="86360" y="237497"/>
                    <a:pt x="80919" y="237494"/>
                  </a:cubicBezTo>
                  <a:cubicBezTo>
                    <a:pt x="74623" y="237490"/>
                    <a:pt x="68326" y="237491"/>
                    <a:pt x="62030" y="237495"/>
                  </a:cubicBezTo>
                  <a:cubicBezTo>
                    <a:pt x="56627" y="237498"/>
                    <a:pt x="51225" y="237499"/>
                    <a:pt x="45823" y="237497"/>
                  </a:cubicBezTo>
                  <a:cubicBezTo>
                    <a:pt x="42595" y="237496"/>
                    <a:pt x="39367" y="237496"/>
                    <a:pt x="36138" y="237498"/>
                  </a:cubicBezTo>
                  <a:cubicBezTo>
                    <a:pt x="33105" y="237500"/>
                    <a:pt x="30072" y="237499"/>
                    <a:pt x="27039" y="237494"/>
                  </a:cubicBezTo>
                  <a:cubicBezTo>
                    <a:pt x="25924" y="237493"/>
                    <a:pt x="24808" y="237494"/>
                    <a:pt x="23693" y="237495"/>
                  </a:cubicBezTo>
                  <a:cubicBezTo>
                    <a:pt x="22175" y="237497"/>
                    <a:pt x="20657" y="237494"/>
                    <a:pt x="19139" y="237491"/>
                  </a:cubicBezTo>
                  <a:cubicBezTo>
                    <a:pt x="18289" y="237491"/>
                    <a:pt x="17438" y="237490"/>
                    <a:pt x="16561" y="237490"/>
                  </a:cubicBezTo>
                  <a:cubicBezTo>
                    <a:pt x="14573" y="237397"/>
                    <a:pt x="14573" y="237397"/>
                    <a:pt x="13085" y="236652"/>
                  </a:cubicBezTo>
                  <a:cubicBezTo>
                    <a:pt x="12900" y="235052"/>
                    <a:pt x="12900" y="235052"/>
                    <a:pt x="12902" y="232888"/>
                  </a:cubicBezTo>
                  <a:cubicBezTo>
                    <a:pt x="12899" y="232068"/>
                    <a:pt x="12896" y="231247"/>
                    <a:pt x="12893" y="230402"/>
                  </a:cubicBezTo>
                  <a:cubicBezTo>
                    <a:pt x="12897" y="229489"/>
                    <a:pt x="12902" y="228576"/>
                    <a:pt x="12906" y="227636"/>
                  </a:cubicBezTo>
                  <a:cubicBezTo>
                    <a:pt x="12905" y="226675"/>
                    <a:pt x="12904" y="225714"/>
                    <a:pt x="12902" y="224724"/>
                  </a:cubicBezTo>
                  <a:cubicBezTo>
                    <a:pt x="12899" y="222045"/>
                    <a:pt x="12905" y="219365"/>
                    <a:pt x="12912" y="216686"/>
                  </a:cubicBezTo>
                  <a:cubicBezTo>
                    <a:pt x="12919" y="213801"/>
                    <a:pt x="12917" y="210916"/>
                    <a:pt x="12915" y="208032"/>
                  </a:cubicBezTo>
                  <a:cubicBezTo>
                    <a:pt x="12915" y="203029"/>
                    <a:pt x="12919" y="198027"/>
                    <a:pt x="12928" y="193025"/>
                  </a:cubicBezTo>
                  <a:cubicBezTo>
                    <a:pt x="12940" y="185793"/>
                    <a:pt x="12944" y="178561"/>
                    <a:pt x="12946" y="171328"/>
                  </a:cubicBezTo>
                  <a:cubicBezTo>
                    <a:pt x="12949" y="159595"/>
                    <a:pt x="12959" y="147863"/>
                    <a:pt x="12973" y="136130"/>
                  </a:cubicBezTo>
                  <a:cubicBezTo>
                    <a:pt x="12986" y="124730"/>
                    <a:pt x="12997" y="113330"/>
                    <a:pt x="13003" y="101929"/>
                  </a:cubicBezTo>
                  <a:cubicBezTo>
                    <a:pt x="13004" y="100876"/>
                    <a:pt x="13004" y="100876"/>
                    <a:pt x="13005" y="99802"/>
                  </a:cubicBezTo>
                  <a:cubicBezTo>
                    <a:pt x="13006" y="96279"/>
                    <a:pt x="13008" y="92756"/>
                    <a:pt x="13010" y="89234"/>
                  </a:cubicBezTo>
                  <a:cubicBezTo>
                    <a:pt x="13026" y="59991"/>
                    <a:pt x="13052" y="30747"/>
                    <a:pt x="13085" y="1504"/>
                  </a:cubicBezTo>
                  <a:close/>
                </a:path>
              </a:pathLst>
            </a:custGeom>
            <a:grpFill/>
            <a:ln w="744" cap="flat">
              <a:noFill/>
              <a:prstDash val="solid"/>
              <a:miter/>
            </a:ln>
          </p:spPr>
          <p:txBody>
            <a:bodyPr rtlCol="0" anchor="ctr"/>
            <a:lstStyle/>
            <a:p>
              <a:endParaRPr lang="zh-CN" altLang="en-US"/>
            </a:p>
          </p:txBody>
        </p:sp>
        <p:sp>
          <p:nvSpPr>
            <p:cNvPr id="150" name="任意多边形: 形状 149"/>
            <p:cNvSpPr/>
            <p:nvPr/>
          </p:nvSpPr>
          <p:spPr>
            <a:xfrm>
              <a:off x="5380052" y="1392852"/>
              <a:ext cx="119998" cy="236079"/>
            </a:xfrm>
            <a:custGeom>
              <a:avLst/>
              <a:gdLst>
                <a:gd name="connsiteX0" fmla="*/ 7881 w 119998"/>
                <a:gd name="connsiteY0" fmla="*/ 1588 h 236079"/>
                <a:gd name="connsiteX1" fmla="*/ 19286 w 119998"/>
                <a:gd name="connsiteY1" fmla="*/ 1547 h 236079"/>
                <a:gd name="connsiteX2" fmla="*/ 23169 w 119998"/>
                <a:gd name="connsiteY2" fmla="*/ 1532 h 236079"/>
                <a:gd name="connsiteX3" fmla="*/ 28737 w 119998"/>
                <a:gd name="connsiteY3" fmla="*/ 1516 h 236079"/>
                <a:gd name="connsiteX4" fmla="*/ 30501 w 119998"/>
                <a:gd name="connsiteY4" fmla="*/ 1504 h 236079"/>
                <a:gd name="connsiteX5" fmla="*/ 34670 w 119998"/>
                <a:gd name="connsiteY5" fmla="*/ 1588 h 236079"/>
                <a:gd name="connsiteX6" fmla="*/ 35507 w 119998"/>
                <a:gd name="connsiteY6" fmla="*/ 3732 h 236079"/>
                <a:gd name="connsiteX7" fmla="*/ 35506 w 119998"/>
                <a:gd name="connsiteY7" fmla="*/ 5608 h 236079"/>
                <a:gd name="connsiteX8" fmla="*/ 35510 w 119998"/>
                <a:gd name="connsiteY8" fmla="*/ 7765 h 236079"/>
                <a:gd name="connsiteX9" fmla="*/ 35504 w 119998"/>
                <a:gd name="connsiteY9" fmla="*/ 10163 h 236079"/>
                <a:gd name="connsiteX10" fmla="*/ 35506 w 119998"/>
                <a:gd name="connsiteY10" fmla="*/ 12688 h 236079"/>
                <a:gd name="connsiteX11" fmla="*/ 35499 w 119998"/>
                <a:gd name="connsiteY11" fmla="*/ 21134 h 236079"/>
                <a:gd name="connsiteX12" fmla="*/ 35499 w 119998"/>
                <a:gd name="connsiteY12" fmla="*/ 27160 h 236079"/>
                <a:gd name="connsiteX13" fmla="*/ 35493 w 119998"/>
                <a:gd name="connsiteY13" fmla="*/ 40172 h 236079"/>
                <a:gd name="connsiteX14" fmla="*/ 35484 w 119998"/>
                <a:gd name="connsiteY14" fmla="*/ 58984 h 236079"/>
                <a:gd name="connsiteX15" fmla="*/ 35470 w 119998"/>
                <a:gd name="connsiteY15" fmla="*/ 89502 h 236079"/>
                <a:gd name="connsiteX16" fmla="*/ 35455 w 119998"/>
                <a:gd name="connsiteY16" fmla="*/ 119155 h 236079"/>
                <a:gd name="connsiteX17" fmla="*/ 35455 w 119998"/>
                <a:gd name="connsiteY17" fmla="*/ 121018 h 236079"/>
                <a:gd name="connsiteX18" fmla="*/ 35450 w 119998"/>
                <a:gd name="connsiteY18" fmla="*/ 135448 h 236079"/>
                <a:gd name="connsiteX19" fmla="*/ 35414 w 119998"/>
                <a:gd name="connsiteY19" fmla="*/ 206227 h 236079"/>
                <a:gd name="connsiteX20" fmla="*/ 127688 w 119998"/>
                <a:gd name="connsiteY20" fmla="*/ 206227 h 236079"/>
                <a:gd name="connsiteX21" fmla="*/ 127688 w 119998"/>
                <a:gd name="connsiteY21" fmla="*/ 236737 h 236079"/>
                <a:gd name="connsiteX22" fmla="*/ 119984 w 119998"/>
                <a:gd name="connsiteY22" fmla="*/ 237575 h 236079"/>
                <a:gd name="connsiteX23" fmla="*/ 117038 w 119998"/>
                <a:gd name="connsiteY23" fmla="*/ 237582 h 236079"/>
                <a:gd name="connsiteX24" fmla="*/ 113809 w 119998"/>
                <a:gd name="connsiteY24" fmla="*/ 237577 h 236079"/>
                <a:gd name="connsiteX25" fmla="*/ 110406 w 119998"/>
                <a:gd name="connsiteY25" fmla="*/ 237581 h 236079"/>
                <a:gd name="connsiteX26" fmla="*/ 101168 w 119998"/>
                <a:gd name="connsiteY26" fmla="*/ 237581 h 236079"/>
                <a:gd name="connsiteX27" fmla="*/ 91507 w 119998"/>
                <a:gd name="connsiteY27" fmla="*/ 237582 h 236079"/>
                <a:gd name="connsiteX28" fmla="*/ 75289 w 119998"/>
                <a:gd name="connsiteY28" fmla="*/ 237578 h 236079"/>
                <a:gd name="connsiteX29" fmla="*/ 56521 w 119998"/>
                <a:gd name="connsiteY29" fmla="*/ 237579 h 236079"/>
                <a:gd name="connsiteX30" fmla="*/ 40419 w 119998"/>
                <a:gd name="connsiteY30" fmla="*/ 237581 h 236079"/>
                <a:gd name="connsiteX31" fmla="*/ 30797 w 119998"/>
                <a:gd name="connsiteY31" fmla="*/ 237582 h 236079"/>
                <a:gd name="connsiteX32" fmla="*/ 21756 w 119998"/>
                <a:gd name="connsiteY32" fmla="*/ 237579 h 236079"/>
                <a:gd name="connsiteX33" fmla="*/ 18431 w 119998"/>
                <a:gd name="connsiteY33" fmla="*/ 237580 h 236079"/>
                <a:gd name="connsiteX34" fmla="*/ 13907 w 119998"/>
                <a:gd name="connsiteY34" fmla="*/ 237575 h 236079"/>
                <a:gd name="connsiteX35" fmla="*/ 11346 w 119998"/>
                <a:gd name="connsiteY35" fmla="*/ 237575 h 236079"/>
                <a:gd name="connsiteX36" fmla="*/ 7881 w 119998"/>
                <a:gd name="connsiteY36" fmla="*/ 236737 h 236079"/>
                <a:gd name="connsiteX37" fmla="*/ 7698 w 119998"/>
                <a:gd name="connsiteY37" fmla="*/ 232973 h 236079"/>
                <a:gd name="connsiteX38" fmla="*/ 7689 w 119998"/>
                <a:gd name="connsiteY38" fmla="*/ 230486 h 236079"/>
                <a:gd name="connsiteX39" fmla="*/ 7702 w 119998"/>
                <a:gd name="connsiteY39" fmla="*/ 227720 h 236079"/>
                <a:gd name="connsiteX40" fmla="*/ 7698 w 119998"/>
                <a:gd name="connsiteY40" fmla="*/ 224808 h 236079"/>
                <a:gd name="connsiteX41" fmla="*/ 7708 w 119998"/>
                <a:gd name="connsiteY41" fmla="*/ 216770 h 236079"/>
                <a:gd name="connsiteX42" fmla="*/ 7711 w 119998"/>
                <a:gd name="connsiteY42" fmla="*/ 208116 h 236079"/>
                <a:gd name="connsiteX43" fmla="*/ 7724 w 119998"/>
                <a:gd name="connsiteY43" fmla="*/ 193110 h 236079"/>
                <a:gd name="connsiteX44" fmla="*/ 7742 w 119998"/>
                <a:gd name="connsiteY44" fmla="*/ 171413 h 236079"/>
                <a:gd name="connsiteX45" fmla="*/ 7769 w 119998"/>
                <a:gd name="connsiteY45" fmla="*/ 136214 h 236079"/>
                <a:gd name="connsiteX46" fmla="*/ 7799 w 119998"/>
                <a:gd name="connsiteY46" fmla="*/ 102014 h 236079"/>
                <a:gd name="connsiteX47" fmla="*/ 7801 w 119998"/>
                <a:gd name="connsiteY47" fmla="*/ 99886 h 236079"/>
                <a:gd name="connsiteX48" fmla="*/ 7806 w 119998"/>
                <a:gd name="connsiteY48" fmla="*/ 89318 h 236079"/>
                <a:gd name="connsiteX49" fmla="*/ 7881 w 119998"/>
                <a:gd name="connsiteY49" fmla="*/ 1588 h 23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9998" h="236079">
                  <a:moveTo>
                    <a:pt x="7881" y="1588"/>
                  </a:moveTo>
                  <a:cubicBezTo>
                    <a:pt x="11683" y="1570"/>
                    <a:pt x="15484" y="1556"/>
                    <a:pt x="19286" y="1547"/>
                  </a:cubicBezTo>
                  <a:cubicBezTo>
                    <a:pt x="20580" y="1544"/>
                    <a:pt x="21874" y="1539"/>
                    <a:pt x="23169" y="1532"/>
                  </a:cubicBezTo>
                  <a:cubicBezTo>
                    <a:pt x="25025" y="1523"/>
                    <a:pt x="26881" y="1519"/>
                    <a:pt x="28737" y="1516"/>
                  </a:cubicBezTo>
                  <a:cubicBezTo>
                    <a:pt x="29320" y="1512"/>
                    <a:pt x="29902" y="1508"/>
                    <a:pt x="30501" y="1504"/>
                  </a:cubicBezTo>
                  <a:cubicBezTo>
                    <a:pt x="31891" y="1504"/>
                    <a:pt x="33281" y="1542"/>
                    <a:pt x="34670" y="1588"/>
                  </a:cubicBezTo>
                  <a:cubicBezTo>
                    <a:pt x="35414" y="2332"/>
                    <a:pt x="35414" y="2332"/>
                    <a:pt x="35507" y="3732"/>
                  </a:cubicBezTo>
                  <a:cubicBezTo>
                    <a:pt x="35506" y="4351"/>
                    <a:pt x="35506" y="4970"/>
                    <a:pt x="35506" y="5608"/>
                  </a:cubicBezTo>
                  <a:cubicBezTo>
                    <a:pt x="35507" y="6320"/>
                    <a:pt x="35509" y="7032"/>
                    <a:pt x="35510" y="7765"/>
                  </a:cubicBezTo>
                  <a:cubicBezTo>
                    <a:pt x="35507" y="8952"/>
                    <a:pt x="35507" y="8952"/>
                    <a:pt x="35504" y="10163"/>
                  </a:cubicBezTo>
                  <a:cubicBezTo>
                    <a:pt x="35504" y="10996"/>
                    <a:pt x="35505" y="11829"/>
                    <a:pt x="35506" y="12688"/>
                  </a:cubicBezTo>
                  <a:cubicBezTo>
                    <a:pt x="35507" y="15503"/>
                    <a:pt x="35503" y="18318"/>
                    <a:pt x="35499" y="21134"/>
                  </a:cubicBezTo>
                  <a:cubicBezTo>
                    <a:pt x="35498" y="23143"/>
                    <a:pt x="35499" y="25152"/>
                    <a:pt x="35499" y="27160"/>
                  </a:cubicBezTo>
                  <a:cubicBezTo>
                    <a:pt x="35500" y="31498"/>
                    <a:pt x="35497" y="35835"/>
                    <a:pt x="35493" y="40172"/>
                  </a:cubicBezTo>
                  <a:cubicBezTo>
                    <a:pt x="35487" y="46442"/>
                    <a:pt x="35485" y="52713"/>
                    <a:pt x="35484" y="58984"/>
                  </a:cubicBezTo>
                  <a:cubicBezTo>
                    <a:pt x="35482" y="69156"/>
                    <a:pt x="35477" y="79329"/>
                    <a:pt x="35470" y="89502"/>
                  </a:cubicBezTo>
                  <a:cubicBezTo>
                    <a:pt x="35464" y="99386"/>
                    <a:pt x="35458" y="109270"/>
                    <a:pt x="35455" y="119155"/>
                  </a:cubicBezTo>
                  <a:cubicBezTo>
                    <a:pt x="35455" y="119770"/>
                    <a:pt x="35455" y="120385"/>
                    <a:pt x="35455" y="121018"/>
                  </a:cubicBezTo>
                  <a:cubicBezTo>
                    <a:pt x="35453" y="125828"/>
                    <a:pt x="35452" y="130638"/>
                    <a:pt x="35450" y="135448"/>
                  </a:cubicBezTo>
                  <a:cubicBezTo>
                    <a:pt x="35443" y="159041"/>
                    <a:pt x="35428" y="182634"/>
                    <a:pt x="35414" y="206227"/>
                  </a:cubicBezTo>
                  <a:cubicBezTo>
                    <a:pt x="65865" y="206227"/>
                    <a:pt x="96315" y="206227"/>
                    <a:pt x="127688" y="206227"/>
                  </a:cubicBezTo>
                  <a:cubicBezTo>
                    <a:pt x="127688" y="216295"/>
                    <a:pt x="127688" y="226363"/>
                    <a:pt x="127688" y="236737"/>
                  </a:cubicBezTo>
                  <a:cubicBezTo>
                    <a:pt x="124916" y="237430"/>
                    <a:pt x="122819" y="237574"/>
                    <a:pt x="119984" y="237575"/>
                  </a:cubicBezTo>
                  <a:cubicBezTo>
                    <a:pt x="118526" y="237579"/>
                    <a:pt x="118526" y="237579"/>
                    <a:pt x="117038" y="237582"/>
                  </a:cubicBezTo>
                  <a:cubicBezTo>
                    <a:pt x="115961" y="237580"/>
                    <a:pt x="114885" y="237579"/>
                    <a:pt x="113809" y="237577"/>
                  </a:cubicBezTo>
                  <a:cubicBezTo>
                    <a:pt x="112674" y="237578"/>
                    <a:pt x="111540" y="237579"/>
                    <a:pt x="110406" y="237581"/>
                  </a:cubicBezTo>
                  <a:cubicBezTo>
                    <a:pt x="107326" y="237584"/>
                    <a:pt x="104247" y="237583"/>
                    <a:pt x="101168" y="237581"/>
                  </a:cubicBezTo>
                  <a:cubicBezTo>
                    <a:pt x="97947" y="237579"/>
                    <a:pt x="94727" y="237581"/>
                    <a:pt x="91507" y="237582"/>
                  </a:cubicBezTo>
                  <a:cubicBezTo>
                    <a:pt x="86101" y="237583"/>
                    <a:pt x="80695" y="237581"/>
                    <a:pt x="75289" y="237578"/>
                  </a:cubicBezTo>
                  <a:cubicBezTo>
                    <a:pt x="69033" y="237574"/>
                    <a:pt x="62777" y="237575"/>
                    <a:pt x="56521" y="237579"/>
                  </a:cubicBezTo>
                  <a:cubicBezTo>
                    <a:pt x="51154" y="237583"/>
                    <a:pt x="45786" y="237583"/>
                    <a:pt x="40419" y="237581"/>
                  </a:cubicBezTo>
                  <a:cubicBezTo>
                    <a:pt x="37212" y="237580"/>
                    <a:pt x="34004" y="237580"/>
                    <a:pt x="30797" y="237582"/>
                  </a:cubicBezTo>
                  <a:cubicBezTo>
                    <a:pt x="27783" y="237584"/>
                    <a:pt x="24769" y="237583"/>
                    <a:pt x="21756" y="237579"/>
                  </a:cubicBezTo>
                  <a:cubicBezTo>
                    <a:pt x="20648" y="237578"/>
                    <a:pt x="19540" y="237578"/>
                    <a:pt x="18431" y="237580"/>
                  </a:cubicBezTo>
                  <a:cubicBezTo>
                    <a:pt x="16923" y="237582"/>
                    <a:pt x="15415" y="237579"/>
                    <a:pt x="13907" y="237575"/>
                  </a:cubicBezTo>
                  <a:cubicBezTo>
                    <a:pt x="13062" y="237575"/>
                    <a:pt x="12216" y="237575"/>
                    <a:pt x="11346" y="237575"/>
                  </a:cubicBezTo>
                  <a:cubicBezTo>
                    <a:pt x="9369" y="237481"/>
                    <a:pt x="9369" y="237481"/>
                    <a:pt x="7881" y="236737"/>
                  </a:cubicBezTo>
                  <a:cubicBezTo>
                    <a:pt x="7696" y="235137"/>
                    <a:pt x="7696" y="235137"/>
                    <a:pt x="7698" y="232973"/>
                  </a:cubicBezTo>
                  <a:cubicBezTo>
                    <a:pt x="7695" y="232152"/>
                    <a:pt x="7692" y="231332"/>
                    <a:pt x="7689" y="230486"/>
                  </a:cubicBezTo>
                  <a:cubicBezTo>
                    <a:pt x="7693" y="229573"/>
                    <a:pt x="7698" y="228661"/>
                    <a:pt x="7702" y="227720"/>
                  </a:cubicBezTo>
                  <a:cubicBezTo>
                    <a:pt x="7701" y="226759"/>
                    <a:pt x="7700" y="225798"/>
                    <a:pt x="7698" y="224808"/>
                  </a:cubicBezTo>
                  <a:cubicBezTo>
                    <a:pt x="7695" y="222129"/>
                    <a:pt x="7701" y="219450"/>
                    <a:pt x="7708" y="216770"/>
                  </a:cubicBezTo>
                  <a:cubicBezTo>
                    <a:pt x="7715" y="213885"/>
                    <a:pt x="7713" y="211001"/>
                    <a:pt x="7711" y="208116"/>
                  </a:cubicBezTo>
                  <a:cubicBezTo>
                    <a:pt x="7711" y="203114"/>
                    <a:pt x="7715" y="198112"/>
                    <a:pt x="7724" y="193110"/>
                  </a:cubicBezTo>
                  <a:cubicBezTo>
                    <a:pt x="7736" y="185877"/>
                    <a:pt x="7740" y="178645"/>
                    <a:pt x="7742" y="171413"/>
                  </a:cubicBezTo>
                  <a:cubicBezTo>
                    <a:pt x="7745" y="159680"/>
                    <a:pt x="7755" y="147947"/>
                    <a:pt x="7769" y="136214"/>
                  </a:cubicBezTo>
                  <a:cubicBezTo>
                    <a:pt x="7782" y="124814"/>
                    <a:pt x="7793" y="113414"/>
                    <a:pt x="7799" y="102014"/>
                  </a:cubicBezTo>
                  <a:cubicBezTo>
                    <a:pt x="7800" y="100960"/>
                    <a:pt x="7800" y="100960"/>
                    <a:pt x="7801" y="99886"/>
                  </a:cubicBezTo>
                  <a:cubicBezTo>
                    <a:pt x="7802" y="96363"/>
                    <a:pt x="7804" y="92841"/>
                    <a:pt x="7806" y="89318"/>
                  </a:cubicBezTo>
                  <a:cubicBezTo>
                    <a:pt x="7822" y="60075"/>
                    <a:pt x="7848" y="30832"/>
                    <a:pt x="7881" y="1588"/>
                  </a:cubicBezTo>
                  <a:close/>
                </a:path>
              </a:pathLst>
            </a:custGeom>
            <a:grpFill/>
            <a:ln w="744" cap="flat">
              <a:noFill/>
              <a:prstDash val="solid"/>
              <a:miter/>
            </a:ln>
          </p:spPr>
          <p:txBody>
            <a:bodyPr rtlCol="0" anchor="ctr"/>
            <a:lstStyle/>
            <a:p>
              <a:endParaRPr lang="zh-CN" altLang="en-US"/>
            </a:p>
          </p:txBody>
        </p:sp>
        <p:sp>
          <p:nvSpPr>
            <p:cNvPr id="151" name="任意多边形: 形状 150"/>
            <p:cNvSpPr/>
            <p:nvPr/>
          </p:nvSpPr>
          <p:spPr>
            <a:xfrm>
              <a:off x="6232837" y="1392936"/>
              <a:ext cx="119998" cy="235994"/>
            </a:xfrm>
            <a:custGeom>
              <a:avLst/>
              <a:gdLst>
                <a:gd name="connsiteX0" fmla="*/ 9027 w 119998"/>
                <a:gd name="connsiteY0" fmla="*/ 1504 h 235994"/>
                <a:gd name="connsiteX1" fmla="*/ 35816 w 119998"/>
                <a:gd name="connsiteY1" fmla="*/ 1504 h 235994"/>
                <a:gd name="connsiteX2" fmla="*/ 36560 w 119998"/>
                <a:gd name="connsiteY2" fmla="*/ 206143 h 235994"/>
                <a:gd name="connsiteX3" fmla="*/ 128834 w 119998"/>
                <a:gd name="connsiteY3" fmla="*/ 206143 h 235994"/>
                <a:gd name="connsiteX4" fmla="*/ 128834 w 119998"/>
                <a:gd name="connsiteY4" fmla="*/ 236652 h 235994"/>
                <a:gd name="connsiteX5" fmla="*/ 121130 w 119998"/>
                <a:gd name="connsiteY5" fmla="*/ 237491 h 235994"/>
                <a:gd name="connsiteX6" fmla="*/ 118184 w 119998"/>
                <a:gd name="connsiteY6" fmla="*/ 237497 h 235994"/>
                <a:gd name="connsiteX7" fmla="*/ 114955 w 119998"/>
                <a:gd name="connsiteY7" fmla="*/ 237493 h 235994"/>
                <a:gd name="connsiteX8" fmla="*/ 111552 w 119998"/>
                <a:gd name="connsiteY8" fmla="*/ 237497 h 235994"/>
                <a:gd name="connsiteX9" fmla="*/ 102314 w 119998"/>
                <a:gd name="connsiteY9" fmla="*/ 237497 h 235994"/>
                <a:gd name="connsiteX10" fmla="*/ 92653 w 119998"/>
                <a:gd name="connsiteY10" fmla="*/ 237498 h 235994"/>
                <a:gd name="connsiteX11" fmla="*/ 76435 w 119998"/>
                <a:gd name="connsiteY11" fmla="*/ 237494 h 235994"/>
                <a:gd name="connsiteX12" fmla="*/ 57667 w 119998"/>
                <a:gd name="connsiteY12" fmla="*/ 237495 h 235994"/>
                <a:gd name="connsiteX13" fmla="*/ 41565 w 119998"/>
                <a:gd name="connsiteY13" fmla="*/ 237497 h 235994"/>
                <a:gd name="connsiteX14" fmla="*/ 31943 w 119998"/>
                <a:gd name="connsiteY14" fmla="*/ 237498 h 235994"/>
                <a:gd name="connsiteX15" fmla="*/ 22902 w 119998"/>
                <a:gd name="connsiteY15" fmla="*/ 237494 h 235994"/>
                <a:gd name="connsiteX16" fmla="*/ 19577 w 119998"/>
                <a:gd name="connsiteY16" fmla="*/ 237495 h 235994"/>
                <a:gd name="connsiteX17" fmla="*/ 15053 w 119998"/>
                <a:gd name="connsiteY17" fmla="*/ 237491 h 235994"/>
                <a:gd name="connsiteX18" fmla="*/ 12492 w 119998"/>
                <a:gd name="connsiteY18" fmla="*/ 237490 h 235994"/>
                <a:gd name="connsiteX19" fmla="*/ 9027 w 119998"/>
                <a:gd name="connsiteY19" fmla="*/ 236652 h 235994"/>
                <a:gd name="connsiteX20" fmla="*/ 8844 w 119998"/>
                <a:gd name="connsiteY20" fmla="*/ 232888 h 235994"/>
                <a:gd name="connsiteX21" fmla="*/ 8835 w 119998"/>
                <a:gd name="connsiteY21" fmla="*/ 230402 h 235994"/>
                <a:gd name="connsiteX22" fmla="*/ 8848 w 119998"/>
                <a:gd name="connsiteY22" fmla="*/ 227636 h 235994"/>
                <a:gd name="connsiteX23" fmla="*/ 8844 w 119998"/>
                <a:gd name="connsiteY23" fmla="*/ 224724 h 235994"/>
                <a:gd name="connsiteX24" fmla="*/ 8854 w 119998"/>
                <a:gd name="connsiteY24" fmla="*/ 216686 h 235994"/>
                <a:gd name="connsiteX25" fmla="*/ 8857 w 119998"/>
                <a:gd name="connsiteY25" fmla="*/ 208032 h 235994"/>
                <a:gd name="connsiteX26" fmla="*/ 8870 w 119998"/>
                <a:gd name="connsiteY26" fmla="*/ 193025 h 235994"/>
                <a:gd name="connsiteX27" fmla="*/ 8888 w 119998"/>
                <a:gd name="connsiteY27" fmla="*/ 171328 h 235994"/>
                <a:gd name="connsiteX28" fmla="*/ 8915 w 119998"/>
                <a:gd name="connsiteY28" fmla="*/ 136130 h 235994"/>
                <a:gd name="connsiteX29" fmla="*/ 8945 w 119998"/>
                <a:gd name="connsiteY29" fmla="*/ 101929 h 235994"/>
                <a:gd name="connsiteX30" fmla="*/ 8947 w 119998"/>
                <a:gd name="connsiteY30" fmla="*/ 99802 h 235994"/>
                <a:gd name="connsiteX31" fmla="*/ 8952 w 119998"/>
                <a:gd name="connsiteY31" fmla="*/ 89234 h 235994"/>
                <a:gd name="connsiteX32" fmla="*/ 9027 w 119998"/>
                <a:gd name="connsiteY32" fmla="*/ 1504 h 23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9998" h="235994">
                  <a:moveTo>
                    <a:pt x="9027" y="1504"/>
                  </a:moveTo>
                  <a:cubicBezTo>
                    <a:pt x="17868" y="1504"/>
                    <a:pt x="26708" y="1504"/>
                    <a:pt x="35816" y="1504"/>
                  </a:cubicBezTo>
                  <a:cubicBezTo>
                    <a:pt x="36062" y="69035"/>
                    <a:pt x="36307" y="136566"/>
                    <a:pt x="36560" y="206143"/>
                  </a:cubicBezTo>
                  <a:cubicBezTo>
                    <a:pt x="67011" y="206143"/>
                    <a:pt x="97461" y="206143"/>
                    <a:pt x="128834" y="206143"/>
                  </a:cubicBezTo>
                  <a:cubicBezTo>
                    <a:pt x="128834" y="216211"/>
                    <a:pt x="128834" y="226279"/>
                    <a:pt x="128834" y="236652"/>
                  </a:cubicBezTo>
                  <a:cubicBezTo>
                    <a:pt x="126062" y="237345"/>
                    <a:pt x="123965" y="237490"/>
                    <a:pt x="121130" y="237491"/>
                  </a:cubicBezTo>
                  <a:cubicBezTo>
                    <a:pt x="119672" y="237494"/>
                    <a:pt x="119672" y="237494"/>
                    <a:pt x="118184" y="237497"/>
                  </a:cubicBezTo>
                  <a:cubicBezTo>
                    <a:pt x="117107" y="237496"/>
                    <a:pt x="116031" y="237494"/>
                    <a:pt x="114955" y="237493"/>
                  </a:cubicBezTo>
                  <a:cubicBezTo>
                    <a:pt x="113820" y="237494"/>
                    <a:pt x="112686" y="237495"/>
                    <a:pt x="111552" y="237497"/>
                  </a:cubicBezTo>
                  <a:cubicBezTo>
                    <a:pt x="108472" y="237500"/>
                    <a:pt x="105393" y="237499"/>
                    <a:pt x="102314" y="237497"/>
                  </a:cubicBezTo>
                  <a:cubicBezTo>
                    <a:pt x="99093" y="237495"/>
                    <a:pt x="95873" y="237496"/>
                    <a:pt x="92653" y="237498"/>
                  </a:cubicBezTo>
                  <a:cubicBezTo>
                    <a:pt x="87247" y="237499"/>
                    <a:pt x="81841" y="237497"/>
                    <a:pt x="76435" y="237494"/>
                  </a:cubicBezTo>
                  <a:cubicBezTo>
                    <a:pt x="70179" y="237490"/>
                    <a:pt x="63923" y="237491"/>
                    <a:pt x="57667" y="237495"/>
                  </a:cubicBezTo>
                  <a:cubicBezTo>
                    <a:pt x="52300" y="237498"/>
                    <a:pt x="46932" y="237499"/>
                    <a:pt x="41565" y="237497"/>
                  </a:cubicBezTo>
                  <a:cubicBezTo>
                    <a:pt x="38358" y="237496"/>
                    <a:pt x="35150" y="237496"/>
                    <a:pt x="31943" y="237498"/>
                  </a:cubicBezTo>
                  <a:cubicBezTo>
                    <a:pt x="28929" y="237500"/>
                    <a:pt x="25915" y="237499"/>
                    <a:pt x="22902" y="237494"/>
                  </a:cubicBezTo>
                  <a:cubicBezTo>
                    <a:pt x="21794" y="237493"/>
                    <a:pt x="20686" y="237494"/>
                    <a:pt x="19577" y="237495"/>
                  </a:cubicBezTo>
                  <a:cubicBezTo>
                    <a:pt x="18069" y="237497"/>
                    <a:pt x="16561" y="237494"/>
                    <a:pt x="15053" y="237491"/>
                  </a:cubicBezTo>
                  <a:cubicBezTo>
                    <a:pt x="14208" y="237491"/>
                    <a:pt x="13362" y="237490"/>
                    <a:pt x="12492" y="237490"/>
                  </a:cubicBezTo>
                  <a:cubicBezTo>
                    <a:pt x="10515" y="237397"/>
                    <a:pt x="10515" y="237397"/>
                    <a:pt x="9027" y="236652"/>
                  </a:cubicBezTo>
                  <a:cubicBezTo>
                    <a:pt x="8842" y="235052"/>
                    <a:pt x="8842" y="235052"/>
                    <a:pt x="8844" y="232888"/>
                  </a:cubicBezTo>
                  <a:cubicBezTo>
                    <a:pt x="8841" y="232068"/>
                    <a:pt x="8838" y="231247"/>
                    <a:pt x="8835" y="230402"/>
                  </a:cubicBezTo>
                  <a:cubicBezTo>
                    <a:pt x="8839" y="229489"/>
                    <a:pt x="8844" y="228576"/>
                    <a:pt x="8848" y="227636"/>
                  </a:cubicBezTo>
                  <a:cubicBezTo>
                    <a:pt x="8847" y="226675"/>
                    <a:pt x="8846" y="225714"/>
                    <a:pt x="8844" y="224724"/>
                  </a:cubicBezTo>
                  <a:cubicBezTo>
                    <a:pt x="8841" y="222045"/>
                    <a:pt x="8847" y="219365"/>
                    <a:pt x="8854" y="216686"/>
                  </a:cubicBezTo>
                  <a:cubicBezTo>
                    <a:pt x="8861" y="213801"/>
                    <a:pt x="8859" y="210916"/>
                    <a:pt x="8857" y="208032"/>
                  </a:cubicBezTo>
                  <a:cubicBezTo>
                    <a:pt x="8857" y="203029"/>
                    <a:pt x="8861" y="198027"/>
                    <a:pt x="8870" y="193025"/>
                  </a:cubicBezTo>
                  <a:cubicBezTo>
                    <a:pt x="8882" y="185793"/>
                    <a:pt x="8886" y="178561"/>
                    <a:pt x="8888" y="171328"/>
                  </a:cubicBezTo>
                  <a:cubicBezTo>
                    <a:pt x="8891" y="159595"/>
                    <a:pt x="8901" y="147863"/>
                    <a:pt x="8915" y="136130"/>
                  </a:cubicBezTo>
                  <a:cubicBezTo>
                    <a:pt x="8928" y="124730"/>
                    <a:pt x="8939" y="113330"/>
                    <a:pt x="8945" y="101929"/>
                  </a:cubicBezTo>
                  <a:cubicBezTo>
                    <a:pt x="8946" y="100876"/>
                    <a:pt x="8946" y="100876"/>
                    <a:pt x="8947" y="99802"/>
                  </a:cubicBezTo>
                  <a:cubicBezTo>
                    <a:pt x="8948" y="96279"/>
                    <a:pt x="8950" y="92756"/>
                    <a:pt x="8952" y="89234"/>
                  </a:cubicBezTo>
                  <a:cubicBezTo>
                    <a:pt x="8968" y="59991"/>
                    <a:pt x="8994" y="30747"/>
                    <a:pt x="9027" y="1504"/>
                  </a:cubicBezTo>
                  <a:close/>
                </a:path>
              </a:pathLst>
            </a:custGeom>
            <a:grpFill/>
            <a:ln w="744" cap="flat">
              <a:noFill/>
              <a:prstDash val="solid"/>
              <a:miter/>
            </a:ln>
          </p:spPr>
          <p:txBody>
            <a:bodyPr rtlCol="0" anchor="ctr"/>
            <a:lstStyle/>
            <a:p>
              <a:endParaRPr lang="zh-CN" altLang="en-US"/>
            </a:p>
          </p:txBody>
        </p:sp>
        <p:sp>
          <p:nvSpPr>
            <p:cNvPr id="152" name="任意多边形: 形状 151"/>
            <p:cNvSpPr/>
            <p:nvPr/>
          </p:nvSpPr>
          <p:spPr>
            <a:xfrm>
              <a:off x="6978405" y="1392598"/>
              <a:ext cx="66554" cy="301308"/>
            </a:xfrm>
            <a:custGeom>
              <a:avLst/>
              <a:gdLst>
                <a:gd name="connsiteX0" fmla="*/ 57628 w 66554"/>
                <a:gd name="connsiteY0" fmla="*/ 1504 h 301308"/>
                <a:gd name="connsiteX1" fmla="*/ 60250 w 66554"/>
                <a:gd name="connsiteY1" fmla="*/ 1551 h 301308"/>
                <a:gd name="connsiteX2" fmla="*/ 63084 w 66554"/>
                <a:gd name="connsiteY2" fmla="*/ 1580 h 301308"/>
                <a:gd name="connsiteX3" fmla="*/ 66057 w 66554"/>
                <a:gd name="connsiteY3" fmla="*/ 1655 h 301308"/>
                <a:gd name="connsiteX4" fmla="*/ 69048 w 66554"/>
                <a:gd name="connsiteY4" fmla="*/ 1696 h 301308"/>
                <a:gd name="connsiteX5" fmla="*/ 76382 w 66554"/>
                <a:gd name="connsiteY5" fmla="*/ 1841 h 301308"/>
                <a:gd name="connsiteX6" fmla="*/ 76429 w 66554"/>
                <a:gd name="connsiteY6" fmla="*/ 5051 h 301308"/>
                <a:gd name="connsiteX7" fmla="*/ 76455 w 66554"/>
                <a:gd name="connsiteY7" fmla="*/ 6856 h 301308"/>
                <a:gd name="connsiteX8" fmla="*/ 74522 w 66554"/>
                <a:gd name="connsiteY8" fmla="*/ 11841 h 301308"/>
                <a:gd name="connsiteX9" fmla="*/ 72662 w 66554"/>
                <a:gd name="connsiteY9" fmla="*/ 15980 h 301308"/>
                <a:gd name="connsiteX10" fmla="*/ 71173 w 66554"/>
                <a:gd name="connsiteY10" fmla="*/ 16724 h 301308"/>
                <a:gd name="connsiteX11" fmla="*/ 70429 w 66554"/>
                <a:gd name="connsiteY11" fmla="*/ 21933 h 301308"/>
                <a:gd name="connsiteX12" fmla="*/ 68197 w 66554"/>
                <a:gd name="connsiteY12" fmla="*/ 21933 h 301308"/>
                <a:gd name="connsiteX13" fmla="*/ 67918 w 66554"/>
                <a:gd name="connsiteY13" fmla="*/ 24863 h 301308"/>
                <a:gd name="connsiteX14" fmla="*/ 67453 w 66554"/>
                <a:gd name="connsiteY14" fmla="*/ 27886 h 301308"/>
                <a:gd name="connsiteX15" fmla="*/ 65964 w 66554"/>
                <a:gd name="connsiteY15" fmla="*/ 28631 h 301308"/>
                <a:gd name="connsiteX16" fmla="*/ 65549 w 66554"/>
                <a:gd name="connsiteY16" fmla="*/ 33235 h 301308"/>
                <a:gd name="connsiteX17" fmla="*/ 65220 w 66554"/>
                <a:gd name="connsiteY17" fmla="*/ 34584 h 301308"/>
                <a:gd name="connsiteX18" fmla="*/ 62988 w 66554"/>
                <a:gd name="connsiteY18" fmla="*/ 35328 h 301308"/>
                <a:gd name="connsiteX19" fmla="*/ 62476 w 66554"/>
                <a:gd name="connsiteY19" fmla="*/ 38351 h 301308"/>
                <a:gd name="connsiteX20" fmla="*/ 62244 w 66554"/>
                <a:gd name="connsiteY20" fmla="*/ 41281 h 301308"/>
                <a:gd name="connsiteX21" fmla="*/ 60755 w 66554"/>
                <a:gd name="connsiteY21" fmla="*/ 41281 h 301308"/>
                <a:gd name="connsiteX22" fmla="*/ 60011 w 66554"/>
                <a:gd name="connsiteY22" fmla="*/ 44583 h 301308"/>
                <a:gd name="connsiteX23" fmla="*/ 59267 w 66554"/>
                <a:gd name="connsiteY23" fmla="*/ 47978 h 301308"/>
                <a:gd name="connsiteX24" fmla="*/ 57779 w 66554"/>
                <a:gd name="connsiteY24" fmla="*/ 48722 h 301308"/>
                <a:gd name="connsiteX25" fmla="*/ 57363 w 66554"/>
                <a:gd name="connsiteY25" fmla="*/ 53327 h 301308"/>
                <a:gd name="connsiteX26" fmla="*/ 57035 w 66554"/>
                <a:gd name="connsiteY26" fmla="*/ 54675 h 301308"/>
                <a:gd name="connsiteX27" fmla="*/ 54802 w 66554"/>
                <a:gd name="connsiteY27" fmla="*/ 55420 h 301308"/>
                <a:gd name="connsiteX28" fmla="*/ 54291 w 66554"/>
                <a:gd name="connsiteY28" fmla="*/ 59187 h 301308"/>
                <a:gd name="connsiteX29" fmla="*/ 54142 w 66554"/>
                <a:gd name="connsiteY29" fmla="*/ 61259 h 301308"/>
                <a:gd name="connsiteX30" fmla="*/ 54058 w 66554"/>
                <a:gd name="connsiteY30" fmla="*/ 62861 h 301308"/>
                <a:gd name="connsiteX31" fmla="*/ 51826 w 66554"/>
                <a:gd name="connsiteY31" fmla="*/ 62861 h 301308"/>
                <a:gd name="connsiteX32" fmla="*/ 51715 w 66554"/>
                <a:gd name="connsiteY32" fmla="*/ 64951 h 301308"/>
                <a:gd name="connsiteX33" fmla="*/ 51547 w 66554"/>
                <a:gd name="connsiteY33" fmla="*/ 67651 h 301308"/>
                <a:gd name="connsiteX34" fmla="*/ 51390 w 66554"/>
                <a:gd name="connsiteY34" fmla="*/ 70346 h 301308"/>
                <a:gd name="connsiteX35" fmla="*/ 51082 w 66554"/>
                <a:gd name="connsiteY35" fmla="*/ 72535 h 301308"/>
                <a:gd name="connsiteX36" fmla="*/ 49593 w 66554"/>
                <a:gd name="connsiteY36" fmla="*/ 73279 h 301308"/>
                <a:gd name="connsiteX37" fmla="*/ 49128 w 66554"/>
                <a:gd name="connsiteY37" fmla="*/ 78162 h 301308"/>
                <a:gd name="connsiteX38" fmla="*/ 48960 w 66554"/>
                <a:gd name="connsiteY38" fmla="*/ 80863 h 301308"/>
                <a:gd name="connsiteX39" fmla="*/ 48849 w 66554"/>
                <a:gd name="connsiteY39" fmla="*/ 82953 h 301308"/>
                <a:gd name="connsiteX40" fmla="*/ 46617 w 66554"/>
                <a:gd name="connsiteY40" fmla="*/ 82953 h 301308"/>
                <a:gd name="connsiteX41" fmla="*/ 46506 w 66554"/>
                <a:gd name="connsiteY41" fmla="*/ 85857 h 301308"/>
                <a:gd name="connsiteX42" fmla="*/ 46338 w 66554"/>
                <a:gd name="connsiteY42" fmla="*/ 89604 h 301308"/>
                <a:gd name="connsiteX43" fmla="*/ 46268 w 66554"/>
                <a:gd name="connsiteY43" fmla="*/ 91521 h 301308"/>
                <a:gd name="connsiteX44" fmla="*/ 46181 w 66554"/>
                <a:gd name="connsiteY44" fmla="*/ 93345 h 301308"/>
                <a:gd name="connsiteX45" fmla="*/ 46110 w 66554"/>
                <a:gd name="connsiteY45" fmla="*/ 95033 h 301308"/>
                <a:gd name="connsiteX46" fmla="*/ 45873 w 66554"/>
                <a:gd name="connsiteY46" fmla="*/ 96347 h 301308"/>
                <a:gd name="connsiteX47" fmla="*/ 44384 w 66554"/>
                <a:gd name="connsiteY47" fmla="*/ 97091 h 301308"/>
                <a:gd name="connsiteX48" fmla="*/ 43457 w 66554"/>
                <a:gd name="connsiteY48" fmla="*/ 103588 h 301308"/>
                <a:gd name="connsiteX49" fmla="*/ 43383 w 66554"/>
                <a:gd name="connsiteY49" fmla="*/ 105584 h 301308"/>
                <a:gd name="connsiteX50" fmla="*/ 43255 w 66554"/>
                <a:gd name="connsiteY50" fmla="*/ 109740 h 301308"/>
                <a:gd name="connsiteX51" fmla="*/ 43178 w 66554"/>
                <a:gd name="connsiteY51" fmla="*/ 111727 h 301308"/>
                <a:gd name="connsiteX52" fmla="*/ 43121 w 66554"/>
                <a:gd name="connsiteY52" fmla="*/ 113547 h 301308"/>
                <a:gd name="connsiteX53" fmla="*/ 42896 w 66554"/>
                <a:gd name="connsiteY53" fmla="*/ 114951 h 301308"/>
                <a:gd name="connsiteX54" fmla="*/ 41408 w 66554"/>
                <a:gd name="connsiteY54" fmla="*/ 115695 h 301308"/>
                <a:gd name="connsiteX55" fmla="*/ 41170 w 66554"/>
                <a:gd name="connsiteY55" fmla="*/ 122405 h 301308"/>
                <a:gd name="connsiteX56" fmla="*/ 41148 w 66554"/>
                <a:gd name="connsiteY56" fmla="*/ 124539 h 301308"/>
                <a:gd name="connsiteX57" fmla="*/ 41100 w 66554"/>
                <a:gd name="connsiteY57" fmla="*/ 131557 h 301308"/>
                <a:gd name="connsiteX58" fmla="*/ 41056 w 66554"/>
                <a:gd name="connsiteY58" fmla="*/ 136409 h 301308"/>
                <a:gd name="connsiteX59" fmla="*/ 40961 w 66554"/>
                <a:gd name="connsiteY59" fmla="*/ 149207 h 301308"/>
                <a:gd name="connsiteX60" fmla="*/ 40855 w 66554"/>
                <a:gd name="connsiteY60" fmla="*/ 162255 h 301308"/>
                <a:gd name="connsiteX61" fmla="*/ 40664 w 66554"/>
                <a:gd name="connsiteY61" fmla="*/ 187877 h 301308"/>
                <a:gd name="connsiteX62" fmla="*/ 42896 w 66554"/>
                <a:gd name="connsiteY62" fmla="*/ 187877 h 301308"/>
                <a:gd name="connsiteX63" fmla="*/ 42941 w 66554"/>
                <a:gd name="connsiteY63" fmla="*/ 189287 h 301308"/>
                <a:gd name="connsiteX64" fmla="*/ 43175 w 66554"/>
                <a:gd name="connsiteY64" fmla="*/ 195597 h 301308"/>
                <a:gd name="connsiteX65" fmla="*/ 43245 w 66554"/>
                <a:gd name="connsiteY65" fmla="*/ 197818 h 301308"/>
                <a:gd name="connsiteX66" fmla="*/ 43332 w 66554"/>
                <a:gd name="connsiteY66" fmla="*/ 199940 h 301308"/>
                <a:gd name="connsiteX67" fmla="*/ 43403 w 66554"/>
                <a:gd name="connsiteY67" fmla="*/ 201900 h 301308"/>
                <a:gd name="connsiteX68" fmla="*/ 45128 w 66554"/>
                <a:gd name="connsiteY68" fmla="*/ 204992 h 301308"/>
                <a:gd name="connsiteX69" fmla="*/ 45873 w 66554"/>
                <a:gd name="connsiteY69" fmla="*/ 204992 h 301308"/>
                <a:gd name="connsiteX70" fmla="*/ 46617 w 66554"/>
                <a:gd name="connsiteY70" fmla="*/ 219130 h 301308"/>
                <a:gd name="connsiteX71" fmla="*/ 48849 w 66554"/>
                <a:gd name="connsiteY71" fmla="*/ 219130 h 301308"/>
                <a:gd name="connsiteX72" fmla="*/ 48960 w 66554"/>
                <a:gd name="connsiteY72" fmla="*/ 221220 h 301308"/>
                <a:gd name="connsiteX73" fmla="*/ 49128 w 66554"/>
                <a:gd name="connsiteY73" fmla="*/ 223921 h 301308"/>
                <a:gd name="connsiteX74" fmla="*/ 49285 w 66554"/>
                <a:gd name="connsiteY74" fmla="*/ 226616 h 301308"/>
                <a:gd name="connsiteX75" fmla="*/ 49593 w 66554"/>
                <a:gd name="connsiteY75" fmla="*/ 228804 h 301308"/>
                <a:gd name="connsiteX76" fmla="*/ 51082 w 66554"/>
                <a:gd name="connsiteY76" fmla="*/ 229548 h 301308"/>
                <a:gd name="connsiteX77" fmla="*/ 51497 w 66554"/>
                <a:gd name="connsiteY77" fmla="*/ 235824 h 301308"/>
                <a:gd name="connsiteX78" fmla="*/ 51826 w 66554"/>
                <a:gd name="connsiteY78" fmla="*/ 237734 h 301308"/>
                <a:gd name="connsiteX79" fmla="*/ 54058 w 66554"/>
                <a:gd name="connsiteY79" fmla="*/ 239222 h 301308"/>
                <a:gd name="connsiteX80" fmla="*/ 54500 w 66554"/>
                <a:gd name="connsiteY80" fmla="*/ 245597 h 301308"/>
                <a:gd name="connsiteX81" fmla="*/ 54802 w 66554"/>
                <a:gd name="connsiteY81" fmla="*/ 247408 h 301308"/>
                <a:gd name="connsiteX82" fmla="*/ 57035 w 66554"/>
                <a:gd name="connsiteY82" fmla="*/ 248152 h 301308"/>
                <a:gd name="connsiteX83" fmla="*/ 57174 w 66554"/>
                <a:gd name="connsiteY83" fmla="*/ 251919 h 301308"/>
                <a:gd name="connsiteX84" fmla="*/ 57113 w 66554"/>
                <a:gd name="connsiteY84" fmla="*/ 253992 h 301308"/>
                <a:gd name="connsiteX85" fmla="*/ 57035 w 66554"/>
                <a:gd name="connsiteY85" fmla="*/ 255593 h 301308"/>
                <a:gd name="connsiteX86" fmla="*/ 59267 w 66554"/>
                <a:gd name="connsiteY86" fmla="*/ 255593 h 301308"/>
                <a:gd name="connsiteX87" fmla="*/ 60011 w 66554"/>
                <a:gd name="connsiteY87" fmla="*/ 263035 h 301308"/>
                <a:gd name="connsiteX88" fmla="*/ 62244 w 66554"/>
                <a:gd name="connsiteY88" fmla="*/ 263035 h 301308"/>
                <a:gd name="connsiteX89" fmla="*/ 62607 w 66554"/>
                <a:gd name="connsiteY89" fmla="*/ 267613 h 301308"/>
                <a:gd name="connsiteX90" fmla="*/ 62988 w 66554"/>
                <a:gd name="connsiteY90" fmla="*/ 268988 h 301308"/>
                <a:gd name="connsiteX91" fmla="*/ 65220 w 66554"/>
                <a:gd name="connsiteY91" fmla="*/ 269732 h 301308"/>
                <a:gd name="connsiteX92" fmla="*/ 65639 w 66554"/>
                <a:gd name="connsiteY92" fmla="*/ 272709 h 301308"/>
                <a:gd name="connsiteX93" fmla="*/ 65964 w 66554"/>
                <a:gd name="connsiteY93" fmla="*/ 275685 h 301308"/>
                <a:gd name="connsiteX94" fmla="*/ 67453 w 66554"/>
                <a:gd name="connsiteY94" fmla="*/ 276429 h 301308"/>
                <a:gd name="connsiteX95" fmla="*/ 68941 w 66554"/>
                <a:gd name="connsiteY95" fmla="*/ 281638 h 301308"/>
                <a:gd name="connsiteX96" fmla="*/ 70429 w 66554"/>
                <a:gd name="connsiteY96" fmla="*/ 282382 h 301308"/>
                <a:gd name="connsiteX97" fmla="*/ 71173 w 66554"/>
                <a:gd name="connsiteY97" fmla="*/ 288336 h 301308"/>
                <a:gd name="connsiteX98" fmla="*/ 73406 w 66554"/>
                <a:gd name="connsiteY98" fmla="*/ 288336 h 301308"/>
                <a:gd name="connsiteX99" fmla="*/ 73685 w 66554"/>
                <a:gd name="connsiteY99" fmla="*/ 290521 h 301308"/>
                <a:gd name="connsiteX100" fmla="*/ 74150 w 66554"/>
                <a:gd name="connsiteY100" fmla="*/ 292800 h 301308"/>
                <a:gd name="connsiteX101" fmla="*/ 75638 w 66554"/>
                <a:gd name="connsiteY101" fmla="*/ 293545 h 301308"/>
                <a:gd name="connsiteX102" fmla="*/ 76429 w 66554"/>
                <a:gd name="connsiteY102" fmla="*/ 299265 h 301308"/>
                <a:gd name="connsiteX103" fmla="*/ 76408 w 66554"/>
                <a:gd name="connsiteY103" fmla="*/ 301088 h 301308"/>
                <a:gd name="connsiteX104" fmla="*/ 76382 w 66554"/>
                <a:gd name="connsiteY104" fmla="*/ 302474 h 301308"/>
                <a:gd name="connsiteX105" fmla="*/ 66476 w 66554"/>
                <a:gd name="connsiteY105" fmla="*/ 302660 h 301308"/>
                <a:gd name="connsiteX106" fmla="*/ 63629 w 66554"/>
                <a:gd name="connsiteY106" fmla="*/ 302736 h 301308"/>
                <a:gd name="connsiteX107" fmla="*/ 60904 w 66554"/>
                <a:gd name="connsiteY107" fmla="*/ 302765 h 301308"/>
                <a:gd name="connsiteX108" fmla="*/ 58388 w 66554"/>
                <a:gd name="connsiteY108" fmla="*/ 302812 h 301308"/>
                <a:gd name="connsiteX109" fmla="*/ 54912 w 66554"/>
                <a:gd name="connsiteY109" fmla="*/ 301093 h 301308"/>
                <a:gd name="connsiteX110" fmla="*/ 53314 w 66554"/>
                <a:gd name="connsiteY110" fmla="*/ 295777 h 301308"/>
                <a:gd name="connsiteX111" fmla="*/ 51826 w 66554"/>
                <a:gd name="connsiteY111" fmla="*/ 295033 h 301308"/>
                <a:gd name="connsiteX112" fmla="*/ 51500 w 66554"/>
                <a:gd name="connsiteY112" fmla="*/ 293591 h 301308"/>
                <a:gd name="connsiteX113" fmla="*/ 48849 w 66554"/>
                <a:gd name="connsiteY113" fmla="*/ 290568 h 301308"/>
                <a:gd name="connsiteX114" fmla="*/ 47361 w 66554"/>
                <a:gd name="connsiteY114" fmla="*/ 286847 h 301308"/>
                <a:gd name="connsiteX115" fmla="*/ 45873 w 66554"/>
                <a:gd name="connsiteY115" fmla="*/ 286847 h 301308"/>
                <a:gd name="connsiteX116" fmla="*/ 45873 w 66554"/>
                <a:gd name="connsiteY116" fmla="*/ 280894 h 301308"/>
                <a:gd name="connsiteX117" fmla="*/ 43640 w 66554"/>
                <a:gd name="connsiteY117" fmla="*/ 280894 h 301308"/>
                <a:gd name="connsiteX118" fmla="*/ 42152 w 66554"/>
                <a:gd name="connsiteY118" fmla="*/ 275685 h 301308"/>
                <a:gd name="connsiteX119" fmla="*/ 40664 w 66554"/>
                <a:gd name="connsiteY119" fmla="*/ 274941 h 301308"/>
                <a:gd name="connsiteX120" fmla="*/ 40338 w 66554"/>
                <a:gd name="connsiteY120" fmla="*/ 273081 h 301308"/>
                <a:gd name="connsiteX121" fmla="*/ 39919 w 66554"/>
                <a:gd name="connsiteY121" fmla="*/ 271220 h 301308"/>
                <a:gd name="connsiteX122" fmla="*/ 37687 w 66554"/>
                <a:gd name="connsiteY122" fmla="*/ 270476 h 301308"/>
                <a:gd name="connsiteX123" fmla="*/ 37547 w 66554"/>
                <a:gd name="connsiteY123" fmla="*/ 267081 h 301308"/>
                <a:gd name="connsiteX124" fmla="*/ 37608 w 66554"/>
                <a:gd name="connsiteY124" fmla="*/ 265218 h 301308"/>
                <a:gd name="connsiteX125" fmla="*/ 37687 w 66554"/>
                <a:gd name="connsiteY125" fmla="*/ 263779 h 301308"/>
                <a:gd name="connsiteX126" fmla="*/ 35455 w 66554"/>
                <a:gd name="connsiteY126" fmla="*/ 263779 h 301308"/>
                <a:gd name="connsiteX127" fmla="*/ 34664 w 66554"/>
                <a:gd name="connsiteY127" fmla="*/ 260849 h 301308"/>
                <a:gd name="connsiteX128" fmla="*/ 33966 w 66554"/>
                <a:gd name="connsiteY128" fmla="*/ 257826 h 301308"/>
                <a:gd name="connsiteX129" fmla="*/ 32478 w 66554"/>
                <a:gd name="connsiteY129" fmla="*/ 257082 h 301308"/>
                <a:gd name="connsiteX130" fmla="*/ 32013 w 66554"/>
                <a:gd name="connsiteY130" fmla="*/ 253687 h 301308"/>
                <a:gd name="connsiteX131" fmla="*/ 31844 w 66554"/>
                <a:gd name="connsiteY131" fmla="*/ 251823 h 301308"/>
                <a:gd name="connsiteX132" fmla="*/ 31734 w 66554"/>
                <a:gd name="connsiteY132" fmla="*/ 250384 h 301308"/>
                <a:gd name="connsiteX133" fmla="*/ 29501 w 66554"/>
                <a:gd name="connsiteY133" fmla="*/ 250384 h 301308"/>
                <a:gd name="connsiteX134" fmla="*/ 29417 w 66554"/>
                <a:gd name="connsiteY134" fmla="*/ 248972 h 301308"/>
                <a:gd name="connsiteX135" fmla="*/ 29269 w 66554"/>
                <a:gd name="connsiteY135" fmla="*/ 247129 h 301308"/>
                <a:gd name="connsiteX136" fmla="*/ 29138 w 66554"/>
                <a:gd name="connsiteY136" fmla="*/ 245297 h 301308"/>
                <a:gd name="connsiteX137" fmla="*/ 26525 w 66554"/>
                <a:gd name="connsiteY137" fmla="*/ 242199 h 301308"/>
                <a:gd name="connsiteX138" fmla="*/ 26525 w 66554"/>
                <a:gd name="connsiteY138" fmla="*/ 237734 h 301308"/>
                <a:gd name="connsiteX139" fmla="*/ 25458 w 66554"/>
                <a:gd name="connsiteY139" fmla="*/ 236717 h 301308"/>
                <a:gd name="connsiteX140" fmla="*/ 23502 w 66554"/>
                <a:gd name="connsiteY140" fmla="*/ 231641 h 301308"/>
                <a:gd name="connsiteX141" fmla="*/ 22804 w 66554"/>
                <a:gd name="connsiteY141" fmla="*/ 228060 h 301308"/>
                <a:gd name="connsiteX142" fmla="*/ 21316 w 66554"/>
                <a:gd name="connsiteY142" fmla="*/ 228060 h 301308"/>
                <a:gd name="connsiteX143" fmla="*/ 21232 w 66554"/>
                <a:gd name="connsiteY143" fmla="*/ 226159 h 301308"/>
                <a:gd name="connsiteX144" fmla="*/ 21083 w 66554"/>
                <a:gd name="connsiteY144" fmla="*/ 223688 h 301308"/>
                <a:gd name="connsiteX145" fmla="*/ 20953 w 66554"/>
                <a:gd name="connsiteY145" fmla="*/ 221229 h 301308"/>
                <a:gd name="connsiteX146" fmla="*/ 20572 w 66554"/>
                <a:gd name="connsiteY146" fmla="*/ 219130 h 301308"/>
                <a:gd name="connsiteX147" fmla="*/ 18339 w 66554"/>
                <a:gd name="connsiteY147" fmla="*/ 217642 h 301308"/>
                <a:gd name="connsiteX148" fmla="*/ 17921 w 66554"/>
                <a:gd name="connsiteY148" fmla="*/ 212015 h 301308"/>
                <a:gd name="connsiteX149" fmla="*/ 17595 w 66554"/>
                <a:gd name="connsiteY149" fmla="*/ 206480 h 301308"/>
                <a:gd name="connsiteX150" fmla="*/ 16107 w 66554"/>
                <a:gd name="connsiteY150" fmla="*/ 205736 h 301308"/>
                <a:gd name="connsiteX151" fmla="*/ 15799 w 66554"/>
                <a:gd name="connsiteY151" fmla="*/ 202570 h 301308"/>
                <a:gd name="connsiteX152" fmla="*/ 15712 w 66554"/>
                <a:gd name="connsiteY152" fmla="*/ 200645 h 301308"/>
                <a:gd name="connsiteX153" fmla="*/ 15642 w 66554"/>
                <a:gd name="connsiteY153" fmla="*/ 198620 h 301308"/>
                <a:gd name="connsiteX154" fmla="*/ 15555 w 66554"/>
                <a:gd name="connsiteY154" fmla="*/ 196587 h 301308"/>
                <a:gd name="connsiteX155" fmla="*/ 15363 w 66554"/>
                <a:gd name="connsiteY155" fmla="*/ 191597 h 301308"/>
                <a:gd name="connsiteX156" fmla="*/ 13130 w 66554"/>
                <a:gd name="connsiteY156" fmla="*/ 192341 h 301308"/>
                <a:gd name="connsiteX157" fmla="*/ 12386 w 66554"/>
                <a:gd name="connsiteY157" fmla="*/ 166297 h 301308"/>
                <a:gd name="connsiteX158" fmla="*/ 10154 w 66554"/>
                <a:gd name="connsiteY158" fmla="*/ 166297 h 301308"/>
                <a:gd name="connsiteX159" fmla="*/ 10031 w 66554"/>
                <a:gd name="connsiteY159" fmla="*/ 154297 h 301308"/>
                <a:gd name="connsiteX160" fmla="*/ 9985 w 66554"/>
                <a:gd name="connsiteY160" fmla="*/ 150213 h 301308"/>
                <a:gd name="connsiteX161" fmla="*/ 9936 w 66554"/>
                <a:gd name="connsiteY161" fmla="*/ 144350 h 301308"/>
                <a:gd name="connsiteX162" fmla="*/ 9901 w 66554"/>
                <a:gd name="connsiteY162" fmla="*/ 142499 h 301308"/>
                <a:gd name="connsiteX163" fmla="*/ 10154 w 66554"/>
                <a:gd name="connsiteY163" fmla="*/ 138019 h 301308"/>
                <a:gd name="connsiteX164" fmla="*/ 12386 w 66554"/>
                <a:gd name="connsiteY164" fmla="*/ 136531 h 301308"/>
                <a:gd name="connsiteX165" fmla="*/ 12767 w 66554"/>
                <a:gd name="connsiteY165" fmla="*/ 130851 h 301308"/>
                <a:gd name="connsiteX166" fmla="*/ 12807 w 66554"/>
                <a:gd name="connsiteY166" fmla="*/ 129156 h 301308"/>
                <a:gd name="connsiteX167" fmla="*/ 12898 w 66554"/>
                <a:gd name="connsiteY167" fmla="*/ 123787 h 301308"/>
                <a:gd name="connsiteX168" fmla="*/ 12975 w 66554"/>
                <a:gd name="connsiteY168" fmla="*/ 120151 h 301308"/>
                <a:gd name="connsiteX169" fmla="*/ 13130 w 66554"/>
                <a:gd name="connsiteY169" fmla="*/ 111230 h 301308"/>
                <a:gd name="connsiteX170" fmla="*/ 15363 w 66554"/>
                <a:gd name="connsiteY170" fmla="*/ 111974 h 301308"/>
                <a:gd name="connsiteX171" fmla="*/ 16107 w 66554"/>
                <a:gd name="connsiteY171" fmla="*/ 95603 h 301308"/>
                <a:gd name="connsiteX172" fmla="*/ 17595 w 66554"/>
                <a:gd name="connsiteY172" fmla="*/ 95603 h 301308"/>
                <a:gd name="connsiteX173" fmla="*/ 18246 w 66554"/>
                <a:gd name="connsiteY173" fmla="*/ 88766 h 301308"/>
                <a:gd name="connsiteX174" fmla="*/ 18339 w 66554"/>
                <a:gd name="connsiteY174" fmla="*/ 85929 h 301308"/>
                <a:gd name="connsiteX175" fmla="*/ 20572 w 66554"/>
                <a:gd name="connsiteY175" fmla="*/ 84441 h 301308"/>
                <a:gd name="connsiteX176" fmla="*/ 21083 w 66554"/>
                <a:gd name="connsiteY176" fmla="*/ 79883 h 301308"/>
                <a:gd name="connsiteX177" fmla="*/ 21232 w 66554"/>
                <a:gd name="connsiteY177" fmla="*/ 77412 h 301308"/>
                <a:gd name="connsiteX178" fmla="*/ 21316 w 66554"/>
                <a:gd name="connsiteY178" fmla="*/ 75511 h 301308"/>
                <a:gd name="connsiteX179" fmla="*/ 23548 w 66554"/>
                <a:gd name="connsiteY179" fmla="*/ 75511 h 301308"/>
                <a:gd name="connsiteX180" fmla="*/ 23633 w 66554"/>
                <a:gd name="connsiteY180" fmla="*/ 73747 h 301308"/>
                <a:gd name="connsiteX181" fmla="*/ 23781 w 66554"/>
                <a:gd name="connsiteY181" fmla="*/ 71465 h 301308"/>
                <a:gd name="connsiteX182" fmla="*/ 23912 w 66554"/>
                <a:gd name="connsiteY182" fmla="*/ 69189 h 301308"/>
                <a:gd name="connsiteX183" fmla="*/ 24292 w 66554"/>
                <a:gd name="connsiteY183" fmla="*/ 67326 h 301308"/>
                <a:gd name="connsiteX184" fmla="*/ 26525 w 66554"/>
                <a:gd name="connsiteY184" fmla="*/ 66582 h 301308"/>
                <a:gd name="connsiteX185" fmla="*/ 26313 w 66554"/>
                <a:gd name="connsiteY185" fmla="*/ 61977 h 301308"/>
                <a:gd name="connsiteX186" fmla="*/ 26525 w 66554"/>
                <a:gd name="connsiteY186" fmla="*/ 60629 h 301308"/>
                <a:gd name="connsiteX187" fmla="*/ 28013 w 66554"/>
                <a:gd name="connsiteY187" fmla="*/ 60280 h 301308"/>
                <a:gd name="connsiteX188" fmla="*/ 29501 w 66554"/>
                <a:gd name="connsiteY188" fmla="*/ 59884 h 301308"/>
                <a:gd name="connsiteX189" fmla="*/ 29548 w 66554"/>
                <a:gd name="connsiteY189" fmla="*/ 56536 h 301308"/>
                <a:gd name="connsiteX190" fmla="*/ 29501 w 66554"/>
                <a:gd name="connsiteY190" fmla="*/ 53187 h 301308"/>
                <a:gd name="connsiteX191" fmla="*/ 31734 w 66554"/>
                <a:gd name="connsiteY191" fmla="*/ 52443 h 301308"/>
                <a:gd name="connsiteX192" fmla="*/ 32245 w 66554"/>
                <a:gd name="connsiteY192" fmla="*/ 49420 h 301308"/>
                <a:gd name="connsiteX193" fmla="*/ 32478 w 66554"/>
                <a:gd name="connsiteY193" fmla="*/ 46490 h 301308"/>
                <a:gd name="connsiteX194" fmla="*/ 34710 w 66554"/>
                <a:gd name="connsiteY194" fmla="*/ 46490 h 301308"/>
                <a:gd name="connsiteX195" fmla="*/ 34571 w 66554"/>
                <a:gd name="connsiteY195" fmla="*/ 44397 h 301308"/>
                <a:gd name="connsiteX196" fmla="*/ 35780 w 66554"/>
                <a:gd name="connsiteY196" fmla="*/ 41002 h 301308"/>
                <a:gd name="connsiteX197" fmla="*/ 37315 w 66554"/>
                <a:gd name="connsiteY197" fmla="*/ 36723 h 301308"/>
                <a:gd name="connsiteX198" fmla="*/ 37687 w 66554"/>
                <a:gd name="connsiteY198" fmla="*/ 33840 h 301308"/>
                <a:gd name="connsiteX199" fmla="*/ 39919 w 66554"/>
                <a:gd name="connsiteY199" fmla="*/ 33095 h 301308"/>
                <a:gd name="connsiteX200" fmla="*/ 40664 w 66554"/>
                <a:gd name="connsiteY200" fmla="*/ 28631 h 301308"/>
                <a:gd name="connsiteX201" fmla="*/ 42152 w 66554"/>
                <a:gd name="connsiteY201" fmla="*/ 27886 h 301308"/>
                <a:gd name="connsiteX202" fmla="*/ 42896 w 66554"/>
                <a:gd name="connsiteY202" fmla="*/ 25654 h 301308"/>
                <a:gd name="connsiteX203" fmla="*/ 45128 w 66554"/>
                <a:gd name="connsiteY203" fmla="*/ 22677 h 301308"/>
                <a:gd name="connsiteX204" fmla="*/ 45873 w 66554"/>
                <a:gd name="connsiteY204" fmla="*/ 18213 h 301308"/>
                <a:gd name="connsiteX205" fmla="*/ 48105 w 66554"/>
                <a:gd name="connsiteY205" fmla="*/ 18213 h 301308"/>
                <a:gd name="connsiteX206" fmla="*/ 48849 w 66554"/>
                <a:gd name="connsiteY206" fmla="*/ 13004 h 301308"/>
                <a:gd name="connsiteX207" fmla="*/ 51082 w 66554"/>
                <a:gd name="connsiteY207" fmla="*/ 13004 h 301308"/>
                <a:gd name="connsiteX208" fmla="*/ 51826 w 66554"/>
                <a:gd name="connsiteY208" fmla="*/ 8539 h 301308"/>
                <a:gd name="connsiteX209" fmla="*/ 54058 w 66554"/>
                <a:gd name="connsiteY209" fmla="*/ 8539 h 301308"/>
                <a:gd name="connsiteX210" fmla="*/ 53965 w 66554"/>
                <a:gd name="connsiteY210" fmla="*/ 6864 h 301308"/>
                <a:gd name="connsiteX211" fmla="*/ 57628 w 66554"/>
                <a:gd name="connsiteY211" fmla="*/ 1504 h 3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66554" h="301308">
                  <a:moveTo>
                    <a:pt x="57628" y="1504"/>
                  </a:moveTo>
                  <a:cubicBezTo>
                    <a:pt x="58493" y="1519"/>
                    <a:pt x="59358" y="1535"/>
                    <a:pt x="60250" y="1551"/>
                  </a:cubicBezTo>
                  <a:cubicBezTo>
                    <a:pt x="61652" y="1565"/>
                    <a:pt x="61652" y="1565"/>
                    <a:pt x="63084" y="1580"/>
                  </a:cubicBezTo>
                  <a:cubicBezTo>
                    <a:pt x="64065" y="1605"/>
                    <a:pt x="65046" y="1630"/>
                    <a:pt x="66057" y="1655"/>
                  </a:cubicBezTo>
                  <a:cubicBezTo>
                    <a:pt x="67054" y="1670"/>
                    <a:pt x="68051" y="1684"/>
                    <a:pt x="69048" y="1696"/>
                  </a:cubicBezTo>
                  <a:cubicBezTo>
                    <a:pt x="71494" y="1731"/>
                    <a:pt x="73938" y="1780"/>
                    <a:pt x="76382" y="1841"/>
                  </a:cubicBezTo>
                  <a:cubicBezTo>
                    <a:pt x="76402" y="2911"/>
                    <a:pt x="76417" y="3981"/>
                    <a:pt x="76429" y="5051"/>
                  </a:cubicBezTo>
                  <a:cubicBezTo>
                    <a:pt x="76437" y="5646"/>
                    <a:pt x="76446" y="6242"/>
                    <a:pt x="76455" y="6856"/>
                  </a:cubicBezTo>
                  <a:cubicBezTo>
                    <a:pt x="76363" y="8977"/>
                    <a:pt x="76082" y="10346"/>
                    <a:pt x="74522" y="11841"/>
                  </a:cubicBezTo>
                  <a:cubicBezTo>
                    <a:pt x="73216" y="13201"/>
                    <a:pt x="73082" y="14180"/>
                    <a:pt x="72662" y="15980"/>
                  </a:cubicBezTo>
                  <a:cubicBezTo>
                    <a:pt x="72170" y="16226"/>
                    <a:pt x="71679" y="16471"/>
                    <a:pt x="71173" y="16724"/>
                  </a:cubicBezTo>
                  <a:cubicBezTo>
                    <a:pt x="70870" y="18452"/>
                    <a:pt x="70619" y="20190"/>
                    <a:pt x="70429" y="21933"/>
                  </a:cubicBezTo>
                  <a:cubicBezTo>
                    <a:pt x="69692" y="21933"/>
                    <a:pt x="68956" y="21933"/>
                    <a:pt x="68197" y="21933"/>
                  </a:cubicBezTo>
                  <a:cubicBezTo>
                    <a:pt x="68059" y="23384"/>
                    <a:pt x="68059" y="23384"/>
                    <a:pt x="67918" y="24863"/>
                  </a:cubicBezTo>
                  <a:cubicBezTo>
                    <a:pt x="67761" y="26511"/>
                    <a:pt x="67761" y="26511"/>
                    <a:pt x="67453" y="27886"/>
                  </a:cubicBezTo>
                  <a:cubicBezTo>
                    <a:pt x="66716" y="28255"/>
                    <a:pt x="66716" y="28255"/>
                    <a:pt x="65964" y="28631"/>
                  </a:cubicBezTo>
                  <a:cubicBezTo>
                    <a:pt x="65703" y="30167"/>
                    <a:pt x="65635" y="31679"/>
                    <a:pt x="65549" y="33235"/>
                  </a:cubicBezTo>
                  <a:cubicBezTo>
                    <a:pt x="65386" y="33903"/>
                    <a:pt x="65386" y="33903"/>
                    <a:pt x="65220" y="34584"/>
                  </a:cubicBezTo>
                  <a:cubicBezTo>
                    <a:pt x="64115" y="34952"/>
                    <a:pt x="64115" y="34952"/>
                    <a:pt x="62988" y="35328"/>
                  </a:cubicBezTo>
                  <a:cubicBezTo>
                    <a:pt x="62552" y="36731"/>
                    <a:pt x="62552" y="36731"/>
                    <a:pt x="62476" y="38351"/>
                  </a:cubicBezTo>
                  <a:cubicBezTo>
                    <a:pt x="62399" y="39318"/>
                    <a:pt x="62323" y="40285"/>
                    <a:pt x="62244" y="41281"/>
                  </a:cubicBezTo>
                  <a:cubicBezTo>
                    <a:pt x="61752" y="41281"/>
                    <a:pt x="61261" y="41281"/>
                    <a:pt x="60755" y="41281"/>
                  </a:cubicBezTo>
                  <a:cubicBezTo>
                    <a:pt x="60292" y="42776"/>
                    <a:pt x="60292" y="42776"/>
                    <a:pt x="60011" y="44583"/>
                  </a:cubicBezTo>
                  <a:cubicBezTo>
                    <a:pt x="59686" y="46440"/>
                    <a:pt x="59686" y="46440"/>
                    <a:pt x="59267" y="47978"/>
                  </a:cubicBezTo>
                  <a:cubicBezTo>
                    <a:pt x="58530" y="48347"/>
                    <a:pt x="58530" y="48347"/>
                    <a:pt x="57779" y="48722"/>
                  </a:cubicBezTo>
                  <a:cubicBezTo>
                    <a:pt x="57517" y="50259"/>
                    <a:pt x="57449" y="51771"/>
                    <a:pt x="57363" y="53327"/>
                  </a:cubicBezTo>
                  <a:cubicBezTo>
                    <a:pt x="57255" y="53772"/>
                    <a:pt x="57146" y="54217"/>
                    <a:pt x="57035" y="54675"/>
                  </a:cubicBezTo>
                  <a:cubicBezTo>
                    <a:pt x="56298" y="54921"/>
                    <a:pt x="55561" y="55167"/>
                    <a:pt x="54802" y="55420"/>
                  </a:cubicBezTo>
                  <a:cubicBezTo>
                    <a:pt x="54364" y="57167"/>
                    <a:pt x="54364" y="57167"/>
                    <a:pt x="54291" y="59187"/>
                  </a:cubicBezTo>
                  <a:cubicBezTo>
                    <a:pt x="54242" y="59871"/>
                    <a:pt x="54193" y="60555"/>
                    <a:pt x="54142" y="61259"/>
                  </a:cubicBezTo>
                  <a:cubicBezTo>
                    <a:pt x="54115" y="61788"/>
                    <a:pt x="54087" y="62316"/>
                    <a:pt x="54058" y="62861"/>
                  </a:cubicBezTo>
                  <a:cubicBezTo>
                    <a:pt x="53321" y="62861"/>
                    <a:pt x="52585" y="62861"/>
                    <a:pt x="51826" y="62861"/>
                  </a:cubicBezTo>
                  <a:cubicBezTo>
                    <a:pt x="51789" y="63551"/>
                    <a:pt x="51753" y="64240"/>
                    <a:pt x="51715" y="64951"/>
                  </a:cubicBezTo>
                  <a:cubicBezTo>
                    <a:pt x="51660" y="65842"/>
                    <a:pt x="51604" y="66733"/>
                    <a:pt x="51547" y="67651"/>
                  </a:cubicBezTo>
                  <a:cubicBezTo>
                    <a:pt x="51495" y="68541"/>
                    <a:pt x="51443" y="69430"/>
                    <a:pt x="51390" y="70346"/>
                  </a:cubicBezTo>
                  <a:cubicBezTo>
                    <a:pt x="51288" y="71068"/>
                    <a:pt x="51186" y="71791"/>
                    <a:pt x="51082" y="72535"/>
                  </a:cubicBezTo>
                  <a:cubicBezTo>
                    <a:pt x="50345" y="72903"/>
                    <a:pt x="50345" y="72903"/>
                    <a:pt x="49593" y="73279"/>
                  </a:cubicBezTo>
                  <a:cubicBezTo>
                    <a:pt x="49244" y="75545"/>
                    <a:pt x="49244" y="75545"/>
                    <a:pt x="49128" y="78162"/>
                  </a:cubicBezTo>
                  <a:cubicBezTo>
                    <a:pt x="49072" y="79054"/>
                    <a:pt x="49017" y="79945"/>
                    <a:pt x="48960" y="80863"/>
                  </a:cubicBezTo>
                  <a:cubicBezTo>
                    <a:pt x="48923" y="81552"/>
                    <a:pt x="48887" y="82242"/>
                    <a:pt x="48849" y="82953"/>
                  </a:cubicBezTo>
                  <a:cubicBezTo>
                    <a:pt x="48112" y="82953"/>
                    <a:pt x="47376" y="82953"/>
                    <a:pt x="46617" y="82953"/>
                  </a:cubicBezTo>
                  <a:cubicBezTo>
                    <a:pt x="46580" y="83911"/>
                    <a:pt x="46544" y="84869"/>
                    <a:pt x="46506" y="85857"/>
                  </a:cubicBezTo>
                  <a:cubicBezTo>
                    <a:pt x="46450" y="87106"/>
                    <a:pt x="46394" y="88355"/>
                    <a:pt x="46338" y="89604"/>
                  </a:cubicBezTo>
                  <a:cubicBezTo>
                    <a:pt x="46315" y="90236"/>
                    <a:pt x="46292" y="90869"/>
                    <a:pt x="46268" y="91521"/>
                  </a:cubicBezTo>
                  <a:cubicBezTo>
                    <a:pt x="46239" y="92122"/>
                    <a:pt x="46210" y="92724"/>
                    <a:pt x="46181" y="93345"/>
                  </a:cubicBezTo>
                  <a:cubicBezTo>
                    <a:pt x="46157" y="93902"/>
                    <a:pt x="46134" y="94459"/>
                    <a:pt x="46110" y="95033"/>
                  </a:cubicBezTo>
                  <a:cubicBezTo>
                    <a:pt x="46031" y="95467"/>
                    <a:pt x="45953" y="95901"/>
                    <a:pt x="45873" y="96347"/>
                  </a:cubicBezTo>
                  <a:cubicBezTo>
                    <a:pt x="45136" y="96716"/>
                    <a:pt x="45136" y="96716"/>
                    <a:pt x="44384" y="97091"/>
                  </a:cubicBezTo>
                  <a:cubicBezTo>
                    <a:pt x="43641" y="99246"/>
                    <a:pt x="43524" y="101322"/>
                    <a:pt x="43457" y="103588"/>
                  </a:cubicBezTo>
                  <a:cubicBezTo>
                    <a:pt x="43433" y="104247"/>
                    <a:pt x="43408" y="104905"/>
                    <a:pt x="43383" y="105584"/>
                  </a:cubicBezTo>
                  <a:cubicBezTo>
                    <a:pt x="43337" y="106969"/>
                    <a:pt x="43294" y="108355"/>
                    <a:pt x="43255" y="109740"/>
                  </a:cubicBezTo>
                  <a:cubicBezTo>
                    <a:pt x="43230" y="110396"/>
                    <a:pt x="43204" y="111052"/>
                    <a:pt x="43178" y="111727"/>
                  </a:cubicBezTo>
                  <a:cubicBezTo>
                    <a:pt x="43150" y="112628"/>
                    <a:pt x="43150" y="112628"/>
                    <a:pt x="43121" y="113547"/>
                  </a:cubicBezTo>
                  <a:cubicBezTo>
                    <a:pt x="43047" y="114011"/>
                    <a:pt x="42973" y="114474"/>
                    <a:pt x="42896" y="114951"/>
                  </a:cubicBezTo>
                  <a:cubicBezTo>
                    <a:pt x="42405" y="115196"/>
                    <a:pt x="41914" y="115442"/>
                    <a:pt x="41408" y="115695"/>
                  </a:cubicBezTo>
                  <a:cubicBezTo>
                    <a:pt x="41242" y="117953"/>
                    <a:pt x="41176" y="120145"/>
                    <a:pt x="41170" y="122405"/>
                  </a:cubicBezTo>
                  <a:cubicBezTo>
                    <a:pt x="41159" y="123462"/>
                    <a:pt x="41159" y="123462"/>
                    <a:pt x="41148" y="124539"/>
                  </a:cubicBezTo>
                  <a:cubicBezTo>
                    <a:pt x="41125" y="126879"/>
                    <a:pt x="41112" y="129218"/>
                    <a:pt x="41100" y="131557"/>
                  </a:cubicBezTo>
                  <a:cubicBezTo>
                    <a:pt x="41086" y="133175"/>
                    <a:pt x="41071" y="134792"/>
                    <a:pt x="41056" y="136409"/>
                  </a:cubicBezTo>
                  <a:cubicBezTo>
                    <a:pt x="41018" y="140675"/>
                    <a:pt x="40988" y="144941"/>
                    <a:pt x="40961" y="149207"/>
                  </a:cubicBezTo>
                  <a:cubicBezTo>
                    <a:pt x="40931" y="153556"/>
                    <a:pt x="40893" y="157905"/>
                    <a:pt x="40855" y="162255"/>
                  </a:cubicBezTo>
                  <a:cubicBezTo>
                    <a:pt x="40783" y="170795"/>
                    <a:pt x="40720" y="179336"/>
                    <a:pt x="40664" y="187877"/>
                  </a:cubicBezTo>
                  <a:cubicBezTo>
                    <a:pt x="41400" y="187877"/>
                    <a:pt x="42137" y="187877"/>
                    <a:pt x="42896" y="187877"/>
                  </a:cubicBezTo>
                  <a:cubicBezTo>
                    <a:pt x="42918" y="188575"/>
                    <a:pt x="42918" y="188575"/>
                    <a:pt x="42941" y="189287"/>
                  </a:cubicBezTo>
                  <a:cubicBezTo>
                    <a:pt x="43011" y="191391"/>
                    <a:pt x="43093" y="193494"/>
                    <a:pt x="43175" y="195597"/>
                  </a:cubicBezTo>
                  <a:cubicBezTo>
                    <a:pt x="43198" y="196330"/>
                    <a:pt x="43221" y="197063"/>
                    <a:pt x="43245" y="197818"/>
                  </a:cubicBezTo>
                  <a:cubicBezTo>
                    <a:pt x="43288" y="198868"/>
                    <a:pt x="43288" y="198868"/>
                    <a:pt x="43332" y="199940"/>
                  </a:cubicBezTo>
                  <a:cubicBezTo>
                    <a:pt x="43355" y="200587"/>
                    <a:pt x="43379" y="201234"/>
                    <a:pt x="43403" y="201900"/>
                  </a:cubicBezTo>
                  <a:cubicBezTo>
                    <a:pt x="43500" y="203660"/>
                    <a:pt x="43500" y="203660"/>
                    <a:pt x="45128" y="204992"/>
                  </a:cubicBezTo>
                  <a:cubicBezTo>
                    <a:pt x="45374" y="204992"/>
                    <a:pt x="45620" y="204992"/>
                    <a:pt x="45873" y="204992"/>
                  </a:cubicBezTo>
                  <a:cubicBezTo>
                    <a:pt x="46118" y="209658"/>
                    <a:pt x="46364" y="214323"/>
                    <a:pt x="46617" y="219130"/>
                  </a:cubicBezTo>
                  <a:cubicBezTo>
                    <a:pt x="47353" y="219130"/>
                    <a:pt x="48090" y="219130"/>
                    <a:pt x="48849" y="219130"/>
                  </a:cubicBezTo>
                  <a:cubicBezTo>
                    <a:pt x="48886" y="219820"/>
                    <a:pt x="48922" y="220510"/>
                    <a:pt x="48960" y="221220"/>
                  </a:cubicBezTo>
                  <a:cubicBezTo>
                    <a:pt x="49015" y="222112"/>
                    <a:pt x="49071" y="223003"/>
                    <a:pt x="49128" y="223921"/>
                  </a:cubicBezTo>
                  <a:cubicBezTo>
                    <a:pt x="49206" y="225255"/>
                    <a:pt x="49206" y="225255"/>
                    <a:pt x="49285" y="226616"/>
                  </a:cubicBezTo>
                  <a:cubicBezTo>
                    <a:pt x="49387" y="227338"/>
                    <a:pt x="49488" y="228060"/>
                    <a:pt x="49593" y="228804"/>
                  </a:cubicBezTo>
                  <a:cubicBezTo>
                    <a:pt x="50084" y="229050"/>
                    <a:pt x="50575" y="229295"/>
                    <a:pt x="51082" y="229548"/>
                  </a:cubicBezTo>
                  <a:cubicBezTo>
                    <a:pt x="51347" y="231641"/>
                    <a:pt x="51412" y="233717"/>
                    <a:pt x="51497" y="235824"/>
                  </a:cubicBezTo>
                  <a:cubicBezTo>
                    <a:pt x="51606" y="236454"/>
                    <a:pt x="51714" y="237085"/>
                    <a:pt x="51826" y="237734"/>
                  </a:cubicBezTo>
                  <a:cubicBezTo>
                    <a:pt x="52562" y="238225"/>
                    <a:pt x="53299" y="238716"/>
                    <a:pt x="54058" y="239222"/>
                  </a:cubicBezTo>
                  <a:cubicBezTo>
                    <a:pt x="54396" y="241358"/>
                    <a:pt x="54432" y="243437"/>
                    <a:pt x="54500" y="245597"/>
                  </a:cubicBezTo>
                  <a:cubicBezTo>
                    <a:pt x="54600" y="246195"/>
                    <a:pt x="54699" y="246792"/>
                    <a:pt x="54802" y="247408"/>
                  </a:cubicBezTo>
                  <a:cubicBezTo>
                    <a:pt x="55539" y="247653"/>
                    <a:pt x="56276" y="247899"/>
                    <a:pt x="57035" y="248152"/>
                  </a:cubicBezTo>
                  <a:cubicBezTo>
                    <a:pt x="57253" y="249852"/>
                    <a:pt x="57253" y="249852"/>
                    <a:pt x="57174" y="251919"/>
                  </a:cubicBezTo>
                  <a:cubicBezTo>
                    <a:pt x="57154" y="252603"/>
                    <a:pt x="57134" y="253287"/>
                    <a:pt x="57113" y="253992"/>
                  </a:cubicBezTo>
                  <a:cubicBezTo>
                    <a:pt x="57087" y="254520"/>
                    <a:pt x="57061" y="255049"/>
                    <a:pt x="57035" y="255593"/>
                  </a:cubicBezTo>
                  <a:cubicBezTo>
                    <a:pt x="57771" y="255593"/>
                    <a:pt x="58508" y="255593"/>
                    <a:pt x="59267" y="255593"/>
                  </a:cubicBezTo>
                  <a:cubicBezTo>
                    <a:pt x="59635" y="259277"/>
                    <a:pt x="59635" y="259277"/>
                    <a:pt x="60011" y="263035"/>
                  </a:cubicBezTo>
                  <a:cubicBezTo>
                    <a:pt x="60748" y="263035"/>
                    <a:pt x="61485" y="263035"/>
                    <a:pt x="62244" y="263035"/>
                  </a:cubicBezTo>
                  <a:cubicBezTo>
                    <a:pt x="62365" y="264561"/>
                    <a:pt x="62486" y="266087"/>
                    <a:pt x="62607" y="267613"/>
                  </a:cubicBezTo>
                  <a:cubicBezTo>
                    <a:pt x="62733" y="268067"/>
                    <a:pt x="62858" y="268520"/>
                    <a:pt x="62988" y="268988"/>
                  </a:cubicBezTo>
                  <a:cubicBezTo>
                    <a:pt x="63724" y="269233"/>
                    <a:pt x="64461" y="269479"/>
                    <a:pt x="65220" y="269732"/>
                  </a:cubicBezTo>
                  <a:cubicBezTo>
                    <a:pt x="65549" y="271081"/>
                    <a:pt x="65549" y="271081"/>
                    <a:pt x="65639" y="272709"/>
                  </a:cubicBezTo>
                  <a:cubicBezTo>
                    <a:pt x="65702" y="274296"/>
                    <a:pt x="65702" y="274296"/>
                    <a:pt x="65964" y="275685"/>
                  </a:cubicBezTo>
                  <a:cubicBezTo>
                    <a:pt x="66455" y="275931"/>
                    <a:pt x="66947" y="276176"/>
                    <a:pt x="67453" y="276429"/>
                  </a:cubicBezTo>
                  <a:cubicBezTo>
                    <a:pt x="67949" y="278166"/>
                    <a:pt x="68445" y="279902"/>
                    <a:pt x="68941" y="281638"/>
                  </a:cubicBezTo>
                  <a:cubicBezTo>
                    <a:pt x="69432" y="281884"/>
                    <a:pt x="69923" y="282129"/>
                    <a:pt x="70429" y="282382"/>
                  </a:cubicBezTo>
                  <a:cubicBezTo>
                    <a:pt x="70871" y="284353"/>
                    <a:pt x="70981" y="286320"/>
                    <a:pt x="71173" y="288336"/>
                  </a:cubicBezTo>
                  <a:cubicBezTo>
                    <a:pt x="71910" y="288336"/>
                    <a:pt x="72647" y="288336"/>
                    <a:pt x="73406" y="288336"/>
                  </a:cubicBezTo>
                  <a:cubicBezTo>
                    <a:pt x="73544" y="289418"/>
                    <a:pt x="73544" y="289418"/>
                    <a:pt x="73685" y="290521"/>
                  </a:cubicBezTo>
                  <a:cubicBezTo>
                    <a:pt x="73915" y="291650"/>
                    <a:pt x="73915" y="291650"/>
                    <a:pt x="74150" y="292800"/>
                  </a:cubicBezTo>
                  <a:cubicBezTo>
                    <a:pt x="74641" y="293046"/>
                    <a:pt x="75132" y="293292"/>
                    <a:pt x="75638" y="293545"/>
                  </a:cubicBezTo>
                  <a:cubicBezTo>
                    <a:pt x="76353" y="295689"/>
                    <a:pt x="76461" y="297041"/>
                    <a:pt x="76429" y="299265"/>
                  </a:cubicBezTo>
                  <a:cubicBezTo>
                    <a:pt x="76422" y="299867"/>
                    <a:pt x="76415" y="300468"/>
                    <a:pt x="76408" y="301088"/>
                  </a:cubicBezTo>
                  <a:cubicBezTo>
                    <a:pt x="76400" y="301545"/>
                    <a:pt x="76391" y="302003"/>
                    <a:pt x="76382" y="302474"/>
                  </a:cubicBezTo>
                  <a:cubicBezTo>
                    <a:pt x="73080" y="302560"/>
                    <a:pt x="69779" y="302613"/>
                    <a:pt x="66476" y="302660"/>
                  </a:cubicBezTo>
                  <a:cubicBezTo>
                    <a:pt x="65536" y="302685"/>
                    <a:pt x="64597" y="302710"/>
                    <a:pt x="63629" y="302736"/>
                  </a:cubicBezTo>
                  <a:cubicBezTo>
                    <a:pt x="62729" y="302745"/>
                    <a:pt x="61830" y="302755"/>
                    <a:pt x="60904" y="302765"/>
                  </a:cubicBezTo>
                  <a:cubicBezTo>
                    <a:pt x="60074" y="302780"/>
                    <a:pt x="59243" y="302796"/>
                    <a:pt x="58388" y="302812"/>
                  </a:cubicBezTo>
                  <a:cubicBezTo>
                    <a:pt x="56290" y="302474"/>
                    <a:pt x="56290" y="302474"/>
                    <a:pt x="54912" y="301093"/>
                  </a:cubicBezTo>
                  <a:cubicBezTo>
                    <a:pt x="53966" y="299326"/>
                    <a:pt x="53684" y="297734"/>
                    <a:pt x="53314" y="295777"/>
                  </a:cubicBezTo>
                  <a:cubicBezTo>
                    <a:pt x="52823" y="295531"/>
                    <a:pt x="52332" y="295286"/>
                    <a:pt x="51826" y="295033"/>
                  </a:cubicBezTo>
                  <a:cubicBezTo>
                    <a:pt x="51718" y="294557"/>
                    <a:pt x="51611" y="294081"/>
                    <a:pt x="51500" y="293591"/>
                  </a:cubicBezTo>
                  <a:cubicBezTo>
                    <a:pt x="51184" y="291772"/>
                    <a:pt x="51184" y="291772"/>
                    <a:pt x="48849" y="290568"/>
                  </a:cubicBezTo>
                  <a:cubicBezTo>
                    <a:pt x="48348" y="289330"/>
                    <a:pt x="47851" y="288090"/>
                    <a:pt x="47361" y="286847"/>
                  </a:cubicBezTo>
                  <a:cubicBezTo>
                    <a:pt x="46870" y="286847"/>
                    <a:pt x="46379" y="286847"/>
                    <a:pt x="45873" y="286847"/>
                  </a:cubicBezTo>
                  <a:cubicBezTo>
                    <a:pt x="45873" y="284883"/>
                    <a:pt x="45873" y="282918"/>
                    <a:pt x="45873" y="280894"/>
                  </a:cubicBezTo>
                  <a:cubicBezTo>
                    <a:pt x="45136" y="280894"/>
                    <a:pt x="44399" y="280894"/>
                    <a:pt x="43640" y="280894"/>
                  </a:cubicBezTo>
                  <a:cubicBezTo>
                    <a:pt x="43107" y="279169"/>
                    <a:pt x="42611" y="277432"/>
                    <a:pt x="42152" y="275685"/>
                  </a:cubicBezTo>
                  <a:cubicBezTo>
                    <a:pt x="41661" y="275440"/>
                    <a:pt x="41170" y="275194"/>
                    <a:pt x="40664" y="274941"/>
                  </a:cubicBezTo>
                  <a:cubicBezTo>
                    <a:pt x="40556" y="274327"/>
                    <a:pt x="40449" y="273713"/>
                    <a:pt x="40338" y="273081"/>
                  </a:cubicBezTo>
                  <a:cubicBezTo>
                    <a:pt x="40200" y="272467"/>
                    <a:pt x="40062" y="271853"/>
                    <a:pt x="39919" y="271220"/>
                  </a:cubicBezTo>
                  <a:cubicBezTo>
                    <a:pt x="39183" y="270975"/>
                    <a:pt x="38446" y="270729"/>
                    <a:pt x="37687" y="270476"/>
                  </a:cubicBezTo>
                  <a:cubicBezTo>
                    <a:pt x="37469" y="268939"/>
                    <a:pt x="37469" y="268939"/>
                    <a:pt x="37547" y="267081"/>
                  </a:cubicBezTo>
                  <a:cubicBezTo>
                    <a:pt x="37578" y="266159"/>
                    <a:pt x="37578" y="266159"/>
                    <a:pt x="37608" y="265218"/>
                  </a:cubicBezTo>
                  <a:cubicBezTo>
                    <a:pt x="37634" y="264743"/>
                    <a:pt x="37660" y="264268"/>
                    <a:pt x="37687" y="263779"/>
                  </a:cubicBezTo>
                  <a:cubicBezTo>
                    <a:pt x="36950" y="263779"/>
                    <a:pt x="36214" y="263779"/>
                    <a:pt x="35455" y="263779"/>
                  </a:cubicBezTo>
                  <a:cubicBezTo>
                    <a:pt x="34963" y="262503"/>
                    <a:pt x="34963" y="262503"/>
                    <a:pt x="34664" y="260849"/>
                  </a:cubicBezTo>
                  <a:cubicBezTo>
                    <a:pt x="34392" y="259235"/>
                    <a:pt x="34392" y="259235"/>
                    <a:pt x="33966" y="257826"/>
                  </a:cubicBezTo>
                  <a:cubicBezTo>
                    <a:pt x="33475" y="257580"/>
                    <a:pt x="32984" y="257335"/>
                    <a:pt x="32478" y="257082"/>
                  </a:cubicBezTo>
                  <a:cubicBezTo>
                    <a:pt x="32170" y="255544"/>
                    <a:pt x="32170" y="255544"/>
                    <a:pt x="32013" y="253687"/>
                  </a:cubicBezTo>
                  <a:cubicBezTo>
                    <a:pt x="31957" y="253072"/>
                    <a:pt x="31902" y="252457"/>
                    <a:pt x="31844" y="251823"/>
                  </a:cubicBezTo>
                  <a:cubicBezTo>
                    <a:pt x="31808" y="251348"/>
                    <a:pt x="31771" y="250874"/>
                    <a:pt x="31734" y="250384"/>
                  </a:cubicBezTo>
                  <a:cubicBezTo>
                    <a:pt x="30997" y="250384"/>
                    <a:pt x="30260" y="250384"/>
                    <a:pt x="29501" y="250384"/>
                  </a:cubicBezTo>
                  <a:cubicBezTo>
                    <a:pt x="29474" y="249918"/>
                    <a:pt x="29446" y="249452"/>
                    <a:pt x="29417" y="248972"/>
                  </a:cubicBezTo>
                  <a:cubicBezTo>
                    <a:pt x="29344" y="248059"/>
                    <a:pt x="29344" y="248059"/>
                    <a:pt x="29269" y="247129"/>
                  </a:cubicBezTo>
                  <a:cubicBezTo>
                    <a:pt x="29226" y="246524"/>
                    <a:pt x="29183" y="245920"/>
                    <a:pt x="29138" y="245297"/>
                  </a:cubicBezTo>
                  <a:cubicBezTo>
                    <a:pt x="28884" y="243405"/>
                    <a:pt x="28884" y="243405"/>
                    <a:pt x="26525" y="242199"/>
                  </a:cubicBezTo>
                  <a:cubicBezTo>
                    <a:pt x="26525" y="240711"/>
                    <a:pt x="26525" y="239222"/>
                    <a:pt x="26525" y="237734"/>
                  </a:cubicBezTo>
                  <a:cubicBezTo>
                    <a:pt x="26173" y="237398"/>
                    <a:pt x="25821" y="237063"/>
                    <a:pt x="25458" y="236717"/>
                  </a:cubicBezTo>
                  <a:cubicBezTo>
                    <a:pt x="23910" y="235103"/>
                    <a:pt x="23827" y="233831"/>
                    <a:pt x="23502" y="231641"/>
                  </a:cubicBezTo>
                  <a:cubicBezTo>
                    <a:pt x="23241" y="229678"/>
                    <a:pt x="23241" y="229678"/>
                    <a:pt x="22804" y="228060"/>
                  </a:cubicBezTo>
                  <a:cubicBezTo>
                    <a:pt x="22313" y="228060"/>
                    <a:pt x="21822" y="228060"/>
                    <a:pt x="21316" y="228060"/>
                  </a:cubicBezTo>
                  <a:cubicBezTo>
                    <a:pt x="21288" y="227433"/>
                    <a:pt x="21260" y="226805"/>
                    <a:pt x="21232" y="226159"/>
                  </a:cubicBezTo>
                  <a:cubicBezTo>
                    <a:pt x="21183" y="225344"/>
                    <a:pt x="21134" y="224528"/>
                    <a:pt x="21083" y="223688"/>
                  </a:cubicBezTo>
                  <a:cubicBezTo>
                    <a:pt x="21040" y="222877"/>
                    <a:pt x="20997" y="222065"/>
                    <a:pt x="20953" y="221229"/>
                  </a:cubicBezTo>
                  <a:cubicBezTo>
                    <a:pt x="20827" y="220537"/>
                    <a:pt x="20701" y="219844"/>
                    <a:pt x="20572" y="219130"/>
                  </a:cubicBezTo>
                  <a:cubicBezTo>
                    <a:pt x="19835" y="218639"/>
                    <a:pt x="19098" y="218148"/>
                    <a:pt x="18339" y="217642"/>
                  </a:cubicBezTo>
                  <a:cubicBezTo>
                    <a:pt x="18093" y="215720"/>
                    <a:pt x="17958" y="213941"/>
                    <a:pt x="17921" y="212015"/>
                  </a:cubicBezTo>
                  <a:cubicBezTo>
                    <a:pt x="17874" y="210150"/>
                    <a:pt x="17769" y="208341"/>
                    <a:pt x="17595" y="206480"/>
                  </a:cubicBezTo>
                  <a:cubicBezTo>
                    <a:pt x="17104" y="206235"/>
                    <a:pt x="16613" y="205989"/>
                    <a:pt x="16107" y="205736"/>
                  </a:cubicBezTo>
                  <a:cubicBezTo>
                    <a:pt x="15870" y="204354"/>
                    <a:pt x="15870" y="204354"/>
                    <a:pt x="15799" y="202570"/>
                  </a:cubicBezTo>
                  <a:cubicBezTo>
                    <a:pt x="15770" y="201935"/>
                    <a:pt x="15741" y="201299"/>
                    <a:pt x="15712" y="200645"/>
                  </a:cubicBezTo>
                  <a:cubicBezTo>
                    <a:pt x="15689" y="199977"/>
                    <a:pt x="15666" y="199308"/>
                    <a:pt x="15642" y="198620"/>
                  </a:cubicBezTo>
                  <a:cubicBezTo>
                    <a:pt x="15599" y="197614"/>
                    <a:pt x="15599" y="197614"/>
                    <a:pt x="15555" y="196587"/>
                  </a:cubicBezTo>
                  <a:cubicBezTo>
                    <a:pt x="15484" y="194924"/>
                    <a:pt x="15421" y="193261"/>
                    <a:pt x="15363" y="191597"/>
                  </a:cubicBezTo>
                  <a:cubicBezTo>
                    <a:pt x="14626" y="191843"/>
                    <a:pt x="13889" y="192088"/>
                    <a:pt x="13130" y="192341"/>
                  </a:cubicBezTo>
                  <a:cubicBezTo>
                    <a:pt x="12762" y="179449"/>
                    <a:pt x="12762" y="179449"/>
                    <a:pt x="12386" y="166297"/>
                  </a:cubicBezTo>
                  <a:cubicBezTo>
                    <a:pt x="11649" y="166297"/>
                    <a:pt x="10913" y="166297"/>
                    <a:pt x="10154" y="166297"/>
                  </a:cubicBezTo>
                  <a:cubicBezTo>
                    <a:pt x="10099" y="162297"/>
                    <a:pt x="10058" y="158297"/>
                    <a:pt x="10031" y="154297"/>
                  </a:cubicBezTo>
                  <a:cubicBezTo>
                    <a:pt x="10020" y="152935"/>
                    <a:pt x="10005" y="151574"/>
                    <a:pt x="9985" y="150213"/>
                  </a:cubicBezTo>
                  <a:cubicBezTo>
                    <a:pt x="9958" y="148259"/>
                    <a:pt x="9946" y="146305"/>
                    <a:pt x="9936" y="144350"/>
                  </a:cubicBezTo>
                  <a:cubicBezTo>
                    <a:pt x="9924" y="143739"/>
                    <a:pt x="9913" y="143128"/>
                    <a:pt x="9901" y="142499"/>
                  </a:cubicBezTo>
                  <a:cubicBezTo>
                    <a:pt x="9900" y="140784"/>
                    <a:pt x="9900" y="140784"/>
                    <a:pt x="10154" y="138019"/>
                  </a:cubicBezTo>
                  <a:cubicBezTo>
                    <a:pt x="11259" y="137282"/>
                    <a:pt x="11259" y="137282"/>
                    <a:pt x="12386" y="136531"/>
                  </a:cubicBezTo>
                  <a:cubicBezTo>
                    <a:pt x="12638" y="134584"/>
                    <a:pt x="12750" y="132803"/>
                    <a:pt x="12767" y="130851"/>
                  </a:cubicBezTo>
                  <a:cubicBezTo>
                    <a:pt x="12780" y="130292"/>
                    <a:pt x="12794" y="129732"/>
                    <a:pt x="12807" y="129156"/>
                  </a:cubicBezTo>
                  <a:cubicBezTo>
                    <a:pt x="12848" y="127366"/>
                    <a:pt x="12873" y="125577"/>
                    <a:pt x="12898" y="123787"/>
                  </a:cubicBezTo>
                  <a:cubicBezTo>
                    <a:pt x="12922" y="122575"/>
                    <a:pt x="12948" y="121363"/>
                    <a:pt x="12975" y="120151"/>
                  </a:cubicBezTo>
                  <a:cubicBezTo>
                    <a:pt x="13038" y="117178"/>
                    <a:pt x="13088" y="114204"/>
                    <a:pt x="13130" y="111230"/>
                  </a:cubicBezTo>
                  <a:cubicBezTo>
                    <a:pt x="13867" y="111476"/>
                    <a:pt x="14604" y="111721"/>
                    <a:pt x="15363" y="111974"/>
                  </a:cubicBezTo>
                  <a:cubicBezTo>
                    <a:pt x="15608" y="106572"/>
                    <a:pt x="15854" y="101169"/>
                    <a:pt x="16107" y="95603"/>
                  </a:cubicBezTo>
                  <a:cubicBezTo>
                    <a:pt x="16598" y="95603"/>
                    <a:pt x="17089" y="95603"/>
                    <a:pt x="17595" y="95603"/>
                  </a:cubicBezTo>
                  <a:cubicBezTo>
                    <a:pt x="18320" y="93282"/>
                    <a:pt x="18334" y="91165"/>
                    <a:pt x="18246" y="88766"/>
                  </a:cubicBezTo>
                  <a:cubicBezTo>
                    <a:pt x="18277" y="87830"/>
                    <a:pt x="18308" y="86894"/>
                    <a:pt x="18339" y="85929"/>
                  </a:cubicBezTo>
                  <a:cubicBezTo>
                    <a:pt x="19444" y="85193"/>
                    <a:pt x="19444" y="85193"/>
                    <a:pt x="20572" y="84441"/>
                  </a:cubicBezTo>
                  <a:cubicBezTo>
                    <a:pt x="21007" y="82294"/>
                    <a:pt x="21007" y="82294"/>
                    <a:pt x="21083" y="79883"/>
                  </a:cubicBezTo>
                  <a:cubicBezTo>
                    <a:pt x="21132" y="79068"/>
                    <a:pt x="21181" y="78252"/>
                    <a:pt x="21232" y="77412"/>
                  </a:cubicBezTo>
                  <a:cubicBezTo>
                    <a:pt x="21259" y="76785"/>
                    <a:pt x="21287" y="76158"/>
                    <a:pt x="21316" y="75511"/>
                  </a:cubicBezTo>
                  <a:cubicBezTo>
                    <a:pt x="22053" y="75511"/>
                    <a:pt x="22789" y="75511"/>
                    <a:pt x="23548" y="75511"/>
                  </a:cubicBezTo>
                  <a:cubicBezTo>
                    <a:pt x="23576" y="74929"/>
                    <a:pt x="23604" y="74347"/>
                    <a:pt x="23633" y="73747"/>
                  </a:cubicBezTo>
                  <a:cubicBezTo>
                    <a:pt x="23682" y="72994"/>
                    <a:pt x="23730" y="72241"/>
                    <a:pt x="23781" y="71465"/>
                  </a:cubicBezTo>
                  <a:cubicBezTo>
                    <a:pt x="23824" y="70714"/>
                    <a:pt x="23867" y="69963"/>
                    <a:pt x="23912" y="69189"/>
                  </a:cubicBezTo>
                  <a:cubicBezTo>
                    <a:pt x="24037" y="68574"/>
                    <a:pt x="24163" y="67959"/>
                    <a:pt x="24292" y="67326"/>
                  </a:cubicBezTo>
                  <a:cubicBezTo>
                    <a:pt x="25397" y="66957"/>
                    <a:pt x="25397" y="66957"/>
                    <a:pt x="26525" y="66582"/>
                  </a:cubicBezTo>
                  <a:cubicBezTo>
                    <a:pt x="26657" y="65006"/>
                    <a:pt x="26473" y="63548"/>
                    <a:pt x="26313" y="61977"/>
                  </a:cubicBezTo>
                  <a:cubicBezTo>
                    <a:pt x="26383" y="61532"/>
                    <a:pt x="26453" y="61087"/>
                    <a:pt x="26525" y="60629"/>
                  </a:cubicBezTo>
                  <a:cubicBezTo>
                    <a:pt x="27016" y="60513"/>
                    <a:pt x="27507" y="60398"/>
                    <a:pt x="28013" y="60280"/>
                  </a:cubicBezTo>
                  <a:cubicBezTo>
                    <a:pt x="28504" y="60149"/>
                    <a:pt x="28995" y="60019"/>
                    <a:pt x="29501" y="59884"/>
                  </a:cubicBezTo>
                  <a:cubicBezTo>
                    <a:pt x="29779" y="58322"/>
                    <a:pt x="29779" y="58322"/>
                    <a:pt x="29548" y="56536"/>
                  </a:cubicBezTo>
                  <a:cubicBezTo>
                    <a:pt x="29388" y="54699"/>
                    <a:pt x="29388" y="54699"/>
                    <a:pt x="29501" y="53187"/>
                  </a:cubicBezTo>
                  <a:cubicBezTo>
                    <a:pt x="30606" y="52819"/>
                    <a:pt x="30606" y="52819"/>
                    <a:pt x="31734" y="52443"/>
                  </a:cubicBezTo>
                  <a:cubicBezTo>
                    <a:pt x="32169" y="51040"/>
                    <a:pt x="32169" y="51040"/>
                    <a:pt x="32245" y="49420"/>
                  </a:cubicBezTo>
                  <a:cubicBezTo>
                    <a:pt x="32322" y="48453"/>
                    <a:pt x="32399" y="47486"/>
                    <a:pt x="32478" y="46490"/>
                  </a:cubicBezTo>
                  <a:cubicBezTo>
                    <a:pt x="33215" y="46490"/>
                    <a:pt x="33951" y="46490"/>
                    <a:pt x="34710" y="46490"/>
                  </a:cubicBezTo>
                  <a:cubicBezTo>
                    <a:pt x="34664" y="45799"/>
                    <a:pt x="34618" y="45109"/>
                    <a:pt x="34571" y="44397"/>
                  </a:cubicBezTo>
                  <a:cubicBezTo>
                    <a:pt x="34710" y="42025"/>
                    <a:pt x="34710" y="42025"/>
                    <a:pt x="35780" y="41002"/>
                  </a:cubicBezTo>
                  <a:cubicBezTo>
                    <a:pt x="37225" y="39499"/>
                    <a:pt x="37145" y="38764"/>
                    <a:pt x="37315" y="36723"/>
                  </a:cubicBezTo>
                  <a:cubicBezTo>
                    <a:pt x="37438" y="35771"/>
                    <a:pt x="37560" y="34820"/>
                    <a:pt x="37687" y="33840"/>
                  </a:cubicBezTo>
                  <a:cubicBezTo>
                    <a:pt x="38424" y="33594"/>
                    <a:pt x="39160" y="33348"/>
                    <a:pt x="39919" y="33095"/>
                  </a:cubicBezTo>
                  <a:cubicBezTo>
                    <a:pt x="40197" y="31612"/>
                    <a:pt x="40446" y="30124"/>
                    <a:pt x="40664" y="28631"/>
                  </a:cubicBezTo>
                  <a:cubicBezTo>
                    <a:pt x="41155" y="28385"/>
                    <a:pt x="41646" y="28139"/>
                    <a:pt x="42152" y="27886"/>
                  </a:cubicBezTo>
                  <a:cubicBezTo>
                    <a:pt x="42397" y="27150"/>
                    <a:pt x="42643" y="26413"/>
                    <a:pt x="42896" y="25654"/>
                  </a:cubicBezTo>
                  <a:cubicBezTo>
                    <a:pt x="43640" y="23422"/>
                    <a:pt x="43640" y="23422"/>
                    <a:pt x="45128" y="22677"/>
                  </a:cubicBezTo>
                  <a:cubicBezTo>
                    <a:pt x="45618" y="20423"/>
                    <a:pt x="45618" y="20423"/>
                    <a:pt x="45873" y="18213"/>
                  </a:cubicBezTo>
                  <a:cubicBezTo>
                    <a:pt x="46609" y="18213"/>
                    <a:pt x="47346" y="18213"/>
                    <a:pt x="48105" y="18213"/>
                  </a:cubicBezTo>
                  <a:cubicBezTo>
                    <a:pt x="48351" y="16494"/>
                    <a:pt x="48596" y="14775"/>
                    <a:pt x="48849" y="13004"/>
                  </a:cubicBezTo>
                  <a:cubicBezTo>
                    <a:pt x="49586" y="13004"/>
                    <a:pt x="50322" y="13004"/>
                    <a:pt x="51082" y="13004"/>
                  </a:cubicBezTo>
                  <a:cubicBezTo>
                    <a:pt x="51327" y="11530"/>
                    <a:pt x="51573" y="10057"/>
                    <a:pt x="51826" y="8539"/>
                  </a:cubicBezTo>
                  <a:cubicBezTo>
                    <a:pt x="52562" y="8539"/>
                    <a:pt x="53299" y="8539"/>
                    <a:pt x="54058" y="8539"/>
                  </a:cubicBezTo>
                  <a:cubicBezTo>
                    <a:pt x="54027" y="7986"/>
                    <a:pt x="53997" y="7434"/>
                    <a:pt x="53965" y="6864"/>
                  </a:cubicBezTo>
                  <a:cubicBezTo>
                    <a:pt x="54106" y="3753"/>
                    <a:pt x="54313" y="2042"/>
                    <a:pt x="57628" y="1504"/>
                  </a:cubicBezTo>
                  <a:close/>
                </a:path>
              </a:pathLst>
            </a:custGeom>
            <a:grpFill/>
            <a:ln w="744" cap="flat">
              <a:noFill/>
              <a:prstDash val="solid"/>
              <a:miter/>
            </a:ln>
          </p:spPr>
          <p:txBody>
            <a:bodyPr rtlCol="0" anchor="ctr"/>
            <a:lstStyle/>
            <a:p>
              <a:endParaRPr lang="zh-CN" altLang="en-US"/>
            </a:p>
          </p:txBody>
        </p:sp>
        <p:sp>
          <p:nvSpPr>
            <p:cNvPr id="153" name="任意多边形: 形状 152"/>
            <p:cNvSpPr/>
            <p:nvPr/>
          </p:nvSpPr>
          <p:spPr>
            <a:xfrm>
              <a:off x="8076890" y="1392682"/>
              <a:ext cx="66347" cy="301542"/>
            </a:xfrm>
            <a:custGeom>
              <a:avLst/>
              <a:gdLst>
                <a:gd name="connsiteX0" fmla="*/ 11432 w 66347"/>
                <a:gd name="connsiteY0" fmla="*/ 1757 h 301542"/>
                <a:gd name="connsiteX1" fmla="*/ 21431 w 66347"/>
                <a:gd name="connsiteY1" fmla="*/ 1618 h 301542"/>
                <a:gd name="connsiteX2" fmla="*/ 24316 w 66347"/>
                <a:gd name="connsiteY2" fmla="*/ 1561 h 301542"/>
                <a:gd name="connsiteX3" fmla="*/ 27056 w 66347"/>
                <a:gd name="connsiteY3" fmla="*/ 1539 h 301542"/>
                <a:gd name="connsiteX4" fmla="*/ 29595 w 66347"/>
                <a:gd name="connsiteY4" fmla="*/ 1504 h 301542"/>
                <a:gd name="connsiteX5" fmla="*/ 31524 w 66347"/>
                <a:gd name="connsiteY5" fmla="*/ 1757 h 301542"/>
                <a:gd name="connsiteX6" fmla="*/ 32268 w 66347"/>
                <a:gd name="connsiteY6" fmla="*/ 3990 h 301542"/>
                <a:gd name="connsiteX7" fmla="*/ 33756 w 66347"/>
                <a:gd name="connsiteY7" fmla="*/ 4734 h 301542"/>
                <a:gd name="connsiteX8" fmla="*/ 34082 w 66347"/>
                <a:gd name="connsiteY8" fmla="*/ 6501 h 301542"/>
                <a:gd name="connsiteX9" fmla="*/ 37942 w 66347"/>
                <a:gd name="connsiteY9" fmla="*/ 11571 h 301542"/>
                <a:gd name="connsiteX10" fmla="*/ 39709 w 66347"/>
                <a:gd name="connsiteY10" fmla="*/ 18873 h 301542"/>
                <a:gd name="connsiteX11" fmla="*/ 41942 w 66347"/>
                <a:gd name="connsiteY11" fmla="*/ 18873 h 301542"/>
                <a:gd name="connsiteX12" fmla="*/ 42686 w 66347"/>
                <a:gd name="connsiteY12" fmla="*/ 22593 h 301542"/>
                <a:gd name="connsiteX13" fmla="*/ 44918 w 66347"/>
                <a:gd name="connsiteY13" fmla="*/ 24082 h 301542"/>
                <a:gd name="connsiteX14" fmla="*/ 45662 w 66347"/>
                <a:gd name="connsiteY14" fmla="*/ 28546 h 301542"/>
                <a:gd name="connsiteX15" fmla="*/ 47151 w 66347"/>
                <a:gd name="connsiteY15" fmla="*/ 29291 h 301542"/>
                <a:gd name="connsiteX16" fmla="*/ 47895 w 66347"/>
                <a:gd name="connsiteY16" fmla="*/ 34500 h 301542"/>
                <a:gd name="connsiteX17" fmla="*/ 50127 w 66347"/>
                <a:gd name="connsiteY17" fmla="*/ 34500 h 301542"/>
                <a:gd name="connsiteX18" fmla="*/ 50360 w 66347"/>
                <a:gd name="connsiteY18" fmla="*/ 37058 h 301542"/>
                <a:gd name="connsiteX19" fmla="*/ 50871 w 66347"/>
                <a:gd name="connsiteY19" fmla="*/ 39709 h 301542"/>
                <a:gd name="connsiteX20" fmla="*/ 53104 w 66347"/>
                <a:gd name="connsiteY20" fmla="*/ 40453 h 301542"/>
                <a:gd name="connsiteX21" fmla="*/ 53848 w 66347"/>
                <a:gd name="connsiteY21" fmla="*/ 45662 h 301542"/>
                <a:gd name="connsiteX22" fmla="*/ 55336 w 66347"/>
                <a:gd name="connsiteY22" fmla="*/ 46406 h 301542"/>
                <a:gd name="connsiteX23" fmla="*/ 55801 w 66347"/>
                <a:gd name="connsiteY23" fmla="*/ 49801 h 301542"/>
                <a:gd name="connsiteX24" fmla="*/ 55970 w 66347"/>
                <a:gd name="connsiteY24" fmla="*/ 51664 h 301542"/>
                <a:gd name="connsiteX25" fmla="*/ 56080 w 66347"/>
                <a:gd name="connsiteY25" fmla="*/ 53103 h 301542"/>
                <a:gd name="connsiteX26" fmla="*/ 58313 w 66347"/>
                <a:gd name="connsiteY26" fmla="*/ 53103 h 301542"/>
                <a:gd name="connsiteX27" fmla="*/ 58676 w 66347"/>
                <a:gd name="connsiteY27" fmla="*/ 57681 h 301542"/>
                <a:gd name="connsiteX28" fmla="*/ 59057 w 66347"/>
                <a:gd name="connsiteY28" fmla="*/ 59056 h 301542"/>
                <a:gd name="connsiteX29" fmla="*/ 61289 w 66347"/>
                <a:gd name="connsiteY29" fmla="*/ 59800 h 301542"/>
                <a:gd name="connsiteX30" fmla="*/ 61661 w 66347"/>
                <a:gd name="connsiteY30" fmla="*/ 63475 h 301542"/>
                <a:gd name="connsiteX31" fmla="*/ 62034 w 66347"/>
                <a:gd name="connsiteY31" fmla="*/ 67242 h 301542"/>
                <a:gd name="connsiteX32" fmla="*/ 64266 w 66347"/>
                <a:gd name="connsiteY32" fmla="*/ 68730 h 301542"/>
                <a:gd name="connsiteX33" fmla="*/ 64685 w 66347"/>
                <a:gd name="connsiteY33" fmla="*/ 72125 h 301542"/>
                <a:gd name="connsiteX34" fmla="*/ 65010 w 66347"/>
                <a:gd name="connsiteY34" fmla="*/ 75427 h 301542"/>
                <a:gd name="connsiteX35" fmla="*/ 66498 w 66347"/>
                <a:gd name="connsiteY35" fmla="*/ 76171 h 301542"/>
                <a:gd name="connsiteX36" fmla="*/ 66914 w 66347"/>
                <a:gd name="connsiteY36" fmla="*/ 82520 h 301542"/>
                <a:gd name="connsiteX37" fmla="*/ 67243 w 66347"/>
                <a:gd name="connsiteY37" fmla="*/ 84357 h 301542"/>
                <a:gd name="connsiteX38" fmla="*/ 69475 w 66347"/>
                <a:gd name="connsiteY38" fmla="*/ 85101 h 301542"/>
                <a:gd name="connsiteX39" fmla="*/ 69847 w 66347"/>
                <a:gd name="connsiteY39" fmla="*/ 91008 h 301542"/>
                <a:gd name="connsiteX40" fmla="*/ 70219 w 66347"/>
                <a:gd name="connsiteY40" fmla="*/ 97007 h 301542"/>
                <a:gd name="connsiteX41" fmla="*/ 72452 w 66347"/>
                <a:gd name="connsiteY41" fmla="*/ 98496 h 301542"/>
                <a:gd name="connsiteX42" fmla="*/ 72498 w 66347"/>
                <a:gd name="connsiteY42" fmla="*/ 104402 h 301542"/>
                <a:gd name="connsiteX43" fmla="*/ 73940 w 66347"/>
                <a:gd name="connsiteY43" fmla="*/ 112634 h 301542"/>
                <a:gd name="connsiteX44" fmla="*/ 74684 w 66347"/>
                <a:gd name="connsiteY44" fmla="*/ 112634 h 301542"/>
                <a:gd name="connsiteX45" fmla="*/ 75428 w 66347"/>
                <a:gd name="connsiteY45" fmla="*/ 140912 h 301542"/>
                <a:gd name="connsiteX46" fmla="*/ 77661 w 66347"/>
                <a:gd name="connsiteY46" fmla="*/ 140912 h 301542"/>
                <a:gd name="connsiteX47" fmla="*/ 77661 w 66347"/>
                <a:gd name="connsiteY47" fmla="*/ 163236 h 301542"/>
                <a:gd name="connsiteX48" fmla="*/ 76172 w 66347"/>
                <a:gd name="connsiteY48" fmla="*/ 163236 h 301542"/>
                <a:gd name="connsiteX49" fmla="*/ 75245 w 66347"/>
                <a:gd name="connsiteY49" fmla="*/ 170541 h 301542"/>
                <a:gd name="connsiteX50" fmla="*/ 75171 w 66347"/>
                <a:gd name="connsiteY50" fmla="*/ 174077 h 301542"/>
                <a:gd name="connsiteX51" fmla="*/ 75073 w 66347"/>
                <a:gd name="connsiteY51" fmla="*/ 179667 h 301542"/>
                <a:gd name="connsiteX52" fmla="*/ 74966 w 66347"/>
                <a:gd name="connsiteY52" fmla="*/ 185051 h 301542"/>
                <a:gd name="connsiteX53" fmla="*/ 74947 w 66347"/>
                <a:gd name="connsiteY53" fmla="*/ 186752 h 301542"/>
                <a:gd name="connsiteX54" fmla="*/ 74684 w 66347"/>
                <a:gd name="connsiteY54" fmla="*/ 190769 h 301542"/>
                <a:gd name="connsiteX55" fmla="*/ 73196 w 66347"/>
                <a:gd name="connsiteY55" fmla="*/ 191513 h 301542"/>
                <a:gd name="connsiteX56" fmla="*/ 72643 w 66347"/>
                <a:gd name="connsiteY56" fmla="*/ 202850 h 301542"/>
                <a:gd name="connsiteX57" fmla="*/ 72452 w 66347"/>
                <a:gd name="connsiteY57" fmla="*/ 204908 h 301542"/>
                <a:gd name="connsiteX58" fmla="*/ 70219 w 66347"/>
                <a:gd name="connsiteY58" fmla="*/ 205652 h 301542"/>
                <a:gd name="connsiteX59" fmla="*/ 69708 w 66347"/>
                <a:gd name="connsiteY59" fmla="*/ 210907 h 301542"/>
                <a:gd name="connsiteX60" fmla="*/ 69559 w 66347"/>
                <a:gd name="connsiteY60" fmla="*/ 213817 h 301542"/>
                <a:gd name="connsiteX61" fmla="*/ 69475 w 66347"/>
                <a:gd name="connsiteY61" fmla="*/ 216070 h 301542"/>
                <a:gd name="connsiteX62" fmla="*/ 67243 w 66347"/>
                <a:gd name="connsiteY62" fmla="*/ 216070 h 301542"/>
                <a:gd name="connsiteX63" fmla="*/ 66498 w 66347"/>
                <a:gd name="connsiteY63" fmla="*/ 226488 h 301542"/>
                <a:gd name="connsiteX64" fmla="*/ 64266 w 66347"/>
                <a:gd name="connsiteY64" fmla="*/ 226488 h 301542"/>
                <a:gd name="connsiteX65" fmla="*/ 64344 w 66347"/>
                <a:gd name="connsiteY65" fmla="*/ 228037 h 301542"/>
                <a:gd name="connsiteX66" fmla="*/ 64406 w 66347"/>
                <a:gd name="connsiteY66" fmla="*/ 230069 h 301542"/>
                <a:gd name="connsiteX67" fmla="*/ 64484 w 66347"/>
                <a:gd name="connsiteY67" fmla="*/ 232083 h 301542"/>
                <a:gd name="connsiteX68" fmla="*/ 62034 w 66347"/>
                <a:gd name="connsiteY68" fmla="*/ 236162 h 301542"/>
                <a:gd name="connsiteX69" fmla="*/ 61592 w 66347"/>
                <a:gd name="connsiteY69" fmla="*/ 241400 h 301542"/>
                <a:gd name="connsiteX70" fmla="*/ 61289 w 66347"/>
                <a:gd name="connsiteY70" fmla="*/ 242859 h 301542"/>
                <a:gd name="connsiteX71" fmla="*/ 59057 w 66347"/>
                <a:gd name="connsiteY71" fmla="*/ 243603 h 301542"/>
                <a:gd name="connsiteX72" fmla="*/ 58615 w 66347"/>
                <a:gd name="connsiteY72" fmla="*/ 248135 h 301542"/>
                <a:gd name="connsiteX73" fmla="*/ 56080 w 66347"/>
                <a:gd name="connsiteY73" fmla="*/ 251045 h 301542"/>
                <a:gd name="connsiteX74" fmla="*/ 56127 w 66347"/>
                <a:gd name="connsiteY74" fmla="*/ 253696 h 301542"/>
                <a:gd name="connsiteX75" fmla="*/ 56080 w 66347"/>
                <a:gd name="connsiteY75" fmla="*/ 256253 h 301542"/>
                <a:gd name="connsiteX76" fmla="*/ 54592 w 66347"/>
                <a:gd name="connsiteY76" fmla="*/ 256576 h 301542"/>
                <a:gd name="connsiteX77" fmla="*/ 53104 w 66347"/>
                <a:gd name="connsiteY77" fmla="*/ 256998 h 301542"/>
                <a:gd name="connsiteX78" fmla="*/ 53057 w 66347"/>
                <a:gd name="connsiteY78" fmla="*/ 260346 h 301542"/>
                <a:gd name="connsiteX79" fmla="*/ 53104 w 66347"/>
                <a:gd name="connsiteY79" fmla="*/ 263695 h 301542"/>
                <a:gd name="connsiteX80" fmla="*/ 50871 w 66347"/>
                <a:gd name="connsiteY80" fmla="*/ 264439 h 301542"/>
                <a:gd name="connsiteX81" fmla="*/ 50127 w 66347"/>
                <a:gd name="connsiteY81" fmla="*/ 269648 h 301542"/>
                <a:gd name="connsiteX82" fmla="*/ 47895 w 66347"/>
                <a:gd name="connsiteY82" fmla="*/ 271880 h 301542"/>
                <a:gd name="connsiteX83" fmla="*/ 47104 w 66347"/>
                <a:gd name="connsiteY83" fmla="*/ 273508 h 301542"/>
                <a:gd name="connsiteX84" fmla="*/ 46407 w 66347"/>
                <a:gd name="connsiteY84" fmla="*/ 274857 h 301542"/>
                <a:gd name="connsiteX85" fmla="*/ 44918 w 66347"/>
                <a:gd name="connsiteY85" fmla="*/ 274857 h 301542"/>
                <a:gd name="connsiteX86" fmla="*/ 45058 w 66347"/>
                <a:gd name="connsiteY86" fmla="*/ 277368 h 301542"/>
                <a:gd name="connsiteX87" fmla="*/ 44918 w 66347"/>
                <a:gd name="connsiteY87" fmla="*/ 280066 h 301542"/>
                <a:gd name="connsiteX88" fmla="*/ 42686 w 66347"/>
                <a:gd name="connsiteY88" fmla="*/ 281554 h 301542"/>
                <a:gd name="connsiteX89" fmla="*/ 41942 w 66347"/>
                <a:gd name="connsiteY89" fmla="*/ 285275 h 301542"/>
                <a:gd name="connsiteX90" fmla="*/ 40453 w 66347"/>
                <a:gd name="connsiteY90" fmla="*/ 286019 h 301542"/>
                <a:gd name="connsiteX91" fmla="*/ 39337 w 66347"/>
                <a:gd name="connsiteY91" fmla="*/ 288670 h 301542"/>
                <a:gd name="connsiteX92" fmla="*/ 38221 w 66347"/>
                <a:gd name="connsiteY92" fmla="*/ 291228 h 301542"/>
                <a:gd name="connsiteX93" fmla="*/ 36733 w 66347"/>
                <a:gd name="connsiteY93" fmla="*/ 291228 h 301542"/>
                <a:gd name="connsiteX94" fmla="*/ 35989 w 66347"/>
                <a:gd name="connsiteY94" fmla="*/ 294949 h 301542"/>
                <a:gd name="connsiteX95" fmla="*/ 34500 w 66347"/>
                <a:gd name="connsiteY95" fmla="*/ 295693 h 301542"/>
                <a:gd name="connsiteX96" fmla="*/ 33925 w 66347"/>
                <a:gd name="connsiteY96" fmla="*/ 299059 h 301542"/>
                <a:gd name="connsiteX97" fmla="*/ 32268 w 66347"/>
                <a:gd name="connsiteY97" fmla="*/ 302390 h 301542"/>
                <a:gd name="connsiteX98" fmla="*/ 22129 w 66347"/>
                <a:gd name="connsiteY98" fmla="*/ 302855 h 301542"/>
                <a:gd name="connsiteX99" fmla="*/ 19275 w 66347"/>
                <a:gd name="connsiteY99" fmla="*/ 302783 h 301542"/>
                <a:gd name="connsiteX100" fmla="*/ 11432 w 66347"/>
                <a:gd name="connsiteY100" fmla="*/ 301646 h 301542"/>
                <a:gd name="connsiteX101" fmla="*/ 12176 w 66347"/>
                <a:gd name="connsiteY101" fmla="*/ 293461 h 301542"/>
                <a:gd name="connsiteX102" fmla="*/ 14409 w 66347"/>
                <a:gd name="connsiteY102" fmla="*/ 291972 h 301542"/>
                <a:gd name="connsiteX103" fmla="*/ 15153 w 66347"/>
                <a:gd name="connsiteY103" fmla="*/ 288252 h 301542"/>
                <a:gd name="connsiteX104" fmla="*/ 16641 w 66347"/>
                <a:gd name="connsiteY104" fmla="*/ 287507 h 301542"/>
                <a:gd name="connsiteX105" fmla="*/ 16967 w 66347"/>
                <a:gd name="connsiteY105" fmla="*/ 284903 h 301542"/>
                <a:gd name="connsiteX106" fmla="*/ 17385 w 66347"/>
                <a:gd name="connsiteY106" fmla="*/ 282298 h 301542"/>
                <a:gd name="connsiteX107" fmla="*/ 19618 w 66347"/>
                <a:gd name="connsiteY107" fmla="*/ 281554 h 301542"/>
                <a:gd name="connsiteX108" fmla="*/ 19990 w 66347"/>
                <a:gd name="connsiteY108" fmla="*/ 278578 h 301542"/>
                <a:gd name="connsiteX109" fmla="*/ 20362 w 66347"/>
                <a:gd name="connsiteY109" fmla="*/ 275601 h 301542"/>
                <a:gd name="connsiteX110" fmla="*/ 22594 w 66347"/>
                <a:gd name="connsiteY110" fmla="*/ 274857 h 301542"/>
                <a:gd name="connsiteX111" fmla="*/ 23106 w 66347"/>
                <a:gd name="connsiteY111" fmla="*/ 271834 h 301542"/>
                <a:gd name="connsiteX112" fmla="*/ 23338 w 66347"/>
                <a:gd name="connsiteY112" fmla="*/ 268904 h 301542"/>
                <a:gd name="connsiteX113" fmla="*/ 25571 w 66347"/>
                <a:gd name="connsiteY113" fmla="*/ 268904 h 301542"/>
                <a:gd name="connsiteX114" fmla="*/ 25492 w 66347"/>
                <a:gd name="connsiteY114" fmla="*/ 267465 h 301542"/>
                <a:gd name="connsiteX115" fmla="*/ 25431 w 66347"/>
                <a:gd name="connsiteY115" fmla="*/ 265602 h 301542"/>
                <a:gd name="connsiteX116" fmla="*/ 25353 w 66347"/>
                <a:gd name="connsiteY116" fmla="*/ 263744 h 301542"/>
                <a:gd name="connsiteX117" fmla="*/ 25571 w 66347"/>
                <a:gd name="connsiteY117" fmla="*/ 262207 h 301542"/>
                <a:gd name="connsiteX118" fmla="*/ 27803 w 66347"/>
                <a:gd name="connsiteY118" fmla="*/ 261462 h 301542"/>
                <a:gd name="connsiteX119" fmla="*/ 28315 w 66347"/>
                <a:gd name="connsiteY119" fmla="*/ 258067 h 301542"/>
                <a:gd name="connsiteX120" fmla="*/ 28463 w 66347"/>
                <a:gd name="connsiteY120" fmla="*/ 256204 h 301542"/>
                <a:gd name="connsiteX121" fmla="*/ 28547 w 66347"/>
                <a:gd name="connsiteY121" fmla="*/ 254765 h 301542"/>
                <a:gd name="connsiteX122" fmla="*/ 30780 w 66347"/>
                <a:gd name="connsiteY122" fmla="*/ 254765 h 301542"/>
                <a:gd name="connsiteX123" fmla="*/ 30890 w 66347"/>
                <a:gd name="connsiteY123" fmla="*/ 253164 h 301542"/>
                <a:gd name="connsiteX124" fmla="*/ 31059 w 66347"/>
                <a:gd name="connsiteY124" fmla="*/ 251091 h 301542"/>
                <a:gd name="connsiteX125" fmla="*/ 31216 w 66347"/>
                <a:gd name="connsiteY125" fmla="*/ 249024 h 301542"/>
                <a:gd name="connsiteX126" fmla="*/ 31524 w 66347"/>
                <a:gd name="connsiteY126" fmla="*/ 247324 h 301542"/>
                <a:gd name="connsiteX127" fmla="*/ 33012 w 66347"/>
                <a:gd name="connsiteY127" fmla="*/ 246580 h 301542"/>
                <a:gd name="connsiteX128" fmla="*/ 33428 w 66347"/>
                <a:gd name="connsiteY128" fmla="*/ 240231 h 301542"/>
                <a:gd name="connsiteX129" fmla="*/ 33756 w 66347"/>
                <a:gd name="connsiteY129" fmla="*/ 238394 h 301542"/>
                <a:gd name="connsiteX130" fmla="*/ 35989 w 66347"/>
                <a:gd name="connsiteY130" fmla="*/ 237650 h 301542"/>
                <a:gd name="connsiteX131" fmla="*/ 36500 w 66347"/>
                <a:gd name="connsiteY131" fmla="*/ 233139 h 301542"/>
                <a:gd name="connsiteX132" fmla="*/ 36648 w 66347"/>
                <a:gd name="connsiteY132" fmla="*/ 230648 h 301542"/>
                <a:gd name="connsiteX133" fmla="*/ 36733 w 66347"/>
                <a:gd name="connsiteY133" fmla="*/ 228720 h 301542"/>
                <a:gd name="connsiteX134" fmla="*/ 38965 w 66347"/>
                <a:gd name="connsiteY134" fmla="*/ 228720 h 301542"/>
                <a:gd name="connsiteX135" fmla="*/ 39076 w 66347"/>
                <a:gd name="connsiteY135" fmla="*/ 226305 h 301542"/>
                <a:gd name="connsiteX136" fmla="*/ 39244 w 66347"/>
                <a:gd name="connsiteY136" fmla="*/ 223186 h 301542"/>
                <a:gd name="connsiteX137" fmla="*/ 39314 w 66347"/>
                <a:gd name="connsiteY137" fmla="*/ 221591 h 301542"/>
                <a:gd name="connsiteX138" fmla="*/ 39709 w 66347"/>
                <a:gd name="connsiteY138" fmla="*/ 217558 h 301542"/>
                <a:gd name="connsiteX139" fmla="*/ 41198 w 66347"/>
                <a:gd name="connsiteY139" fmla="*/ 216814 h 301542"/>
                <a:gd name="connsiteX140" fmla="*/ 41554 w 66347"/>
                <a:gd name="connsiteY140" fmla="*/ 209169 h 301542"/>
                <a:gd name="connsiteX141" fmla="*/ 41942 w 66347"/>
                <a:gd name="connsiteY141" fmla="*/ 204908 h 301542"/>
                <a:gd name="connsiteX142" fmla="*/ 44174 w 66347"/>
                <a:gd name="connsiteY142" fmla="*/ 204164 h 301542"/>
                <a:gd name="connsiteX143" fmla="*/ 44555 w 66347"/>
                <a:gd name="connsiteY143" fmla="*/ 200347 h 301542"/>
                <a:gd name="connsiteX144" fmla="*/ 44635 w 66347"/>
                <a:gd name="connsiteY144" fmla="*/ 198014 h 301542"/>
                <a:gd name="connsiteX145" fmla="*/ 44686 w 66347"/>
                <a:gd name="connsiteY145" fmla="*/ 195560 h 301542"/>
                <a:gd name="connsiteX146" fmla="*/ 44763 w 66347"/>
                <a:gd name="connsiteY146" fmla="*/ 193096 h 301542"/>
                <a:gd name="connsiteX147" fmla="*/ 44918 w 66347"/>
                <a:gd name="connsiteY147" fmla="*/ 187048 h 301542"/>
                <a:gd name="connsiteX148" fmla="*/ 46407 w 66347"/>
                <a:gd name="connsiteY148" fmla="*/ 187048 h 301542"/>
                <a:gd name="connsiteX149" fmla="*/ 47247 w 66347"/>
                <a:gd name="connsiteY149" fmla="*/ 177146 h 301542"/>
                <a:gd name="connsiteX150" fmla="*/ 47251 w 66347"/>
                <a:gd name="connsiteY150" fmla="*/ 175290 h 301542"/>
                <a:gd name="connsiteX151" fmla="*/ 47250 w 66347"/>
                <a:gd name="connsiteY151" fmla="*/ 169233 h 301542"/>
                <a:gd name="connsiteX152" fmla="*/ 47252 w 66347"/>
                <a:gd name="connsiteY152" fmla="*/ 165016 h 301542"/>
                <a:gd name="connsiteX153" fmla="*/ 47248 w 66347"/>
                <a:gd name="connsiteY153" fmla="*/ 156186 h 301542"/>
                <a:gd name="connsiteX154" fmla="*/ 47250 w 66347"/>
                <a:gd name="connsiteY154" fmla="*/ 144869 h 301542"/>
                <a:gd name="connsiteX155" fmla="*/ 47250 w 66347"/>
                <a:gd name="connsiteY155" fmla="*/ 136164 h 301542"/>
                <a:gd name="connsiteX156" fmla="*/ 47252 w 66347"/>
                <a:gd name="connsiteY156" fmla="*/ 131991 h 301542"/>
                <a:gd name="connsiteX157" fmla="*/ 47247 w 66347"/>
                <a:gd name="connsiteY157" fmla="*/ 126161 h 301542"/>
                <a:gd name="connsiteX158" fmla="*/ 47252 w 66347"/>
                <a:gd name="connsiteY158" fmla="*/ 124419 h 301542"/>
                <a:gd name="connsiteX159" fmla="*/ 46407 w 66347"/>
                <a:gd name="connsiteY159" fmla="*/ 117099 h 301542"/>
                <a:gd name="connsiteX160" fmla="*/ 44918 w 66347"/>
                <a:gd name="connsiteY160" fmla="*/ 116355 h 301542"/>
                <a:gd name="connsiteX161" fmla="*/ 44610 w 66347"/>
                <a:gd name="connsiteY161" fmla="*/ 112376 h 301542"/>
                <a:gd name="connsiteX162" fmla="*/ 44523 w 66347"/>
                <a:gd name="connsiteY162" fmla="*/ 109941 h 301542"/>
                <a:gd name="connsiteX163" fmla="*/ 44453 w 66347"/>
                <a:gd name="connsiteY163" fmla="*/ 107379 h 301542"/>
                <a:gd name="connsiteX164" fmla="*/ 44366 w 66347"/>
                <a:gd name="connsiteY164" fmla="*/ 104808 h 301542"/>
                <a:gd name="connsiteX165" fmla="*/ 44174 w 66347"/>
                <a:gd name="connsiteY165" fmla="*/ 98496 h 301542"/>
                <a:gd name="connsiteX166" fmla="*/ 41942 w 66347"/>
                <a:gd name="connsiteY166" fmla="*/ 99240 h 301542"/>
                <a:gd name="connsiteX167" fmla="*/ 41831 w 66347"/>
                <a:gd name="connsiteY167" fmla="*/ 96336 h 301542"/>
                <a:gd name="connsiteX168" fmla="*/ 41663 w 66347"/>
                <a:gd name="connsiteY168" fmla="*/ 92589 h 301542"/>
                <a:gd name="connsiteX169" fmla="*/ 41593 w 66347"/>
                <a:gd name="connsiteY169" fmla="*/ 90672 h 301542"/>
                <a:gd name="connsiteX170" fmla="*/ 41506 w 66347"/>
                <a:gd name="connsiteY170" fmla="*/ 88848 h 301542"/>
                <a:gd name="connsiteX171" fmla="*/ 41435 w 66347"/>
                <a:gd name="connsiteY171" fmla="*/ 87159 h 301542"/>
                <a:gd name="connsiteX172" fmla="*/ 41198 w 66347"/>
                <a:gd name="connsiteY172" fmla="*/ 85845 h 301542"/>
                <a:gd name="connsiteX173" fmla="*/ 39709 w 66347"/>
                <a:gd name="connsiteY173" fmla="*/ 85101 h 301542"/>
                <a:gd name="connsiteX174" fmla="*/ 39337 w 66347"/>
                <a:gd name="connsiteY174" fmla="*/ 80357 h 301542"/>
                <a:gd name="connsiteX175" fmla="*/ 37477 w 66347"/>
                <a:gd name="connsiteY175" fmla="*/ 73195 h 301542"/>
                <a:gd name="connsiteX176" fmla="*/ 36733 w 66347"/>
                <a:gd name="connsiteY176" fmla="*/ 73195 h 301542"/>
                <a:gd name="connsiteX177" fmla="*/ 35989 w 66347"/>
                <a:gd name="connsiteY177" fmla="*/ 63521 h 301542"/>
                <a:gd name="connsiteX178" fmla="*/ 33756 w 66347"/>
                <a:gd name="connsiteY178" fmla="*/ 63521 h 301542"/>
                <a:gd name="connsiteX179" fmla="*/ 33756 w 66347"/>
                <a:gd name="connsiteY179" fmla="*/ 55336 h 301542"/>
                <a:gd name="connsiteX180" fmla="*/ 31524 w 66347"/>
                <a:gd name="connsiteY180" fmla="*/ 55336 h 301542"/>
                <a:gd name="connsiteX181" fmla="*/ 30780 w 66347"/>
                <a:gd name="connsiteY181" fmla="*/ 47894 h 301542"/>
                <a:gd name="connsiteX182" fmla="*/ 28547 w 66347"/>
                <a:gd name="connsiteY182" fmla="*/ 47894 h 301542"/>
                <a:gd name="connsiteX183" fmla="*/ 28184 w 66347"/>
                <a:gd name="connsiteY183" fmla="*/ 43316 h 301542"/>
                <a:gd name="connsiteX184" fmla="*/ 27803 w 66347"/>
                <a:gd name="connsiteY184" fmla="*/ 41941 h 301542"/>
                <a:gd name="connsiteX185" fmla="*/ 25571 w 66347"/>
                <a:gd name="connsiteY185" fmla="*/ 41197 h 301542"/>
                <a:gd name="connsiteX186" fmla="*/ 25152 w 66347"/>
                <a:gd name="connsiteY186" fmla="*/ 38220 h 301542"/>
                <a:gd name="connsiteX187" fmla="*/ 24827 w 66347"/>
                <a:gd name="connsiteY187" fmla="*/ 35244 h 301542"/>
                <a:gd name="connsiteX188" fmla="*/ 23338 w 66347"/>
                <a:gd name="connsiteY188" fmla="*/ 34500 h 301542"/>
                <a:gd name="connsiteX189" fmla="*/ 22594 w 66347"/>
                <a:gd name="connsiteY189" fmla="*/ 28546 h 301542"/>
                <a:gd name="connsiteX190" fmla="*/ 20362 w 66347"/>
                <a:gd name="connsiteY190" fmla="*/ 28546 h 301542"/>
                <a:gd name="connsiteX191" fmla="*/ 19618 w 66347"/>
                <a:gd name="connsiteY191" fmla="*/ 22593 h 301542"/>
                <a:gd name="connsiteX192" fmla="*/ 17385 w 66347"/>
                <a:gd name="connsiteY192" fmla="*/ 22593 h 301542"/>
                <a:gd name="connsiteX193" fmla="*/ 17525 w 66347"/>
                <a:gd name="connsiteY193" fmla="*/ 20035 h 301542"/>
                <a:gd name="connsiteX194" fmla="*/ 17385 w 66347"/>
                <a:gd name="connsiteY194" fmla="*/ 17384 h 301542"/>
                <a:gd name="connsiteX195" fmla="*/ 15153 w 66347"/>
                <a:gd name="connsiteY195" fmla="*/ 16640 h 301542"/>
                <a:gd name="connsiteX196" fmla="*/ 14409 w 66347"/>
                <a:gd name="connsiteY196" fmla="*/ 10687 h 301542"/>
                <a:gd name="connsiteX197" fmla="*/ 12176 w 66347"/>
                <a:gd name="connsiteY197" fmla="*/ 10687 h 301542"/>
                <a:gd name="connsiteX198" fmla="*/ 11432 w 66347"/>
                <a:gd name="connsiteY198" fmla="*/ 1757 h 30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66347" h="301542">
                  <a:moveTo>
                    <a:pt x="11432" y="1757"/>
                  </a:moveTo>
                  <a:cubicBezTo>
                    <a:pt x="14765" y="1693"/>
                    <a:pt x="18098" y="1653"/>
                    <a:pt x="21431" y="1618"/>
                  </a:cubicBezTo>
                  <a:cubicBezTo>
                    <a:pt x="22383" y="1599"/>
                    <a:pt x="23335" y="1580"/>
                    <a:pt x="24316" y="1561"/>
                  </a:cubicBezTo>
                  <a:cubicBezTo>
                    <a:pt x="25220" y="1554"/>
                    <a:pt x="26125" y="1547"/>
                    <a:pt x="27056" y="1539"/>
                  </a:cubicBezTo>
                  <a:cubicBezTo>
                    <a:pt x="27894" y="1528"/>
                    <a:pt x="28732" y="1516"/>
                    <a:pt x="29595" y="1504"/>
                  </a:cubicBezTo>
                  <a:cubicBezTo>
                    <a:pt x="30231" y="1588"/>
                    <a:pt x="30868" y="1671"/>
                    <a:pt x="31524" y="1757"/>
                  </a:cubicBezTo>
                  <a:cubicBezTo>
                    <a:pt x="31769" y="2494"/>
                    <a:pt x="32015" y="3231"/>
                    <a:pt x="32268" y="3990"/>
                  </a:cubicBezTo>
                  <a:cubicBezTo>
                    <a:pt x="32759" y="4235"/>
                    <a:pt x="33250" y="4481"/>
                    <a:pt x="33756" y="4734"/>
                  </a:cubicBezTo>
                  <a:cubicBezTo>
                    <a:pt x="33864" y="5317"/>
                    <a:pt x="33971" y="5900"/>
                    <a:pt x="34082" y="6501"/>
                  </a:cubicBezTo>
                  <a:cubicBezTo>
                    <a:pt x="34643" y="9122"/>
                    <a:pt x="35836" y="10032"/>
                    <a:pt x="37942" y="11571"/>
                  </a:cubicBezTo>
                  <a:cubicBezTo>
                    <a:pt x="39616" y="13777"/>
                    <a:pt x="39486" y="16149"/>
                    <a:pt x="39709" y="18873"/>
                  </a:cubicBezTo>
                  <a:cubicBezTo>
                    <a:pt x="40446" y="18873"/>
                    <a:pt x="41183" y="18873"/>
                    <a:pt x="41942" y="18873"/>
                  </a:cubicBezTo>
                  <a:cubicBezTo>
                    <a:pt x="42202" y="20110"/>
                    <a:pt x="42449" y="21351"/>
                    <a:pt x="42686" y="22593"/>
                  </a:cubicBezTo>
                  <a:cubicBezTo>
                    <a:pt x="43423" y="23085"/>
                    <a:pt x="44159" y="23576"/>
                    <a:pt x="44918" y="24082"/>
                  </a:cubicBezTo>
                  <a:cubicBezTo>
                    <a:pt x="45191" y="25566"/>
                    <a:pt x="45440" y="27054"/>
                    <a:pt x="45662" y="28546"/>
                  </a:cubicBezTo>
                  <a:cubicBezTo>
                    <a:pt x="46399" y="28915"/>
                    <a:pt x="46399" y="28915"/>
                    <a:pt x="47151" y="29291"/>
                  </a:cubicBezTo>
                  <a:cubicBezTo>
                    <a:pt x="47454" y="31018"/>
                    <a:pt x="47705" y="32756"/>
                    <a:pt x="47895" y="34500"/>
                  </a:cubicBezTo>
                  <a:cubicBezTo>
                    <a:pt x="48632" y="34500"/>
                    <a:pt x="49368" y="34500"/>
                    <a:pt x="50127" y="34500"/>
                  </a:cubicBezTo>
                  <a:cubicBezTo>
                    <a:pt x="50242" y="35766"/>
                    <a:pt x="50242" y="35766"/>
                    <a:pt x="50360" y="37058"/>
                  </a:cubicBezTo>
                  <a:cubicBezTo>
                    <a:pt x="50529" y="37932"/>
                    <a:pt x="50698" y="38807"/>
                    <a:pt x="50871" y="39709"/>
                  </a:cubicBezTo>
                  <a:cubicBezTo>
                    <a:pt x="51608" y="39954"/>
                    <a:pt x="52345" y="40200"/>
                    <a:pt x="53104" y="40453"/>
                  </a:cubicBezTo>
                  <a:cubicBezTo>
                    <a:pt x="53382" y="42184"/>
                    <a:pt x="53630" y="43921"/>
                    <a:pt x="53848" y="45662"/>
                  </a:cubicBezTo>
                  <a:cubicBezTo>
                    <a:pt x="54585" y="46030"/>
                    <a:pt x="54585" y="46030"/>
                    <a:pt x="55336" y="46406"/>
                  </a:cubicBezTo>
                  <a:cubicBezTo>
                    <a:pt x="55644" y="47944"/>
                    <a:pt x="55644" y="47944"/>
                    <a:pt x="55801" y="49801"/>
                  </a:cubicBezTo>
                  <a:cubicBezTo>
                    <a:pt x="55857" y="50416"/>
                    <a:pt x="55913" y="51031"/>
                    <a:pt x="55970" y="51664"/>
                  </a:cubicBezTo>
                  <a:cubicBezTo>
                    <a:pt x="56006" y="52139"/>
                    <a:pt x="56043" y="52614"/>
                    <a:pt x="56080" y="53103"/>
                  </a:cubicBezTo>
                  <a:cubicBezTo>
                    <a:pt x="56817" y="53103"/>
                    <a:pt x="57554" y="53103"/>
                    <a:pt x="58313" y="53103"/>
                  </a:cubicBezTo>
                  <a:cubicBezTo>
                    <a:pt x="58434" y="54629"/>
                    <a:pt x="58555" y="56155"/>
                    <a:pt x="58676" y="57681"/>
                  </a:cubicBezTo>
                  <a:cubicBezTo>
                    <a:pt x="58865" y="58362"/>
                    <a:pt x="58865" y="58362"/>
                    <a:pt x="59057" y="59056"/>
                  </a:cubicBezTo>
                  <a:cubicBezTo>
                    <a:pt x="60162" y="59425"/>
                    <a:pt x="60162" y="59425"/>
                    <a:pt x="61289" y="59800"/>
                  </a:cubicBezTo>
                  <a:cubicBezTo>
                    <a:pt x="61592" y="61449"/>
                    <a:pt x="61592" y="61449"/>
                    <a:pt x="61661" y="63475"/>
                  </a:cubicBezTo>
                  <a:cubicBezTo>
                    <a:pt x="61684" y="65458"/>
                    <a:pt x="61684" y="65458"/>
                    <a:pt x="62034" y="67242"/>
                  </a:cubicBezTo>
                  <a:cubicBezTo>
                    <a:pt x="63139" y="67979"/>
                    <a:pt x="63139" y="67979"/>
                    <a:pt x="64266" y="68730"/>
                  </a:cubicBezTo>
                  <a:cubicBezTo>
                    <a:pt x="64594" y="70314"/>
                    <a:pt x="64594" y="70314"/>
                    <a:pt x="64685" y="72125"/>
                  </a:cubicBezTo>
                  <a:cubicBezTo>
                    <a:pt x="64747" y="73892"/>
                    <a:pt x="64747" y="73892"/>
                    <a:pt x="65010" y="75427"/>
                  </a:cubicBezTo>
                  <a:cubicBezTo>
                    <a:pt x="65501" y="75673"/>
                    <a:pt x="65992" y="75918"/>
                    <a:pt x="66498" y="76171"/>
                  </a:cubicBezTo>
                  <a:cubicBezTo>
                    <a:pt x="66763" y="78289"/>
                    <a:pt x="66829" y="80388"/>
                    <a:pt x="66914" y="82520"/>
                  </a:cubicBezTo>
                  <a:cubicBezTo>
                    <a:pt x="67077" y="83429"/>
                    <a:pt x="67077" y="83429"/>
                    <a:pt x="67243" y="84357"/>
                  </a:cubicBezTo>
                  <a:cubicBezTo>
                    <a:pt x="68348" y="84725"/>
                    <a:pt x="68348" y="84725"/>
                    <a:pt x="69475" y="85101"/>
                  </a:cubicBezTo>
                  <a:cubicBezTo>
                    <a:pt x="69706" y="87111"/>
                    <a:pt x="69823" y="88994"/>
                    <a:pt x="69847" y="91008"/>
                  </a:cubicBezTo>
                  <a:cubicBezTo>
                    <a:pt x="69872" y="93051"/>
                    <a:pt x="69993" y="94967"/>
                    <a:pt x="70219" y="97007"/>
                  </a:cubicBezTo>
                  <a:cubicBezTo>
                    <a:pt x="71324" y="97744"/>
                    <a:pt x="71324" y="97744"/>
                    <a:pt x="72452" y="98496"/>
                  </a:cubicBezTo>
                  <a:cubicBezTo>
                    <a:pt x="72577" y="100519"/>
                    <a:pt x="72592" y="102388"/>
                    <a:pt x="72498" y="104402"/>
                  </a:cubicBezTo>
                  <a:cubicBezTo>
                    <a:pt x="72212" y="108731"/>
                    <a:pt x="72212" y="108731"/>
                    <a:pt x="73940" y="112634"/>
                  </a:cubicBezTo>
                  <a:cubicBezTo>
                    <a:pt x="74185" y="112634"/>
                    <a:pt x="74431" y="112634"/>
                    <a:pt x="74684" y="112634"/>
                  </a:cubicBezTo>
                  <a:cubicBezTo>
                    <a:pt x="74930" y="121966"/>
                    <a:pt x="75175" y="131297"/>
                    <a:pt x="75428" y="140912"/>
                  </a:cubicBezTo>
                  <a:cubicBezTo>
                    <a:pt x="76165" y="140912"/>
                    <a:pt x="76901" y="140912"/>
                    <a:pt x="77661" y="140912"/>
                  </a:cubicBezTo>
                  <a:cubicBezTo>
                    <a:pt x="77661" y="148279"/>
                    <a:pt x="77661" y="155646"/>
                    <a:pt x="77661" y="163236"/>
                  </a:cubicBezTo>
                  <a:cubicBezTo>
                    <a:pt x="77169" y="163236"/>
                    <a:pt x="76678" y="163236"/>
                    <a:pt x="76172" y="163236"/>
                  </a:cubicBezTo>
                  <a:cubicBezTo>
                    <a:pt x="75017" y="165545"/>
                    <a:pt x="75280" y="168004"/>
                    <a:pt x="75245" y="170541"/>
                  </a:cubicBezTo>
                  <a:cubicBezTo>
                    <a:pt x="75220" y="171719"/>
                    <a:pt x="75196" y="172898"/>
                    <a:pt x="75171" y="174077"/>
                  </a:cubicBezTo>
                  <a:cubicBezTo>
                    <a:pt x="75135" y="175940"/>
                    <a:pt x="75102" y="177804"/>
                    <a:pt x="75073" y="179667"/>
                  </a:cubicBezTo>
                  <a:cubicBezTo>
                    <a:pt x="75044" y="181462"/>
                    <a:pt x="75005" y="183257"/>
                    <a:pt x="74966" y="185051"/>
                  </a:cubicBezTo>
                  <a:cubicBezTo>
                    <a:pt x="74960" y="185613"/>
                    <a:pt x="74953" y="186174"/>
                    <a:pt x="74947" y="186752"/>
                  </a:cubicBezTo>
                  <a:cubicBezTo>
                    <a:pt x="74915" y="188094"/>
                    <a:pt x="74807" y="189433"/>
                    <a:pt x="74684" y="190769"/>
                  </a:cubicBezTo>
                  <a:cubicBezTo>
                    <a:pt x="74193" y="191015"/>
                    <a:pt x="73702" y="191260"/>
                    <a:pt x="73196" y="191513"/>
                  </a:cubicBezTo>
                  <a:cubicBezTo>
                    <a:pt x="72095" y="195238"/>
                    <a:pt x="72497" y="199014"/>
                    <a:pt x="72643" y="202850"/>
                  </a:cubicBezTo>
                  <a:cubicBezTo>
                    <a:pt x="72580" y="203529"/>
                    <a:pt x="72517" y="204208"/>
                    <a:pt x="72452" y="204908"/>
                  </a:cubicBezTo>
                  <a:cubicBezTo>
                    <a:pt x="71715" y="205153"/>
                    <a:pt x="70978" y="205399"/>
                    <a:pt x="70219" y="205652"/>
                  </a:cubicBezTo>
                  <a:cubicBezTo>
                    <a:pt x="69779" y="208085"/>
                    <a:pt x="69779" y="208085"/>
                    <a:pt x="69708" y="210907"/>
                  </a:cubicBezTo>
                  <a:cubicBezTo>
                    <a:pt x="69659" y="211868"/>
                    <a:pt x="69610" y="212828"/>
                    <a:pt x="69559" y="213817"/>
                  </a:cubicBezTo>
                  <a:cubicBezTo>
                    <a:pt x="69531" y="214561"/>
                    <a:pt x="69504" y="215304"/>
                    <a:pt x="69475" y="216070"/>
                  </a:cubicBezTo>
                  <a:cubicBezTo>
                    <a:pt x="68738" y="216070"/>
                    <a:pt x="68002" y="216070"/>
                    <a:pt x="67243" y="216070"/>
                  </a:cubicBezTo>
                  <a:cubicBezTo>
                    <a:pt x="66997" y="219508"/>
                    <a:pt x="66751" y="222946"/>
                    <a:pt x="66498" y="226488"/>
                  </a:cubicBezTo>
                  <a:cubicBezTo>
                    <a:pt x="65762" y="226488"/>
                    <a:pt x="65025" y="226488"/>
                    <a:pt x="64266" y="226488"/>
                  </a:cubicBezTo>
                  <a:cubicBezTo>
                    <a:pt x="64305" y="227255"/>
                    <a:pt x="64305" y="227255"/>
                    <a:pt x="64344" y="228037"/>
                  </a:cubicBezTo>
                  <a:cubicBezTo>
                    <a:pt x="64365" y="228708"/>
                    <a:pt x="64385" y="229378"/>
                    <a:pt x="64406" y="230069"/>
                  </a:cubicBezTo>
                  <a:cubicBezTo>
                    <a:pt x="64444" y="231066"/>
                    <a:pt x="64444" y="231066"/>
                    <a:pt x="64484" y="232083"/>
                  </a:cubicBezTo>
                  <a:cubicBezTo>
                    <a:pt x="64221" y="234312"/>
                    <a:pt x="63597" y="234655"/>
                    <a:pt x="62034" y="236162"/>
                  </a:cubicBezTo>
                  <a:cubicBezTo>
                    <a:pt x="61712" y="237924"/>
                    <a:pt x="61661" y="239612"/>
                    <a:pt x="61592" y="241400"/>
                  </a:cubicBezTo>
                  <a:cubicBezTo>
                    <a:pt x="61492" y="241881"/>
                    <a:pt x="61392" y="242363"/>
                    <a:pt x="61289" y="242859"/>
                  </a:cubicBezTo>
                  <a:cubicBezTo>
                    <a:pt x="60553" y="243105"/>
                    <a:pt x="59816" y="243350"/>
                    <a:pt x="59057" y="243603"/>
                  </a:cubicBezTo>
                  <a:cubicBezTo>
                    <a:pt x="58866" y="245109"/>
                    <a:pt x="58681" y="246619"/>
                    <a:pt x="58615" y="248135"/>
                  </a:cubicBezTo>
                  <a:cubicBezTo>
                    <a:pt x="58313" y="249556"/>
                    <a:pt x="58313" y="249556"/>
                    <a:pt x="56080" y="251045"/>
                  </a:cubicBezTo>
                  <a:cubicBezTo>
                    <a:pt x="56096" y="251919"/>
                    <a:pt x="56111" y="252794"/>
                    <a:pt x="56127" y="253696"/>
                  </a:cubicBezTo>
                  <a:cubicBezTo>
                    <a:pt x="56112" y="254540"/>
                    <a:pt x="56096" y="255384"/>
                    <a:pt x="56080" y="256253"/>
                  </a:cubicBezTo>
                  <a:cubicBezTo>
                    <a:pt x="55589" y="256360"/>
                    <a:pt x="55098" y="256466"/>
                    <a:pt x="54592" y="256576"/>
                  </a:cubicBezTo>
                  <a:cubicBezTo>
                    <a:pt x="54101" y="256715"/>
                    <a:pt x="53610" y="256854"/>
                    <a:pt x="53104" y="256998"/>
                  </a:cubicBezTo>
                  <a:cubicBezTo>
                    <a:pt x="52826" y="258560"/>
                    <a:pt x="52826" y="258560"/>
                    <a:pt x="53057" y="260346"/>
                  </a:cubicBezTo>
                  <a:cubicBezTo>
                    <a:pt x="53217" y="262183"/>
                    <a:pt x="53217" y="262183"/>
                    <a:pt x="53104" y="263695"/>
                  </a:cubicBezTo>
                  <a:cubicBezTo>
                    <a:pt x="52367" y="263940"/>
                    <a:pt x="51630" y="264186"/>
                    <a:pt x="50871" y="264439"/>
                  </a:cubicBezTo>
                  <a:cubicBezTo>
                    <a:pt x="50614" y="266174"/>
                    <a:pt x="50367" y="267911"/>
                    <a:pt x="50127" y="269648"/>
                  </a:cubicBezTo>
                  <a:cubicBezTo>
                    <a:pt x="49058" y="270904"/>
                    <a:pt x="49058" y="270904"/>
                    <a:pt x="47895" y="271880"/>
                  </a:cubicBezTo>
                  <a:cubicBezTo>
                    <a:pt x="47634" y="272418"/>
                    <a:pt x="47373" y="272955"/>
                    <a:pt x="47104" y="273508"/>
                  </a:cubicBezTo>
                  <a:cubicBezTo>
                    <a:pt x="46874" y="273953"/>
                    <a:pt x="46644" y="274398"/>
                    <a:pt x="46407" y="274857"/>
                  </a:cubicBezTo>
                  <a:cubicBezTo>
                    <a:pt x="45915" y="274857"/>
                    <a:pt x="45424" y="274857"/>
                    <a:pt x="44918" y="274857"/>
                  </a:cubicBezTo>
                  <a:cubicBezTo>
                    <a:pt x="44964" y="275686"/>
                    <a:pt x="45010" y="276515"/>
                    <a:pt x="45058" y="277368"/>
                  </a:cubicBezTo>
                  <a:cubicBezTo>
                    <a:pt x="45012" y="278259"/>
                    <a:pt x="44966" y="279149"/>
                    <a:pt x="44918" y="280066"/>
                  </a:cubicBezTo>
                  <a:cubicBezTo>
                    <a:pt x="44182" y="280557"/>
                    <a:pt x="43445" y="281048"/>
                    <a:pt x="42686" y="281554"/>
                  </a:cubicBezTo>
                  <a:cubicBezTo>
                    <a:pt x="42415" y="282790"/>
                    <a:pt x="42165" y="284030"/>
                    <a:pt x="41942" y="285275"/>
                  </a:cubicBezTo>
                  <a:cubicBezTo>
                    <a:pt x="41451" y="285521"/>
                    <a:pt x="40960" y="285766"/>
                    <a:pt x="40453" y="286019"/>
                  </a:cubicBezTo>
                  <a:cubicBezTo>
                    <a:pt x="40085" y="286894"/>
                    <a:pt x="39717" y="287769"/>
                    <a:pt x="39337" y="288670"/>
                  </a:cubicBezTo>
                  <a:cubicBezTo>
                    <a:pt x="38969" y="289514"/>
                    <a:pt x="38601" y="290358"/>
                    <a:pt x="38221" y="291228"/>
                  </a:cubicBezTo>
                  <a:cubicBezTo>
                    <a:pt x="37730" y="291228"/>
                    <a:pt x="37239" y="291228"/>
                    <a:pt x="36733" y="291228"/>
                  </a:cubicBezTo>
                  <a:cubicBezTo>
                    <a:pt x="36479" y="292467"/>
                    <a:pt x="36231" y="293707"/>
                    <a:pt x="35989" y="294949"/>
                  </a:cubicBezTo>
                  <a:cubicBezTo>
                    <a:pt x="35498" y="295194"/>
                    <a:pt x="35006" y="295440"/>
                    <a:pt x="34500" y="295693"/>
                  </a:cubicBezTo>
                  <a:cubicBezTo>
                    <a:pt x="34296" y="296813"/>
                    <a:pt x="34107" y="297935"/>
                    <a:pt x="33925" y="299059"/>
                  </a:cubicBezTo>
                  <a:cubicBezTo>
                    <a:pt x="33347" y="300892"/>
                    <a:pt x="33347" y="300892"/>
                    <a:pt x="32268" y="302390"/>
                  </a:cubicBezTo>
                  <a:cubicBezTo>
                    <a:pt x="28892" y="303315"/>
                    <a:pt x="25599" y="303051"/>
                    <a:pt x="22129" y="302855"/>
                  </a:cubicBezTo>
                  <a:cubicBezTo>
                    <a:pt x="21187" y="302831"/>
                    <a:pt x="20245" y="302807"/>
                    <a:pt x="19275" y="302783"/>
                  </a:cubicBezTo>
                  <a:cubicBezTo>
                    <a:pt x="12353" y="302567"/>
                    <a:pt x="12353" y="302567"/>
                    <a:pt x="11432" y="301646"/>
                  </a:cubicBezTo>
                  <a:cubicBezTo>
                    <a:pt x="11212" y="295826"/>
                    <a:pt x="11212" y="295826"/>
                    <a:pt x="12176" y="293461"/>
                  </a:cubicBezTo>
                  <a:cubicBezTo>
                    <a:pt x="12913" y="292969"/>
                    <a:pt x="13650" y="292478"/>
                    <a:pt x="14409" y="291972"/>
                  </a:cubicBezTo>
                  <a:cubicBezTo>
                    <a:pt x="14680" y="290737"/>
                    <a:pt x="14929" y="289496"/>
                    <a:pt x="15153" y="288252"/>
                  </a:cubicBezTo>
                  <a:cubicBezTo>
                    <a:pt x="15644" y="288006"/>
                    <a:pt x="16135" y="287760"/>
                    <a:pt x="16641" y="287507"/>
                  </a:cubicBezTo>
                  <a:cubicBezTo>
                    <a:pt x="16748" y="286648"/>
                    <a:pt x="16856" y="285788"/>
                    <a:pt x="16967" y="284903"/>
                  </a:cubicBezTo>
                  <a:cubicBezTo>
                    <a:pt x="17105" y="284043"/>
                    <a:pt x="17243" y="283184"/>
                    <a:pt x="17385" y="282298"/>
                  </a:cubicBezTo>
                  <a:cubicBezTo>
                    <a:pt x="18122" y="282053"/>
                    <a:pt x="18859" y="281807"/>
                    <a:pt x="19618" y="281554"/>
                  </a:cubicBezTo>
                  <a:cubicBezTo>
                    <a:pt x="19969" y="280171"/>
                    <a:pt x="19969" y="280171"/>
                    <a:pt x="19990" y="278578"/>
                  </a:cubicBezTo>
                  <a:cubicBezTo>
                    <a:pt x="20059" y="276950"/>
                    <a:pt x="20059" y="276950"/>
                    <a:pt x="20362" y="275601"/>
                  </a:cubicBezTo>
                  <a:cubicBezTo>
                    <a:pt x="21098" y="275356"/>
                    <a:pt x="21835" y="275110"/>
                    <a:pt x="22594" y="274857"/>
                  </a:cubicBezTo>
                  <a:cubicBezTo>
                    <a:pt x="23030" y="273454"/>
                    <a:pt x="23030" y="273454"/>
                    <a:pt x="23106" y="271834"/>
                  </a:cubicBezTo>
                  <a:cubicBezTo>
                    <a:pt x="23182" y="270867"/>
                    <a:pt x="23259" y="269900"/>
                    <a:pt x="23338" y="268904"/>
                  </a:cubicBezTo>
                  <a:cubicBezTo>
                    <a:pt x="24075" y="268904"/>
                    <a:pt x="24812" y="268904"/>
                    <a:pt x="25571" y="268904"/>
                  </a:cubicBezTo>
                  <a:cubicBezTo>
                    <a:pt x="25545" y="268429"/>
                    <a:pt x="25519" y="267954"/>
                    <a:pt x="25492" y="267465"/>
                  </a:cubicBezTo>
                  <a:cubicBezTo>
                    <a:pt x="25472" y="266850"/>
                    <a:pt x="25452" y="266235"/>
                    <a:pt x="25431" y="265602"/>
                  </a:cubicBezTo>
                  <a:cubicBezTo>
                    <a:pt x="25405" y="264989"/>
                    <a:pt x="25379" y="264376"/>
                    <a:pt x="25353" y="263744"/>
                  </a:cubicBezTo>
                  <a:cubicBezTo>
                    <a:pt x="25425" y="263237"/>
                    <a:pt x="25497" y="262729"/>
                    <a:pt x="25571" y="262207"/>
                  </a:cubicBezTo>
                  <a:cubicBezTo>
                    <a:pt x="26307" y="261961"/>
                    <a:pt x="27044" y="261715"/>
                    <a:pt x="27803" y="261462"/>
                  </a:cubicBezTo>
                  <a:cubicBezTo>
                    <a:pt x="28240" y="259887"/>
                    <a:pt x="28240" y="259887"/>
                    <a:pt x="28315" y="258067"/>
                  </a:cubicBezTo>
                  <a:cubicBezTo>
                    <a:pt x="28364" y="257452"/>
                    <a:pt x="28413" y="256838"/>
                    <a:pt x="28463" y="256204"/>
                  </a:cubicBezTo>
                  <a:cubicBezTo>
                    <a:pt x="28491" y="255729"/>
                    <a:pt x="28519" y="255254"/>
                    <a:pt x="28547" y="254765"/>
                  </a:cubicBezTo>
                  <a:cubicBezTo>
                    <a:pt x="29284" y="254765"/>
                    <a:pt x="30021" y="254765"/>
                    <a:pt x="30780" y="254765"/>
                  </a:cubicBezTo>
                  <a:cubicBezTo>
                    <a:pt x="30816" y="254237"/>
                    <a:pt x="30853" y="253708"/>
                    <a:pt x="30890" y="253164"/>
                  </a:cubicBezTo>
                  <a:cubicBezTo>
                    <a:pt x="30946" y="252480"/>
                    <a:pt x="31001" y="251796"/>
                    <a:pt x="31059" y="251091"/>
                  </a:cubicBezTo>
                  <a:cubicBezTo>
                    <a:pt x="31111" y="250409"/>
                    <a:pt x="31162" y="249727"/>
                    <a:pt x="31216" y="249024"/>
                  </a:cubicBezTo>
                  <a:cubicBezTo>
                    <a:pt x="31317" y="248463"/>
                    <a:pt x="31419" y="247902"/>
                    <a:pt x="31524" y="247324"/>
                  </a:cubicBezTo>
                  <a:cubicBezTo>
                    <a:pt x="32015" y="247078"/>
                    <a:pt x="32506" y="246833"/>
                    <a:pt x="33012" y="246580"/>
                  </a:cubicBezTo>
                  <a:cubicBezTo>
                    <a:pt x="33277" y="244462"/>
                    <a:pt x="33343" y="242363"/>
                    <a:pt x="33428" y="240231"/>
                  </a:cubicBezTo>
                  <a:cubicBezTo>
                    <a:pt x="33590" y="239322"/>
                    <a:pt x="33590" y="239322"/>
                    <a:pt x="33756" y="238394"/>
                  </a:cubicBezTo>
                  <a:cubicBezTo>
                    <a:pt x="34493" y="238149"/>
                    <a:pt x="35230" y="237903"/>
                    <a:pt x="35989" y="237650"/>
                  </a:cubicBezTo>
                  <a:cubicBezTo>
                    <a:pt x="36428" y="235559"/>
                    <a:pt x="36428" y="235559"/>
                    <a:pt x="36500" y="233139"/>
                  </a:cubicBezTo>
                  <a:cubicBezTo>
                    <a:pt x="36549" y="232317"/>
                    <a:pt x="36598" y="231494"/>
                    <a:pt x="36648" y="230648"/>
                  </a:cubicBezTo>
                  <a:cubicBezTo>
                    <a:pt x="36690" y="229694"/>
                    <a:pt x="36690" y="229694"/>
                    <a:pt x="36733" y="228720"/>
                  </a:cubicBezTo>
                  <a:cubicBezTo>
                    <a:pt x="37469" y="228720"/>
                    <a:pt x="38206" y="228720"/>
                    <a:pt x="38965" y="228720"/>
                  </a:cubicBezTo>
                  <a:cubicBezTo>
                    <a:pt x="39002" y="227923"/>
                    <a:pt x="39038" y="227126"/>
                    <a:pt x="39076" y="226305"/>
                  </a:cubicBezTo>
                  <a:cubicBezTo>
                    <a:pt x="39131" y="225265"/>
                    <a:pt x="39188" y="224225"/>
                    <a:pt x="39244" y="223186"/>
                  </a:cubicBezTo>
                  <a:cubicBezTo>
                    <a:pt x="39267" y="222660"/>
                    <a:pt x="39290" y="222133"/>
                    <a:pt x="39314" y="221591"/>
                  </a:cubicBezTo>
                  <a:cubicBezTo>
                    <a:pt x="39391" y="220243"/>
                    <a:pt x="39545" y="218899"/>
                    <a:pt x="39709" y="217558"/>
                  </a:cubicBezTo>
                  <a:cubicBezTo>
                    <a:pt x="40200" y="217313"/>
                    <a:pt x="40692" y="217067"/>
                    <a:pt x="41198" y="216814"/>
                  </a:cubicBezTo>
                  <a:cubicBezTo>
                    <a:pt x="41419" y="214258"/>
                    <a:pt x="41507" y="211733"/>
                    <a:pt x="41554" y="209169"/>
                  </a:cubicBezTo>
                  <a:cubicBezTo>
                    <a:pt x="41613" y="207559"/>
                    <a:pt x="41613" y="207559"/>
                    <a:pt x="41942" y="204908"/>
                  </a:cubicBezTo>
                  <a:cubicBezTo>
                    <a:pt x="42678" y="204662"/>
                    <a:pt x="43415" y="204417"/>
                    <a:pt x="44174" y="204164"/>
                  </a:cubicBezTo>
                  <a:cubicBezTo>
                    <a:pt x="44557" y="202435"/>
                    <a:pt x="44557" y="202435"/>
                    <a:pt x="44555" y="200347"/>
                  </a:cubicBezTo>
                  <a:cubicBezTo>
                    <a:pt x="44581" y="199577"/>
                    <a:pt x="44608" y="198807"/>
                    <a:pt x="44635" y="198014"/>
                  </a:cubicBezTo>
                  <a:cubicBezTo>
                    <a:pt x="44652" y="197204"/>
                    <a:pt x="44668" y="196394"/>
                    <a:pt x="44686" y="195560"/>
                  </a:cubicBezTo>
                  <a:cubicBezTo>
                    <a:pt x="44711" y="194747"/>
                    <a:pt x="44737" y="193934"/>
                    <a:pt x="44763" y="193096"/>
                  </a:cubicBezTo>
                  <a:cubicBezTo>
                    <a:pt x="44824" y="191080"/>
                    <a:pt x="44876" y="189065"/>
                    <a:pt x="44918" y="187048"/>
                  </a:cubicBezTo>
                  <a:cubicBezTo>
                    <a:pt x="45409" y="187048"/>
                    <a:pt x="45901" y="187048"/>
                    <a:pt x="46407" y="187048"/>
                  </a:cubicBezTo>
                  <a:cubicBezTo>
                    <a:pt x="47409" y="183830"/>
                    <a:pt x="47256" y="180484"/>
                    <a:pt x="47247" y="177146"/>
                  </a:cubicBezTo>
                  <a:cubicBezTo>
                    <a:pt x="47248" y="176534"/>
                    <a:pt x="47250" y="175921"/>
                    <a:pt x="47251" y="175290"/>
                  </a:cubicBezTo>
                  <a:cubicBezTo>
                    <a:pt x="47254" y="173271"/>
                    <a:pt x="47252" y="171252"/>
                    <a:pt x="47250" y="169233"/>
                  </a:cubicBezTo>
                  <a:cubicBezTo>
                    <a:pt x="47250" y="167827"/>
                    <a:pt x="47251" y="166421"/>
                    <a:pt x="47252" y="165016"/>
                  </a:cubicBezTo>
                  <a:cubicBezTo>
                    <a:pt x="47253" y="162073"/>
                    <a:pt x="47251" y="159129"/>
                    <a:pt x="47248" y="156186"/>
                  </a:cubicBezTo>
                  <a:cubicBezTo>
                    <a:pt x="47244" y="152414"/>
                    <a:pt x="47246" y="148641"/>
                    <a:pt x="47250" y="144869"/>
                  </a:cubicBezTo>
                  <a:cubicBezTo>
                    <a:pt x="47253" y="141967"/>
                    <a:pt x="47252" y="139066"/>
                    <a:pt x="47250" y="136164"/>
                  </a:cubicBezTo>
                  <a:cubicBezTo>
                    <a:pt x="47250" y="134773"/>
                    <a:pt x="47250" y="133382"/>
                    <a:pt x="47252" y="131991"/>
                  </a:cubicBezTo>
                  <a:cubicBezTo>
                    <a:pt x="47254" y="130047"/>
                    <a:pt x="47251" y="128104"/>
                    <a:pt x="47247" y="126161"/>
                  </a:cubicBezTo>
                  <a:cubicBezTo>
                    <a:pt x="47249" y="125586"/>
                    <a:pt x="47250" y="125011"/>
                    <a:pt x="47252" y="124419"/>
                  </a:cubicBezTo>
                  <a:cubicBezTo>
                    <a:pt x="47293" y="120684"/>
                    <a:pt x="47293" y="120684"/>
                    <a:pt x="46407" y="117099"/>
                  </a:cubicBezTo>
                  <a:cubicBezTo>
                    <a:pt x="45915" y="116854"/>
                    <a:pt x="45424" y="116608"/>
                    <a:pt x="44918" y="116355"/>
                  </a:cubicBezTo>
                  <a:cubicBezTo>
                    <a:pt x="44681" y="114631"/>
                    <a:pt x="44681" y="114631"/>
                    <a:pt x="44610" y="112376"/>
                  </a:cubicBezTo>
                  <a:cubicBezTo>
                    <a:pt x="44567" y="111171"/>
                    <a:pt x="44567" y="111171"/>
                    <a:pt x="44523" y="109941"/>
                  </a:cubicBezTo>
                  <a:cubicBezTo>
                    <a:pt x="44500" y="109096"/>
                    <a:pt x="44477" y="108250"/>
                    <a:pt x="44453" y="107379"/>
                  </a:cubicBezTo>
                  <a:cubicBezTo>
                    <a:pt x="44410" y="106106"/>
                    <a:pt x="44410" y="106106"/>
                    <a:pt x="44366" y="104808"/>
                  </a:cubicBezTo>
                  <a:cubicBezTo>
                    <a:pt x="44296" y="102704"/>
                    <a:pt x="44232" y="100600"/>
                    <a:pt x="44174" y="98496"/>
                  </a:cubicBezTo>
                  <a:cubicBezTo>
                    <a:pt x="43437" y="98741"/>
                    <a:pt x="42701" y="98987"/>
                    <a:pt x="41942" y="99240"/>
                  </a:cubicBezTo>
                  <a:cubicBezTo>
                    <a:pt x="41905" y="98282"/>
                    <a:pt x="41869" y="97323"/>
                    <a:pt x="41831" y="96336"/>
                  </a:cubicBezTo>
                  <a:cubicBezTo>
                    <a:pt x="41775" y="95087"/>
                    <a:pt x="41719" y="93838"/>
                    <a:pt x="41663" y="92589"/>
                  </a:cubicBezTo>
                  <a:cubicBezTo>
                    <a:pt x="41640" y="91956"/>
                    <a:pt x="41617" y="91324"/>
                    <a:pt x="41593" y="90672"/>
                  </a:cubicBezTo>
                  <a:cubicBezTo>
                    <a:pt x="41550" y="89769"/>
                    <a:pt x="41550" y="89769"/>
                    <a:pt x="41506" y="88848"/>
                  </a:cubicBezTo>
                  <a:cubicBezTo>
                    <a:pt x="41482" y="88291"/>
                    <a:pt x="41459" y="87734"/>
                    <a:pt x="41435" y="87159"/>
                  </a:cubicBezTo>
                  <a:cubicBezTo>
                    <a:pt x="41357" y="86726"/>
                    <a:pt x="41278" y="86292"/>
                    <a:pt x="41198" y="85845"/>
                  </a:cubicBezTo>
                  <a:cubicBezTo>
                    <a:pt x="40461" y="85477"/>
                    <a:pt x="40461" y="85477"/>
                    <a:pt x="39709" y="85101"/>
                  </a:cubicBezTo>
                  <a:cubicBezTo>
                    <a:pt x="39454" y="82991"/>
                    <a:pt x="39454" y="82991"/>
                    <a:pt x="39337" y="80357"/>
                  </a:cubicBezTo>
                  <a:cubicBezTo>
                    <a:pt x="39215" y="76531"/>
                    <a:pt x="39215" y="76531"/>
                    <a:pt x="37477" y="73195"/>
                  </a:cubicBezTo>
                  <a:cubicBezTo>
                    <a:pt x="37231" y="73195"/>
                    <a:pt x="36986" y="73195"/>
                    <a:pt x="36733" y="73195"/>
                  </a:cubicBezTo>
                  <a:cubicBezTo>
                    <a:pt x="36487" y="70003"/>
                    <a:pt x="36242" y="66810"/>
                    <a:pt x="35989" y="63521"/>
                  </a:cubicBezTo>
                  <a:cubicBezTo>
                    <a:pt x="35252" y="63521"/>
                    <a:pt x="34515" y="63521"/>
                    <a:pt x="33756" y="63521"/>
                  </a:cubicBezTo>
                  <a:cubicBezTo>
                    <a:pt x="33756" y="60820"/>
                    <a:pt x="33756" y="58119"/>
                    <a:pt x="33756" y="55336"/>
                  </a:cubicBezTo>
                  <a:cubicBezTo>
                    <a:pt x="33020" y="55336"/>
                    <a:pt x="32283" y="55336"/>
                    <a:pt x="31524" y="55336"/>
                  </a:cubicBezTo>
                  <a:cubicBezTo>
                    <a:pt x="31155" y="51652"/>
                    <a:pt x="31155" y="51652"/>
                    <a:pt x="30780" y="47894"/>
                  </a:cubicBezTo>
                  <a:cubicBezTo>
                    <a:pt x="30043" y="47894"/>
                    <a:pt x="29306" y="47894"/>
                    <a:pt x="28547" y="47894"/>
                  </a:cubicBezTo>
                  <a:cubicBezTo>
                    <a:pt x="28426" y="46368"/>
                    <a:pt x="28305" y="44842"/>
                    <a:pt x="28184" y="43316"/>
                  </a:cubicBezTo>
                  <a:cubicBezTo>
                    <a:pt x="28058" y="42862"/>
                    <a:pt x="27933" y="42408"/>
                    <a:pt x="27803" y="41941"/>
                  </a:cubicBezTo>
                  <a:cubicBezTo>
                    <a:pt x="26698" y="41573"/>
                    <a:pt x="26698" y="41573"/>
                    <a:pt x="25571" y="41197"/>
                  </a:cubicBezTo>
                  <a:cubicBezTo>
                    <a:pt x="25242" y="39848"/>
                    <a:pt x="25242" y="39848"/>
                    <a:pt x="25152" y="38220"/>
                  </a:cubicBezTo>
                  <a:cubicBezTo>
                    <a:pt x="25088" y="36633"/>
                    <a:pt x="25088" y="36633"/>
                    <a:pt x="24827" y="35244"/>
                  </a:cubicBezTo>
                  <a:cubicBezTo>
                    <a:pt x="24335" y="34998"/>
                    <a:pt x="23844" y="34753"/>
                    <a:pt x="23338" y="34500"/>
                  </a:cubicBezTo>
                  <a:cubicBezTo>
                    <a:pt x="22897" y="32529"/>
                    <a:pt x="22786" y="30562"/>
                    <a:pt x="22594" y="28546"/>
                  </a:cubicBezTo>
                  <a:cubicBezTo>
                    <a:pt x="21857" y="28546"/>
                    <a:pt x="21121" y="28546"/>
                    <a:pt x="20362" y="28546"/>
                  </a:cubicBezTo>
                  <a:cubicBezTo>
                    <a:pt x="20116" y="26582"/>
                    <a:pt x="19871" y="24617"/>
                    <a:pt x="19618" y="22593"/>
                  </a:cubicBezTo>
                  <a:cubicBezTo>
                    <a:pt x="18881" y="22593"/>
                    <a:pt x="18144" y="22593"/>
                    <a:pt x="17385" y="22593"/>
                  </a:cubicBezTo>
                  <a:cubicBezTo>
                    <a:pt x="17431" y="21749"/>
                    <a:pt x="17477" y="20905"/>
                    <a:pt x="17525" y="20035"/>
                  </a:cubicBezTo>
                  <a:cubicBezTo>
                    <a:pt x="17479" y="19161"/>
                    <a:pt x="17433" y="18286"/>
                    <a:pt x="17385" y="17384"/>
                  </a:cubicBezTo>
                  <a:cubicBezTo>
                    <a:pt x="16648" y="17139"/>
                    <a:pt x="15912" y="16893"/>
                    <a:pt x="15153" y="16640"/>
                  </a:cubicBezTo>
                  <a:cubicBezTo>
                    <a:pt x="14607" y="14668"/>
                    <a:pt x="14571" y="12737"/>
                    <a:pt x="14409" y="10687"/>
                  </a:cubicBezTo>
                  <a:cubicBezTo>
                    <a:pt x="13672" y="10687"/>
                    <a:pt x="12935" y="10687"/>
                    <a:pt x="12176" y="10687"/>
                  </a:cubicBezTo>
                  <a:cubicBezTo>
                    <a:pt x="11202" y="7766"/>
                    <a:pt x="11414" y="4806"/>
                    <a:pt x="11432" y="1757"/>
                  </a:cubicBezTo>
                  <a:close/>
                </a:path>
              </a:pathLst>
            </a:custGeom>
            <a:grpFill/>
            <a:ln w="744" cap="flat">
              <a:noFill/>
              <a:prstDash val="solid"/>
              <a:miter/>
            </a:ln>
          </p:spPr>
          <p:txBody>
            <a:bodyPr rtlCol="0" anchor="ctr"/>
            <a:lstStyle/>
            <a:p>
              <a:endParaRPr lang="zh-CN" altLang="en-US"/>
            </a:p>
          </p:txBody>
        </p:sp>
        <p:sp>
          <p:nvSpPr>
            <p:cNvPr id="154" name="任意多边形: 形状 153"/>
            <p:cNvSpPr/>
            <p:nvPr/>
          </p:nvSpPr>
          <p:spPr>
            <a:xfrm>
              <a:off x="7621112" y="1392851"/>
              <a:ext cx="30441" cy="236164"/>
            </a:xfrm>
            <a:custGeom>
              <a:avLst/>
              <a:gdLst>
                <a:gd name="connsiteX0" fmla="*/ 14682 w 30441"/>
                <a:gd name="connsiteY0" fmla="*/ 1504 h 236164"/>
                <a:gd name="connsiteX1" fmla="*/ 18355 w 30441"/>
                <a:gd name="connsiteY1" fmla="*/ 1516 h 236164"/>
                <a:gd name="connsiteX2" fmla="*/ 20304 w 30441"/>
                <a:gd name="connsiteY2" fmla="*/ 1519 h 236164"/>
                <a:gd name="connsiteX3" fmla="*/ 26491 w 30441"/>
                <a:gd name="connsiteY3" fmla="*/ 1542 h 236164"/>
                <a:gd name="connsiteX4" fmla="*/ 30675 w 30441"/>
                <a:gd name="connsiteY4" fmla="*/ 1552 h 236164"/>
                <a:gd name="connsiteX5" fmla="*/ 40955 w 30441"/>
                <a:gd name="connsiteY5" fmla="*/ 1588 h 236164"/>
                <a:gd name="connsiteX6" fmla="*/ 41031 w 30441"/>
                <a:gd name="connsiteY6" fmla="*/ 91420 h 236164"/>
                <a:gd name="connsiteX7" fmla="*/ 41037 w 30441"/>
                <a:gd name="connsiteY7" fmla="*/ 102014 h 236164"/>
                <a:gd name="connsiteX8" fmla="*/ 41038 w 30441"/>
                <a:gd name="connsiteY8" fmla="*/ 104144 h 236164"/>
                <a:gd name="connsiteX9" fmla="*/ 41070 w 30441"/>
                <a:gd name="connsiteY9" fmla="*/ 138342 h 236164"/>
                <a:gd name="connsiteX10" fmla="*/ 41095 w 30441"/>
                <a:gd name="connsiteY10" fmla="*/ 173404 h 236164"/>
                <a:gd name="connsiteX11" fmla="*/ 41116 w 30441"/>
                <a:gd name="connsiteY11" fmla="*/ 195058 h 236164"/>
                <a:gd name="connsiteX12" fmla="*/ 41124 w 30441"/>
                <a:gd name="connsiteY12" fmla="*/ 209885 h 236164"/>
                <a:gd name="connsiteX13" fmla="*/ 41132 w 30441"/>
                <a:gd name="connsiteY13" fmla="*/ 218453 h 236164"/>
                <a:gd name="connsiteX14" fmla="*/ 41134 w 30441"/>
                <a:gd name="connsiteY14" fmla="*/ 227720 h 236164"/>
                <a:gd name="connsiteX15" fmla="*/ 41147 w 30441"/>
                <a:gd name="connsiteY15" fmla="*/ 230486 h 236164"/>
                <a:gd name="connsiteX16" fmla="*/ 41138 w 30441"/>
                <a:gd name="connsiteY16" fmla="*/ 232973 h 236164"/>
                <a:gd name="connsiteX17" fmla="*/ 41140 w 30441"/>
                <a:gd name="connsiteY17" fmla="*/ 235137 h 236164"/>
                <a:gd name="connsiteX18" fmla="*/ 40955 w 30441"/>
                <a:gd name="connsiteY18" fmla="*/ 236737 h 236164"/>
                <a:gd name="connsiteX19" fmla="*/ 34080 w 30441"/>
                <a:gd name="connsiteY19" fmla="*/ 237606 h 236164"/>
                <a:gd name="connsiteX20" fmla="*/ 32462 w 30441"/>
                <a:gd name="connsiteY20" fmla="*/ 237613 h 236164"/>
                <a:gd name="connsiteX21" fmla="*/ 29067 w 30441"/>
                <a:gd name="connsiteY21" fmla="*/ 237619 h 236164"/>
                <a:gd name="connsiteX22" fmla="*/ 23894 w 30441"/>
                <a:gd name="connsiteY22" fmla="*/ 237648 h 236164"/>
                <a:gd name="connsiteX23" fmla="*/ 20593 w 30441"/>
                <a:gd name="connsiteY23" fmla="*/ 237652 h 236164"/>
                <a:gd name="connsiteX24" fmla="*/ 19038 w 30441"/>
                <a:gd name="connsiteY24" fmla="*/ 237669 h 236164"/>
                <a:gd name="connsiteX25" fmla="*/ 11189 w 30441"/>
                <a:gd name="connsiteY25" fmla="*/ 235993 h 236164"/>
                <a:gd name="connsiteX26" fmla="*/ 10730 w 30441"/>
                <a:gd name="connsiteY26" fmla="*/ 232162 h 236164"/>
                <a:gd name="connsiteX27" fmla="*/ 10706 w 30441"/>
                <a:gd name="connsiteY27" fmla="*/ 229688 h 236164"/>
                <a:gd name="connsiteX28" fmla="*/ 10737 w 30441"/>
                <a:gd name="connsiteY28" fmla="*/ 226948 h 236164"/>
                <a:gd name="connsiteX29" fmla="*/ 10726 w 30441"/>
                <a:gd name="connsiteY29" fmla="*/ 224054 h 236164"/>
                <a:gd name="connsiteX30" fmla="*/ 10747 w 30441"/>
                <a:gd name="connsiteY30" fmla="*/ 216076 h 236164"/>
                <a:gd name="connsiteX31" fmla="*/ 10750 w 30441"/>
                <a:gd name="connsiteY31" fmla="*/ 207483 h 236164"/>
                <a:gd name="connsiteX32" fmla="*/ 10781 w 30441"/>
                <a:gd name="connsiteY32" fmla="*/ 190639 h 236164"/>
                <a:gd name="connsiteX33" fmla="*/ 10810 w 30441"/>
                <a:gd name="connsiteY33" fmla="*/ 171043 h 236164"/>
                <a:gd name="connsiteX34" fmla="*/ 10868 w 30441"/>
                <a:gd name="connsiteY34" fmla="*/ 136091 h 236164"/>
                <a:gd name="connsiteX35" fmla="*/ 10929 w 30441"/>
                <a:gd name="connsiteY35" fmla="*/ 102137 h 236164"/>
                <a:gd name="connsiteX36" fmla="*/ 10931 w 30441"/>
                <a:gd name="connsiteY36" fmla="*/ 100025 h 236164"/>
                <a:gd name="connsiteX37" fmla="*/ 10937 w 30441"/>
                <a:gd name="connsiteY37" fmla="*/ 91620 h 236164"/>
                <a:gd name="connsiteX38" fmla="*/ 10983 w 30441"/>
                <a:gd name="connsiteY38" fmla="*/ 55416 h 236164"/>
                <a:gd name="connsiteX39" fmla="*/ 10991 w 30441"/>
                <a:gd name="connsiteY39" fmla="*/ 49542 h 236164"/>
                <a:gd name="connsiteX40" fmla="*/ 11032 w 30441"/>
                <a:gd name="connsiteY40" fmla="*/ 28986 h 236164"/>
                <a:gd name="connsiteX41" fmla="*/ 11051 w 30441"/>
                <a:gd name="connsiteY41" fmla="*/ 20481 h 236164"/>
                <a:gd name="connsiteX42" fmla="*/ 11075 w 30441"/>
                <a:gd name="connsiteY42" fmla="*/ 11283 h 236164"/>
                <a:gd name="connsiteX43" fmla="*/ 11076 w 30441"/>
                <a:gd name="connsiteY43" fmla="*/ 8537 h 236164"/>
                <a:gd name="connsiteX44" fmla="*/ 11087 w 30441"/>
                <a:gd name="connsiteY44" fmla="*/ 6069 h 236164"/>
                <a:gd name="connsiteX45" fmla="*/ 11093 w 30441"/>
                <a:gd name="connsiteY45" fmla="*/ 3921 h 236164"/>
                <a:gd name="connsiteX46" fmla="*/ 14682 w 30441"/>
                <a:gd name="connsiteY46" fmla="*/ 1504 h 23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0441" h="236164">
                  <a:moveTo>
                    <a:pt x="14682" y="1504"/>
                  </a:moveTo>
                  <a:cubicBezTo>
                    <a:pt x="15906" y="1504"/>
                    <a:pt x="17131" y="1508"/>
                    <a:pt x="18355" y="1516"/>
                  </a:cubicBezTo>
                  <a:cubicBezTo>
                    <a:pt x="19319" y="1517"/>
                    <a:pt x="19319" y="1517"/>
                    <a:pt x="20304" y="1519"/>
                  </a:cubicBezTo>
                  <a:cubicBezTo>
                    <a:pt x="22366" y="1523"/>
                    <a:pt x="24428" y="1532"/>
                    <a:pt x="26491" y="1542"/>
                  </a:cubicBezTo>
                  <a:cubicBezTo>
                    <a:pt x="27886" y="1546"/>
                    <a:pt x="29280" y="1549"/>
                    <a:pt x="30675" y="1552"/>
                  </a:cubicBezTo>
                  <a:cubicBezTo>
                    <a:pt x="34102" y="1560"/>
                    <a:pt x="37528" y="1573"/>
                    <a:pt x="40955" y="1588"/>
                  </a:cubicBezTo>
                  <a:cubicBezTo>
                    <a:pt x="40989" y="31532"/>
                    <a:pt x="41015" y="61476"/>
                    <a:pt x="41031" y="91420"/>
                  </a:cubicBezTo>
                  <a:cubicBezTo>
                    <a:pt x="41033" y="94951"/>
                    <a:pt x="41035" y="98482"/>
                    <a:pt x="41037" y="102014"/>
                  </a:cubicBezTo>
                  <a:cubicBezTo>
                    <a:pt x="41037" y="102717"/>
                    <a:pt x="41038" y="103420"/>
                    <a:pt x="41038" y="104144"/>
                  </a:cubicBezTo>
                  <a:cubicBezTo>
                    <a:pt x="41044" y="115543"/>
                    <a:pt x="41056" y="126942"/>
                    <a:pt x="41070" y="138342"/>
                  </a:cubicBezTo>
                  <a:cubicBezTo>
                    <a:pt x="41084" y="150029"/>
                    <a:pt x="41092" y="161717"/>
                    <a:pt x="41095" y="173404"/>
                  </a:cubicBezTo>
                  <a:cubicBezTo>
                    <a:pt x="41097" y="180622"/>
                    <a:pt x="41104" y="187840"/>
                    <a:pt x="41116" y="195058"/>
                  </a:cubicBezTo>
                  <a:cubicBezTo>
                    <a:pt x="41124" y="200000"/>
                    <a:pt x="41126" y="204943"/>
                    <a:pt x="41124" y="209885"/>
                  </a:cubicBezTo>
                  <a:cubicBezTo>
                    <a:pt x="41123" y="212741"/>
                    <a:pt x="41125" y="215597"/>
                    <a:pt x="41132" y="218453"/>
                  </a:cubicBezTo>
                  <a:cubicBezTo>
                    <a:pt x="41141" y="221542"/>
                    <a:pt x="41138" y="224631"/>
                    <a:pt x="41134" y="227720"/>
                  </a:cubicBezTo>
                  <a:cubicBezTo>
                    <a:pt x="41138" y="228633"/>
                    <a:pt x="41143" y="229546"/>
                    <a:pt x="41147" y="230486"/>
                  </a:cubicBezTo>
                  <a:cubicBezTo>
                    <a:pt x="41144" y="231307"/>
                    <a:pt x="41141" y="232127"/>
                    <a:pt x="41138" y="232973"/>
                  </a:cubicBezTo>
                  <a:cubicBezTo>
                    <a:pt x="41139" y="233687"/>
                    <a:pt x="41139" y="234401"/>
                    <a:pt x="41140" y="235137"/>
                  </a:cubicBezTo>
                  <a:cubicBezTo>
                    <a:pt x="41079" y="235665"/>
                    <a:pt x="41018" y="236193"/>
                    <a:pt x="40955" y="236737"/>
                  </a:cubicBezTo>
                  <a:cubicBezTo>
                    <a:pt x="38749" y="237840"/>
                    <a:pt x="36499" y="237602"/>
                    <a:pt x="34080" y="237606"/>
                  </a:cubicBezTo>
                  <a:cubicBezTo>
                    <a:pt x="33546" y="237608"/>
                    <a:pt x="33012" y="237611"/>
                    <a:pt x="32462" y="237613"/>
                  </a:cubicBezTo>
                  <a:cubicBezTo>
                    <a:pt x="31330" y="237617"/>
                    <a:pt x="30199" y="237619"/>
                    <a:pt x="29067" y="237619"/>
                  </a:cubicBezTo>
                  <a:cubicBezTo>
                    <a:pt x="27343" y="237620"/>
                    <a:pt x="25618" y="237634"/>
                    <a:pt x="23894" y="237648"/>
                  </a:cubicBezTo>
                  <a:cubicBezTo>
                    <a:pt x="22793" y="237650"/>
                    <a:pt x="21693" y="237652"/>
                    <a:pt x="20593" y="237652"/>
                  </a:cubicBezTo>
                  <a:cubicBezTo>
                    <a:pt x="20080" y="237658"/>
                    <a:pt x="19566" y="237663"/>
                    <a:pt x="19038" y="237669"/>
                  </a:cubicBezTo>
                  <a:cubicBezTo>
                    <a:pt x="16081" y="237655"/>
                    <a:pt x="13779" y="237454"/>
                    <a:pt x="11189" y="235993"/>
                  </a:cubicBezTo>
                  <a:cubicBezTo>
                    <a:pt x="10726" y="234310"/>
                    <a:pt x="10726" y="234310"/>
                    <a:pt x="10730" y="232162"/>
                  </a:cubicBezTo>
                  <a:cubicBezTo>
                    <a:pt x="10722" y="231346"/>
                    <a:pt x="10714" y="230530"/>
                    <a:pt x="10706" y="229688"/>
                  </a:cubicBezTo>
                  <a:cubicBezTo>
                    <a:pt x="10721" y="228332"/>
                    <a:pt x="10721" y="228332"/>
                    <a:pt x="10737" y="226948"/>
                  </a:cubicBezTo>
                  <a:cubicBezTo>
                    <a:pt x="10733" y="225993"/>
                    <a:pt x="10730" y="225038"/>
                    <a:pt x="10726" y="224054"/>
                  </a:cubicBezTo>
                  <a:cubicBezTo>
                    <a:pt x="10716" y="221395"/>
                    <a:pt x="10729" y="218736"/>
                    <a:pt x="10747" y="216076"/>
                  </a:cubicBezTo>
                  <a:cubicBezTo>
                    <a:pt x="10761" y="213212"/>
                    <a:pt x="10754" y="210348"/>
                    <a:pt x="10750" y="207483"/>
                  </a:cubicBezTo>
                  <a:cubicBezTo>
                    <a:pt x="10745" y="201868"/>
                    <a:pt x="10760" y="196254"/>
                    <a:pt x="10781" y="190639"/>
                  </a:cubicBezTo>
                  <a:cubicBezTo>
                    <a:pt x="10804" y="184107"/>
                    <a:pt x="10808" y="177575"/>
                    <a:pt x="10810" y="171043"/>
                  </a:cubicBezTo>
                  <a:cubicBezTo>
                    <a:pt x="10814" y="159392"/>
                    <a:pt x="10836" y="147741"/>
                    <a:pt x="10868" y="136091"/>
                  </a:cubicBezTo>
                  <a:cubicBezTo>
                    <a:pt x="10899" y="124773"/>
                    <a:pt x="10920" y="113455"/>
                    <a:pt x="10929" y="102137"/>
                  </a:cubicBezTo>
                  <a:cubicBezTo>
                    <a:pt x="10929" y="101440"/>
                    <a:pt x="10930" y="100743"/>
                    <a:pt x="10931" y="100025"/>
                  </a:cubicBezTo>
                  <a:cubicBezTo>
                    <a:pt x="10933" y="97223"/>
                    <a:pt x="10935" y="94421"/>
                    <a:pt x="10937" y="91620"/>
                  </a:cubicBezTo>
                  <a:cubicBezTo>
                    <a:pt x="10947" y="79552"/>
                    <a:pt x="10964" y="67484"/>
                    <a:pt x="10983" y="55416"/>
                  </a:cubicBezTo>
                  <a:cubicBezTo>
                    <a:pt x="10986" y="53458"/>
                    <a:pt x="10989" y="51500"/>
                    <a:pt x="10991" y="49542"/>
                  </a:cubicBezTo>
                  <a:cubicBezTo>
                    <a:pt x="11001" y="42690"/>
                    <a:pt x="11013" y="35838"/>
                    <a:pt x="11032" y="28986"/>
                  </a:cubicBezTo>
                  <a:cubicBezTo>
                    <a:pt x="11040" y="26151"/>
                    <a:pt x="11047" y="23316"/>
                    <a:pt x="11051" y="20481"/>
                  </a:cubicBezTo>
                  <a:cubicBezTo>
                    <a:pt x="11055" y="17415"/>
                    <a:pt x="11064" y="14349"/>
                    <a:pt x="11075" y="11283"/>
                  </a:cubicBezTo>
                  <a:cubicBezTo>
                    <a:pt x="11075" y="10377"/>
                    <a:pt x="11076" y="9471"/>
                    <a:pt x="11076" y="8537"/>
                  </a:cubicBezTo>
                  <a:cubicBezTo>
                    <a:pt x="11080" y="7723"/>
                    <a:pt x="11084" y="6908"/>
                    <a:pt x="11087" y="6069"/>
                  </a:cubicBezTo>
                  <a:cubicBezTo>
                    <a:pt x="11089" y="5360"/>
                    <a:pt x="11091" y="4652"/>
                    <a:pt x="11093" y="3921"/>
                  </a:cubicBezTo>
                  <a:cubicBezTo>
                    <a:pt x="11260" y="1166"/>
                    <a:pt x="11792" y="1593"/>
                    <a:pt x="14682" y="1504"/>
                  </a:cubicBezTo>
                  <a:close/>
                </a:path>
              </a:pathLst>
            </a:custGeom>
            <a:grpFill/>
            <a:ln w="744" cap="flat">
              <a:noFill/>
              <a:prstDash val="solid"/>
              <a:miter/>
            </a:ln>
          </p:spPr>
          <p:txBody>
            <a:bodyPr rtlCol="0" anchor="ctr"/>
            <a:lstStyle/>
            <a:p>
              <a:endParaRPr lang="zh-CN" altLang="en-US"/>
            </a:p>
          </p:txBody>
        </p:sp>
        <p:sp>
          <p:nvSpPr>
            <p:cNvPr id="155" name="任意多边形: 形状 154"/>
            <p:cNvSpPr/>
            <p:nvPr/>
          </p:nvSpPr>
          <p:spPr>
            <a:xfrm>
              <a:off x="7418702" y="1392792"/>
              <a:ext cx="30444" cy="236224"/>
            </a:xfrm>
            <a:custGeom>
              <a:avLst/>
              <a:gdLst>
                <a:gd name="connsiteX0" fmla="*/ 18746 w 30444"/>
                <a:gd name="connsiteY0" fmla="*/ 1575 h 236224"/>
                <a:gd name="connsiteX1" fmla="*/ 20642 w 30444"/>
                <a:gd name="connsiteY1" fmla="*/ 1578 h 236224"/>
                <a:gd name="connsiteX2" fmla="*/ 26647 w 30444"/>
                <a:gd name="connsiteY2" fmla="*/ 1601 h 236224"/>
                <a:gd name="connsiteX3" fmla="*/ 30713 w 30444"/>
                <a:gd name="connsiteY3" fmla="*/ 1611 h 236224"/>
                <a:gd name="connsiteX4" fmla="*/ 40692 w 30444"/>
                <a:gd name="connsiteY4" fmla="*/ 1648 h 236224"/>
                <a:gd name="connsiteX5" fmla="*/ 40768 w 30444"/>
                <a:gd name="connsiteY5" fmla="*/ 91479 h 236224"/>
                <a:gd name="connsiteX6" fmla="*/ 40774 w 30444"/>
                <a:gd name="connsiteY6" fmla="*/ 102073 h 236224"/>
                <a:gd name="connsiteX7" fmla="*/ 40775 w 30444"/>
                <a:gd name="connsiteY7" fmla="*/ 104204 h 236224"/>
                <a:gd name="connsiteX8" fmla="*/ 40807 w 30444"/>
                <a:gd name="connsiteY8" fmla="*/ 138401 h 236224"/>
                <a:gd name="connsiteX9" fmla="*/ 40832 w 30444"/>
                <a:gd name="connsiteY9" fmla="*/ 173463 h 236224"/>
                <a:gd name="connsiteX10" fmla="*/ 40853 w 30444"/>
                <a:gd name="connsiteY10" fmla="*/ 195117 h 236224"/>
                <a:gd name="connsiteX11" fmla="*/ 40861 w 30444"/>
                <a:gd name="connsiteY11" fmla="*/ 209945 h 236224"/>
                <a:gd name="connsiteX12" fmla="*/ 40870 w 30444"/>
                <a:gd name="connsiteY12" fmla="*/ 218513 h 236224"/>
                <a:gd name="connsiteX13" fmla="*/ 40871 w 30444"/>
                <a:gd name="connsiteY13" fmla="*/ 227779 h 236224"/>
                <a:gd name="connsiteX14" fmla="*/ 40884 w 30444"/>
                <a:gd name="connsiteY14" fmla="*/ 230546 h 236224"/>
                <a:gd name="connsiteX15" fmla="*/ 40875 w 30444"/>
                <a:gd name="connsiteY15" fmla="*/ 233032 h 236224"/>
                <a:gd name="connsiteX16" fmla="*/ 40877 w 30444"/>
                <a:gd name="connsiteY16" fmla="*/ 235196 h 236224"/>
                <a:gd name="connsiteX17" fmla="*/ 40692 w 30444"/>
                <a:gd name="connsiteY17" fmla="*/ 236796 h 236224"/>
                <a:gd name="connsiteX18" fmla="*/ 33818 w 30444"/>
                <a:gd name="connsiteY18" fmla="*/ 237665 h 236224"/>
                <a:gd name="connsiteX19" fmla="*/ 32199 w 30444"/>
                <a:gd name="connsiteY19" fmla="*/ 237673 h 236224"/>
                <a:gd name="connsiteX20" fmla="*/ 28804 w 30444"/>
                <a:gd name="connsiteY20" fmla="*/ 237678 h 236224"/>
                <a:gd name="connsiteX21" fmla="*/ 23631 w 30444"/>
                <a:gd name="connsiteY21" fmla="*/ 237707 h 236224"/>
                <a:gd name="connsiteX22" fmla="*/ 20330 w 30444"/>
                <a:gd name="connsiteY22" fmla="*/ 237712 h 236224"/>
                <a:gd name="connsiteX23" fmla="*/ 18775 w 30444"/>
                <a:gd name="connsiteY23" fmla="*/ 237728 h 236224"/>
                <a:gd name="connsiteX24" fmla="*/ 10927 w 30444"/>
                <a:gd name="connsiteY24" fmla="*/ 236052 h 236224"/>
                <a:gd name="connsiteX25" fmla="*/ 10465 w 30444"/>
                <a:gd name="connsiteY25" fmla="*/ 232222 h 236224"/>
                <a:gd name="connsiteX26" fmla="*/ 10440 w 30444"/>
                <a:gd name="connsiteY26" fmla="*/ 229748 h 236224"/>
                <a:gd name="connsiteX27" fmla="*/ 10469 w 30444"/>
                <a:gd name="connsiteY27" fmla="*/ 227007 h 236224"/>
                <a:gd name="connsiteX28" fmla="*/ 10456 w 30444"/>
                <a:gd name="connsiteY28" fmla="*/ 224114 h 236224"/>
                <a:gd name="connsiteX29" fmla="*/ 10473 w 30444"/>
                <a:gd name="connsiteY29" fmla="*/ 216136 h 236224"/>
                <a:gd name="connsiteX30" fmla="*/ 10472 w 30444"/>
                <a:gd name="connsiteY30" fmla="*/ 207542 h 236224"/>
                <a:gd name="connsiteX31" fmla="*/ 10494 w 30444"/>
                <a:gd name="connsiteY31" fmla="*/ 190698 h 236224"/>
                <a:gd name="connsiteX32" fmla="*/ 10516 w 30444"/>
                <a:gd name="connsiteY32" fmla="*/ 171102 h 236224"/>
                <a:gd name="connsiteX33" fmla="*/ 10564 w 30444"/>
                <a:gd name="connsiteY33" fmla="*/ 136150 h 236224"/>
                <a:gd name="connsiteX34" fmla="*/ 10610 w 30444"/>
                <a:gd name="connsiteY34" fmla="*/ 102197 h 236224"/>
                <a:gd name="connsiteX35" fmla="*/ 10610 w 30444"/>
                <a:gd name="connsiteY35" fmla="*/ 100084 h 236224"/>
                <a:gd name="connsiteX36" fmla="*/ 10611 w 30444"/>
                <a:gd name="connsiteY36" fmla="*/ 97975 h 236224"/>
                <a:gd name="connsiteX37" fmla="*/ 10612 w 30444"/>
                <a:gd name="connsiteY37" fmla="*/ 93772 h 236224"/>
                <a:gd name="connsiteX38" fmla="*/ 10612 w 30444"/>
                <a:gd name="connsiteY38" fmla="*/ 91679 h 236224"/>
                <a:gd name="connsiteX39" fmla="*/ 10643 w 30444"/>
                <a:gd name="connsiteY39" fmla="*/ 59374 h 236224"/>
                <a:gd name="connsiteX40" fmla="*/ 10654 w 30444"/>
                <a:gd name="connsiteY40" fmla="*/ 47645 h 236224"/>
                <a:gd name="connsiteX41" fmla="*/ 10685 w 30444"/>
                <a:gd name="connsiteY41" fmla="*/ 29045 h 236224"/>
                <a:gd name="connsiteX42" fmla="*/ 10699 w 30444"/>
                <a:gd name="connsiteY42" fmla="*/ 20540 h 236224"/>
                <a:gd name="connsiteX43" fmla="*/ 10723 w 30444"/>
                <a:gd name="connsiteY43" fmla="*/ 11342 h 236224"/>
                <a:gd name="connsiteX44" fmla="*/ 10717 w 30444"/>
                <a:gd name="connsiteY44" fmla="*/ 8597 h 236224"/>
                <a:gd name="connsiteX45" fmla="*/ 10733 w 30444"/>
                <a:gd name="connsiteY45" fmla="*/ 6128 h 236224"/>
                <a:gd name="connsiteX46" fmla="*/ 10738 w 30444"/>
                <a:gd name="connsiteY46" fmla="*/ 3981 h 236224"/>
                <a:gd name="connsiteX47" fmla="*/ 10927 w 30444"/>
                <a:gd name="connsiteY47" fmla="*/ 2392 h 236224"/>
                <a:gd name="connsiteX48" fmla="*/ 18746 w 30444"/>
                <a:gd name="connsiteY48" fmla="*/ 1575 h 23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444" h="236224">
                  <a:moveTo>
                    <a:pt x="18746" y="1575"/>
                  </a:moveTo>
                  <a:cubicBezTo>
                    <a:pt x="19684" y="1577"/>
                    <a:pt x="19684" y="1577"/>
                    <a:pt x="20642" y="1578"/>
                  </a:cubicBezTo>
                  <a:cubicBezTo>
                    <a:pt x="22643" y="1582"/>
                    <a:pt x="24645" y="1592"/>
                    <a:pt x="26647" y="1601"/>
                  </a:cubicBezTo>
                  <a:cubicBezTo>
                    <a:pt x="28002" y="1605"/>
                    <a:pt x="29358" y="1608"/>
                    <a:pt x="30713" y="1611"/>
                  </a:cubicBezTo>
                  <a:cubicBezTo>
                    <a:pt x="34040" y="1620"/>
                    <a:pt x="37366" y="1632"/>
                    <a:pt x="40692" y="1648"/>
                  </a:cubicBezTo>
                  <a:cubicBezTo>
                    <a:pt x="40726" y="31592"/>
                    <a:pt x="40753" y="61535"/>
                    <a:pt x="40768" y="91479"/>
                  </a:cubicBezTo>
                  <a:cubicBezTo>
                    <a:pt x="40770" y="95011"/>
                    <a:pt x="40772" y="98542"/>
                    <a:pt x="40774" y="102073"/>
                  </a:cubicBezTo>
                  <a:cubicBezTo>
                    <a:pt x="40774" y="102776"/>
                    <a:pt x="40775" y="103479"/>
                    <a:pt x="40775" y="104204"/>
                  </a:cubicBezTo>
                  <a:cubicBezTo>
                    <a:pt x="40782" y="115603"/>
                    <a:pt x="40794" y="127002"/>
                    <a:pt x="40807" y="138401"/>
                  </a:cubicBezTo>
                  <a:cubicBezTo>
                    <a:pt x="40821" y="150088"/>
                    <a:pt x="40829" y="161776"/>
                    <a:pt x="40832" y="173463"/>
                  </a:cubicBezTo>
                  <a:cubicBezTo>
                    <a:pt x="40834" y="180681"/>
                    <a:pt x="40841" y="187899"/>
                    <a:pt x="40853" y="195117"/>
                  </a:cubicBezTo>
                  <a:cubicBezTo>
                    <a:pt x="40861" y="200060"/>
                    <a:pt x="40863" y="205002"/>
                    <a:pt x="40861" y="209945"/>
                  </a:cubicBezTo>
                  <a:cubicBezTo>
                    <a:pt x="40860" y="212801"/>
                    <a:pt x="40862" y="215657"/>
                    <a:pt x="40870" y="218513"/>
                  </a:cubicBezTo>
                  <a:cubicBezTo>
                    <a:pt x="40878" y="221602"/>
                    <a:pt x="40875" y="224691"/>
                    <a:pt x="40871" y="227779"/>
                  </a:cubicBezTo>
                  <a:cubicBezTo>
                    <a:pt x="40876" y="228692"/>
                    <a:pt x="40880" y="229605"/>
                    <a:pt x="40884" y="230546"/>
                  </a:cubicBezTo>
                  <a:cubicBezTo>
                    <a:pt x="40881" y="231366"/>
                    <a:pt x="40879" y="232187"/>
                    <a:pt x="40875" y="233032"/>
                  </a:cubicBezTo>
                  <a:cubicBezTo>
                    <a:pt x="40876" y="233746"/>
                    <a:pt x="40877" y="234460"/>
                    <a:pt x="40877" y="235196"/>
                  </a:cubicBezTo>
                  <a:cubicBezTo>
                    <a:pt x="40816" y="235724"/>
                    <a:pt x="40755" y="236252"/>
                    <a:pt x="40692" y="236796"/>
                  </a:cubicBezTo>
                  <a:cubicBezTo>
                    <a:pt x="38486" y="237899"/>
                    <a:pt x="36237" y="237661"/>
                    <a:pt x="33818" y="237665"/>
                  </a:cubicBezTo>
                  <a:cubicBezTo>
                    <a:pt x="33284" y="237668"/>
                    <a:pt x="32750" y="237670"/>
                    <a:pt x="32199" y="237673"/>
                  </a:cubicBezTo>
                  <a:cubicBezTo>
                    <a:pt x="31068" y="237677"/>
                    <a:pt x="29936" y="237678"/>
                    <a:pt x="28804" y="237678"/>
                  </a:cubicBezTo>
                  <a:cubicBezTo>
                    <a:pt x="27080" y="237680"/>
                    <a:pt x="25355" y="237693"/>
                    <a:pt x="23631" y="237707"/>
                  </a:cubicBezTo>
                  <a:cubicBezTo>
                    <a:pt x="22531" y="237710"/>
                    <a:pt x="21430" y="237711"/>
                    <a:pt x="20330" y="237712"/>
                  </a:cubicBezTo>
                  <a:cubicBezTo>
                    <a:pt x="19817" y="237717"/>
                    <a:pt x="19304" y="237722"/>
                    <a:pt x="18775" y="237728"/>
                  </a:cubicBezTo>
                  <a:cubicBezTo>
                    <a:pt x="15819" y="237714"/>
                    <a:pt x="13517" y="237513"/>
                    <a:pt x="10927" y="236052"/>
                  </a:cubicBezTo>
                  <a:cubicBezTo>
                    <a:pt x="10463" y="234370"/>
                    <a:pt x="10463" y="234370"/>
                    <a:pt x="10465" y="232222"/>
                  </a:cubicBezTo>
                  <a:cubicBezTo>
                    <a:pt x="10456" y="231405"/>
                    <a:pt x="10448" y="230589"/>
                    <a:pt x="10440" y="229748"/>
                  </a:cubicBezTo>
                  <a:cubicBezTo>
                    <a:pt x="10449" y="228843"/>
                    <a:pt x="10459" y="227939"/>
                    <a:pt x="10469" y="227007"/>
                  </a:cubicBezTo>
                  <a:cubicBezTo>
                    <a:pt x="10465" y="226052"/>
                    <a:pt x="10461" y="225098"/>
                    <a:pt x="10456" y="224114"/>
                  </a:cubicBezTo>
                  <a:cubicBezTo>
                    <a:pt x="10445" y="221454"/>
                    <a:pt x="10457" y="218795"/>
                    <a:pt x="10473" y="216136"/>
                  </a:cubicBezTo>
                  <a:cubicBezTo>
                    <a:pt x="10486" y="213271"/>
                    <a:pt x="10478" y="210407"/>
                    <a:pt x="10472" y="207542"/>
                  </a:cubicBezTo>
                  <a:cubicBezTo>
                    <a:pt x="10464" y="201928"/>
                    <a:pt x="10476" y="196313"/>
                    <a:pt x="10494" y="190698"/>
                  </a:cubicBezTo>
                  <a:cubicBezTo>
                    <a:pt x="10515" y="184166"/>
                    <a:pt x="10516" y="177634"/>
                    <a:pt x="10516" y="171102"/>
                  </a:cubicBezTo>
                  <a:cubicBezTo>
                    <a:pt x="10517" y="159451"/>
                    <a:pt x="10536" y="147801"/>
                    <a:pt x="10564" y="136150"/>
                  </a:cubicBezTo>
                  <a:cubicBezTo>
                    <a:pt x="10592" y="124832"/>
                    <a:pt x="10608" y="113515"/>
                    <a:pt x="10610" y="102197"/>
                  </a:cubicBezTo>
                  <a:cubicBezTo>
                    <a:pt x="10610" y="101499"/>
                    <a:pt x="10610" y="100802"/>
                    <a:pt x="10610" y="100084"/>
                  </a:cubicBezTo>
                  <a:cubicBezTo>
                    <a:pt x="10611" y="99388"/>
                    <a:pt x="10611" y="98692"/>
                    <a:pt x="10611" y="97975"/>
                  </a:cubicBezTo>
                  <a:cubicBezTo>
                    <a:pt x="10611" y="96574"/>
                    <a:pt x="10611" y="95173"/>
                    <a:pt x="10612" y="93772"/>
                  </a:cubicBezTo>
                  <a:cubicBezTo>
                    <a:pt x="10612" y="93082"/>
                    <a:pt x="10612" y="92391"/>
                    <a:pt x="10612" y="91679"/>
                  </a:cubicBezTo>
                  <a:cubicBezTo>
                    <a:pt x="10615" y="80911"/>
                    <a:pt x="10629" y="70142"/>
                    <a:pt x="10643" y="59374"/>
                  </a:cubicBezTo>
                  <a:cubicBezTo>
                    <a:pt x="10649" y="55464"/>
                    <a:pt x="10652" y="51555"/>
                    <a:pt x="10654" y="47645"/>
                  </a:cubicBezTo>
                  <a:cubicBezTo>
                    <a:pt x="10658" y="41445"/>
                    <a:pt x="10667" y="35245"/>
                    <a:pt x="10685" y="29045"/>
                  </a:cubicBezTo>
                  <a:cubicBezTo>
                    <a:pt x="10694" y="26210"/>
                    <a:pt x="10700" y="23375"/>
                    <a:pt x="10699" y="20540"/>
                  </a:cubicBezTo>
                  <a:cubicBezTo>
                    <a:pt x="10699" y="17474"/>
                    <a:pt x="10710" y="14408"/>
                    <a:pt x="10723" y="11342"/>
                  </a:cubicBezTo>
                  <a:cubicBezTo>
                    <a:pt x="10721" y="10436"/>
                    <a:pt x="10719" y="9530"/>
                    <a:pt x="10717" y="8597"/>
                  </a:cubicBezTo>
                  <a:cubicBezTo>
                    <a:pt x="10723" y="7782"/>
                    <a:pt x="10728" y="6968"/>
                    <a:pt x="10733" y="6128"/>
                  </a:cubicBezTo>
                  <a:cubicBezTo>
                    <a:pt x="10735" y="5420"/>
                    <a:pt x="10736" y="4711"/>
                    <a:pt x="10738" y="3981"/>
                  </a:cubicBezTo>
                  <a:cubicBezTo>
                    <a:pt x="10800" y="3456"/>
                    <a:pt x="10862" y="2932"/>
                    <a:pt x="10927" y="2392"/>
                  </a:cubicBezTo>
                  <a:cubicBezTo>
                    <a:pt x="13367" y="1172"/>
                    <a:pt x="16066" y="1558"/>
                    <a:pt x="18746" y="1575"/>
                  </a:cubicBezTo>
                  <a:close/>
                </a:path>
              </a:pathLst>
            </a:custGeom>
            <a:grpFill/>
            <a:ln w="744" cap="flat">
              <a:noFill/>
              <a:prstDash val="solid"/>
              <a:miter/>
            </a:ln>
          </p:spPr>
          <p:txBody>
            <a:bodyPr rtlCol="0" anchor="ctr"/>
            <a:lstStyle/>
            <a:p>
              <a:endParaRPr lang="zh-CN" altLang="en-US"/>
            </a:p>
          </p:txBody>
        </p:sp>
        <p:sp>
          <p:nvSpPr>
            <p:cNvPr id="156" name="任意多边形: 形状 155"/>
            <p:cNvSpPr/>
            <p:nvPr/>
          </p:nvSpPr>
          <p:spPr>
            <a:xfrm>
              <a:off x="8820663" y="1392792"/>
              <a:ext cx="30444" cy="236224"/>
            </a:xfrm>
            <a:custGeom>
              <a:avLst/>
              <a:gdLst>
                <a:gd name="connsiteX0" fmla="*/ 20630 w 30444"/>
                <a:gd name="connsiteY0" fmla="*/ 1575 h 236224"/>
                <a:gd name="connsiteX1" fmla="*/ 22526 w 30444"/>
                <a:gd name="connsiteY1" fmla="*/ 1578 h 236224"/>
                <a:gd name="connsiteX2" fmla="*/ 28531 w 30444"/>
                <a:gd name="connsiteY2" fmla="*/ 1601 h 236224"/>
                <a:gd name="connsiteX3" fmla="*/ 32597 w 30444"/>
                <a:gd name="connsiteY3" fmla="*/ 1611 h 236224"/>
                <a:gd name="connsiteX4" fmla="*/ 42576 w 30444"/>
                <a:gd name="connsiteY4" fmla="*/ 1648 h 236224"/>
                <a:gd name="connsiteX5" fmla="*/ 42652 w 30444"/>
                <a:gd name="connsiteY5" fmla="*/ 91479 h 236224"/>
                <a:gd name="connsiteX6" fmla="*/ 42658 w 30444"/>
                <a:gd name="connsiteY6" fmla="*/ 102073 h 236224"/>
                <a:gd name="connsiteX7" fmla="*/ 42659 w 30444"/>
                <a:gd name="connsiteY7" fmla="*/ 104204 h 236224"/>
                <a:gd name="connsiteX8" fmla="*/ 42691 w 30444"/>
                <a:gd name="connsiteY8" fmla="*/ 138401 h 236224"/>
                <a:gd name="connsiteX9" fmla="*/ 42716 w 30444"/>
                <a:gd name="connsiteY9" fmla="*/ 173463 h 236224"/>
                <a:gd name="connsiteX10" fmla="*/ 42737 w 30444"/>
                <a:gd name="connsiteY10" fmla="*/ 195117 h 236224"/>
                <a:gd name="connsiteX11" fmla="*/ 42745 w 30444"/>
                <a:gd name="connsiteY11" fmla="*/ 209945 h 236224"/>
                <a:gd name="connsiteX12" fmla="*/ 42754 w 30444"/>
                <a:gd name="connsiteY12" fmla="*/ 218513 h 236224"/>
                <a:gd name="connsiteX13" fmla="*/ 42755 w 30444"/>
                <a:gd name="connsiteY13" fmla="*/ 227779 h 236224"/>
                <a:gd name="connsiteX14" fmla="*/ 42768 w 30444"/>
                <a:gd name="connsiteY14" fmla="*/ 230546 h 236224"/>
                <a:gd name="connsiteX15" fmla="*/ 42759 w 30444"/>
                <a:gd name="connsiteY15" fmla="*/ 233032 h 236224"/>
                <a:gd name="connsiteX16" fmla="*/ 42761 w 30444"/>
                <a:gd name="connsiteY16" fmla="*/ 235196 h 236224"/>
                <a:gd name="connsiteX17" fmla="*/ 42576 w 30444"/>
                <a:gd name="connsiteY17" fmla="*/ 236796 h 236224"/>
                <a:gd name="connsiteX18" fmla="*/ 35702 w 30444"/>
                <a:gd name="connsiteY18" fmla="*/ 237665 h 236224"/>
                <a:gd name="connsiteX19" fmla="*/ 34083 w 30444"/>
                <a:gd name="connsiteY19" fmla="*/ 237673 h 236224"/>
                <a:gd name="connsiteX20" fmla="*/ 30688 w 30444"/>
                <a:gd name="connsiteY20" fmla="*/ 237678 h 236224"/>
                <a:gd name="connsiteX21" fmla="*/ 25515 w 30444"/>
                <a:gd name="connsiteY21" fmla="*/ 237707 h 236224"/>
                <a:gd name="connsiteX22" fmla="*/ 22214 w 30444"/>
                <a:gd name="connsiteY22" fmla="*/ 237712 h 236224"/>
                <a:gd name="connsiteX23" fmla="*/ 20659 w 30444"/>
                <a:gd name="connsiteY23" fmla="*/ 237728 h 236224"/>
                <a:gd name="connsiteX24" fmla="*/ 12811 w 30444"/>
                <a:gd name="connsiteY24" fmla="*/ 236052 h 236224"/>
                <a:gd name="connsiteX25" fmla="*/ 12349 w 30444"/>
                <a:gd name="connsiteY25" fmla="*/ 232222 h 236224"/>
                <a:gd name="connsiteX26" fmla="*/ 12324 w 30444"/>
                <a:gd name="connsiteY26" fmla="*/ 229748 h 236224"/>
                <a:gd name="connsiteX27" fmla="*/ 12353 w 30444"/>
                <a:gd name="connsiteY27" fmla="*/ 227007 h 236224"/>
                <a:gd name="connsiteX28" fmla="*/ 12340 w 30444"/>
                <a:gd name="connsiteY28" fmla="*/ 224114 h 236224"/>
                <a:gd name="connsiteX29" fmla="*/ 12357 w 30444"/>
                <a:gd name="connsiteY29" fmla="*/ 216136 h 236224"/>
                <a:gd name="connsiteX30" fmla="*/ 12356 w 30444"/>
                <a:gd name="connsiteY30" fmla="*/ 207542 h 236224"/>
                <a:gd name="connsiteX31" fmla="*/ 12378 w 30444"/>
                <a:gd name="connsiteY31" fmla="*/ 190698 h 236224"/>
                <a:gd name="connsiteX32" fmla="*/ 12400 w 30444"/>
                <a:gd name="connsiteY32" fmla="*/ 171102 h 236224"/>
                <a:gd name="connsiteX33" fmla="*/ 12448 w 30444"/>
                <a:gd name="connsiteY33" fmla="*/ 136150 h 236224"/>
                <a:gd name="connsiteX34" fmla="*/ 12494 w 30444"/>
                <a:gd name="connsiteY34" fmla="*/ 102197 h 236224"/>
                <a:gd name="connsiteX35" fmla="*/ 12494 w 30444"/>
                <a:gd name="connsiteY35" fmla="*/ 100084 h 236224"/>
                <a:gd name="connsiteX36" fmla="*/ 12495 w 30444"/>
                <a:gd name="connsiteY36" fmla="*/ 97975 h 236224"/>
                <a:gd name="connsiteX37" fmla="*/ 12496 w 30444"/>
                <a:gd name="connsiteY37" fmla="*/ 93772 h 236224"/>
                <a:gd name="connsiteX38" fmla="*/ 12496 w 30444"/>
                <a:gd name="connsiteY38" fmla="*/ 91679 h 236224"/>
                <a:gd name="connsiteX39" fmla="*/ 12527 w 30444"/>
                <a:gd name="connsiteY39" fmla="*/ 59374 h 236224"/>
                <a:gd name="connsiteX40" fmla="*/ 12538 w 30444"/>
                <a:gd name="connsiteY40" fmla="*/ 47645 h 236224"/>
                <a:gd name="connsiteX41" fmla="*/ 12569 w 30444"/>
                <a:gd name="connsiteY41" fmla="*/ 29045 h 236224"/>
                <a:gd name="connsiteX42" fmla="*/ 12583 w 30444"/>
                <a:gd name="connsiteY42" fmla="*/ 20540 h 236224"/>
                <a:gd name="connsiteX43" fmla="*/ 12607 w 30444"/>
                <a:gd name="connsiteY43" fmla="*/ 11342 h 236224"/>
                <a:gd name="connsiteX44" fmla="*/ 12601 w 30444"/>
                <a:gd name="connsiteY44" fmla="*/ 8597 h 236224"/>
                <a:gd name="connsiteX45" fmla="*/ 12617 w 30444"/>
                <a:gd name="connsiteY45" fmla="*/ 6128 h 236224"/>
                <a:gd name="connsiteX46" fmla="*/ 12622 w 30444"/>
                <a:gd name="connsiteY46" fmla="*/ 3981 h 236224"/>
                <a:gd name="connsiteX47" fmla="*/ 12811 w 30444"/>
                <a:gd name="connsiteY47" fmla="*/ 2392 h 236224"/>
                <a:gd name="connsiteX48" fmla="*/ 20630 w 30444"/>
                <a:gd name="connsiteY48" fmla="*/ 1575 h 23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444" h="236224">
                  <a:moveTo>
                    <a:pt x="20630" y="1575"/>
                  </a:moveTo>
                  <a:cubicBezTo>
                    <a:pt x="21568" y="1577"/>
                    <a:pt x="21568" y="1577"/>
                    <a:pt x="22526" y="1578"/>
                  </a:cubicBezTo>
                  <a:cubicBezTo>
                    <a:pt x="24527" y="1582"/>
                    <a:pt x="26529" y="1592"/>
                    <a:pt x="28531" y="1601"/>
                  </a:cubicBezTo>
                  <a:cubicBezTo>
                    <a:pt x="29886" y="1605"/>
                    <a:pt x="31242" y="1608"/>
                    <a:pt x="32597" y="1611"/>
                  </a:cubicBezTo>
                  <a:cubicBezTo>
                    <a:pt x="35924" y="1620"/>
                    <a:pt x="39250" y="1632"/>
                    <a:pt x="42576" y="1648"/>
                  </a:cubicBezTo>
                  <a:cubicBezTo>
                    <a:pt x="42610" y="31592"/>
                    <a:pt x="42637" y="61535"/>
                    <a:pt x="42652" y="91479"/>
                  </a:cubicBezTo>
                  <a:cubicBezTo>
                    <a:pt x="42654" y="95011"/>
                    <a:pt x="42656" y="98542"/>
                    <a:pt x="42658" y="102073"/>
                  </a:cubicBezTo>
                  <a:cubicBezTo>
                    <a:pt x="42658" y="102776"/>
                    <a:pt x="42659" y="103479"/>
                    <a:pt x="42659" y="104204"/>
                  </a:cubicBezTo>
                  <a:cubicBezTo>
                    <a:pt x="42666" y="115603"/>
                    <a:pt x="42678" y="127002"/>
                    <a:pt x="42691" y="138401"/>
                  </a:cubicBezTo>
                  <a:cubicBezTo>
                    <a:pt x="42705" y="150088"/>
                    <a:pt x="42713" y="161776"/>
                    <a:pt x="42716" y="173463"/>
                  </a:cubicBezTo>
                  <a:cubicBezTo>
                    <a:pt x="42718" y="180681"/>
                    <a:pt x="42725" y="187899"/>
                    <a:pt x="42737" y="195117"/>
                  </a:cubicBezTo>
                  <a:cubicBezTo>
                    <a:pt x="42745" y="200060"/>
                    <a:pt x="42747" y="205002"/>
                    <a:pt x="42745" y="209945"/>
                  </a:cubicBezTo>
                  <a:cubicBezTo>
                    <a:pt x="42744" y="212801"/>
                    <a:pt x="42746" y="215657"/>
                    <a:pt x="42754" y="218513"/>
                  </a:cubicBezTo>
                  <a:cubicBezTo>
                    <a:pt x="42762" y="221602"/>
                    <a:pt x="42759" y="224691"/>
                    <a:pt x="42755" y="227779"/>
                  </a:cubicBezTo>
                  <a:cubicBezTo>
                    <a:pt x="42760" y="228692"/>
                    <a:pt x="42764" y="229605"/>
                    <a:pt x="42768" y="230546"/>
                  </a:cubicBezTo>
                  <a:cubicBezTo>
                    <a:pt x="42765" y="231366"/>
                    <a:pt x="42763" y="232187"/>
                    <a:pt x="42759" y="233032"/>
                  </a:cubicBezTo>
                  <a:cubicBezTo>
                    <a:pt x="42760" y="233746"/>
                    <a:pt x="42761" y="234460"/>
                    <a:pt x="42761" y="235196"/>
                  </a:cubicBezTo>
                  <a:cubicBezTo>
                    <a:pt x="42700" y="235724"/>
                    <a:pt x="42639" y="236252"/>
                    <a:pt x="42576" y="236796"/>
                  </a:cubicBezTo>
                  <a:cubicBezTo>
                    <a:pt x="40370" y="237899"/>
                    <a:pt x="38121" y="237661"/>
                    <a:pt x="35702" y="237665"/>
                  </a:cubicBezTo>
                  <a:cubicBezTo>
                    <a:pt x="35168" y="237668"/>
                    <a:pt x="34634" y="237670"/>
                    <a:pt x="34083" y="237673"/>
                  </a:cubicBezTo>
                  <a:cubicBezTo>
                    <a:pt x="32952" y="237677"/>
                    <a:pt x="31820" y="237678"/>
                    <a:pt x="30688" y="237678"/>
                  </a:cubicBezTo>
                  <a:cubicBezTo>
                    <a:pt x="28964" y="237680"/>
                    <a:pt x="27239" y="237693"/>
                    <a:pt x="25515" y="237707"/>
                  </a:cubicBezTo>
                  <a:cubicBezTo>
                    <a:pt x="24415" y="237710"/>
                    <a:pt x="23314" y="237711"/>
                    <a:pt x="22214" y="237712"/>
                  </a:cubicBezTo>
                  <a:cubicBezTo>
                    <a:pt x="21701" y="237717"/>
                    <a:pt x="21188" y="237722"/>
                    <a:pt x="20659" y="237728"/>
                  </a:cubicBezTo>
                  <a:cubicBezTo>
                    <a:pt x="17703" y="237714"/>
                    <a:pt x="15401" y="237513"/>
                    <a:pt x="12811" y="236052"/>
                  </a:cubicBezTo>
                  <a:cubicBezTo>
                    <a:pt x="12347" y="234370"/>
                    <a:pt x="12347" y="234370"/>
                    <a:pt x="12349" y="232222"/>
                  </a:cubicBezTo>
                  <a:cubicBezTo>
                    <a:pt x="12340" y="231405"/>
                    <a:pt x="12332" y="230589"/>
                    <a:pt x="12324" y="229748"/>
                  </a:cubicBezTo>
                  <a:cubicBezTo>
                    <a:pt x="12333" y="228843"/>
                    <a:pt x="12343" y="227939"/>
                    <a:pt x="12353" y="227007"/>
                  </a:cubicBezTo>
                  <a:cubicBezTo>
                    <a:pt x="12349" y="226052"/>
                    <a:pt x="12345" y="225098"/>
                    <a:pt x="12340" y="224114"/>
                  </a:cubicBezTo>
                  <a:cubicBezTo>
                    <a:pt x="12329" y="221454"/>
                    <a:pt x="12341" y="218795"/>
                    <a:pt x="12357" y="216136"/>
                  </a:cubicBezTo>
                  <a:cubicBezTo>
                    <a:pt x="12370" y="213271"/>
                    <a:pt x="12362" y="210407"/>
                    <a:pt x="12356" y="207542"/>
                  </a:cubicBezTo>
                  <a:cubicBezTo>
                    <a:pt x="12348" y="201928"/>
                    <a:pt x="12360" y="196313"/>
                    <a:pt x="12378" y="190698"/>
                  </a:cubicBezTo>
                  <a:cubicBezTo>
                    <a:pt x="12399" y="184166"/>
                    <a:pt x="12400" y="177634"/>
                    <a:pt x="12400" y="171102"/>
                  </a:cubicBezTo>
                  <a:cubicBezTo>
                    <a:pt x="12401" y="159451"/>
                    <a:pt x="12420" y="147801"/>
                    <a:pt x="12448" y="136150"/>
                  </a:cubicBezTo>
                  <a:cubicBezTo>
                    <a:pt x="12476" y="124832"/>
                    <a:pt x="12492" y="113515"/>
                    <a:pt x="12494" y="102197"/>
                  </a:cubicBezTo>
                  <a:cubicBezTo>
                    <a:pt x="12494" y="101499"/>
                    <a:pt x="12494" y="100802"/>
                    <a:pt x="12494" y="100084"/>
                  </a:cubicBezTo>
                  <a:cubicBezTo>
                    <a:pt x="12495" y="99388"/>
                    <a:pt x="12495" y="98692"/>
                    <a:pt x="12495" y="97975"/>
                  </a:cubicBezTo>
                  <a:cubicBezTo>
                    <a:pt x="12495" y="96574"/>
                    <a:pt x="12495" y="95173"/>
                    <a:pt x="12496" y="93772"/>
                  </a:cubicBezTo>
                  <a:cubicBezTo>
                    <a:pt x="12496" y="93082"/>
                    <a:pt x="12496" y="92391"/>
                    <a:pt x="12496" y="91679"/>
                  </a:cubicBezTo>
                  <a:cubicBezTo>
                    <a:pt x="12499" y="80911"/>
                    <a:pt x="12513" y="70142"/>
                    <a:pt x="12527" y="59374"/>
                  </a:cubicBezTo>
                  <a:cubicBezTo>
                    <a:pt x="12533" y="55464"/>
                    <a:pt x="12536" y="51555"/>
                    <a:pt x="12538" y="47645"/>
                  </a:cubicBezTo>
                  <a:cubicBezTo>
                    <a:pt x="12542" y="41445"/>
                    <a:pt x="12551" y="35245"/>
                    <a:pt x="12569" y="29045"/>
                  </a:cubicBezTo>
                  <a:cubicBezTo>
                    <a:pt x="12578" y="26210"/>
                    <a:pt x="12584" y="23375"/>
                    <a:pt x="12583" y="20540"/>
                  </a:cubicBezTo>
                  <a:cubicBezTo>
                    <a:pt x="12583" y="17474"/>
                    <a:pt x="12594" y="14408"/>
                    <a:pt x="12607" y="11342"/>
                  </a:cubicBezTo>
                  <a:cubicBezTo>
                    <a:pt x="12605" y="10436"/>
                    <a:pt x="12603" y="9530"/>
                    <a:pt x="12601" y="8597"/>
                  </a:cubicBezTo>
                  <a:cubicBezTo>
                    <a:pt x="12607" y="7782"/>
                    <a:pt x="12612" y="6968"/>
                    <a:pt x="12617" y="6128"/>
                  </a:cubicBezTo>
                  <a:cubicBezTo>
                    <a:pt x="12619" y="5420"/>
                    <a:pt x="12620" y="4711"/>
                    <a:pt x="12622" y="3981"/>
                  </a:cubicBezTo>
                  <a:cubicBezTo>
                    <a:pt x="12684" y="3456"/>
                    <a:pt x="12746" y="2932"/>
                    <a:pt x="12811" y="2392"/>
                  </a:cubicBezTo>
                  <a:cubicBezTo>
                    <a:pt x="15251" y="1172"/>
                    <a:pt x="17950" y="1558"/>
                    <a:pt x="20630" y="1575"/>
                  </a:cubicBezTo>
                  <a:close/>
                </a:path>
              </a:pathLst>
            </a:custGeom>
            <a:grpFill/>
            <a:ln w="744" cap="flat">
              <a:noFill/>
              <a:prstDash val="solid"/>
              <a:miter/>
            </a:ln>
          </p:spPr>
          <p:txBody>
            <a:bodyPr rtlCol="0" anchor="ctr"/>
            <a:lstStyle/>
            <a:p>
              <a:endParaRPr lang="zh-CN" altLang="en-US"/>
            </a:p>
          </p:txBody>
        </p:sp>
        <p:sp>
          <p:nvSpPr>
            <p:cNvPr id="157" name="任意多边形: 形状 156"/>
            <p:cNvSpPr/>
            <p:nvPr/>
          </p:nvSpPr>
          <p:spPr>
            <a:xfrm>
              <a:off x="6306574" y="787841"/>
              <a:ext cx="93313" cy="140007"/>
            </a:xfrm>
            <a:custGeom>
              <a:avLst/>
              <a:gdLst>
                <a:gd name="connsiteX0" fmla="*/ 51532 w 93313"/>
                <a:gd name="connsiteY0" fmla="*/ 800 h 140007"/>
                <a:gd name="connsiteX1" fmla="*/ 57485 w 93313"/>
                <a:gd name="connsiteY1" fmla="*/ 800 h 140007"/>
                <a:gd name="connsiteX2" fmla="*/ 58136 w 93313"/>
                <a:gd name="connsiteY2" fmla="*/ 5311 h 140007"/>
                <a:gd name="connsiteX3" fmla="*/ 58229 w 93313"/>
                <a:gd name="connsiteY3" fmla="*/ 8241 h 140007"/>
                <a:gd name="connsiteX4" fmla="*/ 60462 w 93313"/>
                <a:gd name="connsiteY4" fmla="*/ 8986 h 140007"/>
                <a:gd name="connsiteX5" fmla="*/ 61950 w 93313"/>
                <a:gd name="connsiteY5" fmla="*/ 12706 h 140007"/>
                <a:gd name="connsiteX6" fmla="*/ 63438 w 93313"/>
                <a:gd name="connsiteY6" fmla="*/ 13450 h 140007"/>
                <a:gd name="connsiteX7" fmla="*/ 63764 w 93313"/>
                <a:gd name="connsiteY7" fmla="*/ 15636 h 140007"/>
                <a:gd name="connsiteX8" fmla="*/ 64182 w 93313"/>
                <a:gd name="connsiteY8" fmla="*/ 17915 h 140007"/>
                <a:gd name="connsiteX9" fmla="*/ 66415 w 93313"/>
                <a:gd name="connsiteY9" fmla="*/ 19404 h 140007"/>
                <a:gd name="connsiteX10" fmla="*/ 67159 w 93313"/>
                <a:gd name="connsiteY10" fmla="*/ 23868 h 140007"/>
                <a:gd name="connsiteX11" fmla="*/ 69391 w 93313"/>
                <a:gd name="connsiteY11" fmla="*/ 25357 h 140007"/>
                <a:gd name="connsiteX12" fmla="*/ 69391 w 93313"/>
                <a:gd name="connsiteY12" fmla="*/ 29077 h 140007"/>
                <a:gd name="connsiteX13" fmla="*/ 71624 w 93313"/>
                <a:gd name="connsiteY13" fmla="*/ 29821 h 140007"/>
                <a:gd name="connsiteX14" fmla="*/ 73112 w 93313"/>
                <a:gd name="connsiteY14" fmla="*/ 35030 h 140007"/>
                <a:gd name="connsiteX15" fmla="*/ 74600 w 93313"/>
                <a:gd name="connsiteY15" fmla="*/ 35030 h 140007"/>
                <a:gd name="connsiteX16" fmla="*/ 74833 w 93313"/>
                <a:gd name="connsiteY16" fmla="*/ 37216 h 140007"/>
                <a:gd name="connsiteX17" fmla="*/ 75344 w 93313"/>
                <a:gd name="connsiteY17" fmla="*/ 39495 h 140007"/>
                <a:gd name="connsiteX18" fmla="*/ 77577 w 93313"/>
                <a:gd name="connsiteY18" fmla="*/ 40239 h 140007"/>
                <a:gd name="connsiteX19" fmla="*/ 77577 w 93313"/>
                <a:gd name="connsiteY19" fmla="*/ 46193 h 140007"/>
                <a:gd name="connsiteX20" fmla="*/ 79809 w 93313"/>
                <a:gd name="connsiteY20" fmla="*/ 46193 h 140007"/>
                <a:gd name="connsiteX21" fmla="*/ 80042 w 93313"/>
                <a:gd name="connsiteY21" fmla="*/ 48751 h 140007"/>
                <a:gd name="connsiteX22" fmla="*/ 80553 w 93313"/>
                <a:gd name="connsiteY22" fmla="*/ 51402 h 140007"/>
                <a:gd name="connsiteX23" fmla="*/ 82786 w 93313"/>
                <a:gd name="connsiteY23" fmla="*/ 52146 h 140007"/>
                <a:gd name="connsiteX24" fmla="*/ 83228 w 93313"/>
                <a:gd name="connsiteY24" fmla="*/ 56677 h 140007"/>
                <a:gd name="connsiteX25" fmla="*/ 85762 w 93313"/>
                <a:gd name="connsiteY25" fmla="*/ 59587 h 140007"/>
                <a:gd name="connsiteX26" fmla="*/ 86507 w 93313"/>
                <a:gd name="connsiteY26" fmla="*/ 63308 h 140007"/>
                <a:gd name="connsiteX27" fmla="*/ 87995 w 93313"/>
                <a:gd name="connsiteY27" fmla="*/ 64052 h 140007"/>
                <a:gd name="connsiteX28" fmla="*/ 88460 w 93313"/>
                <a:gd name="connsiteY28" fmla="*/ 67447 h 140007"/>
                <a:gd name="connsiteX29" fmla="*/ 88628 w 93313"/>
                <a:gd name="connsiteY29" fmla="*/ 69310 h 140007"/>
                <a:gd name="connsiteX30" fmla="*/ 88739 w 93313"/>
                <a:gd name="connsiteY30" fmla="*/ 70749 h 140007"/>
                <a:gd name="connsiteX31" fmla="*/ 90971 w 93313"/>
                <a:gd name="connsiteY31" fmla="*/ 70749 h 140007"/>
                <a:gd name="connsiteX32" fmla="*/ 91335 w 93313"/>
                <a:gd name="connsiteY32" fmla="*/ 75327 h 140007"/>
                <a:gd name="connsiteX33" fmla="*/ 91716 w 93313"/>
                <a:gd name="connsiteY33" fmla="*/ 76702 h 140007"/>
                <a:gd name="connsiteX34" fmla="*/ 93948 w 93313"/>
                <a:gd name="connsiteY34" fmla="*/ 77446 h 140007"/>
                <a:gd name="connsiteX35" fmla="*/ 94367 w 93313"/>
                <a:gd name="connsiteY35" fmla="*/ 80795 h 140007"/>
                <a:gd name="connsiteX36" fmla="*/ 94692 w 93313"/>
                <a:gd name="connsiteY36" fmla="*/ 84144 h 140007"/>
                <a:gd name="connsiteX37" fmla="*/ 96180 w 93313"/>
                <a:gd name="connsiteY37" fmla="*/ 84888 h 140007"/>
                <a:gd name="connsiteX38" fmla="*/ 97250 w 93313"/>
                <a:gd name="connsiteY38" fmla="*/ 90655 h 140007"/>
                <a:gd name="connsiteX39" fmla="*/ 97669 w 93313"/>
                <a:gd name="connsiteY39" fmla="*/ 92329 h 140007"/>
                <a:gd name="connsiteX40" fmla="*/ 99157 w 93313"/>
                <a:gd name="connsiteY40" fmla="*/ 93073 h 140007"/>
                <a:gd name="connsiteX41" fmla="*/ 99573 w 93313"/>
                <a:gd name="connsiteY41" fmla="*/ 98841 h 140007"/>
                <a:gd name="connsiteX42" fmla="*/ 99901 w 93313"/>
                <a:gd name="connsiteY42" fmla="*/ 100515 h 140007"/>
                <a:gd name="connsiteX43" fmla="*/ 102133 w 93313"/>
                <a:gd name="connsiteY43" fmla="*/ 101259 h 140007"/>
                <a:gd name="connsiteX44" fmla="*/ 102273 w 93313"/>
                <a:gd name="connsiteY44" fmla="*/ 107259 h 140007"/>
                <a:gd name="connsiteX45" fmla="*/ 102242 w 93313"/>
                <a:gd name="connsiteY45" fmla="*/ 108969 h 140007"/>
                <a:gd name="connsiteX46" fmla="*/ 102133 w 93313"/>
                <a:gd name="connsiteY46" fmla="*/ 113165 h 140007"/>
                <a:gd name="connsiteX47" fmla="*/ 96924 w 93313"/>
                <a:gd name="connsiteY47" fmla="*/ 113909 h 140007"/>
                <a:gd name="connsiteX48" fmla="*/ 96924 w 93313"/>
                <a:gd name="connsiteY48" fmla="*/ 116886 h 140007"/>
                <a:gd name="connsiteX49" fmla="*/ 94460 w 93313"/>
                <a:gd name="connsiteY49" fmla="*/ 117072 h 140007"/>
                <a:gd name="connsiteX50" fmla="*/ 89483 w 93313"/>
                <a:gd name="connsiteY50" fmla="*/ 120607 h 140007"/>
                <a:gd name="connsiteX51" fmla="*/ 85762 w 93313"/>
                <a:gd name="connsiteY51" fmla="*/ 121351 h 140007"/>
                <a:gd name="connsiteX52" fmla="*/ 85018 w 93313"/>
                <a:gd name="connsiteY52" fmla="*/ 123583 h 140007"/>
                <a:gd name="connsiteX53" fmla="*/ 82414 w 93313"/>
                <a:gd name="connsiteY53" fmla="*/ 123909 h 140007"/>
                <a:gd name="connsiteX54" fmla="*/ 79809 w 93313"/>
                <a:gd name="connsiteY54" fmla="*/ 124327 h 140007"/>
                <a:gd name="connsiteX55" fmla="*/ 79437 w 93313"/>
                <a:gd name="connsiteY55" fmla="*/ 125816 h 140007"/>
                <a:gd name="connsiteX56" fmla="*/ 79065 w 93313"/>
                <a:gd name="connsiteY56" fmla="*/ 127304 h 140007"/>
                <a:gd name="connsiteX57" fmla="*/ 73856 w 93313"/>
                <a:gd name="connsiteY57" fmla="*/ 128048 h 140007"/>
                <a:gd name="connsiteX58" fmla="*/ 73112 w 93313"/>
                <a:gd name="connsiteY58" fmla="*/ 130280 h 140007"/>
                <a:gd name="connsiteX59" fmla="*/ 68508 w 93313"/>
                <a:gd name="connsiteY59" fmla="*/ 131304 h 140007"/>
                <a:gd name="connsiteX60" fmla="*/ 67159 w 93313"/>
                <a:gd name="connsiteY60" fmla="*/ 131769 h 140007"/>
                <a:gd name="connsiteX61" fmla="*/ 66415 w 93313"/>
                <a:gd name="connsiteY61" fmla="*/ 134001 h 140007"/>
                <a:gd name="connsiteX62" fmla="*/ 61206 w 93313"/>
                <a:gd name="connsiteY62" fmla="*/ 134745 h 140007"/>
                <a:gd name="connsiteX63" fmla="*/ 61206 w 93313"/>
                <a:gd name="connsiteY63" fmla="*/ 137722 h 140007"/>
                <a:gd name="connsiteX64" fmla="*/ 57485 w 93313"/>
                <a:gd name="connsiteY64" fmla="*/ 138559 h 140007"/>
                <a:gd name="connsiteX65" fmla="*/ 53764 w 93313"/>
                <a:gd name="connsiteY65" fmla="*/ 139210 h 140007"/>
                <a:gd name="connsiteX66" fmla="*/ 53764 w 93313"/>
                <a:gd name="connsiteY66" fmla="*/ 140698 h 140007"/>
                <a:gd name="connsiteX67" fmla="*/ 50788 w 93313"/>
                <a:gd name="connsiteY67" fmla="*/ 139954 h 140007"/>
                <a:gd name="connsiteX68" fmla="*/ 49625 w 93313"/>
                <a:gd name="connsiteY68" fmla="*/ 132792 h 140007"/>
                <a:gd name="connsiteX69" fmla="*/ 49528 w 93313"/>
                <a:gd name="connsiteY69" fmla="*/ 131199 h 140007"/>
                <a:gd name="connsiteX70" fmla="*/ 49299 w 93313"/>
                <a:gd name="connsiteY70" fmla="*/ 127304 h 140007"/>
                <a:gd name="connsiteX71" fmla="*/ 47067 w 93313"/>
                <a:gd name="connsiteY71" fmla="*/ 127304 h 140007"/>
                <a:gd name="connsiteX72" fmla="*/ 46957 w 93313"/>
                <a:gd name="connsiteY72" fmla="*/ 125539 h 140007"/>
                <a:gd name="connsiteX73" fmla="*/ 46788 w 93313"/>
                <a:gd name="connsiteY73" fmla="*/ 123258 h 140007"/>
                <a:gd name="connsiteX74" fmla="*/ 46631 w 93313"/>
                <a:gd name="connsiteY74" fmla="*/ 120982 h 140007"/>
                <a:gd name="connsiteX75" fmla="*/ 46323 w 93313"/>
                <a:gd name="connsiteY75" fmla="*/ 119118 h 140007"/>
                <a:gd name="connsiteX76" fmla="*/ 44835 w 93313"/>
                <a:gd name="connsiteY76" fmla="*/ 118374 h 140007"/>
                <a:gd name="connsiteX77" fmla="*/ 43765 w 93313"/>
                <a:gd name="connsiteY77" fmla="*/ 112607 h 140007"/>
                <a:gd name="connsiteX78" fmla="*/ 43346 w 93313"/>
                <a:gd name="connsiteY78" fmla="*/ 110933 h 140007"/>
                <a:gd name="connsiteX79" fmla="*/ 41858 w 93313"/>
                <a:gd name="connsiteY79" fmla="*/ 110189 h 140007"/>
                <a:gd name="connsiteX80" fmla="*/ 41442 w 93313"/>
                <a:gd name="connsiteY80" fmla="*/ 105003 h 140007"/>
                <a:gd name="connsiteX81" fmla="*/ 41114 w 93313"/>
                <a:gd name="connsiteY81" fmla="*/ 103491 h 140007"/>
                <a:gd name="connsiteX82" fmla="*/ 38882 w 93313"/>
                <a:gd name="connsiteY82" fmla="*/ 102747 h 140007"/>
                <a:gd name="connsiteX83" fmla="*/ 38742 w 93313"/>
                <a:gd name="connsiteY83" fmla="*/ 99352 h 140007"/>
                <a:gd name="connsiteX84" fmla="*/ 38803 w 93313"/>
                <a:gd name="connsiteY84" fmla="*/ 97489 h 140007"/>
                <a:gd name="connsiteX85" fmla="*/ 38882 w 93313"/>
                <a:gd name="connsiteY85" fmla="*/ 96050 h 140007"/>
                <a:gd name="connsiteX86" fmla="*/ 36649 w 93313"/>
                <a:gd name="connsiteY86" fmla="*/ 96050 h 140007"/>
                <a:gd name="connsiteX87" fmla="*/ 35905 w 93313"/>
                <a:gd name="connsiteY87" fmla="*/ 89353 h 140007"/>
                <a:gd name="connsiteX88" fmla="*/ 33673 w 93313"/>
                <a:gd name="connsiteY88" fmla="*/ 89353 h 140007"/>
                <a:gd name="connsiteX89" fmla="*/ 33309 w 93313"/>
                <a:gd name="connsiteY89" fmla="*/ 84847 h 140007"/>
                <a:gd name="connsiteX90" fmla="*/ 30696 w 93313"/>
                <a:gd name="connsiteY90" fmla="*/ 81911 h 140007"/>
                <a:gd name="connsiteX91" fmla="*/ 30277 w 93313"/>
                <a:gd name="connsiteY91" fmla="*/ 78888 h 140007"/>
                <a:gd name="connsiteX92" fmla="*/ 29952 w 93313"/>
                <a:gd name="connsiteY92" fmla="*/ 75958 h 140007"/>
                <a:gd name="connsiteX93" fmla="*/ 28464 w 93313"/>
                <a:gd name="connsiteY93" fmla="*/ 75214 h 140007"/>
                <a:gd name="connsiteX94" fmla="*/ 27719 w 93313"/>
                <a:gd name="connsiteY94" fmla="*/ 69261 h 140007"/>
                <a:gd name="connsiteX95" fmla="*/ 25487 w 93313"/>
                <a:gd name="connsiteY95" fmla="*/ 69261 h 140007"/>
                <a:gd name="connsiteX96" fmla="*/ 25254 w 93313"/>
                <a:gd name="connsiteY96" fmla="*/ 67075 h 140007"/>
                <a:gd name="connsiteX97" fmla="*/ 24743 w 93313"/>
                <a:gd name="connsiteY97" fmla="*/ 64796 h 140007"/>
                <a:gd name="connsiteX98" fmla="*/ 22510 w 93313"/>
                <a:gd name="connsiteY98" fmla="*/ 64052 h 140007"/>
                <a:gd name="connsiteX99" fmla="*/ 22510 w 93313"/>
                <a:gd name="connsiteY99" fmla="*/ 59587 h 140007"/>
                <a:gd name="connsiteX100" fmla="*/ 20278 w 93313"/>
                <a:gd name="connsiteY100" fmla="*/ 57355 h 140007"/>
                <a:gd name="connsiteX101" fmla="*/ 18790 w 93313"/>
                <a:gd name="connsiteY101" fmla="*/ 52146 h 140007"/>
                <a:gd name="connsiteX102" fmla="*/ 17301 w 93313"/>
                <a:gd name="connsiteY102" fmla="*/ 51402 h 140007"/>
                <a:gd name="connsiteX103" fmla="*/ 16557 w 93313"/>
                <a:gd name="connsiteY103" fmla="*/ 46193 h 140007"/>
                <a:gd name="connsiteX104" fmla="*/ 14325 w 93313"/>
                <a:gd name="connsiteY104" fmla="*/ 46193 h 140007"/>
                <a:gd name="connsiteX105" fmla="*/ 14464 w 93313"/>
                <a:gd name="connsiteY105" fmla="*/ 43635 h 140007"/>
                <a:gd name="connsiteX106" fmla="*/ 14325 w 93313"/>
                <a:gd name="connsiteY106" fmla="*/ 40984 h 140007"/>
                <a:gd name="connsiteX107" fmla="*/ 12092 w 93313"/>
                <a:gd name="connsiteY107" fmla="*/ 40239 h 140007"/>
                <a:gd name="connsiteX108" fmla="*/ 10604 w 93313"/>
                <a:gd name="connsiteY108" fmla="*/ 35775 h 140007"/>
                <a:gd name="connsiteX109" fmla="*/ 9116 w 93313"/>
                <a:gd name="connsiteY109" fmla="*/ 35030 h 140007"/>
                <a:gd name="connsiteX110" fmla="*/ 9023 w 93313"/>
                <a:gd name="connsiteY110" fmla="*/ 29775 h 140007"/>
                <a:gd name="connsiteX111" fmla="*/ 9064 w 93313"/>
                <a:gd name="connsiteY111" fmla="*/ 26865 h 140007"/>
                <a:gd name="connsiteX112" fmla="*/ 9116 w 93313"/>
                <a:gd name="connsiteY112" fmla="*/ 24613 h 140007"/>
                <a:gd name="connsiteX113" fmla="*/ 12046 w 93313"/>
                <a:gd name="connsiteY113" fmla="*/ 24799 h 140007"/>
                <a:gd name="connsiteX114" fmla="*/ 15069 w 93313"/>
                <a:gd name="connsiteY114" fmla="*/ 24613 h 140007"/>
                <a:gd name="connsiteX115" fmla="*/ 15813 w 93313"/>
                <a:gd name="connsiteY115" fmla="*/ 21636 h 140007"/>
                <a:gd name="connsiteX116" fmla="*/ 20278 w 93313"/>
                <a:gd name="connsiteY116" fmla="*/ 20892 h 140007"/>
                <a:gd name="connsiteX117" fmla="*/ 20557 w 93313"/>
                <a:gd name="connsiteY117" fmla="*/ 19404 h 140007"/>
                <a:gd name="connsiteX118" fmla="*/ 21022 w 93313"/>
                <a:gd name="connsiteY118" fmla="*/ 17915 h 140007"/>
                <a:gd name="connsiteX119" fmla="*/ 25627 w 93313"/>
                <a:gd name="connsiteY119" fmla="*/ 17447 h 140007"/>
                <a:gd name="connsiteX120" fmla="*/ 26975 w 93313"/>
                <a:gd name="connsiteY120" fmla="*/ 17171 h 140007"/>
                <a:gd name="connsiteX121" fmla="*/ 27719 w 93313"/>
                <a:gd name="connsiteY121" fmla="*/ 14939 h 140007"/>
                <a:gd name="connsiteX122" fmla="*/ 30742 w 93313"/>
                <a:gd name="connsiteY122" fmla="*/ 14427 h 140007"/>
                <a:gd name="connsiteX123" fmla="*/ 33673 w 93313"/>
                <a:gd name="connsiteY123" fmla="*/ 14195 h 140007"/>
                <a:gd name="connsiteX124" fmla="*/ 33673 w 93313"/>
                <a:gd name="connsiteY124" fmla="*/ 11218 h 140007"/>
                <a:gd name="connsiteX125" fmla="*/ 36603 w 93313"/>
                <a:gd name="connsiteY125" fmla="*/ 11451 h 140007"/>
                <a:gd name="connsiteX126" fmla="*/ 39626 w 93313"/>
                <a:gd name="connsiteY126" fmla="*/ 11218 h 140007"/>
                <a:gd name="connsiteX127" fmla="*/ 40370 w 93313"/>
                <a:gd name="connsiteY127" fmla="*/ 7497 h 140007"/>
                <a:gd name="connsiteX128" fmla="*/ 45579 w 93313"/>
                <a:gd name="connsiteY128" fmla="*/ 6753 h 140007"/>
                <a:gd name="connsiteX129" fmla="*/ 46323 w 93313"/>
                <a:gd name="connsiteY129" fmla="*/ 4521 h 140007"/>
                <a:gd name="connsiteX130" fmla="*/ 48974 w 93313"/>
                <a:gd name="connsiteY130" fmla="*/ 3777 h 140007"/>
                <a:gd name="connsiteX131" fmla="*/ 51532 w 93313"/>
                <a:gd name="connsiteY131" fmla="*/ 3032 h 140007"/>
                <a:gd name="connsiteX132" fmla="*/ 51532 w 93313"/>
                <a:gd name="connsiteY132" fmla="*/ 800 h 1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3313" h="140007">
                  <a:moveTo>
                    <a:pt x="51532" y="800"/>
                  </a:moveTo>
                  <a:cubicBezTo>
                    <a:pt x="56110" y="655"/>
                    <a:pt x="56110" y="655"/>
                    <a:pt x="57485" y="800"/>
                  </a:cubicBezTo>
                  <a:cubicBezTo>
                    <a:pt x="58349" y="2529"/>
                    <a:pt x="58240" y="3406"/>
                    <a:pt x="58136" y="5311"/>
                  </a:cubicBezTo>
                  <a:cubicBezTo>
                    <a:pt x="58167" y="6278"/>
                    <a:pt x="58198" y="7245"/>
                    <a:pt x="58229" y="8241"/>
                  </a:cubicBezTo>
                  <a:cubicBezTo>
                    <a:pt x="58966" y="8487"/>
                    <a:pt x="59703" y="8733"/>
                    <a:pt x="60462" y="8986"/>
                  </a:cubicBezTo>
                  <a:cubicBezTo>
                    <a:pt x="60984" y="10215"/>
                    <a:pt x="61481" y="11456"/>
                    <a:pt x="61950" y="12706"/>
                  </a:cubicBezTo>
                  <a:cubicBezTo>
                    <a:pt x="62441" y="12952"/>
                    <a:pt x="62932" y="13197"/>
                    <a:pt x="63438" y="13450"/>
                  </a:cubicBezTo>
                  <a:cubicBezTo>
                    <a:pt x="63599" y="14532"/>
                    <a:pt x="63599" y="14532"/>
                    <a:pt x="63764" y="15636"/>
                  </a:cubicBezTo>
                  <a:cubicBezTo>
                    <a:pt x="63902" y="16388"/>
                    <a:pt x="64040" y="17140"/>
                    <a:pt x="64182" y="17915"/>
                  </a:cubicBezTo>
                  <a:cubicBezTo>
                    <a:pt x="64919" y="18406"/>
                    <a:pt x="65656" y="18898"/>
                    <a:pt x="66415" y="19404"/>
                  </a:cubicBezTo>
                  <a:cubicBezTo>
                    <a:pt x="66663" y="20892"/>
                    <a:pt x="66911" y="22380"/>
                    <a:pt x="67159" y="23868"/>
                  </a:cubicBezTo>
                  <a:cubicBezTo>
                    <a:pt x="67896" y="24359"/>
                    <a:pt x="68632" y="24851"/>
                    <a:pt x="69391" y="25357"/>
                  </a:cubicBezTo>
                  <a:cubicBezTo>
                    <a:pt x="69391" y="26597"/>
                    <a:pt x="69391" y="27837"/>
                    <a:pt x="69391" y="29077"/>
                  </a:cubicBezTo>
                  <a:cubicBezTo>
                    <a:pt x="70496" y="29446"/>
                    <a:pt x="70496" y="29446"/>
                    <a:pt x="71624" y="29821"/>
                  </a:cubicBezTo>
                  <a:cubicBezTo>
                    <a:pt x="72140" y="31552"/>
                    <a:pt x="72637" y="33288"/>
                    <a:pt x="73112" y="35030"/>
                  </a:cubicBezTo>
                  <a:cubicBezTo>
                    <a:pt x="73603" y="35030"/>
                    <a:pt x="74094" y="35030"/>
                    <a:pt x="74600" y="35030"/>
                  </a:cubicBezTo>
                  <a:cubicBezTo>
                    <a:pt x="74677" y="35752"/>
                    <a:pt x="74754" y="36473"/>
                    <a:pt x="74833" y="37216"/>
                  </a:cubicBezTo>
                  <a:cubicBezTo>
                    <a:pt x="75002" y="37968"/>
                    <a:pt x="75170" y="38720"/>
                    <a:pt x="75344" y="39495"/>
                  </a:cubicBezTo>
                  <a:cubicBezTo>
                    <a:pt x="76449" y="39864"/>
                    <a:pt x="76449" y="39864"/>
                    <a:pt x="77577" y="40239"/>
                  </a:cubicBezTo>
                  <a:cubicBezTo>
                    <a:pt x="77895" y="42247"/>
                    <a:pt x="77674" y="44152"/>
                    <a:pt x="77577" y="46193"/>
                  </a:cubicBezTo>
                  <a:cubicBezTo>
                    <a:pt x="78314" y="46193"/>
                    <a:pt x="79050" y="46193"/>
                    <a:pt x="79809" y="46193"/>
                  </a:cubicBezTo>
                  <a:cubicBezTo>
                    <a:pt x="79886" y="47037"/>
                    <a:pt x="79963" y="47881"/>
                    <a:pt x="80042" y="48751"/>
                  </a:cubicBezTo>
                  <a:cubicBezTo>
                    <a:pt x="80211" y="49625"/>
                    <a:pt x="80379" y="50500"/>
                    <a:pt x="80553" y="51402"/>
                  </a:cubicBezTo>
                  <a:cubicBezTo>
                    <a:pt x="81658" y="51770"/>
                    <a:pt x="81658" y="51770"/>
                    <a:pt x="82786" y="52146"/>
                  </a:cubicBezTo>
                  <a:cubicBezTo>
                    <a:pt x="82977" y="53651"/>
                    <a:pt x="83162" y="55161"/>
                    <a:pt x="83228" y="56677"/>
                  </a:cubicBezTo>
                  <a:cubicBezTo>
                    <a:pt x="83421" y="58402"/>
                    <a:pt x="83421" y="58402"/>
                    <a:pt x="85762" y="59587"/>
                  </a:cubicBezTo>
                  <a:cubicBezTo>
                    <a:pt x="86034" y="60822"/>
                    <a:pt x="86283" y="62063"/>
                    <a:pt x="86507" y="63308"/>
                  </a:cubicBezTo>
                  <a:cubicBezTo>
                    <a:pt x="86998" y="63553"/>
                    <a:pt x="87489" y="63799"/>
                    <a:pt x="87995" y="64052"/>
                  </a:cubicBezTo>
                  <a:cubicBezTo>
                    <a:pt x="88303" y="65590"/>
                    <a:pt x="88303" y="65590"/>
                    <a:pt x="88460" y="67447"/>
                  </a:cubicBezTo>
                  <a:cubicBezTo>
                    <a:pt x="88543" y="68369"/>
                    <a:pt x="88543" y="68369"/>
                    <a:pt x="88628" y="69310"/>
                  </a:cubicBezTo>
                  <a:cubicBezTo>
                    <a:pt x="88665" y="69785"/>
                    <a:pt x="88701" y="70260"/>
                    <a:pt x="88739" y="70749"/>
                  </a:cubicBezTo>
                  <a:cubicBezTo>
                    <a:pt x="89476" y="70749"/>
                    <a:pt x="90212" y="70749"/>
                    <a:pt x="90971" y="70749"/>
                  </a:cubicBezTo>
                  <a:cubicBezTo>
                    <a:pt x="91092" y="72275"/>
                    <a:pt x="91214" y="73801"/>
                    <a:pt x="91335" y="75327"/>
                  </a:cubicBezTo>
                  <a:cubicBezTo>
                    <a:pt x="91523" y="76008"/>
                    <a:pt x="91523" y="76008"/>
                    <a:pt x="91716" y="76702"/>
                  </a:cubicBezTo>
                  <a:cubicBezTo>
                    <a:pt x="92821" y="77071"/>
                    <a:pt x="92821" y="77071"/>
                    <a:pt x="93948" y="77446"/>
                  </a:cubicBezTo>
                  <a:cubicBezTo>
                    <a:pt x="94276" y="78958"/>
                    <a:pt x="94276" y="78958"/>
                    <a:pt x="94367" y="80795"/>
                  </a:cubicBezTo>
                  <a:cubicBezTo>
                    <a:pt x="94430" y="82584"/>
                    <a:pt x="94430" y="82584"/>
                    <a:pt x="94692" y="84144"/>
                  </a:cubicBezTo>
                  <a:cubicBezTo>
                    <a:pt x="95183" y="84389"/>
                    <a:pt x="95674" y="84635"/>
                    <a:pt x="96180" y="84888"/>
                  </a:cubicBezTo>
                  <a:cubicBezTo>
                    <a:pt x="96658" y="86798"/>
                    <a:pt x="96941" y="88711"/>
                    <a:pt x="97250" y="90655"/>
                  </a:cubicBezTo>
                  <a:cubicBezTo>
                    <a:pt x="97457" y="91484"/>
                    <a:pt x="97457" y="91484"/>
                    <a:pt x="97669" y="92329"/>
                  </a:cubicBezTo>
                  <a:cubicBezTo>
                    <a:pt x="98160" y="92575"/>
                    <a:pt x="98651" y="92820"/>
                    <a:pt x="99157" y="93073"/>
                  </a:cubicBezTo>
                  <a:cubicBezTo>
                    <a:pt x="99421" y="94997"/>
                    <a:pt x="99487" y="96901"/>
                    <a:pt x="99573" y="98841"/>
                  </a:cubicBezTo>
                  <a:cubicBezTo>
                    <a:pt x="99681" y="99393"/>
                    <a:pt x="99789" y="99946"/>
                    <a:pt x="99901" y="100515"/>
                  </a:cubicBezTo>
                  <a:cubicBezTo>
                    <a:pt x="100638" y="100760"/>
                    <a:pt x="101374" y="101006"/>
                    <a:pt x="102133" y="101259"/>
                  </a:cubicBezTo>
                  <a:cubicBezTo>
                    <a:pt x="102301" y="103317"/>
                    <a:pt x="102341" y="105206"/>
                    <a:pt x="102273" y="107259"/>
                  </a:cubicBezTo>
                  <a:cubicBezTo>
                    <a:pt x="102258" y="108105"/>
                    <a:pt x="102258" y="108105"/>
                    <a:pt x="102242" y="108969"/>
                  </a:cubicBezTo>
                  <a:cubicBezTo>
                    <a:pt x="102216" y="110368"/>
                    <a:pt x="102176" y="111767"/>
                    <a:pt x="102133" y="113165"/>
                  </a:cubicBezTo>
                  <a:cubicBezTo>
                    <a:pt x="100415" y="113411"/>
                    <a:pt x="98696" y="113656"/>
                    <a:pt x="96924" y="113909"/>
                  </a:cubicBezTo>
                  <a:cubicBezTo>
                    <a:pt x="96924" y="114892"/>
                    <a:pt x="96924" y="115874"/>
                    <a:pt x="96924" y="116886"/>
                  </a:cubicBezTo>
                  <a:cubicBezTo>
                    <a:pt x="96111" y="116947"/>
                    <a:pt x="95298" y="117009"/>
                    <a:pt x="94460" y="117072"/>
                  </a:cubicBezTo>
                  <a:cubicBezTo>
                    <a:pt x="91325" y="117709"/>
                    <a:pt x="91186" y="118129"/>
                    <a:pt x="89483" y="120607"/>
                  </a:cubicBezTo>
                  <a:cubicBezTo>
                    <a:pt x="88246" y="120872"/>
                    <a:pt x="87006" y="121122"/>
                    <a:pt x="85762" y="121351"/>
                  </a:cubicBezTo>
                  <a:cubicBezTo>
                    <a:pt x="85517" y="122087"/>
                    <a:pt x="85271" y="122824"/>
                    <a:pt x="85018" y="123583"/>
                  </a:cubicBezTo>
                  <a:cubicBezTo>
                    <a:pt x="83729" y="123744"/>
                    <a:pt x="83729" y="123744"/>
                    <a:pt x="82414" y="123909"/>
                  </a:cubicBezTo>
                  <a:cubicBezTo>
                    <a:pt x="81554" y="124047"/>
                    <a:pt x="80695" y="124185"/>
                    <a:pt x="79809" y="124327"/>
                  </a:cubicBezTo>
                  <a:cubicBezTo>
                    <a:pt x="79686" y="124818"/>
                    <a:pt x="79564" y="125310"/>
                    <a:pt x="79437" y="125816"/>
                  </a:cubicBezTo>
                  <a:cubicBezTo>
                    <a:pt x="79314" y="126307"/>
                    <a:pt x="79192" y="126798"/>
                    <a:pt x="79065" y="127304"/>
                  </a:cubicBezTo>
                  <a:cubicBezTo>
                    <a:pt x="77333" y="127582"/>
                    <a:pt x="75597" y="127830"/>
                    <a:pt x="73856" y="128048"/>
                  </a:cubicBezTo>
                  <a:cubicBezTo>
                    <a:pt x="73611" y="128785"/>
                    <a:pt x="73365" y="129521"/>
                    <a:pt x="73112" y="130280"/>
                  </a:cubicBezTo>
                  <a:cubicBezTo>
                    <a:pt x="71589" y="130806"/>
                    <a:pt x="70094" y="131032"/>
                    <a:pt x="68508" y="131304"/>
                  </a:cubicBezTo>
                  <a:cubicBezTo>
                    <a:pt x="68063" y="131457"/>
                    <a:pt x="67617" y="131611"/>
                    <a:pt x="67159" y="131769"/>
                  </a:cubicBezTo>
                  <a:cubicBezTo>
                    <a:pt x="66913" y="132505"/>
                    <a:pt x="66668" y="133242"/>
                    <a:pt x="66415" y="134001"/>
                  </a:cubicBezTo>
                  <a:cubicBezTo>
                    <a:pt x="63764" y="134513"/>
                    <a:pt x="63764" y="134513"/>
                    <a:pt x="61206" y="134745"/>
                  </a:cubicBezTo>
                  <a:cubicBezTo>
                    <a:pt x="61206" y="135728"/>
                    <a:pt x="61206" y="136710"/>
                    <a:pt x="61206" y="137722"/>
                  </a:cubicBezTo>
                  <a:cubicBezTo>
                    <a:pt x="59578" y="138286"/>
                    <a:pt x="59578" y="138286"/>
                    <a:pt x="57485" y="138559"/>
                  </a:cubicBezTo>
                  <a:cubicBezTo>
                    <a:pt x="55460" y="138804"/>
                    <a:pt x="55460" y="138804"/>
                    <a:pt x="53764" y="139210"/>
                  </a:cubicBezTo>
                  <a:cubicBezTo>
                    <a:pt x="53764" y="139701"/>
                    <a:pt x="53764" y="140192"/>
                    <a:pt x="53764" y="140698"/>
                  </a:cubicBezTo>
                  <a:cubicBezTo>
                    <a:pt x="52323" y="140419"/>
                    <a:pt x="52323" y="140419"/>
                    <a:pt x="50788" y="139954"/>
                  </a:cubicBezTo>
                  <a:cubicBezTo>
                    <a:pt x="49656" y="137691"/>
                    <a:pt x="49765" y="135281"/>
                    <a:pt x="49625" y="132792"/>
                  </a:cubicBezTo>
                  <a:cubicBezTo>
                    <a:pt x="49593" y="132266"/>
                    <a:pt x="49561" y="131741"/>
                    <a:pt x="49528" y="131199"/>
                  </a:cubicBezTo>
                  <a:cubicBezTo>
                    <a:pt x="49449" y="129901"/>
                    <a:pt x="49374" y="128602"/>
                    <a:pt x="49299" y="127304"/>
                  </a:cubicBezTo>
                  <a:cubicBezTo>
                    <a:pt x="48563" y="127304"/>
                    <a:pt x="47826" y="127304"/>
                    <a:pt x="47067" y="127304"/>
                  </a:cubicBezTo>
                  <a:cubicBezTo>
                    <a:pt x="47031" y="126722"/>
                    <a:pt x="46994" y="126139"/>
                    <a:pt x="46957" y="125539"/>
                  </a:cubicBezTo>
                  <a:cubicBezTo>
                    <a:pt x="46901" y="124786"/>
                    <a:pt x="46845" y="124033"/>
                    <a:pt x="46788" y="123258"/>
                  </a:cubicBezTo>
                  <a:cubicBezTo>
                    <a:pt x="46710" y="122131"/>
                    <a:pt x="46710" y="122131"/>
                    <a:pt x="46631" y="120982"/>
                  </a:cubicBezTo>
                  <a:cubicBezTo>
                    <a:pt x="46479" y="120059"/>
                    <a:pt x="46479" y="120059"/>
                    <a:pt x="46323" y="119118"/>
                  </a:cubicBezTo>
                  <a:cubicBezTo>
                    <a:pt x="45832" y="118873"/>
                    <a:pt x="45341" y="118627"/>
                    <a:pt x="44835" y="118374"/>
                  </a:cubicBezTo>
                  <a:cubicBezTo>
                    <a:pt x="44357" y="116464"/>
                    <a:pt x="44074" y="114551"/>
                    <a:pt x="43765" y="112607"/>
                  </a:cubicBezTo>
                  <a:cubicBezTo>
                    <a:pt x="43627" y="112055"/>
                    <a:pt x="43489" y="111502"/>
                    <a:pt x="43346" y="110933"/>
                  </a:cubicBezTo>
                  <a:cubicBezTo>
                    <a:pt x="42855" y="110687"/>
                    <a:pt x="42364" y="110442"/>
                    <a:pt x="41858" y="110189"/>
                  </a:cubicBezTo>
                  <a:cubicBezTo>
                    <a:pt x="41595" y="108459"/>
                    <a:pt x="41528" y="106750"/>
                    <a:pt x="41442" y="105003"/>
                  </a:cubicBezTo>
                  <a:cubicBezTo>
                    <a:pt x="41334" y="104504"/>
                    <a:pt x="41226" y="104005"/>
                    <a:pt x="41114" y="103491"/>
                  </a:cubicBezTo>
                  <a:cubicBezTo>
                    <a:pt x="40377" y="103246"/>
                    <a:pt x="39641" y="103000"/>
                    <a:pt x="38882" y="102747"/>
                  </a:cubicBezTo>
                  <a:cubicBezTo>
                    <a:pt x="38664" y="101210"/>
                    <a:pt x="38664" y="101210"/>
                    <a:pt x="38742" y="99352"/>
                  </a:cubicBezTo>
                  <a:cubicBezTo>
                    <a:pt x="38772" y="98430"/>
                    <a:pt x="38772" y="98430"/>
                    <a:pt x="38803" y="97489"/>
                  </a:cubicBezTo>
                  <a:cubicBezTo>
                    <a:pt x="38829" y="97014"/>
                    <a:pt x="38855" y="96539"/>
                    <a:pt x="38882" y="96050"/>
                  </a:cubicBezTo>
                  <a:cubicBezTo>
                    <a:pt x="38145" y="96050"/>
                    <a:pt x="37408" y="96050"/>
                    <a:pt x="36649" y="96050"/>
                  </a:cubicBezTo>
                  <a:cubicBezTo>
                    <a:pt x="36281" y="92735"/>
                    <a:pt x="36281" y="92735"/>
                    <a:pt x="35905" y="89353"/>
                  </a:cubicBezTo>
                  <a:cubicBezTo>
                    <a:pt x="35168" y="89353"/>
                    <a:pt x="34432" y="89353"/>
                    <a:pt x="33673" y="89353"/>
                  </a:cubicBezTo>
                  <a:cubicBezTo>
                    <a:pt x="33551" y="87851"/>
                    <a:pt x="33430" y="86349"/>
                    <a:pt x="33309" y="84847"/>
                  </a:cubicBezTo>
                  <a:cubicBezTo>
                    <a:pt x="33022" y="83106"/>
                    <a:pt x="33022" y="83106"/>
                    <a:pt x="30696" y="81911"/>
                  </a:cubicBezTo>
                  <a:cubicBezTo>
                    <a:pt x="30368" y="80490"/>
                    <a:pt x="30368" y="80490"/>
                    <a:pt x="30277" y="78888"/>
                  </a:cubicBezTo>
                  <a:cubicBezTo>
                    <a:pt x="30170" y="77921"/>
                    <a:pt x="30063" y="76954"/>
                    <a:pt x="29952" y="75958"/>
                  </a:cubicBezTo>
                  <a:cubicBezTo>
                    <a:pt x="29461" y="75713"/>
                    <a:pt x="28970" y="75467"/>
                    <a:pt x="28464" y="75214"/>
                  </a:cubicBezTo>
                  <a:cubicBezTo>
                    <a:pt x="28022" y="73243"/>
                    <a:pt x="27911" y="71276"/>
                    <a:pt x="27719" y="69261"/>
                  </a:cubicBezTo>
                  <a:cubicBezTo>
                    <a:pt x="26983" y="69261"/>
                    <a:pt x="26246" y="69261"/>
                    <a:pt x="25487" y="69261"/>
                  </a:cubicBezTo>
                  <a:cubicBezTo>
                    <a:pt x="25410" y="68540"/>
                    <a:pt x="25334" y="67818"/>
                    <a:pt x="25254" y="67075"/>
                  </a:cubicBezTo>
                  <a:cubicBezTo>
                    <a:pt x="25086" y="66323"/>
                    <a:pt x="24917" y="65571"/>
                    <a:pt x="24743" y="64796"/>
                  </a:cubicBezTo>
                  <a:cubicBezTo>
                    <a:pt x="23638" y="64428"/>
                    <a:pt x="23638" y="64428"/>
                    <a:pt x="22510" y="64052"/>
                  </a:cubicBezTo>
                  <a:cubicBezTo>
                    <a:pt x="22510" y="62564"/>
                    <a:pt x="22510" y="61075"/>
                    <a:pt x="22510" y="59587"/>
                  </a:cubicBezTo>
                  <a:cubicBezTo>
                    <a:pt x="21783" y="58827"/>
                    <a:pt x="21037" y="58084"/>
                    <a:pt x="20278" y="57355"/>
                  </a:cubicBezTo>
                  <a:cubicBezTo>
                    <a:pt x="19770" y="55622"/>
                    <a:pt x="19273" y="53886"/>
                    <a:pt x="18790" y="52146"/>
                  </a:cubicBezTo>
                  <a:cubicBezTo>
                    <a:pt x="18299" y="51900"/>
                    <a:pt x="17807" y="51655"/>
                    <a:pt x="17301" y="51402"/>
                  </a:cubicBezTo>
                  <a:cubicBezTo>
                    <a:pt x="16998" y="49674"/>
                    <a:pt x="16748" y="47936"/>
                    <a:pt x="16557" y="46193"/>
                  </a:cubicBezTo>
                  <a:cubicBezTo>
                    <a:pt x="15821" y="46193"/>
                    <a:pt x="15084" y="46193"/>
                    <a:pt x="14325" y="46193"/>
                  </a:cubicBezTo>
                  <a:cubicBezTo>
                    <a:pt x="14371" y="45348"/>
                    <a:pt x="14417" y="44504"/>
                    <a:pt x="14464" y="43635"/>
                  </a:cubicBezTo>
                  <a:cubicBezTo>
                    <a:pt x="14395" y="42322"/>
                    <a:pt x="14395" y="42322"/>
                    <a:pt x="14325" y="40984"/>
                  </a:cubicBezTo>
                  <a:cubicBezTo>
                    <a:pt x="13588" y="40738"/>
                    <a:pt x="12851" y="40492"/>
                    <a:pt x="12092" y="40239"/>
                  </a:cubicBezTo>
                  <a:cubicBezTo>
                    <a:pt x="11569" y="38761"/>
                    <a:pt x="11072" y="37272"/>
                    <a:pt x="10604" y="35775"/>
                  </a:cubicBezTo>
                  <a:cubicBezTo>
                    <a:pt x="10113" y="35529"/>
                    <a:pt x="9622" y="35283"/>
                    <a:pt x="9116" y="35030"/>
                  </a:cubicBezTo>
                  <a:cubicBezTo>
                    <a:pt x="8971" y="32679"/>
                    <a:pt x="8971" y="32679"/>
                    <a:pt x="9023" y="29775"/>
                  </a:cubicBezTo>
                  <a:cubicBezTo>
                    <a:pt x="9036" y="28815"/>
                    <a:pt x="9050" y="27855"/>
                    <a:pt x="9064" y="26865"/>
                  </a:cubicBezTo>
                  <a:cubicBezTo>
                    <a:pt x="9081" y="26122"/>
                    <a:pt x="9098" y="25378"/>
                    <a:pt x="9116" y="24613"/>
                  </a:cubicBezTo>
                  <a:cubicBezTo>
                    <a:pt x="10083" y="24674"/>
                    <a:pt x="11050" y="24735"/>
                    <a:pt x="12046" y="24799"/>
                  </a:cubicBezTo>
                  <a:cubicBezTo>
                    <a:pt x="13665" y="24848"/>
                    <a:pt x="13665" y="24848"/>
                    <a:pt x="15069" y="24613"/>
                  </a:cubicBezTo>
                  <a:cubicBezTo>
                    <a:pt x="15569" y="23172"/>
                    <a:pt x="15569" y="23172"/>
                    <a:pt x="15813" y="21636"/>
                  </a:cubicBezTo>
                  <a:cubicBezTo>
                    <a:pt x="17301" y="21388"/>
                    <a:pt x="18790" y="21140"/>
                    <a:pt x="20278" y="20892"/>
                  </a:cubicBezTo>
                  <a:cubicBezTo>
                    <a:pt x="20370" y="20401"/>
                    <a:pt x="20462" y="19910"/>
                    <a:pt x="20557" y="19404"/>
                  </a:cubicBezTo>
                  <a:cubicBezTo>
                    <a:pt x="20711" y="18912"/>
                    <a:pt x="20864" y="18421"/>
                    <a:pt x="21022" y="17915"/>
                  </a:cubicBezTo>
                  <a:cubicBezTo>
                    <a:pt x="22570" y="17587"/>
                    <a:pt x="24046" y="17495"/>
                    <a:pt x="25627" y="17447"/>
                  </a:cubicBezTo>
                  <a:cubicBezTo>
                    <a:pt x="26072" y="17356"/>
                    <a:pt x="26517" y="17265"/>
                    <a:pt x="26975" y="17171"/>
                  </a:cubicBezTo>
                  <a:cubicBezTo>
                    <a:pt x="27221" y="16434"/>
                    <a:pt x="27466" y="15698"/>
                    <a:pt x="27719" y="14939"/>
                  </a:cubicBezTo>
                  <a:cubicBezTo>
                    <a:pt x="29094" y="14558"/>
                    <a:pt x="29094" y="14558"/>
                    <a:pt x="30742" y="14427"/>
                  </a:cubicBezTo>
                  <a:cubicBezTo>
                    <a:pt x="31709" y="14350"/>
                    <a:pt x="32676" y="14274"/>
                    <a:pt x="33673" y="14195"/>
                  </a:cubicBezTo>
                  <a:cubicBezTo>
                    <a:pt x="33673" y="13212"/>
                    <a:pt x="33673" y="12230"/>
                    <a:pt x="33673" y="11218"/>
                  </a:cubicBezTo>
                  <a:cubicBezTo>
                    <a:pt x="34639" y="11295"/>
                    <a:pt x="35606" y="11371"/>
                    <a:pt x="36603" y="11451"/>
                  </a:cubicBezTo>
                  <a:cubicBezTo>
                    <a:pt x="38227" y="11513"/>
                    <a:pt x="38227" y="11513"/>
                    <a:pt x="39626" y="11218"/>
                  </a:cubicBezTo>
                  <a:cubicBezTo>
                    <a:pt x="39910" y="9986"/>
                    <a:pt x="40157" y="8744"/>
                    <a:pt x="40370" y="7497"/>
                  </a:cubicBezTo>
                  <a:cubicBezTo>
                    <a:pt x="42096" y="7189"/>
                    <a:pt x="43835" y="6940"/>
                    <a:pt x="45579" y="6753"/>
                  </a:cubicBezTo>
                  <a:cubicBezTo>
                    <a:pt x="45824" y="6016"/>
                    <a:pt x="46070" y="5280"/>
                    <a:pt x="46323" y="4521"/>
                  </a:cubicBezTo>
                  <a:cubicBezTo>
                    <a:pt x="47198" y="4275"/>
                    <a:pt x="48073" y="4030"/>
                    <a:pt x="48974" y="3777"/>
                  </a:cubicBezTo>
                  <a:cubicBezTo>
                    <a:pt x="49818" y="3531"/>
                    <a:pt x="50662" y="3285"/>
                    <a:pt x="51532" y="3032"/>
                  </a:cubicBezTo>
                  <a:cubicBezTo>
                    <a:pt x="51532" y="2296"/>
                    <a:pt x="51532" y="1559"/>
                    <a:pt x="51532" y="800"/>
                  </a:cubicBezTo>
                  <a:close/>
                </a:path>
              </a:pathLst>
            </a:custGeom>
            <a:grpFill/>
            <a:ln w="744" cap="flat">
              <a:noFill/>
              <a:prstDash val="solid"/>
              <a:miter/>
            </a:ln>
          </p:spPr>
          <p:txBody>
            <a:bodyPr rtlCol="0" anchor="ctr"/>
            <a:lstStyle/>
            <a:p>
              <a:endParaRPr lang="zh-CN" altLang="en-US"/>
            </a:p>
          </p:txBody>
        </p:sp>
        <p:sp>
          <p:nvSpPr>
            <p:cNvPr id="158" name="任意多边形: 形状 157"/>
            <p:cNvSpPr/>
            <p:nvPr/>
          </p:nvSpPr>
          <p:spPr>
            <a:xfrm>
              <a:off x="11253257" y="1597574"/>
              <a:ext cx="30253" cy="82317"/>
            </a:xfrm>
            <a:custGeom>
              <a:avLst/>
              <a:gdLst>
                <a:gd name="connsiteX0" fmla="*/ 16070 w 30253"/>
                <a:gd name="connsiteY0" fmla="*/ 1779 h 82317"/>
                <a:gd name="connsiteX1" fmla="*/ 45836 w 30253"/>
                <a:gd name="connsiteY1" fmla="*/ 1779 h 82317"/>
                <a:gd name="connsiteX2" fmla="*/ 45836 w 30253"/>
                <a:gd name="connsiteY2" fmla="*/ 54613 h 82317"/>
                <a:gd name="connsiteX3" fmla="*/ 43604 w 30253"/>
                <a:gd name="connsiteY3" fmla="*/ 54613 h 82317"/>
                <a:gd name="connsiteX4" fmla="*/ 43493 w 30253"/>
                <a:gd name="connsiteY4" fmla="*/ 56377 h 82317"/>
                <a:gd name="connsiteX5" fmla="*/ 43324 w 30253"/>
                <a:gd name="connsiteY5" fmla="*/ 58659 h 82317"/>
                <a:gd name="connsiteX6" fmla="*/ 43168 w 30253"/>
                <a:gd name="connsiteY6" fmla="*/ 60935 h 82317"/>
                <a:gd name="connsiteX7" fmla="*/ 42859 w 30253"/>
                <a:gd name="connsiteY7" fmla="*/ 62799 h 82317"/>
                <a:gd name="connsiteX8" fmla="*/ 41371 w 30253"/>
                <a:gd name="connsiteY8" fmla="*/ 63543 h 82317"/>
                <a:gd name="connsiteX9" fmla="*/ 40374 w 30253"/>
                <a:gd name="connsiteY9" fmla="*/ 68220 h 82317"/>
                <a:gd name="connsiteX10" fmla="*/ 39883 w 30253"/>
                <a:gd name="connsiteY10" fmla="*/ 69496 h 82317"/>
                <a:gd name="connsiteX11" fmla="*/ 37650 w 30253"/>
                <a:gd name="connsiteY11" fmla="*/ 69496 h 82317"/>
                <a:gd name="connsiteX12" fmla="*/ 37278 w 30253"/>
                <a:gd name="connsiteY12" fmla="*/ 71356 h 82317"/>
                <a:gd name="connsiteX13" fmla="*/ 36906 w 30253"/>
                <a:gd name="connsiteY13" fmla="*/ 73216 h 82317"/>
                <a:gd name="connsiteX14" fmla="*/ 34674 w 30253"/>
                <a:gd name="connsiteY14" fmla="*/ 73216 h 82317"/>
                <a:gd name="connsiteX15" fmla="*/ 33930 w 30253"/>
                <a:gd name="connsiteY15" fmla="*/ 76193 h 82317"/>
                <a:gd name="connsiteX16" fmla="*/ 31697 w 30253"/>
                <a:gd name="connsiteY16" fmla="*/ 76937 h 82317"/>
                <a:gd name="connsiteX17" fmla="*/ 30953 w 30253"/>
                <a:gd name="connsiteY17" fmla="*/ 79914 h 82317"/>
                <a:gd name="connsiteX18" fmla="*/ 28721 w 30253"/>
                <a:gd name="connsiteY18" fmla="*/ 81402 h 82317"/>
                <a:gd name="connsiteX19" fmla="*/ 27977 w 30253"/>
                <a:gd name="connsiteY19" fmla="*/ 83634 h 82317"/>
                <a:gd name="connsiteX20" fmla="*/ 19047 w 30253"/>
                <a:gd name="connsiteY20" fmla="*/ 83634 h 82317"/>
                <a:gd name="connsiteX21" fmla="*/ 17559 w 30253"/>
                <a:gd name="connsiteY21" fmla="*/ 78425 h 82317"/>
                <a:gd name="connsiteX22" fmla="*/ 16070 w 30253"/>
                <a:gd name="connsiteY22" fmla="*/ 77681 h 82317"/>
                <a:gd name="connsiteX23" fmla="*/ 15698 w 30253"/>
                <a:gd name="connsiteY23" fmla="*/ 72519 h 82317"/>
                <a:gd name="connsiteX24" fmla="*/ 15582 w 30253"/>
                <a:gd name="connsiteY24" fmla="*/ 69661 h 82317"/>
                <a:gd name="connsiteX25" fmla="*/ 16070 w 30253"/>
                <a:gd name="connsiteY25" fmla="*/ 67263 h 82317"/>
                <a:gd name="connsiteX26" fmla="*/ 20535 w 30253"/>
                <a:gd name="connsiteY26" fmla="*/ 65775 h 82317"/>
                <a:gd name="connsiteX27" fmla="*/ 21279 w 30253"/>
                <a:gd name="connsiteY27" fmla="*/ 62799 h 82317"/>
                <a:gd name="connsiteX28" fmla="*/ 22768 w 30253"/>
                <a:gd name="connsiteY28" fmla="*/ 62054 h 82317"/>
                <a:gd name="connsiteX29" fmla="*/ 23512 w 30253"/>
                <a:gd name="connsiteY29" fmla="*/ 59822 h 82317"/>
                <a:gd name="connsiteX30" fmla="*/ 25744 w 30253"/>
                <a:gd name="connsiteY30" fmla="*/ 56845 h 82317"/>
                <a:gd name="connsiteX31" fmla="*/ 26209 w 30253"/>
                <a:gd name="connsiteY31" fmla="*/ 50474 h 82317"/>
                <a:gd name="connsiteX32" fmla="*/ 26296 w 30253"/>
                <a:gd name="connsiteY32" fmla="*/ 48655 h 82317"/>
                <a:gd name="connsiteX33" fmla="*/ 26488 w 30253"/>
                <a:gd name="connsiteY33" fmla="*/ 44195 h 82317"/>
                <a:gd name="connsiteX34" fmla="*/ 28721 w 30253"/>
                <a:gd name="connsiteY34" fmla="*/ 44195 h 82317"/>
                <a:gd name="connsiteX35" fmla="*/ 29465 w 30253"/>
                <a:gd name="connsiteY35" fmla="*/ 32289 h 82317"/>
                <a:gd name="connsiteX36" fmla="*/ 26488 w 30253"/>
                <a:gd name="connsiteY36" fmla="*/ 33033 h 82317"/>
                <a:gd name="connsiteX37" fmla="*/ 22349 w 30253"/>
                <a:gd name="connsiteY37" fmla="*/ 33126 h 82317"/>
                <a:gd name="connsiteX38" fmla="*/ 20207 w 30253"/>
                <a:gd name="connsiteY38" fmla="*/ 33132 h 82317"/>
                <a:gd name="connsiteX39" fmla="*/ 16070 w 30253"/>
                <a:gd name="connsiteY39" fmla="*/ 32289 h 82317"/>
                <a:gd name="connsiteX40" fmla="*/ 15852 w 30253"/>
                <a:gd name="connsiteY40" fmla="*/ 25542 h 82317"/>
                <a:gd name="connsiteX41" fmla="*/ 15862 w 30253"/>
                <a:gd name="connsiteY41" fmla="*/ 23493 h 82317"/>
                <a:gd name="connsiteX42" fmla="*/ 15931 w 30253"/>
                <a:gd name="connsiteY42" fmla="*/ 16987 h 82317"/>
                <a:gd name="connsiteX43" fmla="*/ 15961 w 30253"/>
                <a:gd name="connsiteY43" fmla="*/ 12588 h 82317"/>
                <a:gd name="connsiteX44" fmla="*/ 16070 w 30253"/>
                <a:gd name="connsiteY44" fmla="*/ 1779 h 8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253" h="82317">
                  <a:moveTo>
                    <a:pt x="16070" y="1779"/>
                  </a:moveTo>
                  <a:cubicBezTo>
                    <a:pt x="25893" y="1779"/>
                    <a:pt x="35716" y="1779"/>
                    <a:pt x="45836" y="1779"/>
                  </a:cubicBezTo>
                  <a:cubicBezTo>
                    <a:pt x="45836" y="19214"/>
                    <a:pt x="45836" y="36649"/>
                    <a:pt x="45836" y="54613"/>
                  </a:cubicBezTo>
                  <a:cubicBezTo>
                    <a:pt x="45099" y="54613"/>
                    <a:pt x="44363" y="54613"/>
                    <a:pt x="43604" y="54613"/>
                  </a:cubicBezTo>
                  <a:cubicBezTo>
                    <a:pt x="43567" y="55195"/>
                    <a:pt x="43531" y="55777"/>
                    <a:pt x="43493" y="56377"/>
                  </a:cubicBezTo>
                  <a:cubicBezTo>
                    <a:pt x="43437" y="57130"/>
                    <a:pt x="43382" y="57883"/>
                    <a:pt x="43324" y="58659"/>
                  </a:cubicBezTo>
                  <a:cubicBezTo>
                    <a:pt x="43273" y="59410"/>
                    <a:pt x="43221" y="60161"/>
                    <a:pt x="43168" y="60935"/>
                  </a:cubicBezTo>
                  <a:cubicBezTo>
                    <a:pt x="43015" y="61858"/>
                    <a:pt x="43015" y="61858"/>
                    <a:pt x="42859" y="62799"/>
                  </a:cubicBezTo>
                  <a:cubicBezTo>
                    <a:pt x="42123" y="63167"/>
                    <a:pt x="42123" y="63167"/>
                    <a:pt x="41371" y="63543"/>
                  </a:cubicBezTo>
                  <a:cubicBezTo>
                    <a:pt x="40930" y="65089"/>
                    <a:pt x="40660" y="66638"/>
                    <a:pt x="40374" y="68220"/>
                  </a:cubicBezTo>
                  <a:cubicBezTo>
                    <a:pt x="40212" y="68641"/>
                    <a:pt x="40050" y="69062"/>
                    <a:pt x="39883" y="69496"/>
                  </a:cubicBezTo>
                  <a:cubicBezTo>
                    <a:pt x="39146" y="69496"/>
                    <a:pt x="38409" y="69496"/>
                    <a:pt x="37650" y="69496"/>
                  </a:cubicBezTo>
                  <a:cubicBezTo>
                    <a:pt x="37528" y="70110"/>
                    <a:pt x="37405" y="70724"/>
                    <a:pt x="37278" y="71356"/>
                  </a:cubicBezTo>
                  <a:cubicBezTo>
                    <a:pt x="37156" y="71970"/>
                    <a:pt x="37033" y="72584"/>
                    <a:pt x="36906" y="73216"/>
                  </a:cubicBezTo>
                  <a:cubicBezTo>
                    <a:pt x="36170" y="73216"/>
                    <a:pt x="35433" y="73216"/>
                    <a:pt x="34674" y="73216"/>
                  </a:cubicBezTo>
                  <a:cubicBezTo>
                    <a:pt x="34418" y="74207"/>
                    <a:pt x="34171" y="75199"/>
                    <a:pt x="33930" y="76193"/>
                  </a:cubicBezTo>
                  <a:cubicBezTo>
                    <a:pt x="32825" y="76561"/>
                    <a:pt x="32825" y="76561"/>
                    <a:pt x="31697" y="76937"/>
                  </a:cubicBezTo>
                  <a:cubicBezTo>
                    <a:pt x="31442" y="77927"/>
                    <a:pt x="31194" y="78920"/>
                    <a:pt x="30953" y="79914"/>
                  </a:cubicBezTo>
                  <a:cubicBezTo>
                    <a:pt x="29848" y="80650"/>
                    <a:pt x="29848" y="80650"/>
                    <a:pt x="28721" y="81402"/>
                  </a:cubicBezTo>
                  <a:cubicBezTo>
                    <a:pt x="28475" y="82139"/>
                    <a:pt x="28230" y="82875"/>
                    <a:pt x="27977" y="83634"/>
                  </a:cubicBezTo>
                  <a:cubicBezTo>
                    <a:pt x="24961" y="84247"/>
                    <a:pt x="22061" y="84253"/>
                    <a:pt x="19047" y="83634"/>
                  </a:cubicBezTo>
                  <a:cubicBezTo>
                    <a:pt x="17838" y="81076"/>
                    <a:pt x="17838" y="81076"/>
                    <a:pt x="17559" y="78425"/>
                  </a:cubicBezTo>
                  <a:cubicBezTo>
                    <a:pt x="17067" y="78180"/>
                    <a:pt x="16576" y="77934"/>
                    <a:pt x="16070" y="77681"/>
                  </a:cubicBezTo>
                  <a:cubicBezTo>
                    <a:pt x="15768" y="75382"/>
                    <a:pt x="15768" y="75382"/>
                    <a:pt x="15698" y="72519"/>
                  </a:cubicBezTo>
                  <a:cubicBezTo>
                    <a:pt x="15660" y="71576"/>
                    <a:pt x="15622" y="70633"/>
                    <a:pt x="15582" y="69661"/>
                  </a:cubicBezTo>
                  <a:cubicBezTo>
                    <a:pt x="15743" y="68870"/>
                    <a:pt x="15904" y="68079"/>
                    <a:pt x="16070" y="67263"/>
                  </a:cubicBezTo>
                  <a:cubicBezTo>
                    <a:pt x="18291" y="66287"/>
                    <a:pt x="18291" y="66287"/>
                    <a:pt x="20535" y="65775"/>
                  </a:cubicBezTo>
                  <a:cubicBezTo>
                    <a:pt x="21141" y="64283"/>
                    <a:pt x="21141" y="64283"/>
                    <a:pt x="21279" y="62799"/>
                  </a:cubicBezTo>
                  <a:cubicBezTo>
                    <a:pt x="22016" y="62430"/>
                    <a:pt x="22016" y="62430"/>
                    <a:pt x="22768" y="62054"/>
                  </a:cubicBezTo>
                  <a:cubicBezTo>
                    <a:pt x="23013" y="61318"/>
                    <a:pt x="23259" y="60581"/>
                    <a:pt x="23512" y="59822"/>
                  </a:cubicBezTo>
                  <a:cubicBezTo>
                    <a:pt x="24256" y="57590"/>
                    <a:pt x="24256" y="57590"/>
                    <a:pt x="25744" y="56845"/>
                  </a:cubicBezTo>
                  <a:cubicBezTo>
                    <a:pt x="25977" y="54703"/>
                    <a:pt x="26126" y="52623"/>
                    <a:pt x="26209" y="50474"/>
                  </a:cubicBezTo>
                  <a:cubicBezTo>
                    <a:pt x="26252" y="49574"/>
                    <a:pt x="26252" y="49574"/>
                    <a:pt x="26296" y="48655"/>
                  </a:cubicBezTo>
                  <a:cubicBezTo>
                    <a:pt x="26367" y="47169"/>
                    <a:pt x="26428" y="45682"/>
                    <a:pt x="26488" y="44195"/>
                  </a:cubicBezTo>
                  <a:cubicBezTo>
                    <a:pt x="27225" y="44195"/>
                    <a:pt x="27962" y="44195"/>
                    <a:pt x="28721" y="44195"/>
                  </a:cubicBezTo>
                  <a:cubicBezTo>
                    <a:pt x="28966" y="40266"/>
                    <a:pt x="29212" y="36337"/>
                    <a:pt x="29465" y="32289"/>
                  </a:cubicBezTo>
                  <a:cubicBezTo>
                    <a:pt x="27991" y="32657"/>
                    <a:pt x="27991" y="32657"/>
                    <a:pt x="26488" y="33033"/>
                  </a:cubicBezTo>
                  <a:cubicBezTo>
                    <a:pt x="25110" y="33101"/>
                    <a:pt x="23729" y="33130"/>
                    <a:pt x="22349" y="33126"/>
                  </a:cubicBezTo>
                  <a:cubicBezTo>
                    <a:pt x="21642" y="33128"/>
                    <a:pt x="20935" y="33130"/>
                    <a:pt x="20207" y="33132"/>
                  </a:cubicBezTo>
                  <a:cubicBezTo>
                    <a:pt x="18303" y="33033"/>
                    <a:pt x="18303" y="33033"/>
                    <a:pt x="16070" y="32289"/>
                  </a:cubicBezTo>
                  <a:cubicBezTo>
                    <a:pt x="15868" y="29990"/>
                    <a:pt x="15812" y="27840"/>
                    <a:pt x="15852" y="25542"/>
                  </a:cubicBezTo>
                  <a:cubicBezTo>
                    <a:pt x="15857" y="24528"/>
                    <a:pt x="15857" y="24528"/>
                    <a:pt x="15862" y="23493"/>
                  </a:cubicBezTo>
                  <a:cubicBezTo>
                    <a:pt x="15874" y="21324"/>
                    <a:pt x="15902" y="19156"/>
                    <a:pt x="15931" y="16987"/>
                  </a:cubicBezTo>
                  <a:cubicBezTo>
                    <a:pt x="15942" y="15521"/>
                    <a:pt x="15952" y="14054"/>
                    <a:pt x="15961" y="12588"/>
                  </a:cubicBezTo>
                  <a:cubicBezTo>
                    <a:pt x="15984" y="8985"/>
                    <a:pt x="16028" y="5382"/>
                    <a:pt x="16070" y="1779"/>
                  </a:cubicBezTo>
                  <a:close/>
                </a:path>
              </a:pathLst>
            </a:custGeom>
            <a:grpFill/>
            <a:ln w="744" cap="flat">
              <a:noFill/>
              <a:prstDash val="solid"/>
              <a:miter/>
            </a:ln>
          </p:spPr>
          <p:txBody>
            <a:bodyPr rtlCol="0" anchor="ctr"/>
            <a:lstStyle/>
            <a:p>
              <a:endParaRPr lang="zh-CN" altLang="en-US"/>
            </a:p>
          </p:txBody>
        </p:sp>
        <p:sp>
          <p:nvSpPr>
            <p:cNvPr id="159" name="任意多边形: 形状 158"/>
            <p:cNvSpPr/>
            <p:nvPr/>
          </p:nvSpPr>
          <p:spPr>
            <a:xfrm>
              <a:off x="11181979" y="1597387"/>
              <a:ext cx="25897" cy="31661"/>
            </a:xfrm>
            <a:custGeom>
              <a:avLst/>
              <a:gdLst>
                <a:gd name="connsiteX0" fmla="*/ 23074 w 33550"/>
                <a:gd name="connsiteY0" fmla="*/ 1842 h 31661"/>
                <a:gd name="connsiteX1" fmla="*/ 25057 w 33550"/>
                <a:gd name="connsiteY1" fmla="*/ 1834 h 31661"/>
                <a:gd name="connsiteX2" fmla="*/ 29220 w 33550"/>
                <a:gd name="connsiteY2" fmla="*/ 1829 h 31661"/>
                <a:gd name="connsiteX3" fmla="*/ 35594 w 33550"/>
                <a:gd name="connsiteY3" fmla="*/ 1799 h 31661"/>
                <a:gd name="connsiteX4" fmla="*/ 39631 w 33550"/>
                <a:gd name="connsiteY4" fmla="*/ 1795 h 31661"/>
                <a:gd name="connsiteX5" fmla="*/ 41562 w 33550"/>
                <a:gd name="connsiteY5" fmla="*/ 1779 h 31661"/>
                <a:gd name="connsiteX6" fmla="*/ 43361 w 33550"/>
                <a:gd name="connsiteY6" fmla="*/ 1786 h 31661"/>
                <a:gd name="connsiteX7" fmla="*/ 44941 w 33550"/>
                <a:gd name="connsiteY7" fmla="*/ 1783 h 31661"/>
                <a:gd name="connsiteX8" fmla="*/ 48567 w 33550"/>
                <a:gd name="connsiteY8" fmla="*/ 3455 h 31661"/>
                <a:gd name="connsiteX9" fmla="*/ 48916 w 33550"/>
                <a:gd name="connsiteY9" fmla="*/ 9734 h 31661"/>
                <a:gd name="connsiteX10" fmla="*/ 48933 w 33550"/>
                <a:gd name="connsiteY10" fmla="*/ 11618 h 31661"/>
                <a:gd name="connsiteX11" fmla="*/ 48940 w 33550"/>
                <a:gd name="connsiteY11" fmla="*/ 15567 h 31661"/>
                <a:gd name="connsiteX12" fmla="*/ 49003 w 33550"/>
                <a:gd name="connsiteY12" fmla="*/ 21622 h 31661"/>
                <a:gd name="connsiteX13" fmla="*/ 49009 w 33550"/>
                <a:gd name="connsiteY13" fmla="*/ 25453 h 31661"/>
                <a:gd name="connsiteX14" fmla="*/ 49046 w 33550"/>
                <a:gd name="connsiteY14" fmla="*/ 27290 h 31661"/>
                <a:gd name="connsiteX15" fmla="*/ 48567 w 33550"/>
                <a:gd name="connsiteY15" fmla="*/ 31732 h 31661"/>
                <a:gd name="connsiteX16" fmla="*/ 38890 w 33550"/>
                <a:gd name="connsiteY16" fmla="*/ 33392 h 31661"/>
                <a:gd name="connsiteX17" fmla="*/ 37176 w 33550"/>
                <a:gd name="connsiteY17" fmla="*/ 33391 h 31661"/>
                <a:gd name="connsiteX18" fmla="*/ 33601 w 33550"/>
                <a:gd name="connsiteY18" fmla="*/ 33374 h 31661"/>
                <a:gd name="connsiteX19" fmla="*/ 28139 w 33550"/>
                <a:gd name="connsiteY19" fmla="*/ 33359 h 31661"/>
                <a:gd name="connsiteX20" fmla="*/ 24659 w 33550"/>
                <a:gd name="connsiteY20" fmla="*/ 33345 h 31661"/>
                <a:gd name="connsiteX21" fmla="*/ 23014 w 33550"/>
                <a:gd name="connsiteY21" fmla="*/ 33343 h 31661"/>
                <a:gd name="connsiteX22" fmla="*/ 15825 w 33550"/>
                <a:gd name="connsiteY22" fmla="*/ 32476 h 31661"/>
                <a:gd name="connsiteX23" fmla="*/ 15508 w 33550"/>
                <a:gd name="connsiteY23" fmla="*/ 25919 h 31661"/>
                <a:gd name="connsiteX24" fmla="*/ 15515 w 33550"/>
                <a:gd name="connsiteY24" fmla="*/ 23925 h 31661"/>
                <a:gd name="connsiteX25" fmla="*/ 15559 w 33550"/>
                <a:gd name="connsiteY25" fmla="*/ 19744 h 31661"/>
                <a:gd name="connsiteX26" fmla="*/ 15614 w 33550"/>
                <a:gd name="connsiteY26" fmla="*/ 13320 h 31661"/>
                <a:gd name="connsiteX27" fmla="*/ 15647 w 33550"/>
                <a:gd name="connsiteY27" fmla="*/ 9268 h 31661"/>
                <a:gd name="connsiteX28" fmla="*/ 15664 w 33550"/>
                <a:gd name="connsiteY28" fmla="*/ 7314 h 31661"/>
                <a:gd name="connsiteX29" fmla="*/ 23074 w 33550"/>
                <a:gd name="connsiteY29" fmla="*/ 1842 h 3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550" h="31661">
                  <a:moveTo>
                    <a:pt x="23074" y="1842"/>
                  </a:moveTo>
                  <a:cubicBezTo>
                    <a:pt x="23729" y="1839"/>
                    <a:pt x="24383" y="1837"/>
                    <a:pt x="25057" y="1834"/>
                  </a:cubicBezTo>
                  <a:cubicBezTo>
                    <a:pt x="26445" y="1830"/>
                    <a:pt x="27832" y="1829"/>
                    <a:pt x="29220" y="1829"/>
                  </a:cubicBezTo>
                  <a:cubicBezTo>
                    <a:pt x="31345" y="1827"/>
                    <a:pt x="33469" y="1814"/>
                    <a:pt x="35594" y="1799"/>
                  </a:cubicBezTo>
                  <a:cubicBezTo>
                    <a:pt x="36940" y="1797"/>
                    <a:pt x="38286" y="1796"/>
                    <a:pt x="39631" y="1795"/>
                  </a:cubicBezTo>
                  <a:cubicBezTo>
                    <a:pt x="40269" y="1790"/>
                    <a:pt x="40906" y="1784"/>
                    <a:pt x="41562" y="1779"/>
                  </a:cubicBezTo>
                  <a:cubicBezTo>
                    <a:pt x="42453" y="1782"/>
                    <a:pt x="42453" y="1782"/>
                    <a:pt x="43361" y="1786"/>
                  </a:cubicBezTo>
                  <a:cubicBezTo>
                    <a:pt x="43882" y="1785"/>
                    <a:pt x="44404" y="1784"/>
                    <a:pt x="44941" y="1783"/>
                  </a:cubicBezTo>
                  <a:cubicBezTo>
                    <a:pt x="46335" y="1967"/>
                    <a:pt x="46335" y="1967"/>
                    <a:pt x="48567" y="3455"/>
                  </a:cubicBezTo>
                  <a:cubicBezTo>
                    <a:pt x="48812" y="5601"/>
                    <a:pt x="48915" y="7584"/>
                    <a:pt x="48916" y="9734"/>
                  </a:cubicBezTo>
                  <a:cubicBezTo>
                    <a:pt x="48924" y="10667"/>
                    <a:pt x="48924" y="10667"/>
                    <a:pt x="48933" y="11618"/>
                  </a:cubicBezTo>
                  <a:cubicBezTo>
                    <a:pt x="48941" y="12934"/>
                    <a:pt x="48943" y="14251"/>
                    <a:pt x="48940" y="15567"/>
                  </a:cubicBezTo>
                  <a:cubicBezTo>
                    <a:pt x="48939" y="17586"/>
                    <a:pt x="48970" y="19603"/>
                    <a:pt x="49003" y="21622"/>
                  </a:cubicBezTo>
                  <a:cubicBezTo>
                    <a:pt x="49007" y="22899"/>
                    <a:pt x="49009" y="24176"/>
                    <a:pt x="49009" y="25453"/>
                  </a:cubicBezTo>
                  <a:cubicBezTo>
                    <a:pt x="49027" y="26363"/>
                    <a:pt x="49027" y="26363"/>
                    <a:pt x="49046" y="27290"/>
                  </a:cubicBezTo>
                  <a:cubicBezTo>
                    <a:pt x="49025" y="28991"/>
                    <a:pt x="49025" y="28991"/>
                    <a:pt x="48567" y="31732"/>
                  </a:cubicBezTo>
                  <a:cubicBezTo>
                    <a:pt x="45776" y="33805"/>
                    <a:pt x="42253" y="33425"/>
                    <a:pt x="38890" y="33392"/>
                  </a:cubicBezTo>
                  <a:cubicBezTo>
                    <a:pt x="38324" y="33392"/>
                    <a:pt x="37759" y="33391"/>
                    <a:pt x="37176" y="33391"/>
                  </a:cubicBezTo>
                  <a:cubicBezTo>
                    <a:pt x="35984" y="33389"/>
                    <a:pt x="34793" y="33383"/>
                    <a:pt x="33601" y="33374"/>
                  </a:cubicBezTo>
                  <a:cubicBezTo>
                    <a:pt x="31781" y="33360"/>
                    <a:pt x="29960" y="33358"/>
                    <a:pt x="28139" y="33359"/>
                  </a:cubicBezTo>
                  <a:cubicBezTo>
                    <a:pt x="26979" y="33355"/>
                    <a:pt x="25819" y="33351"/>
                    <a:pt x="24659" y="33345"/>
                  </a:cubicBezTo>
                  <a:cubicBezTo>
                    <a:pt x="23845" y="33344"/>
                    <a:pt x="23845" y="33344"/>
                    <a:pt x="23014" y="33343"/>
                  </a:cubicBezTo>
                  <a:cubicBezTo>
                    <a:pt x="17859" y="33295"/>
                    <a:pt x="17859" y="33295"/>
                    <a:pt x="15825" y="32476"/>
                  </a:cubicBezTo>
                  <a:cubicBezTo>
                    <a:pt x="15541" y="30203"/>
                    <a:pt x="15462" y="28194"/>
                    <a:pt x="15508" y="25919"/>
                  </a:cubicBezTo>
                  <a:cubicBezTo>
                    <a:pt x="15510" y="25261"/>
                    <a:pt x="15513" y="24603"/>
                    <a:pt x="15515" y="23925"/>
                  </a:cubicBezTo>
                  <a:cubicBezTo>
                    <a:pt x="15523" y="22531"/>
                    <a:pt x="15538" y="21137"/>
                    <a:pt x="15559" y="19744"/>
                  </a:cubicBezTo>
                  <a:cubicBezTo>
                    <a:pt x="15592" y="17603"/>
                    <a:pt x="15605" y="15462"/>
                    <a:pt x="15614" y="13320"/>
                  </a:cubicBezTo>
                  <a:cubicBezTo>
                    <a:pt x="15624" y="11970"/>
                    <a:pt x="15635" y="10619"/>
                    <a:pt x="15647" y="9268"/>
                  </a:cubicBezTo>
                  <a:cubicBezTo>
                    <a:pt x="15653" y="8624"/>
                    <a:pt x="15658" y="7979"/>
                    <a:pt x="15664" y="7314"/>
                  </a:cubicBezTo>
                  <a:cubicBezTo>
                    <a:pt x="15765" y="1016"/>
                    <a:pt x="17346" y="1849"/>
                    <a:pt x="23074" y="1842"/>
                  </a:cubicBezTo>
                  <a:close/>
                </a:path>
              </a:pathLst>
            </a:custGeom>
            <a:grpFill/>
            <a:ln w="744" cap="flat">
              <a:noFill/>
              <a:prstDash val="solid"/>
              <a:miter/>
            </a:ln>
          </p:spPr>
          <p:txBody>
            <a:bodyPr rtlCol="0" anchor="ctr"/>
            <a:lstStyle/>
            <a:p>
              <a:endParaRPr lang="zh-CN" altLang="en-US"/>
            </a:p>
          </p:txBody>
        </p:sp>
        <p:sp>
          <p:nvSpPr>
            <p:cNvPr id="160" name="任意多边形: 形状 159"/>
            <p:cNvSpPr/>
            <p:nvPr/>
          </p:nvSpPr>
          <p:spPr>
            <a:xfrm>
              <a:off x="11796561" y="1597368"/>
              <a:ext cx="25897" cy="31688"/>
            </a:xfrm>
            <a:custGeom>
              <a:avLst/>
              <a:gdLst>
                <a:gd name="connsiteX0" fmla="*/ 17464 w 33608"/>
                <a:gd name="connsiteY0" fmla="*/ 1986 h 31688"/>
                <a:gd name="connsiteX1" fmla="*/ 24158 w 33608"/>
                <a:gd name="connsiteY1" fmla="*/ 1788 h 31688"/>
                <a:gd name="connsiteX2" fmla="*/ 26197 w 33608"/>
                <a:gd name="connsiteY2" fmla="*/ 1784 h 31688"/>
                <a:gd name="connsiteX3" fmla="*/ 30474 w 33608"/>
                <a:gd name="connsiteY3" fmla="*/ 1792 h 31688"/>
                <a:gd name="connsiteX4" fmla="*/ 37034 w 33608"/>
                <a:gd name="connsiteY4" fmla="*/ 1782 h 31688"/>
                <a:gd name="connsiteX5" fmla="*/ 41181 w 33608"/>
                <a:gd name="connsiteY5" fmla="*/ 1788 h 31688"/>
                <a:gd name="connsiteX6" fmla="*/ 43173 w 33608"/>
                <a:gd name="connsiteY6" fmla="*/ 1779 h 31688"/>
                <a:gd name="connsiteX7" fmla="*/ 49462 w 33608"/>
                <a:gd name="connsiteY7" fmla="*/ 3474 h 31688"/>
                <a:gd name="connsiteX8" fmla="*/ 49738 w 33608"/>
                <a:gd name="connsiteY8" fmla="*/ 9753 h 31688"/>
                <a:gd name="connsiteX9" fmla="*/ 49759 w 33608"/>
                <a:gd name="connsiteY9" fmla="*/ 11638 h 31688"/>
                <a:gd name="connsiteX10" fmla="*/ 49779 w 33608"/>
                <a:gd name="connsiteY10" fmla="*/ 15586 h 31688"/>
                <a:gd name="connsiteX11" fmla="*/ 49862 w 33608"/>
                <a:gd name="connsiteY11" fmla="*/ 21642 h 31688"/>
                <a:gd name="connsiteX12" fmla="*/ 49878 w 33608"/>
                <a:gd name="connsiteY12" fmla="*/ 25473 h 31688"/>
                <a:gd name="connsiteX13" fmla="*/ 49922 w 33608"/>
                <a:gd name="connsiteY13" fmla="*/ 27310 h 31688"/>
                <a:gd name="connsiteX14" fmla="*/ 49462 w 33608"/>
                <a:gd name="connsiteY14" fmla="*/ 31751 h 31688"/>
                <a:gd name="connsiteX15" fmla="*/ 39974 w 33608"/>
                <a:gd name="connsiteY15" fmla="*/ 33437 h 31688"/>
                <a:gd name="connsiteX16" fmla="*/ 38315 w 33608"/>
                <a:gd name="connsiteY16" fmla="*/ 33442 h 31688"/>
                <a:gd name="connsiteX17" fmla="*/ 34855 w 33608"/>
                <a:gd name="connsiteY17" fmla="*/ 33434 h 31688"/>
                <a:gd name="connsiteX18" fmla="*/ 29580 w 33608"/>
                <a:gd name="connsiteY18" fmla="*/ 33443 h 31688"/>
                <a:gd name="connsiteX19" fmla="*/ 26208 w 33608"/>
                <a:gd name="connsiteY19" fmla="*/ 33437 h 31688"/>
                <a:gd name="connsiteX20" fmla="*/ 24624 w 33608"/>
                <a:gd name="connsiteY20" fmla="*/ 33446 h 31688"/>
                <a:gd name="connsiteX21" fmla="*/ 16720 w 33608"/>
                <a:gd name="connsiteY21" fmla="*/ 31751 h 31688"/>
                <a:gd name="connsiteX22" fmla="*/ 16330 w 33608"/>
                <a:gd name="connsiteY22" fmla="*/ 25473 h 31688"/>
                <a:gd name="connsiteX23" fmla="*/ 16341 w 33608"/>
                <a:gd name="connsiteY23" fmla="*/ 23588 h 31688"/>
                <a:gd name="connsiteX24" fmla="*/ 16441 w 33608"/>
                <a:gd name="connsiteY24" fmla="*/ 17613 h 31688"/>
                <a:gd name="connsiteX25" fmla="*/ 16473 w 33608"/>
                <a:gd name="connsiteY25" fmla="*/ 13584 h 31688"/>
                <a:gd name="connsiteX26" fmla="*/ 17464 w 33608"/>
                <a:gd name="connsiteY26" fmla="*/ 1986 h 3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3608" h="31688">
                  <a:moveTo>
                    <a:pt x="17464" y="1986"/>
                  </a:moveTo>
                  <a:cubicBezTo>
                    <a:pt x="19718" y="1834"/>
                    <a:pt x="21903" y="1778"/>
                    <a:pt x="24158" y="1788"/>
                  </a:cubicBezTo>
                  <a:cubicBezTo>
                    <a:pt x="25167" y="1786"/>
                    <a:pt x="25167" y="1786"/>
                    <a:pt x="26197" y="1784"/>
                  </a:cubicBezTo>
                  <a:cubicBezTo>
                    <a:pt x="27622" y="1783"/>
                    <a:pt x="29048" y="1786"/>
                    <a:pt x="30474" y="1792"/>
                  </a:cubicBezTo>
                  <a:cubicBezTo>
                    <a:pt x="32661" y="1800"/>
                    <a:pt x="34847" y="1792"/>
                    <a:pt x="37034" y="1782"/>
                  </a:cubicBezTo>
                  <a:cubicBezTo>
                    <a:pt x="38416" y="1783"/>
                    <a:pt x="39798" y="1785"/>
                    <a:pt x="41181" y="1788"/>
                  </a:cubicBezTo>
                  <a:cubicBezTo>
                    <a:pt x="41838" y="1785"/>
                    <a:pt x="42495" y="1782"/>
                    <a:pt x="43173" y="1779"/>
                  </a:cubicBezTo>
                  <a:cubicBezTo>
                    <a:pt x="47803" y="1815"/>
                    <a:pt x="47803" y="1815"/>
                    <a:pt x="49462" y="3474"/>
                  </a:cubicBezTo>
                  <a:cubicBezTo>
                    <a:pt x="49638" y="5591"/>
                    <a:pt x="49724" y="7633"/>
                    <a:pt x="49738" y="9753"/>
                  </a:cubicBezTo>
                  <a:cubicBezTo>
                    <a:pt x="49748" y="10686"/>
                    <a:pt x="49748" y="10686"/>
                    <a:pt x="49759" y="11638"/>
                  </a:cubicBezTo>
                  <a:cubicBezTo>
                    <a:pt x="49769" y="12954"/>
                    <a:pt x="49776" y="14270"/>
                    <a:pt x="49779" y="15586"/>
                  </a:cubicBezTo>
                  <a:cubicBezTo>
                    <a:pt x="49788" y="17605"/>
                    <a:pt x="49824" y="19623"/>
                    <a:pt x="49862" y="21642"/>
                  </a:cubicBezTo>
                  <a:cubicBezTo>
                    <a:pt x="49869" y="22919"/>
                    <a:pt x="49874" y="24196"/>
                    <a:pt x="49878" y="25473"/>
                  </a:cubicBezTo>
                  <a:cubicBezTo>
                    <a:pt x="49892" y="26079"/>
                    <a:pt x="49907" y="26685"/>
                    <a:pt x="49922" y="27310"/>
                  </a:cubicBezTo>
                  <a:cubicBezTo>
                    <a:pt x="49908" y="29010"/>
                    <a:pt x="49908" y="29010"/>
                    <a:pt x="49462" y="31751"/>
                  </a:cubicBezTo>
                  <a:cubicBezTo>
                    <a:pt x="46710" y="33779"/>
                    <a:pt x="43287" y="33456"/>
                    <a:pt x="39974" y="33437"/>
                  </a:cubicBezTo>
                  <a:cubicBezTo>
                    <a:pt x="39153" y="33439"/>
                    <a:pt x="39153" y="33439"/>
                    <a:pt x="38315" y="33442"/>
                  </a:cubicBezTo>
                  <a:cubicBezTo>
                    <a:pt x="37162" y="33443"/>
                    <a:pt x="36009" y="33440"/>
                    <a:pt x="34855" y="33434"/>
                  </a:cubicBezTo>
                  <a:cubicBezTo>
                    <a:pt x="33097" y="33426"/>
                    <a:pt x="31338" y="33434"/>
                    <a:pt x="29580" y="33443"/>
                  </a:cubicBezTo>
                  <a:cubicBezTo>
                    <a:pt x="28456" y="33442"/>
                    <a:pt x="27332" y="33440"/>
                    <a:pt x="26208" y="33437"/>
                  </a:cubicBezTo>
                  <a:cubicBezTo>
                    <a:pt x="25685" y="33440"/>
                    <a:pt x="25163" y="33443"/>
                    <a:pt x="24624" y="33446"/>
                  </a:cubicBezTo>
                  <a:cubicBezTo>
                    <a:pt x="18945" y="33393"/>
                    <a:pt x="18945" y="33393"/>
                    <a:pt x="16720" y="31751"/>
                  </a:cubicBezTo>
                  <a:cubicBezTo>
                    <a:pt x="16366" y="29519"/>
                    <a:pt x="16268" y="27705"/>
                    <a:pt x="16330" y="25473"/>
                  </a:cubicBezTo>
                  <a:cubicBezTo>
                    <a:pt x="16334" y="24851"/>
                    <a:pt x="16337" y="24229"/>
                    <a:pt x="16341" y="23588"/>
                  </a:cubicBezTo>
                  <a:cubicBezTo>
                    <a:pt x="16357" y="21596"/>
                    <a:pt x="16399" y="19605"/>
                    <a:pt x="16441" y="17613"/>
                  </a:cubicBezTo>
                  <a:cubicBezTo>
                    <a:pt x="16453" y="16270"/>
                    <a:pt x="16464" y="14927"/>
                    <a:pt x="16473" y="13584"/>
                  </a:cubicBezTo>
                  <a:cubicBezTo>
                    <a:pt x="16574" y="3766"/>
                    <a:pt x="16574" y="3766"/>
                    <a:pt x="17464" y="1986"/>
                  </a:cubicBezTo>
                  <a:close/>
                </a:path>
              </a:pathLst>
            </a:custGeom>
            <a:grpFill/>
            <a:ln w="744" cap="flat">
              <a:noFill/>
              <a:prstDash val="solid"/>
              <a:miter/>
            </a:ln>
          </p:spPr>
          <p:txBody>
            <a:bodyPr rtlCol="0" anchor="ctr"/>
            <a:lstStyle/>
            <a:p>
              <a:endParaRPr lang="zh-CN" altLang="en-US"/>
            </a:p>
          </p:txBody>
        </p:sp>
      </p:grpSp>
      <p:pic>
        <p:nvPicPr>
          <p:cNvPr id="4" name="图片 3"/>
          <p:cNvPicPr>
            <a:picLocks noChangeAspect="1"/>
          </p:cNvPicPr>
          <p:nvPr userDrawn="1"/>
        </p:nvPicPr>
        <p:blipFill rotWithShape="1">
          <a:blip r:embed="rId3" cstate="print">
            <a:extLst>
              <a:ext uri="{28A0092B-C50C-407E-A947-70E740481C1C}">
                <a14:useLocalDpi xmlns:a14="http://schemas.microsoft.com/office/drawing/2010/main" val="0"/>
              </a:ext>
            </a:extLst>
          </a:blip>
          <a:srcRect l="582" t="7666" r="13897" b="5128"/>
          <a:stretch>
            <a:fillRect/>
          </a:stretch>
        </p:blipFill>
        <p:spPr>
          <a:xfrm>
            <a:off x="0" y="15077"/>
            <a:ext cx="12192001" cy="6827847"/>
          </a:xfrm>
          <a:prstGeom prst="rect">
            <a:avLst/>
          </a:prstGeom>
        </p:spPr>
      </p:pic>
      <p:pic>
        <p:nvPicPr>
          <p:cNvPr id="5" name="图片 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5205162" y="6416842"/>
            <a:ext cx="1805238" cy="264768"/>
          </a:xfrm>
          <a:prstGeom prst="rect">
            <a:avLst/>
          </a:prstGeom>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节标题2">
    <p:spTree>
      <p:nvGrpSpPr>
        <p:cNvPr id="1" name=""/>
        <p:cNvGrpSpPr/>
        <p:nvPr/>
      </p:nvGrpSpPr>
      <p:grpSpPr>
        <a:xfrm>
          <a:off x="0" y="0"/>
          <a:ext cx="0" cy="0"/>
          <a:chOff x="0" y="0"/>
          <a:chExt cx="0" cy="0"/>
        </a:xfrm>
      </p:grpSpPr>
      <p:grpSp>
        <p:nvGrpSpPr>
          <p:cNvPr id="130" name="组合 129"/>
          <p:cNvGrpSpPr/>
          <p:nvPr userDrawn="1"/>
        </p:nvGrpSpPr>
        <p:grpSpPr>
          <a:xfrm>
            <a:off x="490249" y="829443"/>
            <a:ext cx="4041514" cy="422810"/>
            <a:chOff x="-341539" y="273669"/>
            <a:chExt cx="12163997" cy="1604874"/>
          </a:xfrm>
          <a:solidFill>
            <a:schemeClr val="bg1"/>
          </a:solidFill>
        </p:grpSpPr>
        <p:sp>
          <p:nvSpPr>
            <p:cNvPr id="131" name="任意多边形: 形状 130"/>
            <p:cNvSpPr/>
            <p:nvPr/>
          </p:nvSpPr>
          <p:spPr>
            <a:xfrm>
              <a:off x="-299441" y="845527"/>
              <a:ext cx="1219297" cy="640135"/>
            </a:xfrm>
            <a:custGeom>
              <a:avLst/>
              <a:gdLst>
                <a:gd name="connsiteX0" fmla="*/ 856634 w 1219313"/>
                <a:gd name="connsiteY0" fmla="*/ 1263 h 640117"/>
                <a:gd name="connsiteX1" fmla="*/ 859616 w 1219313"/>
                <a:gd name="connsiteY1" fmla="*/ 886 h 640117"/>
                <a:gd name="connsiteX2" fmla="*/ 861517 w 1219313"/>
                <a:gd name="connsiteY2" fmla="*/ 862 h 640117"/>
                <a:gd name="connsiteX3" fmla="*/ 863617 w 1219313"/>
                <a:gd name="connsiteY3" fmla="*/ 880 h 640117"/>
                <a:gd name="connsiteX4" fmla="*/ 865838 w 1219313"/>
                <a:gd name="connsiteY4" fmla="*/ 865 h 640117"/>
                <a:gd name="connsiteX5" fmla="*/ 873254 w 1219313"/>
                <a:gd name="connsiteY5" fmla="*/ 866 h 640117"/>
                <a:gd name="connsiteX6" fmla="*/ 878552 w 1219313"/>
                <a:gd name="connsiteY6" fmla="*/ 847 h 640117"/>
                <a:gd name="connsiteX7" fmla="*/ 891475 w 1219313"/>
                <a:gd name="connsiteY7" fmla="*/ 837 h 640117"/>
                <a:gd name="connsiteX8" fmla="*/ 901972 w 1219313"/>
                <a:gd name="connsiteY8" fmla="*/ 836 h 640117"/>
                <a:gd name="connsiteX9" fmla="*/ 903479 w 1219313"/>
                <a:gd name="connsiteY9" fmla="*/ 834 h 640117"/>
                <a:gd name="connsiteX10" fmla="*/ 906510 w 1219313"/>
                <a:gd name="connsiteY10" fmla="*/ 830 h 640117"/>
                <a:gd name="connsiteX11" fmla="*/ 934949 w 1219313"/>
                <a:gd name="connsiteY11" fmla="*/ 836 h 640117"/>
                <a:gd name="connsiteX12" fmla="*/ 960997 w 1219313"/>
                <a:gd name="connsiteY12" fmla="*/ 815 h 640117"/>
                <a:gd name="connsiteX13" fmla="*/ 987715 w 1219313"/>
                <a:gd name="connsiteY13" fmla="*/ 792 h 640117"/>
                <a:gd name="connsiteX14" fmla="*/ 990734 w 1219313"/>
                <a:gd name="connsiteY14" fmla="*/ 794 h 640117"/>
                <a:gd name="connsiteX15" fmla="*/ 992234 w 1219313"/>
                <a:gd name="connsiteY15" fmla="*/ 795 h 640117"/>
                <a:gd name="connsiteX16" fmla="*/ 1002727 w 1219313"/>
                <a:gd name="connsiteY16" fmla="*/ 779 h 640117"/>
                <a:gd name="connsiteX17" fmla="*/ 1016834 w 1219313"/>
                <a:gd name="connsiteY17" fmla="*/ 788 h 640117"/>
                <a:gd name="connsiteX18" fmla="*/ 1022027 w 1219313"/>
                <a:gd name="connsiteY18" fmla="*/ 780 h 640117"/>
                <a:gd name="connsiteX19" fmla="*/ 1029085 w 1219313"/>
                <a:gd name="connsiteY19" fmla="*/ 796 h 640117"/>
                <a:gd name="connsiteX20" fmla="*/ 1031189 w 1219313"/>
                <a:gd name="connsiteY20" fmla="*/ 769 h 640117"/>
                <a:gd name="connsiteX21" fmla="*/ 1035972 w 1219313"/>
                <a:gd name="connsiteY21" fmla="*/ 1263 h 640117"/>
                <a:gd name="connsiteX22" fmla="*/ 1036716 w 1219313"/>
                <a:gd name="connsiteY22" fmla="*/ 4984 h 640117"/>
                <a:gd name="connsiteX23" fmla="*/ 1040205 w 1219313"/>
                <a:gd name="connsiteY23" fmla="*/ 5371 h 640117"/>
                <a:gd name="connsiteX24" fmla="*/ 1042455 w 1219313"/>
                <a:gd name="connsiteY24" fmla="*/ 5348 h 640117"/>
                <a:gd name="connsiteX25" fmla="*/ 1044902 w 1219313"/>
                <a:gd name="connsiteY25" fmla="*/ 5269 h 640117"/>
                <a:gd name="connsiteX26" fmla="*/ 1047396 w 1219313"/>
                <a:gd name="connsiteY26" fmla="*/ 5237 h 640117"/>
                <a:gd name="connsiteX27" fmla="*/ 1055320 w 1219313"/>
                <a:gd name="connsiteY27" fmla="*/ 5077 h 640117"/>
                <a:gd name="connsiteX28" fmla="*/ 1063244 w 1219313"/>
                <a:gd name="connsiteY28" fmla="*/ 4933 h 640117"/>
                <a:gd name="connsiteX29" fmla="*/ 1068186 w 1219313"/>
                <a:gd name="connsiteY29" fmla="*/ 4826 h 640117"/>
                <a:gd name="connsiteX30" fmla="*/ 1070435 w 1219313"/>
                <a:gd name="connsiteY30" fmla="*/ 4789 h 640117"/>
                <a:gd name="connsiteX31" fmla="*/ 1072427 w 1219313"/>
                <a:gd name="connsiteY31" fmla="*/ 4740 h 640117"/>
                <a:gd name="connsiteX32" fmla="*/ 1073924 w 1219313"/>
                <a:gd name="connsiteY32" fmla="*/ 4984 h 640117"/>
                <a:gd name="connsiteX33" fmla="*/ 1074668 w 1219313"/>
                <a:gd name="connsiteY33" fmla="*/ 7216 h 640117"/>
                <a:gd name="connsiteX34" fmla="*/ 1080574 w 1219313"/>
                <a:gd name="connsiteY34" fmla="*/ 7466 h 640117"/>
                <a:gd name="connsiteX35" fmla="*/ 1084219 w 1219313"/>
                <a:gd name="connsiteY35" fmla="*/ 7495 h 640117"/>
                <a:gd name="connsiteX36" fmla="*/ 1089996 w 1219313"/>
                <a:gd name="connsiteY36" fmla="*/ 7484 h 640117"/>
                <a:gd name="connsiteX37" fmla="*/ 1095550 w 1219313"/>
                <a:gd name="connsiteY37" fmla="*/ 7513 h 640117"/>
                <a:gd name="connsiteX38" fmla="*/ 1097307 w 1219313"/>
                <a:gd name="connsiteY38" fmla="*/ 7483 h 640117"/>
                <a:gd name="connsiteX39" fmla="*/ 1101457 w 1219313"/>
                <a:gd name="connsiteY39" fmla="*/ 7960 h 640117"/>
                <a:gd name="connsiteX40" fmla="*/ 1102201 w 1219313"/>
                <a:gd name="connsiteY40" fmla="*/ 11681 h 640117"/>
                <a:gd name="connsiteX41" fmla="*/ 1107430 w 1219313"/>
                <a:gd name="connsiteY41" fmla="*/ 11940 h 640117"/>
                <a:gd name="connsiteX42" fmla="*/ 1109018 w 1219313"/>
                <a:gd name="connsiteY42" fmla="*/ 11902 h 640117"/>
                <a:gd name="connsiteX43" fmla="*/ 1114061 w 1219313"/>
                <a:gd name="connsiteY43" fmla="*/ 11728 h 640117"/>
                <a:gd name="connsiteX44" fmla="*/ 1119095 w 1219313"/>
                <a:gd name="connsiteY44" fmla="*/ 11561 h 640117"/>
                <a:gd name="connsiteX45" fmla="*/ 1122233 w 1219313"/>
                <a:gd name="connsiteY45" fmla="*/ 11439 h 640117"/>
                <a:gd name="connsiteX46" fmla="*/ 1126013 w 1219313"/>
                <a:gd name="connsiteY46" fmla="*/ 11681 h 640117"/>
                <a:gd name="connsiteX47" fmla="*/ 1127502 w 1219313"/>
                <a:gd name="connsiteY47" fmla="*/ 14658 h 640117"/>
                <a:gd name="connsiteX48" fmla="*/ 1131150 w 1219313"/>
                <a:gd name="connsiteY48" fmla="*/ 14922 h 640117"/>
                <a:gd name="connsiteX49" fmla="*/ 1133343 w 1219313"/>
                <a:gd name="connsiteY49" fmla="*/ 14883 h 640117"/>
                <a:gd name="connsiteX50" fmla="*/ 1135641 w 1219313"/>
                <a:gd name="connsiteY50" fmla="*/ 14797 h 640117"/>
                <a:gd name="connsiteX51" fmla="*/ 1140126 w 1219313"/>
                <a:gd name="connsiteY51" fmla="*/ 14690 h 640117"/>
                <a:gd name="connsiteX52" fmla="*/ 1142140 w 1219313"/>
                <a:gd name="connsiteY52" fmla="*/ 14620 h 640117"/>
                <a:gd name="connsiteX53" fmla="*/ 1146105 w 1219313"/>
                <a:gd name="connsiteY53" fmla="*/ 15402 h 640117"/>
                <a:gd name="connsiteX54" fmla="*/ 1146849 w 1219313"/>
                <a:gd name="connsiteY54" fmla="*/ 17634 h 640117"/>
                <a:gd name="connsiteX55" fmla="*/ 1150803 w 1219313"/>
                <a:gd name="connsiteY55" fmla="*/ 17910 h 640117"/>
                <a:gd name="connsiteX56" fmla="*/ 1153227 w 1219313"/>
                <a:gd name="connsiteY56" fmla="*/ 17950 h 640117"/>
                <a:gd name="connsiteX57" fmla="*/ 1158331 w 1219313"/>
                <a:gd name="connsiteY57" fmla="*/ 17961 h 640117"/>
                <a:gd name="connsiteX58" fmla="*/ 1160755 w 1219313"/>
                <a:gd name="connsiteY58" fmla="*/ 18003 h 640117"/>
                <a:gd name="connsiteX59" fmla="*/ 1162997 w 1219313"/>
                <a:gd name="connsiteY59" fmla="*/ 18008 h 640117"/>
                <a:gd name="connsiteX60" fmla="*/ 1164709 w 1219313"/>
                <a:gd name="connsiteY60" fmla="*/ 18378 h 640117"/>
                <a:gd name="connsiteX61" fmla="*/ 1165453 w 1219313"/>
                <a:gd name="connsiteY61" fmla="*/ 21355 h 640117"/>
                <a:gd name="connsiteX62" fmla="*/ 1168944 w 1219313"/>
                <a:gd name="connsiteY62" fmla="*/ 21808 h 640117"/>
                <a:gd name="connsiteX63" fmla="*/ 1171073 w 1219313"/>
                <a:gd name="connsiteY63" fmla="*/ 21881 h 640117"/>
                <a:gd name="connsiteX64" fmla="*/ 1173313 w 1219313"/>
                <a:gd name="connsiteY64" fmla="*/ 21913 h 640117"/>
                <a:gd name="connsiteX65" fmla="*/ 1175561 w 1219313"/>
                <a:gd name="connsiteY65" fmla="*/ 21980 h 640117"/>
                <a:gd name="connsiteX66" fmla="*/ 1181080 w 1219313"/>
                <a:gd name="connsiteY66" fmla="*/ 22099 h 640117"/>
                <a:gd name="connsiteX67" fmla="*/ 1181080 w 1219313"/>
                <a:gd name="connsiteY67" fmla="*/ 25076 h 640117"/>
                <a:gd name="connsiteX68" fmla="*/ 1182491 w 1219313"/>
                <a:gd name="connsiteY68" fmla="*/ 25028 h 640117"/>
                <a:gd name="connsiteX69" fmla="*/ 1188800 w 1219313"/>
                <a:gd name="connsiteY69" fmla="*/ 24890 h 640117"/>
                <a:gd name="connsiteX70" fmla="*/ 1191021 w 1219313"/>
                <a:gd name="connsiteY70" fmla="*/ 24814 h 640117"/>
                <a:gd name="connsiteX71" fmla="*/ 1193143 w 1219313"/>
                <a:gd name="connsiteY71" fmla="*/ 24785 h 640117"/>
                <a:gd name="connsiteX72" fmla="*/ 1195103 w 1219313"/>
                <a:gd name="connsiteY72" fmla="*/ 24738 h 640117"/>
                <a:gd name="connsiteX73" fmla="*/ 1196707 w 1219313"/>
                <a:gd name="connsiteY73" fmla="*/ 25076 h 640117"/>
                <a:gd name="connsiteX74" fmla="*/ 1198195 w 1219313"/>
                <a:gd name="connsiteY74" fmla="*/ 28052 h 640117"/>
                <a:gd name="connsiteX75" fmla="*/ 1204520 w 1219313"/>
                <a:gd name="connsiteY75" fmla="*/ 28424 h 640117"/>
                <a:gd name="connsiteX76" fmla="*/ 1210845 w 1219313"/>
                <a:gd name="connsiteY76" fmla="*/ 28796 h 640117"/>
                <a:gd name="connsiteX77" fmla="*/ 1212334 w 1219313"/>
                <a:gd name="connsiteY77" fmla="*/ 31773 h 640117"/>
                <a:gd name="connsiteX78" fmla="*/ 1213839 w 1219313"/>
                <a:gd name="connsiteY78" fmla="*/ 32407 h 640117"/>
                <a:gd name="connsiteX79" fmla="*/ 1215310 w 1219313"/>
                <a:gd name="connsiteY79" fmla="*/ 33261 h 640117"/>
                <a:gd name="connsiteX80" fmla="*/ 1215575 w 1219313"/>
                <a:gd name="connsiteY80" fmla="*/ 36584 h 640117"/>
                <a:gd name="connsiteX81" fmla="*/ 1215536 w 1219313"/>
                <a:gd name="connsiteY81" fmla="*/ 38573 h 640117"/>
                <a:gd name="connsiteX82" fmla="*/ 1215450 w 1219313"/>
                <a:gd name="connsiteY82" fmla="*/ 40656 h 640117"/>
                <a:gd name="connsiteX83" fmla="*/ 1215342 w 1219313"/>
                <a:gd name="connsiteY83" fmla="*/ 44723 h 640117"/>
                <a:gd name="connsiteX84" fmla="*/ 1215273 w 1219313"/>
                <a:gd name="connsiteY84" fmla="*/ 46548 h 640117"/>
                <a:gd name="connsiteX85" fmla="*/ 1216054 w 1219313"/>
                <a:gd name="connsiteY85" fmla="*/ 50376 h 640117"/>
                <a:gd name="connsiteX86" fmla="*/ 1217543 w 1219313"/>
                <a:gd name="connsiteY86" fmla="*/ 51121 h 640117"/>
                <a:gd name="connsiteX87" fmla="*/ 1217851 w 1219313"/>
                <a:gd name="connsiteY87" fmla="*/ 57867 h 640117"/>
                <a:gd name="connsiteX88" fmla="*/ 1217894 w 1219313"/>
                <a:gd name="connsiteY88" fmla="*/ 59916 h 640117"/>
                <a:gd name="connsiteX89" fmla="*/ 1218008 w 1219313"/>
                <a:gd name="connsiteY89" fmla="*/ 66422 h 640117"/>
                <a:gd name="connsiteX90" fmla="*/ 1218095 w 1219313"/>
                <a:gd name="connsiteY90" fmla="*/ 70821 h 640117"/>
                <a:gd name="connsiteX91" fmla="*/ 1218287 w 1219313"/>
                <a:gd name="connsiteY91" fmla="*/ 81630 h 640117"/>
                <a:gd name="connsiteX92" fmla="*/ 1220519 w 1219313"/>
                <a:gd name="connsiteY92" fmla="*/ 81630 h 640117"/>
                <a:gd name="connsiteX93" fmla="*/ 1220519 w 1219313"/>
                <a:gd name="connsiteY93" fmla="*/ 198460 h 640117"/>
                <a:gd name="connsiteX94" fmla="*/ 1218287 w 1219313"/>
                <a:gd name="connsiteY94" fmla="*/ 198460 h 640117"/>
                <a:gd name="connsiteX95" fmla="*/ 1218242 w 1219313"/>
                <a:gd name="connsiteY95" fmla="*/ 201113 h 640117"/>
                <a:gd name="connsiteX96" fmla="*/ 1218051 w 1219313"/>
                <a:gd name="connsiteY96" fmla="*/ 210819 h 640117"/>
                <a:gd name="connsiteX97" fmla="*/ 1217973 w 1219313"/>
                <a:gd name="connsiteY97" fmla="*/ 215026 h 640117"/>
                <a:gd name="connsiteX98" fmla="*/ 1217851 w 1219313"/>
                <a:gd name="connsiteY98" fmla="*/ 221061 h 640117"/>
                <a:gd name="connsiteX99" fmla="*/ 1217825 w 1219313"/>
                <a:gd name="connsiteY99" fmla="*/ 222973 h 640117"/>
                <a:gd name="connsiteX100" fmla="*/ 1217543 w 1219313"/>
                <a:gd name="connsiteY100" fmla="*/ 227482 h 640117"/>
                <a:gd name="connsiteX101" fmla="*/ 1216054 w 1219313"/>
                <a:gd name="connsiteY101" fmla="*/ 228226 h 640117"/>
                <a:gd name="connsiteX102" fmla="*/ 1215825 w 1219313"/>
                <a:gd name="connsiteY102" fmla="*/ 232342 h 640117"/>
                <a:gd name="connsiteX103" fmla="*/ 1215768 w 1219313"/>
                <a:gd name="connsiteY103" fmla="*/ 234868 h 640117"/>
                <a:gd name="connsiteX104" fmla="*/ 1215698 w 1219313"/>
                <a:gd name="connsiteY104" fmla="*/ 240187 h 640117"/>
                <a:gd name="connsiteX105" fmla="*/ 1215639 w 1219313"/>
                <a:gd name="connsiteY105" fmla="*/ 242713 h 640117"/>
                <a:gd name="connsiteX106" fmla="*/ 1215608 w 1219313"/>
                <a:gd name="connsiteY106" fmla="*/ 245049 h 640117"/>
                <a:gd name="connsiteX107" fmla="*/ 1215310 w 1219313"/>
                <a:gd name="connsiteY107" fmla="*/ 246830 h 640117"/>
                <a:gd name="connsiteX108" fmla="*/ 1213078 w 1219313"/>
                <a:gd name="connsiteY108" fmla="*/ 247574 h 640117"/>
                <a:gd name="connsiteX109" fmla="*/ 1212697 w 1219313"/>
                <a:gd name="connsiteY109" fmla="*/ 251390 h 640117"/>
                <a:gd name="connsiteX110" fmla="*/ 1212617 w 1219313"/>
                <a:gd name="connsiteY110" fmla="*/ 253723 h 640117"/>
                <a:gd name="connsiteX111" fmla="*/ 1212566 w 1219313"/>
                <a:gd name="connsiteY111" fmla="*/ 256178 h 640117"/>
                <a:gd name="connsiteX112" fmla="*/ 1212489 w 1219313"/>
                <a:gd name="connsiteY112" fmla="*/ 258641 h 640117"/>
                <a:gd name="connsiteX113" fmla="*/ 1212334 w 1219313"/>
                <a:gd name="connsiteY113" fmla="*/ 264689 h 640117"/>
                <a:gd name="connsiteX114" fmla="*/ 1210101 w 1219313"/>
                <a:gd name="connsiteY114" fmla="*/ 264689 h 640117"/>
                <a:gd name="connsiteX115" fmla="*/ 1210068 w 1219313"/>
                <a:gd name="connsiteY115" fmla="*/ 266020 h 640117"/>
                <a:gd name="connsiteX116" fmla="*/ 1209869 w 1219313"/>
                <a:gd name="connsiteY116" fmla="*/ 271991 h 640117"/>
                <a:gd name="connsiteX117" fmla="*/ 1209818 w 1219313"/>
                <a:gd name="connsiteY117" fmla="*/ 274085 h 640117"/>
                <a:gd name="connsiteX118" fmla="*/ 1209738 w 1219313"/>
                <a:gd name="connsiteY118" fmla="*/ 276098 h 640117"/>
                <a:gd name="connsiteX119" fmla="*/ 1209679 w 1219313"/>
                <a:gd name="connsiteY119" fmla="*/ 277952 h 640117"/>
                <a:gd name="connsiteX120" fmla="*/ 1207125 w 1219313"/>
                <a:gd name="connsiteY120" fmla="*/ 281804 h 640117"/>
                <a:gd name="connsiteX121" fmla="*/ 1207125 w 1219313"/>
                <a:gd name="connsiteY121" fmla="*/ 287060 h 640117"/>
                <a:gd name="connsiteX122" fmla="*/ 1207125 w 1219313"/>
                <a:gd name="connsiteY122" fmla="*/ 292222 h 640117"/>
                <a:gd name="connsiteX123" fmla="*/ 1204892 w 1219313"/>
                <a:gd name="connsiteY123" fmla="*/ 293710 h 640117"/>
                <a:gd name="connsiteX124" fmla="*/ 1204381 w 1219313"/>
                <a:gd name="connsiteY124" fmla="*/ 300129 h 640117"/>
                <a:gd name="connsiteX125" fmla="*/ 1204304 w 1219313"/>
                <a:gd name="connsiteY125" fmla="*/ 301937 h 640117"/>
                <a:gd name="connsiteX126" fmla="*/ 1204148 w 1219313"/>
                <a:gd name="connsiteY126" fmla="*/ 306361 h 640117"/>
                <a:gd name="connsiteX127" fmla="*/ 1201916 w 1219313"/>
                <a:gd name="connsiteY127" fmla="*/ 305617 h 640117"/>
                <a:gd name="connsiteX128" fmla="*/ 1201805 w 1219313"/>
                <a:gd name="connsiteY128" fmla="*/ 308032 h 640117"/>
                <a:gd name="connsiteX129" fmla="*/ 1201637 w 1219313"/>
                <a:gd name="connsiteY129" fmla="*/ 311151 h 640117"/>
                <a:gd name="connsiteX130" fmla="*/ 1201567 w 1219313"/>
                <a:gd name="connsiteY130" fmla="*/ 312746 h 640117"/>
                <a:gd name="connsiteX131" fmla="*/ 1201172 w 1219313"/>
                <a:gd name="connsiteY131" fmla="*/ 316779 h 640117"/>
                <a:gd name="connsiteX132" fmla="*/ 1199683 w 1219313"/>
                <a:gd name="connsiteY132" fmla="*/ 317523 h 640117"/>
                <a:gd name="connsiteX133" fmla="*/ 1199032 w 1219313"/>
                <a:gd name="connsiteY133" fmla="*/ 324360 h 640117"/>
                <a:gd name="connsiteX134" fmla="*/ 1198939 w 1219313"/>
                <a:gd name="connsiteY134" fmla="*/ 327197 h 640117"/>
                <a:gd name="connsiteX135" fmla="*/ 1196707 w 1219313"/>
                <a:gd name="connsiteY135" fmla="*/ 328685 h 640117"/>
                <a:gd name="connsiteX136" fmla="*/ 1196265 w 1219313"/>
                <a:gd name="connsiteY136" fmla="*/ 336222 h 640117"/>
                <a:gd name="connsiteX137" fmla="*/ 1195963 w 1219313"/>
                <a:gd name="connsiteY137" fmla="*/ 338359 h 640117"/>
                <a:gd name="connsiteX138" fmla="*/ 1193730 w 1219313"/>
                <a:gd name="connsiteY138" fmla="*/ 339103 h 640117"/>
                <a:gd name="connsiteX139" fmla="*/ 1193219 w 1219313"/>
                <a:gd name="connsiteY139" fmla="*/ 343614 h 640117"/>
                <a:gd name="connsiteX140" fmla="*/ 1193070 w 1219313"/>
                <a:gd name="connsiteY140" fmla="*/ 346105 h 640117"/>
                <a:gd name="connsiteX141" fmla="*/ 1192986 w 1219313"/>
                <a:gd name="connsiteY141" fmla="*/ 348033 h 640117"/>
                <a:gd name="connsiteX142" fmla="*/ 1190754 w 1219313"/>
                <a:gd name="connsiteY142" fmla="*/ 348033 h 640117"/>
                <a:gd name="connsiteX143" fmla="*/ 1190832 w 1219313"/>
                <a:gd name="connsiteY143" fmla="*/ 349582 h 640117"/>
                <a:gd name="connsiteX144" fmla="*/ 1190893 w 1219313"/>
                <a:gd name="connsiteY144" fmla="*/ 351614 h 640117"/>
                <a:gd name="connsiteX145" fmla="*/ 1190972 w 1219313"/>
                <a:gd name="connsiteY145" fmla="*/ 353628 h 640117"/>
                <a:gd name="connsiteX146" fmla="*/ 1189652 w 1219313"/>
                <a:gd name="connsiteY146" fmla="*/ 356570 h 640117"/>
                <a:gd name="connsiteX147" fmla="*/ 1188079 w 1219313"/>
                <a:gd name="connsiteY147" fmla="*/ 364107 h 640117"/>
                <a:gd name="connsiteX148" fmla="*/ 1187777 w 1219313"/>
                <a:gd name="connsiteY148" fmla="*/ 365892 h 640117"/>
                <a:gd name="connsiteX149" fmla="*/ 1185545 w 1219313"/>
                <a:gd name="connsiteY149" fmla="*/ 366636 h 640117"/>
                <a:gd name="connsiteX150" fmla="*/ 1185175 w 1219313"/>
                <a:gd name="connsiteY150" fmla="*/ 372185 h 640117"/>
                <a:gd name="connsiteX151" fmla="*/ 1183806 w 1219313"/>
                <a:gd name="connsiteY151" fmla="*/ 375784 h 640117"/>
                <a:gd name="connsiteX152" fmla="*/ 1173499 w 1219313"/>
                <a:gd name="connsiteY152" fmla="*/ 377426 h 640117"/>
                <a:gd name="connsiteX153" fmla="*/ 1169002 w 1219313"/>
                <a:gd name="connsiteY153" fmla="*/ 377449 h 640117"/>
                <a:gd name="connsiteX154" fmla="*/ 1166993 w 1219313"/>
                <a:gd name="connsiteY154" fmla="*/ 377439 h 640117"/>
                <a:gd name="connsiteX155" fmla="*/ 1165453 w 1219313"/>
                <a:gd name="connsiteY155" fmla="*/ 377798 h 640117"/>
                <a:gd name="connsiteX156" fmla="*/ 1165086 w 1219313"/>
                <a:gd name="connsiteY156" fmla="*/ 379285 h 640117"/>
                <a:gd name="connsiteX157" fmla="*/ 1164709 w 1219313"/>
                <a:gd name="connsiteY157" fmla="*/ 380775 h 640117"/>
                <a:gd name="connsiteX158" fmla="*/ 1161081 w 1219313"/>
                <a:gd name="connsiteY158" fmla="*/ 381150 h 640117"/>
                <a:gd name="connsiteX159" fmla="*/ 1158860 w 1219313"/>
                <a:gd name="connsiteY159" fmla="*/ 381192 h 640117"/>
                <a:gd name="connsiteX160" fmla="*/ 1156523 w 1219313"/>
                <a:gd name="connsiteY160" fmla="*/ 381193 h 640117"/>
                <a:gd name="connsiteX161" fmla="*/ 1151965 w 1219313"/>
                <a:gd name="connsiteY161" fmla="*/ 381243 h 640117"/>
                <a:gd name="connsiteX162" fmla="*/ 1149913 w 1219313"/>
                <a:gd name="connsiteY162" fmla="*/ 381244 h 640117"/>
                <a:gd name="connsiteX163" fmla="*/ 1148338 w 1219313"/>
                <a:gd name="connsiteY163" fmla="*/ 381519 h 640117"/>
                <a:gd name="connsiteX164" fmla="*/ 1147593 w 1219313"/>
                <a:gd name="connsiteY164" fmla="*/ 383751 h 640117"/>
                <a:gd name="connsiteX165" fmla="*/ 1144318 w 1219313"/>
                <a:gd name="connsiteY165" fmla="*/ 384028 h 640117"/>
                <a:gd name="connsiteX166" fmla="*/ 1142310 w 1219313"/>
                <a:gd name="connsiteY166" fmla="*/ 384067 h 640117"/>
                <a:gd name="connsiteX167" fmla="*/ 1138096 w 1219313"/>
                <a:gd name="connsiteY167" fmla="*/ 384078 h 640117"/>
                <a:gd name="connsiteX168" fmla="*/ 1136085 w 1219313"/>
                <a:gd name="connsiteY168" fmla="*/ 384121 h 640117"/>
                <a:gd name="connsiteX169" fmla="*/ 1134234 w 1219313"/>
                <a:gd name="connsiteY169" fmla="*/ 384125 h 640117"/>
                <a:gd name="connsiteX170" fmla="*/ 1132711 w 1219313"/>
                <a:gd name="connsiteY170" fmla="*/ 384496 h 640117"/>
                <a:gd name="connsiteX171" fmla="*/ 1131999 w 1219313"/>
                <a:gd name="connsiteY171" fmla="*/ 385979 h 640117"/>
                <a:gd name="connsiteX172" fmla="*/ 1131222 w 1219313"/>
                <a:gd name="connsiteY172" fmla="*/ 387472 h 640117"/>
                <a:gd name="connsiteX173" fmla="*/ 1127333 w 1219313"/>
                <a:gd name="connsiteY173" fmla="*/ 387926 h 640117"/>
                <a:gd name="connsiteX174" fmla="*/ 1125008 w 1219313"/>
                <a:gd name="connsiteY174" fmla="*/ 387998 h 640117"/>
                <a:gd name="connsiteX175" fmla="*/ 1122572 w 1219313"/>
                <a:gd name="connsiteY175" fmla="*/ 388030 h 640117"/>
                <a:gd name="connsiteX176" fmla="*/ 1120118 w 1219313"/>
                <a:gd name="connsiteY176" fmla="*/ 388097 h 640117"/>
                <a:gd name="connsiteX177" fmla="*/ 1114107 w 1219313"/>
                <a:gd name="connsiteY177" fmla="*/ 388216 h 640117"/>
                <a:gd name="connsiteX178" fmla="*/ 1114107 w 1219313"/>
                <a:gd name="connsiteY178" fmla="*/ 390449 h 640117"/>
                <a:gd name="connsiteX179" fmla="*/ 1112833 w 1219313"/>
                <a:gd name="connsiteY179" fmla="*/ 390505 h 640117"/>
                <a:gd name="connsiteX180" fmla="*/ 1107131 w 1219313"/>
                <a:gd name="connsiteY180" fmla="*/ 390774 h 640117"/>
                <a:gd name="connsiteX181" fmla="*/ 1105125 w 1219313"/>
                <a:gd name="connsiteY181" fmla="*/ 390863 h 640117"/>
                <a:gd name="connsiteX182" fmla="*/ 1103207 w 1219313"/>
                <a:gd name="connsiteY182" fmla="*/ 390957 h 640117"/>
                <a:gd name="connsiteX183" fmla="*/ 1101435 w 1219313"/>
                <a:gd name="connsiteY183" fmla="*/ 391040 h 640117"/>
                <a:gd name="connsiteX184" fmla="*/ 1098480 w 1219313"/>
                <a:gd name="connsiteY184" fmla="*/ 391937 h 640117"/>
                <a:gd name="connsiteX185" fmla="*/ 1097736 w 1219313"/>
                <a:gd name="connsiteY185" fmla="*/ 394169 h 640117"/>
                <a:gd name="connsiteX186" fmla="*/ 1094082 w 1219313"/>
                <a:gd name="connsiteY186" fmla="*/ 394550 h 640117"/>
                <a:gd name="connsiteX187" fmla="*/ 1091851 w 1219313"/>
                <a:gd name="connsiteY187" fmla="*/ 394630 h 640117"/>
                <a:gd name="connsiteX188" fmla="*/ 1089504 w 1219313"/>
                <a:gd name="connsiteY188" fmla="*/ 394681 h 640117"/>
                <a:gd name="connsiteX189" fmla="*/ 1087148 w 1219313"/>
                <a:gd name="connsiteY189" fmla="*/ 394758 h 640117"/>
                <a:gd name="connsiteX190" fmla="*/ 1081365 w 1219313"/>
                <a:gd name="connsiteY190" fmla="*/ 394913 h 640117"/>
                <a:gd name="connsiteX191" fmla="*/ 1081365 w 1219313"/>
                <a:gd name="connsiteY191" fmla="*/ 397890 h 640117"/>
                <a:gd name="connsiteX192" fmla="*/ 1079942 w 1219313"/>
                <a:gd name="connsiteY192" fmla="*/ 397923 h 640117"/>
                <a:gd name="connsiteX193" fmla="*/ 1073598 w 1219313"/>
                <a:gd name="connsiteY193" fmla="*/ 398123 h 640117"/>
                <a:gd name="connsiteX194" fmla="*/ 1071358 w 1219313"/>
                <a:gd name="connsiteY194" fmla="*/ 398173 h 640117"/>
                <a:gd name="connsiteX195" fmla="*/ 1069229 w 1219313"/>
                <a:gd name="connsiteY195" fmla="*/ 398253 h 640117"/>
                <a:gd name="connsiteX196" fmla="*/ 1067257 w 1219313"/>
                <a:gd name="connsiteY196" fmla="*/ 398312 h 640117"/>
                <a:gd name="connsiteX197" fmla="*/ 1065738 w 1219313"/>
                <a:gd name="connsiteY197" fmla="*/ 398634 h 640117"/>
                <a:gd name="connsiteX198" fmla="*/ 1064994 w 1219313"/>
                <a:gd name="connsiteY198" fmla="*/ 400867 h 640117"/>
                <a:gd name="connsiteX199" fmla="*/ 1061718 w 1219313"/>
                <a:gd name="connsiteY199" fmla="*/ 401143 h 640117"/>
                <a:gd name="connsiteX200" fmla="*/ 1059711 w 1219313"/>
                <a:gd name="connsiteY200" fmla="*/ 401182 h 640117"/>
                <a:gd name="connsiteX201" fmla="*/ 1055496 w 1219313"/>
                <a:gd name="connsiteY201" fmla="*/ 401194 h 640117"/>
                <a:gd name="connsiteX202" fmla="*/ 1053486 w 1219313"/>
                <a:gd name="connsiteY202" fmla="*/ 401236 h 640117"/>
                <a:gd name="connsiteX203" fmla="*/ 1051634 w 1219313"/>
                <a:gd name="connsiteY203" fmla="*/ 401240 h 640117"/>
                <a:gd name="connsiteX204" fmla="*/ 1050111 w 1219313"/>
                <a:gd name="connsiteY204" fmla="*/ 401611 h 640117"/>
                <a:gd name="connsiteX205" fmla="*/ 1049377 w 1219313"/>
                <a:gd name="connsiteY205" fmla="*/ 403099 h 640117"/>
                <a:gd name="connsiteX206" fmla="*/ 1048623 w 1219313"/>
                <a:gd name="connsiteY206" fmla="*/ 404587 h 640117"/>
                <a:gd name="connsiteX207" fmla="*/ 1045085 w 1219313"/>
                <a:gd name="connsiteY207" fmla="*/ 404962 h 640117"/>
                <a:gd name="connsiteX208" fmla="*/ 1042973 w 1219313"/>
                <a:gd name="connsiteY208" fmla="*/ 405004 h 640117"/>
                <a:gd name="connsiteX209" fmla="*/ 1040763 w 1219313"/>
                <a:gd name="connsiteY209" fmla="*/ 405006 h 640117"/>
                <a:gd name="connsiteX210" fmla="*/ 1036435 w 1219313"/>
                <a:gd name="connsiteY210" fmla="*/ 405055 h 640117"/>
                <a:gd name="connsiteX211" fmla="*/ 1034491 w 1219313"/>
                <a:gd name="connsiteY211" fmla="*/ 405057 h 640117"/>
                <a:gd name="connsiteX212" fmla="*/ 1032996 w 1219313"/>
                <a:gd name="connsiteY212" fmla="*/ 405331 h 640117"/>
                <a:gd name="connsiteX213" fmla="*/ 1032252 w 1219313"/>
                <a:gd name="connsiteY213" fmla="*/ 407564 h 640117"/>
                <a:gd name="connsiteX214" fmla="*/ 1029138 w 1219313"/>
                <a:gd name="connsiteY214" fmla="*/ 407919 h 640117"/>
                <a:gd name="connsiteX215" fmla="*/ 1027233 w 1219313"/>
                <a:gd name="connsiteY215" fmla="*/ 407988 h 640117"/>
                <a:gd name="connsiteX216" fmla="*/ 1025229 w 1219313"/>
                <a:gd name="connsiteY216" fmla="*/ 408029 h 640117"/>
                <a:gd name="connsiteX217" fmla="*/ 1021325 w 1219313"/>
                <a:gd name="connsiteY217" fmla="*/ 408151 h 640117"/>
                <a:gd name="connsiteX218" fmla="*/ 1019568 w 1219313"/>
                <a:gd name="connsiteY218" fmla="*/ 408191 h 640117"/>
                <a:gd name="connsiteX219" fmla="*/ 1016625 w 1219313"/>
                <a:gd name="connsiteY219" fmla="*/ 409052 h 640117"/>
                <a:gd name="connsiteX220" fmla="*/ 1015881 w 1219313"/>
                <a:gd name="connsiteY220" fmla="*/ 411285 h 640117"/>
                <a:gd name="connsiteX221" fmla="*/ 1012578 w 1219313"/>
                <a:gd name="connsiteY221" fmla="*/ 411561 h 640117"/>
                <a:gd name="connsiteX222" fmla="*/ 1010561 w 1219313"/>
                <a:gd name="connsiteY222" fmla="*/ 411600 h 640117"/>
                <a:gd name="connsiteX223" fmla="*/ 1006317 w 1219313"/>
                <a:gd name="connsiteY223" fmla="*/ 411612 h 640117"/>
                <a:gd name="connsiteX224" fmla="*/ 1004300 w 1219313"/>
                <a:gd name="connsiteY224" fmla="*/ 411654 h 640117"/>
                <a:gd name="connsiteX225" fmla="*/ 1002437 w 1219313"/>
                <a:gd name="connsiteY225" fmla="*/ 411658 h 640117"/>
                <a:gd name="connsiteX226" fmla="*/ 1000998 w 1219313"/>
                <a:gd name="connsiteY226" fmla="*/ 412029 h 640117"/>
                <a:gd name="connsiteX227" fmla="*/ 1000636 w 1219313"/>
                <a:gd name="connsiteY227" fmla="*/ 413517 h 640117"/>
                <a:gd name="connsiteX228" fmla="*/ 1000254 w 1219313"/>
                <a:gd name="connsiteY228" fmla="*/ 415005 h 640117"/>
                <a:gd name="connsiteX229" fmla="*/ 996789 w 1219313"/>
                <a:gd name="connsiteY229" fmla="*/ 415380 h 640117"/>
                <a:gd name="connsiteX230" fmla="*/ 994670 w 1219313"/>
                <a:gd name="connsiteY230" fmla="*/ 415422 h 640117"/>
                <a:gd name="connsiteX231" fmla="*/ 992440 w 1219313"/>
                <a:gd name="connsiteY231" fmla="*/ 415424 h 640117"/>
                <a:gd name="connsiteX232" fmla="*/ 988092 w 1219313"/>
                <a:gd name="connsiteY232" fmla="*/ 415473 h 640117"/>
                <a:gd name="connsiteX233" fmla="*/ 986134 w 1219313"/>
                <a:gd name="connsiteY233" fmla="*/ 415475 h 640117"/>
                <a:gd name="connsiteX234" fmla="*/ 984627 w 1219313"/>
                <a:gd name="connsiteY234" fmla="*/ 415749 h 640117"/>
                <a:gd name="connsiteX235" fmla="*/ 983883 w 1219313"/>
                <a:gd name="connsiteY235" fmla="*/ 417982 h 640117"/>
                <a:gd name="connsiteX236" fmla="*/ 980418 w 1219313"/>
                <a:gd name="connsiteY236" fmla="*/ 418069 h 640117"/>
                <a:gd name="connsiteX237" fmla="*/ 978299 w 1219313"/>
                <a:gd name="connsiteY237" fmla="*/ 417996 h 640117"/>
                <a:gd name="connsiteX238" fmla="*/ 973840 w 1219313"/>
                <a:gd name="connsiteY238" fmla="*/ 417764 h 640117"/>
                <a:gd name="connsiteX239" fmla="*/ 971720 w 1219313"/>
                <a:gd name="connsiteY239" fmla="*/ 417697 h 640117"/>
                <a:gd name="connsiteX240" fmla="*/ 969763 w 1219313"/>
                <a:gd name="connsiteY240" fmla="*/ 417595 h 640117"/>
                <a:gd name="connsiteX241" fmla="*/ 968256 w 1219313"/>
                <a:gd name="connsiteY241" fmla="*/ 417982 h 640117"/>
                <a:gd name="connsiteX242" fmla="*/ 967511 w 1219313"/>
                <a:gd name="connsiteY242" fmla="*/ 421703 h 640117"/>
                <a:gd name="connsiteX243" fmla="*/ 964209 w 1219313"/>
                <a:gd name="connsiteY243" fmla="*/ 422150 h 640117"/>
                <a:gd name="connsiteX244" fmla="*/ 962192 w 1219313"/>
                <a:gd name="connsiteY244" fmla="*/ 422185 h 640117"/>
                <a:gd name="connsiteX245" fmla="*/ 960070 w 1219313"/>
                <a:gd name="connsiteY245" fmla="*/ 422168 h 640117"/>
                <a:gd name="connsiteX246" fmla="*/ 955931 w 1219313"/>
                <a:gd name="connsiteY246" fmla="*/ 422197 h 640117"/>
                <a:gd name="connsiteX247" fmla="*/ 954067 w 1219313"/>
                <a:gd name="connsiteY247" fmla="*/ 422184 h 640117"/>
                <a:gd name="connsiteX248" fmla="*/ 952629 w 1219313"/>
                <a:gd name="connsiteY248" fmla="*/ 422447 h 640117"/>
                <a:gd name="connsiteX249" fmla="*/ 951884 w 1219313"/>
                <a:gd name="connsiteY249" fmla="*/ 424679 h 640117"/>
                <a:gd name="connsiteX250" fmla="*/ 945234 w 1219313"/>
                <a:gd name="connsiteY250" fmla="*/ 425144 h 640117"/>
                <a:gd name="connsiteX251" fmla="*/ 941539 w 1219313"/>
                <a:gd name="connsiteY251" fmla="*/ 425266 h 640117"/>
                <a:gd name="connsiteX252" fmla="*/ 939877 w 1219313"/>
                <a:gd name="connsiteY252" fmla="*/ 425306 h 640117"/>
                <a:gd name="connsiteX253" fmla="*/ 937002 w 1219313"/>
                <a:gd name="connsiteY253" fmla="*/ 426167 h 640117"/>
                <a:gd name="connsiteX254" fmla="*/ 937002 w 1219313"/>
                <a:gd name="connsiteY254" fmla="*/ 428400 h 640117"/>
                <a:gd name="connsiteX255" fmla="*/ 935659 w 1219313"/>
                <a:gd name="connsiteY255" fmla="*/ 428421 h 640117"/>
                <a:gd name="connsiteX256" fmla="*/ 929653 w 1219313"/>
                <a:gd name="connsiteY256" fmla="*/ 428586 h 640117"/>
                <a:gd name="connsiteX257" fmla="*/ 927540 w 1219313"/>
                <a:gd name="connsiteY257" fmla="*/ 428618 h 640117"/>
                <a:gd name="connsiteX258" fmla="*/ 925520 w 1219313"/>
                <a:gd name="connsiteY258" fmla="*/ 428690 h 640117"/>
                <a:gd name="connsiteX259" fmla="*/ 923654 w 1219313"/>
                <a:gd name="connsiteY259" fmla="*/ 428738 h 640117"/>
                <a:gd name="connsiteX260" fmla="*/ 922119 w 1219313"/>
                <a:gd name="connsiteY260" fmla="*/ 429144 h 640117"/>
                <a:gd name="connsiteX261" fmla="*/ 920631 w 1219313"/>
                <a:gd name="connsiteY261" fmla="*/ 432121 h 640117"/>
                <a:gd name="connsiteX262" fmla="*/ 915096 w 1219313"/>
                <a:gd name="connsiteY262" fmla="*/ 432260 h 640117"/>
                <a:gd name="connsiteX263" fmla="*/ 907236 w 1219313"/>
                <a:gd name="connsiteY263" fmla="*/ 432865 h 640117"/>
                <a:gd name="connsiteX264" fmla="*/ 906492 w 1219313"/>
                <a:gd name="connsiteY264" fmla="*/ 435097 h 640117"/>
                <a:gd name="connsiteX265" fmla="*/ 903190 w 1219313"/>
                <a:gd name="connsiteY265" fmla="*/ 435373 h 640117"/>
                <a:gd name="connsiteX266" fmla="*/ 901172 w 1219313"/>
                <a:gd name="connsiteY266" fmla="*/ 435412 h 640117"/>
                <a:gd name="connsiteX267" fmla="*/ 896929 w 1219313"/>
                <a:gd name="connsiteY267" fmla="*/ 435424 h 640117"/>
                <a:gd name="connsiteX268" fmla="*/ 894911 w 1219313"/>
                <a:gd name="connsiteY268" fmla="*/ 435466 h 640117"/>
                <a:gd name="connsiteX269" fmla="*/ 893048 w 1219313"/>
                <a:gd name="connsiteY269" fmla="*/ 435470 h 640117"/>
                <a:gd name="connsiteX270" fmla="*/ 891609 w 1219313"/>
                <a:gd name="connsiteY270" fmla="*/ 435841 h 640117"/>
                <a:gd name="connsiteX271" fmla="*/ 891237 w 1219313"/>
                <a:gd name="connsiteY271" fmla="*/ 437329 h 640117"/>
                <a:gd name="connsiteX272" fmla="*/ 890865 w 1219313"/>
                <a:gd name="connsiteY272" fmla="*/ 438818 h 640117"/>
                <a:gd name="connsiteX273" fmla="*/ 887563 w 1219313"/>
                <a:gd name="connsiteY273" fmla="*/ 439193 h 640117"/>
                <a:gd name="connsiteX274" fmla="*/ 885545 w 1219313"/>
                <a:gd name="connsiteY274" fmla="*/ 439235 h 640117"/>
                <a:gd name="connsiteX275" fmla="*/ 883424 w 1219313"/>
                <a:gd name="connsiteY275" fmla="*/ 439236 h 640117"/>
                <a:gd name="connsiteX276" fmla="*/ 879284 w 1219313"/>
                <a:gd name="connsiteY276" fmla="*/ 439286 h 640117"/>
                <a:gd name="connsiteX277" fmla="*/ 877421 w 1219313"/>
                <a:gd name="connsiteY277" fmla="*/ 439287 h 640117"/>
                <a:gd name="connsiteX278" fmla="*/ 875982 w 1219313"/>
                <a:gd name="connsiteY278" fmla="*/ 439562 h 640117"/>
                <a:gd name="connsiteX279" fmla="*/ 875238 w 1219313"/>
                <a:gd name="connsiteY279" fmla="*/ 441794 h 640117"/>
                <a:gd name="connsiteX280" fmla="*/ 872261 w 1219313"/>
                <a:gd name="connsiteY280" fmla="*/ 442070 h 640117"/>
                <a:gd name="connsiteX281" fmla="*/ 870448 w 1219313"/>
                <a:gd name="connsiteY281" fmla="*/ 442110 h 640117"/>
                <a:gd name="connsiteX282" fmla="*/ 866634 w 1219313"/>
                <a:gd name="connsiteY282" fmla="*/ 442121 h 640117"/>
                <a:gd name="connsiteX283" fmla="*/ 864820 w 1219313"/>
                <a:gd name="connsiteY283" fmla="*/ 442164 h 640117"/>
                <a:gd name="connsiteX284" fmla="*/ 863146 w 1219313"/>
                <a:gd name="connsiteY284" fmla="*/ 442168 h 640117"/>
                <a:gd name="connsiteX285" fmla="*/ 861843 w 1219313"/>
                <a:gd name="connsiteY285" fmla="*/ 442538 h 640117"/>
                <a:gd name="connsiteX286" fmla="*/ 861493 w 1219313"/>
                <a:gd name="connsiteY286" fmla="*/ 444022 h 640117"/>
                <a:gd name="connsiteX287" fmla="*/ 861099 w 1219313"/>
                <a:gd name="connsiteY287" fmla="*/ 445515 h 640117"/>
                <a:gd name="connsiteX288" fmla="*/ 857771 w 1219313"/>
                <a:gd name="connsiteY288" fmla="*/ 445969 h 640117"/>
                <a:gd name="connsiteX289" fmla="*/ 855744 w 1219313"/>
                <a:gd name="connsiteY289" fmla="*/ 446041 h 640117"/>
                <a:gd name="connsiteX290" fmla="*/ 853611 w 1219313"/>
                <a:gd name="connsiteY290" fmla="*/ 446073 h 640117"/>
                <a:gd name="connsiteX291" fmla="*/ 851471 w 1219313"/>
                <a:gd name="connsiteY291" fmla="*/ 446140 h 640117"/>
                <a:gd name="connsiteX292" fmla="*/ 846216 w 1219313"/>
                <a:gd name="connsiteY292" fmla="*/ 446259 h 640117"/>
                <a:gd name="connsiteX293" fmla="*/ 846216 w 1219313"/>
                <a:gd name="connsiteY293" fmla="*/ 448492 h 640117"/>
                <a:gd name="connsiteX294" fmla="*/ 837874 w 1219313"/>
                <a:gd name="connsiteY294" fmla="*/ 449189 h 640117"/>
                <a:gd name="connsiteX295" fmla="*/ 832078 w 1219313"/>
                <a:gd name="connsiteY295" fmla="*/ 449980 h 640117"/>
                <a:gd name="connsiteX296" fmla="*/ 832078 w 1219313"/>
                <a:gd name="connsiteY296" fmla="*/ 452212 h 640117"/>
                <a:gd name="connsiteX297" fmla="*/ 830792 w 1219313"/>
                <a:gd name="connsiteY297" fmla="*/ 452153 h 640117"/>
                <a:gd name="connsiteX298" fmla="*/ 825055 w 1219313"/>
                <a:gd name="connsiteY298" fmla="*/ 451980 h 640117"/>
                <a:gd name="connsiteX299" fmla="*/ 823030 w 1219313"/>
                <a:gd name="connsiteY299" fmla="*/ 451885 h 640117"/>
                <a:gd name="connsiteX300" fmla="*/ 817939 w 1219313"/>
                <a:gd name="connsiteY300" fmla="*/ 452212 h 640117"/>
                <a:gd name="connsiteX301" fmla="*/ 817195 w 1219313"/>
                <a:gd name="connsiteY301" fmla="*/ 455933 h 640117"/>
                <a:gd name="connsiteX302" fmla="*/ 810498 w 1219313"/>
                <a:gd name="connsiteY302" fmla="*/ 456398 h 640117"/>
                <a:gd name="connsiteX303" fmla="*/ 806777 w 1219313"/>
                <a:gd name="connsiteY303" fmla="*/ 456427 h 640117"/>
                <a:gd name="connsiteX304" fmla="*/ 805103 w 1219313"/>
                <a:gd name="connsiteY304" fmla="*/ 456414 h 640117"/>
                <a:gd name="connsiteX305" fmla="*/ 803800 w 1219313"/>
                <a:gd name="connsiteY305" fmla="*/ 456677 h 640117"/>
                <a:gd name="connsiteX306" fmla="*/ 803056 w 1219313"/>
                <a:gd name="connsiteY306" fmla="*/ 458910 h 640117"/>
                <a:gd name="connsiteX307" fmla="*/ 797150 w 1219313"/>
                <a:gd name="connsiteY307" fmla="*/ 459375 h 640117"/>
                <a:gd name="connsiteX308" fmla="*/ 789662 w 1219313"/>
                <a:gd name="connsiteY308" fmla="*/ 460398 h 640117"/>
                <a:gd name="connsiteX309" fmla="*/ 788918 w 1219313"/>
                <a:gd name="connsiteY309" fmla="*/ 462630 h 640117"/>
                <a:gd name="connsiteX310" fmla="*/ 785589 w 1219313"/>
                <a:gd name="connsiteY310" fmla="*/ 463011 h 640117"/>
                <a:gd name="connsiteX311" fmla="*/ 783562 w 1219313"/>
                <a:gd name="connsiteY311" fmla="*/ 463091 h 640117"/>
                <a:gd name="connsiteX312" fmla="*/ 781430 w 1219313"/>
                <a:gd name="connsiteY312" fmla="*/ 463142 h 640117"/>
                <a:gd name="connsiteX313" fmla="*/ 779289 w 1219313"/>
                <a:gd name="connsiteY313" fmla="*/ 463219 h 640117"/>
                <a:gd name="connsiteX314" fmla="*/ 774035 w 1219313"/>
                <a:gd name="connsiteY314" fmla="*/ 463374 h 640117"/>
                <a:gd name="connsiteX315" fmla="*/ 774035 w 1219313"/>
                <a:gd name="connsiteY315" fmla="*/ 465607 h 640117"/>
                <a:gd name="connsiteX316" fmla="*/ 772023 w 1219313"/>
                <a:gd name="connsiteY316" fmla="*/ 465743 h 640117"/>
                <a:gd name="connsiteX317" fmla="*/ 769384 w 1219313"/>
                <a:gd name="connsiteY317" fmla="*/ 465932 h 640117"/>
                <a:gd name="connsiteX318" fmla="*/ 766768 w 1219313"/>
                <a:gd name="connsiteY318" fmla="*/ 466116 h 640117"/>
                <a:gd name="connsiteX319" fmla="*/ 761384 w 1219313"/>
                <a:gd name="connsiteY319" fmla="*/ 467095 h 640117"/>
                <a:gd name="connsiteX320" fmla="*/ 760640 w 1219313"/>
                <a:gd name="connsiteY320" fmla="*/ 469328 h 640117"/>
                <a:gd name="connsiteX321" fmla="*/ 752581 w 1219313"/>
                <a:gd name="connsiteY321" fmla="*/ 469655 h 640117"/>
                <a:gd name="connsiteX322" fmla="*/ 747990 w 1219313"/>
                <a:gd name="connsiteY322" fmla="*/ 470072 h 640117"/>
                <a:gd name="connsiteX323" fmla="*/ 747246 w 1219313"/>
                <a:gd name="connsiteY323" fmla="*/ 471560 h 640117"/>
                <a:gd name="connsiteX324" fmla="*/ 746502 w 1219313"/>
                <a:gd name="connsiteY324" fmla="*/ 473048 h 640117"/>
                <a:gd name="connsiteX325" fmla="*/ 740130 w 1219313"/>
                <a:gd name="connsiteY325" fmla="*/ 473467 h 640117"/>
                <a:gd name="connsiteX326" fmla="*/ 733851 w 1219313"/>
                <a:gd name="connsiteY326" fmla="*/ 473792 h 640117"/>
                <a:gd name="connsiteX327" fmla="*/ 733107 w 1219313"/>
                <a:gd name="connsiteY327" fmla="*/ 476025 h 640117"/>
                <a:gd name="connsiteX328" fmla="*/ 730104 w 1219313"/>
                <a:gd name="connsiteY328" fmla="*/ 476406 h 640117"/>
                <a:gd name="connsiteX329" fmla="*/ 728280 w 1219313"/>
                <a:gd name="connsiteY329" fmla="*/ 476486 h 640117"/>
                <a:gd name="connsiteX330" fmla="*/ 726363 w 1219313"/>
                <a:gd name="connsiteY330" fmla="*/ 476536 h 640117"/>
                <a:gd name="connsiteX331" fmla="*/ 724438 w 1219313"/>
                <a:gd name="connsiteY331" fmla="*/ 476613 h 640117"/>
                <a:gd name="connsiteX332" fmla="*/ 719713 w 1219313"/>
                <a:gd name="connsiteY332" fmla="*/ 476769 h 640117"/>
                <a:gd name="connsiteX333" fmla="*/ 719713 w 1219313"/>
                <a:gd name="connsiteY333" fmla="*/ 479746 h 640117"/>
                <a:gd name="connsiteX334" fmla="*/ 716971 w 1219313"/>
                <a:gd name="connsiteY334" fmla="*/ 479830 h 640117"/>
                <a:gd name="connsiteX335" fmla="*/ 713434 w 1219313"/>
                <a:gd name="connsiteY335" fmla="*/ 479978 h 640117"/>
                <a:gd name="connsiteX336" fmla="*/ 711624 w 1219313"/>
                <a:gd name="connsiteY336" fmla="*/ 480029 h 640117"/>
                <a:gd name="connsiteX337" fmla="*/ 707062 w 1219313"/>
                <a:gd name="connsiteY337" fmla="*/ 480490 h 640117"/>
                <a:gd name="connsiteX338" fmla="*/ 706318 w 1219313"/>
                <a:gd name="connsiteY338" fmla="*/ 482722 h 640117"/>
                <a:gd name="connsiteX339" fmla="*/ 699946 w 1219313"/>
                <a:gd name="connsiteY339" fmla="*/ 483234 h 640117"/>
                <a:gd name="connsiteX340" fmla="*/ 698128 w 1219313"/>
                <a:gd name="connsiteY340" fmla="*/ 483311 h 640117"/>
                <a:gd name="connsiteX341" fmla="*/ 693668 w 1219313"/>
                <a:gd name="connsiteY341" fmla="*/ 483466 h 640117"/>
                <a:gd name="connsiteX342" fmla="*/ 693668 w 1219313"/>
                <a:gd name="connsiteY342" fmla="*/ 486443 h 640117"/>
                <a:gd name="connsiteX343" fmla="*/ 690927 w 1219313"/>
                <a:gd name="connsiteY343" fmla="*/ 486501 h 640117"/>
                <a:gd name="connsiteX344" fmla="*/ 687389 w 1219313"/>
                <a:gd name="connsiteY344" fmla="*/ 486629 h 640117"/>
                <a:gd name="connsiteX345" fmla="*/ 685579 w 1219313"/>
                <a:gd name="connsiteY345" fmla="*/ 486661 h 640117"/>
                <a:gd name="connsiteX346" fmla="*/ 681017 w 1219313"/>
                <a:gd name="connsiteY346" fmla="*/ 487187 h 640117"/>
                <a:gd name="connsiteX347" fmla="*/ 680273 w 1219313"/>
                <a:gd name="connsiteY347" fmla="*/ 490163 h 640117"/>
                <a:gd name="connsiteX348" fmla="*/ 674739 w 1219313"/>
                <a:gd name="connsiteY348" fmla="*/ 490303 h 640117"/>
                <a:gd name="connsiteX349" fmla="*/ 667623 w 1219313"/>
                <a:gd name="connsiteY349" fmla="*/ 490908 h 640117"/>
                <a:gd name="connsiteX350" fmla="*/ 666879 w 1219313"/>
                <a:gd name="connsiteY350" fmla="*/ 493140 h 640117"/>
                <a:gd name="connsiteX351" fmla="*/ 661344 w 1219313"/>
                <a:gd name="connsiteY351" fmla="*/ 493605 h 640117"/>
                <a:gd name="connsiteX352" fmla="*/ 654228 w 1219313"/>
                <a:gd name="connsiteY352" fmla="*/ 494628 h 640117"/>
                <a:gd name="connsiteX353" fmla="*/ 654228 w 1219313"/>
                <a:gd name="connsiteY353" fmla="*/ 496861 h 640117"/>
                <a:gd name="connsiteX354" fmla="*/ 651650 w 1219313"/>
                <a:gd name="connsiteY354" fmla="*/ 496945 h 640117"/>
                <a:gd name="connsiteX355" fmla="*/ 648322 w 1219313"/>
                <a:gd name="connsiteY355" fmla="*/ 497093 h 640117"/>
                <a:gd name="connsiteX356" fmla="*/ 646620 w 1219313"/>
                <a:gd name="connsiteY356" fmla="*/ 497144 h 640117"/>
                <a:gd name="connsiteX357" fmla="*/ 642322 w 1219313"/>
                <a:gd name="connsiteY357" fmla="*/ 497605 h 640117"/>
                <a:gd name="connsiteX358" fmla="*/ 641578 w 1219313"/>
                <a:gd name="connsiteY358" fmla="*/ 499837 h 640117"/>
                <a:gd name="connsiteX359" fmla="*/ 633933 w 1219313"/>
                <a:gd name="connsiteY359" fmla="*/ 500164 h 640117"/>
                <a:gd name="connsiteX360" fmla="*/ 629672 w 1219313"/>
                <a:gd name="connsiteY360" fmla="*/ 500581 h 640117"/>
                <a:gd name="connsiteX361" fmla="*/ 628927 w 1219313"/>
                <a:gd name="connsiteY361" fmla="*/ 503558 h 640117"/>
                <a:gd name="connsiteX362" fmla="*/ 621348 w 1219313"/>
                <a:gd name="connsiteY362" fmla="*/ 503921 h 640117"/>
                <a:gd name="connsiteX363" fmla="*/ 617021 w 1219313"/>
                <a:gd name="connsiteY363" fmla="*/ 504302 h 640117"/>
                <a:gd name="connsiteX364" fmla="*/ 615533 w 1219313"/>
                <a:gd name="connsiteY364" fmla="*/ 507279 h 640117"/>
                <a:gd name="connsiteX365" fmla="*/ 610696 w 1219313"/>
                <a:gd name="connsiteY365" fmla="*/ 507418 h 640117"/>
                <a:gd name="connsiteX366" fmla="*/ 604371 w 1219313"/>
                <a:gd name="connsiteY366" fmla="*/ 508023 h 640117"/>
                <a:gd name="connsiteX367" fmla="*/ 603627 w 1219313"/>
                <a:gd name="connsiteY367" fmla="*/ 510255 h 640117"/>
                <a:gd name="connsiteX368" fmla="*/ 596461 w 1219313"/>
                <a:gd name="connsiteY368" fmla="*/ 510582 h 640117"/>
                <a:gd name="connsiteX369" fmla="*/ 592465 w 1219313"/>
                <a:gd name="connsiteY369" fmla="*/ 510999 h 640117"/>
                <a:gd name="connsiteX370" fmla="*/ 592116 w 1219313"/>
                <a:gd name="connsiteY370" fmla="*/ 512488 h 640117"/>
                <a:gd name="connsiteX371" fmla="*/ 591720 w 1219313"/>
                <a:gd name="connsiteY371" fmla="*/ 513976 h 640117"/>
                <a:gd name="connsiteX372" fmla="*/ 585767 w 1219313"/>
                <a:gd name="connsiteY372" fmla="*/ 514395 h 640117"/>
                <a:gd name="connsiteX373" fmla="*/ 579814 w 1219313"/>
                <a:gd name="connsiteY373" fmla="*/ 514720 h 640117"/>
                <a:gd name="connsiteX374" fmla="*/ 579070 w 1219313"/>
                <a:gd name="connsiteY374" fmla="*/ 516953 h 640117"/>
                <a:gd name="connsiteX375" fmla="*/ 573442 w 1219313"/>
                <a:gd name="connsiteY375" fmla="*/ 517464 h 640117"/>
                <a:gd name="connsiteX376" fmla="*/ 571839 w 1219313"/>
                <a:gd name="connsiteY376" fmla="*/ 517541 h 640117"/>
                <a:gd name="connsiteX377" fmla="*/ 567908 w 1219313"/>
                <a:gd name="connsiteY377" fmla="*/ 517697 h 640117"/>
                <a:gd name="connsiteX378" fmla="*/ 567908 w 1219313"/>
                <a:gd name="connsiteY378" fmla="*/ 520673 h 640117"/>
                <a:gd name="connsiteX379" fmla="*/ 565330 w 1219313"/>
                <a:gd name="connsiteY379" fmla="*/ 520758 h 640117"/>
                <a:gd name="connsiteX380" fmla="*/ 562001 w 1219313"/>
                <a:gd name="connsiteY380" fmla="*/ 520906 h 640117"/>
                <a:gd name="connsiteX381" fmla="*/ 560299 w 1219313"/>
                <a:gd name="connsiteY381" fmla="*/ 520957 h 640117"/>
                <a:gd name="connsiteX382" fmla="*/ 556002 w 1219313"/>
                <a:gd name="connsiteY382" fmla="*/ 521417 h 640117"/>
                <a:gd name="connsiteX383" fmla="*/ 555258 w 1219313"/>
                <a:gd name="connsiteY383" fmla="*/ 523650 h 640117"/>
                <a:gd name="connsiteX384" fmla="*/ 548839 w 1219313"/>
                <a:gd name="connsiteY384" fmla="*/ 524440 h 640117"/>
                <a:gd name="connsiteX385" fmla="*/ 546159 w 1219313"/>
                <a:gd name="connsiteY385" fmla="*/ 524420 h 640117"/>
                <a:gd name="connsiteX386" fmla="*/ 544095 w 1219313"/>
                <a:gd name="connsiteY386" fmla="*/ 524394 h 640117"/>
                <a:gd name="connsiteX387" fmla="*/ 544095 w 1219313"/>
                <a:gd name="connsiteY387" fmla="*/ 527371 h 640117"/>
                <a:gd name="connsiteX388" fmla="*/ 532189 w 1219313"/>
                <a:gd name="connsiteY388" fmla="*/ 528115 h 640117"/>
                <a:gd name="connsiteX389" fmla="*/ 532189 w 1219313"/>
                <a:gd name="connsiteY389" fmla="*/ 531091 h 640117"/>
                <a:gd name="connsiteX390" fmla="*/ 529774 w 1219313"/>
                <a:gd name="connsiteY390" fmla="*/ 531176 h 640117"/>
                <a:gd name="connsiteX391" fmla="*/ 526655 w 1219313"/>
                <a:gd name="connsiteY391" fmla="*/ 531324 h 640117"/>
                <a:gd name="connsiteX392" fmla="*/ 525060 w 1219313"/>
                <a:gd name="connsiteY392" fmla="*/ 531375 h 640117"/>
                <a:gd name="connsiteX393" fmla="*/ 521027 w 1219313"/>
                <a:gd name="connsiteY393" fmla="*/ 531835 h 640117"/>
                <a:gd name="connsiteX394" fmla="*/ 520283 w 1219313"/>
                <a:gd name="connsiteY394" fmla="*/ 534068 h 640117"/>
                <a:gd name="connsiteX395" fmla="*/ 512263 w 1219313"/>
                <a:gd name="connsiteY395" fmla="*/ 534437 h 640117"/>
                <a:gd name="connsiteX396" fmla="*/ 509865 w 1219313"/>
                <a:gd name="connsiteY396" fmla="*/ 534812 h 640117"/>
                <a:gd name="connsiteX397" fmla="*/ 509121 w 1219313"/>
                <a:gd name="connsiteY397" fmla="*/ 536300 h 640117"/>
                <a:gd name="connsiteX398" fmla="*/ 508377 w 1219313"/>
                <a:gd name="connsiteY398" fmla="*/ 537788 h 640117"/>
                <a:gd name="connsiteX399" fmla="*/ 503121 w 1219313"/>
                <a:gd name="connsiteY399" fmla="*/ 538207 h 640117"/>
                <a:gd name="connsiteX400" fmla="*/ 497959 w 1219313"/>
                <a:gd name="connsiteY400" fmla="*/ 538533 h 640117"/>
                <a:gd name="connsiteX401" fmla="*/ 497215 w 1219313"/>
                <a:gd name="connsiteY401" fmla="*/ 540765 h 640117"/>
                <a:gd name="connsiteX402" fmla="*/ 492843 w 1219313"/>
                <a:gd name="connsiteY402" fmla="*/ 541230 h 640117"/>
                <a:gd name="connsiteX403" fmla="*/ 486052 w 1219313"/>
                <a:gd name="connsiteY403" fmla="*/ 542253 h 640117"/>
                <a:gd name="connsiteX404" fmla="*/ 486052 w 1219313"/>
                <a:gd name="connsiteY404" fmla="*/ 544486 h 640117"/>
                <a:gd name="connsiteX405" fmla="*/ 474890 w 1219313"/>
                <a:gd name="connsiteY405" fmla="*/ 545230 h 640117"/>
                <a:gd name="connsiteX406" fmla="*/ 474890 w 1219313"/>
                <a:gd name="connsiteY406" fmla="*/ 548206 h 640117"/>
                <a:gd name="connsiteX407" fmla="*/ 472638 w 1219313"/>
                <a:gd name="connsiteY407" fmla="*/ 548291 h 640117"/>
                <a:gd name="connsiteX408" fmla="*/ 469728 w 1219313"/>
                <a:gd name="connsiteY408" fmla="*/ 548439 h 640117"/>
                <a:gd name="connsiteX409" fmla="*/ 466824 w 1219313"/>
                <a:gd name="connsiteY409" fmla="*/ 548570 h 640117"/>
                <a:gd name="connsiteX410" fmla="*/ 464472 w 1219313"/>
                <a:gd name="connsiteY410" fmla="*/ 548951 h 640117"/>
                <a:gd name="connsiteX411" fmla="*/ 463728 w 1219313"/>
                <a:gd name="connsiteY411" fmla="*/ 551183 h 640117"/>
                <a:gd name="connsiteX412" fmla="*/ 459310 w 1219313"/>
                <a:gd name="connsiteY412" fmla="*/ 551648 h 640117"/>
                <a:gd name="connsiteX413" fmla="*/ 453310 w 1219313"/>
                <a:gd name="connsiteY413" fmla="*/ 552671 h 640117"/>
                <a:gd name="connsiteX414" fmla="*/ 453310 w 1219313"/>
                <a:gd name="connsiteY414" fmla="*/ 554904 h 640117"/>
                <a:gd name="connsiteX415" fmla="*/ 451057 w 1219313"/>
                <a:gd name="connsiteY415" fmla="*/ 554988 h 640117"/>
                <a:gd name="connsiteX416" fmla="*/ 448148 w 1219313"/>
                <a:gd name="connsiteY416" fmla="*/ 555136 h 640117"/>
                <a:gd name="connsiteX417" fmla="*/ 445244 w 1219313"/>
                <a:gd name="connsiteY417" fmla="*/ 555267 h 640117"/>
                <a:gd name="connsiteX418" fmla="*/ 442892 w 1219313"/>
                <a:gd name="connsiteY418" fmla="*/ 555648 h 640117"/>
                <a:gd name="connsiteX419" fmla="*/ 442148 w 1219313"/>
                <a:gd name="connsiteY419" fmla="*/ 557880 h 640117"/>
                <a:gd name="connsiteX420" fmla="*/ 437730 w 1219313"/>
                <a:gd name="connsiteY420" fmla="*/ 558345 h 640117"/>
                <a:gd name="connsiteX421" fmla="*/ 431730 w 1219313"/>
                <a:gd name="connsiteY421" fmla="*/ 559369 h 640117"/>
                <a:gd name="connsiteX422" fmla="*/ 430986 w 1219313"/>
                <a:gd name="connsiteY422" fmla="*/ 561601 h 640117"/>
                <a:gd name="connsiteX423" fmla="*/ 423548 w 1219313"/>
                <a:gd name="connsiteY423" fmla="*/ 561970 h 640117"/>
                <a:gd name="connsiteX424" fmla="*/ 421312 w 1219313"/>
                <a:gd name="connsiteY424" fmla="*/ 562345 h 640117"/>
                <a:gd name="connsiteX425" fmla="*/ 420594 w 1219313"/>
                <a:gd name="connsiteY425" fmla="*/ 563848 h 640117"/>
                <a:gd name="connsiteX426" fmla="*/ 419824 w 1219313"/>
                <a:gd name="connsiteY426" fmla="*/ 565322 h 640117"/>
                <a:gd name="connsiteX427" fmla="*/ 414522 w 1219313"/>
                <a:gd name="connsiteY427" fmla="*/ 565508 h 640117"/>
                <a:gd name="connsiteX428" fmla="*/ 411633 w 1219313"/>
                <a:gd name="connsiteY428" fmla="*/ 565426 h 640117"/>
                <a:gd name="connsiteX429" fmla="*/ 409406 w 1219313"/>
                <a:gd name="connsiteY429" fmla="*/ 565322 h 640117"/>
                <a:gd name="connsiteX430" fmla="*/ 409406 w 1219313"/>
                <a:gd name="connsiteY430" fmla="*/ 568298 h 640117"/>
                <a:gd name="connsiteX431" fmla="*/ 407316 w 1219313"/>
                <a:gd name="connsiteY431" fmla="*/ 568356 h 640117"/>
                <a:gd name="connsiteX432" fmla="*/ 404616 w 1219313"/>
                <a:gd name="connsiteY432" fmla="*/ 568484 h 640117"/>
                <a:gd name="connsiteX433" fmla="*/ 401921 w 1219313"/>
                <a:gd name="connsiteY433" fmla="*/ 568589 h 640117"/>
                <a:gd name="connsiteX434" fmla="*/ 399732 w 1219313"/>
                <a:gd name="connsiteY434" fmla="*/ 569042 h 640117"/>
                <a:gd name="connsiteX435" fmla="*/ 399383 w 1219313"/>
                <a:gd name="connsiteY435" fmla="*/ 570554 h 640117"/>
                <a:gd name="connsiteX436" fmla="*/ 398988 w 1219313"/>
                <a:gd name="connsiteY436" fmla="*/ 572019 h 640117"/>
                <a:gd name="connsiteX437" fmla="*/ 393732 w 1219313"/>
                <a:gd name="connsiteY437" fmla="*/ 572205 h 640117"/>
                <a:gd name="connsiteX438" fmla="*/ 390823 w 1219313"/>
                <a:gd name="connsiteY438" fmla="*/ 572124 h 640117"/>
                <a:gd name="connsiteX439" fmla="*/ 388570 w 1219313"/>
                <a:gd name="connsiteY439" fmla="*/ 572019 h 640117"/>
                <a:gd name="connsiteX440" fmla="*/ 388570 w 1219313"/>
                <a:gd name="connsiteY440" fmla="*/ 574996 h 640117"/>
                <a:gd name="connsiteX441" fmla="*/ 378152 w 1219313"/>
                <a:gd name="connsiteY441" fmla="*/ 575740 h 640117"/>
                <a:gd name="connsiteX442" fmla="*/ 378152 w 1219313"/>
                <a:gd name="connsiteY442" fmla="*/ 578716 h 640117"/>
                <a:gd name="connsiteX443" fmla="*/ 366990 w 1219313"/>
                <a:gd name="connsiteY443" fmla="*/ 579460 h 640117"/>
                <a:gd name="connsiteX444" fmla="*/ 366990 w 1219313"/>
                <a:gd name="connsiteY444" fmla="*/ 582437 h 640117"/>
                <a:gd name="connsiteX445" fmla="*/ 365063 w 1219313"/>
                <a:gd name="connsiteY445" fmla="*/ 582521 h 640117"/>
                <a:gd name="connsiteX446" fmla="*/ 362572 w 1219313"/>
                <a:gd name="connsiteY446" fmla="*/ 582669 h 640117"/>
                <a:gd name="connsiteX447" fmla="*/ 360086 w 1219313"/>
                <a:gd name="connsiteY447" fmla="*/ 582800 h 640117"/>
                <a:gd name="connsiteX448" fmla="*/ 358060 w 1219313"/>
                <a:gd name="connsiteY448" fmla="*/ 583181 h 640117"/>
                <a:gd name="connsiteX449" fmla="*/ 357316 w 1219313"/>
                <a:gd name="connsiteY449" fmla="*/ 585413 h 640117"/>
                <a:gd name="connsiteX450" fmla="*/ 351689 w 1219313"/>
                <a:gd name="connsiteY450" fmla="*/ 585925 h 640117"/>
                <a:gd name="connsiteX451" fmla="*/ 350085 w 1219313"/>
                <a:gd name="connsiteY451" fmla="*/ 586002 h 640117"/>
                <a:gd name="connsiteX452" fmla="*/ 346154 w 1219313"/>
                <a:gd name="connsiteY452" fmla="*/ 586158 h 640117"/>
                <a:gd name="connsiteX453" fmla="*/ 346154 w 1219313"/>
                <a:gd name="connsiteY453" fmla="*/ 589134 h 640117"/>
                <a:gd name="connsiteX454" fmla="*/ 334992 w 1219313"/>
                <a:gd name="connsiteY454" fmla="*/ 589878 h 640117"/>
                <a:gd name="connsiteX455" fmla="*/ 334992 w 1219313"/>
                <a:gd name="connsiteY455" fmla="*/ 592111 h 640117"/>
                <a:gd name="connsiteX456" fmla="*/ 324574 w 1219313"/>
                <a:gd name="connsiteY456" fmla="*/ 592855 h 640117"/>
                <a:gd name="connsiteX457" fmla="*/ 324574 w 1219313"/>
                <a:gd name="connsiteY457" fmla="*/ 595831 h 640117"/>
                <a:gd name="connsiteX458" fmla="*/ 322158 w 1219313"/>
                <a:gd name="connsiteY458" fmla="*/ 595890 h 640117"/>
                <a:gd name="connsiteX459" fmla="*/ 319039 w 1219313"/>
                <a:gd name="connsiteY459" fmla="*/ 596017 h 640117"/>
                <a:gd name="connsiteX460" fmla="*/ 317445 w 1219313"/>
                <a:gd name="connsiteY460" fmla="*/ 596049 h 640117"/>
                <a:gd name="connsiteX461" fmla="*/ 313412 w 1219313"/>
                <a:gd name="connsiteY461" fmla="*/ 596576 h 640117"/>
                <a:gd name="connsiteX462" fmla="*/ 312668 w 1219313"/>
                <a:gd name="connsiteY462" fmla="*/ 599552 h 640117"/>
                <a:gd name="connsiteX463" fmla="*/ 309040 w 1219313"/>
                <a:gd name="connsiteY463" fmla="*/ 599692 h 640117"/>
                <a:gd name="connsiteX464" fmla="*/ 302994 w 1219313"/>
                <a:gd name="connsiteY464" fmla="*/ 600296 h 640117"/>
                <a:gd name="connsiteX465" fmla="*/ 302994 w 1219313"/>
                <a:gd name="connsiteY465" fmla="*/ 602529 h 640117"/>
                <a:gd name="connsiteX466" fmla="*/ 300578 w 1219313"/>
                <a:gd name="connsiteY466" fmla="*/ 602587 h 640117"/>
                <a:gd name="connsiteX467" fmla="*/ 297459 w 1219313"/>
                <a:gd name="connsiteY467" fmla="*/ 602715 h 640117"/>
                <a:gd name="connsiteX468" fmla="*/ 295865 w 1219313"/>
                <a:gd name="connsiteY468" fmla="*/ 602747 h 640117"/>
                <a:gd name="connsiteX469" fmla="*/ 291832 w 1219313"/>
                <a:gd name="connsiteY469" fmla="*/ 603273 h 640117"/>
                <a:gd name="connsiteX470" fmla="*/ 291483 w 1219313"/>
                <a:gd name="connsiteY470" fmla="*/ 604784 h 640117"/>
                <a:gd name="connsiteX471" fmla="*/ 291088 w 1219313"/>
                <a:gd name="connsiteY471" fmla="*/ 606249 h 640117"/>
                <a:gd name="connsiteX472" fmla="*/ 285088 w 1219313"/>
                <a:gd name="connsiteY472" fmla="*/ 606435 h 640117"/>
                <a:gd name="connsiteX473" fmla="*/ 283377 w 1219313"/>
                <a:gd name="connsiteY473" fmla="*/ 606395 h 640117"/>
                <a:gd name="connsiteX474" fmla="*/ 279181 w 1219313"/>
                <a:gd name="connsiteY474" fmla="*/ 606249 h 640117"/>
                <a:gd name="connsiteX475" fmla="*/ 279181 w 1219313"/>
                <a:gd name="connsiteY475" fmla="*/ 609226 h 640117"/>
                <a:gd name="connsiteX476" fmla="*/ 276929 w 1219313"/>
                <a:gd name="connsiteY476" fmla="*/ 609284 h 640117"/>
                <a:gd name="connsiteX477" fmla="*/ 274019 w 1219313"/>
                <a:gd name="connsiteY477" fmla="*/ 609412 h 640117"/>
                <a:gd name="connsiteX478" fmla="*/ 271115 w 1219313"/>
                <a:gd name="connsiteY478" fmla="*/ 609517 h 640117"/>
                <a:gd name="connsiteX479" fmla="*/ 268763 w 1219313"/>
                <a:gd name="connsiteY479" fmla="*/ 609970 h 640117"/>
                <a:gd name="connsiteX480" fmla="*/ 268412 w 1219313"/>
                <a:gd name="connsiteY480" fmla="*/ 611467 h 640117"/>
                <a:gd name="connsiteX481" fmla="*/ 268019 w 1219313"/>
                <a:gd name="connsiteY481" fmla="*/ 612947 h 640117"/>
                <a:gd name="connsiteX482" fmla="*/ 262438 w 1219313"/>
                <a:gd name="connsiteY482" fmla="*/ 613365 h 640117"/>
                <a:gd name="connsiteX483" fmla="*/ 256857 w 1219313"/>
                <a:gd name="connsiteY483" fmla="*/ 613691 h 640117"/>
                <a:gd name="connsiteX484" fmla="*/ 256113 w 1219313"/>
                <a:gd name="connsiteY484" fmla="*/ 615923 h 640117"/>
                <a:gd name="connsiteX485" fmla="*/ 251834 w 1219313"/>
                <a:gd name="connsiteY485" fmla="*/ 616435 h 640117"/>
                <a:gd name="connsiteX486" fmla="*/ 249474 w 1219313"/>
                <a:gd name="connsiteY486" fmla="*/ 616583 h 640117"/>
                <a:gd name="connsiteX487" fmla="*/ 243463 w 1219313"/>
                <a:gd name="connsiteY487" fmla="*/ 616667 h 640117"/>
                <a:gd name="connsiteX488" fmla="*/ 243463 w 1219313"/>
                <a:gd name="connsiteY488" fmla="*/ 619644 h 640117"/>
                <a:gd name="connsiteX489" fmla="*/ 231556 w 1219313"/>
                <a:gd name="connsiteY489" fmla="*/ 620388 h 640117"/>
                <a:gd name="connsiteX490" fmla="*/ 231556 w 1219313"/>
                <a:gd name="connsiteY490" fmla="*/ 623365 h 640117"/>
                <a:gd name="connsiteX491" fmla="*/ 228978 w 1219313"/>
                <a:gd name="connsiteY491" fmla="*/ 623449 h 640117"/>
                <a:gd name="connsiteX492" fmla="*/ 225650 w 1219313"/>
                <a:gd name="connsiteY492" fmla="*/ 623597 h 640117"/>
                <a:gd name="connsiteX493" fmla="*/ 223948 w 1219313"/>
                <a:gd name="connsiteY493" fmla="*/ 623648 h 640117"/>
                <a:gd name="connsiteX494" fmla="*/ 219650 w 1219313"/>
                <a:gd name="connsiteY494" fmla="*/ 624109 h 640117"/>
                <a:gd name="connsiteX495" fmla="*/ 218906 w 1219313"/>
                <a:gd name="connsiteY495" fmla="*/ 626341 h 640117"/>
                <a:gd name="connsiteX496" fmla="*/ 213371 w 1219313"/>
                <a:gd name="connsiteY496" fmla="*/ 626806 h 640117"/>
                <a:gd name="connsiteX497" fmla="*/ 206256 w 1219313"/>
                <a:gd name="connsiteY497" fmla="*/ 627829 h 640117"/>
                <a:gd name="connsiteX498" fmla="*/ 206256 w 1219313"/>
                <a:gd name="connsiteY498" fmla="*/ 630062 h 640117"/>
                <a:gd name="connsiteX499" fmla="*/ 203703 w 1219313"/>
                <a:gd name="connsiteY499" fmla="*/ 630146 h 640117"/>
                <a:gd name="connsiteX500" fmla="*/ 200395 w 1219313"/>
                <a:gd name="connsiteY500" fmla="*/ 630294 h 640117"/>
                <a:gd name="connsiteX501" fmla="*/ 198712 w 1219313"/>
                <a:gd name="connsiteY501" fmla="*/ 630345 h 640117"/>
                <a:gd name="connsiteX502" fmla="*/ 194349 w 1219313"/>
                <a:gd name="connsiteY502" fmla="*/ 630806 h 640117"/>
                <a:gd name="connsiteX503" fmla="*/ 192861 w 1219313"/>
                <a:gd name="connsiteY503" fmla="*/ 633038 h 640117"/>
                <a:gd name="connsiteX504" fmla="*/ 185725 w 1219313"/>
                <a:gd name="connsiteY504" fmla="*/ 633365 h 640117"/>
                <a:gd name="connsiteX505" fmla="*/ 181699 w 1219313"/>
                <a:gd name="connsiteY505" fmla="*/ 633783 h 640117"/>
                <a:gd name="connsiteX506" fmla="*/ 180987 w 1219313"/>
                <a:gd name="connsiteY506" fmla="*/ 635273 h 640117"/>
                <a:gd name="connsiteX507" fmla="*/ 180211 w 1219313"/>
                <a:gd name="connsiteY507" fmla="*/ 636759 h 640117"/>
                <a:gd name="connsiteX508" fmla="*/ 177161 w 1219313"/>
                <a:gd name="connsiteY508" fmla="*/ 637108 h 640117"/>
                <a:gd name="connsiteX509" fmla="*/ 175355 w 1219313"/>
                <a:gd name="connsiteY509" fmla="*/ 637140 h 640117"/>
                <a:gd name="connsiteX510" fmla="*/ 173467 w 1219313"/>
                <a:gd name="connsiteY510" fmla="*/ 637131 h 640117"/>
                <a:gd name="connsiteX511" fmla="*/ 166816 w 1219313"/>
                <a:gd name="connsiteY511" fmla="*/ 637503 h 640117"/>
                <a:gd name="connsiteX512" fmla="*/ 166497 w 1219313"/>
                <a:gd name="connsiteY512" fmla="*/ 638989 h 640117"/>
                <a:gd name="connsiteX513" fmla="*/ 166072 w 1219313"/>
                <a:gd name="connsiteY513" fmla="*/ 640480 h 640117"/>
                <a:gd name="connsiteX514" fmla="*/ 162281 w 1219313"/>
                <a:gd name="connsiteY514" fmla="*/ 640875 h 640117"/>
                <a:gd name="connsiteX515" fmla="*/ 159959 w 1219313"/>
                <a:gd name="connsiteY515" fmla="*/ 640887 h 640117"/>
                <a:gd name="connsiteX516" fmla="*/ 157514 w 1219313"/>
                <a:gd name="connsiteY516" fmla="*/ 640852 h 640117"/>
                <a:gd name="connsiteX517" fmla="*/ 155070 w 1219313"/>
                <a:gd name="connsiteY517" fmla="*/ 640887 h 640117"/>
                <a:gd name="connsiteX518" fmla="*/ 152747 w 1219313"/>
                <a:gd name="connsiteY518" fmla="*/ 640875 h 640117"/>
                <a:gd name="connsiteX519" fmla="*/ 150600 w 1219313"/>
                <a:gd name="connsiteY519" fmla="*/ 640865 h 640117"/>
                <a:gd name="connsiteX520" fmla="*/ 148957 w 1219313"/>
                <a:gd name="connsiteY520" fmla="*/ 640480 h 640117"/>
                <a:gd name="connsiteX521" fmla="*/ 148213 w 1219313"/>
                <a:gd name="connsiteY521" fmla="*/ 637503 h 640117"/>
                <a:gd name="connsiteX522" fmla="*/ 145236 w 1219313"/>
                <a:gd name="connsiteY522" fmla="*/ 636015 h 640117"/>
                <a:gd name="connsiteX523" fmla="*/ 138539 w 1219313"/>
                <a:gd name="connsiteY523" fmla="*/ 626341 h 640117"/>
                <a:gd name="connsiteX524" fmla="*/ 136306 w 1219313"/>
                <a:gd name="connsiteY524" fmla="*/ 625597 h 640117"/>
                <a:gd name="connsiteX525" fmla="*/ 135934 w 1219313"/>
                <a:gd name="connsiteY525" fmla="*/ 624062 h 640117"/>
                <a:gd name="connsiteX526" fmla="*/ 135562 w 1219313"/>
                <a:gd name="connsiteY526" fmla="*/ 622620 h 640117"/>
                <a:gd name="connsiteX527" fmla="*/ 133330 w 1219313"/>
                <a:gd name="connsiteY527" fmla="*/ 622620 h 640117"/>
                <a:gd name="connsiteX528" fmla="*/ 131841 w 1219313"/>
                <a:gd name="connsiteY528" fmla="*/ 619644 h 640117"/>
                <a:gd name="connsiteX529" fmla="*/ 130353 w 1219313"/>
                <a:gd name="connsiteY529" fmla="*/ 618900 h 640117"/>
                <a:gd name="connsiteX530" fmla="*/ 130353 w 1219313"/>
                <a:gd name="connsiteY530" fmla="*/ 615923 h 640117"/>
                <a:gd name="connsiteX531" fmla="*/ 128121 w 1219313"/>
                <a:gd name="connsiteY531" fmla="*/ 615923 h 640117"/>
                <a:gd name="connsiteX532" fmla="*/ 126632 w 1219313"/>
                <a:gd name="connsiteY532" fmla="*/ 612947 h 640117"/>
                <a:gd name="connsiteX533" fmla="*/ 125144 w 1219313"/>
                <a:gd name="connsiteY533" fmla="*/ 612203 h 640117"/>
                <a:gd name="connsiteX534" fmla="*/ 123656 w 1219313"/>
                <a:gd name="connsiteY534" fmla="*/ 609226 h 640117"/>
                <a:gd name="connsiteX535" fmla="*/ 122168 w 1219313"/>
                <a:gd name="connsiteY535" fmla="*/ 608482 h 640117"/>
                <a:gd name="connsiteX536" fmla="*/ 121423 w 1219313"/>
                <a:gd name="connsiteY536" fmla="*/ 606249 h 640117"/>
                <a:gd name="connsiteX537" fmla="*/ 119191 w 1219313"/>
                <a:gd name="connsiteY537" fmla="*/ 604017 h 640117"/>
                <a:gd name="connsiteX538" fmla="*/ 116215 w 1219313"/>
                <a:gd name="connsiteY538" fmla="*/ 599552 h 640117"/>
                <a:gd name="connsiteX539" fmla="*/ 113982 w 1219313"/>
                <a:gd name="connsiteY539" fmla="*/ 598064 h 640117"/>
                <a:gd name="connsiteX540" fmla="*/ 113238 w 1219313"/>
                <a:gd name="connsiteY540" fmla="*/ 595831 h 640117"/>
                <a:gd name="connsiteX541" fmla="*/ 112075 w 1219313"/>
                <a:gd name="connsiteY541" fmla="*/ 594669 h 640117"/>
                <a:gd name="connsiteX542" fmla="*/ 111006 w 1219313"/>
                <a:gd name="connsiteY542" fmla="*/ 592111 h 640117"/>
                <a:gd name="connsiteX543" fmla="*/ 108773 w 1219313"/>
                <a:gd name="connsiteY543" fmla="*/ 591367 h 640117"/>
                <a:gd name="connsiteX544" fmla="*/ 108029 w 1219313"/>
                <a:gd name="connsiteY544" fmla="*/ 589134 h 640117"/>
                <a:gd name="connsiteX545" fmla="*/ 105797 w 1219313"/>
                <a:gd name="connsiteY545" fmla="*/ 587646 h 640117"/>
                <a:gd name="connsiteX546" fmla="*/ 102820 w 1219313"/>
                <a:gd name="connsiteY546" fmla="*/ 581693 h 640117"/>
                <a:gd name="connsiteX547" fmla="*/ 100588 w 1219313"/>
                <a:gd name="connsiteY547" fmla="*/ 580949 h 640117"/>
                <a:gd name="connsiteX548" fmla="*/ 99099 w 1219313"/>
                <a:gd name="connsiteY548" fmla="*/ 577972 h 640117"/>
                <a:gd name="connsiteX549" fmla="*/ 97611 w 1219313"/>
                <a:gd name="connsiteY549" fmla="*/ 577228 h 640117"/>
                <a:gd name="connsiteX550" fmla="*/ 94634 w 1219313"/>
                <a:gd name="connsiteY550" fmla="*/ 571042 h 640117"/>
                <a:gd name="connsiteX551" fmla="*/ 91658 w 1219313"/>
                <a:gd name="connsiteY551" fmla="*/ 569042 h 640117"/>
                <a:gd name="connsiteX552" fmla="*/ 90914 w 1219313"/>
                <a:gd name="connsiteY552" fmla="*/ 565322 h 640117"/>
                <a:gd name="connsiteX553" fmla="*/ 89425 w 1219313"/>
                <a:gd name="connsiteY553" fmla="*/ 564578 h 640117"/>
                <a:gd name="connsiteX554" fmla="*/ 89100 w 1219313"/>
                <a:gd name="connsiteY554" fmla="*/ 563136 h 640117"/>
                <a:gd name="connsiteX555" fmla="*/ 86449 w 1219313"/>
                <a:gd name="connsiteY555" fmla="*/ 560113 h 640117"/>
                <a:gd name="connsiteX556" fmla="*/ 85705 w 1219313"/>
                <a:gd name="connsiteY556" fmla="*/ 557880 h 640117"/>
                <a:gd name="connsiteX557" fmla="*/ 84542 w 1219313"/>
                <a:gd name="connsiteY557" fmla="*/ 556718 h 640117"/>
                <a:gd name="connsiteX558" fmla="*/ 83472 w 1219313"/>
                <a:gd name="connsiteY558" fmla="*/ 554160 h 640117"/>
                <a:gd name="connsiteX559" fmla="*/ 81240 w 1219313"/>
                <a:gd name="connsiteY559" fmla="*/ 553415 h 640117"/>
                <a:gd name="connsiteX560" fmla="*/ 79752 w 1219313"/>
                <a:gd name="connsiteY560" fmla="*/ 549695 h 640117"/>
                <a:gd name="connsiteX561" fmla="*/ 78263 w 1219313"/>
                <a:gd name="connsiteY561" fmla="*/ 548951 h 640117"/>
                <a:gd name="connsiteX562" fmla="*/ 77519 w 1219313"/>
                <a:gd name="connsiteY562" fmla="*/ 545230 h 640117"/>
                <a:gd name="connsiteX563" fmla="*/ 76031 w 1219313"/>
                <a:gd name="connsiteY563" fmla="*/ 544486 h 640117"/>
                <a:gd name="connsiteX564" fmla="*/ 74543 w 1219313"/>
                <a:gd name="connsiteY564" fmla="*/ 540765 h 640117"/>
                <a:gd name="connsiteX565" fmla="*/ 73054 w 1219313"/>
                <a:gd name="connsiteY565" fmla="*/ 540021 h 640117"/>
                <a:gd name="connsiteX566" fmla="*/ 71566 w 1219313"/>
                <a:gd name="connsiteY566" fmla="*/ 537044 h 640117"/>
                <a:gd name="connsiteX567" fmla="*/ 70078 w 1219313"/>
                <a:gd name="connsiteY567" fmla="*/ 536300 h 640117"/>
                <a:gd name="connsiteX568" fmla="*/ 69334 w 1219313"/>
                <a:gd name="connsiteY568" fmla="*/ 531835 h 640117"/>
                <a:gd name="connsiteX569" fmla="*/ 67101 w 1219313"/>
                <a:gd name="connsiteY569" fmla="*/ 531835 h 640117"/>
                <a:gd name="connsiteX570" fmla="*/ 67101 w 1219313"/>
                <a:gd name="connsiteY570" fmla="*/ 527371 h 640117"/>
                <a:gd name="connsiteX571" fmla="*/ 64869 w 1219313"/>
                <a:gd name="connsiteY571" fmla="*/ 527371 h 640117"/>
                <a:gd name="connsiteX572" fmla="*/ 64636 w 1219313"/>
                <a:gd name="connsiteY572" fmla="*/ 525185 h 640117"/>
                <a:gd name="connsiteX573" fmla="*/ 64125 w 1219313"/>
                <a:gd name="connsiteY573" fmla="*/ 522906 h 640117"/>
                <a:gd name="connsiteX574" fmla="*/ 61892 w 1219313"/>
                <a:gd name="connsiteY574" fmla="*/ 522162 h 640117"/>
                <a:gd name="connsiteX575" fmla="*/ 61520 w 1219313"/>
                <a:gd name="connsiteY575" fmla="*/ 520255 h 640117"/>
                <a:gd name="connsiteX576" fmla="*/ 61148 w 1219313"/>
                <a:gd name="connsiteY576" fmla="*/ 518441 h 640117"/>
                <a:gd name="connsiteX577" fmla="*/ 58916 w 1219313"/>
                <a:gd name="connsiteY577" fmla="*/ 518441 h 640117"/>
                <a:gd name="connsiteX578" fmla="*/ 59055 w 1219313"/>
                <a:gd name="connsiteY578" fmla="*/ 515883 h 640117"/>
                <a:gd name="connsiteX579" fmla="*/ 58916 w 1219313"/>
                <a:gd name="connsiteY579" fmla="*/ 513232 h 640117"/>
                <a:gd name="connsiteX580" fmla="*/ 56683 w 1219313"/>
                <a:gd name="connsiteY580" fmla="*/ 512488 h 640117"/>
                <a:gd name="connsiteX581" fmla="*/ 55195 w 1219313"/>
                <a:gd name="connsiteY581" fmla="*/ 508767 h 640117"/>
                <a:gd name="connsiteX582" fmla="*/ 53707 w 1219313"/>
                <a:gd name="connsiteY582" fmla="*/ 508023 h 640117"/>
                <a:gd name="connsiteX583" fmla="*/ 52218 w 1219313"/>
                <a:gd name="connsiteY583" fmla="*/ 503558 h 640117"/>
                <a:gd name="connsiteX584" fmla="*/ 50730 w 1219313"/>
                <a:gd name="connsiteY584" fmla="*/ 502814 h 640117"/>
                <a:gd name="connsiteX585" fmla="*/ 50405 w 1219313"/>
                <a:gd name="connsiteY585" fmla="*/ 501047 h 640117"/>
                <a:gd name="connsiteX586" fmla="*/ 48823 w 1219313"/>
                <a:gd name="connsiteY586" fmla="*/ 497977 h 640117"/>
                <a:gd name="connsiteX587" fmla="*/ 47614 w 1219313"/>
                <a:gd name="connsiteY587" fmla="*/ 494861 h 640117"/>
                <a:gd name="connsiteX588" fmla="*/ 47754 w 1219313"/>
                <a:gd name="connsiteY588" fmla="*/ 493140 h 640117"/>
                <a:gd name="connsiteX589" fmla="*/ 45521 w 1219313"/>
                <a:gd name="connsiteY589" fmla="*/ 493140 h 640117"/>
                <a:gd name="connsiteX590" fmla="*/ 44033 w 1219313"/>
                <a:gd name="connsiteY590" fmla="*/ 488675 h 640117"/>
                <a:gd name="connsiteX591" fmla="*/ 42545 w 1219313"/>
                <a:gd name="connsiteY591" fmla="*/ 487931 h 640117"/>
                <a:gd name="connsiteX592" fmla="*/ 41800 w 1219313"/>
                <a:gd name="connsiteY592" fmla="*/ 483466 h 640117"/>
                <a:gd name="connsiteX593" fmla="*/ 40312 w 1219313"/>
                <a:gd name="connsiteY593" fmla="*/ 482722 h 640117"/>
                <a:gd name="connsiteX594" fmla="*/ 38824 w 1219313"/>
                <a:gd name="connsiteY594" fmla="*/ 478257 h 640117"/>
                <a:gd name="connsiteX595" fmla="*/ 37336 w 1219313"/>
                <a:gd name="connsiteY595" fmla="*/ 477513 h 640117"/>
                <a:gd name="connsiteX596" fmla="*/ 36591 w 1219313"/>
                <a:gd name="connsiteY596" fmla="*/ 472304 h 640117"/>
                <a:gd name="connsiteX597" fmla="*/ 34359 w 1219313"/>
                <a:gd name="connsiteY597" fmla="*/ 472304 h 640117"/>
                <a:gd name="connsiteX598" fmla="*/ 34126 w 1219313"/>
                <a:gd name="connsiteY598" fmla="*/ 469793 h 640117"/>
                <a:gd name="connsiteX599" fmla="*/ 33615 w 1219313"/>
                <a:gd name="connsiteY599" fmla="*/ 467095 h 640117"/>
                <a:gd name="connsiteX600" fmla="*/ 31382 w 1219313"/>
                <a:gd name="connsiteY600" fmla="*/ 465607 h 640117"/>
                <a:gd name="connsiteX601" fmla="*/ 31382 w 1219313"/>
                <a:gd name="connsiteY601" fmla="*/ 461142 h 640117"/>
                <a:gd name="connsiteX602" fmla="*/ 29150 w 1219313"/>
                <a:gd name="connsiteY602" fmla="*/ 461142 h 640117"/>
                <a:gd name="connsiteX603" fmla="*/ 28406 w 1219313"/>
                <a:gd name="connsiteY603" fmla="*/ 455189 h 640117"/>
                <a:gd name="connsiteX604" fmla="*/ 26173 w 1219313"/>
                <a:gd name="connsiteY604" fmla="*/ 455189 h 640117"/>
                <a:gd name="connsiteX605" fmla="*/ 25941 w 1219313"/>
                <a:gd name="connsiteY605" fmla="*/ 452677 h 640117"/>
                <a:gd name="connsiteX606" fmla="*/ 25429 w 1219313"/>
                <a:gd name="connsiteY606" fmla="*/ 449980 h 640117"/>
                <a:gd name="connsiteX607" fmla="*/ 23197 w 1219313"/>
                <a:gd name="connsiteY607" fmla="*/ 448492 h 640117"/>
                <a:gd name="connsiteX608" fmla="*/ 23197 w 1219313"/>
                <a:gd name="connsiteY608" fmla="*/ 443283 h 640117"/>
                <a:gd name="connsiteX609" fmla="*/ 20965 w 1219313"/>
                <a:gd name="connsiteY609" fmla="*/ 443283 h 640117"/>
                <a:gd name="connsiteX610" fmla="*/ 20732 w 1219313"/>
                <a:gd name="connsiteY610" fmla="*/ 440725 h 640117"/>
                <a:gd name="connsiteX611" fmla="*/ 20220 w 1219313"/>
                <a:gd name="connsiteY611" fmla="*/ 438074 h 640117"/>
                <a:gd name="connsiteX612" fmla="*/ 17988 w 1219313"/>
                <a:gd name="connsiteY612" fmla="*/ 437329 h 640117"/>
                <a:gd name="connsiteX613" fmla="*/ 17546 w 1219313"/>
                <a:gd name="connsiteY613" fmla="*/ 432725 h 640117"/>
                <a:gd name="connsiteX614" fmla="*/ 17244 w 1219313"/>
                <a:gd name="connsiteY614" fmla="*/ 431376 h 640117"/>
                <a:gd name="connsiteX615" fmla="*/ 15011 w 1219313"/>
                <a:gd name="connsiteY615" fmla="*/ 430632 h 640117"/>
                <a:gd name="connsiteX616" fmla="*/ 14872 w 1219313"/>
                <a:gd name="connsiteY616" fmla="*/ 427237 h 640117"/>
                <a:gd name="connsiteX617" fmla="*/ 14933 w 1219313"/>
                <a:gd name="connsiteY617" fmla="*/ 425374 h 640117"/>
                <a:gd name="connsiteX618" fmla="*/ 15011 w 1219313"/>
                <a:gd name="connsiteY618" fmla="*/ 423935 h 640117"/>
                <a:gd name="connsiteX619" fmla="*/ 12779 w 1219313"/>
                <a:gd name="connsiteY619" fmla="*/ 423935 h 640117"/>
                <a:gd name="connsiteX620" fmla="*/ 12416 w 1219313"/>
                <a:gd name="connsiteY620" fmla="*/ 419357 h 640117"/>
                <a:gd name="connsiteX621" fmla="*/ 12035 w 1219313"/>
                <a:gd name="connsiteY621" fmla="*/ 417982 h 640117"/>
                <a:gd name="connsiteX622" fmla="*/ 9802 w 1219313"/>
                <a:gd name="connsiteY622" fmla="*/ 417238 h 640117"/>
                <a:gd name="connsiteX623" fmla="*/ 9361 w 1219313"/>
                <a:gd name="connsiteY623" fmla="*/ 412052 h 640117"/>
                <a:gd name="connsiteX624" fmla="*/ 9058 w 1219313"/>
                <a:gd name="connsiteY624" fmla="*/ 410540 h 640117"/>
                <a:gd name="connsiteX625" fmla="*/ 6826 w 1219313"/>
                <a:gd name="connsiteY625" fmla="*/ 409796 h 640117"/>
                <a:gd name="connsiteX626" fmla="*/ 6407 w 1219313"/>
                <a:gd name="connsiteY626" fmla="*/ 406448 h 640117"/>
                <a:gd name="connsiteX627" fmla="*/ 6082 w 1219313"/>
                <a:gd name="connsiteY627" fmla="*/ 403099 h 640117"/>
                <a:gd name="connsiteX628" fmla="*/ 4593 w 1219313"/>
                <a:gd name="connsiteY628" fmla="*/ 402355 h 640117"/>
                <a:gd name="connsiteX629" fmla="*/ 3524 w 1219313"/>
                <a:gd name="connsiteY629" fmla="*/ 397096 h 640117"/>
                <a:gd name="connsiteX630" fmla="*/ 3105 w 1219313"/>
                <a:gd name="connsiteY630" fmla="*/ 395658 h 640117"/>
                <a:gd name="connsiteX631" fmla="*/ 1617 w 1219313"/>
                <a:gd name="connsiteY631" fmla="*/ 395658 h 640117"/>
                <a:gd name="connsiteX632" fmla="*/ 1338 w 1219313"/>
                <a:gd name="connsiteY632" fmla="*/ 390170 h 640117"/>
                <a:gd name="connsiteX633" fmla="*/ 1224 w 1219313"/>
                <a:gd name="connsiteY633" fmla="*/ 388594 h 640117"/>
                <a:gd name="connsiteX634" fmla="*/ 1617 w 1219313"/>
                <a:gd name="connsiteY634" fmla="*/ 384496 h 640117"/>
                <a:gd name="connsiteX635" fmla="*/ 6082 w 1219313"/>
                <a:gd name="connsiteY635" fmla="*/ 383007 h 640117"/>
                <a:gd name="connsiteX636" fmla="*/ 6826 w 1219313"/>
                <a:gd name="connsiteY636" fmla="*/ 380775 h 640117"/>
                <a:gd name="connsiteX637" fmla="*/ 9802 w 1219313"/>
                <a:gd name="connsiteY637" fmla="*/ 380031 h 640117"/>
                <a:gd name="connsiteX638" fmla="*/ 10547 w 1219313"/>
                <a:gd name="connsiteY638" fmla="*/ 377798 h 640117"/>
                <a:gd name="connsiteX639" fmla="*/ 13523 w 1219313"/>
                <a:gd name="connsiteY639" fmla="*/ 376310 h 640117"/>
                <a:gd name="connsiteX640" fmla="*/ 14267 w 1219313"/>
                <a:gd name="connsiteY640" fmla="*/ 374078 h 640117"/>
                <a:gd name="connsiteX641" fmla="*/ 17244 w 1219313"/>
                <a:gd name="connsiteY641" fmla="*/ 373333 h 640117"/>
                <a:gd name="connsiteX642" fmla="*/ 17988 w 1219313"/>
                <a:gd name="connsiteY642" fmla="*/ 371101 h 640117"/>
                <a:gd name="connsiteX643" fmla="*/ 20965 w 1219313"/>
                <a:gd name="connsiteY643" fmla="*/ 369613 h 640117"/>
                <a:gd name="connsiteX644" fmla="*/ 21709 w 1219313"/>
                <a:gd name="connsiteY644" fmla="*/ 367380 h 640117"/>
                <a:gd name="connsiteX645" fmla="*/ 25429 w 1219313"/>
                <a:gd name="connsiteY645" fmla="*/ 365892 h 640117"/>
                <a:gd name="connsiteX646" fmla="*/ 26173 w 1219313"/>
                <a:gd name="connsiteY646" fmla="*/ 363660 h 640117"/>
                <a:gd name="connsiteX647" fmla="*/ 29150 w 1219313"/>
                <a:gd name="connsiteY647" fmla="*/ 363660 h 640117"/>
                <a:gd name="connsiteX648" fmla="*/ 30638 w 1219313"/>
                <a:gd name="connsiteY648" fmla="*/ 359939 h 640117"/>
                <a:gd name="connsiteX649" fmla="*/ 32871 w 1219313"/>
                <a:gd name="connsiteY649" fmla="*/ 359195 h 640117"/>
                <a:gd name="connsiteX650" fmla="*/ 33615 w 1219313"/>
                <a:gd name="connsiteY650" fmla="*/ 356962 h 640117"/>
                <a:gd name="connsiteX651" fmla="*/ 35057 w 1219313"/>
                <a:gd name="connsiteY651" fmla="*/ 356637 h 640117"/>
                <a:gd name="connsiteX652" fmla="*/ 36591 w 1219313"/>
                <a:gd name="connsiteY652" fmla="*/ 356218 h 640117"/>
                <a:gd name="connsiteX653" fmla="*/ 38080 w 1219313"/>
                <a:gd name="connsiteY653" fmla="*/ 353242 h 640117"/>
                <a:gd name="connsiteX654" fmla="*/ 40312 w 1219313"/>
                <a:gd name="connsiteY654" fmla="*/ 352497 h 640117"/>
                <a:gd name="connsiteX655" fmla="*/ 41800 w 1219313"/>
                <a:gd name="connsiteY655" fmla="*/ 350963 h 640117"/>
                <a:gd name="connsiteX656" fmla="*/ 45521 w 1219313"/>
                <a:gd name="connsiteY656" fmla="*/ 349521 h 640117"/>
                <a:gd name="connsiteX657" fmla="*/ 45521 w 1219313"/>
                <a:gd name="connsiteY657" fmla="*/ 346544 h 640117"/>
                <a:gd name="connsiteX658" fmla="*/ 48498 w 1219313"/>
                <a:gd name="connsiteY658" fmla="*/ 345800 h 640117"/>
                <a:gd name="connsiteX659" fmla="*/ 49195 w 1219313"/>
                <a:gd name="connsiteY659" fmla="*/ 344265 h 640117"/>
                <a:gd name="connsiteX660" fmla="*/ 49986 w 1219313"/>
                <a:gd name="connsiteY660" fmla="*/ 342824 h 640117"/>
                <a:gd name="connsiteX661" fmla="*/ 53707 w 1219313"/>
                <a:gd name="connsiteY661" fmla="*/ 342824 h 640117"/>
                <a:gd name="connsiteX662" fmla="*/ 53707 w 1219313"/>
                <a:gd name="connsiteY662" fmla="*/ 339847 h 640117"/>
                <a:gd name="connsiteX663" fmla="*/ 56683 w 1219313"/>
                <a:gd name="connsiteY663" fmla="*/ 339103 h 640117"/>
                <a:gd name="connsiteX664" fmla="*/ 57427 w 1219313"/>
                <a:gd name="connsiteY664" fmla="*/ 337615 h 640117"/>
                <a:gd name="connsiteX665" fmla="*/ 58172 w 1219313"/>
                <a:gd name="connsiteY665" fmla="*/ 336126 h 640117"/>
                <a:gd name="connsiteX666" fmla="*/ 61148 w 1219313"/>
                <a:gd name="connsiteY666" fmla="*/ 335382 h 640117"/>
                <a:gd name="connsiteX667" fmla="*/ 61892 w 1219313"/>
                <a:gd name="connsiteY667" fmla="*/ 333150 h 640117"/>
                <a:gd name="connsiteX668" fmla="*/ 63753 w 1219313"/>
                <a:gd name="connsiteY668" fmla="*/ 332824 h 640117"/>
                <a:gd name="connsiteX669" fmla="*/ 65613 w 1219313"/>
                <a:gd name="connsiteY669" fmla="*/ 332406 h 640117"/>
                <a:gd name="connsiteX670" fmla="*/ 66357 w 1219313"/>
                <a:gd name="connsiteY670" fmla="*/ 329429 h 640117"/>
                <a:gd name="connsiteX671" fmla="*/ 69334 w 1219313"/>
                <a:gd name="connsiteY671" fmla="*/ 328685 h 640117"/>
                <a:gd name="connsiteX672" fmla="*/ 70078 w 1219313"/>
                <a:gd name="connsiteY672" fmla="*/ 326453 h 640117"/>
                <a:gd name="connsiteX673" fmla="*/ 71985 w 1219313"/>
                <a:gd name="connsiteY673" fmla="*/ 326127 h 640117"/>
                <a:gd name="connsiteX674" fmla="*/ 73798 w 1219313"/>
                <a:gd name="connsiteY674" fmla="*/ 325708 h 640117"/>
                <a:gd name="connsiteX675" fmla="*/ 73798 w 1219313"/>
                <a:gd name="connsiteY675" fmla="*/ 322732 h 640117"/>
                <a:gd name="connsiteX676" fmla="*/ 75938 w 1219313"/>
                <a:gd name="connsiteY676" fmla="*/ 322546 h 640117"/>
                <a:gd name="connsiteX677" fmla="*/ 78263 w 1219313"/>
                <a:gd name="connsiteY677" fmla="*/ 321988 h 640117"/>
                <a:gd name="connsiteX678" fmla="*/ 79752 w 1219313"/>
                <a:gd name="connsiteY678" fmla="*/ 319011 h 640117"/>
                <a:gd name="connsiteX679" fmla="*/ 82728 w 1219313"/>
                <a:gd name="connsiteY679" fmla="*/ 318267 h 640117"/>
                <a:gd name="connsiteX680" fmla="*/ 83472 w 1219313"/>
                <a:gd name="connsiteY680" fmla="*/ 316035 h 640117"/>
                <a:gd name="connsiteX681" fmla="*/ 84961 w 1219313"/>
                <a:gd name="connsiteY681" fmla="*/ 315709 h 640117"/>
                <a:gd name="connsiteX682" fmla="*/ 86449 w 1219313"/>
                <a:gd name="connsiteY682" fmla="*/ 315290 h 640117"/>
                <a:gd name="connsiteX683" fmla="*/ 86728 w 1219313"/>
                <a:gd name="connsiteY683" fmla="*/ 313756 h 640117"/>
                <a:gd name="connsiteX684" fmla="*/ 87193 w 1219313"/>
                <a:gd name="connsiteY684" fmla="*/ 312314 h 640117"/>
                <a:gd name="connsiteX685" fmla="*/ 91658 w 1219313"/>
                <a:gd name="connsiteY685" fmla="*/ 312314 h 640117"/>
                <a:gd name="connsiteX686" fmla="*/ 92402 w 1219313"/>
                <a:gd name="connsiteY686" fmla="*/ 309337 h 640117"/>
                <a:gd name="connsiteX687" fmla="*/ 95379 w 1219313"/>
                <a:gd name="connsiteY687" fmla="*/ 307849 h 640117"/>
                <a:gd name="connsiteX688" fmla="*/ 96123 w 1219313"/>
                <a:gd name="connsiteY688" fmla="*/ 305617 h 640117"/>
                <a:gd name="connsiteX689" fmla="*/ 97937 w 1219313"/>
                <a:gd name="connsiteY689" fmla="*/ 305291 h 640117"/>
                <a:gd name="connsiteX690" fmla="*/ 99843 w 1219313"/>
                <a:gd name="connsiteY690" fmla="*/ 304872 h 640117"/>
                <a:gd name="connsiteX691" fmla="*/ 101332 w 1219313"/>
                <a:gd name="connsiteY691" fmla="*/ 301896 h 640117"/>
                <a:gd name="connsiteX692" fmla="*/ 104308 w 1219313"/>
                <a:gd name="connsiteY692" fmla="*/ 301152 h 640117"/>
                <a:gd name="connsiteX693" fmla="*/ 105052 w 1219313"/>
                <a:gd name="connsiteY693" fmla="*/ 298919 h 640117"/>
                <a:gd name="connsiteX694" fmla="*/ 109517 w 1219313"/>
                <a:gd name="connsiteY694" fmla="*/ 298175 h 640117"/>
                <a:gd name="connsiteX695" fmla="*/ 109517 w 1219313"/>
                <a:gd name="connsiteY695" fmla="*/ 295199 h 640117"/>
                <a:gd name="connsiteX696" fmla="*/ 111703 w 1219313"/>
                <a:gd name="connsiteY696" fmla="*/ 295385 h 640117"/>
                <a:gd name="connsiteX697" fmla="*/ 113982 w 1219313"/>
                <a:gd name="connsiteY697" fmla="*/ 295199 h 640117"/>
                <a:gd name="connsiteX698" fmla="*/ 114726 w 1219313"/>
                <a:gd name="connsiteY698" fmla="*/ 292222 h 640117"/>
                <a:gd name="connsiteX699" fmla="*/ 118447 w 1219313"/>
                <a:gd name="connsiteY699" fmla="*/ 290734 h 640117"/>
                <a:gd name="connsiteX700" fmla="*/ 118447 w 1219313"/>
                <a:gd name="connsiteY700" fmla="*/ 288501 h 640117"/>
                <a:gd name="connsiteX701" fmla="*/ 122912 w 1219313"/>
                <a:gd name="connsiteY701" fmla="*/ 287013 h 640117"/>
                <a:gd name="connsiteX702" fmla="*/ 122912 w 1219313"/>
                <a:gd name="connsiteY702" fmla="*/ 284781 h 640117"/>
                <a:gd name="connsiteX703" fmla="*/ 128121 w 1219313"/>
                <a:gd name="connsiteY703" fmla="*/ 284781 h 640117"/>
                <a:gd name="connsiteX704" fmla="*/ 128121 w 1219313"/>
                <a:gd name="connsiteY704" fmla="*/ 281804 h 640117"/>
                <a:gd name="connsiteX705" fmla="*/ 132586 w 1219313"/>
                <a:gd name="connsiteY705" fmla="*/ 280316 h 640117"/>
                <a:gd name="connsiteX706" fmla="*/ 133330 w 1219313"/>
                <a:gd name="connsiteY706" fmla="*/ 278083 h 640117"/>
                <a:gd name="connsiteX707" fmla="*/ 137050 w 1219313"/>
                <a:gd name="connsiteY707" fmla="*/ 276595 h 640117"/>
                <a:gd name="connsiteX708" fmla="*/ 137795 w 1219313"/>
                <a:gd name="connsiteY708" fmla="*/ 275107 h 640117"/>
                <a:gd name="connsiteX709" fmla="*/ 139655 w 1219313"/>
                <a:gd name="connsiteY709" fmla="*/ 274409 h 640117"/>
                <a:gd name="connsiteX710" fmla="*/ 141515 w 1219313"/>
                <a:gd name="connsiteY710" fmla="*/ 273619 h 640117"/>
                <a:gd name="connsiteX711" fmla="*/ 142259 w 1219313"/>
                <a:gd name="connsiteY711" fmla="*/ 271386 h 640117"/>
                <a:gd name="connsiteX712" fmla="*/ 144492 w 1219313"/>
                <a:gd name="connsiteY712" fmla="*/ 271061 h 640117"/>
                <a:gd name="connsiteX713" fmla="*/ 146724 w 1219313"/>
                <a:gd name="connsiteY713" fmla="*/ 270642 h 640117"/>
                <a:gd name="connsiteX714" fmla="*/ 147096 w 1219313"/>
                <a:gd name="connsiteY714" fmla="*/ 269107 h 640117"/>
                <a:gd name="connsiteX715" fmla="*/ 147468 w 1219313"/>
                <a:gd name="connsiteY715" fmla="*/ 267665 h 640117"/>
                <a:gd name="connsiteX716" fmla="*/ 151933 w 1219313"/>
                <a:gd name="connsiteY716" fmla="*/ 267665 h 640117"/>
                <a:gd name="connsiteX717" fmla="*/ 151933 w 1219313"/>
                <a:gd name="connsiteY717" fmla="*/ 264689 h 640117"/>
                <a:gd name="connsiteX718" fmla="*/ 157142 w 1219313"/>
                <a:gd name="connsiteY718" fmla="*/ 263945 h 640117"/>
                <a:gd name="connsiteX719" fmla="*/ 157142 w 1219313"/>
                <a:gd name="connsiteY719" fmla="*/ 260968 h 640117"/>
                <a:gd name="connsiteX720" fmla="*/ 160863 w 1219313"/>
                <a:gd name="connsiteY720" fmla="*/ 260224 h 640117"/>
                <a:gd name="connsiteX721" fmla="*/ 161607 w 1219313"/>
                <a:gd name="connsiteY721" fmla="*/ 257992 h 640117"/>
                <a:gd name="connsiteX722" fmla="*/ 166072 w 1219313"/>
                <a:gd name="connsiteY722" fmla="*/ 256503 h 640117"/>
                <a:gd name="connsiteX723" fmla="*/ 166816 w 1219313"/>
                <a:gd name="connsiteY723" fmla="*/ 254271 h 640117"/>
                <a:gd name="connsiteX724" fmla="*/ 169002 w 1219313"/>
                <a:gd name="connsiteY724" fmla="*/ 253945 h 640117"/>
                <a:gd name="connsiteX725" fmla="*/ 171281 w 1219313"/>
                <a:gd name="connsiteY725" fmla="*/ 253527 h 640117"/>
                <a:gd name="connsiteX726" fmla="*/ 172769 w 1219313"/>
                <a:gd name="connsiteY726" fmla="*/ 250550 h 640117"/>
                <a:gd name="connsiteX727" fmla="*/ 176490 w 1219313"/>
                <a:gd name="connsiteY727" fmla="*/ 250550 h 640117"/>
                <a:gd name="connsiteX728" fmla="*/ 176769 w 1219313"/>
                <a:gd name="connsiteY728" fmla="*/ 249108 h 640117"/>
                <a:gd name="connsiteX729" fmla="*/ 177234 w 1219313"/>
                <a:gd name="connsiteY729" fmla="*/ 247574 h 640117"/>
                <a:gd name="connsiteX730" fmla="*/ 182443 w 1219313"/>
                <a:gd name="connsiteY730" fmla="*/ 246830 h 640117"/>
                <a:gd name="connsiteX731" fmla="*/ 182443 w 1219313"/>
                <a:gd name="connsiteY731" fmla="*/ 243853 h 640117"/>
                <a:gd name="connsiteX732" fmla="*/ 186908 w 1219313"/>
                <a:gd name="connsiteY732" fmla="*/ 242365 h 640117"/>
                <a:gd name="connsiteX733" fmla="*/ 186908 w 1219313"/>
                <a:gd name="connsiteY733" fmla="*/ 240876 h 640117"/>
                <a:gd name="connsiteX734" fmla="*/ 189466 w 1219313"/>
                <a:gd name="connsiteY734" fmla="*/ 240179 h 640117"/>
                <a:gd name="connsiteX735" fmla="*/ 192117 w 1219313"/>
                <a:gd name="connsiteY735" fmla="*/ 239388 h 640117"/>
                <a:gd name="connsiteX736" fmla="*/ 192861 w 1219313"/>
                <a:gd name="connsiteY736" fmla="*/ 237156 h 640117"/>
                <a:gd name="connsiteX737" fmla="*/ 195047 w 1219313"/>
                <a:gd name="connsiteY737" fmla="*/ 236830 h 640117"/>
                <a:gd name="connsiteX738" fmla="*/ 197326 w 1219313"/>
                <a:gd name="connsiteY738" fmla="*/ 236412 h 640117"/>
                <a:gd name="connsiteX739" fmla="*/ 198814 w 1219313"/>
                <a:gd name="connsiteY739" fmla="*/ 233435 h 640117"/>
                <a:gd name="connsiteX740" fmla="*/ 201791 w 1219313"/>
                <a:gd name="connsiteY740" fmla="*/ 232691 h 640117"/>
                <a:gd name="connsiteX741" fmla="*/ 202535 w 1219313"/>
                <a:gd name="connsiteY741" fmla="*/ 230458 h 640117"/>
                <a:gd name="connsiteX742" fmla="*/ 204767 w 1219313"/>
                <a:gd name="connsiteY742" fmla="*/ 230133 h 640117"/>
                <a:gd name="connsiteX743" fmla="*/ 207000 w 1219313"/>
                <a:gd name="connsiteY743" fmla="*/ 229714 h 640117"/>
                <a:gd name="connsiteX744" fmla="*/ 207325 w 1219313"/>
                <a:gd name="connsiteY744" fmla="*/ 228226 h 640117"/>
                <a:gd name="connsiteX745" fmla="*/ 207744 w 1219313"/>
                <a:gd name="connsiteY745" fmla="*/ 226738 h 640117"/>
                <a:gd name="connsiteX746" fmla="*/ 212953 w 1219313"/>
                <a:gd name="connsiteY746" fmla="*/ 225994 h 640117"/>
                <a:gd name="connsiteX747" fmla="*/ 213697 w 1219313"/>
                <a:gd name="connsiteY747" fmla="*/ 223761 h 640117"/>
                <a:gd name="connsiteX748" fmla="*/ 218906 w 1219313"/>
                <a:gd name="connsiteY748" fmla="*/ 223017 h 640117"/>
                <a:gd name="connsiteX749" fmla="*/ 218906 w 1219313"/>
                <a:gd name="connsiteY749" fmla="*/ 220040 h 640117"/>
                <a:gd name="connsiteX750" fmla="*/ 221045 w 1219313"/>
                <a:gd name="connsiteY750" fmla="*/ 219854 h 640117"/>
                <a:gd name="connsiteX751" fmla="*/ 223371 w 1219313"/>
                <a:gd name="connsiteY751" fmla="*/ 219296 h 640117"/>
                <a:gd name="connsiteX752" fmla="*/ 224115 w 1219313"/>
                <a:gd name="connsiteY752" fmla="*/ 217808 h 640117"/>
                <a:gd name="connsiteX753" fmla="*/ 224859 w 1219313"/>
                <a:gd name="connsiteY753" fmla="*/ 216320 h 640117"/>
                <a:gd name="connsiteX754" fmla="*/ 229324 w 1219313"/>
                <a:gd name="connsiteY754" fmla="*/ 215576 h 640117"/>
                <a:gd name="connsiteX755" fmla="*/ 230068 w 1219313"/>
                <a:gd name="connsiteY755" fmla="*/ 213343 h 640117"/>
                <a:gd name="connsiteX756" fmla="*/ 232300 w 1219313"/>
                <a:gd name="connsiteY756" fmla="*/ 213018 h 640117"/>
                <a:gd name="connsiteX757" fmla="*/ 234533 w 1219313"/>
                <a:gd name="connsiteY757" fmla="*/ 212599 h 640117"/>
                <a:gd name="connsiteX758" fmla="*/ 234812 w 1219313"/>
                <a:gd name="connsiteY758" fmla="*/ 211111 h 640117"/>
                <a:gd name="connsiteX759" fmla="*/ 235277 w 1219313"/>
                <a:gd name="connsiteY759" fmla="*/ 209622 h 640117"/>
                <a:gd name="connsiteX760" fmla="*/ 239881 w 1219313"/>
                <a:gd name="connsiteY760" fmla="*/ 209155 h 640117"/>
                <a:gd name="connsiteX761" fmla="*/ 241230 w 1219313"/>
                <a:gd name="connsiteY761" fmla="*/ 208878 h 640117"/>
                <a:gd name="connsiteX762" fmla="*/ 241974 w 1219313"/>
                <a:gd name="connsiteY762" fmla="*/ 206646 h 640117"/>
                <a:gd name="connsiteX763" fmla="*/ 247183 w 1219313"/>
                <a:gd name="connsiteY763" fmla="*/ 205902 h 640117"/>
                <a:gd name="connsiteX764" fmla="*/ 247183 w 1219313"/>
                <a:gd name="connsiteY764" fmla="*/ 202925 h 640117"/>
                <a:gd name="connsiteX765" fmla="*/ 252392 w 1219313"/>
                <a:gd name="connsiteY765" fmla="*/ 201437 h 640117"/>
                <a:gd name="connsiteX766" fmla="*/ 254625 w 1219313"/>
                <a:gd name="connsiteY766" fmla="*/ 199205 h 640117"/>
                <a:gd name="connsiteX767" fmla="*/ 256578 w 1219313"/>
                <a:gd name="connsiteY767" fmla="*/ 198832 h 640117"/>
                <a:gd name="connsiteX768" fmla="*/ 258345 w 1219313"/>
                <a:gd name="connsiteY768" fmla="*/ 198460 h 640117"/>
                <a:gd name="connsiteX769" fmla="*/ 259090 w 1219313"/>
                <a:gd name="connsiteY769" fmla="*/ 196228 h 640117"/>
                <a:gd name="connsiteX770" fmla="*/ 261322 w 1219313"/>
                <a:gd name="connsiteY770" fmla="*/ 195902 h 640117"/>
                <a:gd name="connsiteX771" fmla="*/ 263554 w 1219313"/>
                <a:gd name="connsiteY771" fmla="*/ 195484 h 640117"/>
                <a:gd name="connsiteX772" fmla="*/ 263833 w 1219313"/>
                <a:gd name="connsiteY772" fmla="*/ 193949 h 640117"/>
                <a:gd name="connsiteX773" fmla="*/ 264299 w 1219313"/>
                <a:gd name="connsiteY773" fmla="*/ 192507 h 640117"/>
                <a:gd name="connsiteX774" fmla="*/ 270252 w 1219313"/>
                <a:gd name="connsiteY774" fmla="*/ 192507 h 640117"/>
                <a:gd name="connsiteX775" fmla="*/ 270252 w 1219313"/>
                <a:gd name="connsiteY775" fmla="*/ 189531 h 640117"/>
                <a:gd name="connsiteX776" fmla="*/ 272810 w 1219313"/>
                <a:gd name="connsiteY776" fmla="*/ 189345 h 640117"/>
                <a:gd name="connsiteX777" fmla="*/ 275461 w 1219313"/>
                <a:gd name="connsiteY777" fmla="*/ 188787 h 640117"/>
                <a:gd name="connsiteX778" fmla="*/ 275833 w 1219313"/>
                <a:gd name="connsiteY778" fmla="*/ 187298 h 640117"/>
                <a:gd name="connsiteX779" fmla="*/ 276205 w 1219313"/>
                <a:gd name="connsiteY779" fmla="*/ 185810 h 640117"/>
                <a:gd name="connsiteX780" fmla="*/ 281414 w 1219313"/>
                <a:gd name="connsiteY780" fmla="*/ 185066 h 640117"/>
                <a:gd name="connsiteX781" fmla="*/ 282158 w 1219313"/>
                <a:gd name="connsiteY781" fmla="*/ 182833 h 640117"/>
                <a:gd name="connsiteX782" fmla="*/ 287367 w 1219313"/>
                <a:gd name="connsiteY782" fmla="*/ 181345 h 640117"/>
                <a:gd name="connsiteX783" fmla="*/ 288111 w 1219313"/>
                <a:gd name="connsiteY783" fmla="*/ 179113 h 640117"/>
                <a:gd name="connsiteX784" fmla="*/ 290669 w 1219313"/>
                <a:gd name="connsiteY784" fmla="*/ 178787 h 640117"/>
                <a:gd name="connsiteX785" fmla="*/ 293320 w 1219313"/>
                <a:gd name="connsiteY785" fmla="*/ 178369 h 640117"/>
                <a:gd name="connsiteX786" fmla="*/ 294064 w 1219313"/>
                <a:gd name="connsiteY786" fmla="*/ 176880 h 640117"/>
                <a:gd name="connsiteX787" fmla="*/ 294808 w 1219313"/>
                <a:gd name="connsiteY787" fmla="*/ 175392 h 640117"/>
                <a:gd name="connsiteX788" fmla="*/ 300017 w 1219313"/>
                <a:gd name="connsiteY788" fmla="*/ 174648 h 640117"/>
                <a:gd name="connsiteX789" fmla="*/ 300761 w 1219313"/>
                <a:gd name="connsiteY789" fmla="*/ 172415 h 640117"/>
                <a:gd name="connsiteX790" fmla="*/ 303784 w 1219313"/>
                <a:gd name="connsiteY790" fmla="*/ 171904 h 640117"/>
                <a:gd name="connsiteX791" fmla="*/ 306715 w 1219313"/>
                <a:gd name="connsiteY791" fmla="*/ 171671 h 640117"/>
                <a:gd name="connsiteX792" fmla="*/ 306715 w 1219313"/>
                <a:gd name="connsiteY792" fmla="*/ 168695 h 640117"/>
                <a:gd name="connsiteX793" fmla="*/ 311293 w 1219313"/>
                <a:gd name="connsiteY793" fmla="*/ 168331 h 640117"/>
                <a:gd name="connsiteX794" fmla="*/ 312668 w 1219313"/>
                <a:gd name="connsiteY794" fmla="*/ 167951 h 640117"/>
                <a:gd name="connsiteX795" fmla="*/ 313412 w 1219313"/>
                <a:gd name="connsiteY795" fmla="*/ 165718 h 640117"/>
                <a:gd name="connsiteX796" fmla="*/ 316016 w 1219313"/>
                <a:gd name="connsiteY796" fmla="*/ 165393 h 640117"/>
                <a:gd name="connsiteX797" fmla="*/ 318621 w 1219313"/>
                <a:gd name="connsiteY797" fmla="*/ 164974 h 640117"/>
                <a:gd name="connsiteX798" fmla="*/ 318920 w 1219313"/>
                <a:gd name="connsiteY798" fmla="*/ 163495 h 640117"/>
                <a:gd name="connsiteX799" fmla="*/ 319365 w 1219313"/>
                <a:gd name="connsiteY799" fmla="*/ 161998 h 640117"/>
                <a:gd name="connsiteX800" fmla="*/ 323132 w 1219313"/>
                <a:gd name="connsiteY800" fmla="*/ 161439 h 640117"/>
                <a:gd name="connsiteX801" fmla="*/ 325205 w 1219313"/>
                <a:gd name="connsiteY801" fmla="*/ 161312 h 640117"/>
                <a:gd name="connsiteX802" fmla="*/ 326806 w 1219313"/>
                <a:gd name="connsiteY802" fmla="*/ 161253 h 640117"/>
                <a:gd name="connsiteX803" fmla="*/ 326806 w 1219313"/>
                <a:gd name="connsiteY803" fmla="*/ 158277 h 640117"/>
                <a:gd name="connsiteX804" fmla="*/ 329364 w 1219313"/>
                <a:gd name="connsiteY804" fmla="*/ 158044 h 640117"/>
                <a:gd name="connsiteX805" fmla="*/ 332015 w 1219313"/>
                <a:gd name="connsiteY805" fmla="*/ 157533 h 640117"/>
                <a:gd name="connsiteX806" fmla="*/ 332759 w 1219313"/>
                <a:gd name="connsiteY806" fmla="*/ 155300 h 640117"/>
                <a:gd name="connsiteX807" fmla="*/ 335364 w 1219313"/>
                <a:gd name="connsiteY807" fmla="*/ 154975 h 640117"/>
                <a:gd name="connsiteX808" fmla="*/ 337968 w 1219313"/>
                <a:gd name="connsiteY808" fmla="*/ 154556 h 640117"/>
                <a:gd name="connsiteX809" fmla="*/ 338294 w 1219313"/>
                <a:gd name="connsiteY809" fmla="*/ 153068 h 640117"/>
                <a:gd name="connsiteX810" fmla="*/ 338713 w 1219313"/>
                <a:gd name="connsiteY810" fmla="*/ 151580 h 640117"/>
                <a:gd name="connsiteX811" fmla="*/ 343317 w 1219313"/>
                <a:gd name="connsiteY811" fmla="*/ 151112 h 640117"/>
                <a:gd name="connsiteX812" fmla="*/ 344666 w 1219313"/>
                <a:gd name="connsiteY812" fmla="*/ 150835 h 640117"/>
                <a:gd name="connsiteX813" fmla="*/ 345410 w 1219313"/>
                <a:gd name="connsiteY813" fmla="*/ 148603 h 640117"/>
                <a:gd name="connsiteX814" fmla="*/ 348386 w 1219313"/>
                <a:gd name="connsiteY814" fmla="*/ 148277 h 640117"/>
                <a:gd name="connsiteX815" fmla="*/ 351363 w 1219313"/>
                <a:gd name="connsiteY815" fmla="*/ 147859 h 640117"/>
                <a:gd name="connsiteX816" fmla="*/ 351735 w 1219313"/>
                <a:gd name="connsiteY816" fmla="*/ 146371 h 640117"/>
                <a:gd name="connsiteX817" fmla="*/ 352107 w 1219313"/>
                <a:gd name="connsiteY817" fmla="*/ 144882 h 640117"/>
                <a:gd name="connsiteX818" fmla="*/ 356682 w 1219313"/>
                <a:gd name="connsiteY818" fmla="*/ 144397 h 640117"/>
                <a:gd name="connsiteX819" fmla="*/ 358060 w 1219313"/>
                <a:gd name="connsiteY819" fmla="*/ 144138 h 640117"/>
                <a:gd name="connsiteX820" fmla="*/ 359549 w 1219313"/>
                <a:gd name="connsiteY820" fmla="*/ 141162 h 640117"/>
                <a:gd name="connsiteX821" fmla="*/ 364757 w 1219313"/>
                <a:gd name="connsiteY821" fmla="*/ 141162 h 640117"/>
                <a:gd name="connsiteX822" fmla="*/ 365449 w 1219313"/>
                <a:gd name="connsiteY822" fmla="*/ 139708 h 640117"/>
                <a:gd name="connsiteX823" fmla="*/ 366246 w 1219313"/>
                <a:gd name="connsiteY823" fmla="*/ 138185 h 640117"/>
                <a:gd name="connsiteX824" fmla="*/ 369687 w 1219313"/>
                <a:gd name="connsiteY824" fmla="*/ 137627 h 640117"/>
                <a:gd name="connsiteX825" fmla="*/ 371530 w 1219313"/>
                <a:gd name="connsiteY825" fmla="*/ 137499 h 640117"/>
                <a:gd name="connsiteX826" fmla="*/ 372943 w 1219313"/>
                <a:gd name="connsiteY826" fmla="*/ 137441 h 640117"/>
                <a:gd name="connsiteX827" fmla="*/ 372943 w 1219313"/>
                <a:gd name="connsiteY827" fmla="*/ 134464 h 640117"/>
                <a:gd name="connsiteX828" fmla="*/ 374382 w 1219313"/>
                <a:gd name="connsiteY828" fmla="*/ 134380 h 640117"/>
                <a:gd name="connsiteX829" fmla="*/ 376245 w 1219313"/>
                <a:gd name="connsiteY829" fmla="*/ 134232 h 640117"/>
                <a:gd name="connsiteX830" fmla="*/ 378103 w 1219313"/>
                <a:gd name="connsiteY830" fmla="*/ 134101 h 640117"/>
                <a:gd name="connsiteX831" fmla="*/ 379640 w 1219313"/>
                <a:gd name="connsiteY831" fmla="*/ 133720 h 640117"/>
                <a:gd name="connsiteX832" fmla="*/ 380384 w 1219313"/>
                <a:gd name="connsiteY832" fmla="*/ 131488 h 640117"/>
                <a:gd name="connsiteX833" fmla="*/ 385643 w 1219313"/>
                <a:gd name="connsiteY833" fmla="*/ 130465 h 640117"/>
                <a:gd name="connsiteX834" fmla="*/ 387082 w 1219313"/>
                <a:gd name="connsiteY834" fmla="*/ 129999 h 640117"/>
                <a:gd name="connsiteX835" fmla="*/ 387082 w 1219313"/>
                <a:gd name="connsiteY835" fmla="*/ 127767 h 640117"/>
                <a:gd name="connsiteX836" fmla="*/ 388494 w 1219313"/>
                <a:gd name="connsiteY836" fmla="*/ 127709 h 640117"/>
                <a:gd name="connsiteX837" fmla="*/ 390337 w 1219313"/>
                <a:gd name="connsiteY837" fmla="*/ 127581 h 640117"/>
                <a:gd name="connsiteX838" fmla="*/ 392169 w 1219313"/>
                <a:gd name="connsiteY838" fmla="*/ 127476 h 640117"/>
                <a:gd name="connsiteX839" fmla="*/ 393779 w 1219313"/>
                <a:gd name="connsiteY839" fmla="*/ 127023 h 640117"/>
                <a:gd name="connsiteX840" fmla="*/ 395267 w 1219313"/>
                <a:gd name="connsiteY840" fmla="*/ 124046 h 640117"/>
                <a:gd name="connsiteX841" fmla="*/ 400476 w 1219313"/>
                <a:gd name="connsiteY841" fmla="*/ 124046 h 640117"/>
                <a:gd name="connsiteX842" fmla="*/ 401145 w 1219313"/>
                <a:gd name="connsiteY842" fmla="*/ 122593 h 640117"/>
                <a:gd name="connsiteX843" fmla="*/ 401965 w 1219313"/>
                <a:gd name="connsiteY843" fmla="*/ 121070 h 640117"/>
                <a:gd name="connsiteX844" fmla="*/ 405778 w 1219313"/>
                <a:gd name="connsiteY844" fmla="*/ 120512 h 640117"/>
                <a:gd name="connsiteX845" fmla="*/ 407830 w 1219313"/>
                <a:gd name="connsiteY845" fmla="*/ 120384 h 640117"/>
                <a:gd name="connsiteX846" fmla="*/ 409406 w 1219313"/>
                <a:gd name="connsiteY846" fmla="*/ 120326 h 640117"/>
                <a:gd name="connsiteX847" fmla="*/ 409406 w 1219313"/>
                <a:gd name="connsiteY847" fmla="*/ 117349 h 640117"/>
                <a:gd name="connsiteX848" fmla="*/ 410845 w 1219313"/>
                <a:gd name="connsiteY848" fmla="*/ 117265 h 640117"/>
                <a:gd name="connsiteX849" fmla="*/ 412708 w 1219313"/>
                <a:gd name="connsiteY849" fmla="*/ 117117 h 640117"/>
                <a:gd name="connsiteX850" fmla="*/ 414565 w 1219313"/>
                <a:gd name="connsiteY850" fmla="*/ 116986 h 640117"/>
                <a:gd name="connsiteX851" fmla="*/ 416103 w 1219313"/>
                <a:gd name="connsiteY851" fmla="*/ 116605 h 640117"/>
                <a:gd name="connsiteX852" fmla="*/ 416847 w 1219313"/>
                <a:gd name="connsiteY852" fmla="*/ 114373 h 640117"/>
                <a:gd name="connsiteX853" fmla="*/ 420615 w 1219313"/>
                <a:gd name="connsiteY853" fmla="*/ 113861 h 640117"/>
                <a:gd name="connsiteX854" fmla="*/ 422687 w 1219313"/>
                <a:gd name="connsiteY854" fmla="*/ 113713 h 640117"/>
                <a:gd name="connsiteX855" fmla="*/ 424289 w 1219313"/>
                <a:gd name="connsiteY855" fmla="*/ 113628 h 640117"/>
                <a:gd name="connsiteX856" fmla="*/ 424289 w 1219313"/>
                <a:gd name="connsiteY856" fmla="*/ 110652 h 640117"/>
                <a:gd name="connsiteX857" fmla="*/ 425701 w 1219313"/>
                <a:gd name="connsiteY857" fmla="*/ 110594 h 640117"/>
                <a:gd name="connsiteX858" fmla="*/ 427544 w 1219313"/>
                <a:gd name="connsiteY858" fmla="*/ 110466 h 640117"/>
                <a:gd name="connsiteX859" fmla="*/ 429376 w 1219313"/>
                <a:gd name="connsiteY859" fmla="*/ 110361 h 640117"/>
                <a:gd name="connsiteX860" fmla="*/ 430986 w 1219313"/>
                <a:gd name="connsiteY860" fmla="*/ 109908 h 640117"/>
                <a:gd name="connsiteX861" fmla="*/ 431707 w 1219313"/>
                <a:gd name="connsiteY861" fmla="*/ 108396 h 640117"/>
                <a:gd name="connsiteX862" fmla="*/ 432474 w 1219313"/>
                <a:gd name="connsiteY862" fmla="*/ 106931 h 640117"/>
                <a:gd name="connsiteX863" fmla="*/ 436288 w 1219313"/>
                <a:gd name="connsiteY863" fmla="*/ 106745 h 640117"/>
                <a:gd name="connsiteX864" fmla="*/ 438340 w 1219313"/>
                <a:gd name="connsiteY864" fmla="*/ 106826 h 640117"/>
                <a:gd name="connsiteX865" fmla="*/ 439916 w 1219313"/>
                <a:gd name="connsiteY865" fmla="*/ 106931 h 640117"/>
                <a:gd name="connsiteX866" fmla="*/ 439916 w 1219313"/>
                <a:gd name="connsiteY866" fmla="*/ 103955 h 640117"/>
                <a:gd name="connsiteX867" fmla="*/ 441517 w 1219313"/>
                <a:gd name="connsiteY867" fmla="*/ 103896 h 640117"/>
                <a:gd name="connsiteX868" fmla="*/ 443590 w 1219313"/>
                <a:gd name="connsiteY868" fmla="*/ 103769 h 640117"/>
                <a:gd name="connsiteX869" fmla="*/ 445657 w 1219313"/>
                <a:gd name="connsiteY869" fmla="*/ 103664 h 640117"/>
                <a:gd name="connsiteX870" fmla="*/ 447357 w 1219313"/>
                <a:gd name="connsiteY870" fmla="*/ 103210 h 640117"/>
                <a:gd name="connsiteX871" fmla="*/ 447706 w 1219313"/>
                <a:gd name="connsiteY871" fmla="*/ 101699 h 640117"/>
                <a:gd name="connsiteX872" fmla="*/ 448101 w 1219313"/>
                <a:gd name="connsiteY872" fmla="*/ 100234 h 640117"/>
                <a:gd name="connsiteX873" fmla="*/ 452241 w 1219313"/>
                <a:gd name="connsiteY873" fmla="*/ 100048 h 640117"/>
                <a:gd name="connsiteX874" fmla="*/ 454522 w 1219313"/>
                <a:gd name="connsiteY874" fmla="*/ 100129 h 640117"/>
                <a:gd name="connsiteX875" fmla="*/ 456287 w 1219313"/>
                <a:gd name="connsiteY875" fmla="*/ 100234 h 640117"/>
                <a:gd name="connsiteX876" fmla="*/ 456287 w 1219313"/>
                <a:gd name="connsiteY876" fmla="*/ 97257 h 640117"/>
                <a:gd name="connsiteX877" fmla="*/ 457888 w 1219313"/>
                <a:gd name="connsiteY877" fmla="*/ 97199 h 640117"/>
                <a:gd name="connsiteX878" fmla="*/ 459961 w 1219313"/>
                <a:gd name="connsiteY878" fmla="*/ 97071 h 640117"/>
                <a:gd name="connsiteX879" fmla="*/ 462028 w 1219313"/>
                <a:gd name="connsiteY879" fmla="*/ 96967 h 640117"/>
                <a:gd name="connsiteX880" fmla="*/ 463728 w 1219313"/>
                <a:gd name="connsiteY880" fmla="*/ 96513 h 640117"/>
                <a:gd name="connsiteX881" fmla="*/ 464472 w 1219313"/>
                <a:gd name="connsiteY881" fmla="*/ 93537 h 640117"/>
                <a:gd name="connsiteX882" fmla="*/ 468193 w 1219313"/>
                <a:gd name="connsiteY882" fmla="*/ 93118 h 640117"/>
                <a:gd name="connsiteX883" fmla="*/ 471914 w 1219313"/>
                <a:gd name="connsiteY883" fmla="*/ 92792 h 640117"/>
                <a:gd name="connsiteX884" fmla="*/ 472658 w 1219313"/>
                <a:gd name="connsiteY884" fmla="*/ 90560 h 640117"/>
                <a:gd name="connsiteX885" fmla="*/ 476332 w 1219313"/>
                <a:gd name="connsiteY885" fmla="*/ 90048 h 640117"/>
                <a:gd name="connsiteX886" fmla="*/ 478352 w 1219313"/>
                <a:gd name="connsiteY886" fmla="*/ 89900 h 640117"/>
                <a:gd name="connsiteX887" fmla="*/ 481588 w 1219313"/>
                <a:gd name="connsiteY887" fmla="*/ 89816 h 640117"/>
                <a:gd name="connsiteX888" fmla="*/ 481588 w 1219313"/>
                <a:gd name="connsiteY888" fmla="*/ 86839 h 640117"/>
                <a:gd name="connsiteX889" fmla="*/ 490517 w 1219313"/>
                <a:gd name="connsiteY889" fmla="*/ 86095 h 640117"/>
                <a:gd name="connsiteX890" fmla="*/ 490517 w 1219313"/>
                <a:gd name="connsiteY890" fmla="*/ 83119 h 640117"/>
                <a:gd name="connsiteX891" fmla="*/ 492282 w 1219313"/>
                <a:gd name="connsiteY891" fmla="*/ 83034 h 640117"/>
                <a:gd name="connsiteX892" fmla="*/ 494564 w 1219313"/>
                <a:gd name="connsiteY892" fmla="*/ 82886 h 640117"/>
                <a:gd name="connsiteX893" fmla="*/ 496840 w 1219313"/>
                <a:gd name="connsiteY893" fmla="*/ 82755 h 640117"/>
                <a:gd name="connsiteX894" fmla="*/ 498703 w 1219313"/>
                <a:gd name="connsiteY894" fmla="*/ 82374 h 640117"/>
                <a:gd name="connsiteX895" fmla="*/ 499447 w 1219313"/>
                <a:gd name="connsiteY895" fmla="*/ 80142 h 640117"/>
                <a:gd name="connsiteX896" fmla="*/ 505795 w 1219313"/>
                <a:gd name="connsiteY896" fmla="*/ 79773 h 640117"/>
                <a:gd name="connsiteX897" fmla="*/ 507632 w 1219313"/>
                <a:gd name="connsiteY897" fmla="*/ 79398 h 640117"/>
                <a:gd name="connsiteX898" fmla="*/ 507955 w 1219313"/>
                <a:gd name="connsiteY898" fmla="*/ 77918 h 640117"/>
                <a:gd name="connsiteX899" fmla="*/ 508377 w 1219313"/>
                <a:gd name="connsiteY899" fmla="*/ 76421 h 640117"/>
                <a:gd name="connsiteX900" fmla="*/ 513260 w 1219313"/>
                <a:gd name="connsiteY900" fmla="*/ 75863 h 640117"/>
                <a:gd name="connsiteX901" fmla="*/ 515960 w 1219313"/>
                <a:gd name="connsiteY901" fmla="*/ 75735 h 640117"/>
                <a:gd name="connsiteX902" fmla="*/ 518050 w 1219313"/>
                <a:gd name="connsiteY902" fmla="*/ 75677 h 640117"/>
                <a:gd name="connsiteX903" fmla="*/ 518050 w 1219313"/>
                <a:gd name="connsiteY903" fmla="*/ 73445 h 640117"/>
                <a:gd name="connsiteX904" fmla="*/ 519789 w 1219313"/>
                <a:gd name="connsiteY904" fmla="*/ 73387 h 640117"/>
                <a:gd name="connsiteX905" fmla="*/ 522050 w 1219313"/>
                <a:gd name="connsiteY905" fmla="*/ 73259 h 640117"/>
                <a:gd name="connsiteX906" fmla="*/ 524300 w 1219313"/>
                <a:gd name="connsiteY906" fmla="*/ 73154 h 640117"/>
                <a:gd name="connsiteX907" fmla="*/ 526236 w 1219313"/>
                <a:gd name="connsiteY907" fmla="*/ 72701 h 640117"/>
                <a:gd name="connsiteX908" fmla="*/ 526963 w 1219313"/>
                <a:gd name="connsiteY908" fmla="*/ 71201 h 640117"/>
                <a:gd name="connsiteX909" fmla="*/ 527724 w 1219313"/>
                <a:gd name="connsiteY909" fmla="*/ 69724 h 640117"/>
                <a:gd name="connsiteX910" fmla="*/ 534608 w 1219313"/>
                <a:gd name="connsiteY910" fmla="*/ 69329 h 640117"/>
                <a:gd name="connsiteX911" fmla="*/ 536654 w 1219313"/>
                <a:gd name="connsiteY911" fmla="*/ 68980 h 640117"/>
                <a:gd name="connsiteX912" fmla="*/ 537395 w 1219313"/>
                <a:gd name="connsiteY912" fmla="*/ 67495 h 640117"/>
                <a:gd name="connsiteX913" fmla="*/ 538142 w 1219313"/>
                <a:gd name="connsiteY913" fmla="*/ 66003 h 640117"/>
                <a:gd name="connsiteX914" fmla="*/ 542654 w 1219313"/>
                <a:gd name="connsiteY914" fmla="*/ 65585 h 640117"/>
                <a:gd name="connsiteX915" fmla="*/ 547072 w 1219313"/>
                <a:gd name="connsiteY915" fmla="*/ 65259 h 640117"/>
                <a:gd name="connsiteX916" fmla="*/ 547816 w 1219313"/>
                <a:gd name="connsiteY916" fmla="*/ 63027 h 640117"/>
                <a:gd name="connsiteX917" fmla="*/ 554673 w 1219313"/>
                <a:gd name="connsiteY917" fmla="*/ 62658 h 640117"/>
                <a:gd name="connsiteX918" fmla="*/ 556746 w 1219313"/>
                <a:gd name="connsiteY918" fmla="*/ 62283 h 640117"/>
                <a:gd name="connsiteX919" fmla="*/ 557443 w 1219313"/>
                <a:gd name="connsiteY919" fmla="*/ 60768 h 640117"/>
                <a:gd name="connsiteX920" fmla="*/ 558234 w 1219313"/>
                <a:gd name="connsiteY920" fmla="*/ 59306 h 640117"/>
                <a:gd name="connsiteX921" fmla="*/ 563490 w 1219313"/>
                <a:gd name="connsiteY921" fmla="*/ 59306 h 640117"/>
                <a:gd name="connsiteX922" fmla="*/ 568652 w 1219313"/>
                <a:gd name="connsiteY922" fmla="*/ 59306 h 640117"/>
                <a:gd name="connsiteX923" fmla="*/ 569396 w 1219313"/>
                <a:gd name="connsiteY923" fmla="*/ 56330 h 640117"/>
                <a:gd name="connsiteX924" fmla="*/ 574652 w 1219313"/>
                <a:gd name="connsiteY924" fmla="*/ 55771 h 640117"/>
                <a:gd name="connsiteX925" fmla="*/ 577561 w 1219313"/>
                <a:gd name="connsiteY925" fmla="*/ 55644 h 640117"/>
                <a:gd name="connsiteX926" fmla="*/ 579814 w 1219313"/>
                <a:gd name="connsiteY926" fmla="*/ 55585 h 640117"/>
                <a:gd name="connsiteX927" fmla="*/ 579814 w 1219313"/>
                <a:gd name="connsiteY927" fmla="*/ 52609 h 640117"/>
                <a:gd name="connsiteX928" fmla="*/ 582392 w 1219313"/>
                <a:gd name="connsiteY928" fmla="*/ 52551 h 640117"/>
                <a:gd name="connsiteX929" fmla="*/ 585721 w 1219313"/>
                <a:gd name="connsiteY929" fmla="*/ 52423 h 640117"/>
                <a:gd name="connsiteX930" fmla="*/ 587423 w 1219313"/>
                <a:gd name="connsiteY930" fmla="*/ 52391 h 640117"/>
                <a:gd name="connsiteX931" fmla="*/ 591720 w 1219313"/>
                <a:gd name="connsiteY931" fmla="*/ 51865 h 640117"/>
                <a:gd name="connsiteX932" fmla="*/ 592465 w 1219313"/>
                <a:gd name="connsiteY932" fmla="*/ 48888 h 640117"/>
                <a:gd name="connsiteX933" fmla="*/ 597255 w 1219313"/>
                <a:gd name="connsiteY933" fmla="*/ 48749 h 640117"/>
                <a:gd name="connsiteX934" fmla="*/ 603627 w 1219313"/>
                <a:gd name="connsiteY934" fmla="*/ 48144 h 640117"/>
                <a:gd name="connsiteX935" fmla="*/ 604371 w 1219313"/>
                <a:gd name="connsiteY935" fmla="*/ 45912 h 640117"/>
                <a:gd name="connsiteX936" fmla="*/ 612391 w 1219313"/>
                <a:gd name="connsiteY936" fmla="*/ 45542 h 640117"/>
                <a:gd name="connsiteX937" fmla="*/ 614789 w 1219313"/>
                <a:gd name="connsiteY937" fmla="*/ 45167 h 640117"/>
                <a:gd name="connsiteX938" fmla="*/ 615486 w 1219313"/>
                <a:gd name="connsiteY938" fmla="*/ 43679 h 640117"/>
                <a:gd name="connsiteX939" fmla="*/ 616277 w 1219313"/>
                <a:gd name="connsiteY939" fmla="*/ 42191 h 640117"/>
                <a:gd name="connsiteX940" fmla="*/ 622277 w 1219313"/>
                <a:gd name="connsiteY940" fmla="*/ 41772 h 640117"/>
                <a:gd name="connsiteX941" fmla="*/ 628183 w 1219313"/>
                <a:gd name="connsiteY941" fmla="*/ 41447 h 640117"/>
                <a:gd name="connsiteX942" fmla="*/ 628927 w 1219313"/>
                <a:gd name="connsiteY942" fmla="*/ 39214 h 640117"/>
                <a:gd name="connsiteX943" fmla="*/ 637052 w 1219313"/>
                <a:gd name="connsiteY943" fmla="*/ 38887 h 640117"/>
                <a:gd name="connsiteX944" fmla="*/ 641578 w 1219313"/>
                <a:gd name="connsiteY944" fmla="*/ 38470 h 640117"/>
                <a:gd name="connsiteX945" fmla="*/ 641941 w 1219313"/>
                <a:gd name="connsiteY945" fmla="*/ 36980 h 640117"/>
                <a:gd name="connsiteX946" fmla="*/ 642322 w 1219313"/>
                <a:gd name="connsiteY946" fmla="*/ 35494 h 640117"/>
                <a:gd name="connsiteX947" fmla="*/ 650861 w 1219313"/>
                <a:gd name="connsiteY947" fmla="*/ 35130 h 640117"/>
                <a:gd name="connsiteX948" fmla="*/ 652667 w 1219313"/>
                <a:gd name="connsiteY948" fmla="*/ 35098 h 640117"/>
                <a:gd name="connsiteX949" fmla="*/ 654330 w 1219313"/>
                <a:gd name="connsiteY949" fmla="*/ 35108 h 640117"/>
                <a:gd name="connsiteX950" fmla="*/ 655716 w 1219313"/>
                <a:gd name="connsiteY950" fmla="*/ 34749 h 640117"/>
                <a:gd name="connsiteX951" fmla="*/ 656450 w 1219313"/>
                <a:gd name="connsiteY951" fmla="*/ 33263 h 640117"/>
                <a:gd name="connsiteX952" fmla="*/ 657205 w 1219313"/>
                <a:gd name="connsiteY952" fmla="*/ 31773 h 640117"/>
                <a:gd name="connsiteX953" fmla="*/ 660417 w 1219313"/>
                <a:gd name="connsiteY953" fmla="*/ 31398 h 640117"/>
                <a:gd name="connsiteX954" fmla="*/ 662325 w 1219313"/>
                <a:gd name="connsiteY954" fmla="*/ 31356 h 640117"/>
                <a:gd name="connsiteX955" fmla="*/ 664321 w 1219313"/>
                <a:gd name="connsiteY955" fmla="*/ 31354 h 640117"/>
                <a:gd name="connsiteX956" fmla="*/ 668230 w 1219313"/>
                <a:gd name="connsiteY956" fmla="*/ 31305 h 640117"/>
                <a:gd name="connsiteX957" fmla="*/ 669985 w 1219313"/>
                <a:gd name="connsiteY957" fmla="*/ 31303 h 640117"/>
                <a:gd name="connsiteX958" fmla="*/ 671343 w 1219313"/>
                <a:gd name="connsiteY958" fmla="*/ 31029 h 640117"/>
                <a:gd name="connsiteX959" fmla="*/ 672088 w 1219313"/>
                <a:gd name="connsiteY959" fmla="*/ 28796 h 640117"/>
                <a:gd name="connsiteX960" fmla="*/ 675416 w 1219313"/>
                <a:gd name="connsiteY960" fmla="*/ 28416 h 640117"/>
                <a:gd name="connsiteX961" fmla="*/ 677443 w 1219313"/>
                <a:gd name="connsiteY961" fmla="*/ 28336 h 640117"/>
                <a:gd name="connsiteX962" fmla="*/ 679576 w 1219313"/>
                <a:gd name="connsiteY962" fmla="*/ 28285 h 640117"/>
                <a:gd name="connsiteX963" fmla="*/ 681716 w 1219313"/>
                <a:gd name="connsiteY963" fmla="*/ 28208 h 640117"/>
                <a:gd name="connsiteX964" fmla="*/ 686970 w 1219313"/>
                <a:gd name="connsiteY964" fmla="*/ 28052 h 640117"/>
                <a:gd name="connsiteX965" fmla="*/ 686970 w 1219313"/>
                <a:gd name="connsiteY965" fmla="*/ 25076 h 640117"/>
                <a:gd name="connsiteX966" fmla="*/ 688530 w 1219313"/>
                <a:gd name="connsiteY966" fmla="*/ 25043 h 640117"/>
                <a:gd name="connsiteX967" fmla="*/ 695482 w 1219313"/>
                <a:gd name="connsiteY967" fmla="*/ 24843 h 640117"/>
                <a:gd name="connsiteX968" fmla="*/ 697936 w 1219313"/>
                <a:gd name="connsiteY968" fmla="*/ 24792 h 640117"/>
                <a:gd name="connsiteX969" fmla="*/ 700269 w 1219313"/>
                <a:gd name="connsiteY969" fmla="*/ 24712 h 640117"/>
                <a:gd name="connsiteX970" fmla="*/ 702430 w 1219313"/>
                <a:gd name="connsiteY970" fmla="*/ 24653 h 640117"/>
                <a:gd name="connsiteX971" fmla="*/ 704086 w 1219313"/>
                <a:gd name="connsiteY971" fmla="*/ 24332 h 640117"/>
                <a:gd name="connsiteX972" fmla="*/ 704830 w 1219313"/>
                <a:gd name="connsiteY972" fmla="*/ 22099 h 640117"/>
                <a:gd name="connsiteX973" fmla="*/ 708646 w 1219313"/>
                <a:gd name="connsiteY973" fmla="*/ 21718 h 640117"/>
                <a:gd name="connsiteX974" fmla="*/ 710979 w 1219313"/>
                <a:gd name="connsiteY974" fmla="*/ 21638 h 640117"/>
                <a:gd name="connsiteX975" fmla="*/ 713434 w 1219313"/>
                <a:gd name="connsiteY975" fmla="*/ 21587 h 640117"/>
                <a:gd name="connsiteX976" fmla="*/ 715897 w 1219313"/>
                <a:gd name="connsiteY976" fmla="*/ 21510 h 640117"/>
                <a:gd name="connsiteX977" fmla="*/ 721945 w 1219313"/>
                <a:gd name="connsiteY977" fmla="*/ 21355 h 640117"/>
                <a:gd name="connsiteX978" fmla="*/ 721945 w 1219313"/>
                <a:gd name="connsiteY978" fmla="*/ 18378 h 640117"/>
                <a:gd name="connsiteX979" fmla="*/ 723629 w 1219313"/>
                <a:gd name="connsiteY979" fmla="*/ 18345 h 640117"/>
                <a:gd name="connsiteX980" fmla="*/ 731154 w 1219313"/>
                <a:gd name="connsiteY980" fmla="*/ 18146 h 640117"/>
                <a:gd name="connsiteX981" fmla="*/ 733805 w 1219313"/>
                <a:gd name="connsiteY981" fmla="*/ 18095 h 640117"/>
                <a:gd name="connsiteX982" fmla="*/ 736334 w 1219313"/>
                <a:gd name="connsiteY982" fmla="*/ 18015 h 640117"/>
                <a:gd name="connsiteX983" fmla="*/ 738672 w 1219313"/>
                <a:gd name="connsiteY983" fmla="*/ 17956 h 640117"/>
                <a:gd name="connsiteX984" fmla="*/ 740549 w 1219313"/>
                <a:gd name="connsiteY984" fmla="*/ 17634 h 640117"/>
                <a:gd name="connsiteX985" fmla="*/ 742037 w 1219313"/>
                <a:gd name="connsiteY985" fmla="*/ 15402 h 640117"/>
                <a:gd name="connsiteX986" fmla="*/ 748833 w 1219313"/>
                <a:gd name="connsiteY986" fmla="*/ 14611 h 640117"/>
                <a:gd name="connsiteX987" fmla="*/ 751022 w 1219313"/>
                <a:gd name="connsiteY987" fmla="*/ 14629 h 640117"/>
                <a:gd name="connsiteX988" fmla="*/ 753292 w 1219313"/>
                <a:gd name="connsiteY988" fmla="*/ 14658 h 640117"/>
                <a:gd name="connsiteX989" fmla="*/ 757763 w 1219313"/>
                <a:gd name="connsiteY989" fmla="*/ 14704 h 640117"/>
                <a:gd name="connsiteX990" fmla="*/ 759760 w 1219313"/>
                <a:gd name="connsiteY990" fmla="*/ 14730 h 640117"/>
                <a:gd name="connsiteX991" fmla="*/ 762873 w 1219313"/>
                <a:gd name="connsiteY991" fmla="*/ 13914 h 640117"/>
                <a:gd name="connsiteX992" fmla="*/ 763617 w 1219313"/>
                <a:gd name="connsiteY992" fmla="*/ 11681 h 640117"/>
                <a:gd name="connsiteX993" fmla="*/ 769061 w 1219313"/>
                <a:gd name="connsiteY993" fmla="*/ 11300 h 640117"/>
                <a:gd name="connsiteX994" fmla="*/ 770710 w 1219313"/>
                <a:gd name="connsiteY994" fmla="*/ 11260 h 640117"/>
                <a:gd name="connsiteX995" fmla="*/ 775942 w 1219313"/>
                <a:gd name="connsiteY995" fmla="*/ 11170 h 640117"/>
                <a:gd name="connsiteX996" fmla="*/ 779481 w 1219313"/>
                <a:gd name="connsiteY996" fmla="*/ 11092 h 640117"/>
                <a:gd name="connsiteX997" fmla="*/ 788174 w 1219313"/>
                <a:gd name="connsiteY997" fmla="*/ 10937 h 640117"/>
                <a:gd name="connsiteX998" fmla="*/ 788174 w 1219313"/>
                <a:gd name="connsiteY998" fmla="*/ 7960 h 640117"/>
                <a:gd name="connsiteX999" fmla="*/ 817195 w 1219313"/>
                <a:gd name="connsiteY999" fmla="*/ 7960 h 640117"/>
                <a:gd name="connsiteX1000" fmla="*/ 817195 w 1219313"/>
                <a:gd name="connsiteY1000" fmla="*/ 4984 h 640117"/>
                <a:gd name="connsiteX1001" fmla="*/ 818626 w 1219313"/>
                <a:gd name="connsiteY1001" fmla="*/ 4976 h 640117"/>
                <a:gd name="connsiteX1002" fmla="*/ 833328 w 1219313"/>
                <a:gd name="connsiteY1002" fmla="*/ 4829 h 640117"/>
                <a:gd name="connsiteX1003" fmla="*/ 838819 w 1219313"/>
                <a:gd name="connsiteY1003" fmla="*/ 4782 h 640117"/>
                <a:gd name="connsiteX1004" fmla="*/ 846699 w 1219313"/>
                <a:gd name="connsiteY1004" fmla="*/ 4693 h 640117"/>
                <a:gd name="connsiteX1005" fmla="*/ 849191 w 1219313"/>
                <a:gd name="connsiteY1005" fmla="*/ 4690 h 640117"/>
                <a:gd name="connsiteX1006" fmla="*/ 851493 w 1219313"/>
                <a:gd name="connsiteY1006" fmla="*/ 4646 h 640117"/>
                <a:gd name="connsiteX1007" fmla="*/ 853526 w 1219313"/>
                <a:gd name="connsiteY1007" fmla="*/ 4626 h 640117"/>
                <a:gd name="connsiteX1008" fmla="*/ 855146 w 1219313"/>
                <a:gd name="connsiteY1008" fmla="*/ 4240 h 640117"/>
                <a:gd name="connsiteX1009" fmla="*/ 855805 w 1219313"/>
                <a:gd name="connsiteY1009" fmla="*/ 2751 h 640117"/>
                <a:gd name="connsiteX1010" fmla="*/ 856634 w 1219313"/>
                <a:gd name="connsiteY1010" fmla="*/ 1263 h 64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Lst>
              <a:rect l="l" t="t" r="r" b="b"/>
              <a:pathLst>
                <a:path w="1219313" h="640117">
                  <a:moveTo>
                    <a:pt x="856634" y="1263"/>
                  </a:moveTo>
                  <a:cubicBezTo>
                    <a:pt x="857968" y="889"/>
                    <a:pt x="857968" y="889"/>
                    <a:pt x="859616" y="886"/>
                  </a:cubicBezTo>
                  <a:cubicBezTo>
                    <a:pt x="860244" y="878"/>
                    <a:pt x="860871" y="870"/>
                    <a:pt x="861517" y="862"/>
                  </a:cubicBezTo>
                  <a:cubicBezTo>
                    <a:pt x="862210" y="868"/>
                    <a:pt x="862903" y="874"/>
                    <a:pt x="863617" y="880"/>
                  </a:cubicBezTo>
                  <a:cubicBezTo>
                    <a:pt x="864350" y="875"/>
                    <a:pt x="865083" y="870"/>
                    <a:pt x="865838" y="865"/>
                  </a:cubicBezTo>
                  <a:cubicBezTo>
                    <a:pt x="868310" y="851"/>
                    <a:pt x="870782" y="859"/>
                    <a:pt x="873254" y="866"/>
                  </a:cubicBezTo>
                  <a:cubicBezTo>
                    <a:pt x="875020" y="861"/>
                    <a:pt x="876786" y="854"/>
                    <a:pt x="878552" y="847"/>
                  </a:cubicBezTo>
                  <a:cubicBezTo>
                    <a:pt x="882859" y="832"/>
                    <a:pt x="887167" y="831"/>
                    <a:pt x="891475" y="837"/>
                  </a:cubicBezTo>
                  <a:cubicBezTo>
                    <a:pt x="894974" y="841"/>
                    <a:pt x="898473" y="841"/>
                    <a:pt x="901972" y="836"/>
                  </a:cubicBezTo>
                  <a:cubicBezTo>
                    <a:pt x="902470" y="835"/>
                    <a:pt x="902967" y="835"/>
                    <a:pt x="903479" y="834"/>
                  </a:cubicBezTo>
                  <a:cubicBezTo>
                    <a:pt x="904490" y="832"/>
                    <a:pt x="905500" y="831"/>
                    <a:pt x="906510" y="830"/>
                  </a:cubicBezTo>
                  <a:cubicBezTo>
                    <a:pt x="915990" y="817"/>
                    <a:pt x="925470" y="824"/>
                    <a:pt x="934949" y="836"/>
                  </a:cubicBezTo>
                  <a:cubicBezTo>
                    <a:pt x="943632" y="847"/>
                    <a:pt x="952315" y="836"/>
                    <a:pt x="960997" y="815"/>
                  </a:cubicBezTo>
                  <a:cubicBezTo>
                    <a:pt x="969903" y="793"/>
                    <a:pt x="978809" y="785"/>
                    <a:pt x="987715" y="792"/>
                  </a:cubicBezTo>
                  <a:cubicBezTo>
                    <a:pt x="988721" y="793"/>
                    <a:pt x="989728" y="794"/>
                    <a:pt x="990734" y="794"/>
                  </a:cubicBezTo>
                  <a:cubicBezTo>
                    <a:pt x="991229" y="795"/>
                    <a:pt x="991724" y="795"/>
                    <a:pt x="992234" y="795"/>
                  </a:cubicBezTo>
                  <a:cubicBezTo>
                    <a:pt x="995732" y="797"/>
                    <a:pt x="999229" y="790"/>
                    <a:pt x="1002727" y="779"/>
                  </a:cubicBezTo>
                  <a:cubicBezTo>
                    <a:pt x="1007429" y="765"/>
                    <a:pt x="1012131" y="769"/>
                    <a:pt x="1016834" y="788"/>
                  </a:cubicBezTo>
                  <a:cubicBezTo>
                    <a:pt x="1018565" y="792"/>
                    <a:pt x="1020296" y="789"/>
                    <a:pt x="1022027" y="780"/>
                  </a:cubicBezTo>
                  <a:cubicBezTo>
                    <a:pt x="1024380" y="768"/>
                    <a:pt x="1026732" y="779"/>
                    <a:pt x="1029085" y="796"/>
                  </a:cubicBezTo>
                  <a:cubicBezTo>
                    <a:pt x="1029779" y="787"/>
                    <a:pt x="1030474" y="778"/>
                    <a:pt x="1031189" y="769"/>
                  </a:cubicBezTo>
                  <a:cubicBezTo>
                    <a:pt x="1033084" y="797"/>
                    <a:pt x="1033084" y="797"/>
                    <a:pt x="1035972" y="1263"/>
                  </a:cubicBezTo>
                  <a:cubicBezTo>
                    <a:pt x="1036681" y="3126"/>
                    <a:pt x="1036681" y="3126"/>
                    <a:pt x="1036716" y="4984"/>
                  </a:cubicBezTo>
                  <a:cubicBezTo>
                    <a:pt x="1038273" y="5514"/>
                    <a:pt x="1038273" y="5514"/>
                    <a:pt x="1040205" y="5371"/>
                  </a:cubicBezTo>
                  <a:cubicBezTo>
                    <a:pt x="1040947" y="5363"/>
                    <a:pt x="1041690" y="5356"/>
                    <a:pt x="1042455" y="5348"/>
                  </a:cubicBezTo>
                  <a:cubicBezTo>
                    <a:pt x="1043262" y="5322"/>
                    <a:pt x="1044070" y="5296"/>
                    <a:pt x="1044902" y="5269"/>
                  </a:cubicBezTo>
                  <a:cubicBezTo>
                    <a:pt x="1046137" y="5253"/>
                    <a:pt x="1046137" y="5253"/>
                    <a:pt x="1047396" y="5237"/>
                  </a:cubicBezTo>
                  <a:cubicBezTo>
                    <a:pt x="1050038" y="5201"/>
                    <a:pt x="1052679" y="5141"/>
                    <a:pt x="1055320" y="5077"/>
                  </a:cubicBezTo>
                  <a:cubicBezTo>
                    <a:pt x="1057961" y="5021"/>
                    <a:pt x="1060602" y="4970"/>
                    <a:pt x="1063244" y="4933"/>
                  </a:cubicBezTo>
                  <a:cubicBezTo>
                    <a:pt x="1064891" y="4909"/>
                    <a:pt x="1066539" y="4874"/>
                    <a:pt x="1068186" y="4826"/>
                  </a:cubicBezTo>
                  <a:cubicBezTo>
                    <a:pt x="1068928" y="4814"/>
                    <a:pt x="1069670" y="4802"/>
                    <a:pt x="1070435" y="4789"/>
                  </a:cubicBezTo>
                  <a:cubicBezTo>
                    <a:pt x="1071092" y="4773"/>
                    <a:pt x="1071750" y="4757"/>
                    <a:pt x="1072427" y="4740"/>
                  </a:cubicBezTo>
                  <a:cubicBezTo>
                    <a:pt x="1072921" y="4821"/>
                    <a:pt x="1073415" y="4901"/>
                    <a:pt x="1073924" y="4984"/>
                  </a:cubicBezTo>
                  <a:cubicBezTo>
                    <a:pt x="1074169" y="5721"/>
                    <a:pt x="1074415" y="6457"/>
                    <a:pt x="1074668" y="7216"/>
                  </a:cubicBezTo>
                  <a:cubicBezTo>
                    <a:pt x="1076689" y="7426"/>
                    <a:pt x="1078552" y="7490"/>
                    <a:pt x="1080574" y="7466"/>
                  </a:cubicBezTo>
                  <a:cubicBezTo>
                    <a:pt x="1081789" y="7476"/>
                    <a:pt x="1083004" y="7485"/>
                    <a:pt x="1084219" y="7495"/>
                  </a:cubicBezTo>
                  <a:cubicBezTo>
                    <a:pt x="1086145" y="7498"/>
                    <a:pt x="1088070" y="7495"/>
                    <a:pt x="1089996" y="7484"/>
                  </a:cubicBezTo>
                  <a:cubicBezTo>
                    <a:pt x="1091848" y="7478"/>
                    <a:pt x="1093698" y="7494"/>
                    <a:pt x="1095550" y="7513"/>
                  </a:cubicBezTo>
                  <a:cubicBezTo>
                    <a:pt x="1096420" y="7498"/>
                    <a:pt x="1096420" y="7498"/>
                    <a:pt x="1097307" y="7483"/>
                  </a:cubicBezTo>
                  <a:cubicBezTo>
                    <a:pt x="1098925" y="7505"/>
                    <a:pt x="1098925" y="7505"/>
                    <a:pt x="1101457" y="7960"/>
                  </a:cubicBezTo>
                  <a:cubicBezTo>
                    <a:pt x="1101730" y="9195"/>
                    <a:pt x="1101979" y="10436"/>
                    <a:pt x="1102201" y="11681"/>
                  </a:cubicBezTo>
                  <a:cubicBezTo>
                    <a:pt x="1104103" y="11999"/>
                    <a:pt x="1105533" y="12045"/>
                    <a:pt x="1107430" y="11940"/>
                  </a:cubicBezTo>
                  <a:cubicBezTo>
                    <a:pt x="1107954" y="11927"/>
                    <a:pt x="1108478" y="11915"/>
                    <a:pt x="1109018" y="11902"/>
                  </a:cubicBezTo>
                  <a:cubicBezTo>
                    <a:pt x="1110700" y="11862"/>
                    <a:pt x="1112380" y="11797"/>
                    <a:pt x="1114061" y="11728"/>
                  </a:cubicBezTo>
                  <a:cubicBezTo>
                    <a:pt x="1115739" y="11662"/>
                    <a:pt x="1117416" y="11602"/>
                    <a:pt x="1119095" y="11561"/>
                  </a:cubicBezTo>
                  <a:cubicBezTo>
                    <a:pt x="1120142" y="11535"/>
                    <a:pt x="1121188" y="11495"/>
                    <a:pt x="1122233" y="11439"/>
                  </a:cubicBezTo>
                  <a:cubicBezTo>
                    <a:pt x="1123670" y="11402"/>
                    <a:pt x="1123670" y="11402"/>
                    <a:pt x="1126013" y="11681"/>
                  </a:cubicBezTo>
                  <a:cubicBezTo>
                    <a:pt x="1126863" y="13163"/>
                    <a:pt x="1126863" y="13163"/>
                    <a:pt x="1127502" y="14658"/>
                  </a:cubicBezTo>
                  <a:cubicBezTo>
                    <a:pt x="1129189" y="15058"/>
                    <a:pt x="1129189" y="15058"/>
                    <a:pt x="1131150" y="14922"/>
                  </a:cubicBezTo>
                  <a:cubicBezTo>
                    <a:pt x="1131873" y="14909"/>
                    <a:pt x="1132597" y="14896"/>
                    <a:pt x="1133343" y="14883"/>
                  </a:cubicBezTo>
                  <a:cubicBezTo>
                    <a:pt x="1134101" y="14855"/>
                    <a:pt x="1134859" y="14826"/>
                    <a:pt x="1135641" y="14797"/>
                  </a:cubicBezTo>
                  <a:cubicBezTo>
                    <a:pt x="1137136" y="14758"/>
                    <a:pt x="1138631" y="14722"/>
                    <a:pt x="1140126" y="14690"/>
                  </a:cubicBezTo>
                  <a:cubicBezTo>
                    <a:pt x="1140791" y="14667"/>
                    <a:pt x="1141455" y="14644"/>
                    <a:pt x="1142140" y="14620"/>
                  </a:cubicBezTo>
                  <a:cubicBezTo>
                    <a:pt x="1143873" y="14658"/>
                    <a:pt x="1143873" y="14658"/>
                    <a:pt x="1146105" y="15402"/>
                  </a:cubicBezTo>
                  <a:cubicBezTo>
                    <a:pt x="1146351" y="16139"/>
                    <a:pt x="1146596" y="16875"/>
                    <a:pt x="1146849" y="17634"/>
                  </a:cubicBezTo>
                  <a:cubicBezTo>
                    <a:pt x="1148641" y="17968"/>
                    <a:pt x="1148641" y="17968"/>
                    <a:pt x="1150803" y="17910"/>
                  </a:cubicBezTo>
                  <a:cubicBezTo>
                    <a:pt x="1151603" y="17923"/>
                    <a:pt x="1152403" y="17936"/>
                    <a:pt x="1153227" y="17950"/>
                  </a:cubicBezTo>
                  <a:cubicBezTo>
                    <a:pt x="1154928" y="17956"/>
                    <a:pt x="1156630" y="17960"/>
                    <a:pt x="1158331" y="17961"/>
                  </a:cubicBezTo>
                  <a:cubicBezTo>
                    <a:pt x="1159131" y="17975"/>
                    <a:pt x="1159931" y="17989"/>
                    <a:pt x="1160755" y="18003"/>
                  </a:cubicBezTo>
                  <a:cubicBezTo>
                    <a:pt x="1161495" y="18005"/>
                    <a:pt x="1162235" y="18006"/>
                    <a:pt x="1162997" y="18008"/>
                  </a:cubicBezTo>
                  <a:cubicBezTo>
                    <a:pt x="1163844" y="18191"/>
                    <a:pt x="1163844" y="18191"/>
                    <a:pt x="1164709" y="18378"/>
                  </a:cubicBezTo>
                  <a:cubicBezTo>
                    <a:pt x="1164976" y="19366"/>
                    <a:pt x="1165224" y="20358"/>
                    <a:pt x="1165453" y="21355"/>
                  </a:cubicBezTo>
                  <a:cubicBezTo>
                    <a:pt x="1167027" y="21840"/>
                    <a:pt x="1167027" y="21840"/>
                    <a:pt x="1168944" y="21808"/>
                  </a:cubicBezTo>
                  <a:cubicBezTo>
                    <a:pt x="1169647" y="21832"/>
                    <a:pt x="1170349" y="21856"/>
                    <a:pt x="1171073" y="21881"/>
                  </a:cubicBezTo>
                  <a:cubicBezTo>
                    <a:pt x="1172182" y="21897"/>
                    <a:pt x="1172182" y="21897"/>
                    <a:pt x="1173313" y="21913"/>
                  </a:cubicBezTo>
                  <a:cubicBezTo>
                    <a:pt x="1174426" y="21946"/>
                    <a:pt x="1174426" y="21946"/>
                    <a:pt x="1175561" y="21980"/>
                  </a:cubicBezTo>
                  <a:cubicBezTo>
                    <a:pt x="1177401" y="22033"/>
                    <a:pt x="1179240" y="22072"/>
                    <a:pt x="1181080" y="22099"/>
                  </a:cubicBezTo>
                  <a:cubicBezTo>
                    <a:pt x="1181080" y="23081"/>
                    <a:pt x="1181080" y="24064"/>
                    <a:pt x="1181080" y="25076"/>
                  </a:cubicBezTo>
                  <a:cubicBezTo>
                    <a:pt x="1181545" y="25060"/>
                    <a:pt x="1182011" y="25044"/>
                    <a:pt x="1182491" y="25028"/>
                  </a:cubicBezTo>
                  <a:cubicBezTo>
                    <a:pt x="1184594" y="24967"/>
                    <a:pt x="1186697" y="24928"/>
                    <a:pt x="1188800" y="24890"/>
                  </a:cubicBezTo>
                  <a:cubicBezTo>
                    <a:pt x="1189533" y="24865"/>
                    <a:pt x="1190266" y="24840"/>
                    <a:pt x="1191021" y="24814"/>
                  </a:cubicBezTo>
                  <a:cubicBezTo>
                    <a:pt x="1192071" y="24800"/>
                    <a:pt x="1192071" y="24800"/>
                    <a:pt x="1193143" y="24785"/>
                  </a:cubicBezTo>
                  <a:cubicBezTo>
                    <a:pt x="1193790" y="24769"/>
                    <a:pt x="1194437" y="24754"/>
                    <a:pt x="1195103" y="24738"/>
                  </a:cubicBezTo>
                  <a:cubicBezTo>
                    <a:pt x="1195632" y="24849"/>
                    <a:pt x="1196162" y="24961"/>
                    <a:pt x="1196707" y="25076"/>
                  </a:cubicBezTo>
                  <a:cubicBezTo>
                    <a:pt x="1197227" y="26055"/>
                    <a:pt x="1197724" y="27048"/>
                    <a:pt x="1198195" y="28052"/>
                  </a:cubicBezTo>
                  <a:cubicBezTo>
                    <a:pt x="1200375" y="28318"/>
                    <a:pt x="1202340" y="28435"/>
                    <a:pt x="1204520" y="28424"/>
                  </a:cubicBezTo>
                  <a:cubicBezTo>
                    <a:pt x="1206700" y="28414"/>
                    <a:pt x="1208666" y="28531"/>
                    <a:pt x="1210845" y="28796"/>
                  </a:cubicBezTo>
                  <a:cubicBezTo>
                    <a:pt x="1211799" y="30215"/>
                    <a:pt x="1211799" y="30215"/>
                    <a:pt x="1212334" y="31773"/>
                  </a:cubicBezTo>
                  <a:cubicBezTo>
                    <a:pt x="1213079" y="32087"/>
                    <a:pt x="1213079" y="32087"/>
                    <a:pt x="1213839" y="32407"/>
                  </a:cubicBezTo>
                  <a:cubicBezTo>
                    <a:pt x="1214567" y="32830"/>
                    <a:pt x="1214567" y="32830"/>
                    <a:pt x="1215310" y="33261"/>
                  </a:cubicBezTo>
                  <a:cubicBezTo>
                    <a:pt x="1215636" y="34761"/>
                    <a:pt x="1215636" y="34761"/>
                    <a:pt x="1215575" y="36584"/>
                  </a:cubicBezTo>
                  <a:cubicBezTo>
                    <a:pt x="1215562" y="37240"/>
                    <a:pt x="1215549" y="37897"/>
                    <a:pt x="1215536" y="38573"/>
                  </a:cubicBezTo>
                  <a:cubicBezTo>
                    <a:pt x="1215507" y="39261"/>
                    <a:pt x="1215479" y="39948"/>
                    <a:pt x="1215450" y="40656"/>
                  </a:cubicBezTo>
                  <a:cubicBezTo>
                    <a:pt x="1215411" y="42012"/>
                    <a:pt x="1215375" y="43367"/>
                    <a:pt x="1215342" y="44723"/>
                  </a:cubicBezTo>
                  <a:cubicBezTo>
                    <a:pt x="1215319" y="45325"/>
                    <a:pt x="1215297" y="45927"/>
                    <a:pt x="1215273" y="46548"/>
                  </a:cubicBezTo>
                  <a:cubicBezTo>
                    <a:pt x="1215235" y="48284"/>
                    <a:pt x="1215235" y="48284"/>
                    <a:pt x="1216054" y="50376"/>
                  </a:cubicBezTo>
                  <a:cubicBezTo>
                    <a:pt x="1216546" y="50622"/>
                    <a:pt x="1217037" y="50868"/>
                    <a:pt x="1217543" y="51121"/>
                  </a:cubicBezTo>
                  <a:cubicBezTo>
                    <a:pt x="1217729" y="53389"/>
                    <a:pt x="1217821" y="55595"/>
                    <a:pt x="1217851" y="57867"/>
                  </a:cubicBezTo>
                  <a:cubicBezTo>
                    <a:pt x="1217865" y="58543"/>
                    <a:pt x="1217880" y="59220"/>
                    <a:pt x="1217894" y="59916"/>
                  </a:cubicBezTo>
                  <a:cubicBezTo>
                    <a:pt x="1217939" y="62085"/>
                    <a:pt x="1217974" y="64253"/>
                    <a:pt x="1218008" y="66422"/>
                  </a:cubicBezTo>
                  <a:cubicBezTo>
                    <a:pt x="1218036" y="67888"/>
                    <a:pt x="1218065" y="69355"/>
                    <a:pt x="1218095" y="70821"/>
                  </a:cubicBezTo>
                  <a:cubicBezTo>
                    <a:pt x="1218167" y="74424"/>
                    <a:pt x="1218229" y="78027"/>
                    <a:pt x="1218287" y="81630"/>
                  </a:cubicBezTo>
                  <a:cubicBezTo>
                    <a:pt x="1219024" y="81630"/>
                    <a:pt x="1219760" y="81630"/>
                    <a:pt x="1220519" y="81630"/>
                  </a:cubicBezTo>
                  <a:cubicBezTo>
                    <a:pt x="1220519" y="120184"/>
                    <a:pt x="1220519" y="158738"/>
                    <a:pt x="1220519" y="198460"/>
                  </a:cubicBezTo>
                  <a:cubicBezTo>
                    <a:pt x="1219783" y="198460"/>
                    <a:pt x="1219046" y="198460"/>
                    <a:pt x="1218287" y="198460"/>
                  </a:cubicBezTo>
                  <a:cubicBezTo>
                    <a:pt x="1218272" y="199336"/>
                    <a:pt x="1218257" y="200211"/>
                    <a:pt x="1218242" y="201113"/>
                  </a:cubicBezTo>
                  <a:cubicBezTo>
                    <a:pt x="1218186" y="204348"/>
                    <a:pt x="1218120" y="207584"/>
                    <a:pt x="1218051" y="210819"/>
                  </a:cubicBezTo>
                  <a:cubicBezTo>
                    <a:pt x="1218022" y="212221"/>
                    <a:pt x="1217996" y="213624"/>
                    <a:pt x="1217973" y="215026"/>
                  </a:cubicBezTo>
                  <a:cubicBezTo>
                    <a:pt x="1217939" y="217038"/>
                    <a:pt x="1217896" y="219049"/>
                    <a:pt x="1217851" y="221061"/>
                  </a:cubicBezTo>
                  <a:cubicBezTo>
                    <a:pt x="1217842" y="221692"/>
                    <a:pt x="1217834" y="222323"/>
                    <a:pt x="1217825" y="222973"/>
                  </a:cubicBezTo>
                  <a:cubicBezTo>
                    <a:pt x="1217786" y="224478"/>
                    <a:pt x="1217672" y="225981"/>
                    <a:pt x="1217543" y="227482"/>
                  </a:cubicBezTo>
                  <a:cubicBezTo>
                    <a:pt x="1217052" y="227727"/>
                    <a:pt x="1216560" y="227973"/>
                    <a:pt x="1216054" y="228226"/>
                  </a:cubicBezTo>
                  <a:cubicBezTo>
                    <a:pt x="1215812" y="230095"/>
                    <a:pt x="1215812" y="230095"/>
                    <a:pt x="1215825" y="232342"/>
                  </a:cubicBezTo>
                  <a:cubicBezTo>
                    <a:pt x="1215806" y="233176"/>
                    <a:pt x="1215787" y="234009"/>
                    <a:pt x="1215768" y="234868"/>
                  </a:cubicBezTo>
                  <a:cubicBezTo>
                    <a:pt x="1215742" y="236641"/>
                    <a:pt x="1215719" y="238414"/>
                    <a:pt x="1215698" y="240187"/>
                  </a:cubicBezTo>
                  <a:cubicBezTo>
                    <a:pt x="1215669" y="241438"/>
                    <a:pt x="1215669" y="241438"/>
                    <a:pt x="1215639" y="242713"/>
                  </a:cubicBezTo>
                  <a:cubicBezTo>
                    <a:pt x="1215629" y="243484"/>
                    <a:pt x="1215619" y="244255"/>
                    <a:pt x="1215608" y="245049"/>
                  </a:cubicBezTo>
                  <a:cubicBezTo>
                    <a:pt x="1215510" y="245637"/>
                    <a:pt x="1215412" y="246224"/>
                    <a:pt x="1215310" y="246830"/>
                  </a:cubicBezTo>
                  <a:cubicBezTo>
                    <a:pt x="1214574" y="247075"/>
                    <a:pt x="1213837" y="247321"/>
                    <a:pt x="1213078" y="247574"/>
                  </a:cubicBezTo>
                  <a:cubicBezTo>
                    <a:pt x="1212695" y="249302"/>
                    <a:pt x="1212695" y="249302"/>
                    <a:pt x="1212697" y="251390"/>
                  </a:cubicBezTo>
                  <a:cubicBezTo>
                    <a:pt x="1212658" y="252545"/>
                    <a:pt x="1212658" y="252545"/>
                    <a:pt x="1212617" y="253723"/>
                  </a:cubicBezTo>
                  <a:cubicBezTo>
                    <a:pt x="1212600" y="254533"/>
                    <a:pt x="1212584" y="255343"/>
                    <a:pt x="1212566" y="256178"/>
                  </a:cubicBezTo>
                  <a:cubicBezTo>
                    <a:pt x="1212541" y="256991"/>
                    <a:pt x="1212515" y="257804"/>
                    <a:pt x="1212489" y="258641"/>
                  </a:cubicBezTo>
                  <a:cubicBezTo>
                    <a:pt x="1212428" y="260657"/>
                    <a:pt x="1212376" y="262673"/>
                    <a:pt x="1212334" y="264689"/>
                  </a:cubicBezTo>
                  <a:cubicBezTo>
                    <a:pt x="1211597" y="264689"/>
                    <a:pt x="1210860" y="264689"/>
                    <a:pt x="1210101" y="264689"/>
                  </a:cubicBezTo>
                  <a:cubicBezTo>
                    <a:pt x="1210090" y="265128"/>
                    <a:pt x="1210080" y="265567"/>
                    <a:pt x="1210068" y="266020"/>
                  </a:cubicBezTo>
                  <a:cubicBezTo>
                    <a:pt x="1210013" y="268011"/>
                    <a:pt x="1209941" y="270000"/>
                    <a:pt x="1209869" y="271991"/>
                  </a:cubicBezTo>
                  <a:cubicBezTo>
                    <a:pt x="1209852" y="272682"/>
                    <a:pt x="1209835" y="273373"/>
                    <a:pt x="1209818" y="274085"/>
                  </a:cubicBezTo>
                  <a:cubicBezTo>
                    <a:pt x="1209791" y="274749"/>
                    <a:pt x="1209765" y="275414"/>
                    <a:pt x="1209738" y="276098"/>
                  </a:cubicBezTo>
                  <a:cubicBezTo>
                    <a:pt x="1209718" y="276710"/>
                    <a:pt x="1209699" y="277322"/>
                    <a:pt x="1209679" y="277952"/>
                  </a:cubicBezTo>
                  <a:cubicBezTo>
                    <a:pt x="1209289" y="279915"/>
                    <a:pt x="1208541" y="280452"/>
                    <a:pt x="1207125" y="281804"/>
                  </a:cubicBezTo>
                  <a:cubicBezTo>
                    <a:pt x="1206938" y="284309"/>
                    <a:pt x="1206938" y="284309"/>
                    <a:pt x="1207125" y="287060"/>
                  </a:cubicBezTo>
                  <a:cubicBezTo>
                    <a:pt x="1207264" y="289876"/>
                    <a:pt x="1207264" y="289876"/>
                    <a:pt x="1207125" y="292222"/>
                  </a:cubicBezTo>
                  <a:cubicBezTo>
                    <a:pt x="1206388" y="292713"/>
                    <a:pt x="1205651" y="293204"/>
                    <a:pt x="1204892" y="293710"/>
                  </a:cubicBezTo>
                  <a:cubicBezTo>
                    <a:pt x="1204607" y="295895"/>
                    <a:pt x="1204443" y="297937"/>
                    <a:pt x="1204381" y="300129"/>
                  </a:cubicBezTo>
                  <a:cubicBezTo>
                    <a:pt x="1204343" y="301024"/>
                    <a:pt x="1204343" y="301024"/>
                    <a:pt x="1204304" y="301937"/>
                  </a:cubicBezTo>
                  <a:cubicBezTo>
                    <a:pt x="1204242" y="303411"/>
                    <a:pt x="1204194" y="304886"/>
                    <a:pt x="1204148" y="306361"/>
                  </a:cubicBezTo>
                  <a:cubicBezTo>
                    <a:pt x="1203411" y="306115"/>
                    <a:pt x="1202675" y="305870"/>
                    <a:pt x="1201916" y="305617"/>
                  </a:cubicBezTo>
                  <a:cubicBezTo>
                    <a:pt x="1201879" y="306414"/>
                    <a:pt x="1201843" y="307211"/>
                    <a:pt x="1201805" y="308032"/>
                  </a:cubicBezTo>
                  <a:cubicBezTo>
                    <a:pt x="1201749" y="309072"/>
                    <a:pt x="1201693" y="310112"/>
                    <a:pt x="1201637" y="311151"/>
                  </a:cubicBezTo>
                  <a:cubicBezTo>
                    <a:pt x="1201614" y="311677"/>
                    <a:pt x="1201591" y="312203"/>
                    <a:pt x="1201567" y="312746"/>
                  </a:cubicBezTo>
                  <a:cubicBezTo>
                    <a:pt x="1201489" y="314094"/>
                    <a:pt x="1201336" y="315438"/>
                    <a:pt x="1201172" y="316779"/>
                  </a:cubicBezTo>
                  <a:cubicBezTo>
                    <a:pt x="1200680" y="317024"/>
                    <a:pt x="1200189" y="317270"/>
                    <a:pt x="1199683" y="317523"/>
                  </a:cubicBezTo>
                  <a:cubicBezTo>
                    <a:pt x="1198977" y="319852"/>
                    <a:pt x="1198945" y="321956"/>
                    <a:pt x="1199032" y="324360"/>
                  </a:cubicBezTo>
                  <a:cubicBezTo>
                    <a:pt x="1199001" y="325296"/>
                    <a:pt x="1198971" y="326232"/>
                    <a:pt x="1198939" y="327197"/>
                  </a:cubicBezTo>
                  <a:cubicBezTo>
                    <a:pt x="1198202" y="327688"/>
                    <a:pt x="1197466" y="328179"/>
                    <a:pt x="1196707" y="328685"/>
                  </a:cubicBezTo>
                  <a:cubicBezTo>
                    <a:pt x="1196366" y="331206"/>
                    <a:pt x="1196332" y="333680"/>
                    <a:pt x="1196265" y="336222"/>
                  </a:cubicBezTo>
                  <a:cubicBezTo>
                    <a:pt x="1196115" y="337280"/>
                    <a:pt x="1196115" y="337280"/>
                    <a:pt x="1195963" y="338359"/>
                  </a:cubicBezTo>
                  <a:cubicBezTo>
                    <a:pt x="1195226" y="338604"/>
                    <a:pt x="1194489" y="338850"/>
                    <a:pt x="1193730" y="339103"/>
                  </a:cubicBezTo>
                  <a:cubicBezTo>
                    <a:pt x="1193291" y="341194"/>
                    <a:pt x="1193291" y="341194"/>
                    <a:pt x="1193219" y="343614"/>
                  </a:cubicBezTo>
                  <a:cubicBezTo>
                    <a:pt x="1193170" y="344436"/>
                    <a:pt x="1193121" y="345258"/>
                    <a:pt x="1193070" y="346105"/>
                  </a:cubicBezTo>
                  <a:cubicBezTo>
                    <a:pt x="1193043" y="346741"/>
                    <a:pt x="1193015" y="347377"/>
                    <a:pt x="1192986" y="348033"/>
                  </a:cubicBezTo>
                  <a:cubicBezTo>
                    <a:pt x="1192249" y="348033"/>
                    <a:pt x="1191513" y="348033"/>
                    <a:pt x="1190754" y="348033"/>
                  </a:cubicBezTo>
                  <a:cubicBezTo>
                    <a:pt x="1190780" y="348544"/>
                    <a:pt x="1190805" y="349055"/>
                    <a:pt x="1190832" y="349582"/>
                  </a:cubicBezTo>
                  <a:cubicBezTo>
                    <a:pt x="1190862" y="350588"/>
                    <a:pt x="1190862" y="350588"/>
                    <a:pt x="1190893" y="351614"/>
                  </a:cubicBezTo>
                  <a:cubicBezTo>
                    <a:pt x="1190919" y="352279"/>
                    <a:pt x="1190945" y="352943"/>
                    <a:pt x="1190972" y="353628"/>
                  </a:cubicBezTo>
                  <a:cubicBezTo>
                    <a:pt x="1190754" y="355474"/>
                    <a:pt x="1190754" y="355474"/>
                    <a:pt x="1189652" y="356570"/>
                  </a:cubicBezTo>
                  <a:cubicBezTo>
                    <a:pt x="1187642" y="358591"/>
                    <a:pt x="1188165" y="361389"/>
                    <a:pt x="1188079" y="364107"/>
                  </a:cubicBezTo>
                  <a:cubicBezTo>
                    <a:pt x="1187980" y="364696"/>
                    <a:pt x="1187880" y="365285"/>
                    <a:pt x="1187777" y="365892"/>
                  </a:cubicBezTo>
                  <a:cubicBezTo>
                    <a:pt x="1187040" y="366138"/>
                    <a:pt x="1186304" y="366383"/>
                    <a:pt x="1185545" y="366636"/>
                  </a:cubicBezTo>
                  <a:cubicBezTo>
                    <a:pt x="1185223" y="368497"/>
                    <a:pt x="1185217" y="370299"/>
                    <a:pt x="1185175" y="372185"/>
                  </a:cubicBezTo>
                  <a:cubicBezTo>
                    <a:pt x="1184801" y="374078"/>
                    <a:pt x="1184801" y="374078"/>
                    <a:pt x="1183806" y="375784"/>
                  </a:cubicBezTo>
                  <a:cubicBezTo>
                    <a:pt x="1180602" y="377837"/>
                    <a:pt x="1177222" y="377440"/>
                    <a:pt x="1173499" y="377426"/>
                  </a:cubicBezTo>
                  <a:cubicBezTo>
                    <a:pt x="1172000" y="377421"/>
                    <a:pt x="1170501" y="377428"/>
                    <a:pt x="1169002" y="377449"/>
                  </a:cubicBezTo>
                  <a:cubicBezTo>
                    <a:pt x="1168339" y="377446"/>
                    <a:pt x="1167676" y="377443"/>
                    <a:pt x="1166993" y="377439"/>
                  </a:cubicBezTo>
                  <a:cubicBezTo>
                    <a:pt x="1166485" y="377558"/>
                    <a:pt x="1165976" y="377676"/>
                    <a:pt x="1165453" y="377798"/>
                  </a:cubicBezTo>
                  <a:cubicBezTo>
                    <a:pt x="1165332" y="378289"/>
                    <a:pt x="1165211" y="378779"/>
                    <a:pt x="1165086" y="379285"/>
                  </a:cubicBezTo>
                  <a:cubicBezTo>
                    <a:pt x="1164961" y="379777"/>
                    <a:pt x="1164837" y="380268"/>
                    <a:pt x="1164709" y="380775"/>
                  </a:cubicBezTo>
                  <a:cubicBezTo>
                    <a:pt x="1163133" y="381146"/>
                    <a:pt x="1163133" y="381146"/>
                    <a:pt x="1161081" y="381150"/>
                  </a:cubicBezTo>
                  <a:cubicBezTo>
                    <a:pt x="1160348" y="381164"/>
                    <a:pt x="1159615" y="381178"/>
                    <a:pt x="1158860" y="381192"/>
                  </a:cubicBezTo>
                  <a:cubicBezTo>
                    <a:pt x="1157703" y="381193"/>
                    <a:pt x="1157703" y="381193"/>
                    <a:pt x="1156523" y="381193"/>
                  </a:cubicBezTo>
                  <a:cubicBezTo>
                    <a:pt x="1155004" y="381200"/>
                    <a:pt x="1153484" y="381216"/>
                    <a:pt x="1151965" y="381243"/>
                  </a:cubicBezTo>
                  <a:cubicBezTo>
                    <a:pt x="1150949" y="381244"/>
                    <a:pt x="1150949" y="381244"/>
                    <a:pt x="1149913" y="381244"/>
                  </a:cubicBezTo>
                  <a:cubicBezTo>
                    <a:pt x="1149393" y="381335"/>
                    <a:pt x="1148873" y="381426"/>
                    <a:pt x="1148338" y="381519"/>
                  </a:cubicBezTo>
                  <a:cubicBezTo>
                    <a:pt x="1148092" y="382256"/>
                    <a:pt x="1147846" y="382992"/>
                    <a:pt x="1147593" y="383751"/>
                  </a:cubicBezTo>
                  <a:cubicBezTo>
                    <a:pt x="1146166" y="384026"/>
                    <a:pt x="1146166" y="384026"/>
                    <a:pt x="1144318" y="384028"/>
                  </a:cubicBezTo>
                  <a:cubicBezTo>
                    <a:pt x="1143655" y="384040"/>
                    <a:pt x="1142993" y="384053"/>
                    <a:pt x="1142310" y="384067"/>
                  </a:cubicBezTo>
                  <a:cubicBezTo>
                    <a:pt x="1140905" y="384074"/>
                    <a:pt x="1139500" y="384077"/>
                    <a:pt x="1138096" y="384078"/>
                  </a:cubicBezTo>
                  <a:cubicBezTo>
                    <a:pt x="1137432" y="384092"/>
                    <a:pt x="1136769" y="384106"/>
                    <a:pt x="1136085" y="384121"/>
                  </a:cubicBezTo>
                  <a:cubicBezTo>
                    <a:pt x="1135474" y="384122"/>
                    <a:pt x="1134864" y="384123"/>
                    <a:pt x="1134234" y="384125"/>
                  </a:cubicBezTo>
                  <a:cubicBezTo>
                    <a:pt x="1133731" y="384247"/>
                    <a:pt x="1133229" y="384369"/>
                    <a:pt x="1132711" y="384496"/>
                  </a:cubicBezTo>
                  <a:cubicBezTo>
                    <a:pt x="1132476" y="384985"/>
                    <a:pt x="1132241" y="385475"/>
                    <a:pt x="1131999" y="385979"/>
                  </a:cubicBezTo>
                  <a:cubicBezTo>
                    <a:pt x="1131742" y="386472"/>
                    <a:pt x="1131486" y="386964"/>
                    <a:pt x="1131222" y="387472"/>
                  </a:cubicBezTo>
                  <a:cubicBezTo>
                    <a:pt x="1129482" y="387878"/>
                    <a:pt x="1129482" y="387878"/>
                    <a:pt x="1127333" y="387926"/>
                  </a:cubicBezTo>
                  <a:cubicBezTo>
                    <a:pt x="1126182" y="387962"/>
                    <a:pt x="1126182" y="387962"/>
                    <a:pt x="1125008" y="387998"/>
                  </a:cubicBezTo>
                  <a:cubicBezTo>
                    <a:pt x="1124204" y="388009"/>
                    <a:pt x="1123400" y="388019"/>
                    <a:pt x="1122572" y="388030"/>
                  </a:cubicBezTo>
                  <a:cubicBezTo>
                    <a:pt x="1121762" y="388052"/>
                    <a:pt x="1120953" y="388074"/>
                    <a:pt x="1120118" y="388097"/>
                  </a:cubicBezTo>
                  <a:cubicBezTo>
                    <a:pt x="1118115" y="388150"/>
                    <a:pt x="1116111" y="388189"/>
                    <a:pt x="1114107" y="388216"/>
                  </a:cubicBezTo>
                  <a:cubicBezTo>
                    <a:pt x="1114107" y="388953"/>
                    <a:pt x="1114107" y="389690"/>
                    <a:pt x="1114107" y="390449"/>
                  </a:cubicBezTo>
                  <a:cubicBezTo>
                    <a:pt x="1113476" y="390477"/>
                    <a:pt x="1113476" y="390477"/>
                    <a:pt x="1112833" y="390505"/>
                  </a:cubicBezTo>
                  <a:cubicBezTo>
                    <a:pt x="1110932" y="390591"/>
                    <a:pt x="1109031" y="390683"/>
                    <a:pt x="1107131" y="390774"/>
                  </a:cubicBezTo>
                  <a:cubicBezTo>
                    <a:pt x="1106469" y="390803"/>
                    <a:pt x="1105807" y="390833"/>
                    <a:pt x="1105125" y="390863"/>
                  </a:cubicBezTo>
                  <a:cubicBezTo>
                    <a:pt x="1104492" y="390894"/>
                    <a:pt x="1103859" y="390925"/>
                    <a:pt x="1103207" y="390957"/>
                  </a:cubicBezTo>
                  <a:cubicBezTo>
                    <a:pt x="1102330" y="390998"/>
                    <a:pt x="1102330" y="390998"/>
                    <a:pt x="1101435" y="391040"/>
                  </a:cubicBezTo>
                  <a:cubicBezTo>
                    <a:pt x="1099912" y="391112"/>
                    <a:pt x="1099912" y="391112"/>
                    <a:pt x="1098480" y="391937"/>
                  </a:cubicBezTo>
                  <a:cubicBezTo>
                    <a:pt x="1098235" y="392674"/>
                    <a:pt x="1097989" y="393410"/>
                    <a:pt x="1097736" y="394169"/>
                  </a:cubicBezTo>
                  <a:cubicBezTo>
                    <a:pt x="1096149" y="394491"/>
                    <a:pt x="1096149" y="394491"/>
                    <a:pt x="1094082" y="394550"/>
                  </a:cubicBezTo>
                  <a:cubicBezTo>
                    <a:pt x="1093346" y="394577"/>
                    <a:pt x="1092610" y="394603"/>
                    <a:pt x="1091851" y="394630"/>
                  </a:cubicBezTo>
                  <a:cubicBezTo>
                    <a:pt x="1090689" y="394655"/>
                    <a:pt x="1090689" y="394655"/>
                    <a:pt x="1089504" y="394681"/>
                  </a:cubicBezTo>
                  <a:cubicBezTo>
                    <a:pt x="1088727" y="394706"/>
                    <a:pt x="1087949" y="394732"/>
                    <a:pt x="1087148" y="394758"/>
                  </a:cubicBezTo>
                  <a:cubicBezTo>
                    <a:pt x="1085220" y="394820"/>
                    <a:pt x="1083293" y="394871"/>
                    <a:pt x="1081365" y="394913"/>
                  </a:cubicBezTo>
                  <a:cubicBezTo>
                    <a:pt x="1081365" y="395896"/>
                    <a:pt x="1081365" y="396878"/>
                    <a:pt x="1081365" y="397890"/>
                  </a:cubicBezTo>
                  <a:cubicBezTo>
                    <a:pt x="1080895" y="397901"/>
                    <a:pt x="1080426" y="397912"/>
                    <a:pt x="1079942" y="397923"/>
                  </a:cubicBezTo>
                  <a:cubicBezTo>
                    <a:pt x="1077827" y="397978"/>
                    <a:pt x="1075713" y="398050"/>
                    <a:pt x="1073598" y="398123"/>
                  </a:cubicBezTo>
                  <a:cubicBezTo>
                    <a:pt x="1072489" y="398148"/>
                    <a:pt x="1072489" y="398148"/>
                    <a:pt x="1071358" y="398173"/>
                  </a:cubicBezTo>
                  <a:cubicBezTo>
                    <a:pt x="1070656" y="398200"/>
                    <a:pt x="1069953" y="398226"/>
                    <a:pt x="1069229" y="398253"/>
                  </a:cubicBezTo>
                  <a:cubicBezTo>
                    <a:pt x="1068578" y="398273"/>
                    <a:pt x="1067928" y="398292"/>
                    <a:pt x="1067257" y="398312"/>
                  </a:cubicBezTo>
                  <a:cubicBezTo>
                    <a:pt x="1066756" y="398419"/>
                    <a:pt x="1066254" y="398525"/>
                    <a:pt x="1065738" y="398634"/>
                  </a:cubicBezTo>
                  <a:cubicBezTo>
                    <a:pt x="1065492" y="399371"/>
                    <a:pt x="1065247" y="400108"/>
                    <a:pt x="1064994" y="400867"/>
                  </a:cubicBezTo>
                  <a:cubicBezTo>
                    <a:pt x="1063567" y="401141"/>
                    <a:pt x="1063567" y="401141"/>
                    <a:pt x="1061718" y="401143"/>
                  </a:cubicBezTo>
                  <a:cubicBezTo>
                    <a:pt x="1061056" y="401156"/>
                    <a:pt x="1060393" y="401169"/>
                    <a:pt x="1059711" y="401182"/>
                  </a:cubicBezTo>
                  <a:cubicBezTo>
                    <a:pt x="1058306" y="401189"/>
                    <a:pt x="1056901" y="401193"/>
                    <a:pt x="1055496" y="401194"/>
                  </a:cubicBezTo>
                  <a:cubicBezTo>
                    <a:pt x="1054833" y="401208"/>
                    <a:pt x="1054169" y="401221"/>
                    <a:pt x="1053486" y="401236"/>
                  </a:cubicBezTo>
                  <a:cubicBezTo>
                    <a:pt x="1052875" y="401237"/>
                    <a:pt x="1052264" y="401239"/>
                    <a:pt x="1051634" y="401240"/>
                  </a:cubicBezTo>
                  <a:cubicBezTo>
                    <a:pt x="1051132" y="401362"/>
                    <a:pt x="1050629" y="401485"/>
                    <a:pt x="1050111" y="401611"/>
                  </a:cubicBezTo>
                  <a:cubicBezTo>
                    <a:pt x="1049869" y="402102"/>
                    <a:pt x="1049627" y="402593"/>
                    <a:pt x="1049377" y="403099"/>
                  </a:cubicBezTo>
                  <a:cubicBezTo>
                    <a:pt x="1049128" y="403590"/>
                    <a:pt x="1048879" y="404081"/>
                    <a:pt x="1048623" y="404587"/>
                  </a:cubicBezTo>
                  <a:cubicBezTo>
                    <a:pt x="1047031" y="404958"/>
                    <a:pt x="1047031" y="404958"/>
                    <a:pt x="1045085" y="404962"/>
                  </a:cubicBezTo>
                  <a:cubicBezTo>
                    <a:pt x="1044388" y="404976"/>
                    <a:pt x="1043691" y="404990"/>
                    <a:pt x="1042973" y="405004"/>
                  </a:cubicBezTo>
                  <a:cubicBezTo>
                    <a:pt x="1041879" y="405005"/>
                    <a:pt x="1041879" y="405005"/>
                    <a:pt x="1040763" y="405006"/>
                  </a:cubicBezTo>
                  <a:cubicBezTo>
                    <a:pt x="1039320" y="405013"/>
                    <a:pt x="1037877" y="405028"/>
                    <a:pt x="1036435" y="405055"/>
                  </a:cubicBezTo>
                  <a:cubicBezTo>
                    <a:pt x="1035793" y="405056"/>
                    <a:pt x="1035152" y="405056"/>
                    <a:pt x="1034491" y="405057"/>
                  </a:cubicBezTo>
                  <a:cubicBezTo>
                    <a:pt x="1033998" y="405148"/>
                    <a:pt x="1033504" y="405238"/>
                    <a:pt x="1032996" y="405331"/>
                  </a:cubicBezTo>
                  <a:cubicBezTo>
                    <a:pt x="1032750" y="406068"/>
                    <a:pt x="1032505" y="406805"/>
                    <a:pt x="1032252" y="407564"/>
                  </a:cubicBezTo>
                  <a:cubicBezTo>
                    <a:pt x="1030893" y="407874"/>
                    <a:pt x="1030893" y="407874"/>
                    <a:pt x="1029138" y="407919"/>
                  </a:cubicBezTo>
                  <a:cubicBezTo>
                    <a:pt x="1028510" y="407942"/>
                    <a:pt x="1027881" y="407965"/>
                    <a:pt x="1027233" y="407988"/>
                  </a:cubicBezTo>
                  <a:cubicBezTo>
                    <a:pt x="1026241" y="408008"/>
                    <a:pt x="1026241" y="408008"/>
                    <a:pt x="1025229" y="408029"/>
                  </a:cubicBezTo>
                  <a:cubicBezTo>
                    <a:pt x="1023927" y="408067"/>
                    <a:pt x="1022626" y="408107"/>
                    <a:pt x="1021325" y="408151"/>
                  </a:cubicBezTo>
                  <a:cubicBezTo>
                    <a:pt x="1020455" y="408171"/>
                    <a:pt x="1020455" y="408171"/>
                    <a:pt x="1019568" y="408191"/>
                  </a:cubicBezTo>
                  <a:cubicBezTo>
                    <a:pt x="1018054" y="408221"/>
                    <a:pt x="1018054" y="408221"/>
                    <a:pt x="1016625" y="409052"/>
                  </a:cubicBezTo>
                  <a:cubicBezTo>
                    <a:pt x="1016379" y="409789"/>
                    <a:pt x="1016134" y="410526"/>
                    <a:pt x="1015881" y="411285"/>
                  </a:cubicBezTo>
                  <a:cubicBezTo>
                    <a:pt x="1014442" y="411559"/>
                    <a:pt x="1014442" y="411559"/>
                    <a:pt x="1012578" y="411561"/>
                  </a:cubicBezTo>
                  <a:cubicBezTo>
                    <a:pt x="1011913" y="411574"/>
                    <a:pt x="1011247" y="411587"/>
                    <a:pt x="1010561" y="411600"/>
                  </a:cubicBezTo>
                  <a:cubicBezTo>
                    <a:pt x="1009146" y="411607"/>
                    <a:pt x="1007732" y="411611"/>
                    <a:pt x="1006317" y="411612"/>
                  </a:cubicBezTo>
                  <a:cubicBezTo>
                    <a:pt x="1005319" y="411632"/>
                    <a:pt x="1005319" y="411632"/>
                    <a:pt x="1004300" y="411654"/>
                  </a:cubicBezTo>
                  <a:cubicBezTo>
                    <a:pt x="1003685" y="411655"/>
                    <a:pt x="1003070" y="411657"/>
                    <a:pt x="1002437" y="411658"/>
                  </a:cubicBezTo>
                  <a:cubicBezTo>
                    <a:pt x="1001962" y="411780"/>
                    <a:pt x="1001487" y="411903"/>
                    <a:pt x="1000998" y="412029"/>
                  </a:cubicBezTo>
                  <a:cubicBezTo>
                    <a:pt x="1000878" y="412520"/>
                    <a:pt x="1000759" y="413011"/>
                    <a:pt x="1000636" y="413517"/>
                  </a:cubicBezTo>
                  <a:cubicBezTo>
                    <a:pt x="1000510" y="414008"/>
                    <a:pt x="1000384" y="414499"/>
                    <a:pt x="1000254" y="415005"/>
                  </a:cubicBezTo>
                  <a:cubicBezTo>
                    <a:pt x="998746" y="415376"/>
                    <a:pt x="998746" y="415376"/>
                    <a:pt x="996789" y="415380"/>
                  </a:cubicBezTo>
                  <a:cubicBezTo>
                    <a:pt x="996089" y="415394"/>
                    <a:pt x="995390" y="415408"/>
                    <a:pt x="994670" y="415422"/>
                  </a:cubicBezTo>
                  <a:cubicBezTo>
                    <a:pt x="993934" y="415423"/>
                    <a:pt x="993198" y="415423"/>
                    <a:pt x="992440" y="415424"/>
                  </a:cubicBezTo>
                  <a:cubicBezTo>
                    <a:pt x="990991" y="415430"/>
                    <a:pt x="989541" y="415446"/>
                    <a:pt x="988092" y="415473"/>
                  </a:cubicBezTo>
                  <a:cubicBezTo>
                    <a:pt x="987446" y="415474"/>
                    <a:pt x="986799" y="415474"/>
                    <a:pt x="986134" y="415475"/>
                  </a:cubicBezTo>
                  <a:cubicBezTo>
                    <a:pt x="985388" y="415611"/>
                    <a:pt x="985388" y="415611"/>
                    <a:pt x="984627" y="415749"/>
                  </a:cubicBezTo>
                  <a:cubicBezTo>
                    <a:pt x="984381" y="416486"/>
                    <a:pt x="984136" y="417223"/>
                    <a:pt x="983883" y="417982"/>
                  </a:cubicBezTo>
                  <a:cubicBezTo>
                    <a:pt x="982375" y="418176"/>
                    <a:pt x="982375" y="418176"/>
                    <a:pt x="980418" y="418069"/>
                  </a:cubicBezTo>
                  <a:cubicBezTo>
                    <a:pt x="979718" y="418045"/>
                    <a:pt x="979019" y="418021"/>
                    <a:pt x="978299" y="417996"/>
                  </a:cubicBezTo>
                  <a:cubicBezTo>
                    <a:pt x="976812" y="417925"/>
                    <a:pt x="975326" y="417847"/>
                    <a:pt x="973840" y="417764"/>
                  </a:cubicBezTo>
                  <a:cubicBezTo>
                    <a:pt x="973140" y="417742"/>
                    <a:pt x="972441" y="417720"/>
                    <a:pt x="971720" y="417697"/>
                  </a:cubicBezTo>
                  <a:cubicBezTo>
                    <a:pt x="971074" y="417663"/>
                    <a:pt x="970428" y="417630"/>
                    <a:pt x="969763" y="417595"/>
                  </a:cubicBezTo>
                  <a:cubicBezTo>
                    <a:pt x="969017" y="417786"/>
                    <a:pt x="969017" y="417786"/>
                    <a:pt x="968256" y="417982"/>
                  </a:cubicBezTo>
                  <a:cubicBezTo>
                    <a:pt x="968000" y="419221"/>
                    <a:pt x="967752" y="420461"/>
                    <a:pt x="967511" y="421703"/>
                  </a:cubicBezTo>
                  <a:cubicBezTo>
                    <a:pt x="966073" y="422158"/>
                    <a:pt x="966073" y="422158"/>
                    <a:pt x="964209" y="422150"/>
                  </a:cubicBezTo>
                  <a:cubicBezTo>
                    <a:pt x="963544" y="422162"/>
                    <a:pt x="962878" y="422173"/>
                    <a:pt x="962192" y="422185"/>
                  </a:cubicBezTo>
                  <a:cubicBezTo>
                    <a:pt x="961492" y="422179"/>
                    <a:pt x="960791" y="422174"/>
                    <a:pt x="960070" y="422168"/>
                  </a:cubicBezTo>
                  <a:cubicBezTo>
                    <a:pt x="958690" y="422168"/>
                    <a:pt x="957310" y="422177"/>
                    <a:pt x="955931" y="422197"/>
                  </a:cubicBezTo>
                  <a:cubicBezTo>
                    <a:pt x="955008" y="422190"/>
                    <a:pt x="955008" y="422190"/>
                    <a:pt x="954067" y="422184"/>
                  </a:cubicBezTo>
                  <a:cubicBezTo>
                    <a:pt x="953593" y="422271"/>
                    <a:pt x="953118" y="422357"/>
                    <a:pt x="952629" y="422447"/>
                  </a:cubicBezTo>
                  <a:cubicBezTo>
                    <a:pt x="952383" y="423183"/>
                    <a:pt x="952137" y="423920"/>
                    <a:pt x="951884" y="424679"/>
                  </a:cubicBezTo>
                  <a:cubicBezTo>
                    <a:pt x="949626" y="424951"/>
                    <a:pt x="947499" y="425096"/>
                    <a:pt x="945234" y="425144"/>
                  </a:cubicBezTo>
                  <a:cubicBezTo>
                    <a:pt x="944002" y="425182"/>
                    <a:pt x="942771" y="425223"/>
                    <a:pt x="941539" y="425266"/>
                  </a:cubicBezTo>
                  <a:cubicBezTo>
                    <a:pt x="940716" y="425286"/>
                    <a:pt x="940716" y="425286"/>
                    <a:pt x="939877" y="425306"/>
                  </a:cubicBezTo>
                  <a:cubicBezTo>
                    <a:pt x="938421" y="425343"/>
                    <a:pt x="938421" y="425343"/>
                    <a:pt x="937002" y="426167"/>
                  </a:cubicBezTo>
                  <a:cubicBezTo>
                    <a:pt x="937002" y="426904"/>
                    <a:pt x="937002" y="427641"/>
                    <a:pt x="937002" y="428400"/>
                  </a:cubicBezTo>
                  <a:cubicBezTo>
                    <a:pt x="936559" y="428407"/>
                    <a:pt x="936116" y="428414"/>
                    <a:pt x="935659" y="428421"/>
                  </a:cubicBezTo>
                  <a:cubicBezTo>
                    <a:pt x="933657" y="428461"/>
                    <a:pt x="931655" y="428523"/>
                    <a:pt x="929653" y="428586"/>
                  </a:cubicBezTo>
                  <a:cubicBezTo>
                    <a:pt x="928956" y="428596"/>
                    <a:pt x="928259" y="428607"/>
                    <a:pt x="927540" y="428618"/>
                  </a:cubicBezTo>
                  <a:cubicBezTo>
                    <a:pt x="926873" y="428642"/>
                    <a:pt x="926207" y="428666"/>
                    <a:pt x="925520" y="428690"/>
                  </a:cubicBezTo>
                  <a:cubicBezTo>
                    <a:pt x="924904" y="428706"/>
                    <a:pt x="924288" y="428722"/>
                    <a:pt x="923654" y="428738"/>
                  </a:cubicBezTo>
                  <a:cubicBezTo>
                    <a:pt x="922894" y="428939"/>
                    <a:pt x="922894" y="428939"/>
                    <a:pt x="922119" y="429144"/>
                  </a:cubicBezTo>
                  <a:cubicBezTo>
                    <a:pt x="921597" y="430123"/>
                    <a:pt x="921099" y="431115"/>
                    <a:pt x="920631" y="432121"/>
                  </a:cubicBezTo>
                  <a:cubicBezTo>
                    <a:pt x="918680" y="432326"/>
                    <a:pt x="917032" y="432368"/>
                    <a:pt x="915096" y="432260"/>
                  </a:cubicBezTo>
                  <a:cubicBezTo>
                    <a:pt x="911117" y="432060"/>
                    <a:pt x="911117" y="432060"/>
                    <a:pt x="907236" y="432865"/>
                  </a:cubicBezTo>
                  <a:cubicBezTo>
                    <a:pt x="906990" y="433601"/>
                    <a:pt x="906745" y="434338"/>
                    <a:pt x="906492" y="435097"/>
                  </a:cubicBezTo>
                  <a:cubicBezTo>
                    <a:pt x="905053" y="435372"/>
                    <a:pt x="905053" y="435372"/>
                    <a:pt x="903190" y="435373"/>
                  </a:cubicBezTo>
                  <a:cubicBezTo>
                    <a:pt x="902524" y="435386"/>
                    <a:pt x="901858" y="435399"/>
                    <a:pt x="901172" y="435412"/>
                  </a:cubicBezTo>
                  <a:cubicBezTo>
                    <a:pt x="899758" y="435419"/>
                    <a:pt x="898343" y="435423"/>
                    <a:pt x="896929" y="435424"/>
                  </a:cubicBezTo>
                  <a:cubicBezTo>
                    <a:pt x="895930" y="435445"/>
                    <a:pt x="895930" y="435445"/>
                    <a:pt x="894911" y="435466"/>
                  </a:cubicBezTo>
                  <a:cubicBezTo>
                    <a:pt x="894296" y="435468"/>
                    <a:pt x="893681" y="435469"/>
                    <a:pt x="893048" y="435470"/>
                  </a:cubicBezTo>
                  <a:cubicBezTo>
                    <a:pt x="892573" y="435593"/>
                    <a:pt x="892098" y="435715"/>
                    <a:pt x="891609" y="435841"/>
                  </a:cubicBezTo>
                  <a:cubicBezTo>
                    <a:pt x="891425" y="436578"/>
                    <a:pt x="891425" y="436578"/>
                    <a:pt x="891237" y="437329"/>
                  </a:cubicBezTo>
                  <a:cubicBezTo>
                    <a:pt x="891053" y="438066"/>
                    <a:pt x="891053" y="438066"/>
                    <a:pt x="890865" y="438818"/>
                  </a:cubicBezTo>
                  <a:cubicBezTo>
                    <a:pt x="889426" y="439189"/>
                    <a:pt x="889426" y="439189"/>
                    <a:pt x="887563" y="439193"/>
                  </a:cubicBezTo>
                  <a:cubicBezTo>
                    <a:pt x="886564" y="439214"/>
                    <a:pt x="886564" y="439214"/>
                    <a:pt x="885545" y="439235"/>
                  </a:cubicBezTo>
                  <a:cubicBezTo>
                    <a:pt x="884845" y="439235"/>
                    <a:pt x="884145" y="439236"/>
                    <a:pt x="883424" y="439236"/>
                  </a:cubicBezTo>
                  <a:cubicBezTo>
                    <a:pt x="882044" y="439243"/>
                    <a:pt x="880664" y="439259"/>
                    <a:pt x="879284" y="439286"/>
                  </a:cubicBezTo>
                  <a:cubicBezTo>
                    <a:pt x="878362" y="439287"/>
                    <a:pt x="878362" y="439287"/>
                    <a:pt x="877421" y="439287"/>
                  </a:cubicBezTo>
                  <a:cubicBezTo>
                    <a:pt x="876709" y="439423"/>
                    <a:pt x="876709" y="439423"/>
                    <a:pt x="875982" y="439562"/>
                  </a:cubicBezTo>
                  <a:cubicBezTo>
                    <a:pt x="875737" y="440299"/>
                    <a:pt x="875491" y="441035"/>
                    <a:pt x="875238" y="441794"/>
                  </a:cubicBezTo>
                  <a:cubicBezTo>
                    <a:pt x="873936" y="442069"/>
                    <a:pt x="873936" y="442069"/>
                    <a:pt x="872261" y="442070"/>
                  </a:cubicBezTo>
                  <a:cubicBezTo>
                    <a:pt x="871663" y="442083"/>
                    <a:pt x="871064" y="442096"/>
                    <a:pt x="870448" y="442110"/>
                  </a:cubicBezTo>
                  <a:cubicBezTo>
                    <a:pt x="869176" y="442116"/>
                    <a:pt x="867905" y="442120"/>
                    <a:pt x="866634" y="442121"/>
                  </a:cubicBezTo>
                  <a:cubicBezTo>
                    <a:pt x="866035" y="442135"/>
                    <a:pt x="865437" y="442149"/>
                    <a:pt x="864820" y="442164"/>
                  </a:cubicBezTo>
                  <a:cubicBezTo>
                    <a:pt x="864267" y="442165"/>
                    <a:pt x="863715" y="442166"/>
                    <a:pt x="863146" y="442168"/>
                  </a:cubicBezTo>
                  <a:cubicBezTo>
                    <a:pt x="862716" y="442290"/>
                    <a:pt x="862286" y="442412"/>
                    <a:pt x="861843" y="442538"/>
                  </a:cubicBezTo>
                  <a:cubicBezTo>
                    <a:pt x="861670" y="443273"/>
                    <a:pt x="861670" y="443273"/>
                    <a:pt x="861493" y="444022"/>
                  </a:cubicBezTo>
                  <a:cubicBezTo>
                    <a:pt x="861363" y="444515"/>
                    <a:pt x="861233" y="445007"/>
                    <a:pt x="861099" y="445515"/>
                  </a:cubicBezTo>
                  <a:cubicBezTo>
                    <a:pt x="859649" y="445921"/>
                    <a:pt x="859649" y="445921"/>
                    <a:pt x="857771" y="445969"/>
                  </a:cubicBezTo>
                  <a:cubicBezTo>
                    <a:pt x="857102" y="445992"/>
                    <a:pt x="856433" y="446016"/>
                    <a:pt x="855744" y="446041"/>
                  </a:cubicBezTo>
                  <a:cubicBezTo>
                    <a:pt x="855040" y="446052"/>
                    <a:pt x="854336" y="446062"/>
                    <a:pt x="853611" y="446073"/>
                  </a:cubicBezTo>
                  <a:cubicBezTo>
                    <a:pt x="852552" y="446106"/>
                    <a:pt x="852552" y="446106"/>
                    <a:pt x="851471" y="446140"/>
                  </a:cubicBezTo>
                  <a:cubicBezTo>
                    <a:pt x="849719" y="446193"/>
                    <a:pt x="847968" y="446232"/>
                    <a:pt x="846216" y="446259"/>
                  </a:cubicBezTo>
                  <a:cubicBezTo>
                    <a:pt x="846216" y="446996"/>
                    <a:pt x="846216" y="447733"/>
                    <a:pt x="846216" y="448492"/>
                  </a:cubicBezTo>
                  <a:cubicBezTo>
                    <a:pt x="843362" y="449443"/>
                    <a:pt x="840860" y="449255"/>
                    <a:pt x="837874" y="449189"/>
                  </a:cubicBezTo>
                  <a:cubicBezTo>
                    <a:pt x="835815" y="449235"/>
                    <a:pt x="834043" y="449351"/>
                    <a:pt x="832078" y="449980"/>
                  </a:cubicBezTo>
                  <a:cubicBezTo>
                    <a:pt x="832078" y="450717"/>
                    <a:pt x="832078" y="451453"/>
                    <a:pt x="832078" y="452212"/>
                  </a:cubicBezTo>
                  <a:cubicBezTo>
                    <a:pt x="831653" y="452193"/>
                    <a:pt x="831229" y="452173"/>
                    <a:pt x="830792" y="452153"/>
                  </a:cubicBezTo>
                  <a:cubicBezTo>
                    <a:pt x="828880" y="452076"/>
                    <a:pt x="826968" y="452028"/>
                    <a:pt x="825055" y="451980"/>
                  </a:cubicBezTo>
                  <a:cubicBezTo>
                    <a:pt x="824387" y="451949"/>
                    <a:pt x="823719" y="451917"/>
                    <a:pt x="823030" y="451885"/>
                  </a:cubicBezTo>
                  <a:cubicBezTo>
                    <a:pt x="821262" y="451852"/>
                    <a:pt x="819667" y="451825"/>
                    <a:pt x="817939" y="452212"/>
                  </a:cubicBezTo>
                  <a:cubicBezTo>
                    <a:pt x="817672" y="453449"/>
                    <a:pt x="817424" y="454689"/>
                    <a:pt x="817195" y="455933"/>
                  </a:cubicBezTo>
                  <a:cubicBezTo>
                    <a:pt x="814995" y="456518"/>
                    <a:pt x="812762" y="456419"/>
                    <a:pt x="810498" y="456398"/>
                  </a:cubicBezTo>
                  <a:cubicBezTo>
                    <a:pt x="809257" y="456398"/>
                    <a:pt x="808017" y="456407"/>
                    <a:pt x="806777" y="456427"/>
                  </a:cubicBezTo>
                  <a:cubicBezTo>
                    <a:pt x="806225" y="456423"/>
                    <a:pt x="805672" y="456419"/>
                    <a:pt x="805103" y="456414"/>
                  </a:cubicBezTo>
                  <a:cubicBezTo>
                    <a:pt x="804673" y="456501"/>
                    <a:pt x="804243" y="456588"/>
                    <a:pt x="803800" y="456677"/>
                  </a:cubicBezTo>
                  <a:cubicBezTo>
                    <a:pt x="803555" y="457414"/>
                    <a:pt x="803309" y="458151"/>
                    <a:pt x="803056" y="458910"/>
                  </a:cubicBezTo>
                  <a:cubicBezTo>
                    <a:pt x="801041" y="459182"/>
                    <a:pt x="799172" y="459326"/>
                    <a:pt x="797150" y="459375"/>
                  </a:cubicBezTo>
                  <a:cubicBezTo>
                    <a:pt x="793288" y="459345"/>
                    <a:pt x="793288" y="459345"/>
                    <a:pt x="789662" y="460398"/>
                  </a:cubicBezTo>
                  <a:cubicBezTo>
                    <a:pt x="789416" y="461135"/>
                    <a:pt x="789171" y="461871"/>
                    <a:pt x="788918" y="462630"/>
                  </a:cubicBezTo>
                  <a:cubicBezTo>
                    <a:pt x="787467" y="462952"/>
                    <a:pt x="787467" y="462952"/>
                    <a:pt x="785589" y="463011"/>
                  </a:cubicBezTo>
                  <a:cubicBezTo>
                    <a:pt x="784920" y="463037"/>
                    <a:pt x="784251" y="463064"/>
                    <a:pt x="783562" y="463091"/>
                  </a:cubicBezTo>
                  <a:cubicBezTo>
                    <a:pt x="782506" y="463116"/>
                    <a:pt x="782506" y="463116"/>
                    <a:pt x="781430" y="463142"/>
                  </a:cubicBezTo>
                  <a:cubicBezTo>
                    <a:pt x="780370" y="463180"/>
                    <a:pt x="780370" y="463180"/>
                    <a:pt x="779289" y="463219"/>
                  </a:cubicBezTo>
                  <a:cubicBezTo>
                    <a:pt x="777538" y="463280"/>
                    <a:pt x="775787" y="463332"/>
                    <a:pt x="774035" y="463374"/>
                  </a:cubicBezTo>
                  <a:cubicBezTo>
                    <a:pt x="774035" y="464111"/>
                    <a:pt x="774035" y="464848"/>
                    <a:pt x="774035" y="465607"/>
                  </a:cubicBezTo>
                  <a:cubicBezTo>
                    <a:pt x="773371" y="465652"/>
                    <a:pt x="772707" y="465697"/>
                    <a:pt x="772023" y="465743"/>
                  </a:cubicBezTo>
                  <a:cubicBezTo>
                    <a:pt x="771152" y="465806"/>
                    <a:pt x="770281" y="465868"/>
                    <a:pt x="769384" y="465932"/>
                  </a:cubicBezTo>
                  <a:cubicBezTo>
                    <a:pt x="768521" y="465993"/>
                    <a:pt x="767657" y="466053"/>
                    <a:pt x="766768" y="466116"/>
                  </a:cubicBezTo>
                  <a:cubicBezTo>
                    <a:pt x="764011" y="466345"/>
                    <a:pt x="764011" y="466345"/>
                    <a:pt x="761384" y="467095"/>
                  </a:cubicBezTo>
                  <a:cubicBezTo>
                    <a:pt x="761139" y="467832"/>
                    <a:pt x="760893" y="468569"/>
                    <a:pt x="760640" y="469328"/>
                  </a:cubicBezTo>
                  <a:cubicBezTo>
                    <a:pt x="757933" y="469596"/>
                    <a:pt x="755298" y="469652"/>
                    <a:pt x="752581" y="469655"/>
                  </a:cubicBezTo>
                  <a:cubicBezTo>
                    <a:pt x="750673" y="469672"/>
                    <a:pt x="750673" y="469672"/>
                    <a:pt x="747990" y="470072"/>
                  </a:cubicBezTo>
                  <a:cubicBezTo>
                    <a:pt x="747744" y="470563"/>
                    <a:pt x="747499" y="471054"/>
                    <a:pt x="747246" y="471560"/>
                  </a:cubicBezTo>
                  <a:cubicBezTo>
                    <a:pt x="747000" y="472051"/>
                    <a:pt x="746755" y="472542"/>
                    <a:pt x="746502" y="473048"/>
                  </a:cubicBezTo>
                  <a:cubicBezTo>
                    <a:pt x="744304" y="473334"/>
                    <a:pt x="742329" y="473465"/>
                    <a:pt x="740130" y="473467"/>
                  </a:cubicBezTo>
                  <a:cubicBezTo>
                    <a:pt x="737998" y="473479"/>
                    <a:pt x="735981" y="473581"/>
                    <a:pt x="733851" y="473792"/>
                  </a:cubicBezTo>
                  <a:cubicBezTo>
                    <a:pt x="733606" y="474529"/>
                    <a:pt x="733360" y="475266"/>
                    <a:pt x="733107" y="476025"/>
                  </a:cubicBezTo>
                  <a:cubicBezTo>
                    <a:pt x="731793" y="476347"/>
                    <a:pt x="731793" y="476347"/>
                    <a:pt x="730104" y="476406"/>
                  </a:cubicBezTo>
                  <a:cubicBezTo>
                    <a:pt x="729502" y="476432"/>
                    <a:pt x="728901" y="476458"/>
                    <a:pt x="728280" y="476486"/>
                  </a:cubicBezTo>
                  <a:cubicBezTo>
                    <a:pt x="727648" y="476502"/>
                    <a:pt x="727015" y="476519"/>
                    <a:pt x="726363" y="476536"/>
                  </a:cubicBezTo>
                  <a:cubicBezTo>
                    <a:pt x="725410" y="476575"/>
                    <a:pt x="725410" y="476575"/>
                    <a:pt x="724438" y="476613"/>
                  </a:cubicBezTo>
                  <a:cubicBezTo>
                    <a:pt x="722863" y="476675"/>
                    <a:pt x="721288" y="476723"/>
                    <a:pt x="719713" y="476769"/>
                  </a:cubicBezTo>
                  <a:cubicBezTo>
                    <a:pt x="719713" y="477751"/>
                    <a:pt x="719713" y="478733"/>
                    <a:pt x="719713" y="479746"/>
                  </a:cubicBezTo>
                  <a:cubicBezTo>
                    <a:pt x="718808" y="479773"/>
                    <a:pt x="717903" y="479801"/>
                    <a:pt x="716971" y="479830"/>
                  </a:cubicBezTo>
                  <a:cubicBezTo>
                    <a:pt x="715792" y="479879"/>
                    <a:pt x="714613" y="479928"/>
                    <a:pt x="713434" y="479978"/>
                  </a:cubicBezTo>
                  <a:cubicBezTo>
                    <a:pt x="712538" y="480003"/>
                    <a:pt x="712538" y="480003"/>
                    <a:pt x="711624" y="480029"/>
                  </a:cubicBezTo>
                  <a:cubicBezTo>
                    <a:pt x="709710" y="480093"/>
                    <a:pt x="709710" y="480093"/>
                    <a:pt x="707062" y="480490"/>
                  </a:cubicBezTo>
                  <a:cubicBezTo>
                    <a:pt x="706817" y="481226"/>
                    <a:pt x="706571" y="481963"/>
                    <a:pt x="706318" y="482722"/>
                  </a:cubicBezTo>
                  <a:cubicBezTo>
                    <a:pt x="704148" y="483013"/>
                    <a:pt x="702124" y="483172"/>
                    <a:pt x="699946" y="483234"/>
                  </a:cubicBezTo>
                  <a:cubicBezTo>
                    <a:pt x="699346" y="483259"/>
                    <a:pt x="698746" y="483284"/>
                    <a:pt x="698128" y="483311"/>
                  </a:cubicBezTo>
                  <a:cubicBezTo>
                    <a:pt x="696642" y="483372"/>
                    <a:pt x="695155" y="483420"/>
                    <a:pt x="693668" y="483466"/>
                  </a:cubicBezTo>
                  <a:cubicBezTo>
                    <a:pt x="693668" y="484448"/>
                    <a:pt x="693668" y="485431"/>
                    <a:pt x="693668" y="486443"/>
                  </a:cubicBezTo>
                  <a:cubicBezTo>
                    <a:pt x="692763" y="486462"/>
                    <a:pt x="691859" y="486481"/>
                    <a:pt x="690927" y="486501"/>
                  </a:cubicBezTo>
                  <a:cubicBezTo>
                    <a:pt x="689747" y="486543"/>
                    <a:pt x="688568" y="486585"/>
                    <a:pt x="687389" y="486629"/>
                  </a:cubicBezTo>
                  <a:cubicBezTo>
                    <a:pt x="686792" y="486639"/>
                    <a:pt x="686195" y="486650"/>
                    <a:pt x="685579" y="486661"/>
                  </a:cubicBezTo>
                  <a:cubicBezTo>
                    <a:pt x="683662" y="486708"/>
                    <a:pt x="683662" y="486708"/>
                    <a:pt x="681017" y="487187"/>
                  </a:cubicBezTo>
                  <a:cubicBezTo>
                    <a:pt x="680756" y="488176"/>
                    <a:pt x="680508" y="489168"/>
                    <a:pt x="680273" y="490163"/>
                  </a:cubicBezTo>
                  <a:cubicBezTo>
                    <a:pt x="678326" y="490373"/>
                    <a:pt x="676674" y="490408"/>
                    <a:pt x="674739" y="490303"/>
                  </a:cubicBezTo>
                  <a:cubicBezTo>
                    <a:pt x="671075" y="489990"/>
                    <a:pt x="671075" y="489990"/>
                    <a:pt x="667623" y="490908"/>
                  </a:cubicBezTo>
                  <a:cubicBezTo>
                    <a:pt x="667377" y="491644"/>
                    <a:pt x="667132" y="492381"/>
                    <a:pt x="666879" y="493140"/>
                  </a:cubicBezTo>
                  <a:cubicBezTo>
                    <a:pt x="664985" y="493413"/>
                    <a:pt x="663246" y="493556"/>
                    <a:pt x="661344" y="493605"/>
                  </a:cubicBezTo>
                  <a:cubicBezTo>
                    <a:pt x="657674" y="493600"/>
                    <a:pt x="657674" y="493600"/>
                    <a:pt x="654228" y="494628"/>
                  </a:cubicBezTo>
                  <a:cubicBezTo>
                    <a:pt x="654228" y="495365"/>
                    <a:pt x="654228" y="496102"/>
                    <a:pt x="654228" y="496861"/>
                  </a:cubicBezTo>
                  <a:cubicBezTo>
                    <a:pt x="653377" y="496889"/>
                    <a:pt x="652527" y="496916"/>
                    <a:pt x="651650" y="496945"/>
                  </a:cubicBezTo>
                  <a:cubicBezTo>
                    <a:pt x="650540" y="496994"/>
                    <a:pt x="649431" y="497043"/>
                    <a:pt x="648322" y="497093"/>
                  </a:cubicBezTo>
                  <a:cubicBezTo>
                    <a:pt x="647479" y="497118"/>
                    <a:pt x="647479" y="497118"/>
                    <a:pt x="646620" y="497144"/>
                  </a:cubicBezTo>
                  <a:cubicBezTo>
                    <a:pt x="644817" y="497208"/>
                    <a:pt x="644817" y="497208"/>
                    <a:pt x="642322" y="497605"/>
                  </a:cubicBezTo>
                  <a:cubicBezTo>
                    <a:pt x="642076" y="498342"/>
                    <a:pt x="641831" y="499078"/>
                    <a:pt x="641578" y="499837"/>
                  </a:cubicBezTo>
                  <a:cubicBezTo>
                    <a:pt x="639007" y="500105"/>
                    <a:pt x="636514" y="500162"/>
                    <a:pt x="633933" y="500164"/>
                  </a:cubicBezTo>
                  <a:cubicBezTo>
                    <a:pt x="632142" y="500181"/>
                    <a:pt x="632142" y="500181"/>
                    <a:pt x="629672" y="500581"/>
                  </a:cubicBezTo>
                  <a:cubicBezTo>
                    <a:pt x="629422" y="501573"/>
                    <a:pt x="629174" y="502565"/>
                    <a:pt x="628927" y="503558"/>
                  </a:cubicBezTo>
                  <a:cubicBezTo>
                    <a:pt x="626357" y="503900"/>
                    <a:pt x="623933" y="503935"/>
                    <a:pt x="621348" y="503921"/>
                  </a:cubicBezTo>
                  <a:cubicBezTo>
                    <a:pt x="619552" y="503929"/>
                    <a:pt x="619552" y="503929"/>
                    <a:pt x="617021" y="504302"/>
                  </a:cubicBezTo>
                  <a:cubicBezTo>
                    <a:pt x="616491" y="505277"/>
                    <a:pt x="615993" y="506269"/>
                    <a:pt x="615533" y="507279"/>
                  </a:cubicBezTo>
                  <a:cubicBezTo>
                    <a:pt x="613324" y="507543"/>
                    <a:pt x="613324" y="507543"/>
                    <a:pt x="610696" y="507418"/>
                  </a:cubicBezTo>
                  <a:cubicBezTo>
                    <a:pt x="607415" y="507138"/>
                    <a:pt x="607415" y="507138"/>
                    <a:pt x="604371" y="508023"/>
                  </a:cubicBezTo>
                  <a:cubicBezTo>
                    <a:pt x="604125" y="508760"/>
                    <a:pt x="603880" y="509496"/>
                    <a:pt x="603627" y="510255"/>
                  </a:cubicBezTo>
                  <a:cubicBezTo>
                    <a:pt x="601214" y="510523"/>
                    <a:pt x="598884" y="510580"/>
                    <a:pt x="596461" y="510582"/>
                  </a:cubicBezTo>
                  <a:cubicBezTo>
                    <a:pt x="594782" y="510599"/>
                    <a:pt x="594782" y="510599"/>
                    <a:pt x="592465" y="510999"/>
                  </a:cubicBezTo>
                  <a:cubicBezTo>
                    <a:pt x="592349" y="511491"/>
                    <a:pt x="592234" y="511982"/>
                    <a:pt x="592116" y="512488"/>
                  </a:cubicBezTo>
                  <a:cubicBezTo>
                    <a:pt x="591985" y="512979"/>
                    <a:pt x="591855" y="513470"/>
                    <a:pt x="591720" y="513976"/>
                  </a:cubicBezTo>
                  <a:cubicBezTo>
                    <a:pt x="589658" y="514268"/>
                    <a:pt x="587833" y="514393"/>
                    <a:pt x="585767" y="514395"/>
                  </a:cubicBezTo>
                  <a:cubicBezTo>
                    <a:pt x="583742" y="514407"/>
                    <a:pt x="581837" y="514509"/>
                    <a:pt x="579814" y="514720"/>
                  </a:cubicBezTo>
                  <a:cubicBezTo>
                    <a:pt x="579569" y="515457"/>
                    <a:pt x="579323" y="516193"/>
                    <a:pt x="579070" y="516953"/>
                  </a:cubicBezTo>
                  <a:cubicBezTo>
                    <a:pt x="577143" y="517244"/>
                    <a:pt x="575378" y="517402"/>
                    <a:pt x="573442" y="517464"/>
                  </a:cubicBezTo>
                  <a:cubicBezTo>
                    <a:pt x="572649" y="517502"/>
                    <a:pt x="572649" y="517502"/>
                    <a:pt x="571839" y="517541"/>
                  </a:cubicBezTo>
                  <a:cubicBezTo>
                    <a:pt x="570529" y="517603"/>
                    <a:pt x="569219" y="517651"/>
                    <a:pt x="567908" y="517697"/>
                  </a:cubicBezTo>
                  <a:cubicBezTo>
                    <a:pt x="567908" y="518679"/>
                    <a:pt x="567908" y="519661"/>
                    <a:pt x="567908" y="520673"/>
                  </a:cubicBezTo>
                  <a:cubicBezTo>
                    <a:pt x="567057" y="520701"/>
                    <a:pt x="566206" y="520729"/>
                    <a:pt x="565330" y="520758"/>
                  </a:cubicBezTo>
                  <a:cubicBezTo>
                    <a:pt x="564220" y="520806"/>
                    <a:pt x="563111" y="520856"/>
                    <a:pt x="562001" y="520906"/>
                  </a:cubicBezTo>
                  <a:cubicBezTo>
                    <a:pt x="561159" y="520931"/>
                    <a:pt x="561159" y="520931"/>
                    <a:pt x="560299" y="520957"/>
                  </a:cubicBezTo>
                  <a:cubicBezTo>
                    <a:pt x="558496" y="521021"/>
                    <a:pt x="558496" y="521021"/>
                    <a:pt x="556002" y="521417"/>
                  </a:cubicBezTo>
                  <a:cubicBezTo>
                    <a:pt x="555756" y="522154"/>
                    <a:pt x="555511" y="522891"/>
                    <a:pt x="555258" y="523650"/>
                  </a:cubicBezTo>
                  <a:cubicBezTo>
                    <a:pt x="553111" y="524723"/>
                    <a:pt x="551226" y="524464"/>
                    <a:pt x="548839" y="524440"/>
                  </a:cubicBezTo>
                  <a:cubicBezTo>
                    <a:pt x="547955" y="524434"/>
                    <a:pt x="547070" y="524427"/>
                    <a:pt x="546159" y="524420"/>
                  </a:cubicBezTo>
                  <a:cubicBezTo>
                    <a:pt x="545478" y="524411"/>
                    <a:pt x="544797" y="524403"/>
                    <a:pt x="544095" y="524394"/>
                  </a:cubicBezTo>
                  <a:cubicBezTo>
                    <a:pt x="544095" y="525376"/>
                    <a:pt x="544095" y="526358"/>
                    <a:pt x="544095" y="527371"/>
                  </a:cubicBezTo>
                  <a:cubicBezTo>
                    <a:pt x="540166" y="527616"/>
                    <a:pt x="536237" y="527862"/>
                    <a:pt x="532189" y="528115"/>
                  </a:cubicBezTo>
                  <a:cubicBezTo>
                    <a:pt x="532189" y="529097"/>
                    <a:pt x="532189" y="530079"/>
                    <a:pt x="532189" y="531091"/>
                  </a:cubicBezTo>
                  <a:cubicBezTo>
                    <a:pt x="531392" y="531119"/>
                    <a:pt x="530595" y="531147"/>
                    <a:pt x="529774" y="531176"/>
                  </a:cubicBezTo>
                  <a:cubicBezTo>
                    <a:pt x="528734" y="531224"/>
                    <a:pt x="527694" y="531274"/>
                    <a:pt x="526655" y="531324"/>
                  </a:cubicBezTo>
                  <a:cubicBezTo>
                    <a:pt x="525865" y="531349"/>
                    <a:pt x="525865" y="531349"/>
                    <a:pt x="525060" y="531375"/>
                  </a:cubicBezTo>
                  <a:cubicBezTo>
                    <a:pt x="523369" y="531439"/>
                    <a:pt x="523369" y="531439"/>
                    <a:pt x="521027" y="531835"/>
                  </a:cubicBezTo>
                  <a:cubicBezTo>
                    <a:pt x="520781" y="532572"/>
                    <a:pt x="520536" y="533309"/>
                    <a:pt x="520283" y="534068"/>
                  </a:cubicBezTo>
                  <a:cubicBezTo>
                    <a:pt x="517602" y="534390"/>
                    <a:pt x="514962" y="534396"/>
                    <a:pt x="512263" y="534437"/>
                  </a:cubicBezTo>
                  <a:cubicBezTo>
                    <a:pt x="511472" y="534561"/>
                    <a:pt x="510680" y="534684"/>
                    <a:pt x="509865" y="534812"/>
                  </a:cubicBezTo>
                  <a:cubicBezTo>
                    <a:pt x="509619" y="535303"/>
                    <a:pt x="509374" y="535794"/>
                    <a:pt x="509121" y="536300"/>
                  </a:cubicBezTo>
                  <a:cubicBezTo>
                    <a:pt x="508875" y="536791"/>
                    <a:pt x="508630" y="537282"/>
                    <a:pt x="508377" y="537788"/>
                  </a:cubicBezTo>
                  <a:cubicBezTo>
                    <a:pt x="505979" y="538163"/>
                    <a:pt x="505979" y="538163"/>
                    <a:pt x="503121" y="538207"/>
                  </a:cubicBezTo>
                  <a:cubicBezTo>
                    <a:pt x="500346" y="538206"/>
                    <a:pt x="500346" y="538206"/>
                    <a:pt x="497959" y="538533"/>
                  </a:cubicBezTo>
                  <a:cubicBezTo>
                    <a:pt x="497713" y="539269"/>
                    <a:pt x="497468" y="540006"/>
                    <a:pt x="497215" y="540765"/>
                  </a:cubicBezTo>
                  <a:cubicBezTo>
                    <a:pt x="495267" y="541120"/>
                    <a:pt x="495267" y="541120"/>
                    <a:pt x="492843" y="541230"/>
                  </a:cubicBezTo>
                  <a:cubicBezTo>
                    <a:pt x="490357" y="541356"/>
                    <a:pt x="488420" y="541464"/>
                    <a:pt x="486052" y="542253"/>
                  </a:cubicBezTo>
                  <a:cubicBezTo>
                    <a:pt x="486052" y="542990"/>
                    <a:pt x="486052" y="543727"/>
                    <a:pt x="486052" y="544486"/>
                  </a:cubicBezTo>
                  <a:cubicBezTo>
                    <a:pt x="482369" y="544731"/>
                    <a:pt x="478685" y="544977"/>
                    <a:pt x="474890" y="545230"/>
                  </a:cubicBezTo>
                  <a:cubicBezTo>
                    <a:pt x="474890" y="546212"/>
                    <a:pt x="474890" y="547194"/>
                    <a:pt x="474890" y="548206"/>
                  </a:cubicBezTo>
                  <a:cubicBezTo>
                    <a:pt x="474147" y="548234"/>
                    <a:pt x="473403" y="548262"/>
                    <a:pt x="472638" y="548291"/>
                  </a:cubicBezTo>
                  <a:cubicBezTo>
                    <a:pt x="471677" y="548340"/>
                    <a:pt x="470717" y="548389"/>
                    <a:pt x="469728" y="548439"/>
                  </a:cubicBezTo>
                  <a:cubicBezTo>
                    <a:pt x="468290" y="548504"/>
                    <a:pt x="468290" y="548504"/>
                    <a:pt x="466824" y="548570"/>
                  </a:cubicBezTo>
                  <a:cubicBezTo>
                    <a:pt x="466048" y="548695"/>
                    <a:pt x="465272" y="548821"/>
                    <a:pt x="464472" y="548951"/>
                  </a:cubicBezTo>
                  <a:cubicBezTo>
                    <a:pt x="464227" y="549687"/>
                    <a:pt x="463981" y="550424"/>
                    <a:pt x="463728" y="551183"/>
                  </a:cubicBezTo>
                  <a:cubicBezTo>
                    <a:pt x="461754" y="551538"/>
                    <a:pt x="461754" y="551538"/>
                    <a:pt x="459310" y="551648"/>
                  </a:cubicBezTo>
                  <a:cubicBezTo>
                    <a:pt x="456195" y="551713"/>
                    <a:pt x="456195" y="551713"/>
                    <a:pt x="453310" y="552671"/>
                  </a:cubicBezTo>
                  <a:cubicBezTo>
                    <a:pt x="453310" y="553408"/>
                    <a:pt x="453310" y="554145"/>
                    <a:pt x="453310" y="554904"/>
                  </a:cubicBezTo>
                  <a:cubicBezTo>
                    <a:pt x="452567" y="554932"/>
                    <a:pt x="451823" y="554959"/>
                    <a:pt x="451057" y="554988"/>
                  </a:cubicBezTo>
                  <a:cubicBezTo>
                    <a:pt x="450097" y="555037"/>
                    <a:pt x="449137" y="555086"/>
                    <a:pt x="448148" y="555136"/>
                  </a:cubicBezTo>
                  <a:cubicBezTo>
                    <a:pt x="446710" y="555201"/>
                    <a:pt x="446710" y="555201"/>
                    <a:pt x="445244" y="555267"/>
                  </a:cubicBezTo>
                  <a:cubicBezTo>
                    <a:pt x="444468" y="555393"/>
                    <a:pt x="443692" y="555518"/>
                    <a:pt x="442892" y="555648"/>
                  </a:cubicBezTo>
                  <a:cubicBezTo>
                    <a:pt x="442647" y="556385"/>
                    <a:pt x="442401" y="557121"/>
                    <a:pt x="442148" y="557880"/>
                  </a:cubicBezTo>
                  <a:cubicBezTo>
                    <a:pt x="440174" y="558235"/>
                    <a:pt x="440174" y="558235"/>
                    <a:pt x="437730" y="558345"/>
                  </a:cubicBezTo>
                  <a:cubicBezTo>
                    <a:pt x="434615" y="558411"/>
                    <a:pt x="434615" y="558411"/>
                    <a:pt x="431730" y="559369"/>
                  </a:cubicBezTo>
                  <a:cubicBezTo>
                    <a:pt x="431485" y="560105"/>
                    <a:pt x="431239" y="560842"/>
                    <a:pt x="430986" y="561601"/>
                  </a:cubicBezTo>
                  <a:cubicBezTo>
                    <a:pt x="428498" y="561923"/>
                    <a:pt x="426055" y="561929"/>
                    <a:pt x="423548" y="561970"/>
                  </a:cubicBezTo>
                  <a:cubicBezTo>
                    <a:pt x="422810" y="562094"/>
                    <a:pt x="422072" y="562218"/>
                    <a:pt x="421312" y="562345"/>
                  </a:cubicBezTo>
                  <a:cubicBezTo>
                    <a:pt x="421075" y="562841"/>
                    <a:pt x="420838" y="563337"/>
                    <a:pt x="420594" y="563848"/>
                  </a:cubicBezTo>
                  <a:cubicBezTo>
                    <a:pt x="420340" y="564334"/>
                    <a:pt x="420086" y="564821"/>
                    <a:pt x="419824" y="565322"/>
                  </a:cubicBezTo>
                  <a:cubicBezTo>
                    <a:pt x="417400" y="565612"/>
                    <a:pt x="417400" y="565612"/>
                    <a:pt x="414522" y="565508"/>
                  </a:cubicBezTo>
                  <a:cubicBezTo>
                    <a:pt x="413568" y="565481"/>
                    <a:pt x="412615" y="565454"/>
                    <a:pt x="411633" y="565426"/>
                  </a:cubicBezTo>
                  <a:cubicBezTo>
                    <a:pt x="410530" y="565375"/>
                    <a:pt x="410530" y="565375"/>
                    <a:pt x="409406" y="565322"/>
                  </a:cubicBezTo>
                  <a:cubicBezTo>
                    <a:pt x="409406" y="566304"/>
                    <a:pt x="409406" y="567286"/>
                    <a:pt x="409406" y="568298"/>
                  </a:cubicBezTo>
                  <a:cubicBezTo>
                    <a:pt x="408716" y="568317"/>
                    <a:pt x="408027" y="568337"/>
                    <a:pt x="407316" y="568356"/>
                  </a:cubicBezTo>
                  <a:cubicBezTo>
                    <a:pt x="406425" y="568399"/>
                    <a:pt x="405534" y="568441"/>
                    <a:pt x="404616" y="568484"/>
                  </a:cubicBezTo>
                  <a:cubicBezTo>
                    <a:pt x="403726" y="568519"/>
                    <a:pt x="402837" y="568553"/>
                    <a:pt x="401921" y="568589"/>
                  </a:cubicBezTo>
                  <a:cubicBezTo>
                    <a:pt x="401199" y="568739"/>
                    <a:pt x="400476" y="568888"/>
                    <a:pt x="399732" y="569042"/>
                  </a:cubicBezTo>
                  <a:cubicBezTo>
                    <a:pt x="399559" y="569791"/>
                    <a:pt x="399559" y="569791"/>
                    <a:pt x="399383" y="570554"/>
                  </a:cubicBezTo>
                  <a:cubicBezTo>
                    <a:pt x="399188" y="571279"/>
                    <a:pt x="399188" y="571279"/>
                    <a:pt x="398988" y="572019"/>
                  </a:cubicBezTo>
                  <a:cubicBezTo>
                    <a:pt x="396636" y="572310"/>
                    <a:pt x="396636" y="572310"/>
                    <a:pt x="393732" y="572205"/>
                  </a:cubicBezTo>
                  <a:cubicBezTo>
                    <a:pt x="392772" y="572178"/>
                    <a:pt x="391812" y="572151"/>
                    <a:pt x="390823" y="572124"/>
                  </a:cubicBezTo>
                  <a:cubicBezTo>
                    <a:pt x="389708" y="572072"/>
                    <a:pt x="389708" y="572072"/>
                    <a:pt x="388570" y="572019"/>
                  </a:cubicBezTo>
                  <a:cubicBezTo>
                    <a:pt x="388570" y="573001"/>
                    <a:pt x="388570" y="573983"/>
                    <a:pt x="388570" y="574996"/>
                  </a:cubicBezTo>
                  <a:cubicBezTo>
                    <a:pt x="385132" y="575241"/>
                    <a:pt x="381694" y="575487"/>
                    <a:pt x="378152" y="575740"/>
                  </a:cubicBezTo>
                  <a:cubicBezTo>
                    <a:pt x="378152" y="576722"/>
                    <a:pt x="378152" y="577704"/>
                    <a:pt x="378152" y="578716"/>
                  </a:cubicBezTo>
                  <a:cubicBezTo>
                    <a:pt x="374469" y="578962"/>
                    <a:pt x="370785" y="579207"/>
                    <a:pt x="366990" y="579460"/>
                  </a:cubicBezTo>
                  <a:cubicBezTo>
                    <a:pt x="366990" y="580443"/>
                    <a:pt x="366990" y="581425"/>
                    <a:pt x="366990" y="582437"/>
                  </a:cubicBezTo>
                  <a:cubicBezTo>
                    <a:pt x="366354" y="582465"/>
                    <a:pt x="365718" y="582493"/>
                    <a:pt x="365063" y="582521"/>
                  </a:cubicBezTo>
                  <a:cubicBezTo>
                    <a:pt x="364241" y="582570"/>
                    <a:pt x="363419" y="582619"/>
                    <a:pt x="362572" y="582669"/>
                  </a:cubicBezTo>
                  <a:cubicBezTo>
                    <a:pt x="361751" y="582713"/>
                    <a:pt x="360931" y="582756"/>
                    <a:pt x="360086" y="582800"/>
                  </a:cubicBezTo>
                  <a:cubicBezTo>
                    <a:pt x="359418" y="582926"/>
                    <a:pt x="358749" y="583052"/>
                    <a:pt x="358060" y="583181"/>
                  </a:cubicBezTo>
                  <a:cubicBezTo>
                    <a:pt x="357815" y="583918"/>
                    <a:pt x="357569" y="584654"/>
                    <a:pt x="357316" y="585413"/>
                  </a:cubicBezTo>
                  <a:cubicBezTo>
                    <a:pt x="355389" y="585705"/>
                    <a:pt x="353624" y="585863"/>
                    <a:pt x="351689" y="585925"/>
                  </a:cubicBezTo>
                  <a:cubicBezTo>
                    <a:pt x="350895" y="585963"/>
                    <a:pt x="350895" y="585963"/>
                    <a:pt x="350085" y="586002"/>
                  </a:cubicBezTo>
                  <a:cubicBezTo>
                    <a:pt x="348775" y="586064"/>
                    <a:pt x="347465" y="586112"/>
                    <a:pt x="346154" y="586158"/>
                  </a:cubicBezTo>
                  <a:cubicBezTo>
                    <a:pt x="346154" y="587140"/>
                    <a:pt x="346154" y="588122"/>
                    <a:pt x="346154" y="589134"/>
                  </a:cubicBezTo>
                  <a:cubicBezTo>
                    <a:pt x="342470" y="589380"/>
                    <a:pt x="338787" y="589625"/>
                    <a:pt x="334992" y="589878"/>
                  </a:cubicBezTo>
                  <a:cubicBezTo>
                    <a:pt x="334992" y="590615"/>
                    <a:pt x="334992" y="591352"/>
                    <a:pt x="334992" y="592111"/>
                  </a:cubicBezTo>
                  <a:cubicBezTo>
                    <a:pt x="331554" y="592356"/>
                    <a:pt x="328116" y="592602"/>
                    <a:pt x="324574" y="592855"/>
                  </a:cubicBezTo>
                  <a:cubicBezTo>
                    <a:pt x="324574" y="593837"/>
                    <a:pt x="324574" y="594819"/>
                    <a:pt x="324574" y="595831"/>
                  </a:cubicBezTo>
                  <a:cubicBezTo>
                    <a:pt x="323777" y="595851"/>
                    <a:pt x="322980" y="595870"/>
                    <a:pt x="322158" y="595890"/>
                  </a:cubicBezTo>
                  <a:cubicBezTo>
                    <a:pt x="321119" y="595931"/>
                    <a:pt x="320079" y="595974"/>
                    <a:pt x="319039" y="596017"/>
                  </a:cubicBezTo>
                  <a:cubicBezTo>
                    <a:pt x="318513" y="596028"/>
                    <a:pt x="317987" y="596039"/>
                    <a:pt x="317445" y="596049"/>
                  </a:cubicBezTo>
                  <a:cubicBezTo>
                    <a:pt x="315750" y="596098"/>
                    <a:pt x="315750" y="596098"/>
                    <a:pt x="313412" y="596576"/>
                  </a:cubicBezTo>
                  <a:cubicBezTo>
                    <a:pt x="312882" y="598063"/>
                    <a:pt x="312882" y="598063"/>
                    <a:pt x="312668" y="599552"/>
                  </a:cubicBezTo>
                  <a:cubicBezTo>
                    <a:pt x="311046" y="599817"/>
                    <a:pt x="311046" y="599817"/>
                    <a:pt x="309040" y="599692"/>
                  </a:cubicBezTo>
                  <a:cubicBezTo>
                    <a:pt x="306654" y="599563"/>
                    <a:pt x="305292" y="599530"/>
                    <a:pt x="302994" y="600296"/>
                  </a:cubicBezTo>
                  <a:cubicBezTo>
                    <a:pt x="302994" y="601033"/>
                    <a:pt x="302994" y="601770"/>
                    <a:pt x="302994" y="602529"/>
                  </a:cubicBezTo>
                  <a:cubicBezTo>
                    <a:pt x="302197" y="602548"/>
                    <a:pt x="301400" y="602567"/>
                    <a:pt x="300578" y="602587"/>
                  </a:cubicBezTo>
                  <a:cubicBezTo>
                    <a:pt x="299539" y="602629"/>
                    <a:pt x="298499" y="602671"/>
                    <a:pt x="297459" y="602715"/>
                  </a:cubicBezTo>
                  <a:cubicBezTo>
                    <a:pt x="296933" y="602725"/>
                    <a:pt x="296407" y="602736"/>
                    <a:pt x="295865" y="602747"/>
                  </a:cubicBezTo>
                  <a:cubicBezTo>
                    <a:pt x="294170" y="602795"/>
                    <a:pt x="294170" y="602795"/>
                    <a:pt x="291832" y="603273"/>
                  </a:cubicBezTo>
                  <a:cubicBezTo>
                    <a:pt x="291717" y="603772"/>
                    <a:pt x="291601" y="604270"/>
                    <a:pt x="291483" y="604784"/>
                  </a:cubicBezTo>
                  <a:cubicBezTo>
                    <a:pt x="291352" y="605268"/>
                    <a:pt x="291222" y="605751"/>
                    <a:pt x="291088" y="606249"/>
                  </a:cubicBezTo>
                  <a:cubicBezTo>
                    <a:pt x="288988" y="606477"/>
                    <a:pt x="287178" y="606528"/>
                    <a:pt x="285088" y="606435"/>
                  </a:cubicBezTo>
                  <a:cubicBezTo>
                    <a:pt x="284523" y="606422"/>
                    <a:pt x="283959" y="606409"/>
                    <a:pt x="283377" y="606395"/>
                  </a:cubicBezTo>
                  <a:cubicBezTo>
                    <a:pt x="281978" y="606360"/>
                    <a:pt x="280580" y="606306"/>
                    <a:pt x="279181" y="606249"/>
                  </a:cubicBezTo>
                  <a:cubicBezTo>
                    <a:pt x="279181" y="607232"/>
                    <a:pt x="279181" y="608214"/>
                    <a:pt x="279181" y="609226"/>
                  </a:cubicBezTo>
                  <a:cubicBezTo>
                    <a:pt x="278438" y="609245"/>
                    <a:pt x="277694" y="609264"/>
                    <a:pt x="276929" y="609284"/>
                  </a:cubicBezTo>
                  <a:cubicBezTo>
                    <a:pt x="275968" y="609326"/>
                    <a:pt x="275008" y="609369"/>
                    <a:pt x="274019" y="609412"/>
                  </a:cubicBezTo>
                  <a:cubicBezTo>
                    <a:pt x="273061" y="609447"/>
                    <a:pt x="272102" y="609481"/>
                    <a:pt x="271115" y="609517"/>
                  </a:cubicBezTo>
                  <a:cubicBezTo>
                    <a:pt x="270339" y="609666"/>
                    <a:pt x="269563" y="609816"/>
                    <a:pt x="268763" y="609970"/>
                  </a:cubicBezTo>
                  <a:cubicBezTo>
                    <a:pt x="268647" y="610464"/>
                    <a:pt x="268531" y="610958"/>
                    <a:pt x="268412" y="611467"/>
                  </a:cubicBezTo>
                  <a:cubicBezTo>
                    <a:pt x="268217" y="612199"/>
                    <a:pt x="268217" y="612199"/>
                    <a:pt x="268019" y="612947"/>
                  </a:cubicBezTo>
                  <a:cubicBezTo>
                    <a:pt x="266077" y="613239"/>
                    <a:pt x="264385" y="613363"/>
                    <a:pt x="262438" y="613365"/>
                  </a:cubicBezTo>
                  <a:cubicBezTo>
                    <a:pt x="260534" y="613377"/>
                    <a:pt x="258758" y="613480"/>
                    <a:pt x="256857" y="613691"/>
                  </a:cubicBezTo>
                  <a:cubicBezTo>
                    <a:pt x="256612" y="614428"/>
                    <a:pt x="256366" y="615164"/>
                    <a:pt x="256113" y="615923"/>
                  </a:cubicBezTo>
                  <a:cubicBezTo>
                    <a:pt x="254218" y="616304"/>
                    <a:pt x="254218" y="616304"/>
                    <a:pt x="251834" y="616435"/>
                  </a:cubicBezTo>
                  <a:cubicBezTo>
                    <a:pt x="251055" y="616484"/>
                    <a:pt x="250276" y="616533"/>
                    <a:pt x="249474" y="616583"/>
                  </a:cubicBezTo>
                  <a:cubicBezTo>
                    <a:pt x="247467" y="616657"/>
                    <a:pt x="245470" y="616686"/>
                    <a:pt x="243463" y="616667"/>
                  </a:cubicBezTo>
                  <a:cubicBezTo>
                    <a:pt x="243463" y="617650"/>
                    <a:pt x="243463" y="618632"/>
                    <a:pt x="243463" y="619644"/>
                  </a:cubicBezTo>
                  <a:cubicBezTo>
                    <a:pt x="239533" y="619890"/>
                    <a:pt x="235604" y="620135"/>
                    <a:pt x="231556" y="620388"/>
                  </a:cubicBezTo>
                  <a:cubicBezTo>
                    <a:pt x="231556" y="621370"/>
                    <a:pt x="231556" y="622353"/>
                    <a:pt x="231556" y="623365"/>
                  </a:cubicBezTo>
                  <a:cubicBezTo>
                    <a:pt x="230705" y="623392"/>
                    <a:pt x="229855" y="623420"/>
                    <a:pt x="228978" y="623449"/>
                  </a:cubicBezTo>
                  <a:cubicBezTo>
                    <a:pt x="227869" y="623498"/>
                    <a:pt x="226759" y="623547"/>
                    <a:pt x="225650" y="623597"/>
                  </a:cubicBezTo>
                  <a:cubicBezTo>
                    <a:pt x="224807" y="623622"/>
                    <a:pt x="224807" y="623622"/>
                    <a:pt x="223948" y="623648"/>
                  </a:cubicBezTo>
                  <a:cubicBezTo>
                    <a:pt x="222145" y="623712"/>
                    <a:pt x="222145" y="623712"/>
                    <a:pt x="219650" y="624109"/>
                  </a:cubicBezTo>
                  <a:cubicBezTo>
                    <a:pt x="219404" y="624845"/>
                    <a:pt x="219159" y="625582"/>
                    <a:pt x="218906" y="626341"/>
                  </a:cubicBezTo>
                  <a:cubicBezTo>
                    <a:pt x="217012" y="626614"/>
                    <a:pt x="215273" y="626757"/>
                    <a:pt x="213371" y="626806"/>
                  </a:cubicBezTo>
                  <a:cubicBezTo>
                    <a:pt x="209701" y="626801"/>
                    <a:pt x="209701" y="626801"/>
                    <a:pt x="206256" y="627829"/>
                  </a:cubicBezTo>
                  <a:cubicBezTo>
                    <a:pt x="206256" y="628566"/>
                    <a:pt x="206256" y="629303"/>
                    <a:pt x="206256" y="630062"/>
                  </a:cubicBezTo>
                  <a:cubicBezTo>
                    <a:pt x="204992" y="630104"/>
                    <a:pt x="204992" y="630104"/>
                    <a:pt x="203703" y="630146"/>
                  </a:cubicBezTo>
                  <a:cubicBezTo>
                    <a:pt x="202601" y="630195"/>
                    <a:pt x="201498" y="630244"/>
                    <a:pt x="200395" y="630294"/>
                  </a:cubicBezTo>
                  <a:cubicBezTo>
                    <a:pt x="199840" y="630311"/>
                    <a:pt x="199285" y="630328"/>
                    <a:pt x="198712" y="630345"/>
                  </a:cubicBezTo>
                  <a:cubicBezTo>
                    <a:pt x="197252" y="630418"/>
                    <a:pt x="195798" y="630605"/>
                    <a:pt x="194349" y="630806"/>
                  </a:cubicBezTo>
                  <a:cubicBezTo>
                    <a:pt x="193858" y="631543"/>
                    <a:pt x="193367" y="632279"/>
                    <a:pt x="192861" y="633038"/>
                  </a:cubicBezTo>
                  <a:cubicBezTo>
                    <a:pt x="190457" y="633300"/>
                    <a:pt x="188138" y="633363"/>
                    <a:pt x="185725" y="633365"/>
                  </a:cubicBezTo>
                  <a:cubicBezTo>
                    <a:pt x="184053" y="633383"/>
                    <a:pt x="184053" y="633383"/>
                    <a:pt x="181699" y="633783"/>
                  </a:cubicBezTo>
                  <a:cubicBezTo>
                    <a:pt x="181464" y="634274"/>
                    <a:pt x="181229" y="634766"/>
                    <a:pt x="180987" y="635273"/>
                  </a:cubicBezTo>
                  <a:cubicBezTo>
                    <a:pt x="180731" y="635763"/>
                    <a:pt x="180475" y="636254"/>
                    <a:pt x="180211" y="636759"/>
                  </a:cubicBezTo>
                  <a:cubicBezTo>
                    <a:pt x="178824" y="637118"/>
                    <a:pt x="178824" y="637118"/>
                    <a:pt x="177161" y="637108"/>
                  </a:cubicBezTo>
                  <a:cubicBezTo>
                    <a:pt x="176565" y="637119"/>
                    <a:pt x="175969" y="637129"/>
                    <a:pt x="175355" y="637140"/>
                  </a:cubicBezTo>
                  <a:cubicBezTo>
                    <a:pt x="174732" y="637137"/>
                    <a:pt x="174109" y="637134"/>
                    <a:pt x="173467" y="637131"/>
                  </a:cubicBezTo>
                  <a:cubicBezTo>
                    <a:pt x="171181" y="637121"/>
                    <a:pt x="169100" y="637233"/>
                    <a:pt x="166816" y="637503"/>
                  </a:cubicBezTo>
                  <a:cubicBezTo>
                    <a:pt x="166711" y="637993"/>
                    <a:pt x="166605" y="638484"/>
                    <a:pt x="166497" y="638989"/>
                  </a:cubicBezTo>
                  <a:cubicBezTo>
                    <a:pt x="166356" y="639481"/>
                    <a:pt x="166216" y="639973"/>
                    <a:pt x="166072" y="640480"/>
                  </a:cubicBezTo>
                  <a:cubicBezTo>
                    <a:pt x="164428" y="640865"/>
                    <a:pt x="164428" y="640865"/>
                    <a:pt x="162281" y="640875"/>
                  </a:cubicBezTo>
                  <a:cubicBezTo>
                    <a:pt x="161515" y="640879"/>
                    <a:pt x="160749" y="640883"/>
                    <a:pt x="159959" y="640887"/>
                  </a:cubicBezTo>
                  <a:cubicBezTo>
                    <a:pt x="159152" y="640875"/>
                    <a:pt x="158345" y="640864"/>
                    <a:pt x="157514" y="640852"/>
                  </a:cubicBezTo>
                  <a:cubicBezTo>
                    <a:pt x="156708" y="640863"/>
                    <a:pt x="155901" y="640875"/>
                    <a:pt x="155070" y="640887"/>
                  </a:cubicBezTo>
                  <a:cubicBezTo>
                    <a:pt x="153920" y="640881"/>
                    <a:pt x="153920" y="640881"/>
                    <a:pt x="152747" y="640875"/>
                  </a:cubicBezTo>
                  <a:cubicBezTo>
                    <a:pt x="152039" y="640872"/>
                    <a:pt x="151330" y="640868"/>
                    <a:pt x="150600" y="640865"/>
                  </a:cubicBezTo>
                  <a:cubicBezTo>
                    <a:pt x="150058" y="640738"/>
                    <a:pt x="149516" y="640611"/>
                    <a:pt x="148957" y="640480"/>
                  </a:cubicBezTo>
                  <a:cubicBezTo>
                    <a:pt x="148429" y="639010"/>
                    <a:pt x="148429" y="639010"/>
                    <a:pt x="148213" y="637503"/>
                  </a:cubicBezTo>
                  <a:cubicBezTo>
                    <a:pt x="147235" y="636979"/>
                    <a:pt x="146239" y="636489"/>
                    <a:pt x="145236" y="636015"/>
                  </a:cubicBezTo>
                  <a:cubicBezTo>
                    <a:pt x="142062" y="633151"/>
                    <a:pt x="139895" y="630409"/>
                    <a:pt x="138539" y="626341"/>
                  </a:cubicBezTo>
                  <a:cubicBezTo>
                    <a:pt x="137802" y="626096"/>
                    <a:pt x="137065" y="625850"/>
                    <a:pt x="136306" y="625597"/>
                  </a:cubicBezTo>
                  <a:cubicBezTo>
                    <a:pt x="136122" y="624837"/>
                    <a:pt x="136122" y="624837"/>
                    <a:pt x="135934" y="624062"/>
                  </a:cubicBezTo>
                  <a:cubicBezTo>
                    <a:pt x="135811" y="623586"/>
                    <a:pt x="135689" y="623111"/>
                    <a:pt x="135562" y="622620"/>
                  </a:cubicBezTo>
                  <a:cubicBezTo>
                    <a:pt x="134825" y="622620"/>
                    <a:pt x="134089" y="622620"/>
                    <a:pt x="133330" y="622620"/>
                  </a:cubicBezTo>
                  <a:cubicBezTo>
                    <a:pt x="132539" y="621179"/>
                    <a:pt x="132539" y="621179"/>
                    <a:pt x="131841" y="619644"/>
                  </a:cubicBezTo>
                  <a:cubicBezTo>
                    <a:pt x="131350" y="619398"/>
                    <a:pt x="130859" y="619153"/>
                    <a:pt x="130353" y="618900"/>
                  </a:cubicBezTo>
                  <a:cubicBezTo>
                    <a:pt x="130353" y="617918"/>
                    <a:pt x="130353" y="616935"/>
                    <a:pt x="130353" y="615923"/>
                  </a:cubicBezTo>
                  <a:cubicBezTo>
                    <a:pt x="129616" y="615923"/>
                    <a:pt x="128880" y="615923"/>
                    <a:pt x="128121" y="615923"/>
                  </a:cubicBezTo>
                  <a:cubicBezTo>
                    <a:pt x="127330" y="614481"/>
                    <a:pt x="127330" y="614481"/>
                    <a:pt x="126632" y="612947"/>
                  </a:cubicBezTo>
                  <a:cubicBezTo>
                    <a:pt x="126141" y="612701"/>
                    <a:pt x="125650" y="612456"/>
                    <a:pt x="125144" y="612203"/>
                  </a:cubicBezTo>
                  <a:cubicBezTo>
                    <a:pt x="124648" y="611210"/>
                    <a:pt x="124152" y="610218"/>
                    <a:pt x="123656" y="609226"/>
                  </a:cubicBezTo>
                  <a:cubicBezTo>
                    <a:pt x="123165" y="608980"/>
                    <a:pt x="122674" y="608735"/>
                    <a:pt x="122168" y="608482"/>
                  </a:cubicBezTo>
                  <a:cubicBezTo>
                    <a:pt x="121922" y="607745"/>
                    <a:pt x="121677" y="607008"/>
                    <a:pt x="121423" y="606249"/>
                  </a:cubicBezTo>
                  <a:cubicBezTo>
                    <a:pt x="120400" y="605102"/>
                    <a:pt x="120400" y="605102"/>
                    <a:pt x="119191" y="604017"/>
                  </a:cubicBezTo>
                  <a:cubicBezTo>
                    <a:pt x="117480" y="602438"/>
                    <a:pt x="116979" y="601847"/>
                    <a:pt x="116215" y="599552"/>
                  </a:cubicBezTo>
                  <a:cubicBezTo>
                    <a:pt x="115478" y="599061"/>
                    <a:pt x="114741" y="598570"/>
                    <a:pt x="113982" y="598064"/>
                  </a:cubicBezTo>
                  <a:cubicBezTo>
                    <a:pt x="113737" y="597327"/>
                    <a:pt x="113491" y="596590"/>
                    <a:pt x="113238" y="595831"/>
                  </a:cubicBezTo>
                  <a:cubicBezTo>
                    <a:pt x="112854" y="595448"/>
                    <a:pt x="112471" y="595064"/>
                    <a:pt x="112075" y="594669"/>
                  </a:cubicBezTo>
                  <a:cubicBezTo>
                    <a:pt x="111006" y="593599"/>
                    <a:pt x="111006" y="593599"/>
                    <a:pt x="111006" y="592111"/>
                  </a:cubicBezTo>
                  <a:cubicBezTo>
                    <a:pt x="110269" y="591865"/>
                    <a:pt x="109532" y="591620"/>
                    <a:pt x="108773" y="591367"/>
                  </a:cubicBezTo>
                  <a:cubicBezTo>
                    <a:pt x="108528" y="590630"/>
                    <a:pt x="108282" y="589893"/>
                    <a:pt x="108029" y="589134"/>
                  </a:cubicBezTo>
                  <a:cubicBezTo>
                    <a:pt x="107292" y="588643"/>
                    <a:pt x="106556" y="588152"/>
                    <a:pt x="105797" y="587646"/>
                  </a:cubicBezTo>
                  <a:cubicBezTo>
                    <a:pt x="104475" y="585664"/>
                    <a:pt x="103575" y="583957"/>
                    <a:pt x="102820" y="581693"/>
                  </a:cubicBezTo>
                  <a:cubicBezTo>
                    <a:pt x="102083" y="581447"/>
                    <a:pt x="101347" y="581202"/>
                    <a:pt x="100588" y="580949"/>
                  </a:cubicBezTo>
                  <a:cubicBezTo>
                    <a:pt x="100067" y="579969"/>
                    <a:pt x="99570" y="578977"/>
                    <a:pt x="99099" y="577972"/>
                  </a:cubicBezTo>
                  <a:cubicBezTo>
                    <a:pt x="98608" y="577726"/>
                    <a:pt x="98117" y="577481"/>
                    <a:pt x="97611" y="577228"/>
                  </a:cubicBezTo>
                  <a:cubicBezTo>
                    <a:pt x="96529" y="575199"/>
                    <a:pt x="95547" y="573153"/>
                    <a:pt x="94634" y="571042"/>
                  </a:cubicBezTo>
                  <a:cubicBezTo>
                    <a:pt x="93921" y="569526"/>
                    <a:pt x="93921" y="569526"/>
                    <a:pt x="91658" y="569042"/>
                  </a:cubicBezTo>
                  <a:cubicBezTo>
                    <a:pt x="91380" y="567808"/>
                    <a:pt x="91132" y="566568"/>
                    <a:pt x="90914" y="565322"/>
                  </a:cubicBezTo>
                  <a:cubicBezTo>
                    <a:pt x="90423" y="565076"/>
                    <a:pt x="89932" y="564831"/>
                    <a:pt x="89425" y="564578"/>
                  </a:cubicBezTo>
                  <a:cubicBezTo>
                    <a:pt x="89318" y="564102"/>
                    <a:pt x="89211" y="563626"/>
                    <a:pt x="89100" y="563136"/>
                  </a:cubicBezTo>
                  <a:cubicBezTo>
                    <a:pt x="88784" y="561317"/>
                    <a:pt x="88784" y="561317"/>
                    <a:pt x="86449" y="560113"/>
                  </a:cubicBezTo>
                  <a:cubicBezTo>
                    <a:pt x="86081" y="559008"/>
                    <a:pt x="86081" y="559008"/>
                    <a:pt x="85705" y="557880"/>
                  </a:cubicBezTo>
                  <a:cubicBezTo>
                    <a:pt x="85321" y="557497"/>
                    <a:pt x="84937" y="557113"/>
                    <a:pt x="84542" y="556718"/>
                  </a:cubicBezTo>
                  <a:cubicBezTo>
                    <a:pt x="83472" y="555648"/>
                    <a:pt x="83472" y="555648"/>
                    <a:pt x="83472" y="554160"/>
                  </a:cubicBezTo>
                  <a:cubicBezTo>
                    <a:pt x="82736" y="553914"/>
                    <a:pt x="81999" y="553668"/>
                    <a:pt x="81240" y="553415"/>
                  </a:cubicBezTo>
                  <a:cubicBezTo>
                    <a:pt x="80717" y="552186"/>
                    <a:pt x="80221" y="550945"/>
                    <a:pt x="79752" y="549695"/>
                  </a:cubicBezTo>
                  <a:cubicBezTo>
                    <a:pt x="79260" y="549449"/>
                    <a:pt x="78769" y="549204"/>
                    <a:pt x="78263" y="548951"/>
                  </a:cubicBezTo>
                  <a:cubicBezTo>
                    <a:pt x="78015" y="547710"/>
                    <a:pt x="77767" y="546470"/>
                    <a:pt x="77519" y="545230"/>
                  </a:cubicBezTo>
                  <a:cubicBezTo>
                    <a:pt x="77028" y="544984"/>
                    <a:pt x="76537" y="544739"/>
                    <a:pt x="76031" y="544486"/>
                  </a:cubicBezTo>
                  <a:cubicBezTo>
                    <a:pt x="75535" y="543245"/>
                    <a:pt x="75039" y="542005"/>
                    <a:pt x="74543" y="540765"/>
                  </a:cubicBezTo>
                  <a:cubicBezTo>
                    <a:pt x="74051" y="540519"/>
                    <a:pt x="73560" y="540274"/>
                    <a:pt x="73054" y="540021"/>
                  </a:cubicBezTo>
                  <a:cubicBezTo>
                    <a:pt x="72558" y="539029"/>
                    <a:pt x="72062" y="538037"/>
                    <a:pt x="71566" y="537044"/>
                  </a:cubicBezTo>
                  <a:cubicBezTo>
                    <a:pt x="71075" y="536799"/>
                    <a:pt x="70584" y="536553"/>
                    <a:pt x="70078" y="536300"/>
                  </a:cubicBezTo>
                  <a:cubicBezTo>
                    <a:pt x="69613" y="534021"/>
                    <a:pt x="69613" y="534021"/>
                    <a:pt x="69334" y="531835"/>
                  </a:cubicBezTo>
                  <a:cubicBezTo>
                    <a:pt x="68597" y="531835"/>
                    <a:pt x="67860" y="531835"/>
                    <a:pt x="67101" y="531835"/>
                  </a:cubicBezTo>
                  <a:cubicBezTo>
                    <a:pt x="67101" y="530362"/>
                    <a:pt x="67101" y="528889"/>
                    <a:pt x="67101" y="527371"/>
                  </a:cubicBezTo>
                  <a:cubicBezTo>
                    <a:pt x="66365" y="527371"/>
                    <a:pt x="65628" y="527371"/>
                    <a:pt x="64869" y="527371"/>
                  </a:cubicBezTo>
                  <a:cubicBezTo>
                    <a:pt x="64792" y="526649"/>
                    <a:pt x="64715" y="525928"/>
                    <a:pt x="64636" y="525185"/>
                  </a:cubicBezTo>
                  <a:cubicBezTo>
                    <a:pt x="64467" y="524433"/>
                    <a:pt x="64299" y="523680"/>
                    <a:pt x="64125" y="522906"/>
                  </a:cubicBezTo>
                  <a:cubicBezTo>
                    <a:pt x="63388" y="522660"/>
                    <a:pt x="62651" y="522415"/>
                    <a:pt x="61892" y="522162"/>
                  </a:cubicBezTo>
                  <a:cubicBezTo>
                    <a:pt x="61769" y="521532"/>
                    <a:pt x="61647" y="520903"/>
                    <a:pt x="61520" y="520255"/>
                  </a:cubicBezTo>
                  <a:cubicBezTo>
                    <a:pt x="61397" y="519656"/>
                    <a:pt x="61275" y="519058"/>
                    <a:pt x="61148" y="518441"/>
                  </a:cubicBezTo>
                  <a:cubicBezTo>
                    <a:pt x="60411" y="518441"/>
                    <a:pt x="59675" y="518441"/>
                    <a:pt x="58916" y="518441"/>
                  </a:cubicBezTo>
                  <a:cubicBezTo>
                    <a:pt x="58985" y="517175"/>
                    <a:pt x="58985" y="517175"/>
                    <a:pt x="59055" y="515883"/>
                  </a:cubicBezTo>
                  <a:cubicBezTo>
                    <a:pt x="59009" y="515008"/>
                    <a:pt x="58963" y="514133"/>
                    <a:pt x="58916" y="513232"/>
                  </a:cubicBezTo>
                  <a:cubicBezTo>
                    <a:pt x="58179" y="512986"/>
                    <a:pt x="57442" y="512741"/>
                    <a:pt x="56683" y="512488"/>
                  </a:cubicBezTo>
                  <a:cubicBezTo>
                    <a:pt x="56161" y="511258"/>
                    <a:pt x="55664" y="510018"/>
                    <a:pt x="55195" y="508767"/>
                  </a:cubicBezTo>
                  <a:cubicBezTo>
                    <a:pt x="54704" y="508521"/>
                    <a:pt x="54213" y="508276"/>
                    <a:pt x="53707" y="508023"/>
                  </a:cubicBezTo>
                  <a:cubicBezTo>
                    <a:pt x="53211" y="506535"/>
                    <a:pt x="52714" y="505046"/>
                    <a:pt x="52218" y="503558"/>
                  </a:cubicBezTo>
                  <a:cubicBezTo>
                    <a:pt x="51727" y="503312"/>
                    <a:pt x="51236" y="503067"/>
                    <a:pt x="50730" y="502814"/>
                  </a:cubicBezTo>
                  <a:cubicBezTo>
                    <a:pt x="50623" y="502231"/>
                    <a:pt x="50515" y="501647"/>
                    <a:pt x="50405" y="501047"/>
                  </a:cubicBezTo>
                  <a:cubicBezTo>
                    <a:pt x="50170" y="499061"/>
                    <a:pt x="50170" y="499061"/>
                    <a:pt x="48823" y="497977"/>
                  </a:cubicBezTo>
                  <a:cubicBezTo>
                    <a:pt x="47754" y="496861"/>
                    <a:pt x="47754" y="496861"/>
                    <a:pt x="47614" y="494861"/>
                  </a:cubicBezTo>
                  <a:cubicBezTo>
                    <a:pt x="47660" y="494293"/>
                    <a:pt x="47706" y="493725"/>
                    <a:pt x="47754" y="493140"/>
                  </a:cubicBezTo>
                  <a:cubicBezTo>
                    <a:pt x="47017" y="493140"/>
                    <a:pt x="46280" y="493140"/>
                    <a:pt x="45521" y="493140"/>
                  </a:cubicBezTo>
                  <a:cubicBezTo>
                    <a:pt x="44988" y="491665"/>
                    <a:pt x="44492" y="490175"/>
                    <a:pt x="44033" y="488675"/>
                  </a:cubicBezTo>
                  <a:cubicBezTo>
                    <a:pt x="43542" y="488430"/>
                    <a:pt x="43051" y="488184"/>
                    <a:pt x="42545" y="487931"/>
                  </a:cubicBezTo>
                  <a:cubicBezTo>
                    <a:pt x="42297" y="486443"/>
                    <a:pt x="42049" y="484954"/>
                    <a:pt x="41800" y="483466"/>
                  </a:cubicBezTo>
                  <a:cubicBezTo>
                    <a:pt x="41309" y="483221"/>
                    <a:pt x="40818" y="482975"/>
                    <a:pt x="40312" y="482722"/>
                  </a:cubicBezTo>
                  <a:cubicBezTo>
                    <a:pt x="39816" y="481234"/>
                    <a:pt x="39320" y="479746"/>
                    <a:pt x="38824" y="478257"/>
                  </a:cubicBezTo>
                  <a:cubicBezTo>
                    <a:pt x="38333" y="478012"/>
                    <a:pt x="37842" y="477766"/>
                    <a:pt x="37336" y="477513"/>
                  </a:cubicBezTo>
                  <a:cubicBezTo>
                    <a:pt x="37032" y="475785"/>
                    <a:pt x="36782" y="474048"/>
                    <a:pt x="36591" y="472304"/>
                  </a:cubicBezTo>
                  <a:cubicBezTo>
                    <a:pt x="35855" y="472304"/>
                    <a:pt x="35118" y="472304"/>
                    <a:pt x="34359" y="472304"/>
                  </a:cubicBezTo>
                  <a:cubicBezTo>
                    <a:pt x="34282" y="471475"/>
                    <a:pt x="34206" y="470647"/>
                    <a:pt x="34126" y="469793"/>
                  </a:cubicBezTo>
                  <a:cubicBezTo>
                    <a:pt x="33958" y="468902"/>
                    <a:pt x="33789" y="468012"/>
                    <a:pt x="33615" y="467095"/>
                  </a:cubicBezTo>
                  <a:cubicBezTo>
                    <a:pt x="32878" y="466604"/>
                    <a:pt x="32142" y="466113"/>
                    <a:pt x="31382" y="465607"/>
                  </a:cubicBezTo>
                  <a:cubicBezTo>
                    <a:pt x="31243" y="463281"/>
                    <a:pt x="31243" y="463281"/>
                    <a:pt x="31382" y="461142"/>
                  </a:cubicBezTo>
                  <a:cubicBezTo>
                    <a:pt x="30646" y="461142"/>
                    <a:pt x="29909" y="461142"/>
                    <a:pt x="29150" y="461142"/>
                  </a:cubicBezTo>
                  <a:cubicBezTo>
                    <a:pt x="28905" y="459177"/>
                    <a:pt x="28659" y="457213"/>
                    <a:pt x="28406" y="455189"/>
                  </a:cubicBezTo>
                  <a:cubicBezTo>
                    <a:pt x="27669" y="455189"/>
                    <a:pt x="26933" y="455189"/>
                    <a:pt x="26173" y="455189"/>
                  </a:cubicBezTo>
                  <a:cubicBezTo>
                    <a:pt x="26097" y="454360"/>
                    <a:pt x="26020" y="453531"/>
                    <a:pt x="25941" y="452677"/>
                  </a:cubicBezTo>
                  <a:cubicBezTo>
                    <a:pt x="25772" y="451787"/>
                    <a:pt x="25603" y="450897"/>
                    <a:pt x="25429" y="449980"/>
                  </a:cubicBezTo>
                  <a:cubicBezTo>
                    <a:pt x="24693" y="449489"/>
                    <a:pt x="23956" y="448998"/>
                    <a:pt x="23197" y="448492"/>
                  </a:cubicBezTo>
                  <a:cubicBezTo>
                    <a:pt x="23057" y="445794"/>
                    <a:pt x="23057" y="445794"/>
                    <a:pt x="23197" y="443283"/>
                  </a:cubicBezTo>
                  <a:cubicBezTo>
                    <a:pt x="22460" y="443283"/>
                    <a:pt x="21724" y="443283"/>
                    <a:pt x="20965" y="443283"/>
                  </a:cubicBezTo>
                  <a:cubicBezTo>
                    <a:pt x="20849" y="442016"/>
                    <a:pt x="20849" y="442016"/>
                    <a:pt x="20732" y="440725"/>
                  </a:cubicBezTo>
                  <a:cubicBezTo>
                    <a:pt x="20563" y="439850"/>
                    <a:pt x="20394" y="438975"/>
                    <a:pt x="20220" y="438074"/>
                  </a:cubicBezTo>
                  <a:cubicBezTo>
                    <a:pt x="19484" y="437828"/>
                    <a:pt x="18747" y="437583"/>
                    <a:pt x="17988" y="437329"/>
                  </a:cubicBezTo>
                  <a:cubicBezTo>
                    <a:pt x="17641" y="435782"/>
                    <a:pt x="17614" y="434307"/>
                    <a:pt x="17546" y="432725"/>
                  </a:cubicBezTo>
                  <a:cubicBezTo>
                    <a:pt x="17397" y="432057"/>
                    <a:pt x="17397" y="432057"/>
                    <a:pt x="17244" y="431376"/>
                  </a:cubicBezTo>
                  <a:cubicBezTo>
                    <a:pt x="16507" y="431131"/>
                    <a:pt x="15770" y="430885"/>
                    <a:pt x="15011" y="430632"/>
                  </a:cubicBezTo>
                  <a:cubicBezTo>
                    <a:pt x="14793" y="429095"/>
                    <a:pt x="14793" y="429095"/>
                    <a:pt x="14872" y="427237"/>
                  </a:cubicBezTo>
                  <a:cubicBezTo>
                    <a:pt x="14892" y="426622"/>
                    <a:pt x="14912" y="426007"/>
                    <a:pt x="14933" y="425374"/>
                  </a:cubicBezTo>
                  <a:cubicBezTo>
                    <a:pt x="14959" y="424899"/>
                    <a:pt x="14985" y="424424"/>
                    <a:pt x="15011" y="423935"/>
                  </a:cubicBezTo>
                  <a:cubicBezTo>
                    <a:pt x="14275" y="423935"/>
                    <a:pt x="13538" y="423935"/>
                    <a:pt x="12779" y="423935"/>
                  </a:cubicBezTo>
                  <a:cubicBezTo>
                    <a:pt x="12658" y="422409"/>
                    <a:pt x="12537" y="420883"/>
                    <a:pt x="12416" y="419357"/>
                  </a:cubicBezTo>
                  <a:cubicBezTo>
                    <a:pt x="12290" y="418903"/>
                    <a:pt x="12164" y="418449"/>
                    <a:pt x="12035" y="417982"/>
                  </a:cubicBezTo>
                  <a:cubicBezTo>
                    <a:pt x="11298" y="417736"/>
                    <a:pt x="10561" y="417491"/>
                    <a:pt x="9802" y="417238"/>
                  </a:cubicBezTo>
                  <a:cubicBezTo>
                    <a:pt x="9454" y="415498"/>
                    <a:pt x="9428" y="413823"/>
                    <a:pt x="9361" y="412052"/>
                  </a:cubicBezTo>
                  <a:cubicBezTo>
                    <a:pt x="9211" y="411304"/>
                    <a:pt x="9211" y="411304"/>
                    <a:pt x="9058" y="410540"/>
                  </a:cubicBezTo>
                  <a:cubicBezTo>
                    <a:pt x="8322" y="410295"/>
                    <a:pt x="7585" y="410049"/>
                    <a:pt x="6826" y="409796"/>
                  </a:cubicBezTo>
                  <a:cubicBezTo>
                    <a:pt x="6497" y="408285"/>
                    <a:pt x="6497" y="408285"/>
                    <a:pt x="6407" y="406448"/>
                  </a:cubicBezTo>
                  <a:cubicBezTo>
                    <a:pt x="6344" y="404659"/>
                    <a:pt x="6344" y="404659"/>
                    <a:pt x="6082" y="403099"/>
                  </a:cubicBezTo>
                  <a:cubicBezTo>
                    <a:pt x="5591" y="402853"/>
                    <a:pt x="5099" y="402608"/>
                    <a:pt x="4593" y="402355"/>
                  </a:cubicBezTo>
                  <a:cubicBezTo>
                    <a:pt x="4120" y="400615"/>
                    <a:pt x="3834" y="398872"/>
                    <a:pt x="3524" y="397096"/>
                  </a:cubicBezTo>
                  <a:cubicBezTo>
                    <a:pt x="3317" y="396384"/>
                    <a:pt x="3317" y="396384"/>
                    <a:pt x="3105" y="395658"/>
                  </a:cubicBezTo>
                  <a:cubicBezTo>
                    <a:pt x="2614" y="395658"/>
                    <a:pt x="2123" y="395658"/>
                    <a:pt x="1617" y="395658"/>
                  </a:cubicBezTo>
                  <a:cubicBezTo>
                    <a:pt x="1497" y="393826"/>
                    <a:pt x="1408" y="392003"/>
                    <a:pt x="1338" y="390170"/>
                  </a:cubicBezTo>
                  <a:cubicBezTo>
                    <a:pt x="1300" y="389650"/>
                    <a:pt x="1263" y="389130"/>
                    <a:pt x="1224" y="388594"/>
                  </a:cubicBezTo>
                  <a:cubicBezTo>
                    <a:pt x="1181" y="387083"/>
                    <a:pt x="1181" y="387083"/>
                    <a:pt x="1617" y="384496"/>
                  </a:cubicBezTo>
                  <a:cubicBezTo>
                    <a:pt x="3820" y="383536"/>
                    <a:pt x="3820" y="383536"/>
                    <a:pt x="6082" y="383007"/>
                  </a:cubicBezTo>
                  <a:cubicBezTo>
                    <a:pt x="6327" y="382271"/>
                    <a:pt x="6573" y="381534"/>
                    <a:pt x="6826" y="380775"/>
                  </a:cubicBezTo>
                  <a:cubicBezTo>
                    <a:pt x="7818" y="380527"/>
                    <a:pt x="8810" y="380279"/>
                    <a:pt x="9802" y="380031"/>
                  </a:cubicBezTo>
                  <a:cubicBezTo>
                    <a:pt x="10048" y="379294"/>
                    <a:pt x="10294" y="378557"/>
                    <a:pt x="10547" y="377798"/>
                  </a:cubicBezTo>
                  <a:cubicBezTo>
                    <a:pt x="11539" y="377302"/>
                    <a:pt x="12531" y="376806"/>
                    <a:pt x="13523" y="376310"/>
                  </a:cubicBezTo>
                  <a:cubicBezTo>
                    <a:pt x="13769" y="375573"/>
                    <a:pt x="14014" y="374837"/>
                    <a:pt x="14267" y="374078"/>
                  </a:cubicBezTo>
                  <a:cubicBezTo>
                    <a:pt x="15259" y="373830"/>
                    <a:pt x="16252" y="373581"/>
                    <a:pt x="17244" y="373333"/>
                  </a:cubicBezTo>
                  <a:cubicBezTo>
                    <a:pt x="17489" y="372597"/>
                    <a:pt x="17735" y="371860"/>
                    <a:pt x="17988" y="371101"/>
                  </a:cubicBezTo>
                  <a:cubicBezTo>
                    <a:pt x="18980" y="370605"/>
                    <a:pt x="19972" y="370109"/>
                    <a:pt x="20965" y="369613"/>
                  </a:cubicBezTo>
                  <a:cubicBezTo>
                    <a:pt x="21210" y="368876"/>
                    <a:pt x="21456" y="368139"/>
                    <a:pt x="21709" y="367380"/>
                  </a:cubicBezTo>
                  <a:cubicBezTo>
                    <a:pt x="22949" y="366884"/>
                    <a:pt x="24189" y="366388"/>
                    <a:pt x="25429" y="365892"/>
                  </a:cubicBezTo>
                  <a:cubicBezTo>
                    <a:pt x="25675" y="365155"/>
                    <a:pt x="25921" y="364419"/>
                    <a:pt x="26173" y="363660"/>
                  </a:cubicBezTo>
                  <a:cubicBezTo>
                    <a:pt x="27156" y="363660"/>
                    <a:pt x="28138" y="363660"/>
                    <a:pt x="29150" y="363660"/>
                  </a:cubicBezTo>
                  <a:cubicBezTo>
                    <a:pt x="29684" y="362435"/>
                    <a:pt x="30179" y="361193"/>
                    <a:pt x="30638" y="359939"/>
                  </a:cubicBezTo>
                  <a:cubicBezTo>
                    <a:pt x="31375" y="359693"/>
                    <a:pt x="32112" y="359448"/>
                    <a:pt x="32871" y="359195"/>
                  </a:cubicBezTo>
                  <a:cubicBezTo>
                    <a:pt x="33116" y="358458"/>
                    <a:pt x="33362" y="357721"/>
                    <a:pt x="33615" y="356962"/>
                  </a:cubicBezTo>
                  <a:cubicBezTo>
                    <a:pt x="34091" y="356855"/>
                    <a:pt x="34567" y="356747"/>
                    <a:pt x="35057" y="356637"/>
                  </a:cubicBezTo>
                  <a:cubicBezTo>
                    <a:pt x="35563" y="356499"/>
                    <a:pt x="36070" y="356361"/>
                    <a:pt x="36591" y="356218"/>
                  </a:cubicBezTo>
                  <a:cubicBezTo>
                    <a:pt x="37112" y="355239"/>
                    <a:pt x="37609" y="354246"/>
                    <a:pt x="38080" y="353242"/>
                  </a:cubicBezTo>
                  <a:cubicBezTo>
                    <a:pt x="38816" y="352996"/>
                    <a:pt x="39553" y="352750"/>
                    <a:pt x="40312" y="352497"/>
                  </a:cubicBezTo>
                  <a:cubicBezTo>
                    <a:pt x="40803" y="351991"/>
                    <a:pt x="41294" y="351485"/>
                    <a:pt x="41800" y="350963"/>
                  </a:cubicBezTo>
                  <a:cubicBezTo>
                    <a:pt x="43289" y="349521"/>
                    <a:pt x="43289" y="349521"/>
                    <a:pt x="45521" y="349521"/>
                  </a:cubicBezTo>
                  <a:cubicBezTo>
                    <a:pt x="45521" y="348539"/>
                    <a:pt x="45521" y="347556"/>
                    <a:pt x="45521" y="346544"/>
                  </a:cubicBezTo>
                  <a:cubicBezTo>
                    <a:pt x="46509" y="346281"/>
                    <a:pt x="47502" y="346034"/>
                    <a:pt x="48498" y="345800"/>
                  </a:cubicBezTo>
                  <a:cubicBezTo>
                    <a:pt x="48728" y="345294"/>
                    <a:pt x="48958" y="344787"/>
                    <a:pt x="49195" y="344265"/>
                  </a:cubicBezTo>
                  <a:cubicBezTo>
                    <a:pt x="49456" y="343790"/>
                    <a:pt x="49717" y="343314"/>
                    <a:pt x="49986" y="342824"/>
                  </a:cubicBezTo>
                  <a:cubicBezTo>
                    <a:pt x="51939" y="342638"/>
                    <a:pt x="51939" y="342638"/>
                    <a:pt x="53707" y="342824"/>
                  </a:cubicBezTo>
                  <a:cubicBezTo>
                    <a:pt x="53707" y="341841"/>
                    <a:pt x="53707" y="340859"/>
                    <a:pt x="53707" y="339847"/>
                  </a:cubicBezTo>
                  <a:cubicBezTo>
                    <a:pt x="54695" y="339584"/>
                    <a:pt x="55688" y="339337"/>
                    <a:pt x="56683" y="339103"/>
                  </a:cubicBezTo>
                  <a:cubicBezTo>
                    <a:pt x="56929" y="338612"/>
                    <a:pt x="57174" y="338121"/>
                    <a:pt x="57427" y="337615"/>
                  </a:cubicBezTo>
                  <a:cubicBezTo>
                    <a:pt x="57673" y="337124"/>
                    <a:pt x="57919" y="336632"/>
                    <a:pt x="58172" y="336126"/>
                  </a:cubicBezTo>
                  <a:cubicBezTo>
                    <a:pt x="59158" y="335857"/>
                    <a:pt x="60151" y="335608"/>
                    <a:pt x="61148" y="335382"/>
                  </a:cubicBezTo>
                  <a:cubicBezTo>
                    <a:pt x="61394" y="334646"/>
                    <a:pt x="61639" y="333909"/>
                    <a:pt x="61892" y="333150"/>
                  </a:cubicBezTo>
                  <a:cubicBezTo>
                    <a:pt x="62506" y="333042"/>
                    <a:pt x="63120" y="332935"/>
                    <a:pt x="63753" y="332824"/>
                  </a:cubicBezTo>
                  <a:cubicBezTo>
                    <a:pt x="64366" y="332686"/>
                    <a:pt x="64980" y="332548"/>
                    <a:pt x="65613" y="332406"/>
                  </a:cubicBezTo>
                  <a:cubicBezTo>
                    <a:pt x="65890" y="331421"/>
                    <a:pt x="66139" y="330428"/>
                    <a:pt x="66357" y="329429"/>
                  </a:cubicBezTo>
                  <a:cubicBezTo>
                    <a:pt x="67342" y="329152"/>
                    <a:pt x="68335" y="328904"/>
                    <a:pt x="69334" y="328685"/>
                  </a:cubicBezTo>
                  <a:cubicBezTo>
                    <a:pt x="69579" y="327948"/>
                    <a:pt x="69825" y="327212"/>
                    <a:pt x="70078" y="326453"/>
                  </a:cubicBezTo>
                  <a:cubicBezTo>
                    <a:pt x="70707" y="326345"/>
                    <a:pt x="71336" y="326238"/>
                    <a:pt x="71985" y="326127"/>
                  </a:cubicBezTo>
                  <a:cubicBezTo>
                    <a:pt x="72583" y="325989"/>
                    <a:pt x="73182" y="325851"/>
                    <a:pt x="73798" y="325708"/>
                  </a:cubicBezTo>
                  <a:cubicBezTo>
                    <a:pt x="73798" y="324726"/>
                    <a:pt x="73798" y="323744"/>
                    <a:pt x="73798" y="322732"/>
                  </a:cubicBezTo>
                  <a:cubicBezTo>
                    <a:pt x="74504" y="322670"/>
                    <a:pt x="75210" y="322609"/>
                    <a:pt x="75938" y="322546"/>
                  </a:cubicBezTo>
                  <a:cubicBezTo>
                    <a:pt x="76705" y="322362"/>
                    <a:pt x="77473" y="322177"/>
                    <a:pt x="78263" y="321988"/>
                  </a:cubicBezTo>
                  <a:cubicBezTo>
                    <a:pt x="79119" y="320524"/>
                    <a:pt x="79119" y="320524"/>
                    <a:pt x="79752" y="319011"/>
                  </a:cubicBezTo>
                  <a:cubicBezTo>
                    <a:pt x="80738" y="318742"/>
                    <a:pt x="81731" y="318492"/>
                    <a:pt x="82728" y="318267"/>
                  </a:cubicBezTo>
                  <a:cubicBezTo>
                    <a:pt x="82974" y="317530"/>
                    <a:pt x="83219" y="316794"/>
                    <a:pt x="83472" y="316035"/>
                  </a:cubicBezTo>
                  <a:cubicBezTo>
                    <a:pt x="83963" y="315927"/>
                    <a:pt x="84455" y="315820"/>
                    <a:pt x="84961" y="315709"/>
                  </a:cubicBezTo>
                  <a:cubicBezTo>
                    <a:pt x="85452" y="315571"/>
                    <a:pt x="85943" y="315433"/>
                    <a:pt x="86449" y="315290"/>
                  </a:cubicBezTo>
                  <a:cubicBezTo>
                    <a:pt x="86541" y="314784"/>
                    <a:pt x="86633" y="314278"/>
                    <a:pt x="86728" y="313756"/>
                  </a:cubicBezTo>
                  <a:cubicBezTo>
                    <a:pt x="86881" y="313280"/>
                    <a:pt x="87035" y="312804"/>
                    <a:pt x="87193" y="312314"/>
                  </a:cubicBezTo>
                  <a:cubicBezTo>
                    <a:pt x="88681" y="312314"/>
                    <a:pt x="90170" y="312314"/>
                    <a:pt x="91658" y="312314"/>
                  </a:cubicBezTo>
                  <a:cubicBezTo>
                    <a:pt x="92165" y="310906"/>
                    <a:pt x="92165" y="310906"/>
                    <a:pt x="92402" y="309337"/>
                  </a:cubicBezTo>
                  <a:cubicBezTo>
                    <a:pt x="93382" y="308817"/>
                    <a:pt x="94374" y="308320"/>
                    <a:pt x="95379" y="307849"/>
                  </a:cubicBezTo>
                  <a:cubicBezTo>
                    <a:pt x="95624" y="307112"/>
                    <a:pt x="95870" y="306376"/>
                    <a:pt x="96123" y="305617"/>
                  </a:cubicBezTo>
                  <a:cubicBezTo>
                    <a:pt x="96721" y="305509"/>
                    <a:pt x="97320" y="305402"/>
                    <a:pt x="97937" y="305291"/>
                  </a:cubicBezTo>
                  <a:cubicBezTo>
                    <a:pt x="98566" y="305153"/>
                    <a:pt x="99195" y="305015"/>
                    <a:pt x="99843" y="304872"/>
                  </a:cubicBezTo>
                  <a:cubicBezTo>
                    <a:pt x="100364" y="303893"/>
                    <a:pt x="100861" y="302900"/>
                    <a:pt x="101332" y="301896"/>
                  </a:cubicBezTo>
                  <a:cubicBezTo>
                    <a:pt x="102318" y="301627"/>
                    <a:pt x="103311" y="301377"/>
                    <a:pt x="104308" y="301152"/>
                  </a:cubicBezTo>
                  <a:cubicBezTo>
                    <a:pt x="104554" y="300415"/>
                    <a:pt x="104799" y="299678"/>
                    <a:pt x="105052" y="298919"/>
                  </a:cubicBezTo>
                  <a:cubicBezTo>
                    <a:pt x="107331" y="298408"/>
                    <a:pt x="107331" y="298408"/>
                    <a:pt x="109517" y="298175"/>
                  </a:cubicBezTo>
                  <a:cubicBezTo>
                    <a:pt x="109517" y="297193"/>
                    <a:pt x="109517" y="296211"/>
                    <a:pt x="109517" y="295199"/>
                  </a:cubicBezTo>
                  <a:cubicBezTo>
                    <a:pt x="110239" y="295260"/>
                    <a:pt x="110960" y="295321"/>
                    <a:pt x="111703" y="295385"/>
                  </a:cubicBezTo>
                  <a:cubicBezTo>
                    <a:pt x="112455" y="295323"/>
                    <a:pt x="113207" y="295262"/>
                    <a:pt x="113982" y="295199"/>
                  </a:cubicBezTo>
                  <a:cubicBezTo>
                    <a:pt x="114429" y="293783"/>
                    <a:pt x="114429" y="293783"/>
                    <a:pt x="114726" y="292222"/>
                  </a:cubicBezTo>
                  <a:cubicBezTo>
                    <a:pt x="115960" y="291710"/>
                    <a:pt x="117200" y="291213"/>
                    <a:pt x="118447" y="290734"/>
                  </a:cubicBezTo>
                  <a:cubicBezTo>
                    <a:pt x="118447" y="289997"/>
                    <a:pt x="118447" y="289260"/>
                    <a:pt x="118447" y="288501"/>
                  </a:cubicBezTo>
                  <a:cubicBezTo>
                    <a:pt x="119935" y="288005"/>
                    <a:pt x="121423" y="287509"/>
                    <a:pt x="122912" y="287013"/>
                  </a:cubicBezTo>
                  <a:cubicBezTo>
                    <a:pt x="122912" y="286276"/>
                    <a:pt x="122912" y="285540"/>
                    <a:pt x="122912" y="284781"/>
                  </a:cubicBezTo>
                  <a:cubicBezTo>
                    <a:pt x="124631" y="284781"/>
                    <a:pt x="126350" y="284781"/>
                    <a:pt x="128121" y="284781"/>
                  </a:cubicBezTo>
                  <a:cubicBezTo>
                    <a:pt x="128121" y="283798"/>
                    <a:pt x="128121" y="282816"/>
                    <a:pt x="128121" y="281804"/>
                  </a:cubicBezTo>
                  <a:cubicBezTo>
                    <a:pt x="129596" y="281271"/>
                    <a:pt x="131086" y="280775"/>
                    <a:pt x="132586" y="280316"/>
                  </a:cubicBezTo>
                  <a:cubicBezTo>
                    <a:pt x="132831" y="279579"/>
                    <a:pt x="133077" y="278842"/>
                    <a:pt x="133330" y="278083"/>
                  </a:cubicBezTo>
                  <a:cubicBezTo>
                    <a:pt x="134559" y="277561"/>
                    <a:pt x="135800" y="277064"/>
                    <a:pt x="137050" y="276595"/>
                  </a:cubicBezTo>
                  <a:cubicBezTo>
                    <a:pt x="137296" y="276104"/>
                    <a:pt x="137542" y="275613"/>
                    <a:pt x="137795" y="275107"/>
                  </a:cubicBezTo>
                  <a:cubicBezTo>
                    <a:pt x="138715" y="274762"/>
                    <a:pt x="138715" y="274762"/>
                    <a:pt x="139655" y="274409"/>
                  </a:cubicBezTo>
                  <a:cubicBezTo>
                    <a:pt x="140269" y="274148"/>
                    <a:pt x="140883" y="273887"/>
                    <a:pt x="141515" y="273619"/>
                  </a:cubicBezTo>
                  <a:cubicBezTo>
                    <a:pt x="141761" y="272882"/>
                    <a:pt x="142006" y="272145"/>
                    <a:pt x="142259" y="271386"/>
                  </a:cubicBezTo>
                  <a:cubicBezTo>
                    <a:pt x="142996" y="271279"/>
                    <a:pt x="143733" y="271171"/>
                    <a:pt x="144492" y="271061"/>
                  </a:cubicBezTo>
                  <a:cubicBezTo>
                    <a:pt x="145229" y="270922"/>
                    <a:pt x="145965" y="270784"/>
                    <a:pt x="146724" y="270642"/>
                  </a:cubicBezTo>
                  <a:cubicBezTo>
                    <a:pt x="146847" y="270136"/>
                    <a:pt x="146970" y="269629"/>
                    <a:pt x="147096" y="269107"/>
                  </a:cubicBezTo>
                  <a:cubicBezTo>
                    <a:pt x="147219" y="268631"/>
                    <a:pt x="147342" y="268156"/>
                    <a:pt x="147468" y="267665"/>
                  </a:cubicBezTo>
                  <a:cubicBezTo>
                    <a:pt x="149747" y="267479"/>
                    <a:pt x="149747" y="267479"/>
                    <a:pt x="151933" y="267665"/>
                  </a:cubicBezTo>
                  <a:cubicBezTo>
                    <a:pt x="151933" y="266683"/>
                    <a:pt x="151933" y="265701"/>
                    <a:pt x="151933" y="264689"/>
                  </a:cubicBezTo>
                  <a:cubicBezTo>
                    <a:pt x="153652" y="264443"/>
                    <a:pt x="155371" y="264198"/>
                    <a:pt x="157142" y="263945"/>
                  </a:cubicBezTo>
                  <a:cubicBezTo>
                    <a:pt x="157142" y="262962"/>
                    <a:pt x="157142" y="261980"/>
                    <a:pt x="157142" y="260968"/>
                  </a:cubicBezTo>
                  <a:cubicBezTo>
                    <a:pt x="158375" y="260684"/>
                    <a:pt x="159616" y="260437"/>
                    <a:pt x="160863" y="260224"/>
                  </a:cubicBezTo>
                  <a:cubicBezTo>
                    <a:pt x="161109" y="259487"/>
                    <a:pt x="161354" y="258751"/>
                    <a:pt x="161607" y="257992"/>
                  </a:cubicBezTo>
                  <a:cubicBezTo>
                    <a:pt x="163095" y="257496"/>
                    <a:pt x="164584" y="256999"/>
                    <a:pt x="166072" y="256503"/>
                  </a:cubicBezTo>
                  <a:cubicBezTo>
                    <a:pt x="166318" y="255767"/>
                    <a:pt x="166563" y="255030"/>
                    <a:pt x="166816" y="254271"/>
                  </a:cubicBezTo>
                  <a:cubicBezTo>
                    <a:pt x="167537" y="254163"/>
                    <a:pt x="168259" y="254056"/>
                    <a:pt x="169002" y="253945"/>
                  </a:cubicBezTo>
                  <a:cubicBezTo>
                    <a:pt x="169754" y="253807"/>
                    <a:pt x="170506" y="253669"/>
                    <a:pt x="171281" y="253527"/>
                  </a:cubicBezTo>
                  <a:cubicBezTo>
                    <a:pt x="171789" y="252541"/>
                    <a:pt x="172286" y="251549"/>
                    <a:pt x="172769" y="250550"/>
                  </a:cubicBezTo>
                  <a:cubicBezTo>
                    <a:pt x="174009" y="250550"/>
                    <a:pt x="175250" y="250550"/>
                    <a:pt x="176490" y="250550"/>
                  </a:cubicBezTo>
                  <a:cubicBezTo>
                    <a:pt x="176582" y="250074"/>
                    <a:pt x="176674" y="249599"/>
                    <a:pt x="176769" y="249108"/>
                  </a:cubicBezTo>
                  <a:cubicBezTo>
                    <a:pt x="176922" y="248602"/>
                    <a:pt x="177076" y="248096"/>
                    <a:pt x="177234" y="247574"/>
                  </a:cubicBezTo>
                  <a:cubicBezTo>
                    <a:pt x="179885" y="247016"/>
                    <a:pt x="179885" y="247016"/>
                    <a:pt x="182443" y="246830"/>
                  </a:cubicBezTo>
                  <a:cubicBezTo>
                    <a:pt x="182443" y="245847"/>
                    <a:pt x="182443" y="244865"/>
                    <a:pt x="182443" y="243853"/>
                  </a:cubicBezTo>
                  <a:cubicBezTo>
                    <a:pt x="184675" y="243016"/>
                    <a:pt x="184675" y="243016"/>
                    <a:pt x="186908" y="242365"/>
                  </a:cubicBezTo>
                  <a:cubicBezTo>
                    <a:pt x="186908" y="241874"/>
                    <a:pt x="186908" y="241382"/>
                    <a:pt x="186908" y="240876"/>
                  </a:cubicBezTo>
                  <a:cubicBezTo>
                    <a:pt x="188174" y="240531"/>
                    <a:pt x="188174" y="240531"/>
                    <a:pt x="189466" y="240179"/>
                  </a:cubicBezTo>
                  <a:cubicBezTo>
                    <a:pt x="190341" y="239918"/>
                    <a:pt x="191216" y="239657"/>
                    <a:pt x="192117" y="239388"/>
                  </a:cubicBezTo>
                  <a:cubicBezTo>
                    <a:pt x="192362" y="238651"/>
                    <a:pt x="192608" y="237915"/>
                    <a:pt x="192861" y="237156"/>
                  </a:cubicBezTo>
                  <a:cubicBezTo>
                    <a:pt x="193582" y="237048"/>
                    <a:pt x="194304" y="236941"/>
                    <a:pt x="195047" y="236830"/>
                  </a:cubicBezTo>
                  <a:cubicBezTo>
                    <a:pt x="195799" y="236692"/>
                    <a:pt x="196551" y="236554"/>
                    <a:pt x="197326" y="236412"/>
                  </a:cubicBezTo>
                  <a:cubicBezTo>
                    <a:pt x="198182" y="234948"/>
                    <a:pt x="198182" y="234948"/>
                    <a:pt x="198814" y="233435"/>
                  </a:cubicBezTo>
                  <a:cubicBezTo>
                    <a:pt x="199801" y="233166"/>
                    <a:pt x="200793" y="232916"/>
                    <a:pt x="201791" y="232691"/>
                  </a:cubicBezTo>
                  <a:cubicBezTo>
                    <a:pt x="202036" y="231954"/>
                    <a:pt x="202282" y="231217"/>
                    <a:pt x="202535" y="230458"/>
                  </a:cubicBezTo>
                  <a:cubicBezTo>
                    <a:pt x="203272" y="230351"/>
                    <a:pt x="204008" y="230244"/>
                    <a:pt x="204767" y="230133"/>
                  </a:cubicBezTo>
                  <a:cubicBezTo>
                    <a:pt x="205504" y="229995"/>
                    <a:pt x="206241" y="229857"/>
                    <a:pt x="207000" y="229714"/>
                  </a:cubicBezTo>
                  <a:cubicBezTo>
                    <a:pt x="207107" y="229223"/>
                    <a:pt x="207215" y="228732"/>
                    <a:pt x="207325" y="228226"/>
                  </a:cubicBezTo>
                  <a:cubicBezTo>
                    <a:pt x="207463" y="227735"/>
                    <a:pt x="207602" y="227244"/>
                    <a:pt x="207744" y="226738"/>
                  </a:cubicBezTo>
                  <a:cubicBezTo>
                    <a:pt x="209476" y="226459"/>
                    <a:pt x="211212" y="226211"/>
                    <a:pt x="212953" y="225994"/>
                  </a:cubicBezTo>
                  <a:cubicBezTo>
                    <a:pt x="213198" y="225257"/>
                    <a:pt x="213444" y="224520"/>
                    <a:pt x="213697" y="223761"/>
                  </a:cubicBezTo>
                  <a:cubicBezTo>
                    <a:pt x="216348" y="223250"/>
                    <a:pt x="216348" y="223250"/>
                    <a:pt x="218906" y="223017"/>
                  </a:cubicBezTo>
                  <a:cubicBezTo>
                    <a:pt x="218906" y="222035"/>
                    <a:pt x="218906" y="221052"/>
                    <a:pt x="218906" y="220040"/>
                  </a:cubicBezTo>
                  <a:cubicBezTo>
                    <a:pt x="219612" y="219979"/>
                    <a:pt x="220318" y="219918"/>
                    <a:pt x="221045" y="219854"/>
                  </a:cubicBezTo>
                  <a:cubicBezTo>
                    <a:pt x="221813" y="219670"/>
                    <a:pt x="222580" y="219486"/>
                    <a:pt x="223371" y="219296"/>
                  </a:cubicBezTo>
                  <a:cubicBezTo>
                    <a:pt x="223616" y="218805"/>
                    <a:pt x="223862" y="218314"/>
                    <a:pt x="224115" y="217808"/>
                  </a:cubicBezTo>
                  <a:cubicBezTo>
                    <a:pt x="224360" y="217317"/>
                    <a:pt x="224606" y="216826"/>
                    <a:pt x="224859" y="216320"/>
                  </a:cubicBezTo>
                  <a:cubicBezTo>
                    <a:pt x="226343" y="216047"/>
                    <a:pt x="227832" y="215798"/>
                    <a:pt x="229324" y="215576"/>
                  </a:cubicBezTo>
                  <a:cubicBezTo>
                    <a:pt x="229569" y="214839"/>
                    <a:pt x="229815" y="214102"/>
                    <a:pt x="230068" y="213343"/>
                  </a:cubicBezTo>
                  <a:cubicBezTo>
                    <a:pt x="230805" y="213236"/>
                    <a:pt x="231541" y="213128"/>
                    <a:pt x="232300" y="213018"/>
                  </a:cubicBezTo>
                  <a:cubicBezTo>
                    <a:pt x="233037" y="212879"/>
                    <a:pt x="233774" y="212741"/>
                    <a:pt x="234533" y="212599"/>
                  </a:cubicBezTo>
                  <a:cubicBezTo>
                    <a:pt x="234625" y="212108"/>
                    <a:pt x="234717" y="211617"/>
                    <a:pt x="234812" y="211111"/>
                  </a:cubicBezTo>
                  <a:cubicBezTo>
                    <a:pt x="235042" y="210374"/>
                    <a:pt x="235042" y="210374"/>
                    <a:pt x="235277" y="209622"/>
                  </a:cubicBezTo>
                  <a:cubicBezTo>
                    <a:pt x="236825" y="209295"/>
                    <a:pt x="238301" y="209202"/>
                    <a:pt x="239881" y="209155"/>
                  </a:cubicBezTo>
                  <a:cubicBezTo>
                    <a:pt x="240326" y="209063"/>
                    <a:pt x="240772" y="208972"/>
                    <a:pt x="241230" y="208878"/>
                  </a:cubicBezTo>
                  <a:cubicBezTo>
                    <a:pt x="241476" y="208142"/>
                    <a:pt x="241721" y="207405"/>
                    <a:pt x="241974" y="206646"/>
                  </a:cubicBezTo>
                  <a:cubicBezTo>
                    <a:pt x="244625" y="206134"/>
                    <a:pt x="244625" y="206134"/>
                    <a:pt x="247183" y="205902"/>
                  </a:cubicBezTo>
                  <a:cubicBezTo>
                    <a:pt x="247183" y="204920"/>
                    <a:pt x="247183" y="203937"/>
                    <a:pt x="247183" y="202925"/>
                  </a:cubicBezTo>
                  <a:cubicBezTo>
                    <a:pt x="248903" y="202374"/>
                    <a:pt x="250642" y="201882"/>
                    <a:pt x="252392" y="201437"/>
                  </a:cubicBezTo>
                  <a:cubicBezTo>
                    <a:pt x="253151" y="200708"/>
                    <a:pt x="253897" y="199965"/>
                    <a:pt x="254625" y="199205"/>
                  </a:cubicBezTo>
                  <a:cubicBezTo>
                    <a:pt x="255269" y="199082"/>
                    <a:pt x="255914" y="198959"/>
                    <a:pt x="256578" y="198832"/>
                  </a:cubicBezTo>
                  <a:cubicBezTo>
                    <a:pt x="257161" y="198710"/>
                    <a:pt x="257744" y="198587"/>
                    <a:pt x="258345" y="198460"/>
                  </a:cubicBezTo>
                  <a:cubicBezTo>
                    <a:pt x="258591" y="197724"/>
                    <a:pt x="258836" y="196987"/>
                    <a:pt x="259090" y="196228"/>
                  </a:cubicBezTo>
                  <a:cubicBezTo>
                    <a:pt x="259826" y="196121"/>
                    <a:pt x="260563" y="196013"/>
                    <a:pt x="261322" y="195902"/>
                  </a:cubicBezTo>
                  <a:cubicBezTo>
                    <a:pt x="262059" y="195764"/>
                    <a:pt x="262795" y="195626"/>
                    <a:pt x="263554" y="195484"/>
                  </a:cubicBezTo>
                  <a:cubicBezTo>
                    <a:pt x="263646" y="194977"/>
                    <a:pt x="263739" y="194471"/>
                    <a:pt x="263833" y="193949"/>
                  </a:cubicBezTo>
                  <a:cubicBezTo>
                    <a:pt x="263987" y="193473"/>
                    <a:pt x="264140" y="192997"/>
                    <a:pt x="264299" y="192507"/>
                  </a:cubicBezTo>
                  <a:cubicBezTo>
                    <a:pt x="266337" y="192215"/>
                    <a:pt x="268180" y="192376"/>
                    <a:pt x="270252" y="192507"/>
                  </a:cubicBezTo>
                  <a:cubicBezTo>
                    <a:pt x="270252" y="191525"/>
                    <a:pt x="270252" y="190543"/>
                    <a:pt x="270252" y="189531"/>
                  </a:cubicBezTo>
                  <a:cubicBezTo>
                    <a:pt x="271096" y="189469"/>
                    <a:pt x="271940" y="189408"/>
                    <a:pt x="272810" y="189345"/>
                  </a:cubicBezTo>
                  <a:cubicBezTo>
                    <a:pt x="273684" y="189160"/>
                    <a:pt x="274559" y="188976"/>
                    <a:pt x="275461" y="188787"/>
                  </a:cubicBezTo>
                  <a:cubicBezTo>
                    <a:pt x="275583" y="188295"/>
                    <a:pt x="275706" y="187804"/>
                    <a:pt x="275833" y="187298"/>
                  </a:cubicBezTo>
                  <a:cubicBezTo>
                    <a:pt x="275955" y="186807"/>
                    <a:pt x="276078" y="186316"/>
                    <a:pt x="276205" y="185810"/>
                  </a:cubicBezTo>
                  <a:cubicBezTo>
                    <a:pt x="277936" y="185532"/>
                    <a:pt x="279673" y="185283"/>
                    <a:pt x="281414" y="185066"/>
                  </a:cubicBezTo>
                  <a:cubicBezTo>
                    <a:pt x="281659" y="184329"/>
                    <a:pt x="281905" y="183592"/>
                    <a:pt x="282158" y="182833"/>
                  </a:cubicBezTo>
                  <a:cubicBezTo>
                    <a:pt x="283894" y="182337"/>
                    <a:pt x="285631" y="181841"/>
                    <a:pt x="287367" y="181345"/>
                  </a:cubicBezTo>
                  <a:cubicBezTo>
                    <a:pt x="287612" y="180608"/>
                    <a:pt x="287858" y="179872"/>
                    <a:pt x="288111" y="179113"/>
                  </a:cubicBezTo>
                  <a:cubicBezTo>
                    <a:pt x="289377" y="178952"/>
                    <a:pt x="289377" y="178952"/>
                    <a:pt x="290669" y="178787"/>
                  </a:cubicBezTo>
                  <a:cubicBezTo>
                    <a:pt x="291544" y="178649"/>
                    <a:pt x="292419" y="178511"/>
                    <a:pt x="293320" y="178369"/>
                  </a:cubicBezTo>
                  <a:cubicBezTo>
                    <a:pt x="293566" y="177877"/>
                    <a:pt x="293811" y="177386"/>
                    <a:pt x="294064" y="176880"/>
                  </a:cubicBezTo>
                  <a:cubicBezTo>
                    <a:pt x="294310" y="176389"/>
                    <a:pt x="294555" y="175898"/>
                    <a:pt x="294808" y="175392"/>
                  </a:cubicBezTo>
                  <a:cubicBezTo>
                    <a:pt x="296541" y="175118"/>
                    <a:pt x="298277" y="174869"/>
                    <a:pt x="300017" y="174648"/>
                  </a:cubicBezTo>
                  <a:cubicBezTo>
                    <a:pt x="300263" y="173911"/>
                    <a:pt x="300508" y="173174"/>
                    <a:pt x="300761" y="172415"/>
                  </a:cubicBezTo>
                  <a:cubicBezTo>
                    <a:pt x="302136" y="172035"/>
                    <a:pt x="302136" y="172035"/>
                    <a:pt x="303784" y="171904"/>
                  </a:cubicBezTo>
                  <a:cubicBezTo>
                    <a:pt x="304751" y="171827"/>
                    <a:pt x="305718" y="171750"/>
                    <a:pt x="306715" y="171671"/>
                  </a:cubicBezTo>
                  <a:cubicBezTo>
                    <a:pt x="306715" y="170689"/>
                    <a:pt x="306715" y="169707"/>
                    <a:pt x="306715" y="168695"/>
                  </a:cubicBezTo>
                  <a:cubicBezTo>
                    <a:pt x="308241" y="168574"/>
                    <a:pt x="309767" y="168453"/>
                    <a:pt x="311293" y="168331"/>
                  </a:cubicBezTo>
                  <a:cubicBezTo>
                    <a:pt x="311746" y="168206"/>
                    <a:pt x="312200" y="168080"/>
                    <a:pt x="312668" y="167951"/>
                  </a:cubicBezTo>
                  <a:cubicBezTo>
                    <a:pt x="312913" y="167214"/>
                    <a:pt x="313159" y="166477"/>
                    <a:pt x="313412" y="165718"/>
                  </a:cubicBezTo>
                  <a:cubicBezTo>
                    <a:pt x="314271" y="165611"/>
                    <a:pt x="315131" y="165503"/>
                    <a:pt x="316016" y="165393"/>
                  </a:cubicBezTo>
                  <a:cubicBezTo>
                    <a:pt x="316876" y="165255"/>
                    <a:pt x="317735" y="165116"/>
                    <a:pt x="318621" y="164974"/>
                  </a:cubicBezTo>
                  <a:cubicBezTo>
                    <a:pt x="318720" y="164486"/>
                    <a:pt x="318818" y="163998"/>
                    <a:pt x="318920" y="163495"/>
                  </a:cubicBezTo>
                  <a:cubicBezTo>
                    <a:pt x="319067" y="163000"/>
                    <a:pt x="319214" y="162506"/>
                    <a:pt x="319365" y="161998"/>
                  </a:cubicBezTo>
                  <a:cubicBezTo>
                    <a:pt x="321065" y="161544"/>
                    <a:pt x="321065" y="161544"/>
                    <a:pt x="323132" y="161439"/>
                  </a:cubicBezTo>
                  <a:cubicBezTo>
                    <a:pt x="323816" y="161397"/>
                    <a:pt x="324500" y="161355"/>
                    <a:pt x="325205" y="161312"/>
                  </a:cubicBezTo>
                  <a:cubicBezTo>
                    <a:pt x="325998" y="161283"/>
                    <a:pt x="325998" y="161283"/>
                    <a:pt x="326806" y="161253"/>
                  </a:cubicBezTo>
                  <a:cubicBezTo>
                    <a:pt x="326806" y="160271"/>
                    <a:pt x="326806" y="159289"/>
                    <a:pt x="326806" y="158277"/>
                  </a:cubicBezTo>
                  <a:cubicBezTo>
                    <a:pt x="327650" y="158200"/>
                    <a:pt x="328495" y="158123"/>
                    <a:pt x="329364" y="158044"/>
                  </a:cubicBezTo>
                  <a:cubicBezTo>
                    <a:pt x="330677" y="157791"/>
                    <a:pt x="330677" y="157791"/>
                    <a:pt x="332015" y="157533"/>
                  </a:cubicBezTo>
                  <a:cubicBezTo>
                    <a:pt x="332261" y="156796"/>
                    <a:pt x="332506" y="156059"/>
                    <a:pt x="332759" y="155300"/>
                  </a:cubicBezTo>
                  <a:cubicBezTo>
                    <a:pt x="333619" y="155193"/>
                    <a:pt x="334478" y="155085"/>
                    <a:pt x="335364" y="154975"/>
                  </a:cubicBezTo>
                  <a:cubicBezTo>
                    <a:pt x="336223" y="154837"/>
                    <a:pt x="337083" y="154698"/>
                    <a:pt x="337968" y="154556"/>
                  </a:cubicBezTo>
                  <a:cubicBezTo>
                    <a:pt x="338076" y="154065"/>
                    <a:pt x="338183" y="153574"/>
                    <a:pt x="338294" y="153068"/>
                  </a:cubicBezTo>
                  <a:cubicBezTo>
                    <a:pt x="338432" y="152577"/>
                    <a:pt x="338570" y="152086"/>
                    <a:pt x="338713" y="151580"/>
                  </a:cubicBezTo>
                  <a:cubicBezTo>
                    <a:pt x="340260" y="151251"/>
                    <a:pt x="341736" y="151160"/>
                    <a:pt x="343317" y="151112"/>
                  </a:cubicBezTo>
                  <a:cubicBezTo>
                    <a:pt x="343985" y="150975"/>
                    <a:pt x="343985" y="150975"/>
                    <a:pt x="344666" y="150835"/>
                  </a:cubicBezTo>
                  <a:cubicBezTo>
                    <a:pt x="344911" y="150099"/>
                    <a:pt x="345157" y="149362"/>
                    <a:pt x="345410" y="148603"/>
                  </a:cubicBezTo>
                  <a:cubicBezTo>
                    <a:pt x="346759" y="148327"/>
                    <a:pt x="346759" y="148327"/>
                    <a:pt x="348386" y="148277"/>
                  </a:cubicBezTo>
                  <a:cubicBezTo>
                    <a:pt x="349992" y="148180"/>
                    <a:pt x="349992" y="148180"/>
                    <a:pt x="351363" y="147859"/>
                  </a:cubicBezTo>
                  <a:cubicBezTo>
                    <a:pt x="351486" y="147368"/>
                    <a:pt x="351609" y="146877"/>
                    <a:pt x="351735" y="146371"/>
                  </a:cubicBezTo>
                  <a:cubicBezTo>
                    <a:pt x="351858" y="145879"/>
                    <a:pt x="351981" y="145388"/>
                    <a:pt x="352107" y="144882"/>
                  </a:cubicBezTo>
                  <a:cubicBezTo>
                    <a:pt x="353629" y="144689"/>
                    <a:pt x="355152" y="144502"/>
                    <a:pt x="356682" y="144397"/>
                  </a:cubicBezTo>
                  <a:cubicBezTo>
                    <a:pt x="357137" y="144311"/>
                    <a:pt x="357592" y="144226"/>
                    <a:pt x="358060" y="144138"/>
                  </a:cubicBezTo>
                  <a:cubicBezTo>
                    <a:pt x="358568" y="143152"/>
                    <a:pt x="359065" y="142160"/>
                    <a:pt x="359549" y="141162"/>
                  </a:cubicBezTo>
                  <a:cubicBezTo>
                    <a:pt x="361285" y="141162"/>
                    <a:pt x="363021" y="141162"/>
                    <a:pt x="364757" y="141162"/>
                  </a:cubicBezTo>
                  <a:cubicBezTo>
                    <a:pt x="364986" y="140682"/>
                    <a:pt x="365214" y="140202"/>
                    <a:pt x="365449" y="139708"/>
                  </a:cubicBezTo>
                  <a:cubicBezTo>
                    <a:pt x="365712" y="139206"/>
                    <a:pt x="365975" y="138703"/>
                    <a:pt x="366246" y="138185"/>
                  </a:cubicBezTo>
                  <a:cubicBezTo>
                    <a:pt x="367856" y="137732"/>
                    <a:pt x="367856" y="137732"/>
                    <a:pt x="369687" y="137627"/>
                  </a:cubicBezTo>
                  <a:cubicBezTo>
                    <a:pt x="370296" y="137585"/>
                    <a:pt x="370904" y="137542"/>
                    <a:pt x="371530" y="137499"/>
                  </a:cubicBezTo>
                  <a:cubicBezTo>
                    <a:pt x="371997" y="137480"/>
                    <a:pt x="372463" y="137461"/>
                    <a:pt x="372943" y="137441"/>
                  </a:cubicBezTo>
                  <a:cubicBezTo>
                    <a:pt x="372943" y="136459"/>
                    <a:pt x="372943" y="135476"/>
                    <a:pt x="372943" y="134464"/>
                  </a:cubicBezTo>
                  <a:cubicBezTo>
                    <a:pt x="373418" y="134436"/>
                    <a:pt x="373893" y="134409"/>
                    <a:pt x="374382" y="134380"/>
                  </a:cubicBezTo>
                  <a:cubicBezTo>
                    <a:pt x="374997" y="134331"/>
                    <a:pt x="375612" y="134282"/>
                    <a:pt x="376245" y="134232"/>
                  </a:cubicBezTo>
                  <a:cubicBezTo>
                    <a:pt x="377165" y="134167"/>
                    <a:pt x="377165" y="134167"/>
                    <a:pt x="378103" y="134101"/>
                  </a:cubicBezTo>
                  <a:cubicBezTo>
                    <a:pt x="378610" y="133975"/>
                    <a:pt x="379117" y="133850"/>
                    <a:pt x="379640" y="133720"/>
                  </a:cubicBezTo>
                  <a:cubicBezTo>
                    <a:pt x="379886" y="132983"/>
                    <a:pt x="380131" y="132247"/>
                    <a:pt x="380384" y="131488"/>
                  </a:cubicBezTo>
                  <a:cubicBezTo>
                    <a:pt x="382127" y="130961"/>
                    <a:pt x="383844" y="130734"/>
                    <a:pt x="385643" y="130465"/>
                  </a:cubicBezTo>
                  <a:cubicBezTo>
                    <a:pt x="386118" y="130311"/>
                    <a:pt x="386593" y="130158"/>
                    <a:pt x="387082" y="129999"/>
                  </a:cubicBezTo>
                  <a:cubicBezTo>
                    <a:pt x="387082" y="129263"/>
                    <a:pt x="387082" y="128526"/>
                    <a:pt x="387082" y="127767"/>
                  </a:cubicBezTo>
                  <a:cubicBezTo>
                    <a:pt x="387781" y="127738"/>
                    <a:pt x="387781" y="127738"/>
                    <a:pt x="388494" y="127709"/>
                  </a:cubicBezTo>
                  <a:cubicBezTo>
                    <a:pt x="389103" y="127667"/>
                    <a:pt x="389711" y="127624"/>
                    <a:pt x="390337" y="127581"/>
                  </a:cubicBezTo>
                  <a:cubicBezTo>
                    <a:pt x="390942" y="127546"/>
                    <a:pt x="391546" y="127512"/>
                    <a:pt x="392169" y="127476"/>
                  </a:cubicBezTo>
                  <a:cubicBezTo>
                    <a:pt x="392700" y="127327"/>
                    <a:pt x="393231" y="127177"/>
                    <a:pt x="393779" y="127023"/>
                  </a:cubicBezTo>
                  <a:cubicBezTo>
                    <a:pt x="394293" y="126040"/>
                    <a:pt x="394790" y="125048"/>
                    <a:pt x="395267" y="124046"/>
                  </a:cubicBezTo>
                  <a:cubicBezTo>
                    <a:pt x="397004" y="124046"/>
                    <a:pt x="398740" y="124046"/>
                    <a:pt x="400476" y="124046"/>
                  </a:cubicBezTo>
                  <a:cubicBezTo>
                    <a:pt x="400697" y="123567"/>
                    <a:pt x="400917" y="123087"/>
                    <a:pt x="401145" y="122593"/>
                  </a:cubicBezTo>
                  <a:cubicBezTo>
                    <a:pt x="401415" y="122090"/>
                    <a:pt x="401686" y="121588"/>
                    <a:pt x="401965" y="121070"/>
                  </a:cubicBezTo>
                  <a:cubicBezTo>
                    <a:pt x="403738" y="120616"/>
                    <a:pt x="403738" y="120616"/>
                    <a:pt x="405778" y="120512"/>
                  </a:cubicBezTo>
                  <a:cubicBezTo>
                    <a:pt x="406455" y="120469"/>
                    <a:pt x="407133" y="120427"/>
                    <a:pt x="407830" y="120384"/>
                  </a:cubicBezTo>
                  <a:cubicBezTo>
                    <a:pt x="408610" y="120355"/>
                    <a:pt x="408610" y="120355"/>
                    <a:pt x="409406" y="120326"/>
                  </a:cubicBezTo>
                  <a:cubicBezTo>
                    <a:pt x="409406" y="119343"/>
                    <a:pt x="409406" y="118361"/>
                    <a:pt x="409406" y="117349"/>
                  </a:cubicBezTo>
                  <a:cubicBezTo>
                    <a:pt x="410118" y="117307"/>
                    <a:pt x="410118" y="117307"/>
                    <a:pt x="410845" y="117265"/>
                  </a:cubicBezTo>
                  <a:cubicBezTo>
                    <a:pt x="411460" y="117216"/>
                    <a:pt x="412075" y="117167"/>
                    <a:pt x="412708" y="117117"/>
                  </a:cubicBezTo>
                  <a:cubicBezTo>
                    <a:pt x="413628" y="117052"/>
                    <a:pt x="413628" y="117052"/>
                    <a:pt x="414565" y="116986"/>
                  </a:cubicBezTo>
                  <a:cubicBezTo>
                    <a:pt x="415073" y="116860"/>
                    <a:pt x="415580" y="116734"/>
                    <a:pt x="416103" y="116605"/>
                  </a:cubicBezTo>
                  <a:cubicBezTo>
                    <a:pt x="416349" y="115868"/>
                    <a:pt x="416594" y="115132"/>
                    <a:pt x="416847" y="114373"/>
                  </a:cubicBezTo>
                  <a:cubicBezTo>
                    <a:pt x="418548" y="113992"/>
                    <a:pt x="418548" y="113992"/>
                    <a:pt x="420615" y="113861"/>
                  </a:cubicBezTo>
                  <a:cubicBezTo>
                    <a:pt x="421640" y="113788"/>
                    <a:pt x="421640" y="113788"/>
                    <a:pt x="422687" y="113713"/>
                  </a:cubicBezTo>
                  <a:cubicBezTo>
                    <a:pt x="423216" y="113685"/>
                    <a:pt x="423744" y="113657"/>
                    <a:pt x="424289" y="113628"/>
                  </a:cubicBezTo>
                  <a:cubicBezTo>
                    <a:pt x="424289" y="112646"/>
                    <a:pt x="424289" y="111664"/>
                    <a:pt x="424289" y="110652"/>
                  </a:cubicBezTo>
                  <a:cubicBezTo>
                    <a:pt x="424988" y="110623"/>
                    <a:pt x="424988" y="110623"/>
                    <a:pt x="425701" y="110594"/>
                  </a:cubicBezTo>
                  <a:cubicBezTo>
                    <a:pt x="426310" y="110551"/>
                    <a:pt x="426918" y="110509"/>
                    <a:pt x="427544" y="110466"/>
                  </a:cubicBezTo>
                  <a:cubicBezTo>
                    <a:pt x="428149" y="110431"/>
                    <a:pt x="428753" y="110397"/>
                    <a:pt x="429376" y="110361"/>
                  </a:cubicBezTo>
                  <a:cubicBezTo>
                    <a:pt x="429907" y="110211"/>
                    <a:pt x="430438" y="110062"/>
                    <a:pt x="430986" y="109908"/>
                  </a:cubicBezTo>
                  <a:cubicBezTo>
                    <a:pt x="431224" y="109409"/>
                    <a:pt x="431462" y="108910"/>
                    <a:pt x="431707" y="108396"/>
                  </a:cubicBezTo>
                  <a:cubicBezTo>
                    <a:pt x="431960" y="107913"/>
                    <a:pt x="432213" y="107429"/>
                    <a:pt x="432474" y="106931"/>
                  </a:cubicBezTo>
                  <a:cubicBezTo>
                    <a:pt x="434247" y="106640"/>
                    <a:pt x="434247" y="106640"/>
                    <a:pt x="436288" y="106745"/>
                  </a:cubicBezTo>
                  <a:cubicBezTo>
                    <a:pt x="436965" y="106772"/>
                    <a:pt x="437642" y="106799"/>
                    <a:pt x="438340" y="106826"/>
                  </a:cubicBezTo>
                  <a:cubicBezTo>
                    <a:pt x="438860" y="106861"/>
                    <a:pt x="439380" y="106896"/>
                    <a:pt x="439916" y="106931"/>
                  </a:cubicBezTo>
                  <a:cubicBezTo>
                    <a:pt x="439916" y="105949"/>
                    <a:pt x="439916" y="104967"/>
                    <a:pt x="439916" y="103955"/>
                  </a:cubicBezTo>
                  <a:cubicBezTo>
                    <a:pt x="440709" y="103926"/>
                    <a:pt x="440709" y="103926"/>
                    <a:pt x="441517" y="103896"/>
                  </a:cubicBezTo>
                  <a:cubicBezTo>
                    <a:pt x="442201" y="103854"/>
                    <a:pt x="442885" y="103812"/>
                    <a:pt x="443590" y="103769"/>
                  </a:cubicBezTo>
                  <a:cubicBezTo>
                    <a:pt x="444272" y="103734"/>
                    <a:pt x="444954" y="103699"/>
                    <a:pt x="445657" y="103664"/>
                  </a:cubicBezTo>
                  <a:cubicBezTo>
                    <a:pt x="446218" y="103514"/>
                    <a:pt x="446779" y="103365"/>
                    <a:pt x="447357" y="103210"/>
                  </a:cubicBezTo>
                  <a:cubicBezTo>
                    <a:pt x="447530" y="102462"/>
                    <a:pt x="447530" y="102462"/>
                    <a:pt x="447706" y="101699"/>
                  </a:cubicBezTo>
                  <a:cubicBezTo>
                    <a:pt x="447902" y="100974"/>
                    <a:pt x="447902" y="100974"/>
                    <a:pt x="448101" y="100234"/>
                  </a:cubicBezTo>
                  <a:cubicBezTo>
                    <a:pt x="449965" y="99943"/>
                    <a:pt x="449965" y="99943"/>
                    <a:pt x="452241" y="100048"/>
                  </a:cubicBezTo>
                  <a:cubicBezTo>
                    <a:pt x="452994" y="100075"/>
                    <a:pt x="453747" y="100102"/>
                    <a:pt x="454522" y="100129"/>
                  </a:cubicBezTo>
                  <a:cubicBezTo>
                    <a:pt x="455105" y="100164"/>
                    <a:pt x="455687" y="100198"/>
                    <a:pt x="456287" y="100234"/>
                  </a:cubicBezTo>
                  <a:cubicBezTo>
                    <a:pt x="456287" y="99252"/>
                    <a:pt x="456287" y="98269"/>
                    <a:pt x="456287" y="97257"/>
                  </a:cubicBezTo>
                  <a:cubicBezTo>
                    <a:pt x="457080" y="97229"/>
                    <a:pt x="457080" y="97229"/>
                    <a:pt x="457888" y="97199"/>
                  </a:cubicBezTo>
                  <a:cubicBezTo>
                    <a:pt x="458572" y="97157"/>
                    <a:pt x="459256" y="97115"/>
                    <a:pt x="459961" y="97071"/>
                  </a:cubicBezTo>
                  <a:cubicBezTo>
                    <a:pt x="460643" y="97037"/>
                    <a:pt x="461325" y="97002"/>
                    <a:pt x="462028" y="96967"/>
                  </a:cubicBezTo>
                  <a:cubicBezTo>
                    <a:pt x="462589" y="96817"/>
                    <a:pt x="463150" y="96667"/>
                    <a:pt x="463728" y="96513"/>
                  </a:cubicBezTo>
                  <a:cubicBezTo>
                    <a:pt x="463977" y="95521"/>
                    <a:pt x="464225" y="94529"/>
                    <a:pt x="464472" y="93537"/>
                  </a:cubicBezTo>
                  <a:cubicBezTo>
                    <a:pt x="466147" y="93162"/>
                    <a:pt x="466147" y="93162"/>
                    <a:pt x="468193" y="93118"/>
                  </a:cubicBezTo>
                  <a:cubicBezTo>
                    <a:pt x="470186" y="93117"/>
                    <a:pt x="470186" y="93117"/>
                    <a:pt x="471914" y="92792"/>
                  </a:cubicBezTo>
                  <a:cubicBezTo>
                    <a:pt x="472159" y="92056"/>
                    <a:pt x="472405" y="91319"/>
                    <a:pt x="472658" y="90560"/>
                  </a:cubicBezTo>
                  <a:cubicBezTo>
                    <a:pt x="474306" y="90179"/>
                    <a:pt x="474306" y="90179"/>
                    <a:pt x="476332" y="90048"/>
                  </a:cubicBezTo>
                  <a:cubicBezTo>
                    <a:pt x="476999" y="89999"/>
                    <a:pt x="477665" y="89951"/>
                    <a:pt x="478352" y="89900"/>
                  </a:cubicBezTo>
                  <a:cubicBezTo>
                    <a:pt x="479430" y="89848"/>
                    <a:pt x="480509" y="89816"/>
                    <a:pt x="481588" y="89816"/>
                  </a:cubicBezTo>
                  <a:cubicBezTo>
                    <a:pt x="481588" y="88834"/>
                    <a:pt x="481588" y="87851"/>
                    <a:pt x="481588" y="86839"/>
                  </a:cubicBezTo>
                  <a:cubicBezTo>
                    <a:pt x="484534" y="86594"/>
                    <a:pt x="487481" y="86348"/>
                    <a:pt x="490517" y="86095"/>
                  </a:cubicBezTo>
                  <a:cubicBezTo>
                    <a:pt x="490517" y="85113"/>
                    <a:pt x="490517" y="84131"/>
                    <a:pt x="490517" y="83119"/>
                  </a:cubicBezTo>
                  <a:cubicBezTo>
                    <a:pt x="491100" y="83091"/>
                    <a:pt x="491682" y="83063"/>
                    <a:pt x="492282" y="83034"/>
                  </a:cubicBezTo>
                  <a:cubicBezTo>
                    <a:pt x="493035" y="82985"/>
                    <a:pt x="493788" y="82936"/>
                    <a:pt x="494564" y="82886"/>
                  </a:cubicBezTo>
                  <a:cubicBezTo>
                    <a:pt x="495315" y="82843"/>
                    <a:pt x="496066" y="82800"/>
                    <a:pt x="496840" y="82755"/>
                  </a:cubicBezTo>
                  <a:cubicBezTo>
                    <a:pt x="497762" y="82567"/>
                    <a:pt x="497762" y="82567"/>
                    <a:pt x="498703" y="82374"/>
                  </a:cubicBezTo>
                  <a:cubicBezTo>
                    <a:pt x="498948" y="81638"/>
                    <a:pt x="499194" y="80901"/>
                    <a:pt x="499447" y="80142"/>
                  </a:cubicBezTo>
                  <a:cubicBezTo>
                    <a:pt x="501574" y="79822"/>
                    <a:pt x="503647" y="79814"/>
                    <a:pt x="505795" y="79773"/>
                  </a:cubicBezTo>
                  <a:cubicBezTo>
                    <a:pt x="506402" y="79649"/>
                    <a:pt x="507008" y="79525"/>
                    <a:pt x="507632" y="79398"/>
                  </a:cubicBezTo>
                  <a:cubicBezTo>
                    <a:pt x="507792" y="78666"/>
                    <a:pt x="507792" y="78666"/>
                    <a:pt x="507955" y="77918"/>
                  </a:cubicBezTo>
                  <a:cubicBezTo>
                    <a:pt x="508164" y="77177"/>
                    <a:pt x="508164" y="77177"/>
                    <a:pt x="508377" y="76421"/>
                  </a:cubicBezTo>
                  <a:cubicBezTo>
                    <a:pt x="510565" y="75968"/>
                    <a:pt x="510565" y="75968"/>
                    <a:pt x="513260" y="75863"/>
                  </a:cubicBezTo>
                  <a:cubicBezTo>
                    <a:pt x="514151" y="75821"/>
                    <a:pt x="515042" y="75779"/>
                    <a:pt x="515960" y="75735"/>
                  </a:cubicBezTo>
                  <a:cubicBezTo>
                    <a:pt x="516650" y="75716"/>
                    <a:pt x="517340" y="75697"/>
                    <a:pt x="518050" y="75677"/>
                  </a:cubicBezTo>
                  <a:cubicBezTo>
                    <a:pt x="518050" y="74941"/>
                    <a:pt x="518050" y="74204"/>
                    <a:pt x="518050" y="73445"/>
                  </a:cubicBezTo>
                  <a:cubicBezTo>
                    <a:pt x="518624" y="73426"/>
                    <a:pt x="519198" y="73406"/>
                    <a:pt x="519789" y="73387"/>
                  </a:cubicBezTo>
                  <a:cubicBezTo>
                    <a:pt x="520535" y="73344"/>
                    <a:pt x="521281" y="73302"/>
                    <a:pt x="522050" y="73259"/>
                  </a:cubicBezTo>
                  <a:cubicBezTo>
                    <a:pt x="522793" y="73224"/>
                    <a:pt x="523535" y="73190"/>
                    <a:pt x="524300" y="73154"/>
                  </a:cubicBezTo>
                  <a:cubicBezTo>
                    <a:pt x="524939" y="73004"/>
                    <a:pt x="525578" y="72855"/>
                    <a:pt x="526236" y="72701"/>
                  </a:cubicBezTo>
                  <a:cubicBezTo>
                    <a:pt x="526476" y="72206"/>
                    <a:pt x="526716" y="71711"/>
                    <a:pt x="526963" y="71201"/>
                  </a:cubicBezTo>
                  <a:cubicBezTo>
                    <a:pt x="527214" y="70713"/>
                    <a:pt x="527465" y="70226"/>
                    <a:pt x="527724" y="69724"/>
                  </a:cubicBezTo>
                  <a:cubicBezTo>
                    <a:pt x="530043" y="69329"/>
                    <a:pt x="532258" y="69351"/>
                    <a:pt x="534608" y="69329"/>
                  </a:cubicBezTo>
                  <a:cubicBezTo>
                    <a:pt x="535283" y="69214"/>
                    <a:pt x="535958" y="69099"/>
                    <a:pt x="536654" y="68980"/>
                  </a:cubicBezTo>
                  <a:cubicBezTo>
                    <a:pt x="536899" y="68490"/>
                    <a:pt x="537143" y="68000"/>
                    <a:pt x="537395" y="67495"/>
                  </a:cubicBezTo>
                  <a:cubicBezTo>
                    <a:pt x="537642" y="67002"/>
                    <a:pt x="537888" y="66510"/>
                    <a:pt x="538142" y="66003"/>
                  </a:cubicBezTo>
                  <a:cubicBezTo>
                    <a:pt x="540215" y="65628"/>
                    <a:pt x="540215" y="65628"/>
                    <a:pt x="542654" y="65585"/>
                  </a:cubicBezTo>
                  <a:cubicBezTo>
                    <a:pt x="545027" y="65585"/>
                    <a:pt x="545027" y="65585"/>
                    <a:pt x="547072" y="65259"/>
                  </a:cubicBezTo>
                  <a:cubicBezTo>
                    <a:pt x="547318" y="64523"/>
                    <a:pt x="547563" y="63786"/>
                    <a:pt x="547816" y="63027"/>
                  </a:cubicBezTo>
                  <a:cubicBezTo>
                    <a:pt x="550111" y="62706"/>
                    <a:pt x="552357" y="62699"/>
                    <a:pt x="554673" y="62658"/>
                  </a:cubicBezTo>
                  <a:cubicBezTo>
                    <a:pt x="555357" y="62534"/>
                    <a:pt x="556041" y="62410"/>
                    <a:pt x="556746" y="62283"/>
                  </a:cubicBezTo>
                  <a:cubicBezTo>
                    <a:pt x="556976" y="61783"/>
                    <a:pt x="557206" y="61283"/>
                    <a:pt x="557443" y="60768"/>
                  </a:cubicBezTo>
                  <a:cubicBezTo>
                    <a:pt x="557704" y="60286"/>
                    <a:pt x="557965" y="59803"/>
                    <a:pt x="558234" y="59306"/>
                  </a:cubicBezTo>
                  <a:cubicBezTo>
                    <a:pt x="560632" y="59120"/>
                    <a:pt x="560632" y="59120"/>
                    <a:pt x="563490" y="59306"/>
                  </a:cubicBezTo>
                  <a:cubicBezTo>
                    <a:pt x="566260" y="59556"/>
                    <a:pt x="566260" y="59556"/>
                    <a:pt x="568652" y="59306"/>
                  </a:cubicBezTo>
                  <a:cubicBezTo>
                    <a:pt x="568902" y="58314"/>
                    <a:pt x="569150" y="57322"/>
                    <a:pt x="569396" y="56330"/>
                  </a:cubicBezTo>
                  <a:cubicBezTo>
                    <a:pt x="571748" y="55876"/>
                    <a:pt x="571748" y="55876"/>
                    <a:pt x="574652" y="55771"/>
                  </a:cubicBezTo>
                  <a:cubicBezTo>
                    <a:pt x="575612" y="55729"/>
                    <a:pt x="576572" y="55687"/>
                    <a:pt x="577561" y="55644"/>
                  </a:cubicBezTo>
                  <a:cubicBezTo>
                    <a:pt x="578305" y="55624"/>
                    <a:pt x="579048" y="55605"/>
                    <a:pt x="579814" y="55585"/>
                  </a:cubicBezTo>
                  <a:cubicBezTo>
                    <a:pt x="579814" y="54603"/>
                    <a:pt x="579814" y="53621"/>
                    <a:pt x="579814" y="52609"/>
                  </a:cubicBezTo>
                  <a:cubicBezTo>
                    <a:pt x="580665" y="52590"/>
                    <a:pt x="581516" y="52570"/>
                    <a:pt x="582392" y="52551"/>
                  </a:cubicBezTo>
                  <a:cubicBezTo>
                    <a:pt x="583502" y="52509"/>
                    <a:pt x="584611" y="52466"/>
                    <a:pt x="585721" y="52423"/>
                  </a:cubicBezTo>
                  <a:cubicBezTo>
                    <a:pt x="586282" y="52412"/>
                    <a:pt x="586844" y="52402"/>
                    <a:pt x="587423" y="52391"/>
                  </a:cubicBezTo>
                  <a:cubicBezTo>
                    <a:pt x="589229" y="52343"/>
                    <a:pt x="589229" y="52343"/>
                    <a:pt x="591720" y="51865"/>
                  </a:cubicBezTo>
                  <a:cubicBezTo>
                    <a:pt x="592186" y="50370"/>
                    <a:pt x="592186" y="50370"/>
                    <a:pt x="592465" y="48888"/>
                  </a:cubicBezTo>
                  <a:cubicBezTo>
                    <a:pt x="594601" y="48624"/>
                    <a:pt x="594601" y="48624"/>
                    <a:pt x="597255" y="48749"/>
                  </a:cubicBezTo>
                  <a:cubicBezTo>
                    <a:pt x="600560" y="49032"/>
                    <a:pt x="600560" y="49032"/>
                    <a:pt x="603627" y="48144"/>
                  </a:cubicBezTo>
                  <a:cubicBezTo>
                    <a:pt x="603872" y="47407"/>
                    <a:pt x="604118" y="46671"/>
                    <a:pt x="604371" y="45912"/>
                  </a:cubicBezTo>
                  <a:cubicBezTo>
                    <a:pt x="607052" y="45590"/>
                    <a:pt x="609691" y="45584"/>
                    <a:pt x="612391" y="45542"/>
                  </a:cubicBezTo>
                  <a:cubicBezTo>
                    <a:pt x="613182" y="45419"/>
                    <a:pt x="613973" y="45295"/>
                    <a:pt x="614789" y="45167"/>
                  </a:cubicBezTo>
                  <a:cubicBezTo>
                    <a:pt x="615019" y="44676"/>
                    <a:pt x="615249" y="44185"/>
                    <a:pt x="615486" y="43679"/>
                  </a:cubicBezTo>
                  <a:cubicBezTo>
                    <a:pt x="615747" y="43188"/>
                    <a:pt x="616008" y="42697"/>
                    <a:pt x="616277" y="42191"/>
                  </a:cubicBezTo>
                  <a:cubicBezTo>
                    <a:pt x="618355" y="41905"/>
                    <a:pt x="620197" y="41774"/>
                    <a:pt x="622277" y="41772"/>
                  </a:cubicBezTo>
                  <a:cubicBezTo>
                    <a:pt x="624287" y="41760"/>
                    <a:pt x="626176" y="41658"/>
                    <a:pt x="628183" y="41447"/>
                  </a:cubicBezTo>
                  <a:cubicBezTo>
                    <a:pt x="628429" y="40710"/>
                    <a:pt x="628674" y="39973"/>
                    <a:pt x="628927" y="39214"/>
                  </a:cubicBezTo>
                  <a:cubicBezTo>
                    <a:pt x="631657" y="38946"/>
                    <a:pt x="634313" y="38890"/>
                    <a:pt x="637052" y="38887"/>
                  </a:cubicBezTo>
                  <a:cubicBezTo>
                    <a:pt x="638954" y="38871"/>
                    <a:pt x="638954" y="38871"/>
                    <a:pt x="641578" y="38470"/>
                  </a:cubicBezTo>
                  <a:cubicBezTo>
                    <a:pt x="641698" y="37979"/>
                    <a:pt x="641818" y="37487"/>
                    <a:pt x="641941" y="36980"/>
                  </a:cubicBezTo>
                  <a:cubicBezTo>
                    <a:pt x="642130" y="36244"/>
                    <a:pt x="642130" y="36244"/>
                    <a:pt x="642322" y="35494"/>
                  </a:cubicBezTo>
                  <a:cubicBezTo>
                    <a:pt x="645207" y="35152"/>
                    <a:pt x="647962" y="35117"/>
                    <a:pt x="650861" y="35130"/>
                  </a:cubicBezTo>
                  <a:cubicBezTo>
                    <a:pt x="651457" y="35120"/>
                    <a:pt x="652053" y="35109"/>
                    <a:pt x="652667" y="35098"/>
                  </a:cubicBezTo>
                  <a:cubicBezTo>
                    <a:pt x="653216" y="35102"/>
                    <a:pt x="653765" y="35105"/>
                    <a:pt x="654330" y="35108"/>
                  </a:cubicBezTo>
                  <a:cubicBezTo>
                    <a:pt x="654787" y="34990"/>
                    <a:pt x="655245" y="34872"/>
                    <a:pt x="655716" y="34749"/>
                  </a:cubicBezTo>
                  <a:cubicBezTo>
                    <a:pt x="655959" y="34259"/>
                    <a:pt x="656201" y="33768"/>
                    <a:pt x="656450" y="33263"/>
                  </a:cubicBezTo>
                  <a:cubicBezTo>
                    <a:pt x="656699" y="32771"/>
                    <a:pt x="656948" y="32279"/>
                    <a:pt x="657205" y="31773"/>
                  </a:cubicBezTo>
                  <a:cubicBezTo>
                    <a:pt x="658660" y="31402"/>
                    <a:pt x="658660" y="31402"/>
                    <a:pt x="660417" y="31398"/>
                  </a:cubicBezTo>
                  <a:cubicBezTo>
                    <a:pt x="661047" y="31384"/>
                    <a:pt x="661676" y="31370"/>
                    <a:pt x="662325" y="31356"/>
                  </a:cubicBezTo>
                  <a:cubicBezTo>
                    <a:pt x="662984" y="31355"/>
                    <a:pt x="663642" y="31355"/>
                    <a:pt x="664321" y="31354"/>
                  </a:cubicBezTo>
                  <a:cubicBezTo>
                    <a:pt x="665624" y="31348"/>
                    <a:pt x="666927" y="31332"/>
                    <a:pt x="668230" y="31305"/>
                  </a:cubicBezTo>
                  <a:cubicBezTo>
                    <a:pt x="668809" y="31304"/>
                    <a:pt x="669388" y="31304"/>
                    <a:pt x="669985" y="31303"/>
                  </a:cubicBezTo>
                  <a:cubicBezTo>
                    <a:pt x="670433" y="31213"/>
                    <a:pt x="670881" y="31122"/>
                    <a:pt x="671343" y="31029"/>
                  </a:cubicBezTo>
                  <a:cubicBezTo>
                    <a:pt x="671589" y="30292"/>
                    <a:pt x="671835" y="29555"/>
                    <a:pt x="672088" y="28796"/>
                  </a:cubicBezTo>
                  <a:cubicBezTo>
                    <a:pt x="673538" y="28475"/>
                    <a:pt x="673538" y="28475"/>
                    <a:pt x="675416" y="28416"/>
                  </a:cubicBezTo>
                  <a:cubicBezTo>
                    <a:pt x="676085" y="28389"/>
                    <a:pt x="676754" y="28363"/>
                    <a:pt x="677443" y="28336"/>
                  </a:cubicBezTo>
                  <a:cubicBezTo>
                    <a:pt x="678147" y="28319"/>
                    <a:pt x="678851" y="28302"/>
                    <a:pt x="679576" y="28285"/>
                  </a:cubicBezTo>
                  <a:cubicBezTo>
                    <a:pt x="680282" y="28259"/>
                    <a:pt x="680988" y="28234"/>
                    <a:pt x="681716" y="28208"/>
                  </a:cubicBezTo>
                  <a:cubicBezTo>
                    <a:pt x="683468" y="28146"/>
                    <a:pt x="685219" y="28095"/>
                    <a:pt x="686970" y="28052"/>
                  </a:cubicBezTo>
                  <a:cubicBezTo>
                    <a:pt x="686970" y="27070"/>
                    <a:pt x="686970" y="26088"/>
                    <a:pt x="686970" y="25076"/>
                  </a:cubicBezTo>
                  <a:cubicBezTo>
                    <a:pt x="687485" y="25065"/>
                    <a:pt x="688000" y="25054"/>
                    <a:pt x="688530" y="25043"/>
                  </a:cubicBezTo>
                  <a:cubicBezTo>
                    <a:pt x="690847" y="24988"/>
                    <a:pt x="693164" y="24916"/>
                    <a:pt x="695482" y="24843"/>
                  </a:cubicBezTo>
                  <a:cubicBezTo>
                    <a:pt x="696292" y="24826"/>
                    <a:pt x="697102" y="24810"/>
                    <a:pt x="697936" y="24792"/>
                  </a:cubicBezTo>
                  <a:cubicBezTo>
                    <a:pt x="698706" y="24766"/>
                    <a:pt x="699476" y="24739"/>
                    <a:pt x="700269" y="24712"/>
                  </a:cubicBezTo>
                  <a:cubicBezTo>
                    <a:pt x="701339" y="24683"/>
                    <a:pt x="701339" y="24683"/>
                    <a:pt x="702430" y="24653"/>
                  </a:cubicBezTo>
                  <a:cubicBezTo>
                    <a:pt x="702976" y="24547"/>
                    <a:pt x="703523" y="24441"/>
                    <a:pt x="704086" y="24332"/>
                  </a:cubicBezTo>
                  <a:cubicBezTo>
                    <a:pt x="704331" y="23595"/>
                    <a:pt x="704577" y="22858"/>
                    <a:pt x="704830" y="22099"/>
                  </a:cubicBezTo>
                  <a:cubicBezTo>
                    <a:pt x="706485" y="21777"/>
                    <a:pt x="706485" y="21777"/>
                    <a:pt x="708646" y="21718"/>
                  </a:cubicBezTo>
                  <a:cubicBezTo>
                    <a:pt x="709416" y="21692"/>
                    <a:pt x="710186" y="21666"/>
                    <a:pt x="710979" y="21638"/>
                  </a:cubicBezTo>
                  <a:cubicBezTo>
                    <a:pt x="711789" y="21622"/>
                    <a:pt x="712599" y="21605"/>
                    <a:pt x="713434" y="21587"/>
                  </a:cubicBezTo>
                  <a:cubicBezTo>
                    <a:pt x="714247" y="21562"/>
                    <a:pt x="715060" y="21537"/>
                    <a:pt x="715897" y="21510"/>
                  </a:cubicBezTo>
                  <a:cubicBezTo>
                    <a:pt x="717913" y="21449"/>
                    <a:pt x="719929" y="21397"/>
                    <a:pt x="721945" y="21355"/>
                  </a:cubicBezTo>
                  <a:cubicBezTo>
                    <a:pt x="721945" y="20373"/>
                    <a:pt x="721945" y="19390"/>
                    <a:pt x="721945" y="18378"/>
                  </a:cubicBezTo>
                  <a:cubicBezTo>
                    <a:pt x="722779" y="18362"/>
                    <a:pt x="722779" y="18362"/>
                    <a:pt x="723629" y="18345"/>
                  </a:cubicBezTo>
                  <a:cubicBezTo>
                    <a:pt x="726138" y="18290"/>
                    <a:pt x="728646" y="18218"/>
                    <a:pt x="731154" y="18146"/>
                  </a:cubicBezTo>
                  <a:cubicBezTo>
                    <a:pt x="732029" y="18129"/>
                    <a:pt x="732903" y="18112"/>
                    <a:pt x="733805" y="18095"/>
                  </a:cubicBezTo>
                  <a:cubicBezTo>
                    <a:pt x="734639" y="18069"/>
                    <a:pt x="735474" y="18042"/>
                    <a:pt x="736334" y="18015"/>
                  </a:cubicBezTo>
                  <a:cubicBezTo>
                    <a:pt x="737491" y="17986"/>
                    <a:pt x="737491" y="17986"/>
                    <a:pt x="738672" y="17956"/>
                  </a:cubicBezTo>
                  <a:cubicBezTo>
                    <a:pt x="739601" y="17797"/>
                    <a:pt x="739601" y="17797"/>
                    <a:pt x="740549" y="17634"/>
                  </a:cubicBezTo>
                  <a:cubicBezTo>
                    <a:pt x="741040" y="16898"/>
                    <a:pt x="741531" y="16161"/>
                    <a:pt x="742037" y="15402"/>
                  </a:cubicBezTo>
                  <a:cubicBezTo>
                    <a:pt x="744288" y="14549"/>
                    <a:pt x="746446" y="14580"/>
                    <a:pt x="748833" y="14611"/>
                  </a:cubicBezTo>
                  <a:cubicBezTo>
                    <a:pt x="749555" y="14617"/>
                    <a:pt x="750278" y="14623"/>
                    <a:pt x="751022" y="14629"/>
                  </a:cubicBezTo>
                  <a:cubicBezTo>
                    <a:pt x="751771" y="14638"/>
                    <a:pt x="752520" y="14648"/>
                    <a:pt x="753292" y="14658"/>
                  </a:cubicBezTo>
                  <a:cubicBezTo>
                    <a:pt x="754782" y="14677"/>
                    <a:pt x="756272" y="14692"/>
                    <a:pt x="757763" y="14704"/>
                  </a:cubicBezTo>
                  <a:cubicBezTo>
                    <a:pt x="758422" y="14713"/>
                    <a:pt x="759081" y="14721"/>
                    <a:pt x="759760" y="14730"/>
                  </a:cubicBezTo>
                  <a:cubicBezTo>
                    <a:pt x="761419" y="14766"/>
                    <a:pt x="761419" y="14766"/>
                    <a:pt x="762873" y="13914"/>
                  </a:cubicBezTo>
                  <a:cubicBezTo>
                    <a:pt x="763118" y="13177"/>
                    <a:pt x="763364" y="12440"/>
                    <a:pt x="763617" y="11681"/>
                  </a:cubicBezTo>
                  <a:cubicBezTo>
                    <a:pt x="765487" y="11424"/>
                    <a:pt x="767184" y="11317"/>
                    <a:pt x="769061" y="11300"/>
                  </a:cubicBezTo>
                  <a:cubicBezTo>
                    <a:pt x="769605" y="11287"/>
                    <a:pt x="770149" y="11274"/>
                    <a:pt x="770710" y="11260"/>
                  </a:cubicBezTo>
                  <a:cubicBezTo>
                    <a:pt x="772454" y="11219"/>
                    <a:pt x="774198" y="11194"/>
                    <a:pt x="775942" y="11170"/>
                  </a:cubicBezTo>
                  <a:cubicBezTo>
                    <a:pt x="777121" y="11145"/>
                    <a:pt x="778301" y="11119"/>
                    <a:pt x="779481" y="11092"/>
                  </a:cubicBezTo>
                  <a:cubicBezTo>
                    <a:pt x="782378" y="11029"/>
                    <a:pt x="785276" y="10979"/>
                    <a:pt x="788174" y="10937"/>
                  </a:cubicBezTo>
                  <a:cubicBezTo>
                    <a:pt x="788174" y="9955"/>
                    <a:pt x="788174" y="8972"/>
                    <a:pt x="788174" y="7960"/>
                  </a:cubicBezTo>
                  <a:cubicBezTo>
                    <a:pt x="797751" y="7960"/>
                    <a:pt x="807328" y="7960"/>
                    <a:pt x="817195" y="7960"/>
                  </a:cubicBezTo>
                  <a:cubicBezTo>
                    <a:pt x="817195" y="6978"/>
                    <a:pt x="817195" y="5996"/>
                    <a:pt x="817195" y="4984"/>
                  </a:cubicBezTo>
                  <a:cubicBezTo>
                    <a:pt x="817667" y="4981"/>
                    <a:pt x="818139" y="4978"/>
                    <a:pt x="818626" y="4976"/>
                  </a:cubicBezTo>
                  <a:cubicBezTo>
                    <a:pt x="823527" y="4945"/>
                    <a:pt x="828427" y="4893"/>
                    <a:pt x="833328" y="4829"/>
                  </a:cubicBezTo>
                  <a:cubicBezTo>
                    <a:pt x="835158" y="4808"/>
                    <a:pt x="836989" y="4793"/>
                    <a:pt x="838819" y="4782"/>
                  </a:cubicBezTo>
                  <a:cubicBezTo>
                    <a:pt x="841446" y="4766"/>
                    <a:pt x="844072" y="4732"/>
                    <a:pt x="846699" y="4693"/>
                  </a:cubicBezTo>
                  <a:cubicBezTo>
                    <a:pt x="847933" y="4692"/>
                    <a:pt x="847933" y="4692"/>
                    <a:pt x="849191" y="4690"/>
                  </a:cubicBezTo>
                  <a:cubicBezTo>
                    <a:pt x="850331" y="4668"/>
                    <a:pt x="850331" y="4668"/>
                    <a:pt x="851493" y="4646"/>
                  </a:cubicBezTo>
                  <a:cubicBezTo>
                    <a:pt x="852164" y="4639"/>
                    <a:pt x="852835" y="4633"/>
                    <a:pt x="853526" y="4626"/>
                  </a:cubicBezTo>
                  <a:cubicBezTo>
                    <a:pt x="854061" y="4498"/>
                    <a:pt x="854595" y="4371"/>
                    <a:pt x="855146" y="4240"/>
                  </a:cubicBezTo>
                  <a:cubicBezTo>
                    <a:pt x="855364" y="3748"/>
                    <a:pt x="855581" y="3257"/>
                    <a:pt x="855805" y="2751"/>
                  </a:cubicBezTo>
                  <a:cubicBezTo>
                    <a:pt x="856079" y="2260"/>
                    <a:pt x="856353" y="1769"/>
                    <a:pt x="856634" y="1263"/>
                  </a:cubicBezTo>
                  <a:close/>
                </a:path>
              </a:pathLst>
            </a:custGeom>
            <a:grpFill/>
            <a:ln w="744" cap="flat">
              <a:noFill/>
              <a:prstDash val="solid"/>
              <a:miter/>
            </a:ln>
          </p:spPr>
          <p:txBody>
            <a:bodyPr rtlCol="0" anchor="ctr"/>
            <a:lstStyle/>
            <a:p>
              <a:endParaRPr lang="zh-CN" altLang="en-US"/>
            </a:p>
          </p:txBody>
        </p:sp>
        <p:sp>
          <p:nvSpPr>
            <p:cNvPr id="132" name="任意多边形: 形状 131"/>
            <p:cNvSpPr/>
            <p:nvPr/>
          </p:nvSpPr>
          <p:spPr>
            <a:xfrm>
              <a:off x="-341539" y="422234"/>
              <a:ext cx="1212468" cy="696893"/>
            </a:xfrm>
            <a:custGeom>
              <a:avLst/>
              <a:gdLst>
                <a:gd name="connsiteX0" fmla="*/ 946421 w 1212484"/>
                <a:gd name="connsiteY0" fmla="*/ 558 h 696873"/>
                <a:gd name="connsiteX1" fmla="*/ 963808 w 1212484"/>
                <a:gd name="connsiteY1" fmla="*/ 404 h 696873"/>
                <a:gd name="connsiteX2" fmla="*/ 971881 w 1212484"/>
                <a:gd name="connsiteY2" fmla="*/ 333 h 696873"/>
                <a:gd name="connsiteX3" fmla="*/ 979669 w 1212484"/>
                <a:gd name="connsiteY3" fmla="*/ 276 h 696873"/>
                <a:gd name="connsiteX4" fmla="*/ 984094 w 1212484"/>
                <a:gd name="connsiteY4" fmla="*/ 221 h 696873"/>
                <a:gd name="connsiteX5" fmla="*/ 986802 w 1212484"/>
                <a:gd name="connsiteY5" fmla="*/ 220 h 696873"/>
                <a:gd name="connsiteX6" fmla="*/ 989196 w 1212484"/>
                <a:gd name="connsiteY6" fmla="*/ 200 h 696873"/>
                <a:gd name="connsiteX7" fmla="*/ 991070 w 1212484"/>
                <a:gd name="connsiteY7" fmla="*/ 558 h 696873"/>
                <a:gd name="connsiteX8" fmla="*/ 992558 w 1212484"/>
                <a:gd name="connsiteY8" fmla="*/ 3535 h 696873"/>
                <a:gd name="connsiteX9" fmla="*/ 994790 w 1212484"/>
                <a:gd name="connsiteY9" fmla="*/ 4279 h 696873"/>
                <a:gd name="connsiteX10" fmla="*/ 994790 w 1212484"/>
                <a:gd name="connsiteY10" fmla="*/ 7255 h 696873"/>
                <a:gd name="connsiteX11" fmla="*/ 996558 w 1212484"/>
                <a:gd name="connsiteY11" fmla="*/ 7069 h 696873"/>
                <a:gd name="connsiteX12" fmla="*/ 998511 w 1212484"/>
                <a:gd name="connsiteY12" fmla="*/ 7255 h 696873"/>
                <a:gd name="connsiteX13" fmla="*/ 999999 w 1212484"/>
                <a:gd name="connsiteY13" fmla="*/ 10232 h 696873"/>
                <a:gd name="connsiteX14" fmla="*/ 1001581 w 1212484"/>
                <a:gd name="connsiteY14" fmla="*/ 10604 h 696873"/>
                <a:gd name="connsiteX15" fmla="*/ 1002976 w 1212484"/>
                <a:gd name="connsiteY15" fmla="*/ 10976 h 696873"/>
                <a:gd name="connsiteX16" fmla="*/ 1002976 w 1212484"/>
                <a:gd name="connsiteY16" fmla="*/ 13952 h 696873"/>
                <a:gd name="connsiteX17" fmla="*/ 1005952 w 1212484"/>
                <a:gd name="connsiteY17" fmla="*/ 13952 h 696873"/>
                <a:gd name="connsiteX18" fmla="*/ 1006278 w 1212484"/>
                <a:gd name="connsiteY18" fmla="*/ 15394 h 696873"/>
                <a:gd name="connsiteX19" fmla="*/ 1006697 w 1212484"/>
                <a:gd name="connsiteY19" fmla="*/ 16929 h 696873"/>
                <a:gd name="connsiteX20" fmla="*/ 1008557 w 1212484"/>
                <a:gd name="connsiteY20" fmla="*/ 17301 h 696873"/>
                <a:gd name="connsiteX21" fmla="*/ 1010417 w 1212484"/>
                <a:gd name="connsiteY21" fmla="*/ 17673 h 696873"/>
                <a:gd name="connsiteX22" fmla="*/ 1011161 w 1212484"/>
                <a:gd name="connsiteY22" fmla="*/ 20650 h 696873"/>
                <a:gd name="connsiteX23" fmla="*/ 1014138 w 1212484"/>
                <a:gd name="connsiteY23" fmla="*/ 20650 h 696873"/>
                <a:gd name="connsiteX24" fmla="*/ 1014138 w 1212484"/>
                <a:gd name="connsiteY24" fmla="*/ 23626 h 696873"/>
                <a:gd name="connsiteX25" fmla="*/ 1017859 w 1212484"/>
                <a:gd name="connsiteY25" fmla="*/ 24370 h 696873"/>
                <a:gd name="connsiteX26" fmla="*/ 1019347 w 1212484"/>
                <a:gd name="connsiteY26" fmla="*/ 27347 h 696873"/>
                <a:gd name="connsiteX27" fmla="*/ 1021579 w 1212484"/>
                <a:gd name="connsiteY27" fmla="*/ 28091 h 696873"/>
                <a:gd name="connsiteX28" fmla="*/ 1021579 w 1212484"/>
                <a:gd name="connsiteY28" fmla="*/ 31068 h 696873"/>
                <a:gd name="connsiteX29" fmla="*/ 1026044 w 1212484"/>
                <a:gd name="connsiteY29" fmla="*/ 31068 h 696873"/>
                <a:gd name="connsiteX30" fmla="*/ 1026044 w 1212484"/>
                <a:gd name="connsiteY30" fmla="*/ 34044 h 696873"/>
                <a:gd name="connsiteX31" fmla="*/ 1029021 w 1212484"/>
                <a:gd name="connsiteY31" fmla="*/ 34788 h 696873"/>
                <a:gd name="connsiteX32" fmla="*/ 1030509 w 1212484"/>
                <a:gd name="connsiteY32" fmla="*/ 37765 h 696873"/>
                <a:gd name="connsiteX33" fmla="*/ 1032742 w 1212484"/>
                <a:gd name="connsiteY33" fmla="*/ 39253 h 696873"/>
                <a:gd name="connsiteX34" fmla="*/ 1032742 w 1212484"/>
                <a:gd name="connsiteY34" fmla="*/ 41486 h 696873"/>
                <a:gd name="connsiteX35" fmla="*/ 1035718 w 1212484"/>
                <a:gd name="connsiteY35" fmla="*/ 41486 h 696873"/>
                <a:gd name="connsiteX36" fmla="*/ 1036462 w 1212484"/>
                <a:gd name="connsiteY36" fmla="*/ 43718 h 696873"/>
                <a:gd name="connsiteX37" fmla="*/ 1038276 w 1212484"/>
                <a:gd name="connsiteY37" fmla="*/ 44416 h 696873"/>
                <a:gd name="connsiteX38" fmla="*/ 1041671 w 1212484"/>
                <a:gd name="connsiteY38" fmla="*/ 48183 h 696873"/>
                <a:gd name="connsiteX39" fmla="*/ 1043159 w 1212484"/>
                <a:gd name="connsiteY39" fmla="*/ 48927 h 696873"/>
                <a:gd name="connsiteX40" fmla="*/ 1043904 w 1212484"/>
                <a:gd name="connsiteY40" fmla="*/ 51160 h 696873"/>
                <a:gd name="connsiteX41" fmla="*/ 1046136 w 1212484"/>
                <a:gd name="connsiteY41" fmla="*/ 51904 h 696873"/>
                <a:gd name="connsiteX42" fmla="*/ 1046462 w 1212484"/>
                <a:gd name="connsiteY42" fmla="*/ 53438 h 696873"/>
                <a:gd name="connsiteX43" fmla="*/ 1046880 w 1212484"/>
                <a:gd name="connsiteY43" fmla="*/ 54880 h 696873"/>
                <a:gd name="connsiteX44" fmla="*/ 1049857 w 1212484"/>
                <a:gd name="connsiteY44" fmla="*/ 54880 h 696873"/>
                <a:gd name="connsiteX45" fmla="*/ 1050601 w 1212484"/>
                <a:gd name="connsiteY45" fmla="*/ 57857 h 696873"/>
                <a:gd name="connsiteX46" fmla="*/ 1053577 w 1212484"/>
                <a:gd name="connsiteY46" fmla="*/ 59345 h 696873"/>
                <a:gd name="connsiteX47" fmla="*/ 1058042 w 1212484"/>
                <a:gd name="connsiteY47" fmla="*/ 65298 h 696873"/>
                <a:gd name="connsiteX48" fmla="*/ 1060275 w 1212484"/>
                <a:gd name="connsiteY48" fmla="*/ 66042 h 696873"/>
                <a:gd name="connsiteX49" fmla="*/ 1061019 w 1212484"/>
                <a:gd name="connsiteY49" fmla="*/ 68275 h 696873"/>
                <a:gd name="connsiteX50" fmla="*/ 1063251 w 1212484"/>
                <a:gd name="connsiteY50" fmla="*/ 69763 h 696873"/>
                <a:gd name="connsiteX51" fmla="*/ 1063251 w 1212484"/>
                <a:gd name="connsiteY51" fmla="*/ 71995 h 696873"/>
                <a:gd name="connsiteX52" fmla="*/ 1066228 w 1212484"/>
                <a:gd name="connsiteY52" fmla="*/ 71995 h 696873"/>
                <a:gd name="connsiteX53" fmla="*/ 1066972 w 1212484"/>
                <a:gd name="connsiteY53" fmla="*/ 74228 h 696873"/>
                <a:gd name="connsiteX54" fmla="*/ 1068693 w 1212484"/>
                <a:gd name="connsiteY54" fmla="*/ 75577 h 696873"/>
                <a:gd name="connsiteX55" fmla="*/ 1073669 w 1212484"/>
                <a:gd name="connsiteY55" fmla="*/ 81669 h 696873"/>
                <a:gd name="connsiteX56" fmla="*/ 1075344 w 1212484"/>
                <a:gd name="connsiteY56" fmla="*/ 82925 h 696873"/>
                <a:gd name="connsiteX57" fmla="*/ 1076646 w 1212484"/>
                <a:gd name="connsiteY57" fmla="*/ 83902 h 696873"/>
                <a:gd name="connsiteX58" fmla="*/ 1076646 w 1212484"/>
                <a:gd name="connsiteY58" fmla="*/ 86134 h 696873"/>
                <a:gd name="connsiteX59" fmla="*/ 1078878 w 1212484"/>
                <a:gd name="connsiteY59" fmla="*/ 86878 h 696873"/>
                <a:gd name="connsiteX60" fmla="*/ 1079622 w 1212484"/>
                <a:gd name="connsiteY60" fmla="*/ 89111 h 696873"/>
                <a:gd name="connsiteX61" fmla="*/ 1081855 w 1212484"/>
                <a:gd name="connsiteY61" fmla="*/ 89855 h 696873"/>
                <a:gd name="connsiteX62" fmla="*/ 1082599 w 1212484"/>
                <a:gd name="connsiteY62" fmla="*/ 92087 h 696873"/>
                <a:gd name="connsiteX63" fmla="*/ 1084831 w 1212484"/>
                <a:gd name="connsiteY63" fmla="*/ 92831 h 696873"/>
                <a:gd name="connsiteX64" fmla="*/ 1084831 w 1212484"/>
                <a:gd name="connsiteY64" fmla="*/ 95808 h 696873"/>
                <a:gd name="connsiteX65" fmla="*/ 1086506 w 1212484"/>
                <a:gd name="connsiteY65" fmla="*/ 96087 h 696873"/>
                <a:gd name="connsiteX66" fmla="*/ 1090273 w 1212484"/>
                <a:gd name="connsiteY66" fmla="*/ 98738 h 696873"/>
                <a:gd name="connsiteX67" fmla="*/ 1091529 w 1212484"/>
                <a:gd name="connsiteY67" fmla="*/ 102505 h 696873"/>
                <a:gd name="connsiteX68" fmla="*/ 1093761 w 1212484"/>
                <a:gd name="connsiteY68" fmla="*/ 103249 h 696873"/>
                <a:gd name="connsiteX69" fmla="*/ 1093761 w 1212484"/>
                <a:gd name="connsiteY69" fmla="*/ 105482 h 696873"/>
                <a:gd name="connsiteX70" fmla="*/ 1096738 w 1212484"/>
                <a:gd name="connsiteY70" fmla="*/ 106970 h 696873"/>
                <a:gd name="connsiteX71" fmla="*/ 1099156 w 1212484"/>
                <a:gd name="connsiteY71" fmla="*/ 109575 h 696873"/>
                <a:gd name="connsiteX72" fmla="*/ 1100330 w 1212484"/>
                <a:gd name="connsiteY72" fmla="*/ 110947 h 696873"/>
                <a:gd name="connsiteX73" fmla="*/ 1101202 w 1212484"/>
                <a:gd name="connsiteY73" fmla="*/ 113667 h 696873"/>
                <a:gd name="connsiteX74" fmla="*/ 1103435 w 1212484"/>
                <a:gd name="connsiteY74" fmla="*/ 114411 h 696873"/>
                <a:gd name="connsiteX75" fmla="*/ 1106830 w 1212484"/>
                <a:gd name="connsiteY75" fmla="*/ 118690 h 696873"/>
                <a:gd name="connsiteX76" fmla="*/ 1108812 w 1212484"/>
                <a:gd name="connsiteY76" fmla="*/ 121324 h 696873"/>
                <a:gd name="connsiteX77" fmla="*/ 1109839 w 1212484"/>
                <a:gd name="connsiteY77" fmla="*/ 122699 h 696873"/>
                <a:gd name="connsiteX78" fmla="*/ 1114923 w 1212484"/>
                <a:gd name="connsiteY78" fmla="*/ 129387 h 696873"/>
                <a:gd name="connsiteX79" fmla="*/ 1115853 w 1212484"/>
                <a:gd name="connsiteY79" fmla="*/ 130613 h 696873"/>
                <a:gd name="connsiteX80" fmla="*/ 1119623 w 1212484"/>
                <a:gd name="connsiteY80" fmla="*/ 135026 h 696873"/>
                <a:gd name="connsiteX81" fmla="*/ 1120922 w 1212484"/>
                <a:gd name="connsiteY81" fmla="*/ 137945 h 696873"/>
                <a:gd name="connsiteX82" fmla="*/ 1121294 w 1212484"/>
                <a:gd name="connsiteY82" fmla="*/ 139712 h 696873"/>
                <a:gd name="connsiteX83" fmla="*/ 1123527 w 1212484"/>
                <a:gd name="connsiteY83" fmla="*/ 140456 h 696873"/>
                <a:gd name="connsiteX84" fmla="*/ 1124271 w 1212484"/>
                <a:gd name="connsiteY84" fmla="*/ 143433 h 696873"/>
                <a:gd name="connsiteX85" fmla="*/ 1126503 w 1212484"/>
                <a:gd name="connsiteY85" fmla="*/ 144177 h 696873"/>
                <a:gd name="connsiteX86" fmla="*/ 1126503 w 1212484"/>
                <a:gd name="connsiteY86" fmla="*/ 146409 h 696873"/>
                <a:gd name="connsiteX87" fmla="*/ 1129480 w 1212484"/>
                <a:gd name="connsiteY87" fmla="*/ 147898 h 696873"/>
                <a:gd name="connsiteX88" fmla="*/ 1132456 w 1212484"/>
                <a:gd name="connsiteY88" fmla="*/ 153851 h 696873"/>
                <a:gd name="connsiteX89" fmla="*/ 1133945 w 1212484"/>
                <a:gd name="connsiteY89" fmla="*/ 154595 h 696873"/>
                <a:gd name="connsiteX90" fmla="*/ 1134689 w 1212484"/>
                <a:gd name="connsiteY90" fmla="*/ 156827 h 696873"/>
                <a:gd name="connsiteX91" fmla="*/ 1136177 w 1212484"/>
                <a:gd name="connsiteY91" fmla="*/ 157572 h 696873"/>
                <a:gd name="connsiteX92" fmla="*/ 1136503 w 1212484"/>
                <a:gd name="connsiteY92" fmla="*/ 159432 h 696873"/>
                <a:gd name="connsiteX93" fmla="*/ 1136921 w 1212484"/>
                <a:gd name="connsiteY93" fmla="*/ 161292 h 696873"/>
                <a:gd name="connsiteX94" fmla="*/ 1139154 w 1212484"/>
                <a:gd name="connsiteY94" fmla="*/ 162036 h 696873"/>
                <a:gd name="connsiteX95" fmla="*/ 1139898 w 1212484"/>
                <a:gd name="connsiteY95" fmla="*/ 164269 h 696873"/>
                <a:gd name="connsiteX96" fmla="*/ 1142130 w 1212484"/>
                <a:gd name="connsiteY96" fmla="*/ 165757 h 696873"/>
                <a:gd name="connsiteX97" fmla="*/ 1142874 w 1212484"/>
                <a:gd name="connsiteY97" fmla="*/ 167990 h 696873"/>
                <a:gd name="connsiteX98" fmla="*/ 1143991 w 1212484"/>
                <a:gd name="connsiteY98" fmla="*/ 169013 h 696873"/>
                <a:gd name="connsiteX99" fmla="*/ 1145479 w 1212484"/>
                <a:gd name="connsiteY99" fmla="*/ 172175 h 696873"/>
                <a:gd name="connsiteX100" fmla="*/ 1145851 w 1212484"/>
                <a:gd name="connsiteY100" fmla="*/ 173943 h 696873"/>
                <a:gd name="connsiteX101" fmla="*/ 1148083 w 1212484"/>
                <a:gd name="connsiteY101" fmla="*/ 174687 h 696873"/>
                <a:gd name="connsiteX102" fmla="*/ 1148083 w 1212484"/>
                <a:gd name="connsiteY102" fmla="*/ 177663 h 696873"/>
                <a:gd name="connsiteX103" fmla="*/ 1150316 w 1212484"/>
                <a:gd name="connsiteY103" fmla="*/ 177663 h 696873"/>
                <a:gd name="connsiteX104" fmla="*/ 1151804 w 1212484"/>
                <a:gd name="connsiteY104" fmla="*/ 181384 h 696873"/>
                <a:gd name="connsiteX105" fmla="*/ 1155525 w 1212484"/>
                <a:gd name="connsiteY105" fmla="*/ 185849 h 696873"/>
                <a:gd name="connsiteX106" fmla="*/ 1157757 w 1212484"/>
                <a:gd name="connsiteY106" fmla="*/ 189570 h 696873"/>
                <a:gd name="connsiteX107" fmla="*/ 1159757 w 1212484"/>
                <a:gd name="connsiteY107" fmla="*/ 192174 h 696873"/>
                <a:gd name="connsiteX108" fmla="*/ 1161478 w 1212484"/>
                <a:gd name="connsiteY108" fmla="*/ 198499 h 696873"/>
                <a:gd name="connsiteX109" fmla="*/ 1163710 w 1212484"/>
                <a:gd name="connsiteY109" fmla="*/ 199243 h 696873"/>
                <a:gd name="connsiteX110" fmla="*/ 1164454 w 1212484"/>
                <a:gd name="connsiteY110" fmla="*/ 202964 h 696873"/>
                <a:gd name="connsiteX111" fmla="*/ 1166687 w 1212484"/>
                <a:gd name="connsiteY111" fmla="*/ 203708 h 696873"/>
                <a:gd name="connsiteX112" fmla="*/ 1168175 w 1212484"/>
                <a:gd name="connsiteY112" fmla="*/ 207429 h 696873"/>
                <a:gd name="connsiteX113" fmla="*/ 1169663 w 1212484"/>
                <a:gd name="connsiteY113" fmla="*/ 208173 h 696873"/>
                <a:gd name="connsiteX114" fmla="*/ 1170408 w 1212484"/>
                <a:gd name="connsiteY114" fmla="*/ 211894 h 696873"/>
                <a:gd name="connsiteX115" fmla="*/ 1171896 w 1212484"/>
                <a:gd name="connsiteY115" fmla="*/ 212638 h 696873"/>
                <a:gd name="connsiteX116" fmla="*/ 1173384 w 1212484"/>
                <a:gd name="connsiteY116" fmla="*/ 216359 h 696873"/>
                <a:gd name="connsiteX117" fmla="*/ 1174872 w 1212484"/>
                <a:gd name="connsiteY117" fmla="*/ 217103 h 696873"/>
                <a:gd name="connsiteX118" fmla="*/ 1175617 w 1212484"/>
                <a:gd name="connsiteY118" fmla="*/ 222312 h 696873"/>
                <a:gd name="connsiteX119" fmla="*/ 1177849 w 1212484"/>
                <a:gd name="connsiteY119" fmla="*/ 222312 h 696873"/>
                <a:gd name="connsiteX120" fmla="*/ 1178593 w 1212484"/>
                <a:gd name="connsiteY120" fmla="*/ 226033 h 696873"/>
                <a:gd name="connsiteX121" fmla="*/ 1180826 w 1212484"/>
                <a:gd name="connsiteY121" fmla="*/ 228265 h 696873"/>
                <a:gd name="connsiteX122" fmla="*/ 1181570 w 1212484"/>
                <a:gd name="connsiteY122" fmla="*/ 231242 h 696873"/>
                <a:gd name="connsiteX123" fmla="*/ 1183058 w 1212484"/>
                <a:gd name="connsiteY123" fmla="*/ 231986 h 696873"/>
                <a:gd name="connsiteX124" fmla="*/ 1183383 w 1212484"/>
                <a:gd name="connsiteY124" fmla="*/ 234218 h 696873"/>
                <a:gd name="connsiteX125" fmla="*/ 1183802 w 1212484"/>
                <a:gd name="connsiteY125" fmla="*/ 236450 h 696873"/>
                <a:gd name="connsiteX126" fmla="*/ 1186035 w 1212484"/>
                <a:gd name="connsiteY126" fmla="*/ 237195 h 696873"/>
                <a:gd name="connsiteX127" fmla="*/ 1187523 w 1212484"/>
                <a:gd name="connsiteY127" fmla="*/ 241659 h 696873"/>
                <a:gd name="connsiteX128" fmla="*/ 1189011 w 1212484"/>
                <a:gd name="connsiteY128" fmla="*/ 241659 h 696873"/>
                <a:gd name="connsiteX129" fmla="*/ 1189290 w 1212484"/>
                <a:gd name="connsiteY129" fmla="*/ 244217 h 696873"/>
                <a:gd name="connsiteX130" fmla="*/ 1189755 w 1212484"/>
                <a:gd name="connsiteY130" fmla="*/ 246868 h 696873"/>
                <a:gd name="connsiteX131" fmla="*/ 1191243 w 1212484"/>
                <a:gd name="connsiteY131" fmla="*/ 247613 h 696873"/>
                <a:gd name="connsiteX132" fmla="*/ 1191988 w 1212484"/>
                <a:gd name="connsiteY132" fmla="*/ 252822 h 696873"/>
                <a:gd name="connsiteX133" fmla="*/ 1194220 w 1212484"/>
                <a:gd name="connsiteY133" fmla="*/ 252822 h 696873"/>
                <a:gd name="connsiteX134" fmla="*/ 1194453 w 1212484"/>
                <a:gd name="connsiteY134" fmla="*/ 254961 h 696873"/>
                <a:gd name="connsiteX135" fmla="*/ 1197197 w 1212484"/>
                <a:gd name="connsiteY135" fmla="*/ 258775 h 696873"/>
                <a:gd name="connsiteX136" fmla="*/ 1197941 w 1212484"/>
                <a:gd name="connsiteY136" fmla="*/ 263240 h 696873"/>
                <a:gd name="connsiteX137" fmla="*/ 1199429 w 1212484"/>
                <a:gd name="connsiteY137" fmla="*/ 263984 h 696873"/>
                <a:gd name="connsiteX138" fmla="*/ 1200173 w 1212484"/>
                <a:gd name="connsiteY138" fmla="*/ 269937 h 696873"/>
                <a:gd name="connsiteX139" fmla="*/ 1202406 w 1212484"/>
                <a:gd name="connsiteY139" fmla="*/ 269937 h 696873"/>
                <a:gd name="connsiteX140" fmla="*/ 1203894 w 1212484"/>
                <a:gd name="connsiteY140" fmla="*/ 275146 h 696873"/>
                <a:gd name="connsiteX141" fmla="*/ 1205382 w 1212484"/>
                <a:gd name="connsiteY141" fmla="*/ 275146 h 696873"/>
                <a:gd name="connsiteX142" fmla="*/ 1205818 w 1212484"/>
                <a:gd name="connsiteY142" fmla="*/ 279724 h 696873"/>
                <a:gd name="connsiteX143" fmla="*/ 1206126 w 1212484"/>
                <a:gd name="connsiteY143" fmla="*/ 281099 h 696873"/>
                <a:gd name="connsiteX144" fmla="*/ 1207615 w 1212484"/>
                <a:gd name="connsiteY144" fmla="*/ 281843 h 696873"/>
                <a:gd name="connsiteX145" fmla="*/ 1207940 w 1212484"/>
                <a:gd name="connsiteY145" fmla="*/ 284401 h 696873"/>
                <a:gd name="connsiteX146" fmla="*/ 1208359 w 1212484"/>
                <a:gd name="connsiteY146" fmla="*/ 287052 h 696873"/>
                <a:gd name="connsiteX147" fmla="*/ 1210591 w 1212484"/>
                <a:gd name="connsiteY147" fmla="*/ 288540 h 696873"/>
                <a:gd name="connsiteX148" fmla="*/ 1210963 w 1212484"/>
                <a:gd name="connsiteY148" fmla="*/ 291191 h 696873"/>
                <a:gd name="connsiteX149" fmla="*/ 1211335 w 1212484"/>
                <a:gd name="connsiteY149" fmla="*/ 293749 h 696873"/>
                <a:gd name="connsiteX150" fmla="*/ 1213568 w 1212484"/>
                <a:gd name="connsiteY150" fmla="*/ 294493 h 696873"/>
                <a:gd name="connsiteX151" fmla="*/ 1213707 w 1212484"/>
                <a:gd name="connsiteY151" fmla="*/ 299377 h 696873"/>
                <a:gd name="connsiteX152" fmla="*/ 1213646 w 1212484"/>
                <a:gd name="connsiteY152" fmla="*/ 302077 h 696873"/>
                <a:gd name="connsiteX153" fmla="*/ 1213568 w 1212484"/>
                <a:gd name="connsiteY153" fmla="*/ 304167 h 696873"/>
                <a:gd name="connsiteX154" fmla="*/ 1211369 w 1212484"/>
                <a:gd name="connsiteY154" fmla="*/ 304176 h 696873"/>
                <a:gd name="connsiteX155" fmla="*/ 1190903 w 1212484"/>
                <a:gd name="connsiteY155" fmla="*/ 304304 h 696873"/>
                <a:gd name="connsiteX156" fmla="*/ 1180380 w 1212484"/>
                <a:gd name="connsiteY156" fmla="*/ 304369 h 696873"/>
                <a:gd name="connsiteX157" fmla="*/ 1170233 w 1212484"/>
                <a:gd name="connsiteY157" fmla="*/ 304441 h 696873"/>
                <a:gd name="connsiteX158" fmla="*/ 1166353 w 1212484"/>
                <a:gd name="connsiteY158" fmla="*/ 304459 h 696873"/>
                <a:gd name="connsiteX159" fmla="*/ 1160937 w 1212484"/>
                <a:gd name="connsiteY159" fmla="*/ 304505 h 696873"/>
                <a:gd name="connsiteX160" fmla="*/ 1159301 w 1212484"/>
                <a:gd name="connsiteY160" fmla="*/ 304494 h 696873"/>
                <a:gd name="connsiteX161" fmla="*/ 1155525 w 1212484"/>
                <a:gd name="connsiteY161" fmla="*/ 304911 h 696873"/>
                <a:gd name="connsiteX162" fmla="*/ 1154781 w 1212484"/>
                <a:gd name="connsiteY162" fmla="*/ 307888 h 696873"/>
                <a:gd name="connsiteX163" fmla="*/ 1149710 w 1212484"/>
                <a:gd name="connsiteY163" fmla="*/ 308294 h 696873"/>
                <a:gd name="connsiteX164" fmla="*/ 1148104 w 1212484"/>
                <a:gd name="connsiteY164" fmla="*/ 308318 h 696873"/>
                <a:gd name="connsiteX165" fmla="*/ 1142825 w 1212484"/>
                <a:gd name="connsiteY165" fmla="*/ 308341 h 696873"/>
                <a:gd name="connsiteX166" fmla="*/ 1139174 w 1212484"/>
                <a:gd name="connsiteY166" fmla="*/ 308379 h 696873"/>
                <a:gd name="connsiteX167" fmla="*/ 1129548 w 1212484"/>
                <a:gd name="connsiteY167" fmla="*/ 308437 h 696873"/>
                <a:gd name="connsiteX168" fmla="*/ 1119732 w 1212484"/>
                <a:gd name="connsiteY168" fmla="*/ 308513 h 696873"/>
                <a:gd name="connsiteX169" fmla="*/ 1100458 w 1212484"/>
                <a:gd name="connsiteY169" fmla="*/ 308632 h 696873"/>
                <a:gd name="connsiteX170" fmla="*/ 1100458 w 1212484"/>
                <a:gd name="connsiteY170" fmla="*/ 310865 h 696873"/>
                <a:gd name="connsiteX171" fmla="*/ 1092980 w 1212484"/>
                <a:gd name="connsiteY171" fmla="*/ 311726 h 696873"/>
                <a:gd name="connsiteX172" fmla="*/ 1090776 w 1212484"/>
                <a:gd name="connsiteY172" fmla="*/ 311749 h 696873"/>
                <a:gd name="connsiteX173" fmla="*/ 1088424 w 1212484"/>
                <a:gd name="connsiteY173" fmla="*/ 311766 h 696873"/>
                <a:gd name="connsiteX174" fmla="*/ 1083486 w 1212484"/>
                <a:gd name="connsiteY174" fmla="*/ 311830 h 696873"/>
                <a:gd name="connsiteX175" fmla="*/ 1075705 w 1212484"/>
                <a:gd name="connsiteY175" fmla="*/ 311907 h 696873"/>
                <a:gd name="connsiteX176" fmla="*/ 1068193 w 1212484"/>
                <a:gd name="connsiteY176" fmla="*/ 311998 h 696873"/>
                <a:gd name="connsiteX177" fmla="*/ 1065823 w 1212484"/>
                <a:gd name="connsiteY177" fmla="*/ 312006 h 696873"/>
                <a:gd name="connsiteX178" fmla="*/ 1063647 w 1212484"/>
                <a:gd name="connsiteY178" fmla="*/ 312043 h 696873"/>
                <a:gd name="connsiteX179" fmla="*/ 1061723 w 1212484"/>
                <a:gd name="connsiteY179" fmla="*/ 312061 h 696873"/>
                <a:gd name="connsiteX180" fmla="*/ 1060275 w 1212484"/>
                <a:gd name="connsiteY180" fmla="*/ 312353 h 696873"/>
                <a:gd name="connsiteX181" fmla="*/ 1059531 w 1212484"/>
                <a:gd name="connsiteY181" fmla="*/ 314585 h 696873"/>
                <a:gd name="connsiteX182" fmla="*/ 1056440 w 1212484"/>
                <a:gd name="connsiteY182" fmla="*/ 314839 h 696873"/>
                <a:gd name="connsiteX183" fmla="*/ 1054454 w 1212484"/>
                <a:gd name="connsiteY183" fmla="*/ 314838 h 696873"/>
                <a:gd name="connsiteX184" fmla="*/ 1052296 w 1212484"/>
                <a:gd name="connsiteY184" fmla="*/ 314803 h 696873"/>
                <a:gd name="connsiteX185" fmla="*/ 1050096 w 1212484"/>
                <a:gd name="connsiteY185" fmla="*/ 314794 h 696873"/>
                <a:gd name="connsiteX186" fmla="*/ 1043113 w 1212484"/>
                <a:gd name="connsiteY186" fmla="*/ 314725 h 696873"/>
                <a:gd name="connsiteX187" fmla="*/ 1038391 w 1212484"/>
                <a:gd name="connsiteY187" fmla="*/ 314694 h 696873"/>
                <a:gd name="connsiteX188" fmla="*/ 1026788 w 1212484"/>
                <a:gd name="connsiteY188" fmla="*/ 314585 h 696873"/>
                <a:gd name="connsiteX189" fmla="*/ 1026788 w 1212484"/>
                <a:gd name="connsiteY189" fmla="*/ 318306 h 696873"/>
                <a:gd name="connsiteX190" fmla="*/ 1024136 w 1212484"/>
                <a:gd name="connsiteY190" fmla="*/ 318339 h 696873"/>
                <a:gd name="connsiteX191" fmla="*/ 1014430 w 1212484"/>
                <a:gd name="connsiteY191" fmla="*/ 318501 h 696873"/>
                <a:gd name="connsiteX192" fmla="*/ 1010222 w 1212484"/>
                <a:gd name="connsiteY192" fmla="*/ 318564 h 696873"/>
                <a:gd name="connsiteX193" fmla="*/ 1004188 w 1212484"/>
                <a:gd name="connsiteY193" fmla="*/ 318669 h 696873"/>
                <a:gd name="connsiteX194" fmla="*/ 1002276 w 1212484"/>
                <a:gd name="connsiteY194" fmla="*/ 318684 h 696873"/>
                <a:gd name="connsiteX195" fmla="*/ 997767 w 1212484"/>
                <a:gd name="connsiteY195" fmla="*/ 319050 h 696873"/>
                <a:gd name="connsiteX196" fmla="*/ 997023 w 1212484"/>
                <a:gd name="connsiteY196" fmla="*/ 321283 h 696873"/>
                <a:gd name="connsiteX197" fmla="*/ 991631 w 1212484"/>
                <a:gd name="connsiteY197" fmla="*/ 321637 h 696873"/>
                <a:gd name="connsiteX198" fmla="*/ 989993 w 1212484"/>
                <a:gd name="connsiteY198" fmla="*/ 321672 h 696873"/>
                <a:gd name="connsiteX199" fmla="*/ 984791 w 1212484"/>
                <a:gd name="connsiteY199" fmla="*/ 321748 h 696873"/>
                <a:gd name="connsiteX200" fmla="*/ 979597 w 1212484"/>
                <a:gd name="connsiteY200" fmla="*/ 321839 h 696873"/>
                <a:gd name="connsiteX201" fmla="*/ 976360 w 1212484"/>
                <a:gd name="connsiteY201" fmla="*/ 321886 h 696873"/>
                <a:gd name="connsiteX202" fmla="*/ 970978 w 1212484"/>
                <a:gd name="connsiteY202" fmla="*/ 322771 h 696873"/>
                <a:gd name="connsiteX203" fmla="*/ 970978 w 1212484"/>
                <a:gd name="connsiteY203" fmla="*/ 325003 h 696873"/>
                <a:gd name="connsiteX204" fmla="*/ 968804 w 1212484"/>
                <a:gd name="connsiteY204" fmla="*/ 324956 h 696873"/>
                <a:gd name="connsiteX205" fmla="*/ 960845 w 1212484"/>
                <a:gd name="connsiteY205" fmla="*/ 324840 h 696873"/>
                <a:gd name="connsiteX206" fmla="*/ 957395 w 1212484"/>
                <a:gd name="connsiteY206" fmla="*/ 324779 h 696873"/>
                <a:gd name="connsiteX207" fmla="*/ 952447 w 1212484"/>
                <a:gd name="connsiteY207" fmla="*/ 324713 h 696873"/>
                <a:gd name="connsiteX208" fmla="*/ 950880 w 1212484"/>
                <a:gd name="connsiteY208" fmla="*/ 324666 h 696873"/>
                <a:gd name="connsiteX209" fmla="*/ 947165 w 1212484"/>
                <a:gd name="connsiteY209" fmla="*/ 325003 h 696873"/>
                <a:gd name="connsiteX210" fmla="*/ 946421 w 1212484"/>
                <a:gd name="connsiteY210" fmla="*/ 327980 h 696873"/>
                <a:gd name="connsiteX211" fmla="*/ 942006 w 1212484"/>
                <a:gd name="connsiteY211" fmla="*/ 328329 h 696873"/>
                <a:gd name="connsiteX212" fmla="*/ 939286 w 1212484"/>
                <a:gd name="connsiteY212" fmla="*/ 328361 h 696873"/>
                <a:gd name="connsiteX213" fmla="*/ 933566 w 1212484"/>
                <a:gd name="connsiteY213" fmla="*/ 328343 h 696873"/>
                <a:gd name="connsiteX214" fmla="*/ 930844 w 1212484"/>
                <a:gd name="connsiteY214" fmla="*/ 328375 h 696873"/>
                <a:gd name="connsiteX215" fmla="*/ 928331 w 1212484"/>
                <a:gd name="connsiteY215" fmla="*/ 328365 h 696873"/>
                <a:gd name="connsiteX216" fmla="*/ 926329 w 1212484"/>
                <a:gd name="connsiteY216" fmla="*/ 328724 h 696873"/>
                <a:gd name="connsiteX217" fmla="*/ 925595 w 1212484"/>
                <a:gd name="connsiteY217" fmla="*/ 330212 h 696873"/>
                <a:gd name="connsiteX218" fmla="*/ 924841 w 1212484"/>
                <a:gd name="connsiteY218" fmla="*/ 331700 h 696873"/>
                <a:gd name="connsiteX219" fmla="*/ 920164 w 1212484"/>
                <a:gd name="connsiteY219" fmla="*/ 332049 h 696873"/>
                <a:gd name="connsiteX220" fmla="*/ 917340 w 1212484"/>
                <a:gd name="connsiteY220" fmla="*/ 332081 h 696873"/>
                <a:gd name="connsiteX221" fmla="*/ 914377 w 1212484"/>
                <a:gd name="connsiteY221" fmla="*/ 332073 h 696873"/>
                <a:gd name="connsiteX222" fmla="*/ 908583 w 1212484"/>
                <a:gd name="connsiteY222" fmla="*/ 332096 h 696873"/>
                <a:gd name="connsiteX223" fmla="*/ 905979 w 1212484"/>
                <a:gd name="connsiteY223" fmla="*/ 332086 h 696873"/>
                <a:gd name="connsiteX224" fmla="*/ 904005 w 1212484"/>
                <a:gd name="connsiteY224" fmla="*/ 332445 h 696873"/>
                <a:gd name="connsiteX225" fmla="*/ 903261 w 1212484"/>
                <a:gd name="connsiteY225" fmla="*/ 335421 h 696873"/>
                <a:gd name="connsiteX226" fmla="*/ 899119 w 1212484"/>
                <a:gd name="connsiteY226" fmla="*/ 335875 h 696873"/>
                <a:gd name="connsiteX227" fmla="*/ 896583 w 1212484"/>
                <a:gd name="connsiteY227" fmla="*/ 335947 h 696873"/>
                <a:gd name="connsiteX228" fmla="*/ 893913 w 1212484"/>
                <a:gd name="connsiteY228" fmla="*/ 335979 h 696873"/>
                <a:gd name="connsiteX229" fmla="*/ 891234 w 1212484"/>
                <a:gd name="connsiteY229" fmla="*/ 336046 h 696873"/>
                <a:gd name="connsiteX230" fmla="*/ 884658 w 1212484"/>
                <a:gd name="connsiteY230" fmla="*/ 336165 h 696873"/>
                <a:gd name="connsiteX231" fmla="*/ 884658 w 1212484"/>
                <a:gd name="connsiteY231" fmla="*/ 338398 h 696873"/>
                <a:gd name="connsiteX232" fmla="*/ 883110 w 1212484"/>
                <a:gd name="connsiteY232" fmla="*/ 338454 h 696873"/>
                <a:gd name="connsiteX233" fmla="*/ 876193 w 1212484"/>
                <a:gd name="connsiteY233" fmla="*/ 338723 h 696873"/>
                <a:gd name="connsiteX234" fmla="*/ 873757 w 1212484"/>
                <a:gd name="connsiteY234" fmla="*/ 338812 h 696873"/>
                <a:gd name="connsiteX235" fmla="*/ 871432 w 1212484"/>
                <a:gd name="connsiteY235" fmla="*/ 338906 h 696873"/>
                <a:gd name="connsiteX236" fmla="*/ 869282 w 1212484"/>
                <a:gd name="connsiteY236" fmla="*/ 338989 h 696873"/>
                <a:gd name="connsiteX237" fmla="*/ 866054 w 1212484"/>
                <a:gd name="connsiteY237" fmla="*/ 339886 h 696873"/>
                <a:gd name="connsiteX238" fmla="*/ 866054 w 1212484"/>
                <a:gd name="connsiteY238" fmla="*/ 342118 h 696873"/>
                <a:gd name="connsiteX239" fmla="*/ 864495 w 1212484"/>
                <a:gd name="connsiteY239" fmla="*/ 342151 h 696873"/>
                <a:gd name="connsiteX240" fmla="*/ 857543 w 1212484"/>
                <a:gd name="connsiteY240" fmla="*/ 342351 h 696873"/>
                <a:gd name="connsiteX241" fmla="*/ 855088 w 1212484"/>
                <a:gd name="connsiteY241" fmla="*/ 342402 h 696873"/>
                <a:gd name="connsiteX242" fmla="*/ 852755 w 1212484"/>
                <a:gd name="connsiteY242" fmla="*/ 342482 h 696873"/>
                <a:gd name="connsiteX243" fmla="*/ 850594 w 1212484"/>
                <a:gd name="connsiteY243" fmla="*/ 342541 h 696873"/>
                <a:gd name="connsiteX244" fmla="*/ 848939 w 1212484"/>
                <a:gd name="connsiteY244" fmla="*/ 342863 h 696873"/>
                <a:gd name="connsiteX245" fmla="*/ 848195 w 1212484"/>
                <a:gd name="connsiteY245" fmla="*/ 345095 h 696873"/>
                <a:gd name="connsiteX246" fmla="*/ 844919 w 1212484"/>
                <a:gd name="connsiteY246" fmla="*/ 345371 h 696873"/>
                <a:gd name="connsiteX247" fmla="*/ 842912 w 1212484"/>
                <a:gd name="connsiteY247" fmla="*/ 345410 h 696873"/>
                <a:gd name="connsiteX248" fmla="*/ 838697 w 1212484"/>
                <a:gd name="connsiteY248" fmla="*/ 345422 h 696873"/>
                <a:gd name="connsiteX249" fmla="*/ 836687 w 1212484"/>
                <a:gd name="connsiteY249" fmla="*/ 345464 h 696873"/>
                <a:gd name="connsiteX250" fmla="*/ 834835 w 1212484"/>
                <a:gd name="connsiteY250" fmla="*/ 345468 h 696873"/>
                <a:gd name="connsiteX251" fmla="*/ 833312 w 1212484"/>
                <a:gd name="connsiteY251" fmla="*/ 345839 h 696873"/>
                <a:gd name="connsiteX252" fmla="*/ 832578 w 1212484"/>
                <a:gd name="connsiteY252" fmla="*/ 347329 h 696873"/>
                <a:gd name="connsiteX253" fmla="*/ 831824 w 1212484"/>
                <a:gd name="connsiteY253" fmla="*/ 348816 h 696873"/>
                <a:gd name="connsiteX254" fmla="*/ 828286 w 1212484"/>
                <a:gd name="connsiteY254" fmla="*/ 349165 h 696873"/>
                <a:gd name="connsiteX255" fmla="*/ 826174 w 1212484"/>
                <a:gd name="connsiteY255" fmla="*/ 349197 h 696873"/>
                <a:gd name="connsiteX256" fmla="*/ 823964 w 1212484"/>
                <a:gd name="connsiteY256" fmla="*/ 349188 h 696873"/>
                <a:gd name="connsiteX257" fmla="*/ 819635 w 1212484"/>
                <a:gd name="connsiteY257" fmla="*/ 349211 h 696873"/>
                <a:gd name="connsiteX258" fmla="*/ 817692 w 1212484"/>
                <a:gd name="connsiteY258" fmla="*/ 349201 h 696873"/>
                <a:gd name="connsiteX259" fmla="*/ 816197 w 1212484"/>
                <a:gd name="connsiteY259" fmla="*/ 349560 h 696873"/>
                <a:gd name="connsiteX260" fmla="*/ 815452 w 1212484"/>
                <a:gd name="connsiteY260" fmla="*/ 352536 h 696873"/>
                <a:gd name="connsiteX261" fmla="*/ 812150 w 1212484"/>
                <a:gd name="connsiteY261" fmla="*/ 352911 h 696873"/>
                <a:gd name="connsiteX262" fmla="*/ 810133 w 1212484"/>
                <a:gd name="connsiteY262" fmla="*/ 352954 h 696873"/>
                <a:gd name="connsiteX263" fmla="*/ 808011 w 1212484"/>
                <a:gd name="connsiteY263" fmla="*/ 352955 h 696873"/>
                <a:gd name="connsiteX264" fmla="*/ 803872 w 1212484"/>
                <a:gd name="connsiteY264" fmla="*/ 353004 h 696873"/>
                <a:gd name="connsiteX265" fmla="*/ 802008 w 1212484"/>
                <a:gd name="connsiteY265" fmla="*/ 353006 h 696873"/>
                <a:gd name="connsiteX266" fmla="*/ 800570 w 1212484"/>
                <a:gd name="connsiteY266" fmla="*/ 353281 h 696873"/>
                <a:gd name="connsiteX267" fmla="*/ 799825 w 1212484"/>
                <a:gd name="connsiteY267" fmla="*/ 355513 h 696873"/>
                <a:gd name="connsiteX268" fmla="*/ 796849 w 1212484"/>
                <a:gd name="connsiteY268" fmla="*/ 355789 h 696873"/>
                <a:gd name="connsiteX269" fmla="*/ 795035 w 1212484"/>
                <a:gd name="connsiteY269" fmla="*/ 355828 h 696873"/>
                <a:gd name="connsiteX270" fmla="*/ 791221 w 1212484"/>
                <a:gd name="connsiteY270" fmla="*/ 355840 h 696873"/>
                <a:gd name="connsiteX271" fmla="*/ 789408 w 1212484"/>
                <a:gd name="connsiteY271" fmla="*/ 355882 h 696873"/>
                <a:gd name="connsiteX272" fmla="*/ 787733 w 1212484"/>
                <a:gd name="connsiteY272" fmla="*/ 355886 h 696873"/>
                <a:gd name="connsiteX273" fmla="*/ 786431 w 1212484"/>
                <a:gd name="connsiteY273" fmla="*/ 356257 h 696873"/>
                <a:gd name="connsiteX274" fmla="*/ 786081 w 1212484"/>
                <a:gd name="connsiteY274" fmla="*/ 357740 h 696873"/>
                <a:gd name="connsiteX275" fmla="*/ 785687 w 1212484"/>
                <a:gd name="connsiteY275" fmla="*/ 359234 h 696873"/>
                <a:gd name="connsiteX276" fmla="*/ 782359 w 1212484"/>
                <a:gd name="connsiteY276" fmla="*/ 359687 h 696873"/>
                <a:gd name="connsiteX277" fmla="*/ 780331 w 1212484"/>
                <a:gd name="connsiteY277" fmla="*/ 359760 h 696873"/>
                <a:gd name="connsiteX278" fmla="*/ 778199 w 1212484"/>
                <a:gd name="connsiteY278" fmla="*/ 359792 h 696873"/>
                <a:gd name="connsiteX279" fmla="*/ 776058 w 1212484"/>
                <a:gd name="connsiteY279" fmla="*/ 359859 h 696873"/>
                <a:gd name="connsiteX280" fmla="*/ 770804 w 1212484"/>
                <a:gd name="connsiteY280" fmla="*/ 359978 h 696873"/>
                <a:gd name="connsiteX281" fmla="*/ 770804 w 1212484"/>
                <a:gd name="connsiteY281" fmla="*/ 362210 h 696873"/>
                <a:gd name="connsiteX282" fmla="*/ 768415 w 1212484"/>
                <a:gd name="connsiteY282" fmla="*/ 362347 h 696873"/>
                <a:gd name="connsiteX283" fmla="*/ 765316 w 1212484"/>
                <a:gd name="connsiteY283" fmla="*/ 362536 h 696873"/>
                <a:gd name="connsiteX284" fmla="*/ 763740 w 1212484"/>
                <a:gd name="connsiteY284" fmla="*/ 362624 h 696873"/>
                <a:gd name="connsiteX285" fmla="*/ 758154 w 1212484"/>
                <a:gd name="connsiteY285" fmla="*/ 363699 h 696873"/>
                <a:gd name="connsiteX286" fmla="*/ 757409 w 1212484"/>
                <a:gd name="connsiteY286" fmla="*/ 365931 h 696873"/>
                <a:gd name="connsiteX287" fmla="*/ 749416 w 1212484"/>
                <a:gd name="connsiteY287" fmla="*/ 366258 h 696873"/>
                <a:gd name="connsiteX288" fmla="*/ 744759 w 1212484"/>
                <a:gd name="connsiteY288" fmla="*/ 366675 h 696873"/>
                <a:gd name="connsiteX289" fmla="*/ 742527 w 1212484"/>
                <a:gd name="connsiteY289" fmla="*/ 369652 h 696873"/>
                <a:gd name="connsiteX290" fmla="*/ 736806 w 1212484"/>
                <a:gd name="connsiteY290" fmla="*/ 369838 h 696873"/>
                <a:gd name="connsiteX291" fmla="*/ 735223 w 1212484"/>
                <a:gd name="connsiteY291" fmla="*/ 369797 h 696873"/>
                <a:gd name="connsiteX292" fmla="*/ 731365 w 1212484"/>
                <a:gd name="connsiteY292" fmla="*/ 369652 h 696873"/>
                <a:gd name="connsiteX293" fmla="*/ 731365 w 1212484"/>
                <a:gd name="connsiteY293" fmla="*/ 372628 h 696873"/>
                <a:gd name="connsiteX294" fmla="*/ 728812 w 1212484"/>
                <a:gd name="connsiteY294" fmla="*/ 372686 h 696873"/>
                <a:gd name="connsiteX295" fmla="*/ 725504 w 1212484"/>
                <a:gd name="connsiteY295" fmla="*/ 372814 h 696873"/>
                <a:gd name="connsiteX296" fmla="*/ 723821 w 1212484"/>
                <a:gd name="connsiteY296" fmla="*/ 372846 h 696873"/>
                <a:gd name="connsiteX297" fmla="*/ 719458 w 1212484"/>
                <a:gd name="connsiteY297" fmla="*/ 373372 h 696873"/>
                <a:gd name="connsiteX298" fmla="*/ 717970 w 1212484"/>
                <a:gd name="connsiteY298" fmla="*/ 376349 h 696873"/>
                <a:gd name="connsiteX299" fmla="*/ 712342 w 1212484"/>
                <a:gd name="connsiteY299" fmla="*/ 376767 h 696873"/>
                <a:gd name="connsiteX300" fmla="*/ 706808 w 1212484"/>
                <a:gd name="connsiteY300" fmla="*/ 377093 h 696873"/>
                <a:gd name="connsiteX301" fmla="*/ 706064 w 1212484"/>
                <a:gd name="connsiteY301" fmla="*/ 379325 h 696873"/>
                <a:gd name="connsiteX302" fmla="*/ 701273 w 1212484"/>
                <a:gd name="connsiteY302" fmla="*/ 379791 h 696873"/>
                <a:gd name="connsiteX303" fmla="*/ 694902 w 1212484"/>
                <a:gd name="connsiteY303" fmla="*/ 380814 h 696873"/>
                <a:gd name="connsiteX304" fmla="*/ 694902 w 1212484"/>
                <a:gd name="connsiteY304" fmla="*/ 383046 h 696873"/>
                <a:gd name="connsiteX305" fmla="*/ 692565 w 1212484"/>
                <a:gd name="connsiteY305" fmla="*/ 383104 h 696873"/>
                <a:gd name="connsiteX306" fmla="*/ 689507 w 1212484"/>
                <a:gd name="connsiteY306" fmla="*/ 383232 h 696873"/>
                <a:gd name="connsiteX307" fmla="*/ 687969 w 1212484"/>
                <a:gd name="connsiteY307" fmla="*/ 383264 h 696873"/>
                <a:gd name="connsiteX308" fmla="*/ 680763 w 1212484"/>
                <a:gd name="connsiteY308" fmla="*/ 386767 h 696873"/>
                <a:gd name="connsiteX309" fmla="*/ 675740 w 1212484"/>
                <a:gd name="connsiteY309" fmla="*/ 386953 h 696873"/>
                <a:gd name="connsiteX310" fmla="*/ 673101 w 1212484"/>
                <a:gd name="connsiteY310" fmla="*/ 386872 h 696873"/>
                <a:gd name="connsiteX311" fmla="*/ 671089 w 1212484"/>
                <a:gd name="connsiteY311" fmla="*/ 386767 h 696873"/>
                <a:gd name="connsiteX312" fmla="*/ 671089 w 1212484"/>
                <a:gd name="connsiteY312" fmla="*/ 389743 h 696873"/>
                <a:gd name="connsiteX313" fmla="*/ 668836 w 1212484"/>
                <a:gd name="connsiteY313" fmla="*/ 389802 h 696873"/>
                <a:gd name="connsiteX314" fmla="*/ 665927 w 1212484"/>
                <a:gd name="connsiteY314" fmla="*/ 389929 h 696873"/>
                <a:gd name="connsiteX315" fmla="*/ 663023 w 1212484"/>
                <a:gd name="connsiteY315" fmla="*/ 390034 h 696873"/>
                <a:gd name="connsiteX316" fmla="*/ 660671 w 1212484"/>
                <a:gd name="connsiteY316" fmla="*/ 390488 h 696873"/>
                <a:gd name="connsiteX317" fmla="*/ 659927 w 1212484"/>
                <a:gd name="connsiteY317" fmla="*/ 393464 h 696873"/>
                <a:gd name="connsiteX318" fmla="*/ 654718 w 1212484"/>
                <a:gd name="connsiteY318" fmla="*/ 393883 h 696873"/>
                <a:gd name="connsiteX319" fmla="*/ 649509 w 1212484"/>
                <a:gd name="connsiteY319" fmla="*/ 394208 h 696873"/>
                <a:gd name="connsiteX320" fmla="*/ 648765 w 1212484"/>
                <a:gd name="connsiteY320" fmla="*/ 396441 h 696873"/>
                <a:gd name="connsiteX321" fmla="*/ 643882 w 1212484"/>
                <a:gd name="connsiteY321" fmla="*/ 396952 h 696873"/>
                <a:gd name="connsiteX322" fmla="*/ 641181 w 1212484"/>
                <a:gd name="connsiteY322" fmla="*/ 397101 h 696873"/>
                <a:gd name="connsiteX323" fmla="*/ 639091 w 1212484"/>
                <a:gd name="connsiteY323" fmla="*/ 397185 h 696873"/>
                <a:gd name="connsiteX324" fmla="*/ 639091 w 1212484"/>
                <a:gd name="connsiteY324" fmla="*/ 400161 h 696873"/>
                <a:gd name="connsiteX325" fmla="*/ 628673 w 1212484"/>
                <a:gd name="connsiteY325" fmla="*/ 400906 h 696873"/>
                <a:gd name="connsiteX326" fmla="*/ 628673 w 1212484"/>
                <a:gd name="connsiteY326" fmla="*/ 403138 h 696873"/>
                <a:gd name="connsiteX327" fmla="*/ 618999 w 1212484"/>
                <a:gd name="connsiteY327" fmla="*/ 403882 h 696873"/>
                <a:gd name="connsiteX328" fmla="*/ 618999 w 1212484"/>
                <a:gd name="connsiteY328" fmla="*/ 406859 h 696873"/>
                <a:gd name="connsiteX329" fmla="*/ 616909 w 1212484"/>
                <a:gd name="connsiteY329" fmla="*/ 406917 h 696873"/>
                <a:gd name="connsiteX330" fmla="*/ 614209 w 1212484"/>
                <a:gd name="connsiteY330" fmla="*/ 407045 h 696873"/>
                <a:gd name="connsiteX331" fmla="*/ 611514 w 1212484"/>
                <a:gd name="connsiteY331" fmla="*/ 407149 h 696873"/>
                <a:gd name="connsiteX332" fmla="*/ 609325 w 1212484"/>
                <a:gd name="connsiteY332" fmla="*/ 407603 h 696873"/>
                <a:gd name="connsiteX333" fmla="*/ 608581 w 1212484"/>
                <a:gd name="connsiteY333" fmla="*/ 410579 h 696873"/>
                <a:gd name="connsiteX334" fmla="*/ 604117 w 1212484"/>
                <a:gd name="connsiteY334" fmla="*/ 410998 h 696873"/>
                <a:gd name="connsiteX335" fmla="*/ 599652 w 1212484"/>
                <a:gd name="connsiteY335" fmla="*/ 411324 h 696873"/>
                <a:gd name="connsiteX336" fmla="*/ 598908 w 1212484"/>
                <a:gd name="connsiteY336" fmla="*/ 413556 h 696873"/>
                <a:gd name="connsiteX337" fmla="*/ 591978 w 1212484"/>
                <a:gd name="connsiteY337" fmla="*/ 413925 h 696873"/>
                <a:gd name="connsiteX338" fmla="*/ 589978 w 1212484"/>
                <a:gd name="connsiteY338" fmla="*/ 414300 h 696873"/>
                <a:gd name="connsiteX339" fmla="*/ 589234 w 1212484"/>
                <a:gd name="connsiteY339" fmla="*/ 417277 h 696873"/>
                <a:gd name="connsiteX340" fmla="*/ 585141 w 1212484"/>
                <a:gd name="connsiteY340" fmla="*/ 417695 h 696873"/>
                <a:gd name="connsiteX341" fmla="*/ 581048 w 1212484"/>
                <a:gd name="connsiteY341" fmla="*/ 418021 h 696873"/>
                <a:gd name="connsiteX342" fmla="*/ 580304 w 1212484"/>
                <a:gd name="connsiteY342" fmla="*/ 420253 h 696873"/>
                <a:gd name="connsiteX343" fmla="*/ 575421 w 1212484"/>
                <a:gd name="connsiteY343" fmla="*/ 420765 h 696873"/>
                <a:gd name="connsiteX344" fmla="*/ 572720 w 1212484"/>
                <a:gd name="connsiteY344" fmla="*/ 420913 h 696873"/>
                <a:gd name="connsiteX345" fmla="*/ 570630 w 1212484"/>
                <a:gd name="connsiteY345" fmla="*/ 420997 h 696873"/>
                <a:gd name="connsiteX346" fmla="*/ 570630 w 1212484"/>
                <a:gd name="connsiteY346" fmla="*/ 423974 h 696873"/>
                <a:gd name="connsiteX347" fmla="*/ 568866 w 1212484"/>
                <a:gd name="connsiteY347" fmla="*/ 424032 h 696873"/>
                <a:gd name="connsiteX348" fmla="*/ 566584 w 1212484"/>
                <a:gd name="connsiteY348" fmla="*/ 424160 h 696873"/>
                <a:gd name="connsiteX349" fmla="*/ 564308 w 1212484"/>
                <a:gd name="connsiteY349" fmla="*/ 424265 h 696873"/>
                <a:gd name="connsiteX350" fmla="*/ 562445 w 1212484"/>
                <a:gd name="connsiteY350" fmla="*/ 424718 h 696873"/>
                <a:gd name="connsiteX351" fmla="*/ 561700 w 1212484"/>
                <a:gd name="connsiteY351" fmla="*/ 427695 h 696873"/>
                <a:gd name="connsiteX352" fmla="*/ 557241 w 1212484"/>
                <a:gd name="connsiteY352" fmla="*/ 427727 h 696873"/>
                <a:gd name="connsiteX353" fmla="*/ 553515 w 1212484"/>
                <a:gd name="connsiteY353" fmla="*/ 428439 h 696873"/>
                <a:gd name="connsiteX354" fmla="*/ 552771 w 1212484"/>
                <a:gd name="connsiteY354" fmla="*/ 430671 h 696873"/>
                <a:gd name="connsiteX355" fmla="*/ 549469 w 1212484"/>
                <a:gd name="connsiteY355" fmla="*/ 431136 h 696873"/>
                <a:gd name="connsiteX356" fmla="*/ 544585 w 1212484"/>
                <a:gd name="connsiteY356" fmla="*/ 432159 h 696873"/>
                <a:gd name="connsiteX357" fmla="*/ 544585 w 1212484"/>
                <a:gd name="connsiteY357" fmla="*/ 434392 h 696873"/>
                <a:gd name="connsiteX358" fmla="*/ 535656 w 1212484"/>
                <a:gd name="connsiteY358" fmla="*/ 435136 h 696873"/>
                <a:gd name="connsiteX359" fmla="*/ 535656 w 1212484"/>
                <a:gd name="connsiteY359" fmla="*/ 437368 h 696873"/>
                <a:gd name="connsiteX360" fmla="*/ 534243 w 1212484"/>
                <a:gd name="connsiteY360" fmla="*/ 437505 h 696873"/>
                <a:gd name="connsiteX361" fmla="*/ 532400 w 1212484"/>
                <a:gd name="connsiteY361" fmla="*/ 437694 h 696873"/>
                <a:gd name="connsiteX362" fmla="*/ 530569 w 1212484"/>
                <a:gd name="connsiteY362" fmla="*/ 437877 h 696873"/>
                <a:gd name="connsiteX363" fmla="*/ 527470 w 1212484"/>
                <a:gd name="connsiteY363" fmla="*/ 438857 h 696873"/>
                <a:gd name="connsiteX364" fmla="*/ 526726 w 1212484"/>
                <a:gd name="connsiteY364" fmla="*/ 441089 h 696873"/>
                <a:gd name="connsiteX365" fmla="*/ 520959 w 1212484"/>
                <a:gd name="connsiteY365" fmla="*/ 441458 h 696873"/>
                <a:gd name="connsiteX366" fmla="*/ 519284 w 1212484"/>
                <a:gd name="connsiteY366" fmla="*/ 441833 h 696873"/>
                <a:gd name="connsiteX367" fmla="*/ 518912 w 1212484"/>
                <a:gd name="connsiteY367" fmla="*/ 443322 h 696873"/>
                <a:gd name="connsiteX368" fmla="*/ 518540 w 1212484"/>
                <a:gd name="connsiteY368" fmla="*/ 444810 h 696873"/>
                <a:gd name="connsiteX369" fmla="*/ 514820 w 1212484"/>
                <a:gd name="connsiteY369" fmla="*/ 445228 h 696873"/>
                <a:gd name="connsiteX370" fmla="*/ 511099 w 1212484"/>
                <a:gd name="connsiteY370" fmla="*/ 445554 h 696873"/>
                <a:gd name="connsiteX371" fmla="*/ 510355 w 1212484"/>
                <a:gd name="connsiteY371" fmla="*/ 447786 h 696873"/>
                <a:gd name="connsiteX372" fmla="*/ 506215 w 1212484"/>
                <a:gd name="connsiteY372" fmla="*/ 448298 h 696873"/>
                <a:gd name="connsiteX373" fmla="*/ 503934 w 1212484"/>
                <a:gd name="connsiteY373" fmla="*/ 448446 h 696873"/>
                <a:gd name="connsiteX374" fmla="*/ 502169 w 1212484"/>
                <a:gd name="connsiteY374" fmla="*/ 448531 h 696873"/>
                <a:gd name="connsiteX375" fmla="*/ 502169 w 1212484"/>
                <a:gd name="connsiteY375" fmla="*/ 451507 h 696873"/>
                <a:gd name="connsiteX376" fmla="*/ 500730 w 1212484"/>
                <a:gd name="connsiteY376" fmla="*/ 451591 h 696873"/>
                <a:gd name="connsiteX377" fmla="*/ 498867 w 1212484"/>
                <a:gd name="connsiteY377" fmla="*/ 451740 h 696873"/>
                <a:gd name="connsiteX378" fmla="*/ 497010 w 1212484"/>
                <a:gd name="connsiteY378" fmla="*/ 451870 h 696873"/>
                <a:gd name="connsiteX379" fmla="*/ 495472 w 1212484"/>
                <a:gd name="connsiteY379" fmla="*/ 452251 h 696873"/>
                <a:gd name="connsiteX380" fmla="*/ 494728 w 1212484"/>
                <a:gd name="connsiteY380" fmla="*/ 454484 h 696873"/>
                <a:gd name="connsiteX381" fmla="*/ 488961 w 1212484"/>
                <a:gd name="connsiteY381" fmla="*/ 455507 h 696873"/>
                <a:gd name="connsiteX382" fmla="*/ 487286 w 1212484"/>
                <a:gd name="connsiteY382" fmla="*/ 455972 h 696873"/>
                <a:gd name="connsiteX383" fmla="*/ 486542 w 1212484"/>
                <a:gd name="connsiteY383" fmla="*/ 458204 h 696873"/>
                <a:gd name="connsiteX384" fmla="*/ 481357 w 1212484"/>
                <a:gd name="connsiteY384" fmla="*/ 458646 h 696873"/>
                <a:gd name="connsiteX385" fmla="*/ 479845 w 1212484"/>
                <a:gd name="connsiteY385" fmla="*/ 458949 h 696873"/>
                <a:gd name="connsiteX386" fmla="*/ 479101 w 1212484"/>
                <a:gd name="connsiteY386" fmla="*/ 461181 h 696873"/>
                <a:gd name="connsiteX387" fmla="*/ 471659 w 1212484"/>
                <a:gd name="connsiteY387" fmla="*/ 461925 h 696873"/>
                <a:gd name="connsiteX388" fmla="*/ 471659 w 1212484"/>
                <a:gd name="connsiteY388" fmla="*/ 464902 h 696873"/>
                <a:gd name="connsiteX389" fmla="*/ 470221 w 1212484"/>
                <a:gd name="connsiteY389" fmla="*/ 464960 h 696873"/>
                <a:gd name="connsiteX390" fmla="*/ 468357 w 1212484"/>
                <a:gd name="connsiteY390" fmla="*/ 465088 h 696873"/>
                <a:gd name="connsiteX391" fmla="*/ 466500 w 1212484"/>
                <a:gd name="connsiteY391" fmla="*/ 465192 h 696873"/>
                <a:gd name="connsiteX392" fmla="*/ 464962 w 1212484"/>
                <a:gd name="connsiteY392" fmla="*/ 465646 h 696873"/>
                <a:gd name="connsiteX393" fmla="*/ 464218 w 1212484"/>
                <a:gd name="connsiteY393" fmla="*/ 468622 h 696873"/>
                <a:gd name="connsiteX394" fmla="*/ 460869 w 1212484"/>
                <a:gd name="connsiteY394" fmla="*/ 469041 h 696873"/>
                <a:gd name="connsiteX395" fmla="*/ 457521 w 1212484"/>
                <a:gd name="connsiteY395" fmla="*/ 469366 h 696873"/>
                <a:gd name="connsiteX396" fmla="*/ 456777 w 1212484"/>
                <a:gd name="connsiteY396" fmla="*/ 471599 h 696873"/>
                <a:gd name="connsiteX397" fmla="*/ 452245 w 1212484"/>
                <a:gd name="connsiteY397" fmla="*/ 471968 h 696873"/>
                <a:gd name="connsiteX398" fmla="*/ 450824 w 1212484"/>
                <a:gd name="connsiteY398" fmla="*/ 472343 h 696873"/>
                <a:gd name="connsiteX399" fmla="*/ 450129 w 1212484"/>
                <a:gd name="connsiteY399" fmla="*/ 473846 h 696873"/>
                <a:gd name="connsiteX400" fmla="*/ 449335 w 1212484"/>
                <a:gd name="connsiteY400" fmla="*/ 475320 h 696873"/>
                <a:gd name="connsiteX401" fmla="*/ 445522 w 1212484"/>
                <a:gd name="connsiteY401" fmla="*/ 475506 h 696873"/>
                <a:gd name="connsiteX402" fmla="*/ 443469 w 1212484"/>
                <a:gd name="connsiteY402" fmla="*/ 475424 h 696873"/>
                <a:gd name="connsiteX403" fmla="*/ 441894 w 1212484"/>
                <a:gd name="connsiteY403" fmla="*/ 475320 h 696873"/>
                <a:gd name="connsiteX404" fmla="*/ 441894 w 1212484"/>
                <a:gd name="connsiteY404" fmla="*/ 478296 h 696873"/>
                <a:gd name="connsiteX405" fmla="*/ 438545 w 1212484"/>
                <a:gd name="connsiteY405" fmla="*/ 479087 h 696873"/>
                <a:gd name="connsiteX406" fmla="*/ 435197 w 1212484"/>
                <a:gd name="connsiteY406" fmla="*/ 479784 h 696873"/>
                <a:gd name="connsiteX407" fmla="*/ 435197 w 1212484"/>
                <a:gd name="connsiteY407" fmla="*/ 482017 h 696873"/>
                <a:gd name="connsiteX408" fmla="*/ 427011 w 1212484"/>
                <a:gd name="connsiteY408" fmla="*/ 482761 h 696873"/>
                <a:gd name="connsiteX409" fmla="*/ 427011 w 1212484"/>
                <a:gd name="connsiteY409" fmla="*/ 485738 h 696873"/>
                <a:gd name="connsiteX410" fmla="*/ 422505 w 1212484"/>
                <a:gd name="connsiteY410" fmla="*/ 485447 h 696873"/>
                <a:gd name="connsiteX411" fmla="*/ 421058 w 1212484"/>
                <a:gd name="connsiteY411" fmla="*/ 485738 h 696873"/>
                <a:gd name="connsiteX412" fmla="*/ 420337 w 1212484"/>
                <a:gd name="connsiteY412" fmla="*/ 487203 h 696873"/>
                <a:gd name="connsiteX413" fmla="*/ 419570 w 1212484"/>
                <a:gd name="connsiteY413" fmla="*/ 488714 h 696873"/>
                <a:gd name="connsiteX414" fmla="*/ 416128 w 1212484"/>
                <a:gd name="connsiteY414" fmla="*/ 489272 h 696873"/>
                <a:gd name="connsiteX415" fmla="*/ 414285 w 1212484"/>
                <a:gd name="connsiteY415" fmla="*/ 489400 h 696873"/>
                <a:gd name="connsiteX416" fmla="*/ 412872 w 1212484"/>
                <a:gd name="connsiteY416" fmla="*/ 489458 h 696873"/>
                <a:gd name="connsiteX417" fmla="*/ 412872 w 1212484"/>
                <a:gd name="connsiteY417" fmla="*/ 492435 h 696873"/>
                <a:gd name="connsiteX418" fmla="*/ 406175 w 1212484"/>
                <a:gd name="connsiteY418" fmla="*/ 492435 h 696873"/>
                <a:gd name="connsiteX419" fmla="*/ 406175 w 1212484"/>
                <a:gd name="connsiteY419" fmla="*/ 495411 h 696873"/>
                <a:gd name="connsiteX420" fmla="*/ 398734 w 1212484"/>
                <a:gd name="connsiteY420" fmla="*/ 496156 h 696873"/>
                <a:gd name="connsiteX421" fmla="*/ 398734 w 1212484"/>
                <a:gd name="connsiteY421" fmla="*/ 499132 h 696873"/>
                <a:gd name="connsiteX422" fmla="*/ 395850 w 1212484"/>
                <a:gd name="connsiteY422" fmla="*/ 499318 h 696873"/>
                <a:gd name="connsiteX423" fmla="*/ 392781 w 1212484"/>
                <a:gd name="connsiteY423" fmla="*/ 499876 h 696873"/>
                <a:gd name="connsiteX424" fmla="*/ 392060 w 1212484"/>
                <a:gd name="connsiteY424" fmla="*/ 501388 h 696873"/>
                <a:gd name="connsiteX425" fmla="*/ 391292 w 1212484"/>
                <a:gd name="connsiteY425" fmla="*/ 502853 h 696873"/>
                <a:gd name="connsiteX426" fmla="*/ 387851 w 1212484"/>
                <a:gd name="connsiteY426" fmla="*/ 503039 h 696873"/>
                <a:gd name="connsiteX427" fmla="*/ 386008 w 1212484"/>
                <a:gd name="connsiteY427" fmla="*/ 502957 h 696873"/>
                <a:gd name="connsiteX428" fmla="*/ 384595 w 1212484"/>
                <a:gd name="connsiteY428" fmla="*/ 502853 h 696873"/>
                <a:gd name="connsiteX429" fmla="*/ 384595 w 1212484"/>
                <a:gd name="connsiteY429" fmla="*/ 505829 h 696873"/>
                <a:gd name="connsiteX430" fmla="*/ 381246 w 1212484"/>
                <a:gd name="connsiteY430" fmla="*/ 506620 h 696873"/>
                <a:gd name="connsiteX431" fmla="*/ 377898 w 1212484"/>
                <a:gd name="connsiteY431" fmla="*/ 507318 h 696873"/>
                <a:gd name="connsiteX432" fmla="*/ 377898 w 1212484"/>
                <a:gd name="connsiteY432" fmla="*/ 509550 h 696873"/>
                <a:gd name="connsiteX433" fmla="*/ 376459 w 1212484"/>
                <a:gd name="connsiteY433" fmla="*/ 509634 h 696873"/>
                <a:gd name="connsiteX434" fmla="*/ 374596 w 1212484"/>
                <a:gd name="connsiteY434" fmla="*/ 509783 h 696873"/>
                <a:gd name="connsiteX435" fmla="*/ 372738 w 1212484"/>
                <a:gd name="connsiteY435" fmla="*/ 509913 h 696873"/>
                <a:gd name="connsiteX436" fmla="*/ 371200 w 1212484"/>
                <a:gd name="connsiteY436" fmla="*/ 510294 h 696873"/>
                <a:gd name="connsiteX437" fmla="*/ 370456 w 1212484"/>
                <a:gd name="connsiteY437" fmla="*/ 512527 h 696873"/>
                <a:gd name="connsiteX438" fmla="*/ 366689 w 1212484"/>
                <a:gd name="connsiteY438" fmla="*/ 513038 h 696873"/>
                <a:gd name="connsiteX439" fmla="*/ 364617 w 1212484"/>
                <a:gd name="connsiteY439" fmla="*/ 513186 h 696873"/>
                <a:gd name="connsiteX440" fmla="*/ 363015 w 1212484"/>
                <a:gd name="connsiteY440" fmla="*/ 513271 h 696873"/>
                <a:gd name="connsiteX441" fmla="*/ 363015 w 1212484"/>
                <a:gd name="connsiteY441" fmla="*/ 516247 h 696873"/>
                <a:gd name="connsiteX442" fmla="*/ 360085 w 1212484"/>
                <a:gd name="connsiteY442" fmla="*/ 516015 h 696873"/>
                <a:gd name="connsiteX443" fmla="*/ 357062 w 1212484"/>
                <a:gd name="connsiteY443" fmla="*/ 516247 h 696873"/>
                <a:gd name="connsiteX444" fmla="*/ 356736 w 1212484"/>
                <a:gd name="connsiteY444" fmla="*/ 518108 h 696873"/>
                <a:gd name="connsiteX445" fmla="*/ 356318 w 1212484"/>
                <a:gd name="connsiteY445" fmla="*/ 519968 h 696873"/>
                <a:gd name="connsiteX446" fmla="*/ 349620 w 1212484"/>
                <a:gd name="connsiteY446" fmla="*/ 519968 h 696873"/>
                <a:gd name="connsiteX447" fmla="*/ 349620 w 1212484"/>
                <a:gd name="connsiteY447" fmla="*/ 522945 h 696873"/>
                <a:gd name="connsiteX448" fmla="*/ 345042 w 1212484"/>
                <a:gd name="connsiteY448" fmla="*/ 523235 h 696873"/>
                <a:gd name="connsiteX449" fmla="*/ 343667 w 1212484"/>
                <a:gd name="connsiteY449" fmla="*/ 523689 h 696873"/>
                <a:gd name="connsiteX450" fmla="*/ 343316 w 1212484"/>
                <a:gd name="connsiteY450" fmla="*/ 525186 h 696873"/>
                <a:gd name="connsiteX451" fmla="*/ 342923 w 1212484"/>
                <a:gd name="connsiteY451" fmla="*/ 526665 h 696873"/>
                <a:gd name="connsiteX452" fmla="*/ 339574 w 1212484"/>
                <a:gd name="connsiteY452" fmla="*/ 527084 h 696873"/>
                <a:gd name="connsiteX453" fmla="*/ 336226 w 1212484"/>
                <a:gd name="connsiteY453" fmla="*/ 527409 h 696873"/>
                <a:gd name="connsiteX454" fmla="*/ 335482 w 1212484"/>
                <a:gd name="connsiteY454" fmla="*/ 529642 h 696873"/>
                <a:gd name="connsiteX455" fmla="*/ 332924 w 1212484"/>
                <a:gd name="connsiteY455" fmla="*/ 529967 h 696873"/>
                <a:gd name="connsiteX456" fmla="*/ 330273 w 1212484"/>
                <a:gd name="connsiteY456" fmla="*/ 530386 h 696873"/>
                <a:gd name="connsiteX457" fmla="*/ 329575 w 1212484"/>
                <a:gd name="connsiteY457" fmla="*/ 531874 h 696873"/>
                <a:gd name="connsiteX458" fmla="*/ 328784 w 1212484"/>
                <a:gd name="connsiteY458" fmla="*/ 533363 h 696873"/>
                <a:gd name="connsiteX459" fmla="*/ 324186 w 1212484"/>
                <a:gd name="connsiteY459" fmla="*/ 533848 h 696873"/>
                <a:gd name="connsiteX460" fmla="*/ 322831 w 1212484"/>
                <a:gd name="connsiteY460" fmla="*/ 534107 h 696873"/>
                <a:gd name="connsiteX461" fmla="*/ 321343 w 1212484"/>
                <a:gd name="connsiteY461" fmla="*/ 537083 h 696873"/>
                <a:gd name="connsiteX462" fmla="*/ 316878 w 1212484"/>
                <a:gd name="connsiteY462" fmla="*/ 537083 h 696873"/>
                <a:gd name="connsiteX463" fmla="*/ 316227 w 1212484"/>
                <a:gd name="connsiteY463" fmla="*/ 538525 h 696873"/>
                <a:gd name="connsiteX464" fmla="*/ 315390 w 1212484"/>
                <a:gd name="connsiteY464" fmla="*/ 540060 h 696873"/>
                <a:gd name="connsiteX465" fmla="*/ 312367 w 1212484"/>
                <a:gd name="connsiteY465" fmla="*/ 540432 h 696873"/>
                <a:gd name="connsiteX466" fmla="*/ 309437 w 1212484"/>
                <a:gd name="connsiteY466" fmla="*/ 540804 h 696873"/>
                <a:gd name="connsiteX467" fmla="*/ 309065 w 1212484"/>
                <a:gd name="connsiteY467" fmla="*/ 542292 h 696873"/>
                <a:gd name="connsiteX468" fmla="*/ 308693 w 1212484"/>
                <a:gd name="connsiteY468" fmla="*/ 543781 h 696873"/>
                <a:gd name="connsiteX469" fmla="*/ 304088 w 1212484"/>
                <a:gd name="connsiteY469" fmla="*/ 544249 h 696873"/>
                <a:gd name="connsiteX470" fmla="*/ 302740 w 1212484"/>
                <a:gd name="connsiteY470" fmla="*/ 544525 h 696873"/>
                <a:gd name="connsiteX471" fmla="*/ 301995 w 1212484"/>
                <a:gd name="connsiteY471" fmla="*/ 546757 h 696873"/>
                <a:gd name="connsiteX472" fmla="*/ 297391 w 1212484"/>
                <a:gd name="connsiteY472" fmla="*/ 547780 h 696873"/>
                <a:gd name="connsiteX473" fmla="*/ 296042 w 1212484"/>
                <a:gd name="connsiteY473" fmla="*/ 548245 h 696873"/>
                <a:gd name="connsiteX474" fmla="*/ 295298 w 1212484"/>
                <a:gd name="connsiteY474" fmla="*/ 550478 h 696873"/>
                <a:gd name="connsiteX475" fmla="*/ 290694 w 1212484"/>
                <a:gd name="connsiteY475" fmla="*/ 550920 h 696873"/>
                <a:gd name="connsiteX476" fmla="*/ 289345 w 1212484"/>
                <a:gd name="connsiteY476" fmla="*/ 551222 h 696873"/>
                <a:gd name="connsiteX477" fmla="*/ 288601 w 1212484"/>
                <a:gd name="connsiteY477" fmla="*/ 553454 h 696873"/>
                <a:gd name="connsiteX478" fmla="*/ 281904 w 1212484"/>
                <a:gd name="connsiteY478" fmla="*/ 554199 h 696873"/>
                <a:gd name="connsiteX479" fmla="*/ 281904 w 1212484"/>
                <a:gd name="connsiteY479" fmla="*/ 557175 h 696873"/>
                <a:gd name="connsiteX480" fmla="*/ 278974 w 1212484"/>
                <a:gd name="connsiteY480" fmla="*/ 557361 h 696873"/>
                <a:gd name="connsiteX481" fmla="*/ 275950 w 1212484"/>
                <a:gd name="connsiteY481" fmla="*/ 557919 h 696873"/>
                <a:gd name="connsiteX482" fmla="*/ 275578 w 1212484"/>
                <a:gd name="connsiteY482" fmla="*/ 559407 h 696873"/>
                <a:gd name="connsiteX483" fmla="*/ 275206 w 1212484"/>
                <a:gd name="connsiteY483" fmla="*/ 560896 h 696873"/>
                <a:gd name="connsiteX484" fmla="*/ 270602 w 1212484"/>
                <a:gd name="connsiteY484" fmla="*/ 561364 h 696873"/>
                <a:gd name="connsiteX485" fmla="*/ 269253 w 1212484"/>
                <a:gd name="connsiteY485" fmla="*/ 561640 h 696873"/>
                <a:gd name="connsiteX486" fmla="*/ 268509 w 1212484"/>
                <a:gd name="connsiteY486" fmla="*/ 563872 h 696873"/>
                <a:gd name="connsiteX487" fmla="*/ 265114 w 1212484"/>
                <a:gd name="connsiteY487" fmla="*/ 564384 h 696873"/>
                <a:gd name="connsiteX488" fmla="*/ 263251 w 1212484"/>
                <a:gd name="connsiteY488" fmla="*/ 564532 h 696873"/>
                <a:gd name="connsiteX489" fmla="*/ 261812 w 1212484"/>
                <a:gd name="connsiteY489" fmla="*/ 564616 h 696873"/>
                <a:gd name="connsiteX490" fmla="*/ 261812 w 1212484"/>
                <a:gd name="connsiteY490" fmla="*/ 567593 h 696873"/>
                <a:gd name="connsiteX491" fmla="*/ 259254 w 1212484"/>
                <a:gd name="connsiteY491" fmla="*/ 567826 h 696873"/>
                <a:gd name="connsiteX492" fmla="*/ 256603 w 1212484"/>
                <a:gd name="connsiteY492" fmla="*/ 568337 h 696873"/>
                <a:gd name="connsiteX493" fmla="*/ 255859 w 1212484"/>
                <a:gd name="connsiteY493" fmla="*/ 570570 h 696873"/>
                <a:gd name="connsiteX494" fmla="*/ 252464 w 1212484"/>
                <a:gd name="connsiteY494" fmla="*/ 571081 h 696873"/>
                <a:gd name="connsiteX495" fmla="*/ 250600 w 1212484"/>
                <a:gd name="connsiteY495" fmla="*/ 571229 h 696873"/>
                <a:gd name="connsiteX496" fmla="*/ 249161 w 1212484"/>
                <a:gd name="connsiteY496" fmla="*/ 571314 h 696873"/>
                <a:gd name="connsiteX497" fmla="*/ 249161 w 1212484"/>
                <a:gd name="connsiteY497" fmla="*/ 574290 h 696873"/>
                <a:gd name="connsiteX498" fmla="*/ 242464 w 1212484"/>
                <a:gd name="connsiteY498" fmla="*/ 574290 h 696873"/>
                <a:gd name="connsiteX499" fmla="*/ 242464 w 1212484"/>
                <a:gd name="connsiteY499" fmla="*/ 578011 h 696873"/>
                <a:gd name="connsiteX500" fmla="*/ 236511 w 1212484"/>
                <a:gd name="connsiteY500" fmla="*/ 578011 h 696873"/>
                <a:gd name="connsiteX501" fmla="*/ 236511 w 1212484"/>
                <a:gd name="connsiteY501" fmla="*/ 580988 h 696873"/>
                <a:gd name="connsiteX502" fmla="*/ 229814 w 1212484"/>
                <a:gd name="connsiteY502" fmla="*/ 581732 h 696873"/>
                <a:gd name="connsiteX503" fmla="*/ 229814 w 1212484"/>
                <a:gd name="connsiteY503" fmla="*/ 584708 h 696873"/>
                <a:gd name="connsiteX504" fmla="*/ 225236 w 1212484"/>
                <a:gd name="connsiteY504" fmla="*/ 585072 h 696873"/>
                <a:gd name="connsiteX505" fmla="*/ 223861 w 1212484"/>
                <a:gd name="connsiteY505" fmla="*/ 585452 h 696873"/>
                <a:gd name="connsiteX506" fmla="*/ 223116 w 1212484"/>
                <a:gd name="connsiteY506" fmla="*/ 587685 h 696873"/>
                <a:gd name="connsiteX507" fmla="*/ 218439 w 1212484"/>
                <a:gd name="connsiteY507" fmla="*/ 588708 h 696873"/>
                <a:gd name="connsiteX508" fmla="*/ 217163 w 1212484"/>
                <a:gd name="connsiteY508" fmla="*/ 589173 h 696873"/>
                <a:gd name="connsiteX509" fmla="*/ 217163 w 1212484"/>
                <a:gd name="connsiteY509" fmla="*/ 591406 h 696873"/>
                <a:gd name="connsiteX510" fmla="*/ 215724 w 1212484"/>
                <a:gd name="connsiteY510" fmla="*/ 591275 h 696873"/>
                <a:gd name="connsiteX511" fmla="*/ 210466 w 1212484"/>
                <a:gd name="connsiteY511" fmla="*/ 591406 h 696873"/>
                <a:gd name="connsiteX512" fmla="*/ 209722 w 1212484"/>
                <a:gd name="connsiteY512" fmla="*/ 595126 h 696873"/>
                <a:gd name="connsiteX513" fmla="*/ 205257 w 1212484"/>
                <a:gd name="connsiteY513" fmla="*/ 595126 h 696873"/>
                <a:gd name="connsiteX514" fmla="*/ 204606 w 1212484"/>
                <a:gd name="connsiteY514" fmla="*/ 596568 h 696873"/>
                <a:gd name="connsiteX515" fmla="*/ 203769 w 1212484"/>
                <a:gd name="connsiteY515" fmla="*/ 598103 h 696873"/>
                <a:gd name="connsiteX516" fmla="*/ 197816 w 1212484"/>
                <a:gd name="connsiteY516" fmla="*/ 598847 h 696873"/>
                <a:gd name="connsiteX517" fmla="*/ 197816 w 1212484"/>
                <a:gd name="connsiteY517" fmla="*/ 601823 h 696873"/>
                <a:gd name="connsiteX518" fmla="*/ 191118 w 1212484"/>
                <a:gd name="connsiteY518" fmla="*/ 601823 h 696873"/>
                <a:gd name="connsiteX519" fmla="*/ 191118 w 1212484"/>
                <a:gd name="connsiteY519" fmla="*/ 604800 h 696873"/>
                <a:gd name="connsiteX520" fmla="*/ 188560 w 1212484"/>
                <a:gd name="connsiteY520" fmla="*/ 604986 h 696873"/>
                <a:gd name="connsiteX521" fmla="*/ 185909 w 1212484"/>
                <a:gd name="connsiteY521" fmla="*/ 605544 h 696873"/>
                <a:gd name="connsiteX522" fmla="*/ 185584 w 1212484"/>
                <a:gd name="connsiteY522" fmla="*/ 607032 h 696873"/>
                <a:gd name="connsiteX523" fmla="*/ 185165 w 1212484"/>
                <a:gd name="connsiteY523" fmla="*/ 608521 h 696873"/>
                <a:gd name="connsiteX524" fmla="*/ 180587 w 1212484"/>
                <a:gd name="connsiteY524" fmla="*/ 609006 h 696873"/>
                <a:gd name="connsiteX525" fmla="*/ 179212 w 1212484"/>
                <a:gd name="connsiteY525" fmla="*/ 609265 h 696873"/>
                <a:gd name="connsiteX526" fmla="*/ 178468 w 1212484"/>
                <a:gd name="connsiteY526" fmla="*/ 610800 h 696873"/>
                <a:gd name="connsiteX527" fmla="*/ 177724 w 1212484"/>
                <a:gd name="connsiteY527" fmla="*/ 612241 h 696873"/>
                <a:gd name="connsiteX528" fmla="*/ 171771 w 1212484"/>
                <a:gd name="connsiteY528" fmla="*/ 612241 h 696873"/>
                <a:gd name="connsiteX529" fmla="*/ 171771 w 1212484"/>
                <a:gd name="connsiteY529" fmla="*/ 615218 h 696873"/>
                <a:gd name="connsiteX530" fmla="*/ 169213 w 1212484"/>
                <a:gd name="connsiteY530" fmla="*/ 615404 h 696873"/>
                <a:gd name="connsiteX531" fmla="*/ 166562 w 1212484"/>
                <a:gd name="connsiteY531" fmla="*/ 615962 h 696873"/>
                <a:gd name="connsiteX532" fmla="*/ 166190 w 1212484"/>
                <a:gd name="connsiteY532" fmla="*/ 617450 h 696873"/>
                <a:gd name="connsiteX533" fmla="*/ 165818 w 1212484"/>
                <a:gd name="connsiteY533" fmla="*/ 618939 h 696873"/>
                <a:gd name="connsiteX534" fmla="*/ 160609 w 1212484"/>
                <a:gd name="connsiteY534" fmla="*/ 619683 h 696873"/>
                <a:gd name="connsiteX535" fmla="*/ 159865 w 1212484"/>
                <a:gd name="connsiteY535" fmla="*/ 621915 h 696873"/>
                <a:gd name="connsiteX536" fmla="*/ 155260 w 1212484"/>
                <a:gd name="connsiteY536" fmla="*/ 622938 h 696873"/>
                <a:gd name="connsiteX537" fmla="*/ 153911 w 1212484"/>
                <a:gd name="connsiteY537" fmla="*/ 623404 h 696873"/>
                <a:gd name="connsiteX538" fmla="*/ 153167 w 1212484"/>
                <a:gd name="connsiteY538" fmla="*/ 625636 h 696873"/>
                <a:gd name="connsiteX539" fmla="*/ 148598 w 1212484"/>
                <a:gd name="connsiteY539" fmla="*/ 626095 h 696873"/>
                <a:gd name="connsiteX540" fmla="*/ 147214 w 1212484"/>
                <a:gd name="connsiteY540" fmla="*/ 626380 h 696873"/>
                <a:gd name="connsiteX541" fmla="*/ 145726 w 1212484"/>
                <a:gd name="connsiteY541" fmla="*/ 629357 h 696873"/>
                <a:gd name="connsiteX542" fmla="*/ 142005 w 1212484"/>
                <a:gd name="connsiteY542" fmla="*/ 629357 h 696873"/>
                <a:gd name="connsiteX543" fmla="*/ 141354 w 1212484"/>
                <a:gd name="connsiteY543" fmla="*/ 630798 h 696873"/>
                <a:gd name="connsiteX544" fmla="*/ 140517 w 1212484"/>
                <a:gd name="connsiteY544" fmla="*/ 632333 h 696873"/>
                <a:gd name="connsiteX545" fmla="*/ 135308 w 1212484"/>
                <a:gd name="connsiteY545" fmla="*/ 633077 h 696873"/>
                <a:gd name="connsiteX546" fmla="*/ 134564 w 1212484"/>
                <a:gd name="connsiteY546" fmla="*/ 634566 h 696873"/>
                <a:gd name="connsiteX547" fmla="*/ 133820 w 1212484"/>
                <a:gd name="connsiteY547" fmla="*/ 636054 h 696873"/>
                <a:gd name="connsiteX548" fmla="*/ 128611 w 1212484"/>
                <a:gd name="connsiteY548" fmla="*/ 636798 h 696873"/>
                <a:gd name="connsiteX549" fmla="*/ 127866 w 1212484"/>
                <a:gd name="connsiteY549" fmla="*/ 639031 h 696873"/>
                <a:gd name="connsiteX550" fmla="*/ 125262 w 1212484"/>
                <a:gd name="connsiteY550" fmla="*/ 639356 h 696873"/>
                <a:gd name="connsiteX551" fmla="*/ 122657 w 1212484"/>
                <a:gd name="connsiteY551" fmla="*/ 639775 h 696873"/>
                <a:gd name="connsiteX552" fmla="*/ 122332 w 1212484"/>
                <a:gd name="connsiteY552" fmla="*/ 641263 h 696873"/>
                <a:gd name="connsiteX553" fmla="*/ 121913 w 1212484"/>
                <a:gd name="connsiteY553" fmla="*/ 642751 h 696873"/>
                <a:gd name="connsiteX554" fmla="*/ 117309 w 1212484"/>
                <a:gd name="connsiteY554" fmla="*/ 643219 h 696873"/>
                <a:gd name="connsiteX555" fmla="*/ 115960 w 1212484"/>
                <a:gd name="connsiteY555" fmla="*/ 643495 h 696873"/>
                <a:gd name="connsiteX556" fmla="*/ 115216 w 1212484"/>
                <a:gd name="connsiteY556" fmla="*/ 645728 h 696873"/>
                <a:gd name="connsiteX557" fmla="*/ 110539 w 1212484"/>
                <a:gd name="connsiteY557" fmla="*/ 646751 h 696873"/>
                <a:gd name="connsiteX558" fmla="*/ 109263 w 1212484"/>
                <a:gd name="connsiteY558" fmla="*/ 647216 h 696873"/>
                <a:gd name="connsiteX559" fmla="*/ 109263 w 1212484"/>
                <a:gd name="connsiteY559" fmla="*/ 649448 h 696873"/>
                <a:gd name="connsiteX560" fmla="*/ 106333 w 1212484"/>
                <a:gd name="connsiteY560" fmla="*/ 649216 h 696873"/>
                <a:gd name="connsiteX561" fmla="*/ 103310 w 1212484"/>
                <a:gd name="connsiteY561" fmla="*/ 649448 h 696873"/>
                <a:gd name="connsiteX562" fmla="*/ 102566 w 1212484"/>
                <a:gd name="connsiteY562" fmla="*/ 653169 h 696873"/>
                <a:gd name="connsiteX563" fmla="*/ 97357 w 1212484"/>
                <a:gd name="connsiteY563" fmla="*/ 653913 h 696873"/>
                <a:gd name="connsiteX564" fmla="*/ 96613 w 1212484"/>
                <a:gd name="connsiteY564" fmla="*/ 656146 h 696873"/>
                <a:gd name="connsiteX565" fmla="*/ 93589 w 1212484"/>
                <a:gd name="connsiteY565" fmla="*/ 656657 h 696873"/>
                <a:gd name="connsiteX566" fmla="*/ 90659 w 1212484"/>
                <a:gd name="connsiteY566" fmla="*/ 656890 h 696873"/>
                <a:gd name="connsiteX567" fmla="*/ 90659 w 1212484"/>
                <a:gd name="connsiteY567" fmla="*/ 659866 h 696873"/>
                <a:gd name="connsiteX568" fmla="*/ 83962 w 1212484"/>
                <a:gd name="connsiteY568" fmla="*/ 659866 h 696873"/>
                <a:gd name="connsiteX569" fmla="*/ 83962 w 1212484"/>
                <a:gd name="connsiteY569" fmla="*/ 662843 h 696873"/>
                <a:gd name="connsiteX570" fmla="*/ 78009 w 1212484"/>
                <a:gd name="connsiteY570" fmla="*/ 663587 h 696873"/>
                <a:gd name="connsiteX571" fmla="*/ 78009 w 1212484"/>
                <a:gd name="connsiteY571" fmla="*/ 666564 h 696873"/>
                <a:gd name="connsiteX572" fmla="*/ 71312 w 1212484"/>
                <a:gd name="connsiteY572" fmla="*/ 667308 h 696873"/>
                <a:gd name="connsiteX573" fmla="*/ 71312 w 1212484"/>
                <a:gd name="connsiteY573" fmla="*/ 670284 h 696873"/>
                <a:gd name="connsiteX574" fmla="*/ 64615 w 1212484"/>
                <a:gd name="connsiteY574" fmla="*/ 670284 h 696873"/>
                <a:gd name="connsiteX575" fmla="*/ 64615 w 1212484"/>
                <a:gd name="connsiteY575" fmla="*/ 673261 h 696873"/>
                <a:gd name="connsiteX576" fmla="*/ 62057 w 1212484"/>
                <a:gd name="connsiteY576" fmla="*/ 673447 h 696873"/>
                <a:gd name="connsiteX577" fmla="*/ 59406 w 1212484"/>
                <a:gd name="connsiteY577" fmla="*/ 674005 h 696873"/>
                <a:gd name="connsiteX578" fmla="*/ 59077 w 1212484"/>
                <a:gd name="connsiteY578" fmla="*/ 675502 h 696873"/>
                <a:gd name="connsiteX579" fmla="*/ 58661 w 1212484"/>
                <a:gd name="connsiteY579" fmla="*/ 676982 h 696873"/>
                <a:gd name="connsiteX580" fmla="*/ 55313 w 1212484"/>
                <a:gd name="connsiteY580" fmla="*/ 677400 h 696873"/>
                <a:gd name="connsiteX581" fmla="*/ 51964 w 1212484"/>
                <a:gd name="connsiteY581" fmla="*/ 677726 h 696873"/>
                <a:gd name="connsiteX582" fmla="*/ 51220 w 1212484"/>
                <a:gd name="connsiteY582" fmla="*/ 679958 h 696873"/>
                <a:gd name="connsiteX583" fmla="*/ 48615 w 1212484"/>
                <a:gd name="connsiteY583" fmla="*/ 679865 h 696873"/>
                <a:gd name="connsiteX584" fmla="*/ 46011 w 1212484"/>
                <a:gd name="connsiteY584" fmla="*/ 679958 h 696873"/>
                <a:gd name="connsiteX585" fmla="*/ 45685 w 1212484"/>
                <a:gd name="connsiteY585" fmla="*/ 681772 h 696873"/>
                <a:gd name="connsiteX586" fmla="*/ 45267 w 1212484"/>
                <a:gd name="connsiteY586" fmla="*/ 683679 h 696873"/>
                <a:gd name="connsiteX587" fmla="*/ 40662 w 1212484"/>
                <a:gd name="connsiteY587" fmla="*/ 684173 h 696873"/>
                <a:gd name="connsiteX588" fmla="*/ 39314 w 1212484"/>
                <a:gd name="connsiteY588" fmla="*/ 684423 h 696873"/>
                <a:gd name="connsiteX589" fmla="*/ 38570 w 1212484"/>
                <a:gd name="connsiteY589" fmla="*/ 686656 h 696873"/>
                <a:gd name="connsiteX590" fmla="*/ 35547 w 1212484"/>
                <a:gd name="connsiteY590" fmla="*/ 687167 h 696873"/>
                <a:gd name="connsiteX591" fmla="*/ 32616 w 1212484"/>
                <a:gd name="connsiteY591" fmla="*/ 687400 h 696873"/>
                <a:gd name="connsiteX592" fmla="*/ 32616 w 1212484"/>
                <a:gd name="connsiteY592" fmla="*/ 690376 h 696873"/>
                <a:gd name="connsiteX593" fmla="*/ 28038 w 1212484"/>
                <a:gd name="connsiteY593" fmla="*/ 690667 h 696873"/>
                <a:gd name="connsiteX594" fmla="*/ 26663 w 1212484"/>
                <a:gd name="connsiteY594" fmla="*/ 691120 h 696873"/>
                <a:gd name="connsiteX595" fmla="*/ 26312 w 1212484"/>
                <a:gd name="connsiteY595" fmla="*/ 692617 h 696873"/>
                <a:gd name="connsiteX596" fmla="*/ 25919 w 1212484"/>
                <a:gd name="connsiteY596" fmla="*/ 694097 h 696873"/>
                <a:gd name="connsiteX597" fmla="*/ 22571 w 1212484"/>
                <a:gd name="connsiteY597" fmla="*/ 694516 h 696873"/>
                <a:gd name="connsiteX598" fmla="*/ 19222 w 1212484"/>
                <a:gd name="connsiteY598" fmla="*/ 694841 h 696873"/>
                <a:gd name="connsiteX599" fmla="*/ 18478 w 1212484"/>
                <a:gd name="connsiteY599" fmla="*/ 697073 h 696873"/>
                <a:gd name="connsiteX600" fmla="*/ 11036 w 1212484"/>
                <a:gd name="connsiteY600" fmla="*/ 697073 h 696873"/>
                <a:gd name="connsiteX601" fmla="*/ 10292 w 1212484"/>
                <a:gd name="connsiteY601" fmla="*/ 681447 h 696873"/>
                <a:gd name="connsiteX602" fmla="*/ 8060 w 1212484"/>
                <a:gd name="connsiteY602" fmla="*/ 681447 h 696873"/>
                <a:gd name="connsiteX603" fmla="*/ 8015 w 1212484"/>
                <a:gd name="connsiteY603" fmla="*/ 679751 h 696873"/>
                <a:gd name="connsiteX604" fmla="*/ 7781 w 1212484"/>
                <a:gd name="connsiteY604" fmla="*/ 672191 h 696873"/>
                <a:gd name="connsiteX605" fmla="*/ 7711 w 1212484"/>
                <a:gd name="connsiteY605" fmla="*/ 669521 h 696873"/>
                <a:gd name="connsiteX606" fmla="*/ 7624 w 1212484"/>
                <a:gd name="connsiteY606" fmla="*/ 666985 h 696873"/>
                <a:gd name="connsiteX607" fmla="*/ 7553 w 1212484"/>
                <a:gd name="connsiteY607" fmla="*/ 664635 h 696873"/>
                <a:gd name="connsiteX608" fmla="*/ 7316 w 1212484"/>
                <a:gd name="connsiteY608" fmla="*/ 662843 h 696873"/>
                <a:gd name="connsiteX609" fmla="*/ 5827 w 1212484"/>
                <a:gd name="connsiteY609" fmla="*/ 662099 h 696873"/>
                <a:gd name="connsiteX610" fmla="*/ 5598 w 1212484"/>
                <a:gd name="connsiteY610" fmla="*/ 657872 h 696873"/>
                <a:gd name="connsiteX611" fmla="*/ 5541 w 1212484"/>
                <a:gd name="connsiteY611" fmla="*/ 655265 h 696873"/>
                <a:gd name="connsiteX612" fmla="*/ 5471 w 1212484"/>
                <a:gd name="connsiteY612" fmla="*/ 649789 h 696873"/>
                <a:gd name="connsiteX613" fmla="*/ 5412 w 1212484"/>
                <a:gd name="connsiteY613" fmla="*/ 647175 h 696873"/>
                <a:gd name="connsiteX614" fmla="*/ 5381 w 1212484"/>
                <a:gd name="connsiteY614" fmla="*/ 644769 h 696873"/>
                <a:gd name="connsiteX615" fmla="*/ 3964 w 1212484"/>
                <a:gd name="connsiteY615" fmla="*/ 641734 h 696873"/>
                <a:gd name="connsiteX616" fmla="*/ 2597 w 1212484"/>
                <a:gd name="connsiteY616" fmla="*/ 636918 h 696873"/>
                <a:gd name="connsiteX617" fmla="*/ 2598 w 1212484"/>
                <a:gd name="connsiteY617" fmla="*/ 634707 h 696873"/>
                <a:gd name="connsiteX618" fmla="*/ 2633 w 1212484"/>
                <a:gd name="connsiteY618" fmla="*/ 632325 h 696873"/>
                <a:gd name="connsiteX619" fmla="*/ 2642 w 1212484"/>
                <a:gd name="connsiteY619" fmla="*/ 629882 h 696873"/>
                <a:gd name="connsiteX620" fmla="*/ 2711 w 1212484"/>
                <a:gd name="connsiteY620" fmla="*/ 622148 h 696873"/>
                <a:gd name="connsiteX621" fmla="*/ 2742 w 1212484"/>
                <a:gd name="connsiteY621" fmla="*/ 616908 h 696873"/>
                <a:gd name="connsiteX622" fmla="*/ 2851 w 1212484"/>
                <a:gd name="connsiteY622" fmla="*/ 604056 h 696873"/>
                <a:gd name="connsiteX623" fmla="*/ 1363 w 1212484"/>
                <a:gd name="connsiteY623" fmla="*/ 604056 h 696873"/>
                <a:gd name="connsiteX624" fmla="*/ 1324 w 1212484"/>
                <a:gd name="connsiteY624" fmla="*/ 571786 h 696873"/>
                <a:gd name="connsiteX625" fmla="*/ 1306 w 1212484"/>
                <a:gd name="connsiteY625" fmla="*/ 556803 h 696873"/>
                <a:gd name="connsiteX626" fmla="*/ 1292 w 1212484"/>
                <a:gd name="connsiteY626" fmla="*/ 542357 h 696873"/>
                <a:gd name="connsiteX627" fmla="*/ 1284 w 1212484"/>
                <a:gd name="connsiteY627" fmla="*/ 536832 h 696873"/>
                <a:gd name="connsiteX628" fmla="*/ 1278 w 1212484"/>
                <a:gd name="connsiteY628" fmla="*/ 529123 h 696873"/>
                <a:gd name="connsiteX629" fmla="*/ 1270 w 1212484"/>
                <a:gd name="connsiteY629" fmla="*/ 526791 h 696873"/>
                <a:gd name="connsiteX630" fmla="*/ 1273 w 1212484"/>
                <a:gd name="connsiteY630" fmla="*/ 524682 h 696873"/>
                <a:gd name="connsiteX631" fmla="*/ 1271 w 1212484"/>
                <a:gd name="connsiteY631" fmla="*/ 522838 h 696873"/>
                <a:gd name="connsiteX632" fmla="*/ 2107 w 1212484"/>
                <a:gd name="connsiteY632" fmla="*/ 520712 h 696873"/>
                <a:gd name="connsiteX633" fmla="*/ 2224 w 1212484"/>
                <a:gd name="connsiteY633" fmla="*/ 517316 h 696873"/>
                <a:gd name="connsiteX634" fmla="*/ 2247 w 1212484"/>
                <a:gd name="connsiteY634" fmla="*/ 515126 h 696873"/>
                <a:gd name="connsiteX635" fmla="*/ 2264 w 1212484"/>
                <a:gd name="connsiteY635" fmla="*/ 512742 h 696873"/>
                <a:gd name="connsiteX636" fmla="*/ 2328 w 1212484"/>
                <a:gd name="connsiteY636" fmla="*/ 507794 h 696873"/>
                <a:gd name="connsiteX637" fmla="*/ 2405 w 1212484"/>
                <a:gd name="connsiteY637" fmla="*/ 499955 h 696873"/>
                <a:gd name="connsiteX638" fmla="*/ 2496 w 1212484"/>
                <a:gd name="connsiteY638" fmla="*/ 492417 h 696873"/>
                <a:gd name="connsiteX639" fmla="*/ 2504 w 1212484"/>
                <a:gd name="connsiteY639" fmla="*/ 490042 h 696873"/>
                <a:gd name="connsiteX640" fmla="*/ 2541 w 1212484"/>
                <a:gd name="connsiteY640" fmla="*/ 487838 h 696873"/>
                <a:gd name="connsiteX641" fmla="*/ 2559 w 1212484"/>
                <a:gd name="connsiteY641" fmla="*/ 485897 h 696873"/>
                <a:gd name="connsiteX642" fmla="*/ 5083 w 1212484"/>
                <a:gd name="connsiteY642" fmla="*/ 482017 h 696873"/>
                <a:gd name="connsiteX643" fmla="*/ 5412 w 1212484"/>
                <a:gd name="connsiteY643" fmla="*/ 477267 h 696873"/>
                <a:gd name="connsiteX644" fmla="*/ 5471 w 1212484"/>
                <a:gd name="connsiteY644" fmla="*/ 474450 h 696873"/>
                <a:gd name="connsiteX645" fmla="*/ 5502 w 1212484"/>
                <a:gd name="connsiteY645" fmla="*/ 471506 h 696873"/>
                <a:gd name="connsiteX646" fmla="*/ 5598 w 1212484"/>
                <a:gd name="connsiteY646" fmla="*/ 465733 h 696873"/>
                <a:gd name="connsiteX647" fmla="*/ 5626 w 1212484"/>
                <a:gd name="connsiteY647" fmla="*/ 463143 h 696873"/>
                <a:gd name="connsiteX648" fmla="*/ 5827 w 1212484"/>
                <a:gd name="connsiteY648" fmla="*/ 461181 h 696873"/>
                <a:gd name="connsiteX649" fmla="*/ 7316 w 1212484"/>
                <a:gd name="connsiteY649" fmla="*/ 460437 h 696873"/>
                <a:gd name="connsiteX650" fmla="*/ 7545 w 1212484"/>
                <a:gd name="connsiteY650" fmla="*/ 456484 h 696873"/>
                <a:gd name="connsiteX651" fmla="*/ 7602 w 1212484"/>
                <a:gd name="connsiteY651" fmla="*/ 454059 h 696873"/>
                <a:gd name="connsiteX652" fmla="*/ 7672 w 1212484"/>
                <a:gd name="connsiteY652" fmla="*/ 448955 h 696873"/>
                <a:gd name="connsiteX653" fmla="*/ 7731 w 1212484"/>
                <a:gd name="connsiteY653" fmla="*/ 446531 h 696873"/>
                <a:gd name="connsiteX654" fmla="*/ 7762 w 1212484"/>
                <a:gd name="connsiteY654" fmla="*/ 444290 h 696873"/>
                <a:gd name="connsiteX655" fmla="*/ 8060 w 1212484"/>
                <a:gd name="connsiteY655" fmla="*/ 442577 h 696873"/>
                <a:gd name="connsiteX656" fmla="*/ 10292 w 1212484"/>
                <a:gd name="connsiteY656" fmla="*/ 441833 h 696873"/>
                <a:gd name="connsiteX657" fmla="*/ 10488 w 1212484"/>
                <a:gd name="connsiteY657" fmla="*/ 433295 h 696873"/>
                <a:gd name="connsiteX658" fmla="*/ 11036 w 1212484"/>
                <a:gd name="connsiteY658" fmla="*/ 428439 h 696873"/>
                <a:gd name="connsiteX659" fmla="*/ 15501 w 1212484"/>
                <a:gd name="connsiteY659" fmla="*/ 426950 h 696873"/>
                <a:gd name="connsiteX660" fmla="*/ 16245 w 1212484"/>
                <a:gd name="connsiteY660" fmla="*/ 423974 h 696873"/>
                <a:gd name="connsiteX661" fmla="*/ 19222 w 1212484"/>
                <a:gd name="connsiteY661" fmla="*/ 423974 h 696873"/>
                <a:gd name="connsiteX662" fmla="*/ 19222 w 1212484"/>
                <a:gd name="connsiteY662" fmla="*/ 420997 h 696873"/>
                <a:gd name="connsiteX663" fmla="*/ 22199 w 1212484"/>
                <a:gd name="connsiteY663" fmla="*/ 420997 h 696873"/>
                <a:gd name="connsiteX664" fmla="*/ 23687 w 1212484"/>
                <a:gd name="connsiteY664" fmla="*/ 417277 h 696873"/>
                <a:gd name="connsiteX665" fmla="*/ 26663 w 1212484"/>
                <a:gd name="connsiteY665" fmla="*/ 416532 h 696873"/>
                <a:gd name="connsiteX666" fmla="*/ 27035 w 1212484"/>
                <a:gd name="connsiteY666" fmla="*/ 414998 h 696873"/>
                <a:gd name="connsiteX667" fmla="*/ 27407 w 1212484"/>
                <a:gd name="connsiteY667" fmla="*/ 413556 h 696873"/>
                <a:gd name="connsiteX668" fmla="*/ 30384 w 1212484"/>
                <a:gd name="connsiteY668" fmla="*/ 413556 h 696873"/>
                <a:gd name="connsiteX669" fmla="*/ 30384 w 1212484"/>
                <a:gd name="connsiteY669" fmla="*/ 410579 h 696873"/>
                <a:gd name="connsiteX670" fmla="*/ 33361 w 1212484"/>
                <a:gd name="connsiteY670" fmla="*/ 410579 h 696873"/>
                <a:gd name="connsiteX671" fmla="*/ 33686 w 1212484"/>
                <a:gd name="connsiteY671" fmla="*/ 409138 h 696873"/>
                <a:gd name="connsiteX672" fmla="*/ 34105 w 1212484"/>
                <a:gd name="connsiteY672" fmla="*/ 407603 h 696873"/>
                <a:gd name="connsiteX673" fmla="*/ 36012 w 1212484"/>
                <a:gd name="connsiteY673" fmla="*/ 407231 h 696873"/>
                <a:gd name="connsiteX674" fmla="*/ 37825 w 1212484"/>
                <a:gd name="connsiteY674" fmla="*/ 406859 h 696873"/>
                <a:gd name="connsiteX675" fmla="*/ 37825 w 1212484"/>
                <a:gd name="connsiteY675" fmla="*/ 403882 h 696873"/>
                <a:gd name="connsiteX676" fmla="*/ 40802 w 1212484"/>
                <a:gd name="connsiteY676" fmla="*/ 403138 h 696873"/>
                <a:gd name="connsiteX677" fmla="*/ 41546 w 1212484"/>
                <a:gd name="connsiteY677" fmla="*/ 400906 h 696873"/>
                <a:gd name="connsiteX678" fmla="*/ 42988 w 1212484"/>
                <a:gd name="connsiteY678" fmla="*/ 400208 h 696873"/>
                <a:gd name="connsiteX679" fmla="*/ 45267 w 1212484"/>
                <a:gd name="connsiteY679" fmla="*/ 397882 h 696873"/>
                <a:gd name="connsiteX680" fmla="*/ 46011 w 1212484"/>
                <a:gd name="connsiteY680" fmla="*/ 396441 h 696873"/>
                <a:gd name="connsiteX681" fmla="*/ 48988 w 1212484"/>
                <a:gd name="connsiteY681" fmla="*/ 395697 h 696873"/>
                <a:gd name="connsiteX682" fmla="*/ 49732 w 1212484"/>
                <a:gd name="connsiteY682" fmla="*/ 393464 h 696873"/>
                <a:gd name="connsiteX683" fmla="*/ 51964 w 1212484"/>
                <a:gd name="connsiteY683" fmla="*/ 392720 h 696873"/>
                <a:gd name="connsiteX684" fmla="*/ 52708 w 1212484"/>
                <a:gd name="connsiteY684" fmla="*/ 390488 h 696873"/>
                <a:gd name="connsiteX685" fmla="*/ 56429 w 1212484"/>
                <a:gd name="connsiteY685" fmla="*/ 388999 h 696873"/>
                <a:gd name="connsiteX686" fmla="*/ 57173 w 1212484"/>
                <a:gd name="connsiteY686" fmla="*/ 386767 h 696873"/>
                <a:gd name="connsiteX687" fmla="*/ 58615 w 1212484"/>
                <a:gd name="connsiteY687" fmla="*/ 386441 h 696873"/>
                <a:gd name="connsiteX688" fmla="*/ 60150 w 1212484"/>
                <a:gd name="connsiteY688" fmla="*/ 386023 h 696873"/>
                <a:gd name="connsiteX689" fmla="*/ 61638 w 1212484"/>
                <a:gd name="connsiteY689" fmla="*/ 383046 h 696873"/>
                <a:gd name="connsiteX690" fmla="*/ 64615 w 1212484"/>
                <a:gd name="connsiteY690" fmla="*/ 381558 h 696873"/>
                <a:gd name="connsiteX691" fmla="*/ 65359 w 1212484"/>
                <a:gd name="connsiteY691" fmla="*/ 379325 h 696873"/>
                <a:gd name="connsiteX692" fmla="*/ 68335 w 1212484"/>
                <a:gd name="connsiteY692" fmla="*/ 379325 h 696873"/>
                <a:gd name="connsiteX693" fmla="*/ 69079 w 1212484"/>
                <a:gd name="connsiteY693" fmla="*/ 376349 h 696873"/>
                <a:gd name="connsiteX694" fmla="*/ 71312 w 1212484"/>
                <a:gd name="connsiteY694" fmla="*/ 375605 h 696873"/>
                <a:gd name="connsiteX695" fmla="*/ 71963 w 1212484"/>
                <a:gd name="connsiteY695" fmla="*/ 374070 h 696873"/>
                <a:gd name="connsiteX696" fmla="*/ 72800 w 1212484"/>
                <a:gd name="connsiteY696" fmla="*/ 372628 h 696873"/>
                <a:gd name="connsiteX697" fmla="*/ 76521 w 1212484"/>
                <a:gd name="connsiteY697" fmla="*/ 372628 h 696873"/>
                <a:gd name="connsiteX698" fmla="*/ 76521 w 1212484"/>
                <a:gd name="connsiteY698" fmla="*/ 369652 h 696873"/>
                <a:gd name="connsiteX699" fmla="*/ 79497 w 1212484"/>
                <a:gd name="connsiteY699" fmla="*/ 368908 h 696873"/>
                <a:gd name="connsiteX700" fmla="*/ 80195 w 1212484"/>
                <a:gd name="connsiteY700" fmla="*/ 367373 h 696873"/>
                <a:gd name="connsiteX701" fmla="*/ 80986 w 1212484"/>
                <a:gd name="connsiteY701" fmla="*/ 365931 h 696873"/>
                <a:gd name="connsiteX702" fmla="*/ 84706 w 1212484"/>
                <a:gd name="connsiteY702" fmla="*/ 365931 h 696873"/>
                <a:gd name="connsiteX703" fmla="*/ 84706 w 1212484"/>
                <a:gd name="connsiteY703" fmla="*/ 362954 h 696873"/>
                <a:gd name="connsiteX704" fmla="*/ 87683 w 1212484"/>
                <a:gd name="connsiteY704" fmla="*/ 362954 h 696873"/>
                <a:gd name="connsiteX705" fmla="*/ 87962 w 1212484"/>
                <a:gd name="connsiteY705" fmla="*/ 361141 h 696873"/>
                <a:gd name="connsiteX706" fmla="*/ 88427 w 1212484"/>
                <a:gd name="connsiteY706" fmla="*/ 359234 h 696873"/>
                <a:gd name="connsiteX707" fmla="*/ 92892 w 1212484"/>
                <a:gd name="connsiteY707" fmla="*/ 358490 h 696873"/>
                <a:gd name="connsiteX708" fmla="*/ 92892 w 1212484"/>
                <a:gd name="connsiteY708" fmla="*/ 356257 h 696873"/>
                <a:gd name="connsiteX709" fmla="*/ 95868 w 1212484"/>
                <a:gd name="connsiteY709" fmla="*/ 354769 h 696873"/>
                <a:gd name="connsiteX710" fmla="*/ 96613 w 1212484"/>
                <a:gd name="connsiteY710" fmla="*/ 352536 h 696873"/>
                <a:gd name="connsiteX711" fmla="*/ 100333 w 1212484"/>
                <a:gd name="connsiteY711" fmla="*/ 351048 h 696873"/>
                <a:gd name="connsiteX712" fmla="*/ 101822 w 1212484"/>
                <a:gd name="connsiteY712" fmla="*/ 348816 h 696873"/>
                <a:gd name="connsiteX713" fmla="*/ 104054 w 1212484"/>
                <a:gd name="connsiteY713" fmla="*/ 348072 h 696873"/>
                <a:gd name="connsiteX714" fmla="*/ 104798 w 1212484"/>
                <a:gd name="connsiteY714" fmla="*/ 345839 h 696873"/>
                <a:gd name="connsiteX715" fmla="*/ 108519 w 1212484"/>
                <a:gd name="connsiteY715" fmla="*/ 344351 h 696873"/>
                <a:gd name="connsiteX716" fmla="*/ 109263 w 1212484"/>
                <a:gd name="connsiteY716" fmla="*/ 342118 h 696873"/>
                <a:gd name="connsiteX717" fmla="*/ 110658 w 1212484"/>
                <a:gd name="connsiteY717" fmla="*/ 341793 h 696873"/>
                <a:gd name="connsiteX718" fmla="*/ 113356 w 1212484"/>
                <a:gd name="connsiteY718" fmla="*/ 339840 h 696873"/>
                <a:gd name="connsiteX719" fmla="*/ 114472 w 1212484"/>
                <a:gd name="connsiteY719" fmla="*/ 338398 h 696873"/>
                <a:gd name="connsiteX720" fmla="*/ 117449 w 1212484"/>
                <a:gd name="connsiteY720" fmla="*/ 338398 h 696873"/>
                <a:gd name="connsiteX721" fmla="*/ 118193 w 1212484"/>
                <a:gd name="connsiteY721" fmla="*/ 335421 h 696873"/>
                <a:gd name="connsiteX722" fmla="*/ 120425 w 1212484"/>
                <a:gd name="connsiteY722" fmla="*/ 334677 h 696873"/>
                <a:gd name="connsiteX723" fmla="*/ 121076 w 1212484"/>
                <a:gd name="connsiteY723" fmla="*/ 333142 h 696873"/>
                <a:gd name="connsiteX724" fmla="*/ 121913 w 1212484"/>
                <a:gd name="connsiteY724" fmla="*/ 331700 h 696873"/>
                <a:gd name="connsiteX725" fmla="*/ 125634 w 1212484"/>
                <a:gd name="connsiteY725" fmla="*/ 331700 h 696873"/>
                <a:gd name="connsiteX726" fmla="*/ 126378 w 1212484"/>
                <a:gd name="connsiteY726" fmla="*/ 328724 h 696873"/>
                <a:gd name="connsiteX727" fmla="*/ 129355 w 1212484"/>
                <a:gd name="connsiteY727" fmla="*/ 327236 h 696873"/>
                <a:gd name="connsiteX728" fmla="*/ 130099 w 1212484"/>
                <a:gd name="connsiteY728" fmla="*/ 325003 h 696873"/>
                <a:gd name="connsiteX729" fmla="*/ 134564 w 1212484"/>
                <a:gd name="connsiteY729" fmla="*/ 325003 h 696873"/>
                <a:gd name="connsiteX730" fmla="*/ 134564 w 1212484"/>
                <a:gd name="connsiteY730" fmla="*/ 322027 h 696873"/>
                <a:gd name="connsiteX731" fmla="*/ 139029 w 1212484"/>
                <a:gd name="connsiteY731" fmla="*/ 321283 h 696873"/>
                <a:gd name="connsiteX732" fmla="*/ 139029 w 1212484"/>
                <a:gd name="connsiteY732" fmla="*/ 318306 h 696873"/>
                <a:gd name="connsiteX733" fmla="*/ 140842 w 1212484"/>
                <a:gd name="connsiteY733" fmla="*/ 318538 h 696873"/>
                <a:gd name="connsiteX734" fmla="*/ 142749 w 1212484"/>
                <a:gd name="connsiteY734" fmla="*/ 318306 h 696873"/>
                <a:gd name="connsiteX735" fmla="*/ 143493 w 1212484"/>
                <a:gd name="connsiteY735" fmla="*/ 314585 h 696873"/>
                <a:gd name="connsiteX736" fmla="*/ 147214 w 1212484"/>
                <a:gd name="connsiteY736" fmla="*/ 313841 h 696873"/>
                <a:gd name="connsiteX737" fmla="*/ 147958 w 1212484"/>
                <a:gd name="connsiteY737" fmla="*/ 311609 h 696873"/>
                <a:gd name="connsiteX738" fmla="*/ 149865 w 1212484"/>
                <a:gd name="connsiteY738" fmla="*/ 311283 h 696873"/>
                <a:gd name="connsiteX739" fmla="*/ 151679 w 1212484"/>
                <a:gd name="connsiteY739" fmla="*/ 310865 h 696873"/>
                <a:gd name="connsiteX740" fmla="*/ 151679 w 1212484"/>
                <a:gd name="connsiteY740" fmla="*/ 307888 h 696873"/>
                <a:gd name="connsiteX741" fmla="*/ 153865 w 1212484"/>
                <a:gd name="connsiteY741" fmla="*/ 308074 h 696873"/>
                <a:gd name="connsiteX742" fmla="*/ 156144 w 1212484"/>
                <a:gd name="connsiteY742" fmla="*/ 307888 h 696873"/>
                <a:gd name="connsiteX743" fmla="*/ 156888 w 1212484"/>
                <a:gd name="connsiteY743" fmla="*/ 304911 h 696873"/>
                <a:gd name="connsiteX744" fmla="*/ 160609 w 1212484"/>
                <a:gd name="connsiteY744" fmla="*/ 303423 h 696873"/>
                <a:gd name="connsiteX745" fmla="*/ 160609 w 1212484"/>
                <a:gd name="connsiteY745" fmla="*/ 301191 h 696873"/>
                <a:gd name="connsiteX746" fmla="*/ 165074 w 1212484"/>
                <a:gd name="connsiteY746" fmla="*/ 299702 h 696873"/>
                <a:gd name="connsiteX747" fmla="*/ 165818 w 1212484"/>
                <a:gd name="connsiteY747" fmla="*/ 297470 h 696873"/>
                <a:gd name="connsiteX748" fmla="*/ 169538 w 1212484"/>
                <a:gd name="connsiteY748" fmla="*/ 296726 h 696873"/>
                <a:gd name="connsiteX749" fmla="*/ 170282 w 1212484"/>
                <a:gd name="connsiteY749" fmla="*/ 294493 h 696873"/>
                <a:gd name="connsiteX750" fmla="*/ 174747 w 1212484"/>
                <a:gd name="connsiteY750" fmla="*/ 293749 h 696873"/>
                <a:gd name="connsiteX751" fmla="*/ 174747 w 1212484"/>
                <a:gd name="connsiteY751" fmla="*/ 290773 h 696873"/>
                <a:gd name="connsiteX752" fmla="*/ 178468 w 1212484"/>
                <a:gd name="connsiteY752" fmla="*/ 290029 h 696873"/>
                <a:gd name="connsiteX753" fmla="*/ 179212 w 1212484"/>
                <a:gd name="connsiteY753" fmla="*/ 287796 h 696873"/>
                <a:gd name="connsiteX754" fmla="*/ 181073 w 1212484"/>
                <a:gd name="connsiteY754" fmla="*/ 287471 h 696873"/>
                <a:gd name="connsiteX755" fmla="*/ 182933 w 1212484"/>
                <a:gd name="connsiteY755" fmla="*/ 287052 h 696873"/>
                <a:gd name="connsiteX756" fmla="*/ 183258 w 1212484"/>
                <a:gd name="connsiteY756" fmla="*/ 285564 h 696873"/>
                <a:gd name="connsiteX757" fmla="*/ 183677 w 1212484"/>
                <a:gd name="connsiteY757" fmla="*/ 284075 h 696873"/>
                <a:gd name="connsiteX758" fmla="*/ 188142 w 1212484"/>
                <a:gd name="connsiteY758" fmla="*/ 283331 h 696873"/>
                <a:gd name="connsiteX759" fmla="*/ 188886 w 1212484"/>
                <a:gd name="connsiteY759" fmla="*/ 281099 h 696873"/>
                <a:gd name="connsiteX760" fmla="*/ 191863 w 1212484"/>
                <a:gd name="connsiteY760" fmla="*/ 279611 h 696873"/>
                <a:gd name="connsiteX761" fmla="*/ 192607 w 1212484"/>
                <a:gd name="connsiteY761" fmla="*/ 277378 h 696873"/>
                <a:gd name="connsiteX762" fmla="*/ 194839 w 1212484"/>
                <a:gd name="connsiteY762" fmla="*/ 277053 h 696873"/>
                <a:gd name="connsiteX763" fmla="*/ 197072 w 1212484"/>
                <a:gd name="connsiteY763" fmla="*/ 276634 h 696873"/>
                <a:gd name="connsiteX764" fmla="*/ 197444 w 1212484"/>
                <a:gd name="connsiteY764" fmla="*/ 275099 h 696873"/>
                <a:gd name="connsiteX765" fmla="*/ 197816 w 1212484"/>
                <a:gd name="connsiteY765" fmla="*/ 273658 h 696873"/>
                <a:gd name="connsiteX766" fmla="*/ 202281 w 1212484"/>
                <a:gd name="connsiteY766" fmla="*/ 273658 h 696873"/>
                <a:gd name="connsiteX767" fmla="*/ 202281 w 1212484"/>
                <a:gd name="connsiteY767" fmla="*/ 270681 h 696873"/>
                <a:gd name="connsiteX768" fmla="*/ 206745 w 1212484"/>
                <a:gd name="connsiteY768" fmla="*/ 269193 h 696873"/>
                <a:gd name="connsiteX769" fmla="*/ 207490 w 1212484"/>
                <a:gd name="connsiteY769" fmla="*/ 266960 h 696873"/>
                <a:gd name="connsiteX770" fmla="*/ 209350 w 1212484"/>
                <a:gd name="connsiteY770" fmla="*/ 266635 h 696873"/>
                <a:gd name="connsiteX771" fmla="*/ 211210 w 1212484"/>
                <a:gd name="connsiteY771" fmla="*/ 266216 h 696873"/>
                <a:gd name="connsiteX772" fmla="*/ 211582 w 1212484"/>
                <a:gd name="connsiteY772" fmla="*/ 264681 h 696873"/>
                <a:gd name="connsiteX773" fmla="*/ 211954 w 1212484"/>
                <a:gd name="connsiteY773" fmla="*/ 263240 h 696873"/>
                <a:gd name="connsiteX774" fmla="*/ 215675 w 1212484"/>
                <a:gd name="connsiteY774" fmla="*/ 263240 h 696873"/>
                <a:gd name="connsiteX775" fmla="*/ 216373 w 1212484"/>
                <a:gd name="connsiteY775" fmla="*/ 261798 h 696873"/>
                <a:gd name="connsiteX776" fmla="*/ 217163 w 1212484"/>
                <a:gd name="connsiteY776" fmla="*/ 260263 h 696873"/>
                <a:gd name="connsiteX777" fmla="*/ 219442 w 1212484"/>
                <a:gd name="connsiteY777" fmla="*/ 259891 h 696873"/>
                <a:gd name="connsiteX778" fmla="*/ 221628 w 1212484"/>
                <a:gd name="connsiteY778" fmla="*/ 259519 h 696873"/>
                <a:gd name="connsiteX779" fmla="*/ 222000 w 1212484"/>
                <a:gd name="connsiteY779" fmla="*/ 257984 h 696873"/>
                <a:gd name="connsiteX780" fmla="*/ 222372 w 1212484"/>
                <a:gd name="connsiteY780" fmla="*/ 256542 h 696873"/>
                <a:gd name="connsiteX781" fmla="*/ 226837 w 1212484"/>
                <a:gd name="connsiteY781" fmla="*/ 256542 h 696873"/>
                <a:gd name="connsiteX782" fmla="*/ 227581 w 1212484"/>
                <a:gd name="connsiteY782" fmla="*/ 253566 h 696873"/>
                <a:gd name="connsiteX783" fmla="*/ 232046 w 1212484"/>
                <a:gd name="connsiteY783" fmla="*/ 252822 h 696873"/>
                <a:gd name="connsiteX784" fmla="*/ 232046 w 1212484"/>
                <a:gd name="connsiteY784" fmla="*/ 249845 h 696873"/>
                <a:gd name="connsiteX785" fmla="*/ 236511 w 1212484"/>
                <a:gd name="connsiteY785" fmla="*/ 248357 h 696873"/>
                <a:gd name="connsiteX786" fmla="*/ 237999 w 1212484"/>
                <a:gd name="connsiteY786" fmla="*/ 246124 h 696873"/>
                <a:gd name="connsiteX787" fmla="*/ 241720 w 1212484"/>
                <a:gd name="connsiteY787" fmla="*/ 246124 h 696873"/>
                <a:gd name="connsiteX788" fmla="*/ 241720 w 1212484"/>
                <a:gd name="connsiteY788" fmla="*/ 243148 h 696873"/>
                <a:gd name="connsiteX789" fmla="*/ 243906 w 1212484"/>
                <a:gd name="connsiteY789" fmla="*/ 242962 h 696873"/>
                <a:gd name="connsiteX790" fmla="*/ 246185 w 1212484"/>
                <a:gd name="connsiteY790" fmla="*/ 242404 h 696873"/>
                <a:gd name="connsiteX791" fmla="*/ 246510 w 1212484"/>
                <a:gd name="connsiteY791" fmla="*/ 240869 h 696873"/>
                <a:gd name="connsiteX792" fmla="*/ 246929 w 1212484"/>
                <a:gd name="connsiteY792" fmla="*/ 239427 h 696873"/>
                <a:gd name="connsiteX793" fmla="*/ 252138 w 1212484"/>
                <a:gd name="connsiteY793" fmla="*/ 239427 h 696873"/>
                <a:gd name="connsiteX794" fmla="*/ 252138 w 1212484"/>
                <a:gd name="connsiteY794" fmla="*/ 236450 h 696873"/>
                <a:gd name="connsiteX795" fmla="*/ 257347 w 1212484"/>
                <a:gd name="connsiteY795" fmla="*/ 234962 h 696873"/>
                <a:gd name="connsiteX796" fmla="*/ 258091 w 1212484"/>
                <a:gd name="connsiteY796" fmla="*/ 232730 h 696873"/>
                <a:gd name="connsiteX797" fmla="*/ 261812 w 1212484"/>
                <a:gd name="connsiteY797" fmla="*/ 231986 h 696873"/>
                <a:gd name="connsiteX798" fmla="*/ 262556 w 1212484"/>
                <a:gd name="connsiteY798" fmla="*/ 229753 h 696873"/>
                <a:gd name="connsiteX799" fmla="*/ 267765 w 1212484"/>
                <a:gd name="connsiteY799" fmla="*/ 228265 h 696873"/>
                <a:gd name="connsiteX800" fmla="*/ 268509 w 1212484"/>
                <a:gd name="connsiteY800" fmla="*/ 226033 h 696873"/>
                <a:gd name="connsiteX801" fmla="*/ 270741 w 1212484"/>
                <a:gd name="connsiteY801" fmla="*/ 225707 h 696873"/>
                <a:gd name="connsiteX802" fmla="*/ 272974 w 1212484"/>
                <a:gd name="connsiteY802" fmla="*/ 225288 h 696873"/>
                <a:gd name="connsiteX803" fmla="*/ 273299 w 1212484"/>
                <a:gd name="connsiteY803" fmla="*/ 223754 h 696873"/>
                <a:gd name="connsiteX804" fmla="*/ 273718 w 1212484"/>
                <a:gd name="connsiteY804" fmla="*/ 222312 h 696873"/>
                <a:gd name="connsiteX805" fmla="*/ 278927 w 1212484"/>
                <a:gd name="connsiteY805" fmla="*/ 222312 h 696873"/>
                <a:gd name="connsiteX806" fmla="*/ 278927 w 1212484"/>
                <a:gd name="connsiteY806" fmla="*/ 219335 h 696873"/>
                <a:gd name="connsiteX807" fmla="*/ 284136 w 1212484"/>
                <a:gd name="connsiteY807" fmla="*/ 217847 h 696873"/>
                <a:gd name="connsiteX808" fmla="*/ 284880 w 1212484"/>
                <a:gd name="connsiteY808" fmla="*/ 215615 h 696873"/>
                <a:gd name="connsiteX809" fmla="*/ 289345 w 1212484"/>
                <a:gd name="connsiteY809" fmla="*/ 214870 h 696873"/>
                <a:gd name="connsiteX810" fmla="*/ 290089 w 1212484"/>
                <a:gd name="connsiteY810" fmla="*/ 212638 h 696873"/>
                <a:gd name="connsiteX811" fmla="*/ 295298 w 1212484"/>
                <a:gd name="connsiteY811" fmla="*/ 211894 h 696873"/>
                <a:gd name="connsiteX812" fmla="*/ 295298 w 1212484"/>
                <a:gd name="connsiteY812" fmla="*/ 208917 h 696873"/>
                <a:gd name="connsiteX813" fmla="*/ 297856 w 1212484"/>
                <a:gd name="connsiteY813" fmla="*/ 209150 h 696873"/>
                <a:gd name="connsiteX814" fmla="*/ 300507 w 1212484"/>
                <a:gd name="connsiteY814" fmla="*/ 208917 h 696873"/>
                <a:gd name="connsiteX815" fmla="*/ 301251 w 1212484"/>
                <a:gd name="connsiteY815" fmla="*/ 205197 h 696873"/>
                <a:gd name="connsiteX816" fmla="*/ 305716 w 1212484"/>
                <a:gd name="connsiteY816" fmla="*/ 204452 h 696873"/>
                <a:gd name="connsiteX817" fmla="*/ 306460 w 1212484"/>
                <a:gd name="connsiteY817" fmla="*/ 202220 h 696873"/>
                <a:gd name="connsiteX818" fmla="*/ 309111 w 1212484"/>
                <a:gd name="connsiteY818" fmla="*/ 201476 h 696873"/>
                <a:gd name="connsiteX819" fmla="*/ 311669 w 1212484"/>
                <a:gd name="connsiteY819" fmla="*/ 200732 h 696873"/>
                <a:gd name="connsiteX820" fmla="*/ 311669 w 1212484"/>
                <a:gd name="connsiteY820" fmla="*/ 198499 h 696873"/>
                <a:gd name="connsiteX821" fmla="*/ 314553 w 1212484"/>
                <a:gd name="connsiteY821" fmla="*/ 198732 h 696873"/>
                <a:gd name="connsiteX822" fmla="*/ 317622 w 1212484"/>
                <a:gd name="connsiteY822" fmla="*/ 198499 h 696873"/>
                <a:gd name="connsiteX823" fmla="*/ 319111 w 1212484"/>
                <a:gd name="connsiteY823" fmla="*/ 194779 h 696873"/>
                <a:gd name="connsiteX824" fmla="*/ 322831 w 1212484"/>
                <a:gd name="connsiteY824" fmla="*/ 194034 h 696873"/>
                <a:gd name="connsiteX825" fmla="*/ 323575 w 1212484"/>
                <a:gd name="connsiteY825" fmla="*/ 191802 h 696873"/>
                <a:gd name="connsiteX826" fmla="*/ 326180 w 1212484"/>
                <a:gd name="connsiteY826" fmla="*/ 191476 h 696873"/>
                <a:gd name="connsiteX827" fmla="*/ 328784 w 1212484"/>
                <a:gd name="connsiteY827" fmla="*/ 191058 h 696873"/>
                <a:gd name="connsiteX828" fmla="*/ 329157 w 1212484"/>
                <a:gd name="connsiteY828" fmla="*/ 189570 h 696873"/>
                <a:gd name="connsiteX829" fmla="*/ 329529 w 1212484"/>
                <a:gd name="connsiteY829" fmla="*/ 188081 h 696873"/>
                <a:gd name="connsiteX830" fmla="*/ 334738 w 1212484"/>
                <a:gd name="connsiteY830" fmla="*/ 187337 h 696873"/>
                <a:gd name="connsiteX831" fmla="*/ 335482 w 1212484"/>
                <a:gd name="connsiteY831" fmla="*/ 185105 h 696873"/>
                <a:gd name="connsiteX832" fmla="*/ 338505 w 1212484"/>
                <a:gd name="connsiteY832" fmla="*/ 184593 h 696873"/>
                <a:gd name="connsiteX833" fmla="*/ 341435 w 1212484"/>
                <a:gd name="connsiteY833" fmla="*/ 184361 h 696873"/>
                <a:gd name="connsiteX834" fmla="*/ 341435 w 1212484"/>
                <a:gd name="connsiteY834" fmla="*/ 181384 h 696873"/>
                <a:gd name="connsiteX835" fmla="*/ 343993 w 1212484"/>
                <a:gd name="connsiteY835" fmla="*/ 181152 h 696873"/>
                <a:gd name="connsiteX836" fmla="*/ 346644 w 1212484"/>
                <a:gd name="connsiteY836" fmla="*/ 180640 h 696873"/>
                <a:gd name="connsiteX837" fmla="*/ 347388 w 1212484"/>
                <a:gd name="connsiteY837" fmla="*/ 178408 h 696873"/>
                <a:gd name="connsiteX838" fmla="*/ 349992 w 1212484"/>
                <a:gd name="connsiteY838" fmla="*/ 178082 h 696873"/>
                <a:gd name="connsiteX839" fmla="*/ 352597 w 1212484"/>
                <a:gd name="connsiteY839" fmla="*/ 177663 h 696873"/>
                <a:gd name="connsiteX840" fmla="*/ 352969 w 1212484"/>
                <a:gd name="connsiteY840" fmla="*/ 176175 h 696873"/>
                <a:gd name="connsiteX841" fmla="*/ 353341 w 1212484"/>
                <a:gd name="connsiteY841" fmla="*/ 174687 h 696873"/>
                <a:gd name="connsiteX842" fmla="*/ 358550 w 1212484"/>
                <a:gd name="connsiteY842" fmla="*/ 173943 h 696873"/>
                <a:gd name="connsiteX843" fmla="*/ 358876 w 1212484"/>
                <a:gd name="connsiteY843" fmla="*/ 172454 h 696873"/>
                <a:gd name="connsiteX844" fmla="*/ 359294 w 1212484"/>
                <a:gd name="connsiteY844" fmla="*/ 170966 h 696873"/>
                <a:gd name="connsiteX845" fmla="*/ 363899 w 1212484"/>
                <a:gd name="connsiteY845" fmla="*/ 170498 h 696873"/>
                <a:gd name="connsiteX846" fmla="*/ 365247 w 1212484"/>
                <a:gd name="connsiteY846" fmla="*/ 170222 h 696873"/>
                <a:gd name="connsiteX847" fmla="*/ 365991 w 1212484"/>
                <a:gd name="connsiteY847" fmla="*/ 167990 h 696873"/>
                <a:gd name="connsiteX848" fmla="*/ 368596 w 1212484"/>
                <a:gd name="connsiteY848" fmla="*/ 167664 h 696873"/>
                <a:gd name="connsiteX849" fmla="*/ 371200 w 1212484"/>
                <a:gd name="connsiteY849" fmla="*/ 167245 h 696873"/>
                <a:gd name="connsiteX850" fmla="*/ 371526 w 1212484"/>
                <a:gd name="connsiteY850" fmla="*/ 165711 h 696873"/>
                <a:gd name="connsiteX851" fmla="*/ 371945 w 1212484"/>
                <a:gd name="connsiteY851" fmla="*/ 164269 h 696873"/>
                <a:gd name="connsiteX852" fmla="*/ 377898 w 1212484"/>
                <a:gd name="connsiteY852" fmla="*/ 164269 h 696873"/>
                <a:gd name="connsiteX853" fmla="*/ 378642 w 1212484"/>
                <a:gd name="connsiteY853" fmla="*/ 161292 h 696873"/>
                <a:gd name="connsiteX854" fmla="*/ 381618 w 1212484"/>
                <a:gd name="connsiteY854" fmla="*/ 160502 h 696873"/>
                <a:gd name="connsiteX855" fmla="*/ 384595 w 1212484"/>
                <a:gd name="connsiteY855" fmla="*/ 159804 h 696873"/>
                <a:gd name="connsiteX856" fmla="*/ 385339 w 1212484"/>
                <a:gd name="connsiteY856" fmla="*/ 157572 h 696873"/>
                <a:gd name="connsiteX857" fmla="*/ 387944 w 1212484"/>
                <a:gd name="connsiteY857" fmla="*/ 157246 h 696873"/>
                <a:gd name="connsiteX858" fmla="*/ 390548 w 1212484"/>
                <a:gd name="connsiteY858" fmla="*/ 156827 h 696873"/>
                <a:gd name="connsiteX859" fmla="*/ 391292 w 1212484"/>
                <a:gd name="connsiteY859" fmla="*/ 153851 h 696873"/>
                <a:gd name="connsiteX860" fmla="*/ 395757 w 1212484"/>
                <a:gd name="connsiteY860" fmla="*/ 153851 h 696873"/>
                <a:gd name="connsiteX861" fmla="*/ 397990 w 1212484"/>
                <a:gd name="connsiteY861" fmla="*/ 150874 h 696873"/>
                <a:gd name="connsiteX862" fmla="*/ 400966 w 1212484"/>
                <a:gd name="connsiteY862" fmla="*/ 150549 h 696873"/>
                <a:gd name="connsiteX863" fmla="*/ 403943 w 1212484"/>
                <a:gd name="connsiteY863" fmla="*/ 150130 h 696873"/>
                <a:gd name="connsiteX864" fmla="*/ 404315 w 1212484"/>
                <a:gd name="connsiteY864" fmla="*/ 148642 h 696873"/>
                <a:gd name="connsiteX865" fmla="*/ 404687 w 1212484"/>
                <a:gd name="connsiteY865" fmla="*/ 147154 h 696873"/>
                <a:gd name="connsiteX866" fmla="*/ 409291 w 1212484"/>
                <a:gd name="connsiteY866" fmla="*/ 146686 h 696873"/>
                <a:gd name="connsiteX867" fmla="*/ 410640 w 1212484"/>
                <a:gd name="connsiteY867" fmla="*/ 146409 h 696873"/>
                <a:gd name="connsiteX868" fmla="*/ 411384 w 1212484"/>
                <a:gd name="connsiteY868" fmla="*/ 144177 h 696873"/>
                <a:gd name="connsiteX869" fmla="*/ 415988 w 1212484"/>
                <a:gd name="connsiteY869" fmla="*/ 143154 h 696873"/>
                <a:gd name="connsiteX870" fmla="*/ 417337 w 1212484"/>
                <a:gd name="connsiteY870" fmla="*/ 142689 h 696873"/>
                <a:gd name="connsiteX871" fmla="*/ 418081 w 1212484"/>
                <a:gd name="connsiteY871" fmla="*/ 140456 h 696873"/>
                <a:gd name="connsiteX872" fmla="*/ 422613 w 1212484"/>
                <a:gd name="connsiteY872" fmla="*/ 140087 h 696873"/>
                <a:gd name="connsiteX873" fmla="*/ 424034 w 1212484"/>
                <a:gd name="connsiteY873" fmla="*/ 139712 h 696873"/>
                <a:gd name="connsiteX874" fmla="*/ 424752 w 1212484"/>
                <a:gd name="connsiteY874" fmla="*/ 138209 h 696873"/>
                <a:gd name="connsiteX875" fmla="*/ 425523 w 1212484"/>
                <a:gd name="connsiteY875" fmla="*/ 136736 h 696873"/>
                <a:gd name="connsiteX876" fmla="*/ 428964 w 1212484"/>
                <a:gd name="connsiteY876" fmla="*/ 136550 h 696873"/>
                <a:gd name="connsiteX877" fmla="*/ 430807 w 1212484"/>
                <a:gd name="connsiteY877" fmla="*/ 136631 h 696873"/>
                <a:gd name="connsiteX878" fmla="*/ 432220 w 1212484"/>
                <a:gd name="connsiteY878" fmla="*/ 136736 h 696873"/>
                <a:gd name="connsiteX879" fmla="*/ 432220 w 1212484"/>
                <a:gd name="connsiteY879" fmla="*/ 133759 h 696873"/>
                <a:gd name="connsiteX880" fmla="*/ 436798 w 1212484"/>
                <a:gd name="connsiteY880" fmla="*/ 133468 h 696873"/>
                <a:gd name="connsiteX881" fmla="*/ 438173 w 1212484"/>
                <a:gd name="connsiteY881" fmla="*/ 133015 h 696873"/>
                <a:gd name="connsiteX882" fmla="*/ 438499 w 1212484"/>
                <a:gd name="connsiteY882" fmla="*/ 131503 h 696873"/>
                <a:gd name="connsiteX883" fmla="*/ 438917 w 1212484"/>
                <a:gd name="connsiteY883" fmla="*/ 130038 h 696873"/>
                <a:gd name="connsiteX884" fmla="*/ 442684 w 1212484"/>
                <a:gd name="connsiteY884" fmla="*/ 129852 h 696873"/>
                <a:gd name="connsiteX885" fmla="*/ 444757 w 1212484"/>
                <a:gd name="connsiteY885" fmla="*/ 129934 h 696873"/>
                <a:gd name="connsiteX886" fmla="*/ 446359 w 1212484"/>
                <a:gd name="connsiteY886" fmla="*/ 130038 h 696873"/>
                <a:gd name="connsiteX887" fmla="*/ 446359 w 1212484"/>
                <a:gd name="connsiteY887" fmla="*/ 127062 h 696873"/>
                <a:gd name="connsiteX888" fmla="*/ 449707 w 1212484"/>
                <a:gd name="connsiteY888" fmla="*/ 126271 h 696873"/>
                <a:gd name="connsiteX889" fmla="*/ 453056 w 1212484"/>
                <a:gd name="connsiteY889" fmla="*/ 125574 h 696873"/>
                <a:gd name="connsiteX890" fmla="*/ 453056 w 1212484"/>
                <a:gd name="connsiteY890" fmla="*/ 123341 h 696873"/>
                <a:gd name="connsiteX891" fmla="*/ 454658 w 1212484"/>
                <a:gd name="connsiteY891" fmla="*/ 123257 h 696873"/>
                <a:gd name="connsiteX892" fmla="*/ 456730 w 1212484"/>
                <a:gd name="connsiteY892" fmla="*/ 123109 h 696873"/>
                <a:gd name="connsiteX893" fmla="*/ 458797 w 1212484"/>
                <a:gd name="connsiteY893" fmla="*/ 122978 h 696873"/>
                <a:gd name="connsiteX894" fmla="*/ 460497 w 1212484"/>
                <a:gd name="connsiteY894" fmla="*/ 122597 h 696873"/>
                <a:gd name="connsiteX895" fmla="*/ 461241 w 1212484"/>
                <a:gd name="connsiteY895" fmla="*/ 120365 h 696873"/>
                <a:gd name="connsiteX896" fmla="*/ 464962 w 1212484"/>
                <a:gd name="connsiteY896" fmla="*/ 119620 h 696873"/>
                <a:gd name="connsiteX897" fmla="*/ 467939 w 1212484"/>
                <a:gd name="connsiteY897" fmla="*/ 118876 h 696873"/>
                <a:gd name="connsiteX898" fmla="*/ 468683 w 1212484"/>
                <a:gd name="connsiteY898" fmla="*/ 116644 h 696873"/>
                <a:gd name="connsiteX899" fmla="*/ 472450 w 1212484"/>
                <a:gd name="connsiteY899" fmla="*/ 116132 h 696873"/>
                <a:gd name="connsiteX900" fmla="*/ 474523 w 1212484"/>
                <a:gd name="connsiteY900" fmla="*/ 115984 h 696873"/>
                <a:gd name="connsiteX901" fmla="*/ 476124 w 1212484"/>
                <a:gd name="connsiteY901" fmla="*/ 115900 h 696873"/>
                <a:gd name="connsiteX902" fmla="*/ 476124 w 1212484"/>
                <a:gd name="connsiteY902" fmla="*/ 112923 h 696873"/>
                <a:gd name="connsiteX903" fmla="*/ 477563 w 1212484"/>
                <a:gd name="connsiteY903" fmla="*/ 112839 h 696873"/>
                <a:gd name="connsiteX904" fmla="*/ 479426 w 1212484"/>
                <a:gd name="connsiteY904" fmla="*/ 112691 h 696873"/>
                <a:gd name="connsiteX905" fmla="*/ 481284 w 1212484"/>
                <a:gd name="connsiteY905" fmla="*/ 112560 h 696873"/>
                <a:gd name="connsiteX906" fmla="*/ 482822 w 1212484"/>
                <a:gd name="connsiteY906" fmla="*/ 112179 h 696873"/>
                <a:gd name="connsiteX907" fmla="*/ 483566 w 1212484"/>
                <a:gd name="connsiteY907" fmla="*/ 109947 h 696873"/>
                <a:gd name="connsiteX908" fmla="*/ 487705 w 1212484"/>
                <a:gd name="connsiteY908" fmla="*/ 109435 h 696873"/>
                <a:gd name="connsiteX909" fmla="*/ 489987 w 1212484"/>
                <a:gd name="connsiteY909" fmla="*/ 109287 h 696873"/>
                <a:gd name="connsiteX910" fmla="*/ 491751 w 1212484"/>
                <a:gd name="connsiteY910" fmla="*/ 109202 h 696873"/>
                <a:gd name="connsiteX911" fmla="*/ 491751 w 1212484"/>
                <a:gd name="connsiteY911" fmla="*/ 106226 h 696873"/>
                <a:gd name="connsiteX912" fmla="*/ 493190 w 1212484"/>
                <a:gd name="connsiteY912" fmla="*/ 106142 h 696873"/>
                <a:gd name="connsiteX913" fmla="*/ 495053 w 1212484"/>
                <a:gd name="connsiteY913" fmla="*/ 105993 h 696873"/>
                <a:gd name="connsiteX914" fmla="*/ 496911 w 1212484"/>
                <a:gd name="connsiteY914" fmla="*/ 105863 h 696873"/>
                <a:gd name="connsiteX915" fmla="*/ 498449 w 1212484"/>
                <a:gd name="connsiteY915" fmla="*/ 105482 h 696873"/>
                <a:gd name="connsiteX916" fmla="*/ 499193 w 1212484"/>
                <a:gd name="connsiteY916" fmla="*/ 103249 h 696873"/>
                <a:gd name="connsiteX917" fmla="*/ 504306 w 1212484"/>
                <a:gd name="connsiteY917" fmla="*/ 102880 h 696873"/>
                <a:gd name="connsiteX918" fmla="*/ 505890 w 1212484"/>
                <a:gd name="connsiteY918" fmla="*/ 102505 h 696873"/>
                <a:gd name="connsiteX919" fmla="*/ 506611 w 1212484"/>
                <a:gd name="connsiteY919" fmla="*/ 101014 h 696873"/>
                <a:gd name="connsiteX920" fmla="*/ 507378 w 1212484"/>
                <a:gd name="connsiteY920" fmla="*/ 99529 h 696873"/>
                <a:gd name="connsiteX921" fmla="*/ 513171 w 1212484"/>
                <a:gd name="connsiteY921" fmla="*/ 99133 h 696873"/>
                <a:gd name="connsiteX922" fmla="*/ 514820 w 1212484"/>
                <a:gd name="connsiteY922" fmla="*/ 98784 h 696873"/>
                <a:gd name="connsiteX923" fmla="*/ 515189 w 1212484"/>
                <a:gd name="connsiteY923" fmla="*/ 97299 h 696873"/>
                <a:gd name="connsiteX924" fmla="*/ 515564 w 1212484"/>
                <a:gd name="connsiteY924" fmla="*/ 95808 h 696873"/>
                <a:gd name="connsiteX925" fmla="*/ 519284 w 1212484"/>
                <a:gd name="connsiteY925" fmla="*/ 95389 h 696873"/>
                <a:gd name="connsiteX926" fmla="*/ 523005 w 1212484"/>
                <a:gd name="connsiteY926" fmla="*/ 95064 h 696873"/>
                <a:gd name="connsiteX927" fmla="*/ 523749 w 1212484"/>
                <a:gd name="connsiteY927" fmla="*/ 92831 h 696873"/>
                <a:gd name="connsiteX928" fmla="*/ 528261 w 1212484"/>
                <a:gd name="connsiteY928" fmla="*/ 92320 h 696873"/>
                <a:gd name="connsiteX929" fmla="*/ 530752 w 1212484"/>
                <a:gd name="connsiteY929" fmla="*/ 92172 h 696873"/>
                <a:gd name="connsiteX930" fmla="*/ 532679 w 1212484"/>
                <a:gd name="connsiteY930" fmla="*/ 92087 h 696873"/>
                <a:gd name="connsiteX931" fmla="*/ 532679 w 1212484"/>
                <a:gd name="connsiteY931" fmla="*/ 89111 h 696873"/>
                <a:gd name="connsiteX932" fmla="*/ 534281 w 1212484"/>
                <a:gd name="connsiteY932" fmla="*/ 89026 h 696873"/>
                <a:gd name="connsiteX933" fmla="*/ 536353 w 1212484"/>
                <a:gd name="connsiteY933" fmla="*/ 88878 h 696873"/>
                <a:gd name="connsiteX934" fmla="*/ 538420 w 1212484"/>
                <a:gd name="connsiteY934" fmla="*/ 88747 h 696873"/>
                <a:gd name="connsiteX935" fmla="*/ 540120 w 1212484"/>
                <a:gd name="connsiteY935" fmla="*/ 88367 h 696873"/>
                <a:gd name="connsiteX936" fmla="*/ 540865 w 1212484"/>
                <a:gd name="connsiteY936" fmla="*/ 86134 h 696873"/>
                <a:gd name="connsiteX937" fmla="*/ 545376 w 1212484"/>
                <a:gd name="connsiteY937" fmla="*/ 85623 h 696873"/>
                <a:gd name="connsiteX938" fmla="*/ 547867 w 1212484"/>
                <a:gd name="connsiteY938" fmla="*/ 85474 h 696873"/>
                <a:gd name="connsiteX939" fmla="*/ 549794 w 1212484"/>
                <a:gd name="connsiteY939" fmla="*/ 85390 h 696873"/>
                <a:gd name="connsiteX940" fmla="*/ 549794 w 1212484"/>
                <a:gd name="connsiteY940" fmla="*/ 82413 h 696873"/>
                <a:gd name="connsiteX941" fmla="*/ 551721 w 1212484"/>
                <a:gd name="connsiteY941" fmla="*/ 82355 h 696873"/>
                <a:gd name="connsiteX942" fmla="*/ 554213 w 1212484"/>
                <a:gd name="connsiteY942" fmla="*/ 82227 h 696873"/>
                <a:gd name="connsiteX943" fmla="*/ 556698 w 1212484"/>
                <a:gd name="connsiteY943" fmla="*/ 82123 h 696873"/>
                <a:gd name="connsiteX944" fmla="*/ 558724 w 1212484"/>
                <a:gd name="connsiteY944" fmla="*/ 81669 h 696873"/>
                <a:gd name="connsiteX945" fmla="*/ 559468 w 1212484"/>
                <a:gd name="connsiteY945" fmla="*/ 78693 h 696873"/>
                <a:gd name="connsiteX946" fmla="*/ 563561 w 1212484"/>
                <a:gd name="connsiteY946" fmla="*/ 78274 h 696873"/>
                <a:gd name="connsiteX947" fmla="*/ 567654 w 1212484"/>
                <a:gd name="connsiteY947" fmla="*/ 77949 h 696873"/>
                <a:gd name="connsiteX948" fmla="*/ 568398 w 1212484"/>
                <a:gd name="connsiteY948" fmla="*/ 75716 h 696873"/>
                <a:gd name="connsiteX949" fmla="*/ 575328 w 1212484"/>
                <a:gd name="connsiteY949" fmla="*/ 75347 h 696873"/>
                <a:gd name="connsiteX950" fmla="*/ 577327 w 1212484"/>
                <a:gd name="connsiteY950" fmla="*/ 74972 h 696873"/>
                <a:gd name="connsiteX951" fmla="*/ 578072 w 1212484"/>
                <a:gd name="connsiteY951" fmla="*/ 71995 h 696873"/>
                <a:gd name="connsiteX952" fmla="*/ 582164 w 1212484"/>
                <a:gd name="connsiteY952" fmla="*/ 71577 h 696873"/>
                <a:gd name="connsiteX953" fmla="*/ 586257 w 1212484"/>
                <a:gd name="connsiteY953" fmla="*/ 71251 h 696873"/>
                <a:gd name="connsiteX954" fmla="*/ 587001 w 1212484"/>
                <a:gd name="connsiteY954" fmla="*/ 69019 h 696873"/>
                <a:gd name="connsiteX955" fmla="*/ 592257 w 1212484"/>
                <a:gd name="connsiteY955" fmla="*/ 68507 h 696873"/>
                <a:gd name="connsiteX956" fmla="*/ 595166 w 1212484"/>
                <a:gd name="connsiteY956" fmla="*/ 68359 h 696873"/>
                <a:gd name="connsiteX957" fmla="*/ 597419 w 1212484"/>
                <a:gd name="connsiteY957" fmla="*/ 68275 h 696873"/>
                <a:gd name="connsiteX958" fmla="*/ 597419 w 1212484"/>
                <a:gd name="connsiteY958" fmla="*/ 65298 h 696873"/>
                <a:gd name="connsiteX959" fmla="*/ 599483 w 1212484"/>
                <a:gd name="connsiteY959" fmla="*/ 65240 h 696873"/>
                <a:gd name="connsiteX960" fmla="*/ 602163 w 1212484"/>
                <a:gd name="connsiteY960" fmla="*/ 65112 h 696873"/>
                <a:gd name="connsiteX961" fmla="*/ 604832 w 1212484"/>
                <a:gd name="connsiteY961" fmla="*/ 65007 h 696873"/>
                <a:gd name="connsiteX962" fmla="*/ 607093 w 1212484"/>
                <a:gd name="connsiteY962" fmla="*/ 64554 h 696873"/>
                <a:gd name="connsiteX963" fmla="*/ 607814 w 1212484"/>
                <a:gd name="connsiteY963" fmla="*/ 63042 h 696873"/>
                <a:gd name="connsiteX964" fmla="*/ 608581 w 1212484"/>
                <a:gd name="connsiteY964" fmla="*/ 61577 h 696873"/>
                <a:gd name="connsiteX965" fmla="*/ 613883 w 1212484"/>
                <a:gd name="connsiteY965" fmla="*/ 61391 h 696873"/>
                <a:gd name="connsiteX966" fmla="*/ 616773 w 1212484"/>
                <a:gd name="connsiteY966" fmla="*/ 61473 h 696873"/>
                <a:gd name="connsiteX967" fmla="*/ 618999 w 1212484"/>
                <a:gd name="connsiteY967" fmla="*/ 61577 h 696873"/>
                <a:gd name="connsiteX968" fmla="*/ 618999 w 1212484"/>
                <a:gd name="connsiteY968" fmla="*/ 58601 h 696873"/>
                <a:gd name="connsiteX969" fmla="*/ 621252 w 1212484"/>
                <a:gd name="connsiteY969" fmla="*/ 58732 h 696873"/>
                <a:gd name="connsiteX970" fmla="*/ 624162 w 1212484"/>
                <a:gd name="connsiteY970" fmla="*/ 58833 h 696873"/>
                <a:gd name="connsiteX971" fmla="*/ 627066 w 1212484"/>
                <a:gd name="connsiteY971" fmla="*/ 58964 h 696873"/>
                <a:gd name="connsiteX972" fmla="*/ 629417 w 1212484"/>
                <a:gd name="connsiteY972" fmla="*/ 58601 h 696873"/>
                <a:gd name="connsiteX973" fmla="*/ 629789 w 1212484"/>
                <a:gd name="connsiteY973" fmla="*/ 56741 h 696873"/>
                <a:gd name="connsiteX974" fmla="*/ 630161 w 1212484"/>
                <a:gd name="connsiteY974" fmla="*/ 54880 h 696873"/>
                <a:gd name="connsiteX975" fmla="*/ 635417 w 1212484"/>
                <a:gd name="connsiteY975" fmla="*/ 54648 h 696873"/>
                <a:gd name="connsiteX976" fmla="*/ 638327 w 1212484"/>
                <a:gd name="connsiteY976" fmla="*/ 54749 h 696873"/>
                <a:gd name="connsiteX977" fmla="*/ 640579 w 1212484"/>
                <a:gd name="connsiteY977" fmla="*/ 54880 h 696873"/>
                <a:gd name="connsiteX978" fmla="*/ 640579 w 1212484"/>
                <a:gd name="connsiteY978" fmla="*/ 51904 h 696873"/>
                <a:gd name="connsiteX979" fmla="*/ 642832 w 1212484"/>
                <a:gd name="connsiteY979" fmla="*/ 51846 h 696873"/>
                <a:gd name="connsiteX980" fmla="*/ 645742 w 1212484"/>
                <a:gd name="connsiteY980" fmla="*/ 51718 h 696873"/>
                <a:gd name="connsiteX981" fmla="*/ 648646 w 1212484"/>
                <a:gd name="connsiteY981" fmla="*/ 51613 h 696873"/>
                <a:gd name="connsiteX982" fmla="*/ 650997 w 1212484"/>
                <a:gd name="connsiteY982" fmla="*/ 51160 h 696873"/>
                <a:gd name="connsiteX983" fmla="*/ 651335 w 1212484"/>
                <a:gd name="connsiteY983" fmla="*/ 49660 h 696873"/>
                <a:gd name="connsiteX984" fmla="*/ 651742 w 1212484"/>
                <a:gd name="connsiteY984" fmla="*/ 48183 h 696873"/>
                <a:gd name="connsiteX985" fmla="*/ 659190 w 1212484"/>
                <a:gd name="connsiteY985" fmla="*/ 47820 h 696873"/>
                <a:gd name="connsiteX986" fmla="*/ 665255 w 1212484"/>
                <a:gd name="connsiteY986" fmla="*/ 45936 h 696873"/>
                <a:gd name="connsiteX987" fmla="*/ 666624 w 1212484"/>
                <a:gd name="connsiteY987" fmla="*/ 44462 h 696873"/>
                <a:gd name="connsiteX988" fmla="*/ 670810 w 1212484"/>
                <a:gd name="connsiteY988" fmla="*/ 44323 h 696873"/>
                <a:gd name="connsiteX989" fmla="*/ 676298 w 1212484"/>
                <a:gd name="connsiteY989" fmla="*/ 43718 h 696873"/>
                <a:gd name="connsiteX990" fmla="*/ 676298 w 1212484"/>
                <a:gd name="connsiteY990" fmla="*/ 41486 h 696873"/>
                <a:gd name="connsiteX991" fmla="*/ 679039 w 1212484"/>
                <a:gd name="connsiteY991" fmla="*/ 41428 h 696873"/>
                <a:gd name="connsiteX992" fmla="*/ 682577 w 1212484"/>
                <a:gd name="connsiteY992" fmla="*/ 41300 h 696873"/>
                <a:gd name="connsiteX993" fmla="*/ 684386 w 1212484"/>
                <a:gd name="connsiteY993" fmla="*/ 41268 h 696873"/>
                <a:gd name="connsiteX994" fmla="*/ 688949 w 1212484"/>
                <a:gd name="connsiteY994" fmla="*/ 40742 h 696873"/>
                <a:gd name="connsiteX995" fmla="*/ 689312 w 1212484"/>
                <a:gd name="connsiteY995" fmla="*/ 39248 h 696873"/>
                <a:gd name="connsiteX996" fmla="*/ 689693 w 1212484"/>
                <a:gd name="connsiteY996" fmla="*/ 37765 h 696873"/>
                <a:gd name="connsiteX997" fmla="*/ 692669 w 1212484"/>
                <a:gd name="connsiteY997" fmla="*/ 37390 h 696873"/>
                <a:gd name="connsiteX998" fmla="*/ 694483 w 1212484"/>
                <a:gd name="connsiteY998" fmla="*/ 37348 h 696873"/>
                <a:gd name="connsiteX999" fmla="*/ 696390 w 1212484"/>
                <a:gd name="connsiteY999" fmla="*/ 37346 h 696873"/>
                <a:gd name="connsiteX1000" fmla="*/ 700111 w 1212484"/>
                <a:gd name="connsiteY1000" fmla="*/ 37297 h 696873"/>
                <a:gd name="connsiteX1001" fmla="*/ 701785 w 1212484"/>
                <a:gd name="connsiteY1001" fmla="*/ 37295 h 696873"/>
                <a:gd name="connsiteX1002" fmla="*/ 703087 w 1212484"/>
                <a:gd name="connsiteY1002" fmla="*/ 37021 h 696873"/>
                <a:gd name="connsiteX1003" fmla="*/ 703831 w 1212484"/>
                <a:gd name="connsiteY1003" fmla="*/ 34788 h 696873"/>
                <a:gd name="connsiteX1004" fmla="*/ 710110 w 1212484"/>
                <a:gd name="connsiteY1004" fmla="*/ 34323 h 696873"/>
                <a:gd name="connsiteX1005" fmla="*/ 717970 w 1212484"/>
                <a:gd name="connsiteY1005" fmla="*/ 33300 h 696873"/>
                <a:gd name="connsiteX1006" fmla="*/ 717970 w 1212484"/>
                <a:gd name="connsiteY1006" fmla="*/ 31068 h 696873"/>
                <a:gd name="connsiteX1007" fmla="*/ 719324 w 1212484"/>
                <a:gd name="connsiteY1007" fmla="*/ 31035 h 696873"/>
                <a:gd name="connsiteX1008" fmla="*/ 725365 w 1212484"/>
                <a:gd name="connsiteY1008" fmla="*/ 30835 h 696873"/>
                <a:gd name="connsiteX1009" fmla="*/ 727497 w 1212484"/>
                <a:gd name="connsiteY1009" fmla="*/ 30784 h 696873"/>
                <a:gd name="connsiteX1010" fmla="*/ 729525 w 1212484"/>
                <a:gd name="connsiteY1010" fmla="*/ 30704 h 696873"/>
                <a:gd name="connsiteX1011" fmla="*/ 731402 w 1212484"/>
                <a:gd name="connsiteY1011" fmla="*/ 30645 h 696873"/>
                <a:gd name="connsiteX1012" fmla="*/ 732853 w 1212484"/>
                <a:gd name="connsiteY1012" fmla="*/ 30324 h 696873"/>
                <a:gd name="connsiteX1013" fmla="*/ 733597 w 1212484"/>
                <a:gd name="connsiteY1013" fmla="*/ 28091 h 696873"/>
                <a:gd name="connsiteX1014" fmla="*/ 739736 w 1212484"/>
                <a:gd name="connsiteY1014" fmla="*/ 27580 h 696873"/>
                <a:gd name="connsiteX1015" fmla="*/ 741460 w 1212484"/>
                <a:gd name="connsiteY1015" fmla="*/ 27503 h 696873"/>
                <a:gd name="connsiteX1016" fmla="*/ 749968 w 1212484"/>
                <a:gd name="connsiteY1016" fmla="*/ 27347 h 696873"/>
                <a:gd name="connsiteX1017" fmla="*/ 749968 w 1212484"/>
                <a:gd name="connsiteY1017" fmla="*/ 24370 h 696873"/>
                <a:gd name="connsiteX1018" fmla="*/ 751379 w 1212484"/>
                <a:gd name="connsiteY1018" fmla="*/ 24349 h 696873"/>
                <a:gd name="connsiteX1019" fmla="*/ 757689 w 1212484"/>
                <a:gd name="connsiteY1019" fmla="*/ 24184 h 696873"/>
                <a:gd name="connsiteX1020" fmla="*/ 759909 w 1212484"/>
                <a:gd name="connsiteY1020" fmla="*/ 24152 h 696873"/>
                <a:gd name="connsiteX1021" fmla="*/ 762031 w 1212484"/>
                <a:gd name="connsiteY1021" fmla="*/ 24080 h 696873"/>
                <a:gd name="connsiteX1022" fmla="*/ 763992 w 1212484"/>
                <a:gd name="connsiteY1022" fmla="*/ 24033 h 696873"/>
                <a:gd name="connsiteX1023" fmla="*/ 765595 w 1212484"/>
                <a:gd name="connsiteY1023" fmla="*/ 23626 h 696873"/>
                <a:gd name="connsiteX1024" fmla="*/ 766298 w 1212484"/>
                <a:gd name="connsiteY1024" fmla="*/ 22128 h 696873"/>
                <a:gd name="connsiteX1025" fmla="*/ 767083 w 1212484"/>
                <a:gd name="connsiteY1025" fmla="*/ 20650 h 696873"/>
                <a:gd name="connsiteX1026" fmla="*/ 771298 w 1212484"/>
                <a:gd name="connsiteY1026" fmla="*/ 20359 h 696873"/>
                <a:gd name="connsiteX1027" fmla="*/ 773827 w 1212484"/>
                <a:gd name="connsiteY1027" fmla="*/ 20388 h 696873"/>
                <a:gd name="connsiteX1028" fmla="*/ 776478 w 1212484"/>
                <a:gd name="connsiteY1028" fmla="*/ 20464 h 696873"/>
                <a:gd name="connsiteX1029" fmla="*/ 779147 w 1212484"/>
                <a:gd name="connsiteY1029" fmla="*/ 20504 h 696873"/>
                <a:gd name="connsiteX1030" fmla="*/ 785687 w 1212484"/>
                <a:gd name="connsiteY1030" fmla="*/ 20650 h 696873"/>
                <a:gd name="connsiteX1031" fmla="*/ 785687 w 1212484"/>
                <a:gd name="connsiteY1031" fmla="*/ 17673 h 696873"/>
                <a:gd name="connsiteX1032" fmla="*/ 787439 w 1212484"/>
                <a:gd name="connsiteY1032" fmla="*/ 17617 h 696873"/>
                <a:gd name="connsiteX1033" fmla="*/ 795268 w 1212484"/>
                <a:gd name="connsiteY1033" fmla="*/ 17348 h 696873"/>
                <a:gd name="connsiteX1034" fmla="*/ 798026 w 1212484"/>
                <a:gd name="connsiteY1034" fmla="*/ 17259 h 696873"/>
                <a:gd name="connsiteX1035" fmla="*/ 800657 w 1212484"/>
                <a:gd name="connsiteY1035" fmla="*/ 17164 h 696873"/>
                <a:gd name="connsiteX1036" fmla="*/ 803089 w 1212484"/>
                <a:gd name="connsiteY1036" fmla="*/ 17082 h 696873"/>
                <a:gd name="connsiteX1037" fmla="*/ 806523 w 1212484"/>
                <a:gd name="connsiteY1037" fmla="*/ 16185 h 696873"/>
                <a:gd name="connsiteX1038" fmla="*/ 806523 w 1212484"/>
                <a:gd name="connsiteY1038" fmla="*/ 13952 h 696873"/>
                <a:gd name="connsiteX1039" fmla="*/ 808560 w 1212484"/>
                <a:gd name="connsiteY1039" fmla="*/ 13920 h 696873"/>
                <a:gd name="connsiteX1040" fmla="*/ 816020 w 1212484"/>
                <a:gd name="connsiteY1040" fmla="*/ 13757 h 696873"/>
                <a:gd name="connsiteX1041" fmla="*/ 819253 w 1212484"/>
                <a:gd name="connsiteY1041" fmla="*/ 13695 h 696873"/>
                <a:gd name="connsiteX1042" fmla="*/ 823891 w 1212484"/>
                <a:gd name="connsiteY1042" fmla="*/ 13589 h 696873"/>
                <a:gd name="connsiteX1043" fmla="*/ 826713 w 1212484"/>
                <a:gd name="connsiteY1043" fmla="*/ 13530 h 696873"/>
                <a:gd name="connsiteX1044" fmla="*/ 828847 w 1212484"/>
                <a:gd name="connsiteY1044" fmla="*/ 13208 h 696873"/>
                <a:gd name="connsiteX1045" fmla="*/ 829591 w 1212484"/>
                <a:gd name="connsiteY1045" fmla="*/ 10976 h 696873"/>
                <a:gd name="connsiteX1046" fmla="*/ 835309 w 1212484"/>
                <a:gd name="connsiteY1046" fmla="*/ 10621 h 696873"/>
                <a:gd name="connsiteX1047" fmla="*/ 837047 w 1212484"/>
                <a:gd name="connsiteY1047" fmla="*/ 10586 h 696873"/>
                <a:gd name="connsiteX1048" fmla="*/ 842567 w 1212484"/>
                <a:gd name="connsiteY1048" fmla="*/ 10511 h 696873"/>
                <a:gd name="connsiteX1049" fmla="*/ 848079 w 1212484"/>
                <a:gd name="connsiteY1049" fmla="*/ 10420 h 696873"/>
                <a:gd name="connsiteX1050" fmla="*/ 851516 w 1212484"/>
                <a:gd name="connsiteY1050" fmla="*/ 10372 h 696873"/>
                <a:gd name="connsiteX1051" fmla="*/ 857124 w 1212484"/>
                <a:gd name="connsiteY1051" fmla="*/ 9488 h 696873"/>
                <a:gd name="connsiteX1052" fmla="*/ 857868 w 1212484"/>
                <a:gd name="connsiteY1052" fmla="*/ 7255 h 696873"/>
                <a:gd name="connsiteX1053" fmla="*/ 861015 w 1212484"/>
                <a:gd name="connsiteY1053" fmla="*/ 6981 h 696873"/>
                <a:gd name="connsiteX1054" fmla="*/ 863039 w 1212484"/>
                <a:gd name="connsiteY1054" fmla="*/ 6965 h 696873"/>
                <a:gd name="connsiteX1055" fmla="*/ 865240 w 1212484"/>
                <a:gd name="connsiteY1055" fmla="*/ 6979 h 696873"/>
                <a:gd name="connsiteX1056" fmla="*/ 869801 w 1212484"/>
                <a:gd name="connsiteY1056" fmla="*/ 6940 h 696873"/>
                <a:gd name="connsiteX1057" fmla="*/ 877033 w 1212484"/>
                <a:gd name="connsiteY1057" fmla="*/ 6931 h 696873"/>
                <a:gd name="connsiteX1058" fmla="*/ 883983 w 1212484"/>
                <a:gd name="connsiteY1058" fmla="*/ 6886 h 696873"/>
                <a:gd name="connsiteX1059" fmla="*/ 886184 w 1212484"/>
                <a:gd name="connsiteY1059" fmla="*/ 6904 h 696873"/>
                <a:gd name="connsiteX1060" fmla="*/ 888208 w 1212484"/>
                <a:gd name="connsiteY1060" fmla="*/ 6882 h 696873"/>
                <a:gd name="connsiteX1061" fmla="*/ 889999 w 1212484"/>
                <a:gd name="connsiteY1061" fmla="*/ 6882 h 696873"/>
                <a:gd name="connsiteX1062" fmla="*/ 891355 w 1212484"/>
                <a:gd name="connsiteY1062" fmla="*/ 6511 h 696873"/>
                <a:gd name="connsiteX1063" fmla="*/ 891607 w 1212484"/>
                <a:gd name="connsiteY1063" fmla="*/ 5025 h 696873"/>
                <a:gd name="connsiteX1064" fmla="*/ 892099 w 1212484"/>
                <a:gd name="connsiteY1064" fmla="*/ 3535 h 696873"/>
                <a:gd name="connsiteX1065" fmla="*/ 897170 w 1212484"/>
                <a:gd name="connsiteY1065" fmla="*/ 3128 h 696873"/>
                <a:gd name="connsiteX1066" fmla="*/ 898776 w 1212484"/>
                <a:gd name="connsiteY1066" fmla="*/ 3105 h 696873"/>
                <a:gd name="connsiteX1067" fmla="*/ 904055 w 1212484"/>
                <a:gd name="connsiteY1067" fmla="*/ 3081 h 696873"/>
                <a:gd name="connsiteX1068" fmla="*/ 907705 w 1212484"/>
                <a:gd name="connsiteY1068" fmla="*/ 3044 h 696873"/>
                <a:gd name="connsiteX1069" fmla="*/ 917332 w 1212484"/>
                <a:gd name="connsiteY1069" fmla="*/ 2985 h 696873"/>
                <a:gd name="connsiteX1070" fmla="*/ 927148 w 1212484"/>
                <a:gd name="connsiteY1070" fmla="*/ 2910 h 696873"/>
                <a:gd name="connsiteX1071" fmla="*/ 946421 w 1212484"/>
                <a:gd name="connsiteY1071" fmla="*/ 2790 h 696873"/>
                <a:gd name="connsiteX1072" fmla="*/ 946421 w 1212484"/>
                <a:gd name="connsiteY1072" fmla="*/ 558 h 6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Lst>
              <a:rect l="l" t="t" r="r" b="b"/>
              <a:pathLst>
                <a:path w="1212484" h="696873">
                  <a:moveTo>
                    <a:pt x="946421" y="558"/>
                  </a:moveTo>
                  <a:cubicBezTo>
                    <a:pt x="952217" y="489"/>
                    <a:pt x="958012" y="436"/>
                    <a:pt x="963808" y="404"/>
                  </a:cubicBezTo>
                  <a:cubicBezTo>
                    <a:pt x="966500" y="388"/>
                    <a:pt x="969190" y="367"/>
                    <a:pt x="971881" y="333"/>
                  </a:cubicBezTo>
                  <a:cubicBezTo>
                    <a:pt x="974477" y="301"/>
                    <a:pt x="977073" y="283"/>
                    <a:pt x="979669" y="276"/>
                  </a:cubicBezTo>
                  <a:cubicBezTo>
                    <a:pt x="981144" y="267"/>
                    <a:pt x="982619" y="244"/>
                    <a:pt x="984094" y="221"/>
                  </a:cubicBezTo>
                  <a:cubicBezTo>
                    <a:pt x="984987" y="220"/>
                    <a:pt x="985881" y="220"/>
                    <a:pt x="986802" y="220"/>
                  </a:cubicBezTo>
                  <a:cubicBezTo>
                    <a:pt x="987592" y="213"/>
                    <a:pt x="988382" y="207"/>
                    <a:pt x="989196" y="200"/>
                  </a:cubicBezTo>
                  <a:cubicBezTo>
                    <a:pt x="990123" y="377"/>
                    <a:pt x="990123" y="377"/>
                    <a:pt x="991070" y="558"/>
                  </a:cubicBezTo>
                  <a:cubicBezTo>
                    <a:pt x="991941" y="2021"/>
                    <a:pt x="991941" y="2021"/>
                    <a:pt x="992558" y="3535"/>
                  </a:cubicBezTo>
                  <a:cubicBezTo>
                    <a:pt x="993295" y="3780"/>
                    <a:pt x="994031" y="4026"/>
                    <a:pt x="994790" y="4279"/>
                  </a:cubicBezTo>
                  <a:cubicBezTo>
                    <a:pt x="994790" y="5261"/>
                    <a:pt x="994790" y="6243"/>
                    <a:pt x="994790" y="7255"/>
                  </a:cubicBezTo>
                  <a:cubicBezTo>
                    <a:pt x="995665" y="7163"/>
                    <a:pt x="995665" y="7163"/>
                    <a:pt x="996558" y="7069"/>
                  </a:cubicBezTo>
                  <a:cubicBezTo>
                    <a:pt x="997202" y="7131"/>
                    <a:pt x="997847" y="7192"/>
                    <a:pt x="998511" y="7255"/>
                  </a:cubicBezTo>
                  <a:cubicBezTo>
                    <a:pt x="999302" y="8697"/>
                    <a:pt x="999302" y="8697"/>
                    <a:pt x="999999" y="10232"/>
                  </a:cubicBezTo>
                  <a:cubicBezTo>
                    <a:pt x="1000521" y="10355"/>
                    <a:pt x="1001043" y="10477"/>
                    <a:pt x="1001581" y="10604"/>
                  </a:cubicBezTo>
                  <a:cubicBezTo>
                    <a:pt x="1002041" y="10727"/>
                    <a:pt x="1002501" y="10849"/>
                    <a:pt x="1002976" y="10976"/>
                  </a:cubicBezTo>
                  <a:cubicBezTo>
                    <a:pt x="1002976" y="11958"/>
                    <a:pt x="1002976" y="12940"/>
                    <a:pt x="1002976" y="13952"/>
                  </a:cubicBezTo>
                  <a:cubicBezTo>
                    <a:pt x="1003958" y="13952"/>
                    <a:pt x="1004940" y="13952"/>
                    <a:pt x="1005952" y="13952"/>
                  </a:cubicBezTo>
                  <a:cubicBezTo>
                    <a:pt x="1006060" y="14428"/>
                    <a:pt x="1006167" y="14904"/>
                    <a:pt x="1006278" y="15394"/>
                  </a:cubicBezTo>
                  <a:cubicBezTo>
                    <a:pt x="1006416" y="15901"/>
                    <a:pt x="1006554" y="16407"/>
                    <a:pt x="1006697" y="16929"/>
                  </a:cubicBezTo>
                  <a:cubicBezTo>
                    <a:pt x="1007310" y="17052"/>
                    <a:pt x="1007924" y="17175"/>
                    <a:pt x="1008557" y="17301"/>
                  </a:cubicBezTo>
                  <a:cubicBezTo>
                    <a:pt x="1009171" y="17424"/>
                    <a:pt x="1009785" y="17547"/>
                    <a:pt x="1010417" y="17673"/>
                  </a:cubicBezTo>
                  <a:cubicBezTo>
                    <a:pt x="1010686" y="18660"/>
                    <a:pt x="1010936" y="19652"/>
                    <a:pt x="1011161" y="20650"/>
                  </a:cubicBezTo>
                  <a:cubicBezTo>
                    <a:pt x="1012144" y="20650"/>
                    <a:pt x="1013126" y="20650"/>
                    <a:pt x="1014138" y="20650"/>
                  </a:cubicBezTo>
                  <a:cubicBezTo>
                    <a:pt x="1014138" y="21632"/>
                    <a:pt x="1014138" y="22614"/>
                    <a:pt x="1014138" y="23626"/>
                  </a:cubicBezTo>
                  <a:cubicBezTo>
                    <a:pt x="1015376" y="23887"/>
                    <a:pt x="1016616" y="24134"/>
                    <a:pt x="1017859" y="24370"/>
                  </a:cubicBezTo>
                  <a:cubicBezTo>
                    <a:pt x="1018696" y="25859"/>
                    <a:pt x="1018696" y="25859"/>
                    <a:pt x="1019347" y="27347"/>
                  </a:cubicBezTo>
                  <a:cubicBezTo>
                    <a:pt x="1020084" y="27593"/>
                    <a:pt x="1020820" y="27838"/>
                    <a:pt x="1021579" y="28091"/>
                  </a:cubicBezTo>
                  <a:cubicBezTo>
                    <a:pt x="1021579" y="29073"/>
                    <a:pt x="1021579" y="30056"/>
                    <a:pt x="1021579" y="31068"/>
                  </a:cubicBezTo>
                  <a:cubicBezTo>
                    <a:pt x="1023053" y="31068"/>
                    <a:pt x="1024526" y="31068"/>
                    <a:pt x="1026044" y="31068"/>
                  </a:cubicBezTo>
                  <a:cubicBezTo>
                    <a:pt x="1026044" y="32050"/>
                    <a:pt x="1026044" y="33032"/>
                    <a:pt x="1026044" y="34044"/>
                  </a:cubicBezTo>
                  <a:cubicBezTo>
                    <a:pt x="1027032" y="34308"/>
                    <a:pt x="1028025" y="34554"/>
                    <a:pt x="1029021" y="34788"/>
                  </a:cubicBezTo>
                  <a:cubicBezTo>
                    <a:pt x="1029811" y="36230"/>
                    <a:pt x="1029811" y="36230"/>
                    <a:pt x="1030509" y="37765"/>
                  </a:cubicBezTo>
                  <a:cubicBezTo>
                    <a:pt x="1031246" y="38256"/>
                    <a:pt x="1031982" y="38747"/>
                    <a:pt x="1032742" y="39253"/>
                  </a:cubicBezTo>
                  <a:cubicBezTo>
                    <a:pt x="1032742" y="39990"/>
                    <a:pt x="1032742" y="40727"/>
                    <a:pt x="1032742" y="41486"/>
                  </a:cubicBezTo>
                  <a:cubicBezTo>
                    <a:pt x="1033724" y="41486"/>
                    <a:pt x="1034706" y="41486"/>
                    <a:pt x="1035718" y="41486"/>
                  </a:cubicBezTo>
                  <a:cubicBezTo>
                    <a:pt x="1035964" y="42222"/>
                    <a:pt x="1036209" y="42959"/>
                    <a:pt x="1036462" y="43718"/>
                  </a:cubicBezTo>
                  <a:cubicBezTo>
                    <a:pt x="1037061" y="43948"/>
                    <a:pt x="1037659" y="44179"/>
                    <a:pt x="1038276" y="44416"/>
                  </a:cubicBezTo>
                  <a:cubicBezTo>
                    <a:pt x="1040538" y="45354"/>
                    <a:pt x="1040756" y="46001"/>
                    <a:pt x="1041671" y="48183"/>
                  </a:cubicBezTo>
                  <a:cubicBezTo>
                    <a:pt x="1042162" y="48429"/>
                    <a:pt x="1042653" y="48674"/>
                    <a:pt x="1043159" y="48927"/>
                  </a:cubicBezTo>
                  <a:cubicBezTo>
                    <a:pt x="1043405" y="49664"/>
                    <a:pt x="1043651" y="50400"/>
                    <a:pt x="1043904" y="51160"/>
                  </a:cubicBezTo>
                  <a:cubicBezTo>
                    <a:pt x="1044640" y="51405"/>
                    <a:pt x="1045377" y="51651"/>
                    <a:pt x="1046136" y="51904"/>
                  </a:cubicBezTo>
                  <a:cubicBezTo>
                    <a:pt x="1046243" y="52410"/>
                    <a:pt x="1046351" y="52917"/>
                    <a:pt x="1046462" y="53438"/>
                  </a:cubicBezTo>
                  <a:cubicBezTo>
                    <a:pt x="1046600" y="53914"/>
                    <a:pt x="1046738" y="54390"/>
                    <a:pt x="1046880" y="54880"/>
                  </a:cubicBezTo>
                  <a:cubicBezTo>
                    <a:pt x="1047862" y="54880"/>
                    <a:pt x="1048845" y="54880"/>
                    <a:pt x="1049857" y="54880"/>
                  </a:cubicBezTo>
                  <a:cubicBezTo>
                    <a:pt x="1050120" y="55868"/>
                    <a:pt x="1050367" y="56861"/>
                    <a:pt x="1050601" y="57857"/>
                  </a:cubicBezTo>
                  <a:cubicBezTo>
                    <a:pt x="1051579" y="58381"/>
                    <a:pt x="1052574" y="58871"/>
                    <a:pt x="1053577" y="59345"/>
                  </a:cubicBezTo>
                  <a:cubicBezTo>
                    <a:pt x="1057133" y="62570"/>
                    <a:pt x="1057133" y="62570"/>
                    <a:pt x="1058042" y="65298"/>
                  </a:cubicBezTo>
                  <a:cubicBezTo>
                    <a:pt x="1058779" y="65544"/>
                    <a:pt x="1059516" y="65789"/>
                    <a:pt x="1060275" y="66042"/>
                  </a:cubicBezTo>
                  <a:cubicBezTo>
                    <a:pt x="1060520" y="66779"/>
                    <a:pt x="1060766" y="67516"/>
                    <a:pt x="1061019" y="68275"/>
                  </a:cubicBezTo>
                  <a:cubicBezTo>
                    <a:pt x="1061756" y="68766"/>
                    <a:pt x="1062492" y="69257"/>
                    <a:pt x="1063251" y="69763"/>
                  </a:cubicBezTo>
                  <a:cubicBezTo>
                    <a:pt x="1063251" y="70500"/>
                    <a:pt x="1063251" y="71236"/>
                    <a:pt x="1063251" y="71995"/>
                  </a:cubicBezTo>
                  <a:cubicBezTo>
                    <a:pt x="1064234" y="71995"/>
                    <a:pt x="1065216" y="71995"/>
                    <a:pt x="1066228" y="71995"/>
                  </a:cubicBezTo>
                  <a:cubicBezTo>
                    <a:pt x="1066473" y="72732"/>
                    <a:pt x="1066719" y="73469"/>
                    <a:pt x="1066972" y="74228"/>
                  </a:cubicBezTo>
                  <a:cubicBezTo>
                    <a:pt x="1067824" y="74895"/>
                    <a:pt x="1067824" y="74895"/>
                    <a:pt x="1068693" y="75577"/>
                  </a:cubicBezTo>
                  <a:cubicBezTo>
                    <a:pt x="1070912" y="77383"/>
                    <a:pt x="1072102" y="79294"/>
                    <a:pt x="1073669" y="81669"/>
                  </a:cubicBezTo>
                  <a:cubicBezTo>
                    <a:pt x="1074222" y="82084"/>
                    <a:pt x="1074774" y="82498"/>
                    <a:pt x="1075344" y="82925"/>
                  </a:cubicBezTo>
                  <a:cubicBezTo>
                    <a:pt x="1075773" y="83247"/>
                    <a:pt x="1076203" y="83570"/>
                    <a:pt x="1076646" y="83902"/>
                  </a:cubicBezTo>
                  <a:cubicBezTo>
                    <a:pt x="1076646" y="84638"/>
                    <a:pt x="1076646" y="85375"/>
                    <a:pt x="1076646" y="86134"/>
                  </a:cubicBezTo>
                  <a:cubicBezTo>
                    <a:pt x="1077383" y="86380"/>
                    <a:pt x="1078119" y="86625"/>
                    <a:pt x="1078878" y="86878"/>
                  </a:cubicBezTo>
                  <a:cubicBezTo>
                    <a:pt x="1079124" y="87615"/>
                    <a:pt x="1079369" y="88352"/>
                    <a:pt x="1079622" y="89111"/>
                  </a:cubicBezTo>
                  <a:cubicBezTo>
                    <a:pt x="1080359" y="89356"/>
                    <a:pt x="1081096" y="89602"/>
                    <a:pt x="1081855" y="89855"/>
                  </a:cubicBezTo>
                  <a:cubicBezTo>
                    <a:pt x="1082100" y="90592"/>
                    <a:pt x="1082346" y="91328"/>
                    <a:pt x="1082599" y="92087"/>
                  </a:cubicBezTo>
                  <a:cubicBezTo>
                    <a:pt x="1083336" y="92333"/>
                    <a:pt x="1084072" y="92578"/>
                    <a:pt x="1084831" y="92831"/>
                  </a:cubicBezTo>
                  <a:cubicBezTo>
                    <a:pt x="1084831" y="93814"/>
                    <a:pt x="1084831" y="94796"/>
                    <a:pt x="1084831" y="95808"/>
                  </a:cubicBezTo>
                  <a:cubicBezTo>
                    <a:pt x="1085384" y="95900"/>
                    <a:pt x="1085936" y="95992"/>
                    <a:pt x="1086506" y="96087"/>
                  </a:cubicBezTo>
                  <a:cubicBezTo>
                    <a:pt x="1088552" y="96552"/>
                    <a:pt x="1088552" y="96552"/>
                    <a:pt x="1090273" y="98738"/>
                  </a:cubicBezTo>
                  <a:cubicBezTo>
                    <a:pt x="1091529" y="101017"/>
                    <a:pt x="1091529" y="101017"/>
                    <a:pt x="1091529" y="102505"/>
                  </a:cubicBezTo>
                  <a:cubicBezTo>
                    <a:pt x="1092265" y="102751"/>
                    <a:pt x="1093002" y="102996"/>
                    <a:pt x="1093761" y="103249"/>
                  </a:cubicBezTo>
                  <a:cubicBezTo>
                    <a:pt x="1093761" y="103986"/>
                    <a:pt x="1093761" y="104723"/>
                    <a:pt x="1093761" y="105482"/>
                  </a:cubicBezTo>
                  <a:cubicBezTo>
                    <a:pt x="1094737" y="106008"/>
                    <a:pt x="1095733" y="106500"/>
                    <a:pt x="1096738" y="106970"/>
                  </a:cubicBezTo>
                  <a:cubicBezTo>
                    <a:pt x="1098005" y="108203"/>
                    <a:pt x="1098005" y="108203"/>
                    <a:pt x="1099156" y="109575"/>
                  </a:cubicBezTo>
                  <a:cubicBezTo>
                    <a:pt x="1099737" y="110254"/>
                    <a:pt x="1099737" y="110254"/>
                    <a:pt x="1100330" y="110947"/>
                  </a:cubicBezTo>
                  <a:cubicBezTo>
                    <a:pt x="1101202" y="112179"/>
                    <a:pt x="1101202" y="112179"/>
                    <a:pt x="1101202" y="113667"/>
                  </a:cubicBezTo>
                  <a:cubicBezTo>
                    <a:pt x="1101939" y="113913"/>
                    <a:pt x="1102676" y="114158"/>
                    <a:pt x="1103435" y="114411"/>
                  </a:cubicBezTo>
                  <a:cubicBezTo>
                    <a:pt x="1104636" y="115813"/>
                    <a:pt x="1105738" y="117207"/>
                    <a:pt x="1106830" y="118690"/>
                  </a:cubicBezTo>
                  <a:cubicBezTo>
                    <a:pt x="1107491" y="119568"/>
                    <a:pt x="1108152" y="120446"/>
                    <a:pt x="1108812" y="121324"/>
                  </a:cubicBezTo>
                  <a:cubicBezTo>
                    <a:pt x="1109151" y="121778"/>
                    <a:pt x="1109490" y="122232"/>
                    <a:pt x="1109839" y="122699"/>
                  </a:cubicBezTo>
                  <a:cubicBezTo>
                    <a:pt x="1111517" y="124942"/>
                    <a:pt x="1113219" y="127165"/>
                    <a:pt x="1114923" y="129387"/>
                  </a:cubicBezTo>
                  <a:cubicBezTo>
                    <a:pt x="1115230" y="129792"/>
                    <a:pt x="1115537" y="130196"/>
                    <a:pt x="1115853" y="130613"/>
                  </a:cubicBezTo>
                  <a:cubicBezTo>
                    <a:pt x="1117044" y="132171"/>
                    <a:pt x="1118214" y="133659"/>
                    <a:pt x="1119623" y="135026"/>
                  </a:cubicBezTo>
                  <a:cubicBezTo>
                    <a:pt x="1120550" y="135992"/>
                    <a:pt x="1120550" y="135992"/>
                    <a:pt x="1120922" y="137945"/>
                  </a:cubicBezTo>
                  <a:cubicBezTo>
                    <a:pt x="1121106" y="138820"/>
                    <a:pt x="1121106" y="138820"/>
                    <a:pt x="1121294" y="139712"/>
                  </a:cubicBezTo>
                  <a:cubicBezTo>
                    <a:pt x="1122031" y="139958"/>
                    <a:pt x="1122768" y="140203"/>
                    <a:pt x="1123527" y="140456"/>
                  </a:cubicBezTo>
                  <a:cubicBezTo>
                    <a:pt x="1123775" y="141449"/>
                    <a:pt x="1124023" y="142441"/>
                    <a:pt x="1124271" y="143433"/>
                  </a:cubicBezTo>
                  <a:cubicBezTo>
                    <a:pt x="1125008" y="143678"/>
                    <a:pt x="1125744" y="143924"/>
                    <a:pt x="1126503" y="144177"/>
                  </a:cubicBezTo>
                  <a:cubicBezTo>
                    <a:pt x="1126503" y="144914"/>
                    <a:pt x="1126503" y="145650"/>
                    <a:pt x="1126503" y="146409"/>
                  </a:cubicBezTo>
                  <a:cubicBezTo>
                    <a:pt x="1127880" y="147191"/>
                    <a:pt x="1127880" y="147191"/>
                    <a:pt x="1129480" y="147898"/>
                  </a:cubicBezTo>
                  <a:cubicBezTo>
                    <a:pt x="1131733" y="149650"/>
                    <a:pt x="1131952" y="151111"/>
                    <a:pt x="1132456" y="153851"/>
                  </a:cubicBezTo>
                  <a:cubicBezTo>
                    <a:pt x="1132948" y="154096"/>
                    <a:pt x="1133439" y="154342"/>
                    <a:pt x="1133945" y="154595"/>
                  </a:cubicBezTo>
                  <a:cubicBezTo>
                    <a:pt x="1134190" y="155332"/>
                    <a:pt x="1134436" y="156068"/>
                    <a:pt x="1134689" y="156827"/>
                  </a:cubicBezTo>
                  <a:cubicBezTo>
                    <a:pt x="1135180" y="157073"/>
                    <a:pt x="1135671" y="157319"/>
                    <a:pt x="1136177" y="157572"/>
                  </a:cubicBezTo>
                  <a:cubicBezTo>
                    <a:pt x="1136285" y="158186"/>
                    <a:pt x="1136392" y="158799"/>
                    <a:pt x="1136503" y="159432"/>
                  </a:cubicBezTo>
                  <a:cubicBezTo>
                    <a:pt x="1136641" y="160046"/>
                    <a:pt x="1136779" y="160660"/>
                    <a:pt x="1136921" y="161292"/>
                  </a:cubicBezTo>
                  <a:cubicBezTo>
                    <a:pt x="1137658" y="161538"/>
                    <a:pt x="1138395" y="161783"/>
                    <a:pt x="1139154" y="162036"/>
                  </a:cubicBezTo>
                  <a:cubicBezTo>
                    <a:pt x="1139399" y="162773"/>
                    <a:pt x="1139645" y="163510"/>
                    <a:pt x="1139898" y="164269"/>
                  </a:cubicBezTo>
                  <a:cubicBezTo>
                    <a:pt x="1140634" y="164760"/>
                    <a:pt x="1141371" y="165251"/>
                    <a:pt x="1142130" y="165757"/>
                  </a:cubicBezTo>
                  <a:cubicBezTo>
                    <a:pt x="1142376" y="166494"/>
                    <a:pt x="1142621" y="167231"/>
                    <a:pt x="1142874" y="167990"/>
                  </a:cubicBezTo>
                  <a:cubicBezTo>
                    <a:pt x="1143243" y="168327"/>
                    <a:pt x="1143611" y="168665"/>
                    <a:pt x="1143991" y="169013"/>
                  </a:cubicBezTo>
                  <a:cubicBezTo>
                    <a:pt x="1145107" y="170222"/>
                    <a:pt x="1145107" y="170222"/>
                    <a:pt x="1145479" y="172175"/>
                  </a:cubicBezTo>
                  <a:cubicBezTo>
                    <a:pt x="1145663" y="173050"/>
                    <a:pt x="1145663" y="173050"/>
                    <a:pt x="1145851" y="173943"/>
                  </a:cubicBezTo>
                  <a:cubicBezTo>
                    <a:pt x="1146588" y="174188"/>
                    <a:pt x="1147324" y="174434"/>
                    <a:pt x="1148083" y="174687"/>
                  </a:cubicBezTo>
                  <a:cubicBezTo>
                    <a:pt x="1148083" y="175669"/>
                    <a:pt x="1148083" y="176651"/>
                    <a:pt x="1148083" y="177663"/>
                  </a:cubicBezTo>
                  <a:cubicBezTo>
                    <a:pt x="1148820" y="177663"/>
                    <a:pt x="1149557" y="177663"/>
                    <a:pt x="1150316" y="177663"/>
                  </a:cubicBezTo>
                  <a:cubicBezTo>
                    <a:pt x="1151060" y="179291"/>
                    <a:pt x="1151060" y="179291"/>
                    <a:pt x="1151804" y="181384"/>
                  </a:cubicBezTo>
                  <a:cubicBezTo>
                    <a:pt x="1153174" y="184111"/>
                    <a:pt x="1153174" y="184111"/>
                    <a:pt x="1155525" y="185849"/>
                  </a:cubicBezTo>
                  <a:cubicBezTo>
                    <a:pt x="1156285" y="187079"/>
                    <a:pt x="1157025" y="188322"/>
                    <a:pt x="1157757" y="189570"/>
                  </a:cubicBezTo>
                  <a:cubicBezTo>
                    <a:pt x="1158421" y="190440"/>
                    <a:pt x="1159088" y="191308"/>
                    <a:pt x="1159757" y="192174"/>
                  </a:cubicBezTo>
                  <a:cubicBezTo>
                    <a:pt x="1161401" y="194408"/>
                    <a:pt x="1161642" y="195702"/>
                    <a:pt x="1161478" y="198499"/>
                  </a:cubicBezTo>
                  <a:cubicBezTo>
                    <a:pt x="1162215" y="198745"/>
                    <a:pt x="1162951" y="198990"/>
                    <a:pt x="1163710" y="199243"/>
                  </a:cubicBezTo>
                  <a:cubicBezTo>
                    <a:pt x="1163958" y="200484"/>
                    <a:pt x="1164206" y="201724"/>
                    <a:pt x="1164454" y="202964"/>
                  </a:cubicBezTo>
                  <a:cubicBezTo>
                    <a:pt x="1165191" y="203210"/>
                    <a:pt x="1165928" y="203455"/>
                    <a:pt x="1166687" y="203708"/>
                  </a:cubicBezTo>
                  <a:cubicBezTo>
                    <a:pt x="1167209" y="204938"/>
                    <a:pt x="1167706" y="206178"/>
                    <a:pt x="1168175" y="207429"/>
                  </a:cubicBezTo>
                  <a:cubicBezTo>
                    <a:pt x="1168666" y="207675"/>
                    <a:pt x="1169157" y="207920"/>
                    <a:pt x="1169663" y="208173"/>
                  </a:cubicBezTo>
                  <a:cubicBezTo>
                    <a:pt x="1169911" y="209413"/>
                    <a:pt x="1170159" y="210654"/>
                    <a:pt x="1170408" y="211894"/>
                  </a:cubicBezTo>
                  <a:cubicBezTo>
                    <a:pt x="1170899" y="212139"/>
                    <a:pt x="1171390" y="212385"/>
                    <a:pt x="1171896" y="212638"/>
                  </a:cubicBezTo>
                  <a:cubicBezTo>
                    <a:pt x="1172392" y="213878"/>
                    <a:pt x="1172888" y="215118"/>
                    <a:pt x="1173384" y="216359"/>
                  </a:cubicBezTo>
                  <a:cubicBezTo>
                    <a:pt x="1173875" y="216604"/>
                    <a:pt x="1174366" y="216850"/>
                    <a:pt x="1174872" y="217103"/>
                  </a:cubicBezTo>
                  <a:cubicBezTo>
                    <a:pt x="1175175" y="218830"/>
                    <a:pt x="1175426" y="220568"/>
                    <a:pt x="1175617" y="222312"/>
                  </a:cubicBezTo>
                  <a:cubicBezTo>
                    <a:pt x="1176353" y="222312"/>
                    <a:pt x="1177090" y="222312"/>
                    <a:pt x="1177849" y="222312"/>
                  </a:cubicBezTo>
                  <a:cubicBezTo>
                    <a:pt x="1178116" y="223548"/>
                    <a:pt x="1178362" y="224789"/>
                    <a:pt x="1178593" y="226033"/>
                  </a:cubicBezTo>
                  <a:cubicBezTo>
                    <a:pt x="1179322" y="226792"/>
                    <a:pt x="1180066" y="227537"/>
                    <a:pt x="1180826" y="228265"/>
                  </a:cubicBezTo>
                  <a:cubicBezTo>
                    <a:pt x="1181087" y="229254"/>
                    <a:pt x="1181337" y="230246"/>
                    <a:pt x="1181570" y="231242"/>
                  </a:cubicBezTo>
                  <a:cubicBezTo>
                    <a:pt x="1182061" y="231487"/>
                    <a:pt x="1182552" y="231733"/>
                    <a:pt x="1183058" y="231986"/>
                  </a:cubicBezTo>
                  <a:cubicBezTo>
                    <a:pt x="1183165" y="232722"/>
                    <a:pt x="1183273" y="233459"/>
                    <a:pt x="1183383" y="234218"/>
                  </a:cubicBezTo>
                  <a:cubicBezTo>
                    <a:pt x="1183522" y="234955"/>
                    <a:pt x="1183660" y="235691"/>
                    <a:pt x="1183802" y="236450"/>
                  </a:cubicBezTo>
                  <a:cubicBezTo>
                    <a:pt x="1184539" y="236696"/>
                    <a:pt x="1185275" y="236942"/>
                    <a:pt x="1186035" y="237195"/>
                  </a:cubicBezTo>
                  <a:cubicBezTo>
                    <a:pt x="1186549" y="238677"/>
                    <a:pt x="1187046" y="240165"/>
                    <a:pt x="1187523" y="241659"/>
                  </a:cubicBezTo>
                  <a:cubicBezTo>
                    <a:pt x="1188014" y="241659"/>
                    <a:pt x="1188505" y="241659"/>
                    <a:pt x="1189011" y="241659"/>
                  </a:cubicBezTo>
                  <a:cubicBezTo>
                    <a:pt x="1189149" y="242926"/>
                    <a:pt x="1189149" y="242926"/>
                    <a:pt x="1189290" y="244217"/>
                  </a:cubicBezTo>
                  <a:cubicBezTo>
                    <a:pt x="1189444" y="245092"/>
                    <a:pt x="1189597" y="245967"/>
                    <a:pt x="1189755" y="246868"/>
                  </a:cubicBezTo>
                  <a:cubicBezTo>
                    <a:pt x="1190246" y="247114"/>
                    <a:pt x="1190737" y="247360"/>
                    <a:pt x="1191243" y="247613"/>
                  </a:cubicBezTo>
                  <a:cubicBezTo>
                    <a:pt x="1191547" y="249340"/>
                    <a:pt x="1191797" y="251078"/>
                    <a:pt x="1191988" y="252822"/>
                  </a:cubicBezTo>
                  <a:cubicBezTo>
                    <a:pt x="1192724" y="252822"/>
                    <a:pt x="1193461" y="252822"/>
                    <a:pt x="1194220" y="252822"/>
                  </a:cubicBezTo>
                  <a:cubicBezTo>
                    <a:pt x="1194297" y="253528"/>
                    <a:pt x="1194374" y="254234"/>
                    <a:pt x="1194453" y="254961"/>
                  </a:cubicBezTo>
                  <a:cubicBezTo>
                    <a:pt x="1194730" y="257503"/>
                    <a:pt x="1194730" y="257503"/>
                    <a:pt x="1197197" y="258775"/>
                  </a:cubicBezTo>
                  <a:cubicBezTo>
                    <a:pt x="1197469" y="260259"/>
                    <a:pt x="1197718" y="261747"/>
                    <a:pt x="1197941" y="263240"/>
                  </a:cubicBezTo>
                  <a:cubicBezTo>
                    <a:pt x="1198432" y="263485"/>
                    <a:pt x="1198923" y="263731"/>
                    <a:pt x="1199429" y="263984"/>
                  </a:cubicBezTo>
                  <a:cubicBezTo>
                    <a:pt x="1199871" y="265955"/>
                    <a:pt x="1199981" y="267922"/>
                    <a:pt x="1200173" y="269937"/>
                  </a:cubicBezTo>
                  <a:cubicBezTo>
                    <a:pt x="1200910" y="269937"/>
                    <a:pt x="1201647" y="269937"/>
                    <a:pt x="1202406" y="269937"/>
                  </a:cubicBezTo>
                  <a:cubicBezTo>
                    <a:pt x="1202930" y="271665"/>
                    <a:pt x="1203427" y="273401"/>
                    <a:pt x="1203894" y="275146"/>
                  </a:cubicBezTo>
                  <a:cubicBezTo>
                    <a:pt x="1204385" y="275146"/>
                    <a:pt x="1204876" y="275146"/>
                    <a:pt x="1205382" y="275146"/>
                  </a:cubicBezTo>
                  <a:cubicBezTo>
                    <a:pt x="1205527" y="276672"/>
                    <a:pt x="1205673" y="278198"/>
                    <a:pt x="1205818" y="279724"/>
                  </a:cubicBezTo>
                  <a:cubicBezTo>
                    <a:pt x="1205920" y="280178"/>
                    <a:pt x="1206022" y="280631"/>
                    <a:pt x="1206126" y="281099"/>
                  </a:cubicBezTo>
                  <a:cubicBezTo>
                    <a:pt x="1206617" y="281344"/>
                    <a:pt x="1207109" y="281590"/>
                    <a:pt x="1207615" y="281843"/>
                  </a:cubicBezTo>
                  <a:cubicBezTo>
                    <a:pt x="1207722" y="282687"/>
                    <a:pt x="1207829" y="283531"/>
                    <a:pt x="1207940" y="284401"/>
                  </a:cubicBezTo>
                  <a:cubicBezTo>
                    <a:pt x="1208078" y="285276"/>
                    <a:pt x="1208216" y="286151"/>
                    <a:pt x="1208359" y="287052"/>
                  </a:cubicBezTo>
                  <a:cubicBezTo>
                    <a:pt x="1209095" y="287543"/>
                    <a:pt x="1209832" y="288034"/>
                    <a:pt x="1210591" y="288540"/>
                  </a:cubicBezTo>
                  <a:cubicBezTo>
                    <a:pt x="1210714" y="289415"/>
                    <a:pt x="1210837" y="290290"/>
                    <a:pt x="1210963" y="291191"/>
                  </a:cubicBezTo>
                  <a:cubicBezTo>
                    <a:pt x="1211147" y="292458"/>
                    <a:pt x="1211147" y="292458"/>
                    <a:pt x="1211335" y="293749"/>
                  </a:cubicBezTo>
                  <a:cubicBezTo>
                    <a:pt x="1212072" y="293995"/>
                    <a:pt x="1212809" y="294240"/>
                    <a:pt x="1213568" y="294493"/>
                  </a:cubicBezTo>
                  <a:cubicBezTo>
                    <a:pt x="1213786" y="296682"/>
                    <a:pt x="1213786" y="296682"/>
                    <a:pt x="1213707" y="299377"/>
                  </a:cubicBezTo>
                  <a:cubicBezTo>
                    <a:pt x="1213687" y="300268"/>
                    <a:pt x="1213667" y="301159"/>
                    <a:pt x="1213646" y="302077"/>
                  </a:cubicBezTo>
                  <a:cubicBezTo>
                    <a:pt x="1213620" y="302767"/>
                    <a:pt x="1213594" y="303457"/>
                    <a:pt x="1213568" y="304167"/>
                  </a:cubicBezTo>
                  <a:cubicBezTo>
                    <a:pt x="1212842" y="304170"/>
                    <a:pt x="1212117" y="304173"/>
                    <a:pt x="1211369" y="304176"/>
                  </a:cubicBezTo>
                  <a:cubicBezTo>
                    <a:pt x="1204547" y="304203"/>
                    <a:pt x="1197725" y="304246"/>
                    <a:pt x="1190903" y="304304"/>
                  </a:cubicBezTo>
                  <a:cubicBezTo>
                    <a:pt x="1187395" y="304334"/>
                    <a:pt x="1183887" y="304357"/>
                    <a:pt x="1180380" y="304369"/>
                  </a:cubicBezTo>
                  <a:cubicBezTo>
                    <a:pt x="1176997" y="304380"/>
                    <a:pt x="1173615" y="304406"/>
                    <a:pt x="1170233" y="304441"/>
                  </a:cubicBezTo>
                  <a:cubicBezTo>
                    <a:pt x="1168939" y="304452"/>
                    <a:pt x="1167646" y="304458"/>
                    <a:pt x="1166353" y="304459"/>
                  </a:cubicBezTo>
                  <a:cubicBezTo>
                    <a:pt x="1164547" y="304461"/>
                    <a:pt x="1162743" y="304481"/>
                    <a:pt x="1160937" y="304505"/>
                  </a:cubicBezTo>
                  <a:cubicBezTo>
                    <a:pt x="1160397" y="304501"/>
                    <a:pt x="1159857" y="304498"/>
                    <a:pt x="1159301" y="304494"/>
                  </a:cubicBezTo>
                  <a:cubicBezTo>
                    <a:pt x="1157674" y="304492"/>
                    <a:pt x="1157674" y="304492"/>
                    <a:pt x="1155525" y="304911"/>
                  </a:cubicBezTo>
                  <a:cubicBezTo>
                    <a:pt x="1155263" y="305900"/>
                    <a:pt x="1155015" y="306893"/>
                    <a:pt x="1154781" y="307888"/>
                  </a:cubicBezTo>
                  <a:cubicBezTo>
                    <a:pt x="1152629" y="308274"/>
                    <a:pt x="1152629" y="308274"/>
                    <a:pt x="1149710" y="308294"/>
                  </a:cubicBezTo>
                  <a:cubicBezTo>
                    <a:pt x="1149180" y="308302"/>
                    <a:pt x="1148650" y="308310"/>
                    <a:pt x="1148104" y="308318"/>
                  </a:cubicBezTo>
                  <a:cubicBezTo>
                    <a:pt x="1146344" y="308340"/>
                    <a:pt x="1144585" y="308341"/>
                    <a:pt x="1142825" y="308341"/>
                  </a:cubicBezTo>
                  <a:cubicBezTo>
                    <a:pt x="1141608" y="308353"/>
                    <a:pt x="1140391" y="308365"/>
                    <a:pt x="1139174" y="308379"/>
                  </a:cubicBezTo>
                  <a:cubicBezTo>
                    <a:pt x="1135965" y="308411"/>
                    <a:pt x="1132757" y="308426"/>
                    <a:pt x="1129548" y="308437"/>
                  </a:cubicBezTo>
                  <a:cubicBezTo>
                    <a:pt x="1126276" y="308452"/>
                    <a:pt x="1123004" y="308483"/>
                    <a:pt x="1119732" y="308513"/>
                  </a:cubicBezTo>
                  <a:cubicBezTo>
                    <a:pt x="1113307" y="308569"/>
                    <a:pt x="1106883" y="308606"/>
                    <a:pt x="1100458" y="308632"/>
                  </a:cubicBezTo>
                  <a:cubicBezTo>
                    <a:pt x="1100458" y="309369"/>
                    <a:pt x="1100458" y="310106"/>
                    <a:pt x="1100458" y="310865"/>
                  </a:cubicBezTo>
                  <a:cubicBezTo>
                    <a:pt x="1097985" y="311632"/>
                    <a:pt x="1095556" y="311707"/>
                    <a:pt x="1092980" y="311726"/>
                  </a:cubicBezTo>
                  <a:cubicBezTo>
                    <a:pt x="1092253" y="311734"/>
                    <a:pt x="1091525" y="311741"/>
                    <a:pt x="1090776" y="311749"/>
                  </a:cubicBezTo>
                  <a:cubicBezTo>
                    <a:pt x="1089612" y="311757"/>
                    <a:pt x="1089612" y="311757"/>
                    <a:pt x="1088424" y="311766"/>
                  </a:cubicBezTo>
                  <a:cubicBezTo>
                    <a:pt x="1086778" y="311787"/>
                    <a:pt x="1085132" y="311808"/>
                    <a:pt x="1083486" y="311830"/>
                  </a:cubicBezTo>
                  <a:cubicBezTo>
                    <a:pt x="1080892" y="311860"/>
                    <a:pt x="1078299" y="311888"/>
                    <a:pt x="1075705" y="311907"/>
                  </a:cubicBezTo>
                  <a:cubicBezTo>
                    <a:pt x="1073201" y="311928"/>
                    <a:pt x="1070697" y="311962"/>
                    <a:pt x="1068193" y="311998"/>
                  </a:cubicBezTo>
                  <a:cubicBezTo>
                    <a:pt x="1067020" y="312002"/>
                    <a:pt x="1067020" y="312002"/>
                    <a:pt x="1065823" y="312006"/>
                  </a:cubicBezTo>
                  <a:cubicBezTo>
                    <a:pt x="1064746" y="312024"/>
                    <a:pt x="1064746" y="312024"/>
                    <a:pt x="1063647" y="312043"/>
                  </a:cubicBezTo>
                  <a:cubicBezTo>
                    <a:pt x="1063012" y="312049"/>
                    <a:pt x="1062378" y="312055"/>
                    <a:pt x="1061723" y="312061"/>
                  </a:cubicBezTo>
                  <a:cubicBezTo>
                    <a:pt x="1061245" y="312157"/>
                    <a:pt x="1060767" y="312254"/>
                    <a:pt x="1060275" y="312353"/>
                  </a:cubicBezTo>
                  <a:cubicBezTo>
                    <a:pt x="1060029" y="313090"/>
                    <a:pt x="1059784" y="313826"/>
                    <a:pt x="1059531" y="314585"/>
                  </a:cubicBezTo>
                  <a:cubicBezTo>
                    <a:pt x="1058198" y="314854"/>
                    <a:pt x="1058198" y="314854"/>
                    <a:pt x="1056440" y="314839"/>
                  </a:cubicBezTo>
                  <a:cubicBezTo>
                    <a:pt x="1055785" y="314839"/>
                    <a:pt x="1055130" y="314838"/>
                    <a:pt x="1054454" y="314838"/>
                  </a:cubicBezTo>
                  <a:cubicBezTo>
                    <a:pt x="1053386" y="314821"/>
                    <a:pt x="1053386" y="314821"/>
                    <a:pt x="1052296" y="314803"/>
                  </a:cubicBezTo>
                  <a:cubicBezTo>
                    <a:pt x="1051570" y="314800"/>
                    <a:pt x="1050844" y="314797"/>
                    <a:pt x="1050096" y="314794"/>
                  </a:cubicBezTo>
                  <a:cubicBezTo>
                    <a:pt x="1047768" y="314781"/>
                    <a:pt x="1045441" y="314753"/>
                    <a:pt x="1043113" y="314725"/>
                  </a:cubicBezTo>
                  <a:cubicBezTo>
                    <a:pt x="1041539" y="314714"/>
                    <a:pt x="1039965" y="314703"/>
                    <a:pt x="1038391" y="314694"/>
                  </a:cubicBezTo>
                  <a:cubicBezTo>
                    <a:pt x="1034523" y="314670"/>
                    <a:pt x="1030656" y="314632"/>
                    <a:pt x="1026788" y="314585"/>
                  </a:cubicBezTo>
                  <a:cubicBezTo>
                    <a:pt x="1026788" y="315813"/>
                    <a:pt x="1026788" y="317041"/>
                    <a:pt x="1026788" y="318306"/>
                  </a:cubicBezTo>
                  <a:cubicBezTo>
                    <a:pt x="1025476" y="318322"/>
                    <a:pt x="1025476" y="318322"/>
                    <a:pt x="1024136" y="318339"/>
                  </a:cubicBezTo>
                  <a:cubicBezTo>
                    <a:pt x="1020900" y="318382"/>
                    <a:pt x="1017665" y="318439"/>
                    <a:pt x="1014430" y="318501"/>
                  </a:cubicBezTo>
                  <a:cubicBezTo>
                    <a:pt x="1013027" y="318526"/>
                    <a:pt x="1011625" y="318547"/>
                    <a:pt x="1010222" y="318564"/>
                  </a:cubicBezTo>
                  <a:cubicBezTo>
                    <a:pt x="1008211" y="318589"/>
                    <a:pt x="1006199" y="318628"/>
                    <a:pt x="1004188" y="318669"/>
                  </a:cubicBezTo>
                  <a:cubicBezTo>
                    <a:pt x="1003242" y="318676"/>
                    <a:pt x="1003242" y="318676"/>
                    <a:pt x="1002276" y="318684"/>
                  </a:cubicBezTo>
                  <a:cubicBezTo>
                    <a:pt x="1000346" y="318706"/>
                    <a:pt x="1000346" y="318706"/>
                    <a:pt x="997767" y="319050"/>
                  </a:cubicBezTo>
                  <a:cubicBezTo>
                    <a:pt x="997521" y="319787"/>
                    <a:pt x="997276" y="320524"/>
                    <a:pt x="997023" y="321283"/>
                  </a:cubicBezTo>
                  <a:cubicBezTo>
                    <a:pt x="995169" y="321531"/>
                    <a:pt x="993490" y="321629"/>
                    <a:pt x="991631" y="321637"/>
                  </a:cubicBezTo>
                  <a:cubicBezTo>
                    <a:pt x="990820" y="321655"/>
                    <a:pt x="990820" y="321655"/>
                    <a:pt x="989993" y="321672"/>
                  </a:cubicBezTo>
                  <a:cubicBezTo>
                    <a:pt x="988259" y="321708"/>
                    <a:pt x="986525" y="321728"/>
                    <a:pt x="984791" y="321748"/>
                  </a:cubicBezTo>
                  <a:cubicBezTo>
                    <a:pt x="983060" y="321775"/>
                    <a:pt x="981328" y="321805"/>
                    <a:pt x="979597" y="321839"/>
                  </a:cubicBezTo>
                  <a:cubicBezTo>
                    <a:pt x="978518" y="321859"/>
                    <a:pt x="977439" y="321875"/>
                    <a:pt x="976360" y="321886"/>
                  </a:cubicBezTo>
                  <a:cubicBezTo>
                    <a:pt x="973576" y="321889"/>
                    <a:pt x="973576" y="321889"/>
                    <a:pt x="970978" y="322771"/>
                  </a:cubicBezTo>
                  <a:cubicBezTo>
                    <a:pt x="970978" y="323507"/>
                    <a:pt x="970978" y="324244"/>
                    <a:pt x="970978" y="325003"/>
                  </a:cubicBezTo>
                  <a:cubicBezTo>
                    <a:pt x="969902" y="324980"/>
                    <a:pt x="969902" y="324980"/>
                    <a:pt x="968804" y="324956"/>
                  </a:cubicBezTo>
                  <a:cubicBezTo>
                    <a:pt x="966151" y="324902"/>
                    <a:pt x="963498" y="324868"/>
                    <a:pt x="960845" y="324840"/>
                  </a:cubicBezTo>
                  <a:cubicBezTo>
                    <a:pt x="959695" y="324825"/>
                    <a:pt x="958545" y="324804"/>
                    <a:pt x="957395" y="324779"/>
                  </a:cubicBezTo>
                  <a:cubicBezTo>
                    <a:pt x="955746" y="324743"/>
                    <a:pt x="954097" y="324726"/>
                    <a:pt x="952447" y="324713"/>
                  </a:cubicBezTo>
                  <a:cubicBezTo>
                    <a:pt x="951930" y="324697"/>
                    <a:pt x="951413" y="324682"/>
                    <a:pt x="950880" y="324666"/>
                  </a:cubicBezTo>
                  <a:cubicBezTo>
                    <a:pt x="949291" y="324630"/>
                    <a:pt x="949291" y="324630"/>
                    <a:pt x="947165" y="325003"/>
                  </a:cubicBezTo>
                  <a:cubicBezTo>
                    <a:pt x="946883" y="325986"/>
                    <a:pt x="946634" y="326980"/>
                    <a:pt x="946421" y="327980"/>
                  </a:cubicBezTo>
                  <a:cubicBezTo>
                    <a:pt x="944516" y="328339"/>
                    <a:pt x="944516" y="328339"/>
                    <a:pt x="942006" y="328329"/>
                  </a:cubicBezTo>
                  <a:cubicBezTo>
                    <a:pt x="941108" y="328339"/>
                    <a:pt x="940211" y="328350"/>
                    <a:pt x="939286" y="328361"/>
                  </a:cubicBezTo>
                  <a:cubicBezTo>
                    <a:pt x="937380" y="328355"/>
                    <a:pt x="935473" y="328349"/>
                    <a:pt x="933566" y="328343"/>
                  </a:cubicBezTo>
                  <a:cubicBezTo>
                    <a:pt x="932668" y="328354"/>
                    <a:pt x="931769" y="328364"/>
                    <a:pt x="930844" y="328375"/>
                  </a:cubicBezTo>
                  <a:cubicBezTo>
                    <a:pt x="930014" y="328372"/>
                    <a:pt x="929185" y="328368"/>
                    <a:pt x="928331" y="328365"/>
                  </a:cubicBezTo>
                  <a:cubicBezTo>
                    <a:pt x="927670" y="328483"/>
                    <a:pt x="927010" y="328602"/>
                    <a:pt x="926329" y="328724"/>
                  </a:cubicBezTo>
                  <a:cubicBezTo>
                    <a:pt x="925966" y="329461"/>
                    <a:pt x="925966" y="329461"/>
                    <a:pt x="925595" y="330212"/>
                  </a:cubicBezTo>
                  <a:cubicBezTo>
                    <a:pt x="925222" y="330949"/>
                    <a:pt x="925222" y="330949"/>
                    <a:pt x="924841" y="331700"/>
                  </a:cubicBezTo>
                  <a:cubicBezTo>
                    <a:pt x="922771" y="332059"/>
                    <a:pt x="922771" y="332059"/>
                    <a:pt x="920164" y="332049"/>
                  </a:cubicBezTo>
                  <a:cubicBezTo>
                    <a:pt x="919232" y="332060"/>
                    <a:pt x="918300" y="332070"/>
                    <a:pt x="917340" y="332081"/>
                  </a:cubicBezTo>
                  <a:cubicBezTo>
                    <a:pt x="916362" y="332078"/>
                    <a:pt x="915384" y="332076"/>
                    <a:pt x="914377" y="332073"/>
                  </a:cubicBezTo>
                  <a:cubicBezTo>
                    <a:pt x="912446" y="332067"/>
                    <a:pt x="910514" y="332074"/>
                    <a:pt x="908583" y="332096"/>
                  </a:cubicBezTo>
                  <a:cubicBezTo>
                    <a:pt x="907294" y="332091"/>
                    <a:pt x="907294" y="332091"/>
                    <a:pt x="905979" y="332086"/>
                  </a:cubicBezTo>
                  <a:cubicBezTo>
                    <a:pt x="905327" y="332204"/>
                    <a:pt x="904676" y="332323"/>
                    <a:pt x="904005" y="332445"/>
                  </a:cubicBezTo>
                  <a:cubicBezTo>
                    <a:pt x="903739" y="333432"/>
                    <a:pt x="903491" y="334425"/>
                    <a:pt x="903261" y="335421"/>
                  </a:cubicBezTo>
                  <a:cubicBezTo>
                    <a:pt x="901469" y="335827"/>
                    <a:pt x="901469" y="335827"/>
                    <a:pt x="899119" y="335875"/>
                  </a:cubicBezTo>
                  <a:cubicBezTo>
                    <a:pt x="898282" y="335899"/>
                    <a:pt x="897445" y="335923"/>
                    <a:pt x="896583" y="335947"/>
                  </a:cubicBezTo>
                  <a:cubicBezTo>
                    <a:pt x="895702" y="335958"/>
                    <a:pt x="894821" y="335968"/>
                    <a:pt x="893913" y="335979"/>
                  </a:cubicBezTo>
                  <a:cubicBezTo>
                    <a:pt x="892587" y="336012"/>
                    <a:pt x="892587" y="336012"/>
                    <a:pt x="891234" y="336046"/>
                  </a:cubicBezTo>
                  <a:cubicBezTo>
                    <a:pt x="889042" y="336099"/>
                    <a:pt x="886850" y="336138"/>
                    <a:pt x="884658" y="336165"/>
                  </a:cubicBezTo>
                  <a:cubicBezTo>
                    <a:pt x="884658" y="336902"/>
                    <a:pt x="884658" y="337639"/>
                    <a:pt x="884658" y="338398"/>
                  </a:cubicBezTo>
                  <a:cubicBezTo>
                    <a:pt x="884147" y="338416"/>
                    <a:pt x="883636" y="338435"/>
                    <a:pt x="883110" y="338454"/>
                  </a:cubicBezTo>
                  <a:cubicBezTo>
                    <a:pt x="880804" y="338540"/>
                    <a:pt x="878499" y="338632"/>
                    <a:pt x="876193" y="338723"/>
                  </a:cubicBezTo>
                  <a:cubicBezTo>
                    <a:pt x="875389" y="338753"/>
                    <a:pt x="874585" y="338782"/>
                    <a:pt x="873757" y="338812"/>
                  </a:cubicBezTo>
                  <a:cubicBezTo>
                    <a:pt x="872990" y="338843"/>
                    <a:pt x="872222" y="338874"/>
                    <a:pt x="871432" y="338906"/>
                  </a:cubicBezTo>
                  <a:cubicBezTo>
                    <a:pt x="870722" y="338934"/>
                    <a:pt x="870013" y="338961"/>
                    <a:pt x="869282" y="338989"/>
                  </a:cubicBezTo>
                  <a:cubicBezTo>
                    <a:pt x="867526" y="339036"/>
                    <a:pt x="867526" y="339036"/>
                    <a:pt x="866054" y="339886"/>
                  </a:cubicBezTo>
                  <a:cubicBezTo>
                    <a:pt x="866054" y="340623"/>
                    <a:pt x="866054" y="341359"/>
                    <a:pt x="866054" y="342118"/>
                  </a:cubicBezTo>
                  <a:cubicBezTo>
                    <a:pt x="865282" y="342135"/>
                    <a:pt x="865282" y="342135"/>
                    <a:pt x="864495" y="342151"/>
                  </a:cubicBezTo>
                  <a:cubicBezTo>
                    <a:pt x="862177" y="342207"/>
                    <a:pt x="859860" y="342279"/>
                    <a:pt x="857543" y="342351"/>
                  </a:cubicBezTo>
                  <a:cubicBezTo>
                    <a:pt x="856733" y="342368"/>
                    <a:pt x="855923" y="342385"/>
                    <a:pt x="855088" y="342402"/>
                  </a:cubicBezTo>
                  <a:cubicBezTo>
                    <a:pt x="853933" y="342441"/>
                    <a:pt x="853933" y="342441"/>
                    <a:pt x="852755" y="342482"/>
                  </a:cubicBezTo>
                  <a:cubicBezTo>
                    <a:pt x="852042" y="342501"/>
                    <a:pt x="851329" y="342521"/>
                    <a:pt x="850594" y="342541"/>
                  </a:cubicBezTo>
                  <a:cubicBezTo>
                    <a:pt x="850048" y="342647"/>
                    <a:pt x="849502" y="342753"/>
                    <a:pt x="848939" y="342863"/>
                  </a:cubicBezTo>
                  <a:cubicBezTo>
                    <a:pt x="848693" y="343599"/>
                    <a:pt x="848448" y="344336"/>
                    <a:pt x="848195" y="345095"/>
                  </a:cubicBezTo>
                  <a:cubicBezTo>
                    <a:pt x="846768" y="345370"/>
                    <a:pt x="846768" y="345370"/>
                    <a:pt x="844919" y="345371"/>
                  </a:cubicBezTo>
                  <a:cubicBezTo>
                    <a:pt x="844256" y="345384"/>
                    <a:pt x="843594" y="345397"/>
                    <a:pt x="842912" y="345410"/>
                  </a:cubicBezTo>
                  <a:cubicBezTo>
                    <a:pt x="841507" y="345417"/>
                    <a:pt x="840102" y="345421"/>
                    <a:pt x="838697" y="345422"/>
                  </a:cubicBezTo>
                  <a:cubicBezTo>
                    <a:pt x="838033" y="345436"/>
                    <a:pt x="837370" y="345450"/>
                    <a:pt x="836687" y="345464"/>
                  </a:cubicBezTo>
                  <a:cubicBezTo>
                    <a:pt x="835770" y="345466"/>
                    <a:pt x="835770" y="345466"/>
                    <a:pt x="834835" y="345468"/>
                  </a:cubicBezTo>
                  <a:cubicBezTo>
                    <a:pt x="834332" y="345591"/>
                    <a:pt x="833830" y="345713"/>
                    <a:pt x="833312" y="345839"/>
                  </a:cubicBezTo>
                  <a:cubicBezTo>
                    <a:pt x="832948" y="346577"/>
                    <a:pt x="832948" y="346577"/>
                    <a:pt x="832578" y="347329"/>
                  </a:cubicBezTo>
                  <a:cubicBezTo>
                    <a:pt x="832329" y="347820"/>
                    <a:pt x="832080" y="348310"/>
                    <a:pt x="831824" y="348816"/>
                  </a:cubicBezTo>
                  <a:cubicBezTo>
                    <a:pt x="830232" y="349175"/>
                    <a:pt x="830232" y="349175"/>
                    <a:pt x="828286" y="349165"/>
                  </a:cubicBezTo>
                  <a:cubicBezTo>
                    <a:pt x="827589" y="349175"/>
                    <a:pt x="826892" y="349186"/>
                    <a:pt x="826174" y="349197"/>
                  </a:cubicBezTo>
                  <a:cubicBezTo>
                    <a:pt x="825080" y="349192"/>
                    <a:pt x="825080" y="349192"/>
                    <a:pt x="823964" y="349188"/>
                  </a:cubicBezTo>
                  <a:cubicBezTo>
                    <a:pt x="822521" y="349182"/>
                    <a:pt x="821078" y="349189"/>
                    <a:pt x="819635" y="349211"/>
                  </a:cubicBezTo>
                  <a:cubicBezTo>
                    <a:pt x="818994" y="349208"/>
                    <a:pt x="818353" y="349204"/>
                    <a:pt x="817692" y="349201"/>
                  </a:cubicBezTo>
                  <a:cubicBezTo>
                    <a:pt x="816952" y="349379"/>
                    <a:pt x="816952" y="349379"/>
                    <a:pt x="816197" y="349560"/>
                  </a:cubicBezTo>
                  <a:cubicBezTo>
                    <a:pt x="815943" y="350551"/>
                    <a:pt x="815695" y="351543"/>
                    <a:pt x="815452" y="352536"/>
                  </a:cubicBezTo>
                  <a:cubicBezTo>
                    <a:pt x="814014" y="352907"/>
                    <a:pt x="814014" y="352907"/>
                    <a:pt x="812150" y="352911"/>
                  </a:cubicBezTo>
                  <a:cubicBezTo>
                    <a:pt x="811152" y="352932"/>
                    <a:pt x="811152" y="352932"/>
                    <a:pt x="810133" y="352954"/>
                  </a:cubicBezTo>
                  <a:cubicBezTo>
                    <a:pt x="809433" y="352954"/>
                    <a:pt x="808732" y="352954"/>
                    <a:pt x="808011" y="352955"/>
                  </a:cubicBezTo>
                  <a:cubicBezTo>
                    <a:pt x="806631" y="352962"/>
                    <a:pt x="805251" y="352978"/>
                    <a:pt x="803872" y="353004"/>
                  </a:cubicBezTo>
                  <a:cubicBezTo>
                    <a:pt x="802949" y="353005"/>
                    <a:pt x="802949" y="353005"/>
                    <a:pt x="802008" y="353006"/>
                  </a:cubicBezTo>
                  <a:cubicBezTo>
                    <a:pt x="801534" y="353097"/>
                    <a:pt x="801059" y="353187"/>
                    <a:pt x="800570" y="353281"/>
                  </a:cubicBezTo>
                  <a:cubicBezTo>
                    <a:pt x="800324" y="354017"/>
                    <a:pt x="800078" y="354754"/>
                    <a:pt x="799825" y="355513"/>
                  </a:cubicBezTo>
                  <a:cubicBezTo>
                    <a:pt x="798523" y="355787"/>
                    <a:pt x="798523" y="355787"/>
                    <a:pt x="796849" y="355789"/>
                  </a:cubicBezTo>
                  <a:cubicBezTo>
                    <a:pt x="796250" y="355802"/>
                    <a:pt x="795652" y="355815"/>
                    <a:pt x="795035" y="355828"/>
                  </a:cubicBezTo>
                  <a:cubicBezTo>
                    <a:pt x="793764" y="355835"/>
                    <a:pt x="792493" y="355839"/>
                    <a:pt x="791221" y="355840"/>
                  </a:cubicBezTo>
                  <a:cubicBezTo>
                    <a:pt x="790623" y="355854"/>
                    <a:pt x="790024" y="355868"/>
                    <a:pt x="789408" y="355882"/>
                  </a:cubicBezTo>
                  <a:cubicBezTo>
                    <a:pt x="788855" y="355884"/>
                    <a:pt x="788302" y="355885"/>
                    <a:pt x="787733" y="355886"/>
                  </a:cubicBezTo>
                  <a:cubicBezTo>
                    <a:pt x="787303" y="356009"/>
                    <a:pt x="786874" y="356131"/>
                    <a:pt x="786431" y="356257"/>
                  </a:cubicBezTo>
                  <a:cubicBezTo>
                    <a:pt x="786258" y="356991"/>
                    <a:pt x="786258" y="356991"/>
                    <a:pt x="786081" y="357740"/>
                  </a:cubicBezTo>
                  <a:cubicBezTo>
                    <a:pt x="785951" y="358233"/>
                    <a:pt x="785821" y="358726"/>
                    <a:pt x="785687" y="359234"/>
                  </a:cubicBezTo>
                  <a:cubicBezTo>
                    <a:pt x="784236" y="359640"/>
                    <a:pt x="784236" y="359640"/>
                    <a:pt x="782359" y="359687"/>
                  </a:cubicBezTo>
                  <a:cubicBezTo>
                    <a:pt x="781689" y="359711"/>
                    <a:pt x="781020" y="359735"/>
                    <a:pt x="780331" y="359760"/>
                  </a:cubicBezTo>
                  <a:cubicBezTo>
                    <a:pt x="779627" y="359770"/>
                    <a:pt x="778924" y="359781"/>
                    <a:pt x="778199" y="359792"/>
                  </a:cubicBezTo>
                  <a:cubicBezTo>
                    <a:pt x="777139" y="359825"/>
                    <a:pt x="777139" y="359825"/>
                    <a:pt x="776058" y="359859"/>
                  </a:cubicBezTo>
                  <a:cubicBezTo>
                    <a:pt x="774307" y="359911"/>
                    <a:pt x="772556" y="359951"/>
                    <a:pt x="770804" y="359978"/>
                  </a:cubicBezTo>
                  <a:cubicBezTo>
                    <a:pt x="770804" y="360715"/>
                    <a:pt x="770804" y="361451"/>
                    <a:pt x="770804" y="362210"/>
                  </a:cubicBezTo>
                  <a:cubicBezTo>
                    <a:pt x="770015" y="362255"/>
                    <a:pt x="769227" y="362300"/>
                    <a:pt x="768415" y="362347"/>
                  </a:cubicBezTo>
                  <a:cubicBezTo>
                    <a:pt x="767382" y="362410"/>
                    <a:pt x="766349" y="362473"/>
                    <a:pt x="765316" y="362536"/>
                  </a:cubicBezTo>
                  <a:cubicBezTo>
                    <a:pt x="764796" y="362565"/>
                    <a:pt x="764276" y="362594"/>
                    <a:pt x="763740" y="362624"/>
                  </a:cubicBezTo>
                  <a:cubicBezTo>
                    <a:pt x="760852" y="362763"/>
                    <a:pt x="760852" y="362763"/>
                    <a:pt x="758154" y="363699"/>
                  </a:cubicBezTo>
                  <a:cubicBezTo>
                    <a:pt x="757908" y="364435"/>
                    <a:pt x="757662" y="365172"/>
                    <a:pt x="757409" y="365931"/>
                  </a:cubicBezTo>
                  <a:cubicBezTo>
                    <a:pt x="754723" y="366200"/>
                    <a:pt x="752111" y="366256"/>
                    <a:pt x="749416" y="366258"/>
                  </a:cubicBezTo>
                  <a:cubicBezTo>
                    <a:pt x="747816" y="366298"/>
                    <a:pt x="746327" y="366348"/>
                    <a:pt x="744759" y="366675"/>
                  </a:cubicBezTo>
                  <a:cubicBezTo>
                    <a:pt x="744001" y="367657"/>
                    <a:pt x="743256" y="368649"/>
                    <a:pt x="742527" y="369652"/>
                  </a:cubicBezTo>
                  <a:cubicBezTo>
                    <a:pt x="740508" y="369872"/>
                    <a:pt x="738808" y="369935"/>
                    <a:pt x="736806" y="369838"/>
                  </a:cubicBezTo>
                  <a:cubicBezTo>
                    <a:pt x="736284" y="369824"/>
                    <a:pt x="735761" y="369811"/>
                    <a:pt x="735223" y="369797"/>
                  </a:cubicBezTo>
                  <a:cubicBezTo>
                    <a:pt x="733937" y="369762"/>
                    <a:pt x="732650" y="369709"/>
                    <a:pt x="731365" y="369652"/>
                  </a:cubicBezTo>
                  <a:cubicBezTo>
                    <a:pt x="731365" y="370634"/>
                    <a:pt x="731365" y="371616"/>
                    <a:pt x="731365" y="372628"/>
                  </a:cubicBezTo>
                  <a:cubicBezTo>
                    <a:pt x="730522" y="372647"/>
                    <a:pt x="729680" y="372667"/>
                    <a:pt x="728812" y="372686"/>
                  </a:cubicBezTo>
                  <a:cubicBezTo>
                    <a:pt x="727710" y="372728"/>
                    <a:pt x="726607" y="372771"/>
                    <a:pt x="725504" y="372814"/>
                  </a:cubicBezTo>
                  <a:cubicBezTo>
                    <a:pt x="724949" y="372825"/>
                    <a:pt x="724394" y="372835"/>
                    <a:pt x="723821" y="372846"/>
                  </a:cubicBezTo>
                  <a:cubicBezTo>
                    <a:pt x="722010" y="372896"/>
                    <a:pt x="722010" y="372896"/>
                    <a:pt x="719458" y="373372"/>
                  </a:cubicBezTo>
                  <a:cubicBezTo>
                    <a:pt x="718951" y="374359"/>
                    <a:pt x="718454" y="375351"/>
                    <a:pt x="717970" y="376349"/>
                  </a:cubicBezTo>
                  <a:cubicBezTo>
                    <a:pt x="716011" y="376636"/>
                    <a:pt x="714302" y="376766"/>
                    <a:pt x="712342" y="376767"/>
                  </a:cubicBezTo>
                  <a:cubicBezTo>
                    <a:pt x="710454" y="376780"/>
                    <a:pt x="708694" y="376882"/>
                    <a:pt x="706808" y="377093"/>
                  </a:cubicBezTo>
                  <a:cubicBezTo>
                    <a:pt x="706562" y="377830"/>
                    <a:pt x="706317" y="378566"/>
                    <a:pt x="706064" y="379325"/>
                  </a:cubicBezTo>
                  <a:cubicBezTo>
                    <a:pt x="703927" y="379680"/>
                    <a:pt x="703927" y="379680"/>
                    <a:pt x="701273" y="379791"/>
                  </a:cubicBezTo>
                  <a:cubicBezTo>
                    <a:pt x="697968" y="379830"/>
                    <a:pt x="697968" y="379830"/>
                    <a:pt x="694902" y="380814"/>
                  </a:cubicBezTo>
                  <a:cubicBezTo>
                    <a:pt x="694902" y="381550"/>
                    <a:pt x="694902" y="382287"/>
                    <a:pt x="694902" y="383046"/>
                  </a:cubicBezTo>
                  <a:cubicBezTo>
                    <a:pt x="694130" y="383065"/>
                    <a:pt x="693359" y="383085"/>
                    <a:pt x="692565" y="383104"/>
                  </a:cubicBezTo>
                  <a:cubicBezTo>
                    <a:pt x="691545" y="383146"/>
                    <a:pt x="690526" y="383189"/>
                    <a:pt x="689507" y="383232"/>
                  </a:cubicBezTo>
                  <a:cubicBezTo>
                    <a:pt x="688999" y="383243"/>
                    <a:pt x="688492" y="383253"/>
                    <a:pt x="687969" y="383264"/>
                  </a:cubicBezTo>
                  <a:cubicBezTo>
                    <a:pt x="684340" y="383440"/>
                    <a:pt x="683224" y="384266"/>
                    <a:pt x="680763" y="386767"/>
                  </a:cubicBezTo>
                  <a:cubicBezTo>
                    <a:pt x="678356" y="387058"/>
                    <a:pt x="678356" y="387058"/>
                    <a:pt x="675740" y="386953"/>
                  </a:cubicBezTo>
                  <a:cubicBezTo>
                    <a:pt x="674869" y="386926"/>
                    <a:pt x="673998" y="386899"/>
                    <a:pt x="673101" y="386872"/>
                  </a:cubicBezTo>
                  <a:cubicBezTo>
                    <a:pt x="672437" y="386837"/>
                    <a:pt x="671773" y="386802"/>
                    <a:pt x="671089" y="386767"/>
                  </a:cubicBezTo>
                  <a:cubicBezTo>
                    <a:pt x="671089" y="387749"/>
                    <a:pt x="671089" y="388731"/>
                    <a:pt x="671089" y="389743"/>
                  </a:cubicBezTo>
                  <a:cubicBezTo>
                    <a:pt x="670346" y="389763"/>
                    <a:pt x="669602" y="389782"/>
                    <a:pt x="668836" y="389802"/>
                  </a:cubicBezTo>
                  <a:cubicBezTo>
                    <a:pt x="667876" y="389844"/>
                    <a:pt x="666916" y="389886"/>
                    <a:pt x="665927" y="389929"/>
                  </a:cubicBezTo>
                  <a:cubicBezTo>
                    <a:pt x="664968" y="389964"/>
                    <a:pt x="664010" y="389999"/>
                    <a:pt x="663023" y="390034"/>
                  </a:cubicBezTo>
                  <a:cubicBezTo>
                    <a:pt x="662247" y="390184"/>
                    <a:pt x="661471" y="390333"/>
                    <a:pt x="660671" y="390488"/>
                  </a:cubicBezTo>
                  <a:cubicBezTo>
                    <a:pt x="660423" y="391480"/>
                    <a:pt x="660175" y="392472"/>
                    <a:pt x="659927" y="393464"/>
                  </a:cubicBezTo>
                  <a:cubicBezTo>
                    <a:pt x="657602" y="393839"/>
                    <a:pt x="657602" y="393839"/>
                    <a:pt x="654718" y="393883"/>
                  </a:cubicBezTo>
                  <a:cubicBezTo>
                    <a:pt x="651922" y="393882"/>
                    <a:pt x="651922" y="393882"/>
                    <a:pt x="649509" y="394208"/>
                  </a:cubicBezTo>
                  <a:cubicBezTo>
                    <a:pt x="649264" y="394945"/>
                    <a:pt x="649018" y="395682"/>
                    <a:pt x="648765" y="396441"/>
                  </a:cubicBezTo>
                  <a:cubicBezTo>
                    <a:pt x="646576" y="396821"/>
                    <a:pt x="646576" y="396821"/>
                    <a:pt x="643882" y="396952"/>
                  </a:cubicBezTo>
                  <a:cubicBezTo>
                    <a:pt x="642990" y="397001"/>
                    <a:pt x="642099" y="397050"/>
                    <a:pt x="641181" y="397101"/>
                  </a:cubicBezTo>
                  <a:cubicBezTo>
                    <a:pt x="640491" y="397128"/>
                    <a:pt x="639802" y="397156"/>
                    <a:pt x="639091" y="397185"/>
                  </a:cubicBezTo>
                  <a:cubicBezTo>
                    <a:pt x="639091" y="398167"/>
                    <a:pt x="639091" y="399149"/>
                    <a:pt x="639091" y="400161"/>
                  </a:cubicBezTo>
                  <a:cubicBezTo>
                    <a:pt x="635653" y="400407"/>
                    <a:pt x="632215" y="400653"/>
                    <a:pt x="628673" y="400906"/>
                  </a:cubicBezTo>
                  <a:cubicBezTo>
                    <a:pt x="628673" y="401642"/>
                    <a:pt x="628673" y="402379"/>
                    <a:pt x="628673" y="403138"/>
                  </a:cubicBezTo>
                  <a:cubicBezTo>
                    <a:pt x="625481" y="403384"/>
                    <a:pt x="622288" y="403629"/>
                    <a:pt x="618999" y="403882"/>
                  </a:cubicBezTo>
                  <a:cubicBezTo>
                    <a:pt x="618999" y="404864"/>
                    <a:pt x="618999" y="405847"/>
                    <a:pt x="618999" y="406859"/>
                  </a:cubicBezTo>
                  <a:cubicBezTo>
                    <a:pt x="618310" y="406878"/>
                    <a:pt x="617620" y="406897"/>
                    <a:pt x="616909" y="406917"/>
                  </a:cubicBezTo>
                  <a:cubicBezTo>
                    <a:pt x="616018" y="406959"/>
                    <a:pt x="615127" y="407001"/>
                    <a:pt x="614209" y="407045"/>
                  </a:cubicBezTo>
                  <a:cubicBezTo>
                    <a:pt x="613320" y="407079"/>
                    <a:pt x="612430" y="407114"/>
                    <a:pt x="611514" y="407149"/>
                  </a:cubicBezTo>
                  <a:cubicBezTo>
                    <a:pt x="610792" y="407299"/>
                    <a:pt x="610070" y="407449"/>
                    <a:pt x="609325" y="407603"/>
                  </a:cubicBezTo>
                  <a:cubicBezTo>
                    <a:pt x="609063" y="408591"/>
                    <a:pt x="608814" y="409584"/>
                    <a:pt x="608581" y="410579"/>
                  </a:cubicBezTo>
                  <a:cubicBezTo>
                    <a:pt x="606581" y="410954"/>
                    <a:pt x="606581" y="410954"/>
                    <a:pt x="604117" y="410998"/>
                  </a:cubicBezTo>
                  <a:cubicBezTo>
                    <a:pt x="601722" y="410998"/>
                    <a:pt x="601722" y="410998"/>
                    <a:pt x="599652" y="411324"/>
                  </a:cubicBezTo>
                  <a:cubicBezTo>
                    <a:pt x="599406" y="412060"/>
                    <a:pt x="599161" y="412797"/>
                    <a:pt x="598908" y="413556"/>
                  </a:cubicBezTo>
                  <a:cubicBezTo>
                    <a:pt x="596588" y="413876"/>
                    <a:pt x="594318" y="413884"/>
                    <a:pt x="591978" y="413925"/>
                  </a:cubicBezTo>
                  <a:cubicBezTo>
                    <a:pt x="590988" y="414111"/>
                    <a:pt x="590988" y="414111"/>
                    <a:pt x="589978" y="414300"/>
                  </a:cubicBezTo>
                  <a:cubicBezTo>
                    <a:pt x="589715" y="415289"/>
                    <a:pt x="589467" y="416281"/>
                    <a:pt x="589234" y="417277"/>
                  </a:cubicBezTo>
                  <a:cubicBezTo>
                    <a:pt x="587397" y="417652"/>
                    <a:pt x="587397" y="417652"/>
                    <a:pt x="585141" y="417695"/>
                  </a:cubicBezTo>
                  <a:cubicBezTo>
                    <a:pt x="582948" y="417696"/>
                    <a:pt x="582948" y="417696"/>
                    <a:pt x="581048" y="418021"/>
                  </a:cubicBezTo>
                  <a:cubicBezTo>
                    <a:pt x="580803" y="418757"/>
                    <a:pt x="580557" y="419494"/>
                    <a:pt x="580304" y="420253"/>
                  </a:cubicBezTo>
                  <a:cubicBezTo>
                    <a:pt x="578115" y="420634"/>
                    <a:pt x="578115" y="420634"/>
                    <a:pt x="575421" y="420765"/>
                  </a:cubicBezTo>
                  <a:cubicBezTo>
                    <a:pt x="574529" y="420814"/>
                    <a:pt x="573638" y="420863"/>
                    <a:pt x="572720" y="420913"/>
                  </a:cubicBezTo>
                  <a:cubicBezTo>
                    <a:pt x="572030" y="420941"/>
                    <a:pt x="571341" y="420969"/>
                    <a:pt x="570630" y="420997"/>
                  </a:cubicBezTo>
                  <a:cubicBezTo>
                    <a:pt x="570630" y="421980"/>
                    <a:pt x="570630" y="422962"/>
                    <a:pt x="570630" y="423974"/>
                  </a:cubicBezTo>
                  <a:cubicBezTo>
                    <a:pt x="570048" y="423993"/>
                    <a:pt x="569466" y="424012"/>
                    <a:pt x="568866" y="424032"/>
                  </a:cubicBezTo>
                  <a:cubicBezTo>
                    <a:pt x="568113" y="424074"/>
                    <a:pt x="567360" y="424116"/>
                    <a:pt x="566584" y="424160"/>
                  </a:cubicBezTo>
                  <a:cubicBezTo>
                    <a:pt x="565457" y="424212"/>
                    <a:pt x="565457" y="424212"/>
                    <a:pt x="564308" y="424265"/>
                  </a:cubicBezTo>
                  <a:cubicBezTo>
                    <a:pt x="563693" y="424414"/>
                    <a:pt x="563078" y="424564"/>
                    <a:pt x="562445" y="424718"/>
                  </a:cubicBezTo>
                  <a:cubicBezTo>
                    <a:pt x="561975" y="426213"/>
                    <a:pt x="561975" y="426213"/>
                    <a:pt x="561700" y="427695"/>
                  </a:cubicBezTo>
                  <a:cubicBezTo>
                    <a:pt x="558817" y="427834"/>
                    <a:pt x="558817" y="427834"/>
                    <a:pt x="557241" y="427727"/>
                  </a:cubicBezTo>
                  <a:cubicBezTo>
                    <a:pt x="555592" y="427607"/>
                    <a:pt x="555592" y="427607"/>
                    <a:pt x="553515" y="428439"/>
                  </a:cubicBezTo>
                  <a:cubicBezTo>
                    <a:pt x="553269" y="429175"/>
                    <a:pt x="553024" y="429912"/>
                    <a:pt x="552771" y="430671"/>
                  </a:cubicBezTo>
                  <a:cubicBezTo>
                    <a:pt x="551285" y="431026"/>
                    <a:pt x="551285" y="431026"/>
                    <a:pt x="549469" y="431136"/>
                  </a:cubicBezTo>
                  <a:cubicBezTo>
                    <a:pt x="546931" y="431282"/>
                    <a:pt x="546931" y="431282"/>
                    <a:pt x="544585" y="432159"/>
                  </a:cubicBezTo>
                  <a:cubicBezTo>
                    <a:pt x="544585" y="432896"/>
                    <a:pt x="544585" y="433633"/>
                    <a:pt x="544585" y="434392"/>
                  </a:cubicBezTo>
                  <a:cubicBezTo>
                    <a:pt x="541638" y="434637"/>
                    <a:pt x="538692" y="434883"/>
                    <a:pt x="535656" y="435136"/>
                  </a:cubicBezTo>
                  <a:cubicBezTo>
                    <a:pt x="535656" y="435873"/>
                    <a:pt x="535656" y="436609"/>
                    <a:pt x="535656" y="437368"/>
                  </a:cubicBezTo>
                  <a:cubicBezTo>
                    <a:pt x="535189" y="437414"/>
                    <a:pt x="534723" y="437459"/>
                    <a:pt x="534243" y="437505"/>
                  </a:cubicBezTo>
                  <a:cubicBezTo>
                    <a:pt x="533635" y="437567"/>
                    <a:pt x="533027" y="437630"/>
                    <a:pt x="532400" y="437694"/>
                  </a:cubicBezTo>
                  <a:cubicBezTo>
                    <a:pt x="531796" y="437754"/>
                    <a:pt x="531191" y="437815"/>
                    <a:pt x="530569" y="437877"/>
                  </a:cubicBezTo>
                  <a:cubicBezTo>
                    <a:pt x="528927" y="438031"/>
                    <a:pt x="528927" y="438031"/>
                    <a:pt x="527470" y="438857"/>
                  </a:cubicBezTo>
                  <a:cubicBezTo>
                    <a:pt x="527224" y="439593"/>
                    <a:pt x="526979" y="440330"/>
                    <a:pt x="526726" y="441089"/>
                  </a:cubicBezTo>
                  <a:cubicBezTo>
                    <a:pt x="524792" y="441408"/>
                    <a:pt x="522917" y="441417"/>
                    <a:pt x="520959" y="441458"/>
                  </a:cubicBezTo>
                  <a:cubicBezTo>
                    <a:pt x="520406" y="441582"/>
                    <a:pt x="519854" y="441706"/>
                    <a:pt x="519284" y="441833"/>
                  </a:cubicBezTo>
                  <a:cubicBezTo>
                    <a:pt x="519162" y="442324"/>
                    <a:pt x="519039" y="442816"/>
                    <a:pt x="518912" y="443322"/>
                  </a:cubicBezTo>
                  <a:cubicBezTo>
                    <a:pt x="518790" y="443813"/>
                    <a:pt x="518667" y="444304"/>
                    <a:pt x="518540" y="444810"/>
                  </a:cubicBezTo>
                  <a:cubicBezTo>
                    <a:pt x="516866" y="445185"/>
                    <a:pt x="516866" y="445185"/>
                    <a:pt x="514820" y="445228"/>
                  </a:cubicBezTo>
                  <a:cubicBezTo>
                    <a:pt x="512827" y="445229"/>
                    <a:pt x="512827" y="445229"/>
                    <a:pt x="511099" y="445554"/>
                  </a:cubicBezTo>
                  <a:cubicBezTo>
                    <a:pt x="510853" y="446291"/>
                    <a:pt x="510608" y="447027"/>
                    <a:pt x="510355" y="447786"/>
                  </a:cubicBezTo>
                  <a:cubicBezTo>
                    <a:pt x="508492" y="448167"/>
                    <a:pt x="508492" y="448167"/>
                    <a:pt x="506215" y="448298"/>
                  </a:cubicBezTo>
                  <a:cubicBezTo>
                    <a:pt x="505462" y="448347"/>
                    <a:pt x="504709" y="448396"/>
                    <a:pt x="503934" y="448446"/>
                  </a:cubicBezTo>
                  <a:cubicBezTo>
                    <a:pt x="503351" y="448474"/>
                    <a:pt x="502769" y="448502"/>
                    <a:pt x="502169" y="448531"/>
                  </a:cubicBezTo>
                  <a:cubicBezTo>
                    <a:pt x="502169" y="449513"/>
                    <a:pt x="502169" y="450495"/>
                    <a:pt x="502169" y="451507"/>
                  </a:cubicBezTo>
                  <a:cubicBezTo>
                    <a:pt x="501694" y="451535"/>
                    <a:pt x="501220" y="451563"/>
                    <a:pt x="500730" y="451591"/>
                  </a:cubicBezTo>
                  <a:cubicBezTo>
                    <a:pt x="500115" y="451640"/>
                    <a:pt x="499501" y="451689"/>
                    <a:pt x="498867" y="451740"/>
                  </a:cubicBezTo>
                  <a:cubicBezTo>
                    <a:pt x="498254" y="451783"/>
                    <a:pt x="497641" y="451826"/>
                    <a:pt x="497010" y="451870"/>
                  </a:cubicBezTo>
                  <a:cubicBezTo>
                    <a:pt x="496502" y="451996"/>
                    <a:pt x="495995" y="452122"/>
                    <a:pt x="495472" y="452251"/>
                  </a:cubicBezTo>
                  <a:cubicBezTo>
                    <a:pt x="495226" y="452988"/>
                    <a:pt x="494981" y="453725"/>
                    <a:pt x="494728" y="454484"/>
                  </a:cubicBezTo>
                  <a:cubicBezTo>
                    <a:pt x="492816" y="455015"/>
                    <a:pt x="490926" y="455239"/>
                    <a:pt x="488961" y="455507"/>
                  </a:cubicBezTo>
                  <a:cubicBezTo>
                    <a:pt x="488408" y="455660"/>
                    <a:pt x="487856" y="455814"/>
                    <a:pt x="487286" y="455972"/>
                  </a:cubicBezTo>
                  <a:cubicBezTo>
                    <a:pt x="487041" y="456709"/>
                    <a:pt x="486795" y="457445"/>
                    <a:pt x="486542" y="458204"/>
                  </a:cubicBezTo>
                  <a:cubicBezTo>
                    <a:pt x="484803" y="458552"/>
                    <a:pt x="483128" y="458579"/>
                    <a:pt x="481357" y="458646"/>
                  </a:cubicBezTo>
                  <a:cubicBezTo>
                    <a:pt x="480858" y="458746"/>
                    <a:pt x="480359" y="458846"/>
                    <a:pt x="479845" y="458949"/>
                  </a:cubicBezTo>
                  <a:cubicBezTo>
                    <a:pt x="479599" y="459685"/>
                    <a:pt x="479354" y="460422"/>
                    <a:pt x="479101" y="461181"/>
                  </a:cubicBezTo>
                  <a:cubicBezTo>
                    <a:pt x="476613" y="461941"/>
                    <a:pt x="474246" y="461999"/>
                    <a:pt x="471659" y="461925"/>
                  </a:cubicBezTo>
                  <a:cubicBezTo>
                    <a:pt x="471659" y="462907"/>
                    <a:pt x="471659" y="463890"/>
                    <a:pt x="471659" y="464902"/>
                  </a:cubicBezTo>
                  <a:cubicBezTo>
                    <a:pt x="471185" y="464921"/>
                    <a:pt x="470710" y="464940"/>
                    <a:pt x="470221" y="464960"/>
                  </a:cubicBezTo>
                  <a:cubicBezTo>
                    <a:pt x="469606" y="465002"/>
                    <a:pt x="468991" y="465044"/>
                    <a:pt x="468357" y="465088"/>
                  </a:cubicBezTo>
                  <a:cubicBezTo>
                    <a:pt x="467744" y="465122"/>
                    <a:pt x="467131" y="465157"/>
                    <a:pt x="466500" y="465192"/>
                  </a:cubicBezTo>
                  <a:cubicBezTo>
                    <a:pt x="465992" y="465342"/>
                    <a:pt x="465485" y="465492"/>
                    <a:pt x="464962" y="465646"/>
                  </a:cubicBezTo>
                  <a:cubicBezTo>
                    <a:pt x="464714" y="466638"/>
                    <a:pt x="464466" y="467630"/>
                    <a:pt x="464218" y="468622"/>
                  </a:cubicBezTo>
                  <a:cubicBezTo>
                    <a:pt x="462707" y="468997"/>
                    <a:pt x="462707" y="468997"/>
                    <a:pt x="460869" y="469041"/>
                  </a:cubicBezTo>
                  <a:cubicBezTo>
                    <a:pt x="459078" y="469042"/>
                    <a:pt x="459078" y="469042"/>
                    <a:pt x="457521" y="469366"/>
                  </a:cubicBezTo>
                  <a:cubicBezTo>
                    <a:pt x="457275" y="470103"/>
                    <a:pt x="457030" y="470840"/>
                    <a:pt x="456777" y="471599"/>
                  </a:cubicBezTo>
                  <a:cubicBezTo>
                    <a:pt x="455270" y="471766"/>
                    <a:pt x="453760" y="471927"/>
                    <a:pt x="452245" y="471968"/>
                  </a:cubicBezTo>
                  <a:cubicBezTo>
                    <a:pt x="451776" y="472092"/>
                    <a:pt x="451307" y="472216"/>
                    <a:pt x="450824" y="472343"/>
                  </a:cubicBezTo>
                  <a:cubicBezTo>
                    <a:pt x="450594" y="472839"/>
                    <a:pt x="450365" y="473335"/>
                    <a:pt x="450129" y="473846"/>
                  </a:cubicBezTo>
                  <a:cubicBezTo>
                    <a:pt x="449867" y="474332"/>
                    <a:pt x="449605" y="474819"/>
                    <a:pt x="449335" y="475320"/>
                  </a:cubicBezTo>
                  <a:cubicBezTo>
                    <a:pt x="447562" y="475610"/>
                    <a:pt x="447562" y="475610"/>
                    <a:pt x="445522" y="475506"/>
                  </a:cubicBezTo>
                  <a:cubicBezTo>
                    <a:pt x="444844" y="475479"/>
                    <a:pt x="444167" y="475452"/>
                    <a:pt x="443469" y="475424"/>
                  </a:cubicBezTo>
                  <a:cubicBezTo>
                    <a:pt x="442949" y="475390"/>
                    <a:pt x="442429" y="475355"/>
                    <a:pt x="441894" y="475320"/>
                  </a:cubicBezTo>
                  <a:cubicBezTo>
                    <a:pt x="441894" y="476302"/>
                    <a:pt x="441894" y="477284"/>
                    <a:pt x="441894" y="478296"/>
                  </a:cubicBezTo>
                  <a:cubicBezTo>
                    <a:pt x="440429" y="478834"/>
                    <a:pt x="440429" y="478834"/>
                    <a:pt x="438545" y="479087"/>
                  </a:cubicBezTo>
                  <a:cubicBezTo>
                    <a:pt x="436713" y="479289"/>
                    <a:pt x="436713" y="479289"/>
                    <a:pt x="435197" y="479784"/>
                  </a:cubicBezTo>
                  <a:cubicBezTo>
                    <a:pt x="435197" y="480521"/>
                    <a:pt x="435197" y="481258"/>
                    <a:pt x="435197" y="482017"/>
                  </a:cubicBezTo>
                  <a:cubicBezTo>
                    <a:pt x="432495" y="482262"/>
                    <a:pt x="429794" y="482508"/>
                    <a:pt x="427011" y="482761"/>
                  </a:cubicBezTo>
                  <a:cubicBezTo>
                    <a:pt x="427011" y="483743"/>
                    <a:pt x="427011" y="484726"/>
                    <a:pt x="427011" y="485738"/>
                  </a:cubicBezTo>
                  <a:cubicBezTo>
                    <a:pt x="425509" y="485641"/>
                    <a:pt x="424007" y="485544"/>
                    <a:pt x="422505" y="485447"/>
                  </a:cubicBezTo>
                  <a:cubicBezTo>
                    <a:pt x="422028" y="485543"/>
                    <a:pt x="421550" y="485639"/>
                    <a:pt x="421058" y="485738"/>
                  </a:cubicBezTo>
                  <a:cubicBezTo>
                    <a:pt x="420820" y="486221"/>
                    <a:pt x="420582" y="486704"/>
                    <a:pt x="420337" y="487203"/>
                  </a:cubicBezTo>
                  <a:cubicBezTo>
                    <a:pt x="420084" y="487701"/>
                    <a:pt x="419831" y="488200"/>
                    <a:pt x="419570" y="488714"/>
                  </a:cubicBezTo>
                  <a:cubicBezTo>
                    <a:pt x="417959" y="489168"/>
                    <a:pt x="417959" y="489168"/>
                    <a:pt x="416128" y="489272"/>
                  </a:cubicBezTo>
                  <a:cubicBezTo>
                    <a:pt x="415520" y="489314"/>
                    <a:pt x="414912" y="489357"/>
                    <a:pt x="414285" y="489400"/>
                  </a:cubicBezTo>
                  <a:cubicBezTo>
                    <a:pt x="413819" y="489419"/>
                    <a:pt x="413353" y="489439"/>
                    <a:pt x="412872" y="489458"/>
                  </a:cubicBezTo>
                  <a:cubicBezTo>
                    <a:pt x="412872" y="490441"/>
                    <a:pt x="412872" y="491423"/>
                    <a:pt x="412872" y="492435"/>
                  </a:cubicBezTo>
                  <a:cubicBezTo>
                    <a:pt x="410662" y="492435"/>
                    <a:pt x="408452" y="492435"/>
                    <a:pt x="406175" y="492435"/>
                  </a:cubicBezTo>
                  <a:cubicBezTo>
                    <a:pt x="406175" y="493417"/>
                    <a:pt x="406175" y="494399"/>
                    <a:pt x="406175" y="495411"/>
                  </a:cubicBezTo>
                  <a:cubicBezTo>
                    <a:pt x="403719" y="495657"/>
                    <a:pt x="401264" y="495903"/>
                    <a:pt x="398734" y="496156"/>
                  </a:cubicBezTo>
                  <a:cubicBezTo>
                    <a:pt x="398734" y="497138"/>
                    <a:pt x="398734" y="498120"/>
                    <a:pt x="398734" y="499132"/>
                  </a:cubicBezTo>
                  <a:cubicBezTo>
                    <a:pt x="397306" y="499224"/>
                    <a:pt x="397306" y="499224"/>
                    <a:pt x="395850" y="499318"/>
                  </a:cubicBezTo>
                  <a:cubicBezTo>
                    <a:pt x="394234" y="499358"/>
                    <a:pt x="394234" y="499358"/>
                    <a:pt x="392781" y="499876"/>
                  </a:cubicBezTo>
                  <a:cubicBezTo>
                    <a:pt x="392543" y="500375"/>
                    <a:pt x="392305" y="500874"/>
                    <a:pt x="392060" y="501388"/>
                  </a:cubicBezTo>
                  <a:cubicBezTo>
                    <a:pt x="391806" y="501871"/>
                    <a:pt x="391553" y="502355"/>
                    <a:pt x="391292" y="502853"/>
                  </a:cubicBezTo>
                  <a:cubicBezTo>
                    <a:pt x="389682" y="503143"/>
                    <a:pt x="389682" y="503143"/>
                    <a:pt x="387851" y="503039"/>
                  </a:cubicBezTo>
                  <a:cubicBezTo>
                    <a:pt x="387242" y="503012"/>
                    <a:pt x="386634" y="502985"/>
                    <a:pt x="386008" y="502957"/>
                  </a:cubicBezTo>
                  <a:cubicBezTo>
                    <a:pt x="385308" y="502906"/>
                    <a:pt x="385308" y="502906"/>
                    <a:pt x="384595" y="502853"/>
                  </a:cubicBezTo>
                  <a:cubicBezTo>
                    <a:pt x="384595" y="503835"/>
                    <a:pt x="384595" y="504817"/>
                    <a:pt x="384595" y="505829"/>
                  </a:cubicBezTo>
                  <a:cubicBezTo>
                    <a:pt x="383130" y="506367"/>
                    <a:pt x="383130" y="506367"/>
                    <a:pt x="381246" y="506620"/>
                  </a:cubicBezTo>
                  <a:cubicBezTo>
                    <a:pt x="379414" y="506822"/>
                    <a:pt x="379414" y="506822"/>
                    <a:pt x="377898" y="507318"/>
                  </a:cubicBezTo>
                  <a:cubicBezTo>
                    <a:pt x="377898" y="508054"/>
                    <a:pt x="377898" y="508791"/>
                    <a:pt x="377898" y="509550"/>
                  </a:cubicBezTo>
                  <a:cubicBezTo>
                    <a:pt x="377185" y="509592"/>
                    <a:pt x="377185" y="509592"/>
                    <a:pt x="376459" y="509634"/>
                  </a:cubicBezTo>
                  <a:cubicBezTo>
                    <a:pt x="375844" y="509683"/>
                    <a:pt x="375229" y="509732"/>
                    <a:pt x="374596" y="509783"/>
                  </a:cubicBezTo>
                  <a:cubicBezTo>
                    <a:pt x="373983" y="509826"/>
                    <a:pt x="373370" y="509869"/>
                    <a:pt x="372738" y="509913"/>
                  </a:cubicBezTo>
                  <a:cubicBezTo>
                    <a:pt x="372231" y="510039"/>
                    <a:pt x="371723" y="510165"/>
                    <a:pt x="371200" y="510294"/>
                  </a:cubicBezTo>
                  <a:cubicBezTo>
                    <a:pt x="370955" y="511031"/>
                    <a:pt x="370709" y="511768"/>
                    <a:pt x="370456" y="512527"/>
                  </a:cubicBezTo>
                  <a:cubicBezTo>
                    <a:pt x="368756" y="512907"/>
                    <a:pt x="368756" y="512907"/>
                    <a:pt x="366689" y="513038"/>
                  </a:cubicBezTo>
                  <a:cubicBezTo>
                    <a:pt x="366005" y="513087"/>
                    <a:pt x="365321" y="513136"/>
                    <a:pt x="364617" y="513186"/>
                  </a:cubicBezTo>
                  <a:cubicBezTo>
                    <a:pt x="364088" y="513214"/>
                    <a:pt x="363559" y="513242"/>
                    <a:pt x="363015" y="513271"/>
                  </a:cubicBezTo>
                  <a:cubicBezTo>
                    <a:pt x="363015" y="514253"/>
                    <a:pt x="363015" y="515235"/>
                    <a:pt x="363015" y="516247"/>
                  </a:cubicBezTo>
                  <a:cubicBezTo>
                    <a:pt x="362048" y="516171"/>
                    <a:pt x="361081" y="516094"/>
                    <a:pt x="360085" y="516015"/>
                  </a:cubicBezTo>
                  <a:cubicBezTo>
                    <a:pt x="358457" y="515948"/>
                    <a:pt x="358457" y="515948"/>
                    <a:pt x="357062" y="516247"/>
                  </a:cubicBezTo>
                  <a:cubicBezTo>
                    <a:pt x="356954" y="516861"/>
                    <a:pt x="356847" y="517475"/>
                    <a:pt x="356736" y="518108"/>
                  </a:cubicBezTo>
                  <a:cubicBezTo>
                    <a:pt x="356598" y="518722"/>
                    <a:pt x="356460" y="519336"/>
                    <a:pt x="356318" y="519968"/>
                  </a:cubicBezTo>
                  <a:cubicBezTo>
                    <a:pt x="354066" y="520335"/>
                    <a:pt x="351884" y="520174"/>
                    <a:pt x="349620" y="519968"/>
                  </a:cubicBezTo>
                  <a:cubicBezTo>
                    <a:pt x="349620" y="520950"/>
                    <a:pt x="349620" y="521933"/>
                    <a:pt x="349620" y="522945"/>
                  </a:cubicBezTo>
                  <a:cubicBezTo>
                    <a:pt x="348094" y="523041"/>
                    <a:pt x="346568" y="523138"/>
                    <a:pt x="345042" y="523235"/>
                  </a:cubicBezTo>
                  <a:cubicBezTo>
                    <a:pt x="344588" y="523385"/>
                    <a:pt x="344135" y="523535"/>
                    <a:pt x="343667" y="523689"/>
                  </a:cubicBezTo>
                  <a:cubicBezTo>
                    <a:pt x="343551" y="524183"/>
                    <a:pt x="343435" y="524677"/>
                    <a:pt x="343316" y="525186"/>
                  </a:cubicBezTo>
                  <a:cubicBezTo>
                    <a:pt x="343121" y="525918"/>
                    <a:pt x="343121" y="525918"/>
                    <a:pt x="342923" y="526665"/>
                  </a:cubicBezTo>
                  <a:cubicBezTo>
                    <a:pt x="341412" y="527040"/>
                    <a:pt x="341412" y="527040"/>
                    <a:pt x="339574" y="527084"/>
                  </a:cubicBezTo>
                  <a:cubicBezTo>
                    <a:pt x="337783" y="527085"/>
                    <a:pt x="337783" y="527085"/>
                    <a:pt x="336226" y="527409"/>
                  </a:cubicBezTo>
                  <a:cubicBezTo>
                    <a:pt x="335980" y="528146"/>
                    <a:pt x="335735" y="528883"/>
                    <a:pt x="335482" y="529642"/>
                  </a:cubicBezTo>
                  <a:cubicBezTo>
                    <a:pt x="334638" y="529749"/>
                    <a:pt x="333793" y="529857"/>
                    <a:pt x="332924" y="529967"/>
                  </a:cubicBezTo>
                  <a:cubicBezTo>
                    <a:pt x="332049" y="530106"/>
                    <a:pt x="331174" y="530244"/>
                    <a:pt x="330273" y="530386"/>
                  </a:cubicBezTo>
                  <a:cubicBezTo>
                    <a:pt x="330043" y="530877"/>
                    <a:pt x="329812" y="531368"/>
                    <a:pt x="329575" y="531874"/>
                  </a:cubicBezTo>
                  <a:cubicBezTo>
                    <a:pt x="329184" y="532611"/>
                    <a:pt x="329184" y="532611"/>
                    <a:pt x="328784" y="533363"/>
                  </a:cubicBezTo>
                  <a:cubicBezTo>
                    <a:pt x="327251" y="533653"/>
                    <a:pt x="325742" y="533739"/>
                    <a:pt x="324186" y="533848"/>
                  </a:cubicBezTo>
                  <a:cubicBezTo>
                    <a:pt x="323515" y="533976"/>
                    <a:pt x="323515" y="533976"/>
                    <a:pt x="322831" y="534107"/>
                  </a:cubicBezTo>
                  <a:cubicBezTo>
                    <a:pt x="321988" y="535607"/>
                    <a:pt x="321988" y="535607"/>
                    <a:pt x="321343" y="537083"/>
                  </a:cubicBezTo>
                  <a:cubicBezTo>
                    <a:pt x="319855" y="537083"/>
                    <a:pt x="318366" y="537083"/>
                    <a:pt x="316878" y="537083"/>
                  </a:cubicBezTo>
                  <a:cubicBezTo>
                    <a:pt x="316556" y="537797"/>
                    <a:pt x="316556" y="537797"/>
                    <a:pt x="316227" y="538525"/>
                  </a:cubicBezTo>
                  <a:cubicBezTo>
                    <a:pt x="315813" y="539285"/>
                    <a:pt x="315813" y="539285"/>
                    <a:pt x="315390" y="540060"/>
                  </a:cubicBezTo>
                  <a:cubicBezTo>
                    <a:pt x="314009" y="540319"/>
                    <a:pt x="314009" y="540319"/>
                    <a:pt x="312367" y="540432"/>
                  </a:cubicBezTo>
                  <a:cubicBezTo>
                    <a:pt x="311400" y="540555"/>
                    <a:pt x="310433" y="540677"/>
                    <a:pt x="309437" y="540804"/>
                  </a:cubicBezTo>
                  <a:cubicBezTo>
                    <a:pt x="309314" y="541295"/>
                    <a:pt x="309191" y="541786"/>
                    <a:pt x="309065" y="542292"/>
                  </a:cubicBezTo>
                  <a:cubicBezTo>
                    <a:pt x="308942" y="542783"/>
                    <a:pt x="308819" y="543275"/>
                    <a:pt x="308693" y="543781"/>
                  </a:cubicBezTo>
                  <a:cubicBezTo>
                    <a:pt x="307145" y="544110"/>
                    <a:pt x="305669" y="544201"/>
                    <a:pt x="304088" y="544249"/>
                  </a:cubicBezTo>
                  <a:cubicBezTo>
                    <a:pt x="303643" y="544340"/>
                    <a:pt x="303198" y="544431"/>
                    <a:pt x="302740" y="544525"/>
                  </a:cubicBezTo>
                  <a:cubicBezTo>
                    <a:pt x="302494" y="545261"/>
                    <a:pt x="302248" y="545998"/>
                    <a:pt x="301995" y="546757"/>
                  </a:cubicBezTo>
                  <a:cubicBezTo>
                    <a:pt x="300472" y="547282"/>
                    <a:pt x="298977" y="547508"/>
                    <a:pt x="297391" y="547780"/>
                  </a:cubicBezTo>
                  <a:cubicBezTo>
                    <a:pt x="296946" y="547934"/>
                    <a:pt x="296501" y="548087"/>
                    <a:pt x="296042" y="548245"/>
                  </a:cubicBezTo>
                  <a:cubicBezTo>
                    <a:pt x="295797" y="548982"/>
                    <a:pt x="295551" y="549719"/>
                    <a:pt x="295298" y="550478"/>
                  </a:cubicBezTo>
                  <a:cubicBezTo>
                    <a:pt x="293751" y="550825"/>
                    <a:pt x="292276" y="550852"/>
                    <a:pt x="290694" y="550920"/>
                  </a:cubicBezTo>
                  <a:cubicBezTo>
                    <a:pt x="290249" y="551019"/>
                    <a:pt x="289804" y="551119"/>
                    <a:pt x="289345" y="551222"/>
                  </a:cubicBezTo>
                  <a:cubicBezTo>
                    <a:pt x="289099" y="551959"/>
                    <a:pt x="288854" y="552695"/>
                    <a:pt x="288601" y="553454"/>
                  </a:cubicBezTo>
                  <a:cubicBezTo>
                    <a:pt x="286310" y="554002"/>
                    <a:pt x="284258" y="554199"/>
                    <a:pt x="281904" y="554199"/>
                  </a:cubicBezTo>
                  <a:cubicBezTo>
                    <a:pt x="281904" y="555181"/>
                    <a:pt x="281904" y="556163"/>
                    <a:pt x="281904" y="557175"/>
                  </a:cubicBezTo>
                  <a:cubicBezTo>
                    <a:pt x="280453" y="557267"/>
                    <a:pt x="280453" y="557267"/>
                    <a:pt x="278974" y="557361"/>
                  </a:cubicBezTo>
                  <a:cubicBezTo>
                    <a:pt x="277342" y="557514"/>
                    <a:pt x="277342" y="557514"/>
                    <a:pt x="275950" y="557919"/>
                  </a:cubicBezTo>
                  <a:cubicBezTo>
                    <a:pt x="275828" y="558410"/>
                    <a:pt x="275705" y="558901"/>
                    <a:pt x="275578" y="559407"/>
                  </a:cubicBezTo>
                  <a:cubicBezTo>
                    <a:pt x="275456" y="559899"/>
                    <a:pt x="275333" y="560390"/>
                    <a:pt x="275206" y="560896"/>
                  </a:cubicBezTo>
                  <a:cubicBezTo>
                    <a:pt x="273659" y="561225"/>
                    <a:pt x="272182" y="561316"/>
                    <a:pt x="270602" y="561364"/>
                  </a:cubicBezTo>
                  <a:cubicBezTo>
                    <a:pt x="270157" y="561455"/>
                    <a:pt x="269712" y="561546"/>
                    <a:pt x="269253" y="561640"/>
                  </a:cubicBezTo>
                  <a:cubicBezTo>
                    <a:pt x="269008" y="562377"/>
                    <a:pt x="268762" y="563113"/>
                    <a:pt x="268509" y="563872"/>
                  </a:cubicBezTo>
                  <a:cubicBezTo>
                    <a:pt x="266971" y="564253"/>
                    <a:pt x="266971" y="564253"/>
                    <a:pt x="265114" y="564384"/>
                  </a:cubicBezTo>
                  <a:cubicBezTo>
                    <a:pt x="264499" y="564433"/>
                    <a:pt x="263884" y="564482"/>
                    <a:pt x="263251" y="564532"/>
                  </a:cubicBezTo>
                  <a:cubicBezTo>
                    <a:pt x="262538" y="564574"/>
                    <a:pt x="262538" y="564574"/>
                    <a:pt x="261812" y="564616"/>
                  </a:cubicBezTo>
                  <a:cubicBezTo>
                    <a:pt x="261812" y="565599"/>
                    <a:pt x="261812" y="566581"/>
                    <a:pt x="261812" y="567593"/>
                  </a:cubicBezTo>
                  <a:cubicBezTo>
                    <a:pt x="260546" y="567708"/>
                    <a:pt x="260546" y="567708"/>
                    <a:pt x="259254" y="567826"/>
                  </a:cubicBezTo>
                  <a:cubicBezTo>
                    <a:pt x="258379" y="567994"/>
                    <a:pt x="257504" y="568163"/>
                    <a:pt x="256603" y="568337"/>
                  </a:cubicBezTo>
                  <a:cubicBezTo>
                    <a:pt x="256357" y="569074"/>
                    <a:pt x="256112" y="569811"/>
                    <a:pt x="255859" y="570570"/>
                  </a:cubicBezTo>
                  <a:cubicBezTo>
                    <a:pt x="254321" y="570950"/>
                    <a:pt x="254321" y="570950"/>
                    <a:pt x="252464" y="571081"/>
                  </a:cubicBezTo>
                  <a:cubicBezTo>
                    <a:pt x="251849" y="571130"/>
                    <a:pt x="251234" y="571179"/>
                    <a:pt x="250600" y="571229"/>
                  </a:cubicBezTo>
                  <a:cubicBezTo>
                    <a:pt x="249888" y="571271"/>
                    <a:pt x="249888" y="571271"/>
                    <a:pt x="249161" y="571314"/>
                  </a:cubicBezTo>
                  <a:cubicBezTo>
                    <a:pt x="249161" y="572296"/>
                    <a:pt x="249161" y="573278"/>
                    <a:pt x="249161" y="574290"/>
                  </a:cubicBezTo>
                  <a:cubicBezTo>
                    <a:pt x="246951" y="574290"/>
                    <a:pt x="244741" y="574290"/>
                    <a:pt x="242464" y="574290"/>
                  </a:cubicBezTo>
                  <a:cubicBezTo>
                    <a:pt x="242464" y="575518"/>
                    <a:pt x="242464" y="576746"/>
                    <a:pt x="242464" y="578011"/>
                  </a:cubicBezTo>
                  <a:cubicBezTo>
                    <a:pt x="240500" y="578011"/>
                    <a:pt x="238535" y="578011"/>
                    <a:pt x="236511" y="578011"/>
                  </a:cubicBezTo>
                  <a:cubicBezTo>
                    <a:pt x="236511" y="578993"/>
                    <a:pt x="236511" y="579976"/>
                    <a:pt x="236511" y="580988"/>
                  </a:cubicBezTo>
                  <a:cubicBezTo>
                    <a:pt x="234301" y="581233"/>
                    <a:pt x="232091" y="581479"/>
                    <a:pt x="229814" y="581732"/>
                  </a:cubicBezTo>
                  <a:cubicBezTo>
                    <a:pt x="229814" y="582714"/>
                    <a:pt x="229814" y="583696"/>
                    <a:pt x="229814" y="584708"/>
                  </a:cubicBezTo>
                  <a:cubicBezTo>
                    <a:pt x="228288" y="584829"/>
                    <a:pt x="226762" y="584950"/>
                    <a:pt x="225236" y="585072"/>
                  </a:cubicBezTo>
                  <a:cubicBezTo>
                    <a:pt x="224782" y="585197"/>
                    <a:pt x="224328" y="585323"/>
                    <a:pt x="223861" y="585452"/>
                  </a:cubicBezTo>
                  <a:cubicBezTo>
                    <a:pt x="223615" y="586189"/>
                    <a:pt x="223370" y="586926"/>
                    <a:pt x="223116" y="587685"/>
                  </a:cubicBezTo>
                  <a:cubicBezTo>
                    <a:pt x="221569" y="588208"/>
                    <a:pt x="220049" y="588436"/>
                    <a:pt x="218439" y="588708"/>
                  </a:cubicBezTo>
                  <a:cubicBezTo>
                    <a:pt x="218018" y="588861"/>
                    <a:pt x="217597" y="589015"/>
                    <a:pt x="217163" y="589173"/>
                  </a:cubicBezTo>
                  <a:cubicBezTo>
                    <a:pt x="217163" y="589910"/>
                    <a:pt x="217163" y="590646"/>
                    <a:pt x="217163" y="591406"/>
                  </a:cubicBezTo>
                  <a:cubicBezTo>
                    <a:pt x="216451" y="591341"/>
                    <a:pt x="216451" y="591341"/>
                    <a:pt x="215724" y="591275"/>
                  </a:cubicBezTo>
                  <a:cubicBezTo>
                    <a:pt x="213911" y="591176"/>
                    <a:pt x="212260" y="591114"/>
                    <a:pt x="210466" y="591406"/>
                  </a:cubicBezTo>
                  <a:cubicBezTo>
                    <a:pt x="209912" y="593248"/>
                    <a:pt x="209912" y="593248"/>
                    <a:pt x="209722" y="595126"/>
                  </a:cubicBezTo>
                  <a:cubicBezTo>
                    <a:pt x="208234" y="595158"/>
                    <a:pt x="206745" y="595157"/>
                    <a:pt x="205257" y="595126"/>
                  </a:cubicBezTo>
                  <a:cubicBezTo>
                    <a:pt x="204935" y="595840"/>
                    <a:pt x="204935" y="595840"/>
                    <a:pt x="204606" y="596568"/>
                  </a:cubicBezTo>
                  <a:cubicBezTo>
                    <a:pt x="204192" y="597328"/>
                    <a:pt x="204192" y="597328"/>
                    <a:pt x="203769" y="598103"/>
                  </a:cubicBezTo>
                  <a:cubicBezTo>
                    <a:pt x="201765" y="598620"/>
                    <a:pt x="199896" y="598713"/>
                    <a:pt x="197816" y="598847"/>
                  </a:cubicBezTo>
                  <a:cubicBezTo>
                    <a:pt x="197816" y="599829"/>
                    <a:pt x="197816" y="600811"/>
                    <a:pt x="197816" y="601823"/>
                  </a:cubicBezTo>
                  <a:cubicBezTo>
                    <a:pt x="195606" y="601823"/>
                    <a:pt x="193395" y="601823"/>
                    <a:pt x="191118" y="601823"/>
                  </a:cubicBezTo>
                  <a:cubicBezTo>
                    <a:pt x="191118" y="602806"/>
                    <a:pt x="191118" y="603788"/>
                    <a:pt x="191118" y="604800"/>
                  </a:cubicBezTo>
                  <a:cubicBezTo>
                    <a:pt x="189852" y="604892"/>
                    <a:pt x="189852" y="604892"/>
                    <a:pt x="188560" y="604986"/>
                  </a:cubicBezTo>
                  <a:cubicBezTo>
                    <a:pt x="187686" y="605170"/>
                    <a:pt x="186811" y="605354"/>
                    <a:pt x="185909" y="605544"/>
                  </a:cubicBezTo>
                  <a:cubicBezTo>
                    <a:pt x="185802" y="606035"/>
                    <a:pt x="185695" y="606526"/>
                    <a:pt x="185584" y="607032"/>
                  </a:cubicBezTo>
                  <a:cubicBezTo>
                    <a:pt x="185377" y="607769"/>
                    <a:pt x="185377" y="607769"/>
                    <a:pt x="185165" y="608521"/>
                  </a:cubicBezTo>
                  <a:cubicBezTo>
                    <a:pt x="183643" y="608714"/>
                    <a:pt x="182118" y="608901"/>
                    <a:pt x="180587" y="609006"/>
                  </a:cubicBezTo>
                  <a:cubicBezTo>
                    <a:pt x="179907" y="609134"/>
                    <a:pt x="179907" y="609134"/>
                    <a:pt x="179212" y="609265"/>
                  </a:cubicBezTo>
                  <a:cubicBezTo>
                    <a:pt x="178967" y="609771"/>
                    <a:pt x="178721" y="610278"/>
                    <a:pt x="178468" y="610800"/>
                  </a:cubicBezTo>
                  <a:cubicBezTo>
                    <a:pt x="178223" y="611276"/>
                    <a:pt x="177977" y="611751"/>
                    <a:pt x="177724" y="612241"/>
                  </a:cubicBezTo>
                  <a:cubicBezTo>
                    <a:pt x="175682" y="612525"/>
                    <a:pt x="173845" y="612375"/>
                    <a:pt x="171771" y="612241"/>
                  </a:cubicBezTo>
                  <a:cubicBezTo>
                    <a:pt x="171771" y="613224"/>
                    <a:pt x="171771" y="614206"/>
                    <a:pt x="171771" y="615218"/>
                  </a:cubicBezTo>
                  <a:cubicBezTo>
                    <a:pt x="170505" y="615310"/>
                    <a:pt x="170505" y="615310"/>
                    <a:pt x="169213" y="615404"/>
                  </a:cubicBezTo>
                  <a:cubicBezTo>
                    <a:pt x="168338" y="615588"/>
                    <a:pt x="167463" y="615772"/>
                    <a:pt x="166562" y="615962"/>
                  </a:cubicBezTo>
                  <a:cubicBezTo>
                    <a:pt x="166439" y="616453"/>
                    <a:pt x="166316" y="616944"/>
                    <a:pt x="166190" y="617450"/>
                  </a:cubicBezTo>
                  <a:cubicBezTo>
                    <a:pt x="166067" y="617942"/>
                    <a:pt x="165944" y="618433"/>
                    <a:pt x="165818" y="618939"/>
                  </a:cubicBezTo>
                  <a:cubicBezTo>
                    <a:pt x="164086" y="619217"/>
                    <a:pt x="162349" y="619465"/>
                    <a:pt x="160609" y="619683"/>
                  </a:cubicBezTo>
                  <a:cubicBezTo>
                    <a:pt x="160363" y="620420"/>
                    <a:pt x="160118" y="621156"/>
                    <a:pt x="159865" y="621915"/>
                  </a:cubicBezTo>
                  <a:cubicBezTo>
                    <a:pt x="158342" y="622440"/>
                    <a:pt x="156846" y="622667"/>
                    <a:pt x="155260" y="622938"/>
                  </a:cubicBezTo>
                  <a:cubicBezTo>
                    <a:pt x="154815" y="623092"/>
                    <a:pt x="154370" y="623245"/>
                    <a:pt x="153911" y="623404"/>
                  </a:cubicBezTo>
                  <a:cubicBezTo>
                    <a:pt x="153666" y="624140"/>
                    <a:pt x="153420" y="624877"/>
                    <a:pt x="153167" y="625636"/>
                  </a:cubicBezTo>
                  <a:cubicBezTo>
                    <a:pt x="151646" y="625805"/>
                    <a:pt x="150124" y="625971"/>
                    <a:pt x="148598" y="626095"/>
                  </a:cubicBezTo>
                  <a:cubicBezTo>
                    <a:pt x="147913" y="626236"/>
                    <a:pt x="147913" y="626236"/>
                    <a:pt x="147214" y="626380"/>
                  </a:cubicBezTo>
                  <a:cubicBezTo>
                    <a:pt x="146315" y="627869"/>
                    <a:pt x="146315" y="627869"/>
                    <a:pt x="145726" y="629357"/>
                  </a:cubicBezTo>
                  <a:cubicBezTo>
                    <a:pt x="144486" y="629357"/>
                    <a:pt x="143245" y="629357"/>
                    <a:pt x="142005" y="629357"/>
                  </a:cubicBezTo>
                  <a:cubicBezTo>
                    <a:pt x="141683" y="630070"/>
                    <a:pt x="141683" y="630070"/>
                    <a:pt x="141354" y="630798"/>
                  </a:cubicBezTo>
                  <a:cubicBezTo>
                    <a:pt x="141078" y="631305"/>
                    <a:pt x="140801" y="631811"/>
                    <a:pt x="140517" y="632333"/>
                  </a:cubicBezTo>
                  <a:cubicBezTo>
                    <a:pt x="138781" y="632581"/>
                    <a:pt x="137044" y="632829"/>
                    <a:pt x="135308" y="633077"/>
                  </a:cubicBezTo>
                  <a:cubicBezTo>
                    <a:pt x="135062" y="633569"/>
                    <a:pt x="134817" y="634060"/>
                    <a:pt x="134564" y="634566"/>
                  </a:cubicBezTo>
                  <a:cubicBezTo>
                    <a:pt x="134318" y="635057"/>
                    <a:pt x="134073" y="635548"/>
                    <a:pt x="133820" y="636054"/>
                  </a:cubicBezTo>
                  <a:cubicBezTo>
                    <a:pt x="132087" y="636328"/>
                    <a:pt x="130351" y="636577"/>
                    <a:pt x="128611" y="636798"/>
                  </a:cubicBezTo>
                  <a:cubicBezTo>
                    <a:pt x="128365" y="637535"/>
                    <a:pt x="128119" y="638271"/>
                    <a:pt x="127866" y="639031"/>
                  </a:cubicBezTo>
                  <a:cubicBezTo>
                    <a:pt x="127007" y="639138"/>
                    <a:pt x="126147" y="639245"/>
                    <a:pt x="125262" y="639356"/>
                  </a:cubicBezTo>
                  <a:cubicBezTo>
                    <a:pt x="124402" y="639494"/>
                    <a:pt x="123543" y="639632"/>
                    <a:pt x="122657" y="639775"/>
                  </a:cubicBezTo>
                  <a:cubicBezTo>
                    <a:pt x="122550" y="640266"/>
                    <a:pt x="122443" y="640757"/>
                    <a:pt x="122332" y="641263"/>
                  </a:cubicBezTo>
                  <a:cubicBezTo>
                    <a:pt x="122125" y="642000"/>
                    <a:pt x="122125" y="642000"/>
                    <a:pt x="121913" y="642751"/>
                  </a:cubicBezTo>
                  <a:cubicBezTo>
                    <a:pt x="120366" y="643080"/>
                    <a:pt x="118890" y="643171"/>
                    <a:pt x="117309" y="643219"/>
                  </a:cubicBezTo>
                  <a:cubicBezTo>
                    <a:pt x="116641" y="643356"/>
                    <a:pt x="116641" y="643356"/>
                    <a:pt x="115960" y="643495"/>
                  </a:cubicBezTo>
                  <a:cubicBezTo>
                    <a:pt x="115715" y="644232"/>
                    <a:pt x="115469" y="644969"/>
                    <a:pt x="115216" y="645728"/>
                  </a:cubicBezTo>
                  <a:cubicBezTo>
                    <a:pt x="113668" y="646251"/>
                    <a:pt x="112149" y="646479"/>
                    <a:pt x="110539" y="646751"/>
                  </a:cubicBezTo>
                  <a:cubicBezTo>
                    <a:pt x="110118" y="646904"/>
                    <a:pt x="109697" y="647058"/>
                    <a:pt x="109263" y="647216"/>
                  </a:cubicBezTo>
                  <a:cubicBezTo>
                    <a:pt x="109263" y="647953"/>
                    <a:pt x="109263" y="648689"/>
                    <a:pt x="109263" y="649448"/>
                  </a:cubicBezTo>
                  <a:cubicBezTo>
                    <a:pt x="108296" y="649372"/>
                    <a:pt x="107329" y="649295"/>
                    <a:pt x="106333" y="649216"/>
                  </a:cubicBezTo>
                  <a:cubicBezTo>
                    <a:pt x="104709" y="649153"/>
                    <a:pt x="104709" y="649153"/>
                    <a:pt x="103310" y="649448"/>
                  </a:cubicBezTo>
                  <a:cubicBezTo>
                    <a:pt x="103025" y="650681"/>
                    <a:pt x="102779" y="651922"/>
                    <a:pt x="102566" y="653169"/>
                  </a:cubicBezTo>
                  <a:cubicBezTo>
                    <a:pt x="100839" y="653478"/>
                    <a:pt x="99101" y="653726"/>
                    <a:pt x="97357" y="653913"/>
                  </a:cubicBezTo>
                  <a:cubicBezTo>
                    <a:pt x="97111" y="654650"/>
                    <a:pt x="96866" y="655387"/>
                    <a:pt x="96613" y="656146"/>
                  </a:cubicBezTo>
                  <a:cubicBezTo>
                    <a:pt x="95238" y="656527"/>
                    <a:pt x="95238" y="656527"/>
                    <a:pt x="93589" y="656657"/>
                  </a:cubicBezTo>
                  <a:cubicBezTo>
                    <a:pt x="92139" y="656772"/>
                    <a:pt x="92139" y="656772"/>
                    <a:pt x="90659" y="656890"/>
                  </a:cubicBezTo>
                  <a:cubicBezTo>
                    <a:pt x="90659" y="657872"/>
                    <a:pt x="90659" y="658854"/>
                    <a:pt x="90659" y="659866"/>
                  </a:cubicBezTo>
                  <a:cubicBezTo>
                    <a:pt x="88449" y="659866"/>
                    <a:pt x="86239" y="659866"/>
                    <a:pt x="83962" y="659866"/>
                  </a:cubicBezTo>
                  <a:cubicBezTo>
                    <a:pt x="83962" y="660849"/>
                    <a:pt x="83962" y="661831"/>
                    <a:pt x="83962" y="662843"/>
                  </a:cubicBezTo>
                  <a:cubicBezTo>
                    <a:pt x="81998" y="663089"/>
                    <a:pt x="80033" y="663334"/>
                    <a:pt x="78009" y="663587"/>
                  </a:cubicBezTo>
                  <a:cubicBezTo>
                    <a:pt x="78009" y="664569"/>
                    <a:pt x="78009" y="665552"/>
                    <a:pt x="78009" y="666564"/>
                  </a:cubicBezTo>
                  <a:cubicBezTo>
                    <a:pt x="75799" y="666809"/>
                    <a:pt x="73589" y="667055"/>
                    <a:pt x="71312" y="667308"/>
                  </a:cubicBezTo>
                  <a:cubicBezTo>
                    <a:pt x="71312" y="668290"/>
                    <a:pt x="71312" y="669272"/>
                    <a:pt x="71312" y="670284"/>
                  </a:cubicBezTo>
                  <a:cubicBezTo>
                    <a:pt x="69102" y="670284"/>
                    <a:pt x="66892" y="670284"/>
                    <a:pt x="64615" y="670284"/>
                  </a:cubicBezTo>
                  <a:cubicBezTo>
                    <a:pt x="64615" y="671267"/>
                    <a:pt x="64615" y="672249"/>
                    <a:pt x="64615" y="673261"/>
                  </a:cubicBezTo>
                  <a:cubicBezTo>
                    <a:pt x="63348" y="673353"/>
                    <a:pt x="63348" y="673353"/>
                    <a:pt x="62057" y="673447"/>
                  </a:cubicBezTo>
                  <a:cubicBezTo>
                    <a:pt x="61182" y="673631"/>
                    <a:pt x="60307" y="673815"/>
                    <a:pt x="59406" y="674005"/>
                  </a:cubicBezTo>
                  <a:cubicBezTo>
                    <a:pt x="59297" y="674499"/>
                    <a:pt x="59189" y="674993"/>
                    <a:pt x="59077" y="675502"/>
                  </a:cubicBezTo>
                  <a:cubicBezTo>
                    <a:pt x="58940" y="675990"/>
                    <a:pt x="58803" y="676479"/>
                    <a:pt x="58661" y="676982"/>
                  </a:cubicBezTo>
                  <a:cubicBezTo>
                    <a:pt x="57150" y="677357"/>
                    <a:pt x="57150" y="677357"/>
                    <a:pt x="55313" y="677400"/>
                  </a:cubicBezTo>
                  <a:cubicBezTo>
                    <a:pt x="53521" y="677402"/>
                    <a:pt x="53521" y="677402"/>
                    <a:pt x="51964" y="677726"/>
                  </a:cubicBezTo>
                  <a:cubicBezTo>
                    <a:pt x="51719" y="678463"/>
                    <a:pt x="51473" y="679199"/>
                    <a:pt x="51220" y="679958"/>
                  </a:cubicBezTo>
                  <a:cubicBezTo>
                    <a:pt x="50360" y="679928"/>
                    <a:pt x="49501" y="679897"/>
                    <a:pt x="48615" y="679865"/>
                  </a:cubicBezTo>
                  <a:cubicBezTo>
                    <a:pt x="47326" y="679911"/>
                    <a:pt x="47326" y="679911"/>
                    <a:pt x="46011" y="679958"/>
                  </a:cubicBezTo>
                  <a:cubicBezTo>
                    <a:pt x="45904" y="680557"/>
                    <a:pt x="45796" y="681155"/>
                    <a:pt x="45685" y="681772"/>
                  </a:cubicBezTo>
                  <a:cubicBezTo>
                    <a:pt x="45547" y="682401"/>
                    <a:pt x="45409" y="683031"/>
                    <a:pt x="45267" y="683679"/>
                  </a:cubicBezTo>
                  <a:cubicBezTo>
                    <a:pt x="43708" y="684071"/>
                    <a:pt x="42268" y="684144"/>
                    <a:pt x="40662" y="684173"/>
                  </a:cubicBezTo>
                  <a:cubicBezTo>
                    <a:pt x="39995" y="684297"/>
                    <a:pt x="39995" y="684297"/>
                    <a:pt x="39314" y="684423"/>
                  </a:cubicBezTo>
                  <a:cubicBezTo>
                    <a:pt x="39068" y="685160"/>
                    <a:pt x="38823" y="685896"/>
                    <a:pt x="38570" y="686656"/>
                  </a:cubicBezTo>
                  <a:cubicBezTo>
                    <a:pt x="37195" y="687036"/>
                    <a:pt x="37195" y="687036"/>
                    <a:pt x="35547" y="687167"/>
                  </a:cubicBezTo>
                  <a:cubicBezTo>
                    <a:pt x="34096" y="687282"/>
                    <a:pt x="34096" y="687282"/>
                    <a:pt x="32616" y="687400"/>
                  </a:cubicBezTo>
                  <a:cubicBezTo>
                    <a:pt x="32616" y="688382"/>
                    <a:pt x="32616" y="689364"/>
                    <a:pt x="32616" y="690376"/>
                  </a:cubicBezTo>
                  <a:cubicBezTo>
                    <a:pt x="31090" y="690473"/>
                    <a:pt x="29564" y="690570"/>
                    <a:pt x="28038" y="690667"/>
                  </a:cubicBezTo>
                  <a:cubicBezTo>
                    <a:pt x="27585" y="690817"/>
                    <a:pt x="27131" y="690966"/>
                    <a:pt x="26663" y="691120"/>
                  </a:cubicBezTo>
                  <a:cubicBezTo>
                    <a:pt x="26547" y="691614"/>
                    <a:pt x="26431" y="692108"/>
                    <a:pt x="26312" y="692617"/>
                  </a:cubicBezTo>
                  <a:cubicBezTo>
                    <a:pt x="26182" y="693106"/>
                    <a:pt x="26053" y="693594"/>
                    <a:pt x="25919" y="694097"/>
                  </a:cubicBezTo>
                  <a:cubicBezTo>
                    <a:pt x="24408" y="694472"/>
                    <a:pt x="24408" y="694472"/>
                    <a:pt x="22571" y="694516"/>
                  </a:cubicBezTo>
                  <a:cubicBezTo>
                    <a:pt x="20779" y="694517"/>
                    <a:pt x="20779" y="694517"/>
                    <a:pt x="19222" y="694841"/>
                  </a:cubicBezTo>
                  <a:cubicBezTo>
                    <a:pt x="18976" y="695578"/>
                    <a:pt x="18731" y="696314"/>
                    <a:pt x="18478" y="697073"/>
                  </a:cubicBezTo>
                  <a:cubicBezTo>
                    <a:pt x="16022" y="697073"/>
                    <a:pt x="13566" y="697073"/>
                    <a:pt x="11036" y="697073"/>
                  </a:cubicBezTo>
                  <a:cubicBezTo>
                    <a:pt x="10791" y="691917"/>
                    <a:pt x="10545" y="686760"/>
                    <a:pt x="10292" y="681447"/>
                  </a:cubicBezTo>
                  <a:cubicBezTo>
                    <a:pt x="9556" y="681447"/>
                    <a:pt x="8819" y="681447"/>
                    <a:pt x="8060" y="681447"/>
                  </a:cubicBezTo>
                  <a:cubicBezTo>
                    <a:pt x="8045" y="680887"/>
                    <a:pt x="8030" y="680327"/>
                    <a:pt x="8015" y="679751"/>
                  </a:cubicBezTo>
                  <a:cubicBezTo>
                    <a:pt x="7945" y="677231"/>
                    <a:pt x="7863" y="674711"/>
                    <a:pt x="7781" y="672191"/>
                  </a:cubicBezTo>
                  <a:cubicBezTo>
                    <a:pt x="7746" y="670870"/>
                    <a:pt x="7746" y="670870"/>
                    <a:pt x="7711" y="669521"/>
                  </a:cubicBezTo>
                  <a:cubicBezTo>
                    <a:pt x="7682" y="668684"/>
                    <a:pt x="7653" y="667848"/>
                    <a:pt x="7624" y="666985"/>
                  </a:cubicBezTo>
                  <a:cubicBezTo>
                    <a:pt x="7600" y="666210"/>
                    <a:pt x="7577" y="665434"/>
                    <a:pt x="7553" y="664635"/>
                  </a:cubicBezTo>
                  <a:cubicBezTo>
                    <a:pt x="7475" y="664044"/>
                    <a:pt x="7396" y="663452"/>
                    <a:pt x="7316" y="662843"/>
                  </a:cubicBezTo>
                  <a:cubicBezTo>
                    <a:pt x="6825" y="662597"/>
                    <a:pt x="6333" y="662352"/>
                    <a:pt x="5827" y="662099"/>
                  </a:cubicBezTo>
                  <a:cubicBezTo>
                    <a:pt x="5626" y="660274"/>
                    <a:pt x="5626" y="660274"/>
                    <a:pt x="5598" y="657872"/>
                  </a:cubicBezTo>
                  <a:cubicBezTo>
                    <a:pt x="5579" y="657012"/>
                    <a:pt x="5560" y="656152"/>
                    <a:pt x="5541" y="655265"/>
                  </a:cubicBezTo>
                  <a:cubicBezTo>
                    <a:pt x="5515" y="653440"/>
                    <a:pt x="5492" y="651614"/>
                    <a:pt x="5471" y="649789"/>
                  </a:cubicBezTo>
                  <a:cubicBezTo>
                    <a:pt x="5442" y="648495"/>
                    <a:pt x="5442" y="648495"/>
                    <a:pt x="5412" y="647175"/>
                  </a:cubicBezTo>
                  <a:cubicBezTo>
                    <a:pt x="5402" y="646381"/>
                    <a:pt x="5392" y="645587"/>
                    <a:pt x="5381" y="644769"/>
                  </a:cubicBezTo>
                  <a:cubicBezTo>
                    <a:pt x="5298" y="642731"/>
                    <a:pt x="5298" y="642731"/>
                    <a:pt x="3964" y="641734"/>
                  </a:cubicBezTo>
                  <a:cubicBezTo>
                    <a:pt x="2459" y="640091"/>
                    <a:pt x="2580" y="639123"/>
                    <a:pt x="2597" y="636918"/>
                  </a:cubicBezTo>
                  <a:cubicBezTo>
                    <a:pt x="2598" y="636188"/>
                    <a:pt x="2598" y="635458"/>
                    <a:pt x="2598" y="634707"/>
                  </a:cubicBezTo>
                  <a:cubicBezTo>
                    <a:pt x="2609" y="633920"/>
                    <a:pt x="2621" y="633134"/>
                    <a:pt x="2633" y="632325"/>
                  </a:cubicBezTo>
                  <a:cubicBezTo>
                    <a:pt x="2636" y="631518"/>
                    <a:pt x="2639" y="630712"/>
                    <a:pt x="2642" y="629882"/>
                  </a:cubicBezTo>
                  <a:cubicBezTo>
                    <a:pt x="2655" y="627303"/>
                    <a:pt x="2683" y="624726"/>
                    <a:pt x="2711" y="622148"/>
                  </a:cubicBezTo>
                  <a:cubicBezTo>
                    <a:pt x="2722" y="620401"/>
                    <a:pt x="2733" y="618655"/>
                    <a:pt x="2742" y="616908"/>
                  </a:cubicBezTo>
                  <a:cubicBezTo>
                    <a:pt x="2766" y="612624"/>
                    <a:pt x="2804" y="608340"/>
                    <a:pt x="2851" y="604056"/>
                  </a:cubicBezTo>
                  <a:cubicBezTo>
                    <a:pt x="2360" y="604056"/>
                    <a:pt x="1869" y="604056"/>
                    <a:pt x="1363" y="604056"/>
                  </a:cubicBezTo>
                  <a:cubicBezTo>
                    <a:pt x="1345" y="593299"/>
                    <a:pt x="1332" y="582542"/>
                    <a:pt x="1324" y="571786"/>
                  </a:cubicBezTo>
                  <a:cubicBezTo>
                    <a:pt x="1320" y="566791"/>
                    <a:pt x="1315" y="561797"/>
                    <a:pt x="1306" y="556803"/>
                  </a:cubicBezTo>
                  <a:cubicBezTo>
                    <a:pt x="1298" y="551988"/>
                    <a:pt x="1294" y="547172"/>
                    <a:pt x="1292" y="542357"/>
                  </a:cubicBezTo>
                  <a:cubicBezTo>
                    <a:pt x="1291" y="540515"/>
                    <a:pt x="1288" y="538674"/>
                    <a:pt x="1284" y="536832"/>
                  </a:cubicBezTo>
                  <a:cubicBezTo>
                    <a:pt x="1279" y="534262"/>
                    <a:pt x="1278" y="531693"/>
                    <a:pt x="1278" y="529123"/>
                  </a:cubicBezTo>
                  <a:cubicBezTo>
                    <a:pt x="1275" y="528353"/>
                    <a:pt x="1273" y="527584"/>
                    <a:pt x="1270" y="526791"/>
                  </a:cubicBezTo>
                  <a:cubicBezTo>
                    <a:pt x="1271" y="526095"/>
                    <a:pt x="1272" y="525399"/>
                    <a:pt x="1273" y="524682"/>
                  </a:cubicBezTo>
                  <a:cubicBezTo>
                    <a:pt x="1272" y="524073"/>
                    <a:pt x="1272" y="523465"/>
                    <a:pt x="1271" y="522838"/>
                  </a:cubicBezTo>
                  <a:cubicBezTo>
                    <a:pt x="1363" y="521456"/>
                    <a:pt x="1363" y="521456"/>
                    <a:pt x="2107" y="520712"/>
                  </a:cubicBezTo>
                  <a:cubicBezTo>
                    <a:pt x="2186" y="519582"/>
                    <a:pt x="2216" y="518449"/>
                    <a:pt x="2224" y="517316"/>
                  </a:cubicBezTo>
                  <a:cubicBezTo>
                    <a:pt x="2232" y="516593"/>
                    <a:pt x="2239" y="515870"/>
                    <a:pt x="2247" y="515126"/>
                  </a:cubicBezTo>
                  <a:cubicBezTo>
                    <a:pt x="2253" y="514339"/>
                    <a:pt x="2258" y="513552"/>
                    <a:pt x="2264" y="512742"/>
                  </a:cubicBezTo>
                  <a:cubicBezTo>
                    <a:pt x="2285" y="511093"/>
                    <a:pt x="2306" y="509443"/>
                    <a:pt x="2328" y="507794"/>
                  </a:cubicBezTo>
                  <a:cubicBezTo>
                    <a:pt x="2358" y="505181"/>
                    <a:pt x="2386" y="502569"/>
                    <a:pt x="2405" y="499955"/>
                  </a:cubicBezTo>
                  <a:cubicBezTo>
                    <a:pt x="2426" y="497443"/>
                    <a:pt x="2460" y="494930"/>
                    <a:pt x="2496" y="492417"/>
                  </a:cubicBezTo>
                  <a:cubicBezTo>
                    <a:pt x="2499" y="491634"/>
                    <a:pt x="2501" y="490850"/>
                    <a:pt x="2504" y="490042"/>
                  </a:cubicBezTo>
                  <a:cubicBezTo>
                    <a:pt x="2516" y="489315"/>
                    <a:pt x="2528" y="488588"/>
                    <a:pt x="2541" y="487838"/>
                  </a:cubicBezTo>
                  <a:cubicBezTo>
                    <a:pt x="2547" y="487198"/>
                    <a:pt x="2553" y="486557"/>
                    <a:pt x="2559" y="485897"/>
                  </a:cubicBezTo>
                  <a:cubicBezTo>
                    <a:pt x="2913" y="483896"/>
                    <a:pt x="3621" y="483363"/>
                    <a:pt x="5083" y="482017"/>
                  </a:cubicBezTo>
                  <a:cubicBezTo>
                    <a:pt x="5436" y="479796"/>
                    <a:pt x="5436" y="479796"/>
                    <a:pt x="5412" y="477267"/>
                  </a:cubicBezTo>
                  <a:cubicBezTo>
                    <a:pt x="5431" y="476338"/>
                    <a:pt x="5451" y="475408"/>
                    <a:pt x="5471" y="474450"/>
                  </a:cubicBezTo>
                  <a:cubicBezTo>
                    <a:pt x="5481" y="473479"/>
                    <a:pt x="5491" y="472507"/>
                    <a:pt x="5502" y="471506"/>
                  </a:cubicBezTo>
                  <a:cubicBezTo>
                    <a:pt x="5527" y="469581"/>
                    <a:pt x="5559" y="467657"/>
                    <a:pt x="5598" y="465733"/>
                  </a:cubicBezTo>
                  <a:cubicBezTo>
                    <a:pt x="5607" y="464878"/>
                    <a:pt x="5616" y="464023"/>
                    <a:pt x="5626" y="463143"/>
                  </a:cubicBezTo>
                  <a:cubicBezTo>
                    <a:pt x="5692" y="462495"/>
                    <a:pt x="5759" y="461848"/>
                    <a:pt x="5827" y="461181"/>
                  </a:cubicBezTo>
                  <a:cubicBezTo>
                    <a:pt x="6319" y="460935"/>
                    <a:pt x="6810" y="460690"/>
                    <a:pt x="7316" y="460437"/>
                  </a:cubicBezTo>
                  <a:cubicBezTo>
                    <a:pt x="7558" y="458641"/>
                    <a:pt x="7558" y="458641"/>
                    <a:pt x="7545" y="456484"/>
                  </a:cubicBezTo>
                  <a:cubicBezTo>
                    <a:pt x="7564" y="455684"/>
                    <a:pt x="7583" y="454884"/>
                    <a:pt x="7602" y="454059"/>
                  </a:cubicBezTo>
                  <a:cubicBezTo>
                    <a:pt x="7628" y="452358"/>
                    <a:pt x="7651" y="450656"/>
                    <a:pt x="7672" y="448955"/>
                  </a:cubicBezTo>
                  <a:cubicBezTo>
                    <a:pt x="7691" y="448155"/>
                    <a:pt x="7711" y="447355"/>
                    <a:pt x="7731" y="446531"/>
                  </a:cubicBezTo>
                  <a:cubicBezTo>
                    <a:pt x="7741" y="445791"/>
                    <a:pt x="7751" y="445052"/>
                    <a:pt x="7762" y="444290"/>
                  </a:cubicBezTo>
                  <a:cubicBezTo>
                    <a:pt x="7909" y="443442"/>
                    <a:pt x="7909" y="443442"/>
                    <a:pt x="8060" y="442577"/>
                  </a:cubicBezTo>
                  <a:cubicBezTo>
                    <a:pt x="8797" y="442332"/>
                    <a:pt x="9533" y="442086"/>
                    <a:pt x="10292" y="441833"/>
                  </a:cubicBezTo>
                  <a:cubicBezTo>
                    <a:pt x="10510" y="438966"/>
                    <a:pt x="10544" y="436166"/>
                    <a:pt x="10488" y="433295"/>
                  </a:cubicBezTo>
                  <a:cubicBezTo>
                    <a:pt x="10515" y="431573"/>
                    <a:pt x="10550" y="430092"/>
                    <a:pt x="11036" y="428439"/>
                  </a:cubicBezTo>
                  <a:cubicBezTo>
                    <a:pt x="13272" y="427372"/>
                    <a:pt x="13272" y="427372"/>
                    <a:pt x="15501" y="426950"/>
                  </a:cubicBezTo>
                  <a:cubicBezTo>
                    <a:pt x="15979" y="425411"/>
                    <a:pt x="15979" y="425411"/>
                    <a:pt x="16245" y="423974"/>
                  </a:cubicBezTo>
                  <a:cubicBezTo>
                    <a:pt x="17228" y="423974"/>
                    <a:pt x="18210" y="423974"/>
                    <a:pt x="19222" y="423974"/>
                  </a:cubicBezTo>
                  <a:cubicBezTo>
                    <a:pt x="19222" y="422992"/>
                    <a:pt x="19222" y="422009"/>
                    <a:pt x="19222" y="420997"/>
                  </a:cubicBezTo>
                  <a:cubicBezTo>
                    <a:pt x="20204" y="420997"/>
                    <a:pt x="21186" y="420997"/>
                    <a:pt x="22199" y="420997"/>
                  </a:cubicBezTo>
                  <a:cubicBezTo>
                    <a:pt x="22705" y="419762"/>
                    <a:pt x="23201" y="418521"/>
                    <a:pt x="23687" y="417277"/>
                  </a:cubicBezTo>
                  <a:cubicBezTo>
                    <a:pt x="24673" y="417008"/>
                    <a:pt x="25666" y="416758"/>
                    <a:pt x="26663" y="416532"/>
                  </a:cubicBezTo>
                  <a:cubicBezTo>
                    <a:pt x="26786" y="416026"/>
                    <a:pt x="26909" y="415520"/>
                    <a:pt x="27035" y="414998"/>
                  </a:cubicBezTo>
                  <a:cubicBezTo>
                    <a:pt x="27220" y="414284"/>
                    <a:pt x="27220" y="414284"/>
                    <a:pt x="27407" y="413556"/>
                  </a:cubicBezTo>
                  <a:cubicBezTo>
                    <a:pt x="28390" y="413556"/>
                    <a:pt x="29372" y="413556"/>
                    <a:pt x="30384" y="413556"/>
                  </a:cubicBezTo>
                  <a:cubicBezTo>
                    <a:pt x="30384" y="412574"/>
                    <a:pt x="30384" y="411591"/>
                    <a:pt x="30384" y="410579"/>
                  </a:cubicBezTo>
                  <a:cubicBezTo>
                    <a:pt x="31366" y="410579"/>
                    <a:pt x="32349" y="410579"/>
                    <a:pt x="33361" y="410579"/>
                  </a:cubicBezTo>
                  <a:cubicBezTo>
                    <a:pt x="33522" y="409866"/>
                    <a:pt x="33522" y="409866"/>
                    <a:pt x="33686" y="409138"/>
                  </a:cubicBezTo>
                  <a:cubicBezTo>
                    <a:pt x="33824" y="408631"/>
                    <a:pt x="33962" y="408125"/>
                    <a:pt x="34105" y="407603"/>
                  </a:cubicBezTo>
                  <a:cubicBezTo>
                    <a:pt x="34734" y="407480"/>
                    <a:pt x="35363" y="407357"/>
                    <a:pt x="36012" y="407231"/>
                  </a:cubicBezTo>
                  <a:cubicBezTo>
                    <a:pt x="36610" y="407108"/>
                    <a:pt x="37209" y="406985"/>
                    <a:pt x="37825" y="406859"/>
                  </a:cubicBezTo>
                  <a:cubicBezTo>
                    <a:pt x="37825" y="405876"/>
                    <a:pt x="37825" y="404894"/>
                    <a:pt x="37825" y="403882"/>
                  </a:cubicBezTo>
                  <a:cubicBezTo>
                    <a:pt x="39267" y="403464"/>
                    <a:pt x="39267" y="403464"/>
                    <a:pt x="40802" y="403138"/>
                  </a:cubicBezTo>
                  <a:cubicBezTo>
                    <a:pt x="41048" y="402401"/>
                    <a:pt x="41293" y="401665"/>
                    <a:pt x="41546" y="400906"/>
                  </a:cubicBezTo>
                  <a:cubicBezTo>
                    <a:pt x="42022" y="400675"/>
                    <a:pt x="42498" y="400445"/>
                    <a:pt x="42988" y="400208"/>
                  </a:cubicBezTo>
                  <a:cubicBezTo>
                    <a:pt x="44650" y="399546"/>
                    <a:pt x="44650" y="399546"/>
                    <a:pt x="45267" y="397882"/>
                  </a:cubicBezTo>
                  <a:cubicBezTo>
                    <a:pt x="45635" y="397169"/>
                    <a:pt x="45635" y="397169"/>
                    <a:pt x="46011" y="396441"/>
                  </a:cubicBezTo>
                  <a:cubicBezTo>
                    <a:pt x="46998" y="396172"/>
                    <a:pt x="47990" y="395922"/>
                    <a:pt x="48988" y="395697"/>
                  </a:cubicBezTo>
                  <a:cubicBezTo>
                    <a:pt x="49233" y="394960"/>
                    <a:pt x="49479" y="394223"/>
                    <a:pt x="49732" y="393464"/>
                  </a:cubicBezTo>
                  <a:cubicBezTo>
                    <a:pt x="50468" y="393219"/>
                    <a:pt x="51205" y="392973"/>
                    <a:pt x="51964" y="392720"/>
                  </a:cubicBezTo>
                  <a:cubicBezTo>
                    <a:pt x="52210" y="391983"/>
                    <a:pt x="52455" y="391247"/>
                    <a:pt x="52708" y="390488"/>
                  </a:cubicBezTo>
                  <a:cubicBezTo>
                    <a:pt x="53948" y="389991"/>
                    <a:pt x="55189" y="389495"/>
                    <a:pt x="56429" y="388999"/>
                  </a:cubicBezTo>
                  <a:cubicBezTo>
                    <a:pt x="56675" y="388263"/>
                    <a:pt x="56920" y="387526"/>
                    <a:pt x="57173" y="386767"/>
                  </a:cubicBezTo>
                  <a:cubicBezTo>
                    <a:pt x="57649" y="386659"/>
                    <a:pt x="58125" y="386552"/>
                    <a:pt x="58615" y="386441"/>
                  </a:cubicBezTo>
                  <a:cubicBezTo>
                    <a:pt x="59121" y="386303"/>
                    <a:pt x="59628" y="386165"/>
                    <a:pt x="60150" y="386023"/>
                  </a:cubicBezTo>
                  <a:cubicBezTo>
                    <a:pt x="60658" y="385037"/>
                    <a:pt x="61154" y="384044"/>
                    <a:pt x="61638" y="383046"/>
                  </a:cubicBezTo>
                  <a:cubicBezTo>
                    <a:pt x="62624" y="382538"/>
                    <a:pt x="63616" y="382041"/>
                    <a:pt x="64615" y="381558"/>
                  </a:cubicBezTo>
                  <a:cubicBezTo>
                    <a:pt x="64860" y="380821"/>
                    <a:pt x="65106" y="380084"/>
                    <a:pt x="65359" y="379325"/>
                  </a:cubicBezTo>
                  <a:cubicBezTo>
                    <a:pt x="66341" y="379325"/>
                    <a:pt x="67323" y="379325"/>
                    <a:pt x="68335" y="379325"/>
                  </a:cubicBezTo>
                  <a:cubicBezTo>
                    <a:pt x="68775" y="377877"/>
                    <a:pt x="68775" y="377877"/>
                    <a:pt x="69079" y="376349"/>
                  </a:cubicBezTo>
                  <a:cubicBezTo>
                    <a:pt x="69816" y="376103"/>
                    <a:pt x="70553" y="375858"/>
                    <a:pt x="71312" y="375605"/>
                  </a:cubicBezTo>
                  <a:cubicBezTo>
                    <a:pt x="71527" y="375098"/>
                    <a:pt x="71742" y="374592"/>
                    <a:pt x="71963" y="374070"/>
                  </a:cubicBezTo>
                  <a:cubicBezTo>
                    <a:pt x="72239" y="373594"/>
                    <a:pt x="72515" y="373118"/>
                    <a:pt x="72800" y="372628"/>
                  </a:cubicBezTo>
                  <a:cubicBezTo>
                    <a:pt x="74753" y="372442"/>
                    <a:pt x="74753" y="372442"/>
                    <a:pt x="76521" y="372628"/>
                  </a:cubicBezTo>
                  <a:cubicBezTo>
                    <a:pt x="76521" y="371646"/>
                    <a:pt x="76521" y="370664"/>
                    <a:pt x="76521" y="369652"/>
                  </a:cubicBezTo>
                  <a:cubicBezTo>
                    <a:pt x="77509" y="369388"/>
                    <a:pt x="78502" y="369142"/>
                    <a:pt x="79497" y="368908"/>
                  </a:cubicBezTo>
                  <a:cubicBezTo>
                    <a:pt x="79728" y="368401"/>
                    <a:pt x="79958" y="367895"/>
                    <a:pt x="80195" y="367373"/>
                  </a:cubicBezTo>
                  <a:cubicBezTo>
                    <a:pt x="80456" y="366897"/>
                    <a:pt x="80717" y="366421"/>
                    <a:pt x="80986" y="365931"/>
                  </a:cubicBezTo>
                  <a:cubicBezTo>
                    <a:pt x="82939" y="365745"/>
                    <a:pt x="82939" y="365745"/>
                    <a:pt x="84706" y="365931"/>
                  </a:cubicBezTo>
                  <a:cubicBezTo>
                    <a:pt x="84706" y="364949"/>
                    <a:pt x="84706" y="363966"/>
                    <a:pt x="84706" y="362954"/>
                  </a:cubicBezTo>
                  <a:cubicBezTo>
                    <a:pt x="85689" y="362954"/>
                    <a:pt x="86671" y="362954"/>
                    <a:pt x="87683" y="362954"/>
                  </a:cubicBezTo>
                  <a:cubicBezTo>
                    <a:pt x="87821" y="362057"/>
                    <a:pt x="87821" y="362057"/>
                    <a:pt x="87962" y="361141"/>
                  </a:cubicBezTo>
                  <a:cubicBezTo>
                    <a:pt x="88115" y="360511"/>
                    <a:pt x="88269" y="359882"/>
                    <a:pt x="88427" y="359234"/>
                  </a:cubicBezTo>
                  <a:cubicBezTo>
                    <a:pt x="90706" y="358629"/>
                    <a:pt x="90706" y="358629"/>
                    <a:pt x="92892" y="358490"/>
                  </a:cubicBezTo>
                  <a:cubicBezTo>
                    <a:pt x="92892" y="357753"/>
                    <a:pt x="92892" y="357016"/>
                    <a:pt x="92892" y="356257"/>
                  </a:cubicBezTo>
                  <a:cubicBezTo>
                    <a:pt x="93878" y="355748"/>
                    <a:pt x="94870" y="355253"/>
                    <a:pt x="95868" y="354769"/>
                  </a:cubicBezTo>
                  <a:cubicBezTo>
                    <a:pt x="96114" y="354032"/>
                    <a:pt x="96360" y="353295"/>
                    <a:pt x="96613" y="352536"/>
                  </a:cubicBezTo>
                  <a:cubicBezTo>
                    <a:pt x="97848" y="352029"/>
                    <a:pt x="99089" y="351534"/>
                    <a:pt x="100333" y="351048"/>
                  </a:cubicBezTo>
                  <a:cubicBezTo>
                    <a:pt x="100824" y="350311"/>
                    <a:pt x="101315" y="349575"/>
                    <a:pt x="101822" y="348816"/>
                  </a:cubicBezTo>
                  <a:cubicBezTo>
                    <a:pt x="102558" y="348570"/>
                    <a:pt x="103295" y="348325"/>
                    <a:pt x="104054" y="348072"/>
                  </a:cubicBezTo>
                  <a:cubicBezTo>
                    <a:pt x="104300" y="347335"/>
                    <a:pt x="104545" y="346598"/>
                    <a:pt x="104798" y="345839"/>
                  </a:cubicBezTo>
                  <a:cubicBezTo>
                    <a:pt x="106038" y="345343"/>
                    <a:pt x="107279" y="344847"/>
                    <a:pt x="108519" y="344351"/>
                  </a:cubicBezTo>
                  <a:cubicBezTo>
                    <a:pt x="108764" y="343614"/>
                    <a:pt x="109010" y="342877"/>
                    <a:pt x="109263" y="342118"/>
                  </a:cubicBezTo>
                  <a:cubicBezTo>
                    <a:pt x="109723" y="342011"/>
                    <a:pt x="110184" y="341904"/>
                    <a:pt x="110658" y="341793"/>
                  </a:cubicBezTo>
                  <a:cubicBezTo>
                    <a:pt x="112385" y="341514"/>
                    <a:pt x="112385" y="341514"/>
                    <a:pt x="113356" y="339840"/>
                  </a:cubicBezTo>
                  <a:cubicBezTo>
                    <a:pt x="113724" y="339364"/>
                    <a:pt x="114092" y="338888"/>
                    <a:pt x="114472" y="338398"/>
                  </a:cubicBezTo>
                  <a:cubicBezTo>
                    <a:pt x="115454" y="338398"/>
                    <a:pt x="116436" y="338398"/>
                    <a:pt x="117449" y="338398"/>
                  </a:cubicBezTo>
                  <a:cubicBezTo>
                    <a:pt x="117888" y="336950"/>
                    <a:pt x="117888" y="336950"/>
                    <a:pt x="118193" y="335421"/>
                  </a:cubicBezTo>
                  <a:cubicBezTo>
                    <a:pt x="118929" y="335176"/>
                    <a:pt x="119666" y="334930"/>
                    <a:pt x="120425" y="334677"/>
                  </a:cubicBezTo>
                  <a:cubicBezTo>
                    <a:pt x="120640" y="334171"/>
                    <a:pt x="120855" y="333664"/>
                    <a:pt x="121076" y="333142"/>
                  </a:cubicBezTo>
                  <a:cubicBezTo>
                    <a:pt x="121352" y="332666"/>
                    <a:pt x="121629" y="332191"/>
                    <a:pt x="121913" y="331700"/>
                  </a:cubicBezTo>
                  <a:cubicBezTo>
                    <a:pt x="123154" y="331700"/>
                    <a:pt x="124394" y="331700"/>
                    <a:pt x="125634" y="331700"/>
                  </a:cubicBezTo>
                  <a:cubicBezTo>
                    <a:pt x="126081" y="330285"/>
                    <a:pt x="126081" y="330285"/>
                    <a:pt x="126378" y="328724"/>
                  </a:cubicBezTo>
                  <a:cubicBezTo>
                    <a:pt x="127358" y="328203"/>
                    <a:pt x="128350" y="327706"/>
                    <a:pt x="129355" y="327236"/>
                  </a:cubicBezTo>
                  <a:cubicBezTo>
                    <a:pt x="129600" y="326499"/>
                    <a:pt x="129846" y="325762"/>
                    <a:pt x="130099" y="325003"/>
                  </a:cubicBezTo>
                  <a:cubicBezTo>
                    <a:pt x="132378" y="324864"/>
                    <a:pt x="132378" y="324864"/>
                    <a:pt x="134564" y="325003"/>
                  </a:cubicBezTo>
                  <a:cubicBezTo>
                    <a:pt x="134564" y="324021"/>
                    <a:pt x="134564" y="323039"/>
                    <a:pt x="134564" y="322027"/>
                  </a:cubicBezTo>
                  <a:cubicBezTo>
                    <a:pt x="136037" y="321781"/>
                    <a:pt x="137511" y="321536"/>
                    <a:pt x="139029" y="321283"/>
                  </a:cubicBezTo>
                  <a:cubicBezTo>
                    <a:pt x="139029" y="320300"/>
                    <a:pt x="139029" y="319318"/>
                    <a:pt x="139029" y="318306"/>
                  </a:cubicBezTo>
                  <a:cubicBezTo>
                    <a:pt x="139627" y="318383"/>
                    <a:pt x="140226" y="318459"/>
                    <a:pt x="140842" y="318538"/>
                  </a:cubicBezTo>
                  <a:cubicBezTo>
                    <a:pt x="141472" y="318462"/>
                    <a:pt x="142101" y="318385"/>
                    <a:pt x="142749" y="318306"/>
                  </a:cubicBezTo>
                  <a:cubicBezTo>
                    <a:pt x="143003" y="317067"/>
                    <a:pt x="143251" y="315827"/>
                    <a:pt x="143493" y="314585"/>
                  </a:cubicBezTo>
                  <a:cubicBezTo>
                    <a:pt x="145354" y="314120"/>
                    <a:pt x="145354" y="314120"/>
                    <a:pt x="147214" y="313841"/>
                  </a:cubicBezTo>
                  <a:cubicBezTo>
                    <a:pt x="147460" y="313104"/>
                    <a:pt x="147705" y="312368"/>
                    <a:pt x="147958" y="311609"/>
                  </a:cubicBezTo>
                  <a:cubicBezTo>
                    <a:pt x="148588" y="311501"/>
                    <a:pt x="149217" y="311394"/>
                    <a:pt x="149865" y="311283"/>
                  </a:cubicBezTo>
                  <a:cubicBezTo>
                    <a:pt x="150464" y="311145"/>
                    <a:pt x="151062" y="311007"/>
                    <a:pt x="151679" y="310865"/>
                  </a:cubicBezTo>
                  <a:cubicBezTo>
                    <a:pt x="151679" y="309882"/>
                    <a:pt x="151679" y="308900"/>
                    <a:pt x="151679" y="307888"/>
                  </a:cubicBezTo>
                  <a:cubicBezTo>
                    <a:pt x="152400" y="307949"/>
                    <a:pt x="153122" y="308011"/>
                    <a:pt x="153865" y="308074"/>
                  </a:cubicBezTo>
                  <a:cubicBezTo>
                    <a:pt x="154617" y="308013"/>
                    <a:pt x="155369" y="307951"/>
                    <a:pt x="156144" y="307888"/>
                  </a:cubicBezTo>
                  <a:cubicBezTo>
                    <a:pt x="156591" y="306473"/>
                    <a:pt x="156591" y="306473"/>
                    <a:pt x="156888" y="304911"/>
                  </a:cubicBezTo>
                  <a:cubicBezTo>
                    <a:pt x="158122" y="304400"/>
                    <a:pt x="159362" y="303903"/>
                    <a:pt x="160609" y="303423"/>
                  </a:cubicBezTo>
                  <a:cubicBezTo>
                    <a:pt x="160609" y="302686"/>
                    <a:pt x="160609" y="301950"/>
                    <a:pt x="160609" y="301191"/>
                  </a:cubicBezTo>
                  <a:cubicBezTo>
                    <a:pt x="162094" y="300685"/>
                    <a:pt x="163582" y="300189"/>
                    <a:pt x="165074" y="299702"/>
                  </a:cubicBezTo>
                  <a:cubicBezTo>
                    <a:pt x="165319" y="298966"/>
                    <a:pt x="165565" y="298229"/>
                    <a:pt x="165818" y="297470"/>
                  </a:cubicBezTo>
                  <a:cubicBezTo>
                    <a:pt x="167058" y="297222"/>
                    <a:pt x="168298" y="296974"/>
                    <a:pt x="169538" y="296726"/>
                  </a:cubicBezTo>
                  <a:cubicBezTo>
                    <a:pt x="169784" y="295989"/>
                    <a:pt x="170030" y="295252"/>
                    <a:pt x="170282" y="294493"/>
                  </a:cubicBezTo>
                  <a:cubicBezTo>
                    <a:pt x="172561" y="293982"/>
                    <a:pt x="172561" y="293982"/>
                    <a:pt x="174747" y="293749"/>
                  </a:cubicBezTo>
                  <a:cubicBezTo>
                    <a:pt x="174747" y="292767"/>
                    <a:pt x="174747" y="291785"/>
                    <a:pt x="174747" y="290773"/>
                  </a:cubicBezTo>
                  <a:cubicBezTo>
                    <a:pt x="175980" y="290488"/>
                    <a:pt x="177221" y="290241"/>
                    <a:pt x="178468" y="290029"/>
                  </a:cubicBezTo>
                  <a:cubicBezTo>
                    <a:pt x="178714" y="289292"/>
                    <a:pt x="178959" y="288555"/>
                    <a:pt x="179212" y="287796"/>
                  </a:cubicBezTo>
                  <a:cubicBezTo>
                    <a:pt x="179826" y="287689"/>
                    <a:pt x="180440" y="287581"/>
                    <a:pt x="181073" y="287471"/>
                  </a:cubicBezTo>
                  <a:cubicBezTo>
                    <a:pt x="181686" y="287332"/>
                    <a:pt x="182300" y="287194"/>
                    <a:pt x="182933" y="287052"/>
                  </a:cubicBezTo>
                  <a:cubicBezTo>
                    <a:pt x="183040" y="286561"/>
                    <a:pt x="183148" y="286070"/>
                    <a:pt x="183258" y="285564"/>
                  </a:cubicBezTo>
                  <a:cubicBezTo>
                    <a:pt x="183397" y="285073"/>
                    <a:pt x="183535" y="284582"/>
                    <a:pt x="183677" y="284075"/>
                  </a:cubicBezTo>
                  <a:cubicBezTo>
                    <a:pt x="185160" y="283797"/>
                    <a:pt x="186649" y="283549"/>
                    <a:pt x="188142" y="283331"/>
                  </a:cubicBezTo>
                  <a:cubicBezTo>
                    <a:pt x="188387" y="282595"/>
                    <a:pt x="188633" y="281858"/>
                    <a:pt x="188886" y="281099"/>
                  </a:cubicBezTo>
                  <a:cubicBezTo>
                    <a:pt x="189878" y="280603"/>
                    <a:pt x="190870" y="280107"/>
                    <a:pt x="191863" y="279611"/>
                  </a:cubicBezTo>
                  <a:cubicBezTo>
                    <a:pt x="192108" y="278874"/>
                    <a:pt x="192354" y="278137"/>
                    <a:pt x="192607" y="277378"/>
                  </a:cubicBezTo>
                  <a:cubicBezTo>
                    <a:pt x="193343" y="277271"/>
                    <a:pt x="194080" y="277163"/>
                    <a:pt x="194839" y="277053"/>
                  </a:cubicBezTo>
                  <a:cubicBezTo>
                    <a:pt x="195576" y="276915"/>
                    <a:pt x="196313" y="276776"/>
                    <a:pt x="197072" y="276634"/>
                  </a:cubicBezTo>
                  <a:cubicBezTo>
                    <a:pt x="197194" y="276128"/>
                    <a:pt x="197317" y="275621"/>
                    <a:pt x="197444" y="275099"/>
                  </a:cubicBezTo>
                  <a:cubicBezTo>
                    <a:pt x="197566" y="274624"/>
                    <a:pt x="197689" y="274148"/>
                    <a:pt x="197816" y="273658"/>
                  </a:cubicBezTo>
                  <a:cubicBezTo>
                    <a:pt x="200095" y="273471"/>
                    <a:pt x="200095" y="273471"/>
                    <a:pt x="202281" y="273658"/>
                  </a:cubicBezTo>
                  <a:cubicBezTo>
                    <a:pt x="202281" y="272675"/>
                    <a:pt x="202281" y="271693"/>
                    <a:pt x="202281" y="270681"/>
                  </a:cubicBezTo>
                  <a:cubicBezTo>
                    <a:pt x="203756" y="270147"/>
                    <a:pt x="205245" y="269652"/>
                    <a:pt x="206745" y="269193"/>
                  </a:cubicBezTo>
                  <a:cubicBezTo>
                    <a:pt x="206991" y="268456"/>
                    <a:pt x="207236" y="267719"/>
                    <a:pt x="207490" y="266960"/>
                  </a:cubicBezTo>
                  <a:cubicBezTo>
                    <a:pt x="208103" y="266853"/>
                    <a:pt x="208717" y="266745"/>
                    <a:pt x="209350" y="266635"/>
                  </a:cubicBezTo>
                  <a:cubicBezTo>
                    <a:pt x="209964" y="266497"/>
                    <a:pt x="210578" y="266358"/>
                    <a:pt x="211210" y="266216"/>
                  </a:cubicBezTo>
                  <a:cubicBezTo>
                    <a:pt x="211333" y="265710"/>
                    <a:pt x="211456" y="265203"/>
                    <a:pt x="211582" y="264681"/>
                  </a:cubicBezTo>
                  <a:cubicBezTo>
                    <a:pt x="211705" y="264206"/>
                    <a:pt x="211828" y="263730"/>
                    <a:pt x="211954" y="263240"/>
                  </a:cubicBezTo>
                  <a:cubicBezTo>
                    <a:pt x="213195" y="263240"/>
                    <a:pt x="214435" y="263240"/>
                    <a:pt x="215675" y="263240"/>
                  </a:cubicBezTo>
                  <a:cubicBezTo>
                    <a:pt x="215905" y="262764"/>
                    <a:pt x="216136" y="262288"/>
                    <a:pt x="216373" y="261798"/>
                  </a:cubicBezTo>
                  <a:cubicBezTo>
                    <a:pt x="216634" y="261291"/>
                    <a:pt x="216895" y="260785"/>
                    <a:pt x="217163" y="260263"/>
                  </a:cubicBezTo>
                  <a:cubicBezTo>
                    <a:pt x="217915" y="260140"/>
                    <a:pt x="218667" y="260017"/>
                    <a:pt x="219442" y="259891"/>
                  </a:cubicBezTo>
                  <a:cubicBezTo>
                    <a:pt x="220164" y="259768"/>
                    <a:pt x="220885" y="259645"/>
                    <a:pt x="221628" y="259519"/>
                  </a:cubicBezTo>
                  <a:cubicBezTo>
                    <a:pt x="221751" y="259012"/>
                    <a:pt x="221874" y="258506"/>
                    <a:pt x="222000" y="257984"/>
                  </a:cubicBezTo>
                  <a:cubicBezTo>
                    <a:pt x="222123" y="257508"/>
                    <a:pt x="222246" y="257032"/>
                    <a:pt x="222372" y="256542"/>
                  </a:cubicBezTo>
                  <a:cubicBezTo>
                    <a:pt x="223861" y="256542"/>
                    <a:pt x="225349" y="256542"/>
                    <a:pt x="226837" y="256542"/>
                  </a:cubicBezTo>
                  <a:cubicBezTo>
                    <a:pt x="227093" y="255552"/>
                    <a:pt x="227340" y="254560"/>
                    <a:pt x="227581" y="253566"/>
                  </a:cubicBezTo>
                  <a:cubicBezTo>
                    <a:pt x="229860" y="253008"/>
                    <a:pt x="229860" y="253008"/>
                    <a:pt x="232046" y="252822"/>
                  </a:cubicBezTo>
                  <a:cubicBezTo>
                    <a:pt x="232046" y="251839"/>
                    <a:pt x="232046" y="250857"/>
                    <a:pt x="232046" y="249845"/>
                  </a:cubicBezTo>
                  <a:cubicBezTo>
                    <a:pt x="233518" y="249301"/>
                    <a:pt x="235008" y="248808"/>
                    <a:pt x="236511" y="248357"/>
                  </a:cubicBezTo>
                  <a:cubicBezTo>
                    <a:pt x="237002" y="247620"/>
                    <a:pt x="237493" y="246883"/>
                    <a:pt x="237999" y="246124"/>
                  </a:cubicBezTo>
                  <a:cubicBezTo>
                    <a:pt x="239953" y="245985"/>
                    <a:pt x="239953" y="245985"/>
                    <a:pt x="241720" y="246124"/>
                  </a:cubicBezTo>
                  <a:cubicBezTo>
                    <a:pt x="241720" y="245142"/>
                    <a:pt x="241720" y="244160"/>
                    <a:pt x="241720" y="243148"/>
                  </a:cubicBezTo>
                  <a:cubicBezTo>
                    <a:pt x="242441" y="243086"/>
                    <a:pt x="243163" y="243025"/>
                    <a:pt x="243906" y="242962"/>
                  </a:cubicBezTo>
                  <a:cubicBezTo>
                    <a:pt x="244658" y="242778"/>
                    <a:pt x="245410" y="242593"/>
                    <a:pt x="246185" y="242404"/>
                  </a:cubicBezTo>
                  <a:cubicBezTo>
                    <a:pt x="246292" y="241897"/>
                    <a:pt x="246400" y="241391"/>
                    <a:pt x="246510" y="240869"/>
                  </a:cubicBezTo>
                  <a:cubicBezTo>
                    <a:pt x="246649" y="240393"/>
                    <a:pt x="246787" y="239917"/>
                    <a:pt x="246929" y="239427"/>
                  </a:cubicBezTo>
                  <a:cubicBezTo>
                    <a:pt x="249580" y="239241"/>
                    <a:pt x="249580" y="239241"/>
                    <a:pt x="252138" y="239427"/>
                  </a:cubicBezTo>
                  <a:cubicBezTo>
                    <a:pt x="252138" y="238445"/>
                    <a:pt x="252138" y="237463"/>
                    <a:pt x="252138" y="236450"/>
                  </a:cubicBezTo>
                  <a:cubicBezTo>
                    <a:pt x="253863" y="235917"/>
                    <a:pt x="255601" y="235422"/>
                    <a:pt x="257347" y="234962"/>
                  </a:cubicBezTo>
                  <a:cubicBezTo>
                    <a:pt x="257593" y="234226"/>
                    <a:pt x="257838" y="233489"/>
                    <a:pt x="258091" y="232730"/>
                  </a:cubicBezTo>
                  <a:cubicBezTo>
                    <a:pt x="259331" y="232482"/>
                    <a:pt x="260572" y="232234"/>
                    <a:pt x="261812" y="231986"/>
                  </a:cubicBezTo>
                  <a:cubicBezTo>
                    <a:pt x="262057" y="231249"/>
                    <a:pt x="262303" y="230512"/>
                    <a:pt x="262556" y="229753"/>
                  </a:cubicBezTo>
                  <a:cubicBezTo>
                    <a:pt x="264292" y="229257"/>
                    <a:pt x="266029" y="228761"/>
                    <a:pt x="267765" y="228265"/>
                  </a:cubicBezTo>
                  <a:cubicBezTo>
                    <a:pt x="268011" y="227528"/>
                    <a:pt x="268256" y="226792"/>
                    <a:pt x="268509" y="226033"/>
                  </a:cubicBezTo>
                  <a:cubicBezTo>
                    <a:pt x="269246" y="225925"/>
                    <a:pt x="269982" y="225818"/>
                    <a:pt x="270741" y="225707"/>
                  </a:cubicBezTo>
                  <a:cubicBezTo>
                    <a:pt x="271478" y="225569"/>
                    <a:pt x="272215" y="225431"/>
                    <a:pt x="272974" y="225288"/>
                  </a:cubicBezTo>
                  <a:cubicBezTo>
                    <a:pt x="273081" y="224782"/>
                    <a:pt x="273189" y="224275"/>
                    <a:pt x="273299" y="223754"/>
                  </a:cubicBezTo>
                  <a:cubicBezTo>
                    <a:pt x="273438" y="223278"/>
                    <a:pt x="273576" y="222802"/>
                    <a:pt x="273718" y="222312"/>
                  </a:cubicBezTo>
                  <a:cubicBezTo>
                    <a:pt x="276369" y="222126"/>
                    <a:pt x="276369" y="222126"/>
                    <a:pt x="278927" y="222312"/>
                  </a:cubicBezTo>
                  <a:cubicBezTo>
                    <a:pt x="278927" y="221330"/>
                    <a:pt x="278927" y="220347"/>
                    <a:pt x="278927" y="219335"/>
                  </a:cubicBezTo>
                  <a:cubicBezTo>
                    <a:pt x="280652" y="218802"/>
                    <a:pt x="282390" y="218307"/>
                    <a:pt x="284136" y="217847"/>
                  </a:cubicBezTo>
                  <a:cubicBezTo>
                    <a:pt x="284382" y="217110"/>
                    <a:pt x="284627" y="216374"/>
                    <a:pt x="284880" y="215615"/>
                  </a:cubicBezTo>
                  <a:cubicBezTo>
                    <a:pt x="286368" y="215367"/>
                    <a:pt x="287857" y="215118"/>
                    <a:pt x="289345" y="214870"/>
                  </a:cubicBezTo>
                  <a:cubicBezTo>
                    <a:pt x="289591" y="214134"/>
                    <a:pt x="289836" y="213397"/>
                    <a:pt x="290089" y="212638"/>
                  </a:cubicBezTo>
                  <a:cubicBezTo>
                    <a:pt x="292740" y="212126"/>
                    <a:pt x="292740" y="212126"/>
                    <a:pt x="295298" y="211894"/>
                  </a:cubicBezTo>
                  <a:cubicBezTo>
                    <a:pt x="295298" y="210912"/>
                    <a:pt x="295298" y="209929"/>
                    <a:pt x="295298" y="208917"/>
                  </a:cubicBezTo>
                  <a:cubicBezTo>
                    <a:pt x="296142" y="208994"/>
                    <a:pt x="296986" y="209071"/>
                    <a:pt x="297856" y="209150"/>
                  </a:cubicBezTo>
                  <a:cubicBezTo>
                    <a:pt x="298731" y="209073"/>
                    <a:pt x="299606" y="208996"/>
                    <a:pt x="300507" y="208917"/>
                  </a:cubicBezTo>
                  <a:cubicBezTo>
                    <a:pt x="300792" y="207685"/>
                    <a:pt x="301038" y="206443"/>
                    <a:pt x="301251" y="205197"/>
                  </a:cubicBezTo>
                  <a:cubicBezTo>
                    <a:pt x="303484" y="204732"/>
                    <a:pt x="303484" y="204732"/>
                    <a:pt x="305716" y="204452"/>
                  </a:cubicBezTo>
                  <a:cubicBezTo>
                    <a:pt x="305962" y="203716"/>
                    <a:pt x="306207" y="202979"/>
                    <a:pt x="306460" y="202220"/>
                  </a:cubicBezTo>
                  <a:cubicBezTo>
                    <a:pt x="307335" y="201974"/>
                    <a:pt x="308210" y="201729"/>
                    <a:pt x="309111" y="201476"/>
                  </a:cubicBezTo>
                  <a:cubicBezTo>
                    <a:pt x="309955" y="201230"/>
                    <a:pt x="310799" y="200985"/>
                    <a:pt x="311669" y="200732"/>
                  </a:cubicBezTo>
                  <a:cubicBezTo>
                    <a:pt x="311669" y="199995"/>
                    <a:pt x="311669" y="199258"/>
                    <a:pt x="311669" y="198499"/>
                  </a:cubicBezTo>
                  <a:cubicBezTo>
                    <a:pt x="312621" y="198576"/>
                    <a:pt x="313572" y="198653"/>
                    <a:pt x="314553" y="198732"/>
                  </a:cubicBezTo>
                  <a:cubicBezTo>
                    <a:pt x="316178" y="198792"/>
                    <a:pt x="316178" y="198792"/>
                    <a:pt x="317622" y="198499"/>
                  </a:cubicBezTo>
                  <a:cubicBezTo>
                    <a:pt x="318550" y="196706"/>
                    <a:pt x="318550" y="196706"/>
                    <a:pt x="319111" y="194779"/>
                  </a:cubicBezTo>
                  <a:cubicBezTo>
                    <a:pt x="321017" y="194314"/>
                    <a:pt x="321017" y="194314"/>
                    <a:pt x="322831" y="194034"/>
                  </a:cubicBezTo>
                  <a:cubicBezTo>
                    <a:pt x="323077" y="193298"/>
                    <a:pt x="323322" y="192561"/>
                    <a:pt x="323575" y="191802"/>
                  </a:cubicBezTo>
                  <a:cubicBezTo>
                    <a:pt x="324435" y="191695"/>
                    <a:pt x="325294" y="191587"/>
                    <a:pt x="326180" y="191476"/>
                  </a:cubicBezTo>
                  <a:cubicBezTo>
                    <a:pt x="327039" y="191338"/>
                    <a:pt x="327899" y="191200"/>
                    <a:pt x="328784" y="191058"/>
                  </a:cubicBezTo>
                  <a:cubicBezTo>
                    <a:pt x="328907" y="190567"/>
                    <a:pt x="329030" y="190076"/>
                    <a:pt x="329157" y="189570"/>
                  </a:cubicBezTo>
                  <a:cubicBezTo>
                    <a:pt x="329279" y="189079"/>
                    <a:pt x="329402" y="188587"/>
                    <a:pt x="329529" y="188081"/>
                  </a:cubicBezTo>
                  <a:cubicBezTo>
                    <a:pt x="331260" y="187803"/>
                    <a:pt x="332997" y="187555"/>
                    <a:pt x="334738" y="187337"/>
                  </a:cubicBezTo>
                  <a:cubicBezTo>
                    <a:pt x="334983" y="186601"/>
                    <a:pt x="335229" y="185864"/>
                    <a:pt x="335482" y="185105"/>
                  </a:cubicBezTo>
                  <a:cubicBezTo>
                    <a:pt x="336857" y="184724"/>
                    <a:pt x="336857" y="184724"/>
                    <a:pt x="338505" y="184593"/>
                  </a:cubicBezTo>
                  <a:cubicBezTo>
                    <a:pt x="339472" y="184516"/>
                    <a:pt x="340439" y="184440"/>
                    <a:pt x="341435" y="184361"/>
                  </a:cubicBezTo>
                  <a:cubicBezTo>
                    <a:pt x="341435" y="183378"/>
                    <a:pt x="341435" y="182396"/>
                    <a:pt x="341435" y="181384"/>
                  </a:cubicBezTo>
                  <a:cubicBezTo>
                    <a:pt x="342279" y="181307"/>
                    <a:pt x="343123" y="181231"/>
                    <a:pt x="343993" y="181152"/>
                  </a:cubicBezTo>
                  <a:cubicBezTo>
                    <a:pt x="345305" y="180898"/>
                    <a:pt x="345305" y="180898"/>
                    <a:pt x="346644" y="180640"/>
                  </a:cubicBezTo>
                  <a:cubicBezTo>
                    <a:pt x="346889" y="179903"/>
                    <a:pt x="347135" y="179167"/>
                    <a:pt x="347388" y="178408"/>
                  </a:cubicBezTo>
                  <a:cubicBezTo>
                    <a:pt x="348247" y="178300"/>
                    <a:pt x="349107" y="178193"/>
                    <a:pt x="349992" y="178082"/>
                  </a:cubicBezTo>
                  <a:cubicBezTo>
                    <a:pt x="350852" y="177944"/>
                    <a:pt x="351711" y="177806"/>
                    <a:pt x="352597" y="177663"/>
                  </a:cubicBezTo>
                  <a:cubicBezTo>
                    <a:pt x="352720" y="177172"/>
                    <a:pt x="352843" y="176681"/>
                    <a:pt x="352969" y="176175"/>
                  </a:cubicBezTo>
                  <a:cubicBezTo>
                    <a:pt x="353092" y="175684"/>
                    <a:pt x="353215" y="175193"/>
                    <a:pt x="353341" y="174687"/>
                  </a:cubicBezTo>
                  <a:cubicBezTo>
                    <a:pt x="355077" y="174439"/>
                    <a:pt x="356814" y="174191"/>
                    <a:pt x="358550" y="173943"/>
                  </a:cubicBezTo>
                  <a:cubicBezTo>
                    <a:pt x="358657" y="173452"/>
                    <a:pt x="358765" y="172960"/>
                    <a:pt x="358876" y="172454"/>
                  </a:cubicBezTo>
                  <a:cubicBezTo>
                    <a:pt x="359014" y="171963"/>
                    <a:pt x="359152" y="171472"/>
                    <a:pt x="359294" y="170966"/>
                  </a:cubicBezTo>
                  <a:cubicBezTo>
                    <a:pt x="360842" y="170638"/>
                    <a:pt x="362318" y="170546"/>
                    <a:pt x="363899" y="170498"/>
                  </a:cubicBezTo>
                  <a:cubicBezTo>
                    <a:pt x="364566" y="170361"/>
                    <a:pt x="364566" y="170361"/>
                    <a:pt x="365247" y="170222"/>
                  </a:cubicBezTo>
                  <a:cubicBezTo>
                    <a:pt x="365493" y="169485"/>
                    <a:pt x="365738" y="168749"/>
                    <a:pt x="365991" y="167990"/>
                  </a:cubicBezTo>
                  <a:cubicBezTo>
                    <a:pt x="366851" y="167882"/>
                    <a:pt x="367710" y="167775"/>
                    <a:pt x="368596" y="167664"/>
                  </a:cubicBezTo>
                  <a:cubicBezTo>
                    <a:pt x="369455" y="167526"/>
                    <a:pt x="370315" y="167388"/>
                    <a:pt x="371200" y="167245"/>
                  </a:cubicBezTo>
                  <a:cubicBezTo>
                    <a:pt x="371308" y="166739"/>
                    <a:pt x="371415" y="166232"/>
                    <a:pt x="371526" y="165711"/>
                  </a:cubicBezTo>
                  <a:cubicBezTo>
                    <a:pt x="371664" y="165235"/>
                    <a:pt x="371802" y="164759"/>
                    <a:pt x="371945" y="164269"/>
                  </a:cubicBezTo>
                  <a:cubicBezTo>
                    <a:pt x="373929" y="164269"/>
                    <a:pt x="375913" y="164269"/>
                    <a:pt x="377898" y="164269"/>
                  </a:cubicBezTo>
                  <a:cubicBezTo>
                    <a:pt x="378154" y="163279"/>
                    <a:pt x="378401" y="162286"/>
                    <a:pt x="378642" y="161292"/>
                  </a:cubicBezTo>
                  <a:cubicBezTo>
                    <a:pt x="379991" y="160755"/>
                    <a:pt x="379991" y="160755"/>
                    <a:pt x="381618" y="160502"/>
                  </a:cubicBezTo>
                  <a:cubicBezTo>
                    <a:pt x="383218" y="160291"/>
                    <a:pt x="383218" y="160291"/>
                    <a:pt x="384595" y="159804"/>
                  </a:cubicBezTo>
                  <a:cubicBezTo>
                    <a:pt x="384841" y="159067"/>
                    <a:pt x="385086" y="158331"/>
                    <a:pt x="385339" y="157572"/>
                  </a:cubicBezTo>
                  <a:cubicBezTo>
                    <a:pt x="386199" y="157464"/>
                    <a:pt x="387058" y="157357"/>
                    <a:pt x="387944" y="157246"/>
                  </a:cubicBezTo>
                  <a:cubicBezTo>
                    <a:pt x="388803" y="157108"/>
                    <a:pt x="389663" y="156970"/>
                    <a:pt x="390548" y="156827"/>
                  </a:cubicBezTo>
                  <a:cubicBezTo>
                    <a:pt x="390817" y="155841"/>
                    <a:pt x="391067" y="154849"/>
                    <a:pt x="391292" y="153851"/>
                  </a:cubicBezTo>
                  <a:cubicBezTo>
                    <a:pt x="393478" y="153711"/>
                    <a:pt x="393478" y="153711"/>
                    <a:pt x="395757" y="153851"/>
                  </a:cubicBezTo>
                  <a:cubicBezTo>
                    <a:pt x="397509" y="153194"/>
                    <a:pt x="397509" y="153194"/>
                    <a:pt x="397990" y="150874"/>
                  </a:cubicBezTo>
                  <a:cubicBezTo>
                    <a:pt x="399338" y="150598"/>
                    <a:pt x="399338" y="150598"/>
                    <a:pt x="400966" y="150549"/>
                  </a:cubicBezTo>
                  <a:cubicBezTo>
                    <a:pt x="402572" y="150451"/>
                    <a:pt x="402572" y="150451"/>
                    <a:pt x="403943" y="150130"/>
                  </a:cubicBezTo>
                  <a:cubicBezTo>
                    <a:pt x="404065" y="149639"/>
                    <a:pt x="404188" y="149148"/>
                    <a:pt x="404315" y="148642"/>
                  </a:cubicBezTo>
                  <a:cubicBezTo>
                    <a:pt x="404437" y="148151"/>
                    <a:pt x="404560" y="147660"/>
                    <a:pt x="404687" y="147154"/>
                  </a:cubicBezTo>
                  <a:cubicBezTo>
                    <a:pt x="406234" y="146824"/>
                    <a:pt x="407711" y="146734"/>
                    <a:pt x="409291" y="146686"/>
                  </a:cubicBezTo>
                  <a:cubicBezTo>
                    <a:pt x="409959" y="146549"/>
                    <a:pt x="409959" y="146549"/>
                    <a:pt x="410640" y="146409"/>
                  </a:cubicBezTo>
                  <a:cubicBezTo>
                    <a:pt x="410886" y="145673"/>
                    <a:pt x="411131" y="144936"/>
                    <a:pt x="411384" y="144177"/>
                  </a:cubicBezTo>
                  <a:cubicBezTo>
                    <a:pt x="412907" y="143652"/>
                    <a:pt x="414402" y="143426"/>
                    <a:pt x="415988" y="143154"/>
                  </a:cubicBezTo>
                  <a:cubicBezTo>
                    <a:pt x="416434" y="143000"/>
                    <a:pt x="416879" y="142847"/>
                    <a:pt x="417337" y="142689"/>
                  </a:cubicBezTo>
                  <a:cubicBezTo>
                    <a:pt x="417583" y="141952"/>
                    <a:pt x="417828" y="141215"/>
                    <a:pt x="418081" y="140456"/>
                  </a:cubicBezTo>
                  <a:cubicBezTo>
                    <a:pt x="419588" y="140289"/>
                    <a:pt x="421098" y="140128"/>
                    <a:pt x="422613" y="140087"/>
                  </a:cubicBezTo>
                  <a:cubicBezTo>
                    <a:pt x="423082" y="139963"/>
                    <a:pt x="423551" y="139840"/>
                    <a:pt x="424034" y="139712"/>
                  </a:cubicBezTo>
                  <a:cubicBezTo>
                    <a:pt x="424271" y="139216"/>
                    <a:pt x="424508" y="138720"/>
                    <a:pt x="424752" y="138209"/>
                  </a:cubicBezTo>
                  <a:cubicBezTo>
                    <a:pt x="425007" y="137723"/>
                    <a:pt x="425261" y="137237"/>
                    <a:pt x="425523" y="136736"/>
                  </a:cubicBezTo>
                  <a:cubicBezTo>
                    <a:pt x="427133" y="136445"/>
                    <a:pt x="427133" y="136445"/>
                    <a:pt x="428964" y="136550"/>
                  </a:cubicBezTo>
                  <a:cubicBezTo>
                    <a:pt x="429573" y="136576"/>
                    <a:pt x="430181" y="136603"/>
                    <a:pt x="430807" y="136631"/>
                  </a:cubicBezTo>
                  <a:cubicBezTo>
                    <a:pt x="431273" y="136666"/>
                    <a:pt x="431740" y="136700"/>
                    <a:pt x="432220" y="136736"/>
                  </a:cubicBezTo>
                  <a:cubicBezTo>
                    <a:pt x="432220" y="135753"/>
                    <a:pt x="432220" y="134771"/>
                    <a:pt x="432220" y="133759"/>
                  </a:cubicBezTo>
                  <a:cubicBezTo>
                    <a:pt x="433746" y="133662"/>
                    <a:pt x="435272" y="133565"/>
                    <a:pt x="436798" y="133468"/>
                  </a:cubicBezTo>
                  <a:cubicBezTo>
                    <a:pt x="437252" y="133319"/>
                    <a:pt x="437706" y="133169"/>
                    <a:pt x="438173" y="133015"/>
                  </a:cubicBezTo>
                  <a:cubicBezTo>
                    <a:pt x="438281" y="132516"/>
                    <a:pt x="438388" y="132017"/>
                    <a:pt x="438499" y="131503"/>
                  </a:cubicBezTo>
                  <a:cubicBezTo>
                    <a:pt x="438637" y="131020"/>
                    <a:pt x="438775" y="130537"/>
                    <a:pt x="438917" y="130038"/>
                  </a:cubicBezTo>
                  <a:cubicBezTo>
                    <a:pt x="440618" y="129748"/>
                    <a:pt x="440618" y="129748"/>
                    <a:pt x="442684" y="129852"/>
                  </a:cubicBezTo>
                  <a:cubicBezTo>
                    <a:pt x="443368" y="129879"/>
                    <a:pt x="444052" y="129906"/>
                    <a:pt x="444757" y="129934"/>
                  </a:cubicBezTo>
                  <a:cubicBezTo>
                    <a:pt x="445286" y="129968"/>
                    <a:pt x="445814" y="130003"/>
                    <a:pt x="446359" y="130038"/>
                  </a:cubicBezTo>
                  <a:cubicBezTo>
                    <a:pt x="446359" y="129056"/>
                    <a:pt x="446359" y="128074"/>
                    <a:pt x="446359" y="127062"/>
                  </a:cubicBezTo>
                  <a:cubicBezTo>
                    <a:pt x="447824" y="126524"/>
                    <a:pt x="447824" y="126524"/>
                    <a:pt x="449707" y="126271"/>
                  </a:cubicBezTo>
                  <a:cubicBezTo>
                    <a:pt x="451540" y="126069"/>
                    <a:pt x="451540" y="126069"/>
                    <a:pt x="453056" y="125574"/>
                  </a:cubicBezTo>
                  <a:cubicBezTo>
                    <a:pt x="453056" y="124837"/>
                    <a:pt x="453056" y="124100"/>
                    <a:pt x="453056" y="123341"/>
                  </a:cubicBezTo>
                  <a:cubicBezTo>
                    <a:pt x="453584" y="123313"/>
                    <a:pt x="454113" y="123285"/>
                    <a:pt x="454658" y="123257"/>
                  </a:cubicBezTo>
                  <a:cubicBezTo>
                    <a:pt x="455684" y="123183"/>
                    <a:pt x="455684" y="123183"/>
                    <a:pt x="456730" y="123109"/>
                  </a:cubicBezTo>
                  <a:cubicBezTo>
                    <a:pt x="457753" y="123044"/>
                    <a:pt x="457753" y="123044"/>
                    <a:pt x="458797" y="122978"/>
                  </a:cubicBezTo>
                  <a:cubicBezTo>
                    <a:pt x="459358" y="122852"/>
                    <a:pt x="459919" y="122726"/>
                    <a:pt x="460497" y="122597"/>
                  </a:cubicBezTo>
                  <a:cubicBezTo>
                    <a:pt x="460743" y="121860"/>
                    <a:pt x="460988" y="121124"/>
                    <a:pt x="461241" y="120365"/>
                  </a:cubicBezTo>
                  <a:cubicBezTo>
                    <a:pt x="462962" y="119899"/>
                    <a:pt x="462962" y="119899"/>
                    <a:pt x="464962" y="119620"/>
                  </a:cubicBezTo>
                  <a:cubicBezTo>
                    <a:pt x="466597" y="119399"/>
                    <a:pt x="466597" y="119399"/>
                    <a:pt x="467939" y="118876"/>
                  </a:cubicBezTo>
                  <a:cubicBezTo>
                    <a:pt x="468184" y="118140"/>
                    <a:pt x="468430" y="117403"/>
                    <a:pt x="468683" y="116644"/>
                  </a:cubicBezTo>
                  <a:cubicBezTo>
                    <a:pt x="470383" y="116263"/>
                    <a:pt x="470383" y="116263"/>
                    <a:pt x="472450" y="116132"/>
                  </a:cubicBezTo>
                  <a:cubicBezTo>
                    <a:pt x="473476" y="116059"/>
                    <a:pt x="473476" y="116059"/>
                    <a:pt x="474523" y="115984"/>
                  </a:cubicBezTo>
                  <a:cubicBezTo>
                    <a:pt x="475051" y="115956"/>
                    <a:pt x="475580" y="115928"/>
                    <a:pt x="476124" y="115900"/>
                  </a:cubicBezTo>
                  <a:cubicBezTo>
                    <a:pt x="476124" y="114917"/>
                    <a:pt x="476124" y="113935"/>
                    <a:pt x="476124" y="112923"/>
                  </a:cubicBezTo>
                  <a:cubicBezTo>
                    <a:pt x="476837" y="112881"/>
                    <a:pt x="476837" y="112881"/>
                    <a:pt x="477563" y="112839"/>
                  </a:cubicBezTo>
                  <a:cubicBezTo>
                    <a:pt x="478178" y="112790"/>
                    <a:pt x="478793" y="112741"/>
                    <a:pt x="479426" y="112691"/>
                  </a:cubicBezTo>
                  <a:cubicBezTo>
                    <a:pt x="480346" y="112626"/>
                    <a:pt x="480346" y="112626"/>
                    <a:pt x="481284" y="112560"/>
                  </a:cubicBezTo>
                  <a:cubicBezTo>
                    <a:pt x="481791" y="112434"/>
                    <a:pt x="482299" y="112308"/>
                    <a:pt x="482822" y="112179"/>
                  </a:cubicBezTo>
                  <a:cubicBezTo>
                    <a:pt x="483067" y="111442"/>
                    <a:pt x="483313" y="110706"/>
                    <a:pt x="483566" y="109947"/>
                  </a:cubicBezTo>
                  <a:cubicBezTo>
                    <a:pt x="485429" y="109566"/>
                    <a:pt x="485429" y="109566"/>
                    <a:pt x="487705" y="109435"/>
                  </a:cubicBezTo>
                  <a:cubicBezTo>
                    <a:pt x="488458" y="109386"/>
                    <a:pt x="489211" y="109337"/>
                    <a:pt x="489987" y="109287"/>
                  </a:cubicBezTo>
                  <a:cubicBezTo>
                    <a:pt x="490569" y="109259"/>
                    <a:pt x="491151" y="109231"/>
                    <a:pt x="491751" y="109202"/>
                  </a:cubicBezTo>
                  <a:cubicBezTo>
                    <a:pt x="491751" y="108220"/>
                    <a:pt x="491751" y="107238"/>
                    <a:pt x="491751" y="106226"/>
                  </a:cubicBezTo>
                  <a:cubicBezTo>
                    <a:pt x="492464" y="106184"/>
                    <a:pt x="492464" y="106184"/>
                    <a:pt x="493190" y="106142"/>
                  </a:cubicBezTo>
                  <a:cubicBezTo>
                    <a:pt x="493805" y="106093"/>
                    <a:pt x="494420" y="106044"/>
                    <a:pt x="495053" y="105993"/>
                  </a:cubicBezTo>
                  <a:cubicBezTo>
                    <a:pt x="495973" y="105929"/>
                    <a:pt x="495973" y="105929"/>
                    <a:pt x="496911" y="105863"/>
                  </a:cubicBezTo>
                  <a:cubicBezTo>
                    <a:pt x="497418" y="105737"/>
                    <a:pt x="497926" y="105611"/>
                    <a:pt x="498449" y="105482"/>
                  </a:cubicBezTo>
                  <a:cubicBezTo>
                    <a:pt x="498694" y="104745"/>
                    <a:pt x="498940" y="104008"/>
                    <a:pt x="499193" y="103249"/>
                  </a:cubicBezTo>
                  <a:cubicBezTo>
                    <a:pt x="500910" y="102930"/>
                    <a:pt x="502561" y="102922"/>
                    <a:pt x="504306" y="102880"/>
                  </a:cubicBezTo>
                  <a:cubicBezTo>
                    <a:pt x="505090" y="102695"/>
                    <a:pt x="505090" y="102695"/>
                    <a:pt x="505890" y="102505"/>
                  </a:cubicBezTo>
                  <a:cubicBezTo>
                    <a:pt x="506128" y="102013"/>
                    <a:pt x="506366" y="101521"/>
                    <a:pt x="506611" y="101014"/>
                  </a:cubicBezTo>
                  <a:cubicBezTo>
                    <a:pt x="506991" y="100279"/>
                    <a:pt x="506991" y="100279"/>
                    <a:pt x="507378" y="99529"/>
                  </a:cubicBezTo>
                  <a:cubicBezTo>
                    <a:pt x="509339" y="99137"/>
                    <a:pt x="511175" y="99156"/>
                    <a:pt x="513171" y="99133"/>
                  </a:cubicBezTo>
                  <a:cubicBezTo>
                    <a:pt x="513715" y="99018"/>
                    <a:pt x="514259" y="98903"/>
                    <a:pt x="514820" y="98784"/>
                  </a:cubicBezTo>
                  <a:cubicBezTo>
                    <a:pt x="514941" y="98294"/>
                    <a:pt x="515063" y="97804"/>
                    <a:pt x="515189" y="97299"/>
                  </a:cubicBezTo>
                  <a:cubicBezTo>
                    <a:pt x="515374" y="96561"/>
                    <a:pt x="515374" y="96561"/>
                    <a:pt x="515564" y="95808"/>
                  </a:cubicBezTo>
                  <a:cubicBezTo>
                    <a:pt x="517238" y="95433"/>
                    <a:pt x="517238" y="95433"/>
                    <a:pt x="519284" y="95389"/>
                  </a:cubicBezTo>
                  <a:cubicBezTo>
                    <a:pt x="521277" y="95389"/>
                    <a:pt x="521277" y="95389"/>
                    <a:pt x="523005" y="95064"/>
                  </a:cubicBezTo>
                  <a:cubicBezTo>
                    <a:pt x="523251" y="94327"/>
                    <a:pt x="523496" y="93590"/>
                    <a:pt x="523749" y="92831"/>
                  </a:cubicBezTo>
                  <a:cubicBezTo>
                    <a:pt x="525775" y="92451"/>
                    <a:pt x="525775" y="92451"/>
                    <a:pt x="528261" y="92320"/>
                  </a:cubicBezTo>
                  <a:cubicBezTo>
                    <a:pt x="529083" y="92271"/>
                    <a:pt x="529905" y="92222"/>
                    <a:pt x="530752" y="92172"/>
                  </a:cubicBezTo>
                  <a:cubicBezTo>
                    <a:pt x="531388" y="92144"/>
                    <a:pt x="532024" y="92116"/>
                    <a:pt x="532679" y="92087"/>
                  </a:cubicBezTo>
                  <a:cubicBezTo>
                    <a:pt x="532679" y="91105"/>
                    <a:pt x="532679" y="90123"/>
                    <a:pt x="532679" y="89111"/>
                  </a:cubicBezTo>
                  <a:cubicBezTo>
                    <a:pt x="533208" y="89083"/>
                    <a:pt x="533736" y="89055"/>
                    <a:pt x="534281" y="89026"/>
                  </a:cubicBezTo>
                  <a:cubicBezTo>
                    <a:pt x="534965" y="88977"/>
                    <a:pt x="535649" y="88929"/>
                    <a:pt x="536353" y="88878"/>
                  </a:cubicBezTo>
                  <a:cubicBezTo>
                    <a:pt x="537035" y="88835"/>
                    <a:pt x="537717" y="88792"/>
                    <a:pt x="538420" y="88747"/>
                  </a:cubicBezTo>
                  <a:cubicBezTo>
                    <a:pt x="538981" y="88622"/>
                    <a:pt x="539542" y="88496"/>
                    <a:pt x="540120" y="88367"/>
                  </a:cubicBezTo>
                  <a:cubicBezTo>
                    <a:pt x="540366" y="87630"/>
                    <a:pt x="540612" y="86893"/>
                    <a:pt x="540865" y="86134"/>
                  </a:cubicBezTo>
                  <a:cubicBezTo>
                    <a:pt x="542891" y="85753"/>
                    <a:pt x="542891" y="85753"/>
                    <a:pt x="545376" y="85623"/>
                  </a:cubicBezTo>
                  <a:cubicBezTo>
                    <a:pt x="546198" y="85574"/>
                    <a:pt x="547020" y="85525"/>
                    <a:pt x="547867" y="85474"/>
                  </a:cubicBezTo>
                  <a:cubicBezTo>
                    <a:pt x="548503" y="85446"/>
                    <a:pt x="549139" y="85419"/>
                    <a:pt x="549794" y="85390"/>
                  </a:cubicBezTo>
                  <a:cubicBezTo>
                    <a:pt x="549794" y="84408"/>
                    <a:pt x="549794" y="83425"/>
                    <a:pt x="549794" y="82413"/>
                  </a:cubicBezTo>
                  <a:cubicBezTo>
                    <a:pt x="550430" y="82394"/>
                    <a:pt x="551066" y="82375"/>
                    <a:pt x="551721" y="82355"/>
                  </a:cubicBezTo>
                  <a:cubicBezTo>
                    <a:pt x="552544" y="82313"/>
                    <a:pt x="553366" y="82271"/>
                    <a:pt x="554213" y="82227"/>
                  </a:cubicBezTo>
                  <a:cubicBezTo>
                    <a:pt x="555033" y="82193"/>
                    <a:pt x="555853" y="82158"/>
                    <a:pt x="556698" y="82123"/>
                  </a:cubicBezTo>
                  <a:cubicBezTo>
                    <a:pt x="557366" y="81973"/>
                    <a:pt x="558035" y="81823"/>
                    <a:pt x="558724" y="81669"/>
                  </a:cubicBezTo>
                  <a:cubicBezTo>
                    <a:pt x="558987" y="80681"/>
                    <a:pt x="559235" y="79689"/>
                    <a:pt x="559468" y="78693"/>
                  </a:cubicBezTo>
                  <a:cubicBezTo>
                    <a:pt x="561305" y="78318"/>
                    <a:pt x="561305" y="78318"/>
                    <a:pt x="563561" y="78274"/>
                  </a:cubicBezTo>
                  <a:cubicBezTo>
                    <a:pt x="565754" y="78274"/>
                    <a:pt x="565754" y="78274"/>
                    <a:pt x="567654" y="77949"/>
                  </a:cubicBezTo>
                  <a:cubicBezTo>
                    <a:pt x="567899" y="77212"/>
                    <a:pt x="568145" y="76475"/>
                    <a:pt x="568398" y="75716"/>
                  </a:cubicBezTo>
                  <a:cubicBezTo>
                    <a:pt x="570717" y="75396"/>
                    <a:pt x="572988" y="75388"/>
                    <a:pt x="575328" y="75347"/>
                  </a:cubicBezTo>
                  <a:cubicBezTo>
                    <a:pt x="575988" y="75223"/>
                    <a:pt x="576647" y="75099"/>
                    <a:pt x="577327" y="74972"/>
                  </a:cubicBezTo>
                  <a:cubicBezTo>
                    <a:pt x="577590" y="73984"/>
                    <a:pt x="577838" y="72991"/>
                    <a:pt x="578072" y="71995"/>
                  </a:cubicBezTo>
                  <a:cubicBezTo>
                    <a:pt x="579909" y="71620"/>
                    <a:pt x="579909" y="71620"/>
                    <a:pt x="582164" y="71577"/>
                  </a:cubicBezTo>
                  <a:cubicBezTo>
                    <a:pt x="584358" y="71577"/>
                    <a:pt x="584358" y="71577"/>
                    <a:pt x="586257" y="71251"/>
                  </a:cubicBezTo>
                  <a:cubicBezTo>
                    <a:pt x="586503" y="70515"/>
                    <a:pt x="586748" y="69778"/>
                    <a:pt x="587001" y="69019"/>
                  </a:cubicBezTo>
                  <a:cubicBezTo>
                    <a:pt x="589353" y="68638"/>
                    <a:pt x="589353" y="68638"/>
                    <a:pt x="592257" y="68507"/>
                  </a:cubicBezTo>
                  <a:cubicBezTo>
                    <a:pt x="593217" y="68458"/>
                    <a:pt x="594177" y="68409"/>
                    <a:pt x="595166" y="68359"/>
                  </a:cubicBezTo>
                  <a:cubicBezTo>
                    <a:pt x="596282" y="68317"/>
                    <a:pt x="596282" y="68317"/>
                    <a:pt x="597419" y="68275"/>
                  </a:cubicBezTo>
                  <a:cubicBezTo>
                    <a:pt x="597419" y="67292"/>
                    <a:pt x="597419" y="66310"/>
                    <a:pt x="597419" y="65298"/>
                  </a:cubicBezTo>
                  <a:cubicBezTo>
                    <a:pt x="598100" y="65279"/>
                    <a:pt x="598781" y="65260"/>
                    <a:pt x="599483" y="65240"/>
                  </a:cubicBezTo>
                  <a:cubicBezTo>
                    <a:pt x="600810" y="65177"/>
                    <a:pt x="600810" y="65177"/>
                    <a:pt x="602163" y="65112"/>
                  </a:cubicBezTo>
                  <a:cubicBezTo>
                    <a:pt x="603044" y="65078"/>
                    <a:pt x="603924" y="65043"/>
                    <a:pt x="604832" y="65007"/>
                  </a:cubicBezTo>
                  <a:cubicBezTo>
                    <a:pt x="605578" y="64858"/>
                    <a:pt x="606324" y="64708"/>
                    <a:pt x="607093" y="64554"/>
                  </a:cubicBezTo>
                  <a:cubicBezTo>
                    <a:pt x="607450" y="63806"/>
                    <a:pt x="607450" y="63806"/>
                    <a:pt x="607814" y="63042"/>
                  </a:cubicBezTo>
                  <a:cubicBezTo>
                    <a:pt x="608067" y="62559"/>
                    <a:pt x="608320" y="62076"/>
                    <a:pt x="608581" y="61577"/>
                  </a:cubicBezTo>
                  <a:cubicBezTo>
                    <a:pt x="611006" y="61287"/>
                    <a:pt x="611006" y="61287"/>
                    <a:pt x="613883" y="61391"/>
                  </a:cubicBezTo>
                  <a:cubicBezTo>
                    <a:pt x="614837" y="61418"/>
                    <a:pt x="615790" y="61445"/>
                    <a:pt x="616773" y="61473"/>
                  </a:cubicBezTo>
                  <a:cubicBezTo>
                    <a:pt x="617507" y="61507"/>
                    <a:pt x="618242" y="61542"/>
                    <a:pt x="618999" y="61577"/>
                  </a:cubicBezTo>
                  <a:cubicBezTo>
                    <a:pt x="618999" y="60595"/>
                    <a:pt x="618999" y="59613"/>
                    <a:pt x="618999" y="58601"/>
                  </a:cubicBezTo>
                  <a:cubicBezTo>
                    <a:pt x="619743" y="58644"/>
                    <a:pt x="620486" y="58687"/>
                    <a:pt x="621252" y="58732"/>
                  </a:cubicBezTo>
                  <a:cubicBezTo>
                    <a:pt x="622692" y="58782"/>
                    <a:pt x="622692" y="58782"/>
                    <a:pt x="624162" y="58833"/>
                  </a:cubicBezTo>
                  <a:cubicBezTo>
                    <a:pt x="625120" y="58877"/>
                    <a:pt x="626078" y="58920"/>
                    <a:pt x="627066" y="58964"/>
                  </a:cubicBezTo>
                  <a:cubicBezTo>
                    <a:pt x="628230" y="58784"/>
                    <a:pt x="628230" y="58784"/>
                    <a:pt x="629417" y="58601"/>
                  </a:cubicBezTo>
                  <a:cubicBezTo>
                    <a:pt x="629540" y="57987"/>
                    <a:pt x="629663" y="57373"/>
                    <a:pt x="629789" y="56741"/>
                  </a:cubicBezTo>
                  <a:cubicBezTo>
                    <a:pt x="629912" y="56127"/>
                    <a:pt x="630035" y="55513"/>
                    <a:pt x="630161" y="54880"/>
                  </a:cubicBezTo>
                  <a:cubicBezTo>
                    <a:pt x="632513" y="54517"/>
                    <a:pt x="632513" y="54517"/>
                    <a:pt x="635417" y="54648"/>
                  </a:cubicBezTo>
                  <a:cubicBezTo>
                    <a:pt x="636857" y="54698"/>
                    <a:pt x="636857" y="54698"/>
                    <a:pt x="638327" y="54749"/>
                  </a:cubicBezTo>
                  <a:cubicBezTo>
                    <a:pt x="639070" y="54793"/>
                    <a:pt x="639813" y="54836"/>
                    <a:pt x="640579" y="54880"/>
                  </a:cubicBezTo>
                  <a:cubicBezTo>
                    <a:pt x="640579" y="53898"/>
                    <a:pt x="640579" y="52916"/>
                    <a:pt x="640579" y="51904"/>
                  </a:cubicBezTo>
                  <a:cubicBezTo>
                    <a:pt x="641323" y="51884"/>
                    <a:pt x="642066" y="51865"/>
                    <a:pt x="642832" y="51846"/>
                  </a:cubicBezTo>
                  <a:cubicBezTo>
                    <a:pt x="643792" y="51803"/>
                    <a:pt x="644753" y="51761"/>
                    <a:pt x="645742" y="51718"/>
                  </a:cubicBezTo>
                  <a:cubicBezTo>
                    <a:pt x="646700" y="51683"/>
                    <a:pt x="647658" y="51649"/>
                    <a:pt x="648646" y="51613"/>
                  </a:cubicBezTo>
                  <a:cubicBezTo>
                    <a:pt x="649810" y="51388"/>
                    <a:pt x="649810" y="51388"/>
                    <a:pt x="650997" y="51160"/>
                  </a:cubicBezTo>
                  <a:cubicBezTo>
                    <a:pt x="651164" y="50417"/>
                    <a:pt x="651164" y="50417"/>
                    <a:pt x="651335" y="49660"/>
                  </a:cubicBezTo>
                  <a:cubicBezTo>
                    <a:pt x="651469" y="49172"/>
                    <a:pt x="651603" y="48685"/>
                    <a:pt x="651742" y="48183"/>
                  </a:cubicBezTo>
                  <a:cubicBezTo>
                    <a:pt x="654268" y="47840"/>
                    <a:pt x="656648" y="47806"/>
                    <a:pt x="659190" y="47820"/>
                  </a:cubicBezTo>
                  <a:cubicBezTo>
                    <a:pt x="662558" y="47780"/>
                    <a:pt x="662558" y="47780"/>
                    <a:pt x="665255" y="45936"/>
                  </a:cubicBezTo>
                  <a:cubicBezTo>
                    <a:pt x="665933" y="45206"/>
                    <a:pt x="665933" y="45206"/>
                    <a:pt x="666624" y="44462"/>
                  </a:cubicBezTo>
                  <a:cubicBezTo>
                    <a:pt x="668653" y="44198"/>
                    <a:pt x="668653" y="44198"/>
                    <a:pt x="670810" y="44323"/>
                  </a:cubicBezTo>
                  <a:cubicBezTo>
                    <a:pt x="673664" y="44562"/>
                    <a:pt x="673664" y="44562"/>
                    <a:pt x="676298" y="43718"/>
                  </a:cubicBezTo>
                  <a:cubicBezTo>
                    <a:pt x="676298" y="42981"/>
                    <a:pt x="676298" y="42245"/>
                    <a:pt x="676298" y="41486"/>
                  </a:cubicBezTo>
                  <a:cubicBezTo>
                    <a:pt x="677655" y="41457"/>
                    <a:pt x="677655" y="41457"/>
                    <a:pt x="679039" y="41428"/>
                  </a:cubicBezTo>
                  <a:cubicBezTo>
                    <a:pt x="680218" y="41386"/>
                    <a:pt x="681398" y="41343"/>
                    <a:pt x="682577" y="41300"/>
                  </a:cubicBezTo>
                  <a:cubicBezTo>
                    <a:pt x="683473" y="41284"/>
                    <a:pt x="683473" y="41284"/>
                    <a:pt x="684386" y="41268"/>
                  </a:cubicBezTo>
                  <a:cubicBezTo>
                    <a:pt x="686304" y="41220"/>
                    <a:pt x="686304" y="41220"/>
                    <a:pt x="688949" y="40742"/>
                  </a:cubicBezTo>
                  <a:cubicBezTo>
                    <a:pt x="689069" y="40249"/>
                    <a:pt x="689188" y="39756"/>
                    <a:pt x="689312" y="39248"/>
                  </a:cubicBezTo>
                  <a:cubicBezTo>
                    <a:pt x="689500" y="38514"/>
                    <a:pt x="689500" y="38514"/>
                    <a:pt x="689693" y="37765"/>
                  </a:cubicBezTo>
                  <a:cubicBezTo>
                    <a:pt x="690995" y="37394"/>
                    <a:pt x="690995" y="37394"/>
                    <a:pt x="692669" y="37390"/>
                  </a:cubicBezTo>
                  <a:cubicBezTo>
                    <a:pt x="693567" y="37369"/>
                    <a:pt x="693567" y="37369"/>
                    <a:pt x="694483" y="37348"/>
                  </a:cubicBezTo>
                  <a:cubicBezTo>
                    <a:pt x="695112" y="37347"/>
                    <a:pt x="695742" y="37347"/>
                    <a:pt x="696390" y="37346"/>
                  </a:cubicBezTo>
                  <a:cubicBezTo>
                    <a:pt x="697630" y="37340"/>
                    <a:pt x="698871" y="37324"/>
                    <a:pt x="700111" y="37297"/>
                  </a:cubicBezTo>
                  <a:cubicBezTo>
                    <a:pt x="700663" y="37296"/>
                    <a:pt x="701216" y="37296"/>
                    <a:pt x="701785" y="37295"/>
                  </a:cubicBezTo>
                  <a:cubicBezTo>
                    <a:pt x="702215" y="37205"/>
                    <a:pt x="702644" y="37114"/>
                    <a:pt x="703087" y="37021"/>
                  </a:cubicBezTo>
                  <a:cubicBezTo>
                    <a:pt x="703333" y="36284"/>
                    <a:pt x="703578" y="35547"/>
                    <a:pt x="703831" y="34788"/>
                  </a:cubicBezTo>
                  <a:cubicBezTo>
                    <a:pt x="705968" y="34517"/>
                    <a:pt x="707966" y="34372"/>
                    <a:pt x="710110" y="34323"/>
                  </a:cubicBezTo>
                  <a:cubicBezTo>
                    <a:pt x="714164" y="34377"/>
                    <a:pt x="714164" y="34377"/>
                    <a:pt x="717970" y="33300"/>
                  </a:cubicBezTo>
                  <a:cubicBezTo>
                    <a:pt x="717970" y="32563"/>
                    <a:pt x="717970" y="31827"/>
                    <a:pt x="717970" y="31068"/>
                  </a:cubicBezTo>
                  <a:cubicBezTo>
                    <a:pt x="718417" y="31057"/>
                    <a:pt x="718864" y="31046"/>
                    <a:pt x="719324" y="31035"/>
                  </a:cubicBezTo>
                  <a:cubicBezTo>
                    <a:pt x="721338" y="30980"/>
                    <a:pt x="723351" y="30908"/>
                    <a:pt x="725365" y="30835"/>
                  </a:cubicBezTo>
                  <a:cubicBezTo>
                    <a:pt x="726069" y="30818"/>
                    <a:pt x="726772" y="30802"/>
                    <a:pt x="727497" y="30784"/>
                  </a:cubicBezTo>
                  <a:cubicBezTo>
                    <a:pt x="728166" y="30758"/>
                    <a:pt x="728835" y="30732"/>
                    <a:pt x="729525" y="30704"/>
                  </a:cubicBezTo>
                  <a:cubicBezTo>
                    <a:pt x="730144" y="30685"/>
                    <a:pt x="730764" y="30665"/>
                    <a:pt x="731402" y="30645"/>
                  </a:cubicBezTo>
                  <a:cubicBezTo>
                    <a:pt x="731881" y="30539"/>
                    <a:pt x="732360" y="30433"/>
                    <a:pt x="732853" y="30324"/>
                  </a:cubicBezTo>
                  <a:cubicBezTo>
                    <a:pt x="733098" y="29587"/>
                    <a:pt x="733344" y="28850"/>
                    <a:pt x="733597" y="28091"/>
                  </a:cubicBezTo>
                  <a:cubicBezTo>
                    <a:pt x="735691" y="27797"/>
                    <a:pt x="737633" y="27640"/>
                    <a:pt x="739736" y="27580"/>
                  </a:cubicBezTo>
                  <a:cubicBezTo>
                    <a:pt x="740305" y="27554"/>
                    <a:pt x="740874" y="27529"/>
                    <a:pt x="741460" y="27503"/>
                  </a:cubicBezTo>
                  <a:cubicBezTo>
                    <a:pt x="744297" y="27382"/>
                    <a:pt x="747128" y="27319"/>
                    <a:pt x="749968" y="27347"/>
                  </a:cubicBezTo>
                  <a:cubicBezTo>
                    <a:pt x="749968" y="26365"/>
                    <a:pt x="749968" y="25382"/>
                    <a:pt x="749968" y="24370"/>
                  </a:cubicBezTo>
                  <a:cubicBezTo>
                    <a:pt x="750434" y="24363"/>
                    <a:pt x="750899" y="24357"/>
                    <a:pt x="751379" y="24349"/>
                  </a:cubicBezTo>
                  <a:cubicBezTo>
                    <a:pt x="753483" y="24309"/>
                    <a:pt x="755585" y="24247"/>
                    <a:pt x="757689" y="24184"/>
                  </a:cubicBezTo>
                  <a:cubicBezTo>
                    <a:pt x="758421" y="24174"/>
                    <a:pt x="759154" y="24163"/>
                    <a:pt x="759909" y="24152"/>
                  </a:cubicBezTo>
                  <a:cubicBezTo>
                    <a:pt x="760610" y="24128"/>
                    <a:pt x="761310" y="24104"/>
                    <a:pt x="762031" y="24080"/>
                  </a:cubicBezTo>
                  <a:cubicBezTo>
                    <a:pt x="762678" y="24064"/>
                    <a:pt x="763325" y="24049"/>
                    <a:pt x="763992" y="24033"/>
                  </a:cubicBezTo>
                  <a:cubicBezTo>
                    <a:pt x="764785" y="23831"/>
                    <a:pt x="764785" y="23831"/>
                    <a:pt x="765595" y="23626"/>
                  </a:cubicBezTo>
                  <a:cubicBezTo>
                    <a:pt x="765827" y="23132"/>
                    <a:pt x="766059" y="22637"/>
                    <a:pt x="766298" y="22128"/>
                  </a:cubicBezTo>
                  <a:cubicBezTo>
                    <a:pt x="766557" y="21640"/>
                    <a:pt x="766816" y="21152"/>
                    <a:pt x="767083" y="20650"/>
                  </a:cubicBezTo>
                  <a:cubicBezTo>
                    <a:pt x="768960" y="20312"/>
                    <a:pt x="768960" y="20312"/>
                    <a:pt x="771298" y="20359"/>
                  </a:cubicBezTo>
                  <a:cubicBezTo>
                    <a:pt x="772133" y="20369"/>
                    <a:pt x="772967" y="20378"/>
                    <a:pt x="773827" y="20388"/>
                  </a:cubicBezTo>
                  <a:cubicBezTo>
                    <a:pt x="775139" y="20426"/>
                    <a:pt x="775139" y="20426"/>
                    <a:pt x="776478" y="20464"/>
                  </a:cubicBezTo>
                  <a:cubicBezTo>
                    <a:pt x="777799" y="20484"/>
                    <a:pt x="777799" y="20484"/>
                    <a:pt x="779147" y="20504"/>
                  </a:cubicBezTo>
                  <a:cubicBezTo>
                    <a:pt x="781327" y="20540"/>
                    <a:pt x="783507" y="20589"/>
                    <a:pt x="785687" y="20650"/>
                  </a:cubicBezTo>
                  <a:cubicBezTo>
                    <a:pt x="785687" y="19667"/>
                    <a:pt x="785687" y="18685"/>
                    <a:pt x="785687" y="17673"/>
                  </a:cubicBezTo>
                  <a:cubicBezTo>
                    <a:pt x="786265" y="17655"/>
                    <a:pt x="786843" y="17636"/>
                    <a:pt x="787439" y="17617"/>
                  </a:cubicBezTo>
                  <a:cubicBezTo>
                    <a:pt x="790049" y="17531"/>
                    <a:pt x="792658" y="17439"/>
                    <a:pt x="795268" y="17348"/>
                  </a:cubicBezTo>
                  <a:cubicBezTo>
                    <a:pt x="796178" y="17318"/>
                    <a:pt x="797088" y="17289"/>
                    <a:pt x="798026" y="17259"/>
                  </a:cubicBezTo>
                  <a:cubicBezTo>
                    <a:pt x="799328" y="17212"/>
                    <a:pt x="799328" y="17212"/>
                    <a:pt x="800657" y="17164"/>
                  </a:cubicBezTo>
                  <a:cubicBezTo>
                    <a:pt x="801460" y="17137"/>
                    <a:pt x="802262" y="17110"/>
                    <a:pt x="803089" y="17082"/>
                  </a:cubicBezTo>
                  <a:cubicBezTo>
                    <a:pt x="805020" y="17053"/>
                    <a:pt x="805020" y="17053"/>
                    <a:pt x="806523" y="16185"/>
                  </a:cubicBezTo>
                  <a:cubicBezTo>
                    <a:pt x="806523" y="15448"/>
                    <a:pt x="806523" y="14711"/>
                    <a:pt x="806523" y="13952"/>
                  </a:cubicBezTo>
                  <a:cubicBezTo>
                    <a:pt x="807195" y="13942"/>
                    <a:pt x="807867" y="13931"/>
                    <a:pt x="808560" y="13920"/>
                  </a:cubicBezTo>
                  <a:cubicBezTo>
                    <a:pt x="811047" y="13874"/>
                    <a:pt x="813533" y="13819"/>
                    <a:pt x="816020" y="13757"/>
                  </a:cubicBezTo>
                  <a:cubicBezTo>
                    <a:pt x="817097" y="13732"/>
                    <a:pt x="818175" y="13712"/>
                    <a:pt x="819253" y="13695"/>
                  </a:cubicBezTo>
                  <a:cubicBezTo>
                    <a:pt x="820799" y="13670"/>
                    <a:pt x="822345" y="13631"/>
                    <a:pt x="823891" y="13589"/>
                  </a:cubicBezTo>
                  <a:cubicBezTo>
                    <a:pt x="825288" y="13560"/>
                    <a:pt x="825288" y="13560"/>
                    <a:pt x="826713" y="13530"/>
                  </a:cubicBezTo>
                  <a:cubicBezTo>
                    <a:pt x="827417" y="13424"/>
                    <a:pt x="828121" y="13318"/>
                    <a:pt x="828847" y="13208"/>
                  </a:cubicBezTo>
                  <a:cubicBezTo>
                    <a:pt x="829093" y="12472"/>
                    <a:pt x="829338" y="11735"/>
                    <a:pt x="829591" y="10976"/>
                  </a:cubicBezTo>
                  <a:cubicBezTo>
                    <a:pt x="831550" y="10728"/>
                    <a:pt x="833344" y="10630"/>
                    <a:pt x="835309" y="10621"/>
                  </a:cubicBezTo>
                  <a:cubicBezTo>
                    <a:pt x="835882" y="10610"/>
                    <a:pt x="836456" y="10598"/>
                    <a:pt x="837047" y="10586"/>
                  </a:cubicBezTo>
                  <a:cubicBezTo>
                    <a:pt x="838887" y="10551"/>
                    <a:pt x="840727" y="10530"/>
                    <a:pt x="842567" y="10511"/>
                  </a:cubicBezTo>
                  <a:cubicBezTo>
                    <a:pt x="844405" y="10484"/>
                    <a:pt x="846242" y="10453"/>
                    <a:pt x="848079" y="10420"/>
                  </a:cubicBezTo>
                  <a:cubicBezTo>
                    <a:pt x="849225" y="10399"/>
                    <a:pt x="850370" y="10383"/>
                    <a:pt x="851516" y="10372"/>
                  </a:cubicBezTo>
                  <a:cubicBezTo>
                    <a:pt x="854415" y="10385"/>
                    <a:pt x="854415" y="10385"/>
                    <a:pt x="857124" y="9488"/>
                  </a:cubicBezTo>
                  <a:cubicBezTo>
                    <a:pt x="857370" y="8751"/>
                    <a:pt x="857615" y="8014"/>
                    <a:pt x="857868" y="7255"/>
                  </a:cubicBezTo>
                  <a:cubicBezTo>
                    <a:pt x="859224" y="6979"/>
                    <a:pt x="859224" y="6979"/>
                    <a:pt x="861015" y="6981"/>
                  </a:cubicBezTo>
                  <a:cubicBezTo>
                    <a:pt x="861683" y="6976"/>
                    <a:pt x="862351" y="6970"/>
                    <a:pt x="863039" y="6965"/>
                  </a:cubicBezTo>
                  <a:cubicBezTo>
                    <a:pt x="864129" y="6972"/>
                    <a:pt x="864129" y="6972"/>
                    <a:pt x="865240" y="6979"/>
                  </a:cubicBezTo>
                  <a:cubicBezTo>
                    <a:pt x="866760" y="6966"/>
                    <a:pt x="868281" y="6953"/>
                    <a:pt x="869801" y="6940"/>
                  </a:cubicBezTo>
                  <a:cubicBezTo>
                    <a:pt x="872211" y="6932"/>
                    <a:pt x="874622" y="6930"/>
                    <a:pt x="877033" y="6931"/>
                  </a:cubicBezTo>
                  <a:cubicBezTo>
                    <a:pt x="879350" y="6928"/>
                    <a:pt x="881666" y="6908"/>
                    <a:pt x="883983" y="6886"/>
                  </a:cubicBezTo>
                  <a:cubicBezTo>
                    <a:pt x="884709" y="6892"/>
                    <a:pt x="885436" y="6898"/>
                    <a:pt x="886184" y="6904"/>
                  </a:cubicBezTo>
                  <a:cubicBezTo>
                    <a:pt x="886852" y="6897"/>
                    <a:pt x="887520" y="6890"/>
                    <a:pt x="888208" y="6882"/>
                  </a:cubicBezTo>
                  <a:cubicBezTo>
                    <a:pt x="889095" y="6882"/>
                    <a:pt x="889095" y="6882"/>
                    <a:pt x="889999" y="6882"/>
                  </a:cubicBezTo>
                  <a:cubicBezTo>
                    <a:pt x="890446" y="6760"/>
                    <a:pt x="890894" y="6637"/>
                    <a:pt x="891355" y="6511"/>
                  </a:cubicBezTo>
                  <a:cubicBezTo>
                    <a:pt x="891438" y="6021"/>
                    <a:pt x="891521" y="5530"/>
                    <a:pt x="891607" y="5025"/>
                  </a:cubicBezTo>
                  <a:cubicBezTo>
                    <a:pt x="891769" y="4533"/>
                    <a:pt x="891932" y="4041"/>
                    <a:pt x="892099" y="3535"/>
                  </a:cubicBezTo>
                  <a:cubicBezTo>
                    <a:pt x="894251" y="3148"/>
                    <a:pt x="894251" y="3148"/>
                    <a:pt x="897170" y="3128"/>
                  </a:cubicBezTo>
                  <a:cubicBezTo>
                    <a:pt x="897700" y="3121"/>
                    <a:pt x="898230" y="3113"/>
                    <a:pt x="898776" y="3105"/>
                  </a:cubicBezTo>
                  <a:cubicBezTo>
                    <a:pt x="900536" y="3083"/>
                    <a:pt x="902295" y="3082"/>
                    <a:pt x="904055" y="3081"/>
                  </a:cubicBezTo>
                  <a:cubicBezTo>
                    <a:pt x="905271" y="3070"/>
                    <a:pt x="906488" y="3057"/>
                    <a:pt x="907705" y="3044"/>
                  </a:cubicBezTo>
                  <a:cubicBezTo>
                    <a:pt x="910914" y="3011"/>
                    <a:pt x="914123" y="2996"/>
                    <a:pt x="917332" y="2985"/>
                  </a:cubicBezTo>
                  <a:cubicBezTo>
                    <a:pt x="920604" y="2971"/>
                    <a:pt x="923876" y="2939"/>
                    <a:pt x="927148" y="2910"/>
                  </a:cubicBezTo>
                  <a:cubicBezTo>
                    <a:pt x="933572" y="2853"/>
                    <a:pt x="939997" y="2816"/>
                    <a:pt x="946421" y="2790"/>
                  </a:cubicBezTo>
                  <a:cubicBezTo>
                    <a:pt x="946421" y="2054"/>
                    <a:pt x="946421" y="1317"/>
                    <a:pt x="946421" y="558"/>
                  </a:cubicBezTo>
                  <a:close/>
                </a:path>
              </a:pathLst>
            </a:custGeom>
            <a:grpFill/>
            <a:ln w="744" cap="flat">
              <a:noFill/>
              <a:prstDash val="solid"/>
              <a:miter/>
            </a:ln>
          </p:spPr>
          <p:txBody>
            <a:bodyPr rtlCol="0" anchor="ctr"/>
            <a:lstStyle/>
            <a:p>
              <a:endParaRPr lang="zh-CN" altLang="en-US"/>
            </a:p>
          </p:txBody>
        </p:sp>
        <p:sp>
          <p:nvSpPr>
            <p:cNvPr id="133" name="任意多边形: 形状 132"/>
            <p:cNvSpPr/>
            <p:nvPr/>
          </p:nvSpPr>
          <p:spPr>
            <a:xfrm>
              <a:off x="4078981" y="609990"/>
              <a:ext cx="328946" cy="1012478"/>
            </a:xfrm>
            <a:custGeom>
              <a:avLst/>
              <a:gdLst>
                <a:gd name="connsiteX0" fmla="*/ 243215 w 328950"/>
                <a:gd name="connsiteY0" fmla="*/ 92159 h 1012446"/>
                <a:gd name="connsiteX1" fmla="*/ 241287 w 328950"/>
                <a:gd name="connsiteY1" fmla="*/ 92175 h 1012446"/>
                <a:gd name="connsiteX2" fmla="*/ 234779 w 328950"/>
                <a:gd name="connsiteY2" fmla="*/ 92205 h 1012446"/>
                <a:gd name="connsiteX3" fmla="*/ 229997 w 328950"/>
                <a:gd name="connsiteY3" fmla="*/ 92231 h 1012446"/>
                <a:gd name="connsiteX4" fmla="*/ 216997 w 328950"/>
                <a:gd name="connsiteY4" fmla="*/ 92295 h 1012446"/>
                <a:gd name="connsiteX5" fmla="*/ 203173 w 328950"/>
                <a:gd name="connsiteY5" fmla="*/ 92366 h 1012446"/>
                <a:gd name="connsiteX6" fmla="*/ 178570 w 328950"/>
                <a:gd name="connsiteY6" fmla="*/ 92490 h 1012446"/>
                <a:gd name="connsiteX7" fmla="*/ 154582 w 328950"/>
                <a:gd name="connsiteY7" fmla="*/ 92614 h 1012446"/>
                <a:gd name="connsiteX8" fmla="*/ 153086 w 328950"/>
                <a:gd name="connsiteY8" fmla="*/ 92621 h 1012446"/>
                <a:gd name="connsiteX9" fmla="*/ 147130 w 328950"/>
                <a:gd name="connsiteY9" fmla="*/ 92650 h 1012446"/>
                <a:gd name="connsiteX10" fmla="*/ 82628 w 328950"/>
                <a:gd name="connsiteY10" fmla="*/ 92980 h 1012446"/>
                <a:gd name="connsiteX11" fmla="*/ 82617 w 328950"/>
                <a:gd name="connsiteY11" fmla="*/ 167358 h 1012446"/>
                <a:gd name="connsiteX12" fmla="*/ 82616 w 328950"/>
                <a:gd name="connsiteY12" fmla="*/ 168860 h 1012446"/>
                <a:gd name="connsiteX13" fmla="*/ 82597 w 328950"/>
                <a:gd name="connsiteY13" fmla="*/ 327643 h 1012446"/>
                <a:gd name="connsiteX14" fmla="*/ 82596 w 328950"/>
                <a:gd name="connsiteY14" fmla="*/ 331170 h 1012446"/>
                <a:gd name="connsiteX15" fmla="*/ 82590 w 328950"/>
                <a:gd name="connsiteY15" fmla="*/ 405209 h 1012446"/>
                <a:gd name="connsiteX16" fmla="*/ 82588 w 328950"/>
                <a:gd name="connsiteY16" fmla="*/ 442418 h 1012446"/>
                <a:gd name="connsiteX17" fmla="*/ 82587 w 328950"/>
                <a:gd name="connsiteY17" fmla="*/ 448033 h 1012446"/>
                <a:gd name="connsiteX18" fmla="*/ 82577 w 328950"/>
                <a:gd name="connsiteY18" fmla="*/ 534543 h 1012446"/>
                <a:gd name="connsiteX19" fmla="*/ 82577 w 328950"/>
                <a:gd name="connsiteY19" fmla="*/ 536424 h 1012446"/>
                <a:gd name="connsiteX20" fmla="*/ 82572 w 328950"/>
                <a:gd name="connsiteY20" fmla="*/ 566443 h 1012446"/>
                <a:gd name="connsiteX21" fmla="*/ 82560 w 328950"/>
                <a:gd name="connsiteY21" fmla="*/ 652923 h 1012446"/>
                <a:gd name="connsiteX22" fmla="*/ 82560 w 328950"/>
                <a:gd name="connsiteY22" fmla="*/ 654717 h 1012446"/>
                <a:gd name="connsiteX23" fmla="*/ 82558 w 328950"/>
                <a:gd name="connsiteY23" fmla="*/ 693732 h 1012446"/>
                <a:gd name="connsiteX24" fmla="*/ 82558 w 328950"/>
                <a:gd name="connsiteY24" fmla="*/ 709425 h 1012446"/>
                <a:gd name="connsiteX25" fmla="*/ 82558 w 328950"/>
                <a:gd name="connsiteY25" fmla="*/ 711161 h 1012446"/>
                <a:gd name="connsiteX26" fmla="*/ 82549 w 328950"/>
                <a:gd name="connsiteY26" fmla="*/ 766533 h 1012446"/>
                <a:gd name="connsiteX27" fmla="*/ 82543 w 328950"/>
                <a:gd name="connsiteY27" fmla="*/ 822428 h 1012446"/>
                <a:gd name="connsiteX28" fmla="*/ 82544 w 328950"/>
                <a:gd name="connsiteY28" fmla="*/ 830142 h 1012446"/>
                <a:gd name="connsiteX29" fmla="*/ 82544 w 328950"/>
                <a:gd name="connsiteY29" fmla="*/ 831670 h 1012446"/>
                <a:gd name="connsiteX30" fmla="*/ 82539 w 328950"/>
                <a:gd name="connsiteY30" fmla="*/ 855662 h 1012446"/>
                <a:gd name="connsiteX31" fmla="*/ 82537 w 328950"/>
                <a:gd name="connsiteY31" fmla="*/ 878012 h 1012446"/>
                <a:gd name="connsiteX32" fmla="*/ 82537 w 328950"/>
                <a:gd name="connsiteY32" fmla="*/ 890744 h 1012446"/>
                <a:gd name="connsiteX33" fmla="*/ 82534 w 328950"/>
                <a:gd name="connsiteY33" fmla="*/ 902485 h 1012446"/>
                <a:gd name="connsiteX34" fmla="*/ 82537 w 328950"/>
                <a:gd name="connsiteY34" fmla="*/ 906717 h 1012446"/>
                <a:gd name="connsiteX35" fmla="*/ 82533 w 328950"/>
                <a:gd name="connsiteY35" fmla="*/ 912584 h 1012446"/>
                <a:gd name="connsiteX36" fmla="*/ 82536 w 328950"/>
                <a:gd name="connsiteY36" fmla="*/ 914327 h 1012446"/>
                <a:gd name="connsiteX37" fmla="*/ 82628 w 328950"/>
                <a:gd name="connsiteY37" fmla="*/ 919720 h 1012446"/>
                <a:gd name="connsiteX38" fmla="*/ 87743 w 328950"/>
                <a:gd name="connsiteY38" fmla="*/ 920557 h 1012446"/>
                <a:gd name="connsiteX39" fmla="*/ 89662 w 328950"/>
                <a:gd name="connsiteY39" fmla="*/ 920549 h 1012446"/>
                <a:gd name="connsiteX40" fmla="*/ 96098 w 328950"/>
                <a:gd name="connsiteY40" fmla="*/ 920543 h 1012446"/>
                <a:gd name="connsiteX41" fmla="*/ 100835 w 328950"/>
                <a:gd name="connsiteY41" fmla="*/ 920535 h 1012446"/>
                <a:gd name="connsiteX42" fmla="*/ 111006 w 328950"/>
                <a:gd name="connsiteY42" fmla="*/ 920525 h 1012446"/>
                <a:gd name="connsiteX43" fmla="*/ 127395 w 328950"/>
                <a:gd name="connsiteY43" fmla="*/ 920504 h 1012446"/>
                <a:gd name="connsiteX44" fmla="*/ 163646 w 328950"/>
                <a:gd name="connsiteY44" fmla="*/ 920466 h 1012446"/>
                <a:gd name="connsiteX45" fmla="*/ 200083 w 328950"/>
                <a:gd name="connsiteY45" fmla="*/ 920426 h 1012446"/>
                <a:gd name="connsiteX46" fmla="*/ 216551 w 328950"/>
                <a:gd name="connsiteY46" fmla="*/ 920408 h 1012446"/>
                <a:gd name="connsiteX47" fmla="*/ 226977 w 328950"/>
                <a:gd name="connsiteY47" fmla="*/ 920395 h 1012446"/>
                <a:gd name="connsiteX48" fmla="*/ 231813 w 328950"/>
                <a:gd name="connsiteY48" fmla="*/ 920392 h 1012446"/>
                <a:gd name="connsiteX49" fmla="*/ 238575 w 328950"/>
                <a:gd name="connsiteY49" fmla="*/ 920379 h 1012446"/>
                <a:gd name="connsiteX50" fmla="*/ 240605 w 328950"/>
                <a:gd name="connsiteY50" fmla="*/ 920380 h 1012446"/>
                <a:gd name="connsiteX51" fmla="*/ 247083 w 328950"/>
                <a:gd name="connsiteY51" fmla="*/ 920464 h 1012446"/>
                <a:gd name="connsiteX52" fmla="*/ 249316 w 328950"/>
                <a:gd name="connsiteY52" fmla="*/ 921208 h 1012446"/>
                <a:gd name="connsiteX53" fmla="*/ 250160 w 328950"/>
                <a:gd name="connsiteY53" fmla="*/ 915875 h 1012446"/>
                <a:gd name="connsiteX54" fmla="*/ 250155 w 328950"/>
                <a:gd name="connsiteY54" fmla="*/ 914235 h 1012446"/>
                <a:gd name="connsiteX55" fmla="*/ 250160 w 328950"/>
                <a:gd name="connsiteY55" fmla="*/ 908671 h 1012446"/>
                <a:gd name="connsiteX56" fmla="*/ 250159 w 328950"/>
                <a:gd name="connsiteY56" fmla="*/ 904541 h 1012446"/>
                <a:gd name="connsiteX57" fmla="*/ 250165 w 328950"/>
                <a:gd name="connsiteY57" fmla="*/ 893120 h 1012446"/>
                <a:gd name="connsiteX58" fmla="*/ 250169 w 328950"/>
                <a:gd name="connsiteY58" fmla="*/ 880539 h 1012446"/>
                <a:gd name="connsiteX59" fmla="*/ 250179 w 328950"/>
                <a:gd name="connsiteY59" fmla="*/ 855583 h 1012446"/>
                <a:gd name="connsiteX60" fmla="*/ 250184 w 328950"/>
                <a:gd name="connsiteY60" fmla="*/ 833122 h 1012446"/>
                <a:gd name="connsiteX61" fmla="*/ 250185 w 328950"/>
                <a:gd name="connsiteY61" fmla="*/ 831599 h 1012446"/>
                <a:gd name="connsiteX62" fmla="*/ 250188 w 328950"/>
                <a:gd name="connsiteY62" fmla="*/ 825458 h 1012446"/>
                <a:gd name="connsiteX63" fmla="*/ 250209 w 328950"/>
                <a:gd name="connsiteY63" fmla="*/ 752651 h 1012446"/>
                <a:gd name="connsiteX64" fmla="*/ 250216 w 328950"/>
                <a:gd name="connsiteY64" fmla="*/ 716314 h 1012446"/>
                <a:gd name="connsiteX65" fmla="*/ 250236 w 328950"/>
                <a:gd name="connsiteY65" fmla="*/ 599965 h 1012446"/>
                <a:gd name="connsiteX66" fmla="*/ 250237 w 328950"/>
                <a:gd name="connsiteY66" fmla="*/ 594400 h 1012446"/>
                <a:gd name="connsiteX67" fmla="*/ 250237 w 328950"/>
                <a:gd name="connsiteY67" fmla="*/ 583238 h 1012446"/>
                <a:gd name="connsiteX68" fmla="*/ 250238 w 328950"/>
                <a:gd name="connsiteY68" fmla="*/ 570169 h 1012446"/>
                <a:gd name="connsiteX69" fmla="*/ 250239 w 328950"/>
                <a:gd name="connsiteY69" fmla="*/ 566427 h 1012446"/>
                <a:gd name="connsiteX70" fmla="*/ 250269 w 328950"/>
                <a:gd name="connsiteY70" fmla="*/ 446176 h 1012446"/>
                <a:gd name="connsiteX71" fmla="*/ 250297 w 328950"/>
                <a:gd name="connsiteY71" fmla="*/ 359709 h 1012446"/>
                <a:gd name="connsiteX72" fmla="*/ 250297 w 328950"/>
                <a:gd name="connsiteY72" fmla="*/ 357915 h 1012446"/>
                <a:gd name="connsiteX73" fmla="*/ 250300 w 328950"/>
                <a:gd name="connsiteY73" fmla="*/ 318907 h 1012446"/>
                <a:gd name="connsiteX74" fmla="*/ 250300 w 328950"/>
                <a:gd name="connsiteY74" fmla="*/ 304954 h 1012446"/>
                <a:gd name="connsiteX75" fmla="*/ 250301 w 328950"/>
                <a:gd name="connsiteY75" fmla="*/ 301482 h 1012446"/>
                <a:gd name="connsiteX76" fmla="*/ 250319 w 328950"/>
                <a:gd name="connsiteY76" fmla="*/ 246122 h 1012446"/>
                <a:gd name="connsiteX77" fmla="*/ 250329 w 328950"/>
                <a:gd name="connsiteY77" fmla="*/ 190242 h 1012446"/>
                <a:gd name="connsiteX78" fmla="*/ 250326 w 328950"/>
                <a:gd name="connsiteY78" fmla="*/ 182531 h 1012446"/>
                <a:gd name="connsiteX79" fmla="*/ 250326 w 328950"/>
                <a:gd name="connsiteY79" fmla="*/ 181003 h 1012446"/>
                <a:gd name="connsiteX80" fmla="*/ 250336 w 328950"/>
                <a:gd name="connsiteY80" fmla="*/ 157018 h 1012446"/>
                <a:gd name="connsiteX81" fmla="*/ 250341 w 328950"/>
                <a:gd name="connsiteY81" fmla="*/ 134675 h 1012446"/>
                <a:gd name="connsiteX82" fmla="*/ 250337 w 328950"/>
                <a:gd name="connsiteY82" fmla="*/ 121947 h 1012446"/>
                <a:gd name="connsiteX83" fmla="*/ 250345 w 328950"/>
                <a:gd name="connsiteY83" fmla="*/ 110210 h 1012446"/>
                <a:gd name="connsiteX84" fmla="*/ 250337 w 328950"/>
                <a:gd name="connsiteY84" fmla="*/ 105979 h 1012446"/>
                <a:gd name="connsiteX85" fmla="*/ 250347 w 328950"/>
                <a:gd name="connsiteY85" fmla="*/ 100114 h 1012446"/>
                <a:gd name="connsiteX86" fmla="*/ 250338 w 328950"/>
                <a:gd name="connsiteY86" fmla="*/ 98372 h 1012446"/>
                <a:gd name="connsiteX87" fmla="*/ 250060 w 328950"/>
                <a:gd name="connsiteY87" fmla="*/ 92980 h 1012446"/>
                <a:gd name="connsiteX88" fmla="*/ 243215 w 328950"/>
                <a:gd name="connsiteY88" fmla="*/ 92159 h 1012446"/>
                <a:gd name="connsiteX89" fmla="*/ 50775 w 328950"/>
                <a:gd name="connsiteY89" fmla="*/ 8 h 1012446"/>
                <a:gd name="connsiteX90" fmla="*/ 59461 w 328950"/>
                <a:gd name="connsiteY90" fmla="*/ 21 h 1012446"/>
                <a:gd name="connsiteX91" fmla="*/ 68820 w 328950"/>
                <a:gd name="connsiteY91" fmla="*/ 12 h 1012446"/>
                <a:gd name="connsiteX92" fmla="*/ 87161 w 328950"/>
                <a:gd name="connsiteY92" fmla="*/ 26 h 1012446"/>
                <a:gd name="connsiteX93" fmla="*/ 108499 w 328950"/>
                <a:gd name="connsiteY93" fmla="*/ 41 h 1012446"/>
                <a:gd name="connsiteX94" fmla="*/ 146557 w 328950"/>
                <a:gd name="connsiteY94" fmla="*/ 82 h 1012446"/>
                <a:gd name="connsiteX95" fmla="*/ 183527 w 328950"/>
                <a:gd name="connsiteY95" fmla="*/ 113 h 1012446"/>
                <a:gd name="connsiteX96" fmla="*/ 223746 w 328950"/>
                <a:gd name="connsiteY96" fmla="*/ 121 h 1012446"/>
                <a:gd name="connsiteX97" fmla="*/ 228030 w 328950"/>
                <a:gd name="connsiteY97" fmla="*/ 126 h 1012446"/>
                <a:gd name="connsiteX98" fmla="*/ 230159 w 328950"/>
                <a:gd name="connsiteY98" fmla="*/ 129 h 1012446"/>
                <a:gd name="connsiteX99" fmla="*/ 245051 w 328950"/>
                <a:gd name="connsiteY99" fmla="*/ 131 h 1012446"/>
                <a:gd name="connsiteX100" fmla="*/ 263183 w 328950"/>
                <a:gd name="connsiteY100" fmla="*/ 158 h 1012446"/>
                <a:gd name="connsiteX101" fmla="*/ 272443 w 328950"/>
                <a:gd name="connsiteY101" fmla="*/ 168 h 1012446"/>
                <a:gd name="connsiteX102" fmla="*/ 280905 w 328950"/>
                <a:gd name="connsiteY102" fmla="*/ 188 h 1012446"/>
                <a:gd name="connsiteX103" fmla="*/ 283980 w 328950"/>
                <a:gd name="connsiteY103" fmla="*/ 186 h 1012446"/>
                <a:gd name="connsiteX104" fmla="*/ 288133 w 328950"/>
                <a:gd name="connsiteY104" fmla="*/ 204 h 1012446"/>
                <a:gd name="connsiteX105" fmla="*/ 290471 w 328950"/>
                <a:gd name="connsiteY105" fmla="*/ 208 h 1012446"/>
                <a:gd name="connsiteX106" fmla="*/ 292193 w 328950"/>
                <a:gd name="connsiteY106" fmla="*/ 583 h 1012446"/>
                <a:gd name="connsiteX107" fmla="*/ 292937 w 328950"/>
                <a:gd name="connsiteY107" fmla="*/ 3559 h 1012446"/>
                <a:gd name="connsiteX108" fmla="*/ 295170 w 328950"/>
                <a:gd name="connsiteY108" fmla="*/ 5048 h 1012446"/>
                <a:gd name="connsiteX109" fmla="*/ 295914 w 328950"/>
                <a:gd name="connsiteY109" fmla="*/ 7280 h 1012446"/>
                <a:gd name="connsiteX110" fmla="*/ 298146 w 328950"/>
                <a:gd name="connsiteY110" fmla="*/ 8768 h 1012446"/>
                <a:gd name="connsiteX111" fmla="*/ 298890 w 328950"/>
                <a:gd name="connsiteY111" fmla="*/ 11001 h 1012446"/>
                <a:gd name="connsiteX112" fmla="*/ 301123 w 328950"/>
                <a:gd name="connsiteY112" fmla="*/ 11745 h 1012446"/>
                <a:gd name="connsiteX113" fmla="*/ 301867 w 328950"/>
                <a:gd name="connsiteY113" fmla="*/ 13977 h 1012446"/>
                <a:gd name="connsiteX114" fmla="*/ 304099 w 328950"/>
                <a:gd name="connsiteY114" fmla="*/ 14721 h 1012446"/>
                <a:gd name="connsiteX115" fmla="*/ 304843 w 328950"/>
                <a:gd name="connsiteY115" fmla="*/ 17698 h 1012446"/>
                <a:gd name="connsiteX116" fmla="*/ 307076 w 328950"/>
                <a:gd name="connsiteY116" fmla="*/ 19930 h 1012446"/>
                <a:gd name="connsiteX117" fmla="*/ 307076 w 328950"/>
                <a:gd name="connsiteY117" fmla="*/ 21419 h 1012446"/>
                <a:gd name="connsiteX118" fmla="*/ 310052 w 328950"/>
                <a:gd name="connsiteY118" fmla="*/ 21419 h 1012446"/>
                <a:gd name="connsiteX119" fmla="*/ 313029 w 328950"/>
                <a:gd name="connsiteY119" fmla="*/ 27372 h 1012446"/>
                <a:gd name="connsiteX120" fmla="*/ 315261 w 328950"/>
                <a:gd name="connsiteY120" fmla="*/ 28116 h 1012446"/>
                <a:gd name="connsiteX121" fmla="*/ 316006 w 328950"/>
                <a:gd name="connsiteY121" fmla="*/ 30348 h 1012446"/>
                <a:gd name="connsiteX122" fmla="*/ 317866 w 328950"/>
                <a:gd name="connsiteY122" fmla="*/ 31418 h 1012446"/>
                <a:gd name="connsiteX123" fmla="*/ 320238 w 328950"/>
                <a:gd name="connsiteY123" fmla="*/ 34209 h 1012446"/>
                <a:gd name="connsiteX124" fmla="*/ 320470 w 328950"/>
                <a:gd name="connsiteY124" fmla="*/ 35557 h 1012446"/>
                <a:gd name="connsiteX125" fmla="*/ 321959 w 328950"/>
                <a:gd name="connsiteY125" fmla="*/ 35557 h 1012446"/>
                <a:gd name="connsiteX126" fmla="*/ 322284 w 328950"/>
                <a:gd name="connsiteY126" fmla="*/ 36999 h 1012446"/>
                <a:gd name="connsiteX127" fmla="*/ 322703 w 328950"/>
                <a:gd name="connsiteY127" fmla="*/ 38534 h 1012446"/>
                <a:gd name="connsiteX128" fmla="*/ 324935 w 328950"/>
                <a:gd name="connsiteY128" fmla="*/ 39278 h 1012446"/>
                <a:gd name="connsiteX129" fmla="*/ 325261 w 328950"/>
                <a:gd name="connsiteY129" fmla="*/ 40813 h 1012446"/>
                <a:gd name="connsiteX130" fmla="*/ 325679 w 328950"/>
                <a:gd name="connsiteY130" fmla="*/ 42255 h 1012446"/>
                <a:gd name="connsiteX131" fmla="*/ 328656 w 328950"/>
                <a:gd name="connsiteY131" fmla="*/ 42255 h 1012446"/>
                <a:gd name="connsiteX132" fmla="*/ 328691 w 328950"/>
                <a:gd name="connsiteY132" fmla="*/ 127425 h 1012446"/>
                <a:gd name="connsiteX133" fmla="*/ 328692 w 328950"/>
                <a:gd name="connsiteY133" fmla="*/ 129108 h 1012446"/>
                <a:gd name="connsiteX134" fmla="*/ 328750 w 328950"/>
                <a:gd name="connsiteY134" fmla="*/ 307625 h 1012446"/>
                <a:gd name="connsiteX135" fmla="*/ 328751 w 328950"/>
                <a:gd name="connsiteY135" fmla="*/ 311589 h 1012446"/>
                <a:gd name="connsiteX136" fmla="*/ 328770 w 328950"/>
                <a:gd name="connsiteY136" fmla="*/ 394784 h 1012446"/>
                <a:gd name="connsiteX137" fmla="*/ 328778 w 328950"/>
                <a:gd name="connsiteY137" fmla="*/ 436573 h 1012446"/>
                <a:gd name="connsiteX138" fmla="*/ 328779 w 328950"/>
                <a:gd name="connsiteY138" fmla="*/ 442877 h 1012446"/>
                <a:gd name="connsiteX139" fmla="*/ 328809 w 328950"/>
                <a:gd name="connsiteY139" fmla="*/ 539987 h 1012446"/>
                <a:gd name="connsiteX140" fmla="*/ 328810 w 328950"/>
                <a:gd name="connsiteY140" fmla="*/ 542098 h 1012446"/>
                <a:gd name="connsiteX141" fmla="*/ 328825 w 328950"/>
                <a:gd name="connsiteY141" fmla="*/ 575782 h 1012446"/>
                <a:gd name="connsiteX142" fmla="*/ 328859 w 328950"/>
                <a:gd name="connsiteY142" fmla="*/ 672764 h 1012446"/>
                <a:gd name="connsiteX143" fmla="*/ 328860 w 328950"/>
                <a:gd name="connsiteY143" fmla="*/ 674777 h 1012446"/>
                <a:gd name="connsiteX144" fmla="*/ 328866 w 328950"/>
                <a:gd name="connsiteY144" fmla="*/ 718518 h 1012446"/>
                <a:gd name="connsiteX145" fmla="*/ 328868 w 328950"/>
                <a:gd name="connsiteY145" fmla="*/ 736117 h 1012446"/>
                <a:gd name="connsiteX146" fmla="*/ 328868 w 328950"/>
                <a:gd name="connsiteY146" fmla="*/ 738062 h 1012446"/>
                <a:gd name="connsiteX147" fmla="*/ 328893 w 328950"/>
                <a:gd name="connsiteY147" fmla="*/ 800196 h 1012446"/>
                <a:gd name="connsiteX148" fmla="*/ 328910 w 328950"/>
                <a:gd name="connsiteY148" fmla="*/ 862749 h 1012446"/>
                <a:gd name="connsiteX149" fmla="*/ 328908 w 328950"/>
                <a:gd name="connsiteY149" fmla="*/ 871379 h 1012446"/>
                <a:gd name="connsiteX150" fmla="*/ 328908 w 328950"/>
                <a:gd name="connsiteY150" fmla="*/ 873088 h 1012446"/>
                <a:gd name="connsiteX151" fmla="*/ 328924 w 328950"/>
                <a:gd name="connsiteY151" fmla="*/ 899954 h 1012446"/>
                <a:gd name="connsiteX152" fmla="*/ 328928 w 328950"/>
                <a:gd name="connsiteY152" fmla="*/ 926326 h 1012446"/>
                <a:gd name="connsiteX153" fmla="*/ 328935 w 328950"/>
                <a:gd name="connsiteY153" fmla="*/ 940453 h 1012446"/>
                <a:gd name="connsiteX154" fmla="*/ 328933 w 328950"/>
                <a:gd name="connsiteY154" fmla="*/ 953273 h 1012446"/>
                <a:gd name="connsiteX155" fmla="*/ 328940 w 328950"/>
                <a:gd name="connsiteY155" fmla="*/ 957912 h 1012446"/>
                <a:gd name="connsiteX156" fmla="*/ 328933 w 328950"/>
                <a:gd name="connsiteY156" fmla="*/ 964155 h 1012446"/>
                <a:gd name="connsiteX157" fmla="*/ 328950 w 328950"/>
                <a:gd name="connsiteY157" fmla="*/ 966004 h 1012446"/>
                <a:gd name="connsiteX158" fmla="*/ 328656 w 328950"/>
                <a:gd name="connsiteY158" fmla="*/ 970198 h 1012446"/>
                <a:gd name="connsiteX159" fmla="*/ 326424 w 328950"/>
                <a:gd name="connsiteY159" fmla="*/ 970942 h 1012446"/>
                <a:gd name="connsiteX160" fmla="*/ 325772 w 328950"/>
                <a:gd name="connsiteY160" fmla="*/ 972244 h 1012446"/>
                <a:gd name="connsiteX161" fmla="*/ 323261 w 328950"/>
                <a:gd name="connsiteY161" fmla="*/ 975546 h 1012446"/>
                <a:gd name="connsiteX162" fmla="*/ 317886 w 328950"/>
                <a:gd name="connsiteY162" fmla="*/ 982857 h 1012446"/>
                <a:gd name="connsiteX163" fmla="*/ 313773 w 328950"/>
                <a:gd name="connsiteY163" fmla="*/ 985825 h 1012446"/>
                <a:gd name="connsiteX164" fmla="*/ 312285 w 328950"/>
                <a:gd name="connsiteY164" fmla="*/ 988801 h 1012446"/>
                <a:gd name="connsiteX165" fmla="*/ 308564 w 328950"/>
                <a:gd name="connsiteY165" fmla="*/ 992522 h 1012446"/>
                <a:gd name="connsiteX166" fmla="*/ 307076 w 328950"/>
                <a:gd name="connsiteY166" fmla="*/ 994754 h 1012446"/>
                <a:gd name="connsiteX167" fmla="*/ 304843 w 328950"/>
                <a:gd name="connsiteY167" fmla="*/ 995499 h 1012446"/>
                <a:gd name="connsiteX168" fmla="*/ 304471 w 328950"/>
                <a:gd name="connsiteY168" fmla="*/ 996987 h 1012446"/>
                <a:gd name="connsiteX169" fmla="*/ 304099 w 328950"/>
                <a:gd name="connsiteY169" fmla="*/ 998475 h 1012446"/>
                <a:gd name="connsiteX170" fmla="*/ 301867 w 328950"/>
                <a:gd name="connsiteY170" fmla="*/ 999219 h 1012446"/>
                <a:gd name="connsiteX171" fmla="*/ 301123 w 328950"/>
                <a:gd name="connsiteY171" fmla="*/ 1001452 h 1012446"/>
                <a:gd name="connsiteX172" fmla="*/ 297100 w 328950"/>
                <a:gd name="connsiteY172" fmla="*/ 1004800 h 1012446"/>
                <a:gd name="connsiteX173" fmla="*/ 295170 w 328950"/>
                <a:gd name="connsiteY173" fmla="*/ 1008149 h 1012446"/>
                <a:gd name="connsiteX174" fmla="*/ 292937 w 328950"/>
                <a:gd name="connsiteY174" fmla="*/ 1008149 h 1012446"/>
                <a:gd name="connsiteX175" fmla="*/ 292937 w 328950"/>
                <a:gd name="connsiteY175" fmla="*/ 1011870 h 1012446"/>
                <a:gd name="connsiteX176" fmla="*/ 195825 w 328950"/>
                <a:gd name="connsiteY176" fmla="*/ 1012098 h 1012446"/>
                <a:gd name="connsiteX177" fmla="*/ 184368 w 328950"/>
                <a:gd name="connsiteY177" fmla="*/ 1012115 h 1012446"/>
                <a:gd name="connsiteX178" fmla="*/ 182064 w 328950"/>
                <a:gd name="connsiteY178" fmla="*/ 1012118 h 1012446"/>
                <a:gd name="connsiteX179" fmla="*/ 145100 w 328950"/>
                <a:gd name="connsiteY179" fmla="*/ 1012214 h 1012446"/>
                <a:gd name="connsiteX180" fmla="*/ 107189 w 328950"/>
                <a:gd name="connsiteY180" fmla="*/ 1012290 h 1012446"/>
                <a:gd name="connsiteX181" fmla="*/ 83784 w 328950"/>
                <a:gd name="connsiteY181" fmla="*/ 1012352 h 1012446"/>
                <a:gd name="connsiteX182" fmla="*/ 67748 w 328950"/>
                <a:gd name="connsiteY182" fmla="*/ 1012376 h 1012446"/>
                <a:gd name="connsiteX183" fmla="*/ 58488 w 328950"/>
                <a:gd name="connsiteY183" fmla="*/ 1012402 h 1012446"/>
                <a:gd name="connsiteX184" fmla="*/ 50016 w 328950"/>
                <a:gd name="connsiteY184" fmla="*/ 1012409 h 1012446"/>
                <a:gd name="connsiteX185" fmla="*/ 45486 w 328950"/>
                <a:gd name="connsiteY185" fmla="*/ 1012446 h 1012446"/>
                <a:gd name="connsiteX186" fmla="*/ 37166 w 328950"/>
                <a:gd name="connsiteY186" fmla="*/ 1010892 h 1012446"/>
                <a:gd name="connsiteX187" fmla="*/ 35465 w 328950"/>
                <a:gd name="connsiteY187" fmla="*/ 1005916 h 1012446"/>
                <a:gd name="connsiteX188" fmla="*/ 33651 w 328950"/>
                <a:gd name="connsiteY188" fmla="*/ 1005265 h 1012446"/>
                <a:gd name="connsiteX189" fmla="*/ 31744 w 328950"/>
                <a:gd name="connsiteY189" fmla="*/ 1004428 h 1012446"/>
                <a:gd name="connsiteX190" fmla="*/ 31000 w 328950"/>
                <a:gd name="connsiteY190" fmla="*/ 1001452 h 1012446"/>
                <a:gd name="connsiteX191" fmla="*/ 28767 w 328950"/>
                <a:gd name="connsiteY191" fmla="*/ 1000708 h 1012446"/>
                <a:gd name="connsiteX192" fmla="*/ 28023 w 328950"/>
                <a:gd name="connsiteY192" fmla="*/ 997731 h 1012446"/>
                <a:gd name="connsiteX193" fmla="*/ 26535 w 328950"/>
                <a:gd name="connsiteY193" fmla="*/ 997731 h 1012446"/>
                <a:gd name="connsiteX194" fmla="*/ 22070 w 328950"/>
                <a:gd name="connsiteY194" fmla="*/ 991778 h 1012446"/>
                <a:gd name="connsiteX195" fmla="*/ 20582 w 328950"/>
                <a:gd name="connsiteY195" fmla="*/ 991034 h 1012446"/>
                <a:gd name="connsiteX196" fmla="*/ 20024 w 328950"/>
                <a:gd name="connsiteY196" fmla="*/ 989731 h 1012446"/>
                <a:gd name="connsiteX197" fmla="*/ 14629 w 328950"/>
                <a:gd name="connsiteY197" fmla="*/ 984336 h 1012446"/>
                <a:gd name="connsiteX198" fmla="*/ 13884 w 328950"/>
                <a:gd name="connsiteY198" fmla="*/ 982104 h 1012446"/>
                <a:gd name="connsiteX199" fmla="*/ 11652 w 328950"/>
                <a:gd name="connsiteY199" fmla="*/ 981360 h 1012446"/>
                <a:gd name="connsiteX200" fmla="*/ 11326 w 328950"/>
                <a:gd name="connsiteY200" fmla="*/ 979872 h 1012446"/>
                <a:gd name="connsiteX201" fmla="*/ 10908 w 328950"/>
                <a:gd name="connsiteY201" fmla="*/ 978383 h 1012446"/>
                <a:gd name="connsiteX202" fmla="*/ 7931 w 328950"/>
                <a:gd name="connsiteY202" fmla="*/ 977639 h 1012446"/>
                <a:gd name="connsiteX203" fmla="*/ 7187 w 328950"/>
                <a:gd name="connsiteY203" fmla="*/ 975407 h 1012446"/>
                <a:gd name="connsiteX204" fmla="*/ 5699 w 328950"/>
                <a:gd name="connsiteY204" fmla="*/ 974663 h 1012446"/>
                <a:gd name="connsiteX205" fmla="*/ 4955 w 328950"/>
                <a:gd name="connsiteY205" fmla="*/ 972430 h 1012446"/>
                <a:gd name="connsiteX206" fmla="*/ 3792 w 328950"/>
                <a:gd name="connsiteY206" fmla="*/ 971267 h 1012446"/>
                <a:gd name="connsiteX207" fmla="*/ 2722 w 328950"/>
                <a:gd name="connsiteY207" fmla="*/ 968709 h 1012446"/>
                <a:gd name="connsiteX208" fmla="*/ 490 w 328950"/>
                <a:gd name="connsiteY208" fmla="*/ 968709 h 1012446"/>
                <a:gd name="connsiteX209" fmla="*/ 431 w 328950"/>
                <a:gd name="connsiteY209" fmla="*/ 883928 h 1012446"/>
                <a:gd name="connsiteX210" fmla="*/ 430 w 328950"/>
                <a:gd name="connsiteY210" fmla="*/ 882252 h 1012446"/>
                <a:gd name="connsiteX211" fmla="*/ 332 w 328950"/>
                <a:gd name="connsiteY211" fmla="*/ 704529 h 1012446"/>
                <a:gd name="connsiteX212" fmla="*/ 331 w 328950"/>
                <a:gd name="connsiteY212" fmla="*/ 700583 h 1012446"/>
                <a:gd name="connsiteX213" fmla="*/ 301 w 328950"/>
                <a:gd name="connsiteY213" fmla="*/ 617746 h 1012446"/>
                <a:gd name="connsiteX214" fmla="*/ 286 w 328950"/>
                <a:gd name="connsiteY214" fmla="*/ 576135 h 1012446"/>
                <a:gd name="connsiteX215" fmla="*/ 284 w 328950"/>
                <a:gd name="connsiteY215" fmla="*/ 569858 h 1012446"/>
                <a:gd name="connsiteX216" fmla="*/ 234 w 328950"/>
                <a:gd name="connsiteY216" fmla="*/ 473177 h 1012446"/>
                <a:gd name="connsiteX217" fmla="*/ 233 w 328950"/>
                <a:gd name="connsiteY217" fmla="*/ 471076 h 1012446"/>
                <a:gd name="connsiteX218" fmla="*/ 208 w 328950"/>
                <a:gd name="connsiteY218" fmla="*/ 437547 h 1012446"/>
                <a:gd name="connsiteX219" fmla="*/ 151 w 328950"/>
                <a:gd name="connsiteY219" fmla="*/ 341000 h 1012446"/>
                <a:gd name="connsiteX220" fmla="*/ 150 w 328950"/>
                <a:gd name="connsiteY220" fmla="*/ 338996 h 1012446"/>
                <a:gd name="connsiteX221" fmla="*/ 140 w 328950"/>
                <a:gd name="connsiteY221" fmla="*/ 295437 h 1012446"/>
                <a:gd name="connsiteX222" fmla="*/ 137 w 328950"/>
                <a:gd name="connsiteY222" fmla="*/ 277912 h 1012446"/>
                <a:gd name="connsiteX223" fmla="*/ 137 w 328950"/>
                <a:gd name="connsiteY223" fmla="*/ 275975 h 1012446"/>
                <a:gd name="connsiteX224" fmla="*/ 94 w 328950"/>
                <a:gd name="connsiteY224" fmla="*/ 214124 h 1012446"/>
                <a:gd name="connsiteX225" fmla="*/ 67 w 328950"/>
                <a:gd name="connsiteY225" fmla="*/ 151844 h 1012446"/>
                <a:gd name="connsiteX226" fmla="*/ 69 w 328950"/>
                <a:gd name="connsiteY226" fmla="*/ 143246 h 1012446"/>
                <a:gd name="connsiteX227" fmla="*/ 69 w 328950"/>
                <a:gd name="connsiteY227" fmla="*/ 141544 h 1012446"/>
                <a:gd name="connsiteX228" fmla="*/ 43 w 328950"/>
                <a:gd name="connsiteY228" fmla="*/ 114807 h 1012446"/>
                <a:gd name="connsiteX229" fmla="*/ 37 w 328950"/>
                <a:gd name="connsiteY229" fmla="*/ 88545 h 1012446"/>
                <a:gd name="connsiteX230" fmla="*/ 25 w 328950"/>
                <a:gd name="connsiteY230" fmla="*/ 74485 h 1012446"/>
                <a:gd name="connsiteX231" fmla="*/ 28 w 328950"/>
                <a:gd name="connsiteY231" fmla="*/ 61714 h 1012446"/>
                <a:gd name="connsiteX232" fmla="*/ 17 w 328950"/>
                <a:gd name="connsiteY232" fmla="*/ 57103 h 1012446"/>
                <a:gd name="connsiteX233" fmla="*/ 28 w 328950"/>
                <a:gd name="connsiteY233" fmla="*/ 50875 h 1012446"/>
                <a:gd name="connsiteX234" fmla="*/ 0 w 328950"/>
                <a:gd name="connsiteY234" fmla="*/ 49057 h 1012446"/>
                <a:gd name="connsiteX235" fmla="*/ 2286 w 328950"/>
                <a:gd name="connsiteY235" fmla="*/ 42367 h 1012446"/>
                <a:gd name="connsiteX236" fmla="*/ 4211 w 328950"/>
                <a:gd name="connsiteY236" fmla="*/ 40766 h 1012446"/>
                <a:gd name="connsiteX237" fmla="*/ 5699 w 328950"/>
                <a:gd name="connsiteY237" fmla="*/ 38534 h 1012446"/>
                <a:gd name="connsiteX238" fmla="*/ 8675 w 328950"/>
                <a:gd name="connsiteY238" fmla="*/ 38534 h 1012446"/>
                <a:gd name="connsiteX239" fmla="*/ 10164 w 328950"/>
                <a:gd name="connsiteY239" fmla="*/ 34813 h 1012446"/>
                <a:gd name="connsiteX240" fmla="*/ 11652 w 328950"/>
                <a:gd name="connsiteY240" fmla="*/ 34813 h 1012446"/>
                <a:gd name="connsiteX241" fmla="*/ 11652 w 328950"/>
                <a:gd name="connsiteY241" fmla="*/ 31837 h 1012446"/>
                <a:gd name="connsiteX242" fmla="*/ 13884 w 328950"/>
                <a:gd name="connsiteY242" fmla="*/ 31092 h 1012446"/>
                <a:gd name="connsiteX243" fmla="*/ 14629 w 328950"/>
                <a:gd name="connsiteY243" fmla="*/ 28860 h 1012446"/>
                <a:gd name="connsiteX244" fmla="*/ 16861 w 328950"/>
                <a:gd name="connsiteY244" fmla="*/ 28116 h 1012446"/>
                <a:gd name="connsiteX245" fmla="*/ 18349 w 328950"/>
                <a:gd name="connsiteY245" fmla="*/ 25139 h 1012446"/>
                <a:gd name="connsiteX246" fmla="*/ 19838 w 328950"/>
                <a:gd name="connsiteY246" fmla="*/ 25139 h 1012446"/>
                <a:gd name="connsiteX247" fmla="*/ 20442 w 328950"/>
                <a:gd name="connsiteY247" fmla="*/ 23511 h 1012446"/>
                <a:gd name="connsiteX248" fmla="*/ 25047 w 328950"/>
                <a:gd name="connsiteY248" fmla="*/ 17698 h 1012446"/>
                <a:gd name="connsiteX249" fmla="*/ 28767 w 328950"/>
                <a:gd name="connsiteY249" fmla="*/ 11745 h 1012446"/>
                <a:gd name="connsiteX250" fmla="*/ 32488 w 328950"/>
                <a:gd name="connsiteY250" fmla="*/ 9512 h 1012446"/>
                <a:gd name="connsiteX251" fmla="*/ 33232 w 328950"/>
                <a:gd name="connsiteY251" fmla="*/ 7280 h 1012446"/>
                <a:gd name="connsiteX252" fmla="*/ 34255 w 328950"/>
                <a:gd name="connsiteY252" fmla="*/ 6303 h 1012446"/>
                <a:gd name="connsiteX253" fmla="*/ 36036 w 328950"/>
                <a:gd name="connsiteY253" fmla="*/ 2771 h 1012446"/>
                <a:gd name="connsiteX254" fmla="*/ 39569 w 328950"/>
                <a:gd name="connsiteY254" fmla="*/ 167 h 1012446"/>
                <a:gd name="connsiteX255" fmla="*/ 47622 w 328950"/>
                <a:gd name="connsiteY255" fmla="*/ 26 h 1012446"/>
                <a:gd name="connsiteX256" fmla="*/ 50775 w 328950"/>
                <a:gd name="connsiteY256" fmla="*/ 8 h 1012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328950" h="1012446">
                  <a:moveTo>
                    <a:pt x="243215" y="92159"/>
                  </a:moveTo>
                  <a:cubicBezTo>
                    <a:pt x="242560" y="92165"/>
                    <a:pt x="241924" y="92170"/>
                    <a:pt x="241287" y="92175"/>
                  </a:cubicBezTo>
                  <a:cubicBezTo>
                    <a:pt x="239118" y="92182"/>
                    <a:pt x="236948" y="92191"/>
                    <a:pt x="234779" y="92205"/>
                  </a:cubicBezTo>
                  <a:cubicBezTo>
                    <a:pt x="233185" y="92215"/>
                    <a:pt x="231591" y="92224"/>
                    <a:pt x="229997" y="92231"/>
                  </a:cubicBezTo>
                  <a:cubicBezTo>
                    <a:pt x="225664" y="92249"/>
                    <a:pt x="221331" y="92270"/>
                    <a:pt x="216997" y="92295"/>
                  </a:cubicBezTo>
                  <a:cubicBezTo>
                    <a:pt x="212389" y="92321"/>
                    <a:pt x="207781" y="92344"/>
                    <a:pt x="203173" y="92366"/>
                  </a:cubicBezTo>
                  <a:cubicBezTo>
                    <a:pt x="194972" y="92405"/>
                    <a:pt x="186771" y="92446"/>
                    <a:pt x="178570" y="92490"/>
                  </a:cubicBezTo>
                  <a:cubicBezTo>
                    <a:pt x="170574" y="92533"/>
                    <a:pt x="162578" y="92575"/>
                    <a:pt x="154582" y="92614"/>
                  </a:cubicBezTo>
                  <a:cubicBezTo>
                    <a:pt x="153826" y="92618"/>
                    <a:pt x="153826" y="92618"/>
                    <a:pt x="153086" y="92621"/>
                  </a:cubicBezTo>
                  <a:cubicBezTo>
                    <a:pt x="151101" y="92631"/>
                    <a:pt x="149116" y="92641"/>
                    <a:pt x="147130" y="92650"/>
                  </a:cubicBezTo>
                  <a:cubicBezTo>
                    <a:pt x="125630" y="92755"/>
                    <a:pt x="104129" y="92866"/>
                    <a:pt x="82628" y="92980"/>
                  </a:cubicBezTo>
                  <a:cubicBezTo>
                    <a:pt x="82624" y="117773"/>
                    <a:pt x="82620" y="142566"/>
                    <a:pt x="82617" y="167358"/>
                  </a:cubicBezTo>
                  <a:cubicBezTo>
                    <a:pt x="82616" y="168117"/>
                    <a:pt x="82616" y="168117"/>
                    <a:pt x="82616" y="168860"/>
                  </a:cubicBezTo>
                  <a:cubicBezTo>
                    <a:pt x="82608" y="221788"/>
                    <a:pt x="82601" y="274716"/>
                    <a:pt x="82597" y="327643"/>
                  </a:cubicBezTo>
                  <a:cubicBezTo>
                    <a:pt x="82597" y="328819"/>
                    <a:pt x="82597" y="329994"/>
                    <a:pt x="82596" y="331170"/>
                  </a:cubicBezTo>
                  <a:cubicBezTo>
                    <a:pt x="82594" y="355849"/>
                    <a:pt x="82592" y="380529"/>
                    <a:pt x="82590" y="405209"/>
                  </a:cubicBezTo>
                  <a:cubicBezTo>
                    <a:pt x="82589" y="417612"/>
                    <a:pt x="82589" y="430015"/>
                    <a:pt x="82588" y="442418"/>
                  </a:cubicBezTo>
                  <a:cubicBezTo>
                    <a:pt x="82587" y="444290"/>
                    <a:pt x="82587" y="446161"/>
                    <a:pt x="82587" y="448033"/>
                  </a:cubicBezTo>
                  <a:cubicBezTo>
                    <a:pt x="82585" y="476870"/>
                    <a:pt x="82582" y="505706"/>
                    <a:pt x="82577" y="534543"/>
                  </a:cubicBezTo>
                  <a:cubicBezTo>
                    <a:pt x="82577" y="535183"/>
                    <a:pt x="82577" y="535803"/>
                    <a:pt x="82577" y="536424"/>
                  </a:cubicBezTo>
                  <a:cubicBezTo>
                    <a:pt x="82575" y="546430"/>
                    <a:pt x="82574" y="556436"/>
                    <a:pt x="82572" y="566443"/>
                  </a:cubicBezTo>
                  <a:cubicBezTo>
                    <a:pt x="82567" y="595269"/>
                    <a:pt x="82562" y="624096"/>
                    <a:pt x="82560" y="652923"/>
                  </a:cubicBezTo>
                  <a:cubicBezTo>
                    <a:pt x="82560" y="653533"/>
                    <a:pt x="82560" y="654125"/>
                    <a:pt x="82560" y="654717"/>
                  </a:cubicBezTo>
                  <a:cubicBezTo>
                    <a:pt x="82559" y="667722"/>
                    <a:pt x="82559" y="680727"/>
                    <a:pt x="82558" y="693732"/>
                  </a:cubicBezTo>
                  <a:cubicBezTo>
                    <a:pt x="82558" y="698963"/>
                    <a:pt x="82558" y="704194"/>
                    <a:pt x="82558" y="709425"/>
                  </a:cubicBezTo>
                  <a:cubicBezTo>
                    <a:pt x="82558" y="710015"/>
                    <a:pt x="82558" y="710588"/>
                    <a:pt x="82558" y="711161"/>
                  </a:cubicBezTo>
                  <a:cubicBezTo>
                    <a:pt x="82557" y="729618"/>
                    <a:pt x="82554" y="748075"/>
                    <a:pt x="82549" y="766533"/>
                  </a:cubicBezTo>
                  <a:cubicBezTo>
                    <a:pt x="82545" y="785164"/>
                    <a:pt x="82542" y="803796"/>
                    <a:pt x="82543" y="822428"/>
                  </a:cubicBezTo>
                  <a:cubicBezTo>
                    <a:pt x="82544" y="824999"/>
                    <a:pt x="82544" y="827570"/>
                    <a:pt x="82544" y="830142"/>
                  </a:cubicBezTo>
                  <a:cubicBezTo>
                    <a:pt x="82544" y="830661"/>
                    <a:pt x="82544" y="831165"/>
                    <a:pt x="82544" y="831670"/>
                  </a:cubicBezTo>
                  <a:cubicBezTo>
                    <a:pt x="82544" y="839667"/>
                    <a:pt x="82543" y="847665"/>
                    <a:pt x="82539" y="855662"/>
                  </a:cubicBezTo>
                  <a:cubicBezTo>
                    <a:pt x="82536" y="863112"/>
                    <a:pt x="82535" y="870562"/>
                    <a:pt x="82537" y="878012"/>
                  </a:cubicBezTo>
                  <a:cubicBezTo>
                    <a:pt x="82538" y="882256"/>
                    <a:pt x="82540" y="886500"/>
                    <a:pt x="82537" y="890744"/>
                  </a:cubicBezTo>
                  <a:cubicBezTo>
                    <a:pt x="82534" y="894657"/>
                    <a:pt x="82532" y="898571"/>
                    <a:pt x="82534" y="902485"/>
                  </a:cubicBezTo>
                  <a:cubicBezTo>
                    <a:pt x="82535" y="903895"/>
                    <a:pt x="82536" y="905306"/>
                    <a:pt x="82537" y="906717"/>
                  </a:cubicBezTo>
                  <a:cubicBezTo>
                    <a:pt x="82534" y="908673"/>
                    <a:pt x="82531" y="910628"/>
                    <a:pt x="82533" y="912584"/>
                  </a:cubicBezTo>
                  <a:cubicBezTo>
                    <a:pt x="82534" y="913177"/>
                    <a:pt x="82535" y="913752"/>
                    <a:pt x="82536" y="914327"/>
                  </a:cubicBezTo>
                  <a:cubicBezTo>
                    <a:pt x="82529" y="916132"/>
                    <a:pt x="82554" y="917915"/>
                    <a:pt x="82628" y="919720"/>
                  </a:cubicBezTo>
                  <a:cubicBezTo>
                    <a:pt x="83457" y="920549"/>
                    <a:pt x="83457" y="920549"/>
                    <a:pt x="87743" y="920557"/>
                  </a:cubicBezTo>
                  <a:cubicBezTo>
                    <a:pt x="88395" y="920554"/>
                    <a:pt x="89029" y="920551"/>
                    <a:pt x="89662" y="920549"/>
                  </a:cubicBezTo>
                  <a:cubicBezTo>
                    <a:pt x="91807" y="920549"/>
                    <a:pt x="93953" y="920548"/>
                    <a:pt x="96098" y="920543"/>
                  </a:cubicBezTo>
                  <a:cubicBezTo>
                    <a:pt x="97677" y="920539"/>
                    <a:pt x="99256" y="920536"/>
                    <a:pt x="100835" y="920535"/>
                  </a:cubicBezTo>
                  <a:cubicBezTo>
                    <a:pt x="104225" y="920533"/>
                    <a:pt x="107615" y="920531"/>
                    <a:pt x="111006" y="920525"/>
                  </a:cubicBezTo>
                  <a:cubicBezTo>
                    <a:pt x="116469" y="920515"/>
                    <a:pt x="121932" y="920508"/>
                    <a:pt x="127395" y="920504"/>
                  </a:cubicBezTo>
                  <a:cubicBezTo>
                    <a:pt x="139479" y="920496"/>
                    <a:pt x="151563" y="920482"/>
                    <a:pt x="163646" y="920466"/>
                  </a:cubicBezTo>
                  <a:cubicBezTo>
                    <a:pt x="175792" y="920450"/>
                    <a:pt x="187938" y="920435"/>
                    <a:pt x="200083" y="920426"/>
                  </a:cubicBezTo>
                  <a:cubicBezTo>
                    <a:pt x="205573" y="920423"/>
                    <a:pt x="211062" y="920418"/>
                    <a:pt x="216551" y="920408"/>
                  </a:cubicBezTo>
                  <a:cubicBezTo>
                    <a:pt x="220027" y="920402"/>
                    <a:pt x="223502" y="920397"/>
                    <a:pt x="226977" y="920395"/>
                  </a:cubicBezTo>
                  <a:cubicBezTo>
                    <a:pt x="228589" y="920394"/>
                    <a:pt x="230201" y="920393"/>
                    <a:pt x="231813" y="920392"/>
                  </a:cubicBezTo>
                  <a:cubicBezTo>
                    <a:pt x="234067" y="920386"/>
                    <a:pt x="236321" y="920380"/>
                    <a:pt x="238575" y="920379"/>
                  </a:cubicBezTo>
                  <a:cubicBezTo>
                    <a:pt x="239265" y="920380"/>
                    <a:pt x="239935" y="920380"/>
                    <a:pt x="240605" y="920380"/>
                  </a:cubicBezTo>
                  <a:cubicBezTo>
                    <a:pt x="242770" y="920371"/>
                    <a:pt x="244918" y="920396"/>
                    <a:pt x="247083" y="920464"/>
                  </a:cubicBezTo>
                  <a:cubicBezTo>
                    <a:pt x="247842" y="920717"/>
                    <a:pt x="248579" y="920963"/>
                    <a:pt x="249316" y="921208"/>
                  </a:cubicBezTo>
                  <a:cubicBezTo>
                    <a:pt x="250145" y="919550"/>
                    <a:pt x="250145" y="919550"/>
                    <a:pt x="250160" y="915875"/>
                  </a:cubicBezTo>
                  <a:cubicBezTo>
                    <a:pt x="250157" y="915047"/>
                    <a:pt x="250157" y="915047"/>
                    <a:pt x="250155" y="914235"/>
                  </a:cubicBezTo>
                  <a:cubicBezTo>
                    <a:pt x="250159" y="912380"/>
                    <a:pt x="250161" y="910526"/>
                    <a:pt x="250160" y="908671"/>
                  </a:cubicBezTo>
                  <a:cubicBezTo>
                    <a:pt x="250158" y="907294"/>
                    <a:pt x="250158" y="905918"/>
                    <a:pt x="250159" y="904541"/>
                  </a:cubicBezTo>
                  <a:cubicBezTo>
                    <a:pt x="250164" y="900734"/>
                    <a:pt x="250167" y="896927"/>
                    <a:pt x="250165" y="893120"/>
                  </a:cubicBezTo>
                  <a:cubicBezTo>
                    <a:pt x="250164" y="888926"/>
                    <a:pt x="250166" y="884733"/>
                    <a:pt x="250169" y="880539"/>
                  </a:cubicBezTo>
                  <a:cubicBezTo>
                    <a:pt x="250175" y="872221"/>
                    <a:pt x="250178" y="863902"/>
                    <a:pt x="250179" y="855583"/>
                  </a:cubicBezTo>
                  <a:cubicBezTo>
                    <a:pt x="250179" y="848096"/>
                    <a:pt x="250180" y="840609"/>
                    <a:pt x="250184" y="833122"/>
                  </a:cubicBezTo>
                  <a:cubicBezTo>
                    <a:pt x="250184" y="832604"/>
                    <a:pt x="250185" y="832102"/>
                    <a:pt x="250185" y="831599"/>
                  </a:cubicBezTo>
                  <a:cubicBezTo>
                    <a:pt x="250186" y="829552"/>
                    <a:pt x="250187" y="827505"/>
                    <a:pt x="250188" y="825458"/>
                  </a:cubicBezTo>
                  <a:cubicBezTo>
                    <a:pt x="250200" y="801189"/>
                    <a:pt x="250205" y="776920"/>
                    <a:pt x="250209" y="752651"/>
                  </a:cubicBezTo>
                  <a:cubicBezTo>
                    <a:pt x="250210" y="740538"/>
                    <a:pt x="250213" y="728426"/>
                    <a:pt x="250216" y="716314"/>
                  </a:cubicBezTo>
                  <a:cubicBezTo>
                    <a:pt x="250225" y="677531"/>
                    <a:pt x="250234" y="638748"/>
                    <a:pt x="250236" y="599965"/>
                  </a:cubicBezTo>
                  <a:cubicBezTo>
                    <a:pt x="250236" y="598110"/>
                    <a:pt x="250237" y="596255"/>
                    <a:pt x="250237" y="594400"/>
                  </a:cubicBezTo>
                  <a:cubicBezTo>
                    <a:pt x="250237" y="590679"/>
                    <a:pt x="250237" y="586959"/>
                    <a:pt x="250237" y="583238"/>
                  </a:cubicBezTo>
                  <a:cubicBezTo>
                    <a:pt x="250238" y="578882"/>
                    <a:pt x="250238" y="574525"/>
                    <a:pt x="250238" y="570169"/>
                  </a:cubicBezTo>
                  <a:cubicBezTo>
                    <a:pt x="250238" y="568922"/>
                    <a:pt x="250238" y="567674"/>
                    <a:pt x="250239" y="566427"/>
                  </a:cubicBezTo>
                  <a:cubicBezTo>
                    <a:pt x="250241" y="526343"/>
                    <a:pt x="250252" y="486260"/>
                    <a:pt x="250269" y="446176"/>
                  </a:cubicBezTo>
                  <a:cubicBezTo>
                    <a:pt x="250282" y="417354"/>
                    <a:pt x="250294" y="388532"/>
                    <a:pt x="250297" y="359709"/>
                  </a:cubicBezTo>
                  <a:cubicBezTo>
                    <a:pt x="250297" y="359099"/>
                    <a:pt x="250297" y="358507"/>
                    <a:pt x="250297" y="357915"/>
                  </a:cubicBezTo>
                  <a:cubicBezTo>
                    <a:pt x="250299" y="344912"/>
                    <a:pt x="250300" y="331910"/>
                    <a:pt x="250300" y="318907"/>
                  </a:cubicBezTo>
                  <a:cubicBezTo>
                    <a:pt x="250300" y="314256"/>
                    <a:pt x="250300" y="309605"/>
                    <a:pt x="250300" y="304954"/>
                  </a:cubicBezTo>
                  <a:cubicBezTo>
                    <a:pt x="250300" y="303797"/>
                    <a:pt x="250300" y="302639"/>
                    <a:pt x="250301" y="301482"/>
                  </a:cubicBezTo>
                  <a:cubicBezTo>
                    <a:pt x="250301" y="283028"/>
                    <a:pt x="250308" y="264575"/>
                    <a:pt x="250319" y="246122"/>
                  </a:cubicBezTo>
                  <a:cubicBezTo>
                    <a:pt x="250329" y="227495"/>
                    <a:pt x="250335" y="208869"/>
                    <a:pt x="250329" y="190242"/>
                  </a:cubicBezTo>
                  <a:cubicBezTo>
                    <a:pt x="250328" y="187672"/>
                    <a:pt x="250327" y="185101"/>
                    <a:pt x="250326" y="182531"/>
                  </a:cubicBezTo>
                  <a:cubicBezTo>
                    <a:pt x="250326" y="182012"/>
                    <a:pt x="250326" y="181507"/>
                    <a:pt x="250326" y="181003"/>
                  </a:cubicBezTo>
                  <a:cubicBezTo>
                    <a:pt x="250324" y="173008"/>
                    <a:pt x="250327" y="165013"/>
                    <a:pt x="250336" y="157018"/>
                  </a:cubicBezTo>
                  <a:cubicBezTo>
                    <a:pt x="250344" y="149570"/>
                    <a:pt x="250346" y="142123"/>
                    <a:pt x="250341" y="134675"/>
                  </a:cubicBezTo>
                  <a:cubicBezTo>
                    <a:pt x="250336" y="130432"/>
                    <a:pt x="250330" y="126190"/>
                    <a:pt x="250337" y="121947"/>
                  </a:cubicBezTo>
                  <a:cubicBezTo>
                    <a:pt x="250346" y="118035"/>
                    <a:pt x="250353" y="114123"/>
                    <a:pt x="250345" y="110210"/>
                  </a:cubicBezTo>
                  <a:cubicBezTo>
                    <a:pt x="250341" y="108800"/>
                    <a:pt x="250338" y="107389"/>
                    <a:pt x="250337" y="105979"/>
                  </a:cubicBezTo>
                  <a:cubicBezTo>
                    <a:pt x="250345" y="104024"/>
                    <a:pt x="250354" y="102069"/>
                    <a:pt x="250347" y="100114"/>
                  </a:cubicBezTo>
                  <a:cubicBezTo>
                    <a:pt x="250344" y="99522"/>
                    <a:pt x="250341" y="98947"/>
                    <a:pt x="250338" y="98372"/>
                  </a:cubicBezTo>
                  <a:cubicBezTo>
                    <a:pt x="250357" y="96511"/>
                    <a:pt x="250288" y="94836"/>
                    <a:pt x="250060" y="92980"/>
                  </a:cubicBezTo>
                  <a:cubicBezTo>
                    <a:pt x="247694" y="92192"/>
                    <a:pt x="245691" y="92155"/>
                    <a:pt x="243215" y="92159"/>
                  </a:cubicBezTo>
                  <a:close/>
                  <a:moveTo>
                    <a:pt x="50775" y="8"/>
                  </a:moveTo>
                  <a:cubicBezTo>
                    <a:pt x="53671" y="-8"/>
                    <a:pt x="56566" y="4"/>
                    <a:pt x="59461" y="21"/>
                  </a:cubicBezTo>
                  <a:cubicBezTo>
                    <a:pt x="62581" y="34"/>
                    <a:pt x="65700" y="21"/>
                    <a:pt x="68820" y="12"/>
                  </a:cubicBezTo>
                  <a:cubicBezTo>
                    <a:pt x="74933" y="-2"/>
                    <a:pt x="81047" y="8"/>
                    <a:pt x="87161" y="26"/>
                  </a:cubicBezTo>
                  <a:cubicBezTo>
                    <a:pt x="94273" y="46"/>
                    <a:pt x="101386" y="44"/>
                    <a:pt x="108499" y="41"/>
                  </a:cubicBezTo>
                  <a:cubicBezTo>
                    <a:pt x="121185" y="36"/>
                    <a:pt x="133871" y="53"/>
                    <a:pt x="146557" y="82"/>
                  </a:cubicBezTo>
                  <a:cubicBezTo>
                    <a:pt x="158880" y="111"/>
                    <a:pt x="171204" y="121"/>
                    <a:pt x="183527" y="113"/>
                  </a:cubicBezTo>
                  <a:cubicBezTo>
                    <a:pt x="196933" y="104"/>
                    <a:pt x="210340" y="104"/>
                    <a:pt x="223746" y="121"/>
                  </a:cubicBezTo>
                  <a:cubicBezTo>
                    <a:pt x="225174" y="123"/>
                    <a:pt x="226602" y="125"/>
                    <a:pt x="228030" y="126"/>
                  </a:cubicBezTo>
                  <a:cubicBezTo>
                    <a:pt x="229084" y="128"/>
                    <a:pt x="229084" y="128"/>
                    <a:pt x="230159" y="129"/>
                  </a:cubicBezTo>
                  <a:cubicBezTo>
                    <a:pt x="235123" y="135"/>
                    <a:pt x="240087" y="134"/>
                    <a:pt x="245051" y="131"/>
                  </a:cubicBezTo>
                  <a:cubicBezTo>
                    <a:pt x="251095" y="128"/>
                    <a:pt x="257139" y="136"/>
                    <a:pt x="263183" y="158"/>
                  </a:cubicBezTo>
                  <a:cubicBezTo>
                    <a:pt x="266269" y="169"/>
                    <a:pt x="269356" y="175"/>
                    <a:pt x="272443" y="168"/>
                  </a:cubicBezTo>
                  <a:cubicBezTo>
                    <a:pt x="275264" y="162"/>
                    <a:pt x="278084" y="169"/>
                    <a:pt x="280905" y="188"/>
                  </a:cubicBezTo>
                  <a:cubicBezTo>
                    <a:pt x="281930" y="192"/>
                    <a:pt x="282955" y="192"/>
                    <a:pt x="283980" y="186"/>
                  </a:cubicBezTo>
                  <a:cubicBezTo>
                    <a:pt x="285365" y="178"/>
                    <a:pt x="286749" y="190"/>
                    <a:pt x="288133" y="204"/>
                  </a:cubicBezTo>
                  <a:cubicBezTo>
                    <a:pt x="289291" y="206"/>
                    <a:pt x="289291" y="206"/>
                    <a:pt x="290471" y="208"/>
                  </a:cubicBezTo>
                  <a:cubicBezTo>
                    <a:pt x="291040" y="332"/>
                    <a:pt x="291608" y="455"/>
                    <a:pt x="292193" y="583"/>
                  </a:cubicBezTo>
                  <a:cubicBezTo>
                    <a:pt x="292679" y="2002"/>
                    <a:pt x="292679" y="2002"/>
                    <a:pt x="292937" y="3559"/>
                  </a:cubicBezTo>
                  <a:cubicBezTo>
                    <a:pt x="293674" y="4050"/>
                    <a:pt x="294411" y="4541"/>
                    <a:pt x="295170" y="5048"/>
                  </a:cubicBezTo>
                  <a:cubicBezTo>
                    <a:pt x="295415" y="5784"/>
                    <a:pt x="295661" y="6521"/>
                    <a:pt x="295914" y="7280"/>
                  </a:cubicBezTo>
                  <a:cubicBezTo>
                    <a:pt x="296650" y="7771"/>
                    <a:pt x="297387" y="8262"/>
                    <a:pt x="298146" y="8768"/>
                  </a:cubicBezTo>
                  <a:cubicBezTo>
                    <a:pt x="298392" y="9505"/>
                    <a:pt x="298637" y="10242"/>
                    <a:pt x="298890" y="11001"/>
                  </a:cubicBezTo>
                  <a:cubicBezTo>
                    <a:pt x="299627" y="11246"/>
                    <a:pt x="300364" y="11492"/>
                    <a:pt x="301123" y="11745"/>
                  </a:cubicBezTo>
                  <a:cubicBezTo>
                    <a:pt x="301368" y="12481"/>
                    <a:pt x="301614" y="13218"/>
                    <a:pt x="301867" y="13977"/>
                  </a:cubicBezTo>
                  <a:cubicBezTo>
                    <a:pt x="302604" y="14223"/>
                    <a:pt x="303340" y="14468"/>
                    <a:pt x="304099" y="14721"/>
                  </a:cubicBezTo>
                  <a:cubicBezTo>
                    <a:pt x="304363" y="15710"/>
                    <a:pt x="304609" y="16702"/>
                    <a:pt x="304843" y="17698"/>
                  </a:cubicBezTo>
                  <a:cubicBezTo>
                    <a:pt x="305573" y="18456"/>
                    <a:pt x="306315" y="19203"/>
                    <a:pt x="307076" y="19930"/>
                  </a:cubicBezTo>
                  <a:cubicBezTo>
                    <a:pt x="307076" y="20421"/>
                    <a:pt x="307076" y="20913"/>
                    <a:pt x="307076" y="21419"/>
                  </a:cubicBezTo>
                  <a:cubicBezTo>
                    <a:pt x="308058" y="21419"/>
                    <a:pt x="309040" y="21419"/>
                    <a:pt x="310052" y="21419"/>
                  </a:cubicBezTo>
                  <a:cubicBezTo>
                    <a:pt x="313029" y="25222"/>
                    <a:pt x="313029" y="25222"/>
                    <a:pt x="313029" y="27372"/>
                  </a:cubicBezTo>
                  <a:cubicBezTo>
                    <a:pt x="313766" y="27617"/>
                    <a:pt x="314502" y="27863"/>
                    <a:pt x="315261" y="28116"/>
                  </a:cubicBezTo>
                  <a:cubicBezTo>
                    <a:pt x="315507" y="28853"/>
                    <a:pt x="315753" y="29589"/>
                    <a:pt x="316006" y="30348"/>
                  </a:cubicBezTo>
                  <a:cubicBezTo>
                    <a:pt x="316619" y="30701"/>
                    <a:pt x="317233" y="31054"/>
                    <a:pt x="317866" y="31418"/>
                  </a:cubicBezTo>
                  <a:cubicBezTo>
                    <a:pt x="319726" y="32581"/>
                    <a:pt x="319726" y="32581"/>
                    <a:pt x="320238" y="34209"/>
                  </a:cubicBezTo>
                  <a:cubicBezTo>
                    <a:pt x="320315" y="34654"/>
                    <a:pt x="320391" y="35099"/>
                    <a:pt x="320470" y="35557"/>
                  </a:cubicBezTo>
                  <a:cubicBezTo>
                    <a:pt x="320962" y="35557"/>
                    <a:pt x="321453" y="35557"/>
                    <a:pt x="321959" y="35557"/>
                  </a:cubicBezTo>
                  <a:cubicBezTo>
                    <a:pt x="322066" y="36033"/>
                    <a:pt x="322174" y="36509"/>
                    <a:pt x="322284" y="36999"/>
                  </a:cubicBezTo>
                  <a:cubicBezTo>
                    <a:pt x="322422" y="37506"/>
                    <a:pt x="322560" y="38012"/>
                    <a:pt x="322703" y="38534"/>
                  </a:cubicBezTo>
                  <a:cubicBezTo>
                    <a:pt x="323440" y="38779"/>
                    <a:pt x="324176" y="39025"/>
                    <a:pt x="324935" y="39278"/>
                  </a:cubicBezTo>
                  <a:cubicBezTo>
                    <a:pt x="325043" y="39784"/>
                    <a:pt x="325150" y="40291"/>
                    <a:pt x="325261" y="40813"/>
                  </a:cubicBezTo>
                  <a:cubicBezTo>
                    <a:pt x="325399" y="41289"/>
                    <a:pt x="325537" y="41764"/>
                    <a:pt x="325679" y="42255"/>
                  </a:cubicBezTo>
                  <a:cubicBezTo>
                    <a:pt x="326662" y="42255"/>
                    <a:pt x="327644" y="42255"/>
                    <a:pt x="328656" y="42255"/>
                  </a:cubicBezTo>
                  <a:cubicBezTo>
                    <a:pt x="328668" y="70645"/>
                    <a:pt x="328680" y="99035"/>
                    <a:pt x="328691" y="127425"/>
                  </a:cubicBezTo>
                  <a:cubicBezTo>
                    <a:pt x="328692" y="127981"/>
                    <a:pt x="328692" y="128536"/>
                    <a:pt x="328692" y="129108"/>
                  </a:cubicBezTo>
                  <a:cubicBezTo>
                    <a:pt x="328716" y="188614"/>
                    <a:pt x="328736" y="248119"/>
                    <a:pt x="328750" y="307625"/>
                  </a:cubicBezTo>
                  <a:cubicBezTo>
                    <a:pt x="328751" y="308946"/>
                    <a:pt x="328751" y="310267"/>
                    <a:pt x="328751" y="311589"/>
                  </a:cubicBezTo>
                  <a:cubicBezTo>
                    <a:pt x="328758" y="339320"/>
                    <a:pt x="328764" y="367052"/>
                    <a:pt x="328770" y="394784"/>
                  </a:cubicBezTo>
                  <a:cubicBezTo>
                    <a:pt x="328772" y="408713"/>
                    <a:pt x="328775" y="422643"/>
                    <a:pt x="328778" y="436573"/>
                  </a:cubicBezTo>
                  <a:cubicBezTo>
                    <a:pt x="328779" y="438674"/>
                    <a:pt x="328779" y="440776"/>
                    <a:pt x="328779" y="442877"/>
                  </a:cubicBezTo>
                  <a:cubicBezTo>
                    <a:pt x="328786" y="475247"/>
                    <a:pt x="328795" y="507617"/>
                    <a:pt x="328809" y="539987"/>
                  </a:cubicBezTo>
                  <a:cubicBezTo>
                    <a:pt x="328810" y="541032"/>
                    <a:pt x="328810" y="541032"/>
                    <a:pt x="328810" y="542098"/>
                  </a:cubicBezTo>
                  <a:cubicBezTo>
                    <a:pt x="328815" y="553326"/>
                    <a:pt x="328820" y="564554"/>
                    <a:pt x="328825" y="575782"/>
                  </a:cubicBezTo>
                  <a:cubicBezTo>
                    <a:pt x="328840" y="608109"/>
                    <a:pt x="328854" y="640436"/>
                    <a:pt x="328859" y="672764"/>
                  </a:cubicBezTo>
                  <a:cubicBezTo>
                    <a:pt x="328860" y="673428"/>
                    <a:pt x="328860" y="674092"/>
                    <a:pt x="328860" y="674777"/>
                  </a:cubicBezTo>
                  <a:cubicBezTo>
                    <a:pt x="328862" y="689357"/>
                    <a:pt x="328864" y="703938"/>
                    <a:pt x="328866" y="718518"/>
                  </a:cubicBezTo>
                  <a:cubicBezTo>
                    <a:pt x="328866" y="724384"/>
                    <a:pt x="328867" y="730250"/>
                    <a:pt x="328868" y="736117"/>
                  </a:cubicBezTo>
                  <a:cubicBezTo>
                    <a:pt x="328868" y="736759"/>
                    <a:pt x="328868" y="737401"/>
                    <a:pt x="328868" y="738062"/>
                  </a:cubicBezTo>
                  <a:cubicBezTo>
                    <a:pt x="328870" y="758773"/>
                    <a:pt x="328880" y="779485"/>
                    <a:pt x="328893" y="800196"/>
                  </a:cubicBezTo>
                  <a:cubicBezTo>
                    <a:pt x="328906" y="821047"/>
                    <a:pt x="328913" y="841898"/>
                    <a:pt x="328910" y="862749"/>
                  </a:cubicBezTo>
                  <a:cubicBezTo>
                    <a:pt x="328909" y="865625"/>
                    <a:pt x="328909" y="868502"/>
                    <a:pt x="328908" y="871379"/>
                  </a:cubicBezTo>
                  <a:cubicBezTo>
                    <a:pt x="328908" y="871943"/>
                    <a:pt x="328908" y="872507"/>
                    <a:pt x="328908" y="873088"/>
                  </a:cubicBezTo>
                  <a:cubicBezTo>
                    <a:pt x="328907" y="882043"/>
                    <a:pt x="328914" y="890999"/>
                    <a:pt x="328924" y="899954"/>
                  </a:cubicBezTo>
                  <a:cubicBezTo>
                    <a:pt x="328933" y="908745"/>
                    <a:pt x="328935" y="917535"/>
                    <a:pt x="328928" y="926326"/>
                  </a:cubicBezTo>
                  <a:cubicBezTo>
                    <a:pt x="328925" y="931035"/>
                    <a:pt x="328925" y="935744"/>
                    <a:pt x="328935" y="940453"/>
                  </a:cubicBezTo>
                  <a:cubicBezTo>
                    <a:pt x="328944" y="944726"/>
                    <a:pt x="328943" y="949000"/>
                    <a:pt x="328933" y="953273"/>
                  </a:cubicBezTo>
                  <a:cubicBezTo>
                    <a:pt x="328931" y="954819"/>
                    <a:pt x="328934" y="956365"/>
                    <a:pt x="328940" y="957912"/>
                  </a:cubicBezTo>
                  <a:cubicBezTo>
                    <a:pt x="328948" y="959993"/>
                    <a:pt x="328942" y="962074"/>
                    <a:pt x="328933" y="964155"/>
                  </a:cubicBezTo>
                  <a:cubicBezTo>
                    <a:pt x="328939" y="964765"/>
                    <a:pt x="328944" y="965375"/>
                    <a:pt x="328950" y="966004"/>
                  </a:cubicBezTo>
                  <a:cubicBezTo>
                    <a:pt x="328934" y="967664"/>
                    <a:pt x="328934" y="967664"/>
                    <a:pt x="328656" y="970198"/>
                  </a:cubicBezTo>
                  <a:cubicBezTo>
                    <a:pt x="327919" y="970443"/>
                    <a:pt x="327183" y="970689"/>
                    <a:pt x="326424" y="970942"/>
                  </a:cubicBezTo>
                  <a:cubicBezTo>
                    <a:pt x="326209" y="971372"/>
                    <a:pt x="325994" y="971801"/>
                    <a:pt x="325772" y="972244"/>
                  </a:cubicBezTo>
                  <a:cubicBezTo>
                    <a:pt x="324935" y="973918"/>
                    <a:pt x="324935" y="973918"/>
                    <a:pt x="323261" y="975546"/>
                  </a:cubicBezTo>
                  <a:cubicBezTo>
                    <a:pt x="321047" y="977810"/>
                    <a:pt x="319522" y="980161"/>
                    <a:pt x="317886" y="982857"/>
                  </a:cubicBezTo>
                  <a:cubicBezTo>
                    <a:pt x="316635" y="984486"/>
                    <a:pt x="315618" y="984995"/>
                    <a:pt x="313773" y="985825"/>
                  </a:cubicBezTo>
                  <a:cubicBezTo>
                    <a:pt x="313263" y="986810"/>
                    <a:pt x="312770" y="987803"/>
                    <a:pt x="312285" y="988801"/>
                  </a:cubicBezTo>
                  <a:cubicBezTo>
                    <a:pt x="311060" y="990057"/>
                    <a:pt x="309820" y="991298"/>
                    <a:pt x="308564" y="992522"/>
                  </a:cubicBezTo>
                  <a:cubicBezTo>
                    <a:pt x="308073" y="993259"/>
                    <a:pt x="307582" y="993995"/>
                    <a:pt x="307076" y="994754"/>
                  </a:cubicBezTo>
                  <a:cubicBezTo>
                    <a:pt x="306339" y="995000"/>
                    <a:pt x="305602" y="995246"/>
                    <a:pt x="304843" y="995499"/>
                  </a:cubicBezTo>
                  <a:cubicBezTo>
                    <a:pt x="304721" y="995990"/>
                    <a:pt x="304598" y="996481"/>
                    <a:pt x="304471" y="996987"/>
                  </a:cubicBezTo>
                  <a:cubicBezTo>
                    <a:pt x="304349" y="997478"/>
                    <a:pt x="304226" y="997969"/>
                    <a:pt x="304099" y="998475"/>
                  </a:cubicBezTo>
                  <a:cubicBezTo>
                    <a:pt x="303363" y="998721"/>
                    <a:pt x="302626" y="998966"/>
                    <a:pt x="301867" y="999219"/>
                  </a:cubicBezTo>
                  <a:cubicBezTo>
                    <a:pt x="301621" y="999956"/>
                    <a:pt x="301376" y="1000693"/>
                    <a:pt x="301123" y="1001452"/>
                  </a:cubicBezTo>
                  <a:cubicBezTo>
                    <a:pt x="299842" y="1002657"/>
                    <a:pt x="298482" y="1003713"/>
                    <a:pt x="297100" y="1004800"/>
                  </a:cubicBezTo>
                  <a:cubicBezTo>
                    <a:pt x="295714" y="1005928"/>
                    <a:pt x="295714" y="1005928"/>
                    <a:pt x="295170" y="1008149"/>
                  </a:cubicBezTo>
                  <a:cubicBezTo>
                    <a:pt x="294433" y="1008149"/>
                    <a:pt x="293696" y="1008149"/>
                    <a:pt x="292937" y="1008149"/>
                  </a:cubicBezTo>
                  <a:cubicBezTo>
                    <a:pt x="292937" y="1009377"/>
                    <a:pt x="292937" y="1010605"/>
                    <a:pt x="292937" y="1011870"/>
                  </a:cubicBezTo>
                  <a:cubicBezTo>
                    <a:pt x="260567" y="1011972"/>
                    <a:pt x="228196" y="1012050"/>
                    <a:pt x="195825" y="1012098"/>
                  </a:cubicBezTo>
                  <a:cubicBezTo>
                    <a:pt x="192006" y="1012103"/>
                    <a:pt x="188187" y="1012109"/>
                    <a:pt x="184368" y="1012115"/>
                  </a:cubicBezTo>
                  <a:cubicBezTo>
                    <a:pt x="183608" y="1012116"/>
                    <a:pt x="182848" y="1012117"/>
                    <a:pt x="182064" y="1012118"/>
                  </a:cubicBezTo>
                  <a:cubicBezTo>
                    <a:pt x="169743" y="1012138"/>
                    <a:pt x="157421" y="1012173"/>
                    <a:pt x="145100" y="1012214"/>
                  </a:cubicBezTo>
                  <a:cubicBezTo>
                    <a:pt x="132463" y="1012256"/>
                    <a:pt x="119826" y="1012281"/>
                    <a:pt x="107189" y="1012290"/>
                  </a:cubicBezTo>
                  <a:cubicBezTo>
                    <a:pt x="99387" y="1012296"/>
                    <a:pt x="91586" y="1012315"/>
                    <a:pt x="83784" y="1012352"/>
                  </a:cubicBezTo>
                  <a:cubicBezTo>
                    <a:pt x="78439" y="1012375"/>
                    <a:pt x="73094" y="1012382"/>
                    <a:pt x="67748" y="1012376"/>
                  </a:cubicBezTo>
                  <a:cubicBezTo>
                    <a:pt x="64661" y="1012374"/>
                    <a:pt x="61575" y="1012378"/>
                    <a:pt x="58488" y="1012402"/>
                  </a:cubicBezTo>
                  <a:cubicBezTo>
                    <a:pt x="55664" y="1012424"/>
                    <a:pt x="52840" y="1012425"/>
                    <a:pt x="50016" y="1012409"/>
                  </a:cubicBezTo>
                  <a:cubicBezTo>
                    <a:pt x="48506" y="1012407"/>
                    <a:pt x="46996" y="1012426"/>
                    <a:pt x="45486" y="1012446"/>
                  </a:cubicBezTo>
                  <a:cubicBezTo>
                    <a:pt x="39110" y="1012382"/>
                    <a:pt x="39110" y="1012382"/>
                    <a:pt x="37166" y="1010892"/>
                  </a:cubicBezTo>
                  <a:cubicBezTo>
                    <a:pt x="36038" y="1009286"/>
                    <a:pt x="35465" y="1007890"/>
                    <a:pt x="35465" y="1005916"/>
                  </a:cubicBezTo>
                  <a:cubicBezTo>
                    <a:pt x="34866" y="1005702"/>
                    <a:pt x="34267" y="1005487"/>
                    <a:pt x="33651" y="1005265"/>
                  </a:cubicBezTo>
                  <a:cubicBezTo>
                    <a:pt x="33021" y="1004989"/>
                    <a:pt x="32392" y="1004713"/>
                    <a:pt x="31744" y="1004428"/>
                  </a:cubicBezTo>
                  <a:cubicBezTo>
                    <a:pt x="31279" y="1002893"/>
                    <a:pt x="31279" y="1002893"/>
                    <a:pt x="31000" y="1001452"/>
                  </a:cubicBezTo>
                  <a:cubicBezTo>
                    <a:pt x="30263" y="1001206"/>
                    <a:pt x="29526" y="1000961"/>
                    <a:pt x="28767" y="1000708"/>
                  </a:cubicBezTo>
                  <a:cubicBezTo>
                    <a:pt x="28498" y="999721"/>
                    <a:pt x="28248" y="998729"/>
                    <a:pt x="28023" y="997731"/>
                  </a:cubicBezTo>
                  <a:cubicBezTo>
                    <a:pt x="27532" y="997731"/>
                    <a:pt x="27041" y="997731"/>
                    <a:pt x="26535" y="997731"/>
                  </a:cubicBezTo>
                  <a:cubicBezTo>
                    <a:pt x="22987" y="994529"/>
                    <a:pt x="22987" y="994529"/>
                    <a:pt x="22070" y="991778"/>
                  </a:cubicBezTo>
                  <a:cubicBezTo>
                    <a:pt x="21579" y="991532"/>
                    <a:pt x="21088" y="991287"/>
                    <a:pt x="20582" y="991034"/>
                  </a:cubicBezTo>
                  <a:cubicBezTo>
                    <a:pt x="20398" y="990604"/>
                    <a:pt x="20213" y="990174"/>
                    <a:pt x="20024" y="989731"/>
                  </a:cubicBezTo>
                  <a:cubicBezTo>
                    <a:pt x="18709" y="987364"/>
                    <a:pt x="16697" y="986053"/>
                    <a:pt x="14629" y="984336"/>
                  </a:cubicBezTo>
                  <a:cubicBezTo>
                    <a:pt x="14383" y="983600"/>
                    <a:pt x="14137" y="982863"/>
                    <a:pt x="13884" y="982104"/>
                  </a:cubicBezTo>
                  <a:cubicBezTo>
                    <a:pt x="13148" y="981858"/>
                    <a:pt x="12411" y="981613"/>
                    <a:pt x="11652" y="981360"/>
                  </a:cubicBezTo>
                  <a:cubicBezTo>
                    <a:pt x="11545" y="980869"/>
                    <a:pt x="11437" y="980378"/>
                    <a:pt x="11326" y="979872"/>
                  </a:cubicBezTo>
                  <a:cubicBezTo>
                    <a:pt x="11188" y="979381"/>
                    <a:pt x="11050" y="978889"/>
                    <a:pt x="10908" y="978383"/>
                  </a:cubicBezTo>
                  <a:cubicBezTo>
                    <a:pt x="9923" y="978106"/>
                    <a:pt x="8930" y="977858"/>
                    <a:pt x="7931" y="977639"/>
                  </a:cubicBezTo>
                  <a:cubicBezTo>
                    <a:pt x="7563" y="976534"/>
                    <a:pt x="7563" y="976534"/>
                    <a:pt x="7187" y="975407"/>
                  </a:cubicBezTo>
                  <a:cubicBezTo>
                    <a:pt x="6696" y="975161"/>
                    <a:pt x="6205" y="974916"/>
                    <a:pt x="5699" y="974663"/>
                  </a:cubicBezTo>
                  <a:cubicBezTo>
                    <a:pt x="5331" y="973558"/>
                    <a:pt x="5331" y="973558"/>
                    <a:pt x="4955" y="972430"/>
                  </a:cubicBezTo>
                  <a:cubicBezTo>
                    <a:pt x="4571" y="972046"/>
                    <a:pt x="4187" y="971663"/>
                    <a:pt x="3792" y="971267"/>
                  </a:cubicBezTo>
                  <a:cubicBezTo>
                    <a:pt x="2722" y="970198"/>
                    <a:pt x="2722" y="970198"/>
                    <a:pt x="2722" y="968709"/>
                  </a:cubicBezTo>
                  <a:cubicBezTo>
                    <a:pt x="1986" y="968709"/>
                    <a:pt x="1249" y="968709"/>
                    <a:pt x="490" y="968709"/>
                  </a:cubicBezTo>
                  <a:cubicBezTo>
                    <a:pt x="469" y="940449"/>
                    <a:pt x="450" y="912188"/>
                    <a:pt x="431" y="883928"/>
                  </a:cubicBezTo>
                  <a:cubicBezTo>
                    <a:pt x="430" y="883375"/>
                    <a:pt x="430" y="882822"/>
                    <a:pt x="430" y="882252"/>
                  </a:cubicBezTo>
                  <a:cubicBezTo>
                    <a:pt x="390" y="823011"/>
                    <a:pt x="356" y="763770"/>
                    <a:pt x="332" y="704529"/>
                  </a:cubicBezTo>
                  <a:cubicBezTo>
                    <a:pt x="332" y="703214"/>
                    <a:pt x="331" y="701898"/>
                    <a:pt x="331" y="700583"/>
                  </a:cubicBezTo>
                  <a:cubicBezTo>
                    <a:pt x="320" y="672970"/>
                    <a:pt x="310" y="645358"/>
                    <a:pt x="301" y="617746"/>
                  </a:cubicBezTo>
                  <a:cubicBezTo>
                    <a:pt x="296" y="603875"/>
                    <a:pt x="291" y="590005"/>
                    <a:pt x="286" y="576135"/>
                  </a:cubicBezTo>
                  <a:cubicBezTo>
                    <a:pt x="286" y="574043"/>
                    <a:pt x="285" y="571951"/>
                    <a:pt x="284" y="569858"/>
                  </a:cubicBezTo>
                  <a:cubicBezTo>
                    <a:pt x="273" y="537631"/>
                    <a:pt x="258" y="505404"/>
                    <a:pt x="234" y="473177"/>
                  </a:cubicBezTo>
                  <a:cubicBezTo>
                    <a:pt x="234" y="472484"/>
                    <a:pt x="233" y="471791"/>
                    <a:pt x="233" y="471076"/>
                  </a:cubicBezTo>
                  <a:cubicBezTo>
                    <a:pt x="225" y="459900"/>
                    <a:pt x="216" y="448724"/>
                    <a:pt x="208" y="437547"/>
                  </a:cubicBezTo>
                  <a:cubicBezTo>
                    <a:pt x="183" y="405365"/>
                    <a:pt x="160" y="373182"/>
                    <a:pt x="151" y="341000"/>
                  </a:cubicBezTo>
                  <a:cubicBezTo>
                    <a:pt x="151" y="340339"/>
                    <a:pt x="150" y="339677"/>
                    <a:pt x="150" y="338996"/>
                  </a:cubicBezTo>
                  <a:cubicBezTo>
                    <a:pt x="146" y="324476"/>
                    <a:pt x="143" y="309957"/>
                    <a:pt x="140" y="295437"/>
                  </a:cubicBezTo>
                  <a:cubicBezTo>
                    <a:pt x="139" y="289596"/>
                    <a:pt x="138" y="283754"/>
                    <a:pt x="137" y="277912"/>
                  </a:cubicBezTo>
                  <a:cubicBezTo>
                    <a:pt x="137" y="277273"/>
                    <a:pt x="137" y="276634"/>
                    <a:pt x="137" y="275975"/>
                  </a:cubicBezTo>
                  <a:cubicBezTo>
                    <a:pt x="132" y="255358"/>
                    <a:pt x="117" y="234741"/>
                    <a:pt x="94" y="214124"/>
                  </a:cubicBezTo>
                  <a:cubicBezTo>
                    <a:pt x="72" y="193364"/>
                    <a:pt x="62" y="172604"/>
                    <a:pt x="67" y="151844"/>
                  </a:cubicBezTo>
                  <a:cubicBezTo>
                    <a:pt x="68" y="148978"/>
                    <a:pt x="69" y="146112"/>
                    <a:pt x="69" y="143246"/>
                  </a:cubicBezTo>
                  <a:cubicBezTo>
                    <a:pt x="69" y="142404"/>
                    <a:pt x="69" y="142404"/>
                    <a:pt x="69" y="141544"/>
                  </a:cubicBezTo>
                  <a:cubicBezTo>
                    <a:pt x="71" y="132632"/>
                    <a:pt x="60" y="123719"/>
                    <a:pt x="43" y="114807"/>
                  </a:cubicBezTo>
                  <a:cubicBezTo>
                    <a:pt x="28" y="106053"/>
                    <a:pt x="25" y="97299"/>
                    <a:pt x="37" y="88545"/>
                  </a:cubicBezTo>
                  <a:cubicBezTo>
                    <a:pt x="42" y="83859"/>
                    <a:pt x="42" y="79172"/>
                    <a:pt x="25" y="74485"/>
                  </a:cubicBezTo>
                  <a:cubicBezTo>
                    <a:pt x="10" y="70228"/>
                    <a:pt x="12" y="65971"/>
                    <a:pt x="28" y="61714"/>
                  </a:cubicBezTo>
                  <a:cubicBezTo>
                    <a:pt x="31" y="60177"/>
                    <a:pt x="27" y="58640"/>
                    <a:pt x="17" y="57103"/>
                  </a:cubicBezTo>
                  <a:cubicBezTo>
                    <a:pt x="3" y="55027"/>
                    <a:pt x="13" y="52952"/>
                    <a:pt x="28" y="50875"/>
                  </a:cubicBezTo>
                  <a:cubicBezTo>
                    <a:pt x="18" y="50275"/>
                    <a:pt x="9" y="49675"/>
                    <a:pt x="0" y="49057"/>
                  </a:cubicBezTo>
                  <a:cubicBezTo>
                    <a:pt x="47" y="46042"/>
                    <a:pt x="309" y="44700"/>
                    <a:pt x="2286" y="42367"/>
                  </a:cubicBezTo>
                  <a:cubicBezTo>
                    <a:pt x="2921" y="41839"/>
                    <a:pt x="3556" y="41310"/>
                    <a:pt x="4211" y="40766"/>
                  </a:cubicBezTo>
                  <a:cubicBezTo>
                    <a:pt x="4702" y="40030"/>
                    <a:pt x="5193" y="39293"/>
                    <a:pt x="5699" y="38534"/>
                  </a:cubicBezTo>
                  <a:cubicBezTo>
                    <a:pt x="6681" y="38534"/>
                    <a:pt x="7663" y="38534"/>
                    <a:pt x="8675" y="38534"/>
                  </a:cubicBezTo>
                  <a:cubicBezTo>
                    <a:pt x="9535" y="36695"/>
                    <a:pt x="9535" y="36695"/>
                    <a:pt x="10164" y="34813"/>
                  </a:cubicBezTo>
                  <a:cubicBezTo>
                    <a:pt x="10655" y="34813"/>
                    <a:pt x="11146" y="34813"/>
                    <a:pt x="11652" y="34813"/>
                  </a:cubicBezTo>
                  <a:cubicBezTo>
                    <a:pt x="11652" y="33831"/>
                    <a:pt x="11652" y="32849"/>
                    <a:pt x="11652" y="31837"/>
                  </a:cubicBezTo>
                  <a:cubicBezTo>
                    <a:pt x="12757" y="31468"/>
                    <a:pt x="12757" y="31468"/>
                    <a:pt x="13884" y="31092"/>
                  </a:cubicBezTo>
                  <a:cubicBezTo>
                    <a:pt x="14130" y="30356"/>
                    <a:pt x="14376" y="29619"/>
                    <a:pt x="14629" y="28860"/>
                  </a:cubicBezTo>
                  <a:cubicBezTo>
                    <a:pt x="15734" y="28492"/>
                    <a:pt x="15734" y="28492"/>
                    <a:pt x="16861" y="28116"/>
                  </a:cubicBezTo>
                  <a:cubicBezTo>
                    <a:pt x="17369" y="27130"/>
                    <a:pt x="17866" y="26138"/>
                    <a:pt x="18349" y="25139"/>
                  </a:cubicBezTo>
                  <a:cubicBezTo>
                    <a:pt x="18840" y="25139"/>
                    <a:pt x="19332" y="25139"/>
                    <a:pt x="19838" y="25139"/>
                  </a:cubicBezTo>
                  <a:cubicBezTo>
                    <a:pt x="20037" y="24602"/>
                    <a:pt x="20237" y="24065"/>
                    <a:pt x="20442" y="23511"/>
                  </a:cubicBezTo>
                  <a:cubicBezTo>
                    <a:pt x="21528" y="20939"/>
                    <a:pt x="23034" y="19615"/>
                    <a:pt x="25047" y="17698"/>
                  </a:cubicBezTo>
                  <a:cubicBezTo>
                    <a:pt x="26798" y="15655"/>
                    <a:pt x="27915" y="14303"/>
                    <a:pt x="28767" y="11745"/>
                  </a:cubicBezTo>
                  <a:cubicBezTo>
                    <a:pt x="30007" y="11001"/>
                    <a:pt x="31248" y="10256"/>
                    <a:pt x="32488" y="9512"/>
                  </a:cubicBezTo>
                  <a:cubicBezTo>
                    <a:pt x="32734" y="8776"/>
                    <a:pt x="32979" y="8039"/>
                    <a:pt x="33232" y="7280"/>
                  </a:cubicBezTo>
                  <a:cubicBezTo>
                    <a:pt x="33570" y="6958"/>
                    <a:pt x="33907" y="6635"/>
                    <a:pt x="34255" y="6303"/>
                  </a:cubicBezTo>
                  <a:cubicBezTo>
                    <a:pt x="35665" y="5048"/>
                    <a:pt x="35665" y="5048"/>
                    <a:pt x="36036" y="2771"/>
                  </a:cubicBezTo>
                  <a:cubicBezTo>
                    <a:pt x="37697" y="583"/>
                    <a:pt x="37697" y="583"/>
                    <a:pt x="39569" y="167"/>
                  </a:cubicBezTo>
                  <a:cubicBezTo>
                    <a:pt x="42259" y="6"/>
                    <a:pt x="44930" y="-5"/>
                    <a:pt x="47622" y="26"/>
                  </a:cubicBezTo>
                  <a:cubicBezTo>
                    <a:pt x="48673" y="22"/>
                    <a:pt x="49724" y="16"/>
                    <a:pt x="50775" y="8"/>
                  </a:cubicBezTo>
                  <a:close/>
                </a:path>
              </a:pathLst>
            </a:custGeom>
            <a:grpFill/>
            <a:ln w="744" cap="flat">
              <a:noFill/>
              <a:prstDash val="solid"/>
              <a:miter/>
            </a:ln>
          </p:spPr>
          <p:txBody>
            <a:bodyPr rtlCol="0" anchor="ctr"/>
            <a:lstStyle/>
            <a:p>
              <a:endParaRPr lang="zh-CN" altLang="en-US"/>
            </a:p>
          </p:txBody>
        </p:sp>
        <p:sp>
          <p:nvSpPr>
            <p:cNvPr id="134" name="任意多边形: 形状 133"/>
            <p:cNvSpPr/>
            <p:nvPr/>
          </p:nvSpPr>
          <p:spPr>
            <a:xfrm>
              <a:off x="2722535" y="610574"/>
              <a:ext cx="311342" cy="1011320"/>
            </a:xfrm>
            <a:custGeom>
              <a:avLst/>
              <a:gdLst>
                <a:gd name="connsiteX0" fmla="*/ 78985 w 311346"/>
                <a:gd name="connsiteY0" fmla="*/ 550659 h 1011287"/>
                <a:gd name="connsiteX1" fmla="*/ 78985 w 311346"/>
                <a:gd name="connsiteY1" fmla="*/ 921241 h 1011287"/>
                <a:gd name="connsiteX2" fmla="*/ 86199 w 311346"/>
                <a:gd name="connsiteY2" fmla="*/ 920397 h 1011287"/>
                <a:gd name="connsiteX3" fmla="*/ 87908 w 311346"/>
                <a:gd name="connsiteY3" fmla="*/ 920402 h 1011287"/>
                <a:gd name="connsiteX4" fmla="*/ 93707 w 311346"/>
                <a:gd name="connsiteY4" fmla="*/ 920398 h 1011287"/>
                <a:gd name="connsiteX5" fmla="*/ 97962 w 311346"/>
                <a:gd name="connsiteY5" fmla="*/ 920399 h 1011287"/>
                <a:gd name="connsiteX6" fmla="*/ 109540 w 311346"/>
                <a:gd name="connsiteY6" fmla="*/ 920395 h 1011287"/>
                <a:gd name="connsiteX7" fmla="*/ 121851 w 311346"/>
                <a:gd name="connsiteY7" fmla="*/ 920397 h 1011287"/>
                <a:gd name="connsiteX8" fmla="*/ 142442 w 311346"/>
                <a:gd name="connsiteY8" fmla="*/ 920398 h 1011287"/>
                <a:gd name="connsiteX9" fmla="*/ 166458 w 311346"/>
                <a:gd name="connsiteY9" fmla="*/ 920400 h 1011287"/>
                <a:gd name="connsiteX10" fmla="*/ 187217 w 311346"/>
                <a:gd name="connsiteY10" fmla="*/ 920396 h 1011287"/>
                <a:gd name="connsiteX11" fmla="*/ 199572 w 311346"/>
                <a:gd name="connsiteY11" fmla="*/ 920397 h 1011287"/>
                <a:gd name="connsiteX12" fmla="*/ 211398 w 311346"/>
                <a:gd name="connsiteY12" fmla="*/ 920397 h 1011287"/>
                <a:gd name="connsiteX13" fmla="*/ 215739 w 311346"/>
                <a:gd name="connsiteY13" fmla="*/ 920401 h 1011287"/>
                <a:gd name="connsiteX14" fmla="*/ 221820 w 311346"/>
                <a:gd name="connsiteY14" fmla="*/ 920399 h 1011287"/>
                <a:gd name="connsiteX15" fmla="*/ 223638 w 311346"/>
                <a:gd name="connsiteY15" fmla="*/ 920402 h 1011287"/>
                <a:gd name="connsiteX16" fmla="*/ 229301 w 311346"/>
                <a:gd name="connsiteY16" fmla="*/ 920497 h 1011287"/>
                <a:gd name="connsiteX17" fmla="*/ 232278 w 311346"/>
                <a:gd name="connsiteY17" fmla="*/ 921241 h 1011287"/>
                <a:gd name="connsiteX18" fmla="*/ 232467 w 311346"/>
                <a:gd name="connsiteY18" fmla="*/ 791987 h 1011287"/>
                <a:gd name="connsiteX19" fmla="*/ 232481 w 311346"/>
                <a:gd name="connsiteY19" fmla="*/ 776583 h 1011287"/>
                <a:gd name="connsiteX20" fmla="*/ 232482 w 311346"/>
                <a:gd name="connsiteY20" fmla="*/ 775034 h 1011287"/>
                <a:gd name="connsiteX21" fmla="*/ 232559 w 311346"/>
                <a:gd name="connsiteY21" fmla="*/ 725241 h 1011287"/>
                <a:gd name="connsiteX22" fmla="*/ 232627 w 311346"/>
                <a:gd name="connsiteY22" fmla="*/ 673997 h 1011287"/>
                <a:gd name="connsiteX23" fmla="*/ 232671 w 311346"/>
                <a:gd name="connsiteY23" fmla="*/ 642408 h 1011287"/>
                <a:gd name="connsiteX24" fmla="*/ 232702 w 311346"/>
                <a:gd name="connsiteY24" fmla="*/ 620561 h 1011287"/>
                <a:gd name="connsiteX25" fmla="*/ 232710 w 311346"/>
                <a:gd name="connsiteY25" fmla="*/ 607962 h 1011287"/>
                <a:gd name="connsiteX26" fmla="*/ 232735 w 311346"/>
                <a:gd name="connsiteY26" fmla="*/ 596259 h 1011287"/>
                <a:gd name="connsiteX27" fmla="*/ 232725 w 311346"/>
                <a:gd name="connsiteY27" fmla="*/ 592021 h 1011287"/>
                <a:gd name="connsiteX28" fmla="*/ 232749 w 311346"/>
                <a:gd name="connsiteY28" fmla="*/ 586128 h 1011287"/>
                <a:gd name="connsiteX29" fmla="*/ 232736 w 311346"/>
                <a:gd name="connsiteY29" fmla="*/ 584374 h 1011287"/>
                <a:gd name="connsiteX30" fmla="*/ 232278 w 311346"/>
                <a:gd name="connsiteY30" fmla="*/ 578936 h 1011287"/>
                <a:gd name="connsiteX31" fmla="*/ 230389 w 311346"/>
                <a:gd name="connsiteY31" fmla="*/ 578364 h 1011287"/>
                <a:gd name="connsiteX32" fmla="*/ 228557 w 311346"/>
                <a:gd name="connsiteY32" fmla="*/ 578192 h 1011287"/>
                <a:gd name="connsiteX33" fmla="*/ 228557 w 311346"/>
                <a:gd name="connsiteY33" fmla="*/ 575960 h 1011287"/>
                <a:gd name="connsiteX34" fmla="*/ 223767 w 311346"/>
                <a:gd name="connsiteY34" fmla="*/ 571495 h 1011287"/>
                <a:gd name="connsiteX35" fmla="*/ 219508 w 311346"/>
                <a:gd name="connsiteY35" fmla="*/ 567681 h 1011287"/>
                <a:gd name="connsiteX36" fmla="*/ 218139 w 311346"/>
                <a:gd name="connsiteY36" fmla="*/ 567030 h 1011287"/>
                <a:gd name="connsiteX37" fmla="*/ 214419 w 311346"/>
                <a:gd name="connsiteY37" fmla="*/ 562984 h 1011287"/>
                <a:gd name="connsiteX38" fmla="*/ 211442 w 311346"/>
                <a:gd name="connsiteY38" fmla="*/ 560333 h 1011287"/>
                <a:gd name="connsiteX39" fmla="*/ 210698 w 311346"/>
                <a:gd name="connsiteY39" fmla="*/ 558100 h 1011287"/>
                <a:gd name="connsiteX40" fmla="*/ 207721 w 311346"/>
                <a:gd name="connsiteY40" fmla="*/ 557356 h 1011287"/>
                <a:gd name="connsiteX41" fmla="*/ 207721 w 311346"/>
                <a:gd name="connsiteY41" fmla="*/ 555124 h 1011287"/>
                <a:gd name="connsiteX42" fmla="*/ 205861 w 311346"/>
                <a:gd name="connsiteY42" fmla="*/ 554752 h 1011287"/>
                <a:gd name="connsiteX43" fmla="*/ 204001 w 311346"/>
                <a:gd name="connsiteY43" fmla="*/ 554380 h 1011287"/>
                <a:gd name="connsiteX44" fmla="*/ 204001 w 311346"/>
                <a:gd name="connsiteY44" fmla="*/ 552147 h 1011287"/>
                <a:gd name="connsiteX45" fmla="*/ 78985 w 311346"/>
                <a:gd name="connsiteY45" fmla="*/ 550659 h 1011287"/>
                <a:gd name="connsiteX46" fmla="*/ 79730 w 311346"/>
                <a:gd name="connsiteY46" fmla="*/ 90907 h 1011287"/>
                <a:gd name="connsiteX47" fmla="*/ 78888 w 311346"/>
                <a:gd name="connsiteY47" fmla="*/ 95702 h 1011287"/>
                <a:gd name="connsiteX48" fmla="*/ 78894 w 311346"/>
                <a:gd name="connsiteY48" fmla="*/ 97484 h 1011287"/>
                <a:gd name="connsiteX49" fmla="*/ 78893 w 311346"/>
                <a:gd name="connsiteY49" fmla="*/ 103491 h 1011287"/>
                <a:gd name="connsiteX50" fmla="*/ 78896 w 311346"/>
                <a:gd name="connsiteY50" fmla="*/ 107941 h 1011287"/>
                <a:gd name="connsiteX51" fmla="*/ 78897 w 311346"/>
                <a:gd name="connsiteY51" fmla="*/ 120183 h 1011287"/>
                <a:gd name="connsiteX52" fmla="*/ 78901 w 311346"/>
                <a:gd name="connsiteY52" fmla="*/ 133580 h 1011287"/>
                <a:gd name="connsiteX53" fmla="*/ 78906 w 311346"/>
                <a:gd name="connsiteY53" fmla="*/ 158283 h 1011287"/>
                <a:gd name="connsiteX54" fmla="*/ 78915 w 311346"/>
                <a:gd name="connsiteY54" fmla="*/ 182885 h 1011287"/>
                <a:gd name="connsiteX55" fmla="*/ 78915 w 311346"/>
                <a:gd name="connsiteY55" fmla="*/ 184425 h 1011287"/>
                <a:gd name="connsiteX56" fmla="*/ 78916 w 311346"/>
                <a:gd name="connsiteY56" fmla="*/ 192174 h 1011287"/>
                <a:gd name="connsiteX57" fmla="*/ 78929 w 311346"/>
                <a:gd name="connsiteY57" fmla="*/ 247102 h 1011287"/>
                <a:gd name="connsiteX58" fmla="*/ 78944 w 311346"/>
                <a:gd name="connsiteY58" fmla="*/ 300575 h 1011287"/>
                <a:gd name="connsiteX59" fmla="*/ 78945 w 311346"/>
                <a:gd name="connsiteY59" fmla="*/ 302239 h 1011287"/>
                <a:gd name="connsiteX60" fmla="*/ 78947 w 311346"/>
                <a:gd name="connsiteY60" fmla="*/ 318802 h 1011287"/>
                <a:gd name="connsiteX61" fmla="*/ 78954 w 311346"/>
                <a:gd name="connsiteY61" fmla="*/ 352579 h 1011287"/>
                <a:gd name="connsiteX62" fmla="*/ 78954 w 311346"/>
                <a:gd name="connsiteY62" fmla="*/ 354149 h 1011287"/>
                <a:gd name="connsiteX63" fmla="*/ 78985 w 311346"/>
                <a:gd name="connsiteY63" fmla="*/ 459257 h 1011287"/>
                <a:gd name="connsiteX64" fmla="*/ 83385 w 311346"/>
                <a:gd name="connsiteY64" fmla="*/ 459247 h 1011287"/>
                <a:gd name="connsiteX65" fmla="*/ 86086 w 311346"/>
                <a:gd name="connsiteY65" fmla="*/ 459233 h 1011287"/>
                <a:gd name="connsiteX66" fmla="*/ 90859 w 311346"/>
                <a:gd name="connsiteY66" fmla="*/ 459209 h 1011287"/>
                <a:gd name="connsiteX67" fmla="*/ 92594 w 311346"/>
                <a:gd name="connsiteY67" fmla="*/ 459200 h 1011287"/>
                <a:gd name="connsiteX68" fmla="*/ 126643 w 311346"/>
                <a:gd name="connsiteY68" fmla="*/ 459016 h 1011287"/>
                <a:gd name="connsiteX69" fmla="*/ 148563 w 311346"/>
                <a:gd name="connsiteY69" fmla="*/ 458897 h 1011287"/>
                <a:gd name="connsiteX70" fmla="*/ 167846 w 311346"/>
                <a:gd name="connsiteY70" fmla="*/ 458795 h 1011287"/>
                <a:gd name="connsiteX71" fmla="*/ 178018 w 311346"/>
                <a:gd name="connsiteY71" fmla="*/ 458738 h 1011287"/>
                <a:gd name="connsiteX72" fmla="*/ 187755 w 311346"/>
                <a:gd name="connsiteY72" fmla="*/ 458688 h 1011287"/>
                <a:gd name="connsiteX73" fmla="*/ 191329 w 311346"/>
                <a:gd name="connsiteY73" fmla="*/ 458665 h 1011287"/>
                <a:gd name="connsiteX74" fmla="*/ 196335 w 311346"/>
                <a:gd name="connsiteY74" fmla="*/ 458641 h 1011287"/>
                <a:gd name="connsiteX75" fmla="*/ 197834 w 311346"/>
                <a:gd name="connsiteY75" fmla="*/ 458630 h 1011287"/>
                <a:gd name="connsiteX76" fmla="*/ 203257 w 311346"/>
                <a:gd name="connsiteY76" fmla="*/ 457768 h 1011287"/>
                <a:gd name="connsiteX77" fmla="*/ 204001 w 311346"/>
                <a:gd name="connsiteY77" fmla="*/ 454792 h 1011287"/>
                <a:gd name="connsiteX78" fmla="*/ 206978 w 311346"/>
                <a:gd name="connsiteY78" fmla="*/ 454792 h 1011287"/>
                <a:gd name="connsiteX79" fmla="*/ 209210 w 311346"/>
                <a:gd name="connsiteY79" fmla="*/ 451815 h 1011287"/>
                <a:gd name="connsiteX80" fmla="*/ 210698 w 311346"/>
                <a:gd name="connsiteY80" fmla="*/ 448839 h 1011287"/>
                <a:gd name="connsiteX81" fmla="*/ 212931 w 311346"/>
                <a:gd name="connsiteY81" fmla="*/ 448094 h 1011287"/>
                <a:gd name="connsiteX82" fmla="*/ 213349 w 311346"/>
                <a:gd name="connsiteY82" fmla="*/ 446560 h 1011287"/>
                <a:gd name="connsiteX83" fmla="*/ 213675 w 311346"/>
                <a:gd name="connsiteY83" fmla="*/ 445118 h 1011287"/>
                <a:gd name="connsiteX84" fmla="*/ 215163 w 311346"/>
                <a:gd name="connsiteY84" fmla="*/ 445118 h 1011287"/>
                <a:gd name="connsiteX85" fmla="*/ 216207 w 311346"/>
                <a:gd name="connsiteY85" fmla="*/ 444057 h 1011287"/>
                <a:gd name="connsiteX86" fmla="*/ 220791 w 311346"/>
                <a:gd name="connsiteY86" fmla="*/ 438735 h 1011287"/>
                <a:gd name="connsiteX87" fmla="*/ 224837 w 311346"/>
                <a:gd name="connsiteY87" fmla="*/ 433956 h 1011287"/>
                <a:gd name="connsiteX88" fmla="*/ 226325 w 311346"/>
                <a:gd name="connsiteY88" fmla="*/ 430979 h 1011287"/>
                <a:gd name="connsiteX89" fmla="*/ 229302 w 311346"/>
                <a:gd name="connsiteY89" fmla="*/ 430979 h 1011287"/>
                <a:gd name="connsiteX90" fmla="*/ 229302 w 311346"/>
                <a:gd name="connsiteY90" fmla="*/ 90907 h 1011287"/>
                <a:gd name="connsiteX91" fmla="*/ 222971 w 311346"/>
                <a:gd name="connsiteY91" fmla="*/ 91751 h 1011287"/>
                <a:gd name="connsiteX92" fmla="*/ 221274 w 311346"/>
                <a:gd name="connsiteY92" fmla="*/ 91746 h 1011287"/>
                <a:gd name="connsiteX93" fmla="*/ 215538 w 311346"/>
                <a:gd name="connsiteY93" fmla="*/ 91750 h 1011287"/>
                <a:gd name="connsiteX94" fmla="*/ 211325 w 311346"/>
                <a:gd name="connsiteY94" fmla="*/ 91749 h 1011287"/>
                <a:gd name="connsiteX95" fmla="*/ 199868 w 311346"/>
                <a:gd name="connsiteY95" fmla="*/ 91753 h 1011287"/>
                <a:gd name="connsiteX96" fmla="*/ 187681 w 311346"/>
                <a:gd name="connsiteY96" fmla="*/ 91751 h 1011287"/>
                <a:gd name="connsiteX97" fmla="*/ 167296 w 311346"/>
                <a:gd name="connsiteY97" fmla="*/ 91750 h 1011287"/>
                <a:gd name="connsiteX98" fmla="*/ 143522 w 311346"/>
                <a:gd name="connsiteY98" fmla="*/ 91748 h 1011287"/>
                <a:gd name="connsiteX99" fmla="*/ 122977 w 311346"/>
                <a:gd name="connsiteY99" fmla="*/ 91752 h 1011287"/>
                <a:gd name="connsiteX100" fmla="*/ 110747 w 311346"/>
                <a:gd name="connsiteY100" fmla="*/ 91751 h 1011287"/>
                <a:gd name="connsiteX101" fmla="*/ 99041 w 311346"/>
                <a:gd name="connsiteY101" fmla="*/ 91751 h 1011287"/>
                <a:gd name="connsiteX102" fmla="*/ 94740 w 311346"/>
                <a:gd name="connsiteY102" fmla="*/ 91747 h 1011287"/>
                <a:gd name="connsiteX103" fmla="*/ 88723 w 311346"/>
                <a:gd name="connsiteY103" fmla="*/ 91749 h 1011287"/>
                <a:gd name="connsiteX104" fmla="*/ 86919 w 311346"/>
                <a:gd name="connsiteY104" fmla="*/ 91746 h 1011287"/>
                <a:gd name="connsiteX105" fmla="*/ 81218 w 311346"/>
                <a:gd name="connsiteY105" fmla="*/ 91651 h 1011287"/>
                <a:gd name="connsiteX106" fmla="*/ 79730 w 311346"/>
                <a:gd name="connsiteY106" fmla="*/ 90907 h 1011287"/>
                <a:gd name="connsiteX107" fmla="*/ 0 w 311346"/>
                <a:gd name="connsiteY107" fmla="*/ 0 h 1011287"/>
                <a:gd name="connsiteX108" fmla="*/ 272355 w 311346"/>
                <a:gd name="connsiteY108" fmla="*/ 0 h 1011287"/>
                <a:gd name="connsiteX109" fmla="*/ 273100 w 311346"/>
                <a:gd name="connsiteY109" fmla="*/ 4465 h 1011287"/>
                <a:gd name="connsiteX110" fmla="*/ 274588 w 311346"/>
                <a:gd name="connsiteY110" fmla="*/ 4465 h 1011287"/>
                <a:gd name="connsiteX111" fmla="*/ 276820 w 311346"/>
                <a:gd name="connsiteY111" fmla="*/ 7395 h 1011287"/>
                <a:gd name="connsiteX112" fmla="*/ 280541 w 311346"/>
                <a:gd name="connsiteY112" fmla="*/ 11162 h 1011287"/>
                <a:gd name="connsiteX113" fmla="*/ 282029 w 311346"/>
                <a:gd name="connsiteY113" fmla="*/ 14139 h 1011287"/>
                <a:gd name="connsiteX114" fmla="*/ 283518 w 311346"/>
                <a:gd name="connsiteY114" fmla="*/ 14883 h 1011287"/>
                <a:gd name="connsiteX115" fmla="*/ 284262 w 311346"/>
                <a:gd name="connsiteY115" fmla="*/ 17115 h 1011287"/>
                <a:gd name="connsiteX116" fmla="*/ 286494 w 311346"/>
                <a:gd name="connsiteY116" fmla="*/ 17859 h 1011287"/>
                <a:gd name="connsiteX117" fmla="*/ 287238 w 311346"/>
                <a:gd name="connsiteY117" fmla="*/ 20092 h 1011287"/>
                <a:gd name="connsiteX118" fmla="*/ 289471 w 311346"/>
                <a:gd name="connsiteY118" fmla="*/ 20836 h 1011287"/>
                <a:gd name="connsiteX119" fmla="*/ 290215 w 311346"/>
                <a:gd name="connsiteY119" fmla="*/ 23812 h 1011287"/>
                <a:gd name="connsiteX120" fmla="*/ 291703 w 311346"/>
                <a:gd name="connsiteY120" fmla="*/ 24557 h 1011287"/>
                <a:gd name="connsiteX121" fmla="*/ 292447 w 311346"/>
                <a:gd name="connsiteY121" fmla="*/ 26789 h 1011287"/>
                <a:gd name="connsiteX122" fmla="*/ 293936 w 311346"/>
                <a:gd name="connsiteY122" fmla="*/ 27161 h 1011287"/>
                <a:gd name="connsiteX123" fmla="*/ 295424 w 311346"/>
                <a:gd name="connsiteY123" fmla="*/ 27533 h 1011287"/>
                <a:gd name="connsiteX124" fmla="*/ 296168 w 311346"/>
                <a:gd name="connsiteY124" fmla="*/ 29766 h 1011287"/>
                <a:gd name="connsiteX125" fmla="*/ 298400 w 311346"/>
                <a:gd name="connsiteY125" fmla="*/ 31998 h 1011287"/>
                <a:gd name="connsiteX126" fmla="*/ 302403 w 311346"/>
                <a:gd name="connsiteY126" fmla="*/ 36655 h 1011287"/>
                <a:gd name="connsiteX127" fmla="*/ 305098 w 311346"/>
                <a:gd name="connsiteY127" fmla="*/ 38695 h 1011287"/>
                <a:gd name="connsiteX128" fmla="*/ 305842 w 311346"/>
                <a:gd name="connsiteY128" fmla="*/ 40928 h 1011287"/>
                <a:gd name="connsiteX129" fmla="*/ 307353 w 311346"/>
                <a:gd name="connsiteY129" fmla="*/ 41399 h 1011287"/>
                <a:gd name="connsiteX130" fmla="*/ 308818 w 311346"/>
                <a:gd name="connsiteY130" fmla="*/ 42416 h 1011287"/>
                <a:gd name="connsiteX131" fmla="*/ 309191 w 311346"/>
                <a:gd name="connsiteY131" fmla="*/ 49012 h 1011287"/>
                <a:gd name="connsiteX132" fmla="*/ 309203 w 311346"/>
                <a:gd name="connsiteY132" fmla="*/ 51118 h 1011287"/>
                <a:gd name="connsiteX133" fmla="*/ 309191 w 311346"/>
                <a:gd name="connsiteY133" fmla="*/ 58184 h 1011287"/>
                <a:gd name="connsiteX134" fmla="*/ 309204 w 311346"/>
                <a:gd name="connsiteY134" fmla="*/ 63269 h 1011287"/>
                <a:gd name="connsiteX135" fmla="*/ 309197 w 311346"/>
                <a:gd name="connsiteY135" fmla="*/ 77305 h 1011287"/>
                <a:gd name="connsiteX136" fmla="*/ 309202 w 311346"/>
                <a:gd name="connsiteY136" fmla="*/ 90868 h 1011287"/>
                <a:gd name="connsiteX137" fmla="*/ 309199 w 311346"/>
                <a:gd name="connsiteY137" fmla="*/ 120333 h 1011287"/>
                <a:gd name="connsiteX138" fmla="*/ 309188 w 311346"/>
                <a:gd name="connsiteY138" fmla="*/ 146116 h 1011287"/>
                <a:gd name="connsiteX139" fmla="*/ 309188 w 311346"/>
                <a:gd name="connsiteY139" fmla="*/ 147841 h 1011287"/>
                <a:gd name="connsiteX140" fmla="*/ 309190 w 311346"/>
                <a:gd name="connsiteY140" fmla="*/ 154773 h 1011287"/>
                <a:gd name="connsiteX141" fmla="*/ 309164 w 311346"/>
                <a:gd name="connsiteY141" fmla="*/ 219845 h 1011287"/>
                <a:gd name="connsiteX142" fmla="*/ 309150 w 311346"/>
                <a:gd name="connsiteY142" fmla="*/ 277709 h 1011287"/>
                <a:gd name="connsiteX143" fmla="*/ 309156 w 311346"/>
                <a:gd name="connsiteY143" fmla="*/ 292526 h 1011287"/>
                <a:gd name="connsiteX144" fmla="*/ 309157 w 311346"/>
                <a:gd name="connsiteY144" fmla="*/ 294368 h 1011287"/>
                <a:gd name="connsiteX145" fmla="*/ 309149 w 311346"/>
                <a:gd name="connsiteY145" fmla="*/ 342663 h 1011287"/>
                <a:gd name="connsiteX146" fmla="*/ 309147 w 311346"/>
                <a:gd name="connsiteY146" fmla="*/ 347856 h 1011287"/>
                <a:gd name="connsiteX147" fmla="*/ 309145 w 311346"/>
                <a:gd name="connsiteY147" fmla="*/ 351302 h 1011287"/>
                <a:gd name="connsiteX148" fmla="*/ 309145 w 311346"/>
                <a:gd name="connsiteY148" fmla="*/ 377076 h 1011287"/>
                <a:gd name="connsiteX149" fmla="*/ 309130 w 311346"/>
                <a:gd name="connsiteY149" fmla="*/ 406369 h 1011287"/>
                <a:gd name="connsiteX150" fmla="*/ 309125 w 311346"/>
                <a:gd name="connsiteY150" fmla="*/ 421330 h 1011287"/>
                <a:gd name="connsiteX151" fmla="*/ 309111 w 311346"/>
                <a:gd name="connsiteY151" fmla="*/ 435002 h 1011287"/>
                <a:gd name="connsiteX152" fmla="*/ 309114 w 311346"/>
                <a:gd name="connsiteY152" fmla="*/ 439971 h 1011287"/>
                <a:gd name="connsiteX153" fmla="*/ 309101 w 311346"/>
                <a:gd name="connsiteY153" fmla="*/ 446679 h 1011287"/>
                <a:gd name="connsiteX154" fmla="*/ 309117 w 311346"/>
                <a:gd name="connsiteY154" fmla="*/ 448669 h 1011287"/>
                <a:gd name="connsiteX155" fmla="*/ 308818 w 311346"/>
                <a:gd name="connsiteY155" fmla="*/ 453182 h 1011287"/>
                <a:gd name="connsiteX156" fmla="*/ 306586 w 311346"/>
                <a:gd name="connsiteY156" fmla="*/ 453926 h 1011287"/>
                <a:gd name="connsiteX157" fmla="*/ 306214 w 311346"/>
                <a:gd name="connsiteY157" fmla="*/ 457274 h 1011287"/>
                <a:gd name="connsiteX158" fmla="*/ 305842 w 311346"/>
                <a:gd name="connsiteY158" fmla="*/ 460623 h 1011287"/>
                <a:gd name="connsiteX159" fmla="*/ 303609 w 311346"/>
                <a:gd name="connsiteY159" fmla="*/ 461367 h 1011287"/>
                <a:gd name="connsiteX160" fmla="*/ 303098 w 311346"/>
                <a:gd name="connsiteY160" fmla="*/ 464390 h 1011287"/>
                <a:gd name="connsiteX161" fmla="*/ 302865 w 311346"/>
                <a:gd name="connsiteY161" fmla="*/ 467320 h 1011287"/>
                <a:gd name="connsiteX162" fmla="*/ 300633 w 311346"/>
                <a:gd name="connsiteY162" fmla="*/ 467320 h 1011287"/>
                <a:gd name="connsiteX163" fmla="*/ 300819 w 311346"/>
                <a:gd name="connsiteY163" fmla="*/ 470250 h 1011287"/>
                <a:gd name="connsiteX164" fmla="*/ 300633 w 311346"/>
                <a:gd name="connsiteY164" fmla="*/ 473273 h 1011287"/>
                <a:gd name="connsiteX165" fmla="*/ 299145 w 311346"/>
                <a:gd name="connsiteY165" fmla="*/ 473599 h 1011287"/>
                <a:gd name="connsiteX166" fmla="*/ 297656 w 311346"/>
                <a:gd name="connsiteY166" fmla="*/ 474018 h 1011287"/>
                <a:gd name="connsiteX167" fmla="*/ 297470 w 311346"/>
                <a:gd name="connsiteY167" fmla="*/ 477785 h 1011287"/>
                <a:gd name="connsiteX168" fmla="*/ 297552 w 311346"/>
                <a:gd name="connsiteY168" fmla="*/ 479857 h 1011287"/>
                <a:gd name="connsiteX169" fmla="*/ 297656 w 311346"/>
                <a:gd name="connsiteY169" fmla="*/ 481459 h 1011287"/>
                <a:gd name="connsiteX170" fmla="*/ 294680 w 311346"/>
                <a:gd name="connsiteY170" fmla="*/ 481459 h 1011287"/>
                <a:gd name="connsiteX171" fmla="*/ 293191 w 311346"/>
                <a:gd name="connsiteY171" fmla="*/ 485180 h 1011287"/>
                <a:gd name="connsiteX172" fmla="*/ 291703 w 311346"/>
                <a:gd name="connsiteY172" fmla="*/ 485180 h 1011287"/>
                <a:gd name="connsiteX173" fmla="*/ 290959 w 311346"/>
                <a:gd name="connsiteY173" fmla="*/ 488156 h 1011287"/>
                <a:gd name="connsiteX174" fmla="*/ 289471 w 311346"/>
                <a:gd name="connsiteY174" fmla="*/ 488900 h 1011287"/>
                <a:gd name="connsiteX175" fmla="*/ 288820 w 311346"/>
                <a:gd name="connsiteY175" fmla="*/ 490342 h 1011287"/>
                <a:gd name="connsiteX176" fmla="*/ 285006 w 311346"/>
                <a:gd name="connsiteY176" fmla="*/ 493365 h 1011287"/>
                <a:gd name="connsiteX177" fmla="*/ 283518 w 311346"/>
                <a:gd name="connsiteY177" fmla="*/ 496342 h 1011287"/>
                <a:gd name="connsiteX178" fmla="*/ 282029 w 311346"/>
                <a:gd name="connsiteY178" fmla="*/ 496342 h 1011287"/>
                <a:gd name="connsiteX179" fmla="*/ 280541 w 311346"/>
                <a:gd name="connsiteY179" fmla="*/ 500062 h 1011287"/>
                <a:gd name="connsiteX180" fmla="*/ 276820 w 311346"/>
                <a:gd name="connsiteY180" fmla="*/ 503039 h 1011287"/>
                <a:gd name="connsiteX181" fmla="*/ 281285 w 311346"/>
                <a:gd name="connsiteY181" fmla="*/ 506760 h 1011287"/>
                <a:gd name="connsiteX182" fmla="*/ 282029 w 311346"/>
                <a:gd name="connsiteY182" fmla="*/ 508992 h 1011287"/>
                <a:gd name="connsiteX183" fmla="*/ 284262 w 311346"/>
                <a:gd name="connsiteY183" fmla="*/ 508992 h 1011287"/>
                <a:gd name="connsiteX184" fmla="*/ 285750 w 311346"/>
                <a:gd name="connsiteY184" fmla="*/ 511969 h 1011287"/>
                <a:gd name="connsiteX185" fmla="*/ 288773 w 311346"/>
                <a:gd name="connsiteY185" fmla="*/ 514620 h 1011287"/>
                <a:gd name="connsiteX186" fmla="*/ 292447 w 311346"/>
                <a:gd name="connsiteY186" fmla="*/ 519410 h 1011287"/>
                <a:gd name="connsiteX187" fmla="*/ 294680 w 311346"/>
                <a:gd name="connsiteY187" fmla="*/ 520154 h 1011287"/>
                <a:gd name="connsiteX188" fmla="*/ 295424 w 311346"/>
                <a:gd name="connsiteY188" fmla="*/ 522387 h 1011287"/>
                <a:gd name="connsiteX189" fmla="*/ 297656 w 311346"/>
                <a:gd name="connsiteY189" fmla="*/ 523131 h 1011287"/>
                <a:gd name="connsiteX190" fmla="*/ 298400 w 311346"/>
                <a:gd name="connsiteY190" fmla="*/ 527596 h 1011287"/>
                <a:gd name="connsiteX191" fmla="*/ 300633 w 311346"/>
                <a:gd name="connsiteY191" fmla="*/ 529084 h 1011287"/>
                <a:gd name="connsiteX192" fmla="*/ 301377 w 311346"/>
                <a:gd name="connsiteY192" fmla="*/ 534293 h 1011287"/>
                <a:gd name="connsiteX193" fmla="*/ 302865 w 311346"/>
                <a:gd name="connsiteY193" fmla="*/ 535037 h 1011287"/>
                <a:gd name="connsiteX194" fmla="*/ 303191 w 311346"/>
                <a:gd name="connsiteY194" fmla="*/ 537642 h 1011287"/>
                <a:gd name="connsiteX195" fmla="*/ 303609 w 311346"/>
                <a:gd name="connsiteY195" fmla="*/ 540246 h 1011287"/>
                <a:gd name="connsiteX196" fmla="*/ 305842 w 311346"/>
                <a:gd name="connsiteY196" fmla="*/ 540990 h 1011287"/>
                <a:gd name="connsiteX197" fmla="*/ 306214 w 311346"/>
                <a:gd name="connsiteY197" fmla="*/ 544246 h 1011287"/>
                <a:gd name="connsiteX198" fmla="*/ 307699 w 311346"/>
                <a:gd name="connsiteY198" fmla="*/ 548897 h 1011287"/>
                <a:gd name="connsiteX199" fmla="*/ 308818 w 311346"/>
                <a:gd name="connsiteY199" fmla="*/ 549920 h 1011287"/>
                <a:gd name="connsiteX200" fmla="*/ 309563 w 311346"/>
                <a:gd name="connsiteY200" fmla="*/ 553641 h 1011287"/>
                <a:gd name="connsiteX201" fmla="*/ 311051 w 311346"/>
                <a:gd name="connsiteY201" fmla="*/ 554385 h 1011287"/>
                <a:gd name="connsiteX202" fmla="*/ 311240 w 311346"/>
                <a:gd name="connsiteY202" fmla="*/ 560959 h 1011287"/>
                <a:gd name="connsiteX203" fmla="*/ 311247 w 311346"/>
                <a:gd name="connsiteY203" fmla="*/ 563085 h 1011287"/>
                <a:gd name="connsiteX204" fmla="*/ 311245 w 311346"/>
                <a:gd name="connsiteY204" fmla="*/ 570233 h 1011287"/>
                <a:gd name="connsiteX205" fmla="*/ 311253 w 311346"/>
                <a:gd name="connsiteY205" fmla="*/ 575372 h 1011287"/>
                <a:gd name="connsiteX206" fmla="*/ 311256 w 311346"/>
                <a:gd name="connsiteY206" fmla="*/ 589565 h 1011287"/>
                <a:gd name="connsiteX207" fmla="*/ 311265 w 311346"/>
                <a:gd name="connsiteY207" fmla="*/ 603277 h 1011287"/>
                <a:gd name="connsiteX208" fmla="*/ 311276 w 311346"/>
                <a:gd name="connsiteY208" fmla="*/ 634803 h 1011287"/>
                <a:gd name="connsiteX209" fmla="*/ 311279 w 311346"/>
                <a:gd name="connsiteY209" fmla="*/ 659140 h 1011287"/>
                <a:gd name="connsiteX210" fmla="*/ 311280 w 311346"/>
                <a:gd name="connsiteY210" fmla="*/ 662631 h 1011287"/>
                <a:gd name="connsiteX211" fmla="*/ 311282 w 311346"/>
                <a:gd name="connsiteY211" fmla="*/ 667891 h 1011287"/>
                <a:gd name="connsiteX212" fmla="*/ 311289 w 311346"/>
                <a:gd name="connsiteY212" fmla="*/ 716825 h 1011287"/>
                <a:gd name="connsiteX213" fmla="*/ 311288 w 311346"/>
                <a:gd name="connsiteY213" fmla="*/ 718690 h 1011287"/>
                <a:gd name="connsiteX214" fmla="*/ 311286 w 311346"/>
                <a:gd name="connsiteY214" fmla="*/ 728049 h 1011287"/>
                <a:gd name="connsiteX215" fmla="*/ 311286 w 311346"/>
                <a:gd name="connsiteY215" fmla="*/ 729927 h 1011287"/>
                <a:gd name="connsiteX216" fmla="*/ 311285 w 311346"/>
                <a:gd name="connsiteY216" fmla="*/ 733686 h 1011287"/>
                <a:gd name="connsiteX217" fmla="*/ 311301 w 311346"/>
                <a:gd name="connsiteY217" fmla="*/ 792194 h 1011287"/>
                <a:gd name="connsiteX218" fmla="*/ 311321 w 311346"/>
                <a:gd name="connsiteY218" fmla="*/ 857865 h 1011287"/>
                <a:gd name="connsiteX219" fmla="*/ 311321 w 311346"/>
                <a:gd name="connsiteY219" fmla="*/ 864860 h 1011287"/>
                <a:gd name="connsiteX220" fmla="*/ 311320 w 311346"/>
                <a:gd name="connsiteY220" fmla="*/ 866600 h 1011287"/>
                <a:gd name="connsiteX221" fmla="*/ 311332 w 311346"/>
                <a:gd name="connsiteY221" fmla="*/ 892660 h 1011287"/>
                <a:gd name="connsiteX222" fmla="*/ 311333 w 311346"/>
                <a:gd name="connsiteY222" fmla="*/ 922279 h 1011287"/>
                <a:gd name="connsiteX223" fmla="*/ 311337 w 311346"/>
                <a:gd name="connsiteY223" fmla="*/ 937408 h 1011287"/>
                <a:gd name="connsiteX224" fmla="*/ 311332 w 311346"/>
                <a:gd name="connsiteY224" fmla="*/ 951233 h 1011287"/>
                <a:gd name="connsiteX225" fmla="*/ 311338 w 311346"/>
                <a:gd name="connsiteY225" fmla="*/ 956258 h 1011287"/>
                <a:gd name="connsiteX226" fmla="*/ 311330 w 311346"/>
                <a:gd name="connsiteY226" fmla="*/ 963041 h 1011287"/>
                <a:gd name="connsiteX227" fmla="*/ 311346 w 311346"/>
                <a:gd name="connsiteY227" fmla="*/ 965053 h 1011287"/>
                <a:gd name="connsiteX228" fmla="*/ 311051 w 311346"/>
                <a:gd name="connsiteY228" fmla="*/ 969615 h 1011287"/>
                <a:gd name="connsiteX229" fmla="*/ 308818 w 311346"/>
                <a:gd name="connsiteY229" fmla="*/ 970359 h 1011287"/>
                <a:gd name="connsiteX230" fmla="*/ 307330 w 311346"/>
                <a:gd name="connsiteY230" fmla="*/ 973336 h 1011287"/>
                <a:gd name="connsiteX231" fmla="*/ 305098 w 311346"/>
                <a:gd name="connsiteY231" fmla="*/ 975568 h 1011287"/>
                <a:gd name="connsiteX232" fmla="*/ 303935 w 311346"/>
                <a:gd name="connsiteY232" fmla="*/ 976777 h 1011287"/>
                <a:gd name="connsiteX233" fmla="*/ 301377 w 311346"/>
                <a:gd name="connsiteY233" fmla="*/ 978545 h 1011287"/>
                <a:gd name="connsiteX234" fmla="*/ 300633 w 311346"/>
                <a:gd name="connsiteY234" fmla="*/ 980080 h 1011287"/>
                <a:gd name="connsiteX235" fmla="*/ 299889 w 311346"/>
                <a:gd name="connsiteY235" fmla="*/ 981521 h 1011287"/>
                <a:gd name="connsiteX236" fmla="*/ 298400 w 311346"/>
                <a:gd name="connsiteY236" fmla="*/ 981521 h 1011287"/>
                <a:gd name="connsiteX237" fmla="*/ 298075 w 311346"/>
                <a:gd name="connsiteY237" fmla="*/ 983010 h 1011287"/>
                <a:gd name="connsiteX238" fmla="*/ 297656 w 311346"/>
                <a:gd name="connsiteY238" fmla="*/ 984498 h 1011287"/>
                <a:gd name="connsiteX239" fmla="*/ 295424 w 311346"/>
                <a:gd name="connsiteY239" fmla="*/ 984498 h 1011287"/>
                <a:gd name="connsiteX240" fmla="*/ 295052 w 311346"/>
                <a:gd name="connsiteY240" fmla="*/ 985986 h 1011287"/>
                <a:gd name="connsiteX241" fmla="*/ 294680 w 311346"/>
                <a:gd name="connsiteY241" fmla="*/ 987474 h 1011287"/>
                <a:gd name="connsiteX242" fmla="*/ 292447 w 311346"/>
                <a:gd name="connsiteY242" fmla="*/ 987474 h 1011287"/>
                <a:gd name="connsiteX243" fmla="*/ 292447 w 311346"/>
                <a:gd name="connsiteY243" fmla="*/ 991195 h 1011287"/>
                <a:gd name="connsiteX244" fmla="*/ 289471 w 311346"/>
                <a:gd name="connsiteY244" fmla="*/ 991195 h 1011287"/>
                <a:gd name="connsiteX245" fmla="*/ 289471 w 311346"/>
                <a:gd name="connsiteY245" fmla="*/ 994172 h 1011287"/>
                <a:gd name="connsiteX246" fmla="*/ 286494 w 311346"/>
                <a:gd name="connsiteY246" fmla="*/ 994172 h 1011287"/>
                <a:gd name="connsiteX247" fmla="*/ 285750 w 311346"/>
                <a:gd name="connsiteY247" fmla="*/ 997148 h 1011287"/>
                <a:gd name="connsiteX248" fmla="*/ 284262 w 311346"/>
                <a:gd name="connsiteY248" fmla="*/ 997892 h 1011287"/>
                <a:gd name="connsiteX249" fmla="*/ 283518 w 311346"/>
                <a:gd name="connsiteY249" fmla="*/ 999381 h 1011287"/>
                <a:gd name="connsiteX250" fmla="*/ 281285 w 311346"/>
                <a:gd name="connsiteY250" fmla="*/ 1001613 h 1011287"/>
                <a:gd name="connsiteX251" fmla="*/ 280541 w 311346"/>
                <a:gd name="connsiteY251" fmla="*/ 1003846 h 1011287"/>
                <a:gd name="connsiteX252" fmla="*/ 278727 w 311346"/>
                <a:gd name="connsiteY252" fmla="*/ 1005613 h 1011287"/>
                <a:gd name="connsiteX253" fmla="*/ 275332 w 311346"/>
                <a:gd name="connsiteY253" fmla="*/ 1011287 h 1011287"/>
                <a:gd name="connsiteX254" fmla="*/ 0 w 311346"/>
                <a:gd name="connsiteY254" fmla="*/ 1011287 h 1011287"/>
                <a:gd name="connsiteX255" fmla="*/ 0 w 311346"/>
                <a:gd name="connsiteY25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311346" h="1011287">
                  <a:moveTo>
                    <a:pt x="78985" y="550659"/>
                  </a:moveTo>
                  <a:cubicBezTo>
                    <a:pt x="78985" y="676657"/>
                    <a:pt x="78985" y="798949"/>
                    <a:pt x="78985" y="921241"/>
                  </a:cubicBezTo>
                  <a:cubicBezTo>
                    <a:pt x="81520" y="920607"/>
                    <a:pt x="83610" y="920407"/>
                    <a:pt x="86199" y="920397"/>
                  </a:cubicBezTo>
                  <a:cubicBezTo>
                    <a:pt x="86780" y="920399"/>
                    <a:pt x="87344" y="920401"/>
                    <a:pt x="87908" y="920402"/>
                  </a:cubicBezTo>
                  <a:cubicBezTo>
                    <a:pt x="89841" y="920399"/>
                    <a:pt x="91774" y="920396"/>
                    <a:pt x="93707" y="920398"/>
                  </a:cubicBezTo>
                  <a:cubicBezTo>
                    <a:pt x="95125" y="920400"/>
                    <a:pt x="96543" y="920400"/>
                    <a:pt x="97962" y="920399"/>
                  </a:cubicBezTo>
                  <a:cubicBezTo>
                    <a:pt x="101821" y="920395"/>
                    <a:pt x="105681" y="920393"/>
                    <a:pt x="109540" y="920395"/>
                  </a:cubicBezTo>
                  <a:cubicBezTo>
                    <a:pt x="113644" y="920398"/>
                    <a:pt x="117747" y="920398"/>
                    <a:pt x="121851" y="920397"/>
                  </a:cubicBezTo>
                  <a:cubicBezTo>
                    <a:pt x="128714" y="920395"/>
                    <a:pt x="135578" y="920395"/>
                    <a:pt x="142442" y="920398"/>
                  </a:cubicBezTo>
                  <a:cubicBezTo>
                    <a:pt x="150447" y="920403"/>
                    <a:pt x="158453" y="920404"/>
                    <a:pt x="166458" y="920400"/>
                  </a:cubicBezTo>
                  <a:cubicBezTo>
                    <a:pt x="173378" y="920396"/>
                    <a:pt x="180298" y="920394"/>
                    <a:pt x="187217" y="920396"/>
                  </a:cubicBezTo>
                  <a:cubicBezTo>
                    <a:pt x="191335" y="920397"/>
                    <a:pt x="195454" y="920399"/>
                    <a:pt x="199572" y="920397"/>
                  </a:cubicBezTo>
                  <a:cubicBezTo>
                    <a:pt x="203514" y="920395"/>
                    <a:pt x="207456" y="920393"/>
                    <a:pt x="211398" y="920397"/>
                  </a:cubicBezTo>
                  <a:cubicBezTo>
                    <a:pt x="212845" y="920398"/>
                    <a:pt x="214292" y="920400"/>
                    <a:pt x="215739" y="920401"/>
                  </a:cubicBezTo>
                  <a:cubicBezTo>
                    <a:pt x="217766" y="920398"/>
                    <a:pt x="219793" y="920396"/>
                    <a:pt x="221820" y="920399"/>
                  </a:cubicBezTo>
                  <a:cubicBezTo>
                    <a:pt x="222738" y="920401"/>
                    <a:pt x="222738" y="920401"/>
                    <a:pt x="223638" y="920402"/>
                  </a:cubicBezTo>
                  <a:cubicBezTo>
                    <a:pt x="225533" y="920397"/>
                    <a:pt x="227407" y="920422"/>
                    <a:pt x="229301" y="920497"/>
                  </a:cubicBezTo>
                  <a:cubicBezTo>
                    <a:pt x="230046" y="921241"/>
                    <a:pt x="230046" y="921241"/>
                    <a:pt x="232278" y="921241"/>
                  </a:cubicBezTo>
                  <a:cubicBezTo>
                    <a:pt x="232362" y="878156"/>
                    <a:pt x="232428" y="835072"/>
                    <a:pt x="232467" y="791987"/>
                  </a:cubicBezTo>
                  <a:cubicBezTo>
                    <a:pt x="232471" y="786853"/>
                    <a:pt x="232476" y="781718"/>
                    <a:pt x="232481" y="776583"/>
                  </a:cubicBezTo>
                  <a:cubicBezTo>
                    <a:pt x="232481" y="776056"/>
                    <a:pt x="232482" y="775545"/>
                    <a:pt x="232482" y="775034"/>
                  </a:cubicBezTo>
                  <a:cubicBezTo>
                    <a:pt x="232498" y="758436"/>
                    <a:pt x="232525" y="741838"/>
                    <a:pt x="232559" y="725241"/>
                  </a:cubicBezTo>
                  <a:cubicBezTo>
                    <a:pt x="232594" y="708159"/>
                    <a:pt x="232619" y="691078"/>
                    <a:pt x="232627" y="673997"/>
                  </a:cubicBezTo>
                  <a:cubicBezTo>
                    <a:pt x="232631" y="663467"/>
                    <a:pt x="232641" y="652938"/>
                    <a:pt x="232671" y="642408"/>
                  </a:cubicBezTo>
                  <a:cubicBezTo>
                    <a:pt x="232692" y="635126"/>
                    <a:pt x="232704" y="627843"/>
                    <a:pt x="232702" y="620561"/>
                  </a:cubicBezTo>
                  <a:cubicBezTo>
                    <a:pt x="232699" y="616361"/>
                    <a:pt x="232694" y="612162"/>
                    <a:pt x="232710" y="607962"/>
                  </a:cubicBezTo>
                  <a:cubicBezTo>
                    <a:pt x="232728" y="604061"/>
                    <a:pt x="232743" y="600160"/>
                    <a:pt x="232735" y="596259"/>
                  </a:cubicBezTo>
                  <a:cubicBezTo>
                    <a:pt x="232730" y="594846"/>
                    <a:pt x="232727" y="593434"/>
                    <a:pt x="232725" y="592021"/>
                  </a:cubicBezTo>
                  <a:cubicBezTo>
                    <a:pt x="232742" y="590056"/>
                    <a:pt x="232759" y="588093"/>
                    <a:pt x="232749" y="586128"/>
                  </a:cubicBezTo>
                  <a:cubicBezTo>
                    <a:pt x="232742" y="585242"/>
                    <a:pt x="232742" y="585242"/>
                    <a:pt x="232736" y="584374"/>
                  </a:cubicBezTo>
                  <a:cubicBezTo>
                    <a:pt x="232771" y="582400"/>
                    <a:pt x="232674" y="580896"/>
                    <a:pt x="232278" y="578936"/>
                  </a:cubicBezTo>
                  <a:cubicBezTo>
                    <a:pt x="231636" y="578742"/>
                    <a:pt x="231012" y="578553"/>
                    <a:pt x="230389" y="578364"/>
                  </a:cubicBezTo>
                  <a:cubicBezTo>
                    <a:pt x="229766" y="578306"/>
                    <a:pt x="229162" y="578249"/>
                    <a:pt x="228557" y="578192"/>
                  </a:cubicBezTo>
                  <a:cubicBezTo>
                    <a:pt x="228557" y="577433"/>
                    <a:pt x="228557" y="576696"/>
                    <a:pt x="228557" y="575960"/>
                  </a:cubicBezTo>
                  <a:cubicBezTo>
                    <a:pt x="226473" y="574571"/>
                    <a:pt x="225338" y="573398"/>
                    <a:pt x="223767" y="571495"/>
                  </a:cubicBezTo>
                  <a:cubicBezTo>
                    <a:pt x="222401" y="569833"/>
                    <a:pt x="221423" y="568679"/>
                    <a:pt x="219508" y="567681"/>
                  </a:cubicBezTo>
                  <a:cubicBezTo>
                    <a:pt x="219043" y="567460"/>
                    <a:pt x="218591" y="567245"/>
                    <a:pt x="218139" y="567030"/>
                  </a:cubicBezTo>
                  <a:cubicBezTo>
                    <a:pt x="217321" y="565394"/>
                    <a:pt x="217321" y="565394"/>
                    <a:pt x="214419" y="562984"/>
                  </a:cubicBezTo>
                  <a:cubicBezTo>
                    <a:pt x="212803" y="561683"/>
                    <a:pt x="212803" y="561683"/>
                    <a:pt x="211442" y="560333"/>
                  </a:cubicBezTo>
                  <a:cubicBezTo>
                    <a:pt x="211189" y="559574"/>
                    <a:pt x="210943" y="558837"/>
                    <a:pt x="210698" y="558100"/>
                  </a:cubicBezTo>
                  <a:cubicBezTo>
                    <a:pt x="209704" y="557859"/>
                    <a:pt x="208712" y="557612"/>
                    <a:pt x="207721" y="557356"/>
                  </a:cubicBezTo>
                  <a:cubicBezTo>
                    <a:pt x="207721" y="556597"/>
                    <a:pt x="207721" y="555861"/>
                    <a:pt x="207721" y="555124"/>
                  </a:cubicBezTo>
                  <a:cubicBezTo>
                    <a:pt x="207089" y="554997"/>
                    <a:pt x="206475" y="554875"/>
                    <a:pt x="205861" y="554752"/>
                  </a:cubicBezTo>
                  <a:cubicBezTo>
                    <a:pt x="205228" y="554625"/>
                    <a:pt x="204615" y="554502"/>
                    <a:pt x="204001" y="554380"/>
                  </a:cubicBezTo>
                  <a:cubicBezTo>
                    <a:pt x="204001" y="553621"/>
                    <a:pt x="204001" y="552884"/>
                    <a:pt x="204001" y="552147"/>
                  </a:cubicBezTo>
                  <a:cubicBezTo>
                    <a:pt x="201768" y="550659"/>
                    <a:pt x="201768" y="550659"/>
                    <a:pt x="78985" y="550659"/>
                  </a:cubicBezTo>
                  <a:close/>
                  <a:moveTo>
                    <a:pt x="79730" y="90907"/>
                  </a:moveTo>
                  <a:cubicBezTo>
                    <a:pt x="78901" y="91736"/>
                    <a:pt x="78901" y="91736"/>
                    <a:pt x="78888" y="95702"/>
                  </a:cubicBezTo>
                  <a:cubicBezTo>
                    <a:pt x="78890" y="96308"/>
                    <a:pt x="78892" y="96896"/>
                    <a:pt x="78894" y="97484"/>
                  </a:cubicBezTo>
                  <a:cubicBezTo>
                    <a:pt x="78891" y="99486"/>
                    <a:pt x="78890" y="101488"/>
                    <a:pt x="78893" y="103491"/>
                  </a:cubicBezTo>
                  <a:cubicBezTo>
                    <a:pt x="78895" y="104974"/>
                    <a:pt x="78896" y="106457"/>
                    <a:pt x="78896" y="107941"/>
                  </a:cubicBezTo>
                  <a:cubicBezTo>
                    <a:pt x="78893" y="112022"/>
                    <a:pt x="78893" y="116103"/>
                    <a:pt x="78897" y="120183"/>
                  </a:cubicBezTo>
                  <a:cubicBezTo>
                    <a:pt x="78901" y="124649"/>
                    <a:pt x="78902" y="129115"/>
                    <a:pt x="78901" y="133580"/>
                  </a:cubicBezTo>
                  <a:cubicBezTo>
                    <a:pt x="78900" y="141814"/>
                    <a:pt x="78902" y="150049"/>
                    <a:pt x="78906" y="158283"/>
                  </a:cubicBezTo>
                  <a:cubicBezTo>
                    <a:pt x="78910" y="166483"/>
                    <a:pt x="78914" y="174684"/>
                    <a:pt x="78915" y="182885"/>
                  </a:cubicBezTo>
                  <a:cubicBezTo>
                    <a:pt x="78915" y="183408"/>
                    <a:pt x="78915" y="183917"/>
                    <a:pt x="78915" y="184425"/>
                  </a:cubicBezTo>
                  <a:cubicBezTo>
                    <a:pt x="78915" y="187008"/>
                    <a:pt x="78915" y="189591"/>
                    <a:pt x="78916" y="192174"/>
                  </a:cubicBezTo>
                  <a:cubicBezTo>
                    <a:pt x="78917" y="210483"/>
                    <a:pt x="78922" y="228792"/>
                    <a:pt x="78929" y="247102"/>
                  </a:cubicBezTo>
                  <a:cubicBezTo>
                    <a:pt x="78936" y="264926"/>
                    <a:pt x="78941" y="282750"/>
                    <a:pt x="78944" y="300575"/>
                  </a:cubicBezTo>
                  <a:cubicBezTo>
                    <a:pt x="78944" y="301141"/>
                    <a:pt x="78945" y="301690"/>
                    <a:pt x="78945" y="302239"/>
                  </a:cubicBezTo>
                  <a:cubicBezTo>
                    <a:pt x="78946" y="307760"/>
                    <a:pt x="78947" y="313281"/>
                    <a:pt x="78947" y="318802"/>
                  </a:cubicBezTo>
                  <a:cubicBezTo>
                    <a:pt x="78949" y="330061"/>
                    <a:pt x="78951" y="341320"/>
                    <a:pt x="78954" y="352579"/>
                  </a:cubicBezTo>
                  <a:cubicBezTo>
                    <a:pt x="78954" y="353113"/>
                    <a:pt x="78954" y="353631"/>
                    <a:pt x="78954" y="354149"/>
                  </a:cubicBezTo>
                  <a:cubicBezTo>
                    <a:pt x="78961" y="389185"/>
                    <a:pt x="78973" y="424221"/>
                    <a:pt x="78985" y="459257"/>
                  </a:cubicBezTo>
                  <a:cubicBezTo>
                    <a:pt x="80452" y="459257"/>
                    <a:pt x="81918" y="459253"/>
                    <a:pt x="83385" y="459247"/>
                  </a:cubicBezTo>
                  <a:cubicBezTo>
                    <a:pt x="84303" y="459242"/>
                    <a:pt x="85195" y="459238"/>
                    <a:pt x="86086" y="459233"/>
                  </a:cubicBezTo>
                  <a:cubicBezTo>
                    <a:pt x="87677" y="459225"/>
                    <a:pt x="89268" y="459217"/>
                    <a:pt x="90859" y="459209"/>
                  </a:cubicBezTo>
                  <a:cubicBezTo>
                    <a:pt x="91449" y="459206"/>
                    <a:pt x="92022" y="459203"/>
                    <a:pt x="92594" y="459200"/>
                  </a:cubicBezTo>
                  <a:cubicBezTo>
                    <a:pt x="103944" y="459142"/>
                    <a:pt x="115293" y="459080"/>
                    <a:pt x="126643" y="459016"/>
                  </a:cubicBezTo>
                  <a:cubicBezTo>
                    <a:pt x="133950" y="458975"/>
                    <a:pt x="141256" y="458934"/>
                    <a:pt x="148563" y="458897"/>
                  </a:cubicBezTo>
                  <a:cubicBezTo>
                    <a:pt x="154991" y="458865"/>
                    <a:pt x="161418" y="458832"/>
                    <a:pt x="167846" y="458795"/>
                  </a:cubicBezTo>
                  <a:cubicBezTo>
                    <a:pt x="171237" y="458775"/>
                    <a:pt x="174627" y="458754"/>
                    <a:pt x="178018" y="458738"/>
                  </a:cubicBezTo>
                  <a:cubicBezTo>
                    <a:pt x="181264" y="458723"/>
                    <a:pt x="184509" y="458708"/>
                    <a:pt x="187755" y="458688"/>
                  </a:cubicBezTo>
                  <a:cubicBezTo>
                    <a:pt x="188946" y="458680"/>
                    <a:pt x="190138" y="458672"/>
                    <a:pt x="191329" y="458665"/>
                  </a:cubicBezTo>
                  <a:cubicBezTo>
                    <a:pt x="192998" y="458659"/>
                    <a:pt x="194667" y="458653"/>
                    <a:pt x="196335" y="458641"/>
                  </a:cubicBezTo>
                  <a:cubicBezTo>
                    <a:pt x="196845" y="458638"/>
                    <a:pt x="197339" y="458634"/>
                    <a:pt x="197834" y="458630"/>
                  </a:cubicBezTo>
                  <a:cubicBezTo>
                    <a:pt x="199669" y="458620"/>
                    <a:pt x="201887" y="459138"/>
                    <a:pt x="203257" y="457768"/>
                  </a:cubicBezTo>
                  <a:cubicBezTo>
                    <a:pt x="203441" y="456225"/>
                    <a:pt x="203441" y="456225"/>
                    <a:pt x="204001" y="454792"/>
                  </a:cubicBezTo>
                  <a:cubicBezTo>
                    <a:pt x="205013" y="454792"/>
                    <a:pt x="205995" y="454792"/>
                    <a:pt x="206978" y="454792"/>
                  </a:cubicBezTo>
                  <a:cubicBezTo>
                    <a:pt x="208187" y="453489"/>
                    <a:pt x="208187" y="453489"/>
                    <a:pt x="209210" y="451815"/>
                  </a:cubicBezTo>
                  <a:cubicBezTo>
                    <a:pt x="209917" y="450215"/>
                    <a:pt x="209917" y="450215"/>
                    <a:pt x="210698" y="448839"/>
                  </a:cubicBezTo>
                  <a:cubicBezTo>
                    <a:pt x="211457" y="448586"/>
                    <a:pt x="212194" y="448340"/>
                    <a:pt x="212931" y="448094"/>
                  </a:cubicBezTo>
                  <a:cubicBezTo>
                    <a:pt x="213073" y="447573"/>
                    <a:pt x="213211" y="447066"/>
                    <a:pt x="213349" y="446560"/>
                  </a:cubicBezTo>
                  <a:cubicBezTo>
                    <a:pt x="213460" y="446069"/>
                    <a:pt x="213568" y="445594"/>
                    <a:pt x="213675" y="445118"/>
                  </a:cubicBezTo>
                  <a:cubicBezTo>
                    <a:pt x="214181" y="445118"/>
                    <a:pt x="214672" y="445118"/>
                    <a:pt x="215163" y="445118"/>
                  </a:cubicBezTo>
                  <a:cubicBezTo>
                    <a:pt x="215690" y="444582"/>
                    <a:pt x="215690" y="444582"/>
                    <a:pt x="216207" y="444057"/>
                  </a:cubicBezTo>
                  <a:cubicBezTo>
                    <a:pt x="217690" y="442234"/>
                    <a:pt x="219137" y="440405"/>
                    <a:pt x="220791" y="438735"/>
                  </a:cubicBezTo>
                  <a:cubicBezTo>
                    <a:pt x="222294" y="437248"/>
                    <a:pt x="223563" y="435641"/>
                    <a:pt x="224837" y="433956"/>
                  </a:cubicBezTo>
                  <a:cubicBezTo>
                    <a:pt x="225518" y="432280"/>
                    <a:pt x="225518" y="432280"/>
                    <a:pt x="226325" y="430979"/>
                  </a:cubicBezTo>
                  <a:cubicBezTo>
                    <a:pt x="227337" y="430979"/>
                    <a:pt x="228320" y="430979"/>
                    <a:pt x="229302" y="430979"/>
                  </a:cubicBezTo>
                  <a:cubicBezTo>
                    <a:pt x="229302" y="315355"/>
                    <a:pt x="229302" y="203131"/>
                    <a:pt x="229302" y="90907"/>
                  </a:cubicBezTo>
                  <a:cubicBezTo>
                    <a:pt x="227087" y="91645"/>
                    <a:pt x="225286" y="91742"/>
                    <a:pt x="222971" y="91751"/>
                  </a:cubicBezTo>
                  <a:cubicBezTo>
                    <a:pt x="222114" y="91748"/>
                    <a:pt x="222114" y="91748"/>
                    <a:pt x="221274" y="91746"/>
                  </a:cubicBezTo>
                  <a:cubicBezTo>
                    <a:pt x="219362" y="91749"/>
                    <a:pt x="217450" y="91752"/>
                    <a:pt x="215538" y="91750"/>
                  </a:cubicBezTo>
                  <a:cubicBezTo>
                    <a:pt x="214134" y="91748"/>
                    <a:pt x="212730" y="91748"/>
                    <a:pt x="211325" y="91749"/>
                  </a:cubicBezTo>
                  <a:cubicBezTo>
                    <a:pt x="207506" y="91753"/>
                    <a:pt x="203687" y="91755"/>
                    <a:pt x="199868" y="91753"/>
                  </a:cubicBezTo>
                  <a:cubicBezTo>
                    <a:pt x="195806" y="91750"/>
                    <a:pt x="191743" y="91750"/>
                    <a:pt x="187681" y="91751"/>
                  </a:cubicBezTo>
                  <a:cubicBezTo>
                    <a:pt x="180886" y="91753"/>
                    <a:pt x="174091" y="91753"/>
                    <a:pt x="167296" y="91750"/>
                  </a:cubicBezTo>
                  <a:cubicBezTo>
                    <a:pt x="159372" y="91745"/>
                    <a:pt x="151447" y="91744"/>
                    <a:pt x="143522" y="91748"/>
                  </a:cubicBezTo>
                  <a:cubicBezTo>
                    <a:pt x="136674" y="91752"/>
                    <a:pt x="129826" y="91753"/>
                    <a:pt x="122977" y="91752"/>
                  </a:cubicBezTo>
                  <a:cubicBezTo>
                    <a:pt x="118901" y="91751"/>
                    <a:pt x="114824" y="91749"/>
                    <a:pt x="110747" y="91751"/>
                  </a:cubicBezTo>
                  <a:cubicBezTo>
                    <a:pt x="106845" y="91753"/>
                    <a:pt x="102943" y="91755"/>
                    <a:pt x="99041" y="91751"/>
                  </a:cubicBezTo>
                  <a:cubicBezTo>
                    <a:pt x="97607" y="91750"/>
                    <a:pt x="96174" y="91748"/>
                    <a:pt x="94740" y="91747"/>
                  </a:cubicBezTo>
                  <a:cubicBezTo>
                    <a:pt x="92734" y="91750"/>
                    <a:pt x="90729" y="91752"/>
                    <a:pt x="88723" y="91749"/>
                  </a:cubicBezTo>
                  <a:cubicBezTo>
                    <a:pt x="87812" y="91747"/>
                    <a:pt x="87812" y="91747"/>
                    <a:pt x="86919" y="91746"/>
                  </a:cubicBezTo>
                  <a:cubicBezTo>
                    <a:pt x="85012" y="91751"/>
                    <a:pt x="83125" y="91724"/>
                    <a:pt x="81218" y="91651"/>
                  </a:cubicBezTo>
                  <a:cubicBezTo>
                    <a:pt x="80712" y="91398"/>
                    <a:pt x="80221" y="91153"/>
                    <a:pt x="79730" y="90907"/>
                  </a:cubicBezTo>
                  <a:close/>
                  <a:moveTo>
                    <a:pt x="0" y="0"/>
                  </a:moveTo>
                  <a:cubicBezTo>
                    <a:pt x="89877" y="0"/>
                    <a:pt x="179755" y="0"/>
                    <a:pt x="272355" y="0"/>
                  </a:cubicBezTo>
                  <a:cubicBezTo>
                    <a:pt x="272601" y="1473"/>
                    <a:pt x="272847" y="2947"/>
                    <a:pt x="273100" y="4465"/>
                  </a:cubicBezTo>
                  <a:cubicBezTo>
                    <a:pt x="273591" y="4465"/>
                    <a:pt x="274082" y="4465"/>
                    <a:pt x="274588" y="4465"/>
                  </a:cubicBezTo>
                  <a:cubicBezTo>
                    <a:pt x="275658" y="5741"/>
                    <a:pt x="275658" y="5741"/>
                    <a:pt x="276820" y="7395"/>
                  </a:cubicBezTo>
                  <a:cubicBezTo>
                    <a:pt x="278344" y="9664"/>
                    <a:pt x="278344" y="9664"/>
                    <a:pt x="280541" y="11162"/>
                  </a:cubicBezTo>
                  <a:cubicBezTo>
                    <a:pt x="281037" y="12154"/>
                    <a:pt x="281533" y="13146"/>
                    <a:pt x="282029" y="14139"/>
                  </a:cubicBezTo>
                  <a:cubicBezTo>
                    <a:pt x="282520" y="14384"/>
                    <a:pt x="283012" y="14630"/>
                    <a:pt x="283518" y="14883"/>
                  </a:cubicBezTo>
                  <a:cubicBezTo>
                    <a:pt x="283763" y="15620"/>
                    <a:pt x="284009" y="16356"/>
                    <a:pt x="284262" y="17115"/>
                  </a:cubicBezTo>
                  <a:cubicBezTo>
                    <a:pt x="284998" y="17361"/>
                    <a:pt x="285735" y="17606"/>
                    <a:pt x="286494" y="17859"/>
                  </a:cubicBezTo>
                  <a:cubicBezTo>
                    <a:pt x="286740" y="18596"/>
                    <a:pt x="286985" y="19333"/>
                    <a:pt x="287238" y="20092"/>
                  </a:cubicBezTo>
                  <a:cubicBezTo>
                    <a:pt x="287975" y="20337"/>
                    <a:pt x="288712" y="20583"/>
                    <a:pt x="289471" y="20836"/>
                  </a:cubicBezTo>
                  <a:cubicBezTo>
                    <a:pt x="289748" y="21820"/>
                    <a:pt x="289996" y="22813"/>
                    <a:pt x="290215" y="23812"/>
                  </a:cubicBezTo>
                  <a:cubicBezTo>
                    <a:pt x="290706" y="24058"/>
                    <a:pt x="291197" y="24304"/>
                    <a:pt x="291703" y="24557"/>
                  </a:cubicBezTo>
                  <a:cubicBezTo>
                    <a:pt x="291949" y="25293"/>
                    <a:pt x="292194" y="26030"/>
                    <a:pt x="292447" y="26789"/>
                  </a:cubicBezTo>
                  <a:cubicBezTo>
                    <a:pt x="292938" y="26912"/>
                    <a:pt x="293430" y="27035"/>
                    <a:pt x="293936" y="27161"/>
                  </a:cubicBezTo>
                  <a:cubicBezTo>
                    <a:pt x="294427" y="27284"/>
                    <a:pt x="294918" y="27407"/>
                    <a:pt x="295424" y="27533"/>
                  </a:cubicBezTo>
                  <a:cubicBezTo>
                    <a:pt x="295669" y="28270"/>
                    <a:pt x="295915" y="29007"/>
                    <a:pt x="296168" y="29766"/>
                  </a:cubicBezTo>
                  <a:cubicBezTo>
                    <a:pt x="296888" y="30533"/>
                    <a:pt x="297636" y="31275"/>
                    <a:pt x="298400" y="31998"/>
                  </a:cubicBezTo>
                  <a:cubicBezTo>
                    <a:pt x="299747" y="33540"/>
                    <a:pt x="301076" y="35096"/>
                    <a:pt x="302403" y="36655"/>
                  </a:cubicBezTo>
                  <a:cubicBezTo>
                    <a:pt x="303534" y="38022"/>
                    <a:pt x="303534" y="38022"/>
                    <a:pt x="305098" y="38695"/>
                  </a:cubicBezTo>
                  <a:cubicBezTo>
                    <a:pt x="305343" y="39432"/>
                    <a:pt x="305589" y="40169"/>
                    <a:pt x="305842" y="40928"/>
                  </a:cubicBezTo>
                  <a:cubicBezTo>
                    <a:pt x="306341" y="41083"/>
                    <a:pt x="306839" y="41239"/>
                    <a:pt x="307353" y="41399"/>
                  </a:cubicBezTo>
                  <a:cubicBezTo>
                    <a:pt x="307837" y="41735"/>
                    <a:pt x="308320" y="42070"/>
                    <a:pt x="308818" y="42416"/>
                  </a:cubicBezTo>
                  <a:cubicBezTo>
                    <a:pt x="309120" y="44701"/>
                    <a:pt x="309216" y="46723"/>
                    <a:pt x="309191" y="49012"/>
                  </a:cubicBezTo>
                  <a:cubicBezTo>
                    <a:pt x="309197" y="50055"/>
                    <a:pt x="309197" y="50055"/>
                    <a:pt x="309203" y="51118"/>
                  </a:cubicBezTo>
                  <a:cubicBezTo>
                    <a:pt x="309214" y="53474"/>
                    <a:pt x="309202" y="55829"/>
                    <a:pt x="309191" y="58184"/>
                  </a:cubicBezTo>
                  <a:cubicBezTo>
                    <a:pt x="309194" y="59879"/>
                    <a:pt x="309198" y="61574"/>
                    <a:pt x="309204" y="63269"/>
                  </a:cubicBezTo>
                  <a:cubicBezTo>
                    <a:pt x="309215" y="67948"/>
                    <a:pt x="309207" y="72627"/>
                    <a:pt x="309197" y="77305"/>
                  </a:cubicBezTo>
                  <a:cubicBezTo>
                    <a:pt x="309189" y="81826"/>
                    <a:pt x="309196" y="86347"/>
                    <a:pt x="309202" y="90868"/>
                  </a:cubicBezTo>
                  <a:cubicBezTo>
                    <a:pt x="309215" y="100689"/>
                    <a:pt x="309211" y="110511"/>
                    <a:pt x="309199" y="120333"/>
                  </a:cubicBezTo>
                  <a:cubicBezTo>
                    <a:pt x="309190" y="128927"/>
                    <a:pt x="309186" y="137522"/>
                    <a:pt x="309188" y="146116"/>
                  </a:cubicBezTo>
                  <a:cubicBezTo>
                    <a:pt x="309188" y="146970"/>
                    <a:pt x="309188" y="146970"/>
                    <a:pt x="309188" y="147841"/>
                  </a:cubicBezTo>
                  <a:cubicBezTo>
                    <a:pt x="309189" y="150151"/>
                    <a:pt x="309189" y="152462"/>
                    <a:pt x="309190" y="154773"/>
                  </a:cubicBezTo>
                  <a:cubicBezTo>
                    <a:pt x="309195" y="176463"/>
                    <a:pt x="309183" y="198154"/>
                    <a:pt x="309164" y="219845"/>
                  </a:cubicBezTo>
                  <a:cubicBezTo>
                    <a:pt x="309147" y="239133"/>
                    <a:pt x="309143" y="258421"/>
                    <a:pt x="309150" y="277709"/>
                  </a:cubicBezTo>
                  <a:cubicBezTo>
                    <a:pt x="309152" y="282648"/>
                    <a:pt x="309154" y="287587"/>
                    <a:pt x="309156" y="292526"/>
                  </a:cubicBezTo>
                  <a:cubicBezTo>
                    <a:pt x="309156" y="293134"/>
                    <a:pt x="309156" y="293742"/>
                    <a:pt x="309157" y="294368"/>
                  </a:cubicBezTo>
                  <a:cubicBezTo>
                    <a:pt x="309162" y="310466"/>
                    <a:pt x="309158" y="326565"/>
                    <a:pt x="309149" y="342663"/>
                  </a:cubicBezTo>
                  <a:cubicBezTo>
                    <a:pt x="309149" y="344394"/>
                    <a:pt x="309148" y="346125"/>
                    <a:pt x="309147" y="347856"/>
                  </a:cubicBezTo>
                  <a:cubicBezTo>
                    <a:pt x="309146" y="349005"/>
                    <a:pt x="309146" y="350154"/>
                    <a:pt x="309145" y="351302"/>
                  </a:cubicBezTo>
                  <a:cubicBezTo>
                    <a:pt x="309141" y="359894"/>
                    <a:pt x="309142" y="368485"/>
                    <a:pt x="309145" y="377076"/>
                  </a:cubicBezTo>
                  <a:cubicBezTo>
                    <a:pt x="309149" y="386840"/>
                    <a:pt x="309145" y="396605"/>
                    <a:pt x="309130" y="406369"/>
                  </a:cubicBezTo>
                  <a:cubicBezTo>
                    <a:pt x="309122" y="411356"/>
                    <a:pt x="309119" y="416343"/>
                    <a:pt x="309125" y="421330"/>
                  </a:cubicBezTo>
                  <a:cubicBezTo>
                    <a:pt x="309130" y="425887"/>
                    <a:pt x="309125" y="430444"/>
                    <a:pt x="309111" y="435002"/>
                  </a:cubicBezTo>
                  <a:cubicBezTo>
                    <a:pt x="309108" y="436658"/>
                    <a:pt x="309109" y="438315"/>
                    <a:pt x="309114" y="439971"/>
                  </a:cubicBezTo>
                  <a:cubicBezTo>
                    <a:pt x="309120" y="442207"/>
                    <a:pt x="309113" y="444443"/>
                    <a:pt x="309101" y="446679"/>
                  </a:cubicBezTo>
                  <a:cubicBezTo>
                    <a:pt x="309106" y="447336"/>
                    <a:pt x="309111" y="447992"/>
                    <a:pt x="309117" y="448669"/>
                  </a:cubicBezTo>
                  <a:cubicBezTo>
                    <a:pt x="309099" y="450457"/>
                    <a:pt x="309099" y="450457"/>
                    <a:pt x="308818" y="453182"/>
                  </a:cubicBezTo>
                  <a:cubicBezTo>
                    <a:pt x="308082" y="453427"/>
                    <a:pt x="307345" y="453673"/>
                    <a:pt x="306586" y="453926"/>
                  </a:cubicBezTo>
                  <a:cubicBezTo>
                    <a:pt x="306233" y="455481"/>
                    <a:pt x="306233" y="455481"/>
                    <a:pt x="306214" y="457274"/>
                  </a:cubicBezTo>
                  <a:cubicBezTo>
                    <a:pt x="306144" y="459111"/>
                    <a:pt x="306144" y="459111"/>
                    <a:pt x="305842" y="460623"/>
                  </a:cubicBezTo>
                  <a:cubicBezTo>
                    <a:pt x="305105" y="460869"/>
                    <a:pt x="304368" y="461114"/>
                    <a:pt x="303609" y="461367"/>
                  </a:cubicBezTo>
                  <a:cubicBezTo>
                    <a:pt x="303174" y="462771"/>
                    <a:pt x="303174" y="462771"/>
                    <a:pt x="303098" y="464390"/>
                  </a:cubicBezTo>
                  <a:cubicBezTo>
                    <a:pt x="303021" y="465357"/>
                    <a:pt x="302944" y="466324"/>
                    <a:pt x="302865" y="467320"/>
                  </a:cubicBezTo>
                  <a:cubicBezTo>
                    <a:pt x="302129" y="467320"/>
                    <a:pt x="301392" y="467320"/>
                    <a:pt x="300633" y="467320"/>
                  </a:cubicBezTo>
                  <a:cubicBezTo>
                    <a:pt x="300694" y="468287"/>
                    <a:pt x="300756" y="469254"/>
                    <a:pt x="300819" y="470250"/>
                  </a:cubicBezTo>
                  <a:cubicBezTo>
                    <a:pt x="300924" y="471898"/>
                    <a:pt x="300924" y="471898"/>
                    <a:pt x="300633" y="473273"/>
                  </a:cubicBezTo>
                  <a:cubicBezTo>
                    <a:pt x="300142" y="473381"/>
                    <a:pt x="299651" y="473488"/>
                    <a:pt x="299145" y="473599"/>
                  </a:cubicBezTo>
                  <a:cubicBezTo>
                    <a:pt x="298653" y="473737"/>
                    <a:pt x="298162" y="473875"/>
                    <a:pt x="297656" y="474018"/>
                  </a:cubicBezTo>
                  <a:cubicBezTo>
                    <a:pt x="297293" y="475771"/>
                    <a:pt x="297293" y="475771"/>
                    <a:pt x="297470" y="477785"/>
                  </a:cubicBezTo>
                  <a:cubicBezTo>
                    <a:pt x="297497" y="478469"/>
                    <a:pt x="297524" y="479153"/>
                    <a:pt x="297552" y="479857"/>
                  </a:cubicBezTo>
                  <a:cubicBezTo>
                    <a:pt x="297586" y="480386"/>
                    <a:pt x="297621" y="480914"/>
                    <a:pt x="297656" y="481459"/>
                  </a:cubicBezTo>
                  <a:cubicBezTo>
                    <a:pt x="296674" y="481459"/>
                    <a:pt x="295692" y="481459"/>
                    <a:pt x="294680" y="481459"/>
                  </a:cubicBezTo>
                  <a:cubicBezTo>
                    <a:pt x="293820" y="483298"/>
                    <a:pt x="293820" y="483298"/>
                    <a:pt x="293191" y="485180"/>
                  </a:cubicBezTo>
                  <a:cubicBezTo>
                    <a:pt x="292700" y="485180"/>
                    <a:pt x="292209" y="485180"/>
                    <a:pt x="291703" y="485180"/>
                  </a:cubicBezTo>
                  <a:cubicBezTo>
                    <a:pt x="291448" y="486170"/>
                    <a:pt x="291200" y="487162"/>
                    <a:pt x="290959" y="488156"/>
                  </a:cubicBezTo>
                  <a:cubicBezTo>
                    <a:pt x="290468" y="488402"/>
                    <a:pt x="289977" y="488647"/>
                    <a:pt x="289471" y="488900"/>
                  </a:cubicBezTo>
                  <a:cubicBezTo>
                    <a:pt x="289148" y="489614"/>
                    <a:pt x="289148" y="489614"/>
                    <a:pt x="288820" y="490342"/>
                  </a:cubicBezTo>
                  <a:cubicBezTo>
                    <a:pt x="287793" y="492224"/>
                    <a:pt x="286880" y="492428"/>
                    <a:pt x="285006" y="493365"/>
                  </a:cubicBezTo>
                  <a:cubicBezTo>
                    <a:pt x="284487" y="494346"/>
                    <a:pt x="283987" y="495337"/>
                    <a:pt x="283518" y="496342"/>
                  </a:cubicBezTo>
                  <a:cubicBezTo>
                    <a:pt x="283026" y="496342"/>
                    <a:pt x="282535" y="496342"/>
                    <a:pt x="282029" y="496342"/>
                  </a:cubicBezTo>
                  <a:cubicBezTo>
                    <a:pt x="281499" y="497568"/>
                    <a:pt x="281007" y="498811"/>
                    <a:pt x="280541" y="500062"/>
                  </a:cubicBezTo>
                  <a:cubicBezTo>
                    <a:pt x="279053" y="502295"/>
                    <a:pt x="279053" y="502295"/>
                    <a:pt x="276820" y="503039"/>
                  </a:cubicBezTo>
                  <a:cubicBezTo>
                    <a:pt x="278841" y="505178"/>
                    <a:pt x="278841" y="505178"/>
                    <a:pt x="281285" y="506760"/>
                  </a:cubicBezTo>
                  <a:cubicBezTo>
                    <a:pt x="281531" y="507496"/>
                    <a:pt x="281776" y="508233"/>
                    <a:pt x="282029" y="508992"/>
                  </a:cubicBezTo>
                  <a:cubicBezTo>
                    <a:pt x="282766" y="508992"/>
                    <a:pt x="283503" y="508992"/>
                    <a:pt x="284262" y="508992"/>
                  </a:cubicBezTo>
                  <a:cubicBezTo>
                    <a:pt x="284778" y="509974"/>
                    <a:pt x="285270" y="510969"/>
                    <a:pt x="285750" y="511969"/>
                  </a:cubicBezTo>
                  <a:cubicBezTo>
                    <a:pt x="287167" y="513351"/>
                    <a:pt x="287167" y="513351"/>
                    <a:pt x="288773" y="514620"/>
                  </a:cubicBezTo>
                  <a:cubicBezTo>
                    <a:pt x="291621" y="516932"/>
                    <a:pt x="291621" y="516932"/>
                    <a:pt x="292447" y="519410"/>
                  </a:cubicBezTo>
                  <a:cubicBezTo>
                    <a:pt x="293184" y="519656"/>
                    <a:pt x="293921" y="519901"/>
                    <a:pt x="294680" y="520154"/>
                  </a:cubicBezTo>
                  <a:cubicBezTo>
                    <a:pt x="294925" y="520891"/>
                    <a:pt x="295171" y="521628"/>
                    <a:pt x="295424" y="522387"/>
                  </a:cubicBezTo>
                  <a:cubicBezTo>
                    <a:pt x="296161" y="522632"/>
                    <a:pt x="296897" y="522878"/>
                    <a:pt x="297656" y="523131"/>
                  </a:cubicBezTo>
                  <a:cubicBezTo>
                    <a:pt x="297909" y="524618"/>
                    <a:pt x="298157" y="526107"/>
                    <a:pt x="298400" y="527596"/>
                  </a:cubicBezTo>
                  <a:cubicBezTo>
                    <a:pt x="299137" y="528087"/>
                    <a:pt x="299874" y="528578"/>
                    <a:pt x="300633" y="529084"/>
                  </a:cubicBezTo>
                  <a:cubicBezTo>
                    <a:pt x="300906" y="530816"/>
                    <a:pt x="301156" y="532553"/>
                    <a:pt x="301377" y="534293"/>
                  </a:cubicBezTo>
                  <a:cubicBezTo>
                    <a:pt x="301868" y="534538"/>
                    <a:pt x="302359" y="534784"/>
                    <a:pt x="302865" y="535037"/>
                  </a:cubicBezTo>
                  <a:cubicBezTo>
                    <a:pt x="302973" y="535897"/>
                    <a:pt x="303080" y="536756"/>
                    <a:pt x="303191" y="537642"/>
                  </a:cubicBezTo>
                  <a:cubicBezTo>
                    <a:pt x="303329" y="538501"/>
                    <a:pt x="303467" y="539361"/>
                    <a:pt x="303609" y="540246"/>
                  </a:cubicBezTo>
                  <a:cubicBezTo>
                    <a:pt x="304346" y="540492"/>
                    <a:pt x="305083" y="540737"/>
                    <a:pt x="305842" y="540990"/>
                  </a:cubicBezTo>
                  <a:cubicBezTo>
                    <a:pt x="306144" y="542449"/>
                    <a:pt x="306144" y="542449"/>
                    <a:pt x="306214" y="544246"/>
                  </a:cubicBezTo>
                  <a:cubicBezTo>
                    <a:pt x="306274" y="546838"/>
                    <a:pt x="306274" y="546838"/>
                    <a:pt x="307699" y="548897"/>
                  </a:cubicBezTo>
                  <a:cubicBezTo>
                    <a:pt x="308253" y="549403"/>
                    <a:pt x="308253" y="549403"/>
                    <a:pt x="308818" y="549920"/>
                  </a:cubicBezTo>
                  <a:cubicBezTo>
                    <a:pt x="309083" y="551157"/>
                    <a:pt x="309333" y="552397"/>
                    <a:pt x="309563" y="553641"/>
                  </a:cubicBezTo>
                  <a:cubicBezTo>
                    <a:pt x="310054" y="553886"/>
                    <a:pt x="310545" y="554132"/>
                    <a:pt x="311051" y="554385"/>
                  </a:cubicBezTo>
                  <a:cubicBezTo>
                    <a:pt x="311201" y="556598"/>
                    <a:pt x="311251" y="558744"/>
                    <a:pt x="311240" y="560959"/>
                  </a:cubicBezTo>
                  <a:cubicBezTo>
                    <a:pt x="311243" y="561661"/>
                    <a:pt x="311245" y="562362"/>
                    <a:pt x="311247" y="563085"/>
                  </a:cubicBezTo>
                  <a:cubicBezTo>
                    <a:pt x="311254" y="565468"/>
                    <a:pt x="311249" y="567850"/>
                    <a:pt x="311245" y="570233"/>
                  </a:cubicBezTo>
                  <a:cubicBezTo>
                    <a:pt x="311247" y="571946"/>
                    <a:pt x="311250" y="573659"/>
                    <a:pt x="311253" y="575372"/>
                  </a:cubicBezTo>
                  <a:cubicBezTo>
                    <a:pt x="311261" y="580103"/>
                    <a:pt x="311259" y="584834"/>
                    <a:pt x="311256" y="589565"/>
                  </a:cubicBezTo>
                  <a:cubicBezTo>
                    <a:pt x="311254" y="594136"/>
                    <a:pt x="311260" y="598706"/>
                    <a:pt x="311265" y="603277"/>
                  </a:cubicBezTo>
                  <a:cubicBezTo>
                    <a:pt x="311276" y="613786"/>
                    <a:pt x="311278" y="624294"/>
                    <a:pt x="311276" y="634803"/>
                  </a:cubicBezTo>
                  <a:cubicBezTo>
                    <a:pt x="311274" y="642915"/>
                    <a:pt x="311276" y="651028"/>
                    <a:pt x="311279" y="659140"/>
                  </a:cubicBezTo>
                  <a:cubicBezTo>
                    <a:pt x="311279" y="660304"/>
                    <a:pt x="311280" y="661467"/>
                    <a:pt x="311280" y="662631"/>
                  </a:cubicBezTo>
                  <a:cubicBezTo>
                    <a:pt x="311281" y="664385"/>
                    <a:pt x="311282" y="666138"/>
                    <a:pt x="311282" y="667891"/>
                  </a:cubicBezTo>
                  <a:cubicBezTo>
                    <a:pt x="311289" y="684203"/>
                    <a:pt x="311292" y="700514"/>
                    <a:pt x="311289" y="716825"/>
                  </a:cubicBezTo>
                  <a:cubicBezTo>
                    <a:pt x="311289" y="717441"/>
                    <a:pt x="311288" y="718056"/>
                    <a:pt x="311288" y="718690"/>
                  </a:cubicBezTo>
                  <a:cubicBezTo>
                    <a:pt x="311288" y="721810"/>
                    <a:pt x="311287" y="724929"/>
                    <a:pt x="311286" y="728049"/>
                  </a:cubicBezTo>
                  <a:cubicBezTo>
                    <a:pt x="311286" y="728978"/>
                    <a:pt x="311286" y="728978"/>
                    <a:pt x="311286" y="729927"/>
                  </a:cubicBezTo>
                  <a:cubicBezTo>
                    <a:pt x="311286" y="731180"/>
                    <a:pt x="311286" y="732433"/>
                    <a:pt x="311285" y="733686"/>
                  </a:cubicBezTo>
                  <a:cubicBezTo>
                    <a:pt x="311281" y="753188"/>
                    <a:pt x="311287" y="772691"/>
                    <a:pt x="311301" y="792194"/>
                  </a:cubicBezTo>
                  <a:cubicBezTo>
                    <a:pt x="311316" y="814084"/>
                    <a:pt x="311324" y="835975"/>
                    <a:pt x="311321" y="857865"/>
                  </a:cubicBezTo>
                  <a:cubicBezTo>
                    <a:pt x="311321" y="860196"/>
                    <a:pt x="311321" y="862528"/>
                    <a:pt x="311321" y="864860"/>
                  </a:cubicBezTo>
                  <a:cubicBezTo>
                    <a:pt x="311320" y="865434"/>
                    <a:pt x="311320" y="866008"/>
                    <a:pt x="311320" y="866600"/>
                  </a:cubicBezTo>
                  <a:cubicBezTo>
                    <a:pt x="311319" y="875287"/>
                    <a:pt x="311324" y="883973"/>
                    <a:pt x="311332" y="892660"/>
                  </a:cubicBezTo>
                  <a:cubicBezTo>
                    <a:pt x="311341" y="902533"/>
                    <a:pt x="311342" y="912406"/>
                    <a:pt x="311333" y="922279"/>
                  </a:cubicBezTo>
                  <a:cubicBezTo>
                    <a:pt x="311329" y="927322"/>
                    <a:pt x="311328" y="932365"/>
                    <a:pt x="311337" y="937408"/>
                  </a:cubicBezTo>
                  <a:cubicBezTo>
                    <a:pt x="311345" y="942016"/>
                    <a:pt x="311343" y="946624"/>
                    <a:pt x="311332" y="951233"/>
                  </a:cubicBezTo>
                  <a:cubicBezTo>
                    <a:pt x="311330" y="952908"/>
                    <a:pt x="311332" y="954583"/>
                    <a:pt x="311338" y="956258"/>
                  </a:cubicBezTo>
                  <a:cubicBezTo>
                    <a:pt x="311345" y="958519"/>
                    <a:pt x="311339" y="960780"/>
                    <a:pt x="311330" y="963041"/>
                  </a:cubicBezTo>
                  <a:cubicBezTo>
                    <a:pt x="311335" y="963705"/>
                    <a:pt x="311341" y="964369"/>
                    <a:pt x="311346" y="965053"/>
                  </a:cubicBezTo>
                  <a:cubicBezTo>
                    <a:pt x="311330" y="966861"/>
                    <a:pt x="311330" y="966861"/>
                    <a:pt x="311051" y="969615"/>
                  </a:cubicBezTo>
                  <a:cubicBezTo>
                    <a:pt x="310314" y="969861"/>
                    <a:pt x="309577" y="970106"/>
                    <a:pt x="308818" y="970359"/>
                  </a:cubicBezTo>
                  <a:cubicBezTo>
                    <a:pt x="308296" y="971338"/>
                    <a:pt x="307802" y="972332"/>
                    <a:pt x="307330" y="973336"/>
                  </a:cubicBezTo>
                  <a:cubicBezTo>
                    <a:pt x="306260" y="974499"/>
                    <a:pt x="306260" y="974499"/>
                    <a:pt x="305098" y="975568"/>
                  </a:cubicBezTo>
                  <a:cubicBezTo>
                    <a:pt x="304714" y="975967"/>
                    <a:pt x="304330" y="976366"/>
                    <a:pt x="303935" y="976777"/>
                  </a:cubicBezTo>
                  <a:cubicBezTo>
                    <a:pt x="302865" y="977801"/>
                    <a:pt x="302865" y="977801"/>
                    <a:pt x="301377" y="978545"/>
                  </a:cubicBezTo>
                  <a:cubicBezTo>
                    <a:pt x="301009" y="979305"/>
                    <a:pt x="301009" y="979305"/>
                    <a:pt x="300633" y="980080"/>
                  </a:cubicBezTo>
                  <a:cubicBezTo>
                    <a:pt x="300387" y="980555"/>
                    <a:pt x="300142" y="981031"/>
                    <a:pt x="299889" y="981521"/>
                  </a:cubicBezTo>
                  <a:cubicBezTo>
                    <a:pt x="299398" y="981521"/>
                    <a:pt x="298906" y="981521"/>
                    <a:pt x="298400" y="981521"/>
                  </a:cubicBezTo>
                  <a:cubicBezTo>
                    <a:pt x="298293" y="982013"/>
                    <a:pt x="298186" y="982504"/>
                    <a:pt x="298075" y="983010"/>
                  </a:cubicBezTo>
                  <a:cubicBezTo>
                    <a:pt x="297937" y="983501"/>
                    <a:pt x="297799" y="983992"/>
                    <a:pt x="297656" y="984498"/>
                  </a:cubicBezTo>
                  <a:cubicBezTo>
                    <a:pt x="296920" y="984498"/>
                    <a:pt x="296183" y="984498"/>
                    <a:pt x="295424" y="984498"/>
                  </a:cubicBezTo>
                  <a:cubicBezTo>
                    <a:pt x="295301" y="984989"/>
                    <a:pt x="295178" y="985480"/>
                    <a:pt x="295052" y="985986"/>
                  </a:cubicBezTo>
                  <a:cubicBezTo>
                    <a:pt x="294929" y="986477"/>
                    <a:pt x="294806" y="986968"/>
                    <a:pt x="294680" y="987474"/>
                  </a:cubicBezTo>
                  <a:cubicBezTo>
                    <a:pt x="293943" y="987474"/>
                    <a:pt x="293206" y="987474"/>
                    <a:pt x="292447" y="987474"/>
                  </a:cubicBezTo>
                  <a:cubicBezTo>
                    <a:pt x="292447" y="988702"/>
                    <a:pt x="292447" y="989930"/>
                    <a:pt x="292447" y="991195"/>
                  </a:cubicBezTo>
                  <a:cubicBezTo>
                    <a:pt x="291465" y="991195"/>
                    <a:pt x="290483" y="991195"/>
                    <a:pt x="289471" y="991195"/>
                  </a:cubicBezTo>
                  <a:cubicBezTo>
                    <a:pt x="289471" y="992177"/>
                    <a:pt x="289471" y="993160"/>
                    <a:pt x="289471" y="994172"/>
                  </a:cubicBezTo>
                  <a:cubicBezTo>
                    <a:pt x="288488" y="994172"/>
                    <a:pt x="287506" y="994172"/>
                    <a:pt x="286494" y="994172"/>
                  </a:cubicBezTo>
                  <a:cubicBezTo>
                    <a:pt x="285994" y="995613"/>
                    <a:pt x="285994" y="995613"/>
                    <a:pt x="285750" y="997148"/>
                  </a:cubicBezTo>
                  <a:cubicBezTo>
                    <a:pt x="285259" y="997394"/>
                    <a:pt x="284768" y="997639"/>
                    <a:pt x="284262" y="997892"/>
                  </a:cubicBezTo>
                  <a:cubicBezTo>
                    <a:pt x="284016" y="998384"/>
                    <a:pt x="283771" y="998875"/>
                    <a:pt x="283518" y="999381"/>
                  </a:cubicBezTo>
                  <a:cubicBezTo>
                    <a:pt x="282773" y="1000869"/>
                    <a:pt x="282773" y="1000869"/>
                    <a:pt x="281285" y="1001613"/>
                  </a:cubicBezTo>
                  <a:cubicBezTo>
                    <a:pt x="281040" y="1002350"/>
                    <a:pt x="280794" y="1003087"/>
                    <a:pt x="280541" y="1003846"/>
                  </a:cubicBezTo>
                  <a:cubicBezTo>
                    <a:pt x="279942" y="1004429"/>
                    <a:pt x="279344" y="1005012"/>
                    <a:pt x="278727" y="1005613"/>
                  </a:cubicBezTo>
                  <a:cubicBezTo>
                    <a:pt x="276523" y="1007622"/>
                    <a:pt x="276523" y="1007622"/>
                    <a:pt x="275332" y="1011287"/>
                  </a:cubicBezTo>
                  <a:cubicBezTo>
                    <a:pt x="184472" y="1011287"/>
                    <a:pt x="93613"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135" name="任意多边形: 形状 134"/>
            <p:cNvSpPr/>
            <p:nvPr/>
          </p:nvSpPr>
          <p:spPr>
            <a:xfrm>
              <a:off x="1299333" y="610574"/>
              <a:ext cx="309124" cy="1011320"/>
            </a:xfrm>
            <a:custGeom>
              <a:avLst/>
              <a:gdLst>
                <a:gd name="connsiteX0" fmla="*/ 78985 w 309126"/>
                <a:gd name="connsiteY0" fmla="*/ 550659 h 1011287"/>
                <a:gd name="connsiteX1" fmla="*/ 78985 w 309126"/>
                <a:gd name="connsiteY1" fmla="*/ 920497 h 1011287"/>
                <a:gd name="connsiteX2" fmla="*/ 86137 w 309126"/>
                <a:gd name="connsiteY2" fmla="*/ 920493 h 1011287"/>
                <a:gd name="connsiteX3" fmla="*/ 136301 w 309126"/>
                <a:gd name="connsiteY3" fmla="*/ 920459 h 1011287"/>
                <a:gd name="connsiteX4" fmla="*/ 162502 w 309126"/>
                <a:gd name="connsiteY4" fmla="*/ 920443 h 1011287"/>
                <a:gd name="connsiteX5" fmla="*/ 185554 w 309126"/>
                <a:gd name="connsiteY5" fmla="*/ 920427 h 1011287"/>
                <a:gd name="connsiteX6" fmla="*/ 197715 w 309126"/>
                <a:gd name="connsiteY6" fmla="*/ 920421 h 1011287"/>
                <a:gd name="connsiteX7" fmla="*/ 209352 w 309126"/>
                <a:gd name="connsiteY7" fmla="*/ 920412 h 1011287"/>
                <a:gd name="connsiteX8" fmla="*/ 213627 w 309126"/>
                <a:gd name="connsiteY8" fmla="*/ 920412 h 1011287"/>
                <a:gd name="connsiteX9" fmla="*/ 219608 w 309126"/>
                <a:gd name="connsiteY9" fmla="*/ 920405 h 1011287"/>
                <a:gd name="connsiteX10" fmla="*/ 221401 w 309126"/>
                <a:gd name="connsiteY10" fmla="*/ 920407 h 1011287"/>
                <a:gd name="connsiteX11" fmla="*/ 227069 w 309126"/>
                <a:gd name="connsiteY11" fmla="*/ 920497 h 1011287"/>
                <a:gd name="connsiteX12" fmla="*/ 228557 w 309126"/>
                <a:gd name="connsiteY12" fmla="*/ 921241 h 1011287"/>
                <a:gd name="connsiteX13" fmla="*/ 230242 w 309126"/>
                <a:gd name="connsiteY13" fmla="*/ 915914 h 1011287"/>
                <a:gd name="connsiteX14" fmla="*/ 230231 w 309126"/>
                <a:gd name="connsiteY14" fmla="*/ 914278 h 1011287"/>
                <a:gd name="connsiteX15" fmla="*/ 230236 w 309126"/>
                <a:gd name="connsiteY15" fmla="*/ 908741 h 1011287"/>
                <a:gd name="connsiteX16" fmla="*/ 230231 w 309126"/>
                <a:gd name="connsiteY16" fmla="*/ 904643 h 1011287"/>
                <a:gd name="connsiteX17" fmla="*/ 230233 w 309126"/>
                <a:gd name="connsiteY17" fmla="*/ 893360 h 1011287"/>
                <a:gd name="connsiteX18" fmla="*/ 230229 w 309126"/>
                <a:gd name="connsiteY18" fmla="*/ 881016 h 1011287"/>
                <a:gd name="connsiteX19" fmla="*/ 230226 w 309126"/>
                <a:gd name="connsiteY19" fmla="*/ 856844 h 1011287"/>
                <a:gd name="connsiteX20" fmla="*/ 230216 w 309126"/>
                <a:gd name="connsiteY20" fmla="*/ 828443 h 1011287"/>
                <a:gd name="connsiteX21" fmla="*/ 230199 w 309126"/>
                <a:gd name="connsiteY21" fmla="*/ 774827 h 1011287"/>
                <a:gd name="connsiteX22" fmla="*/ 230183 w 309126"/>
                <a:gd name="connsiteY22" fmla="*/ 727078 h 1011287"/>
                <a:gd name="connsiteX23" fmla="*/ 230183 w 309126"/>
                <a:gd name="connsiteY23" fmla="*/ 724011 h 1011287"/>
                <a:gd name="connsiteX24" fmla="*/ 230184 w 309126"/>
                <a:gd name="connsiteY24" fmla="*/ 722479 h 1011287"/>
                <a:gd name="connsiteX25" fmla="*/ 230184 w 309126"/>
                <a:gd name="connsiteY25" fmla="*/ 714842 h 1011287"/>
                <a:gd name="connsiteX26" fmla="*/ 230184 w 309126"/>
                <a:gd name="connsiteY26" fmla="*/ 713321 h 1011287"/>
                <a:gd name="connsiteX27" fmla="*/ 230174 w 309126"/>
                <a:gd name="connsiteY27" fmla="*/ 666222 h 1011287"/>
                <a:gd name="connsiteX28" fmla="*/ 230170 w 309126"/>
                <a:gd name="connsiteY28" fmla="*/ 646360 h 1011287"/>
                <a:gd name="connsiteX29" fmla="*/ 230161 w 309126"/>
                <a:gd name="connsiteY29" fmla="*/ 621912 h 1011287"/>
                <a:gd name="connsiteX30" fmla="*/ 230154 w 309126"/>
                <a:gd name="connsiteY30" fmla="*/ 609436 h 1011287"/>
                <a:gd name="connsiteX31" fmla="*/ 230150 w 309126"/>
                <a:gd name="connsiteY31" fmla="*/ 597858 h 1011287"/>
                <a:gd name="connsiteX32" fmla="*/ 230145 w 309126"/>
                <a:gd name="connsiteY32" fmla="*/ 593655 h 1011287"/>
                <a:gd name="connsiteX33" fmla="*/ 230145 w 309126"/>
                <a:gd name="connsiteY33" fmla="*/ 587831 h 1011287"/>
                <a:gd name="connsiteX34" fmla="*/ 230141 w 309126"/>
                <a:gd name="connsiteY34" fmla="*/ 586086 h 1011287"/>
                <a:gd name="connsiteX35" fmla="*/ 229301 w 309126"/>
                <a:gd name="connsiteY35" fmla="*/ 577448 h 1011287"/>
                <a:gd name="connsiteX36" fmla="*/ 227813 w 309126"/>
                <a:gd name="connsiteY36" fmla="*/ 577448 h 1011287"/>
                <a:gd name="connsiteX37" fmla="*/ 227069 w 309126"/>
                <a:gd name="connsiteY37" fmla="*/ 575216 h 1011287"/>
                <a:gd name="connsiteX38" fmla="*/ 224092 w 309126"/>
                <a:gd name="connsiteY38" fmla="*/ 574471 h 1011287"/>
                <a:gd name="connsiteX39" fmla="*/ 224092 w 309126"/>
                <a:gd name="connsiteY39" fmla="*/ 571495 h 1011287"/>
                <a:gd name="connsiteX40" fmla="*/ 222651 w 309126"/>
                <a:gd name="connsiteY40" fmla="*/ 571076 h 1011287"/>
                <a:gd name="connsiteX41" fmla="*/ 221116 w 309126"/>
                <a:gd name="connsiteY41" fmla="*/ 570751 h 1011287"/>
                <a:gd name="connsiteX42" fmla="*/ 218883 w 309126"/>
                <a:gd name="connsiteY42" fmla="*/ 567774 h 1011287"/>
                <a:gd name="connsiteX43" fmla="*/ 217395 w 309126"/>
                <a:gd name="connsiteY43" fmla="*/ 567030 h 1011287"/>
                <a:gd name="connsiteX44" fmla="*/ 216651 w 309126"/>
                <a:gd name="connsiteY44" fmla="*/ 564798 h 1011287"/>
                <a:gd name="connsiteX45" fmla="*/ 213674 w 309126"/>
                <a:gd name="connsiteY45" fmla="*/ 564054 h 1011287"/>
                <a:gd name="connsiteX46" fmla="*/ 212930 w 309126"/>
                <a:gd name="connsiteY46" fmla="*/ 561077 h 1011287"/>
                <a:gd name="connsiteX47" fmla="*/ 209954 w 309126"/>
                <a:gd name="connsiteY47" fmla="*/ 561077 h 1011287"/>
                <a:gd name="connsiteX48" fmla="*/ 209954 w 309126"/>
                <a:gd name="connsiteY48" fmla="*/ 558100 h 1011287"/>
                <a:gd name="connsiteX49" fmla="*/ 208093 w 309126"/>
                <a:gd name="connsiteY49" fmla="*/ 557635 h 1011287"/>
                <a:gd name="connsiteX50" fmla="*/ 206233 w 309126"/>
                <a:gd name="connsiteY50" fmla="*/ 557356 h 1011287"/>
                <a:gd name="connsiteX51" fmla="*/ 205210 w 309126"/>
                <a:gd name="connsiteY51" fmla="*/ 554845 h 1011287"/>
                <a:gd name="connsiteX52" fmla="*/ 204001 w 309126"/>
                <a:gd name="connsiteY52" fmla="*/ 553636 h 1011287"/>
                <a:gd name="connsiteX53" fmla="*/ 202512 w 309126"/>
                <a:gd name="connsiteY53" fmla="*/ 550659 h 1011287"/>
                <a:gd name="connsiteX54" fmla="*/ 78985 w 309126"/>
                <a:gd name="connsiteY54" fmla="*/ 550659 h 1011287"/>
                <a:gd name="connsiteX55" fmla="*/ 79730 w 309126"/>
                <a:gd name="connsiteY55" fmla="*/ 90907 h 1011287"/>
                <a:gd name="connsiteX56" fmla="*/ 78887 w 309126"/>
                <a:gd name="connsiteY56" fmla="*/ 96527 h 1011287"/>
                <a:gd name="connsiteX57" fmla="*/ 78892 w 309126"/>
                <a:gd name="connsiteY57" fmla="*/ 98294 h 1011287"/>
                <a:gd name="connsiteX58" fmla="*/ 78888 w 309126"/>
                <a:gd name="connsiteY58" fmla="*/ 104276 h 1011287"/>
                <a:gd name="connsiteX59" fmla="*/ 78890 w 309126"/>
                <a:gd name="connsiteY59" fmla="*/ 108703 h 1011287"/>
                <a:gd name="connsiteX60" fmla="*/ 78887 w 309126"/>
                <a:gd name="connsiteY60" fmla="*/ 120891 h 1011287"/>
                <a:gd name="connsiteX61" fmla="*/ 78887 w 309126"/>
                <a:gd name="connsiteY61" fmla="*/ 134225 h 1011287"/>
                <a:gd name="connsiteX62" fmla="*/ 78884 w 309126"/>
                <a:gd name="connsiteY62" fmla="*/ 160333 h 1011287"/>
                <a:gd name="connsiteX63" fmla="*/ 78886 w 309126"/>
                <a:gd name="connsiteY63" fmla="*/ 183302 h 1011287"/>
                <a:gd name="connsiteX64" fmla="*/ 78886 w 309126"/>
                <a:gd name="connsiteY64" fmla="*/ 184836 h 1011287"/>
                <a:gd name="connsiteX65" fmla="*/ 78885 w 309126"/>
                <a:gd name="connsiteY65" fmla="*/ 191003 h 1011287"/>
                <a:gd name="connsiteX66" fmla="*/ 78889 w 309126"/>
                <a:gd name="connsiteY66" fmla="*/ 248889 h 1011287"/>
                <a:gd name="connsiteX67" fmla="*/ 78889 w 309126"/>
                <a:gd name="connsiteY67" fmla="*/ 300459 h 1011287"/>
                <a:gd name="connsiteX68" fmla="*/ 78885 w 309126"/>
                <a:gd name="connsiteY68" fmla="*/ 358457 h 1011287"/>
                <a:gd name="connsiteX69" fmla="*/ 78886 w 309126"/>
                <a:gd name="connsiteY69" fmla="*/ 364634 h 1011287"/>
                <a:gd name="connsiteX70" fmla="*/ 78886 w 309126"/>
                <a:gd name="connsiteY70" fmla="*/ 366172 h 1011287"/>
                <a:gd name="connsiteX71" fmla="*/ 78885 w 309126"/>
                <a:gd name="connsiteY71" fmla="*/ 389152 h 1011287"/>
                <a:gd name="connsiteX72" fmla="*/ 78885 w 309126"/>
                <a:gd name="connsiteY72" fmla="*/ 414029 h 1011287"/>
                <a:gd name="connsiteX73" fmla="*/ 78888 w 309126"/>
                <a:gd name="connsiteY73" fmla="*/ 427495 h 1011287"/>
                <a:gd name="connsiteX74" fmla="*/ 78888 w 309126"/>
                <a:gd name="connsiteY74" fmla="*/ 440004 h 1011287"/>
                <a:gd name="connsiteX75" fmla="*/ 78891 w 309126"/>
                <a:gd name="connsiteY75" fmla="*/ 444534 h 1011287"/>
                <a:gd name="connsiteX76" fmla="*/ 78889 w 309126"/>
                <a:gd name="connsiteY76" fmla="*/ 450833 h 1011287"/>
                <a:gd name="connsiteX77" fmla="*/ 78892 w 309126"/>
                <a:gd name="connsiteY77" fmla="*/ 452707 h 1011287"/>
                <a:gd name="connsiteX78" fmla="*/ 78986 w 309126"/>
                <a:gd name="connsiteY78" fmla="*/ 458512 h 1011287"/>
                <a:gd name="connsiteX79" fmla="*/ 81737 w 309126"/>
                <a:gd name="connsiteY79" fmla="*/ 459345 h 1011287"/>
                <a:gd name="connsiteX80" fmla="*/ 84476 w 309126"/>
                <a:gd name="connsiteY80" fmla="*/ 459338 h 1011287"/>
                <a:gd name="connsiteX81" fmla="*/ 89309 w 309126"/>
                <a:gd name="connsiteY81" fmla="*/ 459328 h 1011287"/>
                <a:gd name="connsiteX82" fmla="*/ 92865 w 309126"/>
                <a:gd name="connsiteY82" fmla="*/ 459316 h 1011287"/>
                <a:gd name="connsiteX83" fmla="*/ 102525 w 309126"/>
                <a:gd name="connsiteY83" fmla="*/ 459288 h 1011287"/>
                <a:gd name="connsiteX84" fmla="*/ 108683 w 309126"/>
                <a:gd name="connsiteY84" fmla="*/ 459263 h 1011287"/>
                <a:gd name="connsiteX85" fmla="*/ 127779 w 309126"/>
                <a:gd name="connsiteY85" fmla="*/ 459181 h 1011287"/>
                <a:gd name="connsiteX86" fmla="*/ 150039 w 309126"/>
                <a:gd name="connsiteY86" fmla="*/ 459096 h 1011287"/>
                <a:gd name="connsiteX87" fmla="*/ 167358 w 309126"/>
                <a:gd name="connsiteY87" fmla="*/ 459035 h 1011287"/>
                <a:gd name="connsiteX88" fmla="*/ 177669 w 309126"/>
                <a:gd name="connsiteY88" fmla="*/ 458989 h 1011287"/>
                <a:gd name="connsiteX89" fmla="*/ 187543 w 309126"/>
                <a:gd name="connsiteY89" fmla="*/ 458957 h 1011287"/>
                <a:gd name="connsiteX90" fmla="*/ 191169 w 309126"/>
                <a:gd name="connsiteY90" fmla="*/ 458930 h 1011287"/>
                <a:gd name="connsiteX91" fmla="*/ 196247 w 309126"/>
                <a:gd name="connsiteY91" fmla="*/ 458922 h 1011287"/>
                <a:gd name="connsiteX92" fmla="*/ 197767 w 309126"/>
                <a:gd name="connsiteY92" fmla="*/ 458904 h 1011287"/>
                <a:gd name="connsiteX93" fmla="*/ 202513 w 309126"/>
                <a:gd name="connsiteY93" fmla="*/ 458512 h 1011287"/>
                <a:gd name="connsiteX94" fmla="*/ 203089 w 309126"/>
                <a:gd name="connsiteY94" fmla="*/ 457000 h 1011287"/>
                <a:gd name="connsiteX95" fmla="*/ 203257 w 309126"/>
                <a:gd name="connsiteY95" fmla="*/ 455536 h 1011287"/>
                <a:gd name="connsiteX96" fmla="*/ 204745 w 309126"/>
                <a:gd name="connsiteY96" fmla="*/ 455536 h 1011287"/>
                <a:gd name="connsiteX97" fmla="*/ 206234 w 309126"/>
                <a:gd name="connsiteY97" fmla="*/ 452559 h 1011287"/>
                <a:gd name="connsiteX98" fmla="*/ 211071 w 309126"/>
                <a:gd name="connsiteY98" fmla="*/ 448048 h 1011287"/>
                <a:gd name="connsiteX99" fmla="*/ 212931 w 309126"/>
                <a:gd name="connsiteY99" fmla="*/ 445118 h 1011287"/>
                <a:gd name="connsiteX100" fmla="*/ 215908 w 309126"/>
                <a:gd name="connsiteY100" fmla="*/ 444374 h 1011287"/>
                <a:gd name="connsiteX101" fmla="*/ 215908 w 309126"/>
                <a:gd name="connsiteY101" fmla="*/ 441397 h 1011287"/>
                <a:gd name="connsiteX102" fmla="*/ 218140 w 309126"/>
                <a:gd name="connsiteY102" fmla="*/ 441397 h 1011287"/>
                <a:gd name="connsiteX103" fmla="*/ 218512 w 309126"/>
                <a:gd name="connsiteY103" fmla="*/ 439909 h 1011287"/>
                <a:gd name="connsiteX104" fmla="*/ 218884 w 309126"/>
                <a:gd name="connsiteY104" fmla="*/ 438421 h 1011287"/>
                <a:gd name="connsiteX105" fmla="*/ 221116 w 309126"/>
                <a:gd name="connsiteY105" fmla="*/ 438421 h 1011287"/>
                <a:gd name="connsiteX106" fmla="*/ 221489 w 309126"/>
                <a:gd name="connsiteY106" fmla="*/ 436560 h 1011287"/>
                <a:gd name="connsiteX107" fmla="*/ 221861 w 309126"/>
                <a:gd name="connsiteY107" fmla="*/ 434700 h 1011287"/>
                <a:gd name="connsiteX108" fmla="*/ 224093 w 309126"/>
                <a:gd name="connsiteY108" fmla="*/ 434700 h 1011287"/>
                <a:gd name="connsiteX109" fmla="*/ 224465 w 309126"/>
                <a:gd name="connsiteY109" fmla="*/ 433258 h 1011287"/>
                <a:gd name="connsiteX110" fmla="*/ 224837 w 309126"/>
                <a:gd name="connsiteY110" fmla="*/ 431723 h 1011287"/>
                <a:gd name="connsiteX111" fmla="*/ 227070 w 309126"/>
                <a:gd name="connsiteY111" fmla="*/ 430979 h 1011287"/>
                <a:gd name="connsiteX112" fmla="*/ 227362 w 309126"/>
                <a:gd name="connsiteY112" fmla="*/ 427240 h 1011287"/>
                <a:gd name="connsiteX113" fmla="*/ 227344 w 309126"/>
                <a:gd name="connsiteY113" fmla="*/ 425600 h 1011287"/>
                <a:gd name="connsiteX114" fmla="*/ 227348 w 309126"/>
                <a:gd name="connsiteY114" fmla="*/ 420067 h 1011287"/>
                <a:gd name="connsiteX115" fmla="*/ 227340 w 309126"/>
                <a:gd name="connsiteY115" fmla="*/ 415969 h 1011287"/>
                <a:gd name="connsiteX116" fmla="*/ 227336 w 309126"/>
                <a:gd name="connsiteY116" fmla="*/ 404692 h 1011287"/>
                <a:gd name="connsiteX117" fmla="*/ 227323 w 309126"/>
                <a:gd name="connsiteY117" fmla="*/ 392354 h 1011287"/>
                <a:gd name="connsiteX118" fmla="*/ 227311 w 309126"/>
                <a:gd name="connsiteY118" fmla="*/ 371002 h 1011287"/>
                <a:gd name="connsiteX119" fmla="*/ 227280 w 309126"/>
                <a:gd name="connsiteY119" fmla="*/ 339819 h 1011287"/>
                <a:gd name="connsiteX120" fmla="*/ 227240 w 309126"/>
                <a:gd name="connsiteY120" fmla="*/ 287797 h 1011287"/>
                <a:gd name="connsiteX121" fmla="*/ 227193 w 309126"/>
                <a:gd name="connsiteY121" fmla="*/ 238546 h 1011287"/>
                <a:gd name="connsiteX122" fmla="*/ 227192 w 309126"/>
                <a:gd name="connsiteY122" fmla="*/ 237013 h 1011287"/>
                <a:gd name="connsiteX123" fmla="*/ 227184 w 309126"/>
                <a:gd name="connsiteY123" fmla="*/ 221758 h 1011287"/>
                <a:gd name="connsiteX124" fmla="*/ 227070 w 309126"/>
                <a:gd name="connsiteY124" fmla="*/ 92395 h 1011287"/>
                <a:gd name="connsiteX125" fmla="*/ 172707 w 309126"/>
                <a:gd name="connsiteY125" fmla="*/ 92155 h 1011287"/>
                <a:gd name="connsiteX126" fmla="*/ 146285 w 309126"/>
                <a:gd name="connsiteY126" fmla="*/ 92036 h 1011287"/>
                <a:gd name="connsiteX127" fmla="*/ 123072 w 309126"/>
                <a:gd name="connsiteY127" fmla="*/ 91933 h 1011287"/>
                <a:gd name="connsiteX128" fmla="*/ 110821 w 309126"/>
                <a:gd name="connsiteY128" fmla="*/ 91877 h 1011287"/>
                <a:gd name="connsiteX129" fmla="*/ 99087 w 309126"/>
                <a:gd name="connsiteY129" fmla="*/ 91826 h 1011287"/>
                <a:gd name="connsiteX130" fmla="*/ 94776 w 309126"/>
                <a:gd name="connsiteY130" fmla="*/ 91804 h 1011287"/>
                <a:gd name="connsiteX131" fmla="*/ 88743 w 309126"/>
                <a:gd name="connsiteY131" fmla="*/ 91780 h 1011287"/>
                <a:gd name="connsiteX132" fmla="*/ 86934 w 309126"/>
                <a:gd name="connsiteY132" fmla="*/ 91769 h 1011287"/>
                <a:gd name="connsiteX133" fmla="*/ 81218 w 309126"/>
                <a:gd name="connsiteY133" fmla="*/ 91651 h 1011287"/>
                <a:gd name="connsiteX134" fmla="*/ 79730 w 309126"/>
                <a:gd name="connsiteY134" fmla="*/ 90907 h 1011287"/>
                <a:gd name="connsiteX135" fmla="*/ 0 w 309126"/>
                <a:gd name="connsiteY135" fmla="*/ 0 h 1011287"/>
                <a:gd name="connsiteX136" fmla="*/ 270123 w 309126"/>
                <a:gd name="connsiteY136" fmla="*/ 0 h 1011287"/>
                <a:gd name="connsiteX137" fmla="*/ 270867 w 309126"/>
                <a:gd name="connsiteY137" fmla="*/ 2977 h 1011287"/>
                <a:gd name="connsiteX138" fmla="*/ 273844 w 309126"/>
                <a:gd name="connsiteY138" fmla="*/ 3721 h 1011287"/>
                <a:gd name="connsiteX139" fmla="*/ 274588 w 309126"/>
                <a:gd name="connsiteY139" fmla="*/ 5953 h 1011287"/>
                <a:gd name="connsiteX140" fmla="*/ 276076 w 309126"/>
                <a:gd name="connsiteY140" fmla="*/ 6697 h 1011287"/>
                <a:gd name="connsiteX141" fmla="*/ 276820 w 309126"/>
                <a:gd name="connsiteY141" fmla="*/ 8930 h 1011287"/>
                <a:gd name="connsiteX142" fmla="*/ 279053 w 309126"/>
                <a:gd name="connsiteY142" fmla="*/ 10418 h 1011287"/>
                <a:gd name="connsiteX143" fmla="*/ 279797 w 309126"/>
                <a:gd name="connsiteY143" fmla="*/ 12650 h 1011287"/>
                <a:gd name="connsiteX144" fmla="*/ 281564 w 309126"/>
                <a:gd name="connsiteY144" fmla="*/ 13674 h 1011287"/>
                <a:gd name="connsiteX145" fmla="*/ 286494 w 309126"/>
                <a:gd name="connsiteY145" fmla="*/ 20836 h 1011287"/>
                <a:gd name="connsiteX146" fmla="*/ 288727 w 309126"/>
                <a:gd name="connsiteY146" fmla="*/ 21580 h 1011287"/>
                <a:gd name="connsiteX147" fmla="*/ 289099 w 309126"/>
                <a:gd name="connsiteY147" fmla="*/ 23115 h 1011287"/>
                <a:gd name="connsiteX148" fmla="*/ 289471 w 309126"/>
                <a:gd name="connsiteY148" fmla="*/ 24557 h 1011287"/>
                <a:gd name="connsiteX149" fmla="*/ 291703 w 309126"/>
                <a:gd name="connsiteY149" fmla="*/ 24557 h 1011287"/>
                <a:gd name="connsiteX150" fmla="*/ 292447 w 309126"/>
                <a:gd name="connsiteY150" fmla="*/ 27533 h 1011287"/>
                <a:gd name="connsiteX151" fmla="*/ 294680 w 309126"/>
                <a:gd name="connsiteY151" fmla="*/ 29021 h 1011287"/>
                <a:gd name="connsiteX152" fmla="*/ 294680 w 309126"/>
                <a:gd name="connsiteY152" fmla="*/ 31254 h 1011287"/>
                <a:gd name="connsiteX153" fmla="*/ 297656 w 309126"/>
                <a:gd name="connsiteY153" fmla="*/ 31254 h 1011287"/>
                <a:gd name="connsiteX154" fmla="*/ 297656 w 309126"/>
                <a:gd name="connsiteY154" fmla="*/ 34230 h 1011287"/>
                <a:gd name="connsiteX155" fmla="*/ 300633 w 309126"/>
                <a:gd name="connsiteY155" fmla="*/ 34230 h 1011287"/>
                <a:gd name="connsiteX156" fmla="*/ 300633 w 309126"/>
                <a:gd name="connsiteY156" fmla="*/ 37951 h 1011287"/>
                <a:gd name="connsiteX157" fmla="*/ 302865 w 309126"/>
                <a:gd name="connsiteY157" fmla="*/ 37951 h 1011287"/>
                <a:gd name="connsiteX158" fmla="*/ 302865 w 309126"/>
                <a:gd name="connsiteY158" fmla="*/ 40928 h 1011287"/>
                <a:gd name="connsiteX159" fmla="*/ 306586 w 309126"/>
                <a:gd name="connsiteY159" fmla="*/ 41672 h 1011287"/>
                <a:gd name="connsiteX160" fmla="*/ 308818 w 309126"/>
                <a:gd name="connsiteY160" fmla="*/ 43160 h 1011287"/>
                <a:gd name="connsiteX161" fmla="*/ 309093 w 309126"/>
                <a:gd name="connsiteY161" fmla="*/ 49712 h 1011287"/>
                <a:gd name="connsiteX162" fmla="*/ 309101 w 309126"/>
                <a:gd name="connsiteY162" fmla="*/ 51803 h 1011287"/>
                <a:gd name="connsiteX163" fmla="*/ 309087 w 309126"/>
                <a:gd name="connsiteY163" fmla="*/ 58820 h 1011287"/>
                <a:gd name="connsiteX164" fmla="*/ 309093 w 309126"/>
                <a:gd name="connsiteY164" fmla="*/ 63870 h 1011287"/>
                <a:gd name="connsiteX165" fmla="*/ 309077 w 309126"/>
                <a:gd name="connsiteY165" fmla="*/ 77809 h 1011287"/>
                <a:gd name="connsiteX166" fmla="*/ 309072 w 309126"/>
                <a:gd name="connsiteY166" fmla="*/ 91277 h 1011287"/>
                <a:gd name="connsiteX167" fmla="*/ 309054 w 309126"/>
                <a:gd name="connsiteY167" fmla="*/ 118838 h 1011287"/>
                <a:gd name="connsiteX168" fmla="*/ 309030 w 309126"/>
                <a:gd name="connsiteY168" fmla="*/ 146138 h 1011287"/>
                <a:gd name="connsiteX169" fmla="*/ 309030 w 309126"/>
                <a:gd name="connsiteY169" fmla="*/ 147851 h 1011287"/>
                <a:gd name="connsiteX170" fmla="*/ 309028 w 309126"/>
                <a:gd name="connsiteY170" fmla="*/ 156462 h 1011287"/>
                <a:gd name="connsiteX171" fmla="*/ 308987 w 309126"/>
                <a:gd name="connsiteY171" fmla="*/ 217499 h 1011287"/>
                <a:gd name="connsiteX172" fmla="*/ 308941 w 309126"/>
                <a:gd name="connsiteY172" fmla="*/ 276805 h 1011287"/>
                <a:gd name="connsiteX173" fmla="*/ 308940 w 309126"/>
                <a:gd name="connsiteY173" fmla="*/ 278650 h 1011287"/>
                <a:gd name="connsiteX174" fmla="*/ 308932 w 309126"/>
                <a:gd name="connsiteY174" fmla="*/ 296999 h 1011287"/>
                <a:gd name="connsiteX175" fmla="*/ 308913 w 309126"/>
                <a:gd name="connsiteY175" fmla="*/ 334380 h 1011287"/>
                <a:gd name="connsiteX176" fmla="*/ 308912 w 309126"/>
                <a:gd name="connsiteY176" fmla="*/ 336116 h 1011287"/>
                <a:gd name="connsiteX177" fmla="*/ 308818 w 309126"/>
                <a:gd name="connsiteY177" fmla="*/ 450949 h 1011287"/>
                <a:gd name="connsiteX178" fmla="*/ 306586 w 309126"/>
                <a:gd name="connsiteY178" fmla="*/ 450205 h 1011287"/>
                <a:gd name="connsiteX179" fmla="*/ 305842 w 309126"/>
                <a:gd name="connsiteY179" fmla="*/ 457646 h 1011287"/>
                <a:gd name="connsiteX180" fmla="*/ 303609 w 309126"/>
                <a:gd name="connsiteY180" fmla="*/ 457646 h 1011287"/>
                <a:gd name="connsiteX181" fmla="*/ 303499 w 309126"/>
                <a:gd name="connsiteY181" fmla="*/ 459085 h 1011287"/>
                <a:gd name="connsiteX182" fmla="*/ 303330 w 309126"/>
                <a:gd name="connsiteY182" fmla="*/ 460949 h 1011287"/>
                <a:gd name="connsiteX183" fmla="*/ 303173 w 309126"/>
                <a:gd name="connsiteY183" fmla="*/ 462806 h 1011287"/>
                <a:gd name="connsiteX184" fmla="*/ 302865 w 309126"/>
                <a:gd name="connsiteY184" fmla="*/ 464344 h 1011287"/>
                <a:gd name="connsiteX185" fmla="*/ 301377 w 309126"/>
                <a:gd name="connsiteY185" fmla="*/ 465088 h 1011287"/>
                <a:gd name="connsiteX186" fmla="*/ 300961 w 309126"/>
                <a:gd name="connsiteY186" fmla="*/ 469692 h 1011287"/>
                <a:gd name="connsiteX187" fmla="*/ 300633 w 309126"/>
                <a:gd name="connsiteY187" fmla="*/ 471041 h 1011287"/>
                <a:gd name="connsiteX188" fmla="*/ 298400 w 309126"/>
                <a:gd name="connsiteY188" fmla="*/ 471785 h 1011287"/>
                <a:gd name="connsiteX189" fmla="*/ 297889 w 309126"/>
                <a:gd name="connsiteY189" fmla="*/ 476302 h 1011287"/>
                <a:gd name="connsiteX190" fmla="*/ 295424 w 309126"/>
                <a:gd name="connsiteY190" fmla="*/ 479971 h 1011287"/>
                <a:gd name="connsiteX191" fmla="*/ 295145 w 309126"/>
                <a:gd name="connsiteY191" fmla="*/ 481366 h 1011287"/>
                <a:gd name="connsiteX192" fmla="*/ 290959 w 309126"/>
                <a:gd name="connsiteY192" fmla="*/ 486668 h 1011287"/>
                <a:gd name="connsiteX193" fmla="*/ 290215 w 309126"/>
                <a:gd name="connsiteY193" fmla="*/ 488900 h 1011287"/>
                <a:gd name="connsiteX194" fmla="*/ 287238 w 309126"/>
                <a:gd name="connsiteY194" fmla="*/ 489644 h 1011287"/>
                <a:gd name="connsiteX195" fmla="*/ 286494 w 309126"/>
                <a:gd name="connsiteY195" fmla="*/ 491877 h 1011287"/>
                <a:gd name="connsiteX196" fmla="*/ 284262 w 309126"/>
                <a:gd name="connsiteY196" fmla="*/ 491877 h 1011287"/>
                <a:gd name="connsiteX197" fmla="*/ 284262 w 309126"/>
                <a:gd name="connsiteY197" fmla="*/ 495598 h 1011287"/>
                <a:gd name="connsiteX198" fmla="*/ 281285 w 309126"/>
                <a:gd name="connsiteY198" fmla="*/ 495598 h 1011287"/>
                <a:gd name="connsiteX199" fmla="*/ 280541 w 309126"/>
                <a:gd name="connsiteY199" fmla="*/ 498574 h 1011287"/>
                <a:gd name="connsiteX200" fmla="*/ 276820 w 309126"/>
                <a:gd name="connsiteY200" fmla="*/ 502295 h 1011287"/>
                <a:gd name="connsiteX201" fmla="*/ 276820 w 309126"/>
                <a:gd name="connsiteY201" fmla="*/ 504527 h 1011287"/>
                <a:gd name="connsiteX202" fmla="*/ 280541 w 309126"/>
                <a:gd name="connsiteY202" fmla="*/ 506760 h 1011287"/>
                <a:gd name="connsiteX203" fmla="*/ 281285 w 309126"/>
                <a:gd name="connsiteY203" fmla="*/ 508992 h 1011287"/>
                <a:gd name="connsiteX204" fmla="*/ 283518 w 309126"/>
                <a:gd name="connsiteY204" fmla="*/ 509736 h 1011287"/>
                <a:gd name="connsiteX205" fmla="*/ 283843 w 309126"/>
                <a:gd name="connsiteY205" fmla="*/ 511271 h 1011287"/>
                <a:gd name="connsiteX206" fmla="*/ 284262 w 309126"/>
                <a:gd name="connsiteY206" fmla="*/ 512713 h 1011287"/>
                <a:gd name="connsiteX207" fmla="*/ 287238 w 309126"/>
                <a:gd name="connsiteY207" fmla="*/ 512713 h 1011287"/>
                <a:gd name="connsiteX208" fmla="*/ 287238 w 309126"/>
                <a:gd name="connsiteY208" fmla="*/ 515689 h 1011287"/>
                <a:gd name="connsiteX209" fmla="*/ 290959 w 309126"/>
                <a:gd name="connsiteY209" fmla="*/ 516434 h 1011287"/>
                <a:gd name="connsiteX210" fmla="*/ 292447 w 309126"/>
                <a:gd name="connsiteY210" fmla="*/ 519410 h 1011287"/>
                <a:gd name="connsiteX211" fmla="*/ 294680 w 309126"/>
                <a:gd name="connsiteY211" fmla="*/ 520154 h 1011287"/>
                <a:gd name="connsiteX212" fmla="*/ 295424 w 309126"/>
                <a:gd name="connsiteY212" fmla="*/ 524619 h 1011287"/>
                <a:gd name="connsiteX213" fmla="*/ 297656 w 309126"/>
                <a:gd name="connsiteY213" fmla="*/ 524619 h 1011287"/>
                <a:gd name="connsiteX214" fmla="*/ 298400 w 309126"/>
                <a:gd name="connsiteY214" fmla="*/ 530572 h 1011287"/>
                <a:gd name="connsiteX215" fmla="*/ 300633 w 309126"/>
                <a:gd name="connsiteY215" fmla="*/ 530572 h 1011287"/>
                <a:gd name="connsiteX216" fmla="*/ 300743 w 309126"/>
                <a:gd name="connsiteY216" fmla="*/ 532011 h 1011287"/>
                <a:gd name="connsiteX217" fmla="*/ 300912 w 309126"/>
                <a:gd name="connsiteY217" fmla="*/ 533874 h 1011287"/>
                <a:gd name="connsiteX218" fmla="*/ 301069 w 309126"/>
                <a:gd name="connsiteY218" fmla="*/ 535732 h 1011287"/>
                <a:gd name="connsiteX219" fmla="*/ 301377 w 309126"/>
                <a:gd name="connsiteY219" fmla="*/ 537269 h 1011287"/>
                <a:gd name="connsiteX220" fmla="*/ 302865 w 309126"/>
                <a:gd name="connsiteY220" fmla="*/ 538014 h 1011287"/>
                <a:gd name="connsiteX221" fmla="*/ 303609 w 309126"/>
                <a:gd name="connsiteY221" fmla="*/ 543967 h 1011287"/>
                <a:gd name="connsiteX222" fmla="*/ 305842 w 309126"/>
                <a:gd name="connsiteY222" fmla="*/ 543967 h 1011287"/>
                <a:gd name="connsiteX223" fmla="*/ 306205 w 309126"/>
                <a:gd name="connsiteY223" fmla="*/ 548545 h 1011287"/>
                <a:gd name="connsiteX224" fmla="*/ 306586 w 309126"/>
                <a:gd name="connsiteY224" fmla="*/ 549920 h 1011287"/>
                <a:gd name="connsiteX225" fmla="*/ 308818 w 309126"/>
                <a:gd name="connsiteY225" fmla="*/ 550664 h 1011287"/>
                <a:gd name="connsiteX226" fmla="*/ 309099 w 309126"/>
                <a:gd name="connsiteY226" fmla="*/ 557308 h 1011287"/>
                <a:gd name="connsiteX227" fmla="*/ 309109 w 309126"/>
                <a:gd name="connsiteY227" fmla="*/ 559457 h 1011287"/>
                <a:gd name="connsiteX228" fmla="*/ 309102 w 309126"/>
                <a:gd name="connsiteY228" fmla="*/ 566682 h 1011287"/>
                <a:gd name="connsiteX229" fmla="*/ 309112 w 309126"/>
                <a:gd name="connsiteY229" fmla="*/ 571876 h 1011287"/>
                <a:gd name="connsiteX230" fmla="*/ 309112 w 309126"/>
                <a:gd name="connsiteY230" fmla="*/ 584714 h 1011287"/>
                <a:gd name="connsiteX231" fmla="*/ 309117 w 309126"/>
                <a:gd name="connsiteY231" fmla="*/ 600081 h 1011287"/>
                <a:gd name="connsiteX232" fmla="*/ 309122 w 309126"/>
                <a:gd name="connsiteY232" fmla="*/ 630194 h 1011287"/>
                <a:gd name="connsiteX233" fmla="*/ 309117 w 309126"/>
                <a:gd name="connsiteY233" fmla="*/ 656545 h 1011287"/>
                <a:gd name="connsiteX234" fmla="*/ 309118 w 309126"/>
                <a:gd name="connsiteY234" fmla="*/ 658308 h 1011287"/>
                <a:gd name="connsiteX235" fmla="*/ 309120 w 309126"/>
                <a:gd name="connsiteY235" fmla="*/ 665391 h 1011287"/>
                <a:gd name="connsiteX236" fmla="*/ 309108 w 309126"/>
                <a:gd name="connsiteY236" fmla="*/ 731893 h 1011287"/>
                <a:gd name="connsiteX237" fmla="*/ 309109 w 309126"/>
                <a:gd name="connsiteY237" fmla="*/ 791031 h 1011287"/>
                <a:gd name="connsiteX238" fmla="*/ 309119 w 309126"/>
                <a:gd name="connsiteY238" fmla="*/ 857408 h 1011287"/>
                <a:gd name="connsiteX239" fmla="*/ 309117 w 309126"/>
                <a:gd name="connsiteY239" fmla="*/ 864478 h 1011287"/>
                <a:gd name="connsiteX240" fmla="*/ 309117 w 309126"/>
                <a:gd name="connsiteY240" fmla="*/ 866237 h 1011287"/>
                <a:gd name="connsiteX241" fmla="*/ 309123 w 309126"/>
                <a:gd name="connsiteY241" fmla="*/ 892577 h 1011287"/>
                <a:gd name="connsiteX242" fmla="*/ 309115 w 309126"/>
                <a:gd name="connsiteY242" fmla="*/ 922515 h 1011287"/>
                <a:gd name="connsiteX243" fmla="*/ 309115 w 309126"/>
                <a:gd name="connsiteY243" fmla="*/ 937806 h 1011287"/>
                <a:gd name="connsiteX244" fmla="*/ 309106 w 309126"/>
                <a:gd name="connsiteY244" fmla="*/ 951780 h 1011287"/>
                <a:gd name="connsiteX245" fmla="*/ 309110 w 309126"/>
                <a:gd name="connsiteY245" fmla="*/ 956859 h 1011287"/>
                <a:gd name="connsiteX246" fmla="*/ 309099 w 309126"/>
                <a:gd name="connsiteY246" fmla="*/ 963715 h 1011287"/>
                <a:gd name="connsiteX247" fmla="*/ 309115 w 309126"/>
                <a:gd name="connsiteY247" fmla="*/ 965749 h 1011287"/>
                <a:gd name="connsiteX248" fmla="*/ 308818 w 309126"/>
                <a:gd name="connsiteY248" fmla="*/ 970359 h 1011287"/>
                <a:gd name="connsiteX249" fmla="*/ 306586 w 309126"/>
                <a:gd name="connsiteY249" fmla="*/ 971103 h 1011287"/>
                <a:gd name="connsiteX250" fmla="*/ 305098 w 309126"/>
                <a:gd name="connsiteY250" fmla="*/ 974080 h 1011287"/>
                <a:gd name="connsiteX251" fmla="*/ 303609 w 309126"/>
                <a:gd name="connsiteY251" fmla="*/ 974824 h 1011287"/>
                <a:gd name="connsiteX252" fmla="*/ 302865 w 309126"/>
                <a:gd name="connsiteY252" fmla="*/ 977057 h 1011287"/>
                <a:gd name="connsiteX253" fmla="*/ 298842 w 309126"/>
                <a:gd name="connsiteY253" fmla="*/ 980405 h 1011287"/>
                <a:gd name="connsiteX254" fmla="*/ 296912 w 309126"/>
                <a:gd name="connsiteY254" fmla="*/ 983754 h 1011287"/>
                <a:gd name="connsiteX255" fmla="*/ 295424 w 309126"/>
                <a:gd name="connsiteY255" fmla="*/ 984498 h 1011287"/>
                <a:gd name="connsiteX256" fmla="*/ 294680 w 309126"/>
                <a:gd name="connsiteY256" fmla="*/ 986730 h 1011287"/>
                <a:gd name="connsiteX257" fmla="*/ 293191 w 309126"/>
                <a:gd name="connsiteY257" fmla="*/ 987056 h 1011287"/>
                <a:gd name="connsiteX258" fmla="*/ 291703 w 309126"/>
                <a:gd name="connsiteY258" fmla="*/ 987474 h 1011287"/>
                <a:gd name="connsiteX259" fmla="*/ 290959 w 309126"/>
                <a:gd name="connsiteY259" fmla="*/ 990451 h 1011287"/>
                <a:gd name="connsiteX260" fmla="*/ 289471 w 309126"/>
                <a:gd name="connsiteY260" fmla="*/ 990451 h 1011287"/>
                <a:gd name="connsiteX261" fmla="*/ 289145 w 309126"/>
                <a:gd name="connsiteY261" fmla="*/ 991800 h 1011287"/>
                <a:gd name="connsiteX262" fmla="*/ 286494 w 309126"/>
                <a:gd name="connsiteY262" fmla="*/ 995660 h 1011287"/>
                <a:gd name="connsiteX263" fmla="*/ 285006 w 309126"/>
                <a:gd name="connsiteY263" fmla="*/ 997892 h 1011287"/>
                <a:gd name="connsiteX264" fmla="*/ 282773 w 309126"/>
                <a:gd name="connsiteY264" fmla="*/ 998637 h 1011287"/>
                <a:gd name="connsiteX265" fmla="*/ 281285 w 309126"/>
                <a:gd name="connsiteY265" fmla="*/ 1001613 h 1011287"/>
                <a:gd name="connsiteX266" fmla="*/ 279797 w 309126"/>
                <a:gd name="connsiteY266" fmla="*/ 1002357 h 1011287"/>
                <a:gd name="connsiteX267" fmla="*/ 279053 w 309126"/>
                <a:gd name="connsiteY267" fmla="*/ 1003892 h 1011287"/>
                <a:gd name="connsiteX268" fmla="*/ 278309 w 309126"/>
                <a:gd name="connsiteY268" fmla="*/ 1005334 h 1011287"/>
                <a:gd name="connsiteX269" fmla="*/ 276820 w 309126"/>
                <a:gd name="connsiteY269" fmla="*/ 1005334 h 1011287"/>
                <a:gd name="connsiteX270" fmla="*/ 276541 w 309126"/>
                <a:gd name="connsiteY270" fmla="*/ 1006822 h 1011287"/>
                <a:gd name="connsiteX271" fmla="*/ 276076 w 309126"/>
                <a:gd name="connsiteY271" fmla="*/ 1008310 h 1011287"/>
                <a:gd name="connsiteX272" fmla="*/ 273100 w 309126"/>
                <a:gd name="connsiteY272" fmla="*/ 1008310 h 1011287"/>
                <a:gd name="connsiteX273" fmla="*/ 273100 w 309126"/>
                <a:gd name="connsiteY273" fmla="*/ 1011287 h 1011287"/>
                <a:gd name="connsiteX274" fmla="*/ 0 w 309126"/>
                <a:gd name="connsiteY274" fmla="*/ 1011287 h 1011287"/>
                <a:gd name="connsiteX275" fmla="*/ 0 w 309126"/>
                <a:gd name="connsiteY27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309126" h="1011287">
                  <a:moveTo>
                    <a:pt x="78985" y="550659"/>
                  </a:moveTo>
                  <a:cubicBezTo>
                    <a:pt x="78985" y="676404"/>
                    <a:pt x="78985" y="798450"/>
                    <a:pt x="78985" y="920497"/>
                  </a:cubicBezTo>
                  <a:cubicBezTo>
                    <a:pt x="81369" y="920497"/>
                    <a:pt x="83753" y="920496"/>
                    <a:pt x="86137" y="920493"/>
                  </a:cubicBezTo>
                  <a:cubicBezTo>
                    <a:pt x="102858" y="920478"/>
                    <a:pt x="119579" y="920467"/>
                    <a:pt x="136301" y="920459"/>
                  </a:cubicBezTo>
                  <a:cubicBezTo>
                    <a:pt x="145034" y="920456"/>
                    <a:pt x="153768" y="920452"/>
                    <a:pt x="162502" y="920443"/>
                  </a:cubicBezTo>
                  <a:cubicBezTo>
                    <a:pt x="170186" y="920436"/>
                    <a:pt x="177870" y="920430"/>
                    <a:pt x="185554" y="920427"/>
                  </a:cubicBezTo>
                  <a:cubicBezTo>
                    <a:pt x="189607" y="920426"/>
                    <a:pt x="193661" y="920426"/>
                    <a:pt x="197715" y="920421"/>
                  </a:cubicBezTo>
                  <a:cubicBezTo>
                    <a:pt x="201594" y="920416"/>
                    <a:pt x="205473" y="920412"/>
                    <a:pt x="209352" y="920412"/>
                  </a:cubicBezTo>
                  <a:cubicBezTo>
                    <a:pt x="210777" y="920412"/>
                    <a:pt x="212202" y="920413"/>
                    <a:pt x="213627" y="920412"/>
                  </a:cubicBezTo>
                  <a:cubicBezTo>
                    <a:pt x="215621" y="920408"/>
                    <a:pt x="217614" y="920404"/>
                    <a:pt x="219608" y="920405"/>
                  </a:cubicBezTo>
                  <a:cubicBezTo>
                    <a:pt x="220218" y="920406"/>
                    <a:pt x="220809" y="920407"/>
                    <a:pt x="221401" y="920407"/>
                  </a:cubicBezTo>
                  <a:cubicBezTo>
                    <a:pt x="223297" y="920400"/>
                    <a:pt x="225173" y="920426"/>
                    <a:pt x="227069" y="920497"/>
                  </a:cubicBezTo>
                  <a:cubicBezTo>
                    <a:pt x="227575" y="920750"/>
                    <a:pt x="228066" y="920995"/>
                    <a:pt x="228557" y="921241"/>
                  </a:cubicBezTo>
                  <a:cubicBezTo>
                    <a:pt x="230215" y="919583"/>
                    <a:pt x="230215" y="919583"/>
                    <a:pt x="230242" y="915914"/>
                  </a:cubicBezTo>
                  <a:cubicBezTo>
                    <a:pt x="230236" y="915088"/>
                    <a:pt x="230236" y="915088"/>
                    <a:pt x="230231" y="914278"/>
                  </a:cubicBezTo>
                  <a:cubicBezTo>
                    <a:pt x="230237" y="912432"/>
                    <a:pt x="230241" y="910587"/>
                    <a:pt x="230236" y="908741"/>
                  </a:cubicBezTo>
                  <a:cubicBezTo>
                    <a:pt x="230232" y="907375"/>
                    <a:pt x="230230" y="906009"/>
                    <a:pt x="230231" y="904643"/>
                  </a:cubicBezTo>
                  <a:cubicBezTo>
                    <a:pt x="230238" y="900882"/>
                    <a:pt x="230239" y="897121"/>
                    <a:pt x="230233" y="893360"/>
                  </a:cubicBezTo>
                  <a:cubicBezTo>
                    <a:pt x="230227" y="889245"/>
                    <a:pt x="230227" y="885131"/>
                    <a:pt x="230229" y="881016"/>
                  </a:cubicBezTo>
                  <a:cubicBezTo>
                    <a:pt x="230234" y="872959"/>
                    <a:pt x="230232" y="864901"/>
                    <a:pt x="230226" y="856844"/>
                  </a:cubicBezTo>
                  <a:cubicBezTo>
                    <a:pt x="230218" y="847377"/>
                    <a:pt x="230216" y="837910"/>
                    <a:pt x="230216" y="828443"/>
                  </a:cubicBezTo>
                  <a:cubicBezTo>
                    <a:pt x="230217" y="810571"/>
                    <a:pt x="230210" y="792699"/>
                    <a:pt x="230199" y="774827"/>
                  </a:cubicBezTo>
                  <a:cubicBezTo>
                    <a:pt x="230189" y="758911"/>
                    <a:pt x="230183" y="742994"/>
                    <a:pt x="230183" y="727078"/>
                  </a:cubicBezTo>
                  <a:cubicBezTo>
                    <a:pt x="230183" y="726056"/>
                    <a:pt x="230183" y="725033"/>
                    <a:pt x="230183" y="724011"/>
                  </a:cubicBezTo>
                  <a:cubicBezTo>
                    <a:pt x="230184" y="723490"/>
                    <a:pt x="230184" y="722984"/>
                    <a:pt x="230184" y="722479"/>
                  </a:cubicBezTo>
                  <a:cubicBezTo>
                    <a:pt x="230184" y="719933"/>
                    <a:pt x="230184" y="717388"/>
                    <a:pt x="230184" y="714842"/>
                  </a:cubicBezTo>
                  <a:cubicBezTo>
                    <a:pt x="230184" y="714074"/>
                    <a:pt x="230184" y="714074"/>
                    <a:pt x="230184" y="713321"/>
                  </a:cubicBezTo>
                  <a:cubicBezTo>
                    <a:pt x="230184" y="697621"/>
                    <a:pt x="230180" y="681921"/>
                    <a:pt x="230174" y="666222"/>
                  </a:cubicBezTo>
                  <a:cubicBezTo>
                    <a:pt x="230172" y="659601"/>
                    <a:pt x="230170" y="652981"/>
                    <a:pt x="230170" y="646360"/>
                  </a:cubicBezTo>
                  <a:cubicBezTo>
                    <a:pt x="230169" y="638211"/>
                    <a:pt x="230167" y="630061"/>
                    <a:pt x="230161" y="621912"/>
                  </a:cubicBezTo>
                  <a:cubicBezTo>
                    <a:pt x="230158" y="617753"/>
                    <a:pt x="230154" y="613595"/>
                    <a:pt x="230154" y="609436"/>
                  </a:cubicBezTo>
                  <a:cubicBezTo>
                    <a:pt x="230155" y="605577"/>
                    <a:pt x="230155" y="601718"/>
                    <a:pt x="230150" y="597858"/>
                  </a:cubicBezTo>
                  <a:cubicBezTo>
                    <a:pt x="230148" y="596457"/>
                    <a:pt x="230146" y="595056"/>
                    <a:pt x="230145" y="593655"/>
                  </a:cubicBezTo>
                  <a:cubicBezTo>
                    <a:pt x="230147" y="591714"/>
                    <a:pt x="230149" y="589772"/>
                    <a:pt x="230145" y="587831"/>
                  </a:cubicBezTo>
                  <a:cubicBezTo>
                    <a:pt x="230144" y="587238"/>
                    <a:pt x="230143" y="586662"/>
                    <a:pt x="230141" y="586086"/>
                  </a:cubicBezTo>
                  <a:cubicBezTo>
                    <a:pt x="230150" y="583188"/>
                    <a:pt x="230406" y="580178"/>
                    <a:pt x="229301" y="577448"/>
                  </a:cubicBezTo>
                  <a:cubicBezTo>
                    <a:pt x="228795" y="577448"/>
                    <a:pt x="228304" y="577448"/>
                    <a:pt x="227813" y="577448"/>
                  </a:cubicBezTo>
                  <a:cubicBezTo>
                    <a:pt x="227560" y="576689"/>
                    <a:pt x="227315" y="575952"/>
                    <a:pt x="227069" y="575216"/>
                  </a:cubicBezTo>
                  <a:cubicBezTo>
                    <a:pt x="225541" y="574911"/>
                    <a:pt x="225541" y="574911"/>
                    <a:pt x="224092" y="574471"/>
                  </a:cubicBezTo>
                  <a:cubicBezTo>
                    <a:pt x="224092" y="573459"/>
                    <a:pt x="224092" y="572477"/>
                    <a:pt x="224092" y="571495"/>
                  </a:cubicBezTo>
                  <a:cubicBezTo>
                    <a:pt x="223602" y="571353"/>
                    <a:pt x="223126" y="571214"/>
                    <a:pt x="222651" y="571076"/>
                  </a:cubicBezTo>
                  <a:cubicBezTo>
                    <a:pt x="222129" y="570966"/>
                    <a:pt x="221622" y="570858"/>
                    <a:pt x="221116" y="570751"/>
                  </a:cubicBezTo>
                  <a:cubicBezTo>
                    <a:pt x="220372" y="568518"/>
                    <a:pt x="220372" y="568518"/>
                    <a:pt x="218883" y="567774"/>
                  </a:cubicBezTo>
                  <a:cubicBezTo>
                    <a:pt x="218377" y="567521"/>
                    <a:pt x="217886" y="567276"/>
                    <a:pt x="217395" y="567030"/>
                  </a:cubicBezTo>
                  <a:cubicBezTo>
                    <a:pt x="217142" y="566271"/>
                    <a:pt x="216897" y="565534"/>
                    <a:pt x="216651" y="564798"/>
                  </a:cubicBezTo>
                  <a:cubicBezTo>
                    <a:pt x="215652" y="564579"/>
                    <a:pt x="214659" y="564330"/>
                    <a:pt x="213674" y="564054"/>
                  </a:cubicBezTo>
                  <a:cubicBezTo>
                    <a:pt x="213434" y="563060"/>
                    <a:pt x="213186" y="562067"/>
                    <a:pt x="212930" y="561077"/>
                  </a:cubicBezTo>
                  <a:cubicBezTo>
                    <a:pt x="211918" y="561077"/>
                    <a:pt x="210936" y="561077"/>
                    <a:pt x="209954" y="561077"/>
                  </a:cubicBezTo>
                  <a:cubicBezTo>
                    <a:pt x="209954" y="560065"/>
                    <a:pt x="209954" y="559083"/>
                    <a:pt x="209954" y="558100"/>
                  </a:cubicBezTo>
                  <a:cubicBezTo>
                    <a:pt x="209321" y="557942"/>
                    <a:pt x="208707" y="557789"/>
                    <a:pt x="208093" y="557635"/>
                  </a:cubicBezTo>
                  <a:cubicBezTo>
                    <a:pt x="207461" y="557540"/>
                    <a:pt x="206847" y="557448"/>
                    <a:pt x="206233" y="557356"/>
                  </a:cubicBezTo>
                  <a:cubicBezTo>
                    <a:pt x="206233" y="555868"/>
                    <a:pt x="206233" y="555868"/>
                    <a:pt x="205210" y="554845"/>
                  </a:cubicBezTo>
                  <a:cubicBezTo>
                    <a:pt x="204599" y="554234"/>
                    <a:pt x="204599" y="554234"/>
                    <a:pt x="204001" y="553636"/>
                  </a:cubicBezTo>
                  <a:cubicBezTo>
                    <a:pt x="203249" y="552132"/>
                    <a:pt x="203249" y="552132"/>
                    <a:pt x="202512" y="550659"/>
                  </a:cubicBezTo>
                  <a:cubicBezTo>
                    <a:pt x="160513" y="550659"/>
                    <a:pt x="119749" y="550659"/>
                    <a:pt x="78985" y="550659"/>
                  </a:cubicBezTo>
                  <a:close/>
                  <a:moveTo>
                    <a:pt x="79730" y="90907"/>
                  </a:moveTo>
                  <a:cubicBezTo>
                    <a:pt x="78901" y="92565"/>
                    <a:pt x="78901" y="92565"/>
                    <a:pt x="78887" y="96527"/>
                  </a:cubicBezTo>
                  <a:cubicBezTo>
                    <a:pt x="78889" y="97128"/>
                    <a:pt x="78890" y="97711"/>
                    <a:pt x="78892" y="98294"/>
                  </a:cubicBezTo>
                  <a:cubicBezTo>
                    <a:pt x="78889" y="100288"/>
                    <a:pt x="78886" y="102282"/>
                    <a:pt x="78888" y="104276"/>
                  </a:cubicBezTo>
                  <a:cubicBezTo>
                    <a:pt x="78890" y="105752"/>
                    <a:pt x="78891" y="107228"/>
                    <a:pt x="78890" y="108703"/>
                  </a:cubicBezTo>
                  <a:cubicBezTo>
                    <a:pt x="78886" y="112766"/>
                    <a:pt x="78885" y="116829"/>
                    <a:pt x="78887" y="120891"/>
                  </a:cubicBezTo>
                  <a:cubicBezTo>
                    <a:pt x="78889" y="125336"/>
                    <a:pt x="78889" y="129780"/>
                    <a:pt x="78887" y="134225"/>
                  </a:cubicBezTo>
                  <a:cubicBezTo>
                    <a:pt x="78883" y="142928"/>
                    <a:pt x="78882" y="151630"/>
                    <a:pt x="78884" y="160333"/>
                  </a:cubicBezTo>
                  <a:cubicBezTo>
                    <a:pt x="78886" y="167989"/>
                    <a:pt x="78887" y="175646"/>
                    <a:pt x="78886" y="183302"/>
                  </a:cubicBezTo>
                  <a:cubicBezTo>
                    <a:pt x="78886" y="184076"/>
                    <a:pt x="78886" y="184076"/>
                    <a:pt x="78886" y="184836"/>
                  </a:cubicBezTo>
                  <a:cubicBezTo>
                    <a:pt x="78886" y="186891"/>
                    <a:pt x="78886" y="188947"/>
                    <a:pt x="78885" y="191003"/>
                  </a:cubicBezTo>
                  <a:cubicBezTo>
                    <a:pt x="78883" y="210298"/>
                    <a:pt x="78885" y="229593"/>
                    <a:pt x="78889" y="248889"/>
                  </a:cubicBezTo>
                  <a:cubicBezTo>
                    <a:pt x="78892" y="266079"/>
                    <a:pt x="78892" y="283269"/>
                    <a:pt x="78889" y="300459"/>
                  </a:cubicBezTo>
                  <a:cubicBezTo>
                    <a:pt x="78885" y="319792"/>
                    <a:pt x="78883" y="339124"/>
                    <a:pt x="78885" y="358457"/>
                  </a:cubicBezTo>
                  <a:cubicBezTo>
                    <a:pt x="78885" y="360516"/>
                    <a:pt x="78886" y="362575"/>
                    <a:pt x="78886" y="364634"/>
                  </a:cubicBezTo>
                  <a:cubicBezTo>
                    <a:pt x="78886" y="365157"/>
                    <a:pt x="78886" y="365664"/>
                    <a:pt x="78886" y="366172"/>
                  </a:cubicBezTo>
                  <a:cubicBezTo>
                    <a:pt x="78887" y="373832"/>
                    <a:pt x="78886" y="381492"/>
                    <a:pt x="78885" y="389152"/>
                  </a:cubicBezTo>
                  <a:cubicBezTo>
                    <a:pt x="78883" y="397444"/>
                    <a:pt x="78882" y="405737"/>
                    <a:pt x="78885" y="414029"/>
                  </a:cubicBezTo>
                  <a:cubicBezTo>
                    <a:pt x="78887" y="418518"/>
                    <a:pt x="78890" y="423006"/>
                    <a:pt x="78888" y="427495"/>
                  </a:cubicBezTo>
                  <a:cubicBezTo>
                    <a:pt x="78886" y="431665"/>
                    <a:pt x="78884" y="435835"/>
                    <a:pt x="78888" y="440004"/>
                  </a:cubicBezTo>
                  <a:cubicBezTo>
                    <a:pt x="78889" y="441514"/>
                    <a:pt x="78890" y="443024"/>
                    <a:pt x="78891" y="444534"/>
                  </a:cubicBezTo>
                  <a:cubicBezTo>
                    <a:pt x="78889" y="446633"/>
                    <a:pt x="78886" y="448733"/>
                    <a:pt x="78889" y="450833"/>
                  </a:cubicBezTo>
                  <a:cubicBezTo>
                    <a:pt x="78890" y="451470"/>
                    <a:pt x="78891" y="452089"/>
                    <a:pt x="78892" y="452707"/>
                  </a:cubicBezTo>
                  <a:cubicBezTo>
                    <a:pt x="78886" y="454649"/>
                    <a:pt x="78911" y="456571"/>
                    <a:pt x="78986" y="458512"/>
                  </a:cubicBezTo>
                  <a:cubicBezTo>
                    <a:pt x="79730" y="459257"/>
                    <a:pt x="79730" y="459257"/>
                    <a:pt x="81737" y="459345"/>
                  </a:cubicBezTo>
                  <a:cubicBezTo>
                    <a:pt x="82668" y="459342"/>
                    <a:pt x="83572" y="459340"/>
                    <a:pt x="84476" y="459338"/>
                  </a:cubicBezTo>
                  <a:cubicBezTo>
                    <a:pt x="86087" y="459337"/>
                    <a:pt x="87698" y="459335"/>
                    <a:pt x="89309" y="459328"/>
                  </a:cubicBezTo>
                  <a:cubicBezTo>
                    <a:pt x="90494" y="459323"/>
                    <a:pt x="91679" y="459319"/>
                    <a:pt x="92865" y="459316"/>
                  </a:cubicBezTo>
                  <a:cubicBezTo>
                    <a:pt x="96085" y="459310"/>
                    <a:pt x="99305" y="459301"/>
                    <a:pt x="102525" y="459288"/>
                  </a:cubicBezTo>
                  <a:cubicBezTo>
                    <a:pt x="104577" y="459280"/>
                    <a:pt x="106630" y="459271"/>
                    <a:pt x="108683" y="459263"/>
                  </a:cubicBezTo>
                  <a:cubicBezTo>
                    <a:pt x="115048" y="459239"/>
                    <a:pt x="121414" y="459213"/>
                    <a:pt x="127779" y="459181"/>
                  </a:cubicBezTo>
                  <a:cubicBezTo>
                    <a:pt x="135199" y="459143"/>
                    <a:pt x="142619" y="459111"/>
                    <a:pt x="150039" y="459096"/>
                  </a:cubicBezTo>
                  <a:cubicBezTo>
                    <a:pt x="155812" y="459084"/>
                    <a:pt x="161585" y="459065"/>
                    <a:pt x="167358" y="459035"/>
                  </a:cubicBezTo>
                  <a:cubicBezTo>
                    <a:pt x="170795" y="459015"/>
                    <a:pt x="174232" y="458994"/>
                    <a:pt x="177669" y="458989"/>
                  </a:cubicBezTo>
                  <a:cubicBezTo>
                    <a:pt x="180960" y="458987"/>
                    <a:pt x="184252" y="458981"/>
                    <a:pt x="187543" y="458957"/>
                  </a:cubicBezTo>
                  <a:cubicBezTo>
                    <a:pt x="188752" y="458947"/>
                    <a:pt x="189961" y="458938"/>
                    <a:pt x="191169" y="458930"/>
                  </a:cubicBezTo>
                  <a:cubicBezTo>
                    <a:pt x="192862" y="458935"/>
                    <a:pt x="194555" y="458939"/>
                    <a:pt x="196247" y="458922"/>
                  </a:cubicBezTo>
                  <a:cubicBezTo>
                    <a:pt x="196764" y="458916"/>
                    <a:pt x="197266" y="458910"/>
                    <a:pt x="197767" y="458904"/>
                  </a:cubicBezTo>
                  <a:cubicBezTo>
                    <a:pt x="200506" y="458892"/>
                    <a:pt x="200506" y="458892"/>
                    <a:pt x="202513" y="458512"/>
                  </a:cubicBezTo>
                  <a:cubicBezTo>
                    <a:pt x="202709" y="457998"/>
                    <a:pt x="202899" y="457499"/>
                    <a:pt x="203089" y="457000"/>
                  </a:cubicBezTo>
                  <a:cubicBezTo>
                    <a:pt x="203146" y="456502"/>
                    <a:pt x="203202" y="456019"/>
                    <a:pt x="203257" y="455536"/>
                  </a:cubicBezTo>
                  <a:cubicBezTo>
                    <a:pt x="203763" y="455536"/>
                    <a:pt x="204254" y="455536"/>
                    <a:pt x="204745" y="455536"/>
                  </a:cubicBezTo>
                  <a:cubicBezTo>
                    <a:pt x="205215" y="454531"/>
                    <a:pt x="205715" y="453540"/>
                    <a:pt x="206234" y="452559"/>
                  </a:cubicBezTo>
                  <a:cubicBezTo>
                    <a:pt x="208778" y="451391"/>
                    <a:pt x="209737" y="450530"/>
                    <a:pt x="211071" y="448048"/>
                  </a:cubicBezTo>
                  <a:cubicBezTo>
                    <a:pt x="211878" y="446439"/>
                    <a:pt x="211878" y="446439"/>
                    <a:pt x="212931" y="445118"/>
                  </a:cubicBezTo>
                  <a:cubicBezTo>
                    <a:pt x="213928" y="444889"/>
                    <a:pt x="214921" y="444643"/>
                    <a:pt x="215908" y="444374"/>
                  </a:cubicBezTo>
                  <a:cubicBezTo>
                    <a:pt x="215908" y="443362"/>
                    <a:pt x="215908" y="442379"/>
                    <a:pt x="215908" y="441397"/>
                  </a:cubicBezTo>
                  <a:cubicBezTo>
                    <a:pt x="216667" y="441397"/>
                    <a:pt x="217403" y="441397"/>
                    <a:pt x="218140" y="441397"/>
                  </a:cubicBezTo>
                  <a:cubicBezTo>
                    <a:pt x="218266" y="440891"/>
                    <a:pt x="218389" y="440400"/>
                    <a:pt x="218512" y="439909"/>
                  </a:cubicBezTo>
                  <a:cubicBezTo>
                    <a:pt x="218639" y="439403"/>
                    <a:pt x="218761" y="438912"/>
                    <a:pt x="218884" y="438421"/>
                  </a:cubicBezTo>
                  <a:cubicBezTo>
                    <a:pt x="219643" y="438421"/>
                    <a:pt x="220380" y="438421"/>
                    <a:pt x="221116" y="438421"/>
                  </a:cubicBezTo>
                  <a:cubicBezTo>
                    <a:pt x="221243" y="437788"/>
                    <a:pt x="221366" y="437174"/>
                    <a:pt x="221489" y="436560"/>
                  </a:cubicBezTo>
                  <a:cubicBezTo>
                    <a:pt x="221615" y="435928"/>
                    <a:pt x="221738" y="435314"/>
                    <a:pt x="221861" y="434700"/>
                  </a:cubicBezTo>
                  <a:cubicBezTo>
                    <a:pt x="222620" y="434700"/>
                    <a:pt x="223356" y="434700"/>
                    <a:pt x="224093" y="434700"/>
                  </a:cubicBezTo>
                  <a:cubicBezTo>
                    <a:pt x="224220" y="434210"/>
                    <a:pt x="224342" y="433734"/>
                    <a:pt x="224465" y="433258"/>
                  </a:cubicBezTo>
                  <a:cubicBezTo>
                    <a:pt x="224592" y="432736"/>
                    <a:pt x="224714" y="432230"/>
                    <a:pt x="224837" y="431723"/>
                  </a:cubicBezTo>
                  <a:cubicBezTo>
                    <a:pt x="225596" y="431470"/>
                    <a:pt x="226333" y="431225"/>
                    <a:pt x="227070" y="430979"/>
                  </a:cubicBezTo>
                  <a:cubicBezTo>
                    <a:pt x="227347" y="428716"/>
                    <a:pt x="227347" y="428716"/>
                    <a:pt x="227362" y="427240"/>
                  </a:cubicBezTo>
                  <a:cubicBezTo>
                    <a:pt x="227356" y="426682"/>
                    <a:pt x="227350" y="426141"/>
                    <a:pt x="227344" y="425600"/>
                  </a:cubicBezTo>
                  <a:cubicBezTo>
                    <a:pt x="227353" y="423755"/>
                    <a:pt x="227357" y="421911"/>
                    <a:pt x="227348" y="420067"/>
                  </a:cubicBezTo>
                  <a:cubicBezTo>
                    <a:pt x="227341" y="418701"/>
                    <a:pt x="227339" y="417335"/>
                    <a:pt x="227340" y="415969"/>
                  </a:cubicBezTo>
                  <a:cubicBezTo>
                    <a:pt x="227347" y="412210"/>
                    <a:pt x="227347" y="408451"/>
                    <a:pt x="227336" y="404692"/>
                  </a:cubicBezTo>
                  <a:cubicBezTo>
                    <a:pt x="227324" y="400580"/>
                    <a:pt x="227322" y="396467"/>
                    <a:pt x="227323" y="392354"/>
                  </a:cubicBezTo>
                  <a:cubicBezTo>
                    <a:pt x="227326" y="385236"/>
                    <a:pt x="227322" y="378119"/>
                    <a:pt x="227311" y="371002"/>
                  </a:cubicBezTo>
                  <a:cubicBezTo>
                    <a:pt x="227292" y="360608"/>
                    <a:pt x="227283" y="350213"/>
                    <a:pt x="227280" y="339819"/>
                  </a:cubicBezTo>
                  <a:cubicBezTo>
                    <a:pt x="227275" y="322478"/>
                    <a:pt x="227262" y="305137"/>
                    <a:pt x="227240" y="287797"/>
                  </a:cubicBezTo>
                  <a:cubicBezTo>
                    <a:pt x="227219" y="271380"/>
                    <a:pt x="227203" y="254963"/>
                    <a:pt x="227193" y="238546"/>
                  </a:cubicBezTo>
                  <a:cubicBezTo>
                    <a:pt x="227193" y="238025"/>
                    <a:pt x="227193" y="237519"/>
                    <a:pt x="227192" y="237013"/>
                  </a:cubicBezTo>
                  <a:cubicBezTo>
                    <a:pt x="227189" y="231928"/>
                    <a:pt x="227186" y="226843"/>
                    <a:pt x="227184" y="221758"/>
                  </a:cubicBezTo>
                  <a:cubicBezTo>
                    <a:pt x="227160" y="178637"/>
                    <a:pt x="227121" y="135516"/>
                    <a:pt x="227070" y="92395"/>
                  </a:cubicBezTo>
                  <a:cubicBezTo>
                    <a:pt x="208949" y="92319"/>
                    <a:pt x="190828" y="92240"/>
                    <a:pt x="172707" y="92155"/>
                  </a:cubicBezTo>
                  <a:cubicBezTo>
                    <a:pt x="163899" y="92114"/>
                    <a:pt x="155092" y="92073"/>
                    <a:pt x="146285" y="92036"/>
                  </a:cubicBezTo>
                  <a:cubicBezTo>
                    <a:pt x="138547" y="92004"/>
                    <a:pt x="130810" y="91971"/>
                    <a:pt x="123072" y="91933"/>
                  </a:cubicBezTo>
                  <a:cubicBezTo>
                    <a:pt x="118988" y="91913"/>
                    <a:pt x="114904" y="91893"/>
                    <a:pt x="110821" y="91877"/>
                  </a:cubicBezTo>
                  <a:cubicBezTo>
                    <a:pt x="106909" y="91862"/>
                    <a:pt x="102998" y="91846"/>
                    <a:pt x="99087" y="91826"/>
                  </a:cubicBezTo>
                  <a:cubicBezTo>
                    <a:pt x="97650" y="91819"/>
                    <a:pt x="96213" y="91811"/>
                    <a:pt x="94776" y="91804"/>
                  </a:cubicBezTo>
                  <a:cubicBezTo>
                    <a:pt x="92765" y="91798"/>
                    <a:pt x="90754" y="91791"/>
                    <a:pt x="88743" y="91780"/>
                  </a:cubicBezTo>
                  <a:cubicBezTo>
                    <a:pt x="87829" y="91774"/>
                    <a:pt x="87829" y="91774"/>
                    <a:pt x="86934" y="91769"/>
                  </a:cubicBezTo>
                  <a:cubicBezTo>
                    <a:pt x="85022" y="91766"/>
                    <a:pt x="83130" y="91731"/>
                    <a:pt x="81218" y="91651"/>
                  </a:cubicBezTo>
                  <a:cubicBezTo>
                    <a:pt x="80712" y="91398"/>
                    <a:pt x="80221" y="91153"/>
                    <a:pt x="79730" y="90907"/>
                  </a:cubicBezTo>
                  <a:close/>
                  <a:moveTo>
                    <a:pt x="0" y="0"/>
                  </a:moveTo>
                  <a:cubicBezTo>
                    <a:pt x="89141" y="0"/>
                    <a:pt x="178281" y="0"/>
                    <a:pt x="270123" y="0"/>
                  </a:cubicBezTo>
                  <a:cubicBezTo>
                    <a:pt x="270369" y="982"/>
                    <a:pt x="270614" y="1965"/>
                    <a:pt x="270867" y="2977"/>
                  </a:cubicBezTo>
                  <a:cubicBezTo>
                    <a:pt x="271852" y="3253"/>
                    <a:pt x="272845" y="3502"/>
                    <a:pt x="273844" y="3721"/>
                  </a:cubicBezTo>
                  <a:cubicBezTo>
                    <a:pt x="274089" y="4457"/>
                    <a:pt x="274335" y="5194"/>
                    <a:pt x="274588" y="5953"/>
                  </a:cubicBezTo>
                  <a:cubicBezTo>
                    <a:pt x="275079" y="6199"/>
                    <a:pt x="275570" y="6444"/>
                    <a:pt x="276076" y="6697"/>
                  </a:cubicBezTo>
                  <a:cubicBezTo>
                    <a:pt x="276322" y="7434"/>
                    <a:pt x="276567" y="8171"/>
                    <a:pt x="276820" y="8930"/>
                  </a:cubicBezTo>
                  <a:cubicBezTo>
                    <a:pt x="277557" y="9421"/>
                    <a:pt x="278294" y="9912"/>
                    <a:pt x="279053" y="10418"/>
                  </a:cubicBezTo>
                  <a:cubicBezTo>
                    <a:pt x="279298" y="11155"/>
                    <a:pt x="279544" y="11891"/>
                    <a:pt x="279797" y="12650"/>
                  </a:cubicBezTo>
                  <a:cubicBezTo>
                    <a:pt x="280672" y="13157"/>
                    <a:pt x="280672" y="13157"/>
                    <a:pt x="281564" y="13674"/>
                  </a:cubicBezTo>
                  <a:cubicBezTo>
                    <a:pt x="284469" y="15472"/>
                    <a:pt x="285436" y="17660"/>
                    <a:pt x="286494" y="20836"/>
                  </a:cubicBezTo>
                  <a:cubicBezTo>
                    <a:pt x="287231" y="21082"/>
                    <a:pt x="287968" y="21327"/>
                    <a:pt x="288727" y="21580"/>
                  </a:cubicBezTo>
                  <a:cubicBezTo>
                    <a:pt x="288849" y="22087"/>
                    <a:pt x="288972" y="22593"/>
                    <a:pt x="289099" y="23115"/>
                  </a:cubicBezTo>
                  <a:cubicBezTo>
                    <a:pt x="289221" y="23591"/>
                    <a:pt x="289344" y="24066"/>
                    <a:pt x="289471" y="24557"/>
                  </a:cubicBezTo>
                  <a:cubicBezTo>
                    <a:pt x="290207" y="24557"/>
                    <a:pt x="290944" y="24557"/>
                    <a:pt x="291703" y="24557"/>
                  </a:cubicBezTo>
                  <a:cubicBezTo>
                    <a:pt x="291967" y="25545"/>
                    <a:pt x="292213" y="26538"/>
                    <a:pt x="292447" y="27533"/>
                  </a:cubicBezTo>
                  <a:cubicBezTo>
                    <a:pt x="293184" y="28024"/>
                    <a:pt x="293921" y="28515"/>
                    <a:pt x="294680" y="29021"/>
                  </a:cubicBezTo>
                  <a:cubicBezTo>
                    <a:pt x="294680" y="29758"/>
                    <a:pt x="294680" y="30495"/>
                    <a:pt x="294680" y="31254"/>
                  </a:cubicBezTo>
                  <a:cubicBezTo>
                    <a:pt x="295662" y="31254"/>
                    <a:pt x="296644" y="31254"/>
                    <a:pt x="297656" y="31254"/>
                  </a:cubicBezTo>
                  <a:cubicBezTo>
                    <a:pt x="297656" y="32236"/>
                    <a:pt x="297656" y="33218"/>
                    <a:pt x="297656" y="34230"/>
                  </a:cubicBezTo>
                  <a:cubicBezTo>
                    <a:pt x="298639" y="34230"/>
                    <a:pt x="299621" y="34230"/>
                    <a:pt x="300633" y="34230"/>
                  </a:cubicBezTo>
                  <a:cubicBezTo>
                    <a:pt x="300633" y="35458"/>
                    <a:pt x="300633" y="36686"/>
                    <a:pt x="300633" y="37951"/>
                  </a:cubicBezTo>
                  <a:cubicBezTo>
                    <a:pt x="301370" y="37951"/>
                    <a:pt x="302106" y="37951"/>
                    <a:pt x="302865" y="37951"/>
                  </a:cubicBezTo>
                  <a:cubicBezTo>
                    <a:pt x="302865" y="38933"/>
                    <a:pt x="302865" y="39916"/>
                    <a:pt x="302865" y="40928"/>
                  </a:cubicBezTo>
                  <a:cubicBezTo>
                    <a:pt x="304617" y="41440"/>
                    <a:pt x="304617" y="41440"/>
                    <a:pt x="306586" y="41672"/>
                  </a:cubicBezTo>
                  <a:cubicBezTo>
                    <a:pt x="307323" y="42163"/>
                    <a:pt x="308059" y="42654"/>
                    <a:pt x="308818" y="43160"/>
                  </a:cubicBezTo>
                  <a:cubicBezTo>
                    <a:pt x="309040" y="45394"/>
                    <a:pt x="309113" y="47475"/>
                    <a:pt x="309093" y="49712"/>
                  </a:cubicBezTo>
                  <a:cubicBezTo>
                    <a:pt x="309096" y="50402"/>
                    <a:pt x="309098" y="51092"/>
                    <a:pt x="309101" y="51803"/>
                  </a:cubicBezTo>
                  <a:cubicBezTo>
                    <a:pt x="309107" y="54143"/>
                    <a:pt x="309097" y="56481"/>
                    <a:pt x="309087" y="58820"/>
                  </a:cubicBezTo>
                  <a:cubicBezTo>
                    <a:pt x="309088" y="60504"/>
                    <a:pt x="309090" y="62187"/>
                    <a:pt x="309093" y="63870"/>
                  </a:cubicBezTo>
                  <a:cubicBezTo>
                    <a:pt x="309098" y="68516"/>
                    <a:pt x="309089" y="73162"/>
                    <a:pt x="309077" y="77809"/>
                  </a:cubicBezTo>
                  <a:cubicBezTo>
                    <a:pt x="309069" y="82298"/>
                    <a:pt x="309071" y="86787"/>
                    <a:pt x="309072" y="91277"/>
                  </a:cubicBezTo>
                  <a:cubicBezTo>
                    <a:pt x="309075" y="100464"/>
                    <a:pt x="309068" y="109651"/>
                    <a:pt x="309054" y="118838"/>
                  </a:cubicBezTo>
                  <a:cubicBezTo>
                    <a:pt x="309041" y="127938"/>
                    <a:pt x="309033" y="137038"/>
                    <a:pt x="309030" y="146138"/>
                  </a:cubicBezTo>
                  <a:cubicBezTo>
                    <a:pt x="309030" y="146704"/>
                    <a:pt x="309030" y="147269"/>
                    <a:pt x="309030" y="147851"/>
                  </a:cubicBezTo>
                  <a:cubicBezTo>
                    <a:pt x="309029" y="150722"/>
                    <a:pt x="309028" y="153592"/>
                    <a:pt x="309028" y="156462"/>
                  </a:cubicBezTo>
                  <a:cubicBezTo>
                    <a:pt x="309023" y="176808"/>
                    <a:pt x="309008" y="197153"/>
                    <a:pt x="308987" y="217499"/>
                  </a:cubicBezTo>
                  <a:cubicBezTo>
                    <a:pt x="308966" y="237267"/>
                    <a:pt x="308950" y="257036"/>
                    <a:pt x="308941" y="276805"/>
                  </a:cubicBezTo>
                  <a:cubicBezTo>
                    <a:pt x="308941" y="277718"/>
                    <a:pt x="308941" y="277718"/>
                    <a:pt x="308940" y="278650"/>
                  </a:cubicBezTo>
                  <a:cubicBezTo>
                    <a:pt x="308937" y="284767"/>
                    <a:pt x="308934" y="290883"/>
                    <a:pt x="308932" y="296999"/>
                  </a:cubicBezTo>
                  <a:cubicBezTo>
                    <a:pt x="308926" y="309460"/>
                    <a:pt x="308920" y="321920"/>
                    <a:pt x="308913" y="334380"/>
                  </a:cubicBezTo>
                  <a:cubicBezTo>
                    <a:pt x="308913" y="334953"/>
                    <a:pt x="308912" y="335526"/>
                    <a:pt x="308912" y="336116"/>
                  </a:cubicBezTo>
                  <a:cubicBezTo>
                    <a:pt x="308891" y="374394"/>
                    <a:pt x="308856" y="412672"/>
                    <a:pt x="308818" y="450949"/>
                  </a:cubicBezTo>
                  <a:cubicBezTo>
                    <a:pt x="308082" y="450704"/>
                    <a:pt x="307345" y="450458"/>
                    <a:pt x="306586" y="450205"/>
                  </a:cubicBezTo>
                  <a:cubicBezTo>
                    <a:pt x="306340" y="452661"/>
                    <a:pt x="306095" y="455116"/>
                    <a:pt x="305842" y="457646"/>
                  </a:cubicBezTo>
                  <a:cubicBezTo>
                    <a:pt x="305105" y="457646"/>
                    <a:pt x="304368" y="457646"/>
                    <a:pt x="303609" y="457646"/>
                  </a:cubicBezTo>
                  <a:cubicBezTo>
                    <a:pt x="303573" y="458121"/>
                    <a:pt x="303536" y="458596"/>
                    <a:pt x="303499" y="459085"/>
                  </a:cubicBezTo>
                  <a:cubicBezTo>
                    <a:pt x="303443" y="459700"/>
                    <a:pt x="303388" y="460315"/>
                    <a:pt x="303330" y="460949"/>
                  </a:cubicBezTo>
                  <a:cubicBezTo>
                    <a:pt x="303279" y="461562"/>
                    <a:pt x="303227" y="462174"/>
                    <a:pt x="303173" y="462806"/>
                  </a:cubicBezTo>
                  <a:cubicBezTo>
                    <a:pt x="303072" y="463313"/>
                    <a:pt x="302970" y="463821"/>
                    <a:pt x="302865" y="464344"/>
                  </a:cubicBezTo>
                  <a:cubicBezTo>
                    <a:pt x="302374" y="464589"/>
                    <a:pt x="301883" y="464835"/>
                    <a:pt x="301377" y="465088"/>
                  </a:cubicBezTo>
                  <a:cubicBezTo>
                    <a:pt x="301115" y="466624"/>
                    <a:pt x="301047" y="468137"/>
                    <a:pt x="300961" y="469692"/>
                  </a:cubicBezTo>
                  <a:cubicBezTo>
                    <a:pt x="300853" y="470137"/>
                    <a:pt x="300745" y="470582"/>
                    <a:pt x="300633" y="471041"/>
                  </a:cubicBezTo>
                  <a:cubicBezTo>
                    <a:pt x="299896" y="471287"/>
                    <a:pt x="299159" y="471532"/>
                    <a:pt x="298400" y="471785"/>
                  </a:cubicBezTo>
                  <a:cubicBezTo>
                    <a:pt x="298206" y="473288"/>
                    <a:pt x="298018" y="474792"/>
                    <a:pt x="297889" y="476302"/>
                  </a:cubicBezTo>
                  <a:cubicBezTo>
                    <a:pt x="297589" y="478152"/>
                    <a:pt x="296837" y="478793"/>
                    <a:pt x="295424" y="479971"/>
                  </a:cubicBezTo>
                  <a:cubicBezTo>
                    <a:pt x="295332" y="480431"/>
                    <a:pt x="295240" y="480892"/>
                    <a:pt x="295145" y="481366"/>
                  </a:cubicBezTo>
                  <a:cubicBezTo>
                    <a:pt x="294445" y="483745"/>
                    <a:pt x="292707" y="484963"/>
                    <a:pt x="290959" y="486668"/>
                  </a:cubicBezTo>
                  <a:cubicBezTo>
                    <a:pt x="290713" y="487405"/>
                    <a:pt x="290468" y="488141"/>
                    <a:pt x="290215" y="488900"/>
                  </a:cubicBezTo>
                  <a:cubicBezTo>
                    <a:pt x="289223" y="489148"/>
                    <a:pt x="288230" y="489396"/>
                    <a:pt x="287238" y="489644"/>
                  </a:cubicBezTo>
                  <a:cubicBezTo>
                    <a:pt x="286993" y="490381"/>
                    <a:pt x="286747" y="491118"/>
                    <a:pt x="286494" y="491877"/>
                  </a:cubicBezTo>
                  <a:cubicBezTo>
                    <a:pt x="285757" y="491877"/>
                    <a:pt x="285021" y="491877"/>
                    <a:pt x="284262" y="491877"/>
                  </a:cubicBezTo>
                  <a:cubicBezTo>
                    <a:pt x="284262" y="493105"/>
                    <a:pt x="284262" y="494333"/>
                    <a:pt x="284262" y="495598"/>
                  </a:cubicBezTo>
                  <a:cubicBezTo>
                    <a:pt x="283279" y="495598"/>
                    <a:pt x="282297" y="495598"/>
                    <a:pt x="281285" y="495598"/>
                  </a:cubicBezTo>
                  <a:cubicBezTo>
                    <a:pt x="281029" y="496588"/>
                    <a:pt x="280783" y="497580"/>
                    <a:pt x="280541" y="498574"/>
                  </a:cubicBezTo>
                  <a:cubicBezTo>
                    <a:pt x="279301" y="499814"/>
                    <a:pt x="278061" y="501055"/>
                    <a:pt x="276820" y="502295"/>
                  </a:cubicBezTo>
                  <a:cubicBezTo>
                    <a:pt x="276820" y="503032"/>
                    <a:pt x="276820" y="503768"/>
                    <a:pt x="276820" y="504527"/>
                  </a:cubicBezTo>
                  <a:cubicBezTo>
                    <a:pt x="278052" y="505285"/>
                    <a:pt x="279293" y="506029"/>
                    <a:pt x="280541" y="506760"/>
                  </a:cubicBezTo>
                  <a:cubicBezTo>
                    <a:pt x="280787" y="507496"/>
                    <a:pt x="281032" y="508233"/>
                    <a:pt x="281285" y="508992"/>
                  </a:cubicBezTo>
                  <a:cubicBezTo>
                    <a:pt x="282022" y="509238"/>
                    <a:pt x="282759" y="509483"/>
                    <a:pt x="283518" y="509736"/>
                  </a:cubicBezTo>
                  <a:cubicBezTo>
                    <a:pt x="283625" y="510243"/>
                    <a:pt x="283732" y="510749"/>
                    <a:pt x="283843" y="511271"/>
                  </a:cubicBezTo>
                  <a:cubicBezTo>
                    <a:pt x="283981" y="511747"/>
                    <a:pt x="284119" y="512223"/>
                    <a:pt x="284262" y="512713"/>
                  </a:cubicBezTo>
                  <a:cubicBezTo>
                    <a:pt x="285244" y="512713"/>
                    <a:pt x="286226" y="512713"/>
                    <a:pt x="287238" y="512713"/>
                  </a:cubicBezTo>
                  <a:cubicBezTo>
                    <a:pt x="287238" y="513695"/>
                    <a:pt x="287238" y="514677"/>
                    <a:pt x="287238" y="515689"/>
                  </a:cubicBezTo>
                  <a:cubicBezTo>
                    <a:pt x="288476" y="515950"/>
                    <a:pt x="289717" y="516197"/>
                    <a:pt x="290959" y="516434"/>
                  </a:cubicBezTo>
                  <a:cubicBezTo>
                    <a:pt x="291796" y="517922"/>
                    <a:pt x="291796" y="517922"/>
                    <a:pt x="292447" y="519410"/>
                  </a:cubicBezTo>
                  <a:cubicBezTo>
                    <a:pt x="293184" y="519656"/>
                    <a:pt x="293921" y="519901"/>
                    <a:pt x="294680" y="520154"/>
                  </a:cubicBezTo>
                  <a:cubicBezTo>
                    <a:pt x="295191" y="522433"/>
                    <a:pt x="295191" y="522433"/>
                    <a:pt x="295424" y="524619"/>
                  </a:cubicBezTo>
                  <a:cubicBezTo>
                    <a:pt x="296161" y="524619"/>
                    <a:pt x="296897" y="524619"/>
                    <a:pt x="297656" y="524619"/>
                  </a:cubicBezTo>
                  <a:cubicBezTo>
                    <a:pt x="297902" y="526584"/>
                    <a:pt x="298147" y="528548"/>
                    <a:pt x="298400" y="530572"/>
                  </a:cubicBezTo>
                  <a:cubicBezTo>
                    <a:pt x="299137" y="530572"/>
                    <a:pt x="299874" y="530572"/>
                    <a:pt x="300633" y="530572"/>
                  </a:cubicBezTo>
                  <a:cubicBezTo>
                    <a:pt x="300669" y="531047"/>
                    <a:pt x="300706" y="531522"/>
                    <a:pt x="300743" y="532011"/>
                  </a:cubicBezTo>
                  <a:cubicBezTo>
                    <a:pt x="300827" y="532933"/>
                    <a:pt x="300827" y="532933"/>
                    <a:pt x="300912" y="533874"/>
                  </a:cubicBezTo>
                  <a:cubicBezTo>
                    <a:pt x="300964" y="534487"/>
                    <a:pt x="301015" y="535100"/>
                    <a:pt x="301069" y="535732"/>
                  </a:cubicBezTo>
                  <a:cubicBezTo>
                    <a:pt x="301171" y="536239"/>
                    <a:pt x="301272" y="536747"/>
                    <a:pt x="301377" y="537269"/>
                  </a:cubicBezTo>
                  <a:cubicBezTo>
                    <a:pt x="301868" y="537515"/>
                    <a:pt x="302359" y="537761"/>
                    <a:pt x="302865" y="538014"/>
                  </a:cubicBezTo>
                  <a:cubicBezTo>
                    <a:pt x="303307" y="539985"/>
                    <a:pt x="303417" y="541952"/>
                    <a:pt x="303609" y="543967"/>
                  </a:cubicBezTo>
                  <a:cubicBezTo>
                    <a:pt x="304346" y="543967"/>
                    <a:pt x="305083" y="543967"/>
                    <a:pt x="305842" y="543967"/>
                  </a:cubicBezTo>
                  <a:cubicBezTo>
                    <a:pt x="305963" y="545493"/>
                    <a:pt x="306084" y="547019"/>
                    <a:pt x="306205" y="548545"/>
                  </a:cubicBezTo>
                  <a:cubicBezTo>
                    <a:pt x="306331" y="548999"/>
                    <a:pt x="306456" y="549452"/>
                    <a:pt x="306586" y="549920"/>
                  </a:cubicBezTo>
                  <a:cubicBezTo>
                    <a:pt x="307323" y="550165"/>
                    <a:pt x="308059" y="550411"/>
                    <a:pt x="308818" y="550664"/>
                  </a:cubicBezTo>
                  <a:cubicBezTo>
                    <a:pt x="309046" y="552927"/>
                    <a:pt x="309117" y="555041"/>
                    <a:pt x="309099" y="557308"/>
                  </a:cubicBezTo>
                  <a:cubicBezTo>
                    <a:pt x="309103" y="558017"/>
                    <a:pt x="309106" y="558727"/>
                    <a:pt x="309109" y="559457"/>
                  </a:cubicBezTo>
                  <a:cubicBezTo>
                    <a:pt x="309117" y="561865"/>
                    <a:pt x="309109" y="564273"/>
                    <a:pt x="309102" y="566682"/>
                  </a:cubicBezTo>
                  <a:cubicBezTo>
                    <a:pt x="309104" y="568413"/>
                    <a:pt x="309108" y="570144"/>
                    <a:pt x="309112" y="571876"/>
                  </a:cubicBezTo>
                  <a:cubicBezTo>
                    <a:pt x="309121" y="576155"/>
                    <a:pt x="309119" y="580434"/>
                    <a:pt x="309112" y="584714"/>
                  </a:cubicBezTo>
                  <a:cubicBezTo>
                    <a:pt x="309105" y="589836"/>
                    <a:pt x="309111" y="594959"/>
                    <a:pt x="309117" y="600081"/>
                  </a:cubicBezTo>
                  <a:cubicBezTo>
                    <a:pt x="309129" y="610119"/>
                    <a:pt x="309128" y="620156"/>
                    <a:pt x="309122" y="630194"/>
                  </a:cubicBezTo>
                  <a:cubicBezTo>
                    <a:pt x="309116" y="638978"/>
                    <a:pt x="309114" y="647761"/>
                    <a:pt x="309117" y="656545"/>
                  </a:cubicBezTo>
                  <a:cubicBezTo>
                    <a:pt x="309117" y="657418"/>
                    <a:pt x="309117" y="657418"/>
                    <a:pt x="309118" y="658308"/>
                  </a:cubicBezTo>
                  <a:cubicBezTo>
                    <a:pt x="309118" y="660669"/>
                    <a:pt x="309119" y="663030"/>
                    <a:pt x="309120" y="665391"/>
                  </a:cubicBezTo>
                  <a:cubicBezTo>
                    <a:pt x="309127" y="687558"/>
                    <a:pt x="309120" y="709725"/>
                    <a:pt x="309108" y="731893"/>
                  </a:cubicBezTo>
                  <a:cubicBezTo>
                    <a:pt x="309098" y="751605"/>
                    <a:pt x="309099" y="771318"/>
                    <a:pt x="309109" y="791031"/>
                  </a:cubicBezTo>
                  <a:cubicBezTo>
                    <a:pt x="309121" y="813156"/>
                    <a:pt x="309126" y="835282"/>
                    <a:pt x="309119" y="857408"/>
                  </a:cubicBezTo>
                  <a:cubicBezTo>
                    <a:pt x="309119" y="859764"/>
                    <a:pt x="309118" y="862121"/>
                    <a:pt x="309117" y="864478"/>
                  </a:cubicBezTo>
                  <a:cubicBezTo>
                    <a:pt x="309117" y="865349"/>
                    <a:pt x="309117" y="865349"/>
                    <a:pt x="309117" y="866237"/>
                  </a:cubicBezTo>
                  <a:cubicBezTo>
                    <a:pt x="309114" y="875017"/>
                    <a:pt x="309117" y="883797"/>
                    <a:pt x="309123" y="892577"/>
                  </a:cubicBezTo>
                  <a:cubicBezTo>
                    <a:pt x="309129" y="902557"/>
                    <a:pt x="309127" y="912536"/>
                    <a:pt x="309115" y="922515"/>
                  </a:cubicBezTo>
                  <a:cubicBezTo>
                    <a:pt x="309109" y="927612"/>
                    <a:pt x="309107" y="932709"/>
                    <a:pt x="309115" y="937806"/>
                  </a:cubicBezTo>
                  <a:cubicBezTo>
                    <a:pt x="309121" y="942464"/>
                    <a:pt x="309118" y="947122"/>
                    <a:pt x="309106" y="951780"/>
                  </a:cubicBezTo>
                  <a:cubicBezTo>
                    <a:pt x="309103" y="953473"/>
                    <a:pt x="309104" y="955166"/>
                    <a:pt x="309110" y="956859"/>
                  </a:cubicBezTo>
                  <a:cubicBezTo>
                    <a:pt x="309117" y="959145"/>
                    <a:pt x="309110" y="961430"/>
                    <a:pt x="309099" y="963715"/>
                  </a:cubicBezTo>
                  <a:cubicBezTo>
                    <a:pt x="309105" y="964386"/>
                    <a:pt x="309110" y="965058"/>
                    <a:pt x="309115" y="965749"/>
                  </a:cubicBezTo>
                  <a:cubicBezTo>
                    <a:pt x="309098" y="967577"/>
                    <a:pt x="309098" y="967577"/>
                    <a:pt x="308818" y="970359"/>
                  </a:cubicBezTo>
                  <a:cubicBezTo>
                    <a:pt x="308082" y="970605"/>
                    <a:pt x="307345" y="970850"/>
                    <a:pt x="306586" y="971103"/>
                  </a:cubicBezTo>
                  <a:cubicBezTo>
                    <a:pt x="306066" y="972083"/>
                    <a:pt x="305569" y="973076"/>
                    <a:pt x="305098" y="974080"/>
                  </a:cubicBezTo>
                  <a:cubicBezTo>
                    <a:pt x="304607" y="974325"/>
                    <a:pt x="304115" y="974571"/>
                    <a:pt x="303609" y="974824"/>
                  </a:cubicBezTo>
                  <a:cubicBezTo>
                    <a:pt x="303364" y="975561"/>
                    <a:pt x="303118" y="976297"/>
                    <a:pt x="302865" y="977057"/>
                  </a:cubicBezTo>
                  <a:cubicBezTo>
                    <a:pt x="301584" y="978262"/>
                    <a:pt x="300224" y="979318"/>
                    <a:pt x="298842" y="980405"/>
                  </a:cubicBezTo>
                  <a:cubicBezTo>
                    <a:pt x="297457" y="981533"/>
                    <a:pt x="297457" y="981533"/>
                    <a:pt x="296912" y="983754"/>
                  </a:cubicBezTo>
                  <a:cubicBezTo>
                    <a:pt x="296421" y="983999"/>
                    <a:pt x="295930" y="984245"/>
                    <a:pt x="295424" y="984498"/>
                  </a:cubicBezTo>
                  <a:cubicBezTo>
                    <a:pt x="295178" y="985235"/>
                    <a:pt x="294933" y="985971"/>
                    <a:pt x="294680" y="986730"/>
                  </a:cubicBezTo>
                  <a:cubicBezTo>
                    <a:pt x="294189" y="986838"/>
                    <a:pt x="293697" y="986945"/>
                    <a:pt x="293191" y="987056"/>
                  </a:cubicBezTo>
                  <a:cubicBezTo>
                    <a:pt x="292700" y="987194"/>
                    <a:pt x="292209" y="987332"/>
                    <a:pt x="291703" y="987474"/>
                  </a:cubicBezTo>
                  <a:cubicBezTo>
                    <a:pt x="291218" y="988981"/>
                    <a:pt x="291218" y="988981"/>
                    <a:pt x="290959" y="990451"/>
                  </a:cubicBezTo>
                  <a:cubicBezTo>
                    <a:pt x="290468" y="990451"/>
                    <a:pt x="289977" y="990451"/>
                    <a:pt x="289471" y="990451"/>
                  </a:cubicBezTo>
                  <a:cubicBezTo>
                    <a:pt x="289363" y="990896"/>
                    <a:pt x="289256" y="991341"/>
                    <a:pt x="289145" y="991800"/>
                  </a:cubicBezTo>
                  <a:cubicBezTo>
                    <a:pt x="288649" y="993727"/>
                    <a:pt x="287937" y="994333"/>
                    <a:pt x="286494" y="995660"/>
                  </a:cubicBezTo>
                  <a:cubicBezTo>
                    <a:pt x="286003" y="996397"/>
                    <a:pt x="285512" y="997133"/>
                    <a:pt x="285006" y="997892"/>
                  </a:cubicBezTo>
                  <a:cubicBezTo>
                    <a:pt x="284269" y="998138"/>
                    <a:pt x="283532" y="998384"/>
                    <a:pt x="282773" y="998637"/>
                  </a:cubicBezTo>
                  <a:cubicBezTo>
                    <a:pt x="282253" y="999616"/>
                    <a:pt x="281756" y="1000609"/>
                    <a:pt x="281285" y="1001613"/>
                  </a:cubicBezTo>
                  <a:cubicBezTo>
                    <a:pt x="280794" y="1001859"/>
                    <a:pt x="280303" y="1002104"/>
                    <a:pt x="279797" y="1002357"/>
                  </a:cubicBezTo>
                  <a:cubicBezTo>
                    <a:pt x="279429" y="1003117"/>
                    <a:pt x="279429" y="1003117"/>
                    <a:pt x="279053" y="1003892"/>
                  </a:cubicBezTo>
                  <a:cubicBezTo>
                    <a:pt x="278807" y="1004368"/>
                    <a:pt x="278562" y="1004844"/>
                    <a:pt x="278309" y="1005334"/>
                  </a:cubicBezTo>
                  <a:cubicBezTo>
                    <a:pt x="277817" y="1005334"/>
                    <a:pt x="277326" y="1005334"/>
                    <a:pt x="276820" y="1005334"/>
                  </a:cubicBezTo>
                  <a:cubicBezTo>
                    <a:pt x="276728" y="1005825"/>
                    <a:pt x="276636" y="1006316"/>
                    <a:pt x="276541" y="1006822"/>
                  </a:cubicBezTo>
                  <a:cubicBezTo>
                    <a:pt x="276388" y="1007313"/>
                    <a:pt x="276234" y="1007804"/>
                    <a:pt x="276076" y="1008310"/>
                  </a:cubicBezTo>
                  <a:cubicBezTo>
                    <a:pt x="275094" y="1008310"/>
                    <a:pt x="274112" y="1008310"/>
                    <a:pt x="273100" y="1008310"/>
                  </a:cubicBezTo>
                  <a:cubicBezTo>
                    <a:pt x="273100" y="1009293"/>
                    <a:pt x="273100" y="1010275"/>
                    <a:pt x="273100" y="1011287"/>
                  </a:cubicBezTo>
                  <a:cubicBezTo>
                    <a:pt x="182977" y="1011287"/>
                    <a:pt x="92854"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136" name="任意多边形: 形状 135"/>
            <p:cNvSpPr/>
            <p:nvPr/>
          </p:nvSpPr>
          <p:spPr>
            <a:xfrm>
              <a:off x="-111150" y="1406031"/>
              <a:ext cx="892169" cy="472512"/>
            </a:xfrm>
            <a:custGeom>
              <a:avLst/>
              <a:gdLst>
                <a:gd name="connsiteX0" fmla="*/ 697400 w 892181"/>
                <a:gd name="connsiteY0" fmla="*/ 1868 h 472497"/>
                <a:gd name="connsiteX1" fmla="*/ 703974 w 892181"/>
                <a:gd name="connsiteY1" fmla="*/ 1530 h 472497"/>
                <a:gd name="connsiteX2" fmla="*/ 706064 w 892181"/>
                <a:gd name="connsiteY2" fmla="*/ 1529 h 472497"/>
                <a:gd name="connsiteX3" fmla="*/ 712937 w 892181"/>
                <a:gd name="connsiteY3" fmla="*/ 1578 h 472497"/>
                <a:gd name="connsiteX4" fmla="*/ 717689 w 892181"/>
                <a:gd name="connsiteY4" fmla="*/ 1590 h 472497"/>
                <a:gd name="connsiteX5" fmla="*/ 730222 w 892181"/>
                <a:gd name="connsiteY5" fmla="*/ 1664 h 472497"/>
                <a:gd name="connsiteX6" fmla="*/ 743001 w 892181"/>
                <a:gd name="connsiteY6" fmla="*/ 1723 h 472497"/>
                <a:gd name="connsiteX7" fmla="*/ 768094 w 892181"/>
                <a:gd name="connsiteY7" fmla="*/ 1868 h 472497"/>
                <a:gd name="connsiteX8" fmla="*/ 768094 w 892181"/>
                <a:gd name="connsiteY8" fmla="*/ 4101 h 472497"/>
                <a:gd name="connsiteX9" fmla="*/ 772840 w 892181"/>
                <a:gd name="connsiteY9" fmla="*/ 4963 h 472497"/>
                <a:gd name="connsiteX10" fmla="*/ 774914 w 892181"/>
                <a:gd name="connsiteY10" fmla="*/ 4985 h 472497"/>
                <a:gd name="connsiteX11" fmla="*/ 777197 w 892181"/>
                <a:gd name="connsiteY11" fmla="*/ 4998 h 472497"/>
                <a:gd name="connsiteX12" fmla="*/ 779595 w 892181"/>
                <a:gd name="connsiteY12" fmla="*/ 5020 h 472497"/>
                <a:gd name="connsiteX13" fmla="*/ 787470 w 892181"/>
                <a:gd name="connsiteY13" fmla="*/ 5080 h 472497"/>
                <a:gd name="connsiteX14" fmla="*/ 792920 w 892181"/>
                <a:gd name="connsiteY14" fmla="*/ 5127 h 472497"/>
                <a:gd name="connsiteX15" fmla="*/ 807284 w 892181"/>
                <a:gd name="connsiteY15" fmla="*/ 5241 h 472497"/>
                <a:gd name="connsiteX16" fmla="*/ 821933 w 892181"/>
                <a:gd name="connsiteY16" fmla="*/ 5361 h 472497"/>
                <a:gd name="connsiteX17" fmla="*/ 850693 w 892181"/>
                <a:gd name="connsiteY17" fmla="*/ 5589 h 472497"/>
                <a:gd name="connsiteX18" fmla="*/ 850693 w 892181"/>
                <a:gd name="connsiteY18" fmla="*/ 8566 h 472497"/>
                <a:gd name="connsiteX19" fmla="*/ 852270 w 892181"/>
                <a:gd name="connsiteY19" fmla="*/ 8556 h 472497"/>
                <a:gd name="connsiteX20" fmla="*/ 866955 w 892181"/>
                <a:gd name="connsiteY20" fmla="*/ 8488 h 472497"/>
                <a:gd name="connsiteX21" fmla="*/ 874505 w 892181"/>
                <a:gd name="connsiteY21" fmla="*/ 8453 h 472497"/>
                <a:gd name="connsiteX22" fmla="*/ 883177 w 892181"/>
                <a:gd name="connsiteY22" fmla="*/ 8420 h 472497"/>
                <a:gd name="connsiteX23" fmla="*/ 885927 w 892181"/>
                <a:gd name="connsiteY23" fmla="*/ 8397 h 472497"/>
                <a:gd name="connsiteX24" fmla="*/ 888455 w 892181"/>
                <a:gd name="connsiteY24" fmla="*/ 8397 h 472497"/>
                <a:gd name="connsiteX25" fmla="*/ 890694 w 892181"/>
                <a:gd name="connsiteY25" fmla="*/ 8387 h 472497"/>
                <a:gd name="connsiteX26" fmla="*/ 892365 w 892181"/>
                <a:gd name="connsiteY26" fmla="*/ 8566 h 472497"/>
                <a:gd name="connsiteX27" fmla="*/ 893342 w 892181"/>
                <a:gd name="connsiteY27" fmla="*/ 14147 h 472497"/>
                <a:gd name="connsiteX28" fmla="*/ 893426 w 892181"/>
                <a:gd name="connsiteY28" fmla="*/ 16356 h 472497"/>
                <a:gd name="connsiteX29" fmla="*/ 893109 w 892181"/>
                <a:gd name="connsiteY29" fmla="*/ 18239 h 472497"/>
                <a:gd name="connsiteX30" fmla="*/ 890133 w 892181"/>
                <a:gd name="connsiteY30" fmla="*/ 19728 h 472497"/>
                <a:gd name="connsiteX31" fmla="*/ 889388 w 892181"/>
                <a:gd name="connsiteY31" fmla="*/ 21960 h 472497"/>
                <a:gd name="connsiteX32" fmla="*/ 887900 w 892181"/>
                <a:gd name="connsiteY32" fmla="*/ 22704 h 472497"/>
                <a:gd name="connsiteX33" fmla="*/ 887575 w 892181"/>
                <a:gd name="connsiteY33" fmla="*/ 24239 h 472497"/>
                <a:gd name="connsiteX34" fmla="*/ 887156 w 892181"/>
                <a:gd name="connsiteY34" fmla="*/ 25681 h 472497"/>
                <a:gd name="connsiteX35" fmla="*/ 884924 w 892181"/>
                <a:gd name="connsiteY35" fmla="*/ 25681 h 472497"/>
                <a:gd name="connsiteX36" fmla="*/ 884924 w 892181"/>
                <a:gd name="connsiteY36" fmla="*/ 29402 h 472497"/>
                <a:gd name="connsiteX37" fmla="*/ 881947 w 892181"/>
                <a:gd name="connsiteY37" fmla="*/ 29402 h 472497"/>
                <a:gd name="connsiteX38" fmla="*/ 882087 w 892181"/>
                <a:gd name="connsiteY38" fmla="*/ 31215 h 472497"/>
                <a:gd name="connsiteX39" fmla="*/ 881947 w 892181"/>
                <a:gd name="connsiteY39" fmla="*/ 33122 h 472497"/>
                <a:gd name="connsiteX40" fmla="*/ 879715 w 892181"/>
                <a:gd name="connsiteY40" fmla="*/ 33866 h 472497"/>
                <a:gd name="connsiteX41" fmla="*/ 878971 w 892181"/>
                <a:gd name="connsiteY41" fmla="*/ 36843 h 472497"/>
                <a:gd name="connsiteX42" fmla="*/ 877482 w 892181"/>
                <a:gd name="connsiteY42" fmla="*/ 37587 h 472497"/>
                <a:gd name="connsiteX43" fmla="*/ 876738 w 892181"/>
                <a:gd name="connsiteY43" fmla="*/ 39819 h 472497"/>
                <a:gd name="connsiteX44" fmla="*/ 874506 w 892181"/>
                <a:gd name="connsiteY44" fmla="*/ 42052 h 472497"/>
                <a:gd name="connsiteX45" fmla="*/ 871204 w 892181"/>
                <a:gd name="connsiteY45" fmla="*/ 46052 h 472497"/>
                <a:gd name="connsiteX46" fmla="*/ 869486 w 892181"/>
                <a:gd name="connsiteY46" fmla="*/ 48162 h 472497"/>
                <a:gd name="connsiteX47" fmla="*/ 866201 w 892181"/>
                <a:gd name="connsiteY47" fmla="*/ 52359 h 472497"/>
                <a:gd name="connsiteX48" fmla="*/ 864832 w 892181"/>
                <a:gd name="connsiteY48" fmla="*/ 53958 h 472497"/>
                <a:gd name="connsiteX49" fmla="*/ 863344 w 892181"/>
                <a:gd name="connsiteY49" fmla="*/ 53958 h 472497"/>
                <a:gd name="connsiteX50" fmla="*/ 862972 w 892181"/>
                <a:gd name="connsiteY50" fmla="*/ 55446 h 472497"/>
                <a:gd name="connsiteX51" fmla="*/ 862599 w 892181"/>
                <a:gd name="connsiteY51" fmla="*/ 56935 h 472497"/>
                <a:gd name="connsiteX52" fmla="*/ 861111 w 892181"/>
                <a:gd name="connsiteY52" fmla="*/ 56935 h 472497"/>
                <a:gd name="connsiteX53" fmla="*/ 860460 w 892181"/>
                <a:gd name="connsiteY53" fmla="*/ 58609 h 472497"/>
                <a:gd name="connsiteX54" fmla="*/ 856646 w 892181"/>
                <a:gd name="connsiteY54" fmla="*/ 63632 h 472497"/>
                <a:gd name="connsiteX55" fmla="*/ 854414 w 892181"/>
                <a:gd name="connsiteY55" fmla="*/ 63632 h 472497"/>
                <a:gd name="connsiteX56" fmla="*/ 854414 w 892181"/>
                <a:gd name="connsiteY56" fmla="*/ 66609 h 472497"/>
                <a:gd name="connsiteX57" fmla="*/ 852181 w 892181"/>
                <a:gd name="connsiteY57" fmla="*/ 67353 h 472497"/>
                <a:gd name="connsiteX58" fmla="*/ 851809 w 892181"/>
                <a:gd name="connsiteY58" fmla="*/ 68887 h 472497"/>
                <a:gd name="connsiteX59" fmla="*/ 851437 w 892181"/>
                <a:gd name="connsiteY59" fmla="*/ 70329 h 472497"/>
                <a:gd name="connsiteX60" fmla="*/ 849205 w 892181"/>
                <a:gd name="connsiteY60" fmla="*/ 70329 h 472497"/>
                <a:gd name="connsiteX61" fmla="*/ 849205 w 892181"/>
                <a:gd name="connsiteY61" fmla="*/ 73306 h 472497"/>
                <a:gd name="connsiteX62" fmla="*/ 846228 w 892181"/>
                <a:gd name="connsiteY62" fmla="*/ 73306 h 472497"/>
                <a:gd name="connsiteX63" fmla="*/ 845484 w 892181"/>
                <a:gd name="connsiteY63" fmla="*/ 76282 h 472497"/>
                <a:gd name="connsiteX64" fmla="*/ 843996 w 892181"/>
                <a:gd name="connsiteY64" fmla="*/ 77027 h 472497"/>
                <a:gd name="connsiteX65" fmla="*/ 843670 w 892181"/>
                <a:gd name="connsiteY65" fmla="*/ 78515 h 472497"/>
                <a:gd name="connsiteX66" fmla="*/ 843252 w 892181"/>
                <a:gd name="connsiteY66" fmla="*/ 80003 h 472497"/>
                <a:gd name="connsiteX67" fmla="*/ 841019 w 892181"/>
                <a:gd name="connsiteY67" fmla="*/ 80747 h 472497"/>
                <a:gd name="connsiteX68" fmla="*/ 838325 w 892181"/>
                <a:gd name="connsiteY68" fmla="*/ 85279 h 472497"/>
                <a:gd name="connsiteX69" fmla="*/ 834322 w 892181"/>
                <a:gd name="connsiteY69" fmla="*/ 88189 h 472497"/>
                <a:gd name="connsiteX70" fmla="*/ 832834 w 892181"/>
                <a:gd name="connsiteY70" fmla="*/ 91165 h 472497"/>
                <a:gd name="connsiteX71" fmla="*/ 830601 w 892181"/>
                <a:gd name="connsiteY71" fmla="*/ 91909 h 472497"/>
                <a:gd name="connsiteX72" fmla="*/ 829857 w 892181"/>
                <a:gd name="connsiteY72" fmla="*/ 94142 h 472497"/>
                <a:gd name="connsiteX73" fmla="*/ 827625 w 892181"/>
                <a:gd name="connsiteY73" fmla="*/ 94886 h 472497"/>
                <a:gd name="connsiteX74" fmla="*/ 826881 w 892181"/>
                <a:gd name="connsiteY74" fmla="*/ 97118 h 472497"/>
                <a:gd name="connsiteX75" fmla="*/ 824648 w 892181"/>
                <a:gd name="connsiteY75" fmla="*/ 97862 h 472497"/>
                <a:gd name="connsiteX76" fmla="*/ 823160 w 892181"/>
                <a:gd name="connsiteY76" fmla="*/ 100839 h 472497"/>
                <a:gd name="connsiteX77" fmla="*/ 821672 w 892181"/>
                <a:gd name="connsiteY77" fmla="*/ 101583 h 472497"/>
                <a:gd name="connsiteX78" fmla="*/ 820928 w 892181"/>
                <a:gd name="connsiteY78" fmla="*/ 103816 h 472497"/>
                <a:gd name="connsiteX79" fmla="*/ 817951 w 892181"/>
                <a:gd name="connsiteY79" fmla="*/ 105304 h 472497"/>
                <a:gd name="connsiteX80" fmla="*/ 816463 w 892181"/>
                <a:gd name="connsiteY80" fmla="*/ 107536 h 472497"/>
                <a:gd name="connsiteX81" fmla="*/ 814230 w 892181"/>
                <a:gd name="connsiteY81" fmla="*/ 108280 h 472497"/>
                <a:gd name="connsiteX82" fmla="*/ 813486 w 892181"/>
                <a:gd name="connsiteY82" fmla="*/ 110513 h 472497"/>
                <a:gd name="connsiteX83" fmla="*/ 811254 w 892181"/>
                <a:gd name="connsiteY83" fmla="*/ 111257 h 472497"/>
                <a:gd name="connsiteX84" fmla="*/ 809765 w 892181"/>
                <a:gd name="connsiteY84" fmla="*/ 114234 h 472497"/>
                <a:gd name="connsiteX85" fmla="*/ 807533 w 892181"/>
                <a:gd name="connsiteY85" fmla="*/ 116466 h 472497"/>
                <a:gd name="connsiteX86" fmla="*/ 806370 w 892181"/>
                <a:gd name="connsiteY86" fmla="*/ 117675 h 472497"/>
                <a:gd name="connsiteX87" fmla="*/ 803812 w 892181"/>
                <a:gd name="connsiteY87" fmla="*/ 119443 h 472497"/>
                <a:gd name="connsiteX88" fmla="*/ 803068 w 892181"/>
                <a:gd name="connsiteY88" fmla="*/ 121675 h 472497"/>
                <a:gd name="connsiteX89" fmla="*/ 800092 w 892181"/>
                <a:gd name="connsiteY89" fmla="*/ 121675 h 472497"/>
                <a:gd name="connsiteX90" fmla="*/ 799347 w 892181"/>
                <a:gd name="connsiteY90" fmla="*/ 124651 h 472497"/>
                <a:gd name="connsiteX91" fmla="*/ 797115 w 892181"/>
                <a:gd name="connsiteY91" fmla="*/ 125396 h 472497"/>
                <a:gd name="connsiteX92" fmla="*/ 796371 w 892181"/>
                <a:gd name="connsiteY92" fmla="*/ 126884 h 472497"/>
                <a:gd name="connsiteX93" fmla="*/ 793394 w 892181"/>
                <a:gd name="connsiteY93" fmla="*/ 129116 h 472497"/>
                <a:gd name="connsiteX94" fmla="*/ 791162 w 892181"/>
                <a:gd name="connsiteY94" fmla="*/ 132093 h 472497"/>
                <a:gd name="connsiteX95" fmla="*/ 789674 w 892181"/>
                <a:gd name="connsiteY95" fmla="*/ 132093 h 472497"/>
                <a:gd name="connsiteX96" fmla="*/ 789395 w 892181"/>
                <a:gd name="connsiteY96" fmla="*/ 133581 h 472497"/>
                <a:gd name="connsiteX97" fmla="*/ 788930 w 892181"/>
                <a:gd name="connsiteY97" fmla="*/ 135069 h 472497"/>
                <a:gd name="connsiteX98" fmla="*/ 785953 w 892181"/>
                <a:gd name="connsiteY98" fmla="*/ 135069 h 472497"/>
                <a:gd name="connsiteX99" fmla="*/ 785209 w 892181"/>
                <a:gd name="connsiteY99" fmla="*/ 138046 h 472497"/>
                <a:gd name="connsiteX100" fmla="*/ 782651 w 892181"/>
                <a:gd name="connsiteY100" fmla="*/ 140464 h 472497"/>
                <a:gd name="connsiteX101" fmla="*/ 781258 w 892181"/>
                <a:gd name="connsiteY101" fmla="*/ 141639 h 472497"/>
                <a:gd name="connsiteX102" fmla="*/ 778512 w 892181"/>
                <a:gd name="connsiteY102" fmla="*/ 142511 h 472497"/>
                <a:gd name="connsiteX103" fmla="*/ 778232 w 892181"/>
                <a:gd name="connsiteY103" fmla="*/ 143999 h 472497"/>
                <a:gd name="connsiteX104" fmla="*/ 777767 w 892181"/>
                <a:gd name="connsiteY104" fmla="*/ 145487 h 472497"/>
                <a:gd name="connsiteX105" fmla="*/ 774791 w 892181"/>
                <a:gd name="connsiteY105" fmla="*/ 145487 h 472497"/>
                <a:gd name="connsiteX106" fmla="*/ 774047 w 892181"/>
                <a:gd name="connsiteY106" fmla="*/ 148464 h 472497"/>
                <a:gd name="connsiteX107" fmla="*/ 772558 w 892181"/>
                <a:gd name="connsiteY107" fmla="*/ 149208 h 472497"/>
                <a:gd name="connsiteX108" fmla="*/ 771907 w 892181"/>
                <a:gd name="connsiteY108" fmla="*/ 150696 h 472497"/>
                <a:gd name="connsiteX109" fmla="*/ 771070 w 892181"/>
                <a:gd name="connsiteY109" fmla="*/ 152185 h 472497"/>
                <a:gd name="connsiteX110" fmla="*/ 769535 w 892181"/>
                <a:gd name="connsiteY110" fmla="*/ 152557 h 472497"/>
                <a:gd name="connsiteX111" fmla="*/ 768094 w 892181"/>
                <a:gd name="connsiteY111" fmla="*/ 152929 h 472497"/>
                <a:gd name="connsiteX112" fmla="*/ 767722 w 892181"/>
                <a:gd name="connsiteY112" fmla="*/ 154464 h 472497"/>
                <a:gd name="connsiteX113" fmla="*/ 767349 w 892181"/>
                <a:gd name="connsiteY113" fmla="*/ 155905 h 472497"/>
                <a:gd name="connsiteX114" fmla="*/ 764373 w 892181"/>
                <a:gd name="connsiteY114" fmla="*/ 155905 h 472497"/>
                <a:gd name="connsiteX115" fmla="*/ 764373 w 892181"/>
                <a:gd name="connsiteY115" fmla="*/ 158882 h 472497"/>
                <a:gd name="connsiteX116" fmla="*/ 761396 w 892181"/>
                <a:gd name="connsiteY116" fmla="*/ 158882 h 472497"/>
                <a:gd name="connsiteX117" fmla="*/ 760652 w 892181"/>
                <a:gd name="connsiteY117" fmla="*/ 161859 h 472497"/>
                <a:gd name="connsiteX118" fmla="*/ 757676 w 892181"/>
                <a:gd name="connsiteY118" fmla="*/ 163347 h 472497"/>
                <a:gd name="connsiteX119" fmla="*/ 756931 w 892181"/>
                <a:gd name="connsiteY119" fmla="*/ 165579 h 472497"/>
                <a:gd name="connsiteX120" fmla="*/ 753955 w 892181"/>
                <a:gd name="connsiteY120" fmla="*/ 166323 h 472497"/>
                <a:gd name="connsiteX121" fmla="*/ 753211 w 892181"/>
                <a:gd name="connsiteY121" fmla="*/ 168556 h 472497"/>
                <a:gd name="connsiteX122" fmla="*/ 751722 w 892181"/>
                <a:gd name="connsiteY122" fmla="*/ 168881 h 472497"/>
                <a:gd name="connsiteX123" fmla="*/ 750234 w 892181"/>
                <a:gd name="connsiteY123" fmla="*/ 169300 h 472497"/>
                <a:gd name="connsiteX124" fmla="*/ 749929 w 892181"/>
                <a:gd name="connsiteY124" fmla="*/ 170663 h 472497"/>
                <a:gd name="connsiteX125" fmla="*/ 746932 w 892181"/>
                <a:gd name="connsiteY125" fmla="*/ 174695 h 472497"/>
                <a:gd name="connsiteX126" fmla="*/ 745540 w 892181"/>
                <a:gd name="connsiteY126" fmla="*/ 175869 h 472497"/>
                <a:gd name="connsiteX127" fmla="*/ 742793 w 892181"/>
                <a:gd name="connsiteY127" fmla="*/ 176741 h 472497"/>
                <a:gd name="connsiteX128" fmla="*/ 742514 w 892181"/>
                <a:gd name="connsiteY128" fmla="*/ 178230 h 472497"/>
                <a:gd name="connsiteX129" fmla="*/ 742049 w 892181"/>
                <a:gd name="connsiteY129" fmla="*/ 179718 h 472497"/>
                <a:gd name="connsiteX130" fmla="*/ 739072 w 892181"/>
                <a:gd name="connsiteY130" fmla="*/ 179718 h 472497"/>
                <a:gd name="connsiteX131" fmla="*/ 738328 w 892181"/>
                <a:gd name="connsiteY131" fmla="*/ 182694 h 472497"/>
                <a:gd name="connsiteX132" fmla="*/ 736840 w 892181"/>
                <a:gd name="connsiteY132" fmla="*/ 183439 h 472497"/>
                <a:gd name="connsiteX133" fmla="*/ 736189 w 892181"/>
                <a:gd name="connsiteY133" fmla="*/ 184927 h 472497"/>
                <a:gd name="connsiteX134" fmla="*/ 735351 w 892181"/>
                <a:gd name="connsiteY134" fmla="*/ 186415 h 472497"/>
                <a:gd name="connsiteX135" fmla="*/ 733817 w 892181"/>
                <a:gd name="connsiteY135" fmla="*/ 186787 h 472497"/>
                <a:gd name="connsiteX136" fmla="*/ 732375 w 892181"/>
                <a:gd name="connsiteY136" fmla="*/ 187159 h 472497"/>
                <a:gd name="connsiteX137" fmla="*/ 732003 w 892181"/>
                <a:gd name="connsiteY137" fmla="*/ 188694 h 472497"/>
                <a:gd name="connsiteX138" fmla="*/ 731631 w 892181"/>
                <a:gd name="connsiteY138" fmla="*/ 190136 h 472497"/>
                <a:gd name="connsiteX139" fmla="*/ 728654 w 892181"/>
                <a:gd name="connsiteY139" fmla="*/ 190136 h 472497"/>
                <a:gd name="connsiteX140" fmla="*/ 728654 w 892181"/>
                <a:gd name="connsiteY140" fmla="*/ 193112 h 472497"/>
                <a:gd name="connsiteX141" fmla="*/ 725678 w 892181"/>
                <a:gd name="connsiteY141" fmla="*/ 193112 h 472497"/>
                <a:gd name="connsiteX142" fmla="*/ 724189 w 892181"/>
                <a:gd name="connsiteY142" fmla="*/ 196833 h 472497"/>
                <a:gd name="connsiteX143" fmla="*/ 721957 w 892181"/>
                <a:gd name="connsiteY143" fmla="*/ 197577 h 472497"/>
                <a:gd name="connsiteX144" fmla="*/ 721213 w 892181"/>
                <a:gd name="connsiteY144" fmla="*/ 199810 h 472497"/>
                <a:gd name="connsiteX145" fmla="*/ 718236 w 892181"/>
                <a:gd name="connsiteY145" fmla="*/ 200554 h 472497"/>
                <a:gd name="connsiteX146" fmla="*/ 717492 w 892181"/>
                <a:gd name="connsiteY146" fmla="*/ 202786 h 472497"/>
                <a:gd name="connsiteX147" fmla="*/ 715260 w 892181"/>
                <a:gd name="connsiteY147" fmla="*/ 204275 h 472497"/>
                <a:gd name="connsiteX148" fmla="*/ 714515 w 892181"/>
                <a:gd name="connsiteY148" fmla="*/ 206507 h 472497"/>
                <a:gd name="connsiteX149" fmla="*/ 712283 w 892181"/>
                <a:gd name="connsiteY149" fmla="*/ 207251 h 472497"/>
                <a:gd name="connsiteX150" fmla="*/ 708426 w 892181"/>
                <a:gd name="connsiteY150" fmla="*/ 212509 h 472497"/>
                <a:gd name="connsiteX151" fmla="*/ 707074 w 892181"/>
                <a:gd name="connsiteY151" fmla="*/ 213948 h 472497"/>
                <a:gd name="connsiteX152" fmla="*/ 704097 w 892181"/>
                <a:gd name="connsiteY152" fmla="*/ 213948 h 472497"/>
                <a:gd name="connsiteX153" fmla="*/ 704097 w 892181"/>
                <a:gd name="connsiteY153" fmla="*/ 216925 h 472497"/>
                <a:gd name="connsiteX154" fmla="*/ 701121 w 892181"/>
                <a:gd name="connsiteY154" fmla="*/ 216925 h 472497"/>
                <a:gd name="connsiteX155" fmla="*/ 699633 w 892181"/>
                <a:gd name="connsiteY155" fmla="*/ 220646 h 472497"/>
                <a:gd name="connsiteX156" fmla="*/ 695912 w 892181"/>
                <a:gd name="connsiteY156" fmla="*/ 224366 h 472497"/>
                <a:gd name="connsiteX157" fmla="*/ 693680 w 892181"/>
                <a:gd name="connsiteY157" fmla="*/ 224366 h 472497"/>
                <a:gd name="connsiteX158" fmla="*/ 693680 w 892181"/>
                <a:gd name="connsiteY158" fmla="*/ 227343 h 472497"/>
                <a:gd name="connsiteX159" fmla="*/ 690703 w 892181"/>
                <a:gd name="connsiteY159" fmla="*/ 228087 h 472497"/>
                <a:gd name="connsiteX160" fmla="*/ 689959 w 892181"/>
                <a:gd name="connsiteY160" fmla="*/ 230319 h 472497"/>
                <a:gd name="connsiteX161" fmla="*/ 688471 w 892181"/>
                <a:gd name="connsiteY161" fmla="*/ 230645 h 472497"/>
                <a:gd name="connsiteX162" fmla="*/ 686982 w 892181"/>
                <a:gd name="connsiteY162" fmla="*/ 231064 h 472497"/>
                <a:gd name="connsiteX163" fmla="*/ 686610 w 892181"/>
                <a:gd name="connsiteY163" fmla="*/ 232552 h 472497"/>
                <a:gd name="connsiteX164" fmla="*/ 686238 w 892181"/>
                <a:gd name="connsiteY164" fmla="*/ 234040 h 472497"/>
                <a:gd name="connsiteX165" fmla="*/ 683262 w 892181"/>
                <a:gd name="connsiteY165" fmla="*/ 234784 h 472497"/>
                <a:gd name="connsiteX166" fmla="*/ 682889 w 892181"/>
                <a:gd name="connsiteY166" fmla="*/ 236319 h 472497"/>
                <a:gd name="connsiteX167" fmla="*/ 682517 w 892181"/>
                <a:gd name="connsiteY167" fmla="*/ 237761 h 472497"/>
                <a:gd name="connsiteX168" fmla="*/ 679541 w 892181"/>
                <a:gd name="connsiteY168" fmla="*/ 237761 h 472497"/>
                <a:gd name="connsiteX169" fmla="*/ 679541 w 892181"/>
                <a:gd name="connsiteY169" fmla="*/ 240737 h 472497"/>
                <a:gd name="connsiteX170" fmla="*/ 676564 w 892181"/>
                <a:gd name="connsiteY170" fmla="*/ 240737 h 472497"/>
                <a:gd name="connsiteX171" fmla="*/ 676564 w 892181"/>
                <a:gd name="connsiteY171" fmla="*/ 243714 h 472497"/>
                <a:gd name="connsiteX172" fmla="*/ 673588 w 892181"/>
                <a:gd name="connsiteY172" fmla="*/ 244458 h 472497"/>
                <a:gd name="connsiteX173" fmla="*/ 672844 w 892181"/>
                <a:gd name="connsiteY173" fmla="*/ 247435 h 472497"/>
                <a:gd name="connsiteX174" fmla="*/ 669867 w 892181"/>
                <a:gd name="connsiteY174" fmla="*/ 248923 h 472497"/>
                <a:gd name="connsiteX175" fmla="*/ 669123 w 892181"/>
                <a:gd name="connsiteY175" fmla="*/ 251155 h 472497"/>
                <a:gd name="connsiteX176" fmla="*/ 666146 w 892181"/>
                <a:gd name="connsiteY176" fmla="*/ 251155 h 472497"/>
                <a:gd name="connsiteX177" fmla="*/ 666146 w 892181"/>
                <a:gd name="connsiteY177" fmla="*/ 254876 h 472497"/>
                <a:gd name="connsiteX178" fmla="*/ 663170 w 892181"/>
                <a:gd name="connsiteY178" fmla="*/ 254876 h 472497"/>
                <a:gd name="connsiteX179" fmla="*/ 663170 w 892181"/>
                <a:gd name="connsiteY179" fmla="*/ 257853 h 472497"/>
                <a:gd name="connsiteX180" fmla="*/ 660193 w 892181"/>
                <a:gd name="connsiteY180" fmla="*/ 257853 h 472497"/>
                <a:gd name="connsiteX181" fmla="*/ 658705 w 892181"/>
                <a:gd name="connsiteY181" fmla="*/ 261573 h 472497"/>
                <a:gd name="connsiteX182" fmla="*/ 657217 w 892181"/>
                <a:gd name="connsiteY182" fmla="*/ 261573 h 472497"/>
                <a:gd name="connsiteX183" fmla="*/ 656938 w 892181"/>
                <a:gd name="connsiteY183" fmla="*/ 263015 h 472497"/>
                <a:gd name="connsiteX184" fmla="*/ 656472 w 892181"/>
                <a:gd name="connsiteY184" fmla="*/ 264550 h 472497"/>
                <a:gd name="connsiteX185" fmla="*/ 653496 w 892181"/>
                <a:gd name="connsiteY185" fmla="*/ 265294 h 472497"/>
                <a:gd name="connsiteX186" fmla="*/ 653124 w 892181"/>
                <a:gd name="connsiteY186" fmla="*/ 266829 h 472497"/>
                <a:gd name="connsiteX187" fmla="*/ 652752 w 892181"/>
                <a:gd name="connsiteY187" fmla="*/ 268271 h 472497"/>
                <a:gd name="connsiteX188" fmla="*/ 649775 w 892181"/>
                <a:gd name="connsiteY188" fmla="*/ 268271 h 472497"/>
                <a:gd name="connsiteX189" fmla="*/ 649031 w 892181"/>
                <a:gd name="connsiteY189" fmla="*/ 271247 h 472497"/>
                <a:gd name="connsiteX190" fmla="*/ 646799 w 892181"/>
                <a:gd name="connsiteY190" fmla="*/ 272735 h 472497"/>
                <a:gd name="connsiteX191" fmla="*/ 646055 w 892181"/>
                <a:gd name="connsiteY191" fmla="*/ 274968 h 472497"/>
                <a:gd name="connsiteX192" fmla="*/ 643822 w 892181"/>
                <a:gd name="connsiteY192" fmla="*/ 274968 h 472497"/>
                <a:gd name="connsiteX193" fmla="*/ 643078 w 892181"/>
                <a:gd name="connsiteY193" fmla="*/ 277944 h 472497"/>
                <a:gd name="connsiteX194" fmla="*/ 641590 w 892181"/>
                <a:gd name="connsiteY194" fmla="*/ 278689 h 472497"/>
                <a:gd name="connsiteX195" fmla="*/ 640939 w 892181"/>
                <a:gd name="connsiteY195" fmla="*/ 280130 h 472497"/>
                <a:gd name="connsiteX196" fmla="*/ 638706 w 892181"/>
                <a:gd name="connsiteY196" fmla="*/ 282270 h 472497"/>
                <a:gd name="connsiteX197" fmla="*/ 635683 w 892181"/>
                <a:gd name="connsiteY197" fmla="*/ 285804 h 472497"/>
                <a:gd name="connsiteX198" fmla="*/ 634148 w 892181"/>
                <a:gd name="connsiteY198" fmla="*/ 288362 h 472497"/>
                <a:gd name="connsiteX199" fmla="*/ 630428 w 892181"/>
                <a:gd name="connsiteY199" fmla="*/ 289107 h 472497"/>
                <a:gd name="connsiteX200" fmla="*/ 630428 w 892181"/>
                <a:gd name="connsiteY200" fmla="*/ 292083 h 472497"/>
                <a:gd name="connsiteX201" fmla="*/ 628195 w 892181"/>
                <a:gd name="connsiteY201" fmla="*/ 292827 h 472497"/>
                <a:gd name="connsiteX202" fmla="*/ 627451 w 892181"/>
                <a:gd name="connsiteY202" fmla="*/ 295060 h 472497"/>
                <a:gd name="connsiteX203" fmla="*/ 625219 w 892181"/>
                <a:gd name="connsiteY203" fmla="*/ 295804 h 472497"/>
                <a:gd name="connsiteX204" fmla="*/ 623730 w 892181"/>
                <a:gd name="connsiteY204" fmla="*/ 298780 h 472497"/>
                <a:gd name="connsiteX205" fmla="*/ 622242 w 892181"/>
                <a:gd name="connsiteY205" fmla="*/ 298780 h 472497"/>
                <a:gd name="connsiteX206" fmla="*/ 621637 w 892181"/>
                <a:gd name="connsiteY206" fmla="*/ 300408 h 472497"/>
                <a:gd name="connsiteX207" fmla="*/ 617033 w 892181"/>
                <a:gd name="connsiteY207" fmla="*/ 306222 h 472497"/>
                <a:gd name="connsiteX208" fmla="*/ 613405 w 892181"/>
                <a:gd name="connsiteY208" fmla="*/ 310873 h 472497"/>
                <a:gd name="connsiteX209" fmla="*/ 612434 w 892181"/>
                <a:gd name="connsiteY209" fmla="*/ 312146 h 472497"/>
                <a:gd name="connsiteX210" fmla="*/ 608005 w 892181"/>
                <a:gd name="connsiteY210" fmla="*/ 318015 h 472497"/>
                <a:gd name="connsiteX211" fmla="*/ 606615 w 892181"/>
                <a:gd name="connsiteY211" fmla="*/ 319849 h 472497"/>
                <a:gd name="connsiteX212" fmla="*/ 605406 w 892181"/>
                <a:gd name="connsiteY212" fmla="*/ 321468 h 472497"/>
                <a:gd name="connsiteX213" fmla="*/ 604383 w 892181"/>
                <a:gd name="connsiteY213" fmla="*/ 322593 h 472497"/>
                <a:gd name="connsiteX214" fmla="*/ 602894 w 892181"/>
                <a:gd name="connsiteY214" fmla="*/ 322593 h 472497"/>
                <a:gd name="connsiteX215" fmla="*/ 602150 w 892181"/>
                <a:gd name="connsiteY215" fmla="*/ 325569 h 472497"/>
                <a:gd name="connsiteX216" fmla="*/ 600662 w 892181"/>
                <a:gd name="connsiteY216" fmla="*/ 326314 h 472497"/>
                <a:gd name="connsiteX217" fmla="*/ 599918 w 892181"/>
                <a:gd name="connsiteY217" fmla="*/ 327848 h 472497"/>
                <a:gd name="connsiteX218" fmla="*/ 599174 w 892181"/>
                <a:gd name="connsiteY218" fmla="*/ 329290 h 472497"/>
                <a:gd name="connsiteX219" fmla="*/ 597685 w 892181"/>
                <a:gd name="connsiteY219" fmla="*/ 329290 h 472497"/>
                <a:gd name="connsiteX220" fmla="*/ 595499 w 892181"/>
                <a:gd name="connsiteY220" fmla="*/ 334267 h 472497"/>
                <a:gd name="connsiteX221" fmla="*/ 594709 w 892181"/>
                <a:gd name="connsiteY221" fmla="*/ 335987 h 472497"/>
                <a:gd name="connsiteX222" fmla="*/ 592476 w 892181"/>
                <a:gd name="connsiteY222" fmla="*/ 336732 h 472497"/>
                <a:gd name="connsiteX223" fmla="*/ 590988 w 892181"/>
                <a:gd name="connsiteY223" fmla="*/ 339708 h 472497"/>
                <a:gd name="connsiteX224" fmla="*/ 589500 w 892181"/>
                <a:gd name="connsiteY224" fmla="*/ 339708 h 472497"/>
                <a:gd name="connsiteX225" fmla="*/ 588756 w 892181"/>
                <a:gd name="connsiteY225" fmla="*/ 343429 h 472497"/>
                <a:gd name="connsiteX226" fmla="*/ 587267 w 892181"/>
                <a:gd name="connsiteY226" fmla="*/ 344173 h 472497"/>
                <a:gd name="connsiteX227" fmla="*/ 586895 w 892181"/>
                <a:gd name="connsiteY227" fmla="*/ 346033 h 472497"/>
                <a:gd name="connsiteX228" fmla="*/ 586523 w 892181"/>
                <a:gd name="connsiteY228" fmla="*/ 347894 h 472497"/>
                <a:gd name="connsiteX229" fmla="*/ 585035 w 892181"/>
                <a:gd name="connsiteY229" fmla="*/ 348638 h 472497"/>
                <a:gd name="connsiteX230" fmla="*/ 584291 w 892181"/>
                <a:gd name="connsiteY230" fmla="*/ 350498 h 472497"/>
                <a:gd name="connsiteX231" fmla="*/ 582058 w 892181"/>
                <a:gd name="connsiteY231" fmla="*/ 353103 h 472497"/>
                <a:gd name="connsiteX232" fmla="*/ 580942 w 892181"/>
                <a:gd name="connsiteY232" fmla="*/ 355010 h 472497"/>
                <a:gd name="connsiteX233" fmla="*/ 579826 w 892181"/>
                <a:gd name="connsiteY233" fmla="*/ 356823 h 472497"/>
                <a:gd name="connsiteX234" fmla="*/ 578338 w 892181"/>
                <a:gd name="connsiteY234" fmla="*/ 356823 h 472497"/>
                <a:gd name="connsiteX235" fmla="*/ 578338 w 892181"/>
                <a:gd name="connsiteY235" fmla="*/ 361288 h 472497"/>
                <a:gd name="connsiteX236" fmla="*/ 576849 w 892181"/>
                <a:gd name="connsiteY236" fmla="*/ 361288 h 472497"/>
                <a:gd name="connsiteX237" fmla="*/ 575361 w 892181"/>
                <a:gd name="connsiteY237" fmla="*/ 366497 h 472497"/>
                <a:gd name="connsiteX238" fmla="*/ 573873 w 892181"/>
                <a:gd name="connsiteY238" fmla="*/ 367241 h 472497"/>
                <a:gd name="connsiteX239" fmla="*/ 573547 w 892181"/>
                <a:gd name="connsiteY239" fmla="*/ 369148 h 472497"/>
                <a:gd name="connsiteX240" fmla="*/ 573129 w 892181"/>
                <a:gd name="connsiteY240" fmla="*/ 370962 h 472497"/>
                <a:gd name="connsiteX241" fmla="*/ 570896 w 892181"/>
                <a:gd name="connsiteY241" fmla="*/ 370962 h 472497"/>
                <a:gd name="connsiteX242" fmla="*/ 570664 w 892181"/>
                <a:gd name="connsiteY242" fmla="*/ 373473 h 472497"/>
                <a:gd name="connsiteX243" fmla="*/ 570152 w 892181"/>
                <a:gd name="connsiteY243" fmla="*/ 376171 h 472497"/>
                <a:gd name="connsiteX244" fmla="*/ 567920 w 892181"/>
                <a:gd name="connsiteY244" fmla="*/ 377659 h 472497"/>
                <a:gd name="connsiteX245" fmla="*/ 567920 w 892181"/>
                <a:gd name="connsiteY245" fmla="*/ 379892 h 472497"/>
                <a:gd name="connsiteX246" fmla="*/ 567920 w 892181"/>
                <a:gd name="connsiteY246" fmla="*/ 382124 h 472497"/>
                <a:gd name="connsiteX247" fmla="*/ 565687 w 892181"/>
                <a:gd name="connsiteY247" fmla="*/ 383612 h 472497"/>
                <a:gd name="connsiteX248" fmla="*/ 564943 w 892181"/>
                <a:gd name="connsiteY248" fmla="*/ 388077 h 472497"/>
                <a:gd name="connsiteX249" fmla="*/ 562711 w 892181"/>
                <a:gd name="connsiteY249" fmla="*/ 388077 h 472497"/>
                <a:gd name="connsiteX250" fmla="*/ 562600 w 892181"/>
                <a:gd name="connsiteY250" fmla="*/ 389516 h 472497"/>
                <a:gd name="connsiteX251" fmla="*/ 562432 w 892181"/>
                <a:gd name="connsiteY251" fmla="*/ 391379 h 472497"/>
                <a:gd name="connsiteX252" fmla="*/ 562275 w 892181"/>
                <a:gd name="connsiteY252" fmla="*/ 393237 h 472497"/>
                <a:gd name="connsiteX253" fmla="*/ 561967 w 892181"/>
                <a:gd name="connsiteY253" fmla="*/ 394775 h 472497"/>
                <a:gd name="connsiteX254" fmla="*/ 560478 w 892181"/>
                <a:gd name="connsiteY254" fmla="*/ 395519 h 472497"/>
                <a:gd name="connsiteX255" fmla="*/ 559316 w 892181"/>
                <a:gd name="connsiteY255" fmla="*/ 398867 h 472497"/>
                <a:gd name="connsiteX256" fmla="*/ 557502 w 892181"/>
                <a:gd name="connsiteY256" fmla="*/ 402960 h 472497"/>
                <a:gd name="connsiteX257" fmla="*/ 557083 w 892181"/>
                <a:gd name="connsiteY257" fmla="*/ 405983 h 472497"/>
                <a:gd name="connsiteX258" fmla="*/ 556758 w 892181"/>
                <a:gd name="connsiteY258" fmla="*/ 408913 h 472497"/>
                <a:gd name="connsiteX259" fmla="*/ 554525 w 892181"/>
                <a:gd name="connsiteY259" fmla="*/ 408913 h 472497"/>
                <a:gd name="connsiteX260" fmla="*/ 553781 w 892181"/>
                <a:gd name="connsiteY260" fmla="*/ 417099 h 472497"/>
                <a:gd name="connsiteX261" fmla="*/ 551549 w 892181"/>
                <a:gd name="connsiteY261" fmla="*/ 417099 h 472497"/>
                <a:gd name="connsiteX262" fmla="*/ 551595 w 892181"/>
                <a:gd name="connsiteY262" fmla="*/ 419982 h 472497"/>
                <a:gd name="connsiteX263" fmla="*/ 550805 w 892181"/>
                <a:gd name="connsiteY263" fmla="*/ 424540 h 472497"/>
                <a:gd name="connsiteX264" fmla="*/ 549316 w 892181"/>
                <a:gd name="connsiteY264" fmla="*/ 424540 h 472497"/>
                <a:gd name="connsiteX265" fmla="*/ 548572 w 892181"/>
                <a:gd name="connsiteY265" fmla="*/ 433470 h 472497"/>
                <a:gd name="connsiteX266" fmla="*/ 546340 w 892181"/>
                <a:gd name="connsiteY266" fmla="*/ 433470 h 472497"/>
                <a:gd name="connsiteX267" fmla="*/ 545596 w 892181"/>
                <a:gd name="connsiteY267" fmla="*/ 442400 h 472497"/>
                <a:gd name="connsiteX268" fmla="*/ 544107 w 892181"/>
                <a:gd name="connsiteY268" fmla="*/ 442400 h 472497"/>
                <a:gd name="connsiteX269" fmla="*/ 544023 w 892181"/>
                <a:gd name="connsiteY269" fmla="*/ 443949 h 472497"/>
                <a:gd name="connsiteX270" fmla="*/ 543875 w 892181"/>
                <a:gd name="connsiteY270" fmla="*/ 445981 h 472497"/>
                <a:gd name="connsiteX271" fmla="*/ 543744 w 892181"/>
                <a:gd name="connsiteY271" fmla="*/ 447995 h 472497"/>
                <a:gd name="connsiteX272" fmla="*/ 541131 w 892181"/>
                <a:gd name="connsiteY272" fmla="*/ 452073 h 472497"/>
                <a:gd name="connsiteX273" fmla="*/ 540666 w 892181"/>
                <a:gd name="connsiteY273" fmla="*/ 455515 h 472497"/>
                <a:gd name="connsiteX274" fmla="*/ 539642 w 892181"/>
                <a:gd name="connsiteY274" fmla="*/ 459515 h 472497"/>
                <a:gd name="connsiteX275" fmla="*/ 534198 w 892181"/>
                <a:gd name="connsiteY275" fmla="*/ 459750 h 472497"/>
                <a:gd name="connsiteX276" fmla="*/ 532549 w 892181"/>
                <a:gd name="connsiteY276" fmla="*/ 459797 h 472497"/>
                <a:gd name="connsiteX277" fmla="*/ 527318 w 892181"/>
                <a:gd name="connsiteY277" fmla="*/ 459933 h 472497"/>
                <a:gd name="connsiteX278" fmla="*/ 523779 w 892181"/>
                <a:gd name="connsiteY278" fmla="*/ 460031 h 472497"/>
                <a:gd name="connsiteX279" fmla="*/ 515086 w 892181"/>
                <a:gd name="connsiteY279" fmla="*/ 460259 h 472497"/>
                <a:gd name="connsiteX280" fmla="*/ 515086 w 892181"/>
                <a:gd name="connsiteY280" fmla="*/ 463235 h 472497"/>
                <a:gd name="connsiteX281" fmla="*/ 512843 w 892181"/>
                <a:gd name="connsiteY281" fmla="*/ 463268 h 472497"/>
                <a:gd name="connsiteX282" fmla="*/ 504635 w 892181"/>
                <a:gd name="connsiteY282" fmla="*/ 463431 h 472497"/>
                <a:gd name="connsiteX283" fmla="*/ 501077 w 892181"/>
                <a:gd name="connsiteY283" fmla="*/ 463493 h 472497"/>
                <a:gd name="connsiteX284" fmla="*/ 495974 w 892181"/>
                <a:gd name="connsiteY284" fmla="*/ 463599 h 472497"/>
                <a:gd name="connsiteX285" fmla="*/ 494357 w 892181"/>
                <a:gd name="connsiteY285" fmla="*/ 463613 h 472497"/>
                <a:gd name="connsiteX286" fmla="*/ 490529 w 892181"/>
                <a:gd name="connsiteY286" fmla="*/ 463980 h 472497"/>
                <a:gd name="connsiteX287" fmla="*/ 489785 w 892181"/>
                <a:gd name="connsiteY287" fmla="*/ 466212 h 472497"/>
                <a:gd name="connsiteX288" fmla="*/ 484250 w 892181"/>
                <a:gd name="connsiteY288" fmla="*/ 466724 h 472497"/>
                <a:gd name="connsiteX289" fmla="*/ 482558 w 892181"/>
                <a:gd name="connsiteY289" fmla="*/ 466801 h 472497"/>
                <a:gd name="connsiteX290" fmla="*/ 468124 w 892181"/>
                <a:gd name="connsiteY290" fmla="*/ 466929 h 472497"/>
                <a:gd name="connsiteX291" fmla="*/ 460763 w 892181"/>
                <a:gd name="connsiteY291" fmla="*/ 467700 h 472497"/>
                <a:gd name="connsiteX292" fmla="*/ 460763 w 892181"/>
                <a:gd name="connsiteY292" fmla="*/ 469933 h 472497"/>
                <a:gd name="connsiteX293" fmla="*/ 422068 w 892181"/>
                <a:gd name="connsiteY293" fmla="*/ 470677 h 472497"/>
                <a:gd name="connsiteX294" fmla="*/ 422068 w 892181"/>
                <a:gd name="connsiteY294" fmla="*/ 473653 h 472497"/>
                <a:gd name="connsiteX295" fmla="*/ 372625 w 892181"/>
                <a:gd name="connsiteY295" fmla="*/ 473808 h 472497"/>
                <a:gd name="connsiteX296" fmla="*/ 349669 w 892181"/>
                <a:gd name="connsiteY296" fmla="*/ 473878 h 472497"/>
                <a:gd name="connsiteX297" fmla="*/ 329668 w 892181"/>
                <a:gd name="connsiteY297" fmla="*/ 473933 h 472497"/>
                <a:gd name="connsiteX298" fmla="*/ 319071 w 892181"/>
                <a:gd name="connsiteY298" fmla="*/ 473968 h 472497"/>
                <a:gd name="connsiteX299" fmla="*/ 309109 w 892181"/>
                <a:gd name="connsiteY299" fmla="*/ 473990 h 472497"/>
                <a:gd name="connsiteX300" fmla="*/ 305441 w 892181"/>
                <a:gd name="connsiteY300" fmla="*/ 474008 h 472497"/>
                <a:gd name="connsiteX301" fmla="*/ 300456 w 892181"/>
                <a:gd name="connsiteY301" fmla="*/ 474011 h 472497"/>
                <a:gd name="connsiteX302" fmla="*/ 297631 w 892181"/>
                <a:gd name="connsiteY302" fmla="*/ 474020 h 472497"/>
                <a:gd name="connsiteX303" fmla="*/ 295564 w 892181"/>
                <a:gd name="connsiteY303" fmla="*/ 473653 h 472497"/>
                <a:gd name="connsiteX304" fmla="*/ 294820 w 892181"/>
                <a:gd name="connsiteY304" fmla="*/ 470677 h 472497"/>
                <a:gd name="connsiteX305" fmla="*/ 289864 w 892181"/>
                <a:gd name="connsiteY305" fmla="*/ 470223 h 472497"/>
                <a:gd name="connsiteX306" fmla="*/ 288366 w 892181"/>
                <a:gd name="connsiteY306" fmla="*/ 470186 h 472497"/>
                <a:gd name="connsiteX307" fmla="*/ 283612 w 892181"/>
                <a:gd name="connsiteY307" fmla="*/ 470119 h 472497"/>
                <a:gd name="connsiteX308" fmla="*/ 280395 w 892181"/>
                <a:gd name="connsiteY308" fmla="*/ 470052 h 472497"/>
                <a:gd name="connsiteX309" fmla="*/ 272496 w 892181"/>
                <a:gd name="connsiteY309" fmla="*/ 469933 h 472497"/>
                <a:gd name="connsiteX310" fmla="*/ 272412 w 892181"/>
                <a:gd name="connsiteY310" fmla="*/ 468168 h 472497"/>
                <a:gd name="connsiteX311" fmla="*/ 272263 w 892181"/>
                <a:gd name="connsiteY311" fmla="*/ 465886 h 472497"/>
                <a:gd name="connsiteX312" fmla="*/ 272133 w 892181"/>
                <a:gd name="connsiteY312" fmla="*/ 463610 h 472497"/>
                <a:gd name="connsiteX313" fmla="*/ 271752 w 892181"/>
                <a:gd name="connsiteY313" fmla="*/ 461747 h 472497"/>
                <a:gd name="connsiteX314" fmla="*/ 269519 w 892181"/>
                <a:gd name="connsiteY314" fmla="*/ 461003 h 472497"/>
                <a:gd name="connsiteX315" fmla="*/ 269659 w 892181"/>
                <a:gd name="connsiteY315" fmla="*/ 455381 h 472497"/>
                <a:gd name="connsiteX316" fmla="*/ 267287 w 892181"/>
                <a:gd name="connsiteY316" fmla="*/ 451329 h 472497"/>
                <a:gd name="connsiteX317" fmla="*/ 266775 w 892181"/>
                <a:gd name="connsiteY317" fmla="*/ 447097 h 472497"/>
                <a:gd name="connsiteX318" fmla="*/ 266627 w 892181"/>
                <a:gd name="connsiteY318" fmla="*/ 444856 h 472497"/>
                <a:gd name="connsiteX319" fmla="*/ 266543 w 892181"/>
                <a:gd name="connsiteY319" fmla="*/ 443144 h 472497"/>
                <a:gd name="connsiteX320" fmla="*/ 264310 w 892181"/>
                <a:gd name="connsiteY320" fmla="*/ 443144 h 472497"/>
                <a:gd name="connsiteX321" fmla="*/ 264310 w 892181"/>
                <a:gd name="connsiteY321" fmla="*/ 434958 h 472497"/>
                <a:gd name="connsiteX322" fmla="*/ 261334 w 892181"/>
                <a:gd name="connsiteY322" fmla="*/ 434958 h 472497"/>
                <a:gd name="connsiteX323" fmla="*/ 261334 w 892181"/>
                <a:gd name="connsiteY323" fmla="*/ 427517 h 472497"/>
                <a:gd name="connsiteX324" fmla="*/ 259101 w 892181"/>
                <a:gd name="connsiteY324" fmla="*/ 427517 h 472497"/>
                <a:gd name="connsiteX325" fmla="*/ 257613 w 892181"/>
                <a:gd name="connsiteY325" fmla="*/ 419331 h 472497"/>
                <a:gd name="connsiteX326" fmla="*/ 256125 w 892181"/>
                <a:gd name="connsiteY326" fmla="*/ 419331 h 472497"/>
                <a:gd name="connsiteX327" fmla="*/ 256041 w 892181"/>
                <a:gd name="connsiteY327" fmla="*/ 417729 h 472497"/>
                <a:gd name="connsiteX328" fmla="*/ 255892 w 892181"/>
                <a:gd name="connsiteY328" fmla="*/ 415657 h 472497"/>
                <a:gd name="connsiteX329" fmla="*/ 255761 w 892181"/>
                <a:gd name="connsiteY329" fmla="*/ 413590 h 472497"/>
                <a:gd name="connsiteX330" fmla="*/ 255381 w 892181"/>
                <a:gd name="connsiteY330" fmla="*/ 411890 h 472497"/>
                <a:gd name="connsiteX331" fmla="*/ 253148 w 892181"/>
                <a:gd name="connsiteY331" fmla="*/ 411146 h 472497"/>
                <a:gd name="connsiteX332" fmla="*/ 252730 w 892181"/>
                <a:gd name="connsiteY332" fmla="*/ 408169 h 472497"/>
                <a:gd name="connsiteX333" fmla="*/ 252404 w 892181"/>
                <a:gd name="connsiteY333" fmla="*/ 405192 h 472497"/>
                <a:gd name="connsiteX334" fmla="*/ 250916 w 892181"/>
                <a:gd name="connsiteY334" fmla="*/ 404448 h 472497"/>
                <a:gd name="connsiteX335" fmla="*/ 250172 w 892181"/>
                <a:gd name="connsiteY335" fmla="*/ 398495 h 472497"/>
                <a:gd name="connsiteX336" fmla="*/ 247939 w 892181"/>
                <a:gd name="connsiteY336" fmla="*/ 398495 h 472497"/>
                <a:gd name="connsiteX337" fmla="*/ 247195 w 892181"/>
                <a:gd name="connsiteY337" fmla="*/ 392542 h 472497"/>
                <a:gd name="connsiteX338" fmla="*/ 244963 w 892181"/>
                <a:gd name="connsiteY338" fmla="*/ 392542 h 472497"/>
                <a:gd name="connsiteX339" fmla="*/ 244684 w 892181"/>
                <a:gd name="connsiteY339" fmla="*/ 389984 h 472497"/>
                <a:gd name="connsiteX340" fmla="*/ 244219 w 892181"/>
                <a:gd name="connsiteY340" fmla="*/ 387333 h 472497"/>
                <a:gd name="connsiteX341" fmla="*/ 242730 w 892181"/>
                <a:gd name="connsiteY341" fmla="*/ 386589 h 472497"/>
                <a:gd name="connsiteX342" fmla="*/ 241986 w 892181"/>
                <a:gd name="connsiteY342" fmla="*/ 380636 h 472497"/>
                <a:gd name="connsiteX343" fmla="*/ 239754 w 892181"/>
                <a:gd name="connsiteY343" fmla="*/ 380636 h 472497"/>
                <a:gd name="connsiteX344" fmla="*/ 238265 w 892181"/>
                <a:gd name="connsiteY344" fmla="*/ 376171 h 472497"/>
                <a:gd name="connsiteX345" fmla="*/ 236777 w 892181"/>
                <a:gd name="connsiteY345" fmla="*/ 375427 h 472497"/>
                <a:gd name="connsiteX346" fmla="*/ 236824 w 892181"/>
                <a:gd name="connsiteY346" fmla="*/ 373194 h 472497"/>
                <a:gd name="connsiteX347" fmla="*/ 236777 w 892181"/>
                <a:gd name="connsiteY347" fmla="*/ 370962 h 472497"/>
                <a:gd name="connsiteX348" fmla="*/ 234545 w 892181"/>
                <a:gd name="connsiteY348" fmla="*/ 370218 h 472497"/>
                <a:gd name="connsiteX349" fmla="*/ 233801 w 892181"/>
                <a:gd name="connsiteY349" fmla="*/ 367241 h 472497"/>
                <a:gd name="connsiteX350" fmla="*/ 231568 w 892181"/>
                <a:gd name="connsiteY350" fmla="*/ 365753 h 472497"/>
                <a:gd name="connsiteX351" fmla="*/ 230080 w 892181"/>
                <a:gd name="connsiteY351" fmla="*/ 362032 h 472497"/>
                <a:gd name="connsiteX352" fmla="*/ 228592 w 892181"/>
                <a:gd name="connsiteY352" fmla="*/ 361288 h 472497"/>
                <a:gd name="connsiteX353" fmla="*/ 227847 w 892181"/>
                <a:gd name="connsiteY353" fmla="*/ 357567 h 472497"/>
                <a:gd name="connsiteX354" fmla="*/ 226359 w 892181"/>
                <a:gd name="connsiteY354" fmla="*/ 356823 h 472497"/>
                <a:gd name="connsiteX355" fmla="*/ 226034 w 892181"/>
                <a:gd name="connsiteY355" fmla="*/ 355428 h 472497"/>
                <a:gd name="connsiteX356" fmla="*/ 223383 w 892181"/>
                <a:gd name="connsiteY356" fmla="*/ 351614 h 472497"/>
                <a:gd name="connsiteX357" fmla="*/ 220080 w 892181"/>
                <a:gd name="connsiteY357" fmla="*/ 346405 h 472497"/>
                <a:gd name="connsiteX358" fmla="*/ 217848 w 892181"/>
                <a:gd name="connsiteY358" fmla="*/ 343150 h 472497"/>
                <a:gd name="connsiteX359" fmla="*/ 214453 w 892181"/>
                <a:gd name="connsiteY359" fmla="*/ 336732 h 472497"/>
                <a:gd name="connsiteX360" fmla="*/ 212221 w 892181"/>
                <a:gd name="connsiteY360" fmla="*/ 336732 h 472497"/>
                <a:gd name="connsiteX361" fmla="*/ 211476 w 892181"/>
                <a:gd name="connsiteY361" fmla="*/ 333755 h 472497"/>
                <a:gd name="connsiteX362" fmla="*/ 209988 w 892181"/>
                <a:gd name="connsiteY362" fmla="*/ 333011 h 472497"/>
                <a:gd name="connsiteX363" fmla="*/ 209244 w 892181"/>
                <a:gd name="connsiteY363" fmla="*/ 330778 h 472497"/>
                <a:gd name="connsiteX364" fmla="*/ 207012 w 892181"/>
                <a:gd name="connsiteY364" fmla="*/ 330034 h 472497"/>
                <a:gd name="connsiteX365" fmla="*/ 206267 w 892181"/>
                <a:gd name="connsiteY365" fmla="*/ 327058 h 472497"/>
                <a:gd name="connsiteX366" fmla="*/ 204035 w 892181"/>
                <a:gd name="connsiteY366" fmla="*/ 326314 h 472497"/>
                <a:gd name="connsiteX367" fmla="*/ 203291 w 892181"/>
                <a:gd name="connsiteY367" fmla="*/ 323337 h 472497"/>
                <a:gd name="connsiteX368" fmla="*/ 201803 w 892181"/>
                <a:gd name="connsiteY368" fmla="*/ 322593 h 472497"/>
                <a:gd name="connsiteX369" fmla="*/ 201058 w 892181"/>
                <a:gd name="connsiteY369" fmla="*/ 320360 h 472497"/>
                <a:gd name="connsiteX370" fmla="*/ 198826 w 892181"/>
                <a:gd name="connsiteY370" fmla="*/ 319616 h 472497"/>
                <a:gd name="connsiteX371" fmla="*/ 198500 w 892181"/>
                <a:gd name="connsiteY371" fmla="*/ 318128 h 472497"/>
                <a:gd name="connsiteX372" fmla="*/ 198082 w 892181"/>
                <a:gd name="connsiteY372" fmla="*/ 316640 h 472497"/>
                <a:gd name="connsiteX373" fmla="*/ 195105 w 892181"/>
                <a:gd name="connsiteY373" fmla="*/ 315896 h 472497"/>
                <a:gd name="connsiteX374" fmla="*/ 195105 w 892181"/>
                <a:gd name="connsiteY374" fmla="*/ 313663 h 472497"/>
                <a:gd name="connsiteX375" fmla="*/ 192873 w 892181"/>
                <a:gd name="connsiteY375" fmla="*/ 312919 h 472497"/>
                <a:gd name="connsiteX376" fmla="*/ 192129 w 892181"/>
                <a:gd name="connsiteY376" fmla="*/ 310687 h 472497"/>
                <a:gd name="connsiteX377" fmla="*/ 189896 w 892181"/>
                <a:gd name="connsiteY377" fmla="*/ 309198 h 472497"/>
                <a:gd name="connsiteX378" fmla="*/ 189152 w 892181"/>
                <a:gd name="connsiteY378" fmla="*/ 306966 h 472497"/>
                <a:gd name="connsiteX379" fmla="*/ 187431 w 892181"/>
                <a:gd name="connsiteY379" fmla="*/ 306036 h 472497"/>
                <a:gd name="connsiteX380" fmla="*/ 183850 w 892181"/>
                <a:gd name="connsiteY380" fmla="*/ 302036 h 472497"/>
                <a:gd name="connsiteX381" fmla="*/ 180222 w 892181"/>
                <a:gd name="connsiteY381" fmla="*/ 298780 h 472497"/>
                <a:gd name="connsiteX382" fmla="*/ 179478 w 892181"/>
                <a:gd name="connsiteY382" fmla="*/ 295060 h 472497"/>
                <a:gd name="connsiteX383" fmla="*/ 177246 w 892181"/>
                <a:gd name="connsiteY383" fmla="*/ 294316 h 472497"/>
                <a:gd name="connsiteX384" fmla="*/ 177246 w 892181"/>
                <a:gd name="connsiteY384" fmla="*/ 292083 h 472497"/>
                <a:gd name="connsiteX385" fmla="*/ 174269 w 892181"/>
                <a:gd name="connsiteY385" fmla="*/ 292083 h 472497"/>
                <a:gd name="connsiteX386" fmla="*/ 174269 w 892181"/>
                <a:gd name="connsiteY386" fmla="*/ 289107 h 472497"/>
                <a:gd name="connsiteX387" fmla="*/ 172688 w 892181"/>
                <a:gd name="connsiteY387" fmla="*/ 288921 h 472497"/>
                <a:gd name="connsiteX388" fmla="*/ 167148 w 892181"/>
                <a:gd name="connsiteY388" fmla="*/ 283831 h 472497"/>
                <a:gd name="connsiteX389" fmla="*/ 163851 w 892181"/>
                <a:gd name="connsiteY389" fmla="*/ 280921 h 472497"/>
                <a:gd name="connsiteX390" fmla="*/ 163851 w 892181"/>
                <a:gd name="connsiteY390" fmla="*/ 278689 h 472497"/>
                <a:gd name="connsiteX391" fmla="*/ 160875 w 892181"/>
                <a:gd name="connsiteY391" fmla="*/ 277944 h 472497"/>
                <a:gd name="connsiteX392" fmla="*/ 160131 w 892181"/>
                <a:gd name="connsiteY392" fmla="*/ 275712 h 472497"/>
                <a:gd name="connsiteX393" fmla="*/ 157898 w 892181"/>
                <a:gd name="connsiteY393" fmla="*/ 274968 h 472497"/>
                <a:gd name="connsiteX394" fmla="*/ 157898 w 892181"/>
                <a:gd name="connsiteY394" fmla="*/ 271991 h 472497"/>
                <a:gd name="connsiteX395" fmla="*/ 156317 w 892181"/>
                <a:gd name="connsiteY395" fmla="*/ 271759 h 472497"/>
                <a:gd name="connsiteX396" fmla="*/ 149713 w 892181"/>
                <a:gd name="connsiteY396" fmla="*/ 266038 h 472497"/>
                <a:gd name="connsiteX397" fmla="*/ 149713 w 892181"/>
                <a:gd name="connsiteY397" fmla="*/ 264550 h 472497"/>
                <a:gd name="connsiteX398" fmla="*/ 147480 w 892181"/>
                <a:gd name="connsiteY398" fmla="*/ 263806 h 472497"/>
                <a:gd name="connsiteX399" fmla="*/ 145248 w 892181"/>
                <a:gd name="connsiteY399" fmla="*/ 261248 h 472497"/>
                <a:gd name="connsiteX400" fmla="*/ 140783 w 892181"/>
                <a:gd name="connsiteY400" fmla="*/ 257109 h 472497"/>
                <a:gd name="connsiteX401" fmla="*/ 140783 w 892181"/>
                <a:gd name="connsiteY401" fmla="*/ 254876 h 472497"/>
                <a:gd name="connsiteX402" fmla="*/ 139460 w 892181"/>
                <a:gd name="connsiteY402" fmla="*/ 254551 h 472497"/>
                <a:gd name="connsiteX403" fmla="*/ 135155 w 892181"/>
                <a:gd name="connsiteY403" fmla="*/ 251155 h 472497"/>
                <a:gd name="connsiteX404" fmla="*/ 130365 w 892181"/>
                <a:gd name="connsiteY404" fmla="*/ 247435 h 472497"/>
                <a:gd name="connsiteX405" fmla="*/ 130365 w 892181"/>
                <a:gd name="connsiteY405" fmla="*/ 244458 h 472497"/>
                <a:gd name="connsiteX406" fmla="*/ 128737 w 892181"/>
                <a:gd name="connsiteY406" fmla="*/ 244179 h 472497"/>
                <a:gd name="connsiteX407" fmla="*/ 122924 w 892181"/>
                <a:gd name="connsiteY407" fmla="*/ 239249 h 472497"/>
                <a:gd name="connsiteX408" fmla="*/ 122924 w 892181"/>
                <a:gd name="connsiteY408" fmla="*/ 237761 h 472497"/>
                <a:gd name="connsiteX409" fmla="*/ 121435 w 892181"/>
                <a:gd name="connsiteY409" fmla="*/ 237063 h 472497"/>
                <a:gd name="connsiteX410" fmla="*/ 119947 w 892181"/>
                <a:gd name="connsiteY410" fmla="*/ 236273 h 472497"/>
                <a:gd name="connsiteX411" fmla="*/ 119947 w 892181"/>
                <a:gd name="connsiteY411" fmla="*/ 234040 h 472497"/>
                <a:gd name="connsiteX412" fmla="*/ 116970 w 892181"/>
                <a:gd name="connsiteY412" fmla="*/ 234040 h 472497"/>
                <a:gd name="connsiteX413" fmla="*/ 116970 w 892181"/>
                <a:gd name="connsiteY413" fmla="*/ 231064 h 472497"/>
                <a:gd name="connsiteX414" fmla="*/ 113250 w 892181"/>
                <a:gd name="connsiteY414" fmla="*/ 230319 h 472497"/>
                <a:gd name="connsiteX415" fmla="*/ 113250 w 892181"/>
                <a:gd name="connsiteY415" fmla="*/ 228087 h 472497"/>
                <a:gd name="connsiteX416" fmla="*/ 111436 w 892181"/>
                <a:gd name="connsiteY416" fmla="*/ 227389 h 472497"/>
                <a:gd name="connsiteX417" fmla="*/ 109529 w 892181"/>
                <a:gd name="connsiteY417" fmla="*/ 226599 h 472497"/>
                <a:gd name="connsiteX418" fmla="*/ 108785 w 892181"/>
                <a:gd name="connsiteY418" fmla="*/ 223622 h 472497"/>
                <a:gd name="connsiteX419" fmla="*/ 105808 w 892181"/>
                <a:gd name="connsiteY419" fmla="*/ 223622 h 472497"/>
                <a:gd name="connsiteX420" fmla="*/ 105808 w 892181"/>
                <a:gd name="connsiteY420" fmla="*/ 220646 h 472497"/>
                <a:gd name="connsiteX421" fmla="*/ 102832 w 892181"/>
                <a:gd name="connsiteY421" fmla="*/ 220646 h 472497"/>
                <a:gd name="connsiteX422" fmla="*/ 102832 w 892181"/>
                <a:gd name="connsiteY422" fmla="*/ 217669 h 472497"/>
                <a:gd name="connsiteX423" fmla="*/ 99111 w 892181"/>
                <a:gd name="connsiteY423" fmla="*/ 216925 h 472497"/>
                <a:gd name="connsiteX424" fmla="*/ 97623 w 892181"/>
                <a:gd name="connsiteY424" fmla="*/ 213948 h 472497"/>
                <a:gd name="connsiteX425" fmla="*/ 95390 w 892181"/>
                <a:gd name="connsiteY425" fmla="*/ 212460 h 472497"/>
                <a:gd name="connsiteX426" fmla="*/ 95390 w 892181"/>
                <a:gd name="connsiteY426" fmla="*/ 210228 h 472497"/>
                <a:gd name="connsiteX427" fmla="*/ 92414 w 892181"/>
                <a:gd name="connsiteY427" fmla="*/ 210228 h 472497"/>
                <a:gd name="connsiteX428" fmla="*/ 92414 w 892181"/>
                <a:gd name="connsiteY428" fmla="*/ 207251 h 472497"/>
                <a:gd name="connsiteX429" fmla="*/ 88693 w 892181"/>
                <a:gd name="connsiteY429" fmla="*/ 206507 h 472497"/>
                <a:gd name="connsiteX430" fmla="*/ 88693 w 892181"/>
                <a:gd name="connsiteY430" fmla="*/ 204275 h 472497"/>
                <a:gd name="connsiteX431" fmla="*/ 86879 w 892181"/>
                <a:gd name="connsiteY431" fmla="*/ 203577 h 472497"/>
                <a:gd name="connsiteX432" fmla="*/ 84972 w 892181"/>
                <a:gd name="connsiteY432" fmla="*/ 202786 h 472497"/>
                <a:gd name="connsiteX433" fmla="*/ 84228 w 892181"/>
                <a:gd name="connsiteY433" fmla="*/ 199810 h 472497"/>
                <a:gd name="connsiteX434" fmla="*/ 81252 w 892181"/>
                <a:gd name="connsiteY434" fmla="*/ 199810 h 472497"/>
                <a:gd name="connsiteX435" fmla="*/ 81252 w 892181"/>
                <a:gd name="connsiteY435" fmla="*/ 196833 h 472497"/>
                <a:gd name="connsiteX436" fmla="*/ 77531 w 892181"/>
                <a:gd name="connsiteY436" fmla="*/ 196089 h 472497"/>
                <a:gd name="connsiteX437" fmla="*/ 77531 w 892181"/>
                <a:gd name="connsiteY437" fmla="*/ 193857 h 472497"/>
                <a:gd name="connsiteX438" fmla="*/ 74554 w 892181"/>
                <a:gd name="connsiteY438" fmla="*/ 192368 h 472497"/>
                <a:gd name="connsiteX439" fmla="*/ 73066 w 892181"/>
                <a:gd name="connsiteY439" fmla="*/ 190136 h 472497"/>
                <a:gd name="connsiteX440" fmla="*/ 70834 w 892181"/>
                <a:gd name="connsiteY440" fmla="*/ 189392 h 472497"/>
                <a:gd name="connsiteX441" fmla="*/ 70834 w 892181"/>
                <a:gd name="connsiteY441" fmla="*/ 186415 h 472497"/>
                <a:gd name="connsiteX442" fmla="*/ 67857 w 892181"/>
                <a:gd name="connsiteY442" fmla="*/ 185671 h 472497"/>
                <a:gd name="connsiteX443" fmla="*/ 67113 w 892181"/>
                <a:gd name="connsiteY443" fmla="*/ 183439 h 472497"/>
                <a:gd name="connsiteX444" fmla="*/ 65253 w 892181"/>
                <a:gd name="connsiteY444" fmla="*/ 183067 h 472497"/>
                <a:gd name="connsiteX445" fmla="*/ 63392 w 892181"/>
                <a:gd name="connsiteY445" fmla="*/ 182694 h 472497"/>
                <a:gd name="connsiteX446" fmla="*/ 62648 w 892181"/>
                <a:gd name="connsiteY446" fmla="*/ 180462 h 472497"/>
                <a:gd name="connsiteX447" fmla="*/ 61113 w 892181"/>
                <a:gd name="connsiteY447" fmla="*/ 178927 h 472497"/>
                <a:gd name="connsiteX448" fmla="*/ 59672 w 892181"/>
                <a:gd name="connsiteY448" fmla="*/ 175997 h 472497"/>
                <a:gd name="connsiteX449" fmla="*/ 56695 w 892181"/>
                <a:gd name="connsiteY449" fmla="*/ 175997 h 472497"/>
                <a:gd name="connsiteX450" fmla="*/ 56695 w 892181"/>
                <a:gd name="connsiteY450" fmla="*/ 173021 h 472497"/>
                <a:gd name="connsiteX451" fmla="*/ 52974 w 892181"/>
                <a:gd name="connsiteY451" fmla="*/ 172276 h 472497"/>
                <a:gd name="connsiteX452" fmla="*/ 52230 w 892181"/>
                <a:gd name="connsiteY452" fmla="*/ 170044 h 472497"/>
                <a:gd name="connsiteX453" fmla="*/ 50742 w 892181"/>
                <a:gd name="connsiteY453" fmla="*/ 169300 h 472497"/>
                <a:gd name="connsiteX454" fmla="*/ 48510 w 892181"/>
                <a:gd name="connsiteY454" fmla="*/ 166323 h 472497"/>
                <a:gd name="connsiteX455" fmla="*/ 46277 w 892181"/>
                <a:gd name="connsiteY455" fmla="*/ 165579 h 472497"/>
                <a:gd name="connsiteX456" fmla="*/ 45952 w 892181"/>
                <a:gd name="connsiteY456" fmla="*/ 164044 h 472497"/>
                <a:gd name="connsiteX457" fmla="*/ 45533 w 892181"/>
                <a:gd name="connsiteY457" fmla="*/ 162603 h 472497"/>
                <a:gd name="connsiteX458" fmla="*/ 42556 w 892181"/>
                <a:gd name="connsiteY458" fmla="*/ 162603 h 472497"/>
                <a:gd name="connsiteX459" fmla="*/ 42231 w 892181"/>
                <a:gd name="connsiteY459" fmla="*/ 161207 h 472497"/>
                <a:gd name="connsiteX460" fmla="*/ 41812 w 892181"/>
                <a:gd name="connsiteY460" fmla="*/ 159626 h 472497"/>
                <a:gd name="connsiteX461" fmla="*/ 38092 w 892181"/>
                <a:gd name="connsiteY461" fmla="*/ 158138 h 472497"/>
                <a:gd name="connsiteX462" fmla="*/ 37347 w 892181"/>
                <a:gd name="connsiteY462" fmla="*/ 155905 h 472497"/>
                <a:gd name="connsiteX463" fmla="*/ 35115 w 892181"/>
                <a:gd name="connsiteY463" fmla="*/ 154417 h 472497"/>
                <a:gd name="connsiteX464" fmla="*/ 35115 w 892181"/>
                <a:gd name="connsiteY464" fmla="*/ 152185 h 472497"/>
                <a:gd name="connsiteX465" fmla="*/ 31394 w 892181"/>
                <a:gd name="connsiteY465" fmla="*/ 152185 h 472497"/>
                <a:gd name="connsiteX466" fmla="*/ 31394 w 892181"/>
                <a:gd name="connsiteY466" fmla="*/ 149952 h 472497"/>
                <a:gd name="connsiteX467" fmla="*/ 29627 w 892181"/>
                <a:gd name="connsiteY467" fmla="*/ 149255 h 472497"/>
                <a:gd name="connsiteX468" fmla="*/ 26790 w 892181"/>
                <a:gd name="connsiteY468" fmla="*/ 146929 h 472497"/>
                <a:gd name="connsiteX469" fmla="*/ 26185 w 892181"/>
                <a:gd name="connsiteY469" fmla="*/ 145487 h 472497"/>
                <a:gd name="connsiteX470" fmla="*/ 24697 w 892181"/>
                <a:gd name="connsiteY470" fmla="*/ 144743 h 472497"/>
                <a:gd name="connsiteX471" fmla="*/ 23953 w 892181"/>
                <a:gd name="connsiteY471" fmla="*/ 142511 h 472497"/>
                <a:gd name="connsiteX472" fmla="*/ 21720 w 892181"/>
                <a:gd name="connsiteY472" fmla="*/ 141767 h 472497"/>
                <a:gd name="connsiteX473" fmla="*/ 21395 w 892181"/>
                <a:gd name="connsiteY473" fmla="*/ 140232 h 472497"/>
                <a:gd name="connsiteX474" fmla="*/ 20976 w 892181"/>
                <a:gd name="connsiteY474" fmla="*/ 138790 h 472497"/>
                <a:gd name="connsiteX475" fmla="*/ 18000 w 892181"/>
                <a:gd name="connsiteY475" fmla="*/ 138790 h 472497"/>
                <a:gd name="connsiteX476" fmla="*/ 16512 w 892181"/>
                <a:gd name="connsiteY476" fmla="*/ 135814 h 472497"/>
                <a:gd name="connsiteX477" fmla="*/ 13535 w 892181"/>
                <a:gd name="connsiteY477" fmla="*/ 134325 h 472497"/>
                <a:gd name="connsiteX478" fmla="*/ 12791 w 892181"/>
                <a:gd name="connsiteY478" fmla="*/ 132093 h 472497"/>
                <a:gd name="connsiteX479" fmla="*/ 10558 w 892181"/>
                <a:gd name="connsiteY479" fmla="*/ 131349 h 472497"/>
                <a:gd name="connsiteX480" fmla="*/ 9814 w 892181"/>
                <a:gd name="connsiteY480" fmla="*/ 129116 h 472497"/>
                <a:gd name="connsiteX481" fmla="*/ 8326 w 892181"/>
                <a:gd name="connsiteY481" fmla="*/ 128744 h 472497"/>
                <a:gd name="connsiteX482" fmla="*/ 6838 w 892181"/>
                <a:gd name="connsiteY482" fmla="*/ 128372 h 472497"/>
                <a:gd name="connsiteX483" fmla="*/ 6094 w 892181"/>
                <a:gd name="connsiteY483" fmla="*/ 126140 h 472497"/>
                <a:gd name="connsiteX484" fmla="*/ 3815 w 892181"/>
                <a:gd name="connsiteY484" fmla="*/ 125163 h 472497"/>
                <a:gd name="connsiteX485" fmla="*/ 1629 w 892181"/>
                <a:gd name="connsiteY485" fmla="*/ 123907 h 472497"/>
                <a:gd name="connsiteX486" fmla="*/ 1629 w 892181"/>
                <a:gd name="connsiteY486" fmla="*/ 119443 h 472497"/>
                <a:gd name="connsiteX487" fmla="*/ 6838 w 892181"/>
                <a:gd name="connsiteY487" fmla="*/ 117210 h 472497"/>
                <a:gd name="connsiteX488" fmla="*/ 6838 w 892181"/>
                <a:gd name="connsiteY488" fmla="*/ 114978 h 472497"/>
                <a:gd name="connsiteX489" fmla="*/ 17256 w 892181"/>
                <a:gd name="connsiteY489" fmla="*/ 114234 h 472497"/>
                <a:gd name="connsiteX490" fmla="*/ 17256 w 892181"/>
                <a:gd name="connsiteY490" fmla="*/ 111257 h 472497"/>
                <a:gd name="connsiteX491" fmla="*/ 19346 w 892181"/>
                <a:gd name="connsiteY491" fmla="*/ 111173 h 472497"/>
                <a:gd name="connsiteX492" fmla="*/ 22046 w 892181"/>
                <a:gd name="connsiteY492" fmla="*/ 111024 h 472497"/>
                <a:gd name="connsiteX493" fmla="*/ 24741 w 892181"/>
                <a:gd name="connsiteY493" fmla="*/ 110894 h 472497"/>
                <a:gd name="connsiteX494" fmla="*/ 26929 w 892181"/>
                <a:gd name="connsiteY494" fmla="*/ 110513 h 472497"/>
                <a:gd name="connsiteX495" fmla="*/ 27674 w 892181"/>
                <a:gd name="connsiteY495" fmla="*/ 108280 h 472497"/>
                <a:gd name="connsiteX496" fmla="*/ 32883 w 892181"/>
                <a:gd name="connsiteY496" fmla="*/ 107536 h 472497"/>
                <a:gd name="connsiteX497" fmla="*/ 37347 w 892181"/>
                <a:gd name="connsiteY497" fmla="*/ 106792 h 472497"/>
                <a:gd name="connsiteX498" fmla="*/ 38092 w 892181"/>
                <a:gd name="connsiteY498" fmla="*/ 104560 h 472497"/>
                <a:gd name="connsiteX499" fmla="*/ 45603 w 892181"/>
                <a:gd name="connsiteY499" fmla="*/ 104191 h 472497"/>
                <a:gd name="connsiteX500" fmla="*/ 47765 w 892181"/>
                <a:gd name="connsiteY500" fmla="*/ 103816 h 472497"/>
                <a:gd name="connsiteX501" fmla="*/ 48114 w 892181"/>
                <a:gd name="connsiteY501" fmla="*/ 102327 h 472497"/>
                <a:gd name="connsiteX502" fmla="*/ 48510 w 892181"/>
                <a:gd name="connsiteY502" fmla="*/ 100839 h 472497"/>
                <a:gd name="connsiteX503" fmla="*/ 53719 w 892181"/>
                <a:gd name="connsiteY503" fmla="*/ 100420 h 472497"/>
                <a:gd name="connsiteX504" fmla="*/ 58928 w 892181"/>
                <a:gd name="connsiteY504" fmla="*/ 100095 h 472497"/>
                <a:gd name="connsiteX505" fmla="*/ 59672 w 892181"/>
                <a:gd name="connsiteY505" fmla="*/ 97862 h 472497"/>
                <a:gd name="connsiteX506" fmla="*/ 65299 w 892181"/>
                <a:gd name="connsiteY506" fmla="*/ 97351 h 472497"/>
                <a:gd name="connsiteX507" fmla="*/ 66902 w 892181"/>
                <a:gd name="connsiteY507" fmla="*/ 97274 h 472497"/>
                <a:gd name="connsiteX508" fmla="*/ 70834 w 892181"/>
                <a:gd name="connsiteY508" fmla="*/ 97118 h 472497"/>
                <a:gd name="connsiteX509" fmla="*/ 70834 w 892181"/>
                <a:gd name="connsiteY509" fmla="*/ 94142 h 472497"/>
                <a:gd name="connsiteX510" fmla="*/ 73249 w 892181"/>
                <a:gd name="connsiteY510" fmla="*/ 94057 h 472497"/>
                <a:gd name="connsiteX511" fmla="*/ 76368 w 892181"/>
                <a:gd name="connsiteY511" fmla="*/ 93909 h 472497"/>
                <a:gd name="connsiteX512" fmla="*/ 77963 w 892181"/>
                <a:gd name="connsiteY512" fmla="*/ 93858 h 472497"/>
                <a:gd name="connsiteX513" fmla="*/ 81996 w 892181"/>
                <a:gd name="connsiteY513" fmla="*/ 93398 h 472497"/>
                <a:gd name="connsiteX514" fmla="*/ 82740 w 892181"/>
                <a:gd name="connsiteY514" fmla="*/ 91165 h 472497"/>
                <a:gd name="connsiteX515" fmla="*/ 87112 w 892181"/>
                <a:gd name="connsiteY515" fmla="*/ 90700 h 472497"/>
                <a:gd name="connsiteX516" fmla="*/ 93902 w 892181"/>
                <a:gd name="connsiteY516" fmla="*/ 89677 h 472497"/>
                <a:gd name="connsiteX517" fmla="*/ 94646 w 892181"/>
                <a:gd name="connsiteY517" fmla="*/ 87444 h 472497"/>
                <a:gd name="connsiteX518" fmla="*/ 102291 w 892181"/>
                <a:gd name="connsiteY518" fmla="*/ 87117 h 472497"/>
                <a:gd name="connsiteX519" fmla="*/ 106553 w 892181"/>
                <a:gd name="connsiteY519" fmla="*/ 86700 h 472497"/>
                <a:gd name="connsiteX520" fmla="*/ 107297 w 892181"/>
                <a:gd name="connsiteY520" fmla="*/ 83724 h 472497"/>
                <a:gd name="connsiteX521" fmla="*/ 112878 w 892181"/>
                <a:gd name="connsiteY521" fmla="*/ 83305 h 472497"/>
                <a:gd name="connsiteX522" fmla="*/ 118459 w 892181"/>
                <a:gd name="connsiteY522" fmla="*/ 82980 h 472497"/>
                <a:gd name="connsiteX523" fmla="*/ 119203 w 892181"/>
                <a:gd name="connsiteY523" fmla="*/ 80747 h 472497"/>
                <a:gd name="connsiteX524" fmla="*/ 122206 w 892181"/>
                <a:gd name="connsiteY524" fmla="*/ 80366 h 472497"/>
                <a:gd name="connsiteX525" fmla="*/ 124030 w 892181"/>
                <a:gd name="connsiteY525" fmla="*/ 80286 h 472497"/>
                <a:gd name="connsiteX526" fmla="*/ 125947 w 892181"/>
                <a:gd name="connsiteY526" fmla="*/ 80236 h 472497"/>
                <a:gd name="connsiteX527" fmla="*/ 127872 w 892181"/>
                <a:gd name="connsiteY527" fmla="*/ 80159 h 472497"/>
                <a:gd name="connsiteX528" fmla="*/ 132597 w 892181"/>
                <a:gd name="connsiteY528" fmla="*/ 80003 h 472497"/>
                <a:gd name="connsiteX529" fmla="*/ 132597 w 892181"/>
                <a:gd name="connsiteY529" fmla="*/ 77027 h 472497"/>
                <a:gd name="connsiteX530" fmla="*/ 135339 w 892181"/>
                <a:gd name="connsiteY530" fmla="*/ 77131 h 472497"/>
                <a:gd name="connsiteX531" fmla="*/ 138876 w 892181"/>
                <a:gd name="connsiteY531" fmla="*/ 77213 h 472497"/>
                <a:gd name="connsiteX532" fmla="*/ 140686 w 892181"/>
                <a:gd name="connsiteY532" fmla="*/ 77288 h 472497"/>
                <a:gd name="connsiteX533" fmla="*/ 145248 w 892181"/>
                <a:gd name="connsiteY533" fmla="*/ 77027 h 472497"/>
                <a:gd name="connsiteX534" fmla="*/ 145992 w 892181"/>
                <a:gd name="connsiteY534" fmla="*/ 74050 h 472497"/>
                <a:gd name="connsiteX535" fmla="*/ 153571 w 892181"/>
                <a:gd name="connsiteY535" fmla="*/ 73687 h 472497"/>
                <a:gd name="connsiteX536" fmla="*/ 157898 w 892181"/>
                <a:gd name="connsiteY536" fmla="*/ 73306 h 472497"/>
                <a:gd name="connsiteX537" fmla="*/ 158610 w 892181"/>
                <a:gd name="connsiteY537" fmla="*/ 71824 h 472497"/>
                <a:gd name="connsiteX538" fmla="*/ 159387 w 892181"/>
                <a:gd name="connsiteY538" fmla="*/ 70329 h 472497"/>
                <a:gd name="connsiteX539" fmla="*/ 162625 w 892181"/>
                <a:gd name="connsiteY539" fmla="*/ 69876 h 472497"/>
                <a:gd name="connsiteX540" fmla="*/ 164543 w 892181"/>
                <a:gd name="connsiteY540" fmla="*/ 69803 h 472497"/>
                <a:gd name="connsiteX541" fmla="*/ 166549 w 892181"/>
                <a:gd name="connsiteY541" fmla="*/ 69771 h 472497"/>
                <a:gd name="connsiteX542" fmla="*/ 168572 w 892181"/>
                <a:gd name="connsiteY542" fmla="*/ 69704 h 472497"/>
                <a:gd name="connsiteX543" fmla="*/ 173525 w 892181"/>
                <a:gd name="connsiteY543" fmla="*/ 69585 h 472497"/>
                <a:gd name="connsiteX544" fmla="*/ 173525 w 892181"/>
                <a:gd name="connsiteY544" fmla="*/ 66609 h 472497"/>
                <a:gd name="connsiteX545" fmla="*/ 174880 w 892181"/>
                <a:gd name="connsiteY545" fmla="*/ 66576 h 472497"/>
                <a:gd name="connsiteX546" fmla="*/ 180920 w 892181"/>
                <a:gd name="connsiteY546" fmla="*/ 66376 h 472497"/>
                <a:gd name="connsiteX547" fmla="*/ 183052 w 892181"/>
                <a:gd name="connsiteY547" fmla="*/ 66325 h 472497"/>
                <a:gd name="connsiteX548" fmla="*/ 185080 w 892181"/>
                <a:gd name="connsiteY548" fmla="*/ 66245 h 472497"/>
                <a:gd name="connsiteX549" fmla="*/ 186957 w 892181"/>
                <a:gd name="connsiteY549" fmla="*/ 66186 h 472497"/>
                <a:gd name="connsiteX550" fmla="*/ 188408 w 892181"/>
                <a:gd name="connsiteY550" fmla="*/ 65864 h 472497"/>
                <a:gd name="connsiteX551" fmla="*/ 189152 w 892181"/>
                <a:gd name="connsiteY551" fmla="*/ 63632 h 472497"/>
                <a:gd name="connsiteX552" fmla="*/ 195431 w 892181"/>
                <a:gd name="connsiteY552" fmla="*/ 63167 h 472497"/>
                <a:gd name="connsiteX553" fmla="*/ 203291 w 892181"/>
                <a:gd name="connsiteY553" fmla="*/ 62144 h 472497"/>
                <a:gd name="connsiteX554" fmla="*/ 203291 w 892181"/>
                <a:gd name="connsiteY554" fmla="*/ 59911 h 472497"/>
                <a:gd name="connsiteX555" fmla="*/ 204714 w 892181"/>
                <a:gd name="connsiteY555" fmla="*/ 59878 h 472497"/>
                <a:gd name="connsiteX556" fmla="*/ 211058 w 892181"/>
                <a:gd name="connsiteY556" fmla="*/ 59679 h 472497"/>
                <a:gd name="connsiteX557" fmla="*/ 213297 w 892181"/>
                <a:gd name="connsiteY557" fmla="*/ 59628 h 472497"/>
                <a:gd name="connsiteX558" fmla="*/ 215427 w 892181"/>
                <a:gd name="connsiteY558" fmla="*/ 59548 h 472497"/>
                <a:gd name="connsiteX559" fmla="*/ 217399 w 892181"/>
                <a:gd name="connsiteY559" fmla="*/ 59489 h 472497"/>
                <a:gd name="connsiteX560" fmla="*/ 218918 w 892181"/>
                <a:gd name="connsiteY560" fmla="*/ 59167 h 472497"/>
                <a:gd name="connsiteX561" fmla="*/ 219662 w 892181"/>
                <a:gd name="connsiteY561" fmla="*/ 56935 h 472497"/>
                <a:gd name="connsiteX562" fmla="*/ 222964 w 892181"/>
                <a:gd name="connsiteY562" fmla="*/ 56659 h 472497"/>
                <a:gd name="connsiteX563" fmla="*/ 224981 w 892181"/>
                <a:gd name="connsiteY563" fmla="*/ 56619 h 472497"/>
                <a:gd name="connsiteX564" fmla="*/ 229225 w 892181"/>
                <a:gd name="connsiteY564" fmla="*/ 56608 h 472497"/>
                <a:gd name="connsiteX565" fmla="*/ 231243 w 892181"/>
                <a:gd name="connsiteY565" fmla="*/ 56566 h 472497"/>
                <a:gd name="connsiteX566" fmla="*/ 233106 w 892181"/>
                <a:gd name="connsiteY566" fmla="*/ 56561 h 472497"/>
                <a:gd name="connsiteX567" fmla="*/ 234545 w 892181"/>
                <a:gd name="connsiteY567" fmla="*/ 56191 h 472497"/>
                <a:gd name="connsiteX568" fmla="*/ 234900 w 892181"/>
                <a:gd name="connsiteY568" fmla="*/ 54701 h 472497"/>
                <a:gd name="connsiteX569" fmla="*/ 235289 w 892181"/>
                <a:gd name="connsiteY569" fmla="*/ 53214 h 472497"/>
                <a:gd name="connsiteX570" fmla="*/ 238864 w 892181"/>
                <a:gd name="connsiteY570" fmla="*/ 52865 h 472497"/>
                <a:gd name="connsiteX571" fmla="*/ 241065 w 892181"/>
                <a:gd name="connsiteY571" fmla="*/ 52833 h 472497"/>
                <a:gd name="connsiteX572" fmla="*/ 245681 w 892181"/>
                <a:gd name="connsiteY572" fmla="*/ 52851 h 472497"/>
                <a:gd name="connsiteX573" fmla="*/ 247887 w 892181"/>
                <a:gd name="connsiteY573" fmla="*/ 52819 h 472497"/>
                <a:gd name="connsiteX574" fmla="*/ 249916 w 892181"/>
                <a:gd name="connsiteY574" fmla="*/ 52829 h 472497"/>
                <a:gd name="connsiteX575" fmla="*/ 253892 w 892181"/>
                <a:gd name="connsiteY575" fmla="*/ 49493 h 472497"/>
                <a:gd name="connsiteX576" fmla="*/ 257476 w 892181"/>
                <a:gd name="connsiteY576" fmla="*/ 49307 h 472497"/>
                <a:gd name="connsiteX577" fmla="*/ 259571 w 892181"/>
                <a:gd name="connsiteY577" fmla="*/ 49377 h 472497"/>
                <a:gd name="connsiteX578" fmla="*/ 261752 w 892181"/>
                <a:gd name="connsiteY578" fmla="*/ 49493 h 472497"/>
                <a:gd name="connsiteX579" fmla="*/ 266034 w 892181"/>
                <a:gd name="connsiteY579" fmla="*/ 49679 h 472497"/>
                <a:gd name="connsiteX580" fmla="*/ 267951 w 892181"/>
                <a:gd name="connsiteY580" fmla="*/ 49784 h 472497"/>
                <a:gd name="connsiteX581" fmla="*/ 269519 w 892181"/>
                <a:gd name="connsiteY581" fmla="*/ 49493 h 472497"/>
                <a:gd name="connsiteX582" fmla="*/ 270218 w 892181"/>
                <a:gd name="connsiteY582" fmla="*/ 48022 h 472497"/>
                <a:gd name="connsiteX583" fmla="*/ 271008 w 892181"/>
                <a:gd name="connsiteY583" fmla="*/ 46517 h 472497"/>
                <a:gd name="connsiteX584" fmla="*/ 275222 w 892181"/>
                <a:gd name="connsiteY584" fmla="*/ 46063 h 472497"/>
                <a:gd name="connsiteX585" fmla="*/ 277751 w 892181"/>
                <a:gd name="connsiteY585" fmla="*/ 45991 h 472497"/>
                <a:gd name="connsiteX586" fmla="*/ 280402 w 892181"/>
                <a:gd name="connsiteY586" fmla="*/ 45959 h 472497"/>
                <a:gd name="connsiteX587" fmla="*/ 283071 w 892181"/>
                <a:gd name="connsiteY587" fmla="*/ 45892 h 472497"/>
                <a:gd name="connsiteX588" fmla="*/ 289611 w 892181"/>
                <a:gd name="connsiteY588" fmla="*/ 45773 h 472497"/>
                <a:gd name="connsiteX589" fmla="*/ 289611 w 892181"/>
                <a:gd name="connsiteY589" fmla="*/ 42796 h 472497"/>
                <a:gd name="connsiteX590" fmla="*/ 291307 w 892181"/>
                <a:gd name="connsiteY590" fmla="*/ 42763 h 472497"/>
                <a:gd name="connsiteX591" fmla="*/ 298866 w 892181"/>
                <a:gd name="connsiteY591" fmla="*/ 42563 h 472497"/>
                <a:gd name="connsiteX592" fmla="*/ 301536 w 892181"/>
                <a:gd name="connsiteY592" fmla="*/ 42513 h 472497"/>
                <a:gd name="connsiteX593" fmla="*/ 304072 w 892181"/>
                <a:gd name="connsiteY593" fmla="*/ 42433 h 472497"/>
                <a:gd name="connsiteX594" fmla="*/ 306422 w 892181"/>
                <a:gd name="connsiteY594" fmla="*/ 42374 h 472497"/>
                <a:gd name="connsiteX595" fmla="*/ 308215 w 892181"/>
                <a:gd name="connsiteY595" fmla="*/ 42052 h 472497"/>
                <a:gd name="connsiteX596" fmla="*/ 308959 w 892181"/>
                <a:gd name="connsiteY596" fmla="*/ 39819 h 472497"/>
                <a:gd name="connsiteX597" fmla="*/ 313075 w 892181"/>
                <a:gd name="connsiteY597" fmla="*/ 39543 h 472497"/>
                <a:gd name="connsiteX598" fmla="*/ 315601 w 892181"/>
                <a:gd name="connsiteY598" fmla="*/ 39504 h 472497"/>
                <a:gd name="connsiteX599" fmla="*/ 320920 w 892181"/>
                <a:gd name="connsiteY599" fmla="*/ 39492 h 472497"/>
                <a:gd name="connsiteX600" fmla="*/ 323446 w 892181"/>
                <a:gd name="connsiteY600" fmla="*/ 39450 h 472497"/>
                <a:gd name="connsiteX601" fmla="*/ 325782 w 892181"/>
                <a:gd name="connsiteY601" fmla="*/ 39446 h 472497"/>
                <a:gd name="connsiteX602" fmla="*/ 327562 w 892181"/>
                <a:gd name="connsiteY602" fmla="*/ 39075 h 472497"/>
                <a:gd name="connsiteX603" fmla="*/ 327894 w 892181"/>
                <a:gd name="connsiteY603" fmla="*/ 37574 h 472497"/>
                <a:gd name="connsiteX604" fmla="*/ 328306 w 892181"/>
                <a:gd name="connsiteY604" fmla="*/ 36099 h 472497"/>
                <a:gd name="connsiteX605" fmla="*/ 333074 w 892181"/>
                <a:gd name="connsiteY605" fmla="*/ 35939 h 472497"/>
                <a:gd name="connsiteX606" fmla="*/ 336007 w 892181"/>
                <a:gd name="connsiteY606" fmla="*/ 36019 h 472497"/>
                <a:gd name="connsiteX607" fmla="*/ 340651 w 892181"/>
                <a:gd name="connsiteY607" fmla="*/ 36216 h 472497"/>
                <a:gd name="connsiteX608" fmla="*/ 345119 w 892181"/>
                <a:gd name="connsiteY608" fmla="*/ 36357 h 472497"/>
                <a:gd name="connsiteX609" fmla="*/ 347833 w 892181"/>
                <a:gd name="connsiteY609" fmla="*/ 36474 h 472497"/>
                <a:gd name="connsiteX610" fmla="*/ 349887 w 892181"/>
                <a:gd name="connsiteY610" fmla="*/ 36099 h 472497"/>
                <a:gd name="connsiteX611" fmla="*/ 350257 w 892181"/>
                <a:gd name="connsiteY611" fmla="*/ 34245 h 472497"/>
                <a:gd name="connsiteX612" fmla="*/ 350631 w 892181"/>
                <a:gd name="connsiteY612" fmla="*/ 32378 h 472497"/>
                <a:gd name="connsiteX613" fmla="*/ 355424 w 892181"/>
                <a:gd name="connsiteY613" fmla="*/ 32015 h 472497"/>
                <a:gd name="connsiteX614" fmla="*/ 358367 w 892181"/>
                <a:gd name="connsiteY614" fmla="*/ 32051 h 472497"/>
                <a:gd name="connsiteX615" fmla="*/ 361467 w 892181"/>
                <a:gd name="connsiteY615" fmla="*/ 32146 h 472497"/>
                <a:gd name="connsiteX616" fmla="*/ 364576 w 892181"/>
                <a:gd name="connsiteY616" fmla="*/ 32196 h 472497"/>
                <a:gd name="connsiteX617" fmla="*/ 372211 w 892181"/>
                <a:gd name="connsiteY617" fmla="*/ 32378 h 472497"/>
                <a:gd name="connsiteX618" fmla="*/ 372211 w 892181"/>
                <a:gd name="connsiteY618" fmla="*/ 29402 h 472497"/>
                <a:gd name="connsiteX619" fmla="*/ 396023 w 892181"/>
                <a:gd name="connsiteY619" fmla="*/ 28657 h 472497"/>
                <a:gd name="connsiteX620" fmla="*/ 396023 w 892181"/>
                <a:gd name="connsiteY620" fmla="*/ 25681 h 472497"/>
                <a:gd name="connsiteX621" fmla="*/ 421324 w 892181"/>
                <a:gd name="connsiteY621" fmla="*/ 25681 h 472497"/>
                <a:gd name="connsiteX622" fmla="*/ 421324 w 892181"/>
                <a:gd name="connsiteY622" fmla="*/ 22704 h 472497"/>
                <a:gd name="connsiteX623" fmla="*/ 448857 w 892181"/>
                <a:gd name="connsiteY623" fmla="*/ 21960 h 472497"/>
                <a:gd name="connsiteX624" fmla="*/ 448857 w 892181"/>
                <a:gd name="connsiteY624" fmla="*/ 18984 h 472497"/>
                <a:gd name="connsiteX625" fmla="*/ 451566 w 892181"/>
                <a:gd name="connsiteY625" fmla="*/ 18951 h 472497"/>
                <a:gd name="connsiteX626" fmla="*/ 461493 w 892181"/>
                <a:gd name="connsiteY626" fmla="*/ 18788 h 472497"/>
                <a:gd name="connsiteX627" fmla="*/ 465793 w 892181"/>
                <a:gd name="connsiteY627" fmla="*/ 18726 h 472497"/>
                <a:gd name="connsiteX628" fmla="*/ 471966 w 892181"/>
                <a:gd name="connsiteY628" fmla="*/ 18620 h 472497"/>
                <a:gd name="connsiteX629" fmla="*/ 473916 w 892181"/>
                <a:gd name="connsiteY629" fmla="*/ 18606 h 472497"/>
                <a:gd name="connsiteX630" fmla="*/ 478623 w 892181"/>
                <a:gd name="connsiteY630" fmla="*/ 18239 h 472497"/>
                <a:gd name="connsiteX631" fmla="*/ 480111 w 892181"/>
                <a:gd name="connsiteY631" fmla="*/ 16007 h 472497"/>
                <a:gd name="connsiteX632" fmla="*/ 492453 w 892181"/>
                <a:gd name="connsiteY632" fmla="*/ 15295 h 472497"/>
                <a:gd name="connsiteX633" fmla="*/ 496037 w 892181"/>
                <a:gd name="connsiteY633" fmla="*/ 15343 h 472497"/>
                <a:gd name="connsiteX634" fmla="*/ 501623 w 892181"/>
                <a:gd name="connsiteY634" fmla="*/ 15447 h 472497"/>
                <a:gd name="connsiteX635" fmla="*/ 507057 w 892181"/>
                <a:gd name="connsiteY635" fmla="*/ 15527 h 472497"/>
                <a:gd name="connsiteX636" fmla="*/ 508753 w 892181"/>
                <a:gd name="connsiteY636" fmla="*/ 15581 h 472497"/>
                <a:gd name="connsiteX637" fmla="*/ 512853 w 892181"/>
                <a:gd name="connsiteY637" fmla="*/ 15263 h 472497"/>
                <a:gd name="connsiteX638" fmla="*/ 513515 w 892181"/>
                <a:gd name="connsiteY638" fmla="*/ 13780 h 472497"/>
                <a:gd name="connsiteX639" fmla="*/ 514342 w 892181"/>
                <a:gd name="connsiteY639" fmla="*/ 12286 h 472497"/>
                <a:gd name="connsiteX640" fmla="*/ 518199 w 892181"/>
                <a:gd name="connsiteY640" fmla="*/ 11880 h 472497"/>
                <a:gd name="connsiteX641" fmla="*/ 520637 w 892181"/>
                <a:gd name="connsiteY641" fmla="*/ 11836 h 472497"/>
                <a:gd name="connsiteX642" fmla="*/ 523277 w 892181"/>
                <a:gd name="connsiteY642" fmla="*/ 11833 h 472497"/>
                <a:gd name="connsiteX643" fmla="*/ 525974 w 892181"/>
                <a:gd name="connsiteY643" fmla="*/ 11796 h 472497"/>
                <a:gd name="connsiteX644" fmla="*/ 534526 w 892181"/>
                <a:gd name="connsiteY644" fmla="*/ 11728 h 472497"/>
                <a:gd name="connsiteX645" fmla="*/ 540314 w 892181"/>
                <a:gd name="connsiteY645" fmla="*/ 11661 h 472497"/>
                <a:gd name="connsiteX646" fmla="*/ 554525 w 892181"/>
                <a:gd name="connsiteY646" fmla="*/ 11542 h 472497"/>
                <a:gd name="connsiteX647" fmla="*/ 554525 w 892181"/>
                <a:gd name="connsiteY647" fmla="*/ 8566 h 472497"/>
                <a:gd name="connsiteX648" fmla="*/ 604383 w 892181"/>
                <a:gd name="connsiteY648" fmla="*/ 8566 h 472497"/>
                <a:gd name="connsiteX649" fmla="*/ 604383 w 892181"/>
                <a:gd name="connsiteY649" fmla="*/ 5589 h 472497"/>
                <a:gd name="connsiteX650" fmla="*/ 605822 w 892181"/>
                <a:gd name="connsiteY650" fmla="*/ 5586 h 472497"/>
                <a:gd name="connsiteX651" fmla="*/ 640437 w 892181"/>
                <a:gd name="connsiteY651" fmla="*/ 5452 h 472497"/>
                <a:gd name="connsiteX652" fmla="*/ 657176 w 892181"/>
                <a:gd name="connsiteY652" fmla="*/ 5387 h 472497"/>
                <a:gd name="connsiteX653" fmla="*/ 671761 w 892181"/>
                <a:gd name="connsiteY653" fmla="*/ 5325 h 472497"/>
                <a:gd name="connsiteX654" fmla="*/ 679489 w 892181"/>
                <a:gd name="connsiteY654" fmla="*/ 5297 h 472497"/>
                <a:gd name="connsiteX655" fmla="*/ 688101 w 892181"/>
                <a:gd name="connsiteY655" fmla="*/ 5251 h 472497"/>
                <a:gd name="connsiteX656" fmla="*/ 690708 w 892181"/>
                <a:gd name="connsiteY656" fmla="*/ 5262 h 472497"/>
                <a:gd name="connsiteX657" fmla="*/ 693064 w 892181"/>
                <a:gd name="connsiteY657" fmla="*/ 5231 h 472497"/>
                <a:gd name="connsiteX658" fmla="*/ 695123 w 892181"/>
                <a:gd name="connsiteY658" fmla="*/ 5223 h 472497"/>
                <a:gd name="connsiteX659" fmla="*/ 696656 w 892181"/>
                <a:gd name="connsiteY659" fmla="*/ 4845 h 472497"/>
                <a:gd name="connsiteX660" fmla="*/ 697400 w 892181"/>
                <a:gd name="connsiteY660" fmla="*/ 1868 h 47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Lst>
              <a:rect l="l" t="t" r="r" b="b"/>
              <a:pathLst>
                <a:path w="892181" h="472497">
                  <a:moveTo>
                    <a:pt x="697400" y="1868"/>
                  </a:moveTo>
                  <a:cubicBezTo>
                    <a:pt x="699677" y="1574"/>
                    <a:pt x="701693" y="1493"/>
                    <a:pt x="703974" y="1530"/>
                  </a:cubicBezTo>
                  <a:cubicBezTo>
                    <a:pt x="704664" y="1530"/>
                    <a:pt x="705353" y="1530"/>
                    <a:pt x="706064" y="1529"/>
                  </a:cubicBezTo>
                  <a:cubicBezTo>
                    <a:pt x="708355" y="1531"/>
                    <a:pt x="710646" y="1554"/>
                    <a:pt x="712937" y="1578"/>
                  </a:cubicBezTo>
                  <a:cubicBezTo>
                    <a:pt x="714521" y="1583"/>
                    <a:pt x="716105" y="1587"/>
                    <a:pt x="717689" y="1590"/>
                  </a:cubicBezTo>
                  <a:cubicBezTo>
                    <a:pt x="721867" y="1602"/>
                    <a:pt x="726044" y="1631"/>
                    <a:pt x="730222" y="1664"/>
                  </a:cubicBezTo>
                  <a:cubicBezTo>
                    <a:pt x="734482" y="1694"/>
                    <a:pt x="738741" y="1708"/>
                    <a:pt x="743001" y="1723"/>
                  </a:cubicBezTo>
                  <a:cubicBezTo>
                    <a:pt x="751365" y="1755"/>
                    <a:pt x="759729" y="1806"/>
                    <a:pt x="768094" y="1868"/>
                  </a:cubicBezTo>
                  <a:cubicBezTo>
                    <a:pt x="768094" y="2605"/>
                    <a:pt x="768094" y="3342"/>
                    <a:pt x="768094" y="4101"/>
                  </a:cubicBezTo>
                  <a:cubicBezTo>
                    <a:pt x="769841" y="4974"/>
                    <a:pt x="770892" y="4947"/>
                    <a:pt x="772840" y="4963"/>
                  </a:cubicBezTo>
                  <a:cubicBezTo>
                    <a:pt x="773525" y="4970"/>
                    <a:pt x="774209" y="4977"/>
                    <a:pt x="774914" y="4985"/>
                  </a:cubicBezTo>
                  <a:cubicBezTo>
                    <a:pt x="775668" y="4989"/>
                    <a:pt x="776421" y="4993"/>
                    <a:pt x="777197" y="4998"/>
                  </a:cubicBezTo>
                  <a:cubicBezTo>
                    <a:pt x="777988" y="5005"/>
                    <a:pt x="778779" y="5012"/>
                    <a:pt x="779595" y="5020"/>
                  </a:cubicBezTo>
                  <a:cubicBezTo>
                    <a:pt x="782220" y="5044"/>
                    <a:pt x="784845" y="5062"/>
                    <a:pt x="787470" y="5080"/>
                  </a:cubicBezTo>
                  <a:cubicBezTo>
                    <a:pt x="789287" y="5096"/>
                    <a:pt x="791103" y="5111"/>
                    <a:pt x="792920" y="5127"/>
                  </a:cubicBezTo>
                  <a:cubicBezTo>
                    <a:pt x="797708" y="5168"/>
                    <a:pt x="802496" y="5205"/>
                    <a:pt x="807284" y="5241"/>
                  </a:cubicBezTo>
                  <a:cubicBezTo>
                    <a:pt x="812167" y="5278"/>
                    <a:pt x="817050" y="5320"/>
                    <a:pt x="821933" y="5361"/>
                  </a:cubicBezTo>
                  <a:cubicBezTo>
                    <a:pt x="831520" y="5441"/>
                    <a:pt x="841107" y="5517"/>
                    <a:pt x="850693" y="5589"/>
                  </a:cubicBezTo>
                  <a:cubicBezTo>
                    <a:pt x="850693" y="6571"/>
                    <a:pt x="850693" y="7554"/>
                    <a:pt x="850693" y="8566"/>
                  </a:cubicBezTo>
                  <a:cubicBezTo>
                    <a:pt x="851214" y="8562"/>
                    <a:pt x="851734" y="8559"/>
                    <a:pt x="852270" y="8556"/>
                  </a:cubicBezTo>
                  <a:cubicBezTo>
                    <a:pt x="857165" y="8526"/>
                    <a:pt x="862060" y="8503"/>
                    <a:pt x="866955" y="8488"/>
                  </a:cubicBezTo>
                  <a:cubicBezTo>
                    <a:pt x="869471" y="8481"/>
                    <a:pt x="871988" y="8470"/>
                    <a:pt x="874505" y="8453"/>
                  </a:cubicBezTo>
                  <a:cubicBezTo>
                    <a:pt x="877395" y="8434"/>
                    <a:pt x="880286" y="8427"/>
                    <a:pt x="883177" y="8420"/>
                  </a:cubicBezTo>
                  <a:cubicBezTo>
                    <a:pt x="884084" y="8413"/>
                    <a:pt x="884992" y="8405"/>
                    <a:pt x="885927" y="8397"/>
                  </a:cubicBezTo>
                  <a:cubicBezTo>
                    <a:pt x="887179" y="8397"/>
                    <a:pt x="887179" y="8397"/>
                    <a:pt x="888455" y="8397"/>
                  </a:cubicBezTo>
                  <a:cubicBezTo>
                    <a:pt x="889194" y="8393"/>
                    <a:pt x="889933" y="8390"/>
                    <a:pt x="890694" y="8387"/>
                  </a:cubicBezTo>
                  <a:cubicBezTo>
                    <a:pt x="891521" y="8475"/>
                    <a:pt x="891521" y="8475"/>
                    <a:pt x="892365" y="8566"/>
                  </a:cubicBezTo>
                  <a:cubicBezTo>
                    <a:pt x="893328" y="10491"/>
                    <a:pt x="893288" y="11998"/>
                    <a:pt x="893342" y="14147"/>
                  </a:cubicBezTo>
                  <a:cubicBezTo>
                    <a:pt x="893370" y="14876"/>
                    <a:pt x="893397" y="15605"/>
                    <a:pt x="893426" y="16356"/>
                  </a:cubicBezTo>
                  <a:cubicBezTo>
                    <a:pt x="893321" y="16977"/>
                    <a:pt x="893217" y="17599"/>
                    <a:pt x="893109" y="18239"/>
                  </a:cubicBezTo>
                  <a:cubicBezTo>
                    <a:pt x="891653" y="19100"/>
                    <a:pt x="891653" y="19100"/>
                    <a:pt x="890133" y="19728"/>
                  </a:cubicBezTo>
                  <a:cubicBezTo>
                    <a:pt x="889887" y="20464"/>
                    <a:pt x="889641" y="21201"/>
                    <a:pt x="889388" y="21960"/>
                  </a:cubicBezTo>
                  <a:cubicBezTo>
                    <a:pt x="888897" y="22206"/>
                    <a:pt x="888406" y="22451"/>
                    <a:pt x="887900" y="22704"/>
                  </a:cubicBezTo>
                  <a:cubicBezTo>
                    <a:pt x="887793" y="23211"/>
                    <a:pt x="887685" y="23717"/>
                    <a:pt x="887575" y="24239"/>
                  </a:cubicBezTo>
                  <a:cubicBezTo>
                    <a:pt x="887437" y="24715"/>
                    <a:pt x="887298" y="25191"/>
                    <a:pt x="887156" y="25681"/>
                  </a:cubicBezTo>
                  <a:cubicBezTo>
                    <a:pt x="886419" y="25681"/>
                    <a:pt x="885683" y="25681"/>
                    <a:pt x="884924" y="25681"/>
                  </a:cubicBezTo>
                  <a:cubicBezTo>
                    <a:pt x="884924" y="26909"/>
                    <a:pt x="884924" y="28136"/>
                    <a:pt x="884924" y="29402"/>
                  </a:cubicBezTo>
                  <a:cubicBezTo>
                    <a:pt x="883941" y="29402"/>
                    <a:pt x="882959" y="29402"/>
                    <a:pt x="881947" y="29402"/>
                  </a:cubicBezTo>
                  <a:cubicBezTo>
                    <a:pt x="881993" y="30000"/>
                    <a:pt x="882039" y="30599"/>
                    <a:pt x="882087" y="31215"/>
                  </a:cubicBezTo>
                  <a:cubicBezTo>
                    <a:pt x="882041" y="31845"/>
                    <a:pt x="881995" y="32474"/>
                    <a:pt x="881947" y="33122"/>
                  </a:cubicBezTo>
                  <a:cubicBezTo>
                    <a:pt x="880842" y="33491"/>
                    <a:pt x="880842" y="33491"/>
                    <a:pt x="879715" y="33866"/>
                  </a:cubicBezTo>
                  <a:cubicBezTo>
                    <a:pt x="879438" y="34851"/>
                    <a:pt x="879189" y="35844"/>
                    <a:pt x="878971" y="36843"/>
                  </a:cubicBezTo>
                  <a:cubicBezTo>
                    <a:pt x="878479" y="37088"/>
                    <a:pt x="877988" y="37334"/>
                    <a:pt x="877482" y="37587"/>
                  </a:cubicBezTo>
                  <a:cubicBezTo>
                    <a:pt x="877237" y="38324"/>
                    <a:pt x="876991" y="39060"/>
                    <a:pt x="876738" y="39819"/>
                  </a:cubicBezTo>
                  <a:cubicBezTo>
                    <a:pt x="876013" y="40582"/>
                    <a:pt x="875264" y="41323"/>
                    <a:pt x="874506" y="42052"/>
                  </a:cubicBezTo>
                  <a:cubicBezTo>
                    <a:pt x="873393" y="43375"/>
                    <a:pt x="872294" y="44710"/>
                    <a:pt x="871204" y="46052"/>
                  </a:cubicBezTo>
                  <a:cubicBezTo>
                    <a:pt x="870637" y="46748"/>
                    <a:pt x="870070" y="47444"/>
                    <a:pt x="869486" y="48162"/>
                  </a:cubicBezTo>
                  <a:cubicBezTo>
                    <a:pt x="868369" y="49544"/>
                    <a:pt x="867274" y="50943"/>
                    <a:pt x="866201" y="52359"/>
                  </a:cubicBezTo>
                  <a:cubicBezTo>
                    <a:pt x="865749" y="52887"/>
                    <a:pt x="865297" y="53415"/>
                    <a:pt x="864832" y="53958"/>
                  </a:cubicBezTo>
                  <a:cubicBezTo>
                    <a:pt x="864341" y="53958"/>
                    <a:pt x="863850" y="53958"/>
                    <a:pt x="863344" y="53958"/>
                  </a:cubicBezTo>
                  <a:cubicBezTo>
                    <a:pt x="863221" y="54449"/>
                    <a:pt x="863098" y="54940"/>
                    <a:pt x="862972" y="55446"/>
                  </a:cubicBezTo>
                  <a:cubicBezTo>
                    <a:pt x="862849" y="55938"/>
                    <a:pt x="862726" y="56429"/>
                    <a:pt x="862599" y="56935"/>
                  </a:cubicBezTo>
                  <a:cubicBezTo>
                    <a:pt x="862108" y="56935"/>
                    <a:pt x="861617" y="56935"/>
                    <a:pt x="861111" y="56935"/>
                  </a:cubicBezTo>
                  <a:cubicBezTo>
                    <a:pt x="860896" y="57487"/>
                    <a:pt x="860681" y="58040"/>
                    <a:pt x="860460" y="58609"/>
                  </a:cubicBezTo>
                  <a:cubicBezTo>
                    <a:pt x="859524" y="60897"/>
                    <a:pt x="858551" y="62074"/>
                    <a:pt x="856646" y="63632"/>
                  </a:cubicBezTo>
                  <a:cubicBezTo>
                    <a:pt x="855910" y="63632"/>
                    <a:pt x="855173" y="63632"/>
                    <a:pt x="854414" y="63632"/>
                  </a:cubicBezTo>
                  <a:cubicBezTo>
                    <a:pt x="854414" y="64614"/>
                    <a:pt x="854414" y="65597"/>
                    <a:pt x="854414" y="66609"/>
                  </a:cubicBezTo>
                  <a:cubicBezTo>
                    <a:pt x="853309" y="66977"/>
                    <a:pt x="853309" y="66977"/>
                    <a:pt x="852181" y="67353"/>
                  </a:cubicBezTo>
                  <a:cubicBezTo>
                    <a:pt x="852059" y="67859"/>
                    <a:pt x="851936" y="68366"/>
                    <a:pt x="851809" y="68887"/>
                  </a:cubicBezTo>
                  <a:cubicBezTo>
                    <a:pt x="851687" y="69363"/>
                    <a:pt x="851564" y="69839"/>
                    <a:pt x="851437" y="70329"/>
                  </a:cubicBezTo>
                  <a:cubicBezTo>
                    <a:pt x="850701" y="70329"/>
                    <a:pt x="849964" y="70329"/>
                    <a:pt x="849205" y="70329"/>
                  </a:cubicBezTo>
                  <a:cubicBezTo>
                    <a:pt x="849205" y="71312"/>
                    <a:pt x="849205" y="72294"/>
                    <a:pt x="849205" y="73306"/>
                  </a:cubicBezTo>
                  <a:cubicBezTo>
                    <a:pt x="848223" y="73306"/>
                    <a:pt x="847240" y="73306"/>
                    <a:pt x="846228" y="73306"/>
                  </a:cubicBezTo>
                  <a:cubicBezTo>
                    <a:pt x="845729" y="74747"/>
                    <a:pt x="845729" y="74747"/>
                    <a:pt x="845484" y="76282"/>
                  </a:cubicBezTo>
                  <a:cubicBezTo>
                    <a:pt x="844993" y="76528"/>
                    <a:pt x="844502" y="76773"/>
                    <a:pt x="843996" y="77027"/>
                  </a:cubicBezTo>
                  <a:cubicBezTo>
                    <a:pt x="843888" y="77518"/>
                    <a:pt x="843781" y="78009"/>
                    <a:pt x="843670" y="78515"/>
                  </a:cubicBezTo>
                  <a:cubicBezTo>
                    <a:pt x="843532" y="79006"/>
                    <a:pt x="843394" y="79497"/>
                    <a:pt x="843252" y="80003"/>
                  </a:cubicBezTo>
                  <a:cubicBezTo>
                    <a:pt x="842147" y="80371"/>
                    <a:pt x="842147" y="80371"/>
                    <a:pt x="841019" y="80747"/>
                  </a:cubicBezTo>
                  <a:cubicBezTo>
                    <a:pt x="839999" y="82203"/>
                    <a:pt x="839181" y="83722"/>
                    <a:pt x="838325" y="85279"/>
                  </a:cubicBezTo>
                  <a:cubicBezTo>
                    <a:pt x="837145" y="86913"/>
                    <a:pt x="836126" y="87361"/>
                    <a:pt x="834322" y="88189"/>
                  </a:cubicBezTo>
                  <a:cubicBezTo>
                    <a:pt x="833814" y="89175"/>
                    <a:pt x="833317" y="90167"/>
                    <a:pt x="832834" y="91165"/>
                  </a:cubicBezTo>
                  <a:cubicBezTo>
                    <a:pt x="831729" y="91534"/>
                    <a:pt x="831729" y="91534"/>
                    <a:pt x="830601" y="91909"/>
                  </a:cubicBezTo>
                  <a:cubicBezTo>
                    <a:pt x="830356" y="92646"/>
                    <a:pt x="830110" y="93383"/>
                    <a:pt x="829857" y="94142"/>
                  </a:cubicBezTo>
                  <a:cubicBezTo>
                    <a:pt x="828752" y="94510"/>
                    <a:pt x="828752" y="94510"/>
                    <a:pt x="827625" y="94886"/>
                  </a:cubicBezTo>
                  <a:cubicBezTo>
                    <a:pt x="827379" y="95623"/>
                    <a:pt x="827134" y="96359"/>
                    <a:pt x="826881" y="97118"/>
                  </a:cubicBezTo>
                  <a:cubicBezTo>
                    <a:pt x="826144" y="97364"/>
                    <a:pt x="825407" y="97609"/>
                    <a:pt x="824648" y="97862"/>
                  </a:cubicBezTo>
                  <a:cubicBezTo>
                    <a:pt x="824128" y="98842"/>
                    <a:pt x="823631" y="99835"/>
                    <a:pt x="823160" y="100839"/>
                  </a:cubicBezTo>
                  <a:cubicBezTo>
                    <a:pt x="822669" y="101085"/>
                    <a:pt x="822178" y="101330"/>
                    <a:pt x="821672" y="101583"/>
                  </a:cubicBezTo>
                  <a:cubicBezTo>
                    <a:pt x="821426" y="102320"/>
                    <a:pt x="821181" y="103057"/>
                    <a:pt x="820928" y="103816"/>
                  </a:cubicBezTo>
                  <a:cubicBezTo>
                    <a:pt x="819942" y="104324"/>
                    <a:pt x="818949" y="104820"/>
                    <a:pt x="817951" y="105304"/>
                  </a:cubicBezTo>
                  <a:cubicBezTo>
                    <a:pt x="817460" y="106041"/>
                    <a:pt x="816969" y="106777"/>
                    <a:pt x="816463" y="107536"/>
                  </a:cubicBezTo>
                  <a:cubicBezTo>
                    <a:pt x="815726" y="107782"/>
                    <a:pt x="814989" y="108027"/>
                    <a:pt x="814230" y="108280"/>
                  </a:cubicBezTo>
                  <a:cubicBezTo>
                    <a:pt x="813985" y="109017"/>
                    <a:pt x="813739" y="109754"/>
                    <a:pt x="813486" y="110513"/>
                  </a:cubicBezTo>
                  <a:cubicBezTo>
                    <a:pt x="812749" y="110758"/>
                    <a:pt x="812013" y="111004"/>
                    <a:pt x="811254" y="111257"/>
                  </a:cubicBezTo>
                  <a:cubicBezTo>
                    <a:pt x="810732" y="112236"/>
                    <a:pt x="810238" y="113230"/>
                    <a:pt x="809765" y="114234"/>
                  </a:cubicBezTo>
                  <a:cubicBezTo>
                    <a:pt x="808696" y="115396"/>
                    <a:pt x="808696" y="115396"/>
                    <a:pt x="807533" y="116466"/>
                  </a:cubicBezTo>
                  <a:cubicBezTo>
                    <a:pt x="806957" y="117065"/>
                    <a:pt x="806957" y="117065"/>
                    <a:pt x="806370" y="117675"/>
                  </a:cubicBezTo>
                  <a:cubicBezTo>
                    <a:pt x="805301" y="118698"/>
                    <a:pt x="805301" y="118698"/>
                    <a:pt x="803812" y="119443"/>
                  </a:cubicBezTo>
                  <a:cubicBezTo>
                    <a:pt x="803567" y="120179"/>
                    <a:pt x="803321" y="120916"/>
                    <a:pt x="803068" y="121675"/>
                  </a:cubicBezTo>
                  <a:cubicBezTo>
                    <a:pt x="802086" y="121675"/>
                    <a:pt x="801104" y="121675"/>
                    <a:pt x="800092" y="121675"/>
                  </a:cubicBezTo>
                  <a:cubicBezTo>
                    <a:pt x="799652" y="123123"/>
                    <a:pt x="799652" y="123123"/>
                    <a:pt x="799347" y="124651"/>
                  </a:cubicBezTo>
                  <a:cubicBezTo>
                    <a:pt x="798611" y="124897"/>
                    <a:pt x="797874" y="125143"/>
                    <a:pt x="797115" y="125396"/>
                  </a:cubicBezTo>
                  <a:cubicBezTo>
                    <a:pt x="796869" y="125887"/>
                    <a:pt x="796624" y="126378"/>
                    <a:pt x="796371" y="126884"/>
                  </a:cubicBezTo>
                  <a:cubicBezTo>
                    <a:pt x="795627" y="128372"/>
                    <a:pt x="795627" y="128372"/>
                    <a:pt x="793394" y="129116"/>
                  </a:cubicBezTo>
                  <a:cubicBezTo>
                    <a:pt x="792645" y="130105"/>
                    <a:pt x="791901" y="131097"/>
                    <a:pt x="791162" y="132093"/>
                  </a:cubicBezTo>
                  <a:cubicBezTo>
                    <a:pt x="790671" y="132093"/>
                    <a:pt x="790180" y="132093"/>
                    <a:pt x="789674" y="132093"/>
                  </a:cubicBezTo>
                  <a:cubicBezTo>
                    <a:pt x="789582" y="132584"/>
                    <a:pt x="789489" y="133075"/>
                    <a:pt x="789395" y="133581"/>
                  </a:cubicBezTo>
                  <a:cubicBezTo>
                    <a:pt x="789241" y="134072"/>
                    <a:pt x="789088" y="134563"/>
                    <a:pt x="788930" y="135069"/>
                  </a:cubicBezTo>
                  <a:cubicBezTo>
                    <a:pt x="787947" y="135069"/>
                    <a:pt x="786965" y="135069"/>
                    <a:pt x="785953" y="135069"/>
                  </a:cubicBezTo>
                  <a:cubicBezTo>
                    <a:pt x="785523" y="136447"/>
                    <a:pt x="785523" y="136447"/>
                    <a:pt x="785209" y="138046"/>
                  </a:cubicBezTo>
                  <a:cubicBezTo>
                    <a:pt x="784049" y="139313"/>
                    <a:pt x="784049" y="139313"/>
                    <a:pt x="782651" y="140464"/>
                  </a:cubicBezTo>
                  <a:cubicBezTo>
                    <a:pt x="781962" y="141046"/>
                    <a:pt x="781962" y="141046"/>
                    <a:pt x="781258" y="141639"/>
                  </a:cubicBezTo>
                  <a:cubicBezTo>
                    <a:pt x="780000" y="142511"/>
                    <a:pt x="780000" y="142511"/>
                    <a:pt x="778512" y="142511"/>
                  </a:cubicBezTo>
                  <a:cubicBezTo>
                    <a:pt x="778419" y="143002"/>
                    <a:pt x="778327" y="143493"/>
                    <a:pt x="778232" y="143999"/>
                  </a:cubicBezTo>
                  <a:cubicBezTo>
                    <a:pt x="778079" y="144490"/>
                    <a:pt x="777926" y="144981"/>
                    <a:pt x="777767" y="145487"/>
                  </a:cubicBezTo>
                  <a:cubicBezTo>
                    <a:pt x="776785" y="145487"/>
                    <a:pt x="775803" y="145487"/>
                    <a:pt x="774791" y="145487"/>
                  </a:cubicBezTo>
                  <a:cubicBezTo>
                    <a:pt x="774291" y="146928"/>
                    <a:pt x="774291" y="146928"/>
                    <a:pt x="774047" y="148464"/>
                  </a:cubicBezTo>
                  <a:cubicBezTo>
                    <a:pt x="773556" y="148710"/>
                    <a:pt x="773064" y="148955"/>
                    <a:pt x="772558" y="149208"/>
                  </a:cubicBezTo>
                  <a:cubicBezTo>
                    <a:pt x="772344" y="149699"/>
                    <a:pt x="772129" y="150190"/>
                    <a:pt x="771907" y="150696"/>
                  </a:cubicBezTo>
                  <a:cubicBezTo>
                    <a:pt x="771631" y="151188"/>
                    <a:pt x="771355" y="151679"/>
                    <a:pt x="771070" y="152185"/>
                  </a:cubicBezTo>
                  <a:cubicBezTo>
                    <a:pt x="770310" y="152369"/>
                    <a:pt x="770310" y="152369"/>
                    <a:pt x="769535" y="152557"/>
                  </a:cubicBezTo>
                  <a:cubicBezTo>
                    <a:pt x="769060" y="152680"/>
                    <a:pt x="768584" y="152802"/>
                    <a:pt x="768094" y="152929"/>
                  </a:cubicBezTo>
                  <a:cubicBezTo>
                    <a:pt x="767909" y="153689"/>
                    <a:pt x="767909" y="153689"/>
                    <a:pt x="767722" y="154464"/>
                  </a:cubicBezTo>
                  <a:cubicBezTo>
                    <a:pt x="767599" y="154939"/>
                    <a:pt x="767476" y="155415"/>
                    <a:pt x="767349" y="155905"/>
                  </a:cubicBezTo>
                  <a:cubicBezTo>
                    <a:pt x="766367" y="155905"/>
                    <a:pt x="765385" y="155905"/>
                    <a:pt x="764373" y="155905"/>
                  </a:cubicBezTo>
                  <a:cubicBezTo>
                    <a:pt x="764373" y="156888"/>
                    <a:pt x="764373" y="157870"/>
                    <a:pt x="764373" y="158882"/>
                  </a:cubicBezTo>
                  <a:cubicBezTo>
                    <a:pt x="763391" y="158882"/>
                    <a:pt x="762408" y="158882"/>
                    <a:pt x="761396" y="158882"/>
                  </a:cubicBezTo>
                  <a:cubicBezTo>
                    <a:pt x="761133" y="159870"/>
                    <a:pt x="760886" y="160863"/>
                    <a:pt x="760652" y="161859"/>
                  </a:cubicBezTo>
                  <a:cubicBezTo>
                    <a:pt x="759673" y="162379"/>
                    <a:pt x="758680" y="162876"/>
                    <a:pt x="757676" y="163347"/>
                  </a:cubicBezTo>
                  <a:cubicBezTo>
                    <a:pt x="757430" y="164084"/>
                    <a:pt x="757184" y="164820"/>
                    <a:pt x="756931" y="165579"/>
                  </a:cubicBezTo>
                  <a:cubicBezTo>
                    <a:pt x="755939" y="165827"/>
                    <a:pt x="754947" y="166075"/>
                    <a:pt x="753955" y="166323"/>
                  </a:cubicBezTo>
                  <a:cubicBezTo>
                    <a:pt x="753709" y="167060"/>
                    <a:pt x="753464" y="167797"/>
                    <a:pt x="753211" y="168556"/>
                  </a:cubicBezTo>
                  <a:cubicBezTo>
                    <a:pt x="752720" y="168663"/>
                    <a:pt x="752228" y="168771"/>
                    <a:pt x="751722" y="168881"/>
                  </a:cubicBezTo>
                  <a:cubicBezTo>
                    <a:pt x="750986" y="169089"/>
                    <a:pt x="750986" y="169089"/>
                    <a:pt x="750234" y="169300"/>
                  </a:cubicBezTo>
                  <a:cubicBezTo>
                    <a:pt x="750083" y="169975"/>
                    <a:pt x="750083" y="169975"/>
                    <a:pt x="749929" y="170663"/>
                  </a:cubicBezTo>
                  <a:cubicBezTo>
                    <a:pt x="749375" y="172699"/>
                    <a:pt x="748546" y="173366"/>
                    <a:pt x="746932" y="174695"/>
                  </a:cubicBezTo>
                  <a:cubicBezTo>
                    <a:pt x="746243" y="175276"/>
                    <a:pt x="746243" y="175276"/>
                    <a:pt x="745540" y="175869"/>
                  </a:cubicBezTo>
                  <a:cubicBezTo>
                    <a:pt x="744281" y="176741"/>
                    <a:pt x="744281" y="176741"/>
                    <a:pt x="742793" y="176741"/>
                  </a:cubicBezTo>
                  <a:cubicBezTo>
                    <a:pt x="742701" y="177232"/>
                    <a:pt x="742609" y="177724"/>
                    <a:pt x="742514" y="178230"/>
                  </a:cubicBezTo>
                  <a:cubicBezTo>
                    <a:pt x="742360" y="178721"/>
                    <a:pt x="742207" y="179212"/>
                    <a:pt x="742049" y="179718"/>
                  </a:cubicBezTo>
                  <a:cubicBezTo>
                    <a:pt x="741066" y="179718"/>
                    <a:pt x="740084" y="179718"/>
                    <a:pt x="739072" y="179718"/>
                  </a:cubicBezTo>
                  <a:cubicBezTo>
                    <a:pt x="738572" y="181159"/>
                    <a:pt x="738572" y="181159"/>
                    <a:pt x="738328" y="182694"/>
                  </a:cubicBezTo>
                  <a:cubicBezTo>
                    <a:pt x="737837" y="182940"/>
                    <a:pt x="737346" y="183186"/>
                    <a:pt x="736840" y="183439"/>
                  </a:cubicBezTo>
                  <a:cubicBezTo>
                    <a:pt x="736625" y="183930"/>
                    <a:pt x="736410" y="184421"/>
                    <a:pt x="736189" y="184927"/>
                  </a:cubicBezTo>
                  <a:cubicBezTo>
                    <a:pt x="735912" y="185418"/>
                    <a:pt x="735636" y="185909"/>
                    <a:pt x="735351" y="186415"/>
                  </a:cubicBezTo>
                  <a:cubicBezTo>
                    <a:pt x="734592" y="186599"/>
                    <a:pt x="734592" y="186599"/>
                    <a:pt x="733817" y="186787"/>
                  </a:cubicBezTo>
                  <a:cubicBezTo>
                    <a:pt x="733341" y="186910"/>
                    <a:pt x="732865" y="187033"/>
                    <a:pt x="732375" y="187159"/>
                  </a:cubicBezTo>
                  <a:cubicBezTo>
                    <a:pt x="732252" y="187666"/>
                    <a:pt x="732129" y="188172"/>
                    <a:pt x="732003" y="188694"/>
                  </a:cubicBezTo>
                  <a:cubicBezTo>
                    <a:pt x="731880" y="189170"/>
                    <a:pt x="731757" y="189646"/>
                    <a:pt x="731631" y="190136"/>
                  </a:cubicBezTo>
                  <a:cubicBezTo>
                    <a:pt x="730648" y="190136"/>
                    <a:pt x="729666" y="190136"/>
                    <a:pt x="728654" y="190136"/>
                  </a:cubicBezTo>
                  <a:cubicBezTo>
                    <a:pt x="728654" y="191118"/>
                    <a:pt x="728654" y="192100"/>
                    <a:pt x="728654" y="193112"/>
                  </a:cubicBezTo>
                  <a:cubicBezTo>
                    <a:pt x="727672" y="193112"/>
                    <a:pt x="726690" y="193112"/>
                    <a:pt x="725678" y="193112"/>
                  </a:cubicBezTo>
                  <a:cubicBezTo>
                    <a:pt x="725144" y="194337"/>
                    <a:pt x="724648" y="195579"/>
                    <a:pt x="724189" y="196833"/>
                  </a:cubicBezTo>
                  <a:cubicBezTo>
                    <a:pt x="723453" y="197079"/>
                    <a:pt x="722716" y="197324"/>
                    <a:pt x="721957" y="197577"/>
                  </a:cubicBezTo>
                  <a:cubicBezTo>
                    <a:pt x="721711" y="198314"/>
                    <a:pt x="721466" y="199051"/>
                    <a:pt x="721213" y="199810"/>
                  </a:cubicBezTo>
                  <a:cubicBezTo>
                    <a:pt x="720221" y="200058"/>
                    <a:pt x="719228" y="200306"/>
                    <a:pt x="718236" y="200554"/>
                  </a:cubicBezTo>
                  <a:cubicBezTo>
                    <a:pt x="717991" y="201291"/>
                    <a:pt x="717745" y="202027"/>
                    <a:pt x="717492" y="202786"/>
                  </a:cubicBezTo>
                  <a:cubicBezTo>
                    <a:pt x="716755" y="203277"/>
                    <a:pt x="716019" y="203769"/>
                    <a:pt x="715260" y="204275"/>
                  </a:cubicBezTo>
                  <a:cubicBezTo>
                    <a:pt x="715014" y="205011"/>
                    <a:pt x="714768" y="205748"/>
                    <a:pt x="714515" y="206507"/>
                  </a:cubicBezTo>
                  <a:cubicBezTo>
                    <a:pt x="713779" y="206753"/>
                    <a:pt x="713042" y="206998"/>
                    <a:pt x="712283" y="207251"/>
                  </a:cubicBezTo>
                  <a:cubicBezTo>
                    <a:pt x="710903" y="208945"/>
                    <a:pt x="709676" y="210717"/>
                    <a:pt x="708426" y="212509"/>
                  </a:cubicBezTo>
                  <a:cubicBezTo>
                    <a:pt x="707980" y="212984"/>
                    <a:pt x="707534" y="213459"/>
                    <a:pt x="707074" y="213948"/>
                  </a:cubicBezTo>
                  <a:cubicBezTo>
                    <a:pt x="706092" y="213948"/>
                    <a:pt x="705110" y="213948"/>
                    <a:pt x="704097" y="213948"/>
                  </a:cubicBezTo>
                  <a:cubicBezTo>
                    <a:pt x="704097" y="214931"/>
                    <a:pt x="704097" y="215913"/>
                    <a:pt x="704097" y="216925"/>
                  </a:cubicBezTo>
                  <a:cubicBezTo>
                    <a:pt x="703115" y="216925"/>
                    <a:pt x="702133" y="216925"/>
                    <a:pt x="701121" y="216925"/>
                  </a:cubicBezTo>
                  <a:cubicBezTo>
                    <a:pt x="700595" y="218153"/>
                    <a:pt x="700105" y="219396"/>
                    <a:pt x="699633" y="220646"/>
                  </a:cubicBezTo>
                  <a:cubicBezTo>
                    <a:pt x="697819" y="222739"/>
                    <a:pt x="697819" y="222739"/>
                    <a:pt x="695912" y="224366"/>
                  </a:cubicBezTo>
                  <a:cubicBezTo>
                    <a:pt x="695175" y="224366"/>
                    <a:pt x="694439" y="224366"/>
                    <a:pt x="693680" y="224366"/>
                  </a:cubicBezTo>
                  <a:cubicBezTo>
                    <a:pt x="693680" y="225349"/>
                    <a:pt x="693680" y="226331"/>
                    <a:pt x="693680" y="227343"/>
                  </a:cubicBezTo>
                  <a:cubicBezTo>
                    <a:pt x="692238" y="227761"/>
                    <a:pt x="692238" y="227761"/>
                    <a:pt x="690703" y="228087"/>
                  </a:cubicBezTo>
                  <a:cubicBezTo>
                    <a:pt x="690457" y="228824"/>
                    <a:pt x="690212" y="229560"/>
                    <a:pt x="689959" y="230319"/>
                  </a:cubicBezTo>
                  <a:cubicBezTo>
                    <a:pt x="689468" y="230427"/>
                    <a:pt x="688977" y="230534"/>
                    <a:pt x="688471" y="230645"/>
                  </a:cubicBezTo>
                  <a:cubicBezTo>
                    <a:pt x="687979" y="230783"/>
                    <a:pt x="687488" y="230921"/>
                    <a:pt x="686982" y="231064"/>
                  </a:cubicBezTo>
                  <a:cubicBezTo>
                    <a:pt x="686859" y="231555"/>
                    <a:pt x="686737" y="232046"/>
                    <a:pt x="686610" y="232552"/>
                  </a:cubicBezTo>
                  <a:cubicBezTo>
                    <a:pt x="686487" y="233043"/>
                    <a:pt x="686365" y="233534"/>
                    <a:pt x="686238" y="234040"/>
                  </a:cubicBezTo>
                  <a:cubicBezTo>
                    <a:pt x="685246" y="234288"/>
                    <a:pt x="684254" y="234536"/>
                    <a:pt x="683262" y="234784"/>
                  </a:cubicBezTo>
                  <a:cubicBezTo>
                    <a:pt x="683139" y="235291"/>
                    <a:pt x="683016" y="235797"/>
                    <a:pt x="682889" y="236319"/>
                  </a:cubicBezTo>
                  <a:cubicBezTo>
                    <a:pt x="682767" y="236795"/>
                    <a:pt x="682644" y="237271"/>
                    <a:pt x="682517" y="237761"/>
                  </a:cubicBezTo>
                  <a:cubicBezTo>
                    <a:pt x="681535" y="237761"/>
                    <a:pt x="680553" y="237761"/>
                    <a:pt x="679541" y="237761"/>
                  </a:cubicBezTo>
                  <a:cubicBezTo>
                    <a:pt x="679541" y="238743"/>
                    <a:pt x="679541" y="239725"/>
                    <a:pt x="679541" y="240737"/>
                  </a:cubicBezTo>
                  <a:cubicBezTo>
                    <a:pt x="678559" y="240737"/>
                    <a:pt x="677576" y="240737"/>
                    <a:pt x="676564" y="240737"/>
                  </a:cubicBezTo>
                  <a:cubicBezTo>
                    <a:pt x="676564" y="241720"/>
                    <a:pt x="676564" y="242702"/>
                    <a:pt x="676564" y="243714"/>
                  </a:cubicBezTo>
                  <a:cubicBezTo>
                    <a:pt x="675574" y="243970"/>
                    <a:pt x="674582" y="244217"/>
                    <a:pt x="673588" y="244458"/>
                  </a:cubicBezTo>
                  <a:cubicBezTo>
                    <a:pt x="673332" y="245448"/>
                    <a:pt x="673085" y="246441"/>
                    <a:pt x="672844" y="247435"/>
                  </a:cubicBezTo>
                  <a:cubicBezTo>
                    <a:pt x="671864" y="247955"/>
                    <a:pt x="670871" y="248452"/>
                    <a:pt x="669867" y="248923"/>
                  </a:cubicBezTo>
                  <a:cubicBezTo>
                    <a:pt x="669621" y="249660"/>
                    <a:pt x="669376" y="250396"/>
                    <a:pt x="669123" y="251155"/>
                  </a:cubicBezTo>
                  <a:cubicBezTo>
                    <a:pt x="668141" y="251155"/>
                    <a:pt x="667158" y="251155"/>
                    <a:pt x="666146" y="251155"/>
                  </a:cubicBezTo>
                  <a:cubicBezTo>
                    <a:pt x="666146" y="252383"/>
                    <a:pt x="666146" y="253611"/>
                    <a:pt x="666146" y="254876"/>
                  </a:cubicBezTo>
                  <a:cubicBezTo>
                    <a:pt x="665164" y="254876"/>
                    <a:pt x="664182" y="254876"/>
                    <a:pt x="663170" y="254876"/>
                  </a:cubicBezTo>
                  <a:cubicBezTo>
                    <a:pt x="663170" y="255858"/>
                    <a:pt x="663170" y="256841"/>
                    <a:pt x="663170" y="257853"/>
                  </a:cubicBezTo>
                  <a:cubicBezTo>
                    <a:pt x="662187" y="257853"/>
                    <a:pt x="661205" y="257853"/>
                    <a:pt x="660193" y="257853"/>
                  </a:cubicBezTo>
                  <a:cubicBezTo>
                    <a:pt x="659334" y="259692"/>
                    <a:pt x="659334" y="259692"/>
                    <a:pt x="658705" y="261573"/>
                  </a:cubicBezTo>
                  <a:cubicBezTo>
                    <a:pt x="658214" y="261573"/>
                    <a:pt x="657723" y="261573"/>
                    <a:pt x="657217" y="261573"/>
                  </a:cubicBezTo>
                  <a:cubicBezTo>
                    <a:pt x="657078" y="262287"/>
                    <a:pt x="657078" y="262287"/>
                    <a:pt x="656938" y="263015"/>
                  </a:cubicBezTo>
                  <a:cubicBezTo>
                    <a:pt x="656784" y="263522"/>
                    <a:pt x="656631" y="264028"/>
                    <a:pt x="656472" y="264550"/>
                  </a:cubicBezTo>
                  <a:cubicBezTo>
                    <a:pt x="655480" y="264798"/>
                    <a:pt x="654488" y="265046"/>
                    <a:pt x="653496" y="265294"/>
                  </a:cubicBezTo>
                  <a:cubicBezTo>
                    <a:pt x="653373" y="265801"/>
                    <a:pt x="653250" y="266307"/>
                    <a:pt x="653124" y="266829"/>
                  </a:cubicBezTo>
                  <a:cubicBezTo>
                    <a:pt x="653001" y="267305"/>
                    <a:pt x="652878" y="267780"/>
                    <a:pt x="652752" y="268271"/>
                  </a:cubicBezTo>
                  <a:cubicBezTo>
                    <a:pt x="651770" y="268271"/>
                    <a:pt x="650787" y="268271"/>
                    <a:pt x="649775" y="268271"/>
                  </a:cubicBezTo>
                  <a:cubicBezTo>
                    <a:pt x="649328" y="269686"/>
                    <a:pt x="649328" y="269686"/>
                    <a:pt x="649031" y="271247"/>
                  </a:cubicBezTo>
                  <a:cubicBezTo>
                    <a:pt x="648294" y="271738"/>
                    <a:pt x="647558" y="272229"/>
                    <a:pt x="646799" y="272735"/>
                  </a:cubicBezTo>
                  <a:cubicBezTo>
                    <a:pt x="646553" y="273472"/>
                    <a:pt x="646308" y="274209"/>
                    <a:pt x="646055" y="274968"/>
                  </a:cubicBezTo>
                  <a:cubicBezTo>
                    <a:pt x="645318" y="274968"/>
                    <a:pt x="644581" y="274968"/>
                    <a:pt x="643822" y="274968"/>
                  </a:cubicBezTo>
                  <a:cubicBezTo>
                    <a:pt x="643383" y="276416"/>
                    <a:pt x="643383" y="276416"/>
                    <a:pt x="643078" y="277944"/>
                  </a:cubicBezTo>
                  <a:cubicBezTo>
                    <a:pt x="642341" y="278313"/>
                    <a:pt x="642341" y="278313"/>
                    <a:pt x="641590" y="278689"/>
                  </a:cubicBezTo>
                  <a:cubicBezTo>
                    <a:pt x="641375" y="279164"/>
                    <a:pt x="641160" y="279640"/>
                    <a:pt x="640939" y="280130"/>
                  </a:cubicBezTo>
                  <a:cubicBezTo>
                    <a:pt x="640101" y="281665"/>
                    <a:pt x="640101" y="281665"/>
                    <a:pt x="638706" y="282270"/>
                  </a:cubicBezTo>
                  <a:cubicBezTo>
                    <a:pt x="636868" y="283297"/>
                    <a:pt x="636608" y="283963"/>
                    <a:pt x="635683" y="285804"/>
                  </a:cubicBezTo>
                  <a:cubicBezTo>
                    <a:pt x="634953" y="287217"/>
                    <a:pt x="634953" y="287217"/>
                    <a:pt x="634148" y="288362"/>
                  </a:cubicBezTo>
                  <a:cubicBezTo>
                    <a:pt x="632102" y="288874"/>
                    <a:pt x="632102" y="288874"/>
                    <a:pt x="630428" y="289107"/>
                  </a:cubicBezTo>
                  <a:cubicBezTo>
                    <a:pt x="630428" y="290089"/>
                    <a:pt x="630428" y="291071"/>
                    <a:pt x="630428" y="292083"/>
                  </a:cubicBezTo>
                  <a:cubicBezTo>
                    <a:pt x="629691" y="292329"/>
                    <a:pt x="628954" y="292574"/>
                    <a:pt x="628195" y="292827"/>
                  </a:cubicBezTo>
                  <a:cubicBezTo>
                    <a:pt x="627950" y="293564"/>
                    <a:pt x="627704" y="294301"/>
                    <a:pt x="627451" y="295060"/>
                  </a:cubicBezTo>
                  <a:cubicBezTo>
                    <a:pt x="626714" y="295305"/>
                    <a:pt x="625978" y="295551"/>
                    <a:pt x="625219" y="295804"/>
                  </a:cubicBezTo>
                  <a:cubicBezTo>
                    <a:pt x="624711" y="296790"/>
                    <a:pt x="624213" y="297782"/>
                    <a:pt x="623730" y="298780"/>
                  </a:cubicBezTo>
                  <a:cubicBezTo>
                    <a:pt x="623239" y="298780"/>
                    <a:pt x="622748" y="298780"/>
                    <a:pt x="622242" y="298780"/>
                  </a:cubicBezTo>
                  <a:cubicBezTo>
                    <a:pt x="622042" y="299318"/>
                    <a:pt x="621843" y="299855"/>
                    <a:pt x="621637" y="300408"/>
                  </a:cubicBezTo>
                  <a:cubicBezTo>
                    <a:pt x="620550" y="302985"/>
                    <a:pt x="619015" y="304251"/>
                    <a:pt x="617033" y="306222"/>
                  </a:cubicBezTo>
                  <a:cubicBezTo>
                    <a:pt x="615795" y="307758"/>
                    <a:pt x="614589" y="309296"/>
                    <a:pt x="613405" y="310873"/>
                  </a:cubicBezTo>
                  <a:cubicBezTo>
                    <a:pt x="613085" y="311293"/>
                    <a:pt x="612765" y="311713"/>
                    <a:pt x="612434" y="312146"/>
                  </a:cubicBezTo>
                  <a:cubicBezTo>
                    <a:pt x="610949" y="314096"/>
                    <a:pt x="609474" y="316053"/>
                    <a:pt x="608005" y="318015"/>
                  </a:cubicBezTo>
                  <a:cubicBezTo>
                    <a:pt x="607546" y="318620"/>
                    <a:pt x="607087" y="319225"/>
                    <a:pt x="606615" y="319849"/>
                  </a:cubicBezTo>
                  <a:cubicBezTo>
                    <a:pt x="606016" y="320650"/>
                    <a:pt x="606016" y="320650"/>
                    <a:pt x="605406" y="321468"/>
                  </a:cubicBezTo>
                  <a:cubicBezTo>
                    <a:pt x="605068" y="321839"/>
                    <a:pt x="604731" y="322210"/>
                    <a:pt x="604383" y="322593"/>
                  </a:cubicBezTo>
                  <a:cubicBezTo>
                    <a:pt x="603891" y="322593"/>
                    <a:pt x="603400" y="322593"/>
                    <a:pt x="602894" y="322593"/>
                  </a:cubicBezTo>
                  <a:cubicBezTo>
                    <a:pt x="602639" y="323583"/>
                    <a:pt x="602391" y="324575"/>
                    <a:pt x="602150" y="325569"/>
                  </a:cubicBezTo>
                  <a:cubicBezTo>
                    <a:pt x="601414" y="325938"/>
                    <a:pt x="601414" y="325938"/>
                    <a:pt x="600662" y="326314"/>
                  </a:cubicBezTo>
                  <a:cubicBezTo>
                    <a:pt x="600416" y="326820"/>
                    <a:pt x="600171" y="327327"/>
                    <a:pt x="599918" y="327848"/>
                  </a:cubicBezTo>
                  <a:cubicBezTo>
                    <a:pt x="599672" y="328324"/>
                    <a:pt x="599427" y="328800"/>
                    <a:pt x="599174" y="329290"/>
                  </a:cubicBezTo>
                  <a:cubicBezTo>
                    <a:pt x="598683" y="329290"/>
                    <a:pt x="598191" y="329290"/>
                    <a:pt x="597685" y="329290"/>
                  </a:cubicBezTo>
                  <a:cubicBezTo>
                    <a:pt x="596732" y="330899"/>
                    <a:pt x="596116" y="332500"/>
                    <a:pt x="595499" y="334267"/>
                  </a:cubicBezTo>
                  <a:cubicBezTo>
                    <a:pt x="595239" y="334834"/>
                    <a:pt x="594978" y="335402"/>
                    <a:pt x="594709" y="335987"/>
                  </a:cubicBezTo>
                  <a:cubicBezTo>
                    <a:pt x="593972" y="336233"/>
                    <a:pt x="593235" y="336479"/>
                    <a:pt x="592476" y="336732"/>
                  </a:cubicBezTo>
                  <a:cubicBezTo>
                    <a:pt x="591968" y="337718"/>
                    <a:pt x="591471" y="338710"/>
                    <a:pt x="590988" y="339708"/>
                  </a:cubicBezTo>
                  <a:cubicBezTo>
                    <a:pt x="590497" y="339708"/>
                    <a:pt x="590006" y="339708"/>
                    <a:pt x="589500" y="339708"/>
                  </a:cubicBezTo>
                  <a:cubicBezTo>
                    <a:pt x="589246" y="340947"/>
                    <a:pt x="588998" y="342187"/>
                    <a:pt x="588756" y="343429"/>
                  </a:cubicBezTo>
                  <a:cubicBezTo>
                    <a:pt x="588019" y="343797"/>
                    <a:pt x="588019" y="343797"/>
                    <a:pt x="587267" y="344173"/>
                  </a:cubicBezTo>
                  <a:cubicBezTo>
                    <a:pt x="587145" y="344787"/>
                    <a:pt x="587022" y="345401"/>
                    <a:pt x="586895" y="346033"/>
                  </a:cubicBezTo>
                  <a:cubicBezTo>
                    <a:pt x="586773" y="346647"/>
                    <a:pt x="586650" y="347261"/>
                    <a:pt x="586523" y="347894"/>
                  </a:cubicBezTo>
                  <a:cubicBezTo>
                    <a:pt x="585787" y="348262"/>
                    <a:pt x="585787" y="348262"/>
                    <a:pt x="585035" y="348638"/>
                  </a:cubicBezTo>
                  <a:cubicBezTo>
                    <a:pt x="584789" y="349252"/>
                    <a:pt x="584544" y="349866"/>
                    <a:pt x="584291" y="350498"/>
                  </a:cubicBezTo>
                  <a:cubicBezTo>
                    <a:pt x="583547" y="352359"/>
                    <a:pt x="583547" y="352359"/>
                    <a:pt x="582058" y="353103"/>
                  </a:cubicBezTo>
                  <a:cubicBezTo>
                    <a:pt x="581690" y="353732"/>
                    <a:pt x="581322" y="354361"/>
                    <a:pt x="580942" y="355010"/>
                  </a:cubicBezTo>
                  <a:cubicBezTo>
                    <a:pt x="580390" y="355907"/>
                    <a:pt x="580390" y="355907"/>
                    <a:pt x="579826" y="356823"/>
                  </a:cubicBezTo>
                  <a:cubicBezTo>
                    <a:pt x="579335" y="356823"/>
                    <a:pt x="578844" y="356823"/>
                    <a:pt x="578338" y="356823"/>
                  </a:cubicBezTo>
                  <a:cubicBezTo>
                    <a:pt x="578338" y="358297"/>
                    <a:pt x="578338" y="359770"/>
                    <a:pt x="578338" y="361288"/>
                  </a:cubicBezTo>
                  <a:cubicBezTo>
                    <a:pt x="577847" y="361288"/>
                    <a:pt x="577355" y="361288"/>
                    <a:pt x="576849" y="361288"/>
                  </a:cubicBezTo>
                  <a:cubicBezTo>
                    <a:pt x="576345" y="363022"/>
                    <a:pt x="575849" y="364759"/>
                    <a:pt x="575361" y="366497"/>
                  </a:cubicBezTo>
                  <a:cubicBezTo>
                    <a:pt x="574624" y="366866"/>
                    <a:pt x="574624" y="366866"/>
                    <a:pt x="573873" y="367241"/>
                  </a:cubicBezTo>
                  <a:cubicBezTo>
                    <a:pt x="573765" y="367871"/>
                    <a:pt x="573658" y="368500"/>
                    <a:pt x="573547" y="369148"/>
                  </a:cubicBezTo>
                  <a:cubicBezTo>
                    <a:pt x="573409" y="369747"/>
                    <a:pt x="573271" y="370345"/>
                    <a:pt x="573129" y="370962"/>
                  </a:cubicBezTo>
                  <a:cubicBezTo>
                    <a:pt x="572392" y="370962"/>
                    <a:pt x="571655" y="370962"/>
                    <a:pt x="570896" y="370962"/>
                  </a:cubicBezTo>
                  <a:cubicBezTo>
                    <a:pt x="570781" y="372205"/>
                    <a:pt x="570781" y="372205"/>
                    <a:pt x="570664" y="373473"/>
                  </a:cubicBezTo>
                  <a:cubicBezTo>
                    <a:pt x="570495" y="374364"/>
                    <a:pt x="570326" y="375254"/>
                    <a:pt x="570152" y="376171"/>
                  </a:cubicBezTo>
                  <a:cubicBezTo>
                    <a:pt x="569415" y="376662"/>
                    <a:pt x="568679" y="377153"/>
                    <a:pt x="567920" y="377659"/>
                  </a:cubicBezTo>
                  <a:cubicBezTo>
                    <a:pt x="567920" y="378396"/>
                    <a:pt x="567920" y="379133"/>
                    <a:pt x="567920" y="379892"/>
                  </a:cubicBezTo>
                  <a:cubicBezTo>
                    <a:pt x="567920" y="380628"/>
                    <a:pt x="567920" y="381365"/>
                    <a:pt x="567920" y="382124"/>
                  </a:cubicBezTo>
                  <a:cubicBezTo>
                    <a:pt x="567183" y="382615"/>
                    <a:pt x="566446" y="383106"/>
                    <a:pt x="565687" y="383612"/>
                  </a:cubicBezTo>
                  <a:cubicBezTo>
                    <a:pt x="565142" y="385894"/>
                    <a:pt x="565142" y="385894"/>
                    <a:pt x="564943" y="388077"/>
                  </a:cubicBezTo>
                  <a:cubicBezTo>
                    <a:pt x="564206" y="388077"/>
                    <a:pt x="563470" y="388077"/>
                    <a:pt x="562711" y="388077"/>
                  </a:cubicBezTo>
                  <a:cubicBezTo>
                    <a:pt x="562674" y="388552"/>
                    <a:pt x="562638" y="389027"/>
                    <a:pt x="562600" y="389516"/>
                  </a:cubicBezTo>
                  <a:cubicBezTo>
                    <a:pt x="562545" y="390131"/>
                    <a:pt x="562489" y="390746"/>
                    <a:pt x="562432" y="391379"/>
                  </a:cubicBezTo>
                  <a:cubicBezTo>
                    <a:pt x="562354" y="392299"/>
                    <a:pt x="562354" y="392299"/>
                    <a:pt x="562275" y="393237"/>
                  </a:cubicBezTo>
                  <a:cubicBezTo>
                    <a:pt x="562173" y="393744"/>
                    <a:pt x="562071" y="394252"/>
                    <a:pt x="561967" y="394775"/>
                  </a:cubicBezTo>
                  <a:cubicBezTo>
                    <a:pt x="561475" y="395020"/>
                    <a:pt x="560984" y="395266"/>
                    <a:pt x="560478" y="395519"/>
                  </a:cubicBezTo>
                  <a:cubicBezTo>
                    <a:pt x="559830" y="397067"/>
                    <a:pt x="559830" y="397067"/>
                    <a:pt x="559316" y="398867"/>
                  </a:cubicBezTo>
                  <a:cubicBezTo>
                    <a:pt x="558314" y="402148"/>
                    <a:pt x="558314" y="402148"/>
                    <a:pt x="557502" y="402960"/>
                  </a:cubicBezTo>
                  <a:cubicBezTo>
                    <a:pt x="557330" y="403963"/>
                    <a:pt x="557196" y="404972"/>
                    <a:pt x="557083" y="405983"/>
                  </a:cubicBezTo>
                  <a:cubicBezTo>
                    <a:pt x="556976" y="406950"/>
                    <a:pt x="556868" y="407917"/>
                    <a:pt x="556758" y="408913"/>
                  </a:cubicBezTo>
                  <a:cubicBezTo>
                    <a:pt x="556021" y="408913"/>
                    <a:pt x="555284" y="408913"/>
                    <a:pt x="554525" y="408913"/>
                  </a:cubicBezTo>
                  <a:cubicBezTo>
                    <a:pt x="554280" y="411614"/>
                    <a:pt x="554034" y="414316"/>
                    <a:pt x="553781" y="417099"/>
                  </a:cubicBezTo>
                  <a:cubicBezTo>
                    <a:pt x="553044" y="417099"/>
                    <a:pt x="552308" y="417099"/>
                    <a:pt x="551549" y="417099"/>
                  </a:cubicBezTo>
                  <a:cubicBezTo>
                    <a:pt x="551572" y="418526"/>
                    <a:pt x="551572" y="418526"/>
                    <a:pt x="551595" y="419982"/>
                  </a:cubicBezTo>
                  <a:cubicBezTo>
                    <a:pt x="551642" y="422866"/>
                    <a:pt x="551642" y="422866"/>
                    <a:pt x="550805" y="424540"/>
                  </a:cubicBezTo>
                  <a:cubicBezTo>
                    <a:pt x="550313" y="424540"/>
                    <a:pt x="549822" y="424540"/>
                    <a:pt x="549316" y="424540"/>
                  </a:cubicBezTo>
                  <a:cubicBezTo>
                    <a:pt x="549071" y="427487"/>
                    <a:pt x="548825" y="430434"/>
                    <a:pt x="548572" y="433470"/>
                  </a:cubicBezTo>
                  <a:cubicBezTo>
                    <a:pt x="547835" y="433470"/>
                    <a:pt x="547099" y="433470"/>
                    <a:pt x="546340" y="433470"/>
                  </a:cubicBezTo>
                  <a:cubicBezTo>
                    <a:pt x="546094" y="436417"/>
                    <a:pt x="545849" y="439363"/>
                    <a:pt x="545596" y="442400"/>
                  </a:cubicBezTo>
                  <a:cubicBezTo>
                    <a:pt x="545104" y="442400"/>
                    <a:pt x="544613" y="442400"/>
                    <a:pt x="544107" y="442400"/>
                  </a:cubicBezTo>
                  <a:cubicBezTo>
                    <a:pt x="544066" y="443166"/>
                    <a:pt x="544066" y="443166"/>
                    <a:pt x="544023" y="443949"/>
                  </a:cubicBezTo>
                  <a:cubicBezTo>
                    <a:pt x="543974" y="444619"/>
                    <a:pt x="543925" y="445290"/>
                    <a:pt x="543875" y="445981"/>
                  </a:cubicBezTo>
                  <a:cubicBezTo>
                    <a:pt x="543810" y="446978"/>
                    <a:pt x="543810" y="446978"/>
                    <a:pt x="543744" y="447995"/>
                  </a:cubicBezTo>
                  <a:cubicBezTo>
                    <a:pt x="543302" y="450135"/>
                    <a:pt x="542647" y="450589"/>
                    <a:pt x="541131" y="452073"/>
                  </a:cubicBezTo>
                  <a:cubicBezTo>
                    <a:pt x="540731" y="453740"/>
                    <a:pt x="540731" y="453740"/>
                    <a:pt x="540666" y="455515"/>
                  </a:cubicBezTo>
                  <a:cubicBezTo>
                    <a:pt x="540449" y="458709"/>
                    <a:pt x="540449" y="458709"/>
                    <a:pt x="539642" y="459515"/>
                  </a:cubicBezTo>
                  <a:cubicBezTo>
                    <a:pt x="537822" y="459634"/>
                    <a:pt x="536020" y="459708"/>
                    <a:pt x="534198" y="459750"/>
                  </a:cubicBezTo>
                  <a:cubicBezTo>
                    <a:pt x="533654" y="459766"/>
                    <a:pt x="533110" y="459781"/>
                    <a:pt x="532549" y="459797"/>
                  </a:cubicBezTo>
                  <a:cubicBezTo>
                    <a:pt x="530806" y="459846"/>
                    <a:pt x="529062" y="459890"/>
                    <a:pt x="527318" y="459933"/>
                  </a:cubicBezTo>
                  <a:cubicBezTo>
                    <a:pt x="526138" y="459965"/>
                    <a:pt x="524958" y="459998"/>
                    <a:pt x="523779" y="460031"/>
                  </a:cubicBezTo>
                  <a:cubicBezTo>
                    <a:pt x="520881" y="460111"/>
                    <a:pt x="517983" y="460186"/>
                    <a:pt x="515086" y="460259"/>
                  </a:cubicBezTo>
                  <a:cubicBezTo>
                    <a:pt x="515086" y="461241"/>
                    <a:pt x="515086" y="462223"/>
                    <a:pt x="515086" y="463235"/>
                  </a:cubicBezTo>
                  <a:cubicBezTo>
                    <a:pt x="513976" y="463252"/>
                    <a:pt x="513976" y="463252"/>
                    <a:pt x="512843" y="463268"/>
                  </a:cubicBezTo>
                  <a:cubicBezTo>
                    <a:pt x="510107" y="463311"/>
                    <a:pt x="507371" y="463369"/>
                    <a:pt x="504635" y="463431"/>
                  </a:cubicBezTo>
                  <a:cubicBezTo>
                    <a:pt x="503449" y="463456"/>
                    <a:pt x="502263" y="463476"/>
                    <a:pt x="501077" y="463493"/>
                  </a:cubicBezTo>
                  <a:cubicBezTo>
                    <a:pt x="499375" y="463518"/>
                    <a:pt x="497675" y="463557"/>
                    <a:pt x="495974" y="463599"/>
                  </a:cubicBezTo>
                  <a:cubicBezTo>
                    <a:pt x="495440" y="463604"/>
                    <a:pt x="494907" y="463608"/>
                    <a:pt x="494357" y="463613"/>
                  </a:cubicBezTo>
                  <a:cubicBezTo>
                    <a:pt x="492721" y="463636"/>
                    <a:pt x="492721" y="463636"/>
                    <a:pt x="490529" y="463980"/>
                  </a:cubicBezTo>
                  <a:cubicBezTo>
                    <a:pt x="490284" y="464716"/>
                    <a:pt x="490038" y="465453"/>
                    <a:pt x="489785" y="466212"/>
                  </a:cubicBezTo>
                  <a:cubicBezTo>
                    <a:pt x="487886" y="466517"/>
                    <a:pt x="486162" y="466665"/>
                    <a:pt x="484250" y="466724"/>
                  </a:cubicBezTo>
                  <a:cubicBezTo>
                    <a:pt x="483692" y="466749"/>
                    <a:pt x="483134" y="466774"/>
                    <a:pt x="482558" y="466801"/>
                  </a:cubicBezTo>
                  <a:cubicBezTo>
                    <a:pt x="477749" y="466996"/>
                    <a:pt x="472936" y="467005"/>
                    <a:pt x="468124" y="466929"/>
                  </a:cubicBezTo>
                  <a:cubicBezTo>
                    <a:pt x="464349" y="466767"/>
                    <a:pt x="464349" y="466767"/>
                    <a:pt x="460763" y="467700"/>
                  </a:cubicBezTo>
                  <a:cubicBezTo>
                    <a:pt x="460763" y="468437"/>
                    <a:pt x="460763" y="469174"/>
                    <a:pt x="460763" y="469933"/>
                  </a:cubicBezTo>
                  <a:cubicBezTo>
                    <a:pt x="447994" y="470178"/>
                    <a:pt x="435225" y="470424"/>
                    <a:pt x="422068" y="470677"/>
                  </a:cubicBezTo>
                  <a:cubicBezTo>
                    <a:pt x="422068" y="471659"/>
                    <a:pt x="422068" y="472641"/>
                    <a:pt x="422068" y="473653"/>
                  </a:cubicBezTo>
                  <a:cubicBezTo>
                    <a:pt x="405587" y="473723"/>
                    <a:pt x="389106" y="473775"/>
                    <a:pt x="372625" y="473808"/>
                  </a:cubicBezTo>
                  <a:cubicBezTo>
                    <a:pt x="364973" y="473823"/>
                    <a:pt x="357321" y="473844"/>
                    <a:pt x="349669" y="473878"/>
                  </a:cubicBezTo>
                  <a:cubicBezTo>
                    <a:pt x="343002" y="473908"/>
                    <a:pt x="336335" y="473927"/>
                    <a:pt x="329668" y="473933"/>
                  </a:cubicBezTo>
                  <a:cubicBezTo>
                    <a:pt x="326136" y="473937"/>
                    <a:pt x="322603" y="473947"/>
                    <a:pt x="319071" y="473968"/>
                  </a:cubicBezTo>
                  <a:cubicBezTo>
                    <a:pt x="315750" y="473988"/>
                    <a:pt x="312430" y="473995"/>
                    <a:pt x="309109" y="473990"/>
                  </a:cubicBezTo>
                  <a:cubicBezTo>
                    <a:pt x="307886" y="473991"/>
                    <a:pt x="306664" y="473997"/>
                    <a:pt x="305441" y="474008"/>
                  </a:cubicBezTo>
                  <a:cubicBezTo>
                    <a:pt x="303779" y="474023"/>
                    <a:pt x="302118" y="474020"/>
                    <a:pt x="300456" y="474011"/>
                  </a:cubicBezTo>
                  <a:cubicBezTo>
                    <a:pt x="299524" y="474014"/>
                    <a:pt x="298592" y="474017"/>
                    <a:pt x="297631" y="474020"/>
                  </a:cubicBezTo>
                  <a:cubicBezTo>
                    <a:pt x="296949" y="473899"/>
                    <a:pt x="296267" y="473778"/>
                    <a:pt x="295564" y="473653"/>
                  </a:cubicBezTo>
                  <a:cubicBezTo>
                    <a:pt x="295020" y="472168"/>
                    <a:pt x="295020" y="472168"/>
                    <a:pt x="294820" y="470677"/>
                  </a:cubicBezTo>
                  <a:cubicBezTo>
                    <a:pt x="292586" y="470189"/>
                    <a:pt x="292586" y="470189"/>
                    <a:pt x="289864" y="470223"/>
                  </a:cubicBezTo>
                  <a:cubicBezTo>
                    <a:pt x="289122" y="470205"/>
                    <a:pt x="289122" y="470205"/>
                    <a:pt x="288366" y="470186"/>
                  </a:cubicBezTo>
                  <a:cubicBezTo>
                    <a:pt x="286781" y="470150"/>
                    <a:pt x="285197" y="470134"/>
                    <a:pt x="283612" y="470119"/>
                  </a:cubicBezTo>
                  <a:cubicBezTo>
                    <a:pt x="282539" y="470098"/>
                    <a:pt x="281467" y="470076"/>
                    <a:pt x="280395" y="470052"/>
                  </a:cubicBezTo>
                  <a:cubicBezTo>
                    <a:pt x="277762" y="469997"/>
                    <a:pt x="275129" y="469960"/>
                    <a:pt x="272496" y="469933"/>
                  </a:cubicBezTo>
                  <a:cubicBezTo>
                    <a:pt x="272468" y="469350"/>
                    <a:pt x="272440" y="468768"/>
                    <a:pt x="272412" y="468168"/>
                  </a:cubicBezTo>
                  <a:cubicBezTo>
                    <a:pt x="272363" y="467415"/>
                    <a:pt x="272314" y="466662"/>
                    <a:pt x="272263" y="465886"/>
                  </a:cubicBezTo>
                  <a:cubicBezTo>
                    <a:pt x="272220" y="465135"/>
                    <a:pt x="272177" y="464384"/>
                    <a:pt x="272133" y="463610"/>
                  </a:cubicBezTo>
                  <a:cubicBezTo>
                    <a:pt x="272007" y="462996"/>
                    <a:pt x="271881" y="462381"/>
                    <a:pt x="271752" y="461747"/>
                  </a:cubicBezTo>
                  <a:cubicBezTo>
                    <a:pt x="271015" y="461502"/>
                    <a:pt x="270278" y="461256"/>
                    <a:pt x="269519" y="461003"/>
                  </a:cubicBezTo>
                  <a:cubicBezTo>
                    <a:pt x="269355" y="459098"/>
                    <a:pt x="269526" y="457287"/>
                    <a:pt x="269659" y="455381"/>
                  </a:cubicBezTo>
                  <a:cubicBezTo>
                    <a:pt x="269486" y="453123"/>
                    <a:pt x="268839" y="452873"/>
                    <a:pt x="267287" y="451329"/>
                  </a:cubicBezTo>
                  <a:cubicBezTo>
                    <a:pt x="266906" y="449321"/>
                    <a:pt x="266906" y="449321"/>
                    <a:pt x="266775" y="447097"/>
                  </a:cubicBezTo>
                  <a:cubicBezTo>
                    <a:pt x="266726" y="446357"/>
                    <a:pt x="266677" y="445618"/>
                    <a:pt x="266627" y="444856"/>
                  </a:cubicBezTo>
                  <a:cubicBezTo>
                    <a:pt x="266599" y="444291"/>
                    <a:pt x="266571" y="443726"/>
                    <a:pt x="266543" y="443144"/>
                  </a:cubicBezTo>
                  <a:cubicBezTo>
                    <a:pt x="265806" y="443144"/>
                    <a:pt x="265069" y="443144"/>
                    <a:pt x="264310" y="443144"/>
                  </a:cubicBezTo>
                  <a:cubicBezTo>
                    <a:pt x="264310" y="440442"/>
                    <a:pt x="264310" y="437741"/>
                    <a:pt x="264310" y="434958"/>
                  </a:cubicBezTo>
                  <a:cubicBezTo>
                    <a:pt x="263328" y="434958"/>
                    <a:pt x="262346" y="434958"/>
                    <a:pt x="261334" y="434958"/>
                  </a:cubicBezTo>
                  <a:cubicBezTo>
                    <a:pt x="261334" y="432502"/>
                    <a:pt x="261334" y="430047"/>
                    <a:pt x="261334" y="427517"/>
                  </a:cubicBezTo>
                  <a:cubicBezTo>
                    <a:pt x="260597" y="427517"/>
                    <a:pt x="259860" y="427517"/>
                    <a:pt x="259101" y="427517"/>
                  </a:cubicBezTo>
                  <a:cubicBezTo>
                    <a:pt x="258610" y="424815"/>
                    <a:pt x="258119" y="422114"/>
                    <a:pt x="257613" y="419331"/>
                  </a:cubicBezTo>
                  <a:cubicBezTo>
                    <a:pt x="257122" y="419331"/>
                    <a:pt x="256631" y="419331"/>
                    <a:pt x="256125" y="419331"/>
                  </a:cubicBezTo>
                  <a:cubicBezTo>
                    <a:pt x="256097" y="418803"/>
                    <a:pt x="256069" y="418274"/>
                    <a:pt x="256041" y="417729"/>
                  </a:cubicBezTo>
                  <a:cubicBezTo>
                    <a:pt x="255967" y="416704"/>
                    <a:pt x="255967" y="416704"/>
                    <a:pt x="255892" y="415657"/>
                  </a:cubicBezTo>
                  <a:cubicBezTo>
                    <a:pt x="255849" y="414975"/>
                    <a:pt x="255806" y="414293"/>
                    <a:pt x="255761" y="413590"/>
                  </a:cubicBezTo>
                  <a:cubicBezTo>
                    <a:pt x="255636" y="413029"/>
                    <a:pt x="255510" y="412468"/>
                    <a:pt x="255381" y="411890"/>
                  </a:cubicBezTo>
                  <a:cubicBezTo>
                    <a:pt x="254644" y="411644"/>
                    <a:pt x="253907" y="411399"/>
                    <a:pt x="253148" y="411146"/>
                  </a:cubicBezTo>
                  <a:cubicBezTo>
                    <a:pt x="252820" y="409797"/>
                    <a:pt x="252820" y="409797"/>
                    <a:pt x="252730" y="408169"/>
                  </a:cubicBezTo>
                  <a:cubicBezTo>
                    <a:pt x="252666" y="406582"/>
                    <a:pt x="252666" y="406582"/>
                    <a:pt x="252404" y="405192"/>
                  </a:cubicBezTo>
                  <a:cubicBezTo>
                    <a:pt x="251913" y="404947"/>
                    <a:pt x="251422" y="404701"/>
                    <a:pt x="250916" y="404448"/>
                  </a:cubicBezTo>
                  <a:cubicBezTo>
                    <a:pt x="250474" y="402477"/>
                    <a:pt x="250364" y="400510"/>
                    <a:pt x="250172" y="398495"/>
                  </a:cubicBezTo>
                  <a:cubicBezTo>
                    <a:pt x="249435" y="398495"/>
                    <a:pt x="248698" y="398495"/>
                    <a:pt x="247939" y="398495"/>
                  </a:cubicBezTo>
                  <a:cubicBezTo>
                    <a:pt x="247694" y="396531"/>
                    <a:pt x="247448" y="394566"/>
                    <a:pt x="247195" y="392542"/>
                  </a:cubicBezTo>
                  <a:cubicBezTo>
                    <a:pt x="246458" y="392542"/>
                    <a:pt x="245722" y="392542"/>
                    <a:pt x="244963" y="392542"/>
                  </a:cubicBezTo>
                  <a:cubicBezTo>
                    <a:pt x="244871" y="391698"/>
                    <a:pt x="244779" y="390854"/>
                    <a:pt x="244684" y="389984"/>
                  </a:cubicBezTo>
                  <a:cubicBezTo>
                    <a:pt x="244530" y="389109"/>
                    <a:pt x="244377" y="388234"/>
                    <a:pt x="244219" y="387333"/>
                  </a:cubicBezTo>
                  <a:cubicBezTo>
                    <a:pt x="243727" y="387088"/>
                    <a:pt x="243236" y="386842"/>
                    <a:pt x="242730" y="386589"/>
                  </a:cubicBezTo>
                  <a:cubicBezTo>
                    <a:pt x="242289" y="384618"/>
                    <a:pt x="242178" y="382651"/>
                    <a:pt x="241986" y="380636"/>
                  </a:cubicBezTo>
                  <a:cubicBezTo>
                    <a:pt x="241249" y="380636"/>
                    <a:pt x="240513" y="380636"/>
                    <a:pt x="239754" y="380636"/>
                  </a:cubicBezTo>
                  <a:cubicBezTo>
                    <a:pt x="239220" y="379161"/>
                    <a:pt x="238725" y="377671"/>
                    <a:pt x="238265" y="376171"/>
                  </a:cubicBezTo>
                  <a:cubicBezTo>
                    <a:pt x="237774" y="375925"/>
                    <a:pt x="237283" y="375680"/>
                    <a:pt x="236777" y="375427"/>
                  </a:cubicBezTo>
                  <a:cubicBezTo>
                    <a:pt x="236792" y="374690"/>
                    <a:pt x="236808" y="373953"/>
                    <a:pt x="236824" y="373194"/>
                  </a:cubicBezTo>
                  <a:cubicBezTo>
                    <a:pt x="236801" y="372089"/>
                    <a:pt x="236801" y="372089"/>
                    <a:pt x="236777" y="370962"/>
                  </a:cubicBezTo>
                  <a:cubicBezTo>
                    <a:pt x="236040" y="370716"/>
                    <a:pt x="235304" y="370471"/>
                    <a:pt x="234545" y="370218"/>
                  </a:cubicBezTo>
                  <a:cubicBezTo>
                    <a:pt x="234289" y="369228"/>
                    <a:pt x="234042" y="368235"/>
                    <a:pt x="233801" y="367241"/>
                  </a:cubicBezTo>
                  <a:cubicBezTo>
                    <a:pt x="233064" y="366750"/>
                    <a:pt x="232327" y="366259"/>
                    <a:pt x="231568" y="365753"/>
                  </a:cubicBezTo>
                  <a:cubicBezTo>
                    <a:pt x="231057" y="364519"/>
                    <a:pt x="230559" y="363279"/>
                    <a:pt x="230080" y="362032"/>
                  </a:cubicBezTo>
                  <a:cubicBezTo>
                    <a:pt x="229589" y="361787"/>
                    <a:pt x="229098" y="361541"/>
                    <a:pt x="228592" y="361288"/>
                  </a:cubicBezTo>
                  <a:cubicBezTo>
                    <a:pt x="228344" y="360048"/>
                    <a:pt x="228095" y="358808"/>
                    <a:pt x="227847" y="357567"/>
                  </a:cubicBezTo>
                  <a:cubicBezTo>
                    <a:pt x="227356" y="357322"/>
                    <a:pt x="226865" y="357076"/>
                    <a:pt x="226359" y="356823"/>
                  </a:cubicBezTo>
                  <a:cubicBezTo>
                    <a:pt x="226252" y="356363"/>
                    <a:pt x="226144" y="355902"/>
                    <a:pt x="226034" y="355428"/>
                  </a:cubicBezTo>
                  <a:cubicBezTo>
                    <a:pt x="225525" y="353508"/>
                    <a:pt x="224828" y="352953"/>
                    <a:pt x="223383" y="351614"/>
                  </a:cubicBezTo>
                  <a:cubicBezTo>
                    <a:pt x="220496" y="348303"/>
                    <a:pt x="220496" y="348303"/>
                    <a:pt x="220080" y="346405"/>
                  </a:cubicBezTo>
                  <a:cubicBezTo>
                    <a:pt x="219732" y="344691"/>
                    <a:pt x="219732" y="344691"/>
                    <a:pt x="217848" y="343150"/>
                  </a:cubicBezTo>
                  <a:cubicBezTo>
                    <a:pt x="215783" y="341034"/>
                    <a:pt x="215349" y="339484"/>
                    <a:pt x="214453" y="336732"/>
                  </a:cubicBezTo>
                  <a:cubicBezTo>
                    <a:pt x="213716" y="336732"/>
                    <a:pt x="212980" y="336732"/>
                    <a:pt x="212221" y="336732"/>
                  </a:cubicBezTo>
                  <a:cubicBezTo>
                    <a:pt x="211802" y="335290"/>
                    <a:pt x="211802" y="335290"/>
                    <a:pt x="211476" y="333755"/>
                  </a:cubicBezTo>
                  <a:cubicBezTo>
                    <a:pt x="210985" y="333509"/>
                    <a:pt x="210494" y="333264"/>
                    <a:pt x="209988" y="333011"/>
                  </a:cubicBezTo>
                  <a:cubicBezTo>
                    <a:pt x="209743" y="332274"/>
                    <a:pt x="209497" y="331537"/>
                    <a:pt x="209244" y="330778"/>
                  </a:cubicBezTo>
                  <a:cubicBezTo>
                    <a:pt x="208507" y="330533"/>
                    <a:pt x="207771" y="330287"/>
                    <a:pt x="207012" y="330034"/>
                  </a:cubicBezTo>
                  <a:cubicBezTo>
                    <a:pt x="206763" y="329042"/>
                    <a:pt x="206515" y="328050"/>
                    <a:pt x="206267" y="327058"/>
                  </a:cubicBezTo>
                  <a:cubicBezTo>
                    <a:pt x="205531" y="326812"/>
                    <a:pt x="204794" y="326567"/>
                    <a:pt x="204035" y="326314"/>
                  </a:cubicBezTo>
                  <a:cubicBezTo>
                    <a:pt x="203758" y="325329"/>
                    <a:pt x="203509" y="324336"/>
                    <a:pt x="203291" y="323337"/>
                  </a:cubicBezTo>
                  <a:cubicBezTo>
                    <a:pt x="202800" y="323091"/>
                    <a:pt x="202309" y="322846"/>
                    <a:pt x="201803" y="322593"/>
                  </a:cubicBezTo>
                  <a:cubicBezTo>
                    <a:pt x="201557" y="321856"/>
                    <a:pt x="201311" y="321119"/>
                    <a:pt x="201058" y="320360"/>
                  </a:cubicBezTo>
                  <a:cubicBezTo>
                    <a:pt x="200322" y="320115"/>
                    <a:pt x="199585" y="319869"/>
                    <a:pt x="198826" y="319616"/>
                  </a:cubicBezTo>
                  <a:cubicBezTo>
                    <a:pt x="198719" y="319125"/>
                    <a:pt x="198611" y="318634"/>
                    <a:pt x="198500" y="318128"/>
                  </a:cubicBezTo>
                  <a:cubicBezTo>
                    <a:pt x="198362" y="317637"/>
                    <a:pt x="198224" y="317146"/>
                    <a:pt x="198082" y="316640"/>
                  </a:cubicBezTo>
                  <a:cubicBezTo>
                    <a:pt x="197095" y="316371"/>
                    <a:pt x="196103" y="316121"/>
                    <a:pt x="195105" y="315896"/>
                  </a:cubicBezTo>
                  <a:cubicBezTo>
                    <a:pt x="195105" y="315159"/>
                    <a:pt x="195105" y="314422"/>
                    <a:pt x="195105" y="313663"/>
                  </a:cubicBezTo>
                  <a:cubicBezTo>
                    <a:pt x="194369" y="313418"/>
                    <a:pt x="193632" y="313172"/>
                    <a:pt x="192873" y="312919"/>
                  </a:cubicBezTo>
                  <a:cubicBezTo>
                    <a:pt x="192627" y="312182"/>
                    <a:pt x="192382" y="311446"/>
                    <a:pt x="192129" y="310687"/>
                  </a:cubicBezTo>
                  <a:cubicBezTo>
                    <a:pt x="191392" y="310195"/>
                    <a:pt x="190655" y="309704"/>
                    <a:pt x="189896" y="309198"/>
                  </a:cubicBezTo>
                  <a:cubicBezTo>
                    <a:pt x="189651" y="308462"/>
                    <a:pt x="189405" y="307725"/>
                    <a:pt x="189152" y="306966"/>
                  </a:cubicBezTo>
                  <a:cubicBezTo>
                    <a:pt x="188584" y="306659"/>
                    <a:pt x="188016" y="306352"/>
                    <a:pt x="187431" y="306036"/>
                  </a:cubicBezTo>
                  <a:cubicBezTo>
                    <a:pt x="185398" y="304712"/>
                    <a:pt x="184939" y="304096"/>
                    <a:pt x="183850" y="302036"/>
                  </a:cubicBezTo>
                  <a:cubicBezTo>
                    <a:pt x="182719" y="299333"/>
                    <a:pt x="182719" y="299333"/>
                    <a:pt x="180222" y="298780"/>
                  </a:cubicBezTo>
                  <a:cubicBezTo>
                    <a:pt x="179974" y="297540"/>
                    <a:pt x="179726" y="296300"/>
                    <a:pt x="179478" y="295060"/>
                  </a:cubicBezTo>
                  <a:cubicBezTo>
                    <a:pt x="178742" y="294814"/>
                    <a:pt x="178005" y="294569"/>
                    <a:pt x="177246" y="294316"/>
                  </a:cubicBezTo>
                  <a:cubicBezTo>
                    <a:pt x="177246" y="293579"/>
                    <a:pt x="177246" y="292842"/>
                    <a:pt x="177246" y="292083"/>
                  </a:cubicBezTo>
                  <a:cubicBezTo>
                    <a:pt x="176264" y="292083"/>
                    <a:pt x="175281" y="292083"/>
                    <a:pt x="174269" y="292083"/>
                  </a:cubicBezTo>
                  <a:cubicBezTo>
                    <a:pt x="174269" y="291101"/>
                    <a:pt x="174269" y="290119"/>
                    <a:pt x="174269" y="289107"/>
                  </a:cubicBezTo>
                  <a:cubicBezTo>
                    <a:pt x="173748" y="289045"/>
                    <a:pt x="173226" y="288984"/>
                    <a:pt x="172688" y="288921"/>
                  </a:cubicBezTo>
                  <a:cubicBezTo>
                    <a:pt x="169676" y="288135"/>
                    <a:pt x="168835" y="286343"/>
                    <a:pt x="167148" y="283831"/>
                  </a:cubicBezTo>
                  <a:cubicBezTo>
                    <a:pt x="166062" y="282215"/>
                    <a:pt x="166062" y="282215"/>
                    <a:pt x="163851" y="280921"/>
                  </a:cubicBezTo>
                  <a:cubicBezTo>
                    <a:pt x="163851" y="280184"/>
                    <a:pt x="163851" y="279448"/>
                    <a:pt x="163851" y="278689"/>
                  </a:cubicBezTo>
                  <a:cubicBezTo>
                    <a:pt x="162861" y="278433"/>
                    <a:pt x="161869" y="278185"/>
                    <a:pt x="160875" y="277944"/>
                  </a:cubicBezTo>
                  <a:cubicBezTo>
                    <a:pt x="160629" y="277208"/>
                    <a:pt x="160384" y="276471"/>
                    <a:pt x="160131" y="275712"/>
                  </a:cubicBezTo>
                  <a:cubicBezTo>
                    <a:pt x="159394" y="275466"/>
                    <a:pt x="158657" y="275221"/>
                    <a:pt x="157898" y="274968"/>
                  </a:cubicBezTo>
                  <a:cubicBezTo>
                    <a:pt x="157898" y="273986"/>
                    <a:pt x="157898" y="273003"/>
                    <a:pt x="157898" y="271991"/>
                  </a:cubicBezTo>
                  <a:cubicBezTo>
                    <a:pt x="157376" y="271915"/>
                    <a:pt x="156855" y="271838"/>
                    <a:pt x="156317" y="271759"/>
                  </a:cubicBezTo>
                  <a:cubicBezTo>
                    <a:pt x="153117" y="270994"/>
                    <a:pt x="151511" y="268714"/>
                    <a:pt x="149713" y="266038"/>
                  </a:cubicBezTo>
                  <a:cubicBezTo>
                    <a:pt x="149713" y="265547"/>
                    <a:pt x="149713" y="265056"/>
                    <a:pt x="149713" y="264550"/>
                  </a:cubicBezTo>
                  <a:cubicBezTo>
                    <a:pt x="148976" y="264304"/>
                    <a:pt x="148239" y="264059"/>
                    <a:pt x="147480" y="263806"/>
                  </a:cubicBezTo>
                  <a:cubicBezTo>
                    <a:pt x="146364" y="262646"/>
                    <a:pt x="146364" y="262646"/>
                    <a:pt x="145248" y="261248"/>
                  </a:cubicBezTo>
                  <a:cubicBezTo>
                    <a:pt x="143786" y="259424"/>
                    <a:pt x="142777" y="258438"/>
                    <a:pt x="140783" y="257109"/>
                  </a:cubicBezTo>
                  <a:cubicBezTo>
                    <a:pt x="140783" y="256372"/>
                    <a:pt x="140783" y="255635"/>
                    <a:pt x="140783" y="254876"/>
                  </a:cubicBezTo>
                  <a:cubicBezTo>
                    <a:pt x="140347" y="254769"/>
                    <a:pt x="139910" y="254661"/>
                    <a:pt x="139460" y="254551"/>
                  </a:cubicBezTo>
                  <a:cubicBezTo>
                    <a:pt x="137239" y="253988"/>
                    <a:pt x="136569" y="252927"/>
                    <a:pt x="135155" y="251155"/>
                  </a:cubicBezTo>
                  <a:cubicBezTo>
                    <a:pt x="133215" y="248687"/>
                    <a:pt x="133215" y="248687"/>
                    <a:pt x="130365" y="247435"/>
                  </a:cubicBezTo>
                  <a:cubicBezTo>
                    <a:pt x="130365" y="246452"/>
                    <a:pt x="130365" y="245470"/>
                    <a:pt x="130365" y="244458"/>
                  </a:cubicBezTo>
                  <a:cubicBezTo>
                    <a:pt x="129828" y="244366"/>
                    <a:pt x="129291" y="244274"/>
                    <a:pt x="128737" y="244179"/>
                  </a:cubicBezTo>
                  <a:cubicBezTo>
                    <a:pt x="125605" y="243483"/>
                    <a:pt x="124765" y="241828"/>
                    <a:pt x="122924" y="239249"/>
                  </a:cubicBezTo>
                  <a:cubicBezTo>
                    <a:pt x="122924" y="238758"/>
                    <a:pt x="122924" y="238267"/>
                    <a:pt x="122924" y="237761"/>
                  </a:cubicBezTo>
                  <a:cubicBezTo>
                    <a:pt x="122433" y="237531"/>
                    <a:pt x="121941" y="237300"/>
                    <a:pt x="121435" y="237063"/>
                  </a:cubicBezTo>
                  <a:cubicBezTo>
                    <a:pt x="120944" y="236802"/>
                    <a:pt x="120453" y="236541"/>
                    <a:pt x="119947" y="236273"/>
                  </a:cubicBezTo>
                  <a:cubicBezTo>
                    <a:pt x="119947" y="235536"/>
                    <a:pt x="119947" y="234799"/>
                    <a:pt x="119947" y="234040"/>
                  </a:cubicBezTo>
                  <a:cubicBezTo>
                    <a:pt x="118965" y="234040"/>
                    <a:pt x="117983" y="234040"/>
                    <a:pt x="116970" y="234040"/>
                  </a:cubicBezTo>
                  <a:cubicBezTo>
                    <a:pt x="116970" y="233058"/>
                    <a:pt x="116970" y="232076"/>
                    <a:pt x="116970" y="231064"/>
                  </a:cubicBezTo>
                  <a:cubicBezTo>
                    <a:pt x="115737" y="230786"/>
                    <a:pt x="114496" y="230537"/>
                    <a:pt x="113250" y="230319"/>
                  </a:cubicBezTo>
                  <a:cubicBezTo>
                    <a:pt x="113250" y="229583"/>
                    <a:pt x="113250" y="228846"/>
                    <a:pt x="113250" y="228087"/>
                  </a:cubicBezTo>
                  <a:cubicBezTo>
                    <a:pt x="112651" y="227857"/>
                    <a:pt x="112053" y="227627"/>
                    <a:pt x="111436" y="227389"/>
                  </a:cubicBezTo>
                  <a:cubicBezTo>
                    <a:pt x="110807" y="227128"/>
                    <a:pt x="110177" y="226868"/>
                    <a:pt x="109529" y="226599"/>
                  </a:cubicBezTo>
                  <a:cubicBezTo>
                    <a:pt x="109267" y="225610"/>
                    <a:pt x="109017" y="224618"/>
                    <a:pt x="108785" y="223622"/>
                  </a:cubicBezTo>
                  <a:cubicBezTo>
                    <a:pt x="107803" y="223622"/>
                    <a:pt x="106820" y="223622"/>
                    <a:pt x="105808" y="223622"/>
                  </a:cubicBezTo>
                  <a:cubicBezTo>
                    <a:pt x="105808" y="222640"/>
                    <a:pt x="105808" y="221658"/>
                    <a:pt x="105808" y="220646"/>
                  </a:cubicBezTo>
                  <a:cubicBezTo>
                    <a:pt x="104826" y="220646"/>
                    <a:pt x="103844" y="220646"/>
                    <a:pt x="102832" y="220646"/>
                  </a:cubicBezTo>
                  <a:cubicBezTo>
                    <a:pt x="102832" y="219663"/>
                    <a:pt x="102832" y="218681"/>
                    <a:pt x="102832" y="217669"/>
                  </a:cubicBezTo>
                  <a:cubicBezTo>
                    <a:pt x="101594" y="217408"/>
                    <a:pt x="100354" y="217162"/>
                    <a:pt x="99111" y="216925"/>
                  </a:cubicBezTo>
                  <a:cubicBezTo>
                    <a:pt x="98274" y="215483"/>
                    <a:pt x="98274" y="215483"/>
                    <a:pt x="97623" y="213948"/>
                  </a:cubicBezTo>
                  <a:cubicBezTo>
                    <a:pt x="96886" y="213457"/>
                    <a:pt x="96149" y="212966"/>
                    <a:pt x="95390" y="212460"/>
                  </a:cubicBezTo>
                  <a:cubicBezTo>
                    <a:pt x="95390" y="211723"/>
                    <a:pt x="95390" y="210987"/>
                    <a:pt x="95390" y="210228"/>
                  </a:cubicBezTo>
                  <a:cubicBezTo>
                    <a:pt x="94408" y="210228"/>
                    <a:pt x="93426" y="210228"/>
                    <a:pt x="92414" y="210228"/>
                  </a:cubicBezTo>
                  <a:cubicBezTo>
                    <a:pt x="92414" y="209245"/>
                    <a:pt x="92414" y="208263"/>
                    <a:pt x="92414" y="207251"/>
                  </a:cubicBezTo>
                  <a:cubicBezTo>
                    <a:pt x="91180" y="206973"/>
                    <a:pt x="89939" y="206725"/>
                    <a:pt x="88693" y="206507"/>
                  </a:cubicBezTo>
                  <a:cubicBezTo>
                    <a:pt x="88693" y="205770"/>
                    <a:pt x="88693" y="205034"/>
                    <a:pt x="88693" y="204275"/>
                  </a:cubicBezTo>
                  <a:cubicBezTo>
                    <a:pt x="87795" y="203929"/>
                    <a:pt x="87795" y="203929"/>
                    <a:pt x="86879" y="203577"/>
                  </a:cubicBezTo>
                  <a:cubicBezTo>
                    <a:pt x="86250" y="203316"/>
                    <a:pt x="85621" y="203055"/>
                    <a:pt x="84972" y="202786"/>
                  </a:cubicBezTo>
                  <a:cubicBezTo>
                    <a:pt x="84711" y="201798"/>
                    <a:pt x="84461" y="200806"/>
                    <a:pt x="84228" y="199810"/>
                  </a:cubicBezTo>
                  <a:cubicBezTo>
                    <a:pt x="83246" y="199810"/>
                    <a:pt x="82264" y="199810"/>
                    <a:pt x="81252" y="199810"/>
                  </a:cubicBezTo>
                  <a:cubicBezTo>
                    <a:pt x="81252" y="198827"/>
                    <a:pt x="81252" y="197845"/>
                    <a:pt x="81252" y="196833"/>
                  </a:cubicBezTo>
                  <a:cubicBezTo>
                    <a:pt x="80018" y="196555"/>
                    <a:pt x="78777" y="196307"/>
                    <a:pt x="77531" y="196089"/>
                  </a:cubicBezTo>
                  <a:cubicBezTo>
                    <a:pt x="77531" y="195352"/>
                    <a:pt x="77531" y="194616"/>
                    <a:pt x="77531" y="193857"/>
                  </a:cubicBezTo>
                  <a:cubicBezTo>
                    <a:pt x="76552" y="193335"/>
                    <a:pt x="75558" y="192841"/>
                    <a:pt x="74554" y="192368"/>
                  </a:cubicBezTo>
                  <a:cubicBezTo>
                    <a:pt x="74063" y="191632"/>
                    <a:pt x="73572" y="190895"/>
                    <a:pt x="73066" y="190136"/>
                  </a:cubicBezTo>
                  <a:cubicBezTo>
                    <a:pt x="72330" y="189890"/>
                    <a:pt x="71593" y="189645"/>
                    <a:pt x="70834" y="189392"/>
                  </a:cubicBezTo>
                  <a:cubicBezTo>
                    <a:pt x="70834" y="188409"/>
                    <a:pt x="70834" y="187427"/>
                    <a:pt x="70834" y="186415"/>
                  </a:cubicBezTo>
                  <a:cubicBezTo>
                    <a:pt x="69386" y="185976"/>
                    <a:pt x="69386" y="185976"/>
                    <a:pt x="67857" y="185671"/>
                  </a:cubicBezTo>
                  <a:cubicBezTo>
                    <a:pt x="67612" y="184934"/>
                    <a:pt x="67366" y="184198"/>
                    <a:pt x="67113" y="183439"/>
                  </a:cubicBezTo>
                  <a:cubicBezTo>
                    <a:pt x="66499" y="183316"/>
                    <a:pt x="65885" y="183193"/>
                    <a:pt x="65253" y="183067"/>
                  </a:cubicBezTo>
                  <a:cubicBezTo>
                    <a:pt x="64639" y="182944"/>
                    <a:pt x="64025" y="182821"/>
                    <a:pt x="63392" y="182694"/>
                  </a:cubicBezTo>
                  <a:cubicBezTo>
                    <a:pt x="63147" y="181958"/>
                    <a:pt x="62901" y="181221"/>
                    <a:pt x="62648" y="180462"/>
                  </a:cubicBezTo>
                  <a:cubicBezTo>
                    <a:pt x="62142" y="179956"/>
                    <a:pt x="61635" y="179449"/>
                    <a:pt x="61113" y="178927"/>
                  </a:cubicBezTo>
                  <a:cubicBezTo>
                    <a:pt x="59672" y="177485"/>
                    <a:pt x="59672" y="177485"/>
                    <a:pt x="59672" y="175997"/>
                  </a:cubicBezTo>
                  <a:cubicBezTo>
                    <a:pt x="58689" y="175997"/>
                    <a:pt x="57707" y="175997"/>
                    <a:pt x="56695" y="175997"/>
                  </a:cubicBezTo>
                  <a:cubicBezTo>
                    <a:pt x="56695" y="175015"/>
                    <a:pt x="56695" y="174033"/>
                    <a:pt x="56695" y="173021"/>
                  </a:cubicBezTo>
                  <a:cubicBezTo>
                    <a:pt x="55463" y="172736"/>
                    <a:pt x="54221" y="172489"/>
                    <a:pt x="52974" y="172276"/>
                  </a:cubicBezTo>
                  <a:cubicBezTo>
                    <a:pt x="52729" y="171540"/>
                    <a:pt x="52483" y="170803"/>
                    <a:pt x="52230" y="170044"/>
                  </a:cubicBezTo>
                  <a:cubicBezTo>
                    <a:pt x="51739" y="169799"/>
                    <a:pt x="51248" y="169553"/>
                    <a:pt x="50742" y="169300"/>
                  </a:cubicBezTo>
                  <a:cubicBezTo>
                    <a:pt x="49254" y="168556"/>
                    <a:pt x="49254" y="168556"/>
                    <a:pt x="48510" y="166323"/>
                  </a:cubicBezTo>
                  <a:cubicBezTo>
                    <a:pt x="47773" y="166078"/>
                    <a:pt x="47036" y="165832"/>
                    <a:pt x="46277" y="165579"/>
                  </a:cubicBezTo>
                  <a:cubicBezTo>
                    <a:pt x="46170" y="165073"/>
                    <a:pt x="46062" y="164566"/>
                    <a:pt x="45952" y="164044"/>
                  </a:cubicBezTo>
                  <a:cubicBezTo>
                    <a:pt x="45813" y="163569"/>
                    <a:pt x="45675" y="163093"/>
                    <a:pt x="45533" y="162603"/>
                  </a:cubicBezTo>
                  <a:cubicBezTo>
                    <a:pt x="44551" y="162603"/>
                    <a:pt x="43568" y="162603"/>
                    <a:pt x="42556" y="162603"/>
                  </a:cubicBezTo>
                  <a:cubicBezTo>
                    <a:pt x="42449" y="162142"/>
                    <a:pt x="42342" y="161682"/>
                    <a:pt x="42231" y="161207"/>
                  </a:cubicBezTo>
                  <a:cubicBezTo>
                    <a:pt x="42093" y="160686"/>
                    <a:pt x="41955" y="160164"/>
                    <a:pt x="41812" y="159626"/>
                  </a:cubicBezTo>
                  <a:cubicBezTo>
                    <a:pt x="40583" y="159104"/>
                    <a:pt x="39342" y="158607"/>
                    <a:pt x="38092" y="158138"/>
                  </a:cubicBezTo>
                  <a:cubicBezTo>
                    <a:pt x="37846" y="157401"/>
                    <a:pt x="37600" y="156664"/>
                    <a:pt x="37347" y="155905"/>
                  </a:cubicBezTo>
                  <a:cubicBezTo>
                    <a:pt x="36611" y="155414"/>
                    <a:pt x="35874" y="154923"/>
                    <a:pt x="35115" y="154417"/>
                  </a:cubicBezTo>
                  <a:cubicBezTo>
                    <a:pt x="35115" y="153680"/>
                    <a:pt x="35115" y="152944"/>
                    <a:pt x="35115" y="152185"/>
                  </a:cubicBezTo>
                  <a:cubicBezTo>
                    <a:pt x="33887" y="152185"/>
                    <a:pt x="32659" y="152185"/>
                    <a:pt x="31394" y="152185"/>
                  </a:cubicBezTo>
                  <a:cubicBezTo>
                    <a:pt x="31394" y="151448"/>
                    <a:pt x="31394" y="150711"/>
                    <a:pt x="31394" y="149952"/>
                  </a:cubicBezTo>
                  <a:cubicBezTo>
                    <a:pt x="30811" y="149722"/>
                    <a:pt x="30228" y="149492"/>
                    <a:pt x="29627" y="149255"/>
                  </a:cubicBezTo>
                  <a:cubicBezTo>
                    <a:pt x="27674" y="148464"/>
                    <a:pt x="27674" y="148464"/>
                    <a:pt x="26790" y="146929"/>
                  </a:cubicBezTo>
                  <a:cubicBezTo>
                    <a:pt x="26590" y="146453"/>
                    <a:pt x="26391" y="145978"/>
                    <a:pt x="26185" y="145487"/>
                  </a:cubicBezTo>
                  <a:cubicBezTo>
                    <a:pt x="25694" y="145242"/>
                    <a:pt x="25203" y="144996"/>
                    <a:pt x="24697" y="144743"/>
                  </a:cubicBezTo>
                  <a:cubicBezTo>
                    <a:pt x="24451" y="144007"/>
                    <a:pt x="24206" y="143270"/>
                    <a:pt x="23953" y="142511"/>
                  </a:cubicBezTo>
                  <a:cubicBezTo>
                    <a:pt x="23216" y="142265"/>
                    <a:pt x="22480" y="142020"/>
                    <a:pt x="21720" y="141767"/>
                  </a:cubicBezTo>
                  <a:cubicBezTo>
                    <a:pt x="21613" y="141260"/>
                    <a:pt x="21506" y="140754"/>
                    <a:pt x="21395" y="140232"/>
                  </a:cubicBezTo>
                  <a:cubicBezTo>
                    <a:pt x="21257" y="139756"/>
                    <a:pt x="21119" y="139280"/>
                    <a:pt x="20976" y="138790"/>
                  </a:cubicBezTo>
                  <a:cubicBezTo>
                    <a:pt x="19994" y="138790"/>
                    <a:pt x="19012" y="138790"/>
                    <a:pt x="18000" y="138790"/>
                  </a:cubicBezTo>
                  <a:cubicBezTo>
                    <a:pt x="17478" y="137811"/>
                    <a:pt x="16984" y="136817"/>
                    <a:pt x="16512" y="135814"/>
                  </a:cubicBezTo>
                  <a:cubicBezTo>
                    <a:pt x="15525" y="135306"/>
                    <a:pt x="14533" y="134808"/>
                    <a:pt x="13535" y="134325"/>
                  </a:cubicBezTo>
                  <a:cubicBezTo>
                    <a:pt x="13289" y="133589"/>
                    <a:pt x="13044" y="132852"/>
                    <a:pt x="12791" y="132093"/>
                  </a:cubicBezTo>
                  <a:cubicBezTo>
                    <a:pt x="12054" y="131847"/>
                    <a:pt x="11317" y="131602"/>
                    <a:pt x="10558" y="131349"/>
                  </a:cubicBezTo>
                  <a:cubicBezTo>
                    <a:pt x="10313" y="130612"/>
                    <a:pt x="10067" y="129875"/>
                    <a:pt x="9814" y="129116"/>
                  </a:cubicBezTo>
                  <a:cubicBezTo>
                    <a:pt x="9323" y="128994"/>
                    <a:pt x="8832" y="128871"/>
                    <a:pt x="8326" y="128744"/>
                  </a:cubicBezTo>
                  <a:cubicBezTo>
                    <a:pt x="7835" y="128621"/>
                    <a:pt x="7344" y="128499"/>
                    <a:pt x="6838" y="128372"/>
                  </a:cubicBezTo>
                  <a:cubicBezTo>
                    <a:pt x="6592" y="127635"/>
                    <a:pt x="6347" y="126899"/>
                    <a:pt x="6094" y="126140"/>
                  </a:cubicBezTo>
                  <a:cubicBezTo>
                    <a:pt x="5341" y="125817"/>
                    <a:pt x="4589" y="125495"/>
                    <a:pt x="3815" y="125163"/>
                  </a:cubicBezTo>
                  <a:cubicBezTo>
                    <a:pt x="3093" y="124749"/>
                    <a:pt x="2372" y="124334"/>
                    <a:pt x="1629" y="123907"/>
                  </a:cubicBezTo>
                  <a:cubicBezTo>
                    <a:pt x="1117" y="121675"/>
                    <a:pt x="1117" y="121675"/>
                    <a:pt x="1629" y="119443"/>
                  </a:cubicBezTo>
                  <a:cubicBezTo>
                    <a:pt x="3406" y="118039"/>
                    <a:pt x="4545" y="117210"/>
                    <a:pt x="6838" y="117210"/>
                  </a:cubicBezTo>
                  <a:cubicBezTo>
                    <a:pt x="6838" y="116473"/>
                    <a:pt x="6838" y="115737"/>
                    <a:pt x="6838" y="114978"/>
                  </a:cubicBezTo>
                  <a:cubicBezTo>
                    <a:pt x="10276" y="114732"/>
                    <a:pt x="13714" y="114487"/>
                    <a:pt x="17256" y="114234"/>
                  </a:cubicBezTo>
                  <a:cubicBezTo>
                    <a:pt x="17256" y="113251"/>
                    <a:pt x="17256" y="112269"/>
                    <a:pt x="17256" y="111257"/>
                  </a:cubicBezTo>
                  <a:cubicBezTo>
                    <a:pt x="17945" y="111229"/>
                    <a:pt x="18635" y="111201"/>
                    <a:pt x="19346" y="111173"/>
                  </a:cubicBezTo>
                  <a:cubicBezTo>
                    <a:pt x="20237" y="111124"/>
                    <a:pt x="21128" y="111075"/>
                    <a:pt x="22046" y="111024"/>
                  </a:cubicBezTo>
                  <a:cubicBezTo>
                    <a:pt x="23380" y="110960"/>
                    <a:pt x="23380" y="110960"/>
                    <a:pt x="24741" y="110894"/>
                  </a:cubicBezTo>
                  <a:cubicBezTo>
                    <a:pt x="25463" y="110768"/>
                    <a:pt x="26185" y="110642"/>
                    <a:pt x="26929" y="110513"/>
                  </a:cubicBezTo>
                  <a:cubicBezTo>
                    <a:pt x="27175" y="109776"/>
                    <a:pt x="27421" y="109039"/>
                    <a:pt x="27674" y="108280"/>
                  </a:cubicBezTo>
                  <a:cubicBezTo>
                    <a:pt x="30046" y="107815"/>
                    <a:pt x="30046" y="107815"/>
                    <a:pt x="32883" y="107536"/>
                  </a:cubicBezTo>
                  <a:cubicBezTo>
                    <a:pt x="35317" y="107318"/>
                    <a:pt x="35317" y="107318"/>
                    <a:pt x="37347" y="106792"/>
                  </a:cubicBezTo>
                  <a:cubicBezTo>
                    <a:pt x="37593" y="106055"/>
                    <a:pt x="37839" y="105319"/>
                    <a:pt x="38092" y="104560"/>
                  </a:cubicBezTo>
                  <a:cubicBezTo>
                    <a:pt x="40604" y="104239"/>
                    <a:pt x="43071" y="104232"/>
                    <a:pt x="45603" y="104191"/>
                  </a:cubicBezTo>
                  <a:cubicBezTo>
                    <a:pt x="46673" y="104005"/>
                    <a:pt x="46673" y="104005"/>
                    <a:pt x="47765" y="103816"/>
                  </a:cubicBezTo>
                  <a:cubicBezTo>
                    <a:pt x="47938" y="103079"/>
                    <a:pt x="47938" y="103079"/>
                    <a:pt x="48114" y="102327"/>
                  </a:cubicBezTo>
                  <a:cubicBezTo>
                    <a:pt x="48245" y="101836"/>
                    <a:pt x="48375" y="101345"/>
                    <a:pt x="48510" y="100839"/>
                  </a:cubicBezTo>
                  <a:cubicBezTo>
                    <a:pt x="50835" y="100464"/>
                    <a:pt x="50835" y="100464"/>
                    <a:pt x="53719" y="100420"/>
                  </a:cubicBezTo>
                  <a:cubicBezTo>
                    <a:pt x="56515" y="100421"/>
                    <a:pt x="56515" y="100421"/>
                    <a:pt x="58928" y="100095"/>
                  </a:cubicBezTo>
                  <a:cubicBezTo>
                    <a:pt x="59173" y="99358"/>
                    <a:pt x="59419" y="98621"/>
                    <a:pt x="59672" y="97862"/>
                  </a:cubicBezTo>
                  <a:cubicBezTo>
                    <a:pt x="61599" y="97571"/>
                    <a:pt x="63363" y="97413"/>
                    <a:pt x="65299" y="97351"/>
                  </a:cubicBezTo>
                  <a:cubicBezTo>
                    <a:pt x="65828" y="97325"/>
                    <a:pt x="66357" y="97300"/>
                    <a:pt x="66902" y="97274"/>
                  </a:cubicBezTo>
                  <a:cubicBezTo>
                    <a:pt x="68212" y="97212"/>
                    <a:pt x="69523" y="97164"/>
                    <a:pt x="70834" y="97118"/>
                  </a:cubicBezTo>
                  <a:cubicBezTo>
                    <a:pt x="70834" y="96136"/>
                    <a:pt x="70834" y="95154"/>
                    <a:pt x="70834" y="94142"/>
                  </a:cubicBezTo>
                  <a:cubicBezTo>
                    <a:pt x="71631" y="94114"/>
                    <a:pt x="72428" y="94086"/>
                    <a:pt x="73249" y="94057"/>
                  </a:cubicBezTo>
                  <a:cubicBezTo>
                    <a:pt x="74289" y="94009"/>
                    <a:pt x="75329" y="93959"/>
                    <a:pt x="76368" y="93909"/>
                  </a:cubicBezTo>
                  <a:cubicBezTo>
                    <a:pt x="76894" y="93892"/>
                    <a:pt x="77421" y="93876"/>
                    <a:pt x="77963" y="93858"/>
                  </a:cubicBezTo>
                  <a:cubicBezTo>
                    <a:pt x="79654" y="93794"/>
                    <a:pt x="79654" y="93794"/>
                    <a:pt x="81996" y="93398"/>
                  </a:cubicBezTo>
                  <a:cubicBezTo>
                    <a:pt x="82364" y="92293"/>
                    <a:pt x="82364" y="92293"/>
                    <a:pt x="82740" y="91165"/>
                  </a:cubicBezTo>
                  <a:cubicBezTo>
                    <a:pt x="84688" y="90811"/>
                    <a:pt x="84688" y="90811"/>
                    <a:pt x="87112" y="90700"/>
                  </a:cubicBezTo>
                  <a:cubicBezTo>
                    <a:pt x="89598" y="90574"/>
                    <a:pt x="91534" y="90466"/>
                    <a:pt x="93902" y="89677"/>
                  </a:cubicBezTo>
                  <a:cubicBezTo>
                    <a:pt x="94270" y="88572"/>
                    <a:pt x="94270" y="88572"/>
                    <a:pt x="94646" y="87444"/>
                  </a:cubicBezTo>
                  <a:cubicBezTo>
                    <a:pt x="97217" y="87177"/>
                    <a:pt x="99710" y="87120"/>
                    <a:pt x="102291" y="87117"/>
                  </a:cubicBezTo>
                  <a:cubicBezTo>
                    <a:pt x="104082" y="87101"/>
                    <a:pt x="104082" y="87101"/>
                    <a:pt x="106553" y="86700"/>
                  </a:cubicBezTo>
                  <a:cubicBezTo>
                    <a:pt x="106815" y="85712"/>
                    <a:pt x="107063" y="84720"/>
                    <a:pt x="107297" y="83724"/>
                  </a:cubicBezTo>
                  <a:cubicBezTo>
                    <a:pt x="109239" y="83431"/>
                    <a:pt x="110931" y="83307"/>
                    <a:pt x="112878" y="83305"/>
                  </a:cubicBezTo>
                  <a:cubicBezTo>
                    <a:pt x="114782" y="83293"/>
                    <a:pt x="116558" y="83191"/>
                    <a:pt x="118459" y="82980"/>
                  </a:cubicBezTo>
                  <a:cubicBezTo>
                    <a:pt x="118704" y="82243"/>
                    <a:pt x="118950" y="81506"/>
                    <a:pt x="119203" y="80747"/>
                  </a:cubicBezTo>
                  <a:cubicBezTo>
                    <a:pt x="120517" y="80425"/>
                    <a:pt x="120517" y="80425"/>
                    <a:pt x="122206" y="80366"/>
                  </a:cubicBezTo>
                  <a:cubicBezTo>
                    <a:pt x="122808" y="80340"/>
                    <a:pt x="123410" y="80314"/>
                    <a:pt x="124030" y="80286"/>
                  </a:cubicBezTo>
                  <a:cubicBezTo>
                    <a:pt x="124662" y="80270"/>
                    <a:pt x="125295" y="80253"/>
                    <a:pt x="125947" y="80236"/>
                  </a:cubicBezTo>
                  <a:cubicBezTo>
                    <a:pt x="126582" y="80210"/>
                    <a:pt x="127218" y="80185"/>
                    <a:pt x="127872" y="80159"/>
                  </a:cubicBezTo>
                  <a:cubicBezTo>
                    <a:pt x="129447" y="80097"/>
                    <a:pt x="131022" y="80049"/>
                    <a:pt x="132597" y="80003"/>
                  </a:cubicBezTo>
                  <a:cubicBezTo>
                    <a:pt x="132597" y="79021"/>
                    <a:pt x="132597" y="78039"/>
                    <a:pt x="132597" y="77027"/>
                  </a:cubicBezTo>
                  <a:cubicBezTo>
                    <a:pt x="133502" y="77061"/>
                    <a:pt x="134407" y="77096"/>
                    <a:pt x="135339" y="77131"/>
                  </a:cubicBezTo>
                  <a:cubicBezTo>
                    <a:pt x="136518" y="77159"/>
                    <a:pt x="137697" y="77186"/>
                    <a:pt x="138876" y="77213"/>
                  </a:cubicBezTo>
                  <a:cubicBezTo>
                    <a:pt x="139473" y="77237"/>
                    <a:pt x="140070" y="77262"/>
                    <a:pt x="140686" y="77288"/>
                  </a:cubicBezTo>
                  <a:cubicBezTo>
                    <a:pt x="142598" y="77354"/>
                    <a:pt x="142598" y="77354"/>
                    <a:pt x="145248" y="77027"/>
                  </a:cubicBezTo>
                  <a:cubicBezTo>
                    <a:pt x="145505" y="76037"/>
                    <a:pt x="145753" y="75044"/>
                    <a:pt x="145992" y="74050"/>
                  </a:cubicBezTo>
                  <a:cubicBezTo>
                    <a:pt x="148562" y="73708"/>
                    <a:pt x="150987" y="73673"/>
                    <a:pt x="153571" y="73687"/>
                  </a:cubicBezTo>
                  <a:cubicBezTo>
                    <a:pt x="155367" y="73679"/>
                    <a:pt x="155367" y="73679"/>
                    <a:pt x="157898" y="73306"/>
                  </a:cubicBezTo>
                  <a:cubicBezTo>
                    <a:pt x="158133" y="72817"/>
                    <a:pt x="158368" y="72328"/>
                    <a:pt x="158610" y="71824"/>
                  </a:cubicBezTo>
                  <a:cubicBezTo>
                    <a:pt x="158866" y="71331"/>
                    <a:pt x="159123" y="70837"/>
                    <a:pt x="159387" y="70329"/>
                  </a:cubicBezTo>
                  <a:cubicBezTo>
                    <a:pt x="160853" y="69923"/>
                    <a:pt x="160853" y="69923"/>
                    <a:pt x="162625" y="69876"/>
                  </a:cubicBezTo>
                  <a:cubicBezTo>
                    <a:pt x="163258" y="69852"/>
                    <a:pt x="163891" y="69828"/>
                    <a:pt x="164543" y="69803"/>
                  </a:cubicBezTo>
                  <a:cubicBezTo>
                    <a:pt x="165205" y="69793"/>
                    <a:pt x="165867" y="69782"/>
                    <a:pt x="166549" y="69771"/>
                  </a:cubicBezTo>
                  <a:cubicBezTo>
                    <a:pt x="167217" y="69749"/>
                    <a:pt x="167884" y="69727"/>
                    <a:pt x="168572" y="69704"/>
                  </a:cubicBezTo>
                  <a:cubicBezTo>
                    <a:pt x="170223" y="69652"/>
                    <a:pt x="171873" y="69612"/>
                    <a:pt x="173525" y="69585"/>
                  </a:cubicBezTo>
                  <a:cubicBezTo>
                    <a:pt x="173525" y="68603"/>
                    <a:pt x="173525" y="67621"/>
                    <a:pt x="173525" y="66609"/>
                  </a:cubicBezTo>
                  <a:cubicBezTo>
                    <a:pt x="173972" y="66598"/>
                    <a:pt x="174419" y="66587"/>
                    <a:pt x="174880" y="66576"/>
                  </a:cubicBezTo>
                  <a:cubicBezTo>
                    <a:pt x="176894" y="66520"/>
                    <a:pt x="178907" y="66448"/>
                    <a:pt x="180920" y="66376"/>
                  </a:cubicBezTo>
                  <a:cubicBezTo>
                    <a:pt x="181624" y="66359"/>
                    <a:pt x="182327" y="66342"/>
                    <a:pt x="183052" y="66325"/>
                  </a:cubicBezTo>
                  <a:cubicBezTo>
                    <a:pt x="183721" y="66299"/>
                    <a:pt x="184390" y="66272"/>
                    <a:pt x="185080" y="66245"/>
                  </a:cubicBezTo>
                  <a:cubicBezTo>
                    <a:pt x="185699" y="66226"/>
                    <a:pt x="186319" y="66206"/>
                    <a:pt x="186957" y="66186"/>
                  </a:cubicBezTo>
                  <a:cubicBezTo>
                    <a:pt x="187436" y="66080"/>
                    <a:pt x="187915" y="65974"/>
                    <a:pt x="188408" y="65864"/>
                  </a:cubicBezTo>
                  <a:cubicBezTo>
                    <a:pt x="188654" y="65128"/>
                    <a:pt x="188899" y="64391"/>
                    <a:pt x="189152" y="63632"/>
                  </a:cubicBezTo>
                  <a:cubicBezTo>
                    <a:pt x="191289" y="63360"/>
                    <a:pt x="193287" y="63216"/>
                    <a:pt x="195431" y="63167"/>
                  </a:cubicBezTo>
                  <a:cubicBezTo>
                    <a:pt x="199485" y="63221"/>
                    <a:pt x="199485" y="63221"/>
                    <a:pt x="203291" y="62144"/>
                  </a:cubicBezTo>
                  <a:cubicBezTo>
                    <a:pt x="203291" y="61407"/>
                    <a:pt x="203291" y="60670"/>
                    <a:pt x="203291" y="59911"/>
                  </a:cubicBezTo>
                  <a:cubicBezTo>
                    <a:pt x="203760" y="59900"/>
                    <a:pt x="204230" y="59890"/>
                    <a:pt x="204714" y="59878"/>
                  </a:cubicBezTo>
                  <a:cubicBezTo>
                    <a:pt x="206829" y="59823"/>
                    <a:pt x="208943" y="59751"/>
                    <a:pt x="211058" y="59679"/>
                  </a:cubicBezTo>
                  <a:cubicBezTo>
                    <a:pt x="211797" y="59662"/>
                    <a:pt x="212536" y="59645"/>
                    <a:pt x="213297" y="59628"/>
                  </a:cubicBezTo>
                  <a:cubicBezTo>
                    <a:pt x="214351" y="59588"/>
                    <a:pt x="214351" y="59588"/>
                    <a:pt x="215427" y="59548"/>
                  </a:cubicBezTo>
                  <a:cubicBezTo>
                    <a:pt x="216078" y="59528"/>
                    <a:pt x="216728" y="59509"/>
                    <a:pt x="217399" y="59489"/>
                  </a:cubicBezTo>
                  <a:cubicBezTo>
                    <a:pt x="217900" y="59383"/>
                    <a:pt x="218401" y="59277"/>
                    <a:pt x="218918" y="59167"/>
                  </a:cubicBezTo>
                  <a:cubicBezTo>
                    <a:pt x="219163" y="58430"/>
                    <a:pt x="219409" y="57694"/>
                    <a:pt x="219662" y="56935"/>
                  </a:cubicBezTo>
                  <a:cubicBezTo>
                    <a:pt x="221101" y="56660"/>
                    <a:pt x="221101" y="56660"/>
                    <a:pt x="222964" y="56659"/>
                  </a:cubicBezTo>
                  <a:cubicBezTo>
                    <a:pt x="223630" y="56646"/>
                    <a:pt x="224295" y="56633"/>
                    <a:pt x="224981" y="56619"/>
                  </a:cubicBezTo>
                  <a:cubicBezTo>
                    <a:pt x="226396" y="56613"/>
                    <a:pt x="227811" y="56609"/>
                    <a:pt x="229225" y="56608"/>
                  </a:cubicBezTo>
                  <a:cubicBezTo>
                    <a:pt x="230224" y="56587"/>
                    <a:pt x="230224" y="56587"/>
                    <a:pt x="231243" y="56566"/>
                  </a:cubicBezTo>
                  <a:cubicBezTo>
                    <a:pt x="232165" y="56563"/>
                    <a:pt x="232165" y="56563"/>
                    <a:pt x="233106" y="56561"/>
                  </a:cubicBezTo>
                  <a:cubicBezTo>
                    <a:pt x="233818" y="56378"/>
                    <a:pt x="233818" y="56378"/>
                    <a:pt x="234545" y="56191"/>
                  </a:cubicBezTo>
                  <a:cubicBezTo>
                    <a:pt x="234662" y="55699"/>
                    <a:pt x="234779" y="55207"/>
                    <a:pt x="234900" y="54701"/>
                  </a:cubicBezTo>
                  <a:cubicBezTo>
                    <a:pt x="235028" y="54210"/>
                    <a:pt x="235157" y="53719"/>
                    <a:pt x="235289" y="53214"/>
                  </a:cubicBezTo>
                  <a:cubicBezTo>
                    <a:pt x="236841" y="52855"/>
                    <a:pt x="236841" y="52855"/>
                    <a:pt x="238864" y="52865"/>
                  </a:cubicBezTo>
                  <a:cubicBezTo>
                    <a:pt x="239590" y="52855"/>
                    <a:pt x="240317" y="52844"/>
                    <a:pt x="241065" y="52833"/>
                  </a:cubicBezTo>
                  <a:cubicBezTo>
                    <a:pt x="242603" y="52839"/>
                    <a:pt x="244142" y="52845"/>
                    <a:pt x="245681" y="52851"/>
                  </a:cubicBezTo>
                  <a:cubicBezTo>
                    <a:pt x="246409" y="52840"/>
                    <a:pt x="247137" y="52830"/>
                    <a:pt x="247887" y="52819"/>
                  </a:cubicBezTo>
                  <a:cubicBezTo>
                    <a:pt x="248556" y="52822"/>
                    <a:pt x="249226" y="52825"/>
                    <a:pt x="249916" y="52829"/>
                  </a:cubicBezTo>
                  <a:cubicBezTo>
                    <a:pt x="252215" y="52356"/>
                    <a:pt x="252526" y="51322"/>
                    <a:pt x="253892" y="49493"/>
                  </a:cubicBezTo>
                  <a:cubicBezTo>
                    <a:pt x="255557" y="49203"/>
                    <a:pt x="255557" y="49203"/>
                    <a:pt x="257476" y="49307"/>
                  </a:cubicBezTo>
                  <a:cubicBezTo>
                    <a:pt x="258513" y="49342"/>
                    <a:pt x="258513" y="49342"/>
                    <a:pt x="259571" y="49377"/>
                  </a:cubicBezTo>
                  <a:cubicBezTo>
                    <a:pt x="260291" y="49415"/>
                    <a:pt x="261011" y="49454"/>
                    <a:pt x="261752" y="49493"/>
                  </a:cubicBezTo>
                  <a:cubicBezTo>
                    <a:pt x="263179" y="49569"/>
                    <a:pt x="264606" y="49632"/>
                    <a:pt x="266034" y="49679"/>
                  </a:cubicBezTo>
                  <a:cubicBezTo>
                    <a:pt x="266667" y="49714"/>
                    <a:pt x="267299" y="49748"/>
                    <a:pt x="267951" y="49784"/>
                  </a:cubicBezTo>
                  <a:cubicBezTo>
                    <a:pt x="268469" y="49688"/>
                    <a:pt x="268986" y="49592"/>
                    <a:pt x="269519" y="49493"/>
                  </a:cubicBezTo>
                  <a:cubicBezTo>
                    <a:pt x="269750" y="49008"/>
                    <a:pt x="269980" y="48522"/>
                    <a:pt x="270218" y="48022"/>
                  </a:cubicBezTo>
                  <a:cubicBezTo>
                    <a:pt x="270609" y="47277"/>
                    <a:pt x="270609" y="47277"/>
                    <a:pt x="271008" y="46517"/>
                  </a:cubicBezTo>
                  <a:cubicBezTo>
                    <a:pt x="272884" y="46111"/>
                    <a:pt x="272884" y="46111"/>
                    <a:pt x="275222" y="46063"/>
                  </a:cubicBezTo>
                  <a:cubicBezTo>
                    <a:pt x="276474" y="46027"/>
                    <a:pt x="276474" y="46027"/>
                    <a:pt x="277751" y="45991"/>
                  </a:cubicBezTo>
                  <a:cubicBezTo>
                    <a:pt x="279064" y="45975"/>
                    <a:pt x="279064" y="45975"/>
                    <a:pt x="280402" y="45959"/>
                  </a:cubicBezTo>
                  <a:cubicBezTo>
                    <a:pt x="281723" y="45926"/>
                    <a:pt x="281723" y="45926"/>
                    <a:pt x="283071" y="45892"/>
                  </a:cubicBezTo>
                  <a:cubicBezTo>
                    <a:pt x="285251" y="45839"/>
                    <a:pt x="287431" y="45800"/>
                    <a:pt x="289611" y="45773"/>
                  </a:cubicBezTo>
                  <a:cubicBezTo>
                    <a:pt x="289611" y="44790"/>
                    <a:pt x="289611" y="43808"/>
                    <a:pt x="289611" y="42796"/>
                  </a:cubicBezTo>
                  <a:cubicBezTo>
                    <a:pt x="290171" y="42785"/>
                    <a:pt x="290730" y="42774"/>
                    <a:pt x="291307" y="42763"/>
                  </a:cubicBezTo>
                  <a:cubicBezTo>
                    <a:pt x="293827" y="42708"/>
                    <a:pt x="296347" y="42636"/>
                    <a:pt x="298866" y="42563"/>
                  </a:cubicBezTo>
                  <a:cubicBezTo>
                    <a:pt x="300188" y="42538"/>
                    <a:pt x="300188" y="42538"/>
                    <a:pt x="301536" y="42513"/>
                  </a:cubicBezTo>
                  <a:cubicBezTo>
                    <a:pt x="302373" y="42486"/>
                    <a:pt x="303210" y="42460"/>
                    <a:pt x="304072" y="42433"/>
                  </a:cubicBezTo>
                  <a:cubicBezTo>
                    <a:pt x="304848" y="42413"/>
                    <a:pt x="305623" y="42394"/>
                    <a:pt x="306422" y="42374"/>
                  </a:cubicBezTo>
                  <a:cubicBezTo>
                    <a:pt x="307014" y="42267"/>
                    <a:pt x="307605" y="42161"/>
                    <a:pt x="308215" y="42052"/>
                  </a:cubicBezTo>
                  <a:cubicBezTo>
                    <a:pt x="308460" y="41315"/>
                    <a:pt x="308706" y="40579"/>
                    <a:pt x="308959" y="39819"/>
                  </a:cubicBezTo>
                  <a:cubicBezTo>
                    <a:pt x="310739" y="39545"/>
                    <a:pt x="310739" y="39545"/>
                    <a:pt x="313075" y="39543"/>
                  </a:cubicBezTo>
                  <a:cubicBezTo>
                    <a:pt x="314325" y="39524"/>
                    <a:pt x="314325" y="39524"/>
                    <a:pt x="315601" y="39504"/>
                  </a:cubicBezTo>
                  <a:cubicBezTo>
                    <a:pt x="317374" y="39497"/>
                    <a:pt x="319147" y="39493"/>
                    <a:pt x="320920" y="39492"/>
                  </a:cubicBezTo>
                  <a:cubicBezTo>
                    <a:pt x="321754" y="39479"/>
                    <a:pt x="322587" y="39465"/>
                    <a:pt x="323446" y="39450"/>
                  </a:cubicBezTo>
                  <a:cubicBezTo>
                    <a:pt x="324602" y="39448"/>
                    <a:pt x="324602" y="39448"/>
                    <a:pt x="325782" y="39446"/>
                  </a:cubicBezTo>
                  <a:cubicBezTo>
                    <a:pt x="326663" y="39263"/>
                    <a:pt x="326663" y="39263"/>
                    <a:pt x="327562" y="39075"/>
                  </a:cubicBezTo>
                  <a:cubicBezTo>
                    <a:pt x="327672" y="38580"/>
                    <a:pt x="327781" y="38084"/>
                    <a:pt x="327894" y="37574"/>
                  </a:cubicBezTo>
                  <a:cubicBezTo>
                    <a:pt x="328098" y="36844"/>
                    <a:pt x="328098" y="36844"/>
                    <a:pt x="328306" y="36099"/>
                  </a:cubicBezTo>
                  <a:cubicBezTo>
                    <a:pt x="330360" y="35820"/>
                    <a:pt x="330360" y="35820"/>
                    <a:pt x="333074" y="35939"/>
                  </a:cubicBezTo>
                  <a:cubicBezTo>
                    <a:pt x="334041" y="35965"/>
                    <a:pt x="335009" y="35992"/>
                    <a:pt x="336007" y="36019"/>
                  </a:cubicBezTo>
                  <a:cubicBezTo>
                    <a:pt x="337555" y="36079"/>
                    <a:pt x="339103" y="36146"/>
                    <a:pt x="340651" y="36216"/>
                  </a:cubicBezTo>
                  <a:cubicBezTo>
                    <a:pt x="342140" y="36279"/>
                    <a:pt x="343630" y="36318"/>
                    <a:pt x="345119" y="36357"/>
                  </a:cubicBezTo>
                  <a:cubicBezTo>
                    <a:pt x="346015" y="36396"/>
                    <a:pt x="346910" y="36434"/>
                    <a:pt x="347833" y="36474"/>
                  </a:cubicBezTo>
                  <a:cubicBezTo>
                    <a:pt x="348511" y="36350"/>
                    <a:pt x="349188" y="36226"/>
                    <a:pt x="349887" y="36099"/>
                  </a:cubicBezTo>
                  <a:cubicBezTo>
                    <a:pt x="350009" y="35487"/>
                    <a:pt x="350131" y="34875"/>
                    <a:pt x="350257" y="34245"/>
                  </a:cubicBezTo>
                  <a:cubicBezTo>
                    <a:pt x="350380" y="33629"/>
                    <a:pt x="350504" y="33013"/>
                    <a:pt x="350631" y="32378"/>
                  </a:cubicBezTo>
                  <a:cubicBezTo>
                    <a:pt x="352696" y="31956"/>
                    <a:pt x="352696" y="31956"/>
                    <a:pt x="355424" y="32015"/>
                  </a:cubicBezTo>
                  <a:cubicBezTo>
                    <a:pt x="356395" y="32027"/>
                    <a:pt x="357366" y="32039"/>
                    <a:pt x="358367" y="32051"/>
                  </a:cubicBezTo>
                  <a:cubicBezTo>
                    <a:pt x="359401" y="32082"/>
                    <a:pt x="360434" y="32114"/>
                    <a:pt x="361467" y="32146"/>
                  </a:cubicBezTo>
                  <a:cubicBezTo>
                    <a:pt x="362503" y="32164"/>
                    <a:pt x="363540" y="32181"/>
                    <a:pt x="364576" y="32196"/>
                  </a:cubicBezTo>
                  <a:cubicBezTo>
                    <a:pt x="367122" y="32240"/>
                    <a:pt x="369666" y="32302"/>
                    <a:pt x="372211" y="32378"/>
                  </a:cubicBezTo>
                  <a:cubicBezTo>
                    <a:pt x="372211" y="31396"/>
                    <a:pt x="372211" y="30414"/>
                    <a:pt x="372211" y="29402"/>
                  </a:cubicBezTo>
                  <a:cubicBezTo>
                    <a:pt x="380069" y="29156"/>
                    <a:pt x="387927" y="28910"/>
                    <a:pt x="396023" y="28657"/>
                  </a:cubicBezTo>
                  <a:cubicBezTo>
                    <a:pt x="396023" y="27675"/>
                    <a:pt x="396023" y="26693"/>
                    <a:pt x="396023" y="25681"/>
                  </a:cubicBezTo>
                  <a:cubicBezTo>
                    <a:pt x="404373" y="25681"/>
                    <a:pt x="412722" y="25681"/>
                    <a:pt x="421324" y="25681"/>
                  </a:cubicBezTo>
                  <a:cubicBezTo>
                    <a:pt x="421324" y="24699"/>
                    <a:pt x="421324" y="23716"/>
                    <a:pt x="421324" y="22704"/>
                  </a:cubicBezTo>
                  <a:cubicBezTo>
                    <a:pt x="434953" y="22336"/>
                    <a:pt x="434953" y="22336"/>
                    <a:pt x="448857" y="21960"/>
                  </a:cubicBezTo>
                  <a:cubicBezTo>
                    <a:pt x="448857" y="20978"/>
                    <a:pt x="448857" y="19996"/>
                    <a:pt x="448857" y="18984"/>
                  </a:cubicBezTo>
                  <a:cubicBezTo>
                    <a:pt x="449751" y="18973"/>
                    <a:pt x="450645" y="18962"/>
                    <a:pt x="451566" y="18951"/>
                  </a:cubicBezTo>
                  <a:cubicBezTo>
                    <a:pt x="454875" y="18908"/>
                    <a:pt x="458184" y="18850"/>
                    <a:pt x="461493" y="18788"/>
                  </a:cubicBezTo>
                  <a:cubicBezTo>
                    <a:pt x="462926" y="18763"/>
                    <a:pt x="464360" y="18743"/>
                    <a:pt x="465793" y="18726"/>
                  </a:cubicBezTo>
                  <a:cubicBezTo>
                    <a:pt x="467851" y="18701"/>
                    <a:pt x="469909" y="18662"/>
                    <a:pt x="471966" y="18620"/>
                  </a:cubicBezTo>
                  <a:cubicBezTo>
                    <a:pt x="472610" y="18615"/>
                    <a:pt x="473253" y="18611"/>
                    <a:pt x="473916" y="18606"/>
                  </a:cubicBezTo>
                  <a:cubicBezTo>
                    <a:pt x="475909" y="18582"/>
                    <a:pt x="475909" y="18582"/>
                    <a:pt x="478623" y="18239"/>
                  </a:cubicBezTo>
                  <a:cubicBezTo>
                    <a:pt x="479114" y="17503"/>
                    <a:pt x="479605" y="16766"/>
                    <a:pt x="480111" y="16007"/>
                  </a:cubicBezTo>
                  <a:cubicBezTo>
                    <a:pt x="484242" y="15212"/>
                    <a:pt x="488262" y="15194"/>
                    <a:pt x="492453" y="15295"/>
                  </a:cubicBezTo>
                  <a:cubicBezTo>
                    <a:pt x="493648" y="15311"/>
                    <a:pt x="494843" y="15327"/>
                    <a:pt x="496037" y="15343"/>
                  </a:cubicBezTo>
                  <a:cubicBezTo>
                    <a:pt x="497899" y="15371"/>
                    <a:pt x="499761" y="15403"/>
                    <a:pt x="501623" y="15447"/>
                  </a:cubicBezTo>
                  <a:cubicBezTo>
                    <a:pt x="503434" y="15487"/>
                    <a:pt x="505245" y="15509"/>
                    <a:pt x="507057" y="15527"/>
                  </a:cubicBezTo>
                  <a:cubicBezTo>
                    <a:pt x="507617" y="15545"/>
                    <a:pt x="508176" y="15563"/>
                    <a:pt x="508753" y="15581"/>
                  </a:cubicBezTo>
                  <a:cubicBezTo>
                    <a:pt x="510486" y="15624"/>
                    <a:pt x="510486" y="15624"/>
                    <a:pt x="512853" y="15263"/>
                  </a:cubicBezTo>
                  <a:cubicBezTo>
                    <a:pt x="513072" y="14773"/>
                    <a:pt x="513290" y="14284"/>
                    <a:pt x="513515" y="13780"/>
                  </a:cubicBezTo>
                  <a:cubicBezTo>
                    <a:pt x="513924" y="13040"/>
                    <a:pt x="513924" y="13040"/>
                    <a:pt x="514342" y="12286"/>
                  </a:cubicBezTo>
                  <a:cubicBezTo>
                    <a:pt x="516046" y="11900"/>
                    <a:pt x="516046" y="11900"/>
                    <a:pt x="518199" y="11880"/>
                  </a:cubicBezTo>
                  <a:cubicBezTo>
                    <a:pt x="519406" y="11858"/>
                    <a:pt x="519406" y="11858"/>
                    <a:pt x="520637" y="11836"/>
                  </a:cubicBezTo>
                  <a:cubicBezTo>
                    <a:pt x="521944" y="11834"/>
                    <a:pt x="521944" y="11834"/>
                    <a:pt x="523277" y="11833"/>
                  </a:cubicBezTo>
                  <a:cubicBezTo>
                    <a:pt x="524167" y="11821"/>
                    <a:pt x="525057" y="11808"/>
                    <a:pt x="525974" y="11796"/>
                  </a:cubicBezTo>
                  <a:cubicBezTo>
                    <a:pt x="528825" y="11759"/>
                    <a:pt x="531675" y="11744"/>
                    <a:pt x="534526" y="11728"/>
                  </a:cubicBezTo>
                  <a:cubicBezTo>
                    <a:pt x="536456" y="11707"/>
                    <a:pt x="538385" y="11685"/>
                    <a:pt x="540314" y="11661"/>
                  </a:cubicBezTo>
                  <a:cubicBezTo>
                    <a:pt x="545051" y="11606"/>
                    <a:pt x="549788" y="11568"/>
                    <a:pt x="554525" y="11542"/>
                  </a:cubicBezTo>
                  <a:cubicBezTo>
                    <a:pt x="554525" y="10560"/>
                    <a:pt x="554525" y="9578"/>
                    <a:pt x="554525" y="8566"/>
                  </a:cubicBezTo>
                  <a:cubicBezTo>
                    <a:pt x="570978" y="8566"/>
                    <a:pt x="587431" y="8566"/>
                    <a:pt x="604383" y="8566"/>
                  </a:cubicBezTo>
                  <a:cubicBezTo>
                    <a:pt x="604383" y="7583"/>
                    <a:pt x="604383" y="6601"/>
                    <a:pt x="604383" y="5589"/>
                  </a:cubicBezTo>
                  <a:cubicBezTo>
                    <a:pt x="604857" y="5588"/>
                    <a:pt x="605332" y="5587"/>
                    <a:pt x="605822" y="5586"/>
                  </a:cubicBezTo>
                  <a:cubicBezTo>
                    <a:pt x="617360" y="5558"/>
                    <a:pt x="628899" y="5514"/>
                    <a:pt x="640437" y="5452"/>
                  </a:cubicBezTo>
                  <a:cubicBezTo>
                    <a:pt x="646017" y="5423"/>
                    <a:pt x="651597" y="5398"/>
                    <a:pt x="657176" y="5387"/>
                  </a:cubicBezTo>
                  <a:cubicBezTo>
                    <a:pt x="662038" y="5378"/>
                    <a:pt x="666900" y="5358"/>
                    <a:pt x="671761" y="5325"/>
                  </a:cubicBezTo>
                  <a:cubicBezTo>
                    <a:pt x="674337" y="5308"/>
                    <a:pt x="676913" y="5297"/>
                    <a:pt x="679489" y="5297"/>
                  </a:cubicBezTo>
                  <a:cubicBezTo>
                    <a:pt x="682360" y="5298"/>
                    <a:pt x="685230" y="5276"/>
                    <a:pt x="688101" y="5251"/>
                  </a:cubicBezTo>
                  <a:cubicBezTo>
                    <a:pt x="688961" y="5255"/>
                    <a:pt x="689821" y="5259"/>
                    <a:pt x="690708" y="5262"/>
                  </a:cubicBezTo>
                  <a:cubicBezTo>
                    <a:pt x="691874" y="5247"/>
                    <a:pt x="691874" y="5247"/>
                    <a:pt x="693064" y="5231"/>
                  </a:cubicBezTo>
                  <a:cubicBezTo>
                    <a:pt x="693743" y="5228"/>
                    <a:pt x="694423" y="5226"/>
                    <a:pt x="695123" y="5223"/>
                  </a:cubicBezTo>
                  <a:cubicBezTo>
                    <a:pt x="695629" y="5098"/>
                    <a:pt x="696135" y="4973"/>
                    <a:pt x="696656" y="4845"/>
                  </a:cubicBezTo>
                  <a:cubicBezTo>
                    <a:pt x="696936" y="3861"/>
                    <a:pt x="697184" y="2868"/>
                    <a:pt x="697400" y="1868"/>
                  </a:cubicBezTo>
                  <a:close/>
                </a:path>
              </a:pathLst>
            </a:custGeom>
            <a:grpFill/>
            <a:ln w="744" cap="flat">
              <a:noFill/>
              <a:prstDash val="solid"/>
              <a:miter/>
            </a:ln>
          </p:spPr>
          <p:txBody>
            <a:bodyPr rtlCol="0" anchor="ctr"/>
            <a:lstStyle/>
            <a:p>
              <a:endParaRPr lang="zh-CN" altLang="en-US"/>
            </a:p>
          </p:txBody>
        </p:sp>
        <p:sp>
          <p:nvSpPr>
            <p:cNvPr id="137" name="任意多边形: 形状 136"/>
            <p:cNvSpPr/>
            <p:nvPr/>
          </p:nvSpPr>
          <p:spPr>
            <a:xfrm>
              <a:off x="3118969" y="609793"/>
              <a:ext cx="364241" cy="1015894"/>
            </a:xfrm>
            <a:custGeom>
              <a:avLst/>
              <a:gdLst>
                <a:gd name="connsiteX0" fmla="*/ 224261 w 364247"/>
                <a:gd name="connsiteY0" fmla="*/ 91688 h 1015864"/>
                <a:gd name="connsiteX1" fmla="*/ 220694 w 364247"/>
                <a:gd name="connsiteY1" fmla="*/ 92535 h 1015864"/>
                <a:gd name="connsiteX2" fmla="*/ 218916 w 364247"/>
                <a:gd name="connsiteY2" fmla="*/ 92550 h 1015864"/>
                <a:gd name="connsiteX3" fmla="*/ 216883 w 364247"/>
                <a:gd name="connsiteY3" fmla="*/ 92572 h 1015864"/>
                <a:gd name="connsiteX4" fmla="*/ 214635 w 364247"/>
                <a:gd name="connsiteY4" fmla="*/ 92585 h 1015864"/>
                <a:gd name="connsiteX5" fmla="*/ 207204 w 364247"/>
                <a:gd name="connsiteY5" fmla="*/ 92649 h 1015864"/>
                <a:gd name="connsiteX6" fmla="*/ 201879 w 364247"/>
                <a:gd name="connsiteY6" fmla="*/ 92690 h 1015864"/>
                <a:gd name="connsiteX7" fmla="*/ 187954 w 364247"/>
                <a:gd name="connsiteY7" fmla="*/ 92806 h 1015864"/>
                <a:gd name="connsiteX8" fmla="*/ 173512 w 364247"/>
                <a:gd name="connsiteY8" fmla="*/ 92924 h 1015864"/>
                <a:gd name="connsiteX9" fmla="*/ 143647 w 364247"/>
                <a:gd name="connsiteY9" fmla="*/ 93167 h 1015864"/>
                <a:gd name="connsiteX10" fmla="*/ 142406 w 364247"/>
                <a:gd name="connsiteY10" fmla="*/ 93176 h 1015864"/>
                <a:gd name="connsiteX11" fmla="*/ 142406 w 364247"/>
                <a:gd name="connsiteY11" fmla="*/ 99129 h 1015864"/>
                <a:gd name="connsiteX12" fmla="*/ 140917 w 364247"/>
                <a:gd name="connsiteY12" fmla="*/ 99129 h 1015864"/>
                <a:gd name="connsiteX13" fmla="*/ 139265 w 364247"/>
                <a:gd name="connsiteY13" fmla="*/ 104705 h 1015864"/>
                <a:gd name="connsiteX14" fmla="*/ 139296 w 364247"/>
                <a:gd name="connsiteY14" fmla="*/ 106676 h 1015864"/>
                <a:gd name="connsiteX15" fmla="*/ 139318 w 364247"/>
                <a:gd name="connsiteY15" fmla="*/ 108925 h 1015864"/>
                <a:gd name="connsiteX16" fmla="*/ 139385 w 364247"/>
                <a:gd name="connsiteY16" fmla="*/ 113808 h 1015864"/>
                <a:gd name="connsiteX17" fmla="*/ 139476 w 364247"/>
                <a:gd name="connsiteY17" fmla="*/ 121640 h 1015864"/>
                <a:gd name="connsiteX18" fmla="*/ 139575 w 364247"/>
                <a:gd name="connsiteY18" fmla="*/ 129504 h 1015864"/>
                <a:gd name="connsiteX19" fmla="*/ 139595 w 364247"/>
                <a:gd name="connsiteY19" fmla="*/ 131976 h 1015864"/>
                <a:gd name="connsiteX20" fmla="*/ 139644 w 364247"/>
                <a:gd name="connsiteY20" fmla="*/ 134395 h 1015864"/>
                <a:gd name="connsiteX21" fmla="*/ 139659 w 364247"/>
                <a:gd name="connsiteY21" fmla="*/ 136616 h 1015864"/>
                <a:gd name="connsiteX22" fmla="*/ 139429 w 364247"/>
                <a:gd name="connsiteY22" fmla="*/ 140057 h 1015864"/>
                <a:gd name="connsiteX23" fmla="*/ 137197 w 364247"/>
                <a:gd name="connsiteY23" fmla="*/ 140801 h 1015864"/>
                <a:gd name="connsiteX24" fmla="*/ 136915 w 364247"/>
                <a:gd name="connsiteY24" fmla="*/ 142378 h 1015864"/>
                <a:gd name="connsiteX25" fmla="*/ 136910 w 364247"/>
                <a:gd name="connsiteY25" fmla="*/ 144483 h 1015864"/>
                <a:gd name="connsiteX26" fmla="*/ 136888 w 364247"/>
                <a:gd name="connsiteY26" fmla="*/ 146861 h 1015864"/>
                <a:gd name="connsiteX27" fmla="*/ 136894 w 364247"/>
                <a:gd name="connsiteY27" fmla="*/ 149449 h 1015864"/>
                <a:gd name="connsiteX28" fmla="*/ 136833 w 364247"/>
                <a:gd name="connsiteY28" fmla="*/ 157626 h 1015864"/>
                <a:gd name="connsiteX29" fmla="*/ 136779 w 364247"/>
                <a:gd name="connsiteY29" fmla="*/ 168853 h 1015864"/>
                <a:gd name="connsiteX30" fmla="*/ 136755 w 364247"/>
                <a:gd name="connsiteY30" fmla="*/ 171494 h 1015864"/>
                <a:gd name="connsiteX31" fmla="*/ 136762 w 364247"/>
                <a:gd name="connsiteY31" fmla="*/ 174078 h 1015864"/>
                <a:gd name="connsiteX32" fmla="*/ 136739 w 364247"/>
                <a:gd name="connsiteY32" fmla="*/ 176463 h 1015864"/>
                <a:gd name="connsiteX33" fmla="*/ 136453 w 364247"/>
                <a:gd name="connsiteY33" fmla="*/ 180241 h 1015864"/>
                <a:gd name="connsiteX34" fmla="*/ 134220 w 364247"/>
                <a:gd name="connsiteY34" fmla="*/ 181729 h 1015864"/>
                <a:gd name="connsiteX35" fmla="*/ 133972 w 364247"/>
                <a:gd name="connsiteY35" fmla="*/ 183428 h 1015864"/>
                <a:gd name="connsiteX36" fmla="*/ 134014 w 364247"/>
                <a:gd name="connsiteY36" fmla="*/ 185575 h 1015864"/>
                <a:gd name="connsiteX37" fmla="*/ 134044 w 364247"/>
                <a:gd name="connsiteY37" fmla="*/ 188005 h 1015864"/>
                <a:gd name="connsiteX38" fmla="*/ 134138 w 364247"/>
                <a:gd name="connsiteY38" fmla="*/ 193329 h 1015864"/>
                <a:gd name="connsiteX39" fmla="*/ 134267 w 364247"/>
                <a:gd name="connsiteY39" fmla="*/ 201867 h 1015864"/>
                <a:gd name="connsiteX40" fmla="*/ 134404 w 364247"/>
                <a:gd name="connsiteY40" fmla="*/ 210413 h 1015864"/>
                <a:gd name="connsiteX41" fmla="*/ 134432 w 364247"/>
                <a:gd name="connsiteY41" fmla="*/ 213102 h 1015864"/>
                <a:gd name="connsiteX42" fmla="*/ 134500 w 364247"/>
                <a:gd name="connsiteY42" fmla="*/ 215740 h 1015864"/>
                <a:gd name="connsiteX43" fmla="*/ 134523 w 364247"/>
                <a:gd name="connsiteY43" fmla="*/ 218163 h 1015864"/>
                <a:gd name="connsiteX44" fmla="*/ 134220 w 364247"/>
                <a:gd name="connsiteY44" fmla="*/ 221913 h 1015864"/>
                <a:gd name="connsiteX45" fmla="*/ 131244 w 364247"/>
                <a:gd name="connsiteY45" fmla="*/ 222657 h 1015864"/>
                <a:gd name="connsiteX46" fmla="*/ 130886 w 364247"/>
                <a:gd name="connsiteY46" fmla="*/ 224272 h 1015864"/>
                <a:gd name="connsiteX47" fmla="*/ 130906 w 364247"/>
                <a:gd name="connsiteY47" fmla="*/ 226430 h 1015864"/>
                <a:gd name="connsiteX48" fmla="*/ 130906 w 364247"/>
                <a:gd name="connsiteY48" fmla="*/ 228868 h 1015864"/>
                <a:gd name="connsiteX49" fmla="*/ 130953 w 364247"/>
                <a:gd name="connsiteY49" fmla="*/ 231520 h 1015864"/>
                <a:gd name="connsiteX50" fmla="*/ 131019 w 364247"/>
                <a:gd name="connsiteY50" fmla="*/ 239881 h 1015864"/>
                <a:gd name="connsiteX51" fmla="*/ 131080 w 364247"/>
                <a:gd name="connsiteY51" fmla="*/ 245713 h 1015864"/>
                <a:gd name="connsiteX52" fmla="*/ 131224 w 364247"/>
                <a:gd name="connsiteY52" fmla="*/ 261320 h 1015864"/>
                <a:gd name="connsiteX53" fmla="*/ 131244 w 364247"/>
                <a:gd name="connsiteY53" fmla="*/ 262840 h 1015864"/>
                <a:gd name="connsiteX54" fmla="*/ 129011 w 364247"/>
                <a:gd name="connsiteY54" fmla="*/ 262840 h 1015864"/>
                <a:gd name="connsiteX55" fmla="*/ 129157 w 364247"/>
                <a:gd name="connsiteY55" fmla="*/ 277353 h 1015864"/>
                <a:gd name="connsiteX56" fmla="*/ 129197 w 364247"/>
                <a:gd name="connsiteY56" fmla="*/ 283258 h 1015864"/>
                <a:gd name="connsiteX57" fmla="*/ 129289 w 364247"/>
                <a:gd name="connsiteY57" fmla="*/ 291993 h 1015864"/>
                <a:gd name="connsiteX58" fmla="*/ 129302 w 364247"/>
                <a:gd name="connsiteY58" fmla="*/ 294742 h 1015864"/>
                <a:gd name="connsiteX59" fmla="*/ 129348 w 364247"/>
                <a:gd name="connsiteY59" fmla="*/ 297444 h 1015864"/>
                <a:gd name="connsiteX60" fmla="*/ 129349 w 364247"/>
                <a:gd name="connsiteY60" fmla="*/ 299927 h 1015864"/>
                <a:gd name="connsiteX61" fmla="*/ 129011 w 364247"/>
                <a:gd name="connsiteY61" fmla="*/ 303768 h 1015864"/>
                <a:gd name="connsiteX62" fmla="*/ 127523 w 364247"/>
                <a:gd name="connsiteY62" fmla="*/ 304144 h 1015864"/>
                <a:gd name="connsiteX63" fmla="*/ 126035 w 364247"/>
                <a:gd name="connsiteY63" fmla="*/ 304512 h 1015864"/>
                <a:gd name="connsiteX64" fmla="*/ 125677 w 364247"/>
                <a:gd name="connsiteY64" fmla="*/ 306127 h 1015864"/>
                <a:gd name="connsiteX65" fmla="*/ 125697 w 364247"/>
                <a:gd name="connsiteY65" fmla="*/ 308285 h 1015864"/>
                <a:gd name="connsiteX66" fmla="*/ 125697 w 364247"/>
                <a:gd name="connsiteY66" fmla="*/ 310723 h 1015864"/>
                <a:gd name="connsiteX67" fmla="*/ 125744 w 364247"/>
                <a:gd name="connsiteY67" fmla="*/ 313375 h 1015864"/>
                <a:gd name="connsiteX68" fmla="*/ 125810 w 364247"/>
                <a:gd name="connsiteY68" fmla="*/ 321737 h 1015864"/>
                <a:gd name="connsiteX69" fmla="*/ 125871 w 364247"/>
                <a:gd name="connsiteY69" fmla="*/ 327568 h 1015864"/>
                <a:gd name="connsiteX70" fmla="*/ 126015 w 364247"/>
                <a:gd name="connsiteY70" fmla="*/ 343175 h 1015864"/>
                <a:gd name="connsiteX71" fmla="*/ 126035 w 364247"/>
                <a:gd name="connsiteY71" fmla="*/ 344696 h 1015864"/>
                <a:gd name="connsiteX72" fmla="*/ 123802 w 364247"/>
                <a:gd name="connsiteY72" fmla="*/ 344696 h 1015864"/>
                <a:gd name="connsiteX73" fmla="*/ 122984 w 364247"/>
                <a:gd name="connsiteY73" fmla="*/ 347855 h 1015864"/>
                <a:gd name="connsiteX74" fmla="*/ 123009 w 364247"/>
                <a:gd name="connsiteY74" fmla="*/ 349962 h 1015864"/>
                <a:gd name="connsiteX75" fmla="*/ 123031 w 364247"/>
                <a:gd name="connsiteY75" fmla="*/ 352347 h 1015864"/>
                <a:gd name="connsiteX76" fmla="*/ 123083 w 364247"/>
                <a:gd name="connsiteY76" fmla="*/ 357572 h 1015864"/>
                <a:gd name="connsiteX77" fmla="*/ 123151 w 364247"/>
                <a:gd name="connsiteY77" fmla="*/ 365950 h 1015864"/>
                <a:gd name="connsiteX78" fmla="*/ 123235 w 364247"/>
                <a:gd name="connsiteY78" fmla="*/ 374337 h 1015864"/>
                <a:gd name="connsiteX79" fmla="*/ 123250 w 364247"/>
                <a:gd name="connsiteY79" fmla="*/ 376976 h 1015864"/>
                <a:gd name="connsiteX80" fmla="*/ 123292 w 364247"/>
                <a:gd name="connsiteY80" fmla="*/ 379564 h 1015864"/>
                <a:gd name="connsiteX81" fmla="*/ 123300 w 364247"/>
                <a:gd name="connsiteY81" fmla="*/ 381942 h 1015864"/>
                <a:gd name="connsiteX82" fmla="*/ 123058 w 364247"/>
                <a:gd name="connsiteY82" fmla="*/ 385624 h 1015864"/>
                <a:gd name="connsiteX83" fmla="*/ 120826 w 364247"/>
                <a:gd name="connsiteY83" fmla="*/ 386368 h 1015864"/>
                <a:gd name="connsiteX84" fmla="*/ 120577 w 364247"/>
                <a:gd name="connsiteY84" fmla="*/ 387978 h 1015864"/>
                <a:gd name="connsiteX85" fmla="*/ 120619 w 364247"/>
                <a:gd name="connsiteY85" fmla="*/ 390129 h 1015864"/>
                <a:gd name="connsiteX86" fmla="*/ 120649 w 364247"/>
                <a:gd name="connsiteY86" fmla="*/ 392559 h 1015864"/>
                <a:gd name="connsiteX87" fmla="*/ 120743 w 364247"/>
                <a:gd name="connsiteY87" fmla="*/ 397899 h 1015864"/>
                <a:gd name="connsiteX88" fmla="*/ 120872 w 364247"/>
                <a:gd name="connsiteY88" fmla="*/ 406459 h 1015864"/>
                <a:gd name="connsiteX89" fmla="*/ 121009 w 364247"/>
                <a:gd name="connsiteY89" fmla="*/ 415020 h 1015864"/>
                <a:gd name="connsiteX90" fmla="*/ 121038 w 364247"/>
                <a:gd name="connsiteY90" fmla="*/ 417715 h 1015864"/>
                <a:gd name="connsiteX91" fmla="*/ 121106 w 364247"/>
                <a:gd name="connsiteY91" fmla="*/ 420359 h 1015864"/>
                <a:gd name="connsiteX92" fmla="*/ 121128 w 364247"/>
                <a:gd name="connsiteY92" fmla="*/ 422790 h 1015864"/>
                <a:gd name="connsiteX93" fmla="*/ 120826 w 364247"/>
                <a:gd name="connsiteY93" fmla="*/ 426551 h 1015864"/>
                <a:gd name="connsiteX94" fmla="*/ 117849 w 364247"/>
                <a:gd name="connsiteY94" fmla="*/ 427295 h 1015864"/>
                <a:gd name="connsiteX95" fmla="*/ 117491 w 364247"/>
                <a:gd name="connsiteY95" fmla="*/ 428910 h 1015864"/>
                <a:gd name="connsiteX96" fmla="*/ 117511 w 364247"/>
                <a:gd name="connsiteY96" fmla="*/ 431069 h 1015864"/>
                <a:gd name="connsiteX97" fmla="*/ 117512 w 364247"/>
                <a:gd name="connsiteY97" fmla="*/ 433506 h 1015864"/>
                <a:gd name="connsiteX98" fmla="*/ 117558 w 364247"/>
                <a:gd name="connsiteY98" fmla="*/ 436158 h 1015864"/>
                <a:gd name="connsiteX99" fmla="*/ 117625 w 364247"/>
                <a:gd name="connsiteY99" fmla="*/ 444520 h 1015864"/>
                <a:gd name="connsiteX100" fmla="*/ 117686 w 364247"/>
                <a:gd name="connsiteY100" fmla="*/ 450352 h 1015864"/>
                <a:gd name="connsiteX101" fmla="*/ 117829 w 364247"/>
                <a:gd name="connsiteY101" fmla="*/ 465958 h 1015864"/>
                <a:gd name="connsiteX102" fmla="*/ 117849 w 364247"/>
                <a:gd name="connsiteY102" fmla="*/ 467479 h 1015864"/>
                <a:gd name="connsiteX103" fmla="*/ 115617 w 364247"/>
                <a:gd name="connsiteY103" fmla="*/ 467479 h 1015864"/>
                <a:gd name="connsiteX104" fmla="*/ 114798 w 364247"/>
                <a:gd name="connsiteY104" fmla="*/ 470638 h 1015864"/>
                <a:gd name="connsiteX105" fmla="*/ 114823 w 364247"/>
                <a:gd name="connsiteY105" fmla="*/ 472745 h 1015864"/>
                <a:gd name="connsiteX106" fmla="*/ 114845 w 364247"/>
                <a:gd name="connsiteY106" fmla="*/ 475130 h 1015864"/>
                <a:gd name="connsiteX107" fmla="*/ 114898 w 364247"/>
                <a:gd name="connsiteY107" fmla="*/ 480355 h 1015864"/>
                <a:gd name="connsiteX108" fmla="*/ 114966 w 364247"/>
                <a:gd name="connsiteY108" fmla="*/ 488733 h 1015864"/>
                <a:gd name="connsiteX109" fmla="*/ 115049 w 364247"/>
                <a:gd name="connsiteY109" fmla="*/ 497120 h 1015864"/>
                <a:gd name="connsiteX110" fmla="*/ 115064 w 364247"/>
                <a:gd name="connsiteY110" fmla="*/ 499759 h 1015864"/>
                <a:gd name="connsiteX111" fmla="*/ 115106 w 364247"/>
                <a:gd name="connsiteY111" fmla="*/ 502347 h 1015864"/>
                <a:gd name="connsiteX112" fmla="*/ 115114 w 364247"/>
                <a:gd name="connsiteY112" fmla="*/ 504725 h 1015864"/>
                <a:gd name="connsiteX113" fmla="*/ 114872 w 364247"/>
                <a:gd name="connsiteY113" fmla="*/ 508407 h 1015864"/>
                <a:gd name="connsiteX114" fmla="*/ 112640 w 364247"/>
                <a:gd name="connsiteY114" fmla="*/ 509151 h 1015864"/>
                <a:gd name="connsiteX115" fmla="*/ 112358 w 364247"/>
                <a:gd name="connsiteY115" fmla="*/ 510761 h 1015864"/>
                <a:gd name="connsiteX116" fmla="*/ 112354 w 364247"/>
                <a:gd name="connsiteY116" fmla="*/ 512912 h 1015864"/>
                <a:gd name="connsiteX117" fmla="*/ 112331 w 364247"/>
                <a:gd name="connsiteY117" fmla="*/ 515343 h 1015864"/>
                <a:gd name="connsiteX118" fmla="*/ 112338 w 364247"/>
                <a:gd name="connsiteY118" fmla="*/ 517988 h 1015864"/>
                <a:gd name="connsiteX119" fmla="*/ 112268 w 364247"/>
                <a:gd name="connsiteY119" fmla="*/ 529243 h 1015864"/>
                <a:gd name="connsiteX120" fmla="*/ 112223 w 364247"/>
                <a:gd name="connsiteY120" fmla="*/ 537804 h 1015864"/>
                <a:gd name="connsiteX121" fmla="*/ 112198 w 364247"/>
                <a:gd name="connsiteY121" fmla="*/ 540498 h 1015864"/>
                <a:gd name="connsiteX122" fmla="*/ 112205 w 364247"/>
                <a:gd name="connsiteY122" fmla="*/ 543143 h 1015864"/>
                <a:gd name="connsiteX123" fmla="*/ 112182 w 364247"/>
                <a:gd name="connsiteY123" fmla="*/ 545573 h 1015864"/>
                <a:gd name="connsiteX124" fmla="*/ 111896 w 364247"/>
                <a:gd name="connsiteY124" fmla="*/ 549334 h 1015864"/>
                <a:gd name="connsiteX125" fmla="*/ 109664 w 364247"/>
                <a:gd name="connsiteY125" fmla="*/ 550079 h 1015864"/>
                <a:gd name="connsiteX126" fmla="*/ 109664 w 364247"/>
                <a:gd name="connsiteY126" fmla="*/ 556032 h 1015864"/>
                <a:gd name="connsiteX127" fmla="*/ 115865 w 364247"/>
                <a:gd name="connsiteY127" fmla="*/ 555172 h 1015864"/>
                <a:gd name="connsiteX128" fmla="*/ 117504 w 364247"/>
                <a:gd name="connsiteY128" fmla="*/ 555170 h 1015864"/>
                <a:gd name="connsiteX129" fmla="*/ 123044 w 364247"/>
                <a:gd name="connsiteY129" fmla="*/ 555141 h 1015864"/>
                <a:gd name="connsiteX130" fmla="*/ 127113 w 364247"/>
                <a:gd name="connsiteY130" fmla="*/ 555124 h 1015864"/>
                <a:gd name="connsiteX131" fmla="*/ 138178 w 364247"/>
                <a:gd name="connsiteY131" fmla="*/ 555071 h 1015864"/>
                <a:gd name="connsiteX132" fmla="*/ 149943 w 364247"/>
                <a:gd name="connsiteY132" fmla="*/ 555017 h 1015864"/>
                <a:gd name="connsiteX133" fmla="*/ 172153 w 364247"/>
                <a:gd name="connsiteY133" fmla="*/ 554913 h 1015864"/>
                <a:gd name="connsiteX134" fmla="*/ 197642 w 364247"/>
                <a:gd name="connsiteY134" fmla="*/ 554796 h 1015864"/>
                <a:gd name="connsiteX135" fmla="*/ 252539 w 364247"/>
                <a:gd name="connsiteY135" fmla="*/ 554543 h 1015864"/>
                <a:gd name="connsiteX136" fmla="*/ 252539 w 364247"/>
                <a:gd name="connsiteY136" fmla="*/ 556032 h 1015864"/>
                <a:gd name="connsiteX137" fmla="*/ 254771 w 364247"/>
                <a:gd name="connsiteY137" fmla="*/ 555288 h 1015864"/>
                <a:gd name="connsiteX138" fmla="*/ 254027 w 364247"/>
                <a:gd name="connsiteY138" fmla="*/ 551567 h 1015864"/>
                <a:gd name="connsiteX139" fmla="*/ 251794 w 364247"/>
                <a:gd name="connsiteY139" fmla="*/ 551567 h 1015864"/>
                <a:gd name="connsiteX140" fmla="*/ 251831 w 364247"/>
                <a:gd name="connsiteY140" fmla="*/ 537091 h 1015864"/>
                <a:gd name="connsiteX141" fmla="*/ 251841 w 364247"/>
                <a:gd name="connsiteY141" fmla="*/ 531196 h 1015864"/>
                <a:gd name="connsiteX142" fmla="*/ 251864 w 364247"/>
                <a:gd name="connsiteY142" fmla="*/ 522484 h 1015864"/>
                <a:gd name="connsiteX143" fmla="*/ 251867 w 364247"/>
                <a:gd name="connsiteY143" fmla="*/ 519737 h 1015864"/>
                <a:gd name="connsiteX144" fmla="*/ 251879 w 364247"/>
                <a:gd name="connsiteY144" fmla="*/ 517048 h 1015864"/>
                <a:gd name="connsiteX145" fmla="*/ 251879 w 364247"/>
                <a:gd name="connsiteY145" fmla="*/ 514565 h 1015864"/>
                <a:gd name="connsiteX146" fmla="*/ 251050 w 364247"/>
                <a:gd name="connsiteY146" fmla="*/ 509151 h 1015864"/>
                <a:gd name="connsiteX147" fmla="*/ 248818 w 364247"/>
                <a:gd name="connsiteY147" fmla="*/ 509151 h 1015864"/>
                <a:gd name="connsiteX148" fmla="*/ 249119 w 364247"/>
                <a:gd name="connsiteY148" fmla="*/ 495505 h 1015864"/>
                <a:gd name="connsiteX149" fmla="*/ 249236 w 364247"/>
                <a:gd name="connsiteY149" fmla="*/ 489943 h 1015864"/>
                <a:gd name="connsiteX150" fmla="*/ 249419 w 364247"/>
                <a:gd name="connsiteY150" fmla="*/ 481731 h 1015864"/>
                <a:gd name="connsiteX151" fmla="*/ 249472 w 364247"/>
                <a:gd name="connsiteY151" fmla="*/ 479138 h 1015864"/>
                <a:gd name="connsiteX152" fmla="*/ 249533 w 364247"/>
                <a:gd name="connsiteY152" fmla="*/ 476608 h 1015864"/>
                <a:gd name="connsiteX153" fmla="*/ 249578 w 364247"/>
                <a:gd name="connsiteY153" fmla="*/ 474261 h 1015864"/>
                <a:gd name="connsiteX154" fmla="*/ 248818 w 364247"/>
                <a:gd name="connsiteY154" fmla="*/ 468223 h 1015864"/>
                <a:gd name="connsiteX155" fmla="*/ 246585 w 364247"/>
                <a:gd name="connsiteY155" fmla="*/ 467479 h 1015864"/>
                <a:gd name="connsiteX156" fmla="*/ 246332 w 364247"/>
                <a:gd name="connsiteY156" fmla="*/ 465879 h 1015864"/>
                <a:gd name="connsiteX157" fmla="*/ 246367 w 364247"/>
                <a:gd name="connsiteY157" fmla="*/ 463741 h 1015864"/>
                <a:gd name="connsiteX158" fmla="*/ 246390 w 364247"/>
                <a:gd name="connsiteY158" fmla="*/ 461325 h 1015864"/>
                <a:gd name="connsiteX159" fmla="*/ 246446 w 364247"/>
                <a:gd name="connsiteY159" fmla="*/ 458695 h 1015864"/>
                <a:gd name="connsiteX160" fmla="*/ 246585 w 364247"/>
                <a:gd name="connsiteY160" fmla="*/ 447480 h 1015864"/>
                <a:gd name="connsiteX161" fmla="*/ 246699 w 364247"/>
                <a:gd name="connsiteY161" fmla="*/ 438965 h 1015864"/>
                <a:gd name="connsiteX162" fmla="*/ 246725 w 364247"/>
                <a:gd name="connsiteY162" fmla="*/ 436277 h 1015864"/>
                <a:gd name="connsiteX163" fmla="*/ 246781 w 364247"/>
                <a:gd name="connsiteY163" fmla="*/ 433656 h 1015864"/>
                <a:gd name="connsiteX164" fmla="*/ 246803 w 364247"/>
                <a:gd name="connsiteY164" fmla="*/ 431226 h 1015864"/>
                <a:gd name="connsiteX165" fmla="*/ 246839 w 364247"/>
                <a:gd name="connsiteY165" fmla="*/ 429084 h 1015864"/>
                <a:gd name="connsiteX166" fmla="*/ 245475 w 364247"/>
                <a:gd name="connsiteY166" fmla="*/ 426183 h 1015864"/>
                <a:gd name="connsiteX167" fmla="*/ 244061 w 364247"/>
                <a:gd name="connsiteY167" fmla="*/ 423251 h 1015864"/>
                <a:gd name="connsiteX168" fmla="*/ 244043 w 364247"/>
                <a:gd name="connsiteY168" fmla="*/ 421076 h 1015864"/>
                <a:gd name="connsiteX169" fmla="*/ 244006 w 364247"/>
                <a:gd name="connsiteY169" fmla="*/ 418608 h 1015864"/>
                <a:gd name="connsiteX170" fmla="*/ 243998 w 364247"/>
                <a:gd name="connsiteY170" fmla="*/ 415944 h 1015864"/>
                <a:gd name="connsiteX171" fmla="*/ 243908 w 364247"/>
                <a:gd name="connsiteY171" fmla="*/ 407490 h 1015864"/>
                <a:gd name="connsiteX172" fmla="*/ 243830 w 364247"/>
                <a:gd name="connsiteY172" fmla="*/ 398706 h 1015864"/>
                <a:gd name="connsiteX173" fmla="*/ 243766 w 364247"/>
                <a:gd name="connsiteY173" fmla="*/ 393155 h 1015864"/>
                <a:gd name="connsiteX174" fmla="*/ 243749 w 364247"/>
                <a:gd name="connsiteY174" fmla="*/ 390487 h 1015864"/>
                <a:gd name="connsiteX175" fmla="*/ 243726 w 364247"/>
                <a:gd name="connsiteY175" fmla="*/ 388026 h 1015864"/>
                <a:gd name="connsiteX176" fmla="*/ 242865 w 364247"/>
                <a:gd name="connsiteY176" fmla="*/ 382647 h 1015864"/>
                <a:gd name="connsiteX177" fmla="*/ 240632 w 364247"/>
                <a:gd name="connsiteY177" fmla="*/ 382647 h 1015864"/>
                <a:gd name="connsiteX178" fmla="*/ 240741 w 364247"/>
                <a:gd name="connsiteY178" fmla="*/ 368135 h 1015864"/>
                <a:gd name="connsiteX179" fmla="*/ 240772 w 364247"/>
                <a:gd name="connsiteY179" fmla="*/ 362230 h 1015864"/>
                <a:gd name="connsiteX180" fmla="*/ 240841 w 364247"/>
                <a:gd name="connsiteY180" fmla="*/ 353494 h 1015864"/>
                <a:gd name="connsiteX181" fmla="*/ 240850 w 364247"/>
                <a:gd name="connsiteY181" fmla="*/ 350745 h 1015864"/>
                <a:gd name="connsiteX182" fmla="*/ 240885 w 364247"/>
                <a:gd name="connsiteY182" fmla="*/ 348044 h 1015864"/>
                <a:gd name="connsiteX183" fmla="*/ 240886 w 364247"/>
                <a:gd name="connsiteY183" fmla="*/ 345561 h 1015864"/>
                <a:gd name="connsiteX184" fmla="*/ 240632 w 364247"/>
                <a:gd name="connsiteY184" fmla="*/ 341719 h 1015864"/>
                <a:gd name="connsiteX185" fmla="*/ 238400 w 364247"/>
                <a:gd name="connsiteY185" fmla="*/ 340975 h 1015864"/>
                <a:gd name="connsiteX186" fmla="*/ 238146 w 364247"/>
                <a:gd name="connsiteY186" fmla="*/ 339370 h 1015864"/>
                <a:gd name="connsiteX187" fmla="*/ 238182 w 364247"/>
                <a:gd name="connsiteY187" fmla="*/ 337225 h 1015864"/>
                <a:gd name="connsiteX188" fmla="*/ 238204 w 364247"/>
                <a:gd name="connsiteY188" fmla="*/ 334802 h 1015864"/>
                <a:gd name="connsiteX189" fmla="*/ 238260 w 364247"/>
                <a:gd name="connsiteY189" fmla="*/ 332165 h 1015864"/>
                <a:gd name="connsiteX190" fmla="*/ 238400 w 364247"/>
                <a:gd name="connsiteY190" fmla="*/ 320930 h 1015864"/>
                <a:gd name="connsiteX191" fmla="*/ 238514 w 364247"/>
                <a:gd name="connsiteY191" fmla="*/ 312392 h 1015864"/>
                <a:gd name="connsiteX192" fmla="*/ 238539 w 364247"/>
                <a:gd name="connsiteY192" fmla="*/ 309701 h 1015864"/>
                <a:gd name="connsiteX193" fmla="*/ 238596 w 364247"/>
                <a:gd name="connsiteY193" fmla="*/ 307068 h 1015864"/>
                <a:gd name="connsiteX194" fmla="*/ 238618 w 364247"/>
                <a:gd name="connsiteY194" fmla="*/ 304637 h 1015864"/>
                <a:gd name="connsiteX195" fmla="*/ 238400 w 364247"/>
                <a:gd name="connsiteY195" fmla="*/ 300791 h 1015864"/>
                <a:gd name="connsiteX196" fmla="*/ 236167 w 364247"/>
                <a:gd name="connsiteY196" fmla="*/ 299303 h 1015864"/>
                <a:gd name="connsiteX197" fmla="*/ 235876 w 364247"/>
                <a:gd name="connsiteY197" fmla="*/ 297609 h 1015864"/>
                <a:gd name="connsiteX198" fmla="*/ 235857 w 364247"/>
                <a:gd name="connsiteY198" fmla="*/ 295469 h 1015864"/>
                <a:gd name="connsiteX199" fmla="*/ 235820 w 364247"/>
                <a:gd name="connsiteY199" fmla="*/ 293046 h 1015864"/>
                <a:gd name="connsiteX200" fmla="*/ 235813 w 364247"/>
                <a:gd name="connsiteY200" fmla="*/ 290420 h 1015864"/>
                <a:gd name="connsiteX201" fmla="*/ 235722 w 364247"/>
                <a:gd name="connsiteY201" fmla="*/ 282104 h 1015864"/>
                <a:gd name="connsiteX202" fmla="*/ 235644 w 364247"/>
                <a:gd name="connsiteY202" fmla="*/ 273462 h 1015864"/>
                <a:gd name="connsiteX203" fmla="*/ 235580 w 364247"/>
                <a:gd name="connsiteY203" fmla="*/ 268003 h 1015864"/>
                <a:gd name="connsiteX204" fmla="*/ 235564 w 364247"/>
                <a:gd name="connsiteY204" fmla="*/ 265377 h 1015864"/>
                <a:gd name="connsiteX205" fmla="*/ 235541 w 364247"/>
                <a:gd name="connsiteY205" fmla="*/ 262954 h 1015864"/>
                <a:gd name="connsiteX206" fmla="*/ 234679 w 364247"/>
                <a:gd name="connsiteY206" fmla="*/ 257631 h 1015864"/>
                <a:gd name="connsiteX207" fmla="*/ 232447 w 364247"/>
                <a:gd name="connsiteY207" fmla="*/ 257631 h 1015864"/>
                <a:gd name="connsiteX208" fmla="*/ 232556 w 364247"/>
                <a:gd name="connsiteY208" fmla="*/ 242590 h 1015864"/>
                <a:gd name="connsiteX209" fmla="*/ 232600 w 364247"/>
                <a:gd name="connsiteY209" fmla="*/ 234929 h 1015864"/>
                <a:gd name="connsiteX210" fmla="*/ 232655 w 364247"/>
                <a:gd name="connsiteY210" fmla="*/ 227416 h 1015864"/>
                <a:gd name="connsiteX211" fmla="*/ 232665 w 364247"/>
                <a:gd name="connsiteY211" fmla="*/ 224567 h 1015864"/>
                <a:gd name="connsiteX212" fmla="*/ 232700 w 364247"/>
                <a:gd name="connsiteY212" fmla="*/ 221767 h 1015864"/>
                <a:gd name="connsiteX213" fmla="*/ 232700 w 364247"/>
                <a:gd name="connsiteY213" fmla="*/ 219193 h 1015864"/>
                <a:gd name="connsiteX214" fmla="*/ 232447 w 364247"/>
                <a:gd name="connsiteY214" fmla="*/ 215215 h 1015864"/>
                <a:gd name="connsiteX215" fmla="*/ 230214 w 364247"/>
                <a:gd name="connsiteY215" fmla="*/ 214471 h 1015864"/>
                <a:gd name="connsiteX216" fmla="*/ 229951 w 364247"/>
                <a:gd name="connsiteY216" fmla="*/ 212894 h 1015864"/>
                <a:gd name="connsiteX217" fmla="*/ 229973 w 364247"/>
                <a:gd name="connsiteY217" fmla="*/ 210790 h 1015864"/>
                <a:gd name="connsiteX218" fmla="*/ 229980 w 364247"/>
                <a:gd name="connsiteY218" fmla="*/ 208412 h 1015864"/>
                <a:gd name="connsiteX219" fmla="*/ 230022 w 364247"/>
                <a:gd name="connsiteY219" fmla="*/ 205823 h 1015864"/>
                <a:gd name="connsiteX220" fmla="*/ 230087 w 364247"/>
                <a:gd name="connsiteY220" fmla="*/ 197646 h 1015864"/>
                <a:gd name="connsiteX221" fmla="*/ 230171 w 364247"/>
                <a:gd name="connsiteY221" fmla="*/ 189146 h 1015864"/>
                <a:gd name="connsiteX222" fmla="*/ 230208 w 364247"/>
                <a:gd name="connsiteY222" fmla="*/ 183778 h 1015864"/>
                <a:gd name="connsiteX223" fmla="*/ 230241 w 364247"/>
                <a:gd name="connsiteY223" fmla="*/ 181194 h 1015864"/>
                <a:gd name="connsiteX224" fmla="*/ 230263 w 364247"/>
                <a:gd name="connsiteY224" fmla="*/ 178809 h 1015864"/>
                <a:gd name="connsiteX225" fmla="*/ 229470 w 364247"/>
                <a:gd name="connsiteY225" fmla="*/ 173543 h 1015864"/>
                <a:gd name="connsiteX226" fmla="*/ 227238 w 364247"/>
                <a:gd name="connsiteY226" fmla="*/ 173543 h 1015864"/>
                <a:gd name="connsiteX227" fmla="*/ 227274 w 364247"/>
                <a:gd name="connsiteY227" fmla="*/ 159068 h 1015864"/>
                <a:gd name="connsiteX228" fmla="*/ 227284 w 364247"/>
                <a:gd name="connsiteY228" fmla="*/ 153173 h 1015864"/>
                <a:gd name="connsiteX229" fmla="*/ 227307 w 364247"/>
                <a:gd name="connsiteY229" fmla="*/ 144460 h 1015864"/>
                <a:gd name="connsiteX230" fmla="*/ 227310 w 364247"/>
                <a:gd name="connsiteY230" fmla="*/ 141714 h 1015864"/>
                <a:gd name="connsiteX231" fmla="*/ 227322 w 364247"/>
                <a:gd name="connsiteY231" fmla="*/ 139024 h 1015864"/>
                <a:gd name="connsiteX232" fmla="*/ 227322 w 364247"/>
                <a:gd name="connsiteY232" fmla="*/ 136542 h 1015864"/>
                <a:gd name="connsiteX233" fmla="*/ 226494 w 364247"/>
                <a:gd name="connsiteY233" fmla="*/ 131127 h 1015864"/>
                <a:gd name="connsiteX234" fmla="*/ 224261 w 364247"/>
                <a:gd name="connsiteY234" fmla="*/ 131127 h 1015864"/>
                <a:gd name="connsiteX235" fmla="*/ 224261 w 364247"/>
                <a:gd name="connsiteY235" fmla="*/ 91688 h 1015864"/>
                <a:gd name="connsiteX236" fmla="*/ 109156 w 364247"/>
                <a:gd name="connsiteY236" fmla="*/ 10 h 1015864"/>
                <a:gd name="connsiteX237" fmla="*/ 115900 w 364247"/>
                <a:gd name="connsiteY237" fmla="*/ 34 h 1015864"/>
                <a:gd name="connsiteX238" fmla="*/ 120729 w 364247"/>
                <a:gd name="connsiteY238" fmla="*/ 10 h 1015864"/>
                <a:gd name="connsiteX239" fmla="*/ 133856 w 364247"/>
                <a:gd name="connsiteY239" fmla="*/ 30 h 1015864"/>
                <a:gd name="connsiteX240" fmla="*/ 147576 w 364247"/>
                <a:gd name="connsiteY240" fmla="*/ 36 h 1015864"/>
                <a:gd name="connsiteX241" fmla="*/ 170616 w 364247"/>
                <a:gd name="connsiteY241" fmla="*/ 86 h 1015864"/>
                <a:gd name="connsiteX242" fmla="*/ 197279 w 364247"/>
                <a:gd name="connsiteY242" fmla="*/ 111 h 1015864"/>
                <a:gd name="connsiteX243" fmla="*/ 222899 w 364247"/>
                <a:gd name="connsiteY243" fmla="*/ 125 h 1015864"/>
                <a:gd name="connsiteX244" fmla="*/ 233817 w 364247"/>
                <a:gd name="connsiteY244" fmla="*/ 127 h 1015864"/>
                <a:gd name="connsiteX245" fmla="*/ 246663 w 364247"/>
                <a:gd name="connsiteY245" fmla="*/ 167 h 1015864"/>
                <a:gd name="connsiteX246" fmla="*/ 251387 w 364247"/>
                <a:gd name="connsiteY246" fmla="*/ 168 h 1015864"/>
                <a:gd name="connsiteX247" fmla="*/ 257817 w 364247"/>
                <a:gd name="connsiteY247" fmla="*/ 204 h 1015864"/>
                <a:gd name="connsiteX248" fmla="*/ 259721 w 364247"/>
                <a:gd name="connsiteY248" fmla="*/ 177 h 1015864"/>
                <a:gd name="connsiteX249" fmla="*/ 264280 w 364247"/>
                <a:gd name="connsiteY249" fmla="*/ 781 h 1015864"/>
                <a:gd name="connsiteX250" fmla="*/ 266513 w 364247"/>
                <a:gd name="connsiteY250" fmla="*/ 5246 h 1015864"/>
                <a:gd name="connsiteX251" fmla="*/ 270233 w 364247"/>
                <a:gd name="connsiteY251" fmla="*/ 8222 h 1015864"/>
                <a:gd name="connsiteX252" fmla="*/ 270978 w 364247"/>
                <a:gd name="connsiteY252" fmla="*/ 11199 h 1015864"/>
                <a:gd name="connsiteX253" fmla="*/ 273210 w 364247"/>
                <a:gd name="connsiteY253" fmla="*/ 11943 h 1015864"/>
                <a:gd name="connsiteX254" fmla="*/ 273954 w 364247"/>
                <a:gd name="connsiteY254" fmla="*/ 14175 h 1015864"/>
                <a:gd name="connsiteX255" fmla="*/ 276187 w 364247"/>
                <a:gd name="connsiteY255" fmla="*/ 14919 h 1015864"/>
                <a:gd name="connsiteX256" fmla="*/ 276931 w 364247"/>
                <a:gd name="connsiteY256" fmla="*/ 17152 h 1015864"/>
                <a:gd name="connsiteX257" fmla="*/ 279163 w 364247"/>
                <a:gd name="connsiteY257" fmla="*/ 17896 h 1015864"/>
                <a:gd name="connsiteX258" fmla="*/ 279907 w 364247"/>
                <a:gd name="connsiteY258" fmla="*/ 20128 h 1015864"/>
                <a:gd name="connsiteX259" fmla="*/ 281768 w 364247"/>
                <a:gd name="connsiteY259" fmla="*/ 21245 h 1015864"/>
                <a:gd name="connsiteX260" fmla="*/ 284372 w 364247"/>
                <a:gd name="connsiteY260" fmla="*/ 24593 h 1015864"/>
                <a:gd name="connsiteX261" fmla="*/ 286605 w 364247"/>
                <a:gd name="connsiteY261" fmla="*/ 26082 h 1015864"/>
                <a:gd name="connsiteX262" fmla="*/ 286605 w 364247"/>
                <a:gd name="connsiteY262" fmla="*/ 28314 h 1015864"/>
                <a:gd name="connsiteX263" fmla="*/ 289581 w 364247"/>
                <a:gd name="connsiteY263" fmla="*/ 29058 h 1015864"/>
                <a:gd name="connsiteX264" fmla="*/ 290325 w 364247"/>
                <a:gd name="connsiteY264" fmla="*/ 31290 h 1015864"/>
                <a:gd name="connsiteX265" fmla="*/ 292558 w 364247"/>
                <a:gd name="connsiteY265" fmla="*/ 32035 h 1015864"/>
                <a:gd name="connsiteX266" fmla="*/ 292558 w 364247"/>
                <a:gd name="connsiteY266" fmla="*/ 35011 h 1015864"/>
                <a:gd name="connsiteX267" fmla="*/ 296278 w 364247"/>
                <a:gd name="connsiteY267" fmla="*/ 35755 h 1015864"/>
                <a:gd name="connsiteX268" fmla="*/ 296278 w 364247"/>
                <a:gd name="connsiteY268" fmla="*/ 37988 h 1015864"/>
                <a:gd name="connsiteX269" fmla="*/ 298478 w 364247"/>
                <a:gd name="connsiteY269" fmla="*/ 38447 h 1015864"/>
                <a:gd name="connsiteX270" fmla="*/ 300743 w 364247"/>
                <a:gd name="connsiteY270" fmla="*/ 39476 h 1015864"/>
                <a:gd name="connsiteX271" fmla="*/ 301264 w 364247"/>
                <a:gd name="connsiteY271" fmla="*/ 46269 h 1015864"/>
                <a:gd name="connsiteX272" fmla="*/ 301278 w 364247"/>
                <a:gd name="connsiteY272" fmla="*/ 48310 h 1015864"/>
                <a:gd name="connsiteX273" fmla="*/ 301255 w 364247"/>
                <a:gd name="connsiteY273" fmla="*/ 54777 h 1015864"/>
                <a:gd name="connsiteX274" fmla="*/ 301255 w 364247"/>
                <a:gd name="connsiteY274" fmla="*/ 61253 h 1015864"/>
                <a:gd name="connsiteX275" fmla="*/ 301236 w 364247"/>
                <a:gd name="connsiteY275" fmla="*/ 65288 h 1015864"/>
                <a:gd name="connsiteX276" fmla="*/ 301487 w 364247"/>
                <a:gd name="connsiteY276" fmla="*/ 69986 h 1015864"/>
                <a:gd name="connsiteX277" fmla="*/ 303720 w 364247"/>
                <a:gd name="connsiteY277" fmla="*/ 70730 h 1015864"/>
                <a:gd name="connsiteX278" fmla="*/ 304018 w 364247"/>
                <a:gd name="connsiteY278" fmla="*/ 74560 h 1015864"/>
                <a:gd name="connsiteX279" fmla="*/ 304048 w 364247"/>
                <a:gd name="connsiteY279" fmla="*/ 77035 h 1015864"/>
                <a:gd name="connsiteX280" fmla="*/ 304048 w 364247"/>
                <a:gd name="connsiteY280" fmla="*/ 79729 h 1015864"/>
                <a:gd name="connsiteX281" fmla="*/ 304078 w 364247"/>
                <a:gd name="connsiteY281" fmla="*/ 82474 h 1015864"/>
                <a:gd name="connsiteX282" fmla="*/ 304138 w 364247"/>
                <a:gd name="connsiteY282" fmla="*/ 91194 h 1015864"/>
                <a:gd name="connsiteX283" fmla="*/ 304207 w 364247"/>
                <a:gd name="connsiteY283" fmla="*/ 99914 h 1015864"/>
                <a:gd name="connsiteX284" fmla="*/ 304239 w 364247"/>
                <a:gd name="connsiteY284" fmla="*/ 105352 h 1015864"/>
                <a:gd name="connsiteX285" fmla="*/ 304262 w 364247"/>
                <a:gd name="connsiteY285" fmla="*/ 107828 h 1015864"/>
                <a:gd name="connsiteX286" fmla="*/ 304272 w 364247"/>
                <a:gd name="connsiteY286" fmla="*/ 110019 h 1015864"/>
                <a:gd name="connsiteX287" fmla="*/ 304464 w 364247"/>
                <a:gd name="connsiteY287" fmla="*/ 111658 h 1015864"/>
                <a:gd name="connsiteX288" fmla="*/ 305952 w 364247"/>
                <a:gd name="connsiteY288" fmla="*/ 112402 h 1015864"/>
                <a:gd name="connsiteX289" fmla="*/ 306166 w 364247"/>
                <a:gd name="connsiteY289" fmla="*/ 115991 h 1015864"/>
                <a:gd name="connsiteX290" fmla="*/ 306196 w 364247"/>
                <a:gd name="connsiteY290" fmla="*/ 118309 h 1015864"/>
                <a:gd name="connsiteX291" fmla="*/ 306208 w 364247"/>
                <a:gd name="connsiteY291" fmla="*/ 120834 h 1015864"/>
                <a:gd name="connsiteX292" fmla="*/ 306241 w 364247"/>
                <a:gd name="connsiteY292" fmla="*/ 123413 h 1015864"/>
                <a:gd name="connsiteX293" fmla="*/ 306324 w 364247"/>
                <a:gd name="connsiteY293" fmla="*/ 131610 h 1015864"/>
                <a:gd name="connsiteX294" fmla="*/ 306441 w 364247"/>
                <a:gd name="connsiteY294" fmla="*/ 142368 h 1015864"/>
                <a:gd name="connsiteX295" fmla="*/ 306452 w 364247"/>
                <a:gd name="connsiteY295" fmla="*/ 144879 h 1015864"/>
                <a:gd name="connsiteX296" fmla="*/ 306483 w 364247"/>
                <a:gd name="connsiteY296" fmla="*/ 147219 h 1015864"/>
                <a:gd name="connsiteX297" fmla="*/ 306499 w 364247"/>
                <a:gd name="connsiteY297" fmla="*/ 149275 h 1015864"/>
                <a:gd name="connsiteX298" fmla="*/ 308185 w 364247"/>
                <a:gd name="connsiteY298" fmla="*/ 154074 h 1015864"/>
                <a:gd name="connsiteX299" fmla="*/ 308929 w 364247"/>
                <a:gd name="connsiteY299" fmla="*/ 154074 h 1015864"/>
                <a:gd name="connsiteX300" fmla="*/ 309673 w 364247"/>
                <a:gd name="connsiteY300" fmla="*/ 196490 h 1015864"/>
                <a:gd name="connsiteX301" fmla="*/ 311905 w 364247"/>
                <a:gd name="connsiteY301" fmla="*/ 196490 h 1015864"/>
                <a:gd name="connsiteX302" fmla="*/ 311924 w 364247"/>
                <a:gd name="connsiteY302" fmla="*/ 198038 h 1015864"/>
                <a:gd name="connsiteX303" fmla="*/ 312142 w 364247"/>
                <a:gd name="connsiteY303" fmla="*/ 213935 h 1015864"/>
                <a:gd name="connsiteX304" fmla="*/ 312219 w 364247"/>
                <a:gd name="connsiteY304" fmla="*/ 219875 h 1015864"/>
                <a:gd name="connsiteX305" fmla="*/ 312341 w 364247"/>
                <a:gd name="connsiteY305" fmla="*/ 228392 h 1015864"/>
                <a:gd name="connsiteX306" fmla="*/ 312367 w 364247"/>
                <a:gd name="connsiteY306" fmla="*/ 231093 h 1015864"/>
                <a:gd name="connsiteX307" fmla="*/ 312412 w 364247"/>
                <a:gd name="connsiteY307" fmla="*/ 233576 h 1015864"/>
                <a:gd name="connsiteX308" fmla="*/ 312442 w 364247"/>
                <a:gd name="connsiteY308" fmla="*/ 235774 h 1015864"/>
                <a:gd name="connsiteX309" fmla="*/ 312649 w 364247"/>
                <a:gd name="connsiteY309" fmla="*/ 237417 h 1015864"/>
                <a:gd name="connsiteX310" fmla="*/ 314138 w 364247"/>
                <a:gd name="connsiteY310" fmla="*/ 238162 h 1015864"/>
                <a:gd name="connsiteX311" fmla="*/ 314446 w 364247"/>
                <a:gd name="connsiteY311" fmla="*/ 241760 h 1015864"/>
                <a:gd name="connsiteX312" fmla="*/ 314533 w 364247"/>
                <a:gd name="connsiteY312" fmla="*/ 244088 h 1015864"/>
                <a:gd name="connsiteX313" fmla="*/ 314603 w 364247"/>
                <a:gd name="connsiteY313" fmla="*/ 246626 h 1015864"/>
                <a:gd name="connsiteX314" fmla="*/ 314693 w 364247"/>
                <a:gd name="connsiteY314" fmla="*/ 249218 h 1015864"/>
                <a:gd name="connsiteX315" fmla="*/ 314847 w 364247"/>
                <a:gd name="connsiteY315" fmla="*/ 263186 h 1015864"/>
                <a:gd name="connsiteX316" fmla="*/ 314822 w 364247"/>
                <a:gd name="connsiteY316" fmla="*/ 265945 h 1015864"/>
                <a:gd name="connsiteX317" fmla="*/ 314724 w 364247"/>
                <a:gd name="connsiteY317" fmla="*/ 271241 h 1015864"/>
                <a:gd name="connsiteX318" fmla="*/ 314690 w 364247"/>
                <a:gd name="connsiteY318" fmla="*/ 273668 h 1015864"/>
                <a:gd name="connsiteX319" fmla="*/ 314640 w 364247"/>
                <a:gd name="connsiteY319" fmla="*/ 275810 h 1015864"/>
                <a:gd name="connsiteX320" fmla="*/ 315995 w 364247"/>
                <a:gd name="connsiteY320" fmla="*/ 278584 h 1015864"/>
                <a:gd name="connsiteX321" fmla="*/ 317412 w 364247"/>
                <a:gd name="connsiteY321" fmla="*/ 283752 h 1015864"/>
                <a:gd name="connsiteX322" fmla="*/ 317443 w 364247"/>
                <a:gd name="connsiteY322" fmla="*/ 286175 h 1015864"/>
                <a:gd name="connsiteX323" fmla="*/ 317443 w 364247"/>
                <a:gd name="connsiteY323" fmla="*/ 288789 h 1015864"/>
                <a:gd name="connsiteX324" fmla="*/ 317473 w 364247"/>
                <a:gd name="connsiteY324" fmla="*/ 291472 h 1015864"/>
                <a:gd name="connsiteX325" fmla="*/ 317533 w 364247"/>
                <a:gd name="connsiteY325" fmla="*/ 299972 h 1015864"/>
                <a:gd name="connsiteX326" fmla="*/ 317601 w 364247"/>
                <a:gd name="connsiteY326" fmla="*/ 308480 h 1015864"/>
                <a:gd name="connsiteX327" fmla="*/ 317634 w 364247"/>
                <a:gd name="connsiteY327" fmla="*/ 313779 h 1015864"/>
                <a:gd name="connsiteX328" fmla="*/ 317657 w 364247"/>
                <a:gd name="connsiteY328" fmla="*/ 316195 h 1015864"/>
                <a:gd name="connsiteX329" fmla="*/ 317666 w 364247"/>
                <a:gd name="connsiteY329" fmla="*/ 318328 h 1015864"/>
                <a:gd name="connsiteX330" fmla="*/ 319347 w 364247"/>
                <a:gd name="connsiteY330" fmla="*/ 321505 h 1015864"/>
                <a:gd name="connsiteX331" fmla="*/ 320091 w 364247"/>
                <a:gd name="connsiteY331" fmla="*/ 321505 h 1015864"/>
                <a:gd name="connsiteX332" fmla="*/ 320109 w 364247"/>
                <a:gd name="connsiteY332" fmla="*/ 323082 h 1015864"/>
                <a:gd name="connsiteX333" fmla="*/ 320305 w 364247"/>
                <a:gd name="connsiteY333" fmla="*/ 337767 h 1015864"/>
                <a:gd name="connsiteX334" fmla="*/ 320405 w 364247"/>
                <a:gd name="connsiteY334" fmla="*/ 345317 h 1015864"/>
                <a:gd name="connsiteX335" fmla="*/ 320527 w 364247"/>
                <a:gd name="connsiteY335" fmla="*/ 353989 h 1015864"/>
                <a:gd name="connsiteX336" fmla="*/ 320553 w 364247"/>
                <a:gd name="connsiteY336" fmla="*/ 356739 h 1015864"/>
                <a:gd name="connsiteX337" fmla="*/ 320598 w 364247"/>
                <a:gd name="connsiteY337" fmla="*/ 359267 h 1015864"/>
                <a:gd name="connsiteX338" fmla="*/ 320628 w 364247"/>
                <a:gd name="connsiteY338" fmla="*/ 361506 h 1015864"/>
                <a:gd name="connsiteX339" fmla="*/ 320835 w 364247"/>
                <a:gd name="connsiteY339" fmla="*/ 363177 h 1015864"/>
                <a:gd name="connsiteX340" fmla="*/ 322323 w 364247"/>
                <a:gd name="connsiteY340" fmla="*/ 363921 h 1015864"/>
                <a:gd name="connsiteX341" fmla="*/ 322788 w 364247"/>
                <a:gd name="connsiteY341" fmla="*/ 370991 h 1015864"/>
                <a:gd name="connsiteX342" fmla="*/ 322874 w 364247"/>
                <a:gd name="connsiteY342" fmla="*/ 373225 h 1015864"/>
                <a:gd name="connsiteX343" fmla="*/ 323067 w 364247"/>
                <a:gd name="connsiteY343" fmla="*/ 405593 h 1015864"/>
                <a:gd name="connsiteX344" fmla="*/ 325300 w 364247"/>
                <a:gd name="connsiteY344" fmla="*/ 405593 h 1015864"/>
                <a:gd name="connsiteX345" fmla="*/ 326044 w 364247"/>
                <a:gd name="connsiteY345" fmla="*/ 447265 h 1015864"/>
                <a:gd name="connsiteX346" fmla="*/ 328276 w 364247"/>
                <a:gd name="connsiteY346" fmla="*/ 447265 h 1015864"/>
                <a:gd name="connsiteX347" fmla="*/ 328295 w 364247"/>
                <a:gd name="connsiteY347" fmla="*/ 448814 h 1015864"/>
                <a:gd name="connsiteX348" fmla="*/ 328513 w 364247"/>
                <a:gd name="connsiteY348" fmla="*/ 464710 h 1015864"/>
                <a:gd name="connsiteX349" fmla="*/ 328590 w 364247"/>
                <a:gd name="connsiteY349" fmla="*/ 470650 h 1015864"/>
                <a:gd name="connsiteX350" fmla="*/ 328712 w 364247"/>
                <a:gd name="connsiteY350" fmla="*/ 479167 h 1015864"/>
                <a:gd name="connsiteX351" fmla="*/ 328739 w 364247"/>
                <a:gd name="connsiteY351" fmla="*/ 481868 h 1015864"/>
                <a:gd name="connsiteX352" fmla="*/ 328783 w 364247"/>
                <a:gd name="connsiteY352" fmla="*/ 484351 h 1015864"/>
                <a:gd name="connsiteX353" fmla="*/ 328813 w 364247"/>
                <a:gd name="connsiteY353" fmla="*/ 486550 h 1015864"/>
                <a:gd name="connsiteX354" fmla="*/ 329021 w 364247"/>
                <a:gd name="connsiteY354" fmla="*/ 488193 h 1015864"/>
                <a:gd name="connsiteX355" fmla="*/ 330509 w 364247"/>
                <a:gd name="connsiteY355" fmla="*/ 488937 h 1015864"/>
                <a:gd name="connsiteX356" fmla="*/ 331326 w 364247"/>
                <a:gd name="connsiteY356" fmla="*/ 505410 h 1015864"/>
                <a:gd name="connsiteX357" fmla="*/ 331322 w 364247"/>
                <a:gd name="connsiteY357" fmla="*/ 507677 h 1015864"/>
                <a:gd name="connsiteX358" fmla="*/ 331300 w 364247"/>
                <a:gd name="connsiteY358" fmla="*/ 514749 h 1015864"/>
                <a:gd name="connsiteX359" fmla="*/ 331289 w 364247"/>
                <a:gd name="connsiteY359" fmla="*/ 519585 h 1015864"/>
                <a:gd name="connsiteX360" fmla="*/ 331253 w 364247"/>
                <a:gd name="connsiteY360" fmla="*/ 531353 h 1015864"/>
                <a:gd name="connsiteX361" fmla="*/ 333485 w 364247"/>
                <a:gd name="connsiteY361" fmla="*/ 531353 h 1015864"/>
                <a:gd name="connsiteX362" fmla="*/ 333499 w 364247"/>
                <a:gd name="connsiteY362" fmla="*/ 532902 h 1015864"/>
                <a:gd name="connsiteX363" fmla="*/ 333681 w 364247"/>
                <a:gd name="connsiteY363" fmla="*/ 548798 h 1015864"/>
                <a:gd name="connsiteX364" fmla="*/ 333743 w 364247"/>
                <a:gd name="connsiteY364" fmla="*/ 554738 h 1015864"/>
                <a:gd name="connsiteX365" fmla="*/ 333849 w 364247"/>
                <a:gd name="connsiteY365" fmla="*/ 563255 h 1015864"/>
                <a:gd name="connsiteX366" fmla="*/ 333863 w 364247"/>
                <a:gd name="connsiteY366" fmla="*/ 565956 h 1015864"/>
                <a:gd name="connsiteX367" fmla="*/ 333908 w 364247"/>
                <a:gd name="connsiteY367" fmla="*/ 568439 h 1015864"/>
                <a:gd name="connsiteX368" fmla="*/ 333933 w 364247"/>
                <a:gd name="connsiteY368" fmla="*/ 570637 h 1015864"/>
                <a:gd name="connsiteX369" fmla="*/ 334230 w 364247"/>
                <a:gd name="connsiteY369" fmla="*/ 572281 h 1015864"/>
                <a:gd name="connsiteX370" fmla="*/ 336462 w 364247"/>
                <a:gd name="connsiteY370" fmla="*/ 573025 h 1015864"/>
                <a:gd name="connsiteX371" fmla="*/ 336748 w 364247"/>
                <a:gd name="connsiteY371" fmla="*/ 576831 h 1015864"/>
                <a:gd name="connsiteX372" fmla="*/ 336771 w 364247"/>
                <a:gd name="connsiteY372" fmla="*/ 579292 h 1015864"/>
                <a:gd name="connsiteX373" fmla="*/ 336764 w 364247"/>
                <a:gd name="connsiteY373" fmla="*/ 581972 h 1015864"/>
                <a:gd name="connsiteX374" fmla="*/ 336789 w 364247"/>
                <a:gd name="connsiteY374" fmla="*/ 584706 h 1015864"/>
                <a:gd name="connsiteX375" fmla="*/ 336834 w 364247"/>
                <a:gd name="connsiteY375" fmla="*/ 593396 h 1015864"/>
                <a:gd name="connsiteX376" fmla="*/ 336904 w 364247"/>
                <a:gd name="connsiteY376" fmla="*/ 604808 h 1015864"/>
                <a:gd name="connsiteX377" fmla="*/ 336897 w 364247"/>
                <a:gd name="connsiteY377" fmla="*/ 607479 h 1015864"/>
                <a:gd name="connsiteX378" fmla="*/ 336920 w 364247"/>
                <a:gd name="connsiteY378" fmla="*/ 609954 h 1015864"/>
                <a:gd name="connsiteX379" fmla="*/ 336924 w 364247"/>
                <a:gd name="connsiteY379" fmla="*/ 612135 h 1015864"/>
                <a:gd name="connsiteX380" fmla="*/ 339439 w 364247"/>
                <a:gd name="connsiteY380" fmla="*/ 616185 h 1015864"/>
                <a:gd name="connsiteX381" fmla="*/ 339737 w 364247"/>
                <a:gd name="connsiteY381" fmla="*/ 620047 h 1015864"/>
                <a:gd name="connsiteX382" fmla="*/ 339767 w 364247"/>
                <a:gd name="connsiteY382" fmla="*/ 622432 h 1015864"/>
                <a:gd name="connsiteX383" fmla="*/ 339767 w 364247"/>
                <a:gd name="connsiteY383" fmla="*/ 625004 h 1015864"/>
                <a:gd name="connsiteX384" fmla="*/ 339797 w 364247"/>
                <a:gd name="connsiteY384" fmla="*/ 627642 h 1015864"/>
                <a:gd name="connsiteX385" fmla="*/ 339857 w 364247"/>
                <a:gd name="connsiteY385" fmla="*/ 635998 h 1015864"/>
                <a:gd name="connsiteX386" fmla="*/ 339925 w 364247"/>
                <a:gd name="connsiteY386" fmla="*/ 644369 h 1015864"/>
                <a:gd name="connsiteX387" fmla="*/ 339958 w 364247"/>
                <a:gd name="connsiteY387" fmla="*/ 649584 h 1015864"/>
                <a:gd name="connsiteX388" fmla="*/ 339981 w 364247"/>
                <a:gd name="connsiteY388" fmla="*/ 651955 h 1015864"/>
                <a:gd name="connsiteX389" fmla="*/ 339990 w 364247"/>
                <a:gd name="connsiteY389" fmla="*/ 654053 h 1015864"/>
                <a:gd name="connsiteX390" fmla="*/ 340183 w 364247"/>
                <a:gd name="connsiteY390" fmla="*/ 655624 h 1015864"/>
                <a:gd name="connsiteX391" fmla="*/ 341671 w 364247"/>
                <a:gd name="connsiteY391" fmla="*/ 656369 h 1015864"/>
                <a:gd name="connsiteX392" fmla="*/ 341908 w 364247"/>
                <a:gd name="connsiteY392" fmla="*/ 660347 h 1015864"/>
                <a:gd name="connsiteX393" fmla="*/ 341953 w 364247"/>
                <a:gd name="connsiteY393" fmla="*/ 662920 h 1015864"/>
                <a:gd name="connsiteX394" fmla="*/ 341979 w 364247"/>
                <a:gd name="connsiteY394" fmla="*/ 665720 h 1015864"/>
                <a:gd name="connsiteX395" fmla="*/ 342023 w 364247"/>
                <a:gd name="connsiteY395" fmla="*/ 668569 h 1015864"/>
                <a:gd name="connsiteX396" fmla="*/ 342118 w 364247"/>
                <a:gd name="connsiteY396" fmla="*/ 676082 h 1015864"/>
                <a:gd name="connsiteX397" fmla="*/ 342223 w 364247"/>
                <a:gd name="connsiteY397" fmla="*/ 683743 h 1015864"/>
                <a:gd name="connsiteX398" fmla="*/ 342415 w 364247"/>
                <a:gd name="connsiteY398" fmla="*/ 698785 h 1015864"/>
                <a:gd name="connsiteX399" fmla="*/ 344648 w 364247"/>
                <a:gd name="connsiteY399" fmla="*/ 698785 h 1015864"/>
                <a:gd name="connsiteX400" fmla="*/ 344661 w 364247"/>
                <a:gd name="connsiteY400" fmla="*/ 700328 h 1015864"/>
                <a:gd name="connsiteX401" fmla="*/ 344843 w 364247"/>
                <a:gd name="connsiteY401" fmla="*/ 716189 h 1015864"/>
                <a:gd name="connsiteX402" fmla="*/ 344905 w 364247"/>
                <a:gd name="connsiteY402" fmla="*/ 722114 h 1015864"/>
                <a:gd name="connsiteX403" fmla="*/ 345011 w 364247"/>
                <a:gd name="connsiteY403" fmla="*/ 730614 h 1015864"/>
                <a:gd name="connsiteX404" fmla="*/ 345025 w 364247"/>
                <a:gd name="connsiteY404" fmla="*/ 733304 h 1015864"/>
                <a:gd name="connsiteX405" fmla="*/ 345070 w 364247"/>
                <a:gd name="connsiteY405" fmla="*/ 735786 h 1015864"/>
                <a:gd name="connsiteX406" fmla="*/ 345095 w 364247"/>
                <a:gd name="connsiteY406" fmla="*/ 737980 h 1015864"/>
                <a:gd name="connsiteX407" fmla="*/ 345392 w 364247"/>
                <a:gd name="connsiteY407" fmla="*/ 739712 h 1015864"/>
                <a:gd name="connsiteX408" fmla="*/ 347624 w 364247"/>
                <a:gd name="connsiteY408" fmla="*/ 741201 h 1015864"/>
                <a:gd name="connsiteX409" fmla="*/ 347866 w 364247"/>
                <a:gd name="connsiteY409" fmla="*/ 744818 h 1015864"/>
                <a:gd name="connsiteX410" fmla="*/ 347858 w 364247"/>
                <a:gd name="connsiteY410" fmla="*/ 747098 h 1015864"/>
                <a:gd name="connsiteX411" fmla="*/ 347816 w 364247"/>
                <a:gd name="connsiteY411" fmla="*/ 749569 h 1015864"/>
                <a:gd name="connsiteX412" fmla="*/ 347801 w 364247"/>
                <a:gd name="connsiteY412" fmla="*/ 752099 h 1015864"/>
                <a:gd name="connsiteX413" fmla="*/ 347717 w 364247"/>
                <a:gd name="connsiteY413" fmla="*/ 760130 h 1015864"/>
                <a:gd name="connsiteX414" fmla="*/ 347649 w 364247"/>
                <a:gd name="connsiteY414" fmla="*/ 768152 h 1015864"/>
                <a:gd name="connsiteX415" fmla="*/ 347597 w 364247"/>
                <a:gd name="connsiteY415" fmla="*/ 773151 h 1015864"/>
                <a:gd name="connsiteX416" fmla="*/ 347575 w 364247"/>
                <a:gd name="connsiteY416" fmla="*/ 775438 h 1015864"/>
                <a:gd name="connsiteX417" fmla="*/ 347550 w 364247"/>
                <a:gd name="connsiteY417" fmla="*/ 777453 h 1015864"/>
                <a:gd name="connsiteX418" fmla="*/ 348368 w 364247"/>
                <a:gd name="connsiteY418" fmla="*/ 781384 h 1015864"/>
                <a:gd name="connsiteX419" fmla="*/ 349857 w 364247"/>
                <a:gd name="connsiteY419" fmla="*/ 782128 h 1015864"/>
                <a:gd name="connsiteX420" fmla="*/ 350070 w 364247"/>
                <a:gd name="connsiteY420" fmla="*/ 785878 h 1015864"/>
                <a:gd name="connsiteX421" fmla="*/ 350100 w 364247"/>
                <a:gd name="connsiteY421" fmla="*/ 788301 h 1015864"/>
                <a:gd name="connsiteX422" fmla="*/ 350112 w 364247"/>
                <a:gd name="connsiteY422" fmla="*/ 790939 h 1015864"/>
                <a:gd name="connsiteX423" fmla="*/ 350145 w 364247"/>
                <a:gd name="connsiteY423" fmla="*/ 793628 h 1015864"/>
                <a:gd name="connsiteX424" fmla="*/ 350229 w 364247"/>
                <a:gd name="connsiteY424" fmla="*/ 802174 h 1015864"/>
                <a:gd name="connsiteX425" fmla="*/ 350345 w 364247"/>
                <a:gd name="connsiteY425" fmla="*/ 813403 h 1015864"/>
                <a:gd name="connsiteX426" fmla="*/ 350357 w 364247"/>
                <a:gd name="connsiteY426" fmla="*/ 816036 h 1015864"/>
                <a:gd name="connsiteX427" fmla="*/ 350387 w 364247"/>
                <a:gd name="connsiteY427" fmla="*/ 818466 h 1015864"/>
                <a:gd name="connsiteX428" fmla="*/ 350403 w 364247"/>
                <a:gd name="connsiteY428" fmla="*/ 820612 h 1015864"/>
                <a:gd name="connsiteX429" fmla="*/ 352089 w 364247"/>
                <a:gd name="connsiteY429" fmla="*/ 823800 h 1015864"/>
                <a:gd name="connsiteX430" fmla="*/ 352833 w 364247"/>
                <a:gd name="connsiteY430" fmla="*/ 823800 h 1015864"/>
                <a:gd name="connsiteX431" fmla="*/ 352846 w 364247"/>
                <a:gd name="connsiteY431" fmla="*/ 825372 h 1015864"/>
                <a:gd name="connsiteX432" fmla="*/ 353008 w 364247"/>
                <a:gd name="connsiteY432" fmla="*/ 840023 h 1015864"/>
                <a:gd name="connsiteX433" fmla="*/ 353091 w 364247"/>
                <a:gd name="connsiteY433" fmla="*/ 847556 h 1015864"/>
                <a:gd name="connsiteX434" fmla="*/ 353196 w 364247"/>
                <a:gd name="connsiteY434" fmla="*/ 856211 h 1015864"/>
                <a:gd name="connsiteX435" fmla="*/ 353211 w 364247"/>
                <a:gd name="connsiteY435" fmla="*/ 858950 h 1015864"/>
                <a:gd name="connsiteX436" fmla="*/ 353255 w 364247"/>
                <a:gd name="connsiteY436" fmla="*/ 861478 h 1015864"/>
                <a:gd name="connsiteX437" fmla="*/ 353281 w 364247"/>
                <a:gd name="connsiteY437" fmla="*/ 863711 h 1015864"/>
                <a:gd name="connsiteX438" fmla="*/ 353577 w 364247"/>
                <a:gd name="connsiteY438" fmla="*/ 865472 h 1015864"/>
                <a:gd name="connsiteX439" fmla="*/ 355810 w 364247"/>
                <a:gd name="connsiteY439" fmla="*/ 866960 h 1015864"/>
                <a:gd name="connsiteX440" fmla="*/ 356063 w 364247"/>
                <a:gd name="connsiteY440" fmla="*/ 870886 h 1015864"/>
                <a:gd name="connsiteX441" fmla="*/ 356063 w 364247"/>
                <a:gd name="connsiteY441" fmla="*/ 873369 h 1015864"/>
                <a:gd name="connsiteX442" fmla="*/ 356028 w 364247"/>
                <a:gd name="connsiteY442" fmla="*/ 876059 h 1015864"/>
                <a:gd name="connsiteX443" fmla="*/ 356018 w 364247"/>
                <a:gd name="connsiteY443" fmla="*/ 878805 h 1015864"/>
                <a:gd name="connsiteX444" fmla="*/ 355949 w 364247"/>
                <a:gd name="connsiteY444" fmla="*/ 887517 h 1015864"/>
                <a:gd name="connsiteX445" fmla="*/ 355919 w 364247"/>
                <a:gd name="connsiteY445" fmla="*/ 893412 h 1015864"/>
                <a:gd name="connsiteX446" fmla="*/ 355810 w 364247"/>
                <a:gd name="connsiteY446" fmla="*/ 907888 h 1015864"/>
                <a:gd name="connsiteX447" fmla="*/ 358042 w 364247"/>
                <a:gd name="connsiteY447" fmla="*/ 907888 h 1015864"/>
                <a:gd name="connsiteX448" fmla="*/ 358786 w 364247"/>
                <a:gd name="connsiteY448" fmla="*/ 949560 h 1015864"/>
                <a:gd name="connsiteX449" fmla="*/ 361019 w 364247"/>
                <a:gd name="connsiteY449" fmla="*/ 948816 h 1015864"/>
                <a:gd name="connsiteX450" fmla="*/ 361032 w 364247"/>
                <a:gd name="connsiteY450" fmla="*/ 950388 h 1015864"/>
                <a:gd name="connsiteX451" fmla="*/ 361194 w 364247"/>
                <a:gd name="connsiteY451" fmla="*/ 965039 h 1015864"/>
                <a:gd name="connsiteX452" fmla="*/ 361276 w 364247"/>
                <a:gd name="connsiteY452" fmla="*/ 972571 h 1015864"/>
                <a:gd name="connsiteX453" fmla="*/ 361382 w 364247"/>
                <a:gd name="connsiteY453" fmla="*/ 981227 h 1015864"/>
                <a:gd name="connsiteX454" fmla="*/ 361396 w 364247"/>
                <a:gd name="connsiteY454" fmla="*/ 983965 h 1015864"/>
                <a:gd name="connsiteX455" fmla="*/ 361441 w 364247"/>
                <a:gd name="connsiteY455" fmla="*/ 986493 h 1015864"/>
                <a:gd name="connsiteX456" fmla="*/ 361466 w 364247"/>
                <a:gd name="connsiteY456" fmla="*/ 988727 h 1015864"/>
                <a:gd name="connsiteX457" fmla="*/ 361763 w 364247"/>
                <a:gd name="connsiteY457" fmla="*/ 990488 h 1015864"/>
                <a:gd name="connsiteX458" fmla="*/ 363995 w 364247"/>
                <a:gd name="connsiteY458" fmla="*/ 991976 h 1015864"/>
                <a:gd name="connsiteX459" fmla="*/ 364239 w 364247"/>
                <a:gd name="connsiteY459" fmla="*/ 995676 h 1015864"/>
                <a:gd name="connsiteX460" fmla="*/ 364228 w 364247"/>
                <a:gd name="connsiteY460" fmla="*/ 997890 h 1015864"/>
                <a:gd name="connsiteX461" fmla="*/ 364181 w 364247"/>
                <a:gd name="connsiteY461" fmla="*/ 1000208 h 1015864"/>
                <a:gd name="connsiteX462" fmla="*/ 364170 w 364247"/>
                <a:gd name="connsiteY462" fmla="*/ 1002535 h 1015864"/>
                <a:gd name="connsiteX463" fmla="*/ 363251 w 364247"/>
                <a:gd name="connsiteY463" fmla="*/ 1009091 h 1015864"/>
                <a:gd name="connsiteX464" fmla="*/ 357484 w 364247"/>
                <a:gd name="connsiteY464" fmla="*/ 1009481 h 1015864"/>
                <a:gd name="connsiteX465" fmla="*/ 355810 w 364247"/>
                <a:gd name="connsiteY465" fmla="*/ 1009835 h 1015864"/>
                <a:gd name="connsiteX466" fmla="*/ 355065 w 364247"/>
                <a:gd name="connsiteY466" fmla="*/ 1012068 h 1015864"/>
                <a:gd name="connsiteX467" fmla="*/ 351361 w 364247"/>
                <a:gd name="connsiteY467" fmla="*/ 1012389 h 1015864"/>
                <a:gd name="connsiteX468" fmla="*/ 348968 w 364247"/>
                <a:gd name="connsiteY468" fmla="*/ 1012434 h 1015864"/>
                <a:gd name="connsiteX469" fmla="*/ 346365 w 364247"/>
                <a:gd name="connsiteY469" fmla="*/ 1012448 h 1015864"/>
                <a:gd name="connsiteX470" fmla="*/ 343716 w 364247"/>
                <a:gd name="connsiteY470" fmla="*/ 1012489 h 1015864"/>
                <a:gd name="connsiteX471" fmla="*/ 335299 w 364247"/>
                <a:gd name="connsiteY471" fmla="*/ 1012579 h 1015864"/>
                <a:gd name="connsiteX472" fmla="*/ 329609 w 364247"/>
                <a:gd name="connsiteY472" fmla="*/ 1012656 h 1015864"/>
                <a:gd name="connsiteX473" fmla="*/ 315626 w 364247"/>
                <a:gd name="connsiteY473" fmla="*/ 1012812 h 1015864"/>
                <a:gd name="connsiteX474" fmla="*/ 315626 w 364247"/>
                <a:gd name="connsiteY474" fmla="*/ 1015788 h 1015864"/>
                <a:gd name="connsiteX475" fmla="*/ 284372 w 364247"/>
                <a:gd name="connsiteY475" fmla="*/ 1015788 h 1015864"/>
                <a:gd name="connsiteX476" fmla="*/ 283628 w 364247"/>
                <a:gd name="connsiteY476" fmla="*/ 1011324 h 1015864"/>
                <a:gd name="connsiteX477" fmla="*/ 282140 w 364247"/>
                <a:gd name="connsiteY477" fmla="*/ 1010579 h 1015864"/>
                <a:gd name="connsiteX478" fmla="*/ 281467 w 364247"/>
                <a:gd name="connsiteY478" fmla="*/ 984279 h 1015864"/>
                <a:gd name="connsiteX479" fmla="*/ 281515 w 364247"/>
                <a:gd name="connsiteY479" fmla="*/ 978299 h 1015864"/>
                <a:gd name="connsiteX480" fmla="*/ 281545 w 364247"/>
                <a:gd name="connsiteY480" fmla="*/ 976446 h 1015864"/>
                <a:gd name="connsiteX481" fmla="*/ 279907 w 364247"/>
                <a:gd name="connsiteY481" fmla="*/ 969652 h 1015864"/>
                <a:gd name="connsiteX482" fmla="*/ 279163 w 364247"/>
                <a:gd name="connsiteY482" fmla="*/ 969652 h 1015864"/>
                <a:gd name="connsiteX483" fmla="*/ 279150 w 364247"/>
                <a:gd name="connsiteY483" fmla="*/ 968131 h 1015864"/>
                <a:gd name="connsiteX484" fmla="*/ 278968 w 364247"/>
                <a:gd name="connsiteY484" fmla="*/ 952524 h 1015864"/>
                <a:gd name="connsiteX485" fmla="*/ 278905 w 364247"/>
                <a:gd name="connsiteY485" fmla="*/ 946693 h 1015864"/>
                <a:gd name="connsiteX486" fmla="*/ 278800 w 364247"/>
                <a:gd name="connsiteY486" fmla="*/ 938331 h 1015864"/>
                <a:gd name="connsiteX487" fmla="*/ 278785 w 364247"/>
                <a:gd name="connsiteY487" fmla="*/ 935679 h 1015864"/>
                <a:gd name="connsiteX488" fmla="*/ 278741 w 364247"/>
                <a:gd name="connsiteY488" fmla="*/ 933241 h 1015864"/>
                <a:gd name="connsiteX489" fmla="*/ 278716 w 364247"/>
                <a:gd name="connsiteY489" fmla="*/ 931083 h 1015864"/>
                <a:gd name="connsiteX490" fmla="*/ 278419 w 364247"/>
                <a:gd name="connsiteY490" fmla="*/ 929468 h 1015864"/>
                <a:gd name="connsiteX491" fmla="*/ 276187 w 364247"/>
                <a:gd name="connsiteY491" fmla="*/ 928724 h 1015864"/>
                <a:gd name="connsiteX492" fmla="*/ 275900 w 364247"/>
                <a:gd name="connsiteY492" fmla="*/ 924974 h 1015864"/>
                <a:gd name="connsiteX493" fmla="*/ 275877 w 364247"/>
                <a:gd name="connsiteY493" fmla="*/ 922551 h 1015864"/>
                <a:gd name="connsiteX494" fmla="*/ 275884 w 364247"/>
                <a:gd name="connsiteY494" fmla="*/ 919913 h 1015864"/>
                <a:gd name="connsiteX495" fmla="*/ 275860 w 364247"/>
                <a:gd name="connsiteY495" fmla="*/ 917225 h 1015864"/>
                <a:gd name="connsiteX496" fmla="*/ 275815 w 364247"/>
                <a:gd name="connsiteY496" fmla="*/ 908679 h 1015864"/>
                <a:gd name="connsiteX497" fmla="*/ 275745 w 364247"/>
                <a:gd name="connsiteY497" fmla="*/ 897450 h 1015864"/>
                <a:gd name="connsiteX498" fmla="*/ 275752 w 364247"/>
                <a:gd name="connsiteY498" fmla="*/ 894817 h 1015864"/>
                <a:gd name="connsiteX499" fmla="*/ 275729 w 364247"/>
                <a:gd name="connsiteY499" fmla="*/ 892386 h 1015864"/>
                <a:gd name="connsiteX500" fmla="*/ 275724 w 364247"/>
                <a:gd name="connsiteY500" fmla="*/ 890240 h 1015864"/>
                <a:gd name="connsiteX501" fmla="*/ 275442 w 364247"/>
                <a:gd name="connsiteY501" fmla="*/ 888540 h 1015864"/>
                <a:gd name="connsiteX502" fmla="*/ 273210 w 364247"/>
                <a:gd name="connsiteY502" fmla="*/ 887052 h 1015864"/>
                <a:gd name="connsiteX503" fmla="*/ 272957 w 364247"/>
                <a:gd name="connsiteY503" fmla="*/ 883194 h 1015864"/>
                <a:gd name="connsiteX504" fmla="*/ 272957 w 364247"/>
                <a:gd name="connsiteY504" fmla="*/ 880757 h 1015864"/>
                <a:gd name="connsiteX505" fmla="*/ 272992 w 364247"/>
                <a:gd name="connsiteY505" fmla="*/ 878117 h 1015864"/>
                <a:gd name="connsiteX506" fmla="*/ 273002 w 364247"/>
                <a:gd name="connsiteY506" fmla="*/ 875420 h 1015864"/>
                <a:gd name="connsiteX507" fmla="*/ 273070 w 364247"/>
                <a:gd name="connsiteY507" fmla="*/ 866867 h 1015864"/>
                <a:gd name="connsiteX508" fmla="*/ 273101 w 364247"/>
                <a:gd name="connsiteY508" fmla="*/ 861080 h 1015864"/>
                <a:gd name="connsiteX509" fmla="*/ 273210 w 364247"/>
                <a:gd name="connsiteY509" fmla="*/ 846869 h 1015864"/>
                <a:gd name="connsiteX510" fmla="*/ 270978 w 364247"/>
                <a:gd name="connsiteY510" fmla="*/ 846869 h 1015864"/>
                <a:gd name="connsiteX511" fmla="*/ 270959 w 364247"/>
                <a:gd name="connsiteY511" fmla="*/ 845409 h 1015864"/>
                <a:gd name="connsiteX512" fmla="*/ 270741 w 364247"/>
                <a:gd name="connsiteY512" fmla="*/ 830418 h 1015864"/>
                <a:gd name="connsiteX513" fmla="*/ 270664 w 364247"/>
                <a:gd name="connsiteY513" fmla="*/ 824818 h 1015864"/>
                <a:gd name="connsiteX514" fmla="*/ 270542 w 364247"/>
                <a:gd name="connsiteY514" fmla="*/ 816783 h 1015864"/>
                <a:gd name="connsiteX515" fmla="*/ 270516 w 364247"/>
                <a:gd name="connsiteY515" fmla="*/ 814242 h 1015864"/>
                <a:gd name="connsiteX516" fmla="*/ 270471 w 364247"/>
                <a:gd name="connsiteY516" fmla="*/ 811894 h 1015864"/>
                <a:gd name="connsiteX517" fmla="*/ 270441 w 364247"/>
                <a:gd name="connsiteY517" fmla="*/ 809821 h 1015864"/>
                <a:gd name="connsiteX518" fmla="*/ 268745 w 364247"/>
                <a:gd name="connsiteY518" fmla="*/ 806685 h 1015864"/>
                <a:gd name="connsiteX519" fmla="*/ 268001 w 364247"/>
                <a:gd name="connsiteY519" fmla="*/ 806685 h 1015864"/>
                <a:gd name="connsiteX520" fmla="*/ 267988 w 364247"/>
                <a:gd name="connsiteY520" fmla="*/ 805174 h 1015864"/>
                <a:gd name="connsiteX521" fmla="*/ 267806 w 364247"/>
                <a:gd name="connsiteY521" fmla="*/ 789639 h 1015864"/>
                <a:gd name="connsiteX522" fmla="*/ 267743 w 364247"/>
                <a:gd name="connsiteY522" fmla="*/ 783838 h 1015864"/>
                <a:gd name="connsiteX523" fmla="*/ 267638 w 364247"/>
                <a:gd name="connsiteY523" fmla="*/ 775510 h 1015864"/>
                <a:gd name="connsiteX524" fmla="*/ 267623 w 364247"/>
                <a:gd name="connsiteY524" fmla="*/ 772881 h 1015864"/>
                <a:gd name="connsiteX525" fmla="*/ 267579 w 364247"/>
                <a:gd name="connsiteY525" fmla="*/ 770443 h 1015864"/>
                <a:gd name="connsiteX526" fmla="*/ 267554 w 364247"/>
                <a:gd name="connsiteY526" fmla="*/ 768295 h 1015864"/>
                <a:gd name="connsiteX527" fmla="*/ 265024 w 364247"/>
                <a:gd name="connsiteY527" fmla="*/ 764269 h 1015864"/>
                <a:gd name="connsiteX528" fmla="*/ 264726 w 364247"/>
                <a:gd name="connsiteY528" fmla="*/ 760543 h 1015864"/>
                <a:gd name="connsiteX529" fmla="*/ 264696 w 364247"/>
                <a:gd name="connsiteY529" fmla="*/ 758249 h 1015864"/>
                <a:gd name="connsiteX530" fmla="*/ 264696 w 364247"/>
                <a:gd name="connsiteY530" fmla="*/ 755775 h 1015864"/>
                <a:gd name="connsiteX531" fmla="*/ 264666 w 364247"/>
                <a:gd name="connsiteY531" fmla="*/ 753238 h 1015864"/>
                <a:gd name="connsiteX532" fmla="*/ 264606 w 364247"/>
                <a:gd name="connsiteY532" fmla="*/ 745200 h 1015864"/>
                <a:gd name="connsiteX533" fmla="*/ 264538 w 364247"/>
                <a:gd name="connsiteY533" fmla="*/ 737147 h 1015864"/>
                <a:gd name="connsiteX534" fmla="*/ 264505 w 364247"/>
                <a:gd name="connsiteY534" fmla="*/ 732131 h 1015864"/>
                <a:gd name="connsiteX535" fmla="*/ 264482 w 364247"/>
                <a:gd name="connsiteY535" fmla="*/ 729851 h 1015864"/>
                <a:gd name="connsiteX536" fmla="*/ 264473 w 364247"/>
                <a:gd name="connsiteY536" fmla="*/ 727833 h 1015864"/>
                <a:gd name="connsiteX537" fmla="*/ 264280 w 364247"/>
                <a:gd name="connsiteY537" fmla="*/ 726318 h 1015864"/>
                <a:gd name="connsiteX538" fmla="*/ 262792 w 364247"/>
                <a:gd name="connsiteY538" fmla="*/ 725574 h 1015864"/>
                <a:gd name="connsiteX539" fmla="*/ 262555 w 364247"/>
                <a:gd name="connsiteY539" fmla="*/ 721732 h 1015864"/>
                <a:gd name="connsiteX540" fmla="*/ 262510 w 364247"/>
                <a:gd name="connsiteY540" fmla="*/ 719249 h 1015864"/>
                <a:gd name="connsiteX541" fmla="*/ 262484 w 364247"/>
                <a:gd name="connsiteY541" fmla="*/ 716548 h 1015864"/>
                <a:gd name="connsiteX542" fmla="*/ 262440 w 364247"/>
                <a:gd name="connsiteY542" fmla="*/ 713798 h 1015864"/>
                <a:gd name="connsiteX543" fmla="*/ 262327 w 364247"/>
                <a:gd name="connsiteY543" fmla="*/ 705063 h 1015864"/>
                <a:gd name="connsiteX544" fmla="*/ 262240 w 364247"/>
                <a:gd name="connsiteY544" fmla="*/ 699158 h 1015864"/>
                <a:gd name="connsiteX545" fmla="*/ 262048 w 364247"/>
                <a:gd name="connsiteY545" fmla="*/ 684646 h 1015864"/>
                <a:gd name="connsiteX546" fmla="*/ 259815 w 364247"/>
                <a:gd name="connsiteY546" fmla="*/ 685390 h 1015864"/>
                <a:gd name="connsiteX547" fmla="*/ 259815 w 364247"/>
                <a:gd name="connsiteY547" fmla="*/ 646695 h 1015864"/>
                <a:gd name="connsiteX548" fmla="*/ 103546 w 364247"/>
                <a:gd name="connsiteY548" fmla="*/ 646695 h 1015864"/>
                <a:gd name="connsiteX549" fmla="*/ 104290 w 364247"/>
                <a:gd name="connsiteY549" fmla="*/ 649671 h 1015864"/>
                <a:gd name="connsiteX550" fmla="*/ 104469 w 364247"/>
                <a:gd name="connsiteY550" fmla="*/ 659393 h 1015864"/>
                <a:gd name="connsiteX551" fmla="*/ 104523 w 364247"/>
                <a:gd name="connsiteY551" fmla="*/ 664140 h 1015864"/>
                <a:gd name="connsiteX552" fmla="*/ 104534 w 364247"/>
                <a:gd name="connsiteY552" fmla="*/ 667144 h 1015864"/>
                <a:gd name="connsiteX553" fmla="*/ 104555 w 364247"/>
                <a:gd name="connsiteY553" fmla="*/ 669909 h 1015864"/>
                <a:gd name="connsiteX554" fmla="*/ 104290 w 364247"/>
                <a:gd name="connsiteY554" fmla="*/ 671995 h 1015864"/>
                <a:gd name="connsiteX555" fmla="*/ 102058 w 364247"/>
                <a:gd name="connsiteY555" fmla="*/ 672740 h 1015864"/>
                <a:gd name="connsiteX556" fmla="*/ 101771 w 364247"/>
                <a:gd name="connsiteY556" fmla="*/ 676569 h 1015864"/>
                <a:gd name="connsiteX557" fmla="*/ 101749 w 364247"/>
                <a:gd name="connsiteY557" fmla="*/ 679045 h 1015864"/>
                <a:gd name="connsiteX558" fmla="*/ 101755 w 364247"/>
                <a:gd name="connsiteY558" fmla="*/ 681739 h 1015864"/>
                <a:gd name="connsiteX559" fmla="*/ 101731 w 364247"/>
                <a:gd name="connsiteY559" fmla="*/ 684483 h 1015864"/>
                <a:gd name="connsiteX560" fmla="*/ 101686 w 364247"/>
                <a:gd name="connsiteY560" fmla="*/ 693203 h 1015864"/>
                <a:gd name="connsiteX561" fmla="*/ 101616 w 364247"/>
                <a:gd name="connsiteY561" fmla="*/ 704668 h 1015864"/>
                <a:gd name="connsiteX562" fmla="*/ 101623 w 364247"/>
                <a:gd name="connsiteY562" fmla="*/ 707362 h 1015864"/>
                <a:gd name="connsiteX563" fmla="*/ 101600 w 364247"/>
                <a:gd name="connsiteY563" fmla="*/ 709838 h 1015864"/>
                <a:gd name="connsiteX564" fmla="*/ 101595 w 364247"/>
                <a:gd name="connsiteY564" fmla="*/ 712029 h 1015864"/>
                <a:gd name="connsiteX565" fmla="*/ 101314 w 364247"/>
                <a:gd name="connsiteY565" fmla="*/ 713667 h 1015864"/>
                <a:gd name="connsiteX566" fmla="*/ 99081 w 364247"/>
                <a:gd name="connsiteY566" fmla="*/ 714411 h 1015864"/>
                <a:gd name="connsiteX567" fmla="*/ 98783 w 364247"/>
                <a:gd name="connsiteY567" fmla="*/ 718241 h 1015864"/>
                <a:gd name="connsiteX568" fmla="*/ 98753 w 364247"/>
                <a:gd name="connsiteY568" fmla="*/ 720717 h 1015864"/>
                <a:gd name="connsiteX569" fmla="*/ 98753 w 364247"/>
                <a:gd name="connsiteY569" fmla="*/ 723411 h 1015864"/>
                <a:gd name="connsiteX570" fmla="*/ 98723 w 364247"/>
                <a:gd name="connsiteY570" fmla="*/ 726155 h 1015864"/>
                <a:gd name="connsiteX571" fmla="*/ 98663 w 364247"/>
                <a:gd name="connsiteY571" fmla="*/ 734875 h 1015864"/>
                <a:gd name="connsiteX572" fmla="*/ 98594 w 364247"/>
                <a:gd name="connsiteY572" fmla="*/ 743595 h 1015864"/>
                <a:gd name="connsiteX573" fmla="*/ 98562 w 364247"/>
                <a:gd name="connsiteY573" fmla="*/ 749034 h 1015864"/>
                <a:gd name="connsiteX574" fmla="*/ 98539 w 364247"/>
                <a:gd name="connsiteY574" fmla="*/ 751510 h 1015864"/>
                <a:gd name="connsiteX575" fmla="*/ 98529 w 364247"/>
                <a:gd name="connsiteY575" fmla="*/ 753701 h 1015864"/>
                <a:gd name="connsiteX576" fmla="*/ 98337 w 364247"/>
                <a:gd name="connsiteY576" fmla="*/ 755339 h 1015864"/>
                <a:gd name="connsiteX577" fmla="*/ 96849 w 364247"/>
                <a:gd name="connsiteY577" fmla="*/ 756083 h 1015864"/>
                <a:gd name="connsiteX578" fmla="*/ 96647 w 364247"/>
                <a:gd name="connsiteY578" fmla="*/ 759981 h 1015864"/>
                <a:gd name="connsiteX579" fmla="*/ 96624 w 364247"/>
                <a:gd name="connsiteY579" fmla="*/ 762502 h 1015864"/>
                <a:gd name="connsiteX580" fmla="*/ 96619 w 364247"/>
                <a:gd name="connsiteY580" fmla="*/ 765246 h 1015864"/>
                <a:gd name="connsiteX581" fmla="*/ 96562 w 364247"/>
                <a:gd name="connsiteY581" fmla="*/ 770925 h 1015864"/>
                <a:gd name="connsiteX582" fmla="*/ 96509 w 364247"/>
                <a:gd name="connsiteY582" fmla="*/ 779936 h 1015864"/>
                <a:gd name="connsiteX583" fmla="*/ 96433 w 364247"/>
                <a:gd name="connsiteY583" fmla="*/ 788593 h 1015864"/>
                <a:gd name="connsiteX584" fmla="*/ 96433 w 364247"/>
                <a:gd name="connsiteY584" fmla="*/ 791336 h 1015864"/>
                <a:gd name="connsiteX585" fmla="*/ 96403 w 364247"/>
                <a:gd name="connsiteY585" fmla="*/ 793857 h 1015864"/>
                <a:gd name="connsiteX586" fmla="*/ 96391 w 364247"/>
                <a:gd name="connsiteY586" fmla="*/ 796089 h 1015864"/>
                <a:gd name="connsiteX587" fmla="*/ 96105 w 364247"/>
                <a:gd name="connsiteY587" fmla="*/ 797755 h 1015864"/>
                <a:gd name="connsiteX588" fmla="*/ 93872 w 364247"/>
                <a:gd name="connsiteY588" fmla="*/ 798499 h 1015864"/>
                <a:gd name="connsiteX589" fmla="*/ 93550 w 364247"/>
                <a:gd name="connsiteY589" fmla="*/ 802341 h 1015864"/>
                <a:gd name="connsiteX590" fmla="*/ 93506 w 364247"/>
                <a:gd name="connsiteY590" fmla="*/ 804824 h 1015864"/>
                <a:gd name="connsiteX591" fmla="*/ 93491 w 364247"/>
                <a:gd name="connsiteY591" fmla="*/ 807525 h 1015864"/>
                <a:gd name="connsiteX592" fmla="*/ 93451 w 364247"/>
                <a:gd name="connsiteY592" fmla="*/ 810275 h 1015864"/>
                <a:gd name="connsiteX593" fmla="*/ 93361 w 364247"/>
                <a:gd name="connsiteY593" fmla="*/ 819010 h 1015864"/>
                <a:gd name="connsiteX594" fmla="*/ 93283 w 364247"/>
                <a:gd name="connsiteY594" fmla="*/ 824915 h 1015864"/>
                <a:gd name="connsiteX595" fmla="*/ 93128 w 364247"/>
                <a:gd name="connsiteY595" fmla="*/ 839427 h 1015864"/>
                <a:gd name="connsiteX596" fmla="*/ 90896 w 364247"/>
                <a:gd name="connsiteY596" fmla="*/ 839427 h 1015864"/>
                <a:gd name="connsiteX597" fmla="*/ 90151 w 364247"/>
                <a:gd name="connsiteY597" fmla="*/ 881099 h 1015864"/>
                <a:gd name="connsiteX598" fmla="*/ 87919 w 364247"/>
                <a:gd name="connsiteY598" fmla="*/ 881099 h 1015864"/>
                <a:gd name="connsiteX599" fmla="*/ 87934 w 364247"/>
                <a:gd name="connsiteY599" fmla="*/ 882699 h 1015864"/>
                <a:gd name="connsiteX600" fmla="*/ 88035 w 364247"/>
                <a:gd name="connsiteY600" fmla="*/ 897613 h 1015864"/>
                <a:gd name="connsiteX601" fmla="*/ 88087 w 364247"/>
                <a:gd name="connsiteY601" fmla="*/ 905281 h 1015864"/>
                <a:gd name="connsiteX602" fmla="*/ 88137 w 364247"/>
                <a:gd name="connsiteY602" fmla="*/ 914091 h 1015864"/>
                <a:gd name="connsiteX603" fmla="*/ 88172 w 364247"/>
                <a:gd name="connsiteY603" fmla="*/ 916879 h 1015864"/>
                <a:gd name="connsiteX604" fmla="*/ 88172 w 364247"/>
                <a:gd name="connsiteY604" fmla="*/ 919452 h 1015864"/>
                <a:gd name="connsiteX605" fmla="*/ 88187 w 364247"/>
                <a:gd name="connsiteY605" fmla="*/ 921726 h 1015864"/>
                <a:gd name="connsiteX606" fmla="*/ 87919 w 364247"/>
                <a:gd name="connsiteY606" fmla="*/ 923515 h 1015864"/>
                <a:gd name="connsiteX607" fmla="*/ 85687 w 364247"/>
                <a:gd name="connsiteY607" fmla="*/ 925003 h 1015864"/>
                <a:gd name="connsiteX608" fmla="*/ 85365 w 364247"/>
                <a:gd name="connsiteY608" fmla="*/ 928929 h 1015864"/>
                <a:gd name="connsiteX609" fmla="*/ 85320 w 364247"/>
                <a:gd name="connsiteY609" fmla="*/ 931412 h 1015864"/>
                <a:gd name="connsiteX610" fmla="*/ 85306 w 364247"/>
                <a:gd name="connsiteY610" fmla="*/ 934102 h 1015864"/>
                <a:gd name="connsiteX611" fmla="*/ 85265 w 364247"/>
                <a:gd name="connsiteY611" fmla="*/ 936848 h 1015864"/>
                <a:gd name="connsiteX612" fmla="*/ 85175 w 364247"/>
                <a:gd name="connsiteY612" fmla="*/ 945560 h 1015864"/>
                <a:gd name="connsiteX613" fmla="*/ 85098 w 364247"/>
                <a:gd name="connsiteY613" fmla="*/ 951455 h 1015864"/>
                <a:gd name="connsiteX614" fmla="*/ 84942 w 364247"/>
                <a:gd name="connsiteY614" fmla="*/ 965931 h 1015864"/>
                <a:gd name="connsiteX615" fmla="*/ 82710 w 364247"/>
                <a:gd name="connsiteY615" fmla="*/ 965931 h 1015864"/>
                <a:gd name="connsiteX616" fmla="*/ 81966 w 364247"/>
                <a:gd name="connsiteY616" fmla="*/ 1007603 h 1015864"/>
                <a:gd name="connsiteX617" fmla="*/ 79733 w 364247"/>
                <a:gd name="connsiteY617" fmla="*/ 1007603 h 1015864"/>
                <a:gd name="connsiteX618" fmla="*/ 79760 w 364247"/>
                <a:gd name="connsiteY618" fmla="*/ 1009204 h 1015864"/>
                <a:gd name="connsiteX619" fmla="*/ 79780 w 364247"/>
                <a:gd name="connsiteY619" fmla="*/ 1011277 h 1015864"/>
                <a:gd name="connsiteX620" fmla="*/ 79806 w 364247"/>
                <a:gd name="connsiteY620" fmla="*/ 1013344 h 1015864"/>
                <a:gd name="connsiteX621" fmla="*/ 78989 w 364247"/>
                <a:gd name="connsiteY621" fmla="*/ 1015788 h 1015864"/>
                <a:gd name="connsiteX622" fmla="*/ 72243 w 364247"/>
                <a:gd name="connsiteY622" fmla="*/ 1015861 h 1015864"/>
                <a:gd name="connsiteX623" fmla="*/ 70194 w 364247"/>
                <a:gd name="connsiteY623" fmla="*/ 1015858 h 1015864"/>
                <a:gd name="connsiteX624" fmla="*/ 63688 w 364247"/>
                <a:gd name="connsiteY624" fmla="*/ 1015835 h 1015864"/>
                <a:gd name="connsiteX625" fmla="*/ 59288 w 364247"/>
                <a:gd name="connsiteY625" fmla="*/ 1015825 h 1015864"/>
                <a:gd name="connsiteX626" fmla="*/ 48480 w 364247"/>
                <a:gd name="connsiteY626" fmla="*/ 1015788 h 1015864"/>
                <a:gd name="connsiteX627" fmla="*/ 48480 w 364247"/>
                <a:gd name="connsiteY627" fmla="*/ 1013556 h 1015864"/>
                <a:gd name="connsiteX628" fmla="*/ 43419 w 364247"/>
                <a:gd name="connsiteY628" fmla="*/ 1012694 h 1015864"/>
                <a:gd name="connsiteX629" fmla="*/ 41169 w 364247"/>
                <a:gd name="connsiteY629" fmla="*/ 1012671 h 1015864"/>
                <a:gd name="connsiteX630" fmla="*/ 38733 w 364247"/>
                <a:gd name="connsiteY630" fmla="*/ 1012655 h 1015864"/>
                <a:gd name="connsiteX631" fmla="*/ 33671 w 364247"/>
                <a:gd name="connsiteY631" fmla="*/ 1012591 h 1015864"/>
                <a:gd name="connsiteX632" fmla="*/ 25655 w 364247"/>
                <a:gd name="connsiteY632" fmla="*/ 1012513 h 1015864"/>
                <a:gd name="connsiteX633" fmla="*/ 17944 w 364247"/>
                <a:gd name="connsiteY633" fmla="*/ 1012422 h 1015864"/>
                <a:gd name="connsiteX634" fmla="*/ 15503 w 364247"/>
                <a:gd name="connsiteY634" fmla="*/ 1012415 h 1015864"/>
                <a:gd name="connsiteX635" fmla="*/ 13261 w 364247"/>
                <a:gd name="connsiteY635" fmla="*/ 1012378 h 1015864"/>
                <a:gd name="connsiteX636" fmla="*/ 11276 w 364247"/>
                <a:gd name="connsiteY636" fmla="*/ 1012359 h 1015864"/>
                <a:gd name="connsiteX637" fmla="*/ 9784 w 364247"/>
                <a:gd name="connsiteY637" fmla="*/ 1012068 h 1015864"/>
                <a:gd name="connsiteX638" fmla="*/ 9040 w 364247"/>
                <a:gd name="connsiteY638" fmla="*/ 1009835 h 1015864"/>
                <a:gd name="connsiteX639" fmla="*/ 5366 w 364247"/>
                <a:gd name="connsiteY639" fmla="*/ 1009370 h 1015864"/>
                <a:gd name="connsiteX640" fmla="*/ 110 w 364247"/>
                <a:gd name="connsiteY640" fmla="*/ 1008347 h 1015864"/>
                <a:gd name="connsiteX641" fmla="*/ 110 w 364247"/>
                <a:gd name="connsiteY641" fmla="*/ 1002394 h 1015864"/>
                <a:gd name="connsiteX642" fmla="*/ 2343 w 364247"/>
                <a:gd name="connsiteY642" fmla="*/ 1003138 h 1015864"/>
                <a:gd name="connsiteX643" fmla="*/ 2361 w 364247"/>
                <a:gd name="connsiteY643" fmla="*/ 1001533 h 1015864"/>
                <a:gd name="connsiteX644" fmla="*/ 2557 w 364247"/>
                <a:gd name="connsiteY644" fmla="*/ 986586 h 1015864"/>
                <a:gd name="connsiteX645" fmla="*/ 2657 w 364247"/>
                <a:gd name="connsiteY645" fmla="*/ 978900 h 1015864"/>
                <a:gd name="connsiteX646" fmla="*/ 2779 w 364247"/>
                <a:gd name="connsiteY646" fmla="*/ 970073 h 1015864"/>
                <a:gd name="connsiteX647" fmla="*/ 2805 w 364247"/>
                <a:gd name="connsiteY647" fmla="*/ 967273 h 1015864"/>
                <a:gd name="connsiteX648" fmla="*/ 2850 w 364247"/>
                <a:gd name="connsiteY648" fmla="*/ 964700 h 1015864"/>
                <a:gd name="connsiteX649" fmla="*/ 2880 w 364247"/>
                <a:gd name="connsiteY649" fmla="*/ 962422 h 1015864"/>
                <a:gd name="connsiteX650" fmla="*/ 3087 w 364247"/>
                <a:gd name="connsiteY650" fmla="*/ 960722 h 1015864"/>
                <a:gd name="connsiteX651" fmla="*/ 4575 w 364247"/>
                <a:gd name="connsiteY651" fmla="*/ 959978 h 1015864"/>
                <a:gd name="connsiteX652" fmla="*/ 5449 w 364247"/>
                <a:gd name="connsiteY652" fmla="*/ 953952 h 1015864"/>
                <a:gd name="connsiteX653" fmla="*/ 5479 w 364247"/>
                <a:gd name="connsiteY653" fmla="*/ 951612 h 1015864"/>
                <a:gd name="connsiteX654" fmla="*/ 5503 w 364247"/>
                <a:gd name="connsiteY654" fmla="*/ 949089 h 1015864"/>
                <a:gd name="connsiteX655" fmla="*/ 5577 w 364247"/>
                <a:gd name="connsiteY655" fmla="*/ 943831 h 1015864"/>
                <a:gd name="connsiteX656" fmla="*/ 5674 w 364247"/>
                <a:gd name="connsiteY656" fmla="*/ 935516 h 1015864"/>
                <a:gd name="connsiteX657" fmla="*/ 5782 w 364247"/>
                <a:gd name="connsiteY657" fmla="*/ 927509 h 1015864"/>
                <a:gd name="connsiteX658" fmla="*/ 5801 w 364247"/>
                <a:gd name="connsiteY658" fmla="*/ 924977 h 1015864"/>
                <a:gd name="connsiteX659" fmla="*/ 5838 w 364247"/>
                <a:gd name="connsiteY659" fmla="*/ 922651 h 1015864"/>
                <a:gd name="connsiteX660" fmla="*/ 5861 w 364247"/>
                <a:gd name="connsiteY660" fmla="*/ 920594 h 1015864"/>
                <a:gd name="connsiteX661" fmla="*/ 6064 w 364247"/>
                <a:gd name="connsiteY661" fmla="*/ 919050 h 1015864"/>
                <a:gd name="connsiteX662" fmla="*/ 7552 w 364247"/>
                <a:gd name="connsiteY662" fmla="*/ 918306 h 1015864"/>
                <a:gd name="connsiteX663" fmla="*/ 7754 w 364247"/>
                <a:gd name="connsiteY663" fmla="*/ 914476 h 1015864"/>
                <a:gd name="connsiteX664" fmla="*/ 7777 w 364247"/>
                <a:gd name="connsiteY664" fmla="*/ 912001 h 1015864"/>
                <a:gd name="connsiteX665" fmla="*/ 7781 w 364247"/>
                <a:gd name="connsiteY665" fmla="*/ 909307 h 1015864"/>
                <a:gd name="connsiteX666" fmla="*/ 7838 w 364247"/>
                <a:gd name="connsiteY666" fmla="*/ 903728 h 1015864"/>
                <a:gd name="connsiteX667" fmla="*/ 7891 w 364247"/>
                <a:gd name="connsiteY667" fmla="*/ 894880 h 1015864"/>
                <a:gd name="connsiteX668" fmla="*/ 7967 w 364247"/>
                <a:gd name="connsiteY668" fmla="*/ 886378 h 1015864"/>
                <a:gd name="connsiteX669" fmla="*/ 7968 w 364247"/>
                <a:gd name="connsiteY669" fmla="*/ 883684 h 1015864"/>
                <a:gd name="connsiteX670" fmla="*/ 7998 w 364247"/>
                <a:gd name="connsiteY670" fmla="*/ 881208 h 1015864"/>
                <a:gd name="connsiteX671" fmla="*/ 8009 w 364247"/>
                <a:gd name="connsiteY671" fmla="*/ 879017 h 1015864"/>
                <a:gd name="connsiteX672" fmla="*/ 8296 w 364247"/>
                <a:gd name="connsiteY672" fmla="*/ 877378 h 1015864"/>
                <a:gd name="connsiteX673" fmla="*/ 10528 w 364247"/>
                <a:gd name="connsiteY673" fmla="*/ 876634 h 1015864"/>
                <a:gd name="connsiteX674" fmla="*/ 10826 w 364247"/>
                <a:gd name="connsiteY674" fmla="*/ 872804 h 1015864"/>
                <a:gd name="connsiteX675" fmla="*/ 10857 w 364247"/>
                <a:gd name="connsiteY675" fmla="*/ 870329 h 1015864"/>
                <a:gd name="connsiteX676" fmla="*/ 10857 w 364247"/>
                <a:gd name="connsiteY676" fmla="*/ 867635 h 1015864"/>
                <a:gd name="connsiteX677" fmla="*/ 10887 w 364247"/>
                <a:gd name="connsiteY677" fmla="*/ 864890 h 1015864"/>
                <a:gd name="connsiteX678" fmla="*/ 10947 w 364247"/>
                <a:gd name="connsiteY678" fmla="*/ 856170 h 1015864"/>
                <a:gd name="connsiteX679" fmla="*/ 11015 w 364247"/>
                <a:gd name="connsiteY679" fmla="*/ 847450 h 1015864"/>
                <a:gd name="connsiteX680" fmla="*/ 11048 w 364247"/>
                <a:gd name="connsiteY680" fmla="*/ 842012 h 1015864"/>
                <a:gd name="connsiteX681" fmla="*/ 11071 w 364247"/>
                <a:gd name="connsiteY681" fmla="*/ 839536 h 1015864"/>
                <a:gd name="connsiteX682" fmla="*/ 11080 w 364247"/>
                <a:gd name="connsiteY682" fmla="*/ 837345 h 1015864"/>
                <a:gd name="connsiteX683" fmla="*/ 11273 w 364247"/>
                <a:gd name="connsiteY683" fmla="*/ 835706 h 1015864"/>
                <a:gd name="connsiteX684" fmla="*/ 12761 w 364247"/>
                <a:gd name="connsiteY684" fmla="*/ 834962 h 1015864"/>
                <a:gd name="connsiteX685" fmla="*/ 13634 w 364247"/>
                <a:gd name="connsiteY685" fmla="*/ 828107 h 1015864"/>
                <a:gd name="connsiteX686" fmla="*/ 13665 w 364247"/>
                <a:gd name="connsiteY686" fmla="*/ 825768 h 1015864"/>
                <a:gd name="connsiteX687" fmla="*/ 13688 w 364247"/>
                <a:gd name="connsiteY687" fmla="*/ 823257 h 1015864"/>
                <a:gd name="connsiteX688" fmla="*/ 13762 w 364247"/>
                <a:gd name="connsiteY688" fmla="*/ 818005 h 1015864"/>
                <a:gd name="connsiteX689" fmla="*/ 13860 w 364247"/>
                <a:gd name="connsiteY689" fmla="*/ 809715 h 1015864"/>
                <a:gd name="connsiteX690" fmla="*/ 13967 w 364247"/>
                <a:gd name="connsiteY690" fmla="*/ 801723 h 1015864"/>
                <a:gd name="connsiteX691" fmla="*/ 13986 w 364247"/>
                <a:gd name="connsiteY691" fmla="*/ 799198 h 1015864"/>
                <a:gd name="connsiteX692" fmla="*/ 14024 w 364247"/>
                <a:gd name="connsiteY692" fmla="*/ 796880 h 1015864"/>
                <a:gd name="connsiteX693" fmla="*/ 14047 w 364247"/>
                <a:gd name="connsiteY693" fmla="*/ 794829 h 1015864"/>
                <a:gd name="connsiteX694" fmla="*/ 14249 w 364247"/>
                <a:gd name="connsiteY694" fmla="*/ 793290 h 1015864"/>
                <a:gd name="connsiteX695" fmla="*/ 15737 w 364247"/>
                <a:gd name="connsiteY695" fmla="*/ 792546 h 1015864"/>
                <a:gd name="connsiteX696" fmla="*/ 15939 w 364247"/>
                <a:gd name="connsiteY696" fmla="*/ 788648 h 1015864"/>
                <a:gd name="connsiteX697" fmla="*/ 15962 w 364247"/>
                <a:gd name="connsiteY697" fmla="*/ 786127 h 1015864"/>
                <a:gd name="connsiteX698" fmla="*/ 15967 w 364247"/>
                <a:gd name="connsiteY698" fmla="*/ 783384 h 1015864"/>
                <a:gd name="connsiteX699" fmla="*/ 16024 w 364247"/>
                <a:gd name="connsiteY699" fmla="*/ 777704 h 1015864"/>
                <a:gd name="connsiteX700" fmla="*/ 16077 w 364247"/>
                <a:gd name="connsiteY700" fmla="*/ 768694 h 1015864"/>
                <a:gd name="connsiteX701" fmla="*/ 16153 w 364247"/>
                <a:gd name="connsiteY701" fmla="*/ 760037 h 1015864"/>
                <a:gd name="connsiteX702" fmla="*/ 16153 w 364247"/>
                <a:gd name="connsiteY702" fmla="*/ 757293 h 1015864"/>
                <a:gd name="connsiteX703" fmla="*/ 16183 w 364247"/>
                <a:gd name="connsiteY703" fmla="*/ 754772 h 1015864"/>
                <a:gd name="connsiteX704" fmla="*/ 16195 w 364247"/>
                <a:gd name="connsiteY704" fmla="*/ 752541 h 1015864"/>
                <a:gd name="connsiteX705" fmla="*/ 16481 w 364247"/>
                <a:gd name="connsiteY705" fmla="*/ 750874 h 1015864"/>
                <a:gd name="connsiteX706" fmla="*/ 18714 w 364247"/>
                <a:gd name="connsiteY706" fmla="*/ 750130 h 1015864"/>
                <a:gd name="connsiteX707" fmla="*/ 19000 w 364247"/>
                <a:gd name="connsiteY707" fmla="*/ 746381 h 1015864"/>
                <a:gd name="connsiteX708" fmla="*/ 19023 w 364247"/>
                <a:gd name="connsiteY708" fmla="*/ 743957 h 1015864"/>
                <a:gd name="connsiteX709" fmla="*/ 19016 w 364247"/>
                <a:gd name="connsiteY709" fmla="*/ 741320 h 1015864"/>
                <a:gd name="connsiteX710" fmla="*/ 19041 w 364247"/>
                <a:gd name="connsiteY710" fmla="*/ 738631 h 1015864"/>
                <a:gd name="connsiteX711" fmla="*/ 19086 w 364247"/>
                <a:gd name="connsiteY711" fmla="*/ 730085 h 1015864"/>
                <a:gd name="connsiteX712" fmla="*/ 19156 w 364247"/>
                <a:gd name="connsiteY712" fmla="*/ 718856 h 1015864"/>
                <a:gd name="connsiteX713" fmla="*/ 19149 w 364247"/>
                <a:gd name="connsiteY713" fmla="*/ 716223 h 1015864"/>
                <a:gd name="connsiteX714" fmla="*/ 19172 w 364247"/>
                <a:gd name="connsiteY714" fmla="*/ 713793 h 1015864"/>
                <a:gd name="connsiteX715" fmla="*/ 19176 w 364247"/>
                <a:gd name="connsiteY715" fmla="*/ 711646 h 1015864"/>
                <a:gd name="connsiteX716" fmla="*/ 19458 w 364247"/>
                <a:gd name="connsiteY716" fmla="*/ 709947 h 1015864"/>
                <a:gd name="connsiteX717" fmla="*/ 21690 w 364247"/>
                <a:gd name="connsiteY717" fmla="*/ 708458 h 1015864"/>
                <a:gd name="connsiteX718" fmla="*/ 21989 w 364247"/>
                <a:gd name="connsiteY718" fmla="*/ 704612 h 1015864"/>
                <a:gd name="connsiteX719" fmla="*/ 22019 w 364247"/>
                <a:gd name="connsiteY719" fmla="*/ 702182 h 1015864"/>
                <a:gd name="connsiteX720" fmla="*/ 22019 w 364247"/>
                <a:gd name="connsiteY720" fmla="*/ 699549 h 1015864"/>
                <a:gd name="connsiteX721" fmla="*/ 22049 w 364247"/>
                <a:gd name="connsiteY721" fmla="*/ 696858 h 1015864"/>
                <a:gd name="connsiteX722" fmla="*/ 22109 w 364247"/>
                <a:gd name="connsiteY722" fmla="*/ 688320 h 1015864"/>
                <a:gd name="connsiteX723" fmla="*/ 22177 w 364247"/>
                <a:gd name="connsiteY723" fmla="*/ 679774 h 1015864"/>
                <a:gd name="connsiteX724" fmla="*/ 22210 w 364247"/>
                <a:gd name="connsiteY724" fmla="*/ 674448 h 1015864"/>
                <a:gd name="connsiteX725" fmla="*/ 22233 w 364247"/>
                <a:gd name="connsiteY725" fmla="*/ 672024 h 1015864"/>
                <a:gd name="connsiteX726" fmla="*/ 22242 w 364247"/>
                <a:gd name="connsiteY726" fmla="*/ 669880 h 1015864"/>
                <a:gd name="connsiteX727" fmla="*/ 22435 w 364247"/>
                <a:gd name="connsiteY727" fmla="*/ 668275 h 1015864"/>
                <a:gd name="connsiteX728" fmla="*/ 23923 w 364247"/>
                <a:gd name="connsiteY728" fmla="*/ 667531 h 1015864"/>
                <a:gd name="connsiteX729" fmla="*/ 24160 w 364247"/>
                <a:gd name="connsiteY729" fmla="*/ 663553 h 1015864"/>
                <a:gd name="connsiteX730" fmla="*/ 24205 w 364247"/>
                <a:gd name="connsiteY730" fmla="*/ 660979 h 1015864"/>
                <a:gd name="connsiteX731" fmla="*/ 24231 w 364247"/>
                <a:gd name="connsiteY731" fmla="*/ 658179 h 1015864"/>
                <a:gd name="connsiteX732" fmla="*/ 24275 w 364247"/>
                <a:gd name="connsiteY732" fmla="*/ 655330 h 1015864"/>
                <a:gd name="connsiteX733" fmla="*/ 24370 w 364247"/>
                <a:gd name="connsiteY733" fmla="*/ 647817 h 1015864"/>
                <a:gd name="connsiteX734" fmla="*/ 24475 w 364247"/>
                <a:gd name="connsiteY734" fmla="*/ 640156 h 1015864"/>
                <a:gd name="connsiteX735" fmla="*/ 24667 w 364247"/>
                <a:gd name="connsiteY735" fmla="*/ 625115 h 1015864"/>
                <a:gd name="connsiteX736" fmla="*/ 26899 w 364247"/>
                <a:gd name="connsiteY736" fmla="*/ 625859 h 1015864"/>
                <a:gd name="connsiteX737" fmla="*/ 27644 w 364247"/>
                <a:gd name="connsiteY737" fmla="*/ 583443 h 1015864"/>
                <a:gd name="connsiteX738" fmla="*/ 29132 w 364247"/>
                <a:gd name="connsiteY738" fmla="*/ 583443 h 1015864"/>
                <a:gd name="connsiteX739" fmla="*/ 30005 w 364247"/>
                <a:gd name="connsiteY739" fmla="*/ 578177 h 1015864"/>
                <a:gd name="connsiteX740" fmla="*/ 30036 w 364247"/>
                <a:gd name="connsiteY740" fmla="*/ 575792 h 1015864"/>
                <a:gd name="connsiteX741" fmla="*/ 30059 w 364247"/>
                <a:gd name="connsiteY741" fmla="*/ 573208 h 1015864"/>
                <a:gd name="connsiteX742" fmla="*/ 30133 w 364247"/>
                <a:gd name="connsiteY742" fmla="*/ 567841 h 1015864"/>
                <a:gd name="connsiteX743" fmla="*/ 30231 w 364247"/>
                <a:gd name="connsiteY743" fmla="*/ 559340 h 1015864"/>
                <a:gd name="connsiteX744" fmla="*/ 30338 w 364247"/>
                <a:gd name="connsiteY744" fmla="*/ 551163 h 1015864"/>
                <a:gd name="connsiteX745" fmla="*/ 30357 w 364247"/>
                <a:gd name="connsiteY745" fmla="*/ 548574 h 1015864"/>
                <a:gd name="connsiteX746" fmla="*/ 30395 w 364247"/>
                <a:gd name="connsiteY746" fmla="*/ 546196 h 1015864"/>
                <a:gd name="connsiteX747" fmla="*/ 30418 w 364247"/>
                <a:gd name="connsiteY747" fmla="*/ 544092 h 1015864"/>
                <a:gd name="connsiteX748" fmla="*/ 30620 w 364247"/>
                <a:gd name="connsiteY748" fmla="*/ 542515 h 1015864"/>
                <a:gd name="connsiteX749" fmla="*/ 32108 w 364247"/>
                <a:gd name="connsiteY749" fmla="*/ 541771 h 1015864"/>
                <a:gd name="connsiteX750" fmla="*/ 32346 w 364247"/>
                <a:gd name="connsiteY750" fmla="*/ 537861 h 1015864"/>
                <a:gd name="connsiteX751" fmla="*/ 32391 w 364247"/>
                <a:gd name="connsiteY751" fmla="*/ 535333 h 1015864"/>
                <a:gd name="connsiteX752" fmla="*/ 32417 w 364247"/>
                <a:gd name="connsiteY752" fmla="*/ 532583 h 1015864"/>
                <a:gd name="connsiteX753" fmla="*/ 32460 w 364247"/>
                <a:gd name="connsiteY753" fmla="*/ 529783 h 1015864"/>
                <a:gd name="connsiteX754" fmla="*/ 32556 w 364247"/>
                <a:gd name="connsiteY754" fmla="*/ 522402 h 1015864"/>
                <a:gd name="connsiteX755" fmla="*/ 32661 w 364247"/>
                <a:gd name="connsiteY755" fmla="*/ 514876 h 1015864"/>
                <a:gd name="connsiteX756" fmla="*/ 32853 w 364247"/>
                <a:gd name="connsiteY756" fmla="*/ 500099 h 1015864"/>
                <a:gd name="connsiteX757" fmla="*/ 35085 w 364247"/>
                <a:gd name="connsiteY757" fmla="*/ 500843 h 1015864"/>
                <a:gd name="connsiteX758" fmla="*/ 35098 w 364247"/>
                <a:gd name="connsiteY758" fmla="*/ 499248 h 1015864"/>
                <a:gd name="connsiteX759" fmla="*/ 35260 w 364247"/>
                <a:gd name="connsiteY759" fmla="*/ 484368 h 1015864"/>
                <a:gd name="connsiteX760" fmla="*/ 35343 w 364247"/>
                <a:gd name="connsiteY760" fmla="*/ 476718 h 1015864"/>
                <a:gd name="connsiteX761" fmla="*/ 35448 w 364247"/>
                <a:gd name="connsiteY761" fmla="*/ 467924 h 1015864"/>
                <a:gd name="connsiteX762" fmla="*/ 35463 w 364247"/>
                <a:gd name="connsiteY762" fmla="*/ 465147 h 1015864"/>
                <a:gd name="connsiteX763" fmla="*/ 35507 w 364247"/>
                <a:gd name="connsiteY763" fmla="*/ 462574 h 1015864"/>
                <a:gd name="connsiteX764" fmla="*/ 35532 w 364247"/>
                <a:gd name="connsiteY764" fmla="*/ 460306 h 1015864"/>
                <a:gd name="connsiteX765" fmla="*/ 38062 w 364247"/>
                <a:gd name="connsiteY765" fmla="*/ 456195 h 1015864"/>
                <a:gd name="connsiteX766" fmla="*/ 38360 w 364247"/>
                <a:gd name="connsiteY766" fmla="*/ 452264 h 1015864"/>
                <a:gd name="connsiteX767" fmla="*/ 38390 w 364247"/>
                <a:gd name="connsiteY767" fmla="*/ 449834 h 1015864"/>
                <a:gd name="connsiteX768" fmla="*/ 38390 w 364247"/>
                <a:gd name="connsiteY768" fmla="*/ 447213 h 1015864"/>
                <a:gd name="connsiteX769" fmla="*/ 38420 w 364247"/>
                <a:gd name="connsiteY769" fmla="*/ 444525 h 1015864"/>
                <a:gd name="connsiteX770" fmla="*/ 38480 w 364247"/>
                <a:gd name="connsiteY770" fmla="*/ 436010 h 1015864"/>
                <a:gd name="connsiteX771" fmla="*/ 38548 w 364247"/>
                <a:gd name="connsiteY771" fmla="*/ 427479 h 1015864"/>
                <a:gd name="connsiteX772" fmla="*/ 38581 w 364247"/>
                <a:gd name="connsiteY772" fmla="*/ 422165 h 1015864"/>
                <a:gd name="connsiteX773" fmla="*/ 38604 w 364247"/>
                <a:gd name="connsiteY773" fmla="*/ 419749 h 1015864"/>
                <a:gd name="connsiteX774" fmla="*/ 38614 w 364247"/>
                <a:gd name="connsiteY774" fmla="*/ 417611 h 1015864"/>
                <a:gd name="connsiteX775" fmla="*/ 38806 w 364247"/>
                <a:gd name="connsiteY775" fmla="*/ 416011 h 1015864"/>
                <a:gd name="connsiteX776" fmla="*/ 40294 w 364247"/>
                <a:gd name="connsiteY776" fmla="*/ 415267 h 1015864"/>
                <a:gd name="connsiteX777" fmla="*/ 40531 w 364247"/>
                <a:gd name="connsiteY777" fmla="*/ 411425 h 1015864"/>
                <a:gd name="connsiteX778" fmla="*/ 40576 w 364247"/>
                <a:gd name="connsiteY778" fmla="*/ 408943 h 1015864"/>
                <a:gd name="connsiteX779" fmla="*/ 40602 w 364247"/>
                <a:gd name="connsiteY779" fmla="*/ 406241 h 1015864"/>
                <a:gd name="connsiteX780" fmla="*/ 40646 w 364247"/>
                <a:gd name="connsiteY780" fmla="*/ 403492 h 1015864"/>
                <a:gd name="connsiteX781" fmla="*/ 40759 w 364247"/>
                <a:gd name="connsiteY781" fmla="*/ 394757 h 1015864"/>
                <a:gd name="connsiteX782" fmla="*/ 40846 w 364247"/>
                <a:gd name="connsiteY782" fmla="*/ 388851 h 1015864"/>
                <a:gd name="connsiteX783" fmla="*/ 41038 w 364247"/>
                <a:gd name="connsiteY783" fmla="*/ 374339 h 1015864"/>
                <a:gd name="connsiteX784" fmla="*/ 43271 w 364247"/>
                <a:gd name="connsiteY784" fmla="*/ 374339 h 1015864"/>
                <a:gd name="connsiteX785" fmla="*/ 44015 w 364247"/>
                <a:gd name="connsiteY785" fmla="*/ 331923 h 1015864"/>
                <a:gd name="connsiteX786" fmla="*/ 46247 w 364247"/>
                <a:gd name="connsiteY786" fmla="*/ 331923 h 1015864"/>
                <a:gd name="connsiteX787" fmla="*/ 46265 w 364247"/>
                <a:gd name="connsiteY787" fmla="*/ 330346 h 1015864"/>
                <a:gd name="connsiteX788" fmla="*/ 46461 w 364247"/>
                <a:gd name="connsiteY788" fmla="*/ 315662 h 1015864"/>
                <a:gd name="connsiteX789" fmla="*/ 46561 w 364247"/>
                <a:gd name="connsiteY789" fmla="*/ 308112 h 1015864"/>
                <a:gd name="connsiteX790" fmla="*/ 46683 w 364247"/>
                <a:gd name="connsiteY790" fmla="*/ 299440 h 1015864"/>
                <a:gd name="connsiteX791" fmla="*/ 46709 w 364247"/>
                <a:gd name="connsiteY791" fmla="*/ 296689 h 1015864"/>
                <a:gd name="connsiteX792" fmla="*/ 46754 w 364247"/>
                <a:gd name="connsiteY792" fmla="*/ 294161 h 1015864"/>
                <a:gd name="connsiteX793" fmla="*/ 46784 w 364247"/>
                <a:gd name="connsiteY793" fmla="*/ 291923 h 1015864"/>
                <a:gd name="connsiteX794" fmla="*/ 46991 w 364247"/>
                <a:gd name="connsiteY794" fmla="*/ 290251 h 1015864"/>
                <a:gd name="connsiteX795" fmla="*/ 48480 w 364247"/>
                <a:gd name="connsiteY795" fmla="*/ 289507 h 1015864"/>
                <a:gd name="connsiteX796" fmla="*/ 48681 w 364247"/>
                <a:gd name="connsiteY796" fmla="*/ 285678 h 1015864"/>
                <a:gd name="connsiteX797" fmla="*/ 48704 w 364247"/>
                <a:gd name="connsiteY797" fmla="*/ 283202 h 1015864"/>
                <a:gd name="connsiteX798" fmla="*/ 48709 w 364247"/>
                <a:gd name="connsiteY798" fmla="*/ 280508 h 1015864"/>
                <a:gd name="connsiteX799" fmla="*/ 48766 w 364247"/>
                <a:gd name="connsiteY799" fmla="*/ 274930 h 1015864"/>
                <a:gd name="connsiteX800" fmla="*/ 48819 w 364247"/>
                <a:gd name="connsiteY800" fmla="*/ 266081 h 1015864"/>
                <a:gd name="connsiteX801" fmla="*/ 48895 w 364247"/>
                <a:gd name="connsiteY801" fmla="*/ 257579 h 1015864"/>
                <a:gd name="connsiteX802" fmla="*/ 48895 w 364247"/>
                <a:gd name="connsiteY802" fmla="*/ 254885 h 1015864"/>
                <a:gd name="connsiteX803" fmla="*/ 48926 w 364247"/>
                <a:gd name="connsiteY803" fmla="*/ 252409 h 1015864"/>
                <a:gd name="connsiteX804" fmla="*/ 48937 w 364247"/>
                <a:gd name="connsiteY804" fmla="*/ 250218 h 1015864"/>
                <a:gd name="connsiteX805" fmla="*/ 49224 w 364247"/>
                <a:gd name="connsiteY805" fmla="*/ 248580 h 1015864"/>
                <a:gd name="connsiteX806" fmla="*/ 51456 w 364247"/>
                <a:gd name="connsiteY806" fmla="*/ 247835 h 1015864"/>
                <a:gd name="connsiteX807" fmla="*/ 51778 w 364247"/>
                <a:gd name="connsiteY807" fmla="*/ 243994 h 1015864"/>
                <a:gd name="connsiteX808" fmla="*/ 51822 w 364247"/>
                <a:gd name="connsiteY808" fmla="*/ 241511 h 1015864"/>
                <a:gd name="connsiteX809" fmla="*/ 51837 w 364247"/>
                <a:gd name="connsiteY809" fmla="*/ 238810 h 1015864"/>
                <a:gd name="connsiteX810" fmla="*/ 51877 w 364247"/>
                <a:gd name="connsiteY810" fmla="*/ 236060 h 1015864"/>
                <a:gd name="connsiteX811" fmla="*/ 51968 w 364247"/>
                <a:gd name="connsiteY811" fmla="*/ 227325 h 1015864"/>
                <a:gd name="connsiteX812" fmla="*/ 52045 w 364247"/>
                <a:gd name="connsiteY812" fmla="*/ 221420 h 1015864"/>
                <a:gd name="connsiteX813" fmla="*/ 52200 w 364247"/>
                <a:gd name="connsiteY813" fmla="*/ 206908 h 1015864"/>
                <a:gd name="connsiteX814" fmla="*/ 54433 w 364247"/>
                <a:gd name="connsiteY814" fmla="*/ 206908 h 1015864"/>
                <a:gd name="connsiteX815" fmla="*/ 54451 w 364247"/>
                <a:gd name="connsiteY815" fmla="*/ 205302 h 1015864"/>
                <a:gd name="connsiteX816" fmla="*/ 54647 w 364247"/>
                <a:gd name="connsiteY816" fmla="*/ 190355 h 1015864"/>
                <a:gd name="connsiteX817" fmla="*/ 54747 w 364247"/>
                <a:gd name="connsiteY817" fmla="*/ 182670 h 1015864"/>
                <a:gd name="connsiteX818" fmla="*/ 54869 w 364247"/>
                <a:gd name="connsiteY818" fmla="*/ 173843 h 1015864"/>
                <a:gd name="connsiteX819" fmla="*/ 54895 w 364247"/>
                <a:gd name="connsiteY819" fmla="*/ 171043 h 1015864"/>
                <a:gd name="connsiteX820" fmla="*/ 54940 w 364247"/>
                <a:gd name="connsiteY820" fmla="*/ 168470 h 1015864"/>
                <a:gd name="connsiteX821" fmla="*/ 54970 w 364247"/>
                <a:gd name="connsiteY821" fmla="*/ 166191 h 1015864"/>
                <a:gd name="connsiteX822" fmla="*/ 55177 w 364247"/>
                <a:gd name="connsiteY822" fmla="*/ 164492 h 1015864"/>
                <a:gd name="connsiteX823" fmla="*/ 56665 w 364247"/>
                <a:gd name="connsiteY823" fmla="*/ 163748 h 1015864"/>
                <a:gd name="connsiteX824" fmla="*/ 56902 w 364247"/>
                <a:gd name="connsiteY824" fmla="*/ 159838 h 1015864"/>
                <a:gd name="connsiteX825" fmla="*/ 56947 w 364247"/>
                <a:gd name="connsiteY825" fmla="*/ 157310 h 1015864"/>
                <a:gd name="connsiteX826" fmla="*/ 56973 w 364247"/>
                <a:gd name="connsiteY826" fmla="*/ 154559 h 1015864"/>
                <a:gd name="connsiteX827" fmla="*/ 57017 w 364247"/>
                <a:gd name="connsiteY827" fmla="*/ 151759 h 1015864"/>
                <a:gd name="connsiteX828" fmla="*/ 57112 w 364247"/>
                <a:gd name="connsiteY828" fmla="*/ 144379 h 1015864"/>
                <a:gd name="connsiteX829" fmla="*/ 57217 w 364247"/>
                <a:gd name="connsiteY829" fmla="*/ 136852 h 1015864"/>
                <a:gd name="connsiteX830" fmla="*/ 57409 w 364247"/>
                <a:gd name="connsiteY830" fmla="*/ 122076 h 1015864"/>
                <a:gd name="connsiteX831" fmla="*/ 59642 w 364247"/>
                <a:gd name="connsiteY831" fmla="*/ 122820 h 1015864"/>
                <a:gd name="connsiteX832" fmla="*/ 60386 w 364247"/>
                <a:gd name="connsiteY832" fmla="*/ 81148 h 1015864"/>
                <a:gd name="connsiteX833" fmla="*/ 62618 w 364247"/>
                <a:gd name="connsiteY833" fmla="*/ 81148 h 1015864"/>
                <a:gd name="connsiteX834" fmla="*/ 62616 w 364247"/>
                <a:gd name="connsiteY834" fmla="*/ 79609 h 1015864"/>
                <a:gd name="connsiteX835" fmla="*/ 62691 w 364247"/>
                <a:gd name="connsiteY835" fmla="*/ 63784 h 1015864"/>
                <a:gd name="connsiteX836" fmla="*/ 62708 w 364247"/>
                <a:gd name="connsiteY836" fmla="*/ 57875 h 1015864"/>
                <a:gd name="connsiteX837" fmla="*/ 62764 w 364247"/>
                <a:gd name="connsiteY837" fmla="*/ 49391 h 1015864"/>
                <a:gd name="connsiteX838" fmla="*/ 62743 w 364247"/>
                <a:gd name="connsiteY838" fmla="*/ 46713 h 1015864"/>
                <a:gd name="connsiteX839" fmla="*/ 63362 w 364247"/>
                <a:gd name="connsiteY839" fmla="*/ 40220 h 1015864"/>
                <a:gd name="connsiteX840" fmla="*/ 67827 w 364247"/>
                <a:gd name="connsiteY840" fmla="*/ 37988 h 1015864"/>
                <a:gd name="connsiteX841" fmla="*/ 68571 w 364247"/>
                <a:gd name="connsiteY841" fmla="*/ 35755 h 1015864"/>
                <a:gd name="connsiteX842" fmla="*/ 70804 w 364247"/>
                <a:gd name="connsiteY842" fmla="*/ 35011 h 1015864"/>
                <a:gd name="connsiteX843" fmla="*/ 71455 w 364247"/>
                <a:gd name="connsiteY843" fmla="*/ 33709 h 1015864"/>
                <a:gd name="connsiteX844" fmla="*/ 76013 w 364247"/>
                <a:gd name="connsiteY844" fmla="*/ 28314 h 1015864"/>
                <a:gd name="connsiteX845" fmla="*/ 77501 w 364247"/>
                <a:gd name="connsiteY845" fmla="*/ 28314 h 1015864"/>
                <a:gd name="connsiteX846" fmla="*/ 77780 w 364247"/>
                <a:gd name="connsiteY846" fmla="*/ 26872 h 1015864"/>
                <a:gd name="connsiteX847" fmla="*/ 78245 w 364247"/>
                <a:gd name="connsiteY847" fmla="*/ 25337 h 1015864"/>
                <a:gd name="connsiteX848" fmla="*/ 81222 w 364247"/>
                <a:gd name="connsiteY848" fmla="*/ 24593 h 1015864"/>
                <a:gd name="connsiteX849" fmla="*/ 81594 w 364247"/>
                <a:gd name="connsiteY849" fmla="*/ 23058 h 1015864"/>
                <a:gd name="connsiteX850" fmla="*/ 81966 w 364247"/>
                <a:gd name="connsiteY850" fmla="*/ 21617 h 1015864"/>
                <a:gd name="connsiteX851" fmla="*/ 84942 w 364247"/>
                <a:gd name="connsiteY851" fmla="*/ 21617 h 1015864"/>
                <a:gd name="connsiteX852" fmla="*/ 84942 w 364247"/>
                <a:gd name="connsiteY852" fmla="*/ 17896 h 1015864"/>
                <a:gd name="connsiteX853" fmla="*/ 87919 w 364247"/>
                <a:gd name="connsiteY853" fmla="*/ 17896 h 1015864"/>
                <a:gd name="connsiteX854" fmla="*/ 88663 w 364247"/>
                <a:gd name="connsiteY854" fmla="*/ 14919 h 1015864"/>
                <a:gd name="connsiteX855" fmla="*/ 90151 w 364247"/>
                <a:gd name="connsiteY855" fmla="*/ 14175 h 1015864"/>
                <a:gd name="connsiteX856" fmla="*/ 90896 w 364247"/>
                <a:gd name="connsiteY856" fmla="*/ 11943 h 1015864"/>
                <a:gd name="connsiteX857" fmla="*/ 92384 w 364247"/>
                <a:gd name="connsiteY857" fmla="*/ 11617 h 1015864"/>
                <a:gd name="connsiteX858" fmla="*/ 93872 w 364247"/>
                <a:gd name="connsiteY858" fmla="*/ 11199 h 1015864"/>
                <a:gd name="connsiteX859" fmla="*/ 94616 w 364247"/>
                <a:gd name="connsiteY859" fmla="*/ 8222 h 1015864"/>
                <a:gd name="connsiteX860" fmla="*/ 96049 w 364247"/>
                <a:gd name="connsiteY860" fmla="*/ 7571 h 1015864"/>
                <a:gd name="connsiteX861" fmla="*/ 98857 w 364247"/>
                <a:gd name="connsiteY861" fmla="*/ 3711 h 1015864"/>
                <a:gd name="connsiteX862" fmla="*/ 101907 w 364247"/>
                <a:gd name="connsiteY862" fmla="*/ 225 h 1015864"/>
                <a:gd name="connsiteX863" fmla="*/ 107127 w 364247"/>
                <a:gd name="connsiteY863" fmla="*/ 35 h 1015864"/>
                <a:gd name="connsiteX864" fmla="*/ 109156 w 364247"/>
                <a:gd name="connsiteY864" fmla="*/ 10 h 101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Lst>
              <a:rect l="l" t="t" r="r" b="b"/>
              <a:pathLst>
                <a:path w="364247" h="1015864">
                  <a:moveTo>
                    <a:pt x="224261" y="91688"/>
                  </a:moveTo>
                  <a:cubicBezTo>
                    <a:pt x="222466" y="91688"/>
                    <a:pt x="222425" y="92402"/>
                    <a:pt x="220694" y="92535"/>
                  </a:cubicBezTo>
                  <a:cubicBezTo>
                    <a:pt x="220089" y="92540"/>
                    <a:pt x="219503" y="92545"/>
                    <a:pt x="218916" y="92550"/>
                  </a:cubicBezTo>
                  <a:cubicBezTo>
                    <a:pt x="217890" y="92561"/>
                    <a:pt x="217890" y="92561"/>
                    <a:pt x="216883" y="92572"/>
                  </a:cubicBezTo>
                  <a:cubicBezTo>
                    <a:pt x="216119" y="92576"/>
                    <a:pt x="215377" y="92581"/>
                    <a:pt x="214635" y="92585"/>
                  </a:cubicBezTo>
                  <a:cubicBezTo>
                    <a:pt x="212158" y="92608"/>
                    <a:pt x="209681" y="92631"/>
                    <a:pt x="207204" y="92649"/>
                  </a:cubicBezTo>
                  <a:cubicBezTo>
                    <a:pt x="205429" y="92661"/>
                    <a:pt x="203654" y="92675"/>
                    <a:pt x="201879" y="92690"/>
                  </a:cubicBezTo>
                  <a:cubicBezTo>
                    <a:pt x="197237" y="92732"/>
                    <a:pt x="192596" y="92771"/>
                    <a:pt x="187954" y="92806"/>
                  </a:cubicBezTo>
                  <a:cubicBezTo>
                    <a:pt x="183140" y="92843"/>
                    <a:pt x="178326" y="92883"/>
                    <a:pt x="173512" y="92924"/>
                  </a:cubicBezTo>
                  <a:cubicBezTo>
                    <a:pt x="163557" y="93009"/>
                    <a:pt x="153602" y="93090"/>
                    <a:pt x="143647" y="93167"/>
                  </a:cubicBezTo>
                  <a:cubicBezTo>
                    <a:pt x="143020" y="93172"/>
                    <a:pt x="143020" y="93172"/>
                    <a:pt x="142406" y="93176"/>
                  </a:cubicBezTo>
                  <a:cubicBezTo>
                    <a:pt x="142406" y="95200"/>
                    <a:pt x="142406" y="97165"/>
                    <a:pt x="142406" y="99129"/>
                  </a:cubicBezTo>
                  <a:cubicBezTo>
                    <a:pt x="141900" y="99129"/>
                    <a:pt x="141409" y="99129"/>
                    <a:pt x="140917" y="99129"/>
                  </a:cubicBezTo>
                  <a:cubicBezTo>
                    <a:pt x="139952" y="101017"/>
                    <a:pt x="139452" y="102591"/>
                    <a:pt x="139265" y="104705"/>
                  </a:cubicBezTo>
                  <a:cubicBezTo>
                    <a:pt x="139276" y="105375"/>
                    <a:pt x="139286" y="106026"/>
                    <a:pt x="139296" y="106676"/>
                  </a:cubicBezTo>
                  <a:cubicBezTo>
                    <a:pt x="139303" y="107441"/>
                    <a:pt x="139310" y="108183"/>
                    <a:pt x="139318" y="108925"/>
                  </a:cubicBezTo>
                  <a:cubicBezTo>
                    <a:pt x="139348" y="110553"/>
                    <a:pt x="139370" y="112180"/>
                    <a:pt x="139385" y="113808"/>
                  </a:cubicBezTo>
                  <a:cubicBezTo>
                    <a:pt x="139408" y="116418"/>
                    <a:pt x="139440" y="119029"/>
                    <a:pt x="139476" y="121640"/>
                  </a:cubicBezTo>
                  <a:cubicBezTo>
                    <a:pt x="139515" y="124261"/>
                    <a:pt x="139552" y="126882"/>
                    <a:pt x="139575" y="129504"/>
                  </a:cubicBezTo>
                  <a:cubicBezTo>
                    <a:pt x="139581" y="130344"/>
                    <a:pt x="139588" y="131160"/>
                    <a:pt x="139595" y="131976"/>
                  </a:cubicBezTo>
                  <a:cubicBezTo>
                    <a:pt x="139612" y="132799"/>
                    <a:pt x="139628" y="133597"/>
                    <a:pt x="139644" y="134395"/>
                  </a:cubicBezTo>
                  <a:cubicBezTo>
                    <a:pt x="139649" y="135151"/>
                    <a:pt x="139654" y="135883"/>
                    <a:pt x="139659" y="136616"/>
                  </a:cubicBezTo>
                  <a:cubicBezTo>
                    <a:pt x="139748" y="138508"/>
                    <a:pt x="139748" y="138508"/>
                    <a:pt x="139429" y="140057"/>
                  </a:cubicBezTo>
                  <a:cubicBezTo>
                    <a:pt x="138670" y="140310"/>
                    <a:pt x="137933" y="140556"/>
                    <a:pt x="137197" y="140801"/>
                  </a:cubicBezTo>
                  <a:cubicBezTo>
                    <a:pt x="137101" y="141337"/>
                    <a:pt x="137008" y="141858"/>
                    <a:pt x="136915" y="142378"/>
                  </a:cubicBezTo>
                  <a:cubicBezTo>
                    <a:pt x="136913" y="143094"/>
                    <a:pt x="136912" y="143788"/>
                    <a:pt x="136910" y="144483"/>
                  </a:cubicBezTo>
                  <a:cubicBezTo>
                    <a:pt x="136903" y="145291"/>
                    <a:pt x="136895" y="146076"/>
                    <a:pt x="136888" y="146861"/>
                  </a:cubicBezTo>
                  <a:cubicBezTo>
                    <a:pt x="136890" y="147741"/>
                    <a:pt x="136892" y="148595"/>
                    <a:pt x="136894" y="149449"/>
                  </a:cubicBezTo>
                  <a:cubicBezTo>
                    <a:pt x="136869" y="152175"/>
                    <a:pt x="136845" y="154900"/>
                    <a:pt x="136833" y="157626"/>
                  </a:cubicBezTo>
                  <a:cubicBezTo>
                    <a:pt x="136822" y="161368"/>
                    <a:pt x="136814" y="165111"/>
                    <a:pt x="136779" y="168853"/>
                  </a:cubicBezTo>
                  <a:cubicBezTo>
                    <a:pt x="136771" y="169751"/>
                    <a:pt x="136763" y="170623"/>
                    <a:pt x="136755" y="171494"/>
                  </a:cubicBezTo>
                  <a:cubicBezTo>
                    <a:pt x="136757" y="172373"/>
                    <a:pt x="136759" y="173225"/>
                    <a:pt x="136762" y="174078"/>
                  </a:cubicBezTo>
                  <a:cubicBezTo>
                    <a:pt x="136754" y="174889"/>
                    <a:pt x="136746" y="175676"/>
                    <a:pt x="136739" y="176463"/>
                  </a:cubicBezTo>
                  <a:cubicBezTo>
                    <a:pt x="136792" y="178506"/>
                    <a:pt x="136792" y="178506"/>
                    <a:pt x="136453" y="180241"/>
                  </a:cubicBezTo>
                  <a:cubicBezTo>
                    <a:pt x="135694" y="180747"/>
                    <a:pt x="134957" y="181238"/>
                    <a:pt x="134220" y="181729"/>
                  </a:cubicBezTo>
                  <a:cubicBezTo>
                    <a:pt x="134136" y="182307"/>
                    <a:pt x="134054" y="182868"/>
                    <a:pt x="133972" y="183428"/>
                  </a:cubicBezTo>
                  <a:cubicBezTo>
                    <a:pt x="133986" y="184158"/>
                    <a:pt x="134000" y="184867"/>
                    <a:pt x="134014" y="185575"/>
                  </a:cubicBezTo>
                  <a:cubicBezTo>
                    <a:pt x="134024" y="186401"/>
                    <a:pt x="134034" y="187203"/>
                    <a:pt x="134044" y="188005"/>
                  </a:cubicBezTo>
                  <a:cubicBezTo>
                    <a:pt x="134086" y="189780"/>
                    <a:pt x="134117" y="191554"/>
                    <a:pt x="134138" y="193329"/>
                  </a:cubicBezTo>
                  <a:cubicBezTo>
                    <a:pt x="134170" y="196176"/>
                    <a:pt x="134216" y="199021"/>
                    <a:pt x="134267" y="201867"/>
                  </a:cubicBezTo>
                  <a:cubicBezTo>
                    <a:pt x="134321" y="204716"/>
                    <a:pt x="134372" y="207564"/>
                    <a:pt x="134404" y="210413"/>
                  </a:cubicBezTo>
                  <a:cubicBezTo>
                    <a:pt x="134418" y="211771"/>
                    <a:pt x="134418" y="211771"/>
                    <a:pt x="134432" y="213102"/>
                  </a:cubicBezTo>
                  <a:cubicBezTo>
                    <a:pt x="134455" y="213999"/>
                    <a:pt x="134478" y="214869"/>
                    <a:pt x="134500" y="215740"/>
                  </a:cubicBezTo>
                  <a:cubicBezTo>
                    <a:pt x="134508" y="216564"/>
                    <a:pt x="134515" y="217363"/>
                    <a:pt x="134523" y="218163"/>
                  </a:cubicBezTo>
                  <a:cubicBezTo>
                    <a:pt x="134643" y="220231"/>
                    <a:pt x="134643" y="220231"/>
                    <a:pt x="134220" y="221913"/>
                  </a:cubicBezTo>
                  <a:cubicBezTo>
                    <a:pt x="133228" y="222160"/>
                    <a:pt x="132236" y="222408"/>
                    <a:pt x="131244" y="222657"/>
                  </a:cubicBezTo>
                  <a:cubicBezTo>
                    <a:pt x="131122" y="223206"/>
                    <a:pt x="131004" y="223739"/>
                    <a:pt x="130886" y="224272"/>
                  </a:cubicBezTo>
                  <a:cubicBezTo>
                    <a:pt x="130892" y="225006"/>
                    <a:pt x="130899" y="225718"/>
                    <a:pt x="130906" y="226430"/>
                  </a:cubicBezTo>
                  <a:cubicBezTo>
                    <a:pt x="130906" y="227259"/>
                    <a:pt x="130906" y="228063"/>
                    <a:pt x="130906" y="228868"/>
                  </a:cubicBezTo>
                  <a:cubicBezTo>
                    <a:pt x="130922" y="229769"/>
                    <a:pt x="130938" y="230644"/>
                    <a:pt x="130953" y="231520"/>
                  </a:cubicBezTo>
                  <a:cubicBezTo>
                    <a:pt x="130966" y="234307"/>
                    <a:pt x="130983" y="237094"/>
                    <a:pt x="131019" y="239881"/>
                  </a:cubicBezTo>
                  <a:cubicBezTo>
                    <a:pt x="131045" y="241825"/>
                    <a:pt x="131065" y="243769"/>
                    <a:pt x="131080" y="245713"/>
                  </a:cubicBezTo>
                  <a:cubicBezTo>
                    <a:pt x="131113" y="250915"/>
                    <a:pt x="131158" y="256118"/>
                    <a:pt x="131224" y="261320"/>
                  </a:cubicBezTo>
                  <a:cubicBezTo>
                    <a:pt x="131230" y="261837"/>
                    <a:pt x="131237" y="262339"/>
                    <a:pt x="131244" y="262840"/>
                  </a:cubicBezTo>
                  <a:cubicBezTo>
                    <a:pt x="130485" y="262840"/>
                    <a:pt x="129748" y="262840"/>
                    <a:pt x="129011" y="262840"/>
                  </a:cubicBezTo>
                  <a:cubicBezTo>
                    <a:pt x="129074" y="267678"/>
                    <a:pt x="129124" y="272515"/>
                    <a:pt x="129157" y="277353"/>
                  </a:cubicBezTo>
                  <a:cubicBezTo>
                    <a:pt x="129169" y="279321"/>
                    <a:pt x="129182" y="281289"/>
                    <a:pt x="129197" y="283258"/>
                  </a:cubicBezTo>
                  <a:cubicBezTo>
                    <a:pt x="129235" y="286169"/>
                    <a:pt x="129272" y="289081"/>
                    <a:pt x="129289" y="291993"/>
                  </a:cubicBezTo>
                  <a:cubicBezTo>
                    <a:pt x="129293" y="292928"/>
                    <a:pt x="129298" y="293835"/>
                    <a:pt x="129302" y="294742"/>
                  </a:cubicBezTo>
                  <a:cubicBezTo>
                    <a:pt x="129325" y="296107"/>
                    <a:pt x="129325" y="296107"/>
                    <a:pt x="129348" y="297444"/>
                  </a:cubicBezTo>
                  <a:cubicBezTo>
                    <a:pt x="129349" y="298288"/>
                    <a:pt x="129349" y="299107"/>
                    <a:pt x="129349" y="299927"/>
                  </a:cubicBezTo>
                  <a:cubicBezTo>
                    <a:pt x="129450" y="302047"/>
                    <a:pt x="129450" y="302047"/>
                    <a:pt x="129011" y="303768"/>
                  </a:cubicBezTo>
                  <a:cubicBezTo>
                    <a:pt x="128260" y="303958"/>
                    <a:pt x="128260" y="303958"/>
                    <a:pt x="127523" y="304144"/>
                  </a:cubicBezTo>
                  <a:cubicBezTo>
                    <a:pt x="126771" y="304330"/>
                    <a:pt x="126771" y="304330"/>
                    <a:pt x="126035" y="304512"/>
                  </a:cubicBezTo>
                  <a:cubicBezTo>
                    <a:pt x="125913" y="305061"/>
                    <a:pt x="125795" y="305594"/>
                    <a:pt x="125677" y="306127"/>
                  </a:cubicBezTo>
                  <a:cubicBezTo>
                    <a:pt x="125683" y="306861"/>
                    <a:pt x="125690" y="307573"/>
                    <a:pt x="125697" y="308285"/>
                  </a:cubicBezTo>
                  <a:cubicBezTo>
                    <a:pt x="125697" y="309114"/>
                    <a:pt x="125697" y="309919"/>
                    <a:pt x="125697" y="310723"/>
                  </a:cubicBezTo>
                  <a:cubicBezTo>
                    <a:pt x="125713" y="311625"/>
                    <a:pt x="125729" y="312500"/>
                    <a:pt x="125744" y="313375"/>
                  </a:cubicBezTo>
                  <a:cubicBezTo>
                    <a:pt x="125757" y="316162"/>
                    <a:pt x="125774" y="318949"/>
                    <a:pt x="125810" y="321737"/>
                  </a:cubicBezTo>
                  <a:cubicBezTo>
                    <a:pt x="125836" y="323680"/>
                    <a:pt x="125856" y="325624"/>
                    <a:pt x="125871" y="327568"/>
                  </a:cubicBezTo>
                  <a:cubicBezTo>
                    <a:pt x="125904" y="332771"/>
                    <a:pt x="125949" y="337973"/>
                    <a:pt x="126015" y="343175"/>
                  </a:cubicBezTo>
                  <a:cubicBezTo>
                    <a:pt x="126021" y="343692"/>
                    <a:pt x="126028" y="344194"/>
                    <a:pt x="126035" y="344696"/>
                  </a:cubicBezTo>
                  <a:cubicBezTo>
                    <a:pt x="125276" y="344696"/>
                    <a:pt x="124539" y="344696"/>
                    <a:pt x="123802" y="344696"/>
                  </a:cubicBezTo>
                  <a:cubicBezTo>
                    <a:pt x="123058" y="346184"/>
                    <a:pt x="123058" y="346184"/>
                    <a:pt x="122984" y="347855"/>
                  </a:cubicBezTo>
                  <a:cubicBezTo>
                    <a:pt x="122992" y="348571"/>
                    <a:pt x="123001" y="349267"/>
                    <a:pt x="123009" y="349962"/>
                  </a:cubicBezTo>
                  <a:cubicBezTo>
                    <a:pt x="123016" y="350773"/>
                    <a:pt x="123024" y="351560"/>
                    <a:pt x="123031" y="352347"/>
                  </a:cubicBezTo>
                  <a:cubicBezTo>
                    <a:pt x="123053" y="354088"/>
                    <a:pt x="123070" y="355830"/>
                    <a:pt x="123083" y="357572"/>
                  </a:cubicBezTo>
                  <a:cubicBezTo>
                    <a:pt x="123102" y="360365"/>
                    <a:pt x="123125" y="363157"/>
                    <a:pt x="123151" y="365950"/>
                  </a:cubicBezTo>
                  <a:cubicBezTo>
                    <a:pt x="123185" y="368746"/>
                    <a:pt x="123217" y="371541"/>
                    <a:pt x="123235" y="374337"/>
                  </a:cubicBezTo>
                  <a:cubicBezTo>
                    <a:pt x="123240" y="375234"/>
                    <a:pt x="123245" y="376105"/>
                    <a:pt x="123250" y="376976"/>
                  </a:cubicBezTo>
                  <a:cubicBezTo>
                    <a:pt x="123264" y="377856"/>
                    <a:pt x="123278" y="378710"/>
                    <a:pt x="123292" y="379564"/>
                  </a:cubicBezTo>
                  <a:cubicBezTo>
                    <a:pt x="123295" y="380373"/>
                    <a:pt x="123297" y="381157"/>
                    <a:pt x="123300" y="381942"/>
                  </a:cubicBezTo>
                  <a:cubicBezTo>
                    <a:pt x="123382" y="383967"/>
                    <a:pt x="123382" y="383967"/>
                    <a:pt x="123058" y="385624"/>
                  </a:cubicBezTo>
                  <a:cubicBezTo>
                    <a:pt x="122299" y="385877"/>
                    <a:pt x="121562" y="386122"/>
                    <a:pt x="120826" y="386368"/>
                  </a:cubicBezTo>
                  <a:cubicBezTo>
                    <a:pt x="120700" y="387181"/>
                    <a:pt x="120700" y="387181"/>
                    <a:pt x="120577" y="387978"/>
                  </a:cubicBezTo>
                  <a:cubicBezTo>
                    <a:pt x="120599" y="389064"/>
                    <a:pt x="120599" y="389064"/>
                    <a:pt x="120619" y="390129"/>
                  </a:cubicBezTo>
                  <a:cubicBezTo>
                    <a:pt x="120629" y="390955"/>
                    <a:pt x="120639" y="391757"/>
                    <a:pt x="120649" y="392559"/>
                  </a:cubicBezTo>
                  <a:cubicBezTo>
                    <a:pt x="120692" y="394339"/>
                    <a:pt x="120723" y="396119"/>
                    <a:pt x="120743" y="397899"/>
                  </a:cubicBezTo>
                  <a:cubicBezTo>
                    <a:pt x="120776" y="400752"/>
                    <a:pt x="120822" y="403606"/>
                    <a:pt x="120872" y="406459"/>
                  </a:cubicBezTo>
                  <a:cubicBezTo>
                    <a:pt x="120926" y="409313"/>
                    <a:pt x="120977" y="412166"/>
                    <a:pt x="121009" y="415020"/>
                  </a:cubicBezTo>
                  <a:cubicBezTo>
                    <a:pt x="121019" y="415936"/>
                    <a:pt x="121028" y="416825"/>
                    <a:pt x="121038" y="417715"/>
                  </a:cubicBezTo>
                  <a:cubicBezTo>
                    <a:pt x="121061" y="418614"/>
                    <a:pt x="121083" y="419487"/>
                    <a:pt x="121106" y="420359"/>
                  </a:cubicBezTo>
                  <a:cubicBezTo>
                    <a:pt x="121113" y="421186"/>
                    <a:pt x="121121" y="421988"/>
                    <a:pt x="121128" y="422790"/>
                  </a:cubicBezTo>
                  <a:cubicBezTo>
                    <a:pt x="121248" y="424865"/>
                    <a:pt x="121248" y="424865"/>
                    <a:pt x="120826" y="426551"/>
                  </a:cubicBezTo>
                  <a:cubicBezTo>
                    <a:pt x="119833" y="426799"/>
                    <a:pt x="118841" y="427047"/>
                    <a:pt x="117849" y="427295"/>
                  </a:cubicBezTo>
                  <a:cubicBezTo>
                    <a:pt x="117668" y="428111"/>
                    <a:pt x="117668" y="428111"/>
                    <a:pt x="117491" y="428910"/>
                  </a:cubicBezTo>
                  <a:cubicBezTo>
                    <a:pt x="117498" y="429644"/>
                    <a:pt x="117505" y="430356"/>
                    <a:pt x="117511" y="431069"/>
                  </a:cubicBezTo>
                  <a:cubicBezTo>
                    <a:pt x="117511" y="431897"/>
                    <a:pt x="117512" y="432702"/>
                    <a:pt x="117512" y="433506"/>
                  </a:cubicBezTo>
                  <a:cubicBezTo>
                    <a:pt x="117528" y="434408"/>
                    <a:pt x="117543" y="435283"/>
                    <a:pt x="117558" y="436158"/>
                  </a:cubicBezTo>
                  <a:cubicBezTo>
                    <a:pt x="117572" y="438946"/>
                    <a:pt x="117589" y="441733"/>
                    <a:pt x="117625" y="444520"/>
                  </a:cubicBezTo>
                  <a:cubicBezTo>
                    <a:pt x="117650" y="446464"/>
                    <a:pt x="117671" y="448408"/>
                    <a:pt x="117686" y="450352"/>
                  </a:cubicBezTo>
                  <a:cubicBezTo>
                    <a:pt x="117718" y="455554"/>
                    <a:pt x="117763" y="460756"/>
                    <a:pt x="117829" y="465958"/>
                  </a:cubicBezTo>
                  <a:cubicBezTo>
                    <a:pt x="117836" y="466475"/>
                    <a:pt x="117842" y="466977"/>
                    <a:pt x="117849" y="467479"/>
                  </a:cubicBezTo>
                  <a:cubicBezTo>
                    <a:pt x="117090" y="467479"/>
                    <a:pt x="116353" y="467479"/>
                    <a:pt x="115617" y="467479"/>
                  </a:cubicBezTo>
                  <a:cubicBezTo>
                    <a:pt x="114872" y="468967"/>
                    <a:pt x="114872" y="468967"/>
                    <a:pt x="114798" y="470638"/>
                  </a:cubicBezTo>
                  <a:cubicBezTo>
                    <a:pt x="114811" y="471702"/>
                    <a:pt x="114811" y="471702"/>
                    <a:pt x="114823" y="472745"/>
                  </a:cubicBezTo>
                  <a:cubicBezTo>
                    <a:pt x="114831" y="473556"/>
                    <a:pt x="114838" y="474343"/>
                    <a:pt x="114845" y="475130"/>
                  </a:cubicBezTo>
                  <a:cubicBezTo>
                    <a:pt x="114868" y="476872"/>
                    <a:pt x="114885" y="478613"/>
                    <a:pt x="114898" y="480355"/>
                  </a:cubicBezTo>
                  <a:cubicBezTo>
                    <a:pt x="114917" y="483148"/>
                    <a:pt x="114939" y="485941"/>
                    <a:pt x="114966" y="488733"/>
                  </a:cubicBezTo>
                  <a:cubicBezTo>
                    <a:pt x="114999" y="491529"/>
                    <a:pt x="115032" y="494324"/>
                    <a:pt x="115049" y="497120"/>
                  </a:cubicBezTo>
                  <a:cubicBezTo>
                    <a:pt x="115054" y="498017"/>
                    <a:pt x="115059" y="498888"/>
                    <a:pt x="115064" y="499759"/>
                  </a:cubicBezTo>
                  <a:cubicBezTo>
                    <a:pt x="115086" y="501066"/>
                    <a:pt x="115086" y="501066"/>
                    <a:pt x="115106" y="502347"/>
                  </a:cubicBezTo>
                  <a:cubicBezTo>
                    <a:pt x="115109" y="503156"/>
                    <a:pt x="115112" y="503941"/>
                    <a:pt x="115114" y="504725"/>
                  </a:cubicBezTo>
                  <a:cubicBezTo>
                    <a:pt x="115197" y="506750"/>
                    <a:pt x="115197" y="506750"/>
                    <a:pt x="114872" y="508407"/>
                  </a:cubicBezTo>
                  <a:cubicBezTo>
                    <a:pt x="114113" y="508660"/>
                    <a:pt x="113377" y="508905"/>
                    <a:pt x="112640" y="509151"/>
                  </a:cubicBezTo>
                  <a:cubicBezTo>
                    <a:pt x="112544" y="509698"/>
                    <a:pt x="112451" y="510230"/>
                    <a:pt x="112358" y="510761"/>
                  </a:cubicBezTo>
                  <a:cubicBezTo>
                    <a:pt x="112357" y="511492"/>
                    <a:pt x="112355" y="512202"/>
                    <a:pt x="112354" y="512912"/>
                  </a:cubicBezTo>
                  <a:cubicBezTo>
                    <a:pt x="112346" y="513739"/>
                    <a:pt x="112338" y="514541"/>
                    <a:pt x="112331" y="515343"/>
                  </a:cubicBezTo>
                  <a:cubicBezTo>
                    <a:pt x="112333" y="516242"/>
                    <a:pt x="112336" y="517115"/>
                    <a:pt x="112338" y="517988"/>
                  </a:cubicBezTo>
                  <a:cubicBezTo>
                    <a:pt x="112304" y="521739"/>
                    <a:pt x="112279" y="525491"/>
                    <a:pt x="112268" y="529243"/>
                  </a:cubicBezTo>
                  <a:cubicBezTo>
                    <a:pt x="112260" y="532096"/>
                    <a:pt x="112248" y="534950"/>
                    <a:pt x="112223" y="537804"/>
                  </a:cubicBezTo>
                  <a:cubicBezTo>
                    <a:pt x="112214" y="538720"/>
                    <a:pt x="112206" y="539609"/>
                    <a:pt x="112198" y="540498"/>
                  </a:cubicBezTo>
                  <a:cubicBezTo>
                    <a:pt x="112201" y="541397"/>
                    <a:pt x="112203" y="542270"/>
                    <a:pt x="112205" y="543143"/>
                  </a:cubicBezTo>
                  <a:cubicBezTo>
                    <a:pt x="112197" y="543969"/>
                    <a:pt x="112190" y="544771"/>
                    <a:pt x="112182" y="545573"/>
                  </a:cubicBezTo>
                  <a:cubicBezTo>
                    <a:pt x="112239" y="547644"/>
                    <a:pt x="112239" y="547644"/>
                    <a:pt x="111896" y="549334"/>
                  </a:cubicBezTo>
                  <a:cubicBezTo>
                    <a:pt x="111137" y="549587"/>
                    <a:pt x="110400" y="549833"/>
                    <a:pt x="109664" y="550079"/>
                  </a:cubicBezTo>
                  <a:cubicBezTo>
                    <a:pt x="109445" y="551453"/>
                    <a:pt x="109445" y="551453"/>
                    <a:pt x="109664" y="556032"/>
                  </a:cubicBezTo>
                  <a:cubicBezTo>
                    <a:pt x="111838" y="555307"/>
                    <a:pt x="113593" y="555191"/>
                    <a:pt x="115865" y="555172"/>
                  </a:cubicBezTo>
                  <a:cubicBezTo>
                    <a:pt x="116422" y="555171"/>
                    <a:pt x="116963" y="555171"/>
                    <a:pt x="117504" y="555170"/>
                  </a:cubicBezTo>
                  <a:cubicBezTo>
                    <a:pt x="119351" y="555158"/>
                    <a:pt x="121197" y="555147"/>
                    <a:pt x="123044" y="555141"/>
                  </a:cubicBezTo>
                  <a:cubicBezTo>
                    <a:pt x="124401" y="555137"/>
                    <a:pt x="125757" y="555131"/>
                    <a:pt x="127113" y="555124"/>
                  </a:cubicBezTo>
                  <a:cubicBezTo>
                    <a:pt x="130801" y="555104"/>
                    <a:pt x="134490" y="555086"/>
                    <a:pt x="138178" y="555071"/>
                  </a:cubicBezTo>
                  <a:cubicBezTo>
                    <a:pt x="142100" y="555056"/>
                    <a:pt x="146022" y="555037"/>
                    <a:pt x="149943" y="555017"/>
                  </a:cubicBezTo>
                  <a:cubicBezTo>
                    <a:pt x="157347" y="554980"/>
                    <a:pt x="164750" y="554945"/>
                    <a:pt x="172153" y="554913"/>
                  </a:cubicBezTo>
                  <a:cubicBezTo>
                    <a:pt x="180649" y="554877"/>
                    <a:pt x="189146" y="554837"/>
                    <a:pt x="197642" y="554796"/>
                  </a:cubicBezTo>
                  <a:cubicBezTo>
                    <a:pt x="215941" y="554707"/>
                    <a:pt x="234240" y="554623"/>
                    <a:pt x="252539" y="554543"/>
                  </a:cubicBezTo>
                  <a:cubicBezTo>
                    <a:pt x="252539" y="555049"/>
                    <a:pt x="252539" y="555541"/>
                    <a:pt x="252539" y="556032"/>
                  </a:cubicBezTo>
                  <a:cubicBezTo>
                    <a:pt x="253298" y="555779"/>
                    <a:pt x="254034" y="555533"/>
                    <a:pt x="254771" y="555288"/>
                  </a:cubicBezTo>
                  <a:cubicBezTo>
                    <a:pt x="254538" y="553427"/>
                    <a:pt x="254538" y="553427"/>
                    <a:pt x="254027" y="551567"/>
                  </a:cubicBezTo>
                  <a:cubicBezTo>
                    <a:pt x="253268" y="551567"/>
                    <a:pt x="252531" y="551567"/>
                    <a:pt x="251794" y="551567"/>
                  </a:cubicBezTo>
                  <a:cubicBezTo>
                    <a:pt x="251810" y="546742"/>
                    <a:pt x="251822" y="541916"/>
                    <a:pt x="251831" y="537091"/>
                  </a:cubicBezTo>
                  <a:cubicBezTo>
                    <a:pt x="251834" y="535126"/>
                    <a:pt x="251837" y="533161"/>
                    <a:pt x="251841" y="531196"/>
                  </a:cubicBezTo>
                  <a:cubicBezTo>
                    <a:pt x="251850" y="528292"/>
                    <a:pt x="251860" y="525388"/>
                    <a:pt x="251864" y="522484"/>
                  </a:cubicBezTo>
                  <a:cubicBezTo>
                    <a:pt x="251865" y="521097"/>
                    <a:pt x="251865" y="521097"/>
                    <a:pt x="251867" y="519737"/>
                  </a:cubicBezTo>
                  <a:cubicBezTo>
                    <a:pt x="251871" y="518823"/>
                    <a:pt x="251875" y="517935"/>
                    <a:pt x="251879" y="517048"/>
                  </a:cubicBezTo>
                  <a:cubicBezTo>
                    <a:pt x="251879" y="516204"/>
                    <a:pt x="251879" y="515384"/>
                    <a:pt x="251879" y="514565"/>
                  </a:cubicBezTo>
                  <a:cubicBezTo>
                    <a:pt x="251884" y="512423"/>
                    <a:pt x="252007" y="511064"/>
                    <a:pt x="251050" y="509151"/>
                  </a:cubicBezTo>
                  <a:cubicBezTo>
                    <a:pt x="250291" y="509151"/>
                    <a:pt x="249555" y="509151"/>
                    <a:pt x="248818" y="509151"/>
                  </a:cubicBezTo>
                  <a:cubicBezTo>
                    <a:pt x="248922" y="504602"/>
                    <a:pt x="249023" y="500054"/>
                    <a:pt x="249119" y="495505"/>
                  </a:cubicBezTo>
                  <a:cubicBezTo>
                    <a:pt x="249158" y="493651"/>
                    <a:pt x="249197" y="491797"/>
                    <a:pt x="249236" y="489943"/>
                  </a:cubicBezTo>
                  <a:cubicBezTo>
                    <a:pt x="249299" y="487206"/>
                    <a:pt x="249362" y="484468"/>
                    <a:pt x="249419" y="481731"/>
                  </a:cubicBezTo>
                  <a:cubicBezTo>
                    <a:pt x="249437" y="480850"/>
                    <a:pt x="249454" y="479994"/>
                    <a:pt x="249472" y="479138"/>
                  </a:cubicBezTo>
                  <a:cubicBezTo>
                    <a:pt x="249493" y="478278"/>
                    <a:pt x="249513" y="477443"/>
                    <a:pt x="249533" y="476608"/>
                  </a:cubicBezTo>
                  <a:cubicBezTo>
                    <a:pt x="249548" y="475810"/>
                    <a:pt x="249563" y="475036"/>
                    <a:pt x="249578" y="474261"/>
                  </a:cubicBezTo>
                  <a:cubicBezTo>
                    <a:pt x="249630" y="471902"/>
                    <a:pt x="249572" y="470485"/>
                    <a:pt x="248818" y="468223"/>
                  </a:cubicBezTo>
                  <a:cubicBezTo>
                    <a:pt x="248059" y="467970"/>
                    <a:pt x="247322" y="467725"/>
                    <a:pt x="246585" y="467479"/>
                  </a:cubicBezTo>
                  <a:cubicBezTo>
                    <a:pt x="246457" y="466671"/>
                    <a:pt x="246457" y="466671"/>
                    <a:pt x="246332" y="465879"/>
                  </a:cubicBezTo>
                  <a:cubicBezTo>
                    <a:pt x="246344" y="465152"/>
                    <a:pt x="246356" y="464447"/>
                    <a:pt x="246367" y="463741"/>
                  </a:cubicBezTo>
                  <a:cubicBezTo>
                    <a:pt x="246375" y="462920"/>
                    <a:pt x="246382" y="462123"/>
                    <a:pt x="246390" y="461325"/>
                  </a:cubicBezTo>
                  <a:cubicBezTo>
                    <a:pt x="246418" y="459997"/>
                    <a:pt x="246418" y="459997"/>
                    <a:pt x="246446" y="458695"/>
                  </a:cubicBezTo>
                  <a:cubicBezTo>
                    <a:pt x="246482" y="454956"/>
                    <a:pt x="246526" y="451218"/>
                    <a:pt x="246585" y="447480"/>
                  </a:cubicBezTo>
                  <a:cubicBezTo>
                    <a:pt x="246630" y="444642"/>
                    <a:pt x="246672" y="441804"/>
                    <a:pt x="246699" y="438965"/>
                  </a:cubicBezTo>
                  <a:cubicBezTo>
                    <a:pt x="246712" y="437608"/>
                    <a:pt x="246712" y="437608"/>
                    <a:pt x="246725" y="436277"/>
                  </a:cubicBezTo>
                  <a:cubicBezTo>
                    <a:pt x="246753" y="434954"/>
                    <a:pt x="246753" y="434954"/>
                    <a:pt x="246781" y="433656"/>
                  </a:cubicBezTo>
                  <a:cubicBezTo>
                    <a:pt x="246789" y="432830"/>
                    <a:pt x="246796" y="432028"/>
                    <a:pt x="246803" y="431226"/>
                  </a:cubicBezTo>
                  <a:cubicBezTo>
                    <a:pt x="246815" y="430498"/>
                    <a:pt x="246827" y="429791"/>
                    <a:pt x="246839" y="429084"/>
                  </a:cubicBezTo>
                  <a:cubicBezTo>
                    <a:pt x="246585" y="427295"/>
                    <a:pt x="246585" y="427295"/>
                    <a:pt x="245475" y="426183"/>
                  </a:cubicBezTo>
                  <a:cubicBezTo>
                    <a:pt x="244178" y="425108"/>
                    <a:pt x="244178" y="425108"/>
                    <a:pt x="244061" y="423251"/>
                  </a:cubicBezTo>
                  <a:cubicBezTo>
                    <a:pt x="244055" y="422511"/>
                    <a:pt x="244049" y="421794"/>
                    <a:pt x="244043" y="421076"/>
                  </a:cubicBezTo>
                  <a:cubicBezTo>
                    <a:pt x="244030" y="420237"/>
                    <a:pt x="244018" y="419423"/>
                    <a:pt x="244006" y="418608"/>
                  </a:cubicBezTo>
                  <a:cubicBezTo>
                    <a:pt x="244003" y="417702"/>
                    <a:pt x="244001" y="416823"/>
                    <a:pt x="243998" y="415944"/>
                  </a:cubicBezTo>
                  <a:cubicBezTo>
                    <a:pt x="243962" y="413126"/>
                    <a:pt x="243928" y="410308"/>
                    <a:pt x="243908" y="407490"/>
                  </a:cubicBezTo>
                  <a:cubicBezTo>
                    <a:pt x="243888" y="404562"/>
                    <a:pt x="243861" y="401634"/>
                    <a:pt x="243830" y="398706"/>
                  </a:cubicBezTo>
                  <a:cubicBezTo>
                    <a:pt x="243808" y="396855"/>
                    <a:pt x="243787" y="395005"/>
                    <a:pt x="243766" y="393155"/>
                  </a:cubicBezTo>
                  <a:cubicBezTo>
                    <a:pt x="243760" y="392248"/>
                    <a:pt x="243755" y="391367"/>
                    <a:pt x="243749" y="390487"/>
                  </a:cubicBezTo>
                  <a:cubicBezTo>
                    <a:pt x="243741" y="389650"/>
                    <a:pt x="243734" y="388838"/>
                    <a:pt x="243726" y="388026"/>
                  </a:cubicBezTo>
                  <a:cubicBezTo>
                    <a:pt x="243712" y="385900"/>
                    <a:pt x="243814" y="384546"/>
                    <a:pt x="242865" y="382647"/>
                  </a:cubicBezTo>
                  <a:cubicBezTo>
                    <a:pt x="242106" y="382647"/>
                    <a:pt x="241369" y="382647"/>
                    <a:pt x="240632" y="382647"/>
                  </a:cubicBezTo>
                  <a:cubicBezTo>
                    <a:pt x="240679" y="377810"/>
                    <a:pt x="240717" y="372972"/>
                    <a:pt x="240741" y="368135"/>
                  </a:cubicBezTo>
                  <a:cubicBezTo>
                    <a:pt x="240750" y="366166"/>
                    <a:pt x="240761" y="364198"/>
                    <a:pt x="240772" y="362230"/>
                  </a:cubicBezTo>
                  <a:cubicBezTo>
                    <a:pt x="240800" y="359318"/>
                    <a:pt x="240828" y="356406"/>
                    <a:pt x="240841" y="353494"/>
                  </a:cubicBezTo>
                  <a:cubicBezTo>
                    <a:pt x="240844" y="352560"/>
                    <a:pt x="240847" y="351652"/>
                    <a:pt x="240850" y="350745"/>
                  </a:cubicBezTo>
                  <a:cubicBezTo>
                    <a:pt x="240862" y="349826"/>
                    <a:pt x="240874" y="348935"/>
                    <a:pt x="240885" y="348044"/>
                  </a:cubicBezTo>
                  <a:cubicBezTo>
                    <a:pt x="240885" y="347199"/>
                    <a:pt x="240886" y="346380"/>
                    <a:pt x="240886" y="345561"/>
                  </a:cubicBezTo>
                  <a:cubicBezTo>
                    <a:pt x="240901" y="343362"/>
                    <a:pt x="240901" y="343362"/>
                    <a:pt x="240632" y="341719"/>
                  </a:cubicBezTo>
                  <a:cubicBezTo>
                    <a:pt x="239873" y="341466"/>
                    <a:pt x="239137" y="341221"/>
                    <a:pt x="238400" y="340975"/>
                  </a:cubicBezTo>
                  <a:cubicBezTo>
                    <a:pt x="238272" y="340165"/>
                    <a:pt x="238272" y="340165"/>
                    <a:pt x="238146" y="339370"/>
                  </a:cubicBezTo>
                  <a:cubicBezTo>
                    <a:pt x="238158" y="338641"/>
                    <a:pt x="238170" y="337933"/>
                    <a:pt x="238182" y="337225"/>
                  </a:cubicBezTo>
                  <a:cubicBezTo>
                    <a:pt x="238189" y="336402"/>
                    <a:pt x="238197" y="335602"/>
                    <a:pt x="238204" y="334802"/>
                  </a:cubicBezTo>
                  <a:cubicBezTo>
                    <a:pt x="238233" y="333470"/>
                    <a:pt x="238233" y="333470"/>
                    <a:pt x="238260" y="332165"/>
                  </a:cubicBezTo>
                  <a:cubicBezTo>
                    <a:pt x="238296" y="328419"/>
                    <a:pt x="238341" y="324675"/>
                    <a:pt x="238400" y="320930"/>
                  </a:cubicBezTo>
                  <a:cubicBezTo>
                    <a:pt x="238445" y="318084"/>
                    <a:pt x="238486" y="315238"/>
                    <a:pt x="238514" y="312392"/>
                  </a:cubicBezTo>
                  <a:cubicBezTo>
                    <a:pt x="238527" y="311033"/>
                    <a:pt x="238527" y="311033"/>
                    <a:pt x="238539" y="309701"/>
                  </a:cubicBezTo>
                  <a:cubicBezTo>
                    <a:pt x="238568" y="308371"/>
                    <a:pt x="238568" y="308371"/>
                    <a:pt x="238596" y="307068"/>
                  </a:cubicBezTo>
                  <a:cubicBezTo>
                    <a:pt x="238603" y="306241"/>
                    <a:pt x="238610" y="305439"/>
                    <a:pt x="238618" y="304637"/>
                  </a:cubicBezTo>
                  <a:cubicBezTo>
                    <a:pt x="238653" y="302491"/>
                    <a:pt x="238653" y="302491"/>
                    <a:pt x="238400" y="300791"/>
                  </a:cubicBezTo>
                  <a:cubicBezTo>
                    <a:pt x="237641" y="300285"/>
                    <a:pt x="236904" y="299794"/>
                    <a:pt x="236167" y="299303"/>
                  </a:cubicBezTo>
                  <a:cubicBezTo>
                    <a:pt x="236068" y="298727"/>
                    <a:pt x="235972" y="298168"/>
                    <a:pt x="235876" y="297609"/>
                  </a:cubicBezTo>
                  <a:cubicBezTo>
                    <a:pt x="235870" y="296881"/>
                    <a:pt x="235864" y="296175"/>
                    <a:pt x="235857" y="295469"/>
                  </a:cubicBezTo>
                  <a:cubicBezTo>
                    <a:pt x="235845" y="294645"/>
                    <a:pt x="235832" y="293846"/>
                    <a:pt x="235820" y="293046"/>
                  </a:cubicBezTo>
                  <a:cubicBezTo>
                    <a:pt x="235816" y="291720"/>
                    <a:pt x="235816" y="291720"/>
                    <a:pt x="235813" y="290420"/>
                  </a:cubicBezTo>
                  <a:cubicBezTo>
                    <a:pt x="235777" y="287648"/>
                    <a:pt x="235742" y="284876"/>
                    <a:pt x="235722" y="282104"/>
                  </a:cubicBezTo>
                  <a:cubicBezTo>
                    <a:pt x="235702" y="279223"/>
                    <a:pt x="235675" y="276343"/>
                    <a:pt x="235644" y="273462"/>
                  </a:cubicBezTo>
                  <a:cubicBezTo>
                    <a:pt x="235622" y="271642"/>
                    <a:pt x="235601" y="269822"/>
                    <a:pt x="235580" y="268003"/>
                  </a:cubicBezTo>
                  <a:cubicBezTo>
                    <a:pt x="235575" y="267110"/>
                    <a:pt x="235569" y="266243"/>
                    <a:pt x="235564" y="265377"/>
                  </a:cubicBezTo>
                  <a:cubicBezTo>
                    <a:pt x="235556" y="264553"/>
                    <a:pt x="235548" y="263753"/>
                    <a:pt x="235541" y="262954"/>
                  </a:cubicBezTo>
                  <a:cubicBezTo>
                    <a:pt x="235526" y="260844"/>
                    <a:pt x="235622" y="259516"/>
                    <a:pt x="234679" y="257631"/>
                  </a:cubicBezTo>
                  <a:cubicBezTo>
                    <a:pt x="233920" y="257631"/>
                    <a:pt x="233183" y="257631"/>
                    <a:pt x="232447" y="257631"/>
                  </a:cubicBezTo>
                  <a:cubicBezTo>
                    <a:pt x="232494" y="252618"/>
                    <a:pt x="232531" y="247604"/>
                    <a:pt x="232556" y="242590"/>
                  </a:cubicBezTo>
                  <a:cubicBezTo>
                    <a:pt x="232567" y="240036"/>
                    <a:pt x="232577" y="237483"/>
                    <a:pt x="232600" y="234929"/>
                  </a:cubicBezTo>
                  <a:cubicBezTo>
                    <a:pt x="232625" y="232425"/>
                    <a:pt x="232645" y="229921"/>
                    <a:pt x="232655" y="227416"/>
                  </a:cubicBezTo>
                  <a:cubicBezTo>
                    <a:pt x="232658" y="226447"/>
                    <a:pt x="232662" y="225507"/>
                    <a:pt x="232665" y="224567"/>
                  </a:cubicBezTo>
                  <a:cubicBezTo>
                    <a:pt x="232677" y="223615"/>
                    <a:pt x="232688" y="222691"/>
                    <a:pt x="232700" y="221767"/>
                  </a:cubicBezTo>
                  <a:cubicBezTo>
                    <a:pt x="232700" y="220892"/>
                    <a:pt x="232700" y="220043"/>
                    <a:pt x="232700" y="219193"/>
                  </a:cubicBezTo>
                  <a:cubicBezTo>
                    <a:pt x="232715" y="216915"/>
                    <a:pt x="232715" y="216915"/>
                    <a:pt x="232447" y="215215"/>
                  </a:cubicBezTo>
                  <a:cubicBezTo>
                    <a:pt x="231688" y="214962"/>
                    <a:pt x="230951" y="214717"/>
                    <a:pt x="230214" y="214471"/>
                  </a:cubicBezTo>
                  <a:cubicBezTo>
                    <a:pt x="230125" y="213935"/>
                    <a:pt x="230038" y="213415"/>
                    <a:pt x="229951" y="212894"/>
                  </a:cubicBezTo>
                  <a:cubicBezTo>
                    <a:pt x="229958" y="212179"/>
                    <a:pt x="229965" y="211484"/>
                    <a:pt x="229973" y="210790"/>
                  </a:cubicBezTo>
                  <a:cubicBezTo>
                    <a:pt x="229975" y="209981"/>
                    <a:pt x="229978" y="209197"/>
                    <a:pt x="229980" y="208412"/>
                  </a:cubicBezTo>
                  <a:cubicBezTo>
                    <a:pt x="229995" y="207532"/>
                    <a:pt x="230009" y="206678"/>
                    <a:pt x="230022" y="205823"/>
                  </a:cubicBezTo>
                  <a:cubicBezTo>
                    <a:pt x="230038" y="203098"/>
                    <a:pt x="230055" y="200372"/>
                    <a:pt x="230087" y="197646"/>
                  </a:cubicBezTo>
                  <a:cubicBezTo>
                    <a:pt x="230121" y="194813"/>
                    <a:pt x="230148" y="191979"/>
                    <a:pt x="230171" y="189146"/>
                  </a:cubicBezTo>
                  <a:cubicBezTo>
                    <a:pt x="230183" y="187357"/>
                    <a:pt x="230195" y="185567"/>
                    <a:pt x="230208" y="183778"/>
                  </a:cubicBezTo>
                  <a:cubicBezTo>
                    <a:pt x="230220" y="182900"/>
                    <a:pt x="230230" y="182047"/>
                    <a:pt x="230241" y="181194"/>
                  </a:cubicBezTo>
                  <a:cubicBezTo>
                    <a:pt x="230249" y="180383"/>
                    <a:pt x="230256" y="179596"/>
                    <a:pt x="230263" y="178809"/>
                  </a:cubicBezTo>
                  <a:cubicBezTo>
                    <a:pt x="230289" y="176700"/>
                    <a:pt x="230413" y="175428"/>
                    <a:pt x="229470" y="173543"/>
                  </a:cubicBezTo>
                  <a:cubicBezTo>
                    <a:pt x="228711" y="173543"/>
                    <a:pt x="227974" y="173543"/>
                    <a:pt x="227238" y="173543"/>
                  </a:cubicBezTo>
                  <a:cubicBezTo>
                    <a:pt x="227253" y="168718"/>
                    <a:pt x="227266" y="163893"/>
                    <a:pt x="227274" y="159068"/>
                  </a:cubicBezTo>
                  <a:cubicBezTo>
                    <a:pt x="227277" y="157103"/>
                    <a:pt x="227281" y="155138"/>
                    <a:pt x="227284" y="153173"/>
                  </a:cubicBezTo>
                  <a:cubicBezTo>
                    <a:pt x="227294" y="150269"/>
                    <a:pt x="227303" y="147365"/>
                    <a:pt x="227307" y="144460"/>
                  </a:cubicBezTo>
                  <a:cubicBezTo>
                    <a:pt x="227309" y="143074"/>
                    <a:pt x="227309" y="143074"/>
                    <a:pt x="227310" y="141714"/>
                  </a:cubicBezTo>
                  <a:cubicBezTo>
                    <a:pt x="227314" y="140800"/>
                    <a:pt x="227318" y="139912"/>
                    <a:pt x="227322" y="139024"/>
                  </a:cubicBezTo>
                  <a:cubicBezTo>
                    <a:pt x="227322" y="138180"/>
                    <a:pt x="227322" y="137361"/>
                    <a:pt x="227322" y="136542"/>
                  </a:cubicBezTo>
                  <a:cubicBezTo>
                    <a:pt x="227327" y="134400"/>
                    <a:pt x="227450" y="133041"/>
                    <a:pt x="226494" y="131127"/>
                  </a:cubicBezTo>
                  <a:cubicBezTo>
                    <a:pt x="225735" y="131127"/>
                    <a:pt x="224998" y="131127"/>
                    <a:pt x="224261" y="131127"/>
                  </a:cubicBezTo>
                  <a:cubicBezTo>
                    <a:pt x="224261" y="117718"/>
                    <a:pt x="224261" y="104703"/>
                    <a:pt x="224261" y="91688"/>
                  </a:cubicBezTo>
                  <a:close/>
                  <a:moveTo>
                    <a:pt x="109156" y="10"/>
                  </a:moveTo>
                  <a:cubicBezTo>
                    <a:pt x="111405" y="-10"/>
                    <a:pt x="113651" y="12"/>
                    <a:pt x="115900" y="34"/>
                  </a:cubicBezTo>
                  <a:cubicBezTo>
                    <a:pt x="117510" y="28"/>
                    <a:pt x="119119" y="20"/>
                    <a:pt x="120729" y="10"/>
                  </a:cubicBezTo>
                  <a:cubicBezTo>
                    <a:pt x="125105" y="-11"/>
                    <a:pt x="129480" y="6"/>
                    <a:pt x="133856" y="30"/>
                  </a:cubicBezTo>
                  <a:cubicBezTo>
                    <a:pt x="138429" y="51"/>
                    <a:pt x="143002" y="41"/>
                    <a:pt x="147576" y="36"/>
                  </a:cubicBezTo>
                  <a:cubicBezTo>
                    <a:pt x="155256" y="32"/>
                    <a:pt x="162936" y="52"/>
                    <a:pt x="170616" y="86"/>
                  </a:cubicBezTo>
                  <a:cubicBezTo>
                    <a:pt x="179504" y="126"/>
                    <a:pt x="188391" y="129"/>
                    <a:pt x="197279" y="111"/>
                  </a:cubicBezTo>
                  <a:cubicBezTo>
                    <a:pt x="205819" y="95"/>
                    <a:pt x="214359" y="104"/>
                    <a:pt x="222899" y="125"/>
                  </a:cubicBezTo>
                  <a:cubicBezTo>
                    <a:pt x="226539" y="134"/>
                    <a:pt x="230178" y="134"/>
                    <a:pt x="233817" y="127"/>
                  </a:cubicBezTo>
                  <a:cubicBezTo>
                    <a:pt x="238099" y="120"/>
                    <a:pt x="242381" y="135"/>
                    <a:pt x="246663" y="167"/>
                  </a:cubicBezTo>
                  <a:cubicBezTo>
                    <a:pt x="248238" y="175"/>
                    <a:pt x="249812" y="176"/>
                    <a:pt x="251387" y="168"/>
                  </a:cubicBezTo>
                  <a:cubicBezTo>
                    <a:pt x="253531" y="160"/>
                    <a:pt x="255673" y="178"/>
                    <a:pt x="257817" y="204"/>
                  </a:cubicBezTo>
                  <a:cubicBezTo>
                    <a:pt x="258445" y="195"/>
                    <a:pt x="259074" y="186"/>
                    <a:pt x="259721" y="177"/>
                  </a:cubicBezTo>
                  <a:cubicBezTo>
                    <a:pt x="261457" y="215"/>
                    <a:pt x="261457" y="215"/>
                    <a:pt x="264280" y="781"/>
                  </a:cubicBezTo>
                  <a:cubicBezTo>
                    <a:pt x="265708" y="2910"/>
                    <a:pt x="265708" y="2910"/>
                    <a:pt x="266513" y="5246"/>
                  </a:cubicBezTo>
                  <a:cubicBezTo>
                    <a:pt x="267794" y="7663"/>
                    <a:pt x="267794" y="7663"/>
                    <a:pt x="270233" y="8222"/>
                  </a:cubicBezTo>
                  <a:cubicBezTo>
                    <a:pt x="270482" y="9214"/>
                    <a:pt x="270730" y="10207"/>
                    <a:pt x="270978" y="11199"/>
                  </a:cubicBezTo>
                  <a:cubicBezTo>
                    <a:pt x="271714" y="11444"/>
                    <a:pt x="272451" y="11690"/>
                    <a:pt x="273210" y="11943"/>
                  </a:cubicBezTo>
                  <a:cubicBezTo>
                    <a:pt x="273456" y="12680"/>
                    <a:pt x="273701" y="13416"/>
                    <a:pt x="273954" y="14175"/>
                  </a:cubicBezTo>
                  <a:cubicBezTo>
                    <a:pt x="274691" y="14421"/>
                    <a:pt x="275428" y="14666"/>
                    <a:pt x="276187" y="14919"/>
                  </a:cubicBezTo>
                  <a:cubicBezTo>
                    <a:pt x="276432" y="15656"/>
                    <a:pt x="276678" y="16393"/>
                    <a:pt x="276931" y="17152"/>
                  </a:cubicBezTo>
                  <a:cubicBezTo>
                    <a:pt x="277667" y="17397"/>
                    <a:pt x="278404" y="17643"/>
                    <a:pt x="279163" y="17896"/>
                  </a:cubicBezTo>
                  <a:cubicBezTo>
                    <a:pt x="279409" y="18633"/>
                    <a:pt x="279654" y="19369"/>
                    <a:pt x="279907" y="20128"/>
                  </a:cubicBezTo>
                  <a:cubicBezTo>
                    <a:pt x="280521" y="20497"/>
                    <a:pt x="281135" y="20865"/>
                    <a:pt x="281768" y="21245"/>
                  </a:cubicBezTo>
                  <a:cubicBezTo>
                    <a:pt x="283628" y="22361"/>
                    <a:pt x="283628" y="22361"/>
                    <a:pt x="284372" y="24593"/>
                  </a:cubicBezTo>
                  <a:cubicBezTo>
                    <a:pt x="285109" y="25084"/>
                    <a:pt x="285846" y="25575"/>
                    <a:pt x="286605" y="26082"/>
                  </a:cubicBezTo>
                  <a:cubicBezTo>
                    <a:pt x="286605" y="26818"/>
                    <a:pt x="286605" y="27555"/>
                    <a:pt x="286605" y="28314"/>
                  </a:cubicBezTo>
                  <a:cubicBezTo>
                    <a:pt x="287595" y="28569"/>
                    <a:pt x="288587" y="28817"/>
                    <a:pt x="289581" y="29058"/>
                  </a:cubicBezTo>
                  <a:cubicBezTo>
                    <a:pt x="289827" y="29795"/>
                    <a:pt x="290072" y="30531"/>
                    <a:pt x="290325" y="31290"/>
                  </a:cubicBezTo>
                  <a:cubicBezTo>
                    <a:pt x="291062" y="31536"/>
                    <a:pt x="291799" y="31782"/>
                    <a:pt x="292558" y="32035"/>
                  </a:cubicBezTo>
                  <a:cubicBezTo>
                    <a:pt x="292558" y="33017"/>
                    <a:pt x="292558" y="33999"/>
                    <a:pt x="292558" y="35011"/>
                  </a:cubicBezTo>
                  <a:cubicBezTo>
                    <a:pt x="293792" y="35289"/>
                    <a:pt x="295033" y="35537"/>
                    <a:pt x="296278" y="35755"/>
                  </a:cubicBezTo>
                  <a:cubicBezTo>
                    <a:pt x="296278" y="36492"/>
                    <a:pt x="296278" y="37229"/>
                    <a:pt x="296278" y="37988"/>
                  </a:cubicBezTo>
                  <a:cubicBezTo>
                    <a:pt x="297367" y="38215"/>
                    <a:pt x="297367" y="38215"/>
                    <a:pt x="298478" y="38447"/>
                  </a:cubicBezTo>
                  <a:cubicBezTo>
                    <a:pt x="299226" y="38786"/>
                    <a:pt x="299973" y="39126"/>
                    <a:pt x="300743" y="39476"/>
                  </a:cubicBezTo>
                  <a:cubicBezTo>
                    <a:pt x="301450" y="41708"/>
                    <a:pt x="301312" y="43947"/>
                    <a:pt x="301264" y="46269"/>
                  </a:cubicBezTo>
                  <a:cubicBezTo>
                    <a:pt x="301268" y="46943"/>
                    <a:pt x="301273" y="47616"/>
                    <a:pt x="301278" y="48310"/>
                  </a:cubicBezTo>
                  <a:cubicBezTo>
                    <a:pt x="301291" y="50466"/>
                    <a:pt x="301275" y="52621"/>
                    <a:pt x="301255" y="54777"/>
                  </a:cubicBezTo>
                  <a:cubicBezTo>
                    <a:pt x="301246" y="56936"/>
                    <a:pt x="301244" y="59094"/>
                    <a:pt x="301255" y="61253"/>
                  </a:cubicBezTo>
                  <a:cubicBezTo>
                    <a:pt x="301261" y="62598"/>
                    <a:pt x="301254" y="63943"/>
                    <a:pt x="301236" y="65288"/>
                  </a:cubicBezTo>
                  <a:cubicBezTo>
                    <a:pt x="301210" y="67298"/>
                    <a:pt x="301210" y="67298"/>
                    <a:pt x="301487" y="69986"/>
                  </a:cubicBezTo>
                  <a:cubicBezTo>
                    <a:pt x="302224" y="70231"/>
                    <a:pt x="302961" y="70477"/>
                    <a:pt x="303720" y="70730"/>
                  </a:cubicBezTo>
                  <a:cubicBezTo>
                    <a:pt x="304006" y="72368"/>
                    <a:pt x="304006" y="72368"/>
                    <a:pt x="304018" y="74560"/>
                  </a:cubicBezTo>
                  <a:cubicBezTo>
                    <a:pt x="304028" y="75377"/>
                    <a:pt x="304038" y="76194"/>
                    <a:pt x="304048" y="77035"/>
                  </a:cubicBezTo>
                  <a:cubicBezTo>
                    <a:pt x="304048" y="78369"/>
                    <a:pt x="304048" y="78369"/>
                    <a:pt x="304048" y="79729"/>
                  </a:cubicBezTo>
                  <a:cubicBezTo>
                    <a:pt x="304063" y="81088"/>
                    <a:pt x="304063" y="81088"/>
                    <a:pt x="304078" y="82474"/>
                  </a:cubicBezTo>
                  <a:cubicBezTo>
                    <a:pt x="304109" y="85380"/>
                    <a:pt x="304125" y="88287"/>
                    <a:pt x="304138" y="91194"/>
                  </a:cubicBezTo>
                  <a:cubicBezTo>
                    <a:pt x="304156" y="94101"/>
                    <a:pt x="304177" y="97007"/>
                    <a:pt x="304207" y="99914"/>
                  </a:cubicBezTo>
                  <a:cubicBezTo>
                    <a:pt x="304225" y="101727"/>
                    <a:pt x="304236" y="103540"/>
                    <a:pt x="304239" y="105352"/>
                  </a:cubicBezTo>
                  <a:cubicBezTo>
                    <a:pt x="304250" y="106578"/>
                    <a:pt x="304250" y="106578"/>
                    <a:pt x="304262" y="107828"/>
                  </a:cubicBezTo>
                  <a:cubicBezTo>
                    <a:pt x="304265" y="108551"/>
                    <a:pt x="304268" y="109274"/>
                    <a:pt x="304272" y="110019"/>
                  </a:cubicBezTo>
                  <a:cubicBezTo>
                    <a:pt x="304335" y="110560"/>
                    <a:pt x="304399" y="111101"/>
                    <a:pt x="304464" y="111658"/>
                  </a:cubicBezTo>
                  <a:cubicBezTo>
                    <a:pt x="304955" y="111903"/>
                    <a:pt x="305446" y="112149"/>
                    <a:pt x="305952" y="112402"/>
                  </a:cubicBezTo>
                  <a:cubicBezTo>
                    <a:pt x="306149" y="113940"/>
                    <a:pt x="306149" y="113940"/>
                    <a:pt x="306166" y="115991"/>
                  </a:cubicBezTo>
                  <a:cubicBezTo>
                    <a:pt x="306176" y="116756"/>
                    <a:pt x="306186" y="117521"/>
                    <a:pt x="306196" y="118309"/>
                  </a:cubicBezTo>
                  <a:cubicBezTo>
                    <a:pt x="306202" y="119559"/>
                    <a:pt x="306202" y="119559"/>
                    <a:pt x="306208" y="120834"/>
                  </a:cubicBezTo>
                  <a:cubicBezTo>
                    <a:pt x="306219" y="121685"/>
                    <a:pt x="306230" y="122536"/>
                    <a:pt x="306241" y="123413"/>
                  </a:cubicBezTo>
                  <a:cubicBezTo>
                    <a:pt x="306276" y="126145"/>
                    <a:pt x="306301" y="128877"/>
                    <a:pt x="306324" y="131610"/>
                  </a:cubicBezTo>
                  <a:cubicBezTo>
                    <a:pt x="306355" y="135196"/>
                    <a:pt x="306395" y="138782"/>
                    <a:pt x="306441" y="142368"/>
                  </a:cubicBezTo>
                  <a:cubicBezTo>
                    <a:pt x="306446" y="143611"/>
                    <a:pt x="306446" y="143611"/>
                    <a:pt x="306452" y="144879"/>
                  </a:cubicBezTo>
                  <a:cubicBezTo>
                    <a:pt x="306462" y="145651"/>
                    <a:pt x="306472" y="146423"/>
                    <a:pt x="306483" y="147219"/>
                  </a:cubicBezTo>
                  <a:cubicBezTo>
                    <a:pt x="306491" y="148237"/>
                    <a:pt x="306491" y="148237"/>
                    <a:pt x="306499" y="149275"/>
                  </a:cubicBezTo>
                  <a:cubicBezTo>
                    <a:pt x="306708" y="151202"/>
                    <a:pt x="307163" y="152436"/>
                    <a:pt x="308185" y="154074"/>
                  </a:cubicBezTo>
                  <a:cubicBezTo>
                    <a:pt x="308430" y="154074"/>
                    <a:pt x="308676" y="154074"/>
                    <a:pt x="308929" y="154074"/>
                  </a:cubicBezTo>
                  <a:cubicBezTo>
                    <a:pt x="309174" y="168071"/>
                    <a:pt x="309420" y="182068"/>
                    <a:pt x="309673" y="196490"/>
                  </a:cubicBezTo>
                  <a:cubicBezTo>
                    <a:pt x="310410" y="196490"/>
                    <a:pt x="311146" y="196490"/>
                    <a:pt x="311905" y="196490"/>
                  </a:cubicBezTo>
                  <a:cubicBezTo>
                    <a:pt x="311914" y="197256"/>
                    <a:pt x="311914" y="197256"/>
                    <a:pt x="311924" y="198038"/>
                  </a:cubicBezTo>
                  <a:cubicBezTo>
                    <a:pt x="311987" y="203337"/>
                    <a:pt x="312061" y="208636"/>
                    <a:pt x="312142" y="213935"/>
                  </a:cubicBezTo>
                  <a:cubicBezTo>
                    <a:pt x="312170" y="215915"/>
                    <a:pt x="312196" y="217895"/>
                    <a:pt x="312219" y="219875"/>
                  </a:cubicBezTo>
                  <a:cubicBezTo>
                    <a:pt x="312253" y="222714"/>
                    <a:pt x="312296" y="225553"/>
                    <a:pt x="312341" y="228392"/>
                  </a:cubicBezTo>
                  <a:cubicBezTo>
                    <a:pt x="312350" y="229283"/>
                    <a:pt x="312359" y="230175"/>
                    <a:pt x="312367" y="231093"/>
                  </a:cubicBezTo>
                  <a:cubicBezTo>
                    <a:pt x="312390" y="232322"/>
                    <a:pt x="312390" y="232322"/>
                    <a:pt x="312412" y="233576"/>
                  </a:cubicBezTo>
                  <a:cubicBezTo>
                    <a:pt x="312422" y="234301"/>
                    <a:pt x="312432" y="235027"/>
                    <a:pt x="312442" y="235774"/>
                  </a:cubicBezTo>
                  <a:cubicBezTo>
                    <a:pt x="312511" y="236316"/>
                    <a:pt x="312579" y="236859"/>
                    <a:pt x="312649" y="237417"/>
                  </a:cubicBezTo>
                  <a:cubicBezTo>
                    <a:pt x="313141" y="237663"/>
                    <a:pt x="313632" y="237909"/>
                    <a:pt x="314138" y="238162"/>
                  </a:cubicBezTo>
                  <a:cubicBezTo>
                    <a:pt x="314375" y="239703"/>
                    <a:pt x="314375" y="239703"/>
                    <a:pt x="314446" y="241760"/>
                  </a:cubicBezTo>
                  <a:cubicBezTo>
                    <a:pt x="314489" y="242913"/>
                    <a:pt x="314489" y="242913"/>
                    <a:pt x="314533" y="244088"/>
                  </a:cubicBezTo>
                  <a:cubicBezTo>
                    <a:pt x="314556" y="244926"/>
                    <a:pt x="314579" y="245763"/>
                    <a:pt x="314603" y="246626"/>
                  </a:cubicBezTo>
                  <a:cubicBezTo>
                    <a:pt x="314633" y="247481"/>
                    <a:pt x="314663" y="248337"/>
                    <a:pt x="314693" y="249218"/>
                  </a:cubicBezTo>
                  <a:cubicBezTo>
                    <a:pt x="314839" y="253876"/>
                    <a:pt x="314893" y="258525"/>
                    <a:pt x="314847" y="263186"/>
                  </a:cubicBezTo>
                  <a:cubicBezTo>
                    <a:pt x="314839" y="264097"/>
                    <a:pt x="314830" y="265007"/>
                    <a:pt x="314822" y="265945"/>
                  </a:cubicBezTo>
                  <a:cubicBezTo>
                    <a:pt x="314800" y="267710"/>
                    <a:pt x="314768" y="269476"/>
                    <a:pt x="314724" y="271241"/>
                  </a:cubicBezTo>
                  <a:cubicBezTo>
                    <a:pt x="314713" y="272042"/>
                    <a:pt x="314702" y="272843"/>
                    <a:pt x="314690" y="273668"/>
                  </a:cubicBezTo>
                  <a:cubicBezTo>
                    <a:pt x="314674" y="274375"/>
                    <a:pt x="314657" y="275082"/>
                    <a:pt x="314640" y="275810"/>
                  </a:cubicBezTo>
                  <a:cubicBezTo>
                    <a:pt x="314689" y="277647"/>
                    <a:pt x="314689" y="277647"/>
                    <a:pt x="315995" y="278584"/>
                  </a:cubicBezTo>
                  <a:cubicBezTo>
                    <a:pt x="317547" y="280316"/>
                    <a:pt x="317400" y="281449"/>
                    <a:pt x="317412" y="283752"/>
                  </a:cubicBezTo>
                  <a:cubicBezTo>
                    <a:pt x="317422" y="284552"/>
                    <a:pt x="317432" y="285351"/>
                    <a:pt x="317443" y="286175"/>
                  </a:cubicBezTo>
                  <a:cubicBezTo>
                    <a:pt x="317443" y="287469"/>
                    <a:pt x="317443" y="287469"/>
                    <a:pt x="317443" y="288789"/>
                  </a:cubicBezTo>
                  <a:cubicBezTo>
                    <a:pt x="317458" y="290117"/>
                    <a:pt x="317458" y="290117"/>
                    <a:pt x="317473" y="291472"/>
                  </a:cubicBezTo>
                  <a:cubicBezTo>
                    <a:pt x="317503" y="294305"/>
                    <a:pt x="317519" y="297138"/>
                    <a:pt x="317533" y="299972"/>
                  </a:cubicBezTo>
                  <a:cubicBezTo>
                    <a:pt x="317551" y="302808"/>
                    <a:pt x="317571" y="305644"/>
                    <a:pt x="317601" y="308480"/>
                  </a:cubicBezTo>
                  <a:cubicBezTo>
                    <a:pt x="317619" y="310246"/>
                    <a:pt x="317630" y="312013"/>
                    <a:pt x="317634" y="313779"/>
                  </a:cubicBezTo>
                  <a:cubicBezTo>
                    <a:pt x="317645" y="314975"/>
                    <a:pt x="317645" y="314975"/>
                    <a:pt x="317657" y="316195"/>
                  </a:cubicBezTo>
                  <a:cubicBezTo>
                    <a:pt x="317660" y="316899"/>
                    <a:pt x="317663" y="317602"/>
                    <a:pt x="317666" y="318328"/>
                  </a:cubicBezTo>
                  <a:cubicBezTo>
                    <a:pt x="317698" y="320165"/>
                    <a:pt x="317698" y="320165"/>
                    <a:pt x="319347" y="321505"/>
                  </a:cubicBezTo>
                  <a:cubicBezTo>
                    <a:pt x="319592" y="321505"/>
                    <a:pt x="319838" y="321505"/>
                    <a:pt x="320091" y="321505"/>
                  </a:cubicBezTo>
                  <a:cubicBezTo>
                    <a:pt x="320097" y="322026"/>
                    <a:pt x="320103" y="322546"/>
                    <a:pt x="320109" y="323082"/>
                  </a:cubicBezTo>
                  <a:cubicBezTo>
                    <a:pt x="320167" y="327977"/>
                    <a:pt x="320232" y="332872"/>
                    <a:pt x="320305" y="337767"/>
                  </a:cubicBezTo>
                  <a:cubicBezTo>
                    <a:pt x="320342" y="340283"/>
                    <a:pt x="320377" y="342800"/>
                    <a:pt x="320405" y="345317"/>
                  </a:cubicBezTo>
                  <a:cubicBezTo>
                    <a:pt x="320437" y="348208"/>
                    <a:pt x="320482" y="351098"/>
                    <a:pt x="320527" y="353989"/>
                  </a:cubicBezTo>
                  <a:cubicBezTo>
                    <a:pt x="320540" y="355350"/>
                    <a:pt x="320540" y="355350"/>
                    <a:pt x="320553" y="356739"/>
                  </a:cubicBezTo>
                  <a:cubicBezTo>
                    <a:pt x="320568" y="357574"/>
                    <a:pt x="320583" y="358408"/>
                    <a:pt x="320598" y="359267"/>
                  </a:cubicBezTo>
                  <a:cubicBezTo>
                    <a:pt x="320613" y="360375"/>
                    <a:pt x="320613" y="360375"/>
                    <a:pt x="320628" y="361506"/>
                  </a:cubicBezTo>
                  <a:cubicBezTo>
                    <a:pt x="320696" y="362057"/>
                    <a:pt x="320765" y="362609"/>
                    <a:pt x="320835" y="363177"/>
                  </a:cubicBezTo>
                  <a:cubicBezTo>
                    <a:pt x="321326" y="363423"/>
                    <a:pt x="321817" y="363668"/>
                    <a:pt x="322323" y="363921"/>
                  </a:cubicBezTo>
                  <a:cubicBezTo>
                    <a:pt x="322571" y="366297"/>
                    <a:pt x="322712" y="368607"/>
                    <a:pt x="322788" y="370991"/>
                  </a:cubicBezTo>
                  <a:cubicBezTo>
                    <a:pt x="322817" y="371728"/>
                    <a:pt x="322845" y="372465"/>
                    <a:pt x="322874" y="373225"/>
                  </a:cubicBezTo>
                  <a:cubicBezTo>
                    <a:pt x="323234" y="384008"/>
                    <a:pt x="323132" y="394805"/>
                    <a:pt x="323067" y="405593"/>
                  </a:cubicBezTo>
                  <a:cubicBezTo>
                    <a:pt x="323804" y="405593"/>
                    <a:pt x="324541" y="405593"/>
                    <a:pt x="325300" y="405593"/>
                  </a:cubicBezTo>
                  <a:cubicBezTo>
                    <a:pt x="325545" y="419345"/>
                    <a:pt x="325791" y="433097"/>
                    <a:pt x="326044" y="447265"/>
                  </a:cubicBezTo>
                  <a:cubicBezTo>
                    <a:pt x="326781" y="447265"/>
                    <a:pt x="327517" y="447265"/>
                    <a:pt x="328276" y="447265"/>
                  </a:cubicBezTo>
                  <a:cubicBezTo>
                    <a:pt x="328282" y="447776"/>
                    <a:pt x="328288" y="448287"/>
                    <a:pt x="328295" y="448814"/>
                  </a:cubicBezTo>
                  <a:cubicBezTo>
                    <a:pt x="328359" y="454113"/>
                    <a:pt x="328433" y="459412"/>
                    <a:pt x="328513" y="464710"/>
                  </a:cubicBezTo>
                  <a:cubicBezTo>
                    <a:pt x="328541" y="466690"/>
                    <a:pt x="328567" y="468670"/>
                    <a:pt x="328590" y="470650"/>
                  </a:cubicBezTo>
                  <a:cubicBezTo>
                    <a:pt x="328624" y="473489"/>
                    <a:pt x="328667" y="476328"/>
                    <a:pt x="328712" y="479167"/>
                  </a:cubicBezTo>
                  <a:cubicBezTo>
                    <a:pt x="328725" y="480504"/>
                    <a:pt x="328725" y="480504"/>
                    <a:pt x="328739" y="481868"/>
                  </a:cubicBezTo>
                  <a:cubicBezTo>
                    <a:pt x="328753" y="482688"/>
                    <a:pt x="328768" y="483507"/>
                    <a:pt x="328783" y="484351"/>
                  </a:cubicBezTo>
                  <a:cubicBezTo>
                    <a:pt x="328798" y="485439"/>
                    <a:pt x="328798" y="485439"/>
                    <a:pt x="328813" y="486550"/>
                  </a:cubicBezTo>
                  <a:cubicBezTo>
                    <a:pt x="328882" y="487092"/>
                    <a:pt x="328950" y="487634"/>
                    <a:pt x="329021" y="488193"/>
                  </a:cubicBezTo>
                  <a:cubicBezTo>
                    <a:pt x="329512" y="488438"/>
                    <a:pt x="330003" y="488684"/>
                    <a:pt x="330509" y="488937"/>
                  </a:cubicBezTo>
                  <a:cubicBezTo>
                    <a:pt x="331551" y="494300"/>
                    <a:pt x="331355" y="499965"/>
                    <a:pt x="331326" y="505410"/>
                  </a:cubicBezTo>
                  <a:cubicBezTo>
                    <a:pt x="331324" y="506532"/>
                    <a:pt x="331324" y="506532"/>
                    <a:pt x="331322" y="507677"/>
                  </a:cubicBezTo>
                  <a:cubicBezTo>
                    <a:pt x="331318" y="510034"/>
                    <a:pt x="331309" y="512392"/>
                    <a:pt x="331300" y="514749"/>
                  </a:cubicBezTo>
                  <a:cubicBezTo>
                    <a:pt x="331296" y="516361"/>
                    <a:pt x="331292" y="517973"/>
                    <a:pt x="331289" y="519585"/>
                  </a:cubicBezTo>
                  <a:cubicBezTo>
                    <a:pt x="331281" y="523508"/>
                    <a:pt x="331269" y="527430"/>
                    <a:pt x="331253" y="531353"/>
                  </a:cubicBezTo>
                  <a:cubicBezTo>
                    <a:pt x="331990" y="531353"/>
                    <a:pt x="332726" y="531353"/>
                    <a:pt x="333485" y="531353"/>
                  </a:cubicBezTo>
                  <a:cubicBezTo>
                    <a:pt x="333492" y="532120"/>
                    <a:pt x="333492" y="532120"/>
                    <a:pt x="333499" y="532902"/>
                  </a:cubicBezTo>
                  <a:cubicBezTo>
                    <a:pt x="333546" y="538201"/>
                    <a:pt x="333609" y="543499"/>
                    <a:pt x="333681" y="548798"/>
                  </a:cubicBezTo>
                  <a:cubicBezTo>
                    <a:pt x="333706" y="550778"/>
                    <a:pt x="333726" y="552758"/>
                    <a:pt x="333743" y="554738"/>
                  </a:cubicBezTo>
                  <a:cubicBezTo>
                    <a:pt x="333768" y="557577"/>
                    <a:pt x="333807" y="560416"/>
                    <a:pt x="333849" y="563255"/>
                  </a:cubicBezTo>
                  <a:cubicBezTo>
                    <a:pt x="333856" y="564592"/>
                    <a:pt x="333856" y="564592"/>
                    <a:pt x="333863" y="565956"/>
                  </a:cubicBezTo>
                  <a:cubicBezTo>
                    <a:pt x="333885" y="567185"/>
                    <a:pt x="333885" y="567185"/>
                    <a:pt x="333908" y="568439"/>
                  </a:cubicBezTo>
                  <a:cubicBezTo>
                    <a:pt x="333916" y="569165"/>
                    <a:pt x="333924" y="569890"/>
                    <a:pt x="333933" y="570637"/>
                  </a:cubicBezTo>
                  <a:cubicBezTo>
                    <a:pt x="334031" y="571180"/>
                    <a:pt x="334129" y="571722"/>
                    <a:pt x="334230" y="572281"/>
                  </a:cubicBezTo>
                  <a:cubicBezTo>
                    <a:pt x="334966" y="572526"/>
                    <a:pt x="335703" y="572772"/>
                    <a:pt x="336462" y="573025"/>
                  </a:cubicBezTo>
                  <a:cubicBezTo>
                    <a:pt x="336744" y="574653"/>
                    <a:pt x="336744" y="574653"/>
                    <a:pt x="336748" y="576831"/>
                  </a:cubicBezTo>
                  <a:cubicBezTo>
                    <a:pt x="336756" y="577643"/>
                    <a:pt x="336763" y="578455"/>
                    <a:pt x="336771" y="579292"/>
                  </a:cubicBezTo>
                  <a:cubicBezTo>
                    <a:pt x="336769" y="580176"/>
                    <a:pt x="336767" y="581061"/>
                    <a:pt x="336764" y="581972"/>
                  </a:cubicBezTo>
                  <a:cubicBezTo>
                    <a:pt x="336772" y="582874"/>
                    <a:pt x="336780" y="583776"/>
                    <a:pt x="336789" y="584706"/>
                  </a:cubicBezTo>
                  <a:cubicBezTo>
                    <a:pt x="336814" y="587602"/>
                    <a:pt x="336826" y="590499"/>
                    <a:pt x="336834" y="593396"/>
                  </a:cubicBezTo>
                  <a:cubicBezTo>
                    <a:pt x="336845" y="597200"/>
                    <a:pt x="336870" y="601004"/>
                    <a:pt x="336904" y="604808"/>
                  </a:cubicBezTo>
                  <a:cubicBezTo>
                    <a:pt x="336900" y="606130"/>
                    <a:pt x="336900" y="606130"/>
                    <a:pt x="336897" y="607479"/>
                  </a:cubicBezTo>
                  <a:cubicBezTo>
                    <a:pt x="336908" y="608704"/>
                    <a:pt x="336908" y="608704"/>
                    <a:pt x="336920" y="609954"/>
                  </a:cubicBezTo>
                  <a:cubicBezTo>
                    <a:pt x="336921" y="610674"/>
                    <a:pt x="336923" y="611394"/>
                    <a:pt x="336924" y="612135"/>
                  </a:cubicBezTo>
                  <a:cubicBezTo>
                    <a:pt x="337261" y="614310"/>
                    <a:pt x="337924" y="614683"/>
                    <a:pt x="339439" y="616185"/>
                  </a:cubicBezTo>
                  <a:cubicBezTo>
                    <a:pt x="339725" y="617946"/>
                    <a:pt x="339725" y="617946"/>
                    <a:pt x="339737" y="620047"/>
                  </a:cubicBezTo>
                  <a:cubicBezTo>
                    <a:pt x="339747" y="620834"/>
                    <a:pt x="339757" y="621621"/>
                    <a:pt x="339767" y="622432"/>
                  </a:cubicBezTo>
                  <a:cubicBezTo>
                    <a:pt x="339767" y="623705"/>
                    <a:pt x="339767" y="623705"/>
                    <a:pt x="339767" y="625004"/>
                  </a:cubicBezTo>
                  <a:cubicBezTo>
                    <a:pt x="339782" y="626310"/>
                    <a:pt x="339782" y="626310"/>
                    <a:pt x="339797" y="627642"/>
                  </a:cubicBezTo>
                  <a:cubicBezTo>
                    <a:pt x="339827" y="630427"/>
                    <a:pt x="339843" y="633212"/>
                    <a:pt x="339857" y="635998"/>
                  </a:cubicBezTo>
                  <a:cubicBezTo>
                    <a:pt x="339875" y="638788"/>
                    <a:pt x="339896" y="641579"/>
                    <a:pt x="339925" y="644369"/>
                  </a:cubicBezTo>
                  <a:cubicBezTo>
                    <a:pt x="339944" y="646108"/>
                    <a:pt x="339955" y="647846"/>
                    <a:pt x="339958" y="649584"/>
                  </a:cubicBezTo>
                  <a:cubicBezTo>
                    <a:pt x="339969" y="650758"/>
                    <a:pt x="339969" y="650758"/>
                    <a:pt x="339981" y="651955"/>
                  </a:cubicBezTo>
                  <a:cubicBezTo>
                    <a:pt x="339984" y="652647"/>
                    <a:pt x="339987" y="653339"/>
                    <a:pt x="339990" y="654053"/>
                  </a:cubicBezTo>
                  <a:cubicBezTo>
                    <a:pt x="340054" y="654571"/>
                    <a:pt x="340117" y="655090"/>
                    <a:pt x="340183" y="655624"/>
                  </a:cubicBezTo>
                  <a:cubicBezTo>
                    <a:pt x="340674" y="655870"/>
                    <a:pt x="341165" y="656116"/>
                    <a:pt x="341671" y="656369"/>
                  </a:cubicBezTo>
                  <a:cubicBezTo>
                    <a:pt x="341878" y="658068"/>
                    <a:pt x="341878" y="658068"/>
                    <a:pt x="341908" y="660347"/>
                  </a:cubicBezTo>
                  <a:cubicBezTo>
                    <a:pt x="341930" y="661620"/>
                    <a:pt x="341930" y="661620"/>
                    <a:pt x="341953" y="662920"/>
                  </a:cubicBezTo>
                  <a:cubicBezTo>
                    <a:pt x="341966" y="664306"/>
                    <a:pt x="341966" y="664306"/>
                    <a:pt x="341979" y="665720"/>
                  </a:cubicBezTo>
                  <a:cubicBezTo>
                    <a:pt x="342001" y="667130"/>
                    <a:pt x="342001" y="667130"/>
                    <a:pt x="342023" y="668569"/>
                  </a:cubicBezTo>
                  <a:cubicBezTo>
                    <a:pt x="342060" y="671074"/>
                    <a:pt x="342090" y="673578"/>
                    <a:pt x="342118" y="676082"/>
                  </a:cubicBezTo>
                  <a:cubicBezTo>
                    <a:pt x="342148" y="678636"/>
                    <a:pt x="342186" y="681190"/>
                    <a:pt x="342223" y="683743"/>
                  </a:cubicBezTo>
                  <a:cubicBezTo>
                    <a:pt x="342295" y="688757"/>
                    <a:pt x="342358" y="693771"/>
                    <a:pt x="342415" y="698785"/>
                  </a:cubicBezTo>
                  <a:cubicBezTo>
                    <a:pt x="343152" y="698785"/>
                    <a:pt x="343889" y="698785"/>
                    <a:pt x="344648" y="698785"/>
                  </a:cubicBezTo>
                  <a:cubicBezTo>
                    <a:pt x="344654" y="699549"/>
                    <a:pt x="344654" y="699549"/>
                    <a:pt x="344661" y="700328"/>
                  </a:cubicBezTo>
                  <a:cubicBezTo>
                    <a:pt x="344708" y="705615"/>
                    <a:pt x="344771" y="710902"/>
                    <a:pt x="344843" y="716189"/>
                  </a:cubicBezTo>
                  <a:cubicBezTo>
                    <a:pt x="344868" y="718164"/>
                    <a:pt x="344888" y="720139"/>
                    <a:pt x="344905" y="722114"/>
                  </a:cubicBezTo>
                  <a:cubicBezTo>
                    <a:pt x="344930" y="724947"/>
                    <a:pt x="344969" y="727781"/>
                    <a:pt x="345011" y="730614"/>
                  </a:cubicBezTo>
                  <a:cubicBezTo>
                    <a:pt x="345018" y="731945"/>
                    <a:pt x="345018" y="731945"/>
                    <a:pt x="345025" y="733304"/>
                  </a:cubicBezTo>
                  <a:cubicBezTo>
                    <a:pt x="345040" y="734123"/>
                    <a:pt x="345055" y="734942"/>
                    <a:pt x="345070" y="735786"/>
                  </a:cubicBezTo>
                  <a:cubicBezTo>
                    <a:pt x="345078" y="736510"/>
                    <a:pt x="345086" y="737234"/>
                    <a:pt x="345095" y="737980"/>
                  </a:cubicBezTo>
                  <a:cubicBezTo>
                    <a:pt x="345193" y="738551"/>
                    <a:pt x="345291" y="739123"/>
                    <a:pt x="345392" y="739712"/>
                  </a:cubicBezTo>
                  <a:cubicBezTo>
                    <a:pt x="346128" y="740203"/>
                    <a:pt x="346865" y="740695"/>
                    <a:pt x="347624" y="741201"/>
                  </a:cubicBezTo>
                  <a:cubicBezTo>
                    <a:pt x="347888" y="742805"/>
                    <a:pt x="347888" y="742805"/>
                    <a:pt x="347866" y="744818"/>
                  </a:cubicBezTo>
                  <a:cubicBezTo>
                    <a:pt x="347863" y="745570"/>
                    <a:pt x="347861" y="746323"/>
                    <a:pt x="347858" y="747098"/>
                  </a:cubicBezTo>
                  <a:cubicBezTo>
                    <a:pt x="347844" y="747914"/>
                    <a:pt x="347830" y="748729"/>
                    <a:pt x="347816" y="749569"/>
                  </a:cubicBezTo>
                  <a:cubicBezTo>
                    <a:pt x="347811" y="750404"/>
                    <a:pt x="347806" y="751239"/>
                    <a:pt x="347801" y="752099"/>
                  </a:cubicBezTo>
                  <a:cubicBezTo>
                    <a:pt x="347784" y="754776"/>
                    <a:pt x="347751" y="757453"/>
                    <a:pt x="347717" y="760130"/>
                  </a:cubicBezTo>
                  <a:cubicBezTo>
                    <a:pt x="347691" y="762804"/>
                    <a:pt x="347668" y="765478"/>
                    <a:pt x="347649" y="768152"/>
                  </a:cubicBezTo>
                  <a:cubicBezTo>
                    <a:pt x="347636" y="769818"/>
                    <a:pt x="347619" y="771484"/>
                    <a:pt x="347597" y="773151"/>
                  </a:cubicBezTo>
                  <a:cubicBezTo>
                    <a:pt x="347590" y="773906"/>
                    <a:pt x="347583" y="774660"/>
                    <a:pt x="347575" y="775438"/>
                  </a:cubicBezTo>
                  <a:cubicBezTo>
                    <a:pt x="347567" y="776103"/>
                    <a:pt x="347558" y="776768"/>
                    <a:pt x="347550" y="777453"/>
                  </a:cubicBezTo>
                  <a:cubicBezTo>
                    <a:pt x="347552" y="779275"/>
                    <a:pt x="347552" y="779275"/>
                    <a:pt x="348368" y="781384"/>
                  </a:cubicBezTo>
                  <a:cubicBezTo>
                    <a:pt x="348859" y="781630"/>
                    <a:pt x="349351" y="781875"/>
                    <a:pt x="349857" y="782128"/>
                  </a:cubicBezTo>
                  <a:cubicBezTo>
                    <a:pt x="350054" y="783733"/>
                    <a:pt x="350054" y="783733"/>
                    <a:pt x="350070" y="785878"/>
                  </a:cubicBezTo>
                  <a:cubicBezTo>
                    <a:pt x="350080" y="786678"/>
                    <a:pt x="350090" y="787477"/>
                    <a:pt x="350100" y="788301"/>
                  </a:cubicBezTo>
                  <a:cubicBezTo>
                    <a:pt x="350104" y="789172"/>
                    <a:pt x="350108" y="790042"/>
                    <a:pt x="350112" y="790939"/>
                  </a:cubicBezTo>
                  <a:cubicBezTo>
                    <a:pt x="350123" y="791826"/>
                    <a:pt x="350134" y="792713"/>
                    <a:pt x="350145" y="793628"/>
                  </a:cubicBezTo>
                  <a:cubicBezTo>
                    <a:pt x="350180" y="796476"/>
                    <a:pt x="350205" y="799325"/>
                    <a:pt x="350229" y="802174"/>
                  </a:cubicBezTo>
                  <a:cubicBezTo>
                    <a:pt x="350259" y="805917"/>
                    <a:pt x="350299" y="809660"/>
                    <a:pt x="350345" y="813403"/>
                  </a:cubicBezTo>
                  <a:cubicBezTo>
                    <a:pt x="350351" y="814706"/>
                    <a:pt x="350351" y="814706"/>
                    <a:pt x="350357" y="816036"/>
                  </a:cubicBezTo>
                  <a:cubicBezTo>
                    <a:pt x="350367" y="816838"/>
                    <a:pt x="350377" y="817640"/>
                    <a:pt x="350387" y="818466"/>
                  </a:cubicBezTo>
                  <a:cubicBezTo>
                    <a:pt x="350392" y="819174"/>
                    <a:pt x="350398" y="819883"/>
                    <a:pt x="350403" y="820612"/>
                  </a:cubicBezTo>
                  <a:cubicBezTo>
                    <a:pt x="350439" y="822459"/>
                    <a:pt x="350439" y="822459"/>
                    <a:pt x="352089" y="823800"/>
                  </a:cubicBezTo>
                  <a:cubicBezTo>
                    <a:pt x="352334" y="823800"/>
                    <a:pt x="352580" y="823800"/>
                    <a:pt x="352833" y="823800"/>
                  </a:cubicBezTo>
                  <a:cubicBezTo>
                    <a:pt x="352837" y="824319"/>
                    <a:pt x="352842" y="824838"/>
                    <a:pt x="352846" y="825372"/>
                  </a:cubicBezTo>
                  <a:cubicBezTo>
                    <a:pt x="352889" y="830256"/>
                    <a:pt x="352943" y="835139"/>
                    <a:pt x="353008" y="840023"/>
                  </a:cubicBezTo>
                  <a:cubicBezTo>
                    <a:pt x="353042" y="842534"/>
                    <a:pt x="353071" y="845045"/>
                    <a:pt x="353091" y="847556"/>
                  </a:cubicBezTo>
                  <a:cubicBezTo>
                    <a:pt x="353116" y="850441"/>
                    <a:pt x="353155" y="853326"/>
                    <a:pt x="353196" y="856211"/>
                  </a:cubicBezTo>
                  <a:cubicBezTo>
                    <a:pt x="353201" y="857115"/>
                    <a:pt x="353206" y="858019"/>
                    <a:pt x="353211" y="858950"/>
                  </a:cubicBezTo>
                  <a:cubicBezTo>
                    <a:pt x="353226" y="859784"/>
                    <a:pt x="353240" y="860618"/>
                    <a:pt x="353255" y="861478"/>
                  </a:cubicBezTo>
                  <a:cubicBezTo>
                    <a:pt x="353264" y="862215"/>
                    <a:pt x="353272" y="862952"/>
                    <a:pt x="353281" y="863711"/>
                  </a:cubicBezTo>
                  <a:cubicBezTo>
                    <a:pt x="353427" y="864583"/>
                    <a:pt x="353427" y="864583"/>
                    <a:pt x="353577" y="865472"/>
                  </a:cubicBezTo>
                  <a:cubicBezTo>
                    <a:pt x="354314" y="865963"/>
                    <a:pt x="355051" y="866454"/>
                    <a:pt x="355810" y="866960"/>
                  </a:cubicBezTo>
                  <a:cubicBezTo>
                    <a:pt x="356078" y="868693"/>
                    <a:pt x="356078" y="868693"/>
                    <a:pt x="356063" y="870886"/>
                  </a:cubicBezTo>
                  <a:cubicBezTo>
                    <a:pt x="356063" y="871706"/>
                    <a:pt x="356063" y="872525"/>
                    <a:pt x="356063" y="873369"/>
                  </a:cubicBezTo>
                  <a:cubicBezTo>
                    <a:pt x="356051" y="874257"/>
                    <a:pt x="356040" y="875144"/>
                    <a:pt x="356028" y="876059"/>
                  </a:cubicBezTo>
                  <a:cubicBezTo>
                    <a:pt x="356024" y="876965"/>
                    <a:pt x="356021" y="877871"/>
                    <a:pt x="356018" y="878805"/>
                  </a:cubicBezTo>
                  <a:cubicBezTo>
                    <a:pt x="356006" y="881709"/>
                    <a:pt x="355978" y="884613"/>
                    <a:pt x="355949" y="887517"/>
                  </a:cubicBezTo>
                  <a:cubicBezTo>
                    <a:pt x="355938" y="889482"/>
                    <a:pt x="355928" y="891447"/>
                    <a:pt x="355919" y="893412"/>
                  </a:cubicBezTo>
                  <a:cubicBezTo>
                    <a:pt x="355894" y="898238"/>
                    <a:pt x="355857" y="903063"/>
                    <a:pt x="355810" y="907888"/>
                  </a:cubicBezTo>
                  <a:cubicBezTo>
                    <a:pt x="356546" y="907888"/>
                    <a:pt x="357283" y="907888"/>
                    <a:pt x="358042" y="907888"/>
                  </a:cubicBezTo>
                  <a:cubicBezTo>
                    <a:pt x="358288" y="921640"/>
                    <a:pt x="358533" y="935391"/>
                    <a:pt x="358786" y="949560"/>
                  </a:cubicBezTo>
                  <a:cubicBezTo>
                    <a:pt x="359523" y="949314"/>
                    <a:pt x="360260" y="949069"/>
                    <a:pt x="361019" y="948816"/>
                  </a:cubicBezTo>
                  <a:cubicBezTo>
                    <a:pt x="361023" y="949335"/>
                    <a:pt x="361027" y="949853"/>
                    <a:pt x="361032" y="950388"/>
                  </a:cubicBezTo>
                  <a:cubicBezTo>
                    <a:pt x="361075" y="955272"/>
                    <a:pt x="361129" y="960155"/>
                    <a:pt x="361194" y="965039"/>
                  </a:cubicBezTo>
                  <a:cubicBezTo>
                    <a:pt x="361227" y="967550"/>
                    <a:pt x="361257" y="970060"/>
                    <a:pt x="361276" y="972571"/>
                  </a:cubicBezTo>
                  <a:cubicBezTo>
                    <a:pt x="361301" y="975457"/>
                    <a:pt x="361340" y="978341"/>
                    <a:pt x="361382" y="981227"/>
                  </a:cubicBezTo>
                  <a:cubicBezTo>
                    <a:pt x="361387" y="982130"/>
                    <a:pt x="361391" y="983034"/>
                    <a:pt x="361396" y="983965"/>
                  </a:cubicBezTo>
                  <a:cubicBezTo>
                    <a:pt x="361411" y="984800"/>
                    <a:pt x="361426" y="985634"/>
                    <a:pt x="361441" y="986493"/>
                  </a:cubicBezTo>
                  <a:cubicBezTo>
                    <a:pt x="361449" y="987230"/>
                    <a:pt x="361458" y="987967"/>
                    <a:pt x="361466" y="988727"/>
                  </a:cubicBezTo>
                  <a:cubicBezTo>
                    <a:pt x="361613" y="989598"/>
                    <a:pt x="361613" y="989598"/>
                    <a:pt x="361763" y="990488"/>
                  </a:cubicBezTo>
                  <a:cubicBezTo>
                    <a:pt x="362499" y="990979"/>
                    <a:pt x="363236" y="991470"/>
                    <a:pt x="363995" y="991976"/>
                  </a:cubicBezTo>
                  <a:cubicBezTo>
                    <a:pt x="364260" y="993636"/>
                    <a:pt x="364260" y="993636"/>
                    <a:pt x="364239" y="995676"/>
                  </a:cubicBezTo>
                  <a:cubicBezTo>
                    <a:pt x="364236" y="996407"/>
                    <a:pt x="364232" y="997137"/>
                    <a:pt x="364228" y="997890"/>
                  </a:cubicBezTo>
                  <a:cubicBezTo>
                    <a:pt x="364212" y="998655"/>
                    <a:pt x="364197" y="999420"/>
                    <a:pt x="364181" y="1000208"/>
                  </a:cubicBezTo>
                  <a:cubicBezTo>
                    <a:pt x="364177" y="1000976"/>
                    <a:pt x="364174" y="1001744"/>
                    <a:pt x="364170" y="1002535"/>
                  </a:cubicBezTo>
                  <a:cubicBezTo>
                    <a:pt x="364110" y="1008233"/>
                    <a:pt x="364110" y="1008233"/>
                    <a:pt x="363251" y="1009091"/>
                  </a:cubicBezTo>
                  <a:cubicBezTo>
                    <a:pt x="361330" y="1009271"/>
                    <a:pt x="359410" y="1009377"/>
                    <a:pt x="357484" y="1009481"/>
                  </a:cubicBezTo>
                  <a:cubicBezTo>
                    <a:pt x="356931" y="1009598"/>
                    <a:pt x="356379" y="1009715"/>
                    <a:pt x="355810" y="1009835"/>
                  </a:cubicBezTo>
                  <a:cubicBezTo>
                    <a:pt x="355564" y="1010572"/>
                    <a:pt x="355319" y="1011309"/>
                    <a:pt x="355065" y="1012068"/>
                  </a:cubicBezTo>
                  <a:cubicBezTo>
                    <a:pt x="353479" y="1012364"/>
                    <a:pt x="353479" y="1012364"/>
                    <a:pt x="351361" y="1012389"/>
                  </a:cubicBezTo>
                  <a:cubicBezTo>
                    <a:pt x="350571" y="1012404"/>
                    <a:pt x="349782" y="1012419"/>
                    <a:pt x="348968" y="1012434"/>
                  </a:cubicBezTo>
                  <a:cubicBezTo>
                    <a:pt x="348109" y="1012439"/>
                    <a:pt x="347250" y="1012444"/>
                    <a:pt x="346365" y="1012448"/>
                  </a:cubicBezTo>
                  <a:cubicBezTo>
                    <a:pt x="345491" y="1012462"/>
                    <a:pt x="344617" y="1012475"/>
                    <a:pt x="343716" y="1012489"/>
                  </a:cubicBezTo>
                  <a:cubicBezTo>
                    <a:pt x="340910" y="1012529"/>
                    <a:pt x="338105" y="1012554"/>
                    <a:pt x="335299" y="1012579"/>
                  </a:cubicBezTo>
                  <a:cubicBezTo>
                    <a:pt x="333403" y="1012604"/>
                    <a:pt x="331506" y="1012630"/>
                    <a:pt x="329609" y="1012656"/>
                  </a:cubicBezTo>
                  <a:cubicBezTo>
                    <a:pt x="324948" y="1012720"/>
                    <a:pt x="320287" y="1012771"/>
                    <a:pt x="315626" y="1012812"/>
                  </a:cubicBezTo>
                  <a:cubicBezTo>
                    <a:pt x="315626" y="1013794"/>
                    <a:pt x="315626" y="1014776"/>
                    <a:pt x="315626" y="1015788"/>
                  </a:cubicBezTo>
                  <a:cubicBezTo>
                    <a:pt x="305312" y="1015788"/>
                    <a:pt x="294998" y="1015788"/>
                    <a:pt x="284372" y="1015788"/>
                  </a:cubicBezTo>
                  <a:cubicBezTo>
                    <a:pt x="284127" y="1014315"/>
                    <a:pt x="283881" y="1012842"/>
                    <a:pt x="283628" y="1011324"/>
                  </a:cubicBezTo>
                  <a:cubicBezTo>
                    <a:pt x="283137" y="1011078"/>
                    <a:pt x="282646" y="1010832"/>
                    <a:pt x="282140" y="1010579"/>
                  </a:cubicBezTo>
                  <a:cubicBezTo>
                    <a:pt x="280393" y="1002189"/>
                    <a:pt x="281364" y="992813"/>
                    <a:pt x="281467" y="984279"/>
                  </a:cubicBezTo>
                  <a:cubicBezTo>
                    <a:pt x="281489" y="982286"/>
                    <a:pt x="281503" y="980293"/>
                    <a:pt x="281515" y="978299"/>
                  </a:cubicBezTo>
                  <a:cubicBezTo>
                    <a:pt x="281525" y="977688"/>
                    <a:pt x="281535" y="977076"/>
                    <a:pt x="281545" y="976446"/>
                  </a:cubicBezTo>
                  <a:cubicBezTo>
                    <a:pt x="281558" y="973536"/>
                    <a:pt x="281560" y="972130"/>
                    <a:pt x="279907" y="969652"/>
                  </a:cubicBezTo>
                  <a:cubicBezTo>
                    <a:pt x="279662" y="969652"/>
                    <a:pt x="279416" y="969652"/>
                    <a:pt x="279163" y="969652"/>
                  </a:cubicBezTo>
                  <a:cubicBezTo>
                    <a:pt x="279157" y="968899"/>
                    <a:pt x="279157" y="968899"/>
                    <a:pt x="279150" y="968131"/>
                  </a:cubicBezTo>
                  <a:cubicBezTo>
                    <a:pt x="279103" y="962929"/>
                    <a:pt x="279040" y="957727"/>
                    <a:pt x="278968" y="952524"/>
                  </a:cubicBezTo>
                  <a:cubicBezTo>
                    <a:pt x="278943" y="950580"/>
                    <a:pt x="278922" y="948637"/>
                    <a:pt x="278905" y="946693"/>
                  </a:cubicBezTo>
                  <a:cubicBezTo>
                    <a:pt x="278881" y="943905"/>
                    <a:pt x="278842" y="941118"/>
                    <a:pt x="278800" y="938331"/>
                  </a:cubicBezTo>
                  <a:cubicBezTo>
                    <a:pt x="278793" y="937018"/>
                    <a:pt x="278793" y="937018"/>
                    <a:pt x="278785" y="935679"/>
                  </a:cubicBezTo>
                  <a:cubicBezTo>
                    <a:pt x="278763" y="934472"/>
                    <a:pt x="278763" y="934472"/>
                    <a:pt x="278741" y="933241"/>
                  </a:cubicBezTo>
                  <a:cubicBezTo>
                    <a:pt x="278732" y="932529"/>
                    <a:pt x="278724" y="931817"/>
                    <a:pt x="278716" y="931083"/>
                  </a:cubicBezTo>
                  <a:cubicBezTo>
                    <a:pt x="278618" y="930550"/>
                    <a:pt x="278520" y="930017"/>
                    <a:pt x="278419" y="929468"/>
                  </a:cubicBezTo>
                  <a:cubicBezTo>
                    <a:pt x="277682" y="929223"/>
                    <a:pt x="276946" y="928977"/>
                    <a:pt x="276187" y="928724"/>
                  </a:cubicBezTo>
                  <a:cubicBezTo>
                    <a:pt x="275905" y="927119"/>
                    <a:pt x="275905" y="927119"/>
                    <a:pt x="275900" y="924974"/>
                  </a:cubicBezTo>
                  <a:cubicBezTo>
                    <a:pt x="275893" y="924175"/>
                    <a:pt x="275885" y="923375"/>
                    <a:pt x="275877" y="922551"/>
                  </a:cubicBezTo>
                  <a:cubicBezTo>
                    <a:pt x="275880" y="921681"/>
                    <a:pt x="275882" y="920810"/>
                    <a:pt x="275884" y="919913"/>
                  </a:cubicBezTo>
                  <a:cubicBezTo>
                    <a:pt x="275876" y="919026"/>
                    <a:pt x="275868" y="918139"/>
                    <a:pt x="275860" y="917225"/>
                  </a:cubicBezTo>
                  <a:cubicBezTo>
                    <a:pt x="275834" y="914376"/>
                    <a:pt x="275823" y="911527"/>
                    <a:pt x="275815" y="908679"/>
                  </a:cubicBezTo>
                  <a:cubicBezTo>
                    <a:pt x="275804" y="904935"/>
                    <a:pt x="275779" y="901193"/>
                    <a:pt x="275745" y="897450"/>
                  </a:cubicBezTo>
                  <a:cubicBezTo>
                    <a:pt x="275747" y="896581"/>
                    <a:pt x="275749" y="895712"/>
                    <a:pt x="275752" y="894817"/>
                  </a:cubicBezTo>
                  <a:cubicBezTo>
                    <a:pt x="275744" y="894015"/>
                    <a:pt x="275737" y="893213"/>
                    <a:pt x="275729" y="892386"/>
                  </a:cubicBezTo>
                  <a:cubicBezTo>
                    <a:pt x="275727" y="891678"/>
                    <a:pt x="275726" y="890970"/>
                    <a:pt x="275724" y="890240"/>
                  </a:cubicBezTo>
                  <a:cubicBezTo>
                    <a:pt x="275631" y="889679"/>
                    <a:pt x="275538" y="889118"/>
                    <a:pt x="275442" y="888540"/>
                  </a:cubicBezTo>
                  <a:cubicBezTo>
                    <a:pt x="274706" y="888049"/>
                    <a:pt x="273969" y="887558"/>
                    <a:pt x="273210" y="887052"/>
                  </a:cubicBezTo>
                  <a:cubicBezTo>
                    <a:pt x="272942" y="885348"/>
                    <a:pt x="272942" y="885348"/>
                    <a:pt x="272957" y="883194"/>
                  </a:cubicBezTo>
                  <a:cubicBezTo>
                    <a:pt x="272957" y="882390"/>
                    <a:pt x="272957" y="881586"/>
                    <a:pt x="272957" y="880757"/>
                  </a:cubicBezTo>
                  <a:cubicBezTo>
                    <a:pt x="272969" y="879886"/>
                    <a:pt x="272980" y="879014"/>
                    <a:pt x="272992" y="878117"/>
                  </a:cubicBezTo>
                  <a:cubicBezTo>
                    <a:pt x="272995" y="877227"/>
                    <a:pt x="272998" y="876337"/>
                    <a:pt x="273002" y="875420"/>
                  </a:cubicBezTo>
                  <a:cubicBezTo>
                    <a:pt x="273014" y="872569"/>
                    <a:pt x="273042" y="869718"/>
                    <a:pt x="273070" y="866867"/>
                  </a:cubicBezTo>
                  <a:cubicBezTo>
                    <a:pt x="273082" y="864938"/>
                    <a:pt x="273092" y="863009"/>
                    <a:pt x="273101" y="861080"/>
                  </a:cubicBezTo>
                  <a:cubicBezTo>
                    <a:pt x="273126" y="856343"/>
                    <a:pt x="273163" y="851606"/>
                    <a:pt x="273210" y="846869"/>
                  </a:cubicBezTo>
                  <a:cubicBezTo>
                    <a:pt x="272473" y="846869"/>
                    <a:pt x="271737" y="846869"/>
                    <a:pt x="270978" y="846869"/>
                  </a:cubicBezTo>
                  <a:cubicBezTo>
                    <a:pt x="270972" y="846387"/>
                    <a:pt x="270966" y="845906"/>
                    <a:pt x="270959" y="845409"/>
                  </a:cubicBezTo>
                  <a:cubicBezTo>
                    <a:pt x="270895" y="840412"/>
                    <a:pt x="270821" y="835415"/>
                    <a:pt x="270741" y="830418"/>
                  </a:cubicBezTo>
                  <a:cubicBezTo>
                    <a:pt x="270713" y="828551"/>
                    <a:pt x="270687" y="826685"/>
                    <a:pt x="270664" y="824818"/>
                  </a:cubicBezTo>
                  <a:cubicBezTo>
                    <a:pt x="270630" y="822139"/>
                    <a:pt x="270587" y="819461"/>
                    <a:pt x="270542" y="816783"/>
                  </a:cubicBezTo>
                  <a:cubicBezTo>
                    <a:pt x="270533" y="815944"/>
                    <a:pt x="270524" y="815106"/>
                    <a:pt x="270516" y="814242"/>
                  </a:cubicBezTo>
                  <a:cubicBezTo>
                    <a:pt x="270501" y="813467"/>
                    <a:pt x="270486" y="812692"/>
                    <a:pt x="270471" y="811894"/>
                  </a:cubicBezTo>
                  <a:cubicBezTo>
                    <a:pt x="270456" y="810868"/>
                    <a:pt x="270456" y="810868"/>
                    <a:pt x="270441" y="809821"/>
                  </a:cubicBezTo>
                  <a:cubicBezTo>
                    <a:pt x="270385" y="808021"/>
                    <a:pt x="270385" y="808021"/>
                    <a:pt x="268745" y="806685"/>
                  </a:cubicBezTo>
                  <a:cubicBezTo>
                    <a:pt x="268500" y="806685"/>
                    <a:pt x="268254" y="806685"/>
                    <a:pt x="268001" y="806685"/>
                  </a:cubicBezTo>
                  <a:cubicBezTo>
                    <a:pt x="267994" y="805937"/>
                    <a:pt x="267994" y="805937"/>
                    <a:pt x="267988" y="805174"/>
                  </a:cubicBezTo>
                  <a:cubicBezTo>
                    <a:pt x="267940" y="799996"/>
                    <a:pt x="267878" y="794818"/>
                    <a:pt x="267806" y="789639"/>
                  </a:cubicBezTo>
                  <a:cubicBezTo>
                    <a:pt x="267781" y="787706"/>
                    <a:pt x="267760" y="785772"/>
                    <a:pt x="267743" y="783838"/>
                  </a:cubicBezTo>
                  <a:cubicBezTo>
                    <a:pt x="267718" y="781062"/>
                    <a:pt x="267679" y="778286"/>
                    <a:pt x="267638" y="775510"/>
                  </a:cubicBezTo>
                  <a:cubicBezTo>
                    <a:pt x="267631" y="774208"/>
                    <a:pt x="267631" y="774208"/>
                    <a:pt x="267623" y="772881"/>
                  </a:cubicBezTo>
                  <a:cubicBezTo>
                    <a:pt x="267609" y="772077"/>
                    <a:pt x="267594" y="771272"/>
                    <a:pt x="267579" y="770443"/>
                  </a:cubicBezTo>
                  <a:cubicBezTo>
                    <a:pt x="267570" y="769735"/>
                    <a:pt x="267562" y="769026"/>
                    <a:pt x="267554" y="768295"/>
                  </a:cubicBezTo>
                  <a:cubicBezTo>
                    <a:pt x="267199" y="766152"/>
                    <a:pt x="266524" y="765752"/>
                    <a:pt x="265024" y="764269"/>
                  </a:cubicBezTo>
                  <a:cubicBezTo>
                    <a:pt x="264738" y="762565"/>
                    <a:pt x="264738" y="762565"/>
                    <a:pt x="264726" y="760543"/>
                  </a:cubicBezTo>
                  <a:cubicBezTo>
                    <a:pt x="264716" y="759786"/>
                    <a:pt x="264707" y="759029"/>
                    <a:pt x="264696" y="758249"/>
                  </a:cubicBezTo>
                  <a:cubicBezTo>
                    <a:pt x="264696" y="757024"/>
                    <a:pt x="264696" y="757024"/>
                    <a:pt x="264696" y="755775"/>
                  </a:cubicBezTo>
                  <a:cubicBezTo>
                    <a:pt x="264686" y="754938"/>
                    <a:pt x="264676" y="754100"/>
                    <a:pt x="264666" y="753238"/>
                  </a:cubicBezTo>
                  <a:cubicBezTo>
                    <a:pt x="264636" y="750558"/>
                    <a:pt x="264620" y="747880"/>
                    <a:pt x="264606" y="745200"/>
                  </a:cubicBezTo>
                  <a:cubicBezTo>
                    <a:pt x="264588" y="742516"/>
                    <a:pt x="264567" y="739832"/>
                    <a:pt x="264538" y="737147"/>
                  </a:cubicBezTo>
                  <a:cubicBezTo>
                    <a:pt x="264519" y="735475"/>
                    <a:pt x="264508" y="733803"/>
                    <a:pt x="264505" y="732131"/>
                  </a:cubicBezTo>
                  <a:cubicBezTo>
                    <a:pt x="264494" y="731002"/>
                    <a:pt x="264494" y="731002"/>
                    <a:pt x="264482" y="729851"/>
                  </a:cubicBezTo>
                  <a:cubicBezTo>
                    <a:pt x="264479" y="729185"/>
                    <a:pt x="264476" y="728519"/>
                    <a:pt x="264473" y="727833"/>
                  </a:cubicBezTo>
                  <a:cubicBezTo>
                    <a:pt x="264409" y="727333"/>
                    <a:pt x="264346" y="726833"/>
                    <a:pt x="264280" y="726318"/>
                  </a:cubicBezTo>
                  <a:cubicBezTo>
                    <a:pt x="263789" y="726072"/>
                    <a:pt x="263298" y="725827"/>
                    <a:pt x="262792" y="725574"/>
                  </a:cubicBezTo>
                  <a:cubicBezTo>
                    <a:pt x="262585" y="723930"/>
                    <a:pt x="262585" y="723930"/>
                    <a:pt x="262555" y="721732"/>
                  </a:cubicBezTo>
                  <a:cubicBezTo>
                    <a:pt x="262540" y="720913"/>
                    <a:pt x="262525" y="720093"/>
                    <a:pt x="262510" y="719249"/>
                  </a:cubicBezTo>
                  <a:cubicBezTo>
                    <a:pt x="262497" y="717912"/>
                    <a:pt x="262497" y="717912"/>
                    <a:pt x="262484" y="716548"/>
                  </a:cubicBezTo>
                  <a:cubicBezTo>
                    <a:pt x="262462" y="715187"/>
                    <a:pt x="262462" y="715187"/>
                    <a:pt x="262440" y="713798"/>
                  </a:cubicBezTo>
                  <a:cubicBezTo>
                    <a:pt x="262396" y="710887"/>
                    <a:pt x="262361" y="707975"/>
                    <a:pt x="262327" y="705063"/>
                  </a:cubicBezTo>
                  <a:cubicBezTo>
                    <a:pt x="262299" y="703095"/>
                    <a:pt x="262270" y="701126"/>
                    <a:pt x="262240" y="699158"/>
                  </a:cubicBezTo>
                  <a:cubicBezTo>
                    <a:pt x="262168" y="694321"/>
                    <a:pt x="262105" y="689483"/>
                    <a:pt x="262048" y="684646"/>
                  </a:cubicBezTo>
                  <a:cubicBezTo>
                    <a:pt x="261311" y="684891"/>
                    <a:pt x="260575" y="685137"/>
                    <a:pt x="259815" y="685390"/>
                  </a:cubicBezTo>
                  <a:cubicBezTo>
                    <a:pt x="259815" y="672621"/>
                    <a:pt x="259815" y="659851"/>
                    <a:pt x="259815" y="646695"/>
                  </a:cubicBezTo>
                  <a:cubicBezTo>
                    <a:pt x="208247" y="646695"/>
                    <a:pt x="156678" y="646695"/>
                    <a:pt x="103546" y="646695"/>
                  </a:cubicBezTo>
                  <a:cubicBezTo>
                    <a:pt x="103792" y="647677"/>
                    <a:pt x="104037" y="648659"/>
                    <a:pt x="104290" y="649671"/>
                  </a:cubicBezTo>
                  <a:cubicBezTo>
                    <a:pt x="104454" y="652910"/>
                    <a:pt x="104460" y="656150"/>
                    <a:pt x="104469" y="659393"/>
                  </a:cubicBezTo>
                  <a:cubicBezTo>
                    <a:pt x="104476" y="660975"/>
                    <a:pt x="104499" y="662557"/>
                    <a:pt x="104523" y="664140"/>
                  </a:cubicBezTo>
                  <a:cubicBezTo>
                    <a:pt x="104527" y="665141"/>
                    <a:pt x="104531" y="666143"/>
                    <a:pt x="104534" y="667144"/>
                  </a:cubicBezTo>
                  <a:cubicBezTo>
                    <a:pt x="104541" y="668056"/>
                    <a:pt x="104548" y="668969"/>
                    <a:pt x="104555" y="669909"/>
                  </a:cubicBezTo>
                  <a:cubicBezTo>
                    <a:pt x="104468" y="670597"/>
                    <a:pt x="104380" y="671286"/>
                    <a:pt x="104290" y="671995"/>
                  </a:cubicBezTo>
                  <a:cubicBezTo>
                    <a:pt x="103553" y="672241"/>
                    <a:pt x="102817" y="672487"/>
                    <a:pt x="102058" y="672740"/>
                  </a:cubicBezTo>
                  <a:cubicBezTo>
                    <a:pt x="101715" y="674461"/>
                    <a:pt x="101715" y="674461"/>
                    <a:pt x="101771" y="676569"/>
                  </a:cubicBezTo>
                  <a:cubicBezTo>
                    <a:pt x="101764" y="677386"/>
                    <a:pt x="101756" y="678203"/>
                    <a:pt x="101749" y="679045"/>
                  </a:cubicBezTo>
                  <a:cubicBezTo>
                    <a:pt x="101751" y="679934"/>
                    <a:pt x="101753" y="680823"/>
                    <a:pt x="101755" y="681739"/>
                  </a:cubicBezTo>
                  <a:cubicBezTo>
                    <a:pt x="101743" y="683098"/>
                    <a:pt x="101743" y="683098"/>
                    <a:pt x="101731" y="684483"/>
                  </a:cubicBezTo>
                  <a:cubicBezTo>
                    <a:pt x="101705" y="687390"/>
                    <a:pt x="101694" y="690297"/>
                    <a:pt x="101686" y="693203"/>
                  </a:cubicBezTo>
                  <a:cubicBezTo>
                    <a:pt x="101675" y="697025"/>
                    <a:pt x="101650" y="700846"/>
                    <a:pt x="101616" y="704668"/>
                  </a:cubicBezTo>
                  <a:cubicBezTo>
                    <a:pt x="101618" y="705557"/>
                    <a:pt x="101620" y="706446"/>
                    <a:pt x="101623" y="707362"/>
                  </a:cubicBezTo>
                  <a:cubicBezTo>
                    <a:pt x="101615" y="708179"/>
                    <a:pt x="101608" y="708996"/>
                    <a:pt x="101600" y="709838"/>
                  </a:cubicBezTo>
                  <a:cubicBezTo>
                    <a:pt x="101598" y="710561"/>
                    <a:pt x="101597" y="711284"/>
                    <a:pt x="101595" y="712029"/>
                  </a:cubicBezTo>
                  <a:cubicBezTo>
                    <a:pt x="101502" y="712570"/>
                    <a:pt x="101409" y="713110"/>
                    <a:pt x="101314" y="713667"/>
                  </a:cubicBezTo>
                  <a:cubicBezTo>
                    <a:pt x="100577" y="713913"/>
                    <a:pt x="99840" y="714159"/>
                    <a:pt x="99081" y="714411"/>
                  </a:cubicBezTo>
                  <a:cubicBezTo>
                    <a:pt x="98733" y="716132"/>
                    <a:pt x="98733" y="716132"/>
                    <a:pt x="98783" y="718241"/>
                  </a:cubicBezTo>
                  <a:cubicBezTo>
                    <a:pt x="98773" y="719058"/>
                    <a:pt x="98763" y="719875"/>
                    <a:pt x="98753" y="720717"/>
                  </a:cubicBezTo>
                  <a:cubicBezTo>
                    <a:pt x="98753" y="721606"/>
                    <a:pt x="98753" y="722495"/>
                    <a:pt x="98753" y="723411"/>
                  </a:cubicBezTo>
                  <a:cubicBezTo>
                    <a:pt x="98743" y="724317"/>
                    <a:pt x="98733" y="725222"/>
                    <a:pt x="98723" y="726155"/>
                  </a:cubicBezTo>
                  <a:cubicBezTo>
                    <a:pt x="98692" y="729062"/>
                    <a:pt x="98676" y="731969"/>
                    <a:pt x="98663" y="734875"/>
                  </a:cubicBezTo>
                  <a:cubicBezTo>
                    <a:pt x="98645" y="737782"/>
                    <a:pt x="98624" y="740689"/>
                    <a:pt x="98594" y="743595"/>
                  </a:cubicBezTo>
                  <a:cubicBezTo>
                    <a:pt x="98576" y="745408"/>
                    <a:pt x="98565" y="747221"/>
                    <a:pt x="98562" y="749034"/>
                  </a:cubicBezTo>
                  <a:cubicBezTo>
                    <a:pt x="98554" y="749851"/>
                    <a:pt x="98547" y="750668"/>
                    <a:pt x="98539" y="751510"/>
                  </a:cubicBezTo>
                  <a:cubicBezTo>
                    <a:pt x="98536" y="752233"/>
                    <a:pt x="98532" y="752956"/>
                    <a:pt x="98529" y="753701"/>
                  </a:cubicBezTo>
                  <a:cubicBezTo>
                    <a:pt x="98434" y="754512"/>
                    <a:pt x="98434" y="754512"/>
                    <a:pt x="98337" y="755339"/>
                  </a:cubicBezTo>
                  <a:cubicBezTo>
                    <a:pt x="97846" y="755585"/>
                    <a:pt x="97355" y="755830"/>
                    <a:pt x="96849" y="756083"/>
                  </a:cubicBezTo>
                  <a:cubicBezTo>
                    <a:pt x="96615" y="757840"/>
                    <a:pt x="96615" y="757840"/>
                    <a:pt x="96647" y="759981"/>
                  </a:cubicBezTo>
                  <a:cubicBezTo>
                    <a:pt x="96639" y="760813"/>
                    <a:pt x="96632" y="761645"/>
                    <a:pt x="96624" y="762502"/>
                  </a:cubicBezTo>
                  <a:cubicBezTo>
                    <a:pt x="96622" y="763407"/>
                    <a:pt x="96621" y="764313"/>
                    <a:pt x="96619" y="765246"/>
                  </a:cubicBezTo>
                  <a:cubicBezTo>
                    <a:pt x="96600" y="767139"/>
                    <a:pt x="96581" y="769032"/>
                    <a:pt x="96562" y="770925"/>
                  </a:cubicBezTo>
                  <a:cubicBezTo>
                    <a:pt x="96539" y="773929"/>
                    <a:pt x="96523" y="776932"/>
                    <a:pt x="96509" y="779936"/>
                  </a:cubicBezTo>
                  <a:cubicBezTo>
                    <a:pt x="96495" y="782822"/>
                    <a:pt x="96464" y="785707"/>
                    <a:pt x="96433" y="788593"/>
                  </a:cubicBezTo>
                  <a:cubicBezTo>
                    <a:pt x="96433" y="789498"/>
                    <a:pt x="96433" y="790404"/>
                    <a:pt x="96433" y="791336"/>
                  </a:cubicBezTo>
                  <a:cubicBezTo>
                    <a:pt x="96423" y="792168"/>
                    <a:pt x="96413" y="793000"/>
                    <a:pt x="96403" y="793857"/>
                  </a:cubicBezTo>
                  <a:cubicBezTo>
                    <a:pt x="96399" y="794594"/>
                    <a:pt x="96395" y="795330"/>
                    <a:pt x="96391" y="796089"/>
                  </a:cubicBezTo>
                  <a:cubicBezTo>
                    <a:pt x="96249" y="796914"/>
                    <a:pt x="96249" y="796914"/>
                    <a:pt x="96105" y="797755"/>
                  </a:cubicBezTo>
                  <a:cubicBezTo>
                    <a:pt x="95368" y="798001"/>
                    <a:pt x="94631" y="798246"/>
                    <a:pt x="93872" y="798499"/>
                  </a:cubicBezTo>
                  <a:cubicBezTo>
                    <a:pt x="93513" y="800225"/>
                    <a:pt x="93513" y="800225"/>
                    <a:pt x="93550" y="802341"/>
                  </a:cubicBezTo>
                  <a:cubicBezTo>
                    <a:pt x="93536" y="803160"/>
                    <a:pt x="93521" y="803980"/>
                    <a:pt x="93506" y="804824"/>
                  </a:cubicBezTo>
                  <a:cubicBezTo>
                    <a:pt x="93501" y="805715"/>
                    <a:pt x="93496" y="806607"/>
                    <a:pt x="93491" y="807525"/>
                  </a:cubicBezTo>
                  <a:cubicBezTo>
                    <a:pt x="93471" y="808886"/>
                    <a:pt x="93471" y="808886"/>
                    <a:pt x="93451" y="810275"/>
                  </a:cubicBezTo>
                  <a:cubicBezTo>
                    <a:pt x="93410" y="813186"/>
                    <a:pt x="93385" y="816098"/>
                    <a:pt x="93361" y="819010"/>
                  </a:cubicBezTo>
                  <a:cubicBezTo>
                    <a:pt x="93336" y="820978"/>
                    <a:pt x="93310" y="822947"/>
                    <a:pt x="93283" y="824915"/>
                  </a:cubicBezTo>
                  <a:cubicBezTo>
                    <a:pt x="93220" y="829752"/>
                    <a:pt x="93169" y="834590"/>
                    <a:pt x="93128" y="839427"/>
                  </a:cubicBezTo>
                  <a:cubicBezTo>
                    <a:pt x="92391" y="839427"/>
                    <a:pt x="91655" y="839427"/>
                    <a:pt x="90896" y="839427"/>
                  </a:cubicBezTo>
                  <a:cubicBezTo>
                    <a:pt x="90650" y="853179"/>
                    <a:pt x="90404" y="866931"/>
                    <a:pt x="90151" y="881099"/>
                  </a:cubicBezTo>
                  <a:cubicBezTo>
                    <a:pt x="89415" y="881099"/>
                    <a:pt x="88678" y="881099"/>
                    <a:pt x="87919" y="881099"/>
                  </a:cubicBezTo>
                  <a:cubicBezTo>
                    <a:pt x="87926" y="881891"/>
                    <a:pt x="87926" y="881891"/>
                    <a:pt x="87934" y="882699"/>
                  </a:cubicBezTo>
                  <a:cubicBezTo>
                    <a:pt x="87979" y="887670"/>
                    <a:pt x="88013" y="892642"/>
                    <a:pt x="88035" y="897613"/>
                  </a:cubicBezTo>
                  <a:cubicBezTo>
                    <a:pt x="88046" y="900169"/>
                    <a:pt x="88062" y="902725"/>
                    <a:pt x="88087" y="905281"/>
                  </a:cubicBezTo>
                  <a:cubicBezTo>
                    <a:pt x="88116" y="908217"/>
                    <a:pt x="88127" y="911154"/>
                    <a:pt x="88137" y="914091"/>
                  </a:cubicBezTo>
                  <a:cubicBezTo>
                    <a:pt x="88149" y="915011"/>
                    <a:pt x="88160" y="915931"/>
                    <a:pt x="88172" y="916879"/>
                  </a:cubicBezTo>
                  <a:cubicBezTo>
                    <a:pt x="88172" y="917728"/>
                    <a:pt x="88172" y="918578"/>
                    <a:pt x="88172" y="919452"/>
                  </a:cubicBezTo>
                  <a:cubicBezTo>
                    <a:pt x="88177" y="920203"/>
                    <a:pt x="88182" y="920953"/>
                    <a:pt x="88187" y="921726"/>
                  </a:cubicBezTo>
                  <a:cubicBezTo>
                    <a:pt x="88099" y="922316"/>
                    <a:pt x="88010" y="922907"/>
                    <a:pt x="87919" y="923515"/>
                  </a:cubicBezTo>
                  <a:cubicBezTo>
                    <a:pt x="87182" y="924006"/>
                    <a:pt x="86446" y="924497"/>
                    <a:pt x="85687" y="925003"/>
                  </a:cubicBezTo>
                  <a:cubicBezTo>
                    <a:pt x="85332" y="926803"/>
                    <a:pt x="85332" y="926803"/>
                    <a:pt x="85365" y="928929"/>
                  </a:cubicBezTo>
                  <a:cubicBezTo>
                    <a:pt x="85350" y="929749"/>
                    <a:pt x="85335" y="930568"/>
                    <a:pt x="85320" y="931412"/>
                  </a:cubicBezTo>
                  <a:cubicBezTo>
                    <a:pt x="85315" y="932300"/>
                    <a:pt x="85311" y="933187"/>
                    <a:pt x="85306" y="934102"/>
                  </a:cubicBezTo>
                  <a:cubicBezTo>
                    <a:pt x="85292" y="935008"/>
                    <a:pt x="85279" y="935914"/>
                    <a:pt x="85265" y="936848"/>
                  </a:cubicBezTo>
                  <a:cubicBezTo>
                    <a:pt x="85225" y="939752"/>
                    <a:pt x="85200" y="942656"/>
                    <a:pt x="85175" y="945560"/>
                  </a:cubicBezTo>
                  <a:cubicBezTo>
                    <a:pt x="85150" y="947525"/>
                    <a:pt x="85125" y="949490"/>
                    <a:pt x="85098" y="951455"/>
                  </a:cubicBezTo>
                  <a:cubicBezTo>
                    <a:pt x="85035" y="956280"/>
                    <a:pt x="84984" y="961106"/>
                    <a:pt x="84942" y="965931"/>
                  </a:cubicBezTo>
                  <a:cubicBezTo>
                    <a:pt x="84206" y="965931"/>
                    <a:pt x="83469" y="965931"/>
                    <a:pt x="82710" y="965931"/>
                  </a:cubicBezTo>
                  <a:cubicBezTo>
                    <a:pt x="82464" y="979683"/>
                    <a:pt x="82219" y="993434"/>
                    <a:pt x="81966" y="1007603"/>
                  </a:cubicBezTo>
                  <a:cubicBezTo>
                    <a:pt x="81229" y="1007603"/>
                    <a:pt x="80492" y="1007603"/>
                    <a:pt x="79733" y="1007603"/>
                  </a:cubicBezTo>
                  <a:cubicBezTo>
                    <a:pt x="79742" y="1008131"/>
                    <a:pt x="79751" y="1008660"/>
                    <a:pt x="79760" y="1009204"/>
                  </a:cubicBezTo>
                  <a:cubicBezTo>
                    <a:pt x="79766" y="1009888"/>
                    <a:pt x="79773" y="1010572"/>
                    <a:pt x="79780" y="1011277"/>
                  </a:cubicBezTo>
                  <a:cubicBezTo>
                    <a:pt x="79789" y="1011959"/>
                    <a:pt x="79797" y="1012641"/>
                    <a:pt x="79806" y="1013344"/>
                  </a:cubicBezTo>
                  <a:cubicBezTo>
                    <a:pt x="79733" y="1015044"/>
                    <a:pt x="79733" y="1015044"/>
                    <a:pt x="78989" y="1015788"/>
                  </a:cubicBezTo>
                  <a:cubicBezTo>
                    <a:pt x="76735" y="1015854"/>
                    <a:pt x="74497" y="1015874"/>
                    <a:pt x="72243" y="1015861"/>
                  </a:cubicBezTo>
                  <a:cubicBezTo>
                    <a:pt x="71566" y="1015860"/>
                    <a:pt x="70890" y="1015859"/>
                    <a:pt x="70194" y="1015858"/>
                  </a:cubicBezTo>
                  <a:cubicBezTo>
                    <a:pt x="68025" y="1015854"/>
                    <a:pt x="65857" y="1015844"/>
                    <a:pt x="63688" y="1015835"/>
                  </a:cubicBezTo>
                  <a:cubicBezTo>
                    <a:pt x="62221" y="1015831"/>
                    <a:pt x="60755" y="1015828"/>
                    <a:pt x="59288" y="1015825"/>
                  </a:cubicBezTo>
                  <a:cubicBezTo>
                    <a:pt x="55685" y="1015817"/>
                    <a:pt x="52083" y="1015804"/>
                    <a:pt x="48480" y="1015788"/>
                  </a:cubicBezTo>
                  <a:cubicBezTo>
                    <a:pt x="48480" y="1015052"/>
                    <a:pt x="48480" y="1014315"/>
                    <a:pt x="48480" y="1013556"/>
                  </a:cubicBezTo>
                  <a:cubicBezTo>
                    <a:pt x="46658" y="1012645"/>
                    <a:pt x="45455" y="1012709"/>
                    <a:pt x="43419" y="1012694"/>
                  </a:cubicBezTo>
                  <a:cubicBezTo>
                    <a:pt x="42676" y="1012687"/>
                    <a:pt x="41934" y="1012679"/>
                    <a:pt x="41169" y="1012671"/>
                  </a:cubicBezTo>
                  <a:cubicBezTo>
                    <a:pt x="39963" y="1012663"/>
                    <a:pt x="39963" y="1012663"/>
                    <a:pt x="38733" y="1012655"/>
                  </a:cubicBezTo>
                  <a:cubicBezTo>
                    <a:pt x="37046" y="1012634"/>
                    <a:pt x="35358" y="1012613"/>
                    <a:pt x="33671" y="1012591"/>
                  </a:cubicBezTo>
                  <a:cubicBezTo>
                    <a:pt x="30999" y="1012560"/>
                    <a:pt x="28327" y="1012533"/>
                    <a:pt x="25655" y="1012513"/>
                  </a:cubicBezTo>
                  <a:cubicBezTo>
                    <a:pt x="23084" y="1012493"/>
                    <a:pt x="20514" y="1012459"/>
                    <a:pt x="17944" y="1012422"/>
                  </a:cubicBezTo>
                  <a:cubicBezTo>
                    <a:pt x="17138" y="1012420"/>
                    <a:pt x="16333" y="1012418"/>
                    <a:pt x="15503" y="1012415"/>
                  </a:cubicBezTo>
                  <a:cubicBezTo>
                    <a:pt x="14393" y="1012397"/>
                    <a:pt x="14393" y="1012397"/>
                    <a:pt x="13261" y="1012378"/>
                  </a:cubicBezTo>
                  <a:cubicBezTo>
                    <a:pt x="12606" y="1012372"/>
                    <a:pt x="11951" y="1012366"/>
                    <a:pt x="11276" y="1012359"/>
                  </a:cubicBezTo>
                  <a:cubicBezTo>
                    <a:pt x="10538" y="1012215"/>
                    <a:pt x="10538" y="1012215"/>
                    <a:pt x="9784" y="1012068"/>
                  </a:cubicBezTo>
                  <a:cubicBezTo>
                    <a:pt x="9416" y="1010963"/>
                    <a:pt x="9416" y="1010963"/>
                    <a:pt x="9040" y="1009835"/>
                  </a:cubicBezTo>
                  <a:cubicBezTo>
                    <a:pt x="7342" y="1009425"/>
                    <a:pt x="7342" y="1009425"/>
                    <a:pt x="5366" y="1009370"/>
                  </a:cubicBezTo>
                  <a:cubicBezTo>
                    <a:pt x="1716" y="1009150"/>
                    <a:pt x="1716" y="1009150"/>
                    <a:pt x="110" y="1008347"/>
                  </a:cubicBezTo>
                  <a:cubicBezTo>
                    <a:pt x="-101" y="1006352"/>
                    <a:pt x="47" y="1004404"/>
                    <a:pt x="110" y="1002394"/>
                  </a:cubicBezTo>
                  <a:cubicBezTo>
                    <a:pt x="847" y="1002639"/>
                    <a:pt x="1584" y="1002885"/>
                    <a:pt x="2343" y="1003138"/>
                  </a:cubicBezTo>
                  <a:cubicBezTo>
                    <a:pt x="2349" y="1002608"/>
                    <a:pt x="2355" y="1002079"/>
                    <a:pt x="2361" y="1001533"/>
                  </a:cubicBezTo>
                  <a:cubicBezTo>
                    <a:pt x="2419" y="996550"/>
                    <a:pt x="2484" y="991568"/>
                    <a:pt x="2557" y="986586"/>
                  </a:cubicBezTo>
                  <a:cubicBezTo>
                    <a:pt x="2594" y="984024"/>
                    <a:pt x="2628" y="981462"/>
                    <a:pt x="2657" y="978900"/>
                  </a:cubicBezTo>
                  <a:cubicBezTo>
                    <a:pt x="2689" y="975958"/>
                    <a:pt x="2734" y="973015"/>
                    <a:pt x="2779" y="970073"/>
                  </a:cubicBezTo>
                  <a:cubicBezTo>
                    <a:pt x="2787" y="969149"/>
                    <a:pt x="2796" y="968225"/>
                    <a:pt x="2805" y="967273"/>
                  </a:cubicBezTo>
                  <a:cubicBezTo>
                    <a:pt x="2820" y="966424"/>
                    <a:pt x="2834" y="965575"/>
                    <a:pt x="2850" y="964700"/>
                  </a:cubicBezTo>
                  <a:cubicBezTo>
                    <a:pt x="2860" y="963948"/>
                    <a:pt x="2870" y="963196"/>
                    <a:pt x="2880" y="962422"/>
                  </a:cubicBezTo>
                  <a:cubicBezTo>
                    <a:pt x="2948" y="961861"/>
                    <a:pt x="3017" y="961300"/>
                    <a:pt x="3087" y="960722"/>
                  </a:cubicBezTo>
                  <a:cubicBezTo>
                    <a:pt x="3578" y="960476"/>
                    <a:pt x="4069" y="960231"/>
                    <a:pt x="4575" y="959978"/>
                  </a:cubicBezTo>
                  <a:cubicBezTo>
                    <a:pt x="5314" y="957763"/>
                    <a:pt x="5424" y="956265"/>
                    <a:pt x="5449" y="953952"/>
                  </a:cubicBezTo>
                  <a:cubicBezTo>
                    <a:pt x="5459" y="953180"/>
                    <a:pt x="5469" y="952407"/>
                    <a:pt x="5479" y="951612"/>
                  </a:cubicBezTo>
                  <a:cubicBezTo>
                    <a:pt x="5487" y="950779"/>
                    <a:pt x="5495" y="949947"/>
                    <a:pt x="5503" y="949089"/>
                  </a:cubicBezTo>
                  <a:cubicBezTo>
                    <a:pt x="5527" y="947336"/>
                    <a:pt x="5552" y="945583"/>
                    <a:pt x="5577" y="943831"/>
                  </a:cubicBezTo>
                  <a:cubicBezTo>
                    <a:pt x="5612" y="941059"/>
                    <a:pt x="5645" y="938288"/>
                    <a:pt x="5674" y="935516"/>
                  </a:cubicBezTo>
                  <a:cubicBezTo>
                    <a:pt x="5704" y="932847"/>
                    <a:pt x="5742" y="930178"/>
                    <a:pt x="5782" y="927509"/>
                  </a:cubicBezTo>
                  <a:cubicBezTo>
                    <a:pt x="5788" y="926673"/>
                    <a:pt x="5794" y="925838"/>
                    <a:pt x="5801" y="924977"/>
                  </a:cubicBezTo>
                  <a:cubicBezTo>
                    <a:pt x="5813" y="924209"/>
                    <a:pt x="5825" y="923442"/>
                    <a:pt x="5838" y="922651"/>
                  </a:cubicBezTo>
                  <a:cubicBezTo>
                    <a:pt x="5846" y="921972"/>
                    <a:pt x="5853" y="921293"/>
                    <a:pt x="5861" y="920594"/>
                  </a:cubicBezTo>
                  <a:cubicBezTo>
                    <a:pt x="5961" y="919830"/>
                    <a:pt x="5961" y="919830"/>
                    <a:pt x="6064" y="919050"/>
                  </a:cubicBezTo>
                  <a:cubicBezTo>
                    <a:pt x="6555" y="918805"/>
                    <a:pt x="7046" y="918559"/>
                    <a:pt x="7552" y="918306"/>
                  </a:cubicBezTo>
                  <a:cubicBezTo>
                    <a:pt x="7785" y="916580"/>
                    <a:pt x="7785" y="916580"/>
                    <a:pt x="7754" y="914476"/>
                  </a:cubicBezTo>
                  <a:cubicBezTo>
                    <a:pt x="7761" y="913659"/>
                    <a:pt x="7769" y="912842"/>
                    <a:pt x="7777" y="912001"/>
                  </a:cubicBezTo>
                  <a:cubicBezTo>
                    <a:pt x="7778" y="911112"/>
                    <a:pt x="7780" y="910223"/>
                    <a:pt x="7781" y="909307"/>
                  </a:cubicBezTo>
                  <a:cubicBezTo>
                    <a:pt x="7800" y="907447"/>
                    <a:pt x="7819" y="905588"/>
                    <a:pt x="7838" y="903728"/>
                  </a:cubicBezTo>
                  <a:cubicBezTo>
                    <a:pt x="7860" y="900779"/>
                    <a:pt x="7877" y="897829"/>
                    <a:pt x="7891" y="894880"/>
                  </a:cubicBezTo>
                  <a:cubicBezTo>
                    <a:pt x="7907" y="892046"/>
                    <a:pt x="7937" y="889212"/>
                    <a:pt x="7967" y="886378"/>
                  </a:cubicBezTo>
                  <a:cubicBezTo>
                    <a:pt x="7968" y="885489"/>
                    <a:pt x="7968" y="884600"/>
                    <a:pt x="7968" y="883684"/>
                  </a:cubicBezTo>
                  <a:cubicBezTo>
                    <a:pt x="7983" y="882458"/>
                    <a:pt x="7983" y="882458"/>
                    <a:pt x="7998" y="881208"/>
                  </a:cubicBezTo>
                  <a:cubicBezTo>
                    <a:pt x="8002" y="880485"/>
                    <a:pt x="8005" y="879762"/>
                    <a:pt x="8009" y="879017"/>
                  </a:cubicBezTo>
                  <a:cubicBezTo>
                    <a:pt x="8104" y="878476"/>
                    <a:pt x="8198" y="877935"/>
                    <a:pt x="8296" y="877378"/>
                  </a:cubicBezTo>
                  <a:cubicBezTo>
                    <a:pt x="9033" y="877133"/>
                    <a:pt x="9769" y="876887"/>
                    <a:pt x="10528" y="876634"/>
                  </a:cubicBezTo>
                  <a:cubicBezTo>
                    <a:pt x="10877" y="874913"/>
                    <a:pt x="10877" y="874913"/>
                    <a:pt x="10826" y="872804"/>
                  </a:cubicBezTo>
                  <a:cubicBezTo>
                    <a:pt x="10841" y="871579"/>
                    <a:pt x="10841" y="871579"/>
                    <a:pt x="10857" y="870329"/>
                  </a:cubicBezTo>
                  <a:cubicBezTo>
                    <a:pt x="10857" y="869440"/>
                    <a:pt x="10857" y="868551"/>
                    <a:pt x="10857" y="867635"/>
                  </a:cubicBezTo>
                  <a:cubicBezTo>
                    <a:pt x="10867" y="866729"/>
                    <a:pt x="10876" y="865823"/>
                    <a:pt x="10887" y="864890"/>
                  </a:cubicBezTo>
                  <a:cubicBezTo>
                    <a:pt x="10917" y="861984"/>
                    <a:pt x="10933" y="859077"/>
                    <a:pt x="10947" y="856170"/>
                  </a:cubicBezTo>
                  <a:cubicBezTo>
                    <a:pt x="10965" y="853263"/>
                    <a:pt x="10985" y="850357"/>
                    <a:pt x="11015" y="847450"/>
                  </a:cubicBezTo>
                  <a:cubicBezTo>
                    <a:pt x="11033" y="845637"/>
                    <a:pt x="11044" y="843825"/>
                    <a:pt x="11048" y="842012"/>
                  </a:cubicBezTo>
                  <a:cubicBezTo>
                    <a:pt x="11055" y="841195"/>
                    <a:pt x="11063" y="840378"/>
                    <a:pt x="11071" y="839536"/>
                  </a:cubicBezTo>
                  <a:cubicBezTo>
                    <a:pt x="11075" y="838451"/>
                    <a:pt x="11075" y="838451"/>
                    <a:pt x="11080" y="837345"/>
                  </a:cubicBezTo>
                  <a:cubicBezTo>
                    <a:pt x="11144" y="836804"/>
                    <a:pt x="11207" y="836263"/>
                    <a:pt x="11273" y="835706"/>
                  </a:cubicBezTo>
                  <a:cubicBezTo>
                    <a:pt x="11764" y="835461"/>
                    <a:pt x="12255" y="835215"/>
                    <a:pt x="12761" y="834962"/>
                  </a:cubicBezTo>
                  <a:cubicBezTo>
                    <a:pt x="13565" y="832689"/>
                    <a:pt x="13609" y="830503"/>
                    <a:pt x="13634" y="828107"/>
                  </a:cubicBezTo>
                  <a:cubicBezTo>
                    <a:pt x="13644" y="827335"/>
                    <a:pt x="13654" y="826563"/>
                    <a:pt x="13665" y="825768"/>
                  </a:cubicBezTo>
                  <a:cubicBezTo>
                    <a:pt x="13672" y="824939"/>
                    <a:pt x="13680" y="824110"/>
                    <a:pt x="13688" y="823257"/>
                  </a:cubicBezTo>
                  <a:cubicBezTo>
                    <a:pt x="13713" y="821506"/>
                    <a:pt x="13737" y="819756"/>
                    <a:pt x="13762" y="818005"/>
                  </a:cubicBezTo>
                  <a:cubicBezTo>
                    <a:pt x="13798" y="815242"/>
                    <a:pt x="13831" y="812479"/>
                    <a:pt x="13860" y="809715"/>
                  </a:cubicBezTo>
                  <a:cubicBezTo>
                    <a:pt x="13889" y="807051"/>
                    <a:pt x="13928" y="804387"/>
                    <a:pt x="13967" y="801723"/>
                  </a:cubicBezTo>
                  <a:cubicBezTo>
                    <a:pt x="13973" y="800890"/>
                    <a:pt x="13980" y="800057"/>
                    <a:pt x="13986" y="799198"/>
                  </a:cubicBezTo>
                  <a:cubicBezTo>
                    <a:pt x="13998" y="798433"/>
                    <a:pt x="14011" y="797668"/>
                    <a:pt x="14024" y="796880"/>
                  </a:cubicBezTo>
                  <a:cubicBezTo>
                    <a:pt x="14031" y="796203"/>
                    <a:pt x="14039" y="795526"/>
                    <a:pt x="14047" y="794829"/>
                  </a:cubicBezTo>
                  <a:cubicBezTo>
                    <a:pt x="14147" y="794067"/>
                    <a:pt x="14147" y="794067"/>
                    <a:pt x="14249" y="793290"/>
                  </a:cubicBezTo>
                  <a:cubicBezTo>
                    <a:pt x="14740" y="793045"/>
                    <a:pt x="15231" y="792799"/>
                    <a:pt x="15737" y="792546"/>
                  </a:cubicBezTo>
                  <a:cubicBezTo>
                    <a:pt x="15971" y="790790"/>
                    <a:pt x="15971" y="790790"/>
                    <a:pt x="15939" y="788648"/>
                  </a:cubicBezTo>
                  <a:cubicBezTo>
                    <a:pt x="15947" y="787816"/>
                    <a:pt x="15954" y="786985"/>
                    <a:pt x="15962" y="786127"/>
                  </a:cubicBezTo>
                  <a:cubicBezTo>
                    <a:pt x="15964" y="785222"/>
                    <a:pt x="15965" y="784317"/>
                    <a:pt x="15967" y="783384"/>
                  </a:cubicBezTo>
                  <a:cubicBezTo>
                    <a:pt x="15986" y="781491"/>
                    <a:pt x="16005" y="779597"/>
                    <a:pt x="16024" y="777704"/>
                  </a:cubicBezTo>
                  <a:cubicBezTo>
                    <a:pt x="16047" y="774701"/>
                    <a:pt x="16063" y="771697"/>
                    <a:pt x="16077" y="768694"/>
                  </a:cubicBezTo>
                  <a:cubicBezTo>
                    <a:pt x="16091" y="765808"/>
                    <a:pt x="16122" y="762922"/>
                    <a:pt x="16153" y="760037"/>
                  </a:cubicBezTo>
                  <a:cubicBezTo>
                    <a:pt x="16153" y="759131"/>
                    <a:pt x="16153" y="758226"/>
                    <a:pt x="16153" y="757293"/>
                  </a:cubicBezTo>
                  <a:cubicBezTo>
                    <a:pt x="16163" y="756461"/>
                    <a:pt x="16173" y="755629"/>
                    <a:pt x="16183" y="754772"/>
                  </a:cubicBezTo>
                  <a:cubicBezTo>
                    <a:pt x="16189" y="753668"/>
                    <a:pt x="16189" y="753668"/>
                    <a:pt x="16195" y="752541"/>
                  </a:cubicBezTo>
                  <a:cubicBezTo>
                    <a:pt x="16289" y="751991"/>
                    <a:pt x="16384" y="751441"/>
                    <a:pt x="16481" y="750874"/>
                  </a:cubicBezTo>
                  <a:cubicBezTo>
                    <a:pt x="17218" y="750629"/>
                    <a:pt x="17955" y="750383"/>
                    <a:pt x="18714" y="750130"/>
                  </a:cubicBezTo>
                  <a:cubicBezTo>
                    <a:pt x="19057" y="748445"/>
                    <a:pt x="19057" y="748445"/>
                    <a:pt x="19000" y="746381"/>
                  </a:cubicBezTo>
                  <a:cubicBezTo>
                    <a:pt x="19008" y="745581"/>
                    <a:pt x="19015" y="744781"/>
                    <a:pt x="19023" y="743957"/>
                  </a:cubicBezTo>
                  <a:cubicBezTo>
                    <a:pt x="19021" y="743087"/>
                    <a:pt x="19019" y="742217"/>
                    <a:pt x="19016" y="741320"/>
                  </a:cubicBezTo>
                  <a:cubicBezTo>
                    <a:pt x="19024" y="740432"/>
                    <a:pt x="19032" y="739545"/>
                    <a:pt x="19041" y="738631"/>
                  </a:cubicBezTo>
                  <a:cubicBezTo>
                    <a:pt x="19066" y="735782"/>
                    <a:pt x="19078" y="732934"/>
                    <a:pt x="19086" y="730085"/>
                  </a:cubicBezTo>
                  <a:cubicBezTo>
                    <a:pt x="19097" y="726342"/>
                    <a:pt x="19122" y="722599"/>
                    <a:pt x="19156" y="718856"/>
                  </a:cubicBezTo>
                  <a:cubicBezTo>
                    <a:pt x="19152" y="717553"/>
                    <a:pt x="19152" y="717553"/>
                    <a:pt x="19149" y="716223"/>
                  </a:cubicBezTo>
                  <a:cubicBezTo>
                    <a:pt x="19156" y="715421"/>
                    <a:pt x="19164" y="714619"/>
                    <a:pt x="19172" y="713793"/>
                  </a:cubicBezTo>
                  <a:cubicBezTo>
                    <a:pt x="19173" y="713084"/>
                    <a:pt x="19175" y="712376"/>
                    <a:pt x="19176" y="711646"/>
                  </a:cubicBezTo>
                  <a:cubicBezTo>
                    <a:pt x="19269" y="711085"/>
                    <a:pt x="19362" y="710524"/>
                    <a:pt x="19458" y="709947"/>
                  </a:cubicBezTo>
                  <a:cubicBezTo>
                    <a:pt x="20195" y="709456"/>
                    <a:pt x="20931" y="708964"/>
                    <a:pt x="21690" y="708458"/>
                  </a:cubicBezTo>
                  <a:cubicBezTo>
                    <a:pt x="22035" y="706693"/>
                    <a:pt x="22035" y="706693"/>
                    <a:pt x="21989" y="704612"/>
                  </a:cubicBezTo>
                  <a:cubicBezTo>
                    <a:pt x="21999" y="703810"/>
                    <a:pt x="22008" y="703009"/>
                    <a:pt x="22019" y="702182"/>
                  </a:cubicBezTo>
                  <a:cubicBezTo>
                    <a:pt x="22019" y="701313"/>
                    <a:pt x="22019" y="700444"/>
                    <a:pt x="22019" y="699549"/>
                  </a:cubicBezTo>
                  <a:cubicBezTo>
                    <a:pt x="22034" y="698217"/>
                    <a:pt x="22034" y="698217"/>
                    <a:pt x="22049" y="696858"/>
                  </a:cubicBezTo>
                  <a:cubicBezTo>
                    <a:pt x="22079" y="694012"/>
                    <a:pt x="22095" y="691166"/>
                    <a:pt x="22109" y="688320"/>
                  </a:cubicBezTo>
                  <a:cubicBezTo>
                    <a:pt x="22127" y="685471"/>
                    <a:pt x="22148" y="682623"/>
                    <a:pt x="22177" y="679774"/>
                  </a:cubicBezTo>
                  <a:cubicBezTo>
                    <a:pt x="22196" y="677999"/>
                    <a:pt x="22207" y="676223"/>
                    <a:pt x="22210" y="674448"/>
                  </a:cubicBezTo>
                  <a:cubicBezTo>
                    <a:pt x="22217" y="673648"/>
                    <a:pt x="22225" y="672848"/>
                    <a:pt x="22233" y="672024"/>
                  </a:cubicBezTo>
                  <a:cubicBezTo>
                    <a:pt x="22236" y="671317"/>
                    <a:pt x="22239" y="670609"/>
                    <a:pt x="22242" y="669880"/>
                  </a:cubicBezTo>
                  <a:cubicBezTo>
                    <a:pt x="22338" y="669085"/>
                    <a:pt x="22338" y="669085"/>
                    <a:pt x="22435" y="668275"/>
                  </a:cubicBezTo>
                  <a:cubicBezTo>
                    <a:pt x="22926" y="668029"/>
                    <a:pt x="23417" y="667784"/>
                    <a:pt x="23923" y="667531"/>
                  </a:cubicBezTo>
                  <a:cubicBezTo>
                    <a:pt x="24172" y="665739"/>
                    <a:pt x="24172" y="665739"/>
                    <a:pt x="24160" y="663553"/>
                  </a:cubicBezTo>
                  <a:cubicBezTo>
                    <a:pt x="24175" y="662703"/>
                    <a:pt x="24190" y="661854"/>
                    <a:pt x="24205" y="660979"/>
                  </a:cubicBezTo>
                  <a:cubicBezTo>
                    <a:pt x="24214" y="660055"/>
                    <a:pt x="24222" y="659131"/>
                    <a:pt x="24231" y="658179"/>
                  </a:cubicBezTo>
                  <a:cubicBezTo>
                    <a:pt x="24245" y="657239"/>
                    <a:pt x="24260" y="656299"/>
                    <a:pt x="24275" y="655330"/>
                  </a:cubicBezTo>
                  <a:cubicBezTo>
                    <a:pt x="24312" y="652826"/>
                    <a:pt x="24342" y="650321"/>
                    <a:pt x="24370" y="647817"/>
                  </a:cubicBezTo>
                  <a:cubicBezTo>
                    <a:pt x="24400" y="645263"/>
                    <a:pt x="24438" y="642710"/>
                    <a:pt x="24475" y="640156"/>
                  </a:cubicBezTo>
                  <a:cubicBezTo>
                    <a:pt x="24547" y="635142"/>
                    <a:pt x="24610" y="630129"/>
                    <a:pt x="24667" y="625115"/>
                  </a:cubicBezTo>
                  <a:cubicBezTo>
                    <a:pt x="25404" y="625360"/>
                    <a:pt x="26140" y="625606"/>
                    <a:pt x="26899" y="625859"/>
                  </a:cubicBezTo>
                  <a:cubicBezTo>
                    <a:pt x="27145" y="611861"/>
                    <a:pt x="27391" y="597864"/>
                    <a:pt x="27644" y="583443"/>
                  </a:cubicBezTo>
                  <a:cubicBezTo>
                    <a:pt x="28135" y="583443"/>
                    <a:pt x="28626" y="583443"/>
                    <a:pt x="29132" y="583443"/>
                  </a:cubicBezTo>
                  <a:cubicBezTo>
                    <a:pt x="30066" y="581574"/>
                    <a:pt x="29984" y="580269"/>
                    <a:pt x="30005" y="578177"/>
                  </a:cubicBezTo>
                  <a:cubicBezTo>
                    <a:pt x="30015" y="577390"/>
                    <a:pt x="30025" y="576603"/>
                    <a:pt x="30036" y="575792"/>
                  </a:cubicBezTo>
                  <a:cubicBezTo>
                    <a:pt x="30043" y="574939"/>
                    <a:pt x="30051" y="574086"/>
                    <a:pt x="30059" y="573208"/>
                  </a:cubicBezTo>
                  <a:cubicBezTo>
                    <a:pt x="30084" y="571419"/>
                    <a:pt x="30108" y="569630"/>
                    <a:pt x="30133" y="567841"/>
                  </a:cubicBezTo>
                  <a:cubicBezTo>
                    <a:pt x="30169" y="565007"/>
                    <a:pt x="30202" y="562173"/>
                    <a:pt x="30231" y="559340"/>
                  </a:cubicBezTo>
                  <a:cubicBezTo>
                    <a:pt x="30260" y="556614"/>
                    <a:pt x="30299" y="553888"/>
                    <a:pt x="30338" y="551163"/>
                  </a:cubicBezTo>
                  <a:cubicBezTo>
                    <a:pt x="30344" y="550309"/>
                    <a:pt x="30351" y="549454"/>
                    <a:pt x="30357" y="548574"/>
                  </a:cubicBezTo>
                  <a:cubicBezTo>
                    <a:pt x="30376" y="547397"/>
                    <a:pt x="30376" y="547397"/>
                    <a:pt x="30395" y="546196"/>
                  </a:cubicBezTo>
                  <a:cubicBezTo>
                    <a:pt x="30402" y="545502"/>
                    <a:pt x="30410" y="544807"/>
                    <a:pt x="30418" y="544092"/>
                  </a:cubicBezTo>
                  <a:cubicBezTo>
                    <a:pt x="30485" y="543571"/>
                    <a:pt x="30551" y="543051"/>
                    <a:pt x="30620" y="542515"/>
                  </a:cubicBezTo>
                  <a:cubicBezTo>
                    <a:pt x="31111" y="542269"/>
                    <a:pt x="31602" y="542024"/>
                    <a:pt x="32108" y="541771"/>
                  </a:cubicBezTo>
                  <a:cubicBezTo>
                    <a:pt x="32358" y="540010"/>
                    <a:pt x="32358" y="540010"/>
                    <a:pt x="32346" y="537861"/>
                  </a:cubicBezTo>
                  <a:cubicBezTo>
                    <a:pt x="32361" y="537027"/>
                    <a:pt x="32375" y="536193"/>
                    <a:pt x="32391" y="535333"/>
                  </a:cubicBezTo>
                  <a:cubicBezTo>
                    <a:pt x="32403" y="533972"/>
                    <a:pt x="32403" y="533972"/>
                    <a:pt x="32417" y="532583"/>
                  </a:cubicBezTo>
                  <a:cubicBezTo>
                    <a:pt x="32431" y="531659"/>
                    <a:pt x="32445" y="530735"/>
                    <a:pt x="32460" y="529783"/>
                  </a:cubicBezTo>
                  <a:cubicBezTo>
                    <a:pt x="32497" y="527323"/>
                    <a:pt x="32528" y="524863"/>
                    <a:pt x="32556" y="522402"/>
                  </a:cubicBezTo>
                  <a:cubicBezTo>
                    <a:pt x="32585" y="519893"/>
                    <a:pt x="32623" y="517385"/>
                    <a:pt x="32661" y="514876"/>
                  </a:cubicBezTo>
                  <a:cubicBezTo>
                    <a:pt x="32732" y="509950"/>
                    <a:pt x="32796" y="505025"/>
                    <a:pt x="32853" y="500099"/>
                  </a:cubicBezTo>
                  <a:cubicBezTo>
                    <a:pt x="33589" y="500345"/>
                    <a:pt x="34326" y="500590"/>
                    <a:pt x="35085" y="500843"/>
                  </a:cubicBezTo>
                  <a:cubicBezTo>
                    <a:pt x="35089" y="500317"/>
                    <a:pt x="35094" y="499790"/>
                    <a:pt x="35098" y="499248"/>
                  </a:cubicBezTo>
                  <a:cubicBezTo>
                    <a:pt x="35141" y="494288"/>
                    <a:pt x="35195" y="489328"/>
                    <a:pt x="35260" y="484368"/>
                  </a:cubicBezTo>
                  <a:cubicBezTo>
                    <a:pt x="35294" y="481818"/>
                    <a:pt x="35323" y="479268"/>
                    <a:pt x="35343" y="476718"/>
                  </a:cubicBezTo>
                  <a:cubicBezTo>
                    <a:pt x="35366" y="473786"/>
                    <a:pt x="35407" y="470855"/>
                    <a:pt x="35448" y="467924"/>
                  </a:cubicBezTo>
                  <a:cubicBezTo>
                    <a:pt x="35455" y="466549"/>
                    <a:pt x="35455" y="466549"/>
                    <a:pt x="35463" y="465147"/>
                  </a:cubicBezTo>
                  <a:cubicBezTo>
                    <a:pt x="35478" y="464298"/>
                    <a:pt x="35492" y="463449"/>
                    <a:pt x="35507" y="462574"/>
                  </a:cubicBezTo>
                  <a:cubicBezTo>
                    <a:pt x="35516" y="461826"/>
                    <a:pt x="35524" y="461077"/>
                    <a:pt x="35532" y="460306"/>
                  </a:cubicBezTo>
                  <a:cubicBezTo>
                    <a:pt x="35883" y="458085"/>
                    <a:pt x="36516" y="457724"/>
                    <a:pt x="38062" y="456195"/>
                  </a:cubicBezTo>
                  <a:cubicBezTo>
                    <a:pt x="38403" y="454355"/>
                    <a:pt x="38403" y="454355"/>
                    <a:pt x="38360" y="452264"/>
                  </a:cubicBezTo>
                  <a:cubicBezTo>
                    <a:pt x="38375" y="451061"/>
                    <a:pt x="38375" y="451061"/>
                    <a:pt x="38390" y="449834"/>
                  </a:cubicBezTo>
                  <a:cubicBezTo>
                    <a:pt x="38390" y="448969"/>
                    <a:pt x="38390" y="448104"/>
                    <a:pt x="38390" y="447213"/>
                  </a:cubicBezTo>
                  <a:cubicBezTo>
                    <a:pt x="38400" y="446326"/>
                    <a:pt x="38410" y="445439"/>
                    <a:pt x="38420" y="444525"/>
                  </a:cubicBezTo>
                  <a:cubicBezTo>
                    <a:pt x="38450" y="441687"/>
                    <a:pt x="38466" y="438848"/>
                    <a:pt x="38480" y="436010"/>
                  </a:cubicBezTo>
                  <a:cubicBezTo>
                    <a:pt x="38498" y="433166"/>
                    <a:pt x="38519" y="430323"/>
                    <a:pt x="38548" y="427479"/>
                  </a:cubicBezTo>
                  <a:cubicBezTo>
                    <a:pt x="38567" y="425708"/>
                    <a:pt x="38578" y="423936"/>
                    <a:pt x="38581" y="422165"/>
                  </a:cubicBezTo>
                  <a:cubicBezTo>
                    <a:pt x="38588" y="421368"/>
                    <a:pt x="38596" y="420570"/>
                    <a:pt x="38604" y="419749"/>
                  </a:cubicBezTo>
                  <a:cubicBezTo>
                    <a:pt x="38607" y="419043"/>
                    <a:pt x="38610" y="418338"/>
                    <a:pt x="38614" y="417611"/>
                  </a:cubicBezTo>
                  <a:cubicBezTo>
                    <a:pt x="38677" y="417083"/>
                    <a:pt x="38740" y="416555"/>
                    <a:pt x="38806" y="416011"/>
                  </a:cubicBezTo>
                  <a:cubicBezTo>
                    <a:pt x="39297" y="415766"/>
                    <a:pt x="39788" y="415520"/>
                    <a:pt x="40294" y="415267"/>
                  </a:cubicBezTo>
                  <a:cubicBezTo>
                    <a:pt x="40543" y="413536"/>
                    <a:pt x="40543" y="413536"/>
                    <a:pt x="40531" y="411425"/>
                  </a:cubicBezTo>
                  <a:cubicBezTo>
                    <a:pt x="40546" y="410606"/>
                    <a:pt x="40561" y="409787"/>
                    <a:pt x="40576" y="408943"/>
                  </a:cubicBezTo>
                  <a:cubicBezTo>
                    <a:pt x="40585" y="408051"/>
                    <a:pt x="40593" y="407160"/>
                    <a:pt x="40602" y="406241"/>
                  </a:cubicBezTo>
                  <a:cubicBezTo>
                    <a:pt x="40617" y="405334"/>
                    <a:pt x="40631" y="404427"/>
                    <a:pt x="40646" y="403492"/>
                  </a:cubicBezTo>
                  <a:cubicBezTo>
                    <a:pt x="40690" y="400580"/>
                    <a:pt x="40725" y="397668"/>
                    <a:pt x="40759" y="394757"/>
                  </a:cubicBezTo>
                  <a:cubicBezTo>
                    <a:pt x="40787" y="392788"/>
                    <a:pt x="40817" y="390820"/>
                    <a:pt x="40846" y="388851"/>
                  </a:cubicBezTo>
                  <a:cubicBezTo>
                    <a:pt x="40918" y="384014"/>
                    <a:pt x="40981" y="379177"/>
                    <a:pt x="41038" y="374339"/>
                  </a:cubicBezTo>
                  <a:cubicBezTo>
                    <a:pt x="41775" y="374339"/>
                    <a:pt x="42512" y="374339"/>
                    <a:pt x="43271" y="374339"/>
                  </a:cubicBezTo>
                  <a:cubicBezTo>
                    <a:pt x="43516" y="360342"/>
                    <a:pt x="43762" y="346345"/>
                    <a:pt x="44015" y="331923"/>
                  </a:cubicBezTo>
                  <a:cubicBezTo>
                    <a:pt x="44751" y="331923"/>
                    <a:pt x="45488" y="331923"/>
                    <a:pt x="46247" y="331923"/>
                  </a:cubicBezTo>
                  <a:cubicBezTo>
                    <a:pt x="46253" y="331403"/>
                    <a:pt x="46259" y="330882"/>
                    <a:pt x="46265" y="330346"/>
                  </a:cubicBezTo>
                  <a:cubicBezTo>
                    <a:pt x="46323" y="325451"/>
                    <a:pt x="46388" y="320557"/>
                    <a:pt x="46461" y="315662"/>
                  </a:cubicBezTo>
                  <a:cubicBezTo>
                    <a:pt x="46498" y="313145"/>
                    <a:pt x="46533" y="310628"/>
                    <a:pt x="46561" y="308112"/>
                  </a:cubicBezTo>
                  <a:cubicBezTo>
                    <a:pt x="46594" y="305221"/>
                    <a:pt x="46638" y="302330"/>
                    <a:pt x="46683" y="299440"/>
                  </a:cubicBezTo>
                  <a:cubicBezTo>
                    <a:pt x="46692" y="298532"/>
                    <a:pt x="46700" y="297624"/>
                    <a:pt x="46709" y="296689"/>
                  </a:cubicBezTo>
                  <a:cubicBezTo>
                    <a:pt x="46724" y="295855"/>
                    <a:pt x="46739" y="295021"/>
                    <a:pt x="46754" y="294161"/>
                  </a:cubicBezTo>
                  <a:cubicBezTo>
                    <a:pt x="46764" y="293423"/>
                    <a:pt x="46774" y="292684"/>
                    <a:pt x="46784" y="291923"/>
                  </a:cubicBezTo>
                  <a:cubicBezTo>
                    <a:pt x="46852" y="291371"/>
                    <a:pt x="46921" y="290820"/>
                    <a:pt x="46991" y="290251"/>
                  </a:cubicBezTo>
                  <a:cubicBezTo>
                    <a:pt x="47482" y="290006"/>
                    <a:pt x="47974" y="289760"/>
                    <a:pt x="48480" y="289507"/>
                  </a:cubicBezTo>
                  <a:cubicBezTo>
                    <a:pt x="48713" y="287781"/>
                    <a:pt x="48713" y="287781"/>
                    <a:pt x="48681" y="285678"/>
                  </a:cubicBezTo>
                  <a:cubicBezTo>
                    <a:pt x="48689" y="284861"/>
                    <a:pt x="48697" y="284044"/>
                    <a:pt x="48704" y="283202"/>
                  </a:cubicBezTo>
                  <a:cubicBezTo>
                    <a:pt x="48706" y="282313"/>
                    <a:pt x="48708" y="281424"/>
                    <a:pt x="48709" y="280508"/>
                  </a:cubicBezTo>
                  <a:cubicBezTo>
                    <a:pt x="48728" y="278648"/>
                    <a:pt x="48747" y="276789"/>
                    <a:pt x="48766" y="274930"/>
                  </a:cubicBezTo>
                  <a:cubicBezTo>
                    <a:pt x="48787" y="271980"/>
                    <a:pt x="48805" y="269031"/>
                    <a:pt x="48819" y="266081"/>
                  </a:cubicBezTo>
                  <a:cubicBezTo>
                    <a:pt x="48835" y="263247"/>
                    <a:pt x="48864" y="260413"/>
                    <a:pt x="48895" y="257579"/>
                  </a:cubicBezTo>
                  <a:cubicBezTo>
                    <a:pt x="48895" y="256690"/>
                    <a:pt x="48895" y="255801"/>
                    <a:pt x="48895" y="254885"/>
                  </a:cubicBezTo>
                  <a:cubicBezTo>
                    <a:pt x="48905" y="254068"/>
                    <a:pt x="48915" y="253251"/>
                    <a:pt x="48926" y="252409"/>
                  </a:cubicBezTo>
                  <a:cubicBezTo>
                    <a:pt x="48929" y="251686"/>
                    <a:pt x="48933" y="250963"/>
                    <a:pt x="48937" y="250218"/>
                  </a:cubicBezTo>
                  <a:cubicBezTo>
                    <a:pt x="49032" y="249677"/>
                    <a:pt x="49126" y="249137"/>
                    <a:pt x="49224" y="248580"/>
                  </a:cubicBezTo>
                  <a:cubicBezTo>
                    <a:pt x="49960" y="248334"/>
                    <a:pt x="50697" y="248088"/>
                    <a:pt x="51456" y="247835"/>
                  </a:cubicBezTo>
                  <a:cubicBezTo>
                    <a:pt x="51815" y="246110"/>
                    <a:pt x="51815" y="246110"/>
                    <a:pt x="51778" y="243994"/>
                  </a:cubicBezTo>
                  <a:cubicBezTo>
                    <a:pt x="51793" y="243175"/>
                    <a:pt x="51807" y="242355"/>
                    <a:pt x="51822" y="241511"/>
                  </a:cubicBezTo>
                  <a:cubicBezTo>
                    <a:pt x="51827" y="240620"/>
                    <a:pt x="51832" y="239728"/>
                    <a:pt x="51837" y="238810"/>
                  </a:cubicBezTo>
                  <a:cubicBezTo>
                    <a:pt x="51850" y="237902"/>
                    <a:pt x="51864" y="236995"/>
                    <a:pt x="51877" y="236060"/>
                  </a:cubicBezTo>
                  <a:cubicBezTo>
                    <a:pt x="51918" y="233148"/>
                    <a:pt x="51943" y="230237"/>
                    <a:pt x="51968" y="227325"/>
                  </a:cubicBezTo>
                  <a:cubicBezTo>
                    <a:pt x="51992" y="225357"/>
                    <a:pt x="52018" y="223388"/>
                    <a:pt x="52045" y="221420"/>
                  </a:cubicBezTo>
                  <a:cubicBezTo>
                    <a:pt x="52108" y="216583"/>
                    <a:pt x="52159" y="211745"/>
                    <a:pt x="52200" y="206908"/>
                  </a:cubicBezTo>
                  <a:cubicBezTo>
                    <a:pt x="52937" y="206908"/>
                    <a:pt x="53674" y="206908"/>
                    <a:pt x="54433" y="206908"/>
                  </a:cubicBezTo>
                  <a:cubicBezTo>
                    <a:pt x="54439" y="206378"/>
                    <a:pt x="54445" y="205848"/>
                    <a:pt x="54451" y="205302"/>
                  </a:cubicBezTo>
                  <a:cubicBezTo>
                    <a:pt x="54509" y="200320"/>
                    <a:pt x="54574" y="195337"/>
                    <a:pt x="54647" y="190355"/>
                  </a:cubicBezTo>
                  <a:cubicBezTo>
                    <a:pt x="54684" y="187793"/>
                    <a:pt x="54718" y="185232"/>
                    <a:pt x="54747" y="182670"/>
                  </a:cubicBezTo>
                  <a:cubicBezTo>
                    <a:pt x="54779" y="179727"/>
                    <a:pt x="54824" y="176785"/>
                    <a:pt x="54869" y="173843"/>
                  </a:cubicBezTo>
                  <a:cubicBezTo>
                    <a:pt x="54877" y="172919"/>
                    <a:pt x="54886" y="171995"/>
                    <a:pt x="54895" y="171043"/>
                  </a:cubicBezTo>
                  <a:cubicBezTo>
                    <a:pt x="54910" y="170194"/>
                    <a:pt x="54924" y="169345"/>
                    <a:pt x="54940" y="168470"/>
                  </a:cubicBezTo>
                  <a:cubicBezTo>
                    <a:pt x="54949" y="167718"/>
                    <a:pt x="54959" y="166966"/>
                    <a:pt x="54970" y="166191"/>
                  </a:cubicBezTo>
                  <a:cubicBezTo>
                    <a:pt x="55038" y="165630"/>
                    <a:pt x="55106" y="165070"/>
                    <a:pt x="55177" y="164492"/>
                  </a:cubicBezTo>
                  <a:cubicBezTo>
                    <a:pt x="55668" y="164246"/>
                    <a:pt x="56159" y="164001"/>
                    <a:pt x="56665" y="163748"/>
                  </a:cubicBezTo>
                  <a:cubicBezTo>
                    <a:pt x="56914" y="161986"/>
                    <a:pt x="56914" y="161986"/>
                    <a:pt x="56902" y="159838"/>
                  </a:cubicBezTo>
                  <a:cubicBezTo>
                    <a:pt x="56917" y="159003"/>
                    <a:pt x="56932" y="158169"/>
                    <a:pt x="56947" y="157310"/>
                  </a:cubicBezTo>
                  <a:cubicBezTo>
                    <a:pt x="56956" y="156402"/>
                    <a:pt x="56964" y="155494"/>
                    <a:pt x="56973" y="154559"/>
                  </a:cubicBezTo>
                  <a:cubicBezTo>
                    <a:pt x="56988" y="153635"/>
                    <a:pt x="57002" y="152711"/>
                    <a:pt x="57017" y="151759"/>
                  </a:cubicBezTo>
                  <a:cubicBezTo>
                    <a:pt x="57054" y="149299"/>
                    <a:pt x="57085" y="146839"/>
                    <a:pt x="57112" y="144379"/>
                  </a:cubicBezTo>
                  <a:cubicBezTo>
                    <a:pt x="57142" y="141870"/>
                    <a:pt x="57180" y="139361"/>
                    <a:pt x="57217" y="136852"/>
                  </a:cubicBezTo>
                  <a:cubicBezTo>
                    <a:pt x="57289" y="131927"/>
                    <a:pt x="57352" y="127001"/>
                    <a:pt x="57409" y="122076"/>
                  </a:cubicBezTo>
                  <a:cubicBezTo>
                    <a:pt x="58146" y="122321"/>
                    <a:pt x="58883" y="122567"/>
                    <a:pt x="59642" y="122820"/>
                  </a:cubicBezTo>
                  <a:cubicBezTo>
                    <a:pt x="59887" y="109068"/>
                    <a:pt x="60133" y="95316"/>
                    <a:pt x="60386" y="81148"/>
                  </a:cubicBezTo>
                  <a:cubicBezTo>
                    <a:pt x="61122" y="81148"/>
                    <a:pt x="61859" y="81148"/>
                    <a:pt x="62618" y="81148"/>
                  </a:cubicBezTo>
                  <a:cubicBezTo>
                    <a:pt x="62618" y="80640"/>
                    <a:pt x="62617" y="80132"/>
                    <a:pt x="62616" y="79609"/>
                  </a:cubicBezTo>
                  <a:cubicBezTo>
                    <a:pt x="62615" y="74334"/>
                    <a:pt x="62644" y="69059"/>
                    <a:pt x="62691" y="63784"/>
                  </a:cubicBezTo>
                  <a:cubicBezTo>
                    <a:pt x="62704" y="61815"/>
                    <a:pt x="62710" y="59845"/>
                    <a:pt x="62708" y="57875"/>
                  </a:cubicBezTo>
                  <a:cubicBezTo>
                    <a:pt x="62705" y="55046"/>
                    <a:pt x="62732" y="52219"/>
                    <a:pt x="62764" y="49391"/>
                  </a:cubicBezTo>
                  <a:cubicBezTo>
                    <a:pt x="62757" y="48507"/>
                    <a:pt x="62750" y="47624"/>
                    <a:pt x="62743" y="46713"/>
                  </a:cubicBezTo>
                  <a:cubicBezTo>
                    <a:pt x="62783" y="44458"/>
                    <a:pt x="62838" y="42414"/>
                    <a:pt x="63362" y="40220"/>
                  </a:cubicBezTo>
                  <a:cubicBezTo>
                    <a:pt x="65586" y="38670"/>
                    <a:pt x="65586" y="38670"/>
                    <a:pt x="67827" y="37988"/>
                  </a:cubicBezTo>
                  <a:cubicBezTo>
                    <a:pt x="68073" y="37251"/>
                    <a:pt x="68318" y="36514"/>
                    <a:pt x="68571" y="35755"/>
                  </a:cubicBezTo>
                  <a:cubicBezTo>
                    <a:pt x="69308" y="35510"/>
                    <a:pt x="70045" y="35264"/>
                    <a:pt x="70804" y="35011"/>
                  </a:cubicBezTo>
                  <a:cubicBezTo>
                    <a:pt x="71019" y="34581"/>
                    <a:pt x="71234" y="34152"/>
                    <a:pt x="71455" y="33709"/>
                  </a:cubicBezTo>
                  <a:cubicBezTo>
                    <a:pt x="72587" y="31445"/>
                    <a:pt x="74143" y="29997"/>
                    <a:pt x="76013" y="28314"/>
                  </a:cubicBezTo>
                  <a:cubicBezTo>
                    <a:pt x="76504" y="28314"/>
                    <a:pt x="76995" y="28314"/>
                    <a:pt x="77501" y="28314"/>
                  </a:cubicBezTo>
                  <a:cubicBezTo>
                    <a:pt x="77639" y="27600"/>
                    <a:pt x="77639" y="27600"/>
                    <a:pt x="77780" y="26872"/>
                  </a:cubicBezTo>
                  <a:cubicBezTo>
                    <a:pt x="77934" y="26366"/>
                    <a:pt x="78087" y="25859"/>
                    <a:pt x="78245" y="25337"/>
                  </a:cubicBezTo>
                  <a:cubicBezTo>
                    <a:pt x="79237" y="25089"/>
                    <a:pt x="80230" y="24841"/>
                    <a:pt x="81222" y="24593"/>
                  </a:cubicBezTo>
                  <a:cubicBezTo>
                    <a:pt x="81345" y="24087"/>
                    <a:pt x="81467" y="23580"/>
                    <a:pt x="81594" y="23058"/>
                  </a:cubicBezTo>
                  <a:cubicBezTo>
                    <a:pt x="81717" y="22583"/>
                    <a:pt x="81839" y="22107"/>
                    <a:pt x="81966" y="21617"/>
                  </a:cubicBezTo>
                  <a:cubicBezTo>
                    <a:pt x="82948" y="21617"/>
                    <a:pt x="83930" y="21617"/>
                    <a:pt x="84942" y="21617"/>
                  </a:cubicBezTo>
                  <a:cubicBezTo>
                    <a:pt x="84942" y="20389"/>
                    <a:pt x="84942" y="19161"/>
                    <a:pt x="84942" y="17896"/>
                  </a:cubicBezTo>
                  <a:cubicBezTo>
                    <a:pt x="85925" y="17896"/>
                    <a:pt x="86907" y="17896"/>
                    <a:pt x="87919" y="17896"/>
                  </a:cubicBezTo>
                  <a:cubicBezTo>
                    <a:pt x="88419" y="16455"/>
                    <a:pt x="88419" y="16455"/>
                    <a:pt x="88663" y="14919"/>
                  </a:cubicBezTo>
                  <a:cubicBezTo>
                    <a:pt x="89400" y="14551"/>
                    <a:pt x="89400" y="14551"/>
                    <a:pt x="90151" y="14175"/>
                  </a:cubicBezTo>
                  <a:cubicBezTo>
                    <a:pt x="90520" y="13070"/>
                    <a:pt x="90520" y="13070"/>
                    <a:pt x="90896" y="11943"/>
                  </a:cubicBezTo>
                  <a:cubicBezTo>
                    <a:pt x="91387" y="11835"/>
                    <a:pt x="91878" y="11728"/>
                    <a:pt x="92384" y="11617"/>
                  </a:cubicBezTo>
                  <a:cubicBezTo>
                    <a:pt x="92875" y="11479"/>
                    <a:pt x="93366" y="11341"/>
                    <a:pt x="93872" y="11199"/>
                  </a:cubicBezTo>
                  <a:cubicBezTo>
                    <a:pt x="94128" y="10208"/>
                    <a:pt x="94375" y="9216"/>
                    <a:pt x="94616" y="8222"/>
                  </a:cubicBezTo>
                  <a:cubicBezTo>
                    <a:pt x="95325" y="7900"/>
                    <a:pt x="95325" y="7900"/>
                    <a:pt x="96049" y="7571"/>
                  </a:cubicBezTo>
                  <a:cubicBezTo>
                    <a:pt x="97987" y="6520"/>
                    <a:pt x="98151" y="5755"/>
                    <a:pt x="98857" y="3711"/>
                  </a:cubicBezTo>
                  <a:cubicBezTo>
                    <a:pt x="100147" y="956"/>
                    <a:pt x="100147" y="956"/>
                    <a:pt x="101907" y="225"/>
                  </a:cubicBezTo>
                  <a:cubicBezTo>
                    <a:pt x="103670" y="14"/>
                    <a:pt x="105352" y="-6"/>
                    <a:pt x="107127" y="35"/>
                  </a:cubicBezTo>
                  <a:cubicBezTo>
                    <a:pt x="108132" y="22"/>
                    <a:pt x="108132" y="22"/>
                    <a:pt x="109156" y="10"/>
                  </a:cubicBezTo>
                  <a:close/>
                </a:path>
              </a:pathLst>
            </a:custGeom>
            <a:grpFill/>
            <a:ln w="744" cap="flat">
              <a:noFill/>
              <a:prstDash val="solid"/>
              <a:miter/>
            </a:ln>
          </p:spPr>
          <p:txBody>
            <a:bodyPr rtlCol="0" anchor="ctr"/>
            <a:lstStyle/>
            <a:p>
              <a:endParaRPr lang="zh-CN" altLang="en-US"/>
            </a:p>
          </p:txBody>
        </p:sp>
        <p:sp>
          <p:nvSpPr>
            <p:cNvPr id="138" name="任意多边形: 形状 137"/>
            <p:cNvSpPr/>
            <p:nvPr/>
          </p:nvSpPr>
          <p:spPr>
            <a:xfrm>
              <a:off x="4491589" y="596394"/>
              <a:ext cx="336540" cy="1039640"/>
            </a:xfrm>
            <a:custGeom>
              <a:avLst/>
              <a:gdLst>
                <a:gd name="connsiteX0" fmla="*/ 78872 w 336545"/>
                <a:gd name="connsiteY0" fmla="*/ 767 h 1039608"/>
                <a:gd name="connsiteX1" fmla="*/ 84825 w 336545"/>
                <a:gd name="connsiteY1" fmla="*/ 767 h 1039608"/>
                <a:gd name="connsiteX2" fmla="*/ 86801 w 336545"/>
                <a:gd name="connsiteY2" fmla="*/ 9982 h 1039608"/>
                <a:gd name="connsiteX3" fmla="*/ 87057 w 336545"/>
                <a:gd name="connsiteY3" fmla="*/ 11929 h 1039608"/>
                <a:gd name="connsiteX4" fmla="*/ 88546 w 336545"/>
                <a:gd name="connsiteY4" fmla="*/ 12673 h 1039608"/>
                <a:gd name="connsiteX5" fmla="*/ 88961 w 336545"/>
                <a:gd name="connsiteY5" fmla="*/ 19603 h 1039608"/>
                <a:gd name="connsiteX6" fmla="*/ 89290 w 336545"/>
                <a:gd name="connsiteY6" fmla="*/ 21603 h 1039608"/>
                <a:gd name="connsiteX7" fmla="*/ 91522 w 336545"/>
                <a:gd name="connsiteY7" fmla="*/ 22347 h 1039608"/>
                <a:gd name="connsiteX8" fmla="*/ 91964 w 336545"/>
                <a:gd name="connsiteY8" fmla="*/ 30440 h 1039608"/>
                <a:gd name="connsiteX9" fmla="*/ 92266 w 336545"/>
                <a:gd name="connsiteY9" fmla="*/ 32765 h 1039608"/>
                <a:gd name="connsiteX10" fmla="*/ 94499 w 336545"/>
                <a:gd name="connsiteY10" fmla="*/ 33509 h 1039608"/>
                <a:gd name="connsiteX11" fmla="*/ 94917 w 336545"/>
                <a:gd name="connsiteY11" fmla="*/ 38346 h 1039608"/>
                <a:gd name="connsiteX12" fmla="*/ 95243 w 336545"/>
                <a:gd name="connsiteY12" fmla="*/ 43183 h 1039608"/>
                <a:gd name="connsiteX13" fmla="*/ 96731 w 336545"/>
                <a:gd name="connsiteY13" fmla="*/ 43927 h 1039608"/>
                <a:gd name="connsiteX14" fmla="*/ 97196 w 336545"/>
                <a:gd name="connsiteY14" fmla="*/ 49555 h 1039608"/>
                <a:gd name="connsiteX15" fmla="*/ 97283 w 336545"/>
                <a:gd name="connsiteY15" fmla="*/ 51158 h 1039608"/>
                <a:gd name="connsiteX16" fmla="*/ 97475 w 336545"/>
                <a:gd name="connsiteY16" fmla="*/ 55089 h 1039608"/>
                <a:gd name="connsiteX17" fmla="*/ 99708 w 336545"/>
                <a:gd name="connsiteY17" fmla="*/ 55089 h 1039608"/>
                <a:gd name="connsiteX18" fmla="*/ 99792 w 336545"/>
                <a:gd name="connsiteY18" fmla="*/ 57342 h 1039608"/>
                <a:gd name="connsiteX19" fmla="*/ 99940 w 336545"/>
                <a:gd name="connsiteY19" fmla="*/ 60252 h 1039608"/>
                <a:gd name="connsiteX20" fmla="*/ 100071 w 336545"/>
                <a:gd name="connsiteY20" fmla="*/ 63156 h 1039608"/>
                <a:gd name="connsiteX21" fmla="*/ 100452 w 336545"/>
                <a:gd name="connsiteY21" fmla="*/ 65507 h 1039608"/>
                <a:gd name="connsiteX22" fmla="*/ 102684 w 336545"/>
                <a:gd name="connsiteY22" fmla="*/ 66251 h 1039608"/>
                <a:gd name="connsiteX23" fmla="*/ 103103 w 336545"/>
                <a:gd name="connsiteY23" fmla="*/ 71088 h 1039608"/>
                <a:gd name="connsiteX24" fmla="*/ 103428 w 336545"/>
                <a:gd name="connsiteY24" fmla="*/ 75925 h 1039608"/>
                <a:gd name="connsiteX25" fmla="*/ 104917 w 336545"/>
                <a:gd name="connsiteY25" fmla="*/ 76669 h 1039608"/>
                <a:gd name="connsiteX26" fmla="*/ 105332 w 336545"/>
                <a:gd name="connsiteY26" fmla="*/ 84181 h 1039608"/>
                <a:gd name="connsiteX27" fmla="*/ 105661 w 336545"/>
                <a:gd name="connsiteY27" fmla="*/ 86343 h 1039608"/>
                <a:gd name="connsiteX28" fmla="*/ 107893 w 336545"/>
                <a:gd name="connsiteY28" fmla="*/ 87087 h 1039608"/>
                <a:gd name="connsiteX29" fmla="*/ 108335 w 336545"/>
                <a:gd name="connsiteY29" fmla="*/ 94599 h 1039608"/>
                <a:gd name="connsiteX30" fmla="*/ 108637 w 336545"/>
                <a:gd name="connsiteY30" fmla="*/ 96761 h 1039608"/>
                <a:gd name="connsiteX31" fmla="*/ 110870 w 336545"/>
                <a:gd name="connsiteY31" fmla="*/ 97505 h 1039608"/>
                <a:gd name="connsiteX32" fmla="*/ 111288 w 336545"/>
                <a:gd name="connsiteY32" fmla="*/ 102714 h 1039608"/>
                <a:gd name="connsiteX33" fmla="*/ 111614 w 336545"/>
                <a:gd name="connsiteY33" fmla="*/ 107923 h 1039608"/>
                <a:gd name="connsiteX34" fmla="*/ 113102 w 336545"/>
                <a:gd name="connsiteY34" fmla="*/ 108667 h 1039608"/>
                <a:gd name="connsiteX35" fmla="*/ 113567 w 336545"/>
                <a:gd name="connsiteY35" fmla="*/ 113923 h 1039608"/>
                <a:gd name="connsiteX36" fmla="*/ 113736 w 336545"/>
                <a:gd name="connsiteY36" fmla="*/ 116833 h 1039608"/>
                <a:gd name="connsiteX37" fmla="*/ 113846 w 336545"/>
                <a:gd name="connsiteY37" fmla="*/ 119085 h 1039608"/>
                <a:gd name="connsiteX38" fmla="*/ 116079 w 336545"/>
                <a:gd name="connsiteY38" fmla="*/ 119085 h 1039608"/>
                <a:gd name="connsiteX39" fmla="*/ 116823 w 336545"/>
                <a:gd name="connsiteY39" fmla="*/ 130248 h 1039608"/>
                <a:gd name="connsiteX40" fmla="*/ 119055 w 336545"/>
                <a:gd name="connsiteY40" fmla="*/ 130248 h 1039608"/>
                <a:gd name="connsiteX41" fmla="*/ 119166 w 336545"/>
                <a:gd name="connsiteY41" fmla="*/ 132338 h 1039608"/>
                <a:gd name="connsiteX42" fmla="*/ 119334 w 336545"/>
                <a:gd name="connsiteY42" fmla="*/ 135038 h 1039608"/>
                <a:gd name="connsiteX43" fmla="*/ 119491 w 336545"/>
                <a:gd name="connsiteY43" fmla="*/ 137733 h 1039608"/>
                <a:gd name="connsiteX44" fmla="*/ 119799 w 336545"/>
                <a:gd name="connsiteY44" fmla="*/ 139921 h 1039608"/>
                <a:gd name="connsiteX45" fmla="*/ 121288 w 336545"/>
                <a:gd name="connsiteY45" fmla="*/ 140665 h 1039608"/>
                <a:gd name="connsiteX46" fmla="*/ 121753 w 336545"/>
                <a:gd name="connsiteY46" fmla="*/ 146293 h 1039608"/>
                <a:gd name="connsiteX47" fmla="*/ 121840 w 336545"/>
                <a:gd name="connsiteY47" fmla="*/ 147896 h 1039608"/>
                <a:gd name="connsiteX48" fmla="*/ 122032 w 336545"/>
                <a:gd name="connsiteY48" fmla="*/ 151828 h 1039608"/>
                <a:gd name="connsiteX49" fmla="*/ 124264 w 336545"/>
                <a:gd name="connsiteY49" fmla="*/ 151828 h 1039608"/>
                <a:gd name="connsiteX50" fmla="*/ 125008 w 336545"/>
                <a:gd name="connsiteY50" fmla="*/ 162246 h 1039608"/>
                <a:gd name="connsiteX51" fmla="*/ 127241 w 336545"/>
                <a:gd name="connsiteY51" fmla="*/ 162246 h 1039608"/>
                <a:gd name="connsiteX52" fmla="*/ 127241 w 336545"/>
                <a:gd name="connsiteY52" fmla="*/ 172664 h 1039608"/>
                <a:gd name="connsiteX53" fmla="*/ 129473 w 336545"/>
                <a:gd name="connsiteY53" fmla="*/ 172664 h 1039608"/>
                <a:gd name="connsiteX54" fmla="*/ 129584 w 336545"/>
                <a:gd name="connsiteY54" fmla="*/ 174538 h 1039608"/>
                <a:gd name="connsiteX55" fmla="*/ 129752 w 336545"/>
                <a:gd name="connsiteY55" fmla="*/ 176989 h 1039608"/>
                <a:gd name="connsiteX56" fmla="*/ 129909 w 336545"/>
                <a:gd name="connsiteY56" fmla="*/ 179422 h 1039608"/>
                <a:gd name="connsiteX57" fmla="*/ 131706 w 336545"/>
                <a:gd name="connsiteY57" fmla="*/ 183826 h 1039608"/>
                <a:gd name="connsiteX58" fmla="*/ 132450 w 336545"/>
                <a:gd name="connsiteY58" fmla="*/ 183826 h 1039608"/>
                <a:gd name="connsiteX59" fmla="*/ 133194 w 336545"/>
                <a:gd name="connsiteY59" fmla="*/ 194244 h 1039608"/>
                <a:gd name="connsiteX60" fmla="*/ 135426 w 336545"/>
                <a:gd name="connsiteY60" fmla="*/ 194244 h 1039608"/>
                <a:gd name="connsiteX61" fmla="*/ 135537 w 336545"/>
                <a:gd name="connsiteY61" fmla="*/ 196496 h 1039608"/>
                <a:gd name="connsiteX62" fmla="*/ 135705 w 336545"/>
                <a:gd name="connsiteY62" fmla="*/ 199406 h 1039608"/>
                <a:gd name="connsiteX63" fmla="*/ 135862 w 336545"/>
                <a:gd name="connsiteY63" fmla="*/ 202310 h 1039608"/>
                <a:gd name="connsiteX64" fmla="*/ 136171 w 336545"/>
                <a:gd name="connsiteY64" fmla="*/ 204662 h 1039608"/>
                <a:gd name="connsiteX65" fmla="*/ 137659 w 336545"/>
                <a:gd name="connsiteY65" fmla="*/ 205406 h 1039608"/>
                <a:gd name="connsiteX66" fmla="*/ 138729 w 336545"/>
                <a:gd name="connsiteY66" fmla="*/ 212917 h 1039608"/>
                <a:gd name="connsiteX67" fmla="*/ 139147 w 336545"/>
                <a:gd name="connsiteY67" fmla="*/ 215080 h 1039608"/>
                <a:gd name="connsiteX68" fmla="*/ 140635 w 336545"/>
                <a:gd name="connsiteY68" fmla="*/ 215824 h 1039608"/>
                <a:gd name="connsiteX69" fmla="*/ 141100 w 336545"/>
                <a:gd name="connsiteY69" fmla="*/ 221451 h 1039608"/>
                <a:gd name="connsiteX70" fmla="*/ 141188 w 336545"/>
                <a:gd name="connsiteY70" fmla="*/ 223054 h 1039608"/>
                <a:gd name="connsiteX71" fmla="*/ 141380 w 336545"/>
                <a:gd name="connsiteY71" fmla="*/ 226986 h 1039608"/>
                <a:gd name="connsiteX72" fmla="*/ 143612 w 336545"/>
                <a:gd name="connsiteY72" fmla="*/ 226986 h 1039608"/>
                <a:gd name="connsiteX73" fmla="*/ 143722 w 336545"/>
                <a:gd name="connsiteY73" fmla="*/ 229076 h 1039608"/>
                <a:gd name="connsiteX74" fmla="*/ 143891 w 336545"/>
                <a:gd name="connsiteY74" fmla="*/ 231776 h 1039608"/>
                <a:gd name="connsiteX75" fmla="*/ 144048 w 336545"/>
                <a:gd name="connsiteY75" fmla="*/ 234471 h 1039608"/>
                <a:gd name="connsiteX76" fmla="*/ 144356 w 336545"/>
                <a:gd name="connsiteY76" fmla="*/ 236660 h 1039608"/>
                <a:gd name="connsiteX77" fmla="*/ 145844 w 336545"/>
                <a:gd name="connsiteY77" fmla="*/ 237404 h 1039608"/>
                <a:gd name="connsiteX78" fmla="*/ 146309 w 336545"/>
                <a:gd name="connsiteY78" fmla="*/ 241822 h 1039608"/>
                <a:gd name="connsiteX79" fmla="*/ 146478 w 336545"/>
                <a:gd name="connsiteY79" fmla="*/ 244261 h 1039608"/>
                <a:gd name="connsiteX80" fmla="*/ 146589 w 336545"/>
                <a:gd name="connsiteY80" fmla="*/ 247822 h 1039608"/>
                <a:gd name="connsiteX81" fmla="*/ 148821 w 336545"/>
                <a:gd name="connsiteY81" fmla="*/ 247822 h 1039608"/>
                <a:gd name="connsiteX82" fmla="*/ 148905 w 336545"/>
                <a:gd name="connsiteY82" fmla="*/ 250074 h 1039608"/>
                <a:gd name="connsiteX83" fmla="*/ 149053 w 336545"/>
                <a:gd name="connsiteY83" fmla="*/ 252984 h 1039608"/>
                <a:gd name="connsiteX84" fmla="*/ 149184 w 336545"/>
                <a:gd name="connsiteY84" fmla="*/ 255888 h 1039608"/>
                <a:gd name="connsiteX85" fmla="*/ 149565 w 336545"/>
                <a:gd name="connsiteY85" fmla="*/ 258240 h 1039608"/>
                <a:gd name="connsiteX86" fmla="*/ 151798 w 336545"/>
                <a:gd name="connsiteY86" fmla="*/ 258984 h 1039608"/>
                <a:gd name="connsiteX87" fmla="*/ 152216 w 336545"/>
                <a:gd name="connsiteY87" fmla="*/ 263821 h 1039608"/>
                <a:gd name="connsiteX88" fmla="*/ 152542 w 336545"/>
                <a:gd name="connsiteY88" fmla="*/ 268658 h 1039608"/>
                <a:gd name="connsiteX89" fmla="*/ 154030 w 336545"/>
                <a:gd name="connsiteY89" fmla="*/ 269402 h 1039608"/>
                <a:gd name="connsiteX90" fmla="*/ 154449 w 336545"/>
                <a:gd name="connsiteY90" fmla="*/ 273402 h 1039608"/>
                <a:gd name="connsiteX91" fmla="*/ 155518 w 336545"/>
                <a:gd name="connsiteY91" fmla="*/ 279820 h 1039608"/>
                <a:gd name="connsiteX92" fmla="*/ 157006 w 336545"/>
                <a:gd name="connsiteY92" fmla="*/ 280564 h 1039608"/>
                <a:gd name="connsiteX93" fmla="*/ 157472 w 336545"/>
                <a:gd name="connsiteY93" fmla="*/ 285819 h 1039608"/>
                <a:gd name="connsiteX94" fmla="*/ 157640 w 336545"/>
                <a:gd name="connsiteY94" fmla="*/ 288729 h 1039608"/>
                <a:gd name="connsiteX95" fmla="*/ 157751 w 336545"/>
                <a:gd name="connsiteY95" fmla="*/ 290982 h 1039608"/>
                <a:gd name="connsiteX96" fmla="*/ 159983 w 336545"/>
                <a:gd name="connsiteY96" fmla="*/ 290238 h 1039608"/>
                <a:gd name="connsiteX97" fmla="*/ 160067 w 336545"/>
                <a:gd name="connsiteY97" fmla="*/ 292601 h 1039608"/>
                <a:gd name="connsiteX98" fmla="*/ 160216 w 336545"/>
                <a:gd name="connsiteY98" fmla="*/ 295679 h 1039608"/>
                <a:gd name="connsiteX99" fmla="*/ 160266 w 336545"/>
                <a:gd name="connsiteY99" fmla="*/ 297236 h 1039608"/>
                <a:gd name="connsiteX100" fmla="*/ 162960 w 336545"/>
                <a:gd name="connsiteY100" fmla="*/ 303632 h 1039608"/>
                <a:gd name="connsiteX101" fmla="*/ 163378 w 336545"/>
                <a:gd name="connsiteY101" fmla="*/ 307818 h 1039608"/>
                <a:gd name="connsiteX102" fmla="*/ 163704 w 336545"/>
                <a:gd name="connsiteY102" fmla="*/ 311818 h 1039608"/>
                <a:gd name="connsiteX103" fmla="*/ 165192 w 336545"/>
                <a:gd name="connsiteY103" fmla="*/ 312562 h 1039608"/>
                <a:gd name="connsiteX104" fmla="*/ 165608 w 336545"/>
                <a:gd name="connsiteY104" fmla="*/ 320073 h 1039608"/>
                <a:gd name="connsiteX105" fmla="*/ 165936 w 336545"/>
                <a:gd name="connsiteY105" fmla="*/ 322236 h 1039608"/>
                <a:gd name="connsiteX106" fmla="*/ 168169 w 336545"/>
                <a:gd name="connsiteY106" fmla="*/ 322980 h 1039608"/>
                <a:gd name="connsiteX107" fmla="*/ 168541 w 336545"/>
                <a:gd name="connsiteY107" fmla="*/ 328096 h 1039608"/>
                <a:gd name="connsiteX108" fmla="*/ 171145 w 336545"/>
                <a:gd name="connsiteY108" fmla="*/ 335630 h 1039608"/>
                <a:gd name="connsiteX109" fmla="*/ 171285 w 336545"/>
                <a:gd name="connsiteY109" fmla="*/ 340235 h 1039608"/>
                <a:gd name="connsiteX110" fmla="*/ 171224 w 336545"/>
                <a:gd name="connsiteY110" fmla="*/ 342685 h 1039608"/>
                <a:gd name="connsiteX111" fmla="*/ 171145 w 336545"/>
                <a:gd name="connsiteY111" fmla="*/ 344560 h 1039608"/>
                <a:gd name="connsiteX112" fmla="*/ 173378 w 336545"/>
                <a:gd name="connsiteY112" fmla="*/ 344560 h 1039608"/>
                <a:gd name="connsiteX113" fmla="*/ 174122 w 336545"/>
                <a:gd name="connsiteY113" fmla="*/ 355722 h 1039608"/>
                <a:gd name="connsiteX114" fmla="*/ 176354 w 336545"/>
                <a:gd name="connsiteY114" fmla="*/ 355722 h 1039608"/>
                <a:gd name="connsiteX115" fmla="*/ 176438 w 336545"/>
                <a:gd name="connsiteY115" fmla="*/ 357975 h 1039608"/>
                <a:gd name="connsiteX116" fmla="*/ 176587 w 336545"/>
                <a:gd name="connsiteY116" fmla="*/ 360885 h 1039608"/>
                <a:gd name="connsiteX117" fmla="*/ 176717 w 336545"/>
                <a:gd name="connsiteY117" fmla="*/ 363788 h 1039608"/>
                <a:gd name="connsiteX118" fmla="*/ 177098 w 336545"/>
                <a:gd name="connsiteY118" fmla="*/ 366140 h 1039608"/>
                <a:gd name="connsiteX119" fmla="*/ 179331 w 336545"/>
                <a:gd name="connsiteY119" fmla="*/ 366884 h 1039608"/>
                <a:gd name="connsiteX120" fmla="*/ 179749 w 336545"/>
                <a:gd name="connsiteY120" fmla="*/ 371721 h 1039608"/>
                <a:gd name="connsiteX121" fmla="*/ 180075 w 336545"/>
                <a:gd name="connsiteY121" fmla="*/ 376558 h 1039608"/>
                <a:gd name="connsiteX122" fmla="*/ 181563 w 336545"/>
                <a:gd name="connsiteY122" fmla="*/ 377302 h 1039608"/>
                <a:gd name="connsiteX123" fmla="*/ 181979 w 336545"/>
                <a:gd name="connsiteY123" fmla="*/ 384232 h 1039608"/>
                <a:gd name="connsiteX124" fmla="*/ 182307 w 336545"/>
                <a:gd name="connsiteY124" fmla="*/ 386232 h 1039608"/>
                <a:gd name="connsiteX125" fmla="*/ 184540 w 336545"/>
                <a:gd name="connsiteY125" fmla="*/ 386976 h 1039608"/>
                <a:gd name="connsiteX126" fmla="*/ 184387 w 336545"/>
                <a:gd name="connsiteY126" fmla="*/ 394141 h 1039608"/>
                <a:gd name="connsiteX127" fmla="*/ 184540 w 336545"/>
                <a:gd name="connsiteY127" fmla="*/ 398138 h 1039608"/>
                <a:gd name="connsiteX128" fmla="*/ 187516 w 336545"/>
                <a:gd name="connsiteY128" fmla="*/ 398882 h 1039608"/>
                <a:gd name="connsiteX129" fmla="*/ 187702 w 336545"/>
                <a:gd name="connsiteY129" fmla="*/ 403766 h 1039608"/>
                <a:gd name="connsiteX130" fmla="*/ 187621 w 336545"/>
                <a:gd name="connsiteY130" fmla="*/ 406466 h 1039608"/>
                <a:gd name="connsiteX131" fmla="*/ 187516 w 336545"/>
                <a:gd name="connsiteY131" fmla="*/ 408556 h 1039608"/>
                <a:gd name="connsiteX132" fmla="*/ 189749 w 336545"/>
                <a:gd name="connsiteY132" fmla="*/ 408556 h 1039608"/>
                <a:gd name="connsiteX133" fmla="*/ 190493 w 336545"/>
                <a:gd name="connsiteY133" fmla="*/ 419718 h 1039608"/>
                <a:gd name="connsiteX134" fmla="*/ 192725 w 336545"/>
                <a:gd name="connsiteY134" fmla="*/ 419718 h 1039608"/>
                <a:gd name="connsiteX135" fmla="*/ 192810 w 336545"/>
                <a:gd name="connsiteY135" fmla="*/ 421808 h 1039608"/>
                <a:gd name="connsiteX136" fmla="*/ 192958 w 336545"/>
                <a:gd name="connsiteY136" fmla="*/ 424509 h 1039608"/>
                <a:gd name="connsiteX137" fmla="*/ 193089 w 336545"/>
                <a:gd name="connsiteY137" fmla="*/ 427203 h 1039608"/>
                <a:gd name="connsiteX138" fmla="*/ 193469 w 336545"/>
                <a:gd name="connsiteY138" fmla="*/ 429392 h 1039608"/>
                <a:gd name="connsiteX139" fmla="*/ 195702 w 336545"/>
                <a:gd name="connsiteY139" fmla="*/ 430136 h 1039608"/>
                <a:gd name="connsiteX140" fmla="*/ 196120 w 336545"/>
                <a:gd name="connsiteY140" fmla="*/ 435345 h 1039608"/>
                <a:gd name="connsiteX141" fmla="*/ 196446 w 336545"/>
                <a:gd name="connsiteY141" fmla="*/ 440554 h 1039608"/>
                <a:gd name="connsiteX142" fmla="*/ 197934 w 336545"/>
                <a:gd name="connsiteY142" fmla="*/ 441298 h 1039608"/>
                <a:gd name="connsiteX143" fmla="*/ 198399 w 336545"/>
                <a:gd name="connsiteY143" fmla="*/ 446926 h 1039608"/>
                <a:gd name="connsiteX144" fmla="*/ 198487 w 336545"/>
                <a:gd name="connsiteY144" fmla="*/ 448529 h 1039608"/>
                <a:gd name="connsiteX145" fmla="*/ 198678 w 336545"/>
                <a:gd name="connsiteY145" fmla="*/ 452460 h 1039608"/>
                <a:gd name="connsiteX146" fmla="*/ 200911 w 336545"/>
                <a:gd name="connsiteY146" fmla="*/ 452460 h 1039608"/>
                <a:gd name="connsiteX147" fmla="*/ 200995 w 336545"/>
                <a:gd name="connsiteY147" fmla="*/ 454550 h 1039608"/>
                <a:gd name="connsiteX148" fmla="*/ 201143 w 336545"/>
                <a:gd name="connsiteY148" fmla="*/ 457251 h 1039608"/>
                <a:gd name="connsiteX149" fmla="*/ 201274 w 336545"/>
                <a:gd name="connsiteY149" fmla="*/ 459945 h 1039608"/>
                <a:gd name="connsiteX150" fmla="*/ 201655 w 336545"/>
                <a:gd name="connsiteY150" fmla="*/ 462134 h 1039608"/>
                <a:gd name="connsiteX151" fmla="*/ 203887 w 336545"/>
                <a:gd name="connsiteY151" fmla="*/ 462878 h 1039608"/>
                <a:gd name="connsiteX152" fmla="*/ 203934 w 336545"/>
                <a:gd name="connsiteY152" fmla="*/ 467297 h 1039608"/>
                <a:gd name="connsiteX153" fmla="*/ 203887 w 336545"/>
                <a:gd name="connsiteY153" fmla="*/ 471808 h 1039608"/>
                <a:gd name="connsiteX154" fmla="*/ 206120 w 336545"/>
                <a:gd name="connsiteY154" fmla="*/ 473296 h 1039608"/>
                <a:gd name="connsiteX155" fmla="*/ 206204 w 336545"/>
                <a:gd name="connsiteY155" fmla="*/ 475386 h 1039608"/>
                <a:gd name="connsiteX156" fmla="*/ 206352 w 336545"/>
                <a:gd name="connsiteY156" fmla="*/ 478087 h 1039608"/>
                <a:gd name="connsiteX157" fmla="*/ 206483 w 336545"/>
                <a:gd name="connsiteY157" fmla="*/ 480781 h 1039608"/>
                <a:gd name="connsiteX158" fmla="*/ 206864 w 336545"/>
                <a:gd name="connsiteY158" fmla="*/ 482970 h 1039608"/>
                <a:gd name="connsiteX159" fmla="*/ 209096 w 336545"/>
                <a:gd name="connsiteY159" fmla="*/ 483714 h 1039608"/>
                <a:gd name="connsiteX160" fmla="*/ 209538 w 336545"/>
                <a:gd name="connsiteY160" fmla="*/ 491807 h 1039608"/>
                <a:gd name="connsiteX161" fmla="*/ 209840 w 336545"/>
                <a:gd name="connsiteY161" fmla="*/ 494132 h 1039608"/>
                <a:gd name="connsiteX162" fmla="*/ 212073 w 336545"/>
                <a:gd name="connsiteY162" fmla="*/ 494876 h 1039608"/>
                <a:gd name="connsiteX163" fmla="*/ 212491 w 336545"/>
                <a:gd name="connsiteY163" fmla="*/ 499713 h 1039608"/>
                <a:gd name="connsiteX164" fmla="*/ 212817 w 336545"/>
                <a:gd name="connsiteY164" fmla="*/ 504550 h 1039608"/>
                <a:gd name="connsiteX165" fmla="*/ 214305 w 336545"/>
                <a:gd name="connsiteY165" fmla="*/ 505294 h 1039608"/>
                <a:gd name="connsiteX166" fmla="*/ 214721 w 336545"/>
                <a:gd name="connsiteY166" fmla="*/ 512079 h 1039608"/>
                <a:gd name="connsiteX167" fmla="*/ 216169 w 336545"/>
                <a:gd name="connsiteY167" fmla="*/ 515343 h 1039608"/>
                <a:gd name="connsiteX168" fmla="*/ 217724 w 336545"/>
                <a:gd name="connsiteY168" fmla="*/ 523366 h 1039608"/>
                <a:gd name="connsiteX169" fmla="*/ 218026 w 336545"/>
                <a:gd name="connsiteY169" fmla="*/ 525386 h 1039608"/>
                <a:gd name="connsiteX170" fmla="*/ 220258 w 336545"/>
                <a:gd name="connsiteY170" fmla="*/ 526874 h 1039608"/>
                <a:gd name="connsiteX171" fmla="*/ 220677 w 336545"/>
                <a:gd name="connsiteY171" fmla="*/ 532130 h 1039608"/>
                <a:gd name="connsiteX172" fmla="*/ 221003 w 336545"/>
                <a:gd name="connsiteY172" fmla="*/ 537292 h 1039608"/>
                <a:gd name="connsiteX173" fmla="*/ 222491 w 336545"/>
                <a:gd name="connsiteY173" fmla="*/ 538037 h 1039608"/>
                <a:gd name="connsiteX174" fmla="*/ 222907 w 336545"/>
                <a:gd name="connsiteY174" fmla="*/ 545548 h 1039608"/>
                <a:gd name="connsiteX175" fmla="*/ 223235 w 336545"/>
                <a:gd name="connsiteY175" fmla="*/ 547710 h 1039608"/>
                <a:gd name="connsiteX176" fmla="*/ 225467 w 336545"/>
                <a:gd name="connsiteY176" fmla="*/ 548455 h 1039608"/>
                <a:gd name="connsiteX177" fmla="*/ 225909 w 336545"/>
                <a:gd name="connsiteY177" fmla="*/ 555966 h 1039608"/>
                <a:gd name="connsiteX178" fmla="*/ 226212 w 336545"/>
                <a:gd name="connsiteY178" fmla="*/ 558128 h 1039608"/>
                <a:gd name="connsiteX179" fmla="*/ 228444 w 336545"/>
                <a:gd name="connsiteY179" fmla="*/ 558872 h 1039608"/>
                <a:gd name="connsiteX180" fmla="*/ 228863 w 336545"/>
                <a:gd name="connsiteY180" fmla="*/ 564081 h 1039608"/>
                <a:gd name="connsiteX181" fmla="*/ 229188 w 336545"/>
                <a:gd name="connsiteY181" fmla="*/ 569290 h 1039608"/>
                <a:gd name="connsiteX182" fmla="*/ 230676 w 336545"/>
                <a:gd name="connsiteY182" fmla="*/ 570035 h 1039608"/>
                <a:gd name="connsiteX183" fmla="*/ 231141 w 336545"/>
                <a:gd name="connsiteY183" fmla="*/ 575290 h 1039608"/>
                <a:gd name="connsiteX184" fmla="*/ 231310 w 336545"/>
                <a:gd name="connsiteY184" fmla="*/ 578200 h 1039608"/>
                <a:gd name="connsiteX185" fmla="*/ 231421 w 336545"/>
                <a:gd name="connsiteY185" fmla="*/ 580453 h 1039608"/>
                <a:gd name="connsiteX186" fmla="*/ 233653 w 336545"/>
                <a:gd name="connsiteY186" fmla="*/ 580453 h 1039608"/>
                <a:gd name="connsiteX187" fmla="*/ 234397 w 336545"/>
                <a:gd name="connsiteY187" fmla="*/ 591615 h 1039608"/>
                <a:gd name="connsiteX188" fmla="*/ 236630 w 336545"/>
                <a:gd name="connsiteY188" fmla="*/ 591615 h 1039608"/>
                <a:gd name="connsiteX189" fmla="*/ 236740 w 336545"/>
                <a:gd name="connsiteY189" fmla="*/ 593705 h 1039608"/>
                <a:gd name="connsiteX190" fmla="*/ 236909 w 336545"/>
                <a:gd name="connsiteY190" fmla="*/ 596405 h 1039608"/>
                <a:gd name="connsiteX191" fmla="*/ 237066 w 336545"/>
                <a:gd name="connsiteY191" fmla="*/ 599100 h 1039608"/>
                <a:gd name="connsiteX192" fmla="*/ 237374 w 336545"/>
                <a:gd name="connsiteY192" fmla="*/ 601288 h 1039608"/>
                <a:gd name="connsiteX193" fmla="*/ 238862 w 336545"/>
                <a:gd name="connsiteY193" fmla="*/ 602033 h 1039608"/>
                <a:gd name="connsiteX194" fmla="*/ 239278 w 336545"/>
                <a:gd name="connsiteY194" fmla="*/ 608817 h 1039608"/>
                <a:gd name="connsiteX195" fmla="*/ 240716 w 336545"/>
                <a:gd name="connsiteY195" fmla="*/ 612029 h 1039608"/>
                <a:gd name="connsiteX196" fmla="*/ 242350 w 336545"/>
                <a:gd name="connsiteY196" fmla="*/ 618543 h 1039608"/>
                <a:gd name="connsiteX197" fmla="*/ 242498 w 336545"/>
                <a:gd name="connsiteY197" fmla="*/ 621412 h 1039608"/>
                <a:gd name="connsiteX198" fmla="*/ 242583 w 336545"/>
                <a:gd name="connsiteY198" fmla="*/ 623613 h 1039608"/>
                <a:gd name="connsiteX199" fmla="*/ 244815 w 336545"/>
                <a:gd name="connsiteY199" fmla="*/ 622869 h 1039608"/>
                <a:gd name="connsiteX200" fmla="*/ 244815 w 336545"/>
                <a:gd name="connsiteY200" fmla="*/ 634031 h 1039608"/>
                <a:gd name="connsiteX201" fmla="*/ 247048 w 336545"/>
                <a:gd name="connsiteY201" fmla="*/ 634031 h 1039608"/>
                <a:gd name="connsiteX202" fmla="*/ 247792 w 336545"/>
                <a:gd name="connsiteY202" fmla="*/ 645193 h 1039608"/>
                <a:gd name="connsiteX203" fmla="*/ 250024 w 336545"/>
                <a:gd name="connsiteY203" fmla="*/ 645193 h 1039608"/>
                <a:gd name="connsiteX204" fmla="*/ 250108 w 336545"/>
                <a:gd name="connsiteY204" fmla="*/ 647283 h 1039608"/>
                <a:gd name="connsiteX205" fmla="*/ 250257 w 336545"/>
                <a:gd name="connsiteY205" fmla="*/ 649983 h 1039608"/>
                <a:gd name="connsiteX206" fmla="*/ 250387 w 336545"/>
                <a:gd name="connsiteY206" fmla="*/ 652678 h 1039608"/>
                <a:gd name="connsiteX207" fmla="*/ 250768 w 336545"/>
                <a:gd name="connsiteY207" fmla="*/ 654867 h 1039608"/>
                <a:gd name="connsiteX208" fmla="*/ 253001 w 336545"/>
                <a:gd name="connsiteY208" fmla="*/ 655611 h 1039608"/>
                <a:gd name="connsiteX209" fmla="*/ 253419 w 336545"/>
                <a:gd name="connsiteY209" fmla="*/ 660820 h 1039608"/>
                <a:gd name="connsiteX210" fmla="*/ 253745 w 336545"/>
                <a:gd name="connsiteY210" fmla="*/ 666029 h 1039608"/>
                <a:gd name="connsiteX211" fmla="*/ 255233 w 336545"/>
                <a:gd name="connsiteY211" fmla="*/ 666773 h 1039608"/>
                <a:gd name="connsiteX212" fmla="*/ 256070 w 336545"/>
                <a:gd name="connsiteY212" fmla="*/ 671656 h 1039608"/>
                <a:gd name="connsiteX213" fmla="*/ 256448 w 336545"/>
                <a:gd name="connsiteY213" fmla="*/ 674357 h 1039608"/>
                <a:gd name="connsiteX214" fmla="*/ 256721 w 336545"/>
                <a:gd name="connsiteY214" fmla="*/ 676447 h 1039608"/>
                <a:gd name="connsiteX215" fmla="*/ 258210 w 336545"/>
                <a:gd name="connsiteY215" fmla="*/ 676447 h 1039608"/>
                <a:gd name="connsiteX216" fmla="*/ 258954 w 336545"/>
                <a:gd name="connsiteY216" fmla="*/ 688353 h 1039608"/>
                <a:gd name="connsiteX217" fmla="*/ 261186 w 336545"/>
                <a:gd name="connsiteY217" fmla="*/ 687609 h 1039608"/>
                <a:gd name="connsiteX218" fmla="*/ 261323 w 336545"/>
                <a:gd name="connsiteY218" fmla="*/ 689835 h 1039608"/>
                <a:gd name="connsiteX219" fmla="*/ 261512 w 336545"/>
                <a:gd name="connsiteY219" fmla="*/ 692725 h 1039608"/>
                <a:gd name="connsiteX220" fmla="*/ 261695 w 336545"/>
                <a:gd name="connsiteY220" fmla="*/ 695602 h 1039608"/>
                <a:gd name="connsiteX221" fmla="*/ 262674 w 336545"/>
                <a:gd name="connsiteY221" fmla="*/ 699515 h 1039608"/>
                <a:gd name="connsiteX222" fmla="*/ 262676 w 336545"/>
                <a:gd name="connsiteY222" fmla="*/ 697717 h 1039608"/>
                <a:gd name="connsiteX223" fmla="*/ 262856 w 336545"/>
                <a:gd name="connsiteY223" fmla="*/ 503985 h 1039608"/>
                <a:gd name="connsiteX224" fmla="*/ 262859 w 336545"/>
                <a:gd name="connsiteY224" fmla="*/ 501064 h 1039608"/>
                <a:gd name="connsiteX225" fmla="*/ 262919 w 336545"/>
                <a:gd name="connsiteY225" fmla="*/ 439760 h 1039608"/>
                <a:gd name="connsiteX226" fmla="*/ 262950 w 336545"/>
                <a:gd name="connsiteY226" fmla="*/ 408966 h 1039608"/>
                <a:gd name="connsiteX227" fmla="*/ 262955 w 336545"/>
                <a:gd name="connsiteY227" fmla="*/ 404321 h 1039608"/>
                <a:gd name="connsiteX228" fmla="*/ 262999 w 336545"/>
                <a:gd name="connsiteY228" fmla="*/ 359233 h 1039608"/>
                <a:gd name="connsiteX229" fmla="*/ 263000 w 336545"/>
                <a:gd name="connsiteY229" fmla="*/ 357675 h 1039608"/>
                <a:gd name="connsiteX230" fmla="*/ 263023 w 336545"/>
                <a:gd name="connsiteY230" fmla="*/ 332766 h 1039608"/>
                <a:gd name="connsiteX231" fmla="*/ 263024 w 336545"/>
                <a:gd name="connsiteY231" fmla="*/ 331211 h 1039608"/>
                <a:gd name="connsiteX232" fmla="*/ 263046 w 336545"/>
                <a:gd name="connsiteY232" fmla="*/ 306393 h 1039608"/>
                <a:gd name="connsiteX233" fmla="*/ 263145 w 336545"/>
                <a:gd name="connsiteY233" fmla="*/ 202665 h 1039608"/>
                <a:gd name="connsiteX234" fmla="*/ 263160 w 336545"/>
                <a:gd name="connsiteY234" fmla="*/ 188250 h 1039608"/>
                <a:gd name="connsiteX235" fmla="*/ 263163 w 336545"/>
                <a:gd name="connsiteY235" fmla="*/ 185384 h 1039608"/>
                <a:gd name="connsiteX236" fmla="*/ 263204 w 336545"/>
                <a:gd name="connsiteY236" fmla="*/ 139618 h 1039608"/>
                <a:gd name="connsiteX237" fmla="*/ 263249 w 336545"/>
                <a:gd name="connsiteY237" fmla="*/ 93663 h 1039608"/>
                <a:gd name="connsiteX238" fmla="*/ 263274 w 336545"/>
                <a:gd name="connsiteY238" fmla="*/ 66325 h 1039608"/>
                <a:gd name="connsiteX239" fmla="*/ 263293 w 336545"/>
                <a:gd name="connsiteY239" fmla="*/ 48096 h 1039608"/>
                <a:gd name="connsiteX240" fmla="*/ 263302 w 336545"/>
                <a:gd name="connsiteY240" fmla="*/ 37689 h 1039608"/>
                <a:gd name="connsiteX241" fmla="*/ 263313 w 336545"/>
                <a:gd name="connsiteY241" fmla="*/ 28240 h 1039608"/>
                <a:gd name="connsiteX242" fmla="*/ 263314 w 336545"/>
                <a:gd name="connsiteY242" fmla="*/ 24824 h 1039608"/>
                <a:gd name="connsiteX243" fmla="*/ 263321 w 336545"/>
                <a:gd name="connsiteY243" fmla="*/ 20220 h 1039608"/>
                <a:gd name="connsiteX244" fmla="*/ 263324 w 336545"/>
                <a:gd name="connsiteY244" fmla="*/ 17634 h 1039608"/>
                <a:gd name="connsiteX245" fmla="*/ 264163 w 336545"/>
                <a:gd name="connsiteY245" fmla="*/ 14162 h 1039608"/>
                <a:gd name="connsiteX246" fmla="*/ 267214 w 336545"/>
                <a:gd name="connsiteY246" fmla="*/ 13978 h 1039608"/>
                <a:gd name="connsiteX247" fmla="*/ 269206 w 336545"/>
                <a:gd name="connsiteY247" fmla="*/ 13968 h 1039608"/>
                <a:gd name="connsiteX248" fmla="*/ 271408 w 336545"/>
                <a:gd name="connsiteY248" fmla="*/ 13981 h 1039608"/>
                <a:gd name="connsiteX249" fmla="*/ 273714 w 336545"/>
                <a:gd name="connsiteY249" fmla="*/ 13977 h 1039608"/>
                <a:gd name="connsiteX250" fmla="*/ 281301 w 336545"/>
                <a:gd name="connsiteY250" fmla="*/ 13990 h 1039608"/>
                <a:gd name="connsiteX251" fmla="*/ 286548 w 336545"/>
                <a:gd name="connsiteY251" fmla="*/ 13991 h 1039608"/>
                <a:gd name="connsiteX252" fmla="*/ 297561 w 336545"/>
                <a:gd name="connsiteY252" fmla="*/ 14008 h 1039608"/>
                <a:gd name="connsiteX253" fmla="*/ 311712 w 336545"/>
                <a:gd name="connsiteY253" fmla="*/ 14023 h 1039608"/>
                <a:gd name="connsiteX254" fmla="*/ 322552 w 336545"/>
                <a:gd name="connsiteY254" fmla="*/ 14033 h 1039608"/>
                <a:gd name="connsiteX255" fmla="*/ 327771 w 336545"/>
                <a:gd name="connsiteY255" fmla="*/ 14037 h 1039608"/>
                <a:gd name="connsiteX256" fmla="*/ 335052 w 336545"/>
                <a:gd name="connsiteY256" fmla="*/ 14053 h 1039608"/>
                <a:gd name="connsiteX257" fmla="*/ 337255 w 336545"/>
                <a:gd name="connsiteY257" fmla="*/ 14052 h 1039608"/>
                <a:gd name="connsiteX258" fmla="*/ 339247 w 336545"/>
                <a:gd name="connsiteY258" fmla="*/ 14062 h 1039608"/>
                <a:gd name="connsiteX259" fmla="*/ 340988 w 336545"/>
                <a:gd name="connsiteY259" fmla="*/ 14066 h 1039608"/>
                <a:gd name="connsiteX260" fmla="*/ 343042 w 336545"/>
                <a:gd name="connsiteY260" fmla="*/ 14906 h 1039608"/>
                <a:gd name="connsiteX261" fmla="*/ 343134 w 336545"/>
                <a:gd name="connsiteY261" fmla="*/ 21478 h 1039608"/>
                <a:gd name="connsiteX262" fmla="*/ 343137 w 336545"/>
                <a:gd name="connsiteY262" fmla="*/ 23607 h 1039608"/>
                <a:gd name="connsiteX263" fmla="*/ 343133 w 336545"/>
                <a:gd name="connsiteY263" fmla="*/ 30779 h 1039608"/>
                <a:gd name="connsiteX264" fmla="*/ 343136 w 336545"/>
                <a:gd name="connsiteY264" fmla="*/ 35952 h 1039608"/>
                <a:gd name="connsiteX265" fmla="*/ 343134 w 336545"/>
                <a:gd name="connsiteY265" fmla="*/ 48791 h 1039608"/>
                <a:gd name="connsiteX266" fmla="*/ 343133 w 336545"/>
                <a:gd name="connsiteY266" fmla="*/ 64264 h 1039608"/>
                <a:gd name="connsiteX267" fmla="*/ 343130 w 336545"/>
                <a:gd name="connsiteY267" fmla="*/ 93186 h 1039608"/>
                <a:gd name="connsiteX268" fmla="*/ 343126 w 336545"/>
                <a:gd name="connsiteY268" fmla="*/ 122513 h 1039608"/>
                <a:gd name="connsiteX269" fmla="*/ 343126 w 336545"/>
                <a:gd name="connsiteY269" fmla="*/ 124381 h 1039608"/>
                <a:gd name="connsiteX270" fmla="*/ 343126 w 336545"/>
                <a:gd name="connsiteY270" fmla="*/ 133809 h 1039608"/>
                <a:gd name="connsiteX271" fmla="*/ 343120 w 336545"/>
                <a:gd name="connsiteY271" fmla="*/ 202133 h 1039608"/>
                <a:gd name="connsiteX272" fmla="*/ 343112 w 336545"/>
                <a:gd name="connsiteY272" fmla="*/ 269817 h 1039608"/>
                <a:gd name="connsiteX273" fmla="*/ 343112 w 336545"/>
                <a:gd name="connsiteY273" fmla="*/ 271939 h 1039608"/>
                <a:gd name="connsiteX274" fmla="*/ 343112 w 336545"/>
                <a:gd name="connsiteY274" fmla="*/ 291120 h 1039608"/>
                <a:gd name="connsiteX275" fmla="*/ 343109 w 336545"/>
                <a:gd name="connsiteY275" fmla="*/ 338810 h 1039608"/>
                <a:gd name="connsiteX276" fmla="*/ 343109 w 336545"/>
                <a:gd name="connsiteY276" fmla="*/ 341003 h 1039608"/>
                <a:gd name="connsiteX277" fmla="*/ 343098 w 336545"/>
                <a:gd name="connsiteY277" fmla="*/ 446712 h 1039608"/>
                <a:gd name="connsiteX278" fmla="*/ 343093 w 336545"/>
                <a:gd name="connsiteY278" fmla="*/ 483406 h 1039608"/>
                <a:gd name="connsiteX279" fmla="*/ 343092 w 336545"/>
                <a:gd name="connsiteY279" fmla="*/ 485705 h 1039608"/>
                <a:gd name="connsiteX280" fmla="*/ 343083 w 336545"/>
                <a:gd name="connsiteY280" fmla="*/ 591451 h 1039608"/>
                <a:gd name="connsiteX281" fmla="*/ 343082 w 336545"/>
                <a:gd name="connsiteY281" fmla="*/ 598314 h 1039608"/>
                <a:gd name="connsiteX282" fmla="*/ 343079 w 336545"/>
                <a:gd name="connsiteY282" fmla="*/ 643796 h 1039608"/>
                <a:gd name="connsiteX283" fmla="*/ 343073 w 336545"/>
                <a:gd name="connsiteY283" fmla="*/ 734297 h 1039608"/>
                <a:gd name="connsiteX284" fmla="*/ 343073 w 336545"/>
                <a:gd name="connsiteY284" fmla="*/ 738607 h 1039608"/>
                <a:gd name="connsiteX285" fmla="*/ 343053 w 336545"/>
                <a:gd name="connsiteY285" fmla="*/ 932696 h 1039608"/>
                <a:gd name="connsiteX286" fmla="*/ 343053 w 336545"/>
                <a:gd name="connsiteY286" fmla="*/ 934532 h 1039608"/>
                <a:gd name="connsiteX287" fmla="*/ 343042 w 336545"/>
                <a:gd name="connsiteY287" fmla="*/ 1025449 h 1039608"/>
                <a:gd name="connsiteX288" fmla="*/ 338434 w 336545"/>
                <a:gd name="connsiteY288" fmla="*/ 1025883 h 1039608"/>
                <a:gd name="connsiteX289" fmla="*/ 337089 w 336545"/>
                <a:gd name="connsiteY289" fmla="*/ 1026193 h 1039608"/>
                <a:gd name="connsiteX290" fmla="*/ 336344 w 336545"/>
                <a:gd name="connsiteY290" fmla="*/ 1029169 h 1039608"/>
                <a:gd name="connsiteX291" fmla="*/ 331551 w 336545"/>
                <a:gd name="connsiteY291" fmla="*/ 1029623 h 1039608"/>
                <a:gd name="connsiteX292" fmla="*/ 328608 w 336545"/>
                <a:gd name="connsiteY292" fmla="*/ 1029695 h 1039608"/>
                <a:gd name="connsiteX293" fmla="*/ 325508 w 336545"/>
                <a:gd name="connsiteY293" fmla="*/ 1029727 h 1039608"/>
                <a:gd name="connsiteX294" fmla="*/ 322399 w 336545"/>
                <a:gd name="connsiteY294" fmla="*/ 1029794 h 1039608"/>
                <a:gd name="connsiteX295" fmla="*/ 314764 w 336545"/>
                <a:gd name="connsiteY295" fmla="*/ 1029913 h 1039608"/>
                <a:gd name="connsiteX296" fmla="*/ 314764 w 336545"/>
                <a:gd name="connsiteY296" fmla="*/ 1032146 h 1039608"/>
                <a:gd name="connsiteX297" fmla="*/ 299140 w 336545"/>
                <a:gd name="connsiteY297" fmla="*/ 1032843 h 1039608"/>
                <a:gd name="connsiteX298" fmla="*/ 294673 w 336545"/>
                <a:gd name="connsiteY298" fmla="*/ 1033634 h 1039608"/>
                <a:gd name="connsiteX299" fmla="*/ 294673 w 336545"/>
                <a:gd name="connsiteY299" fmla="*/ 1035867 h 1039608"/>
                <a:gd name="connsiteX300" fmla="*/ 292772 w 336545"/>
                <a:gd name="connsiteY300" fmla="*/ 1035888 h 1039608"/>
                <a:gd name="connsiteX301" fmla="*/ 285811 w 336545"/>
                <a:gd name="connsiteY301" fmla="*/ 1036021 h 1039608"/>
                <a:gd name="connsiteX302" fmla="*/ 282795 w 336545"/>
                <a:gd name="connsiteY302" fmla="*/ 1036068 h 1039608"/>
                <a:gd name="connsiteX303" fmla="*/ 278467 w 336545"/>
                <a:gd name="connsiteY303" fmla="*/ 1036157 h 1039608"/>
                <a:gd name="connsiteX304" fmla="*/ 275834 w 336545"/>
                <a:gd name="connsiteY304" fmla="*/ 1036204 h 1039608"/>
                <a:gd name="connsiteX305" fmla="*/ 273837 w 336545"/>
                <a:gd name="connsiteY305" fmla="*/ 1036611 h 1039608"/>
                <a:gd name="connsiteX306" fmla="*/ 273092 w 336545"/>
                <a:gd name="connsiteY306" fmla="*/ 1039587 h 1039608"/>
                <a:gd name="connsiteX307" fmla="*/ 267139 w 336545"/>
                <a:gd name="connsiteY307" fmla="*/ 1039587 h 1039608"/>
                <a:gd name="connsiteX308" fmla="*/ 265651 w 336545"/>
                <a:gd name="connsiteY308" fmla="*/ 1035122 h 1039608"/>
                <a:gd name="connsiteX309" fmla="*/ 264163 w 336545"/>
                <a:gd name="connsiteY309" fmla="*/ 1034378 h 1039608"/>
                <a:gd name="connsiteX310" fmla="*/ 263419 w 336545"/>
                <a:gd name="connsiteY310" fmla="*/ 1028425 h 1039608"/>
                <a:gd name="connsiteX311" fmla="*/ 262674 w 336545"/>
                <a:gd name="connsiteY311" fmla="*/ 1023960 h 1039608"/>
                <a:gd name="connsiteX312" fmla="*/ 261186 w 336545"/>
                <a:gd name="connsiteY312" fmla="*/ 1023216 h 1039608"/>
                <a:gd name="connsiteX313" fmla="*/ 260814 w 336545"/>
                <a:gd name="connsiteY313" fmla="*/ 1018798 h 1039608"/>
                <a:gd name="connsiteX314" fmla="*/ 258954 w 336545"/>
                <a:gd name="connsiteY314" fmla="*/ 1012798 h 1039608"/>
                <a:gd name="connsiteX315" fmla="*/ 258210 w 336545"/>
                <a:gd name="connsiteY315" fmla="*/ 1012798 h 1039608"/>
                <a:gd name="connsiteX316" fmla="*/ 258125 w 336545"/>
                <a:gd name="connsiteY316" fmla="*/ 1010761 h 1039608"/>
                <a:gd name="connsiteX317" fmla="*/ 257977 w 336545"/>
                <a:gd name="connsiteY317" fmla="*/ 1008101 h 1039608"/>
                <a:gd name="connsiteX318" fmla="*/ 257846 w 336545"/>
                <a:gd name="connsiteY318" fmla="*/ 1005459 h 1039608"/>
                <a:gd name="connsiteX319" fmla="*/ 256349 w 336545"/>
                <a:gd name="connsiteY319" fmla="*/ 1002008 h 1039608"/>
                <a:gd name="connsiteX320" fmla="*/ 254721 w 336545"/>
                <a:gd name="connsiteY320" fmla="*/ 995915 h 1039608"/>
                <a:gd name="connsiteX321" fmla="*/ 254573 w 336545"/>
                <a:gd name="connsiteY321" fmla="*/ 993256 h 1039608"/>
                <a:gd name="connsiteX322" fmla="*/ 254489 w 336545"/>
                <a:gd name="connsiteY322" fmla="*/ 991218 h 1039608"/>
                <a:gd name="connsiteX323" fmla="*/ 253001 w 336545"/>
                <a:gd name="connsiteY323" fmla="*/ 991218 h 1039608"/>
                <a:gd name="connsiteX324" fmla="*/ 252256 w 336545"/>
                <a:gd name="connsiteY324" fmla="*/ 980800 h 1039608"/>
                <a:gd name="connsiteX325" fmla="*/ 250024 w 336545"/>
                <a:gd name="connsiteY325" fmla="*/ 980800 h 1039608"/>
                <a:gd name="connsiteX326" fmla="*/ 249940 w 336545"/>
                <a:gd name="connsiteY326" fmla="*/ 978574 h 1039608"/>
                <a:gd name="connsiteX327" fmla="*/ 249792 w 336545"/>
                <a:gd name="connsiteY327" fmla="*/ 975684 h 1039608"/>
                <a:gd name="connsiteX328" fmla="*/ 249661 w 336545"/>
                <a:gd name="connsiteY328" fmla="*/ 972806 h 1039608"/>
                <a:gd name="connsiteX329" fmla="*/ 249280 w 336545"/>
                <a:gd name="connsiteY329" fmla="*/ 970382 h 1039608"/>
                <a:gd name="connsiteX330" fmla="*/ 247048 w 336545"/>
                <a:gd name="connsiteY330" fmla="*/ 968894 h 1039608"/>
                <a:gd name="connsiteX331" fmla="*/ 246908 w 336545"/>
                <a:gd name="connsiteY331" fmla="*/ 963964 h 1039608"/>
                <a:gd name="connsiteX332" fmla="*/ 246969 w 336545"/>
                <a:gd name="connsiteY332" fmla="*/ 961284 h 1039608"/>
                <a:gd name="connsiteX333" fmla="*/ 247048 w 336545"/>
                <a:gd name="connsiteY333" fmla="*/ 959220 h 1039608"/>
                <a:gd name="connsiteX334" fmla="*/ 244815 w 336545"/>
                <a:gd name="connsiteY334" fmla="*/ 959220 h 1039608"/>
                <a:gd name="connsiteX335" fmla="*/ 244071 w 336545"/>
                <a:gd name="connsiteY335" fmla="*/ 948058 h 1039608"/>
                <a:gd name="connsiteX336" fmla="*/ 241839 w 336545"/>
                <a:gd name="connsiteY336" fmla="*/ 948058 h 1039608"/>
                <a:gd name="connsiteX337" fmla="*/ 241754 w 336545"/>
                <a:gd name="connsiteY337" fmla="*/ 946157 h 1039608"/>
                <a:gd name="connsiteX338" fmla="*/ 241606 w 336545"/>
                <a:gd name="connsiteY338" fmla="*/ 943686 h 1039608"/>
                <a:gd name="connsiteX339" fmla="*/ 241475 w 336545"/>
                <a:gd name="connsiteY339" fmla="*/ 941227 h 1039608"/>
                <a:gd name="connsiteX340" fmla="*/ 241094 w 336545"/>
                <a:gd name="connsiteY340" fmla="*/ 939128 h 1039608"/>
                <a:gd name="connsiteX341" fmla="*/ 238862 w 336545"/>
                <a:gd name="connsiteY341" fmla="*/ 937640 h 1039608"/>
                <a:gd name="connsiteX342" fmla="*/ 238769 w 336545"/>
                <a:gd name="connsiteY342" fmla="*/ 934431 h 1039608"/>
                <a:gd name="connsiteX343" fmla="*/ 238118 w 336545"/>
                <a:gd name="connsiteY343" fmla="*/ 927222 h 1039608"/>
                <a:gd name="connsiteX344" fmla="*/ 236630 w 336545"/>
                <a:gd name="connsiteY344" fmla="*/ 927222 h 1039608"/>
                <a:gd name="connsiteX345" fmla="*/ 236519 w 336545"/>
                <a:gd name="connsiteY345" fmla="*/ 925158 h 1039608"/>
                <a:gd name="connsiteX346" fmla="*/ 236350 w 336545"/>
                <a:gd name="connsiteY346" fmla="*/ 922478 h 1039608"/>
                <a:gd name="connsiteX347" fmla="*/ 236194 w 336545"/>
                <a:gd name="connsiteY347" fmla="*/ 919810 h 1039608"/>
                <a:gd name="connsiteX348" fmla="*/ 234397 w 336545"/>
                <a:gd name="connsiteY348" fmla="*/ 916060 h 1039608"/>
                <a:gd name="connsiteX349" fmla="*/ 233653 w 336545"/>
                <a:gd name="connsiteY349" fmla="*/ 916060 h 1039608"/>
                <a:gd name="connsiteX350" fmla="*/ 233569 w 336545"/>
                <a:gd name="connsiteY350" fmla="*/ 913996 h 1039608"/>
                <a:gd name="connsiteX351" fmla="*/ 233420 w 336545"/>
                <a:gd name="connsiteY351" fmla="*/ 911316 h 1039608"/>
                <a:gd name="connsiteX352" fmla="*/ 233290 w 336545"/>
                <a:gd name="connsiteY352" fmla="*/ 908648 h 1039608"/>
                <a:gd name="connsiteX353" fmla="*/ 232909 w 336545"/>
                <a:gd name="connsiteY353" fmla="*/ 906386 h 1039608"/>
                <a:gd name="connsiteX354" fmla="*/ 230676 w 336545"/>
                <a:gd name="connsiteY354" fmla="*/ 904898 h 1039608"/>
                <a:gd name="connsiteX355" fmla="*/ 230537 w 336545"/>
                <a:gd name="connsiteY355" fmla="*/ 899596 h 1039608"/>
                <a:gd name="connsiteX356" fmla="*/ 230598 w 336545"/>
                <a:gd name="connsiteY356" fmla="*/ 896706 h 1039608"/>
                <a:gd name="connsiteX357" fmla="*/ 230676 w 336545"/>
                <a:gd name="connsiteY357" fmla="*/ 894480 h 1039608"/>
                <a:gd name="connsiteX358" fmla="*/ 228444 w 336545"/>
                <a:gd name="connsiteY358" fmla="*/ 894480 h 1039608"/>
                <a:gd name="connsiteX359" fmla="*/ 227700 w 336545"/>
                <a:gd name="connsiteY359" fmla="*/ 884062 h 1039608"/>
                <a:gd name="connsiteX360" fmla="*/ 225467 w 336545"/>
                <a:gd name="connsiteY360" fmla="*/ 884062 h 1039608"/>
                <a:gd name="connsiteX361" fmla="*/ 225383 w 336545"/>
                <a:gd name="connsiteY361" fmla="*/ 881809 h 1039608"/>
                <a:gd name="connsiteX362" fmla="*/ 225235 w 336545"/>
                <a:gd name="connsiteY362" fmla="*/ 878899 h 1039608"/>
                <a:gd name="connsiteX363" fmla="*/ 225104 w 336545"/>
                <a:gd name="connsiteY363" fmla="*/ 875995 h 1039608"/>
                <a:gd name="connsiteX364" fmla="*/ 224723 w 336545"/>
                <a:gd name="connsiteY364" fmla="*/ 873644 h 1039608"/>
                <a:gd name="connsiteX365" fmla="*/ 222491 w 336545"/>
                <a:gd name="connsiteY365" fmla="*/ 872900 h 1039608"/>
                <a:gd name="connsiteX366" fmla="*/ 221979 w 336545"/>
                <a:gd name="connsiteY366" fmla="*/ 868016 h 1039608"/>
                <a:gd name="connsiteX367" fmla="*/ 221831 w 336545"/>
                <a:gd name="connsiteY367" fmla="*/ 865316 h 1039608"/>
                <a:gd name="connsiteX368" fmla="*/ 221747 w 336545"/>
                <a:gd name="connsiteY368" fmla="*/ 863226 h 1039608"/>
                <a:gd name="connsiteX369" fmla="*/ 220258 w 336545"/>
                <a:gd name="connsiteY369" fmla="*/ 863226 h 1039608"/>
                <a:gd name="connsiteX370" fmla="*/ 220148 w 336545"/>
                <a:gd name="connsiteY370" fmla="*/ 861162 h 1039608"/>
                <a:gd name="connsiteX371" fmla="*/ 219979 w 336545"/>
                <a:gd name="connsiteY371" fmla="*/ 858482 h 1039608"/>
                <a:gd name="connsiteX372" fmla="*/ 219822 w 336545"/>
                <a:gd name="connsiteY372" fmla="*/ 855814 h 1039608"/>
                <a:gd name="connsiteX373" fmla="*/ 218026 w 336545"/>
                <a:gd name="connsiteY373" fmla="*/ 852064 h 1039608"/>
                <a:gd name="connsiteX374" fmla="*/ 217282 w 336545"/>
                <a:gd name="connsiteY374" fmla="*/ 852064 h 1039608"/>
                <a:gd name="connsiteX375" fmla="*/ 217198 w 336545"/>
                <a:gd name="connsiteY375" fmla="*/ 849974 h 1039608"/>
                <a:gd name="connsiteX376" fmla="*/ 217049 w 336545"/>
                <a:gd name="connsiteY376" fmla="*/ 847273 h 1039608"/>
                <a:gd name="connsiteX377" fmla="*/ 216919 w 336545"/>
                <a:gd name="connsiteY377" fmla="*/ 844579 h 1039608"/>
                <a:gd name="connsiteX378" fmla="*/ 216538 w 336545"/>
                <a:gd name="connsiteY378" fmla="*/ 842390 h 1039608"/>
                <a:gd name="connsiteX379" fmla="*/ 214305 w 336545"/>
                <a:gd name="connsiteY379" fmla="*/ 841646 h 1039608"/>
                <a:gd name="connsiteX380" fmla="*/ 214166 w 336545"/>
                <a:gd name="connsiteY380" fmla="*/ 836018 h 1039608"/>
                <a:gd name="connsiteX381" fmla="*/ 214196 w 336545"/>
                <a:gd name="connsiteY381" fmla="*/ 834415 h 1039608"/>
                <a:gd name="connsiteX382" fmla="*/ 214305 w 336545"/>
                <a:gd name="connsiteY382" fmla="*/ 830484 h 1039608"/>
                <a:gd name="connsiteX383" fmla="*/ 212073 w 336545"/>
                <a:gd name="connsiteY383" fmla="*/ 830484 h 1039608"/>
                <a:gd name="connsiteX384" fmla="*/ 211329 w 336545"/>
                <a:gd name="connsiteY384" fmla="*/ 820066 h 1039608"/>
                <a:gd name="connsiteX385" fmla="*/ 209096 w 336545"/>
                <a:gd name="connsiteY385" fmla="*/ 820066 h 1039608"/>
                <a:gd name="connsiteX386" fmla="*/ 209012 w 336545"/>
                <a:gd name="connsiteY386" fmla="*/ 817813 h 1039608"/>
                <a:gd name="connsiteX387" fmla="*/ 208864 w 336545"/>
                <a:gd name="connsiteY387" fmla="*/ 814903 h 1039608"/>
                <a:gd name="connsiteX388" fmla="*/ 208733 w 336545"/>
                <a:gd name="connsiteY388" fmla="*/ 811999 h 1039608"/>
                <a:gd name="connsiteX389" fmla="*/ 208352 w 336545"/>
                <a:gd name="connsiteY389" fmla="*/ 809648 h 1039608"/>
                <a:gd name="connsiteX390" fmla="*/ 206120 w 336545"/>
                <a:gd name="connsiteY390" fmla="*/ 808904 h 1039608"/>
                <a:gd name="connsiteX391" fmla="*/ 205701 w 336545"/>
                <a:gd name="connsiteY391" fmla="*/ 804067 h 1039608"/>
                <a:gd name="connsiteX392" fmla="*/ 205376 w 336545"/>
                <a:gd name="connsiteY392" fmla="*/ 799230 h 1039608"/>
                <a:gd name="connsiteX393" fmla="*/ 203887 w 336545"/>
                <a:gd name="connsiteY393" fmla="*/ 798486 h 1039608"/>
                <a:gd name="connsiteX394" fmla="*/ 203515 w 336545"/>
                <a:gd name="connsiteY394" fmla="*/ 794067 h 1039608"/>
                <a:gd name="connsiteX395" fmla="*/ 201655 w 336545"/>
                <a:gd name="connsiteY395" fmla="*/ 788068 h 1039608"/>
                <a:gd name="connsiteX396" fmla="*/ 200911 w 336545"/>
                <a:gd name="connsiteY396" fmla="*/ 788068 h 1039608"/>
                <a:gd name="connsiteX397" fmla="*/ 200826 w 336545"/>
                <a:gd name="connsiteY397" fmla="*/ 785815 h 1039608"/>
                <a:gd name="connsiteX398" fmla="*/ 200678 w 336545"/>
                <a:gd name="connsiteY398" fmla="*/ 782905 h 1039608"/>
                <a:gd name="connsiteX399" fmla="*/ 200547 w 336545"/>
                <a:gd name="connsiteY399" fmla="*/ 780001 h 1039608"/>
                <a:gd name="connsiteX400" fmla="*/ 200167 w 336545"/>
                <a:gd name="connsiteY400" fmla="*/ 777650 h 1039608"/>
                <a:gd name="connsiteX401" fmla="*/ 197934 w 336545"/>
                <a:gd name="connsiteY401" fmla="*/ 776906 h 1039608"/>
                <a:gd name="connsiteX402" fmla="*/ 197516 w 336545"/>
                <a:gd name="connsiteY402" fmla="*/ 772069 h 1039608"/>
                <a:gd name="connsiteX403" fmla="*/ 197190 w 336545"/>
                <a:gd name="connsiteY403" fmla="*/ 767232 h 1039608"/>
                <a:gd name="connsiteX404" fmla="*/ 195702 w 336545"/>
                <a:gd name="connsiteY404" fmla="*/ 766488 h 1039608"/>
                <a:gd name="connsiteX405" fmla="*/ 195237 w 336545"/>
                <a:gd name="connsiteY405" fmla="*/ 760860 h 1039608"/>
                <a:gd name="connsiteX406" fmla="*/ 195150 w 336545"/>
                <a:gd name="connsiteY406" fmla="*/ 759257 h 1039608"/>
                <a:gd name="connsiteX407" fmla="*/ 194958 w 336545"/>
                <a:gd name="connsiteY407" fmla="*/ 755326 h 1039608"/>
                <a:gd name="connsiteX408" fmla="*/ 192725 w 336545"/>
                <a:gd name="connsiteY408" fmla="*/ 755326 h 1039608"/>
                <a:gd name="connsiteX409" fmla="*/ 192641 w 336545"/>
                <a:gd name="connsiteY409" fmla="*/ 753236 h 1039608"/>
                <a:gd name="connsiteX410" fmla="*/ 192493 w 336545"/>
                <a:gd name="connsiteY410" fmla="*/ 750535 h 1039608"/>
                <a:gd name="connsiteX411" fmla="*/ 192362 w 336545"/>
                <a:gd name="connsiteY411" fmla="*/ 747841 h 1039608"/>
                <a:gd name="connsiteX412" fmla="*/ 191981 w 336545"/>
                <a:gd name="connsiteY412" fmla="*/ 745652 h 1039608"/>
                <a:gd name="connsiteX413" fmla="*/ 189749 w 336545"/>
                <a:gd name="connsiteY413" fmla="*/ 744908 h 1039608"/>
                <a:gd name="connsiteX414" fmla="*/ 189330 w 336545"/>
                <a:gd name="connsiteY414" fmla="*/ 739699 h 1039608"/>
                <a:gd name="connsiteX415" fmla="*/ 189005 w 336545"/>
                <a:gd name="connsiteY415" fmla="*/ 734490 h 1039608"/>
                <a:gd name="connsiteX416" fmla="*/ 187516 w 336545"/>
                <a:gd name="connsiteY416" fmla="*/ 733745 h 1039608"/>
                <a:gd name="connsiteX417" fmla="*/ 187101 w 336545"/>
                <a:gd name="connsiteY417" fmla="*/ 726816 h 1039608"/>
                <a:gd name="connsiteX418" fmla="*/ 186772 w 336545"/>
                <a:gd name="connsiteY418" fmla="*/ 724816 h 1039608"/>
                <a:gd name="connsiteX419" fmla="*/ 184540 w 336545"/>
                <a:gd name="connsiteY419" fmla="*/ 724072 h 1039608"/>
                <a:gd name="connsiteX420" fmla="*/ 184098 w 336545"/>
                <a:gd name="connsiteY420" fmla="*/ 715979 h 1039608"/>
                <a:gd name="connsiteX421" fmla="*/ 183796 w 336545"/>
                <a:gd name="connsiteY421" fmla="*/ 713654 h 1039608"/>
                <a:gd name="connsiteX422" fmla="*/ 181563 w 336545"/>
                <a:gd name="connsiteY422" fmla="*/ 712910 h 1039608"/>
                <a:gd name="connsiteX423" fmla="*/ 181145 w 336545"/>
                <a:gd name="connsiteY423" fmla="*/ 708073 h 1039608"/>
                <a:gd name="connsiteX424" fmla="*/ 180819 w 336545"/>
                <a:gd name="connsiteY424" fmla="*/ 703236 h 1039608"/>
                <a:gd name="connsiteX425" fmla="*/ 179331 w 336545"/>
                <a:gd name="connsiteY425" fmla="*/ 702492 h 1039608"/>
                <a:gd name="connsiteX426" fmla="*/ 178866 w 336545"/>
                <a:gd name="connsiteY426" fmla="*/ 696864 h 1039608"/>
                <a:gd name="connsiteX427" fmla="*/ 178778 w 336545"/>
                <a:gd name="connsiteY427" fmla="*/ 695261 h 1039608"/>
                <a:gd name="connsiteX428" fmla="*/ 178587 w 336545"/>
                <a:gd name="connsiteY428" fmla="*/ 691329 h 1039608"/>
                <a:gd name="connsiteX429" fmla="*/ 176354 w 336545"/>
                <a:gd name="connsiteY429" fmla="*/ 691329 h 1039608"/>
                <a:gd name="connsiteX430" fmla="*/ 175610 w 336545"/>
                <a:gd name="connsiteY430" fmla="*/ 680912 h 1039608"/>
                <a:gd name="connsiteX431" fmla="*/ 173378 w 336545"/>
                <a:gd name="connsiteY431" fmla="*/ 680912 h 1039608"/>
                <a:gd name="connsiteX432" fmla="*/ 173267 w 336545"/>
                <a:gd name="connsiteY432" fmla="*/ 678659 h 1039608"/>
                <a:gd name="connsiteX433" fmla="*/ 173099 w 336545"/>
                <a:gd name="connsiteY433" fmla="*/ 675749 h 1039608"/>
                <a:gd name="connsiteX434" fmla="*/ 172942 w 336545"/>
                <a:gd name="connsiteY434" fmla="*/ 672845 h 1039608"/>
                <a:gd name="connsiteX435" fmla="*/ 172633 w 336545"/>
                <a:gd name="connsiteY435" fmla="*/ 670494 h 1039608"/>
                <a:gd name="connsiteX436" fmla="*/ 171145 w 336545"/>
                <a:gd name="connsiteY436" fmla="*/ 669749 h 1039608"/>
                <a:gd name="connsiteX437" fmla="*/ 170680 w 336545"/>
                <a:gd name="connsiteY437" fmla="*/ 664494 h 1039608"/>
                <a:gd name="connsiteX438" fmla="*/ 170511 w 336545"/>
                <a:gd name="connsiteY438" fmla="*/ 661584 h 1039608"/>
                <a:gd name="connsiteX439" fmla="*/ 170401 w 336545"/>
                <a:gd name="connsiteY439" fmla="*/ 659331 h 1039608"/>
                <a:gd name="connsiteX440" fmla="*/ 168169 w 336545"/>
                <a:gd name="connsiteY440" fmla="*/ 659331 h 1039608"/>
                <a:gd name="connsiteX441" fmla="*/ 167424 w 336545"/>
                <a:gd name="connsiteY441" fmla="*/ 648913 h 1039608"/>
                <a:gd name="connsiteX442" fmla="*/ 165192 w 336545"/>
                <a:gd name="connsiteY442" fmla="*/ 648913 h 1039608"/>
                <a:gd name="connsiteX443" fmla="*/ 165082 w 336545"/>
                <a:gd name="connsiteY443" fmla="*/ 646498 h 1039608"/>
                <a:gd name="connsiteX444" fmla="*/ 164913 w 336545"/>
                <a:gd name="connsiteY444" fmla="*/ 643379 h 1039608"/>
                <a:gd name="connsiteX445" fmla="*/ 164843 w 336545"/>
                <a:gd name="connsiteY445" fmla="*/ 641785 h 1039608"/>
                <a:gd name="connsiteX446" fmla="*/ 164448 w 336545"/>
                <a:gd name="connsiteY446" fmla="*/ 637751 h 1039608"/>
                <a:gd name="connsiteX447" fmla="*/ 162960 w 336545"/>
                <a:gd name="connsiteY447" fmla="*/ 637007 h 1039608"/>
                <a:gd name="connsiteX448" fmla="*/ 162588 w 336545"/>
                <a:gd name="connsiteY448" fmla="*/ 632961 h 1039608"/>
                <a:gd name="connsiteX449" fmla="*/ 160727 w 336545"/>
                <a:gd name="connsiteY449" fmla="*/ 627333 h 1039608"/>
                <a:gd name="connsiteX450" fmla="*/ 159983 w 336545"/>
                <a:gd name="connsiteY450" fmla="*/ 627333 h 1039608"/>
                <a:gd name="connsiteX451" fmla="*/ 159239 w 336545"/>
                <a:gd name="connsiteY451" fmla="*/ 616171 h 1039608"/>
                <a:gd name="connsiteX452" fmla="*/ 157006 w 336545"/>
                <a:gd name="connsiteY452" fmla="*/ 616171 h 1039608"/>
                <a:gd name="connsiteX453" fmla="*/ 156896 w 336545"/>
                <a:gd name="connsiteY453" fmla="*/ 614081 h 1039608"/>
                <a:gd name="connsiteX454" fmla="*/ 156727 w 336545"/>
                <a:gd name="connsiteY454" fmla="*/ 611381 h 1039608"/>
                <a:gd name="connsiteX455" fmla="*/ 156570 w 336545"/>
                <a:gd name="connsiteY455" fmla="*/ 608686 h 1039608"/>
                <a:gd name="connsiteX456" fmla="*/ 156262 w 336545"/>
                <a:gd name="connsiteY456" fmla="*/ 606497 h 1039608"/>
                <a:gd name="connsiteX457" fmla="*/ 154774 w 336545"/>
                <a:gd name="connsiteY457" fmla="*/ 605753 h 1039608"/>
                <a:gd name="connsiteX458" fmla="*/ 154309 w 336545"/>
                <a:gd name="connsiteY458" fmla="*/ 600126 h 1039608"/>
                <a:gd name="connsiteX459" fmla="*/ 154222 w 336545"/>
                <a:gd name="connsiteY459" fmla="*/ 598523 h 1039608"/>
                <a:gd name="connsiteX460" fmla="*/ 154030 w 336545"/>
                <a:gd name="connsiteY460" fmla="*/ 594591 h 1039608"/>
                <a:gd name="connsiteX461" fmla="*/ 151798 w 336545"/>
                <a:gd name="connsiteY461" fmla="*/ 594591 h 1039608"/>
                <a:gd name="connsiteX462" fmla="*/ 151053 w 336545"/>
                <a:gd name="connsiteY462" fmla="*/ 584173 h 1039608"/>
                <a:gd name="connsiteX463" fmla="*/ 148821 w 336545"/>
                <a:gd name="connsiteY463" fmla="*/ 584173 h 1039608"/>
                <a:gd name="connsiteX464" fmla="*/ 148710 w 336545"/>
                <a:gd name="connsiteY464" fmla="*/ 581920 h 1039608"/>
                <a:gd name="connsiteX465" fmla="*/ 148542 w 336545"/>
                <a:gd name="connsiteY465" fmla="*/ 579011 h 1039608"/>
                <a:gd name="connsiteX466" fmla="*/ 148385 w 336545"/>
                <a:gd name="connsiteY466" fmla="*/ 576107 h 1039608"/>
                <a:gd name="connsiteX467" fmla="*/ 148077 w 336545"/>
                <a:gd name="connsiteY467" fmla="*/ 573755 h 1039608"/>
                <a:gd name="connsiteX468" fmla="*/ 146589 w 336545"/>
                <a:gd name="connsiteY468" fmla="*/ 573011 h 1039608"/>
                <a:gd name="connsiteX469" fmla="*/ 146173 w 336545"/>
                <a:gd name="connsiteY469" fmla="*/ 566081 h 1039608"/>
                <a:gd name="connsiteX470" fmla="*/ 145844 w 336545"/>
                <a:gd name="connsiteY470" fmla="*/ 564081 h 1039608"/>
                <a:gd name="connsiteX471" fmla="*/ 143612 w 336545"/>
                <a:gd name="connsiteY471" fmla="*/ 563337 h 1039608"/>
                <a:gd name="connsiteX472" fmla="*/ 143170 w 336545"/>
                <a:gd name="connsiteY472" fmla="*/ 555245 h 1039608"/>
                <a:gd name="connsiteX473" fmla="*/ 142868 w 336545"/>
                <a:gd name="connsiteY473" fmla="*/ 552919 h 1039608"/>
                <a:gd name="connsiteX474" fmla="*/ 140635 w 336545"/>
                <a:gd name="connsiteY474" fmla="*/ 552175 h 1039608"/>
                <a:gd name="connsiteX475" fmla="*/ 140217 w 336545"/>
                <a:gd name="connsiteY475" fmla="*/ 547338 h 1039608"/>
                <a:gd name="connsiteX476" fmla="*/ 139891 w 336545"/>
                <a:gd name="connsiteY476" fmla="*/ 542501 h 1039608"/>
                <a:gd name="connsiteX477" fmla="*/ 138403 w 336545"/>
                <a:gd name="connsiteY477" fmla="*/ 541757 h 1039608"/>
                <a:gd name="connsiteX478" fmla="*/ 137984 w 336545"/>
                <a:gd name="connsiteY478" fmla="*/ 537757 h 1039608"/>
                <a:gd name="connsiteX479" fmla="*/ 136915 w 336545"/>
                <a:gd name="connsiteY479" fmla="*/ 531339 h 1039608"/>
                <a:gd name="connsiteX480" fmla="*/ 135426 w 336545"/>
                <a:gd name="connsiteY480" fmla="*/ 530595 h 1039608"/>
                <a:gd name="connsiteX481" fmla="*/ 134961 w 336545"/>
                <a:gd name="connsiteY481" fmla="*/ 524968 h 1039608"/>
                <a:gd name="connsiteX482" fmla="*/ 134874 w 336545"/>
                <a:gd name="connsiteY482" fmla="*/ 523364 h 1039608"/>
                <a:gd name="connsiteX483" fmla="*/ 134682 w 336545"/>
                <a:gd name="connsiteY483" fmla="*/ 519433 h 1039608"/>
                <a:gd name="connsiteX484" fmla="*/ 132450 w 336545"/>
                <a:gd name="connsiteY484" fmla="*/ 519433 h 1039608"/>
                <a:gd name="connsiteX485" fmla="*/ 132339 w 336545"/>
                <a:gd name="connsiteY485" fmla="*/ 517343 h 1039608"/>
                <a:gd name="connsiteX486" fmla="*/ 132171 w 336545"/>
                <a:gd name="connsiteY486" fmla="*/ 514643 h 1039608"/>
                <a:gd name="connsiteX487" fmla="*/ 132014 w 336545"/>
                <a:gd name="connsiteY487" fmla="*/ 511948 h 1039608"/>
                <a:gd name="connsiteX488" fmla="*/ 131706 w 336545"/>
                <a:gd name="connsiteY488" fmla="*/ 509759 h 1039608"/>
                <a:gd name="connsiteX489" fmla="*/ 130217 w 336545"/>
                <a:gd name="connsiteY489" fmla="*/ 509015 h 1039608"/>
                <a:gd name="connsiteX490" fmla="*/ 129566 w 336545"/>
                <a:gd name="connsiteY490" fmla="*/ 500923 h 1039608"/>
                <a:gd name="connsiteX491" fmla="*/ 129473 w 336545"/>
                <a:gd name="connsiteY491" fmla="*/ 499341 h 1039608"/>
                <a:gd name="connsiteX492" fmla="*/ 127241 w 336545"/>
                <a:gd name="connsiteY492" fmla="*/ 497853 h 1039608"/>
                <a:gd name="connsiteX493" fmla="*/ 126799 w 336545"/>
                <a:gd name="connsiteY493" fmla="*/ 490897 h 1039608"/>
                <a:gd name="connsiteX494" fmla="*/ 126497 w 336545"/>
                <a:gd name="connsiteY494" fmla="*/ 488923 h 1039608"/>
                <a:gd name="connsiteX495" fmla="*/ 124264 w 336545"/>
                <a:gd name="connsiteY495" fmla="*/ 488179 h 1039608"/>
                <a:gd name="connsiteX496" fmla="*/ 123846 w 336545"/>
                <a:gd name="connsiteY496" fmla="*/ 483017 h 1039608"/>
                <a:gd name="connsiteX497" fmla="*/ 122032 w 336545"/>
                <a:gd name="connsiteY497" fmla="*/ 476273 h 1039608"/>
                <a:gd name="connsiteX498" fmla="*/ 121567 w 336545"/>
                <a:gd name="connsiteY498" fmla="*/ 472599 h 1039608"/>
                <a:gd name="connsiteX499" fmla="*/ 121398 w 336545"/>
                <a:gd name="connsiteY499" fmla="*/ 470625 h 1039608"/>
                <a:gd name="connsiteX500" fmla="*/ 121288 w 336545"/>
                <a:gd name="connsiteY500" fmla="*/ 466599 h 1039608"/>
                <a:gd name="connsiteX501" fmla="*/ 119055 w 336545"/>
                <a:gd name="connsiteY501" fmla="*/ 466599 h 1039608"/>
                <a:gd name="connsiteX502" fmla="*/ 118311 w 336545"/>
                <a:gd name="connsiteY502" fmla="*/ 455437 h 1039608"/>
                <a:gd name="connsiteX503" fmla="*/ 116079 w 336545"/>
                <a:gd name="connsiteY503" fmla="*/ 455437 h 1039608"/>
                <a:gd name="connsiteX504" fmla="*/ 115994 w 336545"/>
                <a:gd name="connsiteY504" fmla="*/ 453399 h 1039608"/>
                <a:gd name="connsiteX505" fmla="*/ 115846 w 336545"/>
                <a:gd name="connsiteY505" fmla="*/ 450740 h 1039608"/>
                <a:gd name="connsiteX506" fmla="*/ 115715 w 336545"/>
                <a:gd name="connsiteY506" fmla="*/ 448097 h 1039608"/>
                <a:gd name="connsiteX507" fmla="*/ 113102 w 336545"/>
                <a:gd name="connsiteY507" fmla="*/ 443531 h 1039608"/>
                <a:gd name="connsiteX508" fmla="*/ 113102 w 336545"/>
                <a:gd name="connsiteY508" fmla="*/ 438322 h 1039608"/>
                <a:gd name="connsiteX509" fmla="*/ 112358 w 336545"/>
                <a:gd name="connsiteY509" fmla="*/ 434601 h 1039608"/>
                <a:gd name="connsiteX510" fmla="*/ 110870 w 336545"/>
                <a:gd name="connsiteY510" fmla="*/ 433857 h 1039608"/>
                <a:gd name="connsiteX511" fmla="*/ 110405 w 336545"/>
                <a:gd name="connsiteY511" fmla="*/ 428601 h 1039608"/>
                <a:gd name="connsiteX512" fmla="*/ 110236 w 336545"/>
                <a:gd name="connsiteY512" fmla="*/ 425692 h 1039608"/>
                <a:gd name="connsiteX513" fmla="*/ 110126 w 336545"/>
                <a:gd name="connsiteY513" fmla="*/ 423439 h 1039608"/>
                <a:gd name="connsiteX514" fmla="*/ 107893 w 336545"/>
                <a:gd name="connsiteY514" fmla="*/ 423439 h 1039608"/>
                <a:gd name="connsiteX515" fmla="*/ 107998 w 336545"/>
                <a:gd name="connsiteY515" fmla="*/ 421186 h 1039608"/>
                <a:gd name="connsiteX516" fmla="*/ 108079 w 336545"/>
                <a:gd name="connsiteY516" fmla="*/ 418276 h 1039608"/>
                <a:gd name="connsiteX517" fmla="*/ 108184 w 336545"/>
                <a:gd name="connsiteY517" fmla="*/ 415373 h 1039608"/>
                <a:gd name="connsiteX518" fmla="*/ 107893 w 336545"/>
                <a:gd name="connsiteY518" fmla="*/ 413021 h 1039608"/>
                <a:gd name="connsiteX519" fmla="*/ 104917 w 336545"/>
                <a:gd name="connsiteY519" fmla="*/ 412277 h 1039608"/>
                <a:gd name="connsiteX520" fmla="*/ 104870 w 336545"/>
                <a:gd name="connsiteY520" fmla="*/ 408277 h 1039608"/>
                <a:gd name="connsiteX521" fmla="*/ 104917 w 336545"/>
                <a:gd name="connsiteY521" fmla="*/ 404091 h 1039608"/>
                <a:gd name="connsiteX522" fmla="*/ 103835 w 336545"/>
                <a:gd name="connsiteY522" fmla="*/ 403048 h 1039608"/>
                <a:gd name="connsiteX523" fmla="*/ 102173 w 336545"/>
                <a:gd name="connsiteY523" fmla="*/ 396510 h 1039608"/>
                <a:gd name="connsiteX524" fmla="*/ 102024 w 336545"/>
                <a:gd name="connsiteY524" fmla="*/ 393641 h 1039608"/>
                <a:gd name="connsiteX525" fmla="*/ 101940 w 336545"/>
                <a:gd name="connsiteY525" fmla="*/ 391441 h 1039608"/>
                <a:gd name="connsiteX526" fmla="*/ 99708 w 336545"/>
                <a:gd name="connsiteY526" fmla="*/ 391441 h 1039608"/>
                <a:gd name="connsiteX527" fmla="*/ 99623 w 336545"/>
                <a:gd name="connsiteY527" fmla="*/ 389240 h 1039608"/>
                <a:gd name="connsiteX528" fmla="*/ 99475 w 336545"/>
                <a:gd name="connsiteY528" fmla="*/ 386371 h 1039608"/>
                <a:gd name="connsiteX529" fmla="*/ 99344 w 336545"/>
                <a:gd name="connsiteY529" fmla="*/ 383520 h 1039608"/>
                <a:gd name="connsiteX530" fmla="*/ 96731 w 336545"/>
                <a:gd name="connsiteY530" fmla="*/ 378790 h 1039608"/>
                <a:gd name="connsiteX531" fmla="*/ 96731 w 336545"/>
                <a:gd name="connsiteY531" fmla="*/ 373581 h 1039608"/>
                <a:gd name="connsiteX532" fmla="*/ 95987 w 336545"/>
                <a:gd name="connsiteY532" fmla="*/ 370605 h 1039608"/>
                <a:gd name="connsiteX533" fmla="*/ 94499 w 336545"/>
                <a:gd name="connsiteY533" fmla="*/ 369861 h 1039608"/>
                <a:gd name="connsiteX534" fmla="*/ 94034 w 336545"/>
                <a:gd name="connsiteY534" fmla="*/ 364233 h 1039608"/>
                <a:gd name="connsiteX535" fmla="*/ 93946 w 336545"/>
                <a:gd name="connsiteY535" fmla="*/ 362630 h 1039608"/>
                <a:gd name="connsiteX536" fmla="*/ 93755 w 336545"/>
                <a:gd name="connsiteY536" fmla="*/ 358699 h 1039608"/>
                <a:gd name="connsiteX537" fmla="*/ 91522 w 336545"/>
                <a:gd name="connsiteY537" fmla="*/ 358699 h 1039608"/>
                <a:gd name="connsiteX538" fmla="*/ 91438 w 336545"/>
                <a:gd name="connsiteY538" fmla="*/ 356609 h 1039608"/>
                <a:gd name="connsiteX539" fmla="*/ 91290 w 336545"/>
                <a:gd name="connsiteY539" fmla="*/ 353908 h 1039608"/>
                <a:gd name="connsiteX540" fmla="*/ 91159 w 336545"/>
                <a:gd name="connsiteY540" fmla="*/ 351214 h 1039608"/>
                <a:gd name="connsiteX541" fmla="*/ 90778 w 336545"/>
                <a:gd name="connsiteY541" fmla="*/ 349025 h 1039608"/>
                <a:gd name="connsiteX542" fmla="*/ 88546 w 336545"/>
                <a:gd name="connsiteY542" fmla="*/ 348281 h 1039608"/>
                <a:gd name="connsiteX543" fmla="*/ 88499 w 336545"/>
                <a:gd name="connsiteY543" fmla="*/ 343955 h 1039608"/>
                <a:gd name="connsiteX544" fmla="*/ 87057 w 336545"/>
                <a:gd name="connsiteY544" fmla="*/ 336374 h 1039608"/>
                <a:gd name="connsiteX545" fmla="*/ 86313 w 336545"/>
                <a:gd name="connsiteY545" fmla="*/ 1025449 h 1039608"/>
                <a:gd name="connsiteX546" fmla="*/ 6690 w 336545"/>
                <a:gd name="connsiteY546" fmla="*/ 1025449 h 1039608"/>
                <a:gd name="connsiteX547" fmla="*/ 6682 w 336545"/>
                <a:gd name="connsiteY547" fmla="*/ 961326 h 1039608"/>
                <a:gd name="connsiteX548" fmla="*/ 6682 w 336545"/>
                <a:gd name="connsiteY548" fmla="*/ 959659 h 1039608"/>
                <a:gd name="connsiteX549" fmla="*/ 6678 w 336545"/>
                <a:gd name="connsiteY549" fmla="*/ 932696 h 1039608"/>
                <a:gd name="connsiteX550" fmla="*/ 6678 w 336545"/>
                <a:gd name="connsiteY550" fmla="*/ 930862 h 1039608"/>
                <a:gd name="connsiteX551" fmla="*/ 6659 w 336545"/>
                <a:gd name="connsiteY551" fmla="*/ 736454 h 1039608"/>
                <a:gd name="connsiteX552" fmla="*/ 6658 w 336545"/>
                <a:gd name="connsiteY552" fmla="*/ 732137 h 1039608"/>
                <a:gd name="connsiteX553" fmla="*/ 6652 w 336545"/>
                <a:gd name="connsiteY553" fmla="*/ 641536 h 1039608"/>
                <a:gd name="connsiteX554" fmla="*/ 6649 w 336545"/>
                <a:gd name="connsiteY554" fmla="*/ 596027 h 1039608"/>
                <a:gd name="connsiteX555" fmla="*/ 6649 w 336545"/>
                <a:gd name="connsiteY555" fmla="*/ 589162 h 1039608"/>
                <a:gd name="connsiteX556" fmla="*/ 6639 w 336545"/>
                <a:gd name="connsiteY556" fmla="*/ 483406 h 1039608"/>
                <a:gd name="connsiteX557" fmla="*/ 6639 w 336545"/>
                <a:gd name="connsiteY557" fmla="*/ 481108 h 1039608"/>
                <a:gd name="connsiteX558" fmla="*/ 6634 w 336545"/>
                <a:gd name="connsiteY558" fmla="*/ 444425 h 1039608"/>
                <a:gd name="connsiteX559" fmla="*/ 6622 w 336545"/>
                <a:gd name="connsiteY559" fmla="*/ 338810 h 1039608"/>
                <a:gd name="connsiteX560" fmla="*/ 6622 w 336545"/>
                <a:gd name="connsiteY560" fmla="*/ 336617 h 1039608"/>
                <a:gd name="connsiteX561" fmla="*/ 6620 w 336545"/>
                <a:gd name="connsiteY561" fmla="*/ 288982 h 1039608"/>
                <a:gd name="connsiteX562" fmla="*/ 6619 w 336545"/>
                <a:gd name="connsiteY562" fmla="*/ 269817 h 1039608"/>
                <a:gd name="connsiteX563" fmla="*/ 6619 w 336545"/>
                <a:gd name="connsiteY563" fmla="*/ 267698 h 1039608"/>
                <a:gd name="connsiteX564" fmla="*/ 6611 w 336545"/>
                <a:gd name="connsiteY564" fmla="*/ 200033 h 1039608"/>
                <a:gd name="connsiteX565" fmla="*/ 6606 w 336545"/>
                <a:gd name="connsiteY565" fmla="*/ 131912 h 1039608"/>
                <a:gd name="connsiteX566" fmla="*/ 6606 w 336545"/>
                <a:gd name="connsiteY566" fmla="*/ 122513 h 1039608"/>
                <a:gd name="connsiteX567" fmla="*/ 6606 w 336545"/>
                <a:gd name="connsiteY567" fmla="*/ 120652 h 1039608"/>
                <a:gd name="connsiteX568" fmla="*/ 6601 w 336545"/>
                <a:gd name="connsiteY568" fmla="*/ 91395 h 1039608"/>
                <a:gd name="connsiteX569" fmla="*/ 6599 w 336545"/>
                <a:gd name="connsiteY569" fmla="*/ 62674 h 1039608"/>
                <a:gd name="connsiteX570" fmla="*/ 6597 w 336545"/>
                <a:gd name="connsiteY570" fmla="*/ 47290 h 1039608"/>
                <a:gd name="connsiteX571" fmla="*/ 6598 w 336545"/>
                <a:gd name="connsiteY571" fmla="*/ 33329 h 1039608"/>
                <a:gd name="connsiteX572" fmla="*/ 6595 w 336545"/>
                <a:gd name="connsiteY572" fmla="*/ 28277 h 1039608"/>
                <a:gd name="connsiteX573" fmla="*/ 6598 w 336545"/>
                <a:gd name="connsiteY573" fmla="*/ 21478 h 1039608"/>
                <a:gd name="connsiteX574" fmla="*/ 6592 w 336545"/>
                <a:gd name="connsiteY574" fmla="*/ 19465 h 1039608"/>
                <a:gd name="connsiteX575" fmla="*/ 7434 w 336545"/>
                <a:gd name="connsiteY575" fmla="*/ 14162 h 1039608"/>
                <a:gd name="connsiteX576" fmla="*/ 13201 w 336545"/>
                <a:gd name="connsiteY576" fmla="*/ 13772 h 1039608"/>
                <a:gd name="connsiteX577" fmla="*/ 14876 w 336545"/>
                <a:gd name="connsiteY577" fmla="*/ 13417 h 1039608"/>
                <a:gd name="connsiteX578" fmla="*/ 15620 w 336545"/>
                <a:gd name="connsiteY578" fmla="*/ 11185 h 1039608"/>
                <a:gd name="connsiteX579" fmla="*/ 20250 w 336545"/>
                <a:gd name="connsiteY579" fmla="*/ 10804 h 1039608"/>
                <a:gd name="connsiteX580" fmla="*/ 23092 w 336545"/>
                <a:gd name="connsiteY580" fmla="*/ 10724 h 1039608"/>
                <a:gd name="connsiteX581" fmla="*/ 26084 w 336545"/>
                <a:gd name="connsiteY581" fmla="*/ 10673 h 1039608"/>
                <a:gd name="connsiteX582" fmla="*/ 29086 w 336545"/>
                <a:gd name="connsiteY582" fmla="*/ 10596 h 1039608"/>
                <a:gd name="connsiteX583" fmla="*/ 36456 w 336545"/>
                <a:gd name="connsiteY583" fmla="*/ 10441 h 1039608"/>
                <a:gd name="connsiteX584" fmla="*/ 36456 w 336545"/>
                <a:gd name="connsiteY584" fmla="*/ 7464 h 1039608"/>
                <a:gd name="connsiteX585" fmla="*/ 57292 w 336545"/>
                <a:gd name="connsiteY585" fmla="*/ 7464 h 1039608"/>
                <a:gd name="connsiteX586" fmla="*/ 57292 w 336545"/>
                <a:gd name="connsiteY586" fmla="*/ 4488 h 1039608"/>
                <a:gd name="connsiteX587" fmla="*/ 59193 w 336545"/>
                <a:gd name="connsiteY587" fmla="*/ 4467 h 1039608"/>
                <a:gd name="connsiteX588" fmla="*/ 66153 w 336545"/>
                <a:gd name="connsiteY588" fmla="*/ 4333 h 1039608"/>
                <a:gd name="connsiteX589" fmla="*/ 69169 w 336545"/>
                <a:gd name="connsiteY589" fmla="*/ 4286 h 1039608"/>
                <a:gd name="connsiteX590" fmla="*/ 73497 w 336545"/>
                <a:gd name="connsiteY590" fmla="*/ 4197 h 1039608"/>
                <a:gd name="connsiteX591" fmla="*/ 76130 w 336545"/>
                <a:gd name="connsiteY591" fmla="*/ 4150 h 1039608"/>
                <a:gd name="connsiteX592" fmla="*/ 78128 w 336545"/>
                <a:gd name="connsiteY592" fmla="*/ 3744 h 1039608"/>
                <a:gd name="connsiteX593" fmla="*/ 78872 w 336545"/>
                <a:gd name="connsiteY593" fmla="*/ 767 h 103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Lst>
              <a:rect l="l" t="t" r="r" b="b"/>
              <a:pathLst>
                <a:path w="336545" h="1039608">
                  <a:moveTo>
                    <a:pt x="78872" y="767"/>
                  </a:moveTo>
                  <a:cubicBezTo>
                    <a:pt x="82868" y="323"/>
                    <a:pt x="82868" y="323"/>
                    <a:pt x="84825" y="767"/>
                  </a:cubicBezTo>
                  <a:cubicBezTo>
                    <a:pt x="86848" y="3802"/>
                    <a:pt x="86630" y="6404"/>
                    <a:pt x="86801" y="9982"/>
                  </a:cubicBezTo>
                  <a:cubicBezTo>
                    <a:pt x="86886" y="10624"/>
                    <a:pt x="86970" y="11267"/>
                    <a:pt x="87057" y="11929"/>
                  </a:cubicBezTo>
                  <a:cubicBezTo>
                    <a:pt x="87794" y="12298"/>
                    <a:pt x="87794" y="12298"/>
                    <a:pt x="88546" y="12673"/>
                  </a:cubicBezTo>
                  <a:cubicBezTo>
                    <a:pt x="88811" y="14984"/>
                    <a:pt x="88876" y="17279"/>
                    <a:pt x="88961" y="19603"/>
                  </a:cubicBezTo>
                  <a:cubicBezTo>
                    <a:pt x="89070" y="20263"/>
                    <a:pt x="89178" y="20923"/>
                    <a:pt x="89290" y="21603"/>
                  </a:cubicBezTo>
                  <a:cubicBezTo>
                    <a:pt x="90395" y="21971"/>
                    <a:pt x="90395" y="21971"/>
                    <a:pt x="91522" y="22347"/>
                  </a:cubicBezTo>
                  <a:cubicBezTo>
                    <a:pt x="91874" y="25051"/>
                    <a:pt x="91898" y="27715"/>
                    <a:pt x="91964" y="30440"/>
                  </a:cubicBezTo>
                  <a:cubicBezTo>
                    <a:pt x="92114" y="31591"/>
                    <a:pt x="92114" y="31591"/>
                    <a:pt x="92266" y="32765"/>
                  </a:cubicBezTo>
                  <a:cubicBezTo>
                    <a:pt x="93371" y="33133"/>
                    <a:pt x="93371" y="33133"/>
                    <a:pt x="94499" y="33509"/>
                  </a:cubicBezTo>
                  <a:cubicBezTo>
                    <a:pt x="94827" y="35672"/>
                    <a:pt x="94827" y="35672"/>
                    <a:pt x="94917" y="38346"/>
                  </a:cubicBezTo>
                  <a:cubicBezTo>
                    <a:pt x="94975" y="39961"/>
                    <a:pt x="95072" y="41576"/>
                    <a:pt x="95243" y="43183"/>
                  </a:cubicBezTo>
                  <a:cubicBezTo>
                    <a:pt x="95734" y="43429"/>
                    <a:pt x="96225" y="43674"/>
                    <a:pt x="96731" y="43927"/>
                  </a:cubicBezTo>
                  <a:cubicBezTo>
                    <a:pt x="96964" y="45824"/>
                    <a:pt x="97113" y="47651"/>
                    <a:pt x="97196" y="49555"/>
                  </a:cubicBezTo>
                  <a:cubicBezTo>
                    <a:pt x="97225" y="50084"/>
                    <a:pt x="97254" y="50613"/>
                    <a:pt x="97283" y="51158"/>
                  </a:cubicBezTo>
                  <a:cubicBezTo>
                    <a:pt x="97354" y="52468"/>
                    <a:pt x="97415" y="53779"/>
                    <a:pt x="97475" y="55089"/>
                  </a:cubicBezTo>
                  <a:cubicBezTo>
                    <a:pt x="98212" y="55089"/>
                    <a:pt x="98949" y="55089"/>
                    <a:pt x="99708" y="55089"/>
                  </a:cubicBezTo>
                  <a:cubicBezTo>
                    <a:pt x="99749" y="56204"/>
                    <a:pt x="99749" y="56204"/>
                    <a:pt x="99792" y="57342"/>
                  </a:cubicBezTo>
                  <a:cubicBezTo>
                    <a:pt x="99841" y="58302"/>
                    <a:pt x="99890" y="59262"/>
                    <a:pt x="99940" y="60252"/>
                  </a:cubicBezTo>
                  <a:cubicBezTo>
                    <a:pt x="99983" y="61210"/>
                    <a:pt x="100027" y="62168"/>
                    <a:pt x="100071" y="63156"/>
                  </a:cubicBezTo>
                  <a:cubicBezTo>
                    <a:pt x="100197" y="63932"/>
                    <a:pt x="100322" y="64708"/>
                    <a:pt x="100452" y="65507"/>
                  </a:cubicBezTo>
                  <a:cubicBezTo>
                    <a:pt x="101557" y="65876"/>
                    <a:pt x="101557" y="65876"/>
                    <a:pt x="102684" y="66251"/>
                  </a:cubicBezTo>
                  <a:cubicBezTo>
                    <a:pt x="103013" y="68414"/>
                    <a:pt x="103013" y="68414"/>
                    <a:pt x="103103" y="71088"/>
                  </a:cubicBezTo>
                  <a:cubicBezTo>
                    <a:pt x="103161" y="72703"/>
                    <a:pt x="103258" y="74318"/>
                    <a:pt x="103428" y="75925"/>
                  </a:cubicBezTo>
                  <a:cubicBezTo>
                    <a:pt x="103919" y="76171"/>
                    <a:pt x="104411" y="76416"/>
                    <a:pt x="104917" y="76669"/>
                  </a:cubicBezTo>
                  <a:cubicBezTo>
                    <a:pt x="105183" y="79174"/>
                    <a:pt x="105248" y="81664"/>
                    <a:pt x="105332" y="84181"/>
                  </a:cubicBezTo>
                  <a:cubicBezTo>
                    <a:pt x="105441" y="84894"/>
                    <a:pt x="105549" y="85608"/>
                    <a:pt x="105661" y="86343"/>
                  </a:cubicBezTo>
                  <a:cubicBezTo>
                    <a:pt x="106397" y="86589"/>
                    <a:pt x="107134" y="86834"/>
                    <a:pt x="107893" y="87087"/>
                  </a:cubicBezTo>
                  <a:cubicBezTo>
                    <a:pt x="108244" y="89598"/>
                    <a:pt x="108269" y="92065"/>
                    <a:pt x="108335" y="94599"/>
                  </a:cubicBezTo>
                  <a:cubicBezTo>
                    <a:pt x="108485" y="95669"/>
                    <a:pt x="108485" y="95669"/>
                    <a:pt x="108637" y="96761"/>
                  </a:cubicBezTo>
                  <a:cubicBezTo>
                    <a:pt x="109374" y="97007"/>
                    <a:pt x="110111" y="97252"/>
                    <a:pt x="110870" y="97505"/>
                  </a:cubicBezTo>
                  <a:cubicBezTo>
                    <a:pt x="111198" y="99831"/>
                    <a:pt x="111198" y="99831"/>
                    <a:pt x="111288" y="102714"/>
                  </a:cubicBezTo>
                  <a:cubicBezTo>
                    <a:pt x="111346" y="104453"/>
                    <a:pt x="111443" y="106192"/>
                    <a:pt x="111614" y="107923"/>
                  </a:cubicBezTo>
                  <a:cubicBezTo>
                    <a:pt x="112105" y="108169"/>
                    <a:pt x="112596" y="108414"/>
                    <a:pt x="113102" y="108667"/>
                  </a:cubicBezTo>
                  <a:cubicBezTo>
                    <a:pt x="113410" y="111019"/>
                    <a:pt x="113410" y="111019"/>
                    <a:pt x="113567" y="113923"/>
                  </a:cubicBezTo>
                  <a:cubicBezTo>
                    <a:pt x="113651" y="115363"/>
                    <a:pt x="113651" y="115363"/>
                    <a:pt x="113736" y="116833"/>
                  </a:cubicBezTo>
                  <a:cubicBezTo>
                    <a:pt x="113772" y="117576"/>
                    <a:pt x="113809" y="118319"/>
                    <a:pt x="113846" y="119085"/>
                  </a:cubicBezTo>
                  <a:cubicBezTo>
                    <a:pt x="114583" y="119085"/>
                    <a:pt x="115320" y="119085"/>
                    <a:pt x="116079" y="119085"/>
                  </a:cubicBezTo>
                  <a:cubicBezTo>
                    <a:pt x="116324" y="122769"/>
                    <a:pt x="116570" y="126452"/>
                    <a:pt x="116823" y="130248"/>
                  </a:cubicBezTo>
                  <a:cubicBezTo>
                    <a:pt x="117560" y="130248"/>
                    <a:pt x="118296" y="130248"/>
                    <a:pt x="119055" y="130248"/>
                  </a:cubicBezTo>
                  <a:cubicBezTo>
                    <a:pt x="119092" y="130937"/>
                    <a:pt x="119128" y="131627"/>
                    <a:pt x="119166" y="132338"/>
                  </a:cubicBezTo>
                  <a:cubicBezTo>
                    <a:pt x="119249" y="133674"/>
                    <a:pt x="119249" y="133674"/>
                    <a:pt x="119334" y="135038"/>
                  </a:cubicBezTo>
                  <a:cubicBezTo>
                    <a:pt x="119386" y="135927"/>
                    <a:pt x="119438" y="136816"/>
                    <a:pt x="119491" y="137733"/>
                  </a:cubicBezTo>
                  <a:cubicBezTo>
                    <a:pt x="119593" y="138455"/>
                    <a:pt x="119695" y="139177"/>
                    <a:pt x="119799" y="139921"/>
                  </a:cubicBezTo>
                  <a:cubicBezTo>
                    <a:pt x="120291" y="140167"/>
                    <a:pt x="120782" y="140412"/>
                    <a:pt x="121288" y="140665"/>
                  </a:cubicBezTo>
                  <a:cubicBezTo>
                    <a:pt x="121520" y="142563"/>
                    <a:pt x="121670" y="144389"/>
                    <a:pt x="121753" y="146293"/>
                  </a:cubicBezTo>
                  <a:cubicBezTo>
                    <a:pt x="121796" y="147087"/>
                    <a:pt x="121796" y="147087"/>
                    <a:pt x="121840" y="147896"/>
                  </a:cubicBezTo>
                  <a:cubicBezTo>
                    <a:pt x="121910" y="149206"/>
                    <a:pt x="121972" y="150517"/>
                    <a:pt x="122032" y="151828"/>
                  </a:cubicBezTo>
                  <a:cubicBezTo>
                    <a:pt x="122769" y="151828"/>
                    <a:pt x="123505" y="151828"/>
                    <a:pt x="124264" y="151828"/>
                  </a:cubicBezTo>
                  <a:cubicBezTo>
                    <a:pt x="124510" y="155266"/>
                    <a:pt x="124755" y="158703"/>
                    <a:pt x="125008" y="162246"/>
                  </a:cubicBezTo>
                  <a:cubicBezTo>
                    <a:pt x="125745" y="162246"/>
                    <a:pt x="126482" y="162246"/>
                    <a:pt x="127241" y="162246"/>
                  </a:cubicBezTo>
                  <a:cubicBezTo>
                    <a:pt x="127241" y="165683"/>
                    <a:pt x="127241" y="169121"/>
                    <a:pt x="127241" y="172664"/>
                  </a:cubicBezTo>
                  <a:cubicBezTo>
                    <a:pt x="127978" y="172664"/>
                    <a:pt x="128714" y="172664"/>
                    <a:pt x="129473" y="172664"/>
                  </a:cubicBezTo>
                  <a:cubicBezTo>
                    <a:pt x="129510" y="173282"/>
                    <a:pt x="129546" y="173901"/>
                    <a:pt x="129584" y="174538"/>
                  </a:cubicBezTo>
                  <a:cubicBezTo>
                    <a:pt x="129639" y="175347"/>
                    <a:pt x="129695" y="176156"/>
                    <a:pt x="129752" y="176989"/>
                  </a:cubicBezTo>
                  <a:cubicBezTo>
                    <a:pt x="129830" y="178193"/>
                    <a:pt x="129830" y="178193"/>
                    <a:pt x="129909" y="179422"/>
                  </a:cubicBezTo>
                  <a:cubicBezTo>
                    <a:pt x="130077" y="181732"/>
                    <a:pt x="130077" y="181732"/>
                    <a:pt x="131706" y="183826"/>
                  </a:cubicBezTo>
                  <a:cubicBezTo>
                    <a:pt x="131951" y="183826"/>
                    <a:pt x="132197" y="183826"/>
                    <a:pt x="132450" y="183826"/>
                  </a:cubicBezTo>
                  <a:cubicBezTo>
                    <a:pt x="132695" y="187264"/>
                    <a:pt x="132941" y="190701"/>
                    <a:pt x="133194" y="194244"/>
                  </a:cubicBezTo>
                  <a:cubicBezTo>
                    <a:pt x="133931" y="194244"/>
                    <a:pt x="134667" y="194244"/>
                    <a:pt x="135426" y="194244"/>
                  </a:cubicBezTo>
                  <a:cubicBezTo>
                    <a:pt x="135463" y="194987"/>
                    <a:pt x="135499" y="195730"/>
                    <a:pt x="135537" y="196496"/>
                  </a:cubicBezTo>
                  <a:cubicBezTo>
                    <a:pt x="135620" y="197937"/>
                    <a:pt x="135620" y="197937"/>
                    <a:pt x="135705" y="199406"/>
                  </a:cubicBezTo>
                  <a:cubicBezTo>
                    <a:pt x="135783" y="200844"/>
                    <a:pt x="135783" y="200844"/>
                    <a:pt x="135862" y="202310"/>
                  </a:cubicBezTo>
                  <a:cubicBezTo>
                    <a:pt x="135964" y="203086"/>
                    <a:pt x="136066" y="203862"/>
                    <a:pt x="136171" y="204662"/>
                  </a:cubicBezTo>
                  <a:cubicBezTo>
                    <a:pt x="136662" y="204907"/>
                    <a:pt x="137153" y="205153"/>
                    <a:pt x="137659" y="205406"/>
                  </a:cubicBezTo>
                  <a:cubicBezTo>
                    <a:pt x="138141" y="207899"/>
                    <a:pt x="138422" y="210396"/>
                    <a:pt x="138729" y="212917"/>
                  </a:cubicBezTo>
                  <a:cubicBezTo>
                    <a:pt x="138867" y="213631"/>
                    <a:pt x="139005" y="214344"/>
                    <a:pt x="139147" y="215080"/>
                  </a:cubicBezTo>
                  <a:cubicBezTo>
                    <a:pt x="139638" y="215325"/>
                    <a:pt x="140129" y="215571"/>
                    <a:pt x="140635" y="215824"/>
                  </a:cubicBezTo>
                  <a:cubicBezTo>
                    <a:pt x="140868" y="217721"/>
                    <a:pt x="141017" y="219547"/>
                    <a:pt x="141100" y="221451"/>
                  </a:cubicBezTo>
                  <a:cubicBezTo>
                    <a:pt x="141129" y="221980"/>
                    <a:pt x="141158" y="222509"/>
                    <a:pt x="141188" y="223054"/>
                  </a:cubicBezTo>
                  <a:cubicBezTo>
                    <a:pt x="141258" y="224364"/>
                    <a:pt x="141320" y="225675"/>
                    <a:pt x="141380" y="226986"/>
                  </a:cubicBezTo>
                  <a:cubicBezTo>
                    <a:pt x="142116" y="226986"/>
                    <a:pt x="142853" y="226986"/>
                    <a:pt x="143612" y="226986"/>
                  </a:cubicBezTo>
                  <a:cubicBezTo>
                    <a:pt x="143667" y="228020"/>
                    <a:pt x="143667" y="228020"/>
                    <a:pt x="143722" y="229076"/>
                  </a:cubicBezTo>
                  <a:cubicBezTo>
                    <a:pt x="143778" y="229967"/>
                    <a:pt x="143834" y="230858"/>
                    <a:pt x="143891" y="231776"/>
                  </a:cubicBezTo>
                  <a:cubicBezTo>
                    <a:pt x="143969" y="233110"/>
                    <a:pt x="143969" y="233110"/>
                    <a:pt x="144048" y="234471"/>
                  </a:cubicBezTo>
                  <a:cubicBezTo>
                    <a:pt x="144150" y="235193"/>
                    <a:pt x="144251" y="235915"/>
                    <a:pt x="144356" y="236660"/>
                  </a:cubicBezTo>
                  <a:cubicBezTo>
                    <a:pt x="144847" y="236905"/>
                    <a:pt x="145338" y="237151"/>
                    <a:pt x="145844" y="237404"/>
                  </a:cubicBezTo>
                  <a:cubicBezTo>
                    <a:pt x="146153" y="239377"/>
                    <a:pt x="146153" y="239377"/>
                    <a:pt x="146309" y="241822"/>
                  </a:cubicBezTo>
                  <a:cubicBezTo>
                    <a:pt x="146393" y="243029"/>
                    <a:pt x="146393" y="243029"/>
                    <a:pt x="146478" y="244261"/>
                  </a:cubicBezTo>
                  <a:cubicBezTo>
                    <a:pt x="146541" y="245447"/>
                    <a:pt x="146589" y="246634"/>
                    <a:pt x="146589" y="247822"/>
                  </a:cubicBezTo>
                  <a:cubicBezTo>
                    <a:pt x="147325" y="247822"/>
                    <a:pt x="148062" y="247822"/>
                    <a:pt x="148821" y="247822"/>
                  </a:cubicBezTo>
                  <a:cubicBezTo>
                    <a:pt x="148863" y="248937"/>
                    <a:pt x="148863" y="248937"/>
                    <a:pt x="148905" y="250074"/>
                  </a:cubicBezTo>
                  <a:cubicBezTo>
                    <a:pt x="148954" y="251035"/>
                    <a:pt x="149003" y="251995"/>
                    <a:pt x="149053" y="252984"/>
                  </a:cubicBezTo>
                  <a:cubicBezTo>
                    <a:pt x="149118" y="254422"/>
                    <a:pt x="149118" y="254422"/>
                    <a:pt x="149184" y="255888"/>
                  </a:cubicBezTo>
                  <a:cubicBezTo>
                    <a:pt x="149310" y="256664"/>
                    <a:pt x="149436" y="257440"/>
                    <a:pt x="149565" y="258240"/>
                  </a:cubicBezTo>
                  <a:cubicBezTo>
                    <a:pt x="150302" y="258485"/>
                    <a:pt x="151038" y="258731"/>
                    <a:pt x="151798" y="258984"/>
                  </a:cubicBezTo>
                  <a:cubicBezTo>
                    <a:pt x="152126" y="261146"/>
                    <a:pt x="152126" y="261146"/>
                    <a:pt x="152216" y="263821"/>
                  </a:cubicBezTo>
                  <a:cubicBezTo>
                    <a:pt x="152274" y="265436"/>
                    <a:pt x="152371" y="267051"/>
                    <a:pt x="152542" y="268658"/>
                  </a:cubicBezTo>
                  <a:cubicBezTo>
                    <a:pt x="153033" y="268903"/>
                    <a:pt x="153524" y="269149"/>
                    <a:pt x="154030" y="269402"/>
                  </a:cubicBezTo>
                  <a:cubicBezTo>
                    <a:pt x="154312" y="271187"/>
                    <a:pt x="154312" y="271187"/>
                    <a:pt x="154449" y="273402"/>
                  </a:cubicBezTo>
                  <a:cubicBezTo>
                    <a:pt x="154601" y="275754"/>
                    <a:pt x="154769" y="277573"/>
                    <a:pt x="155518" y="279820"/>
                  </a:cubicBezTo>
                  <a:cubicBezTo>
                    <a:pt x="156009" y="280065"/>
                    <a:pt x="156500" y="280311"/>
                    <a:pt x="157006" y="280564"/>
                  </a:cubicBezTo>
                  <a:cubicBezTo>
                    <a:pt x="157315" y="282916"/>
                    <a:pt x="157315" y="282916"/>
                    <a:pt x="157472" y="285819"/>
                  </a:cubicBezTo>
                  <a:cubicBezTo>
                    <a:pt x="157555" y="287260"/>
                    <a:pt x="157555" y="287260"/>
                    <a:pt x="157640" y="288729"/>
                  </a:cubicBezTo>
                  <a:cubicBezTo>
                    <a:pt x="157677" y="289473"/>
                    <a:pt x="157713" y="290216"/>
                    <a:pt x="157751" y="290982"/>
                  </a:cubicBezTo>
                  <a:cubicBezTo>
                    <a:pt x="158487" y="290736"/>
                    <a:pt x="159224" y="290491"/>
                    <a:pt x="159983" y="290238"/>
                  </a:cubicBezTo>
                  <a:cubicBezTo>
                    <a:pt x="160025" y="291408"/>
                    <a:pt x="160025" y="291408"/>
                    <a:pt x="160067" y="292601"/>
                  </a:cubicBezTo>
                  <a:cubicBezTo>
                    <a:pt x="160116" y="293627"/>
                    <a:pt x="160166" y="294653"/>
                    <a:pt x="160216" y="295679"/>
                  </a:cubicBezTo>
                  <a:cubicBezTo>
                    <a:pt x="160232" y="296193"/>
                    <a:pt x="160249" y="296707"/>
                    <a:pt x="160266" y="297236"/>
                  </a:cubicBezTo>
                  <a:cubicBezTo>
                    <a:pt x="160429" y="300301"/>
                    <a:pt x="160735" y="301588"/>
                    <a:pt x="162960" y="303632"/>
                  </a:cubicBezTo>
                  <a:cubicBezTo>
                    <a:pt x="163288" y="305615"/>
                    <a:pt x="163288" y="305615"/>
                    <a:pt x="163378" y="307818"/>
                  </a:cubicBezTo>
                  <a:cubicBezTo>
                    <a:pt x="163440" y="309966"/>
                    <a:pt x="163440" y="309966"/>
                    <a:pt x="163704" y="311818"/>
                  </a:cubicBezTo>
                  <a:cubicBezTo>
                    <a:pt x="164195" y="312063"/>
                    <a:pt x="164686" y="312309"/>
                    <a:pt x="165192" y="312562"/>
                  </a:cubicBezTo>
                  <a:cubicBezTo>
                    <a:pt x="165458" y="315067"/>
                    <a:pt x="165523" y="317556"/>
                    <a:pt x="165608" y="320073"/>
                  </a:cubicBezTo>
                  <a:cubicBezTo>
                    <a:pt x="165770" y="321144"/>
                    <a:pt x="165770" y="321144"/>
                    <a:pt x="165936" y="322236"/>
                  </a:cubicBezTo>
                  <a:cubicBezTo>
                    <a:pt x="166673" y="322481"/>
                    <a:pt x="167410" y="322727"/>
                    <a:pt x="168169" y="322980"/>
                  </a:cubicBezTo>
                  <a:cubicBezTo>
                    <a:pt x="168471" y="325253"/>
                    <a:pt x="168471" y="325253"/>
                    <a:pt x="168541" y="328096"/>
                  </a:cubicBezTo>
                  <a:cubicBezTo>
                    <a:pt x="168615" y="332435"/>
                    <a:pt x="168615" y="332435"/>
                    <a:pt x="171145" y="335630"/>
                  </a:cubicBezTo>
                  <a:cubicBezTo>
                    <a:pt x="171363" y="337802"/>
                    <a:pt x="171363" y="337802"/>
                    <a:pt x="171285" y="340235"/>
                  </a:cubicBezTo>
                  <a:cubicBezTo>
                    <a:pt x="171254" y="341448"/>
                    <a:pt x="171254" y="341448"/>
                    <a:pt x="171224" y="342685"/>
                  </a:cubicBezTo>
                  <a:cubicBezTo>
                    <a:pt x="171198" y="343304"/>
                    <a:pt x="171172" y="343923"/>
                    <a:pt x="171145" y="344560"/>
                  </a:cubicBezTo>
                  <a:cubicBezTo>
                    <a:pt x="171882" y="344560"/>
                    <a:pt x="172619" y="344560"/>
                    <a:pt x="173378" y="344560"/>
                  </a:cubicBezTo>
                  <a:cubicBezTo>
                    <a:pt x="173623" y="348243"/>
                    <a:pt x="173869" y="351927"/>
                    <a:pt x="174122" y="355722"/>
                  </a:cubicBezTo>
                  <a:cubicBezTo>
                    <a:pt x="174858" y="355722"/>
                    <a:pt x="175595" y="355722"/>
                    <a:pt x="176354" y="355722"/>
                  </a:cubicBezTo>
                  <a:cubicBezTo>
                    <a:pt x="176396" y="356837"/>
                    <a:pt x="176396" y="356837"/>
                    <a:pt x="176438" y="357975"/>
                  </a:cubicBezTo>
                  <a:cubicBezTo>
                    <a:pt x="176487" y="358935"/>
                    <a:pt x="176536" y="359895"/>
                    <a:pt x="176587" y="360885"/>
                  </a:cubicBezTo>
                  <a:cubicBezTo>
                    <a:pt x="176651" y="362322"/>
                    <a:pt x="176651" y="362322"/>
                    <a:pt x="176717" y="363788"/>
                  </a:cubicBezTo>
                  <a:cubicBezTo>
                    <a:pt x="176843" y="364564"/>
                    <a:pt x="176969" y="365341"/>
                    <a:pt x="177098" y="366140"/>
                  </a:cubicBezTo>
                  <a:cubicBezTo>
                    <a:pt x="177835" y="366386"/>
                    <a:pt x="178572" y="366631"/>
                    <a:pt x="179331" y="366884"/>
                  </a:cubicBezTo>
                  <a:cubicBezTo>
                    <a:pt x="179659" y="369047"/>
                    <a:pt x="179659" y="369047"/>
                    <a:pt x="179749" y="371721"/>
                  </a:cubicBezTo>
                  <a:cubicBezTo>
                    <a:pt x="179807" y="373336"/>
                    <a:pt x="179904" y="374951"/>
                    <a:pt x="180075" y="376558"/>
                  </a:cubicBezTo>
                  <a:cubicBezTo>
                    <a:pt x="180566" y="376804"/>
                    <a:pt x="181057" y="377049"/>
                    <a:pt x="181563" y="377302"/>
                  </a:cubicBezTo>
                  <a:cubicBezTo>
                    <a:pt x="181828" y="379613"/>
                    <a:pt x="181894" y="381908"/>
                    <a:pt x="181979" y="384232"/>
                  </a:cubicBezTo>
                  <a:cubicBezTo>
                    <a:pt x="182087" y="384892"/>
                    <a:pt x="182196" y="385552"/>
                    <a:pt x="182307" y="386232"/>
                  </a:cubicBezTo>
                  <a:cubicBezTo>
                    <a:pt x="183044" y="386477"/>
                    <a:pt x="183781" y="386723"/>
                    <a:pt x="184540" y="386976"/>
                  </a:cubicBezTo>
                  <a:cubicBezTo>
                    <a:pt x="184650" y="389400"/>
                    <a:pt x="184549" y="391724"/>
                    <a:pt x="184387" y="394141"/>
                  </a:cubicBezTo>
                  <a:cubicBezTo>
                    <a:pt x="184290" y="395815"/>
                    <a:pt x="184290" y="395815"/>
                    <a:pt x="184540" y="398138"/>
                  </a:cubicBezTo>
                  <a:cubicBezTo>
                    <a:pt x="185524" y="398415"/>
                    <a:pt x="186517" y="398663"/>
                    <a:pt x="187516" y="398882"/>
                  </a:cubicBezTo>
                  <a:cubicBezTo>
                    <a:pt x="187807" y="401071"/>
                    <a:pt x="187807" y="401071"/>
                    <a:pt x="187702" y="403766"/>
                  </a:cubicBezTo>
                  <a:cubicBezTo>
                    <a:pt x="187675" y="404657"/>
                    <a:pt x="187649" y="405548"/>
                    <a:pt x="187621" y="406466"/>
                  </a:cubicBezTo>
                  <a:cubicBezTo>
                    <a:pt x="187586" y="407156"/>
                    <a:pt x="187552" y="407845"/>
                    <a:pt x="187516" y="408556"/>
                  </a:cubicBezTo>
                  <a:cubicBezTo>
                    <a:pt x="188253" y="408556"/>
                    <a:pt x="188990" y="408556"/>
                    <a:pt x="189749" y="408556"/>
                  </a:cubicBezTo>
                  <a:cubicBezTo>
                    <a:pt x="189994" y="412240"/>
                    <a:pt x="190240" y="415923"/>
                    <a:pt x="190493" y="419718"/>
                  </a:cubicBezTo>
                  <a:cubicBezTo>
                    <a:pt x="191230" y="419718"/>
                    <a:pt x="191966" y="419718"/>
                    <a:pt x="192725" y="419718"/>
                  </a:cubicBezTo>
                  <a:cubicBezTo>
                    <a:pt x="192753" y="420408"/>
                    <a:pt x="192781" y="421098"/>
                    <a:pt x="192810" y="421808"/>
                  </a:cubicBezTo>
                  <a:cubicBezTo>
                    <a:pt x="192858" y="422699"/>
                    <a:pt x="192907" y="423590"/>
                    <a:pt x="192958" y="424509"/>
                  </a:cubicBezTo>
                  <a:cubicBezTo>
                    <a:pt x="193023" y="425842"/>
                    <a:pt x="193023" y="425842"/>
                    <a:pt x="193089" y="427203"/>
                  </a:cubicBezTo>
                  <a:cubicBezTo>
                    <a:pt x="193214" y="427925"/>
                    <a:pt x="193340" y="428648"/>
                    <a:pt x="193469" y="429392"/>
                  </a:cubicBezTo>
                  <a:cubicBezTo>
                    <a:pt x="194206" y="429638"/>
                    <a:pt x="194943" y="429883"/>
                    <a:pt x="195702" y="430136"/>
                  </a:cubicBezTo>
                  <a:cubicBezTo>
                    <a:pt x="196030" y="432462"/>
                    <a:pt x="196030" y="432462"/>
                    <a:pt x="196120" y="435345"/>
                  </a:cubicBezTo>
                  <a:cubicBezTo>
                    <a:pt x="196178" y="437084"/>
                    <a:pt x="196275" y="438823"/>
                    <a:pt x="196446" y="440554"/>
                  </a:cubicBezTo>
                  <a:cubicBezTo>
                    <a:pt x="196937" y="440800"/>
                    <a:pt x="197428" y="441045"/>
                    <a:pt x="197934" y="441298"/>
                  </a:cubicBezTo>
                  <a:cubicBezTo>
                    <a:pt x="198167" y="443195"/>
                    <a:pt x="198316" y="445022"/>
                    <a:pt x="198399" y="446926"/>
                  </a:cubicBezTo>
                  <a:cubicBezTo>
                    <a:pt x="198428" y="447455"/>
                    <a:pt x="198457" y="447984"/>
                    <a:pt x="198487" y="448529"/>
                  </a:cubicBezTo>
                  <a:cubicBezTo>
                    <a:pt x="198557" y="449839"/>
                    <a:pt x="198618" y="451150"/>
                    <a:pt x="198678" y="452460"/>
                  </a:cubicBezTo>
                  <a:cubicBezTo>
                    <a:pt x="199415" y="452460"/>
                    <a:pt x="200152" y="452460"/>
                    <a:pt x="200911" y="452460"/>
                  </a:cubicBezTo>
                  <a:cubicBezTo>
                    <a:pt x="200939" y="453150"/>
                    <a:pt x="200966" y="453840"/>
                    <a:pt x="200995" y="454550"/>
                  </a:cubicBezTo>
                  <a:cubicBezTo>
                    <a:pt x="201044" y="455441"/>
                    <a:pt x="201093" y="456333"/>
                    <a:pt x="201143" y="457251"/>
                  </a:cubicBezTo>
                  <a:cubicBezTo>
                    <a:pt x="201187" y="458140"/>
                    <a:pt x="201230" y="459029"/>
                    <a:pt x="201274" y="459945"/>
                  </a:cubicBezTo>
                  <a:cubicBezTo>
                    <a:pt x="201400" y="460668"/>
                    <a:pt x="201525" y="461390"/>
                    <a:pt x="201655" y="462134"/>
                  </a:cubicBezTo>
                  <a:cubicBezTo>
                    <a:pt x="202392" y="462380"/>
                    <a:pt x="203128" y="462625"/>
                    <a:pt x="203887" y="462878"/>
                  </a:cubicBezTo>
                  <a:cubicBezTo>
                    <a:pt x="204053" y="464852"/>
                    <a:pt x="204053" y="464852"/>
                    <a:pt x="203934" y="467297"/>
                  </a:cubicBezTo>
                  <a:cubicBezTo>
                    <a:pt x="203791" y="469674"/>
                    <a:pt x="203791" y="469674"/>
                    <a:pt x="203887" y="471808"/>
                  </a:cubicBezTo>
                  <a:cubicBezTo>
                    <a:pt x="205113" y="473384"/>
                    <a:pt x="205113" y="473384"/>
                    <a:pt x="206120" y="473296"/>
                  </a:cubicBezTo>
                  <a:cubicBezTo>
                    <a:pt x="206148" y="473986"/>
                    <a:pt x="206175" y="474676"/>
                    <a:pt x="206204" y="475386"/>
                  </a:cubicBezTo>
                  <a:cubicBezTo>
                    <a:pt x="206253" y="476277"/>
                    <a:pt x="206302" y="477169"/>
                    <a:pt x="206352" y="478087"/>
                  </a:cubicBezTo>
                  <a:cubicBezTo>
                    <a:pt x="206395" y="478976"/>
                    <a:pt x="206439" y="479865"/>
                    <a:pt x="206483" y="480781"/>
                  </a:cubicBezTo>
                  <a:cubicBezTo>
                    <a:pt x="206609" y="481504"/>
                    <a:pt x="206734" y="482226"/>
                    <a:pt x="206864" y="482970"/>
                  </a:cubicBezTo>
                  <a:cubicBezTo>
                    <a:pt x="207601" y="483216"/>
                    <a:pt x="208337" y="483461"/>
                    <a:pt x="209096" y="483714"/>
                  </a:cubicBezTo>
                  <a:cubicBezTo>
                    <a:pt x="209448" y="486418"/>
                    <a:pt x="209472" y="489082"/>
                    <a:pt x="209538" y="491807"/>
                  </a:cubicBezTo>
                  <a:cubicBezTo>
                    <a:pt x="209638" y="492574"/>
                    <a:pt x="209738" y="493342"/>
                    <a:pt x="209840" y="494132"/>
                  </a:cubicBezTo>
                  <a:cubicBezTo>
                    <a:pt x="210577" y="494378"/>
                    <a:pt x="211314" y="494623"/>
                    <a:pt x="212073" y="494876"/>
                  </a:cubicBezTo>
                  <a:cubicBezTo>
                    <a:pt x="212401" y="497039"/>
                    <a:pt x="212401" y="497039"/>
                    <a:pt x="212491" y="499713"/>
                  </a:cubicBezTo>
                  <a:cubicBezTo>
                    <a:pt x="212549" y="501328"/>
                    <a:pt x="212646" y="502943"/>
                    <a:pt x="212817" y="504550"/>
                  </a:cubicBezTo>
                  <a:cubicBezTo>
                    <a:pt x="213308" y="504796"/>
                    <a:pt x="213799" y="505041"/>
                    <a:pt x="214305" y="505294"/>
                  </a:cubicBezTo>
                  <a:cubicBezTo>
                    <a:pt x="214572" y="507557"/>
                    <a:pt x="214636" y="509803"/>
                    <a:pt x="214721" y="512079"/>
                  </a:cubicBezTo>
                  <a:cubicBezTo>
                    <a:pt x="214834" y="514229"/>
                    <a:pt x="214834" y="514229"/>
                    <a:pt x="216169" y="515343"/>
                  </a:cubicBezTo>
                  <a:cubicBezTo>
                    <a:pt x="218244" y="517419"/>
                    <a:pt x="217643" y="520574"/>
                    <a:pt x="217724" y="523366"/>
                  </a:cubicBezTo>
                  <a:cubicBezTo>
                    <a:pt x="217823" y="524033"/>
                    <a:pt x="217923" y="524699"/>
                    <a:pt x="218026" y="525386"/>
                  </a:cubicBezTo>
                  <a:cubicBezTo>
                    <a:pt x="218763" y="525877"/>
                    <a:pt x="219499" y="526368"/>
                    <a:pt x="220258" y="526874"/>
                  </a:cubicBezTo>
                  <a:cubicBezTo>
                    <a:pt x="220587" y="529273"/>
                    <a:pt x="220587" y="529273"/>
                    <a:pt x="220677" y="532130"/>
                  </a:cubicBezTo>
                  <a:cubicBezTo>
                    <a:pt x="220735" y="533853"/>
                    <a:pt x="220831" y="535577"/>
                    <a:pt x="221003" y="537292"/>
                  </a:cubicBezTo>
                  <a:cubicBezTo>
                    <a:pt x="221494" y="537538"/>
                    <a:pt x="221985" y="537784"/>
                    <a:pt x="222491" y="538037"/>
                  </a:cubicBezTo>
                  <a:cubicBezTo>
                    <a:pt x="222757" y="540541"/>
                    <a:pt x="222822" y="543031"/>
                    <a:pt x="222907" y="545548"/>
                  </a:cubicBezTo>
                  <a:cubicBezTo>
                    <a:pt x="223015" y="546261"/>
                    <a:pt x="223123" y="546975"/>
                    <a:pt x="223235" y="547710"/>
                  </a:cubicBezTo>
                  <a:cubicBezTo>
                    <a:pt x="223972" y="547956"/>
                    <a:pt x="224708" y="548201"/>
                    <a:pt x="225467" y="548455"/>
                  </a:cubicBezTo>
                  <a:cubicBezTo>
                    <a:pt x="225818" y="550965"/>
                    <a:pt x="225843" y="553432"/>
                    <a:pt x="225909" y="555966"/>
                  </a:cubicBezTo>
                  <a:cubicBezTo>
                    <a:pt x="226009" y="556679"/>
                    <a:pt x="226109" y="557393"/>
                    <a:pt x="226212" y="558128"/>
                  </a:cubicBezTo>
                  <a:cubicBezTo>
                    <a:pt x="226948" y="558374"/>
                    <a:pt x="227685" y="558619"/>
                    <a:pt x="228444" y="558872"/>
                  </a:cubicBezTo>
                  <a:cubicBezTo>
                    <a:pt x="228772" y="561198"/>
                    <a:pt x="228772" y="561198"/>
                    <a:pt x="228863" y="564081"/>
                  </a:cubicBezTo>
                  <a:cubicBezTo>
                    <a:pt x="228920" y="565820"/>
                    <a:pt x="229017" y="567559"/>
                    <a:pt x="229188" y="569290"/>
                  </a:cubicBezTo>
                  <a:cubicBezTo>
                    <a:pt x="229679" y="569536"/>
                    <a:pt x="230170" y="569782"/>
                    <a:pt x="230676" y="570035"/>
                  </a:cubicBezTo>
                  <a:cubicBezTo>
                    <a:pt x="230985" y="572386"/>
                    <a:pt x="230985" y="572386"/>
                    <a:pt x="231141" y="575290"/>
                  </a:cubicBezTo>
                  <a:cubicBezTo>
                    <a:pt x="231197" y="576250"/>
                    <a:pt x="231253" y="577210"/>
                    <a:pt x="231310" y="578200"/>
                  </a:cubicBezTo>
                  <a:cubicBezTo>
                    <a:pt x="231347" y="578943"/>
                    <a:pt x="231383" y="579687"/>
                    <a:pt x="231421" y="580453"/>
                  </a:cubicBezTo>
                  <a:cubicBezTo>
                    <a:pt x="232157" y="580453"/>
                    <a:pt x="232894" y="580453"/>
                    <a:pt x="233653" y="580453"/>
                  </a:cubicBezTo>
                  <a:cubicBezTo>
                    <a:pt x="233899" y="584136"/>
                    <a:pt x="234144" y="587820"/>
                    <a:pt x="234397" y="591615"/>
                  </a:cubicBezTo>
                  <a:cubicBezTo>
                    <a:pt x="235134" y="591615"/>
                    <a:pt x="235871" y="591615"/>
                    <a:pt x="236630" y="591615"/>
                  </a:cubicBezTo>
                  <a:cubicBezTo>
                    <a:pt x="236666" y="592304"/>
                    <a:pt x="236702" y="592994"/>
                    <a:pt x="236740" y="593705"/>
                  </a:cubicBezTo>
                  <a:cubicBezTo>
                    <a:pt x="236823" y="595041"/>
                    <a:pt x="236823" y="595041"/>
                    <a:pt x="236909" y="596405"/>
                  </a:cubicBezTo>
                  <a:cubicBezTo>
                    <a:pt x="236960" y="597294"/>
                    <a:pt x="237012" y="598183"/>
                    <a:pt x="237066" y="599100"/>
                  </a:cubicBezTo>
                  <a:cubicBezTo>
                    <a:pt x="237167" y="599822"/>
                    <a:pt x="237269" y="600544"/>
                    <a:pt x="237374" y="601288"/>
                  </a:cubicBezTo>
                  <a:cubicBezTo>
                    <a:pt x="237865" y="601534"/>
                    <a:pt x="238356" y="601780"/>
                    <a:pt x="238862" y="602033"/>
                  </a:cubicBezTo>
                  <a:cubicBezTo>
                    <a:pt x="239129" y="604295"/>
                    <a:pt x="239193" y="606541"/>
                    <a:pt x="239278" y="608817"/>
                  </a:cubicBezTo>
                  <a:cubicBezTo>
                    <a:pt x="239384" y="610965"/>
                    <a:pt x="239384" y="610965"/>
                    <a:pt x="240716" y="612029"/>
                  </a:cubicBezTo>
                  <a:cubicBezTo>
                    <a:pt x="242540" y="613923"/>
                    <a:pt x="242233" y="615991"/>
                    <a:pt x="242350" y="618543"/>
                  </a:cubicBezTo>
                  <a:cubicBezTo>
                    <a:pt x="242399" y="619490"/>
                    <a:pt x="242448" y="620437"/>
                    <a:pt x="242498" y="621412"/>
                  </a:cubicBezTo>
                  <a:cubicBezTo>
                    <a:pt x="242526" y="622138"/>
                    <a:pt x="242554" y="622865"/>
                    <a:pt x="242583" y="623613"/>
                  </a:cubicBezTo>
                  <a:cubicBezTo>
                    <a:pt x="243319" y="623367"/>
                    <a:pt x="244056" y="623122"/>
                    <a:pt x="244815" y="622869"/>
                  </a:cubicBezTo>
                  <a:cubicBezTo>
                    <a:pt x="244815" y="626552"/>
                    <a:pt x="244815" y="630236"/>
                    <a:pt x="244815" y="634031"/>
                  </a:cubicBezTo>
                  <a:cubicBezTo>
                    <a:pt x="245552" y="634031"/>
                    <a:pt x="246288" y="634031"/>
                    <a:pt x="247048" y="634031"/>
                  </a:cubicBezTo>
                  <a:cubicBezTo>
                    <a:pt x="247293" y="637714"/>
                    <a:pt x="247539" y="641398"/>
                    <a:pt x="247792" y="645193"/>
                  </a:cubicBezTo>
                  <a:cubicBezTo>
                    <a:pt x="248528" y="645193"/>
                    <a:pt x="249265" y="645193"/>
                    <a:pt x="250024" y="645193"/>
                  </a:cubicBezTo>
                  <a:cubicBezTo>
                    <a:pt x="250052" y="645882"/>
                    <a:pt x="250080" y="646572"/>
                    <a:pt x="250108" y="647283"/>
                  </a:cubicBezTo>
                  <a:cubicBezTo>
                    <a:pt x="250157" y="648174"/>
                    <a:pt x="250206" y="649065"/>
                    <a:pt x="250257" y="649983"/>
                  </a:cubicBezTo>
                  <a:cubicBezTo>
                    <a:pt x="250300" y="650872"/>
                    <a:pt x="250343" y="651762"/>
                    <a:pt x="250387" y="652678"/>
                  </a:cubicBezTo>
                  <a:cubicBezTo>
                    <a:pt x="250513" y="653400"/>
                    <a:pt x="250639" y="654122"/>
                    <a:pt x="250768" y="654867"/>
                  </a:cubicBezTo>
                  <a:cubicBezTo>
                    <a:pt x="251505" y="655112"/>
                    <a:pt x="252242" y="655358"/>
                    <a:pt x="253001" y="655611"/>
                  </a:cubicBezTo>
                  <a:cubicBezTo>
                    <a:pt x="253329" y="657936"/>
                    <a:pt x="253329" y="657936"/>
                    <a:pt x="253419" y="660820"/>
                  </a:cubicBezTo>
                  <a:cubicBezTo>
                    <a:pt x="253477" y="662558"/>
                    <a:pt x="253574" y="664297"/>
                    <a:pt x="253745" y="666029"/>
                  </a:cubicBezTo>
                  <a:cubicBezTo>
                    <a:pt x="254236" y="666274"/>
                    <a:pt x="254727" y="666520"/>
                    <a:pt x="255233" y="666773"/>
                  </a:cubicBezTo>
                  <a:cubicBezTo>
                    <a:pt x="255704" y="668962"/>
                    <a:pt x="255704" y="668962"/>
                    <a:pt x="256070" y="671656"/>
                  </a:cubicBezTo>
                  <a:cubicBezTo>
                    <a:pt x="256195" y="672547"/>
                    <a:pt x="256320" y="673439"/>
                    <a:pt x="256448" y="674357"/>
                  </a:cubicBezTo>
                  <a:cubicBezTo>
                    <a:pt x="256538" y="675046"/>
                    <a:pt x="256628" y="675736"/>
                    <a:pt x="256721" y="676447"/>
                  </a:cubicBezTo>
                  <a:cubicBezTo>
                    <a:pt x="257212" y="676447"/>
                    <a:pt x="257704" y="676447"/>
                    <a:pt x="258210" y="676447"/>
                  </a:cubicBezTo>
                  <a:cubicBezTo>
                    <a:pt x="258455" y="680376"/>
                    <a:pt x="258701" y="684305"/>
                    <a:pt x="258954" y="688353"/>
                  </a:cubicBezTo>
                  <a:cubicBezTo>
                    <a:pt x="259690" y="688107"/>
                    <a:pt x="260427" y="687862"/>
                    <a:pt x="261186" y="687609"/>
                  </a:cubicBezTo>
                  <a:cubicBezTo>
                    <a:pt x="261231" y="688344"/>
                    <a:pt x="261276" y="689078"/>
                    <a:pt x="261323" y="689835"/>
                  </a:cubicBezTo>
                  <a:cubicBezTo>
                    <a:pt x="261416" y="691266"/>
                    <a:pt x="261416" y="691266"/>
                    <a:pt x="261512" y="692725"/>
                  </a:cubicBezTo>
                  <a:cubicBezTo>
                    <a:pt x="261572" y="693674"/>
                    <a:pt x="261633" y="694624"/>
                    <a:pt x="261695" y="695602"/>
                  </a:cubicBezTo>
                  <a:cubicBezTo>
                    <a:pt x="261776" y="697940"/>
                    <a:pt x="261776" y="697940"/>
                    <a:pt x="262674" y="699515"/>
                  </a:cubicBezTo>
                  <a:cubicBezTo>
                    <a:pt x="262675" y="698922"/>
                    <a:pt x="262676" y="698328"/>
                    <a:pt x="262676" y="697717"/>
                  </a:cubicBezTo>
                  <a:cubicBezTo>
                    <a:pt x="262734" y="633140"/>
                    <a:pt x="262792" y="568562"/>
                    <a:pt x="262856" y="503985"/>
                  </a:cubicBezTo>
                  <a:cubicBezTo>
                    <a:pt x="262857" y="502539"/>
                    <a:pt x="262857" y="502539"/>
                    <a:pt x="262859" y="501064"/>
                  </a:cubicBezTo>
                  <a:cubicBezTo>
                    <a:pt x="262879" y="480630"/>
                    <a:pt x="262899" y="460195"/>
                    <a:pt x="262919" y="439760"/>
                  </a:cubicBezTo>
                  <a:cubicBezTo>
                    <a:pt x="262930" y="429495"/>
                    <a:pt x="262940" y="419231"/>
                    <a:pt x="262950" y="408966"/>
                  </a:cubicBezTo>
                  <a:cubicBezTo>
                    <a:pt x="262952" y="407418"/>
                    <a:pt x="262953" y="405869"/>
                    <a:pt x="262955" y="404321"/>
                  </a:cubicBezTo>
                  <a:cubicBezTo>
                    <a:pt x="262970" y="389292"/>
                    <a:pt x="262984" y="374262"/>
                    <a:pt x="262999" y="359233"/>
                  </a:cubicBezTo>
                  <a:cubicBezTo>
                    <a:pt x="262999" y="358719"/>
                    <a:pt x="263000" y="358205"/>
                    <a:pt x="263000" y="357675"/>
                  </a:cubicBezTo>
                  <a:cubicBezTo>
                    <a:pt x="263008" y="349372"/>
                    <a:pt x="263015" y="341069"/>
                    <a:pt x="263023" y="332766"/>
                  </a:cubicBezTo>
                  <a:cubicBezTo>
                    <a:pt x="263023" y="332253"/>
                    <a:pt x="263023" y="331740"/>
                    <a:pt x="263024" y="331211"/>
                  </a:cubicBezTo>
                  <a:cubicBezTo>
                    <a:pt x="263031" y="322939"/>
                    <a:pt x="263039" y="314666"/>
                    <a:pt x="263046" y="306393"/>
                  </a:cubicBezTo>
                  <a:cubicBezTo>
                    <a:pt x="263076" y="271817"/>
                    <a:pt x="263109" y="237241"/>
                    <a:pt x="263145" y="202665"/>
                  </a:cubicBezTo>
                  <a:cubicBezTo>
                    <a:pt x="263150" y="197860"/>
                    <a:pt x="263155" y="193055"/>
                    <a:pt x="263160" y="188250"/>
                  </a:cubicBezTo>
                  <a:cubicBezTo>
                    <a:pt x="263161" y="187304"/>
                    <a:pt x="263162" y="186358"/>
                    <a:pt x="263163" y="185384"/>
                  </a:cubicBezTo>
                  <a:cubicBezTo>
                    <a:pt x="263179" y="170128"/>
                    <a:pt x="263192" y="154873"/>
                    <a:pt x="263204" y="139618"/>
                  </a:cubicBezTo>
                  <a:cubicBezTo>
                    <a:pt x="263217" y="124300"/>
                    <a:pt x="263232" y="108981"/>
                    <a:pt x="263249" y="93663"/>
                  </a:cubicBezTo>
                  <a:cubicBezTo>
                    <a:pt x="263260" y="84551"/>
                    <a:pt x="263268" y="75438"/>
                    <a:pt x="263274" y="66325"/>
                  </a:cubicBezTo>
                  <a:cubicBezTo>
                    <a:pt x="263278" y="60249"/>
                    <a:pt x="263284" y="54172"/>
                    <a:pt x="263293" y="48096"/>
                  </a:cubicBezTo>
                  <a:cubicBezTo>
                    <a:pt x="263298" y="44627"/>
                    <a:pt x="263301" y="41158"/>
                    <a:pt x="263302" y="37689"/>
                  </a:cubicBezTo>
                  <a:cubicBezTo>
                    <a:pt x="263302" y="34539"/>
                    <a:pt x="263306" y="31389"/>
                    <a:pt x="263313" y="28240"/>
                  </a:cubicBezTo>
                  <a:cubicBezTo>
                    <a:pt x="263315" y="27101"/>
                    <a:pt x="263315" y="25963"/>
                    <a:pt x="263314" y="24824"/>
                  </a:cubicBezTo>
                  <a:cubicBezTo>
                    <a:pt x="263313" y="23289"/>
                    <a:pt x="263317" y="21754"/>
                    <a:pt x="263321" y="20220"/>
                  </a:cubicBezTo>
                  <a:cubicBezTo>
                    <a:pt x="263323" y="18940"/>
                    <a:pt x="263323" y="18940"/>
                    <a:pt x="263324" y="17634"/>
                  </a:cubicBezTo>
                  <a:cubicBezTo>
                    <a:pt x="263419" y="15650"/>
                    <a:pt x="263419" y="15650"/>
                    <a:pt x="264163" y="14162"/>
                  </a:cubicBezTo>
                  <a:cubicBezTo>
                    <a:pt x="265472" y="13976"/>
                    <a:pt x="265472" y="13976"/>
                    <a:pt x="267214" y="13978"/>
                  </a:cubicBezTo>
                  <a:cubicBezTo>
                    <a:pt x="268200" y="13973"/>
                    <a:pt x="268200" y="13973"/>
                    <a:pt x="269206" y="13968"/>
                  </a:cubicBezTo>
                  <a:cubicBezTo>
                    <a:pt x="270296" y="13974"/>
                    <a:pt x="270296" y="13974"/>
                    <a:pt x="271408" y="13981"/>
                  </a:cubicBezTo>
                  <a:cubicBezTo>
                    <a:pt x="272169" y="13979"/>
                    <a:pt x="272930" y="13978"/>
                    <a:pt x="273714" y="13977"/>
                  </a:cubicBezTo>
                  <a:cubicBezTo>
                    <a:pt x="276243" y="13974"/>
                    <a:pt x="278772" y="13982"/>
                    <a:pt x="281301" y="13990"/>
                  </a:cubicBezTo>
                  <a:cubicBezTo>
                    <a:pt x="283050" y="13991"/>
                    <a:pt x="284799" y="13991"/>
                    <a:pt x="286548" y="13991"/>
                  </a:cubicBezTo>
                  <a:cubicBezTo>
                    <a:pt x="290219" y="13992"/>
                    <a:pt x="293890" y="13998"/>
                    <a:pt x="297561" y="14008"/>
                  </a:cubicBezTo>
                  <a:cubicBezTo>
                    <a:pt x="302278" y="14021"/>
                    <a:pt x="306995" y="14024"/>
                    <a:pt x="311712" y="14023"/>
                  </a:cubicBezTo>
                  <a:cubicBezTo>
                    <a:pt x="315326" y="14024"/>
                    <a:pt x="318939" y="14028"/>
                    <a:pt x="322552" y="14033"/>
                  </a:cubicBezTo>
                  <a:cubicBezTo>
                    <a:pt x="324292" y="14035"/>
                    <a:pt x="326031" y="14037"/>
                    <a:pt x="327771" y="14037"/>
                  </a:cubicBezTo>
                  <a:cubicBezTo>
                    <a:pt x="330198" y="14039"/>
                    <a:pt x="332625" y="14046"/>
                    <a:pt x="335052" y="14053"/>
                  </a:cubicBezTo>
                  <a:cubicBezTo>
                    <a:pt x="335779" y="14053"/>
                    <a:pt x="336506" y="14053"/>
                    <a:pt x="337255" y="14052"/>
                  </a:cubicBezTo>
                  <a:cubicBezTo>
                    <a:pt x="337912" y="14056"/>
                    <a:pt x="338569" y="14059"/>
                    <a:pt x="339247" y="14062"/>
                  </a:cubicBezTo>
                  <a:cubicBezTo>
                    <a:pt x="339821" y="14063"/>
                    <a:pt x="340396" y="14065"/>
                    <a:pt x="340988" y="14066"/>
                  </a:cubicBezTo>
                  <a:cubicBezTo>
                    <a:pt x="342298" y="14162"/>
                    <a:pt x="342298" y="14162"/>
                    <a:pt x="343042" y="14906"/>
                  </a:cubicBezTo>
                  <a:cubicBezTo>
                    <a:pt x="343116" y="17102"/>
                    <a:pt x="343140" y="19281"/>
                    <a:pt x="343134" y="21478"/>
                  </a:cubicBezTo>
                  <a:cubicBezTo>
                    <a:pt x="343136" y="22532"/>
                    <a:pt x="343136" y="22532"/>
                    <a:pt x="343137" y="23607"/>
                  </a:cubicBezTo>
                  <a:cubicBezTo>
                    <a:pt x="343139" y="25998"/>
                    <a:pt x="343136" y="28389"/>
                    <a:pt x="343133" y="30779"/>
                  </a:cubicBezTo>
                  <a:cubicBezTo>
                    <a:pt x="343134" y="32504"/>
                    <a:pt x="343135" y="34228"/>
                    <a:pt x="343136" y="35952"/>
                  </a:cubicBezTo>
                  <a:cubicBezTo>
                    <a:pt x="343138" y="40232"/>
                    <a:pt x="343136" y="44511"/>
                    <a:pt x="343134" y="48791"/>
                  </a:cubicBezTo>
                  <a:cubicBezTo>
                    <a:pt x="343130" y="53949"/>
                    <a:pt x="343131" y="59106"/>
                    <a:pt x="343133" y="64264"/>
                  </a:cubicBezTo>
                  <a:cubicBezTo>
                    <a:pt x="343135" y="73905"/>
                    <a:pt x="343134" y="83545"/>
                    <a:pt x="343130" y="93186"/>
                  </a:cubicBezTo>
                  <a:cubicBezTo>
                    <a:pt x="343127" y="102961"/>
                    <a:pt x="343125" y="112737"/>
                    <a:pt x="343126" y="122513"/>
                  </a:cubicBezTo>
                  <a:cubicBezTo>
                    <a:pt x="343126" y="123130"/>
                    <a:pt x="343126" y="123746"/>
                    <a:pt x="343126" y="124381"/>
                  </a:cubicBezTo>
                  <a:cubicBezTo>
                    <a:pt x="343126" y="127524"/>
                    <a:pt x="343126" y="130666"/>
                    <a:pt x="343126" y="133809"/>
                  </a:cubicBezTo>
                  <a:cubicBezTo>
                    <a:pt x="343127" y="156584"/>
                    <a:pt x="343125" y="179358"/>
                    <a:pt x="343120" y="202133"/>
                  </a:cubicBezTo>
                  <a:cubicBezTo>
                    <a:pt x="343116" y="224694"/>
                    <a:pt x="343113" y="247256"/>
                    <a:pt x="343112" y="269817"/>
                  </a:cubicBezTo>
                  <a:cubicBezTo>
                    <a:pt x="343112" y="270867"/>
                    <a:pt x="343112" y="270867"/>
                    <a:pt x="343112" y="271939"/>
                  </a:cubicBezTo>
                  <a:cubicBezTo>
                    <a:pt x="343112" y="278333"/>
                    <a:pt x="343112" y="284727"/>
                    <a:pt x="343112" y="291120"/>
                  </a:cubicBezTo>
                  <a:cubicBezTo>
                    <a:pt x="343111" y="307017"/>
                    <a:pt x="343110" y="322913"/>
                    <a:pt x="343109" y="338810"/>
                  </a:cubicBezTo>
                  <a:cubicBezTo>
                    <a:pt x="343109" y="339534"/>
                    <a:pt x="343109" y="340257"/>
                    <a:pt x="343109" y="341003"/>
                  </a:cubicBezTo>
                  <a:cubicBezTo>
                    <a:pt x="343107" y="376240"/>
                    <a:pt x="343103" y="411476"/>
                    <a:pt x="343098" y="446712"/>
                  </a:cubicBezTo>
                  <a:cubicBezTo>
                    <a:pt x="343096" y="458944"/>
                    <a:pt x="343094" y="471175"/>
                    <a:pt x="343093" y="483406"/>
                  </a:cubicBezTo>
                  <a:cubicBezTo>
                    <a:pt x="343093" y="484544"/>
                    <a:pt x="343093" y="484544"/>
                    <a:pt x="343092" y="485705"/>
                  </a:cubicBezTo>
                  <a:cubicBezTo>
                    <a:pt x="343088" y="520953"/>
                    <a:pt x="343085" y="556202"/>
                    <a:pt x="343083" y="591451"/>
                  </a:cubicBezTo>
                  <a:cubicBezTo>
                    <a:pt x="343083" y="593738"/>
                    <a:pt x="343082" y="596026"/>
                    <a:pt x="343082" y="598314"/>
                  </a:cubicBezTo>
                  <a:cubicBezTo>
                    <a:pt x="343081" y="613474"/>
                    <a:pt x="343080" y="628635"/>
                    <a:pt x="343079" y="643796"/>
                  </a:cubicBezTo>
                  <a:cubicBezTo>
                    <a:pt x="343078" y="673963"/>
                    <a:pt x="343075" y="704130"/>
                    <a:pt x="343073" y="734297"/>
                  </a:cubicBezTo>
                  <a:cubicBezTo>
                    <a:pt x="343073" y="735734"/>
                    <a:pt x="343073" y="737171"/>
                    <a:pt x="343073" y="738607"/>
                  </a:cubicBezTo>
                  <a:cubicBezTo>
                    <a:pt x="343068" y="803303"/>
                    <a:pt x="343061" y="868000"/>
                    <a:pt x="343053" y="932696"/>
                  </a:cubicBezTo>
                  <a:cubicBezTo>
                    <a:pt x="343053" y="933302"/>
                    <a:pt x="343053" y="933908"/>
                    <a:pt x="343053" y="934532"/>
                  </a:cubicBezTo>
                  <a:cubicBezTo>
                    <a:pt x="343050" y="964837"/>
                    <a:pt x="343046" y="995143"/>
                    <a:pt x="343042" y="1025449"/>
                  </a:cubicBezTo>
                  <a:cubicBezTo>
                    <a:pt x="341506" y="1025593"/>
                    <a:pt x="339970" y="1025738"/>
                    <a:pt x="338434" y="1025883"/>
                  </a:cubicBezTo>
                  <a:cubicBezTo>
                    <a:pt x="337990" y="1025985"/>
                    <a:pt x="337546" y="1026087"/>
                    <a:pt x="337089" y="1026193"/>
                  </a:cubicBezTo>
                  <a:cubicBezTo>
                    <a:pt x="336625" y="1027682"/>
                    <a:pt x="336625" y="1027682"/>
                    <a:pt x="336344" y="1029169"/>
                  </a:cubicBezTo>
                  <a:cubicBezTo>
                    <a:pt x="334279" y="1029575"/>
                    <a:pt x="334279" y="1029575"/>
                    <a:pt x="331551" y="1029623"/>
                  </a:cubicBezTo>
                  <a:cubicBezTo>
                    <a:pt x="330580" y="1029647"/>
                    <a:pt x="329609" y="1029671"/>
                    <a:pt x="328608" y="1029695"/>
                  </a:cubicBezTo>
                  <a:cubicBezTo>
                    <a:pt x="327575" y="1029706"/>
                    <a:pt x="326541" y="1029717"/>
                    <a:pt x="325508" y="1029727"/>
                  </a:cubicBezTo>
                  <a:cubicBezTo>
                    <a:pt x="324472" y="1029748"/>
                    <a:pt x="323435" y="1029771"/>
                    <a:pt x="322399" y="1029794"/>
                  </a:cubicBezTo>
                  <a:cubicBezTo>
                    <a:pt x="319854" y="1029847"/>
                    <a:pt x="317310" y="1029886"/>
                    <a:pt x="314764" y="1029913"/>
                  </a:cubicBezTo>
                  <a:cubicBezTo>
                    <a:pt x="314764" y="1030650"/>
                    <a:pt x="314764" y="1031387"/>
                    <a:pt x="314764" y="1032146"/>
                  </a:cubicBezTo>
                  <a:cubicBezTo>
                    <a:pt x="309534" y="1032821"/>
                    <a:pt x="304412" y="1032936"/>
                    <a:pt x="299140" y="1032843"/>
                  </a:cubicBezTo>
                  <a:cubicBezTo>
                    <a:pt x="296866" y="1032780"/>
                    <a:pt x="296866" y="1032780"/>
                    <a:pt x="294673" y="1033634"/>
                  </a:cubicBezTo>
                  <a:cubicBezTo>
                    <a:pt x="294673" y="1034371"/>
                    <a:pt x="294673" y="1035107"/>
                    <a:pt x="294673" y="1035867"/>
                  </a:cubicBezTo>
                  <a:cubicBezTo>
                    <a:pt x="294045" y="1035874"/>
                    <a:pt x="293418" y="1035880"/>
                    <a:pt x="292772" y="1035888"/>
                  </a:cubicBezTo>
                  <a:cubicBezTo>
                    <a:pt x="290451" y="1035920"/>
                    <a:pt x="288131" y="1035966"/>
                    <a:pt x="285811" y="1036021"/>
                  </a:cubicBezTo>
                  <a:cubicBezTo>
                    <a:pt x="284806" y="1036042"/>
                    <a:pt x="283800" y="1036058"/>
                    <a:pt x="282795" y="1036068"/>
                  </a:cubicBezTo>
                  <a:cubicBezTo>
                    <a:pt x="281352" y="1036084"/>
                    <a:pt x="279909" y="1036120"/>
                    <a:pt x="278467" y="1036157"/>
                  </a:cubicBezTo>
                  <a:cubicBezTo>
                    <a:pt x="277164" y="1036181"/>
                    <a:pt x="277164" y="1036181"/>
                    <a:pt x="275834" y="1036204"/>
                  </a:cubicBezTo>
                  <a:cubicBezTo>
                    <a:pt x="274845" y="1036406"/>
                    <a:pt x="274845" y="1036406"/>
                    <a:pt x="273837" y="1036611"/>
                  </a:cubicBezTo>
                  <a:cubicBezTo>
                    <a:pt x="273327" y="1038082"/>
                    <a:pt x="273327" y="1038082"/>
                    <a:pt x="273092" y="1039587"/>
                  </a:cubicBezTo>
                  <a:cubicBezTo>
                    <a:pt x="269264" y="1040195"/>
                    <a:pt x="269264" y="1040195"/>
                    <a:pt x="267139" y="1039587"/>
                  </a:cubicBezTo>
                  <a:cubicBezTo>
                    <a:pt x="266116" y="1037401"/>
                    <a:pt x="266116" y="1037401"/>
                    <a:pt x="265651" y="1035122"/>
                  </a:cubicBezTo>
                  <a:cubicBezTo>
                    <a:pt x="265160" y="1034877"/>
                    <a:pt x="264669" y="1034631"/>
                    <a:pt x="264163" y="1034378"/>
                  </a:cubicBezTo>
                  <a:cubicBezTo>
                    <a:pt x="263859" y="1032386"/>
                    <a:pt x="263616" y="1030428"/>
                    <a:pt x="263419" y="1028425"/>
                  </a:cubicBezTo>
                  <a:cubicBezTo>
                    <a:pt x="263144" y="1025964"/>
                    <a:pt x="263144" y="1025964"/>
                    <a:pt x="262674" y="1023960"/>
                  </a:cubicBezTo>
                  <a:cubicBezTo>
                    <a:pt x="262183" y="1023715"/>
                    <a:pt x="261692" y="1023469"/>
                    <a:pt x="261186" y="1023216"/>
                  </a:cubicBezTo>
                  <a:cubicBezTo>
                    <a:pt x="260930" y="1021242"/>
                    <a:pt x="260930" y="1021242"/>
                    <a:pt x="260814" y="1018798"/>
                  </a:cubicBezTo>
                  <a:cubicBezTo>
                    <a:pt x="260816" y="1015406"/>
                    <a:pt x="260816" y="1015406"/>
                    <a:pt x="258954" y="1012798"/>
                  </a:cubicBezTo>
                  <a:cubicBezTo>
                    <a:pt x="258708" y="1012798"/>
                    <a:pt x="258463" y="1012798"/>
                    <a:pt x="258210" y="1012798"/>
                  </a:cubicBezTo>
                  <a:cubicBezTo>
                    <a:pt x="258182" y="1012126"/>
                    <a:pt x="258154" y="1011453"/>
                    <a:pt x="258125" y="1010761"/>
                  </a:cubicBezTo>
                  <a:cubicBezTo>
                    <a:pt x="258076" y="1009883"/>
                    <a:pt x="258027" y="1009005"/>
                    <a:pt x="257977" y="1008101"/>
                  </a:cubicBezTo>
                  <a:cubicBezTo>
                    <a:pt x="257934" y="1007229"/>
                    <a:pt x="257891" y="1006357"/>
                    <a:pt x="257846" y="1005459"/>
                  </a:cubicBezTo>
                  <a:cubicBezTo>
                    <a:pt x="257702" y="1003143"/>
                    <a:pt x="257702" y="1003143"/>
                    <a:pt x="256349" y="1002008"/>
                  </a:cubicBezTo>
                  <a:cubicBezTo>
                    <a:pt x="254572" y="1000231"/>
                    <a:pt x="254842" y="998357"/>
                    <a:pt x="254721" y="995915"/>
                  </a:cubicBezTo>
                  <a:cubicBezTo>
                    <a:pt x="254673" y="995038"/>
                    <a:pt x="254624" y="994160"/>
                    <a:pt x="254573" y="993256"/>
                  </a:cubicBezTo>
                  <a:cubicBezTo>
                    <a:pt x="254545" y="992583"/>
                    <a:pt x="254518" y="991911"/>
                    <a:pt x="254489" y="991218"/>
                  </a:cubicBezTo>
                  <a:cubicBezTo>
                    <a:pt x="253998" y="991218"/>
                    <a:pt x="253507" y="991218"/>
                    <a:pt x="253001" y="991218"/>
                  </a:cubicBezTo>
                  <a:cubicBezTo>
                    <a:pt x="252755" y="987780"/>
                    <a:pt x="252509" y="984342"/>
                    <a:pt x="252256" y="980800"/>
                  </a:cubicBezTo>
                  <a:cubicBezTo>
                    <a:pt x="251520" y="980800"/>
                    <a:pt x="250783" y="980800"/>
                    <a:pt x="250024" y="980800"/>
                  </a:cubicBezTo>
                  <a:cubicBezTo>
                    <a:pt x="249996" y="980065"/>
                    <a:pt x="249968" y="979331"/>
                    <a:pt x="249940" y="978574"/>
                  </a:cubicBezTo>
                  <a:cubicBezTo>
                    <a:pt x="249866" y="977143"/>
                    <a:pt x="249866" y="977143"/>
                    <a:pt x="249792" y="975684"/>
                  </a:cubicBezTo>
                  <a:cubicBezTo>
                    <a:pt x="249748" y="974735"/>
                    <a:pt x="249705" y="973785"/>
                    <a:pt x="249661" y="972806"/>
                  </a:cubicBezTo>
                  <a:cubicBezTo>
                    <a:pt x="249472" y="971606"/>
                    <a:pt x="249472" y="971606"/>
                    <a:pt x="249280" y="970382"/>
                  </a:cubicBezTo>
                  <a:cubicBezTo>
                    <a:pt x="248543" y="969891"/>
                    <a:pt x="247807" y="969400"/>
                    <a:pt x="247048" y="968894"/>
                  </a:cubicBezTo>
                  <a:cubicBezTo>
                    <a:pt x="246829" y="966632"/>
                    <a:pt x="246829" y="966632"/>
                    <a:pt x="246908" y="963964"/>
                  </a:cubicBezTo>
                  <a:cubicBezTo>
                    <a:pt x="246928" y="963080"/>
                    <a:pt x="246948" y="962195"/>
                    <a:pt x="246969" y="961284"/>
                  </a:cubicBezTo>
                  <a:cubicBezTo>
                    <a:pt x="247008" y="960262"/>
                    <a:pt x="247008" y="960262"/>
                    <a:pt x="247048" y="959220"/>
                  </a:cubicBezTo>
                  <a:cubicBezTo>
                    <a:pt x="246311" y="959220"/>
                    <a:pt x="245574" y="959220"/>
                    <a:pt x="244815" y="959220"/>
                  </a:cubicBezTo>
                  <a:cubicBezTo>
                    <a:pt x="244570" y="955537"/>
                    <a:pt x="244324" y="951853"/>
                    <a:pt x="244071" y="948058"/>
                  </a:cubicBezTo>
                  <a:cubicBezTo>
                    <a:pt x="243334" y="948058"/>
                    <a:pt x="242598" y="948058"/>
                    <a:pt x="241839" y="948058"/>
                  </a:cubicBezTo>
                  <a:cubicBezTo>
                    <a:pt x="241811" y="947431"/>
                    <a:pt x="241783" y="946803"/>
                    <a:pt x="241754" y="946157"/>
                  </a:cubicBezTo>
                  <a:cubicBezTo>
                    <a:pt x="241705" y="945342"/>
                    <a:pt x="241656" y="944526"/>
                    <a:pt x="241606" y="943686"/>
                  </a:cubicBezTo>
                  <a:cubicBezTo>
                    <a:pt x="241563" y="942875"/>
                    <a:pt x="241520" y="942063"/>
                    <a:pt x="241475" y="941227"/>
                  </a:cubicBezTo>
                  <a:cubicBezTo>
                    <a:pt x="241350" y="940534"/>
                    <a:pt x="241224" y="939842"/>
                    <a:pt x="241094" y="939128"/>
                  </a:cubicBezTo>
                  <a:cubicBezTo>
                    <a:pt x="240358" y="938637"/>
                    <a:pt x="239621" y="938146"/>
                    <a:pt x="238862" y="937640"/>
                  </a:cubicBezTo>
                  <a:cubicBezTo>
                    <a:pt x="238670" y="936160"/>
                    <a:pt x="238670" y="936160"/>
                    <a:pt x="238769" y="934431"/>
                  </a:cubicBezTo>
                  <a:cubicBezTo>
                    <a:pt x="238850" y="931911"/>
                    <a:pt x="238902" y="929654"/>
                    <a:pt x="238118" y="927222"/>
                  </a:cubicBezTo>
                  <a:cubicBezTo>
                    <a:pt x="237627" y="927222"/>
                    <a:pt x="237136" y="927222"/>
                    <a:pt x="236630" y="927222"/>
                  </a:cubicBezTo>
                  <a:cubicBezTo>
                    <a:pt x="236593" y="926541"/>
                    <a:pt x="236557" y="925860"/>
                    <a:pt x="236519" y="925158"/>
                  </a:cubicBezTo>
                  <a:cubicBezTo>
                    <a:pt x="236436" y="923832"/>
                    <a:pt x="236436" y="923832"/>
                    <a:pt x="236350" y="922478"/>
                  </a:cubicBezTo>
                  <a:cubicBezTo>
                    <a:pt x="236299" y="921598"/>
                    <a:pt x="236247" y="920717"/>
                    <a:pt x="236194" y="919810"/>
                  </a:cubicBezTo>
                  <a:cubicBezTo>
                    <a:pt x="236107" y="917470"/>
                    <a:pt x="236107" y="917470"/>
                    <a:pt x="234397" y="916060"/>
                  </a:cubicBezTo>
                  <a:cubicBezTo>
                    <a:pt x="234152" y="916060"/>
                    <a:pt x="233906" y="916060"/>
                    <a:pt x="233653" y="916060"/>
                  </a:cubicBezTo>
                  <a:cubicBezTo>
                    <a:pt x="233625" y="915379"/>
                    <a:pt x="233597" y="914698"/>
                    <a:pt x="233569" y="913996"/>
                  </a:cubicBezTo>
                  <a:cubicBezTo>
                    <a:pt x="233520" y="913112"/>
                    <a:pt x="233471" y="912227"/>
                    <a:pt x="233420" y="911316"/>
                  </a:cubicBezTo>
                  <a:cubicBezTo>
                    <a:pt x="233377" y="910435"/>
                    <a:pt x="233334" y="909555"/>
                    <a:pt x="233290" y="908648"/>
                  </a:cubicBezTo>
                  <a:cubicBezTo>
                    <a:pt x="233164" y="907901"/>
                    <a:pt x="233038" y="907155"/>
                    <a:pt x="232909" y="906386"/>
                  </a:cubicBezTo>
                  <a:cubicBezTo>
                    <a:pt x="232172" y="905895"/>
                    <a:pt x="231435" y="905404"/>
                    <a:pt x="230676" y="904898"/>
                  </a:cubicBezTo>
                  <a:cubicBezTo>
                    <a:pt x="230458" y="902474"/>
                    <a:pt x="230458" y="902474"/>
                    <a:pt x="230537" y="899596"/>
                  </a:cubicBezTo>
                  <a:cubicBezTo>
                    <a:pt x="230557" y="898642"/>
                    <a:pt x="230577" y="897689"/>
                    <a:pt x="230598" y="896706"/>
                  </a:cubicBezTo>
                  <a:cubicBezTo>
                    <a:pt x="230637" y="895604"/>
                    <a:pt x="230637" y="895604"/>
                    <a:pt x="230676" y="894480"/>
                  </a:cubicBezTo>
                  <a:cubicBezTo>
                    <a:pt x="229940" y="894480"/>
                    <a:pt x="229203" y="894480"/>
                    <a:pt x="228444" y="894480"/>
                  </a:cubicBezTo>
                  <a:cubicBezTo>
                    <a:pt x="228198" y="891042"/>
                    <a:pt x="227953" y="887604"/>
                    <a:pt x="227700" y="884062"/>
                  </a:cubicBezTo>
                  <a:cubicBezTo>
                    <a:pt x="226963" y="884062"/>
                    <a:pt x="226226" y="884062"/>
                    <a:pt x="225467" y="884062"/>
                  </a:cubicBezTo>
                  <a:cubicBezTo>
                    <a:pt x="225440" y="883318"/>
                    <a:pt x="225412" y="882575"/>
                    <a:pt x="225383" y="881809"/>
                  </a:cubicBezTo>
                  <a:cubicBezTo>
                    <a:pt x="225310" y="880369"/>
                    <a:pt x="225310" y="880369"/>
                    <a:pt x="225235" y="878899"/>
                  </a:cubicBezTo>
                  <a:cubicBezTo>
                    <a:pt x="225192" y="877941"/>
                    <a:pt x="225149" y="876983"/>
                    <a:pt x="225104" y="875995"/>
                  </a:cubicBezTo>
                  <a:cubicBezTo>
                    <a:pt x="224916" y="874831"/>
                    <a:pt x="224916" y="874831"/>
                    <a:pt x="224723" y="873644"/>
                  </a:cubicBezTo>
                  <a:cubicBezTo>
                    <a:pt x="223987" y="873398"/>
                    <a:pt x="223250" y="873153"/>
                    <a:pt x="222491" y="872900"/>
                  </a:cubicBezTo>
                  <a:cubicBezTo>
                    <a:pt x="222110" y="870711"/>
                    <a:pt x="222110" y="870711"/>
                    <a:pt x="221979" y="868016"/>
                  </a:cubicBezTo>
                  <a:cubicBezTo>
                    <a:pt x="221930" y="867125"/>
                    <a:pt x="221881" y="866234"/>
                    <a:pt x="221831" y="865316"/>
                  </a:cubicBezTo>
                  <a:cubicBezTo>
                    <a:pt x="221803" y="864626"/>
                    <a:pt x="221775" y="863937"/>
                    <a:pt x="221747" y="863226"/>
                  </a:cubicBezTo>
                  <a:cubicBezTo>
                    <a:pt x="221256" y="863226"/>
                    <a:pt x="220764" y="863226"/>
                    <a:pt x="220258" y="863226"/>
                  </a:cubicBezTo>
                  <a:cubicBezTo>
                    <a:pt x="220222" y="862545"/>
                    <a:pt x="220186" y="861864"/>
                    <a:pt x="220148" y="861162"/>
                  </a:cubicBezTo>
                  <a:cubicBezTo>
                    <a:pt x="220065" y="859836"/>
                    <a:pt x="220065" y="859836"/>
                    <a:pt x="219979" y="858482"/>
                  </a:cubicBezTo>
                  <a:cubicBezTo>
                    <a:pt x="219928" y="857601"/>
                    <a:pt x="219876" y="856721"/>
                    <a:pt x="219822" y="855814"/>
                  </a:cubicBezTo>
                  <a:cubicBezTo>
                    <a:pt x="219736" y="853474"/>
                    <a:pt x="219736" y="853474"/>
                    <a:pt x="218026" y="852064"/>
                  </a:cubicBezTo>
                  <a:cubicBezTo>
                    <a:pt x="217780" y="852064"/>
                    <a:pt x="217535" y="852064"/>
                    <a:pt x="217282" y="852064"/>
                  </a:cubicBezTo>
                  <a:cubicBezTo>
                    <a:pt x="217254" y="851374"/>
                    <a:pt x="217226" y="850684"/>
                    <a:pt x="217198" y="849974"/>
                  </a:cubicBezTo>
                  <a:cubicBezTo>
                    <a:pt x="217149" y="849083"/>
                    <a:pt x="217100" y="848192"/>
                    <a:pt x="217049" y="847273"/>
                  </a:cubicBezTo>
                  <a:cubicBezTo>
                    <a:pt x="217006" y="846384"/>
                    <a:pt x="216963" y="845495"/>
                    <a:pt x="216919" y="844579"/>
                  </a:cubicBezTo>
                  <a:cubicBezTo>
                    <a:pt x="216793" y="843856"/>
                    <a:pt x="216667" y="843134"/>
                    <a:pt x="216538" y="842390"/>
                  </a:cubicBezTo>
                  <a:cubicBezTo>
                    <a:pt x="215801" y="842144"/>
                    <a:pt x="215064" y="841899"/>
                    <a:pt x="214305" y="841646"/>
                  </a:cubicBezTo>
                  <a:cubicBezTo>
                    <a:pt x="214137" y="839708"/>
                    <a:pt x="214097" y="837950"/>
                    <a:pt x="214166" y="836018"/>
                  </a:cubicBezTo>
                  <a:cubicBezTo>
                    <a:pt x="214176" y="835489"/>
                    <a:pt x="214186" y="834960"/>
                    <a:pt x="214196" y="834415"/>
                  </a:cubicBezTo>
                  <a:cubicBezTo>
                    <a:pt x="214223" y="833105"/>
                    <a:pt x="214263" y="831794"/>
                    <a:pt x="214305" y="830484"/>
                  </a:cubicBezTo>
                  <a:cubicBezTo>
                    <a:pt x="213569" y="830484"/>
                    <a:pt x="212832" y="830484"/>
                    <a:pt x="212073" y="830484"/>
                  </a:cubicBezTo>
                  <a:cubicBezTo>
                    <a:pt x="211827" y="827046"/>
                    <a:pt x="211582" y="823608"/>
                    <a:pt x="211329" y="820066"/>
                  </a:cubicBezTo>
                  <a:cubicBezTo>
                    <a:pt x="210592" y="820066"/>
                    <a:pt x="209855" y="820066"/>
                    <a:pt x="209096" y="820066"/>
                  </a:cubicBezTo>
                  <a:cubicBezTo>
                    <a:pt x="209069" y="819322"/>
                    <a:pt x="209041" y="818579"/>
                    <a:pt x="209012" y="817813"/>
                  </a:cubicBezTo>
                  <a:cubicBezTo>
                    <a:pt x="208939" y="816373"/>
                    <a:pt x="208939" y="816373"/>
                    <a:pt x="208864" y="814903"/>
                  </a:cubicBezTo>
                  <a:cubicBezTo>
                    <a:pt x="208821" y="813945"/>
                    <a:pt x="208777" y="812987"/>
                    <a:pt x="208733" y="811999"/>
                  </a:cubicBezTo>
                  <a:cubicBezTo>
                    <a:pt x="208544" y="810835"/>
                    <a:pt x="208544" y="810835"/>
                    <a:pt x="208352" y="809648"/>
                  </a:cubicBezTo>
                  <a:cubicBezTo>
                    <a:pt x="207615" y="809402"/>
                    <a:pt x="206879" y="809157"/>
                    <a:pt x="206120" y="808904"/>
                  </a:cubicBezTo>
                  <a:cubicBezTo>
                    <a:pt x="205791" y="806741"/>
                    <a:pt x="205791" y="806741"/>
                    <a:pt x="205701" y="804067"/>
                  </a:cubicBezTo>
                  <a:cubicBezTo>
                    <a:pt x="205643" y="802452"/>
                    <a:pt x="205546" y="800837"/>
                    <a:pt x="205376" y="799230"/>
                  </a:cubicBezTo>
                  <a:cubicBezTo>
                    <a:pt x="204884" y="798984"/>
                    <a:pt x="204393" y="798739"/>
                    <a:pt x="203887" y="798486"/>
                  </a:cubicBezTo>
                  <a:cubicBezTo>
                    <a:pt x="203632" y="796512"/>
                    <a:pt x="203632" y="796512"/>
                    <a:pt x="203515" y="794067"/>
                  </a:cubicBezTo>
                  <a:cubicBezTo>
                    <a:pt x="203517" y="790676"/>
                    <a:pt x="203517" y="790676"/>
                    <a:pt x="201655" y="788068"/>
                  </a:cubicBezTo>
                  <a:cubicBezTo>
                    <a:pt x="201409" y="788068"/>
                    <a:pt x="201164" y="788068"/>
                    <a:pt x="200911" y="788068"/>
                  </a:cubicBezTo>
                  <a:cubicBezTo>
                    <a:pt x="200883" y="787324"/>
                    <a:pt x="200855" y="786581"/>
                    <a:pt x="200826" y="785815"/>
                  </a:cubicBezTo>
                  <a:cubicBezTo>
                    <a:pt x="200753" y="784375"/>
                    <a:pt x="200753" y="784375"/>
                    <a:pt x="200678" y="782905"/>
                  </a:cubicBezTo>
                  <a:cubicBezTo>
                    <a:pt x="200635" y="781947"/>
                    <a:pt x="200592" y="780989"/>
                    <a:pt x="200547" y="780001"/>
                  </a:cubicBezTo>
                  <a:cubicBezTo>
                    <a:pt x="200359" y="778837"/>
                    <a:pt x="200359" y="778837"/>
                    <a:pt x="200167" y="777650"/>
                  </a:cubicBezTo>
                  <a:cubicBezTo>
                    <a:pt x="199430" y="777404"/>
                    <a:pt x="198693" y="777159"/>
                    <a:pt x="197934" y="776906"/>
                  </a:cubicBezTo>
                  <a:cubicBezTo>
                    <a:pt x="197606" y="774743"/>
                    <a:pt x="197606" y="774743"/>
                    <a:pt x="197516" y="772069"/>
                  </a:cubicBezTo>
                  <a:cubicBezTo>
                    <a:pt x="197458" y="770454"/>
                    <a:pt x="197361" y="768839"/>
                    <a:pt x="197190" y="767232"/>
                  </a:cubicBezTo>
                  <a:cubicBezTo>
                    <a:pt x="196699" y="766986"/>
                    <a:pt x="196208" y="766741"/>
                    <a:pt x="195702" y="766488"/>
                  </a:cubicBezTo>
                  <a:cubicBezTo>
                    <a:pt x="195469" y="764591"/>
                    <a:pt x="195320" y="762764"/>
                    <a:pt x="195237" y="760860"/>
                  </a:cubicBezTo>
                  <a:cubicBezTo>
                    <a:pt x="195208" y="760331"/>
                    <a:pt x="195179" y="759802"/>
                    <a:pt x="195150" y="759257"/>
                  </a:cubicBezTo>
                  <a:cubicBezTo>
                    <a:pt x="195079" y="757947"/>
                    <a:pt x="195018" y="756636"/>
                    <a:pt x="194958" y="755326"/>
                  </a:cubicBezTo>
                  <a:cubicBezTo>
                    <a:pt x="194221" y="755326"/>
                    <a:pt x="193484" y="755326"/>
                    <a:pt x="192725" y="755326"/>
                  </a:cubicBezTo>
                  <a:cubicBezTo>
                    <a:pt x="192697" y="754636"/>
                    <a:pt x="192670" y="753946"/>
                    <a:pt x="192641" y="753236"/>
                  </a:cubicBezTo>
                  <a:cubicBezTo>
                    <a:pt x="192592" y="752344"/>
                    <a:pt x="192543" y="751453"/>
                    <a:pt x="192493" y="750535"/>
                  </a:cubicBezTo>
                  <a:cubicBezTo>
                    <a:pt x="192428" y="749201"/>
                    <a:pt x="192428" y="749201"/>
                    <a:pt x="192362" y="747841"/>
                  </a:cubicBezTo>
                  <a:cubicBezTo>
                    <a:pt x="192236" y="747118"/>
                    <a:pt x="192111" y="746396"/>
                    <a:pt x="191981" y="745652"/>
                  </a:cubicBezTo>
                  <a:cubicBezTo>
                    <a:pt x="191244" y="745406"/>
                    <a:pt x="190508" y="745161"/>
                    <a:pt x="189749" y="744908"/>
                  </a:cubicBezTo>
                  <a:cubicBezTo>
                    <a:pt x="189420" y="742582"/>
                    <a:pt x="189420" y="742582"/>
                    <a:pt x="189330" y="739699"/>
                  </a:cubicBezTo>
                  <a:cubicBezTo>
                    <a:pt x="189272" y="737960"/>
                    <a:pt x="189176" y="736221"/>
                    <a:pt x="189005" y="734490"/>
                  </a:cubicBezTo>
                  <a:cubicBezTo>
                    <a:pt x="188513" y="734244"/>
                    <a:pt x="188022" y="733999"/>
                    <a:pt x="187516" y="733745"/>
                  </a:cubicBezTo>
                  <a:cubicBezTo>
                    <a:pt x="187251" y="731435"/>
                    <a:pt x="187186" y="729140"/>
                    <a:pt x="187101" y="726816"/>
                  </a:cubicBezTo>
                  <a:cubicBezTo>
                    <a:pt x="186992" y="726156"/>
                    <a:pt x="186884" y="725496"/>
                    <a:pt x="186772" y="724816"/>
                  </a:cubicBezTo>
                  <a:cubicBezTo>
                    <a:pt x="186035" y="724570"/>
                    <a:pt x="185299" y="724325"/>
                    <a:pt x="184540" y="724072"/>
                  </a:cubicBezTo>
                  <a:cubicBezTo>
                    <a:pt x="184188" y="721367"/>
                    <a:pt x="184164" y="718704"/>
                    <a:pt x="184098" y="715979"/>
                  </a:cubicBezTo>
                  <a:cubicBezTo>
                    <a:pt x="183948" y="714828"/>
                    <a:pt x="183948" y="714828"/>
                    <a:pt x="183796" y="713654"/>
                  </a:cubicBezTo>
                  <a:cubicBezTo>
                    <a:pt x="183059" y="713408"/>
                    <a:pt x="182322" y="713163"/>
                    <a:pt x="181563" y="712910"/>
                  </a:cubicBezTo>
                  <a:cubicBezTo>
                    <a:pt x="181235" y="710747"/>
                    <a:pt x="181235" y="710747"/>
                    <a:pt x="181145" y="708073"/>
                  </a:cubicBezTo>
                  <a:cubicBezTo>
                    <a:pt x="181087" y="706458"/>
                    <a:pt x="180990" y="704843"/>
                    <a:pt x="180819" y="703236"/>
                  </a:cubicBezTo>
                  <a:cubicBezTo>
                    <a:pt x="180328" y="702990"/>
                    <a:pt x="179837" y="702745"/>
                    <a:pt x="179331" y="702492"/>
                  </a:cubicBezTo>
                  <a:cubicBezTo>
                    <a:pt x="179098" y="700594"/>
                    <a:pt x="178949" y="698768"/>
                    <a:pt x="178866" y="696864"/>
                  </a:cubicBezTo>
                  <a:cubicBezTo>
                    <a:pt x="178837" y="696335"/>
                    <a:pt x="178808" y="695806"/>
                    <a:pt x="178778" y="695261"/>
                  </a:cubicBezTo>
                  <a:cubicBezTo>
                    <a:pt x="178708" y="693951"/>
                    <a:pt x="178646" y="692640"/>
                    <a:pt x="178587" y="691329"/>
                  </a:cubicBezTo>
                  <a:cubicBezTo>
                    <a:pt x="177850" y="691329"/>
                    <a:pt x="177113" y="691329"/>
                    <a:pt x="176354" y="691329"/>
                  </a:cubicBezTo>
                  <a:cubicBezTo>
                    <a:pt x="176109" y="687892"/>
                    <a:pt x="175863" y="684454"/>
                    <a:pt x="175610" y="680912"/>
                  </a:cubicBezTo>
                  <a:cubicBezTo>
                    <a:pt x="174873" y="680912"/>
                    <a:pt x="174137" y="680912"/>
                    <a:pt x="173378" y="680912"/>
                  </a:cubicBezTo>
                  <a:cubicBezTo>
                    <a:pt x="173341" y="680168"/>
                    <a:pt x="173305" y="679425"/>
                    <a:pt x="173267" y="678659"/>
                  </a:cubicBezTo>
                  <a:cubicBezTo>
                    <a:pt x="173211" y="677699"/>
                    <a:pt x="173156" y="676738"/>
                    <a:pt x="173099" y="675749"/>
                  </a:cubicBezTo>
                  <a:cubicBezTo>
                    <a:pt x="173047" y="674791"/>
                    <a:pt x="172995" y="673832"/>
                    <a:pt x="172942" y="672845"/>
                  </a:cubicBezTo>
                  <a:cubicBezTo>
                    <a:pt x="172840" y="672069"/>
                    <a:pt x="172738" y="671293"/>
                    <a:pt x="172633" y="670494"/>
                  </a:cubicBezTo>
                  <a:cubicBezTo>
                    <a:pt x="172142" y="670248"/>
                    <a:pt x="171651" y="670002"/>
                    <a:pt x="171145" y="669749"/>
                  </a:cubicBezTo>
                  <a:cubicBezTo>
                    <a:pt x="170837" y="667398"/>
                    <a:pt x="170837" y="667398"/>
                    <a:pt x="170680" y="664494"/>
                  </a:cubicBezTo>
                  <a:cubicBezTo>
                    <a:pt x="170624" y="663534"/>
                    <a:pt x="170569" y="662574"/>
                    <a:pt x="170511" y="661584"/>
                  </a:cubicBezTo>
                  <a:cubicBezTo>
                    <a:pt x="170475" y="660841"/>
                    <a:pt x="170439" y="660097"/>
                    <a:pt x="170401" y="659331"/>
                  </a:cubicBezTo>
                  <a:cubicBezTo>
                    <a:pt x="169664" y="659331"/>
                    <a:pt x="168928" y="659331"/>
                    <a:pt x="168169" y="659331"/>
                  </a:cubicBezTo>
                  <a:cubicBezTo>
                    <a:pt x="167923" y="655894"/>
                    <a:pt x="167677" y="652456"/>
                    <a:pt x="167424" y="648913"/>
                  </a:cubicBezTo>
                  <a:cubicBezTo>
                    <a:pt x="166688" y="648913"/>
                    <a:pt x="165951" y="648913"/>
                    <a:pt x="165192" y="648913"/>
                  </a:cubicBezTo>
                  <a:cubicBezTo>
                    <a:pt x="165137" y="647718"/>
                    <a:pt x="165137" y="647718"/>
                    <a:pt x="165082" y="646498"/>
                  </a:cubicBezTo>
                  <a:cubicBezTo>
                    <a:pt x="165026" y="645458"/>
                    <a:pt x="164970" y="644419"/>
                    <a:pt x="164913" y="643379"/>
                  </a:cubicBezTo>
                  <a:cubicBezTo>
                    <a:pt x="164878" y="642590"/>
                    <a:pt x="164878" y="642590"/>
                    <a:pt x="164843" y="641785"/>
                  </a:cubicBezTo>
                  <a:cubicBezTo>
                    <a:pt x="164766" y="640436"/>
                    <a:pt x="164612" y="639092"/>
                    <a:pt x="164448" y="637751"/>
                  </a:cubicBezTo>
                  <a:cubicBezTo>
                    <a:pt x="163957" y="637506"/>
                    <a:pt x="163466" y="637260"/>
                    <a:pt x="162960" y="637007"/>
                  </a:cubicBezTo>
                  <a:cubicBezTo>
                    <a:pt x="162704" y="635196"/>
                    <a:pt x="162704" y="635196"/>
                    <a:pt x="162588" y="632961"/>
                  </a:cubicBezTo>
                  <a:cubicBezTo>
                    <a:pt x="162553" y="629772"/>
                    <a:pt x="162553" y="629772"/>
                    <a:pt x="160727" y="627333"/>
                  </a:cubicBezTo>
                  <a:cubicBezTo>
                    <a:pt x="160482" y="627333"/>
                    <a:pt x="160236" y="627333"/>
                    <a:pt x="159983" y="627333"/>
                  </a:cubicBezTo>
                  <a:cubicBezTo>
                    <a:pt x="159737" y="623650"/>
                    <a:pt x="159492" y="619966"/>
                    <a:pt x="159239" y="616171"/>
                  </a:cubicBezTo>
                  <a:cubicBezTo>
                    <a:pt x="158502" y="616171"/>
                    <a:pt x="157766" y="616171"/>
                    <a:pt x="157006" y="616171"/>
                  </a:cubicBezTo>
                  <a:cubicBezTo>
                    <a:pt x="156970" y="615482"/>
                    <a:pt x="156934" y="614792"/>
                    <a:pt x="156896" y="614081"/>
                  </a:cubicBezTo>
                  <a:cubicBezTo>
                    <a:pt x="156813" y="612745"/>
                    <a:pt x="156813" y="612745"/>
                    <a:pt x="156727" y="611381"/>
                  </a:cubicBezTo>
                  <a:cubicBezTo>
                    <a:pt x="156650" y="610047"/>
                    <a:pt x="156650" y="610047"/>
                    <a:pt x="156570" y="608686"/>
                  </a:cubicBezTo>
                  <a:cubicBezTo>
                    <a:pt x="156469" y="607964"/>
                    <a:pt x="156367" y="607242"/>
                    <a:pt x="156262" y="606497"/>
                  </a:cubicBezTo>
                  <a:cubicBezTo>
                    <a:pt x="155771" y="606252"/>
                    <a:pt x="155280" y="606006"/>
                    <a:pt x="154774" y="605753"/>
                  </a:cubicBezTo>
                  <a:cubicBezTo>
                    <a:pt x="154542" y="603856"/>
                    <a:pt x="154392" y="602030"/>
                    <a:pt x="154309" y="600126"/>
                  </a:cubicBezTo>
                  <a:cubicBezTo>
                    <a:pt x="154280" y="599597"/>
                    <a:pt x="154251" y="599068"/>
                    <a:pt x="154222" y="598523"/>
                  </a:cubicBezTo>
                  <a:cubicBezTo>
                    <a:pt x="154151" y="597213"/>
                    <a:pt x="154090" y="595902"/>
                    <a:pt x="154030" y="594591"/>
                  </a:cubicBezTo>
                  <a:cubicBezTo>
                    <a:pt x="153293" y="594591"/>
                    <a:pt x="152557" y="594591"/>
                    <a:pt x="151798" y="594591"/>
                  </a:cubicBezTo>
                  <a:cubicBezTo>
                    <a:pt x="151552" y="591153"/>
                    <a:pt x="151306" y="587715"/>
                    <a:pt x="151053" y="584173"/>
                  </a:cubicBezTo>
                  <a:cubicBezTo>
                    <a:pt x="150317" y="584173"/>
                    <a:pt x="149580" y="584173"/>
                    <a:pt x="148821" y="584173"/>
                  </a:cubicBezTo>
                  <a:cubicBezTo>
                    <a:pt x="148784" y="583430"/>
                    <a:pt x="148748" y="582686"/>
                    <a:pt x="148710" y="581920"/>
                  </a:cubicBezTo>
                  <a:cubicBezTo>
                    <a:pt x="148655" y="580960"/>
                    <a:pt x="148599" y="580000"/>
                    <a:pt x="148542" y="579011"/>
                  </a:cubicBezTo>
                  <a:cubicBezTo>
                    <a:pt x="148490" y="578052"/>
                    <a:pt x="148438" y="577094"/>
                    <a:pt x="148385" y="576107"/>
                  </a:cubicBezTo>
                  <a:cubicBezTo>
                    <a:pt x="148283" y="575331"/>
                    <a:pt x="148182" y="574555"/>
                    <a:pt x="148077" y="573755"/>
                  </a:cubicBezTo>
                  <a:cubicBezTo>
                    <a:pt x="147586" y="573510"/>
                    <a:pt x="147095" y="573264"/>
                    <a:pt x="146589" y="573011"/>
                  </a:cubicBezTo>
                  <a:cubicBezTo>
                    <a:pt x="146323" y="570700"/>
                    <a:pt x="146258" y="568405"/>
                    <a:pt x="146173" y="566081"/>
                  </a:cubicBezTo>
                  <a:cubicBezTo>
                    <a:pt x="146064" y="565421"/>
                    <a:pt x="145956" y="564761"/>
                    <a:pt x="145844" y="564081"/>
                  </a:cubicBezTo>
                  <a:cubicBezTo>
                    <a:pt x="145108" y="563836"/>
                    <a:pt x="144371" y="563590"/>
                    <a:pt x="143612" y="563337"/>
                  </a:cubicBezTo>
                  <a:cubicBezTo>
                    <a:pt x="143260" y="560633"/>
                    <a:pt x="143236" y="557970"/>
                    <a:pt x="143170" y="555245"/>
                  </a:cubicBezTo>
                  <a:cubicBezTo>
                    <a:pt x="143020" y="554094"/>
                    <a:pt x="143020" y="554094"/>
                    <a:pt x="142868" y="552919"/>
                  </a:cubicBezTo>
                  <a:cubicBezTo>
                    <a:pt x="142131" y="552674"/>
                    <a:pt x="141394" y="552428"/>
                    <a:pt x="140635" y="552175"/>
                  </a:cubicBezTo>
                  <a:cubicBezTo>
                    <a:pt x="140307" y="550013"/>
                    <a:pt x="140307" y="550013"/>
                    <a:pt x="140217" y="547338"/>
                  </a:cubicBezTo>
                  <a:cubicBezTo>
                    <a:pt x="140159" y="545723"/>
                    <a:pt x="140062" y="544108"/>
                    <a:pt x="139891" y="542501"/>
                  </a:cubicBezTo>
                  <a:cubicBezTo>
                    <a:pt x="139400" y="542256"/>
                    <a:pt x="138909" y="542010"/>
                    <a:pt x="138403" y="541757"/>
                  </a:cubicBezTo>
                  <a:cubicBezTo>
                    <a:pt x="138121" y="539972"/>
                    <a:pt x="138121" y="539972"/>
                    <a:pt x="137984" y="537757"/>
                  </a:cubicBezTo>
                  <a:cubicBezTo>
                    <a:pt x="137832" y="535405"/>
                    <a:pt x="137663" y="533586"/>
                    <a:pt x="136915" y="531339"/>
                  </a:cubicBezTo>
                  <a:cubicBezTo>
                    <a:pt x="136424" y="531094"/>
                    <a:pt x="135932" y="530848"/>
                    <a:pt x="135426" y="530595"/>
                  </a:cubicBezTo>
                  <a:cubicBezTo>
                    <a:pt x="135194" y="528698"/>
                    <a:pt x="135045" y="526872"/>
                    <a:pt x="134961" y="524968"/>
                  </a:cubicBezTo>
                  <a:cubicBezTo>
                    <a:pt x="134933" y="524439"/>
                    <a:pt x="134904" y="523910"/>
                    <a:pt x="134874" y="523364"/>
                  </a:cubicBezTo>
                  <a:cubicBezTo>
                    <a:pt x="134804" y="522054"/>
                    <a:pt x="134742" y="520744"/>
                    <a:pt x="134682" y="519433"/>
                  </a:cubicBezTo>
                  <a:cubicBezTo>
                    <a:pt x="133946" y="519433"/>
                    <a:pt x="133209" y="519433"/>
                    <a:pt x="132450" y="519433"/>
                  </a:cubicBezTo>
                  <a:cubicBezTo>
                    <a:pt x="132413" y="518743"/>
                    <a:pt x="132377" y="518054"/>
                    <a:pt x="132339" y="517343"/>
                  </a:cubicBezTo>
                  <a:cubicBezTo>
                    <a:pt x="132256" y="516006"/>
                    <a:pt x="132256" y="516006"/>
                    <a:pt x="132171" y="514643"/>
                  </a:cubicBezTo>
                  <a:cubicBezTo>
                    <a:pt x="132093" y="513309"/>
                    <a:pt x="132093" y="513309"/>
                    <a:pt x="132014" y="511948"/>
                  </a:cubicBezTo>
                  <a:cubicBezTo>
                    <a:pt x="131912" y="511226"/>
                    <a:pt x="131810" y="510503"/>
                    <a:pt x="131706" y="509759"/>
                  </a:cubicBezTo>
                  <a:cubicBezTo>
                    <a:pt x="131215" y="509514"/>
                    <a:pt x="130723" y="509268"/>
                    <a:pt x="130217" y="509015"/>
                  </a:cubicBezTo>
                  <a:cubicBezTo>
                    <a:pt x="129755" y="506239"/>
                    <a:pt x="129444" y="503730"/>
                    <a:pt x="129566" y="500923"/>
                  </a:cubicBezTo>
                  <a:cubicBezTo>
                    <a:pt x="129536" y="500401"/>
                    <a:pt x="129505" y="499879"/>
                    <a:pt x="129473" y="499341"/>
                  </a:cubicBezTo>
                  <a:cubicBezTo>
                    <a:pt x="128737" y="498850"/>
                    <a:pt x="128000" y="498359"/>
                    <a:pt x="127241" y="497853"/>
                  </a:cubicBezTo>
                  <a:cubicBezTo>
                    <a:pt x="126901" y="495525"/>
                    <a:pt x="126866" y="493248"/>
                    <a:pt x="126799" y="490897"/>
                  </a:cubicBezTo>
                  <a:cubicBezTo>
                    <a:pt x="126649" y="489920"/>
                    <a:pt x="126649" y="489920"/>
                    <a:pt x="126497" y="488923"/>
                  </a:cubicBezTo>
                  <a:cubicBezTo>
                    <a:pt x="125760" y="488678"/>
                    <a:pt x="125023" y="488432"/>
                    <a:pt x="124264" y="488179"/>
                  </a:cubicBezTo>
                  <a:cubicBezTo>
                    <a:pt x="123936" y="485880"/>
                    <a:pt x="123936" y="485880"/>
                    <a:pt x="123846" y="483017"/>
                  </a:cubicBezTo>
                  <a:cubicBezTo>
                    <a:pt x="123953" y="479228"/>
                    <a:pt x="123953" y="479228"/>
                    <a:pt x="122032" y="476273"/>
                  </a:cubicBezTo>
                  <a:cubicBezTo>
                    <a:pt x="121724" y="474578"/>
                    <a:pt x="121724" y="474578"/>
                    <a:pt x="121567" y="472599"/>
                  </a:cubicBezTo>
                  <a:cubicBezTo>
                    <a:pt x="121483" y="471622"/>
                    <a:pt x="121483" y="471622"/>
                    <a:pt x="121398" y="470625"/>
                  </a:cubicBezTo>
                  <a:cubicBezTo>
                    <a:pt x="121316" y="469285"/>
                    <a:pt x="121288" y="467942"/>
                    <a:pt x="121288" y="466599"/>
                  </a:cubicBezTo>
                  <a:cubicBezTo>
                    <a:pt x="120551" y="466599"/>
                    <a:pt x="119814" y="466599"/>
                    <a:pt x="119055" y="466599"/>
                  </a:cubicBezTo>
                  <a:cubicBezTo>
                    <a:pt x="118810" y="462916"/>
                    <a:pt x="118564" y="459232"/>
                    <a:pt x="118311" y="455437"/>
                  </a:cubicBezTo>
                  <a:cubicBezTo>
                    <a:pt x="117574" y="455437"/>
                    <a:pt x="116838" y="455437"/>
                    <a:pt x="116079" y="455437"/>
                  </a:cubicBezTo>
                  <a:cubicBezTo>
                    <a:pt x="116051" y="454764"/>
                    <a:pt x="116023" y="454092"/>
                    <a:pt x="115994" y="453399"/>
                  </a:cubicBezTo>
                  <a:cubicBezTo>
                    <a:pt x="115921" y="452083"/>
                    <a:pt x="115921" y="452083"/>
                    <a:pt x="115846" y="450740"/>
                  </a:cubicBezTo>
                  <a:cubicBezTo>
                    <a:pt x="115781" y="449432"/>
                    <a:pt x="115781" y="449432"/>
                    <a:pt x="115715" y="448097"/>
                  </a:cubicBezTo>
                  <a:cubicBezTo>
                    <a:pt x="115305" y="445581"/>
                    <a:pt x="114925" y="445140"/>
                    <a:pt x="113102" y="443531"/>
                  </a:cubicBezTo>
                  <a:cubicBezTo>
                    <a:pt x="113009" y="441019"/>
                    <a:pt x="113009" y="441019"/>
                    <a:pt x="113102" y="438322"/>
                  </a:cubicBezTo>
                  <a:cubicBezTo>
                    <a:pt x="112889" y="436255"/>
                    <a:pt x="112889" y="436255"/>
                    <a:pt x="112358" y="434601"/>
                  </a:cubicBezTo>
                  <a:cubicBezTo>
                    <a:pt x="111867" y="434355"/>
                    <a:pt x="111376" y="434110"/>
                    <a:pt x="110870" y="433857"/>
                  </a:cubicBezTo>
                  <a:cubicBezTo>
                    <a:pt x="110562" y="431505"/>
                    <a:pt x="110562" y="431505"/>
                    <a:pt x="110405" y="428601"/>
                  </a:cubicBezTo>
                  <a:cubicBezTo>
                    <a:pt x="110349" y="427641"/>
                    <a:pt x="110293" y="426681"/>
                    <a:pt x="110236" y="425692"/>
                  </a:cubicBezTo>
                  <a:cubicBezTo>
                    <a:pt x="110200" y="424948"/>
                    <a:pt x="110163" y="424205"/>
                    <a:pt x="110126" y="423439"/>
                  </a:cubicBezTo>
                  <a:cubicBezTo>
                    <a:pt x="109389" y="423439"/>
                    <a:pt x="108652" y="423439"/>
                    <a:pt x="107893" y="423439"/>
                  </a:cubicBezTo>
                  <a:cubicBezTo>
                    <a:pt x="107928" y="422695"/>
                    <a:pt x="107962" y="421952"/>
                    <a:pt x="107998" y="421186"/>
                  </a:cubicBezTo>
                  <a:cubicBezTo>
                    <a:pt x="108025" y="420226"/>
                    <a:pt x="108052" y="419266"/>
                    <a:pt x="108079" y="418276"/>
                  </a:cubicBezTo>
                  <a:cubicBezTo>
                    <a:pt x="108114" y="417318"/>
                    <a:pt x="108148" y="416360"/>
                    <a:pt x="108184" y="415373"/>
                  </a:cubicBezTo>
                  <a:cubicBezTo>
                    <a:pt x="108088" y="414596"/>
                    <a:pt x="107992" y="413820"/>
                    <a:pt x="107893" y="413021"/>
                  </a:cubicBezTo>
                  <a:cubicBezTo>
                    <a:pt x="106411" y="412549"/>
                    <a:pt x="106411" y="412549"/>
                    <a:pt x="104917" y="412277"/>
                  </a:cubicBezTo>
                  <a:cubicBezTo>
                    <a:pt x="104704" y="410492"/>
                    <a:pt x="104704" y="410492"/>
                    <a:pt x="104870" y="408277"/>
                  </a:cubicBezTo>
                  <a:cubicBezTo>
                    <a:pt x="105075" y="406111"/>
                    <a:pt x="105075" y="406111"/>
                    <a:pt x="104917" y="404091"/>
                  </a:cubicBezTo>
                  <a:cubicBezTo>
                    <a:pt x="104560" y="403747"/>
                    <a:pt x="104203" y="403402"/>
                    <a:pt x="103835" y="403048"/>
                  </a:cubicBezTo>
                  <a:cubicBezTo>
                    <a:pt x="101986" y="401137"/>
                    <a:pt x="102291" y="399094"/>
                    <a:pt x="102173" y="396510"/>
                  </a:cubicBezTo>
                  <a:cubicBezTo>
                    <a:pt x="102124" y="395564"/>
                    <a:pt x="102075" y="394617"/>
                    <a:pt x="102024" y="393641"/>
                  </a:cubicBezTo>
                  <a:cubicBezTo>
                    <a:pt x="101983" y="392552"/>
                    <a:pt x="101983" y="392552"/>
                    <a:pt x="101940" y="391441"/>
                  </a:cubicBezTo>
                  <a:cubicBezTo>
                    <a:pt x="101203" y="391441"/>
                    <a:pt x="100467" y="391441"/>
                    <a:pt x="99708" y="391441"/>
                  </a:cubicBezTo>
                  <a:cubicBezTo>
                    <a:pt x="99666" y="390352"/>
                    <a:pt x="99666" y="390352"/>
                    <a:pt x="99623" y="389240"/>
                  </a:cubicBezTo>
                  <a:cubicBezTo>
                    <a:pt x="99574" y="388294"/>
                    <a:pt x="99526" y="387347"/>
                    <a:pt x="99475" y="386371"/>
                  </a:cubicBezTo>
                  <a:cubicBezTo>
                    <a:pt x="99432" y="385430"/>
                    <a:pt x="99389" y="384489"/>
                    <a:pt x="99344" y="383520"/>
                  </a:cubicBezTo>
                  <a:cubicBezTo>
                    <a:pt x="98942" y="380880"/>
                    <a:pt x="98646" y="380445"/>
                    <a:pt x="96731" y="378790"/>
                  </a:cubicBezTo>
                  <a:cubicBezTo>
                    <a:pt x="96638" y="376232"/>
                    <a:pt x="96638" y="376232"/>
                    <a:pt x="96731" y="373581"/>
                  </a:cubicBezTo>
                  <a:cubicBezTo>
                    <a:pt x="96525" y="371879"/>
                    <a:pt x="96525" y="371879"/>
                    <a:pt x="95987" y="370605"/>
                  </a:cubicBezTo>
                  <a:cubicBezTo>
                    <a:pt x="95496" y="370359"/>
                    <a:pt x="95005" y="370114"/>
                    <a:pt x="94499" y="369861"/>
                  </a:cubicBezTo>
                  <a:cubicBezTo>
                    <a:pt x="94266" y="367964"/>
                    <a:pt x="94117" y="366137"/>
                    <a:pt x="94034" y="364233"/>
                  </a:cubicBezTo>
                  <a:cubicBezTo>
                    <a:pt x="94005" y="363704"/>
                    <a:pt x="93976" y="363175"/>
                    <a:pt x="93946" y="362630"/>
                  </a:cubicBezTo>
                  <a:cubicBezTo>
                    <a:pt x="93876" y="361320"/>
                    <a:pt x="93814" y="360009"/>
                    <a:pt x="93755" y="358699"/>
                  </a:cubicBezTo>
                  <a:cubicBezTo>
                    <a:pt x="93018" y="358699"/>
                    <a:pt x="92281" y="358699"/>
                    <a:pt x="91522" y="358699"/>
                  </a:cubicBezTo>
                  <a:cubicBezTo>
                    <a:pt x="91494" y="358009"/>
                    <a:pt x="91466" y="357319"/>
                    <a:pt x="91438" y="356609"/>
                  </a:cubicBezTo>
                  <a:cubicBezTo>
                    <a:pt x="91389" y="355718"/>
                    <a:pt x="91340" y="354826"/>
                    <a:pt x="91290" y="353908"/>
                  </a:cubicBezTo>
                  <a:cubicBezTo>
                    <a:pt x="91246" y="353019"/>
                    <a:pt x="91203" y="352130"/>
                    <a:pt x="91159" y="351214"/>
                  </a:cubicBezTo>
                  <a:cubicBezTo>
                    <a:pt x="91033" y="350491"/>
                    <a:pt x="90907" y="349769"/>
                    <a:pt x="90778" y="349025"/>
                  </a:cubicBezTo>
                  <a:cubicBezTo>
                    <a:pt x="90041" y="348779"/>
                    <a:pt x="89305" y="348534"/>
                    <a:pt x="88546" y="348281"/>
                  </a:cubicBezTo>
                  <a:cubicBezTo>
                    <a:pt x="88380" y="346359"/>
                    <a:pt x="88380" y="346359"/>
                    <a:pt x="88499" y="343955"/>
                  </a:cubicBezTo>
                  <a:cubicBezTo>
                    <a:pt x="88658" y="340611"/>
                    <a:pt x="88609" y="339478"/>
                    <a:pt x="87057" y="336374"/>
                  </a:cubicBezTo>
                  <a:cubicBezTo>
                    <a:pt x="86812" y="563769"/>
                    <a:pt x="86566" y="791163"/>
                    <a:pt x="86313" y="1025449"/>
                  </a:cubicBezTo>
                  <a:cubicBezTo>
                    <a:pt x="60038" y="1025449"/>
                    <a:pt x="33762" y="1025449"/>
                    <a:pt x="6690" y="1025449"/>
                  </a:cubicBezTo>
                  <a:cubicBezTo>
                    <a:pt x="6684" y="979153"/>
                    <a:pt x="6684" y="979153"/>
                    <a:pt x="6682" y="961326"/>
                  </a:cubicBezTo>
                  <a:cubicBezTo>
                    <a:pt x="6682" y="960776"/>
                    <a:pt x="6682" y="960226"/>
                    <a:pt x="6682" y="959659"/>
                  </a:cubicBezTo>
                  <a:cubicBezTo>
                    <a:pt x="6680" y="950672"/>
                    <a:pt x="6679" y="941684"/>
                    <a:pt x="6678" y="932696"/>
                  </a:cubicBezTo>
                  <a:cubicBezTo>
                    <a:pt x="6678" y="932091"/>
                    <a:pt x="6678" y="931486"/>
                    <a:pt x="6678" y="930862"/>
                  </a:cubicBezTo>
                  <a:cubicBezTo>
                    <a:pt x="6670" y="866060"/>
                    <a:pt x="6663" y="801257"/>
                    <a:pt x="6659" y="736454"/>
                  </a:cubicBezTo>
                  <a:cubicBezTo>
                    <a:pt x="6658" y="735015"/>
                    <a:pt x="6658" y="733576"/>
                    <a:pt x="6658" y="732137"/>
                  </a:cubicBezTo>
                  <a:cubicBezTo>
                    <a:pt x="6656" y="701937"/>
                    <a:pt x="6654" y="671737"/>
                    <a:pt x="6652" y="641536"/>
                  </a:cubicBezTo>
                  <a:cubicBezTo>
                    <a:pt x="6651" y="626366"/>
                    <a:pt x="6650" y="611197"/>
                    <a:pt x="6649" y="596027"/>
                  </a:cubicBezTo>
                  <a:cubicBezTo>
                    <a:pt x="6649" y="593738"/>
                    <a:pt x="6649" y="591450"/>
                    <a:pt x="6649" y="589162"/>
                  </a:cubicBezTo>
                  <a:cubicBezTo>
                    <a:pt x="6647" y="553910"/>
                    <a:pt x="6644" y="518658"/>
                    <a:pt x="6639" y="483406"/>
                  </a:cubicBezTo>
                  <a:cubicBezTo>
                    <a:pt x="6639" y="482648"/>
                    <a:pt x="6639" y="481889"/>
                    <a:pt x="6639" y="481108"/>
                  </a:cubicBezTo>
                  <a:cubicBezTo>
                    <a:pt x="6637" y="468880"/>
                    <a:pt x="6635" y="456652"/>
                    <a:pt x="6634" y="444425"/>
                  </a:cubicBezTo>
                  <a:cubicBezTo>
                    <a:pt x="6629" y="409220"/>
                    <a:pt x="6624" y="374015"/>
                    <a:pt x="6622" y="338810"/>
                  </a:cubicBezTo>
                  <a:cubicBezTo>
                    <a:pt x="6622" y="338086"/>
                    <a:pt x="6622" y="337363"/>
                    <a:pt x="6622" y="336617"/>
                  </a:cubicBezTo>
                  <a:cubicBezTo>
                    <a:pt x="6621" y="320739"/>
                    <a:pt x="6621" y="304860"/>
                    <a:pt x="6620" y="288982"/>
                  </a:cubicBezTo>
                  <a:cubicBezTo>
                    <a:pt x="6620" y="282594"/>
                    <a:pt x="6620" y="276205"/>
                    <a:pt x="6619" y="269817"/>
                  </a:cubicBezTo>
                  <a:cubicBezTo>
                    <a:pt x="6619" y="269118"/>
                    <a:pt x="6619" y="268419"/>
                    <a:pt x="6619" y="267698"/>
                  </a:cubicBezTo>
                  <a:cubicBezTo>
                    <a:pt x="6619" y="245143"/>
                    <a:pt x="6615" y="222588"/>
                    <a:pt x="6611" y="200033"/>
                  </a:cubicBezTo>
                  <a:cubicBezTo>
                    <a:pt x="6607" y="177326"/>
                    <a:pt x="6604" y="154619"/>
                    <a:pt x="6606" y="131912"/>
                  </a:cubicBezTo>
                  <a:cubicBezTo>
                    <a:pt x="6606" y="128779"/>
                    <a:pt x="6606" y="125646"/>
                    <a:pt x="6606" y="122513"/>
                  </a:cubicBezTo>
                  <a:cubicBezTo>
                    <a:pt x="6606" y="121899"/>
                    <a:pt x="6606" y="121285"/>
                    <a:pt x="6606" y="120652"/>
                  </a:cubicBezTo>
                  <a:cubicBezTo>
                    <a:pt x="6606" y="110899"/>
                    <a:pt x="6604" y="101147"/>
                    <a:pt x="6601" y="91395"/>
                  </a:cubicBezTo>
                  <a:cubicBezTo>
                    <a:pt x="6598" y="81821"/>
                    <a:pt x="6597" y="72248"/>
                    <a:pt x="6599" y="62674"/>
                  </a:cubicBezTo>
                  <a:cubicBezTo>
                    <a:pt x="6601" y="57546"/>
                    <a:pt x="6601" y="52418"/>
                    <a:pt x="6597" y="47290"/>
                  </a:cubicBezTo>
                  <a:cubicBezTo>
                    <a:pt x="6594" y="42637"/>
                    <a:pt x="6595" y="37983"/>
                    <a:pt x="6598" y="33329"/>
                  </a:cubicBezTo>
                  <a:cubicBezTo>
                    <a:pt x="6598" y="31645"/>
                    <a:pt x="6597" y="29961"/>
                    <a:pt x="6595" y="28277"/>
                  </a:cubicBezTo>
                  <a:cubicBezTo>
                    <a:pt x="6593" y="26011"/>
                    <a:pt x="6595" y="23744"/>
                    <a:pt x="6598" y="21478"/>
                  </a:cubicBezTo>
                  <a:cubicBezTo>
                    <a:pt x="6596" y="20813"/>
                    <a:pt x="6594" y="20149"/>
                    <a:pt x="6592" y="19465"/>
                  </a:cubicBezTo>
                  <a:cubicBezTo>
                    <a:pt x="6605" y="14991"/>
                    <a:pt x="6605" y="14991"/>
                    <a:pt x="7434" y="14162"/>
                  </a:cubicBezTo>
                  <a:cubicBezTo>
                    <a:pt x="9355" y="13982"/>
                    <a:pt x="11275" y="13876"/>
                    <a:pt x="13201" y="13772"/>
                  </a:cubicBezTo>
                  <a:cubicBezTo>
                    <a:pt x="13754" y="13655"/>
                    <a:pt x="14306" y="13538"/>
                    <a:pt x="14876" y="13417"/>
                  </a:cubicBezTo>
                  <a:cubicBezTo>
                    <a:pt x="15121" y="12681"/>
                    <a:pt x="15367" y="11944"/>
                    <a:pt x="15620" y="11185"/>
                  </a:cubicBezTo>
                  <a:cubicBezTo>
                    <a:pt x="17617" y="10863"/>
                    <a:pt x="17617" y="10863"/>
                    <a:pt x="20250" y="10804"/>
                  </a:cubicBezTo>
                  <a:cubicBezTo>
                    <a:pt x="21188" y="10778"/>
                    <a:pt x="22126" y="10751"/>
                    <a:pt x="23092" y="10724"/>
                  </a:cubicBezTo>
                  <a:cubicBezTo>
                    <a:pt x="24089" y="10707"/>
                    <a:pt x="25087" y="10690"/>
                    <a:pt x="26084" y="10673"/>
                  </a:cubicBezTo>
                  <a:cubicBezTo>
                    <a:pt x="27085" y="10649"/>
                    <a:pt x="28085" y="10623"/>
                    <a:pt x="29086" y="10596"/>
                  </a:cubicBezTo>
                  <a:cubicBezTo>
                    <a:pt x="31542" y="10535"/>
                    <a:pt x="33999" y="10483"/>
                    <a:pt x="36456" y="10441"/>
                  </a:cubicBezTo>
                  <a:cubicBezTo>
                    <a:pt x="36456" y="9459"/>
                    <a:pt x="36456" y="8476"/>
                    <a:pt x="36456" y="7464"/>
                  </a:cubicBezTo>
                  <a:cubicBezTo>
                    <a:pt x="43332" y="7464"/>
                    <a:pt x="50207" y="7464"/>
                    <a:pt x="57292" y="7464"/>
                  </a:cubicBezTo>
                  <a:cubicBezTo>
                    <a:pt x="57292" y="6482"/>
                    <a:pt x="57292" y="5500"/>
                    <a:pt x="57292" y="4488"/>
                  </a:cubicBezTo>
                  <a:cubicBezTo>
                    <a:pt x="58233" y="4477"/>
                    <a:pt x="58233" y="4477"/>
                    <a:pt x="59193" y="4467"/>
                  </a:cubicBezTo>
                  <a:cubicBezTo>
                    <a:pt x="61513" y="4434"/>
                    <a:pt x="63833" y="4388"/>
                    <a:pt x="66153" y="4333"/>
                  </a:cubicBezTo>
                  <a:cubicBezTo>
                    <a:pt x="67158" y="4312"/>
                    <a:pt x="68164" y="4297"/>
                    <a:pt x="69169" y="4286"/>
                  </a:cubicBezTo>
                  <a:cubicBezTo>
                    <a:pt x="70612" y="4270"/>
                    <a:pt x="72055" y="4234"/>
                    <a:pt x="73497" y="4197"/>
                  </a:cubicBezTo>
                  <a:cubicBezTo>
                    <a:pt x="74366" y="4181"/>
                    <a:pt x="75235" y="4166"/>
                    <a:pt x="76130" y="4150"/>
                  </a:cubicBezTo>
                  <a:cubicBezTo>
                    <a:pt x="76789" y="4016"/>
                    <a:pt x="77449" y="3882"/>
                    <a:pt x="78128" y="3744"/>
                  </a:cubicBezTo>
                  <a:cubicBezTo>
                    <a:pt x="78636" y="2266"/>
                    <a:pt x="78636" y="2266"/>
                    <a:pt x="78872" y="767"/>
                  </a:cubicBezTo>
                  <a:close/>
                </a:path>
              </a:pathLst>
            </a:custGeom>
            <a:grpFill/>
            <a:ln w="744" cap="flat">
              <a:noFill/>
              <a:prstDash val="solid"/>
              <a:miter/>
            </a:ln>
          </p:spPr>
          <p:txBody>
            <a:bodyPr rtlCol="0" anchor="ctr"/>
            <a:lstStyle/>
            <a:p>
              <a:endParaRPr lang="zh-CN" altLang="en-US"/>
            </a:p>
          </p:txBody>
        </p:sp>
        <p:sp>
          <p:nvSpPr>
            <p:cNvPr id="139" name="任意多边形: 形状 138"/>
            <p:cNvSpPr/>
            <p:nvPr/>
          </p:nvSpPr>
          <p:spPr>
            <a:xfrm>
              <a:off x="8072387" y="627420"/>
              <a:ext cx="421102" cy="516899"/>
            </a:xfrm>
            <a:custGeom>
              <a:avLst/>
              <a:gdLst>
                <a:gd name="connsiteX0" fmla="*/ 241615 w 421107"/>
                <a:gd name="connsiteY0" fmla="*/ 356471 h 516882"/>
                <a:gd name="connsiteX1" fmla="*/ 238220 w 421107"/>
                <a:gd name="connsiteY1" fmla="*/ 359494 h 516882"/>
                <a:gd name="connsiteX2" fmla="*/ 237894 w 421107"/>
                <a:gd name="connsiteY2" fmla="*/ 361680 h 516882"/>
                <a:gd name="connsiteX3" fmla="*/ 236406 w 421107"/>
                <a:gd name="connsiteY3" fmla="*/ 361680 h 516882"/>
                <a:gd name="connsiteX4" fmla="*/ 235290 w 421107"/>
                <a:gd name="connsiteY4" fmla="*/ 363494 h 516882"/>
                <a:gd name="connsiteX5" fmla="*/ 234174 w 421107"/>
                <a:gd name="connsiteY5" fmla="*/ 365401 h 516882"/>
                <a:gd name="connsiteX6" fmla="*/ 232685 w 421107"/>
                <a:gd name="connsiteY6" fmla="*/ 366145 h 516882"/>
                <a:gd name="connsiteX7" fmla="*/ 231941 w 421107"/>
                <a:gd name="connsiteY7" fmla="*/ 369121 h 516882"/>
                <a:gd name="connsiteX8" fmla="*/ 230453 w 421107"/>
                <a:gd name="connsiteY8" fmla="*/ 369121 h 516882"/>
                <a:gd name="connsiteX9" fmla="*/ 229709 w 421107"/>
                <a:gd name="connsiteY9" fmla="*/ 370982 h 516882"/>
                <a:gd name="connsiteX10" fmla="*/ 228965 w 421107"/>
                <a:gd name="connsiteY10" fmla="*/ 372842 h 516882"/>
                <a:gd name="connsiteX11" fmla="*/ 227476 w 421107"/>
                <a:gd name="connsiteY11" fmla="*/ 372842 h 516882"/>
                <a:gd name="connsiteX12" fmla="*/ 226732 w 421107"/>
                <a:gd name="connsiteY12" fmla="*/ 375819 h 516882"/>
                <a:gd name="connsiteX13" fmla="*/ 224500 w 421107"/>
                <a:gd name="connsiteY13" fmla="*/ 376563 h 516882"/>
                <a:gd name="connsiteX14" fmla="*/ 224081 w 421107"/>
                <a:gd name="connsiteY14" fmla="*/ 378098 h 516882"/>
                <a:gd name="connsiteX15" fmla="*/ 223756 w 421107"/>
                <a:gd name="connsiteY15" fmla="*/ 379539 h 516882"/>
                <a:gd name="connsiteX16" fmla="*/ 222267 w 421107"/>
                <a:gd name="connsiteY16" fmla="*/ 379539 h 516882"/>
                <a:gd name="connsiteX17" fmla="*/ 220779 w 421107"/>
                <a:gd name="connsiteY17" fmla="*/ 383260 h 516882"/>
                <a:gd name="connsiteX18" fmla="*/ 218547 w 421107"/>
                <a:gd name="connsiteY18" fmla="*/ 383260 h 516882"/>
                <a:gd name="connsiteX19" fmla="*/ 214082 w 421107"/>
                <a:gd name="connsiteY19" fmla="*/ 389213 h 516882"/>
                <a:gd name="connsiteX20" fmla="*/ 211105 w 421107"/>
                <a:gd name="connsiteY20" fmla="*/ 390701 h 516882"/>
                <a:gd name="connsiteX21" fmla="*/ 211105 w 421107"/>
                <a:gd name="connsiteY21" fmla="*/ 393678 h 516882"/>
                <a:gd name="connsiteX22" fmla="*/ 208129 w 421107"/>
                <a:gd name="connsiteY22" fmla="*/ 393678 h 516882"/>
                <a:gd name="connsiteX23" fmla="*/ 207757 w 421107"/>
                <a:gd name="connsiteY23" fmla="*/ 395120 h 516882"/>
                <a:gd name="connsiteX24" fmla="*/ 207384 w 421107"/>
                <a:gd name="connsiteY24" fmla="*/ 396655 h 516882"/>
                <a:gd name="connsiteX25" fmla="*/ 204408 w 421107"/>
                <a:gd name="connsiteY25" fmla="*/ 397399 h 516882"/>
                <a:gd name="connsiteX26" fmla="*/ 203664 w 421107"/>
                <a:gd name="connsiteY26" fmla="*/ 400375 h 516882"/>
                <a:gd name="connsiteX27" fmla="*/ 200687 w 421107"/>
                <a:gd name="connsiteY27" fmla="*/ 400375 h 516882"/>
                <a:gd name="connsiteX28" fmla="*/ 199524 w 421107"/>
                <a:gd name="connsiteY28" fmla="*/ 401817 h 516882"/>
                <a:gd name="connsiteX29" fmla="*/ 198455 w 421107"/>
                <a:gd name="connsiteY29" fmla="*/ 403352 h 516882"/>
                <a:gd name="connsiteX30" fmla="*/ 196222 w 421107"/>
                <a:gd name="connsiteY30" fmla="*/ 404096 h 516882"/>
                <a:gd name="connsiteX31" fmla="*/ 194734 w 421107"/>
                <a:gd name="connsiteY31" fmla="*/ 407073 h 516882"/>
                <a:gd name="connsiteX32" fmla="*/ 191758 w 421107"/>
                <a:gd name="connsiteY32" fmla="*/ 407073 h 516882"/>
                <a:gd name="connsiteX33" fmla="*/ 191013 w 421107"/>
                <a:gd name="connsiteY33" fmla="*/ 410793 h 516882"/>
                <a:gd name="connsiteX34" fmla="*/ 188827 w 421107"/>
                <a:gd name="connsiteY34" fmla="*/ 410840 h 516882"/>
                <a:gd name="connsiteX35" fmla="*/ 186549 w 421107"/>
                <a:gd name="connsiteY35" fmla="*/ 410793 h 516882"/>
                <a:gd name="connsiteX36" fmla="*/ 185758 w 421107"/>
                <a:gd name="connsiteY36" fmla="*/ 412235 h 516882"/>
                <a:gd name="connsiteX37" fmla="*/ 185060 w 421107"/>
                <a:gd name="connsiteY37" fmla="*/ 413770 h 516882"/>
                <a:gd name="connsiteX38" fmla="*/ 181340 w 421107"/>
                <a:gd name="connsiteY38" fmla="*/ 414514 h 516882"/>
                <a:gd name="connsiteX39" fmla="*/ 180595 w 421107"/>
                <a:gd name="connsiteY39" fmla="*/ 417491 h 516882"/>
                <a:gd name="connsiteX40" fmla="*/ 177944 w 421107"/>
                <a:gd name="connsiteY40" fmla="*/ 418049 h 516882"/>
                <a:gd name="connsiteX41" fmla="*/ 175386 w 421107"/>
                <a:gd name="connsiteY41" fmla="*/ 418235 h 516882"/>
                <a:gd name="connsiteX42" fmla="*/ 175386 w 421107"/>
                <a:gd name="connsiteY42" fmla="*/ 421211 h 516882"/>
                <a:gd name="connsiteX43" fmla="*/ 170922 w 421107"/>
                <a:gd name="connsiteY43" fmla="*/ 421211 h 516882"/>
                <a:gd name="connsiteX44" fmla="*/ 170177 w 421107"/>
                <a:gd name="connsiteY44" fmla="*/ 424188 h 516882"/>
                <a:gd name="connsiteX45" fmla="*/ 167573 w 421107"/>
                <a:gd name="connsiteY45" fmla="*/ 424606 h 516882"/>
                <a:gd name="connsiteX46" fmla="*/ 164968 w 421107"/>
                <a:gd name="connsiteY46" fmla="*/ 424932 h 516882"/>
                <a:gd name="connsiteX47" fmla="*/ 164224 w 421107"/>
                <a:gd name="connsiteY47" fmla="*/ 427164 h 516882"/>
                <a:gd name="connsiteX48" fmla="*/ 161201 w 421107"/>
                <a:gd name="connsiteY48" fmla="*/ 427862 h 516882"/>
                <a:gd name="connsiteX49" fmla="*/ 158271 w 421107"/>
                <a:gd name="connsiteY49" fmla="*/ 428653 h 516882"/>
                <a:gd name="connsiteX50" fmla="*/ 158271 w 421107"/>
                <a:gd name="connsiteY50" fmla="*/ 431629 h 516882"/>
                <a:gd name="connsiteX51" fmla="*/ 155341 w 421107"/>
                <a:gd name="connsiteY51" fmla="*/ 431490 h 516882"/>
                <a:gd name="connsiteX52" fmla="*/ 152318 w 421107"/>
                <a:gd name="connsiteY52" fmla="*/ 431629 h 516882"/>
                <a:gd name="connsiteX53" fmla="*/ 151574 w 421107"/>
                <a:gd name="connsiteY53" fmla="*/ 433862 h 516882"/>
                <a:gd name="connsiteX54" fmla="*/ 148179 w 421107"/>
                <a:gd name="connsiteY54" fmla="*/ 434559 h 516882"/>
                <a:gd name="connsiteX55" fmla="*/ 144877 w 421107"/>
                <a:gd name="connsiteY55" fmla="*/ 435350 h 516882"/>
                <a:gd name="connsiteX56" fmla="*/ 144877 w 421107"/>
                <a:gd name="connsiteY56" fmla="*/ 438326 h 516882"/>
                <a:gd name="connsiteX57" fmla="*/ 141993 w 421107"/>
                <a:gd name="connsiteY57" fmla="*/ 438187 h 516882"/>
                <a:gd name="connsiteX58" fmla="*/ 138924 w 421107"/>
                <a:gd name="connsiteY58" fmla="*/ 438326 h 516882"/>
                <a:gd name="connsiteX59" fmla="*/ 137435 w 421107"/>
                <a:gd name="connsiteY59" fmla="*/ 440559 h 516882"/>
                <a:gd name="connsiteX60" fmla="*/ 134552 w 421107"/>
                <a:gd name="connsiteY60" fmla="*/ 440977 h 516882"/>
                <a:gd name="connsiteX61" fmla="*/ 125529 w 421107"/>
                <a:gd name="connsiteY61" fmla="*/ 445024 h 516882"/>
                <a:gd name="connsiteX62" fmla="*/ 334633 w 421107"/>
                <a:gd name="connsiteY62" fmla="*/ 445024 h 516882"/>
                <a:gd name="connsiteX63" fmla="*/ 333888 w 421107"/>
                <a:gd name="connsiteY63" fmla="*/ 442791 h 516882"/>
                <a:gd name="connsiteX64" fmla="*/ 330912 w 421107"/>
                <a:gd name="connsiteY64" fmla="*/ 442047 h 516882"/>
                <a:gd name="connsiteX65" fmla="*/ 330912 w 421107"/>
                <a:gd name="connsiteY65" fmla="*/ 439815 h 516882"/>
                <a:gd name="connsiteX66" fmla="*/ 329563 w 421107"/>
                <a:gd name="connsiteY66" fmla="*/ 438751 h 516882"/>
                <a:gd name="connsiteX67" fmla="*/ 325703 w 421107"/>
                <a:gd name="connsiteY67" fmla="*/ 434513 h 516882"/>
                <a:gd name="connsiteX68" fmla="*/ 323470 w 421107"/>
                <a:gd name="connsiteY68" fmla="*/ 431629 h 516882"/>
                <a:gd name="connsiteX69" fmla="*/ 320494 w 421107"/>
                <a:gd name="connsiteY69" fmla="*/ 430885 h 516882"/>
                <a:gd name="connsiteX70" fmla="*/ 320494 w 421107"/>
                <a:gd name="connsiteY70" fmla="*/ 427908 h 516882"/>
                <a:gd name="connsiteX71" fmla="*/ 319006 w 421107"/>
                <a:gd name="connsiteY71" fmla="*/ 427490 h 516882"/>
                <a:gd name="connsiteX72" fmla="*/ 317517 w 421107"/>
                <a:gd name="connsiteY72" fmla="*/ 427164 h 516882"/>
                <a:gd name="connsiteX73" fmla="*/ 317517 w 421107"/>
                <a:gd name="connsiteY73" fmla="*/ 424932 h 516882"/>
                <a:gd name="connsiteX74" fmla="*/ 315285 w 421107"/>
                <a:gd name="connsiteY74" fmla="*/ 424188 h 516882"/>
                <a:gd name="connsiteX75" fmla="*/ 313797 w 421107"/>
                <a:gd name="connsiteY75" fmla="*/ 421955 h 516882"/>
                <a:gd name="connsiteX76" fmla="*/ 307843 w 421107"/>
                <a:gd name="connsiteY76" fmla="*/ 416746 h 516882"/>
                <a:gd name="connsiteX77" fmla="*/ 307099 w 421107"/>
                <a:gd name="connsiteY77" fmla="*/ 414514 h 516882"/>
                <a:gd name="connsiteX78" fmla="*/ 304123 w 421107"/>
                <a:gd name="connsiteY78" fmla="*/ 413770 h 516882"/>
                <a:gd name="connsiteX79" fmla="*/ 304123 w 421107"/>
                <a:gd name="connsiteY79" fmla="*/ 411537 h 516882"/>
                <a:gd name="connsiteX80" fmla="*/ 302262 w 421107"/>
                <a:gd name="connsiteY80" fmla="*/ 411165 h 516882"/>
                <a:gd name="connsiteX81" fmla="*/ 300402 w 421107"/>
                <a:gd name="connsiteY81" fmla="*/ 410793 h 516882"/>
                <a:gd name="connsiteX82" fmla="*/ 300402 w 421107"/>
                <a:gd name="connsiteY82" fmla="*/ 408561 h 516882"/>
                <a:gd name="connsiteX83" fmla="*/ 296681 w 421107"/>
                <a:gd name="connsiteY83" fmla="*/ 407073 h 516882"/>
                <a:gd name="connsiteX84" fmla="*/ 296263 w 421107"/>
                <a:gd name="connsiteY84" fmla="*/ 405538 h 516882"/>
                <a:gd name="connsiteX85" fmla="*/ 295937 w 421107"/>
                <a:gd name="connsiteY85" fmla="*/ 404096 h 516882"/>
                <a:gd name="connsiteX86" fmla="*/ 294402 w 421107"/>
                <a:gd name="connsiteY86" fmla="*/ 403677 h 516882"/>
                <a:gd name="connsiteX87" fmla="*/ 292961 w 421107"/>
                <a:gd name="connsiteY87" fmla="*/ 403352 h 516882"/>
                <a:gd name="connsiteX88" fmla="*/ 292961 w 421107"/>
                <a:gd name="connsiteY88" fmla="*/ 401119 h 516882"/>
                <a:gd name="connsiteX89" fmla="*/ 291100 w 421107"/>
                <a:gd name="connsiteY89" fmla="*/ 400747 h 516882"/>
                <a:gd name="connsiteX90" fmla="*/ 289240 w 421107"/>
                <a:gd name="connsiteY90" fmla="*/ 400375 h 516882"/>
                <a:gd name="connsiteX91" fmla="*/ 289240 w 421107"/>
                <a:gd name="connsiteY91" fmla="*/ 398143 h 516882"/>
                <a:gd name="connsiteX92" fmla="*/ 287380 w 421107"/>
                <a:gd name="connsiteY92" fmla="*/ 397399 h 516882"/>
                <a:gd name="connsiteX93" fmla="*/ 285519 w 421107"/>
                <a:gd name="connsiteY93" fmla="*/ 396655 h 516882"/>
                <a:gd name="connsiteX94" fmla="*/ 285519 w 421107"/>
                <a:gd name="connsiteY94" fmla="*/ 394422 h 516882"/>
                <a:gd name="connsiteX95" fmla="*/ 282543 w 421107"/>
                <a:gd name="connsiteY95" fmla="*/ 393678 h 516882"/>
                <a:gd name="connsiteX96" fmla="*/ 281799 w 421107"/>
                <a:gd name="connsiteY96" fmla="*/ 390701 h 516882"/>
                <a:gd name="connsiteX97" fmla="*/ 279520 w 421107"/>
                <a:gd name="connsiteY97" fmla="*/ 390143 h 516882"/>
                <a:gd name="connsiteX98" fmla="*/ 277334 w 421107"/>
                <a:gd name="connsiteY98" fmla="*/ 389957 h 516882"/>
                <a:gd name="connsiteX99" fmla="*/ 277334 w 421107"/>
                <a:gd name="connsiteY99" fmla="*/ 387725 h 516882"/>
                <a:gd name="connsiteX100" fmla="*/ 271939 w 421107"/>
                <a:gd name="connsiteY100" fmla="*/ 383539 h 516882"/>
                <a:gd name="connsiteX101" fmla="*/ 270636 w 421107"/>
                <a:gd name="connsiteY101" fmla="*/ 383260 h 516882"/>
                <a:gd name="connsiteX102" fmla="*/ 269892 w 421107"/>
                <a:gd name="connsiteY102" fmla="*/ 381028 h 516882"/>
                <a:gd name="connsiteX103" fmla="*/ 266172 w 421107"/>
                <a:gd name="connsiteY103" fmla="*/ 379539 h 516882"/>
                <a:gd name="connsiteX104" fmla="*/ 266172 w 421107"/>
                <a:gd name="connsiteY104" fmla="*/ 377307 h 516882"/>
                <a:gd name="connsiteX105" fmla="*/ 264311 w 421107"/>
                <a:gd name="connsiteY105" fmla="*/ 376935 h 516882"/>
                <a:gd name="connsiteX106" fmla="*/ 262451 w 421107"/>
                <a:gd name="connsiteY106" fmla="*/ 376563 h 516882"/>
                <a:gd name="connsiteX107" fmla="*/ 262451 w 421107"/>
                <a:gd name="connsiteY107" fmla="*/ 374330 h 516882"/>
                <a:gd name="connsiteX108" fmla="*/ 260218 w 421107"/>
                <a:gd name="connsiteY108" fmla="*/ 373586 h 516882"/>
                <a:gd name="connsiteX109" fmla="*/ 257986 w 421107"/>
                <a:gd name="connsiteY109" fmla="*/ 372842 h 516882"/>
                <a:gd name="connsiteX110" fmla="*/ 257986 w 421107"/>
                <a:gd name="connsiteY110" fmla="*/ 370610 h 516882"/>
                <a:gd name="connsiteX111" fmla="*/ 254265 w 421107"/>
                <a:gd name="connsiteY111" fmla="*/ 369866 h 516882"/>
                <a:gd name="connsiteX112" fmla="*/ 254265 w 421107"/>
                <a:gd name="connsiteY112" fmla="*/ 366889 h 516882"/>
                <a:gd name="connsiteX113" fmla="*/ 249800 w 421107"/>
                <a:gd name="connsiteY113" fmla="*/ 366145 h 516882"/>
                <a:gd name="connsiteX114" fmla="*/ 249800 w 421107"/>
                <a:gd name="connsiteY114" fmla="*/ 363168 h 516882"/>
                <a:gd name="connsiteX115" fmla="*/ 248359 w 421107"/>
                <a:gd name="connsiteY115" fmla="*/ 362750 h 516882"/>
                <a:gd name="connsiteX116" fmla="*/ 246824 w 421107"/>
                <a:gd name="connsiteY116" fmla="*/ 362424 h 516882"/>
                <a:gd name="connsiteX117" fmla="*/ 246080 w 421107"/>
                <a:gd name="connsiteY117" fmla="*/ 360192 h 516882"/>
                <a:gd name="connsiteX118" fmla="*/ 243801 w 421107"/>
                <a:gd name="connsiteY118" fmla="*/ 359680 h 516882"/>
                <a:gd name="connsiteX119" fmla="*/ 241615 w 421107"/>
                <a:gd name="connsiteY119" fmla="*/ 359448 h 516882"/>
                <a:gd name="connsiteX120" fmla="*/ 241615 w 421107"/>
                <a:gd name="connsiteY120" fmla="*/ 356471 h 516882"/>
                <a:gd name="connsiteX121" fmla="*/ 60546 w 421107"/>
                <a:gd name="connsiteY121" fmla="*/ 74063 h 516882"/>
                <a:gd name="connsiteX122" fmla="*/ 59703 w 421107"/>
                <a:gd name="connsiteY122" fmla="*/ 80511 h 516882"/>
                <a:gd name="connsiteX123" fmla="*/ 59708 w 421107"/>
                <a:gd name="connsiteY123" fmla="*/ 82266 h 516882"/>
                <a:gd name="connsiteX124" fmla="*/ 59704 w 421107"/>
                <a:gd name="connsiteY124" fmla="*/ 88229 h 516882"/>
                <a:gd name="connsiteX125" fmla="*/ 59706 w 421107"/>
                <a:gd name="connsiteY125" fmla="*/ 92638 h 516882"/>
                <a:gd name="connsiteX126" fmla="*/ 59703 w 421107"/>
                <a:gd name="connsiteY126" fmla="*/ 104782 h 516882"/>
                <a:gd name="connsiteX127" fmla="*/ 59703 w 421107"/>
                <a:gd name="connsiteY127" fmla="*/ 118067 h 516882"/>
                <a:gd name="connsiteX128" fmla="*/ 59700 w 421107"/>
                <a:gd name="connsiteY128" fmla="*/ 144083 h 516882"/>
                <a:gd name="connsiteX129" fmla="*/ 59702 w 421107"/>
                <a:gd name="connsiteY129" fmla="*/ 166974 h 516882"/>
                <a:gd name="connsiteX130" fmla="*/ 59702 w 421107"/>
                <a:gd name="connsiteY130" fmla="*/ 168503 h 516882"/>
                <a:gd name="connsiteX131" fmla="*/ 59701 w 421107"/>
                <a:gd name="connsiteY131" fmla="*/ 174652 h 516882"/>
                <a:gd name="connsiteX132" fmla="*/ 59705 w 421107"/>
                <a:gd name="connsiteY132" fmla="*/ 232364 h 516882"/>
                <a:gd name="connsiteX133" fmla="*/ 59705 w 421107"/>
                <a:gd name="connsiteY133" fmla="*/ 283755 h 516882"/>
                <a:gd name="connsiteX134" fmla="*/ 59701 w 421107"/>
                <a:gd name="connsiteY134" fmla="*/ 341567 h 516882"/>
                <a:gd name="connsiteX135" fmla="*/ 59702 w 421107"/>
                <a:gd name="connsiteY135" fmla="*/ 347729 h 516882"/>
                <a:gd name="connsiteX136" fmla="*/ 59702 w 421107"/>
                <a:gd name="connsiteY136" fmla="*/ 349262 h 516882"/>
                <a:gd name="connsiteX137" fmla="*/ 59701 w 421107"/>
                <a:gd name="connsiteY137" fmla="*/ 372160 h 516882"/>
                <a:gd name="connsiteX138" fmla="*/ 59701 w 421107"/>
                <a:gd name="connsiteY138" fmla="*/ 396952 h 516882"/>
                <a:gd name="connsiteX139" fmla="*/ 59704 w 421107"/>
                <a:gd name="connsiteY139" fmla="*/ 410380 h 516882"/>
                <a:gd name="connsiteX140" fmla="*/ 59704 w 421107"/>
                <a:gd name="connsiteY140" fmla="*/ 422839 h 516882"/>
                <a:gd name="connsiteX141" fmla="*/ 59707 w 421107"/>
                <a:gd name="connsiteY141" fmla="*/ 427365 h 516882"/>
                <a:gd name="connsiteX142" fmla="*/ 59705 w 421107"/>
                <a:gd name="connsiteY142" fmla="*/ 433630 h 516882"/>
                <a:gd name="connsiteX143" fmla="*/ 59708 w 421107"/>
                <a:gd name="connsiteY143" fmla="*/ 435511 h 516882"/>
                <a:gd name="connsiteX144" fmla="*/ 60546 w 421107"/>
                <a:gd name="connsiteY144" fmla="*/ 445389 h 516882"/>
                <a:gd name="connsiteX145" fmla="*/ 108171 w 421107"/>
                <a:gd name="connsiteY145" fmla="*/ 444645 h 516882"/>
                <a:gd name="connsiteX146" fmla="*/ 106682 w 421107"/>
                <a:gd name="connsiteY146" fmla="*/ 440924 h 516882"/>
                <a:gd name="connsiteX147" fmla="*/ 104450 w 421107"/>
                <a:gd name="connsiteY147" fmla="*/ 440180 h 516882"/>
                <a:gd name="connsiteX148" fmla="*/ 103938 w 421107"/>
                <a:gd name="connsiteY148" fmla="*/ 437529 h 516882"/>
                <a:gd name="connsiteX149" fmla="*/ 103706 w 421107"/>
                <a:gd name="connsiteY149" fmla="*/ 434971 h 516882"/>
                <a:gd name="connsiteX150" fmla="*/ 101474 w 421107"/>
                <a:gd name="connsiteY150" fmla="*/ 434971 h 516882"/>
                <a:gd name="connsiteX151" fmla="*/ 101474 w 421107"/>
                <a:gd name="connsiteY151" fmla="*/ 430506 h 516882"/>
                <a:gd name="connsiteX152" fmla="*/ 99241 w 421107"/>
                <a:gd name="connsiteY152" fmla="*/ 430506 h 516882"/>
                <a:gd name="connsiteX153" fmla="*/ 98823 w 421107"/>
                <a:gd name="connsiteY153" fmla="*/ 428692 h 516882"/>
                <a:gd name="connsiteX154" fmla="*/ 98497 w 421107"/>
                <a:gd name="connsiteY154" fmla="*/ 426786 h 516882"/>
                <a:gd name="connsiteX155" fmla="*/ 97009 w 421107"/>
                <a:gd name="connsiteY155" fmla="*/ 426041 h 516882"/>
                <a:gd name="connsiteX156" fmla="*/ 95520 w 421107"/>
                <a:gd name="connsiteY156" fmla="*/ 422321 h 516882"/>
                <a:gd name="connsiteX157" fmla="*/ 93288 w 421107"/>
                <a:gd name="connsiteY157" fmla="*/ 421577 h 516882"/>
                <a:gd name="connsiteX158" fmla="*/ 92544 w 421107"/>
                <a:gd name="connsiteY158" fmla="*/ 417856 h 516882"/>
                <a:gd name="connsiteX159" fmla="*/ 90311 w 421107"/>
                <a:gd name="connsiteY159" fmla="*/ 417856 h 516882"/>
                <a:gd name="connsiteX160" fmla="*/ 90311 w 421107"/>
                <a:gd name="connsiteY160" fmla="*/ 414135 h 516882"/>
                <a:gd name="connsiteX161" fmla="*/ 88079 w 421107"/>
                <a:gd name="connsiteY161" fmla="*/ 413391 h 516882"/>
                <a:gd name="connsiteX162" fmla="*/ 87009 w 421107"/>
                <a:gd name="connsiteY162" fmla="*/ 410042 h 516882"/>
                <a:gd name="connsiteX163" fmla="*/ 85847 w 421107"/>
                <a:gd name="connsiteY163" fmla="*/ 408926 h 516882"/>
                <a:gd name="connsiteX164" fmla="*/ 85102 w 421107"/>
                <a:gd name="connsiteY164" fmla="*/ 406694 h 516882"/>
                <a:gd name="connsiteX165" fmla="*/ 82870 w 421107"/>
                <a:gd name="connsiteY165" fmla="*/ 406694 h 516882"/>
                <a:gd name="connsiteX166" fmla="*/ 82870 w 421107"/>
                <a:gd name="connsiteY166" fmla="*/ 404461 h 516882"/>
                <a:gd name="connsiteX167" fmla="*/ 81382 w 421107"/>
                <a:gd name="connsiteY167" fmla="*/ 403717 h 516882"/>
                <a:gd name="connsiteX168" fmla="*/ 79893 w 421107"/>
                <a:gd name="connsiteY168" fmla="*/ 402973 h 516882"/>
                <a:gd name="connsiteX169" fmla="*/ 79893 w 421107"/>
                <a:gd name="connsiteY169" fmla="*/ 400741 h 516882"/>
                <a:gd name="connsiteX170" fmla="*/ 76917 w 421107"/>
                <a:gd name="connsiteY170" fmla="*/ 399252 h 516882"/>
                <a:gd name="connsiteX171" fmla="*/ 76917 w 421107"/>
                <a:gd name="connsiteY171" fmla="*/ 396276 h 516882"/>
                <a:gd name="connsiteX172" fmla="*/ 73940 w 421107"/>
                <a:gd name="connsiteY172" fmla="*/ 395532 h 516882"/>
                <a:gd name="connsiteX173" fmla="*/ 73940 w 421107"/>
                <a:gd name="connsiteY173" fmla="*/ 390323 h 516882"/>
                <a:gd name="connsiteX174" fmla="*/ 75353 w 421107"/>
                <a:gd name="connsiteY174" fmla="*/ 390349 h 516882"/>
                <a:gd name="connsiteX175" fmla="*/ 77196 w 421107"/>
                <a:gd name="connsiteY175" fmla="*/ 390369 h 516882"/>
                <a:gd name="connsiteX176" fmla="*/ 82126 w 421107"/>
                <a:gd name="connsiteY176" fmla="*/ 389579 h 516882"/>
                <a:gd name="connsiteX177" fmla="*/ 82870 w 421107"/>
                <a:gd name="connsiteY177" fmla="*/ 386602 h 516882"/>
                <a:gd name="connsiteX178" fmla="*/ 84844 w 421107"/>
                <a:gd name="connsiteY178" fmla="*/ 386390 h 516882"/>
                <a:gd name="connsiteX179" fmla="*/ 91800 w 421107"/>
                <a:gd name="connsiteY179" fmla="*/ 386602 h 516882"/>
                <a:gd name="connsiteX180" fmla="*/ 93288 w 421107"/>
                <a:gd name="connsiteY180" fmla="*/ 384370 h 516882"/>
                <a:gd name="connsiteX181" fmla="*/ 97427 w 421107"/>
                <a:gd name="connsiteY181" fmla="*/ 383625 h 516882"/>
                <a:gd name="connsiteX182" fmla="*/ 101474 w 421107"/>
                <a:gd name="connsiteY182" fmla="*/ 382881 h 516882"/>
                <a:gd name="connsiteX183" fmla="*/ 102218 w 421107"/>
                <a:gd name="connsiteY183" fmla="*/ 380649 h 516882"/>
                <a:gd name="connsiteX184" fmla="*/ 103892 w 421107"/>
                <a:gd name="connsiteY184" fmla="*/ 380399 h 516882"/>
                <a:gd name="connsiteX185" fmla="*/ 109659 w 421107"/>
                <a:gd name="connsiteY185" fmla="*/ 379905 h 516882"/>
                <a:gd name="connsiteX186" fmla="*/ 110403 w 421107"/>
                <a:gd name="connsiteY186" fmla="*/ 376184 h 516882"/>
                <a:gd name="connsiteX187" fmla="*/ 114124 w 421107"/>
                <a:gd name="connsiteY187" fmla="*/ 376091 h 516882"/>
                <a:gd name="connsiteX188" fmla="*/ 117845 w 421107"/>
                <a:gd name="connsiteY188" fmla="*/ 376184 h 516882"/>
                <a:gd name="connsiteX189" fmla="*/ 118589 w 421107"/>
                <a:gd name="connsiteY189" fmla="*/ 373952 h 516882"/>
                <a:gd name="connsiteX190" fmla="*/ 120100 w 421107"/>
                <a:gd name="connsiteY190" fmla="*/ 373487 h 516882"/>
                <a:gd name="connsiteX191" fmla="*/ 125286 w 421107"/>
                <a:gd name="connsiteY191" fmla="*/ 372463 h 516882"/>
                <a:gd name="connsiteX192" fmla="*/ 126030 w 421107"/>
                <a:gd name="connsiteY192" fmla="*/ 370231 h 516882"/>
                <a:gd name="connsiteX193" fmla="*/ 127379 w 421107"/>
                <a:gd name="connsiteY193" fmla="*/ 369929 h 516882"/>
                <a:gd name="connsiteX194" fmla="*/ 131983 w 421107"/>
                <a:gd name="connsiteY194" fmla="*/ 369487 h 516882"/>
                <a:gd name="connsiteX195" fmla="*/ 132727 w 421107"/>
                <a:gd name="connsiteY195" fmla="*/ 367254 h 516882"/>
                <a:gd name="connsiteX196" fmla="*/ 137192 w 421107"/>
                <a:gd name="connsiteY196" fmla="*/ 366510 h 516882"/>
                <a:gd name="connsiteX197" fmla="*/ 137936 w 421107"/>
                <a:gd name="connsiteY197" fmla="*/ 365022 h 516882"/>
                <a:gd name="connsiteX198" fmla="*/ 138681 w 421107"/>
                <a:gd name="connsiteY198" fmla="*/ 363534 h 516882"/>
                <a:gd name="connsiteX199" fmla="*/ 143145 w 421107"/>
                <a:gd name="connsiteY199" fmla="*/ 362790 h 516882"/>
                <a:gd name="connsiteX200" fmla="*/ 143797 w 421107"/>
                <a:gd name="connsiteY200" fmla="*/ 360883 h 516882"/>
                <a:gd name="connsiteX201" fmla="*/ 143890 w 421107"/>
                <a:gd name="connsiteY201" fmla="*/ 359069 h 516882"/>
                <a:gd name="connsiteX202" fmla="*/ 145378 w 421107"/>
                <a:gd name="connsiteY202" fmla="*/ 359813 h 516882"/>
                <a:gd name="connsiteX203" fmla="*/ 148354 w 421107"/>
                <a:gd name="connsiteY203" fmla="*/ 359069 h 516882"/>
                <a:gd name="connsiteX204" fmla="*/ 149099 w 421107"/>
                <a:gd name="connsiteY204" fmla="*/ 356092 h 516882"/>
                <a:gd name="connsiteX205" fmla="*/ 153563 w 421107"/>
                <a:gd name="connsiteY205" fmla="*/ 356092 h 516882"/>
                <a:gd name="connsiteX206" fmla="*/ 153935 w 421107"/>
                <a:gd name="connsiteY206" fmla="*/ 354232 h 516882"/>
                <a:gd name="connsiteX207" fmla="*/ 154307 w 421107"/>
                <a:gd name="connsiteY207" fmla="*/ 352372 h 516882"/>
                <a:gd name="connsiteX208" fmla="*/ 156586 w 421107"/>
                <a:gd name="connsiteY208" fmla="*/ 352139 h 516882"/>
                <a:gd name="connsiteX209" fmla="*/ 158772 w 421107"/>
                <a:gd name="connsiteY209" fmla="*/ 352372 h 516882"/>
                <a:gd name="connsiteX210" fmla="*/ 158772 w 421107"/>
                <a:gd name="connsiteY210" fmla="*/ 349395 h 516882"/>
                <a:gd name="connsiteX211" fmla="*/ 161749 w 421107"/>
                <a:gd name="connsiteY211" fmla="*/ 349395 h 516882"/>
                <a:gd name="connsiteX212" fmla="*/ 163237 w 421107"/>
                <a:gd name="connsiteY212" fmla="*/ 346418 h 516882"/>
                <a:gd name="connsiteX213" fmla="*/ 166958 w 421107"/>
                <a:gd name="connsiteY213" fmla="*/ 345674 h 516882"/>
                <a:gd name="connsiteX214" fmla="*/ 166958 w 421107"/>
                <a:gd name="connsiteY214" fmla="*/ 342698 h 516882"/>
                <a:gd name="connsiteX215" fmla="*/ 170307 w 421107"/>
                <a:gd name="connsiteY215" fmla="*/ 341637 h 516882"/>
                <a:gd name="connsiteX216" fmla="*/ 174824 w 421107"/>
                <a:gd name="connsiteY216" fmla="*/ 336311 h 516882"/>
                <a:gd name="connsiteX217" fmla="*/ 175888 w 421107"/>
                <a:gd name="connsiteY217" fmla="*/ 335256 h 516882"/>
                <a:gd name="connsiteX218" fmla="*/ 178864 w 421107"/>
                <a:gd name="connsiteY218" fmla="*/ 331536 h 516882"/>
                <a:gd name="connsiteX219" fmla="*/ 182585 w 421107"/>
                <a:gd name="connsiteY219" fmla="*/ 327815 h 516882"/>
                <a:gd name="connsiteX220" fmla="*/ 183329 w 421107"/>
                <a:gd name="connsiteY220" fmla="*/ 325582 h 516882"/>
                <a:gd name="connsiteX221" fmla="*/ 187794 w 421107"/>
                <a:gd name="connsiteY221" fmla="*/ 319629 h 516882"/>
                <a:gd name="connsiteX222" fmla="*/ 189282 w 421107"/>
                <a:gd name="connsiteY222" fmla="*/ 315909 h 516882"/>
                <a:gd name="connsiteX223" fmla="*/ 191515 w 421107"/>
                <a:gd name="connsiteY223" fmla="*/ 315165 h 516882"/>
                <a:gd name="connsiteX224" fmla="*/ 191654 w 421107"/>
                <a:gd name="connsiteY224" fmla="*/ 313258 h 516882"/>
                <a:gd name="connsiteX225" fmla="*/ 191515 w 421107"/>
                <a:gd name="connsiteY225" fmla="*/ 311444 h 516882"/>
                <a:gd name="connsiteX226" fmla="*/ 193003 w 421107"/>
                <a:gd name="connsiteY226" fmla="*/ 311444 h 516882"/>
                <a:gd name="connsiteX227" fmla="*/ 194119 w 421107"/>
                <a:gd name="connsiteY227" fmla="*/ 309397 h 516882"/>
                <a:gd name="connsiteX228" fmla="*/ 195235 w 421107"/>
                <a:gd name="connsiteY228" fmla="*/ 306979 h 516882"/>
                <a:gd name="connsiteX229" fmla="*/ 196724 w 421107"/>
                <a:gd name="connsiteY229" fmla="*/ 304002 h 516882"/>
                <a:gd name="connsiteX230" fmla="*/ 74684 w 421107"/>
                <a:gd name="connsiteY230" fmla="*/ 304002 h 516882"/>
                <a:gd name="connsiteX231" fmla="*/ 73940 w 421107"/>
                <a:gd name="connsiteY231" fmla="*/ 240006 h 516882"/>
                <a:gd name="connsiteX232" fmla="*/ 205653 w 421107"/>
                <a:gd name="connsiteY232" fmla="*/ 240006 h 516882"/>
                <a:gd name="connsiteX233" fmla="*/ 205658 w 421107"/>
                <a:gd name="connsiteY233" fmla="*/ 234940 h 516882"/>
                <a:gd name="connsiteX234" fmla="*/ 205690 w 421107"/>
                <a:gd name="connsiteY234" fmla="*/ 220513 h 516882"/>
                <a:gd name="connsiteX235" fmla="*/ 205704 w 421107"/>
                <a:gd name="connsiteY235" fmla="*/ 212311 h 516882"/>
                <a:gd name="connsiteX236" fmla="*/ 205723 w 421107"/>
                <a:gd name="connsiteY236" fmla="*/ 204241 h 516882"/>
                <a:gd name="connsiteX237" fmla="*/ 205726 w 421107"/>
                <a:gd name="connsiteY237" fmla="*/ 201172 h 516882"/>
                <a:gd name="connsiteX238" fmla="*/ 205738 w 421107"/>
                <a:gd name="connsiteY238" fmla="*/ 198188 h 516882"/>
                <a:gd name="connsiteX239" fmla="*/ 205738 w 421107"/>
                <a:gd name="connsiteY239" fmla="*/ 195419 h 516882"/>
                <a:gd name="connsiteX240" fmla="*/ 205743 w 421107"/>
                <a:gd name="connsiteY240" fmla="*/ 192983 h 516882"/>
                <a:gd name="connsiteX241" fmla="*/ 205653 w 421107"/>
                <a:gd name="connsiteY241" fmla="*/ 190893 h 516882"/>
                <a:gd name="connsiteX242" fmla="*/ 204909 w 421107"/>
                <a:gd name="connsiteY242" fmla="*/ 187917 h 516882"/>
                <a:gd name="connsiteX243" fmla="*/ 202762 w 421107"/>
                <a:gd name="connsiteY243" fmla="*/ 187539 h 516882"/>
                <a:gd name="connsiteX244" fmla="*/ 199850 w 421107"/>
                <a:gd name="connsiteY244" fmla="*/ 187531 h 516882"/>
                <a:gd name="connsiteX245" fmla="*/ 194793 w 421107"/>
                <a:gd name="connsiteY245" fmla="*/ 187511 h 516882"/>
                <a:gd name="connsiteX246" fmla="*/ 191168 w 421107"/>
                <a:gd name="connsiteY246" fmla="*/ 187518 h 516882"/>
                <a:gd name="connsiteX247" fmla="*/ 183638 w 421107"/>
                <a:gd name="connsiteY247" fmla="*/ 187518 h 516882"/>
                <a:gd name="connsiteX248" fmla="*/ 173811 w 421107"/>
                <a:gd name="connsiteY248" fmla="*/ 187528 h 516882"/>
                <a:gd name="connsiteX249" fmla="*/ 166162 w 421107"/>
                <a:gd name="connsiteY249" fmla="*/ 187513 h 516882"/>
                <a:gd name="connsiteX250" fmla="*/ 162516 w 421107"/>
                <a:gd name="connsiteY250" fmla="*/ 187521 h 516882"/>
                <a:gd name="connsiteX251" fmla="*/ 157248 w 421107"/>
                <a:gd name="connsiteY251" fmla="*/ 187516 h 516882"/>
                <a:gd name="connsiteX252" fmla="*/ 155646 w 421107"/>
                <a:gd name="connsiteY252" fmla="*/ 187531 h 516882"/>
                <a:gd name="connsiteX253" fmla="*/ 150587 w 421107"/>
                <a:gd name="connsiteY253" fmla="*/ 187917 h 516882"/>
                <a:gd name="connsiteX254" fmla="*/ 149992 w 421107"/>
                <a:gd name="connsiteY254" fmla="*/ 189429 h 516882"/>
                <a:gd name="connsiteX255" fmla="*/ 149843 w 421107"/>
                <a:gd name="connsiteY255" fmla="*/ 190893 h 516882"/>
                <a:gd name="connsiteX256" fmla="*/ 148354 w 421107"/>
                <a:gd name="connsiteY256" fmla="*/ 190893 h 516882"/>
                <a:gd name="connsiteX257" fmla="*/ 147610 w 421107"/>
                <a:gd name="connsiteY257" fmla="*/ 194614 h 516882"/>
                <a:gd name="connsiteX258" fmla="*/ 145378 w 421107"/>
                <a:gd name="connsiteY258" fmla="*/ 195358 h 516882"/>
                <a:gd name="connsiteX259" fmla="*/ 144634 w 421107"/>
                <a:gd name="connsiteY259" fmla="*/ 197032 h 516882"/>
                <a:gd name="connsiteX260" fmla="*/ 141657 w 421107"/>
                <a:gd name="connsiteY260" fmla="*/ 202799 h 516882"/>
                <a:gd name="connsiteX261" fmla="*/ 136681 w 421107"/>
                <a:gd name="connsiteY261" fmla="*/ 209357 h 516882"/>
                <a:gd name="connsiteX262" fmla="*/ 135704 w 421107"/>
                <a:gd name="connsiteY262" fmla="*/ 210985 h 516882"/>
                <a:gd name="connsiteX263" fmla="*/ 133472 w 421107"/>
                <a:gd name="connsiteY263" fmla="*/ 213217 h 516882"/>
                <a:gd name="connsiteX264" fmla="*/ 132727 w 421107"/>
                <a:gd name="connsiteY264" fmla="*/ 214706 h 516882"/>
                <a:gd name="connsiteX265" fmla="*/ 131239 w 421107"/>
                <a:gd name="connsiteY265" fmla="*/ 215450 h 516882"/>
                <a:gd name="connsiteX266" fmla="*/ 130495 w 421107"/>
                <a:gd name="connsiteY266" fmla="*/ 218426 h 516882"/>
                <a:gd name="connsiteX267" fmla="*/ 129007 w 421107"/>
                <a:gd name="connsiteY267" fmla="*/ 218426 h 516882"/>
                <a:gd name="connsiteX268" fmla="*/ 128263 w 421107"/>
                <a:gd name="connsiteY268" fmla="*/ 220287 h 516882"/>
                <a:gd name="connsiteX269" fmla="*/ 127518 w 421107"/>
                <a:gd name="connsiteY269" fmla="*/ 222147 h 516882"/>
                <a:gd name="connsiteX270" fmla="*/ 126030 w 421107"/>
                <a:gd name="connsiteY270" fmla="*/ 222147 h 516882"/>
                <a:gd name="connsiteX271" fmla="*/ 125286 w 421107"/>
                <a:gd name="connsiteY271" fmla="*/ 225868 h 516882"/>
                <a:gd name="connsiteX272" fmla="*/ 118589 w 421107"/>
                <a:gd name="connsiteY272" fmla="*/ 225868 h 516882"/>
                <a:gd name="connsiteX273" fmla="*/ 118589 w 421107"/>
                <a:gd name="connsiteY273" fmla="*/ 223635 h 516882"/>
                <a:gd name="connsiteX274" fmla="*/ 117147 w 421107"/>
                <a:gd name="connsiteY274" fmla="*/ 222519 h 516882"/>
                <a:gd name="connsiteX275" fmla="*/ 115612 w 421107"/>
                <a:gd name="connsiteY275" fmla="*/ 221403 h 516882"/>
                <a:gd name="connsiteX276" fmla="*/ 114868 w 421107"/>
                <a:gd name="connsiteY276" fmla="*/ 219170 h 516882"/>
                <a:gd name="connsiteX277" fmla="*/ 111147 w 421107"/>
                <a:gd name="connsiteY277" fmla="*/ 219170 h 516882"/>
                <a:gd name="connsiteX278" fmla="*/ 110729 w 421107"/>
                <a:gd name="connsiteY278" fmla="*/ 217729 h 516882"/>
                <a:gd name="connsiteX279" fmla="*/ 110403 w 421107"/>
                <a:gd name="connsiteY279" fmla="*/ 216194 h 516882"/>
                <a:gd name="connsiteX280" fmla="*/ 108915 w 421107"/>
                <a:gd name="connsiteY280" fmla="*/ 215822 h 516882"/>
                <a:gd name="connsiteX281" fmla="*/ 107427 w 421107"/>
                <a:gd name="connsiteY281" fmla="*/ 215450 h 516882"/>
                <a:gd name="connsiteX282" fmla="*/ 106682 w 421107"/>
                <a:gd name="connsiteY282" fmla="*/ 212473 h 516882"/>
                <a:gd name="connsiteX283" fmla="*/ 104822 w 421107"/>
                <a:gd name="connsiteY283" fmla="*/ 212055 h 516882"/>
                <a:gd name="connsiteX284" fmla="*/ 102962 w 421107"/>
                <a:gd name="connsiteY284" fmla="*/ 211729 h 516882"/>
                <a:gd name="connsiteX285" fmla="*/ 102218 w 421107"/>
                <a:gd name="connsiteY285" fmla="*/ 209497 h 516882"/>
                <a:gd name="connsiteX286" fmla="*/ 98497 w 421107"/>
                <a:gd name="connsiteY286" fmla="*/ 208752 h 516882"/>
                <a:gd name="connsiteX287" fmla="*/ 97753 w 421107"/>
                <a:gd name="connsiteY287" fmla="*/ 205776 h 516882"/>
                <a:gd name="connsiteX288" fmla="*/ 95520 w 421107"/>
                <a:gd name="connsiteY288" fmla="*/ 205404 h 516882"/>
                <a:gd name="connsiteX289" fmla="*/ 93288 w 421107"/>
                <a:gd name="connsiteY289" fmla="*/ 205032 h 516882"/>
                <a:gd name="connsiteX290" fmla="*/ 92869 w 421107"/>
                <a:gd name="connsiteY290" fmla="*/ 203497 h 516882"/>
                <a:gd name="connsiteX291" fmla="*/ 92544 w 421107"/>
                <a:gd name="connsiteY291" fmla="*/ 202055 h 516882"/>
                <a:gd name="connsiteX292" fmla="*/ 90637 w 421107"/>
                <a:gd name="connsiteY292" fmla="*/ 201869 h 516882"/>
                <a:gd name="connsiteX293" fmla="*/ 88823 w 421107"/>
                <a:gd name="connsiteY293" fmla="*/ 202055 h 516882"/>
                <a:gd name="connsiteX294" fmla="*/ 87335 w 421107"/>
                <a:gd name="connsiteY294" fmla="*/ 198334 h 516882"/>
                <a:gd name="connsiteX295" fmla="*/ 83614 w 421107"/>
                <a:gd name="connsiteY295" fmla="*/ 198334 h 516882"/>
                <a:gd name="connsiteX296" fmla="*/ 82870 w 421107"/>
                <a:gd name="connsiteY296" fmla="*/ 195358 h 516882"/>
                <a:gd name="connsiteX297" fmla="*/ 80963 w 421107"/>
                <a:gd name="connsiteY297" fmla="*/ 195172 h 516882"/>
                <a:gd name="connsiteX298" fmla="*/ 79149 w 421107"/>
                <a:gd name="connsiteY298" fmla="*/ 195358 h 516882"/>
                <a:gd name="connsiteX299" fmla="*/ 79149 w 421107"/>
                <a:gd name="connsiteY299" fmla="*/ 192381 h 516882"/>
                <a:gd name="connsiteX300" fmla="*/ 77661 w 421107"/>
                <a:gd name="connsiteY300" fmla="*/ 191637 h 516882"/>
                <a:gd name="connsiteX301" fmla="*/ 73196 w 421107"/>
                <a:gd name="connsiteY301" fmla="*/ 191637 h 516882"/>
                <a:gd name="connsiteX302" fmla="*/ 73940 w 421107"/>
                <a:gd name="connsiteY302" fmla="*/ 181963 h 516882"/>
                <a:gd name="connsiteX303" fmla="*/ 76917 w 421107"/>
                <a:gd name="connsiteY303" fmla="*/ 181963 h 516882"/>
                <a:gd name="connsiteX304" fmla="*/ 77708 w 421107"/>
                <a:gd name="connsiteY304" fmla="*/ 180522 h 516882"/>
                <a:gd name="connsiteX305" fmla="*/ 78405 w 421107"/>
                <a:gd name="connsiteY305" fmla="*/ 178987 h 516882"/>
                <a:gd name="connsiteX306" fmla="*/ 80638 w 421107"/>
                <a:gd name="connsiteY306" fmla="*/ 178243 h 516882"/>
                <a:gd name="connsiteX307" fmla="*/ 81428 w 421107"/>
                <a:gd name="connsiteY307" fmla="*/ 176336 h 516882"/>
                <a:gd name="connsiteX308" fmla="*/ 82126 w 421107"/>
                <a:gd name="connsiteY308" fmla="*/ 174522 h 516882"/>
                <a:gd name="connsiteX309" fmla="*/ 83614 w 421107"/>
                <a:gd name="connsiteY309" fmla="*/ 174522 h 516882"/>
                <a:gd name="connsiteX310" fmla="*/ 84358 w 421107"/>
                <a:gd name="connsiteY310" fmla="*/ 171545 h 516882"/>
                <a:gd name="connsiteX311" fmla="*/ 87335 w 421107"/>
                <a:gd name="connsiteY311" fmla="*/ 171545 h 516882"/>
                <a:gd name="connsiteX312" fmla="*/ 88079 w 421107"/>
                <a:gd name="connsiteY312" fmla="*/ 170057 h 516882"/>
                <a:gd name="connsiteX313" fmla="*/ 90311 w 421107"/>
                <a:gd name="connsiteY313" fmla="*/ 167825 h 516882"/>
                <a:gd name="connsiteX314" fmla="*/ 90311 w 421107"/>
                <a:gd name="connsiteY314" fmla="*/ 164848 h 516882"/>
                <a:gd name="connsiteX315" fmla="*/ 92544 w 421107"/>
                <a:gd name="connsiteY315" fmla="*/ 164848 h 516882"/>
                <a:gd name="connsiteX316" fmla="*/ 92916 w 421107"/>
                <a:gd name="connsiteY316" fmla="*/ 162988 h 516882"/>
                <a:gd name="connsiteX317" fmla="*/ 93288 w 421107"/>
                <a:gd name="connsiteY317" fmla="*/ 161127 h 516882"/>
                <a:gd name="connsiteX318" fmla="*/ 95520 w 421107"/>
                <a:gd name="connsiteY318" fmla="*/ 161127 h 516882"/>
                <a:gd name="connsiteX319" fmla="*/ 95939 w 421107"/>
                <a:gd name="connsiteY319" fmla="*/ 159314 h 516882"/>
                <a:gd name="connsiteX320" fmla="*/ 96265 w 421107"/>
                <a:gd name="connsiteY320" fmla="*/ 157407 h 516882"/>
                <a:gd name="connsiteX321" fmla="*/ 97753 w 421107"/>
                <a:gd name="connsiteY321" fmla="*/ 156663 h 516882"/>
                <a:gd name="connsiteX322" fmla="*/ 98497 w 421107"/>
                <a:gd name="connsiteY322" fmla="*/ 153686 h 516882"/>
                <a:gd name="connsiteX323" fmla="*/ 99985 w 421107"/>
                <a:gd name="connsiteY323" fmla="*/ 153686 h 516882"/>
                <a:gd name="connsiteX324" fmla="*/ 101055 w 421107"/>
                <a:gd name="connsiteY324" fmla="*/ 151593 h 516882"/>
                <a:gd name="connsiteX325" fmla="*/ 104450 w 421107"/>
                <a:gd name="connsiteY325" fmla="*/ 146989 h 516882"/>
                <a:gd name="connsiteX326" fmla="*/ 106682 w 421107"/>
                <a:gd name="connsiteY326" fmla="*/ 144756 h 516882"/>
                <a:gd name="connsiteX327" fmla="*/ 107427 w 421107"/>
                <a:gd name="connsiteY327" fmla="*/ 141036 h 516882"/>
                <a:gd name="connsiteX328" fmla="*/ 109659 w 421107"/>
                <a:gd name="connsiteY328" fmla="*/ 140292 h 516882"/>
                <a:gd name="connsiteX329" fmla="*/ 109659 w 421107"/>
                <a:gd name="connsiteY329" fmla="*/ 138431 h 516882"/>
                <a:gd name="connsiteX330" fmla="*/ 109659 w 421107"/>
                <a:gd name="connsiteY330" fmla="*/ 136571 h 516882"/>
                <a:gd name="connsiteX331" fmla="*/ 111891 w 421107"/>
                <a:gd name="connsiteY331" fmla="*/ 135827 h 516882"/>
                <a:gd name="connsiteX332" fmla="*/ 112264 w 421107"/>
                <a:gd name="connsiteY332" fmla="*/ 133594 h 516882"/>
                <a:gd name="connsiteX333" fmla="*/ 112636 w 421107"/>
                <a:gd name="connsiteY333" fmla="*/ 131362 h 516882"/>
                <a:gd name="connsiteX334" fmla="*/ 114868 w 421107"/>
                <a:gd name="connsiteY334" fmla="*/ 130618 h 516882"/>
                <a:gd name="connsiteX335" fmla="*/ 115008 w 421107"/>
                <a:gd name="connsiteY335" fmla="*/ 128711 h 516882"/>
                <a:gd name="connsiteX336" fmla="*/ 114868 w 421107"/>
                <a:gd name="connsiteY336" fmla="*/ 126897 h 516882"/>
                <a:gd name="connsiteX337" fmla="*/ 117100 w 421107"/>
                <a:gd name="connsiteY337" fmla="*/ 126897 h 516882"/>
                <a:gd name="connsiteX338" fmla="*/ 117845 w 421107"/>
                <a:gd name="connsiteY338" fmla="*/ 124386 h 516882"/>
                <a:gd name="connsiteX339" fmla="*/ 118589 w 421107"/>
                <a:gd name="connsiteY339" fmla="*/ 121688 h 516882"/>
                <a:gd name="connsiteX340" fmla="*/ 120821 w 421107"/>
                <a:gd name="connsiteY340" fmla="*/ 120200 h 516882"/>
                <a:gd name="connsiteX341" fmla="*/ 120589 w 421107"/>
                <a:gd name="connsiteY341" fmla="*/ 117874 h 516882"/>
                <a:gd name="connsiteX342" fmla="*/ 120077 w 421107"/>
                <a:gd name="connsiteY342" fmla="*/ 115735 h 516882"/>
                <a:gd name="connsiteX343" fmla="*/ 123054 w 421107"/>
                <a:gd name="connsiteY343" fmla="*/ 114991 h 516882"/>
                <a:gd name="connsiteX344" fmla="*/ 123240 w 421107"/>
                <a:gd name="connsiteY344" fmla="*/ 112712 h 516882"/>
                <a:gd name="connsiteX345" fmla="*/ 123054 w 421107"/>
                <a:gd name="connsiteY345" fmla="*/ 110526 h 516882"/>
                <a:gd name="connsiteX346" fmla="*/ 125286 w 421107"/>
                <a:gd name="connsiteY346" fmla="*/ 110526 h 516882"/>
                <a:gd name="connsiteX347" fmla="*/ 126030 w 421107"/>
                <a:gd name="connsiteY347" fmla="*/ 109038 h 516882"/>
                <a:gd name="connsiteX348" fmla="*/ 126030 w 421107"/>
                <a:gd name="connsiteY348" fmla="*/ 103829 h 516882"/>
                <a:gd name="connsiteX349" fmla="*/ 128263 w 421107"/>
                <a:gd name="connsiteY349" fmla="*/ 103084 h 516882"/>
                <a:gd name="connsiteX350" fmla="*/ 128635 w 421107"/>
                <a:gd name="connsiteY350" fmla="*/ 100480 h 516882"/>
                <a:gd name="connsiteX351" fmla="*/ 129007 w 421107"/>
                <a:gd name="connsiteY351" fmla="*/ 97875 h 516882"/>
                <a:gd name="connsiteX352" fmla="*/ 131239 w 421107"/>
                <a:gd name="connsiteY352" fmla="*/ 97131 h 516882"/>
                <a:gd name="connsiteX353" fmla="*/ 131193 w 421107"/>
                <a:gd name="connsiteY353" fmla="*/ 93411 h 516882"/>
                <a:gd name="connsiteX354" fmla="*/ 131239 w 421107"/>
                <a:gd name="connsiteY354" fmla="*/ 89690 h 516882"/>
                <a:gd name="connsiteX355" fmla="*/ 132719 w 421107"/>
                <a:gd name="connsiteY355" fmla="*/ 89298 h 516882"/>
                <a:gd name="connsiteX356" fmla="*/ 134216 w 421107"/>
                <a:gd name="connsiteY356" fmla="*/ 88946 h 516882"/>
                <a:gd name="connsiteX357" fmla="*/ 134506 w 421107"/>
                <a:gd name="connsiteY357" fmla="*/ 87408 h 516882"/>
                <a:gd name="connsiteX358" fmla="*/ 134402 w 421107"/>
                <a:gd name="connsiteY358" fmla="*/ 85551 h 516882"/>
                <a:gd name="connsiteX359" fmla="*/ 134320 w 421107"/>
                <a:gd name="connsiteY359" fmla="*/ 83687 h 516882"/>
                <a:gd name="connsiteX360" fmla="*/ 134216 w 421107"/>
                <a:gd name="connsiteY360" fmla="*/ 82249 h 516882"/>
                <a:gd name="connsiteX361" fmla="*/ 136448 w 421107"/>
                <a:gd name="connsiteY361" fmla="*/ 82249 h 516882"/>
                <a:gd name="connsiteX362" fmla="*/ 137192 w 421107"/>
                <a:gd name="connsiteY362" fmla="*/ 75551 h 516882"/>
                <a:gd name="connsiteX363" fmla="*/ 62034 w 421107"/>
                <a:gd name="connsiteY363" fmla="*/ 75551 h 516882"/>
                <a:gd name="connsiteX364" fmla="*/ 62034 w 421107"/>
                <a:gd name="connsiteY364" fmla="*/ 74063 h 516882"/>
                <a:gd name="connsiteX365" fmla="*/ 60546 w 421107"/>
                <a:gd name="connsiteY365" fmla="*/ 74063 h 516882"/>
                <a:gd name="connsiteX366" fmla="*/ 404150 w 421107"/>
                <a:gd name="connsiteY366" fmla="*/ 0 h 516882"/>
                <a:gd name="connsiteX367" fmla="*/ 408730 w 421107"/>
                <a:gd name="connsiteY367" fmla="*/ 294 h 516882"/>
                <a:gd name="connsiteX368" fmla="*/ 410399 w 421107"/>
                <a:gd name="connsiteY368" fmla="*/ 9314 h 516882"/>
                <a:gd name="connsiteX369" fmla="*/ 410403 w 421107"/>
                <a:gd name="connsiteY369" fmla="*/ 11419 h 516882"/>
                <a:gd name="connsiteX370" fmla="*/ 410389 w 421107"/>
                <a:gd name="connsiteY370" fmla="*/ 18319 h 516882"/>
                <a:gd name="connsiteX371" fmla="*/ 410388 w 421107"/>
                <a:gd name="connsiteY371" fmla="*/ 23103 h 516882"/>
                <a:gd name="connsiteX372" fmla="*/ 410371 w 421107"/>
                <a:gd name="connsiteY372" fmla="*/ 33134 h 516882"/>
                <a:gd name="connsiteX373" fmla="*/ 410356 w 421107"/>
                <a:gd name="connsiteY373" fmla="*/ 46014 h 516882"/>
                <a:gd name="connsiteX374" fmla="*/ 410347 w 421107"/>
                <a:gd name="connsiteY374" fmla="*/ 55894 h 516882"/>
                <a:gd name="connsiteX375" fmla="*/ 410342 w 421107"/>
                <a:gd name="connsiteY375" fmla="*/ 60645 h 516882"/>
                <a:gd name="connsiteX376" fmla="*/ 410326 w 421107"/>
                <a:gd name="connsiteY376" fmla="*/ 67272 h 516882"/>
                <a:gd name="connsiteX377" fmla="*/ 410327 w 421107"/>
                <a:gd name="connsiteY377" fmla="*/ 69270 h 516882"/>
                <a:gd name="connsiteX378" fmla="*/ 409474 w 421107"/>
                <a:gd name="connsiteY378" fmla="*/ 75452 h 516882"/>
                <a:gd name="connsiteX379" fmla="*/ 405466 w 421107"/>
                <a:gd name="connsiteY379" fmla="*/ 75647 h 516882"/>
                <a:gd name="connsiteX380" fmla="*/ 402814 w 421107"/>
                <a:gd name="connsiteY380" fmla="*/ 75664 h 516882"/>
                <a:gd name="connsiteX381" fmla="*/ 399864 w 421107"/>
                <a:gd name="connsiteY381" fmla="*/ 75659 h 516882"/>
                <a:gd name="connsiteX382" fmla="*/ 396759 w 421107"/>
                <a:gd name="connsiteY382" fmla="*/ 75672 h 516882"/>
                <a:gd name="connsiteX383" fmla="*/ 388186 w 421107"/>
                <a:gd name="connsiteY383" fmla="*/ 75688 h 516882"/>
                <a:gd name="connsiteX384" fmla="*/ 378957 w 421107"/>
                <a:gd name="connsiteY384" fmla="*/ 75712 h 516882"/>
                <a:gd name="connsiteX385" fmla="*/ 362953 w 421107"/>
                <a:gd name="connsiteY385" fmla="*/ 75747 h 516882"/>
                <a:gd name="connsiteX386" fmla="*/ 339813 w 421107"/>
                <a:gd name="connsiteY386" fmla="*/ 75798 h 516882"/>
                <a:gd name="connsiteX387" fmla="*/ 302275 w 421107"/>
                <a:gd name="connsiteY387" fmla="*/ 75882 h 516882"/>
                <a:gd name="connsiteX388" fmla="*/ 265800 w 421107"/>
                <a:gd name="connsiteY388" fmla="*/ 75960 h 516882"/>
                <a:gd name="connsiteX389" fmla="*/ 263531 w 421107"/>
                <a:gd name="connsiteY389" fmla="*/ 75965 h 516882"/>
                <a:gd name="connsiteX390" fmla="*/ 252261 w 421107"/>
                <a:gd name="connsiteY390" fmla="*/ 75993 h 516882"/>
                <a:gd name="connsiteX391" fmla="*/ 158698 w 421107"/>
                <a:gd name="connsiteY391" fmla="*/ 76196 h 516882"/>
                <a:gd name="connsiteX392" fmla="*/ 159443 w 421107"/>
                <a:gd name="connsiteY392" fmla="*/ 78429 h 516882"/>
                <a:gd name="connsiteX393" fmla="*/ 164652 w 421107"/>
                <a:gd name="connsiteY393" fmla="*/ 78801 h 516882"/>
                <a:gd name="connsiteX394" fmla="*/ 169861 w 421107"/>
                <a:gd name="connsiteY394" fmla="*/ 79173 h 516882"/>
                <a:gd name="connsiteX395" fmla="*/ 170605 w 421107"/>
                <a:gd name="connsiteY395" fmla="*/ 81405 h 516882"/>
                <a:gd name="connsiteX396" fmla="*/ 176604 w 421107"/>
                <a:gd name="connsiteY396" fmla="*/ 82010 h 516882"/>
                <a:gd name="connsiteX397" fmla="*/ 180078 w 421107"/>
                <a:gd name="connsiteY397" fmla="*/ 83611 h 516882"/>
                <a:gd name="connsiteX398" fmla="*/ 187162 w 421107"/>
                <a:gd name="connsiteY398" fmla="*/ 85684 h 516882"/>
                <a:gd name="connsiteX399" fmla="*/ 190010 w 421107"/>
                <a:gd name="connsiteY399" fmla="*/ 85812 h 516882"/>
                <a:gd name="connsiteX400" fmla="*/ 192185 w 421107"/>
                <a:gd name="connsiteY400" fmla="*/ 85870 h 516882"/>
                <a:gd name="connsiteX401" fmla="*/ 191441 w 421107"/>
                <a:gd name="connsiteY401" fmla="*/ 88102 h 516882"/>
                <a:gd name="connsiteX402" fmla="*/ 192789 w 421107"/>
                <a:gd name="connsiteY402" fmla="*/ 88753 h 516882"/>
                <a:gd name="connsiteX403" fmla="*/ 196650 w 421107"/>
                <a:gd name="connsiteY403" fmla="*/ 91079 h 516882"/>
                <a:gd name="connsiteX404" fmla="*/ 196650 w 421107"/>
                <a:gd name="connsiteY404" fmla="*/ 93311 h 516882"/>
                <a:gd name="connsiteX405" fmla="*/ 195161 w 421107"/>
                <a:gd name="connsiteY405" fmla="*/ 94055 h 516882"/>
                <a:gd name="connsiteX406" fmla="*/ 194164 w 421107"/>
                <a:gd name="connsiteY406" fmla="*/ 99241 h 516882"/>
                <a:gd name="connsiteX407" fmla="*/ 193673 w 421107"/>
                <a:gd name="connsiteY407" fmla="*/ 100753 h 516882"/>
                <a:gd name="connsiteX408" fmla="*/ 191441 w 421107"/>
                <a:gd name="connsiteY408" fmla="*/ 101497 h 516882"/>
                <a:gd name="connsiteX409" fmla="*/ 191301 w 421107"/>
                <a:gd name="connsiteY409" fmla="*/ 105636 h 516882"/>
                <a:gd name="connsiteX410" fmla="*/ 191362 w 421107"/>
                <a:gd name="connsiteY410" fmla="*/ 107918 h 516882"/>
                <a:gd name="connsiteX411" fmla="*/ 191441 w 421107"/>
                <a:gd name="connsiteY411" fmla="*/ 109682 h 516882"/>
                <a:gd name="connsiteX412" fmla="*/ 189208 w 421107"/>
                <a:gd name="connsiteY412" fmla="*/ 108938 h 516882"/>
                <a:gd name="connsiteX413" fmla="*/ 188464 w 421107"/>
                <a:gd name="connsiteY413" fmla="*/ 117124 h 516882"/>
                <a:gd name="connsiteX414" fmla="*/ 186232 w 421107"/>
                <a:gd name="connsiteY414" fmla="*/ 117124 h 516882"/>
                <a:gd name="connsiteX415" fmla="*/ 185487 w 421107"/>
                <a:gd name="connsiteY415" fmla="*/ 123077 h 516882"/>
                <a:gd name="connsiteX416" fmla="*/ 377476 w 421107"/>
                <a:gd name="connsiteY416" fmla="*/ 123821 h 516882"/>
                <a:gd name="connsiteX417" fmla="*/ 375987 w 421107"/>
                <a:gd name="connsiteY417" fmla="*/ 188561 h 516882"/>
                <a:gd name="connsiteX418" fmla="*/ 371712 w 421107"/>
                <a:gd name="connsiteY418" fmla="*/ 188830 h 516882"/>
                <a:gd name="connsiteX419" fmla="*/ 368955 w 421107"/>
                <a:gd name="connsiteY419" fmla="*/ 188839 h 516882"/>
                <a:gd name="connsiteX420" fmla="*/ 365914 w 421107"/>
                <a:gd name="connsiteY420" fmla="*/ 188815 h 516882"/>
                <a:gd name="connsiteX421" fmla="*/ 362724 w 421107"/>
                <a:gd name="connsiteY421" fmla="*/ 188816 h 516882"/>
                <a:gd name="connsiteX422" fmla="*/ 354048 w 421107"/>
                <a:gd name="connsiteY422" fmla="*/ 188788 h 516882"/>
                <a:gd name="connsiteX423" fmla="*/ 344988 w 421107"/>
                <a:gd name="connsiteY423" fmla="*/ 188770 h 516882"/>
                <a:gd name="connsiteX424" fmla="*/ 327823 w 421107"/>
                <a:gd name="connsiteY424" fmla="*/ 188722 h 516882"/>
                <a:gd name="connsiteX425" fmla="*/ 304634 w 421107"/>
                <a:gd name="connsiteY425" fmla="*/ 188667 h 516882"/>
                <a:gd name="connsiteX426" fmla="*/ 268087 w 421107"/>
                <a:gd name="connsiteY426" fmla="*/ 188561 h 516882"/>
                <a:gd name="connsiteX427" fmla="*/ 268087 w 421107"/>
                <a:gd name="connsiteY427" fmla="*/ 239163 h 516882"/>
                <a:gd name="connsiteX428" fmla="*/ 396079 w 421107"/>
                <a:gd name="connsiteY428" fmla="*/ 239907 h 516882"/>
                <a:gd name="connsiteX429" fmla="*/ 396079 w 421107"/>
                <a:gd name="connsiteY429" fmla="*/ 304647 h 516882"/>
                <a:gd name="connsiteX430" fmla="*/ 274040 w 421107"/>
                <a:gd name="connsiteY430" fmla="*/ 305391 h 516882"/>
                <a:gd name="connsiteX431" fmla="*/ 278226 w 421107"/>
                <a:gd name="connsiteY431" fmla="*/ 307996 h 516882"/>
                <a:gd name="connsiteX432" fmla="*/ 279993 w 421107"/>
                <a:gd name="connsiteY432" fmla="*/ 308368 h 516882"/>
                <a:gd name="connsiteX433" fmla="*/ 280737 w 421107"/>
                <a:gd name="connsiteY433" fmla="*/ 310600 h 516882"/>
                <a:gd name="connsiteX434" fmla="*/ 283714 w 421107"/>
                <a:gd name="connsiteY434" fmla="*/ 312089 h 516882"/>
                <a:gd name="connsiteX435" fmla="*/ 285202 w 421107"/>
                <a:gd name="connsiteY435" fmla="*/ 314321 h 516882"/>
                <a:gd name="connsiteX436" fmla="*/ 286737 w 421107"/>
                <a:gd name="connsiteY436" fmla="*/ 314647 h 516882"/>
                <a:gd name="connsiteX437" fmla="*/ 288179 w 421107"/>
                <a:gd name="connsiteY437" fmla="*/ 315065 h 516882"/>
                <a:gd name="connsiteX438" fmla="*/ 288923 w 421107"/>
                <a:gd name="connsiteY438" fmla="*/ 318042 h 516882"/>
                <a:gd name="connsiteX439" fmla="*/ 290411 w 421107"/>
                <a:gd name="connsiteY439" fmla="*/ 318414 h 516882"/>
                <a:gd name="connsiteX440" fmla="*/ 291900 w 421107"/>
                <a:gd name="connsiteY440" fmla="*/ 318786 h 516882"/>
                <a:gd name="connsiteX441" fmla="*/ 292179 w 421107"/>
                <a:gd name="connsiteY441" fmla="*/ 320321 h 516882"/>
                <a:gd name="connsiteX442" fmla="*/ 292644 w 421107"/>
                <a:gd name="connsiteY442" fmla="*/ 321762 h 516882"/>
                <a:gd name="connsiteX443" fmla="*/ 294876 w 421107"/>
                <a:gd name="connsiteY443" fmla="*/ 321762 h 516882"/>
                <a:gd name="connsiteX444" fmla="*/ 297109 w 421107"/>
                <a:gd name="connsiteY444" fmla="*/ 321762 h 516882"/>
                <a:gd name="connsiteX445" fmla="*/ 297853 w 421107"/>
                <a:gd name="connsiteY445" fmla="*/ 324739 h 516882"/>
                <a:gd name="connsiteX446" fmla="*/ 300829 w 421107"/>
                <a:gd name="connsiteY446" fmla="*/ 325483 h 516882"/>
                <a:gd name="connsiteX447" fmla="*/ 301573 w 421107"/>
                <a:gd name="connsiteY447" fmla="*/ 327716 h 516882"/>
                <a:gd name="connsiteX448" fmla="*/ 303434 w 421107"/>
                <a:gd name="connsiteY448" fmla="*/ 328460 h 516882"/>
                <a:gd name="connsiteX449" fmla="*/ 305294 w 421107"/>
                <a:gd name="connsiteY449" fmla="*/ 329204 h 516882"/>
                <a:gd name="connsiteX450" fmla="*/ 306038 w 421107"/>
                <a:gd name="connsiteY450" fmla="*/ 331436 h 516882"/>
                <a:gd name="connsiteX451" fmla="*/ 307527 w 421107"/>
                <a:gd name="connsiteY451" fmla="*/ 331808 h 516882"/>
                <a:gd name="connsiteX452" fmla="*/ 309015 w 421107"/>
                <a:gd name="connsiteY452" fmla="*/ 332180 h 516882"/>
                <a:gd name="connsiteX453" fmla="*/ 309759 w 421107"/>
                <a:gd name="connsiteY453" fmla="*/ 334413 h 516882"/>
                <a:gd name="connsiteX454" fmla="*/ 311619 w 421107"/>
                <a:gd name="connsiteY454" fmla="*/ 335157 h 516882"/>
                <a:gd name="connsiteX455" fmla="*/ 313480 w 421107"/>
                <a:gd name="connsiteY455" fmla="*/ 335901 h 516882"/>
                <a:gd name="connsiteX456" fmla="*/ 314224 w 421107"/>
                <a:gd name="connsiteY456" fmla="*/ 338134 h 516882"/>
                <a:gd name="connsiteX457" fmla="*/ 315712 w 421107"/>
                <a:gd name="connsiteY457" fmla="*/ 338506 h 516882"/>
                <a:gd name="connsiteX458" fmla="*/ 317200 w 421107"/>
                <a:gd name="connsiteY458" fmla="*/ 338878 h 516882"/>
                <a:gd name="connsiteX459" fmla="*/ 317944 w 421107"/>
                <a:gd name="connsiteY459" fmla="*/ 341110 h 516882"/>
                <a:gd name="connsiteX460" fmla="*/ 319758 w 421107"/>
                <a:gd name="connsiteY460" fmla="*/ 341808 h 516882"/>
                <a:gd name="connsiteX461" fmla="*/ 323153 w 421107"/>
                <a:gd name="connsiteY461" fmla="*/ 345575 h 516882"/>
                <a:gd name="connsiteX462" fmla="*/ 327758 w 421107"/>
                <a:gd name="connsiteY462" fmla="*/ 348924 h 516882"/>
                <a:gd name="connsiteX463" fmla="*/ 329107 w 421107"/>
                <a:gd name="connsiteY463" fmla="*/ 349296 h 516882"/>
                <a:gd name="connsiteX464" fmla="*/ 329851 w 421107"/>
                <a:gd name="connsiteY464" fmla="*/ 352272 h 516882"/>
                <a:gd name="connsiteX465" fmla="*/ 332827 w 421107"/>
                <a:gd name="connsiteY465" fmla="*/ 353016 h 516882"/>
                <a:gd name="connsiteX466" fmla="*/ 334316 w 421107"/>
                <a:gd name="connsiteY466" fmla="*/ 355249 h 516882"/>
                <a:gd name="connsiteX467" fmla="*/ 335804 w 421107"/>
                <a:gd name="connsiteY467" fmla="*/ 355574 h 516882"/>
                <a:gd name="connsiteX468" fmla="*/ 337292 w 421107"/>
                <a:gd name="connsiteY468" fmla="*/ 355993 h 516882"/>
                <a:gd name="connsiteX469" fmla="*/ 338780 w 421107"/>
                <a:gd name="connsiteY469" fmla="*/ 358969 h 516882"/>
                <a:gd name="connsiteX470" fmla="*/ 341013 w 421107"/>
                <a:gd name="connsiteY470" fmla="*/ 359714 h 516882"/>
                <a:gd name="connsiteX471" fmla="*/ 341013 w 421107"/>
                <a:gd name="connsiteY471" fmla="*/ 362690 h 516882"/>
                <a:gd name="connsiteX472" fmla="*/ 344734 w 421107"/>
                <a:gd name="connsiteY472" fmla="*/ 362690 h 516882"/>
                <a:gd name="connsiteX473" fmla="*/ 344734 w 421107"/>
                <a:gd name="connsiteY473" fmla="*/ 365667 h 516882"/>
                <a:gd name="connsiteX474" fmla="*/ 348454 w 421107"/>
                <a:gd name="connsiteY474" fmla="*/ 366411 h 516882"/>
                <a:gd name="connsiteX475" fmla="*/ 349198 w 421107"/>
                <a:gd name="connsiteY475" fmla="*/ 369387 h 516882"/>
                <a:gd name="connsiteX476" fmla="*/ 352175 w 421107"/>
                <a:gd name="connsiteY476" fmla="*/ 370876 h 516882"/>
                <a:gd name="connsiteX477" fmla="*/ 352175 w 421107"/>
                <a:gd name="connsiteY477" fmla="*/ 373108 h 516882"/>
                <a:gd name="connsiteX478" fmla="*/ 355896 w 421107"/>
                <a:gd name="connsiteY478" fmla="*/ 373108 h 516882"/>
                <a:gd name="connsiteX479" fmla="*/ 355896 w 421107"/>
                <a:gd name="connsiteY479" fmla="*/ 376085 h 516882"/>
                <a:gd name="connsiteX480" fmla="*/ 359616 w 421107"/>
                <a:gd name="connsiteY480" fmla="*/ 376829 h 516882"/>
                <a:gd name="connsiteX481" fmla="*/ 360361 w 421107"/>
                <a:gd name="connsiteY481" fmla="*/ 379061 h 516882"/>
                <a:gd name="connsiteX482" fmla="*/ 361895 w 421107"/>
                <a:gd name="connsiteY482" fmla="*/ 380596 h 516882"/>
                <a:gd name="connsiteX483" fmla="*/ 363337 w 421107"/>
                <a:gd name="connsiteY483" fmla="*/ 383526 h 516882"/>
                <a:gd name="connsiteX484" fmla="*/ 364825 w 421107"/>
                <a:gd name="connsiteY484" fmla="*/ 383852 h 516882"/>
                <a:gd name="connsiteX485" fmla="*/ 366314 w 421107"/>
                <a:gd name="connsiteY485" fmla="*/ 384270 h 516882"/>
                <a:gd name="connsiteX486" fmla="*/ 366314 w 421107"/>
                <a:gd name="connsiteY486" fmla="*/ 386503 h 516882"/>
                <a:gd name="connsiteX487" fmla="*/ 369290 w 421107"/>
                <a:gd name="connsiteY487" fmla="*/ 386503 h 516882"/>
                <a:gd name="connsiteX488" fmla="*/ 369616 w 421107"/>
                <a:gd name="connsiteY488" fmla="*/ 387898 h 516882"/>
                <a:gd name="connsiteX489" fmla="*/ 370034 w 421107"/>
                <a:gd name="connsiteY489" fmla="*/ 389479 h 516882"/>
                <a:gd name="connsiteX490" fmla="*/ 373755 w 421107"/>
                <a:gd name="connsiteY490" fmla="*/ 390968 h 516882"/>
                <a:gd name="connsiteX491" fmla="*/ 374499 w 421107"/>
                <a:gd name="connsiteY491" fmla="*/ 393200 h 516882"/>
                <a:gd name="connsiteX492" fmla="*/ 376732 w 421107"/>
                <a:gd name="connsiteY492" fmla="*/ 393944 h 516882"/>
                <a:gd name="connsiteX493" fmla="*/ 378220 w 421107"/>
                <a:gd name="connsiteY493" fmla="*/ 398409 h 516882"/>
                <a:gd name="connsiteX494" fmla="*/ 379708 w 421107"/>
                <a:gd name="connsiteY494" fmla="*/ 399153 h 516882"/>
                <a:gd name="connsiteX495" fmla="*/ 376732 w 421107"/>
                <a:gd name="connsiteY495" fmla="*/ 405106 h 516882"/>
                <a:gd name="connsiteX496" fmla="*/ 375243 w 421107"/>
                <a:gd name="connsiteY496" fmla="*/ 405106 h 516882"/>
                <a:gd name="connsiteX497" fmla="*/ 374639 w 421107"/>
                <a:gd name="connsiteY497" fmla="*/ 407106 h 516882"/>
                <a:gd name="connsiteX498" fmla="*/ 370034 w 421107"/>
                <a:gd name="connsiteY498" fmla="*/ 413292 h 516882"/>
                <a:gd name="connsiteX499" fmla="*/ 367802 w 421107"/>
                <a:gd name="connsiteY499" fmla="*/ 417012 h 516882"/>
                <a:gd name="connsiteX500" fmla="*/ 366314 w 421107"/>
                <a:gd name="connsiteY500" fmla="*/ 417757 h 516882"/>
                <a:gd name="connsiteX501" fmla="*/ 365569 w 421107"/>
                <a:gd name="connsiteY501" fmla="*/ 419989 h 516882"/>
                <a:gd name="connsiteX502" fmla="*/ 364081 w 421107"/>
                <a:gd name="connsiteY502" fmla="*/ 420733 h 516882"/>
                <a:gd name="connsiteX503" fmla="*/ 363756 w 421107"/>
                <a:gd name="connsiteY503" fmla="*/ 422268 h 516882"/>
                <a:gd name="connsiteX504" fmla="*/ 363337 w 421107"/>
                <a:gd name="connsiteY504" fmla="*/ 423710 h 516882"/>
                <a:gd name="connsiteX505" fmla="*/ 361105 w 421107"/>
                <a:gd name="connsiteY505" fmla="*/ 423710 h 516882"/>
                <a:gd name="connsiteX506" fmla="*/ 360733 w 421107"/>
                <a:gd name="connsiteY506" fmla="*/ 425570 h 516882"/>
                <a:gd name="connsiteX507" fmla="*/ 360361 w 421107"/>
                <a:gd name="connsiteY507" fmla="*/ 427430 h 516882"/>
                <a:gd name="connsiteX508" fmla="*/ 358128 w 421107"/>
                <a:gd name="connsiteY508" fmla="*/ 427430 h 516882"/>
                <a:gd name="connsiteX509" fmla="*/ 358314 w 421107"/>
                <a:gd name="connsiteY509" fmla="*/ 429058 h 516882"/>
                <a:gd name="connsiteX510" fmla="*/ 355152 w 421107"/>
                <a:gd name="connsiteY510" fmla="*/ 434872 h 516882"/>
                <a:gd name="connsiteX511" fmla="*/ 353663 w 421107"/>
                <a:gd name="connsiteY511" fmla="*/ 435616 h 516882"/>
                <a:gd name="connsiteX512" fmla="*/ 352640 w 421107"/>
                <a:gd name="connsiteY512" fmla="*/ 437709 h 516882"/>
                <a:gd name="connsiteX513" fmla="*/ 348454 w 421107"/>
                <a:gd name="connsiteY513" fmla="*/ 443057 h 516882"/>
                <a:gd name="connsiteX514" fmla="*/ 346966 w 421107"/>
                <a:gd name="connsiteY514" fmla="*/ 443057 h 516882"/>
                <a:gd name="connsiteX515" fmla="*/ 346966 w 421107"/>
                <a:gd name="connsiteY515" fmla="*/ 444546 h 516882"/>
                <a:gd name="connsiteX516" fmla="*/ 349730 w 421107"/>
                <a:gd name="connsiteY516" fmla="*/ 444541 h 516882"/>
                <a:gd name="connsiteX517" fmla="*/ 375452 w 421107"/>
                <a:gd name="connsiteY517" fmla="*/ 444507 h 516882"/>
                <a:gd name="connsiteX518" fmla="*/ 388678 w 421107"/>
                <a:gd name="connsiteY518" fmla="*/ 444490 h 516882"/>
                <a:gd name="connsiteX519" fmla="*/ 401431 w 421107"/>
                <a:gd name="connsiteY519" fmla="*/ 444475 h 516882"/>
                <a:gd name="connsiteX520" fmla="*/ 406308 w 421107"/>
                <a:gd name="connsiteY520" fmla="*/ 444467 h 516882"/>
                <a:gd name="connsiteX521" fmla="*/ 413113 w 421107"/>
                <a:gd name="connsiteY521" fmla="*/ 444461 h 516882"/>
                <a:gd name="connsiteX522" fmla="*/ 415171 w 421107"/>
                <a:gd name="connsiteY522" fmla="*/ 444453 h 516882"/>
                <a:gd name="connsiteX523" fmla="*/ 420636 w 421107"/>
                <a:gd name="connsiteY523" fmla="*/ 445290 h 516882"/>
                <a:gd name="connsiteX524" fmla="*/ 420779 w 421107"/>
                <a:gd name="connsiteY524" fmla="*/ 451852 h 516882"/>
                <a:gd name="connsiteX525" fmla="*/ 420798 w 421107"/>
                <a:gd name="connsiteY525" fmla="*/ 453938 h 516882"/>
                <a:gd name="connsiteX526" fmla="*/ 420839 w 421107"/>
                <a:gd name="connsiteY526" fmla="*/ 460800 h 516882"/>
                <a:gd name="connsiteX527" fmla="*/ 420851 w 421107"/>
                <a:gd name="connsiteY527" fmla="*/ 463159 h 516882"/>
                <a:gd name="connsiteX528" fmla="*/ 420896 w 421107"/>
                <a:gd name="connsiteY528" fmla="*/ 475509 h 516882"/>
                <a:gd name="connsiteX529" fmla="*/ 420980 w 421107"/>
                <a:gd name="connsiteY529" fmla="*/ 488309 h 516882"/>
                <a:gd name="connsiteX530" fmla="*/ 421018 w 421107"/>
                <a:gd name="connsiteY530" fmla="*/ 498114 h 516882"/>
                <a:gd name="connsiteX531" fmla="*/ 421052 w 421107"/>
                <a:gd name="connsiteY531" fmla="*/ 502835 h 516882"/>
                <a:gd name="connsiteX532" fmla="*/ 421070 w 421107"/>
                <a:gd name="connsiteY532" fmla="*/ 509421 h 516882"/>
                <a:gd name="connsiteX533" fmla="*/ 421107 w 421107"/>
                <a:gd name="connsiteY533" fmla="*/ 511413 h 516882"/>
                <a:gd name="connsiteX534" fmla="*/ 420636 w 421107"/>
                <a:gd name="connsiteY534" fmla="*/ 515983 h 516882"/>
                <a:gd name="connsiteX535" fmla="*/ 409977 w 421107"/>
                <a:gd name="connsiteY535" fmla="*/ 516821 h 516882"/>
                <a:gd name="connsiteX536" fmla="*/ 407841 w 421107"/>
                <a:gd name="connsiteY536" fmla="*/ 516824 h 516882"/>
                <a:gd name="connsiteX537" fmla="*/ 400714 w 421107"/>
                <a:gd name="connsiteY537" fmla="*/ 516822 h 516882"/>
                <a:gd name="connsiteX538" fmla="*/ 395569 w 421107"/>
                <a:gd name="connsiteY538" fmla="*/ 516825 h 516882"/>
                <a:gd name="connsiteX539" fmla="*/ 381400 w 421107"/>
                <a:gd name="connsiteY539" fmla="*/ 516825 h 516882"/>
                <a:gd name="connsiteX540" fmla="*/ 367699 w 421107"/>
                <a:gd name="connsiteY540" fmla="*/ 516827 h 516882"/>
                <a:gd name="connsiteX541" fmla="*/ 337943 w 421107"/>
                <a:gd name="connsiteY541" fmla="*/ 516828 h 516882"/>
                <a:gd name="connsiteX542" fmla="*/ 311906 w 421107"/>
                <a:gd name="connsiteY542" fmla="*/ 516827 h 516882"/>
                <a:gd name="connsiteX543" fmla="*/ 310164 w 421107"/>
                <a:gd name="connsiteY543" fmla="*/ 516827 h 516882"/>
                <a:gd name="connsiteX544" fmla="*/ 303159 w 421107"/>
                <a:gd name="connsiteY544" fmla="*/ 516828 h 516882"/>
                <a:gd name="connsiteX545" fmla="*/ 237434 w 421107"/>
                <a:gd name="connsiteY545" fmla="*/ 516824 h 516882"/>
                <a:gd name="connsiteX546" fmla="*/ 178998 w 421107"/>
                <a:gd name="connsiteY546" fmla="*/ 516824 h 516882"/>
                <a:gd name="connsiteX547" fmla="*/ 113384 w 421107"/>
                <a:gd name="connsiteY547" fmla="*/ 516828 h 516882"/>
                <a:gd name="connsiteX548" fmla="*/ 106395 w 421107"/>
                <a:gd name="connsiteY548" fmla="*/ 516827 h 516882"/>
                <a:gd name="connsiteX549" fmla="*/ 104656 w 421107"/>
                <a:gd name="connsiteY549" fmla="*/ 516827 h 516882"/>
                <a:gd name="connsiteX550" fmla="*/ 78627 w 421107"/>
                <a:gd name="connsiteY550" fmla="*/ 516829 h 516882"/>
                <a:gd name="connsiteX551" fmla="*/ 49047 w 421107"/>
                <a:gd name="connsiteY551" fmla="*/ 516826 h 516882"/>
                <a:gd name="connsiteX552" fmla="*/ 33941 w 421107"/>
                <a:gd name="connsiteY552" fmla="*/ 516826 h 516882"/>
                <a:gd name="connsiteX553" fmla="*/ 20134 w 421107"/>
                <a:gd name="connsiteY553" fmla="*/ 516823 h 516882"/>
                <a:gd name="connsiteX554" fmla="*/ 15118 w 421107"/>
                <a:gd name="connsiteY554" fmla="*/ 516824 h 516882"/>
                <a:gd name="connsiteX555" fmla="*/ 8342 w 421107"/>
                <a:gd name="connsiteY555" fmla="*/ 516821 h 516882"/>
                <a:gd name="connsiteX556" fmla="*/ 6339 w 421107"/>
                <a:gd name="connsiteY556" fmla="*/ 516826 h 516882"/>
                <a:gd name="connsiteX557" fmla="*/ 196 w 421107"/>
                <a:gd name="connsiteY557" fmla="*/ 515983 h 516882"/>
                <a:gd name="connsiteX558" fmla="*/ 11 w 421107"/>
                <a:gd name="connsiteY558" fmla="*/ 512590 h 516882"/>
                <a:gd name="connsiteX559" fmla="*/ 0 w 421107"/>
                <a:gd name="connsiteY559" fmla="*/ 510348 h 516882"/>
                <a:gd name="connsiteX560" fmla="*/ 11 w 421107"/>
                <a:gd name="connsiteY560" fmla="*/ 507852 h 516882"/>
                <a:gd name="connsiteX561" fmla="*/ 5 w 421107"/>
                <a:gd name="connsiteY561" fmla="*/ 505215 h 516882"/>
                <a:gd name="connsiteX562" fmla="*/ 10 w 421107"/>
                <a:gd name="connsiteY562" fmla="*/ 497905 h 516882"/>
                <a:gd name="connsiteX563" fmla="*/ 7 w 421107"/>
                <a:gd name="connsiteY563" fmla="*/ 489977 h 516882"/>
                <a:gd name="connsiteX564" fmla="*/ 9 w 421107"/>
                <a:gd name="connsiteY564" fmla="*/ 476060 h 516882"/>
                <a:gd name="connsiteX565" fmla="*/ 12 w 421107"/>
                <a:gd name="connsiteY565" fmla="*/ 455367 h 516882"/>
                <a:gd name="connsiteX566" fmla="*/ 16 w 421107"/>
                <a:gd name="connsiteY566" fmla="*/ 420561 h 516882"/>
                <a:gd name="connsiteX567" fmla="*/ 26 w 421107"/>
                <a:gd name="connsiteY567" fmla="*/ 386082 h 516882"/>
                <a:gd name="connsiteX568" fmla="*/ 26 w 421107"/>
                <a:gd name="connsiteY568" fmla="*/ 383919 h 516882"/>
                <a:gd name="connsiteX569" fmla="*/ 26 w 421107"/>
                <a:gd name="connsiteY569" fmla="*/ 375228 h 516882"/>
                <a:gd name="connsiteX570" fmla="*/ 44 w 421107"/>
                <a:gd name="connsiteY570" fmla="*/ 293628 h 516882"/>
                <a:gd name="connsiteX571" fmla="*/ 59 w 421107"/>
                <a:gd name="connsiteY571" fmla="*/ 221062 h 516882"/>
                <a:gd name="connsiteX572" fmla="*/ 58 w 421107"/>
                <a:gd name="connsiteY572" fmla="*/ 216402 h 516882"/>
                <a:gd name="connsiteX573" fmla="*/ 58 w 421107"/>
                <a:gd name="connsiteY573" fmla="*/ 214076 h 516882"/>
                <a:gd name="connsiteX574" fmla="*/ 58 w 421107"/>
                <a:gd name="connsiteY574" fmla="*/ 202482 h 516882"/>
                <a:gd name="connsiteX575" fmla="*/ 58 w 421107"/>
                <a:gd name="connsiteY575" fmla="*/ 200172 h 516882"/>
                <a:gd name="connsiteX576" fmla="*/ 66 w 421107"/>
                <a:gd name="connsiteY576" fmla="*/ 139615 h 516882"/>
                <a:gd name="connsiteX577" fmla="*/ 66 w 421107"/>
                <a:gd name="connsiteY577" fmla="*/ 137440 h 516882"/>
                <a:gd name="connsiteX578" fmla="*/ 68 w 421107"/>
                <a:gd name="connsiteY578" fmla="*/ 128782 h 516882"/>
                <a:gd name="connsiteX579" fmla="*/ 72 w 421107"/>
                <a:gd name="connsiteY579" fmla="*/ 98605 h 516882"/>
                <a:gd name="connsiteX580" fmla="*/ 83 w 421107"/>
                <a:gd name="connsiteY580" fmla="*/ 59724 h 516882"/>
                <a:gd name="connsiteX581" fmla="*/ 87 w 421107"/>
                <a:gd name="connsiteY581" fmla="*/ 39141 h 516882"/>
                <a:gd name="connsiteX582" fmla="*/ 93 w 421107"/>
                <a:gd name="connsiteY582" fmla="*/ 25418 h 516882"/>
                <a:gd name="connsiteX583" fmla="*/ 95 w 421107"/>
                <a:gd name="connsiteY583" fmla="*/ 17582 h 516882"/>
                <a:gd name="connsiteX584" fmla="*/ 101 w 421107"/>
                <a:gd name="connsiteY584" fmla="*/ 9169 h 516882"/>
                <a:gd name="connsiteX585" fmla="*/ 96 w 421107"/>
                <a:gd name="connsiteY585" fmla="*/ 6673 h 516882"/>
                <a:gd name="connsiteX586" fmla="*/ 102 w 421107"/>
                <a:gd name="connsiteY586" fmla="*/ 4431 h 516882"/>
                <a:gd name="connsiteX587" fmla="*/ 103 w 421107"/>
                <a:gd name="connsiteY587" fmla="*/ 2485 h 516882"/>
                <a:gd name="connsiteX588" fmla="*/ 5421 w 421107"/>
                <a:gd name="connsiteY588" fmla="*/ 192 h 516882"/>
                <a:gd name="connsiteX589" fmla="*/ 7397 w 421107"/>
                <a:gd name="connsiteY589" fmla="*/ 196 h 516882"/>
                <a:gd name="connsiteX590" fmla="*/ 9484 w 421107"/>
                <a:gd name="connsiteY590" fmla="*/ 191 h 516882"/>
                <a:gd name="connsiteX591" fmla="*/ 16501 w 421107"/>
                <a:gd name="connsiteY591" fmla="*/ 189 h 516882"/>
                <a:gd name="connsiteX592" fmla="*/ 21546 w 421107"/>
                <a:gd name="connsiteY592" fmla="*/ 183 h 516882"/>
                <a:gd name="connsiteX593" fmla="*/ 35481 w 421107"/>
                <a:gd name="connsiteY593" fmla="*/ 175 h 516882"/>
                <a:gd name="connsiteX594" fmla="*/ 48943 w 421107"/>
                <a:gd name="connsiteY594" fmla="*/ 164 h 516882"/>
                <a:gd name="connsiteX595" fmla="*/ 85025 w 421107"/>
                <a:gd name="connsiteY595" fmla="*/ 144 h 516882"/>
                <a:gd name="connsiteX596" fmla="*/ 102082 w 421107"/>
                <a:gd name="connsiteY596" fmla="*/ 137 h 516882"/>
                <a:gd name="connsiteX597" fmla="*/ 160432 w 421107"/>
                <a:gd name="connsiteY597" fmla="*/ 117 h 516882"/>
                <a:gd name="connsiteX598" fmla="*/ 164097 w 421107"/>
                <a:gd name="connsiteY598" fmla="*/ 116 h 516882"/>
                <a:gd name="connsiteX599" fmla="*/ 167770 w 421107"/>
                <a:gd name="connsiteY599" fmla="*/ 116 h 516882"/>
                <a:gd name="connsiteX600" fmla="*/ 175141 w 421107"/>
                <a:gd name="connsiteY600" fmla="*/ 115 h 516882"/>
                <a:gd name="connsiteX601" fmla="*/ 176987 w 421107"/>
                <a:gd name="connsiteY601" fmla="*/ 115 h 516882"/>
                <a:gd name="connsiteX602" fmla="*/ 236277 w 421107"/>
                <a:gd name="connsiteY602" fmla="*/ 83 h 516882"/>
                <a:gd name="connsiteX603" fmla="*/ 298911 w 421107"/>
                <a:gd name="connsiteY603" fmla="*/ 53 h 516882"/>
                <a:gd name="connsiteX604" fmla="*/ 305780 w 421107"/>
                <a:gd name="connsiteY604" fmla="*/ 53 h 516882"/>
                <a:gd name="connsiteX605" fmla="*/ 307489 w 421107"/>
                <a:gd name="connsiteY605" fmla="*/ 53 h 516882"/>
                <a:gd name="connsiteX606" fmla="*/ 334766 w 421107"/>
                <a:gd name="connsiteY606" fmla="*/ 33 h 516882"/>
                <a:gd name="connsiteX607" fmla="*/ 362157 w 421107"/>
                <a:gd name="connsiteY607" fmla="*/ 26 h 516882"/>
                <a:gd name="connsiteX608" fmla="*/ 377009 w 421107"/>
                <a:gd name="connsiteY608" fmla="*/ 18 h 516882"/>
                <a:gd name="connsiteX609" fmla="*/ 390585 w 421107"/>
                <a:gd name="connsiteY609" fmla="*/ 18 h 516882"/>
                <a:gd name="connsiteX610" fmla="*/ 395517 w 421107"/>
                <a:gd name="connsiteY610" fmla="*/ 11 h 516882"/>
                <a:gd name="connsiteX611" fmla="*/ 402180 w 421107"/>
                <a:gd name="connsiteY611" fmla="*/ 17 h 516882"/>
                <a:gd name="connsiteX612" fmla="*/ 404150 w 421107"/>
                <a:gd name="connsiteY612" fmla="*/ 0 h 51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Lst>
              <a:rect l="l" t="t" r="r" b="b"/>
              <a:pathLst>
                <a:path w="421107" h="516882">
                  <a:moveTo>
                    <a:pt x="241615" y="356471"/>
                  </a:moveTo>
                  <a:cubicBezTo>
                    <a:pt x="238775" y="356471"/>
                    <a:pt x="238775" y="356471"/>
                    <a:pt x="238220" y="359494"/>
                  </a:cubicBezTo>
                  <a:cubicBezTo>
                    <a:pt x="238109" y="360237"/>
                    <a:pt x="238002" y="360959"/>
                    <a:pt x="237894" y="361680"/>
                  </a:cubicBezTo>
                  <a:cubicBezTo>
                    <a:pt x="237388" y="361680"/>
                    <a:pt x="236897" y="361680"/>
                    <a:pt x="236406" y="361680"/>
                  </a:cubicBezTo>
                  <a:cubicBezTo>
                    <a:pt x="235842" y="362596"/>
                    <a:pt x="235842" y="362596"/>
                    <a:pt x="235290" y="363494"/>
                  </a:cubicBezTo>
                  <a:cubicBezTo>
                    <a:pt x="234726" y="364457"/>
                    <a:pt x="234726" y="364457"/>
                    <a:pt x="234174" y="365401"/>
                  </a:cubicBezTo>
                  <a:cubicBezTo>
                    <a:pt x="233668" y="365654"/>
                    <a:pt x="233176" y="365899"/>
                    <a:pt x="232685" y="366145"/>
                  </a:cubicBezTo>
                  <a:cubicBezTo>
                    <a:pt x="232444" y="367139"/>
                    <a:pt x="232197" y="368131"/>
                    <a:pt x="231941" y="369121"/>
                  </a:cubicBezTo>
                  <a:cubicBezTo>
                    <a:pt x="231435" y="369121"/>
                    <a:pt x="230944" y="369121"/>
                    <a:pt x="230453" y="369121"/>
                  </a:cubicBezTo>
                  <a:cubicBezTo>
                    <a:pt x="230200" y="369754"/>
                    <a:pt x="229954" y="370368"/>
                    <a:pt x="229709" y="370982"/>
                  </a:cubicBezTo>
                  <a:cubicBezTo>
                    <a:pt x="229456" y="371614"/>
                    <a:pt x="229210" y="372228"/>
                    <a:pt x="228965" y="372842"/>
                  </a:cubicBezTo>
                  <a:cubicBezTo>
                    <a:pt x="228459" y="372842"/>
                    <a:pt x="227967" y="372842"/>
                    <a:pt x="227476" y="372842"/>
                  </a:cubicBezTo>
                  <a:cubicBezTo>
                    <a:pt x="227251" y="373840"/>
                    <a:pt x="227001" y="374832"/>
                    <a:pt x="226732" y="375819"/>
                  </a:cubicBezTo>
                  <a:cubicBezTo>
                    <a:pt x="225973" y="376072"/>
                    <a:pt x="225236" y="376317"/>
                    <a:pt x="224500" y="376563"/>
                  </a:cubicBezTo>
                  <a:cubicBezTo>
                    <a:pt x="224357" y="377085"/>
                    <a:pt x="224219" y="377591"/>
                    <a:pt x="224081" y="378098"/>
                  </a:cubicBezTo>
                  <a:cubicBezTo>
                    <a:pt x="223970" y="378588"/>
                    <a:pt x="223863" y="379064"/>
                    <a:pt x="223756" y="379539"/>
                  </a:cubicBezTo>
                  <a:cubicBezTo>
                    <a:pt x="223250" y="379539"/>
                    <a:pt x="222758" y="379539"/>
                    <a:pt x="222267" y="379539"/>
                  </a:cubicBezTo>
                  <a:cubicBezTo>
                    <a:pt x="221798" y="380790"/>
                    <a:pt x="221301" y="382031"/>
                    <a:pt x="220779" y="383260"/>
                  </a:cubicBezTo>
                  <a:cubicBezTo>
                    <a:pt x="220020" y="383260"/>
                    <a:pt x="219283" y="383260"/>
                    <a:pt x="218547" y="383260"/>
                  </a:cubicBezTo>
                  <a:cubicBezTo>
                    <a:pt x="217418" y="385517"/>
                    <a:pt x="215833" y="387411"/>
                    <a:pt x="214082" y="389213"/>
                  </a:cubicBezTo>
                  <a:cubicBezTo>
                    <a:pt x="213084" y="389698"/>
                    <a:pt x="212090" y="390191"/>
                    <a:pt x="211105" y="390701"/>
                  </a:cubicBezTo>
                  <a:cubicBezTo>
                    <a:pt x="211105" y="391713"/>
                    <a:pt x="211105" y="392696"/>
                    <a:pt x="211105" y="393678"/>
                  </a:cubicBezTo>
                  <a:cubicBezTo>
                    <a:pt x="210093" y="393678"/>
                    <a:pt x="209111" y="393678"/>
                    <a:pt x="208129" y="393678"/>
                  </a:cubicBezTo>
                  <a:cubicBezTo>
                    <a:pt x="208002" y="394168"/>
                    <a:pt x="207879" y="394644"/>
                    <a:pt x="207757" y="395120"/>
                  </a:cubicBezTo>
                  <a:cubicBezTo>
                    <a:pt x="207630" y="395642"/>
                    <a:pt x="207507" y="396148"/>
                    <a:pt x="207384" y="396655"/>
                  </a:cubicBezTo>
                  <a:cubicBezTo>
                    <a:pt x="206392" y="396903"/>
                    <a:pt x="205400" y="397151"/>
                    <a:pt x="204408" y="397399"/>
                  </a:cubicBezTo>
                  <a:cubicBezTo>
                    <a:pt x="204167" y="398393"/>
                    <a:pt x="203919" y="399385"/>
                    <a:pt x="203664" y="400375"/>
                  </a:cubicBezTo>
                  <a:cubicBezTo>
                    <a:pt x="202652" y="400375"/>
                    <a:pt x="201669" y="400375"/>
                    <a:pt x="200687" y="400375"/>
                  </a:cubicBezTo>
                  <a:cubicBezTo>
                    <a:pt x="200292" y="400865"/>
                    <a:pt x="199908" y="401341"/>
                    <a:pt x="199524" y="401817"/>
                  </a:cubicBezTo>
                  <a:cubicBezTo>
                    <a:pt x="199161" y="402339"/>
                    <a:pt x="198808" y="402845"/>
                    <a:pt x="198455" y="403352"/>
                  </a:cubicBezTo>
                  <a:cubicBezTo>
                    <a:pt x="197696" y="403605"/>
                    <a:pt x="196959" y="403850"/>
                    <a:pt x="196222" y="404096"/>
                  </a:cubicBezTo>
                  <a:cubicBezTo>
                    <a:pt x="195546" y="405634"/>
                    <a:pt x="195546" y="405634"/>
                    <a:pt x="194734" y="407073"/>
                  </a:cubicBezTo>
                  <a:cubicBezTo>
                    <a:pt x="193722" y="407073"/>
                    <a:pt x="192740" y="407073"/>
                    <a:pt x="191758" y="407073"/>
                  </a:cubicBezTo>
                  <a:cubicBezTo>
                    <a:pt x="191507" y="408945"/>
                    <a:pt x="191507" y="408945"/>
                    <a:pt x="191013" y="410793"/>
                  </a:cubicBezTo>
                  <a:cubicBezTo>
                    <a:pt x="190270" y="410809"/>
                    <a:pt x="189549" y="410824"/>
                    <a:pt x="188827" y="410840"/>
                  </a:cubicBezTo>
                  <a:cubicBezTo>
                    <a:pt x="188053" y="410824"/>
                    <a:pt x="187301" y="410809"/>
                    <a:pt x="186549" y="410793"/>
                  </a:cubicBezTo>
                  <a:cubicBezTo>
                    <a:pt x="186280" y="411283"/>
                    <a:pt x="186019" y="411759"/>
                    <a:pt x="185758" y="412235"/>
                  </a:cubicBezTo>
                  <a:cubicBezTo>
                    <a:pt x="185521" y="412757"/>
                    <a:pt x="185290" y="413263"/>
                    <a:pt x="185060" y="413770"/>
                  </a:cubicBezTo>
                  <a:cubicBezTo>
                    <a:pt x="183819" y="414012"/>
                    <a:pt x="182579" y="414260"/>
                    <a:pt x="181340" y="414514"/>
                  </a:cubicBezTo>
                  <a:cubicBezTo>
                    <a:pt x="181088" y="416017"/>
                    <a:pt x="181088" y="416017"/>
                    <a:pt x="180595" y="417491"/>
                  </a:cubicBezTo>
                  <a:cubicBezTo>
                    <a:pt x="179694" y="417680"/>
                    <a:pt x="178819" y="417864"/>
                    <a:pt x="177944" y="418049"/>
                  </a:cubicBezTo>
                  <a:cubicBezTo>
                    <a:pt x="177075" y="418112"/>
                    <a:pt x="176231" y="418173"/>
                    <a:pt x="175386" y="418235"/>
                  </a:cubicBezTo>
                  <a:cubicBezTo>
                    <a:pt x="175386" y="419247"/>
                    <a:pt x="175386" y="420229"/>
                    <a:pt x="175386" y="421211"/>
                  </a:cubicBezTo>
                  <a:cubicBezTo>
                    <a:pt x="173201" y="421025"/>
                    <a:pt x="173201" y="421025"/>
                    <a:pt x="170922" y="421211"/>
                  </a:cubicBezTo>
                  <a:cubicBezTo>
                    <a:pt x="170696" y="422209"/>
                    <a:pt x="170447" y="423201"/>
                    <a:pt x="170177" y="424188"/>
                  </a:cubicBezTo>
                  <a:cubicBezTo>
                    <a:pt x="169292" y="424330"/>
                    <a:pt x="168432" y="424468"/>
                    <a:pt x="167573" y="424606"/>
                  </a:cubicBezTo>
                  <a:cubicBezTo>
                    <a:pt x="166258" y="424771"/>
                    <a:pt x="166258" y="424771"/>
                    <a:pt x="164968" y="424932"/>
                  </a:cubicBezTo>
                  <a:cubicBezTo>
                    <a:pt x="164593" y="426059"/>
                    <a:pt x="164593" y="426059"/>
                    <a:pt x="164224" y="427164"/>
                  </a:cubicBezTo>
                  <a:cubicBezTo>
                    <a:pt x="162822" y="427651"/>
                    <a:pt x="162822" y="427651"/>
                    <a:pt x="161201" y="427862"/>
                  </a:cubicBezTo>
                  <a:cubicBezTo>
                    <a:pt x="159547" y="428115"/>
                    <a:pt x="159547" y="428115"/>
                    <a:pt x="158271" y="428653"/>
                  </a:cubicBezTo>
                  <a:cubicBezTo>
                    <a:pt x="158271" y="429665"/>
                    <a:pt x="158271" y="430647"/>
                    <a:pt x="158271" y="431629"/>
                  </a:cubicBezTo>
                  <a:cubicBezTo>
                    <a:pt x="157275" y="431582"/>
                    <a:pt x="156308" y="431536"/>
                    <a:pt x="155341" y="431490"/>
                  </a:cubicBezTo>
                  <a:cubicBezTo>
                    <a:pt x="153693" y="431411"/>
                    <a:pt x="153693" y="431411"/>
                    <a:pt x="152318" y="431629"/>
                  </a:cubicBezTo>
                  <a:cubicBezTo>
                    <a:pt x="151942" y="432757"/>
                    <a:pt x="151942" y="432757"/>
                    <a:pt x="151574" y="433862"/>
                  </a:cubicBezTo>
                  <a:cubicBezTo>
                    <a:pt x="150000" y="434350"/>
                    <a:pt x="150000" y="434350"/>
                    <a:pt x="148179" y="434559"/>
                  </a:cubicBezTo>
                  <a:cubicBezTo>
                    <a:pt x="146316" y="434812"/>
                    <a:pt x="146316" y="434812"/>
                    <a:pt x="144877" y="435350"/>
                  </a:cubicBezTo>
                  <a:cubicBezTo>
                    <a:pt x="144877" y="436362"/>
                    <a:pt x="144877" y="437344"/>
                    <a:pt x="144877" y="438326"/>
                  </a:cubicBezTo>
                  <a:cubicBezTo>
                    <a:pt x="143896" y="438279"/>
                    <a:pt x="142945" y="438233"/>
                    <a:pt x="141993" y="438187"/>
                  </a:cubicBezTo>
                  <a:cubicBezTo>
                    <a:pt x="140371" y="438108"/>
                    <a:pt x="140371" y="438108"/>
                    <a:pt x="138924" y="438326"/>
                  </a:cubicBezTo>
                  <a:cubicBezTo>
                    <a:pt x="138418" y="439085"/>
                    <a:pt x="137926" y="439822"/>
                    <a:pt x="137435" y="440559"/>
                  </a:cubicBezTo>
                  <a:cubicBezTo>
                    <a:pt x="136455" y="440701"/>
                    <a:pt x="135503" y="440839"/>
                    <a:pt x="134552" y="440977"/>
                  </a:cubicBezTo>
                  <a:cubicBezTo>
                    <a:pt x="130583" y="441343"/>
                    <a:pt x="128766" y="442596"/>
                    <a:pt x="125529" y="445024"/>
                  </a:cubicBezTo>
                  <a:cubicBezTo>
                    <a:pt x="196624" y="445024"/>
                    <a:pt x="265628" y="445024"/>
                    <a:pt x="334633" y="445024"/>
                  </a:cubicBezTo>
                  <a:cubicBezTo>
                    <a:pt x="334380" y="444265"/>
                    <a:pt x="334134" y="443528"/>
                    <a:pt x="333888" y="442791"/>
                  </a:cubicBezTo>
                  <a:cubicBezTo>
                    <a:pt x="332894" y="442550"/>
                    <a:pt x="331902" y="442303"/>
                    <a:pt x="330912" y="442047"/>
                  </a:cubicBezTo>
                  <a:cubicBezTo>
                    <a:pt x="330912" y="441288"/>
                    <a:pt x="330912" y="440551"/>
                    <a:pt x="330912" y="439815"/>
                  </a:cubicBezTo>
                  <a:cubicBezTo>
                    <a:pt x="330453" y="439453"/>
                    <a:pt x="330008" y="439102"/>
                    <a:pt x="329563" y="438751"/>
                  </a:cubicBezTo>
                  <a:cubicBezTo>
                    <a:pt x="327813" y="437495"/>
                    <a:pt x="326906" y="436285"/>
                    <a:pt x="325703" y="434513"/>
                  </a:cubicBezTo>
                  <a:cubicBezTo>
                    <a:pt x="324633" y="432926"/>
                    <a:pt x="324633" y="432926"/>
                    <a:pt x="323470" y="431629"/>
                  </a:cubicBezTo>
                  <a:cubicBezTo>
                    <a:pt x="322473" y="431405"/>
                    <a:pt x="321479" y="431161"/>
                    <a:pt x="320494" y="430885"/>
                  </a:cubicBezTo>
                  <a:cubicBezTo>
                    <a:pt x="320494" y="429873"/>
                    <a:pt x="320494" y="428891"/>
                    <a:pt x="320494" y="427908"/>
                  </a:cubicBezTo>
                  <a:cubicBezTo>
                    <a:pt x="319988" y="427766"/>
                    <a:pt x="319497" y="427628"/>
                    <a:pt x="319006" y="427490"/>
                  </a:cubicBezTo>
                  <a:cubicBezTo>
                    <a:pt x="318500" y="427379"/>
                    <a:pt x="318008" y="427272"/>
                    <a:pt x="317517" y="427164"/>
                  </a:cubicBezTo>
                  <a:cubicBezTo>
                    <a:pt x="317517" y="426405"/>
                    <a:pt x="317517" y="425669"/>
                    <a:pt x="317517" y="424932"/>
                  </a:cubicBezTo>
                  <a:cubicBezTo>
                    <a:pt x="316758" y="424679"/>
                    <a:pt x="316022" y="424433"/>
                    <a:pt x="315285" y="424188"/>
                  </a:cubicBezTo>
                  <a:cubicBezTo>
                    <a:pt x="314533" y="423060"/>
                    <a:pt x="314533" y="423060"/>
                    <a:pt x="313797" y="421955"/>
                  </a:cubicBezTo>
                  <a:cubicBezTo>
                    <a:pt x="311482" y="420412"/>
                    <a:pt x="309732" y="418784"/>
                    <a:pt x="307843" y="416746"/>
                  </a:cubicBezTo>
                  <a:cubicBezTo>
                    <a:pt x="307590" y="415987"/>
                    <a:pt x="307345" y="415251"/>
                    <a:pt x="307099" y="414514"/>
                  </a:cubicBezTo>
                  <a:cubicBezTo>
                    <a:pt x="306105" y="414273"/>
                    <a:pt x="305113" y="414025"/>
                    <a:pt x="304123" y="413770"/>
                  </a:cubicBezTo>
                  <a:cubicBezTo>
                    <a:pt x="304123" y="413011"/>
                    <a:pt x="304123" y="412274"/>
                    <a:pt x="304123" y="411537"/>
                  </a:cubicBezTo>
                  <a:cubicBezTo>
                    <a:pt x="303490" y="411411"/>
                    <a:pt x="302876" y="411288"/>
                    <a:pt x="302262" y="411165"/>
                  </a:cubicBezTo>
                  <a:cubicBezTo>
                    <a:pt x="301630" y="411039"/>
                    <a:pt x="301016" y="410916"/>
                    <a:pt x="300402" y="410793"/>
                  </a:cubicBezTo>
                  <a:cubicBezTo>
                    <a:pt x="300402" y="410034"/>
                    <a:pt x="300402" y="409298"/>
                    <a:pt x="300402" y="408561"/>
                  </a:cubicBezTo>
                  <a:cubicBezTo>
                    <a:pt x="299155" y="408081"/>
                    <a:pt x="297915" y="407584"/>
                    <a:pt x="296681" y="407073"/>
                  </a:cubicBezTo>
                  <a:cubicBezTo>
                    <a:pt x="296539" y="406551"/>
                    <a:pt x="296401" y="406044"/>
                    <a:pt x="296263" y="405538"/>
                  </a:cubicBezTo>
                  <a:cubicBezTo>
                    <a:pt x="296098" y="404810"/>
                    <a:pt x="296098" y="404810"/>
                    <a:pt x="295937" y="404096"/>
                  </a:cubicBezTo>
                  <a:cubicBezTo>
                    <a:pt x="295415" y="403954"/>
                    <a:pt x="294909" y="403816"/>
                    <a:pt x="294402" y="403677"/>
                  </a:cubicBezTo>
                  <a:cubicBezTo>
                    <a:pt x="293912" y="403567"/>
                    <a:pt x="293436" y="403459"/>
                    <a:pt x="292961" y="403352"/>
                  </a:cubicBezTo>
                  <a:cubicBezTo>
                    <a:pt x="292961" y="402593"/>
                    <a:pt x="292961" y="401856"/>
                    <a:pt x="292961" y="401119"/>
                  </a:cubicBezTo>
                  <a:cubicBezTo>
                    <a:pt x="292328" y="400993"/>
                    <a:pt x="291714" y="400870"/>
                    <a:pt x="291100" y="400747"/>
                  </a:cubicBezTo>
                  <a:cubicBezTo>
                    <a:pt x="290468" y="400621"/>
                    <a:pt x="289854" y="400498"/>
                    <a:pt x="289240" y="400375"/>
                  </a:cubicBezTo>
                  <a:cubicBezTo>
                    <a:pt x="289240" y="399616"/>
                    <a:pt x="289240" y="398880"/>
                    <a:pt x="289240" y="398143"/>
                  </a:cubicBezTo>
                  <a:cubicBezTo>
                    <a:pt x="288607" y="397890"/>
                    <a:pt x="287994" y="397644"/>
                    <a:pt x="287380" y="397399"/>
                  </a:cubicBezTo>
                  <a:cubicBezTo>
                    <a:pt x="286747" y="397146"/>
                    <a:pt x="286133" y="396900"/>
                    <a:pt x="285519" y="396655"/>
                  </a:cubicBezTo>
                  <a:cubicBezTo>
                    <a:pt x="285519" y="395896"/>
                    <a:pt x="285519" y="395159"/>
                    <a:pt x="285519" y="394422"/>
                  </a:cubicBezTo>
                  <a:cubicBezTo>
                    <a:pt x="284522" y="394197"/>
                    <a:pt x="283529" y="393947"/>
                    <a:pt x="282543" y="393678"/>
                  </a:cubicBezTo>
                  <a:cubicBezTo>
                    <a:pt x="282264" y="392190"/>
                    <a:pt x="282264" y="392190"/>
                    <a:pt x="281799" y="390701"/>
                  </a:cubicBezTo>
                  <a:cubicBezTo>
                    <a:pt x="281024" y="390512"/>
                    <a:pt x="280272" y="390328"/>
                    <a:pt x="279520" y="390143"/>
                  </a:cubicBezTo>
                  <a:cubicBezTo>
                    <a:pt x="278776" y="390080"/>
                    <a:pt x="278055" y="390019"/>
                    <a:pt x="277334" y="389957"/>
                  </a:cubicBezTo>
                  <a:cubicBezTo>
                    <a:pt x="277334" y="389198"/>
                    <a:pt x="277334" y="388462"/>
                    <a:pt x="277334" y="387725"/>
                  </a:cubicBezTo>
                  <a:cubicBezTo>
                    <a:pt x="275662" y="385775"/>
                    <a:pt x="274459" y="384239"/>
                    <a:pt x="271939" y="383539"/>
                  </a:cubicBezTo>
                  <a:cubicBezTo>
                    <a:pt x="271496" y="383444"/>
                    <a:pt x="271066" y="383352"/>
                    <a:pt x="270636" y="383260"/>
                  </a:cubicBezTo>
                  <a:cubicBezTo>
                    <a:pt x="270383" y="382501"/>
                    <a:pt x="270138" y="381764"/>
                    <a:pt x="269892" y="381028"/>
                  </a:cubicBezTo>
                  <a:cubicBezTo>
                    <a:pt x="268648" y="380542"/>
                    <a:pt x="267407" y="380046"/>
                    <a:pt x="266172" y="379539"/>
                  </a:cubicBezTo>
                  <a:cubicBezTo>
                    <a:pt x="266172" y="378780"/>
                    <a:pt x="266172" y="378044"/>
                    <a:pt x="266172" y="377307"/>
                  </a:cubicBezTo>
                  <a:cubicBezTo>
                    <a:pt x="265539" y="377180"/>
                    <a:pt x="264925" y="377058"/>
                    <a:pt x="264311" y="376935"/>
                  </a:cubicBezTo>
                  <a:cubicBezTo>
                    <a:pt x="263679" y="376808"/>
                    <a:pt x="263065" y="376686"/>
                    <a:pt x="262451" y="376563"/>
                  </a:cubicBezTo>
                  <a:cubicBezTo>
                    <a:pt x="262451" y="375804"/>
                    <a:pt x="262451" y="375067"/>
                    <a:pt x="262451" y="374330"/>
                  </a:cubicBezTo>
                  <a:cubicBezTo>
                    <a:pt x="261692" y="374077"/>
                    <a:pt x="260955" y="373832"/>
                    <a:pt x="260218" y="373586"/>
                  </a:cubicBezTo>
                  <a:cubicBezTo>
                    <a:pt x="259459" y="373333"/>
                    <a:pt x="258723" y="373088"/>
                    <a:pt x="257986" y="372842"/>
                  </a:cubicBezTo>
                  <a:cubicBezTo>
                    <a:pt x="257986" y="372083"/>
                    <a:pt x="257986" y="371346"/>
                    <a:pt x="257986" y="370610"/>
                  </a:cubicBezTo>
                  <a:cubicBezTo>
                    <a:pt x="256740" y="370392"/>
                    <a:pt x="255499" y="370143"/>
                    <a:pt x="254265" y="369866"/>
                  </a:cubicBezTo>
                  <a:cubicBezTo>
                    <a:pt x="254265" y="368853"/>
                    <a:pt x="254265" y="367871"/>
                    <a:pt x="254265" y="366889"/>
                  </a:cubicBezTo>
                  <a:cubicBezTo>
                    <a:pt x="252747" y="366636"/>
                    <a:pt x="251274" y="366390"/>
                    <a:pt x="249800" y="366145"/>
                  </a:cubicBezTo>
                  <a:cubicBezTo>
                    <a:pt x="249800" y="365133"/>
                    <a:pt x="249800" y="364151"/>
                    <a:pt x="249800" y="363168"/>
                  </a:cubicBezTo>
                  <a:cubicBezTo>
                    <a:pt x="249310" y="363026"/>
                    <a:pt x="248835" y="362888"/>
                    <a:pt x="248359" y="362750"/>
                  </a:cubicBezTo>
                  <a:cubicBezTo>
                    <a:pt x="247837" y="362639"/>
                    <a:pt x="247330" y="362532"/>
                    <a:pt x="246824" y="362424"/>
                  </a:cubicBezTo>
                  <a:cubicBezTo>
                    <a:pt x="246571" y="361665"/>
                    <a:pt x="246325" y="360928"/>
                    <a:pt x="246080" y="360192"/>
                  </a:cubicBezTo>
                  <a:cubicBezTo>
                    <a:pt x="245305" y="360018"/>
                    <a:pt x="244553" y="359849"/>
                    <a:pt x="243801" y="359680"/>
                  </a:cubicBezTo>
                  <a:cubicBezTo>
                    <a:pt x="243058" y="359601"/>
                    <a:pt x="242336" y="359524"/>
                    <a:pt x="241615" y="359448"/>
                  </a:cubicBezTo>
                  <a:cubicBezTo>
                    <a:pt x="241615" y="358436"/>
                    <a:pt x="241615" y="357453"/>
                    <a:pt x="241615" y="356471"/>
                  </a:cubicBezTo>
                  <a:close/>
                  <a:moveTo>
                    <a:pt x="60546" y="74063"/>
                  </a:moveTo>
                  <a:cubicBezTo>
                    <a:pt x="59796" y="76311"/>
                    <a:pt x="59711" y="78159"/>
                    <a:pt x="59703" y="80511"/>
                  </a:cubicBezTo>
                  <a:cubicBezTo>
                    <a:pt x="59705" y="81107"/>
                    <a:pt x="59706" y="81687"/>
                    <a:pt x="59708" y="82266"/>
                  </a:cubicBezTo>
                  <a:cubicBezTo>
                    <a:pt x="59705" y="84253"/>
                    <a:pt x="59702" y="86241"/>
                    <a:pt x="59704" y="88229"/>
                  </a:cubicBezTo>
                  <a:cubicBezTo>
                    <a:pt x="59706" y="89698"/>
                    <a:pt x="59707" y="91168"/>
                    <a:pt x="59706" y="92638"/>
                  </a:cubicBezTo>
                  <a:cubicBezTo>
                    <a:pt x="59702" y="96686"/>
                    <a:pt x="59701" y="100734"/>
                    <a:pt x="59703" y="104782"/>
                  </a:cubicBezTo>
                  <a:cubicBezTo>
                    <a:pt x="59705" y="109210"/>
                    <a:pt x="59705" y="113639"/>
                    <a:pt x="59703" y="118067"/>
                  </a:cubicBezTo>
                  <a:cubicBezTo>
                    <a:pt x="59699" y="126739"/>
                    <a:pt x="59698" y="135411"/>
                    <a:pt x="59700" y="144083"/>
                  </a:cubicBezTo>
                  <a:cubicBezTo>
                    <a:pt x="59702" y="151713"/>
                    <a:pt x="59703" y="159343"/>
                    <a:pt x="59702" y="166974"/>
                  </a:cubicBezTo>
                  <a:cubicBezTo>
                    <a:pt x="59702" y="167494"/>
                    <a:pt x="59702" y="167998"/>
                    <a:pt x="59702" y="168503"/>
                  </a:cubicBezTo>
                  <a:cubicBezTo>
                    <a:pt x="59702" y="170552"/>
                    <a:pt x="59702" y="172602"/>
                    <a:pt x="59701" y="174652"/>
                  </a:cubicBezTo>
                  <a:cubicBezTo>
                    <a:pt x="59699" y="193889"/>
                    <a:pt x="59701" y="213126"/>
                    <a:pt x="59705" y="232364"/>
                  </a:cubicBezTo>
                  <a:cubicBezTo>
                    <a:pt x="59708" y="249494"/>
                    <a:pt x="59708" y="266625"/>
                    <a:pt x="59705" y="283755"/>
                  </a:cubicBezTo>
                  <a:cubicBezTo>
                    <a:pt x="59701" y="303026"/>
                    <a:pt x="59699" y="322297"/>
                    <a:pt x="59701" y="341567"/>
                  </a:cubicBezTo>
                  <a:cubicBezTo>
                    <a:pt x="59701" y="343621"/>
                    <a:pt x="59702" y="345675"/>
                    <a:pt x="59702" y="347729"/>
                  </a:cubicBezTo>
                  <a:cubicBezTo>
                    <a:pt x="59702" y="348250"/>
                    <a:pt x="59702" y="348756"/>
                    <a:pt x="59702" y="349262"/>
                  </a:cubicBezTo>
                  <a:cubicBezTo>
                    <a:pt x="59703" y="356895"/>
                    <a:pt x="59702" y="364527"/>
                    <a:pt x="59701" y="372160"/>
                  </a:cubicBezTo>
                  <a:cubicBezTo>
                    <a:pt x="59699" y="380424"/>
                    <a:pt x="59698" y="388688"/>
                    <a:pt x="59701" y="396952"/>
                  </a:cubicBezTo>
                  <a:cubicBezTo>
                    <a:pt x="59703" y="401428"/>
                    <a:pt x="59706" y="405904"/>
                    <a:pt x="59704" y="410380"/>
                  </a:cubicBezTo>
                  <a:cubicBezTo>
                    <a:pt x="59702" y="414533"/>
                    <a:pt x="59701" y="418686"/>
                    <a:pt x="59704" y="422839"/>
                  </a:cubicBezTo>
                  <a:cubicBezTo>
                    <a:pt x="59705" y="424348"/>
                    <a:pt x="59706" y="425856"/>
                    <a:pt x="59707" y="427365"/>
                  </a:cubicBezTo>
                  <a:cubicBezTo>
                    <a:pt x="59705" y="429453"/>
                    <a:pt x="59702" y="431542"/>
                    <a:pt x="59705" y="433630"/>
                  </a:cubicBezTo>
                  <a:cubicBezTo>
                    <a:pt x="59706" y="434580"/>
                    <a:pt x="59706" y="434580"/>
                    <a:pt x="59708" y="435511"/>
                  </a:cubicBezTo>
                  <a:cubicBezTo>
                    <a:pt x="59698" y="438934"/>
                    <a:pt x="59868" y="442001"/>
                    <a:pt x="60546" y="445389"/>
                  </a:cubicBezTo>
                  <a:cubicBezTo>
                    <a:pt x="76738" y="445136"/>
                    <a:pt x="92455" y="444891"/>
                    <a:pt x="108171" y="444645"/>
                  </a:cubicBezTo>
                  <a:cubicBezTo>
                    <a:pt x="107665" y="443380"/>
                    <a:pt x="107174" y="442152"/>
                    <a:pt x="106682" y="440924"/>
                  </a:cubicBezTo>
                  <a:cubicBezTo>
                    <a:pt x="105923" y="440671"/>
                    <a:pt x="105187" y="440426"/>
                    <a:pt x="104450" y="440180"/>
                  </a:cubicBezTo>
                  <a:cubicBezTo>
                    <a:pt x="104276" y="439279"/>
                    <a:pt x="104107" y="438404"/>
                    <a:pt x="103938" y="437529"/>
                  </a:cubicBezTo>
                  <a:cubicBezTo>
                    <a:pt x="103859" y="436659"/>
                    <a:pt x="103783" y="435815"/>
                    <a:pt x="103706" y="434971"/>
                  </a:cubicBezTo>
                  <a:cubicBezTo>
                    <a:pt x="102947" y="434971"/>
                    <a:pt x="102210" y="434971"/>
                    <a:pt x="101474" y="434971"/>
                  </a:cubicBezTo>
                  <a:cubicBezTo>
                    <a:pt x="101474" y="433453"/>
                    <a:pt x="101474" y="431980"/>
                    <a:pt x="101474" y="430506"/>
                  </a:cubicBezTo>
                  <a:cubicBezTo>
                    <a:pt x="100714" y="430506"/>
                    <a:pt x="99978" y="430506"/>
                    <a:pt x="99241" y="430506"/>
                  </a:cubicBezTo>
                  <a:cubicBezTo>
                    <a:pt x="99099" y="429890"/>
                    <a:pt x="98961" y="429291"/>
                    <a:pt x="98823" y="428692"/>
                  </a:cubicBezTo>
                  <a:cubicBezTo>
                    <a:pt x="98658" y="427730"/>
                    <a:pt x="98658" y="427730"/>
                    <a:pt x="98497" y="426786"/>
                  </a:cubicBezTo>
                  <a:cubicBezTo>
                    <a:pt x="97991" y="426533"/>
                    <a:pt x="97500" y="426287"/>
                    <a:pt x="97009" y="426041"/>
                  </a:cubicBezTo>
                  <a:cubicBezTo>
                    <a:pt x="96540" y="424791"/>
                    <a:pt x="96043" y="423550"/>
                    <a:pt x="95520" y="422321"/>
                  </a:cubicBezTo>
                  <a:cubicBezTo>
                    <a:pt x="94761" y="422068"/>
                    <a:pt x="94025" y="421822"/>
                    <a:pt x="93288" y="421577"/>
                  </a:cubicBezTo>
                  <a:cubicBezTo>
                    <a:pt x="93046" y="420335"/>
                    <a:pt x="92798" y="419095"/>
                    <a:pt x="92544" y="417856"/>
                  </a:cubicBezTo>
                  <a:cubicBezTo>
                    <a:pt x="91785" y="417856"/>
                    <a:pt x="91048" y="417856"/>
                    <a:pt x="90311" y="417856"/>
                  </a:cubicBezTo>
                  <a:cubicBezTo>
                    <a:pt x="90451" y="416042"/>
                    <a:pt x="90451" y="416042"/>
                    <a:pt x="90311" y="414135"/>
                  </a:cubicBezTo>
                  <a:cubicBezTo>
                    <a:pt x="89552" y="413882"/>
                    <a:pt x="88816" y="413637"/>
                    <a:pt x="88079" y="413391"/>
                  </a:cubicBezTo>
                  <a:cubicBezTo>
                    <a:pt x="88079" y="411159"/>
                    <a:pt x="88079" y="411159"/>
                    <a:pt x="87009" y="410042"/>
                  </a:cubicBezTo>
                  <a:cubicBezTo>
                    <a:pt x="86422" y="409479"/>
                    <a:pt x="86422" y="409479"/>
                    <a:pt x="85847" y="408926"/>
                  </a:cubicBezTo>
                  <a:cubicBezTo>
                    <a:pt x="85471" y="407799"/>
                    <a:pt x="85471" y="407799"/>
                    <a:pt x="85102" y="406694"/>
                  </a:cubicBezTo>
                  <a:cubicBezTo>
                    <a:pt x="84343" y="406694"/>
                    <a:pt x="83607" y="406694"/>
                    <a:pt x="82870" y="406694"/>
                  </a:cubicBezTo>
                  <a:cubicBezTo>
                    <a:pt x="82870" y="405935"/>
                    <a:pt x="82870" y="405198"/>
                    <a:pt x="82870" y="404461"/>
                  </a:cubicBezTo>
                  <a:cubicBezTo>
                    <a:pt x="82364" y="404208"/>
                    <a:pt x="81873" y="403963"/>
                    <a:pt x="81382" y="403717"/>
                  </a:cubicBezTo>
                  <a:cubicBezTo>
                    <a:pt x="80876" y="403464"/>
                    <a:pt x="80385" y="403219"/>
                    <a:pt x="79893" y="402973"/>
                  </a:cubicBezTo>
                  <a:cubicBezTo>
                    <a:pt x="79893" y="402214"/>
                    <a:pt x="79893" y="401477"/>
                    <a:pt x="79893" y="400741"/>
                  </a:cubicBezTo>
                  <a:cubicBezTo>
                    <a:pt x="78889" y="400270"/>
                    <a:pt x="77897" y="399773"/>
                    <a:pt x="76917" y="399252"/>
                  </a:cubicBezTo>
                  <a:cubicBezTo>
                    <a:pt x="76917" y="398240"/>
                    <a:pt x="76917" y="397258"/>
                    <a:pt x="76917" y="396276"/>
                  </a:cubicBezTo>
                  <a:cubicBezTo>
                    <a:pt x="75407" y="396084"/>
                    <a:pt x="75407" y="396084"/>
                    <a:pt x="73940" y="395532"/>
                  </a:cubicBezTo>
                  <a:cubicBezTo>
                    <a:pt x="73692" y="392896"/>
                    <a:pt x="73692" y="392896"/>
                    <a:pt x="73940" y="390323"/>
                  </a:cubicBezTo>
                  <a:cubicBezTo>
                    <a:pt x="74654" y="390336"/>
                    <a:pt x="74654" y="390336"/>
                    <a:pt x="75353" y="390349"/>
                  </a:cubicBezTo>
                  <a:cubicBezTo>
                    <a:pt x="75980" y="390356"/>
                    <a:pt x="76588" y="390363"/>
                    <a:pt x="77196" y="390369"/>
                  </a:cubicBezTo>
                  <a:cubicBezTo>
                    <a:pt x="79187" y="390398"/>
                    <a:pt x="80336" y="390474"/>
                    <a:pt x="82126" y="389579"/>
                  </a:cubicBezTo>
                  <a:cubicBezTo>
                    <a:pt x="82254" y="388031"/>
                    <a:pt x="82254" y="388031"/>
                    <a:pt x="82870" y="386602"/>
                  </a:cubicBezTo>
                  <a:cubicBezTo>
                    <a:pt x="83867" y="386495"/>
                    <a:pt x="83867" y="386495"/>
                    <a:pt x="84844" y="386390"/>
                  </a:cubicBezTo>
                  <a:cubicBezTo>
                    <a:pt x="87189" y="386549"/>
                    <a:pt x="89452" y="386730"/>
                    <a:pt x="91800" y="386602"/>
                  </a:cubicBezTo>
                  <a:cubicBezTo>
                    <a:pt x="92306" y="385843"/>
                    <a:pt x="92797" y="385106"/>
                    <a:pt x="93288" y="384370"/>
                  </a:cubicBezTo>
                  <a:cubicBezTo>
                    <a:pt x="95237" y="383857"/>
                    <a:pt x="95237" y="383857"/>
                    <a:pt x="97427" y="383625"/>
                  </a:cubicBezTo>
                  <a:cubicBezTo>
                    <a:pt x="99663" y="383346"/>
                    <a:pt x="99663" y="383346"/>
                    <a:pt x="101474" y="382881"/>
                  </a:cubicBezTo>
                  <a:cubicBezTo>
                    <a:pt x="101727" y="382122"/>
                    <a:pt x="101972" y="381386"/>
                    <a:pt x="102218" y="380649"/>
                  </a:cubicBezTo>
                  <a:cubicBezTo>
                    <a:pt x="102787" y="380564"/>
                    <a:pt x="103339" y="380481"/>
                    <a:pt x="103892" y="380399"/>
                  </a:cubicBezTo>
                  <a:cubicBezTo>
                    <a:pt x="105872" y="380371"/>
                    <a:pt x="107717" y="380298"/>
                    <a:pt x="109659" y="379905"/>
                  </a:cubicBezTo>
                  <a:cubicBezTo>
                    <a:pt x="109901" y="378663"/>
                    <a:pt x="110149" y="377423"/>
                    <a:pt x="110403" y="376184"/>
                  </a:cubicBezTo>
                  <a:cubicBezTo>
                    <a:pt x="112121" y="375974"/>
                    <a:pt x="112121" y="375974"/>
                    <a:pt x="114124" y="376091"/>
                  </a:cubicBezTo>
                  <a:cubicBezTo>
                    <a:pt x="116170" y="376271"/>
                    <a:pt x="116170" y="376271"/>
                    <a:pt x="117845" y="376184"/>
                  </a:cubicBezTo>
                  <a:cubicBezTo>
                    <a:pt x="118098" y="375425"/>
                    <a:pt x="118343" y="374688"/>
                    <a:pt x="118589" y="373952"/>
                  </a:cubicBezTo>
                  <a:cubicBezTo>
                    <a:pt x="119103" y="373794"/>
                    <a:pt x="119601" y="373640"/>
                    <a:pt x="120100" y="373487"/>
                  </a:cubicBezTo>
                  <a:cubicBezTo>
                    <a:pt x="121876" y="373217"/>
                    <a:pt x="123568" y="372992"/>
                    <a:pt x="125286" y="372463"/>
                  </a:cubicBezTo>
                  <a:cubicBezTo>
                    <a:pt x="125539" y="371704"/>
                    <a:pt x="125785" y="370968"/>
                    <a:pt x="126030" y="370231"/>
                  </a:cubicBezTo>
                  <a:cubicBezTo>
                    <a:pt x="126489" y="370128"/>
                    <a:pt x="126934" y="370028"/>
                    <a:pt x="127379" y="369929"/>
                  </a:cubicBezTo>
                  <a:cubicBezTo>
                    <a:pt x="128961" y="369861"/>
                    <a:pt x="130436" y="369834"/>
                    <a:pt x="131983" y="369487"/>
                  </a:cubicBezTo>
                  <a:cubicBezTo>
                    <a:pt x="132236" y="368728"/>
                    <a:pt x="132482" y="367991"/>
                    <a:pt x="132727" y="367254"/>
                  </a:cubicBezTo>
                  <a:cubicBezTo>
                    <a:pt x="134220" y="367032"/>
                    <a:pt x="135708" y="366783"/>
                    <a:pt x="137192" y="366510"/>
                  </a:cubicBezTo>
                  <a:cubicBezTo>
                    <a:pt x="137445" y="366004"/>
                    <a:pt x="137691" y="365513"/>
                    <a:pt x="137936" y="365022"/>
                  </a:cubicBezTo>
                  <a:cubicBezTo>
                    <a:pt x="138189" y="364516"/>
                    <a:pt x="138435" y="364025"/>
                    <a:pt x="138681" y="363534"/>
                  </a:cubicBezTo>
                  <a:cubicBezTo>
                    <a:pt x="140174" y="363320"/>
                    <a:pt x="141663" y="363073"/>
                    <a:pt x="143145" y="362790"/>
                  </a:cubicBezTo>
                  <a:cubicBezTo>
                    <a:pt x="143474" y="361827"/>
                    <a:pt x="143474" y="361827"/>
                    <a:pt x="143797" y="360883"/>
                  </a:cubicBezTo>
                  <a:cubicBezTo>
                    <a:pt x="143828" y="360266"/>
                    <a:pt x="143859" y="359667"/>
                    <a:pt x="143890" y="359069"/>
                  </a:cubicBezTo>
                  <a:cubicBezTo>
                    <a:pt x="144396" y="359322"/>
                    <a:pt x="144887" y="359567"/>
                    <a:pt x="145378" y="359813"/>
                  </a:cubicBezTo>
                  <a:cubicBezTo>
                    <a:pt x="146913" y="359673"/>
                    <a:pt x="146913" y="359673"/>
                    <a:pt x="148354" y="359069"/>
                  </a:cubicBezTo>
                  <a:cubicBezTo>
                    <a:pt x="148599" y="357533"/>
                    <a:pt x="148599" y="357533"/>
                    <a:pt x="149099" y="356092"/>
                  </a:cubicBezTo>
                  <a:cubicBezTo>
                    <a:pt x="150586" y="356123"/>
                    <a:pt x="152075" y="356123"/>
                    <a:pt x="153563" y="356092"/>
                  </a:cubicBezTo>
                  <a:cubicBezTo>
                    <a:pt x="153690" y="355460"/>
                    <a:pt x="153813" y="354846"/>
                    <a:pt x="153935" y="354232"/>
                  </a:cubicBezTo>
                  <a:cubicBezTo>
                    <a:pt x="154062" y="353599"/>
                    <a:pt x="154185" y="352985"/>
                    <a:pt x="154307" y="352372"/>
                  </a:cubicBezTo>
                  <a:cubicBezTo>
                    <a:pt x="155082" y="352292"/>
                    <a:pt x="155834" y="352216"/>
                    <a:pt x="156586" y="352139"/>
                  </a:cubicBezTo>
                  <a:cubicBezTo>
                    <a:pt x="157330" y="352218"/>
                    <a:pt x="158051" y="352295"/>
                    <a:pt x="158772" y="352372"/>
                  </a:cubicBezTo>
                  <a:cubicBezTo>
                    <a:pt x="158772" y="351360"/>
                    <a:pt x="158772" y="350377"/>
                    <a:pt x="158772" y="349395"/>
                  </a:cubicBezTo>
                  <a:cubicBezTo>
                    <a:pt x="159784" y="349395"/>
                    <a:pt x="160767" y="349395"/>
                    <a:pt x="161749" y="349395"/>
                  </a:cubicBezTo>
                  <a:cubicBezTo>
                    <a:pt x="162232" y="348396"/>
                    <a:pt x="162729" y="347405"/>
                    <a:pt x="163237" y="346418"/>
                  </a:cubicBezTo>
                  <a:cubicBezTo>
                    <a:pt x="164480" y="346182"/>
                    <a:pt x="165720" y="345935"/>
                    <a:pt x="166958" y="345674"/>
                  </a:cubicBezTo>
                  <a:cubicBezTo>
                    <a:pt x="166958" y="344662"/>
                    <a:pt x="166958" y="343680"/>
                    <a:pt x="166958" y="342698"/>
                  </a:cubicBezTo>
                  <a:cubicBezTo>
                    <a:pt x="169190" y="342698"/>
                    <a:pt x="169190" y="342698"/>
                    <a:pt x="170307" y="341637"/>
                  </a:cubicBezTo>
                  <a:cubicBezTo>
                    <a:pt x="171761" y="339807"/>
                    <a:pt x="173176" y="337972"/>
                    <a:pt x="174824" y="336311"/>
                  </a:cubicBezTo>
                  <a:cubicBezTo>
                    <a:pt x="175185" y="335953"/>
                    <a:pt x="175536" y="335605"/>
                    <a:pt x="175888" y="335256"/>
                  </a:cubicBezTo>
                  <a:cubicBezTo>
                    <a:pt x="176872" y="334010"/>
                    <a:pt x="177865" y="332770"/>
                    <a:pt x="178864" y="331536"/>
                  </a:cubicBezTo>
                  <a:cubicBezTo>
                    <a:pt x="180119" y="330310"/>
                    <a:pt x="181361" y="329072"/>
                    <a:pt x="182585" y="327815"/>
                  </a:cubicBezTo>
                  <a:cubicBezTo>
                    <a:pt x="182838" y="327056"/>
                    <a:pt x="183083" y="326319"/>
                    <a:pt x="183329" y="325582"/>
                  </a:cubicBezTo>
                  <a:cubicBezTo>
                    <a:pt x="185257" y="324618"/>
                    <a:pt x="185257" y="324618"/>
                    <a:pt x="187794" y="319629"/>
                  </a:cubicBezTo>
                  <a:cubicBezTo>
                    <a:pt x="188257" y="318376"/>
                    <a:pt x="188743" y="317131"/>
                    <a:pt x="189282" y="315909"/>
                  </a:cubicBezTo>
                  <a:cubicBezTo>
                    <a:pt x="190041" y="315656"/>
                    <a:pt x="190778" y="315410"/>
                    <a:pt x="191515" y="315165"/>
                  </a:cubicBezTo>
                  <a:cubicBezTo>
                    <a:pt x="191562" y="314516"/>
                    <a:pt x="191608" y="313887"/>
                    <a:pt x="191654" y="313258"/>
                  </a:cubicBezTo>
                  <a:cubicBezTo>
                    <a:pt x="191607" y="312641"/>
                    <a:pt x="191561" y="312042"/>
                    <a:pt x="191515" y="311444"/>
                  </a:cubicBezTo>
                  <a:cubicBezTo>
                    <a:pt x="192021" y="311444"/>
                    <a:pt x="192512" y="311444"/>
                    <a:pt x="193003" y="311444"/>
                  </a:cubicBezTo>
                  <a:cubicBezTo>
                    <a:pt x="193382" y="310748"/>
                    <a:pt x="193751" y="310073"/>
                    <a:pt x="194119" y="309397"/>
                  </a:cubicBezTo>
                  <a:cubicBezTo>
                    <a:pt x="194683" y="308176"/>
                    <a:pt x="194683" y="308176"/>
                    <a:pt x="195235" y="306979"/>
                  </a:cubicBezTo>
                  <a:cubicBezTo>
                    <a:pt x="195741" y="305967"/>
                    <a:pt x="196232" y="304985"/>
                    <a:pt x="196724" y="304002"/>
                  </a:cubicBezTo>
                  <a:cubicBezTo>
                    <a:pt x="155230" y="304002"/>
                    <a:pt x="114957" y="304002"/>
                    <a:pt x="74684" y="304002"/>
                  </a:cubicBezTo>
                  <a:cubicBezTo>
                    <a:pt x="74431" y="282244"/>
                    <a:pt x="74186" y="261125"/>
                    <a:pt x="73940" y="240006"/>
                  </a:cubicBezTo>
                  <a:cubicBezTo>
                    <a:pt x="118723" y="240006"/>
                    <a:pt x="162188" y="240006"/>
                    <a:pt x="205653" y="240006"/>
                  </a:cubicBezTo>
                  <a:cubicBezTo>
                    <a:pt x="205653" y="238318"/>
                    <a:pt x="205654" y="236629"/>
                    <a:pt x="205658" y="234940"/>
                  </a:cubicBezTo>
                  <a:cubicBezTo>
                    <a:pt x="205672" y="230131"/>
                    <a:pt x="205682" y="225322"/>
                    <a:pt x="205690" y="220513"/>
                  </a:cubicBezTo>
                  <a:cubicBezTo>
                    <a:pt x="205693" y="217779"/>
                    <a:pt x="205697" y="215045"/>
                    <a:pt x="205704" y="212311"/>
                  </a:cubicBezTo>
                  <a:cubicBezTo>
                    <a:pt x="205713" y="209621"/>
                    <a:pt x="205720" y="206931"/>
                    <a:pt x="205723" y="204241"/>
                  </a:cubicBezTo>
                  <a:cubicBezTo>
                    <a:pt x="205723" y="203218"/>
                    <a:pt x="205724" y="202195"/>
                    <a:pt x="205726" y="201172"/>
                  </a:cubicBezTo>
                  <a:cubicBezTo>
                    <a:pt x="205730" y="200177"/>
                    <a:pt x="205734" y="199183"/>
                    <a:pt x="205738" y="198188"/>
                  </a:cubicBezTo>
                  <a:cubicBezTo>
                    <a:pt x="205738" y="197247"/>
                    <a:pt x="205738" y="196333"/>
                    <a:pt x="205738" y="195419"/>
                  </a:cubicBezTo>
                  <a:cubicBezTo>
                    <a:pt x="205739" y="194591"/>
                    <a:pt x="205741" y="193787"/>
                    <a:pt x="205743" y="192983"/>
                  </a:cubicBezTo>
                  <a:cubicBezTo>
                    <a:pt x="205712" y="192272"/>
                    <a:pt x="205683" y="191583"/>
                    <a:pt x="205653" y="190893"/>
                  </a:cubicBezTo>
                  <a:cubicBezTo>
                    <a:pt x="205592" y="189146"/>
                    <a:pt x="205592" y="189146"/>
                    <a:pt x="204909" y="187917"/>
                  </a:cubicBezTo>
                  <a:cubicBezTo>
                    <a:pt x="204179" y="187788"/>
                    <a:pt x="203471" y="187663"/>
                    <a:pt x="202762" y="187539"/>
                  </a:cubicBezTo>
                  <a:cubicBezTo>
                    <a:pt x="201772" y="187536"/>
                    <a:pt x="200811" y="187534"/>
                    <a:pt x="199850" y="187531"/>
                  </a:cubicBezTo>
                  <a:cubicBezTo>
                    <a:pt x="198164" y="187515"/>
                    <a:pt x="196479" y="187503"/>
                    <a:pt x="194793" y="187511"/>
                  </a:cubicBezTo>
                  <a:cubicBezTo>
                    <a:pt x="193585" y="187518"/>
                    <a:pt x="192377" y="187520"/>
                    <a:pt x="191168" y="187518"/>
                  </a:cubicBezTo>
                  <a:cubicBezTo>
                    <a:pt x="188658" y="187510"/>
                    <a:pt x="186148" y="187507"/>
                    <a:pt x="183638" y="187518"/>
                  </a:cubicBezTo>
                  <a:cubicBezTo>
                    <a:pt x="180362" y="187536"/>
                    <a:pt x="177087" y="187545"/>
                    <a:pt x="173811" y="187528"/>
                  </a:cubicBezTo>
                  <a:cubicBezTo>
                    <a:pt x="171261" y="187515"/>
                    <a:pt x="168711" y="187508"/>
                    <a:pt x="166162" y="187513"/>
                  </a:cubicBezTo>
                  <a:cubicBezTo>
                    <a:pt x="164946" y="187516"/>
                    <a:pt x="163731" y="187519"/>
                    <a:pt x="162516" y="187521"/>
                  </a:cubicBezTo>
                  <a:cubicBezTo>
                    <a:pt x="160760" y="187511"/>
                    <a:pt x="159005" y="187502"/>
                    <a:pt x="157248" y="187516"/>
                  </a:cubicBezTo>
                  <a:cubicBezTo>
                    <a:pt x="156704" y="187521"/>
                    <a:pt x="156175" y="187526"/>
                    <a:pt x="155646" y="187531"/>
                  </a:cubicBezTo>
                  <a:cubicBezTo>
                    <a:pt x="152734" y="187539"/>
                    <a:pt x="152734" y="187539"/>
                    <a:pt x="150587" y="187917"/>
                  </a:cubicBezTo>
                  <a:cubicBezTo>
                    <a:pt x="150384" y="188431"/>
                    <a:pt x="150188" y="188930"/>
                    <a:pt x="149992" y="189429"/>
                  </a:cubicBezTo>
                  <a:cubicBezTo>
                    <a:pt x="149941" y="189927"/>
                    <a:pt x="149892" y="190410"/>
                    <a:pt x="149843" y="190893"/>
                  </a:cubicBezTo>
                  <a:cubicBezTo>
                    <a:pt x="149337" y="190893"/>
                    <a:pt x="148846" y="190893"/>
                    <a:pt x="148354" y="190893"/>
                  </a:cubicBezTo>
                  <a:cubicBezTo>
                    <a:pt x="148131" y="192138"/>
                    <a:pt x="147881" y="193378"/>
                    <a:pt x="147610" y="194614"/>
                  </a:cubicBezTo>
                  <a:cubicBezTo>
                    <a:pt x="146851" y="194867"/>
                    <a:pt x="146115" y="195112"/>
                    <a:pt x="145378" y="195358"/>
                  </a:cubicBezTo>
                  <a:cubicBezTo>
                    <a:pt x="145125" y="195927"/>
                    <a:pt x="144879" y="196480"/>
                    <a:pt x="144634" y="197032"/>
                  </a:cubicBezTo>
                  <a:cubicBezTo>
                    <a:pt x="143850" y="199189"/>
                    <a:pt x="142919" y="200883"/>
                    <a:pt x="141657" y="202799"/>
                  </a:cubicBezTo>
                  <a:cubicBezTo>
                    <a:pt x="139865" y="204950"/>
                    <a:pt x="138122" y="206954"/>
                    <a:pt x="136681" y="209357"/>
                  </a:cubicBezTo>
                  <a:cubicBezTo>
                    <a:pt x="136349" y="209911"/>
                    <a:pt x="136026" y="210448"/>
                    <a:pt x="135704" y="210985"/>
                  </a:cubicBezTo>
                  <a:cubicBezTo>
                    <a:pt x="134216" y="211729"/>
                    <a:pt x="134216" y="211729"/>
                    <a:pt x="133472" y="213217"/>
                  </a:cubicBezTo>
                  <a:cubicBezTo>
                    <a:pt x="133219" y="213723"/>
                    <a:pt x="132973" y="214214"/>
                    <a:pt x="132727" y="214706"/>
                  </a:cubicBezTo>
                  <a:cubicBezTo>
                    <a:pt x="132221" y="214959"/>
                    <a:pt x="131730" y="215204"/>
                    <a:pt x="131239" y="215450"/>
                  </a:cubicBezTo>
                  <a:cubicBezTo>
                    <a:pt x="130998" y="216444"/>
                    <a:pt x="130751" y="217436"/>
                    <a:pt x="130495" y="218426"/>
                  </a:cubicBezTo>
                  <a:cubicBezTo>
                    <a:pt x="129989" y="218426"/>
                    <a:pt x="129498" y="218426"/>
                    <a:pt x="129007" y="218426"/>
                  </a:cubicBezTo>
                  <a:cubicBezTo>
                    <a:pt x="128754" y="219059"/>
                    <a:pt x="128508" y="219673"/>
                    <a:pt x="128263" y="220287"/>
                  </a:cubicBezTo>
                  <a:cubicBezTo>
                    <a:pt x="128010" y="220919"/>
                    <a:pt x="127764" y="221533"/>
                    <a:pt x="127518" y="222147"/>
                  </a:cubicBezTo>
                  <a:cubicBezTo>
                    <a:pt x="127012" y="222147"/>
                    <a:pt x="126521" y="222147"/>
                    <a:pt x="126030" y="222147"/>
                  </a:cubicBezTo>
                  <a:cubicBezTo>
                    <a:pt x="126084" y="224048"/>
                    <a:pt x="126084" y="224048"/>
                    <a:pt x="125286" y="225868"/>
                  </a:cubicBezTo>
                  <a:cubicBezTo>
                    <a:pt x="123033" y="226230"/>
                    <a:pt x="120854" y="226074"/>
                    <a:pt x="118589" y="225868"/>
                  </a:cubicBezTo>
                  <a:cubicBezTo>
                    <a:pt x="118589" y="225109"/>
                    <a:pt x="118589" y="224372"/>
                    <a:pt x="118589" y="223635"/>
                  </a:cubicBezTo>
                  <a:cubicBezTo>
                    <a:pt x="117861" y="223072"/>
                    <a:pt x="117861" y="223072"/>
                    <a:pt x="117147" y="222519"/>
                  </a:cubicBezTo>
                  <a:cubicBezTo>
                    <a:pt x="116372" y="221955"/>
                    <a:pt x="116372" y="221955"/>
                    <a:pt x="115612" y="221403"/>
                  </a:cubicBezTo>
                  <a:cubicBezTo>
                    <a:pt x="115359" y="220644"/>
                    <a:pt x="115114" y="219907"/>
                    <a:pt x="114868" y="219170"/>
                  </a:cubicBezTo>
                  <a:cubicBezTo>
                    <a:pt x="113628" y="219201"/>
                    <a:pt x="112387" y="219201"/>
                    <a:pt x="111147" y="219170"/>
                  </a:cubicBezTo>
                  <a:cubicBezTo>
                    <a:pt x="111005" y="218680"/>
                    <a:pt x="110867" y="218204"/>
                    <a:pt x="110729" y="217729"/>
                  </a:cubicBezTo>
                  <a:cubicBezTo>
                    <a:pt x="110564" y="216954"/>
                    <a:pt x="110564" y="216954"/>
                    <a:pt x="110403" y="216194"/>
                  </a:cubicBezTo>
                  <a:cubicBezTo>
                    <a:pt x="109897" y="216067"/>
                    <a:pt x="109406" y="215945"/>
                    <a:pt x="108915" y="215822"/>
                  </a:cubicBezTo>
                  <a:cubicBezTo>
                    <a:pt x="108409" y="215695"/>
                    <a:pt x="107918" y="215572"/>
                    <a:pt x="107427" y="215450"/>
                  </a:cubicBezTo>
                  <a:cubicBezTo>
                    <a:pt x="107208" y="214451"/>
                    <a:pt x="106959" y="213458"/>
                    <a:pt x="106682" y="212473"/>
                  </a:cubicBezTo>
                  <a:cubicBezTo>
                    <a:pt x="106050" y="212331"/>
                    <a:pt x="105436" y="212193"/>
                    <a:pt x="104822" y="212055"/>
                  </a:cubicBezTo>
                  <a:cubicBezTo>
                    <a:pt x="104190" y="211944"/>
                    <a:pt x="103576" y="211836"/>
                    <a:pt x="102962" y="211729"/>
                  </a:cubicBezTo>
                  <a:cubicBezTo>
                    <a:pt x="102709" y="210970"/>
                    <a:pt x="102463" y="210233"/>
                    <a:pt x="102218" y="209497"/>
                  </a:cubicBezTo>
                  <a:cubicBezTo>
                    <a:pt x="100972" y="209279"/>
                    <a:pt x="99731" y="209030"/>
                    <a:pt x="98497" y="208752"/>
                  </a:cubicBezTo>
                  <a:cubicBezTo>
                    <a:pt x="98278" y="207753"/>
                    <a:pt x="98030" y="206760"/>
                    <a:pt x="97753" y="205776"/>
                  </a:cubicBezTo>
                  <a:cubicBezTo>
                    <a:pt x="96994" y="205649"/>
                    <a:pt x="96257" y="205527"/>
                    <a:pt x="95520" y="205404"/>
                  </a:cubicBezTo>
                  <a:cubicBezTo>
                    <a:pt x="94761" y="205277"/>
                    <a:pt x="94025" y="205155"/>
                    <a:pt x="93288" y="205032"/>
                  </a:cubicBezTo>
                  <a:cubicBezTo>
                    <a:pt x="93146" y="204510"/>
                    <a:pt x="93008" y="204003"/>
                    <a:pt x="92869" y="203497"/>
                  </a:cubicBezTo>
                  <a:cubicBezTo>
                    <a:pt x="92759" y="203007"/>
                    <a:pt x="92651" y="202531"/>
                    <a:pt x="92544" y="202055"/>
                  </a:cubicBezTo>
                  <a:cubicBezTo>
                    <a:pt x="91895" y="201992"/>
                    <a:pt x="91266" y="201931"/>
                    <a:pt x="90637" y="201869"/>
                  </a:cubicBezTo>
                  <a:cubicBezTo>
                    <a:pt x="90020" y="201932"/>
                    <a:pt x="89422" y="201994"/>
                    <a:pt x="88823" y="202055"/>
                  </a:cubicBezTo>
                  <a:cubicBezTo>
                    <a:pt x="88823" y="199823"/>
                    <a:pt x="88823" y="199823"/>
                    <a:pt x="87335" y="198334"/>
                  </a:cubicBezTo>
                  <a:cubicBezTo>
                    <a:pt x="85443" y="198459"/>
                    <a:pt x="85443" y="198459"/>
                    <a:pt x="83614" y="198334"/>
                  </a:cubicBezTo>
                  <a:cubicBezTo>
                    <a:pt x="83366" y="197342"/>
                    <a:pt x="83118" y="196350"/>
                    <a:pt x="82870" y="195358"/>
                  </a:cubicBezTo>
                  <a:cubicBezTo>
                    <a:pt x="82222" y="195295"/>
                    <a:pt x="81592" y="195233"/>
                    <a:pt x="80963" y="195172"/>
                  </a:cubicBezTo>
                  <a:cubicBezTo>
                    <a:pt x="80346" y="195235"/>
                    <a:pt x="79748" y="195297"/>
                    <a:pt x="79149" y="195358"/>
                  </a:cubicBezTo>
                  <a:cubicBezTo>
                    <a:pt x="79149" y="194346"/>
                    <a:pt x="79149" y="193364"/>
                    <a:pt x="79149" y="192381"/>
                  </a:cubicBezTo>
                  <a:cubicBezTo>
                    <a:pt x="78643" y="192128"/>
                    <a:pt x="78152" y="191883"/>
                    <a:pt x="77661" y="191637"/>
                  </a:cubicBezTo>
                  <a:cubicBezTo>
                    <a:pt x="76143" y="191637"/>
                    <a:pt x="74670" y="191637"/>
                    <a:pt x="73196" y="191637"/>
                  </a:cubicBezTo>
                  <a:cubicBezTo>
                    <a:pt x="73449" y="188348"/>
                    <a:pt x="73695" y="185156"/>
                    <a:pt x="73940" y="181963"/>
                  </a:cubicBezTo>
                  <a:cubicBezTo>
                    <a:pt x="74952" y="181963"/>
                    <a:pt x="75935" y="181963"/>
                    <a:pt x="76917" y="181963"/>
                  </a:cubicBezTo>
                  <a:cubicBezTo>
                    <a:pt x="77316" y="181235"/>
                    <a:pt x="77316" y="181235"/>
                    <a:pt x="77708" y="180522"/>
                  </a:cubicBezTo>
                  <a:cubicBezTo>
                    <a:pt x="77945" y="180000"/>
                    <a:pt x="78175" y="179493"/>
                    <a:pt x="78405" y="178987"/>
                  </a:cubicBezTo>
                  <a:cubicBezTo>
                    <a:pt x="79164" y="178734"/>
                    <a:pt x="79901" y="178488"/>
                    <a:pt x="80638" y="178243"/>
                  </a:cubicBezTo>
                  <a:cubicBezTo>
                    <a:pt x="80906" y="177594"/>
                    <a:pt x="81167" y="176965"/>
                    <a:pt x="81428" y="176336"/>
                  </a:cubicBezTo>
                  <a:cubicBezTo>
                    <a:pt x="81781" y="175420"/>
                    <a:pt x="81781" y="175420"/>
                    <a:pt x="82126" y="174522"/>
                  </a:cubicBezTo>
                  <a:cubicBezTo>
                    <a:pt x="82632" y="174522"/>
                    <a:pt x="83123" y="174522"/>
                    <a:pt x="83614" y="174522"/>
                  </a:cubicBezTo>
                  <a:cubicBezTo>
                    <a:pt x="83866" y="173019"/>
                    <a:pt x="83866" y="173019"/>
                    <a:pt x="84358" y="171545"/>
                  </a:cubicBezTo>
                  <a:cubicBezTo>
                    <a:pt x="85370" y="171545"/>
                    <a:pt x="86353" y="171545"/>
                    <a:pt x="87335" y="171545"/>
                  </a:cubicBezTo>
                  <a:cubicBezTo>
                    <a:pt x="87588" y="171039"/>
                    <a:pt x="87833" y="170548"/>
                    <a:pt x="88079" y="170057"/>
                  </a:cubicBezTo>
                  <a:cubicBezTo>
                    <a:pt x="89242" y="169034"/>
                    <a:pt x="89242" y="169034"/>
                    <a:pt x="90311" y="167825"/>
                  </a:cubicBezTo>
                  <a:cubicBezTo>
                    <a:pt x="90311" y="166813"/>
                    <a:pt x="90311" y="165830"/>
                    <a:pt x="90311" y="164848"/>
                  </a:cubicBezTo>
                  <a:cubicBezTo>
                    <a:pt x="91070" y="164848"/>
                    <a:pt x="91807" y="164848"/>
                    <a:pt x="92544" y="164848"/>
                  </a:cubicBezTo>
                  <a:cubicBezTo>
                    <a:pt x="92670" y="164216"/>
                    <a:pt x="92793" y="163602"/>
                    <a:pt x="92916" y="162988"/>
                  </a:cubicBezTo>
                  <a:cubicBezTo>
                    <a:pt x="93042" y="162355"/>
                    <a:pt x="93165" y="161741"/>
                    <a:pt x="93288" y="161127"/>
                  </a:cubicBezTo>
                  <a:cubicBezTo>
                    <a:pt x="94047" y="161127"/>
                    <a:pt x="94784" y="161127"/>
                    <a:pt x="95520" y="161127"/>
                  </a:cubicBezTo>
                  <a:cubicBezTo>
                    <a:pt x="95663" y="160511"/>
                    <a:pt x="95801" y="159912"/>
                    <a:pt x="95939" y="159314"/>
                  </a:cubicBezTo>
                  <a:cubicBezTo>
                    <a:pt x="96050" y="158665"/>
                    <a:pt x="96157" y="158036"/>
                    <a:pt x="96265" y="157407"/>
                  </a:cubicBezTo>
                  <a:cubicBezTo>
                    <a:pt x="97016" y="157031"/>
                    <a:pt x="97016" y="157031"/>
                    <a:pt x="97753" y="156663"/>
                  </a:cubicBezTo>
                  <a:cubicBezTo>
                    <a:pt x="97994" y="155669"/>
                    <a:pt x="98241" y="154676"/>
                    <a:pt x="98497" y="153686"/>
                  </a:cubicBezTo>
                  <a:cubicBezTo>
                    <a:pt x="99003" y="153686"/>
                    <a:pt x="99494" y="153686"/>
                    <a:pt x="99985" y="153686"/>
                  </a:cubicBezTo>
                  <a:cubicBezTo>
                    <a:pt x="100349" y="152974"/>
                    <a:pt x="100702" y="152284"/>
                    <a:pt x="101055" y="151593"/>
                  </a:cubicBezTo>
                  <a:cubicBezTo>
                    <a:pt x="102078" y="149507"/>
                    <a:pt x="102754" y="148473"/>
                    <a:pt x="104450" y="146989"/>
                  </a:cubicBezTo>
                  <a:cubicBezTo>
                    <a:pt x="105659" y="145966"/>
                    <a:pt x="105659" y="145966"/>
                    <a:pt x="106682" y="144756"/>
                  </a:cubicBezTo>
                  <a:cubicBezTo>
                    <a:pt x="106919" y="143514"/>
                    <a:pt x="107166" y="142273"/>
                    <a:pt x="107427" y="141036"/>
                  </a:cubicBezTo>
                  <a:cubicBezTo>
                    <a:pt x="108554" y="140660"/>
                    <a:pt x="108554" y="140660"/>
                    <a:pt x="109659" y="140292"/>
                  </a:cubicBezTo>
                  <a:cubicBezTo>
                    <a:pt x="109659" y="139659"/>
                    <a:pt x="109659" y="139045"/>
                    <a:pt x="109659" y="138431"/>
                  </a:cubicBezTo>
                  <a:cubicBezTo>
                    <a:pt x="109659" y="137799"/>
                    <a:pt x="109659" y="137185"/>
                    <a:pt x="109659" y="136571"/>
                  </a:cubicBezTo>
                  <a:cubicBezTo>
                    <a:pt x="110786" y="136195"/>
                    <a:pt x="110786" y="136195"/>
                    <a:pt x="111891" y="135827"/>
                  </a:cubicBezTo>
                  <a:cubicBezTo>
                    <a:pt x="112018" y="135068"/>
                    <a:pt x="112141" y="134331"/>
                    <a:pt x="112264" y="133594"/>
                  </a:cubicBezTo>
                  <a:cubicBezTo>
                    <a:pt x="112390" y="132835"/>
                    <a:pt x="112513" y="132099"/>
                    <a:pt x="112636" y="131362"/>
                  </a:cubicBezTo>
                  <a:cubicBezTo>
                    <a:pt x="113763" y="130986"/>
                    <a:pt x="113763" y="130986"/>
                    <a:pt x="114868" y="130618"/>
                  </a:cubicBezTo>
                  <a:cubicBezTo>
                    <a:pt x="114939" y="129655"/>
                    <a:pt x="114939" y="129655"/>
                    <a:pt x="115008" y="128711"/>
                  </a:cubicBezTo>
                  <a:cubicBezTo>
                    <a:pt x="114960" y="128094"/>
                    <a:pt x="114914" y="127496"/>
                    <a:pt x="114868" y="126897"/>
                  </a:cubicBezTo>
                  <a:cubicBezTo>
                    <a:pt x="115627" y="126897"/>
                    <a:pt x="116364" y="126897"/>
                    <a:pt x="117100" y="126897"/>
                  </a:cubicBezTo>
                  <a:cubicBezTo>
                    <a:pt x="117476" y="125629"/>
                    <a:pt x="117476" y="125629"/>
                    <a:pt x="117845" y="124386"/>
                  </a:cubicBezTo>
                  <a:cubicBezTo>
                    <a:pt x="118098" y="123468"/>
                    <a:pt x="118343" y="122578"/>
                    <a:pt x="118589" y="121688"/>
                  </a:cubicBezTo>
                  <a:cubicBezTo>
                    <a:pt x="119348" y="121182"/>
                    <a:pt x="120084" y="120691"/>
                    <a:pt x="120821" y="120200"/>
                  </a:cubicBezTo>
                  <a:cubicBezTo>
                    <a:pt x="120742" y="119409"/>
                    <a:pt x="120665" y="118642"/>
                    <a:pt x="120589" y="117874"/>
                  </a:cubicBezTo>
                  <a:cubicBezTo>
                    <a:pt x="120415" y="117147"/>
                    <a:pt x="120246" y="116441"/>
                    <a:pt x="120077" y="115735"/>
                  </a:cubicBezTo>
                  <a:cubicBezTo>
                    <a:pt x="121565" y="115642"/>
                    <a:pt x="121565" y="115642"/>
                    <a:pt x="123054" y="114991"/>
                  </a:cubicBezTo>
                  <a:cubicBezTo>
                    <a:pt x="123117" y="114216"/>
                    <a:pt x="123178" y="113464"/>
                    <a:pt x="123240" y="112712"/>
                  </a:cubicBezTo>
                  <a:cubicBezTo>
                    <a:pt x="123176" y="111969"/>
                    <a:pt x="123115" y="111247"/>
                    <a:pt x="123054" y="110526"/>
                  </a:cubicBezTo>
                  <a:cubicBezTo>
                    <a:pt x="123813" y="110526"/>
                    <a:pt x="124549" y="110526"/>
                    <a:pt x="125286" y="110526"/>
                  </a:cubicBezTo>
                  <a:cubicBezTo>
                    <a:pt x="125662" y="109774"/>
                    <a:pt x="125662" y="109774"/>
                    <a:pt x="126030" y="109038"/>
                  </a:cubicBezTo>
                  <a:cubicBezTo>
                    <a:pt x="125906" y="106402"/>
                    <a:pt x="125906" y="106402"/>
                    <a:pt x="126030" y="103829"/>
                  </a:cubicBezTo>
                  <a:cubicBezTo>
                    <a:pt x="127158" y="103453"/>
                    <a:pt x="127158" y="103453"/>
                    <a:pt x="128263" y="103084"/>
                  </a:cubicBezTo>
                  <a:cubicBezTo>
                    <a:pt x="128389" y="102199"/>
                    <a:pt x="128512" y="101339"/>
                    <a:pt x="128635" y="100480"/>
                  </a:cubicBezTo>
                  <a:cubicBezTo>
                    <a:pt x="128761" y="99594"/>
                    <a:pt x="128884" y="98735"/>
                    <a:pt x="129007" y="97875"/>
                  </a:cubicBezTo>
                  <a:cubicBezTo>
                    <a:pt x="130134" y="97500"/>
                    <a:pt x="130134" y="97500"/>
                    <a:pt x="131239" y="97131"/>
                  </a:cubicBezTo>
                  <a:cubicBezTo>
                    <a:pt x="131353" y="95457"/>
                    <a:pt x="131353" y="95457"/>
                    <a:pt x="131193" y="93411"/>
                  </a:cubicBezTo>
                  <a:cubicBezTo>
                    <a:pt x="130961" y="91423"/>
                    <a:pt x="130961" y="91423"/>
                    <a:pt x="131239" y="89690"/>
                  </a:cubicBezTo>
                  <a:cubicBezTo>
                    <a:pt x="131742" y="89557"/>
                    <a:pt x="132230" y="89427"/>
                    <a:pt x="132719" y="89298"/>
                  </a:cubicBezTo>
                  <a:cubicBezTo>
                    <a:pt x="133228" y="89178"/>
                    <a:pt x="133722" y="89062"/>
                    <a:pt x="134216" y="88946"/>
                  </a:cubicBezTo>
                  <a:cubicBezTo>
                    <a:pt x="134362" y="88169"/>
                    <a:pt x="134362" y="88169"/>
                    <a:pt x="134506" y="87408"/>
                  </a:cubicBezTo>
                  <a:cubicBezTo>
                    <a:pt x="134471" y="86777"/>
                    <a:pt x="134436" y="86164"/>
                    <a:pt x="134402" y="85551"/>
                  </a:cubicBezTo>
                  <a:cubicBezTo>
                    <a:pt x="134374" y="84917"/>
                    <a:pt x="134347" y="84302"/>
                    <a:pt x="134320" y="83687"/>
                  </a:cubicBezTo>
                  <a:cubicBezTo>
                    <a:pt x="134285" y="83198"/>
                    <a:pt x="134250" y="82723"/>
                    <a:pt x="134216" y="82249"/>
                  </a:cubicBezTo>
                  <a:cubicBezTo>
                    <a:pt x="134975" y="82249"/>
                    <a:pt x="135711" y="82249"/>
                    <a:pt x="136448" y="82249"/>
                  </a:cubicBezTo>
                  <a:cubicBezTo>
                    <a:pt x="136701" y="79971"/>
                    <a:pt x="136947" y="77761"/>
                    <a:pt x="137192" y="75551"/>
                  </a:cubicBezTo>
                  <a:cubicBezTo>
                    <a:pt x="111638" y="75551"/>
                    <a:pt x="86836" y="75551"/>
                    <a:pt x="62034" y="75551"/>
                  </a:cubicBezTo>
                  <a:cubicBezTo>
                    <a:pt x="62034" y="75045"/>
                    <a:pt x="62034" y="74554"/>
                    <a:pt x="62034" y="74063"/>
                  </a:cubicBezTo>
                  <a:cubicBezTo>
                    <a:pt x="61528" y="74063"/>
                    <a:pt x="61037" y="74063"/>
                    <a:pt x="60546" y="74063"/>
                  </a:cubicBezTo>
                  <a:close/>
                  <a:moveTo>
                    <a:pt x="404150" y="0"/>
                  </a:moveTo>
                  <a:cubicBezTo>
                    <a:pt x="405931" y="16"/>
                    <a:pt x="405931" y="16"/>
                    <a:pt x="408730" y="294"/>
                  </a:cubicBezTo>
                  <a:cubicBezTo>
                    <a:pt x="410712" y="3267"/>
                    <a:pt x="410421" y="5862"/>
                    <a:pt x="410399" y="9314"/>
                  </a:cubicBezTo>
                  <a:cubicBezTo>
                    <a:pt x="410400" y="10008"/>
                    <a:pt x="410402" y="10703"/>
                    <a:pt x="410403" y="11419"/>
                  </a:cubicBezTo>
                  <a:cubicBezTo>
                    <a:pt x="410406" y="13719"/>
                    <a:pt x="410398" y="16019"/>
                    <a:pt x="410389" y="18319"/>
                  </a:cubicBezTo>
                  <a:cubicBezTo>
                    <a:pt x="410389" y="19914"/>
                    <a:pt x="410388" y="21509"/>
                    <a:pt x="410388" y="23103"/>
                  </a:cubicBezTo>
                  <a:cubicBezTo>
                    <a:pt x="410387" y="26447"/>
                    <a:pt x="410381" y="29791"/>
                    <a:pt x="410371" y="33134"/>
                  </a:cubicBezTo>
                  <a:cubicBezTo>
                    <a:pt x="410358" y="37428"/>
                    <a:pt x="410356" y="41721"/>
                    <a:pt x="410356" y="46014"/>
                  </a:cubicBezTo>
                  <a:cubicBezTo>
                    <a:pt x="410356" y="49308"/>
                    <a:pt x="410352" y="52601"/>
                    <a:pt x="410347" y="55894"/>
                  </a:cubicBezTo>
                  <a:cubicBezTo>
                    <a:pt x="410344" y="57478"/>
                    <a:pt x="410343" y="59061"/>
                    <a:pt x="410342" y="60645"/>
                  </a:cubicBezTo>
                  <a:cubicBezTo>
                    <a:pt x="410341" y="62854"/>
                    <a:pt x="410334" y="65063"/>
                    <a:pt x="410326" y="67272"/>
                  </a:cubicBezTo>
                  <a:cubicBezTo>
                    <a:pt x="410326" y="67932"/>
                    <a:pt x="410327" y="68591"/>
                    <a:pt x="410327" y="69270"/>
                  </a:cubicBezTo>
                  <a:cubicBezTo>
                    <a:pt x="410303" y="73793"/>
                    <a:pt x="410303" y="73793"/>
                    <a:pt x="409474" y="75452"/>
                  </a:cubicBezTo>
                  <a:cubicBezTo>
                    <a:pt x="407773" y="75642"/>
                    <a:pt x="407773" y="75642"/>
                    <a:pt x="405466" y="75647"/>
                  </a:cubicBezTo>
                  <a:cubicBezTo>
                    <a:pt x="404591" y="75652"/>
                    <a:pt x="403716" y="75658"/>
                    <a:pt x="402814" y="75664"/>
                  </a:cubicBezTo>
                  <a:cubicBezTo>
                    <a:pt x="401354" y="75661"/>
                    <a:pt x="401354" y="75661"/>
                    <a:pt x="399864" y="75659"/>
                  </a:cubicBezTo>
                  <a:cubicBezTo>
                    <a:pt x="398829" y="75663"/>
                    <a:pt x="397794" y="75667"/>
                    <a:pt x="396759" y="75672"/>
                  </a:cubicBezTo>
                  <a:cubicBezTo>
                    <a:pt x="393901" y="75684"/>
                    <a:pt x="391044" y="75687"/>
                    <a:pt x="388186" y="75688"/>
                  </a:cubicBezTo>
                  <a:cubicBezTo>
                    <a:pt x="385110" y="75690"/>
                    <a:pt x="382033" y="75702"/>
                    <a:pt x="378957" y="75712"/>
                  </a:cubicBezTo>
                  <a:cubicBezTo>
                    <a:pt x="373622" y="75728"/>
                    <a:pt x="368287" y="75740"/>
                    <a:pt x="362953" y="75747"/>
                  </a:cubicBezTo>
                  <a:cubicBezTo>
                    <a:pt x="355239" y="75758"/>
                    <a:pt x="347526" y="75777"/>
                    <a:pt x="339813" y="75798"/>
                  </a:cubicBezTo>
                  <a:cubicBezTo>
                    <a:pt x="327300" y="75832"/>
                    <a:pt x="314788" y="75859"/>
                    <a:pt x="302275" y="75882"/>
                  </a:cubicBezTo>
                  <a:cubicBezTo>
                    <a:pt x="290117" y="75905"/>
                    <a:pt x="277959" y="75930"/>
                    <a:pt x="265800" y="75960"/>
                  </a:cubicBezTo>
                  <a:cubicBezTo>
                    <a:pt x="265051" y="75962"/>
                    <a:pt x="264303" y="75964"/>
                    <a:pt x="263531" y="75965"/>
                  </a:cubicBezTo>
                  <a:cubicBezTo>
                    <a:pt x="259774" y="75975"/>
                    <a:pt x="256018" y="75984"/>
                    <a:pt x="252261" y="75993"/>
                  </a:cubicBezTo>
                  <a:cubicBezTo>
                    <a:pt x="221073" y="76070"/>
                    <a:pt x="189886" y="76137"/>
                    <a:pt x="158698" y="76196"/>
                  </a:cubicBezTo>
                  <a:cubicBezTo>
                    <a:pt x="158944" y="76933"/>
                    <a:pt x="159190" y="77669"/>
                    <a:pt x="159443" y="78429"/>
                  </a:cubicBezTo>
                  <a:cubicBezTo>
                    <a:pt x="161854" y="78783"/>
                    <a:pt x="161854" y="78783"/>
                    <a:pt x="164652" y="78801"/>
                  </a:cubicBezTo>
                  <a:cubicBezTo>
                    <a:pt x="167535" y="78870"/>
                    <a:pt x="167535" y="78870"/>
                    <a:pt x="169861" y="79173"/>
                  </a:cubicBezTo>
                  <a:cubicBezTo>
                    <a:pt x="170106" y="79909"/>
                    <a:pt x="170352" y="80646"/>
                    <a:pt x="170605" y="81405"/>
                  </a:cubicBezTo>
                  <a:cubicBezTo>
                    <a:pt x="172717" y="82069"/>
                    <a:pt x="174391" y="82145"/>
                    <a:pt x="176604" y="82010"/>
                  </a:cubicBezTo>
                  <a:cubicBezTo>
                    <a:pt x="178790" y="82149"/>
                    <a:pt x="178790" y="82149"/>
                    <a:pt x="180078" y="83611"/>
                  </a:cubicBezTo>
                  <a:cubicBezTo>
                    <a:pt x="182400" y="85694"/>
                    <a:pt x="184087" y="85570"/>
                    <a:pt x="187162" y="85684"/>
                  </a:cubicBezTo>
                  <a:cubicBezTo>
                    <a:pt x="188102" y="85726"/>
                    <a:pt x="189042" y="85768"/>
                    <a:pt x="190010" y="85812"/>
                  </a:cubicBezTo>
                  <a:cubicBezTo>
                    <a:pt x="190728" y="85831"/>
                    <a:pt x="191445" y="85850"/>
                    <a:pt x="192185" y="85870"/>
                  </a:cubicBezTo>
                  <a:cubicBezTo>
                    <a:pt x="191939" y="86607"/>
                    <a:pt x="191694" y="87343"/>
                    <a:pt x="191441" y="88102"/>
                  </a:cubicBezTo>
                  <a:cubicBezTo>
                    <a:pt x="191886" y="88317"/>
                    <a:pt x="192331" y="88532"/>
                    <a:pt x="192789" y="88753"/>
                  </a:cubicBezTo>
                  <a:cubicBezTo>
                    <a:pt x="194417" y="89591"/>
                    <a:pt x="194417" y="89591"/>
                    <a:pt x="196650" y="91079"/>
                  </a:cubicBezTo>
                  <a:cubicBezTo>
                    <a:pt x="196650" y="91816"/>
                    <a:pt x="196650" y="92552"/>
                    <a:pt x="196650" y="93311"/>
                  </a:cubicBezTo>
                  <a:cubicBezTo>
                    <a:pt x="196158" y="93557"/>
                    <a:pt x="195667" y="93802"/>
                    <a:pt x="195161" y="94055"/>
                  </a:cubicBezTo>
                  <a:cubicBezTo>
                    <a:pt x="194716" y="95772"/>
                    <a:pt x="194449" y="97491"/>
                    <a:pt x="194164" y="99241"/>
                  </a:cubicBezTo>
                  <a:cubicBezTo>
                    <a:pt x="194002" y="99740"/>
                    <a:pt x="193840" y="100239"/>
                    <a:pt x="193673" y="100753"/>
                  </a:cubicBezTo>
                  <a:cubicBezTo>
                    <a:pt x="192936" y="100998"/>
                    <a:pt x="192200" y="101244"/>
                    <a:pt x="191441" y="101497"/>
                  </a:cubicBezTo>
                  <a:cubicBezTo>
                    <a:pt x="191168" y="103425"/>
                    <a:pt x="191168" y="103425"/>
                    <a:pt x="191301" y="105636"/>
                  </a:cubicBezTo>
                  <a:cubicBezTo>
                    <a:pt x="191321" y="106389"/>
                    <a:pt x="191341" y="107142"/>
                    <a:pt x="191362" y="107918"/>
                  </a:cubicBezTo>
                  <a:cubicBezTo>
                    <a:pt x="191388" y="108500"/>
                    <a:pt x="191414" y="109083"/>
                    <a:pt x="191441" y="109682"/>
                  </a:cubicBezTo>
                  <a:cubicBezTo>
                    <a:pt x="190704" y="109437"/>
                    <a:pt x="189967" y="109191"/>
                    <a:pt x="189208" y="108938"/>
                  </a:cubicBezTo>
                  <a:cubicBezTo>
                    <a:pt x="188963" y="111640"/>
                    <a:pt x="188717" y="114341"/>
                    <a:pt x="188464" y="117124"/>
                  </a:cubicBezTo>
                  <a:cubicBezTo>
                    <a:pt x="187727" y="117124"/>
                    <a:pt x="186991" y="117124"/>
                    <a:pt x="186232" y="117124"/>
                  </a:cubicBezTo>
                  <a:cubicBezTo>
                    <a:pt x="185986" y="119088"/>
                    <a:pt x="185740" y="121053"/>
                    <a:pt x="185487" y="123077"/>
                  </a:cubicBezTo>
                  <a:cubicBezTo>
                    <a:pt x="248844" y="123323"/>
                    <a:pt x="312200" y="123568"/>
                    <a:pt x="377476" y="123821"/>
                  </a:cubicBezTo>
                  <a:cubicBezTo>
                    <a:pt x="377476" y="186329"/>
                    <a:pt x="377476" y="186329"/>
                    <a:pt x="375987" y="188561"/>
                  </a:cubicBezTo>
                  <a:cubicBezTo>
                    <a:pt x="374119" y="188836"/>
                    <a:pt x="374119" y="188836"/>
                    <a:pt x="371712" y="188830"/>
                  </a:cubicBezTo>
                  <a:cubicBezTo>
                    <a:pt x="370347" y="188834"/>
                    <a:pt x="370347" y="188834"/>
                    <a:pt x="368955" y="188839"/>
                  </a:cubicBezTo>
                  <a:cubicBezTo>
                    <a:pt x="367941" y="188831"/>
                    <a:pt x="366927" y="188823"/>
                    <a:pt x="365914" y="188815"/>
                  </a:cubicBezTo>
                  <a:cubicBezTo>
                    <a:pt x="364850" y="188814"/>
                    <a:pt x="363787" y="188814"/>
                    <a:pt x="362724" y="188816"/>
                  </a:cubicBezTo>
                  <a:cubicBezTo>
                    <a:pt x="359832" y="188816"/>
                    <a:pt x="356940" y="188803"/>
                    <a:pt x="354048" y="188788"/>
                  </a:cubicBezTo>
                  <a:cubicBezTo>
                    <a:pt x="351028" y="188774"/>
                    <a:pt x="348008" y="188772"/>
                    <a:pt x="344988" y="188770"/>
                  </a:cubicBezTo>
                  <a:cubicBezTo>
                    <a:pt x="339266" y="188763"/>
                    <a:pt x="333545" y="188744"/>
                    <a:pt x="327823" y="188722"/>
                  </a:cubicBezTo>
                  <a:cubicBezTo>
                    <a:pt x="320094" y="188693"/>
                    <a:pt x="312364" y="188680"/>
                    <a:pt x="304634" y="188667"/>
                  </a:cubicBezTo>
                  <a:cubicBezTo>
                    <a:pt x="292452" y="188646"/>
                    <a:pt x="280269" y="188602"/>
                    <a:pt x="268087" y="188561"/>
                  </a:cubicBezTo>
                  <a:cubicBezTo>
                    <a:pt x="268087" y="205260"/>
                    <a:pt x="268087" y="221958"/>
                    <a:pt x="268087" y="239163"/>
                  </a:cubicBezTo>
                  <a:cubicBezTo>
                    <a:pt x="331443" y="239531"/>
                    <a:pt x="331443" y="239531"/>
                    <a:pt x="396079" y="239907"/>
                  </a:cubicBezTo>
                  <a:cubicBezTo>
                    <a:pt x="396079" y="261271"/>
                    <a:pt x="396079" y="282636"/>
                    <a:pt x="396079" y="304647"/>
                  </a:cubicBezTo>
                  <a:cubicBezTo>
                    <a:pt x="335670" y="305016"/>
                    <a:pt x="335670" y="305016"/>
                    <a:pt x="274040" y="305391"/>
                  </a:cubicBezTo>
                  <a:cubicBezTo>
                    <a:pt x="275990" y="307760"/>
                    <a:pt x="275990" y="307760"/>
                    <a:pt x="278226" y="307996"/>
                  </a:cubicBezTo>
                  <a:cubicBezTo>
                    <a:pt x="278809" y="308119"/>
                    <a:pt x="279392" y="308241"/>
                    <a:pt x="279993" y="308368"/>
                  </a:cubicBezTo>
                  <a:cubicBezTo>
                    <a:pt x="280239" y="309105"/>
                    <a:pt x="280484" y="309841"/>
                    <a:pt x="280737" y="310600"/>
                  </a:cubicBezTo>
                  <a:cubicBezTo>
                    <a:pt x="281723" y="311109"/>
                    <a:pt x="282716" y="311605"/>
                    <a:pt x="283714" y="312089"/>
                  </a:cubicBezTo>
                  <a:cubicBezTo>
                    <a:pt x="284205" y="312825"/>
                    <a:pt x="284696" y="313562"/>
                    <a:pt x="285202" y="314321"/>
                  </a:cubicBezTo>
                  <a:cubicBezTo>
                    <a:pt x="285709" y="314429"/>
                    <a:pt x="286215" y="314536"/>
                    <a:pt x="286737" y="314647"/>
                  </a:cubicBezTo>
                  <a:cubicBezTo>
                    <a:pt x="287213" y="314785"/>
                    <a:pt x="287689" y="314923"/>
                    <a:pt x="288179" y="315065"/>
                  </a:cubicBezTo>
                  <a:cubicBezTo>
                    <a:pt x="288427" y="316057"/>
                    <a:pt x="288675" y="317050"/>
                    <a:pt x="288923" y="318042"/>
                  </a:cubicBezTo>
                  <a:cubicBezTo>
                    <a:pt x="289414" y="318165"/>
                    <a:pt x="289905" y="318287"/>
                    <a:pt x="290411" y="318414"/>
                  </a:cubicBezTo>
                  <a:cubicBezTo>
                    <a:pt x="290902" y="318537"/>
                    <a:pt x="291394" y="318659"/>
                    <a:pt x="291900" y="318786"/>
                  </a:cubicBezTo>
                  <a:cubicBezTo>
                    <a:pt x="291992" y="319292"/>
                    <a:pt x="292084" y="319799"/>
                    <a:pt x="292179" y="320321"/>
                  </a:cubicBezTo>
                  <a:cubicBezTo>
                    <a:pt x="292332" y="320796"/>
                    <a:pt x="292486" y="321272"/>
                    <a:pt x="292644" y="321762"/>
                  </a:cubicBezTo>
                  <a:cubicBezTo>
                    <a:pt x="293380" y="321762"/>
                    <a:pt x="294117" y="321762"/>
                    <a:pt x="294876" y="321762"/>
                  </a:cubicBezTo>
                  <a:cubicBezTo>
                    <a:pt x="295613" y="321762"/>
                    <a:pt x="296350" y="321762"/>
                    <a:pt x="297109" y="321762"/>
                  </a:cubicBezTo>
                  <a:cubicBezTo>
                    <a:pt x="297574" y="323204"/>
                    <a:pt x="297574" y="323204"/>
                    <a:pt x="297853" y="324739"/>
                  </a:cubicBezTo>
                  <a:cubicBezTo>
                    <a:pt x="298837" y="325016"/>
                    <a:pt x="299830" y="325265"/>
                    <a:pt x="300829" y="325483"/>
                  </a:cubicBezTo>
                  <a:cubicBezTo>
                    <a:pt x="301075" y="326220"/>
                    <a:pt x="301320" y="326957"/>
                    <a:pt x="301573" y="327716"/>
                  </a:cubicBezTo>
                  <a:cubicBezTo>
                    <a:pt x="302187" y="327961"/>
                    <a:pt x="302801" y="328207"/>
                    <a:pt x="303434" y="328460"/>
                  </a:cubicBezTo>
                  <a:cubicBezTo>
                    <a:pt x="304048" y="328705"/>
                    <a:pt x="304662" y="328951"/>
                    <a:pt x="305294" y="329204"/>
                  </a:cubicBezTo>
                  <a:cubicBezTo>
                    <a:pt x="305540" y="329941"/>
                    <a:pt x="305785" y="330677"/>
                    <a:pt x="306038" y="331436"/>
                  </a:cubicBezTo>
                  <a:cubicBezTo>
                    <a:pt x="306529" y="331559"/>
                    <a:pt x="307021" y="331682"/>
                    <a:pt x="307527" y="331808"/>
                  </a:cubicBezTo>
                  <a:cubicBezTo>
                    <a:pt x="308018" y="331931"/>
                    <a:pt x="308509" y="332054"/>
                    <a:pt x="309015" y="332180"/>
                  </a:cubicBezTo>
                  <a:cubicBezTo>
                    <a:pt x="309260" y="332917"/>
                    <a:pt x="309506" y="333654"/>
                    <a:pt x="309759" y="334413"/>
                  </a:cubicBezTo>
                  <a:cubicBezTo>
                    <a:pt x="310373" y="334658"/>
                    <a:pt x="310987" y="334904"/>
                    <a:pt x="311619" y="335157"/>
                  </a:cubicBezTo>
                  <a:cubicBezTo>
                    <a:pt x="312233" y="335403"/>
                    <a:pt x="312847" y="335648"/>
                    <a:pt x="313480" y="335901"/>
                  </a:cubicBezTo>
                  <a:cubicBezTo>
                    <a:pt x="313725" y="336638"/>
                    <a:pt x="313971" y="337375"/>
                    <a:pt x="314224" y="338134"/>
                  </a:cubicBezTo>
                  <a:cubicBezTo>
                    <a:pt x="314715" y="338256"/>
                    <a:pt x="315206" y="338379"/>
                    <a:pt x="315712" y="338506"/>
                  </a:cubicBezTo>
                  <a:cubicBezTo>
                    <a:pt x="316203" y="338628"/>
                    <a:pt x="316694" y="338751"/>
                    <a:pt x="317200" y="338878"/>
                  </a:cubicBezTo>
                  <a:cubicBezTo>
                    <a:pt x="317446" y="339614"/>
                    <a:pt x="317691" y="340351"/>
                    <a:pt x="317944" y="341110"/>
                  </a:cubicBezTo>
                  <a:cubicBezTo>
                    <a:pt x="318543" y="341340"/>
                    <a:pt x="319142" y="341571"/>
                    <a:pt x="319758" y="341808"/>
                  </a:cubicBezTo>
                  <a:cubicBezTo>
                    <a:pt x="322069" y="342766"/>
                    <a:pt x="322177" y="343361"/>
                    <a:pt x="323153" y="345575"/>
                  </a:cubicBezTo>
                  <a:cubicBezTo>
                    <a:pt x="325072" y="347858"/>
                    <a:pt x="325072" y="347858"/>
                    <a:pt x="327758" y="348924"/>
                  </a:cubicBezTo>
                  <a:cubicBezTo>
                    <a:pt x="328203" y="349046"/>
                    <a:pt x="328648" y="349169"/>
                    <a:pt x="329107" y="349296"/>
                  </a:cubicBezTo>
                  <a:cubicBezTo>
                    <a:pt x="329355" y="350288"/>
                    <a:pt x="329603" y="351280"/>
                    <a:pt x="329851" y="352272"/>
                  </a:cubicBezTo>
                  <a:cubicBezTo>
                    <a:pt x="331299" y="352712"/>
                    <a:pt x="331299" y="352712"/>
                    <a:pt x="332827" y="353016"/>
                  </a:cubicBezTo>
                  <a:cubicBezTo>
                    <a:pt x="333318" y="353753"/>
                    <a:pt x="333810" y="354490"/>
                    <a:pt x="334316" y="355249"/>
                  </a:cubicBezTo>
                  <a:cubicBezTo>
                    <a:pt x="334807" y="355356"/>
                    <a:pt x="335298" y="355464"/>
                    <a:pt x="335804" y="355574"/>
                  </a:cubicBezTo>
                  <a:cubicBezTo>
                    <a:pt x="336295" y="355712"/>
                    <a:pt x="336786" y="355851"/>
                    <a:pt x="337292" y="355993"/>
                  </a:cubicBezTo>
                  <a:cubicBezTo>
                    <a:pt x="337813" y="356973"/>
                    <a:pt x="338310" y="357965"/>
                    <a:pt x="338780" y="358969"/>
                  </a:cubicBezTo>
                  <a:cubicBezTo>
                    <a:pt x="339517" y="359215"/>
                    <a:pt x="340254" y="359461"/>
                    <a:pt x="341013" y="359714"/>
                  </a:cubicBezTo>
                  <a:cubicBezTo>
                    <a:pt x="341013" y="360696"/>
                    <a:pt x="341013" y="361678"/>
                    <a:pt x="341013" y="362690"/>
                  </a:cubicBezTo>
                  <a:cubicBezTo>
                    <a:pt x="342241" y="362690"/>
                    <a:pt x="343469" y="362690"/>
                    <a:pt x="344734" y="362690"/>
                  </a:cubicBezTo>
                  <a:cubicBezTo>
                    <a:pt x="344734" y="363672"/>
                    <a:pt x="344734" y="364655"/>
                    <a:pt x="344734" y="365667"/>
                  </a:cubicBezTo>
                  <a:cubicBezTo>
                    <a:pt x="345973" y="365921"/>
                    <a:pt x="347213" y="366169"/>
                    <a:pt x="348454" y="366411"/>
                  </a:cubicBezTo>
                  <a:cubicBezTo>
                    <a:pt x="348873" y="367853"/>
                    <a:pt x="348873" y="367853"/>
                    <a:pt x="349198" y="369387"/>
                  </a:cubicBezTo>
                  <a:cubicBezTo>
                    <a:pt x="350185" y="369895"/>
                    <a:pt x="351176" y="370393"/>
                    <a:pt x="352175" y="370876"/>
                  </a:cubicBezTo>
                  <a:cubicBezTo>
                    <a:pt x="352175" y="371612"/>
                    <a:pt x="352175" y="372349"/>
                    <a:pt x="352175" y="373108"/>
                  </a:cubicBezTo>
                  <a:cubicBezTo>
                    <a:pt x="353403" y="373108"/>
                    <a:pt x="354631" y="373108"/>
                    <a:pt x="355896" y="373108"/>
                  </a:cubicBezTo>
                  <a:cubicBezTo>
                    <a:pt x="355896" y="374090"/>
                    <a:pt x="355896" y="375073"/>
                    <a:pt x="355896" y="376085"/>
                  </a:cubicBezTo>
                  <a:cubicBezTo>
                    <a:pt x="357128" y="376369"/>
                    <a:pt x="358370" y="376616"/>
                    <a:pt x="359616" y="376829"/>
                  </a:cubicBezTo>
                  <a:cubicBezTo>
                    <a:pt x="359862" y="377566"/>
                    <a:pt x="360107" y="378302"/>
                    <a:pt x="360361" y="379061"/>
                  </a:cubicBezTo>
                  <a:cubicBezTo>
                    <a:pt x="360867" y="379568"/>
                    <a:pt x="361373" y="380074"/>
                    <a:pt x="361895" y="380596"/>
                  </a:cubicBezTo>
                  <a:cubicBezTo>
                    <a:pt x="363337" y="382038"/>
                    <a:pt x="363337" y="382038"/>
                    <a:pt x="363337" y="383526"/>
                  </a:cubicBezTo>
                  <a:cubicBezTo>
                    <a:pt x="363828" y="383634"/>
                    <a:pt x="364319" y="383741"/>
                    <a:pt x="364825" y="383852"/>
                  </a:cubicBezTo>
                  <a:cubicBezTo>
                    <a:pt x="365316" y="383990"/>
                    <a:pt x="365808" y="384128"/>
                    <a:pt x="366314" y="384270"/>
                  </a:cubicBezTo>
                  <a:cubicBezTo>
                    <a:pt x="366314" y="385007"/>
                    <a:pt x="366314" y="385744"/>
                    <a:pt x="366314" y="386503"/>
                  </a:cubicBezTo>
                  <a:cubicBezTo>
                    <a:pt x="367296" y="386503"/>
                    <a:pt x="368278" y="386503"/>
                    <a:pt x="369290" y="386503"/>
                  </a:cubicBezTo>
                  <a:cubicBezTo>
                    <a:pt x="369398" y="386963"/>
                    <a:pt x="369505" y="387424"/>
                    <a:pt x="369616" y="387898"/>
                  </a:cubicBezTo>
                  <a:cubicBezTo>
                    <a:pt x="369754" y="388420"/>
                    <a:pt x="369892" y="388942"/>
                    <a:pt x="370034" y="389479"/>
                  </a:cubicBezTo>
                  <a:cubicBezTo>
                    <a:pt x="371264" y="390002"/>
                    <a:pt x="372504" y="390499"/>
                    <a:pt x="373755" y="390968"/>
                  </a:cubicBezTo>
                  <a:cubicBezTo>
                    <a:pt x="374001" y="391704"/>
                    <a:pt x="374246" y="392441"/>
                    <a:pt x="374499" y="393200"/>
                  </a:cubicBezTo>
                  <a:cubicBezTo>
                    <a:pt x="375236" y="393446"/>
                    <a:pt x="375973" y="393691"/>
                    <a:pt x="376732" y="393944"/>
                  </a:cubicBezTo>
                  <a:cubicBezTo>
                    <a:pt x="377255" y="395423"/>
                    <a:pt x="377752" y="396912"/>
                    <a:pt x="378220" y="398409"/>
                  </a:cubicBezTo>
                  <a:cubicBezTo>
                    <a:pt x="378711" y="398655"/>
                    <a:pt x="379202" y="398900"/>
                    <a:pt x="379708" y="399153"/>
                  </a:cubicBezTo>
                  <a:cubicBezTo>
                    <a:pt x="379451" y="401639"/>
                    <a:pt x="378375" y="403266"/>
                    <a:pt x="376732" y="405106"/>
                  </a:cubicBezTo>
                  <a:cubicBezTo>
                    <a:pt x="376240" y="405106"/>
                    <a:pt x="375749" y="405106"/>
                    <a:pt x="375243" y="405106"/>
                  </a:cubicBezTo>
                  <a:cubicBezTo>
                    <a:pt x="375044" y="405766"/>
                    <a:pt x="374844" y="406426"/>
                    <a:pt x="374639" y="407106"/>
                  </a:cubicBezTo>
                  <a:cubicBezTo>
                    <a:pt x="373606" y="409986"/>
                    <a:pt x="372230" y="411203"/>
                    <a:pt x="370034" y="413292"/>
                  </a:cubicBezTo>
                  <a:cubicBezTo>
                    <a:pt x="369278" y="414525"/>
                    <a:pt x="368531" y="415763"/>
                    <a:pt x="367802" y="417012"/>
                  </a:cubicBezTo>
                  <a:cubicBezTo>
                    <a:pt x="367311" y="417258"/>
                    <a:pt x="366820" y="417504"/>
                    <a:pt x="366314" y="417757"/>
                  </a:cubicBezTo>
                  <a:cubicBezTo>
                    <a:pt x="366068" y="418493"/>
                    <a:pt x="365823" y="419230"/>
                    <a:pt x="365569" y="419989"/>
                  </a:cubicBezTo>
                  <a:cubicBezTo>
                    <a:pt x="365078" y="420235"/>
                    <a:pt x="364587" y="420480"/>
                    <a:pt x="364081" y="420733"/>
                  </a:cubicBezTo>
                  <a:cubicBezTo>
                    <a:pt x="363974" y="421240"/>
                    <a:pt x="363866" y="421746"/>
                    <a:pt x="363756" y="422268"/>
                  </a:cubicBezTo>
                  <a:cubicBezTo>
                    <a:pt x="363618" y="422744"/>
                    <a:pt x="363479" y="423220"/>
                    <a:pt x="363337" y="423710"/>
                  </a:cubicBezTo>
                  <a:cubicBezTo>
                    <a:pt x="362600" y="423710"/>
                    <a:pt x="361864" y="423710"/>
                    <a:pt x="361105" y="423710"/>
                  </a:cubicBezTo>
                  <a:cubicBezTo>
                    <a:pt x="360982" y="424324"/>
                    <a:pt x="360859" y="424938"/>
                    <a:pt x="360733" y="425570"/>
                  </a:cubicBezTo>
                  <a:cubicBezTo>
                    <a:pt x="360610" y="426184"/>
                    <a:pt x="360487" y="426798"/>
                    <a:pt x="360361" y="427430"/>
                  </a:cubicBezTo>
                  <a:cubicBezTo>
                    <a:pt x="359624" y="427430"/>
                    <a:pt x="358887" y="427430"/>
                    <a:pt x="358128" y="427430"/>
                  </a:cubicBezTo>
                  <a:cubicBezTo>
                    <a:pt x="358189" y="427968"/>
                    <a:pt x="358251" y="428505"/>
                    <a:pt x="358314" y="429058"/>
                  </a:cubicBezTo>
                  <a:cubicBezTo>
                    <a:pt x="358070" y="431800"/>
                    <a:pt x="357013" y="432901"/>
                    <a:pt x="355152" y="434872"/>
                  </a:cubicBezTo>
                  <a:cubicBezTo>
                    <a:pt x="354660" y="435117"/>
                    <a:pt x="354169" y="435363"/>
                    <a:pt x="353663" y="435616"/>
                  </a:cubicBezTo>
                  <a:cubicBezTo>
                    <a:pt x="353157" y="436652"/>
                    <a:pt x="353157" y="436652"/>
                    <a:pt x="352640" y="437709"/>
                  </a:cubicBezTo>
                  <a:cubicBezTo>
                    <a:pt x="351468" y="440008"/>
                    <a:pt x="350418" y="441410"/>
                    <a:pt x="348454" y="443057"/>
                  </a:cubicBezTo>
                  <a:cubicBezTo>
                    <a:pt x="347963" y="443057"/>
                    <a:pt x="347472" y="443057"/>
                    <a:pt x="346966" y="443057"/>
                  </a:cubicBezTo>
                  <a:cubicBezTo>
                    <a:pt x="346966" y="443549"/>
                    <a:pt x="346966" y="444040"/>
                    <a:pt x="346966" y="444546"/>
                  </a:cubicBezTo>
                  <a:cubicBezTo>
                    <a:pt x="347878" y="444544"/>
                    <a:pt x="348790" y="444542"/>
                    <a:pt x="349730" y="444541"/>
                  </a:cubicBezTo>
                  <a:cubicBezTo>
                    <a:pt x="358304" y="444526"/>
                    <a:pt x="366878" y="444514"/>
                    <a:pt x="375452" y="444507"/>
                  </a:cubicBezTo>
                  <a:cubicBezTo>
                    <a:pt x="379861" y="444503"/>
                    <a:pt x="384270" y="444498"/>
                    <a:pt x="388678" y="444490"/>
                  </a:cubicBezTo>
                  <a:cubicBezTo>
                    <a:pt x="392929" y="444481"/>
                    <a:pt x="397180" y="444477"/>
                    <a:pt x="401431" y="444475"/>
                  </a:cubicBezTo>
                  <a:cubicBezTo>
                    <a:pt x="403056" y="444474"/>
                    <a:pt x="404682" y="444471"/>
                    <a:pt x="406308" y="444467"/>
                  </a:cubicBezTo>
                  <a:cubicBezTo>
                    <a:pt x="408576" y="444462"/>
                    <a:pt x="410844" y="444461"/>
                    <a:pt x="413113" y="444461"/>
                  </a:cubicBezTo>
                  <a:cubicBezTo>
                    <a:pt x="413792" y="444458"/>
                    <a:pt x="414471" y="444456"/>
                    <a:pt x="415171" y="444453"/>
                  </a:cubicBezTo>
                  <a:cubicBezTo>
                    <a:pt x="419807" y="444461"/>
                    <a:pt x="419807" y="444461"/>
                    <a:pt x="420636" y="445290"/>
                  </a:cubicBezTo>
                  <a:cubicBezTo>
                    <a:pt x="420727" y="447483"/>
                    <a:pt x="420769" y="449658"/>
                    <a:pt x="420779" y="451852"/>
                  </a:cubicBezTo>
                  <a:cubicBezTo>
                    <a:pt x="420786" y="452540"/>
                    <a:pt x="420792" y="453229"/>
                    <a:pt x="420798" y="453938"/>
                  </a:cubicBezTo>
                  <a:cubicBezTo>
                    <a:pt x="420816" y="456226"/>
                    <a:pt x="420829" y="458513"/>
                    <a:pt x="420839" y="460800"/>
                  </a:cubicBezTo>
                  <a:cubicBezTo>
                    <a:pt x="420845" y="461968"/>
                    <a:pt x="420845" y="461968"/>
                    <a:pt x="420851" y="463159"/>
                  </a:cubicBezTo>
                  <a:cubicBezTo>
                    <a:pt x="420871" y="467275"/>
                    <a:pt x="420886" y="471392"/>
                    <a:pt x="420896" y="475509"/>
                  </a:cubicBezTo>
                  <a:cubicBezTo>
                    <a:pt x="420909" y="479775"/>
                    <a:pt x="420942" y="484042"/>
                    <a:pt x="420980" y="488309"/>
                  </a:cubicBezTo>
                  <a:cubicBezTo>
                    <a:pt x="421005" y="491577"/>
                    <a:pt x="421014" y="494845"/>
                    <a:pt x="421018" y="498114"/>
                  </a:cubicBezTo>
                  <a:cubicBezTo>
                    <a:pt x="421023" y="499688"/>
                    <a:pt x="421034" y="501261"/>
                    <a:pt x="421052" y="502835"/>
                  </a:cubicBezTo>
                  <a:cubicBezTo>
                    <a:pt x="421075" y="505031"/>
                    <a:pt x="421076" y="507225"/>
                    <a:pt x="421070" y="509421"/>
                  </a:cubicBezTo>
                  <a:cubicBezTo>
                    <a:pt x="421082" y="510078"/>
                    <a:pt x="421095" y="510735"/>
                    <a:pt x="421107" y="511413"/>
                  </a:cubicBezTo>
                  <a:cubicBezTo>
                    <a:pt x="421088" y="513215"/>
                    <a:pt x="421088" y="513215"/>
                    <a:pt x="420636" y="515983"/>
                  </a:cubicBezTo>
                  <a:cubicBezTo>
                    <a:pt x="417331" y="517208"/>
                    <a:pt x="413463" y="516830"/>
                    <a:pt x="409977" y="516821"/>
                  </a:cubicBezTo>
                  <a:cubicBezTo>
                    <a:pt x="409272" y="516822"/>
                    <a:pt x="408567" y="516823"/>
                    <a:pt x="407841" y="516824"/>
                  </a:cubicBezTo>
                  <a:cubicBezTo>
                    <a:pt x="405465" y="516827"/>
                    <a:pt x="403090" y="516824"/>
                    <a:pt x="400714" y="516822"/>
                  </a:cubicBezTo>
                  <a:cubicBezTo>
                    <a:pt x="398999" y="516823"/>
                    <a:pt x="397284" y="516824"/>
                    <a:pt x="395569" y="516825"/>
                  </a:cubicBezTo>
                  <a:cubicBezTo>
                    <a:pt x="390846" y="516828"/>
                    <a:pt x="386123" y="516827"/>
                    <a:pt x="381400" y="516825"/>
                  </a:cubicBezTo>
                  <a:cubicBezTo>
                    <a:pt x="376833" y="516823"/>
                    <a:pt x="372266" y="516825"/>
                    <a:pt x="367699" y="516827"/>
                  </a:cubicBezTo>
                  <a:cubicBezTo>
                    <a:pt x="357781" y="516831"/>
                    <a:pt x="347862" y="516830"/>
                    <a:pt x="337943" y="516828"/>
                  </a:cubicBezTo>
                  <a:cubicBezTo>
                    <a:pt x="329264" y="516826"/>
                    <a:pt x="320585" y="516826"/>
                    <a:pt x="311906" y="516827"/>
                  </a:cubicBezTo>
                  <a:cubicBezTo>
                    <a:pt x="311044" y="516827"/>
                    <a:pt x="311044" y="516827"/>
                    <a:pt x="310164" y="516827"/>
                  </a:cubicBezTo>
                  <a:cubicBezTo>
                    <a:pt x="307829" y="516827"/>
                    <a:pt x="305494" y="516828"/>
                    <a:pt x="303159" y="516828"/>
                  </a:cubicBezTo>
                  <a:cubicBezTo>
                    <a:pt x="281251" y="516830"/>
                    <a:pt x="259342" y="516828"/>
                    <a:pt x="237434" y="516824"/>
                  </a:cubicBezTo>
                  <a:cubicBezTo>
                    <a:pt x="217955" y="516820"/>
                    <a:pt x="198477" y="516821"/>
                    <a:pt x="178998" y="516824"/>
                  </a:cubicBezTo>
                  <a:cubicBezTo>
                    <a:pt x="157127" y="516828"/>
                    <a:pt x="135255" y="516830"/>
                    <a:pt x="113384" y="516828"/>
                  </a:cubicBezTo>
                  <a:cubicBezTo>
                    <a:pt x="111054" y="516827"/>
                    <a:pt x="108725" y="516827"/>
                    <a:pt x="106395" y="516827"/>
                  </a:cubicBezTo>
                  <a:cubicBezTo>
                    <a:pt x="105821" y="516827"/>
                    <a:pt x="105247" y="516827"/>
                    <a:pt x="104656" y="516827"/>
                  </a:cubicBezTo>
                  <a:cubicBezTo>
                    <a:pt x="95980" y="516826"/>
                    <a:pt x="87304" y="516827"/>
                    <a:pt x="78627" y="516829"/>
                  </a:cubicBezTo>
                  <a:cubicBezTo>
                    <a:pt x="68767" y="516831"/>
                    <a:pt x="58907" y="516830"/>
                    <a:pt x="49047" y="516826"/>
                  </a:cubicBezTo>
                  <a:cubicBezTo>
                    <a:pt x="44011" y="516824"/>
                    <a:pt x="38976" y="516824"/>
                    <a:pt x="33941" y="516826"/>
                  </a:cubicBezTo>
                  <a:cubicBezTo>
                    <a:pt x="29338" y="516828"/>
                    <a:pt x="24736" y="516827"/>
                    <a:pt x="20134" y="516823"/>
                  </a:cubicBezTo>
                  <a:cubicBezTo>
                    <a:pt x="18462" y="516822"/>
                    <a:pt x="16790" y="516823"/>
                    <a:pt x="15118" y="516824"/>
                  </a:cubicBezTo>
                  <a:cubicBezTo>
                    <a:pt x="12859" y="516827"/>
                    <a:pt x="10601" y="516824"/>
                    <a:pt x="8342" y="516821"/>
                  </a:cubicBezTo>
                  <a:cubicBezTo>
                    <a:pt x="7681" y="516823"/>
                    <a:pt x="7020" y="516824"/>
                    <a:pt x="6339" y="516826"/>
                  </a:cubicBezTo>
                  <a:cubicBezTo>
                    <a:pt x="1855" y="516812"/>
                    <a:pt x="1855" y="516812"/>
                    <a:pt x="196" y="515983"/>
                  </a:cubicBezTo>
                  <a:cubicBezTo>
                    <a:pt x="11" y="514536"/>
                    <a:pt x="11" y="514536"/>
                    <a:pt x="11" y="512590"/>
                  </a:cubicBezTo>
                  <a:cubicBezTo>
                    <a:pt x="7" y="511850"/>
                    <a:pt x="4" y="511111"/>
                    <a:pt x="0" y="510348"/>
                  </a:cubicBezTo>
                  <a:cubicBezTo>
                    <a:pt x="4" y="509525"/>
                    <a:pt x="7" y="508701"/>
                    <a:pt x="11" y="507852"/>
                  </a:cubicBezTo>
                  <a:cubicBezTo>
                    <a:pt x="9" y="506982"/>
                    <a:pt x="7" y="506111"/>
                    <a:pt x="5" y="505215"/>
                  </a:cubicBezTo>
                  <a:cubicBezTo>
                    <a:pt x="1" y="502778"/>
                    <a:pt x="4" y="500342"/>
                    <a:pt x="10" y="497905"/>
                  </a:cubicBezTo>
                  <a:cubicBezTo>
                    <a:pt x="14" y="495262"/>
                    <a:pt x="10" y="492620"/>
                    <a:pt x="7" y="489977"/>
                  </a:cubicBezTo>
                  <a:cubicBezTo>
                    <a:pt x="3" y="485338"/>
                    <a:pt x="4" y="480699"/>
                    <a:pt x="9" y="476060"/>
                  </a:cubicBezTo>
                  <a:cubicBezTo>
                    <a:pt x="16" y="469162"/>
                    <a:pt x="15" y="462265"/>
                    <a:pt x="12" y="455367"/>
                  </a:cubicBezTo>
                  <a:cubicBezTo>
                    <a:pt x="7" y="443765"/>
                    <a:pt x="10" y="432163"/>
                    <a:pt x="16" y="420561"/>
                  </a:cubicBezTo>
                  <a:cubicBezTo>
                    <a:pt x="23" y="409068"/>
                    <a:pt x="26" y="397575"/>
                    <a:pt x="26" y="386082"/>
                  </a:cubicBezTo>
                  <a:cubicBezTo>
                    <a:pt x="26" y="385368"/>
                    <a:pt x="26" y="384654"/>
                    <a:pt x="26" y="383919"/>
                  </a:cubicBezTo>
                  <a:cubicBezTo>
                    <a:pt x="26" y="381022"/>
                    <a:pt x="26" y="378125"/>
                    <a:pt x="26" y="375228"/>
                  </a:cubicBezTo>
                  <a:cubicBezTo>
                    <a:pt x="25" y="348028"/>
                    <a:pt x="33" y="320828"/>
                    <a:pt x="44" y="293628"/>
                  </a:cubicBezTo>
                  <a:cubicBezTo>
                    <a:pt x="54" y="269439"/>
                    <a:pt x="59" y="245250"/>
                    <a:pt x="59" y="221062"/>
                  </a:cubicBezTo>
                  <a:cubicBezTo>
                    <a:pt x="59" y="219508"/>
                    <a:pt x="58" y="217955"/>
                    <a:pt x="58" y="216402"/>
                  </a:cubicBezTo>
                  <a:cubicBezTo>
                    <a:pt x="58" y="215635"/>
                    <a:pt x="58" y="214867"/>
                    <a:pt x="58" y="214076"/>
                  </a:cubicBezTo>
                  <a:cubicBezTo>
                    <a:pt x="58" y="210211"/>
                    <a:pt x="58" y="206347"/>
                    <a:pt x="58" y="202482"/>
                  </a:cubicBezTo>
                  <a:cubicBezTo>
                    <a:pt x="58" y="201720"/>
                    <a:pt x="58" y="200957"/>
                    <a:pt x="58" y="200172"/>
                  </a:cubicBezTo>
                  <a:cubicBezTo>
                    <a:pt x="58" y="179986"/>
                    <a:pt x="61" y="159801"/>
                    <a:pt x="66" y="139615"/>
                  </a:cubicBezTo>
                  <a:cubicBezTo>
                    <a:pt x="66" y="138897"/>
                    <a:pt x="66" y="138180"/>
                    <a:pt x="66" y="137440"/>
                  </a:cubicBezTo>
                  <a:cubicBezTo>
                    <a:pt x="67" y="134554"/>
                    <a:pt x="68" y="131668"/>
                    <a:pt x="68" y="128782"/>
                  </a:cubicBezTo>
                  <a:cubicBezTo>
                    <a:pt x="71" y="118723"/>
                    <a:pt x="72" y="108664"/>
                    <a:pt x="72" y="98605"/>
                  </a:cubicBezTo>
                  <a:cubicBezTo>
                    <a:pt x="73" y="85644"/>
                    <a:pt x="76" y="72684"/>
                    <a:pt x="83" y="59724"/>
                  </a:cubicBezTo>
                  <a:cubicBezTo>
                    <a:pt x="87" y="52863"/>
                    <a:pt x="89" y="46002"/>
                    <a:pt x="87" y="39141"/>
                  </a:cubicBezTo>
                  <a:cubicBezTo>
                    <a:pt x="87" y="34566"/>
                    <a:pt x="89" y="29992"/>
                    <a:pt x="93" y="25418"/>
                  </a:cubicBezTo>
                  <a:cubicBezTo>
                    <a:pt x="96" y="22806"/>
                    <a:pt x="97" y="20194"/>
                    <a:pt x="95" y="17582"/>
                  </a:cubicBezTo>
                  <a:cubicBezTo>
                    <a:pt x="94" y="14778"/>
                    <a:pt x="97" y="11974"/>
                    <a:pt x="101" y="9169"/>
                  </a:cubicBezTo>
                  <a:cubicBezTo>
                    <a:pt x="99" y="8345"/>
                    <a:pt x="98" y="7522"/>
                    <a:pt x="96" y="6673"/>
                  </a:cubicBezTo>
                  <a:cubicBezTo>
                    <a:pt x="98" y="5933"/>
                    <a:pt x="100" y="5193"/>
                    <a:pt x="102" y="4431"/>
                  </a:cubicBezTo>
                  <a:cubicBezTo>
                    <a:pt x="103" y="3789"/>
                    <a:pt x="103" y="3147"/>
                    <a:pt x="103" y="2485"/>
                  </a:cubicBezTo>
                  <a:cubicBezTo>
                    <a:pt x="309" y="-712"/>
                    <a:pt x="2785" y="202"/>
                    <a:pt x="5421" y="192"/>
                  </a:cubicBezTo>
                  <a:cubicBezTo>
                    <a:pt x="6399" y="194"/>
                    <a:pt x="6399" y="194"/>
                    <a:pt x="7397" y="196"/>
                  </a:cubicBezTo>
                  <a:cubicBezTo>
                    <a:pt x="8085" y="194"/>
                    <a:pt x="8774" y="193"/>
                    <a:pt x="9484" y="191"/>
                  </a:cubicBezTo>
                  <a:cubicBezTo>
                    <a:pt x="11823" y="187"/>
                    <a:pt x="14162" y="188"/>
                    <a:pt x="16501" y="189"/>
                  </a:cubicBezTo>
                  <a:cubicBezTo>
                    <a:pt x="18183" y="187"/>
                    <a:pt x="19865" y="185"/>
                    <a:pt x="21546" y="183"/>
                  </a:cubicBezTo>
                  <a:cubicBezTo>
                    <a:pt x="26191" y="177"/>
                    <a:pt x="30836" y="175"/>
                    <a:pt x="35481" y="175"/>
                  </a:cubicBezTo>
                  <a:cubicBezTo>
                    <a:pt x="39968" y="173"/>
                    <a:pt x="44455" y="169"/>
                    <a:pt x="48943" y="164"/>
                  </a:cubicBezTo>
                  <a:cubicBezTo>
                    <a:pt x="60970" y="152"/>
                    <a:pt x="72997" y="148"/>
                    <a:pt x="85025" y="144"/>
                  </a:cubicBezTo>
                  <a:cubicBezTo>
                    <a:pt x="90710" y="143"/>
                    <a:pt x="96396" y="140"/>
                    <a:pt x="102082" y="137"/>
                  </a:cubicBezTo>
                  <a:cubicBezTo>
                    <a:pt x="121532" y="128"/>
                    <a:pt x="140982" y="120"/>
                    <a:pt x="160432" y="117"/>
                  </a:cubicBezTo>
                  <a:cubicBezTo>
                    <a:pt x="161653" y="117"/>
                    <a:pt x="162875" y="117"/>
                    <a:pt x="164097" y="116"/>
                  </a:cubicBezTo>
                  <a:cubicBezTo>
                    <a:pt x="165321" y="116"/>
                    <a:pt x="166546" y="116"/>
                    <a:pt x="167770" y="116"/>
                  </a:cubicBezTo>
                  <a:cubicBezTo>
                    <a:pt x="170227" y="116"/>
                    <a:pt x="172684" y="115"/>
                    <a:pt x="175141" y="115"/>
                  </a:cubicBezTo>
                  <a:cubicBezTo>
                    <a:pt x="176055" y="115"/>
                    <a:pt x="176055" y="115"/>
                    <a:pt x="176987" y="115"/>
                  </a:cubicBezTo>
                  <a:cubicBezTo>
                    <a:pt x="196750" y="112"/>
                    <a:pt x="216513" y="100"/>
                    <a:pt x="236277" y="83"/>
                  </a:cubicBezTo>
                  <a:cubicBezTo>
                    <a:pt x="257155" y="65"/>
                    <a:pt x="278033" y="54"/>
                    <a:pt x="298911" y="53"/>
                  </a:cubicBezTo>
                  <a:cubicBezTo>
                    <a:pt x="301201" y="53"/>
                    <a:pt x="303491" y="53"/>
                    <a:pt x="305780" y="53"/>
                  </a:cubicBezTo>
                  <a:cubicBezTo>
                    <a:pt x="306344" y="53"/>
                    <a:pt x="306908" y="53"/>
                    <a:pt x="307489" y="53"/>
                  </a:cubicBezTo>
                  <a:cubicBezTo>
                    <a:pt x="316581" y="52"/>
                    <a:pt x="325673" y="44"/>
                    <a:pt x="334766" y="33"/>
                  </a:cubicBezTo>
                  <a:cubicBezTo>
                    <a:pt x="343896" y="22"/>
                    <a:pt x="353026" y="20"/>
                    <a:pt x="362157" y="26"/>
                  </a:cubicBezTo>
                  <a:cubicBezTo>
                    <a:pt x="367108" y="29"/>
                    <a:pt x="372058" y="28"/>
                    <a:pt x="377009" y="18"/>
                  </a:cubicBezTo>
                  <a:cubicBezTo>
                    <a:pt x="381535" y="8"/>
                    <a:pt x="386060" y="9"/>
                    <a:pt x="390585" y="18"/>
                  </a:cubicBezTo>
                  <a:cubicBezTo>
                    <a:pt x="392229" y="20"/>
                    <a:pt x="393873" y="17"/>
                    <a:pt x="395517" y="11"/>
                  </a:cubicBezTo>
                  <a:cubicBezTo>
                    <a:pt x="397738" y="3"/>
                    <a:pt x="399959" y="8"/>
                    <a:pt x="402180" y="17"/>
                  </a:cubicBezTo>
                  <a:cubicBezTo>
                    <a:pt x="402830" y="11"/>
                    <a:pt x="403480" y="6"/>
                    <a:pt x="404150" y="0"/>
                  </a:cubicBezTo>
                  <a:close/>
                </a:path>
              </a:pathLst>
            </a:custGeom>
            <a:grpFill/>
            <a:ln w="744" cap="flat">
              <a:noFill/>
              <a:prstDash val="solid"/>
              <a:miter/>
            </a:ln>
          </p:spPr>
          <p:txBody>
            <a:bodyPr rtlCol="0" anchor="ctr"/>
            <a:lstStyle/>
            <a:p>
              <a:endParaRPr lang="zh-CN" altLang="en-US"/>
            </a:p>
          </p:txBody>
        </p:sp>
        <p:sp>
          <p:nvSpPr>
            <p:cNvPr id="140" name="任意多边形: 形状 139"/>
            <p:cNvSpPr/>
            <p:nvPr/>
          </p:nvSpPr>
          <p:spPr>
            <a:xfrm>
              <a:off x="1955398" y="609929"/>
              <a:ext cx="309398" cy="1011510"/>
            </a:xfrm>
            <a:custGeom>
              <a:avLst/>
              <a:gdLst>
                <a:gd name="connsiteX0" fmla="*/ 3375 w 309401"/>
                <a:gd name="connsiteY0" fmla="*/ 645 h 1011480"/>
                <a:gd name="connsiteX1" fmla="*/ 82254 w 309401"/>
                <a:gd name="connsiteY1" fmla="*/ 645 h 1011480"/>
                <a:gd name="connsiteX2" fmla="*/ 82998 w 309401"/>
                <a:gd name="connsiteY2" fmla="*/ 920403 h 1011480"/>
                <a:gd name="connsiteX3" fmla="*/ 85231 w 309401"/>
                <a:gd name="connsiteY3" fmla="*/ 919659 h 1011480"/>
                <a:gd name="connsiteX4" fmla="*/ 90993 w 309401"/>
                <a:gd name="connsiteY4" fmla="*/ 919570 h 1011480"/>
                <a:gd name="connsiteX5" fmla="*/ 92790 w 309401"/>
                <a:gd name="connsiteY5" fmla="*/ 919568 h 1011480"/>
                <a:gd name="connsiteX6" fmla="*/ 98769 w 309401"/>
                <a:gd name="connsiteY6" fmla="*/ 919575 h 1011480"/>
                <a:gd name="connsiteX7" fmla="*/ 103048 w 309401"/>
                <a:gd name="connsiteY7" fmla="*/ 919574 h 1011480"/>
                <a:gd name="connsiteX8" fmla="*/ 114685 w 309401"/>
                <a:gd name="connsiteY8" fmla="*/ 919584 h 1011480"/>
                <a:gd name="connsiteX9" fmla="*/ 126847 w 309401"/>
                <a:gd name="connsiteY9" fmla="*/ 919589 h 1011480"/>
                <a:gd name="connsiteX10" fmla="*/ 149894 w 309401"/>
                <a:gd name="connsiteY10" fmla="*/ 919605 h 1011480"/>
                <a:gd name="connsiteX11" fmla="*/ 176100 w 309401"/>
                <a:gd name="connsiteY11" fmla="*/ 919622 h 1011480"/>
                <a:gd name="connsiteX12" fmla="*/ 226263 w 309401"/>
                <a:gd name="connsiteY12" fmla="*/ 919656 h 1011480"/>
                <a:gd name="connsiteX13" fmla="*/ 232571 w 309401"/>
                <a:gd name="connsiteY13" fmla="*/ 919659 h 1011480"/>
                <a:gd name="connsiteX14" fmla="*/ 232570 w 309401"/>
                <a:gd name="connsiteY14" fmla="*/ 917246 h 1011480"/>
                <a:gd name="connsiteX15" fmla="*/ 232559 w 309401"/>
                <a:gd name="connsiteY15" fmla="*/ 835457 h 1011480"/>
                <a:gd name="connsiteX16" fmla="*/ 232559 w 309401"/>
                <a:gd name="connsiteY16" fmla="*/ 833792 h 1011480"/>
                <a:gd name="connsiteX17" fmla="*/ 232539 w 309401"/>
                <a:gd name="connsiteY17" fmla="*/ 657300 h 1011480"/>
                <a:gd name="connsiteX18" fmla="*/ 232539 w 309401"/>
                <a:gd name="connsiteY18" fmla="*/ 653381 h 1011480"/>
                <a:gd name="connsiteX19" fmla="*/ 232533 w 309401"/>
                <a:gd name="connsiteY19" fmla="*/ 571126 h 1011480"/>
                <a:gd name="connsiteX20" fmla="*/ 232530 w 309401"/>
                <a:gd name="connsiteY20" fmla="*/ 529809 h 1011480"/>
                <a:gd name="connsiteX21" fmla="*/ 232529 w 309401"/>
                <a:gd name="connsiteY21" fmla="*/ 523576 h 1011480"/>
                <a:gd name="connsiteX22" fmla="*/ 232524 w 309401"/>
                <a:gd name="connsiteY22" fmla="*/ 463080 h 1011480"/>
                <a:gd name="connsiteX23" fmla="*/ 232524 w 309401"/>
                <a:gd name="connsiteY23" fmla="*/ 460989 h 1011480"/>
                <a:gd name="connsiteX24" fmla="*/ 232520 w 309401"/>
                <a:gd name="connsiteY24" fmla="*/ 427566 h 1011480"/>
                <a:gd name="connsiteX25" fmla="*/ 232519 w 309401"/>
                <a:gd name="connsiteY25" fmla="*/ 425480 h 1011480"/>
                <a:gd name="connsiteX26" fmla="*/ 232514 w 309401"/>
                <a:gd name="connsiteY26" fmla="*/ 392178 h 1011480"/>
                <a:gd name="connsiteX27" fmla="*/ 232503 w 309401"/>
                <a:gd name="connsiteY27" fmla="*/ 296297 h 1011480"/>
                <a:gd name="connsiteX28" fmla="*/ 232503 w 309401"/>
                <a:gd name="connsiteY28" fmla="*/ 294307 h 1011480"/>
                <a:gd name="connsiteX29" fmla="*/ 232501 w 309401"/>
                <a:gd name="connsiteY29" fmla="*/ 251058 h 1011480"/>
                <a:gd name="connsiteX30" fmla="*/ 232500 w 309401"/>
                <a:gd name="connsiteY30" fmla="*/ 233658 h 1011480"/>
                <a:gd name="connsiteX31" fmla="*/ 232500 w 309401"/>
                <a:gd name="connsiteY31" fmla="*/ 231735 h 1011480"/>
                <a:gd name="connsiteX32" fmla="*/ 232492 w 309401"/>
                <a:gd name="connsiteY32" fmla="*/ 170307 h 1011480"/>
                <a:gd name="connsiteX33" fmla="*/ 232486 w 309401"/>
                <a:gd name="connsiteY33" fmla="*/ 108462 h 1011480"/>
                <a:gd name="connsiteX34" fmla="*/ 232486 w 309401"/>
                <a:gd name="connsiteY34" fmla="*/ 99928 h 1011480"/>
                <a:gd name="connsiteX35" fmla="*/ 232487 w 309401"/>
                <a:gd name="connsiteY35" fmla="*/ 98238 h 1011480"/>
                <a:gd name="connsiteX36" fmla="*/ 232481 w 309401"/>
                <a:gd name="connsiteY36" fmla="*/ 71679 h 1011480"/>
                <a:gd name="connsiteX37" fmla="*/ 232480 w 309401"/>
                <a:gd name="connsiteY37" fmla="*/ 45604 h 1011480"/>
                <a:gd name="connsiteX38" fmla="*/ 232478 w 309401"/>
                <a:gd name="connsiteY38" fmla="*/ 31639 h 1011480"/>
                <a:gd name="connsiteX39" fmla="*/ 232478 w 309401"/>
                <a:gd name="connsiteY39" fmla="*/ 18962 h 1011480"/>
                <a:gd name="connsiteX40" fmla="*/ 232476 w 309401"/>
                <a:gd name="connsiteY40" fmla="*/ 14378 h 1011480"/>
                <a:gd name="connsiteX41" fmla="*/ 232478 w 309401"/>
                <a:gd name="connsiteY41" fmla="*/ 8202 h 1011480"/>
                <a:gd name="connsiteX42" fmla="*/ 232473 w 309401"/>
                <a:gd name="connsiteY42" fmla="*/ 6380 h 1011480"/>
                <a:gd name="connsiteX43" fmla="*/ 233315 w 309401"/>
                <a:gd name="connsiteY43" fmla="*/ 645 h 1011480"/>
                <a:gd name="connsiteX44" fmla="*/ 236366 w 309401"/>
                <a:gd name="connsiteY44" fmla="*/ 461 h 1011480"/>
                <a:gd name="connsiteX45" fmla="*/ 238358 w 309401"/>
                <a:gd name="connsiteY45" fmla="*/ 452 h 1011480"/>
                <a:gd name="connsiteX46" fmla="*/ 240560 w 309401"/>
                <a:gd name="connsiteY46" fmla="*/ 465 h 1011480"/>
                <a:gd name="connsiteX47" fmla="*/ 242866 w 309401"/>
                <a:gd name="connsiteY47" fmla="*/ 460 h 1011480"/>
                <a:gd name="connsiteX48" fmla="*/ 250453 w 309401"/>
                <a:gd name="connsiteY48" fmla="*/ 474 h 1011480"/>
                <a:gd name="connsiteX49" fmla="*/ 255700 w 309401"/>
                <a:gd name="connsiteY49" fmla="*/ 475 h 1011480"/>
                <a:gd name="connsiteX50" fmla="*/ 266713 w 309401"/>
                <a:gd name="connsiteY50" fmla="*/ 492 h 1011480"/>
                <a:gd name="connsiteX51" fmla="*/ 280864 w 309401"/>
                <a:gd name="connsiteY51" fmla="*/ 507 h 1011480"/>
                <a:gd name="connsiteX52" fmla="*/ 291704 w 309401"/>
                <a:gd name="connsiteY52" fmla="*/ 517 h 1011480"/>
                <a:gd name="connsiteX53" fmla="*/ 296923 w 309401"/>
                <a:gd name="connsiteY53" fmla="*/ 521 h 1011480"/>
                <a:gd name="connsiteX54" fmla="*/ 304204 w 309401"/>
                <a:gd name="connsiteY54" fmla="*/ 537 h 1011480"/>
                <a:gd name="connsiteX55" fmla="*/ 306407 w 309401"/>
                <a:gd name="connsiteY55" fmla="*/ 536 h 1011480"/>
                <a:gd name="connsiteX56" fmla="*/ 308399 w 309401"/>
                <a:gd name="connsiteY56" fmla="*/ 546 h 1011480"/>
                <a:gd name="connsiteX57" fmla="*/ 310140 w 309401"/>
                <a:gd name="connsiteY57" fmla="*/ 550 h 1011480"/>
                <a:gd name="connsiteX58" fmla="*/ 312194 w 309401"/>
                <a:gd name="connsiteY58" fmla="*/ 1390 h 1011480"/>
                <a:gd name="connsiteX59" fmla="*/ 312289 w 309401"/>
                <a:gd name="connsiteY59" fmla="*/ 7698 h 1011480"/>
                <a:gd name="connsiteX60" fmla="*/ 312292 w 309401"/>
                <a:gd name="connsiteY60" fmla="*/ 9741 h 1011480"/>
                <a:gd name="connsiteX61" fmla="*/ 312292 w 309401"/>
                <a:gd name="connsiteY61" fmla="*/ 16622 h 1011480"/>
                <a:gd name="connsiteX62" fmla="*/ 312296 w 309401"/>
                <a:gd name="connsiteY62" fmla="*/ 21585 h 1011480"/>
                <a:gd name="connsiteX63" fmla="*/ 312299 w 309401"/>
                <a:gd name="connsiteY63" fmla="*/ 35354 h 1011480"/>
                <a:gd name="connsiteX64" fmla="*/ 312304 w 309401"/>
                <a:gd name="connsiteY64" fmla="*/ 48746 h 1011480"/>
                <a:gd name="connsiteX65" fmla="*/ 312312 w 309401"/>
                <a:gd name="connsiteY65" fmla="*/ 76493 h 1011480"/>
                <a:gd name="connsiteX66" fmla="*/ 312319 w 309401"/>
                <a:gd name="connsiteY66" fmla="*/ 104629 h 1011480"/>
                <a:gd name="connsiteX67" fmla="*/ 312319 w 309401"/>
                <a:gd name="connsiteY67" fmla="*/ 106421 h 1011480"/>
                <a:gd name="connsiteX68" fmla="*/ 312322 w 309401"/>
                <a:gd name="connsiteY68" fmla="*/ 113645 h 1011480"/>
                <a:gd name="connsiteX69" fmla="*/ 312343 w 309401"/>
                <a:gd name="connsiteY69" fmla="*/ 199271 h 1011480"/>
                <a:gd name="connsiteX70" fmla="*/ 312350 w 309401"/>
                <a:gd name="connsiteY70" fmla="*/ 241887 h 1011480"/>
                <a:gd name="connsiteX71" fmla="*/ 312370 w 309401"/>
                <a:gd name="connsiteY71" fmla="*/ 378502 h 1011480"/>
                <a:gd name="connsiteX72" fmla="*/ 312371 w 309401"/>
                <a:gd name="connsiteY72" fmla="*/ 385035 h 1011480"/>
                <a:gd name="connsiteX73" fmla="*/ 312371 w 309401"/>
                <a:gd name="connsiteY73" fmla="*/ 398135 h 1011480"/>
                <a:gd name="connsiteX74" fmla="*/ 312372 w 309401"/>
                <a:gd name="connsiteY74" fmla="*/ 413474 h 1011480"/>
                <a:gd name="connsiteX75" fmla="*/ 312373 w 309401"/>
                <a:gd name="connsiteY75" fmla="*/ 417864 h 1011480"/>
                <a:gd name="connsiteX76" fmla="*/ 312404 w 309401"/>
                <a:gd name="connsiteY76" fmla="*/ 558920 h 1011480"/>
                <a:gd name="connsiteX77" fmla="*/ 312431 w 309401"/>
                <a:gd name="connsiteY77" fmla="*/ 660250 h 1011480"/>
                <a:gd name="connsiteX78" fmla="*/ 312431 w 309401"/>
                <a:gd name="connsiteY78" fmla="*/ 662354 h 1011480"/>
                <a:gd name="connsiteX79" fmla="*/ 312434 w 309401"/>
                <a:gd name="connsiteY79" fmla="*/ 708056 h 1011480"/>
                <a:gd name="connsiteX80" fmla="*/ 312434 w 309401"/>
                <a:gd name="connsiteY80" fmla="*/ 724408 h 1011480"/>
                <a:gd name="connsiteX81" fmla="*/ 312435 w 309401"/>
                <a:gd name="connsiteY81" fmla="*/ 728476 h 1011480"/>
                <a:gd name="connsiteX82" fmla="*/ 312454 w 309401"/>
                <a:gd name="connsiteY82" fmla="*/ 793395 h 1011480"/>
                <a:gd name="connsiteX83" fmla="*/ 312462 w 309401"/>
                <a:gd name="connsiteY83" fmla="*/ 858749 h 1011480"/>
                <a:gd name="connsiteX84" fmla="*/ 312460 w 309401"/>
                <a:gd name="connsiteY84" fmla="*/ 867766 h 1011480"/>
                <a:gd name="connsiteX85" fmla="*/ 312459 w 309401"/>
                <a:gd name="connsiteY85" fmla="*/ 869551 h 1011480"/>
                <a:gd name="connsiteX86" fmla="*/ 312471 w 309401"/>
                <a:gd name="connsiteY86" fmla="*/ 897620 h 1011480"/>
                <a:gd name="connsiteX87" fmla="*/ 312472 w 309401"/>
                <a:gd name="connsiteY87" fmla="*/ 925173 h 1011480"/>
                <a:gd name="connsiteX88" fmla="*/ 312477 w 309401"/>
                <a:gd name="connsiteY88" fmla="*/ 939932 h 1011480"/>
                <a:gd name="connsiteX89" fmla="*/ 312473 w 309401"/>
                <a:gd name="connsiteY89" fmla="*/ 953326 h 1011480"/>
                <a:gd name="connsiteX90" fmla="*/ 312480 w 309401"/>
                <a:gd name="connsiteY90" fmla="*/ 958173 h 1011480"/>
                <a:gd name="connsiteX91" fmla="*/ 312472 w 309401"/>
                <a:gd name="connsiteY91" fmla="*/ 964696 h 1011480"/>
                <a:gd name="connsiteX92" fmla="*/ 312489 w 309401"/>
                <a:gd name="connsiteY92" fmla="*/ 966627 h 1011480"/>
                <a:gd name="connsiteX93" fmla="*/ 312194 w 309401"/>
                <a:gd name="connsiteY93" fmla="*/ 971005 h 1011480"/>
                <a:gd name="connsiteX94" fmla="*/ 309961 w 309401"/>
                <a:gd name="connsiteY94" fmla="*/ 971749 h 1011480"/>
                <a:gd name="connsiteX95" fmla="*/ 309217 w 309401"/>
                <a:gd name="connsiteY95" fmla="*/ 973981 h 1011480"/>
                <a:gd name="connsiteX96" fmla="*/ 306985 w 309401"/>
                <a:gd name="connsiteY96" fmla="*/ 974725 h 1011480"/>
                <a:gd name="connsiteX97" fmla="*/ 305496 w 309401"/>
                <a:gd name="connsiteY97" fmla="*/ 977702 h 1011480"/>
                <a:gd name="connsiteX98" fmla="*/ 304008 w 309401"/>
                <a:gd name="connsiteY98" fmla="*/ 978446 h 1011480"/>
                <a:gd name="connsiteX99" fmla="*/ 303264 w 309401"/>
                <a:gd name="connsiteY99" fmla="*/ 980679 h 1011480"/>
                <a:gd name="connsiteX100" fmla="*/ 301032 w 309401"/>
                <a:gd name="connsiteY100" fmla="*/ 982167 h 1011480"/>
                <a:gd name="connsiteX101" fmla="*/ 300287 w 309401"/>
                <a:gd name="connsiteY101" fmla="*/ 984399 h 1011480"/>
                <a:gd name="connsiteX102" fmla="*/ 296567 w 309401"/>
                <a:gd name="connsiteY102" fmla="*/ 988120 h 1011480"/>
                <a:gd name="connsiteX103" fmla="*/ 295078 w 309401"/>
                <a:gd name="connsiteY103" fmla="*/ 989980 h 1011480"/>
                <a:gd name="connsiteX104" fmla="*/ 289869 w 309401"/>
                <a:gd name="connsiteY104" fmla="*/ 995561 h 1011480"/>
                <a:gd name="connsiteX105" fmla="*/ 288381 w 309401"/>
                <a:gd name="connsiteY105" fmla="*/ 995561 h 1011480"/>
                <a:gd name="connsiteX106" fmla="*/ 286893 w 309401"/>
                <a:gd name="connsiteY106" fmla="*/ 999282 h 1011480"/>
                <a:gd name="connsiteX107" fmla="*/ 285405 w 309401"/>
                <a:gd name="connsiteY107" fmla="*/ 1001514 h 1011480"/>
                <a:gd name="connsiteX108" fmla="*/ 282428 w 309401"/>
                <a:gd name="connsiteY108" fmla="*/ 1001514 h 1011480"/>
                <a:gd name="connsiteX109" fmla="*/ 281684 w 309401"/>
                <a:gd name="connsiteY109" fmla="*/ 1005235 h 1011480"/>
                <a:gd name="connsiteX110" fmla="*/ 279452 w 309401"/>
                <a:gd name="connsiteY110" fmla="*/ 1005235 h 1011480"/>
                <a:gd name="connsiteX111" fmla="*/ 279452 w 309401"/>
                <a:gd name="connsiteY111" fmla="*/ 1008956 h 1011480"/>
                <a:gd name="connsiteX112" fmla="*/ 276475 w 309401"/>
                <a:gd name="connsiteY112" fmla="*/ 1008956 h 1011480"/>
                <a:gd name="connsiteX113" fmla="*/ 276475 w 309401"/>
                <a:gd name="connsiteY113" fmla="*/ 1011932 h 1011480"/>
                <a:gd name="connsiteX114" fmla="*/ 39094 w 309401"/>
                <a:gd name="connsiteY114" fmla="*/ 1011932 h 1011480"/>
                <a:gd name="connsiteX115" fmla="*/ 39094 w 309401"/>
                <a:gd name="connsiteY115" fmla="*/ 1008956 h 1011480"/>
                <a:gd name="connsiteX116" fmla="*/ 36118 w 309401"/>
                <a:gd name="connsiteY116" fmla="*/ 1008956 h 1011480"/>
                <a:gd name="connsiteX117" fmla="*/ 36350 w 309401"/>
                <a:gd name="connsiteY117" fmla="*/ 1007142 h 1011480"/>
                <a:gd name="connsiteX118" fmla="*/ 36118 w 309401"/>
                <a:gd name="connsiteY118" fmla="*/ 1005235 h 1011480"/>
                <a:gd name="connsiteX119" fmla="*/ 34420 w 309401"/>
                <a:gd name="connsiteY119" fmla="*/ 1004947 h 1011480"/>
                <a:gd name="connsiteX120" fmla="*/ 29560 w 309401"/>
                <a:gd name="connsiteY120" fmla="*/ 1001235 h 1011480"/>
                <a:gd name="connsiteX121" fmla="*/ 28196 w 309401"/>
                <a:gd name="connsiteY121" fmla="*/ 999451 h 1011480"/>
                <a:gd name="connsiteX122" fmla="*/ 27188 w 309401"/>
                <a:gd name="connsiteY122" fmla="*/ 995561 h 1011480"/>
                <a:gd name="connsiteX123" fmla="*/ 25467 w 309401"/>
                <a:gd name="connsiteY123" fmla="*/ 995247 h 1011480"/>
                <a:gd name="connsiteX124" fmla="*/ 22258 w 309401"/>
                <a:gd name="connsiteY124" fmla="*/ 993410 h 1011480"/>
                <a:gd name="connsiteX125" fmla="*/ 21235 w 309401"/>
                <a:gd name="connsiteY125" fmla="*/ 991655 h 1011480"/>
                <a:gd name="connsiteX126" fmla="*/ 15282 w 309401"/>
                <a:gd name="connsiteY126" fmla="*/ 984399 h 1011480"/>
                <a:gd name="connsiteX127" fmla="*/ 13793 w 309401"/>
                <a:gd name="connsiteY127" fmla="*/ 981423 h 1011480"/>
                <a:gd name="connsiteX128" fmla="*/ 12584 w 309401"/>
                <a:gd name="connsiteY128" fmla="*/ 980213 h 1011480"/>
                <a:gd name="connsiteX129" fmla="*/ 11561 w 309401"/>
                <a:gd name="connsiteY129" fmla="*/ 977702 h 1011480"/>
                <a:gd name="connsiteX130" fmla="*/ 9328 w 309401"/>
                <a:gd name="connsiteY130" fmla="*/ 977702 h 1011480"/>
                <a:gd name="connsiteX131" fmla="*/ 8584 w 309401"/>
                <a:gd name="connsiteY131" fmla="*/ 974725 h 1011480"/>
                <a:gd name="connsiteX132" fmla="*/ 6352 w 309401"/>
                <a:gd name="connsiteY132" fmla="*/ 974725 h 1011480"/>
                <a:gd name="connsiteX133" fmla="*/ 5608 w 309401"/>
                <a:gd name="connsiteY133" fmla="*/ 971749 h 1011480"/>
                <a:gd name="connsiteX134" fmla="*/ 3375 w 309401"/>
                <a:gd name="connsiteY134" fmla="*/ 971005 h 1011480"/>
                <a:gd name="connsiteX135" fmla="*/ 3098 w 309401"/>
                <a:gd name="connsiteY135" fmla="*/ 964690 h 1011480"/>
                <a:gd name="connsiteX136" fmla="*/ 3089 w 309401"/>
                <a:gd name="connsiteY136" fmla="*/ 962645 h 1011480"/>
                <a:gd name="connsiteX137" fmla="*/ 3101 w 309401"/>
                <a:gd name="connsiteY137" fmla="*/ 955759 h 1011480"/>
                <a:gd name="connsiteX138" fmla="*/ 3093 w 309401"/>
                <a:gd name="connsiteY138" fmla="*/ 950791 h 1011480"/>
                <a:gd name="connsiteX139" fmla="*/ 3102 w 309401"/>
                <a:gd name="connsiteY139" fmla="*/ 937010 h 1011480"/>
                <a:gd name="connsiteX140" fmla="*/ 3102 w 309401"/>
                <a:gd name="connsiteY140" fmla="*/ 923605 h 1011480"/>
                <a:gd name="connsiteX141" fmla="*/ 3109 w 309401"/>
                <a:gd name="connsiteY141" fmla="*/ 895834 h 1011480"/>
                <a:gd name="connsiteX142" fmla="*/ 3123 w 309401"/>
                <a:gd name="connsiteY142" fmla="*/ 867673 h 1011480"/>
                <a:gd name="connsiteX143" fmla="*/ 3123 w 309401"/>
                <a:gd name="connsiteY143" fmla="*/ 865879 h 1011480"/>
                <a:gd name="connsiteX144" fmla="*/ 3121 w 309401"/>
                <a:gd name="connsiteY144" fmla="*/ 856826 h 1011480"/>
                <a:gd name="connsiteX145" fmla="*/ 3139 w 309401"/>
                <a:gd name="connsiteY145" fmla="*/ 791219 h 1011480"/>
                <a:gd name="connsiteX146" fmla="*/ 3164 w 309401"/>
                <a:gd name="connsiteY146" fmla="*/ 726227 h 1011480"/>
                <a:gd name="connsiteX147" fmla="*/ 3164 w 309401"/>
                <a:gd name="connsiteY147" fmla="*/ 724190 h 1011480"/>
                <a:gd name="connsiteX148" fmla="*/ 3166 w 309401"/>
                <a:gd name="connsiteY148" fmla="*/ 705771 h 1011480"/>
                <a:gd name="connsiteX149" fmla="*/ 3172 w 309401"/>
                <a:gd name="connsiteY149" fmla="*/ 659978 h 1011480"/>
                <a:gd name="connsiteX150" fmla="*/ 3172 w 309401"/>
                <a:gd name="connsiteY150" fmla="*/ 657871 h 1011480"/>
                <a:gd name="connsiteX151" fmla="*/ 3207 w 309401"/>
                <a:gd name="connsiteY151" fmla="*/ 556366 h 1011480"/>
                <a:gd name="connsiteX152" fmla="*/ 3222 w 309401"/>
                <a:gd name="connsiteY152" fmla="*/ 521132 h 1011480"/>
                <a:gd name="connsiteX153" fmla="*/ 3223 w 309401"/>
                <a:gd name="connsiteY153" fmla="*/ 518925 h 1011480"/>
                <a:gd name="connsiteX154" fmla="*/ 3252 w 309401"/>
                <a:gd name="connsiteY154" fmla="*/ 417384 h 1011480"/>
                <a:gd name="connsiteX155" fmla="*/ 3254 w 309401"/>
                <a:gd name="connsiteY155" fmla="*/ 410794 h 1011480"/>
                <a:gd name="connsiteX156" fmla="*/ 3262 w 309401"/>
                <a:gd name="connsiteY156" fmla="*/ 367121 h 1011480"/>
                <a:gd name="connsiteX157" fmla="*/ 3280 w 309401"/>
                <a:gd name="connsiteY157" fmla="*/ 280218 h 1011480"/>
                <a:gd name="connsiteX158" fmla="*/ 3281 w 309401"/>
                <a:gd name="connsiteY158" fmla="*/ 276079 h 1011480"/>
                <a:gd name="connsiteX159" fmla="*/ 3340 w 309401"/>
                <a:gd name="connsiteY159" fmla="*/ 89710 h 1011480"/>
                <a:gd name="connsiteX160" fmla="*/ 3341 w 309401"/>
                <a:gd name="connsiteY160" fmla="*/ 87946 h 1011480"/>
                <a:gd name="connsiteX161" fmla="*/ 3351 w 309401"/>
                <a:gd name="connsiteY161" fmla="*/ 62217 h 1011480"/>
                <a:gd name="connsiteX162" fmla="*/ 3351 w 309401"/>
                <a:gd name="connsiteY162" fmla="*/ 60692 h 1011480"/>
                <a:gd name="connsiteX163" fmla="*/ 3375 w 309401"/>
                <a:gd name="connsiteY163" fmla="*/ 645 h 10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09401" h="1011480">
                  <a:moveTo>
                    <a:pt x="3375" y="645"/>
                  </a:moveTo>
                  <a:cubicBezTo>
                    <a:pt x="29405" y="645"/>
                    <a:pt x="55435" y="645"/>
                    <a:pt x="82254" y="645"/>
                  </a:cubicBezTo>
                  <a:cubicBezTo>
                    <a:pt x="82500" y="304165"/>
                    <a:pt x="82745" y="607686"/>
                    <a:pt x="82998" y="920403"/>
                  </a:cubicBezTo>
                  <a:cubicBezTo>
                    <a:pt x="83735" y="920158"/>
                    <a:pt x="84472" y="919912"/>
                    <a:pt x="85231" y="919659"/>
                  </a:cubicBezTo>
                  <a:cubicBezTo>
                    <a:pt x="87158" y="919589"/>
                    <a:pt x="89066" y="919562"/>
                    <a:pt x="90993" y="919570"/>
                  </a:cubicBezTo>
                  <a:cubicBezTo>
                    <a:pt x="91586" y="919569"/>
                    <a:pt x="92179" y="919568"/>
                    <a:pt x="92790" y="919568"/>
                  </a:cubicBezTo>
                  <a:cubicBezTo>
                    <a:pt x="94783" y="919566"/>
                    <a:pt x="96776" y="919570"/>
                    <a:pt x="98769" y="919575"/>
                  </a:cubicBezTo>
                  <a:cubicBezTo>
                    <a:pt x="100196" y="919575"/>
                    <a:pt x="101622" y="919575"/>
                    <a:pt x="103048" y="919574"/>
                  </a:cubicBezTo>
                  <a:cubicBezTo>
                    <a:pt x="106927" y="919574"/>
                    <a:pt x="110806" y="919578"/>
                    <a:pt x="114685" y="919584"/>
                  </a:cubicBezTo>
                  <a:cubicBezTo>
                    <a:pt x="118739" y="919588"/>
                    <a:pt x="122793" y="919589"/>
                    <a:pt x="126847" y="919589"/>
                  </a:cubicBezTo>
                  <a:cubicBezTo>
                    <a:pt x="134529" y="919592"/>
                    <a:pt x="142211" y="919598"/>
                    <a:pt x="149894" y="919605"/>
                  </a:cubicBezTo>
                  <a:cubicBezTo>
                    <a:pt x="158629" y="919614"/>
                    <a:pt x="167365" y="919618"/>
                    <a:pt x="176100" y="919622"/>
                  </a:cubicBezTo>
                  <a:cubicBezTo>
                    <a:pt x="192821" y="919629"/>
                    <a:pt x="209542" y="919640"/>
                    <a:pt x="226263" y="919656"/>
                  </a:cubicBezTo>
                  <a:cubicBezTo>
                    <a:pt x="228365" y="919657"/>
                    <a:pt x="230468" y="919659"/>
                    <a:pt x="232571" y="919659"/>
                  </a:cubicBezTo>
                  <a:cubicBezTo>
                    <a:pt x="232571" y="918863"/>
                    <a:pt x="232570" y="918066"/>
                    <a:pt x="232570" y="917246"/>
                  </a:cubicBezTo>
                  <a:cubicBezTo>
                    <a:pt x="232566" y="889983"/>
                    <a:pt x="232563" y="862720"/>
                    <a:pt x="232559" y="835457"/>
                  </a:cubicBezTo>
                  <a:cubicBezTo>
                    <a:pt x="232559" y="834907"/>
                    <a:pt x="232559" y="834358"/>
                    <a:pt x="232559" y="833792"/>
                  </a:cubicBezTo>
                  <a:cubicBezTo>
                    <a:pt x="232551" y="774962"/>
                    <a:pt x="232544" y="716131"/>
                    <a:pt x="232539" y="657300"/>
                  </a:cubicBezTo>
                  <a:cubicBezTo>
                    <a:pt x="232539" y="655994"/>
                    <a:pt x="232539" y="654687"/>
                    <a:pt x="232539" y="653381"/>
                  </a:cubicBezTo>
                  <a:cubicBezTo>
                    <a:pt x="232537" y="625963"/>
                    <a:pt x="232535" y="598544"/>
                    <a:pt x="232533" y="571126"/>
                  </a:cubicBezTo>
                  <a:cubicBezTo>
                    <a:pt x="232532" y="557354"/>
                    <a:pt x="232531" y="543581"/>
                    <a:pt x="232530" y="529809"/>
                  </a:cubicBezTo>
                  <a:cubicBezTo>
                    <a:pt x="232530" y="527731"/>
                    <a:pt x="232530" y="525654"/>
                    <a:pt x="232529" y="523576"/>
                  </a:cubicBezTo>
                  <a:cubicBezTo>
                    <a:pt x="232528" y="503411"/>
                    <a:pt x="232527" y="483245"/>
                    <a:pt x="232524" y="463080"/>
                  </a:cubicBezTo>
                  <a:cubicBezTo>
                    <a:pt x="232524" y="462045"/>
                    <a:pt x="232524" y="462045"/>
                    <a:pt x="232524" y="460989"/>
                  </a:cubicBezTo>
                  <a:cubicBezTo>
                    <a:pt x="232523" y="449848"/>
                    <a:pt x="232521" y="438707"/>
                    <a:pt x="232520" y="427566"/>
                  </a:cubicBezTo>
                  <a:cubicBezTo>
                    <a:pt x="232519" y="426877"/>
                    <a:pt x="232519" y="426189"/>
                    <a:pt x="232519" y="425480"/>
                  </a:cubicBezTo>
                  <a:cubicBezTo>
                    <a:pt x="232518" y="414379"/>
                    <a:pt x="232516" y="403279"/>
                    <a:pt x="232514" y="392178"/>
                  </a:cubicBezTo>
                  <a:cubicBezTo>
                    <a:pt x="232509" y="360218"/>
                    <a:pt x="232505" y="328258"/>
                    <a:pt x="232503" y="296297"/>
                  </a:cubicBezTo>
                  <a:cubicBezTo>
                    <a:pt x="232503" y="295312"/>
                    <a:pt x="232503" y="295312"/>
                    <a:pt x="232503" y="294307"/>
                  </a:cubicBezTo>
                  <a:cubicBezTo>
                    <a:pt x="232502" y="279891"/>
                    <a:pt x="232501" y="265474"/>
                    <a:pt x="232501" y="251058"/>
                  </a:cubicBezTo>
                  <a:cubicBezTo>
                    <a:pt x="232501" y="245258"/>
                    <a:pt x="232500" y="239458"/>
                    <a:pt x="232500" y="233658"/>
                  </a:cubicBezTo>
                  <a:cubicBezTo>
                    <a:pt x="232500" y="233023"/>
                    <a:pt x="232500" y="232389"/>
                    <a:pt x="232500" y="231735"/>
                  </a:cubicBezTo>
                  <a:cubicBezTo>
                    <a:pt x="232499" y="211259"/>
                    <a:pt x="232496" y="190783"/>
                    <a:pt x="232492" y="170307"/>
                  </a:cubicBezTo>
                  <a:cubicBezTo>
                    <a:pt x="232487" y="149692"/>
                    <a:pt x="232485" y="129077"/>
                    <a:pt x="232486" y="108462"/>
                  </a:cubicBezTo>
                  <a:cubicBezTo>
                    <a:pt x="232486" y="105617"/>
                    <a:pt x="232486" y="102773"/>
                    <a:pt x="232486" y="99928"/>
                  </a:cubicBezTo>
                  <a:cubicBezTo>
                    <a:pt x="232487" y="99370"/>
                    <a:pt x="232487" y="98813"/>
                    <a:pt x="232487" y="98238"/>
                  </a:cubicBezTo>
                  <a:cubicBezTo>
                    <a:pt x="232487" y="89385"/>
                    <a:pt x="232485" y="80532"/>
                    <a:pt x="232481" y="71679"/>
                  </a:cubicBezTo>
                  <a:cubicBezTo>
                    <a:pt x="232478" y="62988"/>
                    <a:pt x="232478" y="54296"/>
                    <a:pt x="232480" y="45604"/>
                  </a:cubicBezTo>
                  <a:cubicBezTo>
                    <a:pt x="232481" y="40949"/>
                    <a:pt x="232481" y="36294"/>
                    <a:pt x="232478" y="31639"/>
                  </a:cubicBezTo>
                  <a:cubicBezTo>
                    <a:pt x="232475" y="27413"/>
                    <a:pt x="232475" y="23188"/>
                    <a:pt x="232478" y="18962"/>
                  </a:cubicBezTo>
                  <a:cubicBezTo>
                    <a:pt x="232479" y="17434"/>
                    <a:pt x="232478" y="15906"/>
                    <a:pt x="232476" y="14378"/>
                  </a:cubicBezTo>
                  <a:cubicBezTo>
                    <a:pt x="232473" y="12319"/>
                    <a:pt x="232475" y="10260"/>
                    <a:pt x="232478" y="8202"/>
                  </a:cubicBezTo>
                  <a:cubicBezTo>
                    <a:pt x="232476" y="7601"/>
                    <a:pt x="232475" y="6999"/>
                    <a:pt x="232473" y="6380"/>
                  </a:cubicBezTo>
                  <a:cubicBezTo>
                    <a:pt x="232486" y="2304"/>
                    <a:pt x="232486" y="2304"/>
                    <a:pt x="233315" y="645"/>
                  </a:cubicBezTo>
                  <a:cubicBezTo>
                    <a:pt x="234625" y="460"/>
                    <a:pt x="234625" y="460"/>
                    <a:pt x="236366" y="461"/>
                  </a:cubicBezTo>
                  <a:cubicBezTo>
                    <a:pt x="237023" y="458"/>
                    <a:pt x="237680" y="455"/>
                    <a:pt x="238358" y="452"/>
                  </a:cubicBezTo>
                  <a:cubicBezTo>
                    <a:pt x="239448" y="458"/>
                    <a:pt x="239448" y="458"/>
                    <a:pt x="240560" y="465"/>
                  </a:cubicBezTo>
                  <a:cubicBezTo>
                    <a:pt x="241321" y="463"/>
                    <a:pt x="242082" y="462"/>
                    <a:pt x="242866" y="460"/>
                  </a:cubicBezTo>
                  <a:cubicBezTo>
                    <a:pt x="245395" y="458"/>
                    <a:pt x="247924" y="466"/>
                    <a:pt x="250453" y="474"/>
                  </a:cubicBezTo>
                  <a:cubicBezTo>
                    <a:pt x="252202" y="475"/>
                    <a:pt x="253951" y="475"/>
                    <a:pt x="255700" y="475"/>
                  </a:cubicBezTo>
                  <a:cubicBezTo>
                    <a:pt x="259371" y="476"/>
                    <a:pt x="263042" y="482"/>
                    <a:pt x="266713" y="492"/>
                  </a:cubicBezTo>
                  <a:cubicBezTo>
                    <a:pt x="271430" y="505"/>
                    <a:pt x="276147" y="508"/>
                    <a:pt x="280864" y="507"/>
                  </a:cubicBezTo>
                  <a:cubicBezTo>
                    <a:pt x="284478" y="507"/>
                    <a:pt x="288091" y="511"/>
                    <a:pt x="291704" y="517"/>
                  </a:cubicBezTo>
                  <a:cubicBezTo>
                    <a:pt x="293444" y="519"/>
                    <a:pt x="295184" y="521"/>
                    <a:pt x="296923" y="521"/>
                  </a:cubicBezTo>
                  <a:cubicBezTo>
                    <a:pt x="299350" y="523"/>
                    <a:pt x="301777" y="529"/>
                    <a:pt x="304204" y="537"/>
                  </a:cubicBezTo>
                  <a:cubicBezTo>
                    <a:pt x="304931" y="537"/>
                    <a:pt x="305658" y="537"/>
                    <a:pt x="306407" y="536"/>
                  </a:cubicBezTo>
                  <a:cubicBezTo>
                    <a:pt x="307064" y="539"/>
                    <a:pt x="307721" y="543"/>
                    <a:pt x="308399" y="546"/>
                  </a:cubicBezTo>
                  <a:cubicBezTo>
                    <a:pt x="308973" y="547"/>
                    <a:pt x="309548" y="548"/>
                    <a:pt x="310140" y="550"/>
                  </a:cubicBezTo>
                  <a:cubicBezTo>
                    <a:pt x="311450" y="645"/>
                    <a:pt x="311450" y="645"/>
                    <a:pt x="312194" y="1390"/>
                  </a:cubicBezTo>
                  <a:cubicBezTo>
                    <a:pt x="312269" y="3498"/>
                    <a:pt x="312294" y="5589"/>
                    <a:pt x="312289" y="7698"/>
                  </a:cubicBezTo>
                  <a:cubicBezTo>
                    <a:pt x="312290" y="8373"/>
                    <a:pt x="312291" y="9047"/>
                    <a:pt x="312292" y="9741"/>
                  </a:cubicBezTo>
                  <a:cubicBezTo>
                    <a:pt x="312296" y="12035"/>
                    <a:pt x="312294" y="14328"/>
                    <a:pt x="312292" y="16622"/>
                  </a:cubicBezTo>
                  <a:cubicBezTo>
                    <a:pt x="312293" y="18276"/>
                    <a:pt x="312294" y="19930"/>
                    <a:pt x="312296" y="21585"/>
                  </a:cubicBezTo>
                  <a:cubicBezTo>
                    <a:pt x="312300" y="26174"/>
                    <a:pt x="312300" y="30764"/>
                    <a:pt x="312299" y="35354"/>
                  </a:cubicBezTo>
                  <a:cubicBezTo>
                    <a:pt x="312298" y="39818"/>
                    <a:pt x="312301" y="44282"/>
                    <a:pt x="312304" y="48746"/>
                  </a:cubicBezTo>
                  <a:cubicBezTo>
                    <a:pt x="312310" y="57995"/>
                    <a:pt x="312312" y="67244"/>
                    <a:pt x="312312" y="76493"/>
                  </a:cubicBezTo>
                  <a:cubicBezTo>
                    <a:pt x="312313" y="85871"/>
                    <a:pt x="312315" y="95250"/>
                    <a:pt x="312319" y="104629"/>
                  </a:cubicBezTo>
                  <a:cubicBezTo>
                    <a:pt x="312319" y="105220"/>
                    <a:pt x="312319" y="105811"/>
                    <a:pt x="312319" y="106421"/>
                  </a:cubicBezTo>
                  <a:cubicBezTo>
                    <a:pt x="312320" y="108829"/>
                    <a:pt x="312321" y="111237"/>
                    <a:pt x="312322" y="113645"/>
                  </a:cubicBezTo>
                  <a:cubicBezTo>
                    <a:pt x="312335" y="142187"/>
                    <a:pt x="312339" y="170729"/>
                    <a:pt x="312343" y="199271"/>
                  </a:cubicBezTo>
                  <a:cubicBezTo>
                    <a:pt x="312345" y="213477"/>
                    <a:pt x="312347" y="227682"/>
                    <a:pt x="312350" y="241887"/>
                  </a:cubicBezTo>
                  <a:cubicBezTo>
                    <a:pt x="312360" y="287426"/>
                    <a:pt x="312368" y="332964"/>
                    <a:pt x="312370" y="378502"/>
                  </a:cubicBezTo>
                  <a:cubicBezTo>
                    <a:pt x="312371" y="380680"/>
                    <a:pt x="312371" y="382857"/>
                    <a:pt x="312371" y="385035"/>
                  </a:cubicBezTo>
                  <a:cubicBezTo>
                    <a:pt x="312371" y="389402"/>
                    <a:pt x="312371" y="393769"/>
                    <a:pt x="312371" y="398135"/>
                  </a:cubicBezTo>
                  <a:cubicBezTo>
                    <a:pt x="312372" y="403248"/>
                    <a:pt x="312372" y="408361"/>
                    <a:pt x="312372" y="413474"/>
                  </a:cubicBezTo>
                  <a:cubicBezTo>
                    <a:pt x="312372" y="414938"/>
                    <a:pt x="312373" y="416401"/>
                    <a:pt x="312373" y="417864"/>
                  </a:cubicBezTo>
                  <a:cubicBezTo>
                    <a:pt x="312375" y="464883"/>
                    <a:pt x="312386" y="511901"/>
                    <a:pt x="312404" y="558920"/>
                  </a:cubicBezTo>
                  <a:cubicBezTo>
                    <a:pt x="312416" y="592697"/>
                    <a:pt x="312428" y="626474"/>
                    <a:pt x="312431" y="660250"/>
                  </a:cubicBezTo>
                  <a:cubicBezTo>
                    <a:pt x="312431" y="660945"/>
                    <a:pt x="312431" y="661639"/>
                    <a:pt x="312431" y="662354"/>
                  </a:cubicBezTo>
                  <a:cubicBezTo>
                    <a:pt x="312433" y="677588"/>
                    <a:pt x="312434" y="692822"/>
                    <a:pt x="312434" y="708056"/>
                  </a:cubicBezTo>
                  <a:cubicBezTo>
                    <a:pt x="312434" y="713507"/>
                    <a:pt x="312434" y="718958"/>
                    <a:pt x="312434" y="724408"/>
                  </a:cubicBezTo>
                  <a:cubicBezTo>
                    <a:pt x="312434" y="725764"/>
                    <a:pt x="312435" y="727120"/>
                    <a:pt x="312435" y="728476"/>
                  </a:cubicBezTo>
                  <a:cubicBezTo>
                    <a:pt x="312435" y="750116"/>
                    <a:pt x="312443" y="771755"/>
                    <a:pt x="312454" y="793395"/>
                  </a:cubicBezTo>
                  <a:cubicBezTo>
                    <a:pt x="312464" y="815179"/>
                    <a:pt x="312468" y="836964"/>
                    <a:pt x="312462" y="858749"/>
                  </a:cubicBezTo>
                  <a:cubicBezTo>
                    <a:pt x="312461" y="861754"/>
                    <a:pt x="312461" y="864760"/>
                    <a:pt x="312460" y="867766"/>
                  </a:cubicBezTo>
                  <a:cubicBezTo>
                    <a:pt x="312460" y="868649"/>
                    <a:pt x="312460" y="868649"/>
                    <a:pt x="312459" y="869551"/>
                  </a:cubicBezTo>
                  <a:cubicBezTo>
                    <a:pt x="312457" y="878907"/>
                    <a:pt x="312463" y="888264"/>
                    <a:pt x="312471" y="897620"/>
                  </a:cubicBezTo>
                  <a:cubicBezTo>
                    <a:pt x="312480" y="906804"/>
                    <a:pt x="312480" y="915989"/>
                    <a:pt x="312472" y="925173"/>
                  </a:cubicBezTo>
                  <a:cubicBezTo>
                    <a:pt x="312468" y="930093"/>
                    <a:pt x="312467" y="935013"/>
                    <a:pt x="312477" y="939932"/>
                  </a:cubicBezTo>
                  <a:cubicBezTo>
                    <a:pt x="312485" y="944397"/>
                    <a:pt x="312483" y="948862"/>
                    <a:pt x="312473" y="953326"/>
                  </a:cubicBezTo>
                  <a:cubicBezTo>
                    <a:pt x="312471" y="954942"/>
                    <a:pt x="312473" y="956557"/>
                    <a:pt x="312480" y="958173"/>
                  </a:cubicBezTo>
                  <a:cubicBezTo>
                    <a:pt x="312487" y="960347"/>
                    <a:pt x="312481" y="962521"/>
                    <a:pt x="312472" y="964696"/>
                  </a:cubicBezTo>
                  <a:cubicBezTo>
                    <a:pt x="312477" y="965333"/>
                    <a:pt x="312483" y="965970"/>
                    <a:pt x="312489" y="966627"/>
                  </a:cubicBezTo>
                  <a:cubicBezTo>
                    <a:pt x="312472" y="968361"/>
                    <a:pt x="312472" y="968361"/>
                    <a:pt x="312194" y="971005"/>
                  </a:cubicBezTo>
                  <a:cubicBezTo>
                    <a:pt x="311457" y="971250"/>
                    <a:pt x="310720" y="971496"/>
                    <a:pt x="309961" y="971749"/>
                  </a:cubicBezTo>
                  <a:cubicBezTo>
                    <a:pt x="309716" y="972486"/>
                    <a:pt x="309470" y="973222"/>
                    <a:pt x="309217" y="973981"/>
                  </a:cubicBezTo>
                  <a:cubicBezTo>
                    <a:pt x="308480" y="974227"/>
                    <a:pt x="307744" y="974472"/>
                    <a:pt x="306985" y="974725"/>
                  </a:cubicBezTo>
                  <a:cubicBezTo>
                    <a:pt x="306464" y="975705"/>
                    <a:pt x="305967" y="976698"/>
                    <a:pt x="305496" y="977702"/>
                  </a:cubicBezTo>
                  <a:cubicBezTo>
                    <a:pt x="305005" y="977947"/>
                    <a:pt x="304514" y="978193"/>
                    <a:pt x="304008" y="978446"/>
                  </a:cubicBezTo>
                  <a:cubicBezTo>
                    <a:pt x="303763" y="979183"/>
                    <a:pt x="303517" y="979919"/>
                    <a:pt x="303264" y="980679"/>
                  </a:cubicBezTo>
                  <a:cubicBezTo>
                    <a:pt x="302527" y="981170"/>
                    <a:pt x="301791" y="981661"/>
                    <a:pt x="301032" y="982167"/>
                  </a:cubicBezTo>
                  <a:cubicBezTo>
                    <a:pt x="300786" y="982903"/>
                    <a:pt x="300540" y="983640"/>
                    <a:pt x="300287" y="984399"/>
                  </a:cubicBezTo>
                  <a:cubicBezTo>
                    <a:pt x="299064" y="985656"/>
                    <a:pt x="297821" y="986894"/>
                    <a:pt x="296567" y="988120"/>
                  </a:cubicBezTo>
                  <a:cubicBezTo>
                    <a:pt x="295830" y="989041"/>
                    <a:pt x="295830" y="989041"/>
                    <a:pt x="295078" y="989980"/>
                  </a:cubicBezTo>
                  <a:cubicBezTo>
                    <a:pt x="293462" y="992001"/>
                    <a:pt x="291773" y="993808"/>
                    <a:pt x="289869" y="995561"/>
                  </a:cubicBezTo>
                  <a:cubicBezTo>
                    <a:pt x="289378" y="995561"/>
                    <a:pt x="288887" y="995561"/>
                    <a:pt x="288381" y="995561"/>
                  </a:cubicBezTo>
                  <a:cubicBezTo>
                    <a:pt x="287851" y="996787"/>
                    <a:pt x="287359" y="998030"/>
                    <a:pt x="286893" y="999282"/>
                  </a:cubicBezTo>
                  <a:cubicBezTo>
                    <a:pt x="286402" y="1000019"/>
                    <a:pt x="285911" y="1000755"/>
                    <a:pt x="285405" y="1001514"/>
                  </a:cubicBezTo>
                  <a:cubicBezTo>
                    <a:pt x="284422" y="1001514"/>
                    <a:pt x="283440" y="1001514"/>
                    <a:pt x="282428" y="1001514"/>
                  </a:cubicBezTo>
                  <a:cubicBezTo>
                    <a:pt x="282150" y="1002748"/>
                    <a:pt x="281902" y="1003989"/>
                    <a:pt x="281684" y="1005235"/>
                  </a:cubicBezTo>
                  <a:cubicBezTo>
                    <a:pt x="280947" y="1005235"/>
                    <a:pt x="280211" y="1005235"/>
                    <a:pt x="279452" y="1005235"/>
                  </a:cubicBezTo>
                  <a:cubicBezTo>
                    <a:pt x="279452" y="1006463"/>
                    <a:pt x="279452" y="1007691"/>
                    <a:pt x="279452" y="1008956"/>
                  </a:cubicBezTo>
                  <a:cubicBezTo>
                    <a:pt x="278469" y="1008956"/>
                    <a:pt x="277487" y="1008956"/>
                    <a:pt x="276475" y="1008956"/>
                  </a:cubicBezTo>
                  <a:cubicBezTo>
                    <a:pt x="276475" y="1009938"/>
                    <a:pt x="276475" y="1010920"/>
                    <a:pt x="276475" y="1011932"/>
                  </a:cubicBezTo>
                  <a:cubicBezTo>
                    <a:pt x="198139" y="1011932"/>
                    <a:pt x="119804" y="1011932"/>
                    <a:pt x="39094" y="1011932"/>
                  </a:cubicBezTo>
                  <a:cubicBezTo>
                    <a:pt x="39094" y="1010950"/>
                    <a:pt x="39094" y="1009968"/>
                    <a:pt x="39094" y="1008956"/>
                  </a:cubicBezTo>
                  <a:cubicBezTo>
                    <a:pt x="38112" y="1008956"/>
                    <a:pt x="37130" y="1008956"/>
                    <a:pt x="36118" y="1008956"/>
                  </a:cubicBezTo>
                  <a:cubicBezTo>
                    <a:pt x="36194" y="1008357"/>
                    <a:pt x="36271" y="1007759"/>
                    <a:pt x="36350" y="1007142"/>
                  </a:cubicBezTo>
                  <a:cubicBezTo>
                    <a:pt x="36273" y="1006513"/>
                    <a:pt x="36197" y="1005883"/>
                    <a:pt x="36118" y="1005235"/>
                  </a:cubicBezTo>
                  <a:cubicBezTo>
                    <a:pt x="35557" y="1005140"/>
                    <a:pt x="34997" y="1005045"/>
                    <a:pt x="34420" y="1004947"/>
                  </a:cubicBezTo>
                  <a:cubicBezTo>
                    <a:pt x="31799" y="1004356"/>
                    <a:pt x="31141" y="1003365"/>
                    <a:pt x="29560" y="1001235"/>
                  </a:cubicBezTo>
                  <a:cubicBezTo>
                    <a:pt x="29110" y="1000646"/>
                    <a:pt x="28660" y="1000057"/>
                    <a:pt x="28196" y="999451"/>
                  </a:cubicBezTo>
                  <a:cubicBezTo>
                    <a:pt x="27188" y="997794"/>
                    <a:pt x="27188" y="997794"/>
                    <a:pt x="27188" y="995561"/>
                  </a:cubicBezTo>
                  <a:cubicBezTo>
                    <a:pt x="26336" y="995406"/>
                    <a:pt x="26336" y="995406"/>
                    <a:pt x="25467" y="995247"/>
                  </a:cubicBezTo>
                  <a:cubicBezTo>
                    <a:pt x="23467" y="994817"/>
                    <a:pt x="23467" y="994817"/>
                    <a:pt x="22258" y="993410"/>
                  </a:cubicBezTo>
                  <a:cubicBezTo>
                    <a:pt x="21751" y="992541"/>
                    <a:pt x="21751" y="992541"/>
                    <a:pt x="21235" y="991655"/>
                  </a:cubicBezTo>
                  <a:cubicBezTo>
                    <a:pt x="19508" y="988846"/>
                    <a:pt x="17653" y="986704"/>
                    <a:pt x="15282" y="984399"/>
                  </a:cubicBezTo>
                  <a:cubicBezTo>
                    <a:pt x="14763" y="983419"/>
                    <a:pt x="14262" y="982428"/>
                    <a:pt x="13793" y="981423"/>
                  </a:cubicBezTo>
                  <a:cubicBezTo>
                    <a:pt x="13394" y="981024"/>
                    <a:pt x="12995" y="980625"/>
                    <a:pt x="12584" y="980213"/>
                  </a:cubicBezTo>
                  <a:cubicBezTo>
                    <a:pt x="11561" y="979190"/>
                    <a:pt x="11561" y="979190"/>
                    <a:pt x="11561" y="977702"/>
                  </a:cubicBezTo>
                  <a:cubicBezTo>
                    <a:pt x="10824" y="977702"/>
                    <a:pt x="10087" y="977702"/>
                    <a:pt x="9328" y="977702"/>
                  </a:cubicBezTo>
                  <a:cubicBezTo>
                    <a:pt x="9080" y="976710"/>
                    <a:pt x="8832" y="975718"/>
                    <a:pt x="8584" y="974725"/>
                  </a:cubicBezTo>
                  <a:cubicBezTo>
                    <a:pt x="7848" y="974725"/>
                    <a:pt x="7111" y="974725"/>
                    <a:pt x="6352" y="974725"/>
                  </a:cubicBezTo>
                  <a:cubicBezTo>
                    <a:pt x="6096" y="973735"/>
                    <a:pt x="5849" y="972743"/>
                    <a:pt x="5608" y="971749"/>
                  </a:cubicBezTo>
                  <a:cubicBezTo>
                    <a:pt x="4871" y="971503"/>
                    <a:pt x="4134" y="971258"/>
                    <a:pt x="3375" y="971005"/>
                  </a:cubicBezTo>
                  <a:cubicBezTo>
                    <a:pt x="3149" y="968849"/>
                    <a:pt x="3079" y="966850"/>
                    <a:pt x="3098" y="964690"/>
                  </a:cubicBezTo>
                  <a:cubicBezTo>
                    <a:pt x="3094" y="963678"/>
                    <a:pt x="3094" y="963678"/>
                    <a:pt x="3089" y="962645"/>
                  </a:cubicBezTo>
                  <a:cubicBezTo>
                    <a:pt x="3083" y="960350"/>
                    <a:pt x="3092" y="958054"/>
                    <a:pt x="3101" y="955759"/>
                  </a:cubicBezTo>
                  <a:cubicBezTo>
                    <a:pt x="3099" y="954103"/>
                    <a:pt x="3096" y="952447"/>
                    <a:pt x="3093" y="950791"/>
                  </a:cubicBezTo>
                  <a:cubicBezTo>
                    <a:pt x="3086" y="946198"/>
                    <a:pt x="3093" y="941604"/>
                    <a:pt x="3102" y="937010"/>
                  </a:cubicBezTo>
                  <a:cubicBezTo>
                    <a:pt x="3109" y="932542"/>
                    <a:pt x="3106" y="928074"/>
                    <a:pt x="3102" y="923605"/>
                  </a:cubicBezTo>
                  <a:cubicBezTo>
                    <a:pt x="3096" y="914348"/>
                    <a:pt x="3100" y="905091"/>
                    <a:pt x="3109" y="895834"/>
                  </a:cubicBezTo>
                  <a:cubicBezTo>
                    <a:pt x="3119" y="886447"/>
                    <a:pt x="3124" y="877060"/>
                    <a:pt x="3123" y="867673"/>
                  </a:cubicBezTo>
                  <a:cubicBezTo>
                    <a:pt x="3123" y="867081"/>
                    <a:pt x="3123" y="866489"/>
                    <a:pt x="3123" y="865879"/>
                  </a:cubicBezTo>
                  <a:cubicBezTo>
                    <a:pt x="3122" y="862861"/>
                    <a:pt x="3122" y="859844"/>
                    <a:pt x="3121" y="856826"/>
                  </a:cubicBezTo>
                  <a:cubicBezTo>
                    <a:pt x="3118" y="834957"/>
                    <a:pt x="3126" y="813088"/>
                    <a:pt x="3139" y="791219"/>
                  </a:cubicBezTo>
                  <a:cubicBezTo>
                    <a:pt x="3153" y="769555"/>
                    <a:pt x="3161" y="747891"/>
                    <a:pt x="3164" y="726227"/>
                  </a:cubicBezTo>
                  <a:cubicBezTo>
                    <a:pt x="3164" y="725555"/>
                    <a:pt x="3164" y="724882"/>
                    <a:pt x="3164" y="724190"/>
                  </a:cubicBezTo>
                  <a:cubicBezTo>
                    <a:pt x="3164" y="718050"/>
                    <a:pt x="3165" y="711910"/>
                    <a:pt x="3166" y="705771"/>
                  </a:cubicBezTo>
                  <a:cubicBezTo>
                    <a:pt x="3167" y="690506"/>
                    <a:pt x="3169" y="675242"/>
                    <a:pt x="3172" y="659978"/>
                  </a:cubicBezTo>
                  <a:cubicBezTo>
                    <a:pt x="3172" y="659283"/>
                    <a:pt x="3172" y="658588"/>
                    <a:pt x="3172" y="657871"/>
                  </a:cubicBezTo>
                  <a:cubicBezTo>
                    <a:pt x="3178" y="624036"/>
                    <a:pt x="3192" y="590201"/>
                    <a:pt x="3207" y="556366"/>
                  </a:cubicBezTo>
                  <a:cubicBezTo>
                    <a:pt x="3212" y="544622"/>
                    <a:pt x="3217" y="532877"/>
                    <a:pt x="3222" y="521132"/>
                  </a:cubicBezTo>
                  <a:cubicBezTo>
                    <a:pt x="3222" y="520404"/>
                    <a:pt x="3223" y="519675"/>
                    <a:pt x="3223" y="518925"/>
                  </a:cubicBezTo>
                  <a:cubicBezTo>
                    <a:pt x="3237" y="485078"/>
                    <a:pt x="3245" y="451231"/>
                    <a:pt x="3252" y="417384"/>
                  </a:cubicBezTo>
                  <a:cubicBezTo>
                    <a:pt x="3253" y="415187"/>
                    <a:pt x="3253" y="412991"/>
                    <a:pt x="3254" y="410794"/>
                  </a:cubicBezTo>
                  <a:cubicBezTo>
                    <a:pt x="3257" y="396236"/>
                    <a:pt x="3259" y="381678"/>
                    <a:pt x="3262" y="367121"/>
                  </a:cubicBezTo>
                  <a:cubicBezTo>
                    <a:pt x="3268" y="338153"/>
                    <a:pt x="3274" y="309186"/>
                    <a:pt x="3280" y="280218"/>
                  </a:cubicBezTo>
                  <a:cubicBezTo>
                    <a:pt x="3281" y="278839"/>
                    <a:pt x="3281" y="277459"/>
                    <a:pt x="3281" y="276079"/>
                  </a:cubicBezTo>
                  <a:cubicBezTo>
                    <a:pt x="3295" y="213956"/>
                    <a:pt x="3316" y="151833"/>
                    <a:pt x="3340" y="89710"/>
                  </a:cubicBezTo>
                  <a:cubicBezTo>
                    <a:pt x="3340" y="89128"/>
                    <a:pt x="3340" y="88546"/>
                    <a:pt x="3341" y="87946"/>
                  </a:cubicBezTo>
                  <a:cubicBezTo>
                    <a:pt x="3344" y="79370"/>
                    <a:pt x="3347" y="70794"/>
                    <a:pt x="3351" y="62217"/>
                  </a:cubicBezTo>
                  <a:cubicBezTo>
                    <a:pt x="3351" y="61714"/>
                    <a:pt x="3351" y="61210"/>
                    <a:pt x="3351" y="60692"/>
                  </a:cubicBezTo>
                  <a:cubicBezTo>
                    <a:pt x="3359" y="40676"/>
                    <a:pt x="3367" y="20661"/>
                    <a:pt x="3375" y="645"/>
                  </a:cubicBezTo>
                  <a:close/>
                </a:path>
              </a:pathLst>
            </a:custGeom>
            <a:grpFill/>
            <a:ln w="744" cap="flat">
              <a:noFill/>
              <a:prstDash val="solid"/>
              <a:miter/>
            </a:ln>
          </p:spPr>
          <p:txBody>
            <a:bodyPr rtlCol="0" anchor="ctr"/>
            <a:lstStyle/>
            <a:p>
              <a:endParaRPr lang="zh-CN" altLang="en-US"/>
            </a:p>
          </p:txBody>
        </p:sp>
        <p:sp>
          <p:nvSpPr>
            <p:cNvPr id="141" name="任意多边形: 形状 140"/>
            <p:cNvSpPr/>
            <p:nvPr/>
          </p:nvSpPr>
          <p:spPr>
            <a:xfrm>
              <a:off x="9949335" y="600592"/>
              <a:ext cx="438092" cy="560167"/>
            </a:xfrm>
            <a:custGeom>
              <a:avLst/>
              <a:gdLst>
                <a:gd name="connsiteX0" fmla="*/ 159688 w 438098"/>
                <a:gd name="connsiteY0" fmla="*/ 350512 h 560149"/>
                <a:gd name="connsiteX1" fmla="*/ 158849 w 438098"/>
                <a:gd name="connsiteY1" fmla="*/ 352555 h 560149"/>
                <a:gd name="connsiteX2" fmla="*/ 158848 w 438098"/>
                <a:gd name="connsiteY2" fmla="*/ 354266 h 560149"/>
                <a:gd name="connsiteX3" fmla="*/ 158841 w 438098"/>
                <a:gd name="connsiteY3" fmla="*/ 356200 h 560149"/>
                <a:gd name="connsiteX4" fmla="*/ 158845 w 438098"/>
                <a:gd name="connsiteY4" fmla="*/ 358302 h 560149"/>
                <a:gd name="connsiteX5" fmla="*/ 158842 w 438098"/>
                <a:gd name="connsiteY5" fmla="*/ 362660 h 560149"/>
                <a:gd name="connsiteX6" fmla="*/ 158847 w 438098"/>
                <a:gd name="connsiteY6" fmla="*/ 369568 h 560149"/>
                <a:gd name="connsiteX7" fmla="*/ 158843 w 438098"/>
                <a:gd name="connsiteY7" fmla="*/ 374064 h 560149"/>
                <a:gd name="connsiteX8" fmla="*/ 158845 w 438098"/>
                <a:gd name="connsiteY8" fmla="*/ 376208 h 560149"/>
                <a:gd name="connsiteX9" fmla="*/ 158841 w 438098"/>
                <a:gd name="connsiteY9" fmla="*/ 378310 h 560149"/>
                <a:gd name="connsiteX10" fmla="*/ 158848 w 438098"/>
                <a:gd name="connsiteY10" fmla="*/ 380244 h 560149"/>
                <a:gd name="connsiteX11" fmla="*/ 159688 w 438098"/>
                <a:gd name="connsiteY11" fmla="*/ 383998 h 560149"/>
                <a:gd name="connsiteX12" fmla="*/ 164065 w 438098"/>
                <a:gd name="connsiteY12" fmla="*/ 384078 h 560149"/>
                <a:gd name="connsiteX13" fmla="*/ 165988 w 438098"/>
                <a:gd name="connsiteY13" fmla="*/ 384065 h 560149"/>
                <a:gd name="connsiteX14" fmla="*/ 172434 w 438098"/>
                <a:gd name="connsiteY14" fmla="*/ 384039 h 560149"/>
                <a:gd name="connsiteX15" fmla="*/ 177178 w 438098"/>
                <a:gd name="connsiteY15" fmla="*/ 384017 h 560149"/>
                <a:gd name="connsiteX16" fmla="*/ 190063 w 438098"/>
                <a:gd name="connsiteY16" fmla="*/ 383962 h 560149"/>
                <a:gd name="connsiteX17" fmla="*/ 203771 w 438098"/>
                <a:gd name="connsiteY17" fmla="*/ 383898 h 560149"/>
                <a:gd name="connsiteX18" fmla="*/ 226691 w 438098"/>
                <a:gd name="connsiteY18" fmla="*/ 383792 h 560149"/>
                <a:gd name="connsiteX19" fmla="*/ 253439 w 438098"/>
                <a:gd name="connsiteY19" fmla="*/ 383669 h 560149"/>
                <a:gd name="connsiteX20" fmla="*/ 276538 w 438098"/>
                <a:gd name="connsiteY20" fmla="*/ 383568 h 560149"/>
                <a:gd name="connsiteX21" fmla="*/ 290290 w 438098"/>
                <a:gd name="connsiteY21" fmla="*/ 383504 h 560149"/>
                <a:gd name="connsiteX22" fmla="*/ 303463 w 438098"/>
                <a:gd name="connsiteY22" fmla="*/ 383445 h 560149"/>
                <a:gd name="connsiteX23" fmla="*/ 308298 w 438098"/>
                <a:gd name="connsiteY23" fmla="*/ 383419 h 560149"/>
                <a:gd name="connsiteX24" fmla="*/ 315073 w 438098"/>
                <a:gd name="connsiteY24" fmla="*/ 383390 h 560149"/>
                <a:gd name="connsiteX25" fmla="*/ 317099 w 438098"/>
                <a:gd name="connsiteY25" fmla="*/ 383377 h 560149"/>
                <a:gd name="connsiteX26" fmla="*/ 324143 w 438098"/>
                <a:gd name="connsiteY26" fmla="*/ 382510 h 560149"/>
                <a:gd name="connsiteX27" fmla="*/ 324114 w 438098"/>
                <a:gd name="connsiteY27" fmla="*/ 377774 h 560149"/>
                <a:gd name="connsiteX28" fmla="*/ 324053 w 438098"/>
                <a:gd name="connsiteY28" fmla="*/ 375763 h 560149"/>
                <a:gd name="connsiteX29" fmla="*/ 323881 w 438098"/>
                <a:gd name="connsiteY29" fmla="*/ 369419 h 560149"/>
                <a:gd name="connsiteX30" fmla="*/ 323758 w 438098"/>
                <a:gd name="connsiteY30" fmla="*/ 364995 h 560149"/>
                <a:gd name="connsiteX31" fmla="*/ 323399 w 438098"/>
                <a:gd name="connsiteY31" fmla="*/ 352000 h 560149"/>
                <a:gd name="connsiteX32" fmla="*/ 262926 w 438098"/>
                <a:gd name="connsiteY32" fmla="*/ 351760 h 560149"/>
                <a:gd name="connsiteX33" fmla="*/ 233535 w 438098"/>
                <a:gd name="connsiteY33" fmla="*/ 351641 h 560149"/>
                <a:gd name="connsiteX34" fmla="*/ 207713 w 438098"/>
                <a:gd name="connsiteY34" fmla="*/ 351538 h 560149"/>
                <a:gd name="connsiteX35" fmla="*/ 194085 w 438098"/>
                <a:gd name="connsiteY35" fmla="*/ 351482 h 560149"/>
                <a:gd name="connsiteX36" fmla="*/ 181032 w 438098"/>
                <a:gd name="connsiteY36" fmla="*/ 351431 h 560149"/>
                <a:gd name="connsiteX37" fmla="*/ 176237 w 438098"/>
                <a:gd name="connsiteY37" fmla="*/ 351409 h 560149"/>
                <a:gd name="connsiteX38" fmla="*/ 169525 w 438098"/>
                <a:gd name="connsiteY38" fmla="*/ 351385 h 560149"/>
                <a:gd name="connsiteX39" fmla="*/ 167514 w 438098"/>
                <a:gd name="connsiteY39" fmla="*/ 351374 h 560149"/>
                <a:gd name="connsiteX40" fmla="*/ 161176 w 438098"/>
                <a:gd name="connsiteY40" fmla="*/ 351256 h 560149"/>
                <a:gd name="connsiteX41" fmla="*/ 159688 w 438098"/>
                <a:gd name="connsiteY41" fmla="*/ 350512 h 560149"/>
                <a:gd name="connsiteX42" fmla="*/ 318997 w 438098"/>
                <a:gd name="connsiteY42" fmla="*/ 252515 h 560149"/>
                <a:gd name="connsiteX43" fmla="*/ 317065 w 438098"/>
                <a:gd name="connsiteY43" fmla="*/ 252541 h 560149"/>
                <a:gd name="connsiteX44" fmla="*/ 310584 w 438098"/>
                <a:gd name="connsiteY44" fmla="*/ 252544 h 560149"/>
                <a:gd name="connsiteX45" fmla="*/ 305815 w 438098"/>
                <a:gd name="connsiteY45" fmla="*/ 252563 h 560149"/>
                <a:gd name="connsiteX46" fmla="*/ 292862 w 438098"/>
                <a:gd name="connsiteY46" fmla="*/ 252585 h 560149"/>
                <a:gd name="connsiteX47" fmla="*/ 279084 w 438098"/>
                <a:gd name="connsiteY47" fmla="*/ 252619 h 560149"/>
                <a:gd name="connsiteX48" fmla="*/ 253079 w 438098"/>
                <a:gd name="connsiteY48" fmla="*/ 252675 h 560149"/>
                <a:gd name="connsiteX49" fmla="*/ 223231 w 438098"/>
                <a:gd name="connsiteY49" fmla="*/ 252745 h 560149"/>
                <a:gd name="connsiteX50" fmla="*/ 158942 w 438098"/>
                <a:gd name="connsiteY50" fmla="*/ 252899 h 560149"/>
                <a:gd name="connsiteX51" fmla="*/ 158906 w 438098"/>
                <a:gd name="connsiteY51" fmla="*/ 265031 h 560149"/>
                <a:gd name="connsiteX52" fmla="*/ 158896 w 438098"/>
                <a:gd name="connsiteY52" fmla="*/ 269968 h 560149"/>
                <a:gd name="connsiteX53" fmla="*/ 158873 w 438098"/>
                <a:gd name="connsiteY53" fmla="*/ 277270 h 560149"/>
                <a:gd name="connsiteX54" fmla="*/ 158870 w 438098"/>
                <a:gd name="connsiteY54" fmla="*/ 279569 h 560149"/>
                <a:gd name="connsiteX55" fmla="*/ 158858 w 438098"/>
                <a:gd name="connsiteY55" fmla="*/ 281826 h 560149"/>
                <a:gd name="connsiteX56" fmla="*/ 158858 w 438098"/>
                <a:gd name="connsiteY56" fmla="*/ 283903 h 560149"/>
                <a:gd name="connsiteX57" fmla="*/ 158853 w 438098"/>
                <a:gd name="connsiteY57" fmla="*/ 285741 h 560149"/>
                <a:gd name="connsiteX58" fmla="*/ 159687 w 438098"/>
                <a:gd name="connsiteY58" fmla="*/ 287874 h 560149"/>
                <a:gd name="connsiteX59" fmla="*/ 164087 w 438098"/>
                <a:gd name="connsiteY59" fmla="*/ 287950 h 560149"/>
                <a:gd name="connsiteX60" fmla="*/ 166019 w 438098"/>
                <a:gd name="connsiteY60" fmla="*/ 287935 h 560149"/>
                <a:gd name="connsiteX61" fmla="*/ 172500 w 438098"/>
                <a:gd name="connsiteY61" fmla="*/ 287905 h 560149"/>
                <a:gd name="connsiteX62" fmla="*/ 177269 w 438098"/>
                <a:gd name="connsiteY62" fmla="*/ 287879 h 560149"/>
                <a:gd name="connsiteX63" fmla="*/ 190222 w 438098"/>
                <a:gd name="connsiteY63" fmla="*/ 287815 h 560149"/>
                <a:gd name="connsiteX64" fmla="*/ 204000 w 438098"/>
                <a:gd name="connsiteY64" fmla="*/ 287744 h 560149"/>
                <a:gd name="connsiteX65" fmla="*/ 230006 w 438098"/>
                <a:gd name="connsiteY65" fmla="*/ 287612 h 560149"/>
                <a:gd name="connsiteX66" fmla="*/ 259853 w 438098"/>
                <a:gd name="connsiteY66" fmla="*/ 287459 h 560149"/>
                <a:gd name="connsiteX67" fmla="*/ 324142 w 438098"/>
                <a:gd name="connsiteY67" fmla="*/ 287130 h 560149"/>
                <a:gd name="connsiteX68" fmla="*/ 324178 w 438098"/>
                <a:gd name="connsiteY68" fmla="*/ 276165 h 560149"/>
                <a:gd name="connsiteX69" fmla="*/ 324188 w 438098"/>
                <a:gd name="connsiteY69" fmla="*/ 271689 h 560149"/>
                <a:gd name="connsiteX70" fmla="*/ 324211 w 438098"/>
                <a:gd name="connsiteY70" fmla="*/ 265093 h 560149"/>
                <a:gd name="connsiteX71" fmla="*/ 324214 w 438098"/>
                <a:gd name="connsiteY71" fmla="*/ 263003 h 560149"/>
                <a:gd name="connsiteX72" fmla="*/ 324226 w 438098"/>
                <a:gd name="connsiteY72" fmla="*/ 260978 h 560149"/>
                <a:gd name="connsiteX73" fmla="*/ 324226 w 438098"/>
                <a:gd name="connsiteY73" fmla="*/ 259083 h 560149"/>
                <a:gd name="connsiteX74" fmla="*/ 323398 w 438098"/>
                <a:gd name="connsiteY74" fmla="*/ 252899 h 560149"/>
                <a:gd name="connsiteX75" fmla="*/ 318997 w 438098"/>
                <a:gd name="connsiteY75" fmla="*/ 252515 h 560149"/>
                <a:gd name="connsiteX76" fmla="*/ 164292 w 438098"/>
                <a:gd name="connsiteY76" fmla="*/ 0 h 560149"/>
                <a:gd name="connsiteX77" fmla="*/ 165641 w 438098"/>
                <a:gd name="connsiteY77" fmla="*/ 296 h 560149"/>
                <a:gd name="connsiteX78" fmla="*/ 166385 w 438098"/>
                <a:gd name="connsiteY78" fmla="*/ 2529 h 560149"/>
                <a:gd name="connsiteX79" fmla="*/ 172013 w 438098"/>
                <a:gd name="connsiteY79" fmla="*/ 3041 h 560149"/>
                <a:gd name="connsiteX80" fmla="*/ 173616 w 438098"/>
                <a:gd name="connsiteY80" fmla="*/ 3118 h 560149"/>
                <a:gd name="connsiteX81" fmla="*/ 177547 w 438098"/>
                <a:gd name="connsiteY81" fmla="*/ 3273 h 560149"/>
                <a:gd name="connsiteX82" fmla="*/ 177547 w 438098"/>
                <a:gd name="connsiteY82" fmla="*/ 6250 h 560149"/>
                <a:gd name="connsiteX83" fmla="*/ 180126 w 438098"/>
                <a:gd name="connsiteY83" fmla="*/ 6334 h 560149"/>
                <a:gd name="connsiteX84" fmla="*/ 183454 w 438098"/>
                <a:gd name="connsiteY84" fmla="*/ 6482 h 560149"/>
                <a:gd name="connsiteX85" fmla="*/ 185156 w 438098"/>
                <a:gd name="connsiteY85" fmla="*/ 6533 h 560149"/>
                <a:gd name="connsiteX86" fmla="*/ 189454 w 438098"/>
                <a:gd name="connsiteY86" fmla="*/ 6994 h 560149"/>
                <a:gd name="connsiteX87" fmla="*/ 190198 w 438098"/>
                <a:gd name="connsiteY87" fmla="*/ 9226 h 560149"/>
                <a:gd name="connsiteX88" fmla="*/ 197363 w 438098"/>
                <a:gd name="connsiteY88" fmla="*/ 9553 h 560149"/>
                <a:gd name="connsiteX89" fmla="*/ 201360 w 438098"/>
                <a:gd name="connsiteY89" fmla="*/ 9970 h 560149"/>
                <a:gd name="connsiteX90" fmla="*/ 201729 w 438098"/>
                <a:gd name="connsiteY90" fmla="*/ 11450 h 560149"/>
                <a:gd name="connsiteX91" fmla="*/ 202104 w 438098"/>
                <a:gd name="connsiteY91" fmla="*/ 12947 h 560149"/>
                <a:gd name="connsiteX92" fmla="*/ 207732 w 438098"/>
                <a:gd name="connsiteY92" fmla="*/ 13505 h 560149"/>
                <a:gd name="connsiteX93" fmla="*/ 209335 w 438098"/>
                <a:gd name="connsiteY93" fmla="*/ 13572 h 560149"/>
                <a:gd name="connsiteX94" fmla="*/ 213266 w 438098"/>
                <a:gd name="connsiteY94" fmla="*/ 13691 h 560149"/>
                <a:gd name="connsiteX95" fmla="*/ 213266 w 438098"/>
                <a:gd name="connsiteY95" fmla="*/ 16668 h 560149"/>
                <a:gd name="connsiteX96" fmla="*/ 214842 w 438098"/>
                <a:gd name="connsiteY96" fmla="*/ 16641 h 560149"/>
                <a:gd name="connsiteX97" fmla="*/ 216894 w 438098"/>
                <a:gd name="connsiteY97" fmla="*/ 16621 h 560149"/>
                <a:gd name="connsiteX98" fmla="*/ 218934 w 438098"/>
                <a:gd name="connsiteY98" fmla="*/ 16595 h 560149"/>
                <a:gd name="connsiteX99" fmla="*/ 222196 w 438098"/>
                <a:gd name="connsiteY99" fmla="*/ 17412 h 560149"/>
                <a:gd name="connsiteX100" fmla="*/ 222341 w 438098"/>
                <a:gd name="connsiteY100" fmla="*/ 20577 h 560149"/>
                <a:gd name="connsiteX101" fmla="*/ 222327 w 438098"/>
                <a:gd name="connsiteY101" fmla="*/ 22503 h 560149"/>
                <a:gd name="connsiteX102" fmla="*/ 222289 w 438098"/>
                <a:gd name="connsiteY102" fmla="*/ 24528 h 560149"/>
                <a:gd name="connsiteX103" fmla="*/ 222268 w 438098"/>
                <a:gd name="connsiteY103" fmla="*/ 26561 h 560149"/>
                <a:gd name="connsiteX104" fmla="*/ 222196 w 438098"/>
                <a:gd name="connsiteY104" fmla="*/ 31550 h 560149"/>
                <a:gd name="connsiteX105" fmla="*/ 219963 w 438098"/>
                <a:gd name="connsiteY105" fmla="*/ 30806 h 560149"/>
                <a:gd name="connsiteX106" fmla="*/ 219219 w 438098"/>
                <a:gd name="connsiteY106" fmla="*/ 41224 h 560149"/>
                <a:gd name="connsiteX107" fmla="*/ 216987 w 438098"/>
                <a:gd name="connsiteY107" fmla="*/ 41224 h 560149"/>
                <a:gd name="connsiteX108" fmla="*/ 216876 w 438098"/>
                <a:gd name="connsiteY108" fmla="*/ 43477 h 560149"/>
                <a:gd name="connsiteX109" fmla="*/ 216708 w 438098"/>
                <a:gd name="connsiteY109" fmla="*/ 46387 h 560149"/>
                <a:gd name="connsiteX110" fmla="*/ 216551 w 438098"/>
                <a:gd name="connsiteY110" fmla="*/ 49291 h 560149"/>
                <a:gd name="connsiteX111" fmla="*/ 216243 w 438098"/>
                <a:gd name="connsiteY111" fmla="*/ 51642 h 560149"/>
                <a:gd name="connsiteX112" fmla="*/ 214754 w 438098"/>
                <a:gd name="connsiteY112" fmla="*/ 52386 h 560149"/>
                <a:gd name="connsiteX113" fmla="*/ 214339 w 438098"/>
                <a:gd name="connsiteY113" fmla="*/ 59897 h 560149"/>
                <a:gd name="connsiteX114" fmla="*/ 214010 w 438098"/>
                <a:gd name="connsiteY114" fmla="*/ 62060 h 560149"/>
                <a:gd name="connsiteX115" fmla="*/ 211778 w 438098"/>
                <a:gd name="connsiteY115" fmla="*/ 62804 h 560149"/>
                <a:gd name="connsiteX116" fmla="*/ 211406 w 438098"/>
                <a:gd name="connsiteY116" fmla="*/ 66013 h 560149"/>
                <a:gd name="connsiteX117" fmla="*/ 208801 w 438098"/>
                <a:gd name="connsiteY117" fmla="*/ 72478 h 560149"/>
                <a:gd name="connsiteX118" fmla="*/ 210289 w 438098"/>
                <a:gd name="connsiteY118" fmla="*/ 71734 h 560149"/>
                <a:gd name="connsiteX119" fmla="*/ 214015 w 438098"/>
                <a:gd name="connsiteY119" fmla="*/ 71640 h 560149"/>
                <a:gd name="connsiteX120" fmla="*/ 216418 w 438098"/>
                <a:gd name="connsiteY120" fmla="*/ 71634 h 560149"/>
                <a:gd name="connsiteX121" fmla="*/ 219080 w 438098"/>
                <a:gd name="connsiteY121" fmla="*/ 71639 h 560149"/>
                <a:gd name="connsiteX122" fmla="*/ 221891 w 438098"/>
                <a:gd name="connsiteY122" fmla="*/ 71636 h 560149"/>
                <a:gd name="connsiteX123" fmla="*/ 229639 w 438098"/>
                <a:gd name="connsiteY123" fmla="*/ 71637 h 560149"/>
                <a:gd name="connsiteX124" fmla="*/ 237986 w 438098"/>
                <a:gd name="connsiteY124" fmla="*/ 71634 h 560149"/>
                <a:gd name="connsiteX125" fmla="*/ 254347 w 438098"/>
                <a:gd name="connsiteY125" fmla="*/ 71633 h 560149"/>
                <a:gd name="connsiteX126" fmla="*/ 267638 w 438098"/>
                <a:gd name="connsiteY126" fmla="*/ 71634 h 560149"/>
                <a:gd name="connsiteX127" fmla="*/ 269545 w 438098"/>
                <a:gd name="connsiteY127" fmla="*/ 71634 h 560149"/>
                <a:gd name="connsiteX128" fmla="*/ 273381 w 438098"/>
                <a:gd name="connsiteY128" fmla="*/ 71633 h 560149"/>
                <a:gd name="connsiteX129" fmla="*/ 309384 w 438098"/>
                <a:gd name="connsiteY129" fmla="*/ 71638 h 560149"/>
                <a:gd name="connsiteX130" fmla="*/ 340309 w 438098"/>
                <a:gd name="connsiteY130" fmla="*/ 71637 h 560149"/>
                <a:gd name="connsiteX131" fmla="*/ 376182 w 438098"/>
                <a:gd name="connsiteY131" fmla="*/ 71634 h 560149"/>
                <a:gd name="connsiteX132" fmla="*/ 380004 w 438098"/>
                <a:gd name="connsiteY132" fmla="*/ 71634 h 560149"/>
                <a:gd name="connsiteX133" fmla="*/ 381903 w 438098"/>
                <a:gd name="connsiteY133" fmla="*/ 71635 h 560149"/>
                <a:gd name="connsiteX134" fmla="*/ 395187 w 438098"/>
                <a:gd name="connsiteY134" fmla="*/ 71633 h 560149"/>
                <a:gd name="connsiteX135" fmla="*/ 411362 w 438098"/>
                <a:gd name="connsiteY135" fmla="*/ 71635 h 560149"/>
                <a:gd name="connsiteX136" fmla="*/ 419622 w 438098"/>
                <a:gd name="connsiteY136" fmla="*/ 71635 h 560149"/>
                <a:gd name="connsiteX137" fmla="*/ 428557 w 438098"/>
                <a:gd name="connsiteY137" fmla="*/ 71639 h 560149"/>
                <a:gd name="connsiteX138" fmla="*/ 431223 w 438098"/>
                <a:gd name="connsiteY138" fmla="*/ 71634 h 560149"/>
                <a:gd name="connsiteX139" fmla="*/ 433620 w 438098"/>
                <a:gd name="connsiteY139" fmla="*/ 71640 h 560149"/>
                <a:gd name="connsiteX140" fmla="*/ 435706 w 438098"/>
                <a:gd name="connsiteY140" fmla="*/ 71641 h 560149"/>
                <a:gd name="connsiteX141" fmla="*/ 437997 w 438098"/>
                <a:gd name="connsiteY141" fmla="*/ 72478 h 560149"/>
                <a:gd name="connsiteX142" fmla="*/ 438093 w 438098"/>
                <a:gd name="connsiteY142" fmla="*/ 79313 h 560149"/>
                <a:gd name="connsiteX143" fmla="*/ 438097 w 438098"/>
                <a:gd name="connsiteY143" fmla="*/ 81488 h 560149"/>
                <a:gd name="connsiteX144" fmla="*/ 438095 w 438098"/>
                <a:gd name="connsiteY144" fmla="*/ 88640 h 560149"/>
                <a:gd name="connsiteX145" fmla="*/ 438098 w 438098"/>
                <a:gd name="connsiteY145" fmla="*/ 93586 h 560149"/>
                <a:gd name="connsiteX146" fmla="*/ 438094 w 438098"/>
                <a:gd name="connsiteY146" fmla="*/ 103969 h 560149"/>
                <a:gd name="connsiteX147" fmla="*/ 438096 w 438098"/>
                <a:gd name="connsiteY147" fmla="*/ 117309 h 560149"/>
                <a:gd name="connsiteX148" fmla="*/ 438096 w 438098"/>
                <a:gd name="connsiteY148" fmla="*/ 127528 h 560149"/>
                <a:gd name="connsiteX149" fmla="*/ 438098 w 438098"/>
                <a:gd name="connsiteY149" fmla="*/ 132449 h 560149"/>
                <a:gd name="connsiteX150" fmla="*/ 438093 w 438098"/>
                <a:gd name="connsiteY150" fmla="*/ 139313 h 560149"/>
                <a:gd name="connsiteX151" fmla="*/ 438097 w 438098"/>
                <a:gd name="connsiteY151" fmla="*/ 141389 h 560149"/>
                <a:gd name="connsiteX152" fmla="*/ 437252 w 438098"/>
                <a:gd name="connsiteY152" fmla="*/ 146892 h 560149"/>
                <a:gd name="connsiteX153" fmla="*/ 433210 w 438098"/>
                <a:gd name="connsiteY153" fmla="*/ 146984 h 560149"/>
                <a:gd name="connsiteX154" fmla="*/ 430534 w 438098"/>
                <a:gd name="connsiteY154" fmla="*/ 146988 h 560149"/>
                <a:gd name="connsiteX155" fmla="*/ 427558 w 438098"/>
                <a:gd name="connsiteY155" fmla="*/ 146982 h 560149"/>
                <a:gd name="connsiteX156" fmla="*/ 424425 w 438098"/>
                <a:gd name="connsiteY156" fmla="*/ 146984 h 560149"/>
                <a:gd name="connsiteX157" fmla="*/ 415776 w 438098"/>
                <a:gd name="connsiteY157" fmla="*/ 146979 h 560149"/>
                <a:gd name="connsiteX158" fmla="*/ 406464 w 438098"/>
                <a:gd name="connsiteY158" fmla="*/ 146977 h 560149"/>
                <a:gd name="connsiteX159" fmla="*/ 390318 w 438098"/>
                <a:gd name="connsiteY159" fmla="*/ 146971 h 560149"/>
                <a:gd name="connsiteX160" fmla="*/ 366972 w 438098"/>
                <a:gd name="connsiteY160" fmla="*/ 146962 h 560149"/>
                <a:gd name="connsiteX161" fmla="*/ 329100 w 438098"/>
                <a:gd name="connsiteY161" fmla="*/ 146948 h 560149"/>
                <a:gd name="connsiteX162" fmla="*/ 292300 w 438098"/>
                <a:gd name="connsiteY162" fmla="*/ 146933 h 560149"/>
                <a:gd name="connsiteX163" fmla="*/ 290011 w 438098"/>
                <a:gd name="connsiteY163" fmla="*/ 146932 h 560149"/>
                <a:gd name="connsiteX164" fmla="*/ 278640 w 438098"/>
                <a:gd name="connsiteY164" fmla="*/ 146930 h 560149"/>
                <a:gd name="connsiteX165" fmla="*/ 184245 w 438098"/>
                <a:gd name="connsiteY165" fmla="*/ 146892 h 560149"/>
                <a:gd name="connsiteX166" fmla="*/ 183966 w 438098"/>
                <a:gd name="connsiteY166" fmla="*/ 149822 h 560149"/>
                <a:gd name="connsiteX167" fmla="*/ 183500 w 438098"/>
                <a:gd name="connsiteY167" fmla="*/ 152845 h 560149"/>
                <a:gd name="connsiteX168" fmla="*/ 182012 w 438098"/>
                <a:gd name="connsiteY168" fmla="*/ 153589 h 560149"/>
                <a:gd name="connsiteX169" fmla="*/ 181669 w 438098"/>
                <a:gd name="connsiteY169" fmla="*/ 158194 h 560149"/>
                <a:gd name="connsiteX170" fmla="*/ 181268 w 438098"/>
                <a:gd name="connsiteY170" fmla="*/ 159543 h 560149"/>
                <a:gd name="connsiteX171" fmla="*/ 179762 w 438098"/>
                <a:gd name="connsiteY171" fmla="*/ 159888 h 560149"/>
                <a:gd name="connsiteX172" fmla="*/ 178291 w 438098"/>
                <a:gd name="connsiteY172" fmla="*/ 160287 h 560149"/>
                <a:gd name="connsiteX173" fmla="*/ 178105 w 438098"/>
                <a:gd name="connsiteY173" fmla="*/ 163682 h 560149"/>
                <a:gd name="connsiteX174" fmla="*/ 178187 w 438098"/>
                <a:gd name="connsiteY174" fmla="*/ 165545 h 560149"/>
                <a:gd name="connsiteX175" fmla="*/ 178291 w 438098"/>
                <a:gd name="connsiteY175" fmla="*/ 166984 h 560149"/>
                <a:gd name="connsiteX176" fmla="*/ 176059 w 438098"/>
                <a:gd name="connsiteY176" fmla="*/ 166984 h 560149"/>
                <a:gd name="connsiteX177" fmla="*/ 175315 w 438098"/>
                <a:gd name="connsiteY177" fmla="*/ 173681 h 560149"/>
                <a:gd name="connsiteX178" fmla="*/ 173082 w 438098"/>
                <a:gd name="connsiteY178" fmla="*/ 173681 h 560149"/>
                <a:gd name="connsiteX179" fmla="*/ 173222 w 438098"/>
                <a:gd name="connsiteY179" fmla="*/ 176146 h 560149"/>
                <a:gd name="connsiteX180" fmla="*/ 170850 w 438098"/>
                <a:gd name="connsiteY180" fmla="*/ 181123 h 560149"/>
                <a:gd name="connsiteX181" fmla="*/ 170478 w 438098"/>
                <a:gd name="connsiteY181" fmla="*/ 183355 h 560149"/>
                <a:gd name="connsiteX182" fmla="*/ 167873 w 438098"/>
                <a:gd name="connsiteY182" fmla="*/ 187820 h 560149"/>
                <a:gd name="connsiteX183" fmla="*/ 169266 w 438098"/>
                <a:gd name="connsiteY183" fmla="*/ 187819 h 560149"/>
                <a:gd name="connsiteX184" fmla="*/ 250880 w 438098"/>
                <a:gd name="connsiteY184" fmla="*/ 187782 h 560149"/>
                <a:gd name="connsiteX185" fmla="*/ 260669 w 438098"/>
                <a:gd name="connsiteY185" fmla="*/ 187779 h 560149"/>
                <a:gd name="connsiteX186" fmla="*/ 262637 w 438098"/>
                <a:gd name="connsiteY186" fmla="*/ 187778 h 560149"/>
                <a:gd name="connsiteX187" fmla="*/ 294236 w 438098"/>
                <a:gd name="connsiteY187" fmla="*/ 187762 h 560149"/>
                <a:gd name="connsiteX188" fmla="*/ 326635 w 438098"/>
                <a:gd name="connsiteY188" fmla="*/ 187750 h 560149"/>
                <a:gd name="connsiteX189" fmla="*/ 346643 w 438098"/>
                <a:gd name="connsiteY189" fmla="*/ 187740 h 560149"/>
                <a:gd name="connsiteX190" fmla="*/ 360344 w 438098"/>
                <a:gd name="connsiteY190" fmla="*/ 187735 h 560149"/>
                <a:gd name="connsiteX191" fmla="*/ 368261 w 438098"/>
                <a:gd name="connsiteY191" fmla="*/ 187731 h 560149"/>
                <a:gd name="connsiteX192" fmla="*/ 376824 w 438098"/>
                <a:gd name="connsiteY192" fmla="*/ 187730 h 560149"/>
                <a:gd name="connsiteX193" fmla="*/ 379379 w 438098"/>
                <a:gd name="connsiteY193" fmla="*/ 187724 h 560149"/>
                <a:gd name="connsiteX194" fmla="*/ 381678 w 438098"/>
                <a:gd name="connsiteY194" fmla="*/ 187728 h 560149"/>
                <a:gd name="connsiteX195" fmla="*/ 383677 w 438098"/>
                <a:gd name="connsiteY195" fmla="*/ 187727 h 560149"/>
                <a:gd name="connsiteX196" fmla="*/ 385907 w 438098"/>
                <a:gd name="connsiteY196" fmla="*/ 188564 h 560149"/>
                <a:gd name="connsiteX197" fmla="*/ 386002 w 438098"/>
                <a:gd name="connsiteY197" fmla="*/ 193535 h 560149"/>
                <a:gd name="connsiteX198" fmla="*/ 386006 w 438098"/>
                <a:gd name="connsiteY198" fmla="*/ 195136 h 560149"/>
                <a:gd name="connsiteX199" fmla="*/ 386006 w 438098"/>
                <a:gd name="connsiteY199" fmla="*/ 200514 h 560149"/>
                <a:gd name="connsiteX200" fmla="*/ 386011 w 438098"/>
                <a:gd name="connsiteY200" fmla="*/ 204382 h 560149"/>
                <a:gd name="connsiteX201" fmla="*/ 386015 w 438098"/>
                <a:gd name="connsiteY201" fmla="*/ 215062 h 560149"/>
                <a:gd name="connsiteX202" fmla="*/ 386022 w 438098"/>
                <a:gd name="connsiteY202" fmla="*/ 226561 h 560149"/>
                <a:gd name="connsiteX203" fmla="*/ 386031 w 438098"/>
                <a:gd name="connsiteY203" fmla="*/ 249107 h 560149"/>
                <a:gd name="connsiteX204" fmla="*/ 386035 w 438098"/>
                <a:gd name="connsiteY204" fmla="*/ 267422 h 560149"/>
                <a:gd name="connsiteX205" fmla="*/ 386045 w 438098"/>
                <a:gd name="connsiteY205" fmla="*/ 319283 h 560149"/>
                <a:gd name="connsiteX206" fmla="*/ 386045 w 438098"/>
                <a:gd name="connsiteY206" fmla="*/ 322110 h 560149"/>
                <a:gd name="connsiteX207" fmla="*/ 386044 w 438098"/>
                <a:gd name="connsiteY207" fmla="*/ 324941 h 560149"/>
                <a:gd name="connsiteX208" fmla="*/ 386062 w 438098"/>
                <a:gd name="connsiteY208" fmla="*/ 370384 h 560149"/>
                <a:gd name="connsiteX209" fmla="*/ 386077 w 438098"/>
                <a:gd name="connsiteY209" fmla="*/ 416980 h 560149"/>
                <a:gd name="connsiteX210" fmla="*/ 386087 w 438098"/>
                <a:gd name="connsiteY210" fmla="*/ 443166 h 560149"/>
                <a:gd name="connsiteX211" fmla="*/ 386090 w 438098"/>
                <a:gd name="connsiteY211" fmla="*/ 465457 h 560149"/>
                <a:gd name="connsiteX212" fmla="*/ 386094 w 438098"/>
                <a:gd name="connsiteY212" fmla="*/ 476842 h 560149"/>
                <a:gd name="connsiteX213" fmla="*/ 386092 w 438098"/>
                <a:gd name="connsiteY213" fmla="*/ 487246 h 560149"/>
                <a:gd name="connsiteX214" fmla="*/ 386097 w 438098"/>
                <a:gd name="connsiteY214" fmla="*/ 491027 h 560149"/>
                <a:gd name="connsiteX215" fmla="*/ 386092 w 438098"/>
                <a:gd name="connsiteY215" fmla="*/ 496133 h 560149"/>
                <a:gd name="connsiteX216" fmla="*/ 386092 w 438098"/>
                <a:gd name="connsiteY216" fmla="*/ 499007 h 560149"/>
                <a:gd name="connsiteX217" fmla="*/ 385907 w 438098"/>
                <a:gd name="connsiteY217" fmla="*/ 501103 h 560149"/>
                <a:gd name="connsiteX218" fmla="*/ 384418 w 438098"/>
                <a:gd name="connsiteY218" fmla="*/ 501847 h 560149"/>
                <a:gd name="connsiteX219" fmla="*/ 383491 w 438098"/>
                <a:gd name="connsiteY219" fmla="*/ 508018 h 560149"/>
                <a:gd name="connsiteX220" fmla="*/ 383417 w 438098"/>
                <a:gd name="connsiteY220" fmla="*/ 509810 h 560149"/>
                <a:gd name="connsiteX221" fmla="*/ 383289 w 438098"/>
                <a:gd name="connsiteY221" fmla="*/ 513537 h 560149"/>
                <a:gd name="connsiteX222" fmla="*/ 382930 w 438098"/>
                <a:gd name="connsiteY222" fmla="*/ 518218 h 560149"/>
                <a:gd name="connsiteX223" fmla="*/ 381442 w 438098"/>
                <a:gd name="connsiteY223" fmla="*/ 518962 h 560149"/>
                <a:gd name="connsiteX224" fmla="*/ 381026 w 438098"/>
                <a:gd name="connsiteY224" fmla="*/ 525892 h 560149"/>
                <a:gd name="connsiteX225" fmla="*/ 380698 w 438098"/>
                <a:gd name="connsiteY225" fmla="*/ 527892 h 560149"/>
                <a:gd name="connsiteX226" fmla="*/ 378465 w 438098"/>
                <a:gd name="connsiteY226" fmla="*/ 528636 h 560149"/>
                <a:gd name="connsiteX227" fmla="*/ 377721 w 438098"/>
                <a:gd name="connsiteY227" fmla="*/ 532357 h 560149"/>
                <a:gd name="connsiteX228" fmla="*/ 375489 w 438098"/>
                <a:gd name="connsiteY228" fmla="*/ 533845 h 560149"/>
                <a:gd name="connsiteX229" fmla="*/ 374745 w 438098"/>
                <a:gd name="connsiteY229" fmla="*/ 537566 h 560149"/>
                <a:gd name="connsiteX230" fmla="*/ 373256 w 438098"/>
                <a:gd name="connsiteY230" fmla="*/ 537566 h 560149"/>
                <a:gd name="connsiteX231" fmla="*/ 372512 w 438098"/>
                <a:gd name="connsiteY231" fmla="*/ 539798 h 560149"/>
                <a:gd name="connsiteX232" fmla="*/ 369536 w 438098"/>
                <a:gd name="connsiteY232" fmla="*/ 539798 h 560149"/>
                <a:gd name="connsiteX233" fmla="*/ 369536 w 438098"/>
                <a:gd name="connsiteY233" fmla="*/ 542775 h 560149"/>
                <a:gd name="connsiteX234" fmla="*/ 366559 w 438098"/>
                <a:gd name="connsiteY234" fmla="*/ 542775 h 560149"/>
                <a:gd name="connsiteX235" fmla="*/ 366280 w 438098"/>
                <a:gd name="connsiteY235" fmla="*/ 544542 h 560149"/>
                <a:gd name="connsiteX236" fmla="*/ 365815 w 438098"/>
                <a:gd name="connsiteY236" fmla="*/ 546496 h 560149"/>
                <a:gd name="connsiteX237" fmla="*/ 361350 w 438098"/>
                <a:gd name="connsiteY237" fmla="*/ 547984 h 560149"/>
                <a:gd name="connsiteX238" fmla="*/ 359862 w 438098"/>
                <a:gd name="connsiteY238" fmla="*/ 550216 h 560149"/>
                <a:gd name="connsiteX239" fmla="*/ 357955 w 438098"/>
                <a:gd name="connsiteY239" fmla="*/ 550588 h 560149"/>
                <a:gd name="connsiteX240" fmla="*/ 356141 w 438098"/>
                <a:gd name="connsiteY240" fmla="*/ 550960 h 560149"/>
                <a:gd name="connsiteX241" fmla="*/ 355397 w 438098"/>
                <a:gd name="connsiteY241" fmla="*/ 553193 h 560149"/>
                <a:gd name="connsiteX242" fmla="*/ 351258 w 438098"/>
                <a:gd name="connsiteY242" fmla="*/ 553705 h 560149"/>
                <a:gd name="connsiteX243" fmla="*/ 348976 w 438098"/>
                <a:gd name="connsiteY243" fmla="*/ 553853 h 560149"/>
                <a:gd name="connsiteX244" fmla="*/ 347211 w 438098"/>
                <a:gd name="connsiteY244" fmla="*/ 553937 h 560149"/>
                <a:gd name="connsiteX245" fmla="*/ 347211 w 438098"/>
                <a:gd name="connsiteY245" fmla="*/ 556914 h 560149"/>
                <a:gd name="connsiteX246" fmla="*/ 344633 w 438098"/>
                <a:gd name="connsiteY246" fmla="*/ 556998 h 560149"/>
                <a:gd name="connsiteX247" fmla="*/ 341305 w 438098"/>
                <a:gd name="connsiteY247" fmla="*/ 557146 h 560149"/>
                <a:gd name="connsiteX248" fmla="*/ 339603 w 438098"/>
                <a:gd name="connsiteY248" fmla="*/ 557197 h 560149"/>
                <a:gd name="connsiteX249" fmla="*/ 335305 w 438098"/>
                <a:gd name="connsiteY249" fmla="*/ 557658 h 560149"/>
                <a:gd name="connsiteX250" fmla="*/ 334561 w 438098"/>
                <a:gd name="connsiteY250" fmla="*/ 559890 h 560149"/>
                <a:gd name="connsiteX251" fmla="*/ 328670 w 438098"/>
                <a:gd name="connsiteY251" fmla="*/ 560144 h 560149"/>
                <a:gd name="connsiteX252" fmla="*/ 326800 w 438098"/>
                <a:gd name="connsiteY252" fmla="*/ 560145 h 560149"/>
                <a:gd name="connsiteX253" fmla="*/ 320652 w 438098"/>
                <a:gd name="connsiteY253" fmla="*/ 560108 h 560149"/>
                <a:gd name="connsiteX254" fmla="*/ 316401 w 438098"/>
                <a:gd name="connsiteY254" fmla="*/ 560099 h 560149"/>
                <a:gd name="connsiteX255" fmla="*/ 305189 w 438098"/>
                <a:gd name="connsiteY255" fmla="*/ 560043 h 560149"/>
                <a:gd name="connsiteX256" fmla="*/ 293757 w 438098"/>
                <a:gd name="connsiteY256" fmla="*/ 559999 h 560149"/>
                <a:gd name="connsiteX257" fmla="*/ 271309 w 438098"/>
                <a:gd name="connsiteY257" fmla="*/ 559890 h 560149"/>
                <a:gd name="connsiteX258" fmla="*/ 271225 w 438098"/>
                <a:gd name="connsiteY258" fmla="*/ 557637 h 560149"/>
                <a:gd name="connsiteX259" fmla="*/ 271076 w 438098"/>
                <a:gd name="connsiteY259" fmla="*/ 554728 h 560149"/>
                <a:gd name="connsiteX260" fmla="*/ 270946 w 438098"/>
                <a:gd name="connsiteY260" fmla="*/ 551824 h 560149"/>
                <a:gd name="connsiteX261" fmla="*/ 270565 w 438098"/>
                <a:gd name="connsiteY261" fmla="*/ 549472 h 560149"/>
                <a:gd name="connsiteX262" fmla="*/ 268332 w 438098"/>
                <a:gd name="connsiteY262" fmla="*/ 548728 h 560149"/>
                <a:gd name="connsiteX263" fmla="*/ 268004 w 438098"/>
                <a:gd name="connsiteY263" fmla="*/ 545752 h 560149"/>
                <a:gd name="connsiteX264" fmla="*/ 267944 w 438098"/>
                <a:gd name="connsiteY264" fmla="*/ 543938 h 560149"/>
                <a:gd name="connsiteX265" fmla="*/ 267914 w 438098"/>
                <a:gd name="connsiteY265" fmla="*/ 542031 h 560149"/>
                <a:gd name="connsiteX266" fmla="*/ 267818 w 438098"/>
                <a:gd name="connsiteY266" fmla="*/ 538310 h 560149"/>
                <a:gd name="connsiteX267" fmla="*/ 267790 w 438098"/>
                <a:gd name="connsiteY267" fmla="*/ 536636 h 560149"/>
                <a:gd name="connsiteX268" fmla="*/ 267588 w 438098"/>
                <a:gd name="connsiteY268" fmla="*/ 535334 h 560149"/>
                <a:gd name="connsiteX269" fmla="*/ 266100 w 438098"/>
                <a:gd name="connsiteY269" fmla="*/ 534589 h 560149"/>
                <a:gd name="connsiteX270" fmla="*/ 265681 w 438098"/>
                <a:gd name="connsiteY270" fmla="*/ 530218 h 560149"/>
                <a:gd name="connsiteX271" fmla="*/ 264612 w 438098"/>
                <a:gd name="connsiteY271" fmla="*/ 523427 h 560149"/>
                <a:gd name="connsiteX272" fmla="*/ 263123 w 438098"/>
                <a:gd name="connsiteY272" fmla="*/ 522683 h 560149"/>
                <a:gd name="connsiteX273" fmla="*/ 262708 w 438098"/>
                <a:gd name="connsiteY273" fmla="*/ 515753 h 560149"/>
                <a:gd name="connsiteX274" fmla="*/ 262379 w 438098"/>
                <a:gd name="connsiteY274" fmla="*/ 513753 h 560149"/>
                <a:gd name="connsiteX275" fmla="*/ 260147 w 438098"/>
                <a:gd name="connsiteY275" fmla="*/ 513009 h 560149"/>
                <a:gd name="connsiteX276" fmla="*/ 259728 w 438098"/>
                <a:gd name="connsiteY276" fmla="*/ 508917 h 560149"/>
                <a:gd name="connsiteX277" fmla="*/ 259403 w 438098"/>
                <a:gd name="connsiteY277" fmla="*/ 504824 h 560149"/>
                <a:gd name="connsiteX278" fmla="*/ 257915 w 438098"/>
                <a:gd name="connsiteY278" fmla="*/ 504080 h 560149"/>
                <a:gd name="connsiteX279" fmla="*/ 257077 w 438098"/>
                <a:gd name="connsiteY279" fmla="*/ 499940 h 560149"/>
                <a:gd name="connsiteX280" fmla="*/ 256699 w 438098"/>
                <a:gd name="connsiteY280" fmla="*/ 497659 h 560149"/>
                <a:gd name="connsiteX281" fmla="*/ 256426 w 438098"/>
                <a:gd name="connsiteY281" fmla="*/ 495894 h 560149"/>
                <a:gd name="connsiteX282" fmla="*/ 254938 w 438098"/>
                <a:gd name="connsiteY282" fmla="*/ 495894 h 560149"/>
                <a:gd name="connsiteX283" fmla="*/ 254938 w 438098"/>
                <a:gd name="connsiteY283" fmla="*/ 488453 h 560149"/>
                <a:gd name="connsiteX284" fmla="*/ 257475 w 438098"/>
                <a:gd name="connsiteY284" fmla="*/ 488439 h 560149"/>
                <a:gd name="connsiteX285" fmla="*/ 281096 w 438098"/>
                <a:gd name="connsiteY285" fmla="*/ 488277 h 560149"/>
                <a:gd name="connsiteX286" fmla="*/ 293241 w 438098"/>
                <a:gd name="connsiteY286" fmla="*/ 488195 h 560149"/>
                <a:gd name="connsiteX287" fmla="*/ 304951 w 438098"/>
                <a:gd name="connsiteY287" fmla="*/ 488108 h 560149"/>
                <a:gd name="connsiteX288" fmla="*/ 309429 w 438098"/>
                <a:gd name="connsiteY288" fmla="*/ 488082 h 560149"/>
                <a:gd name="connsiteX289" fmla="*/ 315678 w 438098"/>
                <a:gd name="connsiteY289" fmla="*/ 488030 h 560149"/>
                <a:gd name="connsiteX290" fmla="*/ 317568 w 438098"/>
                <a:gd name="connsiteY290" fmla="*/ 488034 h 560149"/>
                <a:gd name="connsiteX291" fmla="*/ 321911 w 438098"/>
                <a:gd name="connsiteY291" fmla="*/ 487709 h 560149"/>
                <a:gd name="connsiteX292" fmla="*/ 322796 w 438098"/>
                <a:gd name="connsiteY292" fmla="*/ 481979 h 560149"/>
                <a:gd name="connsiteX293" fmla="*/ 322833 w 438098"/>
                <a:gd name="connsiteY293" fmla="*/ 479835 h 560149"/>
                <a:gd name="connsiteX294" fmla="*/ 322864 w 438098"/>
                <a:gd name="connsiteY294" fmla="*/ 477523 h 560149"/>
                <a:gd name="connsiteX295" fmla="*/ 322906 w 438098"/>
                <a:gd name="connsiteY295" fmla="*/ 475146 h 560149"/>
                <a:gd name="connsiteX296" fmla="*/ 323027 w 438098"/>
                <a:gd name="connsiteY296" fmla="*/ 467617 h 560149"/>
                <a:gd name="connsiteX297" fmla="*/ 323190 w 438098"/>
                <a:gd name="connsiteY297" fmla="*/ 457710 h 560149"/>
                <a:gd name="connsiteX298" fmla="*/ 323220 w 438098"/>
                <a:gd name="connsiteY298" fmla="*/ 455399 h 560149"/>
                <a:gd name="connsiteX299" fmla="*/ 323258 w 438098"/>
                <a:gd name="connsiteY299" fmla="*/ 453254 h 560149"/>
                <a:gd name="connsiteX300" fmla="*/ 323286 w 438098"/>
                <a:gd name="connsiteY300" fmla="*/ 451367 h 560149"/>
                <a:gd name="connsiteX301" fmla="*/ 324143 w 438098"/>
                <a:gd name="connsiteY301" fmla="*/ 447525 h 560149"/>
                <a:gd name="connsiteX302" fmla="*/ 159688 w 438098"/>
                <a:gd name="connsiteY302" fmla="*/ 447525 h 560149"/>
                <a:gd name="connsiteX303" fmla="*/ 158944 w 438098"/>
                <a:gd name="connsiteY303" fmla="*/ 559890 h 560149"/>
                <a:gd name="connsiteX304" fmla="*/ 129225 w 438098"/>
                <a:gd name="connsiteY304" fmla="*/ 559983 h 560149"/>
                <a:gd name="connsiteX305" fmla="*/ 119827 w 438098"/>
                <a:gd name="connsiteY305" fmla="*/ 560024 h 560149"/>
                <a:gd name="connsiteX306" fmla="*/ 114286 w 438098"/>
                <a:gd name="connsiteY306" fmla="*/ 560032 h 560149"/>
                <a:gd name="connsiteX307" fmla="*/ 110573 w 438098"/>
                <a:gd name="connsiteY307" fmla="*/ 560047 h 560149"/>
                <a:gd name="connsiteX308" fmla="*/ 104962 w 438098"/>
                <a:gd name="connsiteY308" fmla="*/ 560059 h 560149"/>
                <a:gd name="connsiteX309" fmla="*/ 103280 w 438098"/>
                <a:gd name="connsiteY309" fmla="*/ 560075 h 560149"/>
                <a:gd name="connsiteX310" fmla="*/ 99413 w 438098"/>
                <a:gd name="connsiteY310" fmla="*/ 559890 h 560149"/>
                <a:gd name="connsiteX311" fmla="*/ 98577 w 438098"/>
                <a:gd name="connsiteY311" fmla="*/ 554314 h 560149"/>
                <a:gd name="connsiteX312" fmla="*/ 98572 w 438098"/>
                <a:gd name="connsiteY312" fmla="*/ 551666 h 560149"/>
                <a:gd name="connsiteX313" fmla="*/ 98579 w 438098"/>
                <a:gd name="connsiteY313" fmla="*/ 548731 h 560149"/>
                <a:gd name="connsiteX314" fmla="*/ 98577 w 438098"/>
                <a:gd name="connsiteY314" fmla="*/ 545633 h 560149"/>
                <a:gd name="connsiteX315" fmla="*/ 98582 w 438098"/>
                <a:gd name="connsiteY315" fmla="*/ 537091 h 560149"/>
                <a:gd name="connsiteX316" fmla="*/ 98584 w 438098"/>
                <a:gd name="connsiteY316" fmla="*/ 527890 h 560149"/>
                <a:gd name="connsiteX317" fmla="*/ 98590 w 438098"/>
                <a:gd name="connsiteY317" fmla="*/ 511940 h 560149"/>
                <a:gd name="connsiteX318" fmla="*/ 98599 w 438098"/>
                <a:gd name="connsiteY318" fmla="*/ 488878 h 560149"/>
                <a:gd name="connsiteX319" fmla="*/ 98612 w 438098"/>
                <a:gd name="connsiteY319" fmla="*/ 451465 h 560149"/>
                <a:gd name="connsiteX320" fmla="*/ 98628 w 438098"/>
                <a:gd name="connsiteY320" fmla="*/ 415114 h 560149"/>
                <a:gd name="connsiteX321" fmla="*/ 98628 w 438098"/>
                <a:gd name="connsiteY321" fmla="*/ 412852 h 560149"/>
                <a:gd name="connsiteX322" fmla="*/ 98631 w 438098"/>
                <a:gd name="connsiteY322" fmla="*/ 401618 h 560149"/>
                <a:gd name="connsiteX323" fmla="*/ 98668 w 438098"/>
                <a:gd name="connsiteY323" fmla="*/ 308371 h 560149"/>
                <a:gd name="connsiteX324" fmla="*/ 96901 w 438098"/>
                <a:gd name="connsiteY324" fmla="*/ 312603 h 560149"/>
                <a:gd name="connsiteX325" fmla="*/ 96436 w 438098"/>
                <a:gd name="connsiteY325" fmla="*/ 314324 h 560149"/>
                <a:gd name="connsiteX326" fmla="*/ 93459 w 438098"/>
                <a:gd name="connsiteY326" fmla="*/ 314324 h 560149"/>
                <a:gd name="connsiteX327" fmla="*/ 93459 w 438098"/>
                <a:gd name="connsiteY327" fmla="*/ 317300 h 560149"/>
                <a:gd name="connsiteX328" fmla="*/ 91227 w 438098"/>
                <a:gd name="connsiteY328" fmla="*/ 318045 h 560149"/>
                <a:gd name="connsiteX329" fmla="*/ 90855 w 438098"/>
                <a:gd name="connsiteY329" fmla="*/ 319579 h 560149"/>
                <a:gd name="connsiteX330" fmla="*/ 90483 w 438098"/>
                <a:gd name="connsiteY330" fmla="*/ 321021 h 560149"/>
                <a:gd name="connsiteX331" fmla="*/ 88250 w 438098"/>
                <a:gd name="connsiteY331" fmla="*/ 321021 h 560149"/>
                <a:gd name="connsiteX332" fmla="*/ 88250 w 438098"/>
                <a:gd name="connsiteY332" fmla="*/ 324742 h 560149"/>
                <a:gd name="connsiteX333" fmla="*/ 86018 w 438098"/>
                <a:gd name="connsiteY333" fmla="*/ 324742 h 560149"/>
                <a:gd name="connsiteX334" fmla="*/ 85274 w 438098"/>
                <a:gd name="connsiteY334" fmla="*/ 327718 h 560149"/>
                <a:gd name="connsiteX335" fmla="*/ 83041 w 438098"/>
                <a:gd name="connsiteY335" fmla="*/ 328462 h 560149"/>
                <a:gd name="connsiteX336" fmla="*/ 82669 w 438098"/>
                <a:gd name="connsiteY336" fmla="*/ 329997 h 560149"/>
                <a:gd name="connsiteX337" fmla="*/ 82297 w 438098"/>
                <a:gd name="connsiteY337" fmla="*/ 331439 h 560149"/>
                <a:gd name="connsiteX338" fmla="*/ 80065 w 438098"/>
                <a:gd name="connsiteY338" fmla="*/ 331439 h 560149"/>
                <a:gd name="connsiteX339" fmla="*/ 79693 w 438098"/>
                <a:gd name="connsiteY339" fmla="*/ 332927 h 560149"/>
                <a:gd name="connsiteX340" fmla="*/ 79321 w 438098"/>
                <a:gd name="connsiteY340" fmla="*/ 334416 h 560149"/>
                <a:gd name="connsiteX341" fmla="*/ 77088 w 438098"/>
                <a:gd name="connsiteY341" fmla="*/ 334416 h 560149"/>
                <a:gd name="connsiteX342" fmla="*/ 76344 w 438098"/>
                <a:gd name="connsiteY342" fmla="*/ 337392 h 560149"/>
                <a:gd name="connsiteX343" fmla="*/ 74856 w 438098"/>
                <a:gd name="connsiteY343" fmla="*/ 338136 h 560149"/>
                <a:gd name="connsiteX344" fmla="*/ 74251 w 438098"/>
                <a:gd name="connsiteY344" fmla="*/ 339439 h 560149"/>
                <a:gd name="connsiteX345" fmla="*/ 69647 w 438098"/>
                <a:gd name="connsiteY345" fmla="*/ 344834 h 560149"/>
                <a:gd name="connsiteX346" fmla="*/ 68856 w 438098"/>
                <a:gd name="connsiteY346" fmla="*/ 346461 h 560149"/>
                <a:gd name="connsiteX347" fmla="*/ 65182 w 438098"/>
                <a:gd name="connsiteY347" fmla="*/ 349298 h 560149"/>
                <a:gd name="connsiteX348" fmla="*/ 63694 w 438098"/>
                <a:gd name="connsiteY348" fmla="*/ 351531 h 560149"/>
                <a:gd name="connsiteX349" fmla="*/ 61461 w 438098"/>
                <a:gd name="connsiteY349" fmla="*/ 352275 h 560149"/>
                <a:gd name="connsiteX350" fmla="*/ 60717 w 438098"/>
                <a:gd name="connsiteY350" fmla="*/ 354507 h 560149"/>
                <a:gd name="connsiteX351" fmla="*/ 58485 w 438098"/>
                <a:gd name="connsiteY351" fmla="*/ 355252 h 560149"/>
                <a:gd name="connsiteX352" fmla="*/ 56997 w 438098"/>
                <a:gd name="connsiteY352" fmla="*/ 358228 h 560149"/>
                <a:gd name="connsiteX353" fmla="*/ 54020 w 438098"/>
                <a:gd name="connsiteY353" fmla="*/ 360879 h 560149"/>
                <a:gd name="connsiteX354" fmla="*/ 49555 w 438098"/>
                <a:gd name="connsiteY354" fmla="*/ 365669 h 560149"/>
                <a:gd name="connsiteX355" fmla="*/ 47323 w 438098"/>
                <a:gd name="connsiteY355" fmla="*/ 365669 h 560149"/>
                <a:gd name="connsiteX356" fmla="*/ 45834 w 438098"/>
                <a:gd name="connsiteY356" fmla="*/ 368646 h 560149"/>
                <a:gd name="connsiteX357" fmla="*/ 43602 w 438098"/>
                <a:gd name="connsiteY357" fmla="*/ 370134 h 560149"/>
                <a:gd name="connsiteX358" fmla="*/ 43602 w 438098"/>
                <a:gd name="connsiteY358" fmla="*/ 372367 h 560149"/>
                <a:gd name="connsiteX359" fmla="*/ 36905 w 438098"/>
                <a:gd name="connsiteY359" fmla="*/ 372367 h 560149"/>
                <a:gd name="connsiteX360" fmla="*/ 35416 w 438098"/>
                <a:gd name="connsiteY360" fmla="*/ 368646 h 560149"/>
                <a:gd name="connsiteX361" fmla="*/ 33928 w 438098"/>
                <a:gd name="connsiteY361" fmla="*/ 367902 h 560149"/>
                <a:gd name="connsiteX362" fmla="*/ 32440 w 438098"/>
                <a:gd name="connsiteY362" fmla="*/ 363437 h 560149"/>
                <a:gd name="connsiteX363" fmla="*/ 30952 w 438098"/>
                <a:gd name="connsiteY363" fmla="*/ 362693 h 560149"/>
                <a:gd name="connsiteX364" fmla="*/ 30626 w 438098"/>
                <a:gd name="connsiteY364" fmla="*/ 360926 h 560149"/>
                <a:gd name="connsiteX365" fmla="*/ 27975 w 438098"/>
                <a:gd name="connsiteY365" fmla="*/ 356740 h 560149"/>
                <a:gd name="connsiteX366" fmla="*/ 27975 w 438098"/>
                <a:gd name="connsiteY366" fmla="*/ 354507 h 560149"/>
                <a:gd name="connsiteX367" fmla="*/ 25743 w 438098"/>
                <a:gd name="connsiteY367" fmla="*/ 354507 h 560149"/>
                <a:gd name="connsiteX368" fmla="*/ 24254 w 438098"/>
                <a:gd name="connsiteY368" fmla="*/ 350787 h 560149"/>
                <a:gd name="connsiteX369" fmla="*/ 22766 w 438098"/>
                <a:gd name="connsiteY369" fmla="*/ 350043 h 560149"/>
                <a:gd name="connsiteX370" fmla="*/ 21278 w 438098"/>
                <a:gd name="connsiteY370" fmla="*/ 346322 h 560149"/>
                <a:gd name="connsiteX371" fmla="*/ 19789 w 438098"/>
                <a:gd name="connsiteY371" fmla="*/ 345578 h 560149"/>
                <a:gd name="connsiteX372" fmla="*/ 19464 w 438098"/>
                <a:gd name="connsiteY372" fmla="*/ 343810 h 560149"/>
                <a:gd name="connsiteX373" fmla="*/ 16813 w 438098"/>
                <a:gd name="connsiteY373" fmla="*/ 339625 h 560149"/>
                <a:gd name="connsiteX374" fmla="*/ 16813 w 438098"/>
                <a:gd name="connsiteY374" fmla="*/ 338136 h 560149"/>
                <a:gd name="connsiteX375" fmla="*/ 14581 w 438098"/>
                <a:gd name="connsiteY375" fmla="*/ 338136 h 560149"/>
                <a:gd name="connsiteX376" fmla="*/ 14720 w 438098"/>
                <a:gd name="connsiteY376" fmla="*/ 336322 h 560149"/>
                <a:gd name="connsiteX377" fmla="*/ 14581 w 438098"/>
                <a:gd name="connsiteY377" fmla="*/ 334416 h 560149"/>
                <a:gd name="connsiteX378" fmla="*/ 12348 w 438098"/>
                <a:gd name="connsiteY378" fmla="*/ 333671 h 560149"/>
                <a:gd name="connsiteX379" fmla="*/ 11976 w 438098"/>
                <a:gd name="connsiteY379" fmla="*/ 332137 h 560149"/>
                <a:gd name="connsiteX380" fmla="*/ 11604 w 438098"/>
                <a:gd name="connsiteY380" fmla="*/ 330695 h 560149"/>
                <a:gd name="connsiteX381" fmla="*/ 9372 w 438098"/>
                <a:gd name="connsiteY381" fmla="*/ 330695 h 560149"/>
                <a:gd name="connsiteX382" fmla="*/ 7883 w 438098"/>
                <a:gd name="connsiteY382" fmla="*/ 327718 h 560149"/>
                <a:gd name="connsiteX383" fmla="*/ 6395 w 438098"/>
                <a:gd name="connsiteY383" fmla="*/ 326974 h 560149"/>
                <a:gd name="connsiteX384" fmla="*/ 5651 w 438098"/>
                <a:gd name="connsiteY384" fmla="*/ 324742 h 560149"/>
                <a:gd name="connsiteX385" fmla="*/ 4163 w 438098"/>
                <a:gd name="connsiteY385" fmla="*/ 323998 h 560149"/>
                <a:gd name="connsiteX386" fmla="*/ 3465 w 438098"/>
                <a:gd name="connsiteY386" fmla="*/ 322509 h 560149"/>
                <a:gd name="connsiteX387" fmla="*/ 442 w 438098"/>
                <a:gd name="connsiteY387" fmla="*/ 320277 h 560149"/>
                <a:gd name="connsiteX388" fmla="*/ 70 w 438098"/>
                <a:gd name="connsiteY388" fmla="*/ 315859 h 560149"/>
                <a:gd name="connsiteX389" fmla="*/ 0 w 438098"/>
                <a:gd name="connsiteY389" fmla="*/ 313420 h 560149"/>
                <a:gd name="connsiteX390" fmla="*/ 442 w 438098"/>
                <a:gd name="connsiteY390" fmla="*/ 311347 h 560149"/>
                <a:gd name="connsiteX391" fmla="*/ 4163 w 438098"/>
                <a:gd name="connsiteY391" fmla="*/ 309859 h 560149"/>
                <a:gd name="connsiteX392" fmla="*/ 4907 w 438098"/>
                <a:gd name="connsiteY392" fmla="*/ 307627 h 560149"/>
                <a:gd name="connsiteX393" fmla="*/ 6767 w 438098"/>
                <a:gd name="connsiteY393" fmla="*/ 307301 h 560149"/>
                <a:gd name="connsiteX394" fmla="*/ 8627 w 438098"/>
                <a:gd name="connsiteY394" fmla="*/ 306882 h 560149"/>
                <a:gd name="connsiteX395" fmla="*/ 9372 w 438098"/>
                <a:gd name="connsiteY395" fmla="*/ 303906 h 560149"/>
                <a:gd name="connsiteX396" fmla="*/ 11604 w 438098"/>
                <a:gd name="connsiteY396" fmla="*/ 303162 h 560149"/>
                <a:gd name="connsiteX397" fmla="*/ 12348 w 438098"/>
                <a:gd name="connsiteY397" fmla="*/ 300929 h 560149"/>
                <a:gd name="connsiteX398" fmla="*/ 15325 w 438098"/>
                <a:gd name="connsiteY398" fmla="*/ 299441 h 560149"/>
                <a:gd name="connsiteX399" fmla="*/ 16813 w 438098"/>
                <a:gd name="connsiteY399" fmla="*/ 297209 h 560149"/>
                <a:gd name="connsiteX400" fmla="*/ 19045 w 438098"/>
                <a:gd name="connsiteY400" fmla="*/ 296464 h 560149"/>
                <a:gd name="connsiteX401" fmla="*/ 19371 w 438098"/>
                <a:gd name="connsiteY401" fmla="*/ 294930 h 560149"/>
                <a:gd name="connsiteX402" fmla="*/ 19789 w 438098"/>
                <a:gd name="connsiteY402" fmla="*/ 293488 h 560149"/>
                <a:gd name="connsiteX403" fmla="*/ 22766 w 438098"/>
                <a:gd name="connsiteY403" fmla="*/ 293488 h 560149"/>
                <a:gd name="connsiteX404" fmla="*/ 22766 w 438098"/>
                <a:gd name="connsiteY404" fmla="*/ 291255 h 560149"/>
                <a:gd name="connsiteX405" fmla="*/ 24208 w 438098"/>
                <a:gd name="connsiteY405" fmla="*/ 290930 h 560149"/>
                <a:gd name="connsiteX406" fmla="*/ 25743 w 438098"/>
                <a:gd name="connsiteY406" fmla="*/ 290511 h 560149"/>
                <a:gd name="connsiteX407" fmla="*/ 26487 w 438098"/>
                <a:gd name="connsiteY407" fmla="*/ 287535 h 560149"/>
                <a:gd name="connsiteX408" fmla="*/ 27975 w 438098"/>
                <a:gd name="connsiteY408" fmla="*/ 286791 h 560149"/>
                <a:gd name="connsiteX409" fmla="*/ 28626 w 438098"/>
                <a:gd name="connsiteY409" fmla="*/ 285349 h 560149"/>
                <a:gd name="connsiteX410" fmla="*/ 32440 w 438098"/>
                <a:gd name="connsiteY410" fmla="*/ 282326 h 560149"/>
                <a:gd name="connsiteX411" fmla="*/ 33928 w 438098"/>
                <a:gd name="connsiteY411" fmla="*/ 279349 h 560149"/>
                <a:gd name="connsiteX412" fmla="*/ 35416 w 438098"/>
                <a:gd name="connsiteY412" fmla="*/ 279349 h 560149"/>
                <a:gd name="connsiteX413" fmla="*/ 35742 w 438098"/>
                <a:gd name="connsiteY413" fmla="*/ 277861 h 560149"/>
                <a:gd name="connsiteX414" fmla="*/ 36161 w 438098"/>
                <a:gd name="connsiteY414" fmla="*/ 276373 h 560149"/>
                <a:gd name="connsiteX415" fmla="*/ 38393 w 438098"/>
                <a:gd name="connsiteY415" fmla="*/ 276373 h 560149"/>
                <a:gd name="connsiteX416" fmla="*/ 38393 w 438098"/>
                <a:gd name="connsiteY416" fmla="*/ 273396 h 560149"/>
                <a:gd name="connsiteX417" fmla="*/ 41370 w 438098"/>
                <a:gd name="connsiteY417" fmla="*/ 273396 h 560149"/>
                <a:gd name="connsiteX418" fmla="*/ 42858 w 438098"/>
                <a:gd name="connsiteY418" fmla="*/ 269675 h 560149"/>
                <a:gd name="connsiteX419" fmla="*/ 44346 w 438098"/>
                <a:gd name="connsiteY419" fmla="*/ 269675 h 560149"/>
                <a:gd name="connsiteX420" fmla="*/ 44346 w 438098"/>
                <a:gd name="connsiteY420" fmla="*/ 266699 h 560149"/>
                <a:gd name="connsiteX421" fmla="*/ 46579 w 438098"/>
                <a:gd name="connsiteY421" fmla="*/ 265955 h 560149"/>
                <a:gd name="connsiteX422" fmla="*/ 46951 w 438098"/>
                <a:gd name="connsiteY422" fmla="*/ 264466 h 560149"/>
                <a:gd name="connsiteX423" fmla="*/ 47323 w 438098"/>
                <a:gd name="connsiteY423" fmla="*/ 262978 h 560149"/>
                <a:gd name="connsiteX424" fmla="*/ 49555 w 438098"/>
                <a:gd name="connsiteY424" fmla="*/ 262234 h 560149"/>
                <a:gd name="connsiteX425" fmla="*/ 50299 w 438098"/>
                <a:gd name="connsiteY425" fmla="*/ 260002 h 560149"/>
                <a:gd name="connsiteX426" fmla="*/ 51788 w 438098"/>
                <a:gd name="connsiteY426" fmla="*/ 259257 h 560149"/>
                <a:gd name="connsiteX427" fmla="*/ 52113 w 438098"/>
                <a:gd name="connsiteY427" fmla="*/ 257769 h 560149"/>
                <a:gd name="connsiteX428" fmla="*/ 52532 w 438098"/>
                <a:gd name="connsiteY428" fmla="*/ 256281 h 560149"/>
                <a:gd name="connsiteX429" fmla="*/ 54764 w 438098"/>
                <a:gd name="connsiteY429" fmla="*/ 255537 h 560149"/>
                <a:gd name="connsiteX430" fmla="*/ 55090 w 438098"/>
                <a:gd name="connsiteY430" fmla="*/ 253816 h 560149"/>
                <a:gd name="connsiteX431" fmla="*/ 58485 w 438098"/>
                <a:gd name="connsiteY431" fmla="*/ 248839 h 560149"/>
                <a:gd name="connsiteX432" fmla="*/ 59973 w 438098"/>
                <a:gd name="connsiteY432" fmla="*/ 248839 h 560149"/>
                <a:gd name="connsiteX433" fmla="*/ 60578 w 438098"/>
                <a:gd name="connsiteY433" fmla="*/ 246467 h 560149"/>
                <a:gd name="connsiteX434" fmla="*/ 65182 w 438098"/>
                <a:gd name="connsiteY434" fmla="*/ 239910 h 560149"/>
                <a:gd name="connsiteX435" fmla="*/ 66438 w 438098"/>
                <a:gd name="connsiteY435" fmla="*/ 237817 h 560149"/>
                <a:gd name="connsiteX436" fmla="*/ 67414 w 438098"/>
                <a:gd name="connsiteY436" fmla="*/ 236189 h 560149"/>
                <a:gd name="connsiteX437" fmla="*/ 68903 w 438098"/>
                <a:gd name="connsiteY437" fmla="*/ 236189 h 560149"/>
                <a:gd name="connsiteX438" fmla="*/ 69647 w 438098"/>
                <a:gd name="connsiteY438" fmla="*/ 232468 h 560149"/>
                <a:gd name="connsiteX439" fmla="*/ 71135 w 438098"/>
                <a:gd name="connsiteY439" fmla="*/ 231724 h 560149"/>
                <a:gd name="connsiteX440" fmla="*/ 71507 w 438098"/>
                <a:gd name="connsiteY440" fmla="*/ 229864 h 560149"/>
                <a:gd name="connsiteX441" fmla="*/ 71879 w 438098"/>
                <a:gd name="connsiteY441" fmla="*/ 228003 h 560149"/>
                <a:gd name="connsiteX442" fmla="*/ 73368 w 438098"/>
                <a:gd name="connsiteY442" fmla="*/ 227259 h 560149"/>
                <a:gd name="connsiteX443" fmla="*/ 74484 w 438098"/>
                <a:gd name="connsiteY443" fmla="*/ 224980 h 560149"/>
                <a:gd name="connsiteX444" fmla="*/ 75600 w 438098"/>
                <a:gd name="connsiteY444" fmla="*/ 222795 h 560149"/>
                <a:gd name="connsiteX445" fmla="*/ 77088 w 438098"/>
                <a:gd name="connsiteY445" fmla="*/ 222795 h 560149"/>
                <a:gd name="connsiteX446" fmla="*/ 77832 w 438098"/>
                <a:gd name="connsiteY446" fmla="*/ 220934 h 560149"/>
                <a:gd name="connsiteX447" fmla="*/ 78577 w 438098"/>
                <a:gd name="connsiteY447" fmla="*/ 219074 h 560149"/>
                <a:gd name="connsiteX448" fmla="*/ 80065 w 438098"/>
                <a:gd name="connsiteY448" fmla="*/ 219074 h 560149"/>
                <a:gd name="connsiteX449" fmla="*/ 80065 w 438098"/>
                <a:gd name="connsiteY449" fmla="*/ 214609 h 560149"/>
                <a:gd name="connsiteX450" fmla="*/ 81553 w 438098"/>
                <a:gd name="connsiteY450" fmla="*/ 214609 h 560149"/>
                <a:gd name="connsiteX451" fmla="*/ 83041 w 438098"/>
                <a:gd name="connsiteY451" fmla="*/ 210144 h 560149"/>
                <a:gd name="connsiteX452" fmla="*/ 84530 w 438098"/>
                <a:gd name="connsiteY452" fmla="*/ 209400 h 560149"/>
                <a:gd name="connsiteX453" fmla="*/ 87925 w 438098"/>
                <a:gd name="connsiteY453" fmla="*/ 202052 h 560149"/>
                <a:gd name="connsiteX454" fmla="*/ 88995 w 438098"/>
                <a:gd name="connsiteY454" fmla="*/ 199726 h 560149"/>
                <a:gd name="connsiteX455" fmla="*/ 90483 w 438098"/>
                <a:gd name="connsiteY455" fmla="*/ 199726 h 560149"/>
                <a:gd name="connsiteX456" fmla="*/ 90762 w 438098"/>
                <a:gd name="connsiteY456" fmla="*/ 197540 h 560149"/>
                <a:gd name="connsiteX457" fmla="*/ 91227 w 438098"/>
                <a:gd name="connsiteY457" fmla="*/ 195261 h 560149"/>
                <a:gd name="connsiteX458" fmla="*/ 92715 w 438098"/>
                <a:gd name="connsiteY458" fmla="*/ 194517 h 560149"/>
                <a:gd name="connsiteX459" fmla="*/ 93041 w 438098"/>
                <a:gd name="connsiteY459" fmla="*/ 192331 h 560149"/>
                <a:gd name="connsiteX460" fmla="*/ 93459 w 438098"/>
                <a:gd name="connsiteY460" fmla="*/ 190052 h 560149"/>
                <a:gd name="connsiteX461" fmla="*/ 95692 w 438098"/>
                <a:gd name="connsiteY461" fmla="*/ 188564 h 560149"/>
                <a:gd name="connsiteX462" fmla="*/ 96064 w 438098"/>
                <a:gd name="connsiteY462" fmla="*/ 186611 h 560149"/>
                <a:gd name="connsiteX463" fmla="*/ 96436 w 438098"/>
                <a:gd name="connsiteY463" fmla="*/ 184843 h 560149"/>
                <a:gd name="connsiteX464" fmla="*/ 98668 w 438098"/>
                <a:gd name="connsiteY464" fmla="*/ 184843 h 560149"/>
                <a:gd name="connsiteX465" fmla="*/ 98947 w 438098"/>
                <a:gd name="connsiteY465" fmla="*/ 181913 h 560149"/>
                <a:gd name="connsiteX466" fmla="*/ 99413 w 438098"/>
                <a:gd name="connsiteY466" fmla="*/ 178890 h 560149"/>
                <a:gd name="connsiteX467" fmla="*/ 100901 w 438098"/>
                <a:gd name="connsiteY467" fmla="*/ 178146 h 560149"/>
                <a:gd name="connsiteX468" fmla="*/ 101645 w 438098"/>
                <a:gd name="connsiteY468" fmla="*/ 173681 h 560149"/>
                <a:gd name="connsiteX469" fmla="*/ 103877 w 438098"/>
                <a:gd name="connsiteY469" fmla="*/ 173681 h 560149"/>
                <a:gd name="connsiteX470" fmla="*/ 104622 w 438098"/>
                <a:gd name="connsiteY470" fmla="*/ 167728 h 560149"/>
                <a:gd name="connsiteX471" fmla="*/ 106854 w 438098"/>
                <a:gd name="connsiteY471" fmla="*/ 167728 h 560149"/>
                <a:gd name="connsiteX472" fmla="*/ 107086 w 438098"/>
                <a:gd name="connsiteY472" fmla="*/ 165170 h 560149"/>
                <a:gd name="connsiteX473" fmla="*/ 107598 w 438098"/>
                <a:gd name="connsiteY473" fmla="*/ 162519 h 560149"/>
                <a:gd name="connsiteX474" fmla="*/ 109831 w 438098"/>
                <a:gd name="connsiteY474" fmla="*/ 161775 h 560149"/>
                <a:gd name="connsiteX475" fmla="*/ 109831 w 438098"/>
                <a:gd name="connsiteY475" fmla="*/ 158426 h 560149"/>
                <a:gd name="connsiteX476" fmla="*/ 109831 w 438098"/>
                <a:gd name="connsiteY476" fmla="*/ 155078 h 560149"/>
                <a:gd name="connsiteX477" fmla="*/ 112063 w 438098"/>
                <a:gd name="connsiteY477" fmla="*/ 154334 h 560149"/>
                <a:gd name="connsiteX478" fmla="*/ 112807 w 438098"/>
                <a:gd name="connsiteY478" fmla="*/ 149869 h 560149"/>
                <a:gd name="connsiteX479" fmla="*/ 115039 w 438098"/>
                <a:gd name="connsiteY479" fmla="*/ 149869 h 560149"/>
                <a:gd name="connsiteX480" fmla="*/ 114295 w 438098"/>
                <a:gd name="connsiteY480" fmla="*/ 146148 h 560149"/>
                <a:gd name="connsiteX481" fmla="*/ 113551 w 438098"/>
                <a:gd name="connsiteY481" fmla="*/ 146892 h 560149"/>
                <a:gd name="connsiteX482" fmla="*/ 109738 w 438098"/>
                <a:gd name="connsiteY482" fmla="*/ 146987 h 560149"/>
                <a:gd name="connsiteX483" fmla="*/ 107233 w 438098"/>
                <a:gd name="connsiteY483" fmla="*/ 146993 h 560149"/>
                <a:gd name="connsiteX484" fmla="*/ 104462 w 438098"/>
                <a:gd name="connsiteY484" fmla="*/ 146988 h 560149"/>
                <a:gd name="connsiteX485" fmla="*/ 101562 w 438098"/>
                <a:gd name="connsiteY485" fmla="*/ 146992 h 560149"/>
                <a:gd name="connsiteX486" fmla="*/ 93665 w 438098"/>
                <a:gd name="connsiteY486" fmla="*/ 146992 h 560149"/>
                <a:gd name="connsiteX487" fmla="*/ 85419 w 438098"/>
                <a:gd name="connsiteY487" fmla="*/ 146993 h 560149"/>
                <a:gd name="connsiteX488" fmla="*/ 71569 w 438098"/>
                <a:gd name="connsiteY488" fmla="*/ 146989 h 560149"/>
                <a:gd name="connsiteX489" fmla="*/ 55534 w 438098"/>
                <a:gd name="connsiteY489" fmla="*/ 146991 h 560149"/>
                <a:gd name="connsiteX490" fmla="*/ 41791 w 438098"/>
                <a:gd name="connsiteY490" fmla="*/ 146992 h 560149"/>
                <a:gd name="connsiteX491" fmla="*/ 33572 w 438098"/>
                <a:gd name="connsiteY491" fmla="*/ 146994 h 560149"/>
                <a:gd name="connsiteX492" fmla="*/ 24414 w 438098"/>
                <a:gd name="connsiteY492" fmla="*/ 146988 h 560149"/>
                <a:gd name="connsiteX493" fmla="*/ 21643 w 438098"/>
                <a:gd name="connsiteY493" fmla="*/ 146993 h 560149"/>
                <a:gd name="connsiteX494" fmla="*/ 19138 w 438098"/>
                <a:gd name="connsiteY494" fmla="*/ 146987 h 560149"/>
                <a:gd name="connsiteX495" fmla="*/ 16948 w 438098"/>
                <a:gd name="connsiteY495" fmla="*/ 146986 h 560149"/>
                <a:gd name="connsiteX496" fmla="*/ 14581 w 438098"/>
                <a:gd name="connsiteY496" fmla="*/ 146148 h 560149"/>
                <a:gd name="connsiteX497" fmla="*/ 14496 w 438098"/>
                <a:gd name="connsiteY497" fmla="*/ 139233 h 560149"/>
                <a:gd name="connsiteX498" fmla="*/ 14496 w 438098"/>
                <a:gd name="connsiteY498" fmla="*/ 137033 h 560149"/>
                <a:gd name="connsiteX499" fmla="*/ 14508 w 438098"/>
                <a:gd name="connsiteY499" fmla="*/ 129797 h 560149"/>
                <a:gd name="connsiteX500" fmla="*/ 14511 w 438098"/>
                <a:gd name="connsiteY500" fmla="*/ 124795 h 560149"/>
                <a:gd name="connsiteX501" fmla="*/ 14529 w 438098"/>
                <a:gd name="connsiteY501" fmla="*/ 111601 h 560149"/>
                <a:gd name="connsiteX502" fmla="*/ 14544 w 438098"/>
                <a:gd name="connsiteY502" fmla="*/ 98150 h 560149"/>
                <a:gd name="connsiteX503" fmla="*/ 14581 w 438098"/>
                <a:gd name="connsiteY503" fmla="*/ 71734 h 560149"/>
                <a:gd name="connsiteX504" fmla="*/ 63656 w 438098"/>
                <a:gd name="connsiteY504" fmla="*/ 71695 h 560149"/>
                <a:gd name="connsiteX505" fmla="*/ 86441 w 438098"/>
                <a:gd name="connsiteY505" fmla="*/ 71678 h 560149"/>
                <a:gd name="connsiteX506" fmla="*/ 106297 w 438098"/>
                <a:gd name="connsiteY506" fmla="*/ 71664 h 560149"/>
                <a:gd name="connsiteX507" fmla="*/ 116814 w 438098"/>
                <a:gd name="connsiteY507" fmla="*/ 71655 h 560149"/>
                <a:gd name="connsiteX508" fmla="*/ 126707 w 438098"/>
                <a:gd name="connsiteY508" fmla="*/ 71650 h 560149"/>
                <a:gd name="connsiteX509" fmla="*/ 130343 w 438098"/>
                <a:gd name="connsiteY509" fmla="*/ 71645 h 560149"/>
                <a:gd name="connsiteX510" fmla="*/ 135297 w 438098"/>
                <a:gd name="connsiteY510" fmla="*/ 71644 h 560149"/>
                <a:gd name="connsiteX511" fmla="*/ 138102 w 438098"/>
                <a:gd name="connsiteY511" fmla="*/ 71642 h 560149"/>
                <a:gd name="connsiteX512" fmla="*/ 142573 w 438098"/>
                <a:gd name="connsiteY512" fmla="*/ 72478 h 560149"/>
                <a:gd name="connsiteX513" fmla="*/ 142573 w 438098"/>
                <a:gd name="connsiteY513" fmla="*/ 65781 h 560149"/>
                <a:gd name="connsiteX514" fmla="*/ 145549 w 438098"/>
                <a:gd name="connsiteY514" fmla="*/ 65781 h 560149"/>
                <a:gd name="connsiteX515" fmla="*/ 145549 w 438098"/>
                <a:gd name="connsiteY515" fmla="*/ 56851 h 560149"/>
                <a:gd name="connsiteX516" fmla="*/ 147782 w 438098"/>
                <a:gd name="connsiteY516" fmla="*/ 56851 h 560149"/>
                <a:gd name="connsiteX517" fmla="*/ 147892 w 438098"/>
                <a:gd name="connsiteY517" fmla="*/ 54598 h 560149"/>
                <a:gd name="connsiteX518" fmla="*/ 148061 w 438098"/>
                <a:gd name="connsiteY518" fmla="*/ 51689 h 560149"/>
                <a:gd name="connsiteX519" fmla="*/ 148218 w 438098"/>
                <a:gd name="connsiteY519" fmla="*/ 48785 h 560149"/>
                <a:gd name="connsiteX520" fmla="*/ 148526 w 438098"/>
                <a:gd name="connsiteY520" fmla="*/ 46433 h 560149"/>
                <a:gd name="connsiteX521" fmla="*/ 150014 w 438098"/>
                <a:gd name="connsiteY521" fmla="*/ 45689 h 560149"/>
                <a:gd name="connsiteX522" fmla="*/ 150430 w 438098"/>
                <a:gd name="connsiteY522" fmla="*/ 38178 h 560149"/>
                <a:gd name="connsiteX523" fmla="*/ 150758 w 438098"/>
                <a:gd name="connsiteY523" fmla="*/ 36015 h 560149"/>
                <a:gd name="connsiteX524" fmla="*/ 152991 w 438098"/>
                <a:gd name="connsiteY524" fmla="*/ 35271 h 560149"/>
                <a:gd name="connsiteX525" fmla="*/ 153363 w 438098"/>
                <a:gd name="connsiteY525" fmla="*/ 30062 h 560149"/>
                <a:gd name="connsiteX526" fmla="*/ 153735 w 438098"/>
                <a:gd name="connsiteY526" fmla="*/ 24853 h 560149"/>
                <a:gd name="connsiteX527" fmla="*/ 155967 w 438098"/>
                <a:gd name="connsiteY527" fmla="*/ 24109 h 560149"/>
                <a:gd name="connsiteX528" fmla="*/ 156386 w 438098"/>
                <a:gd name="connsiteY528" fmla="*/ 18900 h 560149"/>
                <a:gd name="connsiteX529" fmla="*/ 156711 w 438098"/>
                <a:gd name="connsiteY529" fmla="*/ 13691 h 560149"/>
                <a:gd name="connsiteX530" fmla="*/ 158200 w 438098"/>
                <a:gd name="connsiteY530" fmla="*/ 12947 h 560149"/>
                <a:gd name="connsiteX531" fmla="*/ 158618 w 438098"/>
                <a:gd name="connsiteY531" fmla="*/ 7831 h 560149"/>
                <a:gd name="connsiteX532" fmla="*/ 159688 w 438098"/>
                <a:gd name="connsiteY532" fmla="*/ 296 h 560149"/>
                <a:gd name="connsiteX533" fmla="*/ 162664 w 438098"/>
                <a:gd name="connsiteY533" fmla="*/ 17 h 560149"/>
                <a:gd name="connsiteX534" fmla="*/ 164292 w 438098"/>
                <a:gd name="connsiteY534" fmla="*/ 0 h 56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438098" h="560149">
                  <a:moveTo>
                    <a:pt x="159688" y="350512"/>
                  </a:moveTo>
                  <a:cubicBezTo>
                    <a:pt x="158944" y="351256"/>
                    <a:pt x="158944" y="351256"/>
                    <a:pt x="158849" y="352555"/>
                  </a:cubicBezTo>
                  <a:cubicBezTo>
                    <a:pt x="158849" y="353137"/>
                    <a:pt x="158848" y="353702"/>
                    <a:pt x="158848" y="354266"/>
                  </a:cubicBezTo>
                  <a:cubicBezTo>
                    <a:pt x="158845" y="354924"/>
                    <a:pt x="158843" y="355562"/>
                    <a:pt x="158841" y="356200"/>
                  </a:cubicBezTo>
                  <a:cubicBezTo>
                    <a:pt x="158842" y="356915"/>
                    <a:pt x="158844" y="357608"/>
                    <a:pt x="158845" y="358302"/>
                  </a:cubicBezTo>
                  <a:cubicBezTo>
                    <a:pt x="158844" y="359755"/>
                    <a:pt x="158843" y="361207"/>
                    <a:pt x="158842" y="362660"/>
                  </a:cubicBezTo>
                  <a:cubicBezTo>
                    <a:pt x="158847" y="364962"/>
                    <a:pt x="158851" y="367265"/>
                    <a:pt x="158847" y="369568"/>
                  </a:cubicBezTo>
                  <a:cubicBezTo>
                    <a:pt x="158844" y="371067"/>
                    <a:pt x="158842" y="372566"/>
                    <a:pt x="158843" y="374064"/>
                  </a:cubicBezTo>
                  <a:cubicBezTo>
                    <a:pt x="158844" y="374793"/>
                    <a:pt x="158844" y="375501"/>
                    <a:pt x="158845" y="376208"/>
                  </a:cubicBezTo>
                  <a:cubicBezTo>
                    <a:pt x="158844" y="376923"/>
                    <a:pt x="158842" y="377617"/>
                    <a:pt x="158841" y="378310"/>
                  </a:cubicBezTo>
                  <a:cubicBezTo>
                    <a:pt x="158843" y="378968"/>
                    <a:pt x="158845" y="379606"/>
                    <a:pt x="158848" y="380244"/>
                  </a:cubicBezTo>
                  <a:cubicBezTo>
                    <a:pt x="158849" y="381831"/>
                    <a:pt x="158549" y="382859"/>
                    <a:pt x="159688" y="383998"/>
                  </a:cubicBezTo>
                  <a:cubicBezTo>
                    <a:pt x="161147" y="384044"/>
                    <a:pt x="162606" y="384080"/>
                    <a:pt x="164065" y="384078"/>
                  </a:cubicBezTo>
                  <a:cubicBezTo>
                    <a:pt x="164719" y="384074"/>
                    <a:pt x="165353" y="384069"/>
                    <a:pt x="165988" y="384065"/>
                  </a:cubicBezTo>
                  <a:cubicBezTo>
                    <a:pt x="168136" y="384059"/>
                    <a:pt x="170285" y="384051"/>
                    <a:pt x="172434" y="384039"/>
                  </a:cubicBezTo>
                  <a:cubicBezTo>
                    <a:pt x="174015" y="384031"/>
                    <a:pt x="175596" y="384023"/>
                    <a:pt x="177178" y="384017"/>
                  </a:cubicBezTo>
                  <a:cubicBezTo>
                    <a:pt x="181473" y="384002"/>
                    <a:pt x="185768" y="383984"/>
                    <a:pt x="190063" y="383962"/>
                  </a:cubicBezTo>
                  <a:cubicBezTo>
                    <a:pt x="194632" y="383939"/>
                    <a:pt x="199202" y="383918"/>
                    <a:pt x="203771" y="383898"/>
                  </a:cubicBezTo>
                  <a:cubicBezTo>
                    <a:pt x="211411" y="383866"/>
                    <a:pt x="219051" y="383830"/>
                    <a:pt x="226691" y="383792"/>
                  </a:cubicBezTo>
                  <a:cubicBezTo>
                    <a:pt x="235607" y="383748"/>
                    <a:pt x="244523" y="383706"/>
                    <a:pt x="253439" y="383669"/>
                  </a:cubicBezTo>
                  <a:cubicBezTo>
                    <a:pt x="261139" y="383638"/>
                    <a:pt x="268838" y="383604"/>
                    <a:pt x="276538" y="383568"/>
                  </a:cubicBezTo>
                  <a:cubicBezTo>
                    <a:pt x="281122" y="383546"/>
                    <a:pt x="285706" y="383523"/>
                    <a:pt x="290290" y="383504"/>
                  </a:cubicBezTo>
                  <a:cubicBezTo>
                    <a:pt x="294681" y="383487"/>
                    <a:pt x="299072" y="383468"/>
                    <a:pt x="303463" y="383445"/>
                  </a:cubicBezTo>
                  <a:cubicBezTo>
                    <a:pt x="305075" y="383436"/>
                    <a:pt x="306686" y="383427"/>
                    <a:pt x="308298" y="383419"/>
                  </a:cubicBezTo>
                  <a:cubicBezTo>
                    <a:pt x="310557" y="383411"/>
                    <a:pt x="312815" y="383403"/>
                    <a:pt x="315073" y="383390"/>
                  </a:cubicBezTo>
                  <a:cubicBezTo>
                    <a:pt x="315762" y="383385"/>
                    <a:pt x="316431" y="383381"/>
                    <a:pt x="317099" y="383377"/>
                  </a:cubicBezTo>
                  <a:cubicBezTo>
                    <a:pt x="319231" y="383373"/>
                    <a:pt x="322597" y="384056"/>
                    <a:pt x="324143" y="382510"/>
                  </a:cubicBezTo>
                  <a:cubicBezTo>
                    <a:pt x="324152" y="380931"/>
                    <a:pt x="324153" y="379352"/>
                    <a:pt x="324114" y="377774"/>
                  </a:cubicBezTo>
                  <a:cubicBezTo>
                    <a:pt x="324083" y="376759"/>
                    <a:pt x="324083" y="376759"/>
                    <a:pt x="324053" y="375763"/>
                  </a:cubicBezTo>
                  <a:cubicBezTo>
                    <a:pt x="323998" y="373648"/>
                    <a:pt x="323942" y="371534"/>
                    <a:pt x="323881" y="369419"/>
                  </a:cubicBezTo>
                  <a:cubicBezTo>
                    <a:pt x="323839" y="367944"/>
                    <a:pt x="323798" y="366469"/>
                    <a:pt x="323758" y="364995"/>
                  </a:cubicBezTo>
                  <a:cubicBezTo>
                    <a:pt x="323643" y="360663"/>
                    <a:pt x="323523" y="356332"/>
                    <a:pt x="323399" y="352000"/>
                  </a:cubicBezTo>
                  <a:cubicBezTo>
                    <a:pt x="303241" y="351924"/>
                    <a:pt x="283083" y="351845"/>
                    <a:pt x="262926" y="351760"/>
                  </a:cubicBezTo>
                  <a:cubicBezTo>
                    <a:pt x="253129" y="351719"/>
                    <a:pt x="243332" y="351678"/>
                    <a:pt x="233535" y="351641"/>
                  </a:cubicBezTo>
                  <a:cubicBezTo>
                    <a:pt x="224927" y="351609"/>
                    <a:pt x="216320" y="351576"/>
                    <a:pt x="207713" y="351538"/>
                  </a:cubicBezTo>
                  <a:cubicBezTo>
                    <a:pt x="203170" y="351518"/>
                    <a:pt x="198627" y="351498"/>
                    <a:pt x="194085" y="351482"/>
                  </a:cubicBezTo>
                  <a:cubicBezTo>
                    <a:pt x="189734" y="351467"/>
                    <a:pt x="185383" y="351451"/>
                    <a:pt x="181032" y="351431"/>
                  </a:cubicBezTo>
                  <a:cubicBezTo>
                    <a:pt x="179434" y="351424"/>
                    <a:pt x="177835" y="351416"/>
                    <a:pt x="176237" y="351409"/>
                  </a:cubicBezTo>
                  <a:cubicBezTo>
                    <a:pt x="174000" y="351403"/>
                    <a:pt x="171762" y="351396"/>
                    <a:pt x="169525" y="351385"/>
                  </a:cubicBezTo>
                  <a:cubicBezTo>
                    <a:pt x="168509" y="351379"/>
                    <a:pt x="168509" y="351379"/>
                    <a:pt x="167514" y="351374"/>
                  </a:cubicBezTo>
                  <a:cubicBezTo>
                    <a:pt x="165395" y="351371"/>
                    <a:pt x="163295" y="351337"/>
                    <a:pt x="161176" y="351256"/>
                  </a:cubicBezTo>
                  <a:cubicBezTo>
                    <a:pt x="160670" y="351003"/>
                    <a:pt x="160179" y="350758"/>
                    <a:pt x="159688" y="350512"/>
                  </a:cubicBezTo>
                  <a:close/>
                  <a:moveTo>
                    <a:pt x="318997" y="252515"/>
                  </a:moveTo>
                  <a:cubicBezTo>
                    <a:pt x="318340" y="252524"/>
                    <a:pt x="317702" y="252533"/>
                    <a:pt x="317065" y="252541"/>
                  </a:cubicBezTo>
                  <a:cubicBezTo>
                    <a:pt x="314904" y="252533"/>
                    <a:pt x="312745" y="252530"/>
                    <a:pt x="310584" y="252544"/>
                  </a:cubicBezTo>
                  <a:cubicBezTo>
                    <a:pt x="308994" y="252556"/>
                    <a:pt x="307405" y="252562"/>
                    <a:pt x="305815" y="252563"/>
                  </a:cubicBezTo>
                  <a:cubicBezTo>
                    <a:pt x="301497" y="252558"/>
                    <a:pt x="297180" y="252564"/>
                    <a:pt x="292862" y="252585"/>
                  </a:cubicBezTo>
                  <a:cubicBezTo>
                    <a:pt x="288270" y="252606"/>
                    <a:pt x="283677" y="252615"/>
                    <a:pt x="279084" y="252619"/>
                  </a:cubicBezTo>
                  <a:cubicBezTo>
                    <a:pt x="270415" y="252626"/>
                    <a:pt x="261747" y="252645"/>
                    <a:pt x="253079" y="252675"/>
                  </a:cubicBezTo>
                  <a:cubicBezTo>
                    <a:pt x="243129" y="252709"/>
                    <a:pt x="233180" y="252730"/>
                    <a:pt x="223231" y="252745"/>
                  </a:cubicBezTo>
                  <a:cubicBezTo>
                    <a:pt x="201801" y="252777"/>
                    <a:pt x="180372" y="252830"/>
                    <a:pt x="158942" y="252899"/>
                  </a:cubicBezTo>
                  <a:cubicBezTo>
                    <a:pt x="158927" y="256943"/>
                    <a:pt x="158914" y="260987"/>
                    <a:pt x="158906" y="265031"/>
                  </a:cubicBezTo>
                  <a:cubicBezTo>
                    <a:pt x="158903" y="266676"/>
                    <a:pt x="158900" y="268322"/>
                    <a:pt x="158896" y="269968"/>
                  </a:cubicBezTo>
                  <a:cubicBezTo>
                    <a:pt x="158887" y="272402"/>
                    <a:pt x="158877" y="274836"/>
                    <a:pt x="158873" y="277270"/>
                  </a:cubicBezTo>
                  <a:cubicBezTo>
                    <a:pt x="158872" y="278052"/>
                    <a:pt x="158871" y="278810"/>
                    <a:pt x="158870" y="279569"/>
                  </a:cubicBezTo>
                  <a:cubicBezTo>
                    <a:pt x="158866" y="280337"/>
                    <a:pt x="158862" y="281081"/>
                    <a:pt x="158858" y="281826"/>
                  </a:cubicBezTo>
                  <a:cubicBezTo>
                    <a:pt x="158858" y="282532"/>
                    <a:pt x="158858" y="283218"/>
                    <a:pt x="158858" y="283903"/>
                  </a:cubicBezTo>
                  <a:cubicBezTo>
                    <a:pt x="158856" y="284528"/>
                    <a:pt x="158855" y="285134"/>
                    <a:pt x="158853" y="285741"/>
                  </a:cubicBezTo>
                  <a:cubicBezTo>
                    <a:pt x="158942" y="287130"/>
                    <a:pt x="158942" y="287130"/>
                    <a:pt x="159687" y="287874"/>
                  </a:cubicBezTo>
                  <a:cubicBezTo>
                    <a:pt x="161153" y="287918"/>
                    <a:pt x="162620" y="287953"/>
                    <a:pt x="164087" y="287950"/>
                  </a:cubicBezTo>
                  <a:cubicBezTo>
                    <a:pt x="164744" y="287945"/>
                    <a:pt x="165382" y="287940"/>
                    <a:pt x="166019" y="287935"/>
                  </a:cubicBezTo>
                  <a:cubicBezTo>
                    <a:pt x="168180" y="287927"/>
                    <a:pt x="170340" y="287918"/>
                    <a:pt x="172500" y="287905"/>
                  </a:cubicBezTo>
                  <a:cubicBezTo>
                    <a:pt x="174090" y="287895"/>
                    <a:pt x="175679" y="287886"/>
                    <a:pt x="177269" y="287879"/>
                  </a:cubicBezTo>
                  <a:cubicBezTo>
                    <a:pt x="181587" y="287860"/>
                    <a:pt x="185904" y="287839"/>
                    <a:pt x="190222" y="287815"/>
                  </a:cubicBezTo>
                  <a:cubicBezTo>
                    <a:pt x="194815" y="287788"/>
                    <a:pt x="199408" y="287765"/>
                    <a:pt x="204000" y="287744"/>
                  </a:cubicBezTo>
                  <a:cubicBezTo>
                    <a:pt x="212669" y="287703"/>
                    <a:pt x="221337" y="287659"/>
                    <a:pt x="230006" y="287612"/>
                  </a:cubicBezTo>
                  <a:cubicBezTo>
                    <a:pt x="239955" y="287558"/>
                    <a:pt x="249904" y="287508"/>
                    <a:pt x="259853" y="287459"/>
                  </a:cubicBezTo>
                  <a:cubicBezTo>
                    <a:pt x="281283" y="287354"/>
                    <a:pt x="302712" y="287244"/>
                    <a:pt x="324142" y="287130"/>
                  </a:cubicBezTo>
                  <a:cubicBezTo>
                    <a:pt x="324157" y="283475"/>
                    <a:pt x="324170" y="279820"/>
                    <a:pt x="324178" y="276165"/>
                  </a:cubicBezTo>
                  <a:cubicBezTo>
                    <a:pt x="324181" y="274673"/>
                    <a:pt x="324184" y="273181"/>
                    <a:pt x="324188" y="271689"/>
                  </a:cubicBezTo>
                  <a:cubicBezTo>
                    <a:pt x="324198" y="269490"/>
                    <a:pt x="324207" y="267291"/>
                    <a:pt x="324211" y="265093"/>
                  </a:cubicBezTo>
                  <a:cubicBezTo>
                    <a:pt x="324213" y="264038"/>
                    <a:pt x="324213" y="264038"/>
                    <a:pt x="324214" y="263003"/>
                  </a:cubicBezTo>
                  <a:cubicBezTo>
                    <a:pt x="324218" y="262315"/>
                    <a:pt x="324222" y="261646"/>
                    <a:pt x="324226" y="260978"/>
                  </a:cubicBezTo>
                  <a:cubicBezTo>
                    <a:pt x="324226" y="260334"/>
                    <a:pt x="324226" y="259708"/>
                    <a:pt x="324226" y="259083"/>
                  </a:cubicBezTo>
                  <a:cubicBezTo>
                    <a:pt x="324233" y="256915"/>
                    <a:pt x="324222" y="254926"/>
                    <a:pt x="323398" y="252899"/>
                  </a:cubicBezTo>
                  <a:cubicBezTo>
                    <a:pt x="320738" y="252533"/>
                    <a:pt x="320738" y="252533"/>
                    <a:pt x="318997" y="252515"/>
                  </a:cubicBezTo>
                  <a:close/>
                  <a:moveTo>
                    <a:pt x="164292" y="0"/>
                  </a:moveTo>
                  <a:cubicBezTo>
                    <a:pt x="164737" y="98"/>
                    <a:pt x="165182" y="196"/>
                    <a:pt x="165641" y="296"/>
                  </a:cubicBezTo>
                  <a:cubicBezTo>
                    <a:pt x="165887" y="1033"/>
                    <a:pt x="166132" y="1770"/>
                    <a:pt x="166385" y="2529"/>
                  </a:cubicBezTo>
                  <a:cubicBezTo>
                    <a:pt x="168312" y="2821"/>
                    <a:pt x="170077" y="2979"/>
                    <a:pt x="172013" y="3041"/>
                  </a:cubicBezTo>
                  <a:cubicBezTo>
                    <a:pt x="172806" y="3079"/>
                    <a:pt x="172806" y="3079"/>
                    <a:pt x="173616" y="3118"/>
                  </a:cubicBezTo>
                  <a:cubicBezTo>
                    <a:pt x="174926" y="3179"/>
                    <a:pt x="176237" y="3227"/>
                    <a:pt x="177547" y="3273"/>
                  </a:cubicBezTo>
                  <a:cubicBezTo>
                    <a:pt x="177547" y="4255"/>
                    <a:pt x="177547" y="5238"/>
                    <a:pt x="177547" y="6250"/>
                  </a:cubicBezTo>
                  <a:cubicBezTo>
                    <a:pt x="178824" y="6291"/>
                    <a:pt x="178824" y="6291"/>
                    <a:pt x="180126" y="6334"/>
                  </a:cubicBezTo>
                  <a:cubicBezTo>
                    <a:pt x="181235" y="6383"/>
                    <a:pt x="182345" y="6432"/>
                    <a:pt x="183454" y="6482"/>
                  </a:cubicBezTo>
                  <a:cubicBezTo>
                    <a:pt x="184016" y="6499"/>
                    <a:pt x="184577" y="6516"/>
                    <a:pt x="185156" y="6533"/>
                  </a:cubicBezTo>
                  <a:cubicBezTo>
                    <a:pt x="186776" y="6613"/>
                    <a:pt x="186776" y="6613"/>
                    <a:pt x="189454" y="6994"/>
                  </a:cubicBezTo>
                  <a:cubicBezTo>
                    <a:pt x="189699" y="7730"/>
                    <a:pt x="189945" y="8467"/>
                    <a:pt x="190198" y="9226"/>
                  </a:cubicBezTo>
                  <a:cubicBezTo>
                    <a:pt x="192610" y="9494"/>
                    <a:pt x="194940" y="9551"/>
                    <a:pt x="197363" y="9553"/>
                  </a:cubicBezTo>
                  <a:cubicBezTo>
                    <a:pt x="198872" y="9595"/>
                    <a:pt x="198872" y="9595"/>
                    <a:pt x="201360" y="9970"/>
                  </a:cubicBezTo>
                  <a:cubicBezTo>
                    <a:pt x="201482" y="10459"/>
                    <a:pt x="201603" y="10947"/>
                    <a:pt x="201729" y="11450"/>
                  </a:cubicBezTo>
                  <a:cubicBezTo>
                    <a:pt x="201853" y="11944"/>
                    <a:pt x="201976" y="12438"/>
                    <a:pt x="202104" y="12947"/>
                  </a:cubicBezTo>
                  <a:cubicBezTo>
                    <a:pt x="204072" y="13302"/>
                    <a:pt x="205754" y="13465"/>
                    <a:pt x="207732" y="13505"/>
                  </a:cubicBezTo>
                  <a:cubicBezTo>
                    <a:pt x="208261" y="13527"/>
                    <a:pt x="208790" y="13549"/>
                    <a:pt x="209335" y="13572"/>
                  </a:cubicBezTo>
                  <a:cubicBezTo>
                    <a:pt x="210645" y="13625"/>
                    <a:pt x="211955" y="13659"/>
                    <a:pt x="213266" y="13691"/>
                  </a:cubicBezTo>
                  <a:cubicBezTo>
                    <a:pt x="213266" y="14673"/>
                    <a:pt x="213266" y="15656"/>
                    <a:pt x="213266" y="16668"/>
                  </a:cubicBezTo>
                  <a:cubicBezTo>
                    <a:pt x="213786" y="16659"/>
                    <a:pt x="214306" y="16650"/>
                    <a:pt x="214842" y="16641"/>
                  </a:cubicBezTo>
                  <a:cubicBezTo>
                    <a:pt x="215857" y="16631"/>
                    <a:pt x="215857" y="16631"/>
                    <a:pt x="216894" y="16621"/>
                  </a:cubicBezTo>
                  <a:cubicBezTo>
                    <a:pt x="217567" y="16612"/>
                    <a:pt x="218241" y="16604"/>
                    <a:pt x="218934" y="16595"/>
                  </a:cubicBezTo>
                  <a:cubicBezTo>
                    <a:pt x="220707" y="16668"/>
                    <a:pt x="220707" y="16668"/>
                    <a:pt x="222196" y="17412"/>
                  </a:cubicBezTo>
                  <a:cubicBezTo>
                    <a:pt x="222365" y="18794"/>
                    <a:pt x="222365" y="18794"/>
                    <a:pt x="222341" y="20577"/>
                  </a:cubicBezTo>
                  <a:cubicBezTo>
                    <a:pt x="222336" y="21213"/>
                    <a:pt x="222331" y="21848"/>
                    <a:pt x="222327" y="22503"/>
                  </a:cubicBezTo>
                  <a:cubicBezTo>
                    <a:pt x="222314" y="23171"/>
                    <a:pt x="222302" y="23839"/>
                    <a:pt x="222289" y="24528"/>
                  </a:cubicBezTo>
                  <a:cubicBezTo>
                    <a:pt x="222282" y="25199"/>
                    <a:pt x="222275" y="25870"/>
                    <a:pt x="222268" y="26561"/>
                  </a:cubicBezTo>
                  <a:cubicBezTo>
                    <a:pt x="222251" y="28224"/>
                    <a:pt x="222226" y="29887"/>
                    <a:pt x="222196" y="31550"/>
                  </a:cubicBezTo>
                  <a:cubicBezTo>
                    <a:pt x="221459" y="31305"/>
                    <a:pt x="220722" y="31059"/>
                    <a:pt x="219963" y="30806"/>
                  </a:cubicBezTo>
                  <a:cubicBezTo>
                    <a:pt x="219718" y="34244"/>
                    <a:pt x="219472" y="37682"/>
                    <a:pt x="219219" y="41224"/>
                  </a:cubicBezTo>
                  <a:cubicBezTo>
                    <a:pt x="218482" y="41224"/>
                    <a:pt x="217746" y="41224"/>
                    <a:pt x="216987" y="41224"/>
                  </a:cubicBezTo>
                  <a:cubicBezTo>
                    <a:pt x="216950" y="41968"/>
                    <a:pt x="216914" y="42711"/>
                    <a:pt x="216876" y="43477"/>
                  </a:cubicBezTo>
                  <a:cubicBezTo>
                    <a:pt x="216821" y="44437"/>
                    <a:pt x="216765" y="45397"/>
                    <a:pt x="216708" y="46387"/>
                  </a:cubicBezTo>
                  <a:cubicBezTo>
                    <a:pt x="216656" y="47345"/>
                    <a:pt x="216604" y="48303"/>
                    <a:pt x="216551" y="49291"/>
                  </a:cubicBezTo>
                  <a:cubicBezTo>
                    <a:pt x="216449" y="50067"/>
                    <a:pt x="216347" y="50843"/>
                    <a:pt x="216243" y="51642"/>
                  </a:cubicBezTo>
                  <a:cubicBezTo>
                    <a:pt x="215751" y="51888"/>
                    <a:pt x="215260" y="52133"/>
                    <a:pt x="214754" y="52386"/>
                  </a:cubicBezTo>
                  <a:cubicBezTo>
                    <a:pt x="214488" y="54891"/>
                    <a:pt x="214423" y="57381"/>
                    <a:pt x="214339" y="59897"/>
                  </a:cubicBezTo>
                  <a:cubicBezTo>
                    <a:pt x="214230" y="60611"/>
                    <a:pt x="214122" y="61325"/>
                    <a:pt x="214010" y="62060"/>
                  </a:cubicBezTo>
                  <a:cubicBezTo>
                    <a:pt x="212905" y="62429"/>
                    <a:pt x="212905" y="62429"/>
                    <a:pt x="211778" y="62804"/>
                  </a:cubicBezTo>
                  <a:cubicBezTo>
                    <a:pt x="211424" y="64283"/>
                    <a:pt x="211424" y="64283"/>
                    <a:pt x="211406" y="66013"/>
                  </a:cubicBezTo>
                  <a:cubicBezTo>
                    <a:pt x="211196" y="68811"/>
                    <a:pt x="210855" y="70424"/>
                    <a:pt x="208801" y="72478"/>
                  </a:cubicBezTo>
                  <a:cubicBezTo>
                    <a:pt x="209292" y="72233"/>
                    <a:pt x="209783" y="71987"/>
                    <a:pt x="210289" y="71734"/>
                  </a:cubicBezTo>
                  <a:cubicBezTo>
                    <a:pt x="211530" y="71663"/>
                    <a:pt x="212773" y="71641"/>
                    <a:pt x="214015" y="71640"/>
                  </a:cubicBezTo>
                  <a:cubicBezTo>
                    <a:pt x="215205" y="71637"/>
                    <a:pt x="215205" y="71637"/>
                    <a:pt x="216418" y="71634"/>
                  </a:cubicBezTo>
                  <a:cubicBezTo>
                    <a:pt x="217297" y="71636"/>
                    <a:pt x="218175" y="71638"/>
                    <a:pt x="219080" y="71639"/>
                  </a:cubicBezTo>
                  <a:cubicBezTo>
                    <a:pt x="220007" y="71638"/>
                    <a:pt x="220935" y="71637"/>
                    <a:pt x="221891" y="71636"/>
                  </a:cubicBezTo>
                  <a:cubicBezTo>
                    <a:pt x="224474" y="71633"/>
                    <a:pt x="227057" y="71634"/>
                    <a:pt x="229639" y="71637"/>
                  </a:cubicBezTo>
                  <a:cubicBezTo>
                    <a:pt x="232422" y="71638"/>
                    <a:pt x="235204" y="71636"/>
                    <a:pt x="237986" y="71634"/>
                  </a:cubicBezTo>
                  <a:cubicBezTo>
                    <a:pt x="243440" y="71630"/>
                    <a:pt x="248894" y="71631"/>
                    <a:pt x="254347" y="71633"/>
                  </a:cubicBezTo>
                  <a:cubicBezTo>
                    <a:pt x="258777" y="71635"/>
                    <a:pt x="263208" y="71635"/>
                    <a:pt x="267638" y="71634"/>
                  </a:cubicBezTo>
                  <a:cubicBezTo>
                    <a:pt x="268582" y="71634"/>
                    <a:pt x="268582" y="71634"/>
                    <a:pt x="269545" y="71634"/>
                  </a:cubicBezTo>
                  <a:cubicBezTo>
                    <a:pt x="270824" y="71634"/>
                    <a:pt x="272102" y="71634"/>
                    <a:pt x="273381" y="71633"/>
                  </a:cubicBezTo>
                  <a:cubicBezTo>
                    <a:pt x="285382" y="71631"/>
                    <a:pt x="297383" y="71634"/>
                    <a:pt x="309384" y="71638"/>
                  </a:cubicBezTo>
                  <a:cubicBezTo>
                    <a:pt x="319692" y="71641"/>
                    <a:pt x="330001" y="71640"/>
                    <a:pt x="340309" y="71637"/>
                  </a:cubicBezTo>
                  <a:cubicBezTo>
                    <a:pt x="352267" y="71633"/>
                    <a:pt x="364225" y="71631"/>
                    <a:pt x="376182" y="71634"/>
                  </a:cubicBezTo>
                  <a:cubicBezTo>
                    <a:pt x="377456" y="71634"/>
                    <a:pt x="378730" y="71634"/>
                    <a:pt x="380004" y="71634"/>
                  </a:cubicBezTo>
                  <a:cubicBezTo>
                    <a:pt x="380631" y="71635"/>
                    <a:pt x="381257" y="71635"/>
                    <a:pt x="381903" y="71635"/>
                  </a:cubicBezTo>
                  <a:cubicBezTo>
                    <a:pt x="386331" y="71635"/>
                    <a:pt x="390759" y="71634"/>
                    <a:pt x="395187" y="71633"/>
                  </a:cubicBezTo>
                  <a:cubicBezTo>
                    <a:pt x="400578" y="71630"/>
                    <a:pt x="405970" y="71631"/>
                    <a:pt x="411362" y="71635"/>
                  </a:cubicBezTo>
                  <a:cubicBezTo>
                    <a:pt x="414115" y="71637"/>
                    <a:pt x="416869" y="71638"/>
                    <a:pt x="419622" y="71635"/>
                  </a:cubicBezTo>
                  <a:cubicBezTo>
                    <a:pt x="422600" y="71633"/>
                    <a:pt x="425578" y="71636"/>
                    <a:pt x="428557" y="71639"/>
                  </a:cubicBezTo>
                  <a:cubicBezTo>
                    <a:pt x="429436" y="71638"/>
                    <a:pt x="430316" y="71636"/>
                    <a:pt x="431223" y="71634"/>
                  </a:cubicBezTo>
                  <a:cubicBezTo>
                    <a:pt x="432014" y="71636"/>
                    <a:pt x="432805" y="71638"/>
                    <a:pt x="433620" y="71640"/>
                  </a:cubicBezTo>
                  <a:cubicBezTo>
                    <a:pt x="434309" y="71640"/>
                    <a:pt x="434997" y="71641"/>
                    <a:pt x="435706" y="71641"/>
                  </a:cubicBezTo>
                  <a:cubicBezTo>
                    <a:pt x="437252" y="71734"/>
                    <a:pt x="437252" y="71734"/>
                    <a:pt x="437997" y="72478"/>
                  </a:cubicBezTo>
                  <a:cubicBezTo>
                    <a:pt x="438071" y="74762"/>
                    <a:pt x="438098" y="77029"/>
                    <a:pt x="438093" y="79313"/>
                  </a:cubicBezTo>
                  <a:cubicBezTo>
                    <a:pt x="438094" y="80031"/>
                    <a:pt x="438095" y="80748"/>
                    <a:pt x="438097" y="81488"/>
                  </a:cubicBezTo>
                  <a:cubicBezTo>
                    <a:pt x="438100" y="83872"/>
                    <a:pt x="438098" y="86256"/>
                    <a:pt x="438095" y="88640"/>
                  </a:cubicBezTo>
                  <a:cubicBezTo>
                    <a:pt x="438096" y="90289"/>
                    <a:pt x="438097" y="91938"/>
                    <a:pt x="438098" y="93586"/>
                  </a:cubicBezTo>
                  <a:cubicBezTo>
                    <a:pt x="438099" y="97047"/>
                    <a:pt x="438097" y="100508"/>
                    <a:pt x="438094" y="103969"/>
                  </a:cubicBezTo>
                  <a:cubicBezTo>
                    <a:pt x="438089" y="108416"/>
                    <a:pt x="438092" y="112862"/>
                    <a:pt x="438096" y="117309"/>
                  </a:cubicBezTo>
                  <a:cubicBezTo>
                    <a:pt x="438099" y="120716"/>
                    <a:pt x="438098" y="124122"/>
                    <a:pt x="438096" y="127528"/>
                  </a:cubicBezTo>
                  <a:cubicBezTo>
                    <a:pt x="438096" y="129168"/>
                    <a:pt x="438096" y="130809"/>
                    <a:pt x="438098" y="132449"/>
                  </a:cubicBezTo>
                  <a:cubicBezTo>
                    <a:pt x="438100" y="134737"/>
                    <a:pt x="438097" y="137025"/>
                    <a:pt x="438093" y="139313"/>
                  </a:cubicBezTo>
                  <a:cubicBezTo>
                    <a:pt x="438094" y="139998"/>
                    <a:pt x="438096" y="140683"/>
                    <a:pt x="438097" y="141389"/>
                  </a:cubicBezTo>
                  <a:cubicBezTo>
                    <a:pt x="438082" y="146063"/>
                    <a:pt x="438082" y="146063"/>
                    <a:pt x="437252" y="146892"/>
                  </a:cubicBezTo>
                  <a:cubicBezTo>
                    <a:pt x="435906" y="146965"/>
                    <a:pt x="434557" y="146984"/>
                    <a:pt x="433210" y="146984"/>
                  </a:cubicBezTo>
                  <a:cubicBezTo>
                    <a:pt x="431885" y="146986"/>
                    <a:pt x="431885" y="146986"/>
                    <a:pt x="430534" y="146988"/>
                  </a:cubicBezTo>
                  <a:cubicBezTo>
                    <a:pt x="429542" y="146986"/>
                    <a:pt x="428550" y="146984"/>
                    <a:pt x="427558" y="146982"/>
                  </a:cubicBezTo>
                  <a:cubicBezTo>
                    <a:pt x="426513" y="146982"/>
                    <a:pt x="425469" y="146983"/>
                    <a:pt x="424425" y="146984"/>
                  </a:cubicBezTo>
                  <a:cubicBezTo>
                    <a:pt x="421542" y="146985"/>
                    <a:pt x="418659" y="146982"/>
                    <a:pt x="415776" y="146979"/>
                  </a:cubicBezTo>
                  <a:cubicBezTo>
                    <a:pt x="412672" y="146975"/>
                    <a:pt x="409568" y="146976"/>
                    <a:pt x="406464" y="146977"/>
                  </a:cubicBezTo>
                  <a:cubicBezTo>
                    <a:pt x="401082" y="146977"/>
                    <a:pt x="395700" y="146975"/>
                    <a:pt x="390318" y="146971"/>
                  </a:cubicBezTo>
                  <a:cubicBezTo>
                    <a:pt x="382536" y="146965"/>
                    <a:pt x="374754" y="146963"/>
                    <a:pt x="366972" y="146962"/>
                  </a:cubicBezTo>
                  <a:cubicBezTo>
                    <a:pt x="354348" y="146960"/>
                    <a:pt x="341724" y="146955"/>
                    <a:pt x="329100" y="146948"/>
                  </a:cubicBezTo>
                  <a:cubicBezTo>
                    <a:pt x="316833" y="146941"/>
                    <a:pt x="304567" y="146936"/>
                    <a:pt x="292300" y="146933"/>
                  </a:cubicBezTo>
                  <a:cubicBezTo>
                    <a:pt x="291545" y="146933"/>
                    <a:pt x="290789" y="146933"/>
                    <a:pt x="290011" y="146932"/>
                  </a:cubicBezTo>
                  <a:cubicBezTo>
                    <a:pt x="286221" y="146931"/>
                    <a:pt x="282431" y="146931"/>
                    <a:pt x="278640" y="146930"/>
                  </a:cubicBezTo>
                  <a:cubicBezTo>
                    <a:pt x="247175" y="146922"/>
                    <a:pt x="215710" y="146909"/>
                    <a:pt x="184245" y="146892"/>
                  </a:cubicBezTo>
                  <a:cubicBezTo>
                    <a:pt x="184106" y="148343"/>
                    <a:pt x="184106" y="148343"/>
                    <a:pt x="183966" y="149822"/>
                  </a:cubicBezTo>
                  <a:cubicBezTo>
                    <a:pt x="183809" y="151470"/>
                    <a:pt x="183809" y="151470"/>
                    <a:pt x="183500" y="152845"/>
                  </a:cubicBezTo>
                  <a:cubicBezTo>
                    <a:pt x="183009" y="153091"/>
                    <a:pt x="182518" y="153336"/>
                    <a:pt x="182012" y="153589"/>
                  </a:cubicBezTo>
                  <a:cubicBezTo>
                    <a:pt x="181780" y="155128"/>
                    <a:pt x="181730" y="156640"/>
                    <a:pt x="181669" y="158194"/>
                  </a:cubicBezTo>
                  <a:cubicBezTo>
                    <a:pt x="181471" y="158861"/>
                    <a:pt x="181471" y="158861"/>
                    <a:pt x="181268" y="159543"/>
                  </a:cubicBezTo>
                  <a:cubicBezTo>
                    <a:pt x="180771" y="159657"/>
                    <a:pt x="180274" y="159771"/>
                    <a:pt x="179762" y="159888"/>
                  </a:cubicBezTo>
                  <a:cubicBezTo>
                    <a:pt x="179277" y="160020"/>
                    <a:pt x="178792" y="160151"/>
                    <a:pt x="178291" y="160287"/>
                  </a:cubicBezTo>
                  <a:cubicBezTo>
                    <a:pt x="177929" y="161869"/>
                    <a:pt x="177929" y="161869"/>
                    <a:pt x="178105" y="163682"/>
                  </a:cubicBezTo>
                  <a:cubicBezTo>
                    <a:pt x="178132" y="164297"/>
                    <a:pt x="178159" y="164912"/>
                    <a:pt x="178187" y="165545"/>
                  </a:cubicBezTo>
                  <a:cubicBezTo>
                    <a:pt x="178221" y="166020"/>
                    <a:pt x="178256" y="166495"/>
                    <a:pt x="178291" y="166984"/>
                  </a:cubicBezTo>
                  <a:cubicBezTo>
                    <a:pt x="177555" y="166984"/>
                    <a:pt x="176818" y="166984"/>
                    <a:pt x="176059" y="166984"/>
                  </a:cubicBezTo>
                  <a:cubicBezTo>
                    <a:pt x="175813" y="169194"/>
                    <a:pt x="175568" y="171404"/>
                    <a:pt x="175315" y="173681"/>
                  </a:cubicBezTo>
                  <a:cubicBezTo>
                    <a:pt x="174578" y="173681"/>
                    <a:pt x="173841" y="173681"/>
                    <a:pt x="173082" y="173681"/>
                  </a:cubicBezTo>
                  <a:cubicBezTo>
                    <a:pt x="173129" y="174495"/>
                    <a:pt x="173175" y="175308"/>
                    <a:pt x="173222" y="176146"/>
                  </a:cubicBezTo>
                  <a:cubicBezTo>
                    <a:pt x="173067" y="179200"/>
                    <a:pt x="172911" y="179227"/>
                    <a:pt x="170850" y="181123"/>
                  </a:cubicBezTo>
                  <a:cubicBezTo>
                    <a:pt x="170727" y="181859"/>
                    <a:pt x="170604" y="182596"/>
                    <a:pt x="170478" y="183355"/>
                  </a:cubicBezTo>
                  <a:cubicBezTo>
                    <a:pt x="170071" y="185797"/>
                    <a:pt x="169641" y="186240"/>
                    <a:pt x="167873" y="187820"/>
                  </a:cubicBezTo>
                  <a:cubicBezTo>
                    <a:pt x="168333" y="187820"/>
                    <a:pt x="168792" y="187819"/>
                    <a:pt x="169266" y="187819"/>
                  </a:cubicBezTo>
                  <a:cubicBezTo>
                    <a:pt x="196470" y="187802"/>
                    <a:pt x="223675" y="187790"/>
                    <a:pt x="250880" y="187782"/>
                  </a:cubicBezTo>
                  <a:cubicBezTo>
                    <a:pt x="254143" y="187781"/>
                    <a:pt x="257406" y="187780"/>
                    <a:pt x="260669" y="187779"/>
                  </a:cubicBezTo>
                  <a:cubicBezTo>
                    <a:pt x="261318" y="187779"/>
                    <a:pt x="261968" y="187779"/>
                    <a:pt x="262637" y="187778"/>
                  </a:cubicBezTo>
                  <a:cubicBezTo>
                    <a:pt x="273170" y="187775"/>
                    <a:pt x="283703" y="187769"/>
                    <a:pt x="294236" y="187762"/>
                  </a:cubicBezTo>
                  <a:cubicBezTo>
                    <a:pt x="305036" y="187756"/>
                    <a:pt x="315835" y="187751"/>
                    <a:pt x="326635" y="187750"/>
                  </a:cubicBezTo>
                  <a:cubicBezTo>
                    <a:pt x="333304" y="187749"/>
                    <a:pt x="339973" y="187746"/>
                    <a:pt x="346643" y="187740"/>
                  </a:cubicBezTo>
                  <a:cubicBezTo>
                    <a:pt x="351210" y="187736"/>
                    <a:pt x="355777" y="187734"/>
                    <a:pt x="360344" y="187735"/>
                  </a:cubicBezTo>
                  <a:cubicBezTo>
                    <a:pt x="362983" y="187736"/>
                    <a:pt x="365622" y="187735"/>
                    <a:pt x="368261" y="187731"/>
                  </a:cubicBezTo>
                  <a:cubicBezTo>
                    <a:pt x="371115" y="187727"/>
                    <a:pt x="373970" y="187728"/>
                    <a:pt x="376824" y="187730"/>
                  </a:cubicBezTo>
                  <a:cubicBezTo>
                    <a:pt x="378089" y="187727"/>
                    <a:pt x="378089" y="187727"/>
                    <a:pt x="379379" y="187724"/>
                  </a:cubicBezTo>
                  <a:cubicBezTo>
                    <a:pt x="380138" y="187725"/>
                    <a:pt x="380896" y="187727"/>
                    <a:pt x="381678" y="187728"/>
                  </a:cubicBezTo>
                  <a:cubicBezTo>
                    <a:pt x="382667" y="187728"/>
                    <a:pt x="382667" y="187728"/>
                    <a:pt x="383677" y="187727"/>
                  </a:cubicBezTo>
                  <a:cubicBezTo>
                    <a:pt x="385163" y="187820"/>
                    <a:pt x="385163" y="187820"/>
                    <a:pt x="385907" y="188564"/>
                  </a:cubicBezTo>
                  <a:cubicBezTo>
                    <a:pt x="385981" y="190220"/>
                    <a:pt x="386002" y="191877"/>
                    <a:pt x="386002" y="193535"/>
                  </a:cubicBezTo>
                  <a:cubicBezTo>
                    <a:pt x="386004" y="194063"/>
                    <a:pt x="386005" y="194591"/>
                    <a:pt x="386006" y="195136"/>
                  </a:cubicBezTo>
                  <a:cubicBezTo>
                    <a:pt x="386010" y="196928"/>
                    <a:pt x="386008" y="198721"/>
                    <a:pt x="386006" y="200514"/>
                  </a:cubicBezTo>
                  <a:cubicBezTo>
                    <a:pt x="386008" y="201803"/>
                    <a:pt x="386009" y="203092"/>
                    <a:pt x="386011" y="204382"/>
                  </a:cubicBezTo>
                  <a:cubicBezTo>
                    <a:pt x="386016" y="207942"/>
                    <a:pt x="386016" y="211502"/>
                    <a:pt x="386015" y="215062"/>
                  </a:cubicBezTo>
                  <a:cubicBezTo>
                    <a:pt x="386015" y="218895"/>
                    <a:pt x="386019" y="222728"/>
                    <a:pt x="386022" y="226561"/>
                  </a:cubicBezTo>
                  <a:cubicBezTo>
                    <a:pt x="386029" y="234076"/>
                    <a:pt x="386031" y="241592"/>
                    <a:pt x="386031" y="249107"/>
                  </a:cubicBezTo>
                  <a:cubicBezTo>
                    <a:pt x="386031" y="255212"/>
                    <a:pt x="386033" y="261317"/>
                    <a:pt x="386035" y="267422"/>
                  </a:cubicBezTo>
                  <a:cubicBezTo>
                    <a:pt x="386042" y="284709"/>
                    <a:pt x="386045" y="301996"/>
                    <a:pt x="386045" y="319283"/>
                  </a:cubicBezTo>
                  <a:cubicBezTo>
                    <a:pt x="386045" y="320683"/>
                    <a:pt x="386045" y="320683"/>
                    <a:pt x="386045" y="322110"/>
                  </a:cubicBezTo>
                  <a:cubicBezTo>
                    <a:pt x="386045" y="323511"/>
                    <a:pt x="386045" y="323511"/>
                    <a:pt x="386044" y="324941"/>
                  </a:cubicBezTo>
                  <a:cubicBezTo>
                    <a:pt x="386044" y="340089"/>
                    <a:pt x="386051" y="355236"/>
                    <a:pt x="386062" y="370384"/>
                  </a:cubicBezTo>
                  <a:cubicBezTo>
                    <a:pt x="386072" y="385916"/>
                    <a:pt x="386078" y="401448"/>
                    <a:pt x="386077" y="416980"/>
                  </a:cubicBezTo>
                  <a:cubicBezTo>
                    <a:pt x="386077" y="425709"/>
                    <a:pt x="386079" y="434437"/>
                    <a:pt x="386087" y="443166"/>
                  </a:cubicBezTo>
                  <a:cubicBezTo>
                    <a:pt x="386094" y="450596"/>
                    <a:pt x="386095" y="458027"/>
                    <a:pt x="386090" y="465457"/>
                  </a:cubicBezTo>
                  <a:cubicBezTo>
                    <a:pt x="386088" y="469252"/>
                    <a:pt x="386088" y="473047"/>
                    <a:pt x="386094" y="476842"/>
                  </a:cubicBezTo>
                  <a:cubicBezTo>
                    <a:pt x="386100" y="480310"/>
                    <a:pt x="386099" y="483778"/>
                    <a:pt x="386092" y="487246"/>
                  </a:cubicBezTo>
                  <a:cubicBezTo>
                    <a:pt x="386091" y="488506"/>
                    <a:pt x="386093" y="489767"/>
                    <a:pt x="386097" y="491027"/>
                  </a:cubicBezTo>
                  <a:cubicBezTo>
                    <a:pt x="386102" y="492729"/>
                    <a:pt x="386098" y="494431"/>
                    <a:pt x="386092" y="496133"/>
                  </a:cubicBezTo>
                  <a:cubicBezTo>
                    <a:pt x="386092" y="497556"/>
                    <a:pt x="386092" y="497556"/>
                    <a:pt x="386092" y="499007"/>
                  </a:cubicBezTo>
                  <a:cubicBezTo>
                    <a:pt x="386031" y="499699"/>
                    <a:pt x="385970" y="500391"/>
                    <a:pt x="385907" y="501103"/>
                  </a:cubicBezTo>
                  <a:cubicBezTo>
                    <a:pt x="385416" y="501349"/>
                    <a:pt x="384924" y="501594"/>
                    <a:pt x="384418" y="501847"/>
                  </a:cubicBezTo>
                  <a:cubicBezTo>
                    <a:pt x="383721" y="503900"/>
                    <a:pt x="383562" y="505862"/>
                    <a:pt x="383491" y="508018"/>
                  </a:cubicBezTo>
                  <a:cubicBezTo>
                    <a:pt x="383467" y="508610"/>
                    <a:pt x="383442" y="509201"/>
                    <a:pt x="383417" y="509810"/>
                  </a:cubicBezTo>
                  <a:cubicBezTo>
                    <a:pt x="383371" y="511052"/>
                    <a:pt x="383329" y="512295"/>
                    <a:pt x="383289" y="513537"/>
                  </a:cubicBezTo>
                  <a:cubicBezTo>
                    <a:pt x="383222" y="515100"/>
                    <a:pt x="383082" y="516661"/>
                    <a:pt x="382930" y="518218"/>
                  </a:cubicBezTo>
                  <a:cubicBezTo>
                    <a:pt x="382439" y="518464"/>
                    <a:pt x="381948" y="518709"/>
                    <a:pt x="381442" y="518962"/>
                  </a:cubicBezTo>
                  <a:cubicBezTo>
                    <a:pt x="381176" y="521273"/>
                    <a:pt x="381111" y="523568"/>
                    <a:pt x="381026" y="525892"/>
                  </a:cubicBezTo>
                  <a:cubicBezTo>
                    <a:pt x="380918" y="526552"/>
                    <a:pt x="380809" y="527212"/>
                    <a:pt x="380698" y="527892"/>
                  </a:cubicBezTo>
                  <a:cubicBezTo>
                    <a:pt x="379961" y="528138"/>
                    <a:pt x="379224" y="528383"/>
                    <a:pt x="378465" y="528636"/>
                  </a:cubicBezTo>
                  <a:cubicBezTo>
                    <a:pt x="378211" y="529875"/>
                    <a:pt x="377963" y="531116"/>
                    <a:pt x="377721" y="532357"/>
                  </a:cubicBezTo>
                  <a:cubicBezTo>
                    <a:pt x="376984" y="532848"/>
                    <a:pt x="376248" y="533339"/>
                    <a:pt x="375489" y="533845"/>
                  </a:cubicBezTo>
                  <a:cubicBezTo>
                    <a:pt x="375224" y="535082"/>
                    <a:pt x="374974" y="536322"/>
                    <a:pt x="374745" y="537566"/>
                  </a:cubicBezTo>
                  <a:cubicBezTo>
                    <a:pt x="374253" y="537566"/>
                    <a:pt x="373762" y="537566"/>
                    <a:pt x="373256" y="537566"/>
                  </a:cubicBezTo>
                  <a:cubicBezTo>
                    <a:pt x="373011" y="538303"/>
                    <a:pt x="372765" y="539039"/>
                    <a:pt x="372512" y="539798"/>
                  </a:cubicBezTo>
                  <a:cubicBezTo>
                    <a:pt x="371530" y="539798"/>
                    <a:pt x="370548" y="539798"/>
                    <a:pt x="369536" y="539798"/>
                  </a:cubicBezTo>
                  <a:cubicBezTo>
                    <a:pt x="369536" y="540781"/>
                    <a:pt x="369536" y="541763"/>
                    <a:pt x="369536" y="542775"/>
                  </a:cubicBezTo>
                  <a:cubicBezTo>
                    <a:pt x="368553" y="542775"/>
                    <a:pt x="367571" y="542775"/>
                    <a:pt x="366559" y="542775"/>
                  </a:cubicBezTo>
                  <a:cubicBezTo>
                    <a:pt x="366467" y="543358"/>
                    <a:pt x="366375" y="543941"/>
                    <a:pt x="366280" y="544542"/>
                  </a:cubicBezTo>
                  <a:cubicBezTo>
                    <a:pt x="366050" y="545509"/>
                    <a:pt x="366050" y="545509"/>
                    <a:pt x="365815" y="546496"/>
                  </a:cubicBezTo>
                  <a:cubicBezTo>
                    <a:pt x="363629" y="547333"/>
                    <a:pt x="363629" y="547333"/>
                    <a:pt x="361350" y="547984"/>
                  </a:cubicBezTo>
                  <a:cubicBezTo>
                    <a:pt x="360859" y="548721"/>
                    <a:pt x="360368" y="549457"/>
                    <a:pt x="359862" y="550216"/>
                  </a:cubicBezTo>
                  <a:cubicBezTo>
                    <a:pt x="359233" y="550339"/>
                    <a:pt x="358603" y="550462"/>
                    <a:pt x="357955" y="550588"/>
                  </a:cubicBezTo>
                  <a:cubicBezTo>
                    <a:pt x="357356" y="550711"/>
                    <a:pt x="356758" y="550834"/>
                    <a:pt x="356141" y="550960"/>
                  </a:cubicBezTo>
                  <a:cubicBezTo>
                    <a:pt x="355896" y="551697"/>
                    <a:pt x="355650" y="552434"/>
                    <a:pt x="355397" y="553193"/>
                  </a:cubicBezTo>
                  <a:cubicBezTo>
                    <a:pt x="353534" y="553574"/>
                    <a:pt x="353534" y="553574"/>
                    <a:pt x="351258" y="553705"/>
                  </a:cubicBezTo>
                  <a:cubicBezTo>
                    <a:pt x="350505" y="553753"/>
                    <a:pt x="349752" y="553802"/>
                    <a:pt x="348976" y="553853"/>
                  </a:cubicBezTo>
                  <a:cubicBezTo>
                    <a:pt x="348394" y="553881"/>
                    <a:pt x="347811" y="553908"/>
                    <a:pt x="347211" y="553937"/>
                  </a:cubicBezTo>
                  <a:cubicBezTo>
                    <a:pt x="347211" y="554919"/>
                    <a:pt x="347211" y="555902"/>
                    <a:pt x="347211" y="556914"/>
                  </a:cubicBezTo>
                  <a:cubicBezTo>
                    <a:pt x="346361" y="556941"/>
                    <a:pt x="345510" y="556969"/>
                    <a:pt x="344633" y="556998"/>
                  </a:cubicBezTo>
                  <a:cubicBezTo>
                    <a:pt x="343524" y="557047"/>
                    <a:pt x="342414" y="557096"/>
                    <a:pt x="341305" y="557146"/>
                  </a:cubicBezTo>
                  <a:cubicBezTo>
                    <a:pt x="340462" y="557171"/>
                    <a:pt x="340462" y="557171"/>
                    <a:pt x="339603" y="557197"/>
                  </a:cubicBezTo>
                  <a:cubicBezTo>
                    <a:pt x="337800" y="557261"/>
                    <a:pt x="337800" y="557261"/>
                    <a:pt x="335305" y="557658"/>
                  </a:cubicBezTo>
                  <a:cubicBezTo>
                    <a:pt x="335060" y="558394"/>
                    <a:pt x="334814" y="559131"/>
                    <a:pt x="334561" y="559890"/>
                  </a:cubicBezTo>
                  <a:cubicBezTo>
                    <a:pt x="332542" y="560108"/>
                    <a:pt x="330691" y="560171"/>
                    <a:pt x="328670" y="560144"/>
                  </a:cubicBezTo>
                  <a:cubicBezTo>
                    <a:pt x="327745" y="560144"/>
                    <a:pt x="327745" y="560144"/>
                    <a:pt x="326800" y="560145"/>
                  </a:cubicBezTo>
                  <a:cubicBezTo>
                    <a:pt x="324751" y="560143"/>
                    <a:pt x="322702" y="560126"/>
                    <a:pt x="320652" y="560108"/>
                  </a:cubicBezTo>
                  <a:cubicBezTo>
                    <a:pt x="319235" y="560104"/>
                    <a:pt x="317818" y="560101"/>
                    <a:pt x="316401" y="560099"/>
                  </a:cubicBezTo>
                  <a:cubicBezTo>
                    <a:pt x="312663" y="560090"/>
                    <a:pt x="308926" y="560068"/>
                    <a:pt x="305189" y="560043"/>
                  </a:cubicBezTo>
                  <a:cubicBezTo>
                    <a:pt x="301378" y="560021"/>
                    <a:pt x="297567" y="560010"/>
                    <a:pt x="293757" y="559999"/>
                  </a:cubicBezTo>
                  <a:cubicBezTo>
                    <a:pt x="286274" y="559975"/>
                    <a:pt x="278792" y="559937"/>
                    <a:pt x="271309" y="559890"/>
                  </a:cubicBezTo>
                  <a:cubicBezTo>
                    <a:pt x="271281" y="559147"/>
                    <a:pt x="271253" y="558403"/>
                    <a:pt x="271225" y="557637"/>
                  </a:cubicBezTo>
                  <a:cubicBezTo>
                    <a:pt x="271176" y="556677"/>
                    <a:pt x="271127" y="555717"/>
                    <a:pt x="271076" y="554728"/>
                  </a:cubicBezTo>
                  <a:cubicBezTo>
                    <a:pt x="271033" y="553769"/>
                    <a:pt x="270990" y="552811"/>
                    <a:pt x="270946" y="551824"/>
                  </a:cubicBezTo>
                  <a:cubicBezTo>
                    <a:pt x="270820" y="551048"/>
                    <a:pt x="270694" y="550272"/>
                    <a:pt x="270565" y="549472"/>
                  </a:cubicBezTo>
                  <a:cubicBezTo>
                    <a:pt x="269828" y="549227"/>
                    <a:pt x="269092" y="548981"/>
                    <a:pt x="268332" y="548728"/>
                  </a:cubicBezTo>
                  <a:cubicBezTo>
                    <a:pt x="268034" y="547426"/>
                    <a:pt x="268034" y="547426"/>
                    <a:pt x="268004" y="545752"/>
                  </a:cubicBezTo>
                  <a:cubicBezTo>
                    <a:pt x="267984" y="545153"/>
                    <a:pt x="267965" y="544554"/>
                    <a:pt x="267944" y="543938"/>
                  </a:cubicBezTo>
                  <a:cubicBezTo>
                    <a:pt x="267934" y="543308"/>
                    <a:pt x="267924" y="542679"/>
                    <a:pt x="267914" y="542031"/>
                  </a:cubicBezTo>
                  <a:cubicBezTo>
                    <a:pt x="267888" y="540790"/>
                    <a:pt x="267857" y="539550"/>
                    <a:pt x="267818" y="538310"/>
                  </a:cubicBezTo>
                  <a:cubicBezTo>
                    <a:pt x="267804" y="537481"/>
                    <a:pt x="267804" y="537481"/>
                    <a:pt x="267790" y="536636"/>
                  </a:cubicBezTo>
                  <a:cubicBezTo>
                    <a:pt x="267724" y="536206"/>
                    <a:pt x="267657" y="535776"/>
                    <a:pt x="267588" y="535334"/>
                  </a:cubicBezTo>
                  <a:cubicBezTo>
                    <a:pt x="267097" y="535088"/>
                    <a:pt x="266606" y="534842"/>
                    <a:pt x="266100" y="534589"/>
                  </a:cubicBezTo>
                  <a:cubicBezTo>
                    <a:pt x="265818" y="532642"/>
                    <a:pt x="265818" y="532642"/>
                    <a:pt x="265681" y="530218"/>
                  </a:cubicBezTo>
                  <a:cubicBezTo>
                    <a:pt x="265535" y="527742"/>
                    <a:pt x="265398" y="525785"/>
                    <a:pt x="264612" y="523427"/>
                  </a:cubicBezTo>
                  <a:cubicBezTo>
                    <a:pt x="264121" y="523182"/>
                    <a:pt x="263629" y="522936"/>
                    <a:pt x="263123" y="522683"/>
                  </a:cubicBezTo>
                  <a:cubicBezTo>
                    <a:pt x="262858" y="520372"/>
                    <a:pt x="262793" y="518077"/>
                    <a:pt x="262708" y="515753"/>
                  </a:cubicBezTo>
                  <a:cubicBezTo>
                    <a:pt x="262599" y="515093"/>
                    <a:pt x="262491" y="514433"/>
                    <a:pt x="262379" y="513753"/>
                  </a:cubicBezTo>
                  <a:cubicBezTo>
                    <a:pt x="261643" y="513508"/>
                    <a:pt x="260906" y="513262"/>
                    <a:pt x="260147" y="513009"/>
                  </a:cubicBezTo>
                  <a:cubicBezTo>
                    <a:pt x="259818" y="511172"/>
                    <a:pt x="259818" y="511172"/>
                    <a:pt x="259728" y="508917"/>
                  </a:cubicBezTo>
                  <a:cubicBezTo>
                    <a:pt x="259666" y="506726"/>
                    <a:pt x="259666" y="506726"/>
                    <a:pt x="259403" y="504824"/>
                  </a:cubicBezTo>
                  <a:cubicBezTo>
                    <a:pt x="258912" y="504578"/>
                    <a:pt x="258421" y="504333"/>
                    <a:pt x="257915" y="504080"/>
                  </a:cubicBezTo>
                  <a:cubicBezTo>
                    <a:pt x="257444" y="502216"/>
                    <a:pt x="257444" y="502216"/>
                    <a:pt x="257077" y="499940"/>
                  </a:cubicBezTo>
                  <a:cubicBezTo>
                    <a:pt x="256953" y="499187"/>
                    <a:pt x="256828" y="498434"/>
                    <a:pt x="256699" y="497659"/>
                  </a:cubicBezTo>
                  <a:cubicBezTo>
                    <a:pt x="256609" y="497076"/>
                    <a:pt x="256519" y="496494"/>
                    <a:pt x="256426" y="495894"/>
                  </a:cubicBezTo>
                  <a:cubicBezTo>
                    <a:pt x="255935" y="495894"/>
                    <a:pt x="255444" y="495894"/>
                    <a:pt x="254938" y="495894"/>
                  </a:cubicBezTo>
                  <a:cubicBezTo>
                    <a:pt x="254938" y="493438"/>
                    <a:pt x="254938" y="490983"/>
                    <a:pt x="254938" y="488453"/>
                  </a:cubicBezTo>
                  <a:cubicBezTo>
                    <a:pt x="255775" y="488448"/>
                    <a:pt x="256613" y="488444"/>
                    <a:pt x="257475" y="488439"/>
                  </a:cubicBezTo>
                  <a:cubicBezTo>
                    <a:pt x="265349" y="488397"/>
                    <a:pt x="273222" y="488343"/>
                    <a:pt x="281096" y="488277"/>
                  </a:cubicBezTo>
                  <a:cubicBezTo>
                    <a:pt x="285144" y="488244"/>
                    <a:pt x="289192" y="488215"/>
                    <a:pt x="293241" y="488195"/>
                  </a:cubicBezTo>
                  <a:cubicBezTo>
                    <a:pt x="297144" y="488176"/>
                    <a:pt x="301047" y="488146"/>
                    <a:pt x="304951" y="488108"/>
                  </a:cubicBezTo>
                  <a:cubicBezTo>
                    <a:pt x="306443" y="488096"/>
                    <a:pt x="307936" y="488087"/>
                    <a:pt x="309429" y="488082"/>
                  </a:cubicBezTo>
                  <a:cubicBezTo>
                    <a:pt x="311512" y="488075"/>
                    <a:pt x="313595" y="488054"/>
                    <a:pt x="315678" y="488030"/>
                  </a:cubicBezTo>
                  <a:cubicBezTo>
                    <a:pt x="316302" y="488031"/>
                    <a:pt x="316925" y="488032"/>
                    <a:pt x="317568" y="488034"/>
                  </a:cubicBezTo>
                  <a:cubicBezTo>
                    <a:pt x="319437" y="488030"/>
                    <a:pt x="319437" y="488030"/>
                    <a:pt x="321911" y="487709"/>
                  </a:cubicBezTo>
                  <a:cubicBezTo>
                    <a:pt x="322620" y="485581"/>
                    <a:pt x="322763" y="484191"/>
                    <a:pt x="322796" y="481979"/>
                  </a:cubicBezTo>
                  <a:cubicBezTo>
                    <a:pt x="322808" y="481271"/>
                    <a:pt x="322821" y="480564"/>
                    <a:pt x="322833" y="479835"/>
                  </a:cubicBezTo>
                  <a:cubicBezTo>
                    <a:pt x="322849" y="478690"/>
                    <a:pt x="322849" y="478690"/>
                    <a:pt x="322864" y="477523"/>
                  </a:cubicBezTo>
                  <a:cubicBezTo>
                    <a:pt x="322885" y="476347"/>
                    <a:pt x="322885" y="476347"/>
                    <a:pt x="322906" y="475146"/>
                  </a:cubicBezTo>
                  <a:cubicBezTo>
                    <a:pt x="322949" y="472636"/>
                    <a:pt x="322989" y="470127"/>
                    <a:pt x="323027" y="467617"/>
                  </a:cubicBezTo>
                  <a:cubicBezTo>
                    <a:pt x="323077" y="464315"/>
                    <a:pt x="323132" y="461012"/>
                    <a:pt x="323190" y="457710"/>
                  </a:cubicBezTo>
                  <a:cubicBezTo>
                    <a:pt x="323205" y="456566"/>
                    <a:pt x="323205" y="456566"/>
                    <a:pt x="323220" y="455399"/>
                  </a:cubicBezTo>
                  <a:cubicBezTo>
                    <a:pt x="323233" y="454691"/>
                    <a:pt x="323245" y="453983"/>
                    <a:pt x="323258" y="453254"/>
                  </a:cubicBezTo>
                  <a:cubicBezTo>
                    <a:pt x="323267" y="452631"/>
                    <a:pt x="323277" y="452009"/>
                    <a:pt x="323286" y="451367"/>
                  </a:cubicBezTo>
                  <a:cubicBezTo>
                    <a:pt x="323399" y="449757"/>
                    <a:pt x="323399" y="449757"/>
                    <a:pt x="324143" y="447525"/>
                  </a:cubicBezTo>
                  <a:cubicBezTo>
                    <a:pt x="269873" y="447525"/>
                    <a:pt x="215603" y="447525"/>
                    <a:pt x="159688" y="447525"/>
                  </a:cubicBezTo>
                  <a:cubicBezTo>
                    <a:pt x="159320" y="503146"/>
                    <a:pt x="159320" y="503146"/>
                    <a:pt x="158944" y="559890"/>
                  </a:cubicBezTo>
                  <a:cubicBezTo>
                    <a:pt x="149136" y="559921"/>
                    <a:pt x="139329" y="559952"/>
                    <a:pt x="129225" y="559983"/>
                  </a:cubicBezTo>
                  <a:cubicBezTo>
                    <a:pt x="126124" y="559997"/>
                    <a:pt x="123022" y="560010"/>
                    <a:pt x="119827" y="560024"/>
                  </a:cubicBezTo>
                  <a:cubicBezTo>
                    <a:pt x="116052" y="560031"/>
                    <a:pt x="116052" y="560031"/>
                    <a:pt x="114286" y="560032"/>
                  </a:cubicBezTo>
                  <a:cubicBezTo>
                    <a:pt x="113049" y="560035"/>
                    <a:pt x="111811" y="560040"/>
                    <a:pt x="110573" y="560047"/>
                  </a:cubicBezTo>
                  <a:cubicBezTo>
                    <a:pt x="108703" y="560058"/>
                    <a:pt x="106832" y="560060"/>
                    <a:pt x="104962" y="560059"/>
                  </a:cubicBezTo>
                  <a:cubicBezTo>
                    <a:pt x="104129" y="560067"/>
                    <a:pt x="104129" y="560067"/>
                    <a:pt x="103280" y="560075"/>
                  </a:cubicBezTo>
                  <a:cubicBezTo>
                    <a:pt x="101989" y="560070"/>
                    <a:pt x="100699" y="559988"/>
                    <a:pt x="99413" y="559890"/>
                  </a:cubicBezTo>
                  <a:cubicBezTo>
                    <a:pt x="98436" y="557937"/>
                    <a:pt x="98576" y="556502"/>
                    <a:pt x="98577" y="554314"/>
                  </a:cubicBezTo>
                  <a:cubicBezTo>
                    <a:pt x="98575" y="553440"/>
                    <a:pt x="98574" y="552566"/>
                    <a:pt x="98572" y="551666"/>
                  </a:cubicBezTo>
                  <a:cubicBezTo>
                    <a:pt x="98575" y="550697"/>
                    <a:pt x="98577" y="549729"/>
                    <a:pt x="98579" y="548731"/>
                  </a:cubicBezTo>
                  <a:cubicBezTo>
                    <a:pt x="98579" y="547698"/>
                    <a:pt x="98578" y="546666"/>
                    <a:pt x="98577" y="545633"/>
                  </a:cubicBezTo>
                  <a:cubicBezTo>
                    <a:pt x="98575" y="542786"/>
                    <a:pt x="98578" y="539938"/>
                    <a:pt x="98582" y="537091"/>
                  </a:cubicBezTo>
                  <a:cubicBezTo>
                    <a:pt x="98585" y="534024"/>
                    <a:pt x="98584" y="530957"/>
                    <a:pt x="98584" y="527890"/>
                  </a:cubicBezTo>
                  <a:cubicBezTo>
                    <a:pt x="98583" y="522573"/>
                    <a:pt x="98586" y="517257"/>
                    <a:pt x="98590" y="511940"/>
                  </a:cubicBezTo>
                  <a:cubicBezTo>
                    <a:pt x="98596" y="504252"/>
                    <a:pt x="98598" y="496565"/>
                    <a:pt x="98599" y="488878"/>
                  </a:cubicBezTo>
                  <a:cubicBezTo>
                    <a:pt x="98600" y="476407"/>
                    <a:pt x="98605" y="463936"/>
                    <a:pt x="98612" y="451465"/>
                  </a:cubicBezTo>
                  <a:cubicBezTo>
                    <a:pt x="98619" y="439348"/>
                    <a:pt x="98624" y="427231"/>
                    <a:pt x="98628" y="415114"/>
                  </a:cubicBezTo>
                  <a:cubicBezTo>
                    <a:pt x="98628" y="414367"/>
                    <a:pt x="98628" y="413621"/>
                    <a:pt x="98628" y="412852"/>
                  </a:cubicBezTo>
                  <a:cubicBezTo>
                    <a:pt x="98629" y="409107"/>
                    <a:pt x="98630" y="405363"/>
                    <a:pt x="98631" y="401618"/>
                  </a:cubicBezTo>
                  <a:cubicBezTo>
                    <a:pt x="98639" y="370536"/>
                    <a:pt x="98652" y="339453"/>
                    <a:pt x="98668" y="308371"/>
                  </a:cubicBezTo>
                  <a:cubicBezTo>
                    <a:pt x="97055" y="310440"/>
                    <a:pt x="97055" y="310440"/>
                    <a:pt x="96901" y="312603"/>
                  </a:cubicBezTo>
                  <a:cubicBezTo>
                    <a:pt x="96748" y="313171"/>
                    <a:pt x="96594" y="313739"/>
                    <a:pt x="96436" y="314324"/>
                  </a:cubicBezTo>
                  <a:cubicBezTo>
                    <a:pt x="95454" y="314324"/>
                    <a:pt x="94471" y="314324"/>
                    <a:pt x="93459" y="314324"/>
                  </a:cubicBezTo>
                  <a:cubicBezTo>
                    <a:pt x="93459" y="315306"/>
                    <a:pt x="93459" y="316288"/>
                    <a:pt x="93459" y="317300"/>
                  </a:cubicBezTo>
                  <a:cubicBezTo>
                    <a:pt x="92723" y="317546"/>
                    <a:pt x="91986" y="317791"/>
                    <a:pt x="91227" y="318045"/>
                  </a:cubicBezTo>
                  <a:cubicBezTo>
                    <a:pt x="91104" y="318551"/>
                    <a:pt x="90981" y="319057"/>
                    <a:pt x="90855" y="319579"/>
                  </a:cubicBezTo>
                  <a:cubicBezTo>
                    <a:pt x="90732" y="320055"/>
                    <a:pt x="90609" y="320531"/>
                    <a:pt x="90483" y="321021"/>
                  </a:cubicBezTo>
                  <a:cubicBezTo>
                    <a:pt x="89746" y="321021"/>
                    <a:pt x="89009" y="321021"/>
                    <a:pt x="88250" y="321021"/>
                  </a:cubicBezTo>
                  <a:cubicBezTo>
                    <a:pt x="88250" y="322249"/>
                    <a:pt x="88250" y="323477"/>
                    <a:pt x="88250" y="324742"/>
                  </a:cubicBezTo>
                  <a:cubicBezTo>
                    <a:pt x="87514" y="324742"/>
                    <a:pt x="86777" y="324742"/>
                    <a:pt x="86018" y="324742"/>
                  </a:cubicBezTo>
                  <a:cubicBezTo>
                    <a:pt x="85762" y="325732"/>
                    <a:pt x="85515" y="326724"/>
                    <a:pt x="85274" y="327718"/>
                  </a:cubicBezTo>
                  <a:cubicBezTo>
                    <a:pt x="84537" y="327964"/>
                    <a:pt x="83800" y="328209"/>
                    <a:pt x="83041" y="328462"/>
                  </a:cubicBezTo>
                  <a:cubicBezTo>
                    <a:pt x="82919" y="328969"/>
                    <a:pt x="82796" y="329475"/>
                    <a:pt x="82669" y="329997"/>
                  </a:cubicBezTo>
                  <a:cubicBezTo>
                    <a:pt x="82547" y="330473"/>
                    <a:pt x="82424" y="330949"/>
                    <a:pt x="82297" y="331439"/>
                  </a:cubicBezTo>
                  <a:cubicBezTo>
                    <a:pt x="81561" y="331439"/>
                    <a:pt x="80824" y="331439"/>
                    <a:pt x="80065" y="331439"/>
                  </a:cubicBezTo>
                  <a:cubicBezTo>
                    <a:pt x="79942" y="331930"/>
                    <a:pt x="79819" y="332421"/>
                    <a:pt x="79693" y="332927"/>
                  </a:cubicBezTo>
                  <a:cubicBezTo>
                    <a:pt x="79570" y="333418"/>
                    <a:pt x="79447" y="333910"/>
                    <a:pt x="79321" y="334416"/>
                  </a:cubicBezTo>
                  <a:cubicBezTo>
                    <a:pt x="78584" y="334416"/>
                    <a:pt x="77847" y="334416"/>
                    <a:pt x="77088" y="334416"/>
                  </a:cubicBezTo>
                  <a:cubicBezTo>
                    <a:pt x="76649" y="335864"/>
                    <a:pt x="76649" y="335864"/>
                    <a:pt x="76344" y="337392"/>
                  </a:cubicBezTo>
                  <a:cubicBezTo>
                    <a:pt x="75853" y="337638"/>
                    <a:pt x="75362" y="337883"/>
                    <a:pt x="74856" y="338136"/>
                  </a:cubicBezTo>
                  <a:cubicBezTo>
                    <a:pt x="74557" y="338781"/>
                    <a:pt x="74557" y="338781"/>
                    <a:pt x="74251" y="339439"/>
                  </a:cubicBezTo>
                  <a:cubicBezTo>
                    <a:pt x="73088" y="341643"/>
                    <a:pt x="71403" y="343077"/>
                    <a:pt x="69647" y="344834"/>
                  </a:cubicBezTo>
                  <a:cubicBezTo>
                    <a:pt x="69386" y="345371"/>
                    <a:pt x="69125" y="345908"/>
                    <a:pt x="68856" y="346461"/>
                  </a:cubicBezTo>
                  <a:cubicBezTo>
                    <a:pt x="67948" y="348217"/>
                    <a:pt x="66938" y="348475"/>
                    <a:pt x="65182" y="349298"/>
                  </a:cubicBezTo>
                  <a:cubicBezTo>
                    <a:pt x="64691" y="350035"/>
                    <a:pt x="64200" y="350772"/>
                    <a:pt x="63694" y="351531"/>
                  </a:cubicBezTo>
                  <a:cubicBezTo>
                    <a:pt x="62957" y="351776"/>
                    <a:pt x="62220" y="352022"/>
                    <a:pt x="61461" y="352275"/>
                  </a:cubicBezTo>
                  <a:cubicBezTo>
                    <a:pt x="61216" y="353012"/>
                    <a:pt x="60970" y="353748"/>
                    <a:pt x="60717" y="354507"/>
                  </a:cubicBezTo>
                  <a:cubicBezTo>
                    <a:pt x="59981" y="354753"/>
                    <a:pt x="59244" y="354999"/>
                    <a:pt x="58485" y="355252"/>
                  </a:cubicBezTo>
                  <a:cubicBezTo>
                    <a:pt x="57981" y="356240"/>
                    <a:pt x="57486" y="357233"/>
                    <a:pt x="56997" y="358228"/>
                  </a:cubicBezTo>
                  <a:cubicBezTo>
                    <a:pt x="55601" y="359580"/>
                    <a:pt x="55601" y="359580"/>
                    <a:pt x="54020" y="360879"/>
                  </a:cubicBezTo>
                  <a:cubicBezTo>
                    <a:pt x="52117" y="362450"/>
                    <a:pt x="50944" y="363586"/>
                    <a:pt x="49555" y="365669"/>
                  </a:cubicBezTo>
                  <a:cubicBezTo>
                    <a:pt x="48818" y="365669"/>
                    <a:pt x="48082" y="365669"/>
                    <a:pt x="47323" y="365669"/>
                  </a:cubicBezTo>
                  <a:cubicBezTo>
                    <a:pt x="46801" y="366648"/>
                    <a:pt x="46307" y="367642"/>
                    <a:pt x="45834" y="368646"/>
                  </a:cubicBezTo>
                  <a:cubicBezTo>
                    <a:pt x="45098" y="369137"/>
                    <a:pt x="44361" y="369628"/>
                    <a:pt x="43602" y="370134"/>
                  </a:cubicBezTo>
                  <a:cubicBezTo>
                    <a:pt x="43602" y="370871"/>
                    <a:pt x="43602" y="371608"/>
                    <a:pt x="43602" y="372367"/>
                  </a:cubicBezTo>
                  <a:cubicBezTo>
                    <a:pt x="41334" y="372577"/>
                    <a:pt x="39162" y="372715"/>
                    <a:pt x="36905" y="372367"/>
                  </a:cubicBezTo>
                  <a:cubicBezTo>
                    <a:pt x="35835" y="370553"/>
                    <a:pt x="35835" y="370553"/>
                    <a:pt x="35416" y="368646"/>
                  </a:cubicBezTo>
                  <a:cubicBezTo>
                    <a:pt x="34925" y="368400"/>
                    <a:pt x="34434" y="368155"/>
                    <a:pt x="33928" y="367902"/>
                  </a:cubicBezTo>
                  <a:cubicBezTo>
                    <a:pt x="33432" y="366414"/>
                    <a:pt x="32936" y="364925"/>
                    <a:pt x="32440" y="363437"/>
                  </a:cubicBezTo>
                  <a:cubicBezTo>
                    <a:pt x="31949" y="363192"/>
                    <a:pt x="31458" y="362946"/>
                    <a:pt x="30952" y="362693"/>
                  </a:cubicBezTo>
                  <a:cubicBezTo>
                    <a:pt x="30844" y="362110"/>
                    <a:pt x="30737" y="361526"/>
                    <a:pt x="30626" y="360926"/>
                  </a:cubicBezTo>
                  <a:cubicBezTo>
                    <a:pt x="30156" y="358732"/>
                    <a:pt x="29543" y="358239"/>
                    <a:pt x="27975" y="356740"/>
                  </a:cubicBezTo>
                  <a:cubicBezTo>
                    <a:pt x="27975" y="356003"/>
                    <a:pt x="27975" y="355266"/>
                    <a:pt x="27975" y="354507"/>
                  </a:cubicBezTo>
                  <a:cubicBezTo>
                    <a:pt x="27238" y="354507"/>
                    <a:pt x="26502" y="354507"/>
                    <a:pt x="25743" y="354507"/>
                  </a:cubicBezTo>
                  <a:cubicBezTo>
                    <a:pt x="25209" y="353283"/>
                    <a:pt x="24713" y="352041"/>
                    <a:pt x="24254" y="350787"/>
                  </a:cubicBezTo>
                  <a:cubicBezTo>
                    <a:pt x="23763" y="350541"/>
                    <a:pt x="23272" y="350296"/>
                    <a:pt x="22766" y="350043"/>
                  </a:cubicBezTo>
                  <a:cubicBezTo>
                    <a:pt x="22270" y="348802"/>
                    <a:pt x="21774" y="347562"/>
                    <a:pt x="21278" y="346322"/>
                  </a:cubicBezTo>
                  <a:cubicBezTo>
                    <a:pt x="20787" y="346076"/>
                    <a:pt x="20296" y="345831"/>
                    <a:pt x="19789" y="345578"/>
                  </a:cubicBezTo>
                  <a:cubicBezTo>
                    <a:pt x="19682" y="344994"/>
                    <a:pt x="19575" y="344411"/>
                    <a:pt x="19464" y="343810"/>
                  </a:cubicBezTo>
                  <a:cubicBezTo>
                    <a:pt x="18998" y="341634"/>
                    <a:pt x="18408" y="341081"/>
                    <a:pt x="16813" y="339625"/>
                  </a:cubicBezTo>
                  <a:cubicBezTo>
                    <a:pt x="16813" y="339133"/>
                    <a:pt x="16813" y="338642"/>
                    <a:pt x="16813" y="338136"/>
                  </a:cubicBezTo>
                  <a:cubicBezTo>
                    <a:pt x="16076" y="338136"/>
                    <a:pt x="15340" y="338136"/>
                    <a:pt x="14581" y="338136"/>
                  </a:cubicBezTo>
                  <a:cubicBezTo>
                    <a:pt x="14650" y="337238"/>
                    <a:pt x="14650" y="337238"/>
                    <a:pt x="14720" y="336322"/>
                  </a:cubicBezTo>
                  <a:cubicBezTo>
                    <a:pt x="14674" y="335693"/>
                    <a:pt x="14628" y="335064"/>
                    <a:pt x="14581" y="334416"/>
                  </a:cubicBezTo>
                  <a:cubicBezTo>
                    <a:pt x="13844" y="334170"/>
                    <a:pt x="13107" y="333924"/>
                    <a:pt x="12348" y="333671"/>
                  </a:cubicBezTo>
                  <a:cubicBezTo>
                    <a:pt x="12225" y="333165"/>
                    <a:pt x="12103" y="332659"/>
                    <a:pt x="11976" y="332137"/>
                  </a:cubicBezTo>
                  <a:cubicBezTo>
                    <a:pt x="11853" y="331661"/>
                    <a:pt x="11730" y="331185"/>
                    <a:pt x="11604" y="330695"/>
                  </a:cubicBezTo>
                  <a:cubicBezTo>
                    <a:pt x="10867" y="330695"/>
                    <a:pt x="10131" y="330695"/>
                    <a:pt x="9372" y="330695"/>
                  </a:cubicBezTo>
                  <a:cubicBezTo>
                    <a:pt x="8581" y="329253"/>
                    <a:pt x="8581" y="329253"/>
                    <a:pt x="7883" y="327718"/>
                  </a:cubicBezTo>
                  <a:cubicBezTo>
                    <a:pt x="7392" y="327473"/>
                    <a:pt x="6901" y="327227"/>
                    <a:pt x="6395" y="326974"/>
                  </a:cubicBezTo>
                  <a:cubicBezTo>
                    <a:pt x="6027" y="325869"/>
                    <a:pt x="6027" y="325869"/>
                    <a:pt x="5651" y="324742"/>
                  </a:cubicBezTo>
                  <a:cubicBezTo>
                    <a:pt x="5160" y="324496"/>
                    <a:pt x="4669" y="324251"/>
                    <a:pt x="4163" y="323998"/>
                  </a:cubicBezTo>
                  <a:cubicBezTo>
                    <a:pt x="3932" y="323506"/>
                    <a:pt x="3702" y="323015"/>
                    <a:pt x="3465" y="322509"/>
                  </a:cubicBezTo>
                  <a:cubicBezTo>
                    <a:pt x="2757" y="320764"/>
                    <a:pt x="2757" y="320764"/>
                    <a:pt x="442" y="320277"/>
                  </a:cubicBezTo>
                  <a:cubicBezTo>
                    <a:pt x="93" y="318303"/>
                    <a:pt x="93" y="318303"/>
                    <a:pt x="70" y="315859"/>
                  </a:cubicBezTo>
                  <a:cubicBezTo>
                    <a:pt x="47" y="315054"/>
                    <a:pt x="24" y="314249"/>
                    <a:pt x="0" y="313420"/>
                  </a:cubicBezTo>
                  <a:cubicBezTo>
                    <a:pt x="146" y="312736"/>
                    <a:pt x="292" y="312052"/>
                    <a:pt x="442" y="311347"/>
                  </a:cubicBezTo>
                  <a:cubicBezTo>
                    <a:pt x="2279" y="310461"/>
                    <a:pt x="2279" y="310461"/>
                    <a:pt x="4163" y="309859"/>
                  </a:cubicBezTo>
                  <a:cubicBezTo>
                    <a:pt x="4408" y="309122"/>
                    <a:pt x="4654" y="308386"/>
                    <a:pt x="4907" y="307627"/>
                  </a:cubicBezTo>
                  <a:cubicBezTo>
                    <a:pt x="5521" y="307519"/>
                    <a:pt x="6135" y="307412"/>
                    <a:pt x="6767" y="307301"/>
                  </a:cubicBezTo>
                  <a:cubicBezTo>
                    <a:pt x="7381" y="307163"/>
                    <a:pt x="7995" y="307025"/>
                    <a:pt x="8627" y="306882"/>
                  </a:cubicBezTo>
                  <a:cubicBezTo>
                    <a:pt x="9120" y="305409"/>
                    <a:pt x="9120" y="305409"/>
                    <a:pt x="9372" y="303906"/>
                  </a:cubicBezTo>
                  <a:cubicBezTo>
                    <a:pt x="10108" y="303660"/>
                    <a:pt x="10845" y="303415"/>
                    <a:pt x="11604" y="303162"/>
                  </a:cubicBezTo>
                  <a:cubicBezTo>
                    <a:pt x="11850" y="302425"/>
                    <a:pt x="12095" y="301688"/>
                    <a:pt x="12348" y="300929"/>
                  </a:cubicBezTo>
                  <a:cubicBezTo>
                    <a:pt x="13334" y="300420"/>
                    <a:pt x="14326" y="299925"/>
                    <a:pt x="15325" y="299441"/>
                  </a:cubicBezTo>
                  <a:cubicBezTo>
                    <a:pt x="15816" y="298704"/>
                    <a:pt x="16307" y="297968"/>
                    <a:pt x="16813" y="297209"/>
                  </a:cubicBezTo>
                  <a:cubicBezTo>
                    <a:pt x="17550" y="296963"/>
                    <a:pt x="18286" y="296717"/>
                    <a:pt x="19045" y="296464"/>
                  </a:cubicBezTo>
                  <a:cubicBezTo>
                    <a:pt x="19153" y="295958"/>
                    <a:pt x="19260" y="295451"/>
                    <a:pt x="19371" y="294930"/>
                  </a:cubicBezTo>
                  <a:cubicBezTo>
                    <a:pt x="19509" y="294454"/>
                    <a:pt x="19647" y="293978"/>
                    <a:pt x="19789" y="293488"/>
                  </a:cubicBezTo>
                  <a:cubicBezTo>
                    <a:pt x="20772" y="293488"/>
                    <a:pt x="21754" y="293488"/>
                    <a:pt x="22766" y="293488"/>
                  </a:cubicBezTo>
                  <a:cubicBezTo>
                    <a:pt x="22766" y="292751"/>
                    <a:pt x="22766" y="292014"/>
                    <a:pt x="22766" y="291255"/>
                  </a:cubicBezTo>
                  <a:cubicBezTo>
                    <a:pt x="23242" y="291148"/>
                    <a:pt x="23718" y="291041"/>
                    <a:pt x="24208" y="290930"/>
                  </a:cubicBezTo>
                  <a:cubicBezTo>
                    <a:pt x="24714" y="290792"/>
                    <a:pt x="25221" y="290654"/>
                    <a:pt x="25743" y="290511"/>
                  </a:cubicBezTo>
                  <a:cubicBezTo>
                    <a:pt x="26235" y="289038"/>
                    <a:pt x="26235" y="289038"/>
                    <a:pt x="26487" y="287535"/>
                  </a:cubicBezTo>
                  <a:cubicBezTo>
                    <a:pt x="26978" y="287289"/>
                    <a:pt x="27469" y="287044"/>
                    <a:pt x="27975" y="286791"/>
                  </a:cubicBezTo>
                  <a:cubicBezTo>
                    <a:pt x="28190" y="286315"/>
                    <a:pt x="28405" y="285839"/>
                    <a:pt x="28626" y="285349"/>
                  </a:cubicBezTo>
                  <a:cubicBezTo>
                    <a:pt x="29652" y="283467"/>
                    <a:pt x="30566" y="283263"/>
                    <a:pt x="32440" y="282326"/>
                  </a:cubicBezTo>
                  <a:cubicBezTo>
                    <a:pt x="32959" y="281345"/>
                    <a:pt x="33459" y="280354"/>
                    <a:pt x="33928" y="279349"/>
                  </a:cubicBezTo>
                  <a:cubicBezTo>
                    <a:pt x="34419" y="279349"/>
                    <a:pt x="34910" y="279349"/>
                    <a:pt x="35416" y="279349"/>
                  </a:cubicBezTo>
                  <a:cubicBezTo>
                    <a:pt x="35524" y="278858"/>
                    <a:pt x="35631" y="278367"/>
                    <a:pt x="35742" y="277861"/>
                  </a:cubicBezTo>
                  <a:cubicBezTo>
                    <a:pt x="35880" y="277370"/>
                    <a:pt x="36018" y="276879"/>
                    <a:pt x="36161" y="276373"/>
                  </a:cubicBezTo>
                  <a:cubicBezTo>
                    <a:pt x="36897" y="276373"/>
                    <a:pt x="37634" y="276373"/>
                    <a:pt x="38393" y="276373"/>
                  </a:cubicBezTo>
                  <a:cubicBezTo>
                    <a:pt x="38393" y="275390"/>
                    <a:pt x="38393" y="274408"/>
                    <a:pt x="38393" y="273396"/>
                  </a:cubicBezTo>
                  <a:cubicBezTo>
                    <a:pt x="39375" y="273396"/>
                    <a:pt x="40358" y="273396"/>
                    <a:pt x="41370" y="273396"/>
                  </a:cubicBezTo>
                  <a:cubicBezTo>
                    <a:pt x="42229" y="271557"/>
                    <a:pt x="42229" y="271557"/>
                    <a:pt x="42858" y="269675"/>
                  </a:cubicBezTo>
                  <a:cubicBezTo>
                    <a:pt x="43349" y="269675"/>
                    <a:pt x="43840" y="269675"/>
                    <a:pt x="44346" y="269675"/>
                  </a:cubicBezTo>
                  <a:cubicBezTo>
                    <a:pt x="44346" y="268693"/>
                    <a:pt x="44346" y="267711"/>
                    <a:pt x="44346" y="266699"/>
                  </a:cubicBezTo>
                  <a:cubicBezTo>
                    <a:pt x="45083" y="266453"/>
                    <a:pt x="45820" y="266208"/>
                    <a:pt x="46579" y="265955"/>
                  </a:cubicBezTo>
                  <a:cubicBezTo>
                    <a:pt x="46701" y="265464"/>
                    <a:pt x="46824" y="264972"/>
                    <a:pt x="46951" y="264466"/>
                  </a:cubicBezTo>
                  <a:cubicBezTo>
                    <a:pt x="47073" y="263975"/>
                    <a:pt x="47196" y="263484"/>
                    <a:pt x="47323" y="262978"/>
                  </a:cubicBezTo>
                  <a:cubicBezTo>
                    <a:pt x="48059" y="262733"/>
                    <a:pt x="48796" y="262487"/>
                    <a:pt x="49555" y="262234"/>
                  </a:cubicBezTo>
                  <a:cubicBezTo>
                    <a:pt x="49801" y="261497"/>
                    <a:pt x="50046" y="260761"/>
                    <a:pt x="50299" y="260002"/>
                  </a:cubicBezTo>
                  <a:cubicBezTo>
                    <a:pt x="50790" y="259756"/>
                    <a:pt x="51282" y="259510"/>
                    <a:pt x="51788" y="259257"/>
                  </a:cubicBezTo>
                  <a:cubicBezTo>
                    <a:pt x="51895" y="258766"/>
                    <a:pt x="52002" y="258275"/>
                    <a:pt x="52113" y="257769"/>
                  </a:cubicBezTo>
                  <a:cubicBezTo>
                    <a:pt x="52251" y="257278"/>
                    <a:pt x="52389" y="256787"/>
                    <a:pt x="52532" y="256281"/>
                  </a:cubicBezTo>
                  <a:cubicBezTo>
                    <a:pt x="53268" y="256035"/>
                    <a:pt x="54005" y="255790"/>
                    <a:pt x="54764" y="255537"/>
                  </a:cubicBezTo>
                  <a:cubicBezTo>
                    <a:pt x="54872" y="254969"/>
                    <a:pt x="54979" y="254401"/>
                    <a:pt x="55090" y="253816"/>
                  </a:cubicBezTo>
                  <a:cubicBezTo>
                    <a:pt x="55611" y="251326"/>
                    <a:pt x="56542" y="250429"/>
                    <a:pt x="58485" y="248839"/>
                  </a:cubicBezTo>
                  <a:cubicBezTo>
                    <a:pt x="58976" y="248839"/>
                    <a:pt x="59467" y="248839"/>
                    <a:pt x="59973" y="248839"/>
                  </a:cubicBezTo>
                  <a:cubicBezTo>
                    <a:pt x="60173" y="248057"/>
                    <a:pt x="60372" y="247274"/>
                    <a:pt x="60578" y="246467"/>
                  </a:cubicBezTo>
                  <a:cubicBezTo>
                    <a:pt x="61575" y="243267"/>
                    <a:pt x="62762" y="242152"/>
                    <a:pt x="65182" y="239910"/>
                  </a:cubicBezTo>
                  <a:cubicBezTo>
                    <a:pt x="65596" y="239219"/>
                    <a:pt x="66011" y="238528"/>
                    <a:pt x="66438" y="237817"/>
                  </a:cubicBezTo>
                  <a:cubicBezTo>
                    <a:pt x="66921" y="237011"/>
                    <a:pt x="66921" y="237011"/>
                    <a:pt x="67414" y="236189"/>
                  </a:cubicBezTo>
                  <a:cubicBezTo>
                    <a:pt x="67906" y="236189"/>
                    <a:pt x="68397" y="236189"/>
                    <a:pt x="68903" y="236189"/>
                  </a:cubicBezTo>
                  <a:cubicBezTo>
                    <a:pt x="69157" y="234950"/>
                    <a:pt x="69405" y="233710"/>
                    <a:pt x="69647" y="232468"/>
                  </a:cubicBezTo>
                  <a:cubicBezTo>
                    <a:pt x="70138" y="232223"/>
                    <a:pt x="70629" y="231977"/>
                    <a:pt x="71135" y="231724"/>
                  </a:cubicBezTo>
                  <a:cubicBezTo>
                    <a:pt x="71258" y="231110"/>
                    <a:pt x="71381" y="230496"/>
                    <a:pt x="71507" y="229864"/>
                  </a:cubicBezTo>
                  <a:cubicBezTo>
                    <a:pt x="71630" y="229250"/>
                    <a:pt x="71753" y="228636"/>
                    <a:pt x="71879" y="228003"/>
                  </a:cubicBezTo>
                  <a:cubicBezTo>
                    <a:pt x="72370" y="227758"/>
                    <a:pt x="72862" y="227512"/>
                    <a:pt x="73368" y="227259"/>
                  </a:cubicBezTo>
                  <a:cubicBezTo>
                    <a:pt x="73736" y="226507"/>
                    <a:pt x="74104" y="225755"/>
                    <a:pt x="74484" y="224980"/>
                  </a:cubicBezTo>
                  <a:cubicBezTo>
                    <a:pt x="75036" y="223898"/>
                    <a:pt x="75036" y="223898"/>
                    <a:pt x="75600" y="222795"/>
                  </a:cubicBezTo>
                  <a:cubicBezTo>
                    <a:pt x="76091" y="222795"/>
                    <a:pt x="76582" y="222795"/>
                    <a:pt x="77088" y="222795"/>
                  </a:cubicBezTo>
                  <a:cubicBezTo>
                    <a:pt x="77457" y="221874"/>
                    <a:pt x="77457" y="221874"/>
                    <a:pt x="77832" y="220934"/>
                  </a:cubicBezTo>
                  <a:cubicBezTo>
                    <a:pt x="78201" y="220013"/>
                    <a:pt x="78201" y="220013"/>
                    <a:pt x="78577" y="219074"/>
                  </a:cubicBezTo>
                  <a:cubicBezTo>
                    <a:pt x="79068" y="219074"/>
                    <a:pt x="79559" y="219074"/>
                    <a:pt x="80065" y="219074"/>
                  </a:cubicBezTo>
                  <a:cubicBezTo>
                    <a:pt x="80065" y="217600"/>
                    <a:pt x="80065" y="216127"/>
                    <a:pt x="80065" y="214609"/>
                  </a:cubicBezTo>
                  <a:cubicBezTo>
                    <a:pt x="80556" y="214609"/>
                    <a:pt x="81047" y="214609"/>
                    <a:pt x="81553" y="214609"/>
                  </a:cubicBezTo>
                  <a:cubicBezTo>
                    <a:pt x="82059" y="213124"/>
                    <a:pt x="82554" y="211635"/>
                    <a:pt x="83041" y="210144"/>
                  </a:cubicBezTo>
                  <a:cubicBezTo>
                    <a:pt x="83533" y="209899"/>
                    <a:pt x="84024" y="209653"/>
                    <a:pt x="84530" y="209400"/>
                  </a:cubicBezTo>
                  <a:cubicBezTo>
                    <a:pt x="85837" y="207012"/>
                    <a:pt x="86910" y="204573"/>
                    <a:pt x="87925" y="202052"/>
                  </a:cubicBezTo>
                  <a:cubicBezTo>
                    <a:pt x="88278" y="201284"/>
                    <a:pt x="88631" y="200517"/>
                    <a:pt x="88995" y="199726"/>
                  </a:cubicBezTo>
                  <a:cubicBezTo>
                    <a:pt x="89486" y="199726"/>
                    <a:pt x="89977" y="199726"/>
                    <a:pt x="90483" y="199726"/>
                  </a:cubicBezTo>
                  <a:cubicBezTo>
                    <a:pt x="90575" y="199005"/>
                    <a:pt x="90667" y="198283"/>
                    <a:pt x="90762" y="197540"/>
                  </a:cubicBezTo>
                  <a:cubicBezTo>
                    <a:pt x="90915" y="196788"/>
                    <a:pt x="91069" y="196036"/>
                    <a:pt x="91227" y="195261"/>
                  </a:cubicBezTo>
                  <a:cubicBezTo>
                    <a:pt x="91718" y="195016"/>
                    <a:pt x="92209" y="194770"/>
                    <a:pt x="92715" y="194517"/>
                  </a:cubicBezTo>
                  <a:cubicBezTo>
                    <a:pt x="92823" y="193796"/>
                    <a:pt x="92930" y="193074"/>
                    <a:pt x="93041" y="192331"/>
                  </a:cubicBezTo>
                  <a:cubicBezTo>
                    <a:pt x="93248" y="191203"/>
                    <a:pt x="93248" y="191203"/>
                    <a:pt x="93459" y="190052"/>
                  </a:cubicBezTo>
                  <a:cubicBezTo>
                    <a:pt x="94196" y="189561"/>
                    <a:pt x="94933" y="189070"/>
                    <a:pt x="95692" y="188564"/>
                  </a:cubicBezTo>
                  <a:cubicBezTo>
                    <a:pt x="95815" y="187919"/>
                    <a:pt x="95937" y="187275"/>
                    <a:pt x="96064" y="186611"/>
                  </a:cubicBezTo>
                  <a:cubicBezTo>
                    <a:pt x="96187" y="186027"/>
                    <a:pt x="96309" y="185444"/>
                    <a:pt x="96436" y="184843"/>
                  </a:cubicBezTo>
                  <a:cubicBezTo>
                    <a:pt x="97173" y="184843"/>
                    <a:pt x="97909" y="184843"/>
                    <a:pt x="98668" y="184843"/>
                  </a:cubicBezTo>
                  <a:cubicBezTo>
                    <a:pt x="98807" y="183393"/>
                    <a:pt x="98807" y="183393"/>
                    <a:pt x="98947" y="181913"/>
                  </a:cubicBezTo>
                  <a:cubicBezTo>
                    <a:pt x="99104" y="180265"/>
                    <a:pt x="99104" y="180265"/>
                    <a:pt x="99413" y="178890"/>
                  </a:cubicBezTo>
                  <a:cubicBezTo>
                    <a:pt x="99904" y="178645"/>
                    <a:pt x="100395" y="178399"/>
                    <a:pt x="100901" y="178146"/>
                  </a:cubicBezTo>
                  <a:cubicBezTo>
                    <a:pt x="101390" y="175892"/>
                    <a:pt x="101390" y="175892"/>
                    <a:pt x="101645" y="173681"/>
                  </a:cubicBezTo>
                  <a:cubicBezTo>
                    <a:pt x="102382" y="173681"/>
                    <a:pt x="103118" y="173681"/>
                    <a:pt x="103877" y="173681"/>
                  </a:cubicBezTo>
                  <a:cubicBezTo>
                    <a:pt x="104123" y="171717"/>
                    <a:pt x="104369" y="169752"/>
                    <a:pt x="104622" y="167728"/>
                  </a:cubicBezTo>
                  <a:cubicBezTo>
                    <a:pt x="105358" y="167728"/>
                    <a:pt x="106095" y="167728"/>
                    <a:pt x="106854" y="167728"/>
                  </a:cubicBezTo>
                  <a:cubicBezTo>
                    <a:pt x="106969" y="166462"/>
                    <a:pt x="106969" y="166462"/>
                    <a:pt x="107086" y="165170"/>
                  </a:cubicBezTo>
                  <a:cubicBezTo>
                    <a:pt x="107340" y="163858"/>
                    <a:pt x="107340" y="163858"/>
                    <a:pt x="107598" y="162519"/>
                  </a:cubicBezTo>
                  <a:cubicBezTo>
                    <a:pt x="108335" y="162274"/>
                    <a:pt x="109071" y="162028"/>
                    <a:pt x="109831" y="161775"/>
                  </a:cubicBezTo>
                  <a:cubicBezTo>
                    <a:pt x="110017" y="160210"/>
                    <a:pt x="110017" y="160210"/>
                    <a:pt x="109831" y="158426"/>
                  </a:cubicBezTo>
                  <a:cubicBezTo>
                    <a:pt x="109691" y="156589"/>
                    <a:pt x="109691" y="156589"/>
                    <a:pt x="109831" y="155078"/>
                  </a:cubicBezTo>
                  <a:cubicBezTo>
                    <a:pt x="110567" y="154832"/>
                    <a:pt x="111304" y="154587"/>
                    <a:pt x="112063" y="154334"/>
                  </a:cubicBezTo>
                  <a:cubicBezTo>
                    <a:pt x="112614" y="152084"/>
                    <a:pt x="112614" y="152084"/>
                    <a:pt x="112807" y="149869"/>
                  </a:cubicBezTo>
                  <a:cubicBezTo>
                    <a:pt x="113544" y="149869"/>
                    <a:pt x="114280" y="149869"/>
                    <a:pt x="115039" y="149869"/>
                  </a:cubicBezTo>
                  <a:cubicBezTo>
                    <a:pt x="114794" y="148641"/>
                    <a:pt x="114548" y="147413"/>
                    <a:pt x="114295" y="146148"/>
                  </a:cubicBezTo>
                  <a:cubicBezTo>
                    <a:pt x="114050" y="146394"/>
                    <a:pt x="113804" y="146639"/>
                    <a:pt x="113551" y="146892"/>
                  </a:cubicBezTo>
                  <a:cubicBezTo>
                    <a:pt x="112282" y="146965"/>
                    <a:pt x="111009" y="146986"/>
                    <a:pt x="109738" y="146987"/>
                  </a:cubicBezTo>
                  <a:cubicBezTo>
                    <a:pt x="108911" y="146989"/>
                    <a:pt x="108085" y="146991"/>
                    <a:pt x="107233" y="146993"/>
                  </a:cubicBezTo>
                  <a:cubicBezTo>
                    <a:pt x="106319" y="146992"/>
                    <a:pt x="105404" y="146990"/>
                    <a:pt x="104462" y="146988"/>
                  </a:cubicBezTo>
                  <a:cubicBezTo>
                    <a:pt x="103505" y="146990"/>
                    <a:pt x="102548" y="146991"/>
                    <a:pt x="101562" y="146992"/>
                  </a:cubicBezTo>
                  <a:cubicBezTo>
                    <a:pt x="98930" y="146996"/>
                    <a:pt x="96298" y="146994"/>
                    <a:pt x="93665" y="146992"/>
                  </a:cubicBezTo>
                  <a:cubicBezTo>
                    <a:pt x="90917" y="146990"/>
                    <a:pt x="88168" y="146992"/>
                    <a:pt x="85419" y="146993"/>
                  </a:cubicBezTo>
                  <a:cubicBezTo>
                    <a:pt x="80803" y="146995"/>
                    <a:pt x="76186" y="146993"/>
                    <a:pt x="71569" y="146989"/>
                  </a:cubicBezTo>
                  <a:cubicBezTo>
                    <a:pt x="66224" y="146985"/>
                    <a:pt x="60879" y="146986"/>
                    <a:pt x="55534" y="146991"/>
                  </a:cubicBezTo>
                  <a:cubicBezTo>
                    <a:pt x="50953" y="146994"/>
                    <a:pt x="46372" y="146994"/>
                    <a:pt x="41791" y="146992"/>
                  </a:cubicBezTo>
                  <a:cubicBezTo>
                    <a:pt x="39051" y="146991"/>
                    <a:pt x="36311" y="146991"/>
                    <a:pt x="33572" y="146994"/>
                  </a:cubicBezTo>
                  <a:cubicBezTo>
                    <a:pt x="30519" y="146996"/>
                    <a:pt x="27467" y="146993"/>
                    <a:pt x="24414" y="146988"/>
                  </a:cubicBezTo>
                  <a:cubicBezTo>
                    <a:pt x="23042" y="146991"/>
                    <a:pt x="23042" y="146991"/>
                    <a:pt x="21643" y="146993"/>
                  </a:cubicBezTo>
                  <a:cubicBezTo>
                    <a:pt x="20403" y="146990"/>
                    <a:pt x="20403" y="146990"/>
                    <a:pt x="19138" y="146987"/>
                  </a:cubicBezTo>
                  <a:cubicBezTo>
                    <a:pt x="18415" y="146986"/>
                    <a:pt x="17693" y="146986"/>
                    <a:pt x="16948" y="146986"/>
                  </a:cubicBezTo>
                  <a:cubicBezTo>
                    <a:pt x="15325" y="146892"/>
                    <a:pt x="15325" y="146892"/>
                    <a:pt x="14581" y="146148"/>
                  </a:cubicBezTo>
                  <a:cubicBezTo>
                    <a:pt x="14510" y="143837"/>
                    <a:pt x="14487" y="141543"/>
                    <a:pt x="14496" y="139233"/>
                  </a:cubicBezTo>
                  <a:cubicBezTo>
                    <a:pt x="14496" y="138507"/>
                    <a:pt x="14496" y="137781"/>
                    <a:pt x="14496" y="137033"/>
                  </a:cubicBezTo>
                  <a:cubicBezTo>
                    <a:pt x="14496" y="134621"/>
                    <a:pt x="14502" y="132209"/>
                    <a:pt x="14508" y="129797"/>
                  </a:cubicBezTo>
                  <a:cubicBezTo>
                    <a:pt x="14509" y="128130"/>
                    <a:pt x="14510" y="126463"/>
                    <a:pt x="14511" y="124795"/>
                  </a:cubicBezTo>
                  <a:cubicBezTo>
                    <a:pt x="14514" y="120397"/>
                    <a:pt x="14521" y="115999"/>
                    <a:pt x="14529" y="111601"/>
                  </a:cubicBezTo>
                  <a:cubicBezTo>
                    <a:pt x="14537" y="107117"/>
                    <a:pt x="14540" y="102633"/>
                    <a:pt x="14544" y="98150"/>
                  </a:cubicBezTo>
                  <a:cubicBezTo>
                    <a:pt x="14552" y="89344"/>
                    <a:pt x="14565" y="80539"/>
                    <a:pt x="14581" y="71734"/>
                  </a:cubicBezTo>
                  <a:cubicBezTo>
                    <a:pt x="30939" y="71717"/>
                    <a:pt x="47297" y="71703"/>
                    <a:pt x="63656" y="71695"/>
                  </a:cubicBezTo>
                  <a:cubicBezTo>
                    <a:pt x="71251" y="71692"/>
                    <a:pt x="78846" y="71686"/>
                    <a:pt x="86441" y="71678"/>
                  </a:cubicBezTo>
                  <a:cubicBezTo>
                    <a:pt x="93060" y="71670"/>
                    <a:pt x="99678" y="71666"/>
                    <a:pt x="106297" y="71664"/>
                  </a:cubicBezTo>
                  <a:cubicBezTo>
                    <a:pt x="109802" y="71663"/>
                    <a:pt x="113308" y="71661"/>
                    <a:pt x="116814" y="71655"/>
                  </a:cubicBezTo>
                  <a:cubicBezTo>
                    <a:pt x="120112" y="71650"/>
                    <a:pt x="123409" y="71649"/>
                    <a:pt x="126707" y="71650"/>
                  </a:cubicBezTo>
                  <a:cubicBezTo>
                    <a:pt x="127919" y="71650"/>
                    <a:pt x="129131" y="71648"/>
                    <a:pt x="130343" y="71645"/>
                  </a:cubicBezTo>
                  <a:cubicBezTo>
                    <a:pt x="131995" y="71642"/>
                    <a:pt x="133646" y="71642"/>
                    <a:pt x="135297" y="71644"/>
                  </a:cubicBezTo>
                  <a:cubicBezTo>
                    <a:pt x="136685" y="71643"/>
                    <a:pt x="136685" y="71643"/>
                    <a:pt x="138102" y="71642"/>
                  </a:cubicBezTo>
                  <a:cubicBezTo>
                    <a:pt x="140340" y="71734"/>
                    <a:pt x="140340" y="71734"/>
                    <a:pt x="142573" y="72478"/>
                  </a:cubicBezTo>
                  <a:cubicBezTo>
                    <a:pt x="142573" y="70268"/>
                    <a:pt x="142573" y="68058"/>
                    <a:pt x="142573" y="65781"/>
                  </a:cubicBezTo>
                  <a:cubicBezTo>
                    <a:pt x="143555" y="65781"/>
                    <a:pt x="144537" y="65781"/>
                    <a:pt x="145549" y="65781"/>
                  </a:cubicBezTo>
                  <a:cubicBezTo>
                    <a:pt x="145549" y="62834"/>
                    <a:pt x="145549" y="59887"/>
                    <a:pt x="145549" y="56851"/>
                  </a:cubicBezTo>
                  <a:cubicBezTo>
                    <a:pt x="146286" y="56851"/>
                    <a:pt x="147023" y="56851"/>
                    <a:pt x="147782" y="56851"/>
                  </a:cubicBezTo>
                  <a:cubicBezTo>
                    <a:pt x="147836" y="55736"/>
                    <a:pt x="147836" y="55736"/>
                    <a:pt x="147892" y="54598"/>
                  </a:cubicBezTo>
                  <a:cubicBezTo>
                    <a:pt x="147948" y="53638"/>
                    <a:pt x="148003" y="52678"/>
                    <a:pt x="148061" y="51689"/>
                  </a:cubicBezTo>
                  <a:cubicBezTo>
                    <a:pt x="148138" y="50251"/>
                    <a:pt x="148138" y="50251"/>
                    <a:pt x="148218" y="48785"/>
                  </a:cubicBezTo>
                  <a:cubicBezTo>
                    <a:pt x="148319" y="48009"/>
                    <a:pt x="148421" y="47233"/>
                    <a:pt x="148526" y="46433"/>
                  </a:cubicBezTo>
                  <a:cubicBezTo>
                    <a:pt x="149017" y="46188"/>
                    <a:pt x="149508" y="45942"/>
                    <a:pt x="150014" y="45689"/>
                  </a:cubicBezTo>
                  <a:cubicBezTo>
                    <a:pt x="150280" y="43185"/>
                    <a:pt x="150345" y="40695"/>
                    <a:pt x="150430" y="38178"/>
                  </a:cubicBezTo>
                  <a:cubicBezTo>
                    <a:pt x="150592" y="37107"/>
                    <a:pt x="150592" y="37107"/>
                    <a:pt x="150758" y="36015"/>
                  </a:cubicBezTo>
                  <a:cubicBezTo>
                    <a:pt x="151495" y="35770"/>
                    <a:pt x="152232" y="35524"/>
                    <a:pt x="152991" y="35271"/>
                  </a:cubicBezTo>
                  <a:cubicBezTo>
                    <a:pt x="153345" y="32860"/>
                    <a:pt x="153345" y="32860"/>
                    <a:pt x="153363" y="30062"/>
                  </a:cubicBezTo>
                  <a:cubicBezTo>
                    <a:pt x="153433" y="27179"/>
                    <a:pt x="153433" y="27179"/>
                    <a:pt x="153735" y="24853"/>
                  </a:cubicBezTo>
                  <a:cubicBezTo>
                    <a:pt x="154472" y="24608"/>
                    <a:pt x="155208" y="24362"/>
                    <a:pt x="155967" y="24109"/>
                  </a:cubicBezTo>
                  <a:cubicBezTo>
                    <a:pt x="156351" y="21699"/>
                    <a:pt x="156351" y="21699"/>
                    <a:pt x="156386" y="18900"/>
                  </a:cubicBezTo>
                  <a:cubicBezTo>
                    <a:pt x="156444" y="17161"/>
                    <a:pt x="156540" y="15422"/>
                    <a:pt x="156711" y="13691"/>
                  </a:cubicBezTo>
                  <a:cubicBezTo>
                    <a:pt x="157448" y="13323"/>
                    <a:pt x="157448" y="13323"/>
                    <a:pt x="158200" y="12947"/>
                  </a:cubicBezTo>
                  <a:cubicBezTo>
                    <a:pt x="158522" y="10584"/>
                    <a:pt x="158522" y="10584"/>
                    <a:pt x="158618" y="7831"/>
                  </a:cubicBezTo>
                  <a:cubicBezTo>
                    <a:pt x="158875" y="2737"/>
                    <a:pt x="158875" y="2737"/>
                    <a:pt x="159688" y="296"/>
                  </a:cubicBezTo>
                  <a:cubicBezTo>
                    <a:pt x="161037" y="0"/>
                    <a:pt x="161037" y="0"/>
                    <a:pt x="162664" y="17"/>
                  </a:cubicBezTo>
                  <a:cubicBezTo>
                    <a:pt x="163202" y="12"/>
                    <a:pt x="163739" y="6"/>
                    <a:pt x="164292" y="0"/>
                  </a:cubicBezTo>
                  <a:close/>
                </a:path>
              </a:pathLst>
            </a:custGeom>
            <a:grpFill/>
            <a:ln w="744" cap="flat">
              <a:noFill/>
              <a:prstDash val="solid"/>
              <a:miter/>
            </a:ln>
          </p:spPr>
          <p:txBody>
            <a:bodyPr rtlCol="0" anchor="ctr"/>
            <a:lstStyle/>
            <a:p>
              <a:endParaRPr lang="zh-CN" altLang="en-US"/>
            </a:p>
          </p:txBody>
        </p:sp>
        <p:sp>
          <p:nvSpPr>
            <p:cNvPr id="142" name="任意多边形: 形状 141"/>
            <p:cNvSpPr/>
            <p:nvPr/>
          </p:nvSpPr>
          <p:spPr>
            <a:xfrm>
              <a:off x="2357108" y="609637"/>
              <a:ext cx="287363" cy="1012185"/>
            </a:xfrm>
            <a:custGeom>
              <a:avLst/>
              <a:gdLst>
                <a:gd name="connsiteX0" fmla="*/ 40550 w 287367"/>
                <a:gd name="connsiteY0" fmla="*/ 936 h 1012154"/>
                <a:gd name="connsiteX1" fmla="*/ 44610 w 287367"/>
                <a:gd name="connsiteY1" fmla="*/ 476 h 1012154"/>
                <a:gd name="connsiteX2" fmla="*/ 47240 w 287367"/>
                <a:gd name="connsiteY2" fmla="*/ 452 h 1012154"/>
                <a:gd name="connsiteX3" fmla="*/ 50154 w 287367"/>
                <a:gd name="connsiteY3" fmla="*/ 483 h 1012154"/>
                <a:gd name="connsiteX4" fmla="*/ 53231 w 287367"/>
                <a:gd name="connsiteY4" fmla="*/ 472 h 1012154"/>
                <a:gd name="connsiteX5" fmla="*/ 61713 w 287367"/>
                <a:gd name="connsiteY5" fmla="*/ 493 h 1012154"/>
                <a:gd name="connsiteX6" fmla="*/ 70850 w 287367"/>
                <a:gd name="connsiteY6" fmla="*/ 496 h 1012154"/>
                <a:gd name="connsiteX7" fmla="*/ 88760 w 287367"/>
                <a:gd name="connsiteY7" fmla="*/ 527 h 1012154"/>
                <a:gd name="connsiteX8" fmla="*/ 109599 w 287367"/>
                <a:gd name="connsiteY8" fmla="*/ 556 h 1012154"/>
                <a:gd name="connsiteX9" fmla="*/ 146769 w 287367"/>
                <a:gd name="connsiteY9" fmla="*/ 614 h 1012154"/>
                <a:gd name="connsiteX10" fmla="*/ 182873 w 287367"/>
                <a:gd name="connsiteY10" fmla="*/ 675 h 1012154"/>
                <a:gd name="connsiteX11" fmla="*/ 185119 w 287367"/>
                <a:gd name="connsiteY11" fmla="*/ 677 h 1012154"/>
                <a:gd name="connsiteX12" fmla="*/ 194055 w 287367"/>
                <a:gd name="connsiteY12" fmla="*/ 683 h 1012154"/>
                <a:gd name="connsiteX13" fmla="*/ 232557 w 287367"/>
                <a:gd name="connsiteY13" fmla="*/ 729 h 1012154"/>
                <a:gd name="connsiteX14" fmla="*/ 238803 w 287367"/>
                <a:gd name="connsiteY14" fmla="*/ 738 h 1012154"/>
                <a:gd name="connsiteX15" fmla="*/ 260661 w 287367"/>
                <a:gd name="connsiteY15" fmla="*/ 779 h 1012154"/>
                <a:gd name="connsiteX16" fmla="*/ 269704 w 287367"/>
                <a:gd name="connsiteY16" fmla="*/ 797 h 1012154"/>
                <a:gd name="connsiteX17" fmla="*/ 277972 w 287367"/>
                <a:gd name="connsiteY17" fmla="*/ 817 h 1012154"/>
                <a:gd name="connsiteX18" fmla="*/ 282402 w 287367"/>
                <a:gd name="connsiteY18" fmla="*/ 822 h 1012154"/>
                <a:gd name="connsiteX19" fmla="*/ 285032 w 287367"/>
                <a:gd name="connsiteY19" fmla="*/ 834 h 1012154"/>
                <a:gd name="connsiteX20" fmla="*/ 287316 w 287367"/>
                <a:gd name="connsiteY20" fmla="*/ 839 h 1012154"/>
                <a:gd name="connsiteX21" fmla="*/ 290581 w 287367"/>
                <a:gd name="connsiteY21" fmla="*/ 1680 h 1012154"/>
                <a:gd name="connsiteX22" fmla="*/ 290770 w 287367"/>
                <a:gd name="connsiteY22" fmla="*/ 5178 h 1012154"/>
                <a:gd name="connsiteX23" fmla="*/ 290783 w 287367"/>
                <a:gd name="connsiteY23" fmla="*/ 7470 h 1012154"/>
                <a:gd name="connsiteX24" fmla="*/ 290774 w 287367"/>
                <a:gd name="connsiteY24" fmla="*/ 10006 h 1012154"/>
                <a:gd name="connsiteX25" fmla="*/ 290782 w 287367"/>
                <a:gd name="connsiteY25" fmla="*/ 12661 h 1012154"/>
                <a:gd name="connsiteX26" fmla="*/ 290781 w 287367"/>
                <a:gd name="connsiteY26" fmla="*/ 19888 h 1012154"/>
                <a:gd name="connsiteX27" fmla="*/ 290783 w 287367"/>
                <a:gd name="connsiteY27" fmla="*/ 27439 h 1012154"/>
                <a:gd name="connsiteX28" fmla="*/ 290775 w 287367"/>
                <a:gd name="connsiteY28" fmla="*/ 40124 h 1012154"/>
                <a:gd name="connsiteX29" fmla="*/ 290778 w 287367"/>
                <a:gd name="connsiteY29" fmla="*/ 54802 h 1012154"/>
                <a:gd name="connsiteX30" fmla="*/ 290782 w 287367"/>
                <a:gd name="connsiteY30" fmla="*/ 67387 h 1012154"/>
                <a:gd name="connsiteX31" fmla="*/ 290784 w 287367"/>
                <a:gd name="connsiteY31" fmla="*/ 74911 h 1012154"/>
                <a:gd name="connsiteX32" fmla="*/ 290774 w 287367"/>
                <a:gd name="connsiteY32" fmla="*/ 83298 h 1012154"/>
                <a:gd name="connsiteX33" fmla="*/ 290783 w 287367"/>
                <a:gd name="connsiteY33" fmla="*/ 85830 h 1012154"/>
                <a:gd name="connsiteX34" fmla="*/ 290770 w 287367"/>
                <a:gd name="connsiteY34" fmla="*/ 88129 h 1012154"/>
                <a:gd name="connsiteX35" fmla="*/ 290768 w 287367"/>
                <a:gd name="connsiteY35" fmla="*/ 90134 h 1012154"/>
                <a:gd name="connsiteX36" fmla="*/ 289093 w 287367"/>
                <a:gd name="connsiteY36" fmla="*/ 93209 h 1012154"/>
                <a:gd name="connsiteX37" fmla="*/ 285729 w 287367"/>
                <a:gd name="connsiteY37" fmla="*/ 93392 h 1012154"/>
                <a:gd name="connsiteX38" fmla="*/ 283571 w 287367"/>
                <a:gd name="connsiteY38" fmla="*/ 93401 h 1012154"/>
                <a:gd name="connsiteX39" fmla="*/ 281183 w 287367"/>
                <a:gd name="connsiteY39" fmla="*/ 93388 h 1012154"/>
                <a:gd name="connsiteX40" fmla="*/ 278659 w 287367"/>
                <a:gd name="connsiteY40" fmla="*/ 93392 h 1012154"/>
                <a:gd name="connsiteX41" fmla="*/ 270231 w 287367"/>
                <a:gd name="connsiteY41" fmla="*/ 93378 h 1012154"/>
                <a:gd name="connsiteX42" fmla="*/ 264211 w 287367"/>
                <a:gd name="connsiteY42" fmla="*/ 93379 h 1012154"/>
                <a:gd name="connsiteX43" fmla="*/ 251220 w 287367"/>
                <a:gd name="connsiteY43" fmla="*/ 93367 h 1012154"/>
                <a:gd name="connsiteX44" fmla="*/ 232434 w 287367"/>
                <a:gd name="connsiteY44" fmla="*/ 93349 h 1012154"/>
                <a:gd name="connsiteX45" fmla="*/ 201949 w 287367"/>
                <a:gd name="connsiteY45" fmla="*/ 93321 h 1012154"/>
                <a:gd name="connsiteX46" fmla="*/ 172342 w 287367"/>
                <a:gd name="connsiteY46" fmla="*/ 93291 h 1012154"/>
                <a:gd name="connsiteX47" fmla="*/ 170500 w 287367"/>
                <a:gd name="connsiteY47" fmla="*/ 93290 h 1012154"/>
                <a:gd name="connsiteX48" fmla="*/ 161352 w 287367"/>
                <a:gd name="connsiteY48" fmla="*/ 93284 h 1012154"/>
                <a:gd name="connsiteX49" fmla="*/ 86689 w 287367"/>
                <a:gd name="connsiteY49" fmla="*/ 93211 h 1012154"/>
                <a:gd name="connsiteX50" fmla="*/ 83710 w 287367"/>
                <a:gd name="connsiteY50" fmla="*/ 93209 h 1012154"/>
                <a:gd name="connsiteX51" fmla="*/ 83710 w 287367"/>
                <a:gd name="connsiteY51" fmla="*/ 459326 h 1012154"/>
                <a:gd name="connsiteX52" fmla="*/ 219316 w 287367"/>
                <a:gd name="connsiteY52" fmla="*/ 459259 h 1012154"/>
                <a:gd name="connsiteX53" fmla="*/ 238511 w 287367"/>
                <a:gd name="connsiteY53" fmla="*/ 459255 h 1012154"/>
                <a:gd name="connsiteX54" fmla="*/ 251386 w 287367"/>
                <a:gd name="connsiteY54" fmla="*/ 459248 h 1012154"/>
                <a:gd name="connsiteX55" fmla="*/ 266217 w 287367"/>
                <a:gd name="connsiteY55" fmla="*/ 459242 h 1012154"/>
                <a:gd name="connsiteX56" fmla="*/ 273811 w 287367"/>
                <a:gd name="connsiteY56" fmla="*/ 459238 h 1012154"/>
                <a:gd name="connsiteX57" fmla="*/ 281922 w 287367"/>
                <a:gd name="connsiteY57" fmla="*/ 459237 h 1012154"/>
                <a:gd name="connsiteX58" fmla="*/ 284345 w 287367"/>
                <a:gd name="connsiteY58" fmla="*/ 459230 h 1012154"/>
                <a:gd name="connsiteX59" fmla="*/ 286526 w 287367"/>
                <a:gd name="connsiteY59" fmla="*/ 459235 h 1012154"/>
                <a:gd name="connsiteX60" fmla="*/ 288423 w 287367"/>
                <a:gd name="connsiteY60" fmla="*/ 459234 h 1012154"/>
                <a:gd name="connsiteX61" fmla="*/ 290581 w 287367"/>
                <a:gd name="connsiteY61" fmla="*/ 460070 h 1012154"/>
                <a:gd name="connsiteX62" fmla="*/ 290581 w 287367"/>
                <a:gd name="connsiteY62" fmla="*/ 550856 h 1012154"/>
                <a:gd name="connsiteX63" fmla="*/ 82966 w 287367"/>
                <a:gd name="connsiteY63" fmla="*/ 550856 h 1012154"/>
                <a:gd name="connsiteX64" fmla="*/ 83710 w 287367"/>
                <a:gd name="connsiteY64" fmla="*/ 920693 h 1012154"/>
                <a:gd name="connsiteX65" fmla="*/ 85942 w 287367"/>
                <a:gd name="connsiteY65" fmla="*/ 919949 h 1012154"/>
                <a:gd name="connsiteX66" fmla="*/ 89344 w 287367"/>
                <a:gd name="connsiteY66" fmla="*/ 919854 h 1012154"/>
                <a:gd name="connsiteX67" fmla="*/ 91472 w 287367"/>
                <a:gd name="connsiteY67" fmla="*/ 919846 h 1012154"/>
                <a:gd name="connsiteX68" fmla="*/ 93813 w 287367"/>
                <a:gd name="connsiteY68" fmla="*/ 919850 h 1012154"/>
                <a:gd name="connsiteX69" fmla="*/ 96297 w 287367"/>
                <a:gd name="connsiteY69" fmla="*/ 919845 h 1012154"/>
                <a:gd name="connsiteX70" fmla="*/ 104580 w 287367"/>
                <a:gd name="connsiteY70" fmla="*/ 919841 h 1012154"/>
                <a:gd name="connsiteX71" fmla="*/ 110502 w 287367"/>
                <a:gd name="connsiteY71" fmla="*/ 919834 h 1012154"/>
                <a:gd name="connsiteX72" fmla="*/ 124942 w 287367"/>
                <a:gd name="connsiteY72" fmla="*/ 919825 h 1012154"/>
                <a:gd name="connsiteX73" fmla="*/ 136677 w 287367"/>
                <a:gd name="connsiteY73" fmla="*/ 919821 h 1012154"/>
                <a:gd name="connsiteX74" fmla="*/ 169936 w 287367"/>
                <a:gd name="connsiteY74" fmla="*/ 919811 h 1012154"/>
                <a:gd name="connsiteX75" fmla="*/ 171748 w 287367"/>
                <a:gd name="connsiteY75" fmla="*/ 919811 h 1012154"/>
                <a:gd name="connsiteX76" fmla="*/ 173562 w 287367"/>
                <a:gd name="connsiteY76" fmla="*/ 919811 h 1012154"/>
                <a:gd name="connsiteX77" fmla="*/ 202671 w 287367"/>
                <a:gd name="connsiteY77" fmla="*/ 919794 h 1012154"/>
                <a:gd name="connsiteX78" fmla="*/ 232547 w 287367"/>
                <a:gd name="connsiteY78" fmla="*/ 919779 h 1012154"/>
                <a:gd name="connsiteX79" fmla="*/ 249326 w 287367"/>
                <a:gd name="connsiteY79" fmla="*/ 919769 h 1012154"/>
                <a:gd name="connsiteX80" fmla="*/ 263611 w 287367"/>
                <a:gd name="connsiteY80" fmla="*/ 919766 h 1012154"/>
                <a:gd name="connsiteX81" fmla="*/ 270901 w 287367"/>
                <a:gd name="connsiteY81" fmla="*/ 919762 h 1012154"/>
                <a:gd name="connsiteX82" fmla="*/ 278800 w 287367"/>
                <a:gd name="connsiteY82" fmla="*/ 919765 h 1012154"/>
                <a:gd name="connsiteX83" fmla="*/ 281132 w 287367"/>
                <a:gd name="connsiteY83" fmla="*/ 919754 h 1012154"/>
                <a:gd name="connsiteX84" fmla="*/ 283271 w 287367"/>
                <a:gd name="connsiteY84" fmla="*/ 919764 h 1012154"/>
                <a:gd name="connsiteX85" fmla="*/ 285112 w 287367"/>
                <a:gd name="connsiteY85" fmla="*/ 919764 h 1012154"/>
                <a:gd name="connsiteX86" fmla="*/ 290581 w 287367"/>
                <a:gd name="connsiteY86" fmla="*/ 921438 h 1012154"/>
                <a:gd name="connsiteX87" fmla="*/ 291028 w 287367"/>
                <a:gd name="connsiteY87" fmla="*/ 925063 h 1012154"/>
                <a:gd name="connsiteX88" fmla="*/ 291044 w 287367"/>
                <a:gd name="connsiteY88" fmla="*/ 927384 h 1012154"/>
                <a:gd name="connsiteX89" fmla="*/ 291003 w 287367"/>
                <a:gd name="connsiteY89" fmla="*/ 929940 h 1012154"/>
                <a:gd name="connsiteX90" fmla="*/ 291005 w 287367"/>
                <a:gd name="connsiteY90" fmla="*/ 932624 h 1012154"/>
                <a:gd name="connsiteX91" fmla="*/ 290958 w 287367"/>
                <a:gd name="connsiteY91" fmla="*/ 939921 h 1012154"/>
                <a:gd name="connsiteX92" fmla="*/ 290928 w 287367"/>
                <a:gd name="connsiteY92" fmla="*/ 947542 h 1012154"/>
                <a:gd name="connsiteX93" fmla="*/ 290849 w 287367"/>
                <a:gd name="connsiteY93" fmla="*/ 961979 h 1012154"/>
                <a:gd name="connsiteX94" fmla="*/ 290768 w 287367"/>
                <a:gd name="connsiteY94" fmla="*/ 978413 h 1012154"/>
                <a:gd name="connsiteX95" fmla="*/ 290581 w 287367"/>
                <a:gd name="connsiteY95" fmla="*/ 1012223 h 1012154"/>
                <a:gd name="connsiteX96" fmla="*/ 195100 w 287367"/>
                <a:gd name="connsiteY96" fmla="*/ 1012375 h 1012154"/>
                <a:gd name="connsiteX97" fmla="*/ 183838 w 287367"/>
                <a:gd name="connsiteY97" fmla="*/ 1012386 h 1012154"/>
                <a:gd name="connsiteX98" fmla="*/ 181573 w 287367"/>
                <a:gd name="connsiteY98" fmla="*/ 1012389 h 1012154"/>
                <a:gd name="connsiteX99" fmla="*/ 145226 w 287367"/>
                <a:gd name="connsiteY99" fmla="*/ 1012452 h 1012154"/>
                <a:gd name="connsiteX100" fmla="*/ 107956 w 287367"/>
                <a:gd name="connsiteY100" fmla="*/ 1012503 h 1012154"/>
                <a:gd name="connsiteX101" fmla="*/ 84942 w 287367"/>
                <a:gd name="connsiteY101" fmla="*/ 1012544 h 1012154"/>
                <a:gd name="connsiteX102" fmla="*/ 69180 w 287367"/>
                <a:gd name="connsiteY102" fmla="*/ 1012561 h 1012154"/>
                <a:gd name="connsiteX103" fmla="*/ 60073 w 287367"/>
                <a:gd name="connsiteY103" fmla="*/ 1012578 h 1012154"/>
                <a:gd name="connsiteX104" fmla="*/ 51748 w 287367"/>
                <a:gd name="connsiteY104" fmla="*/ 1012583 h 1012154"/>
                <a:gd name="connsiteX105" fmla="*/ 47286 w 287367"/>
                <a:gd name="connsiteY105" fmla="*/ 1012607 h 1012154"/>
                <a:gd name="connsiteX106" fmla="*/ 44638 w 287367"/>
                <a:gd name="connsiteY106" fmla="*/ 1012589 h 1012154"/>
                <a:gd name="connsiteX107" fmla="*/ 42338 w 287367"/>
                <a:gd name="connsiteY107" fmla="*/ 1012592 h 1012154"/>
                <a:gd name="connsiteX108" fmla="*/ 40550 w 287367"/>
                <a:gd name="connsiteY108" fmla="*/ 1012223 h 1012154"/>
                <a:gd name="connsiteX109" fmla="*/ 39061 w 287367"/>
                <a:gd name="connsiteY109" fmla="*/ 1009246 h 1012154"/>
                <a:gd name="connsiteX110" fmla="*/ 36829 w 287367"/>
                <a:gd name="connsiteY110" fmla="*/ 1007014 h 1012154"/>
                <a:gd name="connsiteX111" fmla="*/ 33852 w 287367"/>
                <a:gd name="connsiteY111" fmla="*/ 1002549 h 1012154"/>
                <a:gd name="connsiteX112" fmla="*/ 31620 w 287367"/>
                <a:gd name="connsiteY112" fmla="*/ 1001805 h 1012154"/>
                <a:gd name="connsiteX113" fmla="*/ 30876 w 287367"/>
                <a:gd name="connsiteY113" fmla="*/ 999572 h 1012154"/>
                <a:gd name="connsiteX114" fmla="*/ 28644 w 287367"/>
                <a:gd name="connsiteY114" fmla="*/ 998828 h 1012154"/>
                <a:gd name="connsiteX115" fmla="*/ 27899 w 287367"/>
                <a:gd name="connsiteY115" fmla="*/ 995852 h 1012154"/>
                <a:gd name="connsiteX116" fmla="*/ 25667 w 287367"/>
                <a:gd name="connsiteY116" fmla="*/ 994363 h 1012154"/>
                <a:gd name="connsiteX117" fmla="*/ 25667 w 287367"/>
                <a:gd name="connsiteY117" fmla="*/ 992131 h 1012154"/>
                <a:gd name="connsiteX118" fmla="*/ 22690 w 287367"/>
                <a:gd name="connsiteY118" fmla="*/ 992131 h 1012154"/>
                <a:gd name="connsiteX119" fmla="*/ 21946 w 287367"/>
                <a:gd name="connsiteY119" fmla="*/ 989154 h 1012154"/>
                <a:gd name="connsiteX120" fmla="*/ 20458 w 287367"/>
                <a:gd name="connsiteY120" fmla="*/ 989154 h 1012154"/>
                <a:gd name="connsiteX121" fmla="*/ 19853 w 287367"/>
                <a:gd name="connsiteY121" fmla="*/ 987899 h 1012154"/>
                <a:gd name="connsiteX122" fmla="*/ 13714 w 287367"/>
                <a:gd name="connsiteY122" fmla="*/ 981015 h 1012154"/>
                <a:gd name="connsiteX123" fmla="*/ 10738 w 287367"/>
                <a:gd name="connsiteY123" fmla="*/ 977155 h 1012154"/>
                <a:gd name="connsiteX124" fmla="*/ 7063 w 287367"/>
                <a:gd name="connsiteY124" fmla="*/ 973527 h 1012154"/>
                <a:gd name="connsiteX125" fmla="*/ 7063 w 287367"/>
                <a:gd name="connsiteY125" fmla="*/ 971295 h 1012154"/>
                <a:gd name="connsiteX126" fmla="*/ 5598 w 287367"/>
                <a:gd name="connsiteY126" fmla="*/ 971161 h 1012154"/>
                <a:gd name="connsiteX127" fmla="*/ 4087 w 287367"/>
                <a:gd name="connsiteY127" fmla="*/ 970551 h 1012154"/>
                <a:gd name="connsiteX128" fmla="*/ 3714 w 287367"/>
                <a:gd name="connsiteY128" fmla="*/ 964510 h 1012154"/>
                <a:gd name="connsiteX129" fmla="*/ 3701 w 287367"/>
                <a:gd name="connsiteY129" fmla="*/ 962555 h 1012154"/>
                <a:gd name="connsiteX130" fmla="*/ 3712 w 287367"/>
                <a:gd name="connsiteY130" fmla="*/ 955971 h 1012154"/>
                <a:gd name="connsiteX131" fmla="*/ 3699 w 287367"/>
                <a:gd name="connsiteY131" fmla="*/ 951223 h 1012154"/>
                <a:gd name="connsiteX132" fmla="*/ 3704 w 287367"/>
                <a:gd name="connsiteY132" fmla="*/ 938047 h 1012154"/>
                <a:gd name="connsiteX133" fmla="*/ 3695 w 287367"/>
                <a:gd name="connsiteY133" fmla="*/ 923762 h 1012154"/>
                <a:gd name="connsiteX134" fmla="*/ 3692 w 287367"/>
                <a:gd name="connsiteY134" fmla="*/ 898682 h 1012154"/>
                <a:gd name="connsiteX135" fmla="*/ 3696 w 287367"/>
                <a:gd name="connsiteY135" fmla="*/ 871759 h 1012154"/>
                <a:gd name="connsiteX136" fmla="*/ 3695 w 287367"/>
                <a:gd name="connsiteY136" fmla="*/ 870045 h 1012154"/>
                <a:gd name="connsiteX137" fmla="*/ 3690 w 287367"/>
                <a:gd name="connsiteY137" fmla="*/ 863131 h 1012154"/>
                <a:gd name="connsiteX138" fmla="*/ 3681 w 287367"/>
                <a:gd name="connsiteY138" fmla="*/ 798666 h 1012154"/>
                <a:gd name="connsiteX139" fmla="*/ 3682 w 287367"/>
                <a:gd name="connsiteY139" fmla="*/ 796735 h 1012154"/>
                <a:gd name="connsiteX140" fmla="*/ 3683 w 287367"/>
                <a:gd name="connsiteY140" fmla="*/ 794800 h 1012154"/>
                <a:gd name="connsiteX141" fmla="*/ 3689 w 287367"/>
                <a:gd name="connsiteY141" fmla="*/ 736528 h 1012154"/>
                <a:gd name="connsiteX142" fmla="*/ 3688 w 287367"/>
                <a:gd name="connsiteY142" fmla="*/ 732630 h 1012154"/>
                <a:gd name="connsiteX143" fmla="*/ 3685 w 287367"/>
                <a:gd name="connsiteY143" fmla="*/ 716969 h 1012154"/>
                <a:gd name="connsiteX144" fmla="*/ 3680 w 287367"/>
                <a:gd name="connsiteY144" fmla="*/ 673185 h 1012154"/>
                <a:gd name="connsiteX145" fmla="*/ 3680 w 287367"/>
                <a:gd name="connsiteY145" fmla="*/ 671170 h 1012154"/>
                <a:gd name="connsiteX146" fmla="*/ 3688 w 287367"/>
                <a:gd name="connsiteY146" fmla="*/ 607601 h 1012154"/>
                <a:gd name="connsiteX147" fmla="*/ 3689 w 287367"/>
                <a:gd name="connsiteY147" fmla="*/ 605517 h 1012154"/>
                <a:gd name="connsiteX148" fmla="*/ 3700 w 287367"/>
                <a:gd name="connsiteY148" fmla="*/ 572016 h 1012154"/>
                <a:gd name="connsiteX149" fmla="*/ 3699 w 287367"/>
                <a:gd name="connsiteY149" fmla="*/ 439139 h 1012154"/>
                <a:gd name="connsiteX150" fmla="*/ 3688 w 287367"/>
                <a:gd name="connsiteY150" fmla="*/ 405658 h 1012154"/>
                <a:gd name="connsiteX151" fmla="*/ 3688 w 287367"/>
                <a:gd name="connsiteY151" fmla="*/ 403575 h 1012154"/>
                <a:gd name="connsiteX152" fmla="*/ 3680 w 287367"/>
                <a:gd name="connsiteY152" fmla="*/ 340076 h 1012154"/>
                <a:gd name="connsiteX153" fmla="*/ 3680 w 287367"/>
                <a:gd name="connsiteY153" fmla="*/ 338063 h 1012154"/>
                <a:gd name="connsiteX154" fmla="*/ 3685 w 287367"/>
                <a:gd name="connsiteY154" fmla="*/ 294327 h 1012154"/>
                <a:gd name="connsiteX155" fmla="*/ 3688 w 287367"/>
                <a:gd name="connsiteY155" fmla="*/ 278678 h 1012154"/>
                <a:gd name="connsiteX156" fmla="*/ 3689 w 287367"/>
                <a:gd name="connsiteY156" fmla="*/ 274785 h 1012154"/>
                <a:gd name="connsiteX157" fmla="*/ 3682 w 287367"/>
                <a:gd name="connsiteY157" fmla="*/ 216525 h 1012154"/>
                <a:gd name="connsiteX158" fmla="*/ 3681 w 287367"/>
                <a:gd name="connsiteY158" fmla="*/ 214594 h 1012154"/>
                <a:gd name="connsiteX159" fmla="*/ 3680 w 287367"/>
                <a:gd name="connsiteY159" fmla="*/ 212666 h 1012154"/>
                <a:gd name="connsiteX160" fmla="*/ 3691 w 287367"/>
                <a:gd name="connsiteY160" fmla="*/ 148390 h 1012154"/>
                <a:gd name="connsiteX161" fmla="*/ 3696 w 287367"/>
                <a:gd name="connsiteY161" fmla="*/ 141497 h 1012154"/>
                <a:gd name="connsiteX162" fmla="*/ 3697 w 287367"/>
                <a:gd name="connsiteY162" fmla="*/ 139788 h 1012154"/>
                <a:gd name="connsiteX163" fmla="*/ 3690 w 287367"/>
                <a:gd name="connsiteY163" fmla="*/ 112931 h 1012154"/>
                <a:gd name="connsiteX164" fmla="*/ 3699 w 287367"/>
                <a:gd name="connsiteY164" fmla="*/ 86564 h 1012154"/>
                <a:gd name="connsiteX165" fmla="*/ 3698 w 287367"/>
                <a:gd name="connsiteY165" fmla="*/ 72442 h 1012154"/>
                <a:gd name="connsiteX166" fmla="*/ 3708 w 287367"/>
                <a:gd name="connsiteY166" fmla="*/ 59622 h 1012154"/>
                <a:gd name="connsiteX167" fmla="*/ 3701 w 287367"/>
                <a:gd name="connsiteY167" fmla="*/ 54987 h 1012154"/>
                <a:gd name="connsiteX168" fmla="*/ 3714 w 287367"/>
                <a:gd name="connsiteY168" fmla="*/ 48742 h 1012154"/>
                <a:gd name="connsiteX169" fmla="*/ 3692 w 287367"/>
                <a:gd name="connsiteY169" fmla="*/ 46899 h 1012154"/>
                <a:gd name="connsiteX170" fmla="*/ 4087 w 287367"/>
                <a:gd name="connsiteY170" fmla="*/ 42608 h 1012154"/>
                <a:gd name="connsiteX171" fmla="*/ 7063 w 287367"/>
                <a:gd name="connsiteY171" fmla="*/ 41119 h 1012154"/>
                <a:gd name="connsiteX172" fmla="*/ 9249 w 287367"/>
                <a:gd name="connsiteY172" fmla="*/ 38282 h 1012154"/>
                <a:gd name="connsiteX173" fmla="*/ 15249 w 287367"/>
                <a:gd name="connsiteY173" fmla="*/ 31446 h 1012154"/>
                <a:gd name="connsiteX174" fmla="*/ 16737 w 287367"/>
                <a:gd name="connsiteY174" fmla="*/ 31446 h 1012154"/>
                <a:gd name="connsiteX175" fmla="*/ 17481 w 287367"/>
                <a:gd name="connsiteY175" fmla="*/ 29585 h 1012154"/>
                <a:gd name="connsiteX176" fmla="*/ 18226 w 287367"/>
                <a:gd name="connsiteY176" fmla="*/ 27725 h 1012154"/>
                <a:gd name="connsiteX177" fmla="*/ 19714 w 287367"/>
                <a:gd name="connsiteY177" fmla="*/ 27725 h 1012154"/>
                <a:gd name="connsiteX178" fmla="*/ 19714 w 287367"/>
                <a:gd name="connsiteY178" fmla="*/ 25492 h 1012154"/>
                <a:gd name="connsiteX179" fmla="*/ 21574 w 287367"/>
                <a:gd name="connsiteY179" fmla="*/ 25167 h 1012154"/>
                <a:gd name="connsiteX180" fmla="*/ 23435 w 287367"/>
                <a:gd name="connsiteY180" fmla="*/ 24748 h 1012154"/>
                <a:gd name="connsiteX181" fmla="*/ 23435 w 287367"/>
                <a:gd name="connsiteY181" fmla="*/ 21772 h 1012154"/>
                <a:gd name="connsiteX182" fmla="*/ 25667 w 287367"/>
                <a:gd name="connsiteY182" fmla="*/ 21772 h 1012154"/>
                <a:gd name="connsiteX183" fmla="*/ 25667 w 287367"/>
                <a:gd name="connsiteY183" fmla="*/ 18051 h 1012154"/>
                <a:gd name="connsiteX184" fmla="*/ 28644 w 287367"/>
                <a:gd name="connsiteY184" fmla="*/ 18051 h 1012154"/>
                <a:gd name="connsiteX185" fmla="*/ 28644 w 287367"/>
                <a:gd name="connsiteY185" fmla="*/ 15074 h 1012154"/>
                <a:gd name="connsiteX186" fmla="*/ 31620 w 287367"/>
                <a:gd name="connsiteY186" fmla="*/ 15074 h 1012154"/>
                <a:gd name="connsiteX187" fmla="*/ 32364 w 287367"/>
                <a:gd name="connsiteY187" fmla="*/ 12098 h 1012154"/>
                <a:gd name="connsiteX188" fmla="*/ 33852 w 287367"/>
                <a:gd name="connsiteY188" fmla="*/ 11354 h 1012154"/>
                <a:gd name="connsiteX189" fmla="*/ 34178 w 287367"/>
                <a:gd name="connsiteY189" fmla="*/ 9865 h 1012154"/>
                <a:gd name="connsiteX190" fmla="*/ 34597 w 287367"/>
                <a:gd name="connsiteY190" fmla="*/ 8377 h 1012154"/>
                <a:gd name="connsiteX191" fmla="*/ 36829 w 287367"/>
                <a:gd name="connsiteY191" fmla="*/ 7633 h 1012154"/>
                <a:gd name="connsiteX192" fmla="*/ 37573 w 287367"/>
                <a:gd name="connsiteY192" fmla="*/ 5401 h 1012154"/>
                <a:gd name="connsiteX193" fmla="*/ 39061 w 287367"/>
                <a:gd name="connsiteY193" fmla="*/ 4656 h 1012154"/>
                <a:gd name="connsiteX194" fmla="*/ 39645 w 287367"/>
                <a:gd name="connsiteY194" fmla="*/ 2778 h 1012154"/>
                <a:gd name="connsiteX195" fmla="*/ 40550 w 287367"/>
                <a:gd name="connsiteY195" fmla="*/ 936 h 101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287367" h="1012154">
                  <a:moveTo>
                    <a:pt x="40550" y="936"/>
                  </a:moveTo>
                  <a:cubicBezTo>
                    <a:pt x="42327" y="473"/>
                    <a:pt x="42327" y="473"/>
                    <a:pt x="44610" y="476"/>
                  </a:cubicBezTo>
                  <a:cubicBezTo>
                    <a:pt x="45912" y="464"/>
                    <a:pt x="45912" y="464"/>
                    <a:pt x="47240" y="452"/>
                  </a:cubicBezTo>
                  <a:cubicBezTo>
                    <a:pt x="48683" y="467"/>
                    <a:pt x="48683" y="467"/>
                    <a:pt x="50154" y="483"/>
                  </a:cubicBezTo>
                  <a:cubicBezTo>
                    <a:pt x="51180" y="481"/>
                    <a:pt x="52205" y="477"/>
                    <a:pt x="53231" y="472"/>
                  </a:cubicBezTo>
                  <a:cubicBezTo>
                    <a:pt x="56058" y="462"/>
                    <a:pt x="58886" y="476"/>
                    <a:pt x="61713" y="493"/>
                  </a:cubicBezTo>
                  <a:cubicBezTo>
                    <a:pt x="64759" y="507"/>
                    <a:pt x="67804" y="501"/>
                    <a:pt x="70850" y="496"/>
                  </a:cubicBezTo>
                  <a:cubicBezTo>
                    <a:pt x="76820" y="491"/>
                    <a:pt x="82790" y="506"/>
                    <a:pt x="88760" y="527"/>
                  </a:cubicBezTo>
                  <a:cubicBezTo>
                    <a:pt x="95707" y="551"/>
                    <a:pt x="102653" y="554"/>
                    <a:pt x="109599" y="556"/>
                  </a:cubicBezTo>
                  <a:cubicBezTo>
                    <a:pt x="121989" y="561"/>
                    <a:pt x="134379" y="582"/>
                    <a:pt x="146769" y="614"/>
                  </a:cubicBezTo>
                  <a:cubicBezTo>
                    <a:pt x="158804" y="645"/>
                    <a:pt x="170839" y="666"/>
                    <a:pt x="182873" y="675"/>
                  </a:cubicBezTo>
                  <a:cubicBezTo>
                    <a:pt x="183614" y="676"/>
                    <a:pt x="184356" y="676"/>
                    <a:pt x="185119" y="677"/>
                  </a:cubicBezTo>
                  <a:cubicBezTo>
                    <a:pt x="188098" y="679"/>
                    <a:pt x="191077" y="681"/>
                    <a:pt x="194055" y="683"/>
                  </a:cubicBezTo>
                  <a:cubicBezTo>
                    <a:pt x="206889" y="693"/>
                    <a:pt x="219723" y="711"/>
                    <a:pt x="232557" y="729"/>
                  </a:cubicBezTo>
                  <a:cubicBezTo>
                    <a:pt x="234639" y="732"/>
                    <a:pt x="236721" y="735"/>
                    <a:pt x="238803" y="738"/>
                  </a:cubicBezTo>
                  <a:cubicBezTo>
                    <a:pt x="246089" y="747"/>
                    <a:pt x="253375" y="760"/>
                    <a:pt x="260661" y="779"/>
                  </a:cubicBezTo>
                  <a:cubicBezTo>
                    <a:pt x="263676" y="787"/>
                    <a:pt x="266690" y="793"/>
                    <a:pt x="269704" y="797"/>
                  </a:cubicBezTo>
                  <a:cubicBezTo>
                    <a:pt x="272460" y="800"/>
                    <a:pt x="275216" y="807"/>
                    <a:pt x="277972" y="817"/>
                  </a:cubicBezTo>
                  <a:cubicBezTo>
                    <a:pt x="279449" y="821"/>
                    <a:pt x="280926" y="822"/>
                    <a:pt x="282402" y="822"/>
                  </a:cubicBezTo>
                  <a:cubicBezTo>
                    <a:pt x="283270" y="826"/>
                    <a:pt x="284138" y="830"/>
                    <a:pt x="285032" y="834"/>
                  </a:cubicBezTo>
                  <a:cubicBezTo>
                    <a:pt x="285786" y="836"/>
                    <a:pt x="286539" y="837"/>
                    <a:pt x="287316" y="839"/>
                  </a:cubicBezTo>
                  <a:cubicBezTo>
                    <a:pt x="289093" y="936"/>
                    <a:pt x="289093" y="936"/>
                    <a:pt x="290581" y="1680"/>
                  </a:cubicBezTo>
                  <a:cubicBezTo>
                    <a:pt x="290768" y="3173"/>
                    <a:pt x="290768" y="3173"/>
                    <a:pt x="290770" y="5178"/>
                  </a:cubicBezTo>
                  <a:cubicBezTo>
                    <a:pt x="290774" y="5934"/>
                    <a:pt x="290778" y="6691"/>
                    <a:pt x="290783" y="7470"/>
                  </a:cubicBezTo>
                  <a:cubicBezTo>
                    <a:pt x="290778" y="8725"/>
                    <a:pt x="290778" y="8725"/>
                    <a:pt x="290774" y="10006"/>
                  </a:cubicBezTo>
                  <a:cubicBezTo>
                    <a:pt x="290778" y="11320"/>
                    <a:pt x="290778" y="11320"/>
                    <a:pt x="290782" y="12661"/>
                  </a:cubicBezTo>
                  <a:cubicBezTo>
                    <a:pt x="290787" y="15070"/>
                    <a:pt x="290786" y="17479"/>
                    <a:pt x="290781" y="19888"/>
                  </a:cubicBezTo>
                  <a:cubicBezTo>
                    <a:pt x="290777" y="22405"/>
                    <a:pt x="290781" y="24922"/>
                    <a:pt x="290783" y="27439"/>
                  </a:cubicBezTo>
                  <a:cubicBezTo>
                    <a:pt x="290786" y="31667"/>
                    <a:pt x="290782" y="35896"/>
                    <a:pt x="290775" y="40124"/>
                  </a:cubicBezTo>
                  <a:cubicBezTo>
                    <a:pt x="290767" y="45017"/>
                    <a:pt x="290770" y="49909"/>
                    <a:pt x="290778" y="54802"/>
                  </a:cubicBezTo>
                  <a:cubicBezTo>
                    <a:pt x="290785" y="58997"/>
                    <a:pt x="290785" y="63192"/>
                    <a:pt x="290782" y="67387"/>
                  </a:cubicBezTo>
                  <a:cubicBezTo>
                    <a:pt x="290779" y="69895"/>
                    <a:pt x="290779" y="72403"/>
                    <a:pt x="290784" y="74911"/>
                  </a:cubicBezTo>
                  <a:cubicBezTo>
                    <a:pt x="290788" y="77707"/>
                    <a:pt x="290782" y="80502"/>
                    <a:pt x="290774" y="83298"/>
                  </a:cubicBezTo>
                  <a:cubicBezTo>
                    <a:pt x="290777" y="84134"/>
                    <a:pt x="290780" y="84969"/>
                    <a:pt x="290783" y="85830"/>
                  </a:cubicBezTo>
                  <a:cubicBezTo>
                    <a:pt x="290779" y="86588"/>
                    <a:pt x="290774" y="87347"/>
                    <a:pt x="290770" y="88129"/>
                  </a:cubicBezTo>
                  <a:cubicBezTo>
                    <a:pt x="290769" y="89121"/>
                    <a:pt x="290769" y="89121"/>
                    <a:pt x="290768" y="90134"/>
                  </a:cubicBezTo>
                  <a:cubicBezTo>
                    <a:pt x="290581" y="91721"/>
                    <a:pt x="290581" y="91721"/>
                    <a:pt x="289093" y="93209"/>
                  </a:cubicBezTo>
                  <a:cubicBezTo>
                    <a:pt x="287602" y="93394"/>
                    <a:pt x="287602" y="93394"/>
                    <a:pt x="285729" y="93392"/>
                  </a:cubicBezTo>
                  <a:cubicBezTo>
                    <a:pt x="284661" y="93397"/>
                    <a:pt x="284661" y="93397"/>
                    <a:pt x="283571" y="93401"/>
                  </a:cubicBezTo>
                  <a:cubicBezTo>
                    <a:pt x="282389" y="93395"/>
                    <a:pt x="282389" y="93395"/>
                    <a:pt x="281183" y="93388"/>
                  </a:cubicBezTo>
                  <a:cubicBezTo>
                    <a:pt x="280350" y="93389"/>
                    <a:pt x="279517" y="93391"/>
                    <a:pt x="278659" y="93392"/>
                  </a:cubicBezTo>
                  <a:cubicBezTo>
                    <a:pt x="275850" y="93394"/>
                    <a:pt x="273040" y="93386"/>
                    <a:pt x="270231" y="93378"/>
                  </a:cubicBezTo>
                  <a:cubicBezTo>
                    <a:pt x="268224" y="93378"/>
                    <a:pt x="266217" y="93378"/>
                    <a:pt x="264211" y="93379"/>
                  </a:cubicBezTo>
                  <a:cubicBezTo>
                    <a:pt x="259881" y="93380"/>
                    <a:pt x="255551" y="93375"/>
                    <a:pt x="251220" y="93367"/>
                  </a:cubicBezTo>
                  <a:cubicBezTo>
                    <a:pt x="244958" y="93354"/>
                    <a:pt x="238696" y="93351"/>
                    <a:pt x="232434" y="93349"/>
                  </a:cubicBezTo>
                  <a:cubicBezTo>
                    <a:pt x="222272" y="93345"/>
                    <a:pt x="212111" y="93336"/>
                    <a:pt x="201949" y="93321"/>
                  </a:cubicBezTo>
                  <a:cubicBezTo>
                    <a:pt x="192080" y="93308"/>
                    <a:pt x="182211" y="93297"/>
                    <a:pt x="172342" y="93291"/>
                  </a:cubicBezTo>
                  <a:cubicBezTo>
                    <a:pt x="171734" y="93291"/>
                    <a:pt x="171126" y="93290"/>
                    <a:pt x="170500" y="93290"/>
                  </a:cubicBezTo>
                  <a:cubicBezTo>
                    <a:pt x="167451" y="93288"/>
                    <a:pt x="164402" y="93286"/>
                    <a:pt x="161352" y="93284"/>
                  </a:cubicBezTo>
                  <a:cubicBezTo>
                    <a:pt x="136464" y="93269"/>
                    <a:pt x="111577" y="93243"/>
                    <a:pt x="86689" y="93211"/>
                  </a:cubicBezTo>
                  <a:cubicBezTo>
                    <a:pt x="85696" y="93210"/>
                    <a:pt x="84703" y="93209"/>
                    <a:pt x="83710" y="93209"/>
                  </a:cubicBezTo>
                  <a:cubicBezTo>
                    <a:pt x="83710" y="214028"/>
                    <a:pt x="83710" y="334846"/>
                    <a:pt x="83710" y="459326"/>
                  </a:cubicBezTo>
                  <a:cubicBezTo>
                    <a:pt x="151513" y="459297"/>
                    <a:pt x="151513" y="459297"/>
                    <a:pt x="219316" y="459259"/>
                  </a:cubicBezTo>
                  <a:cubicBezTo>
                    <a:pt x="232397" y="459256"/>
                    <a:pt x="232397" y="459256"/>
                    <a:pt x="238511" y="459255"/>
                  </a:cubicBezTo>
                  <a:cubicBezTo>
                    <a:pt x="242803" y="459255"/>
                    <a:pt x="247094" y="459252"/>
                    <a:pt x="251386" y="459248"/>
                  </a:cubicBezTo>
                  <a:cubicBezTo>
                    <a:pt x="256330" y="459243"/>
                    <a:pt x="261273" y="459241"/>
                    <a:pt x="266217" y="459242"/>
                  </a:cubicBezTo>
                  <a:cubicBezTo>
                    <a:pt x="268748" y="459242"/>
                    <a:pt x="271280" y="459242"/>
                    <a:pt x="273811" y="459238"/>
                  </a:cubicBezTo>
                  <a:cubicBezTo>
                    <a:pt x="276515" y="459234"/>
                    <a:pt x="279218" y="459235"/>
                    <a:pt x="281922" y="459237"/>
                  </a:cubicBezTo>
                  <a:cubicBezTo>
                    <a:pt x="282722" y="459235"/>
                    <a:pt x="283521" y="459232"/>
                    <a:pt x="284345" y="459230"/>
                  </a:cubicBezTo>
                  <a:cubicBezTo>
                    <a:pt x="285065" y="459232"/>
                    <a:pt x="285785" y="459233"/>
                    <a:pt x="286526" y="459235"/>
                  </a:cubicBezTo>
                  <a:cubicBezTo>
                    <a:pt x="287152" y="459234"/>
                    <a:pt x="287778" y="459234"/>
                    <a:pt x="288423" y="459234"/>
                  </a:cubicBezTo>
                  <a:cubicBezTo>
                    <a:pt x="289837" y="459326"/>
                    <a:pt x="289837" y="459326"/>
                    <a:pt x="290581" y="460070"/>
                  </a:cubicBezTo>
                  <a:cubicBezTo>
                    <a:pt x="290581" y="490030"/>
                    <a:pt x="290581" y="519989"/>
                    <a:pt x="290581" y="550856"/>
                  </a:cubicBezTo>
                  <a:cubicBezTo>
                    <a:pt x="222068" y="550856"/>
                    <a:pt x="153555" y="550856"/>
                    <a:pt x="82966" y="550856"/>
                  </a:cubicBezTo>
                  <a:cubicBezTo>
                    <a:pt x="83211" y="672902"/>
                    <a:pt x="83457" y="794949"/>
                    <a:pt x="83710" y="920693"/>
                  </a:cubicBezTo>
                  <a:cubicBezTo>
                    <a:pt x="84447" y="920448"/>
                    <a:pt x="85183" y="920202"/>
                    <a:pt x="85942" y="919949"/>
                  </a:cubicBezTo>
                  <a:cubicBezTo>
                    <a:pt x="87075" y="919881"/>
                    <a:pt x="88210" y="919855"/>
                    <a:pt x="89344" y="919854"/>
                  </a:cubicBezTo>
                  <a:cubicBezTo>
                    <a:pt x="90397" y="919850"/>
                    <a:pt x="90397" y="919850"/>
                    <a:pt x="91472" y="919846"/>
                  </a:cubicBezTo>
                  <a:cubicBezTo>
                    <a:pt x="92245" y="919847"/>
                    <a:pt x="93017" y="919849"/>
                    <a:pt x="93813" y="919850"/>
                  </a:cubicBezTo>
                  <a:cubicBezTo>
                    <a:pt x="95043" y="919847"/>
                    <a:pt x="95043" y="919847"/>
                    <a:pt x="96297" y="919845"/>
                  </a:cubicBezTo>
                  <a:cubicBezTo>
                    <a:pt x="99058" y="919840"/>
                    <a:pt x="101819" y="919841"/>
                    <a:pt x="104580" y="919841"/>
                  </a:cubicBezTo>
                  <a:cubicBezTo>
                    <a:pt x="106554" y="919839"/>
                    <a:pt x="108528" y="919836"/>
                    <a:pt x="110502" y="919834"/>
                  </a:cubicBezTo>
                  <a:cubicBezTo>
                    <a:pt x="115315" y="919827"/>
                    <a:pt x="120128" y="919825"/>
                    <a:pt x="124942" y="919825"/>
                  </a:cubicBezTo>
                  <a:cubicBezTo>
                    <a:pt x="128854" y="919825"/>
                    <a:pt x="132765" y="919823"/>
                    <a:pt x="136677" y="919821"/>
                  </a:cubicBezTo>
                  <a:cubicBezTo>
                    <a:pt x="147763" y="919814"/>
                    <a:pt x="158850" y="919811"/>
                    <a:pt x="169936" y="919811"/>
                  </a:cubicBezTo>
                  <a:cubicBezTo>
                    <a:pt x="170534" y="919811"/>
                    <a:pt x="171132" y="919811"/>
                    <a:pt x="171748" y="919811"/>
                  </a:cubicBezTo>
                  <a:cubicBezTo>
                    <a:pt x="172346" y="919811"/>
                    <a:pt x="172945" y="919811"/>
                    <a:pt x="173562" y="919811"/>
                  </a:cubicBezTo>
                  <a:cubicBezTo>
                    <a:pt x="183265" y="919812"/>
                    <a:pt x="192968" y="919805"/>
                    <a:pt x="202671" y="919794"/>
                  </a:cubicBezTo>
                  <a:cubicBezTo>
                    <a:pt x="212630" y="919784"/>
                    <a:pt x="222589" y="919778"/>
                    <a:pt x="232547" y="919779"/>
                  </a:cubicBezTo>
                  <a:cubicBezTo>
                    <a:pt x="238140" y="919779"/>
                    <a:pt x="243733" y="919777"/>
                    <a:pt x="249326" y="919769"/>
                  </a:cubicBezTo>
                  <a:cubicBezTo>
                    <a:pt x="254088" y="919762"/>
                    <a:pt x="258849" y="919761"/>
                    <a:pt x="263611" y="919766"/>
                  </a:cubicBezTo>
                  <a:cubicBezTo>
                    <a:pt x="266041" y="919768"/>
                    <a:pt x="268471" y="919768"/>
                    <a:pt x="270901" y="919762"/>
                  </a:cubicBezTo>
                  <a:cubicBezTo>
                    <a:pt x="273534" y="919756"/>
                    <a:pt x="276167" y="919760"/>
                    <a:pt x="278800" y="919765"/>
                  </a:cubicBezTo>
                  <a:cubicBezTo>
                    <a:pt x="279570" y="919761"/>
                    <a:pt x="280339" y="919758"/>
                    <a:pt x="281132" y="919754"/>
                  </a:cubicBezTo>
                  <a:cubicBezTo>
                    <a:pt x="281838" y="919757"/>
                    <a:pt x="282544" y="919761"/>
                    <a:pt x="283271" y="919764"/>
                  </a:cubicBezTo>
                  <a:cubicBezTo>
                    <a:pt x="283879" y="919764"/>
                    <a:pt x="284486" y="919764"/>
                    <a:pt x="285112" y="919764"/>
                  </a:cubicBezTo>
                  <a:cubicBezTo>
                    <a:pt x="287229" y="919989"/>
                    <a:pt x="288730" y="920371"/>
                    <a:pt x="290581" y="921438"/>
                  </a:cubicBezTo>
                  <a:cubicBezTo>
                    <a:pt x="291039" y="923038"/>
                    <a:pt x="291039" y="923038"/>
                    <a:pt x="291028" y="925063"/>
                  </a:cubicBezTo>
                  <a:cubicBezTo>
                    <a:pt x="291036" y="926212"/>
                    <a:pt x="291036" y="926212"/>
                    <a:pt x="291044" y="927384"/>
                  </a:cubicBezTo>
                  <a:cubicBezTo>
                    <a:pt x="291031" y="928228"/>
                    <a:pt x="291017" y="929071"/>
                    <a:pt x="291003" y="929940"/>
                  </a:cubicBezTo>
                  <a:cubicBezTo>
                    <a:pt x="291004" y="930826"/>
                    <a:pt x="291005" y="931712"/>
                    <a:pt x="291005" y="932624"/>
                  </a:cubicBezTo>
                  <a:cubicBezTo>
                    <a:pt x="291003" y="935057"/>
                    <a:pt x="290984" y="937488"/>
                    <a:pt x="290958" y="939921"/>
                  </a:cubicBezTo>
                  <a:cubicBezTo>
                    <a:pt x="290935" y="942461"/>
                    <a:pt x="290933" y="945002"/>
                    <a:pt x="290928" y="947542"/>
                  </a:cubicBezTo>
                  <a:cubicBezTo>
                    <a:pt x="290917" y="952354"/>
                    <a:pt x="290886" y="957167"/>
                    <a:pt x="290849" y="961979"/>
                  </a:cubicBezTo>
                  <a:cubicBezTo>
                    <a:pt x="290807" y="967457"/>
                    <a:pt x="290787" y="972935"/>
                    <a:pt x="290768" y="978413"/>
                  </a:cubicBezTo>
                  <a:cubicBezTo>
                    <a:pt x="290729" y="989683"/>
                    <a:pt x="290664" y="1000953"/>
                    <a:pt x="290581" y="1012223"/>
                  </a:cubicBezTo>
                  <a:cubicBezTo>
                    <a:pt x="258754" y="1012291"/>
                    <a:pt x="226927" y="1012343"/>
                    <a:pt x="195100" y="1012375"/>
                  </a:cubicBezTo>
                  <a:cubicBezTo>
                    <a:pt x="191346" y="1012378"/>
                    <a:pt x="187592" y="1012382"/>
                    <a:pt x="183838" y="1012386"/>
                  </a:cubicBezTo>
                  <a:cubicBezTo>
                    <a:pt x="182717" y="1012387"/>
                    <a:pt x="182717" y="1012387"/>
                    <a:pt x="181573" y="1012389"/>
                  </a:cubicBezTo>
                  <a:cubicBezTo>
                    <a:pt x="169458" y="1012402"/>
                    <a:pt x="157342" y="1012425"/>
                    <a:pt x="145226" y="1012452"/>
                  </a:cubicBezTo>
                  <a:cubicBezTo>
                    <a:pt x="132803" y="1012480"/>
                    <a:pt x="120380" y="1012497"/>
                    <a:pt x="107956" y="1012503"/>
                  </a:cubicBezTo>
                  <a:cubicBezTo>
                    <a:pt x="100285" y="1012507"/>
                    <a:pt x="92614" y="1012520"/>
                    <a:pt x="84942" y="1012544"/>
                  </a:cubicBezTo>
                  <a:cubicBezTo>
                    <a:pt x="79688" y="1012560"/>
                    <a:pt x="74434" y="1012564"/>
                    <a:pt x="69180" y="1012561"/>
                  </a:cubicBezTo>
                  <a:cubicBezTo>
                    <a:pt x="66144" y="1012559"/>
                    <a:pt x="63109" y="1012562"/>
                    <a:pt x="60073" y="1012578"/>
                  </a:cubicBezTo>
                  <a:cubicBezTo>
                    <a:pt x="57298" y="1012592"/>
                    <a:pt x="54523" y="1012593"/>
                    <a:pt x="51748" y="1012583"/>
                  </a:cubicBezTo>
                  <a:cubicBezTo>
                    <a:pt x="50261" y="1012581"/>
                    <a:pt x="48773" y="1012594"/>
                    <a:pt x="47286" y="1012607"/>
                  </a:cubicBezTo>
                  <a:cubicBezTo>
                    <a:pt x="45975" y="1012598"/>
                    <a:pt x="45975" y="1012598"/>
                    <a:pt x="44638" y="1012589"/>
                  </a:cubicBezTo>
                  <a:cubicBezTo>
                    <a:pt x="43879" y="1012590"/>
                    <a:pt x="43120" y="1012591"/>
                    <a:pt x="42338" y="1012592"/>
                  </a:cubicBezTo>
                  <a:cubicBezTo>
                    <a:pt x="41748" y="1012470"/>
                    <a:pt x="41158" y="1012348"/>
                    <a:pt x="40550" y="1012223"/>
                  </a:cubicBezTo>
                  <a:cubicBezTo>
                    <a:pt x="39617" y="1010784"/>
                    <a:pt x="39617" y="1010784"/>
                    <a:pt x="39061" y="1009246"/>
                  </a:cubicBezTo>
                  <a:cubicBezTo>
                    <a:pt x="38007" y="1008068"/>
                    <a:pt x="38007" y="1008068"/>
                    <a:pt x="36829" y="1007014"/>
                  </a:cubicBezTo>
                  <a:cubicBezTo>
                    <a:pt x="35118" y="1005435"/>
                    <a:pt x="34617" y="1004844"/>
                    <a:pt x="33852" y="1002549"/>
                  </a:cubicBezTo>
                  <a:cubicBezTo>
                    <a:pt x="33116" y="1002303"/>
                    <a:pt x="32379" y="1002058"/>
                    <a:pt x="31620" y="1001805"/>
                  </a:cubicBezTo>
                  <a:cubicBezTo>
                    <a:pt x="31252" y="1000700"/>
                    <a:pt x="31252" y="1000700"/>
                    <a:pt x="30876" y="999572"/>
                  </a:cubicBezTo>
                  <a:cubicBezTo>
                    <a:pt x="30139" y="999327"/>
                    <a:pt x="29403" y="999081"/>
                    <a:pt x="28644" y="998828"/>
                  </a:cubicBezTo>
                  <a:cubicBezTo>
                    <a:pt x="28388" y="997838"/>
                    <a:pt x="28140" y="996846"/>
                    <a:pt x="27899" y="995852"/>
                  </a:cubicBezTo>
                  <a:cubicBezTo>
                    <a:pt x="27163" y="995360"/>
                    <a:pt x="26426" y="994869"/>
                    <a:pt x="25667" y="994363"/>
                  </a:cubicBezTo>
                  <a:cubicBezTo>
                    <a:pt x="25667" y="993627"/>
                    <a:pt x="25667" y="992890"/>
                    <a:pt x="25667" y="992131"/>
                  </a:cubicBezTo>
                  <a:cubicBezTo>
                    <a:pt x="24685" y="992131"/>
                    <a:pt x="23702" y="992131"/>
                    <a:pt x="22690" y="992131"/>
                  </a:cubicBezTo>
                  <a:cubicBezTo>
                    <a:pt x="22225" y="990643"/>
                    <a:pt x="22225" y="990643"/>
                    <a:pt x="21946" y="989154"/>
                  </a:cubicBezTo>
                  <a:cubicBezTo>
                    <a:pt x="21455" y="989154"/>
                    <a:pt x="20964" y="989154"/>
                    <a:pt x="20458" y="989154"/>
                  </a:cubicBezTo>
                  <a:cubicBezTo>
                    <a:pt x="20258" y="988740"/>
                    <a:pt x="20059" y="988326"/>
                    <a:pt x="19853" y="987899"/>
                  </a:cubicBezTo>
                  <a:cubicBezTo>
                    <a:pt x="18406" y="985080"/>
                    <a:pt x="16003" y="983165"/>
                    <a:pt x="13714" y="981015"/>
                  </a:cubicBezTo>
                  <a:cubicBezTo>
                    <a:pt x="12272" y="979481"/>
                    <a:pt x="12272" y="979481"/>
                    <a:pt x="10738" y="977155"/>
                  </a:cubicBezTo>
                  <a:cubicBezTo>
                    <a:pt x="9404" y="974883"/>
                    <a:pt x="9404" y="974883"/>
                    <a:pt x="7063" y="973527"/>
                  </a:cubicBezTo>
                  <a:cubicBezTo>
                    <a:pt x="7063" y="972791"/>
                    <a:pt x="7063" y="972054"/>
                    <a:pt x="7063" y="971295"/>
                  </a:cubicBezTo>
                  <a:cubicBezTo>
                    <a:pt x="6580" y="971251"/>
                    <a:pt x="6097" y="971207"/>
                    <a:pt x="5598" y="971161"/>
                  </a:cubicBezTo>
                  <a:cubicBezTo>
                    <a:pt x="4850" y="970859"/>
                    <a:pt x="4850" y="970859"/>
                    <a:pt x="4087" y="970551"/>
                  </a:cubicBezTo>
                  <a:cubicBezTo>
                    <a:pt x="3777" y="968446"/>
                    <a:pt x="3689" y="966622"/>
                    <a:pt x="3714" y="964510"/>
                  </a:cubicBezTo>
                  <a:cubicBezTo>
                    <a:pt x="3710" y="963865"/>
                    <a:pt x="3705" y="963220"/>
                    <a:pt x="3701" y="962555"/>
                  </a:cubicBezTo>
                  <a:cubicBezTo>
                    <a:pt x="3691" y="960360"/>
                    <a:pt x="3702" y="958166"/>
                    <a:pt x="3712" y="955971"/>
                  </a:cubicBezTo>
                  <a:cubicBezTo>
                    <a:pt x="3709" y="954388"/>
                    <a:pt x="3705" y="952805"/>
                    <a:pt x="3699" y="951223"/>
                  </a:cubicBezTo>
                  <a:cubicBezTo>
                    <a:pt x="3687" y="946831"/>
                    <a:pt x="3695" y="942439"/>
                    <a:pt x="3704" y="938047"/>
                  </a:cubicBezTo>
                  <a:cubicBezTo>
                    <a:pt x="3712" y="933286"/>
                    <a:pt x="3702" y="928524"/>
                    <a:pt x="3695" y="923762"/>
                  </a:cubicBezTo>
                  <a:cubicBezTo>
                    <a:pt x="3684" y="915402"/>
                    <a:pt x="3684" y="907042"/>
                    <a:pt x="3692" y="898682"/>
                  </a:cubicBezTo>
                  <a:cubicBezTo>
                    <a:pt x="3700" y="889708"/>
                    <a:pt x="3702" y="880734"/>
                    <a:pt x="3696" y="871759"/>
                  </a:cubicBezTo>
                  <a:cubicBezTo>
                    <a:pt x="3695" y="871194"/>
                    <a:pt x="3695" y="870628"/>
                    <a:pt x="3695" y="870045"/>
                  </a:cubicBezTo>
                  <a:cubicBezTo>
                    <a:pt x="3693" y="867740"/>
                    <a:pt x="3691" y="865436"/>
                    <a:pt x="3690" y="863131"/>
                  </a:cubicBezTo>
                  <a:cubicBezTo>
                    <a:pt x="3674" y="841643"/>
                    <a:pt x="3673" y="820155"/>
                    <a:pt x="3681" y="798666"/>
                  </a:cubicBezTo>
                  <a:cubicBezTo>
                    <a:pt x="3682" y="797710"/>
                    <a:pt x="3682" y="797710"/>
                    <a:pt x="3682" y="796735"/>
                  </a:cubicBezTo>
                  <a:cubicBezTo>
                    <a:pt x="3682" y="796097"/>
                    <a:pt x="3682" y="795458"/>
                    <a:pt x="3683" y="794800"/>
                  </a:cubicBezTo>
                  <a:cubicBezTo>
                    <a:pt x="3690" y="775376"/>
                    <a:pt x="3692" y="755952"/>
                    <a:pt x="3689" y="736528"/>
                  </a:cubicBezTo>
                  <a:cubicBezTo>
                    <a:pt x="3688" y="735228"/>
                    <a:pt x="3688" y="733929"/>
                    <a:pt x="3688" y="732630"/>
                  </a:cubicBezTo>
                  <a:cubicBezTo>
                    <a:pt x="3687" y="727410"/>
                    <a:pt x="3686" y="722189"/>
                    <a:pt x="3685" y="716969"/>
                  </a:cubicBezTo>
                  <a:cubicBezTo>
                    <a:pt x="3682" y="702374"/>
                    <a:pt x="3681" y="687779"/>
                    <a:pt x="3680" y="673185"/>
                  </a:cubicBezTo>
                  <a:cubicBezTo>
                    <a:pt x="3680" y="672520"/>
                    <a:pt x="3680" y="671855"/>
                    <a:pt x="3680" y="671170"/>
                  </a:cubicBezTo>
                  <a:cubicBezTo>
                    <a:pt x="3678" y="649980"/>
                    <a:pt x="3682" y="628791"/>
                    <a:pt x="3688" y="607601"/>
                  </a:cubicBezTo>
                  <a:cubicBezTo>
                    <a:pt x="3688" y="606913"/>
                    <a:pt x="3689" y="606225"/>
                    <a:pt x="3689" y="605517"/>
                  </a:cubicBezTo>
                  <a:cubicBezTo>
                    <a:pt x="3692" y="594350"/>
                    <a:pt x="3696" y="583183"/>
                    <a:pt x="3700" y="572016"/>
                  </a:cubicBezTo>
                  <a:cubicBezTo>
                    <a:pt x="3714" y="527723"/>
                    <a:pt x="3713" y="483431"/>
                    <a:pt x="3699" y="439139"/>
                  </a:cubicBezTo>
                  <a:cubicBezTo>
                    <a:pt x="3695" y="427979"/>
                    <a:pt x="3692" y="416818"/>
                    <a:pt x="3688" y="405658"/>
                  </a:cubicBezTo>
                  <a:cubicBezTo>
                    <a:pt x="3688" y="404627"/>
                    <a:pt x="3688" y="404627"/>
                    <a:pt x="3688" y="403575"/>
                  </a:cubicBezTo>
                  <a:cubicBezTo>
                    <a:pt x="3681" y="382409"/>
                    <a:pt x="3678" y="361242"/>
                    <a:pt x="3680" y="340076"/>
                  </a:cubicBezTo>
                  <a:cubicBezTo>
                    <a:pt x="3680" y="339411"/>
                    <a:pt x="3680" y="338747"/>
                    <a:pt x="3680" y="338063"/>
                  </a:cubicBezTo>
                  <a:cubicBezTo>
                    <a:pt x="3681" y="323484"/>
                    <a:pt x="3683" y="308905"/>
                    <a:pt x="3685" y="294327"/>
                  </a:cubicBezTo>
                  <a:cubicBezTo>
                    <a:pt x="3686" y="289110"/>
                    <a:pt x="3687" y="283894"/>
                    <a:pt x="3688" y="278678"/>
                  </a:cubicBezTo>
                  <a:cubicBezTo>
                    <a:pt x="3688" y="277381"/>
                    <a:pt x="3689" y="276083"/>
                    <a:pt x="3689" y="274785"/>
                  </a:cubicBezTo>
                  <a:cubicBezTo>
                    <a:pt x="3692" y="255365"/>
                    <a:pt x="3689" y="235945"/>
                    <a:pt x="3682" y="216525"/>
                  </a:cubicBezTo>
                  <a:cubicBezTo>
                    <a:pt x="3682" y="215887"/>
                    <a:pt x="3681" y="215250"/>
                    <a:pt x="3681" y="214594"/>
                  </a:cubicBezTo>
                  <a:cubicBezTo>
                    <a:pt x="3681" y="213957"/>
                    <a:pt x="3681" y="213321"/>
                    <a:pt x="3680" y="212666"/>
                  </a:cubicBezTo>
                  <a:cubicBezTo>
                    <a:pt x="3672" y="191241"/>
                    <a:pt x="3675" y="169815"/>
                    <a:pt x="3691" y="148390"/>
                  </a:cubicBezTo>
                  <a:cubicBezTo>
                    <a:pt x="3693" y="146092"/>
                    <a:pt x="3694" y="143795"/>
                    <a:pt x="3696" y="141497"/>
                  </a:cubicBezTo>
                  <a:cubicBezTo>
                    <a:pt x="3696" y="140933"/>
                    <a:pt x="3697" y="140369"/>
                    <a:pt x="3697" y="139788"/>
                  </a:cubicBezTo>
                  <a:cubicBezTo>
                    <a:pt x="3703" y="130836"/>
                    <a:pt x="3699" y="121883"/>
                    <a:pt x="3690" y="112931"/>
                  </a:cubicBezTo>
                  <a:cubicBezTo>
                    <a:pt x="3683" y="104142"/>
                    <a:pt x="3686" y="95353"/>
                    <a:pt x="3699" y="86564"/>
                  </a:cubicBezTo>
                  <a:cubicBezTo>
                    <a:pt x="3707" y="81856"/>
                    <a:pt x="3709" y="77149"/>
                    <a:pt x="3698" y="72442"/>
                  </a:cubicBezTo>
                  <a:cubicBezTo>
                    <a:pt x="3689" y="68168"/>
                    <a:pt x="3693" y="63895"/>
                    <a:pt x="3708" y="59622"/>
                  </a:cubicBezTo>
                  <a:cubicBezTo>
                    <a:pt x="3711" y="58077"/>
                    <a:pt x="3709" y="56532"/>
                    <a:pt x="3701" y="54987"/>
                  </a:cubicBezTo>
                  <a:cubicBezTo>
                    <a:pt x="3692" y="52905"/>
                    <a:pt x="3700" y="50824"/>
                    <a:pt x="3714" y="48742"/>
                  </a:cubicBezTo>
                  <a:cubicBezTo>
                    <a:pt x="3707" y="48134"/>
                    <a:pt x="3700" y="47526"/>
                    <a:pt x="3692" y="46899"/>
                  </a:cubicBezTo>
                  <a:cubicBezTo>
                    <a:pt x="3714" y="45234"/>
                    <a:pt x="3714" y="45234"/>
                    <a:pt x="4087" y="42608"/>
                  </a:cubicBezTo>
                  <a:cubicBezTo>
                    <a:pt x="5527" y="41562"/>
                    <a:pt x="5527" y="41562"/>
                    <a:pt x="7063" y="41119"/>
                  </a:cubicBezTo>
                  <a:cubicBezTo>
                    <a:pt x="8236" y="39808"/>
                    <a:pt x="8236" y="39808"/>
                    <a:pt x="9249" y="38282"/>
                  </a:cubicBezTo>
                  <a:cubicBezTo>
                    <a:pt x="11083" y="35734"/>
                    <a:pt x="12901" y="33533"/>
                    <a:pt x="15249" y="31446"/>
                  </a:cubicBezTo>
                  <a:cubicBezTo>
                    <a:pt x="15740" y="31446"/>
                    <a:pt x="16231" y="31446"/>
                    <a:pt x="16737" y="31446"/>
                  </a:cubicBezTo>
                  <a:cubicBezTo>
                    <a:pt x="16983" y="30832"/>
                    <a:pt x="17228" y="30218"/>
                    <a:pt x="17481" y="29585"/>
                  </a:cubicBezTo>
                  <a:cubicBezTo>
                    <a:pt x="17727" y="28971"/>
                    <a:pt x="17973" y="28357"/>
                    <a:pt x="18226" y="27725"/>
                  </a:cubicBezTo>
                  <a:cubicBezTo>
                    <a:pt x="18717" y="27725"/>
                    <a:pt x="19208" y="27725"/>
                    <a:pt x="19714" y="27725"/>
                  </a:cubicBezTo>
                  <a:cubicBezTo>
                    <a:pt x="19714" y="26988"/>
                    <a:pt x="19714" y="26251"/>
                    <a:pt x="19714" y="25492"/>
                  </a:cubicBezTo>
                  <a:cubicBezTo>
                    <a:pt x="20328" y="25385"/>
                    <a:pt x="20942" y="25278"/>
                    <a:pt x="21574" y="25167"/>
                  </a:cubicBezTo>
                  <a:cubicBezTo>
                    <a:pt x="22188" y="25029"/>
                    <a:pt x="22802" y="24891"/>
                    <a:pt x="23435" y="24748"/>
                  </a:cubicBezTo>
                  <a:cubicBezTo>
                    <a:pt x="23435" y="23766"/>
                    <a:pt x="23435" y="22784"/>
                    <a:pt x="23435" y="21772"/>
                  </a:cubicBezTo>
                  <a:cubicBezTo>
                    <a:pt x="24171" y="21772"/>
                    <a:pt x="24908" y="21772"/>
                    <a:pt x="25667" y="21772"/>
                  </a:cubicBezTo>
                  <a:cubicBezTo>
                    <a:pt x="25667" y="20544"/>
                    <a:pt x="25667" y="19316"/>
                    <a:pt x="25667" y="18051"/>
                  </a:cubicBezTo>
                  <a:cubicBezTo>
                    <a:pt x="26649" y="18051"/>
                    <a:pt x="27631" y="18051"/>
                    <a:pt x="28644" y="18051"/>
                  </a:cubicBezTo>
                  <a:cubicBezTo>
                    <a:pt x="28644" y="17069"/>
                    <a:pt x="28644" y="16086"/>
                    <a:pt x="28644" y="15074"/>
                  </a:cubicBezTo>
                  <a:cubicBezTo>
                    <a:pt x="29626" y="15074"/>
                    <a:pt x="30608" y="15074"/>
                    <a:pt x="31620" y="15074"/>
                  </a:cubicBezTo>
                  <a:cubicBezTo>
                    <a:pt x="32120" y="13634"/>
                    <a:pt x="32120" y="13634"/>
                    <a:pt x="32364" y="12098"/>
                  </a:cubicBezTo>
                  <a:cubicBezTo>
                    <a:pt x="32855" y="11852"/>
                    <a:pt x="33346" y="11607"/>
                    <a:pt x="33852" y="11354"/>
                  </a:cubicBezTo>
                  <a:cubicBezTo>
                    <a:pt x="33960" y="10863"/>
                    <a:pt x="34067" y="10371"/>
                    <a:pt x="34178" y="9865"/>
                  </a:cubicBezTo>
                  <a:cubicBezTo>
                    <a:pt x="34385" y="9129"/>
                    <a:pt x="34385" y="9129"/>
                    <a:pt x="34597" y="8377"/>
                  </a:cubicBezTo>
                  <a:cubicBezTo>
                    <a:pt x="35333" y="8132"/>
                    <a:pt x="36070" y="7886"/>
                    <a:pt x="36829" y="7633"/>
                  </a:cubicBezTo>
                  <a:cubicBezTo>
                    <a:pt x="37075" y="6896"/>
                    <a:pt x="37320" y="6160"/>
                    <a:pt x="37573" y="5401"/>
                  </a:cubicBezTo>
                  <a:cubicBezTo>
                    <a:pt x="38064" y="5155"/>
                    <a:pt x="38555" y="4909"/>
                    <a:pt x="39061" y="4656"/>
                  </a:cubicBezTo>
                  <a:cubicBezTo>
                    <a:pt x="39350" y="3727"/>
                    <a:pt x="39350" y="3727"/>
                    <a:pt x="39645" y="2778"/>
                  </a:cubicBezTo>
                  <a:cubicBezTo>
                    <a:pt x="39943" y="2170"/>
                    <a:pt x="40242" y="1562"/>
                    <a:pt x="40550" y="936"/>
                  </a:cubicBezTo>
                  <a:close/>
                </a:path>
              </a:pathLst>
            </a:custGeom>
            <a:grpFill/>
            <a:ln w="744" cap="flat">
              <a:noFill/>
              <a:prstDash val="solid"/>
              <a:miter/>
            </a:ln>
          </p:spPr>
          <p:txBody>
            <a:bodyPr rtlCol="0" anchor="ctr"/>
            <a:lstStyle/>
            <a:p>
              <a:endParaRPr lang="zh-CN" altLang="en-US"/>
            </a:p>
          </p:txBody>
        </p:sp>
        <p:sp>
          <p:nvSpPr>
            <p:cNvPr id="143" name="任意多边形: 形状 142"/>
            <p:cNvSpPr/>
            <p:nvPr/>
          </p:nvSpPr>
          <p:spPr>
            <a:xfrm>
              <a:off x="5204216" y="603697"/>
              <a:ext cx="440741" cy="547330"/>
            </a:xfrm>
            <a:custGeom>
              <a:avLst/>
              <a:gdLst>
                <a:gd name="connsiteX0" fmla="*/ 200045 w 440747"/>
                <a:gd name="connsiteY0" fmla="*/ 413726 h 547312"/>
                <a:gd name="connsiteX1" fmla="*/ 199770 w 440747"/>
                <a:gd name="connsiteY1" fmla="*/ 435301 h 547312"/>
                <a:gd name="connsiteX2" fmla="*/ 199595 w 440747"/>
                <a:gd name="connsiteY2" fmla="*/ 449499 h 547312"/>
                <a:gd name="connsiteX3" fmla="*/ 199445 w 440747"/>
                <a:gd name="connsiteY3" fmla="*/ 461335 h 547312"/>
                <a:gd name="connsiteX4" fmla="*/ 199391 w 440747"/>
                <a:gd name="connsiteY4" fmla="*/ 465830 h 547312"/>
                <a:gd name="connsiteX5" fmla="*/ 199307 w 440747"/>
                <a:gd name="connsiteY5" fmla="*/ 472317 h 547312"/>
                <a:gd name="connsiteX6" fmla="*/ 199285 w 440747"/>
                <a:gd name="connsiteY6" fmla="*/ 474297 h 547312"/>
                <a:gd name="connsiteX7" fmla="*/ 200045 w 440747"/>
                <a:gd name="connsiteY7" fmla="*/ 482931 h 547312"/>
                <a:gd name="connsiteX8" fmla="*/ 201584 w 440747"/>
                <a:gd name="connsiteY8" fmla="*/ 483205 h 547312"/>
                <a:gd name="connsiteX9" fmla="*/ 203635 w 440747"/>
                <a:gd name="connsiteY9" fmla="*/ 483196 h 547312"/>
                <a:gd name="connsiteX10" fmla="*/ 205953 w 440747"/>
                <a:gd name="connsiteY10" fmla="*/ 483203 h 547312"/>
                <a:gd name="connsiteX11" fmla="*/ 208478 w 440747"/>
                <a:gd name="connsiteY11" fmla="*/ 483175 h 547312"/>
                <a:gd name="connsiteX12" fmla="*/ 213720 w 440747"/>
                <a:gd name="connsiteY12" fmla="*/ 483164 h 547312"/>
                <a:gd name="connsiteX13" fmla="*/ 222025 w 440747"/>
                <a:gd name="connsiteY13" fmla="*/ 483110 h 547312"/>
                <a:gd name="connsiteX14" fmla="*/ 227427 w 440747"/>
                <a:gd name="connsiteY14" fmla="*/ 483095 h 547312"/>
                <a:gd name="connsiteX15" fmla="*/ 230012 w 440747"/>
                <a:gd name="connsiteY15" fmla="*/ 483082 h 547312"/>
                <a:gd name="connsiteX16" fmla="*/ 232523 w 440747"/>
                <a:gd name="connsiteY16" fmla="*/ 483073 h 547312"/>
                <a:gd name="connsiteX17" fmla="*/ 234862 w 440747"/>
                <a:gd name="connsiteY17" fmla="*/ 483051 h 547312"/>
                <a:gd name="connsiteX18" fmla="*/ 241717 w 440747"/>
                <a:gd name="connsiteY18" fmla="*/ 482187 h 547312"/>
                <a:gd name="connsiteX19" fmla="*/ 242040 w 440747"/>
                <a:gd name="connsiteY19" fmla="*/ 477750 h 547312"/>
                <a:gd name="connsiteX20" fmla="*/ 241987 w 440747"/>
                <a:gd name="connsiteY20" fmla="*/ 475818 h 547312"/>
                <a:gd name="connsiteX21" fmla="*/ 241894 w 440747"/>
                <a:gd name="connsiteY21" fmla="*/ 469430 h 547312"/>
                <a:gd name="connsiteX22" fmla="*/ 241812 w 440747"/>
                <a:gd name="connsiteY22" fmla="*/ 464852 h 547312"/>
                <a:gd name="connsiteX23" fmla="*/ 241624 w 440747"/>
                <a:gd name="connsiteY23" fmla="*/ 452881 h 547312"/>
                <a:gd name="connsiteX24" fmla="*/ 241383 w 440747"/>
                <a:gd name="connsiteY24" fmla="*/ 438025 h 547312"/>
                <a:gd name="connsiteX25" fmla="*/ 240973 w 440747"/>
                <a:gd name="connsiteY25" fmla="*/ 413726 h 547312"/>
                <a:gd name="connsiteX26" fmla="*/ 200045 w 440747"/>
                <a:gd name="connsiteY26" fmla="*/ 413726 h 547312"/>
                <a:gd name="connsiteX27" fmla="*/ 294834 w 440747"/>
                <a:gd name="connsiteY27" fmla="*/ 413636 h 547312"/>
                <a:gd name="connsiteX28" fmla="*/ 292346 w 440747"/>
                <a:gd name="connsiteY28" fmla="*/ 418685 h 547312"/>
                <a:gd name="connsiteX29" fmla="*/ 292350 w 440747"/>
                <a:gd name="connsiteY29" fmla="*/ 420518 h 547312"/>
                <a:gd name="connsiteX30" fmla="*/ 292345 w 440747"/>
                <a:gd name="connsiteY30" fmla="*/ 426585 h 547312"/>
                <a:gd name="connsiteX31" fmla="*/ 292347 w 440747"/>
                <a:gd name="connsiteY31" fmla="*/ 430938 h 547312"/>
                <a:gd name="connsiteX32" fmla="*/ 292347 w 440747"/>
                <a:gd name="connsiteY32" fmla="*/ 439991 h 547312"/>
                <a:gd name="connsiteX33" fmla="*/ 292350 w 440747"/>
                <a:gd name="connsiteY33" fmla="*/ 451792 h 547312"/>
                <a:gd name="connsiteX34" fmla="*/ 292346 w 440747"/>
                <a:gd name="connsiteY34" fmla="*/ 460978 h 547312"/>
                <a:gd name="connsiteX35" fmla="*/ 292348 w 440747"/>
                <a:gd name="connsiteY35" fmla="*/ 465365 h 547312"/>
                <a:gd name="connsiteX36" fmla="*/ 292347 w 440747"/>
                <a:gd name="connsiteY36" fmla="*/ 471683 h 547312"/>
                <a:gd name="connsiteX37" fmla="*/ 292350 w 440747"/>
                <a:gd name="connsiteY37" fmla="*/ 473617 h 547312"/>
                <a:gd name="connsiteX38" fmla="*/ 293191 w 440747"/>
                <a:gd name="connsiteY38" fmla="*/ 482930 h 547312"/>
                <a:gd name="connsiteX39" fmla="*/ 294834 w 440747"/>
                <a:gd name="connsiteY39" fmla="*/ 483288 h 547312"/>
                <a:gd name="connsiteX40" fmla="*/ 297032 w 440747"/>
                <a:gd name="connsiteY40" fmla="*/ 483268 h 547312"/>
                <a:gd name="connsiteX41" fmla="*/ 299550 w 440747"/>
                <a:gd name="connsiteY41" fmla="*/ 483267 h 547312"/>
                <a:gd name="connsiteX42" fmla="*/ 302217 w 440747"/>
                <a:gd name="connsiteY42" fmla="*/ 483221 h 547312"/>
                <a:gd name="connsiteX43" fmla="*/ 307247 w 440747"/>
                <a:gd name="connsiteY43" fmla="*/ 483199 h 547312"/>
                <a:gd name="connsiteX44" fmla="*/ 313701 w 440747"/>
                <a:gd name="connsiteY44" fmla="*/ 483116 h 547312"/>
                <a:gd name="connsiteX45" fmla="*/ 334119 w 440747"/>
                <a:gd name="connsiteY45" fmla="*/ 482930 h 547312"/>
                <a:gd name="connsiteX46" fmla="*/ 334119 w 440747"/>
                <a:gd name="connsiteY46" fmla="*/ 413725 h 547312"/>
                <a:gd name="connsiteX47" fmla="*/ 313701 w 440747"/>
                <a:gd name="connsiteY47" fmla="*/ 413679 h 547312"/>
                <a:gd name="connsiteX48" fmla="*/ 304652 w 440747"/>
                <a:gd name="connsiteY48" fmla="*/ 413655 h 547312"/>
                <a:gd name="connsiteX49" fmla="*/ 302217 w 440747"/>
                <a:gd name="connsiteY49" fmla="*/ 413653 h 547312"/>
                <a:gd name="connsiteX50" fmla="*/ 299550 w 440747"/>
                <a:gd name="connsiteY50" fmla="*/ 413641 h 547312"/>
                <a:gd name="connsiteX51" fmla="*/ 297032 w 440747"/>
                <a:gd name="connsiteY51" fmla="*/ 413641 h 547312"/>
                <a:gd name="connsiteX52" fmla="*/ 294834 w 440747"/>
                <a:gd name="connsiteY52" fmla="*/ 413636 h 547312"/>
                <a:gd name="connsiteX53" fmla="*/ 146315 w 440747"/>
                <a:gd name="connsiteY53" fmla="*/ 413363 h 547312"/>
                <a:gd name="connsiteX54" fmla="*/ 144284 w 440747"/>
                <a:gd name="connsiteY54" fmla="*/ 413376 h 547312"/>
                <a:gd name="connsiteX55" fmla="*/ 141989 w 440747"/>
                <a:gd name="connsiteY55" fmla="*/ 413369 h 547312"/>
                <a:gd name="connsiteX56" fmla="*/ 139492 w 440747"/>
                <a:gd name="connsiteY56" fmla="*/ 413409 h 547312"/>
                <a:gd name="connsiteX57" fmla="*/ 134321 w 440747"/>
                <a:gd name="connsiteY57" fmla="*/ 413428 h 547312"/>
                <a:gd name="connsiteX58" fmla="*/ 126119 w 440747"/>
                <a:gd name="connsiteY58" fmla="*/ 413506 h 547312"/>
                <a:gd name="connsiteX59" fmla="*/ 120781 w 440747"/>
                <a:gd name="connsiteY59" fmla="*/ 413530 h 547312"/>
                <a:gd name="connsiteX60" fmla="*/ 118237 w 440747"/>
                <a:gd name="connsiteY60" fmla="*/ 413548 h 547312"/>
                <a:gd name="connsiteX61" fmla="*/ 115740 w 440747"/>
                <a:gd name="connsiteY61" fmla="*/ 413565 h 547312"/>
                <a:gd name="connsiteX62" fmla="*/ 113445 w 440747"/>
                <a:gd name="connsiteY62" fmla="*/ 413594 h 547312"/>
                <a:gd name="connsiteX63" fmla="*/ 109044 w 440747"/>
                <a:gd name="connsiteY63" fmla="*/ 418685 h 547312"/>
                <a:gd name="connsiteX64" fmla="*/ 109048 w 440747"/>
                <a:gd name="connsiteY64" fmla="*/ 420518 h 547312"/>
                <a:gd name="connsiteX65" fmla="*/ 109043 w 440747"/>
                <a:gd name="connsiteY65" fmla="*/ 426585 h 547312"/>
                <a:gd name="connsiteX66" fmla="*/ 109045 w 440747"/>
                <a:gd name="connsiteY66" fmla="*/ 430939 h 547312"/>
                <a:gd name="connsiteX67" fmla="*/ 109045 w 440747"/>
                <a:gd name="connsiteY67" fmla="*/ 439991 h 547312"/>
                <a:gd name="connsiteX68" fmla="*/ 109048 w 440747"/>
                <a:gd name="connsiteY68" fmla="*/ 451793 h 547312"/>
                <a:gd name="connsiteX69" fmla="*/ 109044 w 440747"/>
                <a:gd name="connsiteY69" fmla="*/ 460979 h 547312"/>
                <a:gd name="connsiteX70" fmla="*/ 109046 w 440747"/>
                <a:gd name="connsiteY70" fmla="*/ 465365 h 547312"/>
                <a:gd name="connsiteX71" fmla="*/ 109044 w 440747"/>
                <a:gd name="connsiteY71" fmla="*/ 471684 h 547312"/>
                <a:gd name="connsiteX72" fmla="*/ 109048 w 440747"/>
                <a:gd name="connsiteY72" fmla="*/ 473617 h 547312"/>
                <a:gd name="connsiteX73" fmla="*/ 109889 w 440747"/>
                <a:gd name="connsiteY73" fmla="*/ 482931 h 547312"/>
                <a:gd name="connsiteX74" fmla="*/ 111309 w 440747"/>
                <a:gd name="connsiteY74" fmla="*/ 483294 h 547312"/>
                <a:gd name="connsiteX75" fmla="*/ 113193 w 440747"/>
                <a:gd name="connsiteY75" fmla="*/ 483281 h 547312"/>
                <a:gd name="connsiteX76" fmla="*/ 115324 w 440747"/>
                <a:gd name="connsiteY76" fmla="*/ 483287 h 547312"/>
                <a:gd name="connsiteX77" fmla="*/ 117644 w 440747"/>
                <a:gd name="connsiteY77" fmla="*/ 483248 h 547312"/>
                <a:gd name="connsiteX78" fmla="*/ 122470 w 440747"/>
                <a:gd name="connsiteY78" fmla="*/ 483229 h 547312"/>
                <a:gd name="connsiteX79" fmla="*/ 130107 w 440747"/>
                <a:gd name="connsiteY79" fmla="*/ 483150 h 547312"/>
                <a:gd name="connsiteX80" fmla="*/ 135076 w 440747"/>
                <a:gd name="connsiteY80" fmla="*/ 483126 h 547312"/>
                <a:gd name="connsiteX81" fmla="*/ 137457 w 440747"/>
                <a:gd name="connsiteY81" fmla="*/ 483108 h 547312"/>
                <a:gd name="connsiteX82" fmla="*/ 139759 w 440747"/>
                <a:gd name="connsiteY82" fmla="*/ 483092 h 547312"/>
                <a:gd name="connsiteX83" fmla="*/ 141918 w 440747"/>
                <a:gd name="connsiteY83" fmla="*/ 483063 h 547312"/>
                <a:gd name="connsiteX84" fmla="*/ 149328 w 440747"/>
                <a:gd name="connsiteY84" fmla="*/ 482187 h 547312"/>
                <a:gd name="connsiteX85" fmla="*/ 148500 w 440747"/>
                <a:gd name="connsiteY85" fmla="*/ 475696 h 547312"/>
                <a:gd name="connsiteX86" fmla="*/ 148512 w 440747"/>
                <a:gd name="connsiteY86" fmla="*/ 473942 h 547312"/>
                <a:gd name="connsiteX87" fmla="*/ 148519 w 440747"/>
                <a:gd name="connsiteY87" fmla="*/ 470134 h 547312"/>
                <a:gd name="connsiteX88" fmla="*/ 148543 w 440747"/>
                <a:gd name="connsiteY88" fmla="*/ 463907 h 547312"/>
                <a:gd name="connsiteX89" fmla="*/ 148584 w 440747"/>
                <a:gd name="connsiteY89" fmla="*/ 448375 h 547312"/>
                <a:gd name="connsiteX90" fmla="*/ 148622 w 440747"/>
                <a:gd name="connsiteY90" fmla="*/ 434976 h 547312"/>
                <a:gd name="connsiteX91" fmla="*/ 148640 w 440747"/>
                <a:gd name="connsiteY91" fmla="*/ 428663 h 547312"/>
                <a:gd name="connsiteX92" fmla="*/ 148654 w 440747"/>
                <a:gd name="connsiteY92" fmla="*/ 424671 h 547312"/>
                <a:gd name="connsiteX93" fmla="*/ 148657 w 440747"/>
                <a:gd name="connsiteY93" fmla="*/ 422811 h 547312"/>
                <a:gd name="connsiteX94" fmla="*/ 147840 w 440747"/>
                <a:gd name="connsiteY94" fmla="*/ 413726 h 547312"/>
                <a:gd name="connsiteX95" fmla="*/ 146315 w 440747"/>
                <a:gd name="connsiteY95" fmla="*/ 413363 h 547312"/>
                <a:gd name="connsiteX96" fmla="*/ 112338 w 440747"/>
                <a:gd name="connsiteY96" fmla="*/ 3 h 547312"/>
                <a:gd name="connsiteX97" fmla="*/ 118414 w 440747"/>
                <a:gd name="connsiteY97" fmla="*/ 27 h 547312"/>
                <a:gd name="connsiteX98" fmla="*/ 122615 w 440747"/>
                <a:gd name="connsiteY98" fmla="*/ 34 h 547312"/>
                <a:gd name="connsiteX99" fmla="*/ 133695 w 440747"/>
                <a:gd name="connsiteY99" fmla="*/ 71 h 547312"/>
                <a:gd name="connsiteX100" fmla="*/ 146977 w 440747"/>
                <a:gd name="connsiteY100" fmla="*/ 104 h 547312"/>
                <a:gd name="connsiteX101" fmla="*/ 167175 w 440747"/>
                <a:gd name="connsiteY101" fmla="*/ 173 h 547312"/>
                <a:gd name="connsiteX102" fmla="*/ 167175 w 440747"/>
                <a:gd name="connsiteY102" fmla="*/ 32171 h 547312"/>
                <a:gd name="connsiteX103" fmla="*/ 169408 w 440747"/>
                <a:gd name="connsiteY103" fmla="*/ 30683 h 547312"/>
                <a:gd name="connsiteX104" fmla="*/ 173546 w 440747"/>
                <a:gd name="connsiteY104" fmla="*/ 30504 h 547312"/>
                <a:gd name="connsiteX105" fmla="*/ 176155 w 440747"/>
                <a:gd name="connsiteY105" fmla="*/ 30497 h 547312"/>
                <a:gd name="connsiteX106" fmla="*/ 179020 w 440747"/>
                <a:gd name="connsiteY106" fmla="*/ 30514 h 547312"/>
                <a:gd name="connsiteX107" fmla="*/ 182034 w 440747"/>
                <a:gd name="connsiteY107" fmla="*/ 30513 h 547312"/>
                <a:gd name="connsiteX108" fmla="*/ 190220 w 440747"/>
                <a:gd name="connsiteY108" fmla="*/ 30532 h 547312"/>
                <a:gd name="connsiteX109" fmla="*/ 198774 w 440747"/>
                <a:gd name="connsiteY109" fmla="*/ 30544 h 547312"/>
                <a:gd name="connsiteX110" fmla="*/ 214974 w 440747"/>
                <a:gd name="connsiteY110" fmla="*/ 30575 h 547312"/>
                <a:gd name="connsiteX111" fmla="*/ 233416 w 440747"/>
                <a:gd name="connsiteY111" fmla="*/ 30608 h 547312"/>
                <a:gd name="connsiteX112" fmla="*/ 271355 w 440747"/>
                <a:gd name="connsiteY112" fmla="*/ 30683 h 547312"/>
                <a:gd name="connsiteX113" fmla="*/ 271355 w 440747"/>
                <a:gd name="connsiteY113" fmla="*/ 32171 h 547312"/>
                <a:gd name="connsiteX114" fmla="*/ 273587 w 440747"/>
                <a:gd name="connsiteY114" fmla="*/ 32171 h 547312"/>
                <a:gd name="connsiteX115" fmla="*/ 273587 w 440747"/>
                <a:gd name="connsiteY115" fmla="*/ 173 h 547312"/>
                <a:gd name="connsiteX116" fmla="*/ 333863 w 440747"/>
                <a:gd name="connsiteY116" fmla="*/ 173 h 547312"/>
                <a:gd name="connsiteX117" fmla="*/ 333863 w 440747"/>
                <a:gd name="connsiteY117" fmla="*/ 32171 h 547312"/>
                <a:gd name="connsiteX118" fmla="*/ 336095 w 440747"/>
                <a:gd name="connsiteY118" fmla="*/ 30683 h 547312"/>
                <a:gd name="connsiteX119" fmla="*/ 339960 w 440747"/>
                <a:gd name="connsiteY119" fmla="*/ 30499 h 547312"/>
                <a:gd name="connsiteX120" fmla="*/ 342385 w 440747"/>
                <a:gd name="connsiteY120" fmla="*/ 30489 h 547312"/>
                <a:gd name="connsiteX121" fmla="*/ 345045 w 440747"/>
                <a:gd name="connsiteY121" fmla="*/ 30502 h 547312"/>
                <a:gd name="connsiteX122" fmla="*/ 347847 w 440747"/>
                <a:gd name="connsiteY122" fmla="*/ 30498 h 547312"/>
                <a:gd name="connsiteX123" fmla="*/ 355457 w 440747"/>
                <a:gd name="connsiteY123" fmla="*/ 30507 h 547312"/>
                <a:gd name="connsiteX124" fmla="*/ 363420 w 440747"/>
                <a:gd name="connsiteY124" fmla="*/ 30512 h 547312"/>
                <a:gd name="connsiteX125" fmla="*/ 376795 w 440747"/>
                <a:gd name="connsiteY125" fmla="*/ 30529 h 547312"/>
                <a:gd name="connsiteX126" fmla="*/ 392257 w 440747"/>
                <a:gd name="connsiteY126" fmla="*/ 30544 h 547312"/>
                <a:gd name="connsiteX127" fmla="*/ 407129 w 440747"/>
                <a:gd name="connsiteY127" fmla="*/ 30554 h 547312"/>
                <a:gd name="connsiteX128" fmla="*/ 413459 w 440747"/>
                <a:gd name="connsiteY128" fmla="*/ 30558 h 547312"/>
                <a:gd name="connsiteX129" fmla="*/ 422299 w 440747"/>
                <a:gd name="connsiteY129" fmla="*/ 30574 h 547312"/>
                <a:gd name="connsiteX130" fmla="*/ 424955 w 440747"/>
                <a:gd name="connsiteY130" fmla="*/ 30573 h 547312"/>
                <a:gd name="connsiteX131" fmla="*/ 427386 w 440747"/>
                <a:gd name="connsiteY131" fmla="*/ 30583 h 547312"/>
                <a:gd name="connsiteX132" fmla="*/ 429498 w 440747"/>
                <a:gd name="connsiteY132" fmla="*/ 30587 h 547312"/>
                <a:gd name="connsiteX133" fmla="*/ 434322 w 440747"/>
                <a:gd name="connsiteY133" fmla="*/ 31427 h 547312"/>
                <a:gd name="connsiteX134" fmla="*/ 435162 w 440747"/>
                <a:gd name="connsiteY134" fmla="*/ 38810 h 547312"/>
                <a:gd name="connsiteX135" fmla="*/ 435166 w 440747"/>
                <a:gd name="connsiteY135" fmla="*/ 40655 h 547312"/>
                <a:gd name="connsiteX136" fmla="*/ 435165 w 440747"/>
                <a:gd name="connsiteY136" fmla="*/ 46708 h 547312"/>
                <a:gd name="connsiteX137" fmla="*/ 435167 w 440747"/>
                <a:gd name="connsiteY137" fmla="*/ 50900 h 547312"/>
                <a:gd name="connsiteX138" fmla="*/ 435163 w 440747"/>
                <a:gd name="connsiteY138" fmla="*/ 59693 h 547312"/>
                <a:gd name="connsiteX139" fmla="*/ 435166 w 440747"/>
                <a:gd name="connsiteY139" fmla="*/ 70989 h 547312"/>
                <a:gd name="connsiteX140" fmla="*/ 435165 w 440747"/>
                <a:gd name="connsiteY140" fmla="*/ 79647 h 547312"/>
                <a:gd name="connsiteX141" fmla="*/ 435167 w 440747"/>
                <a:gd name="connsiteY141" fmla="*/ 83813 h 547312"/>
                <a:gd name="connsiteX142" fmla="*/ 435162 w 440747"/>
                <a:gd name="connsiteY142" fmla="*/ 89624 h 547312"/>
                <a:gd name="connsiteX143" fmla="*/ 435167 w 440747"/>
                <a:gd name="connsiteY143" fmla="*/ 91380 h 547312"/>
                <a:gd name="connsiteX144" fmla="*/ 434322 w 440747"/>
                <a:gd name="connsiteY144" fmla="*/ 96167 h 547312"/>
                <a:gd name="connsiteX145" fmla="*/ 430418 w 440747"/>
                <a:gd name="connsiteY145" fmla="*/ 96256 h 547312"/>
                <a:gd name="connsiteX146" fmla="*/ 427854 w 440747"/>
                <a:gd name="connsiteY146" fmla="*/ 96260 h 547312"/>
                <a:gd name="connsiteX147" fmla="*/ 425015 w 440747"/>
                <a:gd name="connsiteY147" fmla="*/ 96251 h 547312"/>
                <a:gd name="connsiteX148" fmla="*/ 422046 w 440747"/>
                <a:gd name="connsiteY148" fmla="*/ 96252 h 547312"/>
                <a:gd name="connsiteX149" fmla="*/ 413961 w 440747"/>
                <a:gd name="connsiteY149" fmla="*/ 96242 h 547312"/>
                <a:gd name="connsiteX150" fmla="*/ 405520 w 440747"/>
                <a:gd name="connsiteY150" fmla="*/ 96236 h 547312"/>
                <a:gd name="connsiteX151" fmla="*/ 389525 w 440747"/>
                <a:gd name="connsiteY151" fmla="*/ 96221 h 547312"/>
                <a:gd name="connsiteX152" fmla="*/ 371321 w 440747"/>
                <a:gd name="connsiteY152" fmla="*/ 96204 h 547312"/>
                <a:gd name="connsiteX153" fmla="*/ 333863 w 440747"/>
                <a:gd name="connsiteY153" fmla="*/ 96167 h 547312"/>
                <a:gd name="connsiteX154" fmla="*/ 333893 w 440747"/>
                <a:gd name="connsiteY154" fmla="*/ 97400 h 547312"/>
                <a:gd name="connsiteX155" fmla="*/ 334108 w 440747"/>
                <a:gd name="connsiteY155" fmla="*/ 110074 h 547312"/>
                <a:gd name="connsiteX156" fmla="*/ 334200 w 440747"/>
                <a:gd name="connsiteY156" fmla="*/ 114808 h 547312"/>
                <a:gd name="connsiteX157" fmla="*/ 334299 w 440747"/>
                <a:gd name="connsiteY157" fmla="*/ 121601 h 547312"/>
                <a:gd name="connsiteX158" fmla="*/ 334369 w 440747"/>
                <a:gd name="connsiteY158" fmla="*/ 123748 h 547312"/>
                <a:gd name="connsiteX159" fmla="*/ 333863 w 440747"/>
                <a:gd name="connsiteY159" fmla="*/ 128909 h 547312"/>
                <a:gd name="connsiteX160" fmla="*/ 324246 w 440747"/>
                <a:gd name="connsiteY160" fmla="*/ 130498 h 547312"/>
                <a:gd name="connsiteX161" fmla="*/ 322748 w 440747"/>
                <a:gd name="connsiteY161" fmla="*/ 130477 h 547312"/>
                <a:gd name="connsiteX162" fmla="*/ 317893 w 440747"/>
                <a:gd name="connsiteY162" fmla="*/ 130380 h 547312"/>
                <a:gd name="connsiteX163" fmla="*/ 314508 w 440747"/>
                <a:gd name="connsiteY163" fmla="*/ 130324 h 547312"/>
                <a:gd name="connsiteX164" fmla="*/ 305634 w 440747"/>
                <a:gd name="connsiteY164" fmla="*/ 130155 h 547312"/>
                <a:gd name="connsiteX165" fmla="*/ 296566 w 440747"/>
                <a:gd name="connsiteY165" fmla="*/ 129990 h 547312"/>
                <a:gd name="connsiteX166" fmla="*/ 278796 w 440747"/>
                <a:gd name="connsiteY166" fmla="*/ 129653 h 547312"/>
                <a:gd name="connsiteX167" fmla="*/ 280808 w 440747"/>
                <a:gd name="connsiteY167" fmla="*/ 129738 h 547312"/>
                <a:gd name="connsiteX168" fmla="*/ 283447 w 440747"/>
                <a:gd name="connsiteY168" fmla="*/ 129886 h 547312"/>
                <a:gd name="connsiteX169" fmla="*/ 286063 w 440747"/>
                <a:gd name="connsiteY169" fmla="*/ 130017 h 547312"/>
                <a:gd name="connsiteX170" fmla="*/ 291447 w 440747"/>
                <a:gd name="connsiteY170" fmla="*/ 132630 h 547312"/>
                <a:gd name="connsiteX171" fmla="*/ 294804 w 440747"/>
                <a:gd name="connsiteY171" fmla="*/ 132984 h 547312"/>
                <a:gd name="connsiteX172" fmla="*/ 296698 w 440747"/>
                <a:gd name="connsiteY172" fmla="*/ 133054 h 547312"/>
                <a:gd name="connsiteX173" fmla="*/ 298656 w 440747"/>
                <a:gd name="connsiteY173" fmla="*/ 133095 h 547312"/>
                <a:gd name="connsiteX174" fmla="*/ 302525 w 440747"/>
                <a:gd name="connsiteY174" fmla="*/ 133217 h 547312"/>
                <a:gd name="connsiteX175" fmla="*/ 304250 w 440747"/>
                <a:gd name="connsiteY175" fmla="*/ 133257 h 547312"/>
                <a:gd name="connsiteX176" fmla="*/ 306330 w 440747"/>
                <a:gd name="connsiteY176" fmla="*/ 134118 h 547312"/>
                <a:gd name="connsiteX177" fmla="*/ 306402 w 440747"/>
                <a:gd name="connsiteY177" fmla="*/ 137121 h 547312"/>
                <a:gd name="connsiteX178" fmla="*/ 306395 w 440747"/>
                <a:gd name="connsiteY178" fmla="*/ 138945 h 547312"/>
                <a:gd name="connsiteX179" fmla="*/ 306376 w 440747"/>
                <a:gd name="connsiteY179" fmla="*/ 140862 h 547312"/>
                <a:gd name="connsiteX180" fmla="*/ 306366 w 440747"/>
                <a:gd name="connsiteY180" fmla="*/ 142788 h 547312"/>
                <a:gd name="connsiteX181" fmla="*/ 306330 w 440747"/>
                <a:gd name="connsiteY181" fmla="*/ 147513 h 547312"/>
                <a:gd name="connsiteX182" fmla="*/ 304097 w 440747"/>
                <a:gd name="connsiteY182" fmla="*/ 147513 h 547312"/>
                <a:gd name="connsiteX183" fmla="*/ 303987 w 440747"/>
                <a:gd name="connsiteY183" fmla="*/ 150254 h 547312"/>
                <a:gd name="connsiteX184" fmla="*/ 303818 w 440747"/>
                <a:gd name="connsiteY184" fmla="*/ 153791 h 547312"/>
                <a:gd name="connsiteX185" fmla="*/ 303748 w 440747"/>
                <a:gd name="connsiteY185" fmla="*/ 155601 h 547312"/>
                <a:gd name="connsiteX186" fmla="*/ 303353 w 440747"/>
                <a:gd name="connsiteY186" fmla="*/ 160163 h 547312"/>
                <a:gd name="connsiteX187" fmla="*/ 301865 w 440747"/>
                <a:gd name="connsiteY187" fmla="*/ 160907 h 547312"/>
                <a:gd name="connsiteX188" fmla="*/ 301493 w 440747"/>
                <a:gd name="connsiteY188" fmla="*/ 164535 h 547312"/>
                <a:gd name="connsiteX189" fmla="*/ 299632 w 440747"/>
                <a:gd name="connsiteY189" fmla="*/ 170581 h 547312"/>
                <a:gd name="connsiteX190" fmla="*/ 301478 w 440747"/>
                <a:gd name="connsiteY190" fmla="*/ 170591 h 547312"/>
                <a:gd name="connsiteX191" fmla="*/ 345874 w 440747"/>
                <a:gd name="connsiteY191" fmla="*/ 170833 h 547312"/>
                <a:gd name="connsiteX192" fmla="*/ 367343 w 440747"/>
                <a:gd name="connsiteY192" fmla="*/ 170951 h 547312"/>
                <a:gd name="connsiteX193" fmla="*/ 386049 w 440747"/>
                <a:gd name="connsiteY193" fmla="*/ 171055 h 547312"/>
                <a:gd name="connsiteX194" fmla="*/ 395960 w 440747"/>
                <a:gd name="connsiteY194" fmla="*/ 171109 h 547312"/>
                <a:gd name="connsiteX195" fmla="*/ 405277 w 440747"/>
                <a:gd name="connsiteY195" fmla="*/ 171162 h 547312"/>
                <a:gd name="connsiteX196" fmla="*/ 408707 w 440747"/>
                <a:gd name="connsiteY196" fmla="*/ 171179 h 547312"/>
                <a:gd name="connsiteX197" fmla="*/ 413369 w 440747"/>
                <a:gd name="connsiteY197" fmla="*/ 171207 h 547312"/>
                <a:gd name="connsiteX198" fmla="*/ 416011 w 440747"/>
                <a:gd name="connsiteY198" fmla="*/ 171222 h 547312"/>
                <a:gd name="connsiteX199" fmla="*/ 418695 w 440747"/>
                <a:gd name="connsiteY199" fmla="*/ 172069 h 547312"/>
                <a:gd name="connsiteX200" fmla="*/ 418791 w 440747"/>
                <a:gd name="connsiteY200" fmla="*/ 177607 h 547312"/>
                <a:gd name="connsiteX201" fmla="*/ 418795 w 440747"/>
                <a:gd name="connsiteY201" fmla="*/ 179363 h 547312"/>
                <a:gd name="connsiteX202" fmla="*/ 418794 w 440747"/>
                <a:gd name="connsiteY202" fmla="*/ 185138 h 547312"/>
                <a:gd name="connsiteX203" fmla="*/ 418796 w 440747"/>
                <a:gd name="connsiteY203" fmla="*/ 189134 h 547312"/>
                <a:gd name="connsiteX204" fmla="*/ 418792 w 440747"/>
                <a:gd name="connsiteY204" fmla="*/ 197519 h 547312"/>
                <a:gd name="connsiteX205" fmla="*/ 418794 w 440747"/>
                <a:gd name="connsiteY205" fmla="*/ 208292 h 547312"/>
                <a:gd name="connsiteX206" fmla="*/ 418794 w 440747"/>
                <a:gd name="connsiteY206" fmla="*/ 216546 h 547312"/>
                <a:gd name="connsiteX207" fmla="*/ 418796 w 440747"/>
                <a:gd name="connsiteY207" fmla="*/ 220520 h 547312"/>
                <a:gd name="connsiteX208" fmla="*/ 418791 w 440747"/>
                <a:gd name="connsiteY208" fmla="*/ 226063 h 547312"/>
                <a:gd name="connsiteX209" fmla="*/ 418796 w 440747"/>
                <a:gd name="connsiteY209" fmla="*/ 227738 h 547312"/>
                <a:gd name="connsiteX210" fmla="*/ 417951 w 440747"/>
                <a:gd name="connsiteY210" fmla="*/ 232345 h 547312"/>
                <a:gd name="connsiteX211" fmla="*/ 414895 w 440747"/>
                <a:gd name="connsiteY211" fmla="*/ 232462 h 547312"/>
                <a:gd name="connsiteX212" fmla="*/ 412900 w 440747"/>
                <a:gd name="connsiteY212" fmla="*/ 232484 h 547312"/>
                <a:gd name="connsiteX213" fmla="*/ 410694 w 440747"/>
                <a:gd name="connsiteY213" fmla="*/ 232497 h 547312"/>
                <a:gd name="connsiteX214" fmla="*/ 408384 w 440747"/>
                <a:gd name="connsiteY214" fmla="*/ 232520 h 547312"/>
                <a:gd name="connsiteX215" fmla="*/ 400786 w 440747"/>
                <a:gd name="connsiteY215" fmla="*/ 232580 h 547312"/>
                <a:gd name="connsiteX216" fmla="*/ 395534 w 440747"/>
                <a:gd name="connsiteY216" fmla="*/ 232627 h 547312"/>
                <a:gd name="connsiteX217" fmla="*/ 381679 w 440747"/>
                <a:gd name="connsiteY217" fmla="*/ 232741 h 547312"/>
                <a:gd name="connsiteX218" fmla="*/ 367554 w 440747"/>
                <a:gd name="connsiteY218" fmla="*/ 232861 h 547312"/>
                <a:gd name="connsiteX219" fmla="*/ 339816 w 440747"/>
                <a:gd name="connsiteY219" fmla="*/ 233089 h 547312"/>
                <a:gd name="connsiteX220" fmla="*/ 342016 w 440747"/>
                <a:gd name="connsiteY220" fmla="*/ 234821 h 547312"/>
                <a:gd name="connsiteX221" fmla="*/ 345025 w 440747"/>
                <a:gd name="connsiteY221" fmla="*/ 240530 h 547312"/>
                <a:gd name="connsiteX222" fmla="*/ 347257 w 440747"/>
                <a:gd name="connsiteY222" fmla="*/ 241274 h 547312"/>
                <a:gd name="connsiteX223" fmla="*/ 350234 w 440747"/>
                <a:gd name="connsiteY223" fmla="*/ 246995 h 547312"/>
                <a:gd name="connsiteX224" fmla="*/ 353210 w 440747"/>
                <a:gd name="connsiteY224" fmla="*/ 250204 h 547312"/>
                <a:gd name="connsiteX225" fmla="*/ 353210 w 440747"/>
                <a:gd name="connsiteY225" fmla="*/ 253181 h 547312"/>
                <a:gd name="connsiteX226" fmla="*/ 355443 w 440747"/>
                <a:gd name="connsiteY226" fmla="*/ 253181 h 547312"/>
                <a:gd name="connsiteX227" fmla="*/ 356187 w 440747"/>
                <a:gd name="connsiteY227" fmla="*/ 256901 h 547312"/>
                <a:gd name="connsiteX228" fmla="*/ 358419 w 440747"/>
                <a:gd name="connsiteY228" fmla="*/ 259134 h 547312"/>
                <a:gd name="connsiteX229" fmla="*/ 359164 w 440747"/>
                <a:gd name="connsiteY229" fmla="*/ 261366 h 547312"/>
                <a:gd name="connsiteX230" fmla="*/ 360652 w 440747"/>
                <a:gd name="connsiteY230" fmla="*/ 262110 h 547312"/>
                <a:gd name="connsiteX231" fmla="*/ 362140 w 440747"/>
                <a:gd name="connsiteY231" fmla="*/ 267319 h 547312"/>
                <a:gd name="connsiteX232" fmla="*/ 363628 w 440747"/>
                <a:gd name="connsiteY232" fmla="*/ 268063 h 547312"/>
                <a:gd name="connsiteX233" fmla="*/ 363954 w 440747"/>
                <a:gd name="connsiteY233" fmla="*/ 269924 h 547312"/>
                <a:gd name="connsiteX234" fmla="*/ 364373 w 440747"/>
                <a:gd name="connsiteY234" fmla="*/ 271784 h 547312"/>
                <a:gd name="connsiteX235" fmla="*/ 366605 w 440747"/>
                <a:gd name="connsiteY235" fmla="*/ 272528 h 547312"/>
                <a:gd name="connsiteX236" fmla="*/ 367349 w 440747"/>
                <a:gd name="connsiteY236" fmla="*/ 276993 h 547312"/>
                <a:gd name="connsiteX237" fmla="*/ 368837 w 440747"/>
                <a:gd name="connsiteY237" fmla="*/ 277737 h 547312"/>
                <a:gd name="connsiteX238" fmla="*/ 370326 w 440747"/>
                <a:gd name="connsiteY238" fmla="*/ 282202 h 547312"/>
                <a:gd name="connsiteX239" fmla="*/ 371814 w 440747"/>
                <a:gd name="connsiteY239" fmla="*/ 282946 h 547312"/>
                <a:gd name="connsiteX240" fmla="*/ 372139 w 440747"/>
                <a:gd name="connsiteY240" fmla="*/ 285132 h 547312"/>
                <a:gd name="connsiteX241" fmla="*/ 372558 w 440747"/>
                <a:gd name="connsiteY241" fmla="*/ 287411 h 547312"/>
                <a:gd name="connsiteX242" fmla="*/ 374790 w 440747"/>
                <a:gd name="connsiteY242" fmla="*/ 288899 h 547312"/>
                <a:gd name="connsiteX243" fmla="*/ 375535 w 440747"/>
                <a:gd name="connsiteY243" fmla="*/ 294108 h 547312"/>
                <a:gd name="connsiteX244" fmla="*/ 377023 w 440747"/>
                <a:gd name="connsiteY244" fmla="*/ 294852 h 547312"/>
                <a:gd name="connsiteX245" fmla="*/ 378093 w 440747"/>
                <a:gd name="connsiteY245" fmla="*/ 299457 h 547312"/>
                <a:gd name="connsiteX246" fmla="*/ 378511 w 440747"/>
                <a:gd name="connsiteY246" fmla="*/ 300806 h 547312"/>
                <a:gd name="connsiteX247" fmla="*/ 379999 w 440747"/>
                <a:gd name="connsiteY247" fmla="*/ 301550 h 547312"/>
                <a:gd name="connsiteX248" fmla="*/ 380465 w 440747"/>
                <a:gd name="connsiteY248" fmla="*/ 304945 h 547312"/>
                <a:gd name="connsiteX249" fmla="*/ 380633 w 440747"/>
                <a:gd name="connsiteY249" fmla="*/ 306808 h 547312"/>
                <a:gd name="connsiteX250" fmla="*/ 380744 w 440747"/>
                <a:gd name="connsiteY250" fmla="*/ 308247 h 547312"/>
                <a:gd name="connsiteX251" fmla="*/ 382976 w 440747"/>
                <a:gd name="connsiteY251" fmla="*/ 308247 h 547312"/>
                <a:gd name="connsiteX252" fmla="*/ 382871 w 440747"/>
                <a:gd name="connsiteY252" fmla="*/ 309849 h 547312"/>
                <a:gd name="connsiteX253" fmla="*/ 382790 w 440747"/>
                <a:gd name="connsiteY253" fmla="*/ 311921 h 547312"/>
                <a:gd name="connsiteX254" fmla="*/ 382685 w 440747"/>
                <a:gd name="connsiteY254" fmla="*/ 313988 h 547312"/>
                <a:gd name="connsiteX255" fmla="*/ 382976 w 440747"/>
                <a:gd name="connsiteY255" fmla="*/ 315688 h 547312"/>
                <a:gd name="connsiteX256" fmla="*/ 385953 w 440747"/>
                <a:gd name="connsiteY256" fmla="*/ 316433 h 547312"/>
                <a:gd name="connsiteX257" fmla="*/ 385953 w 440747"/>
                <a:gd name="connsiteY257" fmla="*/ 320153 h 547312"/>
                <a:gd name="connsiteX258" fmla="*/ 383720 w 440747"/>
                <a:gd name="connsiteY258" fmla="*/ 320897 h 547312"/>
                <a:gd name="connsiteX259" fmla="*/ 383116 w 440747"/>
                <a:gd name="connsiteY259" fmla="*/ 322758 h 547312"/>
                <a:gd name="connsiteX260" fmla="*/ 382232 w 440747"/>
                <a:gd name="connsiteY260" fmla="*/ 324618 h 547312"/>
                <a:gd name="connsiteX261" fmla="*/ 377767 w 440747"/>
                <a:gd name="connsiteY261" fmla="*/ 325362 h 547312"/>
                <a:gd name="connsiteX262" fmla="*/ 377441 w 440747"/>
                <a:gd name="connsiteY262" fmla="*/ 326897 h 547312"/>
                <a:gd name="connsiteX263" fmla="*/ 377023 w 440747"/>
                <a:gd name="connsiteY263" fmla="*/ 328339 h 547312"/>
                <a:gd name="connsiteX264" fmla="*/ 371814 w 440747"/>
                <a:gd name="connsiteY264" fmla="*/ 328339 h 547312"/>
                <a:gd name="connsiteX265" fmla="*/ 371814 w 440747"/>
                <a:gd name="connsiteY265" fmla="*/ 331315 h 547312"/>
                <a:gd name="connsiteX266" fmla="*/ 367349 w 440747"/>
                <a:gd name="connsiteY266" fmla="*/ 332804 h 547312"/>
                <a:gd name="connsiteX267" fmla="*/ 366605 w 440747"/>
                <a:gd name="connsiteY267" fmla="*/ 335036 h 547312"/>
                <a:gd name="connsiteX268" fmla="*/ 364791 w 440747"/>
                <a:gd name="connsiteY268" fmla="*/ 335362 h 547312"/>
                <a:gd name="connsiteX269" fmla="*/ 362884 w 440747"/>
                <a:gd name="connsiteY269" fmla="*/ 335780 h 547312"/>
                <a:gd name="connsiteX270" fmla="*/ 362140 w 440747"/>
                <a:gd name="connsiteY270" fmla="*/ 337268 h 547312"/>
                <a:gd name="connsiteX271" fmla="*/ 361396 w 440747"/>
                <a:gd name="connsiteY271" fmla="*/ 338757 h 547312"/>
                <a:gd name="connsiteX272" fmla="*/ 357675 w 440747"/>
                <a:gd name="connsiteY272" fmla="*/ 339501 h 547312"/>
                <a:gd name="connsiteX273" fmla="*/ 356931 w 440747"/>
                <a:gd name="connsiteY273" fmla="*/ 341733 h 547312"/>
                <a:gd name="connsiteX274" fmla="*/ 354699 w 440747"/>
                <a:gd name="connsiteY274" fmla="*/ 341640 h 547312"/>
                <a:gd name="connsiteX275" fmla="*/ 352466 w 440747"/>
                <a:gd name="connsiteY275" fmla="*/ 341733 h 547312"/>
                <a:gd name="connsiteX276" fmla="*/ 352141 w 440747"/>
                <a:gd name="connsiteY276" fmla="*/ 343594 h 547312"/>
                <a:gd name="connsiteX277" fmla="*/ 351722 w 440747"/>
                <a:gd name="connsiteY277" fmla="*/ 345454 h 547312"/>
                <a:gd name="connsiteX278" fmla="*/ 346513 w 440747"/>
                <a:gd name="connsiteY278" fmla="*/ 345454 h 547312"/>
                <a:gd name="connsiteX279" fmla="*/ 346513 w 440747"/>
                <a:gd name="connsiteY279" fmla="*/ 348431 h 547312"/>
                <a:gd name="connsiteX280" fmla="*/ 342048 w 440747"/>
                <a:gd name="connsiteY280" fmla="*/ 349919 h 547312"/>
                <a:gd name="connsiteX281" fmla="*/ 340560 w 440747"/>
                <a:gd name="connsiteY281" fmla="*/ 351407 h 547312"/>
                <a:gd name="connsiteX282" fmla="*/ 342528 w 440747"/>
                <a:gd name="connsiteY282" fmla="*/ 351415 h 547312"/>
                <a:gd name="connsiteX283" fmla="*/ 360858 w 440747"/>
                <a:gd name="connsiteY283" fmla="*/ 351544 h 547312"/>
                <a:gd name="connsiteX284" fmla="*/ 370282 w 440747"/>
                <a:gd name="connsiteY284" fmla="*/ 351609 h 547312"/>
                <a:gd name="connsiteX285" fmla="*/ 379373 w 440747"/>
                <a:gd name="connsiteY285" fmla="*/ 351681 h 547312"/>
                <a:gd name="connsiteX286" fmla="*/ 382846 w 440747"/>
                <a:gd name="connsiteY286" fmla="*/ 351699 h 547312"/>
                <a:gd name="connsiteX287" fmla="*/ 387699 w 440747"/>
                <a:gd name="connsiteY287" fmla="*/ 351745 h 547312"/>
                <a:gd name="connsiteX288" fmla="*/ 390493 w 440747"/>
                <a:gd name="connsiteY288" fmla="*/ 351765 h 547312"/>
                <a:gd name="connsiteX289" fmla="*/ 393517 w 440747"/>
                <a:gd name="connsiteY289" fmla="*/ 353349 h 547312"/>
                <a:gd name="connsiteX290" fmla="*/ 394327 w 440747"/>
                <a:gd name="connsiteY290" fmla="*/ 360155 h 547312"/>
                <a:gd name="connsiteX291" fmla="*/ 394334 w 440747"/>
                <a:gd name="connsiteY291" fmla="*/ 361685 h 547312"/>
                <a:gd name="connsiteX292" fmla="*/ 394331 w 440747"/>
                <a:gd name="connsiteY292" fmla="*/ 366758 h 547312"/>
                <a:gd name="connsiteX293" fmla="*/ 394339 w 440747"/>
                <a:gd name="connsiteY293" fmla="*/ 370396 h 547312"/>
                <a:gd name="connsiteX294" fmla="*/ 394338 w 440747"/>
                <a:gd name="connsiteY294" fmla="*/ 380275 h 547312"/>
                <a:gd name="connsiteX295" fmla="*/ 394340 w 440747"/>
                <a:gd name="connsiteY295" fmla="*/ 390610 h 547312"/>
                <a:gd name="connsiteX296" fmla="*/ 394332 w 440747"/>
                <a:gd name="connsiteY296" fmla="*/ 407965 h 547312"/>
                <a:gd name="connsiteX297" fmla="*/ 394335 w 440747"/>
                <a:gd name="connsiteY297" fmla="*/ 428037 h 547312"/>
                <a:gd name="connsiteX298" fmla="*/ 394339 w 440747"/>
                <a:gd name="connsiteY298" fmla="*/ 445263 h 547312"/>
                <a:gd name="connsiteX299" fmla="*/ 394341 w 440747"/>
                <a:gd name="connsiteY299" fmla="*/ 455555 h 547312"/>
                <a:gd name="connsiteX300" fmla="*/ 394334 w 440747"/>
                <a:gd name="connsiteY300" fmla="*/ 465229 h 547312"/>
                <a:gd name="connsiteX301" fmla="*/ 394336 w 440747"/>
                <a:gd name="connsiteY301" fmla="*/ 468782 h 547312"/>
                <a:gd name="connsiteX302" fmla="*/ 394327 w 440747"/>
                <a:gd name="connsiteY302" fmla="*/ 473628 h 547312"/>
                <a:gd name="connsiteX303" fmla="*/ 394325 w 440747"/>
                <a:gd name="connsiteY303" fmla="*/ 476368 h 547312"/>
                <a:gd name="connsiteX304" fmla="*/ 392650 w 440747"/>
                <a:gd name="connsiteY304" fmla="*/ 481632 h 547312"/>
                <a:gd name="connsiteX305" fmla="*/ 394292 w 440747"/>
                <a:gd name="connsiteY305" fmla="*/ 481627 h 547312"/>
                <a:gd name="connsiteX306" fmla="*/ 409630 w 440747"/>
                <a:gd name="connsiteY306" fmla="*/ 481593 h 547312"/>
                <a:gd name="connsiteX307" fmla="*/ 417516 w 440747"/>
                <a:gd name="connsiteY307" fmla="*/ 481576 h 547312"/>
                <a:gd name="connsiteX308" fmla="*/ 426587 w 440747"/>
                <a:gd name="connsiteY308" fmla="*/ 481559 h 547312"/>
                <a:gd name="connsiteX309" fmla="*/ 429439 w 440747"/>
                <a:gd name="connsiteY309" fmla="*/ 481547 h 547312"/>
                <a:gd name="connsiteX310" fmla="*/ 432101 w 440747"/>
                <a:gd name="connsiteY310" fmla="*/ 481547 h 547312"/>
                <a:gd name="connsiteX311" fmla="*/ 434440 w 440747"/>
                <a:gd name="connsiteY311" fmla="*/ 481542 h 547312"/>
                <a:gd name="connsiteX312" fmla="*/ 436554 w 440747"/>
                <a:gd name="connsiteY312" fmla="*/ 481632 h 547312"/>
                <a:gd name="connsiteX313" fmla="*/ 438664 w 440747"/>
                <a:gd name="connsiteY313" fmla="*/ 481642 h 547312"/>
                <a:gd name="connsiteX314" fmla="*/ 440275 w 440747"/>
                <a:gd name="connsiteY314" fmla="*/ 482376 h 547312"/>
                <a:gd name="connsiteX315" fmla="*/ 440733 w 440747"/>
                <a:gd name="connsiteY315" fmla="*/ 488243 h 547312"/>
                <a:gd name="connsiteX316" fmla="*/ 440745 w 440747"/>
                <a:gd name="connsiteY316" fmla="*/ 490106 h 547312"/>
                <a:gd name="connsiteX317" fmla="*/ 440717 w 440747"/>
                <a:gd name="connsiteY317" fmla="*/ 496233 h 547312"/>
                <a:gd name="connsiteX318" fmla="*/ 440717 w 440747"/>
                <a:gd name="connsiteY318" fmla="*/ 500473 h 547312"/>
                <a:gd name="connsiteX319" fmla="*/ 440678 w 440747"/>
                <a:gd name="connsiteY319" fmla="*/ 509374 h 547312"/>
                <a:gd name="connsiteX320" fmla="*/ 440651 w 440747"/>
                <a:gd name="connsiteY320" fmla="*/ 520803 h 547312"/>
                <a:gd name="connsiteX321" fmla="*/ 440632 w 440747"/>
                <a:gd name="connsiteY321" fmla="*/ 529565 h 547312"/>
                <a:gd name="connsiteX322" fmla="*/ 440625 w 440747"/>
                <a:gd name="connsiteY322" fmla="*/ 533779 h 547312"/>
                <a:gd name="connsiteX323" fmla="*/ 440587 w 440747"/>
                <a:gd name="connsiteY323" fmla="*/ 539664 h 547312"/>
                <a:gd name="connsiteX324" fmla="*/ 440594 w 440747"/>
                <a:gd name="connsiteY324" fmla="*/ 541437 h 547312"/>
                <a:gd name="connsiteX325" fmla="*/ 440275 w 440747"/>
                <a:gd name="connsiteY325" fmla="*/ 545628 h 547312"/>
                <a:gd name="connsiteX326" fmla="*/ 434976 w 440747"/>
                <a:gd name="connsiteY326" fmla="*/ 547302 h 547312"/>
                <a:gd name="connsiteX327" fmla="*/ 433072 w 440747"/>
                <a:gd name="connsiteY327" fmla="*/ 547312 h 547312"/>
                <a:gd name="connsiteX328" fmla="*/ 430975 w 440747"/>
                <a:gd name="connsiteY328" fmla="*/ 547301 h 547312"/>
                <a:gd name="connsiteX329" fmla="*/ 428742 w 440747"/>
                <a:gd name="connsiteY329" fmla="*/ 547307 h 547312"/>
                <a:gd name="connsiteX330" fmla="*/ 421262 w 440747"/>
                <a:gd name="connsiteY330" fmla="*/ 547300 h 547312"/>
                <a:gd name="connsiteX331" fmla="*/ 415875 w 440747"/>
                <a:gd name="connsiteY331" fmla="*/ 547306 h 547312"/>
                <a:gd name="connsiteX332" fmla="*/ 404123 w 440747"/>
                <a:gd name="connsiteY332" fmla="*/ 547304 h 547312"/>
                <a:gd name="connsiteX333" fmla="*/ 386649 w 440747"/>
                <a:gd name="connsiteY333" fmla="*/ 547300 h 547312"/>
                <a:gd name="connsiteX334" fmla="*/ 357255 w 440747"/>
                <a:gd name="connsiteY334" fmla="*/ 547296 h 547312"/>
                <a:gd name="connsiteX335" fmla="*/ 328137 w 440747"/>
                <a:gd name="connsiteY335" fmla="*/ 547286 h 547312"/>
                <a:gd name="connsiteX336" fmla="*/ 326310 w 440747"/>
                <a:gd name="connsiteY336" fmla="*/ 547286 h 547312"/>
                <a:gd name="connsiteX337" fmla="*/ 318967 w 440747"/>
                <a:gd name="connsiteY337" fmla="*/ 547286 h 547312"/>
                <a:gd name="connsiteX338" fmla="*/ 250038 w 440747"/>
                <a:gd name="connsiteY338" fmla="*/ 547268 h 547312"/>
                <a:gd name="connsiteX339" fmla="*/ 188756 w 440747"/>
                <a:gd name="connsiteY339" fmla="*/ 547254 h 547312"/>
                <a:gd name="connsiteX340" fmla="*/ 184821 w 440747"/>
                <a:gd name="connsiteY340" fmla="*/ 547254 h 547312"/>
                <a:gd name="connsiteX341" fmla="*/ 182856 w 440747"/>
                <a:gd name="connsiteY341" fmla="*/ 547254 h 547312"/>
                <a:gd name="connsiteX342" fmla="*/ 173065 w 440747"/>
                <a:gd name="connsiteY342" fmla="*/ 547254 h 547312"/>
                <a:gd name="connsiteX343" fmla="*/ 171114 w 440747"/>
                <a:gd name="connsiteY343" fmla="*/ 547254 h 547312"/>
                <a:gd name="connsiteX344" fmla="*/ 119955 w 440747"/>
                <a:gd name="connsiteY344" fmla="*/ 547247 h 547312"/>
                <a:gd name="connsiteX345" fmla="*/ 118118 w 440747"/>
                <a:gd name="connsiteY345" fmla="*/ 547246 h 547312"/>
                <a:gd name="connsiteX346" fmla="*/ 110802 w 440747"/>
                <a:gd name="connsiteY346" fmla="*/ 547244 h 547312"/>
                <a:gd name="connsiteX347" fmla="*/ 85318 w 440747"/>
                <a:gd name="connsiteY347" fmla="*/ 547240 h 547312"/>
                <a:gd name="connsiteX348" fmla="*/ 52483 w 440747"/>
                <a:gd name="connsiteY348" fmla="*/ 547230 h 547312"/>
                <a:gd name="connsiteX349" fmla="*/ 35104 w 440747"/>
                <a:gd name="connsiteY349" fmla="*/ 547225 h 547312"/>
                <a:gd name="connsiteX350" fmla="*/ 22156 w 440747"/>
                <a:gd name="connsiteY350" fmla="*/ 547218 h 547312"/>
                <a:gd name="connsiteX351" fmla="*/ 16897 w 440747"/>
                <a:gd name="connsiteY351" fmla="*/ 547217 h 547312"/>
                <a:gd name="connsiteX352" fmla="*/ 9787 w 440747"/>
                <a:gd name="connsiteY352" fmla="*/ 547212 h 547312"/>
                <a:gd name="connsiteX353" fmla="*/ 7691 w 440747"/>
                <a:gd name="connsiteY353" fmla="*/ 547216 h 547312"/>
                <a:gd name="connsiteX354" fmla="*/ 5786 w 440747"/>
                <a:gd name="connsiteY354" fmla="*/ 547210 h 547312"/>
                <a:gd name="connsiteX355" fmla="*/ 4143 w 440747"/>
                <a:gd name="connsiteY355" fmla="*/ 547210 h 547312"/>
                <a:gd name="connsiteX356" fmla="*/ 488 w 440747"/>
                <a:gd name="connsiteY356" fmla="*/ 546372 h 547312"/>
                <a:gd name="connsiteX357" fmla="*/ 175 w 440747"/>
                <a:gd name="connsiteY357" fmla="*/ 540425 h 547312"/>
                <a:gd name="connsiteX358" fmla="*/ 156 w 440747"/>
                <a:gd name="connsiteY358" fmla="*/ 538536 h 547312"/>
                <a:gd name="connsiteX359" fmla="*/ 139 w 440747"/>
                <a:gd name="connsiteY359" fmla="*/ 532326 h 547312"/>
                <a:gd name="connsiteX360" fmla="*/ 122 w 440747"/>
                <a:gd name="connsiteY360" fmla="*/ 528030 h 547312"/>
                <a:gd name="connsiteX361" fmla="*/ 115 w 440747"/>
                <a:gd name="connsiteY361" fmla="*/ 519015 h 547312"/>
                <a:gd name="connsiteX362" fmla="*/ 66 w 440747"/>
                <a:gd name="connsiteY362" fmla="*/ 507431 h 547312"/>
                <a:gd name="connsiteX363" fmla="*/ 48 w 440747"/>
                <a:gd name="connsiteY363" fmla="*/ 498556 h 547312"/>
                <a:gd name="connsiteX364" fmla="*/ 26 w 440747"/>
                <a:gd name="connsiteY364" fmla="*/ 494284 h 547312"/>
                <a:gd name="connsiteX365" fmla="*/ 30 w 440747"/>
                <a:gd name="connsiteY365" fmla="*/ 488323 h 547312"/>
                <a:gd name="connsiteX366" fmla="*/ 0 w 440747"/>
                <a:gd name="connsiteY366" fmla="*/ 486521 h 547312"/>
                <a:gd name="connsiteX367" fmla="*/ 488 w 440747"/>
                <a:gd name="connsiteY367" fmla="*/ 482376 h 547312"/>
                <a:gd name="connsiteX368" fmla="*/ 4208 w 440747"/>
                <a:gd name="connsiteY368" fmla="*/ 481632 h 547312"/>
                <a:gd name="connsiteX369" fmla="*/ 6359 w 440747"/>
                <a:gd name="connsiteY369" fmla="*/ 481537 h 547312"/>
                <a:gd name="connsiteX370" fmla="*/ 8750 w 440747"/>
                <a:gd name="connsiteY370" fmla="*/ 481535 h 547312"/>
                <a:gd name="connsiteX371" fmla="*/ 11474 w 440747"/>
                <a:gd name="connsiteY371" fmla="*/ 481528 h 547312"/>
                <a:gd name="connsiteX372" fmla="*/ 14397 w 440747"/>
                <a:gd name="connsiteY372" fmla="*/ 481533 h 547312"/>
                <a:gd name="connsiteX373" fmla="*/ 17413 w 440747"/>
                <a:gd name="connsiteY373" fmla="*/ 481531 h 547312"/>
                <a:gd name="connsiteX374" fmla="*/ 23719 w 440747"/>
                <a:gd name="connsiteY374" fmla="*/ 481535 h 547312"/>
                <a:gd name="connsiteX375" fmla="*/ 31794 w 440747"/>
                <a:gd name="connsiteY375" fmla="*/ 481532 h 547312"/>
                <a:gd name="connsiteX376" fmla="*/ 38016 w 440747"/>
                <a:gd name="connsiteY376" fmla="*/ 481532 h 547312"/>
                <a:gd name="connsiteX377" fmla="*/ 42438 w 440747"/>
                <a:gd name="connsiteY377" fmla="*/ 481528 h 547312"/>
                <a:gd name="connsiteX378" fmla="*/ 45155 w 440747"/>
                <a:gd name="connsiteY378" fmla="*/ 481535 h 547312"/>
                <a:gd name="connsiteX379" fmla="*/ 47545 w 440747"/>
                <a:gd name="connsiteY379" fmla="*/ 481537 h 547312"/>
                <a:gd name="connsiteX380" fmla="*/ 52578 w 440747"/>
                <a:gd name="connsiteY380" fmla="*/ 482376 h 547312"/>
                <a:gd name="connsiteX381" fmla="*/ 52578 w 440747"/>
                <a:gd name="connsiteY381" fmla="*/ 352151 h 547312"/>
                <a:gd name="connsiteX382" fmla="*/ 334607 w 440747"/>
                <a:gd name="connsiteY382" fmla="*/ 351407 h 547312"/>
                <a:gd name="connsiteX383" fmla="*/ 333119 w 440747"/>
                <a:gd name="connsiteY383" fmla="*/ 344710 h 547312"/>
                <a:gd name="connsiteX384" fmla="*/ 330886 w 440747"/>
                <a:gd name="connsiteY384" fmla="*/ 343966 h 547312"/>
                <a:gd name="connsiteX385" fmla="*/ 330468 w 440747"/>
                <a:gd name="connsiteY385" fmla="*/ 339873 h 547312"/>
                <a:gd name="connsiteX386" fmla="*/ 330142 w 440747"/>
                <a:gd name="connsiteY386" fmla="*/ 335780 h 547312"/>
                <a:gd name="connsiteX387" fmla="*/ 328654 w 440747"/>
                <a:gd name="connsiteY387" fmla="*/ 335036 h 547312"/>
                <a:gd name="connsiteX388" fmla="*/ 327584 w 440747"/>
                <a:gd name="connsiteY388" fmla="*/ 330432 h 547312"/>
                <a:gd name="connsiteX389" fmla="*/ 327165 w 440747"/>
                <a:gd name="connsiteY389" fmla="*/ 329083 h 547312"/>
                <a:gd name="connsiteX390" fmla="*/ 325677 w 440747"/>
                <a:gd name="connsiteY390" fmla="*/ 328339 h 547312"/>
                <a:gd name="connsiteX391" fmla="*/ 325262 w 440747"/>
                <a:gd name="connsiteY391" fmla="*/ 323734 h 547312"/>
                <a:gd name="connsiteX392" fmla="*/ 324933 w 440747"/>
                <a:gd name="connsiteY392" fmla="*/ 322386 h 547312"/>
                <a:gd name="connsiteX393" fmla="*/ 322701 w 440747"/>
                <a:gd name="connsiteY393" fmla="*/ 321642 h 547312"/>
                <a:gd name="connsiteX394" fmla="*/ 322701 w 440747"/>
                <a:gd name="connsiteY394" fmla="*/ 316433 h 547312"/>
                <a:gd name="connsiteX395" fmla="*/ 320468 w 440747"/>
                <a:gd name="connsiteY395" fmla="*/ 315688 h 547312"/>
                <a:gd name="connsiteX396" fmla="*/ 318980 w 440747"/>
                <a:gd name="connsiteY396" fmla="*/ 310479 h 547312"/>
                <a:gd name="connsiteX397" fmla="*/ 317492 w 440747"/>
                <a:gd name="connsiteY397" fmla="*/ 309735 h 547312"/>
                <a:gd name="connsiteX398" fmla="*/ 317166 w 440747"/>
                <a:gd name="connsiteY398" fmla="*/ 307131 h 547312"/>
                <a:gd name="connsiteX399" fmla="*/ 316748 w 440747"/>
                <a:gd name="connsiteY399" fmla="*/ 304526 h 547312"/>
                <a:gd name="connsiteX400" fmla="*/ 314515 w 440747"/>
                <a:gd name="connsiteY400" fmla="*/ 303782 h 547312"/>
                <a:gd name="connsiteX401" fmla="*/ 314515 w 440747"/>
                <a:gd name="connsiteY401" fmla="*/ 299317 h 547312"/>
                <a:gd name="connsiteX402" fmla="*/ 312283 w 440747"/>
                <a:gd name="connsiteY402" fmla="*/ 298573 h 547312"/>
                <a:gd name="connsiteX403" fmla="*/ 310794 w 440747"/>
                <a:gd name="connsiteY403" fmla="*/ 294108 h 547312"/>
                <a:gd name="connsiteX404" fmla="*/ 309306 w 440747"/>
                <a:gd name="connsiteY404" fmla="*/ 293364 h 547312"/>
                <a:gd name="connsiteX405" fmla="*/ 308981 w 440747"/>
                <a:gd name="connsiteY405" fmla="*/ 291132 h 547312"/>
                <a:gd name="connsiteX406" fmla="*/ 308562 w 440747"/>
                <a:gd name="connsiteY406" fmla="*/ 288899 h 547312"/>
                <a:gd name="connsiteX407" fmla="*/ 306330 w 440747"/>
                <a:gd name="connsiteY407" fmla="*/ 288155 h 547312"/>
                <a:gd name="connsiteX408" fmla="*/ 306330 w 440747"/>
                <a:gd name="connsiteY408" fmla="*/ 283690 h 547312"/>
                <a:gd name="connsiteX409" fmla="*/ 304097 w 440747"/>
                <a:gd name="connsiteY409" fmla="*/ 283690 h 547312"/>
                <a:gd name="connsiteX410" fmla="*/ 302609 w 440747"/>
                <a:gd name="connsiteY410" fmla="*/ 279970 h 547312"/>
                <a:gd name="connsiteX411" fmla="*/ 301121 w 440747"/>
                <a:gd name="connsiteY411" fmla="*/ 279225 h 547312"/>
                <a:gd name="connsiteX412" fmla="*/ 299632 w 440747"/>
                <a:gd name="connsiteY412" fmla="*/ 274761 h 547312"/>
                <a:gd name="connsiteX413" fmla="*/ 298144 w 440747"/>
                <a:gd name="connsiteY413" fmla="*/ 274017 h 547312"/>
                <a:gd name="connsiteX414" fmla="*/ 297400 w 440747"/>
                <a:gd name="connsiteY414" fmla="*/ 270296 h 547312"/>
                <a:gd name="connsiteX415" fmla="*/ 295912 w 440747"/>
                <a:gd name="connsiteY415" fmla="*/ 269552 h 547312"/>
                <a:gd name="connsiteX416" fmla="*/ 295586 w 440747"/>
                <a:gd name="connsiteY416" fmla="*/ 268110 h 547312"/>
                <a:gd name="connsiteX417" fmla="*/ 292935 w 440747"/>
                <a:gd name="connsiteY417" fmla="*/ 265087 h 547312"/>
                <a:gd name="connsiteX418" fmla="*/ 292191 w 440747"/>
                <a:gd name="connsiteY418" fmla="*/ 262854 h 547312"/>
                <a:gd name="connsiteX419" fmla="*/ 289958 w 440747"/>
                <a:gd name="connsiteY419" fmla="*/ 261366 h 547312"/>
                <a:gd name="connsiteX420" fmla="*/ 289214 w 440747"/>
                <a:gd name="connsiteY420" fmla="*/ 257645 h 547312"/>
                <a:gd name="connsiteX421" fmla="*/ 287726 w 440747"/>
                <a:gd name="connsiteY421" fmla="*/ 257645 h 547312"/>
                <a:gd name="connsiteX422" fmla="*/ 288470 w 440747"/>
                <a:gd name="connsiteY422" fmla="*/ 253925 h 547312"/>
                <a:gd name="connsiteX423" fmla="*/ 292191 w 440747"/>
                <a:gd name="connsiteY423" fmla="*/ 252436 h 547312"/>
                <a:gd name="connsiteX424" fmla="*/ 292935 w 440747"/>
                <a:gd name="connsiteY424" fmla="*/ 250204 h 547312"/>
                <a:gd name="connsiteX425" fmla="*/ 297400 w 440747"/>
                <a:gd name="connsiteY425" fmla="*/ 248716 h 547312"/>
                <a:gd name="connsiteX426" fmla="*/ 298144 w 440747"/>
                <a:gd name="connsiteY426" fmla="*/ 246483 h 547312"/>
                <a:gd name="connsiteX427" fmla="*/ 303353 w 440747"/>
                <a:gd name="connsiteY427" fmla="*/ 245739 h 547312"/>
                <a:gd name="connsiteX428" fmla="*/ 303353 w 440747"/>
                <a:gd name="connsiteY428" fmla="*/ 242763 h 547312"/>
                <a:gd name="connsiteX429" fmla="*/ 308562 w 440747"/>
                <a:gd name="connsiteY429" fmla="*/ 241274 h 547312"/>
                <a:gd name="connsiteX430" fmla="*/ 309306 w 440747"/>
                <a:gd name="connsiteY430" fmla="*/ 239786 h 547312"/>
                <a:gd name="connsiteX431" fmla="*/ 311539 w 440747"/>
                <a:gd name="connsiteY431" fmla="*/ 239088 h 547312"/>
                <a:gd name="connsiteX432" fmla="*/ 313771 w 440747"/>
                <a:gd name="connsiteY432" fmla="*/ 238298 h 547312"/>
                <a:gd name="connsiteX433" fmla="*/ 314515 w 440747"/>
                <a:gd name="connsiteY433" fmla="*/ 236065 h 547312"/>
                <a:gd name="connsiteX434" fmla="*/ 317445 w 440747"/>
                <a:gd name="connsiteY434" fmla="*/ 235275 h 547312"/>
                <a:gd name="connsiteX435" fmla="*/ 321956 w 440747"/>
                <a:gd name="connsiteY435" fmla="*/ 233089 h 547312"/>
                <a:gd name="connsiteX436" fmla="*/ 304829 w 440747"/>
                <a:gd name="connsiteY436" fmla="*/ 232966 h 547312"/>
                <a:gd name="connsiteX437" fmla="*/ 298997 w 440747"/>
                <a:gd name="connsiteY437" fmla="*/ 232920 h 547312"/>
                <a:gd name="connsiteX438" fmla="*/ 290636 w 440747"/>
                <a:gd name="connsiteY438" fmla="*/ 232871 h 547312"/>
                <a:gd name="connsiteX439" fmla="*/ 287984 w 440747"/>
                <a:gd name="connsiteY439" fmla="*/ 232836 h 547312"/>
                <a:gd name="connsiteX440" fmla="*/ 285546 w 440747"/>
                <a:gd name="connsiteY440" fmla="*/ 232835 h 547312"/>
                <a:gd name="connsiteX441" fmla="*/ 283388 w 440747"/>
                <a:gd name="connsiteY441" fmla="*/ 232820 h 547312"/>
                <a:gd name="connsiteX442" fmla="*/ 281773 w 440747"/>
                <a:gd name="connsiteY442" fmla="*/ 233089 h 547312"/>
                <a:gd name="connsiteX443" fmla="*/ 281029 w 440747"/>
                <a:gd name="connsiteY443" fmla="*/ 235321 h 547312"/>
                <a:gd name="connsiteX444" fmla="*/ 279540 w 440747"/>
                <a:gd name="connsiteY444" fmla="*/ 235321 h 547312"/>
                <a:gd name="connsiteX445" fmla="*/ 279430 w 440747"/>
                <a:gd name="connsiteY445" fmla="*/ 236923 h 547312"/>
                <a:gd name="connsiteX446" fmla="*/ 279261 w 440747"/>
                <a:gd name="connsiteY446" fmla="*/ 238995 h 547312"/>
                <a:gd name="connsiteX447" fmla="*/ 279104 w 440747"/>
                <a:gd name="connsiteY447" fmla="*/ 241062 h 547312"/>
                <a:gd name="connsiteX448" fmla="*/ 278796 w 440747"/>
                <a:gd name="connsiteY448" fmla="*/ 242763 h 547312"/>
                <a:gd name="connsiteX449" fmla="*/ 277308 w 440747"/>
                <a:gd name="connsiteY449" fmla="*/ 243507 h 547312"/>
                <a:gd name="connsiteX450" fmla="*/ 276892 w 440747"/>
                <a:gd name="connsiteY450" fmla="*/ 248692 h 547312"/>
                <a:gd name="connsiteX451" fmla="*/ 276564 w 440747"/>
                <a:gd name="connsiteY451" fmla="*/ 250204 h 547312"/>
                <a:gd name="connsiteX452" fmla="*/ 274331 w 440747"/>
                <a:gd name="connsiteY452" fmla="*/ 250948 h 547312"/>
                <a:gd name="connsiteX453" fmla="*/ 273587 w 440747"/>
                <a:gd name="connsiteY453" fmla="*/ 256157 h 547312"/>
                <a:gd name="connsiteX454" fmla="*/ 271355 w 440747"/>
                <a:gd name="connsiteY454" fmla="*/ 256157 h 547312"/>
                <a:gd name="connsiteX455" fmla="*/ 270611 w 440747"/>
                <a:gd name="connsiteY455" fmla="*/ 262854 h 547312"/>
                <a:gd name="connsiteX456" fmla="*/ 268378 w 440747"/>
                <a:gd name="connsiteY456" fmla="*/ 262854 h 547312"/>
                <a:gd name="connsiteX457" fmla="*/ 268518 w 440747"/>
                <a:gd name="connsiteY457" fmla="*/ 265366 h 547312"/>
                <a:gd name="connsiteX458" fmla="*/ 268378 w 440747"/>
                <a:gd name="connsiteY458" fmla="*/ 268063 h 547312"/>
                <a:gd name="connsiteX459" fmla="*/ 266146 w 440747"/>
                <a:gd name="connsiteY459" fmla="*/ 269552 h 547312"/>
                <a:gd name="connsiteX460" fmla="*/ 265774 w 440747"/>
                <a:gd name="connsiteY460" fmla="*/ 272575 h 547312"/>
                <a:gd name="connsiteX461" fmla="*/ 265402 w 440747"/>
                <a:gd name="connsiteY461" fmla="*/ 275505 h 547312"/>
                <a:gd name="connsiteX462" fmla="*/ 263169 w 440747"/>
                <a:gd name="connsiteY462" fmla="*/ 276249 h 547312"/>
                <a:gd name="connsiteX463" fmla="*/ 262425 w 440747"/>
                <a:gd name="connsiteY463" fmla="*/ 280714 h 547312"/>
                <a:gd name="connsiteX464" fmla="*/ 260937 w 440747"/>
                <a:gd name="connsiteY464" fmla="*/ 281458 h 547312"/>
                <a:gd name="connsiteX465" fmla="*/ 259821 w 440747"/>
                <a:gd name="connsiteY465" fmla="*/ 284109 h 547312"/>
                <a:gd name="connsiteX466" fmla="*/ 258705 w 440747"/>
                <a:gd name="connsiteY466" fmla="*/ 286667 h 547312"/>
                <a:gd name="connsiteX467" fmla="*/ 257216 w 440747"/>
                <a:gd name="connsiteY467" fmla="*/ 286667 h 547312"/>
                <a:gd name="connsiteX468" fmla="*/ 257216 w 440747"/>
                <a:gd name="connsiteY468" fmla="*/ 291876 h 547312"/>
                <a:gd name="connsiteX469" fmla="*/ 255728 w 440747"/>
                <a:gd name="connsiteY469" fmla="*/ 291876 h 547312"/>
                <a:gd name="connsiteX470" fmla="*/ 255030 w 440747"/>
                <a:gd name="connsiteY470" fmla="*/ 294015 h 547312"/>
                <a:gd name="connsiteX471" fmla="*/ 252007 w 440747"/>
                <a:gd name="connsiteY471" fmla="*/ 297829 h 547312"/>
                <a:gd name="connsiteX472" fmla="*/ 252007 w 440747"/>
                <a:gd name="connsiteY472" fmla="*/ 301550 h 547312"/>
                <a:gd name="connsiteX473" fmla="*/ 249775 w 440747"/>
                <a:gd name="connsiteY473" fmla="*/ 301550 h 547312"/>
                <a:gd name="connsiteX474" fmla="*/ 248287 w 440747"/>
                <a:gd name="connsiteY474" fmla="*/ 306759 h 547312"/>
                <a:gd name="connsiteX475" fmla="*/ 246798 w 440747"/>
                <a:gd name="connsiteY475" fmla="*/ 307503 h 547312"/>
                <a:gd name="connsiteX476" fmla="*/ 246473 w 440747"/>
                <a:gd name="connsiteY476" fmla="*/ 308898 h 547312"/>
                <a:gd name="connsiteX477" fmla="*/ 243822 w 440747"/>
                <a:gd name="connsiteY477" fmla="*/ 312712 h 547312"/>
                <a:gd name="connsiteX478" fmla="*/ 243078 w 440747"/>
                <a:gd name="connsiteY478" fmla="*/ 315688 h 547312"/>
                <a:gd name="connsiteX479" fmla="*/ 241589 w 440747"/>
                <a:gd name="connsiteY479" fmla="*/ 315688 h 547312"/>
                <a:gd name="connsiteX480" fmla="*/ 240101 w 440747"/>
                <a:gd name="connsiteY480" fmla="*/ 320897 h 547312"/>
                <a:gd name="connsiteX481" fmla="*/ 231915 w 440747"/>
                <a:gd name="connsiteY481" fmla="*/ 321642 h 547312"/>
                <a:gd name="connsiteX482" fmla="*/ 230427 w 440747"/>
                <a:gd name="connsiteY482" fmla="*/ 317921 h 547312"/>
                <a:gd name="connsiteX483" fmla="*/ 227451 w 440747"/>
                <a:gd name="connsiteY483" fmla="*/ 317177 h 547312"/>
                <a:gd name="connsiteX484" fmla="*/ 227451 w 440747"/>
                <a:gd name="connsiteY484" fmla="*/ 314944 h 547312"/>
                <a:gd name="connsiteX485" fmla="*/ 223730 w 440747"/>
                <a:gd name="connsiteY485" fmla="*/ 314200 h 547312"/>
                <a:gd name="connsiteX486" fmla="*/ 222986 w 440747"/>
                <a:gd name="connsiteY486" fmla="*/ 311968 h 547312"/>
                <a:gd name="connsiteX487" fmla="*/ 221498 w 440747"/>
                <a:gd name="connsiteY487" fmla="*/ 311270 h 547312"/>
                <a:gd name="connsiteX488" fmla="*/ 220009 w 440747"/>
                <a:gd name="connsiteY488" fmla="*/ 310479 h 547312"/>
                <a:gd name="connsiteX489" fmla="*/ 219637 w 440747"/>
                <a:gd name="connsiteY489" fmla="*/ 308898 h 547312"/>
                <a:gd name="connsiteX490" fmla="*/ 219265 w 440747"/>
                <a:gd name="connsiteY490" fmla="*/ 307503 h 547312"/>
                <a:gd name="connsiteX491" fmla="*/ 216289 w 440747"/>
                <a:gd name="connsiteY491" fmla="*/ 307503 h 547312"/>
                <a:gd name="connsiteX492" fmla="*/ 215544 w 440747"/>
                <a:gd name="connsiteY492" fmla="*/ 305270 h 547312"/>
                <a:gd name="connsiteX493" fmla="*/ 213684 w 440747"/>
                <a:gd name="connsiteY493" fmla="*/ 304526 h 547312"/>
                <a:gd name="connsiteX494" fmla="*/ 211824 w 440747"/>
                <a:gd name="connsiteY494" fmla="*/ 303782 h 547312"/>
                <a:gd name="connsiteX495" fmla="*/ 211080 w 440747"/>
                <a:gd name="connsiteY495" fmla="*/ 301550 h 547312"/>
                <a:gd name="connsiteX496" fmla="*/ 209591 w 440747"/>
                <a:gd name="connsiteY496" fmla="*/ 301178 h 547312"/>
                <a:gd name="connsiteX497" fmla="*/ 208103 w 440747"/>
                <a:gd name="connsiteY497" fmla="*/ 300806 h 547312"/>
                <a:gd name="connsiteX498" fmla="*/ 207359 w 440747"/>
                <a:gd name="connsiteY498" fmla="*/ 298573 h 547312"/>
                <a:gd name="connsiteX499" fmla="*/ 205498 w 440747"/>
                <a:gd name="connsiteY499" fmla="*/ 297876 h 547312"/>
                <a:gd name="connsiteX500" fmla="*/ 203638 w 440747"/>
                <a:gd name="connsiteY500" fmla="*/ 297085 h 547312"/>
                <a:gd name="connsiteX501" fmla="*/ 203313 w 440747"/>
                <a:gd name="connsiteY501" fmla="*/ 295504 h 547312"/>
                <a:gd name="connsiteX502" fmla="*/ 202894 w 440747"/>
                <a:gd name="connsiteY502" fmla="*/ 294108 h 547312"/>
                <a:gd name="connsiteX503" fmla="*/ 200662 w 440747"/>
                <a:gd name="connsiteY503" fmla="*/ 294108 h 547312"/>
                <a:gd name="connsiteX504" fmla="*/ 198429 w 440747"/>
                <a:gd name="connsiteY504" fmla="*/ 294108 h 547312"/>
                <a:gd name="connsiteX505" fmla="*/ 197685 w 440747"/>
                <a:gd name="connsiteY505" fmla="*/ 291132 h 547312"/>
                <a:gd name="connsiteX506" fmla="*/ 194708 w 440747"/>
                <a:gd name="connsiteY506" fmla="*/ 290388 h 547312"/>
                <a:gd name="connsiteX507" fmla="*/ 193964 w 440747"/>
                <a:gd name="connsiteY507" fmla="*/ 288155 h 547312"/>
                <a:gd name="connsiteX508" fmla="*/ 191360 w 440747"/>
                <a:gd name="connsiteY508" fmla="*/ 287783 h 547312"/>
                <a:gd name="connsiteX509" fmla="*/ 188755 w 440747"/>
                <a:gd name="connsiteY509" fmla="*/ 286667 h 547312"/>
                <a:gd name="connsiteX510" fmla="*/ 188755 w 440747"/>
                <a:gd name="connsiteY510" fmla="*/ 276993 h 547312"/>
                <a:gd name="connsiteX511" fmla="*/ 191732 w 440747"/>
                <a:gd name="connsiteY511" fmla="*/ 276993 h 547312"/>
                <a:gd name="connsiteX512" fmla="*/ 191453 w 440747"/>
                <a:gd name="connsiteY512" fmla="*/ 274993 h 547312"/>
                <a:gd name="connsiteX513" fmla="*/ 193871 w 440747"/>
                <a:gd name="connsiteY513" fmla="*/ 270621 h 547312"/>
                <a:gd name="connsiteX514" fmla="*/ 196197 w 440747"/>
                <a:gd name="connsiteY514" fmla="*/ 268808 h 547312"/>
                <a:gd name="connsiteX515" fmla="*/ 197685 w 440747"/>
                <a:gd name="connsiteY515" fmla="*/ 265087 h 547312"/>
                <a:gd name="connsiteX516" fmla="*/ 202150 w 440747"/>
                <a:gd name="connsiteY516" fmla="*/ 259878 h 547312"/>
                <a:gd name="connsiteX517" fmla="*/ 202475 w 440747"/>
                <a:gd name="connsiteY517" fmla="*/ 257971 h 547312"/>
                <a:gd name="connsiteX518" fmla="*/ 202894 w 440747"/>
                <a:gd name="connsiteY518" fmla="*/ 256157 h 547312"/>
                <a:gd name="connsiteX519" fmla="*/ 205126 w 440747"/>
                <a:gd name="connsiteY519" fmla="*/ 256157 h 547312"/>
                <a:gd name="connsiteX520" fmla="*/ 204940 w 440747"/>
                <a:gd name="connsiteY520" fmla="*/ 254018 h 547312"/>
                <a:gd name="connsiteX521" fmla="*/ 205126 w 440747"/>
                <a:gd name="connsiteY521" fmla="*/ 251692 h 547312"/>
                <a:gd name="connsiteX522" fmla="*/ 208103 w 440747"/>
                <a:gd name="connsiteY522" fmla="*/ 250204 h 547312"/>
                <a:gd name="connsiteX523" fmla="*/ 208103 w 440747"/>
                <a:gd name="connsiteY523" fmla="*/ 245739 h 547312"/>
                <a:gd name="connsiteX524" fmla="*/ 210335 w 440747"/>
                <a:gd name="connsiteY524" fmla="*/ 245739 h 547312"/>
                <a:gd name="connsiteX525" fmla="*/ 210568 w 440747"/>
                <a:gd name="connsiteY525" fmla="*/ 243228 h 547312"/>
                <a:gd name="connsiteX526" fmla="*/ 211080 w 440747"/>
                <a:gd name="connsiteY526" fmla="*/ 240530 h 547312"/>
                <a:gd name="connsiteX527" fmla="*/ 213312 w 440747"/>
                <a:gd name="connsiteY527" fmla="*/ 239042 h 547312"/>
                <a:gd name="connsiteX528" fmla="*/ 213312 w 440747"/>
                <a:gd name="connsiteY528" fmla="*/ 236809 h 547312"/>
                <a:gd name="connsiteX529" fmla="*/ 213312 w 440747"/>
                <a:gd name="connsiteY529" fmla="*/ 234577 h 547312"/>
                <a:gd name="connsiteX530" fmla="*/ 215544 w 440747"/>
                <a:gd name="connsiteY530" fmla="*/ 233089 h 547312"/>
                <a:gd name="connsiteX531" fmla="*/ 216289 w 440747"/>
                <a:gd name="connsiteY531" fmla="*/ 228624 h 547312"/>
                <a:gd name="connsiteX532" fmla="*/ 218521 w 440747"/>
                <a:gd name="connsiteY532" fmla="*/ 228624 h 547312"/>
                <a:gd name="connsiteX533" fmla="*/ 219265 w 440747"/>
                <a:gd name="connsiteY533" fmla="*/ 222671 h 547312"/>
                <a:gd name="connsiteX534" fmla="*/ 221498 w 440747"/>
                <a:gd name="connsiteY534" fmla="*/ 222671 h 547312"/>
                <a:gd name="connsiteX535" fmla="*/ 221419 w 440747"/>
                <a:gd name="connsiteY535" fmla="*/ 221232 h 547312"/>
                <a:gd name="connsiteX536" fmla="*/ 221358 w 440747"/>
                <a:gd name="connsiteY536" fmla="*/ 219369 h 547312"/>
                <a:gd name="connsiteX537" fmla="*/ 221279 w 440747"/>
                <a:gd name="connsiteY537" fmla="*/ 217511 h 547312"/>
                <a:gd name="connsiteX538" fmla="*/ 221498 w 440747"/>
                <a:gd name="connsiteY538" fmla="*/ 215974 h 547312"/>
                <a:gd name="connsiteX539" fmla="*/ 223730 w 440747"/>
                <a:gd name="connsiteY539" fmla="*/ 215229 h 547312"/>
                <a:gd name="connsiteX540" fmla="*/ 224242 w 440747"/>
                <a:gd name="connsiteY540" fmla="*/ 212206 h 547312"/>
                <a:gd name="connsiteX541" fmla="*/ 224474 w 440747"/>
                <a:gd name="connsiteY541" fmla="*/ 209276 h 547312"/>
                <a:gd name="connsiteX542" fmla="*/ 226706 w 440747"/>
                <a:gd name="connsiteY542" fmla="*/ 209276 h 547312"/>
                <a:gd name="connsiteX543" fmla="*/ 226817 w 440747"/>
                <a:gd name="connsiteY543" fmla="*/ 207675 h 547312"/>
                <a:gd name="connsiteX544" fmla="*/ 226986 w 440747"/>
                <a:gd name="connsiteY544" fmla="*/ 205602 h 547312"/>
                <a:gd name="connsiteX545" fmla="*/ 227143 w 440747"/>
                <a:gd name="connsiteY545" fmla="*/ 203535 h 547312"/>
                <a:gd name="connsiteX546" fmla="*/ 227451 w 440747"/>
                <a:gd name="connsiteY546" fmla="*/ 201835 h 547312"/>
                <a:gd name="connsiteX547" fmla="*/ 228939 w 440747"/>
                <a:gd name="connsiteY547" fmla="*/ 201091 h 547312"/>
                <a:gd name="connsiteX548" fmla="*/ 229355 w 440747"/>
                <a:gd name="connsiteY548" fmla="*/ 195324 h 547312"/>
                <a:gd name="connsiteX549" fmla="*/ 229683 w 440747"/>
                <a:gd name="connsiteY549" fmla="*/ 193649 h 547312"/>
                <a:gd name="connsiteX550" fmla="*/ 231915 w 440747"/>
                <a:gd name="connsiteY550" fmla="*/ 192905 h 547312"/>
                <a:gd name="connsiteX551" fmla="*/ 232427 w 440747"/>
                <a:gd name="connsiteY551" fmla="*/ 189138 h 547312"/>
                <a:gd name="connsiteX552" fmla="*/ 232575 w 440747"/>
                <a:gd name="connsiteY552" fmla="*/ 187065 h 547312"/>
                <a:gd name="connsiteX553" fmla="*/ 232660 w 440747"/>
                <a:gd name="connsiteY553" fmla="*/ 185464 h 547312"/>
                <a:gd name="connsiteX554" fmla="*/ 234892 w 440747"/>
                <a:gd name="connsiteY554" fmla="*/ 185464 h 547312"/>
                <a:gd name="connsiteX555" fmla="*/ 234976 w 440747"/>
                <a:gd name="connsiteY555" fmla="*/ 183426 h 547312"/>
                <a:gd name="connsiteX556" fmla="*/ 235125 w 440747"/>
                <a:gd name="connsiteY556" fmla="*/ 180766 h 547312"/>
                <a:gd name="connsiteX557" fmla="*/ 235255 w 440747"/>
                <a:gd name="connsiteY557" fmla="*/ 178124 h 547312"/>
                <a:gd name="connsiteX558" fmla="*/ 237869 w 440747"/>
                <a:gd name="connsiteY558" fmla="*/ 173558 h 547312"/>
                <a:gd name="connsiteX559" fmla="*/ 238008 w 440747"/>
                <a:gd name="connsiteY559" fmla="*/ 169325 h 547312"/>
                <a:gd name="connsiteX560" fmla="*/ 237947 w 440747"/>
                <a:gd name="connsiteY560" fmla="*/ 167084 h 547312"/>
                <a:gd name="connsiteX561" fmla="*/ 237869 w 440747"/>
                <a:gd name="connsiteY561" fmla="*/ 165372 h 547312"/>
                <a:gd name="connsiteX562" fmla="*/ 240845 w 440747"/>
                <a:gd name="connsiteY562" fmla="*/ 165372 h 547312"/>
                <a:gd name="connsiteX563" fmla="*/ 240845 w 440747"/>
                <a:gd name="connsiteY563" fmla="*/ 154210 h 547312"/>
                <a:gd name="connsiteX564" fmla="*/ 242333 w 440747"/>
                <a:gd name="connsiteY564" fmla="*/ 154210 h 547312"/>
                <a:gd name="connsiteX565" fmla="*/ 243540 w 440747"/>
                <a:gd name="connsiteY565" fmla="*/ 144603 h 547312"/>
                <a:gd name="connsiteX566" fmla="*/ 243822 w 440747"/>
                <a:gd name="connsiteY566" fmla="*/ 142304 h 547312"/>
                <a:gd name="connsiteX567" fmla="*/ 245310 w 440747"/>
                <a:gd name="connsiteY567" fmla="*/ 141559 h 547312"/>
                <a:gd name="connsiteX568" fmla="*/ 245540 w 440747"/>
                <a:gd name="connsiteY568" fmla="*/ 138583 h 547312"/>
                <a:gd name="connsiteX569" fmla="*/ 245596 w 440747"/>
                <a:gd name="connsiteY569" fmla="*/ 136769 h 547312"/>
                <a:gd name="connsiteX570" fmla="*/ 245666 w 440747"/>
                <a:gd name="connsiteY570" fmla="*/ 132955 h 547312"/>
                <a:gd name="connsiteX571" fmla="*/ 245726 w 440747"/>
                <a:gd name="connsiteY571" fmla="*/ 131142 h 547312"/>
                <a:gd name="connsiteX572" fmla="*/ 245756 w 440747"/>
                <a:gd name="connsiteY572" fmla="*/ 129467 h 547312"/>
                <a:gd name="connsiteX573" fmla="*/ 246054 w 440747"/>
                <a:gd name="connsiteY573" fmla="*/ 128165 h 547312"/>
                <a:gd name="connsiteX574" fmla="*/ 248287 w 440747"/>
                <a:gd name="connsiteY574" fmla="*/ 127421 h 547312"/>
                <a:gd name="connsiteX575" fmla="*/ 248819 w 440747"/>
                <a:gd name="connsiteY575" fmla="*/ 125174 h 547312"/>
                <a:gd name="connsiteX576" fmla="*/ 249775 w 440747"/>
                <a:gd name="connsiteY576" fmla="*/ 122956 h 547312"/>
                <a:gd name="connsiteX577" fmla="*/ 255402 w 440747"/>
                <a:gd name="connsiteY577" fmla="*/ 122444 h 547312"/>
                <a:gd name="connsiteX578" fmla="*/ 256976 w 440747"/>
                <a:gd name="connsiteY578" fmla="*/ 122411 h 547312"/>
                <a:gd name="connsiteX579" fmla="*/ 260937 w 440747"/>
                <a:gd name="connsiteY579" fmla="*/ 122956 h 547312"/>
                <a:gd name="connsiteX580" fmla="*/ 261681 w 440747"/>
                <a:gd name="connsiteY580" fmla="*/ 126677 h 547312"/>
                <a:gd name="connsiteX581" fmla="*/ 273587 w 440747"/>
                <a:gd name="connsiteY581" fmla="*/ 126677 h 547312"/>
                <a:gd name="connsiteX582" fmla="*/ 273587 w 440747"/>
                <a:gd name="connsiteY582" fmla="*/ 95423 h 547312"/>
                <a:gd name="connsiteX583" fmla="*/ 271355 w 440747"/>
                <a:gd name="connsiteY583" fmla="*/ 96167 h 547312"/>
                <a:gd name="connsiteX584" fmla="*/ 267131 w 440747"/>
                <a:gd name="connsiteY584" fmla="*/ 96256 h 547312"/>
                <a:gd name="connsiteX585" fmla="*/ 264466 w 440747"/>
                <a:gd name="connsiteY585" fmla="*/ 96260 h 547312"/>
                <a:gd name="connsiteX586" fmla="*/ 261538 w 440747"/>
                <a:gd name="connsiteY586" fmla="*/ 96251 h 547312"/>
                <a:gd name="connsiteX587" fmla="*/ 258458 w 440747"/>
                <a:gd name="connsiteY587" fmla="*/ 96252 h 547312"/>
                <a:gd name="connsiteX588" fmla="*/ 250092 w 440747"/>
                <a:gd name="connsiteY588" fmla="*/ 96242 h 547312"/>
                <a:gd name="connsiteX589" fmla="*/ 241350 w 440747"/>
                <a:gd name="connsiteY589" fmla="*/ 96236 h 547312"/>
                <a:gd name="connsiteX590" fmla="*/ 224794 w 440747"/>
                <a:gd name="connsiteY590" fmla="*/ 96221 h 547312"/>
                <a:gd name="connsiteX591" fmla="*/ 205947 w 440747"/>
                <a:gd name="connsiteY591" fmla="*/ 96204 h 547312"/>
                <a:gd name="connsiteX592" fmla="*/ 167175 w 440747"/>
                <a:gd name="connsiteY592" fmla="*/ 96167 h 547312"/>
                <a:gd name="connsiteX593" fmla="*/ 167187 w 440747"/>
                <a:gd name="connsiteY593" fmla="*/ 98888 h 547312"/>
                <a:gd name="connsiteX594" fmla="*/ 167216 w 440747"/>
                <a:gd name="connsiteY594" fmla="*/ 108843 h 547312"/>
                <a:gd name="connsiteX595" fmla="*/ 167231 w 440747"/>
                <a:gd name="connsiteY595" fmla="*/ 113159 h 547312"/>
                <a:gd name="connsiteX596" fmla="*/ 167248 w 440747"/>
                <a:gd name="connsiteY596" fmla="*/ 119349 h 547312"/>
                <a:gd name="connsiteX597" fmla="*/ 167260 w 440747"/>
                <a:gd name="connsiteY597" fmla="*/ 121310 h 547312"/>
                <a:gd name="connsiteX598" fmla="*/ 167175 w 440747"/>
                <a:gd name="connsiteY598" fmla="*/ 125933 h 547312"/>
                <a:gd name="connsiteX599" fmla="*/ 160769 w 440747"/>
                <a:gd name="connsiteY599" fmla="*/ 126797 h 547312"/>
                <a:gd name="connsiteX600" fmla="*/ 158972 w 440747"/>
                <a:gd name="connsiteY600" fmla="*/ 126808 h 547312"/>
                <a:gd name="connsiteX601" fmla="*/ 153063 w 440747"/>
                <a:gd name="connsiteY601" fmla="*/ 126828 h 547312"/>
                <a:gd name="connsiteX602" fmla="*/ 148972 w 440747"/>
                <a:gd name="connsiteY602" fmla="*/ 126841 h 547312"/>
                <a:gd name="connsiteX603" fmla="*/ 140386 w 440747"/>
                <a:gd name="connsiteY603" fmla="*/ 126855 h 547312"/>
                <a:gd name="connsiteX604" fmla="*/ 129363 w 440747"/>
                <a:gd name="connsiteY604" fmla="*/ 126899 h 547312"/>
                <a:gd name="connsiteX605" fmla="*/ 120912 w 440747"/>
                <a:gd name="connsiteY605" fmla="*/ 126917 h 547312"/>
                <a:gd name="connsiteX606" fmla="*/ 116847 w 440747"/>
                <a:gd name="connsiteY606" fmla="*/ 126935 h 547312"/>
                <a:gd name="connsiteX607" fmla="*/ 111170 w 440747"/>
                <a:gd name="connsiteY607" fmla="*/ 126942 h 547312"/>
                <a:gd name="connsiteX608" fmla="*/ 109461 w 440747"/>
                <a:gd name="connsiteY608" fmla="*/ 126963 h 547312"/>
                <a:gd name="connsiteX609" fmla="*/ 105412 w 440747"/>
                <a:gd name="connsiteY609" fmla="*/ 126677 h 547312"/>
                <a:gd name="connsiteX610" fmla="*/ 103726 w 440747"/>
                <a:gd name="connsiteY610" fmla="*/ 118796 h 547312"/>
                <a:gd name="connsiteX611" fmla="*/ 103721 w 440747"/>
                <a:gd name="connsiteY611" fmla="*/ 117126 h 547312"/>
                <a:gd name="connsiteX612" fmla="*/ 103729 w 440747"/>
                <a:gd name="connsiteY612" fmla="*/ 113630 h 547312"/>
                <a:gd name="connsiteX613" fmla="*/ 103720 w 440747"/>
                <a:gd name="connsiteY613" fmla="*/ 108290 h 547312"/>
                <a:gd name="connsiteX614" fmla="*/ 103726 w 440747"/>
                <a:gd name="connsiteY614" fmla="*/ 104890 h 547312"/>
                <a:gd name="connsiteX615" fmla="*/ 103716 w 440747"/>
                <a:gd name="connsiteY615" fmla="*/ 103281 h 547312"/>
                <a:gd name="connsiteX616" fmla="*/ 105412 w 440747"/>
                <a:gd name="connsiteY616" fmla="*/ 96167 h 547312"/>
                <a:gd name="connsiteX617" fmla="*/ 103868 w 440747"/>
                <a:gd name="connsiteY617" fmla="*/ 96169 h 547312"/>
                <a:gd name="connsiteX618" fmla="*/ 66738 w 440747"/>
                <a:gd name="connsiteY618" fmla="*/ 96205 h 547312"/>
                <a:gd name="connsiteX619" fmla="*/ 48782 w 440747"/>
                <a:gd name="connsiteY619" fmla="*/ 96223 h 547312"/>
                <a:gd name="connsiteX620" fmla="*/ 33137 w 440747"/>
                <a:gd name="connsiteY620" fmla="*/ 96237 h 547312"/>
                <a:gd name="connsiteX621" fmla="*/ 24849 w 440747"/>
                <a:gd name="connsiteY621" fmla="*/ 96246 h 547312"/>
                <a:gd name="connsiteX622" fmla="*/ 15611 w 440747"/>
                <a:gd name="connsiteY622" fmla="*/ 96251 h 547312"/>
                <a:gd name="connsiteX623" fmla="*/ 12814 w 440747"/>
                <a:gd name="connsiteY623" fmla="*/ 96260 h 547312"/>
                <a:gd name="connsiteX624" fmla="*/ 10288 w 440747"/>
                <a:gd name="connsiteY624" fmla="*/ 96256 h 547312"/>
                <a:gd name="connsiteX625" fmla="*/ 8078 w 440747"/>
                <a:gd name="connsiteY625" fmla="*/ 96258 h 547312"/>
                <a:gd name="connsiteX626" fmla="*/ 5697 w 440747"/>
                <a:gd name="connsiteY626" fmla="*/ 95423 h 547312"/>
                <a:gd name="connsiteX627" fmla="*/ 5553 w 440747"/>
                <a:gd name="connsiteY627" fmla="*/ 89556 h 547312"/>
                <a:gd name="connsiteX628" fmla="*/ 5535 w 440747"/>
                <a:gd name="connsiteY628" fmla="*/ 87693 h 547312"/>
                <a:gd name="connsiteX629" fmla="*/ 5493 w 440747"/>
                <a:gd name="connsiteY629" fmla="*/ 81566 h 547312"/>
                <a:gd name="connsiteX630" fmla="*/ 5481 w 440747"/>
                <a:gd name="connsiteY630" fmla="*/ 79459 h 547312"/>
                <a:gd name="connsiteX631" fmla="*/ 5436 w 440747"/>
                <a:gd name="connsiteY631" fmla="*/ 68424 h 547312"/>
                <a:gd name="connsiteX632" fmla="*/ 5353 w 440747"/>
                <a:gd name="connsiteY632" fmla="*/ 56996 h 547312"/>
                <a:gd name="connsiteX633" fmla="*/ 5315 w 440747"/>
                <a:gd name="connsiteY633" fmla="*/ 48234 h 547312"/>
                <a:gd name="connsiteX634" fmla="*/ 5281 w 440747"/>
                <a:gd name="connsiteY634" fmla="*/ 44019 h 547312"/>
                <a:gd name="connsiteX635" fmla="*/ 5263 w 440747"/>
                <a:gd name="connsiteY635" fmla="*/ 38134 h 547312"/>
                <a:gd name="connsiteX636" fmla="*/ 5226 w 440747"/>
                <a:gd name="connsiteY636" fmla="*/ 36362 h 547312"/>
                <a:gd name="connsiteX637" fmla="*/ 5697 w 440747"/>
                <a:gd name="connsiteY637" fmla="*/ 32171 h 547312"/>
                <a:gd name="connsiteX638" fmla="*/ 13453 w 440747"/>
                <a:gd name="connsiteY638" fmla="*/ 30504 h 547312"/>
                <a:gd name="connsiteX639" fmla="*/ 15878 w 440747"/>
                <a:gd name="connsiteY639" fmla="*/ 30497 h 547312"/>
                <a:gd name="connsiteX640" fmla="*/ 18515 w 440747"/>
                <a:gd name="connsiteY640" fmla="*/ 30514 h 547312"/>
                <a:gd name="connsiteX641" fmla="*/ 21310 w 440747"/>
                <a:gd name="connsiteY641" fmla="*/ 30513 h 547312"/>
                <a:gd name="connsiteX642" fmla="*/ 28878 w 440747"/>
                <a:gd name="connsiteY642" fmla="*/ 30532 h 547312"/>
                <a:gd name="connsiteX643" fmla="*/ 36795 w 440747"/>
                <a:gd name="connsiteY643" fmla="*/ 30544 h 547312"/>
                <a:gd name="connsiteX644" fmla="*/ 51777 w 440747"/>
                <a:gd name="connsiteY644" fmla="*/ 30575 h 547312"/>
                <a:gd name="connsiteX645" fmla="*/ 68837 w 440747"/>
                <a:gd name="connsiteY645" fmla="*/ 30608 h 547312"/>
                <a:gd name="connsiteX646" fmla="*/ 103923 w 440747"/>
                <a:gd name="connsiteY646" fmla="*/ 30683 h 547312"/>
                <a:gd name="connsiteX647" fmla="*/ 103911 w 440747"/>
                <a:gd name="connsiteY647" fmla="*/ 28042 h 547312"/>
                <a:gd name="connsiteX648" fmla="*/ 103882 w 440747"/>
                <a:gd name="connsiteY648" fmla="*/ 18365 h 547312"/>
                <a:gd name="connsiteX649" fmla="*/ 103867 w 440747"/>
                <a:gd name="connsiteY649" fmla="*/ 14173 h 547312"/>
                <a:gd name="connsiteX650" fmla="*/ 103851 w 440747"/>
                <a:gd name="connsiteY650" fmla="*/ 8155 h 547312"/>
                <a:gd name="connsiteX651" fmla="*/ 103839 w 440747"/>
                <a:gd name="connsiteY651" fmla="*/ 6254 h 547312"/>
                <a:gd name="connsiteX652" fmla="*/ 104667 w 440747"/>
                <a:gd name="connsiteY652" fmla="*/ 173 h 547312"/>
                <a:gd name="connsiteX653" fmla="*/ 110490 w 440747"/>
                <a:gd name="connsiteY653" fmla="*/ 4 h 547312"/>
                <a:gd name="connsiteX654" fmla="*/ 112338 w 440747"/>
                <a:gd name="connsiteY654" fmla="*/ 3 h 54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Lst>
              <a:rect l="l" t="t" r="r" b="b"/>
              <a:pathLst>
                <a:path w="440747" h="547312">
                  <a:moveTo>
                    <a:pt x="200045" y="413726"/>
                  </a:moveTo>
                  <a:cubicBezTo>
                    <a:pt x="199952" y="420918"/>
                    <a:pt x="199857" y="428109"/>
                    <a:pt x="199770" y="435301"/>
                  </a:cubicBezTo>
                  <a:cubicBezTo>
                    <a:pt x="199713" y="440034"/>
                    <a:pt x="199657" y="444767"/>
                    <a:pt x="199595" y="449499"/>
                  </a:cubicBezTo>
                  <a:cubicBezTo>
                    <a:pt x="199543" y="453445"/>
                    <a:pt x="199491" y="457390"/>
                    <a:pt x="199445" y="461335"/>
                  </a:cubicBezTo>
                  <a:cubicBezTo>
                    <a:pt x="199427" y="462834"/>
                    <a:pt x="199409" y="464332"/>
                    <a:pt x="199391" y="465830"/>
                  </a:cubicBezTo>
                  <a:cubicBezTo>
                    <a:pt x="199361" y="467993"/>
                    <a:pt x="199331" y="470155"/>
                    <a:pt x="199307" y="472317"/>
                  </a:cubicBezTo>
                  <a:cubicBezTo>
                    <a:pt x="199299" y="472990"/>
                    <a:pt x="199292" y="473644"/>
                    <a:pt x="199285" y="474297"/>
                  </a:cubicBezTo>
                  <a:cubicBezTo>
                    <a:pt x="199238" y="477314"/>
                    <a:pt x="199080" y="480034"/>
                    <a:pt x="200045" y="482931"/>
                  </a:cubicBezTo>
                  <a:cubicBezTo>
                    <a:pt x="200568" y="483024"/>
                    <a:pt x="201076" y="483114"/>
                    <a:pt x="201584" y="483205"/>
                  </a:cubicBezTo>
                  <a:cubicBezTo>
                    <a:pt x="202620" y="483200"/>
                    <a:pt x="202620" y="483200"/>
                    <a:pt x="203635" y="483196"/>
                  </a:cubicBezTo>
                  <a:cubicBezTo>
                    <a:pt x="204423" y="483199"/>
                    <a:pt x="205188" y="483201"/>
                    <a:pt x="205953" y="483203"/>
                  </a:cubicBezTo>
                  <a:cubicBezTo>
                    <a:pt x="206812" y="483194"/>
                    <a:pt x="207645" y="483184"/>
                    <a:pt x="208478" y="483175"/>
                  </a:cubicBezTo>
                  <a:cubicBezTo>
                    <a:pt x="210225" y="483172"/>
                    <a:pt x="211973" y="483168"/>
                    <a:pt x="213720" y="483164"/>
                  </a:cubicBezTo>
                  <a:cubicBezTo>
                    <a:pt x="216489" y="483140"/>
                    <a:pt x="219256" y="483117"/>
                    <a:pt x="222025" y="483110"/>
                  </a:cubicBezTo>
                  <a:cubicBezTo>
                    <a:pt x="223825" y="483107"/>
                    <a:pt x="225626" y="483102"/>
                    <a:pt x="227427" y="483095"/>
                  </a:cubicBezTo>
                  <a:cubicBezTo>
                    <a:pt x="228306" y="483091"/>
                    <a:pt x="229159" y="483086"/>
                    <a:pt x="230012" y="483082"/>
                  </a:cubicBezTo>
                  <a:cubicBezTo>
                    <a:pt x="230865" y="483079"/>
                    <a:pt x="231694" y="483076"/>
                    <a:pt x="232523" y="483073"/>
                  </a:cubicBezTo>
                  <a:cubicBezTo>
                    <a:pt x="233704" y="483062"/>
                    <a:pt x="233704" y="483062"/>
                    <a:pt x="234862" y="483051"/>
                  </a:cubicBezTo>
                  <a:cubicBezTo>
                    <a:pt x="237258" y="483033"/>
                    <a:pt x="239464" y="483049"/>
                    <a:pt x="241717" y="482187"/>
                  </a:cubicBezTo>
                  <a:cubicBezTo>
                    <a:pt x="242047" y="479498"/>
                    <a:pt x="242047" y="479498"/>
                    <a:pt x="242040" y="477750"/>
                  </a:cubicBezTo>
                  <a:cubicBezTo>
                    <a:pt x="242022" y="477093"/>
                    <a:pt x="242005" y="476455"/>
                    <a:pt x="241987" y="475818"/>
                  </a:cubicBezTo>
                  <a:cubicBezTo>
                    <a:pt x="241965" y="473688"/>
                    <a:pt x="241939" y="471559"/>
                    <a:pt x="241894" y="469430"/>
                  </a:cubicBezTo>
                  <a:cubicBezTo>
                    <a:pt x="241862" y="467904"/>
                    <a:pt x="241834" y="466378"/>
                    <a:pt x="241812" y="464852"/>
                  </a:cubicBezTo>
                  <a:cubicBezTo>
                    <a:pt x="241761" y="460861"/>
                    <a:pt x="241700" y="456871"/>
                    <a:pt x="241624" y="452881"/>
                  </a:cubicBezTo>
                  <a:cubicBezTo>
                    <a:pt x="241530" y="447929"/>
                    <a:pt x="241455" y="442977"/>
                    <a:pt x="241383" y="438025"/>
                  </a:cubicBezTo>
                  <a:cubicBezTo>
                    <a:pt x="241278" y="430782"/>
                    <a:pt x="241278" y="430782"/>
                    <a:pt x="240973" y="413726"/>
                  </a:cubicBezTo>
                  <a:cubicBezTo>
                    <a:pt x="227058" y="413726"/>
                    <a:pt x="213552" y="413726"/>
                    <a:pt x="200045" y="413726"/>
                  </a:cubicBezTo>
                  <a:close/>
                  <a:moveTo>
                    <a:pt x="294834" y="413636"/>
                  </a:moveTo>
                  <a:cubicBezTo>
                    <a:pt x="292365" y="413770"/>
                    <a:pt x="292365" y="413770"/>
                    <a:pt x="292346" y="418685"/>
                  </a:cubicBezTo>
                  <a:cubicBezTo>
                    <a:pt x="292347" y="419308"/>
                    <a:pt x="292349" y="419913"/>
                    <a:pt x="292350" y="420518"/>
                  </a:cubicBezTo>
                  <a:cubicBezTo>
                    <a:pt x="292346" y="422540"/>
                    <a:pt x="292343" y="424562"/>
                    <a:pt x="292345" y="426585"/>
                  </a:cubicBezTo>
                  <a:cubicBezTo>
                    <a:pt x="292347" y="428036"/>
                    <a:pt x="292348" y="429487"/>
                    <a:pt x="292347" y="430938"/>
                  </a:cubicBezTo>
                  <a:cubicBezTo>
                    <a:pt x="292345" y="433956"/>
                    <a:pt x="292344" y="436973"/>
                    <a:pt x="292347" y="439991"/>
                  </a:cubicBezTo>
                  <a:cubicBezTo>
                    <a:pt x="292352" y="443925"/>
                    <a:pt x="292354" y="447858"/>
                    <a:pt x="292350" y="451792"/>
                  </a:cubicBezTo>
                  <a:cubicBezTo>
                    <a:pt x="292346" y="454854"/>
                    <a:pt x="292345" y="457916"/>
                    <a:pt x="292346" y="460978"/>
                  </a:cubicBezTo>
                  <a:cubicBezTo>
                    <a:pt x="292347" y="462440"/>
                    <a:pt x="292347" y="463903"/>
                    <a:pt x="292348" y="465365"/>
                  </a:cubicBezTo>
                  <a:cubicBezTo>
                    <a:pt x="292345" y="467471"/>
                    <a:pt x="292343" y="469577"/>
                    <a:pt x="292347" y="471683"/>
                  </a:cubicBezTo>
                  <a:cubicBezTo>
                    <a:pt x="292348" y="472341"/>
                    <a:pt x="292349" y="472979"/>
                    <a:pt x="292350" y="473617"/>
                  </a:cubicBezTo>
                  <a:cubicBezTo>
                    <a:pt x="292343" y="476771"/>
                    <a:pt x="292131" y="479917"/>
                    <a:pt x="293191" y="482930"/>
                  </a:cubicBezTo>
                  <a:cubicBezTo>
                    <a:pt x="293750" y="483052"/>
                    <a:pt x="294292" y="483170"/>
                    <a:pt x="294834" y="483288"/>
                  </a:cubicBezTo>
                  <a:cubicBezTo>
                    <a:pt x="295582" y="483282"/>
                    <a:pt x="296307" y="483275"/>
                    <a:pt x="297032" y="483268"/>
                  </a:cubicBezTo>
                  <a:cubicBezTo>
                    <a:pt x="297888" y="483268"/>
                    <a:pt x="298719" y="483268"/>
                    <a:pt x="299550" y="483267"/>
                  </a:cubicBezTo>
                  <a:cubicBezTo>
                    <a:pt x="300457" y="483252"/>
                    <a:pt x="301337" y="483236"/>
                    <a:pt x="302217" y="483221"/>
                  </a:cubicBezTo>
                  <a:cubicBezTo>
                    <a:pt x="303893" y="483215"/>
                    <a:pt x="305570" y="483207"/>
                    <a:pt x="307247" y="483199"/>
                  </a:cubicBezTo>
                  <a:cubicBezTo>
                    <a:pt x="309441" y="483171"/>
                    <a:pt x="311571" y="483144"/>
                    <a:pt x="313701" y="483116"/>
                  </a:cubicBezTo>
                  <a:cubicBezTo>
                    <a:pt x="324012" y="483023"/>
                    <a:pt x="324012" y="483023"/>
                    <a:pt x="334119" y="482930"/>
                  </a:cubicBezTo>
                  <a:cubicBezTo>
                    <a:pt x="334119" y="459401"/>
                    <a:pt x="334119" y="436563"/>
                    <a:pt x="334119" y="413725"/>
                  </a:cubicBezTo>
                  <a:cubicBezTo>
                    <a:pt x="327177" y="413710"/>
                    <a:pt x="320439" y="413694"/>
                    <a:pt x="313701" y="413679"/>
                  </a:cubicBezTo>
                  <a:cubicBezTo>
                    <a:pt x="310685" y="413669"/>
                    <a:pt x="307669" y="413659"/>
                    <a:pt x="304652" y="413655"/>
                  </a:cubicBezTo>
                  <a:cubicBezTo>
                    <a:pt x="303422" y="413654"/>
                    <a:pt x="303422" y="413654"/>
                    <a:pt x="302217" y="413653"/>
                  </a:cubicBezTo>
                  <a:cubicBezTo>
                    <a:pt x="300870" y="413647"/>
                    <a:pt x="300870" y="413647"/>
                    <a:pt x="299550" y="413641"/>
                  </a:cubicBezTo>
                  <a:cubicBezTo>
                    <a:pt x="298694" y="413641"/>
                    <a:pt x="297863" y="413641"/>
                    <a:pt x="297032" y="413641"/>
                  </a:cubicBezTo>
                  <a:cubicBezTo>
                    <a:pt x="296285" y="413639"/>
                    <a:pt x="295560" y="413638"/>
                    <a:pt x="294834" y="413636"/>
                  </a:cubicBezTo>
                  <a:close/>
                  <a:moveTo>
                    <a:pt x="146315" y="413363"/>
                  </a:moveTo>
                  <a:cubicBezTo>
                    <a:pt x="145624" y="413367"/>
                    <a:pt x="144954" y="413372"/>
                    <a:pt x="144284" y="413376"/>
                  </a:cubicBezTo>
                  <a:cubicBezTo>
                    <a:pt x="143503" y="413374"/>
                    <a:pt x="142746" y="413372"/>
                    <a:pt x="141989" y="413369"/>
                  </a:cubicBezTo>
                  <a:cubicBezTo>
                    <a:pt x="141140" y="413383"/>
                    <a:pt x="140316" y="413396"/>
                    <a:pt x="139492" y="413409"/>
                  </a:cubicBezTo>
                  <a:cubicBezTo>
                    <a:pt x="137768" y="413414"/>
                    <a:pt x="136044" y="413420"/>
                    <a:pt x="134321" y="413428"/>
                  </a:cubicBezTo>
                  <a:cubicBezTo>
                    <a:pt x="131586" y="413461"/>
                    <a:pt x="128853" y="413493"/>
                    <a:pt x="126119" y="413506"/>
                  </a:cubicBezTo>
                  <a:cubicBezTo>
                    <a:pt x="124340" y="413512"/>
                    <a:pt x="122560" y="413520"/>
                    <a:pt x="120781" y="413530"/>
                  </a:cubicBezTo>
                  <a:cubicBezTo>
                    <a:pt x="119916" y="413536"/>
                    <a:pt x="119077" y="413542"/>
                    <a:pt x="118237" y="413548"/>
                  </a:cubicBezTo>
                  <a:cubicBezTo>
                    <a:pt x="116976" y="413557"/>
                    <a:pt x="116976" y="413557"/>
                    <a:pt x="115740" y="413565"/>
                  </a:cubicBezTo>
                  <a:cubicBezTo>
                    <a:pt x="114581" y="413580"/>
                    <a:pt x="114581" y="413580"/>
                    <a:pt x="113445" y="413594"/>
                  </a:cubicBezTo>
                  <a:cubicBezTo>
                    <a:pt x="109063" y="413642"/>
                    <a:pt x="109063" y="413642"/>
                    <a:pt x="109044" y="418685"/>
                  </a:cubicBezTo>
                  <a:cubicBezTo>
                    <a:pt x="109045" y="419308"/>
                    <a:pt x="109047" y="419913"/>
                    <a:pt x="109048" y="420518"/>
                  </a:cubicBezTo>
                  <a:cubicBezTo>
                    <a:pt x="109044" y="422541"/>
                    <a:pt x="109041" y="424563"/>
                    <a:pt x="109043" y="426585"/>
                  </a:cubicBezTo>
                  <a:cubicBezTo>
                    <a:pt x="109045" y="428036"/>
                    <a:pt x="109046" y="429487"/>
                    <a:pt x="109045" y="430939"/>
                  </a:cubicBezTo>
                  <a:cubicBezTo>
                    <a:pt x="109043" y="433956"/>
                    <a:pt x="109042" y="436974"/>
                    <a:pt x="109045" y="439991"/>
                  </a:cubicBezTo>
                  <a:cubicBezTo>
                    <a:pt x="109050" y="443925"/>
                    <a:pt x="109052" y="447859"/>
                    <a:pt x="109048" y="451793"/>
                  </a:cubicBezTo>
                  <a:cubicBezTo>
                    <a:pt x="109044" y="454855"/>
                    <a:pt x="109043" y="457917"/>
                    <a:pt x="109044" y="460979"/>
                  </a:cubicBezTo>
                  <a:cubicBezTo>
                    <a:pt x="109045" y="462441"/>
                    <a:pt x="109045" y="463903"/>
                    <a:pt x="109046" y="465365"/>
                  </a:cubicBezTo>
                  <a:cubicBezTo>
                    <a:pt x="109043" y="467471"/>
                    <a:pt x="109041" y="469578"/>
                    <a:pt x="109044" y="471684"/>
                  </a:cubicBezTo>
                  <a:cubicBezTo>
                    <a:pt x="109046" y="472341"/>
                    <a:pt x="109047" y="472979"/>
                    <a:pt x="109048" y="473617"/>
                  </a:cubicBezTo>
                  <a:cubicBezTo>
                    <a:pt x="109041" y="476779"/>
                    <a:pt x="108856" y="479902"/>
                    <a:pt x="109889" y="482931"/>
                  </a:cubicBezTo>
                  <a:cubicBezTo>
                    <a:pt x="110606" y="483114"/>
                    <a:pt x="110606" y="483114"/>
                    <a:pt x="111309" y="483294"/>
                  </a:cubicBezTo>
                  <a:cubicBezTo>
                    <a:pt x="112261" y="483287"/>
                    <a:pt x="112261" y="483287"/>
                    <a:pt x="113193" y="483281"/>
                  </a:cubicBezTo>
                  <a:cubicBezTo>
                    <a:pt x="113918" y="483283"/>
                    <a:pt x="114621" y="483285"/>
                    <a:pt x="115324" y="483287"/>
                  </a:cubicBezTo>
                  <a:cubicBezTo>
                    <a:pt x="116113" y="483274"/>
                    <a:pt x="116878" y="483261"/>
                    <a:pt x="117644" y="483248"/>
                  </a:cubicBezTo>
                  <a:cubicBezTo>
                    <a:pt x="119253" y="483243"/>
                    <a:pt x="120861" y="483236"/>
                    <a:pt x="122470" y="483229"/>
                  </a:cubicBezTo>
                  <a:cubicBezTo>
                    <a:pt x="125015" y="483196"/>
                    <a:pt x="127561" y="483163"/>
                    <a:pt x="130107" y="483150"/>
                  </a:cubicBezTo>
                  <a:cubicBezTo>
                    <a:pt x="131763" y="483145"/>
                    <a:pt x="133420" y="483137"/>
                    <a:pt x="135076" y="483126"/>
                  </a:cubicBezTo>
                  <a:cubicBezTo>
                    <a:pt x="135885" y="483120"/>
                    <a:pt x="136671" y="483114"/>
                    <a:pt x="137457" y="483108"/>
                  </a:cubicBezTo>
                  <a:cubicBezTo>
                    <a:pt x="138240" y="483102"/>
                    <a:pt x="139000" y="483097"/>
                    <a:pt x="139759" y="483092"/>
                  </a:cubicBezTo>
                  <a:cubicBezTo>
                    <a:pt x="140493" y="483082"/>
                    <a:pt x="141206" y="483072"/>
                    <a:pt x="141918" y="483063"/>
                  </a:cubicBezTo>
                  <a:cubicBezTo>
                    <a:pt x="144485" y="483032"/>
                    <a:pt x="146822" y="482746"/>
                    <a:pt x="149328" y="482187"/>
                  </a:cubicBezTo>
                  <a:cubicBezTo>
                    <a:pt x="148574" y="479924"/>
                    <a:pt x="148500" y="478063"/>
                    <a:pt x="148500" y="475696"/>
                  </a:cubicBezTo>
                  <a:cubicBezTo>
                    <a:pt x="148506" y="474810"/>
                    <a:pt x="148506" y="474810"/>
                    <a:pt x="148512" y="473942"/>
                  </a:cubicBezTo>
                  <a:cubicBezTo>
                    <a:pt x="148514" y="472672"/>
                    <a:pt x="148516" y="471403"/>
                    <a:pt x="148519" y="470134"/>
                  </a:cubicBezTo>
                  <a:cubicBezTo>
                    <a:pt x="148528" y="468058"/>
                    <a:pt x="148538" y="465983"/>
                    <a:pt x="148543" y="463907"/>
                  </a:cubicBezTo>
                  <a:cubicBezTo>
                    <a:pt x="148551" y="458730"/>
                    <a:pt x="148567" y="453552"/>
                    <a:pt x="148584" y="448375"/>
                  </a:cubicBezTo>
                  <a:cubicBezTo>
                    <a:pt x="148599" y="443909"/>
                    <a:pt x="148614" y="439443"/>
                    <a:pt x="148622" y="434976"/>
                  </a:cubicBezTo>
                  <a:cubicBezTo>
                    <a:pt x="148626" y="432872"/>
                    <a:pt x="148631" y="430767"/>
                    <a:pt x="148640" y="428663"/>
                  </a:cubicBezTo>
                  <a:cubicBezTo>
                    <a:pt x="148646" y="427332"/>
                    <a:pt x="148651" y="426002"/>
                    <a:pt x="148654" y="424671"/>
                  </a:cubicBezTo>
                  <a:cubicBezTo>
                    <a:pt x="148655" y="424039"/>
                    <a:pt x="148656" y="423425"/>
                    <a:pt x="148657" y="422811"/>
                  </a:cubicBezTo>
                  <a:cubicBezTo>
                    <a:pt x="148676" y="419878"/>
                    <a:pt x="149221" y="416368"/>
                    <a:pt x="147840" y="413726"/>
                  </a:cubicBezTo>
                  <a:cubicBezTo>
                    <a:pt x="147321" y="413602"/>
                    <a:pt x="146818" y="413483"/>
                    <a:pt x="146315" y="413363"/>
                  </a:cubicBezTo>
                  <a:close/>
                  <a:moveTo>
                    <a:pt x="112338" y="3"/>
                  </a:moveTo>
                  <a:cubicBezTo>
                    <a:pt x="114363" y="4"/>
                    <a:pt x="116388" y="16"/>
                    <a:pt x="118414" y="27"/>
                  </a:cubicBezTo>
                  <a:cubicBezTo>
                    <a:pt x="119814" y="30"/>
                    <a:pt x="121214" y="32"/>
                    <a:pt x="122615" y="34"/>
                  </a:cubicBezTo>
                  <a:cubicBezTo>
                    <a:pt x="126308" y="40"/>
                    <a:pt x="130001" y="54"/>
                    <a:pt x="133695" y="71"/>
                  </a:cubicBezTo>
                  <a:cubicBezTo>
                    <a:pt x="138122" y="88"/>
                    <a:pt x="142549" y="95"/>
                    <a:pt x="146977" y="104"/>
                  </a:cubicBezTo>
                  <a:cubicBezTo>
                    <a:pt x="153710" y="118"/>
                    <a:pt x="160442" y="147"/>
                    <a:pt x="167175" y="173"/>
                  </a:cubicBezTo>
                  <a:cubicBezTo>
                    <a:pt x="167175" y="10732"/>
                    <a:pt x="167175" y="21292"/>
                    <a:pt x="167175" y="32171"/>
                  </a:cubicBezTo>
                  <a:cubicBezTo>
                    <a:pt x="167912" y="31680"/>
                    <a:pt x="168649" y="31189"/>
                    <a:pt x="169408" y="30683"/>
                  </a:cubicBezTo>
                  <a:cubicBezTo>
                    <a:pt x="171274" y="30499"/>
                    <a:pt x="171274" y="30499"/>
                    <a:pt x="173546" y="30504"/>
                  </a:cubicBezTo>
                  <a:cubicBezTo>
                    <a:pt x="174407" y="30502"/>
                    <a:pt x="175268" y="30499"/>
                    <a:pt x="176155" y="30497"/>
                  </a:cubicBezTo>
                  <a:cubicBezTo>
                    <a:pt x="177100" y="30503"/>
                    <a:pt x="178046" y="30508"/>
                    <a:pt x="179020" y="30514"/>
                  </a:cubicBezTo>
                  <a:cubicBezTo>
                    <a:pt x="180024" y="30514"/>
                    <a:pt x="181029" y="30514"/>
                    <a:pt x="182034" y="30513"/>
                  </a:cubicBezTo>
                  <a:cubicBezTo>
                    <a:pt x="184763" y="30513"/>
                    <a:pt x="187491" y="30521"/>
                    <a:pt x="190220" y="30532"/>
                  </a:cubicBezTo>
                  <a:cubicBezTo>
                    <a:pt x="193071" y="30541"/>
                    <a:pt x="195923" y="30542"/>
                    <a:pt x="198774" y="30544"/>
                  </a:cubicBezTo>
                  <a:cubicBezTo>
                    <a:pt x="204174" y="30548"/>
                    <a:pt x="209574" y="30560"/>
                    <a:pt x="214974" y="30575"/>
                  </a:cubicBezTo>
                  <a:cubicBezTo>
                    <a:pt x="221121" y="30592"/>
                    <a:pt x="227269" y="30600"/>
                    <a:pt x="233416" y="30608"/>
                  </a:cubicBezTo>
                  <a:cubicBezTo>
                    <a:pt x="246062" y="30623"/>
                    <a:pt x="258709" y="30649"/>
                    <a:pt x="271355" y="30683"/>
                  </a:cubicBezTo>
                  <a:cubicBezTo>
                    <a:pt x="271355" y="31174"/>
                    <a:pt x="271355" y="31665"/>
                    <a:pt x="271355" y="32171"/>
                  </a:cubicBezTo>
                  <a:cubicBezTo>
                    <a:pt x="272092" y="32171"/>
                    <a:pt x="272828" y="32171"/>
                    <a:pt x="273587" y="32171"/>
                  </a:cubicBezTo>
                  <a:cubicBezTo>
                    <a:pt x="273587" y="21611"/>
                    <a:pt x="273587" y="11052"/>
                    <a:pt x="273587" y="173"/>
                  </a:cubicBezTo>
                  <a:cubicBezTo>
                    <a:pt x="293478" y="173"/>
                    <a:pt x="313369" y="173"/>
                    <a:pt x="333863" y="173"/>
                  </a:cubicBezTo>
                  <a:cubicBezTo>
                    <a:pt x="333863" y="10732"/>
                    <a:pt x="333863" y="21292"/>
                    <a:pt x="333863" y="32171"/>
                  </a:cubicBezTo>
                  <a:cubicBezTo>
                    <a:pt x="334599" y="31680"/>
                    <a:pt x="335336" y="31189"/>
                    <a:pt x="336095" y="30683"/>
                  </a:cubicBezTo>
                  <a:cubicBezTo>
                    <a:pt x="337849" y="30497"/>
                    <a:pt x="337849" y="30497"/>
                    <a:pt x="339960" y="30499"/>
                  </a:cubicBezTo>
                  <a:cubicBezTo>
                    <a:pt x="340760" y="30495"/>
                    <a:pt x="341560" y="30492"/>
                    <a:pt x="342385" y="30489"/>
                  </a:cubicBezTo>
                  <a:cubicBezTo>
                    <a:pt x="343701" y="30495"/>
                    <a:pt x="343701" y="30495"/>
                    <a:pt x="345045" y="30502"/>
                  </a:cubicBezTo>
                  <a:cubicBezTo>
                    <a:pt x="346432" y="30500"/>
                    <a:pt x="346432" y="30500"/>
                    <a:pt x="347847" y="30498"/>
                  </a:cubicBezTo>
                  <a:cubicBezTo>
                    <a:pt x="350384" y="30495"/>
                    <a:pt x="352920" y="30500"/>
                    <a:pt x="355457" y="30507"/>
                  </a:cubicBezTo>
                  <a:cubicBezTo>
                    <a:pt x="358112" y="30514"/>
                    <a:pt x="360766" y="30512"/>
                    <a:pt x="363420" y="30512"/>
                  </a:cubicBezTo>
                  <a:cubicBezTo>
                    <a:pt x="367878" y="30513"/>
                    <a:pt x="372337" y="30519"/>
                    <a:pt x="376795" y="30529"/>
                  </a:cubicBezTo>
                  <a:cubicBezTo>
                    <a:pt x="381949" y="30541"/>
                    <a:pt x="387103" y="30545"/>
                    <a:pt x="392257" y="30544"/>
                  </a:cubicBezTo>
                  <a:cubicBezTo>
                    <a:pt x="397215" y="30544"/>
                    <a:pt x="402172" y="30548"/>
                    <a:pt x="407129" y="30554"/>
                  </a:cubicBezTo>
                  <a:cubicBezTo>
                    <a:pt x="409239" y="30557"/>
                    <a:pt x="411349" y="30558"/>
                    <a:pt x="413459" y="30558"/>
                  </a:cubicBezTo>
                  <a:cubicBezTo>
                    <a:pt x="416406" y="30559"/>
                    <a:pt x="419352" y="30567"/>
                    <a:pt x="422299" y="30574"/>
                  </a:cubicBezTo>
                  <a:cubicBezTo>
                    <a:pt x="423175" y="30574"/>
                    <a:pt x="424052" y="30574"/>
                    <a:pt x="424955" y="30573"/>
                  </a:cubicBezTo>
                  <a:cubicBezTo>
                    <a:pt x="426158" y="30578"/>
                    <a:pt x="426158" y="30578"/>
                    <a:pt x="427386" y="30583"/>
                  </a:cubicBezTo>
                  <a:cubicBezTo>
                    <a:pt x="428083" y="30584"/>
                    <a:pt x="428780" y="30586"/>
                    <a:pt x="429498" y="30587"/>
                  </a:cubicBezTo>
                  <a:cubicBezTo>
                    <a:pt x="431234" y="30677"/>
                    <a:pt x="432684" y="30843"/>
                    <a:pt x="434322" y="31427"/>
                  </a:cubicBezTo>
                  <a:cubicBezTo>
                    <a:pt x="435488" y="33760"/>
                    <a:pt x="435169" y="36249"/>
                    <a:pt x="435162" y="38810"/>
                  </a:cubicBezTo>
                  <a:cubicBezTo>
                    <a:pt x="435163" y="39419"/>
                    <a:pt x="435165" y="40028"/>
                    <a:pt x="435166" y="40655"/>
                  </a:cubicBezTo>
                  <a:cubicBezTo>
                    <a:pt x="435169" y="42672"/>
                    <a:pt x="435167" y="44690"/>
                    <a:pt x="435165" y="46708"/>
                  </a:cubicBezTo>
                  <a:cubicBezTo>
                    <a:pt x="435165" y="48105"/>
                    <a:pt x="435166" y="49503"/>
                    <a:pt x="435167" y="50900"/>
                  </a:cubicBezTo>
                  <a:cubicBezTo>
                    <a:pt x="435168" y="53831"/>
                    <a:pt x="435166" y="56762"/>
                    <a:pt x="435163" y="59693"/>
                  </a:cubicBezTo>
                  <a:cubicBezTo>
                    <a:pt x="435159" y="63458"/>
                    <a:pt x="435161" y="67223"/>
                    <a:pt x="435166" y="70989"/>
                  </a:cubicBezTo>
                  <a:cubicBezTo>
                    <a:pt x="435168" y="73875"/>
                    <a:pt x="435167" y="76761"/>
                    <a:pt x="435165" y="79647"/>
                  </a:cubicBezTo>
                  <a:cubicBezTo>
                    <a:pt x="435165" y="81036"/>
                    <a:pt x="435166" y="82425"/>
                    <a:pt x="435167" y="83813"/>
                  </a:cubicBezTo>
                  <a:cubicBezTo>
                    <a:pt x="435169" y="85750"/>
                    <a:pt x="435166" y="87687"/>
                    <a:pt x="435162" y="89624"/>
                  </a:cubicBezTo>
                  <a:cubicBezTo>
                    <a:pt x="435164" y="90203"/>
                    <a:pt x="435165" y="90783"/>
                    <a:pt x="435167" y="91380"/>
                  </a:cubicBezTo>
                  <a:cubicBezTo>
                    <a:pt x="435151" y="95338"/>
                    <a:pt x="435151" y="95338"/>
                    <a:pt x="434322" y="96167"/>
                  </a:cubicBezTo>
                  <a:cubicBezTo>
                    <a:pt x="433022" y="96239"/>
                    <a:pt x="431720" y="96258"/>
                    <a:pt x="430418" y="96256"/>
                  </a:cubicBezTo>
                  <a:cubicBezTo>
                    <a:pt x="429572" y="96257"/>
                    <a:pt x="428726" y="96258"/>
                    <a:pt x="427854" y="96260"/>
                  </a:cubicBezTo>
                  <a:cubicBezTo>
                    <a:pt x="426917" y="96257"/>
                    <a:pt x="425981" y="96254"/>
                    <a:pt x="425015" y="96251"/>
                  </a:cubicBezTo>
                  <a:cubicBezTo>
                    <a:pt x="424035" y="96252"/>
                    <a:pt x="423056" y="96252"/>
                    <a:pt x="422046" y="96252"/>
                  </a:cubicBezTo>
                  <a:cubicBezTo>
                    <a:pt x="419351" y="96252"/>
                    <a:pt x="416656" y="96248"/>
                    <a:pt x="413961" y="96242"/>
                  </a:cubicBezTo>
                  <a:cubicBezTo>
                    <a:pt x="411147" y="96238"/>
                    <a:pt x="408333" y="96237"/>
                    <a:pt x="405520" y="96236"/>
                  </a:cubicBezTo>
                  <a:cubicBezTo>
                    <a:pt x="400188" y="96234"/>
                    <a:pt x="394857" y="96228"/>
                    <a:pt x="389525" y="96221"/>
                  </a:cubicBezTo>
                  <a:cubicBezTo>
                    <a:pt x="383457" y="96212"/>
                    <a:pt x="377389" y="96208"/>
                    <a:pt x="371321" y="96204"/>
                  </a:cubicBezTo>
                  <a:cubicBezTo>
                    <a:pt x="358835" y="96197"/>
                    <a:pt x="346349" y="96183"/>
                    <a:pt x="333863" y="96167"/>
                  </a:cubicBezTo>
                  <a:cubicBezTo>
                    <a:pt x="333878" y="96777"/>
                    <a:pt x="333878" y="96777"/>
                    <a:pt x="333893" y="97400"/>
                  </a:cubicBezTo>
                  <a:cubicBezTo>
                    <a:pt x="333991" y="101624"/>
                    <a:pt x="334059" y="105849"/>
                    <a:pt x="334108" y="110074"/>
                  </a:cubicBezTo>
                  <a:cubicBezTo>
                    <a:pt x="334130" y="111652"/>
                    <a:pt x="334161" y="113230"/>
                    <a:pt x="334200" y="114808"/>
                  </a:cubicBezTo>
                  <a:cubicBezTo>
                    <a:pt x="334254" y="117073"/>
                    <a:pt x="334279" y="119336"/>
                    <a:pt x="334299" y="121601"/>
                  </a:cubicBezTo>
                  <a:cubicBezTo>
                    <a:pt x="334322" y="122310"/>
                    <a:pt x="334345" y="123018"/>
                    <a:pt x="334369" y="123748"/>
                  </a:cubicBezTo>
                  <a:cubicBezTo>
                    <a:pt x="334370" y="125572"/>
                    <a:pt x="334338" y="127149"/>
                    <a:pt x="333863" y="128909"/>
                  </a:cubicBezTo>
                  <a:cubicBezTo>
                    <a:pt x="330853" y="130764"/>
                    <a:pt x="327717" y="130563"/>
                    <a:pt x="324246" y="130498"/>
                  </a:cubicBezTo>
                  <a:cubicBezTo>
                    <a:pt x="323505" y="130487"/>
                    <a:pt x="323505" y="130487"/>
                    <a:pt x="322748" y="130477"/>
                  </a:cubicBezTo>
                  <a:cubicBezTo>
                    <a:pt x="321130" y="130452"/>
                    <a:pt x="319511" y="130416"/>
                    <a:pt x="317893" y="130380"/>
                  </a:cubicBezTo>
                  <a:cubicBezTo>
                    <a:pt x="316765" y="130360"/>
                    <a:pt x="315637" y="130342"/>
                    <a:pt x="314508" y="130324"/>
                  </a:cubicBezTo>
                  <a:cubicBezTo>
                    <a:pt x="311550" y="130274"/>
                    <a:pt x="308592" y="130215"/>
                    <a:pt x="305634" y="130155"/>
                  </a:cubicBezTo>
                  <a:cubicBezTo>
                    <a:pt x="302612" y="130094"/>
                    <a:pt x="299589" y="130043"/>
                    <a:pt x="296566" y="129990"/>
                  </a:cubicBezTo>
                  <a:cubicBezTo>
                    <a:pt x="290642" y="129887"/>
                    <a:pt x="284719" y="129773"/>
                    <a:pt x="278796" y="129653"/>
                  </a:cubicBezTo>
                  <a:cubicBezTo>
                    <a:pt x="279460" y="129681"/>
                    <a:pt x="280124" y="129709"/>
                    <a:pt x="280808" y="129738"/>
                  </a:cubicBezTo>
                  <a:cubicBezTo>
                    <a:pt x="282114" y="129811"/>
                    <a:pt x="282114" y="129811"/>
                    <a:pt x="283447" y="129886"/>
                  </a:cubicBezTo>
                  <a:cubicBezTo>
                    <a:pt x="284311" y="129929"/>
                    <a:pt x="285174" y="129972"/>
                    <a:pt x="286063" y="130017"/>
                  </a:cubicBezTo>
                  <a:cubicBezTo>
                    <a:pt x="288587" y="130416"/>
                    <a:pt x="289556" y="130994"/>
                    <a:pt x="291447" y="132630"/>
                  </a:cubicBezTo>
                  <a:cubicBezTo>
                    <a:pt x="293079" y="132987"/>
                    <a:pt x="293079" y="132987"/>
                    <a:pt x="294804" y="132984"/>
                  </a:cubicBezTo>
                  <a:cubicBezTo>
                    <a:pt x="295742" y="133019"/>
                    <a:pt x="295742" y="133019"/>
                    <a:pt x="296698" y="133054"/>
                  </a:cubicBezTo>
                  <a:cubicBezTo>
                    <a:pt x="297344" y="133068"/>
                    <a:pt x="297990" y="133081"/>
                    <a:pt x="298656" y="133095"/>
                  </a:cubicBezTo>
                  <a:cubicBezTo>
                    <a:pt x="299945" y="133133"/>
                    <a:pt x="301235" y="133173"/>
                    <a:pt x="302525" y="133217"/>
                  </a:cubicBezTo>
                  <a:cubicBezTo>
                    <a:pt x="303094" y="133230"/>
                    <a:pt x="303664" y="133243"/>
                    <a:pt x="304250" y="133257"/>
                  </a:cubicBezTo>
                  <a:cubicBezTo>
                    <a:pt x="305585" y="133374"/>
                    <a:pt x="305585" y="133374"/>
                    <a:pt x="306330" y="134118"/>
                  </a:cubicBezTo>
                  <a:cubicBezTo>
                    <a:pt x="306394" y="135117"/>
                    <a:pt x="306409" y="136120"/>
                    <a:pt x="306402" y="137121"/>
                  </a:cubicBezTo>
                  <a:cubicBezTo>
                    <a:pt x="306400" y="137723"/>
                    <a:pt x="306397" y="138325"/>
                    <a:pt x="306395" y="138945"/>
                  </a:cubicBezTo>
                  <a:cubicBezTo>
                    <a:pt x="306389" y="139577"/>
                    <a:pt x="306382" y="140210"/>
                    <a:pt x="306376" y="140862"/>
                  </a:cubicBezTo>
                  <a:cubicBezTo>
                    <a:pt x="306373" y="141497"/>
                    <a:pt x="306369" y="142133"/>
                    <a:pt x="306366" y="142788"/>
                  </a:cubicBezTo>
                  <a:cubicBezTo>
                    <a:pt x="306357" y="144363"/>
                    <a:pt x="306344" y="145938"/>
                    <a:pt x="306330" y="147513"/>
                  </a:cubicBezTo>
                  <a:cubicBezTo>
                    <a:pt x="305593" y="147513"/>
                    <a:pt x="304856" y="147513"/>
                    <a:pt x="304097" y="147513"/>
                  </a:cubicBezTo>
                  <a:cubicBezTo>
                    <a:pt x="304061" y="148417"/>
                    <a:pt x="304024" y="149322"/>
                    <a:pt x="303987" y="150254"/>
                  </a:cubicBezTo>
                  <a:cubicBezTo>
                    <a:pt x="303931" y="151433"/>
                    <a:pt x="303875" y="152612"/>
                    <a:pt x="303818" y="153791"/>
                  </a:cubicBezTo>
                  <a:cubicBezTo>
                    <a:pt x="303795" y="154388"/>
                    <a:pt x="303772" y="154986"/>
                    <a:pt x="303748" y="155601"/>
                  </a:cubicBezTo>
                  <a:cubicBezTo>
                    <a:pt x="303671" y="157125"/>
                    <a:pt x="303518" y="158645"/>
                    <a:pt x="303353" y="160163"/>
                  </a:cubicBezTo>
                  <a:cubicBezTo>
                    <a:pt x="302862" y="160409"/>
                    <a:pt x="302371" y="160654"/>
                    <a:pt x="301865" y="160907"/>
                  </a:cubicBezTo>
                  <a:cubicBezTo>
                    <a:pt x="301573" y="162587"/>
                    <a:pt x="301573" y="162587"/>
                    <a:pt x="301493" y="164535"/>
                  </a:cubicBezTo>
                  <a:cubicBezTo>
                    <a:pt x="301332" y="167292"/>
                    <a:pt x="301215" y="168206"/>
                    <a:pt x="299632" y="170581"/>
                  </a:cubicBezTo>
                  <a:cubicBezTo>
                    <a:pt x="300241" y="170584"/>
                    <a:pt x="300850" y="170587"/>
                    <a:pt x="301478" y="170591"/>
                  </a:cubicBezTo>
                  <a:cubicBezTo>
                    <a:pt x="316277" y="170667"/>
                    <a:pt x="331075" y="170748"/>
                    <a:pt x="345874" y="170833"/>
                  </a:cubicBezTo>
                  <a:cubicBezTo>
                    <a:pt x="353031" y="170875"/>
                    <a:pt x="360187" y="170914"/>
                    <a:pt x="367343" y="170951"/>
                  </a:cubicBezTo>
                  <a:cubicBezTo>
                    <a:pt x="373579" y="170983"/>
                    <a:pt x="379814" y="171017"/>
                    <a:pt x="386049" y="171055"/>
                  </a:cubicBezTo>
                  <a:cubicBezTo>
                    <a:pt x="389353" y="171075"/>
                    <a:pt x="392656" y="171093"/>
                    <a:pt x="395960" y="171109"/>
                  </a:cubicBezTo>
                  <a:cubicBezTo>
                    <a:pt x="399066" y="171123"/>
                    <a:pt x="402171" y="171141"/>
                    <a:pt x="405277" y="171162"/>
                  </a:cubicBezTo>
                  <a:cubicBezTo>
                    <a:pt x="406420" y="171169"/>
                    <a:pt x="407564" y="171174"/>
                    <a:pt x="408707" y="171179"/>
                  </a:cubicBezTo>
                  <a:cubicBezTo>
                    <a:pt x="410261" y="171185"/>
                    <a:pt x="411815" y="171196"/>
                    <a:pt x="413369" y="171207"/>
                  </a:cubicBezTo>
                  <a:cubicBezTo>
                    <a:pt x="414677" y="171215"/>
                    <a:pt x="414677" y="171215"/>
                    <a:pt x="416011" y="171222"/>
                  </a:cubicBezTo>
                  <a:cubicBezTo>
                    <a:pt x="417951" y="171325"/>
                    <a:pt x="417951" y="171325"/>
                    <a:pt x="418695" y="172069"/>
                  </a:cubicBezTo>
                  <a:cubicBezTo>
                    <a:pt x="418769" y="173922"/>
                    <a:pt x="418796" y="175754"/>
                    <a:pt x="418791" y="177607"/>
                  </a:cubicBezTo>
                  <a:cubicBezTo>
                    <a:pt x="418792" y="178186"/>
                    <a:pt x="418794" y="178766"/>
                    <a:pt x="418795" y="179363"/>
                  </a:cubicBezTo>
                  <a:cubicBezTo>
                    <a:pt x="418798" y="181288"/>
                    <a:pt x="418796" y="183213"/>
                    <a:pt x="418794" y="185138"/>
                  </a:cubicBezTo>
                  <a:cubicBezTo>
                    <a:pt x="418794" y="186470"/>
                    <a:pt x="418795" y="187802"/>
                    <a:pt x="418796" y="189134"/>
                  </a:cubicBezTo>
                  <a:cubicBezTo>
                    <a:pt x="418797" y="191929"/>
                    <a:pt x="418795" y="194724"/>
                    <a:pt x="418792" y="197519"/>
                  </a:cubicBezTo>
                  <a:cubicBezTo>
                    <a:pt x="418788" y="201110"/>
                    <a:pt x="418790" y="204701"/>
                    <a:pt x="418794" y="208292"/>
                  </a:cubicBezTo>
                  <a:cubicBezTo>
                    <a:pt x="418797" y="211044"/>
                    <a:pt x="418796" y="213795"/>
                    <a:pt x="418794" y="216546"/>
                  </a:cubicBezTo>
                  <a:cubicBezTo>
                    <a:pt x="418794" y="217871"/>
                    <a:pt x="418794" y="219195"/>
                    <a:pt x="418796" y="220520"/>
                  </a:cubicBezTo>
                  <a:cubicBezTo>
                    <a:pt x="418798" y="222367"/>
                    <a:pt x="418795" y="224215"/>
                    <a:pt x="418791" y="226063"/>
                  </a:cubicBezTo>
                  <a:cubicBezTo>
                    <a:pt x="418793" y="226616"/>
                    <a:pt x="418794" y="227169"/>
                    <a:pt x="418796" y="227738"/>
                  </a:cubicBezTo>
                  <a:cubicBezTo>
                    <a:pt x="418780" y="231515"/>
                    <a:pt x="418780" y="231515"/>
                    <a:pt x="417951" y="232345"/>
                  </a:cubicBezTo>
                  <a:cubicBezTo>
                    <a:pt x="416934" y="232425"/>
                    <a:pt x="415914" y="232454"/>
                    <a:pt x="414895" y="232462"/>
                  </a:cubicBezTo>
                  <a:cubicBezTo>
                    <a:pt x="414236" y="232470"/>
                    <a:pt x="413578" y="232477"/>
                    <a:pt x="412900" y="232484"/>
                  </a:cubicBezTo>
                  <a:cubicBezTo>
                    <a:pt x="412172" y="232489"/>
                    <a:pt x="411444" y="232493"/>
                    <a:pt x="410694" y="232497"/>
                  </a:cubicBezTo>
                  <a:cubicBezTo>
                    <a:pt x="409931" y="232505"/>
                    <a:pt x="409169" y="232512"/>
                    <a:pt x="408384" y="232520"/>
                  </a:cubicBezTo>
                  <a:cubicBezTo>
                    <a:pt x="405851" y="232543"/>
                    <a:pt x="403319" y="232562"/>
                    <a:pt x="400786" y="232580"/>
                  </a:cubicBezTo>
                  <a:cubicBezTo>
                    <a:pt x="399035" y="232595"/>
                    <a:pt x="397285" y="232611"/>
                    <a:pt x="395534" y="232627"/>
                  </a:cubicBezTo>
                  <a:cubicBezTo>
                    <a:pt x="390916" y="232668"/>
                    <a:pt x="386297" y="232705"/>
                    <a:pt x="381679" y="232741"/>
                  </a:cubicBezTo>
                  <a:cubicBezTo>
                    <a:pt x="376971" y="232778"/>
                    <a:pt x="372262" y="232819"/>
                    <a:pt x="367554" y="232861"/>
                  </a:cubicBezTo>
                  <a:cubicBezTo>
                    <a:pt x="358308" y="232941"/>
                    <a:pt x="349062" y="233016"/>
                    <a:pt x="339816" y="233089"/>
                  </a:cubicBezTo>
                  <a:cubicBezTo>
                    <a:pt x="340542" y="233660"/>
                    <a:pt x="341268" y="234232"/>
                    <a:pt x="342016" y="234821"/>
                  </a:cubicBezTo>
                  <a:cubicBezTo>
                    <a:pt x="344236" y="236569"/>
                    <a:pt x="344633" y="237709"/>
                    <a:pt x="345025" y="240530"/>
                  </a:cubicBezTo>
                  <a:cubicBezTo>
                    <a:pt x="345762" y="240776"/>
                    <a:pt x="346498" y="241021"/>
                    <a:pt x="347257" y="241274"/>
                  </a:cubicBezTo>
                  <a:cubicBezTo>
                    <a:pt x="348545" y="243128"/>
                    <a:pt x="349447" y="244879"/>
                    <a:pt x="350234" y="246995"/>
                  </a:cubicBezTo>
                  <a:cubicBezTo>
                    <a:pt x="350895" y="248953"/>
                    <a:pt x="350895" y="248953"/>
                    <a:pt x="353210" y="250204"/>
                  </a:cubicBezTo>
                  <a:cubicBezTo>
                    <a:pt x="353210" y="251186"/>
                    <a:pt x="353210" y="252169"/>
                    <a:pt x="353210" y="253181"/>
                  </a:cubicBezTo>
                  <a:cubicBezTo>
                    <a:pt x="353947" y="253181"/>
                    <a:pt x="354684" y="253181"/>
                    <a:pt x="355443" y="253181"/>
                  </a:cubicBezTo>
                  <a:cubicBezTo>
                    <a:pt x="355710" y="254417"/>
                    <a:pt x="355956" y="255658"/>
                    <a:pt x="356187" y="256901"/>
                  </a:cubicBezTo>
                  <a:cubicBezTo>
                    <a:pt x="357272" y="258111"/>
                    <a:pt x="357272" y="258111"/>
                    <a:pt x="358419" y="259134"/>
                  </a:cubicBezTo>
                  <a:cubicBezTo>
                    <a:pt x="358665" y="259870"/>
                    <a:pt x="358911" y="260607"/>
                    <a:pt x="359164" y="261366"/>
                  </a:cubicBezTo>
                  <a:cubicBezTo>
                    <a:pt x="359655" y="261612"/>
                    <a:pt x="360146" y="261857"/>
                    <a:pt x="360652" y="262110"/>
                  </a:cubicBezTo>
                  <a:cubicBezTo>
                    <a:pt x="361148" y="263847"/>
                    <a:pt x="361644" y="265583"/>
                    <a:pt x="362140" y="267319"/>
                  </a:cubicBezTo>
                  <a:cubicBezTo>
                    <a:pt x="362631" y="267565"/>
                    <a:pt x="363122" y="267810"/>
                    <a:pt x="363628" y="268063"/>
                  </a:cubicBezTo>
                  <a:cubicBezTo>
                    <a:pt x="363736" y="268677"/>
                    <a:pt x="363843" y="269291"/>
                    <a:pt x="363954" y="269924"/>
                  </a:cubicBezTo>
                  <a:cubicBezTo>
                    <a:pt x="364092" y="270538"/>
                    <a:pt x="364230" y="271152"/>
                    <a:pt x="364373" y="271784"/>
                  </a:cubicBezTo>
                  <a:cubicBezTo>
                    <a:pt x="365109" y="272030"/>
                    <a:pt x="365846" y="272275"/>
                    <a:pt x="366605" y="272528"/>
                  </a:cubicBezTo>
                  <a:cubicBezTo>
                    <a:pt x="366883" y="274011"/>
                    <a:pt x="367131" y="275500"/>
                    <a:pt x="367349" y="276993"/>
                  </a:cubicBezTo>
                  <a:cubicBezTo>
                    <a:pt x="367840" y="277239"/>
                    <a:pt x="368331" y="277484"/>
                    <a:pt x="368837" y="277737"/>
                  </a:cubicBezTo>
                  <a:cubicBezTo>
                    <a:pt x="369333" y="279225"/>
                    <a:pt x="369830" y="280714"/>
                    <a:pt x="370326" y="282202"/>
                  </a:cubicBezTo>
                  <a:cubicBezTo>
                    <a:pt x="370817" y="282448"/>
                    <a:pt x="371308" y="282693"/>
                    <a:pt x="371814" y="282946"/>
                  </a:cubicBezTo>
                  <a:cubicBezTo>
                    <a:pt x="371921" y="283668"/>
                    <a:pt x="372029" y="284389"/>
                    <a:pt x="372139" y="285132"/>
                  </a:cubicBezTo>
                  <a:cubicBezTo>
                    <a:pt x="372278" y="285884"/>
                    <a:pt x="372416" y="286636"/>
                    <a:pt x="372558" y="287411"/>
                  </a:cubicBezTo>
                  <a:cubicBezTo>
                    <a:pt x="373295" y="287902"/>
                    <a:pt x="374031" y="288393"/>
                    <a:pt x="374790" y="288899"/>
                  </a:cubicBezTo>
                  <a:cubicBezTo>
                    <a:pt x="375064" y="290632"/>
                    <a:pt x="375313" y="292368"/>
                    <a:pt x="375535" y="294108"/>
                  </a:cubicBezTo>
                  <a:cubicBezTo>
                    <a:pt x="376026" y="294354"/>
                    <a:pt x="376517" y="294599"/>
                    <a:pt x="377023" y="294852"/>
                  </a:cubicBezTo>
                  <a:cubicBezTo>
                    <a:pt x="377495" y="296372"/>
                    <a:pt x="377781" y="297897"/>
                    <a:pt x="378093" y="299457"/>
                  </a:cubicBezTo>
                  <a:cubicBezTo>
                    <a:pt x="378231" y="299902"/>
                    <a:pt x="378369" y="300347"/>
                    <a:pt x="378511" y="300806"/>
                  </a:cubicBezTo>
                  <a:cubicBezTo>
                    <a:pt x="379002" y="301051"/>
                    <a:pt x="379493" y="301297"/>
                    <a:pt x="379999" y="301550"/>
                  </a:cubicBezTo>
                  <a:cubicBezTo>
                    <a:pt x="380308" y="303087"/>
                    <a:pt x="380308" y="303087"/>
                    <a:pt x="380465" y="304945"/>
                  </a:cubicBezTo>
                  <a:cubicBezTo>
                    <a:pt x="380548" y="305867"/>
                    <a:pt x="380548" y="305867"/>
                    <a:pt x="380633" y="306808"/>
                  </a:cubicBezTo>
                  <a:cubicBezTo>
                    <a:pt x="380670" y="307283"/>
                    <a:pt x="380706" y="307758"/>
                    <a:pt x="380744" y="308247"/>
                  </a:cubicBezTo>
                  <a:cubicBezTo>
                    <a:pt x="381480" y="308247"/>
                    <a:pt x="382217" y="308247"/>
                    <a:pt x="382976" y="308247"/>
                  </a:cubicBezTo>
                  <a:cubicBezTo>
                    <a:pt x="382924" y="309040"/>
                    <a:pt x="382924" y="309040"/>
                    <a:pt x="382871" y="309849"/>
                  </a:cubicBezTo>
                  <a:cubicBezTo>
                    <a:pt x="382845" y="310533"/>
                    <a:pt x="382818" y="311217"/>
                    <a:pt x="382790" y="311921"/>
                  </a:cubicBezTo>
                  <a:cubicBezTo>
                    <a:pt x="382738" y="312944"/>
                    <a:pt x="382738" y="312944"/>
                    <a:pt x="382685" y="313988"/>
                  </a:cubicBezTo>
                  <a:cubicBezTo>
                    <a:pt x="382829" y="314830"/>
                    <a:pt x="382829" y="314830"/>
                    <a:pt x="382976" y="315688"/>
                  </a:cubicBezTo>
                  <a:cubicBezTo>
                    <a:pt x="384440" y="316216"/>
                    <a:pt x="384440" y="316216"/>
                    <a:pt x="385953" y="316433"/>
                  </a:cubicBezTo>
                  <a:cubicBezTo>
                    <a:pt x="386278" y="318293"/>
                    <a:pt x="386278" y="318293"/>
                    <a:pt x="385953" y="320153"/>
                  </a:cubicBezTo>
                  <a:cubicBezTo>
                    <a:pt x="385216" y="320399"/>
                    <a:pt x="384479" y="320644"/>
                    <a:pt x="383720" y="320897"/>
                  </a:cubicBezTo>
                  <a:cubicBezTo>
                    <a:pt x="383521" y="321511"/>
                    <a:pt x="383321" y="322125"/>
                    <a:pt x="383116" y="322758"/>
                  </a:cubicBezTo>
                  <a:cubicBezTo>
                    <a:pt x="382678" y="323679"/>
                    <a:pt x="382678" y="323679"/>
                    <a:pt x="382232" y="324618"/>
                  </a:cubicBezTo>
                  <a:cubicBezTo>
                    <a:pt x="380748" y="324891"/>
                    <a:pt x="379259" y="325140"/>
                    <a:pt x="377767" y="325362"/>
                  </a:cubicBezTo>
                  <a:cubicBezTo>
                    <a:pt x="377660" y="325869"/>
                    <a:pt x="377552" y="326375"/>
                    <a:pt x="377441" y="326897"/>
                  </a:cubicBezTo>
                  <a:cubicBezTo>
                    <a:pt x="377303" y="327373"/>
                    <a:pt x="377165" y="327849"/>
                    <a:pt x="377023" y="328339"/>
                  </a:cubicBezTo>
                  <a:cubicBezTo>
                    <a:pt x="374372" y="328525"/>
                    <a:pt x="374372" y="328525"/>
                    <a:pt x="371814" y="328339"/>
                  </a:cubicBezTo>
                  <a:cubicBezTo>
                    <a:pt x="371814" y="329321"/>
                    <a:pt x="371814" y="330303"/>
                    <a:pt x="371814" y="331315"/>
                  </a:cubicBezTo>
                  <a:cubicBezTo>
                    <a:pt x="370339" y="331849"/>
                    <a:pt x="368849" y="332344"/>
                    <a:pt x="367349" y="332804"/>
                  </a:cubicBezTo>
                  <a:cubicBezTo>
                    <a:pt x="367104" y="333540"/>
                    <a:pt x="366858" y="334277"/>
                    <a:pt x="366605" y="335036"/>
                  </a:cubicBezTo>
                  <a:cubicBezTo>
                    <a:pt x="366006" y="335143"/>
                    <a:pt x="365408" y="335251"/>
                    <a:pt x="364791" y="335362"/>
                  </a:cubicBezTo>
                  <a:cubicBezTo>
                    <a:pt x="364162" y="335500"/>
                    <a:pt x="363533" y="335638"/>
                    <a:pt x="362884" y="335780"/>
                  </a:cubicBezTo>
                  <a:cubicBezTo>
                    <a:pt x="362639" y="336271"/>
                    <a:pt x="362393" y="336762"/>
                    <a:pt x="362140" y="337268"/>
                  </a:cubicBezTo>
                  <a:cubicBezTo>
                    <a:pt x="361895" y="337760"/>
                    <a:pt x="361649" y="338251"/>
                    <a:pt x="361396" y="338757"/>
                  </a:cubicBezTo>
                  <a:cubicBezTo>
                    <a:pt x="360161" y="339028"/>
                    <a:pt x="358920" y="339277"/>
                    <a:pt x="357675" y="339501"/>
                  </a:cubicBezTo>
                  <a:cubicBezTo>
                    <a:pt x="357430" y="340238"/>
                    <a:pt x="357184" y="340974"/>
                    <a:pt x="356931" y="341733"/>
                  </a:cubicBezTo>
                  <a:cubicBezTo>
                    <a:pt x="356194" y="341703"/>
                    <a:pt x="355458" y="341672"/>
                    <a:pt x="354699" y="341640"/>
                  </a:cubicBezTo>
                  <a:cubicBezTo>
                    <a:pt x="353594" y="341686"/>
                    <a:pt x="353594" y="341686"/>
                    <a:pt x="352466" y="341733"/>
                  </a:cubicBezTo>
                  <a:cubicBezTo>
                    <a:pt x="352359" y="342347"/>
                    <a:pt x="352251" y="342961"/>
                    <a:pt x="352141" y="343594"/>
                  </a:cubicBezTo>
                  <a:cubicBezTo>
                    <a:pt x="352003" y="344208"/>
                    <a:pt x="351864" y="344821"/>
                    <a:pt x="351722" y="345454"/>
                  </a:cubicBezTo>
                  <a:cubicBezTo>
                    <a:pt x="349071" y="345687"/>
                    <a:pt x="349071" y="345687"/>
                    <a:pt x="346513" y="345454"/>
                  </a:cubicBezTo>
                  <a:cubicBezTo>
                    <a:pt x="346513" y="346436"/>
                    <a:pt x="346513" y="347419"/>
                    <a:pt x="346513" y="348431"/>
                  </a:cubicBezTo>
                  <a:cubicBezTo>
                    <a:pt x="344374" y="349268"/>
                    <a:pt x="344374" y="349268"/>
                    <a:pt x="342048" y="349919"/>
                  </a:cubicBezTo>
                  <a:cubicBezTo>
                    <a:pt x="341557" y="350410"/>
                    <a:pt x="341066" y="350901"/>
                    <a:pt x="340560" y="351407"/>
                  </a:cubicBezTo>
                  <a:cubicBezTo>
                    <a:pt x="341209" y="351410"/>
                    <a:pt x="341859" y="351413"/>
                    <a:pt x="342528" y="351415"/>
                  </a:cubicBezTo>
                  <a:cubicBezTo>
                    <a:pt x="348638" y="351443"/>
                    <a:pt x="354748" y="351486"/>
                    <a:pt x="360858" y="351544"/>
                  </a:cubicBezTo>
                  <a:cubicBezTo>
                    <a:pt x="363999" y="351573"/>
                    <a:pt x="367141" y="351597"/>
                    <a:pt x="370282" y="351609"/>
                  </a:cubicBezTo>
                  <a:cubicBezTo>
                    <a:pt x="373313" y="351620"/>
                    <a:pt x="376342" y="351646"/>
                    <a:pt x="379373" y="351681"/>
                  </a:cubicBezTo>
                  <a:cubicBezTo>
                    <a:pt x="380530" y="351692"/>
                    <a:pt x="381688" y="351698"/>
                    <a:pt x="382846" y="351699"/>
                  </a:cubicBezTo>
                  <a:cubicBezTo>
                    <a:pt x="384464" y="351700"/>
                    <a:pt x="386081" y="351721"/>
                    <a:pt x="387699" y="351745"/>
                  </a:cubicBezTo>
                  <a:cubicBezTo>
                    <a:pt x="388621" y="351752"/>
                    <a:pt x="389543" y="351758"/>
                    <a:pt x="390493" y="351765"/>
                  </a:cubicBezTo>
                  <a:cubicBezTo>
                    <a:pt x="392650" y="352151"/>
                    <a:pt x="392650" y="352151"/>
                    <a:pt x="393517" y="353349"/>
                  </a:cubicBezTo>
                  <a:cubicBezTo>
                    <a:pt x="394333" y="355686"/>
                    <a:pt x="394326" y="357678"/>
                    <a:pt x="394327" y="360155"/>
                  </a:cubicBezTo>
                  <a:cubicBezTo>
                    <a:pt x="394329" y="360660"/>
                    <a:pt x="394332" y="361165"/>
                    <a:pt x="394334" y="361685"/>
                  </a:cubicBezTo>
                  <a:cubicBezTo>
                    <a:pt x="394340" y="363376"/>
                    <a:pt x="394335" y="365067"/>
                    <a:pt x="394331" y="366758"/>
                  </a:cubicBezTo>
                  <a:cubicBezTo>
                    <a:pt x="394333" y="367971"/>
                    <a:pt x="394335" y="369183"/>
                    <a:pt x="394339" y="370396"/>
                  </a:cubicBezTo>
                  <a:cubicBezTo>
                    <a:pt x="394345" y="373689"/>
                    <a:pt x="394343" y="376982"/>
                    <a:pt x="394338" y="380275"/>
                  </a:cubicBezTo>
                  <a:cubicBezTo>
                    <a:pt x="394334" y="383720"/>
                    <a:pt x="394338" y="387165"/>
                    <a:pt x="394340" y="390610"/>
                  </a:cubicBezTo>
                  <a:cubicBezTo>
                    <a:pt x="394343" y="396395"/>
                    <a:pt x="394339" y="402180"/>
                    <a:pt x="394332" y="407965"/>
                  </a:cubicBezTo>
                  <a:cubicBezTo>
                    <a:pt x="394324" y="414656"/>
                    <a:pt x="394327" y="421346"/>
                    <a:pt x="394335" y="428037"/>
                  </a:cubicBezTo>
                  <a:cubicBezTo>
                    <a:pt x="394342" y="433779"/>
                    <a:pt x="394343" y="439521"/>
                    <a:pt x="394339" y="445263"/>
                  </a:cubicBezTo>
                  <a:cubicBezTo>
                    <a:pt x="394336" y="448694"/>
                    <a:pt x="394336" y="452124"/>
                    <a:pt x="394341" y="455555"/>
                  </a:cubicBezTo>
                  <a:cubicBezTo>
                    <a:pt x="394345" y="458780"/>
                    <a:pt x="394342" y="462005"/>
                    <a:pt x="394334" y="465229"/>
                  </a:cubicBezTo>
                  <a:cubicBezTo>
                    <a:pt x="394332" y="466414"/>
                    <a:pt x="394332" y="467598"/>
                    <a:pt x="394336" y="468782"/>
                  </a:cubicBezTo>
                  <a:cubicBezTo>
                    <a:pt x="394340" y="470398"/>
                    <a:pt x="394335" y="472012"/>
                    <a:pt x="394327" y="473628"/>
                  </a:cubicBezTo>
                  <a:cubicBezTo>
                    <a:pt x="394327" y="474532"/>
                    <a:pt x="394326" y="475436"/>
                    <a:pt x="394325" y="476368"/>
                  </a:cubicBezTo>
                  <a:cubicBezTo>
                    <a:pt x="394147" y="478552"/>
                    <a:pt x="393796" y="479793"/>
                    <a:pt x="392650" y="481632"/>
                  </a:cubicBezTo>
                  <a:cubicBezTo>
                    <a:pt x="393192" y="481630"/>
                    <a:pt x="393733" y="481628"/>
                    <a:pt x="394292" y="481627"/>
                  </a:cubicBezTo>
                  <a:cubicBezTo>
                    <a:pt x="399404" y="481612"/>
                    <a:pt x="404517" y="481600"/>
                    <a:pt x="409630" y="481593"/>
                  </a:cubicBezTo>
                  <a:cubicBezTo>
                    <a:pt x="412259" y="481589"/>
                    <a:pt x="414887" y="481584"/>
                    <a:pt x="417516" y="481576"/>
                  </a:cubicBezTo>
                  <a:cubicBezTo>
                    <a:pt x="420539" y="481566"/>
                    <a:pt x="423563" y="481562"/>
                    <a:pt x="426587" y="481559"/>
                  </a:cubicBezTo>
                  <a:cubicBezTo>
                    <a:pt x="427528" y="481555"/>
                    <a:pt x="428469" y="481551"/>
                    <a:pt x="429439" y="481547"/>
                  </a:cubicBezTo>
                  <a:cubicBezTo>
                    <a:pt x="430317" y="481547"/>
                    <a:pt x="431196" y="481547"/>
                    <a:pt x="432101" y="481547"/>
                  </a:cubicBezTo>
                  <a:cubicBezTo>
                    <a:pt x="432873" y="481546"/>
                    <a:pt x="433645" y="481544"/>
                    <a:pt x="434440" y="481542"/>
                  </a:cubicBezTo>
                  <a:cubicBezTo>
                    <a:pt x="435138" y="481572"/>
                    <a:pt x="435835" y="481601"/>
                    <a:pt x="436554" y="481632"/>
                  </a:cubicBezTo>
                  <a:cubicBezTo>
                    <a:pt x="437599" y="481637"/>
                    <a:pt x="437599" y="481637"/>
                    <a:pt x="438664" y="481642"/>
                  </a:cubicBezTo>
                  <a:cubicBezTo>
                    <a:pt x="439196" y="481884"/>
                    <a:pt x="439727" y="482126"/>
                    <a:pt x="440275" y="482376"/>
                  </a:cubicBezTo>
                  <a:cubicBezTo>
                    <a:pt x="440666" y="484471"/>
                    <a:pt x="440768" y="486136"/>
                    <a:pt x="440733" y="488243"/>
                  </a:cubicBezTo>
                  <a:cubicBezTo>
                    <a:pt x="440737" y="488858"/>
                    <a:pt x="440741" y="489472"/>
                    <a:pt x="440745" y="490106"/>
                  </a:cubicBezTo>
                  <a:cubicBezTo>
                    <a:pt x="440754" y="492148"/>
                    <a:pt x="440736" y="494190"/>
                    <a:pt x="440717" y="496233"/>
                  </a:cubicBezTo>
                  <a:cubicBezTo>
                    <a:pt x="440715" y="497646"/>
                    <a:pt x="440715" y="499060"/>
                    <a:pt x="440717" y="500473"/>
                  </a:cubicBezTo>
                  <a:cubicBezTo>
                    <a:pt x="440716" y="503440"/>
                    <a:pt x="440702" y="506407"/>
                    <a:pt x="440678" y="509374"/>
                  </a:cubicBezTo>
                  <a:cubicBezTo>
                    <a:pt x="440649" y="513184"/>
                    <a:pt x="440645" y="516993"/>
                    <a:pt x="440651" y="520803"/>
                  </a:cubicBezTo>
                  <a:cubicBezTo>
                    <a:pt x="440653" y="523724"/>
                    <a:pt x="440644" y="526644"/>
                    <a:pt x="440632" y="529565"/>
                  </a:cubicBezTo>
                  <a:cubicBezTo>
                    <a:pt x="440626" y="530969"/>
                    <a:pt x="440624" y="532374"/>
                    <a:pt x="440625" y="533779"/>
                  </a:cubicBezTo>
                  <a:cubicBezTo>
                    <a:pt x="440623" y="535741"/>
                    <a:pt x="440607" y="537702"/>
                    <a:pt x="440587" y="539664"/>
                  </a:cubicBezTo>
                  <a:cubicBezTo>
                    <a:pt x="440590" y="540249"/>
                    <a:pt x="440592" y="540834"/>
                    <a:pt x="440594" y="541437"/>
                  </a:cubicBezTo>
                  <a:cubicBezTo>
                    <a:pt x="440568" y="543053"/>
                    <a:pt x="440568" y="543053"/>
                    <a:pt x="440275" y="545628"/>
                  </a:cubicBezTo>
                  <a:cubicBezTo>
                    <a:pt x="437991" y="547150"/>
                    <a:pt x="437546" y="547302"/>
                    <a:pt x="434976" y="547302"/>
                  </a:cubicBezTo>
                  <a:cubicBezTo>
                    <a:pt x="434348" y="547305"/>
                    <a:pt x="433720" y="547309"/>
                    <a:pt x="433072" y="547312"/>
                  </a:cubicBezTo>
                  <a:cubicBezTo>
                    <a:pt x="432034" y="547307"/>
                    <a:pt x="432034" y="547307"/>
                    <a:pt x="430975" y="547301"/>
                  </a:cubicBezTo>
                  <a:cubicBezTo>
                    <a:pt x="430238" y="547303"/>
                    <a:pt x="429502" y="547305"/>
                    <a:pt x="428742" y="547307"/>
                  </a:cubicBezTo>
                  <a:cubicBezTo>
                    <a:pt x="426249" y="547312"/>
                    <a:pt x="423756" y="547306"/>
                    <a:pt x="421262" y="547300"/>
                  </a:cubicBezTo>
                  <a:cubicBezTo>
                    <a:pt x="419467" y="547301"/>
                    <a:pt x="417671" y="547303"/>
                    <a:pt x="415875" y="547306"/>
                  </a:cubicBezTo>
                  <a:cubicBezTo>
                    <a:pt x="411957" y="547309"/>
                    <a:pt x="408040" y="547308"/>
                    <a:pt x="404123" y="547304"/>
                  </a:cubicBezTo>
                  <a:cubicBezTo>
                    <a:pt x="398298" y="547296"/>
                    <a:pt x="392473" y="547297"/>
                    <a:pt x="386649" y="547300"/>
                  </a:cubicBezTo>
                  <a:cubicBezTo>
                    <a:pt x="376851" y="547305"/>
                    <a:pt x="367053" y="547303"/>
                    <a:pt x="357255" y="547296"/>
                  </a:cubicBezTo>
                  <a:cubicBezTo>
                    <a:pt x="347549" y="547290"/>
                    <a:pt x="337843" y="547286"/>
                    <a:pt x="328137" y="547286"/>
                  </a:cubicBezTo>
                  <a:cubicBezTo>
                    <a:pt x="327534" y="547286"/>
                    <a:pt x="326931" y="547286"/>
                    <a:pt x="326310" y="547286"/>
                  </a:cubicBezTo>
                  <a:cubicBezTo>
                    <a:pt x="323862" y="547286"/>
                    <a:pt x="321414" y="547286"/>
                    <a:pt x="318967" y="547286"/>
                  </a:cubicBezTo>
                  <a:cubicBezTo>
                    <a:pt x="295990" y="547287"/>
                    <a:pt x="273014" y="547280"/>
                    <a:pt x="250038" y="547268"/>
                  </a:cubicBezTo>
                  <a:cubicBezTo>
                    <a:pt x="229610" y="547258"/>
                    <a:pt x="209183" y="547253"/>
                    <a:pt x="188756" y="547254"/>
                  </a:cubicBezTo>
                  <a:cubicBezTo>
                    <a:pt x="187444" y="547254"/>
                    <a:pt x="186133" y="547254"/>
                    <a:pt x="184821" y="547254"/>
                  </a:cubicBezTo>
                  <a:cubicBezTo>
                    <a:pt x="183848" y="547254"/>
                    <a:pt x="183848" y="547254"/>
                    <a:pt x="182856" y="547254"/>
                  </a:cubicBezTo>
                  <a:cubicBezTo>
                    <a:pt x="179592" y="547254"/>
                    <a:pt x="176329" y="547254"/>
                    <a:pt x="173065" y="547254"/>
                  </a:cubicBezTo>
                  <a:cubicBezTo>
                    <a:pt x="172099" y="547254"/>
                    <a:pt x="172099" y="547254"/>
                    <a:pt x="171114" y="547254"/>
                  </a:cubicBezTo>
                  <a:cubicBezTo>
                    <a:pt x="154061" y="547255"/>
                    <a:pt x="137008" y="547251"/>
                    <a:pt x="119955" y="547247"/>
                  </a:cubicBezTo>
                  <a:cubicBezTo>
                    <a:pt x="119349" y="547246"/>
                    <a:pt x="118743" y="547246"/>
                    <a:pt x="118118" y="547246"/>
                  </a:cubicBezTo>
                  <a:cubicBezTo>
                    <a:pt x="115679" y="547245"/>
                    <a:pt x="113241" y="547245"/>
                    <a:pt x="110802" y="547244"/>
                  </a:cubicBezTo>
                  <a:cubicBezTo>
                    <a:pt x="102308" y="547242"/>
                    <a:pt x="93813" y="547241"/>
                    <a:pt x="85318" y="547240"/>
                  </a:cubicBezTo>
                  <a:cubicBezTo>
                    <a:pt x="74373" y="547240"/>
                    <a:pt x="63428" y="547237"/>
                    <a:pt x="52483" y="547230"/>
                  </a:cubicBezTo>
                  <a:cubicBezTo>
                    <a:pt x="46690" y="547226"/>
                    <a:pt x="40897" y="547224"/>
                    <a:pt x="35104" y="547225"/>
                  </a:cubicBezTo>
                  <a:cubicBezTo>
                    <a:pt x="30788" y="547226"/>
                    <a:pt x="26472" y="547222"/>
                    <a:pt x="22156" y="547218"/>
                  </a:cubicBezTo>
                  <a:cubicBezTo>
                    <a:pt x="20403" y="547216"/>
                    <a:pt x="18650" y="547216"/>
                    <a:pt x="16897" y="547217"/>
                  </a:cubicBezTo>
                  <a:cubicBezTo>
                    <a:pt x="14527" y="547219"/>
                    <a:pt x="12157" y="547216"/>
                    <a:pt x="9787" y="547212"/>
                  </a:cubicBezTo>
                  <a:cubicBezTo>
                    <a:pt x="9095" y="547213"/>
                    <a:pt x="8403" y="547215"/>
                    <a:pt x="7691" y="547216"/>
                  </a:cubicBezTo>
                  <a:cubicBezTo>
                    <a:pt x="7062" y="547214"/>
                    <a:pt x="6434" y="547212"/>
                    <a:pt x="5786" y="547210"/>
                  </a:cubicBezTo>
                  <a:cubicBezTo>
                    <a:pt x="4973" y="547210"/>
                    <a:pt x="4973" y="547210"/>
                    <a:pt x="4143" y="547210"/>
                  </a:cubicBezTo>
                  <a:cubicBezTo>
                    <a:pt x="2720" y="547116"/>
                    <a:pt x="2720" y="547116"/>
                    <a:pt x="488" y="546372"/>
                  </a:cubicBezTo>
                  <a:cubicBezTo>
                    <a:pt x="250" y="544336"/>
                    <a:pt x="168" y="542465"/>
                    <a:pt x="175" y="540425"/>
                  </a:cubicBezTo>
                  <a:cubicBezTo>
                    <a:pt x="169" y="539802"/>
                    <a:pt x="163" y="539178"/>
                    <a:pt x="156" y="538536"/>
                  </a:cubicBezTo>
                  <a:cubicBezTo>
                    <a:pt x="139" y="536466"/>
                    <a:pt x="138" y="534397"/>
                    <a:pt x="139" y="532326"/>
                  </a:cubicBezTo>
                  <a:cubicBezTo>
                    <a:pt x="134" y="530894"/>
                    <a:pt x="128" y="529462"/>
                    <a:pt x="122" y="528030"/>
                  </a:cubicBezTo>
                  <a:cubicBezTo>
                    <a:pt x="112" y="525025"/>
                    <a:pt x="111" y="522020"/>
                    <a:pt x="115" y="519015"/>
                  </a:cubicBezTo>
                  <a:cubicBezTo>
                    <a:pt x="119" y="515153"/>
                    <a:pt x="97" y="511292"/>
                    <a:pt x="66" y="507431"/>
                  </a:cubicBezTo>
                  <a:cubicBezTo>
                    <a:pt x="47" y="504472"/>
                    <a:pt x="45" y="501514"/>
                    <a:pt x="48" y="498556"/>
                  </a:cubicBezTo>
                  <a:cubicBezTo>
                    <a:pt x="47" y="497132"/>
                    <a:pt x="39" y="495708"/>
                    <a:pt x="26" y="494284"/>
                  </a:cubicBezTo>
                  <a:cubicBezTo>
                    <a:pt x="10" y="492296"/>
                    <a:pt x="17" y="490310"/>
                    <a:pt x="30" y="488323"/>
                  </a:cubicBezTo>
                  <a:cubicBezTo>
                    <a:pt x="20" y="487729"/>
                    <a:pt x="10" y="487134"/>
                    <a:pt x="0" y="486521"/>
                  </a:cubicBezTo>
                  <a:cubicBezTo>
                    <a:pt x="25" y="484890"/>
                    <a:pt x="25" y="484890"/>
                    <a:pt x="488" y="482376"/>
                  </a:cubicBezTo>
                  <a:cubicBezTo>
                    <a:pt x="2093" y="481638"/>
                    <a:pt x="2093" y="481638"/>
                    <a:pt x="4208" y="481632"/>
                  </a:cubicBezTo>
                  <a:cubicBezTo>
                    <a:pt x="4918" y="481601"/>
                    <a:pt x="5628" y="481569"/>
                    <a:pt x="6359" y="481537"/>
                  </a:cubicBezTo>
                  <a:cubicBezTo>
                    <a:pt x="7148" y="481537"/>
                    <a:pt x="7937" y="481536"/>
                    <a:pt x="8750" y="481535"/>
                  </a:cubicBezTo>
                  <a:cubicBezTo>
                    <a:pt x="9649" y="481533"/>
                    <a:pt x="10548" y="481531"/>
                    <a:pt x="11474" y="481528"/>
                  </a:cubicBezTo>
                  <a:cubicBezTo>
                    <a:pt x="12439" y="481530"/>
                    <a:pt x="13403" y="481531"/>
                    <a:pt x="14397" y="481533"/>
                  </a:cubicBezTo>
                  <a:cubicBezTo>
                    <a:pt x="15402" y="481532"/>
                    <a:pt x="16407" y="481532"/>
                    <a:pt x="17413" y="481531"/>
                  </a:cubicBezTo>
                  <a:cubicBezTo>
                    <a:pt x="19515" y="481530"/>
                    <a:pt x="21617" y="481531"/>
                    <a:pt x="23719" y="481535"/>
                  </a:cubicBezTo>
                  <a:cubicBezTo>
                    <a:pt x="26411" y="481539"/>
                    <a:pt x="29102" y="481537"/>
                    <a:pt x="31794" y="481532"/>
                  </a:cubicBezTo>
                  <a:cubicBezTo>
                    <a:pt x="33868" y="481529"/>
                    <a:pt x="35942" y="481530"/>
                    <a:pt x="38016" y="481532"/>
                  </a:cubicBezTo>
                  <a:cubicBezTo>
                    <a:pt x="39490" y="481533"/>
                    <a:pt x="40964" y="481531"/>
                    <a:pt x="42438" y="481528"/>
                  </a:cubicBezTo>
                  <a:cubicBezTo>
                    <a:pt x="43335" y="481531"/>
                    <a:pt x="44232" y="481533"/>
                    <a:pt x="45155" y="481535"/>
                  </a:cubicBezTo>
                  <a:cubicBezTo>
                    <a:pt x="45944" y="481536"/>
                    <a:pt x="46732" y="481537"/>
                    <a:pt x="47545" y="481537"/>
                  </a:cubicBezTo>
                  <a:cubicBezTo>
                    <a:pt x="49601" y="481632"/>
                    <a:pt x="49601" y="481632"/>
                    <a:pt x="52578" y="482376"/>
                  </a:cubicBezTo>
                  <a:cubicBezTo>
                    <a:pt x="52578" y="439402"/>
                    <a:pt x="52578" y="396428"/>
                    <a:pt x="52578" y="352151"/>
                  </a:cubicBezTo>
                  <a:cubicBezTo>
                    <a:pt x="192182" y="351783"/>
                    <a:pt x="192182" y="351783"/>
                    <a:pt x="334607" y="351407"/>
                  </a:cubicBezTo>
                  <a:cubicBezTo>
                    <a:pt x="334116" y="349197"/>
                    <a:pt x="333625" y="346987"/>
                    <a:pt x="333119" y="344710"/>
                  </a:cubicBezTo>
                  <a:cubicBezTo>
                    <a:pt x="332382" y="344464"/>
                    <a:pt x="331645" y="344219"/>
                    <a:pt x="330886" y="343966"/>
                  </a:cubicBezTo>
                  <a:cubicBezTo>
                    <a:pt x="330558" y="342129"/>
                    <a:pt x="330558" y="342129"/>
                    <a:pt x="330468" y="339873"/>
                  </a:cubicBezTo>
                  <a:cubicBezTo>
                    <a:pt x="330405" y="337682"/>
                    <a:pt x="330405" y="337682"/>
                    <a:pt x="330142" y="335780"/>
                  </a:cubicBezTo>
                  <a:cubicBezTo>
                    <a:pt x="329651" y="335535"/>
                    <a:pt x="329160" y="335289"/>
                    <a:pt x="328654" y="335036"/>
                  </a:cubicBezTo>
                  <a:cubicBezTo>
                    <a:pt x="328182" y="333516"/>
                    <a:pt x="327896" y="331992"/>
                    <a:pt x="327584" y="330432"/>
                  </a:cubicBezTo>
                  <a:cubicBezTo>
                    <a:pt x="327446" y="329987"/>
                    <a:pt x="327308" y="329541"/>
                    <a:pt x="327165" y="329083"/>
                  </a:cubicBezTo>
                  <a:cubicBezTo>
                    <a:pt x="326674" y="328837"/>
                    <a:pt x="326183" y="328592"/>
                    <a:pt x="325677" y="328339"/>
                  </a:cubicBezTo>
                  <a:cubicBezTo>
                    <a:pt x="325416" y="326802"/>
                    <a:pt x="325348" y="325290"/>
                    <a:pt x="325262" y="323734"/>
                  </a:cubicBezTo>
                  <a:cubicBezTo>
                    <a:pt x="325153" y="323289"/>
                    <a:pt x="325045" y="322844"/>
                    <a:pt x="324933" y="322386"/>
                  </a:cubicBezTo>
                  <a:cubicBezTo>
                    <a:pt x="324196" y="322140"/>
                    <a:pt x="323460" y="321895"/>
                    <a:pt x="322701" y="321642"/>
                  </a:cubicBezTo>
                  <a:cubicBezTo>
                    <a:pt x="322701" y="319905"/>
                    <a:pt x="322701" y="318169"/>
                    <a:pt x="322701" y="316433"/>
                  </a:cubicBezTo>
                  <a:cubicBezTo>
                    <a:pt x="321964" y="316187"/>
                    <a:pt x="321227" y="315941"/>
                    <a:pt x="320468" y="315688"/>
                  </a:cubicBezTo>
                  <a:cubicBezTo>
                    <a:pt x="319944" y="313960"/>
                    <a:pt x="319447" y="312224"/>
                    <a:pt x="318980" y="310479"/>
                  </a:cubicBezTo>
                  <a:cubicBezTo>
                    <a:pt x="318489" y="310234"/>
                    <a:pt x="317998" y="309988"/>
                    <a:pt x="317492" y="309735"/>
                  </a:cubicBezTo>
                  <a:cubicBezTo>
                    <a:pt x="317384" y="308876"/>
                    <a:pt x="317277" y="308016"/>
                    <a:pt x="317166" y="307131"/>
                  </a:cubicBezTo>
                  <a:cubicBezTo>
                    <a:pt x="317028" y="306271"/>
                    <a:pt x="316890" y="305412"/>
                    <a:pt x="316748" y="304526"/>
                  </a:cubicBezTo>
                  <a:cubicBezTo>
                    <a:pt x="316011" y="304281"/>
                    <a:pt x="315274" y="304035"/>
                    <a:pt x="314515" y="303782"/>
                  </a:cubicBezTo>
                  <a:cubicBezTo>
                    <a:pt x="314515" y="302294"/>
                    <a:pt x="314515" y="300806"/>
                    <a:pt x="314515" y="299317"/>
                  </a:cubicBezTo>
                  <a:cubicBezTo>
                    <a:pt x="313778" y="299072"/>
                    <a:pt x="313042" y="298826"/>
                    <a:pt x="312283" y="298573"/>
                  </a:cubicBezTo>
                  <a:cubicBezTo>
                    <a:pt x="311759" y="297094"/>
                    <a:pt x="311262" y="295606"/>
                    <a:pt x="310794" y="294108"/>
                  </a:cubicBezTo>
                  <a:cubicBezTo>
                    <a:pt x="310303" y="293863"/>
                    <a:pt x="309812" y="293617"/>
                    <a:pt x="309306" y="293364"/>
                  </a:cubicBezTo>
                  <a:cubicBezTo>
                    <a:pt x="309199" y="292627"/>
                    <a:pt x="309091" y="291891"/>
                    <a:pt x="308981" y="291132"/>
                  </a:cubicBezTo>
                  <a:cubicBezTo>
                    <a:pt x="308842" y="290395"/>
                    <a:pt x="308704" y="289658"/>
                    <a:pt x="308562" y="288899"/>
                  </a:cubicBezTo>
                  <a:cubicBezTo>
                    <a:pt x="307825" y="288654"/>
                    <a:pt x="307089" y="288408"/>
                    <a:pt x="306330" y="288155"/>
                  </a:cubicBezTo>
                  <a:cubicBezTo>
                    <a:pt x="306190" y="285876"/>
                    <a:pt x="306190" y="285876"/>
                    <a:pt x="306330" y="283690"/>
                  </a:cubicBezTo>
                  <a:cubicBezTo>
                    <a:pt x="305593" y="283690"/>
                    <a:pt x="304856" y="283690"/>
                    <a:pt x="304097" y="283690"/>
                  </a:cubicBezTo>
                  <a:cubicBezTo>
                    <a:pt x="303563" y="282466"/>
                    <a:pt x="303068" y="281224"/>
                    <a:pt x="302609" y="279970"/>
                  </a:cubicBezTo>
                  <a:cubicBezTo>
                    <a:pt x="302118" y="279724"/>
                    <a:pt x="301627" y="279479"/>
                    <a:pt x="301121" y="279225"/>
                  </a:cubicBezTo>
                  <a:cubicBezTo>
                    <a:pt x="300624" y="277737"/>
                    <a:pt x="300128" y="276249"/>
                    <a:pt x="299632" y="274761"/>
                  </a:cubicBezTo>
                  <a:cubicBezTo>
                    <a:pt x="299141" y="274515"/>
                    <a:pt x="298650" y="274270"/>
                    <a:pt x="298144" y="274017"/>
                  </a:cubicBezTo>
                  <a:cubicBezTo>
                    <a:pt x="297896" y="272776"/>
                    <a:pt x="297648" y="271536"/>
                    <a:pt x="297400" y="270296"/>
                  </a:cubicBezTo>
                  <a:cubicBezTo>
                    <a:pt x="296909" y="270050"/>
                    <a:pt x="296418" y="269805"/>
                    <a:pt x="295912" y="269552"/>
                  </a:cubicBezTo>
                  <a:cubicBezTo>
                    <a:pt x="295804" y="269076"/>
                    <a:pt x="295697" y="268600"/>
                    <a:pt x="295586" y="268110"/>
                  </a:cubicBezTo>
                  <a:cubicBezTo>
                    <a:pt x="295270" y="266291"/>
                    <a:pt x="295270" y="266291"/>
                    <a:pt x="292935" y="265087"/>
                  </a:cubicBezTo>
                  <a:cubicBezTo>
                    <a:pt x="292689" y="264350"/>
                    <a:pt x="292444" y="263613"/>
                    <a:pt x="292191" y="262854"/>
                  </a:cubicBezTo>
                  <a:cubicBezTo>
                    <a:pt x="291454" y="262363"/>
                    <a:pt x="290717" y="261872"/>
                    <a:pt x="289958" y="261366"/>
                  </a:cubicBezTo>
                  <a:cubicBezTo>
                    <a:pt x="289693" y="260129"/>
                    <a:pt x="289443" y="258889"/>
                    <a:pt x="289214" y="257645"/>
                  </a:cubicBezTo>
                  <a:cubicBezTo>
                    <a:pt x="288723" y="257645"/>
                    <a:pt x="288232" y="257645"/>
                    <a:pt x="287726" y="257645"/>
                  </a:cubicBezTo>
                  <a:cubicBezTo>
                    <a:pt x="287866" y="255878"/>
                    <a:pt x="287866" y="255878"/>
                    <a:pt x="288470" y="253925"/>
                  </a:cubicBezTo>
                  <a:cubicBezTo>
                    <a:pt x="290331" y="253088"/>
                    <a:pt x="290331" y="253088"/>
                    <a:pt x="292191" y="252436"/>
                  </a:cubicBezTo>
                  <a:cubicBezTo>
                    <a:pt x="292436" y="251700"/>
                    <a:pt x="292682" y="250963"/>
                    <a:pt x="292935" y="250204"/>
                  </a:cubicBezTo>
                  <a:cubicBezTo>
                    <a:pt x="294423" y="249708"/>
                    <a:pt x="295912" y="249212"/>
                    <a:pt x="297400" y="248716"/>
                  </a:cubicBezTo>
                  <a:cubicBezTo>
                    <a:pt x="297645" y="247979"/>
                    <a:pt x="297891" y="247242"/>
                    <a:pt x="298144" y="246483"/>
                  </a:cubicBezTo>
                  <a:cubicBezTo>
                    <a:pt x="300795" y="245972"/>
                    <a:pt x="300795" y="245972"/>
                    <a:pt x="303353" y="245739"/>
                  </a:cubicBezTo>
                  <a:cubicBezTo>
                    <a:pt x="303353" y="244757"/>
                    <a:pt x="303353" y="243775"/>
                    <a:pt x="303353" y="242763"/>
                  </a:cubicBezTo>
                  <a:cubicBezTo>
                    <a:pt x="305911" y="241925"/>
                    <a:pt x="305911" y="241925"/>
                    <a:pt x="308562" y="241274"/>
                  </a:cubicBezTo>
                  <a:cubicBezTo>
                    <a:pt x="308808" y="240783"/>
                    <a:pt x="309053" y="240292"/>
                    <a:pt x="309306" y="239786"/>
                  </a:cubicBezTo>
                  <a:cubicBezTo>
                    <a:pt x="310411" y="239441"/>
                    <a:pt x="310411" y="239441"/>
                    <a:pt x="311539" y="239088"/>
                  </a:cubicBezTo>
                  <a:cubicBezTo>
                    <a:pt x="312275" y="238828"/>
                    <a:pt x="313012" y="238567"/>
                    <a:pt x="313771" y="238298"/>
                  </a:cubicBezTo>
                  <a:cubicBezTo>
                    <a:pt x="314017" y="237561"/>
                    <a:pt x="314262" y="236824"/>
                    <a:pt x="314515" y="236065"/>
                  </a:cubicBezTo>
                  <a:cubicBezTo>
                    <a:pt x="315838" y="235574"/>
                    <a:pt x="315838" y="235574"/>
                    <a:pt x="317445" y="235275"/>
                  </a:cubicBezTo>
                  <a:cubicBezTo>
                    <a:pt x="319985" y="234798"/>
                    <a:pt x="319985" y="234798"/>
                    <a:pt x="321956" y="233089"/>
                  </a:cubicBezTo>
                  <a:cubicBezTo>
                    <a:pt x="316247" y="233032"/>
                    <a:pt x="310538" y="232993"/>
                    <a:pt x="304829" y="232966"/>
                  </a:cubicBezTo>
                  <a:cubicBezTo>
                    <a:pt x="302885" y="232955"/>
                    <a:pt x="300941" y="232940"/>
                    <a:pt x="298997" y="232920"/>
                  </a:cubicBezTo>
                  <a:cubicBezTo>
                    <a:pt x="296210" y="232893"/>
                    <a:pt x="293423" y="232881"/>
                    <a:pt x="290636" y="232871"/>
                  </a:cubicBezTo>
                  <a:cubicBezTo>
                    <a:pt x="289761" y="232859"/>
                    <a:pt x="288885" y="232848"/>
                    <a:pt x="287984" y="232836"/>
                  </a:cubicBezTo>
                  <a:cubicBezTo>
                    <a:pt x="287179" y="232836"/>
                    <a:pt x="286375" y="232836"/>
                    <a:pt x="285546" y="232835"/>
                  </a:cubicBezTo>
                  <a:cubicBezTo>
                    <a:pt x="284834" y="232830"/>
                    <a:pt x="284122" y="232825"/>
                    <a:pt x="283388" y="232820"/>
                  </a:cubicBezTo>
                  <a:cubicBezTo>
                    <a:pt x="282855" y="232909"/>
                    <a:pt x="282322" y="232998"/>
                    <a:pt x="281773" y="233089"/>
                  </a:cubicBezTo>
                  <a:cubicBezTo>
                    <a:pt x="281527" y="233825"/>
                    <a:pt x="281282" y="234562"/>
                    <a:pt x="281029" y="235321"/>
                  </a:cubicBezTo>
                  <a:cubicBezTo>
                    <a:pt x="280538" y="235321"/>
                    <a:pt x="280046" y="235321"/>
                    <a:pt x="279540" y="235321"/>
                  </a:cubicBezTo>
                  <a:cubicBezTo>
                    <a:pt x="279504" y="235850"/>
                    <a:pt x="279468" y="236378"/>
                    <a:pt x="279430" y="236923"/>
                  </a:cubicBezTo>
                  <a:cubicBezTo>
                    <a:pt x="279347" y="237949"/>
                    <a:pt x="279347" y="237949"/>
                    <a:pt x="279261" y="238995"/>
                  </a:cubicBezTo>
                  <a:cubicBezTo>
                    <a:pt x="279210" y="239677"/>
                    <a:pt x="279158" y="240359"/>
                    <a:pt x="279104" y="241062"/>
                  </a:cubicBezTo>
                  <a:cubicBezTo>
                    <a:pt x="279003" y="241623"/>
                    <a:pt x="278901" y="242184"/>
                    <a:pt x="278796" y="242763"/>
                  </a:cubicBezTo>
                  <a:cubicBezTo>
                    <a:pt x="278305" y="243008"/>
                    <a:pt x="277814" y="243254"/>
                    <a:pt x="277308" y="243507"/>
                  </a:cubicBezTo>
                  <a:cubicBezTo>
                    <a:pt x="277045" y="245237"/>
                    <a:pt x="276978" y="246945"/>
                    <a:pt x="276892" y="248692"/>
                  </a:cubicBezTo>
                  <a:cubicBezTo>
                    <a:pt x="276784" y="249191"/>
                    <a:pt x="276676" y="249690"/>
                    <a:pt x="276564" y="250204"/>
                  </a:cubicBezTo>
                  <a:cubicBezTo>
                    <a:pt x="275827" y="250450"/>
                    <a:pt x="275091" y="250695"/>
                    <a:pt x="274331" y="250948"/>
                  </a:cubicBezTo>
                  <a:cubicBezTo>
                    <a:pt x="273780" y="253571"/>
                    <a:pt x="273780" y="253571"/>
                    <a:pt x="273587" y="256157"/>
                  </a:cubicBezTo>
                  <a:cubicBezTo>
                    <a:pt x="272851" y="256157"/>
                    <a:pt x="272114" y="256157"/>
                    <a:pt x="271355" y="256157"/>
                  </a:cubicBezTo>
                  <a:cubicBezTo>
                    <a:pt x="271109" y="258367"/>
                    <a:pt x="270864" y="260577"/>
                    <a:pt x="270611" y="262854"/>
                  </a:cubicBezTo>
                  <a:cubicBezTo>
                    <a:pt x="269874" y="262854"/>
                    <a:pt x="269137" y="262854"/>
                    <a:pt x="268378" y="262854"/>
                  </a:cubicBezTo>
                  <a:cubicBezTo>
                    <a:pt x="268447" y="264098"/>
                    <a:pt x="268447" y="264098"/>
                    <a:pt x="268518" y="265366"/>
                  </a:cubicBezTo>
                  <a:cubicBezTo>
                    <a:pt x="268472" y="266256"/>
                    <a:pt x="268426" y="267146"/>
                    <a:pt x="268378" y="268063"/>
                  </a:cubicBezTo>
                  <a:cubicBezTo>
                    <a:pt x="267642" y="268555"/>
                    <a:pt x="266905" y="269046"/>
                    <a:pt x="266146" y="269552"/>
                  </a:cubicBezTo>
                  <a:cubicBezTo>
                    <a:pt x="265799" y="270992"/>
                    <a:pt x="265799" y="270992"/>
                    <a:pt x="265774" y="272575"/>
                  </a:cubicBezTo>
                  <a:cubicBezTo>
                    <a:pt x="265651" y="273542"/>
                    <a:pt x="265528" y="274509"/>
                    <a:pt x="265402" y="275505"/>
                  </a:cubicBezTo>
                  <a:cubicBezTo>
                    <a:pt x="264665" y="275750"/>
                    <a:pt x="263928" y="275996"/>
                    <a:pt x="263169" y="276249"/>
                  </a:cubicBezTo>
                  <a:cubicBezTo>
                    <a:pt x="262891" y="277732"/>
                    <a:pt x="262643" y="279221"/>
                    <a:pt x="262425" y="280714"/>
                  </a:cubicBezTo>
                  <a:cubicBezTo>
                    <a:pt x="261934" y="280959"/>
                    <a:pt x="261443" y="281205"/>
                    <a:pt x="260937" y="281458"/>
                  </a:cubicBezTo>
                  <a:cubicBezTo>
                    <a:pt x="260569" y="282333"/>
                    <a:pt x="260200" y="283208"/>
                    <a:pt x="259821" y="284109"/>
                  </a:cubicBezTo>
                  <a:cubicBezTo>
                    <a:pt x="259452" y="284953"/>
                    <a:pt x="259084" y="285797"/>
                    <a:pt x="258705" y="286667"/>
                  </a:cubicBezTo>
                  <a:cubicBezTo>
                    <a:pt x="258213" y="286667"/>
                    <a:pt x="257722" y="286667"/>
                    <a:pt x="257216" y="286667"/>
                  </a:cubicBezTo>
                  <a:cubicBezTo>
                    <a:pt x="257216" y="288386"/>
                    <a:pt x="257216" y="290105"/>
                    <a:pt x="257216" y="291876"/>
                  </a:cubicBezTo>
                  <a:cubicBezTo>
                    <a:pt x="256725" y="291876"/>
                    <a:pt x="256234" y="291876"/>
                    <a:pt x="255728" y="291876"/>
                  </a:cubicBezTo>
                  <a:cubicBezTo>
                    <a:pt x="255498" y="292582"/>
                    <a:pt x="255268" y="293288"/>
                    <a:pt x="255030" y="294015"/>
                  </a:cubicBezTo>
                  <a:cubicBezTo>
                    <a:pt x="254240" y="296341"/>
                    <a:pt x="254240" y="296341"/>
                    <a:pt x="252007" y="297829"/>
                  </a:cubicBezTo>
                  <a:cubicBezTo>
                    <a:pt x="251821" y="299752"/>
                    <a:pt x="251821" y="299752"/>
                    <a:pt x="252007" y="301550"/>
                  </a:cubicBezTo>
                  <a:cubicBezTo>
                    <a:pt x="251271" y="301550"/>
                    <a:pt x="250534" y="301550"/>
                    <a:pt x="249775" y="301550"/>
                  </a:cubicBezTo>
                  <a:cubicBezTo>
                    <a:pt x="249242" y="303275"/>
                    <a:pt x="248746" y="305012"/>
                    <a:pt x="248287" y="306759"/>
                  </a:cubicBezTo>
                  <a:cubicBezTo>
                    <a:pt x="247795" y="307004"/>
                    <a:pt x="247304" y="307250"/>
                    <a:pt x="246798" y="307503"/>
                  </a:cubicBezTo>
                  <a:cubicBezTo>
                    <a:pt x="246691" y="307963"/>
                    <a:pt x="246583" y="308424"/>
                    <a:pt x="246473" y="308898"/>
                  </a:cubicBezTo>
                  <a:cubicBezTo>
                    <a:pt x="245974" y="310781"/>
                    <a:pt x="245176" y="311358"/>
                    <a:pt x="243822" y="312712"/>
                  </a:cubicBezTo>
                  <a:cubicBezTo>
                    <a:pt x="243567" y="313702"/>
                    <a:pt x="243318" y="314694"/>
                    <a:pt x="243078" y="315688"/>
                  </a:cubicBezTo>
                  <a:cubicBezTo>
                    <a:pt x="242586" y="315688"/>
                    <a:pt x="242095" y="315688"/>
                    <a:pt x="241589" y="315688"/>
                  </a:cubicBezTo>
                  <a:cubicBezTo>
                    <a:pt x="241085" y="317422"/>
                    <a:pt x="240589" y="319159"/>
                    <a:pt x="240101" y="320897"/>
                  </a:cubicBezTo>
                  <a:cubicBezTo>
                    <a:pt x="237550" y="322173"/>
                    <a:pt x="234699" y="322135"/>
                    <a:pt x="231915" y="321642"/>
                  </a:cubicBezTo>
                  <a:cubicBezTo>
                    <a:pt x="230939" y="319828"/>
                    <a:pt x="230939" y="319828"/>
                    <a:pt x="230427" y="317921"/>
                  </a:cubicBezTo>
                  <a:cubicBezTo>
                    <a:pt x="228888" y="317443"/>
                    <a:pt x="228888" y="317443"/>
                    <a:pt x="227451" y="317177"/>
                  </a:cubicBezTo>
                  <a:cubicBezTo>
                    <a:pt x="227451" y="316440"/>
                    <a:pt x="227451" y="315703"/>
                    <a:pt x="227451" y="314944"/>
                  </a:cubicBezTo>
                  <a:cubicBezTo>
                    <a:pt x="226212" y="314690"/>
                    <a:pt x="224971" y="314442"/>
                    <a:pt x="223730" y="314200"/>
                  </a:cubicBezTo>
                  <a:cubicBezTo>
                    <a:pt x="223484" y="313463"/>
                    <a:pt x="223239" y="312727"/>
                    <a:pt x="222986" y="311968"/>
                  </a:cubicBezTo>
                  <a:cubicBezTo>
                    <a:pt x="222495" y="311737"/>
                    <a:pt x="222004" y="311507"/>
                    <a:pt x="221498" y="311270"/>
                  </a:cubicBezTo>
                  <a:cubicBezTo>
                    <a:pt x="221006" y="311009"/>
                    <a:pt x="220515" y="310748"/>
                    <a:pt x="220009" y="310479"/>
                  </a:cubicBezTo>
                  <a:cubicBezTo>
                    <a:pt x="219886" y="309958"/>
                    <a:pt x="219764" y="309436"/>
                    <a:pt x="219637" y="308898"/>
                  </a:cubicBezTo>
                  <a:cubicBezTo>
                    <a:pt x="219514" y="308438"/>
                    <a:pt x="219392" y="307977"/>
                    <a:pt x="219265" y="307503"/>
                  </a:cubicBezTo>
                  <a:cubicBezTo>
                    <a:pt x="218283" y="307503"/>
                    <a:pt x="217301" y="307503"/>
                    <a:pt x="216289" y="307503"/>
                  </a:cubicBezTo>
                  <a:cubicBezTo>
                    <a:pt x="216043" y="306766"/>
                    <a:pt x="215797" y="306029"/>
                    <a:pt x="215544" y="305270"/>
                  </a:cubicBezTo>
                  <a:cubicBezTo>
                    <a:pt x="214930" y="305025"/>
                    <a:pt x="214317" y="304779"/>
                    <a:pt x="213684" y="304526"/>
                  </a:cubicBezTo>
                  <a:cubicBezTo>
                    <a:pt x="213070" y="304281"/>
                    <a:pt x="212456" y="304035"/>
                    <a:pt x="211824" y="303782"/>
                  </a:cubicBezTo>
                  <a:cubicBezTo>
                    <a:pt x="211578" y="303045"/>
                    <a:pt x="211333" y="302309"/>
                    <a:pt x="211080" y="301550"/>
                  </a:cubicBezTo>
                  <a:cubicBezTo>
                    <a:pt x="210588" y="301427"/>
                    <a:pt x="210097" y="301304"/>
                    <a:pt x="209591" y="301178"/>
                  </a:cubicBezTo>
                  <a:cubicBezTo>
                    <a:pt x="209100" y="301055"/>
                    <a:pt x="208609" y="300932"/>
                    <a:pt x="208103" y="300806"/>
                  </a:cubicBezTo>
                  <a:cubicBezTo>
                    <a:pt x="207857" y="300069"/>
                    <a:pt x="207612" y="299332"/>
                    <a:pt x="207359" y="298573"/>
                  </a:cubicBezTo>
                  <a:cubicBezTo>
                    <a:pt x="206745" y="298343"/>
                    <a:pt x="206131" y="298113"/>
                    <a:pt x="205498" y="297876"/>
                  </a:cubicBezTo>
                  <a:cubicBezTo>
                    <a:pt x="204885" y="297615"/>
                    <a:pt x="204271" y="297354"/>
                    <a:pt x="203638" y="297085"/>
                  </a:cubicBezTo>
                  <a:cubicBezTo>
                    <a:pt x="203531" y="296563"/>
                    <a:pt x="203423" y="296041"/>
                    <a:pt x="203313" y="295504"/>
                  </a:cubicBezTo>
                  <a:cubicBezTo>
                    <a:pt x="203174" y="295043"/>
                    <a:pt x="203036" y="294583"/>
                    <a:pt x="202894" y="294108"/>
                  </a:cubicBezTo>
                  <a:cubicBezTo>
                    <a:pt x="202157" y="294108"/>
                    <a:pt x="201421" y="294108"/>
                    <a:pt x="200662" y="294108"/>
                  </a:cubicBezTo>
                  <a:cubicBezTo>
                    <a:pt x="199925" y="294108"/>
                    <a:pt x="199188" y="294108"/>
                    <a:pt x="198429" y="294108"/>
                  </a:cubicBezTo>
                  <a:cubicBezTo>
                    <a:pt x="197964" y="292667"/>
                    <a:pt x="197964" y="292667"/>
                    <a:pt x="197685" y="291132"/>
                  </a:cubicBezTo>
                  <a:cubicBezTo>
                    <a:pt x="196700" y="290855"/>
                    <a:pt x="195708" y="290606"/>
                    <a:pt x="194708" y="290388"/>
                  </a:cubicBezTo>
                  <a:cubicBezTo>
                    <a:pt x="194463" y="289651"/>
                    <a:pt x="194217" y="288914"/>
                    <a:pt x="193964" y="288155"/>
                  </a:cubicBezTo>
                  <a:cubicBezTo>
                    <a:pt x="193105" y="288032"/>
                    <a:pt x="192245" y="287910"/>
                    <a:pt x="191360" y="287783"/>
                  </a:cubicBezTo>
                  <a:cubicBezTo>
                    <a:pt x="190071" y="287231"/>
                    <a:pt x="190071" y="287231"/>
                    <a:pt x="188755" y="286667"/>
                  </a:cubicBezTo>
                  <a:cubicBezTo>
                    <a:pt x="187868" y="283581"/>
                    <a:pt x="187283" y="279938"/>
                    <a:pt x="188755" y="276993"/>
                  </a:cubicBezTo>
                  <a:cubicBezTo>
                    <a:pt x="189738" y="276993"/>
                    <a:pt x="190720" y="276993"/>
                    <a:pt x="191732" y="276993"/>
                  </a:cubicBezTo>
                  <a:cubicBezTo>
                    <a:pt x="191640" y="276333"/>
                    <a:pt x="191548" y="275673"/>
                    <a:pt x="191453" y="274993"/>
                  </a:cubicBezTo>
                  <a:cubicBezTo>
                    <a:pt x="191732" y="272528"/>
                    <a:pt x="191732" y="272528"/>
                    <a:pt x="193871" y="270621"/>
                  </a:cubicBezTo>
                  <a:cubicBezTo>
                    <a:pt x="195022" y="269724"/>
                    <a:pt x="195022" y="269724"/>
                    <a:pt x="196197" y="268808"/>
                  </a:cubicBezTo>
                  <a:cubicBezTo>
                    <a:pt x="197067" y="267004"/>
                    <a:pt x="197067" y="267004"/>
                    <a:pt x="197685" y="265087"/>
                  </a:cubicBezTo>
                  <a:cubicBezTo>
                    <a:pt x="200331" y="260787"/>
                    <a:pt x="200331" y="260787"/>
                    <a:pt x="202150" y="259878"/>
                  </a:cubicBezTo>
                  <a:cubicBezTo>
                    <a:pt x="202257" y="259249"/>
                    <a:pt x="202365" y="258619"/>
                    <a:pt x="202475" y="257971"/>
                  </a:cubicBezTo>
                  <a:cubicBezTo>
                    <a:pt x="202614" y="257372"/>
                    <a:pt x="202752" y="256774"/>
                    <a:pt x="202894" y="256157"/>
                  </a:cubicBezTo>
                  <a:cubicBezTo>
                    <a:pt x="203631" y="256157"/>
                    <a:pt x="204367" y="256157"/>
                    <a:pt x="205126" y="256157"/>
                  </a:cubicBezTo>
                  <a:cubicBezTo>
                    <a:pt x="205065" y="255451"/>
                    <a:pt x="205004" y="254745"/>
                    <a:pt x="204940" y="254018"/>
                  </a:cubicBezTo>
                  <a:cubicBezTo>
                    <a:pt x="205002" y="253250"/>
                    <a:pt x="205063" y="252483"/>
                    <a:pt x="205126" y="251692"/>
                  </a:cubicBezTo>
                  <a:cubicBezTo>
                    <a:pt x="206119" y="251196"/>
                    <a:pt x="207111" y="250700"/>
                    <a:pt x="208103" y="250204"/>
                  </a:cubicBezTo>
                  <a:cubicBezTo>
                    <a:pt x="208351" y="247909"/>
                    <a:pt x="208351" y="247909"/>
                    <a:pt x="208103" y="245739"/>
                  </a:cubicBezTo>
                  <a:cubicBezTo>
                    <a:pt x="208840" y="245739"/>
                    <a:pt x="209576" y="245739"/>
                    <a:pt x="210335" y="245739"/>
                  </a:cubicBezTo>
                  <a:cubicBezTo>
                    <a:pt x="210412" y="244910"/>
                    <a:pt x="210489" y="244082"/>
                    <a:pt x="210568" y="243228"/>
                  </a:cubicBezTo>
                  <a:cubicBezTo>
                    <a:pt x="210821" y="241892"/>
                    <a:pt x="210821" y="241892"/>
                    <a:pt x="211080" y="240530"/>
                  </a:cubicBezTo>
                  <a:cubicBezTo>
                    <a:pt x="211816" y="240039"/>
                    <a:pt x="212553" y="239548"/>
                    <a:pt x="213312" y="239042"/>
                  </a:cubicBezTo>
                  <a:cubicBezTo>
                    <a:pt x="213312" y="238305"/>
                    <a:pt x="213312" y="237568"/>
                    <a:pt x="213312" y="236809"/>
                  </a:cubicBezTo>
                  <a:cubicBezTo>
                    <a:pt x="213312" y="236073"/>
                    <a:pt x="213312" y="235336"/>
                    <a:pt x="213312" y="234577"/>
                  </a:cubicBezTo>
                  <a:cubicBezTo>
                    <a:pt x="214049" y="234086"/>
                    <a:pt x="214785" y="233595"/>
                    <a:pt x="215544" y="233089"/>
                  </a:cubicBezTo>
                  <a:cubicBezTo>
                    <a:pt x="216090" y="230808"/>
                    <a:pt x="216090" y="230808"/>
                    <a:pt x="216289" y="228624"/>
                  </a:cubicBezTo>
                  <a:cubicBezTo>
                    <a:pt x="217025" y="228624"/>
                    <a:pt x="217762" y="228624"/>
                    <a:pt x="218521" y="228624"/>
                  </a:cubicBezTo>
                  <a:cubicBezTo>
                    <a:pt x="218767" y="226659"/>
                    <a:pt x="219012" y="224695"/>
                    <a:pt x="219265" y="222671"/>
                  </a:cubicBezTo>
                  <a:cubicBezTo>
                    <a:pt x="220002" y="222671"/>
                    <a:pt x="220738" y="222671"/>
                    <a:pt x="221498" y="222671"/>
                  </a:cubicBezTo>
                  <a:cubicBezTo>
                    <a:pt x="221459" y="221959"/>
                    <a:pt x="221459" y="221959"/>
                    <a:pt x="221419" y="221232"/>
                  </a:cubicBezTo>
                  <a:cubicBezTo>
                    <a:pt x="221399" y="220617"/>
                    <a:pt x="221379" y="220002"/>
                    <a:pt x="221358" y="219369"/>
                  </a:cubicBezTo>
                  <a:cubicBezTo>
                    <a:pt x="221332" y="218756"/>
                    <a:pt x="221306" y="218143"/>
                    <a:pt x="221279" y="217511"/>
                  </a:cubicBezTo>
                  <a:cubicBezTo>
                    <a:pt x="221351" y="217004"/>
                    <a:pt x="221423" y="216496"/>
                    <a:pt x="221498" y="215974"/>
                  </a:cubicBezTo>
                  <a:cubicBezTo>
                    <a:pt x="222234" y="215728"/>
                    <a:pt x="222971" y="215482"/>
                    <a:pt x="223730" y="215229"/>
                  </a:cubicBezTo>
                  <a:cubicBezTo>
                    <a:pt x="224165" y="213826"/>
                    <a:pt x="224165" y="213826"/>
                    <a:pt x="224242" y="212206"/>
                  </a:cubicBezTo>
                  <a:cubicBezTo>
                    <a:pt x="224318" y="211239"/>
                    <a:pt x="224395" y="210272"/>
                    <a:pt x="224474" y="209276"/>
                  </a:cubicBezTo>
                  <a:cubicBezTo>
                    <a:pt x="225211" y="209276"/>
                    <a:pt x="225947" y="209276"/>
                    <a:pt x="226706" y="209276"/>
                  </a:cubicBezTo>
                  <a:cubicBezTo>
                    <a:pt x="226743" y="208748"/>
                    <a:pt x="226779" y="208219"/>
                    <a:pt x="226817" y="207675"/>
                  </a:cubicBezTo>
                  <a:cubicBezTo>
                    <a:pt x="226900" y="206649"/>
                    <a:pt x="226900" y="206649"/>
                    <a:pt x="226986" y="205602"/>
                  </a:cubicBezTo>
                  <a:cubicBezTo>
                    <a:pt x="227037" y="204920"/>
                    <a:pt x="227089" y="204238"/>
                    <a:pt x="227143" y="203535"/>
                  </a:cubicBezTo>
                  <a:cubicBezTo>
                    <a:pt x="227244" y="202974"/>
                    <a:pt x="227346" y="202413"/>
                    <a:pt x="227451" y="201835"/>
                  </a:cubicBezTo>
                  <a:cubicBezTo>
                    <a:pt x="227942" y="201589"/>
                    <a:pt x="228433" y="201344"/>
                    <a:pt x="228939" y="201091"/>
                  </a:cubicBezTo>
                  <a:cubicBezTo>
                    <a:pt x="229203" y="199167"/>
                    <a:pt x="229269" y="197263"/>
                    <a:pt x="229355" y="195324"/>
                  </a:cubicBezTo>
                  <a:cubicBezTo>
                    <a:pt x="229463" y="194771"/>
                    <a:pt x="229571" y="194219"/>
                    <a:pt x="229683" y="193649"/>
                  </a:cubicBezTo>
                  <a:cubicBezTo>
                    <a:pt x="230420" y="193404"/>
                    <a:pt x="231156" y="193158"/>
                    <a:pt x="231915" y="192905"/>
                  </a:cubicBezTo>
                  <a:cubicBezTo>
                    <a:pt x="232353" y="191158"/>
                    <a:pt x="232353" y="191158"/>
                    <a:pt x="232427" y="189138"/>
                  </a:cubicBezTo>
                  <a:cubicBezTo>
                    <a:pt x="232500" y="188112"/>
                    <a:pt x="232500" y="188112"/>
                    <a:pt x="232575" y="187065"/>
                  </a:cubicBezTo>
                  <a:cubicBezTo>
                    <a:pt x="232603" y="186537"/>
                    <a:pt x="232631" y="186008"/>
                    <a:pt x="232660" y="185464"/>
                  </a:cubicBezTo>
                  <a:cubicBezTo>
                    <a:pt x="233396" y="185464"/>
                    <a:pt x="234133" y="185464"/>
                    <a:pt x="234892" y="185464"/>
                  </a:cubicBezTo>
                  <a:cubicBezTo>
                    <a:pt x="234920" y="184791"/>
                    <a:pt x="234948" y="184119"/>
                    <a:pt x="234976" y="183426"/>
                  </a:cubicBezTo>
                  <a:cubicBezTo>
                    <a:pt x="235025" y="182548"/>
                    <a:pt x="235074" y="181671"/>
                    <a:pt x="235125" y="180766"/>
                  </a:cubicBezTo>
                  <a:cubicBezTo>
                    <a:pt x="235168" y="179894"/>
                    <a:pt x="235211" y="179022"/>
                    <a:pt x="235255" y="178124"/>
                  </a:cubicBezTo>
                  <a:cubicBezTo>
                    <a:pt x="235677" y="175537"/>
                    <a:pt x="236104" y="175284"/>
                    <a:pt x="237869" y="173558"/>
                  </a:cubicBezTo>
                  <a:cubicBezTo>
                    <a:pt x="238138" y="171517"/>
                    <a:pt x="238138" y="171517"/>
                    <a:pt x="238008" y="169325"/>
                  </a:cubicBezTo>
                  <a:cubicBezTo>
                    <a:pt x="237988" y="168586"/>
                    <a:pt x="237968" y="167846"/>
                    <a:pt x="237947" y="167084"/>
                  </a:cubicBezTo>
                  <a:cubicBezTo>
                    <a:pt x="237908" y="166237"/>
                    <a:pt x="237908" y="166237"/>
                    <a:pt x="237869" y="165372"/>
                  </a:cubicBezTo>
                  <a:cubicBezTo>
                    <a:pt x="238851" y="165372"/>
                    <a:pt x="239833" y="165372"/>
                    <a:pt x="240845" y="165372"/>
                  </a:cubicBezTo>
                  <a:cubicBezTo>
                    <a:pt x="240845" y="161689"/>
                    <a:pt x="240845" y="158005"/>
                    <a:pt x="240845" y="154210"/>
                  </a:cubicBezTo>
                  <a:cubicBezTo>
                    <a:pt x="241336" y="154210"/>
                    <a:pt x="241827" y="154210"/>
                    <a:pt x="242333" y="154210"/>
                  </a:cubicBezTo>
                  <a:cubicBezTo>
                    <a:pt x="243770" y="151336"/>
                    <a:pt x="243389" y="147772"/>
                    <a:pt x="243540" y="144603"/>
                  </a:cubicBezTo>
                  <a:cubicBezTo>
                    <a:pt x="243633" y="143844"/>
                    <a:pt x="243726" y="143085"/>
                    <a:pt x="243822" y="142304"/>
                  </a:cubicBezTo>
                  <a:cubicBezTo>
                    <a:pt x="244313" y="142058"/>
                    <a:pt x="244804" y="141813"/>
                    <a:pt x="245310" y="141559"/>
                  </a:cubicBezTo>
                  <a:cubicBezTo>
                    <a:pt x="245551" y="140201"/>
                    <a:pt x="245551" y="140201"/>
                    <a:pt x="245540" y="138583"/>
                  </a:cubicBezTo>
                  <a:cubicBezTo>
                    <a:pt x="245558" y="137984"/>
                    <a:pt x="245577" y="137386"/>
                    <a:pt x="245596" y="136769"/>
                  </a:cubicBezTo>
                  <a:cubicBezTo>
                    <a:pt x="245622" y="135498"/>
                    <a:pt x="245646" y="134227"/>
                    <a:pt x="245666" y="132955"/>
                  </a:cubicBezTo>
                  <a:cubicBezTo>
                    <a:pt x="245686" y="132357"/>
                    <a:pt x="245705" y="131758"/>
                    <a:pt x="245726" y="131142"/>
                  </a:cubicBezTo>
                  <a:cubicBezTo>
                    <a:pt x="245736" y="130589"/>
                    <a:pt x="245746" y="130036"/>
                    <a:pt x="245756" y="129467"/>
                  </a:cubicBezTo>
                  <a:cubicBezTo>
                    <a:pt x="245854" y="129037"/>
                    <a:pt x="245953" y="128608"/>
                    <a:pt x="246054" y="128165"/>
                  </a:cubicBezTo>
                  <a:cubicBezTo>
                    <a:pt x="246791" y="127919"/>
                    <a:pt x="247528" y="127674"/>
                    <a:pt x="248287" y="127421"/>
                  </a:cubicBezTo>
                  <a:cubicBezTo>
                    <a:pt x="248462" y="126679"/>
                    <a:pt x="248638" y="125938"/>
                    <a:pt x="248819" y="125174"/>
                  </a:cubicBezTo>
                  <a:cubicBezTo>
                    <a:pt x="249134" y="124442"/>
                    <a:pt x="249450" y="123710"/>
                    <a:pt x="249775" y="122956"/>
                  </a:cubicBezTo>
                  <a:cubicBezTo>
                    <a:pt x="251892" y="122487"/>
                    <a:pt x="253293" y="122360"/>
                    <a:pt x="255402" y="122444"/>
                  </a:cubicBezTo>
                  <a:cubicBezTo>
                    <a:pt x="255922" y="122433"/>
                    <a:pt x="256441" y="122422"/>
                    <a:pt x="256976" y="122411"/>
                  </a:cubicBezTo>
                  <a:cubicBezTo>
                    <a:pt x="258475" y="122436"/>
                    <a:pt x="258475" y="122436"/>
                    <a:pt x="260937" y="122956"/>
                  </a:cubicBezTo>
                  <a:cubicBezTo>
                    <a:pt x="261183" y="124184"/>
                    <a:pt x="261428" y="125412"/>
                    <a:pt x="261681" y="126677"/>
                  </a:cubicBezTo>
                  <a:cubicBezTo>
                    <a:pt x="265610" y="126677"/>
                    <a:pt x="269539" y="126677"/>
                    <a:pt x="273587" y="126677"/>
                  </a:cubicBezTo>
                  <a:cubicBezTo>
                    <a:pt x="273587" y="116363"/>
                    <a:pt x="273587" y="106049"/>
                    <a:pt x="273587" y="95423"/>
                  </a:cubicBezTo>
                  <a:cubicBezTo>
                    <a:pt x="272851" y="95668"/>
                    <a:pt x="272114" y="95914"/>
                    <a:pt x="271355" y="96167"/>
                  </a:cubicBezTo>
                  <a:cubicBezTo>
                    <a:pt x="269948" y="96235"/>
                    <a:pt x="268540" y="96258"/>
                    <a:pt x="267131" y="96256"/>
                  </a:cubicBezTo>
                  <a:cubicBezTo>
                    <a:pt x="265812" y="96258"/>
                    <a:pt x="265812" y="96258"/>
                    <a:pt x="264466" y="96260"/>
                  </a:cubicBezTo>
                  <a:cubicBezTo>
                    <a:pt x="263500" y="96257"/>
                    <a:pt x="262534" y="96254"/>
                    <a:pt x="261538" y="96251"/>
                  </a:cubicBezTo>
                  <a:cubicBezTo>
                    <a:pt x="260511" y="96251"/>
                    <a:pt x="259485" y="96251"/>
                    <a:pt x="258458" y="96252"/>
                  </a:cubicBezTo>
                  <a:cubicBezTo>
                    <a:pt x="255669" y="96252"/>
                    <a:pt x="252880" y="96248"/>
                    <a:pt x="250092" y="96242"/>
                  </a:cubicBezTo>
                  <a:cubicBezTo>
                    <a:pt x="247178" y="96238"/>
                    <a:pt x="244264" y="96237"/>
                    <a:pt x="241350" y="96236"/>
                  </a:cubicBezTo>
                  <a:cubicBezTo>
                    <a:pt x="235831" y="96234"/>
                    <a:pt x="230313" y="96228"/>
                    <a:pt x="224794" y="96221"/>
                  </a:cubicBezTo>
                  <a:cubicBezTo>
                    <a:pt x="218512" y="96212"/>
                    <a:pt x="212230" y="96208"/>
                    <a:pt x="205947" y="96204"/>
                  </a:cubicBezTo>
                  <a:cubicBezTo>
                    <a:pt x="193023" y="96197"/>
                    <a:pt x="180099" y="96184"/>
                    <a:pt x="167175" y="96167"/>
                  </a:cubicBezTo>
                  <a:cubicBezTo>
                    <a:pt x="167179" y="97065"/>
                    <a:pt x="167183" y="97963"/>
                    <a:pt x="167187" y="98888"/>
                  </a:cubicBezTo>
                  <a:cubicBezTo>
                    <a:pt x="167200" y="102206"/>
                    <a:pt x="167209" y="105525"/>
                    <a:pt x="167216" y="108843"/>
                  </a:cubicBezTo>
                  <a:cubicBezTo>
                    <a:pt x="167220" y="110282"/>
                    <a:pt x="167225" y="111721"/>
                    <a:pt x="167231" y="113159"/>
                  </a:cubicBezTo>
                  <a:cubicBezTo>
                    <a:pt x="167240" y="115222"/>
                    <a:pt x="167245" y="117285"/>
                    <a:pt x="167248" y="119349"/>
                  </a:cubicBezTo>
                  <a:cubicBezTo>
                    <a:pt x="167252" y="119996"/>
                    <a:pt x="167256" y="120643"/>
                    <a:pt x="167260" y="121310"/>
                  </a:cubicBezTo>
                  <a:cubicBezTo>
                    <a:pt x="167260" y="122851"/>
                    <a:pt x="167221" y="124392"/>
                    <a:pt x="167175" y="125933"/>
                  </a:cubicBezTo>
                  <a:cubicBezTo>
                    <a:pt x="165701" y="127407"/>
                    <a:pt x="162786" y="126794"/>
                    <a:pt x="160769" y="126797"/>
                  </a:cubicBezTo>
                  <a:cubicBezTo>
                    <a:pt x="160176" y="126800"/>
                    <a:pt x="159583" y="126804"/>
                    <a:pt x="158972" y="126808"/>
                  </a:cubicBezTo>
                  <a:cubicBezTo>
                    <a:pt x="157002" y="126819"/>
                    <a:pt x="155033" y="126824"/>
                    <a:pt x="153063" y="126828"/>
                  </a:cubicBezTo>
                  <a:cubicBezTo>
                    <a:pt x="151699" y="126832"/>
                    <a:pt x="150336" y="126836"/>
                    <a:pt x="148972" y="126841"/>
                  </a:cubicBezTo>
                  <a:cubicBezTo>
                    <a:pt x="146110" y="126849"/>
                    <a:pt x="143248" y="126853"/>
                    <a:pt x="140386" y="126855"/>
                  </a:cubicBezTo>
                  <a:cubicBezTo>
                    <a:pt x="136712" y="126860"/>
                    <a:pt x="133038" y="126877"/>
                    <a:pt x="129363" y="126899"/>
                  </a:cubicBezTo>
                  <a:cubicBezTo>
                    <a:pt x="126546" y="126912"/>
                    <a:pt x="123729" y="126916"/>
                    <a:pt x="120912" y="126917"/>
                  </a:cubicBezTo>
                  <a:cubicBezTo>
                    <a:pt x="119557" y="126920"/>
                    <a:pt x="118202" y="126926"/>
                    <a:pt x="116847" y="126935"/>
                  </a:cubicBezTo>
                  <a:cubicBezTo>
                    <a:pt x="114954" y="126948"/>
                    <a:pt x="113063" y="126947"/>
                    <a:pt x="111170" y="126942"/>
                  </a:cubicBezTo>
                  <a:cubicBezTo>
                    <a:pt x="110606" y="126949"/>
                    <a:pt x="110042" y="126956"/>
                    <a:pt x="109461" y="126963"/>
                  </a:cubicBezTo>
                  <a:cubicBezTo>
                    <a:pt x="107902" y="126950"/>
                    <a:pt x="107902" y="126950"/>
                    <a:pt x="105412" y="126677"/>
                  </a:cubicBezTo>
                  <a:cubicBezTo>
                    <a:pt x="103601" y="123961"/>
                    <a:pt x="103708" y="121935"/>
                    <a:pt x="103726" y="118796"/>
                  </a:cubicBezTo>
                  <a:cubicBezTo>
                    <a:pt x="103724" y="118245"/>
                    <a:pt x="103723" y="117694"/>
                    <a:pt x="103721" y="117126"/>
                  </a:cubicBezTo>
                  <a:cubicBezTo>
                    <a:pt x="103720" y="115960"/>
                    <a:pt x="103723" y="114795"/>
                    <a:pt x="103729" y="113630"/>
                  </a:cubicBezTo>
                  <a:cubicBezTo>
                    <a:pt x="103737" y="111850"/>
                    <a:pt x="103729" y="110070"/>
                    <a:pt x="103720" y="108290"/>
                  </a:cubicBezTo>
                  <a:cubicBezTo>
                    <a:pt x="103721" y="107157"/>
                    <a:pt x="103723" y="106023"/>
                    <a:pt x="103726" y="104890"/>
                  </a:cubicBezTo>
                  <a:cubicBezTo>
                    <a:pt x="103723" y="104359"/>
                    <a:pt x="103720" y="103828"/>
                    <a:pt x="103716" y="103281"/>
                  </a:cubicBezTo>
                  <a:cubicBezTo>
                    <a:pt x="103743" y="100470"/>
                    <a:pt x="104060" y="98611"/>
                    <a:pt x="105412" y="96167"/>
                  </a:cubicBezTo>
                  <a:cubicBezTo>
                    <a:pt x="104902" y="96168"/>
                    <a:pt x="104393" y="96168"/>
                    <a:pt x="103868" y="96169"/>
                  </a:cubicBezTo>
                  <a:cubicBezTo>
                    <a:pt x="91491" y="96185"/>
                    <a:pt x="79114" y="96198"/>
                    <a:pt x="66738" y="96205"/>
                  </a:cubicBezTo>
                  <a:cubicBezTo>
                    <a:pt x="60752" y="96209"/>
                    <a:pt x="54767" y="96215"/>
                    <a:pt x="48782" y="96223"/>
                  </a:cubicBezTo>
                  <a:cubicBezTo>
                    <a:pt x="43567" y="96230"/>
                    <a:pt x="38352" y="96235"/>
                    <a:pt x="33137" y="96237"/>
                  </a:cubicBezTo>
                  <a:cubicBezTo>
                    <a:pt x="30374" y="96238"/>
                    <a:pt x="27611" y="96240"/>
                    <a:pt x="24849" y="96246"/>
                  </a:cubicBezTo>
                  <a:cubicBezTo>
                    <a:pt x="21769" y="96252"/>
                    <a:pt x="18690" y="96252"/>
                    <a:pt x="15611" y="96251"/>
                  </a:cubicBezTo>
                  <a:cubicBezTo>
                    <a:pt x="14688" y="96254"/>
                    <a:pt x="13765" y="96257"/>
                    <a:pt x="12814" y="96260"/>
                  </a:cubicBezTo>
                  <a:cubicBezTo>
                    <a:pt x="11980" y="96258"/>
                    <a:pt x="11147" y="96257"/>
                    <a:pt x="10288" y="96256"/>
                  </a:cubicBezTo>
                  <a:cubicBezTo>
                    <a:pt x="9558" y="96257"/>
                    <a:pt x="8829" y="96258"/>
                    <a:pt x="8078" y="96258"/>
                  </a:cubicBezTo>
                  <a:cubicBezTo>
                    <a:pt x="6441" y="96167"/>
                    <a:pt x="6441" y="96167"/>
                    <a:pt x="5697" y="95423"/>
                  </a:cubicBezTo>
                  <a:cubicBezTo>
                    <a:pt x="5606" y="93461"/>
                    <a:pt x="5564" y="91518"/>
                    <a:pt x="5553" y="89556"/>
                  </a:cubicBezTo>
                  <a:cubicBezTo>
                    <a:pt x="5544" y="88634"/>
                    <a:pt x="5544" y="88634"/>
                    <a:pt x="5535" y="87693"/>
                  </a:cubicBezTo>
                  <a:cubicBezTo>
                    <a:pt x="5516" y="85651"/>
                    <a:pt x="5504" y="83608"/>
                    <a:pt x="5493" y="81566"/>
                  </a:cubicBezTo>
                  <a:cubicBezTo>
                    <a:pt x="5489" y="80871"/>
                    <a:pt x="5485" y="80175"/>
                    <a:pt x="5481" y="79459"/>
                  </a:cubicBezTo>
                  <a:cubicBezTo>
                    <a:pt x="5461" y="75781"/>
                    <a:pt x="5447" y="72103"/>
                    <a:pt x="5436" y="68424"/>
                  </a:cubicBezTo>
                  <a:cubicBezTo>
                    <a:pt x="5424" y="64614"/>
                    <a:pt x="5390" y="60805"/>
                    <a:pt x="5353" y="56996"/>
                  </a:cubicBezTo>
                  <a:cubicBezTo>
                    <a:pt x="5328" y="54075"/>
                    <a:pt x="5319" y="51155"/>
                    <a:pt x="5315" y="48234"/>
                  </a:cubicBezTo>
                  <a:cubicBezTo>
                    <a:pt x="5310" y="46829"/>
                    <a:pt x="5298" y="45424"/>
                    <a:pt x="5281" y="44019"/>
                  </a:cubicBezTo>
                  <a:cubicBezTo>
                    <a:pt x="5257" y="42057"/>
                    <a:pt x="5257" y="40097"/>
                    <a:pt x="5263" y="38134"/>
                  </a:cubicBezTo>
                  <a:cubicBezTo>
                    <a:pt x="5250" y="37549"/>
                    <a:pt x="5238" y="36964"/>
                    <a:pt x="5226" y="36362"/>
                  </a:cubicBezTo>
                  <a:cubicBezTo>
                    <a:pt x="5244" y="34746"/>
                    <a:pt x="5244" y="34746"/>
                    <a:pt x="5697" y="32171"/>
                  </a:cubicBezTo>
                  <a:cubicBezTo>
                    <a:pt x="8293" y="30753"/>
                    <a:pt x="10529" y="30498"/>
                    <a:pt x="13453" y="30504"/>
                  </a:cubicBezTo>
                  <a:cubicBezTo>
                    <a:pt x="14253" y="30502"/>
                    <a:pt x="15053" y="30499"/>
                    <a:pt x="15878" y="30497"/>
                  </a:cubicBezTo>
                  <a:cubicBezTo>
                    <a:pt x="17183" y="30505"/>
                    <a:pt x="17183" y="30505"/>
                    <a:pt x="18515" y="30514"/>
                  </a:cubicBezTo>
                  <a:cubicBezTo>
                    <a:pt x="19437" y="30513"/>
                    <a:pt x="20360" y="30513"/>
                    <a:pt x="21310" y="30513"/>
                  </a:cubicBezTo>
                  <a:cubicBezTo>
                    <a:pt x="23833" y="30514"/>
                    <a:pt x="26355" y="30521"/>
                    <a:pt x="28878" y="30532"/>
                  </a:cubicBezTo>
                  <a:cubicBezTo>
                    <a:pt x="31517" y="30541"/>
                    <a:pt x="34156" y="30542"/>
                    <a:pt x="36795" y="30544"/>
                  </a:cubicBezTo>
                  <a:cubicBezTo>
                    <a:pt x="41789" y="30548"/>
                    <a:pt x="46783" y="30560"/>
                    <a:pt x="51777" y="30575"/>
                  </a:cubicBezTo>
                  <a:cubicBezTo>
                    <a:pt x="57463" y="30592"/>
                    <a:pt x="63150" y="30600"/>
                    <a:pt x="68837" y="30608"/>
                  </a:cubicBezTo>
                  <a:cubicBezTo>
                    <a:pt x="80532" y="30623"/>
                    <a:pt x="92228" y="30649"/>
                    <a:pt x="103923" y="30683"/>
                  </a:cubicBezTo>
                  <a:cubicBezTo>
                    <a:pt x="103919" y="29811"/>
                    <a:pt x="103915" y="28940"/>
                    <a:pt x="103911" y="28042"/>
                  </a:cubicBezTo>
                  <a:cubicBezTo>
                    <a:pt x="103898" y="24816"/>
                    <a:pt x="103889" y="21591"/>
                    <a:pt x="103882" y="18365"/>
                  </a:cubicBezTo>
                  <a:cubicBezTo>
                    <a:pt x="103879" y="16968"/>
                    <a:pt x="103874" y="15570"/>
                    <a:pt x="103867" y="14173"/>
                  </a:cubicBezTo>
                  <a:cubicBezTo>
                    <a:pt x="103858" y="12167"/>
                    <a:pt x="103854" y="10161"/>
                    <a:pt x="103851" y="8155"/>
                  </a:cubicBezTo>
                  <a:cubicBezTo>
                    <a:pt x="103847" y="7528"/>
                    <a:pt x="103843" y="6901"/>
                    <a:pt x="103839" y="6254"/>
                  </a:cubicBezTo>
                  <a:cubicBezTo>
                    <a:pt x="103839" y="1831"/>
                    <a:pt x="103839" y="1831"/>
                    <a:pt x="104667" y="173"/>
                  </a:cubicBezTo>
                  <a:cubicBezTo>
                    <a:pt x="106634" y="30"/>
                    <a:pt x="108523" y="-14"/>
                    <a:pt x="110490" y="4"/>
                  </a:cubicBezTo>
                  <a:cubicBezTo>
                    <a:pt x="111405" y="4"/>
                    <a:pt x="111405" y="4"/>
                    <a:pt x="112338" y="3"/>
                  </a:cubicBezTo>
                  <a:close/>
                </a:path>
              </a:pathLst>
            </a:custGeom>
            <a:grpFill/>
            <a:ln w="744" cap="flat">
              <a:noFill/>
              <a:prstDash val="solid"/>
              <a:miter/>
            </a:ln>
          </p:spPr>
          <p:txBody>
            <a:bodyPr rtlCol="0" anchor="ctr"/>
            <a:lstStyle/>
            <a:p>
              <a:endParaRPr lang="zh-CN" altLang="en-US"/>
            </a:p>
          </p:txBody>
        </p:sp>
        <p:sp>
          <p:nvSpPr>
            <p:cNvPr id="144" name="任意多边形: 形状 143"/>
            <p:cNvSpPr/>
            <p:nvPr/>
          </p:nvSpPr>
          <p:spPr>
            <a:xfrm>
              <a:off x="6136707" y="602991"/>
              <a:ext cx="457150" cy="557327"/>
            </a:xfrm>
            <a:custGeom>
              <a:avLst/>
              <a:gdLst>
                <a:gd name="connsiteX0" fmla="*/ 283171 w 457155"/>
                <a:gd name="connsiteY0" fmla="*/ 877 h 557310"/>
                <a:gd name="connsiteX1" fmla="*/ 288720 w 457155"/>
                <a:gd name="connsiteY1" fmla="*/ 455 h 557310"/>
                <a:gd name="connsiteX2" fmla="*/ 290509 w 457155"/>
                <a:gd name="connsiteY2" fmla="*/ 454 h 557310"/>
                <a:gd name="connsiteX3" fmla="*/ 296266 w 457155"/>
                <a:gd name="connsiteY3" fmla="*/ 514 h 557310"/>
                <a:gd name="connsiteX4" fmla="*/ 299810 w 457155"/>
                <a:gd name="connsiteY4" fmla="*/ 525 h 557310"/>
                <a:gd name="connsiteX5" fmla="*/ 312983 w 457155"/>
                <a:gd name="connsiteY5" fmla="*/ 645 h 557310"/>
                <a:gd name="connsiteX6" fmla="*/ 342702 w 457155"/>
                <a:gd name="connsiteY6" fmla="*/ 877 h 557310"/>
                <a:gd name="connsiteX7" fmla="*/ 342702 w 457155"/>
                <a:gd name="connsiteY7" fmla="*/ 96871 h 557310"/>
                <a:gd name="connsiteX8" fmla="*/ 400745 w 457155"/>
                <a:gd name="connsiteY8" fmla="*/ 96871 h 557310"/>
                <a:gd name="connsiteX9" fmla="*/ 398513 w 457155"/>
                <a:gd name="connsiteY9" fmla="*/ 93895 h 557310"/>
                <a:gd name="connsiteX10" fmla="*/ 396281 w 457155"/>
                <a:gd name="connsiteY10" fmla="*/ 90918 h 557310"/>
                <a:gd name="connsiteX11" fmla="*/ 395118 w 457155"/>
                <a:gd name="connsiteY11" fmla="*/ 89756 h 557310"/>
                <a:gd name="connsiteX12" fmla="*/ 394048 w 457155"/>
                <a:gd name="connsiteY12" fmla="*/ 87198 h 557310"/>
                <a:gd name="connsiteX13" fmla="*/ 391816 w 457155"/>
                <a:gd name="connsiteY13" fmla="*/ 86454 h 557310"/>
                <a:gd name="connsiteX14" fmla="*/ 391072 w 457155"/>
                <a:gd name="connsiteY14" fmla="*/ 84221 h 557310"/>
                <a:gd name="connsiteX15" fmla="*/ 387351 w 457155"/>
                <a:gd name="connsiteY15" fmla="*/ 81245 h 557310"/>
                <a:gd name="connsiteX16" fmla="*/ 383630 w 457155"/>
                <a:gd name="connsiteY16" fmla="*/ 76036 h 557310"/>
                <a:gd name="connsiteX17" fmla="*/ 382142 w 457155"/>
                <a:gd name="connsiteY17" fmla="*/ 75291 h 557310"/>
                <a:gd name="connsiteX18" fmla="*/ 381398 w 457155"/>
                <a:gd name="connsiteY18" fmla="*/ 73059 h 557310"/>
                <a:gd name="connsiteX19" fmla="*/ 379165 w 457155"/>
                <a:gd name="connsiteY19" fmla="*/ 72315 h 557310"/>
                <a:gd name="connsiteX20" fmla="*/ 377677 w 457155"/>
                <a:gd name="connsiteY20" fmla="*/ 69338 h 557310"/>
                <a:gd name="connsiteX21" fmla="*/ 376468 w 457155"/>
                <a:gd name="connsiteY21" fmla="*/ 68129 h 557310"/>
                <a:gd name="connsiteX22" fmla="*/ 375445 w 457155"/>
                <a:gd name="connsiteY22" fmla="*/ 65618 h 557310"/>
                <a:gd name="connsiteX23" fmla="*/ 373212 w 457155"/>
                <a:gd name="connsiteY23" fmla="*/ 65618 h 557310"/>
                <a:gd name="connsiteX24" fmla="*/ 373212 w 457155"/>
                <a:gd name="connsiteY24" fmla="*/ 62641 h 557310"/>
                <a:gd name="connsiteX25" fmla="*/ 369492 w 457155"/>
                <a:gd name="connsiteY25" fmla="*/ 61897 h 557310"/>
                <a:gd name="connsiteX26" fmla="*/ 369492 w 457155"/>
                <a:gd name="connsiteY26" fmla="*/ 59664 h 557310"/>
                <a:gd name="connsiteX27" fmla="*/ 367678 w 457155"/>
                <a:gd name="connsiteY27" fmla="*/ 58967 h 557310"/>
                <a:gd name="connsiteX28" fmla="*/ 365771 w 457155"/>
                <a:gd name="connsiteY28" fmla="*/ 58176 h 557310"/>
                <a:gd name="connsiteX29" fmla="*/ 365027 w 457155"/>
                <a:gd name="connsiteY29" fmla="*/ 55200 h 557310"/>
                <a:gd name="connsiteX30" fmla="*/ 362794 w 457155"/>
                <a:gd name="connsiteY30" fmla="*/ 54455 h 557310"/>
                <a:gd name="connsiteX31" fmla="*/ 359074 w 457155"/>
                <a:gd name="connsiteY31" fmla="*/ 48502 h 557310"/>
                <a:gd name="connsiteX32" fmla="*/ 355353 w 457155"/>
                <a:gd name="connsiteY32" fmla="*/ 47758 h 557310"/>
                <a:gd name="connsiteX33" fmla="*/ 353865 w 457155"/>
                <a:gd name="connsiteY33" fmla="*/ 47014 h 557310"/>
                <a:gd name="connsiteX34" fmla="*/ 353632 w 457155"/>
                <a:gd name="connsiteY34" fmla="*/ 42921 h 557310"/>
                <a:gd name="connsiteX35" fmla="*/ 353594 w 457155"/>
                <a:gd name="connsiteY35" fmla="*/ 40666 h 557310"/>
                <a:gd name="connsiteX36" fmla="*/ 353865 w 457155"/>
                <a:gd name="connsiteY36" fmla="*/ 38829 h 557310"/>
                <a:gd name="connsiteX37" fmla="*/ 356097 w 457155"/>
                <a:gd name="connsiteY37" fmla="*/ 38084 h 557310"/>
                <a:gd name="connsiteX38" fmla="*/ 356469 w 457155"/>
                <a:gd name="connsiteY38" fmla="*/ 36550 h 557310"/>
                <a:gd name="connsiteX39" fmla="*/ 356841 w 457155"/>
                <a:gd name="connsiteY39" fmla="*/ 35108 h 557310"/>
                <a:gd name="connsiteX40" fmla="*/ 359074 w 457155"/>
                <a:gd name="connsiteY40" fmla="*/ 35108 h 557310"/>
                <a:gd name="connsiteX41" fmla="*/ 359446 w 457155"/>
                <a:gd name="connsiteY41" fmla="*/ 33620 h 557310"/>
                <a:gd name="connsiteX42" fmla="*/ 359818 w 457155"/>
                <a:gd name="connsiteY42" fmla="*/ 32131 h 557310"/>
                <a:gd name="connsiteX43" fmla="*/ 362050 w 457155"/>
                <a:gd name="connsiteY43" fmla="*/ 32131 h 557310"/>
                <a:gd name="connsiteX44" fmla="*/ 362794 w 457155"/>
                <a:gd name="connsiteY44" fmla="*/ 29155 h 557310"/>
                <a:gd name="connsiteX45" fmla="*/ 364283 w 457155"/>
                <a:gd name="connsiteY45" fmla="*/ 28411 h 557310"/>
                <a:gd name="connsiteX46" fmla="*/ 365027 w 457155"/>
                <a:gd name="connsiteY46" fmla="*/ 26922 h 557310"/>
                <a:gd name="connsiteX47" fmla="*/ 367259 w 457155"/>
                <a:gd name="connsiteY47" fmla="*/ 24690 h 557310"/>
                <a:gd name="connsiteX48" fmla="*/ 367864 w 457155"/>
                <a:gd name="connsiteY48" fmla="*/ 23388 h 557310"/>
                <a:gd name="connsiteX49" fmla="*/ 372468 w 457155"/>
                <a:gd name="connsiteY49" fmla="*/ 17993 h 557310"/>
                <a:gd name="connsiteX50" fmla="*/ 376189 w 457155"/>
                <a:gd name="connsiteY50" fmla="*/ 12039 h 557310"/>
                <a:gd name="connsiteX51" fmla="*/ 377910 w 457155"/>
                <a:gd name="connsiteY51" fmla="*/ 11109 h 557310"/>
                <a:gd name="connsiteX52" fmla="*/ 381119 w 457155"/>
                <a:gd name="connsiteY52" fmla="*/ 7063 h 557310"/>
                <a:gd name="connsiteX53" fmla="*/ 382886 w 457155"/>
                <a:gd name="connsiteY53" fmla="*/ 4598 h 557310"/>
                <a:gd name="connsiteX54" fmla="*/ 391072 w 457155"/>
                <a:gd name="connsiteY54" fmla="*/ 4598 h 557310"/>
                <a:gd name="connsiteX55" fmla="*/ 391072 w 457155"/>
                <a:gd name="connsiteY55" fmla="*/ 7575 h 557310"/>
                <a:gd name="connsiteX56" fmla="*/ 394792 w 457155"/>
                <a:gd name="connsiteY56" fmla="*/ 9063 h 557310"/>
                <a:gd name="connsiteX57" fmla="*/ 395536 w 457155"/>
                <a:gd name="connsiteY57" fmla="*/ 10551 h 557310"/>
                <a:gd name="connsiteX58" fmla="*/ 396978 w 457155"/>
                <a:gd name="connsiteY58" fmla="*/ 10830 h 557310"/>
                <a:gd name="connsiteX59" fmla="*/ 398513 w 457155"/>
                <a:gd name="connsiteY59" fmla="*/ 11295 h 557310"/>
                <a:gd name="connsiteX60" fmla="*/ 400001 w 457155"/>
                <a:gd name="connsiteY60" fmla="*/ 14272 h 557310"/>
                <a:gd name="connsiteX61" fmla="*/ 402234 w 457155"/>
                <a:gd name="connsiteY61" fmla="*/ 15016 h 557310"/>
                <a:gd name="connsiteX62" fmla="*/ 402978 w 457155"/>
                <a:gd name="connsiteY62" fmla="*/ 16551 h 557310"/>
                <a:gd name="connsiteX63" fmla="*/ 403722 w 457155"/>
                <a:gd name="connsiteY63" fmla="*/ 17993 h 557310"/>
                <a:gd name="connsiteX64" fmla="*/ 405954 w 457155"/>
                <a:gd name="connsiteY64" fmla="*/ 17993 h 557310"/>
                <a:gd name="connsiteX65" fmla="*/ 405954 w 457155"/>
                <a:gd name="connsiteY65" fmla="*/ 20969 h 557310"/>
                <a:gd name="connsiteX66" fmla="*/ 409675 w 457155"/>
                <a:gd name="connsiteY66" fmla="*/ 21713 h 557310"/>
                <a:gd name="connsiteX67" fmla="*/ 411163 w 457155"/>
                <a:gd name="connsiteY67" fmla="*/ 24690 h 557310"/>
                <a:gd name="connsiteX68" fmla="*/ 413396 w 457155"/>
                <a:gd name="connsiteY68" fmla="*/ 26178 h 557310"/>
                <a:gd name="connsiteX69" fmla="*/ 413396 w 457155"/>
                <a:gd name="connsiteY69" fmla="*/ 28411 h 557310"/>
                <a:gd name="connsiteX70" fmla="*/ 416372 w 457155"/>
                <a:gd name="connsiteY70" fmla="*/ 28411 h 557310"/>
                <a:gd name="connsiteX71" fmla="*/ 416372 w 457155"/>
                <a:gd name="connsiteY71" fmla="*/ 31387 h 557310"/>
                <a:gd name="connsiteX72" fmla="*/ 417954 w 457155"/>
                <a:gd name="connsiteY72" fmla="*/ 31573 h 557310"/>
                <a:gd name="connsiteX73" fmla="*/ 423497 w 457155"/>
                <a:gd name="connsiteY73" fmla="*/ 36593 h 557310"/>
                <a:gd name="connsiteX74" fmla="*/ 426325 w 457155"/>
                <a:gd name="connsiteY74" fmla="*/ 39852 h 557310"/>
                <a:gd name="connsiteX75" fmla="*/ 427534 w 457155"/>
                <a:gd name="connsiteY75" fmla="*/ 42549 h 557310"/>
                <a:gd name="connsiteX76" fmla="*/ 429767 w 457155"/>
                <a:gd name="connsiteY76" fmla="*/ 42549 h 557310"/>
                <a:gd name="connsiteX77" fmla="*/ 431255 w 457155"/>
                <a:gd name="connsiteY77" fmla="*/ 45526 h 557310"/>
                <a:gd name="connsiteX78" fmla="*/ 432743 w 457155"/>
                <a:gd name="connsiteY78" fmla="*/ 46270 h 557310"/>
                <a:gd name="connsiteX79" fmla="*/ 433488 w 457155"/>
                <a:gd name="connsiteY79" fmla="*/ 48502 h 557310"/>
                <a:gd name="connsiteX80" fmla="*/ 435720 w 457155"/>
                <a:gd name="connsiteY80" fmla="*/ 50735 h 557310"/>
                <a:gd name="connsiteX81" fmla="*/ 438697 w 457155"/>
                <a:gd name="connsiteY81" fmla="*/ 55200 h 557310"/>
                <a:gd name="connsiteX82" fmla="*/ 440929 w 457155"/>
                <a:gd name="connsiteY82" fmla="*/ 56688 h 557310"/>
                <a:gd name="connsiteX83" fmla="*/ 441673 w 457155"/>
                <a:gd name="connsiteY83" fmla="*/ 58920 h 557310"/>
                <a:gd name="connsiteX84" fmla="*/ 443906 w 457155"/>
                <a:gd name="connsiteY84" fmla="*/ 59664 h 557310"/>
                <a:gd name="connsiteX85" fmla="*/ 444650 w 457155"/>
                <a:gd name="connsiteY85" fmla="*/ 63385 h 557310"/>
                <a:gd name="connsiteX86" fmla="*/ 446882 w 457155"/>
                <a:gd name="connsiteY86" fmla="*/ 64129 h 557310"/>
                <a:gd name="connsiteX87" fmla="*/ 446882 w 457155"/>
                <a:gd name="connsiteY87" fmla="*/ 67850 h 557310"/>
                <a:gd name="connsiteX88" fmla="*/ 444650 w 457155"/>
                <a:gd name="connsiteY88" fmla="*/ 68594 h 557310"/>
                <a:gd name="connsiteX89" fmla="*/ 442417 w 457155"/>
                <a:gd name="connsiteY89" fmla="*/ 72315 h 557310"/>
                <a:gd name="connsiteX90" fmla="*/ 440929 w 457155"/>
                <a:gd name="connsiteY90" fmla="*/ 72315 h 557310"/>
                <a:gd name="connsiteX91" fmla="*/ 440185 w 457155"/>
                <a:gd name="connsiteY91" fmla="*/ 75291 h 557310"/>
                <a:gd name="connsiteX92" fmla="*/ 438697 w 457155"/>
                <a:gd name="connsiteY92" fmla="*/ 76036 h 557310"/>
                <a:gd name="connsiteX93" fmla="*/ 437952 w 457155"/>
                <a:gd name="connsiteY93" fmla="*/ 77570 h 557310"/>
                <a:gd name="connsiteX94" fmla="*/ 437208 w 457155"/>
                <a:gd name="connsiteY94" fmla="*/ 79012 h 557310"/>
                <a:gd name="connsiteX95" fmla="*/ 435720 w 457155"/>
                <a:gd name="connsiteY95" fmla="*/ 79012 h 557310"/>
                <a:gd name="connsiteX96" fmla="*/ 435394 w 457155"/>
                <a:gd name="connsiteY96" fmla="*/ 80361 h 557310"/>
                <a:gd name="connsiteX97" fmla="*/ 432743 w 457155"/>
                <a:gd name="connsiteY97" fmla="*/ 84221 h 557310"/>
                <a:gd name="connsiteX98" fmla="*/ 431581 w 457155"/>
                <a:gd name="connsiteY98" fmla="*/ 85430 h 557310"/>
                <a:gd name="connsiteX99" fmla="*/ 429023 w 457155"/>
                <a:gd name="connsiteY99" fmla="*/ 87198 h 557310"/>
                <a:gd name="connsiteX100" fmla="*/ 428279 w 457155"/>
                <a:gd name="connsiteY100" fmla="*/ 88686 h 557310"/>
                <a:gd name="connsiteX101" fmla="*/ 426046 w 457155"/>
                <a:gd name="connsiteY101" fmla="*/ 90918 h 557310"/>
                <a:gd name="connsiteX102" fmla="*/ 425302 w 457155"/>
                <a:gd name="connsiteY102" fmla="*/ 93151 h 557310"/>
                <a:gd name="connsiteX103" fmla="*/ 422325 w 457155"/>
                <a:gd name="connsiteY103" fmla="*/ 94639 h 557310"/>
                <a:gd name="connsiteX104" fmla="*/ 421581 w 457155"/>
                <a:gd name="connsiteY104" fmla="*/ 96871 h 557310"/>
                <a:gd name="connsiteX105" fmla="*/ 460277 w 457155"/>
                <a:gd name="connsiteY105" fmla="*/ 96871 h 557310"/>
                <a:gd name="connsiteX106" fmla="*/ 460313 w 457155"/>
                <a:gd name="connsiteY106" fmla="*/ 121964 h 557310"/>
                <a:gd name="connsiteX107" fmla="*/ 460333 w 457155"/>
                <a:gd name="connsiteY107" fmla="*/ 137305 h 557310"/>
                <a:gd name="connsiteX108" fmla="*/ 460347 w 457155"/>
                <a:gd name="connsiteY108" fmla="*/ 149667 h 557310"/>
                <a:gd name="connsiteX109" fmla="*/ 460355 w 457155"/>
                <a:gd name="connsiteY109" fmla="*/ 154394 h 557310"/>
                <a:gd name="connsiteX110" fmla="*/ 460361 w 457155"/>
                <a:gd name="connsiteY110" fmla="*/ 160991 h 557310"/>
                <a:gd name="connsiteX111" fmla="*/ 460369 w 457155"/>
                <a:gd name="connsiteY111" fmla="*/ 162986 h 557310"/>
                <a:gd name="connsiteX112" fmla="*/ 459533 w 457155"/>
                <a:gd name="connsiteY112" fmla="*/ 168309 h 557310"/>
                <a:gd name="connsiteX113" fmla="*/ 455102 w 457155"/>
                <a:gd name="connsiteY113" fmla="*/ 168403 h 557310"/>
                <a:gd name="connsiteX114" fmla="*/ 452184 w 457155"/>
                <a:gd name="connsiteY114" fmla="*/ 168410 h 557310"/>
                <a:gd name="connsiteX115" fmla="*/ 448952 w 457155"/>
                <a:gd name="connsiteY115" fmla="*/ 168405 h 557310"/>
                <a:gd name="connsiteX116" fmla="*/ 445572 w 457155"/>
                <a:gd name="connsiteY116" fmla="*/ 168409 h 557310"/>
                <a:gd name="connsiteX117" fmla="*/ 436365 w 457155"/>
                <a:gd name="connsiteY117" fmla="*/ 168409 h 557310"/>
                <a:gd name="connsiteX118" fmla="*/ 426750 w 457155"/>
                <a:gd name="connsiteY118" fmla="*/ 168410 h 557310"/>
                <a:gd name="connsiteX119" fmla="*/ 410597 w 457155"/>
                <a:gd name="connsiteY119" fmla="*/ 168406 h 557310"/>
                <a:gd name="connsiteX120" fmla="*/ 391901 w 457155"/>
                <a:gd name="connsiteY120" fmla="*/ 168407 h 557310"/>
                <a:gd name="connsiteX121" fmla="*/ 375875 w 457155"/>
                <a:gd name="connsiteY121" fmla="*/ 168409 h 557310"/>
                <a:gd name="connsiteX122" fmla="*/ 366293 w 457155"/>
                <a:gd name="connsiteY122" fmla="*/ 168410 h 557310"/>
                <a:gd name="connsiteX123" fmla="*/ 357283 w 457155"/>
                <a:gd name="connsiteY123" fmla="*/ 168407 h 557310"/>
                <a:gd name="connsiteX124" fmla="*/ 353969 w 457155"/>
                <a:gd name="connsiteY124" fmla="*/ 168408 h 557310"/>
                <a:gd name="connsiteX125" fmla="*/ 349459 w 457155"/>
                <a:gd name="connsiteY125" fmla="*/ 168403 h 557310"/>
                <a:gd name="connsiteX126" fmla="*/ 346906 w 457155"/>
                <a:gd name="connsiteY126" fmla="*/ 168403 h 557310"/>
                <a:gd name="connsiteX127" fmla="*/ 343447 w 457155"/>
                <a:gd name="connsiteY127" fmla="*/ 167565 h 557310"/>
                <a:gd name="connsiteX128" fmla="*/ 343324 w 457155"/>
                <a:gd name="connsiteY128" fmla="*/ 177062 h 557310"/>
                <a:gd name="connsiteX129" fmla="*/ 343278 w 457155"/>
                <a:gd name="connsiteY129" fmla="*/ 180295 h 557310"/>
                <a:gd name="connsiteX130" fmla="*/ 343229 w 457155"/>
                <a:gd name="connsiteY130" fmla="*/ 184933 h 557310"/>
                <a:gd name="connsiteX131" fmla="*/ 343193 w 457155"/>
                <a:gd name="connsiteY131" fmla="*/ 187755 h 557310"/>
                <a:gd name="connsiteX132" fmla="*/ 343447 w 457155"/>
                <a:gd name="connsiteY132" fmla="*/ 189889 h 557310"/>
                <a:gd name="connsiteX133" fmla="*/ 345679 w 457155"/>
                <a:gd name="connsiteY133" fmla="*/ 190633 h 557310"/>
                <a:gd name="connsiteX134" fmla="*/ 345981 w 457155"/>
                <a:gd name="connsiteY134" fmla="*/ 194235 h 557310"/>
                <a:gd name="connsiteX135" fmla="*/ 346031 w 457155"/>
                <a:gd name="connsiteY135" fmla="*/ 196445 h 557310"/>
                <a:gd name="connsiteX136" fmla="*/ 346051 w 457155"/>
                <a:gd name="connsiteY136" fmla="*/ 198772 h 557310"/>
                <a:gd name="connsiteX137" fmla="*/ 346121 w 457155"/>
                <a:gd name="connsiteY137" fmla="*/ 203304 h 557310"/>
                <a:gd name="connsiteX138" fmla="*/ 346137 w 457155"/>
                <a:gd name="connsiteY138" fmla="*/ 205344 h 557310"/>
                <a:gd name="connsiteX139" fmla="*/ 346423 w 457155"/>
                <a:gd name="connsiteY139" fmla="*/ 207004 h 557310"/>
                <a:gd name="connsiteX140" fmla="*/ 348656 w 457155"/>
                <a:gd name="connsiteY140" fmla="*/ 208493 h 557310"/>
                <a:gd name="connsiteX141" fmla="*/ 348795 w 457155"/>
                <a:gd name="connsiteY141" fmla="*/ 211652 h 557310"/>
                <a:gd name="connsiteX142" fmla="*/ 348743 w 457155"/>
                <a:gd name="connsiteY142" fmla="*/ 213540 h 557310"/>
                <a:gd name="connsiteX143" fmla="*/ 348568 w 457155"/>
                <a:gd name="connsiteY143" fmla="*/ 217482 h 557310"/>
                <a:gd name="connsiteX144" fmla="*/ 348516 w 457155"/>
                <a:gd name="connsiteY144" fmla="*/ 219373 h 557310"/>
                <a:gd name="connsiteX145" fmla="*/ 348438 w 457155"/>
                <a:gd name="connsiteY145" fmla="*/ 221104 h 557310"/>
                <a:gd name="connsiteX146" fmla="*/ 350888 w 457155"/>
                <a:gd name="connsiteY146" fmla="*/ 224864 h 557310"/>
                <a:gd name="connsiteX147" fmla="*/ 351280 w 457155"/>
                <a:gd name="connsiteY147" fmla="*/ 233061 h 557310"/>
                <a:gd name="connsiteX148" fmla="*/ 351632 w 457155"/>
                <a:gd name="connsiteY148" fmla="*/ 237514 h 557310"/>
                <a:gd name="connsiteX149" fmla="*/ 353865 w 457155"/>
                <a:gd name="connsiteY149" fmla="*/ 238258 h 557310"/>
                <a:gd name="connsiteX150" fmla="*/ 354257 w 457155"/>
                <a:gd name="connsiteY150" fmla="*/ 246383 h 557310"/>
                <a:gd name="connsiteX151" fmla="*/ 354609 w 457155"/>
                <a:gd name="connsiteY151" fmla="*/ 250909 h 557310"/>
                <a:gd name="connsiteX152" fmla="*/ 356841 w 457155"/>
                <a:gd name="connsiteY152" fmla="*/ 251653 h 557310"/>
                <a:gd name="connsiteX153" fmla="*/ 356981 w 457155"/>
                <a:gd name="connsiteY153" fmla="*/ 257652 h 557310"/>
                <a:gd name="connsiteX154" fmla="*/ 356950 w 457155"/>
                <a:gd name="connsiteY154" fmla="*/ 259363 h 557310"/>
                <a:gd name="connsiteX155" fmla="*/ 356841 w 457155"/>
                <a:gd name="connsiteY155" fmla="*/ 263559 h 557310"/>
                <a:gd name="connsiteX156" fmla="*/ 359074 w 457155"/>
                <a:gd name="connsiteY156" fmla="*/ 263559 h 557310"/>
                <a:gd name="connsiteX157" fmla="*/ 359818 w 457155"/>
                <a:gd name="connsiteY157" fmla="*/ 265791 h 557310"/>
                <a:gd name="connsiteX158" fmla="*/ 361632 w 457155"/>
                <a:gd name="connsiteY158" fmla="*/ 262815 h 557310"/>
                <a:gd name="connsiteX159" fmla="*/ 364283 w 457155"/>
                <a:gd name="connsiteY159" fmla="*/ 259838 h 557310"/>
                <a:gd name="connsiteX160" fmla="*/ 365771 w 457155"/>
                <a:gd name="connsiteY160" fmla="*/ 256118 h 557310"/>
                <a:gd name="connsiteX161" fmla="*/ 369492 w 457155"/>
                <a:gd name="connsiteY161" fmla="*/ 250909 h 557310"/>
                <a:gd name="connsiteX162" fmla="*/ 369817 w 457155"/>
                <a:gd name="connsiteY162" fmla="*/ 249048 h 557310"/>
                <a:gd name="connsiteX163" fmla="*/ 370236 w 457155"/>
                <a:gd name="connsiteY163" fmla="*/ 247188 h 557310"/>
                <a:gd name="connsiteX164" fmla="*/ 372468 w 457155"/>
                <a:gd name="connsiteY164" fmla="*/ 246444 h 557310"/>
                <a:gd name="connsiteX165" fmla="*/ 373212 w 457155"/>
                <a:gd name="connsiteY165" fmla="*/ 241979 h 557310"/>
                <a:gd name="connsiteX166" fmla="*/ 375445 w 457155"/>
                <a:gd name="connsiteY166" fmla="*/ 239746 h 557310"/>
                <a:gd name="connsiteX167" fmla="*/ 375817 w 457155"/>
                <a:gd name="connsiteY167" fmla="*/ 238119 h 557310"/>
                <a:gd name="connsiteX168" fmla="*/ 376189 w 457155"/>
                <a:gd name="connsiteY168" fmla="*/ 236770 h 557310"/>
                <a:gd name="connsiteX169" fmla="*/ 378421 w 457155"/>
                <a:gd name="connsiteY169" fmla="*/ 236770 h 557310"/>
                <a:gd name="connsiteX170" fmla="*/ 378421 w 457155"/>
                <a:gd name="connsiteY170" fmla="*/ 232305 h 557310"/>
                <a:gd name="connsiteX171" fmla="*/ 380654 w 457155"/>
                <a:gd name="connsiteY171" fmla="*/ 232305 h 557310"/>
                <a:gd name="connsiteX172" fmla="*/ 380886 w 457155"/>
                <a:gd name="connsiteY172" fmla="*/ 230166 h 557310"/>
                <a:gd name="connsiteX173" fmla="*/ 383630 w 457155"/>
                <a:gd name="connsiteY173" fmla="*/ 226352 h 557310"/>
                <a:gd name="connsiteX174" fmla="*/ 383630 w 457155"/>
                <a:gd name="connsiteY174" fmla="*/ 224492 h 557310"/>
                <a:gd name="connsiteX175" fmla="*/ 383630 w 457155"/>
                <a:gd name="connsiteY175" fmla="*/ 222631 h 557310"/>
                <a:gd name="connsiteX176" fmla="*/ 385863 w 457155"/>
                <a:gd name="connsiteY176" fmla="*/ 221143 h 557310"/>
                <a:gd name="connsiteX177" fmla="*/ 386607 w 457155"/>
                <a:gd name="connsiteY177" fmla="*/ 219236 h 557310"/>
                <a:gd name="connsiteX178" fmla="*/ 387351 w 457155"/>
                <a:gd name="connsiteY178" fmla="*/ 217422 h 557310"/>
                <a:gd name="connsiteX179" fmla="*/ 389583 w 457155"/>
                <a:gd name="connsiteY179" fmla="*/ 216678 h 557310"/>
                <a:gd name="connsiteX180" fmla="*/ 389583 w 457155"/>
                <a:gd name="connsiteY180" fmla="*/ 211469 h 557310"/>
                <a:gd name="connsiteX181" fmla="*/ 391072 w 457155"/>
                <a:gd name="connsiteY181" fmla="*/ 211469 h 557310"/>
                <a:gd name="connsiteX182" fmla="*/ 392560 w 457155"/>
                <a:gd name="connsiteY182" fmla="*/ 207004 h 557310"/>
                <a:gd name="connsiteX183" fmla="*/ 394048 w 457155"/>
                <a:gd name="connsiteY183" fmla="*/ 206260 h 557310"/>
                <a:gd name="connsiteX184" fmla="*/ 394792 w 457155"/>
                <a:gd name="connsiteY184" fmla="*/ 201051 h 557310"/>
                <a:gd name="connsiteX185" fmla="*/ 397025 w 457155"/>
                <a:gd name="connsiteY185" fmla="*/ 201051 h 557310"/>
                <a:gd name="connsiteX186" fmla="*/ 397769 w 457155"/>
                <a:gd name="connsiteY186" fmla="*/ 195098 h 557310"/>
                <a:gd name="connsiteX187" fmla="*/ 399257 w 457155"/>
                <a:gd name="connsiteY187" fmla="*/ 195098 h 557310"/>
                <a:gd name="connsiteX188" fmla="*/ 400001 w 457155"/>
                <a:gd name="connsiteY188" fmla="*/ 192168 h 557310"/>
                <a:gd name="connsiteX189" fmla="*/ 400745 w 457155"/>
                <a:gd name="connsiteY189" fmla="*/ 189145 h 557310"/>
                <a:gd name="connsiteX190" fmla="*/ 402234 w 457155"/>
                <a:gd name="connsiteY190" fmla="*/ 188401 h 557310"/>
                <a:gd name="connsiteX191" fmla="*/ 402417 w 457155"/>
                <a:gd name="connsiteY191" fmla="*/ 186878 h 557310"/>
                <a:gd name="connsiteX192" fmla="*/ 402978 w 457155"/>
                <a:gd name="connsiteY192" fmla="*/ 185424 h 557310"/>
                <a:gd name="connsiteX193" fmla="*/ 407489 w 457155"/>
                <a:gd name="connsiteY193" fmla="*/ 185238 h 557310"/>
                <a:gd name="connsiteX194" fmla="*/ 409980 w 457155"/>
                <a:gd name="connsiteY194" fmla="*/ 185320 h 557310"/>
                <a:gd name="connsiteX195" fmla="*/ 411908 w 457155"/>
                <a:gd name="connsiteY195" fmla="*/ 185424 h 557310"/>
                <a:gd name="connsiteX196" fmla="*/ 411908 w 457155"/>
                <a:gd name="connsiteY196" fmla="*/ 187657 h 557310"/>
                <a:gd name="connsiteX197" fmla="*/ 416372 w 457155"/>
                <a:gd name="connsiteY197" fmla="*/ 189145 h 557310"/>
                <a:gd name="connsiteX198" fmla="*/ 417117 w 457155"/>
                <a:gd name="connsiteY198" fmla="*/ 191377 h 557310"/>
                <a:gd name="connsiteX199" fmla="*/ 419349 w 457155"/>
                <a:gd name="connsiteY199" fmla="*/ 191703 h 557310"/>
                <a:gd name="connsiteX200" fmla="*/ 421581 w 457155"/>
                <a:gd name="connsiteY200" fmla="*/ 192121 h 557310"/>
                <a:gd name="connsiteX201" fmla="*/ 422325 w 457155"/>
                <a:gd name="connsiteY201" fmla="*/ 195098 h 557310"/>
                <a:gd name="connsiteX202" fmla="*/ 424558 w 457155"/>
                <a:gd name="connsiteY202" fmla="*/ 195470 h 557310"/>
                <a:gd name="connsiteX203" fmla="*/ 426790 w 457155"/>
                <a:gd name="connsiteY203" fmla="*/ 195842 h 557310"/>
                <a:gd name="connsiteX204" fmla="*/ 427534 w 457155"/>
                <a:gd name="connsiteY204" fmla="*/ 198819 h 557310"/>
                <a:gd name="connsiteX205" fmla="*/ 429348 w 457155"/>
                <a:gd name="connsiteY205" fmla="*/ 198819 h 557310"/>
                <a:gd name="connsiteX206" fmla="*/ 431255 w 457155"/>
                <a:gd name="connsiteY206" fmla="*/ 198819 h 557310"/>
                <a:gd name="connsiteX207" fmla="*/ 431906 w 457155"/>
                <a:gd name="connsiteY207" fmla="*/ 200261 h 557310"/>
                <a:gd name="connsiteX208" fmla="*/ 432743 w 457155"/>
                <a:gd name="connsiteY208" fmla="*/ 201795 h 557310"/>
                <a:gd name="connsiteX209" fmla="*/ 435394 w 457155"/>
                <a:gd name="connsiteY209" fmla="*/ 202167 h 557310"/>
                <a:gd name="connsiteX210" fmla="*/ 437952 w 457155"/>
                <a:gd name="connsiteY210" fmla="*/ 202539 h 557310"/>
                <a:gd name="connsiteX211" fmla="*/ 438697 w 457155"/>
                <a:gd name="connsiteY211" fmla="*/ 205516 h 557310"/>
                <a:gd name="connsiteX212" fmla="*/ 442417 w 457155"/>
                <a:gd name="connsiteY212" fmla="*/ 206260 h 557310"/>
                <a:gd name="connsiteX213" fmla="*/ 443161 w 457155"/>
                <a:gd name="connsiteY213" fmla="*/ 208493 h 557310"/>
                <a:gd name="connsiteX214" fmla="*/ 445766 w 457155"/>
                <a:gd name="connsiteY214" fmla="*/ 208818 h 557310"/>
                <a:gd name="connsiteX215" fmla="*/ 448370 w 457155"/>
                <a:gd name="connsiteY215" fmla="*/ 209237 h 557310"/>
                <a:gd name="connsiteX216" fmla="*/ 449115 w 457155"/>
                <a:gd name="connsiteY216" fmla="*/ 212213 h 557310"/>
                <a:gd name="connsiteX217" fmla="*/ 453579 w 457155"/>
                <a:gd name="connsiteY217" fmla="*/ 212957 h 557310"/>
                <a:gd name="connsiteX218" fmla="*/ 453579 w 457155"/>
                <a:gd name="connsiteY218" fmla="*/ 215934 h 557310"/>
                <a:gd name="connsiteX219" fmla="*/ 455440 w 457155"/>
                <a:gd name="connsiteY219" fmla="*/ 216120 h 557310"/>
                <a:gd name="connsiteX220" fmla="*/ 457300 w 457155"/>
                <a:gd name="connsiteY220" fmla="*/ 216678 h 557310"/>
                <a:gd name="connsiteX221" fmla="*/ 457300 w 457155"/>
                <a:gd name="connsiteY221" fmla="*/ 222631 h 557310"/>
                <a:gd name="connsiteX222" fmla="*/ 455812 w 457155"/>
                <a:gd name="connsiteY222" fmla="*/ 223375 h 557310"/>
                <a:gd name="connsiteX223" fmla="*/ 455486 w 457155"/>
                <a:gd name="connsiteY223" fmla="*/ 224817 h 557310"/>
                <a:gd name="connsiteX224" fmla="*/ 452835 w 457155"/>
                <a:gd name="connsiteY224" fmla="*/ 227840 h 557310"/>
                <a:gd name="connsiteX225" fmla="*/ 452463 w 457155"/>
                <a:gd name="connsiteY225" fmla="*/ 229701 h 557310"/>
                <a:gd name="connsiteX226" fmla="*/ 449859 w 457155"/>
                <a:gd name="connsiteY226" fmla="*/ 233049 h 557310"/>
                <a:gd name="connsiteX227" fmla="*/ 449068 w 457155"/>
                <a:gd name="connsiteY227" fmla="*/ 234630 h 557310"/>
                <a:gd name="connsiteX228" fmla="*/ 448370 w 457155"/>
                <a:gd name="connsiteY228" fmla="*/ 236026 h 557310"/>
                <a:gd name="connsiteX229" fmla="*/ 446882 w 457155"/>
                <a:gd name="connsiteY229" fmla="*/ 236026 h 557310"/>
                <a:gd name="connsiteX230" fmla="*/ 446138 w 457155"/>
                <a:gd name="connsiteY230" fmla="*/ 239746 h 557310"/>
                <a:gd name="connsiteX231" fmla="*/ 444650 w 457155"/>
                <a:gd name="connsiteY231" fmla="*/ 240491 h 557310"/>
                <a:gd name="connsiteX232" fmla="*/ 444324 w 457155"/>
                <a:gd name="connsiteY232" fmla="*/ 242258 h 557310"/>
                <a:gd name="connsiteX233" fmla="*/ 441673 w 457155"/>
                <a:gd name="connsiteY233" fmla="*/ 246444 h 557310"/>
                <a:gd name="connsiteX234" fmla="*/ 440883 w 457155"/>
                <a:gd name="connsiteY234" fmla="*/ 248072 h 557310"/>
                <a:gd name="connsiteX235" fmla="*/ 440185 w 457155"/>
                <a:gd name="connsiteY235" fmla="*/ 249420 h 557310"/>
                <a:gd name="connsiteX236" fmla="*/ 438697 w 457155"/>
                <a:gd name="connsiteY236" fmla="*/ 249420 h 557310"/>
                <a:gd name="connsiteX237" fmla="*/ 438371 w 457155"/>
                <a:gd name="connsiteY237" fmla="*/ 251281 h 557310"/>
                <a:gd name="connsiteX238" fmla="*/ 437952 w 457155"/>
                <a:gd name="connsiteY238" fmla="*/ 253141 h 557310"/>
                <a:gd name="connsiteX239" fmla="*/ 435720 w 457155"/>
                <a:gd name="connsiteY239" fmla="*/ 253141 h 557310"/>
                <a:gd name="connsiteX240" fmla="*/ 435860 w 457155"/>
                <a:gd name="connsiteY240" fmla="*/ 254955 h 557310"/>
                <a:gd name="connsiteX241" fmla="*/ 435720 w 457155"/>
                <a:gd name="connsiteY241" fmla="*/ 256862 h 557310"/>
                <a:gd name="connsiteX242" fmla="*/ 433488 w 457155"/>
                <a:gd name="connsiteY242" fmla="*/ 257606 h 557310"/>
                <a:gd name="connsiteX243" fmla="*/ 432743 w 457155"/>
                <a:gd name="connsiteY243" fmla="*/ 261327 h 557310"/>
                <a:gd name="connsiteX244" fmla="*/ 431255 w 457155"/>
                <a:gd name="connsiteY244" fmla="*/ 261327 h 557310"/>
                <a:gd name="connsiteX245" fmla="*/ 430697 w 457155"/>
                <a:gd name="connsiteY245" fmla="*/ 262815 h 557310"/>
                <a:gd name="connsiteX246" fmla="*/ 426299 w 457155"/>
                <a:gd name="connsiteY246" fmla="*/ 269611 h 557310"/>
                <a:gd name="connsiteX247" fmla="*/ 424558 w 457155"/>
                <a:gd name="connsiteY247" fmla="*/ 273233 h 557310"/>
                <a:gd name="connsiteX248" fmla="*/ 422325 w 457155"/>
                <a:gd name="connsiteY248" fmla="*/ 274721 h 557310"/>
                <a:gd name="connsiteX249" fmla="*/ 421953 w 457155"/>
                <a:gd name="connsiteY249" fmla="*/ 276302 h 557310"/>
                <a:gd name="connsiteX250" fmla="*/ 421581 w 457155"/>
                <a:gd name="connsiteY250" fmla="*/ 277698 h 557310"/>
                <a:gd name="connsiteX251" fmla="*/ 419349 w 457155"/>
                <a:gd name="connsiteY251" fmla="*/ 277698 h 557310"/>
                <a:gd name="connsiteX252" fmla="*/ 419349 w 457155"/>
                <a:gd name="connsiteY252" fmla="*/ 281418 h 557310"/>
                <a:gd name="connsiteX253" fmla="*/ 417117 w 457155"/>
                <a:gd name="connsiteY253" fmla="*/ 281418 h 557310"/>
                <a:gd name="connsiteX254" fmla="*/ 416372 w 457155"/>
                <a:gd name="connsiteY254" fmla="*/ 285139 h 557310"/>
                <a:gd name="connsiteX255" fmla="*/ 414884 w 457155"/>
                <a:gd name="connsiteY255" fmla="*/ 285883 h 557310"/>
                <a:gd name="connsiteX256" fmla="*/ 414279 w 457155"/>
                <a:gd name="connsiteY256" fmla="*/ 287930 h 557310"/>
                <a:gd name="connsiteX257" fmla="*/ 409675 w 457155"/>
                <a:gd name="connsiteY257" fmla="*/ 294069 h 557310"/>
                <a:gd name="connsiteX258" fmla="*/ 407443 w 457155"/>
                <a:gd name="connsiteY258" fmla="*/ 297789 h 557310"/>
                <a:gd name="connsiteX259" fmla="*/ 405954 w 457155"/>
                <a:gd name="connsiteY259" fmla="*/ 298534 h 557310"/>
                <a:gd name="connsiteX260" fmla="*/ 405582 w 457155"/>
                <a:gd name="connsiteY260" fmla="*/ 300022 h 557310"/>
                <a:gd name="connsiteX261" fmla="*/ 405210 w 457155"/>
                <a:gd name="connsiteY261" fmla="*/ 301510 h 557310"/>
                <a:gd name="connsiteX262" fmla="*/ 403722 w 457155"/>
                <a:gd name="connsiteY262" fmla="*/ 302254 h 557310"/>
                <a:gd name="connsiteX263" fmla="*/ 403024 w 457155"/>
                <a:gd name="connsiteY263" fmla="*/ 303789 h 557310"/>
                <a:gd name="connsiteX264" fmla="*/ 402234 w 457155"/>
                <a:gd name="connsiteY264" fmla="*/ 305231 h 557310"/>
                <a:gd name="connsiteX265" fmla="*/ 400001 w 457155"/>
                <a:gd name="connsiteY265" fmla="*/ 305231 h 557310"/>
                <a:gd name="connsiteX266" fmla="*/ 400001 w 457155"/>
                <a:gd name="connsiteY266" fmla="*/ 308207 h 557310"/>
                <a:gd name="connsiteX267" fmla="*/ 397769 w 457155"/>
                <a:gd name="connsiteY267" fmla="*/ 308207 h 557310"/>
                <a:gd name="connsiteX268" fmla="*/ 397908 w 457155"/>
                <a:gd name="connsiteY268" fmla="*/ 310021 h 557310"/>
                <a:gd name="connsiteX269" fmla="*/ 397769 w 457155"/>
                <a:gd name="connsiteY269" fmla="*/ 311928 h 557310"/>
                <a:gd name="connsiteX270" fmla="*/ 395536 w 457155"/>
                <a:gd name="connsiteY270" fmla="*/ 312672 h 557310"/>
                <a:gd name="connsiteX271" fmla="*/ 394792 w 457155"/>
                <a:gd name="connsiteY271" fmla="*/ 315649 h 557310"/>
                <a:gd name="connsiteX272" fmla="*/ 393304 w 457155"/>
                <a:gd name="connsiteY272" fmla="*/ 316393 h 557310"/>
                <a:gd name="connsiteX273" fmla="*/ 392560 w 457155"/>
                <a:gd name="connsiteY273" fmla="*/ 317881 h 557310"/>
                <a:gd name="connsiteX274" fmla="*/ 390327 w 457155"/>
                <a:gd name="connsiteY274" fmla="*/ 320114 h 557310"/>
                <a:gd name="connsiteX275" fmla="*/ 389723 w 457155"/>
                <a:gd name="connsiteY275" fmla="*/ 322160 h 557310"/>
                <a:gd name="connsiteX276" fmla="*/ 385118 w 457155"/>
                <a:gd name="connsiteY276" fmla="*/ 328299 h 557310"/>
                <a:gd name="connsiteX277" fmla="*/ 381165 w 457155"/>
                <a:gd name="connsiteY277" fmla="*/ 334703 h 557310"/>
                <a:gd name="connsiteX278" fmla="*/ 381398 w 457155"/>
                <a:gd name="connsiteY278" fmla="*/ 340205 h 557310"/>
                <a:gd name="connsiteX279" fmla="*/ 383630 w 457155"/>
                <a:gd name="connsiteY279" fmla="*/ 340205 h 557310"/>
                <a:gd name="connsiteX280" fmla="*/ 383994 w 457155"/>
                <a:gd name="connsiteY280" fmla="*/ 344784 h 557310"/>
                <a:gd name="connsiteX281" fmla="*/ 384374 w 457155"/>
                <a:gd name="connsiteY281" fmla="*/ 346159 h 557310"/>
                <a:gd name="connsiteX282" fmla="*/ 386607 w 457155"/>
                <a:gd name="connsiteY282" fmla="*/ 346903 h 557310"/>
                <a:gd name="connsiteX283" fmla="*/ 386607 w 457155"/>
                <a:gd name="connsiteY283" fmla="*/ 352856 h 557310"/>
                <a:gd name="connsiteX284" fmla="*/ 388839 w 457155"/>
                <a:gd name="connsiteY284" fmla="*/ 353600 h 557310"/>
                <a:gd name="connsiteX285" fmla="*/ 389583 w 457155"/>
                <a:gd name="connsiteY285" fmla="*/ 358065 h 557310"/>
                <a:gd name="connsiteX286" fmla="*/ 391816 w 457155"/>
                <a:gd name="connsiteY286" fmla="*/ 358809 h 557310"/>
                <a:gd name="connsiteX287" fmla="*/ 392560 w 457155"/>
                <a:gd name="connsiteY287" fmla="*/ 362530 h 557310"/>
                <a:gd name="connsiteX288" fmla="*/ 394792 w 457155"/>
                <a:gd name="connsiteY288" fmla="*/ 363274 h 557310"/>
                <a:gd name="connsiteX289" fmla="*/ 395536 w 457155"/>
                <a:gd name="connsiteY289" fmla="*/ 367739 h 557310"/>
                <a:gd name="connsiteX290" fmla="*/ 397769 w 457155"/>
                <a:gd name="connsiteY290" fmla="*/ 369227 h 557310"/>
                <a:gd name="connsiteX291" fmla="*/ 397769 w 457155"/>
                <a:gd name="connsiteY291" fmla="*/ 373692 h 557310"/>
                <a:gd name="connsiteX292" fmla="*/ 400001 w 457155"/>
                <a:gd name="connsiteY292" fmla="*/ 373692 h 557310"/>
                <a:gd name="connsiteX293" fmla="*/ 401490 w 457155"/>
                <a:gd name="connsiteY293" fmla="*/ 377412 h 557310"/>
                <a:gd name="connsiteX294" fmla="*/ 402978 w 457155"/>
                <a:gd name="connsiteY294" fmla="*/ 378157 h 557310"/>
                <a:gd name="connsiteX295" fmla="*/ 404466 w 457155"/>
                <a:gd name="connsiteY295" fmla="*/ 382621 h 557310"/>
                <a:gd name="connsiteX296" fmla="*/ 405954 w 457155"/>
                <a:gd name="connsiteY296" fmla="*/ 383366 h 557310"/>
                <a:gd name="connsiteX297" fmla="*/ 405954 w 457155"/>
                <a:gd name="connsiteY297" fmla="*/ 387086 h 557310"/>
                <a:gd name="connsiteX298" fmla="*/ 408187 w 457155"/>
                <a:gd name="connsiteY298" fmla="*/ 387086 h 557310"/>
                <a:gd name="connsiteX299" fmla="*/ 408001 w 457155"/>
                <a:gd name="connsiteY299" fmla="*/ 388854 h 557310"/>
                <a:gd name="connsiteX300" fmla="*/ 408187 w 457155"/>
                <a:gd name="connsiteY300" fmla="*/ 390807 h 557310"/>
                <a:gd name="connsiteX301" fmla="*/ 411163 w 457155"/>
                <a:gd name="connsiteY301" fmla="*/ 392295 h 557310"/>
                <a:gd name="connsiteX302" fmla="*/ 411163 w 457155"/>
                <a:gd name="connsiteY302" fmla="*/ 394528 h 557310"/>
                <a:gd name="connsiteX303" fmla="*/ 413396 w 457155"/>
                <a:gd name="connsiteY303" fmla="*/ 395272 h 557310"/>
                <a:gd name="connsiteX304" fmla="*/ 414140 w 457155"/>
                <a:gd name="connsiteY304" fmla="*/ 398248 h 557310"/>
                <a:gd name="connsiteX305" fmla="*/ 415628 w 457155"/>
                <a:gd name="connsiteY305" fmla="*/ 398248 h 557310"/>
                <a:gd name="connsiteX306" fmla="*/ 419302 w 457155"/>
                <a:gd name="connsiteY306" fmla="*/ 402806 h 557310"/>
                <a:gd name="connsiteX307" fmla="*/ 421512 w 457155"/>
                <a:gd name="connsiteY307" fmla="*/ 405667 h 557310"/>
                <a:gd name="connsiteX308" fmla="*/ 422660 w 457155"/>
                <a:gd name="connsiteY308" fmla="*/ 407164 h 557310"/>
                <a:gd name="connsiteX309" fmla="*/ 428232 w 457155"/>
                <a:gd name="connsiteY309" fmla="*/ 414340 h 557310"/>
                <a:gd name="connsiteX310" fmla="*/ 429242 w 457155"/>
                <a:gd name="connsiteY310" fmla="*/ 415646 h 557310"/>
                <a:gd name="connsiteX311" fmla="*/ 433677 w 457155"/>
                <a:gd name="connsiteY311" fmla="*/ 420730 h 557310"/>
                <a:gd name="connsiteX312" fmla="*/ 435720 w 457155"/>
                <a:gd name="connsiteY312" fmla="*/ 424293 h 557310"/>
                <a:gd name="connsiteX313" fmla="*/ 437952 w 457155"/>
                <a:gd name="connsiteY313" fmla="*/ 425037 h 557310"/>
                <a:gd name="connsiteX314" fmla="*/ 438697 w 457155"/>
                <a:gd name="connsiteY314" fmla="*/ 428014 h 557310"/>
                <a:gd name="connsiteX315" fmla="*/ 440929 w 457155"/>
                <a:gd name="connsiteY315" fmla="*/ 428758 h 557310"/>
                <a:gd name="connsiteX316" fmla="*/ 441673 w 457155"/>
                <a:gd name="connsiteY316" fmla="*/ 430991 h 557310"/>
                <a:gd name="connsiteX317" fmla="*/ 443906 w 457155"/>
                <a:gd name="connsiteY317" fmla="*/ 431735 h 557310"/>
                <a:gd name="connsiteX318" fmla="*/ 444650 w 457155"/>
                <a:gd name="connsiteY318" fmla="*/ 433967 h 557310"/>
                <a:gd name="connsiteX319" fmla="*/ 445952 w 457155"/>
                <a:gd name="connsiteY319" fmla="*/ 434618 h 557310"/>
                <a:gd name="connsiteX320" fmla="*/ 452091 w 457155"/>
                <a:gd name="connsiteY320" fmla="*/ 441409 h 557310"/>
                <a:gd name="connsiteX321" fmla="*/ 454324 w 457155"/>
                <a:gd name="connsiteY321" fmla="*/ 442153 h 557310"/>
                <a:gd name="connsiteX322" fmla="*/ 454649 w 457155"/>
                <a:gd name="connsiteY322" fmla="*/ 443687 h 557310"/>
                <a:gd name="connsiteX323" fmla="*/ 455068 w 457155"/>
                <a:gd name="connsiteY323" fmla="*/ 445129 h 557310"/>
                <a:gd name="connsiteX324" fmla="*/ 458044 w 457155"/>
                <a:gd name="connsiteY324" fmla="*/ 445129 h 557310"/>
                <a:gd name="connsiteX325" fmla="*/ 458788 w 457155"/>
                <a:gd name="connsiteY325" fmla="*/ 447362 h 557310"/>
                <a:gd name="connsiteX326" fmla="*/ 460695 w 457155"/>
                <a:gd name="connsiteY326" fmla="*/ 448478 h 557310"/>
                <a:gd name="connsiteX327" fmla="*/ 462509 w 457155"/>
                <a:gd name="connsiteY327" fmla="*/ 449594 h 557310"/>
                <a:gd name="connsiteX328" fmla="*/ 462509 w 457155"/>
                <a:gd name="connsiteY328" fmla="*/ 451827 h 557310"/>
                <a:gd name="connsiteX329" fmla="*/ 466230 w 457155"/>
                <a:gd name="connsiteY329" fmla="*/ 451827 h 557310"/>
                <a:gd name="connsiteX330" fmla="*/ 466230 w 457155"/>
                <a:gd name="connsiteY330" fmla="*/ 462244 h 557310"/>
                <a:gd name="connsiteX331" fmla="*/ 462509 w 457155"/>
                <a:gd name="connsiteY331" fmla="*/ 462244 h 557310"/>
                <a:gd name="connsiteX332" fmla="*/ 462509 w 457155"/>
                <a:gd name="connsiteY332" fmla="*/ 465221 h 557310"/>
                <a:gd name="connsiteX333" fmla="*/ 460277 w 457155"/>
                <a:gd name="connsiteY333" fmla="*/ 465965 h 557310"/>
                <a:gd name="connsiteX334" fmla="*/ 458347 w 457155"/>
                <a:gd name="connsiteY334" fmla="*/ 468401 h 557310"/>
                <a:gd name="connsiteX335" fmla="*/ 457280 w 457155"/>
                <a:gd name="connsiteY335" fmla="*/ 469889 h 557310"/>
                <a:gd name="connsiteX336" fmla="*/ 456184 w 457155"/>
                <a:gd name="connsiteY336" fmla="*/ 471453 h 557310"/>
                <a:gd name="connsiteX337" fmla="*/ 454021 w 457155"/>
                <a:gd name="connsiteY337" fmla="*/ 474494 h 557310"/>
                <a:gd name="connsiteX338" fmla="*/ 453061 w 457155"/>
                <a:gd name="connsiteY338" fmla="*/ 475861 h 557310"/>
                <a:gd name="connsiteX339" fmla="*/ 450901 w 457155"/>
                <a:gd name="connsiteY339" fmla="*/ 478269 h 557310"/>
                <a:gd name="connsiteX340" fmla="*/ 449115 w 457155"/>
                <a:gd name="connsiteY340" fmla="*/ 481592 h 557310"/>
                <a:gd name="connsiteX341" fmla="*/ 446882 w 457155"/>
                <a:gd name="connsiteY341" fmla="*/ 483080 h 557310"/>
                <a:gd name="connsiteX342" fmla="*/ 446510 w 457155"/>
                <a:gd name="connsiteY342" fmla="*/ 484662 h 557310"/>
                <a:gd name="connsiteX343" fmla="*/ 446138 w 457155"/>
                <a:gd name="connsiteY343" fmla="*/ 486057 h 557310"/>
                <a:gd name="connsiteX344" fmla="*/ 443906 w 457155"/>
                <a:gd name="connsiteY344" fmla="*/ 486057 h 557310"/>
                <a:gd name="connsiteX345" fmla="*/ 444045 w 457155"/>
                <a:gd name="connsiteY345" fmla="*/ 488243 h 557310"/>
                <a:gd name="connsiteX346" fmla="*/ 443906 w 457155"/>
                <a:gd name="connsiteY346" fmla="*/ 490522 h 557310"/>
                <a:gd name="connsiteX347" fmla="*/ 441673 w 457155"/>
                <a:gd name="connsiteY347" fmla="*/ 491266 h 557310"/>
                <a:gd name="connsiteX348" fmla="*/ 440929 w 457155"/>
                <a:gd name="connsiteY348" fmla="*/ 495731 h 557310"/>
                <a:gd name="connsiteX349" fmla="*/ 439441 w 457155"/>
                <a:gd name="connsiteY349" fmla="*/ 496475 h 557310"/>
                <a:gd name="connsiteX350" fmla="*/ 437952 w 457155"/>
                <a:gd name="connsiteY350" fmla="*/ 500940 h 557310"/>
                <a:gd name="connsiteX351" fmla="*/ 436464 w 457155"/>
                <a:gd name="connsiteY351" fmla="*/ 502428 h 557310"/>
                <a:gd name="connsiteX352" fmla="*/ 436048 w 457155"/>
                <a:gd name="connsiteY352" fmla="*/ 506986 h 557310"/>
                <a:gd name="connsiteX353" fmla="*/ 433488 w 457155"/>
                <a:gd name="connsiteY353" fmla="*/ 509869 h 557310"/>
                <a:gd name="connsiteX354" fmla="*/ 433302 w 457155"/>
                <a:gd name="connsiteY354" fmla="*/ 511823 h 557310"/>
                <a:gd name="connsiteX355" fmla="*/ 432743 w 457155"/>
                <a:gd name="connsiteY355" fmla="*/ 513590 h 557310"/>
                <a:gd name="connsiteX356" fmla="*/ 427534 w 457155"/>
                <a:gd name="connsiteY356" fmla="*/ 513590 h 557310"/>
                <a:gd name="connsiteX357" fmla="*/ 426790 w 457155"/>
                <a:gd name="connsiteY357" fmla="*/ 510614 h 557310"/>
                <a:gd name="connsiteX358" fmla="*/ 424558 w 457155"/>
                <a:gd name="connsiteY358" fmla="*/ 509869 h 557310"/>
                <a:gd name="connsiteX359" fmla="*/ 420093 w 457155"/>
                <a:gd name="connsiteY359" fmla="*/ 503172 h 557310"/>
                <a:gd name="connsiteX360" fmla="*/ 418558 w 457155"/>
                <a:gd name="connsiteY360" fmla="*/ 502800 h 557310"/>
                <a:gd name="connsiteX361" fmla="*/ 417117 w 457155"/>
                <a:gd name="connsiteY361" fmla="*/ 502428 h 557310"/>
                <a:gd name="connsiteX362" fmla="*/ 417117 w 457155"/>
                <a:gd name="connsiteY362" fmla="*/ 499452 h 557310"/>
                <a:gd name="connsiteX363" fmla="*/ 414140 w 457155"/>
                <a:gd name="connsiteY363" fmla="*/ 499452 h 557310"/>
                <a:gd name="connsiteX364" fmla="*/ 414140 w 457155"/>
                <a:gd name="connsiteY364" fmla="*/ 496475 h 557310"/>
                <a:gd name="connsiteX365" fmla="*/ 411163 w 457155"/>
                <a:gd name="connsiteY365" fmla="*/ 496475 h 557310"/>
                <a:gd name="connsiteX366" fmla="*/ 411163 w 457155"/>
                <a:gd name="connsiteY366" fmla="*/ 493498 h 557310"/>
                <a:gd name="connsiteX367" fmla="*/ 408187 w 457155"/>
                <a:gd name="connsiteY367" fmla="*/ 492754 h 557310"/>
                <a:gd name="connsiteX368" fmla="*/ 400606 w 457155"/>
                <a:gd name="connsiteY368" fmla="*/ 484011 h 557310"/>
                <a:gd name="connsiteX369" fmla="*/ 395536 w 457155"/>
                <a:gd name="connsiteY369" fmla="*/ 478616 h 557310"/>
                <a:gd name="connsiteX370" fmla="*/ 394048 w 457155"/>
                <a:gd name="connsiteY370" fmla="*/ 475639 h 557310"/>
                <a:gd name="connsiteX371" fmla="*/ 392560 w 457155"/>
                <a:gd name="connsiteY371" fmla="*/ 474895 h 557310"/>
                <a:gd name="connsiteX372" fmla="*/ 391816 w 457155"/>
                <a:gd name="connsiteY372" fmla="*/ 472662 h 557310"/>
                <a:gd name="connsiteX373" fmla="*/ 389583 w 457155"/>
                <a:gd name="connsiteY373" fmla="*/ 471174 h 557310"/>
                <a:gd name="connsiteX374" fmla="*/ 388839 w 457155"/>
                <a:gd name="connsiteY374" fmla="*/ 468942 h 557310"/>
                <a:gd name="connsiteX375" fmla="*/ 387676 w 457155"/>
                <a:gd name="connsiteY375" fmla="*/ 467779 h 557310"/>
                <a:gd name="connsiteX376" fmla="*/ 386607 w 457155"/>
                <a:gd name="connsiteY376" fmla="*/ 465221 h 557310"/>
                <a:gd name="connsiteX377" fmla="*/ 384374 w 457155"/>
                <a:gd name="connsiteY377" fmla="*/ 464477 h 557310"/>
                <a:gd name="connsiteX378" fmla="*/ 382142 w 457155"/>
                <a:gd name="connsiteY378" fmla="*/ 460756 h 557310"/>
                <a:gd name="connsiteX379" fmla="*/ 377212 w 457155"/>
                <a:gd name="connsiteY379" fmla="*/ 455175 h 557310"/>
                <a:gd name="connsiteX380" fmla="*/ 373212 w 457155"/>
                <a:gd name="connsiteY380" fmla="*/ 447501 h 557310"/>
                <a:gd name="connsiteX381" fmla="*/ 372468 w 457155"/>
                <a:gd name="connsiteY381" fmla="*/ 445873 h 557310"/>
                <a:gd name="connsiteX382" fmla="*/ 370236 w 457155"/>
                <a:gd name="connsiteY382" fmla="*/ 445129 h 557310"/>
                <a:gd name="connsiteX383" fmla="*/ 369492 w 457155"/>
                <a:gd name="connsiteY383" fmla="*/ 442153 h 557310"/>
                <a:gd name="connsiteX384" fmla="*/ 368003 w 457155"/>
                <a:gd name="connsiteY384" fmla="*/ 441409 h 557310"/>
                <a:gd name="connsiteX385" fmla="*/ 366515 w 457155"/>
                <a:gd name="connsiteY385" fmla="*/ 437688 h 557310"/>
                <a:gd name="connsiteX386" fmla="*/ 365027 w 457155"/>
                <a:gd name="connsiteY386" fmla="*/ 436944 h 557310"/>
                <a:gd name="connsiteX387" fmla="*/ 364701 w 457155"/>
                <a:gd name="connsiteY387" fmla="*/ 434711 h 557310"/>
                <a:gd name="connsiteX388" fmla="*/ 364283 w 457155"/>
                <a:gd name="connsiteY388" fmla="*/ 432479 h 557310"/>
                <a:gd name="connsiteX389" fmla="*/ 362050 w 457155"/>
                <a:gd name="connsiteY389" fmla="*/ 431735 h 557310"/>
                <a:gd name="connsiteX390" fmla="*/ 362050 w 457155"/>
                <a:gd name="connsiteY390" fmla="*/ 428014 h 557310"/>
                <a:gd name="connsiteX391" fmla="*/ 359818 w 457155"/>
                <a:gd name="connsiteY391" fmla="*/ 427270 h 557310"/>
                <a:gd name="connsiteX392" fmla="*/ 359446 w 457155"/>
                <a:gd name="connsiteY392" fmla="*/ 425363 h 557310"/>
                <a:gd name="connsiteX393" fmla="*/ 359074 w 457155"/>
                <a:gd name="connsiteY393" fmla="*/ 423549 h 557310"/>
                <a:gd name="connsiteX394" fmla="*/ 356841 w 457155"/>
                <a:gd name="connsiteY394" fmla="*/ 423549 h 557310"/>
                <a:gd name="connsiteX395" fmla="*/ 356097 w 457155"/>
                <a:gd name="connsiteY395" fmla="*/ 419084 h 557310"/>
                <a:gd name="connsiteX396" fmla="*/ 353865 w 457155"/>
                <a:gd name="connsiteY396" fmla="*/ 419084 h 557310"/>
                <a:gd name="connsiteX397" fmla="*/ 353632 w 457155"/>
                <a:gd name="connsiteY397" fmla="*/ 416619 h 557310"/>
                <a:gd name="connsiteX398" fmla="*/ 350888 w 457155"/>
                <a:gd name="connsiteY398" fmla="*/ 411643 h 557310"/>
                <a:gd name="connsiteX399" fmla="*/ 350144 w 457155"/>
                <a:gd name="connsiteY399" fmla="*/ 409410 h 557310"/>
                <a:gd name="connsiteX400" fmla="*/ 348656 w 457155"/>
                <a:gd name="connsiteY400" fmla="*/ 408666 h 557310"/>
                <a:gd name="connsiteX401" fmla="*/ 347167 w 457155"/>
                <a:gd name="connsiteY401" fmla="*/ 403457 h 557310"/>
                <a:gd name="connsiteX402" fmla="*/ 345679 w 457155"/>
                <a:gd name="connsiteY402" fmla="*/ 402713 h 557310"/>
                <a:gd name="connsiteX403" fmla="*/ 344935 w 457155"/>
                <a:gd name="connsiteY403" fmla="*/ 397504 h 557310"/>
                <a:gd name="connsiteX404" fmla="*/ 343447 w 457155"/>
                <a:gd name="connsiteY404" fmla="*/ 395272 h 557310"/>
                <a:gd name="connsiteX405" fmla="*/ 343439 w 457155"/>
                <a:gd name="connsiteY405" fmla="*/ 397013 h 557310"/>
                <a:gd name="connsiteX406" fmla="*/ 343233 w 457155"/>
                <a:gd name="connsiteY406" fmla="*/ 438894 h 557310"/>
                <a:gd name="connsiteX407" fmla="*/ 343133 w 457155"/>
                <a:gd name="connsiteY407" fmla="*/ 459147 h 557310"/>
                <a:gd name="connsiteX408" fmla="*/ 343043 w 457155"/>
                <a:gd name="connsiteY408" fmla="*/ 476793 h 557310"/>
                <a:gd name="connsiteX409" fmla="*/ 342998 w 457155"/>
                <a:gd name="connsiteY409" fmla="*/ 486142 h 557310"/>
                <a:gd name="connsiteX410" fmla="*/ 342950 w 457155"/>
                <a:gd name="connsiteY410" fmla="*/ 494932 h 557310"/>
                <a:gd name="connsiteX411" fmla="*/ 342937 w 457155"/>
                <a:gd name="connsiteY411" fmla="*/ 498167 h 557310"/>
                <a:gd name="connsiteX412" fmla="*/ 342910 w 457155"/>
                <a:gd name="connsiteY412" fmla="*/ 502566 h 557310"/>
                <a:gd name="connsiteX413" fmla="*/ 342897 w 457155"/>
                <a:gd name="connsiteY413" fmla="*/ 505058 h 557310"/>
                <a:gd name="connsiteX414" fmla="*/ 342702 w 457155"/>
                <a:gd name="connsiteY414" fmla="*/ 506893 h 557310"/>
                <a:gd name="connsiteX415" fmla="*/ 341214 w 457155"/>
                <a:gd name="connsiteY415" fmla="*/ 507637 h 557310"/>
                <a:gd name="connsiteX416" fmla="*/ 340610 w 457155"/>
                <a:gd name="connsiteY416" fmla="*/ 514892 h 557310"/>
                <a:gd name="connsiteX417" fmla="*/ 340470 w 457155"/>
                <a:gd name="connsiteY417" fmla="*/ 517311 h 557310"/>
                <a:gd name="connsiteX418" fmla="*/ 338985 w 457155"/>
                <a:gd name="connsiteY418" fmla="*/ 517991 h 557310"/>
                <a:gd name="connsiteX419" fmla="*/ 337493 w 457155"/>
                <a:gd name="connsiteY419" fmla="*/ 518799 h 557310"/>
                <a:gd name="connsiteX420" fmla="*/ 337307 w 457155"/>
                <a:gd name="connsiteY420" fmla="*/ 522241 h 557310"/>
                <a:gd name="connsiteX421" fmla="*/ 337389 w 457155"/>
                <a:gd name="connsiteY421" fmla="*/ 524084 h 557310"/>
                <a:gd name="connsiteX422" fmla="*/ 337493 w 457155"/>
                <a:gd name="connsiteY422" fmla="*/ 525496 h 557310"/>
                <a:gd name="connsiteX423" fmla="*/ 335261 w 457155"/>
                <a:gd name="connsiteY423" fmla="*/ 525496 h 557310"/>
                <a:gd name="connsiteX424" fmla="*/ 335029 w 457155"/>
                <a:gd name="connsiteY424" fmla="*/ 527636 h 557310"/>
                <a:gd name="connsiteX425" fmla="*/ 332284 w 457155"/>
                <a:gd name="connsiteY425" fmla="*/ 531450 h 557310"/>
                <a:gd name="connsiteX426" fmla="*/ 331540 w 457155"/>
                <a:gd name="connsiteY426" fmla="*/ 533682 h 557310"/>
                <a:gd name="connsiteX427" fmla="*/ 329308 w 457155"/>
                <a:gd name="connsiteY427" fmla="*/ 533682 h 557310"/>
                <a:gd name="connsiteX428" fmla="*/ 329308 w 457155"/>
                <a:gd name="connsiteY428" fmla="*/ 537403 h 557310"/>
                <a:gd name="connsiteX429" fmla="*/ 326331 w 457155"/>
                <a:gd name="connsiteY429" fmla="*/ 537403 h 557310"/>
                <a:gd name="connsiteX430" fmla="*/ 326331 w 457155"/>
                <a:gd name="connsiteY430" fmla="*/ 540379 h 557310"/>
                <a:gd name="connsiteX431" fmla="*/ 322611 w 457155"/>
                <a:gd name="connsiteY431" fmla="*/ 541123 h 557310"/>
                <a:gd name="connsiteX432" fmla="*/ 322611 w 457155"/>
                <a:gd name="connsiteY432" fmla="*/ 544100 h 557310"/>
                <a:gd name="connsiteX433" fmla="*/ 318890 w 457155"/>
                <a:gd name="connsiteY433" fmla="*/ 544844 h 557310"/>
                <a:gd name="connsiteX434" fmla="*/ 318611 w 457155"/>
                <a:gd name="connsiteY434" fmla="*/ 546379 h 557310"/>
                <a:gd name="connsiteX435" fmla="*/ 318146 w 457155"/>
                <a:gd name="connsiteY435" fmla="*/ 547821 h 557310"/>
                <a:gd name="connsiteX436" fmla="*/ 312937 w 457155"/>
                <a:gd name="connsiteY436" fmla="*/ 547821 h 557310"/>
                <a:gd name="connsiteX437" fmla="*/ 312658 w 457155"/>
                <a:gd name="connsiteY437" fmla="*/ 549312 h 557310"/>
                <a:gd name="connsiteX438" fmla="*/ 312193 w 457155"/>
                <a:gd name="connsiteY438" fmla="*/ 550797 h 557310"/>
                <a:gd name="connsiteX439" fmla="*/ 305844 w 457155"/>
                <a:gd name="connsiteY439" fmla="*/ 550539 h 557310"/>
                <a:gd name="connsiteX440" fmla="*/ 304007 w 457155"/>
                <a:gd name="connsiteY440" fmla="*/ 550797 h 557310"/>
                <a:gd name="connsiteX441" fmla="*/ 303728 w 457155"/>
                <a:gd name="connsiteY441" fmla="*/ 552631 h 557310"/>
                <a:gd name="connsiteX442" fmla="*/ 303263 w 457155"/>
                <a:gd name="connsiteY442" fmla="*/ 554518 h 557310"/>
                <a:gd name="connsiteX443" fmla="*/ 297682 w 457155"/>
                <a:gd name="connsiteY443" fmla="*/ 554983 h 557310"/>
                <a:gd name="connsiteX444" fmla="*/ 292101 w 457155"/>
                <a:gd name="connsiteY444" fmla="*/ 555262 h 557310"/>
                <a:gd name="connsiteX445" fmla="*/ 291357 w 457155"/>
                <a:gd name="connsiteY445" fmla="*/ 557494 h 557310"/>
                <a:gd name="connsiteX446" fmla="*/ 286491 w 457155"/>
                <a:gd name="connsiteY446" fmla="*/ 557748 h 557310"/>
                <a:gd name="connsiteX447" fmla="*/ 284951 w 457155"/>
                <a:gd name="connsiteY447" fmla="*/ 557749 h 557310"/>
                <a:gd name="connsiteX448" fmla="*/ 279889 w 457155"/>
                <a:gd name="connsiteY448" fmla="*/ 557712 h 557310"/>
                <a:gd name="connsiteX449" fmla="*/ 276389 w 457155"/>
                <a:gd name="connsiteY449" fmla="*/ 557703 h 557310"/>
                <a:gd name="connsiteX450" fmla="*/ 267159 w 457155"/>
                <a:gd name="connsiteY450" fmla="*/ 557648 h 557310"/>
                <a:gd name="connsiteX451" fmla="*/ 257747 w 457155"/>
                <a:gd name="connsiteY451" fmla="*/ 557603 h 557310"/>
                <a:gd name="connsiteX452" fmla="*/ 239267 w 457155"/>
                <a:gd name="connsiteY452" fmla="*/ 557494 h 557310"/>
                <a:gd name="connsiteX453" fmla="*/ 239234 w 457155"/>
                <a:gd name="connsiteY453" fmla="*/ 556220 h 557310"/>
                <a:gd name="connsiteX454" fmla="*/ 239034 w 457155"/>
                <a:gd name="connsiteY454" fmla="*/ 550518 h 557310"/>
                <a:gd name="connsiteX455" fmla="*/ 238983 w 457155"/>
                <a:gd name="connsiteY455" fmla="*/ 548512 h 557310"/>
                <a:gd name="connsiteX456" fmla="*/ 238904 w 457155"/>
                <a:gd name="connsiteY456" fmla="*/ 546594 h 557310"/>
                <a:gd name="connsiteX457" fmla="*/ 238845 w 457155"/>
                <a:gd name="connsiteY457" fmla="*/ 544823 h 557310"/>
                <a:gd name="connsiteX458" fmla="*/ 236290 w 457155"/>
                <a:gd name="connsiteY458" fmla="*/ 541868 h 557310"/>
                <a:gd name="connsiteX459" fmla="*/ 235779 w 457155"/>
                <a:gd name="connsiteY459" fmla="*/ 536193 h 557310"/>
                <a:gd name="connsiteX460" fmla="*/ 235702 w 457155"/>
                <a:gd name="connsiteY460" fmla="*/ 534601 h 557310"/>
                <a:gd name="connsiteX461" fmla="*/ 235546 w 457155"/>
                <a:gd name="connsiteY461" fmla="*/ 530705 h 557310"/>
                <a:gd name="connsiteX462" fmla="*/ 233314 w 457155"/>
                <a:gd name="connsiteY462" fmla="*/ 530705 h 557310"/>
                <a:gd name="connsiteX463" fmla="*/ 233203 w 457155"/>
                <a:gd name="connsiteY463" fmla="*/ 528615 h 557310"/>
                <a:gd name="connsiteX464" fmla="*/ 233035 w 457155"/>
                <a:gd name="connsiteY464" fmla="*/ 525915 h 557310"/>
                <a:gd name="connsiteX465" fmla="*/ 232878 w 457155"/>
                <a:gd name="connsiteY465" fmla="*/ 523220 h 557310"/>
                <a:gd name="connsiteX466" fmla="*/ 232570 w 457155"/>
                <a:gd name="connsiteY466" fmla="*/ 521032 h 557310"/>
                <a:gd name="connsiteX467" fmla="*/ 231081 w 457155"/>
                <a:gd name="connsiteY467" fmla="*/ 520287 h 557310"/>
                <a:gd name="connsiteX468" fmla="*/ 230666 w 457155"/>
                <a:gd name="connsiteY468" fmla="*/ 514520 h 557310"/>
                <a:gd name="connsiteX469" fmla="*/ 230337 w 457155"/>
                <a:gd name="connsiteY469" fmla="*/ 512846 h 557310"/>
                <a:gd name="connsiteX470" fmla="*/ 228105 w 457155"/>
                <a:gd name="connsiteY470" fmla="*/ 512102 h 557310"/>
                <a:gd name="connsiteX471" fmla="*/ 227593 w 457155"/>
                <a:gd name="connsiteY471" fmla="*/ 507591 h 557310"/>
                <a:gd name="connsiteX472" fmla="*/ 227445 w 457155"/>
                <a:gd name="connsiteY472" fmla="*/ 505099 h 557310"/>
                <a:gd name="connsiteX473" fmla="*/ 227361 w 457155"/>
                <a:gd name="connsiteY473" fmla="*/ 503172 h 557310"/>
                <a:gd name="connsiteX474" fmla="*/ 225128 w 457155"/>
                <a:gd name="connsiteY474" fmla="*/ 503172 h 557310"/>
                <a:gd name="connsiteX475" fmla="*/ 225018 w 457155"/>
                <a:gd name="connsiteY475" fmla="*/ 501733 h 557310"/>
                <a:gd name="connsiteX476" fmla="*/ 224849 w 457155"/>
                <a:gd name="connsiteY476" fmla="*/ 499870 h 557310"/>
                <a:gd name="connsiteX477" fmla="*/ 224692 w 457155"/>
                <a:gd name="connsiteY477" fmla="*/ 498013 h 557310"/>
                <a:gd name="connsiteX478" fmla="*/ 224384 w 457155"/>
                <a:gd name="connsiteY478" fmla="*/ 496475 h 557310"/>
                <a:gd name="connsiteX479" fmla="*/ 222896 w 457155"/>
                <a:gd name="connsiteY479" fmla="*/ 495731 h 557310"/>
                <a:gd name="connsiteX480" fmla="*/ 222803 w 457155"/>
                <a:gd name="connsiteY480" fmla="*/ 490847 h 557310"/>
                <a:gd name="connsiteX481" fmla="*/ 222843 w 457155"/>
                <a:gd name="connsiteY481" fmla="*/ 488147 h 557310"/>
                <a:gd name="connsiteX482" fmla="*/ 222896 w 457155"/>
                <a:gd name="connsiteY482" fmla="*/ 486057 h 557310"/>
                <a:gd name="connsiteX483" fmla="*/ 225089 w 457155"/>
                <a:gd name="connsiteY483" fmla="*/ 486082 h 557310"/>
                <a:gd name="connsiteX484" fmla="*/ 245522 w 457155"/>
                <a:gd name="connsiteY484" fmla="*/ 486250 h 557310"/>
                <a:gd name="connsiteX485" fmla="*/ 256028 w 457155"/>
                <a:gd name="connsiteY485" fmla="*/ 486338 h 557310"/>
                <a:gd name="connsiteX486" fmla="*/ 266160 w 457155"/>
                <a:gd name="connsiteY486" fmla="*/ 486410 h 557310"/>
                <a:gd name="connsiteX487" fmla="*/ 270032 w 457155"/>
                <a:gd name="connsiteY487" fmla="*/ 486450 h 557310"/>
                <a:gd name="connsiteX488" fmla="*/ 275442 w 457155"/>
                <a:gd name="connsiteY488" fmla="*/ 486479 h 557310"/>
                <a:gd name="connsiteX489" fmla="*/ 277070 w 457155"/>
                <a:gd name="connsiteY489" fmla="*/ 486520 h 557310"/>
                <a:gd name="connsiteX490" fmla="*/ 280939 w 457155"/>
                <a:gd name="connsiteY490" fmla="*/ 486057 h 557310"/>
                <a:gd name="connsiteX491" fmla="*/ 282606 w 457155"/>
                <a:gd name="connsiteY491" fmla="*/ 478542 h 557310"/>
                <a:gd name="connsiteX492" fmla="*/ 282612 w 457155"/>
                <a:gd name="connsiteY492" fmla="*/ 476278 h 557310"/>
                <a:gd name="connsiteX493" fmla="*/ 282596 w 457155"/>
                <a:gd name="connsiteY493" fmla="*/ 473820 h 557310"/>
                <a:gd name="connsiteX494" fmla="*/ 282597 w 457155"/>
                <a:gd name="connsiteY494" fmla="*/ 471212 h 557310"/>
                <a:gd name="connsiteX495" fmla="*/ 282572 w 457155"/>
                <a:gd name="connsiteY495" fmla="*/ 462680 h 557310"/>
                <a:gd name="connsiteX496" fmla="*/ 282566 w 457155"/>
                <a:gd name="connsiteY496" fmla="*/ 456756 h 557310"/>
                <a:gd name="connsiteX497" fmla="*/ 282534 w 457155"/>
                <a:gd name="connsiteY497" fmla="*/ 442755 h 557310"/>
                <a:gd name="connsiteX498" fmla="*/ 282502 w 457155"/>
                <a:gd name="connsiteY498" fmla="*/ 426838 h 557310"/>
                <a:gd name="connsiteX499" fmla="*/ 282431 w 457155"/>
                <a:gd name="connsiteY499" fmla="*/ 395431 h 557310"/>
                <a:gd name="connsiteX500" fmla="*/ 282427 w 457155"/>
                <a:gd name="connsiteY500" fmla="*/ 391551 h 557310"/>
                <a:gd name="connsiteX501" fmla="*/ 281032 w 457155"/>
                <a:gd name="connsiteY501" fmla="*/ 393039 h 557310"/>
                <a:gd name="connsiteX502" fmla="*/ 277962 w 457155"/>
                <a:gd name="connsiteY502" fmla="*/ 394528 h 557310"/>
                <a:gd name="connsiteX503" fmla="*/ 277637 w 457155"/>
                <a:gd name="connsiteY503" fmla="*/ 395969 h 557310"/>
                <a:gd name="connsiteX504" fmla="*/ 277218 w 457155"/>
                <a:gd name="connsiteY504" fmla="*/ 397504 h 557310"/>
                <a:gd name="connsiteX505" fmla="*/ 274986 w 457155"/>
                <a:gd name="connsiteY505" fmla="*/ 398248 h 557310"/>
                <a:gd name="connsiteX506" fmla="*/ 274242 w 457155"/>
                <a:gd name="connsiteY506" fmla="*/ 401225 h 557310"/>
                <a:gd name="connsiteX507" fmla="*/ 272753 w 457155"/>
                <a:gd name="connsiteY507" fmla="*/ 401225 h 557310"/>
                <a:gd name="connsiteX508" fmla="*/ 272009 w 457155"/>
                <a:gd name="connsiteY508" fmla="*/ 403085 h 557310"/>
                <a:gd name="connsiteX509" fmla="*/ 271265 w 457155"/>
                <a:gd name="connsiteY509" fmla="*/ 404946 h 557310"/>
                <a:gd name="connsiteX510" fmla="*/ 269777 w 457155"/>
                <a:gd name="connsiteY510" fmla="*/ 404946 h 557310"/>
                <a:gd name="connsiteX511" fmla="*/ 269033 w 457155"/>
                <a:gd name="connsiteY511" fmla="*/ 407922 h 557310"/>
                <a:gd name="connsiteX512" fmla="*/ 267544 w 457155"/>
                <a:gd name="connsiteY512" fmla="*/ 408666 h 557310"/>
                <a:gd name="connsiteX513" fmla="*/ 266800 w 457155"/>
                <a:gd name="connsiteY513" fmla="*/ 410899 h 557310"/>
                <a:gd name="connsiteX514" fmla="*/ 264568 w 457155"/>
                <a:gd name="connsiteY514" fmla="*/ 411643 h 557310"/>
                <a:gd name="connsiteX515" fmla="*/ 263079 w 457155"/>
                <a:gd name="connsiteY515" fmla="*/ 414619 h 557310"/>
                <a:gd name="connsiteX516" fmla="*/ 261591 w 457155"/>
                <a:gd name="connsiteY516" fmla="*/ 414619 h 557310"/>
                <a:gd name="connsiteX517" fmla="*/ 261266 w 457155"/>
                <a:gd name="connsiteY517" fmla="*/ 416061 h 557310"/>
                <a:gd name="connsiteX518" fmla="*/ 260847 w 457155"/>
                <a:gd name="connsiteY518" fmla="*/ 417596 h 557310"/>
                <a:gd name="connsiteX519" fmla="*/ 258615 w 457155"/>
                <a:gd name="connsiteY519" fmla="*/ 418340 h 557310"/>
                <a:gd name="connsiteX520" fmla="*/ 257126 w 457155"/>
                <a:gd name="connsiteY520" fmla="*/ 421317 h 557310"/>
                <a:gd name="connsiteX521" fmla="*/ 255638 w 457155"/>
                <a:gd name="connsiteY521" fmla="*/ 424293 h 557310"/>
                <a:gd name="connsiteX522" fmla="*/ 253406 w 457155"/>
                <a:gd name="connsiteY522" fmla="*/ 425037 h 557310"/>
                <a:gd name="connsiteX523" fmla="*/ 252661 w 457155"/>
                <a:gd name="connsiteY523" fmla="*/ 427270 h 557310"/>
                <a:gd name="connsiteX524" fmla="*/ 250429 w 457155"/>
                <a:gd name="connsiteY524" fmla="*/ 428014 h 557310"/>
                <a:gd name="connsiteX525" fmla="*/ 248941 w 457155"/>
                <a:gd name="connsiteY525" fmla="*/ 430991 h 557310"/>
                <a:gd name="connsiteX526" fmla="*/ 247452 w 457155"/>
                <a:gd name="connsiteY526" fmla="*/ 431735 h 557310"/>
                <a:gd name="connsiteX527" fmla="*/ 246708 w 457155"/>
                <a:gd name="connsiteY527" fmla="*/ 433967 h 557310"/>
                <a:gd name="connsiteX528" fmla="*/ 244476 w 457155"/>
                <a:gd name="connsiteY528" fmla="*/ 435455 h 557310"/>
                <a:gd name="connsiteX529" fmla="*/ 243732 w 457155"/>
                <a:gd name="connsiteY529" fmla="*/ 437688 h 557310"/>
                <a:gd name="connsiteX530" fmla="*/ 242243 w 457155"/>
                <a:gd name="connsiteY530" fmla="*/ 438432 h 557310"/>
                <a:gd name="connsiteX531" fmla="*/ 241639 w 457155"/>
                <a:gd name="connsiteY531" fmla="*/ 439734 h 557310"/>
                <a:gd name="connsiteX532" fmla="*/ 237034 w 457155"/>
                <a:gd name="connsiteY532" fmla="*/ 445129 h 557310"/>
                <a:gd name="connsiteX533" fmla="*/ 235779 w 457155"/>
                <a:gd name="connsiteY533" fmla="*/ 446850 h 557310"/>
                <a:gd name="connsiteX534" fmla="*/ 234802 w 457155"/>
                <a:gd name="connsiteY534" fmla="*/ 448106 h 557310"/>
                <a:gd name="connsiteX535" fmla="*/ 233314 w 457155"/>
                <a:gd name="connsiteY535" fmla="*/ 448106 h 557310"/>
                <a:gd name="connsiteX536" fmla="*/ 232570 w 457155"/>
                <a:gd name="connsiteY536" fmla="*/ 451082 h 557310"/>
                <a:gd name="connsiteX537" fmla="*/ 231081 w 457155"/>
                <a:gd name="connsiteY537" fmla="*/ 451827 h 557310"/>
                <a:gd name="connsiteX538" fmla="*/ 230430 w 457155"/>
                <a:gd name="connsiteY538" fmla="*/ 453268 h 557310"/>
                <a:gd name="connsiteX539" fmla="*/ 226617 w 457155"/>
                <a:gd name="connsiteY539" fmla="*/ 456291 h 557310"/>
                <a:gd name="connsiteX540" fmla="*/ 225128 w 457155"/>
                <a:gd name="connsiteY540" fmla="*/ 459268 h 557310"/>
                <a:gd name="connsiteX541" fmla="*/ 223640 w 457155"/>
                <a:gd name="connsiteY541" fmla="*/ 460012 h 557310"/>
                <a:gd name="connsiteX542" fmla="*/ 222896 w 457155"/>
                <a:gd name="connsiteY542" fmla="*/ 461547 h 557310"/>
                <a:gd name="connsiteX543" fmla="*/ 222152 w 457155"/>
                <a:gd name="connsiteY543" fmla="*/ 462989 h 557310"/>
                <a:gd name="connsiteX544" fmla="*/ 220663 w 457155"/>
                <a:gd name="connsiteY544" fmla="*/ 462989 h 557310"/>
                <a:gd name="connsiteX545" fmla="*/ 220338 w 457155"/>
                <a:gd name="connsiteY545" fmla="*/ 464477 h 557310"/>
                <a:gd name="connsiteX546" fmla="*/ 219919 w 457155"/>
                <a:gd name="connsiteY546" fmla="*/ 465965 h 557310"/>
                <a:gd name="connsiteX547" fmla="*/ 217687 w 457155"/>
                <a:gd name="connsiteY547" fmla="*/ 465965 h 557310"/>
                <a:gd name="connsiteX548" fmla="*/ 217315 w 457155"/>
                <a:gd name="connsiteY548" fmla="*/ 467453 h 557310"/>
                <a:gd name="connsiteX549" fmla="*/ 216943 w 457155"/>
                <a:gd name="connsiteY549" fmla="*/ 468942 h 557310"/>
                <a:gd name="connsiteX550" fmla="*/ 214710 w 457155"/>
                <a:gd name="connsiteY550" fmla="*/ 468942 h 557310"/>
                <a:gd name="connsiteX551" fmla="*/ 213966 w 457155"/>
                <a:gd name="connsiteY551" fmla="*/ 471918 h 557310"/>
                <a:gd name="connsiteX552" fmla="*/ 212478 w 457155"/>
                <a:gd name="connsiteY552" fmla="*/ 472662 h 557310"/>
                <a:gd name="connsiteX553" fmla="*/ 212199 w 457155"/>
                <a:gd name="connsiteY553" fmla="*/ 474197 h 557310"/>
                <a:gd name="connsiteX554" fmla="*/ 211734 w 457155"/>
                <a:gd name="connsiteY554" fmla="*/ 475639 h 557310"/>
                <a:gd name="connsiteX555" fmla="*/ 208757 w 457155"/>
                <a:gd name="connsiteY555" fmla="*/ 475639 h 557310"/>
                <a:gd name="connsiteX556" fmla="*/ 208013 w 457155"/>
                <a:gd name="connsiteY556" fmla="*/ 478616 h 557310"/>
                <a:gd name="connsiteX557" fmla="*/ 206525 w 457155"/>
                <a:gd name="connsiteY557" fmla="*/ 479360 h 557310"/>
                <a:gd name="connsiteX558" fmla="*/ 205781 w 457155"/>
                <a:gd name="connsiteY558" fmla="*/ 480848 h 557310"/>
                <a:gd name="connsiteX559" fmla="*/ 203548 w 457155"/>
                <a:gd name="connsiteY559" fmla="*/ 483080 h 557310"/>
                <a:gd name="connsiteX560" fmla="*/ 202804 w 457155"/>
                <a:gd name="connsiteY560" fmla="*/ 485313 h 557310"/>
                <a:gd name="connsiteX561" fmla="*/ 199083 w 457155"/>
                <a:gd name="connsiteY561" fmla="*/ 489034 h 557310"/>
                <a:gd name="connsiteX562" fmla="*/ 197921 w 457155"/>
                <a:gd name="connsiteY562" fmla="*/ 491033 h 557310"/>
                <a:gd name="connsiteX563" fmla="*/ 193874 w 457155"/>
                <a:gd name="connsiteY563" fmla="*/ 494243 h 557310"/>
                <a:gd name="connsiteX564" fmla="*/ 193874 w 457155"/>
                <a:gd name="connsiteY564" fmla="*/ 496475 h 557310"/>
                <a:gd name="connsiteX565" fmla="*/ 187177 w 457155"/>
                <a:gd name="connsiteY565" fmla="*/ 496475 h 557310"/>
                <a:gd name="connsiteX566" fmla="*/ 186433 w 457155"/>
                <a:gd name="connsiteY566" fmla="*/ 492754 h 557310"/>
                <a:gd name="connsiteX567" fmla="*/ 184200 w 457155"/>
                <a:gd name="connsiteY567" fmla="*/ 490522 h 557310"/>
                <a:gd name="connsiteX568" fmla="*/ 183456 w 457155"/>
                <a:gd name="connsiteY568" fmla="*/ 487545 h 557310"/>
                <a:gd name="connsiteX569" fmla="*/ 181968 w 457155"/>
                <a:gd name="connsiteY569" fmla="*/ 486801 h 557310"/>
                <a:gd name="connsiteX570" fmla="*/ 181643 w 457155"/>
                <a:gd name="connsiteY570" fmla="*/ 484569 h 557310"/>
                <a:gd name="connsiteX571" fmla="*/ 181224 w 457155"/>
                <a:gd name="connsiteY571" fmla="*/ 482336 h 557310"/>
                <a:gd name="connsiteX572" fmla="*/ 178992 w 457155"/>
                <a:gd name="connsiteY572" fmla="*/ 481592 h 557310"/>
                <a:gd name="connsiteX573" fmla="*/ 177503 w 457155"/>
                <a:gd name="connsiteY573" fmla="*/ 476383 h 557310"/>
                <a:gd name="connsiteX574" fmla="*/ 173783 w 457155"/>
                <a:gd name="connsiteY574" fmla="*/ 471174 h 557310"/>
                <a:gd name="connsiteX575" fmla="*/ 173038 w 457155"/>
                <a:gd name="connsiteY575" fmla="*/ 465965 h 557310"/>
                <a:gd name="connsiteX576" fmla="*/ 170806 w 457155"/>
                <a:gd name="connsiteY576" fmla="*/ 465965 h 557310"/>
                <a:gd name="connsiteX577" fmla="*/ 170992 w 457155"/>
                <a:gd name="connsiteY577" fmla="*/ 463826 h 557310"/>
                <a:gd name="connsiteX578" fmla="*/ 170806 w 457155"/>
                <a:gd name="connsiteY578" fmla="*/ 461500 h 557310"/>
                <a:gd name="connsiteX579" fmla="*/ 167829 w 457155"/>
                <a:gd name="connsiteY579" fmla="*/ 460012 h 557310"/>
                <a:gd name="connsiteX580" fmla="*/ 167085 w 457155"/>
                <a:gd name="connsiteY580" fmla="*/ 456291 h 557310"/>
                <a:gd name="connsiteX581" fmla="*/ 165597 w 457155"/>
                <a:gd name="connsiteY581" fmla="*/ 455547 h 557310"/>
                <a:gd name="connsiteX582" fmla="*/ 164109 w 457155"/>
                <a:gd name="connsiteY582" fmla="*/ 451082 h 557310"/>
                <a:gd name="connsiteX583" fmla="*/ 162620 w 457155"/>
                <a:gd name="connsiteY583" fmla="*/ 448850 h 557310"/>
                <a:gd name="connsiteX584" fmla="*/ 159644 w 457155"/>
                <a:gd name="connsiteY584" fmla="*/ 449594 h 557310"/>
                <a:gd name="connsiteX585" fmla="*/ 158900 w 457155"/>
                <a:gd name="connsiteY585" fmla="*/ 451827 h 557310"/>
                <a:gd name="connsiteX586" fmla="*/ 153133 w 457155"/>
                <a:gd name="connsiteY586" fmla="*/ 452196 h 557310"/>
                <a:gd name="connsiteX587" fmla="*/ 151458 w 457155"/>
                <a:gd name="connsiteY587" fmla="*/ 452571 h 557310"/>
                <a:gd name="connsiteX588" fmla="*/ 151109 w 457155"/>
                <a:gd name="connsiteY588" fmla="*/ 454059 h 557310"/>
                <a:gd name="connsiteX589" fmla="*/ 150714 w 457155"/>
                <a:gd name="connsiteY589" fmla="*/ 455547 h 557310"/>
                <a:gd name="connsiteX590" fmla="*/ 146621 w 457155"/>
                <a:gd name="connsiteY590" fmla="*/ 455966 h 557310"/>
                <a:gd name="connsiteX591" fmla="*/ 142529 w 457155"/>
                <a:gd name="connsiteY591" fmla="*/ 456291 h 557310"/>
                <a:gd name="connsiteX592" fmla="*/ 141784 w 457155"/>
                <a:gd name="connsiteY592" fmla="*/ 458524 h 557310"/>
                <a:gd name="connsiteX593" fmla="*/ 137645 w 457155"/>
                <a:gd name="connsiteY593" fmla="*/ 459035 h 557310"/>
                <a:gd name="connsiteX594" fmla="*/ 135363 w 457155"/>
                <a:gd name="connsiteY594" fmla="*/ 459184 h 557310"/>
                <a:gd name="connsiteX595" fmla="*/ 133599 w 457155"/>
                <a:gd name="connsiteY595" fmla="*/ 459268 h 557310"/>
                <a:gd name="connsiteX596" fmla="*/ 133599 w 457155"/>
                <a:gd name="connsiteY596" fmla="*/ 462244 h 557310"/>
                <a:gd name="connsiteX597" fmla="*/ 131835 w 457155"/>
                <a:gd name="connsiteY597" fmla="*/ 462329 h 557310"/>
                <a:gd name="connsiteX598" fmla="*/ 129553 w 457155"/>
                <a:gd name="connsiteY598" fmla="*/ 462477 h 557310"/>
                <a:gd name="connsiteX599" fmla="*/ 127277 w 457155"/>
                <a:gd name="connsiteY599" fmla="*/ 462608 h 557310"/>
                <a:gd name="connsiteX600" fmla="*/ 125413 w 457155"/>
                <a:gd name="connsiteY600" fmla="*/ 462989 h 557310"/>
                <a:gd name="connsiteX601" fmla="*/ 124669 w 457155"/>
                <a:gd name="connsiteY601" fmla="*/ 465221 h 557310"/>
                <a:gd name="connsiteX602" fmla="*/ 120158 w 457155"/>
                <a:gd name="connsiteY602" fmla="*/ 465733 h 557310"/>
                <a:gd name="connsiteX603" fmla="*/ 117667 w 457155"/>
                <a:gd name="connsiteY603" fmla="*/ 465881 h 557310"/>
                <a:gd name="connsiteX604" fmla="*/ 115740 w 457155"/>
                <a:gd name="connsiteY604" fmla="*/ 465965 h 557310"/>
                <a:gd name="connsiteX605" fmla="*/ 115740 w 457155"/>
                <a:gd name="connsiteY605" fmla="*/ 468942 h 557310"/>
                <a:gd name="connsiteX606" fmla="*/ 113975 w 457155"/>
                <a:gd name="connsiteY606" fmla="*/ 469000 h 557310"/>
                <a:gd name="connsiteX607" fmla="*/ 111693 w 457155"/>
                <a:gd name="connsiteY607" fmla="*/ 469128 h 557310"/>
                <a:gd name="connsiteX608" fmla="*/ 109417 w 457155"/>
                <a:gd name="connsiteY608" fmla="*/ 469232 h 557310"/>
                <a:gd name="connsiteX609" fmla="*/ 107554 w 457155"/>
                <a:gd name="connsiteY609" fmla="*/ 469686 h 557310"/>
                <a:gd name="connsiteX610" fmla="*/ 107182 w 457155"/>
                <a:gd name="connsiteY610" fmla="*/ 471197 h 557310"/>
                <a:gd name="connsiteX611" fmla="*/ 106810 w 457155"/>
                <a:gd name="connsiteY611" fmla="*/ 472662 h 557310"/>
                <a:gd name="connsiteX612" fmla="*/ 102671 w 457155"/>
                <a:gd name="connsiteY612" fmla="*/ 472848 h 557310"/>
                <a:gd name="connsiteX613" fmla="*/ 100389 w 457155"/>
                <a:gd name="connsiteY613" fmla="*/ 472767 h 557310"/>
                <a:gd name="connsiteX614" fmla="*/ 98624 w 457155"/>
                <a:gd name="connsiteY614" fmla="*/ 472662 h 557310"/>
                <a:gd name="connsiteX615" fmla="*/ 98624 w 457155"/>
                <a:gd name="connsiteY615" fmla="*/ 475639 h 557310"/>
                <a:gd name="connsiteX616" fmla="*/ 89695 w 457155"/>
                <a:gd name="connsiteY616" fmla="*/ 476383 h 557310"/>
                <a:gd name="connsiteX617" fmla="*/ 89695 w 457155"/>
                <a:gd name="connsiteY617" fmla="*/ 479360 h 557310"/>
                <a:gd name="connsiteX618" fmla="*/ 87930 w 457155"/>
                <a:gd name="connsiteY618" fmla="*/ 479444 h 557310"/>
                <a:gd name="connsiteX619" fmla="*/ 85648 w 457155"/>
                <a:gd name="connsiteY619" fmla="*/ 479592 h 557310"/>
                <a:gd name="connsiteX620" fmla="*/ 83372 w 457155"/>
                <a:gd name="connsiteY620" fmla="*/ 479723 h 557310"/>
                <a:gd name="connsiteX621" fmla="*/ 81509 w 457155"/>
                <a:gd name="connsiteY621" fmla="*/ 480104 h 557310"/>
                <a:gd name="connsiteX622" fmla="*/ 80765 w 457155"/>
                <a:gd name="connsiteY622" fmla="*/ 482336 h 557310"/>
                <a:gd name="connsiteX623" fmla="*/ 76254 w 457155"/>
                <a:gd name="connsiteY623" fmla="*/ 482848 h 557310"/>
                <a:gd name="connsiteX624" fmla="*/ 73762 w 457155"/>
                <a:gd name="connsiteY624" fmla="*/ 482996 h 557310"/>
                <a:gd name="connsiteX625" fmla="*/ 71835 w 457155"/>
                <a:gd name="connsiteY625" fmla="*/ 483080 h 557310"/>
                <a:gd name="connsiteX626" fmla="*/ 71835 w 457155"/>
                <a:gd name="connsiteY626" fmla="*/ 486057 h 557310"/>
                <a:gd name="connsiteX627" fmla="*/ 70260 w 457155"/>
                <a:gd name="connsiteY627" fmla="*/ 486115 h 557310"/>
                <a:gd name="connsiteX628" fmla="*/ 68208 w 457155"/>
                <a:gd name="connsiteY628" fmla="*/ 486243 h 557310"/>
                <a:gd name="connsiteX629" fmla="*/ 66167 w 457155"/>
                <a:gd name="connsiteY629" fmla="*/ 486348 h 557310"/>
                <a:gd name="connsiteX630" fmla="*/ 64394 w 457155"/>
                <a:gd name="connsiteY630" fmla="*/ 486801 h 557310"/>
                <a:gd name="connsiteX631" fmla="*/ 62906 w 457155"/>
                <a:gd name="connsiteY631" fmla="*/ 489778 h 557310"/>
                <a:gd name="connsiteX632" fmla="*/ 57766 w 457155"/>
                <a:gd name="connsiteY632" fmla="*/ 489592 h 557310"/>
                <a:gd name="connsiteX633" fmla="*/ 56208 w 457155"/>
                <a:gd name="connsiteY633" fmla="*/ 489778 h 557310"/>
                <a:gd name="connsiteX634" fmla="*/ 55540 w 457155"/>
                <a:gd name="connsiteY634" fmla="*/ 491231 h 557310"/>
                <a:gd name="connsiteX635" fmla="*/ 54720 w 457155"/>
                <a:gd name="connsiteY635" fmla="*/ 492754 h 557310"/>
                <a:gd name="connsiteX636" fmla="*/ 50162 w 457155"/>
                <a:gd name="connsiteY636" fmla="*/ 493312 h 557310"/>
                <a:gd name="connsiteX637" fmla="*/ 47691 w 457155"/>
                <a:gd name="connsiteY637" fmla="*/ 493440 h 557310"/>
                <a:gd name="connsiteX638" fmla="*/ 45790 w 457155"/>
                <a:gd name="connsiteY638" fmla="*/ 493498 h 557310"/>
                <a:gd name="connsiteX639" fmla="*/ 45790 w 457155"/>
                <a:gd name="connsiteY639" fmla="*/ 496475 h 557310"/>
                <a:gd name="connsiteX640" fmla="*/ 44026 w 457155"/>
                <a:gd name="connsiteY640" fmla="*/ 496559 h 557310"/>
                <a:gd name="connsiteX641" fmla="*/ 41744 w 457155"/>
                <a:gd name="connsiteY641" fmla="*/ 496707 h 557310"/>
                <a:gd name="connsiteX642" fmla="*/ 39468 w 457155"/>
                <a:gd name="connsiteY642" fmla="*/ 496838 h 557310"/>
                <a:gd name="connsiteX643" fmla="*/ 37605 w 457155"/>
                <a:gd name="connsiteY643" fmla="*/ 497219 h 557310"/>
                <a:gd name="connsiteX644" fmla="*/ 36861 w 457155"/>
                <a:gd name="connsiteY644" fmla="*/ 499452 h 557310"/>
                <a:gd name="connsiteX645" fmla="*/ 33559 w 457155"/>
                <a:gd name="connsiteY645" fmla="*/ 499917 h 557310"/>
                <a:gd name="connsiteX646" fmla="*/ 28675 w 457155"/>
                <a:gd name="connsiteY646" fmla="*/ 500940 h 557310"/>
                <a:gd name="connsiteX647" fmla="*/ 27931 w 457155"/>
                <a:gd name="connsiteY647" fmla="*/ 503172 h 557310"/>
                <a:gd name="connsiteX648" fmla="*/ 20490 w 457155"/>
                <a:gd name="connsiteY648" fmla="*/ 503172 h 557310"/>
                <a:gd name="connsiteX649" fmla="*/ 19745 w 457155"/>
                <a:gd name="connsiteY649" fmla="*/ 492010 h 557310"/>
                <a:gd name="connsiteX650" fmla="*/ 17513 w 457155"/>
                <a:gd name="connsiteY650" fmla="*/ 492010 h 557310"/>
                <a:gd name="connsiteX651" fmla="*/ 17513 w 457155"/>
                <a:gd name="connsiteY651" fmla="*/ 477871 h 557310"/>
                <a:gd name="connsiteX652" fmla="*/ 15281 w 457155"/>
                <a:gd name="connsiteY652" fmla="*/ 477871 h 557310"/>
                <a:gd name="connsiteX653" fmla="*/ 15170 w 457155"/>
                <a:gd name="connsiteY653" fmla="*/ 475183 h 557310"/>
                <a:gd name="connsiteX654" fmla="*/ 15002 w 457155"/>
                <a:gd name="connsiteY654" fmla="*/ 471686 h 557310"/>
                <a:gd name="connsiteX655" fmla="*/ 14932 w 457155"/>
                <a:gd name="connsiteY655" fmla="*/ 469914 h 557310"/>
                <a:gd name="connsiteX656" fmla="*/ 14845 w 457155"/>
                <a:gd name="connsiteY656" fmla="*/ 468206 h 557310"/>
                <a:gd name="connsiteX657" fmla="*/ 14774 w 457155"/>
                <a:gd name="connsiteY657" fmla="*/ 466636 h 557310"/>
                <a:gd name="connsiteX658" fmla="*/ 13048 w 457155"/>
                <a:gd name="connsiteY658" fmla="*/ 462989 h 557310"/>
                <a:gd name="connsiteX659" fmla="*/ 12304 w 457155"/>
                <a:gd name="connsiteY659" fmla="*/ 462989 h 557310"/>
                <a:gd name="connsiteX660" fmla="*/ 11560 w 457155"/>
                <a:gd name="connsiteY660" fmla="*/ 447362 h 557310"/>
                <a:gd name="connsiteX661" fmla="*/ 9327 w 457155"/>
                <a:gd name="connsiteY661" fmla="*/ 447362 h 557310"/>
                <a:gd name="connsiteX662" fmla="*/ 9188 w 457155"/>
                <a:gd name="connsiteY662" fmla="*/ 439223 h 557310"/>
                <a:gd name="connsiteX663" fmla="*/ 9131 w 457155"/>
                <a:gd name="connsiteY663" fmla="*/ 436875 h 557310"/>
                <a:gd name="connsiteX664" fmla="*/ 9109 w 457155"/>
                <a:gd name="connsiteY664" fmla="*/ 434644 h 557310"/>
                <a:gd name="connsiteX665" fmla="*/ 9074 w 457155"/>
                <a:gd name="connsiteY665" fmla="*/ 432578 h 557310"/>
                <a:gd name="connsiteX666" fmla="*/ 9327 w 457155"/>
                <a:gd name="connsiteY666" fmla="*/ 430991 h 557310"/>
                <a:gd name="connsiteX667" fmla="*/ 11560 w 457155"/>
                <a:gd name="connsiteY667" fmla="*/ 430246 h 557310"/>
                <a:gd name="connsiteX668" fmla="*/ 11560 w 457155"/>
                <a:gd name="connsiteY668" fmla="*/ 428014 h 557310"/>
                <a:gd name="connsiteX669" fmla="*/ 13650 w 457155"/>
                <a:gd name="connsiteY669" fmla="*/ 427930 h 557310"/>
                <a:gd name="connsiteX670" fmla="*/ 16350 w 457155"/>
                <a:gd name="connsiteY670" fmla="*/ 427781 h 557310"/>
                <a:gd name="connsiteX671" fmla="*/ 19045 w 457155"/>
                <a:gd name="connsiteY671" fmla="*/ 427651 h 557310"/>
                <a:gd name="connsiteX672" fmla="*/ 21234 w 457155"/>
                <a:gd name="connsiteY672" fmla="*/ 427270 h 557310"/>
                <a:gd name="connsiteX673" fmla="*/ 21978 w 457155"/>
                <a:gd name="connsiteY673" fmla="*/ 425037 h 557310"/>
                <a:gd name="connsiteX674" fmla="*/ 28443 w 457155"/>
                <a:gd name="connsiteY674" fmla="*/ 424247 h 557310"/>
                <a:gd name="connsiteX675" fmla="*/ 30684 w 457155"/>
                <a:gd name="connsiteY675" fmla="*/ 424267 h 557310"/>
                <a:gd name="connsiteX676" fmla="*/ 32396 w 457155"/>
                <a:gd name="connsiteY676" fmla="*/ 424293 h 557310"/>
                <a:gd name="connsiteX677" fmla="*/ 32396 w 457155"/>
                <a:gd name="connsiteY677" fmla="*/ 421317 h 557310"/>
                <a:gd name="connsiteX678" fmla="*/ 34486 w 457155"/>
                <a:gd name="connsiteY678" fmla="*/ 421259 h 557310"/>
                <a:gd name="connsiteX679" fmla="*/ 37186 w 457155"/>
                <a:gd name="connsiteY679" fmla="*/ 421131 h 557310"/>
                <a:gd name="connsiteX680" fmla="*/ 39881 w 457155"/>
                <a:gd name="connsiteY680" fmla="*/ 421026 h 557310"/>
                <a:gd name="connsiteX681" fmla="*/ 42070 w 457155"/>
                <a:gd name="connsiteY681" fmla="*/ 420573 h 557310"/>
                <a:gd name="connsiteX682" fmla="*/ 42814 w 457155"/>
                <a:gd name="connsiteY682" fmla="*/ 417596 h 557310"/>
                <a:gd name="connsiteX683" fmla="*/ 47279 w 457155"/>
                <a:gd name="connsiteY683" fmla="*/ 417177 h 557310"/>
                <a:gd name="connsiteX684" fmla="*/ 51743 w 457155"/>
                <a:gd name="connsiteY684" fmla="*/ 416852 h 557310"/>
                <a:gd name="connsiteX685" fmla="*/ 52488 w 457155"/>
                <a:gd name="connsiteY685" fmla="*/ 414619 h 557310"/>
                <a:gd name="connsiteX686" fmla="*/ 57964 w 457155"/>
                <a:gd name="connsiteY686" fmla="*/ 414250 h 557310"/>
                <a:gd name="connsiteX687" fmla="*/ 63650 w 457155"/>
                <a:gd name="connsiteY687" fmla="*/ 410899 h 557310"/>
                <a:gd name="connsiteX688" fmla="*/ 64097 w 457155"/>
                <a:gd name="connsiteY688" fmla="*/ 405484 h 557310"/>
                <a:gd name="connsiteX689" fmla="*/ 64107 w 457155"/>
                <a:gd name="connsiteY689" fmla="*/ 403828 h 557310"/>
                <a:gd name="connsiteX690" fmla="*/ 64072 w 457155"/>
                <a:gd name="connsiteY690" fmla="*/ 398333 h 557310"/>
                <a:gd name="connsiteX691" fmla="*/ 64074 w 457155"/>
                <a:gd name="connsiteY691" fmla="*/ 394395 h 557310"/>
                <a:gd name="connsiteX692" fmla="*/ 64027 w 457155"/>
                <a:gd name="connsiteY692" fmla="*/ 383700 h 557310"/>
                <a:gd name="connsiteX693" fmla="*/ 63997 w 457155"/>
                <a:gd name="connsiteY693" fmla="*/ 372524 h 557310"/>
                <a:gd name="connsiteX694" fmla="*/ 63918 w 457155"/>
                <a:gd name="connsiteY694" fmla="*/ 351359 h 557310"/>
                <a:gd name="connsiteX695" fmla="*/ 63837 w 457155"/>
                <a:gd name="connsiteY695" fmla="*/ 327264 h 557310"/>
                <a:gd name="connsiteX696" fmla="*/ 63650 w 457155"/>
                <a:gd name="connsiteY696" fmla="*/ 277698 h 557310"/>
                <a:gd name="connsiteX697" fmla="*/ 61965 w 457155"/>
                <a:gd name="connsiteY697" fmla="*/ 277708 h 557310"/>
                <a:gd name="connsiteX698" fmla="*/ 46263 w 457155"/>
                <a:gd name="connsiteY698" fmla="*/ 277775 h 557310"/>
                <a:gd name="connsiteX699" fmla="*/ 38189 w 457155"/>
                <a:gd name="connsiteY699" fmla="*/ 277810 h 557310"/>
                <a:gd name="connsiteX700" fmla="*/ 30402 w 457155"/>
                <a:gd name="connsiteY700" fmla="*/ 277839 h 557310"/>
                <a:gd name="connsiteX701" fmla="*/ 25977 w 457155"/>
                <a:gd name="connsiteY701" fmla="*/ 277866 h 557310"/>
                <a:gd name="connsiteX702" fmla="*/ 23269 w 457155"/>
                <a:gd name="connsiteY702" fmla="*/ 277867 h 557310"/>
                <a:gd name="connsiteX703" fmla="*/ 20875 w 457155"/>
                <a:gd name="connsiteY703" fmla="*/ 277877 h 557310"/>
                <a:gd name="connsiteX704" fmla="*/ 17513 w 457155"/>
                <a:gd name="connsiteY704" fmla="*/ 276209 h 557310"/>
                <a:gd name="connsiteX705" fmla="*/ 17344 w 457155"/>
                <a:gd name="connsiteY705" fmla="*/ 269619 h 557310"/>
                <a:gd name="connsiteX706" fmla="*/ 17343 w 457155"/>
                <a:gd name="connsiteY706" fmla="*/ 267551 h 557310"/>
                <a:gd name="connsiteX707" fmla="*/ 17368 w 457155"/>
                <a:gd name="connsiteY707" fmla="*/ 260763 h 557310"/>
                <a:gd name="connsiteX708" fmla="*/ 17374 w 457155"/>
                <a:gd name="connsiteY708" fmla="*/ 256064 h 557310"/>
                <a:gd name="connsiteX709" fmla="*/ 17411 w 457155"/>
                <a:gd name="connsiteY709" fmla="*/ 243681 h 557310"/>
                <a:gd name="connsiteX710" fmla="*/ 17444 w 457155"/>
                <a:gd name="connsiteY710" fmla="*/ 228833 h 557310"/>
                <a:gd name="connsiteX711" fmla="*/ 17513 w 457155"/>
                <a:gd name="connsiteY711" fmla="*/ 206260 h 557310"/>
                <a:gd name="connsiteX712" fmla="*/ 64394 w 457155"/>
                <a:gd name="connsiteY712" fmla="*/ 205516 h 557310"/>
                <a:gd name="connsiteX713" fmla="*/ 64394 w 457155"/>
                <a:gd name="connsiteY713" fmla="*/ 107289 h 557310"/>
                <a:gd name="connsiteX714" fmla="*/ 15281 w 457155"/>
                <a:gd name="connsiteY714" fmla="*/ 106545 h 557310"/>
                <a:gd name="connsiteX715" fmla="*/ 15281 w 457155"/>
                <a:gd name="connsiteY715" fmla="*/ 35108 h 557310"/>
                <a:gd name="connsiteX716" fmla="*/ 170806 w 457155"/>
                <a:gd name="connsiteY716" fmla="*/ 35108 h 557310"/>
                <a:gd name="connsiteX717" fmla="*/ 170806 w 457155"/>
                <a:gd name="connsiteY717" fmla="*/ 106545 h 557310"/>
                <a:gd name="connsiteX718" fmla="*/ 123925 w 457155"/>
                <a:gd name="connsiteY718" fmla="*/ 107289 h 557310"/>
                <a:gd name="connsiteX719" fmla="*/ 123925 w 457155"/>
                <a:gd name="connsiteY719" fmla="*/ 205516 h 557310"/>
                <a:gd name="connsiteX720" fmla="*/ 164853 w 457155"/>
                <a:gd name="connsiteY720" fmla="*/ 206260 h 557310"/>
                <a:gd name="connsiteX721" fmla="*/ 164926 w 457155"/>
                <a:gd name="connsiteY721" fmla="*/ 231052 h 557310"/>
                <a:gd name="connsiteX722" fmla="*/ 164965 w 457155"/>
                <a:gd name="connsiteY722" fmla="*/ 246212 h 557310"/>
                <a:gd name="connsiteX723" fmla="*/ 164994 w 457155"/>
                <a:gd name="connsiteY723" fmla="*/ 258428 h 557310"/>
                <a:gd name="connsiteX724" fmla="*/ 165010 w 457155"/>
                <a:gd name="connsiteY724" fmla="*/ 263098 h 557310"/>
                <a:gd name="connsiteX725" fmla="*/ 165022 w 457155"/>
                <a:gd name="connsiteY725" fmla="*/ 269619 h 557310"/>
                <a:gd name="connsiteX726" fmla="*/ 165038 w 457155"/>
                <a:gd name="connsiteY726" fmla="*/ 271585 h 557310"/>
                <a:gd name="connsiteX727" fmla="*/ 163365 w 457155"/>
                <a:gd name="connsiteY727" fmla="*/ 277698 h 557310"/>
                <a:gd name="connsiteX728" fmla="*/ 124669 w 457155"/>
                <a:gd name="connsiteY728" fmla="*/ 277698 h 557310"/>
                <a:gd name="connsiteX729" fmla="*/ 123925 w 457155"/>
                <a:gd name="connsiteY729" fmla="*/ 390063 h 557310"/>
                <a:gd name="connsiteX730" fmla="*/ 128390 w 457155"/>
                <a:gd name="connsiteY730" fmla="*/ 389319 h 557310"/>
                <a:gd name="connsiteX731" fmla="*/ 128390 w 457155"/>
                <a:gd name="connsiteY731" fmla="*/ 387086 h 557310"/>
                <a:gd name="connsiteX732" fmla="*/ 130128 w 457155"/>
                <a:gd name="connsiteY732" fmla="*/ 387028 h 557310"/>
                <a:gd name="connsiteX733" fmla="*/ 132390 w 457155"/>
                <a:gd name="connsiteY733" fmla="*/ 386900 h 557310"/>
                <a:gd name="connsiteX734" fmla="*/ 134640 w 457155"/>
                <a:gd name="connsiteY734" fmla="*/ 386796 h 557310"/>
                <a:gd name="connsiteX735" fmla="*/ 136575 w 457155"/>
                <a:gd name="connsiteY735" fmla="*/ 386342 h 557310"/>
                <a:gd name="connsiteX736" fmla="*/ 137323 w 457155"/>
                <a:gd name="connsiteY736" fmla="*/ 384845 h 557310"/>
                <a:gd name="connsiteX737" fmla="*/ 138064 w 457155"/>
                <a:gd name="connsiteY737" fmla="*/ 383366 h 557310"/>
                <a:gd name="connsiteX738" fmla="*/ 142203 w 457155"/>
                <a:gd name="connsiteY738" fmla="*/ 382947 h 557310"/>
                <a:gd name="connsiteX739" fmla="*/ 146249 w 457155"/>
                <a:gd name="connsiteY739" fmla="*/ 382621 h 557310"/>
                <a:gd name="connsiteX740" fmla="*/ 146993 w 457155"/>
                <a:gd name="connsiteY740" fmla="*/ 380389 h 557310"/>
                <a:gd name="connsiteX741" fmla="*/ 153342 w 457155"/>
                <a:gd name="connsiteY741" fmla="*/ 380020 h 557310"/>
                <a:gd name="connsiteX742" fmla="*/ 155179 w 457155"/>
                <a:gd name="connsiteY742" fmla="*/ 379645 h 557310"/>
                <a:gd name="connsiteX743" fmla="*/ 155551 w 457155"/>
                <a:gd name="connsiteY743" fmla="*/ 378157 h 557310"/>
                <a:gd name="connsiteX744" fmla="*/ 155923 w 457155"/>
                <a:gd name="connsiteY744" fmla="*/ 376668 h 557310"/>
                <a:gd name="connsiteX745" fmla="*/ 160016 w 457155"/>
                <a:gd name="connsiteY745" fmla="*/ 376250 h 557310"/>
                <a:gd name="connsiteX746" fmla="*/ 164109 w 457155"/>
                <a:gd name="connsiteY746" fmla="*/ 375924 h 557310"/>
                <a:gd name="connsiteX747" fmla="*/ 164853 w 457155"/>
                <a:gd name="connsiteY747" fmla="*/ 373692 h 557310"/>
                <a:gd name="connsiteX748" fmla="*/ 168248 w 457155"/>
                <a:gd name="connsiteY748" fmla="*/ 373552 h 557310"/>
                <a:gd name="connsiteX749" fmla="*/ 170111 w 457155"/>
                <a:gd name="connsiteY749" fmla="*/ 373613 h 557310"/>
                <a:gd name="connsiteX750" fmla="*/ 171550 w 457155"/>
                <a:gd name="connsiteY750" fmla="*/ 373692 h 557310"/>
                <a:gd name="connsiteX751" fmla="*/ 171550 w 457155"/>
                <a:gd name="connsiteY751" fmla="*/ 375924 h 557310"/>
                <a:gd name="connsiteX752" fmla="*/ 173038 w 457155"/>
                <a:gd name="connsiteY752" fmla="*/ 375924 h 557310"/>
                <a:gd name="connsiteX753" fmla="*/ 173783 w 457155"/>
                <a:gd name="connsiteY753" fmla="*/ 387226 h 557310"/>
                <a:gd name="connsiteX754" fmla="*/ 173736 w 457155"/>
                <a:gd name="connsiteY754" fmla="*/ 390792 h 557310"/>
                <a:gd name="connsiteX755" fmla="*/ 173710 w 457155"/>
                <a:gd name="connsiteY755" fmla="*/ 392371 h 557310"/>
                <a:gd name="connsiteX756" fmla="*/ 174527 w 457155"/>
                <a:gd name="connsiteY756" fmla="*/ 396016 h 557310"/>
                <a:gd name="connsiteX757" fmla="*/ 176015 w 457155"/>
                <a:gd name="connsiteY757" fmla="*/ 396760 h 557310"/>
                <a:gd name="connsiteX758" fmla="*/ 176480 w 457155"/>
                <a:gd name="connsiteY758" fmla="*/ 402760 h 557310"/>
                <a:gd name="connsiteX759" fmla="*/ 176567 w 457155"/>
                <a:gd name="connsiteY759" fmla="*/ 404470 h 557310"/>
                <a:gd name="connsiteX760" fmla="*/ 176759 w 457155"/>
                <a:gd name="connsiteY760" fmla="*/ 408666 h 557310"/>
                <a:gd name="connsiteX761" fmla="*/ 179689 w 457155"/>
                <a:gd name="connsiteY761" fmla="*/ 405643 h 557310"/>
                <a:gd name="connsiteX762" fmla="*/ 180480 w 457155"/>
                <a:gd name="connsiteY762" fmla="*/ 404202 h 557310"/>
                <a:gd name="connsiteX763" fmla="*/ 182015 w 457155"/>
                <a:gd name="connsiteY763" fmla="*/ 403829 h 557310"/>
                <a:gd name="connsiteX764" fmla="*/ 183456 w 457155"/>
                <a:gd name="connsiteY764" fmla="*/ 403457 h 557310"/>
                <a:gd name="connsiteX765" fmla="*/ 183828 w 457155"/>
                <a:gd name="connsiteY765" fmla="*/ 401923 h 557310"/>
                <a:gd name="connsiteX766" fmla="*/ 184200 w 457155"/>
                <a:gd name="connsiteY766" fmla="*/ 400481 h 557310"/>
                <a:gd name="connsiteX767" fmla="*/ 187177 w 457155"/>
                <a:gd name="connsiteY767" fmla="*/ 400481 h 557310"/>
                <a:gd name="connsiteX768" fmla="*/ 187177 w 457155"/>
                <a:gd name="connsiteY768" fmla="*/ 397504 h 557310"/>
                <a:gd name="connsiteX769" fmla="*/ 190154 w 457155"/>
                <a:gd name="connsiteY769" fmla="*/ 396760 h 557310"/>
                <a:gd name="connsiteX770" fmla="*/ 190898 w 457155"/>
                <a:gd name="connsiteY770" fmla="*/ 394528 h 557310"/>
                <a:gd name="connsiteX771" fmla="*/ 192805 w 457155"/>
                <a:gd name="connsiteY771" fmla="*/ 393784 h 557310"/>
                <a:gd name="connsiteX772" fmla="*/ 194618 w 457155"/>
                <a:gd name="connsiteY772" fmla="*/ 393039 h 557310"/>
                <a:gd name="connsiteX773" fmla="*/ 194618 w 457155"/>
                <a:gd name="connsiteY773" fmla="*/ 390807 h 557310"/>
                <a:gd name="connsiteX774" fmla="*/ 198339 w 457155"/>
                <a:gd name="connsiteY774" fmla="*/ 390063 h 557310"/>
                <a:gd name="connsiteX775" fmla="*/ 198339 w 457155"/>
                <a:gd name="connsiteY775" fmla="*/ 387830 h 557310"/>
                <a:gd name="connsiteX776" fmla="*/ 199781 w 457155"/>
                <a:gd name="connsiteY776" fmla="*/ 387505 h 557310"/>
                <a:gd name="connsiteX777" fmla="*/ 201316 w 457155"/>
                <a:gd name="connsiteY777" fmla="*/ 387086 h 557310"/>
                <a:gd name="connsiteX778" fmla="*/ 202060 w 457155"/>
                <a:gd name="connsiteY778" fmla="*/ 384110 h 557310"/>
                <a:gd name="connsiteX779" fmla="*/ 205036 w 457155"/>
                <a:gd name="connsiteY779" fmla="*/ 382621 h 557310"/>
                <a:gd name="connsiteX780" fmla="*/ 205781 w 457155"/>
                <a:gd name="connsiteY780" fmla="*/ 380389 h 557310"/>
                <a:gd name="connsiteX781" fmla="*/ 208757 w 457155"/>
                <a:gd name="connsiteY781" fmla="*/ 380389 h 557310"/>
                <a:gd name="connsiteX782" fmla="*/ 209501 w 457155"/>
                <a:gd name="connsiteY782" fmla="*/ 377412 h 557310"/>
                <a:gd name="connsiteX783" fmla="*/ 211734 w 457155"/>
                <a:gd name="connsiteY783" fmla="*/ 375924 h 557310"/>
                <a:gd name="connsiteX784" fmla="*/ 212478 w 457155"/>
                <a:gd name="connsiteY784" fmla="*/ 373692 h 557310"/>
                <a:gd name="connsiteX785" fmla="*/ 215454 w 457155"/>
                <a:gd name="connsiteY785" fmla="*/ 372203 h 557310"/>
                <a:gd name="connsiteX786" fmla="*/ 216199 w 457155"/>
                <a:gd name="connsiteY786" fmla="*/ 369971 h 557310"/>
                <a:gd name="connsiteX787" fmla="*/ 219919 w 457155"/>
                <a:gd name="connsiteY787" fmla="*/ 369971 h 557310"/>
                <a:gd name="connsiteX788" fmla="*/ 219919 w 457155"/>
                <a:gd name="connsiteY788" fmla="*/ 366994 h 557310"/>
                <a:gd name="connsiteX789" fmla="*/ 222896 w 457155"/>
                <a:gd name="connsiteY789" fmla="*/ 366994 h 557310"/>
                <a:gd name="connsiteX790" fmla="*/ 224384 w 457155"/>
                <a:gd name="connsiteY790" fmla="*/ 363274 h 557310"/>
                <a:gd name="connsiteX791" fmla="*/ 225872 w 457155"/>
                <a:gd name="connsiteY791" fmla="*/ 363274 h 557310"/>
                <a:gd name="connsiteX792" fmla="*/ 226523 w 457155"/>
                <a:gd name="connsiteY792" fmla="*/ 361599 h 557310"/>
                <a:gd name="connsiteX793" fmla="*/ 230337 w 457155"/>
                <a:gd name="connsiteY793" fmla="*/ 356577 h 557310"/>
                <a:gd name="connsiteX794" fmla="*/ 233314 w 457155"/>
                <a:gd name="connsiteY794" fmla="*/ 356577 h 557310"/>
                <a:gd name="connsiteX795" fmla="*/ 234058 w 457155"/>
                <a:gd name="connsiteY795" fmla="*/ 353600 h 557310"/>
                <a:gd name="connsiteX796" fmla="*/ 236290 w 457155"/>
                <a:gd name="connsiteY796" fmla="*/ 352112 h 557310"/>
                <a:gd name="connsiteX797" fmla="*/ 237034 w 457155"/>
                <a:gd name="connsiteY797" fmla="*/ 349879 h 557310"/>
                <a:gd name="connsiteX798" fmla="*/ 239267 w 457155"/>
                <a:gd name="connsiteY798" fmla="*/ 349135 h 557310"/>
                <a:gd name="connsiteX799" fmla="*/ 239918 w 457155"/>
                <a:gd name="connsiteY799" fmla="*/ 347833 h 557310"/>
                <a:gd name="connsiteX800" fmla="*/ 244476 w 457155"/>
                <a:gd name="connsiteY800" fmla="*/ 342438 h 557310"/>
                <a:gd name="connsiteX801" fmla="*/ 247452 w 457155"/>
                <a:gd name="connsiteY801" fmla="*/ 342438 h 557310"/>
                <a:gd name="connsiteX802" fmla="*/ 247452 w 457155"/>
                <a:gd name="connsiteY802" fmla="*/ 339461 h 557310"/>
                <a:gd name="connsiteX803" fmla="*/ 250429 w 457155"/>
                <a:gd name="connsiteY803" fmla="*/ 339461 h 557310"/>
                <a:gd name="connsiteX804" fmla="*/ 251917 w 457155"/>
                <a:gd name="connsiteY804" fmla="*/ 335741 h 557310"/>
                <a:gd name="connsiteX805" fmla="*/ 255638 w 457155"/>
                <a:gd name="connsiteY805" fmla="*/ 332020 h 557310"/>
                <a:gd name="connsiteX806" fmla="*/ 257870 w 457155"/>
                <a:gd name="connsiteY806" fmla="*/ 332020 h 557310"/>
                <a:gd name="connsiteX807" fmla="*/ 257870 w 457155"/>
                <a:gd name="connsiteY807" fmla="*/ 329043 h 557310"/>
                <a:gd name="connsiteX808" fmla="*/ 260847 w 457155"/>
                <a:gd name="connsiteY808" fmla="*/ 329043 h 557310"/>
                <a:gd name="connsiteX809" fmla="*/ 260847 w 457155"/>
                <a:gd name="connsiteY809" fmla="*/ 326067 h 557310"/>
                <a:gd name="connsiteX810" fmla="*/ 263824 w 457155"/>
                <a:gd name="connsiteY810" fmla="*/ 324578 h 557310"/>
                <a:gd name="connsiteX811" fmla="*/ 265312 w 457155"/>
                <a:gd name="connsiteY811" fmla="*/ 322346 h 557310"/>
                <a:gd name="connsiteX812" fmla="*/ 266800 w 457155"/>
                <a:gd name="connsiteY812" fmla="*/ 322346 h 557310"/>
                <a:gd name="connsiteX813" fmla="*/ 267033 w 457155"/>
                <a:gd name="connsiteY813" fmla="*/ 321090 h 557310"/>
                <a:gd name="connsiteX814" fmla="*/ 271265 w 457155"/>
                <a:gd name="connsiteY814" fmla="*/ 315649 h 557310"/>
                <a:gd name="connsiteX815" fmla="*/ 274242 w 457155"/>
                <a:gd name="connsiteY815" fmla="*/ 315649 h 557310"/>
                <a:gd name="connsiteX816" fmla="*/ 274986 w 457155"/>
                <a:gd name="connsiteY816" fmla="*/ 312672 h 557310"/>
                <a:gd name="connsiteX817" fmla="*/ 277218 w 457155"/>
                <a:gd name="connsiteY817" fmla="*/ 311184 h 557310"/>
                <a:gd name="connsiteX818" fmla="*/ 277962 w 457155"/>
                <a:gd name="connsiteY818" fmla="*/ 308952 h 557310"/>
                <a:gd name="connsiteX819" fmla="*/ 280195 w 457155"/>
                <a:gd name="connsiteY819" fmla="*/ 308952 h 557310"/>
                <a:gd name="connsiteX820" fmla="*/ 281683 w 457155"/>
                <a:gd name="connsiteY820" fmla="*/ 305231 h 557310"/>
                <a:gd name="connsiteX821" fmla="*/ 283171 w 457155"/>
                <a:gd name="connsiteY821" fmla="*/ 305231 h 557310"/>
                <a:gd name="connsiteX822" fmla="*/ 282427 w 457155"/>
                <a:gd name="connsiteY822" fmla="*/ 168309 h 557310"/>
                <a:gd name="connsiteX823" fmla="*/ 212943 w 457155"/>
                <a:gd name="connsiteY823" fmla="*/ 168376 h 557310"/>
                <a:gd name="connsiteX824" fmla="*/ 203105 w 457155"/>
                <a:gd name="connsiteY824" fmla="*/ 168380 h 557310"/>
                <a:gd name="connsiteX825" fmla="*/ 196509 w 457155"/>
                <a:gd name="connsiteY825" fmla="*/ 168388 h 557310"/>
                <a:gd name="connsiteX826" fmla="*/ 188110 w 457155"/>
                <a:gd name="connsiteY826" fmla="*/ 168393 h 557310"/>
                <a:gd name="connsiteX827" fmla="*/ 185018 w 457155"/>
                <a:gd name="connsiteY827" fmla="*/ 168398 h 557310"/>
                <a:gd name="connsiteX828" fmla="*/ 180860 w 457155"/>
                <a:gd name="connsiteY828" fmla="*/ 168398 h 557310"/>
                <a:gd name="connsiteX829" fmla="*/ 178501 w 457155"/>
                <a:gd name="connsiteY829" fmla="*/ 168401 h 557310"/>
                <a:gd name="connsiteX830" fmla="*/ 176015 w 457155"/>
                <a:gd name="connsiteY830" fmla="*/ 167565 h 557310"/>
                <a:gd name="connsiteX831" fmla="*/ 175930 w 457155"/>
                <a:gd name="connsiteY831" fmla="*/ 160991 h 557310"/>
                <a:gd name="connsiteX832" fmla="*/ 175930 w 457155"/>
                <a:gd name="connsiteY832" fmla="*/ 158867 h 557310"/>
                <a:gd name="connsiteX833" fmla="*/ 175942 w 457155"/>
                <a:gd name="connsiteY833" fmla="*/ 152028 h 557310"/>
                <a:gd name="connsiteX834" fmla="*/ 175945 w 457155"/>
                <a:gd name="connsiteY834" fmla="*/ 147819 h 557310"/>
                <a:gd name="connsiteX835" fmla="*/ 175968 w 457155"/>
                <a:gd name="connsiteY835" fmla="*/ 132172 h 557310"/>
                <a:gd name="connsiteX836" fmla="*/ 176015 w 457155"/>
                <a:gd name="connsiteY836" fmla="*/ 96871 h 557310"/>
                <a:gd name="connsiteX837" fmla="*/ 283171 w 457155"/>
                <a:gd name="connsiteY837" fmla="*/ 96127 h 557310"/>
                <a:gd name="connsiteX838" fmla="*/ 282614 w 457155"/>
                <a:gd name="connsiteY838" fmla="*/ 36218 h 557310"/>
                <a:gd name="connsiteX839" fmla="*/ 282541 w 457155"/>
                <a:gd name="connsiteY839" fmla="*/ 27713 h 557310"/>
                <a:gd name="connsiteX840" fmla="*/ 282472 w 457155"/>
                <a:gd name="connsiteY840" fmla="*/ 20536 h 557310"/>
                <a:gd name="connsiteX841" fmla="*/ 282411 w 457155"/>
                <a:gd name="connsiteY841" fmla="*/ 13423 h 557310"/>
                <a:gd name="connsiteX842" fmla="*/ 282382 w 457155"/>
                <a:gd name="connsiteY842" fmla="*/ 10865 h 557310"/>
                <a:gd name="connsiteX843" fmla="*/ 282366 w 457155"/>
                <a:gd name="connsiteY843" fmla="*/ 8520 h 557310"/>
                <a:gd name="connsiteX844" fmla="*/ 282347 w 457155"/>
                <a:gd name="connsiteY844" fmla="*/ 6485 h 557310"/>
                <a:gd name="connsiteX845" fmla="*/ 283171 w 457155"/>
                <a:gd name="connsiteY845" fmla="*/ 877 h 557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Lst>
              <a:rect l="l" t="t" r="r" b="b"/>
              <a:pathLst>
                <a:path w="457155" h="557310">
                  <a:moveTo>
                    <a:pt x="283171" y="877"/>
                  </a:moveTo>
                  <a:cubicBezTo>
                    <a:pt x="285169" y="497"/>
                    <a:pt x="286714" y="407"/>
                    <a:pt x="288720" y="455"/>
                  </a:cubicBezTo>
                  <a:cubicBezTo>
                    <a:pt x="289311" y="455"/>
                    <a:pt x="289901" y="454"/>
                    <a:pt x="290509" y="454"/>
                  </a:cubicBezTo>
                  <a:cubicBezTo>
                    <a:pt x="292429" y="456"/>
                    <a:pt x="294347" y="485"/>
                    <a:pt x="296266" y="514"/>
                  </a:cubicBezTo>
                  <a:cubicBezTo>
                    <a:pt x="297448" y="519"/>
                    <a:pt x="298629" y="523"/>
                    <a:pt x="299810" y="525"/>
                  </a:cubicBezTo>
                  <a:cubicBezTo>
                    <a:pt x="304201" y="545"/>
                    <a:pt x="308592" y="597"/>
                    <a:pt x="312983" y="645"/>
                  </a:cubicBezTo>
                  <a:cubicBezTo>
                    <a:pt x="327694" y="760"/>
                    <a:pt x="327694" y="760"/>
                    <a:pt x="342702" y="877"/>
                  </a:cubicBezTo>
                  <a:cubicBezTo>
                    <a:pt x="342702" y="32555"/>
                    <a:pt x="342702" y="64233"/>
                    <a:pt x="342702" y="96871"/>
                  </a:cubicBezTo>
                  <a:cubicBezTo>
                    <a:pt x="361857" y="96871"/>
                    <a:pt x="381011" y="96871"/>
                    <a:pt x="400745" y="96871"/>
                  </a:cubicBezTo>
                  <a:cubicBezTo>
                    <a:pt x="400264" y="94551"/>
                    <a:pt x="400264" y="94551"/>
                    <a:pt x="398513" y="93895"/>
                  </a:cubicBezTo>
                  <a:cubicBezTo>
                    <a:pt x="397025" y="93151"/>
                    <a:pt x="397025" y="93151"/>
                    <a:pt x="396281" y="90918"/>
                  </a:cubicBezTo>
                  <a:cubicBezTo>
                    <a:pt x="395897" y="90535"/>
                    <a:pt x="395513" y="90151"/>
                    <a:pt x="395118" y="89756"/>
                  </a:cubicBezTo>
                  <a:cubicBezTo>
                    <a:pt x="394048" y="88686"/>
                    <a:pt x="394048" y="88686"/>
                    <a:pt x="394048" y="87198"/>
                  </a:cubicBezTo>
                  <a:cubicBezTo>
                    <a:pt x="393311" y="86952"/>
                    <a:pt x="392575" y="86707"/>
                    <a:pt x="391816" y="86454"/>
                  </a:cubicBezTo>
                  <a:cubicBezTo>
                    <a:pt x="391570" y="85717"/>
                    <a:pt x="391325" y="84980"/>
                    <a:pt x="391072" y="84221"/>
                  </a:cubicBezTo>
                  <a:cubicBezTo>
                    <a:pt x="389854" y="83201"/>
                    <a:pt x="388611" y="82211"/>
                    <a:pt x="387351" y="81245"/>
                  </a:cubicBezTo>
                  <a:cubicBezTo>
                    <a:pt x="385382" y="79440"/>
                    <a:pt x="384483" y="78594"/>
                    <a:pt x="383630" y="76036"/>
                  </a:cubicBezTo>
                  <a:cubicBezTo>
                    <a:pt x="383139" y="75790"/>
                    <a:pt x="382648" y="75544"/>
                    <a:pt x="382142" y="75291"/>
                  </a:cubicBezTo>
                  <a:cubicBezTo>
                    <a:pt x="381896" y="74555"/>
                    <a:pt x="381651" y="73818"/>
                    <a:pt x="381398" y="73059"/>
                  </a:cubicBezTo>
                  <a:cubicBezTo>
                    <a:pt x="380661" y="72813"/>
                    <a:pt x="379924" y="72568"/>
                    <a:pt x="379165" y="72315"/>
                  </a:cubicBezTo>
                  <a:cubicBezTo>
                    <a:pt x="378643" y="71336"/>
                    <a:pt x="378149" y="70342"/>
                    <a:pt x="377677" y="69338"/>
                  </a:cubicBezTo>
                  <a:cubicBezTo>
                    <a:pt x="377278" y="68939"/>
                    <a:pt x="376879" y="68540"/>
                    <a:pt x="376468" y="68129"/>
                  </a:cubicBezTo>
                  <a:cubicBezTo>
                    <a:pt x="375445" y="67106"/>
                    <a:pt x="375445" y="67106"/>
                    <a:pt x="375445" y="65618"/>
                  </a:cubicBezTo>
                  <a:cubicBezTo>
                    <a:pt x="374708" y="65618"/>
                    <a:pt x="373971" y="65618"/>
                    <a:pt x="373212" y="65618"/>
                  </a:cubicBezTo>
                  <a:cubicBezTo>
                    <a:pt x="373212" y="64635"/>
                    <a:pt x="373212" y="63653"/>
                    <a:pt x="373212" y="62641"/>
                  </a:cubicBezTo>
                  <a:cubicBezTo>
                    <a:pt x="371978" y="62363"/>
                    <a:pt x="370737" y="62115"/>
                    <a:pt x="369492" y="61897"/>
                  </a:cubicBezTo>
                  <a:cubicBezTo>
                    <a:pt x="369492" y="61160"/>
                    <a:pt x="369492" y="60423"/>
                    <a:pt x="369492" y="59664"/>
                  </a:cubicBezTo>
                  <a:cubicBezTo>
                    <a:pt x="368594" y="59319"/>
                    <a:pt x="368594" y="59319"/>
                    <a:pt x="367678" y="58967"/>
                  </a:cubicBezTo>
                  <a:cubicBezTo>
                    <a:pt x="367048" y="58706"/>
                    <a:pt x="366419" y="58445"/>
                    <a:pt x="365771" y="58176"/>
                  </a:cubicBezTo>
                  <a:cubicBezTo>
                    <a:pt x="365306" y="56641"/>
                    <a:pt x="365306" y="56641"/>
                    <a:pt x="365027" y="55200"/>
                  </a:cubicBezTo>
                  <a:cubicBezTo>
                    <a:pt x="364290" y="54954"/>
                    <a:pt x="363553" y="54708"/>
                    <a:pt x="362794" y="54455"/>
                  </a:cubicBezTo>
                  <a:cubicBezTo>
                    <a:pt x="359074" y="50389"/>
                    <a:pt x="359074" y="50389"/>
                    <a:pt x="359074" y="48502"/>
                  </a:cubicBezTo>
                  <a:cubicBezTo>
                    <a:pt x="357843" y="48211"/>
                    <a:pt x="356600" y="47966"/>
                    <a:pt x="355353" y="47758"/>
                  </a:cubicBezTo>
                  <a:cubicBezTo>
                    <a:pt x="354862" y="47513"/>
                    <a:pt x="354371" y="47267"/>
                    <a:pt x="353865" y="47014"/>
                  </a:cubicBezTo>
                  <a:cubicBezTo>
                    <a:pt x="353641" y="45177"/>
                    <a:pt x="353641" y="45177"/>
                    <a:pt x="353632" y="42921"/>
                  </a:cubicBezTo>
                  <a:cubicBezTo>
                    <a:pt x="353620" y="42177"/>
                    <a:pt x="353607" y="41433"/>
                    <a:pt x="353594" y="40666"/>
                  </a:cubicBezTo>
                  <a:cubicBezTo>
                    <a:pt x="353683" y="40059"/>
                    <a:pt x="353773" y="39453"/>
                    <a:pt x="353865" y="38829"/>
                  </a:cubicBezTo>
                  <a:cubicBezTo>
                    <a:pt x="354970" y="38460"/>
                    <a:pt x="354970" y="38460"/>
                    <a:pt x="356097" y="38084"/>
                  </a:cubicBezTo>
                  <a:cubicBezTo>
                    <a:pt x="356220" y="37578"/>
                    <a:pt x="356343" y="37071"/>
                    <a:pt x="356469" y="36550"/>
                  </a:cubicBezTo>
                  <a:cubicBezTo>
                    <a:pt x="356592" y="36074"/>
                    <a:pt x="356715" y="35598"/>
                    <a:pt x="356841" y="35108"/>
                  </a:cubicBezTo>
                  <a:cubicBezTo>
                    <a:pt x="357578" y="35108"/>
                    <a:pt x="358315" y="35108"/>
                    <a:pt x="359074" y="35108"/>
                  </a:cubicBezTo>
                  <a:cubicBezTo>
                    <a:pt x="359196" y="34617"/>
                    <a:pt x="359319" y="34126"/>
                    <a:pt x="359446" y="33620"/>
                  </a:cubicBezTo>
                  <a:cubicBezTo>
                    <a:pt x="359568" y="33128"/>
                    <a:pt x="359691" y="32637"/>
                    <a:pt x="359818" y="32131"/>
                  </a:cubicBezTo>
                  <a:cubicBezTo>
                    <a:pt x="360554" y="32131"/>
                    <a:pt x="361291" y="32131"/>
                    <a:pt x="362050" y="32131"/>
                  </a:cubicBezTo>
                  <a:cubicBezTo>
                    <a:pt x="362490" y="30683"/>
                    <a:pt x="362490" y="30683"/>
                    <a:pt x="362794" y="29155"/>
                  </a:cubicBezTo>
                  <a:cubicBezTo>
                    <a:pt x="363285" y="28909"/>
                    <a:pt x="363777" y="28664"/>
                    <a:pt x="364283" y="28411"/>
                  </a:cubicBezTo>
                  <a:cubicBezTo>
                    <a:pt x="364528" y="27919"/>
                    <a:pt x="364774" y="27428"/>
                    <a:pt x="365027" y="26922"/>
                  </a:cubicBezTo>
                  <a:cubicBezTo>
                    <a:pt x="365771" y="25434"/>
                    <a:pt x="365771" y="25434"/>
                    <a:pt x="367259" y="24690"/>
                  </a:cubicBezTo>
                  <a:cubicBezTo>
                    <a:pt x="367459" y="24260"/>
                    <a:pt x="367658" y="23830"/>
                    <a:pt x="367864" y="23388"/>
                  </a:cubicBezTo>
                  <a:cubicBezTo>
                    <a:pt x="369034" y="21170"/>
                    <a:pt x="370678" y="19740"/>
                    <a:pt x="372468" y="17993"/>
                  </a:cubicBezTo>
                  <a:cubicBezTo>
                    <a:pt x="374219" y="15949"/>
                    <a:pt x="375336" y="14597"/>
                    <a:pt x="376189" y="12039"/>
                  </a:cubicBezTo>
                  <a:cubicBezTo>
                    <a:pt x="377041" y="11579"/>
                    <a:pt x="377041" y="11579"/>
                    <a:pt x="377910" y="11109"/>
                  </a:cubicBezTo>
                  <a:cubicBezTo>
                    <a:pt x="380067" y="9705"/>
                    <a:pt x="380203" y="9305"/>
                    <a:pt x="381119" y="7063"/>
                  </a:cubicBezTo>
                  <a:cubicBezTo>
                    <a:pt x="381811" y="5679"/>
                    <a:pt x="381811" y="5679"/>
                    <a:pt x="382886" y="4598"/>
                  </a:cubicBezTo>
                  <a:cubicBezTo>
                    <a:pt x="385660" y="4132"/>
                    <a:pt x="388284" y="4295"/>
                    <a:pt x="391072" y="4598"/>
                  </a:cubicBezTo>
                  <a:cubicBezTo>
                    <a:pt x="391072" y="5580"/>
                    <a:pt x="391072" y="6563"/>
                    <a:pt x="391072" y="7575"/>
                  </a:cubicBezTo>
                  <a:cubicBezTo>
                    <a:pt x="392875" y="8445"/>
                    <a:pt x="392875" y="8445"/>
                    <a:pt x="394792" y="9063"/>
                  </a:cubicBezTo>
                  <a:cubicBezTo>
                    <a:pt x="395038" y="9554"/>
                    <a:pt x="395283" y="10045"/>
                    <a:pt x="395536" y="10551"/>
                  </a:cubicBezTo>
                  <a:cubicBezTo>
                    <a:pt x="396250" y="10689"/>
                    <a:pt x="396250" y="10689"/>
                    <a:pt x="396978" y="10830"/>
                  </a:cubicBezTo>
                  <a:cubicBezTo>
                    <a:pt x="397485" y="10984"/>
                    <a:pt x="397991" y="11137"/>
                    <a:pt x="398513" y="11295"/>
                  </a:cubicBezTo>
                  <a:cubicBezTo>
                    <a:pt x="399033" y="12275"/>
                    <a:pt x="399530" y="13267"/>
                    <a:pt x="400001" y="14272"/>
                  </a:cubicBezTo>
                  <a:cubicBezTo>
                    <a:pt x="400738" y="14517"/>
                    <a:pt x="401475" y="14763"/>
                    <a:pt x="402234" y="15016"/>
                  </a:cubicBezTo>
                  <a:cubicBezTo>
                    <a:pt x="402479" y="15523"/>
                    <a:pt x="402725" y="16029"/>
                    <a:pt x="402978" y="16551"/>
                  </a:cubicBezTo>
                  <a:cubicBezTo>
                    <a:pt x="403223" y="17027"/>
                    <a:pt x="403469" y="17502"/>
                    <a:pt x="403722" y="17993"/>
                  </a:cubicBezTo>
                  <a:cubicBezTo>
                    <a:pt x="404459" y="17993"/>
                    <a:pt x="405195" y="17993"/>
                    <a:pt x="405954" y="17993"/>
                  </a:cubicBezTo>
                  <a:cubicBezTo>
                    <a:pt x="405954" y="18975"/>
                    <a:pt x="405954" y="19957"/>
                    <a:pt x="405954" y="20969"/>
                  </a:cubicBezTo>
                  <a:cubicBezTo>
                    <a:pt x="407192" y="21230"/>
                    <a:pt x="408433" y="21477"/>
                    <a:pt x="409675" y="21713"/>
                  </a:cubicBezTo>
                  <a:cubicBezTo>
                    <a:pt x="410512" y="23155"/>
                    <a:pt x="410512" y="23155"/>
                    <a:pt x="411163" y="24690"/>
                  </a:cubicBezTo>
                  <a:cubicBezTo>
                    <a:pt x="411900" y="25181"/>
                    <a:pt x="412637" y="25672"/>
                    <a:pt x="413396" y="26178"/>
                  </a:cubicBezTo>
                  <a:cubicBezTo>
                    <a:pt x="413396" y="26915"/>
                    <a:pt x="413396" y="27652"/>
                    <a:pt x="413396" y="28411"/>
                  </a:cubicBezTo>
                  <a:cubicBezTo>
                    <a:pt x="414378" y="28411"/>
                    <a:pt x="415360" y="28411"/>
                    <a:pt x="416372" y="28411"/>
                  </a:cubicBezTo>
                  <a:cubicBezTo>
                    <a:pt x="416372" y="29393"/>
                    <a:pt x="416372" y="30375"/>
                    <a:pt x="416372" y="31387"/>
                  </a:cubicBezTo>
                  <a:cubicBezTo>
                    <a:pt x="416894" y="31449"/>
                    <a:pt x="417416" y="31510"/>
                    <a:pt x="417954" y="31573"/>
                  </a:cubicBezTo>
                  <a:cubicBezTo>
                    <a:pt x="420960" y="32357"/>
                    <a:pt x="421778" y="34110"/>
                    <a:pt x="423497" y="36593"/>
                  </a:cubicBezTo>
                  <a:cubicBezTo>
                    <a:pt x="424584" y="38208"/>
                    <a:pt x="424584" y="38208"/>
                    <a:pt x="426325" y="39852"/>
                  </a:cubicBezTo>
                  <a:cubicBezTo>
                    <a:pt x="427534" y="41061"/>
                    <a:pt x="427534" y="41061"/>
                    <a:pt x="427534" y="42549"/>
                  </a:cubicBezTo>
                  <a:cubicBezTo>
                    <a:pt x="428271" y="42549"/>
                    <a:pt x="429008" y="42549"/>
                    <a:pt x="429767" y="42549"/>
                  </a:cubicBezTo>
                  <a:cubicBezTo>
                    <a:pt x="430558" y="43991"/>
                    <a:pt x="430558" y="43991"/>
                    <a:pt x="431255" y="45526"/>
                  </a:cubicBezTo>
                  <a:cubicBezTo>
                    <a:pt x="431746" y="45771"/>
                    <a:pt x="432237" y="46017"/>
                    <a:pt x="432743" y="46270"/>
                  </a:cubicBezTo>
                  <a:cubicBezTo>
                    <a:pt x="432989" y="47007"/>
                    <a:pt x="433235" y="47743"/>
                    <a:pt x="433488" y="48502"/>
                  </a:cubicBezTo>
                  <a:cubicBezTo>
                    <a:pt x="434511" y="49650"/>
                    <a:pt x="434511" y="49650"/>
                    <a:pt x="435720" y="50735"/>
                  </a:cubicBezTo>
                  <a:cubicBezTo>
                    <a:pt x="437431" y="52314"/>
                    <a:pt x="437932" y="52905"/>
                    <a:pt x="438697" y="55200"/>
                  </a:cubicBezTo>
                  <a:cubicBezTo>
                    <a:pt x="439433" y="55691"/>
                    <a:pt x="440170" y="56182"/>
                    <a:pt x="440929" y="56688"/>
                  </a:cubicBezTo>
                  <a:cubicBezTo>
                    <a:pt x="441175" y="57425"/>
                    <a:pt x="441420" y="58161"/>
                    <a:pt x="441673" y="58920"/>
                  </a:cubicBezTo>
                  <a:cubicBezTo>
                    <a:pt x="442410" y="59166"/>
                    <a:pt x="443147" y="59411"/>
                    <a:pt x="443906" y="59664"/>
                  </a:cubicBezTo>
                  <a:cubicBezTo>
                    <a:pt x="444154" y="60905"/>
                    <a:pt x="444402" y="62145"/>
                    <a:pt x="444650" y="63385"/>
                  </a:cubicBezTo>
                  <a:cubicBezTo>
                    <a:pt x="445386" y="63631"/>
                    <a:pt x="446123" y="63876"/>
                    <a:pt x="446882" y="64129"/>
                  </a:cubicBezTo>
                  <a:cubicBezTo>
                    <a:pt x="447161" y="65990"/>
                    <a:pt x="447161" y="65990"/>
                    <a:pt x="446882" y="67850"/>
                  </a:cubicBezTo>
                  <a:cubicBezTo>
                    <a:pt x="445777" y="68218"/>
                    <a:pt x="445777" y="68218"/>
                    <a:pt x="444650" y="68594"/>
                  </a:cubicBezTo>
                  <a:cubicBezTo>
                    <a:pt x="443897" y="69829"/>
                    <a:pt x="443152" y="71069"/>
                    <a:pt x="442417" y="72315"/>
                  </a:cubicBezTo>
                  <a:cubicBezTo>
                    <a:pt x="441926" y="72315"/>
                    <a:pt x="441435" y="72315"/>
                    <a:pt x="440929" y="72315"/>
                  </a:cubicBezTo>
                  <a:cubicBezTo>
                    <a:pt x="440673" y="73305"/>
                    <a:pt x="440426" y="74297"/>
                    <a:pt x="440185" y="75291"/>
                  </a:cubicBezTo>
                  <a:cubicBezTo>
                    <a:pt x="439694" y="75537"/>
                    <a:pt x="439203" y="75783"/>
                    <a:pt x="438697" y="76036"/>
                  </a:cubicBezTo>
                  <a:cubicBezTo>
                    <a:pt x="438451" y="76542"/>
                    <a:pt x="438205" y="77049"/>
                    <a:pt x="437952" y="77570"/>
                  </a:cubicBezTo>
                  <a:cubicBezTo>
                    <a:pt x="437707" y="78046"/>
                    <a:pt x="437461" y="78522"/>
                    <a:pt x="437208" y="79012"/>
                  </a:cubicBezTo>
                  <a:cubicBezTo>
                    <a:pt x="436717" y="79012"/>
                    <a:pt x="436226" y="79012"/>
                    <a:pt x="435720" y="79012"/>
                  </a:cubicBezTo>
                  <a:cubicBezTo>
                    <a:pt x="435613" y="79457"/>
                    <a:pt x="435505" y="79902"/>
                    <a:pt x="435394" y="80361"/>
                  </a:cubicBezTo>
                  <a:cubicBezTo>
                    <a:pt x="434896" y="82301"/>
                    <a:pt x="434225" y="82910"/>
                    <a:pt x="432743" y="84221"/>
                  </a:cubicBezTo>
                  <a:cubicBezTo>
                    <a:pt x="432360" y="84620"/>
                    <a:pt x="431976" y="85019"/>
                    <a:pt x="431581" y="85430"/>
                  </a:cubicBezTo>
                  <a:cubicBezTo>
                    <a:pt x="430511" y="86454"/>
                    <a:pt x="430511" y="86454"/>
                    <a:pt x="429023" y="87198"/>
                  </a:cubicBezTo>
                  <a:cubicBezTo>
                    <a:pt x="428777" y="87689"/>
                    <a:pt x="428532" y="88180"/>
                    <a:pt x="428279" y="88686"/>
                  </a:cubicBezTo>
                  <a:cubicBezTo>
                    <a:pt x="427534" y="90174"/>
                    <a:pt x="427534" y="90174"/>
                    <a:pt x="426046" y="90918"/>
                  </a:cubicBezTo>
                  <a:cubicBezTo>
                    <a:pt x="425801" y="91655"/>
                    <a:pt x="425555" y="92392"/>
                    <a:pt x="425302" y="93151"/>
                  </a:cubicBezTo>
                  <a:cubicBezTo>
                    <a:pt x="424310" y="93647"/>
                    <a:pt x="423318" y="94143"/>
                    <a:pt x="422325" y="94639"/>
                  </a:cubicBezTo>
                  <a:cubicBezTo>
                    <a:pt x="422080" y="95376"/>
                    <a:pt x="421834" y="96112"/>
                    <a:pt x="421581" y="96871"/>
                  </a:cubicBezTo>
                  <a:cubicBezTo>
                    <a:pt x="434351" y="96871"/>
                    <a:pt x="447120" y="96871"/>
                    <a:pt x="460277" y="96871"/>
                  </a:cubicBezTo>
                  <a:cubicBezTo>
                    <a:pt x="460307" y="114484"/>
                    <a:pt x="460307" y="114484"/>
                    <a:pt x="460313" y="121964"/>
                  </a:cubicBezTo>
                  <a:cubicBezTo>
                    <a:pt x="460317" y="127078"/>
                    <a:pt x="460323" y="132192"/>
                    <a:pt x="460333" y="137305"/>
                  </a:cubicBezTo>
                  <a:cubicBezTo>
                    <a:pt x="460341" y="141426"/>
                    <a:pt x="460345" y="145546"/>
                    <a:pt x="460347" y="149667"/>
                  </a:cubicBezTo>
                  <a:cubicBezTo>
                    <a:pt x="460349" y="151242"/>
                    <a:pt x="460351" y="152818"/>
                    <a:pt x="460355" y="154394"/>
                  </a:cubicBezTo>
                  <a:cubicBezTo>
                    <a:pt x="460361" y="156593"/>
                    <a:pt x="460362" y="158792"/>
                    <a:pt x="460361" y="160991"/>
                  </a:cubicBezTo>
                  <a:cubicBezTo>
                    <a:pt x="460364" y="161649"/>
                    <a:pt x="460366" y="162308"/>
                    <a:pt x="460369" y="162986"/>
                  </a:cubicBezTo>
                  <a:cubicBezTo>
                    <a:pt x="460362" y="167480"/>
                    <a:pt x="460362" y="167480"/>
                    <a:pt x="459533" y="168309"/>
                  </a:cubicBezTo>
                  <a:cubicBezTo>
                    <a:pt x="458057" y="168383"/>
                    <a:pt x="456580" y="168403"/>
                    <a:pt x="455102" y="168403"/>
                  </a:cubicBezTo>
                  <a:cubicBezTo>
                    <a:pt x="453658" y="168407"/>
                    <a:pt x="453658" y="168407"/>
                    <a:pt x="452184" y="168410"/>
                  </a:cubicBezTo>
                  <a:cubicBezTo>
                    <a:pt x="451107" y="168408"/>
                    <a:pt x="450029" y="168407"/>
                    <a:pt x="448952" y="168405"/>
                  </a:cubicBezTo>
                  <a:cubicBezTo>
                    <a:pt x="447825" y="168406"/>
                    <a:pt x="446699" y="168408"/>
                    <a:pt x="445572" y="168409"/>
                  </a:cubicBezTo>
                  <a:cubicBezTo>
                    <a:pt x="442503" y="168413"/>
                    <a:pt x="439434" y="168411"/>
                    <a:pt x="436365" y="168409"/>
                  </a:cubicBezTo>
                  <a:cubicBezTo>
                    <a:pt x="433160" y="168407"/>
                    <a:pt x="429955" y="168409"/>
                    <a:pt x="426750" y="168410"/>
                  </a:cubicBezTo>
                  <a:cubicBezTo>
                    <a:pt x="421366" y="168411"/>
                    <a:pt x="415981" y="168410"/>
                    <a:pt x="410597" y="168406"/>
                  </a:cubicBezTo>
                  <a:cubicBezTo>
                    <a:pt x="404365" y="168402"/>
                    <a:pt x="398133" y="168403"/>
                    <a:pt x="391901" y="168407"/>
                  </a:cubicBezTo>
                  <a:cubicBezTo>
                    <a:pt x="386559" y="168411"/>
                    <a:pt x="381217" y="168411"/>
                    <a:pt x="375875" y="168409"/>
                  </a:cubicBezTo>
                  <a:cubicBezTo>
                    <a:pt x="372681" y="168408"/>
                    <a:pt x="369487" y="168408"/>
                    <a:pt x="366293" y="168410"/>
                  </a:cubicBezTo>
                  <a:cubicBezTo>
                    <a:pt x="363289" y="168413"/>
                    <a:pt x="360286" y="168411"/>
                    <a:pt x="357283" y="168407"/>
                  </a:cubicBezTo>
                  <a:cubicBezTo>
                    <a:pt x="356178" y="168406"/>
                    <a:pt x="355074" y="168406"/>
                    <a:pt x="353969" y="168408"/>
                  </a:cubicBezTo>
                  <a:cubicBezTo>
                    <a:pt x="352466" y="168410"/>
                    <a:pt x="350963" y="168407"/>
                    <a:pt x="349459" y="168403"/>
                  </a:cubicBezTo>
                  <a:cubicBezTo>
                    <a:pt x="348617" y="168403"/>
                    <a:pt x="347774" y="168403"/>
                    <a:pt x="346906" y="168403"/>
                  </a:cubicBezTo>
                  <a:cubicBezTo>
                    <a:pt x="344935" y="168309"/>
                    <a:pt x="344935" y="168309"/>
                    <a:pt x="343447" y="167565"/>
                  </a:cubicBezTo>
                  <a:cubicBezTo>
                    <a:pt x="343392" y="170730"/>
                    <a:pt x="343351" y="173896"/>
                    <a:pt x="343324" y="177062"/>
                  </a:cubicBezTo>
                  <a:cubicBezTo>
                    <a:pt x="343313" y="178140"/>
                    <a:pt x="343297" y="179217"/>
                    <a:pt x="343278" y="180295"/>
                  </a:cubicBezTo>
                  <a:cubicBezTo>
                    <a:pt x="343251" y="181841"/>
                    <a:pt x="343238" y="183387"/>
                    <a:pt x="343229" y="184933"/>
                  </a:cubicBezTo>
                  <a:cubicBezTo>
                    <a:pt x="343217" y="185864"/>
                    <a:pt x="343205" y="186796"/>
                    <a:pt x="343193" y="187755"/>
                  </a:cubicBezTo>
                  <a:cubicBezTo>
                    <a:pt x="343277" y="188459"/>
                    <a:pt x="343360" y="189164"/>
                    <a:pt x="343447" y="189889"/>
                  </a:cubicBezTo>
                  <a:cubicBezTo>
                    <a:pt x="344183" y="190135"/>
                    <a:pt x="344920" y="190380"/>
                    <a:pt x="345679" y="190633"/>
                  </a:cubicBezTo>
                  <a:cubicBezTo>
                    <a:pt x="345965" y="192197"/>
                    <a:pt x="345965" y="192197"/>
                    <a:pt x="345981" y="194235"/>
                  </a:cubicBezTo>
                  <a:cubicBezTo>
                    <a:pt x="345998" y="194964"/>
                    <a:pt x="346014" y="195694"/>
                    <a:pt x="346031" y="196445"/>
                  </a:cubicBezTo>
                  <a:cubicBezTo>
                    <a:pt x="346041" y="197597"/>
                    <a:pt x="346041" y="197597"/>
                    <a:pt x="346051" y="198772"/>
                  </a:cubicBezTo>
                  <a:cubicBezTo>
                    <a:pt x="346064" y="200283"/>
                    <a:pt x="346087" y="201794"/>
                    <a:pt x="346121" y="203304"/>
                  </a:cubicBezTo>
                  <a:cubicBezTo>
                    <a:pt x="346126" y="203977"/>
                    <a:pt x="346131" y="204651"/>
                    <a:pt x="346137" y="205344"/>
                  </a:cubicBezTo>
                  <a:cubicBezTo>
                    <a:pt x="346231" y="205892"/>
                    <a:pt x="346326" y="206440"/>
                    <a:pt x="346423" y="207004"/>
                  </a:cubicBezTo>
                  <a:cubicBezTo>
                    <a:pt x="347160" y="207495"/>
                    <a:pt x="347897" y="207987"/>
                    <a:pt x="348656" y="208493"/>
                  </a:cubicBezTo>
                  <a:cubicBezTo>
                    <a:pt x="348874" y="209924"/>
                    <a:pt x="348874" y="209924"/>
                    <a:pt x="348795" y="211652"/>
                  </a:cubicBezTo>
                  <a:cubicBezTo>
                    <a:pt x="348769" y="212587"/>
                    <a:pt x="348769" y="212587"/>
                    <a:pt x="348743" y="213540"/>
                  </a:cubicBezTo>
                  <a:cubicBezTo>
                    <a:pt x="348685" y="214854"/>
                    <a:pt x="348627" y="216168"/>
                    <a:pt x="348568" y="217482"/>
                  </a:cubicBezTo>
                  <a:cubicBezTo>
                    <a:pt x="348551" y="218106"/>
                    <a:pt x="348534" y="218730"/>
                    <a:pt x="348516" y="219373"/>
                  </a:cubicBezTo>
                  <a:cubicBezTo>
                    <a:pt x="348490" y="219944"/>
                    <a:pt x="348464" y="220515"/>
                    <a:pt x="348438" y="221104"/>
                  </a:cubicBezTo>
                  <a:cubicBezTo>
                    <a:pt x="348715" y="223050"/>
                    <a:pt x="349510" y="223521"/>
                    <a:pt x="350888" y="224864"/>
                  </a:cubicBezTo>
                  <a:cubicBezTo>
                    <a:pt x="351169" y="227618"/>
                    <a:pt x="351249" y="230297"/>
                    <a:pt x="351280" y="233061"/>
                  </a:cubicBezTo>
                  <a:cubicBezTo>
                    <a:pt x="351324" y="234549"/>
                    <a:pt x="351470" y="236034"/>
                    <a:pt x="351632" y="237514"/>
                  </a:cubicBezTo>
                  <a:cubicBezTo>
                    <a:pt x="352369" y="237760"/>
                    <a:pt x="353106" y="238005"/>
                    <a:pt x="353865" y="238258"/>
                  </a:cubicBezTo>
                  <a:cubicBezTo>
                    <a:pt x="354158" y="240987"/>
                    <a:pt x="354226" y="243642"/>
                    <a:pt x="354257" y="246383"/>
                  </a:cubicBezTo>
                  <a:cubicBezTo>
                    <a:pt x="354301" y="247895"/>
                    <a:pt x="354447" y="249404"/>
                    <a:pt x="354609" y="250909"/>
                  </a:cubicBezTo>
                  <a:cubicBezTo>
                    <a:pt x="355345" y="251154"/>
                    <a:pt x="356082" y="251400"/>
                    <a:pt x="356841" y="251653"/>
                  </a:cubicBezTo>
                  <a:cubicBezTo>
                    <a:pt x="357009" y="253711"/>
                    <a:pt x="357049" y="255600"/>
                    <a:pt x="356981" y="257652"/>
                  </a:cubicBezTo>
                  <a:cubicBezTo>
                    <a:pt x="356971" y="258217"/>
                    <a:pt x="356961" y="258781"/>
                    <a:pt x="356950" y="259363"/>
                  </a:cubicBezTo>
                  <a:cubicBezTo>
                    <a:pt x="356924" y="260762"/>
                    <a:pt x="356884" y="262160"/>
                    <a:pt x="356841" y="263559"/>
                  </a:cubicBezTo>
                  <a:cubicBezTo>
                    <a:pt x="357578" y="263559"/>
                    <a:pt x="358315" y="263559"/>
                    <a:pt x="359074" y="263559"/>
                  </a:cubicBezTo>
                  <a:cubicBezTo>
                    <a:pt x="359319" y="264296"/>
                    <a:pt x="359565" y="265032"/>
                    <a:pt x="359818" y="265791"/>
                  </a:cubicBezTo>
                  <a:cubicBezTo>
                    <a:pt x="361411" y="264466"/>
                    <a:pt x="361411" y="264466"/>
                    <a:pt x="361632" y="262815"/>
                  </a:cubicBezTo>
                  <a:cubicBezTo>
                    <a:pt x="362050" y="261327"/>
                    <a:pt x="362050" y="261327"/>
                    <a:pt x="364283" y="259838"/>
                  </a:cubicBezTo>
                  <a:cubicBezTo>
                    <a:pt x="364825" y="258618"/>
                    <a:pt x="365314" y="257373"/>
                    <a:pt x="365771" y="256118"/>
                  </a:cubicBezTo>
                  <a:cubicBezTo>
                    <a:pt x="367780" y="251764"/>
                    <a:pt x="367780" y="251764"/>
                    <a:pt x="369492" y="250909"/>
                  </a:cubicBezTo>
                  <a:cubicBezTo>
                    <a:pt x="369599" y="250295"/>
                    <a:pt x="369706" y="249681"/>
                    <a:pt x="369817" y="249048"/>
                  </a:cubicBezTo>
                  <a:cubicBezTo>
                    <a:pt x="369955" y="248434"/>
                    <a:pt x="370093" y="247820"/>
                    <a:pt x="370236" y="247188"/>
                  </a:cubicBezTo>
                  <a:cubicBezTo>
                    <a:pt x="370972" y="246942"/>
                    <a:pt x="371709" y="246697"/>
                    <a:pt x="372468" y="246444"/>
                  </a:cubicBezTo>
                  <a:cubicBezTo>
                    <a:pt x="372727" y="244957"/>
                    <a:pt x="372974" y="243469"/>
                    <a:pt x="373212" y="241979"/>
                  </a:cubicBezTo>
                  <a:cubicBezTo>
                    <a:pt x="374328" y="240770"/>
                    <a:pt x="374328" y="240770"/>
                    <a:pt x="375445" y="239746"/>
                  </a:cubicBezTo>
                  <a:cubicBezTo>
                    <a:pt x="375567" y="239209"/>
                    <a:pt x="375690" y="238672"/>
                    <a:pt x="375817" y="238119"/>
                  </a:cubicBezTo>
                  <a:cubicBezTo>
                    <a:pt x="375939" y="237674"/>
                    <a:pt x="376062" y="237228"/>
                    <a:pt x="376189" y="236770"/>
                  </a:cubicBezTo>
                  <a:cubicBezTo>
                    <a:pt x="376925" y="236770"/>
                    <a:pt x="377662" y="236770"/>
                    <a:pt x="378421" y="236770"/>
                  </a:cubicBezTo>
                  <a:cubicBezTo>
                    <a:pt x="378421" y="235296"/>
                    <a:pt x="378421" y="233823"/>
                    <a:pt x="378421" y="232305"/>
                  </a:cubicBezTo>
                  <a:cubicBezTo>
                    <a:pt x="379158" y="232305"/>
                    <a:pt x="379895" y="232305"/>
                    <a:pt x="380654" y="232305"/>
                  </a:cubicBezTo>
                  <a:cubicBezTo>
                    <a:pt x="380730" y="231599"/>
                    <a:pt x="380807" y="230893"/>
                    <a:pt x="380886" y="230166"/>
                  </a:cubicBezTo>
                  <a:cubicBezTo>
                    <a:pt x="381398" y="227840"/>
                    <a:pt x="381398" y="227840"/>
                    <a:pt x="383630" y="226352"/>
                  </a:cubicBezTo>
                  <a:cubicBezTo>
                    <a:pt x="383630" y="225738"/>
                    <a:pt x="383630" y="225124"/>
                    <a:pt x="383630" y="224492"/>
                  </a:cubicBezTo>
                  <a:cubicBezTo>
                    <a:pt x="383630" y="223878"/>
                    <a:pt x="383630" y="223264"/>
                    <a:pt x="383630" y="222631"/>
                  </a:cubicBezTo>
                  <a:cubicBezTo>
                    <a:pt x="384367" y="222140"/>
                    <a:pt x="385104" y="221649"/>
                    <a:pt x="385863" y="221143"/>
                  </a:cubicBezTo>
                  <a:cubicBezTo>
                    <a:pt x="386108" y="220514"/>
                    <a:pt x="386354" y="219884"/>
                    <a:pt x="386607" y="219236"/>
                  </a:cubicBezTo>
                  <a:cubicBezTo>
                    <a:pt x="386852" y="218638"/>
                    <a:pt x="387098" y="218039"/>
                    <a:pt x="387351" y="217422"/>
                  </a:cubicBezTo>
                  <a:cubicBezTo>
                    <a:pt x="388088" y="217177"/>
                    <a:pt x="388824" y="216931"/>
                    <a:pt x="389583" y="216678"/>
                  </a:cubicBezTo>
                  <a:cubicBezTo>
                    <a:pt x="389769" y="214043"/>
                    <a:pt x="389769" y="214043"/>
                    <a:pt x="389583" y="211469"/>
                  </a:cubicBezTo>
                  <a:cubicBezTo>
                    <a:pt x="390074" y="211469"/>
                    <a:pt x="390566" y="211469"/>
                    <a:pt x="391072" y="211469"/>
                  </a:cubicBezTo>
                  <a:cubicBezTo>
                    <a:pt x="391577" y="209984"/>
                    <a:pt x="392073" y="208496"/>
                    <a:pt x="392560" y="207004"/>
                  </a:cubicBezTo>
                  <a:cubicBezTo>
                    <a:pt x="393051" y="206759"/>
                    <a:pt x="393542" y="206513"/>
                    <a:pt x="394048" y="206260"/>
                  </a:cubicBezTo>
                  <a:cubicBezTo>
                    <a:pt x="394351" y="204533"/>
                    <a:pt x="394602" y="202795"/>
                    <a:pt x="394792" y="201051"/>
                  </a:cubicBezTo>
                  <a:cubicBezTo>
                    <a:pt x="395529" y="201051"/>
                    <a:pt x="396266" y="201051"/>
                    <a:pt x="397025" y="201051"/>
                  </a:cubicBezTo>
                  <a:cubicBezTo>
                    <a:pt x="397270" y="199087"/>
                    <a:pt x="397516" y="197122"/>
                    <a:pt x="397769" y="195098"/>
                  </a:cubicBezTo>
                  <a:cubicBezTo>
                    <a:pt x="398260" y="195098"/>
                    <a:pt x="398751" y="195098"/>
                    <a:pt x="399257" y="195098"/>
                  </a:cubicBezTo>
                  <a:cubicBezTo>
                    <a:pt x="399720" y="193775"/>
                    <a:pt x="399720" y="193775"/>
                    <a:pt x="400001" y="192168"/>
                  </a:cubicBezTo>
                  <a:cubicBezTo>
                    <a:pt x="400327" y="190520"/>
                    <a:pt x="400327" y="190520"/>
                    <a:pt x="400745" y="189145"/>
                  </a:cubicBezTo>
                  <a:cubicBezTo>
                    <a:pt x="401237" y="188899"/>
                    <a:pt x="401728" y="188654"/>
                    <a:pt x="402234" y="188401"/>
                  </a:cubicBezTo>
                  <a:cubicBezTo>
                    <a:pt x="402294" y="187898"/>
                    <a:pt x="402355" y="187395"/>
                    <a:pt x="402417" y="186878"/>
                  </a:cubicBezTo>
                  <a:cubicBezTo>
                    <a:pt x="402695" y="186158"/>
                    <a:pt x="402695" y="186158"/>
                    <a:pt x="402978" y="185424"/>
                  </a:cubicBezTo>
                  <a:cubicBezTo>
                    <a:pt x="405004" y="185134"/>
                    <a:pt x="405004" y="185134"/>
                    <a:pt x="407489" y="185238"/>
                  </a:cubicBezTo>
                  <a:cubicBezTo>
                    <a:pt x="408311" y="185265"/>
                    <a:pt x="409133" y="185292"/>
                    <a:pt x="409980" y="185320"/>
                  </a:cubicBezTo>
                  <a:cubicBezTo>
                    <a:pt x="410616" y="185354"/>
                    <a:pt x="411252" y="185389"/>
                    <a:pt x="411908" y="185424"/>
                  </a:cubicBezTo>
                  <a:cubicBezTo>
                    <a:pt x="411908" y="186161"/>
                    <a:pt x="411908" y="186898"/>
                    <a:pt x="411908" y="187657"/>
                  </a:cubicBezTo>
                  <a:cubicBezTo>
                    <a:pt x="413393" y="188162"/>
                    <a:pt x="414881" y="188658"/>
                    <a:pt x="416372" y="189145"/>
                  </a:cubicBezTo>
                  <a:cubicBezTo>
                    <a:pt x="416618" y="189882"/>
                    <a:pt x="416864" y="190618"/>
                    <a:pt x="417117" y="191377"/>
                  </a:cubicBezTo>
                  <a:cubicBezTo>
                    <a:pt x="417853" y="191485"/>
                    <a:pt x="418590" y="191592"/>
                    <a:pt x="419349" y="191703"/>
                  </a:cubicBezTo>
                  <a:cubicBezTo>
                    <a:pt x="420086" y="191841"/>
                    <a:pt x="420822" y="191979"/>
                    <a:pt x="421581" y="192121"/>
                  </a:cubicBezTo>
                  <a:cubicBezTo>
                    <a:pt x="421829" y="193114"/>
                    <a:pt x="422077" y="194106"/>
                    <a:pt x="422325" y="195098"/>
                  </a:cubicBezTo>
                  <a:cubicBezTo>
                    <a:pt x="423062" y="195221"/>
                    <a:pt x="423799" y="195344"/>
                    <a:pt x="424558" y="195470"/>
                  </a:cubicBezTo>
                  <a:cubicBezTo>
                    <a:pt x="425295" y="195593"/>
                    <a:pt x="426031" y="195716"/>
                    <a:pt x="426790" y="195842"/>
                  </a:cubicBezTo>
                  <a:cubicBezTo>
                    <a:pt x="427059" y="196829"/>
                    <a:pt x="427309" y="197821"/>
                    <a:pt x="427534" y="198819"/>
                  </a:cubicBezTo>
                  <a:cubicBezTo>
                    <a:pt x="428133" y="198819"/>
                    <a:pt x="428732" y="198819"/>
                    <a:pt x="429348" y="198819"/>
                  </a:cubicBezTo>
                  <a:cubicBezTo>
                    <a:pt x="429978" y="198819"/>
                    <a:pt x="430607" y="198819"/>
                    <a:pt x="431255" y="198819"/>
                  </a:cubicBezTo>
                  <a:cubicBezTo>
                    <a:pt x="431470" y="199295"/>
                    <a:pt x="431685" y="199770"/>
                    <a:pt x="431906" y="200261"/>
                  </a:cubicBezTo>
                  <a:cubicBezTo>
                    <a:pt x="432183" y="200767"/>
                    <a:pt x="432459" y="201273"/>
                    <a:pt x="432743" y="201795"/>
                  </a:cubicBezTo>
                  <a:cubicBezTo>
                    <a:pt x="433618" y="201918"/>
                    <a:pt x="434493" y="202041"/>
                    <a:pt x="435394" y="202167"/>
                  </a:cubicBezTo>
                  <a:cubicBezTo>
                    <a:pt x="436239" y="202290"/>
                    <a:pt x="437083" y="202413"/>
                    <a:pt x="437952" y="202539"/>
                  </a:cubicBezTo>
                  <a:cubicBezTo>
                    <a:pt x="438418" y="204028"/>
                    <a:pt x="438418" y="204028"/>
                    <a:pt x="438697" y="205516"/>
                  </a:cubicBezTo>
                  <a:cubicBezTo>
                    <a:pt x="439931" y="205794"/>
                    <a:pt x="441171" y="206042"/>
                    <a:pt x="442417" y="206260"/>
                  </a:cubicBezTo>
                  <a:cubicBezTo>
                    <a:pt x="442663" y="206997"/>
                    <a:pt x="442908" y="207734"/>
                    <a:pt x="443161" y="208493"/>
                  </a:cubicBezTo>
                  <a:cubicBezTo>
                    <a:pt x="444021" y="208600"/>
                    <a:pt x="444880" y="208707"/>
                    <a:pt x="445766" y="208818"/>
                  </a:cubicBezTo>
                  <a:cubicBezTo>
                    <a:pt x="446625" y="208956"/>
                    <a:pt x="447485" y="209094"/>
                    <a:pt x="448370" y="209237"/>
                  </a:cubicBezTo>
                  <a:cubicBezTo>
                    <a:pt x="448647" y="210221"/>
                    <a:pt x="448896" y="211214"/>
                    <a:pt x="449115" y="212213"/>
                  </a:cubicBezTo>
                  <a:cubicBezTo>
                    <a:pt x="451359" y="212825"/>
                    <a:pt x="451359" y="212825"/>
                    <a:pt x="453579" y="212957"/>
                  </a:cubicBezTo>
                  <a:cubicBezTo>
                    <a:pt x="453579" y="213940"/>
                    <a:pt x="453579" y="214922"/>
                    <a:pt x="453579" y="215934"/>
                  </a:cubicBezTo>
                  <a:cubicBezTo>
                    <a:pt x="454193" y="215995"/>
                    <a:pt x="454807" y="216057"/>
                    <a:pt x="455440" y="216120"/>
                  </a:cubicBezTo>
                  <a:cubicBezTo>
                    <a:pt x="456054" y="216304"/>
                    <a:pt x="456668" y="216488"/>
                    <a:pt x="457300" y="216678"/>
                  </a:cubicBezTo>
                  <a:cubicBezTo>
                    <a:pt x="457750" y="218687"/>
                    <a:pt x="457713" y="220617"/>
                    <a:pt x="457300" y="222631"/>
                  </a:cubicBezTo>
                  <a:cubicBezTo>
                    <a:pt x="456563" y="223000"/>
                    <a:pt x="456563" y="223000"/>
                    <a:pt x="455812" y="223375"/>
                  </a:cubicBezTo>
                  <a:cubicBezTo>
                    <a:pt x="455704" y="223851"/>
                    <a:pt x="455597" y="224327"/>
                    <a:pt x="455486" y="224817"/>
                  </a:cubicBezTo>
                  <a:cubicBezTo>
                    <a:pt x="455068" y="226352"/>
                    <a:pt x="455068" y="226352"/>
                    <a:pt x="452835" y="227840"/>
                  </a:cubicBezTo>
                  <a:cubicBezTo>
                    <a:pt x="452712" y="228454"/>
                    <a:pt x="452590" y="229068"/>
                    <a:pt x="452463" y="229701"/>
                  </a:cubicBezTo>
                  <a:cubicBezTo>
                    <a:pt x="452091" y="231561"/>
                    <a:pt x="452091" y="231561"/>
                    <a:pt x="449859" y="233049"/>
                  </a:cubicBezTo>
                  <a:cubicBezTo>
                    <a:pt x="449598" y="233571"/>
                    <a:pt x="449337" y="234093"/>
                    <a:pt x="449068" y="234630"/>
                  </a:cubicBezTo>
                  <a:cubicBezTo>
                    <a:pt x="448838" y="235091"/>
                    <a:pt x="448608" y="235551"/>
                    <a:pt x="448370" y="236026"/>
                  </a:cubicBezTo>
                  <a:cubicBezTo>
                    <a:pt x="447879" y="236026"/>
                    <a:pt x="447388" y="236026"/>
                    <a:pt x="446882" y="236026"/>
                  </a:cubicBezTo>
                  <a:cubicBezTo>
                    <a:pt x="446628" y="237265"/>
                    <a:pt x="446380" y="238505"/>
                    <a:pt x="446138" y="239746"/>
                  </a:cubicBezTo>
                  <a:cubicBezTo>
                    <a:pt x="445401" y="240115"/>
                    <a:pt x="445401" y="240115"/>
                    <a:pt x="444650" y="240491"/>
                  </a:cubicBezTo>
                  <a:cubicBezTo>
                    <a:pt x="444542" y="241074"/>
                    <a:pt x="444435" y="241657"/>
                    <a:pt x="444324" y="242258"/>
                  </a:cubicBezTo>
                  <a:cubicBezTo>
                    <a:pt x="443850" y="244471"/>
                    <a:pt x="443291" y="244955"/>
                    <a:pt x="441673" y="246444"/>
                  </a:cubicBezTo>
                  <a:cubicBezTo>
                    <a:pt x="441412" y="246981"/>
                    <a:pt x="441151" y="247518"/>
                    <a:pt x="440883" y="248072"/>
                  </a:cubicBezTo>
                  <a:cubicBezTo>
                    <a:pt x="440652" y="248517"/>
                    <a:pt x="440422" y="248962"/>
                    <a:pt x="440185" y="249420"/>
                  </a:cubicBezTo>
                  <a:cubicBezTo>
                    <a:pt x="439694" y="249420"/>
                    <a:pt x="439203" y="249420"/>
                    <a:pt x="438697" y="249420"/>
                  </a:cubicBezTo>
                  <a:cubicBezTo>
                    <a:pt x="438589" y="250034"/>
                    <a:pt x="438482" y="250648"/>
                    <a:pt x="438371" y="251281"/>
                  </a:cubicBezTo>
                  <a:cubicBezTo>
                    <a:pt x="438233" y="251895"/>
                    <a:pt x="438095" y="252508"/>
                    <a:pt x="437952" y="253141"/>
                  </a:cubicBezTo>
                  <a:cubicBezTo>
                    <a:pt x="437216" y="253141"/>
                    <a:pt x="436479" y="253141"/>
                    <a:pt x="435720" y="253141"/>
                  </a:cubicBezTo>
                  <a:cubicBezTo>
                    <a:pt x="435789" y="254039"/>
                    <a:pt x="435789" y="254039"/>
                    <a:pt x="435860" y="254955"/>
                  </a:cubicBezTo>
                  <a:cubicBezTo>
                    <a:pt x="435790" y="255899"/>
                    <a:pt x="435790" y="255899"/>
                    <a:pt x="435720" y="256862"/>
                  </a:cubicBezTo>
                  <a:cubicBezTo>
                    <a:pt x="434983" y="257107"/>
                    <a:pt x="434247" y="257353"/>
                    <a:pt x="433488" y="257606"/>
                  </a:cubicBezTo>
                  <a:cubicBezTo>
                    <a:pt x="433216" y="258841"/>
                    <a:pt x="432967" y="260082"/>
                    <a:pt x="432743" y="261327"/>
                  </a:cubicBezTo>
                  <a:cubicBezTo>
                    <a:pt x="432252" y="261327"/>
                    <a:pt x="431761" y="261327"/>
                    <a:pt x="431255" y="261327"/>
                  </a:cubicBezTo>
                  <a:cubicBezTo>
                    <a:pt x="431071" y="261818"/>
                    <a:pt x="430887" y="262309"/>
                    <a:pt x="430697" y="262815"/>
                  </a:cubicBezTo>
                  <a:cubicBezTo>
                    <a:pt x="429598" y="265452"/>
                    <a:pt x="428069" y="267387"/>
                    <a:pt x="426299" y="269611"/>
                  </a:cubicBezTo>
                  <a:cubicBezTo>
                    <a:pt x="425164" y="271049"/>
                    <a:pt x="425164" y="271049"/>
                    <a:pt x="424558" y="273233"/>
                  </a:cubicBezTo>
                  <a:cubicBezTo>
                    <a:pt x="423821" y="273724"/>
                    <a:pt x="423085" y="274215"/>
                    <a:pt x="422325" y="274721"/>
                  </a:cubicBezTo>
                  <a:cubicBezTo>
                    <a:pt x="422203" y="275243"/>
                    <a:pt x="422080" y="275765"/>
                    <a:pt x="421953" y="276302"/>
                  </a:cubicBezTo>
                  <a:cubicBezTo>
                    <a:pt x="421831" y="276763"/>
                    <a:pt x="421708" y="277223"/>
                    <a:pt x="421581" y="277698"/>
                  </a:cubicBezTo>
                  <a:cubicBezTo>
                    <a:pt x="420845" y="277698"/>
                    <a:pt x="420108" y="277698"/>
                    <a:pt x="419349" y="277698"/>
                  </a:cubicBezTo>
                  <a:cubicBezTo>
                    <a:pt x="419349" y="278925"/>
                    <a:pt x="419349" y="280153"/>
                    <a:pt x="419349" y="281418"/>
                  </a:cubicBezTo>
                  <a:cubicBezTo>
                    <a:pt x="418612" y="281418"/>
                    <a:pt x="417876" y="281418"/>
                    <a:pt x="417117" y="281418"/>
                  </a:cubicBezTo>
                  <a:cubicBezTo>
                    <a:pt x="416832" y="282651"/>
                    <a:pt x="416585" y="283892"/>
                    <a:pt x="416372" y="285139"/>
                  </a:cubicBezTo>
                  <a:cubicBezTo>
                    <a:pt x="415636" y="285507"/>
                    <a:pt x="415636" y="285507"/>
                    <a:pt x="414884" y="285883"/>
                  </a:cubicBezTo>
                  <a:cubicBezTo>
                    <a:pt x="414685" y="286558"/>
                    <a:pt x="414485" y="287234"/>
                    <a:pt x="414279" y="287930"/>
                  </a:cubicBezTo>
                  <a:cubicBezTo>
                    <a:pt x="413242" y="290770"/>
                    <a:pt x="411846" y="292004"/>
                    <a:pt x="409675" y="294069"/>
                  </a:cubicBezTo>
                  <a:cubicBezTo>
                    <a:pt x="408919" y="295301"/>
                    <a:pt x="408171" y="296540"/>
                    <a:pt x="407443" y="297789"/>
                  </a:cubicBezTo>
                  <a:cubicBezTo>
                    <a:pt x="406706" y="298158"/>
                    <a:pt x="406706" y="298158"/>
                    <a:pt x="405954" y="298534"/>
                  </a:cubicBezTo>
                  <a:cubicBezTo>
                    <a:pt x="405832" y="299025"/>
                    <a:pt x="405709" y="299516"/>
                    <a:pt x="405582" y="300022"/>
                  </a:cubicBezTo>
                  <a:cubicBezTo>
                    <a:pt x="405460" y="300513"/>
                    <a:pt x="405337" y="301004"/>
                    <a:pt x="405210" y="301510"/>
                  </a:cubicBezTo>
                  <a:cubicBezTo>
                    <a:pt x="404474" y="301878"/>
                    <a:pt x="404474" y="301878"/>
                    <a:pt x="403722" y="302254"/>
                  </a:cubicBezTo>
                  <a:cubicBezTo>
                    <a:pt x="403492" y="302761"/>
                    <a:pt x="403262" y="303267"/>
                    <a:pt x="403024" y="303789"/>
                  </a:cubicBezTo>
                  <a:cubicBezTo>
                    <a:pt x="402763" y="304265"/>
                    <a:pt x="402503" y="304741"/>
                    <a:pt x="402234" y="305231"/>
                  </a:cubicBezTo>
                  <a:cubicBezTo>
                    <a:pt x="401497" y="305231"/>
                    <a:pt x="400760" y="305231"/>
                    <a:pt x="400001" y="305231"/>
                  </a:cubicBezTo>
                  <a:cubicBezTo>
                    <a:pt x="400001" y="306213"/>
                    <a:pt x="400001" y="307195"/>
                    <a:pt x="400001" y="308207"/>
                  </a:cubicBezTo>
                  <a:cubicBezTo>
                    <a:pt x="399265" y="308207"/>
                    <a:pt x="398528" y="308207"/>
                    <a:pt x="397769" y="308207"/>
                  </a:cubicBezTo>
                  <a:cubicBezTo>
                    <a:pt x="397838" y="309105"/>
                    <a:pt x="397838" y="309105"/>
                    <a:pt x="397908" y="310021"/>
                  </a:cubicBezTo>
                  <a:cubicBezTo>
                    <a:pt x="397839" y="310965"/>
                    <a:pt x="397839" y="310965"/>
                    <a:pt x="397769" y="311928"/>
                  </a:cubicBezTo>
                  <a:cubicBezTo>
                    <a:pt x="397032" y="312174"/>
                    <a:pt x="396295" y="312419"/>
                    <a:pt x="395536" y="312672"/>
                  </a:cubicBezTo>
                  <a:cubicBezTo>
                    <a:pt x="395260" y="313657"/>
                    <a:pt x="395011" y="314650"/>
                    <a:pt x="394792" y="315649"/>
                  </a:cubicBezTo>
                  <a:cubicBezTo>
                    <a:pt x="394056" y="316017"/>
                    <a:pt x="394056" y="316017"/>
                    <a:pt x="393304" y="316393"/>
                  </a:cubicBezTo>
                  <a:cubicBezTo>
                    <a:pt x="393058" y="316884"/>
                    <a:pt x="392813" y="317375"/>
                    <a:pt x="392560" y="317881"/>
                  </a:cubicBezTo>
                  <a:cubicBezTo>
                    <a:pt x="391816" y="319369"/>
                    <a:pt x="391816" y="319369"/>
                    <a:pt x="390327" y="320114"/>
                  </a:cubicBezTo>
                  <a:cubicBezTo>
                    <a:pt x="390128" y="320789"/>
                    <a:pt x="389928" y="321464"/>
                    <a:pt x="389723" y="322160"/>
                  </a:cubicBezTo>
                  <a:cubicBezTo>
                    <a:pt x="388676" y="325026"/>
                    <a:pt x="387338" y="326234"/>
                    <a:pt x="385118" y="328299"/>
                  </a:cubicBezTo>
                  <a:cubicBezTo>
                    <a:pt x="382255" y="331025"/>
                    <a:pt x="382255" y="331025"/>
                    <a:pt x="381165" y="334703"/>
                  </a:cubicBezTo>
                  <a:cubicBezTo>
                    <a:pt x="381165" y="336552"/>
                    <a:pt x="381234" y="338364"/>
                    <a:pt x="381398" y="340205"/>
                  </a:cubicBezTo>
                  <a:cubicBezTo>
                    <a:pt x="382134" y="340205"/>
                    <a:pt x="382871" y="340205"/>
                    <a:pt x="383630" y="340205"/>
                  </a:cubicBezTo>
                  <a:cubicBezTo>
                    <a:pt x="383751" y="341732"/>
                    <a:pt x="383872" y="343258"/>
                    <a:pt x="383994" y="344784"/>
                  </a:cubicBezTo>
                  <a:cubicBezTo>
                    <a:pt x="384119" y="345237"/>
                    <a:pt x="384245" y="345691"/>
                    <a:pt x="384374" y="346159"/>
                  </a:cubicBezTo>
                  <a:cubicBezTo>
                    <a:pt x="385111" y="346404"/>
                    <a:pt x="385848" y="346650"/>
                    <a:pt x="386607" y="346903"/>
                  </a:cubicBezTo>
                  <a:cubicBezTo>
                    <a:pt x="386607" y="348887"/>
                    <a:pt x="386607" y="350871"/>
                    <a:pt x="386607" y="352856"/>
                  </a:cubicBezTo>
                  <a:cubicBezTo>
                    <a:pt x="387343" y="353101"/>
                    <a:pt x="388080" y="353347"/>
                    <a:pt x="388839" y="353600"/>
                  </a:cubicBezTo>
                  <a:cubicBezTo>
                    <a:pt x="389087" y="355088"/>
                    <a:pt x="389335" y="356577"/>
                    <a:pt x="389583" y="358065"/>
                  </a:cubicBezTo>
                  <a:cubicBezTo>
                    <a:pt x="390320" y="358310"/>
                    <a:pt x="391057" y="358556"/>
                    <a:pt x="391816" y="358809"/>
                  </a:cubicBezTo>
                  <a:cubicBezTo>
                    <a:pt x="392064" y="360049"/>
                    <a:pt x="392312" y="361289"/>
                    <a:pt x="392560" y="362530"/>
                  </a:cubicBezTo>
                  <a:cubicBezTo>
                    <a:pt x="393297" y="362775"/>
                    <a:pt x="394033" y="363021"/>
                    <a:pt x="394792" y="363274"/>
                  </a:cubicBezTo>
                  <a:cubicBezTo>
                    <a:pt x="395045" y="364761"/>
                    <a:pt x="395293" y="366250"/>
                    <a:pt x="395536" y="367739"/>
                  </a:cubicBezTo>
                  <a:cubicBezTo>
                    <a:pt x="396273" y="368230"/>
                    <a:pt x="397010" y="368721"/>
                    <a:pt x="397769" y="369227"/>
                  </a:cubicBezTo>
                  <a:cubicBezTo>
                    <a:pt x="397908" y="371552"/>
                    <a:pt x="397908" y="371552"/>
                    <a:pt x="397769" y="373692"/>
                  </a:cubicBezTo>
                  <a:cubicBezTo>
                    <a:pt x="398506" y="373692"/>
                    <a:pt x="399242" y="373692"/>
                    <a:pt x="400001" y="373692"/>
                  </a:cubicBezTo>
                  <a:cubicBezTo>
                    <a:pt x="400535" y="374916"/>
                    <a:pt x="401031" y="376158"/>
                    <a:pt x="401490" y="377412"/>
                  </a:cubicBezTo>
                  <a:cubicBezTo>
                    <a:pt x="401981" y="377658"/>
                    <a:pt x="402472" y="377904"/>
                    <a:pt x="402978" y="378157"/>
                  </a:cubicBezTo>
                  <a:cubicBezTo>
                    <a:pt x="403474" y="379645"/>
                    <a:pt x="403970" y="381133"/>
                    <a:pt x="404466" y="382621"/>
                  </a:cubicBezTo>
                  <a:cubicBezTo>
                    <a:pt x="404957" y="382867"/>
                    <a:pt x="405448" y="383113"/>
                    <a:pt x="405954" y="383366"/>
                  </a:cubicBezTo>
                  <a:cubicBezTo>
                    <a:pt x="406047" y="385272"/>
                    <a:pt x="406047" y="385272"/>
                    <a:pt x="405954" y="387086"/>
                  </a:cubicBezTo>
                  <a:cubicBezTo>
                    <a:pt x="406691" y="387086"/>
                    <a:pt x="407428" y="387086"/>
                    <a:pt x="408187" y="387086"/>
                  </a:cubicBezTo>
                  <a:cubicBezTo>
                    <a:pt x="408125" y="387670"/>
                    <a:pt x="408064" y="388253"/>
                    <a:pt x="408001" y="388854"/>
                  </a:cubicBezTo>
                  <a:cubicBezTo>
                    <a:pt x="408062" y="389498"/>
                    <a:pt x="408124" y="390143"/>
                    <a:pt x="408187" y="390807"/>
                  </a:cubicBezTo>
                  <a:cubicBezTo>
                    <a:pt x="409650" y="391663"/>
                    <a:pt x="409650" y="391663"/>
                    <a:pt x="411163" y="392295"/>
                  </a:cubicBezTo>
                  <a:cubicBezTo>
                    <a:pt x="411163" y="393032"/>
                    <a:pt x="411163" y="393769"/>
                    <a:pt x="411163" y="394528"/>
                  </a:cubicBezTo>
                  <a:cubicBezTo>
                    <a:pt x="411900" y="394773"/>
                    <a:pt x="412637" y="395019"/>
                    <a:pt x="413396" y="395272"/>
                  </a:cubicBezTo>
                  <a:cubicBezTo>
                    <a:pt x="413665" y="396259"/>
                    <a:pt x="413915" y="397251"/>
                    <a:pt x="414140" y="398248"/>
                  </a:cubicBezTo>
                  <a:cubicBezTo>
                    <a:pt x="414631" y="398248"/>
                    <a:pt x="415122" y="398248"/>
                    <a:pt x="415628" y="398248"/>
                  </a:cubicBezTo>
                  <a:cubicBezTo>
                    <a:pt x="416914" y="399740"/>
                    <a:pt x="418114" y="401239"/>
                    <a:pt x="419302" y="402806"/>
                  </a:cubicBezTo>
                  <a:cubicBezTo>
                    <a:pt x="420039" y="403760"/>
                    <a:pt x="420775" y="404713"/>
                    <a:pt x="421512" y="405667"/>
                  </a:cubicBezTo>
                  <a:cubicBezTo>
                    <a:pt x="421891" y="406161"/>
                    <a:pt x="422269" y="406655"/>
                    <a:pt x="422660" y="407164"/>
                  </a:cubicBezTo>
                  <a:cubicBezTo>
                    <a:pt x="424504" y="409566"/>
                    <a:pt x="426367" y="411954"/>
                    <a:pt x="428232" y="414340"/>
                  </a:cubicBezTo>
                  <a:cubicBezTo>
                    <a:pt x="428565" y="414771"/>
                    <a:pt x="428899" y="415202"/>
                    <a:pt x="429242" y="415646"/>
                  </a:cubicBezTo>
                  <a:cubicBezTo>
                    <a:pt x="430644" y="417443"/>
                    <a:pt x="432048" y="419132"/>
                    <a:pt x="433677" y="420730"/>
                  </a:cubicBezTo>
                  <a:cubicBezTo>
                    <a:pt x="434976" y="422061"/>
                    <a:pt x="434976" y="422061"/>
                    <a:pt x="435720" y="424293"/>
                  </a:cubicBezTo>
                  <a:cubicBezTo>
                    <a:pt x="436457" y="424539"/>
                    <a:pt x="437193" y="424784"/>
                    <a:pt x="437952" y="425037"/>
                  </a:cubicBezTo>
                  <a:cubicBezTo>
                    <a:pt x="438200" y="426030"/>
                    <a:pt x="438449" y="427022"/>
                    <a:pt x="438697" y="428014"/>
                  </a:cubicBezTo>
                  <a:cubicBezTo>
                    <a:pt x="439433" y="428260"/>
                    <a:pt x="440170" y="428505"/>
                    <a:pt x="440929" y="428758"/>
                  </a:cubicBezTo>
                  <a:cubicBezTo>
                    <a:pt x="441175" y="429495"/>
                    <a:pt x="441420" y="430232"/>
                    <a:pt x="441673" y="430991"/>
                  </a:cubicBezTo>
                  <a:cubicBezTo>
                    <a:pt x="442410" y="431236"/>
                    <a:pt x="443147" y="431482"/>
                    <a:pt x="443906" y="431735"/>
                  </a:cubicBezTo>
                  <a:cubicBezTo>
                    <a:pt x="444151" y="432471"/>
                    <a:pt x="444397" y="433208"/>
                    <a:pt x="444650" y="433967"/>
                  </a:cubicBezTo>
                  <a:cubicBezTo>
                    <a:pt x="445079" y="434182"/>
                    <a:pt x="445509" y="434397"/>
                    <a:pt x="445952" y="434618"/>
                  </a:cubicBezTo>
                  <a:cubicBezTo>
                    <a:pt x="448974" y="436129"/>
                    <a:pt x="451025" y="438212"/>
                    <a:pt x="452091" y="441409"/>
                  </a:cubicBezTo>
                  <a:cubicBezTo>
                    <a:pt x="452828" y="441654"/>
                    <a:pt x="453565" y="441900"/>
                    <a:pt x="454324" y="442153"/>
                  </a:cubicBezTo>
                  <a:cubicBezTo>
                    <a:pt x="454431" y="442659"/>
                    <a:pt x="454538" y="443166"/>
                    <a:pt x="454649" y="443687"/>
                  </a:cubicBezTo>
                  <a:cubicBezTo>
                    <a:pt x="454787" y="444163"/>
                    <a:pt x="454925" y="444639"/>
                    <a:pt x="455068" y="445129"/>
                  </a:cubicBezTo>
                  <a:cubicBezTo>
                    <a:pt x="456050" y="445129"/>
                    <a:pt x="457032" y="445129"/>
                    <a:pt x="458044" y="445129"/>
                  </a:cubicBezTo>
                  <a:cubicBezTo>
                    <a:pt x="458290" y="445866"/>
                    <a:pt x="458535" y="446603"/>
                    <a:pt x="458788" y="447362"/>
                  </a:cubicBezTo>
                  <a:cubicBezTo>
                    <a:pt x="459418" y="447730"/>
                    <a:pt x="460047" y="448098"/>
                    <a:pt x="460695" y="448478"/>
                  </a:cubicBezTo>
                  <a:cubicBezTo>
                    <a:pt x="461294" y="448846"/>
                    <a:pt x="461892" y="449215"/>
                    <a:pt x="462509" y="449594"/>
                  </a:cubicBezTo>
                  <a:cubicBezTo>
                    <a:pt x="462509" y="450331"/>
                    <a:pt x="462509" y="451067"/>
                    <a:pt x="462509" y="451827"/>
                  </a:cubicBezTo>
                  <a:cubicBezTo>
                    <a:pt x="463737" y="451827"/>
                    <a:pt x="464965" y="451827"/>
                    <a:pt x="466230" y="451827"/>
                  </a:cubicBezTo>
                  <a:cubicBezTo>
                    <a:pt x="466230" y="455264"/>
                    <a:pt x="466230" y="458702"/>
                    <a:pt x="466230" y="462244"/>
                  </a:cubicBezTo>
                  <a:cubicBezTo>
                    <a:pt x="465002" y="462244"/>
                    <a:pt x="463774" y="462244"/>
                    <a:pt x="462509" y="462244"/>
                  </a:cubicBezTo>
                  <a:cubicBezTo>
                    <a:pt x="462509" y="463227"/>
                    <a:pt x="462509" y="464209"/>
                    <a:pt x="462509" y="465221"/>
                  </a:cubicBezTo>
                  <a:cubicBezTo>
                    <a:pt x="461772" y="465467"/>
                    <a:pt x="461036" y="465712"/>
                    <a:pt x="460277" y="465965"/>
                  </a:cubicBezTo>
                  <a:cubicBezTo>
                    <a:pt x="459260" y="467048"/>
                    <a:pt x="459260" y="467048"/>
                    <a:pt x="458347" y="468401"/>
                  </a:cubicBezTo>
                  <a:cubicBezTo>
                    <a:pt x="457995" y="468892"/>
                    <a:pt x="457642" y="469383"/>
                    <a:pt x="457280" y="469889"/>
                  </a:cubicBezTo>
                  <a:cubicBezTo>
                    <a:pt x="456918" y="470405"/>
                    <a:pt x="456556" y="470921"/>
                    <a:pt x="456184" y="471453"/>
                  </a:cubicBezTo>
                  <a:cubicBezTo>
                    <a:pt x="455465" y="472468"/>
                    <a:pt x="454744" y="473482"/>
                    <a:pt x="454021" y="474494"/>
                  </a:cubicBezTo>
                  <a:cubicBezTo>
                    <a:pt x="453704" y="474945"/>
                    <a:pt x="453387" y="475396"/>
                    <a:pt x="453061" y="475861"/>
                  </a:cubicBezTo>
                  <a:cubicBezTo>
                    <a:pt x="452091" y="477127"/>
                    <a:pt x="452091" y="477127"/>
                    <a:pt x="450901" y="478269"/>
                  </a:cubicBezTo>
                  <a:cubicBezTo>
                    <a:pt x="449667" y="479405"/>
                    <a:pt x="449667" y="479405"/>
                    <a:pt x="449115" y="481592"/>
                  </a:cubicBezTo>
                  <a:cubicBezTo>
                    <a:pt x="448378" y="482083"/>
                    <a:pt x="447641" y="482574"/>
                    <a:pt x="446882" y="483080"/>
                  </a:cubicBezTo>
                  <a:cubicBezTo>
                    <a:pt x="446759" y="483602"/>
                    <a:pt x="446637" y="484124"/>
                    <a:pt x="446510" y="484662"/>
                  </a:cubicBezTo>
                  <a:cubicBezTo>
                    <a:pt x="446387" y="485122"/>
                    <a:pt x="446265" y="485583"/>
                    <a:pt x="446138" y="486057"/>
                  </a:cubicBezTo>
                  <a:cubicBezTo>
                    <a:pt x="445401" y="486057"/>
                    <a:pt x="444665" y="486057"/>
                    <a:pt x="443906" y="486057"/>
                  </a:cubicBezTo>
                  <a:cubicBezTo>
                    <a:pt x="443975" y="487139"/>
                    <a:pt x="443975" y="487139"/>
                    <a:pt x="444045" y="488243"/>
                  </a:cubicBezTo>
                  <a:cubicBezTo>
                    <a:pt x="443999" y="488995"/>
                    <a:pt x="443953" y="489747"/>
                    <a:pt x="443906" y="490522"/>
                  </a:cubicBezTo>
                  <a:cubicBezTo>
                    <a:pt x="443169" y="490767"/>
                    <a:pt x="442432" y="491013"/>
                    <a:pt x="441673" y="491266"/>
                  </a:cubicBezTo>
                  <a:cubicBezTo>
                    <a:pt x="441395" y="492749"/>
                    <a:pt x="441147" y="494238"/>
                    <a:pt x="440929" y="495731"/>
                  </a:cubicBezTo>
                  <a:cubicBezTo>
                    <a:pt x="440438" y="495976"/>
                    <a:pt x="439947" y="496222"/>
                    <a:pt x="439441" y="496475"/>
                  </a:cubicBezTo>
                  <a:cubicBezTo>
                    <a:pt x="438935" y="497960"/>
                    <a:pt x="438439" y="499449"/>
                    <a:pt x="437952" y="500940"/>
                  </a:cubicBezTo>
                  <a:cubicBezTo>
                    <a:pt x="437461" y="501431"/>
                    <a:pt x="436970" y="501922"/>
                    <a:pt x="436464" y="502428"/>
                  </a:cubicBezTo>
                  <a:cubicBezTo>
                    <a:pt x="436214" y="503950"/>
                    <a:pt x="436136" y="505446"/>
                    <a:pt x="436048" y="506986"/>
                  </a:cubicBezTo>
                  <a:cubicBezTo>
                    <a:pt x="435720" y="508381"/>
                    <a:pt x="435720" y="508381"/>
                    <a:pt x="433488" y="509869"/>
                  </a:cubicBezTo>
                  <a:cubicBezTo>
                    <a:pt x="433426" y="510514"/>
                    <a:pt x="433365" y="511159"/>
                    <a:pt x="433302" y="511823"/>
                  </a:cubicBezTo>
                  <a:cubicBezTo>
                    <a:pt x="433117" y="512406"/>
                    <a:pt x="432933" y="512989"/>
                    <a:pt x="432743" y="513590"/>
                  </a:cubicBezTo>
                  <a:cubicBezTo>
                    <a:pt x="430139" y="514009"/>
                    <a:pt x="430139" y="514009"/>
                    <a:pt x="427534" y="513590"/>
                  </a:cubicBezTo>
                  <a:cubicBezTo>
                    <a:pt x="426976" y="512148"/>
                    <a:pt x="426976" y="512148"/>
                    <a:pt x="426790" y="510614"/>
                  </a:cubicBezTo>
                  <a:cubicBezTo>
                    <a:pt x="426054" y="510368"/>
                    <a:pt x="425317" y="510122"/>
                    <a:pt x="424558" y="509869"/>
                  </a:cubicBezTo>
                  <a:cubicBezTo>
                    <a:pt x="422068" y="507676"/>
                    <a:pt x="420883" y="506331"/>
                    <a:pt x="420093" y="503172"/>
                  </a:cubicBezTo>
                  <a:cubicBezTo>
                    <a:pt x="419587" y="503049"/>
                    <a:pt x="419080" y="502927"/>
                    <a:pt x="418558" y="502800"/>
                  </a:cubicBezTo>
                  <a:cubicBezTo>
                    <a:pt x="418083" y="502677"/>
                    <a:pt x="417607" y="502555"/>
                    <a:pt x="417117" y="502428"/>
                  </a:cubicBezTo>
                  <a:cubicBezTo>
                    <a:pt x="417117" y="501446"/>
                    <a:pt x="417117" y="500464"/>
                    <a:pt x="417117" y="499452"/>
                  </a:cubicBezTo>
                  <a:cubicBezTo>
                    <a:pt x="416134" y="499452"/>
                    <a:pt x="415152" y="499452"/>
                    <a:pt x="414140" y="499452"/>
                  </a:cubicBezTo>
                  <a:cubicBezTo>
                    <a:pt x="414140" y="498469"/>
                    <a:pt x="414140" y="497487"/>
                    <a:pt x="414140" y="496475"/>
                  </a:cubicBezTo>
                  <a:cubicBezTo>
                    <a:pt x="413158" y="496475"/>
                    <a:pt x="412175" y="496475"/>
                    <a:pt x="411163" y="496475"/>
                  </a:cubicBezTo>
                  <a:cubicBezTo>
                    <a:pt x="411163" y="495493"/>
                    <a:pt x="411163" y="494510"/>
                    <a:pt x="411163" y="493498"/>
                  </a:cubicBezTo>
                  <a:cubicBezTo>
                    <a:pt x="410173" y="493242"/>
                    <a:pt x="409181" y="492996"/>
                    <a:pt x="408187" y="492754"/>
                  </a:cubicBezTo>
                  <a:cubicBezTo>
                    <a:pt x="405275" y="490102"/>
                    <a:pt x="402942" y="487156"/>
                    <a:pt x="400606" y="484011"/>
                  </a:cubicBezTo>
                  <a:cubicBezTo>
                    <a:pt x="398473" y="480870"/>
                    <a:pt x="398473" y="480870"/>
                    <a:pt x="395536" y="478616"/>
                  </a:cubicBezTo>
                  <a:cubicBezTo>
                    <a:pt x="395040" y="477623"/>
                    <a:pt x="394544" y="476631"/>
                    <a:pt x="394048" y="475639"/>
                  </a:cubicBezTo>
                  <a:cubicBezTo>
                    <a:pt x="393557" y="475393"/>
                    <a:pt x="393066" y="475148"/>
                    <a:pt x="392560" y="474895"/>
                  </a:cubicBezTo>
                  <a:cubicBezTo>
                    <a:pt x="392314" y="474158"/>
                    <a:pt x="392069" y="473421"/>
                    <a:pt x="391816" y="472662"/>
                  </a:cubicBezTo>
                  <a:cubicBezTo>
                    <a:pt x="391079" y="472171"/>
                    <a:pt x="390342" y="471680"/>
                    <a:pt x="389583" y="471174"/>
                  </a:cubicBezTo>
                  <a:cubicBezTo>
                    <a:pt x="389338" y="470437"/>
                    <a:pt x="389092" y="469701"/>
                    <a:pt x="388839" y="468942"/>
                  </a:cubicBezTo>
                  <a:cubicBezTo>
                    <a:pt x="388455" y="468558"/>
                    <a:pt x="388072" y="468174"/>
                    <a:pt x="387676" y="467779"/>
                  </a:cubicBezTo>
                  <a:cubicBezTo>
                    <a:pt x="386607" y="466709"/>
                    <a:pt x="386607" y="466709"/>
                    <a:pt x="386607" y="465221"/>
                  </a:cubicBezTo>
                  <a:cubicBezTo>
                    <a:pt x="385870" y="464975"/>
                    <a:pt x="385133" y="464730"/>
                    <a:pt x="384374" y="464477"/>
                  </a:cubicBezTo>
                  <a:cubicBezTo>
                    <a:pt x="383605" y="463252"/>
                    <a:pt x="382865" y="462009"/>
                    <a:pt x="382142" y="460756"/>
                  </a:cubicBezTo>
                  <a:cubicBezTo>
                    <a:pt x="380625" y="458778"/>
                    <a:pt x="379047" y="456869"/>
                    <a:pt x="377212" y="455175"/>
                  </a:cubicBezTo>
                  <a:cubicBezTo>
                    <a:pt x="375218" y="453000"/>
                    <a:pt x="374190" y="450252"/>
                    <a:pt x="373212" y="447501"/>
                  </a:cubicBezTo>
                  <a:cubicBezTo>
                    <a:pt x="372844" y="446695"/>
                    <a:pt x="372844" y="446695"/>
                    <a:pt x="372468" y="445873"/>
                  </a:cubicBezTo>
                  <a:cubicBezTo>
                    <a:pt x="371731" y="445628"/>
                    <a:pt x="370995" y="445382"/>
                    <a:pt x="370236" y="445129"/>
                  </a:cubicBezTo>
                  <a:cubicBezTo>
                    <a:pt x="369959" y="444145"/>
                    <a:pt x="369710" y="443152"/>
                    <a:pt x="369492" y="442153"/>
                  </a:cubicBezTo>
                  <a:cubicBezTo>
                    <a:pt x="369000" y="441907"/>
                    <a:pt x="368509" y="441662"/>
                    <a:pt x="368003" y="441409"/>
                  </a:cubicBezTo>
                  <a:cubicBezTo>
                    <a:pt x="367507" y="440168"/>
                    <a:pt x="367011" y="438928"/>
                    <a:pt x="366515" y="437688"/>
                  </a:cubicBezTo>
                  <a:cubicBezTo>
                    <a:pt x="366024" y="437442"/>
                    <a:pt x="365533" y="437197"/>
                    <a:pt x="365027" y="436944"/>
                  </a:cubicBezTo>
                  <a:cubicBezTo>
                    <a:pt x="364919" y="436207"/>
                    <a:pt x="364812" y="435470"/>
                    <a:pt x="364701" y="434711"/>
                  </a:cubicBezTo>
                  <a:cubicBezTo>
                    <a:pt x="364563" y="433975"/>
                    <a:pt x="364425" y="433238"/>
                    <a:pt x="364283" y="432479"/>
                  </a:cubicBezTo>
                  <a:cubicBezTo>
                    <a:pt x="363546" y="432233"/>
                    <a:pt x="362809" y="431988"/>
                    <a:pt x="362050" y="431735"/>
                  </a:cubicBezTo>
                  <a:cubicBezTo>
                    <a:pt x="362050" y="430494"/>
                    <a:pt x="362050" y="429254"/>
                    <a:pt x="362050" y="428014"/>
                  </a:cubicBezTo>
                  <a:cubicBezTo>
                    <a:pt x="361313" y="427768"/>
                    <a:pt x="360577" y="427523"/>
                    <a:pt x="359818" y="427270"/>
                  </a:cubicBezTo>
                  <a:cubicBezTo>
                    <a:pt x="359695" y="426641"/>
                    <a:pt x="359572" y="426011"/>
                    <a:pt x="359446" y="425363"/>
                  </a:cubicBezTo>
                  <a:cubicBezTo>
                    <a:pt x="359323" y="424764"/>
                    <a:pt x="359200" y="424166"/>
                    <a:pt x="359074" y="423549"/>
                  </a:cubicBezTo>
                  <a:cubicBezTo>
                    <a:pt x="358337" y="423549"/>
                    <a:pt x="357600" y="423549"/>
                    <a:pt x="356841" y="423549"/>
                  </a:cubicBezTo>
                  <a:cubicBezTo>
                    <a:pt x="356596" y="422076"/>
                    <a:pt x="356350" y="420602"/>
                    <a:pt x="356097" y="419084"/>
                  </a:cubicBezTo>
                  <a:cubicBezTo>
                    <a:pt x="355360" y="419084"/>
                    <a:pt x="354624" y="419084"/>
                    <a:pt x="353865" y="419084"/>
                  </a:cubicBezTo>
                  <a:cubicBezTo>
                    <a:pt x="353788" y="418271"/>
                    <a:pt x="353711" y="417457"/>
                    <a:pt x="353632" y="416619"/>
                  </a:cubicBezTo>
                  <a:cubicBezTo>
                    <a:pt x="353117" y="413858"/>
                    <a:pt x="352918" y="413335"/>
                    <a:pt x="350888" y="411643"/>
                  </a:cubicBezTo>
                  <a:cubicBezTo>
                    <a:pt x="350642" y="410906"/>
                    <a:pt x="350397" y="410170"/>
                    <a:pt x="350144" y="409410"/>
                  </a:cubicBezTo>
                  <a:cubicBezTo>
                    <a:pt x="349653" y="409165"/>
                    <a:pt x="349162" y="408919"/>
                    <a:pt x="348656" y="408666"/>
                  </a:cubicBezTo>
                  <a:cubicBezTo>
                    <a:pt x="348159" y="406930"/>
                    <a:pt x="347663" y="405194"/>
                    <a:pt x="347167" y="403457"/>
                  </a:cubicBezTo>
                  <a:cubicBezTo>
                    <a:pt x="346676" y="403212"/>
                    <a:pt x="346185" y="402966"/>
                    <a:pt x="345679" y="402713"/>
                  </a:cubicBezTo>
                  <a:cubicBezTo>
                    <a:pt x="345422" y="400978"/>
                    <a:pt x="345175" y="399242"/>
                    <a:pt x="344935" y="397504"/>
                  </a:cubicBezTo>
                  <a:cubicBezTo>
                    <a:pt x="344444" y="396768"/>
                    <a:pt x="343953" y="396031"/>
                    <a:pt x="343447" y="395272"/>
                  </a:cubicBezTo>
                  <a:cubicBezTo>
                    <a:pt x="343443" y="396134"/>
                    <a:pt x="343443" y="396134"/>
                    <a:pt x="343439" y="397013"/>
                  </a:cubicBezTo>
                  <a:cubicBezTo>
                    <a:pt x="343379" y="410973"/>
                    <a:pt x="343310" y="424934"/>
                    <a:pt x="343233" y="438894"/>
                  </a:cubicBezTo>
                  <a:cubicBezTo>
                    <a:pt x="343195" y="445645"/>
                    <a:pt x="343161" y="452396"/>
                    <a:pt x="343133" y="459147"/>
                  </a:cubicBezTo>
                  <a:cubicBezTo>
                    <a:pt x="343108" y="465029"/>
                    <a:pt x="343079" y="470911"/>
                    <a:pt x="343043" y="476793"/>
                  </a:cubicBezTo>
                  <a:cubicBezTo>
                    <a:pt x="343024" y="479910"/>
                    <a:pt x="343008" y="483026"/>
                    <a:pt x="342998" y="486142"/>
                  </a:cubicBezTo>
                  <a:cubicBezTo>
                    <a:pt x="342988" y="489072"/>
                    <a:pt x="342972" y="492002"/>
                    <a:pt x="342950" y="494932"/>
                  </a:cubicBezTo>
                  <a:cubicBezTo>
                    <a:pt x="342943" y="496011"/>
                    <a:pt x="342939" y="497089"/>
                    <a:pt x="342937" y="498167"/>
                  </a:cubicBezTo>
                  <a:cubicBezTo>
                    <a:pt x="342935" y="499634"/>
                    <a:pt x="342923" y="501100"/>
                    <a:pt x="342910" y="502566"/>
                  </a:cubicBezTo>
                  <a:cubicBezTo>
                    <a:pt x="342906" y="503388"/>
                    <a:pt x="342901" y="504211"/>
                    <a:pt x="342897" y="505058"/>
                  </a:cubicBezTo>
                  <a:cubicBezTo>
                    <a:pt x="342833" y="505664"/>
                    <a:pt x="342769" y="506269"/>
                    <a:pt x="342702" y="506893"/>
                  </a:cubicBezTo>
                  <a:cubicBezTo>
                    <a:pt x="342211" y="507138"/>
                    <a:pt x="341720" y="507384"/>
                    <a:pt x="341214" y="507637"/>
                  </a:cubicBezTo>
                  <a:cubicBezTo>
                    <a:pt x="340613" y="510162"/>
                    <a:pt x="340480" y="512293"/>
                    <a:pt x="340610" y="514892"/>
                  </a:cubicBezTo>
                  <a:cubicBezTo>
                    <a:pt x="340564" y="515691"/>
                    <a:pt x="340517" y="516489"/>
                    <a:pt x="340470" y="517311"/>
                  </a:cubicBezTo>
                  <a:cubicBezTo>
                    <a:pt x="339980" y="517535"/>
                    <a:pt x="339490" y="517760"/>
                    <a:pt x="338985" y="517991"/>
                  </a:cubicBezTo>
                  <a:cubicBezTo>
                    <a:pt x="338493" y="518258"/>
                    <a:pt x="338000" y="518524"/>
                    <a:pt x="337493" y="518799"/>
                  </a:cubicBezTo>
                  <a:cubicBezTo>
                    <a:pt x="337133" y="520438"/>
                    <a:pt x="337133" y="520438"/>
                    <a:pt x="337307" y="522241"/>
                  </a:cubicBezTo>
                  <a:cubicBezTo>
                    <a:pt x="337334" y="522849"/>
                    <a:pt x="337361" y="523457"/>
                    <a:pt x="337389" y="524084"/>
                  </a:cubicBezTo>
                  <a:cubicBezTo>
                    <a:pt x="337423" y="524550"/>
                    <a:pt x="337458" y="525016"/>
                    <a:pt x="337493" y="525496"/>
                  </a:cubicBezTo>
                  <a:cubicBezTo>
                    <a:pt x="336757" y="525496"/>
                    <a:pt x="336020" y="525496"/>
                    <a:pt x="335261" y="525496"/>
                  </a:cubicBezTo>
                  <a:cubicBezTo>
                    <a:pt x="335184" y="526202"/>
                    <a:pt x="335108" y="526908"/>
                    <a:pt x="335029" y="527636"/>
                  </a:cubicBezTo>
                  <a:cubicBezTo>
                    <a:pt x="334517" y="529961"/>
                    <a:pt x="334517" y="529961"/>
                    <a:pt x="332284" y="531450"/>
                  </a:cubicBezTo>
                  <a:cubicBezTo>
                    <a:pt x="332039" y="532186"/>
                    <a:pt x="331793" y="532923"/>
                    <a:pt x="331540" y="533682"/>
                  </a:cubicBezTo>
                  <a:cubicBezTo>
                    <a:pt x="330804" y="533682"/>
                    <a:pt x="330067" y="533682"/>
                    <a:pt x="329308" y="533682"/>
                  </a:cubicBezTo>
                  <a:cubicBezTo>
                    <a:pt x="329308" y="534910"/>
                    <a:pt x="329308" y="536138"/>
                    <a:pt x="329308" y="537403"/>
                  </a:cubicBezTo>
                  <a:cubicBezTo>
                    <a:pt x="328326" y="537403"/>
                    <a:pt x="327343" y="537403"/>
                    <a:pt x="326331" y="537403"/>
                  </a:cubicBezTo>
                  <a:cubicBezTo>
                    <a:pt x="326331" y="538385"/>
                    <a:pt x="326331" y="539367"/>
                    <a:pt x="326331" y="540379"/>
                  </a:cubicBezTo>
                  <a:cubicBezTo>
                    <a:pt x="325091" y="540627"/>
                    <a:pt x="323851" y="540875"/>
                    <a:pt x="322611" y="541123"/>
                  </a:cubicBezTo>
                  <a:cubicBezTo>
                    <a:pt x="322611" y="542106"/>
                    <a:pt x="322611" y="543088"/>
                    <a:pt x="322611" y="544100"/>
                  </a:cubicBezTo>
                  <a:cubicBezTo>
                    <a:pt x="321372" y="544354"/>
                    <a:pt x="320131" y="544602"/>
                    <a:pt x="318890" y="544844"/>
                  </a:cubicBezTo>
                  <a:cubicBezTo>
                    <a:pt x="318798" y="545351"/>
                    <a:pt x="318706" y="545857"/>
                    <a:pt x="318611" y="546379"/>
                  </a:cubicBezTo>
                  <a:cubicBezTo>
                    <a:pt x="318381" y="547093"/>
                    <a:pt x="318381" y="547093"/>
                    <a:pt x="318146" y="547821"/>
                  </a:cubicBezTo>
                  <a:cubicBezTo>
                    <a:pt x="316409" y="547821"/>
                    <a:pt x="314673" y="547821"/>
                    <a:pt x="312937" y="547821"/>
                  </a:cubicBezTo>
                  <a:cubicBezTo>
                    <a:pt x="312845" y="548313"/>
                    <a:pt x="312753" y="548805"/>
                    <a:pt x="312658" y="549312"/>
                  </a:cubicBezTo>
                  <a:cubicBezTo>
                    <a:pt x="312428" y="550047"/>
                    <a:pt x="312428" y="550047"/>
                    <a:pt x="312193" y="550797"/>
                  </a:cubicBezTo>
                  <a:cubicBezTo>
                    <a:pt x="310026" y="550986"/>
                    <a:pt x="308007" y="550742"/>
                    <a:pt x="305844" y="550539"/>
                  </a:cubicBezTo>
                  <a:cubicBezTo>
                    <a:pt x="304935" y="550667"/>
                    <a:pt x="304935" y="550667"/>
                    <a:pt x="304007" y="550797"/>
                  </a:cubicBezTo>
                  <a:cubicBezTo>
                    <a:pt x="303915" y="551403"/>
                    <a:pt x="303823" y="552008"/>
                    <a:pt x="303728" y="552631"/>
                  </a:cubicBezTo>
                  <a:cubicBezTo>
                    <a:pt x="303575" y="553254"/>
                    <a:pt x="303421" y="553877"/>
                    <a:pt x="303263" y="554518"/>
                  </a:cubicBezTo>
                  <a:cubicBezTo>
                    <a:pt x="301273" y="554876"/>
                    <a:pt x="299675" y="555005"/>
                    <a:pt x="297682" y="554983"/>
                  </a:cubicBezTo>
                  <a:cubicBezTo>
                    <a:pt x="295782" y="554983"/>
                    <a:pt x="294000" y="555071"/>
                    <a:pt x="292101" y="555262"/>
                  </a:cubicBezTo>
                  <a:cubicBezTo>
                    <a:pt x="291855" y="555999"/>
                    <a:pt x="291610" y="556735"/>
                    <a:pt x="291357" y="557494"/>
                  </a:cubicBezTo>
                  <a:cubicBezTo>
                    <a:pt x="289290" y="557763"/>
                    <a:pt x="289290" y="557763"/>
                    <a:pt x="286491" y="557748"/>
                  </a:cubicBezTo>
                  <a:cubicBezTo>
                    <a:pt x="285728" y="557748"/>
                    <a:pt x="285728" y="557748"/>
                    <a:pt x="284951" y="557749"/>
                  </a:cubicBezTo>
                  <a:cubicBezTo>
                    <a:pt x="283263" y="557747"/>
                    <a:pt x="281577" y="557730"/>
                    <a:pt x="279889" y="557712"/>
                  </a:cubicBezTo>
                  <a:cubicBezTo>
                    <a:pt x="278723" y="557708"/>
                    <a:pt x="277556" y="557705"/>
                    <a:pt x="276389" y="557703"/>
                  </a:cubicBezTo>
                  <a:cubicBezTo>
                    <a:pt x="273312" y="557694"/>
                    <a:pt x="270236" y="557672"/>
                    <a:pt x="267159" y="557648"/>
                  </a:cubicBezTo>
                  <a:cubicBezTo>
                    <a:pt x="264022" y="557625"/>
                    <a:pt x="260884" y="557615"/>
                    <a:pt x="257747" y="557603"/>
                  </a:cubicBezTo>
                  <a:cubicBezTo>
                    <a:pt x="251587" y="557579"/>
                    <a:pt x="245427" y="557541"/>
                    <a:pt x="239267" y="557494"/>
                  </a:cubicBezTo>
                  <a:cubicBezTo>
                    <a:pt x="239251" y="556864"/>
                    <a:pt x="239251" y="556864"/>
                    <a:pt x="239234" y="556220"/>
                  </a:cubicBezTo>
                  <a:cubicBezTo>
                    <a:pt x="239179" y="554319"/>
                    <a:pt x="239107" y="552419"/>
                    <a:pt x="239034" y="550518"/>
                  </a:cubicBezTo>
                  <a:cubicBezTo>
                    <a:pt x="239018" y="549856"/>
                    <a:pt x="239001" y="549194"/>
                    <a:pt x="238983" y="548512"/>
                  </a:cubicBezTo>
                  <a:cubicBezTo>
                    <a:pt x="238944" y="547563"/>
                    <a:pt x="238944" y="547563"/>
                    <a:pt x="238904" y="546594"/>
                  </a:cubicBezTo>
                  <a:cubicBezTo>
                    <a:pt x="238884" y="546009"/>
                    <a:pt x="238865" y="545425"/>
                    <a:pt x="238845" y="544823"/>
                  </a:cubicBezTo>
                  <a:cubicBezTo>
                    <a:pt x="238635" y="543058"/>
                    <a:pt x="238635" y="543058"/>
                    <a:pt x="236290" y="541868"/>
                  </a:cubicBezTo>
                  <a:cubicBezTo>
                    <a:pt x="236005" y="539926"/>
                    <a:pt x="235842" y="538143"/>
                    <a:pt x="235779" y="536193"/>
                  </a:cubicBezTo>
                  <a:cubicBezTo>
                    <a:pt x="235753" y="535668"/>
                    <a:pt x="235728" y="535142"/>
                    <a:pt x="235702" y="534601"/>
                  </a:cubicBezTo>
                  <a:cubicBezTo>
                    <a:pt x="235640" y="533303"/>
                    <a:pt x="235592" y="532004"/>
                    <a:pt x="235546" y="530705"/>
                  </a:cubicBezTo>
                  <a:cubicBezTo>
                    <a:pt x="234809" y="530705"/>
                    <a:pt x="234073" y="530705"/>
                    <a:pt x="233314" y="530705"/>
                  </a:cubicBezTo>
                  <a:cubicBezTo>
                    <a:pt x="233277" y="530016"/>
                    <a:pt x="233241" y="529326"/>
                    <a:pt x="233203" y="528615"/>
                  </a:cubicBezTo>
                  <a:cubicBezTo>
                    <a:pt x="233120" y="527279"/>
                    <a:pt x="233120" y="527279"/>
                    <a:pt x="233035" y="525915"/>
                  </a:cubicBezTo>
                  <a:cubicBezTo>
                    <a:pt x="232983" y="525026"/>
                    <a:pt x="232931" y="524137"/>
                    <a:pt x="232878" y="523220"/>
                  </a:cubicBezTo>
                  <a:cubicBezTo>
                    <a:pt x="232776" y="522498"/>
                    <a:pt x="232674" y="521776"/>
                    <a:pt x="232570" y="521032"/>
                  </a:cubicBezTo>
                  <a:cubicBezTo>
                    <a:pt x="232078" y="520786"/>
                    <a:pt x="231587" y="520540"/>
                    <a:pt x="231081" y="520287"/>
                  </a:cubicBezTo>
                  <a:cubicBezTo>
                    <a:pt x="230818" y="518364"/>
                    <a:pt x="230751" y="516460"/>
                    <a:pt x="230666" y="514520"/>
                  </a:cubicBezTo>
                  <a:cubicBezTo>
                    <a:pt x="230557" y="513968"/>
                    <a:pt x="230449" y="513415"/>
                    <a:pt x="230337" y="512846"/>
                  </a:cubicBezTo>
                  <a:cubicBezTo>
                    <a:pt x="229601" y="512600"/>
                    <a:pt x="228864" y="512355"/>
                    <a:pt x="228105" y="512102"/>
                  </a:cubicBezTo>
                  <a:cubicBezTo>
                    <a:pt x="227724" y="510076"/>
                    <a:pt x="227724" y="510076"/>
                    <a:pt x="227593" y="507591"/>
                  </a:cubicBezTo>
                  <a:cubicBezTo>
                    <a:pt x="227544" y="506768"/>
                    <a:pt x="227495" y="505946"/>
                    <a:pt x="227445" y="505099"/>
                  </a:cubicBezTo>
                  <a:cubicBezTo>
                    <a:pt x="227417" y="504463"/>
                    <a:pt x="227389" y="503827"/>
                    <a:pt x="227361" y="503172"/>
                  </a:cubicBezTo>
                  <a:cubicBezTo>
                    <a:pt x="226624" y="503172"/>
                    <a:pt x="225887" y="503172"/>
                    <a:pt x="225128" y="503172"/>
                  </a:cubicBezTo>
                  <a:cubicBezTo>
                    <a:pt x="225092" y="502697"/>
                    <a:pt x="225055" y="502223"/>
                    <a:pt x="225018" y="501733"/>
                  </a:cubicBezTo>
                  <a:cubicBezTo>
                    <a:pt x="224934" y="500811"/>
                    <a:pt x="224934" y="500811"/>
                    <a:pt x="224849" y="499870"/>
                  </a:cubicBezTo>
                  <a:cubicBezTo>
                    <a:pt x="224797" y="499257"/>
                    <a:pt x="224746" y="498644"/>
                    <a:pt x="224692" y="498013"/>
                  </a:cubicBezTo>
                  <a:cubicBezTo>
                    <a:pt x="224591" y="497505"/>
                    <a:pt x="224489" y="496998"/>
                    <a:pt x="224384" y="496475"/>
                  </a:cubicBezTo>
                  <a:cubicBezTo>
                    <a:pt x="223893" y="496229"/>
                    <a:pt x="223402" y="495984"/>
                    <a:pt x="222896" y="495731"/>
                  </a:cubicBezTo>
                  <a:cubicBezTo>
                    <a:pt x="222750" y="493542"/>
                    <a:pt x="222750" y="493542"/>
                    <a:pt x="222803" y="490847"/>
                  </a:cubicBezTo>
                  <a:cubicBezTo>
                    <a:pt x="222816" y="489956"/>
                    <a:pt x="222830" y="489065"/>
                    <a:pt x="222843" y="488147"/>
                  </a:cubicBezTo>
                  <a:cubicBezTo>
                    <a:pt x="222861" y="487457"/>
                    <a:pt x="222878" y="486768"/>
                    <a:pt x="222896" y="486057"/>
                  </a:cubicBezTo>
                  <a:cubicBezTo>
                    <a:pt x="223620" y="486065"/>
                    <a:pt x="224344" y="486074"/>
                    <a:pt x="225089" y="486082"/>
                  </a:cubicBezTo>
                  <a:cubicBezTo>
                    <a:pt x="231900" y="486157"/>
                    <a:pt x="238711" y="486213"/>
                    <a:pt x="245522" y="486250"/>
                  </a:cubicBezTo>
                  <a:cubicBezTo>
                    <a:pt x="249024" y="486269"/>
                    <a:pt x="252526" y="486296"/>
                    <a:pt x="256028" y="486338"/>
                  </a:cubicBezTo>
                  <a:cubicBezTo>
                    <a:pt x="259405" y="486378"/>
                    <a:pt x="262782" y="486400"/>
                    <a:pt x="266160" y="486410"/>
                  </a:cubicBezTo>
                  <a:cubicBezTo>
                    <a:pt x="267451" y="486417"/>
                    <a:pt x="268742" y="486430"/>
                    <a:pt x="270032" y="486450"/>
                  </a:cubicBezTo>
                  <a:cubicBezTo>
                    <a:pt x="271836" y="486477"/>
                    <a:pt x="273638" y="486481"/>
                    <a:pt x="275442" y="486479"/>
                  </a:cubicBezTo>
                  <a:cubicBezTo>
                    <a:pt x="276248" y="486499"/>
                    <a:pt x="276248" y="486499"/>
                    <a:pt x="277070" y="486520"/>
                  </a:cubicBezTo>
                  <a:cubicBezTo>
                    <a:pt x="278717" y="486546"/>
                    <a:pt x="278717" y="486546"/>
                    <a:pt x="280939" y="486057"/>
                  </a:cubicBezTo>
                  <a:cubicBezTo>
                    <a:pt x="282290" y="483527"/>
                    <a:pt x="282612" y="481381"/>
                    <a:pt x="282606" y="478542"/>
                  </a:cubicBezTo>
                  <a:cubicBezTo>
                    <a:pt x="282608" y="477795"/>
                    <a:pt x="282610" y="477048"/>
                    <a:pt x="282612" y="476278"/>
                  </a:cubicBezTo>
                  <a:cubicBezTo>
                    <a:pt x="282607" y="475467"/>
                    <a:pt x="282602" y="474656"/>
                    <a:pt x="282596" y="473820"/>
                  </a:cubicBezTo>
                  <a:cubicBezTo>
                    <a:pt x="282596" y="472529"/>
                    <a:pt x="282596" y="472529"/>
                    <a:pt x="282597" y="471212"/>
                  </a:cubicBezTo>
                  <a:cubicBezTo>
                    <a:pt x="282596" y="468368"/>
                    <a:pt x="282584" y="465524"/>
                    <a:pt x="282572" y="462680"/>
                  </a:cubicBezTo>
                  <a:cubicBezTo>
                    <a:pt x="282570" y="460706"/>
                    <a:pt x="282567" y="458731"/>
                    <a:pt x="282566" y="456756"/>
                  </a:cubicBezTo>
                  <a:cubicBezTo>
                    <a:pt x="282561" y="452089"/>
                    <a:pt x="282549" y="447422"/>
                    <a:pt x="282534" y="442755"/>
                  </a:cubicBezTo>
                  <a:cubicBezTo>
                    <a:pt x="282518" y="437449"/>
                    <a:pt x="282509" y="432144"/>
                    <a:pt x="282502" y="426838"/>
                  </a:cubicBezTo>
                  <a:cubicBezTo>
                    <a:pt x="282487" y="416369"/>
                    <a:pt x="282463" y="405900"/>
                    <a:pt x="282431" y="395431"/>
                  </a:cubicBezTo>
                  <a:cubicBezTo>
                    <a:pt x="282428" y="394138"/>
                    <a:pt x="282427" y="392844"/>
                    <a:pt x="282427" y="391551"/>
                  </a:cubicBezTo>
                  <a:cubicBezTo>
                    <a:pt x="281967" y="392042"/>
                    <a:pt x="281506" y="392533"/>
                    <a:pt x="281032" y="393039"/>
                  </a:cubicBezTo>
                  <a:cubicBezTo>
                    <a:pt x="279450" y="394528"/>
                    <a:pt x="279450" y="394528"/>
                    <a:pt x="277962" y="394528"/>
                  </a:cubicBezTo>
                  <a:cubicBezTo>
                    <a:pt x="277855" y="395003"/>
                    <a:pt x="277747" y="395479"/>
                    <a:pt x="277637" y="395969"/>
                  </a:cubicBezTo>
                  <a:cubicBezTo>
                    <a:pt x="277499" y="396476"/>
                    <a:pt x="277360" y="396982"/>
                    <a:pt x="277218" y="397504"/>
                  </a:cubicBezTo>
                  <a:cubicBezTo>
                    <a:pt x="276481" y="397750"/>
                    <a:pt x="275745" y="397995"/>
                    <a:pt x="274986" y="398248"/>
                  </a:cubicBezTo>
                  <a:cubicBezTo>
                    <a:pt x="274717" y="399235"/>
                    <a:pt x="274467" y="400227"/>
                    <a:pt x="274242" y="401225"/>
                  </a:cubicBezTo>
                  <a:cubicBezTo>
                    <a:pt x="273750" y="401225"/>
                    <a:pt x="273259" y="401225"/>
                    <a:pt x="272753" y="401225"/>
                  </a:cubicBezTo>
                  <a:cubicBezTo>
                    <a:pt x="272508" y="401839"/>
                    <a:pt x="272262" y="402453"/>
                    <a:pt x="272009" y="403085"/>
                  </a:cubicBezTo>
                  <a:cubicBezTo>
                    <a:pt x="271764" y="403699"/>
                    <a:pt x="271518" y="404313"/>
                    <a:pt x="271265" y="404946"/>
                  </a:cubicBezTo>
                  <a:cubicBezTo>
                    <a:pt x="270774" y="404946"/>
                    <a:pt x="270283" y="404946"/>
                    <a:pt x="269777" y="404946"/>
                  </a:cubicBezTo>
                  <a:cubicBezTo>
                    <a:pt x="269521" y="405936"/>
                    <a:pt x="269273" y="406928"/>
                    <a:pt x="269033" y="407922"/>
                  </a:cubicBezTo>
                  <a:cubicBezTo>
                    <a:pt x="268541" y="408168"/>
                    <a:pt x="268050" y="408413"/>
                    <a:pt x="267544" y="408666"/>
                  </a:cubicBezTo>
                  <a:cubicBezTo>
                    <a:pt x="267299" y="409403"/>
                    <a:pt x="267053" y="410140"/>
                    <a:pt x="266800" y="410899"/>
                  </a:cubicBezTo>
                  <a:cubicBezTo>
                    <a:pt x="266063" y="411144"/>
                    <a:pt x="265327" y="411390"/>
                    <a:pt x="264568" y="411643"/>
                  </a:cubicBezTo>
                  <a:cubicBezTo>
                    <a:pt x="264060" y="412629"/>
                    <a:pt x="263563" y="413621"/>
                    <a:pt x="263079" y="414619"/>
                  </a:cubicBezTo>
                  <a:cubicBezTo>
                    <a:pt x="262588" y="414619"/>
                    <a:pt x="262097" y="414619"/>
                    <a:pt x="261591" y="414619"/>
                  </a:cubicBezTo>
                  <a:cubicBezTo>
                    <a:pt x="261484" y="415095"/>
                    <a:pt x="261376" y="415571"/>
                    <a:pt x="261266" y="416061"/>
                  </a:cubicBezTo>
                  <a:cubicBezTo>
                    <a:pt x="261127" y="416568"/>
                    <a:pt x="260989" y="417074"/>
                    <a:pt x="260847" y="417596"/>
                  </a:cubicBezTo>
                  <a:cubicBezTo>
                    <a:pt x="260110" y="417842"/>
                    <a:pt x="259374" y="418087"/>
                    <a:pt x="258615" y="418340"/>
                  </a:cubicBezTo>
                  <a:cubicBezTo>
                    <a:pt x="257777" y="419704"/>
                    <a:pt x="257777" y="419704"/>
                    <a:pt x="257126" y="421317"/>
                  </a:cubicBezTo>
                  <a:cubicBezTo>
                    <a:pt x="256429" y="422945"/>
                    <a:pt x="256429" y="422945"/>
                    <a:pt x="255638" y="424293"/>
                  </a:cubicBezTo>
                  <a:cubicBezTo>
                    <a:pt x="254901" y="424539"/>
                    <a:pt x="254165" y="424784"/>
                    <a:pt x="253406" y="425037"/>
                  </a:cubicBezTo>
                  <a:cubicBezTo>
                    <a:pt x="253160" y="425774"/>
                    <a:pt x="252914" y="426511"/>
                    <a:pt x="252661" y="427270"/>
                  </a:cubicBezTo>
                  <a:cubicBezTo>
                    <a:pt x="251925" y="427515"/>
                    <a:pt x="251188" y="427761"/>
                    <a:pt x="250429" y="428014"/>
                  </a:cubicBezTo>
                  <a:cubicBezTo>
                    <a:pt x="249909" y="428994"/>
                    <a:pt x="249412" y="429986"/>
                    <a:pt x="248941" y="430991"/>
                  </a:cubicBezTo>
                  <a:cubicBezTo>
                    <a:pt x="248450" y="431236"/>
                    <a:pt x="247958" y="431482"/>
                    <a:pt x="247452" y="431735"/>
                  </a:cubicBezTo>
                  <a:cubicBezTo>
                    <a:pt x="247207" y="432471"/>
                    <a:pt x="246961" y="433208"/>
                    <a:pt x="246708" y="433967"/>
                  </a:cubicBezTo>
                  <a:cubicBezTo>
                    <a:pt x="245972" y="434458"/>
                    <a:pt x="245235" y="434949"/>
                    <a:pt x="244476" y="435455"/>
                  </a:cubicBezTo>
                  <a:cubicBezTo>
                    <a:pt x="244230" y="436192"/>
                    <a:pt x="243985" y="436929"/>
                    <a:pt x="243732" y="437688"/>
                  </a:cubicBezTo>
                  <a:cubicBezTo>
                    <a:pt x="243241" y="437933"/>
                    <a:pt x="242749" y="438179"/>
                    <a:pt x="242243" y="438432"/>
                  </a:cubicBezTo>
                  <a:cubicBezTo>
                    <a:pt x="241944" y="439077"/>
                    <a:pt x="241944" y="439077"/>
                    <a:pt x="241639" y="439734"/>
                  </a:cubicBezTo>
                  <a:cubicBezTo>
                    <a:pt x="240470" y="441949"/>
                    <a:pt x="238821" y="443387"/>
                    <a:pt x="237034" y="445129"/>
                  </a:cubicBezTo>
                  <a:cubicBezTo>
                    <a:pt x="236620" y="445697"/>
                    <a:pt x="236206" y="446265"/>
                    <a:pt x="235779" y="446850"/>
                  </a:cubicBezTo>
                  <a:cubicBezTo>
                    <a:pt x="235456" y="447264"/>
                    <a:pt x="235134" y="447679"/>
                    <a:pt x="234802" y="448106"/>
                  </a:cubicBezTo>
                  <a:cubicBezTo>
                    <a:pt x="234311" y="448106"/>
                    <a:pt x="233820" y="448106"/>
                    <a:pt x="233314" y="448106"/>
                  </a:cubicBezTo>
                  <a:cubicBezTo>
                    <a:pt x="233058" y="449096"/>
                    <a:pt x="232811" y="450088"/>
                    <a:pt x="232570" y="451082"/>
                  </a:cubicBezTo>
                  <a:cubicBezTo>
                    <a:pt x="232078" y="451328"/>
                    <a:pt x="231587" y="451573"/>
                    <a:pt x="231081" y="451827"/>
                  </a:cubicBezTo>
                  <a:cubicBezTo>
                    <a:pt x="230759" y="452540"/>
                    <a:pt x="230759" y="452540"/>
                    <a:pt x="230430" y="453268"/>
                  </a:cubicBezTo>
                  <a:cubicBezTo>
                    <a:pt x="229404" y="455150"/>
                    <a:pt x="228490" y="455354"/>
                    <a:pt x="226617" y="456291"/>
                  </a:cubicBezTo>
                  <a:cubicBezTo>
                    <a:pt x="225773" y="457792"/>
                    <a:pt x="225773" y="457792"/>
                    <a:pt x="225128" y="459268"/>
                  </a:cubicBezTo>
                  <a:cubicBezTo>
                    <a:pt x="224637" y="459513"/>
                    <a:pt x="224146" y="459759"/>
                    <a:pt x="223640" y="460012"/>
                  </a:cubicBezTo>
                  <a:cubicBezTo>
                    <a:pt x="223272" y="460772"/>
                    <a:pt x="223272" y="460772"/>
                    <a:pt x="222896" y="461547"/>
                  </a:cubicBezTo>
                  <a:cubicBezTo>
                    <a:pt x="222650" y="462023"/>
                    <a:pt x="222405" y="462498"/>
                    <a:pt x="222152" y="462989"/>
                  </a:cubicBezTo>
                  <a:cubicBezTo>
                    <a:pt x="221661" y="462989"/>
                    <a:pt x="221169" y="462989"/>
                    <a:pt x="220663" y="462989"/>
                  </a:cubicBezTo>
                  <a:cubicBezTo>
                    <a:pt x="220556" y="463480"/>
                    <a:pt x="220449" y="463971"/>
                    <a:pt x="220338" y="464477"/>
                  </a:cubicBezTo>
                  <a:cubicBezTo>
                    <a:pt x="220200" y="464968"/>
                    <a:pt x="220062" y="465459"/>
                    <a:pt x="219919" y="465965"/>
                  </a:cubicBezTo>
                  <a:cubicBezTo>
                    <a:pt x="219183" y="465965"/>
                    <a:pt x="218446" y="465965"/>
                    <a:pt x="217687" y="465965"/>
                  </a:cubicBezTo>
                  <a:cubicBezTo>
                    <a:pt x="217564" y="466456"/>
                    <a:pt x="217441" y="466947"/>
                    <a:pt x="217315" y="467453"/>
                  </a:cubicBezTo>
                  <a:cubicBezTo>
                    <a:pt x="217192" y="467945"/>
                    <a:pt x="217069" y="468436"/>
                    <a:pt x="216943" y="468942"/>
                  </a:cubicBezTo>
                  <a:cubicBezTo>
                    <a:pt x="216206" y="468942"/>
                    <a:pt x="215469" y="468942"/>
                    <a:pt x="214710" y="468942"/>
                  </a:cubicBezTo>
                  <a:cubicBezTo>
                    <a:pt x="214271" y="470390"/>
                    <a:pt x="214271" y="470390"/>
                    <a:pt x="213966" y="471918"/>
                  </a:cubicBezTo>
                  <a:cubicBezTo>
                    <a:pt x="213475" y="472164"/>
                    <a:pt x="212984" y="472409"/>
                    <a:pt x="212478" y="472662"/>
                  </a:cubicBezTo>
                  <a:cubicBezTo>
                    <a:pt x="212386" y="473169"/>
                    <a:pt x="212294" y="473675"/>
                    <a:pt x="212199" y="474197"/>
                  </a:cubicBezTo>
                  <a:cubicBezTo>
                    <a:pt x="211969" y="474911"/>
                    <a:pt x="211969" y="474911"/>
                    <a:pt x="211734" y="475639"/>
                  </a:cubicBezTo>
                  <a:cubicBezTo>
                    <a:pt x="210751" y="475639"/>
                    <a:pt x="209769" y="475639"/>
                    <a:pt x="208757" y="475639"/>
                  </a:cubicBezTo>
                  <a:cubicBezTo>
                    <a:pt x="208257" y="477080"/>
                    <a:pt x="208257" y="477080"/>
                    <a:pt x="208013" y="478616"/>
                  </a:cubicBezTo>
                  <a:cubicBezTo>
                    <a:pt x="207522" y="478861"/>
                    <a:pt x="207031" y="479107"/>
                    <a:pt x="206525" y="479360"/>
                  </a:cubicBezTo>
                  <a:cubicBezTo>
                    <a:pt x="206279" y="479851"/>
                    <a:pt x="206034" y="480342"/>
                    <a:pt x="205781" y="480848"/>
                  </a:cubicBezTo>
                  <a:cubicBezTo>
                    <a:pt x="205036" y="482336"/>
                    <a:pt x="205036" y="482336"/>
                    <a:pt x="203548" y="483080"/>
                  </a:cubicBezTo>
                  <a:cubicBezTo>
                    <a:pt x="203303" y="483817"/>
                    <a:pt x="203057" y="484554"/>
                    <a:pt x="202804" y="485313"/>
                  </a:cubicBezTo>
                  <a:cubicBezTo>
                    <a:pt x="201564" y="486553"/>
                    <a:pt x="200324" y="487793"/>
                    <a:pt x="199083" y="489034"/>
                  </a:cubicBezTo>
                  <a:cubicBezTo>
                    <a:pt x="198700" y="489694"/>
                    <a:pt x="198316" y="490353"/>
                    <a:pt x="197921" y="491033"/>
                  </a:cubicBezTo>
                  <a:cubicBezTo>
                    <a:pt x="196723" y="492960"/>
                    <a:pt x="195855" y="493286"/>
                    <a:pt x="193874" y="494243"/>
                  </a:cubicBezTo>
                  <a:cubicBezTo>
                    <a:pt x="193874" y="494979"/>
                    <a:pt x="193874" y="495716"/>
                    <a:pt x="193874" y="496475"/>
                  </a:cubicBezTo>
                  <a:cubicBezTo>
                    <a:pt x="191609" y="496681"/>
                    <a:pt x="189432" y="496826"/>
                    <a:pt x="187177" y="496475"/>
                  </a:cubicBezTo>
                  <a:cubicBezTo>
                    <a:pt x="186526" y="494754"/>
                    <a:pt x="186526" y="494754"/>
                    <a:pt x="186433" y="492754"/>
                  </a:cubicBezTo>
                  <a:cubicBezTo>
                    <a:pt x="185704" y="491995"/>
                    <a:pt x="184960" y="491250"/>
                    <a:pt x="184200" y="490522"/>
                  </a:cubicBezTo>
                  <a:cubicBezTo>
                    <a:pt x="183939" y="489533"/>
                    <a:pt x="183689" y="488541"/>
                    <a:pt x="183456" y="487545"/>
                  </a:cubicBezTo>
                  <a:cubicBezTo>
                    <a:pt x="182965" y="487300"/>
                    <a:pt x="182474" y="487054"/>
                    <a:pt x="181968" y="486801"/>
                  </a:cubicBezTo>
                  <a:cubicBezTo>
                    <a:pt x="181807" y="485696"/>
                    <a:pt x="181807" y="485696"/>
                    <a:pt x="181643" y="484569"/>
                  </a:cubicBezTo>
                  <a:cubicBezTo>
                    <a:pt x="181504" y="483832"/>
                    <a:pt x="181366" y="483095"/>
                    <a:pt x="181224" y="482336"/>
                  </a:cubicBezTo>
                  <a:cubicBezTo>
                    <a:pt x="180487" y="482091"/>
                    <a:pt x="179751" y="481845"/>
                    <a:pt x="178992" y="481592"/>
                  </a:cubicBezTo>
                  <a:cubicBezTo>
                    <a:pt x="178451" y="479869"/>
                    <a:pt x="177961" y="478130"/>
                    <a:pt x="177503" y="476383"/>
                  </a:cubicBezTo>
                  <a:cubicBezTo>
                    <a:pt x="176276" y="473199"/>
                    <a:pt x="176276" y="473199"/>
                    <a:pt x="173783" y="471174"/>
                  </a:cubicBezTo>
                  <a:cubicBezTo>
                    <a:pt x="173479" y="469447"/>
                    <a:pt x="173229" y="467709"/>
                    <a:pt x="173038" y="465965"/>
                  </a:cubicBezTo>
                  <a:cubicBezTo>
                    <a:pt x="172302" y="465965"/>
                    <a:pt x="171565" y="465965"/>
                    <a:pt x="170806" y="465965"/>
                  </a:cubicBezTo>
                  <a:cubicBezTo>
                    <a:pt x="170867" y="465259"/>
                    <a:pt x="170929" y="464553"/>
                    <a:pt x="170992" y="463826"/>
                  </a:cubicBezTo>
                  <a:cubicBezTo>
                    <a:pt x="170931" y="463058"/>
                    <a:pt x="170869" y="462291"/>
                    <a:pt x="170806" y="461500"/>
                  </a:cubicBezTo>
                  <a:cubicBezTo>
                    <a:pt x="169367" y="460688"/>
                    <a:pt x="169367" y="460688"/>
                    <a:pt x="167829" y="460012"/>
                  </a:cubicBezTo>
                  <a:cubicBezTo>
                    <a:pt x="167364" y="458105"/>
                    <a:pt x="167364" y="458105"/>
                    <a:pt x="167085" y="456291"/>
                  </a:cubicBezTo>
                  <a:cubicBezTo>
                    <a:pt x="166594" y="456046"/>
                    <a:pt x="166103" y="455800"/>
                    <a:pt x="165597" y="455547"/>
                  </a:cubicBezTo>
                  <a:cubicBezTo>
                    <a:pt x="165082" y="454066"/>
                    <a:pt x="164587" y="452577"/>
                    <a:pt x="164109" y="451082"/>
                  </a:cubicBezTo>
                  <a:cubicBezTo>
                    <a:pt x="163372" y="449977"/>
                    <a:pt x="163372" y="449977"/>
                    <a:pt x="162620" y="448850"/>
                  </a:cubicBezTo>
                  <a:cubicBezTo>
                    <a:pt x="161056" y="448853"/>
                    <a:pt x="161056" y="448853"/>
                    <a:pt x="159644" y="449594"/>
                  </a:cubicBezTo>
                  <a:cubicBezTo>
                    <a:pt x="159398" y="450331"/>
                    <a:pt x="159153" y="451067"/>
                    <a:pt x="158900" y="451827"/>
                  </a:cubicBezTo>
                  <a:cubicBezTo>
                    <a:pt x="156966" y="452145"/>
                    <a:pt x="155091" y="452154"/>
                    <a:pt x="153133" y="452196"/>
                  </a:cubicBezTo>
                  <a:cubicBezTo>
                    <a:pt x="152580" y="452319"/>
                    <a:pt x="152028" y="452443"/>
                    <a:pt x="151458" y="452571"/>
                  </a:cubicBezTo>
                  <a:cubicBezTo>
                    <a:pt x="151343" y="453062"/>
                    <a:pt x="151228" y="453553"/>
                    <a:pt x="151109" y="454059"/>
                  </a:cubicBezTo>
                  <a:cubicBezTo>
                    <a:pt x="150914" y="454796"/>
                    <a:pt x="150914" y="454796"/>
                    <a:pt x="150714" y="455547"/>
                  </a:cubicBezTo>
                  <a:cubicBezTo>
                    <a:pt x="148877" y="455922"/>
                    <a:pt x="148877" y="455922"/>
                    <a:pt x="146621" y="455966"/>
                  </a:cubicBezTo>
                  <a:cubicBezTo>
                    <a:pt x="144428" y="455966"/>
                    <a:pt x="144428" y="455966"/>
                    <a:pt x="142529" y="456291"/>
                  </a:cubicBezTo>
                  <a:cubicBezTo>
                    <a:pt x="142283" y="457028"/>
                    <a:pt x="142037" y="457765"/>
                    <a:pt x="141784" y="458524"/>
                  </a:cubicBezTo>
                  <a:cubicBezTo>
                    <a:pt x="139921" y="458905"/>
                    <a:pt x="139921" y="458905"/>
                    <a:pt x="137645" y="459035"/>
                  </a:cubicBezTo>
                  <a:cubicBezTo>
                    <a:pt x="136892" y="459084"/>
                    <a:pt x="136139" y="459133"/>
                    <a:pt x="135363" y="459184"/>
                  </a:cubicBezTo>
                  <a:cubicBezTo>
                    <a:pt x="134781" y="459211"/>
                    <a:pt x="134199" y="459239"/>
                    <a:pt x="133599" y="459268"/>
                  </a:cubicBezTo>
                  <a:cubicBezTo>
                    <a:pt x="133599" y="460250"/>
                    <a:pt x="133599" y="461232"/>
                    <a:pt x="133599" y="462244"/>
                  </a:cubicBezTo>
                  <a:cubicBezTo>
                    <a:pt x="133017" y="462272"/>
                    <a:pt x="132434" y="462300"/>
                    <a:pt x="131835" y="462329"/>
                  </a:cubicBezTo>
                  <a:cubicBezTo>
                    <a:pt x="131081" y="462378"/>
                    <a:pt x="130328" y="462427"/>
                    <a:pt x="129553" y="462477"/>
                  </a:cubicBezTo>
                  <a:cubicBezTo>
                    <a:pt x="128802" y="462520"/>
                    <a:pt x="128050" y="462563"/>
                    <a:pt x="127277" y="462608"/>
                  </a:cubicBezTo>
                  <a:cubicBezTo>
                    <a:pt x="126662" y="462733"/>
                    <a:pt x="126047" y="462859"/>
                    <a:pt x="125413" y="462989"/>
                  </a:cubicBezTo>
                  <a:cubicBezTo>
                    <a:pt x="125168" y="463725"/>
                    <a:pt x="124922" y="464462"/>
                    <a:pt x="124669" y="465221"/>
                  </a:cubicBezTo>
                  <a:cubicBezTo>
                    <a:pt x="122643" y="465602"/>
                    <a:pt x="122643" y="465602"/>
                    <a:pt x="120158" y="465733"/>
                  </a:cubicBezTo>
                  <a:cubicBezTo>
                    <a:pt x="119336" y="465782"/>
                    <a:pt x="118514" y="465830"/>
                    <a:pt x="117667" y="465881"/>
                  </a:cubicBezTo>
                  <a:cubicBezTo>
                    <a:pt x="117031" y="465909"/>
                    <a:pt x="116395" y="465937"/>
                    <a:pt x="115740" y="465965"/>
                  </a:cubicBezTo>
                  <a:cubicBezTo>
                    <a:pt x="115740" y="466947"/>
                    <a:pt x="115740" y="467930"/>
                    <a:pt x="115740" y="468942"/>
                  </a:cubicBezTo>
                  <a:cubicBezTo>
                    <a:pt x="114866" y="468971"/>
                    <a:pt x="114866" y="468971"/>
                    <a:pt x="113975" y="469000"/>
                  </a:cubicBezTo>
                  <a:cubicBezTo>
                    <a:pt x="113222" y="469042"/>
                    <a:pt x="112469" y="469084"/>
                    <a:pt x="111693" y="469128"/>
                  </a:cubicBezTo>
                  <a:cubicBezTo>
                    <a:pt x="110942" y="469162"/>
                    <a:pt x="110191" y="469197"/>
                    <a:pt x="109417" y="469232"/>
                  </a:cubicBezTo>
                  <a:cubicBezTo>
                    <a:pt x="108802" y="469382"/>
                    <a:pt x="108188" y="469532"/>
                    <a:pt x="107554" y="469686"/>
                  </a:cubicBezTo>
                  <a:cubicBezTo>
                    <a:pt x="107431" y="470185"/>
                    <a:pt x="107308" y="470684"/>
                    <a:pt x="107182" y="471197"/>
                  </a:cubicBezTo>
                  <a:cubicBezTo>
                    <a:pt x="107059" y="471681"/>
                    <a:pt x="106936" y="472164"/>
                    <a:pt x="106810" y="472662"/>
                  </a:cubicBezTo>
                  <a:cubicBezTo>
                    <a:pt x="104947" y="472953"/>
                    <a:pt x="104947" y="472953"/>
                    <a:pt x="102671" y="472848"/>
                  </a:cubicBezTo>
                  <a:cubicBezTo>
                    <a:pt x="101918" y="472822"/>
                    <a:pt x="101165" y="472795"/>
                    <a:pt x="100389" y="472767"/>
                  </a:cubicBezTo>
                  <a:cubicBezTo>
                    <a:pt x="99515" y="472715"/>
                    <a:pt x="99515" y="472715"/>
                    <a:pt x="98624" y="472662"/>
                  </a:cubicBezTo>
                  <a:cubicBezTo>
                    <a:pt x="98624" y="473645"/>
                    <a:pt x="98624" y="474627"/>
                    <a:pt x="98624" y="475639"/>
                  </a:cubicBezTo>
                  <a:cubicBezTo>
                    <a:pt x="95678" y="475885"/>
                    <a:pt x="92731" y="476130"/>
                    <a:pt x="89695" y="476383"/>
                  </a:cubicBezTo>
                  <a:cubicBezTo>
                    <a:pt x="89695" y="477365"/>
                    <a:pt x="89695" y="478348"/>
                    <a:pt x="89695" y="479360"/>
                  </a:cubicBezTo>
                  <a:cubicBezTo>
                    <a:pt x="89112" y="479388"/>
                    <a:pt x="88530" y="479415"/>
                    <a:pt x="87930" y="479444"/>
                  </a:cubicBezTo>
                  <a:cubicBezTo>
                    <a:pt x="87177" y="479493"/>
                    <a:pt x="86424" y="479542"/>
                    <a:pt x="85648" y="479592"/>
                  </a:cubicBezTo>
                  <a:cubicBezTo>
                    <a:pt x="84897" y="479635"/>
                    <a:pt x="84146" y="479679"/>
                    <a:pt x="83372" y="479723"/>
                  </a:cubicBezTo>
                  <a:cubicBezTo>
                    <a:pt x="82757" y="479849"/>
                    <a:pt x="82143" y="479974"/>
                    <a:pt x="81509" y="480104"/>
                  </a:cubicBezTo>
                  <a:cubicBezTo>
                    <a:pt x="81264" y="480841"/>
                    <a:pt x="81018" y="481577"/>
                    <a:pt x="80765" y="482336"/>
                  </a:cubicBezTo>
                  <a:cubicBezTo>
                    <a:pt x="78739" y="482717"/>
                    <a:pt x="78739" y="482717"/>
                    <a:pt x="76254" y="482848"/>
                  </a:cubicBezTo>
                  <a:cubicBezTo>
                    <a:pt x="75432" y="482897"/>
                    <a:pt x="74609" y="482946"/>
                    <a:pt x="73762" y="482996"/>
                  </a:cubicBezTo>
                  <a:cubicBezTo>
                    <a:pt x="73126" y="483024"/>
                    <a:pt x="72491" y="483052"/>
                    <a:pt x="71835" y="483080"/>
                  </a:cubicBezTo>
                  <a:cubicBezTo>
                    <a:pt x="71835" y="484063"/>
                    <a:pt x="71835" y="485045"/>
                    <a:pt x="71835" y="486057"/>
                  </a:cubicBezTo>
                  <a:cubicBezTo>
                    <a:pt x="71315" y="486076"/>
                    <a:pt x="70795" y="486095"/>
                    <a:pt x="70260" y="486115"/>
                  </a:cubicBezTo>
                  <a:cubicBezTo>
                    <a:pt x="69583" y="486157"/>
                    <a:pt x="68905" y="486200"/>
                    <a:pt x="68208" y="486243"/>
                  </a:cubicBezTo>
                  <a:cubicBezTo>
                    <a:pt x="67534" y="486278"/>
                    <a:pt x="66861" y="486312"/>
                    <a:pt x="66167" y="486348"/>
                  </a:cubicBezTo>
                  <a:cubicBezTo>
                    <a:pt x="65582" y="486497"/>
                    <a:pt x="64997" y="486647"/>
                    <a:pt x="64394" y="486801"/>
                  </a:cubicBezTo>
                  <a:cubicBezTo>
                    <a:pt x="63892" y="487790"/>
                    <a:pt x="63395" y="488782"/>
                    <a:pt x="62906" y="489778"/>
                  </a:cubicBezTo>
                  <a:cubicBezTo>
                    <a:pt x="61126" y="489990"/>
                    <a:pt x="59545" y="489776"/>
                    <a:pt x="57766" y="489592"/>
                  </a:cubicBezTo>
                  <a:cubicBezTo>
                    <a:pt x="57252" y="489653"/>
                    <a:pt x="56738" y="489714"/>
                    <a:pt x="56208" y="489778"/>
                  </a:cubicBezTo>
                  <a:cubicBezTo>
                    <a:pt x="55988" y="490257"/>
                    <a:pt x="55767" y="490737"/>
                    <a:pt x="55540" y="491231"/>
                  </a:cubicBezTo>
                  <a:cubicBezTo>
                    <a:pt x="55269" y="491734"/>
                    <a:pt x="54999" y="492236"/>
                    <a:pt x="54720" y="492754"/>
                  </a:cubicBezTo>
                  <a:cubicBezTo>
                    <a:pt x="52621" y="493208"/>
                    <a:pt x="52621" y="493208"/>
                    <a:pt x="50162" y="493312"/>
                  </a:cubicBezTo>
                  <a:cubicBezTo>
                    <a:pt x="49347" y="493355"/>
                    <a:pt x="48531" y="493397"/>
                    <a:pt x="47691" y="493440"/>
                  </a:cubicBezTo>
                  <a:cubicBezTo>
                    <a:pt x="47064" y="493459"/>
                    <a:pt x="46437" y="493479"/>
                    <a:pt x="45790" y="493498"/>
                  </a:cubicBezTo>
                  <a:cubicBezTo>
                    <a:pt x="45790" y="494481"/>
                    <a:pt x="45790" y="495463"/>
                    <a:pt x="45790" y="496475"/>
                  </a:cubicBezTo>
                  <a:cubicBezTo>
                    <a:pt x="45208" y="496503"/>
                    <a:pt x="44626" y="496531"/>
                    <a:pt x="44026" y="496559"/>
                  </a:cubicBezTo>
                  <a:cubicBezTo>
                    <a:pt x="43273" y="496608"/>
                    <a:pt x="42520" y="496657"/>
                    <a:pt x="41744" y="496707"/>
                  </a:cubicBezTo>
                  <a:cubicBezTo>
                    <a:pt x="40993" y="496751"/>
                    <a:pt x="40242" y="496794"/>
                    <a:pt x="39468" y="496838"/>
                  </a:cubicBezTo>
                  <a:cubicBezTo>
                    <a:pt x="38853" y="496964"/>
                    <a:pt x="38238" y="497090"/>
                    <a:pt x="37605" y="497219"/>
                  </a:cubicBezTo>
                  <a:cubicBezTo>
                    <a:pt x="37359" y="497956"/>
                    <a:pt x="37114" y="498692"/>
                    <a:pt x="36861" y="499452"/>
                  </a:cubicBezTo>
                  <a:cubicBezTo>
                    <a:pt x="35375" y="499806"/>
                    <a:pt x="35375" y="499806"/>
                    <a:pt x="33559" y="499917"/>
                  </a:cubicBezTo>
                  <a:cubicBezTo>
                    <a:pt x="31021" y="500062"/>
                    <a:pt x="31021" y="500062"/>
                    <a:pt x="28675" y="500940"/>
                  </a:cubicBezTo>
                  <a:cubicBezTo>
                    <a:pt x="28430" y="501676"/>
                    <a:pt x="28184" y="502413"/>
                    <a:pt x="27931" y="503172"/>
                  </a:cubicBezTo>
                  <a:cubicBezTo>
                    <a:pt x="25433" y="503492"/>
                    <a:pt x="23014" y="503268"/>
                    <a:pt x="20490" y="503172"/>
                  </a:cubicBezTo>
                  <a:cubicBezTo>
                    <a:pt x="20244" y="499489"/>
                    <a:pt x="19998" y="495805"/>
                    <a:pt x="19745" y="492010"/>
                  </a:cubicBezTo>
                  <a:cubicBezTo>
                    <a:pt x="19009" y="492010"/>
                    <a:pt x="18272" y="492010"/>
                    <a:pt x="17513" y="492010"/>
                  </a:cubicBezTo>
                  <a:cubicBezTo>
                    <a:pt x="17513" y="487344"/>
                    <a:pt x="17513" y="482679"/>
                    <a:pt x="17513" y="477871"/>
                  </a:cubicBezTo>
                  <a:cubicBezTo>
                    <a:pt x="16776" y="477871"/>
                    <a:pt x="16040" y="477871"/>
                    <a:pt x="15281" y="477871"/>
                  </a:cubicBezTo>
                  <a:cubicBezTo>
                    <a:pt x="15244" y="476984"/>
                    <a:pt x="15208" y="476097"/>
                    <a:pt x="15170" y="475183"/>
                  </a:cubicBezTo>
                  <a:cubicBezTo>
                    <a:pt x="15114" y="474017"/>
                    <a:pt x="15058" y="472851"/>
                    <a:pt x="15002" y="471686"/>
                  </a:cubicBezTo>
                  <a:cubicBezTo>
                    <a:pt x="14978" y="471101"/>
                    <a:pt x="14955" y="470516"/>
                    <a:pt x="14932" y="469914"/>
                  </a:cubicBezTo>
                  <a:cubicBezTo>
                    <a:pt x="14903" y="469351"/>
                    <a:pt x="14874" y="468787"/>
                    <a:pt x="14845" y="468206"/>
                  </a:cubicBezTo>
                  <a:cubicBezTo>
                    <a:pt x="14809" y="467429"/>
                    <a:pt x="14809" y="467429"/>
                    <a:pt x="14774" y="466636"/>
                  </a:cubicBezTo>
                  <a:cubicBezTo>
                    <a:pt x="14595" y="464979"/>
                    <a:pt x="14595" y="464979"/>
                    <a:pt x="13048" y="462989"/>
                  </a:cubicBezTo>
                  <a:cubicBezTo>
                    <a:pt x="12803" y="462989"/>
                    <a:pt x="12557" y="462989"/>
                    <a:pt x="12304" y="462989"/>
                  </a:cubicBezTo>
                  <a:cubicBezTo>
                    <a:pt x="12058" y="457832"/>
                    <a:pt x="11813" y="452675"/>
                    <a:pt x="11560" y="447362"/>
                  </a:cubicBezTo>
                  <a:cubicBezTo>
                    <a:pt x="10823" y="447362"/>
                    <a:pt x="10086" y="447362"/>
                    <a:pt x="9327" y="447362"/>
                  </a:cubicBezTo>
                  <a:cubicBezTo>
                    <a:pt x="9263" y="444649"/>
                    <a:pt x="9223" y="441936"/>
                    <a:pt x="9188" y="439223"/>
                  </a:cubicBezTo>
                  <a:cubicBezTo>
                    <a:pt x="9169" y="438448"/>
                    <a:pt x="9151" y="437673"/>
                    <a:pt x="9131" y="436875"/>
                  </a:cubicBezTo>
                  <a:cubicBezTo>
                    <a:pt x="9124" y="436139"/>
                    <a:pt x="9117" y="435403"/>
                    <a:pt x="9109" y="434644"/>
                  </a:cubicBezTo>
                  <a:cubicBezTo>
                    <a:pt x="9098" y="433962"/>
                    <a:pt x="9086" y="433280"/>
                    <a:pt x="9074" y="432578"/>
                  </a:cubicBezTo>
                  <a:cubicBezTo>
                    <a:pt x="9199" y="431792"/>
                    <a:pt x="9199" y="431792"/>
                    <a:pt x="9327" y="430991"/>
                  </a:cubicBezTo>
                  <a:cubicBezTo>
                    <a:pt x="10064" y="430745"/>
                    <a:pt x="10801" y="430499"/>
                    <a:pt x="11560" y="430246"/>
                  </a:cubicBezTo>
                  <a:cubicBezTo>
                    <a:pt x="11560" y="429510"/>
                    <a:pt x="11560" y="428773"/>
                    <a:pt x="11560" y="428014"/>
                  </a:cubicBezTo>
                  <a:cubicBezTo>
                    <a:pt x="12250" y="427986"/>
                    <a:pt x="12939" y="427958"/>
                    <a:pt x="13650" y="427930"/>
                  </a:cubicBezTo>
                  <a:cubicBezTo>
                    <a:pt x="14541" y="427881"/>
                    <a:pt x="15432" y="427832"/>
                    <a:pt x="16350" y="427781"/>
                  </a:cubicBezTo>
                  <a:cubicBezTo>
                    <a:pt x="17239" y="427738"/>
                    <a:pt x="18129" y="427695"/>
                    <a:pt x="19045" y="427651"/>
                  </a:cubicBezTo>
                  <a:cubicBezTo>
                    <a:pt x="19767" y="427525"/>
                    <a:pt x="20489" y="427399"/>
                    <a:pt x="21234" y="427270"/>
                  </a:cubicBezTo>
                  <a:cubicBezTo>
                    <a:pt x="21479" y="426533"/>
                    <a:pt x="21725" y="425796"/>
                    <a:pt x="21978" y="425037"/>
                  </a:cubicBezTo>
                  <a:cubicBezTo>
                    <a:pt x="24321" y="424256"/>
                    <a:pt x="25987" y="424218"/>
                    <a:pt x="28443" y="424247"/>
                  </a:cubicBezTo>
                  <a:cubicBezTo>
                    <a:pt x="29182" y="424254"/>
                    <a:pt x="29922" y="424260"/>
                    <a:pt x="30684" y="424267"/>
                  </a:cubicBezTo>
                  <a:cubicBezTo>
                    <a:pt x="31531" y="424280"/>
                    <a:pt x="31531" y="424280"/>
                    <a:pt x="32396" y="424293"/>
                  </a:cubicBezTo>
                  <a:cubicBezTo>
                    <a:pt x="32396" y="423311"/>
                    <a:pt x="32396" y="422329"/>
                    <a:pt x="32396" y="421317"/>
                  </a:cubicBezTo>
                  <a:cubicBezTo>
                    <a:pt x="33086" y="421298"/>
                    <a:pt x="33775" y="421278"/>
                    <a:pt x="34486" y="421259"/>
                  </a:cubicBezTo>
                  <a:cubicBezTo>
                    <a:pt x="35377" y="421216"/>
                    <a:pt x="36268" y="421174"/>
                    <a:pt x="37186" y="421131"/>
                  </a:cubicBezTo>
                  <a:cubicBezTo>
                    <a:pt x="38075" y="421096"/>
                    <a:pt x="38965" y="421062"/>
                    <a:pt x="39881" y="421026"/>
                  </a:cubicBezTo>
                  <a:cubicBezTo>
                    <a:pt x="40603" y="420876"/>
                    <a:pt x="41325" y="420727"/>
                    <a:pt x="42070" y="420573"/>
                  </a:cubicBezTo>
                  <a:cubicBezTo>
                    <a:pt x="42333" y="419584"/>
                    <a:pt x="42581" y="418592"/>
                    <a:pt x="42814" y="417596"/>
                  </a:cubicBezTo>
                  <a:cubicBezTo>
                    <a:pt x="44814" y="417221"/>
                    <a:pt x="44814" y="417221"/>
                    <a:pt x="47279" y="417177"/>
                  </a:cubicBezTo>
                  <a:cubicBezTo>
                    <a:pt x="49673" y="417178"/>
                    <a:pt x="49673" y="417178"/>
                    <a:pt x="51743" y="416852"/>
                  </a:cubicBezTo>
                  <a:cubicBezTo>
                    <a:pt x="51989" y="416115"/>
                    <a:pt x="52235" y="415379"/>
                    <a:pt x="52488" y="414619"/>
                  </a:cubicBezTo>
                  <a:cubicBezTo>
                    <a:pt x="54324" y="414296"/>
                    <a:pt x="56101" y="414292"/>
                    <a:pt x="57964" y="414250"/>
                  </a:cubicBezTo>
                  <a:cubicBezTo>
                    <a:pt x="60624" y="413743"/>
                    <a:pt x="61757" y="412832"/>
                    <a:pt x="63650" y="410899"/>
                  </a:cubicBezTo>
                  <a:cubicBezTo>
                    <a:pt x="64200" y="408381"/>
                    <a:pt x="64200" y="408381"/>
                    <a:pt x="64097" y="405484"/>
                  </a:cubicBezTo>
                  <a:cubicBezTo>
                    <a:pt x="64100" y="404938"/>
                    <a:pt x="64103" y="404391"/>
                    <a:pt x="64107" y="403828"/>
                  </a:cubicBezTo>
                  <a:cubicBezTo>
                    <a:pt x="64113" y="401996"/>
                    <a:pt x="64092" y="400165"/>
                    <a:pt x="64072" y="398333"/>
                  </a:cubicBezTo>
                  <a:cubicBezTo>
                    <a:pt x="64071" y="397021"/>
                    <a:pt x="64072" y="395708"/>
                    <a:pt x="64074" y="394395"/>
                  </a:cubicBezTo>
                  <a:cubicBezTo>
                    <a:pt x="64075" y="390830"/>
                    <a:pt x="64053" y="387265"/>
                    <a:pt x="64027" y="383700"/>
                  </a:cubicBezTo>
                  <a:cubicBezTo>
                    <a:pt x="64004" y="379975"/>
                    <a:pt x="64002" y="376249"/>
                    <a:pt x="63997" y="372524"/>
                  </a:cubicBezTo>
                  <a:cubicBezTo>
                    <a:pt x="63986" y="365469"/>
                    <a:pt x="63955" y="358414"/>
                    <a:pt x="63918" y="351359"/>
                  </a:cubicBezTo>
                  <a:cubicBezTo>
                    <a:pt x="63876" y="343327"/>
                    <a:pt x="63856" y="335296"/>
                    <a:pt x="63837" y="327264"/>
                  </a:cubicBezTo>
                  <a:cubicBezTo>
                    <a:pt x="63798" y="310742"/>
                    <a:pt x="63733" y="294220"/>
                    <a:pt x="63650" y="277698"/>
                  </a:cubicBezTo>
                  <a:cubicBezTo>
                    <a:pt x="62816" y="277703"/>
                    <a:pt x="62816" y="277703"/>
                    <a:pt x="61965" y="277708"/>
                  </a:cubicBezTo>
                  <a:cubicBezTo>
                    <a:pt x="56731" y="277737"/>
                    <a:pt x="51497" y="277760"/>
                    <a:pt x="46263" y="277775"/>
                  </a:cubicBezTo>
                  <a:cubicBezTo>
                    <a:pt x="43571" y="277783"/>
                    <a:pt x="40880" y="277793"/>
                    <a:pt x="38189" y="277810"/>
                  </a:cubicBezTo>
                  <a:cubicBezTo>
                    <a:pt x="35594" y="277826"/>
                    <a:pt x="32998" y="277835"/>
                    <a:pt x="30402" y="277839"/>
                  </a:cubicBezTo>
                  <a:cubicBezTo>
                    <a:pt x="28927" y="277843"/>
                    <a:pt x="27452" y="277855"/>
                    <a:pt x="25977" y="277866"/>
                  </a:cubicBezTo>
                  <a:cubicBezTo>
                    <a:pt x="25083" y="277866"/>
                    <a:pt x="24190" y="277866"/>
                    <a:pt x="23269" y="277867"/>
                  </a:cubicBezTo>
                  <a:cubicBezTo>
                    <a:pt x="22479" y="277870"/>
                    <a:pt x="21689" y="277873"/>
                    <a:pt x="20875" y="277877"/>
                  </a:cubicBezTo>
                  <a:cubicBezTo>
                    <a:pt x="19001" y="277698"/>
                    <a:pt x="19001" y="277698"/>
                    <a:pt x="17513" y="276209"/>
                  </a:cubicBezTo>
                  <a:cubicBezTo>
                    <a:pt x="17373" y="273990"/>
                    <a:pt x="17326" y="271839"/>
                    <a:pt x="17344" y="269619"/>
                  </a:cubicBezTo>
                  <a:cubicBezTo>
                    <a:pt x="17344" y="268937"/>
                    <a:pt x="17344" y="268254"/>
                    <a:pt x="17343" y="267551"/>
                  </a:cubicBezTo>
                  <a:cubicBezTo>
                    <a:pt x="17344" y="265288"/>
                    <a:pt x="17356" y="263026"/>
                    <a:pt x="17368" y="260763"/>
                  </a:cubicBezTo>
                  <a:cubicBezTo>
                    <a:pt x="17370" y="259196"/>
                    <a:pt x="17373" y="257630"/>
                    <a:pt x="17374" y="256064"/>
                  </a:cubicBezTo>
                  <a:cubicBezTo>
                    <a:pt x="17380" y="251937"/>
                    <a:pt x="17394" y="247809"/>
                    <a:pt x="17411" y="243681"/>
                  </a:cubicBezTo>
                  <a:cubicBezTo>
                    <a:pt x="17429" y="238732"/>
                    <a:pt x="17436" y="233782"/>
                    <a:pt x="17444" y="228833"/>
                  </a:cubicBezTo>
                  <a:cubicBezTo>
                    <a:pt x="17459" y="221309"/>
                    <a:pt x="17487" y="213784"/>
                    <a:pt x="17513" y="206260"/>
                  </a:cubicBezTo>
                  <a:cubicBezTo>
                    <a:pt x="32984" y="206015"/>
                    <a:pt x="48454" y="205769"/>
                    <a:pt x="64394" y="205516"/>
                  </a:cubicBezTo>
                  <a:cubicBezTo>
                    <a:pt x="64394" y="173101"/>
                    <a:pt x="64394" y="140686"/>
                    <a:pt x="64394" y="107289"/>
                  </a:cubicBezTo>
                  <a:cubicBezTo>
                    <a:pt x="40083" y="106921"/>
                    <a:pt x="40083" y="106921"/>
                    <a:pt x="15281" y="106545"/>
                  </a:cubicBezTo>
                  <a:cubicBezTo>
                    <a:pt x="15281" y="82971"/>
                    <a:pt x="15281" y="59397"/>
                    <a:pt x="15281" y="35108"/>
                  </a:cubicBezTo>
                  <a:cubicBezTo>
                    <a:pt x="66604" y="35108"/>
                    <a:pt x="117927" y="35108"/>
                    <a:pt x="170806" y="35108"/>
                  </a:cubicBezTo>
                  <a:cubicBezTo>
                    <a:pt x="170806" y="58682"/>
                    <a:pt x="170806" y="82257"/>
                    <a:pt x="170806" y="106545"/>
                  </a:cubicBezTo>
                  <a:cubicBezTo>
                    <a:pt x="155335" y="106791"/>
                    <a:pt x="139865" y="107036"/>
                    <a:pt x="123925" y="107289"/>
                  </a:cubicBezTo>
                  <a:cubicBezTo>
                    <a:pt x="123925" y="139704"/>
                    <a:pt x="123925" y="172119"/>
                    <a:pt x="123925" y="205516"/>
                  </a:cubicBezTo>
                  <a:cubicBezTo>
                    <a:pt x="137431" y="205762"/>
                    <a:pt x="150937" y="206007"/>
                    <a:pt x="164853" y="206260"/>
                  </a:cubicBezTo>
                  <a:cubicBezTo>
                    <a:pt x="164913" y="223657"/>
                    <a:pt x="164913" y="223657"/>
                    <a:pt x="164926" y="231052"/>
                  </a:cubicBezTo>
                  <a:cubicBezTo>
                    <a:pt x="164934" y="236105"/>
                    <a:pt x="164945" y="241158"/>
                    <a:pt x="164965" y="246212"/>
                  </a:cubicBezTo>
                  <a:cubicBezTo>
                    <a:pt x="164981" y="250284"/>
                    <a:pt x="164990" y="254356"/>
                    <a:pt x="164994" y="258428"/>
                  </a:cubicBezTo>
                  <a:cubicBezTo>
                    <a:pt x="164997" y="259985"/>
                    <a:pt x="165002" y="261541"/>
                    <a:pt x="165010" y="263098"/>
                  </a:cubicBezTo>
                  <a:cubicBezTo>
                    <a:pt x="165021" y="265272"/>
                    <a:pt x="165022" y="267445"/>
                    <a:pt x="165022" y="269619"/>
                  </a:cubicBezTo>
                  <a:cubicBezTo>
                    <a:pt x="165027" y="270268"/>
                    <a:pt x="165032" y="270917"/>
                    <a:pt x="165038" y="271585"/>
                  </a:cubicBezTo>
                  <a:cubicBezTo>
                    <a:pt x="165023" y="276040"/>
                    <a:pt x="165023" y="276040"/>
                    <a:pt x="163365" y="277698"/>
                  </a:cubicBezTo>
                  <a:cubicBezTo>
                    <a:pt x="150595" y="277698"/>
                    <a:pt x="137826" y="277698"/>
                    <a:pt x="124669" y="277698"/>
                  </a:cubicBezTo>
                  <a:cubicBezTo>
                    <a:pt x="124301" y="333318"/>
                    <a:pt x="124301" y="333318"/>
                    <a:pt x="123925" y="390063"/>
                  </a:cubicBezTo>
                  <a:cubicBezTo>
                    <a:pt x="125398" y="389817"/>
                    <a:pt x="126872" y="389572"/>
                    <a:pt x="128390" y="389319"/>
                  </a:cubicBezTo>
                  <a:cubicBezTo>
                    <a:pt x="128390" y="388582"/>
                    <a:pt x="128390" y="387845"/>
                    <a:pt x="128390" y="387086"/>
                  </a:cubicBezTo>
                  <a:cubicBezTo>
                    <a:pt x="128964" y="387067"/>
                    <a:pt x="129537" y="387048"/>
                    <a:pt x="130128" y="387028"/>
                  </a:cubicBezTo>
                  <a:cubicBezTo>
                    <a:pt x="130874" y="386986"/>
                    <a:pt x="131621" y="386944"/>
                    <a:pt x="132390" y="386900"/>
                  </a:cubicBezTo>
                  <a:cubicBezTo>
                    <a:pt x="133132" y="386866"/>
                    <a:pt x="133875" y="386831"/>
                    <a:pt x="134640" y="386796"/>
                  </a:cubicBezTo>
                  <a:cubicBezTo>
                    <a:pt x="135278" y="386646"/>
                    <a:pt x="135917" y="386496"/>
                    <a:pt x="136575" y="386342"/>
                  </a:cubicBezTo>
                  <a:cubicBezTo>
                    <a:pt x="136822" y="385848"/>
                    <a:pt x="137069" y="385354"/>
                    <a:pt x="137323" y="384845"/>
                  </a:cubicBezTo>
                  <a:cubicBezTo>
                    <a:pt x="137689" y="384113"/>
                    <a:pt x="137689" y="384113"/>
                    <a:pt x="138064" y="383366"/>
                  </a:cubicBezTo>
                  <a:cubicBezTo>
                    <a:pt x="139974" y="382991"/>
                    <a:pt x="139974" y="382991"/>
                    <a:pt x="142203" y="382947"/>
                  </a:cubicBezTo>
                  <a:cubicBezTo>
                    <a:pt x="144375" y="382947"/>
                    <a:pt x="144375" y="382947"/>
                    <a:pt x="146249" y="382621"/>
                  </a:cubicBezTo>
                  <a:cubicBezTo>
                    <a:pt x="146495" y="381885"/>
                    <a:pt x="146740" y="381148"/>
                    <a:pt x="146993" y="380389"/>
                  </a:cubicBezTo>
                  <a:cubicBezTo>
                    <a:pt x="149120" y="380069"/>
                    <a:pt x="151193" y="380061"/>
                    <a:pt x="153342" y="380020"/>
                  </a:cubicBezTo>
                  <a:cubicBezTo>
                    <a:pt x="153948" y="379896"/>
                    <a:pt x="154554" y="379772"/>
                    <a:pt x="155179" y="379645"/>
                  </a:cubicBezTo>
                  <a:cubicBezTo>
                    <a:pt x="155302" y="379154"/>
                    <a:pt x="155425" y="378663"/>
                    <a:pt x="155551" y="378157"/>
                  </a:cubicBezTo>
                  <a:cubicBezTo>
                    <a:pt x="155674" y="377665"/>
                    <a:pt x="155797" y="377174"/>
                    <a:pt x="155923" y="376668"/>
                  </a:cubicBezTo>
                  <a:cubicBezTo>
                    <a:pt x="157760" y="376293"/>
                    <a:pt x="157760" y="376293"/>
                    <a:pt x="160016" y="376250"/>
                  </a:cubicBezTo>
                  <a:cubicBezTo>
                    <a:pt x="162209" y="376249"/>
                    <a:pt x="162209" y="376249"/>
                    <a:pt x="164109" y="375924"/>
                  </a:cubicBezTo>
                  <a:cubicBezTo>
                    <a:pt x="164354" y="375187"/>
                    <a:pt x="164600" y="374451"/>
                    <a:pt x="164853" y="373692"/>
                  </a:cubicBezTo>
                  <a:cubicBezTo>
                    <a:pt x="166391" y="373474"/>
                    <a:pt x="166391" y="373474"/>
                    <a:pt x="168248" y="373552"/>
                  </a:cubicBezTo>
                  <a:cubicBezTo>
                    <a:pt x="168863" y="373572"/>
                    <a:pt x="169478" y="373593"/>
                    <a:pt x="170111" y="373613"/>
                  </a:cubicBezTo>
                  <a:cubicBezTo>
                    <a:pt x="170823" y="373652"/>
                    <a:pt x="170823" y="373652"/>
                    <a:pt x="171550" y="373692"/>
                  </a:cubicBezTo>
                  <a:cubicBezTo>
                    <a:pt x="171550" y="374428"/>
                    <a:pt x="171550" y="375165"/>
                    <a:pt x="171550" y="375924"/>
                  </a:cubicBezTo>
                  <a:cubicBezTo>
                    <a:pt x="172041" y="375924"/>
                    <a:pt x="172532" y="375924"/>
                    <a:pt x="173038" y="375924"/>
                  </a:cubicBezTo>
                  <a:cubicBezTo>
                    <a:pt x="173824" y="379737"/>
                    <a:pt x="173845" y="383358"/>
                    <a:pt x="173783" y="387226"/>
                  </a:cubicBezTo>
                  <a:cubicBezTo>
                    <a:pt x="173764" y="388415"/>
                    <a:pt x="173748" y="389604"/>
                    <a:pt x="173736" y="390792"/>
                  </a:cubicBezTo>
                  <a:cubicBezTo>
                    <a:pt x="173727" y="391313"/>
                    <a:pt x="173719" y="391835"/>
                    <a:pt x="173710" y="392371"/>
                  </a:cubicBezTo>
                  <a:cubicBezTo>
                    <a:pt x="173728" y="393952"/>
                    <a:pt x="173728" y="393952"/>
                    <a:pt x="174527" y="396016"/>
                  </a:cubicBezTo>
                  <a:cubicBezTo>
                    <a:pt x="175018" y="396262"/>
                    <a:pt x="175509" y="396507"/>
                    <a:pt x="176015" y="396760"/>
                  </a:cubicBezTo>
                  <a:cubicBezTo>
                    <a:pt x="176247" y="398780"/>
                    <a:pt x="176397" y="400733"/>
                    <a:pt x="176480" y="402760"/>
                  </a:cubicBezTo>
                  <a:cubicBezTo>
                    <a:pt x="176509" y="403324"/>
                    <a:pt x="176538" y="403889"/>
                    <a:pt x="176567" y="404470"/>
                  </a:cubicBezTo>
                  <a:cubicBezTo>
                    <a:pt x="176638" y="405869"/>
                    <a:pt x="176699" y="407268"/>
                    <a:pt x="176759" y="408666"/>
                  </a:cubicBezTo>
                  <a:cubicBezTo>
                    <a:pt x="179040" y="407429"/>
                    <a:pt x="179040" y="407429"/>
                    <a:pt x="179689" y="405643"/>
                  </a:cubicBezTo>
                  <a:cubicBezTo>
                    <a:pt x="179950" y="405167"/>
                    <a:pt x="180211" y="404692"/>
                    <a:pt x="180480" y="404202"/>
                  </a:cubicBezTo>
                  <a:cubicBezTo>
                    <a:pt x="180986" y="404079"/>
                    <a:pt x="181493" y="403956"/>
                    <a:pt x="182015" y="403829"/>
                  </a:cubicBezTo>
                  <a:cubicBezTo>
                    <a:pt x="182490" y="403707"/>
                    <a:pt x="182966" y="403584"/>
                    <a:pt x="183456" y="403457"/>
                  </a:cubicBezTo>
                  <a:cubicBezTo>
                    <a:pt x="183641" y="402698"/>
                    <a:pt x="183641" y="402698"/>
                    <a:pt x="183828" y="401923"/>
                  </a:cubicBezTo>
                  <a:cubicBezTo>
                    <a:pt x="183951" y="401447"/>
                    <a:pt x="184074" y="400971"/>
                    <a:pt x="184200" y="400481"/>
                  </a:cubicBezTo>
                  <a:cubicBezTo>
                    <a:pt x="185183" y="400481"/>
                    <a:pt x="186165" y="400481"/>
                    <a:pt x="187177" y="400481"/>
                  </a:cubicBezTo>
                  <a:cubicBezTo>
                    <a:pt x="187177" y="399499"/>
                    <a:pt x="187177" y="398516"/>
                    <a:pt x="187177" y="397504"/>
                  </a:cubicBezTo>
                  <a:cubicBezTo>
                    <a:pt x="188619" y="397086"/>
                    <a:pt x="188619" y="397086"/>
                    <a:pt x="190154" y="396760"/>
                  </a:cubicBezTo>
                  <a:cubicBezTo>
                    <a:pt x="190399" y="396023"/>
                    <a:pt x="190645" y="395287"/>
                    <a:pt x="190898" y="394528"/>
                  </a:cubicBezTo>
                  <a:cubicBezTo>
                    <a:pt x="191527" y="394282"/>
                    <a:pt x="192156" y="394037"/>
                    <a:pt x="192805" y="393784"/>
                  </a:cubicBezTo>
                  <a:cubicBezTo>
                    <a:pt x="193403" y="393538"/>
                    <a:pt x="194002" y="393292"/>
                    <a:pt x="194618" y="393039"/>
                  </a:cubicBezTo>
                  <a:cubicBezTo>
                    <a:pt x="194618" y="392303"/>
                    <a:pt x="194618" y="391566"/>
                    <a:pt x="194618" y="390807"/>
                  </a:cubicBezTo>
                  <a:cubicBezTo>
                    <a:pt x="195859" y="390559"/>
                    <a:pt x="197099" y="390311"/>
                    <a:pt x="198339" y="390063"/>
                  </a:cubicBezTo>
                  <a:cubicBezTo>
                    <a:pt x="198339" y="389326"/>
                    <a:pt x="198339" y="388589"/>
                    <a:pt x="198339" y="387830"/>
                  </a:cubicBezTo>
                  <a:cubicBezTo>
                    <a:pt x="198815" y="387723"/>
                    <a:pt x="199291" y="387616"/>
                    <a:pt x="199781" y="387505"/>
                  </a:cubicBezTo>
                  <a:cubicBezTo>
                    <a:pt x="200287" y="387367"/>
                    <a:pt x="200794" y="387229"/>
                    <a:pt x="201316" y="387086"/>
                  </a:cubicBezTo>
                  <a:cubicBezTo>
                    <a:pt x="201571" y="386096"/>
                    <a:pt x="201819" y="385104"/>
                    <a:pt x="202060" y="384110"/>
                  </a:cubicBezTo>
                  <a:cubicBezTo>
                    <a:pt x="203040" y="383589"/>
                    <a:pt x="204032" y="383092"/>
                    <a:pt x="205036" y="382621"/>
                  </a:cubicBezTo>
                  <a:cubicBezTo>
                    <a:pt x="205282" y="381885"/>
                    <a:pt x="205528" y="381148"/>
                    <a:pt x="205781" y="380389"/>
                  </a:cubicBezTo>
                  <a:cubicBezTo>
                    <a:pt x="206763" y="380389"/>
                    <a:pt x="207745" y="380389"/>
                    <a:pt x="208757" y="380389"/>
                  </a:cubicBezTo>
                  <a:cubicBezTo>
                    <a:pt x="209204" y="378974"/>
                    <a:pt x="209204" y="378974"/>
                    <a:pt x="209501" y="377412"/>
                  </a:cubicBezTo>
                  <a:cubicBezTo>
                    <a:pt x="210238" y="376921"/>
                    <a:pt x="210975" y="376430"/>
                    <a:pt x="211734" y="375924"/>
                  </a:cubicBezTo>
                  <a:cubicBezTo>
                    <a:pt x="211979" y="375187"/>
                    <a:pt x="212225" y="374451"/>
                    <a:pt x="212478" y="373692"/>
                  </a:cubicBezTo>
                  <a:cubicBezTo>
                    <a:pt x="213470" y="373196"/>
                    <a:pt x="214462" y="372700"/>
                    <a:pt x="215454" y="372203"/>
                  </a:cubicBezTo>
                  <a:cubicBezTo>
                    <a:pt x="215700" y="371467"/>
                    <a:pt x="215946" y="370730"/>
                    <a:pt x="216199" y="369971"/>
                  </a:cubicBezTo>
                  <a:cubicBezTo>
                    <a:pt x="218105" y="369832"/>
                    <a:pt x="218105" y="369832"/>
                    <a:pt x="219919" y="369971"/>
                  </a:cubicBezTo>
                  <a:cubicBezTo>
                    <a:pt x="219919" y="368989"/>
                    <a:pt x="219919" y="368007"/>
                    <a:pt x="219919" y="366994"/>
                  </a:cubicBezTo>
                  <a:cubicBezTo>
                    <a:pt x="220902" y="366994"/>
                    <a:pt x="221884" y="366994"/>
                    <a:pt x="222896" y="366994"/>
                  </a:cubicBezTo>
                  <a:cubicBezTo>
                    <a:pt x="223755" y="365155"/>
                    <a:pt x="223755" y="365155"/>
                    <a:pt x="224384" y="363274"/>
                  </a:cubicBezTo>
                  <a:cubicBezTo>
                    <a:pt x="224875" y="363274"/>
                    <a:pt x="225366" y="363274"/>
                    <a:pt x="225872" y="363274"/>
                  </a:cubicBezTo>
                  <a:cubicBezTo>
                    <a:pt x="226087" y="362721"/>
                    <a:pt x="226302" y="362169"/>
                    <a:pt x="226523" y="361599"/>
                  </a:cubicBezTo>
                  <a:cubicBezTo>
                    <a:pt x="227466" y="359295"/>
                    <a:pt x="228393" y="358120"/>
                    <a:pt x="230337" y="356577"/>
                  </a:cubicBezTo>
                  <a:cubicBezTo>
                    <a:pt x="231319" y="356577"/>
                    <a:pt x="232302" y="356577"/>
                    <a:pt x="233314" y="356577"/>
                  </a:cubicBezTo>
                  <a:cubicBezTo>
                    <a:pt x="233761" y="355161"/>
                    <a:pt x="233761" y="355161"/>
                    <a:pt x="234058" y="353600"/>
                  </a:cubicBezTo>
                  <a:cubicBezTo>
                    <a:pt x="234795" y="353109"/>
                    <a:pt x="235531" y="352618"/>
                    <a:pt x="236290" y="352112"/>
                  </a:cubicBezTo>
                  <a:cubicBezTo>
                    <a:pt x="236536" y="351375"/>
                    <a:pt x="236781" y="350638"/>
                    <a:pt x="237034" y="349879"/>
                  </a:cubicBezTo>
                  <a:cubicBezTo>
                    <a:pt x="237771" y="349634"/>
                    <a:pt x="238508" y="349388"/>
                    <a:pt x="239267" y="349135"/>
                  </a:cubicBezTo>
                  <a:cubicBezTo>
                    <a:pt x="239482" y="348705"/>
                    <a:pt x="239697" y="348276"/>
                    <a:pt x="239918" y="347833"/>
                  </a:cubicBezTo>
                  <a:cubicBezTo>
                    <a:pt x="241066" y="345537"/>
                    <a:pt x="242535" y="344101"/>
                    <a:pt x="244476" y="342438"/>
                  </a:cubicBezTo>
                  <a:cubicBezTo>
                    <a:pt x="245458" y="342438"/>
                    <a:pt x="246440" y="342438"/>
                    <a:pt x="247452" y="342438"/>
                  </a:cubicBezTo>
                  <a:cubicBezTo>
                    <a:pt x="247452" y="341456"/>
                    <a:pt x="247452" y="340473"/>
                    <a:pt x="247452" y="339461"/>
                  </a:cubicBezTo>
                  <a:cubicBezTo>
                    <a:pt x="248435" y="339461"/>
                    <a:pt x="249417" y="339461"/>
                    <a:pt x="250429" y="339461"/>
                  </a:cubicBezTo>
                  <a:cubicBezTo>
                    <a:pt x="250955" y="338234"/>
                    <a:pt x="251445" y="336990"/>
                    <a:pt x="251917" y="335741"/>
                  </a:cubicBezTo>
                  <a:cubicBezTo>
                    <a:pt x="253731" y="333648"/>
                    <a:pt x="253731" y="333648"/>
                    <a:pt x="255638" y="332020"/>
                  </a:cubicBezTo>
                  <a:cubicBezTo>
                    <a:pt x="256375" y="332020"/>
                    <a:pt x="257111" y="332020"/>
                    <a:pt x="257870" y="332020"/>
                  </a:cubicBezTo>
                  <a:cubicBezTo>
                    <a:pt x="257870" y="331038"/>
                    <a:pt x="257870" y="330055"/>
                    <a:pt x="257870" y="329043"/>
                  </a:cubicBezTo>
                  <a:cubicBezTo>
                    <a:pt x="258853" y="329043"/>
                    <a:pt x="259835" y="329043"/>
                    <a:pt x="260847" y="329043"/>
                  </a:cubicBezTo>
                  <a:cubicBezTo>
                    <a:pt x="260847" y="328061"/>
                    <a:pt x="260847" y="327079"/>
                    <a:pt x="260847" y="326067"/>
                  </a:cubicBezTo>
                  <a:cubicBezTo>
                    <a:pt x="262242" y="325276"/>
                    <a:pt x="262242" y="325276"/>
                    <a:pt x="263824" y="324578"/>
                  </a:cubicBezTo>
                  <a:cubicBezTo>
                    <a:pt x="264315" y="323842"/>
                    <a:pt x="264806" y="323105"/>
                    <a:pt x="265312" y="322346"/>
                  </a:cubicBezTo>
                  <a:cubicBezTo>
                    <a:pt x="265803" y="322346"/>
                    <a:pt x="266294" y="322346"/>
                    <a:pt x="266800" y="322346"/>
                  </a:cubicBezTo>
                  <a:cubicBezTo>
                    <a:pt x="266877" y="321932"/>
                    <a:pt x="266954" y="321517"/>
                    <a:pt x="267033" y="321090"/>
                  </a:cubicBezTo>
                  <a:cubicBezTo>
                    <a:pt x="267791" y="318540"/>
                    <a:pt x="269255" y="317332"/>
                    <a:pt x="271265" y="315649"/>
                  </a:cubicBezTo>
                  <a:cubicBezTo>
                    <a:pt x="272247" y="315649"/>
                    <a:pt x="273229" y="315649"/>
                    <a:pt x="274242" y="315649"/>
                  </a:cubicBezTo>
                  <a:cubicBezTo>
                    <a:pt x="274688" y="314234"/>
                    <a:pt x="274688" y="314234"/>
                    <a:pt x="274986" y="312672"/>
                  </a:cubicBezTo>
                  <a:cubicBezTo>
                    <a:pt x="275722" y="312181"/>
                    <a:pt x="276459" y="311690"/>
                    <a:pt x="277218" y="311184"/>
                  </a:cubicBezTo>
                  <a:cubicBezTo>
                    <a:pt x="277464" y="310447"/>
                    <a:pt x="277709" y="309711"/>
                    <a:pt x="277962" y="308952"/>
                  </a:cubicBezTo>
                  <a:cubicBezTo>
                    <a:pt x="278699" y="308952"/>
                    <a:pt x="279436" y="308952"/>
                    <a:pt x="280195" y="308952"/>
                  </a:cubicBezTo>
                  <a:cubicBezTo>
                    <a:pt x="280717" y="307722"/>
                    <a:pt x="281214" y="306482"/>
                    <a:pt x="281683" y="305231"/>
                  </a:cubicBezTo>
                  <a:cubicBezTo>
                    <a:pt x="282174" y="305231"/>
                    <a:pt x="282665" y="305231"/>
                    <a:pt x="283171" y="305231"/>
                  </a:cubicBezTo>
                  <a:cubicBezTo>
                    <a:pt x="282803" y="237455"/>
                    <a:pt x="282803" y="237455"/>
                    <a:pt x="282427" y="168309"/>
                  </a:cubicBezTo>
                  <a:cubicBezTo>
                    <a:pt x="247685" y="168338"/>
                    <a:pt x="247685" y="168338"/>
                    <a:pt x="212943" y="168376"/>
                  </a:cubicBezTo>
                  <a:cubicBezTo>
                    <a:pt x="206239" y="168379"/>
                    <a:pt x="206239" y="168379"/>
                    <a:pt x="203105" y="168380"/>
                  </a:cubicBezTo>
                  <a:cubicBezTo>
                    <a:pt x="200906" y="168381"/>
                    <a:pt x="198707" y="168383"/>
                    <a:pt x="196509" y="168388"/>
                  </a:cubicBezTo>
                  <a:cubicBezTo>
                    <a:pt x="193709" y="168393"/>
                    <a:pt x="190909" y="168394"/>
                    <a:pt x="188110" y="168393"/>
                  </a:cubicBezTo>
                  <a:cubicBezTo>
                    <a:pt x="187079" y="168393"/>
                    <a:pt x="186048" y="168395"/>
                    <a:pt x="185018" y="168398"/>
                  </a:cubicBezTo>
                  <a:cubicBezTo>
                    <a:pt x="183632" y="168401"/>
                    <a:pt x="182246" y="168400"/>
                    <a:pt x="180860" y="168398"/>
                  </a:cubicBezTo>
                  <a:cubicBezTo>
                    <a:pt x="180082" y="168399"/>
                    <a:pt x="179303" y="168400"/>
                    <a:pt x="178501" y="168401"/>
                  </a:cubicBezTo>
                  <a:cubicBezTo>
                    <a:pt x="176759" y="168309"/>
                    <a:pt x="176759" y="168309"/>
                    <a:pt x="176015" y="167565"/>
                  </a:cubicBezTo>
                  <a:cubicBezTo>
                    <a:pt x="175944" y="165368"/>
                    <a:pt x="175922" y="163188"/>
                    <a:pt x="175930" y="160991"/>
                  </a:cubicBezTo>
                  <a:cubicBezTo>
                    <a:pt x="175930" y="160290"/>
                    <a:pt x="175930" y="159589"/>
                    <a:pt x="175930" y="158867"/>
                  </a:cubicBezTo>
                  <a:cubicBezTo>
                    <a:pt x="175931" y="156587"/>
                    <a:pt x="175936" y="154308"/>
                    <a:pt x="175942" y="152028"/>
                  </a:cubicBezTo>
                  <a:cubicBezTo>
                    <a:pt x="175943" y="150625"/>
                    <a:pt x="175944" y="149222"/>
                    <a:pt x="175945" y="147819"/>
                  </a:cubicBezTo>
                  <a:cubicBezTo>
                    <a:pt x="175948" y="142603"/>
                    <a:pt x="175959" y="137387"/>
                    <a:pt x="175968" y="132172"/>
                  </a:cubicBezTo>
                  <a:cubicBezTo>
                    <a:pt x="175984" y="120523"/>
                    <a:pt x="175999" y="108874"/>
                    <a:pt x="176015" y="96871"/>
                  </a:cubicBezTo>
                  <a:cubicBezTo>
                    <a:pt x="211377" y="96626"/>
                    <a:pt x="246738" y="96380"/>
                    <a:pt x="283171" y="96127"/>
                  </a:cubicBezTo>
                  <a:cubicBezTo>
                    <a:pt x="282897" y="66172"/>
                    <a:pt x="282897" y="66172"/>
                    <a:pt x="282614" y="36218"/>
                  </a:cubicBezTo>
                  <a:cubicBezTo>
                    <a:pt x="282564" y="30425"/>
                    <a:pt x="282564" y="30425"/>
                    <a:pt x="282541" y="27713"/>
                  </a:cubicBezTo>
                  <a:cubicBezTo>
                    <a:pt x="282520" y="25320"/>
                    <a:pt x="282496" y="22928"/>
                    <a:pt x="282472" y="20536"/>
                  </a:cubicBezTo>
                  <a:cubicBezTo>
                    <a:pt x="282448" y="18165"/>
                    <a:pt x="282430" y="15794"/>
                    <a:pt x="282411" y="13423"/>
                  </a:cubicBezTo>
                  <a:cubicBezTo>
                    <a:pt x="282401" y="12578"/>
                    <a:pt x="282392" y="11734"/>
                    <a:pt x="282382" y="10865"/>
                  </a:cubicBezTo>
                  <a:cubicBezTo>
                    <a:pt x="282376" y="10091"/>
                    <a:pt x="282371" y="9317"/>
                    <a:pt x="282366" y="8520"/>
                  </a:cubicBezTo>
                  <a:cubicBezTo>
                    <a:pt x="282357" y="7513"/>
                    <a:pt x="282357" y="7513"/>
                    <a:pt x="282347" y="6485"/>
                  </a:cubicBezTo>
                  <a:cubicBezTo>
                    <a:pt x="282431" y="4505"/>
                    <a:pt x="282577" y="2772"/>
                    <a:pt x="283171" y="877"/>
                  </a:cubicBezTo>
                  <a:close/>
                </a:path>
              </a:pathLst>
            </a:custGeom>
            <a:grpFill/>
            <a:ln w="744" cap="flat">
              <a:noFill/>
              <a:prstDash val="solid"/>
              <a:miter/>
            </a:ln>
          </p:spPr>
          <p:txBody>
            <a:bodyPr rtlCol="0" anchor="ctr"/>
            <a:lstStyle/>
            <a:p>
              <a:endParaRPr lang="zh-CN" altLang="en-US"/>
            </a:p>
          </p:txBody>
        </p:sp>
        <p:sp>
          <p:nvSpPr>
            <p:cNvPr id="145" name="任意多边形: 形状 144"/>
            <p:cNvSpPr/>
            <p:nvPr/>
          </p:nvSpPr>
          <p:spPr>
            <a:xfrm>
              <a:off x="-291089" y="273669"/>
              <a:ext cx="869544" cy="448079"/>
            </a:xfrm>
            <a:custGeom>
              <a:avLst/>
              <a:gdLst>
                <a:gd name="connsiteX0" fmla="*/ 512969 w 869556"/>
                <a:gd name="connsiteY0" fmla="*/ 92 h 448064"/>
                <a:gd name="connsiteX1" fmla="*/ 554554 w 869556"/>
                <a:gd name="connsiteY1" fmla="*/ 53 h 448064"/>
                <a:gd name="connsiteX2" fmla="*/ 573861 w 869556"/>
                <a:gd name="connsiteY2" fmla="*/ 35 h 448064"/>
                <a:gd name="connsiteX3" fmla="*/ 590683 w 869556"/>
                <a:gd name="connsiteY3" fmla="*/ 22 h 448064"/>
                <a:gd name="connsiteX4" fmla="*/ 599595 w 869556"/>
                <a:gd name="connsiteY4" fmla="*/ 13 h 448064"/>
                <a:gd name="connsiteX5" fmla="*/ 607974 w 869556"/>
                <a:gd name="connsiteY5" fmla="*/ 7 h 448064"/>
                <a:gd name="connsiteX6" fmla="*/ 611059 w 869556"/>
                <a:gd name="connsiteY6" fmla="*/ 3 h 448064"/>
                <a:gd name="connsiteX7" fmla="*/ 615252 w 869556"/>
                <a:gd name="connsiteY7" fmla="*/ 2 h 448064"/>
                <a:gd name="connsiteX8" fmla="*/ 617628 w 869556"/>
                <a:gd name="connsiteY8" fmla="*/ 0 h 448064"/>
                <a:gd name="connsiteX9" fmla="*/ 620125 w 869556"/>
                <a:gd name="connsiteY9" fmla="*/ 836 h 448064"/>
                <a:gd name="connsiteX10" fmla="*/ 626683 w 869556"/>
                <a:gd name="connsiteY10" fmla="*/ 940 h 448064"/>
                <a:gd name="connsiteX11" fmla="*/ 630735 w 869556"/>
                <a:gd name="connsiteY11" fmla="*/ 984 h 448064"/>
                <a:gd name="connsiteX12" fmla="*/ 637158 w 869556"/>
                <a:gd name="connsiteY12" fmla="*/ 1022 h 448064"/>
                <a:gd name="connsiteX13" fmla="*/ 643333 w 869556"/>
                <a:gd name="connsiteY13" fmla="*/ 1080 h 448064"/>
                <a:gd name="connsiteX14" fmla="*/ 645287 w 869556"/>
                <a:gd name="connsiteY14" fmla="*/ 1064 h 448064"/>
                <a:gd name="connsiteX15" fmla="*/ 649891 w 869556"/>
                <a:gd name="connsiteY15" fmla="*/ 1580 h 448064"/>
                <a:gd name="connsiteX16" fmla="*/ 650635 w 869556"/>
                <a:gd name="connsiteY16" fmla="*/ 5301 h 448064"/>
                <a:gd name="connsiteX17" fmla="*/ 655864 w 869556"/>
                <a:gd name="connsiteY17" fmla="*/ 5559 h 448064"/>
                <a:gd name="connsiteX18" fmla="*/ 657452 w 869556"/>
                <a:gd name="connsiteY18" fmla="*/ 5522 h 448064"/>
                <a:gd name="connsiteX19" fmla="*/ 662495 w 869556"/>
                <a:gd name="connsiteY19" fmla="*/ 5347 h 448064"/>
                <a:gd name="connsiteX20" fmla="*/ 667529 w 869556"/>
                <a:gd name="connsiteY20" fmla="*/ 5180 h 448064"/>
                <a:gd name="connsiteX21" fmla="*/ 670667 w 869556"/>
                <a:gd name="connsiteY21" fmla="*/ 5059 h 448064"/>
                <a:gd name="connsiteX22" fmla="*/ 674447 w 869556"/>
                <a:gd name="connsiteY22" fmla="*/ 5301 h 448064"/>
                <a:gd name="connsiteX23" fmla="*/ 675936 w 869556"/>
                <a:gd name="connsiteY23" fmla="*/ 8277 h 448064"/>
                <a:gd name="connsiteX24" fmla="*/ 681191 w 869556"/>
                <a:gd name="connsiteY24" fmla="*/ 8417 h 448064"/>
                <a:gd name="connsiteX25" fmla="*/ 693795 w 869556"/>
                <a:gd name="connsiteY25" fmla="*/ 9021 h 448064"/>
                <a:gd name="connsiteX26" fmla="*/ 694539 w 869556"/>
                <a:gd name="connsiteY26" fmla="*/ 11254 h 448064"/>
                <a:gd name="connsiteX27" fmla="*/ 698004 w 869556"/>
                <a:gd name="connsiteY27" fmla="*/ 11530 h 448064"/>
                <a:gd name="connsiteX28" fmla="*/ 700123 w 869556"/>
                <a:gd name="connsiteY28" fmla="*/ 11569 h 448064"/>
                <a:gd name="connsiteX29" fmla="*/ 704582 w 869556"/>
                <a:gd name="connsiteY29" fmla="*/ 11581 h 448064"/>
                <a:gd name="connsiteX30" fmla="*/ 706701 w 869556"/>
                <a:gd name="connsiteY30" fmla="*/ 11623 h 448064"/>
                <a:gd name="connsiteX31" fmla="*/ 708659 w 869556"/>
                <a:gd name="connsiteY31" fmla="*/ 11627 h 448064"/>
                <a:gd name="connsiteX32" fmla="*/ 710166 w 869556"/>
                <a:gd name="connsiteY32" fmla="*/ 11998 h 448064"/>
                <a:gd name="connsiteX33" fmla="*/ 710910 w 869556"/>
                <a:gd name="connsiteY33" fmla="*/ 14974 h 448064"/>
                <a:gd name="connsiteX34" fmla="*/ 717236 w 869556"/>
                <a:gd name="connsiteY34" fmla="*/ 15393 h 448064"/>
                <a:gd name="connsiteX35" fmla="*/ 723561 w 869556"/>
                <a:gd name="connsiteY35" fmla="*/ 15719 h 448064"/>
                <a:gd name="connsiteX36" fmla="*/ 724305 w 869556"/>
                <a:gd name="connsiteY36" fmla="*/ 17951 h 448064"/>
                <a:gd name="connsiteX37" fmla="*/ 732397 w 869556"/>
                <a:gd name="connsiteY37" fmla="*/ 18320 h 448064"/>
                <a:gd name="connsiteX38" fmla="*/ 734723 w 869556"/>
                <a:gd name="connsiteY38" fmla="*/ 18695 h 448064"/>
                <a:gd name="connsiteX39" fmla="*/ 735467 w 869556"/>
                <a:gd name="connsiteY39" fmla="*/ 21672 h 448064"/>
                <a:gd name="connsiteX40" fmla="*/ 739560 w 869556"/>
                <a:gd name="connsiteY40" fmla="*/ 22044 h 448064"/>
                <a:gd name="connsiteX41" fmla="*/ 743653 w 869556"/>
                <a:gd name="connsiteY41" fmla="*/ 22416 h 448064"/>
                <a:gd name="connsiteX42" fmla="*/ 744397 w 869556"/>
                <a:gd name="connsiteY42" fmla="*/ 25392 h 448064"/>
                <a:gd name="connsiteX43" fmla="*/ 748978 w 869556"/>
                <a:gd name="connsiteY43" fmla="*/ 25250 h 448064"/>
                <a:gd name="connsiteX44" fmla="*/ 750350 w 869556"/>
                <a:gd name="connsiteY44" fmla="*/ 25392 h 448064"/>
                <a:gd name="connsiteX45" fmla="*/ 751047 w 869556"/>
                <a:gd name="connsiteY45" fmla="*/ 27253 h 448064"/>
                <a:gd name="connsiteX46" fmla="*/ 751838 w 869556"/>
                <a:gd name="connsiteY46" fmla="*/ 29113 h 448064"/>
                <a:gd name="connsiteX47" fmla="*/ 758535 w 869556"/>
                <a:gd name="connsiteY47" fmla="*/ 29113 h 448064"/>
                <a:gd name="connsiteX48" fmla="*/ 758535 w 869556"/>
                <a:gd name="connsiteY48" fmla="*/ 32090 h 448064"/>
                <a:gd name="connsiteX49" fmla="*/ 765233 w 869556"/>
                <a:gd name="connsiteY49" fmla="*/ 32834 h 448064"/>
                <a:gd name="connsiteX50" fmla="*/ 765233 w 869556"/>
                <a:gd name="connsiteY50" fmla="*/ 35810 h 448064"/>
                <a:gd name="connsiteX51" fmla="*/ 771930 w 869556"/>
                <a:gd name="connsiteY51" fmla="*/ 35810 h 448064"/>
                <a:gd name="connsiteX52" fmla="*/ 771930 w 869556"/>
                <a:gd name="connsiteY52" fmla="*/ 38787 h 448064"/>
                <a:gd name="connsiteX53" fmla="*/ 773343 w 869556"/>
                <a:gd name="connsiteY53" fmla="*/ 38845 h 448064"/>
                <a:gd name="connsiteX54" fmla="*/ 775186 w 869556"/>
                <a:gd name="connsiteY54" fmla="*/ 38973 h 448064"/>
                <a:gd name="connsiteX55" fmla="*/ 777017 w 869556"/>
                <a:gd name="connsiteY55" fmla="*/ 39078 h 448064"/>
                <a:gd name="connsiteX56" fmla="*/ 778627 w 869556"/>
                <a:gd name="connsiteY56" fmla="*/ 39531 h 448064"/>
                <a:gd name="connsiteX57" fmla="*/ 780115 w 869556"/>
                <a:gd name="connsiteY57" fmla="*/ 42508 h 448064"/>
                <a:gd name="connsiteX58" fmla="*/ 782394 w 869556"/>
                <a:gd name="connsiteY58" fmla="*/ 42461 h 448064"/>
                <a:gd name="connsiteX59" fmla="*/ 784580 w 869556"/>
                <a:gd name="connsiteY59" fmla="*/ 42508 h 448064"/>
                <a:gd name="connsiteX60" fmla="*/ 784859 w 869556"/>
                <a:gd name="connsiteY60" fmla="*/ 44368 h 448064"/>
                <a:gd name="connsiteX61" fmla="*/ 785324 w 869556"/>
                <a:gd name="connsiteY61" fmla="*/ 46228 h 448064"/>
                <a:gd name="connsiteX62" fmla="*/ 791278 w 869556"/>
                <a:gd name="connsiteY62" fmla="*/ 46228 h 448064"/>
                <a:gd name="connsiteX63" fmla="*/ 791278 w 869556"/>
                <a:gd name="connsiteY63" fmla="*/ 49205 h 448064"/>
                <a:gd name="connsiteX64" fmla="*/ 797975 w 869556"/>
                <a:gd name="connsiteY64" fmla="*/ 49949 h 448064"/>
                <a:gd name="connsiteX65" fmla="*/ 797975 w 869556"/>
                <a:gd name="connsiteY65" fmla="*/ 52926 h 448064"/>
                <a:gd name="connsiteX66" fmla="*/ 803928 w 869556"/>
                <a:gd name="connsiteY66" fmla="*/ 52926 h 448064"/>
                <a:gd name="connsiteX67" fmla="*/ 803928 w 869556"/>
                <a:gd name="connsiteY67" fmla="*/ 56646 h 448064"/>
                <a:gd name="connsiteX68" fmla="*/ 806486 w 869556"/>
                <a:gd name="connsiteY68" fmla="*/ 56460 h 448064"/>
                <a:gd name="connsiteX69" fmla="*/ 809137 w 869556"/>
                <a:gd name="connsiteY69" fmla="*/ 56646 h 448064"/>
                <a:gd name="connsiteX70" fmla="*/ 809881 w 869556"/>
                <a:gd name="connsiteY70" fmla="*/ 59623 h 448064"/>
                <a:gd name="connsiteX71" fmla="*/ 812486 w 869556"/>
                <a:gd name="connsiteY71" fmla="*/ 59623 h 448064"/>
                <a:gd name="connsiteX72" fmla="*/ 815090 w 869556"/>
                <a:gd name="connsiteY72" fmla="*/ 59623 h 448064"/>
                <a:gd name="connsiteX73" fmla="*/ 815834 w 869556"/>
                <a:gd name="connsiteY73" fmla="*/ 62599 h 448064"/>
                <a:gd name="connsiteX74" fmla="*/ 820299 w 869556"/>
                <a:gd name="connsiteY74" fmla="*/ 63344 h 448064"/>
                <a:gd name="connsiteX75" fmla="*/ 821787 w 869556"/>
                <a:gd name="connsiteY75" fmla="*/ 66320 h 448064"/>
                <a:gd name="connsiteX76" fmla="*/ 826252 w 869556"/>
                <a:gd name="connsiteY76" fmla="*/ 67064 h 448064"/>
                <a:gd name="connsiteX77" fmla="*/ 826252 w 869556"/>
                <a:gd name="connsiteY77" fmla="*/ 70041 h 448064"/>
                <a:gd name="connsiteX78" fmla="*/ 828810 w 869556"/>
                <a:gd name="connsiteY78" fmla="*/ 69855 h 448064"/>
                <a:gd name="connsiteX79" fmla="*/ 831461 w 869556"/>
                <a:gd name="connsiteY79" fmla="*/ 70041 h 448064"/>
                <a:gd name="connsiteX80" fmla="*/ 832205 w 869556"/>
                <a:gd name="connsiteY80" fmla="*/ 73017 h 448064"/>
                <a:gd name="connsiteX81" fmla="*/ 836670 w 869556"/>
                <a:gd name="connsiteY81" fmla="*/ 73761 h 448064"/>
                <a:gd name="connsiteX82" fmla="*/ 837414 w 869556"/>
                <a:gd name="connsiteY82" fmla="*/ 75994 h 448064"/>
                <a:gd name="connsiteX83" fmla="*/ 840019 w 869556"/>
                <a:gd name="connsiteY83" fmla="*/ 76738 h 448064"/>
                <a:gd name="connsiteX84" fmla="*/ 842623 w 869556"/>
                <a:gd name="connsiteY84" fmla="*/ 77482 h 448064"/>
                <a:gd name="connsiteX85" fmla="*/ 843367 w 869556"/>
                <a:gd name="connsiteY85" fmla="*/ 79715 h 448064"/>
                <a:gd name="connsiteX86" fmla="*/ 847832 w 869556"/>
                <a:gd name="connsiteY86" fmla="*/ 80459 h 448064"/>
                <a:gd name="connsiteX87" fmla="*/ 847832 w 869556"/>
                <a:gd name="connsiteY87" fmla="*/ 83435 h 448064"/>
                <a:gd name="connsiteX88" fmla="*/ 853041 w 869556"/>
                <a:gd name="connsiteY88" fmla="*/ 84179 h 448064"/>
                <a:gd name="connsiteX89" fmla="*/ 853041 w 869556"/>
                <a:gd name="connsiteY89" fmla="*/ 87156 h 448064"/>
                <a:gd name="connsiteX90" fmla="*/ 855599 w 869556"/>
                <a:gd name="connsiteY90" fmla="*/ 86970 h 448064"/>
                <a:gd name="connsiteX91" fmla="*/ 858250 w 869556"/>
                <a:gd name="connsiteY91" fmla="*/ 87156 h 448064"/>
                <a:gd name="connsiteX92" fmla="*/ 858994 w 869556"/>
                <a:gd name="connsiteY92" fmla="*/ 90133 h 448064"/>
                <a:gd name="connsiteX93" fmla="*/ 863459 w 869556"/>
                <a:gd name="connsiteY93" fmla="*/ 90877 h 448064"/>
                <a:gd name="connsiteX94" fmla="*/ 863459 w 869556"/>
                <a:gd name="connsiteY94" fmla="*/ 93853 h 448064"/>
                <a:gd name="connsiteX95" fmla="*/ 865971 w 869556"/>
                <a:gd name="connsiteY95" fmla="*/ 93760 h 448064"/>
                <a:gd name="connsiteX96" fmla="*/ 870156 w 869556"/>
                <a:gd name="connsiteY96" fmla="*/ 95342 h 448064"/>
                <a:gd name="connsiteX97" fmla="*/ 870296 w 869556"/>
                <a:gd name="connsiteY97" fmla="*/ 99481 h 448064"/>
                <a:gd name="connsiteX98" fmla="*/ 870281 w 869556"/>
                <a:gd name="connsiteY98" fmla="*/ 101716 h 448064"/>
                <a:gd name="connsiteX99" fmla="*/ 869412 w 869556"/>
                <a:gd name="connsiteY99" fmla="*/ 104271 h 448064"/>
                <a:gd name="connsiteX100" fmla="*/ 864834 w 869556"/>
                <a:gd name="connsiteY100" fmla="*/ 104402 h 448064"/>
                <a:gd name="connsiteX101" fmla="*/ 862013 w 869556"/>
                <a:gd name="connsiteY101" fmla="*/ 104456 h 448064"/>
                <a:gd name="connsiteX102" fmla="*/ 856077 w 869556"/>
                <a:gd name="connsiteY102" fmla="*/ 104526 h 448064"/>
                <a:gd name="connsiteX103" fmla="*/ 853253 w 869556"/>
                <a:gd name="connsiteY103" fmla="*/ 104588 h 448064"/>
                <a:gd name="connsiteX104" fmla="*/ 850646 w 869556"/>
                <a:gd name="connsiteY104" fmla="*/ 104621 h 448064"/>
                <a:gd name="connsiteX105" fmla="*/ 848576 w 869556"/>
                <a:gd name="connsiteY105" fmla="*/ 105015 h 448064"/>
                <a:gd name="connsiteX106" fmla="*/ 847853 w 869556"/>
                <a:gd name="connsiteY106" fmla="*/ 106507 h 448064"/>
                <a:gd name="connsiteX107" fmla="*/ 847088 w 869556"/>
                <a:gd name="connsiteY107" fmla="*/ 107992 h 448064"/>
                <a:gd name="connsiteX108" fmla="*/ 842085 w 869556"/>
                <a:gd name="connsiteY108" fmla="*/ 108367 h 448064"/>
                <a:gd name="connsiteX109" fmla="*/ 840596 w 869556"/>
                <a:gd name="connsiteY109" fmla="*/ 108388 h 448064"/>
                <a:gd name="connsiteX110" fmla="*/ 835879 w 869556"/>
                <a:gd name="connsiteY110" fmla="*/ 108411 h 448064"/>
                <a:gd name="connsiteX111" fmla="*/ 831155 w 869556"/>
                <a:gd name="connsiteY111" fmla="*/ 108441 h 448064"/>
                <a:gd name="connsiteX112" fmla="*/ 826874 w 869556"/>
                <a:gd name="connsiteY112" fmla="*/ 108462 h 448064"/>
                <a:gd name="connsiteX113" fmla="*/ 824764 w 869556"/>
                <a:gd name="connsiteY113" fmla="*/ 108736 h 448064"/>
                <a:gd name="connsiteX114" fmla="*/ 824020 w 869556"/>
                <a:gd name="connsiteY114" fmla="*/ 110969 h 448064"/>
                <a:gd name="connsiteX115" fmla="*/ 819604 w 869556"/>
                <a:gd name="connsiteY115" fmla="*/ 111323 h 448064"/>
                <a:gd name="connsiteX116" fmla="*/ 816885 w 869556"/>
                <a:gd name="connsiteY116" fmla="*/ 111393 h 448064"/>
                <a:gd name="connsiteX117" fmla="*/ 814020 w 869556"/>
                <a:gd name="connsiteY117" fmla="*/ 111434 h 448064"/>
                <a:gd name="connsiteX118" fmla="*/ 808442 w 869556"/>
                <a:gd name="connsiteY118" fmla="*/ 111556 h 448064"/>
                <a:gd name="connsiteX119" fmla="*/ 805929 w 869556"/>
                <a:gd name="connsiteY119" fmla="*/ 111595 h 448064"/>
                <a:gd name="connsiteX120" fmla="*/ 802440 w 869556"/>
                <a:gd name="connsiteY120" fmla="*/ 112457 h 448064"/>
                <a:gd name="connsiteX121" fmla="*/ 802440 w 869556"/>
                <a:gd name="connsiteY121" fmla="*/ 114689 h 448064"/>
                <a:gd name="connsiteX122" fmla="*/ 800607 w 869556"/>
                <a:gd name="connsiteY122" fmla="*/ 114722 h 448064"/>
                <a:gd name="connsiteX123" fmla="*/ 792440 w 869556"/>
                <a:gd name="connsiteY123" fmla="*/ 114922 h 448064"/>
                <a:gd name="connsiteX124" fmla="*/ 789555 w 869556"/>
                <a:gd name="connsiteY124" fmla="*/ 114973 h 448064"/>
                <a:gd name="connsiteX125" fmla="*/ 786816 w 869556"/>
                <a:gd name="connsiteY125" fmla="*/ 115053 h 448064"/>
                <a:gd name="connsiteX126" fmla="*/ 784277 w 869556"/>
                <a:gd name="connsiteY126" fmla="*/ 115112 h 448064"/>
                <a:gd name="connsiteX127" fmla="*/ 782348 w 869556"/>
                <a:gd name="connsiteY127" fmla="*/ 115433 h 448064"/>
                <a:gd name="connsiteX128" fmla="*/ 781604 w 869556"/>
                <a:gd name="connsiteY128" fmla="*/ 117666 h 448064"/>
                <a:gd name="connsiteX129" fmla="*/ 777462 w 869556"/>
                <a:gd name="connsiteY129" fmla="*/ 118047 h 448064"/>
                <a:gd name="connsiteX130" fmla="*/ 774925 w 869556"/>
                <a:gd name="connsiteY130" fmla="*/ 118126 h 448064"/>
                <a:gd name="connsiteX131" fmla="*/ 772255 w 869556"/>
                <a:gd name="connsiteY131" fmla="*/ 118177 h 448064"/>
                <a:gd name="connsiteX132" fmla="*/ 769577 w 869556"/>
                <a:gd name="connsiteY132" fmla="*/ 118254 h 448064"/>
                <a:gd name="connsiteX133" fmla="*/ 763000 w 869556"/>
                <a:gd name="connsiteY133" fmla="*/ 118410 h 448064"/>
                <a:gd name="connsiteX134" fmla="*/ 763000 w 869556"/>
                <a:gd name="connsiteY134" fmla="*/ 121386 h 448064"/>
                <a:gd name="connsiteX135" fmla="*/ 761521 w 869556"/>
                <a:gd name="connsiteY135" fmla="*/ 121408 h 448064"/>
                <a:gd name="connsiteX136" fmla="*/ 754908 w 869556"/>
                <a:gd name="connsiteY136" fmla="*/ 121573 h 448064"/>
                <a:gd name="connsiteX137" fmla="*/ 752579 w 869556"/>
                <a:gd name="connsiteY137" fmla="*/ 121604 h 448064"/>
                <a:gd name="connsiteX138" fmla="*/ 750356 w 869556"/>
                <a:gd name="connsiteY138" fmla="*/ 121677 h 448064"/>
                <a:gd name="connsiteX139" fmla="*/ 748301 w 869556"/>
                <a:gd name="connsiteY139" fmla="*/ 121724 h 448064"/>
                <a:gd name="connsiteX140" fmla="*/ 746629 w 869556"/>
                <a:gd name="connsiteY140" fmla="*/ 122131 h 448064"/>
                <a:gd name="connsiteX141" fmla="*/ 745141 w 869556"/>
                <a:gd name="connsiteY141" fmla="*/ 125107 h 448064"/>
                <a:gd name="connsiteX142" fmla="*/ 741955 w 869556"/>
                <a:gd name="connsiteY142" fmla="*/ 125372 h 448064"/>
                <a:gd name="connsiteX143" fmla="*/ 740057 w 869556"/>
                <a:gd name="connsiteY143" fmla="*/ 125332 h 448064"/>
                <a:gd name="connsiteX144" fmla="*/ 738071 w 869556"/>
                <a:gd name="connsiteY144" fmla="*/ 125247 h 448064"/>
                <a:gd name="connsiteX145" fmla="*/ 734188 w 869556"/>
                <a:gd name="connsiteY145" fmla="*/ 125139 h 448064"/>
                <a:gd name="connsiteX146" fmla="*/ 732445 w 869556"/>
                <a:gd name="connsiteY146" fmla="*/ 125070 h 448064"/>
                <a:gd name="connsiteX147" fmla="*/ 729514 w 869556"/>
                <a:gd name="connsiteY147" fmla="*/ 125851 h 448064"/>
                <a:gd name="connsiteX148" fmla="*/ 728770 w 869556"/>
                <a:gd name="connsiteY148" fmla="*/ 128084 h 448064"/>
                <a:gd name="connsiteX149" fmla="*/ 725468 w 869556"/>
                <a:gd name="connsiteY149" fmla="*/ 128360 h 448064"/>
                <a:gd name="connsiteX150" fmla="*/ 723450 w 869556"/>
                <a:gd name="connsiteY150" fmla="*/ 128399 h 448064"/>
                <a:gd name="connsiteX151" fmla="*/ 719206 w 869556"/>
                <a:gd name="connsiteY151" fmla="*/ 128411 h 448064"/>
                <a:gd name="connsiteX152" fmla="*/ 717189 w 869556"/>
                <a:gd name="connsiteY152" fmla="*/ 128453 h 448064"/>
                <a:gd name="connsiteX153" fmla="*/ 715326 w 869556"/>
                <a:gd name="connsiteY153" fmla="*/ 128457 h 448064"/>
                <a:gd name="connsiteX154" fmla="*/ 713887 w 869556"/>
                <a:gd name="connsiteY154" fmla="*/ 128828 h 448064"/>
                <a:gd name="connsiteX155" fmla="*/ 713143 w 869556"/>
                <a:gd name="connsiteY155" fmla="*/ 131804 h 448064"/>
                <a:gd name="connsiteX156" fmla="*/ 710003 w 869556"/>
                <a:gd name="connsiteY156" fmla="*/ 132179 h 448064"/>
                <a:gd name="connsiteX157" fmla="*/ 708088 w 869556"/>
                <a:gd name="connsiteY157" fmla="*/ 132222 h 448064"/>
                <a:gd name="connsiteX158" fmla="*/ 706073 w 869556"/>
                <a:gd name="connsiteY158" fmla="*/ 132223 h 448064"/>
                <a:gd name="connsiteX159" fmla="*/ 702143 w 869556"/>
                <a:gd name="connsiteY159" fmla="*/ 132272 h 448064"/>
                <a:gd name="connsiteX160" fmla="*/ 700375 w 869556"/>
                <a:gd name="connsiteY160" fmla="*/ 132274 h 448064"/>
                <a:gd name="connsiteX161" fmla="*/ 699004 w 869556"/>
                <a:gd name="connsiteY161" fmla="*/ 132549 h 448064"/>
                <a:gd name="connsiteX162" fmla="*/ 698260 w 869556"/>
                <a:gd name="connsiteY162" fmla="*/ 134781 h 448064"/>
                <a:gd name="connsiteX163" fmla="*/ 691981 w 869556"/>
                <a:gd name="connsiteY163" fmla="*/ 135246 h 448064"/>
                <a:gd name="connsiteX164" fmla="*/ 684121 w 869556"/>
                <a:gd name="connsiteY164" fmla="*/ 136269 h 448064"/>
                <a:gd name="connsiteX165" fmla="*/ 683377 w 869556"/>
                <a:gd name="connsiteY165" fmla="*/ 138502 h 448064"/>
                <a:gd name="connsiteX166" fmla="*/ 680401 w 869556"/>
                <a:gd name="connsiteY166" fmla="*/ 138804 h 448064"/>
                <a:gd name="connsiteX167" fmla="*/ 678587 w 869556"/>
                <a:gd name="connsiteY167" fmla="*/ 138853 h 448064"/>
                <a:gd name="connsiteX168" fmla="*/ 674773 w 869556"/>
                <a:gd name="connsiteY168" fmla="*/ 138894 h 448064"/>
                <a:gd name="connsiteX169" fmla="*/ 672959 w 869556"/>
                <a:gd name="connsiteY169" fmla="*/ 138944 h 448064"/>
                <a:gd name="connsiteX170" fmla="*/ 671285 w 869556"/>
                <a:gd name="connsiteY170" fmla="*/ 138960 h 448064"/>
                <a:gd name="connsiteX171" fmla="*/ 669983 w 869556"/>
                <a:gd name="connsiteY171" fmla="*/ 139246 h 448064"/>
                <a:gd name="connsiteX172" fmla="*/ 669238 w 869556"/>
                <a:gd name="connsiteY172" fmla="*/ 141478 h 448064"/>
                <a:gd name="connsiteX173" fmla="*/ 664541 w 869556"/>
                <a:gd name="connsiteY173" fmla="*/ 141943 h 448064"/>
                <a:gd name="connsiteX174" fmla="*/ 656588 w 869556"/>
                <a:gd name="connsiteY174" fmla="*/ 142967 h 448064"/>
                <a:gd name="connsiteX175" fmla="*/ 655844 w 869556"/>
                <a:gd name="connsiteY175" fmla="*/ 145199 h 448064"/>
                <a:gd name="connsiteX176" fmla="*/ 648744 w 869556"/>
                <a:gd name="connsiteY176" fmla="*/ 145526 h 448064"/>
                <a:gd name="connsiteX177" fmla="*/ 644682 w 869556"/>
                <a:gd name="connsiteY177" fmla="*/ 145943 h 448064"/>
                <a:gd name="connsiteX178" fmla="*/ 643964 w 869556"/>
                <a:gd name="connsiteY178" fmla="*/ 147446 h 448064"/>
                <a:gd name="connsiteX179" fmla="*/ 643194 w 869556"/>
                <a:gd name="connsiteY179" fmla="*/ 148920 h 448064"/>
                <a:gd name="connsiteX180" fmla="*/ 637147 w 869556"/>
                <a:gd name="connsiteY180" fmla="*/ 149106 h 448064"/>
                <a:gd name="connsiteX181" fmla="*/ 635447 w 869556"/>
                <a:gd name="connsiteY181" fmla="*/ 149065 h 448064"/>
                <a:gd name="connsiteX182" fmla="*/ 631287 w 869556"/>
                <a:gd name="connsiteY182" fmla="*/ 148920 h 448064"/>
                <a:gd name="connsiteX183" fmla="*/ 631287 w 869556"/>
                <a:gd name="connsiteY183" fmla="*/ 151896 h 448064"/>
                <a:gd name="connsiteX184" fmla="*/ 629061 w 869556"/>
                <a:gd name="connsiteY184" fmla="*/ 152033 h 448064"/>
                <a:gd name="connsiteX185" fmla="*/ 626171 w 869556"/>
                <a:gd name="connsiteY185" fmla="*/ 152222 h 448064"/>
                <a:gd name="connsiteX186" fmla="*/ 623294 w 869556"/>
                <a:gd name="connsiteY186" fmla="*/ 152405 h 448064"/>
                <a:gd name="connsiteX187" fmla="*/ 619381 w 869556"/>
                <a:gd name="connsiteY187" fmla="*/ 153385 h 448064"/>
                <a:gd name="connsiteX188" fmla="*/ 619381 w 869556"/>
                <a:gd name="connsiteY188" fmla="*/ 155617 h 448064"/>
                <a:gd name="connsiteX189" fmla="*/ 616992 w 869556"/>
                <a:gd name="connsiteY189" fmla="*/ 155701 h 448064"/>
                <a:gd name="connsiteX190" fmla="*/ 613893 w 869556"/>
                <a:gd name="connsiteY190" fmla="*/ 155849 h 448064"/>
                <a:gd name="connsiteX191" fmla="*/ 612318 w 869556"/>
                <a:gd name="connsiteY191" fmla="*/ 155900 h 448064"/>
                <a:gd name="connsiteX192" fmla="*/ 608219 w 869556"/>
                <a:gd name="connsiteY192" fmla="*/ 156361 h 448064"/>
                <a:gd name="connsiteX193" fmla="*/ 606731 w 869556"/>
                <a:gd name="connsiteY193" fmla="*/ 158593 h 448064"/>
                <a:gd name="connsiteX194" fmla="*/ 601057 w 869556"/>
                <a:gd name="connsiteY194" fmla="*/ 159105 h 448064"/>
                <a:gd name="connsiteX195" fmla="*/ 599464 w 869556"/>
                <a:gd name="connsiteY195" fmla="*/ 159182 h 448064"/>
                <a:gd name="connsiteX196" fmla="*/ 595569 w 869556"/>
                <a:gd name="connsiteY196" fmla="*/ 159338 h 448064"/>
                <a:gd name="connsiteX197" fmla="*/ 595569 w 869556"/>
                <a:gd name="connsiteY197" fmla="*/ 162314 h 448064"/>
                <a:gd name="connsiteX198" fmla="*/ 593316 w 869556"/>
                <a:gd name="connsiteY198" fmla="*/ 162372 h 448064"/>
                <a:gd name="connsiteX199" fmla="*/ 590406 w 869556"/>
                <a:gd name="connsiteY199" fmla="*/ 162500 h 448064"/>
                <a:gd name="connsiteX200" fmla="*/ 587502 w 869556"/>
                <a:gd name="connsiteY200" fmla="*/ 162605 h 448064"/>
                <a:gd name="connsiteX201" fmla="*/ 585151 w 869556"/>
                <a:gd name="connsiteY201" fmla="*/ 163058 h 448064"/>
                <a:gd name="connsiteX202" fmla="*/ 584406 w 869556"/>
                <a:gd name="connsiteY202" fmla="*/ 166035 h 448064"/>
                <a:gd name="connsiteX203" fmla="*/ 579570 w 869556"/>
                <a:gd name="connsiteY203" fmla="*/ 166453 h 448064"/>
                <a:gd name="connsiteX204" fmla="*/ 574733 w 869556"/>
                <a:gd name="connsiteY204" fmla="*/ 166779 h 448064"/>
                <a:gd name="connsiteX205" fmla="*/ 573988 w 869556"/>
                <a:gd name="connsiteY205" fmla="*/ 169011 h 448064"/>
                <a:gd name="connsiteX206" fmla="*/ 568733 w 869556"/>
                <a:gd name="connsiteY206" fmla="*/ 169523 h 448064"/>
                <a:gd name="connsiteX207" fmla="*/ 565823 w 869556"/>
                <a:gd name="connsiteY207" fmla="*/ 169671 h 448064"/>
                <a:gd name="connsiteX208" fmla="*/ 563571 w 869556"/>
                <a:gd name="connsiteY208" fmla="*/ 169756 h 448064"/>
                <a:gd name="connsiteX209" fmla="*/ 563571 w 869556"/>
                <a:gd name="connsiteY209" fmla="*/ 172732 h 448064"/>
                <a:gd name="connsiteX210" fmla="*/ 561481 w 869556"/>
                <a:gd name="connsiteY210" fmla="*/ 172816 h 448064"/>
                <a:gd name="connsiteX211" fmla="*/ 558780 w 869556"/>
                <a:gd name="connsiteY211" fmla="*/ 172965 h 448064"/>
                <a:gd name="connsiteX212" fmla="*/ 556086 w 869556"/>
                <a:gd name="connsiteY212" fmla="*/ 173096 h 448064"/>
                <a:gd name="connsiteX213" fmla="*/ 553897 w 869556"/>
                <a:gd name="connsiteY213" fmla="*/ 173476 h 448064"/>
                <a:gd name="connsiteX214" fmla="*/ 553153 w 869556"/>
                <a:gd name="connsiteY214" fmla="*/ 175709 h 448064"/>
                <a:gd name="connsiteX215" fmla="*/ 548269 w 869556"/>
                <a:gd name="connsiteY215" fmla="*/ 176220 h 448064"/>
                <a:gd name="connsiteX216" fmla="*/ 545569 w 869556"/>
                <a:gd name="connsiteY216" fmla="*/ 176369 h 448064"/>
                <a:gd name="connsiteX217" fmla="*/ 543479 w 869556"/>
                <a:gd name="connsiteY217" fmla="*/ 176453 h 448064"/>
                <a:gd name="connsiteX218" fmla="*/ 543479 w 869556"/>
                <a:gd name="connsiteY218" fmla="*/ 179429 h 448064"/>
                <a:gd name="connsiteX219" fmla="*/ 541578 w 869556"/>
                <a:gd name="connsiteY219" fmla="*/ 179488 h 448064"/>
                <a:gd name="connsiteX220" fmla="*/ 539107 w 869556"/>
                <a:gd name="connsiteY220" fmla="*/ 179615 h 448064"/>
                <a:gd name="connsiteX221" fmla="*/ 536648 w 869556"/>
                <a:gd name="connsiteY221" fmla="*/ 179720 h 448064"/>
                <a:gd name="connsiteX222" fmla="*/ 534549 w 869556"/>
                <a:gd name="connsiteY222" fmla="*/ 180174 h 448064"/>
                <a:gd name="connsiteX223" fmla="*/ 533805 w 869556"/>
                <a:gd name="connsiteY223" fmla="*/ 181685 h 448064"/>
                <a:gd name="connsiteX224" fmla="*/ 533061 w 869556"/>
                <a:gd name="connsiteY224" fmla="*/ 183150 h 448064"/>
                <a:gd name="connsiteX225" fmla="*/ 528503 w 869556"/>
                <a:gd name="connsiteY225" fmla="*/ 183336 h 448064"/>
                <a:gd name="connsiteX226" fmla="*/ 526032 w 869556"/>
                <a:gd name="connsiteY226" fmla="*/ 183255 h 448064"/>
                <a:gd name="connsiteX227" fmla="*/ 524131 w 869556"/>
                <a:gd name="connsiteY227" fmla="*/ 183150 h 448064"/>
                <a:gd name="connsiteX228" fmla="*/ 524131 w 869556"/>
                <a:gd name="connsiteY228" fmla="*/ 186127 h 448064"/>
                <a:gd name="connsiteX229" fmla="*/ 522204 w 869556"/>
                <a:gd name="connsiteY229" fmla="*/ 186185 h 448064"/>
                <a:gd name="connsiteX230" fmla="*/ 519713 w 869556"/>
                <a:gd name="connsiteY230" fmla="*/ 186313 h 448064"/>
                <a:gd name="connsiteX231" fmla="*/ 517227 w 869556"/>
                <a:gd name="connsiteY231" fmla="*/ 186417 h 448064"/>
                <a:gd name="connsiteX232" fmla="*/ 515201 w 869556"/>
                <a:gd name="connsiteY232" fmla="*/ 186871 h 448064"/>
                <a:gd name="connsiteX233" fmla="*/ 514457 w 869556"/>
                <a:gd name="connsiteY233" fmla="*/ 189847 h 448064"/>
                <a:gd name="connsiteX234" fmla="*/ 510364 w 869556"/>
                <a:gd name="connsiteY234" fmla="*/ 190266 h 448064"/>
                <a:gd name="connsiteX235" fmla="*/ 506272 w 869556"/>
                <a:gd name="connsiteY235" fmla="*/ 190592 h 448064"/>
                <a:gd name="connsiteX236" fmla="*/ 505528 w 869556"/>
                <a:gd name="connsiteY236" fmla="*/ 192824 h 448064"/>
                <a:gd name="connsiteX237" fmla="*/ 501016 w 869556"/>
                <a:gd name="connsiteY237" fmla="*/ 193336 h 448064"/>
                <a:gd name="connsiteX238" fmla="*/ 498525 w 869556"/>
                <a:gd name="connsiteY238" fmla="*/ 193484 h 448064"/>
                <a:gd name="connsiteX239" fmla="*/ 496598 w 869556"/>
                <a:gd name="connsiteY239" fmla="*/ 193568 h 448064"/>
                <a:gd name="connsiteX240" fmla="*/ 496598 w 869556"/>
                <a:gd name="connsiteY240" fmla="*/ 196545 h 448064"/>
                <a:gd name="connsiteX241" fmla="*/ 494671 w 869556"/>
                <a:gd name="connsiteY241" fmla="*/ 196603 h 448064"/>
                <a:gd name="connsiteX242" fmla="*/ 492180 w 869556"/>
                <a:gd name="connsiteY242" fmla="*/ 196731 h 448064"/>
                <a:gd name="connsiteX243" fmla="*/ 489694 w 869556"/>
                <a:gd name="connsiteY243" fmla="*/ 196835 h 448064"/>
                <a:gd name="connsiteX244" fmla="*/ 487668 w 869556"/>
                <a:gd name="connsiteY244" fmla="*/ 197289 h 448064"/>
                <a:gd name="connsiteX245" fmla="*/ 486924 w 869556"/>
                <a:gd name="connsiteY245" fmla="*/ 200265 h 448064"/>
                <a:gd name="connsiteX246" fmla="*/ 483203 w 869556"/>
                <a:gd name="connsiteY246" fmla="*/ 200684 h 448064"/>
                <a:gd name="connsiteX247" fmla="*/ 479483 w 869556"/>
                <a:gd name="connsiteY247" fmla="*/ 201010 h 448064"/>
                <a:gd name="connsiteX248" fmla="*/ 478738 w 869556"/>
                <a:gd name="connsiteY248" fmla="*/ 203242 h 448064"/>
                <a:gd name="connsiteX249" fmla="*/ 474599 w 869556"/>
                <a:gd name="connsiteY249" fmla="*/ 203754 h 448064"/>
                <a:gd name="connsiteX250" fmla="*/ 472317 w 869556"/>
                <a:gd name="connsiteY250" fmla="*/ 203902 h 448064"/>
                <a:gd name="connsiteX251" fmla="*/ 470553 w 869556"/>
                <a:gd name="connsiteY251" fmla="*/ 203986 h 448064"/>
                <a:gd name="connsiteX252" fmla="*/ 470553 w 869556"/>
                <a:gd name="connsiteY252" fmla="*/ 206963 h 448064"/>
                <a:gd name="connsiteX253" fmla="*/ 468788 w 869556"/>
                <a:gd name="connsiteY253" fmla="*/ 207047 h 448064"/>
                <a:gd name="connsiteX254" fmla="*/ 466507 w 869556"/>
                <a:gd name="connsiteY254" fmla="*/ 207195 h 448064"/>
                <a:gd name="connsiteX255" fmla="*/ 464231 w 869556"/>
                <a:gd name="connsiteY255" fmla="*/ 207326 h 448064"/>
                <a:gd name="connsiteX256" fmla="*/ 462367 w 869556"/>
                <a:gd name="connsiteY256" fmla="*/ 207707 h 448064"/>
                <a:gd name="connsiteX257" fmla="*/ 461623 w 869556"/>
                <a:gd name="connsiteY257" fmla="*/ 209939 h 448064"/>
                <a:gd name="connsiteX258" fmla="*/ 455856 w 869556"/>
                <a:gd name="connsiteY258" fmla="*/ 210308 h 448064"/>
                <a:gd name="connsiteX259" fmla="*/ 454182 w 869556"/>
                <a:gd name="connsiteY259" fmla="*/ 210683 h 448064"/>
                <a:gd name="connsiteX260" fmla="*/ 453438 w 869556"/>
                <a:gd name="connsiteY260" fmla="*/ 213660 h 448064"/>
                <a:gd name="connsiteX261" fmla="*/ 449763 w 869556"/>
                <a:gd name="connsiteY261" fmla="*/ 214032 h 448064"/>
                <a:gd name="connsiteX262" fmla="*/ 445996 w 869556"/>
                <a:gd name="connsiteY262" fmla="*/ 214404 h 448064"/>
                <a:gd name="connsiteX263" fmla="*/ 445255 w 869556"/>
                <a:gd name="connsiteY263" fmla="*/ 215904 h 448064"/>
                <a:gd name="connsiteX264" fmla="*/ 444508 w 869556"/>
                <a:gd name="connsiteY264" fmla="*/ 217381 h 448064"/>
                <a:gd name="connsiteX265" fmla="*/ 440694 w 869556"/>
                <a:gd name="connsiteY265" fmla="*/ 217567 h 448064"/>
                <a:gd name="connsiteX266" fmla="*/ 438642 w 869556"/>
                <a:gd name="connsiteY266" fmla="*/ 217485 h 448064"/>
                <a:gd name="connsiteX267" fmla="*/ 437067 w 869556"/>
                <a:gd name="connsiteY267" fmla="*/ 217381 h 448064"/>
                <a:gd name="connsiteX268" fmla="*/ 437067 w 869556"/>
                <a:gd name="connsiteY268" fmla="*/ 220357 h 448064"/>
                <a:gd name="connsiteX269" fmla="*/ 435465 w 869556"/>
                <a:gd name="connsiteY269" fmla="*/ 220415 h 448064"/>
                <a:gd name="connsiteX270" fmla="*/ 433392 w 869556"/>
                <a:gd name="connsiteY270" fmla="*/ 220543 h 448064"/>
                <a:gd name="connsiteX271" fmla="*/ 431326 w 869556"/>
                <a:gd name="connsiteY271" fmla="*/ 220648 h 448064"/>
                <a:gd name="connsiteX272" fmla="*/ 429625 w 869556"/>
                <a:gd name="connsiteY272" fmla="*/ 221101 h 448064"/>
                <a:gd name="connsiteX273" fmla="*/ 428881 w 869556"/>
                <a:gd name="connsiteY273" fmla="*/ 224078 h 448064"/>
                <a:gd name="connsiteX274" fmla="*/ 425532 w 869556"/>
                <a:gd name="connsiteY274" fmla="*/ 224496 h 448064"/>
                <a:gd name="connsiteX275" fmla="*/ 422184 w 869556"/>
                <a:gd name="connsiteY275" fmla="*/ 224822 h 448064"/>
                <a:gd name="connsiteX276" fmla="*/ 421440 w 869556"/>
                <a:gd name="connsiteY276" fmla="*/ 227054 h 448064"/>
                <a:gd name="connsiteX277" fmla="*/ 417300 w 869556"/>
                <a:gd name="connsiteY277" fmla="*/ 227566 h 448064"/>
                <a:gd name="connsiteX278" fmla="*/ 415019 w 869556"/>
                <a:gd name="connsiteY278" fmla="*/ 227714 h 448064"/>
                <a:gd name="connsiteX279" fmla="*/ 413254 w 869556"/>
                <a:gd name="connsiteY279" fmla="*/ 227799 h 448064"/>
                <a:gd name="connsiteX280" fmla="*/ 413254 w 869556"/>
                <a:gd name="connsiteY280" fmla="*/ 230775 h 448064"/>
                <a:gd name="connsiteX281" fmla="*/ 411815 w 869556"/>
                <a:gd name="connsiteY281" fmla="*/ 230859 h 448064"/>
                <a:gd name="connsiteX282" fmla="*/ 409952 w 869556"/>
                <a:gd name="connsiteY282" fmla="*/ 231008 h 448064"/>
                <a:gd name="connsiteX283" fmla="*/ 408095 w 869556"/>
                <a:gd name="connsiteY283" fmla="*/ 231138 h 448064"/>
                <a:gd name="connsiteX284" fmla="*/ 406557 w 869556"/>
                <a:gd name="connsiteY284" fmla="*/ 231519 h 448064"/>
                <a:gd name="connsiteX285" fmla="*/ 405813 w 869556"/>
                <a:gd name="connsiteY285" fmla="*/ 233752 h 448064"/>
                <a:gd name="connsiteX286" fmla="*/ 401673 w 869556"/>
                <a:gd name="connsiteY286" fmla="*/ 234263 h 448064"/>
                <a:gd name="connsiteX287" fmla="*/ 399392 w 869556"/>
                <a:gd name="connsiteY287" fmla="*/ 234412 h 448064"/>
                <a:gd name="connsiteX288" fmla="*/ 397627 w 869556"/>
                <a:gd name="connsiteY288" fmla="*/ 234496 h 448064"/>
                <a:gd name="connsiteX289" fmla="*/ 397627 w 869556"/>
                <a:gd name="connsiteY289" fmla="*/ 237472 h 448064"/>
                <a:gd name="connsiteX290" fmla="*/ 396214 w 869556"/>
                <a:gd name="connsiteY290" fmla="*/ 237531 h 448064"/>
                <a:gd name="connsiteX291" fmla="*/ 394372 w 869556"/>
                <a:gd name="connsiteY291" fmla="*/ 237658 h 448064"/>
                <a:gd name="connsiteX292" fmla="*/ 392540 w 869556"/>
                <a:gd name="connsiteY292" fmla="*/ 237763 h 448064"/>
                <a:gd name="connsiteX293" fmla="*/ 390930 w 869556"/>
                <a:gd name="connsiteY293" fmla="*/ 238217 h 448064"/>
                <a:gd name="connsiteX294" fmla="*/ 390186 w 869556"/>
                <a:gd name="connsiteY294" fmla="*/ 239728 h 448064"/>
                <a:gd name="connsiteX295" fmla="*/ 389442 w 869556"/>
                <a:gd name="connsiteY295" fmla="*/ 241193 h 448064"/>
                <a:gd name="connsiteX296" fmla="*/ 386000 w 869556"/>
                <a:gd name="connsiteY296" fmla="*/ 241379 h 448064"/>
                <a:gd name="connsiteX297" fmla="*/ 384157 w 869556"/>
                <a:gd name="connsiteY297" fmla="*/ 241298 h 448064"/>
                <a:gd name="connsiteX298" fmla="*/ 382744 w 869556"/>
                <a:gd name="connsiteY298" fmla="*/ 241193 h 448064"/>
                <a:gd name="connsiteX299" fmla="*/ 382744 w 869556"/>
                <a:gd name="connsiteY299" fmla="*/ 244170 h 448064"/>
                <a:gd name="connsiteX300" fmla="*/ 381305 w 869556"/>
                <a:gd name="connsiteY300" fmla="*/ 244228 h 448064"/>
                <a:gd name="connsiteX301" fmla="*/ 379442 w 869556"/>
                <a:gd name="connsiteY301" fmla="*/ 244356 h 448064"/>
                <a:gd name="connsiteX302" fmla="*/ 377585 w 869556"/>
                <a:gd name="connsiteY302" fmla="*/ 244460 h 448064"/>
                <a:gd name="connsiteX303" fmla="*/ 376047 w 869556"/>
                <a:gd name="connsiteY303" fmla="*/ 244914 h 448064"/>
                <a:gd name="connsiteX304" fmla="*/ 375303 w 869556"/>
                <a:gd name="connsiteY304" fmla="*/ 247890 h 448064"/>
                <a:gd name="connsiteX305" fmla="*/ 372001 w 869556"/>
                <a:gd name="connsiteY305" fmla="*/ 248309 h 448064"/>
                <a:gd name="connsiteX306" fmla="*/ 368606 w 869556"/>
                <a:gd name="connsiteY306" fmla="*/ 248634 h 448064"/>
                <a:gd name="connsiteX307" fmla="*/ 367117 w 869556"/>
                <a:gd name="connsiteY307" fmla="*/ 250867 h 448064"/>
                <a:gd name="connsiteX308" fmla="*/ 361905 w 869556"/>
                <a:gd name="connsiteY308" fmla="*/ 251890 h 448064"/>
                <a:gd name="connsiteX309" fmla="*/ 360420 w 869556"/>
                <a:gd name="connsiteY309" fmla="*/ 252355 h 448064"/>
                <a:gd name="connsiteX310" fmla="*/ 359676 w 869556"/>
                <a:gd name="connsiteY310" fmla="*/ 254588 h 448064"/>
                <a:gd name="connsiteX311" fmla="*/ 356327 w 869556"/>
                <a:gd name="connsiteY311" fmla="*/ 254495 h 448064"/>
                <a:gd name="connsiteX312" fmla="*/ 352979 w 869556"/>
                <a:gd name="connsiteY312" fmla="*/ 254588 h 448064"/>
                <a:gd name="connsiteX313" fmla="*/ 352235 w 869556"/>
                <a:gd name="connsiteY313" fmla="*/ 258308 h 448064"/>
                <a:gd name="connsiteX314" fmla="*/ 347630 w 869556"/>
                <a:gd name="connsiteY314" fmla="*/ 258802 h 448064"/>
                <a:gd name="connsiteX315" fmla="*/ 346281 w 869556"/>
                <a:gd name="connsiteY315" fmla="*/ 259052 h 448064"/>
                <a:gd name="connsiteX316" fmla="*/ 345537 w 869556"/>
                <a:gd name="connsiteY316" fmla="*/ 261285 h 448064"/>
                <a:gd name="connsiteX317" fmla="*/ 340933 w 869556"/>
                <a:gd name="connsiteY317" fmla="*/ 261654 h 448064"/>
                <a:gd name="connsiteX318" fmla="*/ 339584 w 869556"/>
                <a:gd name="connsiteY318" fmla="*/ 262029 h 448064"/>
                <a:gd name="connsiteX319" fmla="*/ 339235 w 869556"/>
                <a:gd name="connsiteY319" fmla="*/ 263517 h 448064"/>
                <a:gd name="connsiteX320" fmla="*/ 338840 w 869556"/>
                <a:gd name="connsiteY320" fmla="*/ 265006 h 448064"/>
                <a:gd name="connsiteX321" fmla="*/ 335491 w 869556"/>
                <a:gd name="connsiteY321" fmla="*/ 265424 h 448064"/>
                <a:gd name="connsiteX322" fmla="*/ 332143 w 869556"/>
                <a:gd name="connsiteY322" fmla="*/ 265750 h 448064"/>
                <a:gd name="connsiteX323" fmla="*/ 331399 w 869556"/>
                <a:gd name="connsiteY323" fmla="*/ 267982 h 448064"/>
                <a:gd name="connsiteX324" fmla="*/ 327631 w 869556"/>
                <a:gd name="connsiteY324" fmla="*/ 268494 h 448064"/>
                <a:gd name="connsiteX325" fmla="*/ 325559 w 869556"/>
                <a:gd name="connsiteY325" fmla="*/ 268642 h 448064"/>
                <a:gd name="connsiteX326" fmla="*/ 323957 w 869556"/>
                <a:gd name="connsiteY326" fmla="*/ 268726 h 448064"/>
                <a:gd name="connsiteX327" fmla="*/ 323957 w 869556"/>
                <a:gd name="connsiteY327" fmla="*/ 271703 h 448064"/>
                <a:gd name="connsiteX328" fmla="*/ 322518 w 869556"/>
                <a:gd name="connsiteY328" fmla="*/ 271572 h 448064"/>
                <a:gd name="connsiteX329" fmla="*/ 317260 w 869556"/>
                <a:gd name="connsiteY329" fmla="*/ 271703 h 448064"/>
                <a:gd name="connsiteX330" fmla="*/ 316516 w 869556"/>
                <a:gd name="connsiteY330" fmla="*/ 275424 h 448064"/>
                <a:gd name="connsiteX331" fmla="*/ 311911 w 869556"/>
                <a:gd name="connsiteY331" fmla="*/ 275918 h 448064"/>
                <a:gd name="connsiteX332" fmla="*/ 310563 w 869556"/>
                <a:gd name="connsiteY332" fmla="*/ 276168 h 448064"/>
                <a:gd name="connsiteX333" fmla="*/ 309819 w 869556"/>
                <a:gd name="connsiteY333" fmla="*/ 278400 h 448064"/>
                <a:gd name="connsiteX334" fmla="*/ 305214 w 869556"/>
                <a:gd name="connsiteY334" fmla="*/ 278769 h 448064"/>
                <a:gd name="connsiteX335" fmla="*/ 303865 w 869556"/>
                <a:gd name="connsiteY335" fmla="*/ 279144 h 448064"/>
                <a:gd name="connsiteX336" fmla="*/ 303517 w 869556"/>
                <a:gd name="connsiteY336" fmla="*/ 280633 h 448064"/>
                <a:gd name="connsiteX337" fmla="*/ 303121 w 869556"/>
                <a:gd name="connsiteY337" fmla="*/ 282121 h 448064"/>
                <a:gd name="connsiteX338" fmla="*/ 299773 w 869556"/>
                <a:gd name="connsiteY338" fmla="*/ 282539 h 448064"/>
                <a:gd name="connsiteX339" fmla="*/ 296424 w 869556"/>
                <a:gd name="connsiteY339" fmla="*/ 282865 h 448064"/>
                <a:gd name="connsiteX340" fmla="*/ 295680 w 869556"/>
                <a:gd name="connsiteY340" fmla="*/ 285097 h 448064"/>
                <a:gd name="connsiteX341" fmla="*/ 293075 w 869556"/>
                <a:gd name="connsiteY341" fmla="*/ 285423 h 448064"/>
                <a:gd name="connsiteX342" fmla="*/ 290471 w 869556"/>
                <a:gd name="connsiteY342" fmla="*/ 285842 h 448064"/>
                <a:gd name="connsiteX343" fmla="*/ 290171 w 869556"/>
                <a:gd name="connsiteY343" fmla="*/ 287344 h 448064"/>
                <a:gd name="connsiteX344" fmla="*/ 289727 w 869556"/>
                <a:gd name="connsiteY344" fmla="*/ 288818 h 448064"/>
                <a:gd name="connsiteX345" fmla="*/ 285960 w 869556"/>
                <a:gd name="connsiteY345" fmla="*/ 289004 h 448064"/>
                <a:gd name="connsiteX346" fmla="*/ 283887 w 869556"/>
                <a:gd name="connsiteY346" fmla="*/ 288923 h 448064"/>
                <a:gd name="connsiteX347" fmla="*/ 282285 w 869556"/>
                <a:gd name="connsiteY347" fmla="*/ 288818 h 448064"/>
                <a:gd name="connsiteX348" fmla="*/ 282285 w 869556"/>
                <a:gd name="connsiteY348" fmla="*/ 291795 h 448064"/>
                <a:gd name="connsiteX349" fmla="*/ 279774 w 869556"/>
                <a:gd name="connsiteY349" fmla="*/ 291981 h 448064"/>
                <a:gd name="connsiteX350" fmla="*/ 277076 w 869556"/>
                <a:gd name="connsiteY350" fmla="*/ 292539 h 448064"/>
                <a:gd name="connsiteX351" fmla="*/ 276379 w 869556"/>
                <a:gd name="connsiteY351" fmla="*/ 294027 h 448064"/>
                <a:gd name="connsiteX352" fmla="*/ 275588 w 869556"/>
                <a:gd name="connsiteY352" fmla="*/ 295515 h 448064"/>
                <a:gd name="connsiteX353" fmla="*/ 272146 w 869556"/>
                <a:gd name="connsiteY353" fmla="*/ 296073 h 448064"/>
                <a:gd name="connsiteX354" fmla="*/ 270304 w 869556"/>
                <a:gd name="connsiteY354" fmla="*/ 296201 h 448064"/>
                <a:gd name="connsiteX355" fmla="*/ 268891 w 869556"/>
                <a:gd name="connsiteY355" fmla="*/ 296259 h 448064"/>
                <a:gd name="connsiteX356" fmla="*/ 268891 w 869556"/>
                <a:gd name="connsiteY356" fmla="*/ 299236 h 448064"/>
                <a:gd name="connsiteX357" fmla="*/ 266379 w 869556"/>
                <a:gd name="connsiteY357" fmla="*/ 299050 h 448064"/>
                <a:gd name="connsiteX358" fmla="*/ 263682 w 869556"/>
                <a:gd name="connsiteY358" fmla="*/ 299236 h 448064"/>
                <a:gd name="connsiteX359" fmla="*/ 262984 w 869556"/>
                <a:gd name="connsiteY359" fmla="*/ 300701 h 448064"/>
                <a:gd name="connsiteX360" fmla="*/ 262194 w 869556"/>
                <a:gd name="connsiteY360" fmla="*/ 302213 h 448064"/>
                <a:gd name="connsiteX361" fmla="*/ 258752 w 869556"/>
                <a:gd name="connsiteY361" fmla="*/ 302771 h 448064"/>
                <a:gd name="connsiteX362" fmla="*/ 256909 w 869556"/>
                <a:gd name="connsiteY362" fmla="*/ 302899 h 448064"/>
                <a:gd name="connsiteX363" fmla="*/ 255496 w 869556"/>
                <a:gd name="connsiteY363" fmla="*/ 302957 h 448064"/>
                <a:gd name="connsiteX364" fmla="*/ 255496 w 869556"/>
                <a:gd name="connsiteY364" fmla="*/ 305933 h 448064"/>
                <a:gd name="connsiteX365" fmla="*/ 252985 w 869556"/>
                <a:gd name="connsiteY365" fmla="*/ 306166 h 448064"/>
                <a:gd name="connsiteX366" fmla="*/ 250287 w 869556"/>
                <a:gd name="connsiteY366" fmla="*/ 306677 h 448064"/>
                <a:gd name="connsiteX367" fmla="*/ 248799 w 869556"/>
                <a:gd name="connsiteY367" fmla="*/ 308910 h 448064"/>
                <a:gd name="connsiteX368" fmla="*/ 245729 w 869556"/>
                <a:gd name="connsiteY368" fmla="*/ 309421 h 448064"/>
                <a:gd name="connsiteX369" fmla="*/ 242846 w 869556"/>
                <a:gd name="connsiteY369" fmla="*/ 309654 h 448064"/>
                <a:gd name="connsiteX370" fmla="*/ 242846 w 869556"/>
                <a:gd name="connsiteY370" fmla="*/ 312631 h 448064"/>
                <a:gd name="connsiteX371" fmla="*/ 236149 w 869556"/>
                <a:gd name="connsiteY371" fmla="*/ 313375 h 448064"/>
                <a:gd name="connsiteX372" fmla="*/ 236149 w 869556"/>
                <a:gd name="connsiteY372" fmla="*/ 316351 h 448064"/>
                <a:gd name="connsiteX373" fmla="*/ 233637 w 869556"/>
                <a:gd name="connsiteY373" fmla="*/ 316165 h 448064"/>
                <a:gd name="connsiteX374" fmla="*/ 230940 w 869556"/>
                <a:gd name="connsiteY374" fmla="*/ 316351 h 448064"/>
                <a:gd name="connsiteX375" fmla="*/ 229451 w 869556"/>
                <a:gd name="connsiteY375" fmla="*/ 319328 h 448064"/>
                <a:gd name="connsiteX376" fmla="*/ 224242 w 869556"/>
                <a:gd name="connsiteY376" fmla="*/ 320816 h 448064"/>
                <a:gd name="connsiteX377" fmla="*/ 223498 w 869556"/>
                <a:gd name="connsiteY377" fmla="*/ 323049 h 448064"/>
                <a:gd name="connsiteX378" fmla="*/ 218289 w 869556"/>
                <a:gd name="connsiteY378" fmla="*/ 323793 h 448064"/>
                <a:gd name="connsiteX379" fmla="*/ 216801 w 869556"/>
                <a:gd name="connsiteY379" fmla="*/ 326025 h 448064"/>
                <a:gd name="connsiteX380" fmla="*/ 214150 w 869556"/>
                <a:gd name="connsiteY380" fmla="*/ 326351 h 448064"/>
                <a:gd name="connsiteX381" fmla="*/ 211592 w 869556"/>
                <a:gd name="connsiteY381" fmla="*/ 326769 h 448064"/>
                <a:gd name="connsiteX382" fmla="*/ 211220 w 869556"/>
                <a:gd name="connsiteY382" fmla="*/ 328258 h 448064"/>
                <a:gd name="connsiteX383" fmla="*/ 210848 w 869556"/>
                <a:gd name="connsiteY383" fmla="*/ 329746 h 448064"/>
                <a:gd name="connsiteX384" fmla="*/ 205639 w 869556"/>
                <a:gd name="connsiteY384" fmla="*/ 330490 h 448064"/>
                <a:gd name="connsiteX385" fmla="*/ 204941 w 869556"/>
                <a:gd name="connsiteY385" fmla="*/ 332025 h 448064"/>
                <a:gd name="connsiteX386" fmla="*/ 204151 w 869556"/>
                <a:gd name="connsiteY386" fmla="*/ 333467 h 448064"/>
                <a:gd name="connsiteX387" fmla="*/ 198197 w 869556"/>
                <a:gd name="connsiteY387" fmla="*/ 333467 h 448064"/>
                <a:gd name="connsiteX388" fmla="*/ 198197 w 869556"/>
                <a:gd name="connsiteY388" fmla="*/ 336443 h 448064"/>
                <a:gd name="connsiteX389" fmla="*/ 195639 w 869556"/>
                <a:gd name="connsiteY389" fmla="*/ 336629 h 448064"/>
                <a:gd name="connsiteX390" fmla="*/ 192988 w 869556"/>
                <a:gd name="connsiteY390" fmla="*/ 337187 h 448064"/>
                <a:gd name="connsiteX391" fmla="*/ 192663 w 869556"/>
                <a:gd name="connsiteY391" fmla="*/ 338676 h 448064"/>
                <a:gd name="connsiteX392" fmla="*/ 192244 w 869556"/>
                <a:gd name="connsiteY392" fmla="*/ 340164 h 448064"/>
                <a:gd name="connsiteX393" fmla="*/ 187640 w 869556"/>
                <a:gd name="connsiteY393" fmla="*/ 340632 h 448064"/>
                <a:gd name="connsiteX394" fmla="*/ 186291 w 869556"/>
                <a:gd name="connsiteY394" fmla="*/ 340908 h 448064"/>
                <a:gd name="connsiteX395" fmla="*/ 185547 w 869556"/>
                <a:gd name="connsiteY395" fmla="*/ 343140 h 448064"/>
                <a:gd name="connsiteX396" fmla="*/ 183315 w 869556"/>
                <a:gd name="connsiteY396" fmla="*/ 343466 h 448064"/>
                <a:gd name="connsiteX397" fmla="*/ 181082 w 869556"/>
                <a:gd name="connsiteY397" fmla="*/ 343884 h 448064"/>
                <a:gd name="connsiteX398" fmla="*/ 180803 w 869556"/>
                <a:gd name="connsiteY398" fmla="*/ 345373 h 448064"/>
                <a:gd name="connsiteX399" fmla="*/ 180338 w 869556"/>
                <a:gd name="connsiteY399" fmla="*/ 346861 h 448064"/>
                <a:gd name="connsiteX400" fmla="*/ 175734 w 869556"/>
                <a:gd name="connsiteY400" fmla="*/ 347329 h 448064"/>
                <a:gd name="connsiteX401" fmla="*/ 174385 w 869556"/>
                <a:gd name="connsiteY401" fmla="*/ 347605 h 448064"/>
                <a:gd name="connsiteX402" fmla="*/ 173641 w 869556"/>
                <a:gd name="connsiteY402" fmla="*/ 349838 h 448064"/>
                <a:gd name="connsiteX403" fmla="*/ 169036 w 869556"/>
                <a:gd name="connsiteY403" fmla="*/ 350861 h 448064"/>
                <a:gd name="connsiteX404" fmla="*/ 167688 w 869556"/>
                <a:gd name="connsiteY404" fmla="*/ 351326 h 448064"/>
                <a:gd name="connsiteX405" fmla="*/ 166944 w 869556"/>
                <a:gd name="connsiteY405" fmla="*/ 353558 h 448064"/>
                <a:gd name="connsiteX406" fmla="*/ 164339 w 869556"/>
                <a:gd name="connsiteY406" fmla="*/ 353465 h 448064"/>
                <a:gd name="connsiteX407" fmla="*/ 161735 w 869556"/>
                <a:gd name="connsiteY407" fmla="*/ 353558 h 448064"/>
                <a:gd name="connsiteX408" fmla="*/ 160990 w 869556"/>
                <a:gd name="connsiteY408" fmla="*/ 357279 h 448064"/>
                <a:gd name="connsiteX409" fmla="*/ 155781 w 869556"/>
                <a:gd name="connsiteY409" fmla="*/ 358023 h 448064"/>
                <a:gd name="connsiteX410" fmla="*/ 155037 w 869556"/>
                <a:gd name="connsiteY410" fmla="*/ 360256 h 448064"/>
                <a:gd name="connsiteX411" fmla="*/ 150360 w 869556"/>
                <a:gd name="connsiteY411" fmla="*/ 361279 h 448064"/>
                <a:gd name="connsiteX412" fmla="*/ 149084 w 869556"/>
                <a:gd name="connsiteY412" fmla="*/ 361744 h 448064"/>
                <a:gd name="connsiteX413" fmla="*/ 149084 w 869556"/>
                <a:gd name="connsiteY413" fmla="*/ 363976 h 448064"/>
                <a:gd name="connsiteX414" fmla="*/ 143131 w 869556"/>
                <a:gd name="connsiteY414" fmla="*/ 364720 h 448064"/>
                <a:gd name="connsiteX415" fmla="*/ 143131 w 869556"/>
                <a:gd name="connsiteY415" fmla="*/ 366953 h 448064"/>
                <a:gd name="connsiteX416" fmla="*/ 137178 w 869556"/>
                <a:gd name="connsiteY416" fmla="*/ 367697 h 448064"/>
                <a:gd name="connsiteX417" fmla="*/ 137178 w 869556"/>
                <a:gd name="connsiteY417" fmla="*/ 370674 h 448064"/>
                <a:gd name="connsiteX418" fmla="*/ 134620 w 869556"/>
                <a:gd name="connsiteY418" fmla="*/ 370860 h 448064"/>
                <a:gd name="connsiteX419" fmla="*/ 131969 w 869556"/>
                <a:gd name="connsiteY419" fmla="*/ 371418 h 448064"/>
                <a:gd name="connsiteX420" fmla="*/ 131597 w 869556"/>
                <a:gd name="connsiteY420" fmla="*/ 372906 h 448064"/>
                <a:gd name="connsiteX421" fmla="*/ 131225 w 869556"/>
                <a:gd name="connsiteY421" fmla="*/ 374394 h 448064"/>
                <a:gd name="connsiteX422" fmla="*/ 126016 w 869556"/>
                <a:gd name="connsiteY422" fmla="*/ 375138 h 448064"/>
                <a:gd name="connsiteX423" fmla="*/ 125272 w 869556"/>
                <a:gd name="connsiteY423" fmla="*/ 377371 h 448064"/>
                <a:gd name="connsiteX424" fmla="*/ 123039 w 869556"/>
                <a:gd name="connsiteY424" fmla="*/ 377696 h 448064"/>
                <a:gd name="connsiteX425" fmla="*/ 120807 w 869556"/>
                <a:gd name="connsiteY425" fmla="*/ 378115 h 448064"/>
                <a:gd name="connsiteX426" fmla="*/ 120528 w 869556"/>
                <a:gd name="connsiteY426" fmla="*/ 379603 h 448064"/>
                <a:gd name="connsiteX427" fmla="*/ 120063 w 869556"/>
                <a:gd name="connsiteY427" fmla="*/ 381092 h 448064"/>
                <a:gd name="connsiteX428" fmla="*/ 115458 w 869556"/>
                <a:gd name="connsiteY428" fmla="*/ 381560 h 448064"/>
                <a:gd name="connsiteX429" fmla="*/ 114110 w 869556"/>
                <a:gd name="connsiteY429" fmla="*/ 381836 h 448064"/>
                <a:gd name="connsiteX430" fmla="*/ 113365 w 869556"/>
                <a:gd name="connsiteY430" fmla="*/ 384068 h 448064"/>
                <a:gd name="connsiteX431" fmla="*/ 110714 w 869556"/>
                <a:gd name="connsiteY431" fmla="*/ 384812 h 448064"/>
                <a:gd name="connsiteX432" fmla="*/ 108156 w 869556"/>
                <a:gd name="connsiteY432" fmla="*/ 385556 h 448064"/>
                <a:gd name="connsiteX433" fmla="*/ 108156 w 869556"/>
                <a:gd name="connsiteY433" fmla="*/ 387789 h 448064"/>
                <a:gd name="connsiteX434" fmla="*/ 105226 w 869556"/>
                <a:gd name="connsiteY434" fmla="*/ 387556 h 448064"/>
                <a:gd name="connsiteX435" fmla="*/ 102203 w 869556"/>
                <a:gd name="connsiteY435" fmla="*/ 387789 h 448064"/>
                <a:gd name="connsiteX436" fmla="*/ 101459 w 869556"/>
                <a:gd name="connsiteY436" fmla="*/ 391509 h 448064"/>
                <a:gd name="connsiteX437" fmla="*/ 96994 w 869556"/>
                <a:gd name="connsiteY437" fmla="*/ 391509 h 448064"/>
                <a:gd name="connsiteX438" fmla="*/ 95506 w 869556"/>
                <a:gd name="connsiteY438" fmla="*/ 394486 h 448064"/>
                <a:gd name="connsiteX439" fmla="*/ 93227 w 869556"/>
                <a:gd name="connsiteY439" fmla="*/ 394858 h 448064"/>
                <a:gd name="connsiteX440" fmla="*/ 91041 w 869556"/>
                <a:gd name="connsiteY440" fmla="*/ 395230 h 448064"/>
                <a:gd name="connsiteX441" fmla="*/ 90716 w 869556"/>
                <a:gd name="connsiteY441" fmla="*/ 396718 h 448064"/>
                <a:gd name="connsiteX442" fmla="*/ 90297 w 869556"/>
                <a:gd name="connsiteY442" fmla="*/ 398207 h 448064"/>
                <a:gd name="connsiteX443" fmla="*/ 85088 w 869556"/>
                <a:gd name="connsiteY443" fmla="*/ 398951 h 448064"/>
                <a:gd name="connsiteX444" fmla="*/ 84344 w 869556"/>
                <a:gd name="connsiteY444" fmla="*/ 401183 h 448064"/>
                <a:gd name="connsiteX445" fmla="*/ 82112 w 869556"/>
                <a:gd name="connsiteY445" fmla="*/ 401509 h 448064"/>
                <a:gd name="connsiteX446" fmla="*/ 79879 w 869556"/>
                <a:gd name="connsiteY446" fmla="*/ 401927 h 448064"/>
                <a:gd name="connsiteX447" fmla="*/ 79554 w 869556"/>
                <a:gd name="connsiteY447" fmla="*/ 403416 h 448064"/>
                <a:gd name="connsiteX448" fmla="*/ 79135 w 869556"/>
                <a:gd name="connsiteY448" fmla="*/ 404904 h 448064"/>
                <a:gd name="connsiteX449" fmla="*/ 73926 w 869556"/>
                <a:gd name="connsiteY449" fmla="*/ 405648 h 448064"/>
                <a:gd name="connsiteX450" fmla="*/ 73182 w 869556"/>
                <a:gd name="connsiteY450" fmla="*/ 407136 h 448064"/>
                <a:gd name="connsiteX451" fmla="*/ 72438 w 869556"/>
                <a:gd name="connsiteY451" fmla="*/ 408625 h 448064"/>
                <a:gd name="connsiteX452" fmla="*/ 67229 w 869556"/>
                <a:gd name="connsiteY452" fmla="*/ 409369 h 448064"/>
                <a:gd name="connsiteX453" fmla="*/ 66485 w 869556"/>
                <a:gd name="connsiteY453" fmla="*/ 411601 h 448064"/>
                <a:gd name="connsiteX454" fmla="*/ 61276 w 869556"/>
                <a:gd name="connsiteY454" fmla="*/ 412345 h 448064"/>
                <a:gd name="connsiteX455" fmla="*/ 61276 w 869556"/>
                <a:gd name="connsiteY455" fmla="*/ 415322 h 448064"/>
                <a:gd name="connsiteX456" fmla="*/ 58718 w 869556"/>
                <a:gd name="connsiteY456" fmla="*/ 415555 h 448064"/>
                <a:gd name="connsiteX457" fmla="*/ 56067 w 869556"/>
                <a:gd name="connsiteY457" fmla="*/ 416066 h 448064"/>
                <a:gd name="connsiteX458" fmla="*/ 55322 w 869556"/>
                <a:gd name="connsiteY458" fmla="*/ 418299 h 448064"/>
                <a:gd name="connsiteX459" fmla="*/ 50113 w 869556"/>
                <a:gd name="connsiteY459" fmla="*/ 419043 h 448064"/>
                <a:gd name="connsiteX460" fmla="*/ 50113 w 869556"/>
                <a:gd name="connsiteY460" fmla="*/ 422019 h 448064"/>
                <a:gd name="connsiteX461" fmla="*/ 47555 w 869556"/>
                <a:gd name="connsiteY461" fmla="*/ 422205 h 448064"/>
                <a:gd name="connsiteX462" fmla="*/ 44904 w 869556"/>
                <a:gd name="connsiteY462" fmla="*/ 422763 h 448064"/>
                <a:gd name="connsiteX463" fmla="*/ 44579 w 869556"/>
                <a:gd name="connsiteY463" fmla="*/ 424298 h 448064"/>
                <a:gd name="connsiteX464" fmla="*/ 44160 w 869556"/>
                <a:gd name="connsiteY464" fmla="*/ 425740 h 448064"/>
                <a:gd name="connsiteX465" fmla="*/ 38207 w 869556"/>
                <a:gd name="connsiteY465" fmla="*/ 425740 h 448064"/>
                <a:gd name="connsiteX466" fmla="*/ 38207 w 869556"/>
                <a:gd name="connsiteY466" fmla="*/ 428717 h 448064"/>
                <a:gd name="connsiteX467" fmla="*/ 36021 w 869556"/>
                <a:gd name="connsiteY467" fmla="*/ 428903 h 448064"/>
                <a:gd name="connsiteX468" fmla="*/ 33742 w 869556"/>
                <a:gd name="connsiteY468" fmla="*/ 429461 h 448064"/>
                <a:gd name="connsiteX469" fmla="*/ 33417 w 869556"/>
                <a:gd name="connsiteY469" fmla="*/ 430949 h 448064"/>
                <a:gd name="connsiteX470" fmla="*/ 32998 w 869556"/>
                <a:gd name="connsiteY470" fmla="*/ 432437 h 448064"/>
                <a:gd name="connsiteX471" fmla="*/ 27789 w 869556"/>
                <a:gd name="connsiteY471" fmla="*/ 433181 h 448064"/>
                <a:gd name="connsiteX472" fmla="*/ 27045 w 869556"/>
                <a:gd name="connsiteY472" fmla="*/ 435414 h 448064"/>
                <a:gd name="connsiteX473" fmla="*/ 24394 w 869556"/>
                <a:gd name="connsiteY473" fmla="*/ 436158 h 448064"/>
                <a:gd name="connsiteX474" fmla="*/ 21836 w 869556"/>
                <a:gd name="connsiteY474" fmla="*/ 436902 h 448064"/>
                <a:gd name="connsiteX475" fmla="*/ 21836 w 869556"/>
                <a:gd name="connsiteY475" fmla="*/ 439134 h 448064"/>
                <a:gd name="connsiteX476" fmla="*/ 19325 w 869556"/>
                <a:gd name="connsiteY476" fmla="*/ 439321 h 448064"/>
                <a:gd name="connsiteX477" fmla="*/ 16627 w 869556"/>
                <a:gd name="connsiteY477" fmla="*/ 439879 h 448064"/>
                <a:gd name="connsiteX478" fmla="*/ 15883 w 869556"/>
                <a:gd name="connsiteY478" fmla="*/ 441367 h 448064"/>
                <a:gd name="connsiteX479" fmla="*/ 15139 w 869556"/>
                <a:gd name="connsiteY479" fmla="*/ 442855 h 448064"/>
                <a:gd name="connsiteX480" fmla="*/ 9930 w 869556"/>
                <a:gd name="connsiteY480" fmla="*/ 443599 h 448064"/>
                <a:gd name="connsiteX481" fmla="*/ 9186 w 869556"/>
                <a:gd name="connsiteY481" fmla="*/ 445832 h 448064"/>
                <a:gd name="connsiteX482" fmla="*/ 3977 w 869556"/>
                <a:gd name="connsiteY482" fmla="*/ 447320 h 448064"/>
                <a:gd name="connsiteX483" fmla="*/ 1744 w 869556"/>
                <a:gd name="connsiteY483" fmla="*/ 448064 h 448064"/>
                <a:gd name="connsiteX484" fmla="*/ 814 w 869556"/>
                <a:gd name="connsiteY484" fmla="*/ 442809 h 448064"/>
                <a:gd name="connsiteX485" fmla="*/ 756 w 869556"/>
                <a:gd name="connsiteY485" fmla="*/ 440783 h 448064"/>
                <a:gd name="connsiteX486" fmla="*/ 1000 w 869556"/>
                <a:gd name="connsiteY486" fmla="*/ 439134 h 448064"/>
                <a:gd name="connsiteX487" fmla="*/ 3233 w 869556"/>
                <a:gd name="connsiteY487" fmla="*/ 438390 h 448064"/>
                <a:gd name="connsiteX488" fmla="*/ 3977 w 869556"/>
                <a:gd name="connsiteY488" fmla="*/ 433925 h 448064"/>
                <a:gd name="connsiteX489" fmla="*/ 6209 w 869556"/>
                <a:gd name="connsiteY489" fmla="*/ 431693 h 448064"/>
                <a:gd name="connsiteX490" fmla="*/ 6209 w 869556"/>
                <a:gd name="connsiteY490" fmla="*/ 428717 h 448064"/>
                <a:gd name="connsiteX491" fmla="*/ 8442 w 869556"/>
                <a:gd name="connsiteY491" fmla="*/ 427972 h 448064"/>
                <a:gd name="connsiteX492" fmla="*/ 9186 w 869556"/>
                <a:gd name="connsiteY492" fmla="*/ 423508 h 448064"/>
                <a:gd name="connsiteX493" fmla="*/ 11418 w 869556"/>
                <a:gd name="connsiteY493" fmla="*/ 422019 h 448064"/>
                <a:gd name="connsiteX494" fmla="*/ 12162 w 869556"/>
                <a:gd name="connsiteY494" fmla="*/ 417554 h 448064"/>
                <a:gd name="connsiteX495" fmla="*/ 13651 w 869556"/>
                <a:gd name="connsiteY495" fmla="*/ 416810 h 448064"/>
                <a:gd name="connsiteX496" fmla="*/ 14395 w 869556"/>
                <a:gd name="connsiteY496" fmla="*/ 414578 h 448064"/>
                <a:gd name="connsiteX497" fmla="*/ 16627 w 869556"/>
                <a:gd name="connsiteY497" fmla="*/ 411601 h 448064"/>
                <a:gd name="connsiteX498" fmla="*/ 16953 w 869556"/>
                <a:gd name="connsiteY498" fmla="*/ 409415 h 448064"/>
                <a:gd name="connsiteX499" fmla="*/ 17371 w 869556"/>
                <a:gd name="connsiteY499" fmla="*/ 407136 h 448064"/>
                <a:gd name="connsiteX500" fmla="*/ 19604 w 869556"/>
                <a:gd name="connsiteY500" fmla="*/ 405648 h 448064"/>
                <a:gd name="connsiteX501" fmla="*/ 19976 w 869556"/>
                <a:gd name="connsiteY501" fmla="*/ 403695 h 448064"/>
                <a:gd name="connsiteX502" fmla="*/ 20348 w 869556"/>
                <a:gd name="connsiteY502" fmla="*/ 401927 h 448064"/>
                <a:gd name="connsiteX503" fmla="*/ 22580 w 869556"/>
                <a:gd name="connsiteY503" fmla="*/ 401927 h 448064"/>
                <a:gd name="connsiteX504" fmla="*/ 22441 w 869556"/>
                <a:gd name="connsiteY504" fmla="*/ 399835 h 448064"/>
                <a:gd name="connsiteX505" fmla="*/ 24813 w 869556"/>
                <a:gd name="connsiteY505" fmla="*/ 395230 h 448064"/>
                <a:gd name="connsiteX506" fmla="*/ 25185 w 869556"/>
                <a:gd name="connsiteY506" fmla="*/ 393277 h 448064"/>
                <a:gd name="connsiteX507" fmla="*/ 25557 w 869556"/>
                <a:gd name="connsiteY507" fmla="*/ 391509 h 448064"/>
                <a:gd name="connsiteX508" fmla="*/ 27789 w 869556"/>
                <a:gd name="connsiteY508" fmla="*/ 390765 h 448064"/>
                <a:gd name="connsiteX509" fmla="*/ 29278 w 869556"/>
                <a:gd name="connsiteY509" fmla="*/ 385556 h 448064"/>
                <a:gd name="connsiteX510" fmla="*/ 30766 w 869556"/>
                <a:gd name="connsiteY510" fmla="*/ 385556 h 448064"/>
                <a:gd name="connsiteX511" fmla="*/ 31510 w 869556"/>
                <a:gd name="connsiteY511" fmla="*/ 383324 h 448064"/>
                <a:gd name="connsiteX512" fmla="*/ 32254 w 869556"/>
                <a:gd name="connsiteY512" fmla="*/ 381092 h 448064"/>
                <a:gd name="connsiteX513" fmla="*/ 33742 w 869556"/>
                <a:gd name="connsiteY513" fmla="*/ 381092 h 448064"/>
                <a:gd name="connsiteX514" fmla="*/ 33603 w 869556"/>
                <a:gd name="connsiteY514" fmla="*/ 378906 h 448064"/>
                <a:gd name="connsiteX515" fmla="*/ 33742 w 869556"/>
                <a:gd name="connsiteY515" fmla="*/ 376627 h 448064"/>
                <a:gd name="connsiteX516" fmla="*/ 35975 w 869556"/>
                <a:gd name="connsiteY516" fmla="*/ 375883 h 448064"/>
                <a:gd name="connsiteX517" fmla="*/ 36719 w 869556"/>
                <a:gd name="connsiteY517" fmla="*/ 371418 h 448064"/>
                <a:gd name="connsiteX518" fmla="*/ 38207 w 869556"/>
                <a:gd name="connsiteY518" fmla="*/ 370674 h 448064"/>
                <a:gd name="connsiteX519" fmla="*/ 38533 w 869556"/>
                <a:gd name="connsiteY519" fmla="*/ 368860 h 448064"/>
                <a:gd name="connsiteX520" fmla="*/ 41184 w 869556"/>
                <a:gd name="connsiteY520" fmla="*/ 365465 h 448064"/>
                <a:gd name="connsiteX521" fmla="*/ 41928 w 869556"/>
                <a:gd name="connsiteY521" fmla="*/ 363558 h 448064"/>
                <a:gd name="connsiteX522" fmla="*/ 42672 w 869556"/>
                <a:gd name="connsiteY522" fmla="*/ 361744 h 448064"/>
                <a:gd name="connsiteX523" fmla="*/ 44904 w 869556"/>
                <a:gd name="connsiteY523" fmla="*/ 361000 h 448064"/>
                <a:gd name="connsiteX524" fmla="*/ 44904 w 869556"/>
                <a:gd name="connsiteY524" fmla="*/ 356535 h 448064"/>
                <a:gd name="connsiteX525" fmla="*/ 46393 w 869556"/>
                <a:gd name="connsiteY525" fmla="*/ 356535 h 448064"/>
                <a:gd name="connsiteX526" fmla="*/ 47881 w 869556"/>
                <a:gd name="connsiteY526" fmla="*/ 352070 h 448064"/>
                <a:gd name="connsiteX527" fmla="*/ 49369 w 869556"/>
                <a:gd name="connsiteY527" fmla="*/ 351326 h 448064"/>
                <a:gd name="connsiteX528" fmla="*/ 50858 w 869556"/>
                <a:gd name="connsiteY528" fmla="*/ 347605 h 448064"/>
                <a:gd name="connsiteX529" fmla="*/ 52346 w 869556"/>
                <a:gd name="connsiteY529" fmla="*/ 346117 h 448064"/>
                <a:gd name="connsiteX530" fmla="*/ 53834 w 869556"/>
                <a:gd name="connsiteY530" fmla="*/ 342396 h 448064"/>
                <a:gd name="connsiteX531" fmla="*/ 58299 w 869556"/>
                <a:gd name="connsiteY531" fmla="*/ 335699 h 448064"/>
                <a:gd name="connsiteX532" fmla="*/ 59043 w 869556"/>
                <a:gd name="connsiteY532" fmla="*/ 333467 h 448064"/>
                <a:gd name="connsiteX533" fmla="*/ 60531 w 869556"/>
                <a:gd name="connsiteY533" fmla="*/ 332722 h 448064"/>
                <a:gd name="connsiteX534" fmla="*/ 60903 w 869556"/>
                <a:gd name="connsiteY534" fmla="*/ 330862 h 448064"/>
                <a:gd name="connsiteX535" fmla="*/ 61276 w 869556"/>
                <a:gd name="connsiteY535" fmla="*/ 329002 h 448064"/>
                <a:gd name="connsiteX536" fmla="*/ 62764 w 869556"/>
                <a:gd name="connsiteY536" fmla="*/ 328258 h 448064"/>
                <a:gd name="connsiteX537" fmla="*/ 63880 w 869556"/>
                <a:gd name="connsiteY537" fmla="*/ 325979 h 448064"/>
                <a:gd name="connsiteX538" fmla="*/ 64996 w 869556"/>
                <a:gd name="connsiteY538" fmla="*/ 323793 h 448064"/>
                <a:gd name="connsiteX539" fmla="*/ 66485 w 869556"/>
                <a:gd name="connsiteY539" fmla="*/ 323793 h 448064"/>
                <a:gd name="connsiteX540" fmla="*/ 67229 w 869556"/>
                <a:gd name="connsiteY540" fmla="*/ 320072 h 448064"/>
                <a:gd name="connsiteX541" fmla="*/ 68717 w 869556"/>
                <a:gd name="connsiteY541" fmla="*/ 319328 h 448064"/>
                <a:gd name="connsiteX542" fmla="*/ 69368 w 869556"/>
                <a:gd name="connsiteY542" fmla="*/ 317328 h 448064"/>
                <a:gd name="connsiteX543" fmla="*/ 73182 w 869556"/>
                <a:gd name="connsiteY543" fmla="*/ 310398 h 448064"/>
                <a:gd name="connsiteX544" fmla="*/ 74670 w 869556"/>
                <a:gd name="connsiteY544" fmla="*/ 310398 h 448064"/>
                <a:gd name="connsiteX545" fmla="*/ 75414 w 869556"/>
                <a:gd name="connsiteY545" fmla="*/ 306677 h 448064"/>
                <a:gd name="connsiteX546" fmla="*/ 76903 w 869556"/>
                <a:gd name="connsiteY546" fmla="*/ 305933 h 448064"/>
                <a:gd name="connsiteX547" fmla="*/ 77228 w 869556"/>
                <a:gd name="connsiteY547" fmla="*/ 304492 h 448064"/>
                <a:gd name="connsiteX548" fmla="*/ 79879 w 869556"/>
                <a:gd name="connsiteY548" fmla="*/ 301468 h 448064"/>
                <a:gd name="connsiteX549" fmla="*/ 80623 w 869556"/>
                <a:gd name="connsiteY549" fmla="*/ 298492 h 448064"/>
                <a:gd name="connsiteX550" fmla="*/ 83135 w 869556"/>
                <a:gd name="connsiteY550" fmla="*/ 294725 h 448064"/>
                <a:gd name="connsiteX551" fmla="*/ 84501 w 869556"/>
                <a:gd name="connsiteY551" fmla="*/ 292792 h 448064"/>
                <a:gd name="connsiteX552" fmla="*/ 88065 w 869556"/>
                <a:gd name="connsiteY552" fmla="*/ 288818 h 448064"/>
                <a:gd name="connsiteX553" fmla="*/ 88855 w 869556"/>
                <a:gd name="connsiteY553" fmla="*/ 287190 h 448064"/>
                <a:gd name="connsiteX554" fmla="*/ 89553 w 869556"/>
                <a:gd name="connsiteY554" fmla="*/ 285842 h 448064"/>
                <a:gd name="connsiteX555" fmla="*/ 91041 w 869556"/>
                <a:gd name="connsiteY555" fmla="*/ 285842 h 448064"/>
                <a:gd name="connsiteX556" fmla="*/ 91785 w 869556"/>
                <a:gd name="connsiteY556" fmla="*/ 282121 h 448064"/>
                <a:gd name="connsiteX557" fmla="*/ 93274 w 869556"/>
                <a:gd name="connsiteY557" fmla="*/ 281377 h 448064"/>
                <a:gd name="connsiteX558" fmla="*/ 93553 w 869556"/>
                <a:gd name="connsiteY558" fmla="*/ 279656 h 448064"/>
                <a:gd name="connsiteX559" fmla="*/ 96994 w 869556"/>
                <a:gd name="connsiteY559" fmla="*/ 274679 h 448064"/>
                <a:gd name="connsiteX560" fmla="*/ 98483 w 869556"/>
                <a:gd name="connsiteY560" fmla="*/ 274679 h 448064"/>
                <a:gd name="connsiteX561" fmla="*/ 99180 w 869556"/>
                <a:gd name="connsiteY561" fmla="*/ 272214 h 448064"/>
                <a:gd name="connsiteX562" fmla="*/ 102203 w 869556"/>
                <a:gd name="connsiteY562" fmla="*/ 267238 h 448064"/>
                <a:gd name="connsiteX563" fmla="*/ 104808 w 869556"/>
                <a:gd name="connsiteY563" fmla="*/ 263424 h 448064"/>
                <a:gd name="connsiteX564" fmla="*/ 105180 w 869556"/>
                <a:gd name="connsiteY564" fmla="*/ 262029 h 448064"/>
                <a:gd name="connsiteX565" fmla="*/ 107412 w 869556"/>
                <a:gd name="connsiteY565" fmla="*/ 261285 h 448064"/>
                <a:gd name="connsiteX566" fmla="*/ 108156 w 869556"/>
                <a:gd name="connsiteY566" fmla="*/ 258308 h 448064"/>
                <a:gd name="connsiteX567" fmla="*/ 109645 w 869556"/>
                <a:gd name="connsiteY567" fmla="*/ 257564 h 448064"/>
                <a:gd name="connsiteX568" fmla="*/ 109970 w 869556"/>
                <a:gd name="connsiteY568" fmla="*/ 256076 h 448064"/>
                <a:gd name="connsiteX569" fmla="*/ 110389 w 869556"/>
                <a:gd name="connsiteY569" fmla="*/ 254588 h 448064"/>
                <a:gd name="connsiteX570" fmla="*/ 112621 w 869556"/>
                <a:gd name="connsiteY570" fmla="*/ 253843 h 448064"/>
                <a:gd name="connsiteX571" fmla="*/ 113365 w 869556"/>
                <a:gd name="connsiteY571" fmla="*/ 251611 h 448064"/>
                <a:gd name="connsiteX572" fmla="*/ 114854 w 869556"/>
                <a:gd name="connsiteY572" fmla="*/ 250867 h 448064"/>
                <a:gd name="connsiteX573" fmla="*/ 115086 w 869556"/>
                <a:gd name="connsiteY573" fmla="*/ 249193 h 448064"/>
                <a:gd name="connsiteX574" fmla="*/ 119319 w 869556"/>
                <a:gd name="connsiteY574" fmla="*/ 243426 h 448064"/>
                <a:gd name="connsiteX575" fmla="*/ 120807 w 869556"/>
                <a:gd name="connsiteY575" fmla="*/ 243426 h 448064"/>
                <a:gd name="connsiteX576" fmla="*/ 121179 w 869556"/>
                <a:gd name="connsiteY576" fmla="*/ 241937 h 448064"/>
                <a:gd name="connsiteX577" fmla="*/ 121551 w 869556"/>
                <a:gd name="connsiteY577" fmla="*/ 240449 h 448064"/>
                <a:gd name="connsiteX578" fmla="*/ 123039 w 869556"/>
                <a:gd name="connsiteY578" fmla="*/ 240449 h 448064"/>
                <a:gd name="connsiteX579" fmla="*/ 123783 w 869556"/>
                <a:gd name="connsiteY579" fmla="*/ 238589 h 448064"/>
                <a:gd name="connsiteX580" fmla="*/ 124528 w 869556"/>
                <a:gd name="connsiteY580" fmla="*/ 236728 h 448064"/>
                <a:gd name="connsiteX581" fmla="*/ 126016 w 869556"/>
                <a:gd name="connsiteY581" fmla="*/ 236728 h 448064"/>
                <a:gd name="connsiteX582" fmla="*/ 126760 w 869556"/>
                <a:gd name="connsiteY582" fmla="*/ 233752 h 448064"/>
                <a:gd name="connsiteX583" fmla="*/ 128248 w 869556"/>
                <a:gd name="connsiteY583" fmla="*/ 233008 h 448064"/>
                <a:gd name="connsiteX584" fmla="*/ 128992 w 869556"/>
                <a:gd name="connsiteY584" fmla="*/ 231473 h 448064"/>
                <a:gd name="connsiteX585" fmla="*/ 129737 w 869556"/>
                <a:gd name="connsiteY585" fmla="*/ 230031 h 448064"/>
                <a:gd name="connsiteX586" fmla="*/ 131225 w 869556"/>
                <a:gd name="connsiteY586" fmla="*/ 230031 h 448064"/>
                <a:gd name="connsiteX587" fmla="*/ 131550 w 869556"/>
                <a:gd name="connsiteY587" fmla="*/ 228682 h 448064"/>
                <a:gd name="connsiteX588" fmla="*/ 134201 w 869556"/>
                <a:gd name="connsiteY588" fmla="*/ 224822 h 448064"/>
                <a:gd name="connsiteX589" fmla="*/ 137178 w 869556"/>
                <a:gd name="connsiteY589" fmla="*/ 220357 h 448064"/>
                <a:gd name="connsiteX590" fmla="*/ 139410 w 869556"/>
                <a:gd name="connsiteY590" fmla="*/ 218869 h 448064"/>
                <a:gd name="connsiteX591" fmla="*/ 140154 w 869556"/>
                <a:gd name="connsiteY591" fmla="*/ 216636 h 448064"/>
                <a:gd name="connsiteX592" fmla="*/ 143875 w 869556"/>
                <a:gd name="connsiteY592" fmla="*/ 212916 h 448064"/>
                <a:gd name="connsiteX593" fmla="*/ 148591 w 869556"/>
                <a:gd name="connsiteY593" fmla="*/ 206499 h 448064"/>
                <a:gd name="connsiteX594" fmla="*/ 151317 w 869556"/>
                <a:gd name="connsiteY594" fmla="*/ 203242 h 448064"/>
                <a:gd name="connsiteX595" fmla="*/ 154293 w 869556"/>
                <a:gd name="connsiteY595" fmla="*/ 203242 h 448064"/>
                <a:gd name="connsiteX596" fmla="*/ 154293 w 869556"/>
                <a:gd name="connsiteY596" fmla="*/ 200265 h 448064"/>
                <a:gd name="connsiteX597" fmla="*/ 156526 w 869556"/>
                <a:gd name="connsiteY597" fmla="*/ 200265 h 448064"/>
                <a:gd name="connsiteX598" fmla="*/ 156526 w 869556"/>
                <a:gd name="connsiteY598" fmla="*/ 196545 h 448064"/>
                <a:gd name="connsiteX599" fmla="*/ 159502 w 869556"/>
                <a:gd name="connsiteY599" fmla="*/ 196545 h 448064"/>
                <a:gd name="connsiteX600" fmla="*/ 159502 w 869556"/>
                <a:gd name="connsiteY600" fmla="*/ 193568 h 448064"/>
                <a:gd name="connsiteX601" fmla="*/ 162479 w 869556"/>
                <a:gd name="connsiteY601" fmla="*/ 193568 h 448064"/>
                <a:gd name="connsiteX602" fmla="*/ 163223 w 869556"/>
                <a:gd name="connsiteY602" fmla="*/ 190592 h 448064"/>
                <a:gd name="connsiteX603" fmla="*/ 165455 w 869556"/>
                <a:gd name="connsiteY603" fmla="*/ 189847 h 448064"/>
                <a:gd name="connsiteX604" fmla="*/ 166199 w 869556"/>
                <a:gd name="connsiteY604" fmla="*/ 186871 h 448064"/>
                <a:gd name="connsiteX605" fmla="*/ 167688 w 869556"/>
                <a:gd name="connsiteY605" fmla="*/ 186127 h 448064"/>
                <a:gd name="connsiteX606" fmla="*/ 168339 w 869556"/>
                <a:gd name="connsiteY606" fmla="*/ 184685 h 448064"/>
                <a:gd name="connsiteX607" fmla="*/ 170571 w 869556"/>
                <a:gd name="connsiteY607" fmla="*/ 182546 h 448064"/>
                <a:gd name="connsiteX608" fmla="*/ 173641 w 869556"/>
                <a:gd name="connsiteY608" fmla="*/ 179011 h 448064"/>
                <a:gd name="connsiteX609" fmla="*/ 176757 w 869556"/>
                <a:gd name="connsiteY609" fmla="*/ 175895 h 448064"/>
                <a:gd name="connsiteX610" fmla="*/ 178106 w 869556"/>
                <a:gd name="connsiteY610" fmla="*/ 175709 h 448064"/>
                <a:gd name="connsiteX611" fmla="*/ 178850 w 869556"/>
                <a:gd name="connsiteY611" fmla="*/ 173476 h 448064"/>
                <a:gd name="connsiteX612" fmla="*/ 180338 w 869556"/>
                <a:gd name="connsiteY612" fmla="*/ 173151 h 448064"/>
                <a:gd name="connsiteX613" fmla="*/ 181826 w 869556"/>
                <a:gd name="connsiteY613" fmla="*/ 172732 h 448064"/>
                <a:gd name="connsiteX614" fmla="*/ 182570 w 869556"/>
                <a:gd name="connsiteY614" fmla="*/ 169756 h 448064"/>
                <a:gd name="connsiteX615" fmla="*/ 184059 w 869556"/>
                <a:gd name="connsiteY615" fmla="*/ 169011 h 448064"/>
                <a:gd name="connsiteX616" fmla="*/ 184710 w 869556"/>
                <a:gd name="connsiteY616" fmla="*/ 167523 h 448064"/>
                <a:gd name="connsiteX617" fmla="*/ 185547 w 869556"/>
                <a:gd name="connsiteY617" fmla="*/ 166035 h 448064"/>
                <a:gd name="connsiteX618" fmla="*/ 187082 w 869556"/>
                <a:gd name="connsiteY618" fmla="*/ 165663 h 448064"/>
                <a:gd name="connsiteX619" fmla="*/ 188524 w 869556"/>
                <a:gd name="connsiteY619" fmla="*/ 165291 h 448064"/>
                <a:gd name="connsiteX620" fmla="*/ 188896 w 869556"/>
                <a:gd name="connsiteY620" fmla="*/ 163756 h 448064"/>
                <a:gd name="connsiteX621" fmla="*/ 189268 w 869556"/>
                <a:gd name="connsiteY621" fmla="*/ 162314 h 448064"/>
                <a:gd name="connsiteX622" fmla="*/ 192244 w 869556"/>
                <a:gd name="connsiteY622" fmla="*/ 162314 h 448064"/>
                <a:gd name="connsiteX623" fmla="*/ 192244 w 869556"/>
                <a:gd name="connsiteY623" fmla="*/ 159338 h 448064"/>
                <a:gd name="connsiteX624" fmla="*/ 195221 w 869556"/>
                <a:gd name="connsiteY624" fmla="*/ 159338 h 448064"/>
                <a:gd name="connsiteX625" fmla="*/ 196709 w 869556"/>
                <a:gd name="connsiteY625" fmla="*/ 155617 h 448064"/>
                <a:gd name="connsiteX626" fmla="*/ 198197 w 869556"/>
                <a:gd name="connsiteY626" fmla="*/ 154873 h 448064"/>
                <a:gd name="connsiteX627" fmla="*/ 198942 w 869556"/>
                <a:gd name="connsiteY627" fmla="*/ 152640 h 448064"/>
                <a:gd name="connsiteX628" fmla="*/ 200848 w 869556"/>
                <a:gd name="connsiteY628" fmla="*/ 152315 h 448064"/>
                <a:gd name="connsiteX629" fmla="*/ 202662 w 869556"/>
                <a:gd name="connsiteY629" fmla="*/ 151896 h 448064"/>
                <a:gd name="connsiteX630" fmla="*/ 202662 w 869556"/>
                <a:gd name="connsiteY630" fmla="*/ 148920 h 448064"/>
                <a:gd name="connsiteX631" fmla="*/ 204476 w 869556"/>
                <a:gd name="connsiteY631" fmla="*/ 149106 h 448064"/>
                <a:gd name="connsiteX632" fmla="*/ 206383 w 869556"/>
                <a:gd name="connsiteY632" fmla="*/ 148920 h 448064"/>
                <a:gd name="connsiteX633" fmla="*/ 207127 w 869556"/>
                <a:gd name="connsiteY633" fmla="*/ 145943 h 448064"/>
                <a:gd name="connsiteX634" fmla="*/ 209360 w 869556"/>
                <a:gd name="connsiteY634" fmla="*/ 144455 h 448064"/>
                <a:gd name="connsiteX635" fmla="*/ 210104 w 869556"/>
                <a:gd name="connsiteY635" fmla="*/ 142222 h 448064"/>
                <a:gd name="connsiteX636" fmla="*/ 213824 w 869556"/>
                <a:gd name="connsiteY636" fmla="*/ 140734 h 448064"/>
                <a:gd name="connsiteX637" fmla="*/ 214569 w 869556"/>
                <a:gd name="connsiteY637" fmla="*/ 138502 h 448064"/>
                <a:gd name="connsiteX638" fmla="*/ 217545 w 869556"/>
                <a:gd name="connsiteY638" fmla="*/ 138502 h 448064"/>
                <a:gd name="connsiteX639" fmla="*/ 217871 w 869556"/>
                <a:gd name="connsiteY639" fmla="*/ 137060 h 448064"/>
                <a:gd name="connsiteX640" fmla="*/ 218289 w 869556"/>
                <a:gd name="connsiteY640" fmla="*/ 135525 h 448064"/>
                <a:gd name="connsiteX641" fmla="*/ 220196 w 869556"/>
                <a:gd name="connsiteY641" fmla="*/ 135153 h 448064"/>
                <a:gd name="connsiteX642" fmla="*/ 222010 w 869556"/>
                <a:gd name="connsiteY642" fmla="*/ 134781 h 448064"/>
                <a:gd name="connsiteX643" fmla="*/ 222010 w 869556"/>
                <a:gd name="connsiteY643" fmla="*/ 131804 h 448064"/>
                <a:gd name="connsiteX644" fmla="*/ 224987 w 869556"/>
                <a:gd name="connsiteY644" fmla="*/ 131060 h 448064"/>
                <a:gd name="connsiteX645" fmla="*/ 225731 w 869556"/>
                <a:gd name="connsiteY645" fmla="*/ 128828 h 448064"/>
                <a:gd name="connsiteX646" fmla="*/ 229451 w 869556"/>
                <a:gd name="connsiteY646" fmla="*/ 127340 h 448064"/>
                <a:gd name="connsiteX647" fmla="*/ 230195 w 869556"/>
                <a:gd name="connsiteY647" fmla="*/ 125107 h 448064"/>
                <a:gd name="connsiteX648" fmla="*/ 233916 w 869556"/>
                <a:gd name="connsiteY648" fmla="*/ 123619 h 448064"/>
                <a:gd name="connsiteX649" fmla="*/ 234660 w 869556"/>
                <a:gd name="connsiteY649" fmla="*/ 121386 h 448064"/>
                <a:gd name="connsiteX650" fmla="*/ 238381 w 869556"/>
                <a:gd name="connsiteY650" fmla="*/ 120642 h 448064"/>
                <a:gd name="connsiteX651" fmla="*/ 239125 w 869556"/>
                <a:gd name="connsiteY651" fmla="*/ 118410 h 448064"/>
                <a:gd name="connsiteX652" fmla="*/ 242102 w 869556"/>
                <a:gd name="connsiteY652" fmla="*/ 116922 h 448064"/>
                <a:gd name="connsiteX653" fmla="*/ 242846 w 869556"/>
                <a:gd name="connsiteY653" fmla="*/ 114689 h 448064"/>
                <a:gd name="connsiteX654" fmla="*/ 245078 w 869556"/>
                <a:gd name="connsiteY654" fmla="*/ 114782 h 448064"/>
                <a:gd name="connsiteX655" fmla="*/ 247311 w 869556"/>
                <a:gd name="connsiteY655" fmla="*/ 114689 h 448064"/>
                <a:gd name="connsiteX656" fmla="*/ 247683 w 869556"/>
                <a:gd name="connsiteY656" fmla="*/ 112829 h 448064"/>
                <a:gd name="connsiteX657" fmla="*/ 248055 w 869556"/>
                <a:gd name="connsiteY657" fmla="*/ 110969 h 448064"/>
                <a:gd name="connsiteX658" fmla="*/ 252520 w 869556"/>
                <a:gd name="connsiteY658" fmla="*/ 110969 h 448064"/>
                <a:gd name="connsiteX659" fmla="*/ 252520 w 869556"/>
                <a:gd name="connsiteY659" fmla="*/ 107992 h 448064"/>
                <a:gd name="connsiteX660" fmla="*/ 255496 w 869556"/>
                <a:gd name="connsiteY660" fmla="*/ 107248 h 448064"/>
                <a:gd name="connsiteX661" fmla="*/ 255775 w 869556"/>
                <a:gd name="connsiteY661" fmla="*/ 105760 h 448064"/>
                <a:gd name="connsiteX662" fmla="*/ 256240 w 869556"/>
                <a:gd name="connsiteY662" fmla="*/ 104271 h 448064"/>
                <a:gd name="connsiteX663" fmla="*/ 260705 w 869556"/>
                <a:gd name="connsiteY663" fmla="*/ 103527 h 448064"/>
                <a:gd name="connsiteX664" fmla="*/ 261449 w 869556"/>
                <a:gd name="connsiteY664" fmla="*/ 101295 h 448064"/>
                <a:gd name="connsiteX665" fmla="*/ 263682 w 869556"/>
                <a:gd name="connsiteY665" fmla="*/ 100969 h 448064"/>
                <a:gd name="connsiteX666" fmla="*/ 265914 w 869556"/>
                <a:gd name="connsiteY666" fmla="*/ 100551 h 448064"/>
                <a:gd name="connsiteX667" fmla="*/ 266286 w 869556"/>
                <a:gd name="connsiteY667" fmla="*/ 99062 h 448064"/>
                <a:gd name="connsiteX668" fmla="*/ 266658 w 869556"/>
                <a:gd name="connsiteY668" fmla="*/ 97574 h 448064"/>
                <a:gd name="connsiteX669" fmla="*/ 271123 w 869556"/>
                <a:gd name="connsiteY669" fmla="*/ 96830 h 448064"/>
                <a:gd name="connsiteX670" fmla="*/ 271867 w 869556"/>
                <a:gd name="connsiteY670" fmla="*/ 94597 h 448064"/>
                <a:gd name="connsiteX671" fmla="*/ 276332 w 869556"/>
                <a:gd name="connsiteY671" fmla="*/ 93853 h 448064"/>
                <a:gd name="connsiteX672" fmla="*/ 276332 w 869556"/>
                <a:gd name="connsiteY672" fmla="*/ 90877 h 448064"/>
                <a:gd name="connsiteX673" fmla="*/ 282285 w 869556"/>
                <a:gd name="connsiteY673" fmla="*/ 90133 h 448064"/>
                <a:gd name="connsiteX674" fmla="*/ 282285 w 869556"/>
                <a:gd name="connsiteY674" fmla="*/ 87156 h 448064"/>
                <a:gd name="connsiteX675" fmla="*/ 284471 w 869556"/>
                <a:gd name="connsiteY675" fmla="*/ 86923 h 448064"/>
                <a:gd name="connsiteX676" fmla="*/ 286750 w 869556"/>
                <a:gd name="connsiteY676" fmla="*/ 86412 h 448064"/>
                <a:gd name="connsiteX677" fmla="*/ 287494 w 869556"/>
                <a:gd name="connsiteY677" fmla="*/ 84179 h 448064"/>
                <a:gd name="connsiteX678" fmla="*/ 292703 w 869556"/>
                <a:gd name="connsiteY678" fmla="*/ 82691 h 448064"/>
                <a:gd name="connsiteX679" fmla="*/ 293447 w 869556"/>
                <a:gd name="connsiteY679" fmla="*/ 80459 h 448064"/>
                <a:gd name="connsiteX680" fmla="*/ 296005 w 869556"/>
                <a:gd name="connsiteY680" fmla="*/ 80133 h 448064"/>
                <a:gd name="connsiteX681" fmla="*/ 298656 w 869556"/>
                <a:gd name="connsiteY681" fmla="*/ 79715 h 448064"/>
                <a:gd name="connsiteX682" fmla="*/ 300145 w 869556"/>
                <a:gd name="connsiteY682" fmla="*/ 76738 h 448064"/>
                <a:gd name="connsiteX683" fmla="*/ 304610 w 869556"/>
                <a:gd name="connsiteY683" fmla="*/ 76738 h 448064"/>
                <a:gd name="connsiteX684" fmla="*/ 304610 w 869556"/>
                <a:gd name="connsiteY684" fmla="*/ 73761 h 448064"/>
                <a:gd name="connsiteX685" fmla="*/ 307168 w 869556"/>
                <a:gd name="connsiteY685" fmla="*/ 73575 h 448064"/>
                <a:gd name="connsiteX686" fmla="*/ 309819 w 869556"/>
                <a:gd name="connsiteY686" fmla="*/ 73017 h 448064"/>
                <a:gd name="connsiteX687" fmla="*/ 310147 w 869556"/>
                <a:gd name="connsiteY687" fmla="*/ 71520 h 448064"/>
                <a:gd name="connsiteX688" fmla="*/ 310563 w 869556"/>
                <a:gd name="connsiteY688" fmla="*/ 70041 h 448064"/>
                <a:gd name="connsiteX689" fmla="*/ 313911 w 869556"/>
                <a:gd name="connsiteY689" fmla="*/ 69622 h 448064"/>
                <a:gd name="connsiteX690" fmla="*/ 317260 w 869556"/>
                <a:gd name="connsiteY690" fmla="*/ 69297 h 448064"/>
                <a:gd name="connsiteX691" fmla="*/ 318004 w 869556"/>
                <a:gd name="connsiteY691" fmla="*/ 67064 h 448064"/>
                <a:gd name="connsiteX692" fmla="*/ 321027 w 869556"/>
                <a:gd name="connsiteY692" fmla="*/ 66553 h 448064"/>
                <a:gd name="connsiteX693" fmla="*/ 323957 w 869556"/>
                <a:gd name="connsiteY693" fmla="*/ 66320 h 448064"/>
                <a:gd name="connsiteX694" fmla="*/ 323957 w 869556"/>
                <a:gd name="connsiteY694" fmla="*/ 63344 h 448064"/>
                <a:gd name="connsiteX695" fmla="*/ 326887 w 869556"/>
                <a:gd name="connsiteY695" fmla="*/ 63576 h 448064"/>
                <a:gd name="connsiteX696" fmla="*/ 329910 w 869556"/>
                <a:gd name="connsiteY696" fmla="*/ 63344 h 448064"/>
                <a:gd name="connsiteX697" fmla="*/ 330236 w 869556"/>
                <a:gd name="connsiteY697" fmla="*/ 61483 h 448064"/>
                <a:gd name="connsiteX698" fmla="*/ 330654 w 869556"/>
                <a:gd name="connsiteY698" fmla="*/ 59623 h 448064"/>
                <a:gd name="connsiteX699" fmla="*/ 337352 w 869556"/>
                <a:gd name="connsiteY699" fmla="*/ 59623 h 448064"/>
                <a:gd name="connsiteX700" fmla="*/ 337352 w 869556"/>
                <a:gd name="connsiteY700" fmla="*/ 56646 h 448064"/>
                <a:gd name="connsiteX701" fmla="*/ 341072 w 869556"/>
                <a:gd name="connsiteY701" fmla="*/ 55856 h 448064"/>
                <a:gd name="connsiteX702" fmla="*/ 344793 w 869556"/>
                <a:gd name="connsiteY702" fmla="*/ 55158 h 448064"/>
                <a:gd name="connsiteX703" fmla="*/ 344793 w 869556"/>
                <a:gd name="connsiteY703" fmla="*/ 52926 h 448064"/>
                <a:gd name="connsiteX704" fmla="*/ 346232 w 869556"/>
                <a:gd name="connsiteY704" fmla="*/ 53030 h 448064"/>
                <a:gd name="connsiteX705" fmla="*/ 348095 w 869556"/>
                <a:gd name="connsiteY705" fmla="*/ 53112 h 448064"/>
                <a:gd name="connsiteX706" fmla="*/ 349953 w 869556"/>
                <a:gd name="connsiteY706" fmla="*/ 53216 h 448064"/>
                <a:gd name="connsiteX707" fmla="*/ 351490 w 869556"/>
                <a:gd name="connsiteY707" fmla="*/ 52926 h 448064"/>
                <a:gd name="connsiteX708" fmla="*/ 352235 w 869556"/>
                <a:gd name="connsiteY708" fmla="*/ 49949 h 448064"/>
                <a:gd name="connsiteX709" fmla="*/ 355537 w 869556"/>
                <a:gd name="connsiteY709" fmla="*/ 49577 h 448064"/>
                <a:gd name="connsiteX710" fmla="*/ 358932 w 869556"/>
                <a:gd name="connsiteY710" fmla="*/ 49205 h 448064"/>
                <a:gd name="connsiteX711" fmla="*/ 360420 w 869556"/>
                <a:gd name="connsiteY711" fmla="*/ 46228 h 448064"/>
                <a:gd name="connsiteX712" fmla="*/ 365559 w 869556"/>
                <a:gd name="connsiteY712" fmla="*/ 45833 h 448064"/>
                <a:gd name="connsiteX713" fmla="*/ 367117 w 869556"/>
                <a:gd name="connsiteY713" fmla="*/ 45484 h 448064"/>
                <a:gd name="connsiteX714" fmla="*/ 367859 w 869556"/>
                <a:gd name="connsiteY714" fmla="*/ 43999 h 448064"/>
                <a:gd name="connsiteX715" fmla="*/ 368606 w 869556"/>
                <a:gd name="connsiteY715" fmla="*/ 42508 h 448064"/>
                <a:gd name="connsiteX716" fmla="*/ 372001 w 869556"/>
                <a:gd name="connsiteY716" fmla="*/ 42089 h 448064"/>
                <a:gd name="connsiteX717" fmla="*/ 375303 w 869556"/>
                <a:gd name="connsiteY717" fmla="*/ 41763 h 448064"/>
                <a:gd name="connsiteX718" fmla="*/ 376047 w 869556"/>
                <a:gd name="connsiteY718" fmla="*/ 39531 h 448064"/>
                <a:gd name="connsiteX719" fmla="*/ 380186 w 869556"/>
                <a:gd name="connsiteY719" fmla="*/ 39391 h 448064"/>
                <a:gd name="connsiteX720" fmla="*/ 382468 w 869556"/>
                <a:gd name="connsiteY720" fmla="*/ 39453 h 448064"/>
                <a:gd name="connsiteX721" fmla="*/ 384233 w 869556"/>
                <a:gd name="connsiteY721" fmla="*/ 39531 h 448064"/>
                <a:gd name="connsiteX722" fmla="*/ 384233 w 869556"/>
                <a:gd name="connsiteY722" fmla="*/ 35810 h 448064"/>
                <a:gd name="connsiteX723" fmla="*/ 393162 w 869556"/>
                <a:gd name="connsiteY723" fmla="*/ 35810 h 448064"/>
                <a:gd name="connsiteX724" fmla="*/ 393162 w 869556"/>
                <a:gd name="connsiteY724" fmla="*/ 32834 h 448064"/>
                <a:gd name="connsiteX725" fmla="*/ 394738 w 869556"/>
                <a:gd name="connsiteY725" fmla="*/ 32697 h 448064"/>
                <a:gd name="connsiteX726" fmla="*/ 396790 w 869556"/>
                <a:gd name="connsiteY726" fmla="*/ 32508 h 448064"/>
                <a:gd name="connsiteX727" fmla="*/ 398831 w 869556"/>
                <a:gd name="connsiteY727" fmla="*/ 32325 h 448064"/>
                <a:gd name="connsiteX728" fmla="*/ 402092 w 869556"/>
                <a:gd name="connsiteY728" fmla="*/ 31345 h 448064"/>
                <a:gd name="connsiteX729" fmla="*/ 402092 w 869556"/>
                <a:gd name="connsiteY729" fmla="*/ 29113 h 448064"/>
                <a:gd name="connsiteX730" fmla="*/ 411766 w 869556"/>
                <a:gd name="connsiteY730" fmla="*/ 29113 h 448064"/>
                <a:gd name="connsiteX731" fmla="*/ 411766 w 869556"/>
                <a:gd name="connsiteY731" fmla="*/ 26136 h 448064"/>
                <a:gd name="connsiteX732" fmla="*/ 414138 w 869556"/>
                <a:gd name="connsiteY732" fmla="*/ 25811 h 448064"/>
                <a:gd name="connsiteX733" fmla="*/ 416975 w 869556"/>
                <a:gd name="connsiteY733" fmla="*/ 25392 h 448064"/>
                <a:gd name="connsiteX734" fmla="*/ 419114 w 869556"/>
                <a:gd name="connsiteY734" fmla="*/ 25113 h 448064"/>
                <a:gd name="connsiteX735" fmla="*/ 420695 w 869556"/>
                <a:gd name="connsiteY735" fmla="*/ 24648 h 448064"/>
                <a:gd name="connsiteX736" fmla="*/ 421440 w 869556"/>
                <a:gd name="connsiteY736" fmla="*/ 22416 h 448064"/>
                <a:gd name="connsiteX737" fmla="*/ 428951 w 869556"/>
                <a:gd name="connsiteY737" fmla="*/ 22047 h 448064"/>
                <a:gd name="connsiteX738" fmla="*/ 431113 w 869556"/>
                <a:gd name="connsiteY738" fmla="*/ 21672 h 448064"/>
                <a:gd name="connsiteX739" fmla="*/ 431486 w 869556"/>
                <a:gd name="connsiteY739" fmla="*/ 20183 h 448064"/>
                <a:gd name="connsiteX740" fmla="*/ 431858 w 869556"/>
                <a:gd name="connsiteY740" fmla="*/ 18695 h 448064"/>
                <a:gd name="connsiteX741" fmla="*/ 436695 w 869556"/>
                <a:gd name="connsiteY741" fmla="*/ 18276 h 448064"/>
                <a:gd name="connsiteX742" fmla="*/ 441531 w 869556"/>
                <a:gd name="connsiteY742" fmla="*/ 17951 h 448064"/>
                <a:gd name="connsiteX743" fmla="*/ 442276 w 869556"/>
                <a:gd name="connsiteY743" fmla="*/ 15719 h 448064"/>
                <a:gd name="connsiteX744" fmla="*/ 450368 w 869556"/>
                <a:gd name="connsiteY744" fmla="*/ 15349 h 448064"/>
                <a:gd name="connsiteX745" fmla="*/ 452694 w 869556"/>
                <a:gd name="connsiteY745" fmla="*/ 14974 h 448064"/>
                <a:gd name="connsiteX746" fmla="*/ 453016 w 869556"/>
                <a:gd name="connsiteY746" fmla="*/ 13495 h 448064"/>
                <a:gd name="connsiteX747" fmla="*/ 453438 w 869556"/>
                <a:gd name="connsiteY747" fmla="*/ 11998 h 448064"/>
                <a:gd name="connsiteX748" fmla="*/ 459437 w 869556"/>
                <a:gd name="connsiteY748" fmla="*/ 11440 h 448064"/>
                <a:gd name="connsiteX749" fmla="*/ 461148 w 869556"/>
                <a:gd name="connsiteY749" fmla="*/ 11373 h 448064"/>
                <a:gd name="connsiteX750" fmla="*/ 465344 w 869556"/>
                <a:gd name="connsiteY750" fmla="*/ 11254 h 448064"/>
                <a:gd name="connsiteX751" fmla="*/ 465344 w 869556"/>
                <a:gd name="connsiteY751" fmla="*/ 9021 h 448064"/>
                <a:gd name="connsiteX752" fmla="*/ 467733 w 869556"/>
                <a:gd name="connsiteY752" fmla="*/ 8885 h 448064"/>
                <a:gd name="connsiteX753" fmla="*/ 470832 w 869556"/>
                <a:gd name="connsiteY753" fmla="*/ 8696 h 448064"/>
                <a:gd name="connsiteX754" fmla="*/ 472407 w 869556"/>
                <a:gd name="connsiteY754" fmla="*/ 8607 h 448064"/>
                <a:gd name="connsiteX755" fmla="*/ 477994 w 869556"/>
                <a:gd name="connsiteY755" fmla="*/ 7533 h 448064"/>
                <a:gd name="connsiteX756" fmla="*/ 478738 w 869556"/>
                <a:gd name="connsiteY756" fmla="*/ 5301 h 448064"/>
                <a:gd name="connsiteX757" fmla="*/ 482041 w 869556"/>
                <a:gd name="connsiteY757" fmla="*/ 5024 h 448064"/>
                <a:gd name="connsiteX758" fmla="*/ 484058 w 869556"/>
                <a:gd name="connsiteY758" fmla="*/ 4985 h 448064"/>
                <a:gd name="connsiteX759" fmla="*/ 488302 w 869556"/>
                <a:gd name="connsiteY759" fmla="*/ 4974 h 448064"/>
                <a:gd name="connsiteX760" fmla="*/ 490319 w 869556"/>
                <a:gd name="connsiteY760" fmla="*/ 4931 h 448064"/>
                <a:gd name="connsiteX761" fmla="*/ 492182 w 869556"/>
                <a:gd name="connsiteY761" fmla="*/ 4927 h 448064"/>
                <a:gd name="connsiteX762" fmla="*/ 493621 w 869556"/>
                <a:gd name="connsiteY762" fmla="*/ 4556 h 448064"/>
                <a:gd name="connsiteX763" fmla="*/ 493941 w 869556"/>
                <a:gd name="connsiteY763" fmla="*/ 3063 h 448064"/>
                <a:gd name="connsiteX764" fmla="*/ 494365 w 869556"/>
                <a:gd name="connsiteY764" fmla="*/ 1580 h 448064"/>
                <a:gd name="connsiteX765" fmla="*/ 498508 w 869556"/>
                <a:gd name="connsiteY765" fmla="*/ 1289 h 448064"/>
                <a:gd name="connsiteX766" fmla="*/ 501044 w 869556"/>
                <a:gd name="connsiteY766" fmla="*/ 1318 h 448064"/>
                <a:gd name="connsiteX767" fmla="*/ 503714 w 869556"/>
                <a:gd name="connsiteY767" fmla="*/ 1394 h 448064"/>
                <a:gd name="connsiteX768" fmla="*/ 506392 w 869556"/>
                <a:gd name="connsiteY768" fmla="*/ 1435 h 448064"/>
                <a:gd name="connsiteX769" fmla="*/ 512969 w 869556"/>
                <a:gd name="connsiteY769" fmla="*/ 1580 h 448064"/>
                <a:gd name="connsiteX770" fmla="*/ 512969 w 869556"/>
                <a:gd name="connsiteY770" fmla="*/ 92 h 448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Lst>
              <a:rect l="l" t="t" r="r" b="b"/>
              <a:pathLst>
                <a:path w="869556" h="448064">
                  <a:moveTo>
                    <a:pt x="512969" y="92"/>
                  </a:moveTo>
                  <a:cubicBezTo>
                    <a:pt x="526831" y="74"/>
                    <a:pt x="540692" y="61"/>
                    <a:pt x="554554" y="53"/>
                  </a:cubicBezTo>
                  <a:cubicBezTo>
                    <a:pt x="560989" y="49"/>
                    <a:pt x="567425" y="44"/>
                    <a:pt x="573861" y="35"/>
                  </a:cubicBezTo>
                  <a:cubicBezTo>
                    <a:pt x="579468" y="28"/>
                    <a:pt x="585075" y="23"/>
                    <a:pt x="590683" y="22"/>
                  </a:cubicBezTo>
                  <a:cubicBezTo>
                    <a:pt x="593654" y="21"/>
                    <a:pt x="596624" y="18"/>
                    <a:pt x="599595" y="13"/>
                  </a:cubicBezTo>
                  <a:cubicBezTo>
                    <a:pt x="602388" y="8"/>
                    <a:pt x="605181" y="6"/>
                    <a:pt x="607974" y="7"/>
                  </a:cubicBezTo>
                  <a:cubicBezTo>
                    <a:pt x="609003" y="7"/>
                    <a:pt x="610031" y="6"/>
                    <a:pt x="611059" y="3"/>
                  </a:cubicBezTo>
                  <a:cubicBezTo>
                    <a:pt x="612456" y="-1"/>
                    <a:pt x="613854" y="0"/>
                    <a:pt x="615252" y="2"/>
                  </a:cubicBezTo>
                  <a:cubicBezTo>
                    <a:pt x="616036" y="1"/>
                    <a:pt x="616820" y="1"/>
                    <a:pt x="617628" y="0"/>
                  </a:cubicBezTo>
                  <a:cubicBezTo>
                    <a:pt x="619381" y="92"/>
                    <a:pt x="619381" y="92"/>
                    <a:pt x="620125" y="836"/>
                  </a:cubicBezTo>
                  <a:cubicBezTo>
                    <a:pt x="622316" y="909"/>
                    <a:pt x="624492" y="938"/>
                    <a:pt x="626683" y="940"/>
                  </a:cubicBezTo>
                  <a:cubicBezTo>
                    <a:pt x="628034" y="954"/>
                    <a:pt x="629384" y="969"/>
                    <a:pt x="630735" y="984"/>
                  </a:cubicBezTo>
                  <a:cubicBezTo>
                    <a:pt x="632876" y="1006"/>
                    <a:pt x="635017" y="1022"/>
                    <a:pt x="637158" y="1022"/>
                  </a:cubicBezTo>
                  <a:cubicBezTo>
                    <a:pt x="639217" y="1025"/>
                    <a:pt x="641275" y="1050"/>
                    <a:pt x="643333" y="1080"/>
                  </a:cubicBezTo>
                  <a:cubicBezTo>
                    <a:pt x="643978" y="1075"/>
                    <a:pt x="644623" y="1069"/>
                    <a:pt x="645287" y="1064"/>
                  </a:cubicBezTo>
                  <a:cubicBezTo>
                    <a:pt x="647086" y="1101"/>
                    <a:pt x="647086" y="1101"/>
                    <a:pt x="649891" y="1580"/>
                  </a:cubicBezTo>
                  <a:cubicBezTo>
                    <a:pt x="650346" y="3455"/>
                    <a:pt x="650346" y="3455"/>
                    <a:pt x="650635" y="5301"/>
                  </a:cubicBezTo>
                  <a:cubicBezTo>
                    <a:pt x="652537" y="5618"/>
                    <a:pt x="653967" y="5665"/>
                    <a:pt x="655864" y="5559"/>
                  </a:cubicBezTo>
                  <a:cubicBezTo>
                    <a:pt x="656388" y="5547"/>
                    <a:pt x="656912" y="5535"/>
                    <a:pt x="657452" y="5522"/>
                  </a:cubicBezTo>
                  <a:cubicBezTo>
                    <a:pt x="659134" y="5481"/>
                    <a:pt x="660814" y="5416"/>
                    <a:pt x="662495" y="5347"/>
                  </a:cubicBezTo>
                  <a:cubicBezTo>
                    <a:pt x="664173" y="5282"/>
                    <a:pt x="665850" y="5222"/>
                    <a:pt x="667529" y="5180"/>
                  </a:cubicBezTo>
                  <a:cubicBezTo>
                    <a:pt x="668576" y="5154"/>
                    <a:pt x="669622" y="5114"/>
                    <a:pt x="670667" y="5059"/>
                  </a:cubicBezTo>
                  <a:cubicBezTo>
                    <a:pt x="672104" y="5022"/>
                    <a:pt x="672104" y="5022"/>
                    <a:pt x="674447" y="5301"/>
                  </a:cubicBezTo>
                  <a:cubicBezTo>
                    <a:pt x="675378" y="6782"/>
                    <a:pt x="675378" y="6782"/>
                    <a:pt x="675936" y="8277"/>
                  </a:cubicBezTo>
                  <a:cubicBezTo>
                    <a:pt x="678375" y="8613"/>
                    <a:pt x="678375" y="8613"/>
                    <a:pt x="681191" y="8417"/>
                  </a:cubicBezTo>
                  <a:cubicBezTo>
                    <a:pt x="685478" y="8299"/>
                    <a:pt x="689567" y="8219"/>
                    <a:pt x="693795" y="9021"/>
                  </a:cubicBezTo>
                  <a:cubicBezTo>
                    <a:pt x="694041" y="9758"/>
                    <a:pt x="694286" y="10495"/>
                    <a:pt x="694539" y="11254"/>
                  </a:cubicBezTo>
                  <a:cubicBezTo>
                    <a:pt x="696112" y="11586"/>
                    <a:pt x="696112" y="11586"/>
                    <a:pt x="698004" y="11530"/>
                  </a:cubicBezTo>
                  <a:cubicBezTo>
                    <a:pt x="698703" y="11543"/>
                    <a:pt x="699403" y="11556"/>
                    <a:pt x="700123" y="11569"/>
                  </a:cubicBezTo>
                  <a:cubicBezTo>
                    <a:pt x="701610" y="11576"/>
                    <a:pt x="703096" y="11580"/>
                    <a:pt x="704582" y="11581"/>
                  </a:cubicBezTo>
                  <a:cubicBezTo>
                    <a:pt x="705282" y="11595"/>
                    <a:pt x="705981" y="11609"/>
                    <a:pt x="706701" y="11623"/>
                  </a:cubicBezTo>
                  <a:cubicBezTo>
                    <a:pt x="707347" y="11624"/>
                    <a:pt x="707993" y="11626"/>
                    <a:pt x="708659" y="11627"/>
                  </a:cubicBezTo>
                  <a:cubicBezTo>
                    <a:pt x="709156" y="11749"/>
                    <a:pt x="709654" y="11872"/>
                    <a:pt x="710166" y="11998"/>
                  </a:cubicBezTo>
                  <a:cubicBezTo>
                    <a:pt x="710440" y="12983"/>
                    <a:pt x="710688" y="13976"/>
                    <a:pt x="710910" y="14974"/>
                  </a:cubicBezTo>
                  <a:cubicBezTo>
                    <a:pt x="713093" y="15265"/>
                    <a:pt x="715050" y="15391"/>
                    <a:pt x="717236" y="15393"/>
                  </a:cubicBezTo>
                  <a:cubicBezTo>
                    <a:pt x="719383" y="15405"/>
                    <a:pt x="721416" y="15508"/>
                    <a:pt x="723561" y="15719"/>
                  </a:cubicBezTo>
                  <a:cubicBezTo>
                    <a:pt x="723806" y="16455"/>
                    <a:pt x="724052" y="17192"/>
                    <a:pt x="724305" y="17951"/>
                  </a:cubicBezTo>
                  <a:cubicBezTo>
                    <a:pt x="727010" y="18272"/>
                    <a:pt x="729674" y="18279"/>
                    <a:pt x="732397" y="18320"/>
                  </a:cubicBezTo>
                  <a:cubicBezTo>
                    <a:pt x="733549" y="18506"/>
                    <a:pt x="733549" y="18506"/>
                    <a:pt x="734723" y="18695"/>
                  </a:cubicBezTo>
                  <a:cubicBezTo>
                    <a:pt x="735165" y="20186"/>
                    <a:pt x="735165" y="20186"/>
                    <a:pt x="735467" y="21672"/>
                  </a:cubicBezTo>
                  <a:cubicBezTo>
                    <a:pt x="737362" y="22087"/>
                    <a:pt x="737362" y="22087"/>
                    <a:pt x="739560" y="22044"/>
                  </a:cubicBezTo>
                  <a:cubicBezTo>
                    <a:pt x="741815" y="22067"/>
                    <a:pt x="741815" y="22067"/>
                    <a:pt x="743653" y="22416"/>
                  </a:cubicBezTo>
                  <a:cubicBezTo>
                    <a:pt x="744097" y="23930"/>
                    <a:pt x="744097" y="23930"/>
                    <a:pt x="744397" y="25392"/>
                  </a:cubicBezTo>
                  <a:cubicBezTo>
                    <a:pt x="745924" y="25368"/>
                    <a:pt x="747453" y="25339"/>
                    <a:pt x="748978" y="25250"/>
                  </a:cubicBezTo>
                  <a:cubicBezTo>
                    <a:pt x="749431" y="25297"/>
                    <a:pt x="749883" y="25344"/>
                    <a:pt x="750350" y="25392"/>
                  </a:cubicBezTo>
                  <a:cubicBezTo>
                    <a:pt x="750580" y="26006"/>
                    <a:pt x="750810" y="26620"/>
                    <a:pt x="751047" y="27253"/>
                  </a:cubicBezTo>
                  <a:cubicBezTo>
                    <a:pt x="751308" y="27867"/>
                    <a:pt x="751569" y="28481"/>
                    <a:pt x="751838" y="29113"/>
                  </a:cubicBezTo>
                  <a:cubicBezTo>
                    <a:pt x="754093" y="29469"/>
                    <a:pt x="756269" y="29323"/>
                    <a:pt x="758535" y="29113"/>
                  </a:cubicBezTo>
                  <a:cubicBezTo>
                    <a:pt x="758535" y="30095"/>
                    <a:pt x="758535" y="31078"/>
                    <a:pt x="758535" y="32090"/>
                  </a:cubicBezTo>
                  <a:cubicBezTo>
                    <a:pt x="760745" y="32335"/>
                    <a:pt x="762956" y="32581"/>
                    <a:pt x="765233" y="32834"/>
                  </a:cubicBezTo>
                  <a:cubicBezTo>
                    <a:pt x="765233" y="33816"/>
                    <a:pt x="765233" y="34798"/>
                    <a:pt x="765233" y="35810"/>
                  </a:cubicBezTo>
                  <a:cubicBezTo>
                    <a:pt x="767443" y="35810"/>
                    <a:pt x="769653" y="35810"/>
                    <a:pt x="771930" y="35810"/>
                  </a:cubicBezTo>
                  <a:cubicBezTo>
                    <a:pt x="771930" y="36793"/>
                    <a:pt x="771930" y="37775"/>
                    <a:pt x="771930" y="38787"/>
                  </a:cubicBezTo>
                  <a:cubicBezTo>
                    <a:pt x="772396" y="38806"/>
                    <a:pt x="772862" y="38825"/>
                    <a:pt x="773343" y="38845"/>
                  </a:cubicBezTo>
                  <a:cubicBezTo>
                    <a:pt x="773951" y="38887"/>
                    <a:pt x="774559" y="38929"/>
                    <a:pt x="775186" y="38973"/>
                  </a:cubicBezTo>
                  <a:cubicBezTo>
                    <a:pt x="775790" y="39007"/>
                    <a:pt x="776394" y="39042"/>
                    <a:pt x="777017" y="39078"/>
                  </a:cubicBezTo>
                  <a:cubicBezTo>
                    <a:pt x="777548" y="39227"/>
                    <a:pt x="778080" y="39377"/>
                    <a:pt x="778627" y="39531"/>
                  </a:cubicBezTo>
                  <a:cubicBezTo>
                    <a:pt x="779151" y="40509"/>
                    <a:pt x="779649" y="41501"/>
                    <a:pt x="780115" y="42508"/>
                  </a:cubicBezTo>
                  <a:cubicBezTo>
                    <a:pt x="780867" y="42492"/>
                    <a:pt x="781620" y="42477"/>
                    <a:pt x="782394" y="42461"/>
                  </a:cubicBezTo>
                  <a:cubicBezTo>
                    <a:pt x="783116" y="42476"/>
                    <a:pt x="783837" y="42492"/>
                    <a:pt x="784580" y="42508"/>
                  </a:cubicBezTo>
                  <a:cubicBezTo>
                    <a:pt x="784672" y="43121"/>
                    <a:pt x="784764" y="43735"/>
                    <a:pt x="784859" y="44368"/>
                  </a:cubicBezTo>
                  <a:cubicBezTo>
                    <a:pt x="785013" y="44982"/>
                    <a:pt x="785166" y="45596"/>
                    <a:pt x="785324" y="46228"/>
                  </a:cubicBezTo>
                  <a:cubicBezTo>
                    <a:pt x="787386" y="46604"/>
                    <a:pt x="789164" y="46396"/>
                    <a:pt x="791278" y="46228"/>
                  </a:cubicBezTo>
                  <a:cubicBezTo>
                    <a:pt x="791278" y="47211"/>
                    <a:pt x="791278" y="48193"/>
                    <a:pt x="791278" y="49205"/>
                  </a:cubicBezTo>
                  <a:cubicBezTo>
                    <a:pt x="793488" y="49450"/>
                    <a:pt x="795698" y="49696"/>
                    <a:pt x="797975" y="49949"/>
                  </a:cubicBezTo>
                  <a:cubicBezTo>
                    <a:pt x="797975" y="50931"/>
                    <a:pt x="797975" y="51914"/>
                    <a:pt x="797975" y="52926"/>
                  </a:cubicBezTo>
                  <a:cubicBezTo>
                    <a:pt x="799939" y="52926"/>
                    <a:pt x="801904" y="52926"/>
                    <a:pt x="803928" y="52926"/>
                  </a:cubicBezTo>
                  <a:cubicBezTo>
                    <a:pt x="803928" y="54153"/>
                    <a:pt x="803928" y="55381"/>
                    <a:pt x="803928" y="56646"/>
                  </a:cubicBezTo>
                  <a:cubicBezTo>
                    <a:pt x="804772" y="56585"/>
                    <a:pt x="805616" y="56523"/>
                    <a:pt x="806486" y="56460"/>
                  </a:cubicBezTo>
                  <a:cubicBezTo>
                    <a:pt x="807361" y="56522"/>
                    <a:pt x="808236" y="56583"/>
                    <a:pt x="809137" y="56646"/>
                  </a:cubicBezTo>
                  <a:cubicBezTo>
                    <a:pt x="809385" y="57638"/>
                    <a:pt x="809633" y="58631"/>
                    <a:pt x="809881" y="59623"/>
                  </a:cubicBezTo>
                  <a:cubicBezTo>
                    <a:pt x="810741" y="59623"/>
                    <a:pt x="811600" y="59623"/>
                    <a:pt x="812486" y="59623"/>
                  </a:cubicBezTo>
                  <a:cubicBezTo>
                    <a:pt x="813345" y="59623"/>
                    <a:pt x="814205" y="59623"/>
                    <a:pt x="815090" y="59623"/>
                  </a:cubicBezTo>
                  <a:cubicBezTo>
                    <a:pt x="815509" y="61065"/>
                    <a:pt x="815509" y="61065"/>
                    <a:pt x="815834" y="62599"/>
                  </a:cubicBezTo>
                  <a:cubicBezTo>
                    <a:pt x="817322" y="62853"/>
                    <a:pt x="818810" y="63100"/>
                    <a:pt x="820299" y="63344"/>
                  </a:cubicBezTo>
                  <a:cubicBezTo>
                    <a:pt x="820795" y="64336"/>
                    <a:pt x="821291" y="65328"/>
                    <a:pt x="821787" y="66320"/>
                  </a:cubicBezTo>
                  <a:cubicBezTo>
                    <a:pt x="824064" y="66927"/>
                    <a:pt x="824064" y="66927"/>
                    <a:pt x="826252" y="67064"/>
                  </a:cubicBezTo>
                  <a:cubicBezTo>
                    <a:pt x="826252" y="68046"/>
                    <a:pt x="826252" y="69029"/>
                    <a:pt x="826252" y="70041"/>
                  </a:cubicBezTo>
                  <a:cubicBezTo>
                    <a:pt x="827096" y="69979"/>
                    <a:pt x="827940" y="69918"/>
                    <a:pt x="828810" y="69855"/>
                  </a:cubicBezTo>
                  <a:cubicBezTo>
                    <a:pt x="829685" y="69916"/>
                    <a:pt x="830560" y="69978"/>
                    <a:pt x="831461" y="70041"/>
                  </a:cubicBezTo>
                  <a:cubicBezTo>
                    <a:pt x="831880" y="71483"/>
                    <a:pt x="831880" y="71483"/>
                    <a:pt x="832205" y="73017"/>
                  </a:cubicBezTo>
                  <a:cubicBezTo>
                    <a:pt x="833688" y="73295"/>
                    <a:pt x="835177" y="73544"/>
                    <a:pt x="836670" y="73761"/>
                  </a:cubicBezTo>
                  <a:cubicBezTo>
                    <a:pt x="836916" y="74498"/>
                    <a:pt x="837161" y="75235"/>
                    <a:pt x="837414" y="75994"/>
                  </a:cubicBezTo>
                  <a:cubicBezTo>
                    <a:pt x="838703" y="76362"/>
                    <a:pt x="838703" y="76362"/>
                    <a:pt x="840019" y="76738"/>
                  </a:cubicBezTo>
                  <a:cubicBezTo>
                    <a:pt x="841308" y="77106"/>
                    <a:pt x="841308" y="77106"/>
                    <a:pt x="842623" y="77482"/>
                  </a:cubicBezTo>
                  <a:cubicBezTo>
                    <a:pt x="842869" y="78219"/>
                    <a:pt x="843114" y="78956"/>
                    <a:pt x="843367" y="79715"/>
                  </a:cubicBezTo>
                  <a:cubicBezTo>
                    <a:pt x="845617" y="80265"/>
                    <a:pt x="845617" y="80265"/>
                    <a:pt x="847832" y="80459"/>
                  </a:cubicBezTo>
                  <a:cubicBezTo>
                    <a:pt x="847832" y="81441"/>
                    <a:pt x="847832" y="82423"/>
                    <a:pt x="847832" y="83435"/>
                  </a:cubicBezTo>
                  <a:cubicBezTo>
                    <a:pt x="850411" y="83804"/>
                    <a:pt x="850411" y="83804"/>
                    <a:pt x="853041" y="84179"/>
                  </a:cubicBezTo>
                  <a:cubicBezTo>
                    <a:pt x="853041" y="85162"/>
                    <a:pt x="853041" y="86144"/>
                    <a:pt x="853041" y="87156"/>
                  </a:cubicBezTo>
                  <a:cubicBezTo>
                    <a:pt x="853885" y="87095"/>
                    <a:pt x="854729" y="87033"/>
                    <a:pt x="855599" y="86970"/>
                  </a:cubicBezTo>
                  <a:cubicBezTo>
                    <a:pt x="856474" y="87031"/>
                    <a:pt x="857349" y="87093"/>
                    <a:pt x="858250" y="87156"/>
                  </a:cubicBezTo>
                  <a:cubicBezTo>
                    <a:pt x="858669" y="88598"/>
                    <a:pt x="858669" y="88598"/>
                    <a:pt x="858994" y="90133"/>
                  </a:cubicBezTo>
                  <a:cubicBezTo>
                    <a:pt x="861239" y="90744"/>
                    <a:pt x="861239" y="90744"/>
                    <a:pt x="863459" y="90877"/>
                  </a:cubicBezTo>
                  <a:cubicBezTo>
                    <a:pt x="863459" y="91859"/>
                    <a:pt x="863459" y="92841"/>
                    <a:pt x="863459" y="93853"/>
                  </a:cubicBezTo>
                  <a:cubicBezTo>
                    <a:pt x="864288" y="93823"/>
                    <a:pt x="865117" y="93792"/>
                    <a:pt x="865971" y="93760"/>
                  </a:cubicBezTo>
                  <a:cubicBezTo>
                    <a:pt x="868668" y="93853"/>
                    <a:pt x="868668" y="93853"/>
                    <a:pt x="870156" y="95342"/>
                  </a:cubicBezTo>
                  <a:cubicBezTo>
                    <a:pt x="870328" y="97251"/>
                    <a:pt x="870328" y="97251"/>
                    <a:pt x="870296" y="99481"/>
                  </a:cubicBezTo>
                  <a:cubicBezTo>
                    <a:pt x="870291" y="100218"/>
                    <a:pt x="870286" y="100956"/>
                    <a:pt x="870281" y="101716"/>
                  </a:cubicBezTo>
                  <a:cubicBezTo>
                    <a:pt x="870156" y="103527"/>
                    <a:pt x="870156" y="103527"/>
                    <a:pt x="869412" y="104271"/>
                  </a:cubicBezTo>
                  <a:cubicBezTo>
                    <a:pt x="867888" y="104353"/>
                    <a:pt x="866361" y="104387"/>
                    <a:pt x="864834" y="104402"/>
                  </a:cubicBezTo>
                  <a:cubicBezTo>
                    <a:pt x="863903" y="104420"/>
                    <a:pt x="862972" y="104438"/>
                    <a:pt x="862013" y="104456"/>
                  </a:cubicBezTo>
                  <a:cubicBezTo>
                    <a:pt x="860035" y="104488"/>
                    <a:pt x="858056" y="104511"/>
                    <a:pt x="856077" y="104526"/>
                  </a:cubicBezTo>
                  <a:cubicBezTo>
                    <a:pt x="855145" y="104546"/>
                    <a:pt x="854214" y="104567"/>
                    <a:pt x="853253" y="104588"/>
                  </a:cubicBezTo>
                  <a:cubicBezTo>
                    <a:pt x="851963" y="104604"/>
                    <a:pt x="851963" y="104604"/>
                    <a:pt x="850646" y="104621"/>
                  </a:cubicBezTo>
                  <a:cubicBezTo>
                    <a:pt x="849963" y="104751"/>
                    <a:pt x="849280" y="104881"/>
                    <a:pt x="848576" y="105015"/>
                  </a:cubicBezTo>
                  <a:cubicBezTo>
                    <a:pt x="848338" y="105508"/>
                    <a:pt x="848099" y="106000"/>
                    <a:pt x="847853" y="106507"/>
                  </a:cubicBezTo>
                  <a:cubicBezTo>
                    <a:pt x="847600" y="106997"/>
                    <a:pt x="847348" y="107487"/>
                    <a:pt x="847088" y="107992"/>
                  </a:cubicBezTo>
                  <a:cubicBezTo>
                    <a:pt x="844882" y="108363"/>
                    <a:pt x="844882" y="108363"/>
                    <a:pt x="842085" y="108367"/>
                  </a:cubicBezTo>
                  <a:cubicBezTo>
                    <a:pt x="841348" y="108377"/>
                    <a:pt x="841348" y="108377"/>
                    <a:pt x="840596" y="108388"/>
                  </a:cubicBezTo>
                  <a:cubicBezTo>
                    <a:pt x="839023" y="108410"/>
                    <a:pt x="837452" y="108412"/>
                    <a:pt x="835879" y="108411"/>
                  </a:cubicBezTo>
                  <a:cubicBezTo>
                    <a:pt x="834305" y="108413"/>
                    <a:pt x="832730" y="108420"/>
                    <a:pt x="831155" y="108441"/>
                  </a:cubicBezTo>
                  <a:cubicBezTo>
                    <a:pt x="829728" y="108459"/>
                    <a:pt x="828301" y="108461"/>
                    <a:pt x="826874" y="108462"/>
                  </a:cubicBezTo>
                  <a:cubicBezTo>
                    <a:pt x="825830" y="108597"/>
                    <a:pt x="825830" y="108597"/>
                    <a:pt x="824764" y="108736"/>
                  </a:cubicBezTo>
                  <a:cubicBezTo>
                    <a:pt x="824518" y="109473"/>
                    <a:pt x="824273" y="110209"/>
                    <a:pt x="824020" y="110969"/>
                  </a:cubicBezTo>
                  <a:cubicBezTo>
                    <a:pt x="822115" y="111278"/>
                    <a:pt x="822115" y="111278"/>
                    <a:pt x="819604" y="111323"/>
                  </a:cubicBezTo>
                  <a:cubicBezTo>
                    <a:pt x="818707" y="111346"/>
                    <a:pt x="817810" y="111369"/>
                    <a:pt x="816885" y="111393"/>
                  </a:cubicBezTo>
                  <a:cubicBezTo>
                    <a:pt x="815940" y="111406"/>
                    <a:pt x="814994" y="111420"/>
                    <a:pt x="814020" y="111434"/>
                  </a:cubicBezTo>
                  <a:cubicBezTo>
                    <a:pt x="812161" y="111471"/>
                    <a:pt x="810302" y="111512"/>
                    <a:pt x="808442" y="111556"/>
                  </a:cubicBezTo>
                  <a:cubicBezTo>
                    <a:pt x="807613" y="111569"/>
                    <a:pt x="806784" y="111582"/>
                    <a:pt x="805929" y="111595"/>
                  </a:cubicBezTo>
                  <a:cubicBezTo>
                    <a:pt x="803950" y="111579"/>
                    <a:pt x="803950" y="111579"/>
                    <a:pt x="802440" y="112457"/>
                  </a:cubicBezTo>
                  <a:cubicBezTo>
                    <a:pt x="802440" y="113193"/>
                    <a:pt x="802440" y="113930"/>
                    <a:pt x="802440" y="114689"/>
                  </a:cubicBezTo>
                  <a:cubicBezTo>
                    <a:pt x="801533" y="114705"/>
                    <a:pt x="801533" y="114705"/>
                    <a:pt x="800607" y="114722"/>
                  </a:cubicBezTo>
                  <a:cubicBezTo>
                    <a:pt x="797884" y="114777"/>
                    <a:pt x="795163" y="114849"/>
                    <a:pt x="792440" y="114922"/>
                  </a:cubicBezTo>
                  <a:cubicBezTo>
                    <a:pt x="791012" y="114947"/>
                    <a:pt x="791012" y="114947"/>
                    <a:pt x="789555" y="114973"/>
                  </a:cubicBezTo>
                  <a:cubicBezTo>
                    <a:pt x="788651" y="114999"/>
                    <a:pt x="787747" y="115025"/>
                    <a:pt x="786816" y="115053"/>
                  </a:cubicBezTo>
                  <a:cubicBezTo>
                    <a:pt x="785978" y="115072"/>
                    <a:pt x="785140" y="115092"/>
                    <a:pt x="784277" y="115112"/>
                  </a:cubicBezTo>
                  <a:cubicBezTo>
                    <a:pt x="783640" y="115218"/>
                    <a:pt x="783004" y="115324"/>
                    <a:pt x="782348" y="115433"/>
                  </a:cubicBezTo>
                  <a:cubicBezTo>
                    <a:pt x="782102" y="116170"/>
                    <a:pt x="781857" y="116907"/>
                    <a:pt x="781604" y="117666"/>
                  </a:cubicBezTo>
                  <a:cubicBezTo>
                    <a:pt x="779811" y="117988"/>
                    <a:pt x="779811" y="117988"/>
                    <a:pt x="777462" y="118047"/>
                  </a:cubicBezTo>
                  <a:cubicBezTo>
                    <a:pt x="776625" y="118073"/>
                    <a:pt x="775788" y="118099"/>
                    <a:pt x="774925" y="118126"/>
                  </a:cubicBezTo>
                  <a:cubicBezTo>
                    <a:pt x="774044" y="118143"/>
                    <a:pt x="773163" y="118160"/>
                    <a:pt x="772255" y="118177"/>
                  </a:cubicBezTo>
                  <a:cubicBezTo>
                    <a:pt x="771372" y="118203"/>
                    <a:pt x="770488" y="118228"/>
                    <a:pt x="769577" y="118254"/>
                  </a:cubicBezTo>
                  <a:cubicBezTo>
                    <a:pt x="767385" y="118316"/>
                    <a:pt x="765193" y="118367"/>
                    <a:pt x="763000" y="118410"/>
                  </a:cubicBezTo>
                  <a:cubicBezTo>
                    <a:pt x="763000" y="119392"/>
                    <a:pt x="763000" y="120374"/>
                    <a:pt x="763000" y="121386"/>
                  </a:cubicBezTo>
                  <a:cubicBezTo>
                    <a:pt x="762512" y="121393"/>
                    <a:pt x="762024" y="121400"/>
                    <a:pt x="761521" y="121408"/>
                  </a:cubicBezTo>
                  <a:cubicBezTo>
                    <a:pt x="759316" y="121447"/>
                    <a:pt x="757112" y="121510"/>
                    <a:pt x="754908" y="121573"/>
                  </a:cubicBezTo>
                  <a:cubicBezTo>
                    <a:pt x="753755" y="121588"/>
                    <a:pt x="753755" y="121588"/>
                    <a:pt x="752579" y="121604"/>
                  </a:cubicBezTo>
                  <a:cubicBezTo>
                    <a:pt x="751845" y="121628"/>
                    <a:pt x="751112" y="121652"/>
                    <a:pt x="750356" y="121677"/>
                  </a:cubicBezTo>
                  <a:cubicBezTo>
                    <a:pt x="749678" y="121693"/>
                    <a:pt x="748999" y="121708"/>
                    <a:pt x="748301" y="121724"/>
                  </a:cubicBezTo>
                  <a:cubicBezTo>
                    <a:pt x="747749" y="121858"/>
                    <a:pt x="747198" y="121992"/>
                    <a:pt x="746629" y="122131"/>
                  </a:cubicBezTo>
                  <a:cubicBezTo>
                    <a:pt x="746118" y="123115"/>
                    <a:pt x="745622" y="124108"/>
                    <a:pt x="745141" y="125107"/>
                  </a:cubicBezTo>
                  <a:cubicBezTo>
                    <a:pt x="743698" y="125433"/>
                    <a:pt x="743698" y="125433"/>
                    <a:pt x="741955" y="125372"/>
                  </a:cubicBezTo>
                  <a:cubicBezTo>
                    <a:pt x="741329" y="125359"/>
                    <a:pt x="740702" y="125346"/>
                    <a:pt x="740057" y="125332"/>
                  </a:cubicBezTo>
                  <a:cubicBezTo>
                    <a:pt x="739074" y="125290"/>
                    <a:pt x="739074" y="125290"/>
                    <a:pt x="738071" y="125247"/>
                  </a:cubicBezTo>
                  <a:cubicBezTo>
                    <a:pt x="736777" y="125208"/>
                    <a:pt x="735483" y="125172"/>
                    <a:pt x="734188" y="125139"/>
                  </a:cubicBezTo>
                  <a:cubicBezTo>
                    <a:pt x="733325" y="125105"/>
                    <a:pt x="733325" y="125105"/>
                    <a:pt x="732445" y="125070"/>
                  </a:cubicBezTo>
                  <a:cubicBezTo>
                    <a:pt x="730940" y="125007"/>
                    <a:pt x="730940" y="125007"/>
                    <a:pt x="729514" y="125851"/>
                  </a:cubicBezTo>
                  <a:cubicBezTo>
                    <a:pt x="729268" y="126588"/>
                    <a:pt x="729023" y="127325"/>
                    <a:pt x="728770" y="128084"/>
                  </a:cubicBezTo>
                  <a:cubicBezTo>
                    <a:pt x="727331" y="128358"/>
                    <a:pt x="727331" y="128358"/>
                    <a:pt x="725468" y="128360"/>
                  </a:cubicBezTo>
                  <a:cubicBezTo>
                    <a:pt x="724802" y="128373"/>
                    <a:pt x="724136" y="128386"/>
                    <a:pt x="723450" y="128399"/>
                  </a:cubicBezTo>
                  <a:cubicBezTo>
                    <a:pt x="722036" y="128406"/>
                    <a:pt x="720621" y="128410"/>
                    <a:pt x="719206" y="128411"/>
                  </a:cubicBezTo>
                  <a:cubicBezTo>
                    <a:pt x="718541" y="128425"/>
                    <a:pt x="717875" y="128439"/>
                    <a:pt x="717189" y="128453"/>
                  </a:cubicBezTo>
                  <a:cubicBezTo>
                    <a:pt x="716267" y="128455"/>
                    <a:pt x="716267" y="128455"/>
                    <a:pt x="715326" y="128457"/>
                  </a:cubicBezTo>
                  <a:cubicBezTo>
                    <a:pt x="714851" y="128579"/>
                    <a:pt x="714376" y="128702"/>
                    <a:pt x="713887" y="128828"/>
                  </a:cubicBezTo>
                  <a:cubicBezTo>
                    <a:pt x="713633" y="129818"/>
                    <a:pt x="713384" y="130811"/>
                    <a:pt x="713143" y="131804"/>
                  </a:cubicBezTo>
                  <a:cubicBezTo>
                    <a:pt x="711772" y="132175"/>
                    <a:pt x="711772" y="132175"/>
                    <a:pt x="710003" y="132179"/>
                  </a:cubicBezTo>
                  <a:cubicBezTo>
                    <a:pt x="709371" y="132193"/>
                    <a:pt x="708739" y="132207"/>
                    <a:pt x="708088" y="132222"/>
                  </a:cubicBezTo>
                  <a:cubicBezTo>
                    <a:pt x="707091" y="132222"/>
                    <a:pt x="707091" y="132222"/>
                    <a:pt x="706073" y="132223"/>
                  </a:cubicBezTo>
                  <a:cubicBezTo>
                    <a:pt x="704763" y="132230"/>
                    <a:pt x="703453" y="132246"/>
                    <a:pt x="702143" y="132272"/>
                  </a:cubicBezTo>
                  <a:cubicBezTo>
                    <a:pt x="701268" y="132273"/>
                    <a:pt x="701268" y="132273"/>
                    <a:pt x="700375" y="132274"/>
                  </a:cubicBezTo>
                  <a:cubicBezTo>
                    <a:pt x="699922" y="132365"/>
                    <a:pt x="699470" y="132455"/>
                    <a:pt x="699004" y="132549"/>
                  </a:cubicBezTo>
                  <a:cubicBezTo>
                    <a:pt x="698759" y="133285"/>
                    <a:pt x="698513" y="134022"/>
                    <a:pt x="698260" y="134781"/>
                  </a:cubicBezTo>
                  <a:cubicBezTo>
                    <a:pt x="696123" y="135053"/>
                    <a:pt x="694125" y="135197"/>
                    <a:pt x="691981" y="135246"/>
                  </a:cubicBezTo>
                  <a:cubicBezTo>
                    <a:pt x="687927" y="135192"/>
                    <a:pt x="687927" y="135192"/>
                    <a:pt x="684121" y="136269"/>
                  </a:cubicBezTo>
                  <a:cubicBezTo>
                    <a:pt x="683876" y="137006"/>
                    <a:pt x="683630" y="137743"/>
                    <a:pt x="683377" y="138502"/>
                  </a:cubicBezTo>
                  <a:cubicBezTo>
                    <a:pt x="682075" y="138788"/>
                    <a:pt x="682075" y="138788"/>
                    <a:pt x="680401" y="138804"/>
                  </a:cubicBezTo>
                  <a:cubicBezTo>
                    <a:pt x="679802" y="138820"/>
                    <a:pt x="679203" y="138837"/>
                    <a:pt x="678587" y="138853"/>
                  </a:cubicBezTo>
                  <a:cubicBezTo>
                    <a:pt x="677316" y="138867"/>
                    <a:pt x="676044" y="138881"/>
                    <a:pt x="674773" y="138894"/>
                  </a:cubicBezTo>
                  <a:cubicBezTo>
                    <a:pt x="674174" y="138910"/>
                    <a:pt x="673576" y="138927"/>
                    <a:pt x="672959" y="138944"/>
                  </a:cubicBezTo>
                  <a:cubicBezTo>
                    <a:pt x="672407" y="138949"/>
                    <a:pt x="671854" y="138954"/>
                    <a:pt x="671285" y="138960"/>
                  </a:cubicBezTo>
                  <a:cubicBezTo>
                    <a:pt x="670855" y="139054"/>
                    <a:pt x="670425" y="139149"/>
                    <a:pt x="669983" y="139246"/>
                  </a:cubicBezTo>
                  <a:cubicBezTo>
                    <a:pt x="669737" y="139983"/>
                    <a:pt x="669491" y="140719"/>
                    <a:pt x="669238" y="141478"/>
                  </a:cubicBezTo>
                  <a:cubicBezTo>
                    <a:pt x="667154" y="141833"/>
                    <a:pt x="667154" y="141833"/>
                    <a:pt x="664541" y="141943"/>
                  </a:cubicBezTo>
                  <a:cubicBezTo>
                    <a:pt x="660482" y="142010"/>
                    <a:pt x="660482" y="142010"/>
                    <a:pt x="656588" y="142967"/>
                  </a:cubicBezTo>
                  <a:cubicBezTo>
                    <a:pt x="656343" y="143703"/>
                    <a:pt x="656097" y="144440"/>
                    <a:pt x="655844" y="145199"/>
                  </a:cubicBezTo>
                  <a:cubicBezTo>
                    <a:pt x="653453" y="145467"/>
                    <a:pt x="651146" y="145524"/>
                    <a:pt x="648744" y="145526"/>
                  </a:cubicBezTo>
                  <a:cubicBezTo>
                    <a:pt x="647059" y="145544"/>
                    <a:pt x="647059" y="145544"/>
                    <a:pt x="644682" y="145943"/>
                  </a:cubicBezTo>
                  <a:cubicBezTo>
                    <a:pt x="644445" y="146439"/>
                    <a:pt x="644208" y="146935"/>
                    <a:pt x="643964" y="147446"/>
                  </a:cubicBezTo>
                  <a:cubicBezTo>
                    <a:pt x="643710" y="147932"/>
                    <a:pt x="643455" y="148419"/>
                    <a:pt x="643194" y="148920"/>
                  </a:cubicBezTo>
                  <a:cubicBezTo>
                    <a:pt x="641076" y="149144"/>
                    <a:pt x="639253" y="149200"/>
                    <a:pt x="637147" y="149106"/>
                  </a:cubicBezTo>
                  <a:cubicBezTo>
                    <a:pt x="636586" y="149092"/>
                    <a:pt x="636025" y="149079"/>
                    <a:pt x="635447" y="149065"/>
                  </a:cubicBezTo>
                  <a:cubicBezTo>
                    <a:pt x="634060" y="149030"/>
                    <a:pt x="632674" y="148977"/>
                    <a:pt x="631287" y="148920"/>
                  </a:cubicBezTo>
                  <a:cubicBezTo>
                    <a:pt x="631287" y="149902"/>
                    <a:pt x="631287" y="150884"/>
                    <a:pt x="631287" y="151896"/>
                  </a:cubicBezTo>
                  <a:cubicBezTo>
                    <a:pt x="630553" y="151941"/>
                    <a:pt x="629818" y="151986"/>
                    <a:pt x="629061" y="152033"/>
                  </a:cubicBezTo>
                  <a:cubicBezTo>
                    <a:pt x="628107" y="152095"/>
                    <a:pt x="627154" y="152158"/>
                    <a:pt x="626171" y="152222"/>
                  </a:cubicBezTo>
                  <a:cubicBezTo>
                    <a:pt x="624747" y="152312"/>
                    <a:pt x="624747" y="152312"/>
                    <a:pt x="623294" y="152405"/>
                  </a:cubicBezTo>
                  <a:cubicBezTo>
                    <a:pt x="620956" y="152486"/>
                    <a:pt x="620956" y="152486"/>
                    <a:pt x="619381" y="153385"/>
                  </a:cubicBezTo>
                  <a:cubicBezTo>
                    <a:pt x="619381" y="154121"/>
                    <a:pt x="619381" y="154858"/>
                    <a:pt x="619381" y="155617"/>
                  </a:cubicBezTo>
                  <a:cubicBezTo>
                    <a:pt x="618593" y="155645"/>
                    <a:pt x="617804" y="155673"/>
                    <a:pt x="616992" y="155701"/>
                  </a:cubicBezTo>
                  <a:cubicBezTo>
                    <a:pt x="615959" y="155750"/>
                    <a:pt x="614926" y="155800"/>
                    <a:pt x="613893" y="155849"/>
                  </a:cubicBezTo>
                  <a:cubicBezTo>
                    <a:pt x="613373" y="155866"/>
                    <a:pt x="612853" y="155883"/>
                    <a:pt x="612318" y="155900"/>
                  </a:cubicBezTo>
                  <a:cubicBezTo>
                    <a:pt x="610620" y="155967"/>
                    <a:pt x="610620" y="155967"/>
                    <a:pt x="608219" y="156361"/>
                  </a:cubicBezTo>
                  <a:cubicBezTo>
                    <a:pt x="607728" y="157098"/>
                    <a:pt x="607237" y="157834"/>
                    <a:pt x="606731" y="158593"/>
                  </a:cubicBezTo>
                  <a:cubicBezTo>
                    <a:pt x="604789" y="158879"/>
                    <a:pt x="603006" y="159042"/>
                    <a:pt x="601057" y="159105"/>
                  </a:cubicBezTo>
                  <a:cubicBezTo>
                    <a:pt x="600531" y="159131"/>
                    <a:pt x="600005" y="159156"/>
                    <a:pt x="599464" y="159182"/>
                  </a:cubicBezTo>
                  <a:cubicBezTo>
                    <a:pt x="598166" y="159244"/>
                    <a:pt x="596867" y="159292"/>
                    <a:pt x="595569" y="159338"/>
                  </a:cubicBezTo>
                  <a:cubicBezTo>
                    <a:pt x="595569" y="160320"/>
                    <a:pt x="595569" y="161302"/>
                    <a:pt x="595569" y="162314"/>
                  </a:cubicBezTo>
                  <a:cubicBezTo>
                    <a:pt x="594453" y="162343"/>
                    <a:pt x="594453" y="162343"/>
                    <a:pt x="593316" y="162372"/>
                  </a:cubicBezTo>
                  <a:cubicBezTo>
                    <a:pt x="592356" y="162415"/>
                    <a:pt x="591395" y="162457"/>
                    <a:pt x="590406" y="162500"/>
                  </a:cubicBezTo>
                  <a:cubicBezTo>
                    <a:pt x="589448" y="162535"/>
                    <a:pt x="588490" y="162569"/>
                    <a:pt x="587502" y="162605"/>
                  </a:cubicBezTo>
                  <a:cubicBezTo>
                    <a:pt x="586726" y="162755"/>
                    <a:pt x="585950" y="162904"/>
                    <a:pt x="585151" y="163058"/>
                  </a:cubicBezTo>
                  <a:cubicBezTo>
                    <a:pt x="584888" y="164047"/>
                    <a:pt x="584639" y="165039"/>
                    <a:pt x="584406" y="166035"/>
                  </a:cubicBezTo>
                  <a:cubicBezTo>
                    <a:pt x="582244" y="166410"/>
                    <a:pt x="582244" y="166410"/>
                    <a:pt x="579570" y="166453"/>
                  </a:cubicBezTo>
                  <a:cubicBezTo>
                    <a:pt x="576974" y="166453"/>
                    <a:pt x="576974" y="166453"/>
                    <a:pt x="574733" y="166779"/>
                  </a:cubicBezTo>
                  <a:cubicBezTo>
                    <a:pt x="574487" y="167516"/>
                    <a:pt x="574241" y="168252"/>
                    <a:pt x="573988" y="169011"/>
                  </a:cubicBezTo>
                  <a:cubicBezTo>
                    <a:pt x="571637" y="169392"/>
                    <a:pt x="571637" y="169392"/>
                    <a:pt x="568733" y="169523"/>
                  </a:cubicBezTo>
                  <a:cubicBezTo>
                    <a:pt x="567773" y="169572"/>
                    <a:pt x="566813" y="169621"/>
                    <a:pt x="565823" y="169671"/>
                  </a:cubicBezTo>
                  <a:cubicBezTo>
                    <a:pt x="564708" y="169713"/>
                    <a:pt x="564708" y="169713"/>
                    <a:pt x="563571" y="169756"/>
                  </a:cubicBezTo>
                  <a:cubicBezTo>
                    <a:pt x="563571" y="170738"/>
                    <a:pt x="563571" y="171720"/>
                    <a:pt x="563571" y="172732"/>
                  </a:cubicBezTo>
                  <a:cubicBezTo>
                    <a:pt x="562881" y="172760"/>
                    <a:pt x="562191" y="172788"/>
                    <a:pt x="561481" y="172816"/>
                  </a:cubicBezTo>
                  <a:cubicBezTo>
                    <a:pt x="560589" y="172865"/>
                    <a:pt x="559698" y="172914"/>
                    <a:pt x="558780" y="172965"/>
                  </a:cubicBezTo>
                  <a:cubicBezTo>
                    <a:pt x="557446" y="173029"/>
                    <a:pt x="557446" y="173029"/>
                    <a:pt x="556086" y="173096"/>
                  </a:cubicBezTo>
                  <a:cubicBezTo>
                    <a:pt x="555363" y="173221"/>
                    <a:pt x="554641" y="173347"/>
                    <a:pt x="553897" y="173476"/>
                  </a:cubicBezTo>
                  <a:cubicBezTo>
                    <a:pt x="553651" y="174213"/>
                    <a:pt x="553406" y="174950"/>
                    <a:pt x="553153" y="175709"/>
                  </a:cubicBezTo>
                  <a:cubicBezTo>
                    <a:pt x="550964" y="176090"/>
                    <a:pt x="550964" y="176090"/>
                    <a:pt x="548269" y="176220"/>
                  </a:cubicBezTo>
                  <a:cubicBezTo>
                    <a:pt x="547378" y="176269"/>
                    <a:pt x="546487" y="176318"/>
                    <a:pt x="545569" y="176369"/>
                  </a:cubicBezTo>
                  <a:cubicBezTo>
                    <a:pt x="544879" y="176396"/>
                    <a:pt x="544189" y="176424"/>
                    <a:pt x="543479" y="176453"/>
                  </a:cubicBezTo>
                  <a:cubicBezTo>
                    <a:pt x="543479" y="177435"/>
                    <a:pt x="543479" y="178417"/>
                    <a:pt x="543479" y="179429"/>
                  </a:cubicBezTo>
                  <a:cubicBezTo>
                    <a:pt x="542538" y="179458"/>
                    <a:pt x="542538" y="179458"/>
                    <a:pt x="541578" y="179488"/>
                  </a:cubicBezTo>
                  <a:cubicBezTo>
                    <a:pt x="540762" y="179530"/>
                    <a:pt x="539947" y="179572"/>
                    <a:pt x="539107" y="179615"/>
                  </a:cubicBezTo>
                  <a:cubicBezTo>
                    <a:pt x="538295" y="179650"/>
                    <a:pt x="537484" y="179685"/>
                    <a:pt x="536648" y="179720"/>
                  </a:cubicBezTo>
                  <a:cubicBezTo>
                    <a:pt x="535955" y="179870"/>
                    <a:pt x="535263" y="180019"/>
                    <a:pt x="534549" y="180174"/>
                  </a:cubicBezTo>
                  <a:cubicBezTo>
                    <a:pt x="534303" y="180672"/>
                    <a:pt x="534058" y="181171"/>
                    <a:pt x="533805" y="181685"/>
                  </a:cubicBezTo>
                  <a:cubicBezTo>
                    <a:pt x="533559" y="182169"/>
                    <a:pt x="533314" y="182652"/>
                    <a:pt x="533061" y="183150"/>
                  </a:cubicBezTo>
                  <a:cubicBezTo>
                    <a:pt x="530962" y="183441"/>
                    <a:pt x="530962" y="183441"/>
                    <a:pt x="528503" y="183336"/>
                  </a:cubicBezTo>
                  <a:cubicBezTo>
                    <a:pt x="527688" y="183309"/>
                    <a:pt x="526872" y="183282"/>
                    <a:pt x="526032" y="183255"/>
                  </a:cubicBezTo>
                  <a:cubicBezTo>
                    <a:pt x="525405" y="183220"/>
                    <a:pt x="524777" y="183186"/>
                    <a:pt x="524131" y="183150"/>
                  </a:cubicBezTo>
                  <a:cubicBezTo>
                    <a:pt x="524131" y="184132"/>
                    <a:pt x="524131" y="185115"/>
                    <a:pt x="524131" y="186127"/>
                  </a:cubicBezTo>
                  <a:cubicBezTo>
                    <a:pt x="523177" y="186155"/>
                    <a:pt x="523177" y="186155"/>
                    <a:pt x="522204" y="186185"/>
                  </a:cubicBezTo>
                  <a:cubicBezTo>
                    <a:pt x="521382" y="186227"/>
                    <a:pt x="520560" y="186269"/>
                    <a:pt x="519713" y="186313"/>
                  </a:cubicBezTo>
                  <a:cubicBezTo>
                    <a:pt x="518893" y="186347"/>
                    <a:pt x="518072" y="186382"/>
                    <a:pt x="517227" y="186417"/>
                  </a:cubicBezTo>
                  <a:cubicBezTo>
                    <a:pt x="516559" y="186567"/>
                    <a:pt x="515890" y="186717"/>
                    <a:pt x="515201" y="186871"/>
                  </a:cubicBezTo>
                  <a:cubicBezTo>
                    <a:pt x="514938" y="187859"/>
                    <a:pt x="514690" y="188852"/>
                    <a:pt x="514457" y="189847"/>
                  </a:cubicBezTo>
                  <a:cubicBezTo>
                    <a:pt x="512620" y="190222"/>
                    <a:pt x="512620" y="190222"/>
                    <a:pt x="510364" y="190266"/>
                  </a:cubicBezTo>
                  <a:cubicBezTo>
                    <a:pt x="508171" y="190266"/>
                    <a:pt x="508171" y="190266"/>
                    <a:pt x="506272" y="190592"/>
                  </a:cubicBezTo>
                  <a:cubicBezTo>
                    <a:pt x="506026" y="191328"/>
                    <a:pt x="505781" y="192065"/>
                    <a:pt x="505528" y="192824"/>
                  </a:cubicBezTo>
                  <a:cubicBezTo>
                    <a:pt x="503501" y="193205"/>
                    <a:pt x="503501" y="193205"/>
                    <a:pt x="501016" y="193336"/>
                  </a:cubicBezTo>
                  <a:cubicBezTo>
                    <a:pt x="500194" y="193384"/>
                    <a:pt x="499372" y="193433"/>
                    <a:pt x="498525" y="193484"/>
                  </a:cubicBezTo>
                  <a:cubicBezTo>
                    <a:pt x="497889" y="193512"/>
                    <a:pt x="497253" y="193539"/>
                    <a:pt x="496598" y="193568"/>
                  </a:cubicBezTo>
                  <a:cubicBezTo>
                    <a:pt x="496598" y="194550"/>
                    <a:pt x="496598" y="195533"/>
                    <a:pt x="496598" y="196545"/>
                  </a:cubicBezTo>
                  <a:cubicBezTo>
                    <a:pt x="495962" y="196564"/>
                    <a:pt x="495326" y="196583"/>
                    <a:pt x="494671" y="196603"/>
                  </a:cubicBezTo>
                  <a:cubicBezTo>
                    <a:pt x="493849" y="196645"/>
                    <a:pt x="493026" y="196687"/>
                    <a:pt x="492180" y="196731"/>
                  </a:cubicBezTo>
                  <a:cubicBezTo>
                    <a:pt x="491359" y="196765"/>
                    <a:pt x="490539" y="196800"/>
                    <a:pt x="489694" y="196835"/>
                  </a:cubicBezTo>
                  <a:cubicBezTo>
                    <a:pt x="489026" y="196985"/>
                    <a:pt x="488357" y="197135"/>
                    <a:pt x="487668" y="197289"/>
                  </a:cubicBezTo>
                  <a:cubicBezTo>
                    <a:pt x="487391" y="198273"/>
                    <a:pt x="487142" y="199266"/>
                    <a:pt x="486924" y="200265"/>
                  </a:cubicBezTo>
                  <a:cubicBezTo>
                    <a:pt x="485250" y="200640"/>
                    <a:pt x="485250" y="200640"/>
                    <a:pt x="483203" y="200684"/>
                  </a:cubicBezTo>
                  <a:cubicBezTo>
                    <a:pt x="481211" y="200685"/>
                    <a:pt x="481211" y="200685"/>
                    <a:pt x="479483" y="201010"/>
                  </a:cubicBezTo>
                  <a:cubicBezTo>
                    <a:pt x="479237" y="201746"/>
                    <a:pt x="478991" y="202483"/>
                    <a:pt x="478738" y="203242"/>
                  </a:cubicBezTo>
                  <a:cubicBezTo>
                    <a:pt x="476875" y="203623"/>
                    <a:pt x="476875" y="203623"/>
                    <a:pt x="474599" y="203754"/>
                  </a:cubicBezTo>
                  <a:cubicBezTo>
                    <a:pt x="473846" y="203802"/>
                    <a:pt x="473093" y="203851"/>
                    <a:pt x="472317" y="203902"/>
                  </a:cubicBezTo>
                  <a:cubicBezTo>
                    <a:pt x="471735" y="203930"/>
                    <a:pt x="471153" y="203957"/>
                    <a:pt x="470553" y="203986"/>
                  </a:cubicBezTo>
                  <a:cubicBezTo>
                    <a:pt x="470553" y="204968"/>
                    <a:pt x="470553" y="205951"/>
                    <a:pt x="470553" y="206963"/>
                  </a:cubicBezTo>
                  <a:cubicBezTo>
                    <a:pt x="469971" y="206990"/>
                    <a:pt x="469388" y="207018"/>
                    <a:pt x="468788" y="207047"/>
                  </a:cubicBezTo>
                  <a:cubicBezTo>
                    <a:pt x="468035" y="207096"/>
                    <a:pt x="467282" y="207145"/>
                    <a:pt x="466507" y="207195"/>
                  </a:cubicBezTo>
                  <a:cubicBezTo>
                    <a:pt x="465756" y="207238"/>
                    <a:pt x="465004" y="207282"/>
                    <a:pt x="464231" y="207326"/>
                  </a:cubicBezTo>
                  <a:cubicBezTo>
                    <a:pt x="463616" y="207452"/>
                    <a:pt x="463001" y="207577"/>
                    <a:pt x="462367" y="207707"/>
                  </a:cubicBezTo>
                  <a:cubicBezTo>
                    <a:pt x="462122" y="208443"/>
                    <a:pt x="461876" y="209180"/>
                    <a:pt x="461623" y="209939"/>
                  </a:cubicBezTo>
                  <a:cubicBezTo>
                    <a:pt x="459689" y="210258"/>
                    <a:pt x="457814" y="210267"/>
                    <a:pt x="455856" y="210308"/>
                  </a:cubicBezTo>
                  <a:cubicBezTo>
                    <a:pt x="455304" y="210432"/>
                    <a:pt x="454751" y="210556"/>
                    <a:pt x="454182" y="210683"/>
                  </a:cubicBezTo>
                  <a:cubicBezTo>
                    <a:pt x="453932" y="211675"/>
                    <a:pt x="453684" y="212667"/>
                    <a:pt x="453438" y="213660"/>
                  </a:cubicBezTo>
                  <a:cubicBezTo>
                    <a:pt x="451790" y="214009"/>
                    <a:pt x="451790" y="214009"/>
                    <a:pt x="449763" y="214032"/>
                  </a:cubicBezTo>
                  <a:cubicBezTo>
                    <a:pt x="447777" y="213993"/>
                    <a:pt x="447777" y="213993"/>
                    <a:pt x="445996" y="214404"/>
                  </a:cubicBezTo>
                  <a:cubicBezTo>
                    <a:pt x="445752" y="214899"/>
                    <a:pt x="445507" y="215394"/>
                    <a:pt x="445255" y="215904"/>
                  </a:cubicBezTo>
                  <a:cubicBezTo>
                    <a:pt x="445009" y="216391"/>
                    <a:pt x="444762" y="216879"/>
                    <a:pt x="444508" y="217381"/>
                  </a:cubicBezTo>
                  <a:cubicBezTo>
                    <a:pt x="442735" y="217671"/>
                    <a:pt x="442735" y="217671"/>
                    <a:pt x="440694" y="217567"/>
                  </a:cubicBezTo>
                  <a:cubicBezTo>
                    <a:pt x="440017" y="217540"/>
                    <a:pt x="439340" y="217513"/>
                    <a:pt x="438642" y="217485"/>
                  </a:cubicBezTo>
                  <a:cubicBezTo>
                    <a:pt x="438122" y="217451"/>
                    <a:pt x="437602" y="217416"/>
                    <a:pt x="437067" y="217381"/>
                  </a:cubicBezTo>
                  <a:cubicBezTo>
                    <a:pt x="437067" y="218363"/>
                    <a:pt x="437067" y="219345"/>
                    <a:pt x="437067" y="220357"/>
                  </a:cubicBezTo>
                  <a:cubicBezTo>
                    <a:pt x="436538" y="220376"/>
                    <a:pt x="436010" y="220396"/>
                    <a:pt x="435465" y="220415"/>
                  </a:cubicBezTo>
                  <a:cubicBezTo>
                    <a:pt x="434781" y="220458"/>
                    <a:pt x="434097" y="220500"/>
                    <a:pt x="433392" y="220543"/>
                  </a:cubicBezTo>
                  <a:cubicBezTo>
                    <a:pt x="432710" y="220578"/>
                    <a:pt x="432028" y="220612"/>
                    <a:pt x="431326" y="220648"/>
                  </a:cubicBezTo>
                  <a:cubicBezTo>
                    <a:pt x="430765" y="220797"/>
                    <a:pt x="430203" y="220947"/>
                    <a:pt x="429625" y="221101"/>
                  </a:cubicBezTo>
                  <a:cubicBezTo>
                    <a:pt x="429362" y="222090"/>
                    <a:pt x="429114" y="223082"/>
                    <a:pt x="428881" y="224078"/>
                  </a:cubicBezTo>
                  <a:cubicBezTo>
                    <a:pt x="427370" y="224453"/>
                    <a:pt x="427370" y="224453"/>
                    <a:pt x="425532" y="224496"/>
                  </a:cubicBezTo>
                  <a:cubicBezTo>
                    <a:pt x="423741" y="224498"/>
                    <a:pt x="423741" y="224498"/>
                    <a:pt x="422184" y="224822"/>
                  </a:cubicBezTo>
                  <a:cubicBezTo>
                    <a:pt x="421938" y="225559"/>
                    <a:pt x="421693" y="226295"/>
                    <a:pt x="421440" y="227054"/>
                  </a:cubicBezTo>
                  <a:cubicBezTo>
                    <a:pt x="419576" y="227435"/>
                    <a:pt x="419576" y="227435"/>
                    <a:pt x="417300" y="227566"/>
                  </a:cubicBezTo>
                  <a:cubicBezTo>
                    <a:pt x="416547" y="227615"/>
                    <a:pt x="415794" y="227664"/>
                    <a:pt x="415019" y="227714"/>
                  </a:cubicBezTo>
                  <a:cubicBezTo>
                    <a:pt x="414436" y="227742"/>
                    <a:pt x="413854" y="227770"/>
                    <a:pt x="413254" y="227799"/>
                  </a:cubicBezTo>
                  <a:cubicBezTo>
                    <a:pt x="413254" y="228781"/>
                    <a:pt x="413254" y="229763"/>
                    <a:pt x="413254" y="230775"/>
                  </a:cubicBezTo>
                  <a:cubicBezTo>
                    <a:pt x="412779" y="230803"/>
                    <a:pt x="412304" y="230831"/>
                    <a:pt x="411815" y="230859"/>
                  </a:cubicBezTo>
                  <a:cubicBezTo>
                    <a:pt x="411200" y="230908"/>
                    <a:pt x="410585" y="230957"/>
                    <a:pt x="409952" y="231008"/>
                  </a:cubicBezTo>
                  <a:cubicBezTo>
                    <a:pt x="409339" y="231051"/>
                    <a:pt x="408726" y="231094"/>
                    <a:pt x="408095" y="231138"/>
                  </a:cubicBezTo>
                  <a:cubicBezTo>
                    <a:pt x="407587" y="231264"/>
                    <a:pt x="407080" y="231390"/>
                    <a:pt x="406557" y="231519"/>
                  </a:cubicBezTo>
                  <a:cubicBezTo>
                    <a:pt x="406311" y="232256"/>
                    <a:pt x="406066" y="232993"/>
                    <a:pt x="405813" y="233752"/>
                  </a:cubicBezTo>
                  <a:cubicBezTo>
                    <a:pt x="403949" y="234132"/>
                    <a:pt x="403949" y="234132"/>
                    <a:pt x="401673" y="234263"/>
                  </a:cubicBezTo>
                  <a:cubicBezTo>
                    <a:pt x="400920" y="234312"/>
                    <a:pt x="400167" y="234361"/>
                    <a:pt x="399392" y="234412"/>
                  </a:cubicBezTo>
                  <a:cubicBezTo>
                    <a:pt x="398809" y="234439"/>
                    <a:pt x="398227" y="234467"/>
                    <a:pt x="397627" y="234496"/>
                  </a:cubicBezTo>
                  <a:cubicBezTo>
                    <a:pt x="397627" y="235478"/>
                    <a:pt x="397627" y="236460"/>
                    <a:pt x="397627" y="237472"/>
                  </a:cubicBezTo>
                  <a:cubicBezTo>
                    <a:pt x="397161" y="237492"/>
                    <a:pt x="396695" y="237511"/>
                    <a:pt x="396214" y="237531"/>
                  </a:cubicBezTo>
                  <a:cubicBezTo>
                    <a:pt x="395606" y="237573"/>
                    <a:pt x="394998" y="237615"/>
                    <a:pt x="394372" y="237658"/>
                  </a:cubicBezTo>
                  <a:cubicBezTo>
                    <a:pt x="393767" y="237693"/>
                    <a:pt x="393163" y="237727"/>
                    <a:pt x="392540" y="237763"/>
                  </a:cubicBezTo>
                  <a:cubicBezTo>
                    <a:pt x="392009" y="237913"/>
                    <a:pt x="391477" y="238062"/>
                    <a:pt x="390930" y="238217"/>
                  </a:cubicBezTo>
                  <a:cubicBezTo>
                    <a:pt x="390684" y="238715"/>
                    <a:pt x="390439" y="239214"/>
                    <a:pt x="390186" y="239728"/>
                  </a:cubicBezTo>
                  <a:cubicBezTo>
                    <a:pt x="389940" y="240212"/>
                    <a:pt x="389695" y="240695"/>
                    <a:pt x="389442" y="241193"/>
                  </a:cubicBezTo>
                  <a:cubicBezTo>
                    <a:pt x="387831" y="241484"/>
                    <a:pt x="387831" y="241484"/>
                    <a:pt x="386000" y="241379"/>
                  </a:cubicBezTo>
                  <a:cubicBezTo>
                    <a:pt x="385392" y="241352"/>
                    <a:pt x="384784" y="241325"/>
                    <a:pt x="384157" y="241298"/>
                  </a:cubicBezTo>
                  <a:cubicBezTo>
                    <a:pt x="383691" y="241263"/>
                    <a:pt x="383225" y="241229"/>
                    <a:pt x="382744" y="241193"/>
                  </a:cubicBezTo>
                  <a:cubicBezTo>
                    <a:pt x="382744" y="242175"/>
                    <a:pt x="382744" y="243158"/>
                    <a:pt x="382744" y="244170"/>
                  </a:cubicBezTo>
                  <a:cubicBezTo>
                    <a:pt x="382269" y="244189"/>
                    <a:pt x="381795" y="244208"/>
                    <a:pt x="381305" y="244228"/>
                  </a:cubicBezTo>
                  <a:cubicBezTo>
                    <a:pt x="380691" y="244270"/>
                    <a:pt x="380076" y="244312"/>
                    <a:pt x="379442" y="244356"/>
                  </a:cubicBezTo>
                  <a:cubicBezTo>
                    <a:pt x="378829" y="244390"/>
                    <a:pt x="378216" y="244425"/>
                    <a:pt x="377585" y="244460"/>
                  </a:cubicBezTo>
                  <a:cubicBezTo>
                    <a:pt x="377077" y="244610"/>
                    <a:pt x="376570" y="244760"/>
                    <a:pt x="376047" y="244914"/>
                  </a:cubicBezTo>
                  <a:cubicBezTo>
                    <a:pt x="375797" y="245905"/>
                    <a:pt x="375549" y="246898"/>
                    <a:pt x="375303" y="247890"/>
                  </a:cubicBezTo>
                  <a:cubicBezTo>
                    <a:pt x="373818" y="248265"/>
                    <a:pt x="373818" y="248265"/>
                    <a:pt x="372001" y="248309"/>
                  </a:cubicBezTo>
                  <a:cubicBezTo>
                    <a:pt x="370219" y="248314"/>
                    <a:pt x="370219" y="248314"/>
                    <a:pt x="368606" y="248634"/>
                  </a:cubicBezTo>
                  <a:cubicBezTo>
                    <a:pt x="368115" y="249371"/>
                    <a:pt x="367623" y="250108"/>
                    <a:pt x="367117" y="250867"/>
                  </a:cubicBezTo>
                  <a:cubicBezTo>
                    <a:pt x="365388" y="251375"/>
                    <a:pt x="363686" y="251617"/>
                    <a:pt x="361905" y="251890"/>
                  </a:cubicBezTo>
                  <a:cubicBezTo>
                    <a:pt x="361170" y="252120"/>
                    <a:pt x="361170" y="252120"/>
                    <a:pt x="360420" y="252355"/>
                  </a:cubicBezTo>
                  <a:cubicBezTo>
                    <a:pt x="360175" y="253092"/>
                    <a:pt x="359929" y="253829"/>
                    <a:pt x="359676" y="254588"/>
                  </a:cubicBezTo>
                  <a:cubicBezTo>
                    <a:pt x="358164" y="254675"/>
                    <a:pt x="358164" y="254675"/>
                    <a:pt x="356327" y="254495"/>
                  </a:cubicBezTo>
                  <a:cubicBezTo>
                    <a:pt x="354528" y="254378"/>
                    <a:pt x="354528" y="254378"/>
                    <a:pt x="352979" y="254588"/>
                  </a:cubicBezTo>
                  <a:cubicBezTo>
                    <a:pt x="352694" y="255820"/>
                    <a:pt x="352447" y="257062"/>
                    <a:pt x="352235" y="258308"/>
                  </a:cubicBezTo>
                  <a:cubicBezTo>
                    <a:pt x="350677" y="258702"/>
                    <a:pt x="349235" y="258774"/>
                    <a:pt x="347630" y="258802"/>
                  </a:cubicBezTo>
                  <a:cubicBezTo>
                    <a:pt x="347185" y="258885"/>
                    <a:pt x="346740" y="258967"/>
                    <a:pt x="346281" y="259052"/>
                  </a:cubicBezTo>
                  <a:cubicBezTo>
                    <a:pt x="346036" y="259789"/>
                    <a:pt x="345790" y="260526"/>
                    <a:pt x="345537" y="261285"/>
                  </a:cubicBezTo>
                  <a:cubicBezTo>
                    <a:pt x="343988" y="261602"/>
                    <a:pt x="342512" y="261612"/>
                    <a:pt x="340933" y="261654"/>
                  </a:cubicBezTo>
                  <a:cubicBezTo>
                    <a:pt x="340488" y="261778"/>
                    <a:pt x="340043" y="261902"/>
                    <a:pt x="339584" y="262029"/>
                  </a:cubicBezTo>
                  <a:cubicBezTo>
                    <a:pt x="339469" y="262520"/>
                    <a:pt x="339354" y="263011"/>
                    <a:pt x="339235" y="263517"/>
                  </a:cubicBezTo>
                  <a:cubicBezTo>
                    <a:pt x="339105" y="264008"/>
                    <a:pt x="338974" y="264500"/>
                    <a:pt x="338840" y="265006"/>
                  </a:cubicBezTo>
                  <a:cubicBezTo>
                    <a:pt x="337328" y="265381"/>
                    <a:pt x="337328" y="265381"/>
                    <a:pt x="335491" y="265424"/>
                  </a:cubicBezTo>
                  <a:cubicBezTo>
                    <a:pt x="333700" y="265425"/>
                    <a:pt x="333700" y="265425"/>
                    <a:pt x="332143" y="265750"/>
                  </a:cubicBezTo>
                  <a:cubicBezTo>
                    <a:pt x="331897" y="266486"/>
                    <a:pt x="331652" y="267223"/>
                    <a:pt x="331399" y="267982"/>
                  </a:cubicBezTo>
                  <a:cubicBezTo>
                    <a:pt x="329698" y="268363"/>
                    <a:pt x="329698" y="268363"/>
                    <a:pt x="327631" y="268494"/>
                  </a:cubicBezTo>
                  <a:cubicBezTo>
                    <a:pt x="326947" y="268543"/>
                    <a:pt x="326264" y="268592"/>
                    <a:pt x="325559" y="268642"/>
                  </a:cubicBezTo>
                  <a:cubicBezTo>
                    <a:pt x="325030" y="268670"/>
                    <a:pt x="324502" y="268698"/>
                    <a:pt x="323957" y="268726"/>
                  </a:cubicBezTo>
                  <a:cubicBezTo>
                    <a:pt x="323957" y="269709"/>
                    <a:pt x="323957" y="270691"/>
                    <a:pt x="323957" y="271703"/>
                  </a:cubicBezTo>
                  <a:cubicBezTo>
                    <a:pt x="323482" y="271660"/>
                    <a:pt x="323008" y="271617"/>
                    <a:pt x="322518" y="271572"/>
                  </a:cubicBezTo>
                  <a:cubicBezTo>
                    <a:pt x="320707" y="271473"/>
                    <a:pt x="319053" y="271414"/>
                    <a:pt x="317260" y="271703"/>
                  </a:cubicBezTo>
                  <a:cubicBezTo>
                    <a:pt x="316976" y="272935"/>
                    <a:pt x="316729" y="274177"/>
                    <a:pt x="316516" y="275424"/>
                  </a:cubicBezTo>
                  <a:cubicBezTo>
                    <a:pt x="314958" y="275817"/>
                    <a:pt x="313516" y="275889"/>
                    <a:pt x="311911" y="275918"/>
                  </a:cubicBezTo>
                  <a:cubicBezTo>
                    <a:pt x="311466" y="276000"/>
                    <a:pt x="311021" y="276083"/>
                    <a:pt x="310563" y="276168"/>
                  </a:cubicBezTo>
                  <a:cubicBezTo>
                    <a:pt x="310317" y="276904"/>
                    <a:pt x="310072" y="277641"/>
                    <a:pt x="309819" y="278400"/>
                  </a:cubicBezTo>
                  <a:cubicBezTo>
                    <a:pt x="308269" y="278717"/>
                    <a:pt x="306793" y="278727"/>
                    <a:pt x="305214" y="278769"/>
                  </a:cubicBezTo>
                  <a:cubicBezTo>
                    <a:pt x="304769" y="278893"/>
                    <a:pt x="304324" y="279017"/>
                    <a:pt x="303865" y="279144"/>
                  </a:cubicBezTo>
                  <a:cubicBezTo>
                    <a:pt x="303750" y="279635"/>
                    <a:pt x="303635" y="280127"/>
                    <a:pt x="303517" y="280633"/>
                  </a:cubicBezTo>
                  <a:cubicBezTo>
                    <a:pt x="303386" y="281124"/>
                    <a:pt x="303256" y="281615"/>
                    <a:pt x="303121" y="282121"/>
                  </a:cubicBezTo>
                  <a:cubicBezTo>
                    <a:pt x="301610" y="282496"/>
                    <a:pt x="301610" y="282496"/>
                    <a:pt x="299773" y="282539"/>
                  </a:cubicBezTo>
                  <a:cubicBezTo>
                    <a:pt x="297981" y="282541"/>
                    <a:pt x="297981" y="282541"/>
                    <a:pt x="296424" y="282865"/>
                  </a:cubicBezTo>
                  <a:cubicBezTo>
                    <a:pt x="296178" y="283602"/>
                    <a:pt x="295933" y="284338"/>
                    <a:pt x="295680" y="285097"/>
                  </a:cubicBezTo>
                  <a:cubicBezTo>
                    <a:pt x="294820" y="285205"/>
                    <a:pt x="293961" y="285312"/>
                    <a:pt x="293075" y="285423"/>
                  </a:cubicBezTo>
                  <a:cubicBezTo>
                    <a:pt x="292216" y="285561"/>
                    <a:pt x="291356" y="285699"/>
                    <a:pt x="290471" y="285842"/>
                  </a:cubicBezTo>
                  <a:cubicBezTo>
                    <a:pt x="290372" y="286337"/>
                    <a:pt x="290273" y="286833"/>
                    <a:pt x="290171" y="287344"/>
                  </a:cubicBezTo>
                  <a:cubicBezTo>
                    <a:pt x="290025" y="287831"/>
                    <a:pt x="289878" y="288317"/>
                    <a:pt x="289727" y="288818"/>
                  </a:cubicBezTo>
                  <a:cubicBezTo>
                    <a:pt x="288026" y="289109"/>
                    <a:pt x="288026" y="289109"/>
                    <a:pt x="285960" y="289004"/>
                  </a:cubicBezTo>
                  <a:cubicBezTo>
                    <a:pt x="285276" y="288977"/>
                    <a:pt x="284592" y="288950"/>
                    <a:pt x="283887" y="288923"/>
                  </a:cubicBezTo>
                  <a:cubicBezTo>
                    <a:pt x="283358" y="288888"/>
                    <a:pt x="282830" y="288854"/>
                    <a:pt x="282285" y="288818"/>
                  </a:cubicBezTo>
                  <a:cubicBezTo>
                    <a:pt x="282285" y="289800"/>
                    <a:pt x="282285" y="290783"/>
                    <a:pt x="282285" y="291795"/>
                  </a:cubicBezTo>
                  <a:cubicBezTo>
                    <a:pt x="281457" y="291856"/>
                    <a:pt x="280628" y="291917"/>
                    <a:pt x="279774" y="291981"/>
                  </a:cubicBezTo>
                  <a:cubicBezTo>
                    <a:pt x="278884" y="292165"/>
                    <a:pt x="277994" y="292349"/>
                    <a:pt x="277076" y="292539"/>
                  </a:cubicBezTo>
                  <a:cubicBezTo>
                    <a:pt x="276846" y="293030"/>
                    <a:pt x="276616" y="293521"/>
                    <a:pt x="276379" y="294027"/>
                  </a:cubicBezTo>
                  <a:cubicBezTo>
                    <a:pt x="276118" y="294518"/>
                    <a:pt x="275857" y="295009"/>
                    <a:pt x="275588" y="295515"/>
                  </a:cubicBezTo>
                  <a:cubicBezTo>
                    <a:pt x="273978" y="295969"/>
                    <a:pt x="273978" y="295969"/>
                    <a:pt x="272146" y="296073"/>
                  </a:cubicBezTo>
                  <a:cubicBezTo>
                    <a:pt x="271538" y="296116"/>
                    <a:pt x="270930" y="296158"/>
                    <a:pt x="270304" y="296201"/>
                  </a:cubicBezTo>
                  <a:cubicBezTo>
                    <a:pt x="269837" y="296221"/>
                    <a:pt x="269371" y="296240"/>
                    <a:pt x="268891" y="296259"/>
                  </a:cubicBezTo>
                  <a:cubicBezTo>
                    <a:pt x="268891" y="297242"/>
                    <a:pt x="268891" y="298224"/>
                    <a:pt x="268891" y="299236"/>
                  </a:cubicBezTo>
                  <a:cubicBezTo>
                    <a:pt x="268062" y="299175"/>
                    <a:pt x="267233" y="299113"/>
                    <a:pt x="266379" y="299050"/>
                  </a:cubicBezTo>
                  <a:cubicBezTo>
                    <a:pt x="265489" y="299111"/>
                    <a:pt x="264599" y="299173"/>
                    <a:pt x="263682" y="299236"/>
                  </a:cubicBezTo>
                  <a:cubicBezTo>
                    <a:pt x="263452" y="299720"/>
                    <a:pt x="263221" y="300203"/>
                    <a:pt x="262984" y="300701"/>
                  </a:cubicBezTo>
                  <a:cubicBezTo>
                    <a:pt x="262723" y="301200"/>
                    <a:pt x="262462" y="301699"/>
                    <a:pt x="262194" y="302213"/>
                  </a:cubicBezTo>
                  <a:cubicBezTo>
                    <a:pt x="260583" y="302666"/>
                    <a:pt x="260583" y="302666"/>
                    <a:pt x="258752" y="302771"/>
                  </a:cubicBezTo>
                  <a:cubicBezTo>
                    <a:pt x="258144" y="302813"/>
                    <a:pt x="257536" y="302855"/>
                    <a:pt x="256909" y="302899"/>
                  </a:cubicBezTo>
                  <a:cubicBezTo>
                    <a:pt x="256443" y="302918"/>
                    <a:pt x="255977" y="302937"/>
                    <a:pt x="255496" y="302957"/>
                  </a:cubicBezTo>
                  <a:cubicBezTo>
                    <a:pt x="255496" y="303939"/>
                    <a:pt x="255496" y="304921"/>
                    <a:pt x="255496" y="305933"/>
                  </a:cubicBezTo>
                  <a:cubicBezTo>
                    <a:pt x="254667" y="306010"/>
                    <a:pt x="253839" y="306087"/>
                    <a:pt x="252985" y="306166"/>
                  </a:cubicBezTo>
                  <a:cubicBezTo>
                    <a:pt x="251650" y="306419"/>
                    <a:pt x="251650" y="306419"/>
                    <a:pt x="250287" y="306677"/>
                  </a:cubicBezTo>
                  <a:cubicBezTo>
                    <a:pt x="249796" y="307414"/>
                    <a:pt x="249305" y="308151"/>
                    <a:pt x="248799" y="308910"/>
                  </a:cubicBezTo>
                  <a:cubicBezTo>
                    <a:pt x="247351" y="309291"/>
                    <a:pt x="247351" y="309291"/>
                    <a:pt x="245729" y="309421"/>
                  </a:cubicBezTo>
                  <a:cubicBezTo>
                    <a:pt x="244778" y="309498"/>
                    <a:pt x="243826" y="309575"/>
                    <a:pt x="242846" y="309654"/>
                  </a:cubicBezTo>
                  <a:cubicBezTo>
                    <a:pt x="242846" y="310636"/>
                    <a:pt x="242846" y="311619"/>
                    <a:pt x="242846" y="312631"/>
                  </a:cubicBezTo>
                  <a:cubicBezTo>
                    <a:pt x="240636" y="312876"/>
                    <a:pt x="238426" y="313122"/>
                    <a:pt x="236149" y="313375"/>
                  </a:cubicBezTo>
                  <a:cubicBezTo>
                    <a:pt x="236149" y="314357"/>
                    <a:pt x="236149" y="315339"/>
                    <a:pt x="236149" y="316351"/>
                  </a:cubicBezTo>
                  <a:cubicBezTo>
                    <a:pt x="235320" y="316290"/>
                    <a:pt x="234491" y="316229"/>
                    <a:pt x="233637" y="316165"/>
                  </a:cubicBezTo>
                  <a:cubicBezTo>
                    <a:pt x="232747" y="316227"/>
                    <a:pt x="231857" y="316288"/>
                    <a:pt x="230940" y="316351"/>
                  </a:cubicBezTo>
                  <a:cubicBezTo>
                    <a:pt x="230418" y="317330"/>
                    <a:pt x="229924" y="318324"/>
                    <a:pt x="229451" y="319328"/>
                  </a:cubicBezTo>
                  <a:cubicBezTo>
                    <a:pt x="227721" y="319844"/>
                    <a:pt x="225985" y="320341"/>
                    <a:pt x="224242" y="320816"/>
                  </a:cubicBezTo>
                  <a:cubicBezTo>
                    <a:pt x="223997" y="321553"/>
                    <a:pt x="223751" y="322290"/>
                    <a:pt x="223498" y="323049"/>
                  </a:cubicBezTo>
                  <a:cubicBezTo>
                    <a:pt x="221763" y="323301"/>
                    <a:pt x="220026" y="323549"/>
                    <a:pt x="218289" y="323793"/>
                  </a:cubicBezTo>
                  <a:cubicBezTo>
                    <a:pt x="217798" y="324529"/>
                    <a:pt x="217307" y="325266"/>
                    <a:pt x="216801" y="326025"/>
                  </a:cubicBezTo>
                  <a:cubicBezTo>
                    <a:pt x="215926" y="326133"/>
                    <a:pt x="215051" y="326240"/>
                    <a:pt x="214150" y="326351"/>
                  </a:cubicBezTo>
                  <a:cubicBezTo>
                    <a:pt x="213306" y="326489"/>
                    <a:pt x="212462" y="326627"/>
                    <a:pt x="211592" y="326769"/>
                  </a:cubicBezTo>
                  <a:cubicBezTo>
                    <a:pt x="211469" y="327260"/>
                    <a:pt x="211346" y="327752"/>
                    <a:pt x="211220" y="328258"/>
                  </a:cubicBezTo>
                  <a:cubicBezTo>
                    <a:pt x="211097" y="328749"/>
                    <a:pt x="210974" y="329240"/>
                    <a:pt x="210848" y="329746"/>
                  </a:cubicBezTo>
                  <a:cubicBezTo>
                    <a:pt x="209112" y="329998"/>
                    <a:pt x="207376" y="330246"/>
                    <a:pt x="205639" y="330490"/>
                  </a:cubicBezTo>
                  <a:cubicBezTo>
                    <a:pt x="205409" y="330996"/>
                    <a:pt x="205178" y="331503"/>
                    <a:pt x="204941" y="332025"/>
                  </a:cubicBezTo>
                  <a:cubicBezTo>
                    <a:pt x="204680" y="332501"/>
                    <a:pt x="204419" y="332976"/>
                    <a:pt x="204151" y="333467"/>
                  </a:cubicBezTo>
                  <a:cubicBezTo>
                    <a:pt x="202108" y="333750"/>
                    <a:pt x="200272" y="333600"/>
                    <a:pt x="198197" y="333467"/>
                  </a:cubicBezTo>
                  <a:cubicBezTo>
                    <a:pt x="198197" y="334449"/>
                    <a:pt x="198197" y="335431"/>
                    <a:pt x="198197" y="336443"/>
                  </a:cubicBezTo>
                  <a:cubicBezTo>
                    <a:pt x="197353" y="336504"/>
                    <a:pt x="196509" y="336566"/>
                    <a:pt x="195639" y="336629"/>
                  </a:cubicBezTo>
                  <a:cubicBezTo>
                    <a:pt x="194765" y="336813"/>
                    <a:pt x="193890" y="336997"/>
                    <a:pt x="192988" y="337187"/>
                  </a:cubicBezTo>
                  <a:cubicBezTo>
                    <a:pt x="192881" y="337678"/>
                    <a:pt x="192774" y="338169"/>
                    <a:pt x="192663" y="338676"/>
                  </a:cubicBezTo>
                  <a:cubicBezTo>
                    <a:pt x="192525" y="339167"/>
                    <a:pt x="192387" y="339658"/>
                    <a:pt x="192244" y="340164"/>
                  </a:cubicBezTo>
                  <a:cubicBezTo>
                    <a:pt x="190697" y="340492"/>
                    <a:pt x="189220" y="340584"/>
                    <a:pt x="187640" y="340632"/>
                  </a:cubicBezTo>
                  <a:cubicBezTo>
                    <a:pt x="187195" y="340723"/>
                    <a:pt x="186750" y="340814"/>
                    <a:pt x="186291" y="340908"/>
                  </a:cubicBezTo>
                  <a:cubicBezTo>
                    <a:pt x="186046" y="341645"/>
                    <a:pt x="185800" y="342381"/>
                    <a:pt x="185547" y="343140"/>
                  </a:cubicBezTo>
                  <a:cubicBezTo>
                    <a:pt x="184810" y="343248"/>
                    <a:pt x="184074" y="343355"/>
                    <a:pt x="183315" y="343466"/>
                  </a:cubicBezTo>
                  <a:cubicBezTo>
                    <a:pt x="182578" y="343604"/>
                    <a:pt x="181841" y="343742"/>
                    <a:pt x="181082" y="343884"/>
                  </a:cubicBezTo>
                  <a:cubicBezTo>
                    <a:pt x="180990" y="344376"/>
                    <a:pt x="180898" y="344867"/>
                    <a:pt x="180803" y="345373"/>
                  </a:cubicBezTo>
                  <a:cubicBezTo>
                    <a:pt x="180650" y="345864"/>
                    <a:pt x="180496" y="346355"/>
                    <a:pt x="180338" y="346861"/>
                  </a:cubicBezTo>
                  <a:cubicBezTo>
                    <a:pt x="178790" y="347189"/>
                    <a:pt x="177314" y="347281"/>
                    <a:pt x="175734" y="347329"/>
                  </a:cubicBezTo>
                  <a:cubicBezTo>
                    <a:pt x="175289" y="347420"/>
                    <a:pt x="174844" y="347511"/>
                    <a:pt x="174385" y="347605"/>
                  </a:cubicBezTo>
                  <a:cubicBezTo>
                    <a:pt x="174139" y="348342"/>
                    <a:pt x="173894" y="349079"/>
                    <a:pt x="173641" y="349838"/>
                  </a:cubicBezTo>
                  <a:cubicBezTo>
                    <a:pt x="172118" y="350363"/>
                    <a:pt x="170623" y="350589"/>
                    <a:pt x="169036" y="350861"/>
                  </a:cubicBezTo>
                  <a:cubicBezTo>
                    <a:pt x="168369" y="351091"/>
                    <a:pt x="168369" y="351091"/>
                    <a:pt x="167688" y="351326"/>
                  </a:cubicBezTo>
                  <a:cubicBezTo>
                    <a:pt x="167442" y="352063"/>
                    <a:pt x="167197" y="352799"/>
                    <a:pt x="166944" y="353558"/>
                  </a:cubicBezTo>
                  <a:cubicBezTo>
                    <a:pt x="166084" y="353528"/>
                    <a:pt x="165225" y="353497"/>
                    <a:pt x="164339" y="353465"/>
                  </a:cubicBezTo>
                  <a:cubicBezTo>
                    <a:pt x="163050" y="353511"/>
                    <a:pt x="163050" y="353511"/>
                    <a:pt x="161735" y="353558"/>
                  </a:cubicBezTo>
                  <a:cubicBezTo>
                    <a:pt x="161480" y="354797"/>
                    <a:pt x="161233" y="356038"/>
                    <a:pt x="160990" y="357279"/>
                  </a:cubicBezTo>
                  <a:cubicBezTo>
                    <a:pt x="159264" y="357587"/>
                    <a:pt x="157525" y="357836"/>
                    <a:pt x="155781" y="358023"/>
                  </a:cubicBezTo>
                  <a:cubicBezTo>
                    <a:pt x="155536" y="358760"/>
                    <a:pt x="155290" y="359497"/>
                    <a:pt x="155037" y="360256"/>
                  </a:cubicBezTo>
                  <a:cubicBezTo>
                    <a:pt x="153489" y="360779"/>
                    <a:pt x="151970" y="361007"/>
                    <a:pt x="150360" y="361279"/>
                  </a:cubicBezTo>
                  <a:cubicBezTo>
                    <a:pt x="149729" y="361509"/>
                    <a:pt x="149729" y="361509"/>
                    <a:pt x="149084" y="361744"/>
                  </a:cubicBezTo>
                  <a:cubicBezTo>
                    <a:pt x="149084" y="362481"/>
                    <a:pt x="149084" y="363217"/>
                    <a:pt x="149084" y="363976"/>
                  </a:cubicBezTo>
                  <a:cubicBezTo>
                    <a:pt x="147120" y="364222"/>
                    <a:pt x="145155" y="364467"/>
                    <a:pt x="143131" y="364720"/>
                  </a:cubicBezTo>
                  <a:cubicBezTo>
                    <a:pt x="143131" y="365457"/>
                    <a:pt x="143131" y="366194"/>
                    <a:pt x="143131" y="366953"/>
                  </a:cubicBezTo>
                  <a:cubicBezTo>
                    <a:pt x="141166" y="367198"/>
                    <a:pt x="139202" y="367444"/>
                    <a:pt x="137178" y="367697"/>
                  </a:cubicBezTo>
                  <a:cubicBezTo>
                    <a:pt x="137178" y="368679"/>
                    <a:pt x="137178" y="369662"/>
                    <a:pt x="137178" y="370674"/>
                  </a:cubicBezTo>
                  <a:cubicBezTo>
                    <a:pt x="136334" y="370735"/>
                    <a:pt x="135490" y="370796"/>
                    <a:pt x="134620" y="370860"/>
                  </a:cubicBezTo>
                  <a:cubicBezTo>
                    <a:pt x="133745" y="371044"/>
                    <a:pt x="132870" y="371228"/>
                    <a:pt x="131969" y="371418"/>
                  </a:cubicBezTo>
                  <a:cubicBezTo>
                    <a:pt x="131846" y="371909"/>
                    <a:pt x="131723" y="372400"/>
                    <a:pt x="131597" y="372906"/>
                  </a:cubicBezTo>
                  <a:cubicBezTo>
                    <a:pt x="131474" y="373397"/>
                    <a:pt x="131351" y="373888"/>
                    <a:pt x="131225" y="374394"/>
                  </a:cubicBezTo>
                  <a:cubicBezTo>
                    <a:pt x="129493" y="374673"/>
                    <a:pt x="127756" y="374921"/>
                    <a:pt x="126016" y="375138"/>
                  </a:cubicBezTo>
                  <a:cubicBezTo>
                    <a:pt x="125770" y="375875"/>
                    <a:pt x="125525" y="376612"/>
                    <a:pt x="125272" y="377371"/>
                  </a:cubicBezTo>
                  <a:cubicBezTo>
                    <a:pt x="124535" y="377478"/>
                    <a:pt x="123798" y="377586"/>
                    <a:pt x="123039" y="377696"/>
                  </a:cubicBezTo>
                  <a:cubicBezTo>
                    <a:pt x="122303" y="377835"/>
                    <a:pt x="121566" y="377973"/>
                    <a:pt x="120807" y="378115"/>
                  </a:cubicBezTo>
                  <a:cubicBezTo>
                    <a:pt x="120715" y="378606"/>
                    <a:pt x="120623" y="379097"/>
                    <a:pt x="120528" y="379603"/>
                  </a:cubicBezTo>
                  <a:cubicBezTo>
                    <a:pt x="120374" y="380094"/>
                    <a:pt x="120221" y="380586"/>
                    <a:pt x="120063" y="381092"/>
                  </a:cubicBezTo>
                  <a:cubicBezTo>
                    <a:pt x="118515" y="381419"/>
                    <a:pt x="117039" y="381512"/>
                    <a:pt x="115458" y="381560"/>
                  </a:cubicBezTo>
                  <a:cubicBezTo>
                    <a:pt x="114791" y="381696"/>
                    <a:pt x="114791" y="381696"/>
                    <a:pt x="114110" y="381836"/>
                  </a:cubicBezTo>
                  <a:cubicBezTo>
                    <a:pt x="113864" y="382572"/>
                    <a:pt x="113618" y="383309"/>
                    <a:pt x="113365" y="384068"/>
                  </a:cubicBezTo>
                  <a:cubicBezTo>
                    <a:pt x="112491" y="384314"/>
                    <a:pt x="111616" y="384559"/>
                    <a:pt x="110714" y="384812"/>
                  </a:cubicBezTo>
                  <a:cubicBezTo>
                    <a:pt x="109870" y="385058"/>
                    <a:pt x="109026" y="385303"/>
                    <a:pt x="108156" y="385556"/>
                  </a:cubicBezTo>
                  <a:cubicBezTo>
                    <a:pt x="108156" y="386293"/>
                    <a:pt x="108156" y="387030"/>
                    <a:pt x="108156" y="387789"/>
                  </a:cubicBezTo>
                  <a:cubicBezTo>
                    <a:pt x="107190" y="387712"/>
                    <a:pt x="106223" y="387635"/>
                    <a:pt x="105226" y="387556"/>
                  </a:cubicBezTo>
                  <a:cubicBezTo>
                    <a:pt x="103604" y="387490"/>
                    <a:pt x="103604" y="387490"/>
                    <a:pt x="102203" y="387789"/>
                  </a:cubicBezTo>
                  <a:cubicBezTo>
                    <a:pt x="101710" y="389637"/>
                    <a:pt x="101710" y="389637"/>
                    <a:pt x="101459" y="391509"/>
                  </a:cubicBezTo>
                  <a:cubicBezTo>
                    <a:pt x="99971" y="391541"/>
                    <a:pt x="98482" y="391540"/>
                    <a:pt x="96994" y="391509"/>
                  </a:cubicBezTo>
                  <a:cubicBezTo>
                    <a:pt x="96486" y="392495"/>
                    <a:pt x="95990" y="393488"/>
                    <a:pt x="95506" y="394486"/>
                  </a:cubicBezTo>
                  <a:cubicBezTo>
                    <a:pt x="94754" y="394609"/>
                    <a:pt x="94002" y="394732"/>
                    <a:pt x="93227" y="394858"/>
                  </a:cubicBezTo>
                  <a:cubicBezTo>
                    <a:pt x="92506" y="394981"/>
                    <a:pt x="91784" y="395104"/>
                    <a:pt x="91041" y="395230"/>
                  </a:cubicBezTo>
                  <a:cubicBezTo>
                    <a:pt x="90934" y="395721"/>
                    <a:pt x="90826" y="396212"/>
                    <a:pt x="90716" y="396718"/>
                  </a:cubicBezTo>
                  <a:cubicBezTo>
                    <a:pt x="90578" y="397210"/>
                    <a:pt x="90439" y="397701"/>
                    <a:pt x="90297" y="398207"/>
                  </a:cubicBezTo>
                  <a:cubicBezTo>
                    <a:pt x="88565" y="398485"/>
                    <a:pt x="86828" y="398733"/>
                    <a:pt x="85088" y="398951"/>
                  </a:cubicBezTo>
                  <a:cubicBezTo>
                    <a:pt x="84842" y="399688"/>
                    <a:pt x="84597" y="400424"/>
                    <a:pt x="84344" y="401183"/>
                  </a:cubicBezTo>
                  <a:cubicBezTo>
                    <a:pt x="83607" y="401291"/>
                    <a:pt x="82871" y="401398"/>
                    <a:pt x="82112" y="401509"/>
                  </a:cubicBezTo>
                  <a:cubicBezTo>
                    <a:pt x="81375" y="401647"/>
                    <a:pt x="80638" y="401785"/>
                    <a:pt x="79879" y="401927"/>
                  </a:cubicBezTo>
                  <a:cubicBezTo>
                    <a:pt x="79772" y="402419"/>
                    <a:pt x="79664" y="402910"/>
                    <a:pt x="79554" y="403416"/>
                  </a:cubicBezTo>
                  <a:cubicBezTo>
                    <a:pt x="79415" y="403907"/>
                    <a:pt x="79277" y="404398"/>
                    <a:pt x="79135" y="404904"/>
                  </a:cubicBezTo>
                  <a:cubicBezTo>
                    <a:pt x="77399" y="405156"/>
                    <a:pt x="75663" y="405404"/>
                    <a:pt x="73926" y="405648"/>
                  </a:cubicBezTo>
                  <a:cubicBezTo>
                    <a:pt x="73680" y="406139"/>
                    <a:pt x="73435" y="406630"/>
                    <a:pt x="73182" y="407136"/>
                  </a:cubicBezTo>
                  <a:cubicBezTo>
                    <a:pt x="72936" y="407628"/>
                    <a:pt x="72691" y="408119"/>
                    <a:pt x="72438" y="408625"/>
                  </a:cubicBezTo>
                  <a:cubicBezTo>
                    <a:pt x="70705" y="408898"/>
                    <a:pt x="68969" y="409147"/>
                    <a:pt x="67229" y="409369"/>
                  </a:cubicBezTo>
                  <a:cubicBezTo>
                    <a:pt x="66983" y="410106"/>
                    <a:pt x="66738" y="410842"/>
                    <a:pt x="66485" y="411601"/>
                  </a:cubicBezTo>
                  <a:cubicBezTo>
                    <a:pt x="63834" y="412113"/>
                    <a:pt x="63834" y="412113"/>
                    <a:pt x="61276" y="412345"/>
                  </a:cubicBezTo>
                  <a:cubicBezTo>
                    <a:pt x="61276" y="413328"/>
                    <a:pt x="61276" y="414310"/>
                    <a:pt x="61276" y="415322"/>
                  </a:cubicBezTo>
                  <a:cubicBezTo>
                    <a:pt x="60009" y="415437"/>
                    <a:pt x="60009" y="415437"/>
                    <a:pt x="58718" y="415555"/>
                  </a:cubicBezTo>
                  <a:cubicBezTo>
                    <a:pt x="57843" y="415723"/>
                    <a:pt x="56968" y="415892"/>
                    <a:pt x="56067" y="416066"/>
                  </a:cubicBezTo>
                  <a:cubicBezTo>
                    <a:pt x="55821" y="416803"/>
                    <a:pt x="55575" y="417540"/>
                    <a:pt x="55322" y="418299"/>
                  </a:cubicBezTo>
                  <a:cubicBezTo>
                    <a:pt x="52671" y="418810"/>
                    <a:pt x="52671" y="418810"/>
                    <a:pt x="50113" y="419043"/>
                  </a:cubicBezTo>
                  <a:cubicBezTo>
                    <a:pt x="50113" y="420025"/>
                    <a:pt x="50113" y="421007"/>
                    <a:pt x="50113" y="422019"/>
                  </a:cubicBezTo>
                  <a:cubicBezTo>
                    <a:pt x="48847" y="422111"/>
                    <a:pt x="48847" y="422111"/>
                    <a:pt x="47555" y="422205"/>
                  </a:cubicBezTo>
                  <a:cubicBezTo>
                    <a:pt x="46681" y="422389"/>
                    <a:pt x="45806" y="422574"/>
                    <a:pt x="44904" y="422763"/>
                  </a:cubicBezTo>
                  <a:cubicBezTo>
                    <a:pt x="44797" y="423270"/>
                    <a:pt x="44690" y="423776"/>
                    <a:pt x="44579" y="424298"/>
                  </a:cubicBezTo>
                  <a:cubicBezTo>
                    <a:pt x="44372" y="425012"/>
                    <a:pt x="44372" y="425012"/>
                    <a:pt x="44160" y="425740"/>
                  </a:cubicBezTo>
                  <a:cubicBezTo>
                    <a:pt x="42122" y="426033"/>
                    <a:pt x="40279" y="425871"/>
                    <a:pt x="38207" y="425740"/>
                  </a:cubicBezTo>
                  <a:cubicBezTo>
                    <a:pt x="38207" y="426722"/>
                    <a:pt x="38207" y="427704"/>
                    <a:pt x="38207" y="428717"/>
                  </a:cubicBezTo>
                  <a:cubicBezTo>
                    <a:pt x="37125" y="428809"/>
                    <a:pt x="37125" y="428809"/>
                    <a:pt x="36021" y="428903"/>
                  </a:cubicBezTo>
                  <a:cubicBezTo>
                    <a:pt x="35269" y="429087"/>
                    <a:pt x="34517" y="429271"/>
                    <a:pt x="33742" y="429461"/>
                  </a:cubicBezTo>
                  <a:cubicBezTo>
                    <a:pt x="33635" y="429952"/>
                    <a:pt x="33527" y="430443"/>
                    <a:pt x="33417" y="430949"/>
                  </a:cubicBezTo>
                  <a:cubicBezTo>
                    <a:pt x="33279" y="431440"/>
                    <a:pt x="33141" y="431931"/>
                    <a:pt x="32998" y="432437"/>
                  </a:cubicBezTo>
                  <a:cubicBezTo>
                    <a:pt x="31266" y="432716"/>
                    <a:pt x="29530" y="432964"/>
                    <a:pt x="27789" y="433181"/>
                  </a:cubicBezTo>
                  <a:cubicBezTo>
                    <a:pt x="27544" y="433918"/>
                    <a:pt x="27298" y="434655"/>
                    <a:pt x="27045" y="435414"/>
                  </a:cubicBezTo>
                  <a:cubicBezTo>
                    <a:pt x="26170" y="435659"/>
                    <a:pt x="25295" y="435905"/>
                    <a:pt x="24394" y="436158"/>
                  </a:cubicBezTo>
                  <a:cubicBezTo>
                    <a:pt x="23550" y="436403"/>
                    <a:pt x="22706" y="436649"/>
                    <a:pt x="21836" y="436902"/>
                  </a:cubicBezTo>
                  <a:cubicBezTo>
                    <a:pt x="21836" y="437639"/>
                    <a:pt x="21836" y="438375"/>
                    <a:pt x="21836" y="439134"/>
                  </a:cubicBezTo>
                  <a:cubicBezTo>
                    <a:pt x="20593" y="439227"/>
                    <a:pt x="20593" y="439227"/>
                    <a:pt x="19325" y="439321"/>
                  </a:cubicBezTo>
                  <a:cubicBezTo>
                    <a:pt x="18434" y="439505"/>
                    <a:pt x="17544" y="439689"/>
                    <a:pt x="16627" y="439879"/>
                  </a:cubicBezTo>
                  <a:cubicBezTo>
                    <a:pt x="16382" y="440370"/>
                    <a:pt x="16136" y="440861"/>
                    <a:pt x="15883" y="441367"/>
                  </a:cubicBezTo>
                  <a:cubicBezTo>
                    <a:pt x="15637" y="441858"/>
                    <a:pt x="15392" y="442349"/>
                    <a:pt x="15139" y="442855"/>
                  </a:cubicBezTo>
                  <a:cubicBezTo>
                    <a:pt x="13406" y="443129"/>
                    <a:pt x="11670" y="443378"/>
                    <a:pt x="9930" y="443599"/>
                  </a:cubicBezTo>
                  <a:cubicBezTo>
                    <a:pt x="9684" y="444336"/>
                    <a:pt x="9439" y="445073"/>
                    <a:pt x="9186" y="445832"/>
                  </a:cubicBezTo>
                  <a:cubicBezTo>
                    <a:pt x="6674" y="446669"/>
                    <a:pt x="6674" y="446669"/>
                    <a:pt x="3977" y="447320"/>
                  </a:cubicBezTo>
                  <a:cubicBezTo>
                    <a:pt x="3240" y="447566"/>
                    <a:pt x="2503" y="447811"/>
                    <a:pt x="1744" y="448064"/>
                  </a:cubicBezTo>
                  <a:cubicBezTo>
                    <a:pt x="821" y="446217"/>
                    <a:pt x="850" y="444869"/>
                    <a:pt x="814" y="442809"/>
                  </a:cubicBezTo>
                  <a:cubicBezTo>
                    <a:pt x="795" y="442140"/>
                    <a:pt x="776" y="441471"/>
                    <a:pt x="756" y="440783"/>
                  </a:cubicBezTo>
                  <a:cubicBezTo>
                    <a:pt x="837" y="440239"/>
                    <a:pt x="917" y="439695"/>
                    <a:pt x="1000" y="439134"/>
                  </a:cubicBezTo>
                  <a:cubicBezTo>
                    <a:pt x="1737" y="438889"/>
                    <a:pt x="2474" y="438643"/>
                    <a:pt x="3233" y="438390"/>
                  </a:cubicBezTo>
                  <a:cubicBezTo>
                    <a:pt x="3491" y="436904"/>
                    <a:pt x="3738" y="435415"/>
                    <a:pt x="3977" y="433925"/>
                  </a:cubicBezTo>
                  <a:cubicBezTo>
                    <a:pt x="4706" y="433167"/>
                    <a:pt x="5449" y="432420"/>
                    <a:pt x="6209" y="431693"/>
                  </a:cubicBezTo>
                  <a:cubicBezTo>
                    <a:pt x="6209" y="430711"/>
                    <a:pt x="6209" y="429729"/>
                    <a:pt x="6209" y="428717"/>
                  </a:cubicBezTo>
                  <a:cubicBezTo>
                    <a:pt x="6946" y="428471"/>
                    <a:pt x="7683" y="428225"/>
                    <a:pt x="8442" y="427972"/>
                  </a:cubicBezTo>
                  <a:cubicBezTo>
                    <a:pt x="8695" y="426485"/>
                    <a:pt x="8943" y="424997"/>
                    <a:pt x="9186" y="423508"/>
                  </a:cubicBezTo>
                  <a:cubicBezTo>
                    <a:pt x="9922" y="423016"/>
                    <a:pt x="10659" y="422525"/>
                    <a:pt x="11418" y="422019"/>
                  </a:cubicBezTo>
                  <a:cubicBezTo>
                    <a:pt x="11691" y="420535"/>
                    <a:pt x="11940" y="419047"/>
                    <a:pt x="12162" y="417554"/>
                  </a:cubicBezTo>
                  <a:cubicBezTo>
                    <a:pt x="12653" y="417309"/>
                    <a:pt x="13145" y="417063"/>
                    <a:pt x="13651" y="416810"/>
                  </a:cubicBezTo>
                  <a:cubicBezTo>
                    <a:pt x="13896" y="416074"/>
                    <a:pt x="14142" y="415337"/>
                    <a:pt x="14395" y="414578"/>
                  </a:cubicBezTo>
                  <a:cubicBezTo>
                    <a:pt x="15139" y="412345"/>
                    <a:pt x="15139" y="412345"/>
                    <a:pt x="16627" y="411601"/>
                  </a:cubicBezTo>
                  <a:cubicBezTo>
                    <a:pt x="16735" y="410880"/>
                    <a:pt x="16842" y="410159"/>
                    <a:pt x="16953" y="409415"/>
                  </a:cubicBezTo>
                  <a:cubicBezTo>
                    <a:pt x="17091" y="408663"/>
                    <a:pt x="17229" y="407911"/>
                    <a:pt x="17371" y="407136"/>
                  </a:cubicBezTo>
                  <a:cubicBezTo>
                    <a:pt x="18108" y="406645"/>
                    <a:pt x="18845" y="406154"/>
                    <a:pt x="19604" y="405648"/>
                  </a:cubicBezTo>
                  <a:cubicBezTo>
                    <a:pt x="19726" y="405004"/>
                    <a:pt x="19849" y="404359"/>
                    <a:pt x="19976" y="403695"/>
                  </a:cubicBezTo>
                  <a:cubicBezTo>
                    <a:pt x="20099" y="403112"/>
                    <a:pt x="20221" y="402528"/>
                    <a:pt x="20348" y="401927"/>
                  </a:cubicBezTo>
                  <a:cubicBezTo>
                    <a:pt x="21085" y="401927"/>
                    <a:pt x="21821" y="401927"/>
                    <a:pt x="22580" y="401927"/>
                  </a:cubicBezTo>
                  <a:cubicBezTo>
                    <a:pt x="22511" y="400891"/>
                    <a:pt x="22511" y="400891"/>
                    <a:pt x="22441" y="399835"/>
                  </a:cubicBezTo>
                  <a:cubicBezTo>
                    <a:pt x="22601" y="397112"/>
                    <a:pt x="22925" y="396967"/>
                    <a:pt x="24813" y="395230"/>
                  </a:cubicBezTo>
                  <a:cubicBezTo>
                    <a:pt x="24935" y="394586"/>
                    <a:pt x="25058" y="393941"/>
                    <a:pt x="25185" y="393277"/>
                  </a:cubicBezTo>
                  <a:cubicBezTo>
                    <a:pt x="25308" y="392694"/>
                    <a:pt x="25430" y="392110"/>
                    <a:pt x="25557" y="391509"/>
                  </a:cubicBezTo>
                  <a:cubicBezTo>
                    <a:pt x="26294" y="391264"/>
                    <a:pt x="27030" y="391018"/>
                    <a:pt x="27789" y="390765"/>
                  </a:cubicBezTo>
                  <a:cubicBezTo>
                    <a:pt x="28305" y="389035"/>
                    <a:pt x="28802" y="387299"/>
                    <a:pt x="29278" y="385556"/>
                  </a:cubicBezTo>
                  <a:cubicBezTo>
                    <a:pt x="29769" y="385556"/>
                    <a:pt x="30260" y="385556"/>
                    <a:pt x="30766" y="385556"/>
                  </a:cubicBezTo>
                  <a:cubicBezTo>
                    <a:pt x="31011" y="384820"/>
                    <a:pt x="31257" y="384083"/>
                    <a:pt x="31510" y="383324"/>
                  </a:cubicBezTo>
                  <a:cubicBezTo>
                    <a:pt x="31756" y="382587"/>
                    <a:pt x="32001" y="381851"/>
                    <a:pt x="32254" y="381092"/>
                  </a:cubicBezTo>
                  <a:cubicBezTo>
                    <a:pt x="32745" y="381092"/>
                    <a:pt x="33236" y="381092"/>
                    <a:pt x="33742" y="381092"/>
                  </a:cubicBezTo>
                  <a:cubicBezTo>
                    <a:pt x="33673" y="380009"/>
                    <a:pt x="33673" y="380009"/>
                    <a:pt x="33603" y="378906"/>
                  </a:cubicBezTo>
                  <a:cubicBezTo>
                    <a:pt x="33649" y="378154"/>
                    <a:pt x="33695" y="377402"/>
                    <a:pt x="33742" y="376627"/>
                  </a:cubicBezTo>
                  <a:cubicBezTo>
                    <a:pt x="34479" y="376381"/>
                    <a:pt x="35216" y="376136"/>
                    <a:pt x="35975" y="375883"/>
                  </a:cubicBezTo>
                  <a:cubicBezTo>
                    <a:pt x="36253" y="374400"/>
                    <a:pt x="36501" y="372911"/>
                    <a:pt x="36719" y="371418"/>
                  </a:cubicBezTo>
                  <a:cubicBezTo>
                    <a:pt x="37210" y="371172"/>
                    <a:pt x="37701" y="370927"/>
                    <a:pt x="38207" y="370674"/>
                  </a:cubicBezTo>
                  <a:cubicBezTo>
                    <a:pt x="38315" y="370075"/>
                    <a:pt x="38422" y="369476"/>
                    <a:pt x="38533" y="368860"/>
                  </a:cubicBezTo>
                  <a:cubicBezTo>
                    <a:pt x="38951" y="366953"/>
                    <a:pt x="38951" y="366953"/>
                    <a:pt x="41184" y="365465"/>
                  </a:cubicBezTo>
                  <a:cubicBezTo>
                    <a:pt x="41429" y="364835"/>
                    <a:pt x="41675" y="364206"/>
                    <a:pt x="41928" y="363558"/>
                  </a:cubicBezTo>
                  <a:cubicBezTo>
                    <a:pt x="42296" y="362660"/>
                    <a:pt x="42296" y="362660"/>
                    <a:pt x="42672" y="361744"/>
                  </a:cubicBezTo>
                  <a:cubicBezTo>
                    <a:pt x="43409" y="361498"/>
                    <a:pt x="44145" y="361253"/>
                    <a:pt x="44904" y="361000"/>
                  </a:cubicBezTo>
                  <a:cubicBezTo>
                    <a:pt x="45091" y="358736"/>
                    <a:pt x="45091" y="358736"/>
                    <a:pt x="44904" y="356535"/>
                  </a:cubicBezTo>
                  <a:cubicBezTo>
                    <a:pt x="45396" y="356535"/>
                    <a:pt x="45887" y="356535"/>
                    <a:pt x="46393" y="356535"/>
                  </a:cubicBezTo>
                  <a:cubicBezTo>
                    <a:pt x="46898" y="355050"/>
                    <a:pt x="47394" y="353561"/>
                    <a:pt x="47881" y="352070"/>
                  </a:cubicBezTo>
                  <a:cubicBezTo>
                    <a:pt x="48372" y="351824"/>
                    <a:pt x="48863" y="351579"/>
                    <a:pt x="49369" y="351326"/>
                  </a:cubicBezTo>
                  <a:cubicBezTo>
                    <a:pt x="49876" y="350090"/>
                    <a:pt x="50372" y="348850"/>
                    <a:pt x="50858" y="347605"/>
                  </a:cubicBezTo>
                  <a:cubicBezTo>
                    <a:pt x="51349" y="347114"/>
                    <a:pt x="51840" y="346623"/>
                    <a:pt x="52346" y="346117"/>
                  </a:cubicBezTo>
                  <a:cubicBezTo>
                    <a:pt x="52860" y="344884"/>
                    <a:pt x="53353" y="343642"/>
                    <a:pt x="53834" y="342396"/>
                  </a:cubicBezTo>
                  <a:cubicBezTo>
                    <a:pt x="55072" y="339705"/>
                    <a:pt x="56167" y="337734"/>
                    <a:pt x="58299" y="335699"/>
                  </a:cubicBezTo>
                  <a:cubicBezTo>
                    <a:pt x="58545" y="334962"/>
                    <a:pt x="58790" y="334226"/>
                    <a:pt x="59043" y="333467"/>
                  </a:cubicBezTo>
                  <a:cubicBezTo>
                    <a:pt x="59534" y="333221"/>
                    <a:pt x="60025" y="332975"/>
                    <a:pt x="60531" y="332722"/>
                  </a:cubicBezTo>
                  <a:cubicBezTo>
                    <a:pt x="60654" y="332108"/>
                    <a:pt x="60777" y="331495"/>
                    <a:pt x="60903" y="330862"/>
                  </a:cubicBezTo>
                  <a:cubicBezTo>
                    <a:pt x="61026" y="330248"/>
                    <a:pt x="61149" y="329634"/>
                    <a:pt x="61276" y="329002"/>
                  </a:cubicBezTo>
                  <a:cubicBezTo>
                    <a:pt x="61767" y="328756"/>
                    <a:pt x="62258" y="328511"/>
                    <a:pt x="62764" y="328258"/>
                  </a:cubicBezTo>
                  <a:cubicBezTo>
                    <a:pt x="63132" y="327505"/>
                    <a:pt x="63501" y="326753"/>
                    <a:pt x="63880" y="325979"/>
                  </a:cubicBezTo>
                  <a:cubicBezTo>
                    <a:pt x="64433" y="324897"/>
                    <a:pt x="64433" y="324897"/>
                    <a:pt x="64996" y="323793"/>
                  </a:cubicBezTo>
                  <a:cubicBezTo>
                    <a:pt x="65487" y="323793"/>
                    <a:pt x="65979" y="323793"/>
                    <a:pt x="66485" y="323793"/>
                  </a:cubicBezTo>
                  <a:cubicBezTo>
                    <a:pt x="66739" y="322554"/>
                    <a:pt x="66986" y="321313"/>
                    <a:pt x="67229" y="320072"/>
                  </a:cubicBezTo>
                  <a:cubicBezTo>
                    <a:pt x="67720" y="319826"/>
                    <a:pt x="68211" y="319581"/>
                    <a:pt x="68717" y="319328"/>
                  </a:cubicBezTo>
                  <a:cubicBezTo>
                    <a:pt x="68932" y="318668"/>
                    <a:pt x="69147" y="318008"/>
                    <a:pt x="69368" y="317328"/>
                  </a:cubicBezTo>
                  <a:cubicBezTo>
                    <a:pt x="70282" y="314638"/>
                    <a:pt x="71464" y="312653"/>
                    <a:pt x="73182" y="310398"/>
                  </a:cubicBezTo>
                  <a:cubicBezTo>
                    <a:pt x="73673" y="310398"/>
                    <a:pt x="74164" y="310398"/>
                    <a:pt x="74670" y="310398"/>
                  </a:cubicBezTo>
                  <a:cubicBezTo>
                    <a:pt x="74924" y="309159"/>
                    <a:pt x="75172" y="307919"/>
                    <a:pt x="75414" y="306677"/>
                  </a:cubicBezTo>
                  <a:cubicBezTo>
                    <a:pt x="75905" y="306432"/>
                    <a:pt x="76397" y="306186"/>
                    <a:pt x="76903" y="305933"/>
                  </a:cubicBezTo>
                  <a:cubicBezTo>
                    <a:pt x="77010" y="305458"/>
                    <a:pt x="77117" y="304982"/>
                    <a:pt x="77228" y="304492"/>
                  </a:cubicBezTo>
                  <a:cubicBezTo>
                    <a:pt x="77647" y="302957"/>
                    <a:pt x="77647" y="302957"/>
                    <a:pt x="79879" y="301468"/>
                  </a:cubicBezTo>
                  <a:cubicBezTo>
                    <a:pt x="80140" y="300480"/>
                    <a:pt x="80386" y="299487"/>
                    <a:pt x="80623" y="298492"/>
                  </a:cubicBezTo>
                  <a:cubicBezTo>
                    <a:pt x="81415" y="297207"/>
                    <a:pt x="82257" y="295952"/>
                    <a:pt x="83135" y="294725"/>
                  </a:cubicBezTo>
                  <a:cubicBezTo>
                    <a:pt x="83811" y="293768"/>
                    <a:pt x="83811" y="293768"/>
                    <a:pt x="84501" y="292792"/>
                  </a:cubicBezTo>
                  <a:cubicBezTo>
                    <a:pt x="85617" y="291332"/>
                    <a:pt x="86766" y="290106"/>
                    <a:pt x="88065" y="288818"/>
                  </a:cubicBezTo>
                  <a:cubicBezTo>
                    <a:pt x="88326" y="288281"/>
                    <a:pt x="88586" y="287744"/>
                    <a:pt x="88855" y="287190"/>
                  </a:cubicBezTo>
                  <a:cubicBezTo>
                    <a:pt x="89086" y="286745"/>
                    <a:pt x="89316" y="286300"/>
                    <a:pt x="89553" y="285842"/>
                  </a:cubicBezTo>
                  <a:cubicBezTo>
                    <a:pt x="90044" y="285842"/>
                    <a:pt x="90535" y="285842"/>
                    <a:pt x="91041" y="285842"/>
                  </a:cubicBezTo>
                  <a:cubicBezTo>
                    <a:pt x="91295" y="284603"/>
                    <a:pt x="91543" y="283362"/>
                    <a:pt x="91785" y="282121"/>
                  </a:cubicBezTo>
                  <a:cubicBezTo>
                    <a:pt x="92276" y="281875"/>
                    <a:pt x="92768" y="281630"/>
                    <a:pt x="93274" y="281377"/>
                  </a:cubicBezTo>
                  <a:cubicBezTo>
                    <a:pt x="93412" y="280525"/>
                    <a:pt x="93412" y="280525"/>
                    <a:pt x="93553" y="279656"/>
                  </a:cubicBezTo>
                  <a:cubicBezTo>
                    <a:pt x="94126" y="277191"/>
                    <a:pt x="95058" y="276263"/>
                    <a:pt x="96994" y="274679"/>
                  </a:cubicBezTo>
                  <a:cubicBezTo>
                    <a:pt x="97485" y="274679"/>
                    <a:pt x="97977" y="274679"/>
                    <a:pt x="98483" y="274679"/>
                  </a:cubicBezTo>
                  <a:cubicBezTo>
                    <a:pt x="98713" y="273866"/>
                    <a:pt x="98943" y="273053"/>
                    <a:pt x="99180" y="272214"/>
                  </a:cubicBezTo>
                  <a:cubicBezTo>
                    <a:pt x="99930" y="269613"/>
                    <a:pt x="100195" y="268845"/>
                    <a:pt x="102203" y="267238"/>
                  </a:cubicBezTo>
                  <a:cubicBezTo>
                    <a:pt x="104011" y="265647"/>
                    <a:pt x="104011" y="265647"/>
                    <a:pt x="104808" y="263424"/>
                  </a:cubicBezTo>
                  <a:cubicBezTo>
                    <a:pt x="104931" y="262964"/>
                    <a:pt x="105053" y="262503"/>
                    <a:pt x="105180" y="262029"/>
                  </a:cubicBezTo>
                  <a:cubicBezTo>
                    <a:pt x="105917" y="261783"/>
                    <a:pt x="106653" y="261538"/>
                    <a:pt x="107412" y="261285"/>
                  </a:cubicBezTo>
                  <a:cubicBezTo>
                    <a:pt x="107689" y="260300"/>
                    <a:pt x="107938" y="259307"/>
                    <a:pt x="108156" y="258308"/>
                  </a:cubicBezTo>
                  <a:cubicBezTo>
                    <a:pt x="108648" y="258063"/>
                    <a:pt x="109139" y="257817"/>
                    <a:pt x="109645" y="257564"/>
                  </a:cubicBezTo>
                  <a:cubicBezTo>
                    <a:pt x="109752" y="257073"/>
                    <a:pt x="109860" y="256582"/>
                    <a:pt x="109970" y="256076"/>
                  </a:cubicBezTo>
                  <a:cubicBezTo>
                    <a:pt x="110108" y="255585"/>
                    <a:pt x="110247" y="255094"/>
                    <a:pt x="110389" y="254588"/>
                  </a:cubicBezTo>
                  <a:cubicBezTo>
                    <a:pt x="111126" y="254342"/>
                    <a:pt x="111862" y="254096"/>
                    <a:pt x="112621" y="253843"/>
                  </a:cubicBezTo>
                  <a:cubicBezTo>
                    <a:pt x="112867" y="253107"/>
                    <a:pt x="113112" y="252370"/>
                    <a:pt x="113365" y="251611"/>
                  </a:cubicBezTo>
                  <a:cubicBezTo>
                    <a:pt x="113857" y="251366"/>
                    <a:pt x="114348" y="251120"/>
                    <a:pt x="114854" y="250867"/>
                  </a:cubicBezTo>
                  <a:cubicBezTo>
                    <a:pt x="114969" y="250038"/>
                    <a:pt x="114969" y="250038"/>
                    <a:pt x="115086" y="249193"/>
                  </a:cubicBezTo>
                  <a:cubicBezTo>
                    <a:pt x="115778" y="246426"/>
                    <a:pt x="117182" y="245250"/>
                    <a:pt x="119319" y="243426"/>
                  </a:cubicBezTo>
                  <a:cubicBezTo>
                    <a:pt x="119810" y="243426"/>
                    <a:pt x="120301" y="243426"/>
                    <a:pt x="120807" y="243426"/>
                  </a:cubicBezTo>
                  <a:cubicBezTo>
                    <a:pt x="120930" y="242934"/>
                    <a:pt x="121052" y="242443"/>
                    <a:pt x="121179" y="241937"/>
                  </a:cubicBezTo>
                  <a:cubicBezTo>
                    <a:pt x="121302" y="241446"/>
                    <a:pt x="121424" y="240955"/>
                    <a:pt x="121551" y="240449"/>
                  </a:cubicBezTo>
                  <a:cubicBezTo>
                    <a:pt x="122042" y="240449"/>
                    <a:pt x="122533" y="240449"/>
                    <a:pt x="123039" y="240449"/>
                  </a:cubicBezTo>
                  <a:cubicBezTo>
                    <a:pt x="123285" y="239835"/>
                    <a:pt x="123530" y="239221"/>
                    <a:pt x="123783" y="238589"/>
                  </a:cubicBezTo>
                  <a:cubicBezTo>
                    <a:pt x="124029" y="237975"/>
                    <a:pt x="124274" y="237361"/>
                    <a:pt x="124528" y="236728"/>
                  </a:cubicBezTo>
                  <a:cubicBezTo>
                    <a:pt x="125019" y="236728"/>
                    <a:pt x="125510" y="236728"/>
                    <a:pt x="126016" y="236728"/>
                  </a:cubicBezTo>
                  <a:cubicBezTo>
                    <a:pt x="126271" y="235738"/>
                    <a:pt x="126519" y="234746"/>
                    <a:pt x="126760" y="233752"/>
                  </a:cubicBezTo>
                  <a:cubicBezTo>
                    <a:pt x="127251" y="233506"/>
                    <a:pt x="127742" y="233261"/>
                    <a:pt x="128248" y="233008"/>
                  </a:cubicBezTo>
                  <a:cubicBezTo>
                    <a:pt x="128494" y="232501"/>
                    <a:pt x="128739" y="231995"/>
                    <a:pt x="128992" y="231473"/>
                  </a:cubicBezTo>
                  <a:cubicBezTo>
                    <a:pt x="129238" y="230997"/>
                    <a:pt x="129483" y="230521"/>
                    <a:pt x="129737" y="230031"/>
                  </a:cubicBezTo>
                  <a:cubicBezTo>
                    <a:pt x="130228" y="230031"/>
                    <a:pt x="130719" y="230031"/>
                    <a:pt x="131225" y="230031"/>
                  </a:cubicBezTo>
                  <a:cubicBezTo>
                    <a:pt x="131332" y="229586"/>
                    <a:pt x="131440" y="229141"/>
                    <a:pt x="131550" y="228682"/>
                  </a:cubicBezTo>
                  <a:cubicBezTo>
                    <a:pt x="132049" y="226742"/>
                    <a:pt x="132720" y="226133"/>
                    <a:pt x="134201" y="224822"/>
                  </a:cubicBezTo>
                  <a:cubicBezTo>
                    <a:pt x="135912" y="223243"/>
                    <a:pt x="136413" y="222652"/>
                    <a:pt x="137178" y="220357"/>
                  </a:cubicBezTo>
                  <a:cubicBezTo>
                    <a:pt x="137915" y="219866"/>
                    <a:pt x="138651" y="219375"/>
                    <a:pt x="139410" y="218869"/>
                  </a:cubicBezTo>
                  <a:cubicBezTo>
                    <a:pt x="139656" y="218132"/>
                    <a:pt x="139901" y="217395"/>
                    <a:pt x="140154" y="216636"/>
                  </a:cubicBezTo>
                  <a:cubicBezTo>
                    <a:pt x="141390" y="215392"/>
                    <a:pt x="142631" y="214152"/>
                    <a:pt x="143875" y="212916"/>
                  </a:cubicBezTo>
                  <a:cubicBezTo>
                    <a:pt x="145523" y="210834"/>
                    <a:pt x="147063" y="208669"/>
                    <a:pt x="148591" y="206499"/>
                  </a:cubicBezTo>
                  <a:cubicBezTo>
                    <a:pt x="149529" y="205227"/>
                    <a:pt x="149529" y="205227"/>
                    <a:pt x="151317" y="203242"/>
                  </a:cubicBezTo>
                  <a:cubicBezTo>
                    <a:pt x="152299" y="203242"/>
                    <a:pt x="153281" y="203242"/>
                    <a:pt x="154293" y="203242"/>
                  </a:cubicBezTo>
                  <a:cubicBezTo>
                    <a:pt x="154293" y="202260"/>
                    <a:pt x="154293" y="201277"/>
                    <a:pt x="154293" y="200265"/>
                  </a:cubicBezTo>
                  <a:cubicBezTo>
                    <a:pt x="155030" y="200265"/>
                    <a:pt x="155767" y="200265"/>
                    <a:pt x="156526" y="200265"/>
                  </a:cubicBezTo>
                  <a:cubicBezTo>
                    <a:pt x="156526" y="199038"/>
                    <a:pt x="156526" y="197810"/>
                    <a:pt x="156526" y="196545"/>
                  </a:cubicBezTo>
                  <a:cubicBezTo>
                    <a:pt x="157508" y="196545"/>
                    <a:pt x="158490" y="196545"/>
                    <a:pt x="159502" y="196545"/>
                  </a:cubicBezTo>
                  <a:cubicBezTo>
                    <a:pt x="159502" y="195562"/>
                    <a:pt x="159502" y="194580"/>
                    <a:pt x="159502" y="193568"/>
                  </a:cubicBezTo>
                  <a:cubicBezTo>
                    <a:pt x="160484" y="193568"/>
                    <a:pt x="161467" y="193568"/>
                    <a:pt x="162479" y="193568"/>
                  </a:cubicBezTo>
                  <a:cubicBezTo>
                    <a:pt x="162918" y="192120"/>
                    <a:pt x="162918" y="192120"/>
                    <a:pt x="163223" y="190592"/>
                  </a:cubicBezTo>
                  <a:cubicBezTo>
                    <a:pt x="163960" y="190346"/>
                    <a:pt x="164696" y="190100"/>
                    <a:pt x="165455" y="189847"/>
                  </a:cubicBezTo>
                  <a:cubicBezTo>
                    <a:pt x="165732" y="188863"/>
                    <a:pt x="165981" y="187870"/>
                    <a:pt x="166199" y="186871"/>
                  </a:cubicBezTo>
                  <a:cubicBezTo>
                    <a:pt x="166691" y="186625"/>
                    <a:pt x="167182" y="186380"/>
                    <a:pt x="167688" y="186127"/>
                  </a:cubicBezTo>
                  <a:cubicBezTo>
                    <a:pt x="167903" y="185651"/>
                    <a:pt x="168117" y="185175"/>
                    <a:pt x="168339" y="184685"/>
                  </a:cubicBezTo>
                  <a:cubicBezTo>
                    <a:pt x="169176" y="183150"/>
                    <a:pt x="169176" y="183150"/>
                    <a:pt x="170571" y="182546"/>
                  </a:cubicBezTo>
                  <a:cubicBezTo>
                    <a:pt x="172402" y="181522"/>
                    <a:pt x="172698" y="180838"/>
                    <a:pt x="173641" y="179011"/>
                  </a:cubicBezTo>
                  <a:cubicBezTo>
                    <a:pt x="175129" y="176453"/>
                    <a:pt x="175129" y="176453"/>
                    <a:pt x="176757" y="175895"/>
                  </a:cubicBezTo>
                  <a:cubicBezTo>
                    <a:pt x="177202" y="175833"/>
                    <a:pt x="177647" y="175772"/>
                    <a:pt x="178106" y="175709"/>
                  </a:cubicBezTo>
                  <a:cubicBezTo>
                    <a:pt x="178351" y="174972"/>
                    <a:pt x="178597" y="174235"/>
                    <a:pt x="178850" y="173476"/>
                  </a:cubicBezTo>
                  <a:cubicBezTo>
                    <a:pt x="179586" y="173315"/>
                    <a:pt x="179586" y="173315"/>
                    <a:pt x="180338" y="173151"/>
                  </a:cubicBezTo>
                  <a:cubicBezTo>
                    <a:pt x="180829" y="173013"/>
                    <a:pt x="181320" y="172874"/>
                    <a:pt x="181826" y="172732"/>
                  </a:cubicBezTo>
                  <a:cubicBezTo>
                    <a:pt x="182319" y="171258"/>
                    <a:pt x="182319" y="171258"/>
                    <a:pt x="182570" y="169756"/>
                  </a:cubicBezTo>
                  <a:cubicBezTo>
                    <a:pt x="183062" y="169510"/>
                    <a:pt x="183553" y="169264"/>
                    <a:pt x="184059" y="169011"/>
                  </a:cubicBezTo>
                  <a:cubicBezTo>
                    <a:pt x="184274" y="168520"/>
                    <a:pt x="184489" y="168029"/>
                    <a:pt x="184710" y="167523"/>
                  </a:cubicBezTo>
                  <a:cubicBezTo>
                    <a:pt x="185124" y="166786"/>
                    <a:pt x="185124" y="166786"/>
                    <a:pt x="185547" y="166035"/>
                  </a:cubicBezTo>
                  <a:cubicBezTo>
                    <a:pt x="186054" y="165912"/>
                    <a:pt x="186560" y="165789"/>
                    <a:pt x="187082" y="165663"/>
                  </a:cubicBezTo>
                  <a:cubicBezTo>
                    <a:pt x="187558" y="165540"/>
                    <a:pt x="188033" y="165417"/>
                    <a:pt x="188524" y="165291"/>
                  </a:cubicBezTo>
                  <a:cubicBezTo>
                    <a:pt x="188646" y="164784"/>
                    <a:pt x="188769" y="164278"/>
                    <a:pt x="188896" y="163756"/>
                  </a:cubicBezTo>
                  <a:cubicBezTo>
                    <a:pt x="189018" y="163280"/>
                    <a:pt x="189141" y="162804"/>
                    <a:pt x="189268" y="162314"/>
                  </a:cubicBezTo>
                  <a:cubicBezTo>
                    <a:pt x="190250" y="162314"/>
                    <a:pt x="191232" y="162314"/>
                    <a:pt x="192244" y="162314"/>
                  </a:cubicBezTo>
                  <a:cubicBezTo>
                    <a:pt x="192244" y="161332"/>
                    <a:pt x="192244" y="160350"/>
                    <a:pt x="192244" y="159338"/>
                  </a:cubicBezTo>
                  <a:cubicBezTo>
                    <a:pt x="193227" y="159338"/>
                    <a:pt x="194209" y="159338"/>
                    <a:pt x="195221" y="159338"/>
                  </a:cubicBezTo>
                  <a:cubicBezTo>
                    <a:pt x="196091" y="157534"/>
                    <a:pt x="196091" y="157534"/>
                    <a:pt x="196709" y="155617"/>
                  </a:cubicBezTo>
                  <a:cubicBezTo>
                    <a:pt x="197200" y="155371"/>
                    <a:pt x="197691" y="155126"/>
                    <a:pt x="198197" y="154873"/>
                  </a:cubicBezTo>
                  <a:cubicBezTo>
                    <a:pt x="198443" y="154136"/>
                    <a:pt x="198689" y="153399"/>
                    <a:pt x="198942" y="152640"/>
                  </a:cubicBezTo>
                  <a:cubicBezTo>
                    <a:pt x="199571" y="152533"/>
                    <a:pt x="200200" y="152425"/>
                    <a:pt x="200848" y="152315"/>
                  </a:cubicBezTo>
                  <a:cubicBezTo>
                    <a:pt x="201447" y="152177"/>
                    <a:pt x="202046" y="152039"/>
                    <a:pt x="202662" y="151896"/>
                  </a:cubicBezTo>
                  <a:cubicBezTo>
                    <a:pt x="202662" y="150914"/>
                    <a:pt x="202662" y="149932"/>
                    <a:pt x="202662" y="148920"/>
                  </a:cubicBezTo>
                  <a:cubicBezTo>
                    <a:pt x="203261" y="148981"/>
                    <a:pt x="203859" y="149042"/>
                    <a:pt x="204476" y="149106"/>
                  </a:cubicBezTo>
                  <a:cubicBezTo>
                    <a:pt x="205105" y="149044"/>
                    <a:pt x="205735" y="148983"/>
                    <a:pt x="206383" y="148920"/>
                  </a:cubicBezTo>
                  <a:cubicBezTo>
                    <a:pt x="206890" y="147512"/>
                    <a:pt x="206890" y="147512"/>
                    <a:pt x="207127" y="145943"/>
                  </a:cubicBezTo>
                  <a:cubicBezTo>
                    <a:pt x="208232" y="145206"/>
                    <a:pt x="208232" y="145206"/>
                    <a:pt x="209360" y="144455"/>
                  </a:cubicBezTo>
                  <a:cubicBezTo>
                    <a:pt x="209605" y="143718"/>
                    <a:pt x="209851" y="142981"/>
                    <a:pt x="210104" y="142222"/>
                  </a:cubicBezTo>
                  <a:cubicBezTo>
                    <a:pt x="211344" y="141726"/>
                    <a:pt x="212584" y="141230"/>
                    <a:pt x="213824" y="140734"/>
                  </a:cubicBezTo>
                  <a:cubicBezTo>
                    <a:pt x="214070" y="139997"/>
                    <a:pt x="214316" y="139261"/>
                    <a:pt x="214569" y="138502"/>
                  </a:cubicBezTo>
                  <a:cubicBezTo>
                    <a:pt x="215551" y="138502"/>
                    <a:pt x="216533" y="138502"/>
                    <a:pt x="217545" y="138502"/>
                  </a:cubicBezTo>
                  <a:cubicBezTo>
                    <a:pt x="217653" y="138026"/>
                    <a:pt x="217760" y="137550"/>
                    <a:pt x="217871" y="137060"/>
                  </a:cubicBezTo>
                  <a:cubicBezTo>
                    <a:pt x="218009" y="136553"/>
                    <a:pt x="218147" y="136047"/>
                    <a:pt x="218289" y="135525"/>
                  </a:cubicBezTo>
                  <a:cubicBezTo>
                    <a:pt x="218918" y="135402"/>
                    <a:pt x="219548" y="135280"/>
                    <a:pt x="220196" y="135153"/>
                  </a:cubicBezTo>
                  <a:cubicBezTo>
                    <a:pt x="220795" y="135030"/>
                    <a:pt x="221393" y="134908"/>
                    <a:pt x="222010" y="134781"/>
                  </a:cubicBezTo>
                  <a:cubicBezTo>
                    <a:pt x="222010" y="133799"/>
                    <a:pt x="222010" y="132816"/>
                    <a:pt x="222010" y="131804"/>
                  </a:cubicBezTo>
                  <a:cubicBezTo>
                    <a:pt x="223452" y="131386"/>
                    <a:pt x="223452" y="131386"/>
                    <a:pt x="224987" y="131060"/>
                  </a:cubicBezTo>
                  <a:cubicBezTo>
                    <a:pt x="225232" y="130324"/>
                    <a:pt x="225478" y="129587"/>
                    <a:pt x="225731" y="128828"/>
                  </a:cubicBezTo>
                  <a:cubicBezTo>
                    <a:pt x="226971" y="128332"/>
                    <a:pt x="228211" y="127836"/>
                    <a:pt x="229451" y="127340"/>
                  </a:cubicBezTo>
                  <a:cubicBezTo>
                    <a:pt x="229697" y="126603"/>
                    <a:pt x="229942" y="125866"/>
                    <a:pt x="230195" y="125107"/>
                  </a:cubicBezTo>
                  <a:cubicBezTo>
                    <a:pt x="231436" y="124611"/>
                    <a:pt x="232676" y="124115"/>
                    <a:pt x="233916" y="123619"/>
                  </a:cubicBezTo>
                  <a:cubicBezTo>
                    <a:pt x="234162" y="122882"/>
                    <a:pt x="234407" y="122145"/>
                    <a:pt x="234660" y="121386"/>
                  </a:cubicBezTo>
                  <a:cubicBezTo>
                    <a:pt x="235901" y="121138"/>
                    <a:pt x="237141" y="120890"/>
                    <a:pt x="238381" y="120642"/>
                  </a:cubicBezTo>
                  <a:cubicBezTo>
                    <a:pt x="238627" y="119906"/>
                    <a:pt x="238872" y="119169"/>
                    <a:pt x="239125" y="118410"/>
                  </a:cubicBezTo>
                  <a:cubicBezTo>
                    <a:pt x="240117" y="117914"/>
                    <a:pt x="241110" y="117418"/>
                    <a:pt x="242102" y="116922"/>
                  </a:cubicBezTo>
                  <a:cubicBezTo>
                    <a:pt x="242347" y="116185"/>
                    <a:pt x="242593" y="115448"/>
                    <a:pt x="242846" y="114689"/>
                  </a:cubicBezTo>
                  <a:cubicBezTo>
                    <a:pt x="243583" y="114720"/>
                    <a:pt x="244319" y="114751"/>
                    <a:pt x="245078" y="114782"/>
                  </a:cubicBezTo>
                  <a:cubicBezTo>
                    <a:pt x="245815" y="114752"/>
                    <a:pt x="246552" y="114721"/>
                    <a:pt x="247311" y="114689"/>
                  </a:cubicBezTo>
                  <a:cubicBezTo>
                    <a:pt x="247434" y="114075"/>
                    <a:pt x="247556" y="113461"/>
                    <a:pt x="247683" y="112829"/>
                  </a:cubicBezTo>
                  <a:cubicBezTo>
                    <a:pt x="247806" y="112215"/>
                    <a:pt x="247928" y="111601"/>
                    <a:pt x="248055" y="110969"/>
                  </a:cubicBezTo>
                  <a:cubicBezTo>
                    <a:pt x="250334" y="110736"/>
                    <a:pt x="250334" y="110736"/>
                    <a:pt x="252520" y="110969"/>
                  </a:cubicBezTo>
                  <a:cubicBezTo>
                    <a:pt x="252520" y="109986"/>
                    <a:pt x="252520" y="109004"/>
                    <a:pt x="252520" y="107992"/>
                  </a:cubicBezTo>
                  <a:cubicBezTo>
                    <a:pt x="253510" y="107736"/>
                    <a:pt x="254502" y="107489"/>
                    <a:pt x="255496" y="107248"/>
                  </a:cubicBezTo>
                  <a:cubicBezTo>
                    <a:pt x="255588" y="106757"/>
                    <a:pt x="255680" y="106266"/>
                    <a:pt x="255775" y="105760"/>
                  </a:cubicBezTo>
                  <a:cubicBezTo>
                    <a:pt x="256006" y="105023"/>
                    <a:pt x="256006" y="105023"/>
                    <a:pt x="256240" y="104271"/>
                  </a:cubicBezTo>
                  <a:cubicBezTo>
                    <a:pt x="257723" y="103993"/>
                    <a:pt x="259212" y="103745"/>
                    <a:pt x="260705" y="103527"/>
                  </a:cubicBezTo>
                  <a:cubicBezTo>
                    <a:pt x="260951" y="102790"/>
                    <a:pt x="261196" y="102054"/>
                    <a:pt x="261449" y="101295"/>
                  </a:cubicBezTo>
                  <a:cubicBezTo>
                    <a:pt x="262554" y="101134"/>
                    <a:pt x="262554" y="101134"/>
                    <a:pt x="263682" y="100969"/>
                  </a:cubicBezTo>
                  <a:cubicBezTo>
                    <a:pt x="264419" y="100831"/>
                    <a:pt x="265155" y="100693"/>
                    <a:pt x="265914" y="100551"/>
                  </a:cubicBezTo>
                  <a:cubicBezTo>
                    <a:pt x="266037" y="100059"/>
                    <a:pt x="266160" y="99568"/>
                    <a:pt x="266286" y="99062"/>
                  </a:cubicBezTo>
                  <a:cubicBezTo>
                    <a:pt x="266409" y="98571"/>
                    <a:pt x="266532" y="98080"/>
                    <a:pt x="266658" y="97574"/>
                  </a:cubicBezTo>
                  <a:cubicBezTo>
                    <a:pt x="268141" y="97296"/>
                    <a:pt x="269630" y="97048"/>
                    <a:pt x="271123" y="96830"/>
                  </a:cubicBezTo>
                  <a:cubicBezTo>
                    <a:pt x="271369" y="96093"/>
                    <a:pt x="271614" y="95356"/>
                    <a:pt x="271867" y="94597"/>
                  </a:cubicBezTo>
                  <a:cubicBezTo>
                    <a:pt x="274146" y="94086"/>
                    <a:pt x="274146" y="94086"/>
                    <a:pt x="276332" y="93853"/>
                  </a:cubicBezTo>
                  <a:cubicBezTo>
                    <a:pt x="276332" y="92871"/>
                    <a:pt x="276332" y="91889"/>
                    <a:pt x="276332" y="90877"/>
                  </a:cubicBezTo>
                  <a:cubicBezTo>
                    <a:pt x="278297" y="90631"/>
                    <a:pt x="280261" y="90386"/>
                    <a:pt x="282285" y="90133"/>
                  </a:cubicBezTo>
                  <a:cubicBezTo>
                    <a:pt x="282285" y="89150"/>
                    <a:pt x="282285" y="88168"/>
                    <a:pt x="282285" y="87156"/>
                  </a:cubicBezTo>
                  <a:cubicBezTo>
                    <a:pt x="283007" y="87079"/>
                    <a:pt x="283728" y="87003"/>
                    <a:pt x="284471" y="86923"/>
                  </a:cubicBezTo>
                  <a:cubicBezTo>
                    <a:pt x="285223" y="86755"/>
                    <a:pt x="285975" y="86586"/>
                    <a:pt x="286750" y="86412"/>
                  </a:cubicBezTo>
                  <a:cubicBezTo>
                    <a:pt x="286996" y="85675"/>
                    <a:pt x="287241" y="84938"/>
                    <a:pt x="287494" y="84179"/>
                  </a:cubicBezTo>
                  <a:cubicBezTo>
                    <a:pt x="289231" y="83683"/>
                    <a:pt x="290967" y="83187"/>
                    <a:pt x="292703" y="82691"/>
                  </a:cubicBezTo>
                  <a:cubicBezTo>
                    <a:pt x="292949" y="81954"/>
                    <a:pt x="293194" y="81218"/>
                    <a:pt x="293447" y="80459"/>
                  </a:cubicBezTo>
                  <a:cubicBezTo>
                    <a:pt x="294714" y="80298"/>
                    <a:pt x="294714" y="80298"/>
                    <a:pt x="296005" y="80133"/>
                  </a:cubicBezTo>
                  <a:cubicBezTo>
                    <a:pt x="296880" y="79995"/>
                    <a:pt x="297755" y="79857"/>
                    <a:pt x="298656" y="79715"/>
                  </a:cubicBezTo>
                  <a:cubicBezTo>
                    <a:pt x="299164" y="78728"/>
                    <a:pt x="299662" y="77737"/>
                    <a:pt x="300145" y="76738"/>
                  </a:cubicBezTo>
                  <a:cubicBezTo>
                    <a:pt x="302470" y="76552"/>
                    <a:pt x="302470" y="76552"/>
                    <a:pt x="304610" y="76738"/>
                  </a:cubicBezTo>
                  <a:cubicBezTo>
                    <a:pt x="304610" y="75756"/>
                    <a:pt x="304610" y="74774"/>
                    <a:pt x="304610" y="73761"/>
                  </a:cubicBezTo>
                  <a:cubicBezTo>
                    <a:pt x="305454" y="73700"/>
                    <a:pt x="306298" y="73639"/>
                    <a:pt x="307168" y="73575"/>
                  </a:cubicBezTo>
                  <a:cubicBezTo>
                    <a:pt x="308042" y="73391"/>
                    <a:pt x="308917" y="73207"/>
                    <a:pt x="309819" y="73017"/>
                  </a:cubicBezTo>
                  <a:cubicBezTo>
                    <a:pt x="309927" y="72523"/>
                    <a:pt x="310035" y="72029"/>
                    <a:pt x="310147" y="71520"/>
                  </a:cubicBezTo>
                  <a:cubicBezTo>
                    <a:pt x="310353" y="70788"/>
                    <a:pt x="310353" y="70788"/>
                    <a:pt x="310563" y="70041"/>
                  </a:cubicBezTo>
                  <a:cubicBezTo>
                    <a:pt x="312074" y="69666"/>
                    <a:pt x="312074" y="69666"/>
                    <a:pt x="313911" y="69622"/>
                  </a:cubicBezTo>
                  <a:cubicBezTo>
                    <a:pt x="315703" y="69621"/>
                    <a:pt x="315703" y="69621"/>
                    <a:pt x="317260" y="69297"/>
                  </a:cubicBezTo>
                  <a:cubicBezTo>
                    <a:pt x="317506" y="68560"/>
                    <a:pt x="317751" y="67823"/>
                    <a:pt x="318004" y="67064"/>
                  </a:cubicBezTo>
                  <a:cubicBezTo>
                    <a:pt x="319379" y="66683"/>
                    <a:pt x="319379" y="66683"/>
                    <a:pt x="321027" y="66553"/>
                  </a:cubicBezTo>
                  <a:cubicBezTo>
                    <a:pt x="321994" y="66476"/>
                    <a:pt x="322961" y="66399"/>
                    <a:pt x="323957" y="66320"/>
                  </a:cubicBezTo>
                  <a:cubicBezTo>
                    <a:pt x="323957" y="65338"/>
                    <a:pt x="323957" y="64356"/>
                    <a:pt x="323957" y="63344"/>
                  </a:cubicBezTo>
                  <a:cubicBezTo>
                    <a:pt x="324924" y="63420"/>
                    <a:pt x="325891" y="63497"/>
                    <a:pt x="326887" y="63576"/>
                  </a:cubicBezTo>
                  <a:cubicBezTo>
                    <a:pt x="328516" y="63643"/>
                    <a:pt x="328516" y="63643"/>
                    <a:pt x="329910" y="63344"/>
                  </a:cubicBezTo>
                  <a:cubicBezTo>
                    <a:pt x="330018" y="62730"/>
                    <a:pt x="330125" y="62116"/>
                    <a:pt x="330236" y="61483"/>
                  </a:cubicBezTo>
                  <a:cubicBezTo>
                    <a:pt x="330374" y="60869"/>
                    <a:pt x="330512" y="60255"/>
                    <a:pt x="330654" y="59623"/>
                  </a:cubicBezTo>
                  <a:cubicBezTo>
                    <a:pt x="332906" y="59256"/>
                    <a:pt x="335088" y="59417"/>
                    <a:pt x="337352" y="59623"/>
                  </a:cubicBezTo>
                  <a:cubicBezTo>
                    <a:pt x="337352" y="58641"/>
                    <a:pt x="337352" y="57658"/>
                    <a:pt x="337352" y="56646"/>
                  </a:cubicBezTo>
                  <a:cubicBezTo>
                    <a:pt x="338980" y="56108"/>
                    <a:pt x="338980" y="56108"/>
                    <a:pt x="341072" y="55856"/>
                  </a:cubicBezTo>
                  <a:cubicBezTo>
                    <a:pt x="343105" y="55654"/>
                    <a:pt x="343105" y="55654"/>
                    <a:pt x="344793" y="55158"/>
                  </a:cubicBezTo>
                  <a:cubicBezTo>
                    <a:pt x="344793" y="54421"/>
                    <a:pt x="344793" y="53685"/>
                    <a:pt x="344793" y="52926"/>
                  </a:cubicBezTo>
                  <a:cubicBezTo>
                    <a:pt x="345268" y="52960"/>
                    <a:pt x="345743" y="52995"/>
                    <a:pt x="346232" y="53030"/>
                  </a:cubicBezTo>
                  <a:cubicBezTo>
                    <a:pt x="346847" y="53057"/>
                    <a:pt x="347462" y="53084"/>
                    <a:pt x="348095" y="53112"/>
                  </a:cubicBezTo>
                  <a:cubicBezTo>
                    <a:pt x="348708" y="53146"/>
                    <a:pt x="349321" y="53181"/>
                    <a:pt x="349953" y="53216"/>
                  </a:cubicBezTo>
                  <a:cubicBezTo>
                    <a:pt x="350460" y="53120"/>
                    <a:pt x="350968" y="53024"/>
                    <a:pt x="351490" y="52926"/>
                  </a:cubicBezTo>
                  <a:cubicBezTo>
                    <a:pt x="351744" y="51935"/>
                    <a:pt x="351992" y="50943"/>
                    <a:pt x="352235" y="49949"/>
                  </a:cubicBezTo>
                  <a:cubicBezTo>
                    <a:pt x="353720" y="49600"/>
                    <a:pt x="353720" y="49600"/>
                    <a:pt x="355537" y="49577"/>
                  </a:cubicBezTo>
                  <a:cubicBezTo>
                    <a:pt x="357323" y="49615"/>
                    <a:pt x="357323" y="49615"/>
                    <a:pt x="358932" y="49205"/>
                  </a:cubicBezTo>
                  <a:cubicBezTo>
                    <a:pt x="359429" y="48213"/>
                    <a:pt x="359926" y="47221"/>
                    <a:pt x="360420" y="46228"/>
                  </a:cubicBezTo>
                  <a:cubicBezTo>
                    <a:pt x="362166" y="45837"/>
                    <a:pt x="363773" y="45856"/>
                    <a:pt x="365559" y="45833"/>
                  </a:cubicBezTo>
                  <a:cubicBezTo>
                    <a:pt x="366073" y="45718"/>
                    <a:pt x="366588" y="45603"/>
                    <a:pt x="367117" y="45484"/>
                  </a:cubicBezTo>
                  <a:cubicBezTo>
                    <a:pt x="367362" y="44994"/>
                    <a:pt x="367607" y="44504"/>
                    <a:pt x="367859" y="43999"/>
                  </a:cubicBezTo>
                  <a:cubicBezTo>
                    <a:pt x="368105" y="43507"/>
                    <a:pt x="368352" y="43015"/>
                    <a:pt x="368606" y="42508"/>
                  </a:cubicBezTo>
                  <a:cubicBezTo>
                    <a:pt x="370190" y="42133"/>
                    <a:pt x="370190" y="42133"/>
                    <a:pt x="372001" y="42089"/>
                  </a:cubicBezTo>
                  <a:cubicBezTo>
                    <a:pt x="373771" y="42088"/>
                    <a:pt x="373771" y="42088"/>
                    <a:pt x="375303" y="41763"/>
                  </a:cubicBezTo>
                  <a:cubicBezTo>
                    <a:pt x="375548" y="41027"/>
                    <a:pt x="375794" y="40290"/>
                    <a:pt x="376047" y="39531"/>
                  </a:cubicBezTo>
                  <a:cubicBezTo>
                    <a:pt x="377910" y="39313"/>
                    <a:pt x="377910" y="39313"/>
                    <a:pt x="380186" y="39391"/>
                  </a:cubicBezTo>
                  <a:cubicBezTo>
                    <a:pt x="380939" y="39412"/>
                    <a:pt x="381692" y="39432"/>
                    <a:pt x="382468" y="39453"/>
                  </a:cubicBezTo>
                  <a:cubicBezTo>
                    <a:pt x="383050" y="39478"/>
                    <a:pt x="383633" y="39504"/>
                    <a:pt x="384233" y="39531"/>
                  </a:cubicBezTo>
                  <a:cubicBezTo>
                    <a:pt x="384233" y="38303"/>
                    <a:pt x="384233" y="37075"/>
                    <a:pt x="384233" y="35810"/>
                  </a:cubicBezTo>
                  <a:cubicBezTo>
                    <a:pt x="387179" y="35810"/>
                    <a:pt x="390126" y="35810"/>
                    <a:pt x="393162" y="35810"/>
                  </a:cubicBezTo>
                  <a:cubicBezTo>
                    <a:pt x="393162" y="34828"/>
                    <a:pt x="393162" y="33846"/>
                    <a:pt x="393162" y="32834"/>
                  </a:cubicBezTo>
                  <a:cubicBezTo>
                    <a:pt x="393682" y="32789"/>
                    <a:pt x="394202" y="32744"/>
                    <a:pt x="394738" y="32697"/>
                  </a:cubicBezTo>
                  <a:cubicBezTo>
                    <a:pt x="395415" y="32635"/>
                    <a:pt x="396092" y="32572"/>
                    <a:pt x="396790" y="32508"/>
                  </a:cubicBezTo>
                  <a:cubicBezTo>
                    <a:pt x="397463" y="32448"/>
                    <a:pt x="398137" y="32387"/>
                    <a:pt x="398831" y="32325"/>
                  </a:cubicBezTo>
                  <a:cubicBezTo>
                    <a:pt x="400612" y="32186"/>
                    <a:pt x="400612" y="32186"/>
                    <a:pt x="402092" y="31345"/>
                  </a:cubicBezTo>
                  <a:cubicBezTo>
                    <a:pt x="402092" y="30609"/>
                    <a:pt x="402092" y="29872"/>
                    <a:pt x="402092" y="29113"/>
                  </a:cubicBezTo>
                  <a:cubicBezTo>
                    <a:pt x="405284" y="29113"/>
                    <a:pt x="408477" y="29113"/>
                    <a:pt x="411766" y="29113"/>
                  </a:cubicBezTo>
                  <a:cubicBezTo>
                    <a:pt x="411766" y="28131"/>
                    <a:pt x="411766" y="27149"/>
                    <a:pt x="411766" y="26136"/>
                  </a:cubicBezTo>
                  <a:cubicBezTo>
                    <a:pt x="412549" y="26029"/>
                    <a:pt x="413331" y="25922"/>
                    <a:pt x="414138" y="25811"/>
                  </a:cubicBezTo>
                  <a:cubicBezTo>
                    <a:pt x="415074" y="25673"/>
                    <a:pt x="416010" y="25535"/>
                    <a:pt x="416975" y="25392"/>
                  </a:cubicBezTo>
                  <a:cubicBezTo>
                    <a:pt x="418034" y="25254"/>
                    <a:pt x="418034" y="25254"/>
                    <a:pt x="419114" y="25113"/>
                  </a:cubicBezTo>
                  <a:cubicBezTo>
                    <a:pt x="419636" y="24960"/>
                    <a:pt x="420158" y="24806"/>
                    <a:pt x="420695" y="24648"/>
                  </a:cubicBezTo>
                  <a:cubicBezTo>
                    <a:pt x="420941" y="23912"/>
                    <a:pt x="421187" y="23175"/>
                    <a:pt x="421440" y="22416"/>
                  </a:cubicBezTo>
                  <a:cubicBezTo>
                    <a:pt x="423952" y="22095"/>
                    <a:pt x="426419" y="22088"/>
                    <a:pt x="428951" y="22047"/>
                  </a:cubicBezTo>
                  <a:cubicBezTo>
                    <a:pt x="429664" y="21923"/>
                    <a:pt x="430378" y="21799"/>
                    <a:pt x="431113" y="21672"/>
                  </a:cubicBezTo>
                  <a:cubicBezTo>
                    <a:pt x="431236" y="21181"/>
                    <a:pt x="431359" y="20689"/>
                    <a:pt x="431486" y="20183"/>
                  </a:cubicBezTo>
                  <a:cubicBezTo>
                    <a:pt x="431608" y="19692"/>
                    <a:pt x="431731" y="19201"/>
                    <a:pt x="431858" y="18695"/>
                  </a:cubicBezTo>
                  <a:cubicBezTo>
                    <a:pt x="434020" y="18320"/>
                    <a:pt x="434020" y="18320"/>
                    <a:pt x="436695" y="18276"/>
                  </a:cubicBezTo>
                  <a:cubicBezTo>
                    <a:pt x="439290" y="18277"/>
                    <a:pt x="439290" y="18277"/>
                    <a:pt x="441531" y="17951"/>
                  </a:cubicBezTo>
                  <a:cubicBezTo>
                    <a:pt x="441777" y="17214"/>
                    <a:pt x="442023" y="16478"/>
                    <a:pt x="442276" y="15719"/>
                  </a:cubicBezTo>
                  <a:cubicBezTo>
                    <a:pt x="444981" y="15397"/>
                    <a:pt x="447645" y="15391"/>
                    <a:pt x="450368" y="15349"/>
                  </a:cubicBezTo>
                  <a:cubicBezTo>
                    <a:pt x="451519" y="15164"/>
                    <a:pt x="451519" y="15164"/>
                    <a:pt x="452694" y="14974"/>
                  </a:cubicBezTo>
                  <a:cubicBezTo>
                    <a:pt x="452853" y="14242"/>
                    <a:pt x="452853" y="14242"/>
                    <a:pt x="453016" y="13495"/>
                  </a:cubicBezTo>
                  <a:cubicBezTo>
                    <a:pt x="453225" y="12754"/>
                    <a:pt x="453225" y="12754"/>
                    <a:pt x="453438" y="11998"/>
                  </a:cubicBezTo>
                  <a:cubicBezTo>
                    <a:pt x="455525" y="11644"/>
                    <a:pt x="457341" y="11479"/>
                    <a:pt x="459437" y="11440"/>
                  </a:cubicBezTo>
                  <a:cubicBezTo>
                    <a:pt x="460002" y="11418"/>
                    <a:pt x="460566" y="11396"/>
                    <a:pt x="461148" y="11373"/>
                  </a:cubicBezTo>
                  <a:cubicBezTo>
                    <a:pt x="462546" y="11320"/>
                    <a:pt x="463945" y="11285"/>
                    <a:pt x="465344" y="11254"/>
                  </a:cubicBezTo>
                  <a:cubicBezTo>
                    <a:pt x="465344" y="10517"/>
                    <a:pt x="465344" y="9780"/>
                    <a:pt x="465344" y="9021"/>
                  </a:cubicBezTo>
                  <a:cubicBezTo>
                    <a:pt x="466132" y="8976"/>
                    <a:pt x="466921" y="8931"/>
                    <a:pt x="467733" y="8885"/>
                  </a:cubicBezTo>
                  <a:cubicBezTo>
                    <a:pt x="468766" y="8822"/>
                    <a:pt x="469799" y="8759"/>
                    <a:pt x="470832" y="8696"/>
                  </a:cubicBezTo>
                  <a:cubicBezTo>
                    <a:pt x="471352" y="8666"/>
                    <a:pt x="471872" y="8637"/>
                    <a:pt x="472407" y="8607"/>
                  </a:cubicBezTo>
                  <a:cubicBezTo>
                    <a:pt x="475296" y="8469"/>
                    <a:pt x="475296" y="8469"/>
                    <a:pt x="477994" y="7533"/>
                  </a:cubicBezTo>
                  <a:cubicBezTo>
                    <a:pt x="478240" y="6796"/>
                    <a:pt x="478485" y="6060"/>
                    <a:pt x="478738" y="5301"/>
                  </a:cubicBezTo>
                  <a:cubicBezTo>
                    <a:pt x="480177" y="5026"/>
                    <a:pt x="480177" y="5026"/>
                    <a:pt x="482041" y="5024"/>
                  </a:cubicBezTo>
                  <a:cubicBezTo>
                    <a:pt x="483039" y="5005"/>
                    <a:pt x="483039" y="5005"/>
                    <a:pt x="484058" y="4985"/>
                  </a:cubicBezTo>
                  <a:cubicBezTo>
                    <a:pt x="485473" y="4978"/>
                    <a:pt x="486887" y="4975"/>
                    <a:pt x="488302" y="4974"/>
                  </a:cubicBezTo>
                  <a:cubicBezTo>
                    <a:pt x="488968" y="4960"/>
                    <a:pt x="489633" y="4946"/>
                    <a:pt x="490319" y="4931"/>
                  </a:cubicBezTo>
                  <a:cubicBezTo>
                    <a:pt x="491241" y="4929"/>
                    <a:pt x="491241" y="4929"/>
                    <a:pt x="492182" y="4927"/>
                  </a:cubicBezTo>
                  <a:cubicBezTo>
                    <a:pt x="492657" y="4805"/>
                    <a:pt x="493132" y="4682"/>
                    <a:pt x="493621" y="4556"/>
                  </a:cubicBezTo>
                  <a:cubicBezTo>
                    <a:pt x="493727" y="4064"/>
                    <a:pt x="493832" y="3571"/>
                    <a:pt x="493941" y="3063"/>
                  </a:cubicBezTo>
                  <a:cubicBezTo>
                    <a:pt x="494081" y="2573"/>
                    <a:pt x="494221" y="2084"/>
                    <a:pt x="494365" y="1580"/>
                  </a:cubicBezTo>
                  <a:cubicBezTo>
                    <a:pt x="496158" y="1242"/>
                    <a:pt x="496158" y="1242"/>
                    <a:pt x="498508" y="1289"/>
                  </a:cubicBezTo>
                  <a:cubicBezTo>
                    <a:pt x="499345" y="1299"/>
                    <a:pt x="500181" y="1308"/>
                    <a:pt x="501044" y="1318"/>
                  </a:cubicBezTo>
                  <a:cubicBezTo>
                    <a:pt x="501925" y="1343"/>
                    <a:pt x="502806" y="1368"/>
                    <a:pt x="503714" y="1394"/>
                  </a:cubicBezTo>
                  <a:cubicBezTo>
                    <a:pt x="505040" y="1414"/>
                    <a:pt x="505040" y="1414"/>
                    <a:pt x="506392" y="1435"/>
                  </a:cubicBezTo>
                  <a:cubicBezTo>
                    <a:pt x="508585" y="1470"/>
                    <a:pt x="510777" y="1519"/>
                    <a:pt x="512969" y="1580"/>
                  </a:cubicBezTo>
                  <a:cubicBezTo>
                    <a:pt x="512969" y="1089"/>
                    <a:pt x="512969" y="598"/>
                    <a:pt x="512969" y="92"/>
                  </a:cubicBezTo>
                  <a:close/>
                </a:path>
              </a:pathLst>
            </a:custGeom>
            <a:grpFill/>
            <a:ln w="744" cap="flat">
              <a:noFill/>
              <a:prstDash val="solid"/>
              <a:miter/>
            </a:ln>
          </p:spPr>
          <p:txBody>
            <a:bodyPr rtlCol="0" anchor="ctr"/>
            <a:lstStyle/>
            <a:p>
              <a:endParaRPr lang="zh-CN" altLang="en-US"/>
            </a:p>
          </p:txBody>
        </p:sp>
        <p:sp>
          <p:nvSpPr>
            <p:cNvPr id="146" name="任意多边形: 形状 145"/>
            <p:cNvSpPr/>
            <p:nvPr/>
          </p:nvSpPr>
          <p:spPr>
            <a:xfrm>
              <a:off x="10595432" y="624349"/>
              <a:ext cx="279565" cy="539901"/>
            </a:xfrm>
            <a:custGeom>
              <a:avLst/>
              <a:gdLst>
                <a:gd name="connsiteX0" fmla="*/ 174025 w 279567"/>
                <a:gd name="connsiteY0" fmla="*/ 173539 h 539886"/>
                <a:gd name="connsiteX1" fmla="*/ 171250 w 279567"/>
                <a:gd name="connsiteY1" fmla="*/ 173580 h 539886"/>
                <a:gd name="connsiteX2" fmla="*/ 162081 w 279567"/>
                <a:gd name="connsiteY2" fmla="*/ 173609 h 539886"/>
                <a:gd name="connsiteX3" fmla="*/ 153855 w 279567"/>
                <a:gd name="connsiteY3" fmla="*/ 173652 h 539886"/>
                <a:gd name="connsiteX4" fmla="*/ 138328 w 279567"/>
                <a:gd name="connsiteY4" fmla="*/ 173721 h 539886"/>
                <a:gd name="connsiteX5" fmla="*/ 120507 w 279567"/>
                <a:gd name="connsiteY5" fmla="*/ 173809 h 539886"/>
                <a:gd name="connsiteX6" fmla="*/ 82124 w 279567"/>
                <a:gd name="connsiteY6" fmla="*/ 174002 h 539886"/>
                <a:gd name="connsiteX7" fmla="*/ 81823 w 279567"/>
                <a:gd name="connsiteY7" fmla="*/ 188213 h 539886"/>
                <a:gd name="connsiteX8" fmla="*/ 81706 w 279567"/>
                <a:gd name="connsiteY8" fmla="*/ 194001 h 539886"/>
                <a:gd name="connsiteX9" fmla="*/ 81524 w 279567"/>
                <a:gd name="connsiteY9" fmla="*/ 202554 h 539886"/>
                <a:gd name="connsiteX10" fmla="*/ 81470 w 279567"/>
                <a:gd name="connsiteY10" fmla="*/ 205250 h 539886"/>
                <a:gd name="connsiteX11" fmla="*/ 81409 w 279567"/>
                <a:gd name="connsiteY11" fmla="*/ 207890 h 539886"/>
                <a:gd name="connsiteX12" fmla="*/ 81364 w 279567"/>
                <a:gd name="connsiteY12" fmla="*/ 210328 h 539886"/>
                <a:gd name="connsiteX13" fmla="*/ 82124 w 279567"/>
                <a:gd name="connsiteY13" fmla="*/ 215674 h 539886"/>
                <a:gd name="connsiteX14" fmla="*/ 83759 w 279567"/>
                <a:gd name="connsiteY14" fmla="*/ 215859 h 539886"/>
                <a:gd name="connsiteX15" fmla="*/ 85966 w 279567"/>
                <a:gd name="connsiteY15" fmla="*/ 215858 h 539886"/>
                <a:gd name="connsiteX16" fmla="*/ 88489 w 279567"/>
                <a:gd name="connsiteY16" fmla="*/ 215867 h 539886"/>
                <a:gd name="connsiteX17" fmla="*/ 91282 w 279567"/>
                <a:gd name="connsiteY17" fmla="*/ 215855 h 539886"/>
                <a:gd name="connsiteX18" fmla="*/ 100509 w 279567"/>
                <a:gd name="connsiteY18" fmla="*/ 215854 h 539886"/>
                <a:gd name="connsiteX19" fmla="*/ 108790 w 279567"/>
                <a:gd name="connsiteY19" fmla="*/ 215844 h 539886"/>
                <a:gd name="connsiteX20" fmla="*/ 122638 w 279567"/>
                <a:gd name="connsiteY20" fmla="*/ 215831 h 539886"/>
                <a:gd name="connsiteX21" fmla="*/ 138795 w 279567"/>
                <a:gd name="connsiteY21" fmla="*/ 215812 h 539886"/>
                <a:gd name="connsiteX22" fmla="*/ 154429 w 279567"/>
                <a:gd name="connsiteY22" fmla="*/ 215804 h 539886"/>
                <a:gd name="connsiteX23" fmla="*/ 161059 w 279567"/>
                <a:gd name="connsiteY23" fmla="*/ 215798 h 539886"/>
                <a:gd name="connsiteX24" fmla="*/ 169015 w 279567"/>
                <a:gd name="connsiteY24" fmla="*/ 215789 h 539886"/>
                <a:gd name="connsiteX25" fmla="*/ 171937 w 279567"/>
                <a:gd name="connsiteY25" fmla="*/ 215782 h 539886"/>
                <a:gd name="connsiteX26" fmla="*/ 174730 w 279567"/>
                <a:gd name="connsiteY26" fmla="*/ 215783 h 539886"/>
                <a:gd name="connsiteX27" fmla="*/ 177253 w 279567"/>
                <a:gd name="connsiteY27" fmla="*/ 215773 h 539886"/>
                <a:gd name="connsiteX28" fmla="*/ 181839 w 279567"/>
                <a:gd name="connsiteY28" fmla="*/ 214930 h 539886"/>
                <a:gd name="connsiteX29" fmla="*/ 181518 w 279567"/>
                <a:gd name="connsiteY29" fmla="*/ 213609 h 539886"/>
                <a:gd name="connsiteX30" fmla="*/ 181011 w 279567"/>
                <a:gd name="connsiteY30" fmla="*/ 210321 h 539886"/>
                <a:gd name="connsiteX31" fmla="*/ 181022 w 279567"/>
                <a:gd name="connsiteY31" fmla="*/ 208532 h 539886"/>
                <a:gd name="connsiteX32" fmla="*/ 181030 w 279567"/>
                <a:gd name="connsiteY32" fmla="*/ 206492 h 539886"/>
                <a:gd name="connsiteX33" fmla="*/ 181049 w 279567"/>
                <a:gd name="connsiteY33" fmla="*/ 204305 h 539886"/>
                <a:gd name="connsiteX34" fmla="*/ 181095 w 279567"/>
                <a:gd name="connsiteY34" fmla="*/ 194884 h 539886"/>
                <a:gd name="connsiteX35" fmla="*/ 181133 w 279567"/>
                <a:gd name="connsiteY35" fmla="*/ 187734 h 539886"/>
                <a:gd name="connsiteX36" fmla="*/ 181142 w 279567"/>
                <a:gd name="connsiteY36" fmla="*/ 185469 h 539886"/>
                <a:gd name="connsiteX37" fmla="*/ 181160 w 279567"/>
                <a:gd name="connsiteY37" fmla="*/ 183287 h 539886"/>
                <a:gd name="connsiteX38" fmla="*/ 181168 w 279567"/>
                <a:gd name="connsiteY38" fmla="*/ 181240 h 539886"/>
                <a:gd name="connsiteX39" fmla="*/ 180351 w 279567"/>
                <a:gd name="connsiteY39" fmla="*/ 174002 h 539886"/>
                <a:gd name="connsiteX40" fmla="*/ 178725 w 279567"/>
                <a:gd name="connsiteY40" fmla="*/ 173544 h 539886"/>
                <a:gd name="connsiteX41" fmla="*/ 176532 w 279567"/>
                <a:gd name="connsiteY41" fmla="*/ 173554 h 539886"/>
                <a:gd name="connsiteX42" fmla="*/ 174025 w 279567"/>
                <a:gd name="connsiteY42" fmla="*/ 173539 h 539886"/>
                <a:gd name="connsiteX43" fmla="*/ 174721 w 279567"/>
                <a:gd name="connsiteY43" fmla="*/ 67915 h 539886"/>
                <a:gd name="connsiteX44" fmla="*/ 171925 w 279567"/>
                <a:gd name="connsiteY44" fmla="*/ 67939 h 539886"/>
                <a:gd name="connsiteX45" fmla="*/ 162687 w 279567"/>
                <a:gd name="connsiteY45" fmla="*/ 67957 h 539886"/>
                <a:gd name="connsiteX46" fmla="*/ 154398 w 279567"/>
                <a:gd name="connsiteY46" fmla="*/ 67983 h 539886"/>
                <a:gd name="connsiteX47" fmla="*/ 138754 w 279567"/>
                <a:gd name="connsiteY47" fmla="*/ 68024 h 539886"/>
                <a:gd name="connsiteX48" fmla="*/ 120798 w 279567"/>
                <a:gd name="connsiteY48" fmla="*/ 68077 h 539886"/>
                <a:gd name="connsiteX49" fmla="*/ 82124 w 279567"/>
                <a:gd name="connsiteY49" fmla="*/ 68193 h 539886"/>
                <a:gd name="connsiteX50" fmla="*/ 82124 w 279567"/>
                <a:gd name="connsiteY50" fmla="*/ 109865 h 539886"/>
                <a:gd name="connsiteX51" fmla="*/ 119027 w 279567"/>
                <a:gd name="connsiteY51" fmla="*/ 109902 h 539886"/>
                <a:gd name="connsiteX52" fmla="*/ 136961 w 279567"/>
                <a:gd name="connsiteY52" fmla="*/ 109918 h 539886"/>
                <a:gd name="connsiteX53" fmla="*/ 152719 w 279567"/>
                <a:gd name="connsiteY53" fmla="*/ 109934 h 539886"/>
                <a:gd name="connsiteX54" fmla="*/ 161034 w 279567"/>
                <a:gd name="connsiteY54" fmla="*/ 109940 h 539886"/>
                <a:gd name="connsiteX55" fmla="*/ 168999 w 279567"/>
                <a:gd name="connsiteY55" fmla="*/ 109949 h 539886"/>
                <a:gd name="connsiteX56" fmla="*/ 171925 w 279567"/>
                <a:gd name="connsiteY56" fmla="*/ 109949 h 539886"/>
                <a:gd name="connsiteX57" fmla="*/ 174721 w 279567"/>
                <a:gd name="connsiteY57" fmla="*/ 109957 h 539886"/>
                <a:gd name="connsiteX58" fmla="*/ 177248 w 279567"/>
                <a:gd name="connsiteY58" fmla="*/ 109954 h 539886"/>
                <a:gd name="connsiteX59" fmla="*/ 179457 w 279567"/>
                <a:gd name="connsiteY59" fmla="*/ 109956 h 539886"/>
                <a:gd name="connsiteX60" fmla="*/ 181839 w 279567"/>
                <a:gd name="connsiteY60" fmla="*/ 109120 h 539886"/>
                <a:gd name="connsiteX61" fmla="*/ 181519 w 279567"/>
                <a:gd name="connsiteY61" fmla="*/ 107802 h 539886"/>
                <a:gd name="connsiteX62" fmla="*/ 181000 w 279567"/>
                <a:gd name="connsiteY62" fmla="*/ 104496 h 539886"/>
                <a:gd name="connsiteX63" fmla="*/ 180998 w 279567"/>
                <a:gd name="connsiteY63" fmla="*/ 102687 h 539886"/>
                <a:gd name="connsiteX64" fmla="*/ 180991 w 279567"/>
                <a:gd name="connsiteY64" fmla="*/ 100626 h 539886"/>
                <a:gd name="connsiteX65" fmla="*/ 180996 w 279567"/>
                <a:gd name="connsiteY65" fmla="*/ 98418 h 539886"/>
                <a:gd name="connsiteX66" fmla="*/ 180993 w 279567"/>
                <a:gd name="connsiteY66" fmla="*/ 93787 h 539886"/>
                <a:gd name="connsiteX67" fmla="*/ 180998 w 279567"/>
                <a:gd name="connsiteY67" fmla="*/ 86487 h 539886"/>
                <a:gd name="connsiteX68" fmla="*/ 180994 w 279567"/>
                <a:gd name="connsiteY68" fmla="*/ 81717 h 539886"/>
                <a:gd name="connsiteX69" fmla="*/ 180996 w 279567"/>
                <a:gd name="connsiteY69" fmla="*/ 79442 h 539886"/>
                <a:gd name="connsiteX70" fmla="*/ 180991 w 279567"/>
                <a:gd name="connsiteY70" fmla="*/ 77225 h 539886"/>
                <a:gd name="connsiteX71" fmla="*/ 180998 w 279567"/>
                <a:gd name="connsiteY71" fmla="*/ 75177 h 539886"/>
                <a:gd name="connsiteX72" fmla="*/ 181095 w 279567"/>
                <a:gd name="connsiteY72" fmla="*/ 71913 h 539886"/>
                <a:gd name="connsiteX73" fmla="*/ 181095 w 279567"/>
                <a:gd name="connsiteY73" fmla="*/ 68193 h 539886"/>
                <a:gd name="connsiteX74" fmla="*/ 179457 w 279567"/>
                <a:gd name="connsiteY74" fmla="*/ 67918 h 539886"/>
                <a:gd name="connsiteX75" fmla="*/ 177248 w 279567"/>
                <a:gd name="connsiteY75" fmla="*/ 67924 h 539886"/>
                <a:gd name="connsiteX76" fmla="*/ 174721 w 279567"/>
                <a:gd name="connsiteY76" fmla="*/ 67915 h 539886"/>
                <a:gd name="connsiteX77" fmla="*/ 28316 w 279567"/>
                <a:gd name="connsiteY77" fmla="*/ 0 h 539886"/>
                <a:gd name="connsiteX78" fmla="*/ 30879 w 279567"/>
                <a:gd name="connsiteY78" fmla="*/ 26 h 539886"/>
                <a:gd name="connsiteX79" fmla="*/ 33573 w 279567"/>
                <a:gd name="connsiteY79" fmla="*/ 19 h 539886"/>
                <a:gd name="connsiteX80" fmla="*/ 41022 w 279567"/>
                <a:gd name="connsiteY80" fmla="*/ 39 h 539886"/>
                <a:gd name="connsiteX81" fmla="*/ 49161 w 279567"/>
                <a:gd name="connsiteY81" fmla="*/ 45 h 539886"/>
                <a:gd name="connsiteX82" fmla="*/ 64980 w 279567"/>
                <a:gd name="connsiteY82" fmla="*/ 76 h 539886"/>
                <a:gd name="connsiteX83" fmla="*/ 83266 w 279567"/>
                <a:gd name="connsiteY83" fmla="*/ 103 h 539886"/>
                <a:gd name="connsiteX84" fmla="*/ 131576 w 279567"/>
                <a:gd name="connsiteY84" fmla="*/ 198 h 539886"/>
                <a:gd name="connsiteX85" fmla="*/ 240546 w 279567"/>
                <a:gd name="connsiteY85" fmla="*/ 384 h 539886"/>
                <a:gd name="connsiteX86" fmla="*/ 240546 w 279567"/>
                <a:gd name="connsiteY86" fmla="*/ 280181 h 539886"/>
                <a:gd name="connsiteX87" fmla="*/ 159434 w 279567"/>
                <a:gd name="connsiteY87" fmla="*/ 280925 h 539886"/>
                <a:gd name="connsiteX88" fmla="*/ 161667 w 279567"/>
                <a:gd name="connsiteY88" fmla="*/ 283158 h 539886"/>
                <a:gd name="connsiteX89" fmla="*/ 162085 w 279567"/>
                <a:gd name="connsiteY89" fmla="*/ 287343 h 539886"/>
                <a:gd name="connsiteX90" fmla="*/ 162411 w 279567"/>
                <a:gd name="connsiteY90" fmla="*/ 291343 h 539886"/>
                <a:gd name="connsiteX91" fmla="*/ 163899 w 279567"/>
                <a:gd name="connsiteY91" fmla="*/ 292087 h 539886"/>
                <a:gd name="connsiteX92" fmla="*/ 164315 w 279567"/>
                <a:gd name="connsiteY92" fmla="*/ 299017 h 539886"/>
                <a:gd name="connsiteX93" fmla="*/ 164643 w 279567"/>
                <a:gd name="connsiteY93" fmla="*/ 301017 h 539886"/>
                <a:gd name="connsiteX94" fmla="*/ 166876 w 279567"/>
                <a:gd name="connsiteY94" fmla="*/ 301761 h 539886"/>
                <a:gd name="connsiteX95" fmla="*/ 167318 w 279567"/>
                <a:gd name="connsiteY95" fmla="*/ 308691 h 539886"/>
                <a:gd name="connsiteX96" fmla="*/ 167620 w 279567"/>
                <a:gd name="connsiteY96" fmla="*/ 310691 h 539886"/>
                <a:gd name="connsiteX97" fmla="*/ 169852 w 279567"/>
                <a:gd name="connsiteY97" fmla="*/ 311435 h 539886"/>
                <a:gd name="connsiteX98" fmla="*/ 170271 w 279567"/>
                <a:gd name="connsiteY98" fmla="*/ 315900 h 539886"/>
                <a:gd name="connsiteX99" fmla="*/ 170597 w 279567"/>
                <a:gd name="connsiteY99" fmla="*/ 320365 h 539886"/>
                <a:gd name="connsiteX100" fmla="*/ 172085 w 279567"/>
                <a:gd name="connsiteY100" fmla="*/ 321109 h 539886"/>
                <a:gd name="connsiteX101" fmla="*/ 172501 w 279567"/>
                <a:gd name="connsiteY101" fmla="*/ 326876 h 539886"/>
                <a:gd name="connsiteX102" fmla="*/ 172829 w 279567"/>
                <a:gd name="connsiteY102" fmla="*/ 328550 h 539886"/>
                <a:gd name="connsiteX103" fmla="*/ 175061 w 279567"/>
                <a:gd name="connsiteY103" fmla="*/ 329294 h 539886"/>
                <a:gd name="connsiteX104" fmla="*/ 175480 w 279567"/>
                <a:gd name="connsiteY104" fmla="*/ 332643 h 539886"/>
                <a:gd name="connsiteX105" fmla="*/ 175806 w 279567"/>
                <a:gd name="connsiteY105" fmla="*/ 335992 h 539886"/>
                <a:gd name="connsiteX106" fmla="*/ 177294 w 279567"/>
                <a:gd name="connsiteY106" fmla="*/ 336736 h 539886"/>
                <a:gd name="connsiteX107" fmla="*/ 177294 w 279567"/>
                <a:gd name="connsiteY107" fmla="*/ 335247 h 539886"/>
                <a:gd name="connsiteX108" fmla="*/ 178736 w 279567"/>
                <a:gd name="connsiteY108" fmla="*/ 334922 h 539886"/>
                <a:gd name="connsiteX109" fmla="*/ 180270 w 279567"/>
                <a:gd name="connsiteY109" fmla="*/ 334503 h 539886"/>
                <a:gd name="connsiteX110" fmla="*/ 181015 w 279567"/>
                <a:gd name="connsiteY110" fmla="*/ 332271 h 539886"/>
                <a:gd name="connsiteX111" fmla="*/ 183247 w 279567"/>
                <a:gd name="connsiteY111" fmla="*/ 330783 h 539886"/>
                <a:gd name="connsiteX112" fmla="*/ 183991 w 279567"/>
                <a:gd name="connsiteY112" fmla="*/ 328550 h 539886"/>
                <a:gd name="connsiteX113" fmla="*/ 186224 w 279567"/>
                <a:gd name="connsiteY113" fmla="*/ 327806 h 539886"/>
                <a:gd name="connsiteX114" fmla="*/ 186921 w 279567"/>
                <a:gd name="connsiteY114" fmla="*/ 326318 h 539886"/>
                <a:gd name="connsiteX115" fmla="*/ 187712 w 279567"/>
                <a:gd name="connsiteY115" fmla="*/ 324829 h 539886"/>
                <a:gd name="connsiteX116" fmla="*/ 189247 w 279567"/>
                <a:gd name="connsiteY116" fmla="*/ 324457 h 539886"/>
                <a:gd name="connsiteX117" fmla="*/ 190688 w 279567"/>
                <a:gd name="connsiteY117" fmla="*/ 324085 h 539886"/>
                <a:gd name="connsiteX118" fmla="*/ 191060 w 279567"/>
                <a:gd name="connsiteY118" fmla="*/ 322551 h 539886"/>
                <a:gd name="connsiteX119" fmla="*/ 191433 w 279567"/>
                <a:gd name="connsiteY119" fmla="*/ 321109 h 539886"/>
                <a:gd name="connsiteX120" fmla="*/ 194409 w 279567"/>
                <a:gd name="connsiteY120" fmla="*/ 321109 h 539886"/>
                <a:gd name="connsiteX121" fmla="*/ 194409 w 279567"/>
                <a:gd name="connsiteY121" fmla="*/ 318132 h 539886"/>
                <a:gd name="connsiteX122" fmla="*/ 197386 w 279567"/>
                <a:gd name="connsiteY122" fmla="*/ 318132 h 539886"/>
                <a:gd name="connsiteX123" fmla="*/ 198130 w 279567"/>
                <a:gd name="connsiteY123" fmla="*/ 315156 h 539886"/>
                <a:gd name="connsiteX124" fmla="*/ 200362 w 279567"/>
                <a:gd name="connsiteY124" fmla="*/ 314412 h 539886"/>
                <a:gd name="connsiteX125" fmla="*/ 201106 w 279567"/>
                <a:gd name="connsiteY125" fmla="*/ 311435 h 539886"/>
                <a:gd name="connsiteX126" fmla="*/ 202595 w 279567"/>
                <a:gd name="connsiteY126" fmla="*/ 311435 h 539886"/>
                <a:gd name="connsiteX127" fmla="*/ 203246 w 279567"/>
                <a:gd name="connsiteY127" fmla="*/ 309621 h 539886"/>
                <a:gd name="connsiteX128" fmla="*/ 204083 w 279567"/>
                <a:gd name="connsiteY128" fmla="*/ 307714 h 539886"/>
                <a:gd name="connsiteX129" fmla="*/ 207059 w 279567"/>
                <a:gd name="connsiteY129" fmla="*/ 306970 h 539886"/>
                <a:gd name="connsiteX130" fmla="*/ 208548 w 279567"/>
                <a:gd name="connsiteY130" fmla="*/ 303249 h 539886"/>
                <a:gd name="connsiteX131" fmla="*/ 210036 w 279567"/>
                <a:gd name="connsiteY131" fmla="*/ 303249 h 539886"/>
                <a:gd name="connsiteX132" fmla="*/ 210036 w 279567"/>
                <a:gd name="connsiteY132" fmla="*/ 301017 h 539886"/>
                <a:gd name="connsiteX133" fmla="*/ 211478 w 279567"/>
                <a:gd name="connsiteY133" fmla="*/ 300691 h 539886"/>
                <a:gd name="connsiteX134" fmla="*/ 213013 w 279567"/>
                <a:gd name="connsiteY134" fmla="*/ 300273 h 539886"/>
                <a:gd name="connsiteX135" fmla="*/ 213757 w 279567"/>
                <a:gd name="connsiteY135" fmla="*/ 297296 h 539886"/>
                <a:gd name="connsiteX136" fmla="*/ 215989 w 279567"/>
                <a:gd name="connsiteY136" fmla="*/ 297296 h 539886"/>
                <a:gd name="connsiteX137" fmla="*/ 215989 w 279567"/>
                <a:gd name="connsiteY137" fmla="*/ 294320 h 539886"/>
                <a:gd name="connsiteX138" fmla="*/ 218222 w 279567"/>
                <a:gd name="connsiteY138" fmla="*/ 293576 h 539886"/>
                <a:gd name="connsiteX139" fmla="*/ 218594 w 279567"/>
                <a:gd name="connsiteY139" fmla="*/ 292087 h 539886"/>
                <a:gd name="connsiteX140" fmla="*/ 218966 w 279567"/>
                <a:gd name="connsiteY140" fmla="*/ 290599 h 539886"/>
                <a:gd name="connsiteX141" fmla="*/ 221198 w 279567"/>
                <a:gd name="connsiteY141" fmla="*/ 289855 h 539886"/>
                <a:gd name="connsiteX142" fmla="*/ 221942 w 279567"/>
                <a:gd name="connsiteY142" fmla="*/ 287622 h 539886"/>
                <a:gd name="connsiteX143" fmla="*/ 223431 w 279567"/>
                <a:gd name="connsiteY143" fmla="*/ 286878 h 539886"/>
                <a:gd name="connsiteX144" fmla="*/ 223663 w 279567"/>
                <a:gd name="connsiteY144" fmla="*/ 285483 h 539886"/>
                <a:gd name="connsiteX145" fmla="*/ 225896 w 279567"/>
                <a:gd name="connsiteY145" fmla="*/ 282646 h 539886"/>
                <a:gd name="connsiteX146" fmla="*/ 227895 w 279567"/>
                <a:gd name="connsiteY146" fmla="*/ 281669 h 539886"/>
                <a:gd name="connsiteX147" fmla="*/ 229384 w 279567"/>
                <a:gd name="connsiteY147" fmla="*/ 280925 h 539886"/>
                <a:gd name="connsiteX148" fmla="*/ 232872 w 279567"/>
                <a:gd name="connsiteY148" fmla="*/ 282600 h 539886"/>
                <a:gd name="connsiteX149" fmla="*/ 235337 w 279567"/>
                <a:gd name="connsiteY149" fmla="*/ 286878 h 539886"/>
                <a:gd name="connsiteX150" fmla="*/ 237569 w 279567"/>
                <a:gd name="connsiteY150" fmla="*/ 288367 h 539886"/>
                <a:gd name="connsiteX151" fmla="*/ 239802 w 279567"/>
                <a:gd name="connsiteY151" fmla="*/ 292087 h 539886"/>
                <a:gd name="connsiteX152" fmla="*/ 244732 w 279567"/>
                <a:gd name="connsiteY152" fmla="*/ 297668 h 539886"/>
                <a:gd name="connsiteX153" fmla="*/ 246778 w 279567"/>
                <a:gd name="connsiteY153" fmla="*/ 300924 h 539886"/>
                <a:gd name="connsiteX154" fmla="*/ 249941 w 279567"/>
                <a:gd name="connsiteY154" fmla="*/ 305203 h 539886"/>
                <a:gd name="connsiteX155" fmla="*/ 252452 w 279567"/>
                <a:gd name="connsiteY155" fmla="*/ 309947 h 539886"/>
                <a:gd name="connsiteX156" fmla="*/ 253940 w 279567"/>
                <a:gd name="connsiteY156" fmla="*/ 310691 h 539886"/>
                <a:gd name="connsiteX157" fmla="*/ 254266 w 279567"/>
                <a:gd name="connsiteY157" fmla="*/ 312179 h 539886"/>
                <a:gd name="connsiteX158" fmla="*/ 254684 w 279567"/>
                <a:gd name="connsiteY158" fmla="*/ 313667 h 539886"/>
                <a:gd name="connsiteX159" fmla="*/ 256917 w 279567"/>
                <a:gd name="connsiteY159" fmla="*/ 314412 h 539886"/>
                <a:gd name="connsiteX160" fmla="*/ 257661 w 279567"/>
                <a:gd name="connsiteY160" fmla="*/ 317388 h 539886"/>
                <a:gd name="connsiteX161" fmla="*/ 259149 w 279567"/>
                <a:gd name="connsiteY161" fmla="*/ 318132 h 539886"/>
                <a:gd name="connsiteX162" fmla="*/ 259475 w 279567"/>
                <a:gd name="connsiteY162" fmla="*/ 319993 h 539886"/>
                <a:gd name="connsiteX163" fmla="*/ 259893 w 279567"/>
                <a:gd name="connsiteY163" fmla="*/ 321853 h 539886"/>
                <a:gd name="connsiteX164" fmla="*/ 262126 w 279567"/>
                <a:gd name="connsiteY164" fmla="*/ 322597 h 539886"/>
                <a:gd name="connsiteX165" fmla="*/ 262126 w 279567"/>
                <a:gd name="connsiteY165" fmla="*/ 324829 h 539886"/>
                <a:gd name="connsiteX166" fmla="*/ 263614 w 279567"/>
                <a:gd name="connsiteY166" fmla="*/ 325574 h 539886"/>
                <a:gd name="connsiteX167" fmla="*/ 265102 w 279567"/>
                <a:gd name="connsiteY167" fmla="*/ 326318 h 539886"/>
                <a:gd name="connsiteX168" fmla="*/ 265102 w 279567"/>
                <a:gd name="connsiteY168" fmla="*/ 328550 h 539886"/>
                <a:gd name="connsiteX169" fmla="*/ 268079 w 279567"/>
                <a:gd name="connsiteY169" fmla="*/ 328550 h 539886"/>
                <a:gd name="connsiteX170" fmla="*/ 268265 w 279567"/>
                <a:gd name="connsiteY170" fmla="*/ 332922 h 539886"/>
                <a:gd name="connsiteX171" fmla="*/ 268370 w 279567"/>
                <a:gd name="connsiteY171" fmla="*/ 335381 h 539886"/>
                <a:gd name="connsiteX172" fmla="*/ 268079 w 279567"/>
                <a:gd name="connsiteY172" fmla="*/ 337480 h 539886"/>
                <a:gd name="connsiteX173" fmla="*/ 265102 w 279567"/>
                <a:gd name="connsiteY173" fmla="*/ 338968 h 539886"/>
                <a:gd name="connsiteX174" fmla="*/ 262870 w 279567"/>
                <a:gd name="connsiteY174" fmla="*/ 341945 h 539886"/>
                <a:gd name="connsiteX175" fmla="*/ 260638 w 279567"/>
                <a:gd name="connsiteY175" fmla="*/ 342689 h 539886"/>
                <a:gd name="connsiteX176" fmla="*/ 259893 w 279567"/>
                <a:gd name="connsiteY176" fmla="*/ 344921 h 539886"/>
                <a:gd name="connsiteX177" fmla="*/ 257661 w 279567"/>
                <a:gd name="connsiteY177" fmla="*/ 345665 h 539886"/>
                <a:gd name="connsiteX178" fmla="*/ 256917 w 279567"/>
                <a:gd name="connsiteY178" fmla="*/ 347898 h 539886"/>
                <a:gd name="connsiteX179" fmla="*/ 255429 w 279567"/>
                <a:gd name="connsiteY179" fmla="*/ 348223 h 539886"/>
                <a:gd name="connsiteX180" fmla="*/ 253940 w 279567"/>
                <a:gd name="connsiteY180" fmla="*/ 348642 h 539886"/>
                <a:gd name="connsiteX181" fmla="*/ 253196 w 279567"/>
                <a:gd name="connsiteY181" fmla="*/ 351619 h 539886"/>
                <a:gd name="connsiteX182" fmla="*/ 250220 w 279567"/>
                <a:gd name="connsiteY182" fmla="*/ 353107 h 539886"/>
                <a:gd name="connsiteX183" fmla="*/ 249475 w 279567"/>
                <a:gd name="connsiteY183" fmla="*/ 355339 h 539886"/>
                <a:gd name="connsiteX184" fmla="*/ 246499 w 279567"/>
                <a:gd name="connsiteY184" fmla="*/ 356083 h 539886"/>
                <a:gd name="connsiteX185" fmla="*/ 245755 w 279567"/>
                <a:gd name="connsiteY185" fmla="*/ 358316 h 539886"/>
                <a:gd name="connsiteX186" fmla="*/ 243522 w 279567"/>
                <a:gd name="connsiteY186" fmla="*/ 359060 h 539886"/>
                <a:gd name="connsiteX187" fmla="*/ 242825 w 279567"/>
                <a:gd name="connsiteY187" fmla="*/ 360548 h 539886"/>
                <a:gd name="connsiteX188" fmla="*/ 242034 w 279567"/>
                <a:gd name="connsiteY188" fmla="*/ 362037 h 539886"/>
                <a:gd name="connsiteX189" fmla="*/ 240453 w 279567"/>
                <a:gd name="connsiteY189" fmla="*/ 362409 h 539886"/>
                <a:gd name="connsiteX190" fmla="*/ 239058 w 279567"/>
                <a:gd name="connsiteY190" fmla="*/ 362781 h 539886"/>
                <a:gd name="connsiteX191" fmla="*/ 239058 w 279567"/>
                <a:gd name="connsiteY191" fmla="*/ 365757 h 539886"/>
                <a:gd name="connsiteX192" fmla="*/ 234593 w 279567"/>
                <a:gd name="connsiteY192" fmla="*/ 365757 h 539886"/>
                <a:gd name="connsiteX193" fmla="*/ 234593 w 279567"/>
                <a:gd name="connsiteY193" fmla="*/ 368734 h 539886"/>
                <a:gd name="connsiteX194" fmla="*/ 231616 w 279567"/>
                <a:gd name="connsiteY194" fmla="*/ 370222 h 539886"/>
                <a:gd name="connsiteX195" fmla="*/ 230872 w 279567"/>
                <a:gd name="connsiteY195" fmla="*/ 372454 h 539886"/>
                <a:gd name="connsiteX196" fmla="*/ 229012 w 279567"/>
                <a:gd name="connsiteY196" fmla="*/ 372408 h 539886"/>
                <a:gd name="connsiteX197" fmla="*/ 227151 w 279567"/>
                <a:gd name="connsiteY197" fmla="*/ 372454 h 539886"/>
                <a:gd name="connsiteX198" fmla="*/ 226407 w 279567"/>
                <a:gd name="connsiteY198" fmla="*/ 375431 h 539886"/>
                <a:gd name="connsiteX199" fmla="*/ 224175 w 279567"/>
                <a:gd name="connsiteY199" fmla="*/ 375431 h 539886"/>
                <a:gd name="connsiteX200" fmla="*/ 223942 w 279567"/>
                <a:gd name="connsiteY200" fmla="*/ 377245 h 539886"/>
                <a:gd name="connsiteX201" fmla="*/ 223431 w 279567"/>
                <a:gd name="connsiteY201" fmla="*/ 379152 h 539886"/>
                <a:gd name="connsiteX202" fmla="*/ 218966 w 279567"/>
                <a:gd name="connsiteY202" fmla="*/ 379896 h 539886"/>
                <a:gd name="connsiteX203" fmla="*/ 218222 w 279567"/>
                <a:gd name="connsiteY203" fmla="*/ 382872 h 539886"/>
                <a:gd name="connsiteX204" fmla="*/ 215989 w 279567"/>
                <a:gd name="connsiteY204" fmla="*/ 383617 h 539886"/>
                <a:gd name="connsiteX205" fmla="*/ 215245 w 279567"/>
                <a:gd name="connsiteY205" fmla="*/ 385849 h 539886"/>
                <a:gd name="connsiteX206" fmla="*/ 213338 w 279567"/>
                <a:gd name="connsiteY206" fmla="*/ 386175 h 539886"/>
                <a:gd name="connsiteX207" fmla="*/ 211524 w 279567"/>
                <a:gd name="connsiteY207" fmla="*/ 386593 h 539886"/>
                <a:gd name="connsiteX208" fmla="*/ 211524 w 279567"/>
                <a:gd name="connsiteY208" fmla="*/ 389570 h 539886"/>
                <a:gd name="connsiteX209" fmla="*/ 207804 w 279567"/>
                <a:gd name="connsiteY209" fmla="*/ 390314 h 539886"/>
                <a:gd name="connsiteX210" fmla="*/ 207059 w 279567"/>
                <a:gd name="connsiteY210" fmla="*/ 392546 h 539886"/>
                <a:gd name="connsiteX211" fmla="*/ 204083 w 279567"/>
                <a:gd name="connsiteY211" fmla="*/ 393290 h 539886"/>
                <a:gd name="connsiteX212" fmla="*/ 207804 w 279567"/>
                <a:gd name="connsiteY212" fmla="*/ 399244 h 539886"/>
                <a:gd name="connsiteX213" fmla="*/ 208548 w 279567"/>
                <a:gd name="connsiteY213" fmla="*/ 402964 h 539886"/>
                <a:gd name="connsiteX214" fmla="*/ 210036 w 279567"/>
                <a:gd name="connsiteY214" fmla="*/ 403708 h 539886"/>
                <a:gd name="connsiteX215" fmla="*/ 210362 w 279567"/>
                <a:gd name="connsiteY215" fmla="*/ 405569 h 539886"/>
                <a:gd name="connsiteX216" fmla="*/ 210780 w 279567"/>
                <a:gd name="connsiteY216" fmla="*/ 407429 h 539886"/>
                <a:gd name="connsiteX217" fmla="*/ 213013 w 279567"/>
                <a:gd name="connsiteY217" fmla="*/ 408173 h 539886"/>
                <a:gd name="connsiteX218" fmla="*/ 213013 w 279567"/>
                <a:gd name="connsiteY218" fmla="*/ 410406 h 539886"/>
                <a:gd name="connsiteX219" fmla="*/ 215989 w 279567"/>
                <a:gd name="connsiteY219" fmla="*/ 411894 h 539886"/>
                <a:gd name="connsiteX220" fmla="*/ 216733 w 279567"/>
                <a:gd name="connsiteY220" fmla="*/ 414126 h 539886"/>
                <a:gd name="connsiteX221" fmla="*/ 219343 w 279567"/>
                <a:gd name="connsiteY221" fmla="*/ 416695 h 539886"/>
                <a:gd name="connsiteX222" fmla="*/ 225384 w 279567"/>
                <a:gd name="connsiteY222" fmla="*/ 424265 h 539886"/>
                <a:gd name="connsiteX223" fmla="*/ 227924 w 279567"/>
                <a:gd name="connsiteY223" fmla="*/ 427643 h 539886"/>
                <a:gd name="connsiteX224" fmla="*/ 229045 w 279567"/>
                <a:gd name="connsiteY224" fmla="*/ 429142 h 539886"/>
                <a:gd name="connsiteX225" fmla="*/ 233988 w 279567"/>
                <a:gd name="connsiteY225" fmla="*/ 434265 h 539886"/>
                <a:gd name="connsiteX226" fmla="*/ 235337 w 279567"/>
                <a:gd name="connsiteY226" fmla="*/ 437195 h 539886"/>
                <a:gd name="connsiteX227" fmla="*/ 237569 w 279567"/>
                <a:gd name="connsiteY227" fmla="*/ 437195 h 539886"/>
                <a:gd name="connsiteX228" fmla="*/ 237848 w 279567"/>
                <a:gd name="connsiteY228" fmla="*/ 438590 h 539886"/>
                <a:gd name="connsiteX229" fmla="*/ 238313 w 279567"/>
                <a:gd name="connsiteY229" fmla="*/ 440171 h 539886"/>
                <a:gd name="connsiteX230" fmla="*/ 239988 w 279567"/>
                <a:gd name="connsiteY230" fmla="*/ 440822 h 539886"/>
                <a:gd name="connsiteX231" fmla="*/ 246499 w 279567"/>
                <a:gd name="connsiteY231" fmla="*/ 447613 h 539886"/>
                <a:gd name="connsiteX232" fmla="*/ 248731 w 279567"/>
                <a:gd name="connsiteY232" fmla="*/ 448357 h 539886"/>
                <a:gd name="connsiteX233" fmla="*/ 250964 w 279567"/>
                <a:gd name="connsiteY233" fmla="*/ 450589 h 539886"/>
                <a:gd name="connsiteX234" fmla="*/ 253196 w 279567"/>
                <a:gd name="connsiteY234" fmla="*/ 451333 h 539886"/>
                <a:gd name="connsiteX235" fmla="*/ 254684 w 279567"/>
                <a:gd name="connsiteY235" fmla="*/ 454310 h 539886"/>
                <a:gd name="connsiteX236" fmla="*/ 256917 w 279567"/>
                <a:gd name="connsiteY236" fmla="*/ 455054 h 539886"/>
                <a:gd name="connsiteX237" fmla="*/ 258405 w 279567"/>
                <a:gd name="connsiteY237" fmla="*/ 457286 h 539886"/>
                <a:gd name="connsiteX238" fmla="*/ 260312 w 279567"/>
                <a:gd name="connsiteY238" fmla="*/ 457659 h 539886"/>
                <a:gd name="connsiteX239" fmla="*/ 262126 w 279567"/>
                <a:gd name="connsiteY239" fmla="*/ 458031 h 539886"/>
                <a:gd name="connsiteX240" fmla="*/ 262870 w 279567"/>
                <a:gd name="connsiteY240" fmla="*/ 460263 h 539886"/>
                <a:gd name="connsiteX241" fmla="*/ 264730 w 279567"/>
                <a:gd name="connsiteY241" fmla="*/ 460961 h 539886"/>
                <a:gd name="connsiteX242" fmla="*/ 266591 w 279567"/>
                <a:gd name="connsiteY242" fmla="*/ 461751 h 539886"/>
                <a:gd name="connsiteX243" fmla="*/ 266870 w 279567"/>
                <a:gd name="connsiteY243" fmla="*/ 463333 h 539886"/>
                <a:gd name="connsiteX244" fmla="*/ 267335 w 279567"/>
                <a:gd name="connsiteY244" fmla="*/ 464728 h 539886"/>
                <a:gd name="connsiteX245" fmla="*/ 269939 w 279567"/>
                <a:gd name="connsiteY245" fmla="*/ 464728 h 539886"/>
                <a:gd name="connsiteX246" fmla="*/ 272544 w 279567"/>
                <a:gd name="connsiteY246" fmla="*/ 464728 h 539886"/>
                <a:gd name="connsiteX247" fmla="*/ 273288 w 279567"/>
                <a:gd name="connsiteY247" fmla="*/ 467704 h 539886"/>
                <a:gd name="connsiteX248" fmla="*/ 278497 w 279567"/>
                <a:gd name="connsiteY248" fmla="*/ 468449 h 539886"/>
                <a:gd name="connsiteX249" fmla="*/ 279567 w 279567"/>
                <a:gd name="connsiteY249" fmla="*/ 472774 h 539886"/>
                <a:gd name="connsiteX250" fmla="*/ 279241 w 279567"/>
                <a:gd name="connsiteY250" fmla="*/ 476634 h 539886"/>
                <a:gd name="connsiteX251" fmla="*/ 274776 w 279567"/>
                <a:gd name="connsiteY251" fmla="*/ 479611 h 539886"/>
                <a:gd name="connsiteX252" fmla="*/ 273288 w 279567"/>
                <a:gd name="connsiteY252" fmla="*/ 482587 h 539886"/>
                <a:gd name="connsiteX253" fmla="*/ 271800 w 279567"/>
                <a:gd name="connsiteY253" fmla="*/ 483331 h 539886"/>
                <a:gd name="connsiteX254" fmla="*/ 271056 w 279567"/>
                <a:gd name="connsiteY254" fmla="*/ 485564 h 539886"/>
                <a:gd name="connsiteX255" fmla="*/ 268823 w 279567"/>
                <a:gd name="connsiteY255" fmla="*/ 487052 h 539886"/>
                <a:gd name="connsiteX256" fmla="*/ 267660 w 279567"/>
                <a:gd name="connsiteY256" fmla="*/ 489378 h 539886"/>
                <a:gd name="connsiteX257" fmla="*/ 266591 w 279567"/>
                <a:gd name="connsiteY257" fmla="*/ 491517 h 539886"/>
                <a:gd name="connsiteX258" fmla="*/ 265102 w 279567"/>
                <a:gd name="connsiteY258" fmla="*/ 491517 h 539886"/>
                <a:gd name="connsiteX259" fmla="*/ 264823 w 279567"/>
                <a:gd name="connsiteY259" fmla="*/ 492726 h 539886"/>
                <a:gd name="connsiteX260" fmla="*/ 261382 w 279567"/>
                <a:gd name="connsiteY260" fmla="*/ 498958 h 539886"/>
                <a:gd name="connsiteX261" fmla="*/ 259893 w 279567"/>
                <a:gd name="connsiteY261" fmla="*/ 498958 h 539886"/>
                <a:gd name="connsiteX262" fmla="*/ 260033 w 279567"/>
                <a:gd name="connsiteY262" fmla="*/ 500772 h 539886"/>
                <a:gd name="connsiteX263" fmla="*/ 259893 w 279567"/>
                <a:gd name="connsiteY263" fmla="*/ 502679 h 539886"/>
                <a:gd name="connsiteX264" fmla="*/ 257661 w 279567"/>
                <a:gd name="connsiteY264" fmla="*/ 503423 h 539886"/>
                <a:gd name="connsiteX265" fmla="*/ 256173 w 279567"/>
                <a:gd name="connsiteY265" fmla="*/ 507888 h 539886"/>
                <a:gd name="connsiteX266" fmla="*/ 254684 w 279567"/>
                <a:gd name="connsiteY266" fmla="*/ 509376 h 539886"/>
                <a:gd name="connsiteX267" fmla="*/ 254359 w 279567"/>
                <a:gd name="connsiteY267" fmla="*/ 510958 h 539886"/>
                <a:gd name="connsiteX268" fmla="*/ 253940 w 279567"/>
                <a:gd name="connsiteY268" fmla="*/ 512353 h 539886"/>
                <a:gd name="connsiteX269" fmla="*/ 251708 w 279567"/>
                <a:gd name="connsiteY269" fmla="*/ 512353 h 539886"/>
                <a:gd name="connsiteX270" fmla="*/ 251847 w 279567"/>
                <a:gd name="connsiteY270" fmla="*/ 514539 h 539886"/>
                <a:gd name="connsiteX271" fmla="*/ 251708 w 279567"/>
                <a:gd name="connsiteY271" fmla="*/ 516818 h 539886"/>
                <a:gd name="connsiteX272" fmla="*/ 249475 w 279567"/>
                <a:gd name="connsiteY272" fmla="*/ 517562 h 539886"/>
                <a:gd name="connsiteX273" fmla="*/ 247987 w 279567"/>
                <a:gd name="connsiteY273" fmla="*/ 522771 h 539886"/>
                <a:gd name="connsiteX274" fmla="*/ 246499 w 279567"/>
                <a:gd name="connsiteY274" fmla="*/ 522771 h 539886"/>
                <a:gd name="connsiteX275" fmla="*/ 246220 w 279567"/>
                <a:gd name="connsiteY275" fmla="*/ 525329 h 539886"/>
                <a:gd name="connsiteX276" fmla="*/ 245755 w 279567"/>
                <a:gd name="connsiteY276" fmla="*/ 527980 h 539886"/>
                <a:gd name="connsiteX277" fmla="*/ 244266 w 279567"/>
                <a:gd name="connsiteY277" fmla="*/ 528724 h 539886"/>
                <a:gd name="connsiteX278" fmla="*/ 243848 w 279567"/>
                <a:gd name="connsiteY278" fmla="*/ 532073 h 539886"/>
                <a:gd name="connsiteX279" fmla="*/ 242778 w 279567"/>
                <a:gd name="connsiteY279" fmla="*/ 536165 h 539886"/>
                <a:gd name="connsiteX280" fmla="*/ 239011 w 279567"/>
                <a:gd name="connsiteY280" fmla="*/ 536212 h 539886"/>
                <a:gd name="connsiteX281" fmla="*/ 236938 w 279567"/>
                <a:gd name="connsiteY281" fmla="*/ 536192 h 539886"/>
                <a:gd name="connsiteX282" fmla="*/ 235337 w 279567"/>
                <a:gd name="connsiteY282" fmla="*/ 536165 h 539886"/>
                <a:gd name="connsiteX283" fmla="*/ 235337 w 279567"/>
                <a:gd name="connsiteY283" fmla="*/ 533933 h 539886"/>
                <a:gd name="connsiteX284" fmla="*/ 232779 w 279567"/>
                <a:gd name="connsiteY284" fmla="*/ 533747 h 539886"/>
                <a:gd name="connsiteX285" fmla="*/ 230128 w 279567"/>
                <a:gd name="connsiteY285" fmla="*/ 533189 h 539886"/>
                <a:gd name="connsiteX286" fmla="*/ 229384 w 279567"/>
                <a:gd name="connsiteY286" fmla="*/ 530212 h 539886"/>
                <a:gd name="connsiteX287" fmla="*/ 225663 w 279567"/>
                <a:gd name="connsiteY287" fmla="*/ 529468 h 539886"/>
                <a:gd name="connsiteX288" fmla="*/ 224175 w 279567"/>
                <a:gd name="connsiteY288" fmla="*/ 526492 h 539886"/>
                <a:gd name="connsiteX289" fmla="*/ 221942 w 279567"/>
                <a:gd name="connsiteY289" fmla="*/ 525747 h 539886"/>
                <a:gd name="connsiteX290" fmla="*/ 221198 w 279567"/>
                <a:gd name="connsiteY290" fmla="*/ 523515 h 539886"/>
                <a:gd name="connsiteX291" fmla="*/ 219384 w 279567"/>
                <a:gd name="connsiteY291" fmla="*/ 523189 h 539886"/>
                <a:gd name="connsiteX292" fmla="*/ 217477 w 279567"/>
                <a:gd name="connsiteY292" fmla="*/ 522771 h 539886"/>
                <a:gd name="connsiteX293" fmla="*/ 215989 w 279567"/>
                <a:gd name="connsiteY293" fmla="*/ 519794 h 539886"/>
                <a:gd name="connsiteX294" fmla="*/ 213757 w 279567"/>
                <a:gd name="connsiteY294" fmla="*/ 517562 h 539886"/>
                <a:gd name="connsiteX295" fmla="*/ 213013 w 279567"/>
                <a:gd name="connsiteY295" fmla="*/ 516074 h 539886"/>
                <a:gd name="connsiteX296" fmla="*/ 211478 w 279567"/>
                <a:gd name="connsiteY296" fmla="*/ 515702 h 539886"/>
                <a:gd name="connsiteX297" fmla="*/ 210036 w 279567"/>
                <a:gd name="connsiteY297" fmla="*/ 515329 h 539886"/>
                <a:gd name="connsiteX298" fmla="*/ 210036 w 279567"/>
                <a:gd name="connsiteY298" fmla="*/ 513841 h 539886"/>
                <a:gd name="connsiteX299" fmla="*/ 206315 w 279567"/>
                <a:gd name="connsiteY299" fmla="*/ 511609 h 539886"/>
                <a:gd name="connsiteX300" fmla="*/ 202595 w 279567"/>
                <a:gd name="connsiteY300" fmla="*/ 506400 h 539886"/>
                <a:gd name="connsiteX301" fmla="*/ 200362 w 279567"/>
                <a:gd name="connsiteY301" fmla="*/ 504911 h 539886"/>
                <a:gd name="connsiteX302" fmla="*/ 199618 w 279567"/>
                <a:gd name="connsiteY302" fmla="*/ 502679 h 539886"/>
                <a:gd name="connsiteX303" fmla="*/ 197386 w 279567"/>
                <a:gd name="connsiteY303" fmla="*/ 501935 h 539886"/>
                <a:gd name="connsiteX304" fmla="*/ 196641 w 279567"/>
                <a:gd name="connsiteY304" fmla="*/ 499703 h 539886"/>
                <a:gd name="connsiteX305" fmla="*/ 194409 w 279567"/>
                <a:gd name="connsiteY305" fmla="*/ 498958 h 539886"/>
                <a:gd name="connsiteX306" fmla="*/ 193665 w 279567"/>
                <a:gd name="connsiteY306" fmla="*/ 495982 h 539886"/>
                <a:gd name="connsiteX307" fmla="*/ 191433 w 279567"/>
                <a:gd name="connsiteY307" fmla="*/ 495238 h 539886"/>
                <a:gd name="connsiteX308" fmla="*/ 191433 w 279567"/>
                <a:gd name="connsiteY308" fmla="*/ 492261 h 539886"/>
                <a:gd name="connsiteX309" fmla="*/ 189200 w 279567"/>
                <a:gd name="connsiteY309" fmla="*/ 491517 h 539886"/>
                <a:gd name="connsiteX310" fmla="*/ 188456 w 279567"/>
                <a:gd name="connsiteY310" fmla="*/ 489285 h 539886"/>
                <a:gd name="connsiteX311" fmla="*/ 186224 w 279567"/>
                <a:gd name="connsiteY311" fmla="*/ 488540 h 539886"/>
                <a:gd name="connsiteX312" fmla="*/ 185851 w 279567"/>
                <a:gd name="connsiteY312" fmla="*/ 487006 h 539886"/>
                <a:gd name="connsiteX313" fmla="*/ 185479 w 279567"/>
                <a:gd name="connsiteY313" fmla="*/ 485564 h 539886"/>
                <a:gd name="connsiteX314" fmla="*/ 183247 w 279567"/>
                <a:gd name="connsiteY314" fmla="*/ 485564 h 539886"/>
                <a:gd name="connsiteX315" fmla="*/ 183386 w 279567"/>
                <a:gd name="connsiteY315" fmla="*/ 483750 h 539886"/>
                <a:gd name="connsiteX316" fmla="*/ 183247 w 279567"/>
                <a:gd name="connsiteY316" fmla="*/ 481843 h 539886"/>
                <a:gd name="connsiteX317" fmla="*/ 181015 w 279567"/>
                <a:gd name="connsiteY317" fmla="*/ 481099 h 539886"/>
                <a:gd name="connsiteX318" fmla="*/ 179526 w 279567"/>
                <a:gd name="connsiteY318" fmla="*/ 478122 h 539886"/>
                <a:gd name="connsiteX319" fmla="*/ 178038 w 279567"/>
                <a:gd name="connsiteY319" fmla="*/ 477378 h 539886"/>
                <a:gd name="connsiteX320" fmla="*/ 178038 w 279567"/>
                <a:gd name="connsiteY320" fmla="*/ 474402 h 539886"/>
                <a:gd name="connsiteX321" fmla="*/ 175806 w 279567"/>
                <a:gd name="connsiteY321" fmla="*/ 473658 h 539886"/>
                <a:gd name="connsiteX322" fmla="*/ 175061 w 279567"/>
                <a:gd name="connsiteY322" fmla="*/ 470681 h 539886"/>
                <a:gd name="connsiteX323" fmla="*/ 172829 w 279567"/>
                <a:gd name="connsiteY323" fmla="*/ 469937 h 539886"/>
                <a:gd name="connsiteX324" fmla="*/ 171341 w 279567"/>
                <a:gd name="connsiteY324" fmla="*/ 466216 h 539886"/>
                <a:gd name="connsiteX325" fmla="*/ 169852 w 279567"/>
                <a:gd name="connsiteY325" fmla="*/ 465472 h 539886"/>
                <a:gd name="connsiteX326" fmla="*/ 169527 w 279567"/>
                <a:gd name="connsiteY326" fmla="*/ 463705 h 539886"/>
                <a:gd name="connsiteX327" fmla="*/ 166876 w 279567"/>
                <a:gd name="connsiteY327" fmla="*/ 459519 h 539886"/>
                <a:gd name="connsiteX328" fmla="*/ 166132 w 279567"/>
                <a:gd name="connsiteY328" fmla="*/ 457286 h 539886"/>
                <a:gd name="connsiteX329" fmla="*/ 164969 w 279567"/>
                <a:gd name="connsiteY329" fmla="*/ 456263 h 539886"/>
                <a:gd name="connsiteX330" fmla="*/ 163760 w 279567"/>
                <a:gd name="connsiteY330" fmla="*/ 453054 h 539886"/>
                <a:gd name="connsiteX331" fmla="*/ 163899 w 279567"/>
                <a:gd name="connsiteY331" fmla="*/ 451333 h 539886"/>
                <a:gd name="connsiteX332" fmla="*/ 161667 w 279567"/>
                <a:gd name="connsiteY332" fmla="*/ 451333 h 539886"/>
                <a:gd name="connsiteX333" fmla="*/ 160923 w 279567"/>
                <a:gd name="connsiteY333" fmla="*/ 447613 h 539886"/>
                <a:gd name="connsiteX334" fmla="*/ 158690 w 279567"/>
                <a:gd name="connsiteY334" fmla="*/ 446124 h 539886"/>
                <a:gd name="connsiteX335" fmla="*/ 157946 w 279567"/>
                <a:gd name="connsiteY335" fmla="*/ 441660 h 539886"/>
                <a:gd name="connsiteX336" fmla="*/ 155714 w 279567"/>
                <a:gd name="connsiteY336" fmla="*/ 441660 h 539886"/>
                <a:gd name="connsiteX337" fmla="*/ 155714 w 279567"/>
                <a:gd name="connsiteY337" fmla="*/ 436451 h 539886"/>
                <a:gd name="connsiteX338" fmla="*/ 153481 w 279567"/>
                <a:gd name="connsiteY338" fmla="*/ 436451 h 539886"/>
                <a:gd name="connsiteX339" fmla="*/ 153249 w 279567"/>
                <a:gd name="connsiteY339" fmla="*/ 433893 h 539886"/>
                <a:gd name="connsiteX340" fmla="*/ 152737 w 279567"/>
                <a:gd name="connsiteY340" fmla="*/ 431242 h 539886"/>
                <a:gd name="connsiteX341" fmla="*/ 150505 w 279567"/>
                <a:gd name="connsiteY341" fmla="*/ 430497 h 539886"/>
                <a:gd name="connsiteX342" fmla="*/ 149761 w 279567"/>
                <a:gd name="connsiteY342" fmla="*/ 425288 h 539886"/>
                <a:gd name="connsiteX343" fmla="*/ 147528 w 279567"/>
                <a:gd name="connsiteY343" fmla="*/ 423056 h 539886"/>
                <a:gd name="connsiteX344" fmla="*/ 146784 w 279567"/>
                <a:gd name="connsiteY344" fmla="*/ 419335 h 539886"/>
                <a:gd name="connsiteX345" fmla="*/ 145296 w 279567"/>
                <a:gd name="connsiteY345" fmla="*/ 418591 h 539886"/>
                <a:gd name="connsiteX346" fmla="*/ 144970 w 279567"/>
                <a:gd name="connsiteY346" fmla="*/ 415987 h 539886"/>
                <a:gd name="connsiteX347" fmla="*/ 144552 w 279567"/>
                <a:gd name="connsiteY347" fmla="*/ 413382 h 539886"/>
                <a:gd name="connsiteX348" fmla="*/ 142319 w 279567"/>
                <a:gd name="connsiteY348" fmla="*/ 412638 h 539886"/>
                <a:gd name="connsiteX349" fmla="*/ 141877 w 279567"/>
                <a:gd name="connsiteY349" fmla="*/ 407452 h 539886"/>
                <a:gd name="connsiteX350" fmla="*/ 141575 w 279567"/>
                <a:gd name="connsiteY350" fmla="*/ 405941 h 539886"/>
                <a:gd name="connsiteX351" fmla="*/ 139343 w 279567"/>
                <a:gd name="connsiteY351" fmla="*/ 405197 h 539886"/>
                <a:gd name="connsiteX352" fmla="*/ 139343 w 279567"/>
                <a:gd name="connsiteY352" fmla="*/ 400732 h 539886"/>
                <a:gd name="connsiteX353" fmla="*/ 138273 w 279567"/>
                <a:gd name="connsiteY353" fmla="*/ 399709 h 539886"/>
                <a:gd name="connsiteX354" fmla="*/ 136738 w 279567"/>
                <a:gd name="connsiteY354" fmla="*/ 395430 h 539886"/>
                <a:gd name="connsiteX355" fmla="*/ 136366 w 279567"/>
                <a:gd name="connsiteY355" fmla="*/ 392546 h 539886"/>
                <a:gd name="connsiteX356" fmla="*/ 134134 w 279567"/>
                <a:gd name="connsiteY356" fmla="*/ 391802 h 539886"/>
                <a:gd name="connsiteX357" fmla="*/ 133692 w 279567"/>
                <a:gd name="connsiteY357" fmla="*/ 386616 h 539886"/>
                <a:gd name="connsiteX358" fmla="*/ 133390 w 279567"/>
                <a:gd name="connsiteY358" fmla="*/ 385105 h 539886"/>
                <a:gd name="connsiteX359" fmla="*/ 131157 w 279567"/>
                <a:gd name="connsiteY359" fmla="*/ 384361 h 539886"/>
                <a:gd name="connsiteX360" fmla="*/ 131018 w 279567"/>
                <a:gd name="connsiteY360" fmla="*/ 379849 h 539886"/>
                <a:gd name="connsiteX361" fmla="*/ 131079 w 279567"/>
                <a:gd name="connsiteY361" fmla="*/ 377358 h 539886"/>
                <a:gd name="connsiteX362" fmla="*/ 131157 w 279567"/>
                <a:gd name="connsiteY362" fmla="*/ 375431 h 539886"/>
                <a:gd name="connsiteX363" fmla="*/ 128925 w 279567"/>
                <a:gd name="connsiteY363" fmla="*/ 375431 h 539886"/>
                <a:gd name="connsiteX364" fmla="*/ 128840 w 279567"/>
                <a:gd name="connsiteY364" fmla="*/ 373992 h 539886"/>
                <a:gd name="connsiteX365" fmla="*/ 128692 w 279567"/>
                <a:gd name="connsiteY365" fmla="*/ 372129 h 539886"/>
                <a:gd name="connsiteX366" fmla="*/ 128561 w 279567"/>
                <a:gd name="connsiteY366" fmla="*/ 370271 h 539886"/>
                <a:gd name="connsiteX367" fmla="*/ 128181 w 279567"/>
                <a:gd name="connsiteY367" fmla="*/ 368734 h 539886"/>
                <a:gd name="connsiteX368" fmla="*/ 125948 w 279567"/>
                <a:gd name="connsiteY368" fmla="*/ 367990 h 539886"/>
                <a:gd name="connsiteX369" fmla="*/ 125506 w 279567"/>
                <a:gd name="connsiteY369" fmla="*/ 361060 h 539886"/>
                <a:gd name="connsiteX370" fmla="*/ 125204 w 279567"/>
                <a:gd name="connsiteY370" fmla="*/ 359060 h 539886"/>
                <a:gd name="connsiteX371" fmla="*/ 122972 w 279567"/>
                <a:gd name="connsiteY371" fmla="*/ 358316 h 539886"/>
                <a:gd name="connsiteX372" fmla="*/ 122553 w 279567"/>
                <a:gd name="connsiteY372" fmla="*/ 353851 h 539886"/>
                <a:gd name="connsiteX373" fmla="*/ 122227 w 279567"/>
                <a:gd name="connsiteY373" fmla="*/ 349386 h 539886"/>
                <a:gd name="connsiteX374" fmla="*/ 120739 w 279567"/>
                <a:gd name="connsiteY374" fmla="*/ 348642 h 539886"/>
                <a:gd name="connsiteX375" fmla="*/ 120274 w 279567"/>
                <a:gd name="connsiteY375" fmla="*/ 344131 h 539886"/>
                <a:gd name="connsiteX376" fmla="*/ 120105 w 279567"/>
                <a:gd name="connsiteY376" fmla="*/ 341640 h 539886"/>
                <a:gd name="connsiteX377" fmla="*/ 119995 w 279567"/>
                <a:gd name="connsiteY377" fmla="*/ 339712 h 539886"/>
                <a:gd name="connsiteX378" fmla="*/ 117763 w 279567"/>
                <a:gd name="connsiteY378" fmla="*/ 339712 h 539886"/>
                <a:gd name="connsiteX379" fmla="*/ 117678 w 279567"/>
                <a:gd name="connsiteY379" fmla="*/ 337460 h 539886"/>
                <a:gd name="connsiteX380" fmla="*/ 117530 w 279567"/>
                <a:gd name="connsiteY380" fmla="*/ 334550 h 539886"/>
                <a:gd name="connsiteX381" fmla="*/ 117399 w 279567"/>
                <a:gd name="connsiteY381" fmla="*/ 331646 h 539886"/>
                <a:gd name="connsiteX382" fmla="*/ 117018 w 279567"/>
                <a:gd name="connsiteY382" fmla="*/ 329294 h 539886"/>
                <a:gd name="connsiteX383" fmla="*/ 114786 w 279567"/>
                <a:gd name="connsiteY383" fmla="*/ 328550 h 539886"/>
                <a:gd name="connsiteX384" fmla="*/ 114646 w 279567"/>
                <a:gd name="connsiteY384" fmla="*/ 322923 h 539886"/>
                <a:gd name="connsiteX385" fmla="*/ 114677 w 279567"/>
                <a:gd name="connsiteY385" fmla="*/ 321320 h 539886"/>
                <a:gd name="connsiteX386" fmla="*/ 114786 w 279567"/>
                <a:gd name="connsiteY386" fmla="*/ 317388 h 539886"/>
                <a:gd name="connsiteX387" fmla="*/ 112554 w 279567"/>
                <a:gd name="connsiteY387" fmla="*/ 317388 h 539886"/>
                <a:gd name="connsiteX388" fmla="*/ 112469 w 279567"/>
                <a:gd name="connsiteY388" fmla="*/ 315135 h 539886"/>
                <a:gd name="connsiteX389" fmla="*/ 112321 w 279567"/>
                <a:gd name="connsiteY389" fmla="*/ 312226 h 539886"/>
                <a:gd name="connsiteX390" fmla="*/ 112190 w 279567"/>
                <a:gd name="connsiteY390" fmla="*/ 309322 h 539886"/>
                <a:gd name="connsiteX391" fmla="*/ 111809 w 279567"/>
                <a:gd name="connsiteY391" fmla="*/ 306970 h 539886"/>
                <a:gd name="connsiteX392" fmla="*/ 109577 w 279567"/>
                <a:gd name="connsiteY392" fmla="*/ 306226 h 539886"/>
                <a:gd name="connsiteX393" fmla="*/ 109196 w 279567"/>
                <a:gd name="connsiteY393" fmla="*/ 303223 h 539886"/>
                <a:gd name="connsiteX394" fmla="*/ 109116 w 279567"/>
                <a:gd name="connsiteY394" fmla="*/ 301399 h 539886"/>
                <a:gd name="connsiteX395" fmla="*/ 109065 w 279567"/>
                <a:gd name="connsiteY395" fmla="*/ 299482 h 539886"/>
                <a:gd name="connsiteX396" fmla="*/ 108988 w 279567"/>
                <a:gd name="connsiteY396" fmla="*/ 297556 h 539886"/>
                <a:gd name="connsiteX397" fmla="*/ 108833 w 279567"/>
                <a:gd name="connsiteY397" fmla="*/ 292831 h 539886"/>
                <a:gd name="connsiteX398" fmla="*/ 106600 w 279567"/>
                <a:gd name="connsiteY398" fmla="*/ 293576 h 539886"/>
                <a:gd name="connsiteX399" fmla="*/ 106600 w 279567"/>
                <a:gd name="connsiteY399" fmla="*/ 280181 h 539886"/>
                <a:gd name="connsiteX400" fmla="*/ 82044 w 279567"/>
                <a:gd name="connsiteY400" fmla="*/ 280925 h 539886"/>
                <a:gd name="connsiteX401" fmla="*/ 82044 w 279567"/>
                <a:gd name="connsiteY401" fmla="*/ 440915 h 539886"/>
                <a:gd name="connsiteX402" fmla="*/ 85765 w 279567"/>
                <a:gd name="connsiteY402" fmla="*/ 440171 h 539886"/>
                <a:gd name="connsiteX403" fmla="*/ 85765 w 279567"/>
                <a:gd name="connsiteY403" fmla="*/ 437195 h 539886"/>
                <a:gd name="connsiteX404" fmla="*/ 88180 w 279567"/>
                <a:gd name="connsiteY404" fmla="*/ 437110 h 539886"/>
                <a:gd name="connsiteX405" fmla="*/ 91299 w 279567"/>
                <a:gd name="connsiteY405" fmla="*/ 436962 h 539886"/>
                <a:gd name="connsiteX406" fmla="*/ 92893 w 279567"/>
                <a:gd name="connsiteY406" fmla="*/ 436911 h 539886"/>
                <a:gd name="connsiteX407" fmla="*/ 96927 w 279567"/>
                <a:gd name="connsiteY407" fmla="*/ 436451 h 539886"/>
                <a:gd name="connsiteX408" fmla="*/ 97671 w 279567"/>
                <a:gd name="connsiteY408" fmla="*/ 434218 h 539886"/>
                <a:gd name="connsiteX409" fmla="*/ 104771 w 279567"/>
                <a:gd name="connsiteY409" fmla="*/ 433891 h 539886"/>
                <a:gd name="connsiteX410" fmla="*/ 108833 w 279567"/>
                <a:gd name="connsiteY410" fmla="*/ 433474 h 539886"/>
                <a:gd name="connsiteX411" fmla="*/ 109577 w 279567"/>
                <a:gd name="connsiteY411" fmla="*/ 431986 h 539886"/>
                <a:gd name="connsiteX412" fmla="*/ 110321 w 279567"/>
                <a:gd name="connsiteY412" fmla="*/ 430497 h 539886"/>
                <a:gd name="connsiteX413" fmla="*/ 115949 w 279567"/>
                <a:gd name="connsiteY413" fmla="*/ 430079 h 539886"/>
                <a:gd name="connsiteX414" fmla="*/ 121483 w 279567"/>
                <a:gd name="connsiteY414" fmla="*/ 429753 h 539886"/>
                <a:gd name="connsiteX415" fmla="*/ 122227 w 279567"/>
                <a:gd name="connsiteY415" fmla="*/ 427521 h 539886"/>
                <a:gd name="connsiteX416" fmla="*/ 126971 w 279567"/>
                <a:gd name="connsiteY416" fmla="*/ 427056 h 539886"/>
                <a:gd name="connsiteX417" fmla="*/ 134134 w 279567"/>
                <a:gd name="connsiteY417" fmla="*/ 426033 h 539886"/>
                <a:gd name="connsiteX418" fmla="*/ 134878 w 279567"/>
                <a:gd name="connsiteY418" fmla="*/ 423800 h 539886"/>
                <a:gd name="connsiteX419" fmla="*/ 140831 w 279567"/>
                <a:gd name="connsiteY419" fmla="*/ 423614 h 539886"/>
                <a:gd name="connsiteX420" fmla="*/ 142523 w 279567"/>
                <a:gd name="connsiteY420" fmla="*/ 423626 h 539886"/>
                <a:gd name="connsiteX421" fmla="*/ 147528 w 279567"/>
                <a:gd name="connsiteY421" fmla="*/ 424544 h 539886"/>
                <a:gd name="connsiteX422" fmla="*/ 147657 w 279567"/>
                <a:gd name="connsiteY422" fmla="*/ 428760 h 539886"/>
                <a:gd name="connsiteX423" fmla="*/ 147688 w 279567"/>
                <a:gd name="connsiteY423" fmla="*/ 431492 h 539886"/>
                <a:gd name="connsiteX424" fmla="*/ 147711 w 279567"/>
                <a:gd name="connsiteY424" fmla="*/ 434468 h 539886"/>
                <a:gd name="connsiteX425" fmla="*/ 147747 w 279567"/>
                <a:gd name="connsiteY425" fmla="*/ 437502 h 539886"/>
                <a:gd name="connsiteX426" fmla="*/ 147883 w 279567"/>
                <a:gd name="connsiteY426" fmla="*/ 450416 h 539886"/>
                <a:gd name="connsiteX427" fmla="*/ 147972 w 279567"/>
                <a:gd name="connsiteY427" fmla="*/ 458307 h 539886"/>
                <a:gd name="connsiteX428" fmla="*/ 148009 w 279567"/>
                <a:gd name="connsiteY428" fmla="*/ 462782 h 539886"/>
                <a:gd name="connsiteX429" fmla="*/ 148047 w 279567"/>
                <a:gd name="connsiteY429" fmla="*/ 465528 h 539886"/>
                <a:gd name="connsiteX430" fmla="*/ 148070 w 279567"/>
                <a:gd name="connsiteY430" fmla="*/ 467950 h 539886"/>
                <a:gd name="connsiteX431" fmla="*/ 149761 w 279567"/>
                <a:gd name="connsiteY431" fmla="*/ 472169 h 539886"/>
                <a:gd name="connsiteX432" fmla="*/ 150505 w 279567"/>
                <a:gd name="connsiteY432" fmla="*/ 472169 h 539886"/>
                <a:gd name="connsiteX433" fmla="*/ 150691 w 279567"/>
                <a:gd name="connsiteY433" fmla="*/ 482169 h 539886"/>
                <a:gd name="connsiteX434" fmla="*/ 150766 w 279567"/>
                <a:gd name="connsiteY434" fmla="*/ 485054 h 539886"/>
                <a:gd name="connsiteX435" fmla="*/ 150795 w 279567"/>
                <a:gd name="connsiteY435" fmla="*/ 487793 h 539886"/>
                <a:gd name="connsiteX436" fmla="*/ 150843 w 279567"/>
                <a:gd name="connsiteY436" fmla="*/ 490332 h 539886"/>
                <a:gd name="connsiteX437" fmla="*/ 150505 w 279567"/>
                <a:gd name="connsiteY437" fmla="*/ 492261 h 539886"/>
                <a:gd name="connsiteX438" fmla="*/ 147528 w 279567"/>
                <a:gd name="connsiteY438" fmla="*/ 493005 h 539886"/>
                <a:gd name="connsiteX439" fmla="*/ 147528 w 279567"/>
                <a:gd name="connsiteY439" fmla="*/ 495238 h 539886"/>
                <a:gd name="connsiteX440" fmla="*/ 136366 w 279567"/>
                <a:gd name="connsiteY440" fmla="*/ 495982 h 539886"/>
                <a:gd name="connsiteX441" fmla="*/ 136366 w 279567"/>
                <a:gd name="connsiteY441" fmla="*/ 498958 h 539886"/>
                <a:gd name="connsiteX442" fmla="*/ 134517 w 279567"/>
                <a:gd name="connsiteY442" fmla="*/ 499017 h 539886"/>
                <a:gd name="connsiteX443" fmla="*/ 132087 w 279567"/>
                <a:gd name="connsiteY443" fmla="*/ 499144 h 539886"/>
                <a:gd name="connsiteX444" fmla="*/ 129680 w 279567"/>
                <a:gd name="connsiteY444" fmla="*/ 499249 h 539886"/>
                <a:gd name="connsiteX445" fmla="*/ 125925 w 279567"/>
                <a:gd name="connsiteY445" fmla="*/ 501214 h 539886"/>
                <a:gd name="connsiteX446" fmla="*/ 122379 w 279567"/>
                <a:gd name="connsiteY446" fmla="*/ 502970 h 539886"/>
                <a:gd name="connsiteX447" fmla="*/ 120181 w 279567"/>
                <a:gd name="connsiteY447" fmla="*/ 502865 h 539886"/>
                <a:gd name="connsiteX448" fmla="*/ 117960 w 279567"/>
                <a:gd name="connsiteY448" fmla="*/ 502784 h 539886"/>
                <a:gd name="connsiteX449" fmla="*/ 116274 w 279567"/>
                <a:gd name="connsiteY449" fmla="*/ 502679 h 539886"/>
                <a:gd name="connsiteX450" fmla="*/ 116274 w 279567"/>
                <a:gd name="connsiteY450" fmla="*/ 505656 h 539886"/>
                <a:gd name="connsiteX451" fmla="*/ 114184 w 279567"/>
                <a:gd name="connsiteY451" fmla="*/ 505714 h 539886"/>
                <a:gd name="connsiteX452" fmla="*/ 111484 w 279567"/>
                <a:gd name="connsiteY452" fmla="*/ 505842 h 539886"/>
                <a:gd name="connsiteX453" fmla="*/ 108789 w 279567"/>
                <a:gd name="connsiteY453" fmla="*/ 505946 h 539886"/>
                <a:gd name="connsiteX454" fmla="*/ 106600 w 279567"/>
                <a:gd name="connsiteY454" fmla="*/ 506400 h 539886"/>
                <a:gd name="connsiteX455" fmla="*/ 105856 w 279567"/>
                <a:gd name="connsiteY455" fmla="*/ 509376 h 539886"/>
                <a:gd name="connsiteX456" fmla="*/ 101019 w 279567"/>
                <a:gd name="connsiteY456" fmla="*/ 509795 h 539886"/>
                <a:gd name="connsiteX457" fmla="*/ 96182 w 279567"/>
                <a:gd name="connsiteY457" fmla="*/ 510120 h 539886"/>
                <a:gd name="connsiteX458" fmla="*/ 95438 w 279567"/>
                <a:gd name="connsiteY458" fmla="*/ 512353 h 539886"/>
                <a:gd name="connsiteX459" fmla="*/ 89163 w 279567"/>
                <a:gd name="connsiteY459" fmla="*/ 512722 h 539886"/>
                <a:gd name="connsiteX460" fmla="*/ 87253 w 279567"/>
                <a:gd name="connsiteY460" fmla="*/ 513097 h 539886"/>
                <a:gd name="connsiteX461" fmla="*/ 86532 w 279567"/>
                <a:gd name="connsiteY461" fmla="*/ 514585 h 539886"/>
                <a:gd name="connsiteX462" fmla="*/ 85765 w 279567"/>
                <a:gd name="connsiteY462" fmla="*/ 516074 h 539886"/>
                <a:gd name="connsiteX463" fmla="*/ 81253 w 279567"/>
                <a:gd name="connsiteY463" fmla="*/ 516492 h 539886"/>
                <a:gd name="connsiteX464" fmla="*/ 76835 w 279567"/>
                <a:gd name="connsiteY464" fmla="*/ 516818 h 539886"/>
                <a:gd name="connsiteX465" fmla="*/ 76091 w 279567"/>
                <a:gd name="connsiteY465" fmla="*/ 519050 h 539886"/>
                <a:gd name="connsiteX466" fmla="*/ 72417 w 279567"/>
                <a:gd name="connsiteY466" fmla="*/ 519515 h 539886"/>
                <a:gd name="connsiteX467" fmla="*/ 67161 w 279567"/>
                <a:gd name="connsiteY467" fmla="*/ 520538 h 539886"/>
                <a:gd name="connsiteX468" fmla="*/ 67161 w 279567"/>
                <a:gd name="connsiteY468" fmla="*/ 522771 h 539886"/>
                <a:gd name="connsiteX469" fmla="*/ 65423 w 279567"/>
                <a:gd name="connsiteY469" fmla="*/ 522829 h 539886"/>
                <a:gd name="connsiteX470" fmla="*/ 63161 w 279567"/>
                <a:gd name="connsiteY470" fmla="*/ 522957 h 539886"/>
                <a:gd name="connsiteX471" fmla="*/ 60911 w 279567"/>
                <a:gd name="connsiteY471" fmla="*/ 523062 h 539886"/>
                <a:gd name="connsiteX472" fmla="*/ 58975 w 279567"/>
                <a:gd name="connsiteY472" fmla="*/ 523515 h 539886"/>
                <a:gd name="connsiteX473" fmla="*/ 57487 w 279567"/>
                <a:gd name="connsiteY473" fmla="*/ 526492 h 539886"/>
                <a:gd name="connsiteX474" fmla="*/ 53720 w 279567"/>
                <a:gd name="connsiteY474" fmla="*/ 526910 h 539886"/>
                <a:gd name="connsiteX475" fmla="*/ 50046 w 279567"/>
                <a:gd name="connsiteY475" fmla="*/ 527236 h 539886"/>
                <a:gd name="connsiteX476" fmla="*/ 49302 w 279567"/>
                <a:gd name="connsiteY476" fmla="*/ 529468 h 539886"/>
                <a:gd name="connsiteX477" fmla="*/ 46325 w 279567"/>
                <a:gd name="connsiteY477" fmla="*/ 529375 h 539886"/>
                <a:gd name="connsiteX478" fmla="*/ 43349 w 279567"/>
                <a:gd name="connsiteY478" fmla="*/ 529468 h 539886"/>
                <a:gd name="connsiteX479" fmla="*/ 42604 w 279567"/>
                <a:gd name="connsiteY479" fmla="*/ 533189 h 539886"/>
                <a:gd name="connsiteX480" fmla="*/ 38000 w 279567"/>
                <a:gd name="connsiteY480" fmla="*/ 533683 h 539886"/>
                <a:gd name="connsiteX481" fmla="*/ 36651 w 279567"/>
                <a:gd name="connsiteY481" fmla="*/ 533933 h 539886"/>
                <a:gd name="connsiteX482" fmla="*/ 35907 w 279567"/>
                <a:gd name="connsiteY482" fmla="*/ 536165 h 539886"/>
                <a:gd name="connsiteX483" fmla="*/ 30698 w 279567"/>
                <a:gd name="connsiteY483" fmla="*/ 536910 h 539886"/>
                <a:gd name="connsiteX484" fmla="*/ 30698 w 279567"/>
                <a:gd name="connsiteY484" fmla="*/ 539886 h 539886"/>
                <a:gd name="connsiteX485" fmla="*/ 24001 w 279567"/>
                <a:gd name="connsiteY485" fmla="*/ 539886 h 539886"/>
                <a:gd name="connsiteX486" fmla="*/ 24001 w 279567"/>
                <a:gd name="connsiteY486" fmla="*/ 537654 h 539886"/>
                <a:gd name="connsiteX487" fmla="*/ 22513 w 279567"/>
                <a:gd name="connsiteY487" fmla="*/ 537654 h 539886"/>
                <a:gd name="connsiteX488" fmla="*/ 22187 w 279567"/>
                <a:gd name="connsiteY488" fmla="*/ 535282 h 539886"/>
                <a:gd name="connsiteX489" fmla="*/ 21024 w 279567"/>
                <a:gd name="connsiteY489" fmla="*/ 528724 h 539886"/>
                <a:gd name="connsiteX490" fmla="*/ 19536 w 279567"/>
                <a:gd name="connsiteY490" fmla="*/ 528724 h 539886"/>
                <a:gd name="connsiteX491" fmla="*/ 19173 w 279567"/>
                <a:gd name="connsiteY491" fmla="*/ 524146 h 539886"/>
                <a:gd name="connsiteX492" fmla="*/ 18792 w 279567"/>
                <a:gd name="connsiteY492" fmla="*/ 522771 h 539886"/>
                <a:gd name="connsiteX493" fmla="*/ 16559 w 279567"/>
                <a:gd name="connsiteY493" fmla="*/ 522027 h 539886"/>
                <a:gd name="connsiteX494" fmla="*/ 16118 w 279567"/>
                <a:gd name="connsiteY494" fmla="*/ 516841 h 539886"/>
                <a:gd name="connsiteX495" fmla="*/ 15815 w 279567"/>
                <a:gd name="connsiteY495" fmla="*/ 515329 h 539886"/>
                <a:gd name="connsiteX496" fmla="*/ 13583 w 279567"/>
                <a:gd name="connsiteY496" fmla="*/ 514585 h 539886"/>
                <a:gd name="connsiteX497" fmla="*/ 13583 w 279567"/>
                <a:gd name="connsiteY497" fmla="*/ 509376 h 539886"/>
                <a:gd name="connsiteX498" fmla="*/ 11350 w 279567"/>
                <a:gd name="connsiteY498" fmla="*/ 507888 h 539886"/>
                <a:gd name="connsiteX499" fmla="*/ 10978 w 279567"/>
                <a:gd name="connsiteY499" fmla="*/ 505237 h 539886"/>
                <a:gd name="connsiteX500" fmla="*/ 10606 w 279567"/>
                <a:gd name="connsiteY500" fmla="*/ 502679 h 539886"/>
                <a:gd name="connsiteX501" fmla="*/ 8374 w 279567"/>
                <a:gd name="connsiteY501" fmla="*/ 501935 h 539886"/>
                <a:gd name="connsiteX502" fmla="*/ 7630 w 279567"/>
                <a:gd name="connsiteY502" fmla="*/ 496726 h 539886"/>
                <a:gd name="connsiteX503" fmla="*/ 5397 w 279567"/>
                <a:gd name="connsiteY503" fmla="*/ 495982 h 539886"/>
                <a:gd name="connsiteX504" fmla="*/ 4653 w 279567"/>
                <a:gd name="connsiteY504" fmla="*/ 492261 h 539886"/>
                <a:gd name="connsiteX505" fmla="*/ 3165 w 279567"/>
                <a:gd name="connsiteY505" fmla="*/ 491517 h 539886"/>
                <a:gd name="connsiteX506" fmla="*/ 2839 w 279567"/>
                <a:gd name="connsiteY506" fmla="*/ 490029 h 539886"/>
                <a:gd name="connsiteX507" fmla="*/ 2421 w 279567"/>
                <a:gd name="connsiteY507" fmla="*/ 488540 h 539886"/>
                <a:gd name="connsiteX508" fmla="*/ 188 w 279567"/>
                <a:gd name="connsiteY508" fmla="*/ 487796 h 539886"/>
                <a:gd name="connsiteX509" fmla="*/ 49 w 279567"/>
                <a:gd name="connsiteY509" fmla="*/ 483285 h 539886"/>
                <a:gd name="connsiteX510" fmla="*/ 110 w 279567"/>
                <a:gd name="connsiteY510" fmla="*/ 480794 h 539886"/>
                <a:gd name="connsiteX511" fmla="*/ 188 w 279567"/>
                <a:gd name="connsiteY511" fmla="*/ 478867 h 539886"/>
                <a:gd name="connsiteX512" fmla="*/ 3165 w 279567"/>
                <a:gd name="connsiteY512" fmla="*/ 478867 h 539886"/>
                <a:gd name="connsiteX513" fmla="*/ 4653 w 279567"/>
                <a:gd name="connsiteY513" fmla="*/ 475146 h 539886"/>
                <a:gd name="connsiteX514" fmla="*/ 6141 w 279567"/>
                <a:gd name="connsiteY514" fmla="*/ 475146 h 539886"/>
                <a:gd name="connsiteX515" fmla="*/ 7630 w 279567"/>
                <a:gd name="connsiteY515" fmla="*/ 472169 h 539886"/>
                <a:gd name="connsiteX516" fmla="*/ 12260 w 279567"/>
                <a:gd name="connsiteY516" fmla="*/ 466614 h 539886"/>
                <a:gd name="connsiteX517" fmla="*/ 14327 w 279567"/>
                <a:gd name="connsiteY517" fmla="*/ 461007 h 539886"/>
                <a:gd name="connsiteX518" fmla="*/ 15815 w 279567"/>
                <a:gd name="connsiteY518" fmla="*/ 460263 h 539886"/>
                <a:gd name="connsiteX519" fmla="*/ 16280 w 279567"/>
                <a:gd name="connsiteY519" fmla="*/ 457240 h 539886"/>
                <a:gd name="connsiteX520" fmla="*/ 16559 w 279567"/>
                <a:gd name="connsiteY520" fmla="*/ 454310 h 539886"/>
                <a:gd name="connsiteX521" fmla="*/ 18792 w 279567"/>
                <a:gd name="connsiteY521" fmla="*/ 454310 h 539886"/>
                <a:gd name="connsiteX522" fmla="*/ 19536 w 279567"/>
                <a:gd name="connsiteY522" fmla="*/ 441660 h 539886"/>
                <a:gd name="connsiteX523" fmla="*/ 21024 w 279567"/>
                <a:gd name="connsiteY523" fmla="*/ 441660 h 539886"/>
                <a:gd name="connsiteX524" fmla="*/ 21028 w 279567"/>
                <a:gd name="connsiteY524" fmla="*/ 438853 h 539886"/>
                <a:gd name="connsiteX525" fmla="*/ 21206 w 279567"/>
                <a:gd name="connsiteY525" fmla="*/ 316427 h 539886"/>
                <a:gd name="connsiteX526" fmla="*/ 21208 w 279567"/>
                <a:gd name="connsiteY526" fmla="*/ 314556 h 539886"/>
                <a:gd name="connsiteX527" fmla="*/ 21271 w 279567"/>
                <a:gd name="connsiteY527" fmla="*/ 274302 h 539886"/>
                <a:gd name="connsiteX528" fmla="*/ 21301 w 279567"/>
                <a:gd name="connsiteY528" fmla="*/ 254562 h 539886"/>
                <a:gd name="connsiteX529" fmla="*/ 21304 w 279567"/>
                <a:gd name="connsiteY529" fmla="*/ 252577 h 539886"/>
                <a:gd name="connsiteX530" fmla="*/ 21397 w 279567"/>
                <a:gd name="connsiteY530" fmla="*/ 188865 h 539886"/>
                <a:gd name="connsiteX531" fmla="*/ 21495 w 279567"/>
                <a:gd name="connsiteY531" fmla="*/ 123412 h 539886"/>
                <a:gd name="connsiteX532" fmla="*/ 21510 w 279567"/>
                <a:gd name="connsiteY532" fmla="*/ 114174 h 539886"/>
                <a:gd name="connsiteX533" fmla="*/ 21513 w 279567"/>
                <a:gd name="connsiteY533" fmla="*/ 112338 h 539886"/>
                <a:gd name="connsiteX534" fmla="*/ 21554 w 279567"/>
                <a:gd name="connsiteY534" fmla="*/ 83030 h 539886"/>
                <a:gd name="connsiteX535" fmla="*/ 21599 w 279567"/>
                <a:gd name="connsiteY535" fmla="*/ 53590 h 539886"/>
                <a:gd name="connsiteX536" fmla="*/ 21624 w 279567"/>
                <a:gd name="connsiteY536" fmla="*/ 36083 h 539886"/>
                <a:gd name="connsiteX537" fmla="*/ 21646 w 279567"/>
                <a:gd name="connsiteY537" fmla="*/ 23036 h 539886"/>
                <a:gd name="connsiteX538" fmla="*/ 21652 w 279567"/>
                <a:gd name="connsiteY538" fmla="*/ 17738 h 539886"/>
                <a:gd name="connsiteX539" fmla="*/ 21665 w 279567"/>
                <a:gd name="connsiteY539" fmla="*/ 10572 h 539886"/>
                <a:gd name="connsiteX540" fmla="*/ 21663 w 279567"/>
                <a:gd name="connsiteY540" fmla="*/ 8465 h 539886"/>
                <a:gd name="connsiteX541" fmla="*/ 21671 w 279567"/>
                <a:gd name="connsiteY541" fmla="*/ 6541 h 539886"/>
                <a:gd name="connsiteX542" fmla="*/ 21674 w 279567"/>
                <a:gd name="connsiteY542" fmla="*/ 4885 h 539886"/>
                <a:gd name="connsiteX543" fmla="*/ 22513 w 279567"/>
                <a:gd name="connsiteY543" fmla="*/ 384 h 539886"/>
                <a:gd name="connsiteX544" fmla="*/ 26009 w 279567"/>
                <a:gd name="connsiteY544" fmla="*/ 18 h 539886"/>
                <a:gd name="connsiteX545" fmla="*/ 28316 w 279567"/>
                <a:gd name="connsiteY545" fmla="*/ 0 h 53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Lst>
              <a:rect l="l" t="t" r="r" b="b"/>
              <a:pathLst>
                <a:path w="279567" h="539886">
                  <a:moveTo>
                    <a:pt x="174025" y="173539"/>
                  </a:moveTo>
                  <a:cubicBezTo>
                    <a:pt x="172623" y="173559"/>
                    <a:pt x="172623" y="173559"/>
                    <a:pt x="171250" y="173580"/>
                  </a:cubicBezTo>
                  <a:cubicBezTo>
                    <a:pt x="168193" y="173578"/>
                    <a:pt x="165137" y="173579"/>
                    <a:pt x="162081" y="173609"/>
                  </a:cubicBezTo>
                  <a:cubicBezTo>
                    <a:pt x="159339" y="173636"/>
                    <a:pt x="156597" y="173647"/>
                    <a:pt x="153855" y="173652"/>
                  </a:cubicBezTo>
                  <a:cubicBezTo>
                    <a:pt x="148679" y="173660"/>
                    <a:pt x="143503" y="173684"/>
                    <a:pt x="138328" y="173721"/>
                  </a:cubicBezTo>
                  <a:cubicBezTo>
                    <a:pt x="132388" y="173764"/>
                    <a:pt x="126448" y="173790"/>
                    <a:pt x="120507" y="173809"/>
                  </a:cubicBezTo>
                  <a:cubicBezTo>
                    <a:pt x="107713" y="173849"/>
                    <a:pt x="94919" y="173915"/>
                    <a:pt x="82124" y="174002"/>
                  </a:cubicBezTo>
                  <a:cubicBezTo>
                    <a:pt x="82020" y="178739"/>
                    <a:pt x="81920" y="183476"/>
                    <a:pt x="81823" y="188213"/>
                  </a:cubicBezTo>
                  <a:cubicBezTo>
                    <a:pt x="81785" y="190142"/>
                    <a:pt x="81745" y="192072"/>
                    <a:pt x="81706" y="194001"/>
                  </a:cubicBezTo>
                  <a:cubicBezTo>
                    <a:pt x="81643" y="196852"/>
                    <a:pt x="81581" y="199703"/>
                    <a:pt x="81524" y="202554"/>
                  </a:cubicBezTo>
                  <a:cubicBezTo>
                    <a:pt x="81505" y="203470"/>
                    <a:pt x="81488" y="204360"/>
                    <a:pt x="81470" y="205250"/>
                  </a:cubicBezTo>
                  <a:cubicBezTo>
                    <a:pt x="81450" y="206148"/>
                    <a:pt x="81429" y="207019"/>
                    <a:pt x="81409" y="207890"/>
                  </a:cubicBezTo>
                  <a:cubicBezTo>
                    <a:pt x="81394" y="208719"/>
                    <a:pt x="81379" y="209523"/>
                    <a:pt x="81364" y="210328"/>
                  </a:cubicBezTo>
                  <a:cubicBezTo>
                    <a:pt x="81319" y="212465"/>
                    <a:pt x="81169" y="213764"/>
                    <a:pt x="82124" y="215674"/>
                  </a:cubicBezTo>
                  <a:cubicBezTo>
                    <a:pt x="82680" y="215737"/>
                    <a:pt x="83220" y="215798"/>
                    <a:pt x="83759" y="215859"/>
                  </a:cubicBezTo>
                  <a:cubicBezTo>
                    <a:pt x="84874" y="215858"/>
                    <a:pt x="84874" y="215858"/>
                    <a:pt x="85966" y="215858"/>
                  </a:cubicBezTo>
                  <a:cubicBezTo>
                    <a:pt x="86824" y="215861"/>
                    <a:pt x="87657" y="215864"/>
                    <a:pt x="88489" y="215867"/>
                  </a:cubicBezTo>
                  <a:cubicBezTo>
                    <a:pt x="89439" y="215863"/>
                    <a:pt x="90361" y="215859"/>
                    <a:pt x="91282" y="215855"/>
                  </a:cubicBezTo>
                  <a:cubicBezTo>
                    <a:pt x="94358" y="215859"/>
                    <a:pt x="97434" y="215862"/>
                    <a:pt x="100509" y="215854"/>
                  </a:cubicBezTo>
                  <a:cubicBezTo>
                    <a:pt x="103270" y="215846"/>
                    <a:pt x="106030" y="215844"/>
                    <a:pt x="108790" y="215844"/>
                  </a:cubicBezTo>
                  <a:cubicBezTo>
                    <a:pt x="113406" y="215845"/>
                    <a:pt x="118022" y="215841"/>
                    <a:pt x="122638" y="215831"/>
                  </a:cubicBezTo>
                  <a:cubicBezTo>
                    <a:pt x="128024" y="215819"/>
                    <a:pt x="133409" y="215811"/>
                    <a:pt x="138795" y="215812"/>
                  </a:cubicBezTo>
                  <a:cubicBezTo>
                    <a:pt x="144006" y="215812"/>
                    <a:pt x="149218" y="215810"/>
                    <a:pt x="154429" y="215804"/>
                  </a:cubicBezTo>
                  <a:cubicBezTo>
                    <a:pt x="156639" y="215802"/>
                    <a:pt x="158849" y="215799"/>
                    <a:pt x="161059" y="215798"/>
                  </a:cubicBezTo>
                  <a:cubicBezTo>
                    <a:pt x="163711" y="215798"/>
                    <a:pt x="166363" y="215796"/>
                    <a:pt x="169015" y="215789"/>
                  </a:cubicBezTo>
                  <a:cubicBezTo>
                    <a:pt x="170009" y="215787"/>
                    <a:pt x="170973" y="215784"/>
                    <a:pt x="171937" y="215782"/>
                  </a:cubicBezTo>
                  <a:cubicBezTo>
                    <a:pt x="172887" y="215782"/>
                    <a:pt x="173808" y="215783"/>
                    <a:pt x="174730" y="215783"/>
                  </a:cubicBezTo>
                  <a:cubicBezTo>
                    <a:pt x="175588" y="215780"/>
                    <a:pt x="176421" y="215776"/>
                    <a:pt x="177253" y="215773"/>
                  </a:cubicBezTo>
                  <a:cubicBezTo>
                    <a:pt x="178981" y="215770"/>
                    <a:pt x="180578" y="216191"/>
                    <a:pt x="181839" y="214930"/>
                  </a:cubicBezTo>
                  <a:cubicBezTo>
                    <a:pt x="181677" y="214263"/>
                    <a:pt x="181677" y="214263"/>
                    <a:pt x="181518" y="213609"/>
                  </a:cubicBezTo>
                  <a:cubicBezTo>
                    <a:pt x="181042" y="211974"/>
                    <a:pt x="181042" y="211974"/>
                    <a:pt x="181011" y="210321"/>
                  </a:cubicBezTo>
                  <a:cubicBezTo>
                    <a:pt x="181015" y="209713"/>
                    <a:pt x="181018" y="209122"/>
                    <a:pt x="181022" y="208532"/>
                  </a:cubicBezTo>
                  <a:cubicBezTo>
                    <a:pt x="181026" y="207502"/>
                    <a:pt x="181026" y="207502"/>
                    <a:pt x="181030" y="206492"/>
                  </a:cubicBezTo>
                  <a:cubicBezTo>
                    <a:pt x="181036" y="205749"/>
                    <a:pt x="181042" y="205027"/>
                    <a:pt x="181049" y="204305"/>
                  </a:cubicBezTo>
                  <a:cubicBezTo>
                    <a:pt x="181060" y="201165"/>
                    <a:pt x="181075" y="198025"/>
                    <a:pt x="181095" y="194884"/>
                  </a:cubicBezTo>
                  <a:cubicBezTo>
                    <a:pt x="181110" y="192501"/>
                    <a:pt x="181124" y="190118"/>
                    <a:pt x="181133" y="187734"/>
                  </a:cubicBezTo>
                  <a:cubicBezTo>
                    <a:pt x="181137" y="186590"/>
                    <a:pt x="181137" y="186590"/>
                    <a:pt x="181142" y="185469"/>
                  </a:cubicBezTo>
                  <a:cubicBezTo>
                    <a:pt x="181148" y="184727"/>
                    <a:pt x="181154" y="184007"/>
                    <a:pt x="181160" y="183287"/>
                  </a:cubicBezTo>
                  <a:cubicBezTo>
                    <a:pt x="181164" y="182253"/>
                    <a:pt x="181164" y="182253"/>
                    <a:pt x="181168" y="181240"/>
                  </a:cubicBezTo>
                  <a:cubicBezTo>
                    <a:pt x="181184" y="178720"/>
                    <a:pt x="181167" y="176401"/>
                    <a:pt x="180351" y="174002"/>
                  </a:cubicBezTo>
                  <a:cubicBezTo>
                    <a:pt x="179798" y="173846"/>
                    <a:pt x="179262" y="173695"/>
                    <a:pt x="178725" y="173544"/>
                  </a:cubicBezTo>
                  <a:cubicBezTo>
                    <a:pt x="177980" y="173548"/>
                    <a:pt x="177256" y="173551"/>
                    <a:pt x="176532" y="173554"/>
                  </a:cubicBezTo>
                  <a:cubicBezTo>
                    <a:pt x="175266" y="173547"/>
                    <a:pt x="175266" y="173547"/>
                    <a:pt x="174025" y="173539"/>
                  </a:cubicBezTo>
                  <a:close/>
                  <a:moveTo>
                    <a:pt x="174721" y="67915"/>
                  </a:moveTo>
                  <a:cubicBezTo>
                    <a:pt x="173309" y="67927"/>
                    <a:pt x="173309" y="67927"/>
                    <a:pt x="171925" y="67939"/>
                  </a:cubicBezTo>
                  <a:cubicBezTo>
                    <a:pt x="168846" y="67938"/>
                    <a:pt x="165766" y="67939"/>
                    <a:pt x="162687" y="67957"/>
                  </a:cubicBezTo>
                  <a:cubicBezTo>
                    <a:pt x="159924" y="67973"/>
                    <a:pt x="157161" y="67980"/>
                    <a:pt x="154398" y="67983"/>
                  </a:cubicBezTo>
                  <a:cubicBezTo>
                    <a:pt x="149183" y="67988"/>
                    <a:pt x="143969" y="68002"/>
                    <a:pt x="138754" y="68024"/>
                  </a:cubicBezTo>
                  <a:cubicBezTo>
                    <a:pt x="132768" y="68050"/>
                    <a:pt x="126783" y="68066"/>
                    <a:pt x="120798" y="68077"/>
                  </a:cubicBezTo>
                  <a:cubicBezTo>
                    <a:pt x="107907" y="68101"/>
                    <a:pt x="95015" y="68142"/>
                    <a:pt x="82124" y="68193"/>
                  </a:cubicBezTo>
                  <a:cubicBezTo>
                    <a:pt x="82124" y="82361"/>
                    <a:pt x="82124" y="96113"/>
                    <a:pt x="82124" y="109865"/>
                  </a:cubicBezTo>
                  <a:cubicBezTo>
                    <a:pt x="94425" y="109881"/>
                    <a:pt x="106726" y="109894"/>
                    <a:pt x="119027" y="109902"/>
                  </a:cubicBezTo>
                  <a:cubicBezTo>
                    <a:pt x="125005" y="109906"/>
                    <a:pt x="130983" y="109910"/>
                    <a:pt x="136961" y="109918"/>
                  </a:cubicBezTo>
                  <a:cubicBezTo>
                    <a:pt x="142214" y="109926"/>
                    <a:pt x="147466" y="109932"/>
                    <a:pt x="152719" y="109934"/>
                  </a:cubicBezTo>
                  <a:cubicBezTo>
                    <a:pt x="155490" y="109935"/>
                    <a:pt x="158262" y="109935"/>
                    <a:pt x="161034" y="109940"/>
                  </a:cubicBezTo>
                  <a:cubicBezTo>
                    <a:pt x="163689" y="109945"/>
                    <a:pt x="166344" y="109950"/>
                    <a:pt x="168999" y="109949"/>
                  </a:cubicBezTo>
                  <a:cubicBezTo>
                    <a:pt x="170477" y="109949"/>
                    <a:pt x="170477" y="109949"/>
                    <a:pt x="171925" y="109949"/>
                  </a:cubicBezTo>
                  <a:cubicBezTo>
                    <a:pt x="172876" y="109952"/>
                    <a:pt x="173799" y="109955"/>
                    <a:pt x="174721" y="109957"/>
                  </a:cubicBezTo>
                  <a:cubicBezTo>
                    <a:pt x="175580" y="109956"/>
                    <a:pt x="176414" y="109955"/>
                    <a:pt x="177248" y="109954"/>
                  </a:cubicBezTo>
                  <a:cubicBezTo>
                    <a:pt x="178364" y="109955"/>
                    <a:pt x="178364" y="109955"/>
                    <a:pt x="179457" y="109956"/>
                  </a:cubicBezTo>
                  <a:cubicBezTo>
                    <a:pt x="181095" y="109865"/>
                    <a:pt x="181095" y="109865"/>
                    <a:pt x="181839" y="109120"/>
                  </a:cubicBezTo>
                  <a:cubicBezTo>
                    <a:pt x="181730" y="108672"/>
                    <a:pt x="181625" y="108237"/>
                    <a:pt x="181519" y="107802"/>
                  </a:cubicBezTo>
                  <a:cubicBezTo>
                    <a:pt x="181043" y="106162"/>
                    <a:pt x="181043" y="106162"/>
                    <a:pt x="181000" y="104496"/>
                  </a:cubicBezTo>
                  <a:cubicBezTo>
                    <a:pt x="181000" y="103881"/>
                    <a:pt x="180999" y="103284"/>
                    <a:pt x="180998" y="102687"/>
                  </a:cubicBezTo>
                  <a:cubicBezTo>
                    <a:pt x="180996" y="101986"/>
                    <a:pt x="180994" y="101306"/>
                    <a:pt x="180991" y="100626"/>
                  </a:cubicBezTo>
                  <a:cubicBezTo>
                    <a:pt x="180994" y="99511"/>
                    <a:pt x="180994" y="99511"/>
                    <a:pt x="180996" y="98418"/>
                  </a:cubicBezTo>
                  <a:cubicBezTo>
                    <a:pt x="180994" y="96874"/>
                    <a:pt x="180993" y="95331"/>
                    <a:pt x="180993" y="93787"/>
                  </a:cubicBezTo>
                  <a:cubicBezTo>
                    <a:pt x="180998" y="91354"/>
                    <a:pt x="181002" y="88920"/>
                    <a:pt x="180998" y="86487"/>
                  </a:cubicBezTo>
                  <a:cubicBezTo>
                    <a:pt x="180995" y="84897"/>
                    <a:pt x="180993" y="83307"/>
                    <a:pt x="180994" y="81717"/>
                  </a:cubicBezTo>
                  <a:cubicBezTo>
                    <a:pt x="180994" y="80943"/>
                    <a:pt x="180995" y="80193"/>
                    <a:pt x="180996" y="79442"/>
                  </a:cubicBezTo>
                  <a:cubicBezTo>
                    <a:pt x="180994" y="78688"/>
                    <a:pt x="180993" y="77956"/>
                    <a:pt x="180991" y="77225"/>
                  </a:cubicBezTo>
                  <a:cubicBezTo>
                    <a:pt x="180995" y="76191"/>
                    <a:pt x="180995" y="76191"/>
                    <a:pt x="180998" y="75177"/>
                  </a:cubicBezTo>
                  <a:cubicBezTo>
                    <a:pt x="180999" y="74089"/>
                    <a:pt x="181024" y="73000"/>
                    <a:pt x="181095" y="71913"/>
                  </a:cubicBezTo>
                  <a:cubicBezTo>
                    <a:pt x="181839" y="70425"/>
                    <a:pt x="181839" y="70425"/>
                    <a:pt x="181095" y="68193"/>
                  </a:cubicBezTo>
                  <a:cubicBezTo>
                    <a:pt x="180538" y="68099"/>
                    <a:pt x="179998" y="68009"/>
                    <a:pt x="179457" y="67918"/>
                  </a:cubicBezTo>
                  <a:cubicBezTo>
                    <a:pt x="178342" y="67921"/>
                    <a:pt x="178342" y="67921"/>
                    <a:pt x="177248" y="67924"/>
                  </a:cubicBezTo>
                  <a:cubicBezTo>
                    <a:pt x="175972" y="67920"/>
                    <a:pt x="175972" y="67920"/>
                    <a:pt x="174721" y="67915"/>
                  </a:cubicBezTo>
                  <a:close/>
                  <a:moveTo>
                    <a:pt x="28316" y="0"/>
                  </a:moveTo>
                  <a:cubicBezTo>
                    <a:pt x="29162" y="9"/>
                    <a:pt x="30008" y="17"/>
                    <a:pt x="30879" y="26"/>
                  </a:cubicBezTo>
                  <a:cubicBezTo>
                    <a:pt x="31768" y="24"/>
                    <a:pt x="32657" y="21"/>
                    <a:pt x="33573" y="19"/>
                  </a:cubicBezTo>
                  <a:cubicBezTo>
                    <a:pt x="36056" y="14"/>
                    <a:pt x="38539" y="24"/>
                    <a:pt x="41022" y="39"/>
                  </a:cubicBezTo>
                  <a:cubicBezTo>
                    <a:pt x="43735" y="52"/>
                    <a:pt x="46448" y="47"/>
                    <a:pt x="49161" y="45"/>
                  </a:cubicBezTo>
                  <a:cubicBezTo>
                    <a:pt x="54434" y="44"/>
                    <a:pt x="59707" y="57"/>
                    <a:pt x="64980" y="76"/>
                  </a:cubicBezTo>
                  <a:cubicBezTo>
                    <a:pt x="71075" y="98"/>
                    <a:pt x="77171" y="100"/>
                    <a:pt x="83266" y="103"/>
                  </a:cubicBezTo>
                  <a:cubicBezTo>
                    <a:pt x="99369" y="118"/>
                    <a:pt x="115472" y="160"/>
                    <a:pt x="131576" y="198"/>
                  </a:cubicBezTo>
                  <a:cubicBezTo>
                    <a:pt x="167536" y="260"/>
                    <a:pt x="203496" y="321"/>
                    <a:pt x="240546" y="384"/>
                  </a:cubicBezTo>
                  <a:cubicBezTo>
                    <a:pt x="240546" y="92717"/>
                    <a:pt x="240546" y="185050"/>
                    <a:pt x="240546" y="280181"/>
                  </a:cubicBezTo>
                  <a:cubicBezTo>
                    <a:pt x="213779" y="280427"/>
                    <a:pt x="187012" y="280672"/>
                    <a:pt x="159434" y="280925"/>
                  </a:cubicBezTo>
                  <a:cubicBezTo>
                    <a:pt x="160171" y="281662"/>
                    <a:pt x="160908" y="282399"/>
                    <a:pt x="161667" y="283158"/>
                  </a:cubicBezTo>
                  <a:cubicBezTo>
                    <a:pt x="161995" y="285140"/>
                    <a:pt x="161995" y="285140"/>
                    <a:pt x="162085" y="287343"/>
                  </a:cubicBezTo>
                  <a:cubicBezTo>
                    <a:pt x="162147" y="289492"/>
                    <a:pt x="162147" y="289492"/>
                    <a:pt x="162411" y="291343"/>
                  </a:cubicBezTo>
                  <a:cubicBezTo>
                    <a:pt x="162902" y="291589"/>
                    <a:pt x="163393" y="291834"/>
                    <a:pt x="163899" y="292087"/>
                  </a:cubicBezTo>
                  <a:cubicBezTo>
                    <a:pt x="164165" y="294398"/>
                    <a:pt x="164230" y="296693"/>
                    <a:pt x="164315" y="299017"/>
                  </a:cubicBezTo>
                  <a:cubicBezTo>
                    <a:pt x="164423" y="299677"/>
                    <a:pt x="164532" y="300337"/>
                    <a:pt x="164643" y="301017"/>
                  </a:cubicBezTo>
                  <a:cubicBezTo>
                    <a:pt x="165380" y="301263"/>
                    <a:pt x="166117" y="301508"/>
                    <a:pt x="166876" y="301761"/>
                  </a:cubicBezTo>
                  <a:cubicBezTo>
                    <a:pt x="167226" y="304079"/>
                    <a:pt x="167251" y="306349"/>
                    <a:pt x="167318" y="308691"/>
                  </a:cubicBezTo>
                  <a:cubicBezTo>
                    <a:pt x="167417" y="309351"/>
                    <a:pt x="167517" y="310011"/>
                    <a:pt x="167620" y="310691"/>
                  </a:cubicBezTo>
                  <a:cubicBezTo>
                    <a:pt x="168357" y="310936"/>
                    <a:pt x="169093" y="311182"/>
                    <a:pt x="169852" y="311435"/>
                  </a:cubicBezTo>
                  <a:cubicBezTo>
                    <a:pt x="170181" y="313435"/>
                    <a:pt x="170181" y="313435"/>
                    <a:pt x="170271" y="315900"/>
                  </a:cubicBezTo>
                  <a:cubicBezTo>
                    <a:pt x="170333" y="318292"/>
                    <a:pt x="170333" y="318292"/>
                    <a:pt x="170597" y="320365"/>
                  </a:cubicBezTo>
                  <a:cubicBezTo>
                    <a:pt x="171088" y="320610"/>
                    <a:pt x="171579" y="320856"/>
                    <a:pt x="172085" y="321109"/>
                  </a:cubicBezTo>
                  <a:cubicBezTo>
                    <a:pt x="172349" y="323032"/>
                    <a:pt x="172415" y="324937"/>
                    <a:pt x="172501" y="326876"/>
                  </a:cubicBezTo>
                  <a:cubicBezTo>
                    <a:pt x="172609" y="327428"/>
                    <a:pt x="172717" y="327981"/>
                    <a:pt x="172829" y="328550"/>
                  </a:cubicBezTo>
                  <a:cubicBezTo>
                    <a:pt x="173566" y="328796"/>
                    <a:pt x="174302" y="329041"/>
                    <a:pt x="175061" y="329294"/>
                  </a:cubicBezTo>
                  <a:cubicBezTo>
                    <a:pt x="175390" y="330806"/>
                    <a:pt x="175390" y="330806"/>
                    <a:pt x="175480" y="332643"/>
                  </a:cubicBezTo>
                  <a:cubicBezTo>
                    <a:pt x="175543" y="334431"/>
                    <a:pt x="175543" y="334431"/>
                    <a:pt x="175806" y="335992"/>
                  </a:cubicBezTo>
                  <a:cubicBezTo>
                    <a:pt x="176297" y="336237"/>
                    <a:pt x="176788" y="336483"/>
                    <a:pt x="177294" y="336736"/>
                  </a:cubicBezTo>
                  <a:cubicBezTo>
                    <a:pt x="177294" y="336245"/>
                    <a:pt x="177294" y="335753"/>
                    <a:pt x="177294" y="335247"/>
                  </a:cubicBezTo>
                  <a:cubicBezTo>
                    <a:pt x="177770" y="335140"/>
                    <a:pt x="178245" y="335033"/>
                    <a:pt x="178736" y="334922"/>
                  </a:cubicBezTo>
                  <a:cubicBezTo>
                    <a:pt x="179242" y="334784"/>
                    <a:pt x="179749" y="334646"/>
                    <a:pt x="180270" y="334503"/>
                  </a:cubicBezTo>
                  <a:cubicBezTo>
                    <a:pt x="180516" y="333767"/>
                    <a:pt x="180762" y="333030"/>
                    <a:pt x="181015" y="332271"/>
                  </a:cubicBezTo>
                  <a:cubicBezTo>
                    <a:pt x="181751" y="331780"/>
                    <a:pt x="182488" y="331289"/>
                    <a:pt x="183247" y="330783"/>
                  </a:cubicBezTo>
                  <a:cubicBezTo>
                    <a:pt x="183493" y="330046"/>
                    <a:pt x="183738" y="329309"/>
                    <a:pt x="183991" y="328550"/>
                  </a:cubicBezTo>
                  <a:cubicBezTo>
                    <a:pt x="184728" y="328305"/>
                    <a:pt x="185464" y="328059"/>
                    <a:pt x="186224" y="327806"/>
                  </a:cubicBezTo>
                  <a:cubicBezTo>
                    <a:pt x="186454" y="327315"/>
                    <a:pt x="186684" y="326824"/>
                    <a:pt x="186921" y="326318"/>
                  </a:cubicBezTo>
                  <a:cubicBezTo>
                    <a:pt x="187182" y="325827"/>
                    <a:pt x="187443" y="325336"/>
                    <a:pt x="187712" y="324829"/>
                  </a:cubicBezTo>
                  <a:cubicBezTo>
                    <a:pt x="188218" y="324707"/>
                    <a:pt x="188725" y="324584"/>
                    <a:pt x="189247" y="324457"/>
                  </a:cubicBezTo>
                  <a:cubicBezTo>
                    <a:pt x="189722" y="324335"/>
                    <a:pt x="190198" y="324212"/>
                    <a:pt x="190688" y="324085"/>
                  </a:cubicBezTo>
                  <a:cubicBezTo>
                    <a:pt x="190811" y="323579"/>
                    <a:pt x="190934" y="323072"/>
                    <a:pt x="191060" y="322551"/>
                  </a:cubicBezTo>
                  <a:cubicBezTo>
                    <a:pt x="191183" y="322075"/>
                    <a:pt x="191306" y="321599"/>
                    <a:pt x="191433" y="321109"/>
                  </a:cubicBezTo>
                  <a:cubicBezTo>
                    <a:pt x="192415" y="321109"/>
                    <a:pt x="193397" y="321109"/>
                    <a:pt x="194409" y="321109"/>
                  </a:cubicBezTo>
                  <a:cubicBezTo>
                    <a:pt x="194409" y="320127"/>
                    <a:pt x="194409" y="319144"/>
                    <a:pt x="194409" y="318132"/>
                  </a:cubicBezTo>
                  <a:cubicBezTo>
                    <a:pt x="195391" y="318132"/>
                    <a:pt x="196374" y="318132"/>
                    <a:pt x="197386" y="318132"/>
                  </a:cubicBezTo>
                  <a:cubicBezTo>
                    <a:pt x="197825" y="316684"/>
                    <a:pt x="197825" y="316684"/>
                    <a:pt x="198130" y="315156"/>
                  </a:cubicBezTo>
                  <a:cubicBezTo>
                    <a:pt x="198866" y="314910"/>
                    <a:pt x="199603" y="314665"/>
                    <a:pt x="200362" y="314412"/>
                  </a:cubicBezTo>
                  <a:cubicBezTo>
                    <a:pt x="200631" y="313425"/>
                    <a:pt x="200881" y="312433"/>
                    <a:pt x="201106" y="311435"/>
                  </a:cubicBezTo>
                  <a:cubicBezTo>
                    <a:pt x="201597" y="311435"/>
                    <a:pt x="202089" y="311435"/>
                    <a:pt x="202595" y="311435"/>
                  </a:cubicBezTo>
                  <a:cubicBezTo>
                    <a:pt x="202809" y="310836"/>
                    <a:pt x="203024" y="310238"/>
                    <a:pt x="203246" y="309621"/>
                  </a:cubicBezTo>
                  <a:cubicBezTo>
                    <a:pt x="203522" y="308992"/>
                    <a:pt x="203798" y="308363"/>
                    <a:pt x="204083" y="307714"/>
                  </a:cubicBezTo>
                  <a:cubicBezTo>
                    <a:pt x="205075" y="307466"/>
                    <a:pt x="206067" y="307218"/>
                    <a:pt x="207059" y="306970"/>
                  </a:cubicBezTo>
                  <a:cubicBezTo>
                    <a:pt x="207596" y="305747"/>
                    <a:pt x="208096" y="304507"/>
                    <a:pt x="208548" y="303249"/>
                  </a:cubicBezTo>
                  <a:cubicBezTo>
                    <a:pt x="209039" y="303249"/>
                    <a:pt x="209530" y="303249"/>
                    <a:pt x="210036" y="303249"/>
                  </a:cubicBezTo>
                  <a:cubicBezTo>
                    <a:pt x="210036" y="302513"/>
                    <a:pt x="210036" y="301776"/>
                    <a:pt x="210036" y="301017"/>
                  </a:cubicBezTo>
                  <a:cubicBezTo>
                    <a:pt x="210512" y="300910"/>
                    <a:pt x="210988" y="300802"/>
                    <a:pt x="211478" y="300691"/>
                  </a:cubicBezTo>
                  <a:cubicBezTo>
                    <a:pt x="211984" y="300553"/>
                    <a:pt x="212491" y="300415"/>
                    <a:pt x="213013" y="300273"/>
                  </a:cubicBezTo>
                  <a:cubicBezTo>
                    <a:pt x="213282" y="299286"/>
                    <a:pt x="213531" y="298294"/>
                    <a:pt x="213757" y="297296"/>
                  </a:cubicBezTo>
                  <a:cubicBezTo>
                    <a:pt x="214493" y="297296"/>
                    <a:pt x="215230" y="297296"/>
                    <a:pt x="215989" y="297296"/>
                  </a:cubicBezTo>
                  <a:cubicBezTo>
                    <a:pt x="215989" y="296314"/>
                    <a:pt x="215989" y="295332"/>
                    <a:pt x="215989" y="294320"/>
                  </a:cubicBezTo>
                  <a:cubicBezTo>
                    <a:pt x="216726" y="294074"/>
                    <a:pt x="217463" y="293829"/>
                    <a:pt x="218222" y="293576"/>
                  </a:cubicBezTo>
                  <a:cubicBezTo>
                    <a:pt x="218344" y="293084"/>
                    <a:pt x="218467" y="292593"/>
                    <a:pt x="218594" y="292087"/>
                  </a:cubicBezTo>
                  <a:cubicBezTo>
                    <a:pt x="218716" y="291596"/>
                    <a:pt x="218839" y="291105"/>
                    <a:pt x="218966" y="290599"/>
                  </a:cubicBezTo>
                  <a:cubicBezTo>
                    <a:pt x="219702" y="290353"/>
                    <a:pt x="220439" y="290108"/>
                    <a:pt x="221198" y="289855"/>
                  </a:cubicBezTo>
                  <a:cubicBezTo>
                    <a:pt x="221444" y="289118"/>
                    <a:pt x="221689" y="288381"/>
                    <a:pt x="221942" y="287622"/>
                  </a:cubicBezTo>
                  <a:cubicBezTo>
                    <a:pt x="222433" y="287377"/>
                    <a:pt x="222925" y="287131"/>
                    <a:pt x="223431" y="286878"/>
                  </a:cubicBezTo>
                  <a:cubicBezTo>
                    <a:pt x="223507" y="286418"/>
                    <a:pt x="223584" y="285957"/>
                    <a:pt x="223663" y="285483"/>
                  </a:cubicBezTo>
                  <a:cubicBezTo>
                    <a:pt x="224175" y="283902"/>
                    <a:pt x="224175" y="283902"/>
                    <a:pt x="225896" y="282646"/>
                  </a:cubicBezTo>
                  <a:cubicBezTo>
                    <a:pt x="226555" y="282324"/>
                    <a:pt x="227215" y="282001"/>
                    <a:pt x="227895" y="281669"/>
                  </a:cubicBezTo>
                  <a:cubicBezTo>
                    <a:pt x="228387" y="281424"/>
                    <a:pt x="228878" y="281178"/>
                    <a:pt x="229384" y="280925"/>
                  </a:cubicBezTo>
                  <a:cubicBezTo>
                    <a:pt x="230872" y="280925"/>
                    <a:pt x="230872" y="280925"/>
                    <a:pt x="232872" y="282600"/>
                  </a:cubicBezTo>
                  <a:cubicBezTo>
                    <a:pt x="234593" y="284646"/>
                    <a:pt x="234593" y="284646"/>
                    <a:pt x="235337" y="286878"/>
                  </a:cubicBezTo>
                  <a:cubicBezTo>
                    <a:pt x="236073" y="287369"/>
                    <a:pt x="236810" y="287861"/>
                    <a:pt x="237569" y="288367"/>
                  </a:cubicBezTo>
                  <a:cubicBezTo>
                    <a:pt x="238323" y="289601"/>
                    <a:pt x="239066" y="290842"/>
                    <a:pt x="239802" y="292087"/>
                  </a:cubicBezTo>
                  <a:cubicBezTo>
                    <a:pt x="241321" y="294064"/>
                    <a:pt x="242897" y="295975"/>
                    <a:pt x="244732" y="297668"/>
                  </a:cubicBezTo>
                  <a:cubicBezTo>
                    <a:pt x="245755" y="298785"/>
                    <a:pt x="245755" y="298785"/>
                    <a:pt x="246778" y="300924"/>
                  </a:cubicBezTo>
                  <a:cubicBezTo>
                    <a:pt x="247891" y="303349"/>
                    <a:pt x="247891" y="303349"/>
                    <a:pt x="249941" y="305203"/>
                  </a:cubicBezTo>
                  <a:cubicBezTo>
                    <a:pt x="251703" y="306966"/>
                    <a:pt x="252034" y="307605"/>
                    <a:pt x="252452" y="309947"/>
                  </a:cubicBezTo>
                  <a:cubicBezTo>
                    <a:pt x="252943" y="310192"/>
                    <a:pt x="253434" y="310438"/>
                    <a:pt x="253940" y="310691"/>
                  </a:cubicBezTo>
                  <a:cubicBezTo>
                    <a:pt x="254048" y="311182"/>
                    <a:pt x="254155" y="311673"/>
                    <a:pt x="254266" y="312179"/>
                  </a:cubicBezTo>
                  <a:cubicBezTo>
                    <a:pt x="254404" y="312670"/>
                    <a:pt x="254542" y="313161"/>
                    <a:pt x="254684" y="313667"/>
                  </a:cubicBezTo>
                  <a:cubicBezTo>
                    <a:pt x="255421" y="313913"/>
                    <a:pt x="256158" y="314159"/>
                    <a:pt x="256917" y="314412"/>
                  </a:cubicBezTo>
                  <a:cubicBezTo>
                    <a:pt x="257194" y="315396"/>
                    <a:pt x="257442" y="316389"/>
                    <a:pt x="257661" y="317388"/>
                  </a:cubicBezTo>
                  <a:cubicBezTo>
                    <a:pt x="258152" y="317634"/>
                    <a:pt x="258643" y="317879"/>
                    <a:pt x="259149" y="318132"/>
                  </a:cubicBezTo>
                  <a:cubicBezTo>
                    <a:pt x="259257" y="318746"/>
                    <a:pt x="259364" y="319360"/>
                    <a:pt x="259475" y="319993"/>
                  </a:cubicBezTo>
                  <a:cubicBezTo>
                    <a:pt x="259613" y="320607"/>
                    <a:pt x="259751" y="321220"/>
                    <a:pt x="259893" y="321853"/>
                  </a:cubicBezTo>
                  <a:cubicBezTo>
                    <a:pt x="260630" y="322098"/>
                    <a:pt x="261367" y="322344"/>
                    <a:pt x="262126" y="322597"/>
                  </a:cubicBezTo>
                  <a:cubicBezTo>
                    <a:pt x="262126" y="323334"/>
                    <a:pt x="262126" y="324070"/>
                    <a:pt x="262126" y="324829"/>
                  </a:cubicBezTo>
                  <a:cubicBezTo>
                    <a:pt x="262617" y="325075"/>
                    <a:pt x="263108" y="325321"/>
                    <a:pt x="263614" y="325574"/>
                  </a:cubicBezTo>
                  <a:cubicBezTo>
                    <a:pt x="264105" y="325819"/>
                    <a:pt x="264596" y="326065"/>
                    <a:pt x="265102" y="326318"/>
                  </a:cubicBezTo>
                  <a:cubicBezTo>
                    <a:pt x="265102" y="327054"/>
                    <a:pt x="265102" y="327791"/>
                    <a:pt x="265102" y="328550"/>
                  </a:cubicBezTo>
                  <a:cubicBezTo>
                    <a:pt x="266085" y="328550"/>
                    <a:pt x="267067" y="328550"/>
                    <a:pt x="268079" y="328550"/>
                  </a:cubicBezTo>
                  <a:cubicBezTo>
                    <a:pt x="268159" y="330007"/>
                    <a:pt x="268217" y="331464"/>
                    <a:pt x="268265" y="332922"/>
                  </a:cubicBezTo>
                  <a:cubicBezTo>
                    <a:pt x="268300" y="333734"/>
                    <a:pt x="268334" y="334545"/>
                    <a:pt x="268370" y="335381"/>
                  </a:cubicBezTo>
                  <a:cubicBezTo>
                    <a:pt x="268274" y="336074"/>
                    <a:pt x="268178" y="336766"/>
                    <a:pt x="268079" y="337480"/>
                  </a:cubicBezTo>
                  <a:cubicBezTo>
                    <a:pt x="266652" y="338413"/>
                    <a:pt x="266652" y="338413"/>
                    <a:pt x="265102" y="338968"/>
                  </a:cubicBezTo>
                  <a:cubicBezTo>
                    <a:pt x="264353" y="339957"/>
                    <a:pt x="263609" y="340949"/>
                    <a:pt x="262870" y="341945"/>
                  </a:cubicBezTo>
                  <a:cubicBezTo>
                    <a:pt x="262133" y="342190"/>
                    <a:pt x="261397" y="342436"/>
                    <a:pt x="260638" y="342689"/>
                  </a:cubicBezTo>
                  <a:cubicBezTo>
                    <a:pt x="260392" y="343426"/>
                    <a:pt x="260146" y="344162"/>
                    <a:pt x="259893" y="344921"/>
                  </a:cubicBezTo>
                  <a:cubicBezTo>
                    <a:pt x="259157" y="345167"/>
                    <a:pt x="258420" y="345412"/>
                    <a:pt x="257661" y="345665"/>
                  </a:cubicBezTo>
                  <a:cubicBezTo>
                    <a:pt x="257415" y="346402"/>
                    <a:pt x="257170" y="347139"/>
                    <a:pt x="256917" y="347898"/>
                  </a:cubicBezTo>
                  <a:cubicBezTo>
                    <a:pt x="256426" y="348005"/>
                    <a:pt x="255935" y="348113"/>
                    <a:pt x="255429" y="348223"/>
                  </a:cubicBezTo>
                  <a:cubicBezTo>
                    <a:pt x="254937" y="348362"/>
                    <a:pt x="254446" y="348500"/>
                    <a:pt x="253940" y="348642"/>
                  </a:cubicBezTo>
                  <a:cubicBezTo>
                    <a:pt x="253685" y="349632"/>
                    <a:pt x="253437" y="350625"/>
                    <a:pt x="253196" y="351619"/>
                  </a:cubicBezTo>
                  <a:cubicBezTo>
                    <a:pt x="252217" y="352139"/>
                    <a:pt x="251224" y="352636"/>
                    <a:pt x="250220" y="353107"/>
                  </a:cubicBezTo>
                  <a:cubicBezTo>
                    <a:pt x="249974" y="353844"/>
                    <a:pt x="249728" y="354580"/>
                    <a:pt x="249475" y="355339"/>
                  </a:cubicBezTo>
                  <a:cubicBezTo>
                    <a:pt x="248483" y="355587"/>
                    <a:pt x="247491" y="355835"/>
                    <a:pt x="246499" y="356083"/>
                  </a:cubicBezTo>
                  <a:cubicBezTo>
                    <a:pt x="246253" y="356820"/>
                    <a:pt x="246008" y="357557"/>
                    <a:pt x="245755" y="358316"/>
                  </a:cubicBezTo>
                  <a:cubicBezTo>
                    <a:pt x="245018" y="358561"/>
                    <a:pt x="244281" y="358807"/>
                    <a:pt x="243522" y="359060"/>
                  </a:cubicBezTo>
                  <a:cubicBezTo>
                    <a:pt x="243292" y="359551"/>
                    <a:pt x="243062" y="360042"/>
                    <a:pt x="242825" y="360548"/>
                  </a:cubicBezTo>
                  <a:cubicBezTo>
                    <a:pt x="242564" y="361039"/>
                    <a:pt x="242303" y="361531"/>
                    <a:pt x="242034" y="362037"/>
                  </a:cubicBezTo>
                  <a:cubicBezTo>
                    <a:pt x="241512" y="362159"/>
                    <a:pt x="240990" y="362282"/>
                    <a:pt x="240453" y="362409"/>
                  </a:cubicBezTo>
                  <a:cubicBezTo>
                    <a:pt x="239992" y="362531"/>
                    <a:pt x="239532" y="362654"/>
                    <a:pt x="239058" y="362781"/>
                  </a:cubicBezTo>
                  <a:cubicBezTo>
                    <a:pt x="239058" y="363763"/>
                    <a:pt x="239058" y="364745"/>
                    <a:pt x="239058" y="365757"/>
                  </a:cubicBezTo>
                  <a:cubicBezTo>
                    <a:pt x="237584" y="365757"/>
                    <a:pt x="236111" y="365757"/>
                    <a:pt x="234593" y="365757"/>
                  </a:cubicBezTo>
                  <a:cubicBezTo>
                    <a:pt x="234593" y="366739"/>
                    <a:pt x="234593" y="367722"/>
                    <a:pt x="234593" y="368734"/>
                  </a:cubicBezTo>
                  <a:cubicBezTo>
                    <a:pt x="233151" y="369524"/>
                    <a:pt x="233151" y="369524"/>
                    <a:pt x="231616" y="370222"/>
                  </a:cubicBezTo>
                  <a:cubicBezTo>
                    <a:pt x="231371" y="370959"/>
                    <a:pt x="231125" y="371695"/>
                    <a:pt x="230872" y="372454"/>
                  </a:cubicBezTo>
                  <a:cubicBezTo>
                    <a:pt x="230258" y="372439"/>
                    <a:pt x="229644" y="372424"/>
                    <a:pt x="229012" y="372408"/>
                  </a:cubicBezTo>
                  <a:cubicBezTo>
                    <a:pt x="228091" y="372431"/>
                    <a:pt x="228091" y="372431"/>
                    <a:pt x="227151" y="372454"/>
                  </a:cubicBezTo>
                  <a:cubicBezTo>
                    <a:pt x="226659" y="373928"/>
                    <a:pt x="226659" y="373928"/>
                    <a:pt x="226407" y="375431"/>
                  </a:cubicBezTo>
                  <a:cubicBezTo>
                    <a:pt x="225670" y="375431"/>
                    <a:pt x="224934" y="375431"/>
                    <a:pt x="224175" y="375431"/>
                  </a:cubicBezTo>
                  <a:cubicBezTo>
                    <a:pt x="224098" y="376030"/>
                    <a:pt x="224021" y="376628"/>
                    <a:pt x="223942" y="377245"/>
                  </a:cubicBezTo>
                  <a:cubicBezTo>
                    <a:pt x="223773" y="377874"/>
                    <a:pt x="223605" y="378503"/>
                    <a:pt x="223431" y="379152"/>
                  </a:cubicBezTo>
                  <a:cubicBezTo>
                    <a:pt x="221948" y="379430"/>
                    <a:pt x="220459" y="379678"/>
                    <a:pt x="218966" y="379896"/>
                  </a:cubicBezTo>
                  <a:cubicBezTo>
                    <a:pt x="218413" y="381362"/>
                    <a:pt x="218413" y="381362"/>
                    <a:pt x="218222" y="382872"/>
                  </a:cubicBezTo>
                  <a:cubicBezTo>
                    <a:pt x="217485" y="383118"/>
                    <a:pt x="216748" y="383364"/>
                    <a:pt x="215989" y="383617"/>
                  </a:cubicBezTo>
                  <a:cubicBezTo>
                    <a:pt x="215744" y="384353"/>
                    <a:pt x="215498" y="385090"/>
                    <a:pt x="215245" y="385849"/>
                  </a:cubicBezTo>
                  <a:cubicBezTo>
                    <a:pt x="214616" y="385956"/>
                    <a:pt x="213986" y="386064"/>
                    <a:pt x="213338" y="386175"/>
                  </a:cubicBezTo>
                  <a:cubicBezTo>
                    <a:pt x="212740" y="386313"/>
                    <a:pt x="212141" y="386451"/>
                    <a:pt x="211524" y="386593"/>
                  </a:cubicBezTo>
                  <a:cubicBezTo>
                    <a:pt x="211524" y="387575"/>
                    <a:pt x="211524" y="388558"/>
                    <a:pt x="211524" y="389570"/>
                  </a:cubicBezTo>
                  <a:cubicBezTo>
                    <a:pt x="210292" y="389854"/>
                    <a:pt x="209050" y="390101"/>
                    <a:pt x="207804" y="390314"/>
                  </a:cubicBezTo>
                  <a:cubicBezTo>
                    <a:pt x="207558" y="391051"/>
                    <a:pt x="207312" y="391787"/>
                    <a:pt x="207059" y="392546"/>
                  </a:cubicBezTo>
                  <a:cubicBezTo>
                    <a:pt x="205525" y="393058"/>
                    <a:pt x="205525" y="393058"/>
                    <a:pt x="204083" y="393290"/>
                  </a:cubicBezTo>
                  <a:cubicBezTo>
                    <a:pt x="205218" y="396871"/>
                    <a:pt x="205218" y="396871"/>
                    <a:pt x="207804" y="399244"/>
                  </a:cubicBezTo>
                  <a:cubicBezTo>
                    <a:pt x="208052" y="400484"/>
                    <a:pt x="208300" y="401724"/>
                    <a:pt x="208548" y="402964"/>
                  </a:cubicBezTo>
                  <a:cubicBezTo>
                    <a:pt x="209039" y="403210"/>
                    <a:pt x="209530" y="403455"/>
                    <a:pt x="210036" y="403708"/>
                  </a:cubicBezTo>
                  <a:cubicBezTo>
                    <a:pt x="210143" y="404322"/>
                    <a:pt x="210251" y="404936"/>
                    <a:pt x="210362" y="405569"/>
                  </a:cubicBezTo>
                  <a:cubicBezTo>
                    <a:pt x="210500" y="406183"/>
                    <a:pt x="210638" y="406797"/>
                    <a:pt x="210780" y="407429"/>
                  </a:cubicBezTo>
                  <a:cubicBezTo>
                    <a:pt x="211517" y="407675"/>
                    <a:pt x="212254" y="407920"/>
                    <a:pt x="213013" y="408173"/>
                  </a:cubicBezTo>
                  <a:cubicBezTo>
                    <a:pt x="213013" y="408910"/>
                    <a:pt x="213013" y="409647"/>
                    <a:pt x="213013" y="410406"/>
                  </a:cubicBezTo>
                  <a:cubicBezTo>
                    <a:pt x="213998" y="410914"/>
                    <a:pt x="214991" y="411410"/>
                    <a:pt x="215989" y="411894"/>
                  </a:cubicBezTo>
                  <a:cubicBezTo>
                    <a:pt x="216235" y="412631"/>
                    <a:pt x="216480" y="413367"/>
                    <a:pt x="216733" y="414126"/>
                  </a:cubicBezTo>
                  <a:cubicBezTo>
                    <a:pt x="217596" y="414989"/>
                    <a:pt x="218462" y="415850"/>
                    <a:pt x="219343" y="416695"/>
                  </a:cubicBezTo>
                  <a:cubicBezTo>
                    <a:pt x="221588" y="419023"/>
                    <a:pt x="223450" y="421679"/>
                    <a:pt x="225384" y="424265"/>
                  </a:cubicBezTo>
                  <a:cubicBezTo>
                    <a:pt x="226229" y="425392"/>
                    <a:pt x="227076" y="426518"/>
                    <a:pt x="227924" y="427643"/>
                  </a:cubicBezTo>
                  <a:cubicBezTo>
                    <a:pt x="228294" y="428138"/>
                    <a:pt x="228664" y="428632"/>
                    <a:pt x="229045" y="429142"/>
                  </a:cubicBezTo>
                  <a:cubicBezTo>
                    <a:pt x="230547" y="431023"/>
                    <a:pt x="232239" y="432615"/>
                    <a:pt x="233988" y="434265"/>
                  </a:cubicBezTo>
                  <a:cubicBezTo>
                    <a:pt x="235337" y="435706"/>
                    <a:pt x="235337" y="435706"/>
                    <a:pt x="235337" y="437195"/>
                  </a:cubicBezTo>
                  <a:cubicBezTo>
                    <a:pt x="236073" y="437195"/>
                    <a:pt x="236810" y="437195"/>
                    <a:pt x="237569" y="437195"/>
                  </a:cubicBezTo>
                  <a:cubicBezTo>
                    <a:pt x="237661" y="437655"/>
                    <a:pt x="237753" y="438116"/>
                    <a:pt x="237848" y="438590"/>
                  </a:cubicBezTo>
                  <a:cubicBezTo>
                    <a:pt x="238002" y="439112"/>
                    <a:pt x="238155" y="439634"/>
                    <a:pt x="238313" y="440171"/>
                  </a:cubicBezTo>
                  <a:cubicBezTo>
                    <a:pt x="238866" y="440386"/>
                    <a:pt x="239418" y="440601"/>
                    <a:pt x="239988" y="440822"/>
                  </a:cubicBezTo>
                  <a:cubicBezTo>
                    <a:pt x="243137" y="442111"/>
                    <a:pt x="244974" y="444562"/>
                    <a:pt x="246499" y="447613"/>
                  </a:cubicBezTo>
                  <a:cubicBezTo>
                    <a:pt x="247236" y="447858"/>
                    <a:pt x="247972" y="448104"/>
                    <a:pt x="248731" y="448357"/>
                  </a:cubicBezTo>
                  <a:cubicBezTo>
                    <a:pt x="249475" y="449101"/>
                    <a:pt x="250220" y="449845"/>
                    <a:pt x="250964" y="450589"/>
                  </a:cubicBezTo>
                  <a:cubicBezTo>
                    <a:pt x="251700" y="450835"/>
                    <a:pt x="252437" y="451080"/>
                    <a:pt x="253196" y="451333"/>
                  </a:cubicBezTo>
                  <a:cubicBezTo>
                    <a:pt x="253692" y="452326"/>
                    <a:pt x="254188" y="453318"/>
                    <a:pt x="254684" y="454310"/>
                  </a:cubicBezTo>
                  <a:cubicBezTo>
                    <a:pt x="255421" y="454556"/>
                    <a:pt x="256158" y="454801"/>
                    <a:pt x="256917" y="455054"/>
                  </a:cubicBezTo>
                  <a:cubicBezTo>
                    <a:pt x="257408" y="455791"/>
                    <a:pt x="257899" y="456527"/>
                    <a:pt x="258405" y="457286"/>
                  </a:cubicBezTo>
                  <a:cubicBezTo>
                    <a:pt x="259034" y="457409"/>
                    <a:pt x="259664" y="457532"/>
                    <a:pt x="260312" y="457659"/>
                  </a:cubicBezTo>
                  <a:cubicBezTo>
                    <a:pt x="260911" y="457781"/>
                    <a:pt x="261509" y="457904"/>
                    <a:pt x="262126" y="458031"/>
                  </a:cubicBezTo>
                  <a:cubicBezTo>
                    <a:pt x="262371" y="458767"/>
                    <a:pt x="262617" y="459504"/>
                    <a:pt x="262870" y="460263"/>
                  </a:cubicBezTo>
                  <a:cubicBezTo>
                    <a:pt x="263484" y="460493"/>
                    <a:pt x="264098" y="460724"/>
                    <a:pt x="264730" y="460961"/>
                  </a:cubicBezTo>
                  <a:cubicBezTo>
                    <a:pt x="265344" y="461222"/>
                    <a:pt x="265958" y="461483"/>
                    <a:pt x="266591" y="461751"/>
                  </a:cubicBezTo>
                  <a:cubicBezTo>
                    <a:pt x="266683" y="462273"/>
                    <a:pt x="266775" y="462795"/>
                    <a:pt x="266870" y="463333"/>
                  </a:cubicBezTo>
                  <a:cubicBezTo>
                    <a:pt x="267023" y="463793"/>
                    <a:pt x="267177" y="464254"/>
                    <a:pt x="267335" y="464728"/>
                  </a:cubicBezTo>
                  <a:cubicBezTo>
                    <a:pt x="268194" y="464728"/>
                    <a:pt x="269054" y="464728"/>
                    <a:pt x="269939" y="464728"/>
                  </a:cubicBezTo>
                  <a:cubicBezTo>
                    <a:pt x="270799" y="464728"/>
                    <a:pt x="271658" y="464728"/>
                    <a:pt x="272544" y="464728"/>
                  </a:cubicBezTo>
                  <a:cubicBezTo>
                    <a:pt x="272799" y="465718"/>
                    <a:pt x="273047" y="466711"/>
                    <a:pt x="273288" y="467704"/>
                  </a:cubicBezTo>
                  <a:cubicBezTo>
                    <a:pt x="275879" y="468261"/>
                    <a:pt x="275879" y="468261"/>
                    <a:pt x="278497" y="468449"/>
                  </a:cubicBezTo>
                  <a:cubicBezTo>
                    <a:pt x="279727" y="469678"/>
                    <a:pt x="279485" y="471084"/>
                    <a:pt x="279567" y="472774"/>
                  </a:cubicBezTo>
                  <a:cubicBezTo>
                    <a:pt x="279558" y="474817"/>
                    <a:pt x="279558" y="474817"/>
                    <a:pt x="279241" y="476634"/>
                  </a:cubicBezTo>
                  <a:cubicBezTo>
                    <a:pt x="277102" y="478401"/>
                    <a:pt x="277102" y="478401"/>
                    <a:pt x="274776" y="479611"/>
                  </a:cubicBezTo>
                  <a:cubicBezTo>
                    <a:pt x="273845" y="481161"/>
                    <a:pt x="273845" y="481161"/>
                    <a:pt x="273288" y="482587"/>
                  </a:cubicBezTo>
                  <a:cubicBezTo>
                    <a:pt x="272797" y="482833"/>
                    <a:pt x="272306" y="483078"/>
                    <a:pt x="271800" y="483331"/>
                  </a:cubicBezTo>
                  <a:cubicBezTo>
                    <a:pt x="271554" y="484068"/>
                    <a:pt x="271309" y="484805"/>
                    <a:pt x="271056" y="485564"/>
                  </a:cubicBezTo>
                  <a:cubicBezTo>
                    <a:pt x="270319" y="486055"/>
                    <a:pt x="269582" y="486546"/>
                    <a:pt x="268823" y="487052"/>
                  </a:cubicBezTo>
                  <a:cubicBezTo>
                    <a:pt x="268439" y="487820"/>
                    <a:pt x="268056" y="488587"/>
                    <a:pt x="267660" y="489378"/>
                  </a:cubicBezTo>
                  <a:cubicBezTo>
                    <a:pt x="267307" y="490084"/>
                    <a:pt x="266954" y="490790"/>
                    <a:pt x="266591" y="491517"/>
                  </a:cubicBezTo>
                  <a:cubicBezTo>
                    <a:pt x="266100" y="491517"/>
                    <a:pt x="265608" y="491517"/>
                    <a:pt x="265102" y="491517"/>
                  </a:cubicBezTo>
                  <a:cubicBezTo>
                    <a:pt x="265010" y="491916"/>
                    <a:pt x="264918" y="492315"/>
                    <a:pt x="264823" y="492726"/>
                  </a:cubicBezTo>
                  <a:cubicBezTo>
                    <a:pt x="264174" y="495194"/>
                    <a:pt x="262902" y="496931"/>
                    <a:pt x="261382" y="498958"/>
                  </a:cubicBezTo>
                  <a:cubicBezTo>
                    <a:pt x="260891" y="498958"/>
                    <a:pt x="260399" y="498958"/>
                    <a:pt x="259893" y="498958"/>
                  </a:cubicBezTo>
                  <a:cubicBezTo>
                    <a:pt x="259940" y="499557"/>
                    <a:pt x="259986" y="500156"/>
                    <a:pt x="260033" y="500772"/>
                  </a:cubicBezTo>
                  <a:cubicBezTo>
                    <a:pt x="259987" y="501401"/>
                    <a:pt x="259941" y="502031"/>
                    <a:pt x="259893" y="502679"/>
                  </a:cubicBezTo>
                  <a:cubicBezTo>
                    <a:pt x="259157" y="502925"/>
                    <a:pt x="258420" y="503170"/>
                    <a:pt x="257661" y="503423"/>
                  </a:cubicBezTo>
                  <a:cubicBezTo>
                    <a:pt x="257127" y="504898"/>
                    <a:pt x="256632" y="506388"/>
                    <a:pt x="256173" y="507888"/>
                  </a:cubicBezTo>
                  <a:cubicBezTo>
                    <a:pt x="255682" y="508379"/>
                    <a:pt x="255190" y="508870"/>
                    <a:pt x="254684" y="509376"/>
                  </a:cubicBezTo>
                  <a:cubicBezTo>
                    <a:pt x="254577" y="509898"/>
                    <a:pt x="254470" y="510420"/>
                    <a:pt x="254359" y="510958"/>
                  </a:cubicBezTo>
                  <a:cubicBezTo>
                    <a:pt x="254221" y="511418"/>
                    <a:pt x="254083" y="511878"/>
                    <a:pt x="253940" y="512353"/>
                  </a:cubicBezTo>
                  <a:cubicBezTo>
                    <a:pt x="253204" y="512353"/>
                    <a:pt x="252467" y="512353"/>
                    <a:pt x="251708" y="512353"/>
                  </a:cubicBezTo>
                  <a:cubicBezTo>
                    <a:pt x="251777" y="513435"/>
                    <a:pt x="251777" y="513435"/>
                    <a:pt x="251847" y="514539"/>
                  </a:cubicBezTo>
                  <a:cubicBezTo>
                    <a:pt x="251801" y="515291"/>
                    <a:pt x="251755" y="516043"/>
                    <a:pt x="251708" y="516818"/>
                  </a:cubicBezTo>
                  <a:cubicBezTo>
                    <a:pt x="250971" y="517063"/>
                    <a:pt x="250234" y="517309"/>
                    <a:pt x="249475" y="517562"/>
                  </a:cubicBezTo>
                  <a:cubicBezTo>
                    <a:pt x="248959" y="519292"/>
                    <a:pt x="248462" y="521029"/>
                    <a:pt x="247987" y="522771"/>
                  </a:cubicBezTo>
                  <a:cubicBezTo>
                    <a:pt x="247496" y="522771"/>
                    <a:pt x="247005" y="522771"/>
                    <a:pt x="246499" y="522771"/>
                  </a:cubicBezTo>
                  <a:cubicBezTo>
                    <a:pt x="246407" y="523615"/>
                    <a:pt x="246315" y="524459"/>
                    <a:pt x="246220" y="525329"/>
                  </a:cubicBezTo>
                  <a:cubicBezTo>
                    <a:pt x="246066" y="526204"/>
                    <a:pt x="245913" y="527079"/>
                    <a:pt x="245755" y="527980"/>
                  </a:cubicBezTo>
                  <a:cubicBezTo>
                    <a:pt x="245264" y="528225"/>
                    <a:pt x="244772" y="528471"/>
                    <a:pt x="244266" y="528724"/>
                  </a:cubicBezTo>
                  <a:cubicBezTo>
                    <a:pt x="243947" y="530282"/>
                    <a:pt x="243947" y="530282"/>
                    <a:pt x="243848" y="532073"/>
                  </a:cubicBezTo>
                  <a:cubicBezTo>
                    <a:pt x="243594" y="535350"/>
                    <a:pt x="243594" y="535350"/>
                    <a:pt x="242778" y="536165"/>
                  </a:cubicBezTo>
                  <a:cubicBezTo>
                    <a:pt x="241524" y="536219"/>
                    <a:pt x="240267" y="536228"/>
                    <a:pt x="239011" y="536212"/>
                  </a:cubicBezTo>
                  <a:cubicBezTo>
                    <a:pt x="238327" y="536205"/>
                    <a:pt x="237643" y="536198"/>
                    <a:pt x="236938" y="536192"/>
                  </a:cubicBezTo>
                  <a:cubicBezTo>
                    <a:pt x="236410" y="536183"/>
                    <a:pt x="235881" y="536174"/>
                    <a:pt x="235337" y="536165"/>
                  </a:cubicBezTo>
                  <a:cubicBezTo>
                    <a:pt x="235337" y="535429"/>
                    <a:pt x="235337" y="534692"/>
                    <a:pt x="235337" y="533933"/>
                  </a:cubicBezTo>
                  <a:cubicBezTo>
                    <a:pt x="234071" y="533841"/>
                    <a:pt x="234071" y="533841"/>
                    <a:pt x="232779" y="533747"/>
                  </a:cubicBezTo>
                  <a:cubicBezTo>
                    <a:pt x="231904" y="533563"/>
                    <a:pt x="231029" y="533379"/>
                    <a:pt x="230128" y="533189"/>
                  </a:cubicBezTo>
                  <a:cubicBezTo>
                    <a:pt x="229663" y="531701"/>
                    <a:pt x="229663" y="531701"/>
                    <a:pt x="229384" y="530212"/>
                  </a:cubicBezTo>
                  <a:cubicBezTo>
                    <a:pt x="228145" y="529958"/>
                    <a:pt x="226904" y="529710"/>
                    <a:pt x="225663" y="529468"/>
                  </a:cubicBezTo>
                  <a:cubicBezTo>
                    <a:pt x="224826" y="527980"/>
                    <a:pt x="224826" y="527980"/>
                    <a:pt x="224175" y="526492"/>
                  </a:cubicBezTo>
                  <a:cubicBezTo>
                    <a:pt x="223438" y="526246"/>
                    <a:pt x="222701" y="526000"/>
                    <a:pt x="221942" y="525747"/>
                  </a:cubicBezTo>
                  <a:cubicBezTo>
                    <a:pt x="221697" y="525011"/>
                    <a:pt x="221451" y="524274"/>
                    <a:pt x="221198" y="523515"/>
                  </a:cubicBezTo>
                  <a:cubicBezTo>
                    <a:pt x="220600" y="523408"/>
                    <a:pt x="220001" y="523300"/>
                    <a:pt x="219384" y="523189"/>
                  </a:cubicBezTo>
                  <a:cubicBezTo>
                    <a:pt x="218755" y="523051"/>
                    <a:pt x="218126" y="522913"/>
                    <a:pt x="217477" y="522771"/>
                  </a:cubicBezTo>
                  <a:cubicBezTo>
                    <a:pt x="216640" y="521376"/>
                    <a:pt x="216640" y="521376"/>
                    <a:pt x="215989" y="519794"/>
                  </a:cubicBezTo>
                  <a:cubicBezTo>
                    <a:pt x="215260" y="519036"/>
                    <a:pt x="214517" y="518289"/>
                    <a:pt x="213757" y="517562"/>
                  </a:cubicBezTo>
                  <a:cubicBezTo>
                    <a:pt x="213511" y="517071"/>
                    <a:pt x="213266" y="516580"/>
                    <a:pt x="213013" y="516074"/>
                  </a:cubicBezTo>
                  <a:cubicBezTo>
                    <a:pt x="212506" y="515951"/>
                    <a:pt x="212000" y="515828"/>
                    <a:pt x="211478" y="515702"/>
                  </a:cubicBezTo>
                  <a:cubicBezTo>
                    <a:pt x="211002" y="515579"/>
                    <a:pt x="210526" y="515456"/>
                    <a:pt x="210036" y="515329"/>
                  </a:cubicBezTo>
                  <a:cubicBezTo>
                    <a:pt x="210036" y="514838"/>
                    <a:pt x="210036" y="514347"/>
                    <a:pt x="210036" y="513841"/>
                  </a:cubicBezTo>
                  <a:cubicBezTo>
                    <a:pt x="208802" y="513087"/>
                    <a:pt x="207561" y="512345"/>
                    <a:pt x="206315" y="511609"/>
                  </a:cubicBezTo>
                  <a:cubicBezTo>
                    <a:pt x="204321" y="509836"/>
                    <a:pt x="203446" y="508955"/>
                    <a:pt x="202595" y="506400"/>
                  </a:cubicBezTo>
                  <a:cubicBezTo>
                    <a:pt x="201858" y="505909"/>
                    <a:pt x="201121" y="505418"/>
                    <a:pt x="200362" y="504911"/>
                  </a:cubicBezTo>
                  <a:cubicBezTo>
                    <a:pt x="200117" y="504175"/>
                    <a:pt x="199871" y="503438"/>
                    <a:pt x="199618" y="502679"/>
                  </a:cubicBezTo>
                  <a:cubicBezTo>
                    <a:pt x="198881" y="502433"/>
                    <a:pt x="198145" y="502188"/>
                    <a:pt x="197386" y="501935"/>
                  </a:cubicBezTo>
                  <a:cubicBezTo>
                    <a:pt x="197140" y="501198"/>
                    <a:pt x="196894" y="500462"/>
                    <a:pt x="196641" y="499703"/>
                  </a:cubicBezTo>
                  <a:cubicBezTo>
                    <a:pt x="195905" y="499457"/>
                    <a:pt x="195168" y="499211"/>
                    <a:pt x="194409" y="498958"/>
                  </a:cubicBezTo>
                  <a:cubicBezTo>
                    <a:pt x="194161" y="497966"/>
                    <a:pt x="193913" y="496974"/>
                    <a:pt x="193665" y="495982"/>
                  </a:cubicBezTo>
                  <a:cubicBezTo>
                    <a:pt x="192928" y="495736"/>
                    <a:pt x="192192" y="495491"/>
                    <a:pt x="191433" y="495238"/>
                  </a:cubicBezTo>
                  <a:cubicBezTo>
                    <a:pt x="191433" y="494255"/>
                    <a:pt x="191433" y="493273"/>
                    <a:pt x="191433" y="492261"/>
                  </a:cubicBezTo>
                  <a:cubicBezTo>
                    <a:pt x="190696" y="492016"/>
                    <a:pt x="189959" y="491770"/>
                    <a:pt x="189200" y="491517"/>
                  </a:cubicBezTo>
                  <a:cubicBezTo>
                    <a:pt x="188955" y="490780"/>
                    <a:pt x="188709" y="490044"/>
                    <a:pt x="188456" y="489285"/>
                  </a:cubicBezTo>
                  <a:cubicBezTo>
                    <a:pt x="187719" y="489039"/>
                    <a:pt x="186983" y="488793"/>
                    <a:pt x="186224" y="488540"/>
                  </a:cubicBezTo>
                  <a:cubicBezTo>
                    <a:pt x="186039" y="487781"/>
                    <a:pt x="186039" y="487781"/>
                    <a:pt x="185851" y="487006"/>
                  </a:cubicBezTo>
                  <a:cubicBezTo>
                    <a:pt x="185729" y="486530"/>
                    <a:pt x="185606" y="486054"/>
                    <a:pt x="185479" y="485564"/>
                  </a:cubicBezTo>
                  <a:cubicBezTo>
                    <a:pt x="184743" y="485564"/>
                    <a:pt x="184006" y="485564"/>
                    <a:pt x="183247" y="485564"/>
                  </a:cubicBezTo>
                  <a:cubicBezTo>
                    <a:pt x="183293" y="484965"/>
                    <a:pt x="183339" y="484367"/>
                    <a:pt x="183386" y="483750"/>
                  </a:cubicBezTo>
                  <a:cubicBezTo>
                    <a:pt x="183340" y="483121"/>
                    <a:pt x="183294" y="482491"/>
                    <a:pt x="183247" y="481843"/>
                  </a:cubicBezTo>
                  <a:cubicBezTo>
                    <a:pt x="182510" y="481598"/>
                    <a:pt x="181774" y="481352"/>
                    <a:pt x="181015" y="481099"/>
                  </a:cubicBezTo>
                  <a:cubicBezTo>
                    <a:pt x="180494" y="480119"/>
                    <a:pt x="179997" y="479127"/>
                    <a:pt x="179526" y="478122"/>
                  </a:cubicBezTo>
                  <a:cubicBezTo>
                    <a:pt x="179035" y="477877"/>
                    <a:pt x="178544" y="477631"/>
                    <a:pt x="178038" y="477378"/>
                  </a:cubicBezTo>
                  <a:cubicBezTo>
                    <a:pt x="178038" y="476396"/>
                    <a:pt x="178038" y="475414"/>
                    <a:pt x="178038" y="474402"/>
                  </a:cubicBezTo>
                  <a:cubicBezTo>
                    <a:pt x="177301" y="474156"/>
                    <a:pt x="176565" y="473911"/>
                    <a:pt x="175806" y="473658"/>
                  </a:cubicBezTo>
                  <a:cubicBezTo>
                    <a:pt x="175558" y="472665"/>
                    <a:pt x="175309" y="471673"/>
                    <a:pt x="175061" y="470681"/>
                  </a:cubicBezTo>
                  <a:cubicBezTo>
                    <a:pt x="174325" y="470435"/>
                    <a:pt x="173588" y="470190"/>
                    <a:pt x="172829" y="469937"/>
                  </a:cubicBezTo>
                  <a:cubicBezTo>
                    <a:pt x="172307" y="468708"/>
                    <a:pt x="171810" y="467467"/>
                    <a:pt x="171341" y="466216"/>
                  </a:cubicBezTo>
                  <a:cubicBezTo>
                    <a:pt x="170850" y="465971"/>
                    <a:pt x="170358" y="465725"/>
                    <a:pt x="169852" y="465472"/>
                  </a:cubicBezTo>
                  <a:cubicBezTo>
                    <a:pt x="169745" y="464889"/>
                    <a:pt x="169638" y="464306"/>
                    <a:pt x="169527" y="463705"/>
                  </a:cubicBezTo>
                  <a:cubicBezTo>
                    <a:pt x="169057" y="461511"/>
                    <a:pt x="168482" y="460991"/>
                    <a:pt x="166876" y="459519"/>
                  </a:cubicBezTo>
                  <a:cubicBezTo>
                    <a:pt x="166630" y="458782"/>
                    <a:pt x="166385" y="458046"/>
                    <a:pt x="166132" y="457286"/>
                  </a:cubicBezTo>
                  <a:cubicBezTo>
                    <a:pt x="165556" y="456780"/>
                    <a:pt x="165556" y="456780"/>
                    <a:pt x="164969" y="456263"/>
                  </a:cubicBezTo>
                  <a:cubicBezTo>
                    <a:pt x="163899" y="455054"/>
                    <a:pt x="163899" y="455054"/>
                    <a:pt x="163760" y="453054"/>
                  </a:cubicBezTo>
                  <a:cubicBezTo>
                    <a:pt x="163806" y="452486"/>
                    <a:pt x="163852" y="451918"/>
                    <a:pt x="163899" y="451333"/>
                  </a:cubicBezTo>
                  <a:cubicBezTo>
                    <a:pt x="163163" y="451333"/>
                    <a:pt x="162426" y="451333"/>
                    <a:pt x="161667" y="451333"/>
                  </a:cubicBezTo>
                  <a:cubicBezTo>
                    <a:pt x="161406" y="450096"/>
                    <a:pt x="161159" y="448855"/>
                    <a:pt x="160923" y="447613"/>
                  </a:cubicBezTo>
                  <a:cubicBezTo>
                    <a:pt x="160186" y="447122"/>
                    <a:pt x="159449" y="446630"/>
                    <a:pt x="158690" y="446124"/>
                  </a:cubicBezTo>
                  <a:cubicBezTo>
                    <a:pt x="158179" y="443799"/>
                    <a:pt x="158179" y="443799"/>
                    <a:pt x="157946" y="441660"/>
                  </a:cubicBezTo>
                  <a:cubicBezTo>
                    <a:pt x="157209" y="441660"/>
                    <a:pt x="156473" y="441660"/>
                    <a:pt x="155714" y="441660"/>
                  </a:cubicBezTo>
                  <a:cubicBezTo>
                    <a:pt x="155714" y="439941"/>
                    <a:pt x="155714" y="438222"/>
                    <a:pt x="155714" y="436451"/>
                  </a:cubicBezTo>
                  <a:cubicBezTo>
                    <a:pt x="154977" y="436451"/>
                    <a:pt x="154240" y="436451"/>
                    <a:pt x="153481" y="436451"/>
                  </a:cubicBezTo>
                  <a:cubicBezTo>
                    <a:pt x="153405" y="435606"/>
                    <a:pt x="153328" y="434762"/>
                    <a:pt x="153249" y="433893"/>
                  </a:cubicBezTo>
                  <a:cubicBezTo>
                    <a:pt x="153080" y="433018"/>
                    <a:pt x="152911" y="432143"/>
                    <a:pt x="152737" y="431242"/>
                  </a:cubicBezTo>
                  <a:cubicBezTo>
                    <a:pt x="152000" y="430996"/>
                    <a:pt x="151264" y="430750"/>
                    <a:pt x="150505" y="430497"/>
                  </a:cubicBezTo>
                  <a:cubicBezTo>
                    <a:pt x="150248" y="428762"/>
                    <a:pt x="150000" y="427026"/>
                    <a:pt x="149761" y="425288"/>
                  </a:cubicBezTo>
                  <a:cubicBezTo>
                    <a:pt x="148675" y="424079"/>
                    <a:pt x="148675" y="424079"/>
                    <a:pt x="147528" y="423056"/>
                  </a:cubicBezTo>
                  <a:cubicBezTo>
                    <a:pt x="147263" y="421819"/>
                    <a:pt x="147013" y="420579"/>
                    <a:pt x="146784" y="419335"/>
                  </a:cubicBezTo>
                  <a:cubicBezTo>
                    <a:pt x="146293" y="419090"/>
                    <a:pt x="145802" y="418844"/>
                    <a:pt x="145296" y="418591"/>
                  </a:cubicBezTo>
                  <a:cubicBezTo>
                    <a:pt x="145188" y="417732"/>
                    <a:pt x="145081" y="416872"/>
                    <a:pt x="144970" y="415987"/>
                  </a:cubicBezTo>
                  <a:cubicBezTo>
                    <a:pt x="144832" y="415127"/>
                    <a:pt x="144694" y="414268"/>
                    <a:pt x="144552" y="413382"/>
                  </a:cubicBezTo>
                  <a:cubicBezTo>
                    <a:pt x="143815" y="413137"/>
                    <a:pt x="143078" y="412891"/>
                    <a:pt x="142319" y="412638"/>
                  </a:cubicBezTo>
                  <a:cubicBezTo>
                    <a:pt x="141971" y="410899"/>
                    <a:pt x="141945" y="409223"/>
                    <a:pt x="141877" y="407452"/>
                  </a:cubicBezTo>
                  <a:cubicBezTo>
                    <a:pt x="141728" y="406704"/>
                    <a:pt x="141728" y="406704"/>
                    <a:pt x="141575" y="405941"/>
                  </a:cubicBezTo>
                  <a:cubicBezTo>
                    <a:pt x="140838" y="405695"/>
                    <a:pt x="140102" y="405450"/>
                    <a:pt x="139343" y="405197"/>
                  </a:cubicBezTo>
                  <a:cubicBezTo>
                    <a:pt x="139343" y="403708"/>
                    <a:pt x="139343" y="402220"/>
                    <a:pt x="139343" y="400732"/>
                  </a:cubicBezTo>
                  <a:cubicBezTo>
                    <a:pt x="138813" y="400225"/>
                    <a:pt x="138813" y="400225"/>
                    <a:pt x="138273" y="399709"/>
                  </a:cubicBezTo>
                  <a:cubicBezTo>
                    <a:pt x="136828" y="398205"/>
                    <a:pt x="136908" y="397471"/>
                    <a:pt x="136738" y="395430"/>
                  </a:cubicBezTo>
                  <a:cubicBezTo>
                    <a:pt x="136615" y="394478"/>
                    <a:pt x="136493" y="393527"/>
                    <a:pt x="136366" y="392546"/>
                  </a:cubicBezTo>
                  <a:cubicBezTo>
                    <a:pt x="135629" y="392301"/>
                    <a:pt x="134893" y="392055"/>
                    <a:pt x="134134" y="391802"/>
                  </a:cubicBezTo>
                  <a:cubicBezTo>
                    <a:pt x="133786" y="390063"/>
                    <a:pt x="133759" y="388387"/>
                    <a:pt x="133692" y="386616"/>
                  </a:cubicBezTo>
                  <a:cubicBezTo>
                    <a:pt x="133542" y="385868"/>
                    <a:pt x="133542" y="385868"/>
                    <a:pt x="133390" y="385105"/>
                  </a:cubicBezTo>
                  <a:cubicBezTo>
                    <a:pt x="132653" y="384859"/>
                    <a:pt x="131916" y="384614"/>
                    <a:pt x="131157" y="384361"/>
                  </a:cubicBezTo>
                  <a:cubicBezTo>
                    <a:pt x="130939" y="382335"/>
                    <a:pt x="130939" y="382335"/>
                    <a:pt x="131018" y="379849"/>
                  </a:cubicBezTo>
                  <a:cubicBezTo>
                    <a:pt x="131048" y="378616"/>
                    <a:pt x="131048" y="378616"/>
                    <a:pt x="131079" y="377358"/>
                  </a:cubicBezTo>
                  <a:cubicBezTo>
                    <a:pt x="131105" y="376722"/>
                    <a:pt x="131130" y="376086"/>
                    <a:pt x="131157" y="375431"/>
                  </a:cubicBezTo>
                  <a:cubicBezTo>
                    <a:pt x="130420" y="375431"/>
                    <a:pt x="129684" y="375431"/>
                    <a:pt x="128925" y="375431"/>
                  </a:cubicBezTo>
                  <a:cubicBezTo>
                    <a:pt x="128897" y="374956"/>
                    <a:pt x="128869" y="374481"/>
                    <a:pt x="128840" y="373992"/>
                  </a:cubicBezTo>
                  <a:cubicBezTo>
                    <a:pt x="128791" y="373377"/>
                    <a:pt x="128743" y="372762"/>
                    <a:pt x="128692" y="372129"/>
                  </a:cubicBezTo>
                  <a:cubicBezTo>
                    <a:pt x="128627" y="371209"/>
                    <a:pt x="128627" y="371209"/>
                    <a:pt x="128561" y="370271"/>
                  </a:cubicBezTo>
                  <a:cubicBezTo>
                    <a:pt x="128436" y="369764"/>
                    <a:pt x="128310" y="369257"/>
                    <a:pt x="128181" y="368734"/>
                  </a:cubicBezTo>
                  <a:cubicBezTo>
                    <a:pt x="127444" y="368488"/>
                    <a:pt x="126707" y="368243"/>
                    <a:pt x="125948" y="367990"/>
                  </a:cubicBezTo>
                  <a:cubicBezTo>
                    <a:pt x="125598" y="365672"/>
                    <a:pt x="125573" y="363402"/>
                    <a:pt x="125506" y="361060"/>
                  </a:cubicBezTo>
                  <a:cubicBezTo>
                    <a:pt x="125407" y="360400"/>
                    <a:pt x="125307" y="359740"/>
                    <a:pt x="125204" y="359060"/>
                  </a:cubicBezTo>
                  <a:cubicBezTo>
                    <a:pt x="124467" y="358814"/>
                    <a:pt x="123731" y="358569"/>
                    <a:pt x="122972" y="358316"/>
                  </a:cubicBezTo>
                  <a:cubicBezTo>
                    <a:pt x="122643" y="356316"/>
                    <a:pt x="122643" y="356316"/>
                    <a:pt x="122553" y="353851"/>
                  </a:cubicBezTo>
                  <a:cubicBezTo>
                    <a:pt x="122491" y="351459"/>
                    <a:pt x="122491" y="351459"/>
                    <a:pt x="122227" y="349386"/>
                  </a:cubicBezTo>
                  <a:cubicBezTo>
                    <a:pt x="121736" y="349141"/>
                    <a:pt x="121245" y="348895"/>
                    <a:pt x="120739" y="348642"/>
                  </a:cubicBezTo>
                  <a:cubicBezTo>
                    <a:pt x="120431" y="346616"/>
                    <a:pt x="120431" y="346616"/>
                    <a:pt x="120274" y="344131"/>
                  </a:cubicBezTo>
                  <a:cubicBezTo>
                    <a:pt x="120191" y="342898"/>
                    <a:pt x="120191" y="342898"/>
                    <a:pt x="120105" y="341640"/>
                  </a:cubicBezTo>
                  <a:cubicBezTo>
                    <a:pt x="120069" y="341004"/>
                    <a:pt x="120033" y="340368"/>
                    <a:pt x="119995" y="339712"/>
                  </a:cubicBezTo>
                  <a:cubicBezTo>
                    <a:pt x="119258" y="339712"/>
                    <a:pt x="118522" y="339712"/>
                    <a:pt x="117763" y="339712"/>
                  </a:cubicBezTo>
                  <a:cubicBezTo>
                    <a:pt x="117721" y="338597"/>
                    <a:pt x="117721" y="338597"/>
                    <a:pt x="117678" y="337460"/>
                  </a:cubicBezTo>
                  <a:cubicBezTo>
                    <a:pt x="117629" y="336499"/>
                    <a:pt x="117580" y="335539"/>
                    <a:pt x="117530" y="334550"/>
                  </a:cubicBezTo>
                  <a:cubicBezTo>
                    <a:pt x="117465" y="333112"/>
                    <a:pt x="117465" y="333112"/>
                    <a:pt x="117399" y="331646"/>
                  </a:cubicBezTo>
                  <a:cubicBezTo>
                    <a:pt x="117274" y="330870"/>
                    <a:pt x="117148" y="330094"/>
                    <a:pt x="117018" y="329294"/>
                  </a:cubicBezTo>
                  <a:cubicBezTo>
                    <a:pt x="116282" y="329049"/>
                    <a:pt x="115545" y="328803"/>
                    <a:pt x="114786" y="328550"/>
                  </a:cubicBezTo>
                  <a:cubicBezTo>
                    <a:pt x="114618" y="326612"/>
                    <a:pt x="114578" y="324854"/>
                    <a:pt x="114646" y="322923"/>
                  </a:cubicBezTo>
                  <a:cubicBezTo>
                    <a:pt x="114657" y="322394"/>
                    <a:pt x="114667" y="321865"/>
                    <a:pt x="114677" y="321320"/>
                  </a:cubicBezTo>
                  <a:cubicBezTo>
                    <a:pt x="114703" y="320009"/>
                    <a:pt x="114743" y="318698"/>
                    <a:pt x="114786" y="317388"/>
                  </a:cubicBezTo>
                  <a:cubicBezTo>
                    <a:pt x="114049" y="317388"/>
                    <a:pt x="113313" y="317388"/>
                    <a:pt x="112554" y="317388"/>
                  </a:cubicBezTo>
                  <a:cubicBezTo>
                    <a:pt x="112512" y="316273"/>
                    <a:pt x="112512" y="316273"/>
                    <a:pt x="112469" y="315135"/>
                  </a:cubicBezTo>
                  <a:cubicBezTo>
                    <a:pt x="112420" y="314175"/>
                    <a:pt x="112371" y="313215"/>
                    <a:pt x="112321" y="312226"/>
                  </a:cubicBezTo>
                  <a:cubicBezTo>
                    <a:pt x="112256" y="310788"/>
                    <a:pt x="112256" y="310788"/>
                    <a:pt x="112190" y="309322"/>
                  </a:cubicBezTo>
                  <a:cubicBezTo>
                    <a:pt x="112065" y="308546"/>
                    <a:pt x="111939" y="307770"/>
                    <a:pt x="111809" y="306970"/>
                  </a:cubicBezTo>
                  <a:cubicBezTo>
                    <a:pt x="111073" y="306725"/>
                    <a:pt x="110336" y="306479"/>
                    <a:pt x="109577" y="306226"/>
                  </a:cubicBezTo>
                  <a:cubicBezTo>
                    <a:pt x="109255" y="304912"/>
                    <a:pt x="109255" y="304912"/>
                    <a:pt x="109196" y="303223"/>
                  </a:cubicBezTo>
                  <a:cubicBezTo>
                    <a:pt x="109170" y="302621"/>
                    <a:pt x="109143" y="302019"/>
                    <a:pt x="109116" y="301399"/>
                  </a:cubicBezTo>
                  <a:cubicBezTo>
                    <a:pt x="109100" y="300767"/>
                    <a:pt x="109083" y="300134"/>
                    <a:pt x="109065" y="299482"/>
                  </a:cubicBezTo>
                  <a:cubicBezTo>
                    <a:pt x="109040" y="298847"/>
                    <a:pt x="109015" y="298211"/>
                    <a:pt x="108988" y="297556"/>
                  </a:cubicBezTo>
                  <a:cubicBezTo>
                    <a:pt x="108927" y="295982"/>
                    <a:pt x="108879" y="294407"/>
                    <a:pt x="108833" y="292831"/>
                  </a:cubicBezTo>
                  <a:cubicBezTo>
                    <a:pt x="108096" y="293077"/>
                    <a:pt x="107359" y="293323"/>
                    <a:pt x="106600" y="293576"/>
                  </a:cubicBezTo>
                  <a:cubicBezTo>
                    <a:pt x="106600" y="289155"/>
                    <a:pt x="106600" y="284735"/>
                    <a:pt x="106600" y="280181"/>
                  </a:cubicBezTo>
                  <a:cubicBezTo>
                    <a:pt x="98497" y="280427"/>
                    <a:pt x="90393" y="280672"/>
                    <a:pt x="82044" y="280925"/>
                  </a:cubicBezTo>
                  <a:cubicBezTo>
                    <a:pt x="82044" y="333722"/>
                    <a:pt x="82044" y="386519"/>
                    <a:pt x="82044" y="440915"/>
                  </a:cubicBezTo>
                  <a:cubicBezTo>
                    <a:pt x="83272" y="440670"/>
                    <a:pt x="84499" y="440424"/>
                    <a:pt x="85765" y="440171"/>
                  </a:cubicBezTo>
                  <a:cubicBezTo>
                    <a:pt x="85765" y="439189"/>
                    <a:pt x="85765" y="438207"/>
                    <a:pt x="85765" y="437195"/>
                  </a:cubicBezTo>
                  <a:cubicBezTo>
                    <a:pt x="86562" y="437167"/>
                    <a:pt x="87359" y="437139"/>
                    <a:pt x="88180" y="437110"/>
                  </a:cubicBezTo>
                  <a:cubicBezTo>
                    <a:pt x="89220" y="437062"/>
                    <a:pt x="90259" y="437012"/>
                    <a:pt x="91299" y="436962"/>
                  </a:cubicBezTo>
                  <a:cubicBezTo>
                    <a:pt x="91825" y="436945"/>
                    <a:pt x="92351" y="436929"/>
                    <a:pt x="92893" y="436911"/>
                  </a:cubicBezTo>
                  <a:cubicBezTo>
                    <a:pt x="94585" y="436847"/>
                    <a:pt x="94585" y="436847"/>
                    <a:pt x="96927" y="436451"/>
                  </a:cubicBezTo>
                  <a:cubicBezTo>
                    <a:pt x="97172" y="435714"/>
                    <a:pt x="97418" y="434977"/>
                    <a:pt x="97671" y="434218"/>
                  </a:cubicBezTo>
                  <a:cubicBezTo>
                    <a:pt x="100062" y="433950"/>
                    <a:pt x="102369" y="433893"/>
                    <a:pt x="104771" y="433891"/>
                  </a:cubicBezTo>
                  <a:cubicBezTo>
                    <a:pt x="106456" y="433873"/>
                    <a:pt x="106456" y="433873"/>
                    <a:pt x="108833" y="433474"/>
                  </a:cubicBezTo>
                  <a:cubicBezTo>
                    <a:pt x="109078" y="432983"/>
                    <a:pt x="109324" y="432492"/>
                    <a:pt x="109577" y="431986"/>
                  </a:cubicBezTo>
                  <a:cubicBezTo>
                    <a:pt x="109823" y="431495"/>
                    <a:pt x="110068" y="431003"/>
                    <a:pt x="110321" y="430497"/>
                  </a:cubicBezTo>
                  <a:cubicBezTo>
                    <a:pt x="112280" y="430211"/>
                    <a:pt x="113989" y="430081"/>
                    <a:pt x="115949" y="430079"/>
                  </a:cubicBezTo>
                  <a:cubicBezTo>
                    <a:pt x="117838" y="430067"/>
                    <a:pt x="119597" y="429965"/>
                    <a:pt x="121483" y="429753"/>
                  </a:cubicBezTo>
                  <a:cubicBezTo>
                    <a:pt x="121729" y="429017"/>
                    <a:pt x="121974" y="428280"/>
                    <a:pt x="122227" y="427521"/>
                  </a:cubicBezTo>
                  <a:cubicBezTo>
                    <a:pt x="124338" y="427166"/>
                    <a:pt x="124338" y="427166"/>
                    <a:pt x="126971" y="427056"/>
                  </a:cubicBezTo>
                  <a:cubicBezTo>
                    <a:pt x="130616" y="426896"/>
                    <a:pt x="130616" y="426896"/>
                    <a:pt x="134134" y="426033"/>
                  </a:cubicBezTo>
                  <a:cubicBezTo>
                    <a:pt x="134379" y="425296"/>
                    <a:pt x="134625" y="424559"/>
                    <a:pt x="134878" y="423800"/>
                  </a:cubicBezTo>
                  <a:cubicBezTo>
                    <a:pt x="136924" y="423612"/>
                    <a:pt x="138790" y="423558"/>
                    <a:pt x="140831" y="423614"/>
                  </a:cubicBezTo>
                  <a:cubicBezTo>
                    <a:pt x="141668" y="423620"/>
                    <a:pt x="141668" y="423620"/>
                    <a:pt x="142523" y="423626"/>
                  </a:cubicBezTo>
                  <a:cubicBezTo>
                    <a:pt x="146670" y="423686"/>
                    <a:pt x="146670" y="423686"/>
                    <a:pt x="147528" y="424544"/>
                  </a:cubicBezTo>
                  <a:cubicBezTo>
                    <a:pt x="147612" y="425948"/>
                    <a:pt x="147645" y="427354"/>
                    <a:pt x="147657" y="428760"/>
                  </a:cubicBezTo>
                  <a:cubicBezTo>
                    <a:pt x="147672" y="430113"/>
                    <a:pt x="147672" y="430113"/>
                    <a:pt x="147688" y="431492"/>
                  </a:cubicBezTo>
                  <a:cubicBezTo>
                    <a:pt x="147696" y="432474"/>
                    <a:pt x="147703" y="433456"/>
                    <a:pt x="147711" y="434468"/>
                  </a:cubicBezTo>
                  <a:cubicBezTo>
                    <a:pt x="147723" y="435479"/>
                    <a:pt x="147735" y="436491"/>
                    <a:pt x="147747" y="437502"/>
                  </a:cubicBezTo>
                  <a:cubicBezTo>
                    <a:pt x="147800" y="441806"/>
                    <a:pt x="147845" y="446111"/>
                    <a:pt x="147883" y="450416"/>
                  </a:cubicBezTo>
                  <a:cubicBezTo>
                    <a:pt x="147907" y="453046"/>
                    <a:pt x="147937" y="455676"/>
                    <a:pt x="147972" y="458307"/>
                  </a:cubicBezTo>
                  <a:cubicBezTo>
                    <a:pt x="147990" y="459799"/>
                    <a:pt x="148000" y="461290"/>
                    <a:pt x="148009" y="462782"/>
                  </a:cubicBezTo>
                  <a:cubicBezTo>
                    <a:pt x="148022" y="463688"/>
                    <a:pt x="148034" y="464595"/>
                    <a:pt x="148047" y="465528"/>
                  </a:cubicBezTo>
                  <a:cubicBezTo>
                    <a:pt x="148055" y="466328"/>
                    <a:pt x="148062" y="467127"/>
                    <a:pt x="148070" y="467950"/>
                  </a:cubicBezTo>
                  <a:cubicBezTo>
                    <a:pt x="148133" y="470105"/>
                    <a:pt x="148133" y="470105"/>
                    <a:pt x="149761" y="472169"/>
                  </a:cubicBezTo>
                  <a:cubicBezTo>
                    <a:pt x="150006" y="472169"/>
                    <a:pt x="150252" y="472169"/>
                    <a:pt x="150505" y="472169"/>
                  </a:cubicBezTo>
                  <a:cubicBezTo>
                    <a:pt x="150591" y="475502"/>
                    <a:pt x="150644" y="478835"/>
                    <a:pt x="150691" y="482169"/>
                  </a:cubicBezTo>
                  <a:cubicBezTo>
                    <a:pt x="150716" y="483121"/>
                    <a:pt x="150741" y="484073"/>
                    <a:pt x="150766" y="485054"/>
                  </a:cubicBezTo>
                  <a:cubicBezTo>
                    <a:pt x="150776" y="485958"/>
                    <a:pt x="150786" y="486862"/>
                    <a:pt x="150795" y="487793"/>
                  </a:cubicBezTo>
                  <a:cubicBezTo>
                    <a:pt x="150811" y="488631"/>
                    <a:pt x="150827" y="489469"/>
                    <a:pt x="150843" y="490332"/>
                  </a:cubicBezTo>
                  <a:cubicBezTo>
                    <a:pt x="150731" y="490969"/>
                    <a:pt x="150620" y="491605"/>
                    <a:pt x="150505" y="492261"/>
                  </a:cubicBezTo>
                  <a:cubicBezTo>
                    <a:pt x="148998" y="492773"/>
                    <a:pt x="148998" y="492773"/>
                    <a:pt x="147528" y="493005"/>
                  </a:cubicBezTo>
                  <a:cubicBezTo>
                    <a:pt x="147528" y="493742"/>
                    <a:pt x="147528" y="494479"/>
                    <a:pt x="147528" y="495238"/>
                  </a:cubicBezTo>
                  <a:cubicBezTo>
                    <a:pt x="143845" y="495483"/>
                    <a:pt x="140161" y="495729"/>
                    <a:pt x="136366" y="495982"/>
                  </a:cubicBezTo>
                  <a:cubicBezTo>
                    <a:pt x="136366" y="496964"/>
                    <a:pt x="136366" y="497946"/>
                    <a:pt x="136366" y="498958"/>
                  </a:cubicBezTo>
                  <a:cubicBezTo>
                    <a:pt x="135756" y="498978"/>
                    <a:pt x="135146" y="498997"/>
                    <a:pt x="134517" y="499017"/>
                  </a:cubicBezTo>
                  <a:cubicBezTo>
                    <a:pt x="133715" y="499059"/>
                    <a:pt x="132914" y="499101"/>
                    <a:pt x="132087" y="499144"/>
                  </a:cubicBezTo>
                  <a:cubicBezTo>
                    <a:pt x="131293" y="499179"/>
                    <a:pt x="130499" y="499213"/>
                    <a:pt x="129680" y="499249"/>
                  </a:cubicBezTo>
                  <a:cubicBezTo>
                    <a:pt x="127357" y="499503"/>
                    <a:pt x="127357" y="499503"/>
                    <a:pt x="125925" y="501214"/>
                  </a:cubicBezTo>
                  <a:cubicBezTo>
                    <a:pt x="124460" y="502679"/>
                    <a:pt x="124460" y="502679"/>
                    <a:pt x="122379" y="502970"/>
                  </a:cubicBezTo>
                  <a:cubicBezTo>
                    <a:pt x="121291" y="502918"/>
                    <a:pt x="121291" y="502918"/>
                    <a:pt x="120181" y="502865"/>
                  </a:cubicBezTo>
                  <a:cubicBezTo>
                    <a:pt x="119448" y="502838"/>
                    <a:pt x="118715" y="502811"/>
                    <a:pt x="117960" y="502784"/>
                  </a:cubicBezTo>
                  <a:cubicBezTo>
                    <a:pt x="117126" y="502732"/>
                    <a:pt x="117126" y="502732"/>
                    <a:pt x="116274" y="502679"/>
                  </a:cubicBezTo>
                  <a:cubicBezTo>
                    <a:pt x="116274" y="503661"/>
                    <a:pt x="116274" y="504644"/>
                    <a:pt x="116274" y="505656"/>
                  </a:cubicBezTo>
                  <a:cubicBezTo>
                    <a:pt x="115585" y="505675"/>
                    <a:pt x="114895" y="505694"/>
                    <a:pt x="114184" y="505714"/>
                  </a:cubicBezTo>
                  <a:cubicBezTo>
                    <a:pt x="113293" y="505756"/>
                    <a:pt x="112402" y="505798"/>
                    <a:pt x="111484" y="505842"/>
                  </a:cubicBezTo>
                  <a:cubicBezTo>
                    <a:pt x="110595" y="505876"/>
                    <a:pt x="109705" y="505911"/>
                    <a:pt x="108789" y="505946"/>
                  </a:cubicBezTo>
                  <a:cubicBezTo>
                    <a:pt x="108067" y="506096"/>
                    <a:pt x="107345" y="506246"/>
                    <a:pt x="106600" y="506400"/>
                  </a:cubicBezTo>
                  <a:cubicBezTo>
                    <a:pt x="106352" y="507392"/>
                    <a:pt x="106104" y="508384"/>
                    <a:pt x="105856" y="509376"/>
                  </a:cubicBezTo>
                  <a:cubicBezTo>
                    <a:pt x="103694" y="509751"/>
                    <a:pt x="103694" y="509751"/>
                    <a:pt x="101019" y="509795"/>
                  </a:cubicBezTo>
                  <a:cubicBezTo>
                    <a:pt x="98424" y="509795"/>
                    <a:pt x="98424" y="509795"/>
                    <a:pt x="96182" y="510120"/>
                  </a:cubicBezTo>
                  <a:cubicBezTo>
                    <a:pt x="95937" y="510857"/>
                    <a:pt x="95691" y="511594"/>
                    <a:pt x="95438" y="512353"/>
                  </a:cubicBezTo>
                  <a:cubicBezTo>
                    <a:pt x="93336" y="512673"/>
                    <a:pt x="91287" y="512681"/>
                    <a:pt x="89163" y="512722"/>
                  </a:cubicBezTo>
                  <a:cubicBezTo>
                    <a:pt x="88217" y="512908"/>
                    <a:pt x="88217" y="512908"/>
                    <a:pt x="87253" y="513097"/>
                  </a:cubicBezTo>
                  <a:cubicBezTo>
                    <a:pt x="87015" y="513588"/>
                    <a:pt x="86777" y="514079"/>
                    <a:pt x="86532" y="514585"/>
                  </a:cubicBezTo>
                  <a:cubicBezTo>
                    <a:pt x="86279" y="515076"/>
                    <a:pt x="86025" y="515568"/>
                    <a:pt x="85765" y="516074"/>
                  </a:cubicBezTo>
                  <a:cubicBezTo>
                    <a:pt x="83692" y="516449"/>
                    <a:pt x="83692" y="516449"/>
                    <a:pt x="81253" y="516492"/>
                  </a:cubicBezTo>
                  <a:cubicBezTo>
                    <a:pt x="78880" y="516492"/>
                    <a:pt x="78880" y="516492"/>
                    <a:pt x="76835" y="516818"/>
                  </a:cubicBezTo>
                  <a:cubicBezTo>
                    <a:pt x="76589" y="517554"/>
                    <a:pt x="76344" y="518291"/>
                    <a:pt x="76091" y="519050"/>
                  </a:cubicBezTo>
                  <a:cubicBezTo>
                    <a:pt x="74443" y="519405"/>
                    <a:pt x="74443" y="519405"/>
                    <a:pt x="72417" y="519515"/>
                  </a:cubicBezTo>
                  <a:cubicBezTo>
                    <a:pt x="69685" y="519633"/>
                    <a:pt x="69685" y="519633"/>
                    <a:pt x="67161" y="520538"/>
                  </a:cubicBezTo>
                  <a:cubicBezTo>
                    <a:pt x="67161" y="521275"/>
                    <a:pt x="67161" y="522012"/>
                    <a:pt x="67161" y="522771"/>
                  </a:cubicBezTo>
                  <a:cubicBezTo>
                    <a:pt x="66587" y="522790"/>
                    <a:pt x="66014" y="522809"/>
                    <a:pt x="65423" y="522829"/>
                  </a:cubicBezTo>
                  <a:cubicBezTo>
                    <a:pt x="64676" y="522871"/>
                    <a:pt x="63930" y="522913"/>
                    <a:pt x="63161" y="522957"/>
                  </a:cubicBezTo>
                  <a:cubicBezTo>
                    <a:pt x="62419" y="522991"/>
                    <a:pt x="61676" y="523026"/>
                    <a:pt x="60911" y="523062"/>
                  </a:cubicBezTo>
                  <a:cubicBezTo>
                    <a:pt x="60273" y="523211"/>
                    <a:pt x="59634" y="523361"/>
                    <a:pt x="58975" y="523515"/>
                  </a:cubicBezTo>
                  <a:cubicBezTo>
                    <a:pt x="58468" y="524501"/>
                    <a:pt x="57971" y="525494"/>
                    <a:pt x="57487" y="526492"/>
                  </a:cubicBezTo>
                  <a:cubicBezTo>
                    <a:pt x="55740" y="526867"/>
                    <a:pt x="55740" y="526867"/>
                    <a:pt x="53720" y="526910"/>
                  </a:cubicBezTo>
                  <a:cubicBezTo>
                    <a:pt x="51749" y="526911"/>
                    <a:pt x="51749" y="526911"/>
                    <a:pt x="50046" y="527236"/>
                  </a:cubicBezTo>
                  <a:cubicBezTo>
                    <a:pt x="49800" y="527972"/>
                    <a:pt x="49555" y="528709"/>
                    <a:pt x="49302" y="529468"/>
                  </a:cubicBezTo>
                  <a:cubicBezTo>
                    <a:pt x="47953" y="529555"/>
                    <a:pt x="47953" y="529555"/>
                    <a:pt x="46325" y="529375"/>
                  </a:cubicBezTo>
                  <a:cubicBezTo>
                    <a:pt x="44725" y="529258"/>
                    <a:pt x="44725" y="529258"/>
                    <a:pt x="43349" y="529468"/>
                  </a:cubicBezTo>
                  <a:cubicBezTo>
                    <a:pt x="43094" y="530707"/>
                    <a:pt x="42847" y="531947"/>
                    <a:pt x="42604" y="533189"/>
                  </a:cubicBezTo>
                  <a:cubicBezTo>
                    <a:pt x="41046" y="533582"/>
                    <a:pt x="39605" y="533654"/>
                    <a:pt x="38000" y="533683"/>
                  </a:cubicBezTo>
                  <a:cubicBezTo>
                    <a:pt x="37332" y="533807"/>
                    <a:pt x="37332" y="533807"/>
                    <a:pt x="36651" y="533933"/>
                  </a:cubicBezTo>
                  <a:cubicBezTo>
                    <a:pt x="36406" y="534670"/>
                    <a:pt x="36160" y="535406"/>
                    <a:pt x="35907" y="536165"/>
                  </a:cubicBezTo>
                  <a:cubicBezTo>
                    <a:pt x="33256" y="536677"/>
                    <a:pt x="33256" y="536677"/>
                    <a:pt x="30698" y="536910"/>
                  </a:cubicBezTo>
                  <a:cubicBezTo>
                    <a:pt x="30698" y="537892"/>
                    <a:pt x="30698" y="538874"/>
                    <a:pt x="30698" y="539886"/>
                  </a:cubicBezTo>
                  <a:cubicBezTo>
                    <a:pt x="28488" y="539886"/>
                    <a:pt x="26278" y="539886"/>
                    <a:pt x="24001" y="539886"/>
                  </a:cubicBezTo>
                  <a:cubicBezTo>
                    <a:pt x="24001" y="539149"/>
                    <a:pt x="24001" y="538413"/>
                    <a:pt x="24001" y="537654"/>
                  </a:cubicBezTo>
                  <a:cubicBezTo>
                    <a:pt x="23510" y="537654"/>
                    <a:pt x="23019" y="537654"/>
                    <a:pt x="22513" y="537654"/>
                  </a:cubicBezTo>
                  <a:cubicBezTo>
                    <a:pt x="22405" y="536871"/>
                    <a:pt x="22298" y="536088"/>
                    <a:pt x="22187" y="535282"/>
                  </a:cubicBezTo>
                  <a:cubicBezTo>
                    <a:pt x="21737" y="531975"/>
                    <a:pt x="21737" y="531975"/>
                    <a:pt x="21024" y="528724"/>
                  </a:cubicBezTo>
                  <a:cubicBezTo>
                    <a:pt x="20533" y="528724"/>
                    <a:pt x="20042" y="528724"/>
                    <a:pt x="19536" y="528724"/>
                  </a:cubicBezTo>
                  <a:cubicBezTo>
                    <a:pt x="19415" y="527198"/>
                    <a:pt x="19294" y="525672"/>
                    <a:pt x="19173" y="524146"/>
                  </a:cubicBezTo>
                  <a:cubicBezTo>
                    <a:pt x="18984" y="523465"/>
                    <a:pt x="18984" y="523465"/>
                    <a:pt x="18792" y="522771"/>
                  </a:cubicBezTo>
                  <a:cubicBezTo>
                    <a:pt x="18055" y="522525"/>
                    <a:pt x="17318" y="522280"/>
                    <a:pt x="16559" y="522027"/>
                  </a:cubicBezTo>
                  <a:cubicBezTo>
                    <a:pt x="16212" y="520287"/>
                    <a:pt x="16185" y="518612"/>
                    <a:pt x="16118" y="516841"/>
                  </a:cubicBezTo>
                  <a:cubicBezTo>
                    <a:pt x="16018" y="516342"/>
                    <a:pt x="15918" y="515843"/>
                    <a:pt x="15815" y="515329"/>
                  </a:cubicBezTo>
                  <a:cubicBezTo>
                    <a:pt x="15079" y="515084"/>
                    <a:pt x="14342" y="514838"/>
                    <a:pt x="13583" y="514585"/>
                  </a:cubicBezTo>
                  <a:cubicBezTo>
                    <a:pt x="13583" y="512849"/>
                    <a:pt x="13583" y="511113"/>
                    <a:pt x="13583" y="509376"/>
                  </a:cubicBezTo>
                  <a:cubicBezTo>
                    <a:pt x="12846" y="508885"/>
                    <a:pt x="12109" y="508394"/>
                    <a:pt x="11350" y="507888"/>
                  </a:cubicBezTo>
                  <a:cubicBezTo>
                    <a:pt x="11228" y="507013"/>
                    <a:pt x="11105" y="506138"/>
                    <a:pt x="10978" y="505237"/>
                  </a:cubicBezTo>
                  <a:cubicBezTo>
                    <a:pt x="10794" y="503971"/>
                    <a:pt x="10794" y="503971"/>
                    <a:pt x="10606" y="502679"/>
                  </a:cubicBezTo>
                  <a:cubicBezTo>
                    <a:pt x="9870" y="502433"/>
                    <a:pt x="9133" y="502188"/>
                    <a:pt x="8374" y="501935"/>
                  </a:cubicBezTo>
                  <a:cubicBezTo>
                    <a:pt x="8126" y="500199"/>
                    <a:pt x="7878" y="498462"/>
                    <a:pt x="7630" y="496726"/>
                  </a:cubicBezTo>
                  <a:cubicBezTo>
                    <a:pt x="6893" y="496480"/>
                    <a:pt x="6156" y="496235"/>
                    <a:pt x="5397" y="495982"/>
                  </a:cubicBezTo>
                  <a:cubicBezTo>
                    <a:pt x="5120" y="494748"/>
                    <a:pt x="4871" y="493507"/>
                    <a:pt x="4653" y="492261"/>
                  </a:cubicBezTo>
                  <a:cubicBezTo>
                    <a:pt x="4162" y="492016"/>
                    <a:pt x="3671" y="491770"/>
                    <a:pt x="3165" y="491517"/>
                  </a:cubicBezTo>
                  <a:cubicBezTo>
                    <a:pt x="3057" y="491026"/>
                    <a:pt x="2950" y="490535"/>
                    <a:pt x="2839" y="490029"/>
                  </a:cubicBezTo>
                  <a:cubicBezTo>
                    <a:pt x="2701" y="489538"/>
                    <a:pt x="2563" y="489046"/>
                    <a:pt x="2421" y="488540"/>
                  </a:cubicBezTo>
                  <a:cubicBezTo>
                    <a:pt x="1684" y="488295"/>
                    <a:pt x="947" y="488049"/>
                    <a:pt x="188" y="487796"/>
                  </a:cubicBezTo>
                  <a:cubicBezTo>
                    <a:pt x="-30" y="485770"/>
                    <a:pt x="-30" y="485770"/>
                    <a:pt x="49" y="483285"/>
                  </a:cubicBezTo>
                  <a:cubicBezTo>
                    <a:pt x="69" y="482463"/>
                    <a:pt x="89" y="481641"/>
                    <a:pt x="110" y="480794"/>
                  </a:cubicBezTo>
                  <a:cubicBezTo>
                    <a:pt x="136" y="480158"/>
                    <a:pt x="162" y="479522"/>
                    <a:pt x="188" y="478867"/>
                  </a:cubicBezTo>
                  <a:cubicBezTo>
                    <a:pt x="1171" y="478867"/>
                    <a:pt x="2153" y="478867"/>
                    <a:pt x="3165" y="478867"/>
                  </a:cubicBezTo>
                  <a:cubicBezTo>
                    <a:pt x="4025" y="477028"/>
                    <a:pt x="4025" y="477028"/>
                    <a:pt x="4653" y="475146"/>
                  </a:cubicBezTo>
                  <a:cubicBezTo>
                    <a:pt x="5144" y="475146"/>
                    <a:pt x="5635" y="475146"/>
                    <a:pt x="6141" y="475146"/>
                  </a:cubicBezTo>
                  <a:cubicBezTo>
                    <a:pt x="6649" y="474160"/>
                    <a:pt x="7142" y="473166"/>
                    <a:pt x="7630" y="472169"/>
                  </a:cubicBezTo>
                  <a:cubicBezTo>
                    <a:pt x="9132" y="470280"/>
                    <a:pt x="10692" y="468449"/>
                    <a:pt x="12260" y="466614"/>
                  </a:cubicBezTo>
                  <a:cubicBezTo>
                    <a:pt x="13637" y="464651"/>
                    <a:pt x="13935" y="463330"/>
                    <a:pt x="14327" y="461007"/>
                  </a:cubicBezTo>
                  <a:cubicBezTo>
                    <a:pt x="14818" y="460762"/>
                    <a:pt x="15309" y="460516"/>
                    <a:pt x="15815" y="460263"/>
                  </a:cubicBezTo>
                  <a:cubicBezTo>
                    <a:pt x="16162" y="458853"/>
                    <a:pt x="16162" y="458853"/>
                    <a:pt x="16280" y="457240"/>
                  </a:cubicBezTo>
                  <a:cubicBezTo>
                    <a:pt x="16372" y="456273"/>
                    <a:pt x="16465" y="455306"/>
                    <a:pt x="16559" y="454310"/>
                  </a:cubicBezTo>
                  <a:cubicBezTo>
                    <a:pt x="17296" y="454310"/>
                    <a:pt x="18033" y="454310"/>
                    <a:pt x="18792" y="454310"/>
                  </a:cubicBezTo>
                  <a:cubicBezTo>
                    <a:pt x="19037" y="450135"/>
                    <a:pt x="19283" y="445961"/>
                    <a:pt x="19536" y="441660"/>
                  </a:cubicBezTo>
                  <a:cubicBezTo>
                    <a:pt x="20027" y="441660"/>
                    <a:pt x="20518" y="441660"/>
                    <a:pt x="21024" y="441660"/>
                  </a:cubicBezTo>
                  <a:cubicBezTo>
                    <a:pt x="21026" y="440733"/>
                    <a:pt x="21027" y="439807"/>
                    <a:pt x="21028" y="438853"/>
                  </a:cubicBezTo>
                  <a:cubicBezTo>
                    <a:pt x="21085" y="398044"/>
                    <a:pt x="21143" y="357236"/>
                    <a:pt x="21206" y="316427"/>
                  </a:cubicBezTo>
                  <a:cubicBezTo>
                    <a:pt x="21207" y="315810"/>
                    <a:pt x="21208" y="315192"/>
                    <a:pt x="21208" y="314556"/>
                  </a:cubicBezTo>
                  <a:cubicBezTo>
                    <a:pt x="21229" y="301138"/>
                    <a:pt x="21250" y="287720"/>
                    <a:pt x="21271" y="274302"/>
                  </a:cubicBezTo>
                  <a:cubicBezTo>
                    <a:pt x="21281" y="267722"/>
                    <a:pt x="21291" y="261142"/>
                    <a:pt x="21301" y="254562"/>
                  </a:cubicBezTo>
                  <a:cubicBezTo>
                    <a:pt x="21302" y="253907"/>
                    <a:pt x="21303" y="253252"/>
                    <a:pt x="21304" y="252577"/>
                  </a:cubicBezTo>
                  <a:cubicBezTo>
                    <a:pt x="21337" y="231340"/>
                    <a:pt x="21368" y="210102"/>
                    <a:pt x="21397" y="188865"/>
                  </a:cubicBezTo>
                  <a:cubicBezTo>
                    <a:pt x="21427" y="167047"/>
                    <a:pt x="21460" y="145229"/>
                    <a:pt x="21495" y="123412"/>
                  </a:cubicBezTo>
                  <a:cubicBezTo>
                    <a:pt x="21500" y="120332"/>
                    <a:pt x="21505" y="117253"/>
                    <a:pt x="21510" y="114174"/>
                  </a:cubicBezTo>
                  <a:cubicBezTo>
                    <a:pt x="21511" y="113568"/>
                    <a:pt x="21512" y="112962"/>
                    <a:pt x="21513" y="112338"/>
                  </a:cubicBezTo>
                  <a:cubicBezTo>
                    <a:pt x="21529" y="102568"/>
                    <a:pt x="21542" y="92799"/>
                    <a:pt x="21554" y="83030"/>
                  </a:cubicBezTo>
                  <a:cubicBezTo>
                    <a:pt x="21567" y="73216"/>
                    <a:pt x="21582" y="63403"/>
                    <a:pt x="21599" y="53590"/>
                  </a:cubicBezTo>
                  <a:cubicBezTo>
                    <a:pt x="21610" y="47755"/>
                    <a:pt x="21618" y="41919"/>
                    <a:pt x="21624" y="36083"/>
                  </a:cubicBezTo>
                  <a:cubicBezTo>
                    <a:pt x="21628" y="31734"/>
                    <a:pt x="21636" y="27385"/>
                    <a:pt x="21646" y="23036"/>
                  </a:cubicBezTo>
                  <a:cubicBezTo>
                    <a:pt x="21649" y="21270"/>
                    <a:pt x="21651" y="19504"/>
                    <a:pt x="21652" y="17738"/>
                  </a:cubicBezTo>
                  <a:cubicBezTo>
                    <a:pt x="21653" y="15350"/>
                    <a:pt x="21658" y="12961"/>
                    <a:pt x="21665" y="10572"/>
                  </a:cubicBezTo>
                  <a:cubicBezTo>
                    <a:pt x="21664" y="9877"/>
                    <a:pt x="21664" y="9181"/>
                    <a:pt x="21663" y="8465"/>
                  </a:cubicBezTo>
                  <a:cubicBezTo>
                    <a:pt x="21666" y="7830"/>
                    <a:pt x="21668" y="7195"/>
                    <a:pt x="21671" y="6541"/>
                  </a:cubicBezTo>
                  <a:cubicBezTo>
                    <a:pt x="21672" y="5994"/>
                    <a:pt x="21673" y="5448"/>
                    <a:pt x="21674" y="4885"/>
                  </a:cubicBezTo>
                  <a:cubicBezTo>
                    <a:pt x="21773" y="3280"/>
                    <a:pt x="21981" y="1903"/>
                    <a:pt x="22513" y="384"/>
                  </a:cubicBezTo>
                  <a:cubicBezTo>
                    <a:pt x="24003" y="15"/>
                    <a:pt x="24003" y="15"/>
                    <a:pt x="26009" y="18"/>
                  </a:cubicBezTo>
                  <a:cubicBezTo>
                    <a:pt x="26770" y="12"/>
                    <a:pt x="27532" y="6"/>
                    <a:pt x="28316" y="0"/>
                  </a:cubicBezTo>
                  <a:close/>
                </a:path>
              </a:pathLst>
            </a:custGeom>
            <a:grpFill/>
            <a:ln w="744" cap="flat">
              <a:noFill/>
              <a:prstDash val="solid"/>
              <a:miter/>
            </a:ln>
          </p:spPr>
          <p:txBody>
            <a:bodyPr rtlCol="0" anchor="ctr"/>
            <a:lstStyle/>
            <a:p>
              <a:endParaRPr lang="zh-CN" altLang="en-US"/>
            </a:p>
          </p:txBody>
        </p:sp>
        <p:sp>
          <p:nvSpPr>
            <p:cNvPr id="147" name="任意多边形: 形状 146"/>
            <p:cNvSpPr/>
            <p:nvPr/>
          </p:nvSpPr>
          <p:spPr>
            <a:xfrm>
              <a:off x="5658534" y="600447"/>
              <a:ext cx="457276" cy="559920"/>
            </a:xfrm>
            <a:custGeom>
              <a:avLst/>
              <a:gdLst>
                <a:gd name="connsiteX0" fmla="*/ 118294 w 457283"/>
                <a:gd name="connsiteY0" fmla="*/ 439 h 559903"/>
                <a:gd name="connsiteX1" fmla="*/ 119783 w 457283"/>
                <a:gd name="connsiteY1" fmla="*/ 2672 h 559903"/>
                <a:gd name="connsiteX2" fmla="*/ 127901 w 457283"/>
                <a:gd name="connsiteY2" fmla="*/ 3041 h 559903"/>
                <a:gd name="connsiteX3" fmla="*/ 130200 w 457283"/>
                <a:gd name="connsiteY3" fmla="*/ 3416 h 559903"/>
                <a:gd name="connsiteX4" fmla="*/ 130567 w 457283"/>
                <a:gd name="connsiteY4" fmla="*/ 4895 h 559903"/>
                <a:gd name="connsiteX5" fmla="*/ 130945 w 457283"/>
                <a:gd name="connsiteY5" fmla="*/ 6392 h 559903"/>
                <a:gd name="connsiteX6" fmla="*/ 136200 w 457283"/>
                <a:gd name="connsiteY6" fmla="*/ 6950 h 559903"/>
                <a:gd name="connsiteX7" fmla="*/ 139110 w 457283"/>
                <a:gd name="connsiteY7" fmla="*/ 7078 h 559903"/>
                <a:gd name="connsiteX8" fmla="*/ 141363 w 457283"/>
                <a:gd name="connsiteY8" fmla="*/ 7136 h 559903"/>
                <a:gd name="connsiteX9" fmla="*/ 141363 w 457283"/>
                <a:gd name="connsiteY9" fmla="*/ 10113 h 559903"/>
                <a:gd name="connsiteX10" fmla="*/ 152525 w 457283"/>
                <a:gd name="connsiteY10" fmla="*/ 10113 h 559903"/>
                <a:gd name="connsiteX11" fmla="*/ 152525 w 457283"/>
                <a:gd name="connsiteY11" fmla="*/ 13089 h 559903"/>
                <a:gd name="connsiteX12" fmla="*/ 154940 w 457283"/>
                <a:gd name="connsiteY12" fmla="*/ 13174 h 559903"/>
                <a:gd name="connsiteX13" fmla="*/ 158059 w 457283"/>
                <a:gd name="connsiteY13" fmla="*/ 13322 h 559903"/>
                <a:gd name="connsiteX14" fmla="*/ 159654 w 457283"/>
                <a:gd name="connsiteY14" fmla="*/ 13373 h 559903"/>
                <a:gd name="connsiteX15" fmla="*/ 163687 w 457283"/>
                <a:gd name="connsiteY15" fmla="*/ 13834 h 559903"/>
                <a:gd name="connsiteX16" fmla="*/ 164431 w 457283"/>
                <a:gd name="connsiteY16" fmla="*/ 16066 h 559903"/>
                <a:gd name="connsiteX17" fmla="*/ 170710 w 457283"/>
                <a:gd name="connsiteY17" fmla="*/ 16764 h 559903"/>
                <a:gd name="connsiteX18" fmla="*/ 177825 w 457283"/>
                <a:gd name="connsiteY18" fmla="*/ 18298 h 559903"/>
                <a:gd name="connsiteX19" fmla="*/ 178105 w 457283"/>
                <a:gd name="connsiteY19" fmla="*/ 23228 h 559903"/>
                <a:gd name="connsiteX20" fmla="*/ 177982 w 457283"/>
                <a:gd name="connsiteY20" fmla="*/ 25908 h 559903"/>
                <a:gd name="connsiteX21" fmla="*/ 177825 w 457283"/>
                <a:gd name="connsiteY21" fmla="*/ 27972 h 559903"/>
                <a:gd name="connsiteX22" fmla="*/ 176337 w 457283"/>
                <a:gd name="connsiteY22" fmla="*/ 27972 h 559903"/>
                <a:gd name="connsiteX23" fmla="*/ 176064 w 457283"/>
                <a:gd name="connsiteY23" fmla="*/ 29899 h 559903"/>
                <a:gd name="connsiteX24" fmla="*/ 175686 w 457283"/>
                <a:gd name="connsiteY24" fmla="*/ 32391 h 559903"/>
                <a:gd name="connsiteX25" fmla="*/ 175320 w 457283"/>
                <a:gd name="connsiteY25" fmla="*/ 34876 h 559903"/>
                <a:gd name="connsiteX26" fmla="*/ 174849 w 457283"/>
                <a:gd name="connsiteY26" fmla="*/ 36902 h 559903"/>
                <a:gd name="connsiteX27" fmla="*/ 173361 w 457283"/>
                <a:gd name="connsiteY27" fmla="*/ 37646 h 559903"/>
                <a:gd name="connsiteX28" fmla="*/ 172945 w 457283"/>
                <a:gd name="connsiteY28" fmla="*/ 43995 h 559903"/>
                <a:gd name="connsiteX29" fmla="*/ 172616 w 457283"/>
                <a:gd name="connsiteY29" fmla="*/ 45832 h 559903"/>
                <a:gd name="connsiteX30" fmla="*/ 170384 w 457283"/>
                <a:gd name="connsiteY30" fmla="*/ 46576 h 559903"/>
                <a:gd name="connsiteX31" fmla="*/ 169872 w 457283"/>
                <a:gd name="connsiteY31" fmla="*/ 50343 h 559903"/>
                <a:gd name="connsiteX32" fmla="*/ 169724 w 457283"/>
                <a:gd name="connsiteY32" fmla="*/ 52416 h 559903"/>
                <a:gd name="connsiteX33" fmla="*/ 169640 w 457283"/>
                <a:gd name="connsiteY33" fmla="*/ 54017 h 559903"/>
                <a:gd name="connsiteX34" fmla="*/ 167408 w 457283"/>
                <a:gd name="connsiteY34" fmla="*/ 54017 h 559903"/>
                <a:gd name="connsiteX35" fmla="*/ 166899 w 457283"/>
                <a:gd name="connsiteY35" fmla="*/ 58523 h 559903"/>
                <a:gd name="connsiteX36" fmla="*/ 165919 w 457283"/>
                <a:gd name="connsiteY36" fmla="*/ 61459 h 559903"/>
                <a:gd name="connsiteX37" fmla="*/ 445716 w 457283"/>
                <a:gd name="connsiteY37" fmla="*/ 61459 h 559903"/>
                <a:gd name="connsiteX38" fmla="*/ 445716 w 457283"/>
                <a:gd name="connsiteY38" fmla="*/ 126199 h 559903"/>
                <a:gd name="connsiteX39" fmla="*/ 139874 w 457283"/>
                <a:gd name="connsiteY39" fmla="*/ 126199 h 559903"/>
                <a:gd name="connsiteX40" fmla="*/ 139874 w 457283"/>
                <a:gd name="connsiteY40" fmla="*/ 131408 h 559903"/>
                <a:gd name="connsiteX41" fmla="*/ 137642 w 457283"/>
                <a:gd name="connsiteY41" fmla="*/ 132896 h 559903"/>
                <a:gd name="connsiteX42" fmla="*/ 137270 w 457283"/>
                <a:gd name="connsiteY42" fmla="*/ 135501 h 559903"/>
                <a:gd name="connsiteX43" fmla="*/ 136898 w 457283"/>
                <a:gd name="connsiteY43" fmla="*/ 138105 h 559903"/>
                <a:gd name="connsiteX44" fmla="*/ 134665 w 457283"/>
                <a:gd name="connsiteY44" fmla="*/ 139593 h 559903"/>
                <a:gd name="connsiteX45" fmla="*/ 133921 w 457283"/>
                <a:gd name="connsiteY45" fmla="*/ 144058 h 559903"/>
                <a:gd name="connsiteX46" fmla="*/ 131689 w 457283"/>
                <a:gd name="connsiteY46" fmla="*/ 144058 h 559903"/>
                <a:gd name="connsiteX47" fmla="*/ 130945 w 457283"/>
                <a:gd name="connsiteY47" fmla="*/ 147035 h 559903"/>
                <a:gd name="connsiteX48" fmla="*/ 132714 w 457283"/>
                <a:gd name="connsiteY48" fmla="*/ 147034 h 559903"/>
                <a:gd name="connsiteX49" fmla="*/ 236418 w 457283"/>
                <a:gd name="connsiteY49" fmla="*/ 146997 h 559903"/>
                <a:gd name="connsiteX50" fmla="*/ 248856 w 457283"/>
                <a:gd name="connsiteY50" fmla="*/ 146994 h 559903"/>
                <a:gd name="connsiteX51" fmla="*/ 251358 w 457283"/>
                <a:gd name="connsiteY51" fmla="*/ 146993 h 559903"/>
                <a:gd name="connsiteX52" fmla="*/ 291510 w 457283"/>
                <a:gd name="connsiteY52" fmla="*/ 146977 h 559903"/>
                <a:gd name="connsiteX53" fmla="*/ 332677 w 457283"/>
                <a:gd name="connsiteY53" fmla="*/ 146965 h 559903"/>
                <a:gd name="connsiteX54" fmla="*/ 358101 w 457283"/>
                <a:gd name="connsiteY54" fmla="*/ 146954 h 559903"/>
                <a:gd name="connsiteX55" fmla="*/ 375511 w 457283"/>
                <a:gd name="connsiteY55" fmla="*/ 146950 h 559903"/>
                <a:gd name="connsiteX56" fmla="*/ 385571 w 457283"/>
                <a:gd name="connsiteY56" fmla="*/ 146946 h 559903"/>
                <a:gd name="connsiteX57" fmla="*/ 394765 w 457283"/>
                <a:gd name="connsiteY57" fmla="*/ 146945 h 559903"/>
                <a:gd name="connsiteX58" fmla="*/ 398106 w 457283"/>
                <a:gd name="connsiteY58" fmla="*/ 146942 h 559903"/>
                <a:gd name="connsiteX59" fmla="*/ 402618 w 457283"/>
                <a:gd name="connsiteY59" fmla="*/ 146943 h 559903"/>
                <a:gd name="connsiteX60" fmla="*/ 405158 w 457283"/>
                <a:gd name="connsiteY60" fmla="*/ 146942 h 559903"/>
                <a:gd name="connsiteX61" fmla="*/ 407765 w 457283"/>
                <a:gd name="connsiteY61" fmla="*/ 147779 h 559903"/>
                <a:gd name="connsiteX62" fmla="*/ 407861 w 457283"/>
                <a:gd name="connsiteY62" fmla="*/ 153498 h 559903"/>
                <a:gd name="connsiteX63" fmla="*/ 407865 w 457283"/>
                <a:gd name="connsiteY63" fmla="*/ 155313 h 559903"/>
                <a:gd name="connsiteX64" fmla="*/ 407864 w 457283"/>
                <a:gd name="connsiteY64" fmla="*/ 161284 h 559903"/>
                <a:gd name="connsiteX65" fmla="*/ 407866 w 457283"/>
                <a:gd name="connsiteY65" fmla="*/ 165419 h 559903"/>
                <a:gd name="connsiteX66" fmla="*/ 407862 w 457283"/>
                <a:gd name="connsiteY66" fmla="*/ 174101 h 559903"/>
                <a:gd name="connsiteX67" fmla="*/ 407865 w 457283"/>
                <a:gd name="connsiteY67" fmla="*/ 185239 h 559903"/>
                <a:gd name="connsiteX68" fmla="*/ 407865 w 457283"/>
                <a:gd name="connsiteY68" fmla="*/ 193784 h 559903"/>
                <a:gd name="connsiteX69" fmla="*/ 407866 w 457283"/>
                <a:gd name="connsiteY69" fmla="*/ 197891 h 559903"/>
                <a:gd name="connsiteX70" fmla="*/ 407861 w 457283"/>
                <a:gd name="connsiteY70" fmla="*/ 203631 h 559903"/>
                <a:gd name="connsiteX71" fmla="*/ 407866 w 457283"/>
                <a:gd name="connsiteY71" fmla="*/ 205353 h 559903"/>
                <a:gd name="connsiteX72" fmla="*/ 407021 w 457283"/>
                <a:gd name="connsiteY72" fmla="*/ 211775 h 559903"/>
                <a:gd name="connsiteX73" fmla="*/ 402550 w 457283"/>
                <a:gd name="connsiteY73" fmla="*/ 212058 h 559903"/>
                <a:gd name="connsiteX74" fmla="*/ 399586 w 457283"/>
                <a:gd name="connsiteY74" fmla="*/ 212077 h 559903"/>
                <a:gd name="connsiteX75" fmla="*/ 396286 w 457283"/>
                <a:gd name="connsiteY75" fmla="*/ 212063 h 559903"/>
                <a:gd name="connsiteX76" fmla="*/ 392814 w 457283"/>
                <a:gd name="connsiteY76" fmla="*/ 212076 h 559903"/>
                <a:gd name="connsiteX77" fmla="*/ 383228 w 457283"/>
                <a:gd name="connsiteY77" fmla="*/ 212078 h 559903"/>
                <a:gd name="connsiteX78" fmla="*/ 372907 w 457283"/>
                <a:gd name="connsiteY78" fmla="*/ 212091 h 559903"/>
                <a:gd name="connsiteX79" fmla="*/ 352670 w 457283"/>
                <a:gd name="connsiteY79" fmla="*/ 212101 h 559903"/>
                <a:gd name="connsiteX80" fmla="*/ 336232 w 457283"/>
                <a:gd name="connsiteY80" fmla="*/ 212103 h 559903"/>
                <a:gd name="connsiteX81" fmla="*/ 333873 w 457283"/>
                <a:gd name="connsiteY81" fmla="*/ 212104 h 559903"/>
                <a:gd name="connsiteX82" fmla="*/ 329131 w 457283"/>
                <a:gd name="connsiteY82" fmla="*/ 212108 h 559903"/>
                <a:gd name="connsiteX83" fmla="*/ 284605 w 457283"/>
                <a:gd name="connsiteY83" fmla="*/ 212105 h 559903"/>
                <a:gd name="connsiteX84" fmla="*/ 243818 w 457283"/>
                <a:gd name="connsiteY84" fmla="*/ 212125 h 559903"/>
                <a:gd name="connsiteX85" fmla="*/ 201994 w 457283"/>
                <a:gd name="connsiteY85" fmla="*/ 212146 h 559903"/>
                <a:gd name="connsiteX86" fmla="*/ 178491 w 457283"/>
                <a:gd name="connsiteY86" fmla="*/ 212158 h 559903"/>
                <a:gd name="connsiteX87" fmla="*/ 158484 w 457283"/>
                <a:gd name="connsiteY87" fmla="*/ 212156 h 559903"/>
                <a:gd name="connsiteX88" fmla="*/ 148265 w 457283"/>
                <a:gd name="connsiteY88" fmla="*/ 212160 h 559903"/>
                <a:gd name="connsiteX89" fmla="*/ 138927 w 457283"/>
                <a:gd name="connsiteY89" fmla="*/ 212152 h 559903"/>
                <a:gd name="connsiteX90" fmla="*/ 135533 w 457283"/>
                <a:gd name="connsiteY90" fmla="*/ 212159 h 559903"/>
                <a:gd name="connsiteX91" fmla="*/ 130951 w 457283"/>
                <a:gd name="connsiteY91" fmla="*/ 212148 h 559903"/>
                <a:gd name="connsiteX92" fmla="*/ 128370 w 457283"/>
                <a:gd name="connsiteY92" fmla="*/ 212147 h 559903"/>
                <a:gd name="connsiteX93" fmla="*/ 126480 w 457283"/>
                <a:gd name="connsiteY93" fmla="*/ 211775 h 559903"/>
                <a:gd name="connsiteX94" fmla="*/ 125651 w 457283"/>
                <a:gd name="connsiteY94" fmla="*/ 203815 h 559903"/>
                <a:gd name="connsiteX95" fmla="*/ 125651 w 457283"/>
                <a:gd name="connsiteY95" fmla="*/ 202319 h 559903"/>
                <a:gd name="connsiteX96" fmla="*/ 125663 w 457283"/>
                <a:gd name="connsiteY96" fmla="*/ 197439 h 559903"/>
                <a:gd name="connsiteX97" fmla="*/ 125666 w 457283"/>
                <a:gd name="connsiteY97" fmla="*/ 194048 h 559903"/>
                <a:gd name="connsiteX98" fmla="*/ 125685 w 457283"/>
                <a:gd name="connsiteY98" fmla="*/ 185137 h 559903"/>
                <a:gd name="connsiteX99" fmla="*/ 125699 w 457283"/>
                <a:gd name="connsiteY99" fmla="*/ 176039 h 559903"/>
                <a:gd name="connsiteX100" fmla="*/ 125736 w 457283"/>
                <a:gd name="connsiteY100" fmla="*/ 158197 h 559903"/>
                <a:gd name="connsiteX101" fmla="*/ 123503 w 457283"/>
                <a:gd name="connsiteY101" fmla="*/ 163080 h 559903"/>
                <a:gd name="connsiteX102" fmla="*/ 121271 w 457283"/>
                <a:gd name="connsiteY102" fmla="*/ 167127 h 559903"/>
                <a:gd name="connsiteX103" fmla="*/ 120945 w 457283"/>
                <a:gd name="connsiteY103" fmla="*/ 169033 h 559903"/>
                <a:gd name="connsiteX104" fmla="*/ 120527 w 457283"/>
                <a:gd name="connsiteY104" fmla="*/ 170847 h 559903"/>
                <a:gd name="connsiteX105" fmla="*/ 118294 w 457283"/>
                <a:gd name="connsiteY105" fmla="*/ 171591 h 559903"/>
                <a:gd name="connsiteX106" fmla="*/ 117550 w 457283"/>
                <a:gd name="connsiteY106" fmla="*/ 176056 h 559903"/>
                <a:gd name="connsiteX107" fmla="*/ 115318 w 457283"/>
                <a:gd name="connsiteY107" fmla="*/ 178289 h 559903"/>
                <a:gd name="connsiteX108" fmla="*/ 114574 w 457283"/>
                <a:gd name="connsiteY108" fmla="*/ 180521 h 559903"/>
                <a:gd name="connsiteX109" fmla="*/ 113085 w 457283"/>
                <a:gd name="connsiteY109" fmla="*/ 181265 h 559903"/>
                <a:gd name="connsiteX110" fmla="*/ 112760 w 457283"/>
                <a:gd name="connsiteY110" fmla="*/ 183405 h 559903"/>
                <a:gd name="connsiteX111" fmla="*/ 110109 w 457283"/>
                <a:gd name="connsiteY111" fmla="*/ 187963 h 559903"/>
                <a:gd name="connsiteX112" fmla="*/ 109365 w 457283"/>
                <a:gd name="connsiteY112" fmla="*/ 190195 h 559903"/>
                <a:gd name="connsiteX113" fmla="*/ 107132 w 457283"/>
                <a:gd name="connsiteY113" fmla="*/ 191683 h 559903"/>
                <a:gd name="connsiteX114" fmla="*/ 105644 w 457283"/>
                <a:gd name="connsiteY114" fmla="*/ 195404 h 559903"/>
                <a:gd name="connsiteX115" fmla="*/ 101923 w 457283"/>
                <a:gd name="connsiteY115" fmla="*/ 201357 h 559903"/>
                <a:gd name="connsiteX116" fmla="*/ 101598 w 457283"/>
                <a:gd name="connsiteY116" fmla="*/ 202845 h 559903"/>
                <a:gd name="connsiteX117" fmla="*/ 101179 w 457283"/>
                <a:gd name="connsiteY117" fmla="*/ 204334 h 559903"/>
                <a:gd name="connsiteX118" fmla="*/ 98947 w 457283"/>
                <a:gd name="connsiteY118" fmla="*/ 205078 h 559903"/>
                <a:gd name="connsiteX119" fmla="*/ 98947 w 457283"/>
                <a:gd name="connsiteY119" fmla="*/ 206938 h 559903"/>
                <a:gd name="connsiteX120" fmla="*/ 98947 w 457283"/>
                <a:gd name="connsiteY120" fmla="*/ 208798 h 559903"/>
                <a:gd name="connsiteX121" fmla="*/ 96714 w 457283"/>
                <a:gd name="connsiteY121" fmla="*/ 209543 h 559903"/>
                <a:gd name="connsiteX122" fmla="*/ 95226 w 457283"/>
                <a:gd name="connsiteY122" fmla="*/ 213263 h 559903"/>
                <a:gd name="connsiteX123" fmla="*/ 92249 w 457283"/>
                <a:gd name="connsiteY123" fmla="*/ 217728 h 559903"/>
                <a:gd name="connsiteX124" fmla="*/ 90761 w 457283"/>
                <a:gd name="connsiteY124" fmla="*/ 217728 h 559903"/>
                <a:gd name="connsiteX125" fmla="*/ 90017 w 457283"/>
                <a:gd name="connsiteY125" fmla="*/ 219961 h 559903"/>
                <a:gd name="connsiteX126" fmla="*/ 89273 w 457283"/>
                <a:gd name="connsiteY126" fmla="*/ 222193 h 559903"/>
                <a:gd name="connsiteX127" fmla="*/ 87784 w 457283"/>
                <a:gd name="connsiteY127" fmla="*/ 222193 h 559903"/>
                <a:gd name="connsiteX128" fmla="*/ 87784 w 457283"/>
                <a:gd name="connsiteY128" fmla="*/ 225170 h 559903"/>
                <a:gd name="connsiteX129" fmla="*/ 85552 w 457283"/>
                <a:gd name="connsiteY129" fmla="*/ 225914 h 559903"/>
                <a:gd name="connsiteX130" fmla="*/ 84808 w 457283"/>
                <a:gd name="connsiteY130" fmla="*/ 229634 h 559903"/>
                <a:gd name="connsiteX131" fmla="*/ 83320 w 457283"/>
                <a:gd name="connsiteY131" fmla="*/ 230379 h 559903"/>
                <a:gd name="connsiteX132" fmla="*/ 82203 w 457283"/>
                <a:gd name="connsiteY132" fmla="*/ 232285 h 559903"/>
                <a:gd name="connsiteX133" fmla="*/ 81087 w 457283"/>
                <a:gd name="connsiteY133" fmla="*/ 234099 h 559903"/>
                <a:gd name="connsiteX134" fmla="*/ 79599 w 457283"/>
                <a:gd name="connsiteY134" fmla="*/ 234099 h 559903"/>
                <a:gd name="connsiteX135" fmla="*/ 79599 w 457283"/>
                <a:gd name="connsiteY135" fmla="*/ 236332 h 559903"/>
                <a:gd name="connsiteX136" fmla="*/ 81087 w 457283"/>
                <a:gd name="connsiteY136" fmla="*/ 235587 h 559903"/>
                <a:gd name="connsiteX137" fmla="*/ 85915 w 457283"/>
                <a:gd name="connsiteY137" fmla="*/ 235494 h 559903"/>
                <a:gd name="connsiteX138" fmla="*/ 87442 w 457283"/>
                <a:gd name="connsiteY138" fmla="*/ 235491 h 559903"/>
                <a:gd name="connsiteX139" fmla="*/ 92556 w 457283"/>
                <a:gd name="connsiteY139" fmla="*/ 235493 h 559903"/>
                <a:gd name="connsiteX140" fmla="*/ 96240 w 457283"/>
                <a:gd name="connsiteY140" fmla="*/ 235489 h 559903"/>
                <a:gd name="connsiteX141" fmla="*/ 106403 w 457283"/>
                <a:gd name="connsiteY141" fmla="*/ 235490 h 559903"/>
                <a:gd name="connsiteX142" fmla="*/ 117347 w 457283"/>
                <a:gd name="connsiteY142" fmla="*/ 235487 h 559903"/>
                <a:gd name="connsiteX143" fmla="*/ 138803 w 457283"/>
                <a:gd name="connsiteY143" fmla="*/ 235487 h 559903"/>
                <a:gd name="connsiteX144" fmla="*/ 156234 w 457283"/>
                <a:gd name="connsiteY144" fmla="*/ 235488 h 559903"/>
                <a:gd name="connsiteX145" fmla="*/ 158735 w 457283"/>
                <a:gd name="connsiteY145" fmla="*/ 235488 h 559903"/>
                <a:gd name="connsiteX146" fmla="*/ 163765 w 457283"/>
                <a:gd name="connsiteY146" fmla="*/ 235487 h 559903"/>
                <a:gd name="connsiteX147" fmla="*/ 210984 w 457283"/>
                <a:gd name="connsiteY147" fmla="*/ 235491 h 559903"/>
                <a:gd name="connsiteX148" fmla="*/ 251540 w 457283"/>
                <a:gd name="connsiteY148" fmla="*/ 235490 h 559903"/>
                <a:gd name="connsiteX149" fmla="*/ 298585 w 457283"/>
                <a:gd name="connsiteY149" fmla="*/ 235487 h 559903"/>
                <a:gd name="connsiteX150" fmla="*/ 303597 w 457283"/>
                <a:gd name="connsiteY150" fmla="*/ 235488 h 559903"/>
                <a:gd name="connsiteX151" fmla="*/ 306088 w 457283"/>
                <a:gd name="connsiteY151" fmla="*/ 235488 h 559903"/>
                <a:gd name="connsiteX152" fmla="*/ 323507 w 457283"/>
                <a:gd name="connsiteY152" fmla="*/ 235486 h 559903"/>
                <a:gd name="connsiteX153" fmla="*/ 344721 w 457283"/>
                <a:gd name="connsiteY153" fmla="*/ 235489 h 559903"/>
                <a:gd name="connsiteX154" fmla="*/ 355555 w 457283"/>
                <a:gd name="connsiteY154" fmla="*/ 235489 h 559903"/>
                <a:gd name="connsiteX155" fmla="*/ 365458 w 457283"/>
                <a:gd name="connsiteY155" fmla="*/ 235492 h 559903"/>
                <a:gd name="connsiteX156" fmla="*/ 369055 w 457283"/>
                <a:gd name="connsiteY156" fmla="*/ 235490 h 559903"/>
                <a:gd name="connsiteX157" fmla="*/ 373916 w 457283"/>
                <a:gd name="connsiteY157" fmla="*/ 235494 h 559903"/>
                <a:gd name="connsiteX158" fmla="*/ 376652 w 457283"/>
                <a:gd name="connsiteY158" fmla="*/ 235494 h 559903"/>
                <a:gd name="connsiteX159" fmla="*/ 380232 w 457283"/>
                <a:gd name="connsiteY159" fmla="*/ 236332 h 559903"/>
                <a:gd name="connsiteX160" fmla="*/ 380424 w 457283"/>
                <a:gd name="connsiteY160" fmla="*/ 240399 h 559903"/>
                <a:gd name="connsiteX161" fmla="*/ 380439 w 457283"/>
                <a:gd name="connsiteY161" fmla="*/ 243075 h 559903"/>
                <a:gd name="connsiteX162" fmla="*/ 380434 w 457283"/>
                <a:gd name="connsiteY162" fmla="*/ 246036 h 559903"/>
                <a:gd name="connsiteX163" fmla="*/ 380445 w 457283"/>
                <a:gd name="connsiteY163" fmla="*/ 249134 h 559903"/>
                <a:gd name="connsiteX164" fmla="*/ 380459 w 457283"/>
                <a:gd name="connsiteY164" fmla="*/ 255819 h 559903"/>
                <a:gd name="connsiteX165" fmla="*/ 380489 w 457283"/>
                <a:gd name="connsiteY165" fmla="*/ 266379 h 559903"/>
                <a:gd name="connsiteX166" fmla="*/ 380564 w 457283"/>
                <a:gd name="connsiteY166" fmla="*/ 292609 h 559903"/>
                <a:gd name="connsiteX167" fmla="*/ 380626 w 457283"/>
                <a:gd name="connsiteY167" fmla="*/ 312988 h 559903"/>
                <a:gd name="connsiteX168" fmla="*/ 380647 w 457283"/>
                <a:gd name="connsiteY168" fmla="*/ 323496 h 559903"/>
                <a:gd name="connsiteX169" fmla="*/ 380671 w 457283"/>
                <a:gd name="connsiteY169" fmla="*/ 330021 h 559903"/>
                <a:gd name="connsiteX170" fmla="*/ 380667 w 457283"/>
                <a:gd name="connsiteY170" fmla="*/ 334513 h 559903"/>
                <a:gd name="connsiteX171" fmla="*/ 380689 w 457283"/>
                <a:gd name="connsiteY171" fmla="*/ 337188 h 559903"/>
                <a:gd name="connsiteX172" fmla="*/ 380694 w 457283"/>
                <a:gd name="connsiteY172" fmla="*/ 339527 h 559903"/>
                <a:gd name="connsiteX173" fmla="*/ 380976 w 457283"/>
                <a:gd name="connsiteY173" fmla="*/ 341255 h 559903"/>
                <a:gd name="connsiteX174" fmla="*/ 383208 w 457283"/>
                <a:gd name="connsiteY174" fmla="*/ 342000 h 559903"/>
                <a:gd name="connsiteX175" fmla="*/ 383530 w 457283"/>
                <a:gd name="connsiteY175" fmla="*/ 345568 h 559903"/>
                <a:gd name="connsiteX176" fmla="*/ 383575 w 457283"/>
                <a:gd name="connsiteY176" fmla="*/ 347870 h 559903"/>
                <a:gd name="connsiteX177" fmla="*/ 383589 w 457283"/>
                <a:gd name="connsiteY177" fmla="*/ 350374 h 559903"/>
                <a:gd name="connsiteX178" fmla="*/ 383630 w 457283"/>
                <a:gd name="connsiteY178" fmla="*/ 352924 h 559903"/>
                <a:gd name="connsiteX179" fmla="*/ 383720 w 457283"/>
                <a:gd name="connsiteY179" fmla="*/ 361022 h 559903"/>
                <a:gd name="connsiteX180" fmla="*/ 383797 w 457283"/>
                <a:gd name="connsiteY180" fmla="*/ 366497 h 559903"/>
                <a:gd name="connsiteX181" fmla="*/ 383952 w 457283"/>
                <a:gd name="connsiteY181" fmla="*/ 379951 h 559903"/>
                <a:gd name="connsiteX182" fmla="*/ 385441 w 457283"/>
                <a:gd name="connsiteY182" fmla="*/ 379951 h 559903"/>
                <a:gd name="connsiteX183" fmla="*/ 386185 w 457283"/>
                <a:gd name="connsiteY183" fmla="*/ 405252 h 559903"/>
                <a:gd name="connsiteX184" fmla="*/ 388417 w 457283"/>
                <a:gd name="connsiteY184" fmla="*/ 405252 h 559903"/>
                <a:gd name="connsiteX185" fmla="*/ 388450 w 457283"/>
                <a:gd name="connsiteY185" fmla="*/ 407016 h 559903"/>
                <a:gd name="connsiteX186" fmla="*/ 388650 w 457283"/>
                <a:gd name="connsiteY186" fmla="*/ 414879 h 559903"/>
                <a:gd name="connsiteX187" fmla="*/ 388701 w 457283"/>
                <a:gd name="connsiteY187" fmla="*/ 417656 h 559903"/>
                <a:gd name="connsiteX188" fmla="*/ 388781 w 457283"/>
                <a:gd name="connsiteY188" fmla="*/ 420294 h 559903"/>
                <a:gd name="connsiteX189" fmla="*/ 388840 w 457283"/>
                <a:gd name="connsiteY189" fmla="*/ 422739 h 559903"/>
                <a:gd name="connsiteX190" fmla="*/ 389161 w 457283"/>
                <a:gd name="connsiteY190" fmla="*/ 424599 h 559903"/>
                <a:gd name="connsiteX191" fmla="*/ 391394 w 457283"/>
                <a:gd name="connsiteY191" fmla="*/ 425343 h 559903"/>
                <a:gd name="connsiteX192" fmla="*/ 391612 w 457283"/>
                <a:gd name="connsiteY192" fmla="*/ 428509 h 559903"/>
                <a:gd name="connsiteX193" fmla="*/ 391590 w 457283"/>
                <a:gd name="connsiteY193" fmla="*/ 430435 h 559903"/>
                <a:gd name="connsiteX194" fmla="*/ 391533 w 457283"/>
                <a:gd name="connsiteY194" fmla="*/ 432459 h 559903"/>
                <a:gd name="connsiteX195" fmla="*/ 391503 w 457283"/>
                <a:gd name="connsiteY195" fmla="*/ 434492 h 559903"/>
                <a:gd name="connsiteX196" fmla="*/ 391394 w 457283"/>
                <a:gd name="connsiteY196" fmla="*/ 439482 h 559903"/>
                <a:gd name="connsiteX197" fmla="*/ 393626 w 457283"/>
                <a:gd name="connsiteY197" fmla="*/ 439482 h 559903"/>
                <a:gd name="connsiteX198" fmla="*/ 393737 w 457283"/>
                <a:gd name="connsiteY198" fmla="*/ 441709 h 559903"/>
                <a:gd name="connsiteX199" fmla="*/ 393905 w 457283"/>
                <a:gd name="connsiteY199" fmla="*/ 444598 h 559903"/>
                <a:gd name="connsiteX200" fmla="*/ 394062 w 457283"/>
                <a:gd name="connsiteY200" fmla="*/ 447476 h 559903"/>
                <a:gd name="connsiteX201" fmla="*/ 395859 w 457283"/>
                <a:gd name="connsiteY201" fmla="*/ 451388 h 559903"/>
                <a:gd name="connsiteX202" fmla="*/ 396603 w 457283"/>
                <a:gd name="connsiteY202" fmla="*/ 451388 h 559903"/>
                <a:gd name="connsiteX203" fmla="*/ 396687 w 457283"/>
                <a:gd name="connsiteY203" fmla="*/ 453289 h 559903"/>
                <a:gd name="connsiteX204" fmla="*/ 396835 w 457283"/>
                <a:gd name="connsiteY204" fmla="*/ 455760 h 559903"/>
                <a:gd name="connsiteX205" fmla="*/ 396966 w 457283"/>
                <a:gd name="connsiteY205" fmla="*/ 458219 h 559903"/>
                <a:gd name="connsiteX206" fmla="*/ 397347 w 457283"/>
                <a:gd name="connsiteY206" fmla="*/ 460318 h 559903"/>
                <a:gd name="connsiteX207" fmla="*/ 399579 w 457283"/>
                <a:gd name="connsiteY207" fmla="*/ 461806 h 559903"/>
                <a:gd name="connsiteX208" fmla="*/ 399579 w 457283"/>
                <a:gd name="connsiteY208" fmla="*/ 467759 h 559903"/>
                <a:gd name="connsiteX209" fmla="*/ 401812 w 457283"/>
                <a:gd name="connsiteY209" fmla="*/ 467759 h 559903"/>
                <a:gd name="connsiteX210" fmla="*/ 402044 w 457283"/>
                <a:gd name="connsiteY210" fmla="*/ 469852 h 559903"/>
                <a:gd name="connsiteX211" fmla="*/ 404788 w 457283"/>
                <a:gd name="connsiteY211" fmla="*/ 474457 h 559903"/>
                <a:gd name="connsiteX212" fmla="*/ 406277 w 457283"/>
                <a:gd name="connsiteY212" fmla="*/ 477433 h 559903"/>
                <a:gd name="connsiteX213" fmla="*/ 407765 w 457283"/>
                <a:gd name="connsiteY213" fmla="*/ 478177 h 559903"/>
                <a:gd name="connsiteX214" fmla="*/ 408317 w 457283"/>
                <a:gd name="connsiteY214" fmla="*/ 479677 h 559903"/>
                <a:gd name="connsiteX215" fmla="*/ 409253 w 457283"/>
                <a:gd name="connsiteY215" fmla="*/ 481154 h 559903"/>
                <a:gd name="connsiteX216" fmla="*/ 413811 w 457283"/>
                <a:gd name="connsiteY216" fmla="*/ 481712 h 559903"/>
                <a:gd name="connsiteX217" fmla="*/ 416282 w 457283"/>
                <a:gd name="connsiteY217" fmla="*/ 481840 h 559903"/>
                <a:gd name="connsiteX218" fmla="*/ 418183 w 457283"/>
                <a:gd name="connsiteY218" fmla="*/ 481898 h 559903"/>
                <a:gd name="connsiteX219" fmla="*/ 418104 w 457283"/>
                <a:gd name="connsiteY219" fmla="*/ 479997 h 559903"/>
                <a:gd name="connsiteX220" fmla="*/ 418043 w 457283"/>
                <a:gd name="connsiteY220" fmla="*/ 477526 h 559903"/>
                <a:gd name="connsiteX221" fmla="*/ 417965 w 457283"/>
                <a:gd name="connsiteY221" fmla="*/ 475067 h 559903"/>
                <a:gd name="connsiteX222" fmla="*/ 418183 w 457283"/>
                <a:gd name="connsiteY222" fmla="*/ 472968 h 559903"/>
                <a:gd name="connsiteX223" fmla="*/ 420415 w 457283"/>
                <a:gd name="connsiteY223" fmla="*/ 471480 h 559903"/>
                <a:gd name="connsiteX224" fmla="*/ 420737 w 457283"/>
                <a:gd name="connsiteY224" fmla="*/ 468374 h 559903"/>
                <a:gd name="connsiteX225" fmla="*/ 420782 w 457283"/>
                <a:gd name="connsiteY225" fmla="*/ 466433 h 559903"/>
                <a:gd name="connsiteX226" fmla="*/ 420796 w 457283"/>
                <a:gd name="connsiteY226" fmla="*/ 464335 h 559903"/>
                <a:gd name="connsiteX227" fmla="*/ 420837 w 457283"/>
                <a:gd name="connsiteY227" fmla="*/ 462189 h 559903"/>
                <a:gd name="connsiteX228" fmla="*/ 420927 w 457283"/>
                <a:gd name="connsiteY228" fmla="*/ 455388 h 559903"/>
                <a:gd name="connsiteX229" fmla="*/ 421004 w 457283"/>
                <a:gd name="connsiteY229" fmla="*/ 450784 h 559903"/>
                <a:gd name="connsiteX230" fmla="*/ 421159 w 457283"/>
                <a:gd name="connsiteY230" fmla="*/ 439482 h 559903"/>
                <a:gd name="connsiteX231" fmla="*/ 423392 w 457283"/>
                <a:gd name="connsiteY231" fmla="*/ 439482 h 559903"/>
                <a:gd name="connsiteX232" fmla="*/ 424136 w 457283"/>
                <a:gd name="connsiteY232" fmla="*/ 406740 h 559903"/>
                <a:gd name="connsiteX233" fmla="*/ 429345 w 457283"/>
                <a:gd name="connsiteY233" fmla="*/ 406740 h 559903"/>
                <a:gd name="connsiteX234" fmla="*/ 429205 w 457283"/>
                <a:gd name="connsiteY234" fmla="*/ 408554 h 559903"/>
                <a:gd name="connsiteX235" fmla="*/ 429345 w 457283"/>
                <a:gd name="connsiteY235" fmla="*/ 410461 h 559903"/>
                <a:gd name="connsiteX236" fmla="*/ 431577 w 457283"/>
                <a:gd name="connsiteY236" fmla="*/ 411205 h 559903"/>
                <a:gd name="connsiteX237" fmla="*/ 432322 w 457283"/>
                <a:gd name="connsiteY237" fmla="*/ 413437 h 559903"/>
                <a:gd name="connsiteX238" fmla="*/ 434554 w 457283"/>
                <a:gd name="connsiteY238" fmla="*/ 414181 h 559903"/>
                <a:gd name="connsiteX239" fmla="*/ 436042 w 457283"/>
                <a:gd name="connsiteY239" fmla="*/ 417902 h 559903"/>
                <a:gd name="connsiteX240" fmla="*/ 437531 w 457283"/>
                <a:gd name="connsiteY240" fmla="*/ 420878 h 559903"/>
                <a:gd name="connsiteX241" fmla="*/ 439763 w 457283"/>
                <a:gd name="connsiteY241" fmla="*/ 421623 h 559903"/>
                <a:gd name="connsiteX242" fmla="*/ 440507 w 457283"/>
                <a:gd name="connsiteY242" fmla="*/ 423855 h 559903"/>
                <a:gd name="connsiteX243" fmla="*/ 441670 w 457283"/>
                <a:gd name="connsiteY243" fmla="*/ 425018 h 559903"/>
                <a:gd name="connsiteX244" fmla="*/ 442740 w 457283"/>
                <a:gd name="connsiteY244" fmla="*/ 427576 h 559903"/>
                <a:gd name="connsiteX245" fmla="*/ 444972 w 457283"/>
                <a:gd name="connsiteY245" fmla="*/ 428320 h 559903"/>
                <a:gd name="connsiteX246" fmla="*/ 446832 w 457283"/>
                <a:gd name="connsiteY246" fmla="*/ 430878 h 559903"/>
                <a:gd name="connsiteX247" fmla="*/ 450925 w 457283"/>
                <a:gd name="connsiteY247" fmla="*/ 435017 h 559903"/>
                <a:gd name="connsiteX248" fmla="*/ 451669 w 457283"/>
                <a:gd name="connsiteY248" fmla="*/ 437250 h 559903"/>
                <a:gd name="connsiteX249" fmla="*/ 453902 w 457283"/>
                <a:gd name="connsiteY249" fmla="*/ 437994 h 559903"/>
                <a:gd name="connsiteX250" fmla="*/ 454646 w 457283"/>
                <a:gd name="connsiteY250" fmla="*/ 440226 h 559903"/>
                <a:gd name="connsiteX251" fmla="*/ 456878 w 457283"/>
                <a:gd name="connsiteY251" fmla="*/ 441714 h 559903"/>
                <a:gd name="connsiteX252" fmla="*/ 457622 w 457283"/>
                <a:gd name="connsiteY252" fmla="*/ 443947 h 559903"/>
                <a:gd name="connsiteX253" fmla="*/ 459111 w 457283"/>
                <a:gd name="connsiteY253" fmla="*/ 444319 h 559903"/>
                <a:gd name="connsiteX254" fmla="*/ 460599 w 457283"/>
                <a:gd name="connsiteY254" fmla="*/ 444691 h 559903"/>
                <a:gd name="connsiteX255" fmla="*/ 461343 w 457283"/>
                <a:gd name="connsiteY255" fmla="*/ 446923 h 559903"/>
                <a:gd name="connsiteX256" fmla="*/ 463224 w 457283"/>
                <a:gd name="connsiteY256" fmla="*/ 447574 h 559903"/>
                <a:gd name="connsiteX257" fmla="*/ 465064 w 457283"/>
                <a:gd name="connsiteY257" fmla="*/ 448412 h 559903"/>
                <a:gd name="connsiteX258" fmla="*/ 465486 w 457283"/>
                <a:gd name="connsiteY258" fmla="*/ 452133 h 559903"/>
                <a:gd name="connsiteX259" fmla="*/ 465485 w 457283"/>
                <a:gd name="connsiteY259" fmla="*/ 454480 h 559903"/>
                <a:gd name="connsiteX260" fmla="*/ 465427 w 457283"/>
                <a:gd name="connsiteY260" fmla="*/ 457022 h 559903"/>
                <a:gd name="connsiteX261" fmla="*/ 465411 w 457283"/>
                <a:gd name="connsiteY261" fmla="*/ 459618 h 559903"/>
                <a:gd name="connsiteX262" fmla="*/ 465296 w 457283"/>
                <a:gd name="connsiteY262" fmla="*/ 467852 h 559903"/>
                <a:gd name="connsiteX263" fmla="*/ 465245 w 457283"/>
                <a:gd name="connsiteY263" fmla="*/ 473425 h 559903"/>
                <a:gd name="connsiteX264" fmla="*/ 465064 w 457283"/>
                <a:gd name="connsiteY264" fmla="*/ 487107 h 559903"/>
                <a:gd name="connsiteX265" fmla="*/ 462831 w 457283"/>
                <a:gd name="connsiteY265" fmla="*/ 486363 h 559903"/>
                <a:gd name="connsiteX266" fmla="*/ 462087 w 457283"/>
                <a:gd name="connsiteY266" fmla="*/ 504966 h 559903"/>
                <a:gd name="connsiteX267" fmla="*/ 460599 w 457283"/>
                <a:gd name="connsiteY267" fmla="*/ 504966 h 559903"/>
                <a:gd name="connsiteX268" fmla="*/ 460326 w 457283"/>
                <a:gd name="connsiteY268" fmla="*/ 507545 h 559903"/>
                <a:gd name="connsiteX269" fmla="*/ 459948 w 457283"/>
                <a:gd name="connsiteY269" fmla="*/ 510873 h 559903"/>
                <a:gd name="connsiteX270" fmla="*/ 459770 w 457283"/>
                <a:gd name="connsiteY270" fmla="*/ 512575 h 559903"/>
                <a:gd name="connsiteX271" fmla="*/ 459111 w 457283"/>
                <a:gd name="connsiteY271" fmla="*/ 516873 h 559903"/>
                <a:gd name="connsiteX272" fmla="*/ 457622 w 457283"/>
                <a:gd name="connsiteY272" fmla="*/ 517617 h 559903"/>
                <a:gd name="connsiteX273" fmla="*/ 457157 w 457283"/>
                <a:gd name="connsiteY273" fmla="*/ 522128 h 559903"/>
                <a:gd name="connsiteX274" fmla="*/ 456989 w 457283"/>
                <a:gd name="connsiteY274" fmla="*/ 524619 h 559903"/>
                <a:gd name="connsiteX275" fmla="*/ 456878 w 457283"/>
                <a:gd name="connsiteY275" fmla="*/ 526546 h 559903"/>
                <a:gd name="connsiteX276" fmla="*/ 454646 w 457283"/>
                <a:gd name="connsiteY276" fmla="*/ 526546 h 559903"/>
                <a:gd name="connsiteX277" fmla="*/ 453902 w 457283"/>
                <a:gd name="connsiteY277" fmla="*/ 533244 h 559903"/>
                <a:gd name="connsiteX278" fmla="*/ 451669 w 457283"/>
                <a:gd name="connsiteY278" fmla="*/ 533244 h 559903"/>
                <a:gd name="connsiteX279" fmla="*/ 450925 w 457283"/>
                <a:gd name="connsiteY279" fmla="*/ 539197 h 559903"/>
                <a:gd name="connsiteX280" fmla="*/ 448693 w 457283"/>
                <a:gd name="connsiteY280" fmla="*/ 539197 h 559903"/>
                <a:gd name="connsiteX281" fmla="*/ 447949 w 457283"/>
                <a:gd name="connsiteY281" fmla="*/ 542918 h 559903"/>
                <a:gd name="connsiteX282" fmla="*/ 446460 w 457283"/>
                <a:gd name="connsiteY282" fmla="*/ 543662 h 559903"/>
                <a:gd name="connsiteX283" fmla="*/ 446135 w 457283"/>
                <a:gd name="connsiteY283" fmla="*/ 545150 h 559903"/>
                <a:gd name="connsiteX284" fmla="*/ 445716 w 457283"/>
                <a:gd name="connsiteY284" fmla="*/ 546638 h 559903"/>
                <a:gd name="connsiteX285" fmla="*/ 443484 w 457283"/>
                <a:gd name="connsiteY285" fmla="*/ 547382 h 559903"/>
                <a:gd name="connsiteX286" fmla="*/ 442740 w 457283"/>
                <a:gd name="connsiteY286" fmla="*/ 549615 h 559903"/>
                <a:gd name="connsiteX287" fmla="*/ 440507 w 457283"/>
                <a:gd name="connsiteY287" fmla="*/ 550359 h 559903"/>
                <a:gd name="connsiteX288" fmla="*/ 440275 w 457283"/>
                <a:gd name="connsiteY288" fmla="*/ 551847 h 559903"/>
                <a:gd name="connsiteX289" fmla="*/ 439763 w 457283"/>
                <a:gd name="connsiteY289" fmla="*/ 553336 h 559903"/>
                <a:gd name="connsiteX290" fmla="*/ 435298 w 457283"/>
                <a:gd name="connsiteY290" fmla="*/ 554080 h 559903"/>
                <a:gd name="connsiteX291" fmla="*/ 435298 w 457283"/>
                <a:gd name="connsiteY291" fmla="*/ 557056 h 559903"/>
                <a:gd name="connsiteX292" fmla="*/ 433859 w 457283"/>
                <a:gd name="connsiteY292" fmla="*/ 557141 h 559903"/>
                <a:gd name="connsiteX293" fmla="*/ 431996 w 457283"/>
                <a:gd name="connsiteY293" fmla="*/ 557289 h 559903"/>
                <a:gd name="connsiteX294" fmla="*/ 430139 w 457283"/>
                <a:gd name="connsiteY294" fmla="*/ 557420 h 559903"/>
                <a:gd name="connsiteX295" fmla="*/ 428601 w 457283"/>
                <a:gd name="connsiteY295" fmla="*/ 557800 h 559903"/>
                <a:gd name="connsiteX296" fmla="*/ 427857 w 457283"/>
                <a:gd name="connsiteY296" fmla="*/ 560033 h 559903"/>
                <a:gd name="connsiteX297" fmla="*/ 424710 w 457283"/>
                <a:gd name="connsiteY297" fmla="*/ 560322 h 559903"/>
                <a:gd name="connsiteX298" fmla="*/ 422686 w 457283"/>
                <a:gd name="connsiteY298" fmla="*/ 560343 h 559903"/>
                <a:gd name="connsiteX299" fmla="*/ 420485 w 457283"/>
                <a:gd name="connsiteY299" fmla="*/ 560329 h 559903"/>
                <a:gd name="connsiteX300" fmla="*/ 418241 w 457283"/>
                <a:gd name="connsiteY300" fmla="*/ 560336 h 559903"/>
                <a:gd name="connsiteX301" fmla="*/ 413535 w 457283"/>
                <a:gd name="connsiteY301" fmla="*/ 560324 h 559903"/>
                <a:gd name="connsiteX302" fmla="*/ 406303 w 457283"/>
                <a:gd name="connsiteY302" fmla="*/ 560338 h 559903"/>
                <a:gd name="connsiteX303" fmla="*/ 401742 w 457283"/>
                <a:gd name="connsiteY303" fmla="*/ 560329 h 559903"/>
                <a:gd name="connsiteX304" fmla="*/ 399541 w 457283"/>
                <a:gd name="connsiteY304" fmla="*/ 560343 h 559903"/>
                <a:gd name="connsiteX305" fmla="*/ 397517 w 457283"/>
                <a:gd name="connsiteY305" fmla="*/ 560322 h 559903"/>
                <a:gd name="connsiteX306" fmla="*/ 395726 w 457283"/>
                <a:gd name="connsiteY306" fmla="*/ 560316 h 559903"/>
                <a:gd name="connsiteX307" fmla="*/ 394370 w 457283"/>
                <a:gd name="connsiteY307" fmla="*/ 560033 h 559903"/>
                <a:gd name="connsiteX308" fmla="*/ 393626 w 457283"/>
                <a:gd name="connsiteY308" fmla="*/ 557800 h 559903"/>
                <a:gd name="connsiteX309" fmla="*/ 389859 w 457283"/>
                <a:gd name="connsiteY309" fmla="*/ 557289 h 559903"/>
                <a:gd name="connsiteX310" fmla="*/ 387787 w 457283"/>
                <a:gd name="connsiteY310" fmla="*/ 557141 h 559903"/>
                <a:gd name="connsiteX311" fmla="*/ 386185 w 457283"/>
                <a:gd name="connsiteY311" fmla="*/ 557056 h 559903"/>
                <a:gd name="connsiteX312" fmla="*/ 386185 w 457283"/>
                <a:gd name="connsiteY312" fmla="*/ 554080 h 559903"/>
                <a:gd name="connsiteX313" fmla="*/ 380232 w 457283"/>
                <a:gd name="connsiteY313" fmla="*/ 553336 h 559903"/>
                <a:gd name="connsiteX314" fmla="*/ 380232 w 457283"/>
                <a:gd name="connsiteY314" fmla="*/ 550359 h 559903"/>
                <a:gd name="connsiteX315" fmla="*/ 378464 w 457283"/>
                <a:gd name="connsiteY315" fmla="*/ 550545 h 559903"/>
                <a:gd name="connsiteX316" fmla="*/ 376511 w 457283"/>
                <a:gd name="connsiteY316" fmla="*/ 550359 h 559903"/>
                <a:gd name="connsiteX317" fmla="*/ 375023 w 457283"/>
                <a:gd name="connsiteY317" fmla="*/ 547382 h 559903"/>
                <a:gd name="connsiteX318" fmla="*/ 373488 w 457283"/>
                <a:gd name="connsiteY318" fmla="*/ 547010 h 559903"/>
                <a:gd name="connsiteX319" fmla="*/ 372046 w 457283"/>
                <a:gd name="connsiteY319" fmla="*/ 546638 h 559903"/>
                <a:gd name="connsiteX320" fmla="*/ 371302 w 457283"/>
                <a:gd name="connsiteY320" fmla="*/ 543662 h 559903"/>
                <a:gd name="connsiteX321" fmla="*/ 368325 w 457283"/>
                <a:gd name="connsiteY321" fmla="*/ 542173 h 559903"/>
                <a:gd name="connsiteX322" fmla="*/ 366093 w 457283"/>
                <a:gd name="connsiteY322" fmla="*/ 539941 h 559903"/>
                <a:gd name="connsiteX323" fmla="*/ 364605 w 457283"/>
                <a:gd name="connsiteY323" fmla="*/ 539197 h 559903"/>
                <a:gd name="connsiteX324" fmla="*/ 360791 w 457283"/>
                <a:gd name="connsiteY324" fmla="*/ 531802 h 559903"/>
                <a:gd name="connsiteX325" fmla="*/ 360140 w 457283"/>
                <a:gd name="connsiteY325" fmla="*/ 530267 h 559903"/>
                <a:gd name="connsiteX326" fmla="*/ 358652 w 457283"/>
                <a:gd name="connsiteY326" fmla="*/ 530267 h 559903"/>
                <a:gd name="connsiteX327" fmla="*/ 357908 w 457283"/>
                <a:gd name="connsiteY327" fmla="*/ 525802 h 559903"/>
                <a:gd name="connsiteX328" fmla="*/ 355675 w 457283"/>
                <a:gd name="connsiteY328" fmla="*/ 525802 h 559903"/>
                <a:gd name="connsiteX329" fmla="*/ 355861 w 457283"/>
                <a:gd name="connsiteY329" fmla="*/ 524035 h 559903"/>
                <a:gd name="connsiteX330" fmla="*/ 355675 w 457283"/>
                <a:gd name="connsiteY330" fmla="*/ 522082 h 559903"/>
                <a:gd name="connsiteX331" fmla="*/ 352699 w 457283"/>
                <a:gd name="connsiteY331" fmla="*/ 520593 h 559903"/>
                <a:gd name="connsiteX332" fmla="*/ 351954 w 457283"/>
                <a:gd name="connsiteY332" fmla="*/ 516873 h 559903"/>
                <a:gd name="connsiteX333" fmla="*/ 350466 w 457283"/>
                <a:gd name="connsiteY333" fmla="*/ 516128 h 559903"/>
                <a:gd name="connsiteX334" fmla="*/ 348978 w 457283"/>
                <a:gd name="connsiteY334" fmla="*/ 511664 h 559903"/>
                <a:gd name="connsiteX335" fmla="*/ 347490 w 457283"/>
                <a:gd name="connsiteY335" fmla="*/ 510919 h 559903"/>
                <a:gd name="connsiteX336" fmla="*/ 346745 w 457283"/>
                <a:gd name="connsiteY336" fmla="*/ 504966 h 559903"/>
                <a:gd name="connsiteX337" fmla="*/ 344513 w 457283"/>
                <a:gd name="connsiteY337" fmla="*/ 504966 h 559903"/>
                <a:gd name="connsiteX338" fmla="*/ 344513 w 457283"/>
                <a:gd name="connsiteY338" fmla="*/ 497525 h 559903"/>
                <a:gd name="connsiteX339" fmla="*/ 342281 w 457283"/>
                <a:gd name="connsiteY339" fmla="*/ 497525 h 559903"/>
                <a:gd name="connsiteX340" fmla="*/ 342007 w 457283"/>
                <a:gd name="connsiteY340" fmla="*/ 495761 h 559903"/>
                <a:gd name="connsiteX341" fmla="*/ 341629 w 457283"/>
                <a:gd name="connsiteY341" fmla="*/ 493479 h 559903"/>
                <a:gd name="connsiteX342" fmla="*/ 341263 w 457283"/>
                <a:gd name="connsiteY342" fmla="*/ 491203 h 559903"/>
                <a:gd name="connsiteX343" fmla="*/ 340792 w 457283"/>
                <a:gd name="connsiteY343" fmla="*/ 489339 h 559903"/>
                <a:gd name="connsiteX344" fmla="*/ 339304 w 457283"/>
                <a:gd name="connsiteY344" fmla="*/ 488595 h 559903"/>
                <a:gd name="connsiteX345" fmla="*/ 338888 w 457283"/>
                <a:gd name="connsiteY345" fmla="*/ 482828 h 559903"/>
                <a:gd name="connsiteX346" fmla="*/ 338560 w 457283"/>
                <a:gd name="connsiteY346" fmla="*/ 481154 h 559903"/>
                <a:gd name="connsiteX347" fmla="*/ 336327 w 457283"/>
                <a:gd name="connsiteY347" fmla="*/ 480410 h 559903"/>
                <a:gd name="connsiteX348" fmla="*/ 335909 w 457283"/>
                <a:gd name="connsiteY348" fmla="*/ 475573 h 559903"/>
                <a:gd name="connsiteX349" fmla="*/ 335583 w 457283"/>
                <a:gd name="connsiteY349" fmla="*/ 470736 h 559903"/>
                <a:gd name="connsiteX350" fmla="*/ 334095 w 457283"/>
                <a:gd name="connsiteY350" fmla="*/ 469992 h 559903"/>
                <a:gd name="connsiteX351" fmla="*/ 333676 w 457283"/>
                <a:gd name="connsiteY351" fmla="*/ 465620 h 559903"/>
                <a:gd name="connsiteX352" fmla="*/ 332607 w 457283"/>
                <a:gd name="connsiteY352" fmla="*/ 458830 h 559903"/>
                <a:gd name="connsiteX353" fmla="*/ 331118 w 457283"/>
                <a:gd name="connsiteY353" fmla="*/ 458086 h 559903"/>
                <a:gd name="connsiteX354" fmla="*/ 330810 w 457283"/>
                <a:gd name="connsiteY354" fmla="*/ 455083 h 559903"/>
                <a:gd name="connsiteX355" fmla="*/ 330723 w 457283"/>
                <a:gd name="connsiteY355" fmla="*/ 453259 h 559903"/>
                <a:gd name="connsiteX356" fmla="*/ 330653 w 457283"/>
                <a:gd name="connsiteY356" fmla="*/ 451342 h 559903"/>
                <a:gd name="connsiteX357" fmla="*/ 330566 w 457283"/>
                <a:gd name="connsiteY357" fmla="*/ 449416 h 559903"/>
                <a:gd name="connsiteX358" fmla="*/ 330374 w 457283"/>
                <a:gd name="connsiteY358" fmla="*/ 444691 h 559903"/>
                <a:gd name="connsiteX359" fmla="*/ 328142 w 457283"/>
                <a:gd name="connsiteY359" fmla="*/ 444691 h 559903"/>
                <a:gd name="connsiteX360" fmla="*/ 328097 w 457283"/>
                <a:gd name="connsiteY360" fmla="*/ 443268 h 559903"/>
                <a:gd name="connsiteX361" fmla="*/ 327863 w 457283"/>
                <a:gd name="connsiteY361" fmla="*/ 436924 h 559903"/>
                <a:gd name="connsiteX362" fmla="*/ 327793 w 457283"/>
                <a:gd name="connsiteY362" fmla="*/ 434684 h 559903"/>
                <a:gd name="connsiteX363" fmla="*/ 327706 w 457283"/>
                <a:gd name="connsiteY363" fmla="*/ 432555 h 559903"/>
                <a:gd name="connsiteX364" fmla="*/ 327635 w 457283"/>
                <a:gd name="connsiteY364" fmla="*/ 430583 h 559903"/>
                <a:gd name="connsiteX365" fmla="*/ 327398 w 457283"/>
                <a:gd name="connsiteY365" fmla="*/ 429064 h 559903"/>
                <a:gd name="connsiteX366" fmla="*/ 325909 w 457283"/>
                <a:gd name="connsiteY366" fmla="*/ 428320 h 559903"/>
                <a:gd name="connsiteX367" fmla="*/ 325601 w 457283"/>
                <a:gd name="connsiteY367" fmla="*/ 423852 h 559903"/>
                <a:gd name="connsiteX368" fmla="*/ 325514 w 457283"/>
                <a:gd name="connsiteY368" fmla="*/ 421112 h 559903"/>
                <a:gd name="connsiteX369" fmla="*/ 325444 w 457283"/>
                <a:gd name="connsiteY369" fmla="*/ 418227 h 559903"/>
                <a:gd name="connsiteX370" fmla="*/ 325357 w 457283"/>
                <a:gd name="connsiteY370" fmla="*/ 415334 h 559903"/>
                <a:gd name="connsiteX371" fmla="*/ 325165 w 457283"/>
                <a:gd name="connsiteY371" fmla="*/ 408228 h 559903"/>
                <a:gd name="connsiteX372" fmla="*/ 322933 w 457283"/>
                <a:gd name="connsiteY372" fmla="*/ 408228 h 559903"/>
                <a:gd name="connsiteX373" fmla="*/ 322888 w 457283"/>
                <a:gd name="connsiteY373" fmla="*/ 405997 h 559903"/>
                <a:gd name="connsiteX374" fmla="*/ 322697 w 457283"/>
                <a:gd name="connsiteY374" fmla="*/ 397818 h 559903"/>
                <a:gd name="connsiteX375" fmla="*/ 322619 w 457283"/>
                <a:gd name="connsiteY375" fmla="*/ 394275 h 559903"/>
                <a:gd name="connsiteX376" fmla="*/ 322497 w 457283"/>
                <a:gd name="connsiteY376" fmla="*/ 389189 h 559903"/>
                <a:gd name="connsiteX377" fmla="*/ 322471 w 457283"/>
                <a:gd name="connsiteY377" fmla="*/ 387584 h 559903"/>
                <a:gd name="connsiteX378" fmla="*/ 320700 w 457283"/>
                <a:gd name="connsiteY378" fmla="*/ 382183 h 559903"/>
                <a:gd name="connsiteX379" fmla="*/ 319956 w 457283"/>
                <a:gd name="connsiteY379" fmla="*/ 382183 h 559903"/>
                <a:gd name="connsiteX380" fmla="*/ 319938 w 457283"/>
                <a:gd name="connsiteY380" fmla="*/ 380832 h 559903"/>
                <a:gd name="connsiteX381" fmla="*/ 319720 w 457283"/>
                <a:gd name="connsiteY381" fmla="*/ 366963 h 559903"/>
                <a:gd name="connsiteX382" fmla="*/ 319642 w 457283"/>
                <a:gd name="connsiteY382" fmla="*/ 361781 h 559903"/>
                <a:gd name="connsiteX383" fmla="*/ 319520 w 457283"/>
                <a:gd name="connsiteY383" fmla="*/ 354351 h 559903"/>
                <a:gd name="connsiteX384" fmla="*/ 319494 w 457283"/>
                <a:gd name="connsiteY384" fmla="*/ 351995 h 559903"/>
                <a:gd name="connsiteX385" fmla="*/ 319449 w 457283"/>
                <a:gd name="connsiteY385" fmla="*/ 349828 h 559903"/>
                <a:gd name="connsiteX386" fmla="*/ 319419 w 457283"/>
                <a:gd name="connsiteY386" fmla="*/ 347910 h 559903"/>
                <a:gd name="connsiteX387" fmla="*/ 319212 w 457283"/>
                <a:gd name="connsiteY387" fmla="*/ 346464 h 559903"/>
                <a:gd name="connsiteX388" fmla="*/ 317724 w 457283"/>
                <a:gd name="connsiteY388" fmla="*/ 345720 h 559903"/>
                <a:gd name="connsiteX389" fmla="*/ 317416 w 457283"/>
                <a:gd name="connsiteY389" fmla="*/ 340878 h 559903"/>
                <a:gd name="connsiteX390" fmla="*/ 317372 w 457283"/>
                <a:gd name="connsiteY390" fmla="*/ 339367 h 559903"/>
                <a:gd name="connsiteX391" fmla="*/ 317259 w 457283"/>
                <a:gd name="connsiteY391" fmla="*/ 334465 h 559903"/>
                <a:gd name="connsiteX392" fmla="*/ 317173 w 457283"/>
                <a:gd name="connsiteY392" fmla="*/ 331114 h 559903"/>
                <a:gd name="connsiteX393" fmla="*/ 316980 w 457283"/>
                <a:gd name="connsiteY393" fmla="*/ 304048 h 559903"/>
                <a:gd name="connsiteX394" fmla="*/ 315492 w 457283"/>
                <a:gd name="connsiteY394" fmla="*/ 304048 h 559903"/>
                <a:gd name="connsiteX395" fmla="*/ 74390 w 457283"/>
                <a:gd name="connsiteY395" fmla="*/ 304048 h 559903"/>
                <a:gd name="connsiteX396" fmla="*/ 73646 w 457283"/>
                <a:gd name="connsiteY396" fmla="*/ 243773 h 559903"/>
                <a:gd name="connsiteX397" fmla="*/ 72902 w 457283"/>
                <a:gd name="connsiteY397" fmla="*/ 245261 h 559903"/>
                <a:gd name="connsiteX398" fmla="*/ 71413 w 457283"/>
                <a:gd name="connsiteY398" fmla="*/ 245261 h 559903"/>
                <a:gd name="connsiteX399" fmla="*/ 71088 w 457283"/>
                <a:gd name="connsiteY399" fmla="*/ 247122 h 559903"/>
                <a:gd name="connsiteX400" fmla="*/ 70669 w 457283"/>
                <a:gd name="connsiteY400" fmla="*/ 248982 h 559903"/>
                <a:gd name="connsiteX401" fmla="*/ 68437 w 457283"/>
                <a:gd name="connsiteY401" fmla="*/ 248982 h 559903"/>
                <a:gd name="connsiteX402" fmla="*/ 67693 w 457283"/>
                <a:gd name="connsiteY402" fmla="*/ 251959 h 559903"/>
                <a:gd name="connsiteX403" fmla="*/ 65460 w 457283"/>
                <a:gd name="connsiteY403" fmla="*/ 252703 h 559903"/>
                <a:gd name="connsiteX404" fmla="*/ 65460 w 457283"/>
                <a:gd name="connsiteY404" fmla="*/ 255679 h 559903"/>
                <a:gd name="connsiteX405" fmla="*/ 62484 w 457283"/>
                <a:gd name="connsiteY405" fmla="*/ 257168 h 559903"/>
                <a:gd name="connsiteX406" fmla="*/ 61740 w 457283"/>
                <a:gd name="connsiteY406" fmla="*/ 259400 h 559903"/>
                <a:gd name="connsiteX407" fmla="*/ 58763 w 457283"/>
                <a:gd name="connsiteY407" fmla="*/ 259400 h 559903"/>
                <a:gd name="connsiteX408" fmla="*/ 57275 w 457283"/>
                <a:gd name="connsiteY408" fmla="*/ 256423 h 559903"/>
                <a:gd name="connsiteX409" fmla="*/ 55786 w 457283"/>
                <a:gd name="connsiteY409" fmla="*/ 255679 h 559903"/>
                <a:gd name="connsiteX410" fmla="*/ 55042 w 457283"/>
                <a:gd name="connsiteY410" fmla="*/ 253447 h 559903"/>
                <a:gd name="connsiteX411" fmla="*/ 52810 w 457283"/>
                <a:gd name="connsiteY411" fmla="*/ 252703 h 559903"/>
                <a:gd name="connsiteX412" fmla="*/ 52066 w 457283"/>
                <a:gd name="connsiteY412" fmla="*/ 250470 h 559903"/>
                <a:gd name="connsiteX413" fmla="*/ 50624 w 457283"/>
                <a:gd name="connsiteY413" fmla="*/ 250145 h 559903"/>
                <a:gd name="connsiteX414" fmla="*/ 49089 w 457283"/>
                <a:gd name="connsiteY414" fmla="*/ 249726 h 559903"/>
                <a:gd name="connsiteX415" fmla="*/ 47601 w 457283"/>
                <a:gd name="connsiteY415" fmla="*/ 246750 h 559903"/>
                <a:gd name="connsiteX416" fmla="*/ 44624 w 457283"/>
                <a:gd name="connsiteY416" fmla="*/ 245261 h 559903"/>
                <a:gd name="connsiteX417" fmla="*/ 43880 w 457283"/>
                <a:gd name="connsiteY417" fmla="*/ 243029 h 559903"/>
                <a:gd name="connsiteX418" fmla="*/ 42392 w 457283"/>
                <a:gd name="connsiteY418" fmla="*/ 242657 h 559903"/>
                <a:gd name="connsiteX419" fmla="*/ 40904 w 457283"/>
                <a:gd name="connsiteY419" fmla="*/ 242285 h 559903"/>
                <a:gd name="connsiteX420" fmla="*/ 40159 w 457283"/>
                <a:gd name="connsiteY420" fmla="*/ 240052 h 559903"/>
                <a:gd name="connsiteX421" fmla="*/ 38299 w 457283"/>
                <a:gd name="connsiteY421" fmla="*/ 239308 h 559903"/>
                <a:gd name="connsiteX422" fmla="*/ 36439 w 457283"/>
                <a:gd name="connsiteY422" fmla="*/ 238564 h 559903"/>
                <a:gd name="connsiteX423" fmla="*/ 35695 w 457283"/>
                <a:gd name="connsiteY423" fmla="*/ 236332 h 559903"/>
                <a:gd name="connsiteX424" fmla="*/ 34160 w 457283"/>
                <a:gd name="connsiteY424" fmla="*/ 236006 h 559903"/>
                <a:gd name="connsiteX425" fmla="*/ 32718 w 457283"/>
                <a:gd name="connsiteY425" fmla="*/ 235587 h 559903"/>
                <a:gd name="connsiteX426" fmla="*/ 32718 w 457283"/>
                <a:gd name="connsiteY426" fmla="*/ 232611 h 559903"/>
                <a:gd name="connsiteX427" fmla="*/ 28253 w 457283"/>
                <a:gd name="connsiteY427" fmla="*/ 231867 h 559903"/>
                <a:gd name="connsiteX428" fmla="*/ 28253 w 457283"/>
                <a:gd name="connsiteY428" fmla="*/ 228890 h 559903"/>
                <a:gd name="connsiteX429" fmla="*/ 24533 w 457283"/>
                <a:gd name="connsiteY429" fmla="*/ 228890 h 559903"/>
                <a:gd name="connsiteX430" fmla="*/ 24533 w 457283"/>
                <a:gd name="connsiteY430" fmla="*/ 225914 h 559903"/>
                <a:gd name="connsiteX431" fmla="*/ 20068 w 457283"/>
                <a:gd name="connsiteY431" fmla="*/ 225170 h 559903"/>
                <a:gd name="connsiteX432" fmla="*/ 20068 w 457283"/>
                <a:gd name="connsiteY432" fmla="*/ 222193 h 559903"/>
                <a:gd name="connsiteX433" fmla="*/ 17928 w 457283"/>
                <a:gd name="connsiteY433" fmla="*/ 222379 h 559903"/>
                <a:gd name="connsiteX434" fmla="*/ 15603 w 457283"/>
                <a:gd name="connsiteY434" fmla="*/ 222193 h 559903"/>
                <a:gd name="connsiteX435" fmla="*/ 14115 w 457283"/>
                <a:gd name="connsiteY435" fmla="*/ 219216 h 559903"/>
                <a:gd name="connsiteX436" fmla="*/ 10394 w 457283"/>
                <a:gd name="connsiteY436" fmla="*/ 218472 h 559903"/>
                <a:gd name="connsiteX437" fmla="*/ 10394 w 457283"/>
                <a:gd name="connsiteY437" fmla="*/ 216984 h 559903"/>
                <a:gd name="connsiteX438" fmla="*/ 8906 w 457283"/>
                <a:gd name="connsiteY438" fmla="*/ 216984 h 559903"/>
                <a:gd name="connsiteX439" fmla="*/ 8487 w 457283"/>
                <a:gd name="connsiteY439" fmla="*/ 213728 h 559903"/>
                <a:gd name="connsiteX440" fmla="*/ 8252 w 457283"/>
                <a:gd name="connsiteY440" fmla="*/ 211897 h 559903"/>
                <a:gd name="connsiteX441" fmla="*/ 8906 w 457283"/>
                <a:gd name="connsiteY441" fmla="*/ 208798 h 559903"/>
                <a:gd name="connsiteX442" fmla="*/ 11138 w 457283"/>
                <a:gd name="connsiteY442" fmla="*/ 208054 h 559903"/>
                <a:gd name="connsiteX443" fmla="*/ 11882 w 457283"/>
                <a:gd name="connsiteY443" fmla="*/ 205822 h 559903"/>
                <a:gd name="connsiteX444" fmla="*/ 14115 w 457283"/>
                <a:gd name="connsiteY444" fmla="*/ 204334 h 559903"/>
                <a:gd name="connsiteX445" fmla="*/ 14859 w 457283"/>
                <a:gd name="connsiteY445" fmla="*/ 202101 h 559903"/>
                <a:gd name="connsiteX446" fmla="*/ 16673 w 457283"/>
                <a:gd name="connsiteY446" fmla="*/ 201822 h 559903"/>
                <a:gd name="connsiteX447" fmla="*/ 18579 w 457283"/>
                <a:gd name="connsiteY447" fmla="*/ 201357 h 559903"/>
                <a:gd name="connsiteX448" fmla="*/ 20068 w 457283"/>
                <a:gd name="connsiteY448" fmla="*/ 197636 h 559903"/>
                <a:gd name="connsiteX449" fmla="*/ 22672 w 457283"/>
                <a:gd name="connsiteY449" fmla="*/ 194055 h 559903"/>
                <a:gd name="connsiteX450" fmla="*/ 24044 w 457283"/>
                <a:gd name="connsiteY450" fmla="*/ 192273 h 559903"/>
                <a:gd name="connsiteX451" fmla="*/ 25277 w 457283"/>
                <a:gd name="connsiteY451" fmla="*/ 190939 h 559903"/>
                <a:gd name="connsiteX452" fmla="*/ 26765 w 457283"/>
                <a:gd name="connsiteY452" fmla="*/ 190939 h 559903"/>
                <a:gd name="connsiteX453" fmla="*/ 27509 w 457283"/>
                <a:gd name="connsiteY453" fmla="*/ 189079 h 559903"/>
                <a:gd name="connsiteX454" fmla="*/ 28253 w 457283"/>
                <a:gd name="connsiteY454" fmla="*/ 187218 h 559903"/>
                <a:gd name="connsiteX455" fmla="*/ 29741 w 457283"/>
                <a:gd name="connsiteY455" fmla="*/ 187218 h 559903"/>
                <a:gd name="connsiteX456" fmla="*/ 30486 w 457283"/>
                <a:gd name="connsiteY456" fmla="*/ 184242 h 559903"/>
                <a:gd name="connsiteX457" fmla="*/ 31974 w 457283"/>
                <a:gd name="connsiteY457" fmla="*/ 183498 h 559903"/>
                <a:gd name="connsiteX458" fmla="*/ 32718 w 457283"/>
                <a:gd name="connsiteY458" fmla="*/ 181963 h 559903"/>
                <a:gd name="connsiteX459" fmla="*/ 33462 w 457283"/>
                <a:gd name="connsiteY459" fmla="*/ 180521 h 559903"/>
                <a:gd name="connsiteX460" fmla="*/ 34950 w 457283"/>
                <a:gd name="connsiteY460" fmla="*/ 180521 h 559903"/>
                <a:gd name="connsiteX461" fmla="*/ 35276 w 457283"/>
                <a:gd name="connsiteY461" fmla="*/ 179172 h 559903"/>
                <a:gd name="connsiteX462" fmla="*/ 37927 w 457283"/>
                <a:gd name="connsiteY462" fmla="*/ 175312 h 559903"/>
                <a:gd name="connsiteX463" fmla="*/ 38950 w 457283"/>
                <a:gd name="connsiteY463" fmla="*/ 173591 h 559903"/>
                <a:gd name="connsiteX464" fmla="*/ 42113 w 457283"/>
                <a:gd name="connsiteY464" fmla="*/ 169266 h 559903"/>
                <a:gd name="connsiteX465" fmla="*/ 44624 w 457283"/>
                <a:gd name="connsiteY465" fmla="*/ 164894 h 559903"/>
                <a:gd name="connsiteX466" fmla="*/ 46113 w 457283"/>
                <a:gd name="connsiteY466" fmla="*/ 164150 h 559903"/>
                <a:gd name="connsiteX467" fmla="*/ 46438 w 457283"/>
                <a:gd name="connsiteY467" fmla="*/ 162708 h 559903"/>
                <a:gd name="connsiteX468" fmla="*/ 49089 w 457283"/>
                <a:gd name="connsiteY468" fmla="*/ 159685 h 559903"/>
                <a:gd name="connsiteX469" fmla="*/ 50577 w 457283"/>
                <a:gd name="connsiteY469" fmla="*/ 155964 h 559903"/>
                <a:gd name="connsiteX470" fmla="*/ 53182 w 457283"/>
                <a:gd name="connsiteY470" fmla="*/ 151686 h 559903"/>
                <a:gd name="connsiteX471" fmla="*/ 54554 w 457283"/>
                <a:gd name="connsiteY471" fmla="*/ 149511 h 559903"/>
                <a:gd name="connsiteX472" fmla="*/ 57275 w 457283"/>
                <a:gd name="connsiteY472" fmla="*/ 147035 h 559903"/>
                <a:gd name="connsiteX473" fmla="*/ 57647 w 457283"/>
                <a:gd name="connsiteY473" fmla="*/ 145174 h 559903"/>
                <a:gd name="connsiteX474" fmla="*/ 58019 w 457283"/>
                <a:gd name="connsiteY474" fmla="*/ 143314 h 559903"/>
                <a:gd name="connsiteX475" fmla="*/ 59507 w 457283"/>
                <a:gd name="connsiteY475" fmla="*/ 142570 h 559903"/>
                <a:gd name="connsiteX476" fmla="*/ 60251 w 457283"/>
                <a:gd name="connsiteY476" fmla="*/ 140338 h 559903"/>
                <a:gd name="connsiteX477" fmla="*/ 62484 w 457283"/>
                <a:gd name="connsiteY477" fmla="*/ 137361 h 559903"/>
                <a:gd name="connsiteX478" fmla="*/ 62809 w 457283"/>
                <a:gd name="connsiteY478" fmla="*/ 135454 h 559903"/>
                <a:gd name="connsiteX479" fmla="*/ 63228 w 457283"/>
                <a:gd name="connsiteY479" fmla="*/ 133640 h 559903"/>
                <a:gd name="connsiteX480" fmla="*/ 65460 w 457283"/>
                <a:gd name="connsiteY480" fmla="*/ 133640 h 559903"/>
                <a:gd name="connsiteX481" fmla="*/ 65693 w 457283"/>
                <a:gd name="connsiteY481" fmla="*/ 131175 h 559903"/>
                <a:gd name="connsiteX482" fmla="*/ 68437 w 457283"/>
                <a:gd name="connsiteY482" fmla="*/ 126199 h 559903"/>
                <a:gd name="connsiteX483" fmla="*/ 69181 w 457283"/>
                <a:gd name="connsiteY483" fmla="*/ 123222 h 559903"/>
                <a:gd name="connsiteX484" fmla="*/ 70669 w 457283"/>
                <a:gd name="connsiteY484" fmla="*/ 122478 h 559903"/>
                <a:gd name="connsiteX485" fmla="*/ 71413 w 457283"/>
                <a:gd name="connsiteY485" fmla="*/ 120199 h 559903"/>
                <a:gd name="connsiteX486" fmla="*/ 72158 w 457283"/>
                <a:gd name="connsiteY486" fmla="*/ 118013 h 559903"/>
                <a:gd name="connsiteX487" fmla="*/ 73646 w 457283"/>
                <a:gd name="connsiteY487" fmla="*/ 118013 h 559903"/>
                <a:gd name="connsiteX488" fmla="*/ 73925 w 457283"/>
                <a:gd name="connsiteY488" fmla="*/ 115827 h 559903"/>
                <a:gd name="connsiteX489" fmla="*/ 74390 w 457283"/>
                <a:gd name="connsiteY489" fmla="*/ 113548 h 559903"/>
                <a:gd name="connsiteX490" fmla="*/ 75878 w 457283"/>
                <a:gd name="connsiteY490" fmla="*/ 112804 h 559903"/>
                <a:gd name="connsiteX491" fmla="*/ 76157 w 457283"/>
                <a:gd name="connsiteY491" fmla="*/ 110200 h 559903"/>
                <a:gd name="connsiteX492" fmla="*/ 76622 w 457283"/>
                <a:gd name="connsiteY492" fmla="*/ 107595 h 559903"/>
                <a:gd name="connsiteX493" fmla="*/ 78157 w 457283"/>
                <a:gd name="connsiteY493" fmla="*/ 107270 h 559903"/>
                <a:gd name="connsiteX494" fmla="*/ 79599 w 457283"/>
                <a:gd name="connsiteY494" fmla="*/ 106851 h 559903"/>
                <a:gd name="connsiteX495" fmla="*/ 79599 w 457283"/>
                <a:gd name="connsiteY495" fmla="*/ 100898 h 559903"/>
                <a:gd name="connsiteX496" fmla="*/ 81831 w 457283"/>
                <a:gd name="connsiteY496" fmla="*/ 100898 h 559903"/>
                <a:gd name="connsiteX497" fmla="*/ 82110 w 457283"/>
                <a:gd name="connsiteY497" fmla="*/ 98340 h 559903"/>
                <a:gd name="connsiteX498" fmla="*/ 82575 w 457283"/>
                <a:gd name="connsiteY498" fmla="*/ 95689 h 559903"/>
                <a:gd name="connsiteX499" fmla="*/ 84064 w 457283"/>
                <a:gd name="connsiteY499" fmla="*/ 94945 h 559903"/>
                <a:gd name="connsiteX500" fmla="*/ 84761 w 457283"/>
                <a:gd name="connsiteY500" fmla="*/ 92340 h 559903"/>
                <a:gd name="connsiteX501" fmla="*/ 85552 w 457283"/>
                <a:gd name="connsiteY501" fmla="*/ 89736 h 559903"/>
                <a:gd name="connsiteX502" fmla="*/ 87784 w 457283"/>
                <a:gd name="connsiteY502" fmla="*/ 88992 h 559903"/>
                <a:gd name="connsiteX503" fmla="*/ 87924 w 457283"/>
                <a:gd name="connsiteY503" fmla="*/ 85597 h 559903"/>
                <a:gd name="connsiteX504" fmla="*/ 87863 w 457283"/>
                <a:gd name="connsiteY504" fmla="*/ 83733 h 559903"/>
                <a:gd name="connsiteX505" fmla="*/ 87784 w 457283"/>
                <a:gd name="connsiteY505" fmla="*/ 82295 h 559903"/>
                <a:gd name="connsiteX506" fmla="*/ 90017 w 457283"/>
                <a:gd name="connsiteY506" fmla="*/ 82295 h 559903"/>
                <a:gd name="connsiteX507" fmla="*/ 90761 w 457283"/>
                <a:gd name="connsiteY507" fmla="*/ 75597 h 559903"/>
                <a:gd name="connsiteX508" fmla="*/ 92993 w 457283"/>
                <a:gd name="connsiteY508" fmla="*/ 75597 h 559903"/>
                <a:gd name="connsiteX509" fmla="*/ 92915 w 457283"/>
                <a:gd name="connsiteY509" fmla="*/ 74158 h 559903"/>
                <a:gd name="connsiteX510" fmla="*/ 92854 w 457283"/>
                <a:gd name="connsiteY510" fmla="*/ 72295 h 559903"/>
                <a:gd name="connsiteX511" fmla="*/ 92775 w 457283"/>
                <a:gd name="connsiteY511" fmla="*/ 70438 h 559903"/>
                <a:gd name="connsiteX512" fmla="*/ 92993 w 457283"/>
                <a:gd name="connsiteY512" fmla="*/ 68900 h 559903"/>
                <a:gd name="connsiteX513" fmla="*/ 95226 w 457283"/>
                <a:gd name="connsiteY513" fmla="*/ 68156 h 559903"/>
                <a:gd name="connsiteX514" fmla="*/ 95737 w 457283"/>
                <a:gd name="connsiteY514" fmla="*/ 65133 h 559903"/>
                <a:gd name="connsiteX515" fmla="*/ 95970 w 457283"/>
                <a:gd name="connsiteY515" fmla="*/ 62203 h 559903"/>
                <a:gd name="connsiteX516" fmla="*/ 98202 w 457283"/>
                <a:gd name="connsiteY516" fmla="*/ 62203 h 559903"/>
                <a:gd name="connsiteX517" fmla="*/ 98313 w 457283"/>
                <a:gd name="connsiteY517" fmla="*/ 60601 h 559903"/>
                <a:gd name="connsiteX518" fmla="*/ 98481 w 457283"/>
                <a:gd name="connsiteY518" fmla="*/ 58529 h 559903"/>
                <a:gd name="connsiteX519" fmla="*/ 98638 w 457283"/>
                <a:gd name="connsiteY519" fmla="*/ 56462 h 559903"/>
                <a:gd name="connsiteX520" fmla="*/ 98947 w 457283"/>
                <a:gd name="connsiteY520" fmla="*/ 54761 h 559903"/>
                <a:gd name="connsiteX521" fmla="*/ 100435 w 457283"/>
                <a:gd name="connsiteY521" fmla="*/ 54017 h 559903"/>
                <a:gd name="connsiteX522" fmla="*/ 100851 w 457283"/>
                <a:gd name="connsiteY522" fmla="*/ 47669 h 559903"/>
                <a:gd name="connsiteX523" fmla="*/ 101179 w 457283"/>
                <a:gd name="connsiteY523" fmla="*/ 45832 h 559903"/>
                <a:gd name="connsiteX524" fmla="*/ 103411 w 457283"/>
                <a:gd name="connsiteY524" fmla="*/ 45088 h 559903"/>
                <a:gd name="connsiteX525" fmla="*/ 103923 w 457283"/>
                <a:gd name="connsiteY525" fmla="*/ 41692 h 559903"/>
                <a:gd name="connsiteX526" fmla="*/ 104071 w 457283"/>
                <a:gd name="connsiteY526" fmla="*/ 39829 h 559903"/>
                <a:gd name="connsiteX527" fmla="*/ 104156 w 457283"/>
                <a:gd name="connsiteY527" fmla="*/ 38390 h 559903"/>
                <a:gd name="connsiteX528" fmla="*/ 106388 w 457283"/>
                <a:gd name="connsiteY528" fmla="*/ 38390 h 559903"/>
                <a:gd name="connsiteX529" fmla="*/ 107132 w 457283"/>
                <a:gd name="connsiteY529" fmla="*/ 28716 h 559903"/>
                <a:gd name="connsiteX530" fmla="*/ 109365 w 457283"/>
                <a:gd name="connsiteY530" fmla="*/ 28716 h 559903"/>
                <a:gd name="connsiteX531" fmla="*/ 109365 w 457283"/>
                <a:gd name="connsiteY531" fmla="*/ 19787 h 559903"/>
                <a:gd name="connsiteX532" fmla="*/ 111597 w 457283"/>
                <a:gd name="connsiteY532" fmla="*/ 19787 h 559903"/>
                <a:gd name="connsiteX533" fmla="*/ 112341 w 457283"/>
                <a:gd name="connsiteY533" fmla="*/ 10113 h 559903"/>
                <a:gd name="connsiteX534" fmla="*/ 114574 w 457283"/>
                <a:gd name="connsiteY534" fmla="*/ 10113 h 559903"/>
                <a:gd name="connsiteX535" fmla="*/ 114710 w 457283"/>
                <a:gd name="connsiteY535" fmla="*/ 8186 h 559903"/>
                <a:gd name="connsiteX536" fmla="*/ 114899 w 457283"/>
                <a:gd name="connsiteY536" fmla="*/ 5695 h 559903"/>
                <a:gd name="connsiteX537" fmla="*/ 115082 w 457283"/>
                <a:gd name="connsiteY537" fmla="*/ 3209 h 559903"/>
                <a:gd name="connsiteX538" fmla="*/ 118294 w 457283"/>
                <a:gd name="connsiteY538" fmla="*/ 439 h 55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457283" h="559903">
                  <a:moveTo>
                    <a:pt x="118294" y="439"/>
                  </a:moveTo>
                  <a:cubicBezTo>
                    <a:pt x="119031" y="1544"/>
                    <a:pt x="119031" y="1544"/>
                    <a:pt x="119783" y="2672"/>
                  </a:cubicBezTo>
                  <a:cubicBezTo>
                    <a:pt x="122498" y="2984"/>
                    <a:pt x="125169" y="2999"/>
                    <a:pt x="127901" y="3041"/>
                  </a:cubicBezTo>
                  <a:cubicBezTo>
                    <a:pt x="129039" y="3226"/>
                    <a:pt x="129039" y="3226"/>
                    <a:pt x="130200" y="3416"/>
                  </a:cubicBezTo>
                  <a:cubicBezTo>
                    <a:pt x="130321" y="3904"/>
                    <a:pt x="130442" y="4392"/>
                    <a:pt x="130567" y="4895"/>
                  </a:cubicBezTo>
                  <a:cubicBezTo>
                    <a:pt x="130691" y="5389"/>
                    <a:pt x="130816" y="5883"/>
                    <a:pt x="130945" y="6392"/>
                  </a:cubicBezTo>
                  <a:cubicBezTo>
                    <a:pt x="133373" y="6923"/>
                    <a:pt x="133373" y="6923"/>
                    <a:pt x="136200" y="6950"/>
                  </a:cubicBezTo>
                  <a:cubicBezTo>
                    <a:pt x="137640" y="7014"/>
                    <a:pt x="137640" y="7014"/>
                    <a:pt x="139110" y="7078"/>
                  </a:cubicBezTo>
                  <a:cubicBezTo>
                    <a:pt x="139853" y="7097"/>
                    <a:pt x="140597" y="7117"/>
                    <a:pt x="141363" y="7136"/>
                  </a:cubicBezTo>
                  <a:cubicBezTo>
                    <a:pt x="141363" y="8119"/>
                    <a:pt x="141363" y="9101"/>
                    <a:pt x="141363" y="10113"/>
                  </a:cubicBezTo>
                  <a:cubicBezTo>
                    <a:pt x="145046" y="10113"/>
                    <a:pt x="148730" y="10113"/>
                    <a:pt x="152525" y="10113"/>
                  </a:cubicBezTo>
                  <a:cubicBezTo>
                    <a:pt x="152525" y="11095"/>
                    <a:pt x="152525" y="12077"/>
                    <a:pt x="152525" y="13089"/>
                  </a:cubicBezTo>
                  <a:cubicBezTo>
                    <a:pt x="153322" y="13117"/>
                    <a:pt x="154119" y="13145"/>
                    <a:pt x="154940" y="13174"/>
                  </a:cubicBezTo>
                  <a:cubicBezTo>
                    <a:pt x="155980" y="13223"/>
                    <a:pt x="157020" y="13272"/>
                    <a:pt x="158059" y="13322"/>
                  </a:cubicBezTo>
                  <a:cubicBezTo>
                    <a:pt x="158585" y="13339"/>
                    <a:pt x="159112" y="13356"/>
                    <a:pt x="159654" y="13373"/>
                  </a:cubicBezTo>
                  <a:cubicBezTo>
                    <a:pt x="161172" y="13453"/>
                    <a:pt x="161172" y="13453"/>
                    <a:pt x="163687" y="13834"/>
                  </a:cubicBezTo>
                  <a:cubicBezTo>
                    <a:pt x="163932" y="14570"/>
                    <a:pt x="164178" y="15307"/>
                    <a:pt x="164431" y="16066"/>
                  </a:cubicBezTo>
                  <a:cubicBezTo>
                    <a:pt x="166599" y="16767"/>
                    <a:pt x="168427" y="16805"/>
                    <a:pt x="170710" y="16764"/>
                  </a:cubicBezTo>
                  <a:cubicBezTo>
                    <a:pt x="173527" y="16813"/>
                    <a:pt x="175307" y="17030"/>
                    <a:pt x="177825" y="18298"/>
                  </a:cubicBezTo>
                  <a:cubicBezTo>
                    <a:pt x="178261" y="20560"/>
                    <a:pt x="178261" y="20560"/>
                    <a:pt x="178105" y="23228"/>
                  </a:cubicBezTo>
                  <a:cubicBezTo>
                    <a:pt x="178044" y="24555"/>
                    <a:pt x="178044" y="24555"/>
                    <a:pt x="177982" y="25908"/>
                  </a:cubicBezTo>
                  <a:cubicBezTo>
                    <a:pt x="177905" y="26930"/>
                    <a:pt x="177905" y="26930"/>
                    <a:pt x="177825" y="27972"/>
                  </a:cubicBezTo>
                  <a:cubicBezTo>
                    <a:pt x="177334" y="27972"/>
                    <a:pt x="176843" y="27972"/>
                    <a:pt x="176337" y="27972"/>
                  </a:cubicBezTo>
                  <a:cubicBezTo>
                    <a:pt x="176247" y="28608"/>
                    <a:pt x="176157" y="29244"/>
                    <a:pt x="176064" y="29899"/>
                  </a:cubicBezTo>
                  <a:cubicBezTo>
                    <a:pt x="175939" y="30722"/>
                    <a:pt x="175815" y="31544"/>
                    <a:pt x="175686" y="32391"/>
                  </a:cubicBezTo>
                  <a:cubicBezTo>
                    <a:pt x="175505" y="33621"/>
                    <a:pt x="175505" y="33621"/>
                    <a:pt x="175320" y="34876"/>
                  </a:cubicBezTo>
                  <a:cubicBezTo>
                    <a:pt x="175164" y="35545"/>
                    <a:pt x="175009" y="36213"/>
                    <a:pt x="174849" y="36902"/>
                  </a:cubicBezTo>
                  <a:cubicBezTo>
                    <a:pt x="174112" y="37270"/>
                    <a:pt x="174112" y="37270"/>
                    <a:pt x="173361" y="37646"/>
                  </a:cubicBezTo>
                  <a:cubicBezTo>
                    <a:pt x="173096" y="39763"/>
                    <a:pt x="173030" y="41863"/>
                    <a:pt x="172945" y="43995"/>
                  </a:cubicBezTo>
                  <a:cubicBezTo>
                    <a:pt x="172837" y="44601"/>
                    <a:pt x="172728" y="45207"/>
                    <a:pt x="172616" y="45832"/>
                  </a:cubicBezTo>
                  <a:cubicBezTo>
                    <a:pt x="171880" y="46077"/>
                    <a:pt x="171143" y="46323"/>
                    <a:pt x="170384" y="46576"/>
                  </a:cubicBezTo>
                  <a:cubicBezTo>
                    <a:pt x="169946" y="48323"/>
                    <a:pt x="169946" y="48323"/>
                    <a:pt x="169872" y="50343"/>
                  </a:cubicBezTo>
                  <a:cubicBezTo>
                    <a:pt x="169799" y="51369"/>
                    <a:pt x="169799" y="51369"/>
                    <a:pt x="169724" y="52416"/>
                  </a:cubicBezTo>
                  <a:cubicBezTo>
                    <a:pt x="169696" y="52944"/>
                    <a:pt x="169669" y="53473"/>
                    <a:pt x="169640" y="54017"/>
                  </a:cubicBezTo>
                  <a:cubicBezTo>
                    <a:pt x="168903" y="54017"/>
                    <a:pt x="168167" y="54017"/>
                    <a:pt x="167408" y="54017"/>
                  </a:cubicBezTo>
                  <a:cubicBezTo>
                    <a:pt x="167238" y="55519"/>
                    <a:pt x="167068" y="57021"/>
                    <a:pt x="166899" y="58523"/>
                  </a:cubicBezTo>
                  <a:cubicBezTo>
                    <a:pt x="166663" y="59970"/>
                    <a:pt x="166663" y="59970"/>
                    <a:pt x="165919" y="61459"/>
                  </a:cubicBezTo>
                  <a:cubicBezTo>
                    <a:pt x="258252" y="61459"/>
                    <a:pt x="350585" y="61459"/>
                    <a:pt x="445716" y="61459"/>
                  </a:cubicBezTo>
                  <a:cubicBezTo>
                    <a:pt x="445716" y="82823"/>
                    <a:pt x="445716" y="104187"/>
                    <a:pt x="445716" y="126199"/>
                  </a:cubicBezTo>
                  <a:cubicBezTo>
                    <a:pt x="344788" y="126199"/>
                    <a:pt x="243861" y="126199"/>
                    <a:pt x="139874" y="126199"/>
                  </a:cubicBezTo>
                  <a:cubicBezTo>
                    <a:pt x="139874" y="127918"/>
                    <a:pt x="139874" y="129637"/>
                    <a:pt x="139874" y="131408"/>
                  </a:cubicBezTo>
                  <a:cubicBezTo>
                    <a:pt x="139138" y="131899"/>
                    <a:pt x="138401" y="132390"/>
                    <a:pt x="137642" y="132896"/>
                  </a:cubicBezTo>
                  <a:cubicBezTo>
                    <a:pt x="137519" y="133756"/>
                    <a:pt x="137396" y="134615"/>
                    <a:pt x="137270" y="135501"/>
                  </a:cubicBezTo>
                  <a:cubicBezTo>
                    <a:pt x="137147" y="136360"/>
                    <a:pt x="137024" y="137220"/>
                    <a:pt x="136898" y="138105"/>
                  </a:cubicBezTo>
                  <a:cubicBezTo>
                    <a:pt x="136161" y="138596"/>
                    <a:pt x="135424" y="139087"/>
                    <a:pt x="134665" y="139593"/>
                  </a:cubicBezTo>
                  <a:cubicBezTo>
                    <a:pt x="134120" y="141875"/>
                    <a:pt x="134120" y="141875"/>
                    <a:pt x="133921" y="144058"/>
                  </a:cubicBezTo>
                  <a:cubicBezTo>
                    <a:pt x="133184" y="144058"/>
                    <a:pt x="132448" y="144058"/>
                    <a:pt x="131689" y="144058"/>
                  </a:cubicBezTo>
                  <a:cubicBezTo>
                    <a:pt x="131136" y="145525"/>
                    <a:pt x="131136" y="145525"/>
                    <a:pt x="130945" y="147035"/>
                  </a:cubicBezTo>
                  <a:cubicBezTo>
                    <a:pt x="131529" y="147034"/>
                    <a:pt x="132112" y="147034"/>
                    <a:pt x="132714" y="147034"/>
                  </a:cubicBezTo>
                  <a:cubicBezTo>
                    <a:pt x="167282" y="147017"/>
                    <a:pt x="201850" y="147005"/>
                    <a:pt x="236418" y="146997"/>
                  </a:cubicBezTo>
                  <a:cubicBezTo>
                    <a:pt x="240564" y="146996"/>
                    <a:pt x="244710" y="146995"/>
                    <a:pt x="248856" y="146994"/>
                  </a:cubicBezTo>
                  <a:cubicBezTo>
                    <a:pt x="250094" y="146994"/>
                    <a:pt x="250094" y="146994"/>
                    <a:pt x="251358" y="146993"/>
                  </a:cubicBezTo>
                  <a:cubicBezTo>
                    <a:pt x="264742" y="146990"/>
                    <a:pt x="278126" y="146984"/>
                    <a:pt x="291510" y="146977"/>
                  </a:cubicBezTo>
                  <a:cubicBezTo>
                    <a:pt x="305232" y="146970"/>
                    <a:pt x="318955" y="146966"/>
                    <a:pt x="332677" y="146965"/>
                  </a:cubicBezTo>
                  <a:cubicBezTo>
                    <a:pt x="341152" y="146964"/>
                    <a:pt x="349627" y="146960"/>
                    <a:pt x="358101" y="146954"/>
                  </a:cubicBezTo>
                  <a:cubicBezTo>
                    <a:pt x="363904" y="146951"/>
                    <a:pt x="369707" y="146949"/>
                    <a:pt x="375511" y="146950"/>
                  </a:cubicBezTo>
                  <a:cubicBezTo>
                    <a:pt x="378864" y="146951"/>
                    <a:pt x="382217" y="146950"/>
                    <a:pt x="385571" y="146946"/>
                  </a:cubicBezTo>
                  <a:cubicBezTo>
                    <a:pt x="388635" y="146942"/>
                    <a:pt x="391700" y="146942"/>
                    <a:pt x="394765" y="146945"/>
                  </a:cubicBezTo>
                  <a:cubicBezTo>
                    <a:pt x="395878" y="146945"/>
                    <a:pt x="396992" y="146944"/>
                    <a:pt x="398106" y="146942"/>
                  </a:cubicBezTo>
                  <a:cubicBezTo>
                    <a:pt x="399610" y="146939"/>
                    <a:pt x="401114" y="146941"/>
                    <a:pt x="402618" y="146943"/>
                  </a:cubicBezTo>
                  <a:cubicBezTo>
                    <a:pt x="403456" y="146943"/>
                    <a:pt x="404294" y="146943"/>
                    <a:pt x="405158" y="146942"/>
                  </a:cubicBezTo>
                  <a:cubicBezTo>
                    <a:pt x="407021" y="147035"/>
                    <a:pt x="407021" y="147035"/>
                    <a:pt x="407765" y="147779"/>
                  </a:cubicBezTo>
                  <a:cubicBezTo>
                    <a:pt x="407840" y="149692"/>
                    <a:pt x="407866" y="151585"/>
                    <a:pt x="407861" y="153498"/>
                  </a:cubicBezTo>
                  <a:cubicBezTo>
                    <a:pt x="407863" y="154097"/>
                    <a:pt x="407864" y="154696"/>
                    <a:pt x="407865" y="155313"/>
                  </a:cubicBezTo>
                  <a:cubicBezTo>
                    <a:pt x="407868" y="157303"/>
                    <a:pt x="407866" y="159293"/>
                    <a:pt x="407864" y="161284"/>
                  </a:cubicBezTo>
                  <a:cubicBezTo>
                    <a:pt x="407864" y="162662"/>
                    <a:pt x="407865" y="164041"/>
                    <a:pt x="407866" y="165419"/>
                  </a:cubicBezTo>
                  <a:cubicBezTo>
                    <a:pt x="407867" y="168313"/>
                    <a:pt x="407865" y="171207"/>
                    <a:pt x="407862" y="174101"/>
                  </a:cubicBezTo>
                  <a:cubicBezTo>
                    <a:pt x="407858" y="177813"/>
                    <a:pt x="407860" y="181526"/>
                    <a:pt x="407865" y="185239"/>
                  </a:cubicBezTo>
                  <a:cubicBezTo>
                    <a:pt x="407867" y="188087"/>
                    <a:pt x="407866" y="190936"/>
                    <a:pt x="407865" y="193784"/>
                  </a:cubicBezTo>
                  <a:cubicBezTo>
                    <a:pt x="407864" y="195153"/>
                    <a:pt x="407865" y="196522"/>
                    <a:pt x="407866" y="197891"/>
                  </a:cubicBezTo>
                  <a:cubicBezTo>
                    <a:pt x="407868" y="199804"/>
                    <a:pt x="407865" y="201718"/>
                    <a:pt x="407861" y="203631"/>
                  </a:cubicBezTo>
                  <a:cubicBezTo>
                    <a:pt x="407863" y="204200"/>
                    <a:pt x="407864" y="204768"/>
                    <a:pt x="407866" y="205353"/>
                  </a:cubicBezTo>
                  <a:cubicBezTo>
                    <a:pt x="407856" y="207696"/>
                    <a:pt x="407767" y="209535"/>
                    <a:pt x="407021" y="211775"/>
                  </a:cubicBezTo>
                  <a:cubicBezTo>
                    <a:pt x="405130" y="212056"/>
                    <a:pt x="405130" y="212056"/>
                    <a:pt x="402550" y="212058"/>
                  </a:cubicBezTo>
                  <a:cubicBezTo>
                    <a:pt x="401572" y="212064"/>
                    <a:pt x="400593" y="212071"/>
                    <a:pt x="399586" y="212077"/>
                  </a:cubicBezTo>
                  <a:cubicBezTo>
                    <a:pt x="398486" y="212073"/>
                    <a:pt x="397386" y="212068"/>
                    <a:pt x="396286" y="212063"/>
                  </a:cubicBezTo>
                  <a:cubicBezTo>
                    <a:pt x="395129" y="212067"/>
                    <a:pt x="393971" y="212071"/>
                    <a:pt x="392814" y="212076"/>
                  </a:cubicBezTo>
                  <a:cubicBezTo>
                    <a:pt x="389618" y="212086"/>
                    <a:pt x="386423" y="212083"/>
                    <a:pt x="383228" y="212078"/>
                  </a:cubicBezTo>
                  <a:cubicBezTo>
                    <a:pt x="379787" y="212074"/>
                    <a:pt x="376347" y="212084"/>
                    <a:pt x="372907" y="212091"/>
                  </a:cubicBezTo>
                  <a:cubicBezTo>
                    <a:pt x="366161" y="212104"/>
                    <a:pt x="359416" y="212105"/>
                    <a:pt x="352670" y="212101"/>
                  </a:cubicBezTo>
                  <a:cubicBezTo>
                    <a:pt x="347191" y="212098"/>
                    <a:pt x="341711" y="212099"/>
                    <a:pt x="336232" y="212103"/>
                  </a:cubicBezTo>
                  <a:cubicBezTo>
                    <a:pt x="335453" y="212103"/>
                    <a:pt x="334675" y="212104"/>
                    <a:pt x="333873" y="212104"/>
                  </a:cubicBezTo>
                  <a:cubicBezTo>
                    <a:pt x="332293" y="212106"/>
                    <a:pt x="330712" y="212107"/>
                    <a:pt x="329131" y="212108"/>
                  </a:cubicBezTo>
                  <a:cubicBezTo>
                    <a:pt x="314289" y="212118"/>
                    <a:pt x="299447" y="212114"/>
                    <a:pt x="284605" y="212105"/>
                  </a:cubicBezTo>
                  <a:cubicBezTo>
                    <a:pt x="271009" y="212098"/>
                    <a:pt x="257413" y="212108"/>
                    <a:pt x="243818" y="212125"/>
                  </a:cubicBezTo>
                  <a:cubicBezTo>
                    <a:pt x="229877" y="212144"/>
                    <a:pt x="215935" y="212151"/>
                    <a:pt x="201994" y="212146"/>
                  </a:cubicBezTo>
                  <a:cubicBezTo>
                    <a:pt x="194160" y="212143"/>
                    <a:pt x="186325" y="212145"/>
                    <a:pt x="178491" y="212158"/>
                  </a:cubicBezTo>
                  <a:cubicBezTo>
                    <a:pt x="171822" y="212169"/>
                    <a:pt x="165153" y="212169"/>
                    <a:pt x="158484" y="212156"/>
                  </a:cubicBezTo>
                  <a:cubicBezTo>
                    <a:pt x="155078" y="212150"/>
                    <a:pt x="151672" y="212149"/>
                    <a:pt x="148265" y="212160"/>
                  </a:cubicBezTo>
                  <a:cubicBezTo>
                    <a:pt x="145152" y="212170"/>
                    <a:pt x="142040" y="212167"/>
                    <a:pt x="138927" y="212152"/>
                  </a:cubicBezTo>
                  <a:cubicBezTo>
                    <a:pt x="137796" y="212149"/>
                    <a:pt x="136664" y="212152"/>
                    <a:pt x="135533" y="212159"/>
                  </a:cubicBezTo>
                  <a:cubicBezTo>
                    <a:pt x="134006" y="212169"/>
                    <a:pt x="132478" y="212159"/>
                    <a:pt x="130951" y="212148"/>
                  </a:cubicBezTo>
                  <a:cubicBezTo>
                    <a:pt x="129673" y="212147"/>
                    <a:pt x="129673" y="212147"/>
                    <a:pt x="128370" y="212147"/>
                  </a:cubicBezTo>
                  <a:cubicBezTo>
                    <a:pt x="127746" y="212024"/>
                    <a:pt x="127123" y="211902"/>
                    <a:pt x="126480" y="211775"/>
                  </a:cubicBezTo>
                  <a:cubicBezTo>
                    <a:pt x="125321" y="209319"/>
                    <a:pt x="125646" y="206495"/>
                    <a:pt x="125651" y="203815"/>
                  </a:cubicBezTo>
                  <a:cubicBezTo>
                    <a:pt x="125651" y="203321"/>
                    <a:pt x="125651" y="202827"/>
                    <a:pt x="125651" y="202319"/>
                  </a:cubicBezTo>
                  <a:cubicBezTo>
                    <a:pt x="125651" y="200692"/>
                    <a:pt x="125657" y="199065"/>
                    <a:pt x="125663" y="197439"/>
                  </a:cubicBezTo>
                  <a:cubicBezTo>
                    <a:pt x="125664" y="196308"/>
                    <a:pt x="125665" y="195178"/>
                    <a:pt x="125666" y="194048"/>
                  </a:cubicBezTo>
                  <a:cubicBezTo>
                    <a:pt x="125669" y="191078"/>
                    <a:pt x="125676" y="188107"/>
                    <a:pt x="125685" y="185137"/>
                  </a:cubicBezTo>
                  <a:cubicBezTo>
                    <a:pt x="125692" y="182104"/>
                    <a:pt x="125696" y="179072"/>
                    <a:pt x="125699" y="176039"/>
                  </a:cubicBezTo>
                  <a:cubicBezTo>
                    <a:pt x="125707" y="170091"/>
                    <a:pt x="125720" y="164144"/>
                    <a:pt x="125736" y="158197"/>
                  </a:cubicBezTo>
                  <a:cubicBezTo>
                    <a:pt x="124114" y="160381"/>
                    <a:pt x="124114" y="160381"/>
                    <a:pt x="123503" y="163080"/>
                  </a:cubicBezTo>
                  <a:cubicBezTo>
                    <a:pt x="122759" y="165638"/>
                    <a:pt x="122759" y="165638"/>
                    <a:pt x="121271" y="167127"/>
                  </a:cubicBezTo>
                  <a:cubicBezTo>
                    <a:pt x="121163" y="167756"/>
                    <a:pt x="121056" y="168385"/>
                    <a:pt x="120945" y="169033"/>
                  </a:cubicBezTo>
                  <a:cubicBezTo>
                    <a:pt x="120807" y="169632"/>
                    <a:pt x="120669" y="170231"/>
                    <a:pt x="120527" y="170847"/>
                  </a:cubicBezTo>
                  <a:cubicBezTo>
                    <a:pt x="119790" y="171093"/>
                    <a:pt x="119053" y="171338"/>
                    <a:pt x="118294" y="171591"/>
                  </a:cubicBezTo>
                  <a:cubicBezTo>
                    <a:pt x="118036" y="173078"/>
                    <a:pt x="117788" y="174566"/>
                    <a:pt x="117550" y="176056"/>
                  </a:cubicBezTo>
                  <a:cubicBezTo>
                    <a:pt x="116434" y="177312"/>
                    <a:pt x="116434" y="177312"/>
                    <a:pt x="115318" y="178289"/>
                  </a:cubicBezTo>
                  <a:cubicBezTo>
                    <a:pt x="115072" y="179025"/>
                    <a:pt x="114827" y="179762"/>
                    <a:pt x="114574" y="180521"/>
                  </a:cubicBezTo>
                  <a:cubicBezTo>
                    <a:pt x="114082" y="180767"/>
                    <a:pt x="113591" y="181012"/>
                    <a:pt x="113085" y="181265"/>
                  </a:cubicBezTo>
                  <a:cubicBezTo>
                    <a:pt x="112924" y="182324"/>
                    <a:pt x="112924" y="182324"/>
                    <a:pt x="112760" y="183405"/>
                  </a:cubicBezTo>
                  <a:cubicBezTo>
                    <a:pt x="112311" y="185898"/>
                    <a:pt x="111932" y="186367"/>
                    <a:pt x="110109" y="187963"/>
                  </a:cubicBezTo>
                  <a:cubicBezTo>
                    <a:pt x="109863" y="188699"/>
                    <a:pt x="109618" y="189436"/>
                    <a:pt x="109365" y="190195"/>
                  </a:cubicBezTo>
                  <a:cubicBezTo>
                    <a:pt x="108628" y="190686"/>
                    <a:pt x="107891" y="191177"/>
                    <a:pt x="107132" y="191683"/>
                  </a:cubicBezTo>
                  <a:cubicBezTo>
                    <a:pt x="106334" y="193367"/>
                    <a:pt x="106334" y="193367"/>
                    <a:pt x="105644" y="195404"/>
                  </a:cubicBezTo>
                  <a:cubicBezTo>
                    <a:pt x="103667" y="200485"/>
                    <a:pt x="103667" y="200485"/>
                    <a:pt x="101923" y="201357"/>
                  </a:cubicBezTo>
                  <a:cubicBezTo>
                    <a:pt x="101816" y="201848"/>
                    <a:pt x="101708" y="202339"/>
                    <a:pt x="101598" y="202845"/>
                  </a:cubicBezTo>
                  <a:cubicBezTo>
                    <a:pt x="101459" y="203336"/>
                    <a:pt x="101321" y="203828"/>
                    <a:pt x="101179" y="204334"/>
                  </a:cubicBezTo>
                  <a:cubicBezTo>
                    <a:pt x="100442" y="204579"/>
                    <a:pt x="99706" y="204825"/>
                    <a:pt x="98947" y="205078"/>
                  </a:cubicBezTo>
                  <a:cubicBezTo>
                    <a:pt x="98947" y="205692"/>
                    <a:pt x="98947" y="206306"/>
                    <a:pt x="98947" y="206938"/>
                  </a:cubicBezTo>
                  <a:cubicBezTo>
                    <a:pt x="98947" y="207552"/>
                    <a:pt x="98947" y="208166"/>
                    <a:pt x="98947" y="208798"/>
                  </a:cubicBezTo>
                  <a:cubicBezTo>
                    <a:pt x="98210" y="209044"/>
                    <a:pt x="97473" y="209290"/>
                    <a:pt x="96714" y="209543"/>
                  </a:cubicBezTo>
                  <a:cubicBezTo>
                    <a:pt x="96188" y="210770"/>
                    <a:pt x="95698" y="212014"/>
                    <a:pt x="95226" y="213263"/>
                  </a:cubicBezTo>
                  <a:cubicBezTo>
                    <a:pt x="93738" y="215728"/>
                    <a:pt x="93738" y="215728"/>
                    <a:pt x="92249" y="217728"/>
                  </a:cubicBezTo>
                  <a:cubicBezTo>
                    <a:pt x="91758" y="217728"/>
                    <a:pt x="91267" y="217728"/>
                    <a:pt x="90761" y="217728"/>
                  </a:cubicBezTo>
                  <a:cubicBezTo>
                    <a:pt x="90515" y="218465"/>
                    <a:pt x="90270" y="219202"/>
                    <a:pt x="90017" y="219961"/>
                  </a:cubicBezTo>
                  <a:cubicBezTo>
                    <a:pt x="89771" y="220697"/>
                    <a:pt x="89526" y="221434"/>
                    <a:pt x="89273" y="222193"/>
                  </a:cubicBezTo>
                  <a:cubicBezTo>
                    <a:pt x="88782" y="222193"/>
                    <a:pt x="88290" y="222193"/>
                    <a:pt x="87784" y="222193"/>
                  </a:cubicBezTo>
                  <a:cubicBezTo>
                    <a:pt x="87784" y="223175"/>
                    <a:pt x="87784" y="224158"/>
                    <a:pt x="87784" y="225170"/>
                  </a:cubicBezTo>
                  <a:cubicBezTo>
                    <a:pt x="87048" y="225415"/>
                    <a:pt x="86311" y="225661"/>
                    <a:pt x="85552" y="225914"/>
                  </a:cubicBezTo>
                  <a:cubicBezTo>
                    <a:pt x="85274" y="227148"/>
                    <a:pt x="85026" y="228389"/>
                    <a:pt x="84808" y="229634"/>
                  </a:cubicBezTo>
                  <a:cubicBezTo>
                    <a:pt x="84317" y="229880"/>
                    <a:pt x="83826" y="230126"/>
                    <a:pt x="83320" y="230379"/>
                  </a:cubicBezTo>
                  <a:cubicBezTo>
                    <a:pt x="82951" y="231008"/>
                    <a:pt x="82583" y="231637"/>
                    <a:pt x="82203" y="232285"/>
                  </a:cubicBezTo>
                  <a:cubicBezTo>
                    <a:pt x="81835" y="232884"/>
                    <a:pt x="81467" y="233483"/>
                    <a:pt x="81087" y="234099"/>
                  </a:cubicBezTo>
                  <a:cubicBezTo>
                    <a:pt x="80596" y="234099"/>
                    <a:pt x="80105" y="234099"/>
                    <a:pt x="79599" y="234099"/>
                  </a:cubicBezTo>
                  <a:cubicBezTo>
                    <a:pt x="79599" y="234836"/>
                    <a:pt x="79599" y="235573"/>
                    <a:pt x="79599" y="236332"/>
                  </a:cubicBezTo>
                  <a:cubicBezTo>
                    <a:pt x="80090" y="236086"/>
                    <a:pt x="80581" y="235841"/>
                    <a:pt x="81087" y="235587"/>
                  </a:cubicBezTo>
                  <a:cubicBezTo>
                    <a:pt x="82695" y="235516"/>
                    <a:pt x="84305" y="235494"/>
                    <a:pt x="85915" y="235494"/>
                  </a:cubicBezTo>
                  <a:cubicBezTo>
                    <a:pt x="86419" y="235493"/>
                    <a:pt x="86922" y="235492"/>
                    <a:pt x="87442" y="235491"/>
                  </a:cubicBezTo>
                  <a:cubicBezTo>
                    <a:pt x="89146" y="235488"/>
                    <a:pt x="90851" y="235490"/>
                    <a:pt x="92556" y="235493"/>
                  </a:cubicBezTo>
                  <a:cubicBezTo>
                    <a:pt x="93784" y="235492"/>
                    <a:pt x="95012" y="235491"/>
                    <a:pt x="96240" y="235489"/>
                  </a:cubicBezTo>
                  <a:cubicBezTo>
                    <a:pt x="99628" y="235486"/>
                    <a:pt x="103015" y="235488"/>
                    <a:pt x="106403" y="235490"/>
                  </a:cubicBezTo>
                  <a:cubicBezTo>
                    <a:pt x="110051" y="235492"/>
                    <a:pt x="113699" y="235489"/>
                    <a:pt x="117347" y="235487"/>
                  </a:cubicBezTo>
                  <a:cubicBezTo>
                    <a:pt x="124499" y="235484"/>
                    <a:pt x="131651" y="235485"/>
                    <a:pt x="138803" y="235487"/>
                  </a:cubicBezTo>
                  <a:cubicBezTo>
                    <a:pt x="144614" y="235489"/>
                    <a:pt x="150424" y="235489"/>
                    <a:pt x="156234" y="235488"/>
                  </a:cubicBezTo>
                  <a:cubicBezTo>
                    <a:pt x="157059" y="235488"/>
                    <a:pt x="157885" y="235488"/>
                    <a:pt x="158735" y="235488"/>
                  </a:cubicBezTo>
                  <a:cubicBezTo>
                    <a:pt x="160412" y="235487"/>
                    <a:pt x="162089" y="235487"/>
                    <a:pt x="163765" y="235487"/>
                  </a:cubicBezTo>
                  <a:cubicBezTo>
                    <a:pt x="179505" y="235485"/>
                    <a:pt x="195244" y="235487"/>
                    <a:pt x="210984" y="235491"/>
                  </a:cubicBezTo>
                  <a:cubicBezTo>
                    <a:pt x="224503" y="235495"/>
                    <a:pt x="238022" y="235494"/>
                    <a:pt x="251540" y="235490"/>
                  </a:cubicBezTo>
                  <a:cubicBezTo>
                    <a:pt x="267222" y="235487"/>
                    <a:pt x="282903" y="235485"/>
                    <a:pt x="298585" y="235487"/>
                  </a:cubicBezTo>
                  <a:cubicBezTo>
                    <a:pt x="300255" y="235487"/>
                    <a:pt x="301926" y="235488"/>
                    <a:pt x="303597" y="235488"/>
                  </a:cubicBezTo>
                  <a:cubicBezTo>
                    <a:pt x="304419" y="235488"/>
                    <a:pt x="305241" y="235488"/>
                    <a:pt x="306088" y="235488"/>
                  </a:cubicBezTo>
                  <a:cubicBezTo>
                    <a:pt x="311894" y="235489"/>
                    <a:pt x="317701" y="235488"/>
                    <a:pt x="323507" y="235486"/>
                  </a:cubicBezTo>
                  <a:cubicBezTo>
                    <a:pt x="330578" y="235484"/>
                    <a:pt x="337650" y="235485"/>
                    <a:pt x="344721" y="235489"/>
                  </a:cubicBezTo>
                  <a:cubicBezTo>
                    <a:pt x="348332" y="235490"/>
                    <a:pt x="351944" y="235491"/>
                    <a:pt x="355555" y="235489"/>
                  </a:cubicBezTo>
                  <a:cubicBezTo>
                    <a:pt x="358856" y="235487"/>
                    <a:pt x="362157" y="235488"/>
                    <a:pt x="365458" y="235492"/>
                  </a:cubicBezTo>
                  <a:cubicBezTo>
                    <a:pt x="366657" y="235493"/>
                    <a:pt x="367856" y="235492"/>
                    <a:pt x="369055" y="235490"/>
                  </a:cubicBezTo>
                  <a:cubicBezTo>
                    <a:pt x="370675" y="235488"/>
                    <a:pt x="372295" y="235490"/>
                    <a:pt x="373916" y="235494"/>
                  </a:cubicBezTo>
                  <a:cubicBezTo>
                    <a:pt x="374819" y="235494"/>
                    <a:pt x="375722" y="235494"/>
                    <a:pt x="376652" y="235494"/>
                  </a:cubicBezTo>
                  <a:cubicBezTo>
                    <a:pt x="378743" y="235587"/>
                    <a:pt x="378743" y="235587"/>
                    <a:pt x="380232" y="236332"/>
                  </a:cubicBezTo>
                  <a:cubicBezTo>
                    <a:pt x="380420" y="238060"/>
                    <a:pt x="380420" y="238060"/>
                    <a:pt x="380424" y="240399"/>
                  </a:cubicBezTo>
                  <a:cubicBezTo>
                    <a:pt x="380429" y="241282"/>
                    <a:pt x="380434" y="242165"/>
                    <a:pt x="380439" y="243075"/>
                  </a:cubicBezTo>
                  <a:cubicBezTo>
                    <a:pt x="380437" y="244052"/>
                    <a:pt x="380436" y="245029"/>
                    <a:pt x="380434" y="246036"/>
                  </a:cubicBezTo>
                  <a:cubicBezTo>
                    <a:pt x="380437" y="247069"/>
                    <a:pt x="380441" y="248101"/>
                    <a:pt x="380445" y="249134"/>
                  </a:cubicBezTo>
                  <a:cubicBezTo>
                    <a:pt x="380454" y="251362"/>
                    <a:pt x="380458" y="253591"/>
                    <a:pt x="380459" y="255819"/>
                  </a:cubicBezTo>
                  <a:cubicBezTo>
                    <a:pt x="380460" y="259339"/>
                    <a:pt x="380474" y="262859"/>
                    <a:pt x="380489" y="266379"/>
                  </a:cubicBezTo>
                  <a:cubicBezTo>
                    <a:pt x="380526" y="275122"/>
                    <a:pt x="380549" y="283866"/>
                    <a:pt x="380564" y="292609"/>
                  </a:cubicBezTo>
                  <a:cubicBezTo>
                    <a:pt x="380577" y="299402"/>
                    <a:pt x="380594" y="306195"/>
                    <a:pt x="380626" y="312988"/>
                  </a:cubicBezTo>
                  <a:cubicBezTo>
                    <a:pt x="380642" y="316491"/>
                    <a:pt x="380648" y="319993"/>
                    <a:pt x="380647" y="323496"/>
                  </a:cubicBezTo>
                  <a:cubicBezTo>
                    <a:pt x="380648" y="325671"/>
                    <a:pt x="380658" y="327846"/>
                    <a:pt x="380671" y="330021"/>
                  </a:cubicBezTo>
                  <a:cubicBezTo>
                    <a:pt x="380678" y="331518"/>
                    <a:pt x="380673" y="333015"/>
                    <a:pt x="380667" y="334513"/>
                  </a:cubicBezTo>
                  <a:cubicBezTo>
                    <a:pt x="380675" y="335395"/>
                    <a:pt x="380682" y="336278"/>
                    <a:pt x="380689" y="337188"/>
                  </a:cubicBezTo>
                  <a:cubicBezTo>
                    <a:pt x="380691" y="337960"/>
                    <a:pt x="380692" y="338732"/>
                    <a:pt x="380694" y="339527"/>
                  </a:cubicBezTo>
                  <a:cubicBezTo>
                    <a:pt x="380787" y="340098"/>
                    <a:pt x="380880" y="340668"/>
                    <a:pt x="380976" y="341255"/>
                  </a:cubicBezTo>
                  <a:cubicBezTo>
                    <a:pt x="381713" y="341501"/>
                    <a:pt x="382449" y="341747"/>
                    <a:pt x="383208" y="342000"/>
                  </a:cubicBezTo>
                  <a:cubicBezTo>
                    <a:pt x="383505" y="343530"/>
                    <a:pt x="383505" y="343530"/>
                    <a:pt x="383530" y="345568"/>
                  </a:cubicBezTo>
                  <a:cubicBezTo>
                    <a:pt x="383545" y="346328"/>
                    <a:pt x="383559" y="347087"/>
                    <a:pt x="383575" y="347870"/>
                  </a:cubicBezTo>
                  <a:cubicBezTo>
                    <a:pt x="383582" y="349110"/>
                    <a:pt x="383582" y="349110"/>
                    <a:pt x="383589" y="350374"/>
                  </a:cubicBezTo>
                  <a:cubicBezTo>
                    <a:pt x="383609" y="351636"/>
                    <a:pt x="383609" y="351636"/>
                    <a:pt x="383630" y="352924"/>
                  </a:cubicBezTo>
                  <a:cubicBezTo>
                    <a:pt x="383670" y="355623"/>
                    <a:pt x="383695" y="358322"/>
                    <a:pt x="383720" y="361022"/>
                  </a:cubicBezTo>
                  <a:cubicBezTo>
                    <a:pt x="383745" y="362847"/>
                    <a:pt x="383770" y="364672"/>
                    <a:pt x="383797" y="366497"/>
                  </a:cubicBezTo>
                  <a:cubicBezTo>
                    <a:pt x="383860" y="370981"/>
                    <a:pt x="383911" y="375466"/>
                    <a:pt x="383952" y="379951"/>
                  </a:cubicBezTo>
                  <a:cubicBezTo>
                    <a:pt x="384444" y="379951"/>
                    <a:pt x="384935" y="379951"/>
                    <a:pt x="385441" y="379951"/>
                  </a:cubicBezTo>
                  <a:cubicBezTo>
                    <a:pt x="385686" y="388300"/>
                    <a:pt x="385932" y="396649"/>
                    <a:pt x="386185" y="405252"/>
                  </a:cubicBezTo>
                  <a:cubicBezTo>
                    <a:pt x="386922" y="405252"/>
                    <a:pt x="387658" y="405252"/>
                    <a:pt x="388417" y="405252"/>
                  </a:cubicBezTo>
                  <a:cubicBezTo>
                    <a:pt x="388434" y="406125"/>
                    <a:pt x="388434" y="406125"/>
                    <a:pt x="388450" y="407016"/>
                  </a:cubicBezTo>
                  <a:cubicBezTo>
                    <a:pt x="388505" y="409637"/>
                    <a:pt x="388577" y="412258"/>
                    <a:pt x="388650" y="414879"/>
                  </a:cubicBezTo>
                  <a:cubicBezTo>
                    <a:pt x="388667" y="415795"/>
                    <a:pt x="388683" y="416712"/>
                    <a:pt x="388701" y="417656"/>
                  </a:cubicBezTo>
                  <a:cubicBezTo>
                    <a:pt x="388740" y="418962"/>
                    <a:pt x="388740" y="418962"/>
                    <a:pt x="388781" y="420294"/>
                  </a:cubicBezTo>
                  <a:cubicBezTo>
                    <a:pt x="388800" y="421101"/>
                    <a:pt x="388820" y="421908"/>
                    <a:pt x="388840" y="422739"/>
                  </a:cubicBezTo>
                  <a:cubicBezTo>
                    <a:pt x="388946" y="423353"/>
                    <a:pt x="389052" y="423967"/>
                    <a:pt x="389161" y="424599"/>
                  </a:cubicBezTo>
                  <a:cubicBezTo>
                    <a:pt x="389898" y="424845"/>
                    <a:pt x="390635" y="425090"/>
                    <a:pt x="391394" y="425343"/>
                  </a:cubicBezTo>
                  <a:cubicBezTo>
                    <a:pt x="391647" y="426726"/>
                    <a:pt x="391647" y="426726"/>
                    <a:pt x="391612" y="428509"/>
                  </a:cubicBezTo>
                  <a:cubicBezTo>
                    <a:pt x="391601" y="429462"/>
                    <a:pt x="391601" y="429462"/>
                    <a:pt x="391590" y="430435"/>
                  </a:cubicBezTo>
                  <a:cubicBezTo>
                    <a:pt x="391571" y="431103"/>
                    <a:pt x="391553" y="431771"/>
                    <a:pt x="391533" y="432459"/>
                  </a:cubicBezTo>
                  <a:cubicBezTo>
                    <a:pt x="391518" y="433466"/>
                    <a:pt x="391518" y="433466"/>
                    <a:pt x="391503" y="434492"/>
                  </a:cubicBezTo>
                  <a:cubicBezTo>
                    <a:pt x="391476" y="436156"/>
                    <a:pt x="391440" y="437819"/>
                    <a:pt x="391394" y="439482"/>
                  </a:cubicBezTo>
                  <a:cubicBezTo>
                    <a:pt x="392131" y="439482"/>
                    <a:pt x="392867" y="439482"/>
                    <a:pt x="393626" y="439482"/>
                  </a:cubicBezTo>
                  <a:cubicBezTo>
                    <a:pt x="393663" y="440217"/>
                    <a:pt x="393699" y="440952"/>
                    <a:pt x="393737" y="441709"/>
                  </a:cubicBezTo>
                  <a:cubicBezTo>
                    <a:pt x="393792" y="442662"/>
                    <a:pt x="393848" y="443616"/>
                    <a:pt x="393905" y="444598"/>
                  </a:cubicBezTo>
                  <a:cubicBezTo>
                    <a:pt x="393983" y="446022"/>
                    <a:pt x="393983" y="446022"/>
                    <a:pt x="394062" y="447476"/>
                  </a:cubicBezTo>
                  <a:cubicBezTo>
                    <a:pt x="394127" y="449960"/>
                    <a:pt x="394127" y="449960"/>
                    <a:pt x="395859" y="451388"/>
                  </a:cubicBezTo>
                  <a:cubicBezTo>
                    <a:pt x="396104" y="451388"/>
                    <a:pt x="396350" y="451388"/>
                    <a:pt x="396603" y="451388"/>
                  </a:cubicBezTo>
                  <a:cubicBezTo>
                    <a:pt x="396631" y="452016"/>
                    <a:pt x="396658" y="452643"/>
                    <a:pt x="396687" y="453289"/>
                  </a:cubicBezTo>
                  <a:cubicBezTo>
                    <a:pt x="396736" y="454105"/>
                    <a:pt x="396785" y="454920"/>
                    <a:pt x="396835" y="455760"/>
                  </a:cubicBezTo>
                  <a:cubicBezTo>
                    <a:pt x="396879" y="456572"/>
                    <a:pt x="396922" y="457383"/>
                    <a:pt x="396966" y="458219"/>
                  </a:cubicBezTo>
                  <a:cubicBezTo>
                    <a:pt x="397092" y="458912"/>
                    <a:pt x="397218" y="459604"/>
                    <a:pt x="397347" y="460318"/>
                  </a:cubicBezTo>
                  <a:cubicBezTo>
                    <a:pt x="398084" y="460809"/>
                    <a:pt x="398820" y="461300"/>
                    <a:pt x="399579" y="461806"/>
                  </a:cubicBezTo>
                  <a:cubicBezTo>
                    <a:pt x="399883" y="463824"/>
                    <a:pt x="399679" y="465708"/>
                    <a:pt x="399579" y="467759"/>
                  </a:cubicBezTo>
                  <a:cubicBezTo>
                    <a:pt x="400316" y="467759"/>
                    <a:pt x="401053" y="467759"/>
                    <a:pt x="401812" y="467759"/>
                  </a:cubicBezTo>
                  <a:cubicBezTo>
                    <a:pt x="401927" y="468795"/>
                    <a:pt x="401927" y="468795"/>
                    <a:pt x="402044" y="469852"/>
                  </a:cubicBezTo>
                  <a:cubicBezTo>
                    <a:pt x="402586" y="472361"/>
                    <a:pt x="402950" y="472839"/>
                    <a:pt x="404788" y="474457"/>
                  </a:cubicBezTo>
                  <a:cubicBezTo>
                    <a:pt x="405284" y="475449"/>
                    <a:pt x="405781" y="476441"/>
                    <a:pt x="406277" y="477433"/>
                  </a:cubicBezTo>
                  <a:cubicBezTo>
                    <a:pt x="406768" y="477679"/>
                    <a:pt x="407259" y="477924"/>
                    <a:pt x="407765" y="478177"/>
                  </a:cubicBezTo>
                  <a:cubicBezTo>
                    <a:pt x="407947" y="478672"/>
                    <a:pt x="408129" y="479167"/>
                    <a:pt x="408317" y="479677"/>
                  </a:cubicBezTo>
                  <a:cubicBezTo>
                    <a:pt x="408626" y="480165"/>
                    <a:pt x="408935" y="480652"/>
                    <a:pt x="409253" y="481154"/>
                  </a:cubicBezTo>
                  <a:cubicBezTo>
                    <a:pt x="411395" y="481679"/>
                    <a:pt x="411395" y="481679"/>
                    <a:pt x="413811" y="481712"/>
                  </a:cubicBezTo>
                  <a:cubicBezTo>
                    <a:pt x="414626" y="481754"/>
                    <a:pt x="415442" y="481796"/>
                    <a:pt x="416282" y="481840"/>
                  </a:cubicBezTo>
                  <a:cubicBezTo>
                    <a:pt x="417223" y="481869"/>
                    <a:pt x="417223" y="481869"/>
                    <a:pt x="418183" y="481898"/>
                  </a:cubicBezTo>
                  <a:cubicBezTo>
                    <a:pt x="418157" y="481271"/>
                    <a:pt x="418131" y="480643"/>
                    <a:pt x="418104" y="479997"/>
                  </a:cubicBezTo>
                  <a:cubicBezTo>
                    <a:pt x="418074" y="478774"/>
                    <a:pt x="418074" y="478774"/>
                    <a:pt x="418043" y="477526"/>
                  </a:cubicBezTo>
                  <a:cubicBezTo>
                    <a:pt x="418017" y="476715"/>
                    <a:pt x="417992" y="475903"/>
                    <a:pt x="417965" y="475067"/>
                  </a:cubicBezTo>
                  <a:cubicBezTo>
                    <a:pt x="418037" y="474374"/>
                    <a:pt x="418109" y="473682"/>
                    <a:pt x="418183" y="472968"/>
                  </a:cubicBezTo>
                  <a:cubicBezTo>
                    <a:pt x="418920" y="472477"/>
                    <a:pt x="419656" y="471986"/>
                    <a:pt x="420415" y="471480"/>
                  </a:cubicBezTo>
                  <a:cubicBezTo>
                    <a:pt x="420768" y="470045"/>
                    <a:pt x="420768" y="470045"/>
                    <a:pt x="420737" y="468374"/>
                  </a:cubicBezTo>
                  <a:cubicBezTo>
                    <a:pt x="420752" y="467733"/>
                    <a:pt x="420767" y="467093"/>
                    <a:pt x="420782" y="466433"/>
                  </a:cubicBezTo>
                  <a:cubicBezTo>
                    <a:pt x="420786" y="465741"/>
                    <a:pt x="420791" y="465048"/>
                    <a:pt x="420796" y="464335"/>
                  </a:cubicBezTo>
                  <a:cubicBezTo>
                    <a:pt x="420809" y="463627"/>
                    <a:pt x="420823" y="462919"/>
                    <a:pt x="420837" y="462189"/>
                  </a:cubicBezTo>
                  <a:cubicBezTo>
                    <a:pt x="420877" y="459922"/>
                    <a:pt x="420902" y="457655"/>
                    <a:pt x="420927" y="455388"/>
                  </a:cubicBezTo>
                  <a:cubicBezTo>
                    <a:pt x="420952" y="453853"/>
                    <a:pt x="420977" y="452318"/>
                    <a:pt x="421004" y="450784"/>
                  </a:cubicBezTo>
                  <a:cubicBezTo>
                    <a:pt x="421067" y="447017"/>
                    <a:pt x="421117" y="443249"/>
                    <a:pt x="421159" y="439482"/>
                  </a:cubicBezTo>
                  <a:cubicBezTo>
                    <a:pt x="421896" y="439482"/>
                    <a:pt x="422633" y="439482"/>
                    <a:pt x="423392" y="439482"/>
                  </a:cubicBezTo>
                  <a:cubicBezTo>
                    <a:pt x="423637" y="428677"/>
                    <a:pt x="423883" y="417872"/>
                    <a:pt x="424136" y="406740"/>
                  </a:cubicBezTo>
                  <a:cubicBezTo>
                    <a:pt x="425855" y="406740"/>
                    <a:pt x="427574" y="406740"/>
                    <a:pt x="429345" y="406740"/>
                  </a:cubicBezTo>
                  <a:cubicBezTo>
                    <a:pt x="429299" y="407338"/>
                    <a:pt x="429253" y="407937"/>
                    <a:pt x="429205" y="408554"/>
                  </a:cubicBezTo>
                  <a:cubicBezTo>
                    <a:pt x="429252" y="409183"/>
                    <a:pt x="429298" y="409812"/>
                    <a:pt x="429345" y="410461"/>
                  </a:cubicBezTo>
                  <a:cubicBezTo>
                    <a:pt x="430082" y="410706"/>
                    <a:pt x="430818" y="410952"/>
                    <a:pt x="431577" y="411205"/>
                  </a:cubicBezTo>
                  <a:cubicBezTo>
                    <a:pt x="431823" y="411941"/>
                    <a:pt x="432069" y="412678"/>
                    <a:pt x="432322" y="413437"/>
                  </a:cubicBezTo>
                  <a:cubicBezTo>
                    <a:pt x="433058" y="413683"/>
                    <a:pt x="433795" y="413928"/>
                    <a:pt x="434554" y="414181"/>
                  </a:cubicBezTo>
                  <a:cubicBezTo>
                    <a:pt x="435345" y="415902"/>
                    <a:pt x="435345" y="415902"/>
                    <a:pt x="436042" y="417902"/>
                  </a:cubicBezTo>
                  <a:cubicBezTo>
                    <a:pt x="436681" y="419552"/>
                    <a:pt x="436681" y="419552"/>
                    <a:pt x="437531" y="420878"/>
                  </a:cubicBezTo>
                  <a:cubicBezTo>
                    <a:pt x="438267" y="421124"/>
                    <a:pt x="439004" y="421370"/>
                    <a:pt x="439763" y="421623"/>
                  </a:cubicBezTo>
                  <a:cubicBezTo>
                    <a:pt x="440009" y="422359"/>
                    <a:pt x="440254" y="423096"/>
                    <a:pt x="440507" y="423855"/>
                  </a:cubicBezTo>
                  <a:cubicBezTo>
                    <a:pt x="440891" y="424239"/>
                    <a:pt x="441275" y="424622"/>
                    <a:pt x="441670" y="425018"/>
                  </a:cubicBezTo>
                  <a:cubicBezTo>
                    <a:pt x="442740" y="426087"/>
                    <a:pt x="442740" y="426087"/>
                    <a:pt x="442740" y="427576"/>
                  </a:cubicBezTo>
                  <a:cubicBezTo>
                    <a:pt x="443476" y="427821"/>
                    <a:pt x="444213" y="428067"/>
                    <a:pt x="444972" y="428320"/>
                  </a:cubicBezTo>
                  <a:cubicBezTo>
                    <a:pt x="445925" y="429480"/>
                    <a:pt x="445925" y="429480"/>
                    <a:pt x="446832" y="430878"/>
                  </a:cubicBezTo>
                  <a:cubicBezTo>
                    <a:pt x="448142" y="432888"/>
                    <a:pt x="448841" y="433628"/>
                    <a:pt x="450925" y="435017"/>
                  </a:cubicBezTo>
                  <a:cubicBezTo>
                    <a:pt x="451171" y="435754"/>
                    <a:pt x="451416" y="436491"/>
                    <a:pt x="451669" y="437250"/>
                  </a:cubicBezTo>
                  <a:cubicBezTo>
                    <a:pt x="452406" y="437495"/>
                    <a:pt x="453143" y="437741"/>
                    <a:pt x="453902" y="437994"/>
                  </a:cubicBezTo>
                  <a:cubicBezTo>
                    <a:pt x="454147" y="438730"/>
                    <a:pt x="454393" y="439467"/>
                    <a:pt x="454646" y="440226"/>
                  </a:cubicBezTo>
                  <a:cubicBezTo>
                    <a:pt x="455382" y="440717"/>
                    <a:pt x="456119" y="441208"/>
                    <a:pt x="456878" y="441714"/>
                  </a:cubicBezTo>
                  <a:cubicBezTo>
                    <a:pt x="457124" y="442451"/>
                    <a:pt x="457369" y="443188"/>
                    <a:pt x="457622" y="443947"/>
                  </a:cubicBezTo>
                  <a:cubicBezTo>
                    <a:pt x="458113" y="444070"/>
                    <a:pt x="458605" y="444192"/>
                    <a:pt x="459111" y="444319"/>
                  </a:cubicBezTo>
                  <a:cubicBezTo>
                    <a:pt x="459602" y="444442"/>
                    <a:pt x="460093" y="444564"/>
                    <a:pt x="460599" y="444691"/>
                  </a:cubicBezTo>
                  <a:cubicBezTo>
                    <a:pt x="460844" y="445428"/>
                    <a:pt x="461090" y="446164"/>
                    <a:pt x="461343" y="446923"/>
                  </a:cubicBezTo>
                  <a:cubicBezTo>
                    <a:pt x="461964" y="447138"/>
                    <a:pt x="462584" y="447353"/>
                    <a:pt x="463224" y="447574"/>
                  </a:cubicBezTo>
                  <a:cubicBezTo>
                    <a:pt x="463831" y="447851"/>
                    <a:pt x="464438" y="448127"/>
                    <a:pt x="465064" y="448412"/>
                  </a:cubicBezTo>
                  <a:cubicBezTo>
                    <a:pt x="465511" y="450060"/>
                    <a:pt x="465511" y="450060"/>
                    <a:pt x="465486" y="452133"/>
                  </a:cubicBezTo>
                  <a:cubicBezTo>
                    <a:pt x="465486" y="452907"/>
                    <a:pt x="465486" y="453682"/>
                    <a:pt x="465485" y="454480"/>
                  </a:cubicBezTo>
                  <a:cubicBezTo>
                    <a:pt x="465457" y="455738"/>
                    <a:pt x="465457" y="455738"/>
                    <a:pt x="465427" y="457022"/>
                  </a:cubicBezTo>
                  <a:cubicBezTo>
                    <a:pt x="465422" y="457878"/>
                    <a:pt x="465417" y="458735"/>
                    <a:pt x="465411" y="459618"/>
                  </a:cubicBezTo>
                  <a:cubicBezTo>
                    <a:pt x="465390" y="462363"/>
                    <a:pt x="465344" y="465107"/>
                    <a:pt x="465296" y="467852"/>
                  </a:cubicBezTo>
                  <a:cubicBezTo>
                    <a:pt x="465278" y="469710"/>
                    <a:pt x="465261" y="471567"/>
                    <a:pt x="465245" y="473425"/>
                  </a:cubicBezTo>
                  <a:cubicBezTo>
                    <a:pt x="465204" y="477986"/>
                    <a:pt x="465142" y="482546"/>
                    <a:pt x="465064" y="487107"/>
                  </a:cubicBezTo>
                  <a:cubicBezTo>
                    <a:pt x="464327" y="486861"/>
                    <a:pt x="463590" y="486616"/>
                    <a:pt x="462831" y="486363"/>
                  </a:cubicBezTo>
                  <a:cubicBezTo>
                    <a:pt x="462586" y="492502"/>
                    <a:pt x="462340" y="498641"/>
                    <a:pt x="462087" y="504966"/>
                  </a:cubicBezTo>
                  <a:cubicBezTo>
                    <a:pt x="461596" y="504966"/>
                    <a:pt x="461105" y="504966"/>
                    <a:pt x="460599" y="504966"/>
                  </a:cubicBezTo>
                  <a:cubicBezTo>
                    <a:pt x="460509" y="505817"/>
                    <a:pt x="460419" y="506668"/>
                    <a:pt x="460326" y="507545"/>
                  </a:cubicBezTo>
                  <a:cubicBezTo>
                    <a:pt x="460200" y="508654"/>
                    <a:pt x="460074" y="509764"/>
                    <a:pt x="459948" y="510873"/>
                  </a:cubicBezTo>
                  <a:cubicBezTo>
                    <a:pt x="459860" y="511715"/>
                    <a:pt x="459860" y="511715"/>
                    <a:pt x="459770" y="512575"/>
                  </a:cubicBezTo>
                  <a:cubicBezTo>
                    <a:pt x="459603" y="514015"/>
                    <a:pt x="459362" y="515445"/>
                    <a:pt x="459111" y="516873"/>
                  </a:cubicBezTo>
                  <a:cubicBezTo>
                    <a:pt x="458620" y="517118"/>
                    <a:pt x="458128" y="517364"/>
                    <a:pt x="457622" y="517617"/>
                  </a:cubicBezTo>
                  <a:cubicBezTo>
                    <a:pt x="457273" y="519712"/>
                    <a:pt x="457273" y="519712"/>
                    <a:pt x="457157" y="522128"/>
                  </a:cubicBezTo>
                  <a:cubicBezTo>
                    <a:pt x="457102" y="522950"/>
                    <a:pt x="457046" y="523772"/>
                    <a:pt x="456989" y="524619"/>
                  </a:cubicBezTo>
                  <a:cubicBezTo>
                    <a:pt x="456952" y="525255"/>
                    <a:pt x="456916" y="525891"/>
                    <a:pt x="456878" y="526546"/>
                  </a:cubicBezTo>
                  <a:cubicBezTo>
                    <a:pt x="456142" y="526546"/>
                    <a:pt x="455405" y="526546"/>
                    <a:pt x="454646" y="526546"/>
                  </a:cubicBezTo>
                  <a:cubicBezTo>
                    <a:pt x="454400" y="528757"/>
                    <a:pt x="454155" y="530967"/>
                    <a:pt x="453902" y="533244"/>
                  </a:cubicBezTo>
                  <a:cubicBezTo>
                    <a:pt x="453165" y="533244"/>
                    <a:pt x="452428" y="533244"/>
                    <a:pt x="451669" y="533244"/>
                  </a:cubicBezTo>
                  <a:cubicBezTo>
                    <a:pt x="451424" y="535208"/>
                    <a:pt x="451178" y="537173"/>
                    <a:pt x="450925" y="539197"/>
                  </a:cubicBezTo>
                  <a:cubicBezTo>
                    <a:pt x="450188" y="539197"/>
                    <a:pt x="449452" y="539197"/>
                    <a:pt x="448693" y="539197"/>
                  </a:cubicBezTo>
                  <a:cubicBezTo>
                    <a:pt x="448408" y="540429"/>
                    <a:pt x="448161" y="541671"/>
                    <a:pt x="447949" y="542918"/>
                  </a:cubicBezTo>
                  <a:cubicBezTo>
                    <a:pt x="447457" y="543163"/>
                    <a:pt x="446966" y="543409"/>
                    <a:pt x="446460" y="543662"/>
                  </a:cubicBezTo>
                  <a:cubicBezTo>
                    <a:pt x="446353" y="544153"/>
                    <a:pt x="446245" y="544644"/>
                    <a:pt x="446135" y="545150"/>
                  </a:cubicBezTo>
                  <a:cubicBezTo>
                    <a:pt x="445997" y="545641"/>
                    <a:pt x="445858" y="546132"/>
                    <a:pt x="445716" y="546638"/>
                  </a:cubicBezTo>
                  <a:cubicBezTo>
                    <a:pt x="444979" y="546884"/>
                    <a:pt x="444243" y="547129"/>
                    <a:pt x="443484" y="547382"/>
                  </a:cubicBezTo>
                  <a:cubicBezTo>
                    <a:pt x="443238" y="548119"/>
                    <a:pt x="442993" y="548856"/>
                    <a:pt x="442740" y="549615"/>
                  </a:cubicBezTo>
                  <a:cubicBezTo>
                    <a:pt x="442003" y="549860"/>
                    <a:pt x="441266" y="550106"/>
                    <a:pt x="440507" y="550359"/>
                  </a:cubicBezTo>
                  <a:cubicBezTo>
                    <a:pt x="440392" y="551096"/>
                    <a:pt x="440392" y="551096"/>
                    <a:pt x="440275" y="551847"/>
                  </a:cubicBezTo>
                  <a:cubicBezTo>
                    <a:pt x="440106" y="552338"/>
                    <a:pt x="439937" y="552830"/>
                    <a:pt x="439763" y="553336"/>
                  </a:cubicBezTo>
                  <a:cubicBezTo>
                    <a:pt x="437484" y="553894"/>
                    <a:pt x="437484" y="553894"/>
                    <a:pt x="435298" y="554080"/>
                  </a:cubicBezTo>
                  <a:cubicBezTo>
                    <a:pt x="435298" y="555062"/>
                    <a:pt x="435298" y="556044"/>
                    <a:pt x="435298" y="557056"/>
                  </a:cubicBezTo>
                  <a:cubicBezTo>
                    <a:pt x="434823" y="557084"/>
                    <a:pt x="434348" y="557112"/>
                    <a:pt x="433859" y="557141"/>
                  </a:cubicBezTo>
                  <a:cubicBezTo>
                    <a:pt x="433244" y="557189"/>
                    <a:pt x="432630" y="557238"/>
                    <a:pt x="431996" y="557289"/>
                  </a:cubicBezTo>
                  <a:cubicBezTo>
                    <a:pt x="431383" y="557332"/>
                    <a:pt x="430770" y="557375"/>
                    <a:pt x="430139" y="557420"/>
                  </a:cubicBezTo>
                  <a:cubicBezTo>
                    <a:pt x="429631" y="557545"/>
                    <a:pt x="429124" y="557671"/>
                    <a:pt x="428601" y="557800"/>
                  </a:cubicBezTo>
                  <a:cubicBezTo>
                    <a:pt x="428355" y="558537"/>
                    <a:pt x="428110" y="559274"/>
                    <a:pt x="427857" y="560033"/>
                  </a:cubicBezTo>
                  <a:cubicBezTo>
                    <a:pt x="426501" y="560316"/>
                    <a:pt x="426501" y="560316"/>
                    <a:pt x="424710" y="560322"/>
                  </a:cubicBezTo>
                  <a:cubicBezTo>
                    <a:pt x="424042" y="560329"/>
                    <a:pt x="423374" y="560336"/>
                    <a:pt x="422686" y="560343"/>
                  </a:cubicBezTo>
                  <a:cubicBezTo>
                    <a:pt x="421960" y="560338"/>
                    <a:pt x="421233" y="560334"/>
                    <a:pt x="420485" y="560329"/>
                  </a:cubicBezTo>
                  <a:cubicBezTo>
                    <a:pt x="419745" y="560331"/>
                    <a:pt x="419004" y="560334"/>
                    <a:pt x="418241" y="560336"/>
                  </a:cubicBezTo>
                  <a:cubicBezTo>
                    <a:pt x="416672" y="560337"/>
                    <a:pt x="415103" y="560333"/>
                    <a:pt x="413535" y="560324"/>
                  </a:cubicBezTo>
                  <a:cubicBezTo>
                    <a:pt x="411124" y="560312"/>
                    <a:pt x="408714" y="560324"/>
                    <a:pt x="406303" y="560338"/>
                  </a:cubicBezTo>
                  <a:cubicBezTo>
                    <a:pt x="404783" y="560337"/>
                    <a:pt x="403262" y="560334"/>
                    <a:pt x="401742" y="560329"/>
                  </a:cubicBezTo>
                  <a:cubicBezTo>
                    <a:pt x="401016" y="560334"/>
                    <a:pt x="400289" y="560338"/>
                    <a:pt x="399541" y="560343"/>
                  </a:cubicBezTo>
                  <a:cubicBezTo>
                    <a:pt x="398873" y="560336"/>
                    <a:pt x="398205" y="560329"/>
                    <a:pt x="397517" y="560322"/>
                  </a:cubicBezTo>
                  <a:cubicBezTo>
                    <a:pt x="396631" y="560319"/>
                    <a:pt x="396631" y="560319"/>
                    <a:pt x="395726" y="560316"/>
                  </a:cubicBezTo>
                  <a:cubicBezTo>
                    <a:pt x="395055" y="560176"/>
                    <a:pt x="395055" y="560176"/>
                    <a:pt x="394370" y="560033"/>
                  </a:cubicBezTo>
                  <a:cubicBezTo>
                    <a:pt x="394125" y="559296"/>
                    <a:pt x="393879" y="558559"/>
                    <a:pt x="393626" y="557800"/>
                  </a:cubicBezTo>
                  <a:cubicBezTo>
                    <a:pt x="391879" y="557362"/>
                    <a:pt x="391879" y="557362"/>
                    <a:pt x="389859" y="557289"/>
                  </a:cubicBezTo>
                  <a:cubicBezTo>
                    <a:pt x="389175" y="557240"/>
                    <a:pt x="388491" y="557191"/>
                    <a:pt x="387787" y="557141"/>
                  </a:cubicBezTo>
                  <a:cubicBezTo>
                    <a:pt x="386994" y="557099"/>
                    <a:pt x="386994" y="557099"/>
                    <a:pt x="386185" y="557056"/>
                  </a:cubicBezTo>
                  <a:cubicBezTo>
                    <a:pt x="386185" y="556074"/>
                    <a:pt x="386185" y="555092"/>
                    <a:pt x="386185" y="554080"/>
                  </a:cubicBezTo>
                  <a:cubicBezTo>
                    <a:pt x="384220" y="553834"/>
                    <a:pt x="382256" y="553589"/>
                    <a:pt x="380232" y="553336"/>
                  </a:cubicBezTo>
                  <a:cubicBezTo>
                    <a:pt x="380232" y="552353"/>
                    <a:pt x="380232" y="551371"/>
                    <a:pt x="380232" y="550359"/>
                  </a:cubicBezTo>
                  <a:cubicBezTo>
                    <a:pt x="379357" y="550451"/>
                    <a:pt x="379357" y="550451"/>
                    <a:pt x="378464" y="550545"/>
                  </a:cubicBezTo>
                  <a:cubicBezTo>
                    <a:pt x="377497" y="550453"/>
                    <a:pt x="377497" y="550453"/>
                    <a:pt x="376511" y="550359"/>
                  </a:cubicBezTo>
                  <a:cubicBezTo>
                    <a:pt x="375720" y="548917"/>
                    <a:pt x="375720" y="548917"/>
                    <a:pt x="375023" y="547382"/>
                  </a:cubicBezTo>
                  <a:cubicBezTo>
                    <a:pt x="374516" y="547260"/>
                    <a:pt x="374010" y="547137"/>
                    <a:pt x="373488" y="547010"/>
                  </a:cubicBezTo>
                  <a:cubicBezTo>
                    <a:pt x="373012" y="546888"/>
                    <a:pt x="372536" y="546765"/>
                    <a:pt x="372046" y="546638"/>
                  </a:cubicBezTo>
                  <a:cubicBezTo>
                    <a:pt x="371791" y="545648"/>
                    <a:pt x="371543" y="544656"/>
                    <a:pt x="371302" y="543662"/>
                  </a:cubicBezTo>
                  <a:cubicBezTo>
                    <a:pt x="369901" y="542837"/>
                    <a:pt x="369901" y="542837"/>
                    <a:pt x="368325" y="542173"/>
                  </a:cubicBezTo>
                  <a:cubicBezTo>
                    <a:pt x="367567" y="541444"/>
                    <a:pt x="366820" y="540701"/>
                    <a:pt x="366093" y="539941"/>
                  </a:cubicBezTo>
                  <a:cubicBezTo>
                    <a:pt x="365602" y="539695"/>
                    <a:pt x="365111" y="539450"/>
                    <a:pt x="364605" y="539197"/>
                  </a:cubicBezTo>
                  <a:cubicBezTo>
                    <a:pt x="363099" y="536749"/>
                    <a:pt x="361818" y="534484"/>
                    <a:pt x="360791" y="531802"/>
                  </a:cubicBezTo>
                  <a:cubicBezTo>
                    <a:pt x="360576" y="531295"/>
                    <a:pt x="360361" y="530789"/>
                    <a:pt x="360140" y="530267"/>
                  </a:cubicBezTo>
                  <a:cubicBezTo>
                    <a:pt x="359649" y="530267"/>
                    <a:pt x="359158" y="530267"/>
                    <a:pt x="358652" y="530267"/>
                  </a:cubicBezTo>
                  <a:cubicBezTo>
                    <a:pt x="358406" y="528794"/>
                    <a:pt x="358161" y="527320"/>
                    <a:pt x="357908" y="525802"/>
                  </a:cubicBezTo>
                  <a:cubicBezTo>
                    <a:pt x="357171" y="525802"/>
                    <a:pt x="356434" y="525802"/>
                    <a:pt x="355675" y="525802"/>
                  </a:cubicBezTo>
                  <a:cubicBezTo>
                    <a:pt x="355736" y="525219"/>
                    <a:pt x="355798" y="524636"/>
                    <a:pt x="355861" y="524035"/>
                  </a:cubicBezTo>
                  <a:cubicBezTo>
                    <a:pt x="355800" y="523390"/>
                    <a:pt x="355738" y="522746"/>
                    <a:pt x="355675" y="522082"/>
                  </a:cubicBezTo>
                  <a:cubicBezTo>
                    <a:pt x="354689" y="521573"/>
                    <a:pt x="353697" y="521077"/>
                    <a:pt x="352699" y="520593"/>
                  </a:cubicBezTo>
                  <a:cubicBezTo>
                    <a:pt x="352233" y="518686"/>
                    <a:pt x="352233" y="518686"/>
                    <a:pt x="351954" y="516873"/>
                  </a:cubicBezTo>
                  <a:cubicBezTo>
                    <a:pt x="351463" y="516627"/>
                    <a:pt x="350972" y="516382"/>
                    <a:pt x="350466" y="516128"/>
                  </a:cubicBezTo>
                  <a:cubicBezTo>
                    <a:pt x="349970" y="514640"/>
                    <a:pt x="349474" y="513152"/>
                    <a:pt x="348978" y="511664"/>
                  </a:cubicBezTo>
                  <a:cubicBezTo>
                    <a:pt x="348487" y="511418"/>
                    <a:pt x="347996" y="511173"/>
                    <a:pt x="347490" y="510919"/>
                  </a:cubicBezTo>
                  <a:cubicBezTo>
                    <a:pt x="347048" y="508949"/>
                    <a:pt x="346937" y="506982"/>
                    <a:pt x="346745" y="504966"/>
                  </a:cubicBezTo>
                  <a:cubicBezTo>
                    <a:pt x="346009" y="504966"/>
                    <a:pt x="345272" y="504966"/>
                    <a:pt x="344513" y="504966"/>
                  </a:cubicBezTo>
                  <a:cubicBezTo>
                    <a:pt x="344513" y="502511"/>
                    <a:pt x="344513" y="500055"/>
                    <a:pt x="344513" y="497525"/>
                  </a:cubicBezTo>
                  <a:cubicBezTo>
                    <a:pt x="343776" y="497525"/>
                    <a:pt x="343040" y="497525"/>
                    <a:pt x="342281" y="497525"/>
                  </a:cubicBezTo>
                  <a:cubicBezTo>
                    <a:pt x="342190" y="496943"/>
                    <a:pt x="342100" y="496360"/>
                    <a:pt x="342007" y="495761"/>
                  </a:cubicBezTo>
                  <a:cubicBezTo>
                    <a:pt x="341883" y="495008"/>
                    <a:pt x="341758" y="494255"/>
                    <a:pt x="341629" y="493479"/>
                  </a:cubicBezTo>
                  <a:cubicBezTo>
                    <a:pt x="341509" y="492728"/>
                    <a:pt x="341388" y="491977"/>
                    <a:pt x="341263" y="491203"/>
                  </a:cubicBezTo>
                  <a:cubicBezTo>
                    <a:pt x="341108" y="490588"/>
                    <a:pt x="340952" y="489973"/>
                    <a:pt x="340792" y="489339"/>
                  </a:cubicBezTo>
                  <a:cubicBezTo>
                    <a:pt x="340301" y="489094"/>
                    <a:pt x="339810" y="488848"/>
                    <a:pt x="339304" y="488595"/>
                  </a:cubicBezTo>
                  <a:cubicBezTo>
                    <a:pt x="339040" y="486672"/>
                    <a:pt x="338974" y="484767"/>
                    <a:pt x="338888" y="482828"/>
                  </a:cubicBezTo>
                  <a:cubicBezTo>
                    <a:pt x="338780" y="482276"/>
                    <a:pt x="338672" y="481723"/>
                    <a:pt x="338560" y="481154"/>
                  </a:cubicBezTo>
                  <a:cubicBezTo>
                    <a:pt x="337823" y="480908"/>
                    <a:pt x="337086" y="480663"/>
                    <a:pt x="336327" y="480410"/>
                  </a:cubicBezTo>
                  <a:cubicBezTo>
                    <a:pt x="335999" y="478247"/>
                    <a:pt x="335999" y="478247"/>
                    <a:pt x="335909" y="475573"/>
                  </a:cubicBezTo>
                  <a:cubicBezTo>
                    <a:pt x="335851" y="473958"/>
                    <a:pt x="335754" y="472343"/>
                    <a:pt x="335583" y="470736"/>
                  </a:cubicBezTo>
                  <a:cubicBezTo>
                    <a:pt x="335092" y="470490"/>
                    <a:pt x="334601" y="470245"/>
                    <a:pt x="334095" y="469992"/>
                  </a:cubicBezTo>
                  <a:cubicBezTo>
                    <a:pt x="333813" y="468044"/>
                    <a:pt x="333813" y="468044"/>
                    <a:pt x="333676" y="465620"/>
                  </a:cubicBezTo>
                  <a:cubicBezTo>
                    <a:pt x="333530" y="463145"/>
                    <a:pt x="333393" y="461188"/>
                    <a:pt x="332607" y="458830"/>
                  </a:cubicBezTo>
                  <a:cubicBezTo>
                    <a:pt x="332116" y="458584"/>
                    <a:pt x="331624" y="458339"/>
                    <a:pt x="331118" y="458086"/>
                  </a:cubicBezTo>
                  <a:cubicBezTo>
                    <a:pt x="330881" y="456771"/>
                    <a:pt x="330881" y="456771"/>
                    <a:pt x="330810" y="455083"/>
                  </a:cubicBezTo>
                  <a:cubicBezTo>
                    <a:pt x="330782" y="454481"/>
                    <a:pt x="330753" y="453879"/>
                    <a:pt x="330723" y="453259"/>
                  </a:cubicBezTo>
                  <a:cubicBezTo>
                    <a:pt x="330700" y="452626"/>
                    <a:pt x="330677" y="451994"/>
                    <a:pt x="330653" y="451342"/>
                  </a:cubicBezTo>
                  <a:cubicBezTo>
                    <a:pt x="330625" y="450706"/>
                    <a:pt x="330596" y="450071"/>
                    <a:pt x="330566" y="449416"/>
                  </a:cubicBezTo>
                  <a:cubicBezTo>
                    <a:pt x="330496" y="447841"/>
                    <a:pt x="330434" y="446266"/>
                    <a:pt x="330374" y="444691"/>
                  </a:cubicBezTo>
                  <a:cubicBezTo>
                    <a:pt x="329638" y="444691"/>
                    <a:pt x="328901" y="444691"/>
                    <a:pt x="328142" y="444691"/>
                  </a:cubicBezTo>
                  <a:cubicBezTo>
                    <a:pt x="328127" y="444221"/>
                    <a:pt x="328112" y="443752"/>
                    <a:pt x="328097" y="443268"/>
                  </a:cubicBezTo>
                  <a:cubicBezTo>
                    <a:pt x="328027" y="441153"/>
                    <a:pt x="327945" y="439039"/>
                    <a:pt x="327863" y="436924"/>
                  </a:cubicBezTo>
                  <a:cubicBezTo>
                    <a:pt x="327840" y="436185"/>
                    <a:pt x="327817" y="435446"/>
                    <a:pt x="327793" y="434684"/>
                  </a:cubicBezTo>
                  <a:cubicBezTo>
                    <a:pt x="327764" y="433982"/>
                    <a:pt x="327736" y="433279"/>
                    <a:pt x="327706" y="432555"/>
                  </a:cubicBezTo>
                  <a:cubicBezTo>
                    <a:pt x="327671" y="431579"/>
                    <a:pt x="327671" y="431579"/>
                    <a:pt x="327635" y="430583"/>
                  </a:cubicBezTo>
                  <a:cubicBezTo>
                    <a:pt x="327518" y="429831"/>
                    <a:pt x="327518" y="429831"/>
                    <a:pt x="327398" y="429064"/>
                  </a:cubicBezTo>
                  <a:cubicBezTo>
                    <a:pt x="326907" y="428818"/>
                    <a:pt x="326415" y="428573"/>
                    <a:pt x="325909" y="428320"/>
                  </a:cubicBezTo>
                  <a:cubicBezTo>
                    <a:pt x="325672" y="426391"/>
                    <a:pt x="325672" y="426391"/>
                    <a:pt x="325601" y="423852"/>
                  </a:cubicBezTo>
                  <a:cubicBezTo>
                    <a:pt x="325573" y="422948"/>
                    <a:pt x="325544" y="422044"/>
                    <a:pt x="325514" y="421112"/>
                  </a:cubicBezTo>
                  <a:cubicBezTo>
                    <a:pt x="325480" y="419684"/>
                    <a:pt x="325480" y="419684"/>
                    <a:pt x="325444" y="418227"/>
                  </a:cubicBezTo>
                  <a:cubicBezTo>
                    <a:pt x="325416" y="417273"/>
                    <a:pt x="325387" y="416318"/>
                    <a:pt x="325357" y="415334"/>
                  </a:cubicBezTo>
                  <a:cubicBezTo>
                    <a:pt x="325287" y="412965"/>
                    <a:pt x="325223" y="410597"/>
                    <a:pt x="325165" y="408228"/>
                  </a:cubicBezTo>
                  <a:cubicBezTo>
                    <a:pt x="324429" y="408228"/>
                    <a:pt x="323692" y="408228"/>
                    <a:pt x="322933" y="408228"/>
                  </a:cubicBezTo>
                  <a:cubicBezTo>
                    <a:pt x="322918" y="407492"/>
                    <a:pt x="322903" y="406756"/>
                    <a:pt x="322888" y="405997"/>
                  </a:cubicBezTo>
                  <a:cubicBezTo>
                    <a:pt x="322832" y="403271"/>
                    <a:pt x="322766" y="400544"/>
                    <a:pt x="322697" y="397818"/>
                  </a:cubicBezTo>
                  <a:cubicBezTo>
                    <a:pt x="322668" y="396637"/>
                    <a:pt x="322642" y="395456"/>
                    <a:pt x="322619" y="394275"/>
                  </a:cubicBezTo>
                  <a:cubicBezTo>
                    <a:pt x="322585" y="392580"/>
                    <a:pt x="322542" y="390884"/>
                    <a:pt x="322497" y="389189"/>
                  </a:cubicBezTo>
                  <a:cubicBezTo>
                    <a:pt x="322484" y="388394"/>
                    <a:pt x="322484" y="388394"/>
                    <a:pt x="322471" y="387584"/>
                  </a:cubicBezTo>
                  <a:cubicBezTo>
                    <a:pt x="322461" y="384549"/>
                    <a:pt x="322461" y="384549"/>
                    <a:pt x="320700" y="382183"/>
                  </a:cubicBezTo>
                  <a:cubicBezTo>
                    <a:pt x="320455" y="382183"/>
                    <a:pt x="320209" y="382183"/>
                    <a:pt x="319956" y="382183"/>
                  </a:cubicBezTo>
                  <a:cubicBezTo>
                    <a:pt x="319950" y="381737"/>
                    <a:pt x="319944" y="381292"/>
                    <a:pt x="319938" y="380832"/>
                  </a:cubicBezTo>
                  <a:cubicBezTo>
                    <a:pt x="319874" y="376209"/>
                    <a:pt x="319800" y="371586"/>
                    <a:pt x="319720" y="366963"/>
                  </a:cubicBezTo>
                  <a:cubicBezTo>
                    <a:pt x="319692" y="365236"/>
                    <a:pt x="319666" y="363509"/>
                    <a:pt x="319642" y="361781"/>
                  </a:cubicBezTo>
                  <a:cubicBezTo>
                    <a:pt x="319609" y="359304"/>
                    <a:pt x="319565" y="356827"/>
                    <a:pt x="319520" y="354351"/>
                  </a:cubicBezTo>
                  <a:cubicBezTo>
                    <a:pt x="319507" y="353184"/>
                    <a:pt x="319507" y="353184"/>
                    <a:pt x="319494" y="351995"/>
                  </a:cubicBezTo>
                  <a:cubicBezTo>
                    <a:pt x="319472" y="350922"/>
                    <a:pt x="319472" y="350922"/>
                    <a:pt x="319449" y="349828"/>
                  </a:cubicBezTo>
                  <a:cubicBezTo>
                    <a:pt x="319435" y="348878"/>
                    <a:pt x="319435" y="348878"/>
                    <a:pt x="319419" y="347910"/>
                  </a:cubicBezTo>
                  <a:cubicBezTo>
                    <a:pt x="319351" y="347433"/>
                    <a:pt x="319283" y="346956"/>
                    <a:pt x="319212" y="346464"/>
                  </a:cubicBezTo>
                  <a:cubicBezTo>
                    <a:pt x="318721" y="346219"/>
                    <a:pt x="318230" y="345973"/>
                    <a:pt x="317724" y="345720"/>
                  </a:cubicBezTo>
                  <a:cubicBezTo>
                    <a:pt x="317487" y="343653"/>
                    <a:pt x="317487" y="343653"/>
                    <a:pt x="317416" y="340878"/>
                  </a:cubicBezTo>
                  <a:cubicBezTo>
                    <a:pt x="317401" y="340379"/>
                    <a:pt x="317387" y="339881"/>
                    <a:pt x="317372" y="339367"/>
                  </a:cubicBezTo>
                  <a:cubicBezTo>
                    <a:pt x="317327" y="337733"/>
                    <a:pt x="317293" y="336099"/>
                    <a:pt x="317259" y="334465"/>
                  </a:cubicBezTo>
                  <a:cubicBezTo>
                    <a:pt x="317231" y="333348"/>
                    <a:pt x="317202" y="332231"/>
                    <a:pt x="317173" y="331114"/>
                  </a:cubicBezTo>
                  <a:cubicBezTo>
                    <a:pt x="316952" y="322092"/>
                    <a:pt x="316898" y="313072"/>
                    <a:pt x="316980" y="304048"/>
                  </a:cubicBezTo>
                  <a:cubicBezTo>
                    <a:pt x="316489" y="304048"/>
                    <a:pt x="315998" y="304048"/>
                    <a:pt x="315492" y="304048"/>
                  </a:cubicBezTo>
                  <a:cubicBezTo>
                    <a:pt x="247998" y="304048"/>
                    <a:pt x="180505" y="304048"/>
                    <a:pt x="74390" y="304048"/>
                  </a:cubicBezTo>
                  <a:cubicBezTo>
                    <a:pt x="74144" y="284158"/>
                    <a:pt x="73899" y="264267"/>
                    <a:pt x="73646" y="243773"/>
                  </a:cubicBezTo>
                  <a:cubicBezTo>
                    <a:pt x="73400" y="244264"/>
                    <a:pt x="73155" y="244755"/>
                    <a:pt x="72902" y="245261"/>
                  </a:cubicBezTo>
                  <a:cubicBezTo>
                    <a:pt x="72411" y="245261"/>
                    <a:pt x="71919" y="245261"/>
                    <a:pt x="71413" y="245261"/>
                  </a:cubicBezTo>
                  <a:cubicBezTo>
                    <a:pt x="71306" y="245875"/>
                    <a:pt x="71198" y="246489"/>
                    <a:pt x="71088" y="247122"/>
                  </a:cubicBezTo>
                  <a:cubicBezTo>
                    <a:pt x="70881" y="248043"/>
                    <a:pt x="70881" y="248043"/>
                    <a:pt x="70669" y="248982"/>
                  </a:cubicBezTo>
                  <a:cubicBezTo>
                    <a:pt x="69933" y="248982"/>
                    <a:pt x="69196" y="248982"/>
                    <a:pt x="68437" y="248982"/>
                  </a:cubicBezTo>
                  <a:cubicBezTo>
                    <a:pt x="68181" y="249972"/>
                    <a:pt x="67934" y="250965"/>
                    <a:pt x="67693" y="251959"/>
                  </a:cubicBezTo>
                  <a:cubicBezTo>
                    <a:pt x="66956" y="252204"/>
                    <a:pt x="66219" y="252450"/>
                    <a:pt x="65460" y="252703"/>
                  </a:cubicBezTo>
                  <a:cubicBezTo>
                    <a:pt x="65460" y="253685"/>
                    <a:pt x="65460" y="254667"/>
                    <a:pt x="65460" y="255679"/>
                  </a:cubicBezTo>
                  <a:cubicBezTo>
                    <a:pt x="64018" y="256470"/>
                    <a:pt x="64018" y="256470"/>
                    <a:pt x="62484" y="257168"/>
                  </a:cubicBezTo>
                  <a:cubicBezTo>
                    <a:pt x="62238" y="257904"/>
                    <a:pt x="61993" y="258641"/>
                    <a:pt x="61740" y="259400"/>
                  </a:cubicBezTo>
                  <a:cubicBezTo>
                    <a:pt x="60757" y="259400"/>
                    <a:pt x="59775" y="259400"/>
                    <a:pt x="58763" y="259400"/>
                  </a:cubicBezTo>
                  <a:cubicBezTo>
                    <a:pt x="57926" y="257958"/>
                    <a:pt x="57926" y="257958"/>
                    <a:pt x="57275" y="256423"/>
                  </a:cubicBezTo>
                  <a:cubicBezTo>
                    <a:pt x="56784" y="256178"/>
                    <a:pt x="56292" y="255932"/>
                    <a:pt x="55786" y="255679"/>
                  </a:cubicBezTo>
                  <a:cubicBezTo>
                    <a:pt x="55418" y="254574"/>
                    <a:pt x="55418" y="254574"/>
                    <a:pt x="55042" y="253447"/>
                  </a:cubicBezTo>
                  <a:cubicBezTo>
                    <a:pt x="54306" y="253201"/>
                    <a:pt x="53569" y="252956"/>
                    <a:pt x="52810" y="252703"/>
                  </a:cubicBezTo>
                  <a:cubicBezTo>
                    <a:pt x="52441" y="251598"/>
                    <a:pt x="52441" y="251598"/>
                    <a:pt x="52066" y="250470"/>
                  </a:cubicBezTo>
                  <a:cubicBezTo>
                    <a:pt x="51590" y="250363"/>
                    <a:pt x="51114" y="250255"/>
                    <a:pt x="50624" y="250145"/>
                  </a:cubicBezTo>
                  <a:cubicBezTo>
                    <a:pt x="50117" y="250007"/>
                    <a:pt x="49611" y="249868"/>
                    <a:pt x="49089" y="249726"/>
                  </a:cubicBezTo>
                  <a:cubicBezTo>
                    <a:pt x="48580" y="248740"/>
                    <a:pt x="48085" y="247748"/>
                    <a:pt x="47601" y="246750"/>
                  </a:cubicBezTo>
                  <a:cubicBezTo>
                    <a:pt x="46615" y="246242"/>
                    <a:pt x="45623" y="245744"/>
                    <a:pt x="44624" y="245261"/>
                  </a:cubicBezTo>
                  <a:cubicBezTo>
                    <a:pt x="44256" y="244156"/>
                    <a:pt x="44256" y="244156"/>
                    <a:pt x="43880" y="243029"/>
                  </a:cubicBezTo>
                  <a:cubicBezTo>
                    <a:pt x="43389" y="242906"/>
                    <a:pt x="42898" y="242783"/>
                    <a:pt x="42392" y="242657"/>
                  </a:cubicBezTo>
                  <a:cubicBezTo>
                    <a:pt x="41901" y="242534"/>
                    <a:pt x="41410" y="242411"/>
                    <a:pt x="40904" y="242285"/>
                  </a:cubicBezTo>
                  <a:cubicBezTo>
                    <a:pt x="40535" y="241180"/>
                    <a:pt x="40535" y="241180"/>
                    <a:pt x="40159" y="240052"/>
                  </a:cubicBezTo>
                  <a:cubicBezTo>
                    <a:pt x="39546" y="239807"/>
                    <a:pt x="38932" y="239561"/>
                    <a:pt x="38299" y="239308"/>
                  </a:cubicBezTo>
                  <a:cubicBezTo>
                    <a:pt x="37685" y="239063"/>
                    <a:pt x="37071" y="238817"/>
                    <a:pt x="36439" y="238564"/>
                  </a:cubicBezTo>
                  <a:cubicBezTo>
                    <a:pt x="36070" y="237459"/>
                    <a:pt x="36070" y="237459"/>
                    <a:pt x="35695" y="236332"/>
                  </a:cubicBezTo>
                  <a:cubicBezTo>
                    <a:pt x="35188" y="236224"/>
                    <a:pt x="34682" y="236117"/>
                    <a:pt x="34160" y="236006"/>
                  </a:cubicBezTo>
                  <a:cubicBezTo>
                    <a:pt x="33684" y="235868"/>
                    <a:pt x="33208" y="235730"/>
                    <a:pt x="32718" y="235587"/>
                  </a:cubicBezTo>
                  <a:cubicBezTo>
                    <a:pt x="32718" y="234605"/>
                    <a:pt x="32718" y="233623"/>
                    <a:pt x="32718" y="232611"/>
                  </a:cubicBezTo>
                  <a:cubicBezTo>
                    <a:pt x="31245" y="232365"/>
                    <a:pt x="29771" y="232120"/>
                    <a:pt x="28253" y="231867"/>
                  </a:cubicBezTo>
                  <a:cubicBezTo>
                    <a:pt x="28253" y="230885"/>
                    <a:pt x="28253" y="229902"/>
                    <a:pt x="28253" y="228890"/>
                  </a:cubicBezTo>
                  <a:cubicBezTo>
                    <a:pt x="27025" y="228890"/>
                    <a:pt x="25798" y="228890"/>
                    <a:pt x="24533" y="228890"/>
                  </a:cubicBezTo>
                  <a:cubicBezTo>
                    <a:pt x="24533" y="227908"/>
                    <a:pt x="24533" y="226926"/>
                    <a:pt x="24533" y="225914"/>
                  </a:cubicBezTo>
                  <a:cubicBezTo>
                    <a:pt x="23059" y="225668"/>
                    <a:pt x="21586" y="225423"/>
                    <a:pt x="20068" y="225170"/>
                  </a:cubicBezTo>
                  <a:cubicBezTo>
                    <a:pt x="20068" y="224187"/>
                    <a:pt x="20068" y="223205"/>
                    <a:pt x="20068" y="222193"/>
                  </a:cubicBezTo>
                  <a:cubicBezTo>
                    <a:pt x="19362" y="222254"/>
                    <a:pt x="18656" y="222316"/>
                    <a:pt x="17928" y="222379"/>
                  </a:cubicBezTo>
                  <a:cubicBezTo>
                    <a:pt x="17161" y="222318"/>
                    <a:pt x="16393" y="222256"/>
                    <a:pt x="15603" y="222193"/>
                  </a:cubicBezTo>
                  <a:cubicBezTo>
                    <a:pt x="14812" y="220751"/>
                    <a:pt x="14812" y="220751"/>
                    <a:pt x="14115" y="219216"/>
                  </a:cubicBezTo>
                  <a:cubicBezTo>
                    <a:pt x="12202" y="218734"/>
                    <a:pt x="12202" y="218734"/>
                    <a:pt x="10394" y="218472"/>
                  </a:cubicBezTo>
                  <a:cubicBezTo>
                    <a:pt x="10394" y="217981"/>
                    <a:pt x="10394" y="217490"/>
                    <a:pt x="10394" y="216984"/>
                  </a:cubicBezTo>
                  <a:cubicBezTo>
                    <a:pt x="9903" y="216984"/>
                    <a:pt x="9412" y="216984"/>
                    <a:pt x="8906" y="216984"/>
                  </a:cubicBezTo>
                  <a:cubicBezTo>
                    <a:pt x="8761" y="215899"/>
                    <a:pt x="8622" y="214814"/>
                    <a:pt x="8487" y="213728"/>
                  </a:cubicBezTo>
                  <a:cubicBezTo>
                    <a:pt x="8409" y="213124"/>
                    <a:pt x="8332" y="212520"/>
                    <a:pt x="8252" y="211897"/>
                  </a:cubicBezTo>
                  <a:cubicBezTo>
                    <a:pt x="8161" y="210287"/>
                    <a:pt x="8161" y="210287"/>
                    <a:pt x="8906" y="208798"/>
                  </a:cubicBezTo>
                  <a:cubicBezTo>
                    <a:pt x="9642" y="208553"/>
                    <a:pt x="10379" y="208307"/>
                    <a:pt x="11138" y="208054"/>
                  </a:cubicBezTo>
                  <a:cubicBezTo>
                    <a:pt x="11384" y="207318"/>
                    <a:pt x="11629" y="206581"/>
                    <a:pt x="11882" y="205822"/>
                  </a:cubicBezTo>
                  <a:cubicBezTo>
                    <a:pt x="12619" y="205331"/>
                    <a:pt x="13356" y="204840"/>
                    <a:pt x="14115" y="204334"/>
                  </a:cubicBezTo>
                  <a:cubicBezTo>
                    <a:pt x="14360" y="203597"/>
                    <a:pt x="14606" y="202860"/>
                    <a:pt x="14859" y="202101"/>
                  </a:cubicBezTo>
                  <a:cubicBezTo>
                    <a:pt x="15457" y="202009"/>
                    <a:pt x="16056" y="201917"/>
                    <a:pt x="16673" y="201822"/>
                  </a:cubicBezTo>
                  <a:cubicBezTo>
                    <a:pt x="17302" y="201669"/>
                    <a:pt x="17931" y="201515"/>
                    <a:pt x="18579" y="201357"/>
                  </a:cubicBezTo>
                  <a:cubicBezTo>
                    <a:pt x="19097" y="200126"/>
                    <a:pt x="19590" y="198884"/>
                    <a:pt x="20068" y="197636"/>
                  </a:cubicBezTo>
                  <a:cubicBezTo>
                    <a:pt x="20893" y="196412"/>
                    <a:pt x="21762" y="195217"/>
                    <a:pt x="22672" y="194055"/>
                  </a:cubicBezTo>
                  <a:cubicBezTo>
                    <a:pt x="23125" y="193467"/>
                    <a:pt x="23578" y="192879"/>
                    <a:pt x="24044" y="192273"/>
                  </a:cubicBezTo>
                  <a:cubicBezTo>
                    <a:pt x="24451" y="191833"/>
                    <a:pt x="24858" y="191393"/>
                    <a:pt x="25277" y="190939"/>
                  </a:cubicBezTo>
                  <a:cubicBezTo>
                    <a:pt x="25768" y="190939"/>
                    <a:pt x="26259" y="190939"/>
                    <a:pt x="26765" y="190939"/>
                  </a:cubicBezTo>
                  <a:cubicBezTo>
                    <a:pt x="27010" y="190325"/>
                    <a:pt x="27256" y="189711"/>
                    <a:pt x="27509" y="189079"/>
                  </a:cubicBezTo>
                  <a:cubicBezTo>
                    <a:pt x="27755" y="188465"/>
                    <a:pt x="28000" y="187851"/>
                    <a:pt x="28253" y="187218"/>
                  </a:cubicBezTo>
                  <a:cubicBezTo>
                    <a:pt x="28744" y="187218"/>
                    <a:pt x="29235" y="187218"/>
                    <a:pt x="29741" y="187218"/>
                  </a:cubicBezTo>
                  <a:cubicBezTo>
                    <a:pt x="29997" y="186228"/>
                    <a:pt x="30245" y="185236"/>
                    <a:pt x="30486" y="184242"/>
                  </a:cubicBezTo>
                  <a:cubicBezTo>
                    <a:pt x="30977" y="183996"/>
                    <a:pt x="31468" y="183751"/>
                    <a:pt x="31974" y="183498"/>
                  </a:cubicBezTo>
                  <a:cubicBezTo>
                    <a:pt x="32219" y="182991"/>
                    <a:pt x="32465" y="182485"/>
                    <a:pt x="32718" y="181963"/>
                  </a:cubicBezTo>
                  <a:cubicBezTo>
                    <a:pt x="32964" y="181487"/>
                    <a:pt x="33209" y="181011"/>
                    <a:pt x="33462" y="180521"/>
                  </a:cubicBezTo>
                  <a:cubicBezTo>
                    <a:pt x="33953" y="180521"/>
                    <a:pt x="34444" y="180521"/>
                    <a:pt x="34950" y="180521"/>
                  </a:cubicBezTo>
                  <a:cubicBezTo>
                    <a:pt x="35058" y="180076"/>
                    <a:pt x="35165" y="179631"/>
                    <a:pt x="35276" y="179172"/>
                  </a:cubicBezTo>
                  <a:cubicBezTo>
                    <a:pt x="35777" y="177225"/>
                    <a:pt x="36496" y="176688"/>
                    <a:pt x="37927" y="175312"/>
                  </a:cubicBezTo>
                  <a:cubicBezTo>
                    <a:pt x="38265" y="174744"/>
                    <a:pt x="38602" y="174176"/>
                    <a:pt x="38950" y="173591"/>
                  </a:cubicBezTo>
                  <a:cubicBezTo>
                    <a:pt x="39932" y="171968"/>
                    <a:pt x="40885" y="170688"/>
                    <a:pt x="42113" y="169266"/>
                  </a:cubicBezTo>
                  <a:cubicBezTo>
                    <a:pt x="43984" y="167263"/>
                    <a:pt x="43984" y="167263"/>
                    <a:pt x="44624" y="164894"/>
                  </a:cubicBezTo>
                  <a:cubicBezTo>
                    <a:pt x="45115" y="164649"/>
                    <a:pt x="45607" y="164403"/>
                    <a:pt x="46113" y="164150"/>
                  </a:cubicBezTo>
                  <a:cubicBezTo>
                    <a:pt x="46220" y="163674"/>
                    <a:pt x="46327" y="163198"/>
                    <a:pt x="46438" y="162708"/>
                  </a:cubicBezTo>
                  <a:cubicBezTo>
                    <a:pt x="46857" y="161173"/>
                    <a:pt x="46857" y="161173"/>
                    <a:pt x="49089" y="159685"/>
                  </a:cubicBezTo>
                  <a:cubicBezTo>
                    <a:pt x="49614" y="158457"/>
                    <a:pt x="50106" y="157214"/>
                    <a:pt x="50577" y="155964"/>
                  </a:cubicBezTo>
                  <a:cubicBezTo>
                    <a:pt x="51414" y="154520"/>
                    <a:pt x="52284" y="153093"/>
                    <a:pt x="53182" y="151686"/>
                  </a:cubicBezTo>
                  <a:cubicBezTo>
                    <a:pt x="53635" y="150968"/>
                    <a:pt x="54087" y="150251"/>
                    <a:pt x="54554" y="149511"/>
                  </a:cubicBezTo>
                  <a:cubicBezTo>
                    <a:pt x="55786" y="147779"/>
                    <a:pt x="55786" y="147779"/>
                    <a:pt x="57275" y="147035"/>
                  </a:cubicBezTo>
                  <a:cubicBezTo>
                    <a:pt x="57397" y="146421"/>
                    <a:pt x="57520" y="145807"/>
                    <a:pt x="57647" y="145174"/>
                  </a:cubicBezTo>
                  <a:cubicBezTo>
                    <a:pt x="57770" y="144561"/>
                    <a:pt x="57892" y="143947"/>
                    <a:pt x="58019" y="143314"/>
                  </a:cubicBezTo>
                  <a:cubicBezTo>
                    <a:pt x="58510" y="143069"/>
                    <a:pt x="59001" y="142823"/>
                    <a:pt x="59507" y="142570"/>
                  </a:cubicBezTo>
                  <a:cubicBezTo>
                    <a:pt x="59753" y="141833"/>
                    <a:pt x="59998" y="141097"/>
                    <a:pt x="60251" y="140338"/>
                  </a:cubicBezTo>
                  <a:cubicBezTo>
                    <a:pt x="60995" y="138105"/>
                    <a:pt x="60995" y="138105"/>
                    <a:pt x="62484" y="137361"/>
                  </a:cubicBezTo>
                  <a:cubicBezTo>
                    <a:pt x="62591" y="136732"/>
                    <a:pt x="62699" y="136102"/>
                    <a:pt x="62809" y="135454"/>
                  </a:cubicBezTo>
                  <a:cubicBezTo>
                    <a:pt x="63016" y="134556"/>
                    <a:pt x="63016" y="134556"/>
                    <a:pt x="63228" y="133640"/>
                  </a:cubicBezTo>
                  <a:cubicBezTo>
                    <a:pt x="63965" y="133640"/>
                    <a:pt x="64701" y="133640"/>
                    <a:pt x="65460" y="133640"/>
                  </a:cubicBezTo>
                  <a:cubicBezTo>
                    <a:pt x="65537" y="132827"/>
                    <a:pt x="65614" y="132013"/>
                    <a:pt x="65693" y="131175"/>
                  </a:cubicBezTo>
                  <a:cubicBezTo>
                    <a:pt x="66216" y="128368"/>
                    <a:pt x="66432" y="127953"/>
                    <a:pt x="68437" y="126199"/>
                  </a:cubicBezTo>
                  <a:cubicBezTo>
                    <a:pt x="68699" y="125210"/>
                    <a:pt x="68949" y="124218"/>
                    <a:pt x="69181" y="123222"/>
                  </a:cubicBezTo>
                  <a:cubicBezTo>
                    <a:pt x="69672" y="122977"/>
                    <a:pt x="70163" y="122731"/>
                    <a:pt x="70669" y="122478"/>
                  </a:cubicBezTo>
                  <a:cubicBezTo>
                    <a:pt x="70915" y="121726"/>
                    <a:pt x="71160" y="120974"/>
                    <a:pt x="71413" y="120199"/>
                  </a:cubicBezTo>
                  <a:cubicBezTo>
                    <a:pt x="71659" y="119478"/>
                    <a:pt x="71904" y="118757"/>
                    <a:pt x="72158" y="118013"/>
                  </a:cubicBezTo>
                  <a:cubicBezTo>
                    <a:pt x="72649" y="118013"/>
                    <a:pt x="73140" y="118013"/>
                    <a:pt x="73646" y="118013"/>
                  </a:cubicBezTo>
                  <a:cubicBezTo>
                    <a:pt x="73738" y="117292"/>
                    <a:pt x="73830" y="116571"/>
                    <a:pt x="73925" y="115827"/>
                  </a:cubicBezTo>
                  <a:cubicBezTo>
                    <a:pt x="74078" y="115075"/>
                    <a:pt x="74232" y="114323"/>
                    <a:pt x="74390" y="113548"/>
                  </a:cubicBezTo>
                  <a:cubicBezTo>
                    <a:pt x="74881" y="113303"/>
                    <a:pt x="75372" y="113057"/>
                    <a:pt x="75878" y="112804"/>
                  </a:cubicBezTo>
                  <a:cubicBezTo>
                    <a:pt x="76016" y="111515"/>
                    <a:pt x="76016" y="111515"/>
                    <a:pt x="76157" y="110200"/>
                  </a:cubicBezTo>
                  <a:cubicBezTo>
                    <a:pt x="76311" y="109340"/>
                    <a:pt x="76464" y="108481"/>
                    <a:pt x="76622" y="107595"/>
                  </a:cubicBezTo>
                  <a:cubicBezTo>
                    <a:pt x="77129" y="107488"/>
                    <a:pt x="77635" y="107380"/>
                    <a:pt x="78157" y="107270"/>
                  </a:cubicBezTo>
                  <a:cubicBezTo>
                    <a:pt x="78633" y="107132"/>
                    <a:pt x="79109" y="106994"/>
                    <a:pt x="79599" y="106851"/>
                  </a:cubicBezTo>
                  <a:cubicBezTo>
                    <a:pt x="79892" y="104813"/>
                    <a:pt x="79730" y="102970"/>
                    <a:pt x="79599" y="100898"/>
                  </a:cubicBezTo>
                  <a:cubicBezTo>
                    <a:pt x="80336" y="100898"/>
                    <a:pt x="81072" y="100898"/>
                    <a:pt x="81831" y="100898"/>
                  </a:cubicBezTo>
                  <a:cubicBezTo>
                    <a:pt x="81923" y="100054"/>
                    <a:pt x="82016" y="99210"/>
                    <a:pt x="82110" y="98340"/>
                  </a:cubicBezTo>
                  <a:cubicBezTo>
                    <a:pt x="82264" y="97465"/>
                    <a:pt x="82417" y="96590"/>
                    <a:pt x="82575" y="95689"/>
                  </a:cubicBezTo>
                  <a:cubicBezTo>
                    <a:pt x="83067" y="95444"/>
                    <a:pt x="83558" y="95198"/>
                    <a:pt x="84064" y="94945"/>
                  </a:cubicBezTo>
                  <a:cubicBezTo>
                    <a:pt x="84409" y="93656"/>
                    <a:pt x="84409" y="93656"/>
                    <a:pt x="84761" y="92340"/>
                  </a:cubicBezTo>
                  <a:cubicBezTo>
                    <a:pt x="85022" y="91481"/>
                    <a:pt x="85283" y="90621"/>
                    <a:pt x="85552" y="89736"/>
                  </a:cubicBezTo>
                  <a:cubicBezTo>
                    <a:pt x="86289" y="89490"/>
                    <a:pt x="87025" y="89245"/>
                    <a:pt x="87784" y="88992"/>
                  </a:cubicBezTo>
                  <a:cubicBezTo>
                    <a:pt x="88057" y="87406"/>
                    <a:pt x="88057" y="87406"/>
                    <a:pt x="87924" y="85597"/>
                  </a:cubicBezTo>
                  <a:cubicBezTo>
                    <a:pt x="87904" y="84982"/>
                    <a:pt x="87884" y="84367"/>
                    <a:pt x="87863" y="83733"/>
                  </a:cubicBezTo>
                  <a:cubicBezTo>
                    <a:pt x="87837" y="83259"/>
                    <a:pt x="87811" y="82784"/>
                    <a:pt x="87784" y="82295"/>
                  </a:cubicBezTo>
                  <a:cubicBezTo>
                    <a:pt x="88521" y="82295"/>
                    <a:pt x="89258" y="82295"/>
                    <a:pt x="90017" y="82295"/>
                  </a:cubicBezTo>
                  <a:cubicBezTo>
                    <a:pt x="90262" y="80084"/>
                    <a:pt x="90508" y="77874"/>
                    <a:pt x="90761" y="75597"/>
                  </a:cubicBezTo>
                  <a:cubicBezTo>
                    <a:pt x="91498" y="75597"/>
                    <a:pt x="92234" y="75597"/>
                    <a:pt x="92993" y="75597"/>
                  </a:cubicBezTo>
                  <a:cubicBezTo>
                    <a:pt x="92968" y="75122"/>
                    <a:pt x="92942" y="74648"/>
                    <a:pt x="92915" y="74158"/>
                  </a:cubicBezTo>
                  <a:cubicBezTo>
                    <a:pt x="92895" y="73544"/>
                    <a:pt x="92875" y="72929"/>
                    <a:pt x="92854" y="72295"/>
                  </a:cubicBezTo>
                  <a:cubicBezTo>
                    <a:pt x="92815" y="71376"/>
                    <a:pt x="92815" y="71376"/>
                    <a:pt x="92775" y="70438"/>
                  </a:cubicBezTo>
                  <a:cubicBezTo>
                    <a:pt x="92847" y="69930"/>
                    <a:pt x="92919" y="69423"/>
                    <a:pt x="92993" y="68900"/>
                  </a:cubicBezTo>
                  <a:cubicBezTo>
                    <a:pt x="93730" y="68654"/>
                    <a:pt x="94467" y="68409"/>
                    <a:pt x="95226" y="68156"/>
                  </a:cubicBezTo>
                  <a:cubicBezTo>
                    <a:pt x="95661" y="66752"/>
                    <a:pt x="95661" y="66752"/>
                    <a:pt x="95737" y="65133"/>
                  </a:cubicBezTo>
                  <a:cubicBezTo>
                    <a:pt x="95814" y="64166"/>
                    <a:pt x="95891" y="63199"/>
                    <a:pt x="95970" y="62203"/>
                  </a:cubicBezTo>
                  <a:cubicBezTo>
                    <a:pt x="96707" y="62203"/>
                    <a:pt x="97443" y="62203"/>
                    <a:pt x="98202" y="62203"/>
                  </a:cubicBezTo>
                  <a:cubicBezTo>
                    <a:pt x="98257" y="61410"/>
                    <a:pt x="98257" y="61410"/>
                    <a:pt x="98313" y="60601"/>
                  </a:cubicBezTo>
                  <a:cubicBezTo>
                    <a:pt x="98369" y="59917"/>
                    <a:pt x="98424" y="59233"/>
                    <a:pt x="98481" y="58529"/>
                  </a:cubicBezTo>
                  <a:cubicBezTo>
                    <a:pt x="98533" y="57847"/>
                    <a:pt x="98585" y="57165"/>
                    <a:pt x="98638" y="56462"/>
                  </a:cubicBezTo>
                  <a:cubicBezTo>
                    <a:pt x="98740" y="55901"/>
                    <a:pt x="98842" y="55340"/>
                    <a:pt x="98947" y="54761"/>
                  </a:cubicBezTo>
                  <a:cubicBezTo>
                    <a:pt x="99438" y="54516"/>
                    <a:pt x="99929" y="54270"/>
                    <a:pt x="100435" y="54017"/>
                  </a:cubicBezTo>
                  <a:cubicBezTo>
                    <a:pt x="100700" y="51900"/>
                    <a:pt x="100765" y="49800"/>
                    <a:pt x="100851" y="47669"/>
                  </a:cubicBezTo>
                  <a:cubicBezTo>
                    <a:pt x="100959" y="47063"/>
                    <a:pt x="101067" y="46456"/>
                    <a:pt x="101179" y="45832"/>
                  </a:cubicBezTo>
                  <a:cubicBezTo>
                    <a:pt x="101916" y="45586"/>
                    <a:pt x="102652" y="45341"/>
                    <a:pt x="103411" y="45088"/>
                  </a:cubicBezTo>
                  <a:cubicBezTo>
                    <a:pt x="103848" y="43512"/>
                    <a:pt x="103848" y="43512"/>
                    <a:pt x="103923" y="41692"/>
                  </a:cubicBezTo>
                  <a:cubicBezTo>
                    <a:pt x="103996" y="40770"/>
                    <a:pt x="103996" y="40770"/>
                    <a:pt x="104071" y="39829"/>
                  </a:cubicBezTo>
                  <a:cubicBezTo>
                    <a:pt x="104099" y="39354"/>
                    <a:pt x="104127" y="38879"/>
                    <a:pt x="104156" y="38390"/>
                  </a:cubicBezTo>
                  <a:cubicBezTo>
                    <a:pt x="104892" y="38390"/>
                    <a:pt x="105629" y="38390"/>
                    <a:pt x="106388" y="38390"/>
                  </a:cubicBezTo>
                  <a:cubicBezTo>
                    <a:pt x="106634" y="35198"/>
                    <a:pt x="106879" y="32006"/>
                    <a:pt x="107132" y="28716"/>
                  </a:cubicBezTo>
                  <a:cubicBezTo>
                    <a:pt x="107869" y="28716"/>
                    <a:pt x="108606" y="28716"/>
                    <a:pt x="109365" y="28716"/>
                  </a:cubicBezTo>
                  <a:cubicBezTo>
                    <a:pt x="109365" y="25770"/>
                    <a:pt x="109365" y="22823"/>
                    <a:pt x="109365" y="19787"/>
                  </a:cubicBezTo>
                  <a:cubicBezTo>
                    <a:pt x="110101" y="19787"/>
                    <a:pt x="110838" y="19787"/>
                    <a:pt x="111597" y="19787"/>
                  </a:cubicBezTo>
                  <a:cubicBezTo>
                    <a:pt x="111843" y="16594"/>
                    <a:pt x="112088" y="13402"/>
                    <a:pt x="112341" y="10113"/>
                  </a:cubicBezTo>
                  <a:cubicBezTo>
                    <a:pt x="113078" y="10113"/>
                    <a:pt x="113814" y="10113"/>
                    <a:pt x="114574" y="10113"/>
                  </a:cubicBezTo>
                  <a:cubicBezTo>
                    <a:pt x="114619" y="9477"/>
                    <a:pt x="114664" y="8841"/>
                    <a:pt x="114710" y="8186"/>
                  </a:cubicBezTo>
                  <a:cubicBezTo>
                    <a:pt x="114772" y="7364"/>
                    <a:pt x="114835" y="6542"/>
                    <a:pt x="114899" y="5695"/>
                  </a:cubicBezTo>
                  <a:cubicBezTo>
                    <a:pt x="114990" y="4464"/>
                    <a:pt x="114990" y="4464"/>
                    <a:pt x="115082" y="3209"/>
                  </a:cubicBezTo>
                  <a:cubicBezTo>
                    <a:pt x="115411" y="381"/>
                    <a:pt x="115405" y="439"/>
                    <a:pt x="118294" y="439"/>
                  </a:cubicBezTo>
                  <a:close/>
                </a:path>
              </a:pathLst>
            </a:custGeom>
            <a:grpFill/>
            <a:ln w="744" cap="flat">
              <a:noFill/>
              <a:prstDash val="solid"/>
              <a:miter/>
            </a:ln>
          </p:spPr>
          <p:txBody>
            <a:bodyPr rtlCol="0" anchor="ctr"/>
            <a:lstStyle/>
            <a:p>
              <a:endParaRPr lang="zh-CN" altLang="en-US"/>
            </a:p>
          </p:txBody>
        </p:sp>
        <p:sp>
          <p:nvSpPr>
            <p:cNvPr id="148" name="任意多边形: 形状 147"/>
            <p:cNvSpPr/>
            <p:nvPr/>
          </p:nvSpPr>
          <p:spPr>
            <a:xfrm>
              <a:off x="1698764" y="610020"/>
              <a:ext cx="185669" cy="1011707"/>
            </a:xfrm>
            <a:custGeom>
              <a:avLst/>
              <a:gdLst>
                <a:gd name="connsiteX0" fmla="*/ 7596 w 185672"/>
                <a:gd name="connsiteY0" fmla="*/ 459 h 1011677"/>
                <a:gd name="connsiteX1" fmla="*/ 9607 w 185672"/>
                <a:gd name="connsiteY1" fmla="*/ 453 h 1011677"/>
                <a:gd name="connsiteX2" fmla="*/ 11819 w 185672"/>
                <a:gd name="connsiteY2" fmla="*/ 458 h 1011677"/>
                <a:gd name="connsiteX3" fmla="*/ 14144 w 185672"/>
                <a:gd name="connsiteY3" fmla="*/ 454 h 1011677"/>
                <a:gd name="connsiteX4" fmla="*/ 21780 w 185672"/>
                <a:gd name="connsiteY4" fmla="*/ 455 h 1011677"/>
                <a:gd name="connsiteX5" fmla="*/ 27069 w 185672"/>
                <a:gd name="connsiteY5" fmla="*/ 453 h 1011677"/>
                <a:gd name="connsiteX6" fmla="*/ 38164 w 185672"/>
                <a:gd name="connsiteY6" fmla="*/ 457 h 1011677"/>
                <a:gd name="connsiteX7" fmla="*/ 52413 w 185672"/>
                <a:gd name="connsiteY7" fmla="*/ 454 h 1011677"/>
                <a:gd name="connsiteX8" fmla="*/ 63337 w 185672"/>
                <a:gd name="connsiteY8" fmla="*/ 454 h 1011677"/>
                <a:gd name="connsiteX9" fmla="*/ 68592 w 185672"/>
                <a:gd name="connsiteY9" fmla="*/ 452 h 1011677"/>
                <a:gd name="connsiteX10" fmla="*/ 75925 w 185672"/>
                <a:gd name="connsiteY10" fmla="*/ 458 h 1011677"/>
                <a:gd name="connsiteX11" fmla="*/ 78137 w 185672"/>
                <a:gd name="connsiteY11" fmla="*/ 453 h 1011677"/>
                <a:gd name="connsiteX12" fmla="*/ 80148 w 185672"/>
                <a:gd name="connsiteY12" fmla="*/ 459 h 1011677"/>
                <a:gd name="connsiteX13" fmla="*/ 81901 w 185672"/>
                <a:gd name="connsiteY13" fmla="*/ 460 h 1011677"/>
                <a:gd name="connsiteX14" fmla="*/ 84800 w 185672"/>
                <a:gd name="connsiteY14" fmla="*/ 1298 h 1011677"/>
                <a:gd name="connsiteX15" fmla="*/ 84985 w 185672"/>
                <a:gd name="connsiteY15" fmla="*/ 7278 h 1011677"/>
                <a:gd name="connsiteX16" fmla="*/ 84990 w 185672"/>
                <a:gd name="connsiteY16" fmla="*/ 9214 h 1011677"/>
                <a:gd name="connsiteX17" fmla="*/ 84983 w 185672"/>
                <a:gd name="connsiteY17" fmla="*/ 15731 h 1011677"/>
                <a:gd name="connsiteX18" fmla="*/ 84988 w 185672"/>
                <a:gd name="connsiteY18" fmla="*/ 20431 h 1011677"/>
                <a:gd name="connsiteX19" fmla="*/ 84982 w 185672"/>
                <a:gd name="connsiteY19" fmla="*/ 33473 h 1011677"/>
                <a:gd name="connsiteX20" fmla="*/ 84983 w 185672"/>
                <a:gd name="connsiteY20" fmla="*/ 47614 h 1011677"/>
                <a:gd name="connsiteX21" fmla="*/ 84977 w 185672"/>
                <a:gd name="connsiteY21" fmla="*/ 72438 h 1011677"/>
                <a:gd name="connsiteX22" fmla="*/ 84968 w 185672"/>
                <a:gd name="connsiteY22" fmla="*/ 99087 h 1011677"/>
                <a:gd name="connsiteX23" fmla="*/ 84968 w 185672"/>
                <a:gd name="connsiteY23" fmla="*/ 100785 h 1011677"/>
                <a:gd name="connsiteX24" fmla="*/ 84969 w 185672"/>
                <a:gd name="connsiteY24" fmla="*/ 109352 h 1011677"/>
                <a:gd name="connsiteX25" fmla="*/ 84957 w 185672"/>
                <a:gd name="connsiteY25" fmla="*/ 171436 h 1011677"/>
                <a:gd name="connsiteX26" fmla="*/ 84941 w 185672"/>
                <a:gd name="connsiteY26" fmla="*/ 232940 h 1011677"/>
                <a:gd name="connsiteX27" fmla="*/ 84941 w 185672"/>
                <a:gd name="connsiteY27" fmla="*/ 234867 h 1011677"/>
                <a:gd name="connsiteX28" fmla="*/ 84940 w 185672"/>
                <a:gd name="connsiteY28" fmla="*/ 252298 h 1011677"/>
                <a:gd name="connsiteX29" fmla="*/ 84936 w 185672"/>
                <a:gd name="connsiteY29" fmla="*/ 295632 h 1011677"/>
                <a:gd name="connsiteX30" fmla="*/ 84935 w 185672"/>
                <a:gd name="connsiteY30" fmla="*/ 297626 h 1011677"/>
                <a:gd name="connsiteX31" fmla="*/ 84912 w 185672"/>
                <a:gd name="connsiteY31" fmla="*/ 393681 h 1011677"/>
                <a:gd name="connsiteX32" fmla="*/ 84902 w 185672"/>
                <a:gd name="connsiteY32" fmla="*/ 427024 h 1011677"/>
                <a:gd name="connsiteX33" fmla="*/ 84901 w 185672"/>
                <a:gd name="connsiteY33" fmla="*/ 429113 h 1011677"/>
                <a:gd name="connsiteX34" fmla="*/ 84882 w 185672"/>
                <a:gd name="connsiteY34" fmla="*/ 525202 h 1011677"/>
                <a:gd name="connsiteX35" fmla="*/ 84881 w 185672"/>
                <a:gd name="connsiteY35" fmla="*/ 531438 h 1011677"/>
                <a:gd name="connsiteX36" fmla="*/ 84875 w 185672"/>
                <a:gd name="connsiteY36" fmla="*/ 572767 h 1011677"/>
                <a:gd name="connsiteX37" fmla="*/ 84863 w 185672"/>
                <a:gd name="connsiteY37" fmla="*/ 655004 h 1011677"/>
                <a:gd name="connsiteX38" fmla="*/ 84863 w 185672"/>
                <a:gd name="connsiteY38" fmla="*/ 658921 h 1011677"/>
                <a:gd name="connsiteX39" fmla="*/ 84823 w 185672"/>
                <a:gd name="connsiteY39" fmla="*/ 835285 h 1011677"/>
                <a:gd name="connsiteX40" fmla="*/ 84823 w 185672"/>
                <a:gd name="connsiteY40" fmla="*/ 836953 h 1011677"/>
                <a:gd name="connsiteX41" fmla="*/ 84800 w 185672"/>
                <a:gd name="connsiteY41" fmla="*/ 919567 h 1011677"/>
                <a:gd name="connsiteX42" fmla="*/ 86388 w 185672"/>
                <a:gd name="connsiteY42" fmla="*/ 919565 h 1011677"/>
                <a:gd name="connsiteX43" fmla="*/ 124600 w 185672"/>
                <a:gd name="connsiteY43" fmla="*/ 919529 h 1011677"/>
                <a:gd name="connsiteX44" fmla="*/ 143078 w 185672"/>
                <a:gd name="connsiteY44" fmla="*/ 919511 h 1011677"/>
                <a:gd name="connsiteX45" fmla="*/ 159180 w 185672"/>
                <a:gd name="connsiteY45" fmla="*/ 919497 h 1011677"/>
                <a:gd name="connsiteX46" fmla="*/ 167710 w 185672"/>
                <a:gd name="connsiteY46" fmla="*/ 919489 h 1011677"/>
                <a:gd name="connsiteX47" fmla="*/ 175731 w 185672"/>
                <a:gd name="connsiteY47" fmla="*/ 919483 h 1011677"/>
                <a:gd name="connsiteX48" fmla="*/ 180092 w 185672"/>
                <a:gd name="connsiteY48" fmla="*/ 919475 h 1011677"/>
                <a:gd name="connsiteX49" fmla="*/ 182698 w 185672"/>
                <a:gd name="connsiteY49" fmla="*/ 919478 h 1011677"/>
                <a:gd name="connsiteX50" fmla="*/ 184972 w 185672"/>
                <a:gd name="connsiteY50" fmla="*/ 919476 h 1011677"/>
                <a:gd name="connsiteX51" fmla="*/ 188235 w 185672"/>
                <a:gd name="connsiteY51" fmla="*/ 920312 h 1011677"/>
                <a:gd name="connsiteX52" fmla="*/ 188414 w 185672"/>
                <a:gd name="connsiteY52" fmla="*/ 923876 h 1011677"/>
                <a:gd name="connsiteX53" fmla="*/ 188421 w 185672"/>
                <a:gd name="connsiteY53" fmla="*/ 926213 h 1011677"/>
                <a:gd name="connsiteX54" fmla="*/ 188404 w 185672"/>
                <a:gd name="connsiteY54" fmla="*/ 928798 h 1011677"/>
                <a:gd name="connsiteX55" fmla="*/ 188405 w 185672"/>
                <a:gd name="connsiteY55" fmla="*/ 931504 h 1011677"/>
                <a:gd name="connsiteX56" fmla="*/ 188386 w 185672"/>
                <a:gd name="connsiteY56" fmla="*/ 938869 h 1011677"/>
                <a:gd name="connsiteX57" fmla="*/ 188374 w 185672"/>
                <a:gd name="connsiteY57" fmla="*/ 946559 h 1011677"/>
                <a:gd name="connsiteX58" fmla="*/ 188343 w 185672"/>
                <a:gd name="connsiteY58" fmla="*/ 961131 h 1011677"/>
                <a:gd name="connsiteX59" fmla="*/ 188310 w 185672"/>
                <a:gd name="connsiteY59" fmla="*/ 977716 h 1011677"/>
                <a:gd name="connsiteX60" fmla="*/ 188235 w 185672"/>
                <a:gd name="connsiteY60" fmla="*/ 1011841 h 1011677"/>
                <a:gd name="connsiteX61" fmla="*/ 130642 w 185672"/>
                <a:gd name="connsiteY61" fmla="*/ 1011957 h 1011677"/>
                <a:gd name="connsiteX62" fmla="*/ 103902 w 185672"/>
                <a:gd name="connsiteY62" fmla="*/ 1012009 h 1011677"/>
                <a:gd name="connsiteX63" fmla="*/ 80605 w 185672"/>
                <a:gd name="connsiteY63" fmla="*/ 1012051 h 1011677"/>
                <a:gd name="connsiteX64" fmla="*/ 68261 w 185672"/>
                <a:gd name="connsiteY64" fmla="*/ 1012077 h 1011677"/>
                <a:gd name="connsiteX65" fmla="*/ 56657 w 185672"/>
                <a:gd name="connsiteY65" fmla="*/ 1012093 h 1011677"/>
                <a:gd name="connsiteX66" fmla="*/ 52385 w 185672"/>
                <a:gd name="connsiteY66" fmla="*/ 1012107 h 1011677"/>
                <a:gd name="connsiteX67" fmla="*/ 46579 w 185672"/>
                <a:gd name="connsiteY67" fmla="*/ 1012109 h 1011677"/>
                <a:gd name="connsiteX68" fmla="*/ 44848 w 185672"/>
                <a:gd name="connsiteY68" fmla="*/ 1012129 h 1011677"/>
                <a:gd name="connsiteX69" fmla="*/ 40896 w 185672"/>
                <a:gd name="connsiteY69" fmla="*/ 1011841 h 1011677"/>
                <a:gd name="connsiteX70" fmla="*/ 40151 w 185672"/>
                <a:gd name="connsiteY70" fmla="*/ 1009608 h 1011677"/>
                <a:gd name="connsiteX71" fmla="*/ 37919 w 185672"/>
                <a:gd name="connsiteY71" fmla="*/ 1008864 h 1011677"/>
                <a:gd name="connsiteX72" fmla="*/ 37175 w 185672"/>
                <a:gd name="connsiteY72" fmla="*/ 1006632 h 1011677"/>
                <a:gd name="connsiteX73" fmla="*/ 34942 w 185672"/>
                <a:gd name="connsiteY73" fmla="*/ 1005144 h 1011677"/>
                <a:gd name="connsiteX74" fmla="*/ 34198 w 185672"/>
                <a:gd name="connsiteY74" fmla="*/ 1002911 h 1011677"/>
                <a:gd name="connsiteX75" fmla="*/ 32338 w 185672"/>
                <a:gd name="connsiteY75" fmla="*/ 1001795 h 1011677"/>
                <a:gd name="connsiteX76" fmla="*/ 29733 w 185672"/>
                <a:gd name="connsiteY76" fmla="*/ 998446 h 1011677"/>
                <a:gd name="connsiteX77" fmla="*/ 28757 w 185672"/>
                <a:gd name="connsiteY77" fmla="*/ 997470 h 1011677"/>
                <a:gd name="connsiteX78" fmla="*/ 26013 w 185672"/>
                <a:gd name="connsiteY78" fmla="*/ 993888 h 1011677"/>
                <a:gd name="connsiteX79" fmla="*/ 22292 w 185672"/>
                <a:gd name="connsiteY79" fmla="*/ 991005 h 1011677"/>
                <a:gd name="connsiteX80" fmla="*/ 22292 w 185672"/>
                <a:gd name="connsiteY80" fmla="*/ 988028 h 1011677"/>
                <a:gd name="connsiteX81" fmla="*/ 19316 w 185672"/>
                <a:gd name="connsiteY81" fmla="*/ 986540 h 1011677"/>
                <a:gd name="connsiteX82" fmla="*/ 19316 w 185672"/>
                <a:gd name="connsiteY82" fmla="*/ 984308 h 1011677"/>
                <a:gd name="connsiteX83" fmla="*/ 17827 w 185672"/>
                <a:gd name="connsiteY83" fmla="*/ 983936 h 1011677"/>
                <a:gd name="connsiteX84" fmla="*/ 16339 w 185672"/>
                <a:gd name="connsiteY84" fmla="*/ 983563 h 1011677"/>
                <a:gd name="connsiteX85" fmla="*/ 16339 w 185672"/>
                <a:gd name="connsiteY85" fmla="*/ 981331 h 1011677"/>
                <a:gd name="connsiteX86" fmla="*/ 14851 w 185672"/>
                <a:gd name="connsiteY86" fmla="*/ 981006 h 1011677"/>
                <a:gd name="connsiteX87" fmla="*/ 13362 w 185672"/>
                <a:gd name="connsiteY87" fmla="*/ 980587 h 1011677"/>
                <a:gd name="connsiteX88" fmla="*/ 13362 w 185672"/>
                <a:gd name="connsiteY88" fmla="*/ 977610 h 1011677"/>
                <a:gd name="connsiteX89" fmla="*/ 11130 w 185672"/>
                <a:gd name="connsiteY89" fmla="*/ 977610 h 1011677"/>
                <a:gd name="connsiteX90" fmla="*/ 11130 w 185672"/>
                <a:gd name="connsiteY90" fmla="*/ 974634 h 1011677"/>
                <a:gd name="connsiteX91" fmla="*/ 9456 w 185672"/>
                <a:gd name="connsiteY91" fmla="*/ 974308 h 1011677"/>
                <a:gd name="connsiteX92" fmla="*/ 5688 w 185672"/>
                <a:gd name="connsiteY92" fmla="*/ 972076 h 1011677"/>
                <a:gd name="connsiteX93" fmla="*/ 4433 w 185672"/>
                <a:gd name="connsiteY93" fmla="*/ 968681 h 1011677"/>
                <a:gd name="connsiteX94" fmla="*/ 2944 w 185672"/>
                <a:gd name="connsiteY94" fmla="*/ 968681 h 1011677"/>
                <a:gd name="connsiteX95" fmla="*/ 2921 w 185672"/>
                <a:gd name="connsiteY95" fmla="*/ 879890 h 1011677"/>
                <a:gd name="connsiteX96" fmla="*/ 2920 w 185672"/>
                <a:gd name="connsiteY96" fmla="*/ 878135 h 1011677"/>
                <a:gd name="connsiteX97" fmla="*/ 2881 w 185672"/>
                <a:gd name="connsiteY97" fmla="*/ 692030 h 1011677"/>
                <a:gd name="connsiteX98" fmla="*/ 2881 w 185672"/>
                <a:gd name="connsiteY98" fmla="*/ 687898 h 1011677"/>
                <a:gd name="connsiteX99" fmla="*/ 2869 w 185672"/>
                <a:gd name="connsiteY99" fmla="*/ 601167 h 1011677"/>
                <a:gd name="connsiteX100" fmla="*/ 2863 w 185672"/>
                <a:gd name="connsiteY100" fmla="*/ 557601 h 1011677"/>
                <a:gd name="connsiteX101" fmla="*/ 2862 w 185672"/>
                <a:gd name="connsiteY101" fmla="*/ 551029 h 1011677"/>
                <a:gd name="connsiteX102" fmla="*/ 2842 w 185672"/>
                <a:gd name="connsiteY102" fmla="*/ 449791 h 1011677"/>
                <a:gd name="connsiteX103" fmla="*/ 2842 w 185672"/>
                <a:gd name="connsiteY103" fmla="*/ 447591 h 1011677"/>
                <a:gd name="connsiteX104" fmla="*/ 2831 w 185672"/>
                <a:gd name="connsiteY104" fmla="*/ 412475 h 1011677"/>
                <a:gd name="connsiteX105" fmla="*/ 2809 w 185672"/>
                <a:gd name="connsiteY105" fmla="*/ 311371 h 1011677"/>
                <a:gd name="connsiteX106" fmla="*/ 2809 w 185672"/>
                <a:gd name="connsiteY106" fmla="*/ 309272 h 1011677"/>
                <a:gd name="connsiteX107" fmla="*/ 2805 w 185672"/>
                <a:gd name="connsiteY107" fmla="*/ 263671 h 1011677"/>
                <a:gd name="connsiteX108" fmla="*/ 2803 w 185672"/>
                <a:gd name="connsiteY108" fmla="*/ 245325 h 1011677"/>
                <a:gd name="connsiteX109" fmla="*/ 2803 w 185672"/>
                <a:gd name="connsiteY109" fmla="*/ 243297 h 1011677"/>
                <a:gd name="connsiteX110" fmla="*/ 2786 w 185672"/>
                <a:gd name="connsiteY110" fmla="*/ 178522 h 1011677"/>
                <a:gd name="connsiteX111" fmla="*/ 2775 w 185672"/>
                <a:gd name="connsiteY111" fmla="*/ 113310 h 1011677"/>
                <a:gd name="connsiteX112" fmla="*/ 2776 w 185672"/>
                <a:gd name="connsiteY112" fmla="*/ 104313 h 1011677"/>
                <a:gd name="connsiteX113" fmla="*/ 2776 w 185672"/>
                <a:gd name="connsiteY113" fmla="*/ 102531 h 1011677"/>
                <a:gd name="connsiteX114" fmla="*/ 2766 w 185672"/>
                <a:gd name="connsiteY114" fmla="*/ 74524 h 1011677"/>
                <a:gd name="connsiteX115" fmla="*/ 2763 w 185672"/>
                <a:gd name="connsiteY115" fmla="*/ 47030 h 1011677"/>
                <a:gd name="connsiteX116" fmla="*/ 2759 w 185672"/>
                <a:gd name="connsiteY116" fmla="*/ 32304 h 1011677"/>
                <a:gd name="connsiteX117" fmla="*/ 2760 w 185672"/>
                <a:gd name="connsiteY117" fmla="*/ 18938 h 1011677"/>
                <a:gd name="connsiteX118" fmla="*/ 2755 w 185672"/>
                <a:gd name="connsiteY118" fmla="*/ 14102 h 1011677"/>
                <a:gd name="connsiteX119" fmla="*/ 2760 w 185672"/>
                <a:gd name="connsiteY119" fmla="*/ 7593 h 1011677"/>
                <a:gd name="connsiteX120" fmla="*/ 2748 w 185672"/>
                <a:gd name="connsiteY120" fmla="*/ 5666 h 1011677"/>
                <a:gd name="connsiteX121" fmla="*/ 2944 w 185672"/>
                <a:gd name="connsiteY121" fmla="*/ 1298 h 1011677"/>
                <a:gd name="connsiteX122" fmla="*/ 7596 w 185672"/>
                <a:gd name="connsiteY122" fmla="*/ 459 h 101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85672" h="1011677">
                  <a:moveTo>
                    <a:pt x="7596" y="459"/>
                  </a:moveTo>
                  <a:cubicBezTo>
                    <a:pt x="8592" y="456"/>
                    <a:pt x="8592" y="456"/>
                    <a:pt x="9607" y="453"/>
                  </a:cubicBezTo>
                  <a:cubicBezTo>
                    <a:pt x="10702" y="455"/>
                    <a:pt x="10702" y="455"/>
                    <a:pt x="11819" y="458"/>
                  </a:cubicBezTo>
                  <a:cubicBezTo>
                    <a:pt x="12586" y="456"/>
                    <a:pt x="13353" y="455"/>
                    <a:pt x="14144" y="454"/>
                  </a:cubicBezTo>
                  <a:cubicBezTo>
                    <a:pt x="16689" y="450"/>
                    <a:pt x="19235" y="453"/>
                    <a:pt x="21780" y="455"/>
                  </a:cubicBezTo>
                  <a:cubicBezTo>
                    <a:pt x="23543" y="455"/>
                    <a:pt x="25306" y="454"/>
                    <a:pt x="27069" y="453"/>
                  </a:cubicBezTo>
                  <a:cubicBezTo>
                    <a:pt x="30767" y="452"/>
                    <a:pt x="34466" y="453"/>
                    <a:pt x="38164" y="457"/>
                  </a:cubicBezTo>
                  <a:cubicBezTo>
                    <a:pt x="42914" y="461"/>
                    <a:pt x="47663" y="459"/>
                    <a:pt x="52413" y="454"/>
                  </a:cubicBezTo>
                  <a:cubicBezTo>
                    <a:pt x="56054" y="452"/>
                    <a:pt x="59695" y="452"/>
                    <a:pt x="63337" y="454"/>
                  </a:cubicBezTo>
                  <a:cubicBezTo>
                    <a:pt x="65088" y="455"/>
                    <a:pt x="66840" y="454"/>
                    <a:pt x="68592" y="452"/>
                  </a:cubicBezTo>
                  <a:cubicBezTo>
                    <a:pt x="71036" y="451"/>
                    <a:pt x="73481" y="453"/>
                    <a:pt x="75925" y="458"/>
                  </a:cubicBezTo>
                  <a:cubicBezTo>
                    <a:pt x="76655" y="456"/>
                    <a:pt x="77385" y="455"/>
                    <a:pt x="78137" y="453"/>
                  </a:cubicBezTo>
                  <a:cubicBezTo>
                    <a:pt x="78801" y="455"/>
                    <a:pt x="79464" y="457"/>
                    <a:pt x="80148" y="459"/>
                  </a:cubicBezTo>
                  <a:cubicBezTo>
                    <a:pt x="80726" y="460"/>
                    <a:pt x="81305" y="460"/>
                    <a:pt x="81901" y="460"/>
                  </a:cubicBezTo>
                  <a:cubicBezTo>
                    <a:pt x="83312" y="554"/>
                    <a:pt x="83312" y="554"/>
                    <a:pt x="84800" y="1298"/>
                  </a:cubicBezTo>
                  <a:cubicBezTo>
                    <a:pt x="84949" y="3316"/>
                    <a:pt x="84997" y="5259"/>
                    <a:pt x="84985" y="7278"/>
                  </a:cubicBezTo>
                  <a:cubicBezTo>
                    <a:pt x="84987" y="7917"/>
                    <a:pt x="84989" y="8556"/>
                    <a:pt x="84990" y="9214"/>
                  </a:cubicBezTo>
                  <a:cubicBezTo>
                    <a:pt x="84995" y="11386"/>
                    <a:pt x="84989" y="13558"/>
                    <a:pt x="84983" y="15731"/>
                  </a:cubicBezTo>
                  <a:cubicBezTo>
                    <a:pt x="84984" y="17297"/>
                    <a:pt x="84986" y="18864"/>
                    <a:pt x="84988" y="20431"/>
                  </a:cubicBezTo>
                  <a:cubicBezTo>
                    <a:pt x="84993" y="24778"/>
                    <a:pt x="84988" y="29125"/>
                    <a:pt x="84982" y="33473"/>
                  </a:cubicBezTo>
                  <a:cubicBezTo>
                    <a:pt x="84977" y="38186"/>
                    <a:pt x="84980" y="42900"/>
                    <a:pt x="84983" y="47614"/>
                  </a:cubicBezTo>
                  <a:cubicBezTo>
                    <a:pt x="84986" y="55888"/>
                    <a:pt x="84983" y="64163"/>
                    <a:pt x="84977" y="72438"/>
                  </a:cubicBezTo>
                  <a:cubicBezTo>
                    <a:pt x="84971" y="81321"/>
                    <a:pt x="84968" y="90204"/>
                    <a:pt x="84968" y="99087"/>
                  </a:cubicBezTo>
                  <a:cubicBezTo>
                    <a:pt x="84968" y="99648"/>
                    <a:pt x="84968" y="100208"/>
                    <a:pt x="84968" y="100785"/>
                  </a:cubicBezTo>
                  <a:cubicBezTo>
                    <a:pt x="84969" y="103640"/>
                    <a:pt x="84969" y="106496"/>
                    <a:pt x="84969" y="109352"/>
                  </a:cubicBezTo>
                  <a:cubicBezTo>
                    <a:pt x="84971" y="130047"/>
                    <a:pt x="84966" y="150742"/>
                    <a:pt x="84957" y="171436"/>
                  </a:cubicBezTo>
                  <a:cubicBezTo>
                    <a:pt x="84948" y="191938"/>
                    <a:pt x="84943" y="212439"/>
                    <a:pt x="84941" y="232940"/>
                  </a:cubicBezTo>
                  <a:cubicBezTo>
                    <a:pt x="84941" y="233576"/>
                    <a:pt x="84941" y="234212"/>
                    <a:pt x="84941" y="234867"/>
                  </a:cubicBezTo>
                  <a:cubicBezTo>
                    <a:pt x="84940" y="240678"/>
                    <a:pt x="84940" y="246488"/>
                    <a:pt x="84940" y="252298"/>
                  </a:cubicBezTo>
                  <a:cubicBezTo>
                    <a:pt x="84939" y="266743"/>
                    <a:pt x="84937" y="281187"/>
                    <a:pt x="84936" y="295632"/>
                  </a:cubicBezTo>
                  <a:cubicBezTo>
                    <a:pt x="84935" y="296619"/>
                    <a:pt x="84935" y="296619"/>
                    <a:pt x="84935" y="297626"/>
                  </a:cubicBezTo>
                  <a:cubicBezTo>
                    <a:pt x="84931" y="329644"/>
                    <a:pt x="84922" y="361663"/>
                    <a:pt x="84912" y="393681"/>
                  </a:cubicBezTo>
                  <a:cubicBezTo>
                    <a:pt x="84909" y="404795"/>
                    <a:pt x="84905" y="415910"/>
                    <a:pt x="84902" y="427024"/>
                  </a:cubicBezTo>
                  <a:cubicBezTo>
                    <a:pt x="84902" y="427713"/>
                    <a:pt x="84902" y="428403"/>
                    <a:pt x="84901" y="429113"/>
                  </a:cubicBezTo>
                  <a:cubicBezTo>
                    <a:pt x="84892" y="461142"/>
                    <a:pt x="84886" y="493172"/>
                    <a:pt x="84882" y="525202"/>
                  </a:cubicBezTo>
                  <a:cubicBezTo>
                    <a:pt x="84882" y="527281"/>
                    <a:pt x="84881" y="529360"/>
                    <a:pt x="84881" y="531438"/>
                  </a:cubicBezTo>
                  <a:cubicBezTo>
                    <a:pt x="84879" y="545215"/>
                    <a:pt x="84877" y="558991"/>
                    <a:pt x="84875" y="572767"/>
                  </a:cubicBezTo>
                  <a:cubicBezTo>
                    <a:pt x="84872" y="600179"/>
                    <a:pt x="84868" y="627592"/>
                    <a:pt x="84863" y="655004"/>
                  </a:cubicBezTo>
                  <a:cubicBezTo>
                    <a:pt x="84863" y="656310"/>
                    <a:pt x="84863" y="657615"/>
                    <a:pt x="84863" y="658921"/>
                  </a:cubicBezTo>
                  <a:cubicBezTo>
                    <a:pt x="84853" y="717709"/>
                    <a:pt x="84839" y="776497"/>
                    <a:pt x="84823" y="835285"/>
                  </a:cubicBezTo>
                  <a:cubicBezTo>
                    <a:pt x="84823" y="835836"/>
                    <a:pt x="84823" y="836386"/>
                    <a:pt x="84823" y="836953"/>
                  </a:cubicBezTo>
                  <a:cubicBezTo>
                    <a:pt x="84816" y="864491"/>
                    <a:pt x="84808" y="892029"/>
                    <a:pt x="84800" y="919567"/>
                  </a:cubicBezTo>
                  <a:cubicBezTo>
                    <a:pt x="85586" y="919566"/>
                    <a:pt x="85586" y="919566"/>
                    <a:pt x="86388" y="919565"/>
                  </a:cubicBezTo>
                  <a:cubicBezTo>
                    <a:pt x="99125" y="919549"/>
                    <a:pt x="111862" y="919537"/>
                    <a:pt x="124600" y="919529"/>
                  </a:cubicBezTo>
                  <a:cubicBezTo>
                    <a:pt x="130759" y="919525"/>
                    <a:pt x="136919" y="919520"/>
                    <a:pt x="143078" y="919511"/>
                  </a:cubicBezTo>
                  <a:cubicBezTo>
                    <a:pt x="148446" y="919504"/>
                    <a:pt x="153813" y="919499"/>
                    <a:pt x="159180" y="919497"/>
                  </a:cubicBezTo>
                  <a:cubicBezTo>
                    <a:pt x="162023" y="919496"/>
                    <a:pt x="164866" y="919494"/>
                    <a:pt x="167710" y="919489"/>
                  </a:cubicBezTo>
                  <a:cubicBezTo>
                    <a:pt x="170384" y="919484"/>
                    <a:pt x="173057" y="919482"/>
                    <a:pt x="175731" y="919483"/>
                  </a:cubicBezTo>
                  <a:cubicBezTo>
                    <a:pt x="177185" y="919483"/>
                    <a:pt x="178639" y="919479"/>
                    <a:pt x="180092" y="919475"/>
                  </a:cubicBezTo>
                  <a:cubicBezTo>
                    <a:pt x="180952" y="919476"/>
                    <a:pt x="181812" y="919477"/>
                    <a:pt x="182698" y="919478"/>
                  </a:cubicBezTo>
                  <a:cubicBezTo>
                    <a:pt x="183448" y="919477"/>
                    <a:pt x="184199" y="919477"/>
                    <a:pt x="184972" y="919476"/>
                  </a:cubicBezTo>
                  <a:cubicBezTo>
                    <a:pt x="186747" y="919567"/>
                    <a:pt x="186747" y="919567"/>
                    <a:pt x="188235" y="920312"/>
                  </a:cubicBezTo>
                  <a:cubicBezTo>
                    <a:pt x="188419" y="921833"/>
                    <a:pt x="188419" y="921833"/>
                    <a:pt x="188414" y="923876"/>
                  </a:cubicBezTo>
                  <a:cubicBezTo>
                    <a:pt x="188417" y="925033"/>
                    <a:pt x="188417" y="925033"/>
                    <a:pt x="188421" y="926213"/>
                  </a:cubicBezTo>
                  <a:cubicBezTo>
                    <a:pt x="188413" y="927493"/>
                    <a:pt x="188413" y="927493"/>
                    <a:pt x="188404" y="928798"/>
                  </a:cubicBezTo>
                  <a:cubicBezTo>
                    <a:pt x="188405" y="929691"/>
                    <a:pt x="188405" y="930584"/>
                    <a:pt x="188405" y="931504"/>
                  </a:cubicBezTo>
                  <a:cubicBezTo>
                    <a:pt x="188404" y="933959"/>
                    <a:pt x="188397" y="936414"/>
                    <a:pt x="188386" y="938869"/>
                  </a:cubicBezTo>
                  <a:cubicBezTo>
                    <a:pt x="188377" y="941433"/>
                    <a:pt x="188376" y="943996"/>
                    <a:pt x="188374" y="946559"/>
                  </a:cubicBezTo>
                  <a:cubicBezTo>
                    <a:pt x="188370" y="951417"/>
                    <a:pt x="188358" y="956274"/>
                    <a:pt x="188343" y="961131"/>
                  </a:cubicBezTo>
                  <a:cubicBezTo>
                    <a:pt x="188326" y="966659"/>
                    <a:pt x="188318" y="972187"/>
                    <a:pt x="188310" y="977716"/>
                  </a:cubicBezTo>
                  <a:cubicBezTo>
                    <a:pt x="188295" y="989091"/>
                    <a:pt x="188269" y="1000466"/>
                    <a:pt x="188235" y="1011841"/>
                  </a:cubicBezTo>
                  <a:cubicBezTo>
                    <a:pt x="169038" y="1011893"/>
                    <a:pt x="149840" y="1011932"/>
                    <a:pt x="130642" y="1011957"/>
                  </a:cubicBezTo>
                  <a:cubicBezTo>
                    <a:pt x="121729" y="1011968"/>
                    <a:pt x="112815" y="1011984"/>
                    <a:pt x="103902" y="1012009"/>
                  </a:cubicBezTo>
                  <a:cubicBezTo>
                    <a:pt x="96136" y="1012032"/>
                    <a:pt x="88371" y="1012046"/>
                    <a:pt x="80605" y="1012051"/>
                  </a:cubicBezTo>
                  <a:cubicBezTo>
                    <a:pt x="76490" y="1012054"/>
                    <a:pt x="72376" y="1012061"/>
                    <a:pt x="68261" y="1012077"/>
                  </a:cubicBezTo>
                  <a:cubicBezTo>
                    <a:pt x="64393" y="1012092"/>
                    <a:pt x="60525" y="1012097"/>
                    <a:pt x="56657" y="1012093"/>
                  </a:cubicBezTo>
                  <a:cubicBezTo>
                    <a:pt x="55233" y="1012094"/>
                    <a:pt x="53809" y="1012098"/>
                    <a:pt x="52385" y="1012107"/>
                  </a:cubicBezTo>
                  <a:cubicBezTo>
                    <a:pt x="50449" y="1012118"/>
                    <a:pt x="48514" y="1012115"/>
                    <a:pt x="46579" y="1012109"/>
                  </a:cubicBezTo>
                  <a:cubicBezTo>
                    <a:pt x="46008" y="1012116"/>
                    <a:pt x="45436" y="1012122"/>
                    <a:pt x="44848" y="1012129"/>
                  </a:cubicBezTo>
                  <a:cubicBezTo>
                    <a:pt x="43288" y="1012116"/>
                    <a:pt x="43288" y="1012116"/>
                    <a:pt x="40896" y="1011841"/>
                  </a:cubicBezTo>
                  <a:cubicBezTo>
                    <a:pt x="40527" y="1010736"/>
                    <a:pt x="40527" y="1010736"/>
                    <a:pt x="40151" y="1009608"/>
                  </a:cubicBezTo>
                  <a:cubicBezTo>
                    <a:pt x="39415" y="1009363"/>
                    <a:pt x="38678" y="1009117"/>
                    <a:pt x="37919" y="1008864"/>
                  </a:cubicBezTo>
                  <a:cubicBezTo>
                    <a:pt x="37551" y="1007759"/>
                    <a:pt x="37551" y="1007759"/>
                    <a:pt x="37175" y="1006632"/>
                  </a:cubicBezTo>
                  <a:cubicBezTo>
                    <a:pt x="36438" y="1006141"/>
                    <a:pt x="35701" y="1005650"/>
                    <a:pt x="34942" y="1005144"/>
                  </a:cubicBezTo>
                  <a:cubicBezTo>
                    <a:pt x="34574" y="1004039"/>
                    <a:pt x="34574" y="1004039"/>
                    <a:pt x="34198" y="1002911"/>
                  </a:cubicBezTo>
                  <a:cubicBezTo>
                    <a:pt x="33584" y="1002543"/>
                    <a:pt x="32970" y="1002174"/>
                    <a:pt x="32338" y="1001795"/>
                  </a:cubicBezTo>
                  <a:cubicBezTo>
                    <a:pt x="30478" y="1000679"/>
                    <a:pt x="30478" y="1000679"/>
                    <a:pt x="29733" y="998446"/>
                  </a:cubicBezTo>
                  <a:cubicBezTo>
                    <a:pt x="29411" y="998124"/>
                    <a:pt x="29089" y="997802"/>
                    <a:pt x="28757" y="997470"/>
                  </a:cubicBezTo>
                  <a:cubicBezTo>
                    <a:pt x="27501" y="996214"/>
                    <a:pt x="27501" y="996214"/>
                    <a:pt x="26013" y="993888"/>
                  </a:cubicBezTo>
                  <a:cubicBezTo>
                    <a:pt x="24713" y="991564"/>
                    <a:pt x="24713" y="991564"/>
                    <a:pt x="22292" y="991005"/>
                  </a:cubicBezTo>
                  <a:cubicBezTo>
                    <a:pt x="22292" y="990023"/>
                    <a:pt x="22292" y="989040"/>
                    <a:pt x="22292" y="988028"/>
                  </a:cubicBezTo>
                  <a:cubicBezTo>
                    <a:pt x="21312" y="987508"/>
                    <a:pt x="20320" y="987011"/>
                    <a:pt x="19316" y="986540"/>
                  </a:cubicBezTo>
                  <a:cubicBezTo>
                    <a:pt x="19316" y="985803"/>
                    <a:pt x="19316" y="985067"/>
                    <a:pt x="19316" y="984308"/>
                  </a:cubicBezTo>
                  <a:cubicBezTo>
                    <a:pt x="18824" y="984185"/>
                    <a:pt x="18333" y="984062"/>
                    <a:pt x="17827" y="983936"/>
                  </a:cubicBezTo>
                  <a:cubicBezTo>
                    <a:pt x="17336" y="983813"/>
                    <a:pt x="16845" y="983690"/>
                    <a:pt x="16339" y="983563"/>
                  </a:cubicBezTo>
                  <a:cubicBezTo>
                    <a:pt x="16339" y="982827"/>
                    <a:pt x="16339" y="982090"/>
                    <a:pt x="16339" y="981331"/>
                  </a:cubicBezTo>
                  <a:cubicBezTo>
                    <a:pt x="15848" y="981224"/>
                    <a:pt x="15357" y="981116"/>
                    <a:pt x="14851" y="981006"/>
                  </a:cubicBezTo>
                  <a:cubicBezTo>
                    <a:pt x="14360" y="980867"/>
                    <a:pt x="13868" y="980729"/>
                    <a:pt x="13362" y="980587"/>
                  </a:cubicBezTo>
                  <a:cubicBezTo>
                    <a:pt x="13362" y="979605"/>
                    <a:pt x="13362" y="978622"/>
                    <a:pt x="13362" y="977610"/>
                  </a:cubicBezTo>
                  <a:cubicBezTo>
                    <a:pt x="12626" y="977610"/>
                    <a:pt x="11889" y="977610"/>
                    <a:pt x="11130" y="977610"/>
                  </a:cubicBezTo>
                  <a:cubicBezTo>
                    <a:pt x="11130" y="976628"/>
                    <a:pt x="11130" y="975646"/>
                    <a:pt x="11130" y="974634"/>
                  </a:cubicBezTo>
                  <a:cubicBezTo>
                    <a:pt x="10577" y="974526"/>
                    <a:pt x="10025" y="974419"/>
                    <a:pt x="9456" y="974308"/>
                  </a:cubicBezTo>
                  <a:cubicBezTo>
                    <a:pt x="7409" y="973890"/>
                    <a:pt x="7409" y="973890"/>
                    <a:pt x="5688" y="972076"/>
                  </a:cubicBezTo>
                  <a:cubicBezTo>
                    <a:pt x="4433" y="970169"/>
                    <a:pt x="4433" y="970169"/>
                    <a:pt x="4433" y="968681"/>
                  </a:cubicBezTo>
                  <a:cubicBezTo>
                    <a:pt x="3942" y="968681"/>
                    <a:pt x="3450" y="968681"/>
                    <a:pt x="2944" y="968681"/>
                  </a:cubicBezTo>
                  <a:cubicBezTo>
                    <a:pt x="2936" y="939084"/>
                    <a:pt x="2928" y="909487"/>
                    <a:pt x="2921" y="879890"/>
                  </a:cubicBezTo>
                  <a:cubicBezTo>
                    <a:pt x="2921" y="879311"/>
                    <a:pt x="2920" y="878732"/>
                    <a:pt x="2920" y="878135"/>
                  </a:cubicBezTo>
                  <a:cubicBezTo>
                    <a:pt x="2904" y="816100"/>
                    <a:pt x="2891" y="754065"/>
                    <a:pt x="2881" y="692030"/>
                  </a:cubicBezTo>
                  <a:cubicBezTo>
                    <a:pt x="2881" y="690653"/>
                    <a:pt x="2881" y="689276"/>
                    <a:pt x="2881" y="687898"/>
                  </a:cubicBezTo>
                  <a:cubicBezTo>
                    <a:pt x="2876" y="658988"/>
                    <a:pt x="2872" y="630077"/>
                    <a:pt x="2869" y="601167"/>
                  </a:cubicBezTo>
                  <a:cubicBezTo>
                    <a:pt x="2867" y="586645"/>
                    <a:pt x="2865" y="572123"/>
                    <a:pt x="2863" y="557601"/>
                  </a:cubicBezTo>
                  <a:cubicBezTo>
                    <a:pt x="2863" y="555411"/>
                    <a:pt x="2862" y="553220"/>
                    <a:pt x="2862" y="551029"/>
                  </a:cubicBezTo>
                  <a:cubicBezTo>
                    <a:pt x="2858" y="517283"/>
                    <a:pt x="2852" y="483537"/>
                    <a:pt x="2842" y="449791"/>
                  </a:cubicBezTo>
                  <a:cubicBezTo>
                    <a:pt x="2842" y="449065"/>
                    <a:pt x="2842" y="448339"/>
                    <a:pt x="2842" y="447591"/>
                  </a:cubicBezTo>
                  <a:cubicBezTo>
                    <a:pt x="2838" y="435886"/>
                    <a:pt x="2835" y="424180"/>
                    <a:pt x="2831" y="412475"/>
                  </a:cubicBezTo>
                  <a:cubicBezTo>
                    <a:pt x="2822" y="378773"/>
                    <a:pt x="2813" y="345072"/>
                    <a:pt x="2809" y="311371"/>
                  </a:cubicBezTo>
                  <a:cubicBezTo>
                    <a:pt x="2809" y="310678"/>
                    <a:pt x="2809" y="309986"/>
                    <a:pt x="2809" y="309272"/>
                  </a:cubicBezTo>
                  <a:cubicBezTo>
                    <a:pt x="2807" y="294072"/>
                    <a:pt x="2805" y="278872"/>
                    <a:pt x="2805" y="263671"/>
                  </a:cubicBezTo>
                  <a:cubicBezTo>
                    <a:pt x="2804" y="257556"/>
                    <a:pt x="2804" y="251441"/>
                    <a:pt x="2803" y="245325"/>
                  </a:cubicBezTo>
                  <a:cubicBezTo>
                    <a:pt x="2803" y="244656"/>
                    <a:pt x="2803" y="243986"/>
                    <a:pt x="2803" y="243297"/>
                  </a:cubicBezTo>
                  <a:cubicBezTo>
                    <a:pt x="2801" y="221705"/>
                    <a:pt x="2795" y="200113"/>
                    <a:pt x="2786" y="178522"/>
                  </a:cubicBezTo>
                  <a:cubicBezTo>
                    <a:pt x="2777" y="156785"/>
                    <a:pt x="2773" y="135048"/>
                    <a:pt x="2775" y="113310"/>
                  </a:cubicBezTo>
                  <a:cubicBezTo>
                    <a:pt x="2776" y="110311"/>
                    <a:pt x="2776" y="107312"/>
                    <a:pt x="2776" y="104313"/>
                  </a:cubicBezTo>
                  <a:cubicBezTo>
                    <a:pt x="2776" y="103725"/>
                    <a:pt x="2776" y="103137"/>
                    <a:pt x="2776" y="102531"/>
                  </a:cubicBezTo>
                  <a:cubicBezTo>
                    <a:pt x="2777" y="93196"/>
                    <a:pt x="2772" y="83860"/>
                    <a:pt x="2766" y="74524"/>
                  </a:cubicBezTo>
                  <a:cubicBezTo>
                    <a:pt x="2760" y="65359"/>
                    <a:pt x="2758" y="56195"/>
                    <a:pt x="2763" y="47030"/>
                  </a:cubicBezTo>
                  <a:cubicBezTo>
                    <a:pt x="2765" y="42121"/>
                    <a:pt x="2765" y="37212"/>
                    <a:pt x="2759" y="32304"/>
                  </a:cubicBezTo>
                  <a:cubicBezTo>
                    <a:pt x="2753" y="27848"/>
                    <a:pt x="2753" y="23393"/>
                    <a:pt x="2760" y="18938"/>
                  </a:cubicBezTo>
                  <a:cubicBezTo>
                    <a:pt x="2761" y="17326"/>
                    <a:pt x="2759" y="15714"/>
                    <a:pt x="2755" y="14102"/>
                  </a:cubicBezTo>
                  <a:cubicBezTo>
                    <a:pt x="2750" y="11933"/>
                    <a:pt x="2753" y="9763"/>
                    <a:pt x="2760" y="7593"/>
                  </a:cubicBezTo>
                  <a:cubicBezTo>
                    <a:pt x="2756" y="6957"/>
                    <a:pt x="2752" y="6322"/>
                    <a:pt x="2748" y="5666"/>
                  </a:cubicBezTo>
                  <a:cubicBezTo>
                    <a:pt x="2757" y="4209"/>
                    <a:pt x="2842" y="2752"/>
                    <a:pt x="2944" y="1298"/>
                  </a:cubicBezTo>
                  <a:cubicBezTo>
                    <a:pt x="4675" y="433"/>
                    <a:pt x="5670" y="460"/>
                    <a:pt x="7596" y="459"/>
                  </a:cubicBezTo>
                  <a:close/>
                </a:path>
              </a:pathLst>
            </a:custGeom>
            <a:grpFill/>
            <a:ln w="744" cap="flat">
              <a:noFill/>
              <a:prstDash val="solid"/>
              <a:miter/>
            </a:ln>
          </p:spPr>
          <p:txBody>
            <a:bodyPr rtlCol="0" anchor="ctr"/>
            <a:lstStyle/>
            <a:p>
              <a:endParaRPr lang="zh-CN" altLang="en-US"/>
            </a:p>
          </p:txBody>
        </p:sp>
        <p:sp>
          <p:nvSpPr>
            <p:cNvPr id="149" name="任意多边形: 形状 148"/>
            <p:cNvSpPr/>
            <p:nvPr/>
          </p:nvSpPr>
          <p:spPr>
            <a:xfrm>
              <a:off x="3819734" y="610123"/>
              <a:ext cx="185750" cy="1011703"/>
            </a:xfrm>
            <a:custGeom>
              <a:avLst/>
              <a:gdLst>
                <a:gd name="connsiteX0" fmla="*/ 5592 w 185753"/>
                <a:gd name="connsiteY0" fmla="*/ 452 h 1011671"/>
                <a:gd name="connsiteX1" fmla="*/ 84471 w 185753"/>
                <a:gd name="connsiteY1" fmla="*/ 1196 h 1011671"/>
                <a:gd name="connsiteX2" fmla="*/ 84568 w 185753"/>
                <a:gd name="connsiteY2" fmla="*/ 7181 h 1011671"/>
                <a:gd name="connsiteX3" fmla="*/ 84573 w 185753"/>
                <a:gd name="connsiteY3" fmla="*/ 9118 h 1011671"/>
                <a:gd name="connsiteX4" fmla="*/ 84574 w 185753"/>
                <a:gd name="connsiteY4" fmla="*/ 15640 h 1011671"/>
                <a:gd name="connsiteX5" fmla="*/ 84581 w 185753"/>
                <a:gd name="connsiteY5" fmla="*/ 20345 h 1011671"/>
                <a:gd name="connsiteX6" fmla="*/ 84588 w 185753"/>
                <a:gd name="connsiteY6" fmla="*/ 33397 h 1011671"/>
                <a:gd name="connsiteX7" fmla="*/ 84600 w 185753"/>
                <a:gd name="connsiteY7" fmla="*/ 47549 h 1011671"/>
                <a:gd name="connsiteX8" fmla="*/ 84617 w 185753"/>
                <a:gd name="connsiteY8" fmla="*/ 72394 h 1011671"/>
                <a:gd name="connsiteX9" fmla="*/ 84634 w 185753"/>
                <a:gd name="connsiteY9" fmla="*/ 99065 h 1011671"/>
                <a:gd name="connsiteX10" fmla="*/ 84636 w 185753"/>
                <a:gd name="connsiteY10" fmla="*/ 100763 h 1011671"/>
                <a:gd name="connsiteX11" fmla="*/ 84643 w 185753"/>
                <a:gd name="connsiteY11" fmla="*/ 109338 h 1011671"/>
                <a:gd name="connsiteX12" fmla="*/ 84687 w 185753"/>
                <a:gd name="connsiteY12" fmla="*/ 171472 h 1011671"/>
                <a:gd name="connsiteX13" fmla="*/ 84729 w 185753"/>
                <a:gd name="connsiteY13" fmla="*/ 233025 h 1011671"/>
                <a:gd name="connsiteX14" fmla="*/ 84731 w 185753"/>
                <a:gd name="connsiteY14" fmla="*/ 234955 h 1011671"/>
                <a:gd name="connsiteX15" fmla="*/ 84744 w 185753"/>
                <a:gd name="connsiteY15" fmla="*/ 252399 h 1011671"/>
                <a:gd name="connsiteX16" fmla="*/ 84777 w 185753"/>
                <a:gd name="connsiteY16" fmla="*/ 295769 h 1011671"/>
                <a:gd name="connsiteX17" fmla="*/ 84779 w 185753"/>
                <a:gd name="connsiteY17" fmla="*/ 297764 h 1011671"/>
                <a:gd name="connsiteX18" fmla="*/ 84845 w 185753"/>
                <a:gd name="connsiteY18" fmla="*/ 393897 h 1011671"/>
                <a:gd name="connsiteX19" fmla="*/ 84867 w 185753"/>
                <a:gd name="connsiteY19" fmla="*/ 427267 h 1011671"/>
                <a:gd name="connsiteX20" fmla="*/ 84868 w 185753"/>
                <a:gd name="connsiteY20" fmla="*/ 429357 h 1011671"/>
                <a:gd name="connsiteX21" fmla="*/ 84936 w 185753"/>
                <a:gd name="connsiteY21" fmla="*/ 525525 h 1011671"/>
                <a:gd name="connsiteX22" fmla="*/ 84941 w 185753"/>
                <a:gd name="connsiteY22" fmla="*/ 531766 h 1011671"/>
                <a:gd name="connsiteX23" fmla="*/ 84972 w 185753"/>
                <a:gd name="connsiteY23" fmla="*/ 573128 h 1011671"/>
                <a:gd name="connsiteX24" fmla="*/ 85032 w 185753"/>
                <a:gd name="connsiteY24" fmla="*/ 655432 h 1011671"/>
                <a:gd name="connsiteX25" fmla="*/ 85035 w 185753"/>
                <a:gd name="connsiteY25" fmla="*/ 659352 h 1011671"/>
                <a:gd name="connsiteX26" fmla="*/ 85159 w 185753"/>
                <a:gd name="connsiteY26" fmla="*/ 835859 h 1011671"/>
                <a:gd name="connsiteX27" fmla="*/ 85160 w 185753"/>
                <a:gd name="connsiteY27" fmla="*/ 837529 h 1011671"/>
                <a:gd name="connsiteX28" fmla="*/ 85215 w 185753"/>
                <a:gd name="connsiteY28" fmla="*/ 920210 h 1011671"/>
                <a:gd name="connsiteX29" fmla="*/ 87447 w 185753"/>
                <a:gd name="connsiteY29" fmla="*/ 919466 h 1011671"/>
                <a:gd name="connsiteX30" fmla="*/ 91476 w 185753"/>
                <a:gd name="connsiteY30" fmla="*/ 919366 h 1011671"/>
                <a:gd name="connsiteX31" fmla="*/ 94012 w 185753"/>
                <a:gd name="connsiteY31" fmla="*/ 919356 h 1011671"/>
                <a:gd name="connsiteX32" fmla="*/ 96795 w 185753"/>
                <a:gd name="connsiteY32" fmla="*/ 919357 h 1011671"/>
                <a:gd name="connsiteX33" fmla="*/ 99725 w 185753"/>
                <a:gd name="connsiteY33" fmla="*/ 919350 h 1011671"/>
                <a:gd name="connsiteX34" fmla="*/ 107687 w 185753"/>
                <a:gd name="connsiteY34" fmla="*/ 919341 h 1011671"/>
                <a:gd name="connsiteX35" fmla="*/ 114333 w 185753"/>
                <a:gd name="connsiteY35" fmla="*/ 919335 h 1011671"/>
                <a:gd name="connsiteX36" fmla="*/ 130014 w 185753"/>
                <a:gd name="connsiteY36" fmla="*/ 919328 h 1011671"/>
                <a:gd name="connsiteX37" fmla="*/ 146189 w 185753"/>
                <a:gd name="connsiteY37" fmla="*/ 919308 h 1011671"/>
                <a:gd name="connsiteX38" fmla="*/ 160076 w 185753"/>
                <a:gd name="connsiteY38" fmla="*/ 919295 h 1011671"/>
                <a:gd name="connsiteX39" fmla="*/ 168370 w 185753"/>
                <a:gd name="connsiteY39" fmla="*/ 919285 h 1011671"/>
                <a:gd name="connsiteX40" fmla="*/ 177622 w 185753"/>
                <a:gd name="connsiteY40" fmla="*/ 919285 h 1011671"/>
                <a:gd name="connsiteX41" fmla="*/ 180396 w 185753"/>
                <a:gd name="connsiteY41" fmla="*/ 919272 h 1011671"/>
                <a:gd name="connsiteX42" fmla="*/ 182944 w 185753"/>
                <a:gd name="connsiteY42" fmla="*/ 919282 h 1011671"/>
                <a:gd name="connsiteX43" fmla="*/ 185153 w 185753"/>
                <a:gd name="connsiteY43" fmla="*/ 919280 h 1011671"/>
                <a:gd name="connsiteX44" fmla="*/ 190883 w 185753"/>
                <a:gd name="connsiteY44" fmla="*/ 920954 h 1011671"/>
                <a:gd name="connsiteX45" fmla="*/ 191330 w 185753"/>
                <a:gd name="connsiteY45" fmla="*/ 924579 h 1011671"/>
                <a:gd name="connsiteX46" fmla="*/ 191346 w 185753"/>
                <a:gd name="connsiteY46" fmla="*/ 926900 h 1011671"/>
                <a:gd name="connsiteX47" fmla="*/ 191305 w 185753"/>
                <a:gd name="connsiteY47" fmla="*/ 929457 h 1011671"/>
                <a:gd name="connsiteX48" fmla="*/ 191307 w 185753"/>
                <a:gd name="connsiteY48" fmla="*/ 932141 h 1011671"/>
                <a:gd name="connsiteX49" fmla="*/ 191260 w 185753"/>
                <a:gd name="connsiteY49" fmla="*/ 939437 h 1011671"/>
                <a:gd name="connsiteX50" fmla="*/ 191230 w 185753"/>
                <a:gd name="connsiteY50" fmla="*/ 947058 h 1011671"/>
                <a:gd name="connsiteX51" fmla="*/ 191151 w 185753"/>
                <a:gd name="connsiteY51" fmla="*/ 961495 h 1011671"/>
                <a:gd name="connsiteX52" fmla="*/ 191070 w 185753"/>
                <a:gd name="connsiteY52" fmla="*/ 977929 h 1011671"/>
                <a:gd name="connsiteX53" fmla="*/ 190883 w 185753"/>
                <a:gd name="connsiteY53" fmla="*/ 1011739 h 1011671"/>
                <a:gd name="connsiteX54" fmla="*/ 132455 w 185753"/>
                <a:gd name="connsiteY54" fmla="*/ 1011893 h 1011671"/>
                <a:gd name="connsiteX55" fmla="*/ 105327 w 185753"/>
                <a:gd name="connsiteY55" fmla="*/ 1011964 h 1011671"/>
                <a:gd name="connsiteX56" fmla="*/ 81691 w 185753"/>
                <a:gd name="connsiteY56" fmla="*/ 1012019 h 1011671"/>
                <a:gd name="connsiteX57" fmla="*/ 69168 w 185753"/>
                <a:gd name="connsiteY57" fmla="*/ 1012054 h 1011671"/>
                <a:gd name="connsiteX58" fmla="*/ 57394 w 185753"/>
                <a:gd name="connsiteY58" fmla="*/ 1012076 h 1011671"/>
                <a:gd name="connsiteX59" fmla="*/ 53061 w 185753"/>
                <a:gd name="connsiteY59" fmla="*/ 1012094 h 1011671"/>
                <a:gd name="connsiteX60" fmla="*/ 47168 w 185753"/>
                <a:gd name="connsiteY60" fmla="*/ 1012097 h 1011671"/>
                <a:gd name="connsiteX61" fmla="*/ 45418 w 185753"/>
                <a:gd name="connsiteY61" fmla="*/ 1012123 h 1011671"/>
                <a:gd name="connsiteX62" fmla="*/ 41311 w 185753"/>
                <a:gd name="connsiteY62" fmla="*/ 1011739 h 1011671"/>
                <a:gd name="connsiteX63" fmla="*/ 39822 w 185753"/>
                <a:gd name="connsiteY63" fmla="*/ 1008762 h 1011671"/>
                <a:gd name="connsiteX64" fmla="*/ 38334 w 185753"/>
                <a:gd name="connsiteY64" fmla="*/ 1008018 h 1011671"/>
                <a:gd name="connsiteX65" fmla="*/ 37590 w 185753"/>
                <a:gd name="connsiteY65" fmla="*/ 1005786 h 1011671"/>
                <a:gd name="connsiteX66" fmla="*/ 36102 w 185753"/>
                <a:gd name="connsiteY66" fmla="*/ 1005414 h 1011671"/>
                <a:gd name="connsiteX67" fmla="*/ 34613 w 185753"/>
                <a:gd name="connsiteY67" fmla="*/ 1005042 h 1011671"/>
                <a:gd name="connsiteX68" fmla="*/ 33869 w 185753"/>
                <a:gd name="connsiteY68" fmla="*/ 1002809 h 1011671"/>
                <a:gd name="connsiteX69" fmla="*/ 32381 w 185753"/>
                <a:gd name="connsiteY69" fmla="*/ 1002065 h 1011671"/>
                <a:gd name="connsiteX70" fmla="*/ 31776 w 185753"/>
                <a:gd name="connsiteY70" fmla="*/ 1000763 h 1011671"/>
                <a:gd name="connsiteX71" fmla="*/ 29265 w 185753"/>
                <a:gd name="connsiteY71" fmla="*/ 997461 h 1011671"/>
                <a:gd name="connsiteX72" fmla="*/ 23190 w 185753"/>
                <a:gd name="connsiteY72" fmla="*/ 990150 h 1011671"/>
                <a:gd name="connsiteX73" fmla="*/ 19731 w 185753"/>
                <a:gd name="connsiteY73" fmla="*/ 987182 h 1011671"/>
                <a:gd name="connsiteX74" fmla="*/ 18987 w 185753"/>
                <a:gd name="connsiteY74" fmla="*/ 984950 h 1011671"/>
                <a:gd name="connsiteX75" fmla="*/ 16754 w 185753"/>
                <a:gd name="connsiteY75" fmla="*/ 983462 h 1011671"/>
                <a:gd name="connsiteX76" fmla="*/ 16010 w 185753"/>
                <a:gd name="connsiteY76" fmla="*/ 981229 h 1011671"/>
                <a:gd name="connsiteX77" fmla="*/ 14847 w 185753"/>
                <a:gd name="connsiteY77" fmla="*/ 980066 h 1011671"/>
                <a:gd name="connsiteX78" fmla="*/ 13778 w 185753"/>
                <a:gd name="connsiteY78" fmla="*/ 977509 h 1011671"/>
                <a:gd name="connsiteX79" fmla="*/ 10801 w 185753"/>
                <a:gd name="connsiteY79" fmla="*/ 977509 h 1011671"/>
                <a:gd name="connsiteX80" fmla="*/ 10801 w 185753"/>
                <a:gd name="connsiteY80" fmla="*/ 974532 h 1011671"/>
                <a:gd name="connsiteX81" fmla="*/ 9313 w 185753"/>
                <a:gd name="connsiteY81" fmla="*/ 974160 h 1011671"/>
                <a:gd name="connsiteX82" fmla="*/ 7824 w 185753"/>
                <a:gd name="connsiteY82" fmla="*/ 973788 h 1011671"/>
                <a:gd name="connsiteX83" fmla="*/ 7824 w 185753"/>
                <a:gd name="connsiteY83" fmla="*/ 970811 h 1011671"/>
                <a:gd name="connsiteX84" fmla="*/ 5592 w 185753"/>
                <a:gd name="connsiteY84" fmla="*/ 970811 h 1011671"/>
                <a:gd name="connsiteX85" fmla="*/ 5592 w 185753"/>
                <a:gd name="connsiteY85" fmla="*/ 452 h 101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85753" h="1011671">
                  <a:moveTo>
                    <a:pt x="5592" y="452"/>
                  </a:moveTo>
                  <a:cubicBezTo>
                    <a:pt x="83727" y="452"/>
                    <a:pt x="83727" y="452"/>
                    <a:pt x="84471" y="1196"/>
                  </a:cubicBezTo>
                  <a:cubicBezTo>
                    <a:pt x="84546" y="3197"/>
                    <a:pt x="84573" y="5180"/>
                    <a:pt x="84568" y="7181"/>
                  </a:cubicBezTo>
                  <a:cubicBezTo>
                    <a:pt x="84570" y="8140"/>
                    <a:pt x="84570" y="8140"/>
                    <a:pt x="84573" y="9118"/>
                  </a:cubicBezTo>
                  <a:cubicBezTo>
                    <a:pt x="84577" y="11292"/>
                    <a:pt x="84575" y="13466"/>
                    <a:pt x="84574" y="15640"/>
                  </a:cubicBezTo>
                  <a:cubicBezTo>
                    <a:pt x="84576" y="17208"/>
                    <a:pt x="84578" y="18777"/>
                    <a:pt x="84581" y="20345"/>
                  </a:cubicBezTo>
                  <a:cubicBezTo>
                    <a:pt x="84586" y="24695"/>
                    <a:pt x="84587" y="29046"/>
                    <a:pt x="84588" y="33397"/>
                  </a:cubicBezTo>
                  <a:cubicBezTo>
                    <a:pt x="84589" y="38114"/>
                    <a:pt x="84595" y="42832"/>
                    <a:pt x="84600" y="47549"/>
                  </a:cubicBezTo>
                  <a:cubicBezTo>
                    <a:pt x="84608" y="55831"/>
                    <a:pt x="84614" y="64112"/>
                    <a:pt x="84617" y="72394"/>
                  </a:cubicBezTo>
                  <a:cubicBezTo>
                    <a:pt x="84621" y="81284"/>
                    <a:pt x="84627" y="90174"/>
                    <a:pt x="84634" y="99065"/>
                  </a:cubicBezTo>
                  <a:cubicBezTo>
                    <a:pt x="84635" y="99625"/>
                    <a:pt x="84635" y="100186"/>
                    <a:pt x="84636" y="100763"/>
                  </a:cubicBezTo>
                  <a:cubicBezTo>
                    <a:pt x="84638" y="103621"/>
                    <a:pt x="84641" y="106480"/>
                    <a:pt x="84643" y="109338"/>
                  </a:cubicBezTo>
                  <a:cubicBezTo>
                    <a:pt x="84661" y="130049"/>
                    <a:pt x="84675" y="150761"/>
                    <a:pt x="84687" y="171472"/>
                  </a:cubicBezTo>
                  <a:cubicBezTo>
                    <a:pt x="84700" y="191990"/>
                    <a:pt x="84713" y="212508"/>
                    <a:pt x="84729" y="233025"/>
                  </a:cubicBezTo>
                  <a:cubicBezTo>
                    <a:pt x="84730" y="233662"/>
                    <a:pt x="84730" y="234299"/>
                    <a:pt x="84731" y="234955"/>
                  </a:cubicBezTo>
                  <a:cubicBezTo>
                    <a:pt x="84735" y="240770"/>
                    <a:pt x="84740" y="246584"/>
                    <a:pt x="84744" y="252399"/>
                  </a:cubicBezTo>
                  <a:cubicBezTo>
                    <a:pt x="84755" y="266856"/>
                    <a:pt x="84766" y="281312"/>
                    <a:pt x="84777" y="295769"/>
                  </a:cubicBezTo>
                  <a:cubicBezTo>
                    <a:pt x="84778" y="296427"/>
                    <a:pt x="84778" y="297085"/>
                    <a:pt x="84779" y="297764"/>
                  </a:cubicBezTo>
                  <a:cubicBezTo>
                    <a:pt x="84803" y="329808"/>
                    <a:pt x="84824" y="361853"/>
                    <a:pt x="84845" y="393897"/>
                  </a:cubicBezTo>
                  <a:cubicBezTo>
                    <a:pt x="84852" y="405021"/>
                    <a:pt x="84860" y="416144"/>
                    <a:pt x="84867" y="427267"/>
                  </a:cubicBezTo>
                  <a:cubicBezTo>
                    <a:pt x="84868" y="428302"/>
                    <a:pt x="84868" y="428302"/>
                    <a:pt x="84868" y="429357"/>
                  </a:cubicBezTo>
                  <a:cubicBezTo>
                    <a:pt x="84890" y="461413"/>
                    <a:pt x="84913" y="493469"/>
                    <a:pt x="84936" y="525525"/>
                  </a:cubicBezTo>
                  <a:cubicBezTo>
                    <a:pt x="84938" y="527605"/>
                    <a:pt x="84940" y="529686"/>
                    <a:pt x="84941" y="531766"/>
                  </a:cubicBezTo>
                  <a:cubicBezTo>
                    <a:pt x="84951" y="545553"/>
                    <a:pt x="84961" y="559341"/>
                    <a:pt x="84972" y="573128"/>
                  </a:cubicBezTo>
                  <a:cubicBezTo>
                    <a:pt x="84992" y="600563"/>
                    <a:pt x="85012" y="627997"/>
                    <a:pt x="85032" y="655432"/>
                  </a:cubicBezTo>
                  <a:cubicBezTo>
                    <a:pt x="85033" y="656739"/>
                    <a:pt x="85034" y="658045"/>
                    <a:pt x="85035" y="659352"/>
                  </a:cubicBezTo>
                  <a:cubicBezTo>
                    <a:pt x="85078" y="718187"/>
                    <a:pt x="85119" y="777023"/>
                    <a:pt x="85159" y="835859"/>
                  </a:cubicBezTo>
                  <a:cubicBezTo>
                    <a:pt x="85159" y="836410"/>
                    <a:pt x="85159" y="836961"/>
                    <a:pt x="85160" y="837529"/>
                  </a:cubicBezTo>
                  <a:cubicBezTo>
                    <a:pt x="85178" y="865089"/>
                    <a:pt x="85197" y="892649"/>
                    <a:pt x="85215" y="920210"/>
                  </a:cubicBezTo>
                  <a:cubicBezTo>
                    <a:pt x="85952" y="919964"/>
                    <a:pt x="86688" y="919719"/>
                    <a:pt x="87447" y="919466"/>
                  </a:cubicBezTo>
                  <a:cubicBezTo>
                    <a:pt x="88789" y="919395"/>
                    <a:pt x="90133" y="919368"/>
                    <a:pt x="91476" y="919366"/>
                  </a:cubicBezTo>
                  <a:cubicBezTo>
                    <a:pt x="92313" y="919363"/>
                    <a:pt x="93150" y="919360"/>
                    <a:pt x="94012" y="919356"/>
                  </a:cubicBezTo>
                  <a:cubicBezTo>
                    <a:pt x="94930" y="919357"/>
                    <a:pt x="95849" y="919357"/>
                    <a:pt x="96795" y="919357"/>
                  </a:cubicBezTo>
                  <a:cubicBezTo>
                    <a:pt x="97762" y="919355"/>
                    <a:pt x="98729" y="919352"/>
                    <a:pt x="99725" y="919350"/>
                  </a:cubicBezTo>
                  <a:cubicBezTo>
                    <a:pt x="102379" y="919343"/>
                    <a:pt x="105033" y="919342"/>
                    <a:pt x="107687" y="919341"/>
                  </a:cubicBezTo>
                  <a:cubicBezTo>
                    <a:pt x="109902" y="919340"/>
                    <a:pt x="112117" y="919338"/>
                    <a:pt x="114333" y="919335"/>
                  </a:cubicBezTo>
                  <a:cubicBezTo>
                    <a:pt x="119560" y="919329"/>
                    <a:pt x="124787" y="919327"/>
                    <a:pt x="130014" y="919328"/>
                  </a:cubicBezTo>
                  <a:cubicBezTo>
                    <a:pt x="135406" y="919328"/>
                    <a:pt x="140797" y="919320"/>
                    <a:pt x="146189" y="919308"/>
                  </a:cubicBezTo>
                  <a:cubicBezTo>
                    <a:pt x="150818" y="919299"/>
                    <a:pt x="155447" y="919295"/>
                    <a:pt x="160076" y="919295"/>
                  </a:cubicBezTo>
                  <a:cubicBezTo>
                    <a:pt x="162841" y="919295"/>
                    <a:pt x="165606" y="919293"/>
                    <a:pt x="168370" y="919285"/>
                  </a:cubicBezTo>
                  <a:cubicBezTo>
                    <a:pt x="171454" y="919277"/>
                    <a:pt x="174538" y="919280"/>
                    <a:pt x="177622" y="919285"/>
                  </a:cubicBezTo>
                  <a:cubicBezTo>
                    <a:pt x="178995" y="919279"/>
                    <a:pt x="178995" y="919279"/>
                    <a:pt x="180396" y="919272"/>
                  </a:cubicBezTo>
                  <a:cubicBezTo>
                    <a:pt x="181237" y="919275"/>
                    <a:pt x="182078" y="919278"/>
                    <a:pt x="182944" y="919282"/>
                  </a:cubicBezTo>
                  <a:cubicBezTo>
                    <a:pt x="183673" y="919281"/>
                    <a:pt x="184402" y="919281"/>
                    <a:pt x="185153" y="919280"/>
                  </a:cubicBezTo>
                  <a:cubicBezTo>
                    <a:pt x="187392" y="919487"/>
                    <a:pt x="188940" y="919807"/>
                    <a:pt x="190883" y="920954"/>
                  </a:cubicBezTo>
                  <a:cubicBezTo>
                    <a:pt x="191341" y="922555"/>
                    <a:pt x="191341" y="922555"/>
                    <a:pt x="191330" y="924579"/>
                  </a:cubicBezTo>
                  <a:cubicBezTo>
                    <a:pt x="191336" y="925345"/>
                    <a:pt x="191341" y="926111"/>
                    <a:pt x="191346" y="926900"/>
                  </a:cubicBezTo>
                  <a:cubicBezTo>
                    <a:pt x="191333" y="927744"/>
                    <a:pt x="191319" y="928587"/>
                    <a:pt x="191305" y="929457"/>
                  </a:cubicBezTo>
                  <a:cubicBezTo>
                    <a:pt x="191306" y="930785"/>
                    <a:pt x="191306" y="930785"/>
                    <a:pt x="191307" y="932141"/>
                  </a:cubicBezTo>
                  <a:cubicBezTo>
                    <a:pt x="191305" y="934573"/>
                    <a:pt x="191286" y="937005"/>
                    <a:pt x="191260" y="939437"/>
                  </a:cubicBezTo>
                  <a:cubicBezTo>
                    <a:pt x="191237" y="941977"/>
                    <a:pt x="191235" y="944518"/>
                    <a:pt x="191230" y="947058"/>
                  </a:cubicBezTo>
                  <a:cubicBezTo>
                    <a:pt x="191219" y="951871"/>
                    <a:pt x="191188" y="956683"/>
                    <a:pt x="191151" y="961495"/>
                  </a:cubicBezTo>
                  <a:cubicBezTo>
                    <a:pt x="191109" y="966973"/>
                    <a:pt x="191089" y="972451"/>
                    <a:pt x="191070" y="977929"/>
                  </a:cubicBezTo>
                  <a:cubicBezTo>
                    <a:pt x="191031" y="989199"/>
                    <a:pt x="190966" y="1000469"/>
                    <a:pt x="190883" y="1011739"/>
                  </a:cubicBezTo>
                  <a:cubicBezTo>
                    <a:pt x="171407" y="1011808"/>
                    <a:pt x="151931" y="1011861"/>
                    <a:pt x="132455" y="1011893"/>
                  </a:cubicBezTo>
                  <a:cubicBezTo>
                    <a:pt x="123412" y="1011909"/>
                    <a:pt x="114370" y="1011930"/>
                    <a:pt x="105327" y="1011964"/>
                  </a:cubicBezTo>
                  <a:cubicBezTo>
                    <a:pt x="97448" y="1011993"/>
                    <a:pt x="89570" y="1012012"/>
                    <a:pt x="81691" y="1012019"/>
                  </a:cubicBezTo>
                  <a:cubicBezTo>
                    <a:pt x="77516" y="1012023"/>
                    <a:pt x="73342" y="1012032"/>
                    <a:pt x="69168" y="1012054"/>
                  </a:cubicBezTo>
                  <a:cubicBezTo>
                    <a:pt x="65243" y="1012074"/>
                    <a:pt x="61319" y="1012080"/>
                    <a:pt x="57394" y="1012076"/>
                  </a:cubicBezTo>
                  <a:cubicBezTo>
                    <a:pt x="55950" y="1012076"/>
                    <a:pt x="54505" y="1012082"/>
                    <a:pt x="53061" y="1012094"/>
                  </a:cubicBezTo>
                  <a:cubicBezTo>
                    <a:pt x="51097" y="1012108"/>
                    <a:pt x="49133" y="1012105"/>
                    <a:pt x="47168" y="1012097"/>
                  </a:cubicBezTo>
                  <a:cubicBezTo>
                    <a:pt x="46302" y="1012110"/>
                    <a:pt x="46302" y="1012110"/>
                    <a:pt x="45418" y="1012123"/>
                  </a:cubicBezTo>
                  <a:cubicBezTo>
                    <a:pt x="43830" y="1012105"/>
                    <a:pt x="43830" y="1012105"/>
                    <a:pt x="41311" y="1011739"/>
                  </a:cubicBezTo>
                  <a:cubicBezTo>
                    <a:pt x="40294" y="1010275"/>
                    <a:pt x="40294" y="1010275"/>
                    <a:pt x="39822" y="1008762"/>
                  </a:cubicBezTo>
                  <a:cubicBezTo>
                    <a:pt x="39331" y="1008517"/>
                    <a:pt x="38840" y="1008271"/>
                    <a:pt x="38334" y="1008018"/>
                  </a:cubicBezTo>
                  <a:cubicBezTo>
                    <a:pt x="37966" y="1006913"/>
                    <a:pt x="37966" y="1006913"/>
                    <a:pt x="37590" y="1005786"/>
                  </a:cubicBezTo>
                  <a:cubicBezTo>
                    <a:pt x="36853" y="1005602"/>
                    <a:pt x="36853" y="1005602"/>
                    <a:pt x="36102" y="1005414"/>
                  </a:cubicBezTo>
                  <a:cubicBezTo>
                    <a:pt x="35365" y="1005230"/>
                    <a:pt x="35365" y="1005230"/>
                    <a:pt x="34613" y="1005042"/>
                  </a:cubicBezTo>
                  <a:cubicBezTo>
                    <a:pt x="34245" y="1003937"/>
                    <a:pt x="34245" y="1003937"/>
                    <a:pt x="33869" y="1002809"/>
                  </a:cubicBezTo>
                  <a:cubicBezTo>
                    <a:pt x="33378" y="1002564"/>
                    <a:pt x="32887" y="1002318"/>
                    <a:pt x="32381" y="1002065"/>
                  </a:cubicBezTo>
                  <a:cubicBezTo>
                    <a:pt x="32182" y="1001635"/>
                    <a:pt x="31982" y="1001206"/>
                    <a:pt x="31776" y="1000763"/>
                  </a:cubicBezTo>
                  <a:cubicBezTo>
                    <a:pt x="30937" y="998972"/>
                    <a:pt x="30937" y="998972"/>
                    <a:pt x="29265" y="997461"/>
                  </a:cubicBezTo>
                  <a:cubicBezTo>
                    <a:pt x="26982" y="995177"/>
                    <a:pt x="25112" y="992738"/>
                    <a:pt x="23190" y="990150"/>
                  </a:cubicBezTo>
                  <a:cubicBezTo>
                    <a:pt x="21944" y="988504"/>
                    <a:pt x="21944" y="988504"/>
                    <a:pt x="19731" y="987182"/>
                  </a:cubicBezTo>
                  <a:cubicBezTo>
                    <a:pt x="19485" y="986446"/>
                    <a:pt x="19240" y="985709"/>
                    <a:pt x="18987" y="984950"/>
                  </a:cubicBezTo>
                  <a:cubicBezTo>
                    <a:pt x="18250" y="984459"/>
                    <a:pt x="17513" y="983968"/>
                    <a:pt x="16754" y="983462"/>
                  </a:cubicBezTo>
                  <a:cubicBezTo>
                    <a:pt x="16386" y="982357"/>
                    <a:pt x="16386" y="982357"/>
                    <a:pt x="16010" y="981229"/>
                  </a:cubicBezTo>
                  <a:cubicBezTo>
                    <a:pt x="15626" y="980846"/>
                    <a:pt x="15243" y="980462"/>
                    <a:pt x="14847" y="980066"/>
                  </a:cubicBezTo>
                  <a:cubicBezTo>
                    <a:pt x="13778" y="978997"/>
                    <a:pt x="13778" y="978997"/>
                    <a:pt x="13778" y="977509"/>
                  </a:cubicBezTo>
                  <a:cubicBezTo>
                    <a:pt x="12795" y="977509"/>
                    <a:pt x="11813" y="977509"/>
                    <a:pt x="10801" y="977509"/>
                  </a:cubicBezTo>
                  <a:cubicBezTo>
                    <a:pt x="10801" y="976526"/>
                    <a:pt x="10801" y="975544"/>
                    <a:pt x="10801" y="974532"/>
                  </a:cubicBezTo>
                  <a:cubicBezTo>
                    <a:pt x="10310" y="974409"/>
                    <a:pt x="9819" y="974286"/>
                    <a:pt x="9313" y="974160"/>
                  </a:cubicBezTo>
                  <a:cubicBezTo>
                    <a:pt x="8822" y="974037"/>
                    <a:pt x="8330" y="973914"/>
                    <a:pt x="7824" y="973788"/>
                  </a:cubicBezTo>
                  <a:cubicBezTo>
                    <a:pt x="7824" y="972806"/>
                    <a:pt x="7824" y="971823"/>
                    <a:pt x="7824" y="970811"/>
                  </a:cubicBezTo>
                  <a:cubicBezTo>
                    <a:pt x="7088" y="970811"/>
                    <a:pt x="6351" y="970811"/>
                    <a:pt x="5592" y="970811"/>
                  </a:cubicBezTo>
                  <a:cubicBezTo>
                    <a:pt x="5592" y="650593"/>
                    <a:pt x="5592" y="330374"/>
                    <a:pt x="5592" y="452"/>
                  </a:cubicBezTo>
                  <a:close/>
                </a:path>
              </a:pathLst>
            </a:custGeom>
            <a:grpFill/>
            <a:ln w="744" cap="flat">
              <a:noFill/>
              <a:prstDash val="solid"/>
              <a:miter/>
            </a:ln>
          </p:spPr>
          <p:txBody>
            <a:bodyPr rtlCol="0" anchor="ctr"/>
            <a:lstStyle/>
            <a:p>
              <a:endParaRPr lang="zh-CN" altLang="en-US"/>
            </a:p>
          </p:txBody>
        </p:sp>
        <p:sp>
          <p:nvSpPr>
            <p:cNvPr id="150" name="任意多边形: 形状 149"/>
            <p:cNvSpPr/>
            <p:nvPr/>
          </p:nvSpPr>
          <p:spPr>
            <a:xfrm>
              <a:off x="3562165" y="610123"/>
              <a:ext cx="186319" cy="1011798"/>
            </a:xfrm>
            <a:custGeom>
              <a:avLst/>
              <a:gdLst>
                <a:gd name="connsiteX0" fmla="*/ 6094 w 186323"/>
                <a:gd name="connsiteY0" fmla="*/ 452 h 1011767"/>
                <a:gd name="connsiteX1" fmla="*/ 84973 w 186323"/>
                <a:gd name="connsiteY1" fmla="*/ 452 h 1011767"/>
                <a:gd name="connsiteX2" fmla="*/ 84973 w 186323"/>
                <a:gd name="connsiteY2" fmla="*/ 920954 h 1011767"/>
                <a:gd name="connsiteX3" fmla="*/ 87205 w 186323"/>
                <a:gd name="connsiteY3" fmla="*/ 920954 h 1011767"/>
                <a:gd name="connsiteX4" fmla="*/ 87205 w 186323"/>
                <a:gd name="connsiteY4" fmla="*/ 919466 h 1011767"/>
                <a:gd name="connsiteX5" fmla="*/ 127296 w 186323"/>
                <a:gd name="connsiteY5" fmla="*/ 919427 h 1011767"/>
                <a:gd name="connsiteX6" fmla="*/ 145910 w 186323"/>
                <a:gd name="connsiteY6" fmla="*/ 919409 h 1011767"/>
                <a:gd name="connsiteX7" fmla="*/ 162129 w 186323"/>
                <a:gd name="connsiteY7" fmla="*/ 919396 h 1011767"/>
                <a:gd name="connsiteX8" fmla="*/ 170721 w 186323"/>
                <a:gd name="connsiteY8" fmla="*/ 919387 h 1011767"/>
                <a:gd name="connsiteX9" fmla="*/ 178802 w 186323"/>
                <a:gd name="connsiteY9" fmla="*/ 919381 h 1011767"/>
                <a:gd name="connsiteX10" fmla="*/ 183194 w 186323"/>
                <a:gd name="connsiteY10" fmla="*/ 919373 h 1011767"/>
                <a:gd name="connsiteX11" fmla="*/ 185819 w 186323"/>
                <a:gd name="connsiteY11" fmla="*/ 919376 h 1011767"/>
                <a:gd name="connsiteX12" fmla="*/ 188110 w 186323"/>
                <a:gd name="connsiteY12" fmla="*/ 919374 h 1011767"/>
                <a:gd name="connsiteX13" fmla="*/ 191385 w 186323"/>
                <a:gd name="connsiteY13" fmla="*/ 920210 h 1011767"/>
                <a:gd name="connsiteX14" fmla="*/ 191564 w 186323"/>
                <a:gd name="connsiteY14" fmla="*/ 923774 h 1011767"/>
                <a:gd name="connsiteX15" fmla="*/ 191570 w 186323"/>
                <a:gd name="connsiteY15" fmla="*/ 926111 h 1011767"/>
                <a:gd name="connsiteX16" fmla="*/ 191554 w 186323"/>
                <a:gd name="connsiteY16" fmla="*/ 928696 h 1011767"/>
                <a:gd name="connsiteX17" fmla="*/ 191554 w 186323"/>
                <a:gd name="connsiteY17" fmla="*/ 931402 h 1011767"/>
                <a:gd name="connsiteX18" fmla="*/ 191536 w 186323"/>
                <a:gd name="connsiteY18" fmla="*/ 938768 h 1011767"/>
                <a:gd name="connsiteX19" fmla="*/ 191524 w 186323"/>
                <a:gd name="connsiteY19" fmla="*/ 946458 h 1011767"/>
                <a:gd name="connsiteX20" fmla="*/ 191492 w 186323"/>
                <a:gd name="connsiteY20" fmla="*/ 961029 h 1011767"/>
                <a:gd name="connsiteX21" fmla="*/ 191460 w 186323"/>
                <a:gd name="connsiteY21" fmla="*/ 977614 h 1011767"/>
                <a:gd name="connsiteX22" fmla="*/ 191385 w 186323"/>
                <a:gd name="connsiteY22" fmla="*/ 1011739 h 1011767"/>
                <a:gd name="connsiteX23" fmla="*/ 132957 w 186323"/>
                <a:gd name="connsiteY23" fmla="*/ 1011932 h 1011767"/>
                <a:gd name="connsiteX24" fmla="*/ 105829 w 186323"/>
                <a:gd name="connsiteY24" fmla="*/ 1012020 h 1011767"/>
                <a:gd name="connsiteX25" fmla="*/ 82193 w 186323"/>
                <a:gd name="connsiteY25" fmla="*/ 1012089 h 1011767"/>
                <a:gd name="connsiteX26" fmla="*/ 69670 w 186323"/>
                <a:gd name="connsiteY26" fmla="*/ 1012132 h 1011767"/>
                <a:gd name="connsiteX27" fmla="*/ 57896 w 186323"/>
                <a:gd name="connsiteY27" fmla="*/ 1012160 h 1011767"/>
                <a:gd name="connsiteX28" fmla="*/ 53563 w 186323"/>
                <a:gd name="connsiteY28" fmla="*/ 1012183 h 1011767"/>
                <a:gd name="connsiteX29" fmla="*/ 47670 w 186323"/>
                <a:gd name="connsiteY29" fmla="*/ 1012186 h 1011767"/>
                <a:gd name="connsiteX30" fmla="*/ 45919 w 186323"/>
                <a:gd name="connsiteY30" fmla="*/ 1012219 h 1011767"/>
                <a:gd name="connsiteX31" fmla="*/ 41813 w 186323"/>
                <a:gd name="connsiteY31" fmla="*/ 1011739 h 1011767"/>
                <a:gd name="connsiteX32" fmla="*/ 40324 w 186323"/>
                <a:gd name="connsiteY32" fmla="*/ 1008018 h 1011767"/>
                <a:gd name="connsiteX33" fmla="*/ 37999 w 186323"/>
                <a:gd name="connsiteY33" fmla="*/ 1005274 h 1011767"/>
                <a:gd name="connsiteX34" fmla="*/ 35859 w 186323"/>
                <a:gd name="connsiteY34" fmla="*/ 1001321 h 1011767"/>
                <a:gd name="connsiteX35" fmla="*/ 33627 w 186323"/>
                <a:gd name="connsiteY35" fmla="*/ 1000577 h 1011767"/>
                <a:gd name="connsiteX36" fmla="*/ 32883 w 186323"/>
                <a:gd name="connsiteY36" fmla="*/ 998344 h 1011767"/>
                <a:gd name="connsiteX37" fmla="*/ 30650 w 186323"/>
                <a:gd name="connsiteY37" fmla="*/ 997600 h 1011767"/>
                <a:gd name="connsiteX38" fmla="*/ 29906 w 186323"/>
                <a:gd name="connsiteY38" fmla="*/ 995368 h 1011767"/>
                <a:gd name="connsiteX39" fmla="*/ 27674 w 186323"/>
                <a:gd name="connsiteY39" fmla="*/ 994624 h 1011767"/>
                <a:gd name="connsiteX40" fmla="*/ 27674 w 186323"/>
                <a:gd name="connsiteY40" fmla="*/ 991647 h 1011767"/>
                <a:gd name="connsiteX41" fmla="*/ 24697 w 186323"/>
                <a:gd name="connsiteY41" fmla="*/ 991647 h 1011767"/>
                <a:gd name="connsiteX42" fmla="*/ 24697 w 186323"/>
                <a:gd name="connsiteY42" fmla="*/ 987926 h 1011767"/>
                <a:gd name="connsiteX43" fmla="*/ 21721 w 186323"/>
                <a:gd name="connsiteY43" fmla="*/ 987926 h 1011767"/>
                <a:gd name="connsiteX44" fmla="*/ 18744 w 186323"/>
                <a:gd name="connsiteY44" fmla="*/ 981973 h 1011767"/>
                <a:gd name="connsiteX45" fmla="*/ 16512 w 186323"/>
                <a:gd name="connsiteY45" fmla="*/ 981229 h 1011767"/>
                <a:gd name="connsiteX46" fmla="*/ 16233 w 186323"/>
                <a:gd name="connsiteY46" fmla="*/ 979741 h 1011767"/>
                <a:gd name="connsiteX47" fmla="*/ 15768 w 186323"/>
                <a:gd name="connsiteY47" fmla="*/ 978253 h 1011767"/>
                <a:gd name="connsiteX48" fmla="*/ 13907 w 186323"/>
                <a:gd name="connsiteY48" fmla="*/ 977927 h 1011767"/>
                <a:gd name="connsiteX49" fmla="*/ 12047 w 186323"/>
                <a:gd name="connsiteY49" fmla="*/ 977509 h 1011767"/>
                <a:gd name="connsiteX50" fmla="*/ 11303 w 186323"/>
                <a:gd name="connsiteY50" fmla="*/ 973788 h 1011767"/>
                <a:gd name="connsiteX51" fmla="*/ 9070 w 186323"/>
                <a:gd name="connsiteY51" fmla="*/ 973044 h 1011767"/>
                <a:gd name="connsiteX52" fmla="*/ 5644 w 186323"/>
                <a:gd name="connsiteY52" fmla="*/ 968384 h 1011767"/>
                <a:gd name="connsiteX53" fmla="*/ 5256 w 186323"/>
                <a:gd name="connsiteY53" fmla="*/ 945172 h 1011767"/>
                <a:gd name="connsiteX54" fmla="*/ 5253 w 186323"/>
                <a:gd name="connsiteY54" fmla="*/ 940271 h 1011767"/>
                <a:gd name="connsiteX55" fmla="*/ 5254 w 186323"/>
                <a:gd name="connsiteY55" fmla="*/ 926786 h 1011767"/>
                <a:gd name="connsiteX56" fmla="*/ 5252 w 186323"/>
                <a:gd name="connsiteY56" fmla="*/ 913635 h 1011767"/>
                <a:gd name="connsiteX57" fmla="*/ 5251 w 186323"/>
                <a:gd name="connsiteY57" fmla="*/ 886415 h 1011767"/>
                <a:gd name="connsiteX58" fmla="*/ 5252 w 186323"/>
                <a:gd name="connsiteY58" fmla="*/ 858837 h 1011767"/>
                <a:gd name="connsiteX59" fmla="*/ 5252 w 186323"/>
                <a:gd name="connsiteY59" fmla="*/ 857077 h 1011767"/>
                <a:gd name="connsiteX60" fmla="*/ 5250 w 186323"/>
                <a:gd name="connsiteY60" fmla="*/ 849978 h 1011767"/>
                <a:gd name="connsiteX61" fmla="*/ 5248 w 186323"/>
                <a:gd name="connsiteY61" fmla="*/ 783884 h 1011767"/>
                <a:gd name="connsiteX62" fmla="*/ 5248 w 186323"/>
                <a:gd name="connsiteY62" fmla="*/ 781906 h 1011767"/>
                <a:gd name="connsiteX63" fmla="*/ 5249 w 186323"/>
                <a:gd name="connsiteY63" fmla="*/ 779925 h 1011767"/>
                <a:gd name="connsiteX64" fmla="*/ 5250 w 186323"/>
                <a:gd name="connsiteY64" fmla="*/ 720189 h 1011767"/>
                <a:gd name="connsiteX65" fmla="*/ 5250 w 186323"/>
                <a:gd name="connsiteY65" fmla="*/ 716189 h 1011767"/>
                <a:gd name="connsiteX66" fmla="*/ 5249 w 186323"/>
                <a:gd name="connsiteY66" fmla="*/ 700117 h 1011767"/>
                <a:gd name="connsiteX67" fmla="*/ 5248 w 186323"/>
                <a:gd name="connsiteY67" fmla="*/ 655189 h 1011767"/>
                <a:gd name="connsiteX68" fmla="*/ 5248 w 186323"/>
                <a:gd name="connsiteY68" fmla="*/ 653123 h 1011767"/>
                <a:gd name="connsiteX69" fmla="*/ 5250 w 186323"/>
                <a:gd name="connsiteY69" fmla="*/ 587927 h 1011767"/>
                <a:gd name="connsiteX70" fmla="*/ 5250 w 186323"/>
                <a:gd name="connsiteY70" fmla="*/ 585791 h 1011767"/>
                <a:gd name="connsiteX71" fmla="*/ 5253 w 186323"/>
                <a:gd name="connsiteY71" fmla="*/ 551449 h 1011767"/>
                <a:gd name="connsiteX72" fmla="*/ 5253 w 186323"/>
                <a:gd name="connsiteY72" fmla="*/ 415234 h 1011767"/>
                <a:gd name="connsiteX73" fmla="*/ 5250 w 186323"/>
                <a:gd name="connsiteY73" fmla="*/ 380905 h 1011767"/>
                <a:gd name="connsiteX74" fmla="*/ 5250 w 186323"/>
                <a:gd name="connsiteY74" fmla="*/ 378770 h 1011767"/>
                <a:gd name="connsiteX75" fmla="*/ 5248 w 186323"/>
                <a:gd name="connsiteY75" fmla="*/ 313638 h 1011767"/>
                <a:gd name="connsiteX76" fmla="*/ 5248 w 186323"/>
                <a:gd name="connsiteY76" fmla="*/ 311573 h 1011767"/>
                <a:gd name="connsiteX77" fmla="*/ 5249 w 186323"/>
                <a:gd name="connsiteY77" fmla="*/ 266698 h 1011767"/>
                <a:gd name="connsiteX78" fmla="*/ 5250 w 186323"/>
                <a:gd name="connsiteY78" fmla="*/ 250641 h 1011767"/>
                <a:gd name="connsiteX79" fmla="*/ 5250 w 186323"/>
                <a:gd name="connsiteY79" fmla="*/ 246647 h 1011767"/>
                <a:gd name="connsiteX80" fmla="*/ 5251 w 186323"/>
                <a:gd name="connsiteY80" fmla="*/ 226760 h 1011767"/>
                <a:gd name="connsiteX81" fmla="*/ 5251 w 186323"/>
                <a:gd name="connsiteY81" fmla="*/ 224776 h 1011767"/>
                <a:gd name="connsiteX82" fmla="*/ 5248 w 186323"/>
                <a:gd name="connsiteY82" fmla="*/ 186922 h 1011767"/>
                <a:gd name="connsiteX83" fmla="*/ 5248 w 186323"/>
                <a:gd name="connsiteY83" fmla="*/ 184944 h 1011767"/>
                <a:gd name="connsiteX84" fmla="*/ 5248 w 186323"/>
                <a:gd name="connsiteY84" fmla="*/ 182970 h 1011767"/>
                <a:gd name="connsiteX85" fmla="*/ 5251 w 186323"/>
                <a:gd name="connsiteY85" fmla="*/ 117072 h 1011767"/>
                <a:gd name="connsiteX86" fmla="*/ 5252 w 186323"/>
                <a:gd name="connsiteY86" fmla="*/ 109998 h 1011767"/>
                <a:gd name="connsiteX87" fmla="*/ 5252 w 186323"/>
                <a:gd name="connsiteY87" fmla="*/ 108245 h 1011767"/>
                <a:gd name="connsiteX88" fmla="*/ 5251 w 186323"/>
                <a:gd name="connsiteY88" fmla="*/ 80736 h 1011767"/>
                <a:gd name="connsiteX89" fmla="*/ 5253 w 186323"/>
                <a:gd name="connsiteY89" fmla="*/ 53700 h 1011767"/>
                <a:gd name="connsiteX90" fmla="*/ 5253 w 186323"/>
                <a:gd name="connsiteY90" fmla="*/ 39233 h 1011767"/>
                <a:gd name="connsiteX91" fmla="*/ 5255 w 186323"/>
                <a:gd name="connsiteY91" fmla="*/ 26080 h 1011767"/>
                <a:gd name="connsiteX92" fmla="*/ 5253 w 186323"/>
                <a:gd name="connsiteY92" fmla="*/ 21343 h 1011767"/>
                <a:gd name="connsiteX93" fmla="*/ 5256 w 186323"/>
                <a:gd name="connsiteY93" fmla="*/ 14920 h 1011767"/>
                <a:gd name="connsiteX94" fmla="*/ 5251 w 186323"/>
                <a:gd name="connsiteY94" fmla="*/ 13075 h 1011767"/>
                <a:gd name="connsiteX95" fmla="*/ 6094 w 186323"/>
                <a:gd name="connsiteY95" fmla="*/ 452 h 101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86323" h="1011767">
                  <a:moveTo>
                    <a:pt x="6094" y="452"/>
                  </a:moveTo>
                  <a:cubicBezTo>
                    <a:pt x="32124" y="452"/>
                    <a:pt x="58154" y="452"/>
                    <a:pt x="84973" y="452"/>
                  </a:cubicBezTo>
                  <a:cubicBezTo>
                    <a:pt x="84973" y="304218"/>
                    <a:pt x="84973" y="607983"/>
                    <a:pt x="84973" y="920954"/>
                  </a:cubicBezTo>
                  <a:cubicBezTo>
                    <a:pt x="85709" y="920954"/>
                    <a:pt x="86446" y="920954"/>
                    <a:pt x="87205" y="920954"/>
                  </a:cubicBezTo>
                  <a:cubicBezTo>
                    <a:pt x="87205" y="920463"/>
                    <a:pt x="87205" y="919972"/>
                    <a:pt x="87205" y="919466"/>
                  </a:cubicBezTo>
                  <a:cubicBezTo>
                    <a:pt x="100569" y="919448"/>
                    <a:pt x="113932" y="919435"/>
                    <a:pt x="127296" y="919427"/>
                  </a:cubicBezTo>
                  <a:cubicBezTo>
                    <a:pt x="133501" y="919423"/>
                    <a:pt x="139705" y="919418"/>
                    <a:pt x="145910" y="919409"/>
                  </a:cubicBezTo>
                  <a:cubicBezTo>
                    <a:pt x="151316" y="919402"/>
                    <a:pt x="156723" y="919397"/>
                    <a:pt x="162129" y="919396"/>
                  </a:cubicBezTo>
                  <a:cubicBezTo>
                    <a:pt x="164993" y="919395"/>
                    <a:pt x="167857" y="919392"/>
                    <a:pt x="170721" y="919387"/>
                  </a:cubicBezTo>
                  <a:cubicBezTo>
                    <a:pt x="173415" y="919382"/>
                    <a:pt x="176108" y="919380"/>
                    <a:pt x="178802" y="919381"/>
                  </a:cubicBezTo>
                  <a:cubicBezTo>
                    <a:pt x="180266" y="919381"/>
                    <a:pt x="181730" y="919377"/>
                    <a:pt x="183194" y="919373"/>
                  </a:cubicBezTo>
                  <a:cubicBezTo>
                    <a:pt x="184061" y="919374"/>
                    <a:pt x="184927" y="919375"/>
                    <a:pt x="185819" y="919376"/>
                  </a:cubicBezTo>
                  <a:cubicBezTo>
                    <a:pt x="186575" y="919375"/>
                    <a:pt x="187331" y="919375"/>
                    <a:pt x="188110" y="919374"/>
                  </a:cubicBezTo>
                  <a:cubicBezTo>
                    <a:pt x="189897" y="919466"/>
                    <a:pt x="189897" y="919466"/>
                    <a:pt x="191385" y="920210"/>
                  </a:cubicBezTo>
                  <a:cubicBezTo>
                    <a:pt x="191568" y="921731"/>
                    <a:pt x="191568" y="921731"/>
                    <a:pt x="191564" y="923774"/>
                  </a:cubicBezTo>
                  <a:cubicBezTo>
                    <a:pt x="191567" y="924931"/>
                    <a:pt x="191567" y="924931"/>
                    <a:pt x="191570" y="926111"/>
                  </a:cubicBezTo>
                  <a:cubicBezTo>
                    <a:pt x="191562" y="927391"/>
                    <a:pt x="191562" y="927391"/>
                    <a:pt x="191554" y="928696"/>
                  </a:cubicBezTo>
                  <a:cubicBezTo>
                    <a:pt x="191554" y="929589"/>
                    <a:pt x="191554" y="930482"/>
                    <a:pt x="191554" y="931402"/>
                  </a:cubicBezTo>
                  <a:cubicBezTo>
                    <a:pt x="191554" y="933857"/>
                    <a:pt x="191546" y="936312"/>
                    <a:pt x="191536" y="938768"/>
                  </a:cubicBezTo>
                  <a:cubicBezTo>
                    <a:pt x="191527" y="941331"/>
                    <a:pt x="191526" y="943894"/>
                    <a:pt x="191524" y="946458"/>
                  </a:cubicBezTo>
                  <a:cubicBezTo>
                    <a:pt x="191519" y="951315"/>
                    <a:pt x="191507" y="956172"/>
                    <a:pt x="191492" y="961029"/>
                  </a:cubicBezTo>
                  <a:cubicBezTo>
                    <a:pt x="191475" y="966557"/>
                    <a:pt x="191467" y="972086"/>
                    <a:pt x="191460" y="977614"/>
                  </a:cubicBezTo>
                  <a:cubicBezTo>
                    <a:pt x="191444" y="988989"/>
                    <a:pt x="191418" y="1000364"/>
                    <a:pt x="191385" y="1011739"/>
                  </a:cubicBezTo>
                  <a:cubicBezTo>
                    <a:pt x="171909" y="1011826"/>
                    <a:pt x="152433" y="1011891"/>
                    <a:pt x="132957" y="1011932"/>
                  </a:cubicBezTo>
                  <a:cubicBezTo>
                    <a:pt x="123914" y="1011951"/>
                    <a:pt x="114872" y="1011977"/>
                    <a:pt x="105829" y="1012020"/>
                  </a:cubicBezTo>
                  <a:cubicBezTo>
                    <a:pt x="97950" y="1012057"/>
                    <a:pt x="90071" y="1012081"/>
                    <a:pt x="82193" y="1012089"/>
                  </a:cubicBezTo>
                  <a:cubicBezTo>
                    <a:pt x="78018" y="1012094"/>
                    <a:pt x="73844" y="1012105"/>
                    <a:pt x="69670" y="1012132"/>
                  </a:cubicBezTo>
                  <a:cubicBezTo>
                    <a:pt x="65745" y="1012158"/>
                    <a:pt x="61821" y="1012165"/>
                    <a:pt x="57896" y="1012160"/>
                  </a:cubicBezTo>
                  <a:cubicBezTo>
                    <a:pt x="56451" y="1012161"/>
                    <a:pt x="55007" y="1012168"/>
                    <a:pt x="53563" y="1012183"/>
                  </a:cubicBezTo>
                  <a:cubicBezTo>
                    <a:pt x="51598" y="1012201"/>
                    <a:pt x="49635" y="1012197"/>
                    <a:pt x="47670" y="1012186"/>
                  </a:cubicBezTo>
                  <a:cubicBezTo>
                    <a:pt x="47092" y="1012197"/>
                    <a:pt x="46515" y="1012208"/>
                    <a:pt x="45919" y="1012219"/>
                  </a:cubicBezTo>
                  <a:cubicBezTo>
                    <a:pt x="44332" y="1012197"/>
                    <a:pt x="44332" y="1012197"/>
                    <a:pt x="41813" y="1011739"/>
                  </a:cubicBezTo>
                  <a:cubicBezTo>
                    <a:pt x="40773" y="1009941"/>
                    <a:pt x="40773" y="1009941"/>
                    <a:pt x="40324" y="1008018"/>
                  </a:cubicBezTo>
                  <a:cubicBezTo>
                    <a:pt x="39230" y="1006559"/>
                    <a:pt x="39230" y="1006559"/>
                    <a:pt x="37999" y="1005274"/>
                  </a:cubicBezTo>
                  <a:cubicBezTo>
                    <a:pt x="35859" y="1002966"/>
                    <a:pt x="35859" y="1002966"/>
                    <a:pt x="35859" y="1001321"/>
                  </a:cubicBezTo>
                  <a:cubicBezTo>
                    <a:pt x="35123" y="1001075"/>
                    <a:pt x="34386" y="1000830"/>
                    <a:pt x="33627" y="1000577"/>
                  </a:cubicBezTo>
                  <a:cubicBezTo>
                    <a:pt x="33259" y="999472"/>
                    <a:pt x="33259" y="999472"/>
                    <a:pt x="32883" y="998344"/>
                  </a:cubicBezTo>
                  <a:cubicBezTo>
                    <a:pt x="32146" y="998099"/>
                    <a:pt x="31410" y="997853"/>
                    <a:pt x="30650" y="997600"/>
                  </a:cubicBezTo>
                  <a:cubicBezTo>
                    <a:pt x="30282" y="996495"/>
                    <a:pt x="30282" y="996495"/>
                    <a:pt x="29906" y="995368"/>
                  </a:cubicBezTo>
                  <a:cubicBezTo>
                    <a:pt x="29170" y="995122"/>
                    <a:pt x="28433" y="994877"/>
                    <a:pt x="27674" y="994624"/>
                  </a:cubicBezTo>
                  <a:cubicBezTo>
                    <a:pt x="27674" y="993642"/>
                    <a:pt x="27674" y="992659"/>
                    <a:pt x="27674" y="991647"/>
                  </a:cubicBezTo>
                  <a:cubicBezTo>
                    <a:pt x="26692" y="991647"/>
                    <a:pt x="25709" y="991647"/>
                    <a:pt x="24697" y="991647"/>
                  </a:cubicBezTo>
                  <a:cubicBezTo>
                    <a:pt x="24697" y="990419"/>
                    <a:pt x="24697" y="989191"/>
                    <a:pt x="24697" y="987926"/>
                  </a:cubicBezTo>
                  <a:cubicBezTo>
                    <a:pt x="23715" y="987926"/>
                    <a:pt x="22733" y="987926"/>
                    <a:pt x="21721" y="987926"/>
                  </a:cubicBezTo>
                  <a:cubicBezTo>
                    <a:pt x="18744" y="984867"/>
                    <a:pt x="18744" y="984867"/>
                    <a:pt x="18744" y="981973"/>
                  </a:cubicBezTo>
                  <a:cubicBezTo>
                    <a:pt x="18008" y="981728"/>
                    <a:pt x="17271" y="981482"/>
                    <a:pt x="16512" y="981229"/>
                  </a:cubicBezTo>
                  <a:cubicBezTo>
                    <a:pt x="16420" y="980738"/>
                    <a:pt x="16328" y="980247"/>
                    <a:pt x="16233" y="979741"/>
                  </a:cubicBezTo>
                  <a:cubicBezTo>
                    <a:pt x="16079" y="979250"/>
                    <a:pt x="15926" y="978759"/>
                    <a:pt x="15768" y="978253"/>
                  </a:cubicBezTo>
                  <a:cubicBezTo>
                    <a:pt x="15154" y="978145"/>
                    <a:pt x="14540" y="978038"/>
                    <a:pt x="13907" y="977927"/>
                  </a:cubicBezTo>
                  <a:cubicBezTo>
                    <a:pt x="13293" y="977789"/>
                    <a:pt x="12680" y="977651"/>
                    <a:pt x="12047" y="977509"/>
                  </a:cubicBezTo>
                  <a:cubicBezTo>
                    <a:pt x="11582" y="975648"/>
                    <a:pt x="11582" y="975648"/>
                    <a:pt x="11303" y="973788"/>
                  </a:cubicBezTo>
                  <a:cubicBezTo>
                    <a:pt x="10566" y="973542"/>
                    <a:pt x="9829" y="973297"/>
                    <a:pt x="9070" y="973044"/>
                  </a:cubicBezTo>
                  <a:cubicBezTo>
                    <a:pt x="7288" y="971582"/>
                    <a:pt x="6246" y="970635"/>
                    <a:pt x="5644" y="968384"/>
                  </a:cubicBezTo>
                  <a:cubicBezTo>
                    <a:pt x="5243" y="960649"/>
                    <a:pt x="5247" y="952916"/>
                    <a:pt x="5256" y="945172"/>
                  </a:cubicBezTo>
                  <a:cubicBezTo>
                    <a:pt x="5255" y="943538"/>
                    <a:pt x="5254" y="941905"/>
                    <a:pt x="5253" y="940271"/>
                  </a:cubicBezTo>
                  <a:cubicBezTo>
                    <a:pt x="5250" y="935776"/>
                    <a:pt x="5252" y="931281"/>
                    <a:pt x="5254" y="926786"/>
                  </a:cubicBezTo>
                  <a:cubicBezTo>
                    <a:pt x="5256" y="922402"/>
                    <a:pt x="5254" y="918019"/>
                    <a:pt x="5252" y="913635"/>
                  </a:cubicBezTo>
                  <a:cubicBezTo>
                    <a:pt x="5249" y="904562"/>
                    <a:pt x="5249" y="895489"/>
                    <a:pt x="5251" y="886415"/>
                  </a:cubicBezTo>
                  <a:cubicBezTo>
                    <a:pt x="5253" y="877223"/>
                    <a:pt x="5253" y="868030"/>
                    <a:pt x="5252" y="858837"/>
                  </a:cubicBezTo>
                  <a:cubicBezTo>
                    <a:pt x="5252" y="858256"/>
                    <a:pt x="5252" y="857675"/>
                    <a:pt x="5252" y="857077"/>
                  </a:cubicBezTo>
                  <a:cubicBezTo>
                    <a:pt x="5251" y="854711"/>
                    <a:pt x="5251" y="852344"/>
                    <a:pt x="5250" y="849978"/>
                  </a:cubicBezTo>
                  <a:cubicBezTo>
                    <a:pt x="5246" y="827947"/>
                    <a:pt x="5246" y="805915"/>
                    <a:pt x="5248" y="783884"/>
                  </a:cubicBezTo>
                  <a:cubicBezTo>
                    <a:pt x="5248" y="783231"/>
                    <a:pt x="5248" y="782578"/>
                    <a:pt x="5248" y="781906"/>
                  </a:cubicBezTo>
                  <a:cubicBezTo>
                    <a:pt x="5249" y="781252"/>
                    <a:pt x="5249" y="780599"/>
                    <a:pt x="5249" y="779925"/>
                  </a:cubicBezTo>
                  <a:cubicBezTo>
                    <a:pt x="5251" y="760013"/>
                    <a:pt x="5251" y="740101"/>
                    <a:pt x="5250" y="720189"/>
                  </a:cubicBezTo>
                  <a:cubicBezTo>
                    <a:pt x="5250" y="718856"/>
                    <a:pt x="5250" y="717523"/>
                    <a:pt x="5250" y="716189"/>
                  </a:cubicBezTo>
                  <a:cubicBezTo>
                    <a:pt x="5250" y="710832"/>
                    <a:pt x="5249" y="705475"/>
                    <a:pt x="5249" y="700117"/>
                  </a:cubicBezTo>
                  <a:cubicBezTo>
                    <a:pt x="5249" y="685141"/>
                    <a:pt x="5248" y="670165"/>
                    <a:pt x="5248" y="655189"/>
                  </a:cubicBezTo>
                  <a:cubicBezTo>
                    <a:pt x="5248" y="654507"/>
                    <a:pt x="5248" y="653825"/>
                    <a:pt x="5248" y="653123"/>
                  </a:cubicBezTo>
                  <a:cubicBezTo>
                    <a:pt x="5248" y="631391"/>
                    <a:pt x="5248" y="609659"/>
                    <a:pt x="5250" y="587927"/>
                  </a:cubicBezTo>
                  <a:cubicBezTo>
                    <a:pt x="5250" y="587222"/>
                    <a:pt x="5250" y="586517"/>
                    <a:pt x="5250" y="585791"/>
                  </a:cubicBezTo>
                  <a:cubicBezTo>
                    <a:pt x="5251" y="574344"/>
                    <a:pt x="5252" y="562896"/>
                    <a:pt x="5253" y="551449"/>
                  </a:cubicBezTo>
                  <a:cubicBezTo>
                    <a:pt x="5256" y="506044"/>
                    <a:pt x="5256" y="460639"/>
                    <a:pt x="5253" y="415234"/>
                  </a:cubicBezTo>
                  <a:cubicBezTo>
                    <a:pt x="5252" y="403791"/>
                    <a:pt x="5251" y="392348"/>
                    <a:pt x="5250" y="380905"/>
                  </a:cubicBezTo>
                  <a:cubicBezTo>
                    <a:pt x="5250" y="380200"/>
                    <a:pt x="5250" y="379496"/>
                    <a:pt x="5250" y="378770"/>
                  </a:cubicBezTo>
                  <a:cubicBezTo>
                    <a:pt x="5248" y="357059"/>
                    <a:pt x="5248" y="335349"/>
                    <a:pt x="5248" y="313638"/>
                  </a:cubicBezTo>
                  <a:cubicBezTo>
                    <a:pt x="5248" y="312957"/>
                    <a:pt x="5248" y="312275"/>
                    <a:pt x="5248" y="311573"/>
                  </a:cubicBezTo>
                  <a:cubicBezTo>
                    <a:pt x="5248" y="296615"/>
                    <a:pt x="5249" y="281656"/>
                    <a:pt x="5249" y="266698"/>
                  </a:cubicBezTo>
                  <a:cubicBezTo>
                    <a:pt x="5250" y="261345"/>
                    <a:pt x="5250" y="255993"/>
                    <a:pt x="5250" y="250641"/>
                  </a:cubicBezTo>
                  <a:cubicBezTo>
                    <a:pt x="5250" y="249310"/>
                    <a:pt x="5250" y="247978"/>
                    <a:pt x="5250" y="246647"/>
                  </a:cubicBezTo>
                  <a:cubicBezTo>
                    <a:pt x="5251" y="240018"/>
                    <a:pt x="5251" y="233389"/>
                    <a:pt x="5251" y="226760"/>
                  </a:cubicBezTo>
                  <a:cubicBezTo>
                    <a:pt x="5251" y="226105"/>
                    <a:pt x="5251" y="225450"/>
                    <a:pt x="5251" y="224776"/>
                  </a:cubicBezTo>
                  <a:cubicBezTo>
                    <a:pt x="5251" y="212158"/>
                    <a:pt x="5250" y="199540"/>
                    <a:pt x="5248" y="186922"/>
                  </a:cubicBezTo>
                  <a:cubicBezTo>
                    <a:pt x="5248" y="186270"/>
                    <a:pt x="5248" y="185617"/>
                    <a:pt x="5248" y="184944"/>
                  </a:cubicBezTo>
                  <a:cubicBezTo>
                    <a:pt x="5248" y="184293"/>
                    <a:pt x="5248" y="183641"/>
                    <a:pt x="5248" y="182970"/>
                  </a:cubicBezTo>
                  <a:cubicBezTo>
                    <a:pt x="5246" y="161004"/>
                    <a:pt x="5247" y="139038"/>
                    <a:pt x="5251" y="117072"/>
                  </a:cubicBezTo>
                  <a:cubicBezTo>
                    <a:pt x="5251" y="114714"/>
                    <a:pt x="5252" y="112356"/>
                    <a:pt x="5252" y="109998"/>
                  </a:cubicBezTo>
                  <a:cubicBezTo>
                    <a:pt x="5252" y="109420"/>
                    <a:pt x="5252" y="108841"/>
                    <a:pt x="5252" y="108245"/>
                  </a:cubicBezTo>
                  <a:cubicBezTo>
                    <a:pt x="5254" y="99075"/>
                    <a:pt x="5253" y="89906"/>
                    <a:pt x="5251" y="80736"/>
                  </a:cubicBezTo>
                  <a:cubicBezTo>
                    <a:pt x="5249" y="71724"/>
                    <a:pt x="5249" y="62712"/>
                    <a:pt x="5253" y="53700"/>
                  </a:cubicBezTo>
                  <a:cubicBezTo>
                    <a:pt x="5255" y="48878"/>
                    <a:pt x="5255" y="44055"/>
                    <a:pt x="5253" y="39233"/>
                  </a:cubicBezTo>
                  <a:cubicBezTo>
                    <a:pt x="5250" y="34848"/>
                    <a:pt x="5251" y="30464"/>
                    <a:pt x="5255" y="26080"/>
                  </a:cubicBezTo>
                  <a:cubicBezTo>
                    <a:pt x="5256" y="24501"/>
                    <a:pt x="5255" y="22922"/>
                    <a:pt x="5253" y="21343"/>
                  </a:cubicBezTo>
                  <a:cubicBezTo>
                    <a:pt x="5251" y="19202"/>
                    <a:pt x="5253" y="17061"/>
                    <a:pt x="5256" y="14920"/>
                  </a:cubicBezTo>
                  <a:cubicBezTo>
                    <a:pt x="5255" y="14311"/>
                    <a:pt x="5253" y="13702"/>
                    <a:pt x="5251" y="13075"/>
                  </a:cubicBezTo>
                  <a:cubicBezTo>
                    <a:pt x="5265" y="8780"/>
                    <a:pt x="5661" y="4776"/>
                    <a:pt x="6094" y="452"/>
                  </a:cubicBezTo>
                  <a:close/>
                </a:path>
              </a:pathLst>
            </a:custGeom>
            <a:grpFill/>
            <a:ln w="744" cap="flat">
              <a:noFill/>
              <a:prstDash val="solid"/>
              <a:miter/>
            </a:ln>
          </p:spPr>
          <p:txBody>
            <a:bodyPr rtlCol="0" anchor="ctr"/>
            <a:lstStyle/>
            <a:p>
              <a:endParaRPr lang="zh-CN" altLang="en-US"/>
            </a:p>
          </p:txBody>
        </p:sp>
        <p:sp>
          <p:nvSpPr>
            <p:cNvPr id="151" name="任意多边形: 形状 150"/>
            <p:cNvSpPr/>
            <p:nvPr/>
          </p:nvSpPr>
          <p:spPr>
            <a:xfrm>
              <a:off x="9175245" y="634317"/>
              <a:ext cx="270286" cy="534367"/>
            </a:xfrm>
            <a:custGeom>
              <a:avLst/>
              <a:gdLst>
                <a:gd name="connsiteX0" fmla="*/ 159174 w 270289"/>
                <a:gd name="connsiteY0" fmla="*/ 71547 h 534349"/>
                <a:gd name="connsiteX1" fmla="*/ 156695 w 270289"/>
                <a:gd name="connsiteY1" fmla="*/ 71552 h 534349"/>
                <a:gd name="connsiteX2" fmla="*/ 152392 w 270289"/>
                <a:gd name="connsiteY2" fmla="*/ 71558 h 534349"/>
                <a:gd name="connsiteX3" fmla="*/ 149310 w 270289"/>
                <a:gd name="connsiteY3" fmla="*/ 71566 h 534349"/>
                <a:gd name="connsiteX4" fmla="*/ 141247 w 270289"/>
                <a:gd name="connsiteY4" fmla="*/ 71580 h 534349"/>
                <a:gd name="connsiteX5" fmla="*/ 132886 w 270289"/>
                <a:gd name="connsiteY5" fmla="*/ 71598 h 534349"/>
                <a:gd name="connsiteX6" fmla="*/ 114878 w 270289"/>
                <a:gd name="connsiteY6" fmla="*/ 71636 h 534349"/>
                <a:gd name="connsiteX7" fmla="*/ 114563 w 270289"/>
                <a:gd name="connsiteY7" fmla="*/ 122074 h 534349"/>
                <a:gd name="connsiteX8" fmla="*/ 114412 w 270289"/>
                <a:gd name="connsiteY8" fmla="*/ 146590 h 534349"/>
                <a:gd name="connsiteX9" fmla="*/ 114278 w 270289"/>
                <a:gd name="connsiteY9" fmla="*/ 168126 h 534349"/>
                <a:gd name="connsiteX10" fmla="*/ 114209 w 270289"/>
                <a:gd name="connsiteY10" fmla="*/ 179496 h 534349"/>
                <a:gd name="connsiteX11" fmla="*/ 114140 w 270289"/>
                <a:gd name="connsiteY11" fmla="*/ 190380 h 534349"/>
                <a:gd name="connsiteX12" fmla="*/ 114118 w 270289"/>
                <a:gd name="connsiteY12" fmla="*/ 194384 h 534349"/>
                <a:gd name="connsiteX13" fmla="*/ 114080 w 270289"/>
                <a:gd name="connsiteY13" fmla="*/ 199978 h 534349"/>
                <a:gd name="connsiteX14" fmla="*/ 114073 w 270289"/>
                <a:gd name="connsiteY14" fmla="*/ 201660 h 534349"/>
                <a:gd name="connsiteX15" fmla="*/ 114878 w 270289"/>
                <a:gd name="connsiteY15" fmla="*/ 209302 h 534349"/>
                <a:gd name="connsiteX16" fmla="*/ 116743 w 270289"/>
                <a:gd name="connsiteY16" fmla="*/ 209581 h 534349"/>
                <a:gd name="connsiteX17" fmla="*/ 119255 w 270289"/>
                <a:gd name="connsiteY17" fmla="*/ 209580 h 534349"/>
                <a:gd name="connsiteX18" fmla="*/ 123616 w 270289"/>
                <a:gd name="connsiteY18" fmla="*/ 209584 h 534349"/>
                <a:gd name="connsiteX19" fmla="*/ 126743 w 270289"/>
                <a:gd name="connsiteY19" fmla="*/ 209572 h 534349"/>
                <a:gd name="connsiteX20" fmla="*/ 133238 w 270289"/>
                <a:gd name="connsiteY20" fmla="*/ 209563 h 534349"/>
                <a:gd name="connsiteX21" fmla="*/ 141714 w 270289"/>
                <a:gd name="connsiteY21" fmla="*/ 209537 h 534349"/>
                <a:gd name="connsiteX22" fmla="*/ 148313 w 270289"/>
                <a:gd name="connsiteY22" fmla="*/ 209536 h 534349"/>
                <a:gd name="connsiteX23" fmla="*/ 151458 w 270289"/>
                <a:gd name="connsiteY23" fmla="*/ 209526 h 534349"/>
                <a:gd name="connsiteX24" fmla="*/ 154546 w 270289"/>
                <a:gd name="connsiteY24" fmla="*/ 209528 h 534349"/>
                <a:gd name="connsiteX25" fmla="*/ 157383 w 270289"/>
                <a:gd name="connsiteY25" fmla="*/ 209507 h 534349"/>
                <a:gd name="connsiteX26" fmla="*/ 161759 w 270289"/>
                <a:gd name="connsiteY26" fmla="*/ 209302 h 534349"/>
                <a:gd name="connsiteX27" fmla="*/ 162583 w 270289"/>
                <a:gd name="connsiteY27" fmla="*/ 204081 h 534349"/>
                <a:gd name="connsiteX28" fmla="*/ 162570 w 270289"/>
                <a:gd name="connsiteY28" fmla="*/ 202499 h 534349"/>
                <a:gd name="connsiteX29" fmla="*/ 162545 w 270289"/>
                <a:gd name="connsiteY29" fmla="*/ 197168 h 534349"/>
                <a:gd name="connsiteX30" fmla="*/ 162522 w 270289"/>
                <a:gd name="connsiteY30" fmla="*/ 193249 h 534349"/>
                <a:gd name="connsiteX31" fmla="*/ 162467 w 270289"/>
                <a:gd name="connsiteY31" fmla="*/ 182598 h 534349"/>
                <a:gd name="connsiteX32" fmla="*/ 162403 w 270289"/>
                <a:gd name="connsiteY32" fmla="*/ 171268 h 534349"/>
                <a:gd name="connsiteX33" fmla="*/ 162297 w 270289"/>
                <a:gd name="connsiteY33" fmla="*/ 152323 h 534349"/>
                <a:gd name="connsiteX34" fmla="*/ 162174 w 270289"/>
                <a:gd name="connsiteY34" fmla="*/ 130218 h 534349"/>
                <a:gd name="connsiteX35" fmla="*/ 162073 w 270289"/>
                <a:gd name="connsiteY35" fmla="*/ 111123 h 534349"/>
                <a:gd name="connsiteX36" fmla="*/ 162009 w 270289"/>
                <a:gd name="connsiteY36" fmla="*/ 99755 h 534349"/>
                <a:gd name="connsiteX37" fmla="*/ 161950 w 270289"/>
                <a:gd name="connsiteY37" fmla="*/ 88870 h 534349"/>
                <a:gd name="connsiteX38" fmla="*/ 161924 w 270289"/>
                <a:gd name="connsiteY38" fmla="*/ 84874 h 534349"/>
                <a:gd name="connsiteX39" fmla="*/ 161895 w 270289"/>
                <a:gd name="connsiteY39" fmla="*/ 79276 h 534349"/>
                <a:gd name="connsiteX40" fmla="*/ 161882 w 270289"/>
                <a:gd name="connsiteY40" fmla="*/ 77602 h 534349"/>
                <a:gd name="connsiteX41" fmla="*/ 161759 w 270289"/>
                <a:gd name="connsiteY41" fmla="*/ 72381 h 534349"/>
                <a:gd name="connsiteX42" fmla="*/ 159174 w 270289"/>
                <a:gd name="connsiteY42" fmla="*/ 71547 h 534349"/>
                <a:gd name="connsiteX43" fmla="*/ 216247 w 270289"/>
                <a:gd name="connsiteY43" fmla="*/ 1 h 534349"/>
                <a:gd name="connsiteX44" fmla="*/ 232950 w 270289"/>
                <a:gd name="connsiteY44" fmla="*/ 4 h 534349"/>
                <a:gd name="connsiteX45" fmla="*/ 241478 w 270289"/>
                <a:gd name="connsiteY45" fmla="*/ 4 h 534349"/>
                <a:gd name="connsiteX46" fmla="*/ 250708 w 270289"/>
                <a:gd name="connsiteY46" fmla="*/ 8 h 534349"/>
                <a:gd name="connsiteX47" fmla="*/ 253451 w 270289"/>
                <a:gd name="connsiteY47" fmla="*/ 3 h 534349"/>
                <a:gd name="connsiteX48" fmla="*/ 255937 w 270289"/>
                <a:gd name="connsiteY48" fmla="*/ 9 h 534349"/>
                <a:gd name="connsiteX49" fmla="*/ 258091 w 270289"/>
                <a:gd name="connsiteY49" fmla="*/ 9 h 534349"/>
                <a:gd name="connsiteX50" fmla="*/ 262103 w 270289"/>
                <a:gd name="connsiteY50" fmla="*/ 847 h 534349"/>
                <a:gd name="connsiteX51" fmla="*/ 262392 w 270289"/>
                <a:gd name="connsiteY51" fmla="*/ 7329 h 534349"/>
                <a:gd name="connsiteX52" fmla="*/ 262404 w 270289"/>
                <a:gd name="connsiteY52" fmla="*/ 9389 h 534349"/>
                <a:gd name="connsiteX53" fmla="*/ 262400 w 270289"/>
                <a:gd name="connsiteY53" fmla="*/ 16168 h 534349"/>
                <a:gd name="connsiteX54" fmla="*/ 262406 w 270289"/>
                <a:gd name="connsiteY54" fmla="*/ 20859 h 534349"/>
                <a:gd name="connsiteX55" fmla="*/ 262394 w 270289"/>
                <a:gd name="connsiteY55" fmla="*/ 30707 h 534349"/>
                <a:gd name="connsiteX56" fmla="*/ 262402 w 270289"/>
                <a:gd name="connsiteY56" fmla="*/ 43351 h 534349"/>
                <a:gd name="connsiteX57" fmla="*/ 262402 w 270289"/>
                <a:gd name="connsiteY57" fmla="*/ 53044 h 534349"/>
                <a:gd name="connsiteX58" fmla="*/ 262407 w 270289"/>
                <a:gd name="connsiteY58" fmla="*/ 57707 h 534349"/>
                <a:gd name="connsiteX59" fmla="*/ 262392 w 270289"/>
                <a:gd name="connsiteY59" fmla="*/ 64218 h 534349"/>
                <a:gd name="connsiteX60" fmla="*/ 262406 w 270289"/>
                <a:gd name="connsiteY60" fmla="*/ 66180 h 534349"/>
                <a:gd name="connsiteX61" fmla="*/ 262103 w 270289"/>
                <a:gd name="connsiteY61" fmla="*/ 70796 h 534349"/>
                <a:gd name="connsiteX62" fmla="*/ 256306 w 270289"/>
                <a:gd name="connsiteY62" fmla="*/ 72465 h 534349"/>
                <a:gd name="connsiteX63" fmla="*/ 254116 w 270289"/>
                <a:gd name="connsiteY63" fmla="*/ 72472 h 534349"/>
                <a:gd name="connsiteX64" fmla="*/ 251755 w 270289"/>
                <a:gd name="connsiteY64" fmla="*/ 72456 h 534349"/>
                <a:gd name="connsiteX65" fmla="*/ 249328 w 270289"/>
                <a:gd name="connsiteY65" fmla="*/ 72455 h 534349"/>
                <a:gd name="connsiteX66" fmla="*/ 244246 w 270289"/>
                <a:gd name="connsiteY66" fmla="*/ 72437 h 534349"/>
                <a:gd name="connsiteX67" fmla="*/ 236456 w 270289"/>
                <a:gd name="connsiteY67" fmla="*/ 72422 h 534349"/>
                <a:gd name="connsiteX68" fmla="*/ 231524 w 270289"/>
                <a:gd name="connsiteY68" fmla="*/ 72409 h 534349"/>
                <a:gd name="connsiteX69" fmla="*/ 229163 w 270289"/>
                <a:gd name="connsiteY69" fmla="*/ 72407 h 534349"/>
                <a:gd name="connsiteX70" fmla="*/ 226973 w 270289"/>
                <a:gd name="connsiteY70" fmla="*/ 72392 h 534349"/>
                <a:gd name="connsiteX71" fmla="*/ 225046 w 270289"/>
                <a:gd name="connsiteY71" fmla="*/ 72384 h 534349"/>
                <a:gd name="connsiteX72" fmla="*/ 221175 w 270289"/>
                <a:gd name="connsiteY72" fmla="*/ 71540 h 534349"/>
                <a:gd name="connsiteX73" fmla="*/ 221175 w 270289"/>
                <a:gd name="connsiteY73" fmla="*/ 209206 h 534349"/>
                <a:gd name="connsiteX74" fmla="*/ 270289 w 270289"/>
                <a:gd name="connsiteY74" fmla="*/ 209206 h 534349"/>
                <a:gd name="connsiteX75" fmla="*/ 270289 w 270289"/>
                <a:gd name="connsiteY75" fmla="*/ 283620 h 534349"/>
                <a:gd name="connsiteX76" fmla="*/ 221920 w 270289"/>
                <a:gd name="connsiteY76" fmla="*/ 283620 h 534349"/>
                <a:gd name="connsiteX77" fmla="*/ 221863 w 270289"/>
                <a:gd name="connsiteY77" fmla="*/ 306150 h 534349"/>
                <a:gd name="connsiteX78" fmla="*/ 221673 w 270289"/>
                <a:gd name="connsiteY78" fmla="*/ 377433 h 534349"/>
                <a:gd name="connsiteX79" fmla="*/ 221643 w 270289"/>
                <a:gd name="connsiteY79" fmla="*/ 388496 h 534349"/>
                <a:gd name="connsiteX80" fmla="*/ 221636 w 270289"/>
                <a:gd name="connsiteY80" fmla="*/ 390721 h 534349"/>
                <a:gd name="connsiteX81" fmla="*/ 221544 w 270289"/>
                <a:gd name="connsiteY81" fmla="*/ 426434 h 534349"/>
                <a:gd name="connsiteX82" fmla="*/ 221446 w 270289"/>
                <a:gd name="connsiteY82" fmla="*/ 463051 h 534349"/>
                <a:gd name="connsiteX83" fmla="*/ 221387 w 270289"/>
                <a:gd name="connsiteY83" fmla="*/ 485664 h 534349"/>
                <a:gd name="connsiteX84" fmla="*/ 221345 w 270289"/>
                <a:gd name="connsiteY84" fmla="*/ 501149 h 534349"/>
                <a:gd name="connsiteX85" fmla="*/ 221322 w 270289"/>
                <a:gd name="connsiteY85" fmla="*/ 510097 h 534349"/>
                <a:gd name="connsiteX86" fmla="*/ 221298 w 270289"/>
                <a:gd name="connsiteY86" fmla="*/ 518275 h 534349"/>
                <a:gd name="connsiteX87" fmla="*/ 221291 w 270289"/>
                <a:gd name="connsiteY87" fmla="*/ 522663 h 534349"/>
                <a:gd name="connsiteX88" fmla="*/ 221279 w 270289"/>
                <a:gd name="connsiteY88" fmla="*/ 525260 h 534349"/>
                <a:gd name="connsiteX89" fmla="*/ 221273 w 270289"/>
                <a:gd name="connsiteY89" fmla="*/ 527519 h 534349"/>
                <a:gd name="connsiteX90" fmla="*/ 220431 w 270289"/>
                <a:gd name="connsiteY90" fmla="*/ 529931 h 534349"/>
                <a:gd name="connsiteX91" fmla="*/ 215111 w 270289"/>
                <a:gd name="connsiteY91" fmla="*/ 530039 h 534349"/>
                <a:gd name="connsiteX92" fmla="*/ 213424 w 270289"/>
                <a:gd name="connsiteY92" fmla="*/ 530046 h 534349"/>
                <a:gd name="connsiteX93" fmla="*/ 207877 w 270289"/>
                <a:gd name="connsiteY93" fmla="*/ 530056 h 534349"/>
                <a:gd name="connsiteX94" fmla="*/ 204037 w 270289"/>
                <a:gd name="connsiteY94" fmla="*/ 530063 h 534349"/>
                <a:gd name="connsiteX95" fmla="*/ 195976 w 270289"/>
                <a:gd name="connsiteY95" fmla="*/ 530068 h 534349"/>
                <a:gd name="connsiteX96" fmla="*/ 185629 w 270289"/>
                <a:gd name="connsiteY96" fmla="*/ 530091 h 534349"/>
                <a:gd name="connsiteX97" fmla="*/ 177694 w 270289"/>
                <a:gd name="connsiteY97" fmla="*/ 530101 h 534349"/>
                <a:gd name="connsiteX98" fmla="*/ 173879 w 270289"/>
                <a:gd name="connsiteY98" fmla="*/ 530111 h 534349"/>
                <a:gd name="connsiteX99" fmla="*/ 168549 w 270289"/>
                <a:gd name="connsiteY99" fmla="*/ 530111 h 534349"/>
                <a:gd name="connsiteX100" fmla="*/ 166946 w 270289"/>
                <a:gd name="connsiteY100" fmla="*/ 530124 h 534349"/>
                <a:gd name="connsiteX101" fmla="*/ 161644 w 270289"/>
                <a:gd name="connsiteY101" fmla="*/ 528442 h 534349"/>
                <a:gd name="connsiteX102" fmla="*/ 161461 w 270289"/>
                <a:gd name="connsiteY102" fmla="*/ 524436 h 534349"/>
                <a:gd name="connsiteX103" fmla="*/ 161452 w 270289"/>
                <a:gd name="connsiteY103" fmla="*/ 521842 h 534349"/>
                <a:gd name="connsiteX104" fmla="*/ 161465 w 270289"/>
                <a:gd name="connsiteY104" fmla="*/ 518969 h 534349"/>
                <a:gd name="connsiteX105" fmla="*/ 161461 w 270289"/>
                <a:gd name="connsiteY105" fmla="*/ 515935 h 534349"/>
                <a:gd name="connsiteX106" fmla="*/ 161471 w 270289"/>
                <a:gd name="connsiteY106" fmla="*/ 507571 h 534349"/>
                <a:gd name="connsiteX107" fmla="*/ 161475 w 270289"/>
                <a:gd name="connsiteY107" fmla="*/ 498563 h 534349"/>
                <a:gd name="connsiteX108" fmla="*/ 161487 w 270289"/>
                <a:gd name="connsiteY108" fmla="*/ 482945 h 534349"/>
                <a:gd name="connsiteX109" fmla="*/ 161505 w 270289"/>
                <a:gd name="connsiteY109" fmla="*/ 460364 h 534349"/>
                <a:gd name="connsiteX110" fmla="*/ 161532 w 270289"/>
                <a:gd name="connsiteY110" fmla="*/ 423731 h 534349"/>
                <a:gd name="connsiteX111" fmla="*/ 161562 w 270289"/>
                <a:gd name="connsiteY111" fmla="*/ 388138 h 534349"/>
                <a:gd name="connsiteX112" fmla="*/ 161564 w 270289"/>
                <a:gd name="connsiteY112" fmla="*/ 385923 h 534349"/>
                <a:gd name="connsiteX113" fmla="*/ 161569 w 270289"/>
                <a:gd name="connsiteY113" fmla="*/ 374923 h 534349"/>
                <a:gd name="connsiteX114" fmla="*/ 161644 w 270289"/>
                <a:gd name="connsiteY114" fmla="*/ 283620 h 534349"/>
                <a:gd name="connsiteX115" fmla="*/ 159846 w 270289"/>
                <a:gd name="connsiteY115" fmla="*/ 283620 h 534349"/>
                <a:gd name="connsiteX116" fmla="*/ 112531 w 270289"/>
                <a:gd name="connsiteY116" fmla="*/ 283620 h 534349"/>
                <a:gd name="connsiteX117" fmla="*/ 112513 w 270289"/>
                <a:gd name="connsiteY117" fmla="*/ 285141 h 534349"/>
                <a:gd name="connsiteX118" fmla="*/ 112295 w 270289"/>
                <a:gd name="connsiteY118" fmla="*/ 300747 h 534349"/>
                <a:gd name="connsiteX119" fmla="*/ 112217 w 270289"/>
                <a:gd name="connsiteY119" fmla="*/ 306579 h 534349"/>
                <a:gd name="connsiteX120" fmla="*/ 112095 w 270289"/>
                <a:gd name="connsiteY120" fmla="*/ 314941 h 534349"/>
                <a:gd name="connsiteX121" fmla="*/ 112069 w 270289"/>
                <a:gd name="connsiteY121" fmla="*/ 317593 h 534349"/>
                <a:gd name="connsiteX122" fmla="*/ 112024 w 270289"/>
                <a:gd name="connsiteY122" fmla="*/ 320030 h 534349"/>
                <a:gd name="connsiteX123" fmla="*/ 111994 w 270289"/>
                <a:gd name="connsiteY123" fmla="*/ 322189 h 534349"/>
                <a:gd name="connsiteX124" fmla="*/ 111787 w 270289"/>
                <a:gd name="connsiteY124" fmla="*/ 323804 h 534349"/>
                <a:gd name="connsiteX125" fmla="*/ 110298 w 270289"/>
                <a:gd name="connsiteY125" fmla="*/ 324548 h 534349"/>
                <a:gd name="connsiteX126" fmla="*/ 109990 w 270289"/>
                <a:gd name="connsiteY126" fmla="*/ 330806 h 534349"/>
                <a:gd name="connsiteX127" fmla="*/ 109947 w 270289"/>
                <a:gd name="connsiteY127" fmla="*/ 332705 h 534349"/>
                <a:gd name="connsiteX128" fmla="*/ 109833 w 270289"/>
                <a:gd name="connsiteY128" fmla="*/ 338733 h 534349"/>
                <a:gd name="connsiteX129" fmla="*/ 109746 w 270289"/>
                <a:gd name="connsiteY129" fmla="*/ 342810 h 534349"/>
                <a:gd name="connsiteX130" fmla="*/ 109554 w 270289"/>
                <a:gd name="connsiteY130" fmla="*/ 352825 h 534349"/>
                <a:gd name="connsiteX131" fmla="*/ 107322 w 270289"/>
                <a:gd name="connsiteY131" fmla="*/ 352825 h 534349"/>
                <a:gd name="connsiteX132" fmla="*/ 106578 w 270289"/>
                <a:gd name="connsiteY132" fmla="*/ 373661 h 534349"/>
                <a:gd name="connsiteX133" fmla="*/ 105089 w 270289"/>
                <a:gd name="connsiteY133" fmla="*/ 373661 h 534349"/>
                <a:gd name="connsiteX134" fmla="*/ 104162 w 270289"/>
                <a:gd name="connsiteY134" fmla="*/ 379015 h 534349"/>
                <a:gd name="connsiteX135" fmla="*/ 104088 w 270289"/>
                <a:gd name="connsiteY135" fmla="*/ 380815 h 534349"/>
                <a:gd name="connsiteX136" fmla="*/ 103960 w 270289"/>
                <a:gd name="connsiteY136" fmla="*/ 384570 h 534349"/>
                <a:gd name="connsiteX137" fmla="*/ 103601 w 270289"/>
                <a:gd name="connsiteY137" fmla="*/ 389288 h 534349"/>
                <a:gd name="connsiteX138" fmla="*/ 102113 w 270289"/>
                <a:gd name="connsiteY138" fmla="*/ 390032 h 534349"/>
                <a:gd name="connsiteX139" fmla="*/ 101805 w 270289"/>
                <a:gd name="connsiteY139" fmla="*/ 393198 h 534349"/>
                <a:gd name="connsiteX140" fmla="*/ 101718 w 270289"/>
                <a:gd name="connsiteY140" fmla="*/ 395123 h 534349"/>
                <a:gd name="connsiteX141" fmla="*/ 101648 w 270289"/>
                <a:gd name="connsiteY141" fmla="*/ 397148 h 534349"/>
                <a:gd name="connsiteX142" fmla="*/ 101561 w 270289"/>
                <a:gd name="connsiteY142" fmla="*/ 399181 h 534349"/>
                <a:gd name="connsiteX143" fmla="*/ 101369 w 270289"/>
                <a:gd name="connsiteY143" fmla="*/ 404171 h 534349"/>
                <a:gd name="connsiteX144" fmla="*/ 99881 w 270289"/>
                <a:gd name="connsiteY144" fmla="*/ 404171 h 534349"/>
                <a:gd name="connsiteX145" fmla="*/ 98718 w 270289"/>
                <a:gd name="connsiteY145" fmla="*/ 411333 h 534349"/>
                <a:gd name="connsiteX146" fmla="*/ 98620 w 270289"/>
                <a:gd name="connsiteY146" fmla="*/ 412926 h 534349"/>
                <a:gd name="connsiteX147" fmla="*/ 98392 w 270289"/>
                <a:gd name="connsiteY147" fmla="*/ 416821 h 534349"/>
                <a:gd name="connsiteX148" fmla="*/ 96904 w 270289"/>
                <a:gd name="connsiteY148" fmla="*/ 416821 h 534349"/>
                <a:gd name="connsiteX149" fmla="*/ 96631 w 270289"/>
                <a:gd name="connsiteY149" fmla="*/ 419237 h 534349"/>
                <a:gd name="connsiteX150" fmla="*/ 96253 w 270289"/>
                <a:gd name="connsiteY150" fmla="*/ 422356 h 534349"/>
                <a:gd name="connsiteX151" fmla="*/ 96076 w 270289"/>
                <a:gd name="connsiteY151" fmla="*/ 423950 h 534349"/>
                <a:gd name="connsiteX152" fmla="*/ 95416 w 270289"/>
                <a:gd name="connsiteY152" fmla="*/ 427983 h 534349"/>
                <a:gd name="connsiteX153" fmla="*/ 93927 w 270289"/>
                <a:gd name="connsiteY153" fmla="*/ 428727 h 534349"/>
                <a:gd name="connsiteX154" fmla="*/ 93512 w 270289"/>
                <a:gd name="connsiteY154" fmla="*/ 436239 h 534349"/>
                <a:gd name="connsiteX155" fmla="*/ 93183 w 270289"/>
                <a:gd name="connsiteY155" fmla="*/ 438401 h 534349"/>
                <a:gd name="connsiteX156" fmla="*/ 90951 w 270289"/>
                <a:gd name="connsiteY156" fmla="*/ 439145 h 534349"/>
                <a:gd name="connsiteX157" fmla="*/ 90439 w 270289"/>
                <a:gd name="connsiteY157" fmla="*/ 442913 h 534349"/>
                <a:gd name="connsiteX158" fmla="*/ 90291 w 270289"/>
                <a:gd name="connsiteY158" fmla="*/ 444985 h 534349"/>
                <a:gd name="connsiteX159" fmla="*/ 90207 w 270289"/>
                <a:gd name="connsiteY159" fmla="*/ 446587 h 534349"/>
                <a:gd name="connsiteX160" fmla="*/ 87974 w 270289"/>
                <a:gd name="connsiteY160" fmla="*/ 446587 h 534349"/>
                <a:gd name="connsiteX161" fmla="*/ 87864 w 270289"/>
                <a:gd name="connsiteY161" fmla="*/ 448351 h 534349"/>
                <a:gd name="connsiteX162" fmla="*/ 87695 w 270289"/>
                <a:gd name="connsiteY162" fmla="*/ 450633 h 534349"/>
                <a:gd name="connsiteX163" fmla="*/ 87538 w 270289"/>
                <a:gd name="connsiteY163" fmla="*/ 452909 h 534349"/>
                <a:gd name="connsiteX164" fmla="*/ 87230 w 270289"/>
                <a:gd name="connsiteY164" fmla="*/ 454772 h 534349"/>
                <a:gd name="connsiteX165" fmla="*/ 85742 w 270289"/>
                <a:gd name="connsiteY165" fmla="*/ 455516 h 534349"/>
                <a:gd name="connsiteX166" fmla="*/ 85326 w 270289"/>
                <a:gd name="connsiteY166" fmla="*/ 461865 h 534349"/>
                <a:gd name="connsiteX167" fmla="*/ 84998 w 270289"/>
                <a:gd name="connsiteY167" fmla="*/ 463702 h 534349"/>
                <a:gd name="connsiteX168" fmla="*/ 82765 w 270289"/>
                <a:gd name="connsiteY168" fmla="*/ 464446 h 534349"/>
                <a:gd name="connsiteX169" fmla="*/ 82393 w 270289"/>
                <a:gd name="connsiteY169" fmla="*/ 467795 h 534349"/>
                <a:gd name="connsiteX170" fmla="*/ 82021 w 270289"/>
                <a:gd name="connsiteY170" fmla="*/ 471143 h 534349"/>
                <a:gd name="connsiteX171" fmla="*/ 79789 w 270289"/>
                <a:gd name="connsiteY171" fmla="*/ 471888 h 534349"/>
                <a:gd name="connsiteX172" fmla="*/ 79277 w 270289"/>
                <a:gd name="connsiteY172" fmla="*/ 474911 h 534349"/>
                <a:gd name="connsiteX173" fmla="*/ 79045 w 270289"/>
                <a:gd name="connsiteY173" fmla="*/ 477841 h 534349"/>
                <a:gd name="connsiteX174" fmla="*/ 76812 w 270289"/>
                <a:gd name="connsiteY174" fmla="*/ 477841 h 534349"/>
                <a:gd name="connsiteX175" fmla="*/ 76952 w 270289"/>
                <a:gd name="connsiteY175" fmla="*/ 480771 h 534349"/>
                <a:gd name="connsiteX176" fmla="*/ 76812 w 270289"/>
                <a:gd name="connsiteY176" fmla="*/ 483794 h 534349"/>
                <a:gd name="connsiteX177" fmla="*/ 74580 w 270289"/>
                <a:gd name="connsiteY177" fmla="*/ 484538 h 534349"/>
                <a:gd name="connsiteX178" fmla="*/ 73836 w 270289"/>
                <a:gd name="connsiteY178" fmla="*/ 489003 h 534349"/>
                <a:gd name="connsiteX179" fmla="*/ 71603 w 270289"/>
                <a:gd name="connsiteY179" fmla="*/ 489003 h 534349"/>
                <a:gd name="connsiteX180" fmla="*/ 71324 w 270289"/>
                <a:gd name="connsiteY180" fmla="*/ 491933 h 534349"/>
                <a:gd name="connsiteX181" fmla="*/ 70859 w 270289"/>
                <a:gd name="connsiteY181" fmla="*/ 494956 h 534349"/>
                <a:gd name="connsiteX182" fmla="*/ 69371 w 270289"/>
                <a:gd name="connsiteY182" fmla="*/ 495700 h 534349"/>
                <a:gd name="connsiteX183" fmla="*/ 68627 w 270289"/>
                <a:gd name="connsiteY183" fmla="*/ 498305 h 534349"/>
                <a:gd name="connsiteX184" fmla="*/ 67882 w 270289"/>
                <a:gd name="connsiteY184" fmla="*/ 500909 h 534349"/>
                <a:gd name="connsiteX185" fmla="*/ 66394 w 270289"/>
                <a:gd name="connsiteY185" fmla="*/ 501653 h 534349"/>
                <a:gd name="connsiteX186" fmla="*/ 66069 w 270289"/>
                <a:gd name="connsiteY186" fmla="*/ 503467 h 534349"/>
                <a:gd name="connsiteX187" fmla="*/ 63418 w 270289"/>
                <a:gd name="connsiteY187" fmla="*/ 506862 h 534349"/>
                <a:gd name="connsiteX188" fmla="*/ 61929 w 270289"/>
                <a:gd name="connsiteY188" fmla="*/ 510583 h 534349"/>
                <a:gd name="connsiteX189" fmla="*/ 60441 w 270289"/>
                <a:gd name="connsiteY189" fmla="*/ 510583 h 534349"/>
                <a:gd name="connsiteX190" fmla="*/ 60162 w 270289"/>
                <a:gd name="connsiteY190" fmla="*/ 512769 h 534349"/>
                <a:gd name="connsiteX191" fmla="*/ 59697 w 270289"/>
                <a:gd name="connsiteY191" fmla="*/ 515048 h 534349"/>
                <a:gd name="connsiteX192" fmla="*/ 58209 w 270289"/>
                <a:gd name="connsiteY192" fmla="*/ 515792 h 534349"/>
                <a:gd name="connsiteX193" fmla="*/ 57464 w 270289"/>
                <a:gd name="connsiteY193" fmla="*/ 517652 h 534349"/>
                <a:gd name="connsiteX194" fmla="*/ 55232 w 270289"/>
                <a:gd name="connsiteY194" fmla="*/ 520257 h 534349"/>
                <a:gd name="connsiteX195" fmla="*/ 53744 w 270289"/>
                <a:gd name="connsiteY195" fmla="*/ 523233 h 534349"/>
                <a:gd name="connsiteX196" fmla="*/ 52256 w 270289"/>
                <a:gd name="connsiteY196" fmla="*/ 525466 h 534349"/>
                <a:gd name="connsiteX197" fmla="*/ 52256 w 270289"/>
                <a:gd name="connsiteY197" fmla="*/ 526954 h 534349"/>
                <a:gd name="connsiteX198" fmla="*/ 51279 w 270289"/>
                <a:gd name="connsiteY198" fmla="*/ 527884 h 534349"/>
                <a:gd name="connsiteX199" fmla="*/ 49093 w 270289"/>
                <a:gd name="connsiteY199" fmla="*/ 531558 h 534349"/>
                <a:gd name="connsiteX200" fmla="*/ 45326 w 270289"/>
                <a:gd name="connsiteY200" fmla="*/ 534349 h 534349"/>
                <a:gd name="connsiteX201" fmla="*/ 40349 w 270289"/>
                <a:gd name="connsiteY201" fmla="*/ 530721 h 534349"/>
                <a:gd name="connsiteX202" fmla="*/ 39265 w 270289"/>
                <a:gd name="connsiteY202" fmla="*/ 528884 h 534349"/>
                <a:gd name="connsiteX203" fmla="*/ 35373 w 270289"/>
                <a:gd name="connsiteY203" fmla="*/ 523280 h 534349"/>
                <a:gd name="connsiteX204" fmla="*/ 34108 w 270289"/>
                <a:gd name="connsiteY204" fmla="*/ 521632 h 534349"/>
                <a:gd name="connsiteX205" fmla="*/ 30675 w 270289"/>
                <a:gd name="connsiteY205" fmla="*/ 518768 h 534349"/>
                <a:gd name="connsiteX206" fmla="*/ 29931 w 270289"/>
                <a:gd name="connsiteY206" fmla="*/ 516536 h 534349"/>
                <a:gd name="connsiteX207" fmla="*/ 27699 w 270289"/>
                <a:gd name="connsiteY207" fmla="*/ 515792 h 534349"/>
                <a:gd name="connsiteX208" fmla="*/ 26955 w 270289"/>
                <a:gd name="connsiteY208" fmla="*/ 513559 h 534349"/>
                <a:gd name="connsiteX209" fmla="*/ 25466 w 270289"/>
                <a:gd name="connsiteY209" fmla="*/ 513187 h 534349"/>
                <a:gd name="connsiteX210" fmla="*/ 23978 w 270289"/>
                <a:gd name="connsiteY210" fmla="*/ 512815 h 534349"/>
                <a:gd name="connsiteX211" fmla="*/ 23234 w 270289"/>
                <a:gd name="connsiteY211" fmla="*/ 510583 h 534349"/>
                <a:gd name="connsiteX212" fmla="*/ 21792 w 270289"/>
                <a:gd name="connsiteY212" fmla="*/ 509885 h 534349"/>
                <a:gd name="connsiteX213" fmla="*/ 18769 w 270289"/>
                <a:gd name="connsiteY213" fmla="*/ 506118 h 534349"/>
                <a:gd name="connsiteX214" fmla="*/ 16537 w 270289"/>
                <a:gd name="connsiteY214" fmla="*/ 505374 h 534349"/>
                <a:gd name="connsiteX215" fmla="*/ 15793 w 270289"/>
                <a:gd name="connsiteY215" fmla="*/ 503141 h 534349"/>
                <a:gd name="connsiteX216" fmla="*/ 14304 w 270289"/>
                <a:gd name="connsiteY216" fmla="*/ 502816 h 534349"/>
                <a:gd name="connsiteX217" fmla="*/ 12816 w 270289"/>
                <a:gd name="connsiteY217" fmla="*/ 502397 h 534349"/>
                <a:gd name="connsiteX218" fmla="*/ 12490 w 270289"/>
                <a:gd name="connsiteY218" fmla="*/ 500909 h 534349"/>
                <a:gd name="connsiteX219" fmla="*/ 12072 w 270289"/>
                <a:gd name="connsiteY219" fmla="*/ 499421 h 534349"/>
                <a:gd name="connsiteX220" fmla="*/ 8351 w 270289"/>
                <a:gd name="connsiteY220" fmla="*/ 498677 h 534349"/>
                <a:gd name="connsiteX221" fmla="*/ 7607 w 270289"/>
                <a:gd name="connsiteY221" fmla="*/ 496444 h 534349"/>
                <a:gd name="connsiteX222" fmla="*/ 5793 w 270289"/>
                <a:gd name="connsiteY222" fmla="*/ 496119 h 534349"/>
                <a:gd name="connsiteX223" fmla="*/ 3886 w 270289"/>
                <a:gd name="connsiteY223" fmla="*/ 495700 h 534349"/>
                <a:gd name="connsiteX224" fmla="*/ 2398 w 270289"/>
                <a:gd name="connsiteY224" fmla="*/ 492724 h 534349"/>
                <a:gd name="connsiteX225" fmla="*/ 166 w 270289"/>
                <a:gd name="connsiteY225" fmla="*/ 491979 h 534349"/>
                <a:gd name="connsiteX226" fmla="*/ 166 w 270289"/>
                <a:gd name="connsiteY226" fmla="*/ 486026 h 534349"/>
                <a:gd name="connsiteX227" fmla="*/ 2398 w 270289"/>
                <a:gd name="connsiteY227" fmla="*/ 486026 h 534349"/>
                <a:gd name="connsiteX228" fmla="*/ 3392 w 270289"/>
                <a:gd name="connsiteY228" fmla="*/ 482259 h 534349"/>
                <a:gd name="connsiteX229" fmla="*/ 5747 w 270289"/>
                <a:gd name="connsiteY229" fmla="*/ 478492 h 534349"/>
                <a:gd name="connsiteX230" fmla="*/ 9095 w 270289"/>
                <a:gd name="connsiteY230" fmla="*/ 472632 h 534349"/>
                <a:gd name="connsiteX231" fmla="*/ 10584 w 270289"/>
                <a:gd name="connsiteY231" fmla="*/ 471888 h 534349"/>
                <a:gd name="connsiteX232" fmla="*/ 10909 w 270289"/>
                <a:gd name="connsiteY232" fmla="*/ 470353 h 534349"/>
                <a:gd name="connsiteX233" fmla="*/ 11328 w 270289"/>
                <a:gd name="connsiteY233" fmla="*/ 468911 h 534349"/>
                <a:gd name="connsiteX234" fmla="*/ 13560 w 270289"/>
                <a:gd name="connsiteY234" fmla="*/ 468911 h 534349"/>
                <a:gd name="connsiteX235" fmla="*/ 13421 w 270289"/>
                <a:gd name="connsiteY235" fmla="*/ 466818 h 534349"/>
                <a:gd name="connsiteX236" fmla="*/ 15793 w 270289"/>
                <a:gd name="connsiteY236" fmla="*/ 462214 h 534349"/>
                <a:gd name="connsiteX237" fmla="*/ 16165 w 270289"/>
                <a:gd name="connsiteY237" fmla="*/ 460260 h 534349"/>
                <a:gd name="connsiteX238" fmla="*/ 16537 w 270289"/>
                <a:gd name="connsiteY238" fmla="*/ 458493 h 534349"/>
                <a:gd name="connsiteX239" fmla="*/ 18769 w 270289"/>
                <a:gd name="connsiteY239" fmla="*/ 457749 h 534349"/>
                <a:gd name="connsiteX240" fmla="*/ 19513 w 270289"/>
                <a:gd name="connsiteY240" fmla="*/ 452540 h 534349"/>
                <a:gd name="connsiteX241" fmla="*/ 21746 w 270289"/>
                <a:gd name="connsiteY241" fmla="*/ 451052 h 534349"/>
                <a:gd name="connsiteX242" fmla="*/ 21746 w 270289"/>
                <a:gd name="connsiteY242" fmla="*/ 448773 h 534349"/>
                <a:gd name="connsiteX243" fmla="*/ 21746 w 270289"/>
                <a:gd name="connsiteY243" fmla="*/ 446587 h 534349"/>
                <a:gd name="connsiteX244" fmla="*/ 23978 w 270289"/>
                <a:gd name="connsiteY244" fmla="*/ 445843 h 534349"/>
                <a:gd name="connsiteX245" fmla="*/ 24350 w 270289"/>
                <a:gd name="connsiteY245" fmla="*/ 442494 h 534349"/>
                <a:gd name="connsiteX246" fmla="*/ 24722 w 270289"/>
                <a:gd name="connsiteY246" fmla="*/ 439145 h 534349"/>
                <a:gd name="connsiteX247" fmla="*/ 26955 w 270289"/>
                <a:gd name="connsiteY247" fmla="*/ 438401 h 534349"/>
                <a:gd name="connsiteX248" fmla="*/ 27466 w 270289"/>
                <a:gd name="connsiteY248" fmla="*/ 435378 h 534349"/>
                <a:gd name="connsiteX249" fmla="*/ 27699 w 270289"/>
                <a:gd name="connsiteY249" fmla="*/ 432448 h 534349"/>
                <a:gd name="connsiteX250" fmla="*/ 29931 w 270289"/>
                <a:gd name="connsiteY250" fmla="*/ 432448 h 534349"/>
                <a:gd name="connsiteX251" fmla="*/ 29931 w 270289"/>
                <a:gd name="connsiteY251" fmla="*/ 425007 h 534349"/>
                <a:gd name="connsiteX252" fmla="*/ 32908 w 270289"/>
                <a:gd name="connsiteY252" fmla="*/ 425007 h 534349"/>
                <a:gd name="connsiteX253" fmla="*/ 32908 w 270289"/>
                <a:gd name="connsiteY253" fmla="*/ 416821 h 534349"/>
                <a:gd name="connsiteX254" fmla="*/ 35140 w 270289"/>
                <a:gd name="connsiteY254" fmla="*/ 416821 h 534349"/>
                <a:gd name="connsiteX255" fmla="*/ 35884 w 270289"/>
                <a:gd name="connsiteY255" fmla="*/ 407892 h 534349"/>
                <a:gd name="connsiteX256" fmla="*/ 38117 w 270289"/>
                <a:gd name="connsiteY256" fmla="*/ 407892 h 534349"/>
                <a:gd name="connsiteX257" fmla="*/ 38038 w 270289"/>
                <a:gd name="connsiteY257" fmla="*/ 405802 h 534349"/>
                <a:gd name="connsiteX258" fmla="*/ 37977 w 270289"/>
                <a:gd name="connsiteY258" fmla="*/ 403101 h 534349"/>
                <a:gd name="connsiteX259" fmla="*/ 37899 w 270289"/>
                <a:gd name="connsiteY259" fmla="*/ 400406 h 534349"/>
                <a:gd name="connsiteX260" fmla="*/ 38117 w 270289"/>
                <a:gd name="connsiteY260" fmla="*/ 398218 h 534349"/>
                <a:gd name="connsiteX261" fmla="*/ 40349 w 270289"/>
                <a:gd name="connsiteY261" fmla="*/ 397474 h 534349"/>
                <a:gd name="connsiteX262" fmla="*/ 40721 w 270289"/>
                <a:gd name="connsiteY262" fmla="*/ 391986 h 534349"/>
                <a:gd name="connsiteX263" fmla="*/ 42207 w 270289"/>
                <a:gd name="connsiteY263" fmla="*/ 385218 h 534349"/>
                <a:gd name="connsiteX264" fmla="*/ 43744 w 270289"/>
                <a:gd name="connsiteY264" fmla="*/ 378033 h 534349"/>
                <a:gd name="connsiteX265" fmla="*/ 44070 w 270289"/>
                <a:gd name="connsiteY265" fmla="*/ 372173 h 534349"/>
                <a:gd name="connsiteX266" fmla="*/ 45558 w 270289"/>
                <a:gd name="connsiteY266" fmla="*/ 371429 h 534349"/>
                <a:gd name="connsiteX267" fmla="*/ 45788 w 270289"/>
                <a:gd name="connsiteY267" fmla="*/ 368289 h 534349"/>
                <a:gd name="connsiteX268" fmla="*/ 45845 w 270289"/>
                <a:gd name="connsiteY268" fmla="*/ 366374 h 534349"/>
                <a:gd name="connsiteX269" fmla="*/ 45914 w 270289"/>
                <a:gd name="connsiteY269" fmla="*/ 362345 h 534349"/>
                <a:gd name="connsiteX270" fmla="*/ 45974 w 270289"/>
                <a:gd name="connsiteY270" fmla="*/ 360429 h 534349"/>
                <a:gd name="connsiteX271" fmla="*/ 46004 w 270289"/>
                <a:gd name="connsiteY271" fmla="*/ 358661 h 534349"/>
                <a:gd name="connsiteX272" fmla="*/ 46302 w 270289"/>
                <a:gd name="connsiteY272" fmla="*/ 357290 h 534349"/>
                <a:gd name="connsiteX273" fmla="*/ 48535 w 270289"/>
                <a:gd name="connsiteY273" fmla="*/ 356546 h 534349"/>
                <a:gd name="connsiteX274" fmla="*/ 48916 w 270289"/>
                <a:gd name="connsiteY274" fmla="*/ 352241 h 534349"/>
                <a:gd name="connsiteX275" fmla="*/ 48996 w 270289"/>
                <a:gd name="connsiteY275" fmla="*/ 349603 h 534349"/>
                <a:gd name="connsiteX276" fmla="*/ 49046 w 270289"/>
                <a:gd name="connsiteY276" fmla="*/ 346825 h 534349"/>
                <a:gd name="connsiteX277" fmla="*/ 49123 w 270289"/>
                <a:gd name="connsiteY277" fmla="*/ 344039 h 534349"/>
                <a:gd name="connsiteX278" fmla="*/ 49279 w 270289"/>
                <a:gd name="connsiteY278" fmla="*/ 337198 h 534349"/>
                <a:gd name="connsiteX279" fmla="*/ 51511 w 270289"/>
                <a:gd name="connsiteY279" fmla="*/ 337198 h 534349"/>
                <a:gd name="connsiteX280" fmla="*/ 51556 w 270289"/>
                <a:gd name="connsiteY280" fmla="*/ 334683 h 534349"/>
                <a:gd name="connsiteX281" fmla="*/ 51748 w 270289"/>
                <a:gd name="connsiteY281" fmla="*/ 325476 h 534349"/>
                <a:gd name="connsiteX282" fmla="*/ 51825 w 270289"/>
                <a:gd name="connsiteY282" fmla="*/ 321485 h 534349"/>
                <a:gd name="connsiteX283" fmla="*/ 51947 w 270289"/>
                <a:gd name="connsiteY283" fmla="*/ 315761 h 534349"/>
                <a:gd name="connsiteX284" fmla="*/ 51973 w 270289"/>
                <a:gd name="connsiteY284" fmla="*/ 313947 h 534349"/>
                <a:gd name="connsiteX285" fmla="*/ 52256 w 270289"/>
                <a:gd name="connsiteY285" fmla="*/ 309665 h 534349"/>
                <a:gd name="connsiteX286" fmla="*/ 53744 w 270289"/>
                <a:gd name="connsiteY286" fmla="*/ 308921 h 534349"/>
                <a:gd name="connsiteX287" fmla="*/ 54052 w 270289"/>
                <a:gd name="connsiteY287" fmla="*/ 303151 h 534349"/>
                <a:gd name="connsiteX288" fmla="*/ 54096 w 270289"/>
                <a:gd name="connsiteY288" fmla="*/ 301402 h 534349"/>
                <a:gd name="connsiteX289" fmla="*/ 54209 w 270289"/>
                <a:gd name="connsiteY289" fmla="*/ 295852 h 534349"/>
                <a:gd name="connsiteX290" fmla="*/ 54296 w 270289"/>
                <a:gd name="connsiteY290" fmla="*/ 292098 h 534349"/>
                <a:gd name="connsiteX291" fmla="*/ 54488 w 270289"/>
                <a:gd name="connsiteY291" fmla="*/ 282876 h 534349"/>
                <a:gd name="connsiteX292" fmla="*/ 53000 w 270289"/>
                <a:gd name="connsiteY292" fmla="*/ 283620 h 534349"/>
                <a:gd name="connsiteX293" fmla="*/ 49005 w 270289"/>
                <a:gd name="connsiteY293" fmla="*/ 283705 h 534349"/>
                <a:gd name="connsiteX294" fmla="*/ 46442 w 270289"/>
                <a:gd name="connsiteY294" fmla="*/ 283704 h 534349"/>
                <a:gd name="connsiteX295" fmla="*/ 43739 w 270289"/>
                <a:gd name="connsiteY295" fmla="*/ 283693 h 534349"/>
                <a:gd name="connsiteX296" fmla="*/ 41261 w 270289"/>
                <a:gd name="connsiteY296" fmla="*/ 283690 h 534349"/>
                <a:gd name="connsiteX297" fmla="*/ 32071 w 270289"/>
                <a:gd name="connsiteY297" fmla="*/ 283667 h 534349"/>
                <a:gd name="connsiteX298" fmla="*/ 11328 w 270289"/>
                <a:gd name="connsiteY298" fmla="*/ 283620 h 534349"/>
                <a:gd name="connsiteX299" fmla="*/ 11328 w 270289"/>
                <a:gd name="connsiteY299" fmla="*/ 209206 h 534349"/>
                <a:gd name="connsiteX300" fmla="*/ 54488 w 270289"/>
                <a:gd name="connsiteY300" fmla="*/ 208462 h 534349"/>
                <a:gd name="connsiteX301" fmla="*/ 54488 w 270289"/>
                <a:gd name="connsiteY301" fmla="*/ 72284 h 534349"/>
                <a:gd name="connsiteX302" fmla="*/ 25466 w 270289"/>
                <a:gd name="connsiteY302" fmla="*/ 72284 h 534349"/>
                <a:gd name="connsiteX303" fmla="*/ 24621 w 270289"/>
                <a:gd name="connsiteY303" fmla="*/ 66969 h 534349"/>
                <a:gd name="connsiteX304" fmla="*/ 24626 w 270289"/>
                <a:gd name="connsiteY304" fmla="*/ 64978 h 534349"/>
                <a:gd name="connsiteX305" fmla="*/ 24622 w 270289"/>
                <a:gd name="connsiteY305" fmla="*/ 62892 h 534349"/>
                <a:gd name="connsiteX306" fmla="*/ 24623 w 270289"/>
                <a:gd name="connsiteY306" fmla="*/ 56029 h 534349"/>
                <a:gd name="connsiteX307" fmla="*/ 24621 w 270289"/>
                <a:gd name="connsiteY307" fmla="*/ 51283 h 534349"/>
                <a:gd name="connsiteX308" fmla="*/ 24625 w 270289"/>
                <a:gd name="connsiteY308" fmla="*/ 41321 h 534349"/>
                <a:gd name="connsiteX309" fmla="*/ 24623 w 270289"/>
                <a:gd name="connsiteY309" fmla="*/ 28521 h 534349"/>
                <a:gd name="connsiteX310" fmla="*/ 24623 w 270289"/>
                <a:gd name="connsiteY310" fmla="*/ 18716 h 534349"/>
                <a:gd name="connsiteX311" fmla="*/ 24621 w 270289"/>
                <a:gd name="connsiteY311" fmla="*/ 13995 h 534349"/>
                <a:gd name="connsiteX312" fmla="*/ 24626 w 270289"/>
                <a:gd name="connsiteY312" fmla="*/ 7409 h 534349"/>
                <a:gd name="connsiteX313" fmla="*/ 24621 w 270289"/>
                <a:gd name="connsiteY313" fmla="*/ 5417 h 534349"/>
                <a:gd name="connsiteX314" fmla="*/ 29213 w 270289"/>
                <a:gd name="connsiteY314" fmla="*/ 9 h 534349"/>
                <a:gd name="connsiteX315" fmla="*/ 31687 w 270289"/>
                <a:gd name="connsiteY315" fmla="*/ 3 h 534349"/>
                <a:gd name="connsiteX316" fmla="*/ 34440 w 270289"/>
                <a:gd name="connsiteY316" fmla="*/ 8 h 534349"/>
                <a:gd name="connsiteX317" fmla="*/ 37338 w 270289"/>
                <a:gd name="connsiteY317" fmla="*/ 4 h 534349"/>
                <a:gd name="connsiteX318" fmla="*/ 45337 w 270289"/>
                <a:gd name="connsiteY318" fmla="*/ 5 h 534349"/>
                <a:gd name="connsiteX319" fmla="*/ 53951 w 270289"/>
                <a:gd name="connsiteY319" fmla="*/ 2 h 534349"/>
                <a:gd name="connsiteX320" fmla="*/ 70840 w 270289"/>
                <a:gd name="connsiteY320" fmla="*/ 2 h 534349"/>
                <a:gd name="connsiteX321" fmla="*/ 84563 w 270289"/>
                <a:gd name="connsiteY321" fmla="*/ 3 h 534349"/>
                <a:gd name="connsiteX322" fmla="*/ 86532 w 270289"/>
                <a:gd name="connsiteY322" fmla="*/ 3 h 534349"/>
                <a:gd name="connsiteX323" fmla="*/ 90491 w 270289"/>
                <a:gd name="connsiteY323" fmla="*/ 2 h 534349"/>
                <a:gd name="connsiteX324" fmla="*/ 127670 w 270289"/>
                <a:gd name="connsiteY324" fmla="*/ 6 h 534349"/>
                <a:gd name="connsiteX325" fmla="*/ 159595 w 270289"/>
                <a:gd name="connsiteY325" fmla="*/ 5 h 534349"/>
                <a:gd name="connsiteX326" fmla="*/ 196628 w 270289"/>
                <a:gd name="connsiteY326" fmla="*/ 2 h 534349"/>
                <a:gd name="connsiteX327" fmla="*/ 200575 w 270289"/>
                <a:gd name="connsiteY327" fmla="*/ 3 h 534349"/>
                <a:gd name="connsiteX328" fmla="*/ 202537 w 270289"/>
                <a:gd name="connsiteY328" fmla="*/ 3 h 534349"/>
                <a:gd name="connsiteX329" fmla="*/ 216247 w 270289"/>
                <a:gd name="connsiteY329" fmla="*/ 1 h 53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Lst>
              <a:rect l="l" t="t" r="r" b="b"/>
              <a:pathLst>
                <a:path w="270289" h="534349">
                  <a:moveTo>
                    <a:pt x="159174" y="71547"/>
                  </a:moveTo>
                  <a:cubicBezTo>
                    <a:pt x="158331" y="71549"/>
                    <a:pt x="157513" y="71550"/>
                    <a:pt x="156695" y="71552"/>
                  </a:cubicBezTo>
                  <a:cubicBezTo>
                    <a:pt x="155261" y="71552"/>
                    <a:pt x="153827" y="71552"/>
                    <a:pt x="152392" y="71558"/>
                  </a:cubicBezTo>
                  <a:cubicBezTo>
                    <a:pt x="151365" y="71562"/>
                    <a:pt x="150337" y="71565"/>
                    <a:pt x="149310" y="71566"/>
                  </a:cubicBezTo>
                  <a:cubicBezTo>
                    <a:pt x="146622" y="71568"/>
                    <a:pt x="143935" y="71572"/>
                    <a:pt x="141247" y="71580"/>
                  </a:cubicBezTo>
                  <a:cubicBezTo>
                    <a:pt x="138460" y="71589"/>
                    <a:pt x="135673" y="71594"/>
                    <a:pt x="132886" y="71598"/>
                  </a:cubicBezTo>
                  <a:cubicBezTo>
                    <a:pt x="126884" y="71606"/>
                    <a:pt x="120881" y="71619"/>
                    <a:pt x="114878" y="71636"/>
                  </a:cubicBezTo>
                  <a:cubicBezTo>
                    <a:pt x="114769" y="88449"/>
                    <a:pt x="114663" y="105261"/>
                    <a:pt x="114563" y="122074"/>
                  </a:cubicBezTo>
                  <a:cubicBezTo>
                    <a:pt x="114514" y="130246"/>
                    <a:pt x="114465" y="138418"/>
                    <a:pt x="114412" y="146590"/>
                  </a:cubicBezTo>
                  <a:cubicBezTo>
                    <a:pt x="114365" y="153768"/>
                    <a:pt x="114319" y="160947"/>
                    <a:pt x="114278" y="168126"/>
                  </a:cubicBezTo>
                  <a:cubicBezTo>
                    <a:pt x="114256" y="171916"/>
                    <a:pt x="114235" y="175706"/>
                    <a:pt x="114209" y="179496"/>
                  </a:cubicBezTo>
                  <a:cubicBezTo>
                    <a:pt x="114184" y="183124"/>
                    <a:pt x="114159" y="186752"/>
                    <a:pt x="114140" y="190380"/>
                  </a:cubicBezTo>
                  <a:cubicBezTo>
                    <a:pt x="114133" y="191715"/>
                    <a:pt x="114126" y="193050"/>
                    <a:pt x="114118" y="194384"/>
                  </a:cubicBezTo>
                  <a:cubicBezTo>
                    <a:pt x="114104" y="196249"/>
                    <a:pt x="114089" y="198114"/>
                    <a:pt x="114080" y="199978"/>
                  </a:cubicBezTo>
                  <a:cubicBezTo>
                    <a:pt x="114078" y="200550"/>
                    <a:pt x="114075" y="201105"/>
                    <a:pt x="114073" y="201660"/>
                  </a:cubicBezTo>
                  <a:cubicBezTo>
                    <a:pt x="114047" y="204371"/>
                    <a:pt x="114009" y="206694"/>
                    <a:pt x="114878" y="209302"/>
                  </a:cubicBezTo>
                  <a:cubicBezTo>
                    <a:pt x="115820" y="209443"/>
                    <a:pt x="115820" y="209443"/>
                    <a:pt x="116743" y="209581"/>
                  </a:cubicBezTo>
                  <a:cubicBezTo>
                    <a:pt x="118011" y="209580"/>
                    <a:pt x="118011" y="209580"/>
                    <a:pt x="119255" y="209580"/>
                  </a:cubicBezTo>
                  <a:cubicBezTo>
                    <a:pt x="120709" y="209587"/>
                    <a:pt x="122163" y="209593"/>
                    <a:pt x="123616" y="209584"/>
                  </a:cubicBezTo>
                  <a:cubicBezTo>
                    <a:pt x="124658" y="209577"/>
                    <a:pt x="125700" y="209573"/>
                    <a:pt x="126743" y="209572"/>
                  </a:cubicBezTo>
                  <a:cubicBezTo>
                    <a:pt x="128908" y="209575"/>
                    <a:pt x="131073" y="209574"/>
                    <a:pt x="133238" y="209563"/>
                  </a:cubicBezTo>
                  <a:cubicBezTo>
                    <a:pt x="136064" y="209546"/>
                    <a:pt x="138889" y="209533"/>
                    <a:pt x="141714" y="209537"/>
                  </a:cubicBezTo>
                  <a:cubicBezTo>
                    <a:pt x="143914" y="209541"/>
                    <a:pt x="146113" y="209542"/>
                    <a:pt x="148313" y="209536"/>
                  </a:cubicBezTo>
                  <a:cubicBezTo>
                    <a:pt x="149361" y="209532"/>
                    <a:pt x="150409" y="209529"/>
                    <a:pt x="151458" y="209526"/>
                  </a:cubicBezTo>
                  <a:cubicBezTo>
                    <a:pt x="152487" y="209527"/>
                    <a:pt x="153517" y="209528"/>
                    <a:pt x="154546" y="209528"/>
                  </a:cubicBezTo>
                  <a:cubicBezTo>
                    <a:pt x="155511" y="209521"/>
                    <a:pt x="156447" y="209514"/>
                    <a:pt x="157383" y="209507"/>
                  </a:cubicBezTo>
                  <a:cubicBezTo>
                    <a:pt x="159895" y="209496"/>
                    <a:pt x="159895" y="209496"/>
                    <a:pt x="161759" y="209302"/>
                  </a:cubicBezTo>
                  <a:cubicBezTo>
                    <a:pt x="162588" y="207644"/>
                    <a:pt x="162588" y="207644"/>
                    <a:pt x="162583" y="204081"/>
                  </a:cubicBezTo>
                  <a:cubicBezTo>
                    <a:pt x="162579" y="203543"/>
                    <a:pt x="162574" y="203021"/>
                    <a:pt x="162570" y="202499"/>
                  </a:cubicBezTo>
                  <a:cubicBezTo>
                    <a:pt x="162564" y="200722"/>
                    <a:pt x="162556" y="198945"/>
                    <a:pt x="162545" y="197168"/>
                  </a:cubicBezTo>
                  <a:cubicBezTo>
                    <a:pt x="162536" y="195861"/>
                    <a:pt x="162528" y="194555"/>
                    <a:pt x="162522" y="193249"/>
                  </a:cubicBezTo>
                  <a:cubicBezTo>
                    <a:pt x="162507" y="189699"/>
                    <a:pt x="162489" y="186148"/>
                    <a:pt x="162467" y="182598"/>
                  </a:cubicBezTo>
                  <a:cubicBezTo>
                    <a:pt x="162444" y="178821"/>
                    <a:pt x="162423" y="175045"/>
                    <a:pt x="162403" y="171268"/>
                  </a:cubicBezTo>
                  <a:cubicBezTo>
                    <a:pt x="162371" y="164953"/>
                    <a:pt x="162335" y="158638"/>
                    <a:pt x="162297" y="152323"/>
                  </a:cubicBezTo>
                  <a:cubicBezTo>
                    <a:pt x="162253" y="144955"/>
                    <a:pt x="162211" y="137587"/>
                    <a:pt x="162174" y="130218"/>
                  </a:cubicBezTo>
                  <a:cubicBezTo>
                    <a:pt x="162143" y="123853"/>
                    <a:pt x="162109" y="117488"/>
                    <a:pt x="162073" y="111123"/>
                  </a:cubicBezTo>
                  <a:cubicBezTo>
                    <a:pt x="162051" y="107333"/>
                    <a:pt x="162028" y="103544"/>
                    <a:pt x="162009" y="99755"/>
                  </a:cubicBezTo>
                  <a:cubicBezTo>
                    <a:pt x="161992" y="96127"/>
                    <a:pt x="161973" y="92498"/>
                    <a:pt x="161950" y="88870"/>
                  </a:cubicBezTo>
                  <a:cubicBezTo>
                    <a:pt x="161941" y="87538"/>
                    <a:pt x="161932" y="86206"/>
                    <a:pt x="161924" y="84874"/>
                  </a:cubicBezTo>
                  <a:cubicBezTo>
                    <a:pt x="161916" y="83008"/>
                    <a:pt x="161908" y="81142"/>
                    <a:pt x="161895" y="79276"/>
                  </a:cubicBezTo>
                  <a:cubicBezTo>
                    <a:pt x="161890" y="78707"/>
                    <a:pt x="161886" y="78154"/>
                    <a:pt x="161882" y="77602"/>
                  </a:cubicBezTo>
                  <a:cubicBezTo>
                    <a:pt x="161878" y="75854"/>
                    <a:pt x="161843" y="74128"/>
                    <a:pt x="161759" y="72381"/>
                  </a:cubicBezTo>
                  <a:cubicBezTo>
                    <a:pt x="161015" y="71636"/>
                    <a:pt x="161015" y="71636"/>
                    <a:pt x="159174" y="71547"/>
                  </a:cubicBezTo>
                  <a:close/>
                  <a:moveTo>
                    <a:pt x="216247" y="1"/>
                  </a:moveTo>
                  <a:cubicBezTo>
                    <a:pt x="221814" y="-1"/>
                    <a:pt x="227382" y="0"/>
                    <a:pt x="232950" y="4"/>
                  </a:cubicBezTo>
                  <a:cubicBezTo>
                    <a:pt x="235792" y="5"/>
                    <a:pt x="238635" y="6"/>
                    <a:pt x="241478" y="4"/>
                  </a:cubicBezTo>
                  <a:cubicBezTo>
                    <a:pt x="244554" y="1"/>
                    <a:pt x="247631" y="4"/>
                    <a:pt x="250708" y="8"/>
                  </a:cubicBezTo>
                  <a:cubicBezTo>
                    <a:pt x="252066" y="6"/>
                    <a:pt x="252066" y="6"/>
                    <a:pt x="253451" y="3"/>
                  </a:cubicBezTo>
                  <a:cubicBezTo>
                    <a:pt x="254682" y="6"/>
                    <a:pt x="254682" y="6"/>
                    <a:pt x="255937" y="9"/>
                  </a:cubicBezTo>
                  <a:cubicBezTo>
                    <a:pt x="257004" y="9"/>
                    <a:pt x="257004" y="9"/>
                    <a:pt x="258091" y="9"/>
                  </a:cubicBezTo>
                  <a:cubicBezTo>
                    <a:pt x="259871" y="102"/>
                    <a:pt x="259871" y="102"/>
                    <a:pt x="262103" y="847"/>
                  </a:cubicBezTo>
                  <a:cubicBezTo>
                    <a:pt x="262332" y="3057"/>
                    <a:pt x="262407" y="5115"/>
                    <a:pt x="262392" y="7329"/>
                  </a:cubicBezTo>
                  <a:cubicBezTo>
                    <a:pt x="262398" y="8349"/>
                    <a:pt x="262398" y="8349"/>
                    <a:pt x="262404" y="9389"/>
                  </a:cubicBezTo>
                  <a:cubicBezTo>
                    <a:pt x="262414" y="11649"/>
                    <a:pt x="262407" y="13908"/>
                    <a:pt x="262400" y="16168"/>
                  </a:cubicBezTo>
                  <a:cubicBezTo>
                    <a:pt x="262401" y="17732"/>
                    <a:pt x="262403" y="19296"/>
                    <a:pt x="262406" y="20859"/>
                  </a:cubicBezTo>
                  <a:cubicBezTo>
                    <a:pt x="262409" y="24142"/>
                    <a:pt x="262405" y="27424"/>
                    <a:pt x="262394" y="30707"/>
                  </a:cubicBezTo>
                  <a:cubicBezTo>
                    <a:pt x="262382" y="34922"/>
                    <a:pt x="262389" y="39136"/>
                    <a:pt x="262402" y="43351"/>
                  </a:cubicBezTo>
                  <a:cubicBezTo>
                    <a:pt x="262410" y="46582"/>
                    <a:pt x="262408" y="49813"/>
                    <a:pt x="262402" y="53044"/>
                  </a:cubicBezTo>
                  <a:cubicBezTo>
                    <a:pt x="262400" y="54598"/>
                    <a:pt x="262402" y="56153"/>
                    <a:pt x="262407" y="57707"/>
                  </a:cubicBezTo>
                  <a:cubicBezTo>
                    <a:pt x="262413" y="59877"/>
                    <a:pt x="262404" y="62047"/>
                    <a:pt x="262392" y="64218"/>
                  </a:cubicBezTo>
                  <a:cubicBezTo>
                    <a:pt x="262397" y="64865"/>
                    <a:pt x="262401" y="65513"/>
                    <a:pt x="262406" y="66180"/>
                  </a:cubicBezTo>
                  <a:cubicBezTo>
                    <a:pt x="262387" y="67966"/>
                    <a:pt x="262387" y="67966"/>
                    <a:pt x="262103" y="70796"/>
                  </a:cubicBezTo>
                  <a:cubicBezTo>
                    <a:pt x="259702" y="72397"/>
                    <a:pt x="259070" y="72469"/>
                    <a:pt x="256306" y="72465"/>
                  </a:cubicBezTo>
                  <a:cubicBezTo>
                    <a:pt x="255583" y="72467"/>
                    <a:pt x="254860" y="72469"/>
                    <a:pt x="254116" y="72472"/>
                  </a:cubicBezTo>
                  <a:cubicBezTo>
                    <a:pt x="253337" y="72466"/>
                    <a:pt x="252558" y="72461"/>
                    <a:pt x="251755" y="72456"/>
                  </a:cubicBezTo>
                  <a:cubicBezTo>
                    <a:pt x="250954" y="72455"/>
                    <a:pt x="250153" y="72455"/>
                    <a:pt x="249328" y="72455"/>
                  </a:cubicBezTo>
                  <a:cubicBezTo>
                    <a:pt x="247634" y="72452"/>
                    <a:pt x="245940" y="72446"/>
                    <a:pt x="244246" y="72437"/>
                  </a:cubicBezTo>
                  <a:cubicBezTo>
                    <a:pt x="241650" y="72424"/>
                    <a:pt x="239053" y="72422"/>
                    <a:pt x="236456" y="72422"/>
                  </a:cubicBezTo>
                  <a:cubicBezTo>
                    <a:pt x="234812" y="72419"/>
                    <a:pt x="233168" y="72414"/>
                    <a:pt x="231524" y="72409"/>
                  </a:cubicBezTo>
                  <a:cubicBezTo>
                    <a:pt x="230745" y="72408"/>
                    <a:pt x="229966" y="72407"/>
                    <a:pt x="229163" y="72407"/>
                  </a:cubicBezTo>
                  <a:cubicBezTo>
                    <a:pt x="228440" y="72402"/>
                    <a:pt x="227718" y="72397"/>
                    <a:pt x="226973" y="72392"/>
                  </a:cubicBezTo>
                  <a:cubicBezTo>
                    <a:pt x="226337" y="72389"/>
                    <a:pt x="225701" y="72387"/>
                    <a:pt x="225046" y="72384"/>
                  </a:cubicBezTo>
                  <a:cubicBezTo>
                    <a:pt x="223408" y="72284"/>
                    <a:pt x="223408" y="72284"/>
                    <a:pt x="221175" y="71540"/>
                  </a:cubicBezTo>
                  <a:cubicBezTo>
                    <a:pt x="221175" y="116970"/>
                    <a:pt x="221175" y="162400"/>
                    <a:pt x="221175" y="209206"/>
                  </a:cubicBezTo>
                  <a:cubicBezTo>
                    <a:pt x="237383" y="209206"/>
                    <a:pt x="253590" y="209206"/>
                    <a:pt x="270289" y="209206"/>
                  </a:cubicBezTo>
                  <a:cubicBezTo>
                    <a:pt x="270289" y="233763"/>
                    <a:pt x="270289" y="258319"/>
                    <a:pt x="270289" y="283620"/>
                  </a:cubicBezTo>
                  <a:cubicBezTo>
                    <a:pt x="254327" y="283620"/>
                    <a:pt x="238365" y="283620"/>
                    <a:pt x="221920" y="283620"/>
                  </a:cubicBezTo>
                  <a:cubicBezTo>
                    <a:pt x="221901" y="291055"/>
                    <a:pt x="221882" y="298490"/>
                    <a:pt x="221863" y="306150"/>
                  </a:cubicBezTo>
                  <a:cubicBezTo>
                    <a:pt x="221803" y="329911"/>
                    <a:pt x="221739" y="353672"/>
                    <a:pt x="221673" y="377433"/>
                  </a:cubicBezTo>
                  <a:cubicBezTo>
                    <a:pt x="221663" y="381121"/>
                    <a:pt x="221653" y="384809"/>
                    <a:pt x="221643" y="388496"/>
                  </a:cubicBezTo>
                  <a:cubicBezTo>
                    <a:pt x="221640" y="389231"/>
                    <a:pt x="221638" y="389965"/>
                    <a:pt x="221636" y="390721"/>
                  </a:cubicBezTo>
                  <a:cubicBezTo>
                    <a:pt x="221604" y="402626"/>
                    <a:pt x="221573" y="414530"/>
                    <a:pt x="221544" y="426434"/>
                  </a:cubicBezTo>
                  <a:cubicBezTo>
                    <a:pt x="221514" y="438640"/>
                    <a:pt x="221481" y="450845"/>
                    <a:pt x="221446" y="463051"/>
                  </a:cubicBezTo>
                  <a:cubicBezTo>
                    <a:pt x="221424" y="470589"/>
                    <a:pt x="221404" y="478126"/>
                    <a:pt x="221387" y="485664"/>
                  </a:cubicBezTo>
                  <a:cubicBezTo>
                    <a:pt x="221376" y="490826"/>
                    <a:pt x="221361" y="495987"/>
                    <a:pt x="221345" y="501149"/>
                  </a:cubicBezTo>
                  <a:cubicBezTo>
                    <a:pt x="221335" y="504132"/>
                    <a:pt x="221327" y="507114"/>
                    <a:pt x="221322" y="510097"/>
                  </a:cubicBezTo>
                  <a:cubicBezTo>
                    <a:pt x="221317" y="512823"/>
                    <a:pt x="221309" y="515549"/>
                    <a:pt x="221298" y="518275"/>
                  </a:cubicBezTo>
                  <a:cubicBezTo>
                    <a:pt x="221293" y="519738"/>
                    <a:pt x="221292" y="521200"/>
                    <a:pt x="221291" y="522663"/>
                  </a:cubicBezTo>
                  <a:cubicBezTo>
                    <a:pt x="221287" y="523520"/>
                    <a:pt x="221283" y="524377"/>
                    <a:pt x="221279" y="525260"/>
                  </a:cubicBezTo>
                  <a:cubicBezTo>
                    <a:pt x="221276" y="526378"/>
                    <a:pt x="221276" y="526378"/>
                    <a:pt x="221273" y="527519"/>
                  </a:cubicBezTo>
                  <a:cubicBezTo>
                    <a:pt x="221175" y="529186"/>
                    <a:pt x="221175" y="529186"/>
                    <a:pt x="220431" y="529931"/>
                  </a:cubicBezTo>
                  <a:cubicBezTo>
                    <a:pt x="218651" y="530009"/>
                    <a:pt x="216892" y="530040"/>
                    <a:pt x="215111" y="530039"/>
                  </a:cubicBezTo>
                  <a:cubicBezTo>
                    <a:pt x="214276" y="530042"/>
                    <a:pt x="214276" y="530042"/>
                    <a:pt x="213424" y="530046"/>
                  </a:cubicBezTo>
                  <a:cubicBezTo>
                    <a:pt x="211575" y="530053"/>
                    <a:pt x="209726" y="530055"/>
                    <a:pt x="207877" y="530056"/>
                  </a:cubicBezTo>
                  <a:cubicBezTo>
                    <a:pt x="206597" y="530058"/>
                    <a:pt x="205317" y="530060"/>
                    <a:pt x="204037" y="530063"/>
                  </a:cubicBezTo>
                  <a:cubicBezTo>
                    <a:pt x="201350" y="530068"/>
                    <a:pt x="198663" y="530069"/>
                    <a:pt x="195976" y="530068"/>
                  </a:cubicBezTo>
                  <a:cubicBezTo>
                    <a:pt x="192527" y="530068"/>
                    <a:pt x="189078" y="530079"/>
                    <a:pt x="185629" y="530091"/>
                  </a:cubicBezTo>
                  <a:cubicBezTo>
                    <a:pt x="182984" y="530100"/>
                    <a:pt x="180339" y="530101"/>
                    <a:pt x="177694" y="530101"/>
                  </a:cubicBezTo>
                  <a:cubicBezTo>
                    <a:pt x="176422" y="530102"/>
                    <a:pt x="175151" y="530105"/>
                    <a:pt x="173879" y="530111"/>
                  </a:cubicBezTo>
                  <a:cubicBezTo>
                    <a:pt x="172102" y="530118"/>
                    <a:pt x="170326" y="530116"/>
                    <a:pt x="168549" y="530111"/>
                  </a:cubicBezTo>
                  <a:cubicBezTo>
                    <a:pt x="168020" y="530116"/>
                    <a:pt x="167491" y="530120"/>
                    <a:pt x="166946" y="530124"/>
                  </a:cubicBezTo>
                  <a:cubicBezTo>
                    <a:pt x="163302" y="530100"/>
                    <a:pt x="163302" y="530100"/>
                    <a:pt x="161644" y="528442"/>
                  </a:cubicBezTo>
                  <a:cubicBezTo>
                    <a:pt x="161459" y="526688"/>
                    <a:pt x="161459" y="526688"/>
                    <a:pt x="161461" y="524436"/>
                  </a:cubicBezTo>
                  <a:cubicBezTo>
                    <a:pt x="161458" y="523580"/>
                    <a:pt x="161455" y="522724"/>
                    <a:pt x="161452" y="521842"/>
                  </a:cubicBezTo>
                  <a:cubicBezTo>
                    <a:pt x="161456" y="520894"/>
                    <a:pt x="161461" y="519946"/>
                    <a:pt x="161465" y="518969"/>
                  </a:cubicBezTo>
                  <a:cubicBezTo>
                    <a:pt x="161465" y="517958"/>
                    <a:pt x="161463" y="516947"/>
                    <a:pt x="161461" y="515935"/>
                  </a:cubicBezTo>
                  <a:cubicBezTo>
                    <a:pt x="161458" y="513147"/>
                    <a:pt x="161464" y="510360"/>
                    <a:pt x="161471" y="507571"/>
                  </a:cubicBezTo>
                  <a:cubicBezTo>
                    <a:pt x="161478" y="504569"/>
                    <a:pt x="161476" y="501566"/>
                    <a:pt x="161475" y="498563"/>
                  </a:cubicBezTo>
                  <a:cubicBezTo>
                    <a:pt x="161474" y="493357"/>
                    <a:pt x="161478" y="488151"/>
                    <a:pt x="161487" y="482945"/>
                  </a:cubicBezTo>
                  <a:cubicBezTo>
                    <a:pt x="161499" y="475418"/>
                    <a:pt x="161503" y="467891"/>
                    <a:pt x="161505" y="460364"/>
                  </a:cubicBezTo>
                  <a:cubicBezTo>
                    <a:pt x="161508" y="448153"/>
                    <a:pt x="161518" y="435942"/>
                    <a:pt x="161532" y="423731"/>
                  </a:cubicBezTo>
                  <a:cubicBezTo>
                    <a:pt x="161546" y="411866"/>
                    <a:pt x="161556" y="400002"/>
                    <a:pt x="161562" y="388138"/>
                  </a:cubicBezTo>
                  <a:cubicBezTo>
                    <a:pt x="161563" y="387407"/>
                    <a:pt x="161563" y="386676"/>
                    <a:pt x="161564" y="385923"/>
                  </a:cubicBezTo>
                  <a:cubicBezTo>
                    <a:pt x="161566" y="382256"/>
                    <a:pt x="161567" y="378590"/>
                    <a:pt x="161569" y="374923"/>
                  </a:cubicBezTo>
                  <a:cubicBezTo>
                    <a:pt x="161585" y="344489"/>
                    <a:pt x="161611" y="314054"/>
                    <a:pt x="161644" y="283620"/>
                  </a:cubicBezTo>
                  <a:cubicBezTo>
                    <a:pt x="161051" y="283620"/>
                    <a:pt x="160457" y="283620"/>
                    <a:pt x="159846" y="283620"/>
                  </a:cubicBezTo>
                  <a:cubicBezTo>
                    <a:pt x="144074" y="283620"/>
                    <a:pt x="128303" y="283620"/>
                    <a:pt x="112531" y="283620"/>
                  </a:cubicBezTo>
                  <a:cubicBezTo>
                    <a:pt x="112525" y="284122"/>
                    <a:pt x="112519" y="284624"/>
                    <a:pt x="112513" y="285141"/>
                  </a:cubicBezTo>
                  <a:cubicBezTo>
                    <a:pt x="112449" y="290343"/>
                    <a:pt x="112375" y="295545"/>
                    <a:pt x="112295" y="300747"/>
                  </a:cubicBezTo>
                  <a:cubicBezTo>
                    <a:pt x="112266" y="302691"/>
                    <a:pt x="112240" y="304635"/>
                    <a:pt x="112217" y="306579"/>
                  </a:cubicBezTo>
                  <a:cubicBezTo>
                    <a:pt x="112183" y="309367"/>
                    <a:pt x="112140" y="312154"/>
                    <a:pt x="112095" y="314941"/>
                  </a:cubicBezTo>
                  <a:cubicBezTo>
                    <a:pt x="112086" y="315816"/>
                    <a:pt x="112078" y="316691"/>
                    <a:pt x="112069" y="317593"/>
                  </a:cubicBezTo>
                  <a:cubicBezTo>
                    <a:pt x="112054" y="318397"/>
                    <a:pt x="112039" y="319202"/>
                    <a:pt x="112024" y="320030"/>
                  </a:cubicBezTo>
                  <a:cubicBezTo>
                    <a:pt x="112014" y="320743"/>
                    <a:pt x="112004" y="321455"/>
                    <a:pt x="111994" y="322189"/>
                  </a:cubicBezTo>
                  <a:cubicBezTo>
                    <a:pt x="111926" y="322722"/>
                    <a:pt x="111857" y="323255"/>
                    <a:pt x="111787" y="323804"/>
                  </a:cubicBezTo>
                  <a:cubicBezTo>
                    <a:pt x="111296" y="324049"/>
                    <a:pt x="110804" y="324295"/>
                    <a:pt x="110298" y="324548"/>
                  </a:cubicBezTo>
                  <a:cubicBezTo>
                    <a:pt x="110112" y="326655"/>
                    <a:pt x="110020" y="328695"/>
                    <a:pt x="109990" y="330806"/>
                  </a:cubicBezTo>
                  <a:cubicBezTo>
                    <a:pt x="109976" y="331433"/>
                    <a:pt x="109962" y="332059"/>
                    <a:pt x="109947" y="332705"/>
                  </a:cubicBezTo>
                  <a:cubicBezTo>
                    <a:pt x="109902" y="334714"/>
                    <a:pt x="109868" y="336723"/>
                    <a:pt x="109833" y="338733"/>
                  </a:cubicBezTo>
                  <a:cubicBezTo>
                    <a:pt x="109805" y="340092"/>
                    <a:pt x="109776" y="341451"/>
                    <a:pt x="109746" y="342810"/>
                  </a:cubicBezTo>
                  <a:cubicBezTo>
                    <a:pt x="109675" y="346148"/>
                    <a:pt x="109612" y="349486"/>
                    <a:pt x="109554" y="352825"/>
                  </a:cubicBezTo>
                  <a:cubicBezTo>
                    <a:pt x="108818" y="352825"/>
                    <a:pt x="108081" y="352825"/>
                    <a:pt x="107322" y="352825"/>
                  </a:cubicBezTo>
                  <a:cubicBezTo>
                    <a:pt x="107076" y="359701"/>
                    <a:pt x="106831" y="366577"/>
                    <a:pt x="106578" y="373661"/>
                  </a:cubicBezTo>
                  <a:cubicBezTo>
                    <a:pt x="106087" y="373661"/>
                    <a:pt x="105596" y="373661"/>
                    <a:pt x="105089" y="373661"/>
                  </a:cubicBezTo>
                  <a:cubicBezTo>
                    <a:pt x="104424" y="375657"/>
                    <a:pt x="104230" y="376955"/>
                    <a:pt x="104162" y="379015"/>
                  </a:cubicBezTo>
                  <a:cubicBezTo>
                    <a:pt x="104126" y="379906"/>
                    <a:pt x="104126" y="379906"/>
                    <a:pt x="104088" y="380815"/>
                  </a:cubicBezTo>
                  <a:cubicBezTo>
                    <a:pt x="104042" y="382066"/>
                    <a:pt x="104000" y="383318"/>
                    <a:pt x="103960" y="384570"/>
                  </a:cubicBezTo>
                  <a:cubicBezTo>
                    <a:pt x="103893" y="386146"/>
                    <a:pt x="103753" y="387718"/>
                    <a:pt x="103601" y="389288"/>
                  </a:cubicBezTo>
                  <a:cubicBezTo>
                    <a:pt x="103110" y="389534"/>
                    <a:pt x="102619" y="389779"/>
                    <a:pt x="102113" y="390032"/>
                  </a:cubicBezTo>
                  <a:cubicBezTo>
                    <a:pt x="101835" y="391474"/>
                    <a:pt x="101835" y="391474"/>
                    <a:pt x="101805" y="393198"/>
                  </a:cubicBezTo>
                  <a:cubicBezTo>
                    <a:pt x="101762" y="394151"/>
                    <a:pt x="101762" y="394151"/>
                    <a:pt x="101718" y="395123"/>
                  </a:cubicBezTo>
                  <a:cubicBezTo>
                    <a:pt x="101695" y="395792"/>
                    <a:pt x="101672" y="396460"/>
                    <a:pt x="101648" y="397148"/>
                  </a:cubicBezTo>
                  <a:cubicBezTo>
                    <a:pt x="101619" y="397819"/>
                    <a:pt x="101590" y="398490"/>
                    <a:pt x="101561" y="399181"/>
                  </a:cubicBezTo>
                  <a:cubicBezTo>
                    <a:pt x="101490" y="400844"/>
                    <a:pt x="101427" y="402507"/>
                    <a:pt x="101369" y="404171"/>
                  </a:cubicBezTo>
                  <a:cubicBezTo>
                    <a:pt x="100878" y="404171"/>
                    <a:pt x="100387" y="404171"/>
                    <a:pt x="99881" y="404171"/>
                  </a:cubicBezTo>
                  <a:cubicBezTo>
                    <a:pt x="98749" y="406435"/>
                    <a:pt x="98858" y="408844"/>
                    <a:pt x="98718" y="411333"/>
                  </a:cubicBezTo>
                  <a:cubicBezTo>
                    <a:pt x="98670" y="412122"/>
                    <a:pt x="98670" y="412122"/>
                    <a:pt x="98620" y="412926"/>
                  </a:cubicBezTo>
                  <a:cubicBezTo>
                    <a:pt x="98541" y="414224"/>
                    <a:pt x="98466" y="415523"/>
                    <a:pt x="98392" y="416821"/>
                  </a:cubicBezTo>
                  <a:cubicBezTo>
                    <a:pt x="97901" y="416821"/>
                    <a:pt x="97410" y="416821"/>
                    <a:pt x="96904" y="416821"/>
                  </a:cubicBezTo>
                  <a:cubicBezTo>
                    <a:pt x="96814" y="417618"/>
                    <a:pt x="96724" y="418415"/>
                    <a:pt x="96631" y="419237"/>
                  </a:cubicBezTo>
                  <a:cubicBezTo>
                    <a:pt x="96505" y="420276"/>
                    <a:pt x="96379" y="421316"/>
                    <a:pt x="96253" y="422356"/>
                  </a:cubicBezTo>
                  <a:cubicBezTo>
                    <a:pt x="96194" y="422882"/>
                    <a:pt x="96136" y="423408"/>
                    <a:pt x="96076" y="423950"/>
                  </a:cubicBezTo>
                  <a:cubicBezTo>
                    <a:pt x="95907" y="425302"/>
                    <a:pt x="95666" y="426644"/>
                    <a:pt x="95416" y="427983"/>
                  </a:cubicBezTo>
                  <a:cubicBezTo>
                    <a:pt x="94925" y="428229"/>
                    <a:pt x="94433" y="428474"/>
                    <a:pt x="93927" y="428727"/>
                  </a:cubicBezTo>
                  <a:cubicBezTo>
                    <a:pt x="93661" y="431232"/>
                    <a:pt x="93597" y="433722"/>
                    <a:pt x="93512" y="436239"/>
                  </a:cubicBezTo>
                  <a:cubicBezTo>
                    <a:pt x="93403" y="436952"/>
                    <a:pt x="93295" y="437666"/>
                    <a:pt x="93183" y="438401"/>
                  </a:cubicBezTo>
                  <a:cubicBezTo>
                    <a:pt x="92447" y="438647"/>
                    <a:pt x="91710" y="438892"/>
                    <a:pt x="90951" y="439145"/>
                  </a:cubicBezTo>
                  <a:cubicBezTo>
                    <a:pt x="90513" y="440893"/>
                    <a:pt x="90513" y="440893"/>
                    <a:pt x="90439" y="442913"/>
                  </a:cubicBezTo>
                  <a:cubicBezTo>
                    <a:pt x="90390" y="443597"/>
                    <a:pt x="90341" y="444280"/>
                    <a:pt x="90291" y="444985"/>
                  </a:cubicBezTo>
                  <a:cubicBezTo>
                    <a:pt x="90263" y="445514"/>
                    <a:pt x="90235" y="446042"/>
                    <a:pt x="90207" y="446587"/>
                  </a:cubicBezTo>
                  <a:cubicBezTo>
                    <a:pt x="89470" y="446587"/>
                    <a:pt x="88733" y="446587"/>
                    <a:pt x="87974" y="446587"/>
                  </a:cubicBezTo>
                  <a:cubicBezTo>
                    <a:pt x="87920" y="447460"/>
                    <a:pt x="87920" y="447460"/>
                    <a:pt x="87864" y="448351"/>
                  </a:cubicBezTo>
                  <a:cubicBezTo>
                    <a:pt x="87808" y="449104"/>
                    <a:pt x="87753" y="449857"/>
                    <a:pt x="87695" y="450633"/>
                  </a:cubicBezTo>
                  <a:cubicBezTo>
                    <a:pt x="87643" y="451384"/>
                    <a:pt x="87592" y="452135"/>
                    <a:pt x="87538" y="452909"/>
                  </a:cubicBezTo>
                  <a:cubicBezTo>
                    <a:pt x="87437" y="453524"/>
                    <a:pt x="87335" y="454139"/>
                    <a:pt x="87230" y="454772"/>
                  </a:cubicBezTo>
                  <a:cubicBezTo>
                    <a:pt x="86739" y="455018"/>
                    <a:pt x="86248" y="455263"/>
                    <a:pt x="85742" y="455516"/>
                  </a:cubicBezTo>
                  <a:cubicBezTo>
                    <a:pt x="85477" y="457634"/>
                    <a:pt x="85411" y="459733"/>
                    <a:pt x="85326" y="461865"/>
                  </a:cubicBezTo>
                  <a:cubicBezTo>
                    <a:pt x="85164" y="462774"/>
                    <a:pt x="85164" y="462774"/>
                    <a:pt x="84998" y="463702"/>
                  </a:cubicBezTo>
                  <a:cubicBezTo>
                    <a:pt x="84261" y="463948"/>
                    <a:pt x="83524" y="464193"/>
                    <a:pt x="82765" y="464446"/>
                  </a:cubicBezTo>
                  <a:cubicBezTo>
                    <a:pt x="82413" y="466001"/>
                    <a:pt x="82413" y="466001"/>
                    <a:pt x="82393" y="467795"/>
                  </a:cubicBezTo>
                  <a:cubicBezTo>
                    <a:pt x="82323" y="469632"/>
                    <a:pt x="82323" y="469632"/>
                    <a:pt x="82021" y="471143"/>
                  </a:cubicBezTo>
                  <a:cubicBezTo>
                    <a:pt x="81284" y="471389"/>
                    <a:pt x="80548" y="471635"/>
                    <a:pt x="79789" y="471888"/>
                  </a:cubicBezTo>
                  <a:cubicBezTo>
                    <a:pt x="79353" y="473291"/>
                    <a:pt x="79353" y="473291"/>
                    <a:pt x="79277" y="474911"/>
                  </a:cubicBezTo>
                  <a:cubicBezTo>
                    <a:pt x="79200" y="475878"/>
                    <a:pt x="79124" y="476844"/>
                    <a:pt x="79045" y="477841"/>
                  </a:cubicBezTo>
                  <a:cubicBezTo>
                    <a:pt x="78308" y="477841"/>
                    <a:pt x="77571" y="477841"/>
                    <a:pt x="76812" y="477841"/>
                  </a:cubicBezTo>
                  <a:cubicBezTo>
                    <a:pt x="76858" y="478808"/>
                    <a:pt x="76904" y="479775"/>
                    <a:pt x="76952" y="480771"/>
                  </a:cubicBezTo>
                  <a:cubicBezTo>
                    <a:pt x="77030" y="482419"/>
                    <a:pt x="77030" y="482419"/>
                    <a:pt x="76812" y="483794"/>
                  </a:cubicBezTo>
                  <a:cubicBezTo>
                    <a:pt x="76075" y="484039"/>
                    <a:pt x="75339" y="484285"/>
                    <a:pt x="74580" y="484538"/>
                  </a:cubicBezTo>
                  <a:cubicBezTo>
                    <a:pt x="74029" y="486787"/>
                    <a:pt x="74029" y="486787"/>
                    <a:pt x="73836" y="489003"/>
                  </a:cubicBezTo>
                  <a:cubicBezTo>
                    <a:pt x="73099" y="489003"/>
                    <a:pt x="72362" y="489003"/>
                    <a:pt x="71603" y="489003"/>
                  </a:cubicBezTo>
                  <a:cubicBezTo>
                    <a:pt x="71511" y="489970"/>
                    <a:pt x="71419" y="490937"/>
                    <a:pt x="71324" y="491933"/>
                  </a:cubicBezTo>
                  <a:cubicBezTo>
                    <a:pt x="71167" y="493581"/>
                    <a:pt x="71167" y="493581"/>
                    <a:pt x="70859" y="494956"/>
                  </a:cubicBezTo>
                  <a:cubicBezTo>
                    <a:pt x="70368" y="495202"/>
                    <a:pt x="69877" y="495447"/>
                    <a:pt x="69371" y="495700"/>
                  </a:cubicBezTo>
                  <a:cubicBezTo>
                    <a:pt x="69002" y="496989"/>
                    <a:pt x="69002" y="496989"/>
                    <a:pt x="68627" y="498305"/>
                  </a:cubicBezTo>
                  <a:cubicBezTo>
                    <a:pt x="68258" y="499594"/>
                    <a:pt x="68258" y="499594"/>
                    <a:pt x="67882" y="500909"/>
                  </a:cubicBezTo>
                  <a:cubicBezTo>
                    <a:pt x="67391" y="501155"/>
                    <a:pt x="66900" y="501400"/>
                    <a:pt x="66394" y="501653"/>
                  </a:cubicBezTo>
                  <a:cubicBezTo>
                    <a:pt x="66287" y="502252"/>
                    <a:pt x="66179" y="502850"/>
                    <a:pt x="66069" y="503467"/>
                  </a:cubicBezTo>
                  <a:cubicBezTo>
                    <a:pt x="65650" y="505374"/>
                    <a:pt x="65650" y="505374"/>
                    <a:pt x="63418" y="506862"/>
                  </a:cubicBezTo>
                  <a:cubicBezTo>
                    <a:pt x="62916" y="508100"/>
                    <a:pt x="62420" y="509340"/>
                    <a:pt x="61929" y="510583"/>
                  </a:cubicBezTo>
                  <a:cubicBezTo>
                    <a:pt x="61438" y="510583"/>
                    <a:pt x="60947" y="510583"/>
                    <a:pt x="60441" y="510583"/>
                  </a:cubicBezTo>
                  <a:cubicBezTo>
                    <a:pt x="60349" y="511304"/>
                    <a:pt x="60257" y="512026"/>
                    <a:pt x="60162" y="512769"/>
                  </a:cubicBezTo>
                  <a:cubicBezTo>
                    <a:pt x="60009" y="513521"/>
                    <a:pt x="59855" y="514273"/>
                    <a:pt x="59697" y="515048"/>
                  </a:cubicBezTo>
                  <a:cubicBezTo>
                    <a:pt x="59206" y="515293"/>
                    <a:pt x="58715" y="515539"/>
                    <a:pt x="58209" y="515792"/>
                  </a:cubicBezTo>
                  <a:cubicBezTo>
                    <a:pt x="57963" y="516406"/>
                    <a:pt x="57717" y="517020"/>
                    <a:pt x="57464" y="517652"/>
                  </a:cubicBezTo>
                  <a:cubicBezTo>
                    <a:pt x="56720" y="519513"/>
                    <a:pt x="56720" y="519513"/>
                    <a:pt x="55232" y="520257"/>
                  </a:cubicBezTo>
                  <a:cubicBezTo>
                    <a:pt x="54710" y="521235"/>
                    <a:pt x="54216" y="522230"/>
                    <a:pt x="53744" y="523233"/>
                  </a:cubicBezTo>
                  <a:cubicBezTo>
                    <a:pt x="53253" y="523970"/>
                    <a:pt x="52762" y="524707"/>
                    <a:pt x="52256" y="525466"/>
                  </a:cubicBezTo>
                  <a:cubicBezTo>
                    <a:pt x="52256" y="525957"/>
                    <a:pt x="52256" y="526448"/>
                    <a:pt x="52256" y="526954"/>
                  </a:cubicBezTo>
                  <a:cubicBezTo>
                    <a:pt x="51772" y="527414"/>
                    <a:pt x="51772" y="527414"/>
                    <a:pt x="51279" y="527884"/>
                  </a:cubicBezTo>
                  <a:cubicBezTo>
                    <a:pt x="49838" y="529211"/>
                    <a:pt x="49838" y="529211"/>
                    <a:pt x="49093" y="531558"/>
                  </a:cubicBezTo>
                  <a:cubicBezTo>
                    <a:pt x="47791" y="533651"/>
                    <a:pt x="47791" y="533651"/>
                    <a:pt x="45326" y="534349"/>
                  </a:cubicBezTo>
                  <a:cubicBezTo>
                    <a:pt x="42241" y="533565"/>
                    <a:pt x="42004" y="533249"/>
                    <a:pt x="40349" y="530721"/>
                  </a:cubicBezTo>
                  <a:cubicBezTo>
                    <a:pt x="39991" y="530115"/>
                    <a:pt x="39634" y="529509"/>
                    <a:pt x="39265" y="528884"/>
                  </a:cubicBezTo>
                  <a:cubicBezTo>
                    <a:pt x="38084" y="526900"/>
                    <a:pt x="36786" y="525105"/>
                    <a:pt x="35373" y="523280"/>
                  </a:cubicBezTo>
                  <a:cubicBezTo>
                    <a:pt x="34956" y="522736"/>
                    <a:pt x="34538" y="522192"/>
                    <a:pt x="34108" y="521632"/>
                  </a:cubicBezTo>
                  <a:cubicBezTo>
                    <a:pt x="32867" y="520089"/>
                    <a:pt x="32867" y="520089"/>
                    <a:pt x="30675" y="518768"/>
                  </a:cubicBezTo>
                  <a:cubicBezTo>
                    <a:pt x="30307" y="517663"/>
                    <a:pt x="30307" y="517663"/>
                    <a:pt x="29931" y="516536"/>
                  </a:cubicBezTo>
                  <a:cubicBezTo>
                    <a:pt x="29195" y="516290"/>
                    <a:pt x="28458" y="516045"/>
                    <a:pt x="27699" y="515792"/>
                  </a:cubicBezTo>
                  <a:cubicBezTo>
                    <a:pt x="27331" y="514687"/>
                    <a:pt x="27331" y="514687"/>
                    <a:pt x="26955" y="513559"/>
                  </a:cubicBezTo>
                  <a:cubicBezTo>
                    <a:pt x="26464" y="513437"/>
                    <a:pt x="25972" y="513314"/>
                    <a:pt x="25466" y="513187"/>
                  </a:cubicBezTo>
                  <a:cubicBezTo>
                    <a:pt x="24975" y="513065"/>
                    <a:pt x="24484" y="512942"/>
                    <a:pt x="23978" y="512815"/>
                  </a:cubicBezTo>
                  <a:cubicBezTo>
                    <a:pt x="23733" y="512079"/>
                    <a:pt x="23487" y="511342"/>
                    <a:pt x="23234" y="510583"/>
                  </a:cubicBezTo>
                  <a:cubicBezTo>
                    <a:pt x="22758" y="510353"/>
                    <a:pt x="22282" y="510122"/>
                    <a:pt x="21792" y="509885"/>
                  </a:cubicBezTo>
                  <a:cubicBezTo>
                    <a:pt x="19896" y="508908"/>
                    <a:pt x="19675" y="507990"/>
                    <a:pt x="18769" y="506118"/>
                  </a:cubicBezTo>
                  <a:cubicBezTo>
                    <a:pt x="18032" y="505872"/>
                    <a:pt x="17296" y="505627"/>
                    <a:pt x="16537" y="505374"/>
                  </a:cubicBezTo>
                  <a:cubicBezTo>
                    <a:pt x="16291" y="504637"/>
                    <a:pt x="16046" y="503900"/>
                    <a:pt x="15793" y="503141"/>
                  </a:cubicBezTo>
                  <a:cubicBezTo>
                    <a:pt x="15301" y="503034"/>
                    <a:pt x="14810" y="502927"/>
                    <a:pt x="14304" y="502816"/>
                  </a:cubicBezTo>
                  <a:cubicBezTo>
                    <a:pt x="13813" y="502678"/>
                    <a:pt x="13322" y="502540"/>
                    <a:pt x="12816" y="502397"/>
                  </a:cubicBezTo>
                  <a:cubicBezTo>
                    <a:pt x="12709" y="501906"/>
                    <a:pt x="12601" y="501415"/>
                    <a:pt x="12490" y="500909"/>
                  </a:cubicBezTo>
                  <a:cubicBezTo>
                    <a:pt x="12352" y="500418"/>
                    <a:pt x="12214" y="499927"/>
                    <a:pt x="12072" y="499421"/>
                  </a:cubicBezTo>
                  <a:cubicBezTo>
                    <a:pt x="10838" y="499143"/>
                    <a:pt x="9597" y="498895"/>
                    <a:pt x="8351" y="498677"/>
                  </a:cubicBezTo>
                  <a:cubicBezTo>
                    <a:pt x="7983" y="497572"/>
                    <a:pt x="7983" y="497572"/>
                    <a:pt x="7607" y="496444"/>
                  </a:cubicBezTo>
                  <a:cubicBezTo>
                    <a:pt x="7008" y="496337"/>
                    <a:pt x="6410" y="496229"/>
                    <a:pt x="5793" y="496119"/>
                  </a:cubicBezTo>
                  <a:cubicBezTo>
                    <a:pt x="5164" y="495981"/>
                    <a:pt x="4535" y="495842"/>
                    <a:pt x="3886" y="495700"/>
                  </a:cubicBezTo>
                  <a:cubicBezTo>
                    <a:pt x="3049" y="494212"/>
                    <a:pt x="3049" y="494212"/>
                    <a:pt x="2398" y="492724"/>
                  </a:cubicBezTo>
                  <a:cubicBezTo>
                    <a:pt x="1661" y="492478"/>
                    <a:pt x="925" y="492232"/>
                    <a:pt x="166" y="491979"/>
                  </a:cubicBezTo>
                  <a:cubicBezTo>
                    <a:pt x="-153" y="489972"/>
                    <a:pt x="69" y="488067"/>
                    <a:pt x="166" y="486026"/>
                  </a:cubicBezTo>
                  <a:cubicBezTo>
                    <a:pt x="902" y="486026"/>
                    <a:pt x="1639" y="486026"/>
                    <a:pt x="2398" y="486026"/>
                  </a:cubicBezTo>
                  <a:cubicBezTo>
                    <a:pt x="2748" y="484776"/>
                    <a:pt x="3092" y="483523"/>
                    <a:pt x="3392" y="482259"/>
                  </a:cubicBezTo>
                  <a:cubicBezTo>
                    <a:pt x="3941" y="480658"/>
                    <a:pt x="4626" y="479750"/>
                    <a:pt x="5747" y="478492"/>
                  </a:cubicBezTo>
                  <a:cubicBezTo>
                    <a:pt x="7481" y="476498"/>
                    <a:pt x="8194" y="475058"/>
                    <a:pt x="9095" y="472632"/>
                  </a:cubicBezTo>
                  <a:cubicBezTo>
                    <a:pt x="9586" y="472386"/>
                    <a:pt x="10078" y="472141"/>
                    <a:pt x="10584" y="471888"/>
                  </a:cubicBezTo>
                  <a:cubicBezTo>
                    <a:pt x="10691" y="471381"/>
                    <a:pt x="10798" y="470875"/>
                    <a:pt x="10909" y="470353"/>
                  </a:cubicBezTo>
                  <a:cubicBezTo>
                    <a:pt x="11116" y="469639"/>
                    <a:pt x="11116" y="469639"/>
                    <a:pt x="11328" y="468911"/>
                  </a:cubicBezTo>
                  <a:cubicBezTo>
                    <a:pt x="12064" y="468911"/>
                    <a:pt x="12801" y="468911"/>
                    <a:pt x="13560" y="468911"/>
                  </a:cubicBezTo>
                  <a:cubicBezTo>
                    <a:pt x="13491" y="467875"/>
                    <a:pt x="13491" y="467875"/>
                    <a:pt x="13421" y="466818"/>
                  </a:cubicBezTo>
                  <a:cubicBezTo>
                    <a:pt x="13581" y="464096"/>
                    <a:pt x="13905" y="463950"/>
                    <a:pt x="15793" y="462214"/>
                  </a:cubicBezTo>
                  <a:cubicBezTo>
                    <a:pt x="15915" y="461569"/>
                    <a:pt x="16038" y="460925"/>
                    <a:pt x="16165" y="460260"/>
                  </a:cubicBezTo>
                  <a:cubicBezTo>
                    <a:pt x="16287" y="459677"/>
                    <a:pt x="16410" y="459094"/>
                    <a:pt x="16537" y="458493"/>
                  </a:cubicBezTo>
                  <a:cubicBezTo>
                    <a:pt x="17273" y="458247"/>
                    <a:pt x="18010" y="458002"/>
                    <a:pt x="18769" y="457749"/>
                  </a:cubicBezTo>
                  <a:cubicBezTo>
                    <a:pt x="19022" y="456013"/>
                    <a:pt x="19270" y="454277"/>
                    <a:pt x="19513" y="452540"/>
                  </a:cubicBezTo>
                  <a:cubicBezTo>
                    <a:pt x="20250" y="452049"/>
                    <a:pt x="20987" y="451558"/>
                    <a:pt x="21746" y="451052"/>
                  </a:cubicBezTo>
                  <a:cubicBezTo>
                    <a:pt x="21746" y="450300"/>
                    <a:pt x="21746" y="449548"/>
                    <a:pt x="21746" y="448773"/>
                  </a:cubicBezTo>
                  <a:cubicBezTo>
                    <a:pt x="21746" y="448051"/>
                    <a:pt x="21746" y="447330"/>
                    <a:pt x="21746" y="446587"/>
                  </a:cubicBezTo>
                  <a:cubicBezTo>
                    <a:pt x="22482" y="446341"/>
                    <a:pt x="23219" y="446096"/>
                    <a:pt x="23978" y="445843"/>
                  </a:cubicBezTo>
                  <a:cubicBezTo>
                    <a:pt x="24331" y="444287"/>
                    <a:pt x="24331" y="444287"/>
                    <a:pt x="24350" y="442494"/>
                  </a:cubicBezTo>
                  <a:cubicBezTo>
                    <a:pt x="24420" y="440657"/>
                    <a:pt x="24420" y="440657"/>
                    <a:pt x="24722" y="439145"/>
                  </a:cubicBezTo>
                  <a:cubicBezTo>
                    <a:pt x="25459" y="438900"/>
                    <a:pt x="26196" y="438654"/>
                    <a:pt x="26955" y="438401"/>
                  </a:cubicBezTo>
                  <a:cubicBezTo>
                    <a:pt x="27390" y="436998"/>
                    <a:pt x="27390" y="436998"/>
                    <a:pt x="27466" y="435378"/>
                  </a:cubicBezTo>
                  <a:cubicBezTo>
                    <a:pt x="27543" y="434411"/>
                    <a:pt x="27620" y="433444"/>
                    <a:pt x="27699" y="432448"/>
                  </a:cubicBezTo>
                  <a:cubicBezTo>
                    <a:pt x="28436" y="432448"/>
                    <a:pt x="29172" y="432448"/>
                    <a:pt x="29931" y="432448"/>
                  </a:cubicBezTo>
                  <a:cubicBezTo>
                    <a:pt x="29931" y="429992"/>
                    <a:pt x="29931" y="427537"/>
                    <a:pt x="29931" y="425007"/>
                  </a:cubicBezTo>
                  <a:cubicBezTo>
                    <a:pt x="30914" y="425007"/>
                    <a:pt x="31896" y="425007"/>
                    <a:pt x="32908" y="425007"/>
                  </a:cubicBezTo>
                  <a:cubicBezTo>
                    <a:pt x="32908" y="422306"/>
                    <a:pt x="32908" y="419604"/>
                    <a:pt x="32908" y="416821"/>
                  </a:cubicBezTo>
                  <a:cubicBezTo>
                    <a:pt x="33645" y="416821"/>
                    <a:pt x="34381" y="416821"/>
                    <a:pt x="35140" y="416821"/>
                  </a:cubicBezTo>
                  <a:cubicBezTo>
                    <a:pt x="35386" y="413874"/>
                    <a:pt x="35631" y="410928"/>
                    <a:pt x="35884" y="407892"/>
                  </a:cubicBezTo>
                  <a:cubicBezTo>
                    <a:pt x="36621" y="407892"/>
                    <a:pt x="37358" y="407892"/>
                    <a:pt x="38117" y="407892"/>
                  </a:cubicBezTo>
                  <a:cubicBezTo>
                    <a:pt x="38091" y="407202"/>
                    <a:pt x="38065" y="406512"/>
                    <a:pt x="38038" y="405802"/>
                  </a:cubicBezTo>
                  <a:cubicBezTo>
                    <a:pt x="38018" y="404910"/>
                    <a:pt x="37998" y="404019"/>
                    <a:pt x="37977" y="403101"/>
                  </a:cubicBezTo>
                  <a:cubicBezTo>
                    <a:pt x="37951" y="402212"/>
                    <a:pt x="37926" y="401323"/>
                    <a:pt x="37899" y="400406"/>
                  </a:cubicBezTo>
                  <a:cubicBezTo>
                    <a:pt x="37971" y="399684"/>
                    <a:pt x="38043" y="398962"/>
                    <a:pt x="38117" y="398218"/>
                  </a:cubicBezTo>
                  <a:cubicBezTo>
                    <a:pt x="38854" y="397972"/>
                    <a:pt x="39590" y="397727"/>
                    <a:pt x="40349" y="397474"/>
                  </a:cubicBezTo>
                  <a:cubicBezTo>
                    <a:pt x="40582" y="395600"/>
                    <a:pt x="40697" y="393864"/>
                    <a:pt x="40721" y="391986"/>
                  </a:cubicBezTo>
                  <a:cubicBezTo>
                    <a:pt x="40792" y="386607"/>
                    <a:pt x="40792" y="386607"/>
                    <a:pt x="42207" y="385218"/>
                  </a:cubicBezTo>
                  <a:cubicBezTo>
                    <a:pt x="44113" y="383278"/>
                    <a:pt x="43697" y="380617"/>
                    <a:pt x="43744" y="378033"/>
                  </a:cubicBezTo>
                  <a:cubicBezTo>
                    <a:pt x="43791" y="376060"/>
                    <a:pt x="43896" y="374142"/>
                    <a:pt x="44070" y="372173"/>
                  </a:cubicBezTo>
                  <a:cubicBezTo>
                    <a:pt x="44561" y="371927"/>
                    <a:pt x="45052" y="371682"/>
                    <a:pt x="45558" y="371429"/>
                  </a:cubicBezTo>
                  <a:cubicBezTo>
                    <a:pt x="45799" y="369997"/>
                    <a:pt x="45799" y="369997"/>
                    <a:pt x="45788" y="368289"/>
                  </a:cubicBezTo>
                  <a:cubicBezTo>
                    <a:pt x="45807" y="367657"/>
                    <a:pt x="45825" y="367025"/>
                    <a:pt x="45845" y="366374"/>
                  </a:cubicBezTo>
                  <a:cubicBezTo>
                    <a:pt x="45871" y="365031"/>
                    <a:pt x="45894" y="363688"/>
                    <a:pt x="45914" y="362345"/>
                  </a:cubicBezTo>
                  <a:cubicBezTo>
                    <a:pt x="45934" y="361713"/>
                    <a:pt x="45954" y="361081"/>
                    <a:pt x="45974" y="360429"/>
                  </a:cubicBezTo>
                  <a:cubicBezTo>
                    <a:pt x="45984" y="359846"/>
                    <a:pt x="45994" y="359262"/>
                    <a:pt x="46004" y="358661"/>
                  </a:cubicBezTo>
                  <a:cubicBezTo>
                    <a:pt x="46103" y="358208"/>
                    <a:pt x="46201" y="357756"/>
                    <a:pt x="46302" y="357290"/>
                  </a:cubicBezTo>
                  <a:cubicBezTo>
                    <a:pt x="47039" y="357044"/>
                    <a:pt x="47776" y="356799"/>
                    <a:pt x="48535" y="356546"/>
                  </a:cubicBezTo>
                  <a:cubicBezTo>
                    <a:pt x="48918" y="354598"/>
                    <a:pt x="48918" y="354598"/>
                    <a:pt x="48916" y="352241"/>
                  </a:cubicBezTo>
                  <a:cubicBezTo>
                    <a:pt x="48955" y="350935"/>
                    <a:pt x="48955" y="350935"/>
                    <a:pt x="48996" y="349603"/>
                  </a:cubicBezTo>
                  <a:cubicBezTo>
                    <a:pt x="49012" y="348686"/>
                    <a:pt x="49029" y="347770"/>
                    <a:pt x="49046" y="346825"/>
                  </a:cubicBezTo>
                  <a:cubicBezTo>
                    <a:pt x="49072" y="345906"/>
                    <a:pt x="49097" y="344987"/>
                    <a:pt x="49123" y="344039"/>
                  </a:cubicBezTo>
                  <a:cubicBezTo>
                    <a:pt x="49185" y="341759"/>
                    <a:pt x="49236" y="339479"/>
                    <a:pt x="49279" y="337198"/>
                  </a:cubicBezTo>
                  <a:cubicBezTo>
                    <a:pt x="50016" y="337198"/>
                    <a:pt x="50752" y="337198"/>
                    <a:pt x="51511" y="337198"/>
                  </a:cubicBezTo>
                  <a:cubicBezTo>
                    <a:pt x="51526" y="336368"/>
                    <a:pt x="51541" y="335538"/>
                    <a:pt x="51556" y="334683"/>
                  </a:cubicBezTo>
                  <a:cubicBezTo>
                    <a:pt x="51613" y="331613"/>
                    <a:pt x="51679" y="328544"/>
                    <a:pt x="51748" y="325476"/>
                  </a:cubicBezTo>
                  <a:cubicBezTo>
                    <a:pt x="51776" y="324145"/>
                    <a:pt x="51802" y="322815"/>
                    <a:pt x="51825" y="321485"/>
                  </a:cubicBezTo>
                  <a:cubicBezTo>
                    <a:pt x="51859" y="319576"/>
                    <a:pt x="51902" y="317668"/>
                    <a:pt x="51947" y="315761"/>
                  </a:cubicBezTo>
                  <a:cubicBezTo>
                    <a:pt x="51956" y="315162"/>
                    <a:pt x="51965" y="314564"/>
                    <a:pt x="51973" y="313947"/>
                  </a:cubicBezTo>
                  <a:cubicBezTo>
                    <a:pt x="52012" y="312517"/>
                    <a:pt x="52126" y="311090"/>
                    <a:pt x="52256" y="309665"/>
                  </a:cubicBezTo>
                  <a:cubicBezTo>
                    <a:pt x="52747" y="309419"/>
                    <a:pt x="53238" y="309174"/>
                    <a:pt x="53744" y="308921"/>
                  </a:cubicBezTo>
                  <a:cubicBezTo>
                    <a:pt x="53930" y="306974"/>
                    <a:pt x="54022" y="305102"/>
                    <a:pt x="54052" y="303151"/>
                  </a:cubicBezTo>
                  <a:cubicBezTo>
                    <a:pt x="54066" y="302574"/>
                    <a:pt x="54081" y="301997"/>
                    <a:pt x="54096" y="301402"/>
                  </a:cubicBezTo>
                  <a:cubicBezTo>
                    <a:pt x="54140" y="299552"/>
                    <a:pt x="54175" y="297702"/>
                    <a:pt x="54209" y="295852"/>
                  </a:cubicBezTo>
                  <a:cubicBezTo>
                    <a:pt x="54237" y="294600"/>
                    <a:pt x="54266" y="293349"/>
                    <a:pt x="54296" y="292098"/>
                  </a:cubicBezTo>
                  <a:cubicBezTo>
                    <a:pt x="54368" y="289024"/>
                    <a:pt x="54430" y="285950"/>
                    <a:pt x="54488" y="282876"/>
                  </a:cubicBezTo>
                  <a:cubicBezTo>
                    <a:pt x="53997" y="283121"/>
                    <a:pt x="53506" y="283367"/>
                    <a:pt x="53000" y="283620"/>
                  </a:cubicBezTo>
                  <a:cubicBezTo>
                    <a:pt x="51670" y="283688"/>
                    <a:pt x="50337" y="283707"/>
                    <a:pt x="49005" y="283705"/>
                  </a:cubicBezTo>
                  <a:cubicBezTo>
                    <a:pt x="48159" y="283704"/>
                    <a:pt x="47314" y="283704"/>
                    <a:pt x="46442" y="283704"/>
                  </a:cubicBezTo>
                  <a:cubicBezTo>
                    <a:pt x="45550" y="283700"/>
                    <a:pt x="44658" y="283697"/>
                    <a:pt x="43739" y="283693"/>
                  </a:cubicBezTo>
                  <a:cubicBezTo>
                    <a:pt x="42921" y="283692"/>
                    <a:pt x="42103" y="283691"/>
                    <a:pt x="41261" y="283690"/>
                  </a:cubicBezTo>
                  <a:cubicBezTo>
                    <a:pt x="38197" y="283687"/>
                    <a:pt x="35134" y="283676"/>
                    <a:pt x="32071" y="283667"/>
                  </a:cubicBezTo>
                  <a:cubicBezTo>
                    <a:pt x="21803" y="283644"/>
                    <a:pt x="21803" y="283644"/>
                    <a:pt x="11328" y="283620"/>
                  </a:cubicBezTo>
                  <a:cubicBezTo>
                    <a:pt x="11328" y="259063"/>
                    <a:pt x="11328" y="234507"/>
                    <a:pt x="11328" y="209206"/>
                  </a:cubicBezTo>
                  <a:cubicBezTo>
                    <a:pt x="32692" y="208838"/>
                    <a:pt x="32692" y="208838"/>
                    <a:pt x="54488" y="208462"/>
                  </a:cubicBezTo>
                  <a:cubicBezTo>
                    <a:pt x="54488" y="163523"/>
                    <a:pt x="54488" y="118585"/>
                    <a:pt x="54488" y="72284"/>
                  </a:cubicBezTo>
                  <a:cubicBezTo>
                    <a:pt x="44911" y="72284"/>
                    <a:pt x="35334" y="72284"/>
                    <a:pt x="25466" y="72284"/>
                  </a:cubicBezTo>
                  <a:cubicBezTo>
                    <a:pt x="24063" y="70880"/>
                    <a:pt x="24628" y="68837"/>
                    <a:pt x="24621" y="66969"/>
                  </a:cubicBezTo>
                  <a:cubicBezTo>
                    <a:pt x="24623" y="66312"/>
                    <a:pt x="24624" y="65655"/>
                    <a:pt x="24626" y="64978"/>
                  </a:cubicBezTo>
                  <a:cubicBezTo>
                    <a:pt x="24625" y="64289"/>
                    <a:pt x="24623" y="63601"/>
                    <a:pt x="24622" y="62892"/>
                  </a:cubicBezTo>
                  <a:cubicBezTo>
                    <a:pt x="24619" y="60604"/>
                    <a:pt x="24621" y="58317"/>
                    <a:pt x="24623" y="56029"/>
                  </a:cubicBezTo>
                  <a:cubicBezTo>
                    <a:pt x="24623" y="54447"/>
                    <a:pt x="24622" y="52865"/>
                    <a:pt x="24621" y="51283"/>
                  </a:cubicBezTo>
                  <a:cubicBezTo>
                    <a:pt x="24620" y="47962"/>
                    <a:pt x="24622" y="44642"/>
                    <a:pt x="24625" y="41321"/>
                  </a:cubicBezTo>
                  <a:cubicBezTo>
                    <a:pt x="24630" y="37054"/>
                    <a:pt x="24627" y="32788"/>
                    <a:pt x="24623" y="28521"/>
                  </a:cubicBezTo>
                  <a:cubicBezTo>
                    <a:pt x="24620" y="25253"/>
                    <a:pt x="24621" y="21984"/>
                    <a:pt x="24623" y="18716"/>
                  </a:cubicBezTo>
                  <a:cubicBezTo>
                    <a:pt x="24623" y="17142"/>
                    <a:pt x="24623" y="15568"/>
                    <a:pt x="24621" y="13995"/>
                  </a:cubicBezTo>
                  <a:cubicBezTo>
                    <a:pt x="24619" y="11799"/>
                    <a:pt x="24622" y="9604"/>
                    <a:pt x="24626" y="7409"/>
                  </a:cubicBezTo>
                  <a:cubicBezTo>
                    <a:pt x="24625" y="6752"/>
                    <a:pt x="24623" y="6094"/>
                    <a:pt x="24621" y="5417"/>
                  </a:cubicBezTo>
                  <a:cubicBezTo>
                    <a:pt x="24641" y="10"/>
                    <a:pt x="24641" y="10"/>
                    <a:pt x="29213" y="9"/>
                  </a:cubicBezTo>
                  <a:cubicBezTo>
                    <a:pt x="30029" y="7"/>
                    <a:pt x="30846" y="5"/>
                    <a:pt x="31687" y="3"/>
                  </a:cubicBezTo>
                  <a:cubicBezTo>
                    <a:pt x="32596" y="5"/>
                    <a:pt x="33504" y="6"/>
                    <a:pt x="34440" y="8"/>
                  </a:cubicBezTo>
                  <a:cubicBezTo>
                    <a:pt x="35396" y="7"/>
                    <a:pt x="36352" y="6"/>
                    <a:pt x="37338" y="4"/>
                  </a:cubicBezTo>
                  <a:cubicBezTo>
                    <a:pt x="40004" y="1"/>
                    <a:pt x="42671" y="3"/>
                    <a:pt x="45337" y="5"/>
                  </a:cubicBezTo>
                  <a:cubicBezTo>
                    <a:pt x="48208" y="7"/>
                    <a:pt x="51080" y="4"/>
                    <a:pt x="53951" y="2"/>
                  </a:cubicBezTo>
                  <a:cubicBezTo>
                    <a:pt x="59580" y="-1"/>
                    <a:pt x="65210" y="0"/>
                    <a:pt x="70840" y="2"/>
                  </a:cubicBezTo>
                  <a:cubicBezTo>
                    <a:pt x="75414" y="3"/>
                    <a:pt x="79988" y="4"/>
                    <a:pt x="84563" y="3"/>
                  </a:cubicBezTo>
                  <a:cubicBezTo>
                    <a:pt x="85537" y="3"/>
                    <a:pt x="85537" y="3"/>
                    <a:pt x="86532" y="3"/>
                  </a:cubicBezTo>
                  <a:cubicBezTo>
                    <a:pt x="87852" y="2"/>
                    <a:pt x="89172" y="2"/>
                    <a:pt x="90491" y="2"/>
                  </a:cubicBezTo>
                  <a:cubicBezTo>
                    <a:pt x="102884" y="0"/>
                    <a:pt x="115277" y="2"/>
                    <a:pt x="127670" y="6"/>
                  </a:cubicBezTo>
                  <a:cubicBezTo>
                    <a:pt x="138311" y="9"/>
                    <a:pt x="148953" y="9"/>
                    <a:pt x="159595" y="5"/>
                  </a:cubicBezTo>
                  <a:cubicBezTo>
                    <a:pt x="171939" y="1"/>
                    <a:pt x="184284" y="0"/>
                    <a:pt x="196628" y="2"/>
                  </a:cubicBezTo>
                  <a:cubicBezTo>
                    <a:pt x="197944" y="2"/>
                    <a:pt x="199260" y="3"/>
                    <a:pt x="200575" y="3"/>
                  </a:cubicBezTo>
                  <a:cubicBezTo>
                    <a:pt x="201223" y="3"/>
                    <a:pt x="201870" y="3"/>
                    <a:pt x="202537" y="3"/>
                  </a:cubicBezTo>
                  <a:cubicBezTo>
                    <a:pt x="207107" y="4"/>
                    <a:pt x="211677" y="3"/>
                    <a:pt x="216247" y="1"/>
                  </a:cubicBezTo>
                  <a:close/>
                </a:path>
              </a:pathLst>
            </a:custGeom>
            <a:grpFill/>
            <a:ln w="744" cap="flat">
              <a:noFill/>
              <a:prstDash val="solid"/>
              <a:miter/>
            </a:ln>
          </p:spPr>
          <p:txBody>
            <a:bodyPr rtlCol="0" anchor="ctr"/>
            <a:lstStyle/>
            <a:p>
              <a:endParaRPr lang="zh-CN" altLang="en-US"/>
            </a:p>
          </p:txBody>
        </p:sp>
        <p:sp>
          <p:nvSpPr>
            <p:cNvPr id="152" name="任意多边形: 形状 151"/>
            <p:cNvSpPr/>
            <p:nvPr/>
          </p:nvSpPr>
          <p:spPr>
            <a:xfrm>
              <a:off x="7401288" y="767611"/>
              <a:ext cx="320856" cy="396924"/>
            </a:xfrm>
            <a:custGeom>
              <a:avLst/>
              <a:gdLst>
                <a:gd name="connsiteX0" fmla="*/ 65327 w 320859"/>
                <a:gd name="connsiteY0" fmla="*/ 67914 h 396913"/>
                <a:gd name="connsiteX1" fmla="*/ 63163 w 320859"/>
                <a:gd name="connsiteY1" fmla="*/ 72513 h 396913"/>
                <a:gd name="connsiteX2" fmla="*/ 63167 w 320859"/>
                <a:gd name="connsiteY2" fmla="*/ 74147 h 396913"/>
                <a:gd name="connsiteX3" fmla="*/ 63162 w 320859"/>
                <a:gd name="connsiteY3" fmla="*/ 79551 h 396913"/>
                <a:gd name="connsiteX4" fmla="*/ 63164 w 320859"/>
                <a:gd name="connsiteY4" fmla="*/ 83425 h 396913"/>
                <a:gd name="connsiteX5" fmla="*/ 63164 w 320859"/>
                <a:gd name="connsiteY5" fmla="*/ 91472 h 396913"/>
                <a:gd name="connsiteX6" fmla="*/ 63167 w 320859"/>
                <a:gd name="connsiteY6" fmla="*/ 101975 h 396913"/>
                <a:gd name="connsiteX7" fmla="*/ 63163 w 320859"/>
                <a:gd name="connsiteY7" fmla="*/ 110150 h 396913"/>
                <a:gd name="connsiteX8" fmla="*/ 63165 w 320859"/>
                <a:gd name="connsiteY8" fmla="*/ 114045 h 396913"/>
                <a:gd name="connsiteX9" fmla="*/ 63164 w 320859"/>
                <a:gd name="connsiteY9" fmla="*/ 119676 h 396913"/>
                <a:gd name="connsiteX10" fmla="*/ 63167 w 320859"/>
                <a:gd name="connsiteY10" fmla="*/ 121388 h 396913"/>
                <a:gd name="connsiteX11" fmla="*/ 63264 w 320859"/>
                <a:gd name="connsiteY11" fmla="*/ 126789 h 396913"/>
                <a:gd name="connsiteX12" fmla="*/ 65309 w 320859"/>
                <a:gd name="connsiteY12" fmla="*/ 127626 h 396913"/>
                <a:gd name="connsiteX13" fmla="*/ 67043 w 320859"/>
                <a:gd name="connsiteY13" fmla="*/ 127626 h 396913"/>
                <a:gd name="connsiteX14" fmla="*/ 69037 w 320859"/>
                <a:gd name="connsiteY14" fmla="*/ 127632 h 396913"/>
                <a:gd name="connsiteX15" fmla="*/ 71253 w 320859"/>
                <a:gd name="connsiteY15" fmla="*/ 127627 h 396913"/>
                <a:gd name="connsiteX16" fmla="*/ 78681 w 320859"/>
                <a:gd name="connsiteY16" fmla="*/ 127631 h 396913"/>
                <a:gd name="connsiteX17" fmla="*/ 84149 w 320859"/>
                <a:gd name="connsiteY17" fmla="*/ 127631 h 396913"/>
                <a:gd name="connsiteX18" fmla="*/ 99000 w 320859"/>
                <a:gd name="connsiteY18" fmla="*/ 127634 h 396913"/>
                <a:gd name="connsiteX19" fmla="*/ 110048 w 320859"/>
                <a:gd name="connsiteY19" fmla="*/ 127632 h 396913"/>
                <a:gd name="connsiteX20" fmla="*/ 111628 w 320859"/>
                <a:gd name="connsiteY20" fmla="*/ 127632 h 396913"/>
                <a:gd name="connsiteX21" fmla="*/ 114807 w 320859"/>
                <a:gd name="connsiteY21" fmla="*/ 127633 h 396913"/>
                <a:gd name="connsiteX22" fmla="*/ 144655 w 320859"/>
                <a:gd name="connsiteY22" fmla="*/ 127630 h 396913"/>
                <a:gd name="connsiteX23" fmla="*/ 170374 w 320859"/>
                <a:gd name="connsiteY23" fmla="*/ 127629 h 396913"/>
                <a:gd name="connsiteX24" fmla="*/ 200320 w 320859"/>
                <a:gd name="connsiteY24" fmla="*/ 127633 h 396913"/>
                <a:gd name="connsiteX25" fmla="*/ 203513 w 320859"/>
                <a:gd name="connsiteY25" fmla="*/ 127633 h 396913"/>
                <a:gd name="connsiteX26" fmla="*/ 205101 w 320859"/>
                <a:gd name="connsiteY26" fmla="*/ 127632 h 396913"/>
                <a:gd name="connsiteX27" fmla="*/ 216153 w 320859"/>
                <a:gd name="connsiteY27" fmla="*/ 127633 h 396913"/>
                <a:gd name="connsiteX28" fmla="*/ 229759 w 320859"/>
                <a:gd name="connsiteY28" fmla="*/ 127633 h 396913"/>
                <a:gd name="connsiteX29" fmla="*/ 235343 w 320859"/>
                <a:gd name="connsiteY29" fmla="*/ 127629 h 396913"/>
                <a:gd name="connsiteX30" fmla="*/ 243146 w 320859"/>
                <a:gd name="connsiteY30" fmla="*/ 127631 h 396913"/>
                <a:gd name="connsiteX31" fmla="*/ 245491 w 320859"/>
                <a:gd name="connsiteY31" fmla="*/ 127627 h 396913"/>
                <a:gd name="connsiteX32" fmla="*/ 247692 w 320859"/>
                <a:gd name="connsiteY32" fmla="*/ 127632 h 396913"/>
                <a:gd name="connsiteX33" fmla="*/ 249704 w 320859"/>
                <a:gd name="connsiteY33" fmla="*/ 127626 h 396913"/>
                <a:gd name="connsiteX34" fmla="*/ 255996 w 320859"/>
                <a:gd name="connsiteY34" fmla="*/ 126789 h 396913"/>
                <a:gd name="connsiteX35" fmla="*/ 256319 w 320859"/>
                <a:gd name="connsiteY35" fmla="*/ 123013 h 396913"/>
                <a:gd name="connsiteX36" fmla="*/ 256266 w 320859"/>
                <a:gd name="connsiteY36" fmla="*/ 121376 h 396913"/>
                <a:gd name="connsiteX37" fmla="*/ 256173 w 320859"/>
                <a:gd name="connsiteY37" fmla="*/ 115961 h 396913"/>
                <a:gd name="connsiteX38" fmla="*/ 256091 w 320859"/>
                <a:gd name="connsiteY38" fmla="*/ 112081 h 396913"/>
                <a:gd name="connsiteX39" fmla="*/ 255903 w 320859"/>
                <a:gd name="connsiteY39" fmla="*/ 101934 h 396913"/>
                <a:gd name="connsiteX40" fmla="*/ 255697 w 320859"/>
                <a:gd name="connsiteY40" fmla="*/ 91411 h 396913"/>
                <a:gd name="connsiteX41" fmla="*/ 255252 w 320859"/>
                <a:gd name="connsiteY41" fmla="*/ 68746 h 396913"/>
                <a:gd name="connsiteX42" fmla="*/ 183909 w 320859"/>
                <a:gd name="connsiteY42" fmla="*/ 68430 h 396913"/>
                <a:gd name="connsiteX43" fmla="*/ 175315 w 320859"/>
                <a:gd name="connsiteY43" fmla="*/ 68394 h 396913"/>
                <a:gd name="connsiteX44" fmla="*/ 173585 w 320859"/>
                <a:gd name="connsiteY44" fmla="*/ 68387 h 396913"/>
                <a:gd name="connsiteX45" fmla="*/ 145772 w 320859"/>
                <a:gd name="connsiteY45" fmla="*/ 68263 h 396913"/>
                <a:gd name="connsiteX46" fmla="*/ 117149 w 320859"/>
                <a:gd name="connsiteY46" fmla="*/ 68138 h 396913"/>
                <a:gd name="connsiteX47" fmla="*/ 99504 w 320859"/>
                <a:gd name="connsiteY47" fmla="*/ 68061 h 396913"/>
                <a:gd name="connsiteX48" fmla="*/ 87301 w 320859"/>
                <a:gd name="connsiteY48" fmla="*/ 68007 h 396913"/>
                <a:gd name="connsiteX49" fmla="*/ 81648 w 320859"/>
                <a:gd name="connsiteY49" fmla="*/ 67985 h 396913"/>
                <a:gd name="connsiteX50" fmla="*/ 73726 w 320859"/>
                <a:gd name="connsiteY50" fmla="*/ 67948 h 396913"/>
                <a:gd name="connsiteX51" fmla="*/ 71358 w 320859"/>
                <a:gd name="connsiteY51" fmla="*/ 67940 h 396913"/>
                <a:gd name="connsiteX52" fmla="*/ 69109 w 320859"/>
                <a:gd name="connsiteY52" fmla="*/ 67925 h 396913"/>
                <a:gd name="connsiteX53" fmla="*/ 67086 w 320859"/>
                <a:gd name="connsiteY53" fmla="*/ 67922 h 396913"/>
                <a:gd name="connsiteX54" fmla="*/ 65327 w 320859"/>
                <a:gd name="connsiteY54" fmla="*/ 67914 h 396913"/>
                <a:gd name="connsiteX55" fmla="*/ 12935 w 320859"/>
                <a:gd name="connsiteY55" fmla="*/ 2 h 396913"/>
                <a:gd name="connsiteX56" fmla="*/ 18207 w 320859"/>
                <a:gd name="connsiteY56" fmla="*/ 10 h 396913"/>
                <a:gd name="connsiteX57" fmla="*/ 22031 w 320859"/>
                <a:gd name="connsiteY57" fmla="*/ 4 h 396913"/>
                <a:gd name="connsiteX58" fmla="*/ 32529 w 320859"/>
                <a:gd name="connsiteY58" fmla="*/ 10 h 396913"/>
                <a:gd name="connsiteX59" fmla="*/ 43854 w 320859"/>
                <a:gd name="connsiteY59" fmla="*/ 8 h 396913"/>
                <a:gd name="connsiteX60" fmla="*/ 66036 w 320859"/>
                <a:gd name="connsiteY60" fmla="*/ 16 h 396913"/>
                <a:gd name="connsiteX61" fmla="*/ 91862 w 320859"/>
                <a:gd name="connsiteY61" fmla="*/ 23 h 396913"/>
                <a:gd name="connsiteX62" fmla="*/ 137940 w 320859"/>
                <a:gd name="connsiteY62" fmla="*/ 40 h 396913"/>
                <a:gd name="connsiteX63" fmla="*/ 182662 w 320859"/>
                <a:gd name="connsiteY63" fmla="*/ 56 h 396913"/>
                <a:gd name="connsiteX64" fmla="*/ 185444 w 320859"/>
                <a:gd name="connsiteY64" fmla="*/ 56 h 396913"/>
                <a:gd name="connsiteX65" fmla="*/ 188222 w 320859"/>
                <a:gd name="connsiteY65" fmla="*/ 55 h 396913"/>
                <a:gd name="connsiteX66" fmla="*/ 239120 w 320859"/>
                <a:gd name="connsiteY66" fmla="*/ 66 h 396913"/>
                <a:gd name="connsiteX67" fmla="*/ 257127 w 320859"/>
                <a:gd name="connsiteY67" fmla="*/ 69 h 396913"/>
                <a:gd name="connsiteX68" fmla="*/ 279068 w 320859"/>
                <a:gd name="connsiteY68" fmla="*/ 80 h 396913"/>
                <a:gd name="connsiteX69" fmla="*/ 290265 w 320859"/>
                <a:gd name="connsiteY69" fmla="*/ 85 h 396913"/>
                <a:gd name="connsiteX70" fmla="*/ 300512 w 320859"/>
                <a:gd name="connsiteY70" fmla="*/ 92 h 396913"/>
                <a:gd name="connsiteX71" fmla="*/ 304221 w 320859"/>
                <a:gd name="connsiteY71" fmla="*/ 92 h 396913"/>
                <a:gd name="connsiteX72" fmla="*/ 309261 w 320859"/>
                <a:gd name="connsiteY72" fmla="*/ 98 h 396913"/>
                <a:gd name="connsiteX73" fmla="*/ 312089 w 320859"/>
                <a:gd name="connsiteY73" fmla="*/ 99 h 396913"/>
                <a:gd name="connsiteX74" fmla="*/ 320664 w 320859"/>
                <a:gd name="connsiteY74" fmla="*/ 1682 h 396913"/>
                <a:gd name="connsiteX75" fmla="*/ 320759 w 320859"/>
                <a:gd name="connsiteY75" fmla="*/ 4735 h 396913"/>
                <a:gd name="connsiteX76" fmla="*/ 320767 w 320859"/>
                <a:gd name="connsiteY76" fmla="*/ 6741 h 396913"/>
                <a:gd name="connsiteX77" fmla="*/ 320763 w 320859"/>
                <a:gd name="connsiteY77" fmla="*/ 8970 h 396913"/>
                <a:gd name="connsiteX78" fmla="*/ 320768 w 320859"/>
                <a:gd name="connsiteY78" fmla="*/ 11319 h 396913"/>
                <a:gd name="connsiteX79" fmla="*/ 320772 w 320859"/>
                <a:gd name="connsiteY79" fmla="*/ 19173 h 396913"/>
                <a:gd name="connsiteX80" fmla="*/ 320779 w 320859"/>
                <a:gd name="connsiteY80" fmla="*/ 24779 h 396913"/>
                <a:gd name="connsiteX81" fmla="*/ 320788 w 320859"/>
                <a:gd name="connsiteY81" fmla="*/ 38461 h 396913"/>
                <a:gd name="connsiteX82" fmla="*/ 320792 w 320859"/>
                <a:gd name="connsiteY82" fmla="*/ 49576 h 396913"/>
                <a:gd name="connsiteX83" fmla="*/ 320802 w 320859"/>
                <a:gd name="connsiteY83" fmla="*/ 81054 h 396913"/>
                <a:gd name="connsiteX84" fmla="*/ 320801 w 320859"/>
                <a:gd name="connsiteY84" fmla="*/ 82770 h 396913"/>
                <a:gd name="connsiteX85" fmla="*/ 320801 w 320859"/>
                <a:gd name="connsiteY85" fmla="*/ 84487 h 396913"/>
                <a:gd name="connsiteX86" fmla="*/ 320819 w 320859"/>
                <a:gd name="connsiteY86" fmla="*/ 112066 h 396913"/>
                <a:gd name="connsiteX87" fmla="*/ 320834 w 320859"/>
                <a:gd name="connsiteY87" fmla="*/ 140347 h 396913"/>
                <a:gd name="connsiteX88" fmla="*/ 320844 w 320859"/>
                <a:gd name="connsiteY88" fmla="*/ 156240 h 396913"/>
                <a:gd name="connsiteX89" fmla="*/ 320846 w 320859"/>
                <a:gd name="connsiteY89" fmla="*/ 171177 h 396913"/>
                <a:gd name="connsiteX90" fmla="*/ 320851 w 320859"/>
                <a:gd name="connsiteY90" fmla="*/ 176677 h 396913"/>
                <a:gd name="connsiteX91" fmla="*/ 320848 w 320859"/>
                <a:gd name="connsiteY91" fmla="*/ 184149 h 396913"/>
                <a:gd name="connsiteX92" fmla="*/ 320859 w 320859"/>
                <a:gd name="connsiteY92" fmla="*/ 186379 h 396913"/>
                <a:gd name="connsiteX93" fmla="*/ 320849 w 320859"/>
                <a:gd name="connsiteY93" fmla="*/ 188385 h 396913"/>
                <a:gd name="connsiteX94" fmla="*/ 320849 w 320859"/>
                <a:gd name="connsiteY94" fmla="*/ 190129 h 396913"/>
                <a:gd name="connsiteX95" fmla="*/ 320664 w 320859"/>
                <a:gd name="connsiteY95" fmla="*/ 191438 h 396913"/>
                <a:gd name="connsiteX96" fmla="*/ 314265 w 320859"/>
                <a:gd name="connsiteY96" fmla="*/ 192276 h 396913"/>
                <a:gd name="connsiteX97" fmla="*/ 312719 w 320859"/>
                <a:gd name="connsiteY97" fmla="*/ 192280 h 396913"/>
                <a:gd name="connsiteX98" fmla="*/ 307566 w 320859"/>
                <a:gd name="connsiteY98" fmla="*/ 192278 h 396913"/>
                <a:gd name="connsiteX99" fmla="*/ 303881 w 320859"/>
                <a:gd name="connsiteY99" fmla="*/ 192282 h 396913"/>
                <a:gd name="connsiteX100" fmla="*/ 293854 w 320859"/>
                <a:gd name="connsiteY100" fmla="*/ 192282 h 396913"/>
                <a:gd name="connsiteX101" fmla="*/ 283375 w 320859"/>
                <a:gd name="connsiteY101" fmla="*/ 192283 h 396913"/>
                <a:gd name="connsiteX102" fmla="*/ 265773 w 320859"/>
                <a:gd name="connsiteY102" fmla="*/ 192279 h 396913"/>
                <a:gd name="connsiteX103" fmla="*/ 245408 w 320859"/>
                <a:gd name="connsiteY103" fmla="*/ 192280 h 396913"/>
                <a:gd name="connsiteX104" fmla="*/ 227943 w 320859"/>
                <a:gd name="connsiteY104" fmla="*/ 192282 h 396913"/>
                <a:gd name="connsiteX105" fmla="*/ 217503 w 320859"/>
                <a:gd name="connsiteY105" fmla="*/ 192283 h 396913"/>
                <a:gd name="connsiteX106" fmla="*/ 207687 w 320859"/>
                <a:gd name="connsiteY106" fmla="*/ 192280 h 396913"/>
                <a:gd name="connsiteX107" fmla="*/ 204079 w 320859"/>
                <a:gd name="connsiteY107" fmla="*/ 192281 h 396913"/>
                <a:gd name="connsiteX108" fmla="*/ 199164 w 320859"/>
                <a:gd name="connsiteY108" fmla="*/ 192276 h 396913"/>
                <a:gd name="connsiteX109" fmla="*/ 196383 w 320859"/>
                <a:gd name="connsiteY109" fmla="*/ 192275 h 396913"/>
                <a:gd name="connsiteX110" fmla="*/ 191927 w 320859"/>
                <a:gd name="connsiteY110" fmla="*/ 191438 h 396913"/>
                <a:gd name="connsiteX111" fmla="*/ 191927 w 320859"/>
                <a:gd name="connsiteY111" fmla="*/ 353660 h 396913"/>
                <a:gd name="connsiteX112" fmla="*/ 189695 w 320859"/>
                <a:gd name="connsiteY112" fmla="*/ 353660 h 396913"/>
                <a:gd name="connsiteX113" fmla="*/ 189584 w 320859"/>
                <a:gd name="connsiteY113" fmla="*/ 355425 h 396913"/>
                <a:gd name="connsiteX114" fmla="*/ 189416 w 320859"/>
                <a:gd name="connsiteY114" fmla="*/ 357707 h 396913"/>
                <a:gd name="connsiteX115" fmla="*/ 189259 w 320859"/>
                <a:gd name="connsiteY115" fmla="*/ 359983 h 396913"/>
                <a:gd name="connsiteX116" fmla="*/ 188951 w 320859"/>
                <a:gd name="connsiteY116" fmla="*/ 361846 h 396913"/>
                <a:gd name="connsiteX117" fmla="*/ 187462 w 320859"/>
                <a:gd name="connsiteY117" fmla="*/ 362590 h 396913"/>
                <a:gd name="connsiteX118" fmla="*/ 187137 w 320859"/>
                <a:gd name="connsiteY118" fmla="*/ 365148 h 396913"/>
                <a:gd name="connsiteX119" fmla="*/ 186718 w 320859"/>
                <a:gd name="connsiteY119" fmla="*/ 367799 h 396913"/>
                <a:gd name="connsiteX120" fmla="*/ 184486 w 320859"/>
                <a:gd name="connsiteY120" fmla="*/ 369287 h 396913"/>
                <a:gd name="connsiteX121" fmla="*/ 184114 w 320859"/>
                <a:gd name="connsiteY121" fmla="*/ 371194 h 396913"/>
                <a:gd name="connsiteX122" fmla="*/ 183742 w 320859"/>
                <a:gd name="connsiteY122" fmla="*/ 373008 h 396913"/>
                <a:gd name="connsiteX123" fmla="*/ 181509 w 320859"/>
                <a:gd name="connsiteY123" fmla="*/ 373752 h 396913"/>
                <a:gd name="connsiteX124" fmla="*/ 180765 w 320859"/>
                <a:gd name="connsiteY124" fmla="*/ 375985 h 396913"/>
                <a:gd name="connsiteX125" fmla="*/ 178533 w 320859"/>
                <a:gd name="connsiteY125" fmla="*/ 376729 h 396913"/>
                <a:gd name="connsiteX126" fmla="*/ 177789 w 320859"/>
                <a:gd name="connsiteY126" fmla="*/ 378263 h 396913"/>
                <a:gd name="connsiteX127" fmla="*/ 177044 w 320859"/>
                <a:gd name="connsiteY127" fmla="*/ 379705 h 396913"/>
                <a:gd name="connsiteX128" fmla="*/ 174812 w 320859"/>
                <a:gd name="connsiteY128" fmla="*/ 379705 h 396913"/>
                <a:gd name="connsiteX129" fmla="*/ 174533 w 320859"/>
                <a:gd name="connsiteY129" fmla="*/ 381566 h 396913"/>
                <a:gd name="connsiteX130" fmla="*/ 174068 w 320859"/>
                <a:gd name="connsiteY130" fmla="*/ 383426 h 396913"/>
                <a:gd name="connsiteX131" fmla="*/ 170347 w 320859"/>
                <a:gd name="connsiteY131" fmla="*/ 383426 h 396913"/>
                <a:gd name="connsiteX132" fmla="*/ 169722 w 320859"/>
                <a:gd name="connsiteY132" fmla="*/ 384876 h 396913"/>
                <a:gd name="connsiteX133" fmla="*/ 168859 w 320859"/>
                <a:gd name="connsiteY133" fmla="*/ 386402 h 396913"/>
                <a:gd name="connsiteX134" fmla="*/ 165045 w 320859"/>
                <a:gd name="connsiteY134" fmla="*/ 386961 h 396913"/>
                <a:gd name="connsiteX135" fmla="*/ 162993 w 320859"/>
                <a:gd name="connsiteY135" fmla="*/ 387088 h 396913"/>
                <a:gd name="connsiteX136" fmla="*/ 161417 w 320859"/>
                <a:gd name="connsiteY136" fmla="*/ 387147 h 396913"/>
                <a:gd name="connsiteX137" fmla="*/ 161417 w 320859"/>
                <a:gd name="connsiteY137" fmla="*/ 390123 h 396913"/>
                <a:gd name="connsiteX138" fmla="*/ 159490 w 320859"/>
                <a:gd name="connsiteY138" fmla="*/ 390207 h 396913"/>
                <a:gd name="connsiteX139" fmla="*/ 156999 w 320859"/>
                <a:gd name="connsiteY139" fmla="*/ 390356 h 396913"/>
                <a:gd name="connsiteX140" fmla="*/ 154514 w 320859"/>
                <a:gd name="connsiteY140" fmla="*/ 390487 h 396913"/>
                <a:gd name="connsiteX141" fmla="*/ 152488 w 320859"/>
                <a:gd name="connsiteY141" fmla="*/ 390867 h 396913"/>
                <a:gd name="connsiteX142" fmla="*/ 151744 w 320859"/>
                <a:gd name="connsiteY142" fmla="*/ 393100 h 396913"/>
                <a:gd name="connsiteX143" fmla="*/ 148630 w 320859"/>
                <a:gd name="connsiteY143" fmla="*/ 393454 h 396913"/>
                <a:gd name="connsiteX144" fmla="*/ 146725 w 320859"/>
                <a:gd name="connsiteY144" fmla="*/ 393524 h 396913"/>
                <a:gd name="connsiteX145" fmla="*/ 144721 w 320859"/>
                <a:gd name="connsiteY145" fmla="*/ 393565 h 396913"/>
                <a:gd name="connsiteX146" fmla="*/ 140817 w 320859"/>
                <a:gd name="connsiteY146" fmla="*/ 393687 h 396913"/>
                <a:gd name="connsiteX147" fmla="*/ 139060 w 320859"/>
                <a:gd name="connsiteY147" fmla="*/ 393727 h 396913"/>
                <a:gd name="connsiteX148" fmla="*/ 136117 w 320859"/>
                <a:gd name="connsiteY148" fmla="*/ 394588 h 396913"/>
                <a:gd name="connsiteX149" fmla="*/ 136117 w 320859"/>
                <a:gd name="connsiteY149" fmla="*/ 396820 h 396913"/>
                <a:gd name="connsiteX150" fmla="*/ 112287 w 320859"/>
                <a:gd name="connsiteY150" fmla="*/ 396859 h 396913"/>
                <a:gd name="connsiteX151" fmla="*/ 101224 w 320859"/>
                <a:gd name="connsiteY151" fmla="*/ 396877 h 396913"/>
                <a:gd name="connsiteX152" fmla="*/ 90556 w 320859"/>
                <a:gd name="connsiteY152" fmla="*/ 396891 h 396913"/>
                <a:gd name="connsiteX153" fmla="*/ 86476 w 320859"/>
                <a:gd name="connsiteY153" fmla="*/ 396899 h 396913"/>
                <a:gd name="connsiteX154" fmla="*/ 80783 w 320859"/>
                <a:gd name="connsiteY154" fmla="*/ 396905 h 396913"/>
                <a:gd name="connsiteX155" fmla="*/ 79062 w 320859"/>
                <a:gd name="connsiteY155" fmla="*/ 396913 h 396913"/>
                <a:gd name="connsiteX156" fmla="*/ 74353 w 320859"/>
                <a:gd name="connsiteY156" fmla="*/ 396076 h 396913"/>
                <a:gd name="connsiteX157" fmla="*/ 74196 w 320859"/>
                <a:gd name="connsiteY157" fmla="*/ 392989 h 396913"/>
                <a:gd name="connsiteX158" fmla="*/ 74132 w 320859"/>
                <a:gd name="connsiteY158" fmla="*/ 391094 h 396913"/>
                <a:gd name="connsiteX159" fmla="*/ 74033 w 320859"/>
                <a:gd name="connsiteY159" fmla="*/ 387123 h 396913"/>
                <a:gd name="connsiteX160" fmla="*/ 73964 w 320859"/>
                <a:gd name="connsiteY160" fmla="*/ 385222 h 396913"/>
                <a:gd name="connsiteX161" fmla="*/ 73919 w 320859"/>
                <a:gd name="connsiteY161" fmla="*/ 383477 h 396913"/>
                <a:gd name="connsiteX162" fmla="*/ 71376 w 320859"/>
                <a:gd name="connsiteY162" fmla="*/ 379705 h 396913"/>
                <a:gd name="connsiteX163" fmla="*/ 71342 w 320859"/>
                <a:gd name="connsiteY163" fmla="*/ 375293 h 396913"/>
                <a:gd name="connsiteX164" fmla="*/ 70632 w 320859"/>
                <a:gd name="connsiteY164" fmla="*/ 369287 h 396913"/>
                <a:gd name="connsiteX165" fmla="*/ 69144 w 320859"/>
                <a:gd name="connsiteY165" fmla="*/ 368543 h 396913"/>
                <a:gd name="connsiteX166" fmla="*/ 68728 w 320859"/>
                <a:gd name="connsiteY166" fmla="*/ 361613 h 396913"/>
                <a:gd name="connsiteX167" fmla="*/ 68400 w 320859"/>
                <a:gd name="connsiteY167" fmla="*/ 359613 h 396913"/>
                <a:gd name="connsiteX168" fmla="*/ 66167 w 320859"/>
                <a:gd name="connsiteY168" fmla="*/ 358869 h 396913"/>
                <a:gd name="connsiteX169" fmla="*/ 65656 w 320859"/>
                <a:gd name="connsiteY169" fmla="*/ 353986 h 396913"/>
                <a:gd name="connsiteX170" fmla="*/ 65508 w 320859"/>
                <a:gd name="connsiteY170" fmla="*/ 351285 h 396913"/>
                <a:gd name="connsiteX171" fmla="*/ 65423 w 320859"/>
                <a:gd name="connsiteY171" fmla="*/ 349195 h 396913"/>
                <a:gd name="connsiteX172" fmla="*/ 63935 w 320859"/>
                <a:gd name="connsiteY172" fmla="*/ 349195 h 396913"/>
                <a:gd name="connsiteX173" fmla="*/ 63851 w 320859"/>
                <a:gd name="connsiteY173" fmla="*/ 347809 h 396913"/>
                <a:gd name="connsiteX174" fmla="*/ 63703 w 320859"/>
                <a:gd name="connsiteY174" fmla="*/ 345986 h 396913"/>
                <a:gd name="connsiteX175" fmla="*/ 63572 w 320859"/>
                <a:gd name="connsiteY175" fmla="*/ 344181 h 396913"/>
                <a:gd name="connsiteX176" fmla="*/ 62075 w 320859"/>
                <a:gd name="connsiteY176" fmla="*/ 341428 h 396913"/>
                <a:gd name="connsiteX177" fmla="*/ 60447 w 320859"/>
                <a:gd name="connsiteY177" fmla="*/ 336033 h 396913"/>
                <a:gd name="connsiteX178" fmla="*/ 60299 w 320859"/>
                <a:gd name="connsiteY178" fmla="*/ 333792 h 396913"/>
                <a:gd name="connsiteX179" fmla="*/ 60214 w 320859"/>
                <a:gd name="connsiteY179" fmla="*/ 332080 h 396913"/>
                <a:gd name="connsiteX180" fmla="*/ 57982 w 320859"/>
                <a:gd name="connsiteY180" fmla="*/ 332080 h 396913"/>
                <a:gd name="connsiteX181" fmla="*/ 57935 w 320859"/>
                <a:gd name="connsiteY181" fmla="*/ 327290 h 396913"/>
                <a:gd name="connsiteX182" fmla="*/ 57909 w 320859"/>
                <a:gd name="connsiteY182" fmla="*/ 324595 h 396913"/>
                <a:gd name="connsiteX183" fmla="*/ 58726 w 320859"/>
                <a:gd name="connsiteY183" fmla="*/ 321662 h 396913"/>
                <a:gd name="connsiteX184" fmla="*/ 62705 w 320859"/>
                <a:gd name="connsiteY184" fmla="*/ 321590 h 396913"/>
                <a:gd name="connsiteX185" fmla="*/ 65140 w 320859"/>
                <a:gd name="connsiteY185" fmla="*/ 321597 h 396913"/>
                <a:gd name="connsiteX186" fmla="*/ 67702 w 320859"/>
                <a:gd name="connsiteY186" fmla="*/ 321616 h 396913"/>
                <a:gd name="connsiteX187" fmla="*/ 70273 w 320859"/>
                <a:gd name="connsiteY187" fmla="*/ 321626 h 396913"/>
                <a:gd name="connsiteX188" fmla="*/ 76585 w 320859"/>
                <a:gd name="connsiteY188" fmla="*/ 321662 h 396913"/>
                <a:gd name="connsiteX189" fmla="*/ 76585 w 320859"/>
                <a:gd name="connsiteY189" fmla="*/ 324639 h 396913"/>
                <a:gd name="connsiteX190" fmla="*/ 94011 w 320859"/>
                <a:gd name="connsiteY190" fmla="*/ 324793 h 396913"/>
                <a:gd name="connsiteX191" fmla="*/ 102102 w 320859"/>
                <a:gd name="connsiteY191" fmla="*/ 324863 h 396913"/>
                <a:gd name="connsiteX192" fmla="*/ 109904 w 320859"/>
                <a:gd name="connsiteY192" fmla="*/ 324921 h 396913"/>
                <a:gd name="connsiteX193" fmla="*/ 114342 w 320859"/>
                <a:gd name="connsiteY193" fmla="*/ 324976 h 396913"/>
                <a:gd name="connsiteX194" fmla="*/ 117051 w 320859"/>
                <a:gd name="connsiteY194" fmla="*/ 324977 h 396913"/>
                <a:gd name="connsiteX195" fmla="*/ 119449 w 320859"/>
                <a:gd name="connsiteY195" fmla="*/ 324997 h 396913"/>
                <a:gd name="connsiteX196" fmla="*/ 121234 w 320859"/>
                <a:gd name="connsiteY196" fmla="*/ 324639 h 396913"/>
                <a:gd name="connsiteX197" fmla="*/ 121978 w 320859"/>
                <a:gd name="connsiteY197" fmla="*/ 321662 h 396913"/>
                <a:gd name="connsiteX198" fmla="*/ 128675 w 320859"/>
                <a:gd name="connsiteY198" fmla="*/ 320918 h 396913"/>
                <a:gd name="connsiteX199" fmla="*/ 129419 w 320859"/>
                <a:gd name="connsiteY199" fmla="*/ 191438 h 396913"/>
                <a:gd name="connsiteX200" fmla="*/ 126443 w 320859"/>
                <a:gd name="connsiteY200" fmla="*/ 192182 h 396913"/>
                <a:gd name="connsiteX201" fmla="*/ 121410 w 320859"/>
                <a:gd name="connsiteY201" fmla="*/ 192276 h 396913"/>
                <a:gd name="connsiteX202" fmla="*/ 119879 w 320859"/>
                <a:gd name="connsiteY202" fmla="*/ 192280 h 396913"/>
                <a:gd name="connsiteX203" fmla="*/ 114801 w 320859"/>
                <a:gd name="connsiteY203" fmla="*/ 192278 h 396913"/>
                <a:gd name="connsiteX204" fmla="*/ 111160 w 320859"/>
                <a:gd name="connsiteY204" fmla="*/ 192282 h 396913"/>
                <a:gd name="connsiteX205" fmla="*/ 101271 w 320859"/>
                <a:gd name="connsiteY205" fmla="*/ 192282 h 396913"/>
                <a:gd name="connsiteX206" fmla="*/ 90929 w 320859"/>
                <a:gd name="connsiteY206" fmla="*/ 192283 h 396913"/>
                <a:gd name="connsiteX207" fmla="*/ 73564 w 320859"/>
                <a:gd name="connsiteY207" fmla="*/ 192279 h 396913"/>
                <a:gd name="connsiteX208" fmla="*/ 53475 w 320859"/>
                <a:gd name="connsiteY208" fmla="*/ 192280 h 396913"/>
                <a:gd name="connsiteX209" fmla="*/ 36237 w 320859"/>
                <a:gd name="connsiteY209" fmla="*/ 192282 h 396913"/>
                <a:gd name="connsiteX210" fmla="*/ 25937 w 320859"/>
                <a:gd name="connsiteY210" fmla="*/ 192283 h 396913"/>
                <a:gd name="connsiteX211" fmla="*/ 16257 w 320859"/>
                <a:gd name="connsiteY211" fmla="*/ 192280 h 396913"/>
                <a:gd name="connsiteX212" fmla="*/ 12700 w 320859"/>
                <a:gd name="connsiteY212" fmla="*/ 192281 h 396913"/>
                <a:gd name="connsiteX213" fmla="*/ 7854 w 320859"/>
                <a:gd name="connsiteY213" fmla="*/ 192276 h 396913"/>
                <a:gd name="connsiteX214" fmla="*/ 5111 w 320859"/>
                <a:gd name="connsiteY214" fmla="*/ 192275 h 396913"/>
                <a:gd name="connsiteX215" fmla="*/ 683 w 320859"/>
                <a:gd name="connsiteY215" fmla="*/ 191438 h 396913"/>
                <a:gd name="connsiteX216" fmla="*/ 394 w 320859"/>
                <a:gd name="connsiteY216" fmla="*/ 188387 h 396913"/>
                <a:gd name="connsiteX217" fmla="*/ 371 w 320859"/>
                <a:gd name="connsiteY217" fmla="*/ 186382 h 396913"/>
                <a:gd name="connsiteX218" fmla="*/ 380 w 320859"/>
                <a:gd name="connsiteY218" fmla="*/ 184154 h 396913"/>
                <a:gd name="connsiteX219" fmla="*/ 363 w 320859"/>
                <a:gd name="connsiteY219" fmla="*/ 181807 h 396913"/>
                <a:gd name="connsiteX220" fmla="*/ 347 w 320859"/>
                <a:gd name="connsiteY220" fmla="*/ 173958 h 396913"/>
                <a:gd name="connsiteX221" fmla="*/ 321 w 320859"/>
                <a:gd name="connsiteY221" fmla="*/ 168356 h 396913"/>
                <a:gd name="connsiteX222" fmla="*/ 285 w 320859"/>
                <a:gd name="connsiteY222" fmla="*/ 153094 h 396913"/>
                <a:gd name="connsiteX223" fmla="*/ 268 w 320859"/>
                <a:gd name="connsiteY223" fmla="*/ 143572 h 396913"/>
                <a:gd name="connsiteX224" fmla="*/ 230 w 320859"/>
                <a:gd name="connsiteY224" fmla="*/ 117230 h 396913"/>
                <a:gd name="connsiteX225" fmla="*/ 230 w 320859"/>
                <a:gd name="connsiteY225" fmla="*/ 115526 h 396913"/>
                <a:gd name="connsiteX226" fmla="*/ 229 w 320859"/>
                <a:gd name="connsiteY226" fmla="*/ 112106 h 396913"/>
                <a:gd name="connsiteX227" fmla="*/ 229 w 320859"/>
                <a:gd name="connsiteY227" fmla="*/ 110391 h 396913"/>
                <a:gd name="connsiteX228" fmla="*/ 228 w 320859"/>
                <a:gd name="connsiteY228" fmla="*/ 108674 h 396913"/>
                <a:gd name="connsiteX229" fmla="*/ 160 w 320859"/>
                <a:gd name="connsiteY229" fmla="*/ 81111 h 396913"/>
                <a:gd name="connsiteX230" fmla="*/ 102 w 320859"/>
                <a:gd name="connsiteY230" fmla="*/ 52842 h 396913"/>
                <a:gd name="connsiteX231" fmla="*/ 64 w 320859"/>
                <a:gd name="connsiteY231" fmla="*/ 36958 h 396913"/>
                <a:gd name="connsiteX232" fmla="*/ 53 w 320859"/>
                <a:gd name="connsiteY232" fmla="*/ 22027 h 396913"/>
                <a:gd name="connsiteX233" fmla="*/ 32 w 320859"/>
                <a:gd name="connsiteY233" fmla="*/ 16532 h 396913"/>
                <a:gd name="connsiteX234" fmla="*/ 42 w 320859"/>
                <a:gd name="connsiteY234" fmla="*/ 9060 h 396913"/>
                <a:gd name="connsiteX235" fmla="*/ 0 w 320859"/>
                <a:gd name="connsiteY235" fmla="*/ 6837 h 396913"/>
                <a:gd name="connsiteX236" fmla="*/ 36 w 320859"/>
                <a:gd name="connsiteY236" fmla="*/ 4826 h 396913"/>
                <a:gd name="connsiteX237" fmla="*/ 34 w 320859"/>
                <a:gd name="connsiteY237" fmla="*/ 3083 h 396913"/>
                <a:gd name="connsiteX238" fmla="*/ 2987 w 320859"/>
                <a:gd name="connsiteY238" fmla="*/ 753 h 396913"/>
                <a:gd name="connsiteX239" fmla="*/ 11341 w 320859"/>
                <a:gd name="connsiteY239" fmla="*/ 8 h 396913"/>
                <a:gd name="connsiteX240" fmla="*/ 12935 w 320859"/>
                <a:gd name="connsiteY240" fmla="*/ 2 h 39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320859" h="396913">
                  <a:moveTo>
                    <a:pt x="65327" y="67914"/>
                  </a:moveTo>
                  <a:cubicBezTo>
                    <a:pt x="63182" y="68056"/>
                    <a:pt x="63182" y="68056"/>
                    <a:pt x="63163" y="72513"/>
                  </a:cubicBezTo>
                  <a:cubicBezTo>
                    <a:pt x="63164" y="73069"/>
                    <a:pt x="63166" y="73608"/>
                    <a:pt x="63167" y="74147"/>
                  </a:cubicBezTo>
                  <a:cubicBezTo>
                    <a:pt x="63163" y="75948"/>
                    <a:pt x="63160" y="77749"/>
                    <a:pt x="63162" y="79551"/>
                  </a:cubicBezTo>
                  <a:cubicBezTo>
                    <a:pt x="63164" y="80842"/>
                    <a:pt x="63165" y="82133"/>
                    <a:pt x="63164" y="83425"/>
                  </a:cubicBezTo>
                  <a:cubicBezTo>
                    <a:pt x="63162" y="86107"/>
                    <a:pt x="63161" y="88789"/>
                    <a:pt x="63164" y="91472"/>
                  </a:cubicBezTo>
                  <a:cubicBezTo>
                    <a:pt x="63169" y="94973"/>
                    <a:pt x="63171" y="98474"/>
                    <a:pt x="63167" y="101975"/>
                  </a:cubicBezTo>
                  <a:cubicBezTo>
                    <a:pt x="63163" y="104700"/>
                    <a:pt x="63162" y="107425"/>
                    <a:pt x="63163" y="110150"/>
                  </a:cubicBezTo>
                  <a:cubicBezTo>
                    <a:pt x="63164" y="111448"/>
                    <a:pt x="63164" y="112747"/>
                    <a:pt x="63165" y="114045"/>
                  </a:cubicBezTo>
                  <a:cubicBezTo>
                    <a:pt x="63162" y="115922"/>
                    <a:pt x="63160" y="117799"/>
                    <a:pt x="63164" y="119676"/>
                  </a:cubicBezTo>
                  <a:cubicBezTo>
                    <a:pt x="63165" y="120258"/>
                    <a:pt x="63166" y="120823"/>
                    <a:pt x="63167" y="121388"/>
                  </a:cubicBezTo>
                  <a:cubicBezTo>
                    <a:pt x="63162" y="123195"/>
                    <a:pt x="63189" y="124981"/>
                    <a:pt x="63264" y="126789"/>
                  </a:cubicBezTo>
                  <a:cubicBezTo>
                    <a:pt x="64008" y="127533"/>
                    <a:pt x="64008" y="127533"/>
                    <a:pt x="65309" y="127626"/>
                  </a:cubicBezTo>
                  <a:cubicBezTo>
                    <a:pt x="66185" y="127626"/>
                    <a:pt x="66185" y="127626"/>
                    <a:pt x="67043" y="127626"/>
                  </a:cubicBezTo>
                  <a:cubicBezTo>
                    <a:pt x="67721" y="127628"/>
                    <a:pt x="68379" y="127630"/>
                    <a:pt x="69037" y="127632"/>
                  </a:cubicBezTo>
                  <a:cubicBezTo>
                    <a:pt x="69791" y="127631"/>
                    <a:pt x="70522" y="127629"/>
                    <a:pt x="71253" y="127627"/>
                  </a:cubicBezTo>
                  <a:cubicBezTo>
                    <a:pt x="73729" y="127631"/>
                    <a:pt x="76205" y="127634"/>
                    <a:pt x="78681" y="127631"/>
                  </a:cubicBezTo>
                  <a:cubicBezTo>
                    <a:pt x="80504" y="127630"/>
                    <a:pt x="82326" y="127630"/>
                    <a:pt x="84149" y="127631"/>
                  </a:cubicBezTo>
                  <a:cubicBezTo>
                    <a:pt x="89099" y="127635"/>
                    <a:pt x="94049" y="127636"/>
                    <a:pt x="99000" y="127634"/>
                  </a:cubicBezTo>
                  <a:cubicBezTo>
                    <a:pt x="102682" y="127632"/>
                    <a:pt x="106365" y="127631"/>
                    <a:pt x="110048" y="127632"/>
                  </a:cubicBezTo>
                  <a:cubicBezTo>
                    <a:pt x="110585" y="127632"/>
                    <a:pt x="111107" y="127632"/>
                    <a:pt x="111628" y="127632"/>
                  </a:cubicBezTo>
                  <a:cubicBezTo>
                    <a:pt x="112688" y="127633"/>
                    <a:pt x="113748" y="127633"/>
                    <a:pt x="114807" y="127633"/>
                  </a:cubicBezTo>
                  <a:cubicBezTo>
                    <a:pt x="124757" y="127635"/>
                    <a:pt x="134706" y="127634"/>
                    <a:pt x="144655" y="127630"/>
                  </a:cubicBezTo>
                  <a:cubicBezTo>
                    <a:pt x="153228" y="127626"/>
                    <a:pt x="161801" y="127626"/>
                    <a:pt x="170374" y="127629"/>
                  </a:cubicBezTo>
                  <a:cubicBezTo>
                    <a:pt x="180356" y="127633"/>
                    <a:pt x="190338" y="127636"/>
                    <a:pt x="200320" y="127633"/>
                  </a:cubicBezTo>
                  <a:cubicBezTo>
                    <a:pt x="201384" y="127633"/>
                    <a:pt x="202449" y="127633"/>
                    <a:pt x="203513" y="127633"/>
                  </a:cubicBezTo>
                  <a:cubicBezTo>
                    <a:pt x="204315" y="127633"/>
                    <a:pt x="204315" y="127633"/>
                    <a:pt x="205101" y="127632"/>
                  </a:cubicBezTo>
                  <a:cubicBezTo>
                    <a:pt x="208785" y="127632"/>
                    <a:pt x="212469" y="127632"/>
                    <a:pt x="216153" y="127633"/>
                  </a:cubicBezTo>
                  <a:cubicBezTo>
                    <a:pt x="220688" y="127636"/>
                    <a:pt x="225223" y="127636"/>
                    <a:pt x="229759" y="127633"/>
                  </a:cubicBezTo>
                  <a:cubicBezTo>
                    <a:pt x="231620" y="127631"/>
                    <a:pt x="233481" y="127630"/>
                    <a:pt x="235343" y="127629"/>
                  </a:cubicBezTo>
                  <a:cubicBezTo>
                    <a:pt x="237944" y="127631"/>
                    <a:pt x="240545" y="127634"/>
                    <a:pt x="243146" y="127631"/>
                  </a:cubicBezTo>
                  <a:cubicBezTo>
                    <a:pt x="243943" y="127630"/>
                    <a:pt x="244717" y="127628"/>
                    <a:pt x="245491" y="127627"/>
                  </a:cubicBezTo>
                  <a:cubicBezTo>
                    <a:pt x="246239" y="127629"/>
                    <a:pt x="246966" y="127631"/>
                    <a:pt x="247692" y="127632"/>
                  </a:cubicBezTo>
                  <a:cubicBezTo>
                    <a:pt x="248376" y="127630"/>
                    <a:pt x="249040" y="127628"/>
                    <a:pt x="249704" y="127626"/>
                  </a:cubicBezTo>
                  <a:cubicBezTo>
                    <a:pt x="251908" y="127626"/>
                    <a:pt x="253925" y="127599"/>
                    <a:pt x="255996" y="126789"/>
                  </a:cubicBezTo>
                  <a:cubicBezTo>
                    <a:pt x="256326" y="124496"/>
                    <a:pt x="256326" y="124496"/>
                    <a:pt x="256319" y="123013"/>
                  </a:cubicBezTo>
                  <a:cubicBezTo>
                    <a:pt x="256292" y="122186"/>
                    <a:pt x="256292" y="122186"/>
                    <a:pt x="256266" y="121376"/>
                  </a:cubicBezTo>
                  <a:cubicBezTo>
                    <a:pt x="256244" y="119570"/>
                    <a:pt x="256218" y="117766"/>
                    <a:pt x="256173" y="115961"/>
                  </a:cubicBezTo>
                  <a:cubicBezTo>
                    <a:pt x="256140" y="114667"/>
                    <a:pt x="256113" y="113374"/>
                    <a:pt x="256091" y="112081"/>
                  </a:cubicBezTo>
                  <a:cubicBezTo>
                    <a:pt x="256040" y="108698"/>
                    <a:pt x="255979" y="105316"/>
                    <a:pt x="255903" y="101934"/>
                  </a:cubicBezTo>
                  <a:cubicBezTo>
                    <a:pt x="255824" y="98426"/>
                    <a:pt x="255758" y="94919"/>
                    <a:pt x="255697" y="91411"/>
                  </a:cubicBezTo>
                  <a:cubicBezTo>
                    <a:pt x="255568" y="83855"/>
                    <a:pt x="255418" y="76300"/>
                    <a:pt x="255252" y="68746"/>
                  </a:cubicBezTo>
                  <a:cubicBezTo>
                    <a:pt x="231471" y="68636"/>
                    <a:pt x="207690" y="68531"/>
                    <a:pt x="183909" y="68430"/>
                  </a:cubicBezTo>
                  <a:cubicBezTo>
                    <a:pt x="181044" y="68418"/>
                    <a:pt x="178180" y="68406"/>
                    <a:pt x="175315" y="68394"/>
                  </a:cubicBezTo>
                  <a:cubicBezTo>
                    <a:pt x="174727" y="68392"/>
                    <a:pt x="174156" y="68389"/>
                    <a:pt x="173585" y="68387"/>
                  </a:cubicBezTo>
                  <a:cubicBezTo>
                    <a:pt x="164314" y="68348"/>
                    <a:pt x="155043" y="68306"/>
                    <a:pt x="145772" y="68263"/>
                  </a:cubicBezTo>
                  <a:cubicBezTo>
                    <a:pt x="136231" y="68219"/>
                    <a:pt x="126690" y="68177"/>
                    <a:pt x="117149" y="68138"/>
                  </a:cubicBezTo>
                  <a:cubicBezTo>
                    <a:pt x="111267" y="68114"/>
                    <a:pt x="105386" y="68090"/>
                    <a:pt x="99504" y="68061"/>
                  </a:cubicBezTo>
                  <a:cubicBezTo>
                    <a:pt x="95436" y="68041"/>
                    <a:pt x="91369" y="68023"/>
                    <a:pt x="87301" y="68007"/>
                  </a:cubicBezTo>
                  <a:cubicBezTo>
                    <a:pt x="85417" y="68000"/>
                    <a:pt x="83532" y="67993"/>
                    <a:pt x="81648" y="67985"/>
                  </a:cubicBezTo>
                  <a:cubicBezTo>
                    <a:pt x="79007" y="67971"/>
                    <a:pt x="76367" y="67957"/>
                    <a:pt x="73726" y="67948"/>
                  </a:cubicBezTo>
                  <a:cubicBezTo>
                    <a:pt x="72921" y="67945"/>
                    <a:pt x="72139" y="67943"/>
                    <a:pt x="71358" y="67940"/>
                  </a:cubicBezTo>
                  <a:cubicBezTo>
                    <a:pt x="70593" y="67935"/>
                    <a:pt x="69851" y="67930"/>
                    <a:pt x="69109" y="67925"/>
                  </a:cubicBezTo>
                  <a:cubicBezTo>
                    <a:pt x="68422" y="67924"/>
                    <a:pt x="67754" y="67923"/>
                    <a:pt x="67086" y="67922"/>
                  </a:cubicBezTo>
                  <a:cubicBezTo>
                    <a:pt x="66488" y="67919"/>
                    <a:pt x="65907" y="67916"/>
                    <a:pt x="65327" y="67914"/>
                  </a:cubicBezTo>
                  <a:close/>
                  <a:moveTo>
                    <a:pt x="12935" y="2"/>
                  </a:moveTo>
                  <a:cubicBezTo>
                    <a:pt x="14692" y="-2"/>
                    <a:pt x="16450" y="4"/>
                    <a:pt x="18207" y="10"/>
                  </a:cubicBezTo>
                  <a:cubicBezTo>
                    <a:pt x="19482" y="8"/>
                    <a:pt x="20757" y="7"/>
                    <a:pt x="22031" y="4"/>
                  </a:cubicBezTo>
                  <a:cubicBezTo>
                    <a:pt x="25530" y="-1"/>
                    <a:pt x="29030" y="4"/>
                    <a:pt x="32529" y="10"/>
                  </a:cubicBezTo>
                  <a:cubicBezTo>
                    <a:pt x="36304" y="15"/>
                    <a:pt x="40079" y="11"/>
                    <a:pt x="43854" y="8"/>
                  </a:cubicBezTo>
                  <a:cubicBezTo>
                    <a:pt x="51248" y="5"/>
                    <a:pt x="58642" y="9"/>
                    <a:pt x="66036" y="16"/>
                  </a:cubicBezTo>
                  <a:cubicBezTo>
                    <a:pt x="74645" y="24"/>
                    <a:pt x="83253" y="23"/>
                    <a:pt x="91862" y="23"/>
                  </a:cubicBezTo>
                  <a:cubicBezTo>
                    <a:pt x="107222" y="23"/>
                    <a:pt x="122581" y="30"/>
                    <a:pt x="137940" y="40"/>
                  </a:cubicBezTo>
                  <a:cubicBezTo>
                    <a:pt x="152848" y="51"/>
                    <a:pt x="167755" y="56"/>
                    <a:pt x="182662" y="56"/>
                  </a:cubicBezTo>
                  <a:cubicBezTo>
                    <a:pt x="183580" y="56"/>
                    <a:pt x="184498" y="56"/>
                    <a:pt x="185444" y="56"/>
                  </a:cubicBezTo>
                  <a:cubicBezTo>
                    <a:pt x="186819" y="56"/>
                    <a:pt x="186819" y="56"/>
                    <a:pt x="188222" y="55"/>
                  </a:cubicBezTo>
                  <a:cubicBezTo>
                    <a:pt x="205188" y="55"/>
                    <a:pt x="222154" y="59"/>
                    <a:pt x="239120" y="66"/>
                  </a:cubicBezTo>
                  <a:cubicBezTo>
                    <a:pt x="245123" y="68"/>
                    <a:pt x="251125" y="69"/>
                    <a:pt x="257127" y="69"/>
                  </a:cubicBezTo>
                  <a:cubicBezTo>
                    <a:pt x="264441" y="70"/>
                    <a:pt x="271754" y="73"/>
                    <a:pt x="279068" y="80"/>
                  </a:cubicBezTo>
                  <a:cubicBezTo>
                    <a:pt x="282800" y="83"/>
                    <a:pt x="286532" y="86"/>
                    <a:pt x="290265" y="85"/>
                  </a:cubicBezTo>
                  <a:cubicBezTo>
                    <a:pt x="293681" y="84"/>
                    <a:pt x="297096" y="87"/>
                    <a:pt x="300512" y="92"/>
                  </a:cubicBezTo>
                  <a:cubicBezTo>
                    <a:pt x="301749" y="93"/>
                    <a:pt x="302985" y="93"/>
                    <a:pt x="304221" y="92"/>
                  </a:cubicBezTo>
                  <a:cubicBezTo>
                    <a:pt x="305901" y="91"/>
                    <a:pt x="307581" y="94"/>
                    <a:pt x="309261" y="98"/>
                  </a:cubicBezTo>
                  <a:cubicBezTo>
                    <a:pt x="310194" y="98"/>
                    <a:pt x="311128" y="99"/>
                    <a:pt x="312089" y="99"/>
                  </a:cubicBezTo>
                  <a:cubicBezTo>
                    <a:pt x="319342" y="360"/>
                    <a:pt x="319342" y="360"/>
                    <a:pt x="320664" y="1682"/>
                  </a:cubicBezTo>
                  <a:cubicBezTo>
                    <a:pt x="320737" y="2697"/>
                    <a:pt x="320758" y="3717"/>
                    <a:pt x="320759" y="4735"/>
                  </a:cubicBezTo>
                  <a:cubicBezTo>
                    <a:pt x="320762" y="5397"/>
                    <a:pt x="320764" y="6059"/>
                    <a:pt x="320767" y="6741"/>
                  </a:cubicBezTo>
                  <a:cubicBezTo>
                    <a:pt x="320765" y="7477"/>
                    <a:pt x="320764" y="8212"/>
                    <a:pt x="320763" y="8970"/>
                  </a:cubicBezTo>
                  <a:cubicBezTo>
                    <a:pt x="320765" y="9745"/>
                    <a:pt x="320766" y="10520"/>
                    <a:pt x="320768" y="11319"/>
                  </a:cubicBezTo>
                  <a:cubicBezTo>
                    <a:pt x="320773" y="13937"/>
                    <a:pt x="320772" y="16555"/>
                    <a:pt x="320772" y="19173"/>
                  </a:cubicBezTo>
                  <a:cubicBezTo>
                    <a:pt x="320774" y="21042"/>
                    <a:pt x="320776" y="22910"/>
                    <a:pt x="320779" y="24779"/>
                  </a:cubicBezTo>
                  <a:cubicBezTo>
                    <a:pt x="320785" y="29340"/>
                    <a:pt x="320787" y="33900"/>
                    <a:pt x="320788" y="38461"/>
                  </a:cubicBezTo>
                  <a:cubicBezTo>
                    <a:pt x="320788" y="42166"/>
                    <a:pt x="320790" y="45871"/>
                    <a:pt x="320792" y="49576"/>
                  </a:cubicBezTo>
                  <a:cubicBezTo>
                    <a:pt x="320799" y="60069"/>
                    <a:pt x="320802" y="70561"/>
                    <a:pt x="320802" y="81054"/>
                  </a:cubicBezTo>
                  <a:cubicBezTo>
                    <a:pt x="320802" y="81903"/>
                    <a:pt x="320802" y="81903"/>
                    <a:pt x="320801" y="82770"/>
                  </a:cubicBezTo>
                  <a:cubicBezTo>
                    <a:pt x="320801" y="83336"/>
                    <a:pt x="320801" y="83903"/>
                    <a:pt x="320801" y="84487"/>
                  </a:cubicBezTo>
                  <a:cubicBezTo>
                    <a:pt x="320801" y="93680"/>
                    <a:pt x="320808" y="102873"/>
                    <a:pt x="320819" y="112066"/>
                  </a:cubicBezTo>
                  <a:cubicBezTo>
                    <a:pt x="320829" y="121493"/>
                    <a:pt x="320835" y="130920"/>
                    <a:pt x="320834" y="140347"/>
                  </a:cubicBezTo>
                  <a:cubicBezTo>
                    <a:pt x="320834" y="145645"/>
                    <a:pt x="320836" y="150942"/>
                    <a:pt x="320844" y="156240"/>
                  </a:cubicBezTo>
                  <a:cubicBezTo>
                    <a:pt x="320851" y="161219"/>
                    <a:pt x="320851" y="166198"/>
                    <a:pt x="320846" y="171177"/>
                  </a:cubicBezTo>
                  <a:cubicBezTo>
                    <a:pt x="320845" y="173010"/>
                    <a:pt x="320847" y="174843"/>
                    <a:pt x="320851" y="176677"/>
                  </a:cubicBezTo>
                  <a:cubicBezTo>
                    <a:pt x="320857" y="179168"/>
                    <a:pt x="320853" y="181658"/>
                    <a:pt x="320848" y="184149"/>
                  </a:cubicBezTo>
                  <a:cubicBezTo>
                    <a:pt x="320851" y="184885"/>
                    <a:pt x="320855" y="185621"/>
                    <a:pt x="320859" y="186379"/>
                  </a:cubicBezTo>
                  <a:cubicBezTo>
                    <a:pt x="320856" y="187041"/>
                    <a:pt x="320852" y="187703"/>
                    <a:pt x="320849" y="188385"/>
                  </a:cubicBezTo>
                  <a:cubicBezTo>
                    <a:pt x="320849" y="189248"/>
                    <a:pt x="320849" y="189248"/>
                    <a:pt x="320849" y="190129"/>
                  </a:cubicBezTo>
                  <a:cubicBezTo>
                    <a:pt x="320788" y="190561"/>
                    <a:pt x="320727" y="190993"/>
                    <a:pt x="320664" y="191438"/>
                  </a:cubicBezTo>
                  <a:cubicBezTo>
                    <a:pt x="318516" y="192511"/>
                    <a:pt x="316666" y="192276"/>
                    <a:pt x="314265" y="192276"/>
                  </a:cubicBezTo>
                  <a:cubicBezTo>
                    <a:pt x="313755" y="192277"/>
                    <a:pt x="313245" y="192279"/>
                    <a:pt x="312719" y="192280"/>
                  </a:cubicBezTo>
                  <a:cubicBezTo>
                    <a:pt x="311001" y="192283"/>
                    <a:pt x="309284" y="192280"/>
                    <a:pt x="307566" y="192278"/>
                  </a:cubicBezTo>
                  <a:cubicBezTo>
                    <a:pt x="306337" y="192279"/>
                    <a:pt x="305109" y="192280"/>
                    <a:pt x="303881" y="192282"/>
                  </a:cubicBezTo>
                  <a:cubicBezTo>
                    <a:pt x="300539" y="192285"/>
                    <a:pt x="297196" y="192284"/>
                    <a:pt x="293854" y="192282"/>
                  </a:cubicBezTo>
                  <a:cubicBezTo>
                    <a:pt x="290361" y="192280"/>
                    <a:pt x="286868" y="192282"/>
                    <a:pt x="283375" y="192283"/>
                  </a:cubicBezTo>
                  <a:cubicBezTo>
                    <a:pt x="277508" y="192284"/>
                    <a:pt x="271641" y="192282"/>
                    <a:pt x="265773" y="192279"/>
                  </a:cubicBezTo>
                  <a:cubicBezTo>
                    <a:pt x="258985" y="192275"/>
                    <a:pt x="252196" y="192276"/>
                    <a:pt x="245408" y="192280"/>
                  </a:cubicBezTo>
                  <a:cubicBezTo>
                    <a:pt x="239586" y="192284"/>
                    <a:pt x="233764" y="192284"/>
                    <a:pt x="227943" y="192282"/>
                  </a:cubicBezTo>
                  <a:cubicBezTo>
                    <a:pt x="224463" y="192281"/>
                    <a:pt x="220983" y="192281"/>
                    <a:pt x="217503" y="192283"/>
                  </a:cubicBezTo>
                  <a:cubicBezTo>
                    <a:pt x="214231" y="192285"/>
                    <a:pt x="210959" y="192284"/>
                    <a:pt x="207687" y="192280"/>
                  </a:cubicBezTo>
                  <a:cubicBezTo>
                    <a:pt x="206484" y="192279"/>
                    <a:pt x="205282" y="192279"/>
                    <a:pt x="204079" y="192281"/>
                  </a:cubicBezTo>
                  <a:cubicBezTo>
                    <a:pt x="202441" y="192283"/>
                    <a:pt x="200802" y="192280"/>
                    <a:pt x="199164" y="192276"/>
                  </a:cubicBezTo>
                  <a:cubicBezTo>
                    <a:pt x="198246" y="192276"/>
                    <a:pt x="197328" y="192276"/>
                    <a:pt x="196383" y="192275"/>
                  </a:cubicBezTo>
                  <a:cubicBezTo>
                    <a:pt x="194160" y="192182"/>
                    <a:pt x="194160" y="192182"/>
                    <a:pt x="191927" y="191438"/>
                  </a:cubicBezTo>
                  <a:cubicBezTo>
                    <a:pt x="191927" y="244971"/>
                    <a:pt x="191927" y="298505"/>
                    <a:pt x="191927" y="353660"/>
                  </a:cubicBezTo>
                  <a:cubicBezTo>
                    <a:pt x="191191" y="353660"/>
                    <a:pt x="190454" y="353660"/>
                    <a:pt x="189695" y="353660"/>
                  </a:cubicBezTo>
                  <a:cubicBezTo>
                    <a:pt x="189640" y="354534"/>
                    <a:pt x="189640" y="354534"/>
                    <a:pt x="189584" y="355425"/>
                  </a:cubicBezTo>
                  <a:cubicBezTo>
                    <a:pt x="189529" y="356178"/>
                    <a:pt x="189473" y="356931"/>
                    <a:pt x="189416" y="357707"/>
                  </a:cubicBezTo>
                  <a:cubicBezTo>
                    <a:pt x="189364" y="358458"/>
                    <a:pt x="189312" y="359209"/>
                    <a:pt x="189259" y="359983"/>
                  </a:cubicBezTo>
                  <a:cubicBezTo>
                    <a:pt x="189157" y="360597"/>
                    <a:pt x="189055" y="361212"/>
                    <a:pt x="188951" y="361846"/>
                  </a:cubicBezTo>
                  <a:cubicBezTo>
                    <a:pt x="188460" y="362091"/>
                    <a:pt x="187968" y="362337"/>
                    <a:pt x="187462" y="362590"/>
                  </a:cubicBezTo>
                  <a:cubicBezTo>
                    <a:pt x="187301" y="363856"/>
                    <a:pt x="187301" y="363856"/>
                    <a:pt x="187137" y="365148"/>
                  </a:cubicBezTo>
                  <a:cubicBezTo>
                    <a:pt x="186999" y="366023"/>
                    <a:pt x="186861" y="366898"/>
                    <a:pt x="186718" y="367799"/>
                  </a:cubicBezTo>
                  <a:cubicBezTo>
                    <a:pt x="185982" y="368290"/>
                    <a:pt x="185245" y="368781"/>
                    <a:pt x="184486" y="369287"/>
                  </a:cubicBezTo>
                  <a:cubicBezTo>
                    <a:pt x="184363" y="369916"/>
                    <a:pt x="184240" y="370546"/>
                    <a:pt x="184114" y="371194"/>
                  </a:cubicBezTo>
                  <a:cubicBezTo>
                    <a:pt x="183991" y="371793"/>
                    <a:pt x="183868" y="372391"/>
                    <a:pt x="183742" y="373008"/>
                  </a:cubicBezTo>
                  <a:cubicBezTo>
                    <a:pt x="183005" y="373253"/>
                    <a:pt x="182268" y="373499"/>
                    <a:pt x="181509" y="373752"/>
                  </a:cubicBezTo>
                  <a:cubicBezTo>
                    <a:pt x="181264" y="374489"/>
                    <a:pt x="181018" y="375225"/>
                    <a:pt x="180765" y="375985"/>
                  </a:cubicBezTo>
                  <a:cubicBezTo>
                    <a:pt x="180028" y="376230"/>
                    <a:pt x="179292" y="376476"/>
                    <a:pt x="178533" y="376729"/>
                  </a:cubicBezTo>
                  <a:cubicBezTo>
                    <a:pt x="178287" y="377235"/>
                    <a:pt x="178042" y="377742"/>
                    <a:pt x="177789" y="378263"/>
                  </a:cubicBezTo>
                  <a:cubicBezTo>
                    <a:pt x="177543" y="378739"/>
                    <a:pt x="177297" y="379215"/>
                    <a:pt x="177044" y="379705"/>
                  </a:cubicBezTo>
                  <a:cubicBezTo>
                    <a:pt x="176308" y="379705"/>
                    <a:pt x="175571" y="379705"/>
                    <a:pt x="174812" y="379705"/>
                  </a:cubicBezTo>
                  <a:cubicBezTo>
                    <a:pt x="174674" y="380626"/>
                    <a:pt x="174674" y="380626"/>
                    <a:pt x="174533" y="381566"/>
                  </a:cubicBezTo>
                  <a:cubicBezTo>
                    <a:pt x="174379" y="382179"/>
                    <a:pt x="174226" y="382793"/>
                    <a:pt x="174068" y="383426"/>
                  </a:cubicBezTo>
                  <a:cubicBezTo>
                    <a:pt x="172828" y="383458"/>
                    <a:pt x="171587" y="383456"/>
                    <a:pt x="170347" y="383426"/>
                  </a:cubicBezTo>
                  <a:cubicBezTo>
                    <a:pt x="170141" y="383905"/>
                    <a:pt x="169935" y="384383"/>
                    <a:pt x="169722" y="384876"/>
                  </a:cubicBezTo>
                  <a:cubicBezTo>
                    <a:pt x="169437" y="385380"/>
                    <a:pt x="169152" y="385884"/>
                    <a:pt x="168859" y="386402"/>
                  </a:cubicBezTo>
                  <a:cubicBezTo>
                    <a:pt x="167086" y="386856"/>
                    <a:pt x="167086" y="386856"/>
                    <a:pt x="165045" y="386961"/>
                  </a:cubicBezTo>
                  <a:cubicBezTo>
                    <a:pt x="164368" y="387003"/>
                    <a:pt x="163691" y="387045"/>
                    <a:pt x="162993" y="387088"/>
                  </a:cubicBezTo>
                  <a:cubicBezTo>
                    <a:pt x="162473" y="387108"/>
                    <a:pt x="161953" y="387127"/>
                    <a:pt x="161417" y="387147"/>
                  </a:cubicBezTo>
                  <a:cubicBezTo>
                    <a:pt x="161417" y="388129"/>
                    <a:pt x="161417" y="389111"/>
                    <a:pt x="161417" y="390123"/>
                  </a:cubicBezTo>
                  <a:cubicBezTo>
                    <a:pt x="160782" y="390151"/>
                    <a:pt x="160146" y="390179"/>
                    <a:pt x="159490" y="390207"/>
                  </a:cubicBezTo>
                  <a:cubicBezTo>
                    <a:pt x="158668" y="390256"/>
                    <a:pt x="157846" y="390305"/>
                    <a:pt x="156999" y="390356"/>
                  </a:cubicBezTo>
                  <a:cubicBezTo>
                    <a:pt x="156179" y="390399"/>
                    <a:pt x="155359" y="390442"/>
                    <a:pt x="154514" y="390487"/>
                  </a:cubicBezTo>
                  <a:cubicBezTo>
                    <a:pt x="153845" y="390612"/>
                    <a:pt x="153177" y="390738"/>
                    <a:pt x="152488" y="390867"/>
                  </a:cubicBezTo>
                  <a:cubicBezTo>
                    <a:pt x="152242" y="391604"/>
                    <a:pt x="151997" y="392341"/>
                    <a:pt x="151744" y="393100"/>
                  </a:cubicBezTo>
                  <a:cubicBezTo>
                    <a:pt x="150385" y="393410"/>
                    <a:pt x="150385" y="393410"/>
                    <a:pt x="148630" y="393454"/>
                  </a:cubicBezTo>
                  <a:cubicBezTo>
                    <a:pt x="148002" y="393477"/>
                    <a:pt x="147373" y="393500"/>
                    <a:pt x="146725" y="393524"/>
                  </a:cubicBezTo>
                  <a:cubicBezTo>
                    <a:pt x="145733" y="393544"/>
                    <a:pt x="145733" y="393544"/>
                    <a:pt x="144721" y="393565"/>
                  </a:cubicBezTo>
                  <a:cubicBezTo>
                    <a:pt x="143419" y="393603"/>
                    <a:pt x="142118" y="393643"/>
                    <a:pt x="140817" y="393687"/>
                  </a:cubicBezTo>
                  <a:cubicBezTo>
                    <a:pt x="139947" y="393706"/>
                    <a:pt x="139947" y="393706"/>
                    <a:pt x="139060" y="393727"/>
                  </a:cubicBezTo>
                  <a:cubicBezTo>
                    <a:pt x="137546" y="393757"/>
                    <a:pt x="137546" y="393757"/>
                    <a:pt x="136117" y="394588"/>
                  </a:cubicBezTo>
                  <a:cubicBezTo>
                    <a:pt x="136117" y="395325"/>
                    <a:pt x="136117" y="396061"/>
                    <a:pt x="136117" y="396820"/>
                  </a:cubicBezTo>
                  <a:cubicBezTo>
                    <a:pt x="128174" y="396838"/>
                    <a:pt x="120231" y="396851"/>
                    <a:pt x="112287" y="396859"/>
                  </a:cubicBezTo>
                  <a:cubicBezTo>
                    <a:pt x="108599" y="396863"/>
                    <a:pt x="104912" y="396868"/>
                    <a:pt x="101224" y="396877"/>
                  </a:cubicBezTo>
                  <a:cubicBezTo>
                    <a:pt x="97668" y="396885"/>
                    <a:pt x="94112" y="396889"/>
                    <a:pt x="90556" y="396891"/>
                  </a:cubicBezTo>
                  <a:cubicBezTo>
                    <a:pt x="89196" y="396892"/>
                    <a:pt x="87836" y="396895"/>
                    <a:pt x="86476" y="396899"/>
                  </a:cubicBezTo>
                  <a:cubicBezTo>
                    <a:pt x="84579" y="396904"/>
                    <a:pt x="82681" y="396905"/>
                    <a:pt x="80783" y="396905"/>
                  </a:cubicBezTo>
                  <a:cubicBezTo>
                    <a:pt x="80215" y="396908"/>
                    <a:pt x="79647" y="396910"/>
                    <a:pt x="79062" y="396913"/>
                  </a:cubicBezTo>
                  <a:cubicBezTo>
                    <a:pt x="75182" y="396905"/>
                    <a:pt x="75182" y="396905"/>
                    <a:pt x="74353" y="396076"/>
                  </a:cubicBezTo>
                  <a:cubicBezTo>
                    <a:pt x="74264" y="395050"/>
                    <a:pt x="74220" y="394019"/>
                    <a:pt x="74196" y="392989"/>
                  </a:cubicBezTo>
                  <a:cubicBezTo>
                    <a:pt x="74175" y="392364"/>
                    <a:pt x="74154" y="391738"/>
                    <a:pt x="74132" y="391094"/>
                  </a:cubicBezTo>
                  <a:cubicBezTo>
                    <a:pt x="74094" y="389771"/>
                    <a:pt x="74061" y="388447"/>
                    <a:pt x="74033" y="387123"/>
                  </a:cubicBezTo>
                  <a:cubicBezTo>
                    <a:pt x="74010" y="386496"/>
                    <a:pt x="73987" y="385869"/>
                    <a:pt x="73964" y="385222"/>
                  </a:cubicBezTo>
                  <a:cubicBezTo>
                    <a:pt x="73941" y="384358"/>
                    <a:pt x="73941" y="384358"/>
                    <a:pt x="73919" y="383477"/>
                  </a:cubicBezTo>
                  <a:cubicBezTo>
                    <a:pt x="73536" y="381574"/>
                    <a:pt x="72729" y="381044"/>
                    <a:pt x="71376" y="379705"/>
                  </a:cubicBezTo>
                  <a:cubicBezTo>
                    <a:pt x="71328" y="378235"/>
                    <a:pt x="71287" y="376763"/>
                    <a:pt x="71342" y="375293"/>
                  </a:cubicBezTo>
                  <a:cubicBezTo>
                    <a:pt x="71389" y="373209"/>
                    <a:pt x="71125" y="371309"/>
                    <a:pt x="70632" y="369287"/>
                  </a:cubicBezTo>
                  <a:cubicBezTo>
                    <a:pt x="70141" y="369042"/>
                    <a:pt x="69650" y="368796"/>
                    <a:pt x="69144" y="368543"/>
                  </a:cubicBezTo>
                  <a:cubicBezTo>
                    <a:pt x="68879" y="366232"/>
                    <a:pt x="68813" y="363937"/>
                    <a:pt x="68728" y="361613"/>
                  </a:cubicBezTo>
                  <a:cubicBezTo>
                    <a:pt x="68620" y="360953"/>
                    <a:pt x="68512" y="360293"/>
                    <a:pt x="68400" y="359613"/>
                  </a:cubicBezTo>
                  <a:cubicBezTo>
                    <a:pt x="67663" y="359368"/>
                    <a:pt x="66927" y="359122"/>
                    <a:pt x="66167" y="358869"/>
                  </a:cubicBezTo>
                  <a:cubicBezTo>
                    <a:pt x="65787" y="356680"/>
                    <a:pt x="65787" y="356680"/>
                    <a:pt x="65656" y="353986"/>
                  </a:cubicBezTo>
                  <a:cubicBezTo>
                    <a:pt x="65607" y="353095"/>
                    <a:pt x="65558" y="352204"/>
                    <a:pt x="65508" y="351285"/>
                  </a:cubicBezTo>
                  <a:cubicBezTo>
                    <a:pt x="65480" y="350596"/>
                    <a:pt x="65452" y="349906"/>
                    <a:pt x="65423" y="349195"/>
                  </a:cubicBezTo>
                  <a:cubicBezTo>
                    <a:pt x="64932" y="349195"/>
                    <a:pt x="64441" y="349195"/>
                    <a:pt x="63935" y="349195"/>
                  </a:cubicBezTo>
                  <a:cubicBezTo>
                    <a:pt x="63893" y="348509"/>
                    <a:pt x="63893" y="348509"/>
                    <a:pt x="63851" y="347809"/>
                  </a:cubicBezTo>
                  <a:cubicBezTo>
                    <a:pt x="63802" y="347207"/>
                    <a:pt x="63753" y="346606"/>
                    <a:pt x="63703" y="345986"/>
                  </a:cubicBezTo>
                  <a:cubicBezTo>
                    <a:pt x="63659" y="345391"/>
                    <a:pt x="63616" y="344795"/>
                    <a:pt x="63572" y="344181"/>
                  </a:cubicBezTo>
                  <a:cubicBezTo>
                    <a:pt x="63342" y="342446"/>
                    <a:pt x="63342" y="342446"/>
                    <a:pt x="62075" y="341428"/>
                  </a:cubicBezTo>
                  <a:cubicBezTo>
                    <a:pt x="60459" y="339746"/>
                    <a:pt x="60582" y="338322"/>
                    <a:pt x="60447" y="336033"/>
                  </a:cubicBezTo>
                  <a:cubicBezTo>
                    <a:pt x="60398" y="335294"/>
                    <a:pt x="60349" y="334554"/>
                    <a:pt x="60299" y="333792"/>
                  </a:cubicBezTo>
                  <a:cubicBezTo>
                    <a:pt x="60271" y="333227"/>
                    <a:pt x="60243" y="332662"/>
                    <a:pt x="60214" y="332080"/>
                  </a:cubicBezTo>
                  <a:cubicBezTo>
                    <a:pt x="59478" y="332080"/>
                    <a:pt x="58741" y="332080"/>
                    <a:pt x="57982" y="332080"/>
                  </a:cubicBezTo>
                  <a:cubicBezTo>
                    <a:pt x="57962" y="330483"/>
                    <a:pt x="57947" y="328887"/>
                    <a:pt x="57935" y="327290"/>
                  </a:cubicBezTo>
                  <a:cubicBezTo>
                    <a:pt x="57927" y="326401"/>
                    <a:pt x="57918" y="325511"/>
                    <a:pt x="57909" y="324595"/>
                  </a:cubicBezTo>
                  <a:cubicBezTo>
                    <a:pt x="57982" y="322406"/>
                    <a:pt x="57982" y="322406"/>
                    <a:pt x="58726" y="321662"/>
                  </a:cubicBezTo>
                  <a:cubicBezTo>
                    <a:pt x="60051" y="321597"/>
                    <a:pt x="61379" y="321583"/>
                    <a:pt x="62705" y="321590"/>
                  </a:cubicBezTo>
                  <a:cubicBezTo>
                    <a:pt x="63509" y="321592"/>
                    <a:pt x="64312" y="321594"/>
                    <a:pt x="65140" y="321597"/>
                  </a:cubicBezTo>
                  <a:cubicBezTo>
                    <a:pt x="65986" y="321603"/>
                    <a:pt x="66831" y="321609"/>
                    <a:pt x="67702" y="321616"/>
                  </a:cubicBezTo>
                  <a:cubicBezTo>
                    <a:pt x="68975" y="321621"/>
                    <a:pt x="68975" y="321621"/>
                    <a:pt x="70273" y="321626"/>
                  </a:cubicBezTo>
                  <a:cubicBezTo>
                    <a:pt x="72377" y="321635"/>
                    <a:pt x="74481" y="321647"/>
                    <a:pt x="76585" y="321662"/>
                  </a:cubicBezTo>
                  <a:cubicBezTo>
                    <a:pt x="76585" y="322644"/>
                    <a:pt x="76585" y="323627"/>
                    <a:pt x="76585" y="324639"/>
                  </a:cubicBezTo>
                  <a:cubicBezTo>
                    <a:pt x="82394" y="324708"/>
                    <a:pt x="88202" y="324761"/>
                    <a:pt x="94011" y="324793"/>
                  </a:cubicBezTo>
                  <a:cubicBezTo>
                    <a:pt x="96708" y="324809"/>
                    <a:pt x="99405" y="324830"/>
                    <a:pt x="102102" y="324863"/>
                  </a:cubicBezTo>
                  <a:cubicBezTo>
                    <a:pt x="104703" y="324896"/>
                    <a:pt x="107303" y="324913"/>
                    <a:pt x="109904" y="324921"/>
                  </a:cubicBezTo>
                  <a:cubicBezTo>
                    <a:pt x="111383" y="324929"/>
                    <a:pt x="112863" y="324953"/>
                    <a:pt x="114342" y="324976"/>
                  </a:cubicBezTo>
                  <a:cubicBezTo>
                    <a:pt x="115236" y="324976"/>
                    <a:pt x="116130" y="324976"/>
                    <a:pt x="117051" y="324977"/>
                  </a:cubicBezTo>
                  <a:cubicBezTo>
                    <a:pt x="118238" y="324987"/>
                    <a:pt x="118238" y="324987"/>
                    <a:pt x="119449" y="324997"/>
                  </a:cubicBezTo>
                  <a:cubicBezTo>
                    <a:pt x="120038" y="324879"/>
                    <a:pt x="120627" y="324761"/>
                    <a:pt x="121234" y="324639"/>
                  </a:cubicBezTo>
                  <a:cubicBezTo>
                    <a:pt x="121479" y="323657"/>
                    <a:pt x="121725" y="322674"/>
                    <a:pt x="121978" y="321662"/>
                  </a:cubicBezTo>
                  <a:cubicBezTo>
                    <a:pt x="124188" y="321417"/>
                    <a:pt x="126398" y="321171"/>
                    <a:pt x="128675" y="320918"/>
                  </a:cubicBezTo>
                  <a:cubicBezTo>
                    <a:pt x="129044" y="256825"/>
                    <a:pt x="129044" y="256825"/>
                    <a:pt x="129419" y="191438"/>
                  </a:cubicBezTo>
                  <a:cubicBezTo>
                    <a:pt x="128437" y="191683"/>
                    <a:pt x="127455" y="191929"/>
                    <a:pt x="126443" y="192182"/>
                  </a:cubicBezTo>
                  <a:cubicBezTo>
                    <a:pt x="124766" y="192250"/>
                    <a:pt x="123088" y="192276"/>
                    <a:pt x="121410" y="192276"/>
                  </a:cubicBezTo>
                  <a:cubicBezTo>
                    <a:pt x="120905" y="192277"/>
                    <a:pt x="120400" y="192279"/>
                    <a:pt x="119879" y="192280"/>
                  </a:cubicBezTo>
                  <a:cubicBezTo>
                    <a:pt x="118186" y="192283"/>
                    <a:pt x="116494" y="192280"/>
                    <a:pt x="114801" y="192278"/>
                  </a:cubicBezTo>
                  <a:cubicBezTo>
                    <a:pt x="113587" y="192279"/>
                    <a:pt x="112373" y="192280"/>
                    <a:pt x="111160" y="192282"/>
                  </a:cubicBezTo>
                  <a:cubicBezTo>
                    <a:pt x="107863" y="192285"/>
                    <a:pt x="104567" y="192284"/>
                    <a:pt x="101271" y="192282"/>
                  </a:cubicBezTo>
                  <a:cubicBezTo>
                    <a:pt x="97824" y="192280"/>
                    <a:pt x="94377" y="192282"/>
                    <a:pt x="90929" y="192283"/>
                  </a:cubicBezTo>
                  <a:cubicBezTo>
                    <a:pt x="85141" y="192284"/>
                    <a:pt x="79353" y="192282"/>
                    <a:pt x="73564" y="192279"/>
                  </a:cubicBezTo>
                  <a:cubicBezTo>
                    <a:pt x="66868" y="192275"/>
                    <a:pt x="60172" y="192276"/>
                    <a:pt x="53475" y="192280"/>
                  </a:cubicBezTo>
                  <a:cubicBezTo>
                    <a:pt x="47729" y="192284"/>
                    <a:pt x="41983" y="192284"/>
                    <a:pt x="36237" y="192282"/>
                  </a:cubicBezTo>
                  <a:cubicBezTo>
                    <a:pt x="32804" y="192281"/>
                    <a:pt x="29371" y="192281"/>
                    <a:pt x="25937" y="192283"/>
                  </a:cubicBezTo>
                  <a:cubicBezTo>
                    <a:pt x="22711" y="192285"/>
                    <a:pt x="19484" y="192284"/>
                    <a:pt x="16257" y="192280"/>
                  </a:cubicBezTo>
                  <a:cubicBezTo>
                    <a:pt x="15071" y="192279"/>
                    <a:pt x="13885" y="192279"/>
                    <a:pt x="12700" y="192281"/>
                  </a:cubicBezTo>
                  <a:cubicBezTo>
                    <a:pt x="11084" y="192283"/>
                    <a:pt x="9469" y="192280"/>
                    <a:pt x="7854" y="192276"/>
                  </a:cubicBezTo>
                  <a:cubicBezTo>
                    <a:pt x="6949" y="192276"/>
                    <a:pt x="6044" y="192276"/>
                    <a:pt x="5111" y="192275"/>
                  </a:cubicBezTo>
                  <a:cubicBezTo>
                    <a:pt x="2916" y="192182"/>
                    <a:pt x="2916" y="192182"/>
                    <a:pt x="683" y="191438"/>
                  </a:cubicBezTo>
                  <a:cubicBezTo>
                    <a:pt x="400" y="190130"/>
                    <a:pt x="400" y="190130"/>
                    <a:pt x="394" y="188387"/>
                  </a:cubicBezTo>
                  <a:cubicBezTo>
                    <a:pt x="386" y="187725"/>
                    <a:pt x="379" y="187064"/>
                    <a:pt x="371" y="186382"/>
                  </a:cubicBezTo>
                  <a:cubicBezTo>
                    <a:pt x="374" y="185647"/>
                    <a:pt x="377" y="184912"/>
                    <a:pt x="380" y="184154"/>
                  </a:cubicBezTo>
                  <a:cubicBezTo>
                    <a:pt x="374" y="183380"/>
                    <a:pt x="368" y="182605"/>
                    <a:pt x="363" y="181807"/>
                  </a:cubicBezTo>
                  <a:cubicBezTo>
                    <a:pt x="347" y="179191"/>
                    <a:pt x="347" y="176574"/>
                    <a:pt x="347" y="173958"/>
                  </a:cubicBezTo>
                  <a:cubicBezTo>
                    <a:pt x="339" y="172091"/>
                    <a:pt x="330" y="170223"/>
                    <a:pt x="321" y="168356"/>
                  </a:cubicBezTo>
                  <a:cubicBezTo>
                    <a:pt x="298" y="163269"/>
                    <a:pt x="289" y="158181"/>
                    <a:pt x="285" y="153094"/>
                  </a:cubicBezTo>
                  <a:cubicBezTo>
                    <a:pt x="282" y="149920"/>
                    <a:pt x="276" y="146746"/>
                    <a:pt x="268" y="143572"/>
                  </a:cubicBezTo>
                  <a:cubicBezTo>
                    <a:pt x="248" y="134791"/>
                    <a:pt x="232" y="126011"/>
                    <a:pt x="230" y="117230"/>
                  </a:cubicBezTo>
                  <a:cubicBezTo>
                    <a:pt x="230" y="116668"/>
                    <a:pt x="230" y="116106"/>
                    <a:pt x="230" y="115526"/>
                  </a:cubicBezTo>
                  <a:cubicBezTo>
                    <a:pt x="229" y="114386"/>
                    <a:pt x="229" y="113246"/>
                    <a:pt x="229" y="112106"/>
                  </a:cubicBezTo>
                  <a:cubicBezTo>
                    <a:pt x="229" y="111540"/>
                    <a:pt x="229" y="110974"/>
                    <a:pt x="229" y="110391"/>
                  </a:cubicBezTo>
                  <a:cubicBezTo>
                    <a:pt x="228" y="109824"/>
                    <a:pt x="228" y="109257"/>
                    <a:pt x="228" y="108674"/>
                  </a:cubicBezTo>
                  <a:cubicBezTo>
                    <a:pt x="226" y="99486"/>
                    <a:pt x="199" y="90299"/>
                    <a:pt x="160" y="81111"/>
                  </a:cubicBezTo>
                  <a:cubicBezTo>
                    <a:pt x="121" y="71688"/>
                    <a:pt x="102" y="62265"/>
                    <a:pt x="102" y="52842"/>
                  </a:cubicBezTo>
                  <a:cubicBezTo>
                    <a:pt x="102" y="47547"/>
                    <a:pt x="94" y="42253"/>
                    <a:pt x="64" y="36958"/>
                  </a:cubicBezTo>
                  <a:cubicBezTo>
                    <a:pt x="37" y="31981"/>
                    <a:pt x="36" y="27004"/>
                    <a:pt x="53" y="22027"/>
                  </a:cubicBezTo>
                  <a:cubicBezTo>
                    <a:pt x="55" y="20195"/>
                    <a:pt x="48" y="18363"/>
                    <a:pt x="32" y="16532"/>
                  </a:cubicBezTo>
                  <a:cubicBezTo>
                    <a:pt x="11" y="14040"/>
                    <a:pt x="22" y="11551"/>
                    <a:pt x="42" y="9060"/>
                  </a:cubicBezTo>
                  <a:cubicBezTo>
                    <a:pt x="28" y="8326"/>
                    <a:pt x="14" y="7593"/>
                    <a:pt x="0" y="6837"/>
                  </a:cubicBezTo>
                  <a:cubicBezTo>
                    <a:pt x="12" y="6173"/>
                    <a:pt x="24" y="5510"/>
                    <a:pt x="36" y="4826"/>
                  </a:cubicBezTo>
                  <a:cubicBezTo>
                    <a:pt x="35" y="4251"/>
                    <a:pt x="34" y="3675"/>
                    <a:pt x="34" y="3083"/>
                  </a:cubicBezTo>
                  <a:cubicBezTo>
                    <a:pt x="683" y="1682"/>
                    <a:pt x="683" y="1682"/>
                    <a:pt x="2987" y="753"/>
                  </a:cubicBezTo>
                  <a:cubicBezTo>
                    <a:pt x="5854" y="201"/>
                    <a:pt x="8425" y="8"/>
                    <a:pt x="11341" y="8"/>
                  </a:cubicBezTo>
                  <a:cubicBezTo>
                    <a:pt x="12130" y="5"/>
                    <a:pt x="12130" y="5"/>
                    <a:pt x="12935" y="2"/>
                  </a:cubicBezTo>
                  <a:close/>
                </a:path>
              </a:pathLst>
            </a:custGeom>
            <a:grpFill/>
            <a:ln w="744" cap="flat">
              <a:noFill/>
              <a:prstDash val="solid"/>
              <a:miter/>
            </a:ln>
          </p:spPr>
          <p:txBody>
            <a:bodyPr rtlCol="0" anchor="ctr"/>
            <a:lstStyle/>
            <a:p>
              <a:endParaRPr lang="zh-CN" altLang="en-US"/>
            </a:p>
          </p:txBody>
        </p:sp>
        <p:sp>
          <p:nvSpPr>
            <p:cNvPr id="153" name="任意多边形: 形状 152"/>
            <p:cNvSpPr/>
            <p:nvPr/>
          </p:nvSpPr>
          <p:spPr>
            <a:xfrm>
              <a:off x="8522545" y="800965"/>
              <a:ext cx="429568" cy="359353"/>
            </a:xfrm>
            <a:custGeom>
              <a:avLst/>
              <a:gdLst>
                <a:gd name="connsiteX0" fmla="*/ 318267 w 429573"/>
                <a:gd name="connsiteY0" fmla="*/ 1116 h 359341"/>
                <a:gd name="connsiteX1" fmla="*/ 323894 w 429573"/>
                <a:gd name="connsiteY1" fmla="*/ 744 h 359341"/>
                <a:gd name="connsiteX2" fmla="*/ 325468 w 429573"/>
                <a:gd name="connsiteY2" fmla="*/ 709 h 359341"/>
                <a:gd name="connsiteX3" fmla="*/ 329429 w 429573"/>
                <a:gd name="connsiteY3" fmla="*/ 1116 h 359341"/>
                <a:gd name="connsiteX4" fmla="*/ 330173 w 429573"/>
                <a:gd name="connsiteY4" fmla="*/ 4093 h 359341"/>
                <a:gd name="connsiteX5" fmla="*/ 333150 w 429573"/>
                <a:gd name="connsiteY5" fmla="*/ 4837 h 359341"/>
                <a:gd name="connsiteX6" fmla="*/ 333894 w 429573"/>
                <a:gd name="connsiteY6" fmla="*/ 7069 h 359341"/>
                <a:gd name="connsiteX7" fmla="*/ 335336 w 429573"/>
                <a:gd name="connsiteY7" fmla="*/ 7767 h 359341"/>
                <a:gd name="connsiteX8" fmla="*/ 338359 w 429573"/>
                <a:gd name="connsiteY8" fmla="*/ 11534 h 359341"/>
                <a:gd name="connsiteX9" fmla="*/ 340591 w 429573"/>
                <a:gd name="connsiteY9" fmla="*/ 12278 h 359341"/>
                <a:gd name="connsiteX10" fmla="*/ 341335 w 429573"/>
                <a:gd name="connsiteY10" fmla="*/ 14510 h 359341"/>
                <a:gd name="connsiteX11" fmla="*/ 342823 w 429573"/>
                <a:gd name="connsiteY11" fmla="*/ 14883 h 359341"/>
                <a:gd name="connsiteX12" fmla="*/ 344312 w 429573"/>
                <a:gd name="connsiteY12" fmla="*/ 15255 h 359341"/>
                <a:gd name="connsiteX13" fmla="*/ 345056 w 429573"/>
                <a:gd name="connsiteY13" fmla="*/ 17487 h 359341"/>
                <a:gd name="connsiteX14" fmla="*/ 348032 w 429573"/>
                <a:gd name="connsiteY14" fmla="*/ 20092 h 359341"/>
                <a:gd name="connsiteX15" fmla="*/ 351753 w 429573"/>
                <a:gd name="connsiteY15" fmla="*/ 24928 h 359341"/>
                <a:gd name="connsiteX16" fmla="*/ 353986 w 429573"/>
                <a:gd name="connsiteY16" fmla="*/ 25673 h 359341"/>
                <a:gd name="connsiteX17" fmla="*/ 354730 w 429573"/>
                <a:gd name="connsiteY17" fmla="*/ 27905 h 359341"/>
                <a:gd name="connsiteX18" fmla="*/ 356265 w 429573"/>
                <a:gd name="connsiteY18" fmla="*/ 28231 h 359341"/>
                <a:gd name="connsiteX19" fmla="*/ 357706 w 429573"/>
                <a:gd name="connsiteY19" fmla="*/ 28649 h 359341"/>
                <a:gd name="connsiteX20" fmla="*/ 357706 w 429573"/>
                <a:gd name="connsiteY20" fmla="*/ 31626 h 359341"/>
                <a:gd name="connsiteX21" fmla="*/ 362171 w 429573"/>
                <a:gd name="connsiteY21" fmla="*/ 33114 h 359341"/>
                <a:gd name="connsiteX22" fmla="*/ 363659 w 429573"/>
                <a:gd name="connsiteY22" fmla="*/ 36091 h 359341"/>
                <a:gd name="connsiteX23" fmla="*/ 365148 w 429573"/>
                <a:gd name="connsiteY23" fmla="*/ 36835 h 359341"/>
                <a:gd name="connsiteX24" fmla="*/ 365148 w 429573"/>
                <a:gd name="connsiteY24" fmla="*/ 41300 h 359341"/>
                <a:gd name="connsiteX25" fmla="*/ 362915 w 429573"/>
                <a:gd name="connsiteY25" fmla="*/ 42788 h 359341"/>
                <a:gd name="connsiteX26" fmla="*/ 362171 w 429573"/>
                <a:gd name="connsiteY26" fmla="*/ 45020 h 359341"/>
                <a:gd name="connsiteX27" fmla="*/ 359939 w 429573"/>
                <a:gd name="connsiteY27" fmla="*/ 45718 h 359341"/>
                <a:gd name="connsiteX28" fmla="*/ 357706 w 429573"/>
                <a:gd name="connsiteY28" fmla="*/ 46509 h 359341"/>
                <a:gd name="connsiteX29" fmla="*/ 356962 w 429573"/>
                <a:gd name="connsiteY29" fmla="*/ 49485 h 359341"/>
                <a:gd name="connsiteX30" fmla="*/ 354730 w 429573"/>
                <a:gd name="connsiteY30" fmla="*/ 52462 h 359341"/>
                <a:gd name="connsiteX31" fmla="*/ 351753 w 429573"/>
                <a:gd name="connsiteY31" fmla="*/ 52462 h 359341"/>
                <a:gd name="connsiteX32" fmla="*/ 351753 w 429573"/>
                <a:gd name="connsiteY32" fmla="*/ 55438 h 359341"/>
                <a:gd name="connsiteX33" fmla="*/ 348777 w 429573"/>
                <a:gd name="connsiteY33" fmla="*/ 56926 h 359341"/>
                <a:gd name="connsiteX34" fmla="*/ 348032 w 429573"/>
                <a:gd name="connsiteY34" fmla="*/ 59159 h 359341"/>
                <a:gd name="connsiteX35" fmla="*/ 345800 w 429573"/>
                <a:gd name="connsiteY35" fmla="*/ 59159 h 359341"/>
                <a:gd name="connsiteX36" fmla="*/ 345102 w 429573"/>
                <a:gd name="connsiteY36" fmla="*/ 60973 h 359341"/>
                <a:gd name="connsiteX37" fmla="*/ 344312 w 429573"/>
                <a:gd name="connsiteY37" fmla="*/ 62880 h 359341"/>
                <a:gd name="connsiteX38" fmla="*/ 341335 w 429573"/>
                <a:gd name="connsiteY38" fmla="*/ 63624 h 359341"/>
                <a:gd name="connsiteX39" fmla="*/ 340963 w 429573"/>
                <a:gd name="connsiteY39" fmla="*/ 65159 h 359341"/>
                <a:gd name="connsiteX40" fmla="*/ 340591 w 429573"/>
                <a:gd name="connsiteY40" fmla="*/ 66600 h 359341"/>
                <a:gd name="connsiteX41" fmla="*/ 337614 w 429573"/>
                <a:gd name="connsiteY41" fmla="*/ 66600 h 359341"/>
                <a:gd name="connsiteX42" fmla="*/ 337614 w 429573"/>
                <a:gd name="connsiteY42" fmla="*/ 69577 h 359341"/>
                <a:gd name="connsiteX43" fmla="*/ 335382 w 429573"/>
                <a:gd name="connsiteY43" fmla="*/ 70321 h 359341"/>
                <a:gd name="connsiteX44" fmla="*/ 334638 w 429573"/>
                <a:gd name="connsiteY44" fmla="*/ 72553 h 359341"/>
                <a:gd name="connsiteX45" fmla="*/ 331661 w 429573"/>
                <a:gd name="connsiteY45" fmla="*/ 74042 h 359341"/>
                <a:gd name="connsiteX46" fmla="*/ 330917 w 429573"/>
                <a:gd name="connsiteY46" fmla="*/ 76274 h 359341"/>
                <a:gd name="connsiteX47" fmla="*/ 327197 w 429573"/>
                <a:gd name="connsiteY47" fmla="*/ 77762 h 359341"/>
                <a:gd name="connsiteX48" fmla="*/ 323476 w 429573"/>
                <a:gd name="connsiteY48" fmla="*/ 82971 h 359341"/>
                <a:gd name="connsiteX49" fmla="*/ 319755 w 429573"/>
                <a:gd name="connsiteY49" fmla="*/ 84460 h 359341"/>
                <a:gd name="connsiteX50" fmla="*/ 319011 w 429573"/>
                <a:gd name="connsiteY50" fmla="*/ 86692 h 359341"/>
                <a:gd name="connsiteX51" fmla="*/ 316034 w 429573"/>
                <a:gd name="connsiteY51" fmla="*/ 87436 h 359341"/>
                <a:gd name="connsiteX52" fmla="*/ 315290 w 429573"/>
                <a:gd name="connsiteY52" fmla="*/ 89669 h 359341"/>
                <a:gd name="connsiteX53" fmla="*/ 312314 w 429573"/>
                <a:gd name="connsiteY53" fmla="*/ 91157 h 359341"/>
                <a:gd name="connsiteX54" fmla="*/ 311570 w 429573"/>
                <a:gd name="connsiteY54" fmla="*/ 93389 h 359341"/>
                <a:gd name="connsiteX55" fmla="*/ 309756 w 429573"/>
                <a:gd name="connsiteY55" fmla="*/ 93715 h 359341"/>
                <a:gd name="connsiteX56" fmla="*/ 307849 w 429573"/>
                <a:gd name="connsiteY56" fmla="*/ 94134 h 359341"/>
                <a:gd name="connsiteX57" fmla="*/ 306361 w 429573"/>
                <a:gd name="connsiteY57" fmla="*/ 97110 h 359341"/>
                <a:gd name="connsiteX58" fmla="*/ 303384 w 429573"/>
                <a:gd name="connsiteY58" fmla="*/ 97854 h 359341"/>
                <a:gd name="connsiteX59" fmla="*/ 302640 w 429573"/>
                <a:gd name="connsiteY59" fmla="*/ 100087 h 359341"/>
                <a:gd name="connsiteX60" fmla="*/ 301198 w 429573"/>
                <a:gd name="connsiteY60" fmla="*/ 100412 h 359341"/>
                <a:gd name="connsiteX61" fmla="*/ 299663 w 429573"/>
                <a:gd name="connsiteY61" fmla="*/ 100831 h 359341"/>
                <a:gd name="connsiteX62" fmla="*/ 298966 w 429573"/>
                <a:gd name="connsiteY62" fmla="*/ 102319 h 359341"/>
                <a:gd name="connsiteX63" fmla="*/ 298175 w 429573"/>
                <a:gd name="connsiteY63" fmla="*/ 103807 h 359341"/>
                <a:gd name="connsiteX64" fmla="*/ 294454 w 429573"/>
                <a:gd name="connsiteY64" fmla="*/ 104551 h 359341"/>
                <a:gd name="connsiteX65" fmla="*/ 293710 w 429573"/>
                <a:gd name="connsiteY65" fmla="*/ 106784 h 359341"/>
                <a:gd name="connsiteX66" fmla="*/ 289245 w 429573"/>
                <a:gd name="connsiteY66" fmla="*/ 107528 h 359341"/>
                <a:gd name="connsiteX67" fmla="*/ 289245 w 429573"/>
                <a:gd name="connsiteY67" fmla="*/ 110505 h 359341"/>
                <a:gd name="connsiteX68" fmla="*/ 285525 w 429573"/>
                <a:gd name="connsiteY68" fmla="*/ 111249 h 359341"/>
                <a:gd name="connsiteX69" fmla="*/ 285199 w 429573"/>
                <a:gd name="connsiteY69" fmla="*/ 112737 h 359341"/>
                <a:gd name="connsiteX70" fmla="*/ 284780 w 429573"/>
                <a:gd name="connsiteY70" fmla="*/ 114225 h 359341"/>
                <a:gd name="connsiteX71" fmla="*/ 280316 w 429573"/>
                <a:gd name="connsiteY71" fmla="*/ 114969 h 359341"/>
                <a:gd name="connsiteX72" fmla="*/ 279572 w 429573"/>
                <a:gd name="connsiteY72" fmla="*/ 117202 h 359341"/>
                <a:gd name="connsiteX73" fmla="*/ 277293 w 429573"/>
                <a:gd name="connsiteY73" fmla="*/ 117946 h 359341"/>
                <a:gd name="connsiteX74" fmla="*/ 275107 w 429573"/>
                <a:gd name="connsiteY74" fmla="*/ 118690 h 359341"/>
                <a:gd name="connsiteX75" fmla="*/ 275107 w 429573"/>
                <a:gd name="connsiteY75" fmla="*/ 120923 h 359341"/>
                <a:gd name="connsiteX76" fmla="*/ 272549 w 429573"/>
                <a:gd name="connsiteY76" fmla="*/ 121109 h 359341"/>
                <a:gd name="connsiteX77" fmla="*/ 269898 w 429573"/>
                <a:gd name="connsiteY77" fmla="*/ 121667 h 359341"/>
                <a:gd name="connsiteX78" fmla="*/ 269154 w 429573"/>
                <a:gd name="connsiteY78" fmla="*/ 124643 h 359341"/>
                <a:gd name="connsiteX79" fmla="*/ 264689 w 429573"/>
                <a:gd name="connsiteY79" fmla="*/ 124643 h 359341"/>
                <a:gd name="connsiteX80" fmla="*/ 264689 w 429573"/>
                <a:gd name="connsiteY80" fmla="*/ 127620 h 359341"/>
                <a:gd name="connsiteX81" fmla="*/ 259480 w 429573"/>
                <a:gd name="connsiteY81" fmla="*/ 129108 h 359341"/>
                <a:gd name="connsiteX82" fmla="*/ 258736 w 429573"/>
                <a:gd name="connsiteY82" fmla="*/ 130596 h 359341"/>
                <a:gd name="connsiteX83" fmla="*/ 256503 w 429573"/>
                <a:gd name="connsiteY83" fmla="*/ 131341 h 359341"/>
                <a:gd name="connsiteX84" fmla="*/ 256364 w 429573"/>
                <a:gd name="connsiteY84" fmla="*/ 134736 h 359341"/>
                <a:gd name="connsiteX85" fmla="*/ 256425 w 429573"/>
                <a:gd name="connsiteY85" fmla="*/ 136599 h 359341"/>
                <a:gd name="connsiteX86" fmla="*/ 256503 w 429573"/>
                <a:gd name="connsiteY86" fmla="*/ 138038 h 359341"/>
                <a:gd name="connsiteX87" fmla="*/ 259383 w 429573"/>
                <a:gd name="connsiteY87" fmla="*/ 138036 h 359341"/>
                <a:gd name="connsiteX88" fmla="*/ 326996 w 429573"/>
                <a:gd name="connsiteY88" fmla="*/ 138000 h 359341"/>
                <a:gd name="connsiteX89" fmla="*/ 335309 w 429573"/>
                <a:gd name="connsiteY89" fmla="*/ 137997 h 359341"/>
                <a:gd name="connsiteX90" fmla="*/ 336981 w 429573"/>
                <a:gd name="connsiteY90" fmla="*/ 137996 h 359341"/>
                <a:gd name="connsiteX91" fmla="*/ 363816 w 429573"/>
                <a:gd name="connsiteY91" fmla="*/ 137980 h 359341"/>
                <a:gd name="connsiteX92" fmla="*/ 391331 w 429573"/>
                <a:gd name="connsiteY92" fmla="*/ 137968 h 359341"/>
                <a:gd name="connsiteX93" fmla="*/ 408323 w 429573"/>
                <a:gd name="connsiteY93" fmla="*/ 137958 h 359341"/>
                <a:gd name="connsiteX94" fmla="*/ 421330 w 429573"/>
                <a:gd name="connsiteY94" fmla="*/ 137954 h 359341"/>
                <a:gd name="connsiteX95" fmla="*/ 426682 w 429573"/>
                <a:gd name="connsiteY95" fmla="*/ 137949 h 359341"/>
                <a:gd name="connsiteX96" fmla="*/ 433954 w 429573"/>
                <a:gd name="connsiteY96" fmla="*/ 137948 h 359341"/>
                <a:gd name="connsiteX97" fmla="*/ 436124 w 429573"/>
                <a:gd name="connsiteY97" fmla="*/ 137942 h 359341"/>
                <a:gd name="connsiteX98" fmla="*/ 441794 w 429573"/>
                <a:gd name="connsiteY98" fmla="*/ 138782 h 359341"/>
                <a:gd name="connsiteX99" fmla="*/ 441890 w 429573"/>
                <a:gd name="connsiteY99" fmla="*/ 145003 h 359341"/>
                <a:gd name="connsiteX100" fmla="*/ 441894 w 429573"/>
                <a:gd name="connsiteY100" fmla="*/ 146979 h 359341"/>
                <a:gd name="connsiteX101" fmla="*/ 441893 w 429573"/>
                <a:gd name="connsiteY101" fmla="*/ 153479 h 359341"/>
                <a:gd name="connsiteX102" fmla="*/ 441895 w 429573"/>
                <a:gd name="connsiteY102" fmla="*/ 157975 h 359341"/>
                <a:gd name="connsiteX103" fmla="*/ 441891 w 429573"/>
                <a:gd name="connsiteY103" fmla="*/ 167411 h 359341"/>
                <a:gd name="connsiteX104" fmla="*/ 441894 w 429573"/>
                <a:gd name="connsiteY104" fmla="*/ 179536 h 359341"/>
                <a:gd name="connsiteX105" fmla="*/ 441894 w 429573"/>
                <a:gd name="connsiteY105" fmla="*/ 188824 h 359341"/>
                <a:gd name="connsiteX106" fmla="*/ 441896 w 429573"/>
                <a:gd name="connsiteY106" fmla="*/ 193296 h 359341"/>
                <a:gd name="connsiteX107" fmla="*/ 441890 w 429573"/>
                <a:gd name="connsiteY107" fmla="*/ 199534 h 359341"/>
                <a:gd name="connsiteX108" fmla="*/ 441895 w 429573"/>
                <a:gd name="connsiteY108" fmla="*/ 201420 h 359341"/>
                <a:gd name="connsiteX109" fmla="*/ 441050 w 429573"/>
                <a:gd name="connsiteY109" fmla="*/ 206499 h 359341"/>
                <a:gd name="connsiteX110" fmla="*/ 433954 w 429573"/>
                <a:gd name="connsiteY110" fmla="*/ 206588 h 359341"/>
                <a:gd name="connsiteX111" fmla="*/ 431669 w 429573"/>
                <a:gd name="connsiteY111" fmla="*/ 206590 h 359341"/>
                <a:gd name="connsiteX112" fmla="*/ 424025 w 429573"/>
                <a:gd name="connsiteY112" fmla="*/ 206583 h 359341"/>
                <a:gd name="connsiteX113" fmla="*/ 418570 w 429573"/>
                <a:gd name="connsiteY113" fmla="*/ 206584 h 359341"/>
                <a:gd name="connsiteX114" fmla="*/ 406794 w 429573"/>
                <a:gd name="connsiteY114" fmla="*/ 206577 h 359341"/>
                <a:gd name="connsiteX115" fmla="*/ 389768 w 429573"/>
                <a:gd name="connsiteY115" fmla="*/ 206569 h 359341"/>
                <a:gd name="connsiteX116" fmla="*/ 362147 w 429573"/>
                <a:gd name="connsiteY116" fmla="*/ 206555 h 359341"/>
                <a:gd name="connsiteX117" fmla="*/ 335309 w 429573"/>
                <a:gd name="connsiteY117" fmla="*/ 206540 h 359341"/>
                <a:gd name="connsiteX118" fmla="*/ 333639 w 429573"/>
                <a:gd name="connsiteY118" fmla="*/ 206539 h 359341"/>
                <a:gd name="connsiteX119" fmla="*/ 325346 w 429573"/>
                <a:gd name="connsiteY119" fmla="*/ 206536 h 359341"/>
                <a:gd name="connsiteX120" fmla="*/ 256503 w 429573"/>
                <a:gd name="connsiteY120" fmla="*/ 206499 h 359341"/>
                <a:gd name="connsiteX121" fmla="*/ 256496 w 429573"/>
                <a:gd name="connsiteY121" fmla="*/ 208135 h 359341"/>
                <a:gd name="connsiteX122" fmla="*/ 256289 w 429573"/>
                <a:gd name="connsiteY122" fmla="*/ 247501 h 359341"/>
                <a:gd name="connsiteX123" fmla="*/ 256189 w 429573"/>
                <a:gd name="connsiteY123" fmla="*/ 266538 h 359341"/>
                <a:gd name="connsiteX124" fmla="*/ 256099 w 429573"/>
                <a:gd name="connsiteY124" fmla="*/ 283125 h 359341"/>
                <a:gd name="connsiteX125" fmla="*/ 256054 w 429573"/>
                <a:gd name="connsiteY125" fmla="*/ 291912 h 359341"/>
                <a:gd name="connsiteX126" fmla="*/ 256007 w 429573"/>
                <a:gd name="connsiteY126" fmla="*/ 300174 h 359341"/>
                <a:gd name="connsiteX127" fmla="*/ 255991 w 429573"/>
                <a:gd name="connsiteY127" fmla="*/ 304671 h 359341"/>
                <a:gd name="connsiteX128" fmla="*/ 255966 w 429573"/>
                <a:gd name="connsiteY128" fmla="*/ 307350 h 359341"/>
                <a:gd name="connsiteX129" fmla="*/ 255954 w 429573"/>
                <a:gd name="connsiteY129" fmla="*/ 309692 h 359341"/>
                <a:gd name="connsiteX130" fmla="*/ 255759 w 429573"/>
                <a:gd name="connsiteY130" fmla="*/ 311423 h 359341"/>
                <a:gd name="connsiteX131" fmla="*/ 254271 w 429573"/>
                <a:gd name="connsiteY131" fmla="*/ 312167 h 359341"/>
                <a:gd name="connsiteX132" fmla="*/ 253855 w 429573"/>
                <a:gd name="connsiteY132" fmla="*/ 319097 h 359341"/>
                <a:gd name="connsiteX133" fmla="*/ 253527 w 429573"/>
                <a:gd name="connsiteY133" fmla="*/ 321096 h 359341"/>
                <a:gd name="connsiteX134" fmla="*/ 251294 w 429573"/>
                <a:gd name="connsiteY134" fmla="*/ 321841 h 359341"/>
                <a:gd name="connsiteX135" fmla="*/ 250783 w 429573"/>
                <a:gd name="connsiteY135" fmla="*/ 324864 h 359341"/>
                <a:gd name="connsiteX136" fmla="*/ 250550 w 429573"/>
                <a:gd name="connsiteY136" fmla="*/ 327794 h 359341"/>
                <a:gd name="connsiteX137" fmla="*/ 248318 w 429573"/>
                <a:gd name="connsiteY137" fmla="*/ 327794 h 359341"/>
                <a:gd name="connsiteX138" fmla="*/ 246829 w 429573"/>
                <a:gd name="connsiteY138" fmla="*/ 332258 h 359341"/>
                <a:gd name="connsiteX139" fmla="*/ 245341 w 429573"/>
                <a:gd name="connsiteY139" fmla="*/ 333003 h 359341"/>
                <a:gd name="connsiteX140" fmla="*/ 245015 w 429573"/>
                <a:gd name="connsiteY140" fmla="*/ 334491 h 359341"/>
                <a:gd name="connsiteX141" fmla="*/ 244597 w 429573"/>
                <a:gd name="connsiteY141" fmla="*/ 335979 h 359341"/>
                <a:gd name="connsiteX142" fmla="*/ 242364 w 429573"/>
                <a:gd name="connsiteY142" fmla="*/ 336723 h 359341"/>
                <a:gd name="connsiteX143" fmla="*/ 241620 w 429573"/>
                <a:gd name="connsiteY143" fmla="*/ 338956 h 359341"/>
                <a:gd name="connsiteX144" fmla="*/ 237900 w 429573"/>
                <a:gd name="connsiteY144" fmla="*/ 340444 h 359341"/>
                <a:gd name="connsiteX145" fmla="*/ 237155 w 429573"/>
                <a:gd name="connsiteY145" fmla="*/ 342676 h 359341"/>
                <a:gd name="connsiteX146" fmla="*/ 234877 w 429573"/>
                <a:gd name="connsiteY146" fmla="*/ 343421 h 359341"/>
                <a:gd name="connsiteX147" fmla="*/ 232691 w 429573"/>
                <a:gd name="connsiteY147" fmla="*/ 344165 h 359341"/>
                <a:gd name="connsiteX148" fmla="*/ 232691 w 429573"/>
                <a:gd name="connsiteY148" fmla="*/ 346397 h 359341"/>
                <a:gd name="connsiteX149" fmla="*/ 225249 w 429573"/>
                <a:gd name="connsiteY149" fmla="*/ 347141 h 359341"/>
                <a:gd name="connsiteX150" fmla="*/ 225249 w 429573"/>
                <a:gd name="connsiteY150" fmla="*/ 350118 h 359341"/>
                <a:gd name="connsiteX151" fmla="*/ 223485 w 429573"/>
                <a:gd name="connsiteY151" fmla="*/ 350202 h 359341"/>
                <a:gd name="connsiteX152" fmla="*/ 221203 w 429573"/>
                <a:gd name="connsiteY152" fmla="*/ 350350 h 359341"/>
                <a:gd name="connsiteX153" fmla="*/ 218927 w 429573"/>
                <a:gd name="connsiteY153" fmla="*/ 350481 h 359341"/>
                <a:gd name="connsiteX154" fmla="*/ 217064 w 429573"/>
                <a:gd name="connsiteY154" fmla="*/ 350862 h 359341"/>
                <a:gd name="connsiteX155" fmla="*/ 216320 w 429573"/>
                <a:gd name="connsiteY155" fmla="*/ 353094 h 359341"/>
                <a:gd name="connsiteX156" fmla="*/ 208300 w 429573"/>
                <a:gd name="connsiteY156" fmla="*/ 353464 h 359341"/>
                <a:gd name="connsiteX157" fmla="*/ 205902 w 429573"/>
                <a:gd name="connsiteY157" fmla="*/ 353839 h 359341"/>
                <a:gd name="connsiteX158" fmla="*/ 205402 w 429573"/>
                <a:gd name="connsiteY158" fmla="*/ 355327 h 359341"/>
                <a:gd name="connsiteX159" fmla="*/ 204413 w 429573"/>
                <a:gd name="connsiteY159" fmla="*/ 356815 h 359341"/>
                <a:gd name="connsiteX160" fmla="*/ 198108 w 429573"/>
                <a:gd name="connsiteY160" fmla="*/ 357190 h 359341"/>
                <a:gd name="connsiteX161" fmla="*/ 196218 w 429573"/>
                <a:gd name="connsiteY161" fmla="*/ 357211 h 359341"/>
                <a:gd name="connsiteX162" fmla="*/ 190228 w 429573"/>
                <a:gd name="connsiteY162" fmla="*/ 357234 h 359341"/>
                <a:gd name="connsiteX163" fmla="*/ 184230 w 429573"/>
                <a:gd name="connsiteY163" fmla="*/ 357264 h 359341"/>
                <a:gd name="connsiteX164" fmla="*/ 180493 w 429573"/>
                <a:gd name="connsiteY164" fmla="*/ 357269 h 359341"/>
                <a:gd name="connsiteX165" fmla="*/ 176136 w 429573"/>
                <a:gd name="connsiteY165" fmla="*/ 357559 h 359341"/>
                <a:gd name="connsiteX166" fmla="*/ 175392 w 429573"/>
                <a:gd name="connsiteY166" fmla="*/ 359792 h 359341"/>
                <a:gd name="connsiteX167" fmla="*/ 171209 w 429573"/>
                <a:gd name="connsiteY167" fmla="*/ 360045 h 359341"/>
                <a:gd name="connsiteX168" fmla="*/ 168500 w 429573"/>
                <a:gd name="connsiteY168" fmla="*/ 360045 h 359341"/>
                <a:gd name="connsiteX169" fmla="*/ 165552 w 429573"/>
                <a:gd name="connsiteY169" fmla="*/ 360010 h 359341"/>
                <a:gd name="connsiteX170" fmla="*/ 162552 w 429573"/>
                <a:gd name="connsiteY170" fmla="*/ 360000 h 359341"/>
                <a:gd name="connsiteX171" fmla="*/ 154643 w 429573"/>
                <a:gd name="connsiteY171" fmla="*/ 359945 h 359341"/>
                <a:gd name="connsiteX172" fmla="*/ 146578 w 429573"/>
                <a:gd name="connsiteY172" fmla="*/ 359901 h 359341"/>
                <a:gd name="connsiteX173" fmla="*/ 130743 w 429573"/>
                <a:gd name="connsiteY173" fmla="*/ 359792 h 359341"/>
                <a:gd name="connsiteX174" fmla="*/ 130470 w 429573"/>
                <a:gd name="connsiteY174" fmla="*/ 358027 h 359341"/>
                <a:gd name="connsiteX175" fmla="*/ 130092 w 429573"/>
                <a:gd name="connsiteY175" fmla="*/ 355745 h 359341"/>
                <a:gd name="connsiteX176" fmla="*/ 129726 w 429573"/>
                <a:gd name="connsiteY176" fmla="*/ 353469 h 359341"/>
                <a:gd name="connsiteX177" fmla="*/ 129255 w 429573"/>
                <a:gd name="connsiteY177" fmla="*/ 351606 h 359341"/>
                <a:gd name="connsiteX178" fmla="*/ 127767 w 429573"/>
                <a:gd name="connsiteY178" fmla="*/ 350862 h 359341"/>
                <a:gd name="connsiteX179" fmla="*/ 127351 w 429573"/>
                <a:gd name="connsiteY179" fmla="*/ 343932 h 359341"/>
                <a:gd name="connsiteX180" fmla="*/ 127023 w 429573"/>
                <a:gd name="connsiteY180" fmla="*/ 341932 h 359341"/>
                <a:gd name="connsiteX181" fmla="*/ 124790 w 429573"/>
                <a:gd name="connsiteY181" fmla="*/ 341188 h 359341"/>
                <a:gd name="connsiteX182" fmla="*/ 124348 w 429573"/>
                <a:gd name="connsiteY182" fmla="*/ 334258 h 359341"/>
                <a:gd name="connsiteX183" fmla="*/ 124046 w 429573"/>
                <a:gd name="connsiteY183" fmla="*/ 332258 h 359341"/>
                <a:gd name="connsiteX184" fmla="*/ 121814 w 429573"/>
                <a:gd name="connsiteY184" fmla="*/ 331514 h 359341"/>
                <a:gd name="connsiteX185" fmla="*/ 121814 w 429573"/>
                <a:gd name="connsiteY185" fmla="*/ 326305 h 359341"/>
                <a:gd name="connsiteX186" fmla="*/ 119581 w 429573"/>
                <a:gd name="connsiteY186" fmla="*/ 323329 h 359341"/>
                <a:gd name="connsiteX187" fmla="*/ 119116 w 429573"/>
                <a:gd name="connsiteY187" fmla="*/ 319562 h 359341"/>
                <a:gd name="connsiteX188" fmla="*/ 118948 w 429573"/>
                <a:gd name="connsiteY188" fmla="*/ 317489 h 359341"/>
                <a:gd name="connsiteX189" fmla="*/ 118837 w 429573"/>
                <a:gd name="connsiteY189" fmla="*/ 315887 h 359341"/>
                <a:gd name="connsiteX190" fmla="*/ 116605 w 429573"/>
                <a:gd name="connsiteY190" fmla="*/ 315887 h 359341"/>
                <a:gd name="connsiteX191" fmla="*/ 116520 w 429573"/>
                <a:gd name="connsiteY191" fmla="*/ 314501 h 359341"/>
                <a:gd name="connsiteX192" fmla="*/ 116372 w 429573"/>
                <a:gd name="connsiteY192" fmla="*/ 312678 h 359341"/>
                <a:gd name="connsiteX193" fmla="*/ 116241 w 429573"/>
                <a:gd name="connsiteY193" fmla="*/ 310873 h 359341"/>
                <a:gd name="connsiteX194" fmla="*/ 113628 w 429573"/>
                <a:gd name="connsiteY194" fmla="*/ 306958 h 359341"/>
                <a:gd name="connsiteX195" fmla="*/ 113628 w 429573"/>
                <a:gd name="connsiteY195" fmla="*/ 301749 h 359341"/>
                <a:gd name="connsiteX196" fmla="*/ 111396 w 429573"/>
                <a:gd name="connsiteY196" fmla="*/ 301749 h 359341"/>
                <a:gd name="connsiteX197" fmla="*/ 110605 w 429573"/>
                <a:gd name="connsiteY197" fmla="*/ 298772 h 359341"/>
                <a:gd name="connsiteX198" fmla="*/ 109907 w 429573"/>
                <a:gd name="connsiteY198" fmla="*/ 295796 h 359341"/>
                <a:gd name="connsiteX199" fmla="*/ 108419 w 429573"/>
                <a:gd name="connsiteY199" fmla="*/ 295796 h 359341"/>
                <a:gd name="connsiteX200" fmla="*/ 108187 w 429573"/>
                <a:gd name="connsiteY200" fmla="*/ 293284 h 359341"/>
                <a:gd name="connsiteX201" fmla="*/ 107675 w 429573"/>
                <a:gd name="connsiteY201" fmla="*/ 290587 h 359341"/>
                <a:gd name="connsiteX202" fmla="*/ 105443 w 429573"/>
                <a:gd name="connsiteY202" fmla="*/ 289098 h 359341"/>
                <a:gd name="connsiteX203" fmla="*/ 106187 w 429573"/>
                <a:gd name="connsiteY203" fmla="*/ 285378 h 359341"/>
                <a:gd name="connsiteX204" fmla="*/ 113491 w 429573"/>
                <a:gd name="connsiteY204" fmla="*/ 284544 h 359341"/>
                <a:gd name="connsiteX205" fmla="*/ 115612 w 429573"/>
                <a:gd name="connsiteY205" fmla="*/ 284541 h 359341"/>
                <a:gd name="connsiteX206" fmla="*/ 117912 w 429573"/>
                <a:gd name="connsiteY206" fmla="*/ 284549 h 359341"/>
                <a:gd name="connsiteX207" fmla="*/ 120355 w 429573"/>
                <a:gd name="connsiteY207" fmla="*/ 284549 h 359341"/>
                <a:gd name="connsiteX208" fmla="*/ 128339 w 429573"/>
                <a:gd name="connsiteY208" fmla="*/ 284561 h 359341"/>
                <a:gd name="connsiteX209" fmla="*/ 133879 w 429573"/>
                <a:gd name="connsiteY209" fmla="*/ 284564 h 359341"/>
                <a:gd name="connsiteX210" fmla="*/ 148453 w 429573"/>
                <a:gd name="connsiteY210" fmla="*/ 284582 h 359341"/>
                <a:gd name="connsiteX211" fmla="*/ 165943 w 429573"/>
                <a:gd name="connsiteY211" fmla="*/ 284599 h 359341"/>
                <a:gd name="connsiteX212" fmla="*/ 192507 w 429573"/>
                <a:gd name="connsiteY212" fmla="*/ 284633 h 359341"/>
                <a:gd name="connsiteX213" fmla="*/ 193251 w 429573"/>
                <a:gd name="connsiteY213" fmla="*/ 207243 h 359341"/>
                <a:gd name="connsiteX214" fmla="*/ 13169 w 429573"/>
                <a:gd name="connsiteY214" fmla="*/ 206499 h 359341"/>
                <a:gd name="connsiteX215" fmla="*/ 12329 w 429573"/>
                <a:gd name="connsiteY215" fmla="*/ 194532 h 359341"/>
                <a:gd name="connsiteX216" fmla="*/ 12325 w 429573"/>
                <a:gd name="connsiteY216" fmla="*/ 192810 h 359341"/>
                <a:gd name="connsiteX217" fmla="*/ 12326 w 429573"/>
                <a:gd name="connsiteY217" fmla="*/ 187235 h 359341"/>
                <a:gd name="connsiteX218" fmla="*/ 12324 w 429573"/>
                <a:gd name="connsiteY218" fmla="*/ 183334 h 359341"/>
                <a:gd name="connsiteX219" fmla="*/ 12328 w 429573"/>
                <a:gd name="connsiteY219" fmla="*/ 175184 h 359341"/>
                <a:gd name="connsiteX220" fmla="*/ 12325 w 429573"/>
                <a:gd name="connsiteY220" fmla="*/ 164750 h 359341"/>
                <a:gd name="connsiteX221" fmla="*/ 12325 w 429573"/>
                <a:gd name="connsiteY221" fmla="*/ 156705 h 359341"/>
                <a:gd name="connsiteX222" fmla="*/ 12324 w 429573"/>
                <a:gd name="connsiteY222" fmla="*/ 152857 h 359341"/>
                <a:gd name="connsiteX223" fmla="*/ 12329 w 429573"/>
                <a:gd name="connsiteY223" fmla="*/ 147483 h 359341"/>
                <a:gd name="connsiteX224" fmla="*/ 12324 w 429573"/>
                <a:gd name="connsiteY224" fmla="*/ 145886 h 359341"/>
                <a:gd name="connsiteX225" fmla="*/ 12425 w 429573"/>
                <a:gd name="connsiteY225" fmla="*/ 141759 h 359341"/>
                <a:gd name="connsiteX226" fmla="*/ 12370 w 429573"/>
                <a:gd name="connsiteY226" fmla="*/ 139763 h 359341"/>
                <a:gd name="connsiteX227" fmla="*/ 13169 w 429573"/>
                <a:gd name="connsiteY227" fmla="*/ 138038 h 359341"/>
                <a:gd name="connsiteX228" fmla="*/ 20095 w 429573"/>
                <a:gd name="connsiteY228" fmla="*/ 137562 h 359341"/>
                <a:gd name="connsiteX229" fmla="*/ 22326 w 429573"/>
                <a:gd name="connsiteY229" fmla="*/ 137543 h 359341"/>
                <a:gd name="connsiteX230" fmla="*/ 29785 w 429573"/>
                <a:gd name="connsiteY230" fmla="*/ 137547 h 359341"/>
                <a:gd name="connsiteX231" fmla="*/ 35107 w 429573"/>
                <a:gd name="connsiteY231" fmla="*/ 137523 h 359341"/>
                <a:gd name="connsiteX232" fmla="*/ 48100 w 429573"/>
                <a:gd name="connsiteY232" fmla="*/ 137509 h 359341"/>
                <a:gd name="connsiteX233" fmla="*/ 63212 w 429573"/>
                <a:gd name="connsiteY233" fmla="*/ 137483 h 359341"/>
                <a:gd name="connsiteX234" fmla="*/ 90165 w 429573"/>
                <a:gd name="connsiteY234" fmla="*/ 137439 h 359341"/>
                <a:gd name="connsiteX235" fmla="*/ 116353 w 429573"/>
                <a:gd name="connsiteY235" fmla="*/ 137407 h 359341"/>
                <a:gd name="connsiteX236" fmla="*/ 117982 w 429573"/>
                <a:gd name="connsiteY236" fmla="*/ 137403 h 359341"/>
                <a:gd name="connsiteX237" fmla="*/ 126074 w 429573"/>
                <a:gd name="connsiteY237" fmla="*/ 137384 h 359341"/>
                <a:gd name="connsiteX238" fmla="*/ 193251 w 429573"/>
                <a:gd name="connsiteY238" fmla="*/ 137294 h 359341"/>
                <a:gd name="connsiteX239" fmla="*/ 193251 w 429573"/>
                <a:gd name="connsiteY239" fmla="*/ 100831 h 359341"/>
                <a:gd name="connsiteX240" fmla="*/ 196228 w 429573"/>
                <a:gd name="connsiteY240" fmla="*/ 100831 h 359341"/>
                <a:gd name="connsiteX241" fmla="*/ 196228 w 429573"/>
                <a:gd name="connsiteY241" fmla="*/ 97110 h 359341"/>
                <a:gd name="connsiteX242" fmla="*/ 197667 w 429573"/>
                <a:gd name="connsiteY242" fmla="*/ 97026 h 359341"/>
                <a:gd name="connsiteX243" fmla="*/ 199530 w 429573"/>
                <a:gd name="connsiteY243" fmla="*/ 96878 h 359341"/>
                <a:gd name="connsiteX244" fmla="*/ 201387 w 429573"/>
                <a:gd name="connsiteY244" fmla="*/ 96747 h 359341"/>
                <a:gd name="connsiteX245" fmla="*/ 202925 w 429573"/>
                <a:gd name="connsiteY245" fmla="*/ 96366 h 359341"/>
                <a:gd name="connsiteX246" fmla="*/ 203669 w 429573"/>
                <a:gd name="connsiteY246" fmla="*/ 94134 h 359341"/>
                <a:gd name="connsiteX247" fmla="*/ 206320 w 429573"/>
                <a:gd name="connsiteY247" fmla="*/ 93389 h 359341"/>
                <a:gd name="connsiteX248" fmla="*/ 208878 w 429573"/>
                <a:gd name="connsiteY248" fmla="*/ 92645 h 359341"/>
                <a:gd name="connsiteX249" fmla="*/ 208878 w 429573"/>
                <a:gd name="connsiteY249" fmla="*/ 90413 h 359341"/>
                <a:gd name="connsiteX250" fmla="*/ 211808 w 429573"/>
                <a:gd name="connsiteY250" fmla="*/ 90227 h 359341"/>
                <a:gd name="connsiteX251" fmla="*/ 214831 w 429573"/>
                <a:gd name="connsiteY251" fmla="*/ 89669 h 359341"/>
                <a:gd name="connsiteX252" fmla="*/ 215575 w 429573"/>
                <a:gd name="connsiteY252" fmla="*/ 86692 h 359341"/>
                <a:gd name="connsiteX253" fmla="*/ 220040 w 429573"/>
                <a:gd name="connsiteY253" fmla="*/ 85948 h 359341"/>
                <a:gd name="connsiteX254" fmla="*/ 220784 w 429573"/>
                <a:gd name="connsiteY254" fmla="*/ 83716 h 359341"/>
                <a:gd name="connsiteX255" fmla="*/ 225249 w 429573"/>
                <a:gd name="connsiteY255" fmla="*/ 82227 h 359341"/>
                <a:gd name="connsiteX256" fmla="*/ 225993 w 429573"/>
                <a:gd name="connsiteY256" fmla="*/ 79995 h 359341"/>
                <a:gd name="connsiteX257" fmla="*/ 230458 w 429573"/>
                <a:gd name="connsiteY257" fmla="*/ 79251 h 359341"/>
                <a:gd name="connsiteX258" fmla="*/ 231202 w 429573"/>
                <a:gd name="connsiteY258" fmla="*/ 77018 h 359341"/>
                <a:gd name="connsiteX259" fmla="*/ 234923 w 429573"/>
                <a:gd name="connsiteY259" fmla="*/ 75530 h 359341"/>
                <a:gd name="connsiteX260" fmla="*/ 235667 w 429573"/>
                <a:gd name="connsiteY260" fmla="*/ 73298 h 359341"/>
                <a:gd name="connsiteX261" fmla="*/ 240132 w 429573"/>
                <a:gd name="connsiteY261" fmla="*/ 72553 h 359341"/>
                <a:gd name="connsiteX262" fmla="*/ 242364 w 429573"/>
                <a:gd name="connsiteY262" fmla="*/ 70321 h 359341"/>
                <a:gd name="connsiteX263" fmla="*/ 240112 w 429573"/>
                <a:gd name="connsiteY263" fmla="*/ 70311 h 359341"/>
                <a:gd name="connsiteX264" fmla="*/ 185935 w 429573"/>
                <a:gd name="connsiteY264" fmla="*/ 70069 h 359341"/>
                <a:gd name="connsiteX265" fmla="*/ 159736 w 429573"/>
                <a:gd name="connsiteY265" fmla="*/ 69951 h 359341"/>
                <a:gd name="connsiteX266" fmla="*/ 136910 w 429573"/>
                <a:gd name="connsiteY266" fmla="*/ 69847 h 359341"/>
                <a:gd name="connsiteX267" fmla="*/ 124815 w 429573"/>
                <a:gd name="connsiteY267" fmla="*/ 69793 h 359341"/>
                <a:gd name="connsiteX268" fmla="*/ 113446 w 429573"/>
                <a:gd name="connsiteY268" fmla="*/ 69740 h 359341"/>
                <a:gd name="connsiteX269" fmla="*/ 109260 w 429573"/>
                <a:gd name="connsiteY269" fmla="*/ 69723 h 359341"/>
                <a:gd name="connsiteX270" fmla="*/ 103571 w 429573"/>
                <a:gd name="connsiteY270" fmla="*/ 69695 h 359341"/>
                <a:gd name="connsiteX271" fmla="*/ 101876 w 429573"/>
                <a:gd name="connsiteY271" fmla="*/ 69692 h 359341"/>
                <a:gd name="connsiteX272" fmla="*/ 97257 w 429573"/>
                <a:gd name="connsiteY272" fmla="*/ 68833 h 359341"/>
                <a:gd name="connsiteX273" fmla="*/ 97161 w 429573"/>
                <a:gd name="connsiteY273" fmla="*/ 63034 h 359341"/>
                <a:gd name="connsiteX274" fmla="*/ 97157 w 429573"/>
                <a:gd name="connsiteY274" fmla="*/ 61193 h 359341"/>
                <a:gd name="connsiteX275" fmla="*/ 97158 w 429573"/>
                <a:gd name="connsiteY275" fmla="*/ 55139 h 359341"/>
                <a:gd name="connsiteX276" fmla="*/ 97156 w 429573"/>
                <a:gd name="connsiteY276" fmla="*/ 50948 h 359341"/>
                <a:gd name="connsiteX277" fmla="*/ 97160 w 429573"/>
                <a:gd name="connsiteY277" fmla="*/ 42152 h 359341"/>
                <a:gd name="connsiteX278" fmla="*/ 97157 w 429573"/>
                <a:gd name="connsiteY278" fmla="*/ 30859 h 359341"/>
                <a:gd name="connsiteX279" fmla="*/ 97157 w 429573"/>
                <a:gd name="connsiteY279" fmla="*/ 22201 h 359341"/>
                <a:gd name="connsiteX280" fmla="*/ 97156 w 429573"/>
                <a:gd name="connsiteY280" fmla="*/ 18036 h 359341"/>
                <a:gd name="connsiteX281" fmla="*/ 97161 w 429573"/>
                <a:gd name="connsiteY281" fmla="*/ 12220 h 359341"/>
                <a:gd name="connsiteX282" fmla="*/ 97156 w 429573"/>
                <a:gd name="connsiteY282" fmla="*/ 10469 h 359341"/>
                <a:gd name="connsiteX283" fmla="*/ 98001 w 429573"/>
                <a:gd name="connsiteY283" fmla="*/ 4837 h 359341"/>
                <a:gd name="connsiteX284" fmla="*/ 101505 w 429573"/>
                <a:gd name="connsiteY284" fmla="*/ 4650 h 359341"/>
                <a:gd name="connsiteX285" fmla="*/ 103816 w 429573"/>
                <a:gd name="connsiteY285" fmla="*/ 4639 h 359341"/>
                <a:gd name="connsiteX286" fmla="*/ 106386 w 429573"/>
                <a:gd name="connsiteY286" fmla="*/ 4649 h 359341"/>
                <a:gd name="connsiteX287" fmla="*/ 109092 w 429573"/>
                <a:gd name="connsiteY287" fmla="*/ 4643 h 359341"/>
                <a:gd name="connsiteX288" fmla="*/ 116562 w 429573"/>
                <a:gd name="connsiteY288" fmla="*/ 4645 h 359341"/>
                <a:gd name="connsiteX289" fmla="*/ 124604 w 429573"/>
                <a:gd name="connsiteY289" fmla="*/ 4638 h 359341"/>
                <a:gd name="connsiteX290" fmla="*/ 138551 w 429573"/>
                <a:gd name="connsiteY290" fmla="*/ 4632 h 359341"/>
                <a:gd name="connsiteX291" fmla="*/ 158721 w 429573"/>
                <a:gd name="connsiteY291" fmla="*/ 4614 h 359341"/>
                <a:gd name="connsiteX292" fmla="*/ 191447 w 429573"/>
                <a:gd name="connsiteY292" fmla="*/ 4570 h 359341"/>
                <a:gd name="connsiteX293" fmla="*/ 193428 w 429573"/>
                <a:gd name="connsiteY293" fmla="*/ 4568 h 359341"/>
                <a:gd name="connsiteX294" fmla="*/ 221256 w 429573"/>
                <a:gd name="connsiteY294" fmla="*/ 4554 h 359341"/>
                <a:gd name="connsiteX295" fmla="*/ 223235 w 429573"/>
                <a:gd name="connsiteY295" fmla="*/ 4553 h 359341"/>
                <a:gd name="connsiteX296" fmla="*/ 225212 w 429573"/>
                <a:gd name="connsiteY296" fmla="*/ 4553 h 359341"/>
                <a:gd name="connsiteX297" fmla="*/ 257810 w 429573"/>
                <a:gd name="connsiteY297" fmla="*/ 4512 h 359341"/>
                <a:gd name="connsiteX298" fmla="*/ 277937 w 429573"/>
                <a:gd name="connsiteY298" fmla="*/ 4502 h 359341"/>
                <a:gd name="connsiteX299" fmla="*/ 291721 w 429573"/>
                <a:gd name="connsiteY299" fmla="*/ 4486 h 359341"/>
                <a:gd name="connsiteX300" fmla="*/ 299683 w 429573"/>
                <a:gd name="connsiteY300" fmla="*/ 4485 h 359341"/>
                <a:gd name="connsiteX301" fmla="*/ 308299 w 429573"/>
                <a:gd name="connsiteY301" fmla="*/ 4469 h 359341"/>
                <a:gd name="connsiteX302" fmla="*/ 310864 w 429573"/>
                <a:gd name="connsiteY302" fmla="*/ 4489 h 359341"/>
                <a:gd name="connsiteX303" fmla="*/ 313181 w 429573"/>
                <a:gd name="connsiteY303" fmla="*/ 4466 h 359341"/>
                <a:gd name="connsiteX304" fmla="*/ 315192 w 429573"/>
                <a:gd name="connsiteY304" fmla="*/ 4465 h 359341"/>
                <a:gd name="connsiteX305" fmla="*/ 316779 w 429573"/>
                <a:gd name="connsiteY305" fmla="*/ 4093 h 359341"/>
                <a:gd name="connsiteX306" fmla="*/ 318267 w 429573"/>
                <a:gd name="connsiteY306" fmla="*/ 1116 h 35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429573" h="359341">
                  <a:moveTo>
                    <a:pt x="318267" y="1116"/>
                  </a:moveTo>
                  <a:cubicBezTo>
                    <a:pt x="320266" y="807"/>
                    <a:pt x="321900" y="699"/>
                    <a:pt x="323894" y="744"/>
                  </a:cubicBezTo>
                  <a:cubicBezTo>
                    <a:pt x="324674" y="727"/>
                    <a:pt x="324674" y="727"/>
                    <a:pt x="325468" y="709"/>
                  </a:cubicBezTo>
                  <a:cubicBezTo>
                    <a:pt x="326967" y="721"/>
                    <a:pt x="326967" y="721"/>
                    <a:pt x="329429" y="1116"/>
                  </a:cubicBezTo>
                  <a:cubicBezTo>
                    <a:pt x="330054" y="2601"/>
                    <a:pt x="330054" y="2601"/>
                    <a:pt x="330173" y="4093"/>
                  </a:cubicBezTo>
                  <a:cubicBezTo>
                    <a:pt x="331158" y="4369"/>
                    <a:pt x="332151" y="4618"/>
                    <a:pt x="333150" y="4837"/>
                  </a:cubicBezTo>
                  <a:cubicBezTo>
                    <a:pt x="333395" y="5573"/>
                    <a:pt x="333641" y="6310"/>
                    <a:pt x="333894" y="7069"/>
                  </a:cubicBezTo>
                  <a:cubicBezTo>
                    <a:pt x="334370" y="7299"/>
                    <a:pt x="334845" y="7530"/>
                    <a:pt x="335336" y="7767"/>
                  </a:cubicBezTo>
                  <a:cubicBezTo>
                    <a:pt x="337232" y="8744"/>
                    <a:pt x="337453" y="9661"/>
                    <a:pt x="338359" y="11534"/>
                  </a:cubicBezTo>
                  <a:cubicBezTo>
                    <a:pt x="339095" y="11779"/>
                    <a:pt x="339832" y="12025"/>
                    <a:pt x="340591" y="12278"/>
                  </a:cubicBezTo>
                  <a:cubicBezTo>
                    <a:pt x="340837" y="13015"/>
                    <a:pt x="341082" y="13751"/>
                    <a:pt x="341335" y="14510"/>
                  </a:cubicBezTo>
                  <a:cubicBezTo>
                    <a:pt x="341826" y="14633"/>
                    <a:pt x="342317" y="14756"/>
                    <a:pt x="342823" y="14883"/>
                  </a:cubicBezTo>
                  <a:cubicBezTo>
                    <a:pt x="343315" y="15005"/>
                    <a:pt x="343806" y="15128"/>
                    <a:pt x="344312" y="15255"/>
                  </a:cubicBezTo>
                  <a:cubicBezTo>
                    <a:pt x="344557" y="15991"/>
                    <a:pt x="344803" y="16728"/>
                    <a:pt x="345056" y="17487"/>
                  </a:cubicBezTo>
                  <a:cubicBezTo>
                    <a:pt x="346418" y="18811"/>
                    <a:pt x="346418" y="18811"/>
                    <a:pt x="348032" y="20092"/>
                  </a:cubicBezTo>
                  <a:cubicBezTo>
                    <a:pt x="350926" y="22448"/>
                    <a:pt x="350926" y="22448"/>
                    <a:pt x="351753" y="24928"/>
                  </a:cubicBezTo>
                  <a:cubicBezTo>
                    <a:pt x="352490" y="25174"/>
                    <a:pt x="353227" y="25420"/>
                    <a:pt x="353986" y="25673"/>
                  </a:cubicBezTo>
                  <a:cubicBezTo>
                    <a:pt x="354231" y="26409"/>
                    <a:pt x="354477" y="27146"/>
                    <a:pt x="354730" y="27905"/>
                  </a:cubicBezTo>
                  <a:cubicBezTo>
                    <a:pt x="355236" y="28012"/>
                    <a:pt x="355743" y="28120"/>
                    <a:pt x="356265" y="28231"/>
                  </a:cubicBezTo>
                  <a:cubicBezTo>
                    <a:pt x="356740" y="28369"/>
                    <a:pt x="357216" y="28507"/>
                    <a:pt x="357706" y="28649"/>
                  </a:cubicBezTo>
                  <a:cubicBezTo>
                    <a:pt x="357706" y="29631"/>
                    <a:pt x="357706" y="30614"/>
                    <a:pt x="357706" y="31626"/>
                  </a:cubicBezTo>
                  <a:cubicBezTo>
                    <a:pt x="359188" y="32141"/>
                    <a:pt x="360677" y="32636"/>
                    <a:pt x="362171" y="33114"/>
                  </a:cubicBezTo>
                  <a:cubicBezTo>
                    <a:pt x="363101" y="34649"/>
                    <a:pt x="363101" y="34649"/>
                    <a:pt x="363659" y="36091"/>
                  </a:cubicBezTo>
                  <a:cubicBezTo>
                    <a:pt x="364151" y="36336"/>
                    <a:pt x="364642" y="36582"/>
                    <a:pt x="365148" y="36835"/>
                  </a:cubicBezTo>
                  <a:cubicBezTo>
                    <a:pt x="365380" y="39021"/>
                    <a:pt x="365380" y="39021"/>
                    <a:pt x="365148" y="41300"/>
                  </a:cubicBezTo>
                  <a:cubicBezTo>
                    <a:pt x="364411" y="41791"/>
                    <a:pt x="363674" y="42282"/>
                    <a:pt x="362915" y="42788"/>
                  </a:cubicBezTo>
                  <a:cubicBezTo>
                    <a:pt x="362670" y="43525"/>
                    <a:pt x="362424" y="44261"/>
                    <a:pt x="362171" y="45020"/>
                  </a:cubicBezTo>
                  <a:cubicBezTo>
                    <a:pt x="361066" y="45366"/>
                    <a:pt x="361066" y="45366"/>
                    <a:pt x="359939" y="45718"/>
                  </a:cubicBezTo>
                  <a:cubicBezTo>
                    <a:pt x="358834" y="46109"/>
                    <a:pt x="358834" y="46109"/>
                    <a:pt x="357706" y="46509"/>
                  </a:cubicBezTo>
                  <a:cubicBezTo>
                    <a:pt x="357139" y="47909"/>
                    <a:pt x="357139" y="47909"/>
                    <a:pt x="356962" y="49485"/>
                  </a:cubicBezTo>
                  <a:cubicBezTo>
                    <a:pt x="355985" y="51159"/>
                    <a:pt x="355985" y="51159"/>
                    <a:pt x="354730" y="52462"/>
                  </a:cubicBezTo>
                  <a:cubicBezTo>
                    <a:pt x="353747" y="52462"/>
                    <a:pt x="352765" y="52462"/>
                    <a:pt x="351753" y="52462"/>
                  </a:cubicBezTo>
                  <a:cubicBezTo>
                    <a:pt x="351753" y="53444"/>
                    <a:pt x="351753" y="54426"/>
                    <a:pt x="351753" y="55438"/>
                  </a:cubicBezTo>
                  <a:cubicBezTo>
                    <a:pt x="350311" y="56229"/>
                    <a:pt x="350311" y="56229"/>
                    <a:pt x="348777" y="56926"/>
                  </a:cubicBezTo>
                  <a:cubicBezTo>
                    <a:pt x="348531" y="57663"/>
                    <a:pt x="348285" y="58400"/>
                    <a:pt x="348032" y="59159"/>
                  </a:cubicBezTo>
                  <a:cubicBezTo>
                    <a:pt x="347296" y="59159"/>
                    <a:pt x="346559" y="59159"/>
                    <a:pt x="345800" y="59159"/>
                  </a:cubicBezTo>
                  <a:cubicBezTo>
                    <a:pt x="345455" y="60057"/>
                    <a:pt x="345455" y="60057"/>
                    <a:pt x="345102" y="60973"/>
                  </a:cubicBezTo>
                  <a:cubicBezTo>
                    <a:pt x="344841" y="61602"/>
                    <a:pt x="344581" y="62231"/>
                    <a:pt x="344312" y="62880"/>
                  </a:cubicBezTo>
                  <a:cubicBezTo>
                    <a:pt x="343325" y="63149"/>
                    <a:pt x="342333" y="63398"/>
                    <a:pt x="341335" y="63624"/>
                  </a:cubicBezTo>
                  <a:cubicBezTo>
                    <a:pt x="341212" y="64130"/>
                    <a:pt x="341090" y="64637"/>
                    <a:pt x="340963" y="65159"/>
                  </a:cubicBezTo>
                  <a:cubicBezTo>
                    <a:pt x="340840" y="65634"/>
                    <a:pt x="340718" y="66110"/>
                    <a:pt x="340591" y="66600"/>
                  </a:cubicBezTo>
                  <a:cubicBezTo>
                    <a:pt x="339609" y="66600"/>
                    <a:pt x="338627" y="66600"/>
                    <a:pt x="337614" y="66600"/>
                  </a:cubicBezTo>
                  <a:cubicBezTo>
                    <a:pt x="337614" y="67583"/>
                    <a:pt x="337614" y="68565"/>
                    <a:pt x="337614" y="69577"/>
                  </a:cubicBezTo>
                  <a:cubicBezTo>
                    <a:pt x="336509" y="69945"/>
                    <a:pt x="336509" y="69945"/>
                    <a:pt x="335382" y="70321"/>
                  </a:cubicBezTo>
                  <a:cubicBezTo>
                    <a:pt x="335136" y="71058"/>
                    <a:pt x="334891" y="71794"/>
                    <a:pt x="334638" y="72553"/>
                  </a:cubicBezTo>
                  <a:cubicBezTo>
                    <a:pt x="333646" y="73050"/>
                    <a:pt x="332654" y="73546"/>
                    <a:pt x="331661" y="74042"/>
                  </a:cubicBezTo>
                  <a:cubicBezTo>
                    <a:pt x="331416" y="74778"/>
                    <a:pt x="331170" y="75515"/>
                    <a:pt x="330917" y="76274"/>
                  </a:cubicBezTo>
                  <a:cubicBezTo>
                    <a:pt x="329679" y="76776"/>
                    <a:pt x="328439" y="77271"/>
                    <a:pt x="327197" y="77762"/>
                  </a:cubicBezTo>
                  <a:cubicBezTo>
                    <a:pt x="325176" y="79503"/>
                    <a:pt x="324327" y="80419"/>
                    <a:pt x="323476" y="82971"/>
                  </a:cubicBezTo>
                  <a:cubicBezTo>
                    <a:pt x="322236" y="83468"/>
                    <a:pt x="320995" y="83964"/>
                    <a:pt x="319755" y="84460"/>
                  </a:cubicBezTo>
                  <a:cubicBezTo>
                    <a:pt x="319510" y="85196"/>
                    <a:pt x="319264" y="85933"/>
                    <a:pt x="319011" y="86692"/>
                  </a:cubicBezTo>
                  <a:cubicBezTo>
                    <a:pt x="318019" y="86940"/>
                    <a:pt x="317027" y="87188"/>
                    <a:pt x="316034" y="87436"/>
                  </a:cubicBezTo>
                  <a:cubicBezTo>
                    <a:pt x="315789" y="88173"/>
                    <a:pt x="315543" y="88910"/>
                    <a:pt x="315290" y="89669"/>
                  </a:cubicBezTo>
                  <a:cubicBezTo>
                    <a:pt x="314298" y="90165"/>
                    <a:pt x="313306" y="90661"/>
                    <a:pt x="312314" y="91157"/>
                  </a:cubicBezTo>
                  <a:cubicBezTo>
                    <a:pt x="312068" y="91894"/>
                    <a:pt x="311823" y="92630"/>
                    <a:pt x="311570" y="93389"/>
                  </a:cubicBezTo>
                  <a:cubicBezTo>
                    <a:pt x="310672" y="93551"/>
                    <a:pt x="310672" y="93551"/>
                    <a:pt x="309756" y="93715"/>
                  </a:cubicBezTo>
                  <a:cubicBezTo>
                    <a:pt x="309126" y="93853"/>
                    <a:pt x="308497" y="93991"/>
                    <a:pt x="307849" y="94134"/>
                  </a:cubicBezTo>
                  <a:cubicBezTo>
                    <a:pt x="307328" y="95113"/>
                    <a:pt x="306831" y="96106"/>
                    <a:pt x="306361" y="97110"/>
                  </a:cubicBezTo>
                  <a:cubicBezTo>
                    <a:pt x="305374" y="97379"/>
                    <a:pt x="304382" y="97629"/>
                    <a:pt x="303384" y="97854"/>
                  </a:cubicBezTo>
                  <a:cubicBezTo>
                    <a:pt x="303138" y="98591"/>
                    <a:pt x="302893" y="99328"/>
                    <a:pt x="302640" y="100087"/>
                  </a:cubicBezTo>
                  <a:cubicBezTo>
                    <a:pt x="302164" y="100194"/>
                    <a:pt x="301688" y="100302"/>
                    <a:pt x="301198" y="100412"/>
                  </a:cubicBezTo>
                  <a:cubicBezTo>
                    <a:pt x="300692" y="100550"/>
                    <a:pt x="300185" y="100688"/>
                    <a:pt x="299663" y="100831"/>
                  </a:cubicBezTo>
                  <a:cubicBezTo>
                    <a:pt x="299433" y="101322"/>
                    <a:pt x="299203" y="101813"/>
                    <a:pt x="298966" y="102319"/>
                  </a:cubicBezTo>
                  <a:cubicBezTo>
                    <a:pt x="298705" y="102810"/>
                    <a:pt x="298444" y="103301"/>
                    <a:pt x="298175" y="103807"/>
                  </a:cubicBezTo>
                  <a:cubicBezTo>
                    <a:pt x="296940" y="104079"/>
                    <a:pt x="295699" y="104328"/>
                    <a:pt x="294454" y="104551"/>
                  </a:cubicBezTo>
                  <a:cubicBezTo>
                    <a:pt x="294209" y="105288"/>
                    <a:pt x="293963" y="106025"/>
                    <a:pt x="293710" y="106784"/>
                  </a:cubicBezTo>
                  <a:cubicBezTo>
                    <a:pt x="291431" y="107296"/>
                    <a:pt x="291431" y="107296"/>
                    <a:pt x="289245" y="107528"/>
                  </a:cubicBezTo>
                  <a:cubicBezTo>
                    <a:pt x="289245" y="108510"/>
                    <a:pt x="289245" y="109493"/>
                    <a:pt x="289245" y="110505"/>
                  </a:cubicBezTo>
                  <a:cubicBezTo>
                    <a:pt x="288006" y="110759"/>
                    <a:pt x="286766" y="111007"/>
                    <a:pt x="285525" y="111249"/>
                  </a:cubicBezTo>
                  <a:cubicBezTo>
                    <a:pt x="285417" y="111740"/>
                    <a:pt x="285310" y="112231"/>
                    <a:pt x="285199" y="112737"/>
                  </a:cubicBezTo>
                  <a:cubicBezTo>
                    <a:pt x="285061" y="113228"/>
                    <a:pt x="284923" y="113719"/>
                    <a:pt x="284780" y="114225"/>
                  </a:cubicBezTo>
                  <a:cubicBezTo>
                    <a:pt x="283298" y="114503"/>
                    <a:pt x="281809" y="114752"/>
                    <a:pt x="280316" y="114969"/>
                  </a:cubicBezTo>
                  <a:cubicBezTo>
                    <a:pt x="280070" y="115706"/>
                    <a:pt x="279825" y="116443"/>
                    <a:pt x="279572" y="117202"/>
                  </a:cubicBezTo>
                  <a:cubicBezTo>
                    <a:pt x="278819" y="117447"/>
                    <a:pt x="278067" y="117693"/>
                    <a:pt x="277293" y="117946"/>
                  </a:cubicBezTo>
                  <a:cubicBezTo>
                    <a:pt x="276571" y="118192"/>
                    <a:pt x="275850" y="118437"/>
                    <a:pt x="275107" y="118690"/>
                  </a:cubicBezTo>
                  <a:cubicBezTo>
                    <a:pt x="275107" y="119427"/>
                    <a:pt x="275107" y="120164"/>
                    <a:pt x="275107" y="120923"/>
                  </a:cubicBezTo>
                  <a:cubicBezTo>
                    <a:pt x="274263" y="120984"/>
                    <a:pt x="273418" y="121045"/>
                    <a:pt x="272549" y="121109"/>
                  </a:cubicBezTo>
                  <a:cubicBezTo>
                    <a:pt x="271674" y="121293"/>
                    <a:pt x="270799" y="121477"/>
                    <a:pt x="269898" y="121667"/>
                  </a:cubicBezTo>
                  <a:cubicBezTo>
                    <a:pt x="269629" y="122653"/>
                    <a:pt x="269379" y="123646"/>
                    <a:pt x="269154" y="124643"/>
                  </a:cubicBezTo>
                  <a:cubicBezTo>
                    <a:pt x="266875" y="124829"/>
                    <a:pt x="266875" y="124829"/>
                    <a:pt x="264689" y="124643"/>
                  </a:cubicBezTo>
                  <a:cubicBezTo>
                    <a:pt x="264689" y="125626"/>
                    <a:pt x="264689" y="126608"/>
                    <a:pt x="264689" y="127620"/>
                  </a:cubicBezTo>
                  <a:cubicBezTo>
                    <a:pt x="262131" y="128457"/>
                    <a:pt x="262131" y="128457"/>
                    <a:pt x="259480" y="129108"/>
                  </a:cubicBezTo>
                  <a:cubicBezTo>
                    <a:pt x="259234" y="129599"/>
                    <a:pt x="258989" y="130090"/>
                    <a:pt x="258736" y="130596"/>
                  </a:cubicBezTo>
                  <a:cubicBezTo>
                    <a:pt x="257999" y="130842"/>
                    <a:pt x="257262" y="131088"/>
                    <a:pt x="256503" y="131341"/>
                  </a:cubicBezTo>
                  <a:cubicBezTo>
                    <a:pt x="256231" y="132926"/>
                    <a:pt x="256231" y="132926"/>
                    <a:pt x="256364" y="134736"/>
                  </a:cubicBezTo>
                  <a:cubicBezTo>
                    <a:pt x="256384" y="135351"/>
                    <a:pt x="256404" y="135965"/>
                    <a:pt x="256425" y="136599"/>
                  </a:cubicBezTo>
                  <a:cubicBezTo>
                    <a:pt x="256451" y="137074"/>
                    <a:pt x="256476" y="137549"/>
                    <a:pt x="256503" y="138038"/>
                  </a:cubicBezTo>
                  <a:cubicBezTo>
                    <a:pt x="257454" y="138037"/>
                    <a:pt x="258404" y="138036"/>
                    <a:pt x="259383" y="138036"/>
                  </a:cubicBezTo>
                  <a:cubicBezTo>
                    <a:pt x="281921" y="138020"/>
                    <a:pt x="304458" y="138007"/>
                    <a:pt x="326996" y="138000"/>
                  </a:cubicBezTo>
                  <a:cubicBezTo>
                    <a:pt x="329767" y="137999"/>
                    <a:pt x="332538" y="137998"/>
                    <a:pt x="335309" y="137997"/>
                  </a:cubicBezTo>
                  <a:cubicBezTo>
                    <a:pt x="335861" y="137997"/>
                    <a:pt x="336413" y="137997"/>
                    <a:pt x="336981" y="137996"/>
                  </a:cubicBezTo>
                  <a:cubicBezTo>
                    <a:pt x="345926" y="137993"/>
                    <a:pt x="354871" y="137987"/>
                    <a:pt x="363816" y="137980"/>
                  </a:cubicBezTo>
                  <a:cubicBezTo>
                    <a:pt x="372988" y="137973"/>
                    <a:pt x="382159" y="137969"/>
                    <a:pt x="391331" y="137968"/>
                  </a:cubicBezTo>
                  <a:cubicBezTo>
                    <a:pt x="396995" y="137967"/>
                    <a:pt x="402659" y="137964"/>
                    <a:pt x="408323" y="137958"/>
                  </a:cubicBezTo>
                  <a:cubicBezTo>
                    <a:pt x="412658" y="137953"/>
                    <a:pt x="416994" y="137953"/>
                    <a:pt x="421330" y="137954"/>
                  </a:cubicBezTo>
                  <a:cubicBezTo>
                    <a:pt x="423114" y="137953"/>
                    <a:pt x="424898" y="137952"/>
                    <a:pt x="426682" y="137949"/>
                  </a:cubicBezTo>
                  <a:cubicBezTo>
                    <a:pt x="429106" y="137945"/>
                    <a:pt x="431530" y="137946"/>
                    <a:pt x="433954" y="137948"/>
                  </a:cubicBezTo>
                  <a:cubicBezTo>
                    <a:pt x="435028" y="137945"/>
                    <a:pt x="435028" y="137945"/>
                    <a:pt x="436124" y="137942"/>
                  </a:cubicBezTo>
                  <a:cubicBezTo>
                    <a:pt x="440965" y="137953"/>
                    <a:pt x="440965" y="137953"/>
                    <a:pt x="441794" y="138782"/>
                  </a:cubicBezTo>
                  <a:cubicBezTo>
                    <a:pt x="441869" y="140861"/>
                    <a:pt x="441895" y="142923"/>
                    <a:pt x="441890" y="145003"/>
                  </a:cubicBezTo>
                  <a:cubicBezTo>
                    <a:pt x="441892" y="145655"/>
                    <a:pt x="441893" y="146307"/>
                    <a:pt x="441894" y="146979"/>
                  </a:cubicBezTo>
                  <a:cubicBezTo>
                    <a:pt x="441898" y="149145"/>
                    <a:pt x="441896" y="151312"/>
                    <a:pt x="441893" y="153479"/>
                  </a:cubicBezTo>
                  <a:cubicBezTo>
                    <a:pt x="441893" y="154977"/>
                    <a:pt x="441894" y="156476"/>
                    <a:pt x="441895" y="157975"/>
                  </a:cubicBezTo>
                  <a:cubicBezTo>
                    <a:pt x="441896" y="161120"/>
                    <a:pt x="441895" y="164266"/>
                    <a:pt x="441891" y="167411"/>
                  </a:cubicBezTo>
                  <a:cubicBezTo>
                    <a:pt x="441887" y="171453"/>
                    <a:pt x="441889" y="175494"/>
                    <a:pt x="441894" y="179536"/>
                  </a:cubicBezTo>
                  <a:cubicBezTo>
                    <a:pt x="441897" y="182632"/>
                    <a:pt x="441896" y="185728"/>
                    <a:pt x="441894" y="188824"/>
                  </a:cubicBezTo>
                  <a:cubicBezTo>
                    <a:pt x="441893" y="190314"/>
                    <a:pt x="441894" y="191805"/>
                    <a:pt x="441896" y="193296"/>
                  </a:cubicBezTo>
                  <a:cubicBezTo>
                    <a:pt x="441897" y="195375"/>
                    <a:pt x="441895" y="197455"/>
                    <a:pt x="441890" y="199534"/>
                  </a:cubicBezTo>
                  <a:cubicBezTo>
                    <a:pt x="441892" y="200156"/>
                    <a:pt x="441893" y="200779"/>
                    <a:pt x="441895" y="201420"/>
                  </a:cubicBezTo>
                  <a:cubicBezTo>
                    <a:pt x="441879" y="205670"/>
                    <a:pt x="441879" y="205670"/>
                    <a:pt x="441050" y="206499"/>
                  </a:cubicBezTo>
                  <a:cubicBezTo>
                    <a:pt x="438680" y="206572"/>
                    <a:pt x="436325" y="206595"/>
                    <a:pt x="433954" y="206588"/>
                  </a:cubicBezTo>
                  <a:cubicBezTo>
                    <a:pt x="433200" y="206589"/>
                    <a:pt x="432446" y="206589"/>
                    <a:pt x="431669" y="206590"/>
                  </a:cubicBezTo>
                  <a:cubicBezTo>
                    <a:pt x="429121" y="206591"/>
                    <a:pt x="426573" y="206587"/>
                    <a:pt x="424025" y="206583"/>
                  </a:cubicBezTo>
                  <a:cubicBezTo>
                    <a:pt x="422206" y="206583"/>
                    <a:pt x="420388" y="206583"/>
                    <a:pt x="418570" y="206584"/>
                  </a:cubicBezTo>
                  <a:cubicBezTo>
                    <a:pt x="414645" y="206584"/>
                    <a:pt x="410719" y="206582"/>
                    <a:pt x="406794" y="206577"/>
                  </a:cubicBezTo>
                  <a:cubicBezTo>
                    <a:pt x="401119" y="206571"/>
                    <a:pt x="395443" y="206569"/>
                    <a:pt x="389768" y="206569"/>
                  </a:cubicBezTo>
                  <a:cubicBezTo>
                    <a:pt x="380561" y="206567"/>
                    <a:pt x="371354" y="206562"/>
                    <a:pt x="362147" y="206555"/>
                  </a:cubicBezTo>
                  <a:cubicBezTo>
                    <a:pt x="353201" y="206548"/>
                    <a:pt x="344255" y="206543"/>
                    <a:pt x="335309" y="206540"/>
                  </a:cubicBezTo>
                  <a:cubicBezTo>
                    <a:pt x="334483" y="206539"/>
                    <a:pt x="334483" y="206539"/>
                    <a:pt x="333639" y="206539"/>
                  </a:cubicBezTo>
                  <a:cubicBezTo>
                    <a:pt x="330875" y="206538"/>
                    <a:pt x="328111" y="206537"/>
                    <a:pt x="325346" y="206536"/>
                  </a:cubicBezTo>
                  <a:cubicBezTo>
                    <a:pt x="302399" y="206528"/>
                    <a:pt x="279451" y="206515"/>
                    <a:pt x="256503" y="206499"/>
                  </a:cubicBezTo>
                  <a:cubicBezTo>
                    <a:pt x="256501" y="207039"/>
                    <a:pt x="256498" y="207579"/>
                    <a:pt x="256496" y="208135"/>
                  </a:cubicBezTo>
                  <a:cubicBezTo>
                    <a:pt x="256435" y="221257"/>
                    <a:pt x="256367" y="234379"/>
                    <a:pt x="256289" y="247501"/>
                  </a:cubicBezTo>
                  <a:cubicBezTo>
                    <a:pt x="256252" y="253847"/>
                    <a:pt x="256217" y="260192"/>
                    <a:pt x="256189" y="266538"/>
                  </a:cubicBezTo>
                  <a:cubicBezTo>
                    <a:pt x="256165" y="272067"/>
                    <a:pt x="256135" y="277596"/>
                    <a:pt x="256099" y="283125"/>
                  </a:cubicBezTo>
                  <a:cubicBezTo>
                    <a:pt x="256080" y="286054"/>
                    <a:pt x="256064" y="288983"/>
                    <a:pt x="256054" y="291912"/>
                  </a:cubicBezTo>
                  <a:cubicBezTo>
                    <a:pt x="256045" y="294666"/>
                    <a:pt x="256028" y="297420"/>
                    <a:pt x="256007" y="300174"/>
                  </a:cubicBezTo>
                  <a:cubicBezTo>
                    <a:pt x="255996" y="301673"/>
                    <a:pt x="255994" y="303172"/>
                    <a:pt x="255991" y="304671"/>
                  </a:cubicBezTo>
                  <a:cubicBezTo>
                    <a:pt x="255983" y="305555"/>
                    <a:pt x="255975" y="306439"/>
                    <a:pt x="255966" y="307350"/>
                  </a:cubicBezTo>
                  <a:cubicBezTo>
                    <a:pt x="255962" y="308123"/>
                    <a:pt x="255958" y="308896"/>
                    <a:pt x="255954" y="309692"/>
                  </a:cubicBezTo>
                  <a:cubicBezTo>
                    <a:pt x="255889" y="310263"/>
                    <a:pt x="255825" y="310834"/>
                    <a:pt x="255759" y="311423"/>
                  </a:cubicBezTo>
                  <a:cubicBezTo>
                    <a:pt x="255268" y="311668"/>
                    <a:pt x="254777" y="311914"/>
                    <a:pt x="254271" y="312167"/>
                  </a:cubicBezTo>
                  <a:cubicBezTo>
                    <a:pt x="254005" y="314478"/>
                    <a:pt x="253940" y="316772"/>
                    <a:pt x="253855" y="319097"/>
                  </a:cubicBezTo>
                  <a:cubicBezTo>
                    <a:pt x="253747" y="319756"/>
                    <a:pt x="253638" y="320416"/>
                    <a:pt x="253527" y="321096"/>
                  </a:cubicBezTo>
                  <a:cubicBezTo>
                    <a:pt x="252790" y="321342"/>
                    <a:pt x="252053" y="321588"/>
                    <a:pt x="251294" y="321841"/>
                  </a:cubicBezTo>
                  <a:cubicBezTo>
                    <a:pt x="250859" y="323244"/>
                    <a:pt x="250859" y="323244"/>
                    <a:pt x="250783" y="324864"/>
                  </a:cubicBezTo>
                  <a:cubicBezTo>
                    <a:pt x="250706" y="325831"/>
                    <a:pt x="250629" y="326797"/>
                    <a:pt x="250550" y="327794"/>
                  </a:cubicBezTo>
                  <a:cubicBezTo>
                    <a:pt x="249813" y="327794"/>
                    <a:pt x="249077" y="327794"/>
                    <a:pt x="248318" y="327794"/>
                  </a:cubicBezTo>
                  <a:cubicBezTo>
                    <a:pt x="247784" y="329269"/>
                    <a:pt x="247289" y="330758"/>
                    <a:pt x="246829" y="332258"/>
                  </a:cubicBezTo>
                  <a:cubicBezTo>
                    <a:pt x="246338" y="332504"/>
                    <a:pt x="245847" y="332750"/>
                    <a:pt x="245341" y="333003"/>
                  </a:cubicBezTo>
                  <a:cubicBezTo>
                    <a:pt x="245234" y="333494"/>
                    <a:pt x="245126" y="333985"/>
                    <a:pt x="245015" y="334491"/>
                  </a:cubicBezTo>
                  <a:cubicBezTo>
                    <a:pt x="244877" y="334982"/>
                    <a:pt x="244739" y="335473"/>
                    <a:pt x="244597" y="335979"/>
                  </a:cubicBezTo>
                  <a:cubicBezTo>
                    <a:pt x="243860" y="336225"/>
                    <a:pt x="243123" y="336470"/>
                    <a:pt x="242364" y="336723"/>
                  </a:cubicBezTo>
                  <a:cubicBezTo>
                    <a:pt x="242119" y="337460"/>
                    <a:pt x="241873" y="338197"/>
                    <a:pt x="241620" y="338956"/>
                  </a:cubicBezTo>
                  <a:cubicBezTo>
                    <a:pt x="240380" y="339452"/>
                    <a:pt x="239140" y="339948"/>
                    <a:pt x="237900" y="340444"/>
                  </a:cubicBezTo>
                  <a:cubicBezTo>
                    <a:pt x="237654" y="341181"/>
                    <a:pt x="237408" y="341917"/>
                    <a:pt x="237155" y="342676"/>
                  </a:cubicBezTo>
                  <a:cubicBezTo>
                    <a:pt x="236403" y="342922"/>
                    <a:pt x="235651" y="343168"/>
                    <a:pt x="234877" y="343421"/>
                  </a:cubicBezTo>
                  <a:cubicBezTo>
                    <a:pt x="234155" y="343666"/>
                    <a:pt x="233434" y="343912"/>
                    <a:pt x="232691" y="344165"/>
                  </a:cubicBezTo>
                  <a:cubicBezTo>
                    <a:pt x="232691" y="344901"/>
                    <a:pt x="232691" y="345638"/>
                    <a:pt x="232691" y="346397"/>
                  </a:cubicBezTo>
                  <a:cubicBezTo>
                    <a:pt x="230235" y="346643"/>
                    <a:pt x="227779" y="346888"/>
                    <a:pt x="225249" y="347141"/>
                  </a:cubicBezTo>
                  <a:cubicBezTo>
                    <a:pt x="225249" y="348124"/>
                    <a:pt x="225249" y="349106"/>
                    <a:pt x="225249" y="350118"/>
                  </a:cubicBezTo>
                  <a:cubicBezTo>
                    <a:pt x="224667" y="350146"/>
                    <a:pt x="224085" y="350173"/>
                    <a:pt x="223485" y="350202"/>
                  </a:cubicBezTo>
                  <a:cubicBezTo>
                    <a:pt x="222732" y="350251"/>
                    <a:pt x="221979" y="350300"/>
                    <a:pt x="221203" y="350350"/>
                  </a:cubicBezTo>
                  <a:cubicBezTo>
                    <a:pt x="220452" y="350394"/>
                    <a:pt x="219701" y="350437"/>
                    <a:pt x="218927" y="350481"/>
                  </a:cubicBezTo>
                  <a:cubicBezTo>
                    <a:pt x="218312" y="350607"/>
                    <a:pt x="217697" y="350733"/>
                    <a:pt x="217064" y="350862"/>
                  </a:cubicBezTo>
                  <a:cubicBezTo>
                    <a:pt x="216818" y="351599"/>
                    <a:pt x="216573" y="352335"/>
                    <a:pt x="216320" y="353094"/>
                  </a:cubicBezTo>
                  <a:cubicBezTo>
                    <a:pt x="213638" y="353416"/>
                    <a:pt x="210999" y="353422"/>
                    <a:pt x="208300" y="353464"/>
                  </a:cubicBezTo>
                  <a:cubicBezTo>
                    <a:pt x="207508" y="353587"/>
                    <a:pt x="206717" y="353711"/>
                    <a:pt x="205902" y="353839"/>
                  </a:cubicBezTo>
                  <a:cubicBezTo>
                    <a:pt x="205737" y="354330"/>
                    <a:pt x="205572" y="354821"/>
                    <a:pt x="205402" y="355327"/>
                  </a:cubicBezTo>
                  <a:cubicBezTo>
                    <a:pt x="205075" y="355818"/>
                    <a:pt x="204749" y="356309"/>
                    <a:pt x="204413" y="356815"/>
                  </a:cubicBezTo>
                  <a:cubicBezTo>
                    <a:pt x="202224" y="357110"/>
                    <a:pt x="200300" y="357212"/>
                    <a:pt x="198108" y="357190"/>
                  </a:cubicBezTo>
                  <a:cubicBezTo>
                    <a:pt x="197173" y="357201"/>
                    <a:pt x="197173" y="357201"/>
                    <a:pt x="196218" y="357211"/>
                  </a:cubicBezTo>
                  <a:cubicBezTo>
                    <a:pt x="194221" y="357233"/>
                    <a:pt x="192225" y="357235"/>
                    <a:pt x="190228" y="357234"/>
                  </a:cubicBezTo>
                  <a:cubicBezTo>
                    <a:pt x="188229" y="357236"/>
                    <a:pt x="186229" y="357243"/>
                    <a:pt x="184230" y="357264"/>
                  </a:cubicBezTo>
                  <a:cubicBezTo>
                    <a:pt x="182985" y="357277"/>
                    <a:pt x="181739" y="357279"/>
                    <a:pt x="180493" y="357269"/>
                  </a:cubicBezTo>
                  <a:cubicBezTo>
                    <a:pt x="178629" y="357260"/>
                    <a:pt x="178629" y="357260"/>
                    <a:pt x="176136" y="357559"/>
                  </a:cubicBezTo>
                  <a:cubicBezTo>
                    <a:pt x="175890" y="358296"/>
                    <a:pt x="175645" y="359033"/>
                    <a:pt x="175392" y="359792"/>
                  </a:cubicBezTo>
                  <a:cubicBezTo>
                    <a:pt x="173607" y="360060"/>
                    <a:pt x="173607" y="360060"/>
                    <a:pt x="171209" y="360045"/>
                  </a:cubicBezTo>
                  <a:cubicBezTo>
                    <a:pt x="170315" y="360045"/>
                    <a:pt x="169421" y="360045"/>
                    <a:pt x="168500" y="360045"/>
                  </a:cubicBezTo>
                  <a:cubicBezTo>
                    <a:pt x="167527" y="360033"/>
                    <a:pt x="166555" y="360022"/>
                    <a:pt x="165552" y="360010"/>
                  </a:cubicBezTo>
                  <a:cubicBezTo>
                    <a:pt x="164552" y="360006"/>
                    <a:pt x="163552" y="360002"/>
                    <a:pt x="162552" y="360000"/>
                  </a:cubicBezTo>
                  <a:cubicBezTo>
                    <a:pt x="159916" y="359992"/>
                    <a:pt x="157280" y="359970"/>
                    <a:pt x="154643" y="359945"/>
                  </a:cubicBezTo>
                  <a:cubicBezTo>
                    <a:pt x="151955" y="359922"/>
                    <a:pt x="149267" y="359912"/>
                    <a:pt x="146578" y="359901"/>
                  </a:cubicBezTo>
                  <a:cubicBezTo>
                    <a:pt x="141300" y="359877"/>
                    <a:pt x="136022" y="359839"/>
                    <a:pt x="130743" y="359792"/>
                  </a:cubicBezTo>
                  <a:cubicBezTo>
                    <a:pt x="130653" y="359209"/>
                    <a:pt x="130563" y="358627"/>
                    <a:pt x="130470" y="358027"/>
                  </a:cubicBezTo>
                  <a:cubicBezTo>
                    <a:pt x="130345" y="357274"/>
                    <a:pt x="130221" y="356521"/>
                    <a:pt x="130092" y="355745"/>
                  </a:cubicBezTo>
                  <a:cubicBezTo>
                    <a:pt x="129971" y="354994"/>
                    <a:pt x="129851" y="354243"/>
                    <a:pt x="129726" y="353469"/>
                  </a:cubicBezTo>
                  <a:cubicBezTo>
                    <a:pt x="129493" y="352547"/>
                    <a:pt x="129493" y="352547"/>
                    <a:pt x="129255" y="351606"/>
                  </a:cubicBezTo>
                  <a:cubicBezTo>
                    <a:pt x="128764" y="351361"/>
                    <a:pt x="128273" y="351115"/>
                    <a:pt x="127767" y="350862"/>
                  </a:cubicBezTo>
                  <a:cubicBezTo>
                    <a:pt x="127501" y="348551"/>
                    <a:pt x="127436" y="346256"/>
                    <a:pt x="127351" y="343932"/>
                  </a:cubicBezTo>
                  <a:cubicBezTo>
                    <a:pt x="127243" y="343272"/>
                    <a:pt x="127134" y="342612"/>
                    <a:pt x="127023" y="341932"/>
                  </a:cubicBezTo>
                  <a:cubicBezTo>
                    <a:pt x="126286" y="341687"/>
                    <a:pt x="125549" y="341441"/>
                    <a:pt x="124790" y="341188"/>
                  </a:cubicBezTo>
                  <a:cubicBezTo>
                    <a:pt x="124440" y="338870"/>
                    <a:pt x="124415" y="336600"/>
                    <a:pt x="124348" y="334258"/>
                  </a:cubicBezTo>
                  <a:cubicBezTo>
                    <a:pt x="124249" y="333598"/>
                    <a:pt x="124149" y="332938"/>
                    <a:pt x="124046" y="332258"/>
                  </a:cubicBezTo>
                  <a:cubicBezTo>
                    <a:pt x="123309" y="332013"/>
                    <a:pt x="122573" y="331767"/>
                    <a:pt x="121814" y="331514"/>
                  </a:cubicBezTo>
                  <a:cubicBezTo>
                    <a:pt x="121721" y="329003"/>
                    <a:pt x="121721" y="329003"/>
                    <a:pt x="121814" y="326305"/>
                  </a:cubicBezTo>
                  <a:cubicBezTo>
                    <a:pt x="121333" y="323985"/>
                    <a:pt x="121333" y="323985"/>
                    <a:pt x="119581" y="323329"/>
                  </a:cubicBezTo>
                  <a:cubicBezTo>
                    <a:pt x="119273" y="321628"/>
                    <a:pt x="119273" y="321628"/>
                    <a:pt x="119116" y="319562"/>
                  </a:cubicBezTo>
                  <a:cubicBezTo>
                    <a:pt x="119033" y="318536"/>
                    <a:pt x="119033" y="318536"/>
                    <a:pt x="118948" y="317489"/>
                  </a:cubicBezTo>
                  <a:cubicBezTo>
                    <a:pt x="118911" y="316961"/>
                    <a:pt x="118875" y="316432"/>
                    <a:pt x="118837" y="315887"/>
                  </a:cubicBezTo>
                  <a:cubicBezTo>
                    <a:pt x="118100" y="315887"/>
                    <a:pt x="117364" y="315887"/>
                    <a:pt x="116605" y="315887"/>
                  </a:cubicBezTo>
                  <a:cubicBezTo>
                    <a:pt x="116563" y="315201"/>
                    <a:pt x="116563" y="315201"/>
                    <a:pt x="116520" y="314501"/>
                  </a:cubicBezTo>
                  <a:cubicBezTo>
                    <a:pt x="116471" y="313899"/>
                    <a:pt x="116423" y="313298"/>
                    <a:pt x="116372" y="312678"/>
                  </a:cubicBezTo>
                  <a:cubicBezTo>
                    <a:pt x="116307" y="311785"/>
                    <a:pt x="116307" y="311785"/>
                    <a:pt x="116241" y="310873"/>
                  </a:cubicBezTo>
                  <a:cubicBezTo>
                    <a:pt x="115792" y="308886"/>
                    <a:pt x="115051" y="308350"/>
                    <a:pt x="113628" y="306958"/>
                  </a:cubicBezTo>
                  <a:cubicBezTo>
                    <a:pt x="113489" y="304214"/>
                    <a:pt x="113489" y="304214"/>
                    <a:pt x="113628" y="301749"/>
                  </a:cubicBezTo>
                  <a:cubicBezTo>
                    <a:pt x="112891" y="301749"/>
                    <a:pt x="112155" y="301749"/>
                    <a:pt x="111396" y="301749"/>
                  </a:cubicBezTo>
                  <a:cubicBezTo>
                    <a:pt x="110904" y="300446"/>
                    <a:pt x="110904" y="300446"/>
                    <a:pt x="110605" y="298772"/>
                  </a:cubicBezTo>
                  <a:cubicBezTo>
                    <a:pt x="110341" y="297146"/>
                    <a:pt x="110341" y="297146"/>
                    <a:pt x="109907" y="295796"/>
                  </a:cubicBezTo>
                  <a:cubicBezTo>
                    <a:pt x="109416" y="295796"/>
                    <a:pt x="108925" y="295796"/>
                    <a:pt x="108419" y="295796"/>
                  </a:cubicBezTo>
                  <a:cubicBezTo>
                    <a:pt x="108342" y="294967"/>
                    <a:pt x="108266" y="294138"/>
                    <a:pt x="108187" y="293284"/>
                  </a:cubicBezTo>
                  <a:cubicBezTo>
                    <a:pt x="107933" y="291949"/>
                    <a:pt x="107933" y="291949"/>
                    <a:pt x="107675" y="290587"/>
                  </a:cubicBezTo>
                  <a:cubicBezTo>
                    <a:pt x="106938" y="290095"/>
                    <a:pt x="106202" y="289604"/>
                    <a:pt x="105443" y="289098"/>
                  </a:cubicBezTo>
                  <a:cubicBezTo>
                    <a:pt x="105443" y="287191"/>
                    <a:pt x="105443" y="287191"/>
                    <a:pt x="106187" y="285378"/>
                  </a:cubicBezTo>
                  <a:cubicBezTo>
                    <a:pt x="108630" y="284681"/>
                    <a:pt x="110961" y="284541"/>
                    <a:pt x="113491" y="284544"/>
                  </a:cubicBezTo>
                  <a:cubicBezTo>
                    <a:pt x="114191" y="284543"/>
                    <a:pt x="114891" y="284542"/>
                    <a:pt x="115612" y="284541"/>
                  </a:cubicBezTo>
                  <a:cubicBezTo>
                    <a:pt x="116371" y="284544"/>
                    <a:pt x="117130" y="284546"/>
                    <a:pt x="117912" y="284549"/>
                  </a:cubicBezTo>
                  <a:cubicBezTo>
                    <a:pt x="119121" y="284549"/>
                    <a:pt x="119121" y="284549"/>
                    <a:pt x="120355" y="284549"/>
                  </a:cubicBezTo>
                  <a:cubicBezTo>
                    <a:pt x="123017" y="284549"/>
                    <a:pt x="125678" y="284555"/>
                    <a:pt x="128339" y="284561"/>
                  </a:cubicBezTo>
                  <a:cubicBezTo>
                    <a:pt x="130186" y="284562"/>
                    <a:pt x="132033" y="284563"/>
                    <a:pt x="133879" y="284564"/>
                  </a:cubicBezTo>
                  <a:cubicBezTo>
                    <a:pt x="138737" y="284567"/>
                    <a:pt x="143595" y="284574"/>
                    <a:pt x="148453" y="284582"/>
                  </a:cubicBezTo>
                  <a:cubicBezTo>
                    <a:pt x="154283" y="284592"/>
                    <a:pt x="160113" y="284595"/>
                    <a:pt x="165943" y="284599"/>
                  </a:cubicBezTo>
                  <a:cubicBezTo>
                    <a:pt x="174798" y="284606"/>
                    <a:pt x="183652" y="284621"/>
                    <a:pt x="192507" y="284633"/>
                  </a:cubicBezTo>
                  <a:cubicBezTo>
                    <a:pt x="192875" y="246325"/>
                    <a:pt x="192875" y="246325"/>
                    <a:pt x="193251" y="207243"/>
                  </a:cubicBezTo>
                  <a:cubicBezTo>
                    <a:pt x="104111" y="206875"/>
                    <a:pt x="104111" y="206875"/>
                    <a:pt x="13169" y="206499"/>
                  </a:cubicBezTo>
                  <a:cubicBezTo>
                    <a:pt x="12658" y="202411"/>
                    <a:pt x="12317" y="198612"/>
                    <a:pt x="12329" y="194532"/>
                  </a:cubicBezTo>
                  <a:cubicBezTo>
                    <a:pt x="12327" y="193964"/>
                    <a:pt x="12326" y="193396"/>
                    <a:pt x="12325" y="192810"/>
                  </a:cubicBezTo>
                  <a:cubicBezTo>
                    <a:pt x="12322" y="190952"/>
                    <a:pt x="12324" y="189094"/>
                    <a:pt x="12326" y="187235"/>
                  </a:cubicBezTo>
                  <a:cubicBezTo>
                    <a:pt x="12326" y="185935"/>
                    <a:pt x="12325" y="184634"/>
                    <a:pt x="12324" y="183334"/>
                  </a:cubicBezTo>
                  <a:cubicBezTo>
                    <a:pt x="12323" y="180617"/>
                    <a:pt x="12324" y="177901"/>
                    <a:pt x="12328" y="175184"/>
                  </a:cubicBezTo>
                  <a:cubicBezTo>
                    <a:pt x="12332" y="171706"/>
                    <a:pt x="12330" y="168228"/>
                    <a:pt x="12325" y="164750"/>
                  </a:cubicBezTo>
                  <a:cubicBezTo>
                    <a:pt x="12323" y="162068"/>
                    <a:pt x="12323" y="159387"/>
                    <a:pt x="12325" y="156705"/>
                  </a:cubicBezTo>
                  <a:cubicBezTo>
                    <a:pt x="12326" y="155422"/>
                    <a:pt x="12325" y="154140"/>
                    <a:pt x="12324" y="152857"/>
                  </a:cubicBezTo>
                  <a:cubicBezTo>
                    <a:pt x="12322" y="151066"/>
                    <a:pt x="12325" y="149274"/>
                    <a:pt x="12329" y="147483"/>
                  </a:cubicBezTo>
                  <a:cubicBezTo>
                    <a:pt x="12327" y="146956"/>
                    <a:pt x="12326" y="146429"/>
                    <a:pt x="12324" y="145886"/>
                  </a:cubicBezTo>
                  <a:cubicBezTo>
                    <a:pt x="12330" y="144510"/>
                    <a:pt x="12376" y="143134"/>
                    <a:pt x="12425" y="141759"/>
                  </a:cubicBezTo>
                  <a:cubicBezTo>
                    <a:pt x="12407" y="141100"/>
                    <a:pt x="12389" y="140441"/>
                    <a:pt x="12370" y="139763"/>
                  </a:cubicBezTo>
                  <a:cubicBezTo>
                    <a:pt x="12766" y="138909"/>
                    <a:pt x="12766" y="138909"/>
                    <a:pt x="13169" y="138038"/>
                  </a:cubicBezTo>
                  <a:cubicBezTo>
                    <a:pt x="15599" y="137645"/>
                    <a:pt x="17654" y="137534"/>
                    <a:pt x="20095" y="137562"/>
                  </a:cubicBezTo>
                  <a:cubicBezTo>
                    <a:pt x="20831" y="137556"/>
                    <a:pt x="21567" y="137550"/>
                    <a:pt x="22326" y="137543"/>
                  </a:cubicBezTo>
                  <a:cubicBezTo>
                    <a:pt x="24812" y="137527"/>
                    <a:pt x="27298" y="137537"/>
                    <a:pt x="29785" y="137547"/>
                  </a:cubicBezTo>
                  <a:cubicBezTo>
                    <a:pt x="31559" y="137541"/>
                    <a:pt x="33333" y="137533"/>
                    <a:pt x="35107" y="137523"/>
                  </a:cubicBezTo>
                  <a:cubicBezTo>
                    <a:pt x="39438" y="137505"/>
                    <a:pt x="43769" y="137503"/>
                    <a:pt x="48100" y="137509"/>
                  </a:cubicBezTo>
                  <a:cubicBezTo>
                    <a:pt x="53137" y="137514"/>
                    <a:pt x="58175" y="137499"/>
                    <a:pt x="63212" y="137483"/>
                  </a:cubicBezTo>
                  <a:cubicBezTo>
                    <a:pt x="72196" y="137454"/>
                    <a:pt x="81180" y="137441"/>
                    <a:pt x="90165" y="137439"/>
                  </a:cubicBezTo>
                  <a:cubicBezTo>
                    <a:pt x="98894" y="137437"/>
                    <a:pt x="107623" y="137427"/>
                    <a:pt x="116353" y="137407"/>
                  </a:cubicBezTo>
                  <a:cubicBezTo>
                    <a:pt x="117159" y="137405"/>
                    <a:pt x="117159" y="137405"/>
                    <a:pt x="117982" y="137403"/>
                  </a:cubicBezTo>
                  <a:cubicBezTo>
                    <a:pt x="120680" y="137397"/>
                    <a:pt x="123377" y="137391"/>
                    <a:pt x="126074" y="137384"/>
                  </a:cubicBezTo>
                  <a:cubicBezTo>
                    <a:pt x="148467" y="137330"/>
                    <a:pt x="170859" y="137306"/>
                    <a:pt x="193251" y="137294"/>
                  </a:cubicBezTo>
                  <a:cubicBezTo>
                    <a:pt x="193251" y="125261"/>
                    <a:pt x="193251" y="113228"/>
                    <a:pt x="193251" y="100831"/>
                  </a:cubicBezTo>
                  <a:cubicBezTo>
                    <a:pt x="194233" y="100831"/>
                    <a:pt x="195216" y="100831"/>
                    <a:pt x="196228" y="100831"/>
                  </a:cubicBezTo>
                  <a:cubicBezTo>
                    <a:pt x="196228" y="99603"/>
                    <a:pt x="196228" y="98375"/>
                    <a:pt x="196228" y="97110"/>
                  </a:cubicBezTo>
                  <a:cubicBezTo>
                    <a:pt x="196703" y="97082"/>
                    <a:pt x="197177" y="97054"/>
                    <a:pt x="197667" y="97026"/>
                  </a:cubicBezTo>
                  <a:cubicBezTo>
                    <a:pt x="198281" y="96977"/>
                    <a:pt x="198896" y="96928"/>
                    <a:pt x="199530" y="96878"/>
                  </a:cubicBezTo>
                  <a:cubicBezTo>
                    <a:pt x="200143" y="96834"/>
                    <a:pt x="200756" y="96791"/>
                    <a:pt x="201387" y="96747"/>
                  </a:cubicBezTo>
                  <a:cubicBezTo>
                    <a:pt x="201895" y="96621"/>
                    <a:pt x="202402" y="96495"/>
                    <a:pt x="202925" y="96366"/>
                  </a:cubicBezTo>
                  <a:cubicBezTo>
                    <a:pt x="203171" y="95629"/>
                    <a:pt x="203416" y="94893"/>
                    <a:pt x="203669" y="94134"/>
                  </a:cubicBezTo>
                  <a:cubicBezTo>
                    <a:pt x="204544" y="93888"/>
                    <a:pt x="205419" y="93642"/>
                    <a:pt x="206320" y="93389"/>
                  </a:cubicBezTo>
                  <a:cubicBezTo>
                    <a:pt x="207164" y="93144"/>
                    <a:pt x="208008" y="92898"/>
                    <a:pt x="208878" y="92645"/>
                  </a:cubicBezTo>
                  <a:cubicBezTo>
                    <a:pt x="208878" y="91909"/>
                    <a:pt x="208878" y="91172"/>
                    <a:pt x="208878" y="90413"/>
                  </a:cubicBezTo>
                  <a:cubicBezTo>
                    <a:pt x="209845" y="90351"/>
                    <a:pt x="210812" y="90290"/>
                    <a:pt x="211808" y="90227"/>
                  </a:cubicBezTo>
                  <a:cubicBezTo>
                    <a:pt x="213436" y="90073"/>
                    <a:pt x="213436" y="90073"/>
                    <a:pt x="214831" y="89669"/>
                  </a:cubicBezTo>
                  <a:cubicBezTo>
                    <a:pt x="215324" y="88195"/>
                    <a:pt x="215324" y="88195"/>
                    <a:pt x="215575" y="86692"/>
                  </a:cubicBezTo>
                  <a:cubicBezTo>
                    <a:pt x="217058" y="86414"/>
                    <a:pt x="218547" y="86166"/>
                    <a:pt x="220040" y="85948"/>
                  </a:cubicBezTo>
                  <a:cubicBezTo>
                    <a:pt x="220286" y="85211"/>
                    <a:pt x="220531" y="84475"/>
                    <a:pt x="220784" y="83716"/>
                  </a:cubicBezTo>
                  <a:cubicBezTo>
                    <a:pt x="222273" y="83219"/>
                    <a:pt x="223761" y="82723"/>
                    <a:pt x="225249" y="82227"/>
                  </a:cubicBezTo>
                  <a:cubicBezTo>
                    <a:pt x="225495" y="81491"/>
                    <a:pt x="225740" y="80754"/>
                    <a:pt x="225993" y="79995"/>
                  </a:cubicBezTo>
                  <a:cubicBezTo>
                    <a:pt x="227482" y="79747"/>
                    <a:pt x="228970" y="79499"/>
                    <a:pt x="230458" y="79251"/>
                  </a:cubicBezTo>
                  <a:cubicBezTo>
                    <a:pt x="230704" y="78514"/>
                    <a:pt x="230949" y="77777"/>
                    <a:pt x="231202" y="77018"/>
                  </a:cubicBezTo>
                  <a:cubicBezTo>
                    <a:pt x="232443" y="76522"/>
                    <a:pt x="233683" y="76026"/>
                    <a:pt x="234923" y="75530"/>
                  </a:cubicBezTo>
                  <a:cubicBezTo>
                    <a:pt x="235169" y="74793"/>
                    <a:pt x="235414" y="74057"/>
                    <a:pt x="235667" y="73298"/>
                  </a:cubicBezTo>
                  <a:cubicBezTo>
                    <a:pt x="237154" y="73039"/>
                    <a:pt x="238642" y="72792"/>
                    <a:pt x="240132" y="72553"/>
                  </a:cubicBezTo>
                  <a:cubicBezTo>
                    <a:pt x="241386" y="71462"/>
                    <a:pt x="241386" y="71462"/>
                    <a:pt x="242364" y="70321"/>
                  </a:cubicBezTo>
                  <a:cubicBezTo>
                    <a:pt x="241249" y="70316"/>
                    <a:pt x="241249" y="70316"/>
                    <a:pt x="240112" y="70311"/>
                  </a:cubicBezTo>
                  <a:cubicBezTo>
                    <a:pt x="222053" y="70235"/>
                    <a:pt x="203994" y="70154"/>
                    <a:pt x="185935" y="70069"/>
                  </a:cubicBezTo>
                  <a:cubicBezTo>
                    <a:pt x="177202" y="70027"/>
                    <a:pt x="168469" y="69988"/>
                    <a:pt x="159736" y="69951"/>
                  </a:cubicBezTo>
                  <a:cubicBezTo>
                    <a:pt x="152127" y="69919"/>
                    <a:pt x="144518" y="69885"/>
                    <a:pt x="136910" y="69847"/>
                  </a:cubicBezTo>
                  <a:cubicBezTo>
                    <a:pt x="132878" y="69827"/>
                    <a:pt x="128847" y="69809"/>
                    <a:pt x="124815" y="69793"/>
                  </a:cubicBezTo>
                  <a:cubicBezTo>
                    <a:pt x="121025" y="69779"/>
                    <a:pt x="117236" y="69761"/>
                    <a:pt x="113446" y="69740"/>
                  </a:cubicBezTo>
                  <a:cubicBezTo>
                    <a:pt x="112051" y="69733"/>
                    <a:pt x="110655" y="69728"/>
                    <a:pt x="109260" y="69723"/>
                  </a:cubicBezTo>
                  <a:cubicBezTo>
                    <a:pt x="107364" y="69717"/>
                    <a:pt x="105468" y="69706"/>
                    <a:pt x="103571" y="69695"/>
                  </a:cubicBezTo>
                  <a:cubicBezTo>
                    <a:pt x="103012" y="69694"/>
                    <a:pt x="102452" y="69693"/>
                    <a:pt x="101876" y="69692"/>
                  </a:cubicBezTo>
                  <a:cubicBezTo>
                    <a:pt x="98086" y="69662"/>
                    <a:pt x="98086" y="69662"/>
                    <a:pt x="97257" y="68833"/>
                  </a:cubicBezTo>
                  <a:cubicBezTo>
                    <a:pt x="97182" y="66893"/>
                    <a:pt x="97156" y="64974"/>
                    <a:pt x="97161" y="63034"/>
                  </a:cubicBezTo>
                  <a:cubicBezTo>
                    <a:pt x="97159" y="62123"/>
                    <a:pt x="97159" y="62123"/>
                    <a:pt x="97157" y="61193"/>
                  </a:cubicBezTo>
                  <a:cubicBezTo>
                    <a:pt x="97154" y="59175"/>
                    <a:pt x="97156" y="57157"/>
                    <a:pt x="97158" y="55139"/>
                  </a:cubicBezTo>
                  <a:cubicBezTo>
                    <a:pt x="97158" y="53742"/>
                    <a:pt x="97157" y="52345"/>
                    <a:pt x="97156" y="50948"/>
                  </a:cubicBezTo>
                  <a:cubicBezTo>
                    <a:pt x="97155" y="48016"/>
                    <a:pt x="97157" y="45084"/>
                    <a:pt x="97160" y="42152"/>
                  </a:cubicBezTo>
                  <a:cubicBezTo>
                    <a:pt x="97164" y="38388"/>
                    <a:pt x="97162" y="34623"/>
                    <a:pt x="97157" y="30859"/>
                  </a:cubicBezTo>
                  <a:cubicBezTo>
                    <a:pt x="97155" y="27973"/>
                    <a:pt x="97156" y="25087"/>
                    <a:pt x="97157" y="22201"/>
                  </a:cubicBezTo>
                  <a:cubicBezTo>
                    <a:pt x="97158" y="20812"/>
                    <a:pt x="97157" y="19424"/>
                    <a:pt x="97156" y="18036"/>
                  </a:cubicBezTo>
                  <a:cubicBezTo>
                    <a:pt x="97154" y="16097"/>
                    <a:pt x="97157" y="14159"/>
                    <a:pt x="97161" y="12220"/>
                  </a:cubicBezTo>
                  <a:cubicBezTo>
                    <a:pt x="97159" y="11642"/>
                    <a:pt x="97158" y="11064"/>
                    <a:pt x="97156" y="10469"/>
                  </a:cubicBezTo>
                  <a:cubicBezTo>
                    <a:pt x="97172" y="6495"/>
                    <a:pt x="97172" y="6495"/>
                    <a:pt x="98001" y="4837"/>
                  </a:cubicBezTo>
                  <a:cubicBezTo>
                    <a:pt x="99495" y="4650"/>
                    <a:pt x="99495" y="4650"/>
                    <a:pt x="101505" y="4650"/>
                  </a:cubicBezTo>
                  <a:cubicBezTo>
                    <a:pt x="102268" y="4646"/>
                    <a:pt x="103031" y="4643"/>
                    <a:pt x="103816" y="4639"/>
                  </a:cubicBezTo>
                  <a:cubicBezTo>
                    <a:pt x="105088" y="4644"/>
                    <a:pt x="105088" y="4644"/>
                    <a:pt x="106386" y="4649"/>
                  </a:cubicBezTo>
                  <a:cubicBezTo>
                    <a:pt x="107279" y="4647"/>
                    <a:pt x="108172" y="4645"/>
                    <a:pt x="109092" y="4643"/>
                  </a:cubicBezTo>
                  <a:cubicBezTo>
                    <a:pt x="111582" y="4638"/>
                    <a:pt x="114072" y="4640"/>
                    <a:pt x="116562" y="4645"/>
                  </a:cubicBezTo>
                  <a:cubicBezTo>
                    <a:pt x="119243" y="4648"/>
                    <a:pt x="121924" y="4643"/>
                    <a:pt x="124604" y="4638"/>
                  </a:cubicBezTo>
                  <a:cubicBezTo>
                    <a:pt x="129253" y="4632"/>
                    <a:pt x="133902" y="4631"/>
                    <a:pt x="138551" y="4632"/>
                  </a:cubicBezTo>
                  <a:cubicBezTo>
                    <a:pt x="145274" y="4635"/>
                    <a:pt x="151997" y="4626"/>
                    <a:pt x="158721" y="4614"/>
                  </a:cubicBezTo>
                  <a:cubicBezTo>
                    <a:pt x="169629" y="4595"/>
                    <a:pt x="180538" y="4580"/>
                    <a:pt x="191447" y="4570"/>
                  </a:cubicBezTo>
                  <a:cubicBezTo>
                    <a:pt x="192428" y="4569"/>
                    <a:pt x="192428" y="4569"/>
                    <a:pt x="193428" y="4568"/>
                  </a:cubicBezTo>
                  <a:cubicBezTo>
                    <a:pt x="202704" y="4560"/>
                    <a:pt x="211980" y="4556"/>
                    <a:pt x="221256" y="4554"/>
                  </a:cubicBezTo>
                  <a:cubicBezTo>
                    <a:pt x="221909" y="4554"/>
                    <a:pt x="222562" y="4553"/>
                    <a:pt x="223235" y="4553"/>
                  </a:cubicBezTo>
                  <a:cubicBezTo>
                    <a:pt x="224214" y="4553"/>
                    <a:pt x="224214" y="4553"/>
                    <a:pt x="225212" y="4553"/>
                  </a:cubicBezTo>
                  <a:cubicBezTo>
                    <a:pt x="236079" y="4550"/>
                    <a:pt x="246944" y="4536"/>
                    <a:pt x="257810" y="4512"/>
                  </a:cubicBezTo>
                  <a:cubicBezTo>
                    <a:pt x="264519" y="4498"/>
                    <a:pt x="271228" y="4494"/>
                    <a:pt x="277937" y="4502"/>
                  </a:cubicBezTo>
                  <a:cubicBezTo>
                    <a:pt x="282532" y="4506"/>
                    <a:pt x="287126" y="4500"/>
                    <a:pt x="291721" y="4486"/>
                  </a:cubicBezTo>
                  <a:cubicBezTo>
                    <a:pt x="294375" y="4478"/>
                    <a:pt x="297029" y="4475"/>
                    <a:pt x="299683" y="4485"/>
                  </a:cubicBezTo>
                  <a:cubicBezTo>
                    <a:pt x="302555" y="4495"/>
                    <a:pt x="305427" y="4483"/>
                    <a:pt x="308299" y="4469"/>
                  </a:cubicBezTo>
                  <a:cubicBezTo>
                    <a:pt x="309145" y="4475"/>
                    <a:pt x="309992" y="4482"/>
                    <a:pt x="310864" y="4489"/>
                  </a:cubicBezTo>
                  <a:cubicBezTo>
                    <a:pt x="311628" y="4482"/>
                    <a:pt x="312393" y="4474"/>
                    <a:pt x="313181" y="4466"/>
                  </a:cubicBezTo>
                  <a:cubicBezTo>
                    <a:pt x="313844" y="4466"/>
                    <a:pt x="314508" y="4466"/>
                    <a:pt x="315192" y="4465"/>
                  </a:cubicBezTo>
                  <a:cubicBezTo>
                    <a:pt x="315715" y="4342"/>
                    <a:pt x="316239" y="4219"/>
                    <a:pt x="316779" y="4093"/>
                  </a:cubicBezTo>
                  <a:cubicBezTo>
                    <a:pt x="317309" y="3118"/>
                    <a:pt x="317807" y="2125"/>
                    <a:pt x="318267" y="1116"/>
                  </a:cubicBezTo>
                  <a:close/>
                </a:path>
              </a:pathLst>
            </a:custGeom>
            <a:grpFill/>
            <a:ln w="744" cap="flat">
              <a:noFill/>
              <a:prstDash val="solid"/>
              <a:miter/>
            </a:ln>
          </p:spPr>
          <p:txBody>
            <a:bodyPr rtlCol="0" anchor="ctr"/>
            <a:lstStyle/>
            <a:p>
              <a:endParaRPr lang="zh-CN" altLang="en-US"/>
            </a:p>
          </p:txBody>
        </p:sp>
        <p:sp>
          <p:nvSpPr>
            <p:cNvPr id="154" name="任意多边形: 形状 153"/>
            <p:cNvSpPr/>
            <p:nvPr/>
          </p:nvSpPr>
          <p:spPr>
            <a:xfrm>
              <a:off x="8992083" y="631439"/>
              <a:ext cx="188267" cy="502494"/>
            </a:xfrm>
            <a:custGeom>
              <a:avLst/>
              <a:gdLst>
                <a:gd name="connsiteX0" fmla="*/ 126694 w 188268"/>
                <a:gd name="connsiteY0" fmla="*/ 252150 h 502480"/>
                <a:gd name="connsiteX1" fmla="*/ 124823 w 188268"/>
                <a:gd name="connsiteY1" fmla="*/ 252168 h 502480"/>
                <a:gd name="connsiteX2" fmla="*/ 122709 w 188268"/>
                <a:gd name="connsiteY2" fmla="*/ 252162 h 502480"/>
                <a:gd name="connsiteX3" fmla="*/ 120409 w 188268"/>
                <a:gd name="connsiteY3" fmla="*/ 252213 h 502480"/>
                <a:gd name="connsiteX4" fmla="*/ 113148 w 188268"/>
                <a:gd name="connsiteY4" fmla="*/ 252281 h 502480"/>
                <a:gd name="connsiteX5" fmla="*/ 108090 w 188268"/>
                <a:gd name="connsiteY5" fmla="*/ 252342 h 502480"/>
                <a:gd name="connsiteX6" fmla="*/ 98529 w 188268"/>
                <a:gd name="connsiteY6" fmla="*/ 252423 h 502480"/>
                <a:gd name="connsiteX7" fmla="*/ 96415 w 188268"/>
                <a:gd name="connsiteY7" fmla="*/ 252459 h 502480"/>
                <a:gd name="connsiteX8" fmla="*/ 92291 w 188268"/>
                <a:gd name="connsiteY8" fmla="*/ 257012 h 502480"/>
                <a:gd name="connsiteX9" fmla="*/ 92298 w 188268"/>
                <a:gd name="connsiteY9" fmla="*/ 258614 h 502480"/>
                <a:gd name="connsiteX10" fmla="*/ 92299 w 188268"/>
                <a:gd name="connsiteY10" fmla="*/ 263989 h 502480"/>
                <a:gd name="connsiteX11" fmla="*/ 92303 w 188268"/>
                <a:gd name="connsiteY11" fmla="*/ 267945 h 502480"/>
                <a:gd name="connsiteX12" fmla="*/ 92309 w 188268"/>
                <a:gd name="connsiteY12" fmla="*/ 278691 h 502480"/>
                <a:gd name="connsiteX13" fmla="*/ 92317 w 188268"/>
                <a:gd name="connsiteY13" fmla="*/ 290132 h 502480"/>
                <a:gd name="connsiteX14" fmla="*/ 92331 w 188268"/>
                <a:gd name="connsiteY14" fmla="*/ 311738 h 502480"/>
                <a:gd name="connsiteX15" fmla="*/ 92349 w 188268"/>
                <a:gd name="connsiteY15" fmla="*/ 336505 h 502480"/>
                <a:gd name="connsiteX16" fmla="*/ 92382 w 188268"/>
                <a:gd name="connsiteY16" fmla="*/ 384717 h 502480"/>
                <a:gd name="connsiteX17" fmla="*/ 92387 w 188268"/>
                <a:gd name="connsiteY17" fmla="*/ 390268 h 502480"/>
                <a:gd name="connsiteX18" fmla="*/ 92387 w 188268"/>
                <a:gd name="connsiteY18" fmla="*/ 393245 h 502480"/>
                <a:gd name="connsiteX19" fmla="*/ 105313 w 188268"/>
                <a:gd name="connsiteY19" fmla="*/ 393281 h 502480"/>
                <a:gd name="connsiteX20" fmla="*/ 110572 w 188268"/>
                <a:gd name="connsiteY20" fmla="*/ 393291 h 502480"/>
                <a:gd name="connsiteX21" fmla="*/ 118352 w 188268"/>
                <a:gd name="connsiteY21" fmla="*/ 393314 h 502480"/>
                <a:gd name="connsiteX22" fmla="*/ 120801 w 188268"/>
                <a:gd name="connsiteY22" fmla="*/ 393317 h 502480"/>
                <a:gd name="connsiteX23" fmla="*/ 123207 w 188268"/>
                <a:gd name="connsiteY23" fmla="*/ 393329 h 502480"/>
                <a:gd name="connsiteX24" fmla="*/ 125419 w 188268"/>
                <a:gd name="connsiteY24" fmla="*/ 393329 h 502480"/>
                <a:gd name="connsiteX25" fmla="*/ 127377 w 188268"/>
                <a:gd name="connsiteY25" fmla="*/ 393334 h 502480"/>
                <a:gd name="connsiteX26" fmla="*/ 129594 w 188268"/>
                <a:gd name="connsiteY26" fmla="*/ 392501 h 502480"/>
                <a:gd name="connsiteX27" fmla="*/ 128761 w 188268"/>
                <a:gd name="connsiteY27" fmla="*/ 387088 h 502480"/>
                <a:gd name="connsiteX28" fmla="*/ 128766 w 188268"/>
                <a:gd name="connsiteY28" fmla="*/ 384134 h 502480"/>
                <a:gd name="connsiteX29" fmla="*/ 128772 w 188268"/>
                <a:gd name="connsiteY29" fmla="*/ 378913 h 502480"/>
                <a:gd name="connsiteX30" fmla="*/ 128780 w 188268"/>
                <a:gd name="connsiteY30" fmla="*/ 375083 h 502480"/>
                <a:gd name="connsiteX31" fmla="*/ 128789 w 188268"/>
                <a:gd name="connsiteY31" fmla="*/ 366833 h 502480"/>
                <a:gd name="connsiteX32" fmla="*/ 128811 w 188268"/>
                <a:gd name="connsiteY32" fmla="*/ 353560 h 502480"/>
                <a:gd name="connsiteX33" fmla="*/ 128850 w 188268"/>
                <a:gd name="connsiteY33" fmla="*/ 322970 h 502480"/>
                <a:gd name="connsiteX34" fmla="*/ 128888 w 188268"/>
                <a:gd name="connsiteY34" fmla="*/ 294641 h 502480"/>
                <a:gd name="connsiteX35" fmla="*/ 128906 w 188268"/>
                <a:gd name="connsiteY35" fmla="*/ 281294 h 502480"/>
                <a:gd name="connsiteX36" fmla="*/ 128920 w 188268"/>
                <a:gd name="connsiteY36" fmla="*/ 272850 h 502480"/>
                <a:gd name="connsiteX37" fmla="*/ 128923 w 188268"/>
                <a:gd name="connsiteY37" fmla="*/ 268926 h 502480"/>
                <a:gd name="connsiteX38" fmla="*/ 128935 w 188268"/>
                <a:gd name="connsiteY38" fmla="*/ 263459 h 502480"/>
                <a:gd name="connsiteX39" fmla="*/ 128935 w 188268"/>
                <a:gd name="connsiteY39" fmla="*/ 261807 h 502480"/>
                <a:gd name="connsiteX40" fmla="*/ 128106 w 188268"/>
                <a:gd name="connsiteY40" fmla="*/ 252602 h 502480"/>
                <a:gd name="connsiteX41" fmla="*/ 126694 w 188268"/>
                <a:gd name="connsiteY41" fmla="*/ 252150 h 502480"/>
                <a:gd name="connsiteX42" fmla="*/ 11162 w 188268"/>
                <a:gd name="connsiteY42" fmla="*/ 0 h 502480"/>
                <a:gd name="connsiteX43" fmla="*/ 188268 w 188268"/>
                <a:gd name="connsiteY43" fmla="*/ 0 h 502480"/>
                <a:gd name="connsiteX44" fmla="*/ 188268 w 188268"/>
                <a:gd name="connsiteY44" fmla="*/ 71437 h 502480"/>
                <a:gd name="connsiteX45" fmla="*/ 117574 w 188268"/>
                <a:gd name="connsiteY45" fmla="*/ 71437 h 502480"/>
                <a:gd name="connsiteX46" fmla="*/ 117574 w 188268"/>
                <a:gd name="connsiteY46" fmla="*/ 87064 h 502480"/>
                <a:gd name="connsiteX47" fmla="*/ 115342 w 188268"/>
                <a:gd name="connsiteY47" fmla="*/ 87809 h 502480"/>
                <a:gd name="connsiteX48" fmla="*/ 114961 w 188268"/>
                <a:gd name="connsiteY48" fmla="*/ 91137 h 502480"/>
                <a:gd name="connsiteX49" fmla="*/ 114881 w 188268"/>
                <a:gd name="connsiteY49" fmla="*/ 93164 h 502480"/>
                <a:gd name="connsiteX50" fmla="*/ 114830 w 188268"/>
                <a:gd name="connsiteY50" fmla="*/ 95296 h 502480"/>
                <a:gd name="connsiteX51" fmla="*/ 114753 w 188268"/>
                <a:gd name="connsiteY51" fmla="*/ 97437 h 502480"/>
                <a:gd name="connsiteX52" fmla="*/ 114598 w 188268"/>
                <a:gd name="connsiteY52" fmla="*/ 102691 h 502480"/>
                <a:gd name="connsiteX53" fmla="*/ 112365 w 188268"/>
                <a:gd name="connsiteY53" fmla="*/ 102691 h 502480"/>
                <a:gd name="connsiteX54" fmla="*/ 112255 w 188268"/>
                <a:gd name="connsiteY54" fmla="*/ 105595 h 502480"/>
                <a:gd name="connsiteX55" fmla="*/ 112086 w 188268"/>
                <a:gd name="connsiteY55" fmla="*/ 109342 h 502480"/>
                <a:gd name="connsiteX56" fmla="*/ 112016 w 188268"/>
                <a:gd name="connsiteY56" fmla="*/ 111259 h 502480"/>
                <a:gd name="connsiteX57" fmla="*/ 111929 w 188268"/>
                <a:gd name="connsiteY57" fmla="*/ 113083 h 502480"/>
                <a:gd name="connsiteX58" fmla="*/ 111858 w 188268"/>
                <a:gd name="connsiteY58" fmla="*/ 114772 h 502480"/>
                <a:gd name="connsiteX59" fmla="*/ 111621 w 188268"/>
                <a:gd name="connsiteY59" fmla="*/ 116086 h 502480"/>
                <a:gd name="connsiteX60" fmla="*/ 110133 w 188268"/>
                <a:gd name="connsiteY60" fmla="*/ 116830 h 502480"/>
                <a:gd name="connsiteX61" fmla="*/ 109668 w 188268"/>
                <a:gd name="connsiteY61" fmla="*/ 123202 h 502480"/>
                <a:gd name="connsiteX62" fmla="*/ 109581 w 188268"/>
                <a:gd name="connsiteY62" fmla="*/ 125020 h 502480"/>
                <a:gd name="connsiteX63" fmla="*/ 109389 w 188268"/>
                <a:gd name="connsiteY63" fmla="*/ 129480 h 502480"/>
                <a:gd name="connsiteX64" fmla="*/ 107156 w 188268"/>
                <a:gd name="connsiteY64" fmla="*/ 128736 h 502480"/>
                <a:gd name="connsiteX65" fmla="*/ 107072 w 188268"/>
                <a:gd name="connsiteY65" fmla="*/ 131451 h 502480"/>
                <a:gd name="connsiteX66" fmla="*/ 106924 w 188268"/>
                <a:gd name="connsiteY66" fmla="*/ 134968 h 502480"/>
                <a:gd name="connsiteX67" fmla="*/ 106873 w 188268"/>
                <a:gd name="connsiteY67" fmla="*/ 136759 h 502480"/>
                <a:gd name="connsiteX68" fmla="*/ 106412 w 188268"/>
                <a:gd name="connsiteY68" fmla="*/ 141387 h 502480"/>
                <a:gd name="connsiteX69" fmla="*/ 104180 w 188268"/>
                <a:gd name="connsiteY69" fmla="*/ 142875 h 502480"/>
                <a:gd name="connsiteX70" fmla="*/ 103761 w 188268"/>
                <a:gd name="connsiteY70" fmla="*/ 148503 h 502480"/>
                <a:gd name="connsiteX71" fmla="*/ 103436 w 188268"/>
                <a:gd name="connsiteY71" fmla="*/ 154037 h 502480"/>
                <a:gd name="connsiteX72" fmla="*/ 101947 w 188268"/>
                <a:gd name="connsiteY72" fmla="*/ 154781 h 502480"/>
                <a:gd name="connsiteX73" fmla="*/ 101532 w 188268"/>
                <a:gd name="connsiteY73" fmla="*/ 162874 h 502480"/>
                <a:gd name="connsiteX74" fmla="*/ 101203 w 188268"/>
                <a:gd name="connsiteY74" fmla="*/ 165199 h 502480"/>
                <a:gd name="connsiteX75" fmla="*/ 98971 w 188268"/>
                <a:gd name="connsiteY75" fmla="*/ 165943 h 502480"/>
                <a:gd name="connsiteX76" fmla="*/ 98459 w 188268"/>
                <a:gd name="connsiteY76" fmla="*/ 170827 h 502480"/>
                <a:gd name="connsiteX77" fmla="*/ 98311 w 188268"/>
                <a:gd name="connsiteY77" fmla="*/ 173527 h 502480"/>
                <a:gd name="connsiteX78" fmla="*/ 98227 w 188268"/>
                <a:gd name="connsiteY78" fmla="*/ 175617 h 502480"/>
                <a:gd name="connsiteX79" fmla="*/ 96738 w 188268"/>
                <a:gd name="connsiteY79" fmla="*/ 175617 h 502480"/>
                <a:gd name="connsiteX80" fmla="*/ 95901 w 188268"/>
                <a:gd name="connsiteY80" fmla="*/ 178594 h 502480"/>
                <a:gd name="connsiteX81" fmla="*/ 95523 w 188268"/>
                <a:gd name="connsiteY81" fmla="*/ 180268 h 502480"/>
                <a:gd name="connsiteX82" fmla="*/ 95250 w 188268"/>
                <a:gd name="connsiteY82" fmla="*/ 181570 h 502480"/>
                <a:gd name="connsiteX83" fmla="*/ 97482 w 188268"/>
                <a:gd name="connsiteY83" fmla="*/ 180826 h 502480"/>
                <a:gd name="connsiteX84" fmla="*/ 100933 w 188268"/>
                <a:gd name="connsiteY84" fmla="*/ 180727 h 502480"/>
                <a:gd name="connsiteX85" fmla="*/ 103080 w 188268"/>
                <a:gd name="connsiteY85" fmla="*/ 180717 h 502480"/>
                <a:gd name="connsiteX86" fmla="*/ 105431 w 188268"/>
                <a:gd name="connsiteY86" fmla="*/ 180718 h 502480"/>
                <a:gd name="connsiteX87" fmla="*/ 107910 w 188268"/>
                <a:gd name="connsiteY87" fmla="*/ 180710 h 502480"/>
                <a:gd name="connsiteX88" fmla="*/ 116042 w 188268"/>
                <a:gd name="connsiteY88" fmla="*/ 180701 h 502480"/>
                <a:gd name="connsiteX89" fmla="*/ 121678 w 188268"/>
                <a:gd name="connsiteY89" fmla="*/ 180694 h 502480"/>
                <a:gd name="connsiteX90" fmla="*/ 133495 w 188268"/>
                <a:gd name="connsiteY90" fmla="*/ 180688 h 502480"/>
                <a:gd name="connsiteX91" fmla="*/ 147167 w 188268"/>
                <a:gd name="connsiteY91" fmla="*/ 180669 h 502480"/>
                <a:gd name="connsiteX92" fmla="*/ 160311 w 188268"/>
                <a:gd name="connsiteY92" fmla="*/ 180656 h 502480"/>
                <a:gd name="connsiteX93" fmla="*/ 165908 w 188268"/>
                <a:gd name="connsiteY93" fmla="*/ 180646 h 502480"/>
                <a:gd name="connsiteX94" fmla="*/ 173718 w 188268"/>
                <a:gd name="connsiteY94" fmla="*/ 180645 h 502480"/>
                <a:gd name="connsiteX95" fmla="*/ 176074 w 188268"/>
                <a:gd name="connsiteY95" fmla="*/ 180633 h 502480"/>
                <a:gd name="connsiteX96" fmla="*/ 178214 w 188268"/>
                <a:gd name="connsiteY96" fmla="*/ 180642 h 502480"/>
                <a:gd name="connsiteX97" fmla="*/ 180080 w 188268"/>
                <a:gd name="connsiteY97" fmla="*/ 180641 h 502480"/>
                <a:gd name="connsiteX98" fmla="*/ 183059 w 188268"/>
                <a:gd name="connsiteY98" fmla="*/ 182314 h 502480"/>
                <a:gd name="connsiteX99" fmla="*/ 183246 w 188268"/>
                <a:gd name="connsiteY99" fmla="*/ 186842 h 502480"/>
                <a:gd name="connsiteX100" fmla="*/ 183258 w 188268"/>
                <a:gd name="connsiteY100" fmla="*/ 189787 h 502480"/>
                <a:gd name="connsiteX101" fmla="*/ 183248 w 188268"/>
                <a:gd name="connsiteY101" fmla="*/ 193054 h 502480"/>
                <a:gd name="connsiteX102" fmla="*/ 183255 w 188268"/>
                <a:gd name="connsiteY102" fmla="*/ 196500 h 502480"/>
                <a:gd name="connsiteX103" fmla="*/ 183253 w 188268"/>
                <a:gd name="connsiteY103" fmla="*/ 206005 h 502480"/>
                <a:gd name="connsiteX104" fmla="*/ 183259 w 188268"/>
                <a:gd name="connsiteY104" fmla="*/ 216242 h 502480"/>
                <a:gd name="connsiteX105" fmla="*/ 183260 w 188268"/>
                <a:gd name="connsiteY105" fmla="*/ 236310 h 502480"/>
                <a:gd name="connsiteX106" fmla="*/ 183258 w 188268"/>
                <a:gd name="connsiteY106" fmla="*/ 252611 h 502480"/>
                <a:gd name="connsiteX107" fmla="*/ 183258 w 188268"/>
                <a:gd name="connsiteY107" fmla="*/ 254950 h 502480"/>
                <a:gd name="connsiteX108" fmla="*/ 183260 w 188268"/>
                <a:gd name="connsiteY108" fmla="*/ 259655 h 502480"/>
                <a:gd name="connsiteX109" fmla="*/ 183251 w 188268"/>
                <a:gd name="connsiteY109" fmla="*/ 303811 h 502480"/>
                <a:gd name="connsiteX110" fmla="*/ 183253 w 188268"/>
                <a:gd name="connsiteY110" fmla="*/ 341742 h 502480"/>
                <a:gd name="connsiteX111" fmla="*/ 183259 w 188268"/>
                <a:gd name="connsiteY111" fmla="*/ 385739 h 502480"/>
                <a:gd name="connsiteX112" fmla="*/ 183258 w 188268"/>
                <a:gd name="connsiteY112" fmla="*/ 390426 h 502480"/>
                <a:gd name="connsiteX113" fmla="*/ 183257 w 188268"/>
                <a:gd name="connsiteY113" fmla="*/ 392755 h 502480"/>
                <a:gd name="connsiteX114" fmla="*/ 183261 w 188268"/>
                <a:gd name="connsiteY114" fmla="*/ 409048 h 502480"/>
                <a:gd name="connsiteX115" fmla="*/ 183257 w 188268"/>
                <a:gd name="connsiteY115" fmla="*/ 428888 h 502480"/>
                <a:gd name="connsiteX116" fmla="*/ 183256 w 188268"/>
                <a:gd name="connsiteY116" fmla="*/ 439020 h 502480"/>
                <a:gd name="connsiteX117" fmla="*/ 183250 w 188268"/>
                <a:gd name="connsiteY117" fmla="*/ 448280 h 502480"/>
                <a:gd name="connsiteX118" fmla="*/ 183253 w 188268"/>
                <a:gd name="connsiteY118" fmla="*/ 451645 h 502480"/>
                <a:gd name="connsiteX119" fmla="*/ 183246 w 188268"/>
                <a:gd name="connsiteY119" fmla="*/ 456189 h 502480"/>
                <a:gd name="connsiteX120" fmla="*/ 183245 w 188268"/>
                <a:gd name="connsiteY120" fmla="*/ 458748 h 502480"/>
                <a:gd name="connsiteX121" fmla="*/ 183059 w 188268"/>
                <a:gd name="connsiteY121" fmla="*/ 460623 h 502480"/>
                <a:gd name="connsiteX122" fmla="*/ 178030 w 188268"/>
                <a:gd name="connsiteY122" fmla="*/ 461457 h 502480"/>
                <a:gd name="connsiteX123" fmla="*/ 175765 w 188268"/>
                <a:gd name="connsiteY123" fmla="*/ 461460 h 502480"/>
                <a:gd name="connsiteX124" fmla="*/ 173272 w 188268"/>
                <a:gd name="connsiteY124" fmla="*/ 461452 h 502480"/>
                <a:gd name="connsiteX125" fmla="*/ 170655 w 188268"/>
                <a:gd name="connsiteY125" fmla="*/ 461452 h 502480"/>
                <a:gd name="connsiteX126" fmla="*/ 162054 w 188268"/>
                <a:gd name="connsiteY126" fmla="*/ 461440 h 502480"/>
                <a:gd name="connsiteX127" fmla="*/ 156104 w 188268"/>
                <a:gd name="connsiteY127" fmla="*/ 461437 h 502480"/>
                <a:gd name="connsiteX128" fmla="*/ 142023 w 188268"/>
                <a:gd name="connsiteY128" fmla="*/ 461421 h 502480"/>
                <a:gd name="connsiteX129" fmla="*/ 125994 w 188268"/>
                <a:gd name="connsiteY129" fmla="*/ 461405 h 502480"/>
                <a:gd name="connsiteX130" fmla="*/ 93018 w 188268"/>
                <a:gd name="connsiteY130" fmla="*/ 461367 h 502480"/>
                <a:gd name="connsiteX131" fmla="*/ 93028 w 188268"/>
                <a:gd name="connsiteY131" fmla="*/ 462854 h 502480"/>
                <a:gd name="connsiteX132" fmla="*/ 93099 w 188268"/>
                <a:gd name="connsiteY132" fmla="*/ 478136 h 502480"/>
                <a:gd name="connsiteX133" fmla="*/ 93130 w 188268"/>
                <a:gd name="connsiteY133" fmla="*/ 483844 h 502480"/>
                <a:gd name="connsiteX134" fmla="*/ 93163 w 188268"/>
                <a:gd name="connsiteY134" fmla="*/ 492034 h 502480"/>
                <a:gd name="connsiteX135" fmla="*/ 93186 w 188268"/>
                <a:gd name="connsiteY135" fmla="*/ 494625 h 502480"/>
                <a:gd name="connsiteX136" fmla="*/ 93187 w 188268"/>
                <a:gd name="connsiteY136" fmla="*/ 497017 h 502480"/>
                <a:gd name="connsiteX137" fmla="*/ 93197 w 188268"/>
                <a:gd name="connsiteY137" fmla="*/ 499130 h 502480"/>
                <a:gd name="connsiteX138" fmla="*/ 91529 w 188268"/>
                <a:gd name="connsiteY138" fmla="*/ 502295 h 502480"/>
                <a:gd name="connsiteX139" fmla="*/ 86602 w 188268"/>
                <a:gd name="connsiteY139" fmla="*/ 502476 h 502480"/>
                <a:gd name="connsiteX140" fmla="*/ 85069 w 188268"/>
                <a:gd name="connsiteY140" fmla="*/ 502480 h 502480"/>
                <a:gd name="connsiteX141" fmla="*/ 80042 w 188268"/>
                <a:gd name="connsiteY141" fmla="*/ 502466 h 502480"/>
                <a:gd name="connsiteX142" fmla="*/ 76555 w 188268"/>
                <a:gd name="connsiteY142" fmla="*/ 502465 h 502480"/>
                <a:gd name="connsiteX143" fmla="*/ 69244 w 188268"/>
                <a:gd name="connsiteY143" fmla="*/ 502448 h 502480"/>
                <a:gd name="connsiteX144" fmla="*/ 59860 w 188268"/>
                <a:gd name="connsiteY144" fmla="*/ 502433 h 502480"/>
                <a:gd name="connsiteX145" fmla="*/ 52659 w 188268"/>
                <a:gd name="connsiteY145" fmla="*/ 502423 h 502480"/>
                <a:gd name="connsiteX146" fmla="*/ 49198 w 188268"/>
                <a:gd name="connsiteY146" fmla="*/ 502419 h 502480"/>
                <a:gd name="connsiteX147" fmla="*/ 44366 w 188268"/>
                <a:gd name="connsiteY147" fmla="*/ 502403 h 502480"/>
                <a:gd name="connsiteX148" fmla="*/ 41586 w 188268"/>
                <a:gd name="connsiteY148" fmla="*/ 502394 h 502480"/>
                <a:gd name="connsiteX149" fmla="*/ 37951 w 188268"/>
                <a:gd name="connsiteY149" fmla="*/ 501551 h 502480"/>
                <a:gd name="connsiteX150" fmla="*/ 37762 w 188268"/>
                <a:gd name="connsiteY150" fmla="*/ 495017 h 502480"/>
                <a:gd name="connsiteX151" fmla="*/ 37755 w 188268"/>
                <a:gd name="connsiteY151" fmla="*/ 492914 h 502480"/>
                <a:gd name="connsiteX152" fmla="*/ 37759 w 188268"/>
                <a:gd name="connsiteY152" fmla="*/ 485882 h 502480"/>
                <a:gd name="connsiteX153" fmla="*/ 37751 w 188268"/>
                <a:gd name="connsiteY153" fmla="*/ 480863 h 502480"/>
                <a:gd name="connsiteX154" fmla="*/ 37751 w 188268"/>
                <a:gd name="connsiteY154" fmla="*/ 467187 h 502480"/>
                <a:gd name="connsiteX155" fmla="*/ 37749 w 188268"/>
                <a:gd name="connsiteY155" fmla="*/ 452900 h 502480"/>
                <a:gd name="connsiteX156" fmla="*/ 37759 w 188268"/>
                <a:gd name="connsiteY156" fmla="*/ 427353 h 502480"/>
                <a:gd name="connsiteX157" fmla="*/ 37757 w 188268"/>
                <a:gd name="connsiteY157" fmla="*/ 404189 h 502480"/>
                <a:gd name="connsiteX158" fmla="*/ 37751 w 188268"/>
                <a:gd name="connsiteY158" fmla="*/ 377308 h 502480"/>
                <a:gd name="connsiteX159" fmla="*/ 37748 w 188268"/>
                <a:gd name="connsiteY159" fmla="*/ 363072 h 502480"/>
                <a:gd name="connsiteX160" fmla="*/ 37756 w 188268"/>
                <a:gd name="connsiteY160" fmla="*/ 349681 h 502480"/>
                <a:gd name="connsiteX161" fmla="*/ 37754 w 188268"/>
                <a:gd name="connsiteY161" fmla="*/ 344761 h 502480"/>
                <a:gd name="connsiteX162" fmla="*/ 37762 w 188268"/>
                <a:gd name="connsiteY162" fmla="*/ 338054 h 502480"/>
                <a:gd name="connsiteX163" fmla="*/ 37752 w 188268"/>
                <a:gd name="connsiteY163" fmla="*/ 336079 h 502480"/>
                <a:gd name="connsiteX164" fmla="*/ 39439 w 188268"/>
                <a:gd name="connsiteY164" fmla="*/ 327422 h 502480"/>
                <a:gd name="connsiteX165" fmla="*/ 37951 w 188268"/>
                <a:gd name="connsiteY165" fmla="*/ 327422 h 502480"/>
                <a:gd name="connsiteX166" fmla="*/ 37207 w 188268"/>
                <a:gd name="connsiteY166" fmla="*/ 331143 h 502480"/>
                <a:gd name="connsiteX167" fmla="*/ 33486 w 188268"/>
                <a:gd name="connsiteY167" fmla="*/ 337096 h 502480"/>
                <a:gd name="connsiteX168" fmla="*/ 32742 w 188268"/>
                <a:gd name="connsiteY168" fmla="*/ 338956 h 502480"/>
                <a:gd name="connsiteX169" fmla="*/ 30510 w 188268"/>
                <a:gd name="connsiteY169" fmla="*/ 341561 h 502480"/>
                <a:gd name="connsiteX170" fmla="*/ 30184 w 188268"/>
                <a:gd name="connsiteY170" fmla="*/ 343095 h 502480"/>
                <a:gd name="connsiteX171" fmla="*/ 29766 w 188268"/>
                <a:gd name="connsiteY171" fmla="*/ 344537 h 502480"/>
                <a:gd name="connsiteX172" fmla="*/ 27533 w 188268"/>
                <a:gd name="connsiteY172" fmla="*/ 344537 h 502480"/>
                <a:gd name="connsiteX173" fmla="*/ 27397 w 188268"/>
                <a:gd name="connsiteY173" fmla="*/ 345976 h 502480"/>
                <a:gd name="connsiteX174" fmla="*/ 27208 w 188268"/>
                <a:gd name="connsiteY174" fmla="*/ 347839 h 502480"/>
                <a:gd name="connsiteX175" fmla="*/ 27025 w 188268"/>
                <a:gd name="connsiteY175" fmla="*/ 349697 h 502480"/>
                <a:gd name="connsiteX176" fmla="*/ 26045 w 188268"/>
                <a:gd name="connsiteY176" fmla="*/ 351978 h 502480"/>
                <a:gd name="connsiteX177" fmla="*/ 23068 w 188268"/>
                <a:gd name="connsiteY177" fmla="*/ 352071 h 502480"/>
                <a:gd name="connsiteX178" fmla="*/ 21441 w 188268"/>
                <a:gd name="connsiteY178" fmla="*/ 352077 h 502480"/>
                <a:gd name="connsiteX179" fmla="*/ 19348 w 188268"/>
                <a:gd name="connsiteY179" fmla="*/ 351234 h 502480"/>
                <a:gd name="connsiteX180" fmla="*/ 19112 w 188268"/>
                <a:gd name="connsiteY180" fmla="*/ 347092 h 502480"/>
                <a:gd name="connsiteX181" fmla="*/ 19018 w 188268"/>
                <a:gd name="connsiteY181" fmla="*/ 344556 h 502480"/>
                <a:gd name="connsiteX182" fmla="*/ 18929 w 188268"/>
                <a:gd name="connsiteY182" fmla="*/ 341886 h 502480"/>
                <a:gd name="connsiteX183" fmla="*/ 18832 w 188268"/>
                <a:gd name="connsiteY183" fmla="*/ 339207 h 502480"/>
                <a:gd name="connsiteX184" fmla="*/ 18604 w 188268"/>
                <a:gd name="connsiteY184" fmla="*/ 332631 h 502480"/>
                <a:gd name="connsiteX185" fmla="*/ 16371 w 188268"/>
                <a:gd name="connsiteY185" fmla="*/ 332631 h 502480"/>
                <a:gd name="connsiteX186" fmla="*/ 16287 w 188268"/>
                <a:gd name="connsiteY186" fmla="*/ 329890 h 502480"/>
                <a:gd name="connsiteX187" fmla="*/ 16139 w 188268"/>
                <a:gd name="connsiteY187" fmla="*/ 326352 h 502480"/>
                <a:gd name="connsiteX188" fmla="*/ 16088 w 188268"/>
                <a:gd name="connsiteY188" fmla="*/ 324543 h 502480"/>
                <a:gd name="connsiteX189" fmla="*/ 15627 w 188268"/>
                <a:gd name="connsiteY189" fmla="*/ 319980 h 502480"/>
                <a:gd name="connsiteX190" fmla="*/ 13395 w 188268"/>
                <a:gd name="connsiteY190" fmla="*/ 319236 h 502480"/>
                <a:gd name="connsiteX191" fmla="*/ 13177 w 188268"/>
                <a:gd name="connsiteY191" fmla="*/ 316234 h 502480"/>
                <a:gd name="connsiteX192" fmla="*/ 13198 w 188268"/>
                <a:gd name="connsiteY192" fmla="*/ 314410 h 502480"/>
                <a:gd name="connsiteX193" fmla="*/ 13255 w 188268"/>
                <a:gd name="connsiteY193" fmla="*/ 312493 h 502480"/>
                <a:gd name="connsiteX194" fmla="*/ 13286 w 188268"/>
                <a:gd name="connsiteY194" fmla="*/ 310567 h 502480"/>
                <a:gd name="connsiteX195" fmla="*/ 13395 w 188268"/>
                <a:gd name="connsiteY195" fmla="*/ 305842 h 502480"/>
                <a:gd name="connsiteX196" fmla="*/ 11162 w 188268"/>
                <a:gd name="connsiteY196" fmla="*/ 305842 h 502480"/>
                <a:gd name="connsiteX197" fmla="*/ 11025 w 188268"/>
                <a:gd name="connsiteY197" fmla="*/ 303967 h 502480"/>
                <a:gd name="connsiteX198" fmla="*/ 10837 w 188268"/>
                <a:gd name="connsiteY198" fmla="*/ 301516 h 502480"/>
                <a:gd name="connsiteX199" fmla="*/ 10653 w 188268"/>
                <a:gd name="connsiteY199" fmla="*/ 299083 h 502480"/>
                <a:gd name="connsiteX200" fmla="*/ 9674 w 188268"/>
                <a:gd name="connsiteY200" fmla="*/ 294680 h 502480"/>
                <a:gd name="connsiteX201" fmla="*/ 8186 w 188268"/>
                <a:gd name="connsiteY201" fmla="*/ 293936 h 502480"/>
                <a:gd name="connsiteX202" fmla="*/ 7720 w 188268"/>
                <a:gd name="connsiteY202" fmla="*/ 288680 h 502480"/>
                <a:gd name="connsiteX203" fmla="*/ 7552 w 188268"/>
                <a:gd name="connsiteY203" fmla="*/ 285770 h 502480"/>
                <a:gd name="connsiteX204" fmla="*/ 7441 w 188268"/>
                <a:gd name="connsiteY204" fmla="*/ 283518 h 502480"/>
                <a:gd name="connsiteX205" fmla="*/ 5209 w 188268"/>
                <a:gd name="connsiteY205" fmla="*/ 284262 h 502480"/>
                <a:gd name="connsiteX206" fmla="*/ 5099 w 188268"/>
                <a:gd name="connsiteY206" fmla="*/ 282334 h 502480"/>
                <a:gd name="connsiteX207" fmla="*/ 4930 w 188268"/>
                <a:gd name="connsiteY207" fmla="*/ 279843 h 502480"/>
                <a:gd name="connsiteX208" fmla="*/ 4773 w 188268"/>
                <a:gd name="connsiteY208" fmla="*/ 277358 h 502480"/>
                <a:gd name="connsiteX209" fmla="*/ 4465 w 188268"/>
                <a:gd name="connsiteY209" fmla="*/ 275332 h 502480"/>
                <a:gd name="connsiteX210" fmla="*/ 2977 w 188268"/>
                <a:gd name="connsiteY210" fmla="*/ 274588 h 502480"/>
                <a:gd name="connsiteX211" fmla="*/ 1907 w 188268"/>
                <a:gd name="connsiteY211" fmla="*/ 269402 h 502480"/>
                <a:gd name="connsiteX212" fmla="*/ 1488 w 188268"/>
                <a:gd name="connsiteY212" fmla="*/ 267891 h 502480"/>
                <a:gd name="connsiteX213" fmla="*/ 0 w 188268"/>
                <a:gd name="connsiteY213" fmla="*/ 267146 h 502480"/>
                <a:gd name="connsiteX214" fmla="*/ 0 w 188268"/>
                <a:gd name="connsiteY214" fmla="*/ 265658 h 502480"/>
                <a:gd name="connsiteX215" fmla="*/ 1488 w 188268"/>
                <a:gd name="connsiteY215" fmla="*/ 264914 h 502480"/>
                <a:gd name="connsiteX216" fmla="*/ 3139 w 188268"/>
                <a:gd name="connsiteY216" fmla="*/ 260237 h 502480"/>
                <a:gd name="connsiteX217" fmla="*/ 3721 w 188268"/>
                <a:gd name="connsiteY217" fmla="*/ 258961 h 502480"/>
                <a:gd name="connsiteX218" fmla="*/ 5209 w 188268"/>
                <a:gd name="connsiteY218" fmla="*/ 258961 h 502480"/>
                <a:gd name="connsiteX219" fmla="*/ 5488 w 188268"/>
                <a:gd name="connsiteY219" fmla="*/ 256403 h 502480"/>
                <a:gd name="connsiteX220" fmla="*/ 5953 w 188268"/>
                <a:gd name="connsiteY220" fmla="*/ 253752 h 502480"/>
                <a:gd name="connsiteX221" fmla="*/ 7441 w 188268"/>
                <a:gd name="connsiteY221" fmla="*/ 253008 h 502480"/>
                <a:gd name="connsiteX222" fmla="*/ 7813 w 188268"/>
                <a:gd name="connsiteY222" fmla="*/ 251147 h 502480"/>
                <a:gd name="connsiteX223" fmla="*/ 8186 w 188268"/>
                <a:gd name="connsiteY223" fmla="*/ 249287 h 502480"/>
                <a:gd name="connsiteX224" fmla="*/ 9674 w 188268"/>
                <a:gd name="connsiteY224" fmla="*/ 248543 h 502480"/>
                <a:gd name="connsiteX225" fmla="*/ 10371 w 188268"/>
                <a:gd name="connsiteY225" fmla="*/ 245892 h 502480"/>
                <a:gd name="connsiteX226" fmla="*/ 11162 w 188268"/>
                <a:gd name="connsiteY226" fmla="*/ 243334 h 502480"/>
                <a:gd name="connsiteX227" fmla="*/ 13395 w 188268"/>
                <a:gd name="connsiteY227" fmla="*/ 243334 h 502480"/>
                <a:gd name="connsiteX228" fmla="*/ 13255 w 188268"/>
                <a:gd name="connsiteY228" fmla="*/ 240404 h 502480"/>
                <a:gd name="connsiteX229" fmla="*/ 13395 w 188268"/>
                <a:gd name="connsiteY229" fmla="*/ 237381 h 502480"/>
                <a:gd name="connsiteX230" fmla="*/ 15627 w 188268"/>
                <a:gd name="connsiteY230" fmla="*/ 236637 h 502480"/>
                <a:gd name="connsiteX231" fmla="*/ 16371 w 188268"/>
                <a:gd name="connsiteY231" fmla="*/ 232172 h 502480"/>
                <a:gd name="connsiteX232" fmla="*/ 17859 w 188268"/>
                <a:gd name="connsiteY232" fmla="*/ 231428 h 502480"/>
                <a:gd name="connsiteX233" fmla="*/ 19510 w 188268"/>
                <a:gd name="connsiteY233" fmla="*/ 226751 h 502480"/>
                <a:gd name="connsiteX234" fmla="*/ 20092 w 188268"/>
                <a:gd name="connsiteY234" fmla="*/ 225475 h 502480"/>
                <a:gd name="connsiteX235" fmla="*/ 21580 w 188268"/>
                <a:gd name="connsiteY235" fmla="*/ 225475 h 502480"/>
                <a:gd name="connsiteX236" fmla="*/ 21502 w 188268"/>
                <a:gd name="connsiteY236" fmla="*/ 224036 h 502480"/>
                <a:gd name="connsiteX237" fmla="*/ 21441 w 188268"/>
                <a:gd name="connsiteY237" fmla="*/ 222172 h 502480"/>
                <a:gd name="connsiteX238" fmla="*/ 21362 w 188268"/>
                <a:gd name="connsiteY238" fmla="*/ 220315 h 502480"/>
                <a:gd name="connsiteX239" fmla="*/ 21580 w 188268"/>
                <a:gd name="connsiteY239" fmla="*/ 218777 h 502480"/>
                <a:gd name="connsiteX240" fmla="*/ 23813 w 188268"/>
                <a:gd name="connsiteY240" fmla="*/ 218033 h 502480"/>
                <a:gd name="connsiteX241" fmla="*/ 24324 w 188268"/>
                <a:gd name="connsiteY241" fmla="*/ 214638 h 502480"/>
                <a:gd name="connsiteX242" fmla="*/ 24472 w 188268"/>
                <a:gd name="connsiteY242" fmla="*/ 212775 h 502480"/>
                <a:gd name="connsiteX243" fmla="*/ 24557 w 188268"/>
                <a:gd name="connsiteY243" fmla="*/ 211336 h 502480"/>
                <a:gd name="connsiteX244" fmla="*/ 26789 w 188268"/>
                <a:gd name="connsiteY244" fmla="*/ 211336 h 502480"/>
                <a:gd name="connsiteX245" fmla="*/ 26900 w 188268"/>
                <a:gd name="connsiteY245" fmla="*/ 209897 h 502480"/>
                <a:gd name="connsiteX246" fmla="*/ 27068 w 188268"/>
                <a:gd name="connsiteY246" fmla="*/ 208034 h 502480"/>
                <a:gd name="connsiteX247" fmla="*/ 27225 w 188268"/>
                <a:gd name="connsiteY247" fmla="*/ 206176 h 502480"/>
                <a:gd name="connsiteX248" fmla="*/ 27533 w 188268"/>
                <a:gd name="connsiteY248" fmla="*/ 204639 h 502480"/>
                <a:gd name="connsiteX249" fmla="*/ 29021 w 188268"/>
                <a:gd name="connsiteY249" fmla="*/ 203895 h 502480"/>
                <a:gd name="connsiteX250" fmla="*/ 29437 w 188268"/>
                <a:gd name="connsiteY250" fmla="*/ 197546 h 502480"/>
                <a:gd name="connsiteX251" fmla="*/ 29766 w 188268"/>
                <a:gd name="connsiteY251" fmla="*/ 195709 h 502480"/>
                <a:gd name="connsiteX252" fmla="*/ 31998 w 188268"/>
                <a:gd name="connsiteY252" fmla="*/ 194965 h 502480"/>
                <a:gd name="connsiteX253" fmla="*/ 32510 w 188268"/>
                <a:gd name="connsiteY253" fmla="*/ 191570 h 502480"/>
                <a:gd name="connsiteX254" fmla="*/ 32658 w 188268"/>
                <a:gd name="connsiteY254" fmla="*/ 189706 h 502480"/>
                <a:gd name="connsiteX255" fmla="*/ 32742 w 188268"/>
                <a:gd name="connsiteY255" fmla="*/ 188268 h 502480"/>
                <a:gd name="connsiteX256" fmla="*/ 34975 w 188268"/>
                <a:gd name="connsiteY256" fmla="*/ 188268 h 502480"/>
                <a:gd name="connsiteX257" fmla="*/ 35085 w 188268"/>
                <a:gd name="connsiteY257" fmla="*/ 186340 h 502480"/>
                <a:gd name="connsiteX258" fmla="*/ 35254 w 188268"/>
                <a:gd name="connsiteY258" fmla="*/ 183849 h 502480"/>
                <a:gd name="connsiteX259" fmla="*/ 35411 w 188268"/>
                <a:gd name="connsiteY259" fmla="*/ 181364 h 502480"/>
                <a:gd name="connsiteX260" fmla="*/ 35719 w 188268"/>
                <a:gd name="connsiteY260" fmla="*/ 179338 h 502480"/>
                <a:gd name="connsiteX261" fmla="*/ 37207 w 188268"/>
                <a:gd name="connsiteY261" fmla="*/ 178594 h 502480"/>
                <a:gd name="connsiteX262" fmla="*/ 37672 w 188268"/>
                <a:gd name="connsiteY262" fmla="*/ 174082 h 502480"/>
                <a:gd name="connsiteX263" fmla="*/ 37841 w 188268"/>
                <a:gd name="connsiteY263" fmla="*/ 171591 h 502480"/>
                <a:gd name="connsiteX264" fmla="*/ 37951 w 188268"/>
                <a:gd name="connsiteY264" fmla="*/ 169664 h 502480"/>
                <a:gd name="connsiteX265" fmla="*/ 40184 w 188268"/>
                <a:gd name="connsiteY265" fmla="*/ 169664 h 502480"/>
                <a:gd name="connsiteX266" fmla="*/ 40928 w 188268"/>
                <a:gd name="connsiteY266" fmla="*/ 159990 h 502480"/>
                <a:gd name="connsiteX267" fmla="*/ 43160 w 188268"/>
                <a:gd name="connsiteY267" fmla="*/ 159990 h 502480"/>
                <a:gd name="connsiteX268" fmla="*/ 43904 w 188268"/>
                <a:gd name="connsiteY268" fmla="*/ 148828 h 502480"/>
                <a:gd name="connsiteX269" fmla="*/ 46137 w 188268"/>
                <a:gd name="connsiteY269" fmla="*/ 148828 h 502480"/>
                <a:gd name="connsiteX270" fmla="*/ 46058 w 188268"/>
                <a:gd name="connsiteY270" fmla="*/ 146413 h 502480"/>
                <a:gd name="connsiteX271" fmla="*/ 45997 w 188268"/>
                <a:gd name="connsiteY271" fmla="*/ 143294 h 502480"/>
                <a:gd name="connsiteX272" fmla="*/ 45941 w 188268"/>
                <a:gd name="connsiteY272" fmla="*/ 141699 h 502480"/>
                <a:gd name="connsiteX273" fmla="*/ 46137 w 188268"/>
                <a:gd name="connsiteY273" fmla="*/ 137666 h 502480"/>
                <a:gd name="connsiteX274" fmla="*/ 48369 w 188268"/>
                <a:gd name="connsiteY274" fmla="*/ 136922 h 502480"/>
                <a:gd name="connsiteX275" fmla="*/ 48881 w 188268"/>
                <a:gd name="connsiteY275" fmla="*/ 131294 h 502480"/>
                <a:gd name="connsiteX276" fmla="*/ 48958 w 188268"/>
                <a:gd name="connsiteY276" fmla="*/ 129691 h 502480"/>
                <a:gd name="connsiteX277" fmla="*/ 49113 w 188268"/>
                <a:gd name="connsiteY277" fmla="*/ 125760 h 502480"/>
                <a:gd name="connsiteX278" fmla="*/ 50602 w 188268"/>
                <a:gd name="connsiteY278" fmla="*/ 125760 h 502480"/>
                <a:gd name="connsiteX279" fmla="*/ 51731 w 188268"/>
                <a:gd name="connsiteY279" fmla="*/ 116289 h 502480"/>
                <a:gd name="connsiteX280" fmla="*/ 52090 w 188268"/>
                <a:gd name="connsiteY280" fmla="*/ 112365 h 502480"/>
                <a:gd name="connsiteX281" fmla="*/ 53578 w 188268"/>
                <a:gd name="connsiteY281" fmla="*/ 111621 h 502480"/>
                <a:gd name="connsiteX282" fmla="*/ 53808 w 188268"/>
                <a:gd name="connsiteY282" fmla="*/ 108645 h 502480"/>
                <a:gd name="connsiteX283" fmla="*/ 53864 w 188268"/>
                <a:gd name="connsiteY283" fmla="*/ 106831 h 502480"/>
                <a:gd name="connsiteX284" fmla="*/ 53934 w 188268"/>
                <a:gd name="connsiteY284" fmla="*/ 103017 h 502480"/>
                <a:gd name="connsiteX285" fmla="*/ 53994 w 188268"/>
                <a:gd name="connsiteY285" fmla="*/ 101203 h 502480"/>
                <a:gd name="connsiteX286" fmla="*/ 54024 w 188268"/>
                <a:gd name="connsiteY286" fmla="*/ 99529 h 502480"/>
                <a:gd name="connsiteX287" fmla="*/ 54322 w 188268"/>
                <a:gd name="connsiteY287" fmla="*/ 98227 h 502480"/>
                <a:gd name="connsiteX288" fmla="*/ 56555 w 188268"/>
                <a:gd name="connsiteY288" fmla="*/ 97482 h 502480"/>
                <a:gd name="connsiteX289" fmla="*/ 56857 w 188268"/>
                <a:gd name="connsiteY289" fmla="*/ 94343 h 502480"/>
                <a:gd name="connsiteX290" fmla="*/ 56906 w 188268"/>
                <a:gd name="connsiteY290" fmla="*/ 92427 h 502480"/>
                <a:gd name="connsiteX291" fmla="*/ 56927 w 188268"/>
                <a:gd name="connsiteY291" fmla="*/ 90413 h 502480"/>
                <a:gd name="connsiteX292" fmla="*/ 56997 w 188268"/>
                <a:gd name="connsiteY292" fmla="*/ 86483 h 502480"/>
                <a:gd name="connsiteX293" fmla="*/ 57013 w 188268"/>
                <a:gd name="connsiteY293" fmla="*/ 84714 h 502480"/>
                <a:gd name="connsiteX294" fmla="*/ 57299 w 188268"/>
                <a:gd name="connsiteY294" fmla="*/ 83344 h 502480"/>
                <a:gd name="connsiteX295" fmla="*/ 59531 w 188268"/>
                <a:gd name="connsiteY295" fmla="*/ 82600 h 502480"/>
                <a:gd name="connsiteX296" fmla="*/ 59531 w 188268"/>
                <a:gd name="connsiteY296" fmla="*/ 71437 h 502480"/>
                <a:gd name="connsiteX297" fmla="*/ 11162 w 188268"/>
                <a:gd name="connsiteY297" fmla="*/ 71437 h 502480"/>
                <a:gd name="connsiteX298" fmla="*/ 11162 w 188268"/>
                <a:gd name="connsiteY298" fmla="*/ 0 h 5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188268" h="502480">
                  <a:moveTo>
                    <a:pt x="126694" y="252150"/>
                  </a:moveTo>
                  <a:cubicBezTo>
                    <a:pt x="126058" y="252156"/>
                    <a:pt x="125440" y="252162"/>
                    <a:pt x="124823" y="252168"/>
                  </a:cubicBezTo>
                  <a:cubicBezTo>
                    <a:pt x="123755" y="252165"/>
                    <a:pt x="123755" y="252165"/>
                    <a:pt x="122709" y="252162"/>
                  </a:cubicBezTo>
                  <a:cubicBezTo>
                    <a:pt x="121927" y="252179"/>
                    <a:pt x="121168" y="252196"/>
                    <a:pt x="120409" y="252213"/>
                  </a:cubicBezTo>
                  <a:cubicBezTo>
                    <a:pt x="117988" y="252224"/>
                    <a:pt x="115569" y="252240"/>
                    <a:pt x="113148" y="252281"/>
                  </a:cubicBezTo>
                  <a:cubicBezTo>
                    <a:pt x="111462" y="252309"/>
                    <a:pt x="109776" y="252329"/>
                    <a:pt x="108090" y="252342"/>
                  </a:cubicBezTo>
                  <a:cubicBezTo>
                    <a:pt x="104903" y="252359"/>
                    <a:pt x="101716" y="252390"/>
                    <a:pt x="98529" y="252423"/>
                  </a:cubicBezTo>
                  <a:cubicBezTo>
                    <a:pt x="97461" y="252441"/>
                    <a:pt x="97461" y="252441"/>
                    <a:pt x="96415" y="252459"/>
                  </a:cubicBezTo>
                  <a:cubicBezTo>
                    <a:pt x="92410" y="252521"/>
                    <a:pt x="92304" y="252980"/>
                    <a:pt x="92291" y="257012"/>
                  </a:cubicBezTo>
                  <a:cubicBezTo>
                    <a:pt x="92294" y="257557"/>
                    <a:pt x="92296" y="258085"/>
                    <a:pt x="92298" y="258614"/>
                  </a:cubicBezTo>
                  <a:cubicBezTo>
                    <a:pt x="92296" y="260406"/>
                    <a:pt x="92295" y="262198"/>
                    <a:pt x="92299" y="263989"/>
                  </a:cubicBezTo>
                  <a:cubicBezTo>
                    <a:pt x="92302" y="265308"/>
                    <a:pt x="92303" y="266626"/>
                    <a:pt x="92303" y="267945"/>
                  </a:cubicBezTo>
                  <a:cubicBezTo>
                    <a:pt x="92302" y="271527"/>
                    <a:pt x="92304" y="275109"/>
                    <a:pt x="92309" y="278691"/>
                  </a:cubicBezTo>
                  <a:cubicBezTo>
                    <a:pt x="92314" y="282505"/>
                    <a:pt x="92316" y="286318"/>
                    <a:pt x="92317" y="290132"/>
                  </a:cubicBezTo>
                  <a:cubicBezTo>
                    <a:pt x="92319" y="297334"/>
                    <a:pt x="92324" y="304536"/>
                    <a:pt x="92331" y="311738"/>
                  </a:cubicBezTo>
                  <a:cubicBezTo>
                    <a:pt x="92340" y="319994"/>
                    <a:pt x="92345" y="328250"/>
                    <a:pt x="92349" y="336505"/>
                  </a:cubicBezTo>
                  <a:cubicBezTo>
                    <a:pt x="92356" y="352576"/>
                    <a:pt x="92367" y="368647"/>
                    <a:pt x="92382" y="384717"/>
                  </a:cubicBezTo>
                  <a:cubicBezTo>
                    <a:pt x="92384" y="386568"/>
                    <a:pt x="92386" y="388418"/>
                    <a:pt x="92387" y="390268"/>
                  </a:cubicBezTo>
                  <a:cubicBezTo>
                    <a:pt x="92387" y="391280"/>
                    <a:pt x="92387" y="392263"/>
                    <a:pt x="92387" y="393245"/>
                  </a:cubicBezTo>
                  <a:cubicBezTo>
                    <a:pt x="96696" y="393260"/>
                    <a:pt x="101004" y="393273"/>
                    <a:pt x="105313" y="393281"/>
                  </a:cubicBezTo>
                  <a:cubicBezTo>
                    <a:pt x="107066" y="393284"/>
                    <a:pt x="108819" y="393288"/>
                    <a:pt x="110572" y="393291"/>
                  </a:cubicBezTo>
                  <a:cubicBezTo>
                    <a:pt x="113166" y="393301"/>
                    <a:pt x="115759" y="393310"/>
                    <a:pt x="118352" y="393314"/>
                  </a:cubicBezTo>
                  <a:cubicBezTo>
                    <a:pt x="119589" y="393316"/>
                    <a:pt x="119589" y="393316"/>
                    <a:pt x="120801" y="393317"/>
                  </a:cubicBezTo>
                  <a:cubicBezTo>
                    <a:pt x="121619" y="393321"/>
                    <a:pt x="122413" y="393325"/>
                    <a:pt x="123207" y="393329"/>
                  </a:cubicBezTo>
                  <a:cubicBezTo>
                    <a:pt x="123959" y="393329"/>
                    <a:pt x="124689" y="393329"/>
                    <a:pt x="125419" y="393329"/>
                  </a:cubicBezTo>
                  <a:cubicBezTo>
                    <a:pt x="126084" y="393331"/>
                    <a:pt x="126730" y="393333"/>
                    <a:pt x="127377" y="393334"/>
                  </a:cubicBezTo>
                  <a:cubicBezTo>
                    <a:pt x="128850" y="393245"/>
                    <a:pt x="128850" y="393245"/>
                    <a:pt x="129594" y="392501"/>
                  </a:cubicBezTo>
                  <a:cubicBezTo>
                    <a:pt x="129089" y="390611"/>
                    <a:pt x="128834" y="389069"/>
                    <a:pt x="128761" y="387088"/>
                  </a:cubicBezTo>
                  <a:cubicBezTo>
                    <a:pt x="128763" y="386084"/>
                    <a:pt x="128764" y="385109"/>
                    <a:pt x="128766" y="384134"/>
                  </a:cubicBezTo>
                  <a:cubicBezTo>
                    <a:pt x="128766" y="382394"/>
                    <a:pt x="128766" y="380653"/>
                    <a:pt x="128772" y="378913"/>
                  </a:cubicBezTo>
                  <a:cubicBezTo>
                    <a:pt x="128776" y="377636"/>
                    <a:pt x="128778" y="376359"/>
                    <a:pt x="128780" y="375083"/>
                  </a:cubicBezTo>
                  <a:cubicBezTo>
                    <a:pt x="128781" y="372333"/>
                    <a:pt x="128784" y="369583"/>
                    <a:pt x="128789" y="366833"/>
                  </a:cubicBezTo>
                  <a:cubicBezTo>
                    <a:pt x="128800" y="362409"/>
                    <a:pt x="128807" y="357984"/>
                    <a:pt x="128811" y="353560"/>
                  </a:cubicBezTo>
                  <a:cubicBezTo>
                    <a:pt x="128819" y="343363"/>
                    <a:pt x="128834" y="333167"/>
                    <a:pt x="128850" y="322970"/>
                  </a:cubicBezTo>
                  <a:cubicBezTo>
                    <a:pt x="128866" y="313527"/>
                    <a:pt x="128880" y="304084"/>
                    <a:pt x="128888" y="294641"/>
                  </a:cubicBezTo>
                  <a:cubicBezTo>
                    <a:pt x="128892" y="290192"/>
                    <a:pt x="128896" y="285743"/>
                    <a:pt x="128906" y="281294"/>
                  </a:cubicBezTo>
                  <a:cubicBezTo>
                    <a:pt x="128913" y="278479"/>
                    <a:pt x="128917" y="275664"/>
                    <a:pt x="128920" y="272850"/>
                  </a:cubicBezTo>
                  <a:cubicBezTo>
                    <a:pt x="128921" y="271542"/>
                    <a:pt x="128922" y="270234"/>
                    <a:pt x="128923" y="268926"/>
                  </a:cubicBezTo>
                  <a:cubicBezTo>
                    <a:pt x="128929" y="267103"/>
                    <a:pt x="128935" y="265281"/>
                    <a:pt x="128935" y="263459"/>
                  </a:cubicBezTo>
                  <a:cubicBezTo>
                    <a:pt x="128935" y="262897"/>
                    <a:pt x="128935" y="262352"/>
                    <a:pt x="128935" y="261807"/>
                  </a:cubicBezTo>
                  <a:cubicBezTo>
                    <a:pt x="128940" y="258654"/>
                    <a:pt x="129002" y="255646"/>
                    <a:pt x="128106" y="252602"/>
                  </a:cubicBezTo>
                  <a:cubicBezTo>
                    <a:pt x="127626" y="252448"/>
                    <a:pt x="127160" y="252299"/>
                    <a:pt x="126694" y="252150"/>
                  </a:cubicBezTo>
                  <a:close/>
                  <a:moveTo>
                    <a:pt x="11162" y="0"/>
                  </a:moveTo>
                  <a:cubicBezTo>
                    <a:pt x="69607" y="0"/>
                    <a:pt x="128052" y="0"/>
                    <a:pt x="188268" y="0"/>
                  </a:cubicBezTo>
                  <a:cubicBezTo>
                    <a:pt x="188268" y="23574"/>
                    <a:pt x="188268" y="47149"/>
                    <a:pt x="188268" y="71437"/>
                  </a:cubicBezTo>
                  <a:cubicBezTo>
                    <a:pt x="164939" y="71437"/>
                    <a:pt x="141610" y="71437"/>
                    <a:pt x="117574" y="71437"/>
                  </a:cubicBezTo>
                  <a:cubicBezTo>
                    <a:pt x="117574" y="76594"/>
                    <a:pt x="117574" y="81751"/>
                    <a:pt x="117574" y="87064"/>
                  </a:cubicBezTo>
                  <a:cubicBezTo>
                    <a:pt x="116838" y="87310"/>
                    <a:pt x="116101" y="87556"/>
                    <a:pt x="115342" y="87809"/>
                  </a:cubicBezTo>
                  <a:cubicBezTo>
                    <a:pt x="114960" y="89317"/>
                    <a:pt x="114960" y="89317"/>
                    <a:pt x="114961" y="91137"/>
                  </a:cubicBezTo>
                  <a:cubicBezTo>
                    <a:pt x="114935" y="91806"/>
                    <a:pt x="114908" y="92475"/>
                    <a:pt x="114881" y="93164"/>
                  </a:cubicBezTo>
                  <a:cubicBezTo>
                    <a:pt x="114856" y="94220"/>
                    <a:pt x="114856" y="94220"/>
                    <a:pt x="114830" y="95296"/>
                  </a:cubicBezTo>
                  <a:cubicBezTo>
                    <a:pt x="114805" y="96003"/>
                    <a:pt x="114779" y="96709"/>
                    <a:pt x="114753" y="97437"/>
                  </a:cubicBezTo>
                  <a:cubicBezTo>
                    <a:pt x="114692" y="99189"/>
                    <a:pt x="114640" y="100940"/>
                    <a:pt x="114598" y="102691"/>
                  </a:cubicBezTo>
                  <a:cubicBezTo>
                    <a:pt x="113861" y="102691"/>
                    <a:pt x="113124" y="102691"/>
                    <a:pt x="112365" y="102691"/>
                  </a:cubicBezTo>
                  <a:cubicBezTo>
                    <a:pt x="112311" y="104129"/>
                    <a:pt x="112311" y="104129"/>
                    <a:pt x="112255" y="105595"/>
                  </a:cubicBezTo>
                  <a:cubicBezTo>
                    <a:pt x="112199" y="106844"/>
                    <a:pt x="112143" y="108093"/>
                    <a:pt x="112086" y="109342"/>
                  </a:cubicBezTo>
                  <a:cubicBezTo>
                    <a:pt x="112063" y="109975"/>
                    <a:pt x="112040" y="110607"/>
                    <a:pt x="112016" y="111259"/>
                  </a:cubicBezTo>
                  <a:cubicBezTo>
                    <a:pt x="111988" y="111861"/>
                    <a:pt x="111959" y="112463"/>
                    <a:pt x="111929" y="113083"/>
                  </a:cubicBezTo>
                  <a:cubicBezTo>
                    <a:pt x="111906" y="113640"/>
                    <a:pt x="111882" y="114198"/>
                    <a:pt x="111858" y="114772"/>
                  </a:cubicBezTo>
                  <a:cubicBezTo>
                    <a:pt x="111780" y="115206"/>
                    <a:pt x="111702" y="115639"/>
                    <a:pt x="111621" y="116086"/>
                  </a:cubicBezTo>
                  <a:cubicBezTo>
                    <a:pt x="111130" y="116331"/>
                    <a:pt x="110639" y="116577"/>
                    <a:pt x="110133" y="116830"/>
                  </a:cubicBezTo>
                  <a:cubicBezTo>
                    <a:pt x="109900" y="118973"/>
                    <a:pt x="109751" y="121053"/>
                    <a:pt x="109668" y="123202"/>
                  </a:cubicBezTo>
                  <a:cubicBezTo>
                    <a:pt x="109625" y="124102"/>
                    <a:pt x="109625" y="124102"/>
                    <a:pt x="109581" y="125020"/>
                  </a:cubicBezTo>
                  <a:cubicBezTo>
                    <a:pt x="109510" y="126507"/>
                    <a:pt x="109449" y="127993"/>
                    <a:pt x="109389" y="129480"/>
                  </a:cubicBezTo>
                  <a:cubicBezTo>
                    <a:pt x="108652" y="129235"/>
                    <a:pt x="107915" y="128989"/>
                    <a:pt x="107156" y="128736"/>
                  </a:cubicBezTo>
                  <a:cubicBezTo>
                    <a:pt x="107128" y="129632"/>
                    <a:pt x="107101" y="130528"/>
                    <a:pt x="107072" y="131451"/>
                  </a:cubicBezTo>
                  <a:cubicBezTo>
                    <a:pt x="107023" y="132624"/>
                    <a:pt x="106974" y="133796"/>
                    <a:pt x="106924" y="134968"/>
                  </a:cubicBezTo>
                  <a:cubicBezTo>
                    <a:pt x="106899" y="135855"/>
                    <a:pt x="106899" y="135855"/>
                    <a:pt x="106873" y="136759"/>
                  </a:cubicBezTo>
                  <a:cubicBezTo>
                    <a:pt x="106801" y="138308"/>
                    <a:pt x="106613" y="139850"/>
                    <a:pt x="106412" y="141387"/>
                  </a:cubicBezTo>
                  <a:cubicBezTo>
                    <a:pt x="105675" y="141878"/>
                    <a:pt x="104939" y="142369"/>
                    <a:pt x="104180" y="142875"/>
                  </a:cubicBezTo>
                  <a:cubicBezTo>
                    <a:pt x="103933" y="144797"/>
                    <a:pt x="103799" y="146577"/>
                    <a:pt x="103761" y="148503"/>
                  </a:cubicBezTo>
                  <a:cubicBezTo>
                    <a:pt x="103715" y="150367"/>
                    <a:pt x="103609" y="152176"/>
                    <a:pt x="103436" y="154037"/>
                  </a:cubicBezTo>
                  <a:cubicBezTo>
                    <a:pt x="102944" y="154283"/>
                    <a:pt x="102453" y="154528"/>
                    <a:pt x="101947" y="154781"/>
                  </a:cubicBezTo>
                  <a:cubicBezTo>
                    <a:pt x="101681" y="157479"/>
                    <a:pt x="101616" y="160164"/>
                    <a:pt x="101532" y="162874"/>
                  </a:cubicBezTo>
                  <a:cubicBezTo>
                    <a:pt x="101369" y="164025"/>
                    <a:pt x="101369" y="164025"/>
                    <a:pt x="101203" y="165199"/>
                  </a:cubicBezTo>
                  <a:cubicBezTo>
                    <a:pt x="100466" y="165445"/>
                    <a:pt x="99730" y="165690"/>
                    <a:pt x="98971" y="165943"/>
                  </a:cubicBezTo>
                  <a:cubicBezTo>
                    <a:pt x="98531" y="168205"/>
                    <a:pt x="98531" y="168205"/>
                    <a:pt x="98459" y="170827"/>
                  </a:cubicBezTo>
                  <a:cubicBezTo>
                    <a:pt x="98386" y="172163"/>
                    <a:pt x="98386" y="172163"/>
                    <a:pt x="98311" y="173527"/>
                  </a:cubicBezTo>
                  <a:cubicBezTo>
                    <a:pt x="98269" y="174562"/>
                    <a:pt x="98269" y="174562"/>
                    <a:pt x="98227" y="175617"/>
                  </a:cubicBezTo>
                  <a:cubicBezTo>
                    <a:pt x="97735" y="175617"/>
                    <a:pt x="97244" y="175617"/>
                    <a:pt x="96738" y="175617"/>
                  </a:cubicBezTo>
                  <a:cubicBezTo>
                    <a:pt x="96220" y="176963"/>
                    <a:pt x="96220" y="176963"/>
                    <a:pt x="95901" y="178594"/>
                  </a:cubicBezTo>
                  <a:cubicBezTo>
                    <a:pt x="95714" y="179423"/>
                    <a:pt x="95714" y="179423"/>
                    <a:pt x="95523" y="180268"/>
                  </a:cubicBezTo>
                  <a:cubicBezTo>
                    <a:pt x="95433" y="180698"/>
                    <a:pt x="95343" y="181128"/>
                    <a:pt x="95250" y="181570"/>
                  </a:cubicBezTo>
                  <a:cubicBezTo>
                    <a:pt x="95987" y="181325"/>
                    <a:pt x="96723" y="181079"/>
                    <a:pt x="97482" y="180826"/>
                  </a:cubicBezTo>
                  <a:cubicBezTo>
                    <a:pt x="98631" y="180757"/>
                    <a:pt x="99782" y="180729"/>
                    <a:pt x="100933" y="180727"/>
                  </a:cubicBezTo>
                  <a:cubicBezTo>
                    <a:pt x="101642" y="180723"/>
                    <a:pt x="102350" y="180720"/>
                    <a:pt x="103080" y="180717"/>
                  </a:cubicBezTo>
                  <a:cubicBezTo>
                    <a:pt x="104244" y="180718"/>
                    <a:pt x="104244" y="180718"/>
                    <a:pt x="105431" y="180718"/>
                  </a:cubicBezTo>
                  <a:cubicBezTo>
                    <a:pt x="106249" y="180716"/>
                    <a:pt x="107067" y="180713"/>
                    <a:pt x="107910" y="180710"/>
                  </a:cubicBezTo>
                  <a:cubicBezTo>
                    <a:pt x="110621" y="180703"/>
                    <a:pt x="113332" y="180702"/>
                    <a:pt x="116042" y="180701"/>
                  </a:cubicBezTo>
                  <a:cubicBezTo>
                    <a:pt x="117921" y="180699"/>
                    <a:pt x="119799" y="180696"/>
                    <a:pt x="121678" y="180694"/>
                  </a:cubicBezTo>
                  <a:cubicBezTo>
                    <a:pt x="125617" y="180689"/>
                    <a:pt x="129556" y="180688"/>
                    <a:pt x="133495" y="180688"/>
                  </a:cubicBezTo>
                  <a:cubicBezTo>
                    <a:pt x="138052" y="180689"/>
                    <a:pt x="142610" y="180681"/>
                    <a:pt x="147167" y="180669"/>
                  </a:cubicBezTo>
                  <a:cubicBezTo>
                    <a:pt x="151548" y="180658"/>
                    <a:pt x="155929" y="180656"/>
                    <a:pt x="160311" y="180656"/>
                  </a:cubicBezTo>
                  <a:cubicBezTo>
                    <a:pt x="162177" y="180655"/>
                    <a:pt x="164043" y="180652"/>
                    <a:pt x="165908" y="180646"/>
                  </a:cubicBezTo>
                  <a:cubicBezTo>
                    <a:pt x="168512" y="180639"/>
                    <a:pt x="171115" y="180641"/>
                    <a:pt x="173718" y="180645"/>
                  </a:cubicBezTo>
                  <a:cubicBezTo>
                    <a:pt x="174495" y="180641"/>
                    <a:pt x="175273" y="180637"/>
                    <a:pt x="176074" y="180633"/>
                  </a:cubicBezTo>
                  <a:cubicBezTo>
                    <a:pt x="177133" y="180637"/>
                    <a:pt x="177133" y="180637"/>
                    <a:pt x="178214" y="180642"/>
                  </a:cubicBezTo>
                  <a:cubicBezTo>
                    <a:pt x="178830" y="180642"/>
                    <a:pt x="179446" y="180641"/>
                    <a:pt x="180080" y="180641"/>
                  </a:cubicBezTo>
                  <a:cubicBezTo>
                    <a:pt x="181570" y="180826"/>
                    <a:pt x="181570" y="180826"/>
                    <a:pt x="183059" y="182314"/>
                  </a:cubicBezTo>
                  <a:cubicBezTo>
                    <a:pt x="183245" y="184283"/>
                    <a:pt x="183245" y="184283"/>
                    <a:pt x="183246" y="186842"/>
                  </a:cubicBezTo>
                  <a:cubicBezTo>
                    <a:pt x="183250" y="187814"/>
                    <a:pt x="183254" y="188786"/>
                    <a:pt x="183258" y="189787"/>
                  </a:cubicBezTo>
                  <a:cubicBezTo>
                    <a:pt x="183254" y="190876"/>
                    <a:pt x="183251" y="191965"/>
                    <a:pt x="183248" y="193054"/>
                  </a:cubicBezTo>
                  <a:cubicBezTo>
                    <a:pt x="183249" y="194203"/>
                    <a:pt x="183252" y="195352"/>
                    <a:pt x="183255" y="196500"/>
                  </a:cubicBezTo>
                  <a:cubicBezTo>
                    <a:pt x="183261" y="199669"/>
                    <a:pt x="183258" y="202837"/>
                    <a:pt x="183253" y="206005"/>
                  </a:cubicBezTo>
                  <a:cubicBezTo>
                    <a:pt x="183250" y="209418"/>
                    <a:pt x="183255" y="212830"/>
                    <a:pt x="183259" y="216242"/>
                  </a:cubicBezTo>
                  <a:cubicBezTo>
                    <a:pt x="183266" y="222931"/>
                    <a:pt x="183264" y="229621"/>
                    <a:pt x="183260" y="236310"/>
                  </a:cubicBezTo>
                  <a:cubicBezTo>
                    <a:pt x="183257" y="241744"/>
                    <a:pt x="183256" y="247177"/>
                    <a:pt x="183258" y="252611"/>
                  </a:cubicBezTo>
                  <a:cubicBezTo>
                    <a:pt x="183258" y="253383"/>
                    <a:pt x="183258" y="254155"/>
                    <a:pt x="183258" y="254950"/>
                  </a:cubicBezTo>
                  <a:cubicBezTo>
                    <a:pt x="183259" y="256518"/>
                    <a:pt x="183259" y="258087"/>
                    <a:pt x="183260" y="259655"/>
                  </a:cubicBezTo>
                  <a:cubicBezTo>
                    <a:pt x="183264" y="274373"/>
                    <a:pt x="183259" y="289092"/>
                    <a:pt x="183251" y="303811"/>
                  </a:cubicBezTo>
                  <a:cubicBezTo>
                    <a:pt x="183245" y="316455"/>
                    <a:pt x="183246" y="329099"/>
                    <a:pt x="183253" y="341742"/>
                  </a:cubicBezTo>
                  <a:cubicBezTo>
                    <a:pt x="183261" y="356408"/>
                    <a:pt x="183264" y="371074"/>
                    <a:pt x="183259" y="385739"/>
                  </a:cubicBezTo>
                  <a:cubicBezTo>
                    <a:pt x="183259" y="387302"/>
                    <a:pt x="183258" y="388864"/>
                    <a:pt x="183258" y="390426"/>
                  </a:cubicBezTo>
                  <a:cubicBezTo>
                    <a:pt x="183257" y="391579"/>
                    <a:pt x="183257" y="391579"/>
                    <a:pt x="183257" y="392755"/>
                  </a:cubicBezTo>
                  <a:cubicBezTo>
                    <a:pt x="183256" y="398186"/>
                    <a:pt x="183258" y="403617"/>
                    <a:pt x="183261" y="409048"/>
                  </a:cubicBezTo>
                  <a:cubicBezTo>
                    <a:pt x="183266" y="415661"/>
                    <a:pt x="183265" y="422274"/>
                    <a:pt x="183257" y="428888"/>
                  </a:cubicBezTo>
                  <a:cubicBezTo>
                    <a:pt x="183253" y="432265"/>
                    <a:pt x="183251" y="435643"/>
                    <a:pt x="183256" y="439020"/>
                  </a:cubicBezTo>
                  <a:cubicBezTo>
                    <a:pt x="183260" y="442107"/>
                    <a:pt x="183258" y="445193"/>
                    <a:pt x="183250" y="448280"/>
                  </a:cubicBezTo>
                  <a:cubicBezTo>
                    <a:pt x="183248" y="449402"/>
                    <a:pt x="183249" y="450524"/>
                    <a:pt x="183253" y="451645"/>
                  </a:cubicBezTo>
                  <a:cubicBezTo>
                    <a:pt x="183257" y="453160"/>
                    <a:pt x="183252" y="454674"/>
                    <a:pt x="183246" y="456189"/>
                  </a:cubicBezTo>
                  <a:cubicBezTo>
                    <a:pt x="183246" y="457033"/>
                    <a:pt x="183245" y="457878"/>
                    <a:pt x="183245" y="458748"/>
                  </a:cubicBezTo>
                  <a:cubicBezTo>
                    <a:pt x="183184" y="459367"/>
                    <a:pt x="183122" y="459985"/>
                    <a:pt x="183059" y="460623"/>
                  </a:cubicBezTo>
                  <a:cubicBezTo>
                    <a:pt x="181237" y="461534"/>
                    <a:pt x="180066" y="461459"/>
                    <a:pt x="178030" y="461457"/>
                  </a:cubicBezTo>
                  <a:cubicBezTo>
                    <a:pt x="177282" y="461458"/>
                    <a:pt x="176535" y="461459"/>
                    <a:pt x="175765" y="461460"/>
                  </a:cubicBezTo>
                  <a:cubicBezTo>
                    <a:pt x="174943" y="461457"/>
                    <a:pt x="174120" y="461454"/>
                    <a:pt x="173272" y="461452"/>
                  </a:cubicBezTo>
                  <a:cubicBezTo>
                    <a:pt x="172409" y="461452"/>
                    <a:pt x="171545" y="461452"/>
                    <a:pt x="170655" y="461452"/>
                  </a:cubicBezTo>
                  <a:cubicBezTo>
                    <a:pt x="167788" y="461451"/>
                    <a:pt x="164921" y="461446"/>
                    <a:pt x="162054" y="461440"/>
                  </a:cubicBezTo>
                  <a:cubicBezTo>
                    <a:pt x="160071" y="461438"/>
                    <a:pt x="158088" y="461437"/>
                    <a:pt x="156104" y="461437"/>
                  </a:cubicBezTo>
                  <a:cubicBezTo>
                    <a:pt x="151411" y="461434"/>
                    <a:pt x="146717" y="461428"/>
                    <a:pt x="142023" y="461421"/>
                  </a:cubicBezTo>
                  <a:cubicBezTo>
                    <a:pt x="136680" y="461412"/>
                    <a:pt x="131337" y="461408"/>
                    <a:pt x="125994" y="461405"/>
                  </a:cubicBezTo>
                  <a:cubicBezTo>
                    <a:pt x="115002" y="461397"/>
                    <a:pt x="104010" y="461384"/>
                    <a:pt x="93018" y="461367"/>
                  </a:cubicBezTo>
                  <a:cubicBezTo>
                    <a:pt x="93021" y="461858"/>
                    <a:pt x="93024" y="462349"/>
                    <a:pt x="93028" y="462854"/>
                  </a:cubicBezTo>
                  <a:cubicBezTo>
                    <a:pt x="93060" y="467948"/>
                    <a:pt x="93083" y="473042"/>
                    <a:pt x="93099" y="478136"/>
                  </a:cubicBezTo>
                  <a:cubicBezTo>
                    <a:pt x="93107" y="480038"/>
                    <a:pt x="93117" y="481941"/>
                    <a:pt x="93130" y="483844"/>
                  </a:cubicBezTo>
                  <a:cubicBezTo>
                    <a:pt x="93148" y="486574"/>
                    <a:pt x="93156" y="489304"/>
                    <a:pt x="93163" y="492034"/>
                  </a:cubicBezTo>
                  <a:cubicBezTo>
                    <a:pt x="93174" y="493316"/>
                    <a:pt x="93174" y="493316"/>
                    <a:pt x="93186" y="494625"/>
                  </a:cubicBezTo>
                  <a:cubicBezTo>
                    <a:pt x="93186" y="495414"/>
                    <a:pt x="93186" y="496204"/>
                    <a:pt x="93187" y="497017"/>
                  </a:cubicBezTo>
                  <a:cubicBezTo>
                    <a:pt x="93190" y="497715"/>
                    <a:pt x="93193" y="498412"/>
                    <a:pt x="93197" y="499130"/>
                  </a:cubicBezTo>
                  <a:cubicBezTo>
                    <a:pt x="93018" y="500807"/>
                    <a:pt x="93018" y="500807"/>
                    <a:pt x="91529" y="502295"/>
                  </a:cubicBezTo>
                  <a:cubicBezTo>
                    <a:pt x="89383" y="502479"/>
                    <a:pt x="89383" y="502479"/>
                    <a:pt x="86602" y="502476"/>
                  </a:cubicBezTo>
                  <a:cubicBezTo>
                    <a:pt x="86096" y="502477"/>
                    <a:pt x="85590" y="502478"/>
                    <a:pt x="85069" y="502480"/>
                  </a:cubicBezTo>
                  <a:cubicBezTo>
                    <a:pt x="83393" y="502483"/>
                    <a:pt x="81718" y="502475"/>
                    <a:pt x="80042" y="502466"/>
                  </a:cubicBezTo>
                  <a:cubicBezTo>
                    <a:pt x="78879" y="502465"/>
                    <a:pt x="77717" y="502465"/>
                    <a:pt x="76555" y="502465"/>
                  </a:cubicBezTo>
                  <a:cubicBezTo>
                    <a:pt x="74118" y="502464"/>
                    <a:pt x="71681" y="502458"/>
                    <a:pt x="69244" y="502448"/>
                  </a:cubicBezTo>
                  <a:cubicBezTo>
                    <a:pt x="66116" y="502435"/>
                    <a:pt x="62988" y="502433"/>
                    <a:pt x="59860" y="502433"/>
                  </a:cubicBezTo>
                  <a:cubicBezTo>
                    <a:pt x="57459" y="502433"/>
                    <a:pt x="55059" y="502429"/>
                    <a:pt x="52659" y="502423"/>
                  </a:cubicBezTo>
                  <a:cubicBezTo>
                    <a:pt x="51505" y="502421"/>
                    <a:pt x="50352" y="502420"/>
                    <a:pt x="49198" y="502419"/>
                  </a:cubicBezTo>
                  <a:cubicBezTo>
                    <a:pt x="47588" y="502417"/>
                    <a:pt x="45977" y="502411"/>
                    <a:pt x="44366" y="502403"/>
                  </a:cubicBezTo>
                  <a:cubicBezTo>
                    <a:pt x="42990" y="502399"/>
                    <a:pt x="42990" y="502399"/>
                    <a:pt x="41586" y="502394"/>
                  </a:cubicBezTo>
                  <a:cubicBezTo>
                    <a:pt x="39439" y="502295"/>
                    <a:pt x="39439" y="502295"/>
                    <a:pt x="37951" y="501551"/>
                  </a:cubicBezTo>
                  <a:cubicBezTo>
                    <a:pt x="37801" y="499350"/>
                    <a:pt x="37751" y="497219"/>
                    <a:pt x="37762" y="495017"/>
                  </a:cubicBezTo>
                  <a:cubicBezTo>
                    <a:pt x="37760" y="494323"/>
                    <a:pt x="37758" y="493629"/>
                    <a:pt x="37755" y="492914"/>
                  </a:cubicBezTo>
                  <a:cubicBezTo>
                    <a:pt x="37749" y="490570"/>
                    <a:pt x="37754" y="488226"/>
                    <a:pt x="37759" y="485882"/>
                  </a:cubicBezTo>
                  <a:cubicBezTo>
                    <a:pt x="37757" y="484209"/>
                    <a:pt x="37754" y="482536"/>
                    <a:pt x="37751" y="480863"/>
                  </a:cubicBezTo>
                  <a:cubicBezTo>
                    <a:pt x="37744" y="476305"/>
                    <a:pt x="37747" y="471746"/>
                    <a:pt x="37751" y="467187"/>
                  </a:cubicBezTo>
                  <a:cubicBezTo>
                    <a:pt x="37755" y="462425"/>
                    <a:pt x="37752" y="457663"/>
                    <a:pt x="37749" y="452900"/>
                  </a:cubicBezTo>
                  <a:cubicBezTo>
                    <a:pt x="37746" y="444384"/>
                    <a:pt x="37751" y="435869"/>
                    <a:pt x="37759" y="427353"/>
                  </a:cubicBezTo>
                  <a:cubicBezTo>
                    <a:pt x="37765" y="419631"/>
                    <a:pt x="37764" y="411910"/>
                    <a:pt x="37757" y="404189"/>
                  </a:cubicBezTo>
                  <a:cubicBezTo>
                    <a:pt x="37749" y="395228"/>
                    <a:pt x="37746" y="386268"/>
                    <a:pt x="37751" y="377308"/>
                  </a:cubicBezTo>
                  <a:cubicBezTo>
                    <a:pt x="37753" y="372563"/>
                    <a:pt x="37753" y="367817"/>
                    <a:pt x="37748" y="363072"/>
                  </a:cubicBezTo>
                  <a:cubicBezTo>
                    <a:pt x="37744" y="358609"/>
                    <a:pt x="37747" y="354145"/>
                    <a:pt x="37756" y="349681"/>
                  </a:cubicBezTo>
                  <a:cubicBezTo>
                    <a:pt x="37758" y="348041"/>
                    <a:pt x="37757" y="346401"/>
                    <a:pt x="37754" y="344761"/>
                  </a:cubicBezTo>
                  <a:cubicBezTo>
                    <a:pt x="37750" y="342526"/>
                    <a:pt x="37755" y="340290"/>
                    <a:pt x="37762" y="338054"/>
                  </a:cubicBezTo>
                  <a:cubicBezTo>
                    <a:pt x="37759" y="337403"/>
                    <a:pt x="37756" y="336751"/>
                    <a:pt x="37752" y="336079"/>
                  </a:cubicBezTo>
                  <a:cubicBezTo>
                    <a:pt x="37773" y="332857"/>
                    <a:pt x="37935" y="330357"/>
                    <a:pt x="39439" y="327422"/>
                  </a:cubicBezTo>
                  <a:cubicBezTo>
                    <a:pt x="38948" y="327422"/>
                    <a:pt x="38457" y="327422"/>
                    <a:pt x="37951" y="327422"/>
                  </a:cubicBezTo>
                  <a:cubicBezTo>
                    <a:pt x="37689" y="328659"/>
                    <a:pt x="37445" y="329900"/>
                    <a:pt x="37207" y="331143"/>
                  </a:cubicBezTo>
                  <a:cubicBezTo>
                    <a:pt x="35449" y="336115"/>
                    <a:pt x="35449" y="336115"/>
                    <a:pt x="33486" y="337096"/>
                  </a:cubicBezTo>
                  <a:cubicBezTo>
                    <a:pt x="33118" y="338017"/>
                    <a:pt x="33118" y="338017"/>
                    <a:pt x="32742" y="338956"/>
                  </a:cubicBezTo>
                  <a:cubicBezTo>
                    <a:pt x="31998" y="340816"/>
                    <a:pt x="31998" y="340816"/>
                    <a:pt x="30510" y="341561"/>
                  </a:cubicBezTo>
                  <a:cubicBezTo>
                    <a:pt x="30402" y="342067"/>
                    <a:pt x="30295" y="342573"/>
                    <a:pt x="30184" y="343095"/>
                  </a:cubicBezTo>
                  <a:cubicBezTo>
                    <a:pt x="30046" y="343571"/>
                    <a:pt x="29908" y="344047"/>
                    <a:pt x="29766" y="344537"/>
                  </a:cubicBezTo>
                  <a:cubicBezTo>
                    <a:pt x="29029" y="344537"/>
                    <a:pt x="28292" y="344537"/>
                    <a:pt x="27533" y="344537"/>
                  </a:cubicBezTo>
                  <a:cubicBezTo>
                    <a:pt x="27488" y="345012"/>
                    <a:pt x="27443" y="345487"/>
                    <a:pt x="27397" y="345976"/>
                  </a:cubicBezTo>
                  <a:cubicBezTo>
                    <a:pt x="27334" y="346591"/>
                    <a:pt x="27272" y="347206"/>
                    <a:pt x="27208" y="347839"/>
                  </a:cubicBezTo>
                  <a:cubicBezTo>
                    <a:pt x="27147" y="348452"/>
                    <a:pt x="27087" y="349065"/>
                    <a:pt x="27025" y="349697"/>
                  </a:cubicBezTo>
                  <a:cubicBezTo>
                    <a:pt x="26789" y="351234"/>
                    <a:pt x="26789" y="351234"/>
                    <a:pt x="26045" y="351978"/>
                  </a:cubicBezTo>
                  <a:cubicBezTo>
                    <a:pt x="24696" y="352077"/>
                    <a:pt x="24696" y="352077"/>
                    <a:pt x="23068" y="352071"/>
                  </a:cubicBezTo>
                  <a:cubicBezTo>
                    <a:pt x="22531" y="352073"/>
                    <a:pt x="21994" y="352075"/>
                    <a:pt x="21441" y="352077"/>
                  </a:cubicBezTo>
                  <a:cubicBezTo>
                    <a:pt x="20092" y="351978"/>
                    <a:pt x="20092" y="351978"/>
                    <a:pt x="19348" y="351234"/>
                  </a:cubicBezTo>
                  <a:cubicBezTo>
                    <a:pt x="19230" y="349856"/>
                    <a:pt x="19161" y="348474"/>
                    <a:pt x="19112" y="347092"/>
                  </a:cubicBezTo>
                  <a:cubicBezTo>
                    <a:pt x="19081" y="346255"/>
                    <a:pt x="19050" y="345418"/>
                    <a:pt x="19018" y="344556"/>
                  </a:cubicBezTo>
                  <a:cubicBezTo>
                    <a:pt x="18988" y="343675"/>
                    <a:pt x="18959" y="342794"/>
                    <a:pt x="18929" y="341886"/>
                  </a:cubicBezTo>
                  <a:cubicBezTo>
                    <a:pt x="18897" y="341002"/>
                    <a:pt x="18865" y="340118"/>
                    <a:pt x="18832" y="339207"/>
                  </a:cubicBezTo>
                  <a:cubicBezTo>
                    <a:pt x="18752" y="337015"/>
                    <a:pt x="18677" y="334823"/>
                    <a:pt x="18604" y="332631"/>
                  </a:cubicBezTo>
                  <a:cubicBezTo>
                    <a:pt x="17867" y="332631"/>
                    <a:pt x="17130" y="332631"/>
                    <a:pt x="16371" y="332631"/>
                  </a:cubicBezTo>
                  <a:cubicBezTo>
                    <a:pt x="16343" y="331726"/>
                    <a:pt x="16315" y="330822"/>
                    <a:pt x="16287" y="329890"/>
                  </a:cubicBezTo>
                  <a:cubicBezTo>
                    <a:pt x="16238" y="328711"/>
                    <a:pt x="16189" y="327531"/>
                    <a:pt x="16139" y="326352"/>
                  </a:cubicBezTo>
                  <a:cubicBezTo>
                    <a:pt x="16122" y="325755"/>
                    <a:pt x="16105" y="325158"/>
                    <a:pt x="16088" y="324543"/>
                  </a:cubicBezTo>
                  <a:cubicBezTo>
                    <a:pt x="16024" y="322628"/>
                    <a:pt x="16024" y="322628"/>
                    <a:pt x="15627" y="319980"/>
                  </a:cubicBezTo>
                  <a:cubicBezTo>
                    <a:pt x="14890" y="319735"/>
                    <a:pt x="14154" y="319489"/>
                    <a:pt x="13395" y="319236"/>
                  </a:cubicBezTo>
                  <a:cubicBezTo>
                    <a:pt x="13141" y="317922"/>
                    <a:pt x="13141" y="317922"/>
                    <a:pt x="13177" y="316234"/>
                  </a:cubicBezTo>
                  <a:cubicBezTo>
                    <a:pt x="13184" y="315632"/>
                    <a:pt x="13191" y="315030"/>
                    <a:pt x="13198" y="314410"/>
                  </a:cubicBezTo>
                  <a:cubicBezTo>
                    <a:pt x="13217" y="313777"/>
                    <a:pt x="13236" y="313144"/>
                    <a:pt x="13255" y="312493"/>
                  </a:cubicBezTo>
                  <a:cubicBezTo>
                    <a:pt x="13265" y="311857"/>
                    <a:pt x="13275" y="311222"/>
                    <a:pt x="13286" y="310567"/>
                  </a:cubicBezTo>
                  <a:cubicBezTo>
                    <a:pt x="13312" y="308992"/>
                    <a:pt x="13352" y="307417"/>
                    <a:pt x="13395" y="305842"/>
                  </a:cubicBezTo>
                  <a:cubicBezTo>
                    <a:pt x="12658" y="305842"/>
                    <a:pt x="11921" y="305842"/>
                    <a:pt x="11162" y="305842"/>
                  </a:cubicBezTo>
                  <a:cubicBezTo>
                    <a:pt x="11117" y="305223"/>
                    <a:pt x="11072" y="304604"/>
                    <a:pt x="11025" y="303967"/>
                  </a:cubicBezTo>
                  <a:cubicBezTo>
                    <a:pt x="10963" y="303158"/>
                    <a:pt x="10901" y="302350"/>
                    <a:pt x="10837" y="301516"/>
                  </a:cubicBezTo>
                  <a:cubicBezTo>
                    <a:pt x="10776" y="300714"/>
                    <a:pt x="10716" y="299911"/>
                    <a:pt x="10653" y="299083"/>
                  </a:cubicBezTo>
                  <a:cubicBezTo>
                    <a:pt x="10491" y="296867"/>
                    <a:pt x="10491" y="296867"/>
                    <a:pt x="9674" y="294680"/>
                  </a:cubicBezTo>
                  <a:cubicBezTo>
                    <a:pt x="9183" y="294434"/>
                    <a:pt x="8692" y="294189"/>
                    <a:pt x="8186" y="293936"/>
                  </a:cubicBezTo>
                  <a:cubicBezTo>
                    <a:pt x="7877" y="291584"/>
                    <a:pt x="7877" y="291584"/>
                    <a:pt x="7720" y="288680"/>
                  </a:cubicBezTo>
                  <a:cubicBezTo>
                    <a:pt x="7665" y="287720"/>
                    <a:pt x="7609" y="286760"/>
                    <a:pt x="7552" y="285770"/>
                  </a:cubicBezTo>
                  <a:cubicBezTo>
                    <a:pt x="7515" y="285027"/>
                    <a:pt x="7479" y="284283"/>
                    <a:pt x="7441" y="283518"/>
                  </a:cubicBezTo>
                  <a:cubicBezTo>
                    <a:pt x="6705" y="283763"/>
                    <a:pt x="5968" y="284009"/>
                    <a:pt x="5209" y="284262"/>
                  </a:cubicBezTo>
                  <a:cubicBezTo>
                    <a:pt x="5173" y="283626"/>
                    <a:pt x="5136" y="282990"/>
                    <a:pt x="5099" y="282334"/>
                  </a:cubicBezTo>
                  <a:cubicBezTo>
                    <a:pt x="5043" y="281512"/>
                    <a:pt x="4987" y="280690"/>
                    <a:pt x="4930" y="279843"/>
                  </a:cubicBezTo>
                  <a:cubicBezTo>
                    <a:pt x="4878" y="279023"/>
                    <a:pt x="4826" y="278203"/>
                    <a:pt x="4773" y="277358"/>
                  </a:cubicBezTo>
                  <a:cubicBezTo>
                    <a:pt x="4671" y="276689"/>
                    <a:pt x="4570" y="276021"/>
                    <a:pt x="4465" y="275332"/>
                  </a:cubicBezTo>
                  <a:cubicBezTo>
                    <a:pt x="3974" y="275086"/>
                    <a:pt x="3483" y="274841"/>
                    <a:pt x="2977" y="274588"/>
                  </a:cubicBezTo>
                  <a:cubicBezTo>
                    <a:pt x="2502" y="272873"/>
                    <a:pt x="2217" y="271154"/>
                    <a:pt x="1907" y="269402"/>
                  </a:cubicBezTo>
                  <a:cubicBezTo>
                    <a:pt x="1769" y="268903"/>
                    <a:pt x="1631" y="268405"/>
                    <a:pt x="1488" y="267891"/>
                  </a:cubicBezTo>
                  <a:cubicBezTo>
                    <a:pt x="997" y="267645"/>
                    <a:pt x="506" y="267399"/>
                    <a:pt x="0" y="267146"/>
                  </a:cubicBezTo>
                  <a:cubicBezTo>
                    <a:pt x="0" y="266655"/>
                    <a:pt x="0" y="266164"/>
                    <a:pt x="0" y="265658"/>
                  </a:cubicBezTo>
                  <a:cubicBezTo>
                    <a:pt x="491" y="265413"/>
                    <a:pt x="982" y="265167"/>
                    <a:pt x="1488" y="264914"/>
                  </a:cubicBezTo>
                  <a:cubicBezTo>
                    <a:pt x="2137" y="263380"/>
                    <a:pt x="2627" y="261821"/>
                    <a:pt x="3139" y="260237"/>
                  </a:cubicBezTo>
                  <a:cubicBezTo>
                    <a:pt x="3331" y="259816"/>
                    <a:pt x="3523" y="259395"/>
                    <a:pt x="3721" y="258961"/>
                  </a:cubicBezTo>
                  <a:cubicBezTo>
                    <a:pt x="4212" y="258961"/>
                    <a:pt x="4703" y="258961"/>
                    <a:pt x="5209" y="258961"/>
                  </a:cubicBezTo>
                  <a:cubicBezTo>
                    <a:pt x="5301" y="258117"/>
                    <a:pt x="5393" y="257273"/>
                    <a:pt x="5488" y="256403"/>
                  </a:cubicBezTo>
                  <a:cubicBezTo>
                    <a:pt x="5642" y="255528"/>
                    <a:pt x="5795" y="254653"/>
                    <a:pt x="5953" y="253752"/>
                  </a:cubicBezTo>
                  <a:cubicBezTo>
                    <a:pt x="6444" y="253506"/>
                    <a:pt x="6935" y="253261"/>
                    <a:pt x="7441" y="253008"/>
                  </a:cubicBezTo>
                  <a:cubicBezTo>
                    <a:pt x="7626" y="252087"/>
                    <a:pt x="7626" y="252087"/>
                    <a:pt x="7813" y="251147"/>
                  </a:cubicBezTo>
                  <a:cubicBezTo>
                    <a:pt x="7998" y="250227"/>
                    <a:pt x="7998" y="250227"/>
                    <a:pt x="8186" y="249287"/>
                  </a:cubicBezTo>
                  <a:cubicBezTo>
                    <a:pt x="8677" y="249042"/>
                    <a:pt x="9168" y="248796"/>
                    <a:pt x="9674" y="248543"/>
                  </a:cubicBezTo>
                  <a:cubicBezTo>
                    <a:pt x="9904" y="247668"/>
                    <a:pt x="10134" y="246793"/>
                    <a:pt x="10371" y="245892"/>
                  </a:cubicBezTo>
                  <a:cubicBezTo>
                    <a:pt x="10632" y="245048"/>
                    <a:pt x="10893" y="244204"/>
                    <a:pt x="11162" y="243334"/>
                  </a:cubicBezTo>
                  <a:cubicBezTo>
                    <a:pt x="11899" y="243334"/>
                    <a:pt x="12636" y="243334"/>
                    <a:pt x="13395" y="243334"/>
                  </a:cubicBezTo>
                  <a:cubicBezTo>
                    <a:pt x="13348" y="242367"/>
                    <a:pt x="13302" y="241400"/>
                    <a:pt x="13255" y="240404"/>
                  </a:cubicBezTo>
                  <a:cubicBezTo>
                    <a:pt x="13177" y="238756"/>
                    <a:pt x="13177" y="238756"/>
                    <a:pt x="13395" y="237381"/>
                  </a:cubicBezTo>
                  <a:cubicBezTo>
                    <a:pt x="14131" y="237135"/>
                    <a:pt x="14868" y="236890"/>
                    <a:pt x="15627" y="236637"/>
                  </a:cubicBezTo>
                  <a:cubicBezTo>
                    <a:pt x="15905" y="235154"/>
                    <a:pt x="16153" y="233665"/>
                    <a:pt x="16371" y="232172"/>
                  </a:cubicBezTo>
                  <a:cubicBezTo>
                    <a:pt x="16862" y="231926"/>
                    <a:pt x="17353" y="231681"/>
                    <a:pt x="17859" y="231428"/>
                  </a:cubicBezTo>
                  <a:cubicBezTo>
                    <a:pt x="18508" y="229894"/>
                    <a:pt x="18998" y="228335"/>
                    <a:pt x="19510" y="226751"/>
                  </a:cubicBezTo>
                  <a:cubicBezTo>
                    <a:pt x="19702" y="226330"/>
                    <a:pt x="19894" y="225908"/>
                    <a:pt x="20092" y="225475"/>
                  </a:cubicBezTo>
                  <a:cubicBezTo>
                    <a:pt x="20583" y="225475"/>
                    <a:pt x="21074" y="225475"/>
                    <a:pt x="21580" y="225475"/>
                  </a:cubicBezTo>
                  <a:cubicBezTo>
                    <a:pt x="21554" y="225000"/>
                    <a:pt x="21528" y="224525"/>
                    <a:pt x="21502" y="224036"/>
                  </a:cubicBezTo>
                  <a:cubicBezTo>
                    <a:pt x="21481" y="223421"/>
                    <a:pt x="21461" y="222806"/>
                    <a:pt x="21441" y="222172"/>
                  </a:cubicBezTo>
                  <a:cubicBezTo>
                    <a:pt x="21415" y="221560"/>
                    <a:pt x="21389" y="220947"/>
                    <a:pt x="21362" y="220315"/>
                  </a:cubicBezTo>
                  <a:cubicBezTo>
                    <a:pt x="21434" y="219808"/>
                    <a:pt x="21506" y="219300"/>
                    <a:pt x="21580" y="218777"/>
                  </a:cubicBezTo>
                  <a:cubicBezTo>
                    <a:pt x="22317" y="218532"/>
                    <a:pt x="23053" y="218286"/>
                    <a:pt x="23813" y="218033"/>
                  </a:cubicBezTo>
                  <a:cubicBezTo>
                    <a:pt x="24249" y="216458"/>
                    <a:pt x="24249" y="216458"/>
                    <a:pt x="24324" y="214638"/>
                  </a:cubicBezTo>
                  <a:cubicBezTo>
                    <a:pt x="24373" y="214023"/>
                    <a:pt x="24422" y="213408"/>
                    <a:pt x="24472" y="212775"/>
                  </a:cubicBezTo>
                  <a:cubicBezTo>
                    <a:pt x="24500" y="212300"/>
                    <a:pt x="24528" y="211825"/>
                    <a:pt x="24557" y="211336"/>
                  </a:cubicBezTo>
                  <a:cubicBezTo>
                    <a:pt x="25293" y="211336"/>
                    <a:pt x="26030" y="211336"/>
                    <a:pt x="26789" y="211336"/>
                  </a:cubicBezTo>
                  <a:cubicBezTo>
                    <a:pt x="26826" y="210861"/>
                    <a:pt x="26862" y="210386"/>
                    <a:pt x="26900" y="209897"/>
                  </a:cubicBezTo>
                  <a:cubicBezTo>
                    <a:pt x="26955" y="209282"/>
                    <a:pt x="27011" y="208667"/>
                    <a:pt x="27068" y="208034"/>
                  </a:cubicBezTo>
                  <a:cubicBezTo>
                    <a:pt x="27146" y="207114"/>
                    <a:pt x="27146" y="207114"/>
                    <a:pt x="27225" y="206176"/>
                  </a:cubicBezTo>
                  <a:cubicBezTo>
                    <a:pt x="27327" y="205669"/>
                    <a:pt x="27428" y="205161"/>
                    <a:pt x="27533" y="204639"/>
                  </a:cubicBezTo>
                  <a:cubicBezTo>
                    <a:pt x="28024" y="204393"/>
                    <a:pt x="28515" y="204148"/>
                    <a:pt x="29021" y="203895"/>
                  </a:cubicBezTo>
                  <a:cubicBezTo>
                    <a:pt x="29286" y="201777"/>
                    <a:pt x="29352" y="199678"/>
                    <a:pt x="29437" y="197546"/>
                  </a:cubicBezTo>
                  <a:cubicBezTo>
                    <a:pt x="29546" y="196940"/>
                    <a:pt x="29654" y="196334"/>
                    <a:pt x="29766" y="195709"/>
                  </a:cubicBezTo>
                  <a:cubicBezTo>
                    <a:pt x="30502" y="195463"/>
                    <a:pt x="31239" y="195218"/>
                    <a:pt x="31998" y="194965"/>
                  </a:cubicBezTo>
                  <a:cubicBezTo>
                    <a:pt x="32435" y="193389"/>
                    <a:pt x="32435" y="193389"/>
                    <a:pt x="32510" y="191570"/>
                  </a:cubicBezTo>
                  <a:cubicBezTo>
                    <a:pt x="32559" y="190955"/>
                    <a:pt x="32607" y="190340"/>
                    <a:pt x="32658" y="189706"/>
                  </a:cubicBezTo>
                  <a:cubicBezTo>
                    <a:pt x="32686" y="189232"/>
                    <a:pt x="32714" y="188757"/>
                    <a:pt x="32742" y="188268"/>
                  </a:cubicBezTo>
                  <a:cubicBezTo>
                    <a:pt x="33479" y="188268"/>
                    <a:pt x="34216" y="188268"/>
                    <a:pt x="34975" y="188268"/>
                  </a:cubicBezTo>
                  <a:cubicBezTo>
                    <a:pt x="35011" y="187632"/>
                    <a:pt x="35048" y="186996"/>
                    <a:pt x="35085" y="186340"/>
                  </a:cubicBezTo>
                  <a:cubicBezTo>
                    <a:pt x="35141" y="185518"/>
                    <a:pt x="35196" y="184696"/>
                    <a:pt x="35254" y="183849"/>
                  </a:cubicBezTo>
                  <a:cubicBezTo>
                    <a:pt x="35305" y="183029"/>
                    <a:pt x="35357" y="182209"/>
                    <a:pt x="35411" y="181364"/>
                  </a:cubicBezTo>
                  <a:cubicBezTo>
                    <a:pt x="35512" y="180695"/>
                    <a:pt x="35614" y="180027"/>
                    <a:pt x="35719" y="179338"/>
                  </a:cubicBezTo>
                  <a:cubicBezTo>
                    <a:pt x="36210" y="179092"/>
                    <a:pt x="36701" y="178847"/>
                    <a:pt x="37207" y="178594"/>
                  </a:cubicBezTo>
                  <a:cubicBezTo>
                    <a:pt x="37556" y="176498"/>
                    <a:pt x="37556" y="176498"/>
                    <a:pt x="37672" y="174082"/>
                  </a:cubicBezTo>
                  <a:cubicBezTo>
                    <a:pt x="37728" y="173260"/>
                    <a:pt x="37783" y="172438"/>
                    <a:pt x="37841" y="171591"/>
                  </a:cubicBezTo>
                  <a:cubicBezTo>
                    <a:pt x="37877" y="170955"/>
                    <a:pt x="37914" y="170319"/>
                    <a:pt x="37951" y="169664"/>
                  </a:cubicBezTo>
                  <a:cubicBezTo>
                    <a:pt x="38688" y="169664"/>
                    <a:pt x="39425" y="169664"/>
                    <a:pt x="40184" y="169664"/>
                  </a:cubicBezTo>
                  <a:cubicBezTo>
                    <a:pt x="40552" y="164875"/>
                    <a:pt x="40552" y="164875"/>
                    <a:pt x="40928" y="159990"/>
                  </a:cubicBezTo>
                  <a:cubicBezTo>
                    <a:pt x="41664" y="159990"/>
                    <a:pt x="42401" y="159990"/>
                    <a:pt x="43160" y="159990"/>
                  </a:cubicBezTo>
                  <a:cubicBezTo>
                    <a:pt x="43406" y="156307"/>
                    <a:pt x="43651" y="152623"/>
                    <a:pt x="43904" y="148828"/>
                  </a:cubicBezTo>
                  <a:cubicBezTo>
                    <a:pt x="44641" y="148828"/>
                    <a:pt x="45378" y="148828"/>
                    <a:pt x="46137" y="148828"/>
                  </a:cubicBezTo>
                  <a:cubicBezTo>
                    <a:pt x="46111" y="148031"/>
                    <a:pt x="46085" y="147234"/>
                    <a:pt x="46058" y="146413"/>
                  </a:cubicBezTo>
                  <a:cubicBezTo>
                    <a:pt x="46037" y="145373"/>
                    <a:pt x="46017" y="144333"/>
                    <a:pt x="45997" y="143294"/>
                  </a:cubicBezTo>
                  <a:cubicBezTo>
                    <a:pt x="45978" y="142767"/>
                    <a:pt x="45960" y="142241"/>
                    <a:pt x="45941" y="141699"/>
                  </a:cubicBezTo>
                  <a:cubicBezTo>
                    <a:pt x="45919" y="140180"/>
                    <a:pt x="45919" y="140180"/>
                    <a:pt x="46137" y="137666"/>
                  </a:cubicBezTo>
                  <a:cubicBezTo>
                    <a:pt x="46873" y="137420"/>
                    <a:pt x="47610" y="137175"/>
                    <a:pt x="48369" y="136922"/>
                  </a:cubicBezTo>
                  <a:cubicBezTo>
                    <a:pt x="48661" y="134995"/>
                    <a:pt x="48819" y="133230"/>
                    <a:pt x="48881" y="131294"/>
                  </a:cubicBezTo>
                  <a:cubicBezTo>
                    <a:pt x="48906" y="130765"/>
                    <a:pt x="48932" y="130236"/>
                    <a:pt x="48958" y="129691"/>
                  </a:cubicBezTo>
                  <a:cubicBezTo>
                    <a:pt x="49019" y="128381"/>
                    <a:pt x="49068" y="127070"/>
                    <a:pt x="49113" y="125760"/>
                  </a:cubicBezTo>
                  <a:cubicBezTo>
                    <a:pt x="49604" y="125760"/>
                    <a:pt x="50096" y="125760"/>
                    <a:pt x="50602" y="125760"/>
                  </a:cubicBezTo>
                  <a:cubicBezTo>
                    <a:pt x="51636" y="122658"/>
                    <a:pt x="51607" y="119532"/>
                    <a:pt x="51731" y="116289"/>
                  </a:cubicBezTo>
                  <a:cubicBezTo>
                    <a:pt x="51799" y="114978"/>
                    <a:pt x="51939" y="113670"/>
                    <a:pt x="52090" y="112365"/>
                  </a:cubicBezTo>
                  <a:cubicBezTo>
                    <a:pt x="52581" y="112120"/>
                    <a:pt x="53072" y="111874"/>
                    <a:pt x="53578" y="111621"/>
                  </a:cubicBezTo>
                  <a:cubicBezTo>
                    <a:pt x="53819" y="110263"/>
                    <a:pt x="53819" y="110263"/>
                    <a:pt x="53808" y="108645"/>
                  </a:cubicBezTo>
                  <a:cubicBezTo>
                    <a:pt x="53826" y="108046"/>
                    <a:pt x="53845" y="107447"/>
                    <a:pt x="53864" y="106831"/>
                  </a:cubicBezTo>
                  <a:cubicBezTo>
                    <a:pt x="53891" y="105559"/>
                    <a:pt x="53914" y="104288"/>
                    <a:pt x="53934" y="103017"/>
                  </a:cubicBezTo>
                  <a:cubicBezTo>
                    <a:pt x="53954" y="102418"/>
                    <a:pt x="53974" y="101820"/>
                    <a:pt x="53994" y="101203"/>
                  </a:cubicBezTo>
                  <a:cubicBezTo>
                    <a:pt x="54004" y="100651"/>
                    <a:pt x="54014" y="100098"/>
                    <a:pt x="54024" y="99529"/>
                  </a:cubicBezTo>
                  <a:cubicBezTo>
                    <a:pt x="54123" y="99099"/>
                    <a:pt x="54221" y="98669"/>
                    <a:pt x="54322" y="98227"/>
                  </a:cubicBezTo>
                  <a:cubicBezTo>
                    <a:pt x="55059" y="97981"/>
                    <a:pt x="55796" y="97735"/>
                    <a:pt x="56555" y="97482"/>
                  </a:cubicBezTo>
                  <a:cubicBezTo>
                    <a:pt x="56899" y="96057"/>
                    <a:pt x="56899" y="96057"/>
                    <a:pt x="56857" y="94343"/>
                  </a:cubicBezTo>
                  <a:cubicBezTo>
                    <a:pt x="56881" y="93395"/>
                    <a:pt x="56881" y="93395"/>
                    <a:pt x="56906" y="92427"/>
                  </a:cubicBezTo>
                  <a:cubicBezTo>
                    <a:pt x="56913" y="91763"/>
                    <a:pt x="56920" y="91098"/>
                    <a:pt x="56927" y="90413"/>
                  </a:cubicBezTo>
                  <a:cubicBezTo>
                    <a:pt x="56940" y="89103"/>
                    <a:pt x="56963" y="87793"/>
                    <a:pt x="56997" y="86483"/>
                  </a:cubicBezTo>
                  <a:cubicBezTo>
                    <a:pt x="57002" y="85899"/>
                    <a:pt x="57007" y="85316"/>
                    <a:pt x="57013" y="84714"/>
                  </a:cubicBezTo>
                  <a:cubicBezTo>
                    <a:pt x="57107" y="84262"/>
                    <a:pt x="57201" y="83810"/>
                    <a:pt x="57299" y="83344"/>
                  </a:cubicBezTo>
                  <a:cubicBezTo>
                    <a:pt x="58036" y="83098"/>
                    <a:pt x="58772" y="82853"/>
                    <a:pt x="59531" y="82600"/>
                  </a:cubicBezTo>
                  <a:cubicBezTo>
                    <a:pt x="59531" y="78916"/>
                    <a:pt x="59531" y="75233"/>
                    <a:pt x="59531" y="71437"/>
                  </a:cubicBezTo>
                  <a:cubicBezTo>
                    <a:pt x="43569" y="71437"/>
                    <a:pt x="27608" y="71437"/>
                    <a:pt x="11162" y="71437"/>
                  </a:cubicBezTo>
                  <a:cubicBezTo>
                    <a:pt x="11162" y="47863"/>
                    <a:pt x="11162" y="24289"/>
                    <a:pt x="11162" y="0"/>
                  </a:cubicBezTo>
                  <a:close/>
                </a:path>
              </a:pathLst>
            </a:custGeom>
            <a:grpFill/>
            <a:ln w="744" cap="flat">
              <a:noFill/>
              <a:prstDash val="solid"/>
              <a:miter/>
            </a:ln>
          </p:spPr>
          <p:txBody>
            <a:bodyPr rtlCol="0" anchor="ctr"/>
            <a:lstStyle/>
            <a:p>
              <a:endParaRPr lang="zh-CN" altLang="en-US"/>
            </a:p>
          </p:txBody>
        </p:sp>
        <p:sp>
          <p:nvSpPr>
            <p:cNvPr id="155" name="任意多边形: 形状 154"/>
            <p:cNvSpPr/>
            <p:nvPr/>
          </p:nvSpPr>
          <p:spPr>
            <a:xfrm>
              <a:off x="9463229" y="832424"/>
              <a:ext cx="445842" cy="328042"/>
            </a:xfrm>
            <a:custGeom>
              <a:avLst/>
              <a:gdLst>
                <a:gd name="connsiteX0" fmla="*/ 169656 w 445847"/>
                <a:gd name="connsiteY0" fmla="*/ 955 h 328032"/>
                <a:gd name="connsiteX1" fmla="*/ 175398 w 445847"/>
                <a:gd name="connsiteY1" fmla="*/ 762 h 328032"/>
                <a:gd name="connsiteX2" fmla="*/ 177220 w 445847"/>
                <a:gd name="connsiteY2" fmla="*/ 755 h 328032"/>
                <a:gd name="connsiteX3" fmla="*/ 183213 w 445847"/>
                <a:gd name="connsiteY3" fmla="*/ 757 h 328032"/>
                <a:gd name="connsiteX4" fmla="*/ 187359 w 445847"/>
                <a:gd name="connsiteY4" fmla="*/ 753 h 328032"/>
                <a:gd name="connsiteX5" fmla="*/ 196059 w 445847"/>
                <a:gd name="connsiteY5" fmla="*/ 761 h 328032"/>
                <a:gd name="connsiteX6" fmla="*/ 207238 w 445847"/>
                <a:gd name="connsiteY6" fmla="*/ 756 h 328032"/>
                <a:gd name="connsiteX7" fmla="*/ 215802 w 445847"/>
                <a:gd name="connsiteY7" fmla="*/ 756 h 328032"/>
                <a:gd name="connsiteX8" fmla="*/ 219925 w 445847"/>
                <a:gd name="connsiteY8" fmla="*/ 752 h 328032"/>
                <a:gd name="connsiteX9" fmla="*/ 225677 w 445847"/>
                <a:gd name="connsiteY9" fmla="*/ 762 h 328032"/>
                <a:gd name="connsiteX10" fmla="*/ 227415 w 445847"/>
                <a:gd name="connsiteY10" fmla="*/ 753 h 328032"/>
                <a:gd name="connsiteX11" fmla="*/ 231419 w 445847"/>
                <a:gd name="connsiteY11" fmla="*/ 955 h 328032"/>
                <a:gd name="connsiteX12" fmla="*/ 232248 w 445847"/>
                <a:gd name="connsiteY12" fmla="*/ 7462 h 328032"/>
                <a:gd name="connsiteX13" fmla="*/ 232248 w 445847"/>
                <a:gd name="connsiteY13" fmla="*/ 9024 h 328032"/>
                <a:gd name="connsiteX14" fmla="*/ 232236 w 445847"/>
                <a:gd name="connsiteY14" fmla="*/ 14146 h 328032"/>
                <a:gd name="connsiteX15" fmla="*/ 232233 w 445847"/>
                <a:gd name="connsiteY15" fmla="*/ 17693 h 328032"/>
                <a:gd name="connsiteX16" fmla="*/ 232214 w 445847"/>
                <a:gd name="connsiteY16" fmla="*/ 27037 h 328032"/>
                <a:gd name="connsiteX17" fmla="*/ 232200 w 445847"/>
                <a:gd name="connsiteY17" fmla="*/ 36569 h 328032"/>
                <a:gd name="connsiteX18" fmla="*/ 232163 w 445847"/>
                <a:gd name="connsiteY18" fmla="*/ 55277 h 328032"/>
                <a:gd name="connsiteX19" fmla="*/ 234114 w 445847"/>
                <a:gd name="connsiteY19" fmla="*/ 55275 h 328032"/>
                <a:gd name="connsiteX20" fmla="*/ 281025 w 445847"/>
                <a:gd name="connsiteY20" fmla="*/ 55239 h 328032"/>
                <a:gd name="connsiteX21" fmla="*/ 303710 w 445847"/>
                <a:gd name="connsiteY21" fmla="*/ 55221 h 328032"/>
                <a:gd name="connsiteX22" fmla="*/ 323476 w 445847"/>
                <a:gd name="connsiteY22" fmla="*/ 55207 h 328032"/>
                <a:gd name="connsiteX23" fmla="*/ 333948 w 445847"/>
                <a:gd name="connsiteY23" fmla="*/ 55199 h 328032"/>
                <a:gd name="connsiteX24" fmla="*/ 343793 w 445847"/>
                <a:gd name="connsiteY24" fmla="*/ 55193 h 328032"/>
                <a:gd name="connsiteX25" fmla="*/ 347417 w 445847"/>
                <a:gd name="connsiteY25" fmla="*/ 55189 h 328032"/>
                <a:gd name="connsiteX26" fmla="*/ 352343 w 445847"/>
                <a:gd name="connsiteY26" fmla="*/ 55188 h 328032"/>
                <a:gd name="connsiteX27" fmla="*/ 355135 w 445847"/>
                <a:gd name="connsiteY27" fmla="*/ 55186 h 328032"/>
                <a:gd name="connsiteX28" fmla="*/ 357923 w 445847"/>
                <a:gd name="connsiteY28" fmla="*/ 56021 h 328032"/>
                <a:gd name="connsiteX29" fmla="*/ 358031 w 445847"/>
                <a:gd name="connsiteY29" fmla="*/ 62660 h 328032"/>
                <a:gd name="connsiteX30" fmla="*/ 358039 w 445847"/>
                <a:gd name="connsiteY30" fmla="*/ 64797 h 328032"/>
                <a:gd name="connsiteX31" fmla="*/ 358052 w 445847"/>
                <a:gd name="connsiteY31" fmla="*/ 71942 h 328032"/>
                <a:gd name="connsiteX32" fmla="*/ 358067 w 445847"/>
                <a:gd name="connsiteY32" fmla="*/ 77041 h 328032"/>
                <a:gd name="connsiteX33" fmla="*/ 358094 w 445847"/>
                <a:gd name="connsiteY33" fmla="*/ 88050 h 328032"/>
                <a:gd name="connsiteX34" fmla="*/ 358142 w 445847"/>
                <a:gd name="connsiteY34" fmla="*/ 105436 h 328032"/>
                <a:gd name="connsiteX35" fmla="*/ 358215 w 445847"/>
                <a:gd name="connsiteY35" fmla="*/ 129797 h 328032"/>
                <a:gd name="connsiteX36" fmla="*/ 358220 w 445847"/>
                <a:gd name="connsiteY36" fmla="*/ 131359 h 328032"/>
                <a:gd name="connsiteX37" fmla="*/ 358274 w 445847"/>
                <a:gd name="connsiteY37" fmla="*/ 153324 h 328032"/>
                <a:gd name="connsiteX38" fmla="*/ 358278 w 445847"/>
                <a:gd name="connsiteY38" fmla="*/ 154887 h 328032"/>
                <a:gd name="connsiteX39" fmla="*/ 358282 w 445847"/>
                <a:gd name="connsiteY39" fmla="*/ 156448 h 328032"/>
                <a:gd name="connsiteX40" fmla="*/ 358357 w 445847"/>
                <a:gd name="connsiteY40" fmla="*/ 182176 h 328032"/>
                <a:gd name="connsiteX41" fmla="*/ 358399 w 445847"/>
                <a:gd name="connsiteY41" fmla="*/ 199480 h 328032"/>
                <a:gd name="connsiteX42" fmla="*/ 358433 w 445847"/>
                <a:gd name="connsiteY42" fmla="*/ 210222 h 328032"/>
                <a:gd name="connsiteX43" fmla="*/ 358442 w 445847"/>
                <a:gd name="connsiteY43" fmla="*/ 215225 h 328032"/>
                <a:gd name="connsiteX44" fmla="*/ 358465 w 445847"/>
                <a:gd name="connsiteY44" fmla="*/ 222023 h 328032"/>
                <a:gd name="connsiteX45" fmla="*/ 358459 w 445847"/>
                <a:gd name="connsiteY45" fmla="*/ 224051 h 328032"/>
                <a:gd name="connsiteX46" fmla="*/ 358667 w 445847"/>
                <a:gd name="connsiteY46" fmla="*/ 228662 h 328032"/>
                <a:gd name="connsiteX47" fmla="*/ 360156 w 445847"/>
                <a:gd name="connsiteY47" fmla="*/ 229406 h 328032"/>
                <a:gd name="connsiteX48" fmla="*/ 360301 w 445847"/>
                <a:gd name="connsiteY48" fmla="*/ 233386 h 328032"/>
                <a:gd name="connsiteX49" fmla="*/ 360286 w 445847"/>
                <a:gd name="connsiteY49" fmla="*/ 235820 h 328032"/>
                <a:gd name="connsiteX50" fmla="*/ 360249 w 445847"/>
                <a:gd name="connsiteY50" fmla="*/ 238382 h 328032"/>
                <a:gd name="connsiteX51" fmla="*/ 360228 w 445847"/>
                <a:gd name="connsiteY51" fmla="*/ 240953 h 328032"/>
                <a:gd name="connsiteX52" fmla="*/ 360156 w 445847"/>
                <a:gd name="connsiteY52" fmla="*/ 247266 h 328032"/>
                <a:gd name="connsiteX53" fmla="*/ 361731 w 445847"/>
                <a:gd name="connsiteY53" fmla="*/ 246998 h 328032"/>
                <a:gd name="connsiteX54" fmla="*/ 363783 w 445847"/>
                <a:gd name="connsiteY54" fmla="*/ 246707 h 328032"/>
                <a:gd name="connsiteX55" fmla="*/ 365824 w 445847"/>
                <a:gd name="connsiteY55" fmla="*/ 246393 h 328032"/>
                <a:gd name="connsiteX56" fmla="*/ 367597 w 445847"/>
                <a:gd name="connsiteY56" fmla="*/ 246521 h 328032"/>
                <a:gd name="connsiteX57" fmla="*/ 368267 w 445847"/>
                <a:gd name="connsiteY57" fmla="*/ 247973 h 328032"/>
                <a:gd name="connsiteX58" fmla="*/ 369085 w 445847"/>
                <a:gd name="connsiteY58" fmla="*/ 249498 h 328032"/>
                <a:gd name="connsiteX59" fmla="*/ 374088 w 445847"/>
                <a:gd name="connsiteY59" fmla="*/ 249893 h 328032"/>
                <a:gd name="connsiteX60" fmla="*/ 375578 w 445847"/>
                <a:gd name="connsiteY60" fmla="*/ 249902 h 328032"/>
                <a:gd name="connsiteX61" fmla="*/ 378695 w 445847"/>
                <a:gd name="connsiteY61" fmla="*/ 249886 h 328032"/>
                <a:gd name="connsiteX62" fmla="*/ 383481 w 445847"/>
                <a:gd name="connsiteY62" fmla="*/ 249905 h 328032"/>
                <a:gd name="connsiteX63" fmla="*/ 386506 w 445847"/>
                <a:gd name="connsiteY63" fmla="*/ 249893 h 328032"/>
                <a:gd name="connsiteX64" fmla="*/ 389299 w 445847"/>
                <a:gd name="connsiteY64" fmla="*/ 249883 h 328032"/>
                <a:gd name="connsiteX65" fmla="*/ 391409 w 445847"/>
                <a:gd name="connsiteY65" fmla="*/ 249498 h 328032"/>
                <a:gd name="connsiteX66" fmla="*/ 392154 w 445847"/>
                <a:gd name="connsiteY66" fmla="*/ 246521 h 328032"/>
                <a:gd name="connsiteX67" fmla="*/ 395874 w 445847"/>
                <a:gd name="connsiteY67" fmla="*/ 246521 h 328032"/>
                <a:gd name="connsiteX68" fmla="*/ 398567 w 445847"/>
                <a:gd name="connsiteY68" fmla="*/ 239051 h 328032"/>
                <a:gd name="connsiteX69" fmla="*/ 398618 w 445847"/>
                <a:gd name="connsiteY69" fmla="*/ 237406 h 328032"/>
                <a:gd name="connsiteX70" fmla="*/ 398695 w 445847"/>
                <a:gd name="connsiteY70" fmla="*/ 235726 h 328032"/>
                <a:gd name="connsiteX71" fmla="*/ 398851 w 445847"/>
                <a:gd name="connsiteY71" fmla="*/ 231639 h 328032"/>
                <a:gd name="connsiteX72" fmla="*/ 401083 w 445847"/>
                <a:gd name="connsiteY72" fmla="*/ 231639 h 328032"/>
                <a:gd name="connsiteX73" fmla="*/ 401078 w 445847"/>
                <a:gd name="connsiteY73" fmla="*/ 229163 h 328032"/>
                <a:gd name="connsiteX74" fmla="*/ 401045 w 445847"/>
                <a:gd name="connsiteY74" fmla="*/ 206101 h 328032"/>
                <a:gd name="connsiteX75" fmla="*/ 401027 w 445847"/>
                <a:gd name="connsiteY75" fmla="*/ 194244 h 328032"/>
                <a:gd name="connsiteX76" fmla="*/ 401013 w 445847"/>
                <a:gd name="connsiteY76" fmla="*/ 182809 h 328032"/>
                <a:gd name="connsiteX77" fmla="*/ 401005 w 445847"/>
                <a:gd name="connsiteY77" fmla="*/ 178439 h 328032"/>
                <a:gd name="connsiteX78" fmla="*/ 400999 w 445847"/>
                <a:gd name="connsiteY78" fmla="*/ 172334 h 328032"/>
                <a:gd name="connsiteX79" fmla="*/ 400991 w 445847"/>
                <a:gd name="connsiteY79" fmla="*/ 170495 h 328032"/>
                <a:gd name="connsiteX80" fmla="*/ 401827 w 445847"/>
                <a:gd name="connsiteY80" fmla="*/ 164666 h 328032"/>
                <a:gd name="connsiteX81" fmla="*/ 405548 w 445847"/>
                <a:gd name="connsiteY81" fmla="*/ 164387 h 328032"/>
                <a:gd name="connsiteX82" fmla="*/ 407595 w 445847"/>
                <a:gd name="connsiteY82" fmla="*/ 164323 h 328032"/>
                <a:gd name="connsiteX83" fmla="*/ 409269 w 445847"/>
                <a:gd name="connsiteY83" fmla="*/ 164666 h 328032"/>
                <a:gd name="connsiteX84" fmla="*/ 410013 w 445847"/>
                <a:gd name="connsiteY84" fmla="*/ 167643 h 328032"/>
                <a:gd name="connsiteX85" fmla="*/ 413734 w 445847"/>
                <a:gd name="connsiteY85" fmla="*/ 168387 h 328032"/>
                <a:gd name="connsiteX86" fmla="*/ 415222 w 445847"/>
                <a:gd name="connsiteY86" fmla="*/ 171363 h 328032"/>
                <a:gd name="connsiteX87" fmla="*/ 418199 w 445847"/>
                <a:gd name="connsiteY87" fmla="*/ 171363 h 328032"/>
                <a:gd name="connsiteX88" fmla="*/ 418896 w 445847"/>
                <a:gd name="connsiteY88" fmla="*/ 172805 h 328032"/>
                <a:gd name="connsiteX89" fmla="*/ 419687 w 445847"/>
                <a:gd name="connsiteY89" fmla="*/ 174340 h 328032"/>
                <a:gd name="connsiteX90" fmla="*/ 423408 w 445847"/>
                <a:gd name="connsiteY90" fmla="*/ 175084 h 328032"/>
                <a:gd name="connsiteX91" fmla="*/ 424152 w 445847"/>
                <a:gd name="connsiteY91" fmla="*/ 177316 h 328032"/>
                <a:gd name="connsiteX92" fmla="*/ 427128 w 445847"/>
                <a:gd name="connsiteY92" fmla="*/ 178060 h 328032"/>
                <a:gd name="connsiteX93" fmla="*/ 430105 w 445847"/>
                <a:gd name="connsiteY93" fmla="*/ 178805 h 328032"/>
                <a:gd name="connsiteX94" fmla="*/ 430849 w 445847"/>
                <a:gd name="connsiteY94" fmla="*/ 181037 h 328032"/>
                <a:gd name="connsiteX95" fmla="*/ 433453 w 445847"/>
                <a:gd name="connsiteY95" fmla="*/ 181363 h 328032"/>
                <a:gd name="connsiteX96" fmla="*/ 436058 w 445847"/>
                <a:gd name="connsiteY96" fmla="*/ 181781 h 328032"/>
                <a:gd name="connsiteX97" fmla="*/ 436383 w 445847"/>
                <a:gd name="connsiteY97" fmla="*/ 183269 h 328032"/>
                <a:gd name="connsiteX98" fmla="*/ 436802 w 445847"/>
                <a:gd name="connsiteY98" fmla="*/ 184758 h 328032"/>
                <a:gd name="connsiteX99" fmla="*/ 441406 w 445847"/>
                <a:gd name="connsiteY99" fmla="*/ 185226 h 328032"/>
                <a:gd name="connsiteX100" fmla="*/ 442755 w 445847"/>
                <a:gd name="connsiteY100" fmla="*/ 185502 h 328032"/>
                <a:gd name="connsiteX101" fmla="*/ 443499 w 445847"/>
                <a:gd name="connsiteY101" fmla="*/ 187734 h 328032"/>
                <a:gd name="connsiteX102" fmla="*/ 447267 w 445847"/>
                <a:gd name="connsiteY102" fmla="*/ 188246 h 328032"/>
                <a:gd name="connsiteX103" fmla="*/ 449339 w 445847"/>
                <a:gd name="connsiteY103" fmla="*/ 188394 h 328032"/>
                <a:gd name="connsiteX104" fmla="*/ 450941 w 445847"/>
                <a:gd name="connsiteY104" fmla="*/ 188478 h 328032"/>
                <a:gd name="connsiteX105" fmla="*/ 450941 w 445847"/>
                <a:gd name="connsiteY105" fmla="*/ 191455 h 328032"/>
                <a:gd name="connsiteX106" fmla="*/ 452542 w 445847"/>
                <a:gd name="connsiteY106" fmla="*/ 191513 h 328032"/>
                <a:gd name="connsiteX107" fmla="*/ 454615 w 445847"/>
                <a:gd name="connsiteY107" fmla="*/ 191641 h 328032"/>
                <a:gd name="connsiteX108" fmla="*/ 456682 w 445847"/>
                <a:gd name="connsiteY108" fmla="*/ 191746 h 328032"/>
                <a:gd name="connsiteX109" fmla="*/ 458382 w 445847"/>
                <a:gd name="connsiteY109" fmla="*/ 192199 h 328032"/>
                <a:gd name="connsiteX110" fmla="*/ 459225 w 445847"/>
                <a:gd name="connsiteY110" fmla="*/ 200178 h 328032"/>
                <a:gd name="connsiteX111" fmla="*/ 459228 w 445847"/>
                <a:gd name="connsiteY111" fmla="*/ 201653 h 328032"/>
                <a:gd name="connsiteX112" fmla="*/ 459219 w 445847"/>
                <a:gd name="connsiteY112" fmla="*/ 206384 h 328032"/>
                <a:gd name="connsiteX113" fmla="*/ 459217 w 445847"/>
                <a:gd name="connsiteY113" fmla="*/ 208001 h 328032"/>
                <a:gd name="connsiteX114" fmla="*/ 458382 w 445847"/>
                <a:gd name="connsiteY114" fmla="*/ 233127 h 328032"/>
                <a:gd name="connsiteX115" fmla="*/ 456894 w 445847"/>
                <a:gd name="connsiteY115" fmla="*/ 233127 h 328032"/>
                <a:gd name="connsiteX116" fmla="*/ 456150 w 445847"/>
                <a:gd name="connsiteY116" fmla="*/ 254707 h 328032"/>
                <a:gd name="connsiteX117" fmla="*/ 453917 w 445847"/>
                <a:gd name="connsiteY117" fmla="*/ 254707 h 328032"/>
                <a:gd name="connsiteX118" fmla="*/ 453884 w 445847"/>
                <a:gd name="connsiteY118" fmla="*/ 255981 h 328032"/>
                <a:gd name="connsiteX119" fmla="*/ 453685 w 445847"/>
                <a:gd name="connsiteY119" fmla="*/ 261683 h 328032"/>
                <a:gd name="connsiteX120" fmla="*/ 453634 w 445847"/>
                <a:gd name="connsiteY120" fmla="*/ 263689 h 328032"/>
                <a:gd name="connsiteX121" fmla="*/ 453554 w 445847"/>
                <a:gd name="connsiteY121" fmla="*/ 265607 h 328032"/>
                <a:gd name="connsiteX122" fmla="*/ 453495 w 445847"/>
                <a:gd name="connsiteY122" fmla="*/ 267379 h 328032"/>
                <a:gd name="connsiteX123" fmla="*/ 450941 w 445847"/>
                <a:gd name="connsiteY123" fmla="*/ 270334 h 328032"/>
                <a:gd name="connsiteX124" fmla="*/ 450522 w 445847"/>
                <a:gd name="connsiteY124" fmla="*/ 274845 h 328032"/>
                <a:gd name="connsiteX125" fmla="*/ 450197 w 445847"/>
                <a:gd name="connsiteY125" fmla="*/ 279264 h 328032"/>
                <a:gd name="connsiteX126" fmla="*/ 448708 w 445847"/>
                <a:gd name="connsiteY126" fmla="*/ 280008 h 328032"/>
                <a:gd name="connsiteX127" fmla="*/ 448293 w 445847"/>
                <a:gd name="connsiteY127" fmla="*/ 285775 h 328032"/>
                <a:gd name="connsiteX128" fmla="*/ 447964 w 445847"/>
                <a:gd name="connsiteY128" fmla="*/ 287449 h 328032"/>
                <a:gd name="connsiteX129" fmla="*/ 445732 w 445847"/>
                <a:gd name="connsiteY129" fmla="*/ 288193 h 328032"/>
                <a:gd name="connsiteX130" fmla="*/ 445220 w 445847"/>
                <a:gd name="connsiteY130" fmla="*/ 291216 h 328032"/>
                <a:gd name="connsiteX131" fmla="*/ 444988 w 445847"/>
                <a:gd name="connsiteY131" fmla="*/ 294146 h 328032"/>
                <a:gd name="connsiteX132" fmla="*/ 442755 w 445847"/>
                <a:gd name="connsiteY132" fmla="*/ 294146 h 328032"/>
                <a:gd name="connsiteX133" fmla="*/ 442476 w 445847"/>
                <a:gd name="connsiteY133" fmla="*/ 296704 h 328032"/>
                <a:gd name="connsiteX134" fmla="*/ 442011 w 445847"/>
                <a:gd name="connsiteY134" fmla="*/ 299355 h 328032"/>
                <a:gd name="connsiteX135" fmla="*/ 440523 w 445847"/>
                <a:gd name="connsiteY135" fmla="*/ 300100 h 328032"/>
                <a:gd name="connsiteX136" fmla="*/ 439779 w 445847"/>
                <a:gd name="connsiteY136" fmla="*/ 301960 h 328032"/>
                <a:gd name="connsiteX137" fmla="*/ 437546 w 445847"/>
                <a:gd name="connsiteY137" fmla="*/ 304564 h 328032"/>
                <a:gd name="connsiteX138" fmla="*/ 436849 w 445847"/>
                <a:gd name="connsiteY138" fmla="*/ 306006 h 328032"/>
                <a:gd name="connsiteX139" fmla="*/ 433825 w 445847"/>
                <a:gd name="connsiteY139" fmla="*/ 309029 h 328032"/>
                <a:gd name="connsiteX140" fmla="*/ 433081 w 445847"/>
                <a:gd name="connsiteY140" fmla="*/ 311262 h 328032"/>
                <a:gd name="connsiteX141" fmla="*/ 431174 w 445847"/>
                <a:gd name="connsiteY141" fmla="*/ 312006 h 328032"/>
                <a:gd name="connsiteX142" fmla="*/ 429361 w 445847"/>
                <a:gd name="connsiteY142" fmla="*/ 312750 h 328032"/>
                <a:gd name="connsiteX143" fmla="*/ 429361 w 445847"/>
                <a:gd name="connsiteY143" fmla="*/ 314982 h 328032"/>
                <a:gd name="connsiteX144" fmla="*/ 423408 w 445847"/>
                <a:gd name="connsiteY144" fmla="*/ 315726 h 328032"/>
                <a:gd name="connsiteX145" fmla="*/ 423408 w 445847"/>
                <a:gd name="connsiteY145" fmla="*/ 318703 h 328032"/>
                <a:gd name="connsiteX146" fmla="*/ 421643 w 445847"/>
                <a:gd name="connsiteY146" fmla="*/ 318787 h 328032"/>
                <a:gd name="connsiteX147" fmla="*/ 419361 w 445847"/>
                <a:gd name="connsiteY147" fmla="*/ 318936 h 328032"/>
                <a:gd name="connsiteX148" fmla="*/ 417085 w 445847"/>
                <a:gd name="connsiteY148" fmla="*/ 319066 h 328032"/>
                <a:gd name="connsiteX149" fmla="*/ 415222 w 445847"/>
                <a:gd name="connsiteY149" fmla="*/ 319447 h 328032"/>
                <a:gd name="connsiteX150" fmla="*/ 414478 w 445847"/>
                <a:gd name="connsiteY150" fmla="*/ 321680 h 328032"/>
                <a:gd name="connsiteX151" fmla="*/ 411455 w 445847"/>
                <a:gd name="connsiteY151" fmla="*/ 321963 h 328032"/>
                <a:gd name="connsiteX152" fmla="*/ 409482 w 445847"/>
                <a:gd name="connsiteY152" fmla="*/ 321982 h 328032"/>
                <a:gd name="connsiteX153" fmla="*/ 407301 w 445847"/>
                <a:gd name="connsiteY153" fmla="*/ 321968 h 328032"/>
                <a:gd name="connsiteX154" fmla="*/ 405017 w 445847"/>
                <a:gd name="connsiteY154" fmla="*/ 321980 h 328032"/>
                <a:gd name="connsiteX155" fmla="*/ 397502 w 445847"/>
                <a:gd name="connsiteY155" fmla="*/ 321976 h 328032"/>
                <a:gd name="connsiteX156" fmla="*/ 392305 w 445847"/>
                <a:gd name="connsiteY156" fmla="*/ 321983 h 328032"/>
                <a:gd name="connsiteX157" fmla="*/ 381398 w 445847"/>
                <a:gd name="connsiteY157" fmla="*/ 321971 h 328032"/>
                <a:gd name="connsiteX158" fmla="*/ 367381 w 445847"/>
                <a:gd name="connsiteY158" fmla="*/ 321979 h 328032"/>
                <a:gd name="connsiteX159" fmla="*/ 356645 w 445847"/>
                <a:gd name="connsiteY159" fmla="*/ 321978 h 328032"/>
                <a:gd name="connsiteX160" fmla="*/ 351476 w 445847"/>
                <a:gd name="connsiteY160" fmla="*/ 321984 h 328032"/>
                <a:gd name="connsiteX161" fmla="*/ 344264 w 445847"/>
                <a:gd name="connsiteY161" fmla="*/ 321968 h 328032"/>
                <a:gd name="connsiteX162" fmla="*/ 342083 w 445847"/>
                <a:gd name="connsiteY162" fmla="*/ 321982 h 328032"/>
                <a:gd name="connsiteX163" fmla="*/ 340110 w 445847"/>
                <a:gd name="connsiteY163" fmla="*/ 321963 h 328032"/>
                <a:gd name="connsiteX164" fmla="*/ 338385 w 445847"/>
                <a:gd name="connsiteY164" fmla="*/ 321961 h 328032"/>
                <a:gd name="connsiteX165" fmla="*/ 337087 w 445847"/>
                <a:gd name="connsiteY165" fmla="*/ 321680 h 328032"/>
                <a:gd name="connsiteX166" fmla="*/ 336343 w 445847"/>
                <a:gd name="connsiteY166" fmla="*/ 319447 h 328032"/>
                <a:gd name="connsiteX167" fmla="*/ 328251 w 445847"/>
                <a:gd name="connsiteY167" fmla="*/ 319078 h 328032"/>
                <a:gd name="connsiteX168" fmla="*/ 325925 w 445847"/>
                <a:gd name="connsiteY168" fmla="*/ 318703 h 328032"/>
                <a:gd name="connsiteX169" fmla="*/ 325181 w 445847"/>
                <a:gd name="connsiteY169" fmla="*/ 315726 h 328032"/>
                <a:gd name="connsiteX170" fmla="*/ 322576 w 445847"/>
                <a:gd name="connsiteY170" fmla="*/ 315354 h 328032"/>
                <a:gd name="connsiteX171" fmla="*/ 319972 w 445847"/>
                <a:gd name="connsiteY171" fmla="*/ 314982 h 328032"/>
                <a:gd name="connsiteX172" fmla="*/ 319228 w 445847"/>
                <a:gd name="connsiteY172" fmla="*/ 312006 h 328032"/>
                <a:gd name="connsiteX173" fmla="*/ 317367 w 445847"/>
                <a:gd name="connsiteY173" fmla="*/ 311634 h 328032"/>
                <a:gd name="connsiteX174" fmla="*/ 315507 w 445847"/>
                <a:gd name="connsiteY174" fmla="*/ 311262 h 328032"/>
                <a:gd name="connsiteX175" fmla="*/ 314763 w 445847"/>
                <a:gd name="connsiteY175" fmla="*/ 308285 h 328032"/>
                <a:gd name="connsiteX176" fmla="*/ 313400 w 445847"/>
                <a:gd name="connsiteY176" fmla="*/ 307657 h 328032"/>
                <a:gd name="connsiteX177" fmla="*/ 309461 w 445847"/>
                <a:gd name="connsiteY177" fmla="*/ 303402 h 328032"/>
                <a:gd name="connsiteX178" fmla="*/ 305833 w 445847"/>
                <a:gd name="connsiteY178" fmla="*/ 299355 h 328032"/>
                <a:gd name="connsiteX179" fmla="*/ 305508 w 445847"/>
                <a:gd name="connsiteY179" fmla="*/ 297123 h 328032"/>
                <a:gd name="connsiteX180" fmla="*/ 305089 w 445847"/>
                <a:gd name="connsiteY180" fmla="*/ 294891 h 328032"/>
                <a:gd name="connsiteX181" fmla="*/ 302857 w 445847"/>
                <a:gd name="connsiteY181" fmla="*/ 294146 h 328032"/>
                <a:gd name="connsiteX182" fmla="*/ 302717 w 445847"/>
                <a:gd name="connsiteY182" fmla="*/ 290379 h 328032"/>
                <a:gd name="connsiteX183" fmla="*/ 302778 w 445847"/>
                <a:gd name="connsiteY183" fmla="*/ 288307 h 328032"/>
                <a:gd name="connsiteX184" fmla="*/ 302857 w 445847"/>
                <a:gd name="connsiteY184" fmla="*/ 286705 h 328032"/>
                <a:gd name="connsiteX185" fmla="*/ 300624 w 445847"/>
                <a:gd name="connsiteY185" fmla="*/ 286705 h 328032"/>
                <a:gd name="connsiteX186" fmla="*/ 300540 w 445847"/>
                <a:gd name="connsiteY186" fmla="*/ 284641 h 328032"/>
                <a:gd name="connsiteX187" fmla="*/ 300392 w 445847"/>
                <a:gd name="connsiteY187" fmla="*/ 281961 h 328032"/>
                <a:gd name="connsiteX188" fmla="*/ 300261 w 445847"/>
                <a:gd name="connsiteY188" fmla="*/ 279293 h 328032"/>
                <a:gd name="connsiteX189" fmla="*/ 299880 w 445847"/>
                <a:gd name="connsiteY189" fmla="*/ 277031 h 328032"/>
                <a:gd name="connsiteX190" fmla="*/ 297648 w 445847"/>
                <a:gd name="connsiteY190" fmla="*/ 275543 h 328032"/>
                <a:gd name="connsiteX191" fmla="*/ 297267 w 445847"/>
                <a:gd name="connsiteY191" fmla="*/ 270677 h 328032"/>
                <a:gd name="connsiteX192" fmla="*/ 297187 w 445847"/>
                <a:gd name="connsiteY192" fmla="*/ 267741 h 328032"/>
                <a:gd name="connsiteX193" fmla="*/ 297136 w 445847"/>
                <a:gd name="connsiteY193" fmla="*/ 264660 h 328032"/>
                <a:gd name="connsiteX194" fmla="*/ 297059 w 445847"/>
                <a:gd name="connsiteY194" fmla="*/ 261561 h 328032"/>
                <a:gd name="connsiteX195" fmla="*/ 296904 w 445847"/>
                <a:gd name="connsiteY195" fmla="*/ 253963 h 328032"/>
                <a:gd name="connsiteX196" fmla="*/ 294671 w 445847"/>
                <a:gd name="connsiteY196" fmla="*/ 254707 h 328032"/>
                <a:gd name="connsiteX197" fmla="*/ 293927 w 445847"/>
                <a:gd name="connsiteY197" fmla="*/ 126715 h 328032"/>
                <a:gd name="connsiteX198" fmla="*/ 292439 w 445847"/>
                <a:gd name="connsiteY198" fmla="*/ 127459 h 328032"/>
                <a:gd name="connsiteX199" fmla="*/ 286977 w 445847"/>
                <a:gd name="connsiteY199" fmla="*/ 127567 h 328032"/>
                <a:gd name="connsiteX200" fmla="*/ 285272 w 445847"/>
                <a:gd name="connsiteY200" fmla="*/ 127575 h 328032"/>
                <a:gd name="connsiteX201" fmla="*/ 279675 w 445847"/>
                <a:gd name="connsiteY201" fmla="*/ 127584 h 328032"/>
                <a:gd name="connsiteX202" fmla="*/ 275793 w 445847"/>
                <a:gd name="connsiteY202" fmla="*/ 127591 h 328032"/>
                <a:gd name="connsiteX203" fmla="*/ 267650 w 445847"/>
                <a:gd name="connsiteY203" fmla="*/ 127597 h 328032"/>
                <a:gd name="connsiteX204" fmla="*/ 257206 w 445847"/>
                <a:gd name="connsiteY204" fmla="*/ 127620 h 328032"/>
                <a:gd name="connsiteX205" fmla="*/ 249187 w 445847"/>
                <a:gd name="connsiteY205" fmla="*/ 127629 h 328032"/>
                <a:gd name="connsiteX206" fmla="*/ 245336 w 445847"/>
                <a:gd name="connsiteY206" fmla="*/ 127639 h 328032"/>
                <a:gd name="connsiteX207" fmla="*/ 239954 w 445847"/>
                <a:gd name="connsiteY207" fmla="*/ 127640 h 328032"/>
                <a:gd name="connsiteX208" fmla="*/ 238340 w 445847"/>
                <a:gd name="connsiteY208" fmla="*/ 127652 h 328032"/>
                <a:gd name="connsiteX209" fmla="*/ 232163 w 445847"/>
                <a:gd name="connsiteY209" fmla="*/ 125971 h 328032"/>
                <a:gd name="connsiteX210" fmla="*/ 232242 w 445847"/>
                <a:gd name="connsiteY210" fmla="*/ 128061 h 328032"/>
                <a:gd name="connsiteX211" fmla="*/ 232303 w 445847"/>
                <a:gd name="connsiteY211" fmla="*/ 130761 h 328032"/>
                <a:gd name="connsiteX212" fmla="*/ 232381 w 445847"/>
                <a:gd name="connsiteY212" fmla="*/ 133456 h 328032"/>
                <a:gd name="connsiteX213" fmla="*/ 232163 w 445847"/>
                <a:gd name="connsiteY213" fmla="*/ 135644 h 328032"/>
                <a:gd name="connsiteX214" fmla="*/ 229931 w 445847"/>
                <a:gd name="connsiteY214" fmla="*/ 136389 h 328032"/>
                <a:gd name="connsiteX215" fmla="*/ 229550 w 445847"/>
                <a:gd name="connsiteY215" fmla="*/ 140205 h 328032"/>
                <a:gd name="connsiteX216" fmla="*/ 229470 w 445847"/>
                <a:gd name="connsiteY216" fmla="*/ 142538 h 328032"/>
                <a:gd name="connsiteX217" fmla="*/ 229419 w 445847"/>
                <a:gd name="connsiteY217" fmla="*/ 144993 h 328032"/>
                <a:gd name="connsiteX218" fmla="*/ 229342 w 445847"/>
                <a:gd name="connsiteY218" fmla="*/ 147456 h 328032"/>
                <a:gd name="connsiteX219" fmla="*/ 229187 w 445847"/>
                <a:gd name="connsiteY219" fmla="*/ 153504 h 328032"/>
                <a:gd name="connsiteX220" fmla="*/ 226954 w 445847"/>
                <a:gd name="connsiteY220" fmla="*/ 153504 h 328032"/>
                <a:gd name="connsiteX221" fmla="*/ 226844 w 445847"/>
                <a:gd name="connsiteY221" fmla="*/ 156245 h 328032"/>
                <a:gd name="connsiteX222" fmla="*/ 226675 w 445847"/>
                <a:gd name="connsiteY222" fmla="*/ 159783 h 328032"/>
                <a:gd name="connsiteX223" fmla="*/ 226606 w 445847"/>
                <a:gd name="connsiteY223" fmla="*/ 161592 h 328032"/>
                <a:gd name="connsiteX224" fmla="*/ 226210 w 445847"/>
                <a:gd name="connsiteY224" fmla="*/ 166154 h 328032"/>
                <a:gd name="connsiteX225" fmla="*/ 224722 w 445847"/>
                <a:gd name="connsiteY225" fmla="*/ 166898 h 328032"/>
                <a:gd name="connsiteX226" fmla="*/ 224257 w 445847"/>
                <a:gd name="connsiteY226" fmla="*/ 172154 h 328032"/>
                <a:gd name="connsiteX227" fmla="*/ 224088 w 445847"/>
                <a:gd name="connsiteY227" fmla="*/ 175064 h 328032"/>
                <a:gd name="connsiteX228" fmla="*/ 223978 w 445847"/>
                <a:gd name="connsiteY228" fmla="*/ 177316 h 328032"/>
                <a:gd name="connsiteX229" fmla="*/ 221001 w 445847"/>
                <a:gd name="connsiteY229" fmla="*/ 177316 h 328032"/>
                <a:gd name="connsiteX230" fmla="*/ 221001 w 445847"/>
                <a:gd name="connsiteY230" fmla="*/ 185502 h 328032"/>
                <a:gd name="connsiteX231" fmla="*/ 218769 w 445847"/>
                <a:gd name="connsiteY231" fmla="*/ 185502 h 328032"/>
                <a:gd name="connsiteX232" fmla="*/ 218685 w 445847"/>
                <a:gd name="connsiteY232" fmla="*/ 187214 h 328032"/>
                <a:gd name="connsiteX233" fmla="*/ 218536 w 445847"/>
                <a:gd name="connsiteY233" fmla="*/ 189455 h 328032"/>
                <a:gd name="connsiteX234" fmla="*/ 218405 w 445847"/>
                <a:gd name="connsiteY234" fmla="*/ 191679 h 328032"/>
                <a:gd name="connsiteX235" fmla="*/ 215792 w 445847"/>
                <a:gd name="connsiteY235" fmla="*/ 195920 h 328032"/>
                <a:gd name="connsiteX236" fmla="*/ 215792 w 445847"/>
                <a:gd name="connsiteY236" fmla="*/ 198245 h 328032"/>
                <a:gd name="connsiteX237" fmla="*/ 215792 w 445847"/>
                <a:gd name="connsiteY237" fmla="*/ 200385 h 328032"/>
                <a:gd name="connsiteX238" fmla="*/ 213560 w 445847"/>
                <a:gd name="connsiteY238" fmla="*/ 201129 h 328032"/>
                <a:gd name="connsiteX239" fmla="*/ 212816 w 445847"/>
                <a:gd name="connsiteY239" fmla="*/ 206338 h 328032"/>
                <a:gd name="connsiteX240" fmla="*/ 211327 w 445847"/>
                <a:gd name="connsiteY240" fmla="*/ 206338 h 328032"/>
                <a:gd name="connsiteX241" fmla="*/ 210330 w 445847"/>
                <a:gd name="connsiteY241" fmla="*/ 210989 h 328032"/>
                <a:gd name="connsiteX242" fmla="*/ 209839 w 445847"/>
                <a:gd name="connsiteY242" fmla="*/ 212291 h 328032"/>
                <a:gd name="connsiteX243" fmla="*/ 207607 w 445847"/>
                <a:gd name="connsiteY243" fmla="*/ 212291 h 328032"/>
                <a:gd name="connsiteX244" fmla="*/ 207328 w 445847"/>
                <a:gd name="connsiteY244" fmla="*/ 214849 h 328032"/>
                <a:gd name="connsiteX245" fmla="*/ 206863 w 445847"/>
                <a:gd name="connsiteY245" fmla="*/ 217500 h 328032"/>
                <a:gd name="connsiteX246" fmla="*/ 205374 w 445847"/>
                <a:gd name="connsiteY246" fmla="*/ 218244 h 328032"/>
                <a:gd name="connsiteX247" fmla="*/ 204630 w 445847"/>
                <a:gd name="connsiteY247" fmla="*/ 220104 h 328032"/>
                <a:gd name="connsiteX248" fmla="*/ 202398 w 445847"/>
                <a:gd name="connsiteY248" fmla="*/ 222709 h 328032"/>
                <a:gd name="connsiteX249" fmla="*/ 202026 w 445847"/>
                <a:gd name="connsiteY249" fmla="*/ 224569 h 328032"/>
                <a:gd name="connsiteX250" fmla="*/ 201654 w 445847"/>
                <a:gd name="connsiteY250" fmla="*/ 226430 h 328032"/>
                <a:gd name="connsiteX251" fmla="*/ 200165 w 445847"/>
                <a:gd name="connsiteY251" fmla="*/ 227174 h 328032"/>
                <a:gd name="connsiteX252" fmla="*/ 199468 w 445847"/>
                <a:gd name="connsiteY252" fmla="*/ 229313 h 328032"/>
                <a:gd name="connsiteX253" fmla="*/ 196445 w 445847"/>
                <a:gd name="connsiteY253" fmla="*/ 233871 h 328032"/>
                <a:gd name="connsiteX254" fmla="*/ 193840 w 445847"/>
                <a:gd name="connsiteY254" fmla="*/ 237685 h 328032"/>
                <a:gd name="connsiteX255" fmla="*/ 193468 w 445847"/>
                <a:gd name="connsiteY255" fmla="*/ 239080 h 328032"/>
                <a:gd name="connsiteX256" fmla="*/ 191236 w 445847"/>
                <a:gd name="connsiteY256" fmla="*/ 239824 h 328032"/>
                <a:gd name="connsiteX257" fmla="*/ 189747 w 445847"/>
                <a:gd name="connsiteY257" fmla="*/ 242801 h 328032"/>
                <a:gd name="connsiteX258" fmla="*/ 188259 w 445847"/>
                <a:gd name="connsiteY258" fmla="*/ 242801 h 328032"/>
                <a:gd name="connsiteX259" fmla="*/ 187515 w 445847"/>
                <a:gd name="connsiteY259" fmla="*/ 244661 h 328032"/>
                <a:gd name="connsiteX260" fmla="*/ 186771 w 445847"/>
                <a:gd name="connsiteY260" fmla="*/ 246521 h 328032"/>
                <a:gd name="connsiteX261" fmla="*/ 185282 w 445847"/>
                <a:gd name="connsiteY261" fmla="*/ 246521 h 328032"/>
                <a:gd name="connsiteX262" fmla="*/ 184538 w 445847"/>
                <a:gd name="connsiteY262" fmla="*/ 249498 h 328032"/>
                <a:gd name="connsiteX263" fmla="*/ 183050 w 445847"/>
                <a:gd name="connsiteY263" fmla="*/ 250242 h 328032"/>
                <a:gd name="connsiteX264" fmla="*/ 182306 w 445847"/>
                <a:gd name="connsiteY264" fmla="*/ 251730 h 328032"/>
                <a:gd name="connsiteX265" fmla="*/ 180074 w 445847"/>
                <a:gd name="connsiteY265" fmla="*/ 253963 h 328032"/>
                <a:gd name="connsiteX266" fmla="*/ 179469 w 445847"/>
                <a:gd name="connsiteY266" fmla="*/ 255265 h 328032"/>
                <a:gd name="connsiteX267" fmla="*/ 172865 w 445847"/>
                <a:gd name="connsiteY267" fmla="*/ 262567 h 328032"/>
                <a:gd name="connsiteX268" fmla="*/ 170353 w 445847"/>
                <a:gd name="connsiteY268" fmla="*/ 266055 h 328032"/>
                <a:gd name="connsiteX269" fmla="*/ 169656 w 445847"/>
                <a:gd name="connsiteY269" fmla="*/ 267357 h 328032"/>
                <a:gd name="connsiteX270" fmla="*/ 166679 w 445847"/>
                <a:gd name="connsiteY270" fmla="*/ 268101 h 328032"/>
                <a:gd name="connsiteX271" fmla="*/ 165935 w 445847"/>
                <a:gd name="connsiteY271" fmla="*/ 270334 h 328032"/>
                <a:gd name="connsiteX272" fmla="*/ 162958 w 445847"/>
                <a:gd name="connsiteY272" fmla="*/ 271822 h 328032"/>
                <a:gd name="connsiteX273" fmla="*/ 162214 w 445847"/>
                <a:gd name="connsiteY273" fmla="*/ 274055 h 328032"/>
                <a:gd name="connsiteX274" fmla="*/ 158493 w 445847"/>
                <a:gd name="connsiteY274" fmla="*/ 274799 h 328032"/>
                <a:gd name="connsiteX275" fmla="*/ 157749 w 445847"/>
                <a:gd name="connsiteY275" fmla="*/ 277031 h 328032"/>
                <a:gd name="connsiteX276" fmla="*/ 155517 w 445847"/>
                <a:gd name="connsiteY276" fmla="*/ 277775 h 328032"/>
                <a:gd name="connsiteX277" fmla="*/ 154866 w 445847"/>
                <a:gd name="connsiteY277" fmla="*/ 279264 h 328032"/>
                <a:gd name="connsiteX278" fmla="*/ 154029 w 445847"/>
                <a:gd name="connsiteY278" fmla="*/ 280752 h 328032"/>
                <a:gd name="connsiteX279" fmla="*/ 150308 w 445847"/>
                <a:gd name="connsiteY279" fmla="*/ 281496 h 328032"/>
                <a:gd name="connsiteX280" fmla="*/ 149564 w 445847"/>
                <a:gd name="connsiteY280" fmla="*/ 283728 h 328032"/>
                <a:gd name="connsiteX281" fmla="*/ 146587 w 445847"/>
                <a:gd name="connsiteY281" fmla="*/ 285217 h 328032"/>
                <a:gd name="connsiteX282" fmla="*/ 145843 w 445847"/>
                <a:gd name="connsiteY282" fmla="*/ 287449 h 328032"/>
                <a:gd name="connsiteX283" fmla="*/ 143611 w 445847"/>
                <a:gd name="connsiteY283" fmla="*/ 287356 h 328032"/>
                <a:gd name="connsiteX284" fmla="*/ 141378 w 445847"/>
                <a:gd name="connsiteY284" fmla="*/ 287449 h 328032"/>
                <a:gd name="connsiteX285" fmla="*/ 140634 w 445847"/>
                <a:gd name="connsiteY285" fmla="*/ 291170 h 328032"/>
                <a:gd name="connsiteX286" fmla="*/ 136169 w 445847"/>
                <a:gd name="connsiteY286" fmla="*/ 291914 h 328032"/>
                <a:gd name="connsiteX287" fmla="*/ 135425 w 445847"/>
                <a:gd name="connsiteY287" fmla="*/ 294146 h 328032"/>
                <a:gd name="connsiteX288" fmla="*/ 130960 w 445847"/>
                <a:gd name="connsiteY288" fmla="*/ 295635 h 328032"/>
                <a:gd name="connsiteX289" fmla="*/ 130216 w 445847"/>
                <a:gd name="connsiteY289" fmla="*/ 297867 h 328032"/>
                <a:gd name="connsiteX290" fmla="*/ 127984 w 445847"/>
                <a:gd name="connsiteY290" fmla="*/ 298193 h 328032"/>
                <a:gd name="connsiteX291" fmla="*/ 125751 w 445847"/>
                <a:gd name="connsiteY291" fmla="*/ 298611 h 328032"/>
                <a:gd name="connsiteX292" fmla="*/ 125472 w 445847"/>
                <a:gd name="connsiteY292" fmla="*/ 300146 h 328032"/>
                <a:gd name="connsiteX293" fmla="*/ 125007 w 445847"/>
                <a:gd name="connsiteY293" fmla="*/ 301588 h 328032"/>
                <a:gd name="connsiteX294" fmla="*/ 119054 w 445847"/>
                <a:gd name="connsiteY294" fmla="*/ 301588 h 328032"/>
                <a:gd name="connsiteX295" fmla="*/ 119054 w 445847"/>
                <a:gd name="connsiteY295" fmla="*/ 304564 h 328032"/>
                <a:gd name="connsiteX296" fmla="*/ 116496 w 445847"/>
                <a:gd name="connsiteY296" fmla="*/ 304750 h 328032"/>
                <a:gd name="connsiteX297" fmla="*/ 113845 w 445847"/>
                <a:gd name="connsiteY297" fmla="*/ 305309 h 328032"/>
                <a:gd name="connsiteX298" fmla="*/ 113519 w 445847"/>
                <a:gd name="connsiteY298" fmla="*/ 306797 h 328032"/>
                <a:gd name="connsiteX299" fmla="*/ 113101 w 445847"/>
                <a:gd name="connsiteY299" fmla="*/ 308285 h 328032"/>
                <a:gd name="connsiteX300" fmla="*/ 108496 w 445847"/>
                <a:gd name="connsiteY300" fmla="*/ 308753 h 328032"/>
                <a:gd name="connsiteX301" fmla="*/ 107148 w 445847"/>
                <a:gd name="connsiteY301" fmla="*/ 309029 h 328032"/>
                <a:gd name="connsiteX302" fmla="*/ 106404 w 445847"/>
                <a:gd name="connsiteY302" fmla="*/ 311262 h 328032"/>
                <a:gd name="connsiteX303" fmla="*/ 101799 w 445847"/>
                <a:gd name="connsiteY303" fmla="*/ 311631 h 328032"/>
                <a:gd name="connsiteX304" fmla="*/ 100450 w 445847"/>
                <a:gd name="connsiteY304" fmla="*/ 312006 h 328032"/>
                <a:gd name="connsiteX305" fmla="*/ 100102 w 445847"/>
                <a:gd name="connsiteY305" fmla="*/ 313497 h 328032"/>
                <a:gd name="connsiteX306" fmla="*/ 99706 w 445847"/>
                <a:gd name="connsiteY306" fmla="*/ 314982 h 328032"/>
                <a:gd name="connsiteX307" fmla="*/ 94521 w 445847"/>
                <a:gd name="connsiteY307" fmla="*/ 315378 h 328032"/>
                <a:gd name="connsiteX308" fmla="*/ 93009 w 445847"/>
                <a:gd name="connsiteY308" fmla="*/ 315726 h 328032"/>
                <a:gd name="connsiteX309" fmla="*/ 92686 w 445847"/>
                <a:gd name="connsiteY309" fmla="*/ 317226 h 328032"/>
                <a:gd name="connsiteX310" fmla="*/ 92265 w 445847"/>
                <a:gd name="connsiteY310" fmla="*/ 318703 h 328032"/>
                <a:gd name="connsiteX311" fmla="*/ 88126 w 445847"/>
                <a:gd name="connsiteY311" fmla="*/ 318889 h 328032"/>
                <a:gd name="connsiteX312" fmla="*/ 85844 w 445847"/>
                <a:gd name="connsiteY312" fmla="*/ 318808 h 328032"/>
                <a:gd name="connsiteX313" fmla="*/ 84079 w 445847"/>
                <a:gd name="connsiteY313" fmla="*/ 318703 h 328032"/>
                <a:gd name="connsiteX314" fmla="*/ 84079 w 445847"/>
                <a:gd name="connsiteY314" fmla="*/ 321680 h 328032"/>
                <a:gd name="connsiteX315" fmla="*/ 75894 w 445847"/>
                <a:gd name="connsiteY315" fmla="*/ 322424 h 328032"/>
                <a:gd name="connsiteX316" fmla="*/ 75894 w 445847"/>
                <a:gd name="connsiteY316" fmla="*/ 325400 h 328032"/>
                <a:gd name="connsiteX317" fmla="*/ 73967 w 445847"/>
                <a:gd name="connsiteY317" fmla="*/ 325296 h 328032"/>
                <a:gd name="connsiteX318" fmla="*/ 71475 w 445847"/>
                <a:gd name="connsiteY318" fmla="*/ 325214 h 328032"/>
                <a:gd name="connsiteX319" fmla="*/ 68990 w 445847"/>
                <a:gd name="connsiteY319" fmla="*/ 325110 h 328032"/>
                <a:gd name="connsiteX320" fmla="*/ 66964 w 445847"/>
                <a:gd name="connsiteY320" fmla="*/ 325400 h 328032"/>
                <a:gd name="connsiteX321" fmla="*/ 66682 w 445847"/>
                <a:gd name="connsiteY321" fmla="*/ 326877 h 328032"/>
                <a:gd name="connsiteX322" fmla="*/ 66220 w 445847"/>
                <a:gd name="connsiteY322" fmla="*/ 328377 h 328032"/>
                <a:gd name="connsiteX323" fmla="*/ 60267 w 445847"/>
                <a:gd name="connsiteY323" fmla="*/ 328749 h 328032"/>
                <a:gd name="connsiteX324" fmla="*/ 58575 w 445847"/>
                <a:gd name="connsiteY324" fmla="*/ 328784 h 328032"/>
                <a:gd name="connsiteX325" fmla="*/ 54314 w 445847"/>
                <a:gd name="connsiteY325" fmla="*/ 328377 h 328032"/>
                <a:gd name="connsiteX326" fmla="*/ 53570 w 445847"/>
                <a:gd name="connsiteY326" fmla="*/ 325400 h 328032"/>
                <a:gd name="connsiteX327" fmla="*/ 52081 w 445847"/>
                <a:gd name="connsiteY327" fmla="*/ 324656 h 328032"/>
                <a:gd name="connsiteX328" fmla="*/ 50593 w 445847"/>
                <a:gd name="connsiteY328" fmla="*/ 320935 h 328032"/>
                <a:gd name="connsiteX329" fmla="*/ 49105 w 445847"/>
                <a:gd name="connsiteY329" fmla="*/ 320191 h 328032"/>
                <a:gd name="connsiteX330" fmla="*/ 48361 w 445847"/>
                <a:gd name="connsiteY330" fmla="*/ 317912 h 328032"/>
                <a:gd name="connsiteX331" fmla="*/ 47616 w 445847"/>
                <a:gd name="connsiteY331" fmla="*/ 315726 h 328032"/>
                <a:gd name="connsiteX332" fmla="*/ 46128 w 445847"/>
                <a:gd name="connsiteY332" fmla="*/ 315726 h 328032"/>
                <a:gd name="connsiteX333" fmla="*/ 45849 w 445847"/>
                <a:gd name="connsiteY333" fmla="*/ 313541 h 328032"/>
                <a:gd name="connsiteX334" fmla="*/ 45384 w 445847"/>
                <a:gd name="connsiteY334" fmla="*/ 311262 h 328032"/>
                <a:gd name="connsiteX335" fmla="*/ 43896 w 445847"/>
                <a:gd name="connsiteY335" fmla="*/ 310517 h 328032"/>
                <a:gd name="connsiteX336" fmla="*/ 42407 w 445847"/>
                <a:gd name="connsiteY336" fmla="*/ 307541 h 328032"/>
                <a:gd name="connsiteX337" fmla="*/ 40919 w 445847"/>
                <a:gd name="connsiteY337" fmla="*/ 306797 h 328032"/>
                <a:gd name="connsiteX338" fmla="*/ 40175 w 445847"/>
                <a:gd name="connsiteY338" fmla="*/ 302332 h 328032"/>
                <a:gd name="connsiteX339" fmla="*/ 37943 w 445847"/>
                <a:gd name="connsiteY339" fmla="*/ 302332 h 328032"/>
                <a:gd name="connsiteX340" fmla="*/ 37943 w 445847"/>
                <a:gd name="connsiteY340" fmla="*/ 297867 h 328032"/>
                <a:gd name="connsiteX341" fmla="*/ 34966 w 445847"/>
                <a:gd name="connsiteY341" fmla="*/ 297867 h 328032"/>
                <a:gd name="connsiteX342" fmla="*/ 34222 w 445847"/>
                <a:gd name="connsiteY342" fmla="*/ 294891 h 328032"/>
                <a:gd name="connsiteX343" fmla="*/ 32734 w 445847"/>
                <a:gd name="connsiteY343" fmla="*/ 294146 h 328032"/>
                <a:gd name="connsiteX344" fmla="*/ 32408 w 445847"/>
                <a:gd name="connsiteY344" fmla="*/ 292751 h 328032"/>
                <a:gd name="connsiteX345" fmla="*/ 29757 w 445847"/>
                <a:gd name="connsiteY345" fmla="*/ 288937 h 328032"/>
                <a:gd name="connsiteX346" fmla="*/ 29757 w 445847"/>
                <a:gd name="connsiteY346" fmla="*/ 287449 h 328032"/>
                <a:gd name="connsiteX347" fmla="*/ 27525 w 445847"/>
                <a:gd name="connsiteY347" fmla="*/ 286705 h 328032"/>
                <a:gd name="connsiteX348" fmla="*/ 26781 w 445847"/>
                <a:gd name="connsiteY348" fmla="*/ 284473 h 328032"/>
                <a:gd name="connsiteX349" fmla="*/ 24548 w 445847"/>
                <a:gd name="connsiteY349" fmla="*/ 282984 h 328032"/>
                <a:gd name="connsiteX350" fmla="*/ 23804 w 445847"/>
                <a:gd name="connsiteY350" fmla="*/ 280752 h 328032"/>
                <a:gd name="connsiteX351" fmla="*/ 22641 w 445847"/>
                <a:gd name="connsiteY351" fmla="*/ 279589 h 328032"/>
                <a:gd name="connsiteX352" fmla="*/ 21572 w 445847"/>
                <a:gd name="connsiteY352" fmla="*/ 277031 h 328032"/>
                <a:gd name="connsiteX353" fmla="*/ 19339 w 445847"/>
                <a:gd name="connsiteY353" fmla="*/ 276287 h 328032"/>
                <a:gd name="connsiteX354" fmla="*/ 18595 w 445847"/>
                <a:gd name="connsiteY354" fmla="*/ 274055 h 328032"/>
                <a:gd name="connsiteX355" fmla="*/ 16363 w 445847"/>
                <a:gd name="connsiteY355" fmla="*/ 273310 h 328032"/>
                <a:gd name="connsiteX356" fmla="*/ 14874 w 445847"/>
                <a:gd name="connsiteY356" fmla="*/ 268101 h 328032"/>
                <a:gd name="connsiteX357" fmla="*/ 13386 w 445847"/>
                <a:gd name="connsiteY357" fmla="*/ 267357 h 328032"/>
                <a:gd name="connsiteX358" fmla="*/ 16363 w 445847"/>
                <a:gd name="connsiteY358" fmla="*/ 263637 h 328032"/>
                <a:gd name="connsiteX359" fmla="*/ 20548 w 445847"/>
                <a:gd name="connsiteY359" fmla="*/ 263590 h 328032"/>
                <a:gd name="connsiteX360" fmla="*/ 22810 w 445847"/>
                <a:gd name="connsiteY360" fmla="*/ 263610 h 328032"/>
                <a:gd name="connsiteX361" fmla="*/ 24548 w 445847"/>
                <a:gd name="connsiteY361" fmla="*/ 263637 h 328032"/>
                <a:gd name="connsiteX362" fmla="*/ 24548 w 445847"/>
                <a:gd name="connsiteY362" fmla="*/ 260660 h 328032"/>
                <a:gd name="connsiteX363" fmla="*/ 34222 w 445847"/>
                <a:gd name="connsiteY363" fmla="*/ 259916 h 328032"/>
                <a:gd name="connsiteX364" fmla="*/ 34222 w 445847"/>
                <a:gd name="connsiteY364" fmla="*/ 256939 h 328032"/>
                <a:gd name="connsiteX365" fmla="*/ 35824 w 445847"/>
                <a:gd name="connsiteY365" fmla="*/ 256855 h 328032"/>
                <a:gd name="connsiteX366" fmla="*/ 37896 w 445847"/>
                <a:gd name="connsiteY366" fmla="*/ 256707 h 328032"/>
                <a:gd name="connsiteX367" fmla="*/ 39963 w 445847"/>
                <a:gd name="connsiteY367" fmla="*/ 256576 h 328032"/>
                <a:gd name="connsiteX368" fmla="*/ 41663 w 445847"/>
                <a:gd name="connsiteY368" fmla="*/ 256195 h 328032"/>
                <a:gd name="connsiteX369" fmla="*/ 42407 w 445847"/>
                <a:gd name="connsiteY369" fmla="*/ 253963 h 328032"/>
                <a:gd name="connsiteX370" fmla="*/ 45710 w 445847"/>
                <a:gd name="connsiteY370" fmla="*/ 253451 h 328032"/>
                <a:gd name="connsiteX371" fmla="*/ 47521 w 445847"/>
                <a:gd name="connsiteY371" fmla="*/ 253303 h 328032"/>
                <a:gd name="connsiteX372" fmla="*/ 50593 w 445847"/>
                <a:gd name="connsiteY372" fmla="*/ 253219 h 328032"/>
                <a:gd name="connsiteX373" fmla="*/ 50593 w 445847"/>
                <a:gd name="connsiteY373" fmla="*/ 250242 h 328032"/>
                <a:gd name="connsiteX374" fmla="*/ 52032 w 445847"/>
                <a:gd name="connsiteY374" fmla="*/ 250184 h 328032"/>
                <a:gd name="connsiteX375" fmla="*/ 53895 w 445847"/>
                <a:gd name="connsiteY375" fmla="*/ 250056 h 328032"/>
                <a:gd name="connsiteX376" fmla="*/ 55753 w 445847"/>
                <a:gd name="connsiteY376" fmla="*/ 249951 h 328032"/>
                <a:gd name="connsiteX377" fmla="*/ 57290 w 445847"/>
                <a:gd name="connsiteY377" fmla="*/ 249498 h 328032"/>
                <a:gd name="connsiteX378" fmla="*/ 57639 w 445847"/>
                <a:gd name="connsiteY378" fmla="*/ 247986 h 328032"/>
                <a:gd name="connsiteX379" fmla="*/ 58034 w 445847"/>
                <a:gd name="connsiteY379" fmla="*/ 246521 h 328032"/>
                <a:gd name="connsiteX380" fmla="*/ 61802 w 445847"/>
                <a:gd name="connsiteY380" fmla="*/ 246335 h 328032"/>
                <a:gd name="connsiteX381" fmla="*/ 63874 w 445847"/>
                <a:gd name="connsiteY381" fmla="*/ 246417 h 328032"/>
                <a:gd name="connsiteX382" fmla="*/ 65476 w 445847"/>
                <a:gd name="connsiteY382" fmla="*/ 246521 h 328032"/>
                <a:gd name="connsiteX383" fmla="*/ 65476 w 445847"/>
                <a:gd name="connsiteY383" fmla="*/ 243545 h 328032"/>
                <a:gd name="connsiteX384" fmla="*/ 68406 w 445847"/>
                <a:gd name="connsiteY384" fmla="*/ 243359 h 328032"/>
                <a:gd name="connsiteX385" fmla="*/ 71429 w 445847"/>
                <a:gd name="connsiteY385" fmla="*/ 242801 h 328032"/>
                <a:gd name="connsiteX386" fmla="*/ 71801 w 445847"/>
                <a:gd name="connsiteY386" fmla="*/ 241312 h 328032"/>
                <a:gd name="connsiteX387" fmla="*/ 72173 w 445847"/>
                <a:gd name="connsiteY387" fmla="*/ 239824 h 328032"/>
                <a:gd name="connsiteX388" fmla="*/ 76777 w 445847"/>
                <a:gd name="connsiteY388" fmla="*/ 239356 h 328032"/>
                <a:gd name="connsiteX389" fmla="*/ 78126 w 445847"/>
                <a:gd name="connsiteY389" fmla="*/ 239080 h 328032"/>
                <a:gd name="connsiteX390" fmla="*/ 78870 w 445847"/>
                <a:gd name="connsiteY390" fmla="*/ 236848 h 328032"/>
                <a:gd name="connsiteX391" fmla="*/ 81893 w 445847"/>
                <a:gd name="connsiteY391" fmla="*/ 236336 h 328032"/>
                <a:gd name="connsiteX392" fmla="*/ 84824 w 445847"/>
                <a:gd name="connsiteY392" fmla="*/ 236103 h 328032"/>
                <a:gd name="connsiteX393" fmla="*/ 84824 w 445847"/>
                <a:gd name="connsiteY393" fmla="*/ 233127 h 328032"/>
                <a:gd name="connsiteX394" fmla="*/ 87009 w 445847"/>
                <a:gd name="connsiteY394" fmla="*/ 232894 h 328032"/>
                <a:gd name="connsiteX395" fmla="*/ 89288 w 445847"/>
                <a:gd name="connsiteY395" fmla="*/ 232383 h 328032"/>
                <a:gd name="connsiteX396" fmla="*/ 90032 w 445847"/>
                <a:gd name="connsiteY396" fmla="*/ 230150 h 328032"/>
                <a:gd name="connsiteX397" fmla="*/ 95241 w 445847"/>
                <a:gd name="connsiteY397" fmla="*/ 228662 h 328032"/>
                <a:gd name="connsiteX398" fmla="*/ 95986 w 445847"/>
                <a:gd name="connsiteY398" fmla="*/ 226430 h 328032"/>
                <a:gd name="connsiteX399" fmla="*/ 100450 w 445847"/>
                <a:gd name="connsiteY399" fmla="*/ 225685 h 328032"/>
                <a:gd name="connsiteX400" fmla="*/ 100450 w 445847"/>
                <a:gd name="connsiteY400" fmla="*/ 222709 h 328032"/>
                <a:gd name="connsiteX401" fmla="*/ 104171 w 445847"/>
                <a:gd name="connsiteY401" fmla="*/ 221965 h 328032"/>
                <a:gd name="connsiteX402" fmla="*/ 104915 w 445847"/>
                <a:gd name="connsiteY402" fmla="*/ 219732 h 328032"/>
                <a:gd name="connsiteX403" fmla="*/ 107148 w 445847"/>
                <a:gd name="connsiteY403" fmla="*/ 219825 h 328032"/>
                <a:gd name="connsiteX404" fmla="*/ 109380 w 445847"/>
                <a:gd name="connsiteY404" fmla="*/ 219732 h 328032"/>
                <a:gd name="connsiteX405" fmla="*/ 110124 w 445847"/>
                <a:gd name="connsiteY405" fmla="*/ 216012 h 328032"/>
                <a:gd name="connsiteX406" fmla="*/ 113845 w 445847"/>
                <a:gd name="connsiteY406" fmla="*/ 215267 h 328032"/>
                <a:gd name="connsiteX407" fmla="*/ 114589 w 445847"/>
                <a:gd name="connsiteY407" fmla="*/ 212291 h 328032"/>
                <a:gd name="connsiteX408" fmla="*/ 116822 w 445847"/>
                <a:gd name="connsiteY408" fmla="*/ 212291 h 328032"/>
                <a:gd name="connsiteX409" fmla="*/ 118310 w 445847"/>
                <a:gd name="connsiteY409" fmla="*/ 209314 h 328032"/>
                <a:gd name="connsiteX410" fmla="*/ 120542 w 445847"/>
                <a:gd name="connsiteY410" fmla="*/ 208570 h 328032"/>
                <a:gd name="connsiteX411" fmla="*/ 121240 w 445847"/>
                <a:gd name="connsiteY411" fmla="*/ 207082 h 328032"/>
                <a:gd name="connsiteX412" fmla="*/ 122031 w 445847"/>
                <a:gd name="connsiteY412" fmla="*/ 205594 h 328032"/>
                <a:gd name="connsiteX413" fmla="*/ 125007 w 445847"/>
                <a:gd name="connsiteY413" fmla="*/ 204850 h 328032"/>
                <a:gd name="connsiteX414" fmla="*/ 125751 w 445847"/>
                <a:gd name="connsiteY414" fmla="*/ 202617 h 328032"/>
                <a:gd name="connsiteX415" fmla="*/ 127937 w 445847"/>
                <a:gd name="connsiteY415" fmla="*/ 200803 h 328032"/>
                <a:gd name="connsiteX416" fmla="*/ 131704 w 445847"/>
                <a:gd name="connsiteY416" fmla="*/ 195920 h 328032"/>
                <a:gd name="connsiteX417" fmla="*/ 135425 w 445847"/>
                <a:gd name="connsiteY417" fmla="*/ 192199 h 328032"/>
                <a:gd name="connsiteX418" fmla="*/ 136681 w 445847"/>
                <a:gd name="connsiteY418" fmla="*/ 190478 h 328032"/>
                <a:gd name="connsiteX419" fmla="*/ 137657 w 445847"/>
                <a:gd name="connsiteY419" fmla="*/ 189223 h 328032"/>
                <a:gd name="connsiteX420" fmla="*/ 139146 w 445847"/>
                <a:gd name="connsiteY420" fmla="*/ 189223 h 328032"/>
                <a:gd name="connsiteX421" fmla="*/ 141332 w 445847"/>
                <a:gd name="connsiteY421" fmla="*/ 184200 h 328032"/>
                <a:gd name="connsiteX422" fmla="*/ 142122 w 445847"/>
                <a:gd name="connsiteY422" fmla="*/ 182525 h 328032"/>
                <a:gd name="connsiteX423" fmla="*/ 144355 w 445847"/>
                <a:gd name="connsiteY423" fmla="*/ 182525 h 328032"/>
                <a:gd name="connsiteX424" fmla="*/ 145099 w 445847"/>
                <a:gd name="connsiteY424" fmla="*/ 178805 h 328032"/>
                <a:gd name="connsiteX425" fmla="*/ 146587 w 445847"/>
                <a:gd name="connsiteY425" fmla="*/ 178060 h 328032"/>
                <a:gd name="connsiteX426" fmla="*/ 146959 w 445847"/>
                <a:gd name="connsiteY426" fmla="*/ 176200 h 328032"/>
                <a:gd name="connsiteX427" fmla="*/ 147331 w 445847"/>
                <a:gd name="connsiteY427" fmla="*/ 174340 h 328032"/>
                <a:gd name="connsiteX428" fmla="*/ 148820 w 445847"/>
                <a:gd name="connsiteY428" fmla="*/ 173596 h 328032"/>
                <a:gd name="connsiteX429" fmla="*/ 149517 w 445847"/>
                <a:gd name="connsiteY429" fmla="*/ 171317 h 328032"/>
                <a:gd name="connsiteX430" fmla="*/ 150308 w 445847"/>
                <a:gd name="connsiteY430" fmla="*/ 169131 h 328032"/>
                <a:gd name="connsiteX431" fmla="*/ 152540 w 445847"/>
                <a:gd name="connsiteY431" fmla="*/ 169131 h 328032"/>
                <a:gd name="connsiteX432" fmla="*/ 152540 w 445847"/>
                <a:gd name="connsiteY432" fmla="*/ 164666 h 328032"/>
                <a:gd name="connsiteX433" fmla="*/ 154773 w 445847"/>
                <a:gd name="connsiteY433" fmla="*/ 164666 h 328032"/>
                <a:gd name="connsiteX434" fmla="*/ 155005 w 445847"/>
                <a:gd name="connsiteY434" fmla="*/ 161829 h 328032"/>
                <a:gd name="connsiteX435" fmla="*/ 157749 w 445847"/>
                <a:gd name="connsiteY435" fmla="*/ 156480 h 328032"/>
                <a:gd name="connsiteX436" fmla="*/ 158493 w 445847"/>
                <a:gd name="connsiteY436" fmla="*/ 151271 h 328032"/>
                <a:gd name="connsiteX437" fmla="*/ 160726 w 445847"/>
                <a:gd name="connsiteY437" fmla="*/ 151271 h 328032"/>
                <a:gd name="connsiteX438" fmla="*/ 160647 w 445847"/>
                <a:gd name="connsiteY438" fmla="*/ 149670 h 328032"/>
                <a:gd name="connsiteX439" fmla="*/ 160586 w 445847"/>
                <a:gd name="connsiteY439" fmla="*/ 147597 h 328032"/>
                <a:gd name="connsiteX440" fmla="*/ 160508 w 445847"/>
                <a:gd name="connsiteY440" fmla="*/ 145530 h 328032"/>
                <a:gd name="connsiteX441" fmla="*/ 160726 w 445847"/>
                <a:gd name="connsiteY441" fmla="*/ 143830 h 328032"/>
                <a:gd name="connsiteX442" fmla="*/ 162958 w 445847"/>
                <a:gd name="connsiteY442" fmla="*/ 143086 h 328032"/>
                <a:gd name="connsiteX443" fmla="*/ 163470 w 445847"/>
                <a:gd name="connsiteY443" fmla="*/ 138202 h 328032"/>
                <a:gd name="connsiteX444" fmla="*/ 163618 w 445847"/>
                <a:gd name="connsiteY444" fmla="*/ 135502 h 328032"/>
                <a:gd name="connsiteX445" fmla="*/ 163702 w 445847"/>
                <a:gd name="connsiteY445" fmla="*/ 133412 h 328032"/>
                <a:gd name="connsiteX446" fmla="*/ 165191 w 445847"/>
                <a:gd name="connsiteY446" fmla="*/ 133412 h 328032"/>
                <a:gd name="connsiteX447" fmla="*/ 165935 w 445847"/>
                <a:gd name="connsiteY447" fmla="*/ 126715 h 328032"/>
                <a:gd name="connsiteX448" fmla="*/ 163702 w 445847"/>
                <a:gd name="connsiteY448" fmla="*/ 127459 h 328032"/>
                <a:gd name="connsiteX449" fmla="*/ 159381 w 445847"/>
                <a:gd name="connsiteY449" fmla="*/ 127553 h 328032"/>
                <a:gd name="connsiteX450" fmla="*/ 156649 w 445847"/>
                <a:gd name="connsiteY450" fmla="*/ 127560 h 328032"/>
                <a:gd name="connsiteX451" fmla="*/ 153648 w 445847"/>
                <a:gd name="connsiteY451" fmla="*/ 127555 h 328032"/>
                <a:gd name="connsiteX452" fmla="*/ 150491 w 445847"/>
                <a:gd name="connsiteY452" fmla="*/ 127559 h 328032"/>
                <a:gd name="connsiteX453" fmla="*/ 141912 w 445847"/>
                <a:gd name="connsiteY453" fmla="*/ 127559 h 328032"/>
                <a:gd name="connsiteX454" fmla="*/ 132941 w 445847"/>
                <a:gd name="connsiteY454" fmla="*/ 127560 h 328032"/>
                <a:gd name="connsiteX455" fmla="*/ 117875 w 445847"/>
                <a:gd name="connsiteY455" fmla="*/ 127556 h 328032"/>
                <a:gd name="connsiteX456" fmla="*/ 100447 w 445847"/>
                <a:gd name="connsiteY456" fmla="*/ 127557 h 328032"/>
                <a:gd name="connsiteX457" fmla="*/ 85494 w 445847"/>
                <a:gd name="connsiteY457" fmla="*/ 127559 h 328032"/>
                <a:gd name="connsiteX458" fmla="*/ 76559 w 445847"/>
                <a:gd name="connsiteY458" fmla="*/ 127560 h 328032"/>
                <a:gd name="connsiteX459" fmla="*/ 68159 w 445847"/>
                <a:gd name="connsiteY459" fmla="*/ 127557 h 328032"/>
                <a:gd name="connsiteX460" fmla="*/ 65073 w 445847"/>
                <a:gd name="connsiteY460" fmla="*/ 127558 h 328032"/>
                <a:gd name="connsiteX461" fmla="*/ 60868 w 445847"/>
                <a:gd name="connsiteY461" fmla="*/ 127553 h 328032"/>
                <a:gd name="connsiteX462" fmla="*/ 58488 w 445847"/>
                <a:gd name="connsiteY462" fmla="*/ 127553 h 328032"/>
                <a:gd name="connsiteX463" fmla="*/ 54314 w 445847"/>
                <a:gd name="connsiteY463" fmla="*/ 126715 h 328032"/>
                <a:gd name="connsiteX464" fmla="*/ 54060 w 445847"/>
                <a:gd name="connsiteY464" fmla="*/ 120073 h 328032"/>
                <a:gd name="connsiteX465" fmla="*/ 54059 w 445847"/>
                <a:gd name="connsiteY465" fmla="*/ 117927 h 328032"/>
                <a:gd name="connsiteX466" fmla="*/ 54096 w 445847"/>
                <a:gd name="connsiteY466" fmla="*/ 111015 h 328032"/>
                <a:gd name="connsiteX467" fmla="*/ 54103 w 445847"/>
                <a:gd name="connsiteY467" fmla="*/ 106762 h 328032"/>
                <a:gd name="connsiteX468" fmla="*/ 54174 w 445847"/>
                <a:gd name="connsiteY468" fmla="*/ 90950 h 328032"/>
                <a:gd name="connsiteX469" fmla="*/ 54314 w 445847"/>
                <a:gd name="connsiteY469" fmla="*/ 55277 h 328032"/>
                <a:gd name="connsiteX470" fmla="*/ 169656 w 445847"/>
                <a:gd name="connsiteY470" fmla="*/ 55277 h 328032"/>
                <a:gd name="connsiteX471" fmla="*/ 168911 w 445847"/>
                <a:gd name="connsiteY471" fmla="*/ 53045 h 328032"/>
                <a:gd name="connsiteX472" fmla="*/ 168815 w 445847"/>
                <a:gd name="connsiteY472" fmla="*/ 48170 h 328032"/>
                <a:gd name="connsiteX473" fmla="*/ 168811 w 445847"/>
                <a:gd name="connsiteY473" fmla="*/ 46681 h 328032"/>
                <a:gd name="connsiteX474" fmla="*/ 168813 w 445847"/>
                <a:gd name="connsiteY474" fmla="*/ 41810 h 328032"/>
                <a:gd name="connsiteX475" fmla="*/ 168810 w 445847"/>
                <a:gd name="connsiteY475" fmla="*/ 38427 h 328032"/>
                <a:gd name="connsiteX476" fmla="*/ 168814 w 445847"/>
                <a:gd name="connsiteY476" fmla="*/ 31339 h 328032"/>
                <a:gd name="connsiteX477" fmla="*/ 168812 w 445847"/>
                <a:gd name="connsiteY477" fmla="*/ 22243 h 328032"/>
                <a:gd name="connsiteX478" fmla="*/ 168812 w 445847"/>
                <a:gd name="connsiteY478" fmla="*/ 15258 h 328032"/>
                <a:gd name="connsiteX479" fmla="*/ 168810 w 445847"/>
                <a:gd name="connsiteY479" fmla="*/ 11904 h 328032"/>
                <a:gd name="connsiteX480" fmla="*/ 168815 w 445847"/>
                <a:gd name="connsiteY480" fmla="*/ 7222 h 328032"/>
                <a:gd name="connsiteX481" fmla="*/ 168817 w 445847"/>
                <a:gd name="connsiteY481" fmla="*/ 4528 h 328032"/>
                <a:gd name="connsiteX482" fmla="*/ 169656 w 445847"/>
                <a:gd name="connsiteY482" fmla="*/ 955 h 32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Lst>
              <a:rect l="l" t="t" r="r" b="b"/>
              <a:pathLst>
                <a:path w="445847" h="328032">
                  <a:moveTo>
                    <a:pt x="169656" y="955"/>
                  </a:moveTo>
                  <a:cubicBezTo>
                    <a:pt x="171595" y="804"/>
                    <a:pt x="173457" y="752"/>
                    <a:pt x="175398" y="762"/>
                  </a:cubicBezTo>
                  <a:cubicBezTo>
                    <a:pt x="176300" y="759"/>
                    <a:pt x="176300" y="759"/>
                    <a:pt x="177220" y="755"/>
                  </a:cubicBezTo>
                  <a:cubicBezTo>
                    <a:pt x="179218" y="748"/>
                    <a:pt x="181215" y="752"/>
                    <a:pt x="183213" y="757"/>
                  </a:cubicBezTo>
                  <a:cubicBezTo>
                    <a:pt x="184595" y="756"/>
                    <a:pt x="185977" y="755"/>
                    <a:pt x="187359" y="753"/>
                  </a:cubicBezTo>
                  <a:cubicBezTo>
                    <a:pt x="190259" y="751"/>
                    <a:pt x="193159" y="754"/>
                    <a:pt x="196059" y="761"/>
                  </a:cubicBezTo>
                  <a:cubicBezTo>
                    <a:pt x="199785" y="769"/>
                    <a:pt x="203511" y="765"/>
                    <a:pt x="207238" y="756"/>
                  </a:cubicBezTo>
                  <a:cubicBezTo>
                    <a:pt x="210092" y="750"/>
                    <a:pt x="212947" y="752"/>
                    <a:pt x="215802" y="756"/>
                  </a:cubicBezTo>
                  <a:cubicBezTo>
                    <a:pt x="217176" y="757"/>
                    <a:pt x="218551" y="756"/>
                    <a:pt x="219925" y="752"/>
                  </a:cubicBezTo>
                  <a:cubicBezTo>
                    <a:pt x="221842" y="748"/>
                    <a:pt x="223759" y="754"/>
                    <a:pt x="225677" y="762"/>
                  </a:cubicBezTo>
                  <a:cubicBezTo>
                    <a:pt x="226537" y="758"/>
                    <a:pt x="226537" y="758"/>
                    <a:pt x="227415" y="753"/>
                  </a:cubicBezTo>
                  <a:cubicBezTo>
                    <a:pt x="228752" y="764"/>
                    <a:pt x="230087" y="851"/>
                    <a:pt x="231419" y="955"/>
                  </a:cubicBezTo>
                  <a:cubicBezTo>
                    <a:pt x="232506" y="3129"/>
                    <a:pt x="232252" y="5035"/>
                    <a:pt x="232248" y="7462"/>
                  </a:cubicBezTo>
                  <a:cubicBezTo>
                    <a:pt x="232248" y="7978"/>
                    <a:pt x="232248" y="8493"/>
                    <a:pt x="232248" y="9024"/>
                  </a:cubicBezTo>
                  <a:cubicBezTo>
                    <a:pt x="232248" y="10732"/>
                    <a:pt x="232242" y="12439"/>
                    <a:pt x="232236" y="14146"/>
                  </a:cubicBezTo>
                  <a:cubicBezTo>
                    <a:pt x="232235" y="15329"/>
                    <a:pt x="232234" y="16511"/>
                    <a:pt x="232233" y="17693"/>
                  </a:cubicBezTo>
                  <a:cubicBezTo>
                    <a:pt x="232230" y="20808"/>
                    <a:pt x="232223" y="23923"/>
                    <a:pt x="232214" y="27037"/>
                  </a:cubicBezTo>
                  <a:cubicBezTo>
                    <a:pt x="232207" y="30215"/>
                    <a:pt x="232203" y="33392"/>
                    <a:pt x="232200" y="36569"/>
                  </a:cubicBezTo>
                  <a:cubicBezTo>
                    <a:pt x="232192" y="42805"/>
                    <a:pt x="232179" y="49041"/>
                    <a:pt x="232163" y="55277"/>
                  </a:cubicBezTo>
                  <a:cubicBezTo>
                    <a:pt x="232807" y="55277"/>
                    <a:pt x="233451" y="55276"/>
                    <a:pt x="234114" y="55275"/>
                  </a:cubicBezTo>
                  <a:cubicBezTo>
                    <a:pt x="249751" y="55259"/>
                    <a:pt x="265388" y="55246"/>
                    <a:pt x="281025" y="55239"/>
                  </a:cubicBezTo>
                  <a:cubicBezTo>
                    <a:pt x="288587" y="55235"/>
                    <a:pt x="296149" y="55230"/>
                    <a:pt x="303710" y="55221"/>
                  </a:cubicBezTo>
                  <a:cubicBezTo>
                    <a:pt x="310299" y="55214"/>
                    <a:pt x="316887" y="55209"/>
                    <a:pt x="323476" y="55207"/>
                  </a:cubicBezTo>
                  <a:cubicBezTo>
                    <a:pt x="326966" y="55206"/>
                    <a:pt x="330457" y="55204"/>
                    <a:pt x="333948" y="55199"/>
                  </a:cubicBezTo>
                  <a:cubicBezTo>
                    <a:pt x="337230" y="55194"/>
                    <a:pt x="340511" y="55192"/>
                    <a:pt x="343793" y="55193"/>
                  </a:cubicBezTo>
                  <a:cubicBezTo>
                    <a:pt x="345001" y="55193"/>
                    <a:pt x="346209" y="55191"/>
                    <a:pt x="347417" y="55189"/>
                  </a:cubicBezTo>
                  <a:cubicBezTo>
                    <a:pt x="349059" y="55185"/>
                    <a:pt x="350701" y="55186"/>
                    <a:pt x="352343" y="55188"/>
                  </a:cubicBezTo>
                  <a:cubicBezTo>
                    <a:pt x="353265" y="55187"/>
                    <a:pt x="354186" y="55186"/>
                    <a:pt x="355135" y="55186"/>
                  </a:cubicBezTo>
                  <a:cubicBezTo>
                    <a:pt x="357179" y="55277"/>
                    <a:pt x="357179" y="55277"/>
                    <a:pt x="357923" y="56021"/>
                  </a:cubicBezTo>
                  <a:cubicBezTo>
                    <a:pt x="358002" y="58240"/>
                    <a:pt x="358032" y="60441"/>
                    <a:pt x="358031" y="62660"/>
                  </a:cubicBezTo>
                  <a:cubicBezTo>
                    <a:pt x="358033" y="63365"/>
                    <a:pt x="358036" y="64070"/>
                    <a:pt x="358039" y="64797"/>
                  </a:cubicBezTo>
                  <a:cubicBezTo>
                    <a:pt x="358047" y="67178"/>
                    <a:pt x="358050" y="69560"/>
                    <a:pt x="358052" y="71942"/>
                  </a:cubicBezTo>
                  <a:cubicBezTo>
                    <a:pt x="358057" y="73642"/>
                    <a:pt x="358062" y="75342"/>
                    <a:pt x="358067" y="77041"/>
                  </a:cubicBezTo>
                  <a:cubicBezTo>
                    <a:pt x="358078" y="80711"/>
                    <a:pt x="358087" y="84380"/>
                    <a:pt x="358094" y="88050"/>
                  </a:cubicBezTo>
                  <a:cubicBezTo>
                    <a:pt x="358106" y="93845"/>
                    <a:pt x="358123" y="99641"/>
                    <a:pt x="358142" y="105436"/>
                  </a:cubicBezTo>
                  <a:cubicBezTo>
                    <a:pt x="358169" y="113557"/>
                    <a:pt x="358193" y="121677"/>
                    <a:pt x="358215" y="129797"/>
                  </a:cubicBezTo>
                  <a:cubicBezTo>
                    <a:pt x="358217" y="130312"/>
                    <a:pt x="358218" y="130828"/>
                    <a:pt x="358220" y="131359"/>
                  </a:cubicBezTo>
                  <a:cubicBezTo>
                    <a:pt x="358240" y="138681"/>
                    <a:pt x="358257" y="146003"/>
                    <a:pt x="358274" y="153324"/>
                  </a:cubicBezTo>
                  <a:cubicBezTo>
                    <a:pt x="358276" y="153840"/>
                    <a:pt x="358277" y="154355"/>
                    <a:pt x="358278" y="154887"/>
                  </a:cubicBezTo>
                  <a:cubicBezTo>
                    <a:pt x="358280" y="155659"/>
                    <a:pt x="358280" y="155659"/>
                    <a:pt x="358282" y="156448"/>
                  </a:cubicBezTo>
                  <a:cubicBezTo>
                    <a:pt x="358301" y="165024"/>
                    <a:pt x="358327" y="173600"/>
                    <a:pt x="358357" y="182176"/>
                  </a:cubicBezTo>
                  <a:cubicBezTo>
                    <a:pt x="358377" y="187944"/>
                    <a:pt x="358391" y="193712"/>
                    <a:pt x="358399" y="199480"/>
                  </a:cubicBezTo>
                  <a:cubicBezTo>
                    <a:pt x="358406" y="203061"/>
                    <a:pt x="358419" y="206642"/>
                    <a:pt x="358433" y="210222"/>
                  </a:cubicBezTo>
                  <a:cubicBezTo>
                    <a:pt x="358439" y="211890"/>
                    <a:pt x="358442" y="213558"/>
                    <a:pt x="358442" y="215225"/>
                  </a:cubicBezTo>
                  <a:cubicBezTo>
                    <a:pt x="358443" y="217491"/>
                    <a:pt x="358453" y="219757"/>
                    <a:pt x="358465" y="222023"/>
                  </a:cubicBezTo>
                  <a:cubicBezTo>
                    <a:pt x="358463" y="222693"/>
                    <a:pt x="358461" y="223362"/>
                    <a:pt x="358459" y="224051"/>
                  </a:cubicBezTo>
                  <a:cubicBezTo>
                    <a:pt x="358472" y="225589"/>
                    <a:pt x="358561" y="227127"/>
                    <a:pt x="358667" y="228662"/>
                  </a:cubicBezTo>
                  <a:cubicBezTo>
                    <a:pt x="359158" y="228908"/>
                    <a:pt x="359650" y="229153"/>
                    <a:pt x="360156" y="229406"/>
                  </a:cubicBezTo>
                  <a:cubicBezTo>
                    <a:pt x="360325" y="231130"/>
                    <a:pt x="360325" y="231130"/>
                    <a:pt x="360301" y="233386"/>
                  </a:cubicBezTo>
                  <a:cubicBezTo>
                    <a:pt x="360296" y="234189"/>
                    <a:pt x="360291" y="234992"/>
                    <a:pt x="360286" y="235820"/>
                  </a:cubicBezTo>
                  <a:cubicBezTo>
                    <a:pt x="360274" y="236666"/>
                    <a:pt x="360261" y="237511"/>
                    <a:pt x="360249" y="238382"/>
                  </a:cubicBezTo>
                  <a:cubicBezTo>
                    <a:pt x="360242" y="239231"/>
                    <a:pt x="360235" y="240079"/>
                    <a:pt x="360228" y="240953"/>
                  </a:cubicBezTo>
                  <a:cubicBezTo>
                    <a:pt x="360211" y="243058"/>
                    <a:pt x="360186" y="245161"/>
                    <a:pt x="360156" y="247266"/>
                  </a:cubicBezTo>
                  <a:cubicBezTo>
                    <a:pt x="360675" y="247177"/>
                    <a:pt x="361195" y="247089"/>
                    <a:pt x="361731" y="246998"/>
                  </a:cubicBezTo>
                  <a:cubicBezTo>
                    <a:pt x="362408" y="246902"/>
                    <a:pt x="363085" y="246806"/>
                    <a:pt x="363783" y="246707"/>
                  </a:cubicBezTo>
                  <a:cubicBezTo>
                    <a:pt x="364793" y="246552"/>
                    <a:pt x="364793" y="246552"/>
                    <a:pt x="365824" y="246393"/>
                  </a:cubicBezTo>
                  <a:cubicBezTo>
                    <a:pt x="366409" y="246436"/>
                    <a:pt x="366994" y="246478"/>
                    <a:pt x="367597" y="246521"/>
                  </a:cubicBezTo>
                  <a:cubicBezTo>
                    <a:pt x="367818" y="247001"/>
                    <a:pt x="368039" y="247480"/>
                    <a:pt x="368267" y="247973"/>
                  </a:cubicBezTo>
                  <a:cubicBezTo>
                    <a:pt x="368537" y="248476"/>
                    <a:pt x="368807" y="248980"/>
                    <a:pt x="369085" y="249498"/>
                  </a:cubicBezTo>
                  <a:cubicBezTo>
                    <a:pt x="371377" y="249962"/>
                    <a:pt x="371377" y="249962"/>
                    <a:pt x="374088" y="249893"/>
                  </a:cubicBezTo>
                  <a:cubicBezTo>
                    <a:pt x="374825" y="249898"/>
                    <a:pt x="374825" y="249898"/>
                    <a:pt x="375578" y="249902"/>
                  </a:cubicBezTo>
                  <a:cubicBezTo>
                    <a:pt x="376617" y="249904"/>
                    <a:pt x="377656" y="249898"/>
                    <a:pt x="378695" y="249886"/>
                  </a:cubicBezTo>
                  <a:cubicBezTo>
                    <a:pt x="380291" y="249870"/>
                    <a:pt x="381885" y="249886"/>
                    <a:pt x="383481" y="249905"/>
                  </a:cubicBezTo>
                  <a:cubicBezTo>
                    <a:pt x="384489" y="249903"/>
                    <a:pt x="385498" y="249899"/>
                    <a:pt x="386506" y="249893"/>
                  </a:cubicBezTo>
                  <a:cubicBezTo>
                    <a:pt x="387428" y="249890"/>
                    <a:pt x="388349" y="249887"/>
                    <a:pt x="389299" y="249883"/>
                  </a:cubicBezTo>
                  <a:cubicBezTo>
                    <a:pt x="389996" y="249756"/>
                    <a:pt x="390692" y="249629"/>
                    <a:pt x="391409" y="249498"/>
                  </a:cubicBezTo>
                  <a:cubicBezTo>
                    <a:pt x="392032" y="248022"/>
                    <a:pt x="392032" y="248022"/>
                    <a:pt x="392154" y="246521"/>
                  </a:cubicBezTo>
                  <a:cubicBezTo>
                    <a:pt x="393394" y="246521"/>
                    <a:pt x="394634" y="246521"/>
                    <a:pt x="395874" y="246521"/>
                  </a:cubicBezTo>
                  <a:cubicBezTo>
                    <a:pt x="398239" y="244356"/>
                    <a:pt x="398412" y="242164"/>
                    <a:pt x="398567" y="239051"/>
                  </a:cubicBezTo>
                  <a:cubicBezTo>
                    <a:pt x="398584" y="238508"/>
                    <a:pt x="398601" y="237965"/>
                    <a:pt x="398618" y="237406"/>
                  </a:cubicBezTo>
                  <a:cubicBezTo>
                    <a:pt x="398644" y="236851"/>
                    <a:pt x="398669" y="236297"/>
                    <a:pt x="398695" y="235726"/>
                  </a:cubicBezTo>
                  <a:cubicBezTo>
                    <a:pt x="398756" y="234364"/>
                    <a:pt x="398805" y="233001"/>
                    <a:pt x="398851" y="231639"/>
                  </a:cubicBezTo>
                  <a:cubicBezTo>
                    <a:pt x="399588" y="231639"/>
                    <a:pt x="400324" y="231639"/>
                    <a:pt x="401083" y="231639"/>
                  </a:cubicBezTo>
                  <a:cubicBezTo>
                    <a:pt x="401082" y="230822"/>
                    <a:pt x="401080" y="230004"/>
                    <a:pt x="401078" y="229163"/>
                  </a:cubicBezTo>
                  <a:cubicBezTo>
                    <a:pt x="401063" y="221476"/>
                    <a:pt x="401052" y="213788"/>
                    <a:pt x="401045" y="206101"/>
                  </a:cubicBezTo>
                  <a:cubicBezTo>
                    <a:pt x="401041" y="202149"/>
                    <a:pt x="401036" y="198197"/>
                    <a:pt x="401027" y="194244"/>
                  </a:cubicBezTo>
                  <a:cubicBezTo>
                    <a:pt x="401019" y="190433"/>
                    <a:pt x="401015" y="186621"/>
                    <a:pt x="401013" y="182809"/>
                  </a:cubicBezTo>
                  <a:cubicBezTo>
                    <a:pt x="401011" y="181353"/>
                    <a:pt x="401009" y="179896"/>
                    <a:pt x="401005" y="178439"/>
                  </a:cubicBezTo>
                  <a:cubicBezTo>
                    <a:pt x="400999" y="176404"/>
                    <a:pt x="400998" y="174369"/>
                    <a:pt x="400999" y="172334"/>
                  </a:cubicBezTo>
                  <a:cubicBezTo>
                    <a:pt x="400996" y="171727"/>
                    <a:pt x="400993" y="171120"/>
                    <a:pt x="400991" y="170495"/>
                  </a:cubicBezTo>
                  <a:cubicBezTo>
                    <a:pt x="400998" y="166324"/>
                    <a:pt x="400998" y="166324"/>
                    <a:pt x="401827" y="164666"/>
                  </a:cubicBezTo>
                  <a:cubicBezTo>
                    <a:pt x="403502" y="164416"/>
                    <a:pt x="403502" y="164416"/>
                    <a:pt x="405548" y="164387"/>
                  </a:cubicBezTo>
                  <a:cubicBezTo>
                    <a:pt x="406223" y="164366"/>
                    <a:pt x="406899" y="164345"/>
                    <a:pt x="407595" y="164323"/>
                  </a:cubicBezTo>
                  <a:cubicBezTo>
                    <a:pt x="408147" y="164436"/>
                    <a:pt x="408700" y="164549"/>
                    <a:pt x="409269" y="164666"/>
                  </a:cubicBezTo>
                  <a:cubicBezTo>
                    <a:pt x="409760" y="166148"/>
                    <a:pt x="409760" y="166148"/>
                    <a:pt x="410013" y="167643"/>
                  </a:cubicBezTo>
                  <a:cubicBezTo>
                    <a:pt x="411252" y="167897"/>
                    <a:pt x="412492" y="168144"/>
                    <a:pt x="413734" y="168387"/>
                  </a:cubicBezTo>
                  <a:cubicBezTo>
                    <a:pt x="414242" y="169373"/>
                    <a:pt x="414739" y="170365"/>
                    <a:pt x="415222" y="171363"/>
                  </a:cubicBezTo>
                  <a:cubicBezTo>
                    <a:pt x="416204" y="171363"/>
                    <a:pt x="417186" y="171363"/>
                    <a:pt x="418199" y="171363"/>
                  </a:cubicBezTo>
                  <a:cubicBezTo>
                    <a:pt x="418429" y="171839"/>
                    <a:pt x="418659" y="172315"/>
                    <a:pt x="418896" y="172805"/>
                  </a:cubicBezTo>
                  <a:cubicBezTo>
                    <a:pt x="419157" y="173311"/>
                    <a:pt x="419418" y="173818"/>
                    <a:pt x="419687" y="174340"/>
                  </a:cubicBezTo>
                  <a:cubicBezTo>
                    <a:pt x="420922" y="174611"/>
                    <a:pt x="422163" y="174860"/>
                    <a:pt x="423408" y="175084"/>
                  </a:cubicBezTo>
                  <a:cubicBezTo>
                    <a:pt x="423653" y="175821"/>
                    <a:pt x="423899" y="176557"/>
                    <a:pt x="424152" y="177316"/>
                  </a:cubicBezTo>
                  <a:cubicBezTo>
                    <a:pt x="425526" y="177831"/>
                    <a:pt x="425526" y="177831"/>
                    <a:pt x="427128" y="178060"/>
                  </a:cubicBezTo>
                  <a:cubicBezTo>
                    <a:pt x="428756" y="178340"/>
                    <a:pt x="428756" y="178340"/>
                    <a:pt x="430105" y="178805"/>
                  </a:cubicBezTo>
                  <a:cubicBezTo>
                    <a:pt x="430350" y="179541"/>
                    <a:pt x="430596" y="180278"/>
                    <a:pt x="430849" y="181037"/>
                  </a:cubicBezTo>
                  <a:cubicBezTo>
                    <a:pt x="431708" y="181144"/>
                    <a:pt x="432568" y="181252"/>
                    <a:pt x="433453" y="181363"/>
                  </a:cubicBezTo>
                  <a:cubicBezTo>
                    <a:pt x="434313" y="181501"/>
                    <a:pt x="435172" y="181639"/>
                    <a:pt x="436058" y="181781"/>
                  </a:cubicBezTo>
                  <a:cubicBezTo>
                    <a:pt x="436165" y="182272"/>
                    <a:pt x="436273" y="182763"/>
                    <a:pt x="436383" y="183269"/>
                  </a:cubicBezTo>
                  <a:cubicBezTo>
                    <a:pt x="436522" y="183761"/>
                    <a:pt x="436660" y="184252"/>
                    <a:pt x="436802" y="184758"/>
                  </a:cubicBezTo>
                  <a:cubicBezTo>
                    <a:pt x="438350" y="185086"/>
                    <a:pt x="439826" y="185178"/>
                    <a:pt x="441406" y="185226"/>
                  </a:cubicBezTo>
                  <a:cubicBezTo>
                    <a:pt x="441851" y="185317"/>
                    <a:pt x="442297" y="185408"/>
                    <a:pt x="442755" y="185502"/>
                  </a:cubicBezTo>
                  <a:cubicBezTo>
                    <a:pt x="443001" y="186239"/>
                    <a:pt x="443246" y="186975"/>
                    <a:pt x="443499" y="187734"/>
                  </a:cubicBezTo>
                  <a:cubicBezTo>
                    <a:pt x="445247" y="188172"/>
                    <a:pt x="445247" y="188172"/>
                    <a:pt x="447267" y="188246"/>
                  </a:cubicBezTo>
                  <a:cubicBezTo>
                    <a:pt x="448292" y="188319"/>
                    <a:pt x="448292" y="188319"/>
                    <a:pt x="449339" y="188394"/>
                  </a:cubicBezTo>
                  <a:cubicBezTo>
                    <a:pt x="449868" y="188422"/>
                    <a:pt x="450396" y="188450"/>
                    <a:pt x="450941" y="188478"/>
                  </a:cubicBezTo>
                  <a:cubicBezTo>
                    <a:pt x="450941" y="189461"/>
                    <a:pt x="450941" y="190443"/>
                    <a:pt x="450941" y="191455"/>
                  </a:cubicBezTo>
                  <a:cubicBezTo>
                    <a:pt x="451469" y="191474"/>
                    <a:pt x="451998" y="191493"/>
                    <a:pt x="452542" y="191513"/>
                  </a:cubicBezTo>
                  <a:cubicBezTo>
                    <a:pt x="453226" y="191555"/>
                    <a:pt x="453910" y="191598"/>
                    <a:pt x="454615" y="191641"/>
                  </a:cubicBezTo>
                  <a:cubicBezTo>
                    <a:pt x="455297" y="191676"/>
                    <a:pt x="455979" y="191710"/>
                    <a:pt x="456682" y="191746"/>
                  </a:cubicBezTo>
                  <a:cubicBezTo>
                    <a:pt x="457243" y="191895"/>
                    <a:pt x="457804" y="192045"/>
                    <a:pt x="458382" y="192199"/>
                  </a:cubicBezTo>
                  <a:cubicBezTo>
                    <a:pt x="459390" y="194768"/>
                    <a:pt x="459223" y="197454"/>
                    <a:pt x="459225" y="200178"/>
                  </a:cubicBezTo>
                  <a:cubicBezTo>
                    <a:pt x="459226" y="200665"/>
                    <a:pt x="459227" y="201152"/>
                    <a:pt x="459228" y="201653"/>
                  </a:cubicBezTo>
                  <a:cubicBezTo>
                    <a:pt x="459229" y="203230"/>
                    <a:pt x="459225" y="204807"/>
                    <a:pt x="459219" y="206384"/>
                  </a:cubicBezTo>
                  <a:cubicBezTo>
                    <a:pt x="459219" y="206918"/>
                    <a:pt x="459218" y="207451"/>
                    <a:pt x="459217" y="208001"/>
                  </a:cubicBezTo>
                  <a:cubicBezTo>
                    <a:pt x="459205" y="216394"/>
                    <a:pt x="458986" y="224754"/>
                    <a:pt x="458382" y="233127"/>
                  </a:cubicBezTo>
                  <a:cubicBezTo>
                    <a:pt x="457891" y="233127"/>
                    <a:pt x="457400" y="233127"/>
                    <a:pt x="456894" y="233127"/>
                  </a:cubicBezTo>
                  <a:cubicBezTo>
                    <a:pt x="456648" y="240248"/>
                    <a:pt x="456403" y="247370"/>
                    <a:pt x="456150" y="254707"/>
                  </a:cubicBezTo>
                  <a:cubicBezTo>
                    <a:pt x="455413" y="254707"/>
                    <a:pt x="454676" y="254707"/>
                    <a:pt x="453917" y="254707"/>
                  </a:cubicBezTo>
                  <a:cubicBezTo>
                    <a:pt x="453906" y="255127"/>
                    <a:pt x="453896" y="255548"/>
                    <a:pt x="453884" y="255981"/>
                  </a:cubicBezTo>
                  <a:cubicBezTo>
                    <a:pt x="453829" y="257882"/>
                    <a:pt x="453757" y="259783"/>
                    <a:pt x="453685" y="261683"/>
                  </a:cubicBezTo>
                  <a:cubicBezTo>
                    <a:pt x="453668" y="262345"/>
                    <a:pt x="453651" y="263007"/>
                    <a:pt x="453634" y="263689"/>
                  </a:cubicBezTo>
                  <a:cubicBezTo>
                    <a:pt x="453607" y="264322"/>
                    <a:pt x="453581" y="264955"/>
                    <a:pt x="453554" y="265607"/>
                  </a:cubicBezTo>
                  <a:cubicBezTo>
                    <a:pt x="453534" y="266192"/>
                    <a:pt x="453515" y="266777"/>
                    <a:pt x="453495" y="267379"/>
                  </a:cubicBezTo>
                  <a:cubicBezTo>
                    <a:pt x="453173" y="268846"/>
                    <a:pt x="453173" y="268846"/>
                    <a:pt x="450941" y="270334"/>
                  </a:cubicBezTo>
                  <a:cubicBezTo>
                    <a:pt x="450561" y="272459"/>
                    <a:pt x="450561" y="272459"/>
                    <a:pt x="450522" y="274845"/>
                  </a:cubicBezTo>
                  <a:cubicBezTo>
                    <a:pt x="450426" y="277290"/>
                    <a:pt x="450426" y="277290"/>
                    <a:pt x="450197" y="279264"/>
                  </a:cubicBezTo>
                  <a:cubicBezTo>
                    <a:pt x="449460" y="279632"/>
                    <a:pt x="449460" y="279632"/>
                    <a:pt x="448708" y="280008"/>
                  </a:cubicBezTo>
                  <a:cubicBezTo>
                    <a:pt x="448444" y="281931"/>
                    <a:pt x="448378" y="283836"/>
                    <a:pt x="448293" y="285775"/>
                  </a:cubicBezTo>
                  <a:cubicBezTo>
                    <a:pt x="448184" y="286327"/>
                    <a:pt x="448076" y="286880"/>
                    <a:pt x="447964" y="287449"/>
                  </a:cubicBezTo>
                  <a:cubicBezTo>
                    <a:pt x="447227" y="287695"/>
                    <a:pt x="446491" y="287940"/>
                    <a:pt x="445732" y="288193"/>
                  </a:cubicBezTo>
                  <a:cubicBezTo>
                    <a:pt x="445296" y="289597"/>
                    <a:pt x="445296" y="289597"/>
                    <a:pt x="445220" y="291216"/>
                  </a:cubicBezTo>
                  <a:cubicBezTo>
                    <a:pt x="445143" y="292183"/>
                    <a:pt x="445067" y="293150"/>
                    <a:pt x="444988" y="294146"/>
                  </a:cubicBezTo>
                  <a:cubicBezTo>
                    <a:pt x="444251" y="294146"/>
                    <a:pt x="443514" y="294146"/>
                    <a:pt x="442755" y="294146"/>
                  </a:cubicBezTo>
                  <a:cubicBezTo>
                    <a:pt x="442617" y="295413"/>
                    <a:pt x="442617" y="295413"/>
                    <a:pt x="442476" y="296704"/>
                  </a:cubicBezTo>
                  <a:cubicBezTo>
                    <a:pt x="442323" y="297579"/>
                    <a:pt x="442169" y="298454"/>
                    <a:pt x="442011" y="299355"/>
                  </a:cubicBezTo>
                  <a:cubicBezTo>
                    <a:pt x="441274" y="299724"/>
                    <a:pt x="441274" y="299724"/>
                    <a:pt x="440523" y="300100"/>
                  </a:cubicBezTo>
                  <a:cubicBezTo>
                    <a:pt x="440277" y="300713"/>
                    <a:pt x="440032" y="301327"/>
                    <a:pt x="439779" y="301960"/>
                  </a:cubicBezTo>
                  <a:cubicBezTo>
                    <a:pt x="439034" y="303820"/>
                    <a:pt x="439034" y="303820"/>
                    <a:pt x="437546" y="304564"/>
                  </a:cubicBezTo>
                  <a:cubicBezTo>
                    <a:pt x="437316" y="305040"/>
                    <a:pt x="437086" y="305516"/>
                    <a:pt x="436849" y="306006"/>
                  </a:cubicBezTo>
                  <a:cubicBezTo>
                    <a:pt x="436058" y="307541"/>
                    <a:pt x="436058" y="307541"/>
                    <a:pt x="433825" y="309029"/>
                  </a:cubicBezTo>
                  <a:cubicBezTo>
                    <a:pt x="433580" y="309766"/>
                    <a:pt x="433334" y="310503"/>
                    <a:pt x="433081" y="311262"/>
                  </a:cubicBezTo>
                  <a:cubicBezTo>
                    <a:pt x="432452" y="311507"/>
                    <a:pt x="431823" y="311753"/>
                    <a:pt x="431174" y="312006"/>
                  </a:cubicBezTo>
                  <a:cubicBezTo>
                    <a:pt x="430576" y="312251"/>
                    <a:pt x="429977" y="312497"/>
                    <a:pt x="429361" y="312750"/>
                  </a:cubicBezTo>
                  <a:cubicBezTo>
                    <a:pt x="429361" y="313487"/>
                    <a:pt x="429361" y="314223"/>
                    <a:pt x="429361" y="314982"/>
                  </a:cubicBezTo>
                  <a:cubicBezTo>
                    <a:pt x="427396" y="315228"/>
                    <a:pt x="425432" y="315473"/>
                    <a:pt x="423408" y="315726"/>
                  </a:cubicBezTo>
                  <a:cubicBezTo>
                    <a:pt x="423408" y="316709"/>
                    <a:pt x="423408" y="317691"/>
                    <a:pt x="423408" y="318703"/>
                  </a:cubicBezTo>
                  <a:cubicBezTo>
                    <a:pt x="422825" y="318731"/>
                    <a:pt x="422243" y="318759"/>
                    <a:pt x="421643" y="318787"/>
                  </a:cubicBezTo>
                  <a:cubicBezTo>
                    <a:pt x="420890" y="318836"/>
                    <a:pt x="420137" y="318885"/>
                    <a:pt x="419361" y="318936"/>
                  </a:cubicBezTo>
                  <a:cubicBezTo>
                    <a:pt x="418610" y="318979"/>
                    <a:pt x="417859" y="319022"/>
                    <a:pt x="417085" y="319066"/>
                  </a:cubicBezTo>
                  <a:cubicBezTo>
                    <a:pt x="416470" y="319192"/>
                    <a:pt x="415855" y="319318"/>
                    <a:pt x="415222" y="319447"/>
                  </a:cubicBezTo>
                  <a:cubicBezTo>
                    <a:pt x="414976" y="320184"/>
                    <a:pt x="414731" y="320921"/>
                    <a:pt x="414478" y="321680"/>
                  </a:cubicBezTo>
                  <a:cubicBezTo>
                    <a:pt x="413180" y="321961"/>
                    <a:pt x="413180" y="321961"/>
                    <a:pt x="411455" y="321963"/>
                  </a:cubicBezTo>
                  <a:cubicBezTo>
                    <a:pt x="410804" y="321969"/>
                    <a:pt x="410153" y="321976"/>
                    <a:pt x="409482" y="321982"/>
                  </a:cubicBezTo>
                  <a:cubicBezTo>
                    <a:pt x="408402" y="321975"/>
                    <a:pt x="408402" y="321975"/>
                    <a:pt x="407301" y="321968"/>
                  </a:cubicBezTo>
                  <a:cubicBezTo>
                    <a:pt x="406170" y="321974"/>
                    <a:pt x="406170" y="321974"/>
                    <a:pt x="405017" y="321980"/>
                  </a:cubicBezTo>
                  <a:cubicBezTo>
                    <a:pt x="402512" y="321990"/>
                    <a:pt x="400007" y="321984"/>
                    <a:pt x="397502" y="321976"/>
                  </a:cubicBezTo>
                  <a:cubicBezTo>
                    <a:pt x="395770" y="321978"/>
                    <a:pt x="394038" y="321980"/>
                    <a:pt x="392305" y="321983"/>
                  </a:cubicBezTo>
                  <a:cubicBezTo>
                    <a:pt x="388669" y="321986"/>
                    <a:pt x="385034" y="321981"/>
                    <a:pt x="381398" y="321971"/>
                  </a:cubicBezTo>
                  <a:cubicBezTo>
                    <a:pt x="376725" y="321958"/>
                    <a:pt x="372053" y="321965"/>
                    <a:pt x="367381" y="321979"/>
                  </a:cubicBezTo>
                  <a:cubicBezTo>
                    <a:pt x="363803" y="321987"/>
                    <a:pt x="360224" y="321984"/>
                    <a:pt x="356645" y="321978"/>
                  </a:cubicBezTo>
                  <a:cubicBezTo>
                    <a:pt x="354922" y="321977"/>
                    <a:pt x="353199" y="321979"/>
                    <a:pt x="351476" y="321984"/>
                  </a:cubicBezTo>
                  <a:cubicBezTo>
                    <a:pt x="349072" y="321990"/>
                    <a:pt x="346668" y="321981"/>
                    <a:pt x="344264" y="321968"/>
                  </a:cubicBezTo>
                  <a:cubicBezTo>
                    <a:pt x="343544" y="321973"/>
                    <a:pt x="342824" y="321977"/>
                    <a:pt x="342083" y="321982"/>
                  </a:cubicBezTo>
                  <a:cubicBezTo>
                    <a:pt x="341432" y="321976"/>
                    <a:pt x="340781" y="321970"/>
                    <a:pt x="340110" y="321963"/>
                  </a:cubicBezTo>
                  <a:cubicBezTo>
                    <a:pt x="339541" y="321962"/>
                    <a:pt x="338972" y="321961"/>
                    <a:pt x="338385" y="321961"/>
                  </a:cubicBezTo>
                  <a:cubicBezTo>
                    <a:pt x="337957" y="321868"/>
                    <a:pt x="337529" y="321775"/>
                    <a:pt x="337087" y="321680"/>
                  </a:cubicBezTo>
                  <a:cubicBezTo>
                    <a:pt x="336842" y="320943"/>
                    <a:pt x="336596" y="320206"/>
                    <a:pt x="336343" y="319447"/>
                  </a:cubicBezTo>
                  <a:cubicBezTo>
                    <a:pt x="333637" y="319126"/>
                    <a:pt x="330974" y="319119"/>
                    <a:pt x="328251" y="319078"/>
                  </a:cubicBezTo>
                  <a:cubicBezTo>
                    <a:pt x="327483" y="318954"/>
                    <a:pt x="326716" y="318831"/>
                    <a:pt x="325925" y="318703"/>
                  </a:cubicBezTo>
                  <a:cubicBezTo>
                    <a:pt x="325390" y="317212"/>
                    <a:pt x="325390" y="317212"/>
                    <a:pt x="325181" y="315726"/>
                  </a:cubicBezTo>
                  <a:cubicBezTo>
                    <a:pt x="324321" y="315604"/>
                    <a:pt x="323462" y="315481"/>
                    <a:pt x="322576" y="315354"/>
                  </a:cubicBezTo>
                  <a:cubicBezTo>
                    <a:pt x="321717" y="315232"/>
                    <a:pt x="320857" y="315109"/>
                    <a:pt x="319972" y="314982"/>
                  </a:cubicBezTo>
                  <a:cubicBezTo>
                    <a:pt x="319507" y="313494"/>
                    <a:pt x="319507" y="313494"/>
                    <a:pt x="319228" y="312006"/>
                  </a:cubicBezTo>
                  <a:cubicBezTo>
                    <a:pt x="318614" y="311883"/>
                    <a:pt x="318000" y="311760"/>
                    <a:pt x="317367" y="311634"/>
                  </a:cubicBezTo>
                  <a:cubicBezTo>
                    <a:pt x="316754" y="311511"/>
                    <a:pt x="316140" y="311388"/>
                    <a:pt x="315507" y="311262"/>
                  </a:cubicBezTo>
                  <a:cubicBezTo>
                    <a:pt x="315089" y="309820"/>
                    <a:pt x="315089" y="309820"/>
                    <a:pt x="314763" y="308285"/>
                  </a:cubicBezTo>
                  <a:cubicBezTo>
                    <a:pt x="314313" y="308078"/>
                    <a:pt x="313863" y="307871"/>
                    <a:pt x="313400" y="307657"/>
                  </a:cubicBezTo>
                  <a:cubicBezTo>
                    <a:pt x="311357" y="306568"/>
                    <a:pt x="310663" y="305362"/>
                    <a:pt x="309461" y="303402"/>
                  </a:cubicBezTo>
                  <a:cubicBezTo>
                    <a:pt x="308055" y="300940"/>
                    <a:pt x="308055" y="300940"/>
                    <a:pt x="305833" y="299355"/>
                  </a:cubicBezTo>
                  <a:cubicBezTo>
                    <a:pt x="305726" y="298619"/>
                    <a:pt x="305618" y="297882"/>
                    <a:pt x="305508" y="297123"/>
                  </a:cubicBezTo>
                  <a:cubicBezTo>
                    <a:pt x="305370" y="296386"/>
                    <a:pt x="305231" y="295650"/>
                    <a:pt x="305089" y="294891"/>
                  </a:cubicBezTo>
                  <a:cubicBezTo>
                    <a:pt x="304352" y="294645"/>
                    <a:pt x="303616" y="294399"/>
                    <a:pt x="302857" y="294146"/>
                  </a:cubicBezTo>
                  <a:cubicBezTo>
                    <a:pt x="302639" y="292446"/>
                    <a:pt x="302639" y="292446"/>
                    <a:pt x="302717" y="290379"/>
                  </a:cubicBezTo>
                  <a:cubicBezTo>
                    <a:pt x="302737" y="289695"/>
                    <a:pt x="302757" y="289011"/>
                    <a:pt x="302778" y="288307"/>
                  </a:cubicBezTo>
                  <a:cubicBezTo>
                    <a:pt x="302817" y="287514"/>
                    <a:pt x="302817" y="287514"/>
                    <a:pt x="302857" y="286705"/>
                  </a:cubicBezTo>
                  <a:cubicBezTo>
                    <a:pt x="302120" y="286705"/>
                    <a:pt x="301383" y="286705"/>
                    <a:pt x="300624" y="286705"/>
                  </a:cubicBezTo>
                  <a:cubicBezTo>
                    <a:pt x="300596" y="286024"/>
                    <a:pt x="300569" y="285343"/>
                    <a:pt x="300540" y="284641"/>
                  </a:cubicBezTo>
                  <a:cubicBezTo>
                    <a:pt x="300491" y="283757"/>
                    <a:pt x="300442" y="282872"/>
                    <a:pt x="300392" y="281961"/>
                  </a:cubicBezTo>
                  <a:cubicBezTo>
                    <a:pt x="300349" y="281081"/>
                    <a:pt x="300305" y="280200"/>
                    <a:pt x="300261" y="279293"/>
                  </a:cubicBezTo>
                  <a:cubicBezTo>
                    <a:pt x="300135" y="278546"/>
                    <a:pt x="300010" y="277800"/>
                    <a:pt x="299880" y="277031"/>
                  </a:cubicBezTo>
                  <a:cubicBezTo>
                    <a:pt x="299143" y="276540"/>
                    <a:pt x="298407" y="276049"/>
                    <a:pt x="297648" y="275543"/>
                  </a:cubicBezTo>
                  <a:cubicBezTo>
                    <a:pt x="297326" y="273393"/>
                    <a:pt x="297326" y="273393"/>
                    <a:pt x="297267" y="270677"/>
                  </a:cubicBezTo>
                  <a:cubicBezTo>
                    <a:pt x="297227" y="269224"/>
                    <a:pt x="297227" y="269224"/>
                    <a:pt x="297187" y="267741"/>
                  </a:cubicBezTo>
                  <a:cubicBezTo>
                    <a:pt x="297170" y="266714"/>
                    <a:pt x="297153" y="265687"/>
                    <a:pt x="297136" y="264660"/>
                  </a:cubicBezTo>
                  <a:cubicBezTo>
                    <a:pt x="297111" y="263627"/>
                    <a:pt x="297086" y="262594"/>
                    <a:pt x="297059" y="261561"/>
                  </a:cubicBezTo>
                  <a:cubicBezTo>
                    <a:pt x="296998" y="259028"/>
                    <a:pt x="296946" y="256496"/>
                    <a:pt x="296904" y="253963"/>
                  </a:cubicBezTo>
                  <a:cubicBezTo>
                    <a:pt x="296167" y="254208"/>
                    <a:pt x="295430" y="254454"/>
                    <a:pt x="294671" y="254707"/>
                  </a:cubicBezTo>
                  <a:cubicBezTo>
                    <a:pt x="294303" y="191351"/>
                    <a:pt x="294303" y="191351"/>
                    <a:pt x="293927" y="126715"/>
                  </a:cubicBezTo>
                  <a:cubicBezTo>
                    <a:pt x="293436" y="126960"/>
                    <a:pt x="292945" y="127206"/>
                    <a:pt x="292439" y="127459"/>
                  </a:cubicBezTo>
                  <a:cubicBezTo>
                    <a:pt x="290611" y="127536"/>
                    <a:pt x="288805" y="127568"/>
                    <a:pt x="286977" y="127567"/>
                  </a:cubicBezTo>
                  <a:cubicBezTo>
                    <a:pt x="286133" y="127571"/>
                    <a:pt x="286133" y="127571"/>
                    <a:pt x="285272" y="127575"/>
                  </a:cubicBezTo>
                  <a:cubicBezTo>
                    <a:pt x="283406" y="127582"/>
                    <a:pt x="281541" y="127583"/>
                    <a:pt x="279675" y="127584"/>
                  </a:cubicBezTo>
                  <a:cubicBezTo>
                    <a:pt x="278381" y="127586"/>
                    <a:pt x="277087" y="127589"/>
                    <a:pt x="275793" y="127591"/>
                  </a:cubicBezTo>
                  <a:cubicBezTo>
                    <a:pt x="273079" y="127596"/>
                    <a:pt x="270365" y="127597"/>
                    <a:pt x="267650" y="127597"/>
                  </a:cubicBezTo>
                  <a:cubicBezTo>
                    <a:pt x="264169" y="127597"/>
                    <a:pt x="260687" y="127607"/>
                    <a:pt x="257206" y="127620"/>
                  </a:cubicBezTo>
                  <a:cubicBezTo>
                    <a:pt x="254533" y="127628"/>
                    <a:pt x="251860" y="127629"/>
                    <a:pt x="249187" y="127629"/>
                  </a:cubicBezTo>
                  <a:cubicBezTo>
                    <a:pt x="247903" y="127630"/>
                    <a:pt x="246619" y="127633"/>
                    <a:pt x="245336" y="127639"/>
                  </a:cubicBezTo>
                  <a:cubicBezTo>
                    <a:pt x="243542" y="127646"/>
                    <a:pt x="241748" y="127644"/>
                    <a:pt x="239954" y="127640"/>
                  </a:cubicBezTo>
                  <a:cubicBezTo>
                    <a:pt x="239155" y="127646"/>
                    <a:pt x="239155" y="127646"/>
                    <a:pt x="238340" y="127652"/>
                  </a:cubicBezTo>
                  <a:cubicBezTo>
                    <a:pt x="235614" y="127635"/>
                    <a:pt x="234499" y="127528"/>
                    <a:pt x="232163" y="125971"/>
                  </a:cubicBezTo>
                  <a:cubicBezTo>
                    <a:pt x="232189" y="126660"/>
                    <a:pt x="232215" y="127350"/>
                    <a:pt x="232242" y="128061"/>
                  </a:cubicBezTo>
                  <a:cubicBezTo>
                    <a:pt x="232262" y="128952"/>
                    <a:pt x="232282" y="129843"/>
                    <a:pt x="232303" y="130761"/>
                  </a:cubicBezTo>
                  <a:cubicBezTo>
                    <a:pt x="232342" y="132095"/>
                    <a:pt x="232342" y="132095"/>
                    <a:pt x="232381" y="133456"/>
                  </a:cubicBezTo>
                  <a:cubicBezTo>
                    <a:pt x="232309" y="134178"/>
                    <a:pt x="232237" y="134900"/>
                    <a:pt x="232163" y="135644"/>
                  </a:cubicBezTo>
                  <a:cubicBezTo>
                    <a:pt x="231427" y="135890"/>
                    <a:pt x="230690" y="136136"/>
                    <a:pt x="229931" y="136389"/>
                  </a:cubicBezTo>
                  <a:cubicBezTo>
                    <a:pt x="229548" y="138117"/>
                    <a:pt x="229548" y="138117"/>
                    <a:pt x="229550" y="140205"/>
                  </a:cubicBezTo>
                  <a:cubicBezTo>
                    <a:pt x="229511" y="141360"/>
                    <a:pt x="229511" y="141360"/>
                    <a:pt x="229470" y="142538"/>
                  </a:cubicBezTo>
                  <a:cubicBezTo>
                    <a:pt x="229453" y="143348"/>
                    <a:pt x="229437" y="144158"/>
                    <a:pt x="229419" y="144993"/>
                  </a:cubicBezTo>
                  <a:cubicBezTo>
                    <a:pt x="229394" y="145806"/>
                    <a:pt x="229368" y="146619"/>
                    <a:pt x="229342" y="147456"/>
                  </a:cubicBezTo>
                  <a:cubicBezTo>
                    <a:pt x="229281" y="149472"/>
                    <a:pt x="229229" y="151488"/>
                    <a:pt x="229187" y="153504"/>
                  </a:cubicBezTo>
                  <a:cubicBezTo>
                    <a:pt x="228450" y="153504"/>
                    <a:pt x="227713" y="153504"/>
                    <a:pt x="226954" y="153504"/>
                  </a:cubicBezTo>
                  <a:cubicBezTo>
                    <a:pt x="226918" y="154408"/>
                    <a:pt x="226881" y="155313"/>
                    <a:pt x="226844" y="156245"/>
                  </a:cubicBezTo>
                  <a:cubicBezTo>
                    <a:pt x="226788" y="157424"/>
                    <a:pt x="226732" y="158603"/>
                    <a:pt x="226675" y="159783"/>
                  </a:cubicBezTo>
                  <a:cubicBezTo>
                    <a:pt x="226652" y="160380"/>
                    <a:pt x="226629" y="160977"/>
                    <a:pt x="226606" y="161592"/>
                  </a:cubicBezTo>
                  <a:cubicBezTo>
                    <a:pt x="226528" y="163116"/>
                    <a:pt x="226375" y="164637"/>
                    <a:pt x="226210" y="166154"/>
                  </a:cubicBezTo>
                  <a:cubicBezTo>
                    <a:pt x="225719" y="166400"/>
                    <a:pt x="225228" y="166645"/>
                    <a:pt x="224722" y="166898"/>
                  </a:cubicBezTo>
                  <a:cubicBezTo>
                    <a:pt x="224372" y="169336"/>
                    <a:pt x="224372" y="169336"/>
                    <a:pt x="224257" y="172154"/>
                  </a:cubicBezTo>
                  <a:cubicBezTo>
                    <a:pt x="224201" y="173114"/>
                    <a:pt x="224146" y="174074"/>
                    <a:pt x="224088" y="175064"/>
                  </a:cubicBezTo>
                  <a:cubicBezTo>
                    <a:pt x="224052" y="175807"/>
                    <a:pt x="224015" y="176550"/>
                    <a:pt x="223978" y="177316"/>
                  </a:cubicBezTo>
                  <a:cubicBezTo>
                    <a:pt x="222996" y="177316"/>
                    <a:pt x="222013" y="177316"/>
                    <a:pt x="221001" y="177316"/>
                  </a:cubicBezTo>
                  <a:cubicBezTo>
                    <a:pt x="221001" y="180018"/>
                    <a:pt x="221001" y="182719"/>
                    <a:pt x="221001" y="185502"/>
                  </a:cubicBezTo>
                  <a:cubicBezTo>
                    <a:pt x="220265" y="185502"/>
                    <a:pt x="219528" y="185502"/>
                    <a:pt x="218769" y="185502"/>
                  </a:cubicBezTo>
                  <a:cubicBezTo>
                    <a:pt x="218741" y="186067"/>
                    <a:pt x="218713" y="186632"/>
                    <a:pt x="218685" y="187214"/>
                  </a:cubicBezTo>
                  <a:cubicBezTo>
                    <a:pt x="218611" y="188323"/>
                    <a:pt x="218611" y="188323"/>
                    <a:pt x="218536" y="189455"/>
                  </a:cubicBezTo>
                  <a:cubicBezTo>
                    <a:pt x="218493" y="190189"/>
                    <a:pt x="218450" y="190923"/>
                    <a:pt x="218405" y="191679"/>
                  </a:cubicBezTo>
                  <a:cubicBezTo>
                    <a:pt x="217978" y="193932"/>
                    <a:pt x="217424" y="194419"/>
                    <a:pt x="215792" y="195920"/>
                  </a:cubicBezTo>
                  <a:cubicBezTo>
                    <a:pt x="215792" y="196687"/>
                    <a:pt x="215792" y="197455"/>
                    <a:pt x="215792" y="198245"/>
                  </a:cubicBezTo>
                  <a:cubicBezTo>
                    <a:pt x="215792" y="198951"/>
                    <a:pt x="215792" y="199657"/>
                    <a:pt x="215792" y="200385"/>
                  </a:cubicBezTo>
                  <a:cubicBezTo>
                    <a:pt x="215056" y="200630"/>
                    <a:pt x="214319" y="200876"/>
                    <a:pt x="213560" y="201129"/>
                  </a:cubicBezTo>
                  <a:cubicBezTo>
                    <a:pt x="213008" y="203752"/>
                    <a:pt x="213008" y="203752"/>
                    <a:pt x="212816" y="206338"/>
                  </a:cubicBezTo>
                  <a:cubicBezTo>
                    <a:pt x="212325" y="206338"/>
                    <a:pt x="211833" y="206338"/>
                    <a:pt x="211327" y="206338"/>
                  </a:cubicBezTo>
                  <a:cubicBezTo>
                    <a:pt x="210865" y="207872"/>
                    <a:pt x="210612" y="209412"/>
                    <a:pt x="210330" y="210989"/>
                  </a:cubicBezTo>
                  <a:cubicBezTo>
                    <a:pt x="210168" y="211418"/>
                    <a:pt x="210006" y="211848"/>
                    <a:pt x="209839" y="212291"/>
                  </a:cubicBezTo>
                  <a:cubicBezTo>
                    <a:pt x="209102" y="212291"/>
                    <a:pt x="208366" y="212291"/>
                    <a:pt x="207607" y="212291"/>
                  </a:cubicBezTo>
                  <a:cubicBezTo>
                    <a:pt x="207515" y="213135"/>
                    <a:pt x="207423" y="213979"/>
                    <a:pt x="207328" y="214849"/>
                  </a:cubicBezTo>
                  <a:cubicBezTo>
                    <a:pt x="207097" y="216161"/>
                    <a:pt x="207097" y="216161"/>
                    <a:pt x="206863" y="217500"/>
                  </a:cubicBezTo>
                  <a:cubicBezTo>
                    <a:pt x="206371" y="217745"/>
                    <a:pt x="205880" y="217991"/>
                    <a:pt x="205374" y="218244"/>
                  </a:cubicBezTo>
                  <a:cubicBezTo>
                    <a:pt x="205129" y="218858"/>
                    <a:pt x="204883" y="219472"/>
                    <a:pt x="204630" y="220104"/>
                  </a:cubicBezTo>
                  <a:cubicBezTo>
                    <a:pt x="203886" y="221965"/>
                    <a:pt x="203886" y="221965"/>
                    <a:pt x="202398" y="222709"/>
                  </a:cubicBezTo>
                  <a:cubicBezTo>
                    <a:pt x="202275" y="223323"/>
                    <a:pt x="202152" y="223937"/>
                    <a:pt x="202026" y="224569"/>
                  </a:cubicBezTo>
                  <a:cubicBezTo>
                    <a:pt x="201903" y="225183"/>
                    <a:pt x="201780" y="225797"/>
                    <a:pt x="201654" y="226430"/>
                  </a:cubicBezTo>
                  <a:cubicBezTo>
                    <a:pt x="201162" y="226675"/>
                    <a:pt x="200671" y="226921"/>
                    <a:pt x="200165" y="227174"/>
                  </a:cubicBezTo>
                  <a:cubicBezTo>
                    <a:pt x="199935" y="227880"/>
                    <a:pt x="199705" y="228586"/>
                    <a:pt x="199468" y="229313"/>
                  </a:cubicBezTo>
                  <a:cubicBezTo>
                    <a:pt x="198692" y="231595"/>
                    <a:pt x="198229" y="232372"/>
                    <a:pt x="196445" y="233871"/>
                  </a:cubicBezTo>
                  <a:cubicBezTo>
                    <a:pt x="194637" y="235462"/>
                    <a:pt x="194637" y="235462"/>
                    <a:pt x="193840" y="237685"/>
                  </a:cubicBezTo>
                  <a:cubicBezTo>
                    <a:pt x="193717" y="238145"/>
                    <a:pt x="193595" y="238606"/>
                    <a:pt x="193468" y="239080"/>
                  </a:cubicBezTo>
                  <a:cubicBezTo>
                    <a:pt x="192731" y="239326"/>
                    <a:pt x="191995" y="239571"/>
                    <a:pt x="191236" y="239824"/>
                  </a:cubicBezTo>
                  <a:cubicBezTo>
                    <a:pt x="190728" y="240810"/>
                    <a:pt x="190231" y="241802"/>
                    <a:pt x="189747" y="242801"/>
                  </a:cubicBezTo>
                  <a:cubicBezTo>
                    <a:pt x="189256" y="242801"/>
                    <a:pt x="188765" y="242801"/>
                    <a:pt x="188259" y="242801"/>
                  </a:cubicBezTo>
                  <a:cubicBezTo>
                    <a:pt x="188013" y="243415"/>
                    <a:pt x="187768" y="244029"/>
                    <a:pt x="187515" y="244661"/>
                  </a:cubicBezTo>
                  <a:cubicBezTo>
                    <a:pt x="187269" y="245275"/>
                    <a:pt x="187024" y="245889"/>
                    <a:pt x="186771" y="246521"/>
                  </a:cubicBezTo>
                  <a:cubicBezTo>
                    <a:pt x="186280" y="246521"/>
                    <a:pt x="185789" y="246521"/>
                    <a:pt x="185282" y="246521"/>
                  </a:cubicBezTo>
                  <a:cubicBezTo>
                    <a:pt x="185027" y="247512"/>
                    <a:pt x="184779" y="248504"/>
                    <a:pt x="184538" y="249498"/>
                  </a:cubicBezTo>
                  <a:cubicBezTo>
                    <a:pt x="184047" y="249744"/>
                    <a:pt x="183556" y="249989"/>
                    <a:pt x="183050" y="250242"/>
                  </a:cubicBezTo>
                  <a:cubicBezTo>
                    <a:pt x="182805" y="250733"/>
                    <a:pt x="182559" y="251224"/>
                    <a:pt x="182306" y="251730"/>
                  </a:cubicBezTo>
                  <a:cubicBezTo>
                    <a:pt x="181562" y="253219"/>
                    <a:pt x="181562" y="253219"/>
                    <a:pt x="180074" y="253963"/>
                  </a:cubicBezTo>
                  <a:cubicBezTo>
                    <a:pt x="179774" y="254607"/>
                    <a:pt x="179774" y="254607"/>
                    <a:pt x="179469" y="255265"/>
                  </a:cubicBezTo>
                  <a:cubicBezTo>
                    <a:pt x="177907" y="258224"/>
                    <a:pt x="175265" y="260278"/>
                    <a:pt x="172865" y="262567"/>
                  </a:cubicBezTo>
                  <a:cubicBezTo>
                    <a:pt x="171109" y="264228"/>
                    <a:pt x="171109" y="264228"/>
                    <a:pt x="170353" y="266055"/>
                  </a:cubicBezTo>
                  <a:cubicBezTo>
                    <a:pt x="170123" y="266485"/>
                    <a:pt x="169893" y="266915"/>
                    <a:pt x="169656" y="267357"/>
                  </a:cubicBezTo>
                  <a:cubicBezTo>
                    <a:pt x="168669" y="267626"/>
                    <a:pt x="167677" y="267876"/>
                    <a:pt x="166679" y="268101"/>
                  </a:cubicBezTo>
                  <a:cubicBezTo>
                    <a:pt x="166433" y="268838"/>
                    <a:pt x="166188" y="269575"/>
                    <a:pt x="165935" y="270334"/>
                  </a:cubicBezTo>
                  <a:cubicBezTo>
                    <a:pt x="164943" y="270830"/>
                    <a:pt x="163950" y="271326"/>
                    <a:pt x="162958" y="271822"/>
                  </a:cubicBezTo>
                  <a:cubicBezTo>
                    <a:pt x="162713" y="272559"/>
                    <a:pt x="162467" y="273296"/>
                    <a:pt x="162214" y="274055"/>
                  </a:cubicBezTo>
                  <a:cubicBezTo>
                    <a:pt x="160974" y="274303"/>
                    <a:pt x="159734" y="274551"/>
                    <a:pt x="158493" y="274799"/>
                  </a:cubicBezTo>
                  <a:cubicBezTo>
                    <a:pt x="158248" y="275535"/>
                    <a:pt x="158002" y="276272"/>
                    <a:pt x="157749" y="277031"/>
                  </a:cubicBezTo>
                  <a:cubicBezTo>
                    <a:pt x="157013" y="277277"/>
                    <a:pt x="156276" y="277522"/>
                    <a:pt x="155517" y="277775"/>
                  </a:cubicBezTo>
                  <a:cubicBezTo>
                    <a:pt x="155302" y="278266"/>
                    <a:pt x="155087" y="278758"/>
                    <a:pt x="154866" y="279264"/>
                  </a:cubicBezTo>
                  <a:cubicBezTo>
                    <a:pt x="154589" y="279755"/>
                    <a:pt x="154313" y="280246"/>
                    <a:pt x="154029" y="280752"/>
                  </a:cubicBezTo>
                  <a:cubicBezTo>
                    <a:pt x="152793" y="281023"/>
                    <a:pt x="151553" y="281273"/>
                    <a:pt x="150308" y="281496"/>
                  </a:cubicBezTo>
                  <a:cubicBezTo>
                    <a:pt x="150062" y="282233"/>
                    <a:pt x="149817" y="282969"/>
                    <a:pt x="149564" y="283728"/>
                  </a:cubicBezTo>
                  <a:cubicBezTo>
                    <a:pt x="148572" y="284225"/>
                    <a:pt x="147579" y="284721"/>
                    <a:pt x="146587" y="285217"/>
                  </a:cubicBezTo>
                  <a:cubicBezTo>
                    <a:pt x="146342" y="285953"/>
                    <a:pt x="146096" y="286690"/>
                    <a:pt x="145843" y="287449"/>
                  </a:cubicBezTo>
                  <a:cubicBezTo>
                    <a:pt x="145106" y="287418"/>
                    <a:pt x="144370" y="287388"/>
                    <a:pt x="143611" y="287356"/>
                  </a:cubicBezTo>
                  <a:cubicBezTo>
                    <a:pt x="142506" y="287402"/>
                    <a:pt x="142506" y="287402"/>
                    <a:pt x="141378" y="287449"/>
                  </a:cubicBezTo>
                  <a:cubicBezTo>
                    <a:pt x="141124" y="288688"/>
                    <a:pt x="140876" y="289928"/>
                    <a:pt x="140634" y="291170"/>
                  </a:cubicBezTo>
                  <a:cubicBezTo>
                    <a:pt x="138402" y="291635"/>
                    <a:pt x="138402" y="291635"/>
                    <a:pt x="136169" y="291914"/>
                  </a:cubicBezTo>
                  <a:cubicBezTo>
                    <a:pt x="135924" y="292651"/>
                    <a:pt x="135678" y="293387"/>
                    <a:pt x="135425" y="294146"/>
                  </a:cubicBezTo>
                  <a:cubicBezTo>
                    <a:pt x="133937" y="294642"/>
                    <a:pt x="132449" y="295139"/>
                    <a:pt x="130960" y="295635"/>
                  </a:cubicBezTo>
                  <a:cubicBezTo>
                    <a:pt x="130715" y="296371"/>
                    <a:pt x="130469" y="297108"/>
                    <a:pt x="130216" y="297867"/>
                  </a:cubicBezTo>
                  <a:cubicBezTo>
                    <a:pt x="129479" y="297975"/>
                    <a:pt x="128743" y="298082"/>
                    <a:pt x="127984" y="298193"/>
                  </a:cubicBezTo>
                  <a:cubicBezTo>
                    <a:pt x="127247" y="298331"/>
                    <a:pt x="126510" y="298469"/>
                    <a:pt x="125751" y="298611"/>
                  </a:cubicBezTo>
                  <a:cubicBezTo>
                    <a:pt x="125659" y="299118"/>
                    <a:pt x="125567" y="299624"/>
                    <a:pt x="125472" y="300146"/>
                  </a:cubicBezTo>
                  <a:cubicBezTo>
                    <a:pt x="125319" y="300622"/>
                    <a:pt x="125165" y="301098"/>
                    <a:pt x="125007" y="301588"/>
                  </a:cubicBezTo>
                  <a:cubicBezTo>
                    <a:pt x="122969" y="301880"/>
                    <a:pt x="121126" y="301719"/>
                    <a:pt x="119054" y="301588"/>
                  </a:cubicBezTo>
                  <a:cubicBezTo>
                    <a:pt x="119054" y="302570"/>
                    <a:pt x="119054" y="303552"/>
                    <a:pt x="119054" y="304564"/>
                  </a:cubicBezTo>
                  <a:cubicBezTo>
                    <a:pt x="118210" y="304626"/>
                    <a:pt x="117366" y="304687"/>
                    <a:pt x="116496" y="304750"/>
                  </a:cubicBezTo>
                  <a:cubicBezTo>
                    <a:pt x="115621" y="304935"/>
                    <a:pt x="114746" y="305119"/>
                    <a:pt x="113845" y="305309"/>
                  </a:cubicBezTo>
                  <a:cubicBezTo>
                    <a:pt x="113738" y="305800"/>
                    <a:pt x="113630" y="306291"/>
                    <a:pt x="113519" y="306797"/>
                  </a:cubicBezTo>
                  <a:cubicBezTo>
                    <a:pt x="113381" y="307288"/>
                    <a:pt x="113243" y="307779"/>
                    <a:pt x="113101" y="308285"/>
                  </a:cubicBezTo>
                  <a:cubicBezTo>
                    <a:pt x="111553" y="308614"/>
                    <a:pt x="110077" y="308705"/>
                    <a:pt x="108496" y="308753"/>
                  </a:cubicBezTo>
                  <a:cubicBezTo>
                    <a:pt x="108051" y="308844"/>
                    <a:pt x="107606" y="308935"/>
                    <a:pt x="107148" y="309029"/>
                  </a:cubicBezTo>
                  <a:cubicBezTo>
                    <a:pt x="106902" y="309766"/>
                    <a:pt x="106657" y="310503"/>
                    <a:pt x="106404" y="311262"/>
                  </a:cubicBezTo>
                  <a:cubicBezTo>
                    <a:pt x="104854" y="311579"/>
                    <a:pt x="103378" y="311588"/>
                    <a:pt x="101799" y="311631"/>
                  </a:cubicBezTo>
                  <a:cubicBezTo>
                    <a:pt x="101354" y="311755"/>
                    <a:pt x="100909" y="311878"/>
                    <a:pt x="100450" y="312006"/>
                  </a:cubicBezTo>
                  <a:cubicBezTo>
                    <a:pt x="100335" y="312498"/>
                    <a:pt x="100220" y="312990"/>
                    <a:pt x="100102" y="313497"/>
                  </a:cubicBezTo>
                  <a:cubicBezTo>
                    <a:pt x="99971" y="313987"/>
                    <a:pt x="99841" y="314477"/>
                    <a:pt x="99706" y="314982"/>
                  </a:cubicBezTo>
                  <a:cubicBezTo>
                    <a:pt x="97949" y="315388"/>
                    <a:pt x="96320" y="315355"/>
                    <a:pt x="94521" y="315378"/>
                  </a:cubicBezTo>
                  <a:cubicBezTo>
                    <a:pt x="94022" y="315493"/>
                    <a:pt x="93523" y="315608"/>
                    <a:pt x="93009" y="315726"/>
                  </a:cubicBezTo>
                  <a:cubicBezTo>
                    <a:pt x="92903" y="316221"/>
                    <a:pt x="92796" y="316716"/>
                    <a:pt x="92686" y="317226"/>
                  </a:cubicBezTo>
                  <a:cubicBezTo>
                    <a:pt x="92547" y="317714"/>
                    <a:pt x="92408" y="318201"/>
                    <a:pt x="92265" y="318703"/>
                  </a:cubicBezTo>
                  <a:cubicBezTo>
                    <a:pt x="90402" y="318994"/>
                    <a:pt x="90402" y="318994"/>
                    <a:pt x="88126" y="318889"/>
                  </a:cubicBezTo>
                  <a:cubicBezTo>
                    <a:pt x="87373" y="318862"/>
                    <a:pt x="86620" y="318835"/>
                    <a:pt x="85844" y="318808"/>
                  </a:cubicBezTo>
                  <a:cubicBezTo>
                    <a:pt x="85262" y="318773"/>
                    <a:pt x="84679" y="318739"/>
                    <a:pt x="84079" y="318703"/>
                  </a:cubicBezTo>
                  <a:cubicBezTo>
                    <a:pt x="84079" y="319685"/>
                    <a:pt x="84079" y="320668"/>
                    <a:pt x="84079" y="321680"/>
                  </a:cubicBezTo>
                  <a:cubicBezTo>
                    <a:pt x="81378" y="321925"/>
                    <a:pt x="78677" y="322171"/>
                    <a:pt x="75894" y="322424"/>
                  </a:cubicBezTo>
                  <a:cubicBezTo>
                    <a:pt x="75894" y="323406"/>
                    <a:pt x="75894" y="324388"/>
                    <a:pt x="75894" y="325400"/>
                  </a:cubicBezTo>
                  <a:cubicBezTo>
                    <a:pt x="75258" y="325366"/>
                    <a:pt x="74622" y="325331"/>
                    <a:pt x="73967" y="325296"/>
                  </a:cubicBezTo>
                  <a:cubicBezTo>
                    <a:pt x="73145" y="325269"/>
                    <a:pt x="72322" y="325242"/>
                    <a:pt x="71475" y="325214"/>
                  </a:cubicBezTo>
                  <a:cubicBezTo>
                    <a:pt x="70655" y="325180"/>
                    <a:pt x="69835" y="325145"/>
                    <a:pt x="68990" y="325110"/>
                  </a:cubicBezTo>
                  <a:cubicBezTo>
                    <a:pt x="68322" y="325206"/>
                    <a:pt x="67653" y="325301"/>
                    <a:pt x="66964" y="325400"/>
                  </a:cubicBezTo>
                  <a:cubicBezTo>
                    <a:pt x="66871" y="325888"/>
                    <a:pt x="66778" y="326375"/>
                    <a:pt x="66682" y="326877"/>
                  </a:cubicBezTo>
                  <a:cubicBezTo>
                    <a:pt x="66530" y="327372"/>
                    <a:pt x="66377" y="327867"/>
                    <a:pt x="66220" y="328377"/>
                  </a:cubicBezTo>
                  <a:cubicBezTo>
                    <a:pt x="64120" y="328690"/>
                    <a:pt x="62365" y="328792"/>
                    <a:pt x="60267" y="328749"/>
                  </a:cubicBezTo>
                  <a:cubicBezTo>
                    <a:pt x="59709" y="328760"/>
                    <a:pt x="59150" y="328772"/>
                    <a:pt x="58575" y="328784"/>
                  </a:cubicBezTo>
                  <a:cubicBezTo>
                    <a:pt x="56965" y="328772"/>
                    <a:pt x="56965" y="328772"/>
                    <a:pt x="54314" y="328377"/>
                  </a:cubicBezTo>
                  <a:cubicBezTo>
                    <a:pt x="53663" y="326912"/>
                    <a:pt x="53663" y="326912"/>
                    <a:pt x="53570" y="325400"/>
                  </a:cubicBezTo>
                  <a:cubicBezTo>
                    <a:pt x="53078" y="325155"/>
                    <a:pt x="52587" y="324909"/>
                    <a:pt x="52081" y="324656"/>
                  </a:cubicBezTo>
                  <a:cubicBezTo>
                    <a:pt x="51585" y="323416"/>
                    <a:pt x="51089" y="322176"/>
                    <a:pt x="50593" y="320935"/>
                  </a:cubicBezTo>
                  <a:cubicBezTo>
                    <a:pt x="50102" y="320690"/>
                    <a:pt x="49611" y="320444"/>
                    <a:pt x="49105" y="320191"/>
                  </a:cubicBezTo>
                  <a:cubicBezTo>
                    <a:pt x="48736" y="319063"/>
                    <a:pt x="48736" y="319063"/>
                    <a:pt x="48361" y="317912"/>
                  </a:cubicBezTo>
                  <a:cubicBezTo>
                    <a:pt x="47992" y="316830"/>
                    <a:pt x="47992" y="316830"/>
                    <a:pt x="47616" y="315726"/>
                  </a:cubicBezTo>
                  <a:cubicBezTo>
                    <a:pt x="47125" y="315726"/>
                    <a:pt x="46634" y="315726"/>
                    <a:pt x="46128" y="315726"/>
                  </a:cubicBezTo>
                  <a:cubicBezTo>
                    <a:pt x="45990" y="314644"/>
                    <a:pt x="45990" y="314644"/>
                    <a:pt x="45849" y="313541"/>
                  </a:cubicBezTo>
                  <a:cubicBezTo>
                    <a:pt x="45696" y="312789"/>
                    <a:pt x="45542" y="312036"/>
                    <a:pt x="45384" y="311262"/>
                  </a:cubicBezTo>
                  <a:cubicBezTo>
                    <a:pt x="44893" y="311016"/>
                    <a:pt x="44402" y="310770"/>
                    <a:pt x="43896" y="310517"/>
                  </a:cubicBezTo>
                  <a:cubicBezTo>
                    <a:pt x="43400" y="309525"/>
                    <a:pt x="42904" y="308533"/>
                    <a:pt x="42407" y="307541"/>
                  </a:cubicBezTo>
                  <a:cubicBezTo>
                    <a:pt x="41916" y="307295"/>
                    <a:pt x="41425" y="307050"/>
                    <a:pt x="40919" y="306797"/>
                  </a:cubicBezTo>
                  <a:cubicBezTo>
                    <a:pt x="40454" y="304518"/>
                    <a:pt x="40454" y="304518"/>
                    <a:pt x="40175" y="302332"/>
                  </a:cubicBezTo>
                  <a:cubicBezTo>
                    <a:pt x="39438" y="302332"/>
                    <a:pt x="38702" y="302332"/>
                    <a:pt x="37943" y="302332"/>
                  </a:cubicBezTo>
                  <a:cubicBezTo>
                    <a:pt x="37943" y="300859"/>
                    <a:pt x="37943" y="299385"/>
                    <a:pt x="37943" y="297867"/>
                  </a:cubicBezTo>
                  <a:cubicBezTo>
                    <a:pt x="36960" y="297867"/>
                    <a:pt x="35978" y="297867"/>
                    <a:pt x="34966" y="297867"/>
                  </a:cubicBezTo>
                  <a:cubicBezTo>
                    <a:pt x="34501" y="296425"/>
                    <a:pt x="34501" y="296425"/>
                    <a:pt x="34222" y="294891"/>
                  </a:cubicBezTo>
                  <a:cubicBezTo>
                    <a:pt x="33731" y="294645"/>
                    <a:pt x="33240" y="294399"/>
                    <a:pt x="32734" y="294146"/>
                  </a:cubicBezTo>
                  <a:cubicBezTo>
                    <a:pt x="32626" y="293686"/>
                    <a:pt x="32519" y="293226"/>
                    <a:pt x="32408" y="292751"/>
                  </a:cubicBezTo>
                  <a:cubicBezTo>
                    <a:pt x="31914" y="290885"/>
                    <a:pt x="31126" y="290247"/>
                    <a:pt x="29757" y="288937"/>
                  </a:cubicBezTo>
                  <a:cubicBezTo>
                    <a:pt x="29757" y="288446"/>
                    <a:pt x="29757" y="287955"/>
                    <a:pt x="29757" y="287449"/>
                  </a:cubicBezTo>
                  <a:cubicBezTo>
                    <a:pt x="29020" y="287204"/>
                    <a:pt x="28284" y="286958"/>
                    <a:pt x="27525" y="286705"/>
                  </a:cubicBezTo>
                  <a:cubicBezTo>
                    <a:pt x="27279" y="285968"/>
                    <a:pt x="27034" y="285232"/>
                    <a:pt x="26781" y="284473"/>
                  </a:cubicBezTo>
                  <a:cubicBezTo>
                    <a:pt x="26044" y="283981"/>
                    <a:pt x="25307" y="283490"/>
                    <a:pt x="24548" y="282984"/>
                  </a:cubicBezTo>
                  <a:cubicBezTo>
                    <a:pt x="24180" y="281879"/>
                    <a:pt x="24180" y="281879"/>
                    <a:pt x="23804" y="280752"/>
                  </a:cubicBezTo>
                  <a:cubicBezTo>
                    <a:pt x="23420" y="280368"/>
                    <a:pt x="23037" y="279984"/>
                    <a:pt x="22641" y="279589"/>
                  </a:cubicBezTo>
                  <a:cubicBezTo>
                    <a:pt x="21572" y="278519"/>
                    <a:pt x="21572" y="278519"/>
                    <a:pt x="21572" y="277031"/>
                  </a:cubicBezTo>
                  <a:cubicBezTo>
                    <a:pt x="20835" y="276786"/>
                    <a:pt x="20098" y="276540"/>
                    <a:pt x="19339" y="276287"/>
                  </a:cubicBezTo>
                  <a:cubicBezTo>
                    <a:pt x="18971" y="275182"/>
                    <a:pt x="18971" y="275182"/>
                    <a:pt x="18595" y="274055"/>
                  </a:cubicBezTo>
                  <a:cubicBezTo>
                    <a:pt x="17858" y="273809"/>
                    <a:pt x="17122" y="273563"/>
                    <a:pt x="16363" y="273310"/>
                  </a:cubicBezTo>
                  <a:cubicBezTo>
                    <a:pt x="15838" y="271583"/>
                    <a:pt x="15342" y="269846"/>
                    <a:pt x="14874" y="268101"/>
                  </a:cubicBezTo>
                  <a:cubicBezTo>
                    <a:pt x="14383" y="267856"/>
                    <a:pt x="13892" y="267610"/>
                    <a:pt x="13386" y="267357"/>
                  </a:cubicBezTo>
                  <a:cubicBezTo>
                    <a:pt x="14688" y="264474"/>
                    <a:pt x="14688" y="264474"/>
                    <a:pt x="16363" y="263637"/>
                  </a:cubicBezTo>
                  <a:cubicBezTo>
                    <a:pt x="17757" y="263584"/>
                    <a:pt x="19153" y="263574"/>
                    <a:pt x="20548" y="263590"/>
                  </a:cubicBezTo>
                  <a:cubicBezTo>
                    <a:pt x="21668" y="263600"/>
                    <a:pt x="21668" y="263600"/>
                    <a:pt x="22810" y="263610"/>
                  </a:cubicBezTo>
                  <a:cubicBezTo>
                    <a:pt x="23670" y="263623"/>
                    <a:pt x="23670" y="263623"/>
                    <a:pt x="24548" y="263637"/>
                  </a:cubicBezTo>
                  <a:cubicBezTo>
                    <a:pt x="24548" y="262654"/>
                    <a:pt x="24548" y="261672"/>
                    <a:pt x="24548" y="260660"/>
                  </a:cubicBezTo>
                  <a:cubicBezTo>
                    <a:pt x="27740" y="260415"/>
                    <a:pt x="30933" y="260169"/>
                    <a:pt x="34222" y="259916"/>
                  </a:cubicBezTo>
                  <a:cubicBezTo>
                    <a:pt x="34222" y="258934"/>
                    <a:pt x="34222" y="257951"/>
                    <a:pt x="34222" y="256939"/>
                  </a:cubicBezTo>
                  <a:cubicBezTo>
                    <a:pt x="34750" y="256912"/>
                    <a:pt x="35279" y="256884"/>
                    <a:pt x="35824" y="256855"/>
                  </a:cubicBezTo>
                  <a:cubicBezTo>
                    <a:pt x="36508" y="256806"/>
                    <a:pt x="37191" y="256757"/>
                    <a:pt x="37896" y="256707"/>
                  </a:cubicBezTo>
                  <a:cubicBezTo>
                    <a:pt x="38578" y="256664"/>
                    <a:pt x="39260" y="256620"/>
                    <a:pt x="39963" y="256576"/>
                  </a:cubicBezTo>
                  <a:cubicBezTo>
                    <a:pt x="40524" y="256450"/>
                    <a:pt x="41085" y="256325"/>
                    <a:pt x="41663" y="256195"/>
                  </a:cubicBezTo>
                  <a:cubicBezTo>
                    <a:pt x="41909" y="255459"/>
                    <a:pt x="42154" y="254722"/>
                    <a:pt x="42407" y="253963"/>
                  </a:cubicBezTo>
                  <a:cubicBezTo>
                    <a:pt x="43893" y="253582"/>
                    <a:pt x="43893" y="253582"/>
                    <a:pt x="45710" y="253451"/>
                  </a:cubicBezTo>
                  <a:cubicBezTo>
                    <a:pt x="46307" y="253402"/>
                    <a:pt x="46905" y="253353"/>
                    <a:pt x="47521" y="253303"/>
                  </a:cubicBezTo>
                  <a:cubicBezTo>
                    <a:pt x="48544" y="253249"/>
                    <a:pt x="49568" y="253219"/>
                    <a:pt x="50593" y="253219"/>
                  </a:cubicBezTo>
                  <a:cubicBezTo>
                    <a:pt x="50593" y="252236"/>
                    <a:pt x="50593" y="251254"/>
                    <a:pt x="50593" y="250242"/>
                  </a:cubicBezTo>
                  <a:cubicBezTo>
                    <a:pt x="51068" y="250223"/>
                    <a:pt x="51543" y="250204"/>
                    <a:pt x="52032" y="250184"/>
                  </a:cubicBezTo>
                  <a:cubicBezTo>
                    <a:pt x="52647" y="250142"/>
                    <a:pt x="53262" y="250100"/>
                    <a:pt x="53895" y="250056"/>
                  </a:cubicBezTo>
                  <a:cubicBezTo>
                    <a:pt x="54508" y="250022"/>
                    <a:pt x="55121" y="249987"/>
                    <a:pt x="55753" y="249951"/>
                  </a:cubicBezTo>
                  <a:cubicBezTo>
                    <a:pt x="56260" y="249802"/>
                    <a:pt x="56767" y="249652"/>
                    <a:pt x="57290" y="249498"/>
                  </a:cubicBezTo>
                  <a:cubicBezTo>
                    <a:pt x="57405" y="248999"/>
                    <a:pt x="57521" y="248500"/>
                    <a:pt x="57639" y="247986"/>
                  </a:cubicBezTo>
                  <a:cubicBezTo>
                    <a:pt x="57770" y="247503"/>
                    <a:pt x="57900" y="247020"/>
                    <a:pt x="58034" y="246521"/>
                  </a:cubicBezTo>
                  <a:cubicBezTo>
                    <a:pt x="59735" y="246231"/>
                    <a:pt x="59735" y="246231"/>
                    <a:pt x="61802" y="246335"/>
                  </a:cubicBezTo>
                  <a:cubicBezTo>
                    <a:pt x="62486" y="246362"/>
                    <a:pt x="63170" y="246389"/>
                    <a:pt x="63874" y="246417"/>
                  </a:cubicBezTo>
                  <a:cubicBezTo>
                    <a:pt x="64403" y="246451"/>
                    <a:pt x="64931" y="246486"/>
                    <a:pt x="65476" y="246521"/>
                  </a:cubicBezTo>
                  <a:cubicBezTo>
                    <a:pt x="65476" y="245539"/>
                    <a:pt x="65476" y="244557"/>
                    <a:pt x="65476" y="243545"/>
                  </a:cubicBezTo>
                  <a:cubicBezTo>
                    <a:pt x="66443" y="243483"/>
                    <a:pt x="67410" y="243422"/>
                    <a:pt x="68406" y="243359"/>
                  </a:cubicBezTo>
                  <a:cubicBezTo>
                    <a:pt x="70038" y="243206"/>
                    <a:pt x="70038" y="243206"/>
                    <a:pt x="71429" y="242801"/>
                  </a:cubicBezTo>
                  <a:cubicBezTo>
                    <a:pt x="71552" y="242310"/>
                    <a:pt x="71675" y="241818"/>
                    <a:pt x="71801" y="241312"/>
                  </a:cubicBezTo>
                  <a:cubicBezTo>
                    <a:pt x="71924" y="240821"/>
                    <a:pt x="72047" y="240330"/>
                    <a:pt x="72173" y="239824"/>
                  </a:cubicBezTo>
                  <a:cubicBezTo>
                    <a:pt x="73721" y="239495"/>
                    <a:pt x="75197" y="239404"/>
                    <a:pt x="76777" y="239356"/>
                  </a:cubicBezTo>
                  <a:cubicBezTo>
                    <a:pt x="77223" y="239265"/>
                    <a:pt x="77668" y="239174"/>
                    <a:pt x="78126" y="239080"/>
                  </a:cubicBezTo>
                  <a:cubicBezTo>
                    <a:pt x="78372" y="238343"/>
                    <a:pt x="78617" y="237607"/>
                    <a:pt x="78870" y="236848"/>
                  </a:cubicBezTo>
                  <a:cubicBezTo>
                    <a:pt x="80245" y="236467"/>
                    <a:pt x="80245" y="236467"/>
                    <a:pt x="81893" y="236336"/>
                  </a:cubicBezTo>
                  <a:cubicBezTo>
                    <a:pt x="82860" y="236259"/>
                    <a:pt x="83827" y="236183"/>
                    <a:pt x="84824" y="236103"/>
                  </a:cubicBezTo>
                  <a:cubicBezTo>
                    <a:pt x="84824" y="235121"/>
                    <a:pt x="84824" y="234139"/>
                    <a:pt x="84824" y="233127"/>
                  </a:cubicBezTo>
                  <a:cubicBezTo>
                    <a:pt x="85545" y="233050"/>
                    <a:pt x="86266" y="232973"/>
                    <a:pt x="87009" y="232894"/>
                  </a:cubicBezTo>
                  <a:cubicBezTo>
                    <a:pt x="88137" y="232641"/>
                    <a:pt x="88137" y="232641"/>
                    <a:pt x="89288" y="232383"/>
                  </a:cubicBezTo>
                  <a:cubicBezTo>
                    <a:pt x="89534" y="231646"/>
                    <a:pt x="89779" y="230909"/>
                    <a:pt x="90032" y="230150"/>
                  </a:cubicBezTo>
                  <a:cubicBezTo>
                    <a:pt x="91769" y="229654"/>
                    <a:pt x="93505" y="229158"/>
                    <a:pt x="95241" y="228662"/>
                  </a:cubicBezTo>
                  <a:cubicBezTo>
                    <a:pt x="95487" y="227925"/>
                    <a:pt x="95733" y="227189"/>
                    <a:pt x="95986" y="226430"/>
                  </a:cubicBezTo>
                  <a:cubicBezTo>
                    <a:pt x="98265" y="225918"/>
                    <a:pt x="98265" y="225918"/>
                    <a:pt x="100450" y="225685"/>
                  </a:cubicBezTo>
                  <a:cubicBezTo>
                    <a:pt x="100450" y="224703"/>
                    <a:pt x="100450" y="223721"/>
                    <a:pt x="100450" y="222709"/>
                  </a:cubicBezTo>
                  <a:cubicBezTo>
                    <a:pt x="101683" y="222424"/>
                    <a:pt x="102924" y="222178"/>
                    <a:pt x="104171" y="221965"/>
                  </a:cubicBezTo>
                  <a:cubicBezTo>
                    <a:pt x="104417" y="221228"/>
                    <a:pt x="104662" y="220491"/>
                    <a:pt x="104915" y="219732"/>
                  </a:cubicBezTo>
                  <a:cubicBezTo>
                    <a:pt x="105652" y="219763"/>
                    <a:pt x="106389" y="219794"/>
                    <a:pt x="107148" y="219825"/>
                  </a:cubicBezTo>
                  <a:cubicBezTo>
                    <a:pt x="108253" y="219779"/>
                    <a:pt x="108253" y="219779"/>
                    <a:pt x="109380" y="219732"/>
                  </a:cubicBezTo>
                  <a:cubicBezTo>
                    <a:pt x="109665" y="218500"/>
                    <a:pt x="109911" y="217258"/>
                    <a:pt x="110124" y="216012"/>
                  </a:cubicBezTo>
                  <a:cubicBezTo>
                    <a:pt x="111358" y="215734"/>
                    <a:pt x="112599" y="215486"/>
                    <a:pt x="113845" y="215267"/>
                  </a:cubicBezTo>
                  <a:cubicBezTo>
                    <a:pt x="114330" y="213761"/>
                    <a:pt x="114330" y="213761"/>
                    <a:pt x="114589" y="212291"/>
                  </a:cubicBezTo>
                  <a:cubicBezTo>
                    <a:pt x="115326" y="212291"/>
                    <a:pt x="116063" y="212291"/>
                    <a:pt x="116822" y="212291"/>
                  </a:cubicBezTo>
                  <a:cubicBezTo>
                    <a:pt x="117330" y="211305"/>
                    <a:pt x="117826" y="210313"/>
                    <a:pt x="118310" y="209314"/>
                  </a:cubicBezTo>
                  <a:cubicBezTo>
                    <a:pt x="119047" y="209069"/>
                    <a:pt x="119783" y="208823"/>
                    <a:pt x="120542" y="208570"/>
                  </a:cubicBezTo>
                  <a:cubicBezTo>
                    <a:pt x="120772" y="208079"/>
                    <a:pt x="121003" y="207588"/>
                    <a:pt x="121240" y="207082"/>
                  </a:cubicBezTo>
                  <a:cubicBezTo>
                    <a:pt x="121501" y="206591"/>
                    <a:pt x="121762" y="206100"/>
                    <a:pt x="122031" y="205594"/>
                  </a:cubicBezTo>
                  <a:cubicBezTo>
                    <a:pt x="123017" y="205325"/>
                    <a:pt x="124009" y="205075"/>
                    <a:pt x="125007" y="204850"/>
                  </a:cubicBezTo>
                  <a:cubicBezTo>
                    <a:pt x="125253" y="204113"/>
                    <a:pt x="125498" y="203376"/>
                    <a:pt x="125751" y="202617"/>
                  </a:cubicBezTo>
                  <a:cubicBezTo>
                    <a:pt x="126473" y="202019"/>
                    <a:pt x="127194" y="201420"/>
                    <a:pt x="127937" y="200803"/>
                  </a:cubicBezTo>
                  <a:cubicBezTo>
                    <a:pt x="130070" y="199019"/>
                    <a:pt x="130594" y="198290"/>
                    <a:pt x="131704" y="195920"/>
                  </a:cubicBezTo>
                  <a:cubicBezTo>
                    <a:pt x="132929" y="194664"/>
                    <a:pt x="134170" y="193424"/>
                    <a:pt x="135425" y="192199"/>
                  </a:cubicBezTo>
                  <a:cubicBezTo>
                    <a:pt x="135839" y="191631"/>
                    <a:pt x="136254" y="191063"/>
                    <a:pt x="136681" y="190478"/>
                  </a:cubicBezTo>
                  <a:cubicBezTo>
                    <a:pt x="137003" y="190064"/>
                    <a:pt x="137325" y="189650"/>
                    <a:pt x="137657" y="189223"/>
                  </a:cubicBezTo>
                  <a:cubicBezTo>
                    <a:pt x="138149" y="189223"/>
                    <a:pt x="138640" y="189223"/>
                    <a:pt x="139146" y="189223"/>
                  </a:cubicBezTo>
                  <a:cubicBezTo>
                    <a:pt x="140109" y="187597"/>
                    <a:pt x="140721" y="185990"/>
                    <a:pt x="141332" y="184200"/>
                  </a:cubicBezTo>
                  <a:cubicBezTo>
                    <a:pt x="141593" y="183647"/>
                    <a:pt x="141854" y="183095"/>
                    <a:pt x="142122" y="182525"/>
                  </a:cubicBezTo>
                  <a:cubicBezTo>
                    <a:pt x="142859" y="182525"/>
                    <a:pt x="143596" y="182525"/>
                    <a:pt x="144355" y="182525"/>
                  </a:cubicBezTo>
                  <a:cubicBezTo>
                    <a:pt x="144639" y="181293"/>
                    <a:pt x="144886" y="180051"/>
                    <a:pt x="145099" y="178805"/>
                  </a:cubicBezTo>
                  <a:cubicBezTo>
                    <a:pt x="145590" y="178559"/>
                    <a:pt x="146081" y="178313"/>
                    <a:pt x="146587" y="178060"/>
                  </a:cubicBezTo>
                  <a:cubicBezTo>
                    <a:pt x="146710" y="177447"/>
                    <a:pt x="146833" y="176833"/>
                    <a:pt x="146959" y="176200"/>
                  </a:cubicBezTo>
                  <a:cubicBezTo>
                    <a:pt x="147082" y="175586"/>
                    <a:pt x="147205" y="174972"/>
                    <a:pt x="147331" y="174340"/>
                  </a:cubicBezTo>
                  <a:cubicBezTo>
                    <a:pt x="147822" y="174094"/>
                    <a:pt x="148314" y="173849"/>
                    <a:pt x="148820" y="173596"/>
                  </a:cubicBezTo>
                  <a:cubicBezTo>
                    <a:pt x="149050" y="172844"/>
                    <a:pt x="149280" y="172092"/>
                    <a:pt x="149517" y="171317"/>
                  </a:cubicBezTo>
                  <a:cubicBezTo>
                    <a:pt x="149778" y="170595"/>
                    <a:pt x="150039" y="169874"/>
                    <a:pt x="150308" y="169131"/>
                  </a:cubicBezTo>
                  <a:cubicBezTo>
                    <a:pt x="151045" y="169131"/>
                    <a:pt x="151781" y="169131"/>
                    <a:pt x="152540" y="169131"/>
                  </a:cubicBezTo>
                  <a:cubicBezTo>
                    <a:pt x="152540" y="167657"/>
                    <a:pt x="152540" y="166184"/>
                    <a:pt x="152540" y="164666"/>
                  </a:cubicBezTo>
                  <a:cubicBezTo>
                    <a:pt x="153277" y="164666"/>
                    <a:pt x="154014" y="164666"/>
                    <a:pt x="154773" y="164666"/>
                  </a:cubicBezTo>
                  <a:cubicBezTo>
                    <a:pt x="154888" y="163262"/>
                    <a:pt x="154888" y="163262"/>
                    <a:pt x="155005" y="161829"/>
                  </a:cubicBezTo>
                  <a:cubicBezTo>
                    <a:pt x="155327" y="159160"/>
                    <a:pt x="155818" y="158331"/>
                    <a:pt x="157749" y="156480"/>
                  </a:cubicBezTo>
                  <a:cubicBezTo>
                    <a:pt x="158293" y="153794"/>
                    <a:pt x="158293" y="153794"/>
                    <a:pt x="158493" y="151271"/>
                  </a:cubicBezTo>
                  <a:cubicBezTo>
                    <a:pt x="159230" y="151271"/>
                    <a:pt x="159967" y="151271"/>
                    <a:pt x="160726" y="151271"/>
                  </a:cubicBezTo>
                  <a:cubicBezTo>
                    <a:pt x="160700" y="150743"/>
                    <a:pt x="160674" y="150214"/>
                    <a:pt x="160647" y="149670"/>
                  </a:cubicBezTo>
                  <a:cubicBezTo>
                    <a:pt x="160627" y="148986"/>
                    <a:pt x="160607" y="148302"/>
                    <a:pt x="160586" y="147597"/>
                  </a:cubicBezTo>
                  <a:cubicBezTo>
                    <a:pt x="160560" y="146915"/>
                    <a:pt x="160535" y="146233"/>
                    <a:pt x="160508" y="145530"/>
                  </a:cubicBezTo>
                  <a:cubicBezTo>
                    <a:pt x="160580" y="144969"/>
                    <a:pt x="160652" y="144408"/>
                    <a:pt x="160726" y="143830"/>
                  </a:cubicBezTo>
                  <a:cubicBezTo>
                    <a:pt x="161463" y="143584"/>
                    <a:pt x="162199" y="143339"/>
                    <a:pt x="162958" y="143086"/>
                  </a:cubicBezTo>
                  <a:cubicBezTo>
                    <a:pt x="163398" y="140824"/>
                    <a:pt x="163398" y="140824"/>
                    <a:pt x="163470" y="138202"/>
                  </a:cubicBezTo>
                  <a:cubicBezTo>
                    <a:pt x="163543" y="136866"/>
                    <a:pt x="163543" y="136866"/>
                    <a:pt x="163618" y="135502"/>
                  </a:cubicBezTo>
                  <a:cubicBezTo>
                    <a:pt x="163660" y="134467"/>
                    <a:pt x="163660" y="134467"/>
                    <a:pt x="163702" y="133412"/>
                  </a:cubicBezTo>
                  <a:cubicBezTo>
                    <a:pt x="164194" y="133412"/>
                    <a:pt x="164685" y="133412"/>
                    <a:pt x="165191" y="133412"/>
                  </a:cubicBezTo>
                  <a:cubicBezTo>
                    <a:pt x="165436" y="131202"/>
                    <a:pt x="165682" y="128992"/>
                    <a:pt x="165935" y="126715"/>
                  </a:cubicBezTo>
                  <a:cubicBezTo>
                    <a:pt x="165198" y="126960"/>
                    <a:pt x="164461" y="127206"/>
                    <a:pt x="163702" y="127459"/>
                  </a:cubicBezTo>
                  <a:cubicBezTo>
                    <a:pt x="162263" y="127528"/>
                    <a:pt x="160822" y="127553"/>
                    <a:pt x="159381" y="127553"/>
                  </a:cubicBezTo>
                  <a:cubicBezTo>
                    <a:pt x="158479" y="127556"/>
                    <a:pt x="157578" y="127558"/>
                    <a:pt x="156649" y="127560"/>
                  </a:cubicBezTo>
                  <a:cubicBezTo>
                    <a:pt x="155649" y="127558"/>
                    <a:pt x="154648" y="127557"/>
                    <a:pt x="153648" y="127555"/>
                  </a:cubicBezTo>
                  <a:cubicBezTo>
                    <a:pt x="152595" y="127556"/>
                    <a:pt x="151543" y="127558"/>
                    <a:pt x="150491" y="127559"/>
                  </a:cubicBezTo>
                  <a:cubicBezTo>
                    <a:pt x="147631" y="127563"/>
                    <a:pt x="144771" y="127561"/>
                    <a:pt x="141912" y="127559"/>
                  </a:cubicBezTo>
                  <a:cubicBezTo>
                    <a:pt x="138921" y="127557"/>
                    <a:pt x="135931" y="127559"/>
                    <a:pt x="132941" y="127560"/>
                  </a:cubicBezTo>
                  <a:cubicBezTo>
                    <a:pt x="127919" y="127561"/>
                    <a:pt x="122897" y="127559"/>
                    <a:pt x="117875" y="127556"/>
                  </a:cubicBezTo>
                  <a:cubicBezTo>
                    <a:pt x="112065" y="127552"/>
                    <a:pt x="106256" y="127553"/>
                    <a:pt x="100447" y="127557"/>
                  </a:cubicBezTo>
                  <a:cubicBezTo>
                    <a:pt x="95463" y="127561"/>
                    <a:pt x="90478" y="127561"/>
                    <a:pt x="85494" y="127559"/>
                  </a:cubicBezTo>
                  <a:cubicBezTo>
                    <a:pt x="82516" y="127558"/>
                    <a:pt x="79537" y="127558"/>
                    <a:pt x="76559" y="127560"/>
                  </a:cubicBezTo>
                  <a:cubicBezTo>
                    <a:pt x="73759" y="127562"/>
                    <a:pt x="70959" y="127561"/>
                    <a:pt x="68159" y="127557"/>
                  </a:cubicBezTo>
                  <a:cubicBezTo>
                    <a:pt x="67131" y="127556"/>
                    <a:pt x="66102" y="127556"/>
                    <a:pt x="65073" y="127558"/>
                  </a:cubicBezTo>
                  <a:cubicBezTo>
                    <a:pt x="63672" y="127560"/>
                    <a:pt x="62270" y="127557"/>
                    <a:pt x="60868" y="127553"/>
                  </a:cubicBezTo>
                  <a:cubicBezTo>
                    <a:pt x="59690" y="127553"/>
                    <a:pt x="59690" y="127553"/>
                    <a:pt x="58488" y="127553"/>
                  </a:cubicBezTo>
                  <a:cubicBezTo>
                    <a:pt x="56546" y="127459"/>
                    <a:pt x="56546" y="127459"/>
                    <a:pt x="54314" y="126715"/>
                  </a:cubicBezTo>
                  <a:cubicBezTo>
                    <a:pt x="54097" y="124451"/>
                    <a:pt x="54033" y="122338"/>
                    <a:pt x="54060" y="120073"/>
                  </a:cubicBezTo>
                  <a:cubicBezTo>
                    <a:pt x="54060" y="119364"/>
                    <a:pt x="54060" y="118656"/>
                    <a:pt x="54059" y="117927"/>
                  </a:cubicBezTo>
                  <a:cubicBezTo>
                    <a:pt x="54061" y="115623"/>
                    <a:pt x="54078" y="113319"/>
                    <a:pt x="54096" y="111015"/>
                  </a:cubicBezTo>
                  <a:cubicBezTo>
                    <a:pt x="54099" y="109597"/>
                    <a:pt x="54101" y="108180"/>
                    <a:pt x="54103" y="106762"/>
                  </a:cubicBezTo>
                  <a:cubicBezTo>
                    <a:pt x="54114" y="101491"/>
                    <a:pt x="54145" y="96220"/>
                    <a:pt x="54174" y="90950"/>
                  </a:cubicBezTo>
                  <a:cubicBezTo>
                    <a:pt x="54220" y="79178"/>
                    <a:pt x="54266" y="67406"/>
                    <a:pt x="54314" y="55277"/>
                  </a:cubicBezTo>
                  <a:cubicBezTo>
                    <a:pt x="92377" y="55277"/>
                    <a:pt x="130439" y="55277"/>
                    <a:pt x="169656" y="55277"/>
                  </a:cubicBezTo>
                  <a:cubicBezTo>
                    <a:pt x="169410" y="54541"/>
                    <a:pt x="169164" y="53804"/>
                    <a:pt x="168911" y="53045"/>
                  </a:cubicBezTo>
                  <a:cubicBezTo>
                    <a:pt x="168841" y="51421"/>
                    <a:pt x="168816" y="49795"/>
                    <a:pt x="168815" y="48170"/>
                  </a:cubicBezTo>
                  <a:cubicBezTo>
                    <a:pt x="168813" y="47433"/>
                    <a:pt x="168813" y="47433"/>
                    <a:pt x="168811" y="46681"/>
                  </a:cubicBezTo>
                  <a:cubicBezTo>
                    <a:pt x="168808" y="45057"/>
                    <a:pt x="168810" y="43434"/>
                    <a:pt x="168813" y="41810"/>
                  </a:cubicBezTo>
                  <a:cubicBezTo>
                    <a:pt x="168812" y="40682"/>
                    <a:pt x="168811" y="39555"/>
                    <a:pt x="168810" y="38427"/>
                  </a:cubicBezTo>
                  <a:cubicBezTo>
                    <a:pt x="168809" y="36064"/>
                    <a:pt x="168811" y="33702"/>
                    <a:pt x="168814" y="31339"/>
                  </a:cubicBezTo>
                  <a:cubicBezTo>
                    <a:pt x="168819" y="28307"/>
                    <a:pt x="168816" y="25275"/>
                    <a:pt x="168812" y="22243"/>
                  </a:cubicBezTo>
                  <a:cubicBezTo>
                    <a:pt x="168809" y="19915"/>
                    <a:pt x="168810" y="17587"/>
                    <a:pt x="168812" y="15258"/>
                  </a:cubicBezTo>
                  <a:cubicBezTo>
                    <a:pt x="168812" y="14140"/>
                    <a:pt x="168812" y="13022"/>
                    <a:pt x="168810" y="11904"/>
                  </a:cubicBezTo>
                  <a:cubicBezTo>
                    <a:pt x="168808" y="10343"/>
                    <a:pt x="168811" y="8783"/>
                    <a:pt x="168815" y="7222"/>
                  </a:cubicBezTo>
                  <a:cubicBezTo>
                    <a:pt x="168816" y="6333"/>
                    <a:pt x="168816" y="5444"/>
                    <a:pt x="168817" y="4528"/>
                  </a:cubicBezTo>
                  <a:cubicBezTo>
                    <a:pt x="168911" y="2443"/>
                    <a:pt x="168911" y="2443"/>
                    <a:pt x="169656" y="955"/>
                  </a:cubicBezTo>
                  <a:close/>
                </a:path>
              </a:pathLst>
            </a:custGeom>
            <a:grpFill/>
            <a:ln w="744" cap="flat">
              <a:noFill/>
              <a:prstDash val="solid"/>
              <a:miter/>
            </a:ln>
          </p:spPr>
          <p:txBody>
            <a:bodyPr rtlCol="0" anchor="ctr"/>
            <a:lstStyle/>
            <a:p>
              <a:endParaRPr lang="zh-CN" altLang="en-US"/>
            </a:p>
          </p:txBody>
        </p:sp>
        <p:sp>
          <p:nvSpPr>
            <p:cNvPr id="156" name="任意多边形: 形状 155"/>
            <p:cNvSpPr/>
            <p:nvPr/>
          </p:nvSpPr>
          <p:spPr>
            <a:xfrm>
              <a:off x="11381600" y="637558"/>
              <a:ext cx="393743" cy="526552"/>
            </a:xfrm>
            <a:custGeom>
              <a:avLst/>
              <a:gdLst>
                <a:gd name="connsiteX0" fmla="*/ 15754 w 393747"/>
                <a:gd name="connsiteY0" fmla="*/ 586 h 526534"/>
                <a:gd name="connsiteX1" fmla="*/ 128098 w 393747"/>
                <a:gd name="connsiteY1" fmla="*/ 555 h 526534"/>
                <a:gd name="connsiteX2" fmla="*/ 129776 w 393747"/>
                <a:gd name="connsiteY2" fmla="*/ 555 h 526534"/>
                <a:gd name="connsiteX3" fmla="*/ 165878 w 393747"/>
                <a:gd name="connsiteY3" fmla="*/ 548 h 526534"/>
                <a:gd name="connsiteX4" fmla="*/ 183581 w 393747"/>
                <a:gd name="connsiteY4" fmla="*/ 546 h 526534"/>
                <a:gd name="connsiteX5" fmla="*/ 185360 w 393747"/>
                <a:gd name="connsiteY5" fmla="*/ 545 h 526534"/>
                <a:gd name="connsiteX6" fmla="*/ 242515 w 393747"/>
                <a:gd name="connsiteY6" fmla="*/ 530 h 526534"/>
                <a:gd name="connsiteX7" fmla="*/ 301223 w 393747"/>
                <a:gd name="connsiteY7" fmla="*/ 517 h 526534"/>
                <a:gd name="connsiteX8" fmla="*/ 309506 w 393747"/>
                <a:gd name="connsiteY8" fmla="*/ 516 h 526534"/>
                <a:gd name="connsiteX9" fmla="*/ 311152 w 393747"/>
                <a:gd name="connsiteY9" fmla="*/ 516 h 526534"/>
                <a:gd name="connsiteX10" fmla="*/ 337448 w 393747"/>
                <a:gd name="connsiteY10" fmla="*/ 507 h 526534"/>
                <a:gd name="connsiteX11" fmla="*/ 363851 w 393747"/>
                <a:gd name="connsiteY11" fmla="*/ 502 h 526534"/>
                <a:gd name="connsiteX12" fmla="*/ 378170 w 393747"/>
                <a:gd name="connsiteY12" fmla="*/ 498 h 526534"/>
                <a:gd name="connsiteX13" fmla="*/ 391256 w 393747"/>
                <a:gd name="connsiteY13" fmla="*/ 497 h 526534"/>
                <a:gd name="connsiteX14" fmla="*/ 396012 w 393747"/>
                <a:gd name="connsiteY14" fmla="*/ 494 h 526534"/>
                <a:gd name="connsiteX15" fmla="*/ 402433 w 393747"/>
                <a:gd name="connsiteY15" fmla="*/ 495 h 526534"/>
                <a:gd name="connsiteX16" fmla="*/ 404337 w 393747"/>
                <a:gd name="connsiteY16" fmla="*/ 489 h 526534"/>
                <a:gd name="connsiteX17" fmla="*/ 409404 w 393747"/>
                <a:gd name="connsiteY17" fmla="*/ 1331 h 526534"/>
                <a:gd name="connsiteX18" fmla="*/ 409497 w 393747"/>
                <a:gd name="connsiteY18" fmla="*/ 4338 h 526534"/>
                <a:gd name="connsiteX19" fmla="*/ 409502 w 393747"/>
                <a:gd name="connsiteY19" fmla="*/ 6318 h 526534"/>
                <a:gd name="connsiteX20" fmla="*/ 409496 w 393747"/>
                <a:gd name="connsiteY20" fmla="*/ 8523 h 526534"/>
                <a:gd name="connsiteX21" fmla="*/ 409499 w 393747"/>
                <a:gd name="connsiteY21" fmla="*/ 10852 h 526534"/>
                <a:gd name="connsiteX22" fmla="*/ 409494 w 393747"/>
                <a:gd name="connsiteY22" fmla="*/ 18681 h 526534"/>
                <a:gd name="connsiteX23" fmla="*/ 409496 w 393747"/>
                <a:gd name="connsiteY23" fmla="*/ 24309 h 526534"/>
                <a:gd name="connsiteX24" fmla="*/ 409493 w 393747"/>
                <a:gd name="connsiteY24" fmla="*/ 36600 h 526534"/>
                <a:gd name="connsiteX25" fmla="*/ 409489 w 393747"/>
                <a:gd name="connsiteY25" fmla="*/ 54875 h 526534"/>
                <a:gd name="connsiteX26" fmla="*/ 409483 w 393747"/>
                <a:gd name="connsiteY26" fmla="*/ 85612 h 526534"/>
                <a:gd name="connsiteX27" fmla="*/ 409475 w 393747"/>
                <a:gd name="connsiteY27" fmla="*/ 116061 h 526534"/>
                <a:gd name="connsiteX28" fmla="*/ 409475 w 393747"/>
                <a:gd name="connsiteY28" fmla="*/ 117971 h 526534"/>
                <a:gd name="connsiteX29" fmla="*/ 409474 w 393747"/>
                <a:gd name="connsiteY29" fmla="*/ 127573 h 526534"/>
                <a:gd name="connsiteX30" fmla="*/ 409461 w 393747"/>
                <a:gd name="connsiteY30" fmla="*/ 195643 h 526534"/>
                <a:gd name="connsiteX31" fmla="*/ 409445 w 393747"/>
                <a:gd name="connsiteY31" fmla="*/ 261785 h 526534"/>
                <a:gd name="connsiteX32" fmla="*/ 409445 w 393747"/>
                <a:gd name="connsiteY32" fmla="*/ 263844 h 526534"/>
                <a:gd name="connsiteX33" fmla="*/ 409442 w 393747"/>
                <a:gd name="connsiteY33" fmla="*/ 284306 h 526534"/>
                <a:gd name="connsiteX34" fmla="*/ 409436 w 393747"/>
                <a:gd name="connsiteY34" fmla="*/ 325992 h 526534"/>
                <a:gd name="connsiteX35" fmla="*/ 409436 w 393747"/>
                <a:gd name="connsiteY35" fmla="*/ 327928 h 526534"/>
                <a:gd name="connsiteX36" fmla="*/ 409404 w 393747"/>
                <a:gd name="connsiteY36" fmla="*/ 456000 h 526534"/>
                <a:gd name="connsiteX37" fmla="*/ 407916 w 393747"/>
                <a:gd name="connsiteY37" fmla="*/ 456000 h 526534"/>
                <a:gd name="connsiteX38" fmla="*/ 406989 w 393747"/>
                <a:gd name="connsiteY38" fmla="*/ 461352 h 526534"/>
                <a:gd name="connsiteX39" fmla="*/ 406915 w 393747"/>
                <a:gd name="connsiteY39" fmla="*/ 463667 h 526534"/>
                <a:gd name="connsiteX40" fmla="*/ 406787 w 393747"/>
                <a:gd name="connsiteY40" fmla="*/ 468527 h 526534"/>
                <a:gd name="connsiteX41" fmla="*/ 406710 w 393747"/>
                <a:gd name="connsiteY41" fmla="*/ 470840 h 526534"/>
                <a:gd name="connsiteX42" fmla="*/ 406653 w 393747"/>
                <a:gd name="connsiteY42" fmla="*/ 472972 h 526534"/>
                <a:gd name="connsiteX43" fmla="*/ 406428 w 393747"/>
                <a:gd name="connsiteY43" fmla="*/ 474604 h 526534"/>
                <a:gd name="connsiteX44" fmla="*/ 404940 w 393747"/>
                <a:gd name="connsiteY44" fmla="*/ 475348 h 526534"/>
                <a:gd name="connsiteX45" fmla="*/ 404524 w 393747"/>
                <a:gd name="connsiteY45" fmla="*/ 482278 h 526534"/>
                <a:gd name="connsiteX46" fmla="*/ 404195 w 393747"/>
                <a:gd name="connsiteY46" fmla="*/ 484278 h 526534"/>
                <a:gd name="connsiteX47" fmla="*/ 401963 w 393747"/>
                <a:gd name="connsiteY47" fmla="*/ 485022 h 526534"/>
                <a:gd name="connsiteX48" fmla="*/ 401451 w 393747"/>
                <a:gd name="connsiteY48" fmla="*/ 488045 h 526534"/>
                <a:gd name="connsiteX49" fmla="*/ 401219 w 393747"/>
                <a:gd name="connsiteY49" fmla="*/ 490975 h 526534"/>
                <a:gd name="connsiteX50" fmla="*/ 398986 w 393747"/>
                <a:gd name="connsiteY50" fmla="*/ 490975 h 526534"/>
                <a:gd name="connsiteX51" fmla="*/ 398707 w 393747"/>
                <a:gd name="connsiteY51" fmla="*/ 493161 h 526534"/>
                <a:gd name="connsiteX52" fmla="*/ 398242 w 393747"/>
                <a:gd name="connsiteY52" fmla="*/ 495440 h 526534"/>
                <a:gd name="connsiteX53" fmla="*/ 396754 w 393747"/>
                <a:gd name="connsiteY53" fmla="*/ 496184 h 526534"/>
                <a:gd name="connsiteX54" fmla="*/ 396428 w 393747"/>
                <a:gd name="connsiteY54" fmla="*/ 497672 h 526534"/>
                <a:gd name="connsiteX55" fmla="*/ 396010 w 393747"/>
                <a:gd name="connsiteY55" fmla="*/ 499161 h 526534"/>
                <a:gd name="connsiteX56" fmla="*/ 393777 w 393747"/>
                <a:gd name="connsiteY56" fmla="*/ 499905 h 526534"/>
                <a:gd name="connsiteX57" fmla="*/ 393033 w 393747"/>
                <a:gd name="connsiteY57" fmla="*/ 502137 h 526534"/>
                <a:gd name="connsiteX58" fmla="*/ 390801 w 393747"/>
                <a:gd name="connsiteY58" fmla="*/ 502881 h 526534"/>
                <a:gd name="connsiteX59" fmla="*/ 390103 w 393747"/>
                <a:gd name="connsiteY59" fmla="*/ 504370 h 526534"/>
                <a:gd name="connsiteX60" fmla="*/ 389313 w 393747"/>
                <a:gd name="connsiteY60" fmla="*/ 505858 h 526534"/>
                <a:gd name="connsiteX61" fmla="*/ 387731 w 393747"/>
                <a:gd name="connsiteY61" fmla="*/ 506230 h 526534"/>
                <a:gd name="connsiteX62" fmla="*/ 386336 w 393747"/>
                <a:gd name="connsiteY62" fmla="*/ 506602 h 526534"/>
                <a:gd name="connsiteX63" fmla="*/ 386336 w 393747"/>
                <a:gd name="connsiteY63" fmla="*/ 509579 h 526534"/>
                <a:gd name="connsiteX64" fmla="*/ 381127 w 393747"/>
                <a:gd name="connsiteY64" fmla="*/ 511067 h 526534"/>
                <a:gd name="connsiteX65" fmla="*/ 380383 w 393747"/>
                <a:gd name="connsiteY65" fmla="*/ 513299 h 526534"/>
                <a:gd name="connsiteX66" fmla="*/ 377360 w 393747"/>
                <a:gd name="connsiteY66" fmla="*/ 513439 h 526534"/>
                <a:gd name="connsiteX67" fmla="*/ 374430 w 393747"/>
                <a:gd name="connsiteY67" fmla="*/ 513299 h 526534"/>
                <a:gd name="connsiteX68" fmla="*/ 374430 w 393747"/>
                <a:gd name="connsiteY68" fmla="*/ 516276 h 526534"/>
                <a:gd name="connsiteX69" fmla="*/ 373017 w 393747"/>
                <a:gd name="connsiteY69" fmla="*/ 516412 h 526534"/>
                <a:gd name="connsiteX70" fmla="*/ 371174 w 393747"/>
                <a:gd name="connsiteY70" fmla="*/ 516601 h 526534"/>
                <a:gd name="connsiteX71" fmla="*/ 369343 w 393747"/>
                <a:gd name="connsiteY71" fmla="*/ 516785 h 526534"/>
                <a:gd name="connsiteX72" fmla="*/ 366244 w 393747"/>
                <a:gd name="connsiteY72" fmla="*/ 517764 h 526534"/>
                <a:gd name="connsiteX73" fmla="*/ 366244 w 393747"/>
                <a:gd name="connsiteY73" fmla="*/ 519997 h 526534"/>
                <a:gd name="connsiteX74" fmla="*/ 363529 w 393747"/>
                <a:gd name="connsiteY74" fmla="*/ 520081 h 526534"/>
                <a:gd name="connsiteX75" fmla="*/ 360012 w 393747"/>
                <a:gd name="connsiteY75" fmla="*/ 520229 h 526534"/>
                <a:gd name="connsiteX76" fmla="*/ 358221 w 393747"/>
                <a:gd name="connsiteY76" fmla="*/ 520280 h 526534"/>
                <a:gd name="connsiteX77" fmla="*/ 353594 w 393747"/>
                <a:gd name="connsiteY77" fmla="*/ 520741 h 526534"/>
                <a:gd name="connsiteX78" fmla="*/ 352106 w 393747"/>
                <a:gd name="connsiteY78" fmla="*/ 522973 h 526534"/>
                <a:gd name="connsiteX79" fmla="*/ 348396 w 393747"/>
                <a:gd name="connsiteY79" fmla="*/ 523248 h 526534"/>
                <a:gd name="connsiteX80" fmla="*/ 346056 w 393747"/>
                <a:gd name="connsiteY80" fmla="*/ 523263 h 526534"/>
                <a:gd name="connsiteX81" fmla="*/ 343522 w 393747"/>
                <a:gd name="connsiteY81" fmla="*/ 523249 h 526534"/>
                <a:gd name="connsiteX82" fmla="*/ 338256 w 393747"/>
                <a:gd name="connsiteY82" fmla="*/ 523289 h 526534"/>
                <a:gd name="connsiteX83" fmla="*/ 329917 w 393747"/>
                <a:gd name="connsiteY83" fmla="*/ 523297 h 526534"/>
                <a:gd name="connsiteX84" fmla="*/ 321895 w 393747"/>
                <a:gd name="connsiteY84" fmla="*/ 523342 h 526534"/>
                <a:gd name="connsiteX85" fmla="*/ 319356 w 393747"/>
                <a:gd name="connsiteY85" fmla="*/ 523324 h 526534"/>
                <a:gd name="connsiteX86" fmla="*/ 317023 w 393747"/>
                <a:gd name="connsiteY86" fmla="*/ 523346 h 526534"/>
                <a:gd name="connsiteX87" fmla="*/ 314959 w 393747"/>
                <a:gd name="connsiteY87" fmla="*/ 523346 h 526534"/>
                <a:gd name="connsiteX88" fmla="*/ 313410 w 393747"/>
                <a:gd name="connsiteY88" fmla="*/ 523717 h 526534"/>
                <a:gd name="connsiteX89" fmla="*/ 312666 w 393747"/>
                <a:gd name="connsiteY89" fmla="*/ 526694 h 526534"/>
                <a:gd name="connsiteX90" fmla="*/ 307085 w 393747"/>
                <a:gd name="connsiteY90" fmla="*/ 527011 h 526534"/>
                <a:gd name="connsiteX91" fmla="*/ 305392 w 393747"/>
                <a:gd name="connsiteY91" fmla="*/ 527003 h 526534"/>
                <a:gd name="connsiteX92" fmla="*/ 301841 w 393747"/>
                <a:gd name="connsiteY92" fmla="*/ 526959 h 526534"/>
                <a:gd name="connsiteX93" fmla="*/ 296388 w 393747"/>
                <a:gd name="connsiteY93" fmla="*/ 526905 h 526534"/>
                <a:gd name="connsiteX94" fmla="*/ 292946 w 393747"/>
                <a:gd name="connsiteY94" fmla="*/ 526871 h 526534"/>
                <a:gd name="connsiteX95" fmla="*/ 291288 w 393747"/>
                <a:gd name="connsiteY95" fmla="*/ 526854 h 526534"/>
                <a:gd name="connsiteX96" fmla="*/ 286621 w 393747"/>
                <a:gd name="connsiteY96" fmla="*/ 525950 h 526534"/>
                <a:gd name="connsiteX97" fmla="*/ 286203 w 393747"/>
                <a:gd name="connsiteY97" fmla="*/ 520694 h 526534"/>
                <a:gd name="connsiteX98" fmla="*/ 286014 w 393747"/>
                <a:gd name="connsiteY98" fmla="*/ 517784 h 526534"/>
                <a:gd name="connsiteX99" fmla="*/ 285877 w 393747"/>
                <a:gd name="connsiteY99" fmla="*/ 515532 h 526534"/>
                <a:gd name="connsiteX100" fmla="*/ 283645 w 393747"/>
                <a:gd name="connsiteY100" fmla="*/ 515532 h 526534"/>
                <a:gd name="connsiteX101" fmla="*/ 283612 w 393747"/>
                <a:gd name="connsiteY101" fmla="*/ 514189 h 526534"/>
                <a:gd name="connsiteX102" fmla="*/ 283412 w 393747"/>
                <a:gd name="connsiteY102" fmla="*/ 508183 h 526534"/>
                <a:gd name="connsiteX103" fmla="*/ 283361 w 393747"/>
                <a:gd name="connsiteY103" fmla="*/ 506070 h 526534"/>
                <a:gd name="connsiteX104" fmla="*/ 283281 w 393747"/>
                <a:gd name="connsiteY104" fmla="*/ 504050 h 526534"/>
                <a:gd name="connsiteX105" fmla="*/ 283222 w 393747"/>
                <a:gd name="connsiteY105" fmla="*/ 502184 h 526534"/>
                <a:gd name="connsiteX106" fmla="*/ 280668 w 393747"/>
                <a:gd name="connsiteY106" fmla="*/ 499161 h 526534"/>
                <a:gd name="connsiteX107" fmla="*/ 280622 w 393747"/>
                <a:gd name="connsiteY107" fmla="*/ 494370 h 526534"/>
                <a:gd name="connsiteX108" fmla="*/ 279180 w 393747"/>
                <a:gd name="connsiteY108" fmla="*/ 487254 h 526534"/>
                <a:gd name="connsiteX109" fmla="*/ 278436 w 393747"/>
                <a:gd name="connsiteY109" fmla="*/ 487254 h 526534"/>
                <a:gd name="connsiteX110" fmla="*/ 278325 w 393747"/>
                <a:gd name="connsiteY110" fmla="*/ 485191 h 526534"/>
                <a:gd name="connsiteX111" fmla="*/ 278157 w 393747"/>
                <a:gd name="connsiteY111" fmla="*/ 482510 h 526534"/>
                <a:gd name="connsiteX112" fmla="*/ 278000 w 393747"/>
                <a:gd name="connsiteY112" fmla="*/ 479842 h 526534"/>
                <a:gd name="connsiteX113" fmla="*/ 276203 w 393747"/>
                <a:gd name="connsiteY113" fmla="*/ 476092 h 526534"/>
                <a:gd name="connsiteX114" fmla="*/ 275459 w 393747"/>
                <a:gd name="connsiteY114" fmla="*/ 476092 h 526534"/>
                <a:gd name="connsiteX115" fmla="*/ 275375 w 393747"/>
                <a:gd name="connsiteY115" fmla="*/ 474028 h 526534"/>
                <a:gd name="connsiteX116" fmla="*/ 275227 w 393747"/>
                <a:gd name="connsiteY116" fmla="*/ 471348 h 526534"/>
                <a:gd name="connsiteX117" fmla="*/ 275096 w 393747"/>
                <a:gd name="connsiteY117" fmla="*/ 468680 h 526534"/>
                <a:gd name="connsiteX118" fmla="*/ 274715 w 393747"/>
                <a:gd name="connsiteY118" fmla="*/ 466418 h 526534"/>
                <a:gd name="connsiteX119" fmla="*/ 272483 w 393747"/>
                <a:gd name="connsiteY119" fmla="*/ 464930 h 526534"/>
                <a:gd name="connsiteX120" fmla="*/ 272343 w 393747"/>
                <a:gd name="connsiteY120" fmla="*/ 461116 h 526534"/>
                <a:gd name="connsiteX121" fmla="*/ 272404 w 393747"/>
                <a:gd name="connsiteY121" fmla="*/ 459064 h 526534"/>
                <a:gd name="connsiteX122" fmla="*/ 272483 w 393747"/>
                <a:gd name="connsiteY122" fmla="*/ 457489 h 526534"/>
                <a:gd name="connsiteX123" fmla="*/ 270250 w 393747"/>
                <a:gd name="connsiteY123" fmla="*/ 457489 h 526534"/>
                <a:gd name="connsiteX124" fmla="*/ 269506 w 393747"/>
                <a:gd name="connsiteY124" fmla="*/ 450047 h 526534"/>
                <a:gd name="connsiteX125" fmla="*/ 267274 w 393747"/>
                <a:gd name="connsiteY125" fmla="*/ 450047 h 526534"/>
                <a:gd name="connsiteX126" fmla="*/ 267181 w 393747"/>
                <a:gd name="connsiteY126" fmla="*/ 446001 h 526534"/>
                <a:gd name="connsiteX127" fmla="*/ 267128 w 393747"/>
                <a:gd name="connsiteY127" fmla="*/ 443725 h 526534"/>
                <a:gd name="connsiteX128" fmla="*/ 267274 w 393747"/>
                <a:gd name="connsiteY128" fmla="*/ 441862 h 526534"/>
                <a:gd name="connsiteX129" fmla="*/ 273465 w 393747"/>
                <a:gd name="connsiteY129" fmla="*/ 441045 h 526534"/>
                <a:gd name="connsiteX130" fmla="*/ 276299 w 393747"/>
                <a:gd name="connsiteY130" fmla="*/ 441052 h 526534"/>
                <a:gd name="connsiteX131" fmla="*/ 279273 w 393747"/>
                <a:gd name="connsiteY131" fmla="*/ 441071 h 526534"/>
                <a:gd name="connsiteX132" fmla="*/ 282264 w 393747"/>
                <a:gd name="connsiteY132" fmla="*/ 441081 h 526534"/>
                <a:gd name="connsiteX133" fmla="*/ 289598 w 393747"/>
                <a:gd name="connsiteY133" fmla="*/ 441118 h 526534"/>
                <a:gd name="connsiteX134" fmla="*/ 289598 w 393747"/>
                <a:gd name="connsiteY134" fmla="*/ 444094 h 526534"/>
                <a:gd name="connsiteX135" fmla="*/ 306985 w 393747"/>
                <a:gd name="connsiteY135" fmla="*/ 444248 h 526534"/>
                <a:gd name="connsiteX136" fmla="*/ 315058 w 393747"/>
                <a:gd name="connsiteY136" fmla="*/ 444319 h 526534"/>
                <a:gd name="connsiteX137" fmla="*/ 322845 w 393747"/>
                <a:gd name="connsiteY137" fmla="*/ 444377 h 526534"/>
                <a:gd name="connsiteX138" fmla="*/ 327270 w 393747"/>
                <a:gd name="connsiteY138" fmla="*/ 444431 h 526534"/>
                <a:gd name="connsiteX139" fmla="*/ 329979 w 393747"/>
                <a:gd name="connsiteY139" fmla="*/ 444432 h 526534"/>
                <a:gd name="connsiteX140" fmla="*/ 332372 w 393747"/>
                <a:gd name="connsiteY140" fmla="*/ 444452 h 526534"/>
                <a:gd name="connsiteX141" fmla="*/ 334246 w 393747"/>
                <a:gd name="connsiteY141" fmla="*/ 444094 h 526534"/>
                <a:gd name="connsiteX142" fmla="*/ 335734 w 393747"/>
                <a:gd name="connsiteY142" fmla="*/ 441118 h 526534"/>
                <a:gd name="connsiteX143" fmla="*/ 343920 w 393747"/>
                <a:gd name="connsiteY143" fmla="*/ 441862 h 526534"/>
                <a:gd name="connsiteX144" fmla="*/ 343920 w 393747"/>
                <a:gd name="connsiteY144" fmla="*/ 72768 h 526534"/>
                <a:gd name="connsiteX145" fmla="*/ 15754 w 393747"/>
                <a:gd name="connsiteY145" fmla="*/ 72024 h 526534"/>
                <a:gd name="connsiteX146" fmla="*/ 15754 w 393747"/>
                <a:gd name="connsiteY146" fmla="*/ 586 h 52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93747" h="526534">
                  <a:moveTo>
                    <a:pt x="15754" y="586"/>
                  </a:moveTo>
                  <a:cubicBezTo>
                    <a:pt x="53202" y="574"/>
                    <a:pt x="90650" y="562"/>
                    <a:pt x="128098" y="555"/>
                  </a:cubicBezTo>
                  <a:cubicBezTo>
                    <a:pt x="128652" y="555"/>
                    <a:pt x="129205" y="555"/>
                    <a:pt x="129776" y="555"/>
                  </a:cubicBezTo>
                  <a:cubicBezTo>
                    <a:pt x="141810" y="552"/>
                    <a:pt x="153844" y="550"/>
                    <a:pt x="165878" y="548"/>
                  </a:cubicBezTo>
                  <a:cubicBezTo>
                    <a:pt x="171779" y="548"/>
                    <a:pt x="177680" y="547"/>
                    <a:pt x="183581" y="546"/>
                  </a:cubicBezTo>
                  <a:cubicBezTo>
                    <a:pt x="184168" y="546"/>
                    <a:pt x="184755" y="545"/>
                    <a:pt x="185360" y="545"/>
                  </a:cubicBezTo>
                  <a:cubicBezTo>
                    <a:pt x="204412" y="542"/>
                    <a:pt x="223463" y="537"/>
                    <a:pt x="242515" y="530"/>
                  </a:cubicBezTo>
                  <a:cubicBezTo>
                    <a:pt x="262084" y="523"/>
                    <a:pt x="281654" y="518"/>
                    <a:pt x="301223" y="517"/>
                  </a:cubicBezTo>
                  <a:cubicBezTo>
                    <a:pt x="303984" y="516"/>
                    <a:pt x="306745" y="516"/>
                    <a:pt x="309506" y="516"/>
                  </a:cubicBezTo>
                  <a:cubicBezTo>
                    <a:pt x="310049" y="516"/>
                    <a:pt x="310593" y="516"/>
                    <a:pt x="311152" y="516"/>
                  </a:cubicBezTo>
                  <a:cubicBezTo>
                    <a:pt x="319918" y="515"/>
                    <a:pt x="328683" y="511"/>
                    <a:pt x="337448" y="507"/>
                  </a:cubicBezTo>
                  <a:cubicBezTo>
                    <a:pt x="346249" y="503"/>
                    <a:pt x="355050" y="501"/>
                    <a:pt x="363851" y="502"/>
                  </a:cubicBezTo>
                  <a:cubicBezTo>
                    <a:pt x="368624" y="503"/>
                    <a:pt x="373397" y="502"/>
                    <a:pt x="378170" y="498"/>
                  </a:cubicBezTo>
                  <a:cubicBezTo>
                    <a:pt x="382532" y="494"/>
                    <a:pt x="386894" y="494"/>
                    <a:pt x="391256" y="497"/>
                  </a:cubicBezTo>
                  <a:cubicBezTo>
                    <a:pt x="392841" y="497"/>
                    <a:pt x="394427" y="496"/>
                    <a:pt x="396012" y="494"/>
                  </a:cubicBezTo>
                  <a:cubicBezTo>
                    <a:pt x="398152" y="491"/>
                    <a:pt x="400292" y="492"/>
                    <a:pt x="402433" y="495"/>
                  </a:cubicBezTo>
                  <a:cubicBezTo>
                    <a:pt x="403375" y="492"/>
                    <a:pt x="403375" y="492"/>
                    <a:pt x="404337" y="489"/>
                  </a:cubicBezTo>
                  <a:cubicBezTo>
                    <a:pt x="408575" y="502"/>
                    <a:pt x="408575" y="502"/>
                    <a:pt x="409404" y="1331"/>
                  </a:cubicBezTo>
                  <a:cubicBezTo>
                    <a:pt x="409476" y="2331"/>
                    <a:pt x="409497" y="3335"/>
                    <a:pt x="409497" y="4338"/>
                  </a:cubicBezTo>
                  <a:cubicBezTo>
                    <a:pt x="409499" y="4992"/>
                    <a:pt x="409500" y="5645"/>
                    <a:pt x="409502" y="6318"/>
                  </a:cubicBezTo>
                  <a:cubicBezTo>
                    <a:pt x="409499" y="7410"/>
                    <a:pt x="409499" y="7410"/>
                    <a:pt x="409496" y="8523"/>
                  </a:cubicBezTo>
                  <a:cubicBezTo>
                    <a:pt x="409497" y="9291"/>
                    <a:pt x="409498" y="10060"/>
                    <a:pt x="409499" y="10852"/>
                  </a:cubicBezTo>
                  <a:cubicBezTo>
                    <a:pt x="409501" y="13462"/>
                    <a:pt x="409497" y="16071"/>
                    <a:pt x="409494" y="18681"/>
                  </a:cubicBezTo>
                  <a:cubicBezTo>
                    <a:pt x="409494" y="20557"/>
                    <a:pt x="409495" y="22433"/>
                    <a:pt x="409496" y="24309"/>
                  </a:cubicBezTo>
                  <a:cubicBezTo>
                    <a:pt x="409497" y="28406"/>
                    <a:pt x="409496" y="32503"/>
                    <a:pt x="409493" y="36600"/>
                  </a:cubicBezTo>
                  <a:cubicBezTo>
                    <a:pt x="409489" y="42691"/>
                    <a:pt x="409488" y="48783"/>
                    <a:pt x="409489" y="54875"/>
                  </a:cubicBezTo>
                  <a:cubicBezTo>
                    <a:pt x="409490" y="65121"/>
                    <a:pt x="409488" y="75367"/>
                    <a:pt x="409483" y="85612"/>
                  </a:cubicBezTo>
                  <a:cubicBezTo>
                    <a:pt x="409479" y="95762"/>
                    <a:pt x="409476" y="105911"/>
                    <a:pt x="409475" y="116061"/>
                  </a:cubicBezTo>
                  <a:cubicBezTo>
                    <a:pt x="409475" y="116691"/>
                    <a:pt x="409475" y="117321"/>
                    <a:pt x="409475" y="117971"/>
                  </a:cubicBezTo>
                  <a:cubicBezTo>
                    <a:pt x="409475" y="121171"/>
                    <a:pt x="409474" y="124372"/>
                    <a:pt x="409474" y="127573"/>
                  </a:cubicBezTo>
                  <a:cubicBezTo>
                    <a:pt x="409473" y="150263"/>
                    <a:pt x="409468" y="172953"/>
                    <a:pt x="409461" y="195643"/>
                  </a:cubicBezTo>
                  <a:cubicBezTo>
                    <a:pt x="409454" y="217690"/>
                    <a:pt x="409448" y="239738"/>
                    <a:pt x="409445" y="261785"/>
                  </a:cubicBezTo>
                  <a:cubicBezTo>
                    <a:pt x="409445" y="262804"/>
                    <a:pt x="409445" y="262804"/>
                    <a:pt x="409445" y="263844"/>
                  </a:cubicBezTo>
                  <a:cubicBezTo>
                    <a:pt x="409444" y="270664"/>
                    <a:pt x="409443" y="277485"/>
                    <a:pt x="409442" y="284306"/>
                  </a:cubicBezTo>
                  <a:cubicBezTo>
                    <a:pt x="409440" y="298201"/>
                    <a:pt x="409438" y="312096"/>
                    <a:pt x="409436" y="325992"/>
                  </a:cubicBezTo>
                  <a:cubicBezTo>
                    <a:pt x="409436" y="326630"/>
                    <a:pt x="409436" y="327269"/>
                    <a:pt x="409436" y="327928"/>
                  </a:cubicBezTo>
                  <a:cubicBezTo>
                    <a:pt x="409429" y="370619"/>
                    <a:pt x="409417" y="413310"/>
                    <a:pt x="409404" y="456000"/>
                  </a:cubicBezTo>
                  <a:cubicBezTo>
                    <a:pt x="408913" y="456000"/>
                    <a:pt x="408422" y="456000"/>
                    <a:pt x="407916" y="456000"/>
                  </a:cubicBezTo>
                  <a:cubicBezTo>
                    <a:pt x="406978" y="457876"/>
                    <a:pt x="407042" y="459255"/>
                    <a:pt x="406989" y="461352"/>
                  </a:cubicBezTo>
                  <a:cubicBezTo>
                    <a:pt x="406964" y="462116"/>
                    <a:pt x="406940" y="462880"/>
                    <a:pt x="406915" y="463667"/>
                  </a:cubicBezTo>
                  <a:cubicBezTo>
                    <a:pt x="406869" y="465287"/>
                    <a:pt x="406826" y="466907"/>
                    <a:pt x="406787" y="468527"/>
                  </a:cubicBezTo>
                  <a:cubicBezTo>
                    <a:pt x="406761" y="469290"/>
                    <a:pt x="406736" y="470053"/>
                    <a:pt x="406710" y="470840"/>
                  </a:cubicBezTo>
                  <a:cubicBezTo>
                    <a:pt x="406691" y="471543"/>
                    <a:pt x="406673" y="472247"/>
                    <a:pt x="406653" y="472972"/>
                  </a:cubicBezTo>
                  <a:cubicBezTo>
                    <a:pt x="406579" y="473511"/>
                    <a:pt x="406505" y="474049"/>
                    <a:pt x="406428" y="474604"/>
                  </a:cubicBezTo>
                  <a:cubicBezTo>
                    <a:pt x="405937" y="474850"/>
                    <a:pt x="405446" y="475095"/>
                    <a:pt x="404940" y="475348"/>
                  </a:cubicBezTo>
                  <a:cubicBezTo>
                    <a:pt x="404674" y="477659"/>
                    <a:pt x="404609" y="479954"/>
                    <a:pt x="404524" y="482278"/>
                  </a:cubicBezTo>
                  <a:cubicBezTo>
                    <a:pt x="404415" y="482938"/>
                    <a:pt x="404307" y="483598"/>
                    <a:pt x="404195" y="484278"/>
                  </a:cubicBezTo>
                  <a:cubicBezTo>
                    <a:pt x="403459" y="484523"/>
                    <a:pt x="402722" y="484769"/>
                    <a:pt x="401963" y="485022"/>
                  </a:cubicBezTo>
                  <a:cubicBezTo>
                    <a:pt x="401527" y="486425"/>
                    <a:pt x="401527" y="486425"/>
                    <a:pt x="401451" y="488045"/>
                  </a:cubicBezTo>
                  <a:cubicBezTo>
                    <a:pt x="401375" y="489012"/>
                    <a:pt x="401298" y="489979"/>
                    <a:pt x="401219" y="490975"/>
                  </a:cubicBezTo>
                  <a:cubicBezTo>
                    <a:pt x="400482" y="490975"/>
                    <a:pt x="399745" y="490975"/>
                    <a:pt x="398986" y="490975"/>
                  </a:cubicBezTo>
                  <a:cubicBezTo>
                    <a:pt x="398894" y="491696"/>
                    <a:pt x="398802" y="492418"/>
                    <a:pt x="398707" y="493161"/>
                  </a:cubicBezTo>
                  <a:cubicBezTo>
                    <a:pt x="398554" y="493913"/>
                    <a:pt x="398400" y="494665"/>
                    <a:pt x="398242" y="495440"/>
                  </a:cubicBezTo>
                  <a:cubicBezTo>
                    <a:pt x="397751" y="495686"/>
                    <a:pt x="397260" y="495931"/>
                    <a:pt x="396754" y="496184"/>
                  </a:cubicBezTo>
                  <a:cubicBezTo>
                    <a:pt x="396647" y="496675"/>
                    <a:pt x="396539" y="497166"/>
                    <a:pt x="396428" y="497672"/>
                  </a:cubicBezTo>
                  <a:cubicBezTo>
                    <a:pt x="396290" y="498163"/>
                    <a:pt x="396152" y="498655"/>
                    <a:pt x="396010" y="499161"/>
                  </a:cubicBezTo>
                  <a:cubicBezTo>
                    <a:pt x="395273" y="499406"/>
                    <a:pt x="394536" y="499652"/>
                    <a:pt x="393777" y="499905"/>
                  </a:cubicBezTo>
                  <a:cubicBezTo>
                    <a:pt x="393532" y="500641"/>
                    <a:pt x="393286" y="501378"/>
                    <a:pt x="393033" y="502137"/>
                  </a:cubicBezTo>
                  <a:cubicBezTo>
                    <a:pt x="392297" y="502383"/>
                    <a:pt x="391560" y="502628"/>
                    <a:pt x="390801" y="502881"/>
                  </a:cubicBezTo>
                  <a:cubicBezTo>
                    <a:pt x="390571" y="503372"/>
                    <a:pt x="390340" y="503864"/>
                    <a:pt x="390103" y="504370"/>
                  </a:cubicBezTo>
                  <a:cubicBezTo>
                    <a:pt x="389712" y="505106"/>
                    <a:pt x="389712" y="505106"/>
                    <a:pt x="389313" y="505858"/>
                  </a:cubicBezTo>
                  <a:cubicBezTo>
                    <a:pt x="388791" y="505981"/>
                    <a:pt x="388269" y="506103"/>
                    <a:pt x="387731" y="506230"/>
                  </a:cubicBezTo>
                  <a:cubicBezTo>
                    <a:pt x="387271" y="506353"/>
                    <a:pt x="386810" y="506476"/>
                    <a:pt x="386336" y="506602"/>
                  </a:cubicBezTo>
                  <a:cubicBezTo>
                    <a:pt x="386336" y="507584"/>
                    <a:pt x="386336" y="508567"/>
                    <a:pt x="386336" y="509579"/>
                  </a:cubicBezTo>
                  <a:cubicBezTo>
                    <a:pt x="384611" y="510112"/>
                    <a:pt x="382873" y="510607"/>
                    <a:pt x="381127" y="511067"/>
                  </a:cubicBezTo>
                  <a:cubicBezTo>
                    <a:pt x="380882" y="511804"/>
                    <a:pt x="380636" y="512540"/>
                    <a:pt x="380383" y="513299"/>
                  </a:cubicBezTo>
                  <a:cubicBezTo>
                    <a:pt x="379008" y="513517"/>
                    <a:pt x="379008" y="513517"/>
                    <a:pt x="377360" y="513439"/>
                  </a:cubicBezTo>
                  <a:cubicBezTo>
                    <a:pt x="376393" y="513393"/>
                    <a:pt x="375426" y="513347"/>
                    <a:pt x="374430" y="513299"/>
                  </a:cubicBezTo>
                  <a:cubicBezTo>
                    <a:pt x="374430" y="514282"/>
                    <a:pt x="374430" y="515264"/>
                    <a:pt x="374430" y="516276"/>
                  </a:cubicBezTo>
                  <a:cubicBezTo>
                    <a:pt x="373964" y="516321"/>
                    <a:pt x="373497" y="516366"/>
                    <a:pt x="373017" y="516412"/>
                  </a:cubicBezTo>
                  <a:cubicBezTo>
                    <a:pt x="372409" y="516475"/>
                    <a:pt x="371801" y="516537"/>
                    <a:pt x="371174" y="516601"/>
                  </a:cubicBezTo>
                  <a:cubicBezTo>
                    <a:pt x="370570" y="516662"/>
                    <a:pt x="369966" y="516722"/>
                    <a:pt x="369343" y="516785"/>
                  </a:cubicBezTo>
                  <a:cubicBezTo>
                    <a:pt x="367701" y="516939"/>
                    <a:pt x="367701" y="516939"/>
                    <a:pt x="366244" y="517764"/>
                  </a:cubicBezTo>
                  <a:cubicBezTo>
                    <a:pt x="366244" y="518501"/>
                    <a:pt x="366244" y="519238"/>
                    <a:pt x="366244" y="519997"/>
                  </a:cubicBezTo>
                  <a:cubicBezTo>
                    <a:pt x="365348" y="520024"/>
                    <a:pt x="364452" y="520052"/>
                    <a:pt x="363529" y="520081"/>
                  </a:cubicBezTo>
                  <a:cubicBezTo>
                    <a:pt x="362357" y="520130"/>
                    <a:pt x="361184" y="520179"/>
                    <a:pt x="360012" y="520229"/>
                  </a:cubicBezTo>
                  <a:cubicBezTo>
                    <a:pt x="359126" y="520254"/>
                    <a:pt x="359126" y="520254"/>
                    <a:pt x="358221" y="520280"/>
                  </a:cubicBezTo>
                  <a:cubicBezTo>
                    <a:pt x="356673" y="520352"/>
                    <a:pt x="355131" y="520540"/>
                    <a:pt x="353594" y="520741"/>
                  </a:cubicBezTo>
                  <a:cubicBezTo>
                    <a:pt x="353103" y="521477"/>
                    <a:pt x="352612" y="522214"/>
                    <a:pt x="352106" y="522973"/>
                  </a:cubicBezTo>
                  <a:cubicBezTo>
                    <a:pt x="350463" y="523250"/>
                    <a:pt x="350463" y="523250"/>
                    <a:pt x="348396" y="523248"/>
                  </a:cubicBezTo>
                  <a:cubicBezTo>
                    <a:pt x="347238" y="523255"/>
                    <a:pt x="347238" y="523255"/>
                    <a:pt x="346056" y="523263"/>
                  </a:cubicBezTo>
                  <a:cubicBezTo>
                    <a:pt x="345220" y="523259"/>
                    <a:pt x="344384" y="523254"/>
                    <a:pt x="343522" y="523249"/>
                  </a:cubicBezTo>
                  <a:cubicBezTo>
                    <a:pt x="341767" y="523262"/>
                    <a:pt x="340011" y="523275"/>
                    <a:pt x="338256" y="523289"/>
                  </a:cubicBezTo>
                  <a:cubicBezTo>
                    <a:pt x="335476" y="523296"/>
                    <a:pt x="332697" y="523299"/>
                    <a:pt x="329917" y="523297"/>
                  </a:cubicBezTo>
                  <a:cubicBezTo>
                    <a:pt x="327243" y="523300"/>
                    <a:pt x="324569" y="523320"/>
                    <a:pt x="321895" y="523342"/>
                  </a:cubicBezTo>
                  <a:cubicBezTo>
                    <a:pt x="321057" y="523336"/>
                    <a:pt x="320219" y="523330"/>
                    <a:pt x="319356" y="523324"/>
                  </a:cubicBezTo>
                  <a:cubicBezTo>
                    <a:pt x="318586" y="523331"/>
                    <a:pt x="317816" y="523339"/>
                    <a:pt x="317023" y="523346"/>
                  </a:cubicBezTo>
                  <a:cubicBezTo>
                    <a:pt x="316001" y="523346"/>
                    <a:pt x="316001" y="523346"/>
                    <a:pt x="314959" y="523346"/>
                  </a:cubicBezTo>
                  <a:cubicBezTo>
                    <a:pt x="314448" y="523469"/>
                    <a:pt x="313937" y="523591"/>
                    <a:pt x="313410" y="523717"/>
                  </a:cubicBezTo>
                  <a:cubicBezTo>
                    <a:pt x="312940" y="525195"/>
                    <a:pt x="312940" y="525195"/>
                    <a:pt x="312666" y="526694"/>
                  </a:cubicBezTo>
                  <a:cubicBezTo>
                    <a:pt x="310705" y="526980"/>
                    <a:pt x="309048" y="527057"/>
                    <a:pt x="307085" y="527011"/>
                  </a:cubicBezTo>
                  <a:cubicBezTo>
                    <a:pt x="306526" y="527008"/>
                    <a:pt x="305968" y="527006"/>
                    <a:pt x="305392" y="527003"/>
                  </a:cubicBezTo>
                  <a:cubicBezTo>
                    <a:pt x="304208" y="526996"/>
                    <a:pt x="303025" y="526981"/>
                    <a:pt x="301841" y="526959"/>
                  </a:cubicBezTo>
                  <a:cubicBezTo>
                    <a:pt x="300023" y="526927"/>
                    <a:pt x="298206" y="526914"/>
                    <a:pt x="296388" y="526905"/>
                  </a:cubicBezTo>
                  <a:cubicBezTo>
                    <a:pt x="295241" y="526895"/>
                    <a:pt x="294094" y="526884"/>
                    <a:pt x="292946" y="526871"/>
                  </a:cubicBezTo>
                  <a:cubicBezTo>
                    <a:pt x="292399" y="526866"/>
                    <a:pt x="291852" y="526860"/>
                    <a:pt x="291288" y="526854"/>
                  </a:cubicBezTo>
                  <a:cubicBezTo>
                    <a:pt x="287453" y="526782"/>
                    <a:pt x="287453" y="526782"/>
                    <a:pt x="286621" y="525950"/>
                  </a:cubicBezTo>
                  <a:cubicBezTo>
                    <a:pt x="286446" y="524201"/>
                    <a:pt x="286313" y="522448"/>
                    <a:pt x="286203" y="520694"/>
                  </a:cubicBezTo>
                  <a:cubicBezTo>
                    <a:pt x="286109" y="519254"/>
                    <a:pt x="286109" y="519254"/>
                    <a:pt x="286014" y="517784"/>
                  </a:cubicBezTo>
                  <a:cubicBezTo>
                    <a:pt x="285969" y="517041"/>
                    <a:pt x="285924" y="516298"/>
                    <a:pt x="285877" y="515532"/>
                  </a:cubicBezTo>
                  <a:cubicBezTo>
                    <a:pt x="285140" y="515532"/>
                    <a:pt x="284404" y="515532"/>
                    <a:pt x="283645" y="515532"/>
                  </a:cubicBezTo>
                  <a:cubicBezTo>
                    <a:pt x="283634" y="515089"/>
                    <a:pt x="283623" y="514646"/>
                    <a:pt x="283612" y="514189"/>
                  </a:cubicBezTo>
                  <a:cubicBezTo>
                    <a:pt x="283556" y="512187"/>
                    <a:pt x="283484" y="510185"/>
                    <a:pt x="283412" y="508183"/>
                  </a:cubicBezTo>
                  <a:cubicBezTo>
                    <a:pt x="283395" y="507486"/>
                    <a:pt x="283379" y="506789"/>
                    <a:pt x="283361" y="506070"/>
                  </a:cubicBezTo>
                  <a:cubicBezTo>
                    <a:pt x="283322" y="505070"/>
                    <a:pt x="283322" y="505070"/>
                    <a:pt x="283281" y="504050"/>
                  </a:cubicBezTo>
                  <a:cubicBezTo>
                    <a:pt x="283252" y="503126"/>
                    <a:pt x="283252" y="503126"/>
                    <a:pt x="283222" y="502184"/>
                  </a:cubicBezTo>
                  <a:cubicBezTo>
                    <a:pt x="283026" y="500356"/>
                    <a:pt x="283026" y="500356"/>
                    <a:pt x="280668" y="499161"/>
                  </a:cubicBezTo>
                  <a:cubicBezTo>
                    <a:pt x="280502" y="496978"/>
                    <a:pt x="280502" y="496978"/>
                    <a:pt x="280622" y="494370"/>
                  </a:cubicBezTo>
                  <a:cubicBezTo>
                    <a:pt x="280876" y="490566"/>
                    <a:pt x="280876" y="490566"/>
                    <a:pt x="279180" y="487254"/>
                  </a:cubicBezTo>
                  <a:cubicBezTo>
                    <a:pt x="278934" y="487254"/>
                    <a:pt x="278689" y="487254"/>
                    <a:pt x="278436" y="487254"/>
                  </a:cubicBezTo>
                  <a:cubicBezTo>
                    <a:pt x="278399" y="486573"/>
                    <a:pt x="278363" y="485892"/>
                    <a:pt x="278325" y="485191"/>
                  </a:cubicBezTo>
                  <a:cubicBezTo>
                    <a:pt x="278270" y="484306"/>
                    <a:pt x="278214" y="483422"/>
                    <a:pt x="278157" y="482510"/>
                  </a:cubicBezTo>
                  <a:cubicBezTo>
                    <a:pt x="278105" y="481630"/>
                    <a:pt x="278053" y="480749"/>
                    <a:pt x="278000" y="479842"/>
                  </a:cubicBezTo>
                  <a:cubicBezTo>
                    <a:pt x="277913" y="477502"/>
                    <a:pt x="277913" y="477502"/>
                    <a:pt x="276203" y="476092"/>
                  </a:cubicBezTo>
                  <a:cubicBezTo>
                    <a:pt x="275958" y="476092"/>
                    <a:pt x="275712" y="476092"/>
                    <a:pt x="275459" y="476092"/>
                  </a:cubicBezTo>
                  <a:cubicBezTo>
                    <a:pt x="275431" y="475411"/>
                    <a:pt x="275403" y="474730"/>
                    <a:pt x="275375" y="474028"/>
                  </a:cubicBezTo>
                  <a:cubicBezTo>
                    <a:pt x="275301" y="472702"/>
                    <a:pt x="275301" y="472702"/>
                    <a:pt x="275227" y="471348"/>
                  </a:cubicBezTo>
                  <a:cubicBezTo>
                    <a:pt x="275183" y="470468"/>
                    <a:pt x="275140" y="469587"/>
                    <a:pt x="275096" y="468680"/>
                  </a:cubicBezTo>
                  <a:cubicBezTo>
                    <a:pt x="274970" y="467934"/>
                    <a:pt x="274844" y="467187"/>
                    <a:pt x="274715" y="466418"/>
                  </a:cubicBezTo>
                  <a:cubicBezTo>
                    <a:pt x="273978" y="465927"/>
                    <a:pt x="273242" y="465436"/>
                    <a:pt x="272483" y="464930"/>
                  </a:cubicBezTo>
                  <a:cubicBezTo>
                    <a:pt x="272265" y="463157"/>
                    <a:pt x="272265" y="463157"/>
                    <a:pt x="272343" y="461116"/>
                  </a:cubicBezTo>
                  <a:cubicBezTo>
                    <a:pt x="272363" y="460439"/>
                    <a:pt x="272383" y="459762"/>
                    <a:pt x="272404" y="459064"/>
                  </a:cubicBezTo>
                  <a:cubicBezTo>
                    <a:pt x="272430" y="458544"/>
                    <a:pt x="272456" y="458024"/>
                    <a:pt x="272483" y="457489"/>
                  </a:cubicBezTo>
                  <a:cubicBezTo>
                    <a:pt x="271746" y="457489"/>
                    <a:pt x="271009" y="457489"/>
                    <a:pt x="270250" y="457489"/>
                  </a:cubicBezTo>
                  <a:cubicBezTo>
                    <a:pt x="270005" y="455033"/>
                    <a:pt x="269759" y="452577"/>
                    <a:pt x="269506" y="450047"/>
                  </a:cubicBezTo>
                  <a:cubicBezTo>
                    <a:pt x="268769" y="450047"/>
                    <a:pt x="268033" y="450047"/>
                    <a:pt x="267274" y="450047"/>
                  </a:cubicBezTo>
                  <a:cubicBezTo>
                    <a:pt x="267234" y="448699"/>
                    <a:pt x="267205" y="447350"/>
                    <a:pt x="267181" y="446001"/>
                  </a:cubicBezTo>
                  <a:cubicBezTo>
                    <a:pt x="267155" y="444874"/>
                    <a:pt x="267155" y="444874"/>
                    <a:pt x="267128" y="443725"/>
                  </a:cubicBezTo>
                  <a:cubicBezTo>
                    <a:pt x="267200" y="442803"/>
                    <a:pt x="267200" y="442803"/>
                    <a:pt x="267274" y="441862"/>
                  </a:cubicBezTo>
                  <a:cubicBezTo>
                    <a:pt x="269371" y="440813"/>
                    <a:pt x="271123" y="441034"/>
                    <a:pt x="273465" y="441045"/>
                  </a:cubicBezTo>
                  <a:cubicBezTo>
                    <a:pt x="274400" y="441047"/>
                    <a:pt x="275336" y="441050"/>
                    <a:pt x="276299" y="441052"/>
                  </a:cubicBezTo>
                  <a:cubicBezTo>
                    <a:pt x="277280" y="441058"/>
                    <a:pt x="278262" y="441065"/>
                    <a:pt x="279273" y="441071"/>
                  </a:cubicBezTo>
                  <a:cubicBezTo>
                    <a:pt x="280270" y="441075"/>
                    <a:pt x="281267" y="441078"/>
                    <a:pt x="282264" y="441081"/>
                  </a:cubicBezTo>
                  <a:cubicBezTo>
                    <a:pt x="284709" y="441090"/>
                    <a:pt x="287153" y="441102"/>
                    <a:pt x="289598" y="441118"/>
                  </a:cubicBezTo>
                  <a:cubicBezTo>
                    <a:pt x="289598" y="442100"/>
                    <a:pt x="289598" y="443082"/>
                    <a:pt x="289598" y="444094"/>
                  </a:cubicBezTo>
                  <a:cubicBezTo>
                    <a:pt x="295393" y="444163"/>
                    <a:pt x="301189" y="444216"/>
                    <a:pt x="306985" y="444248"/>
                  </a:cubicBezTo>
                  <a:cubicBezTo>
                    <a:pt x="309676" y="444264"/>
                    <a:pt x="312367" y="444285"/>
                    <a:pt x="315058" y="444319"/>
                  </a:cubicBezTo>
                  <a:cubicBezTo>
                    <a:pt x="317654" y="444351"/>
                    <a:pt x="320249" y="444369"/>
                    <a:pt x="322845" y="444377"/>
                  </a:cubicBezTo>
                  <a:cubicBezTo>
                    <a:pt x="324320" y="444385"/>
                    <a:pt x="325795" y="444408"/>
                    <a:pt x="327270" y="444431"/>
                  </a:cubicBezTo>
                  <a:cubicBezTo>
                    <a:pt x="328611" y="444432"/>
                    <a:pt x="328611" y="444432"/>
                    <a:pt x="329979" y="444432"/>
                  </a:cubicBezTo>
                  <a:cubicBezTo>
                    <a:pt x="330769" y="444439"/>
                    <a:pt x="331558" y="444445"/>
                    <a:pt x="332372" y="444452"/>
                  </a:cubicBezTo>
                  <a:cubicBezTo>
                    <a:pt x="332991" y="444334"/>
                    <a:pt x="333609" y="444216"/>
                    <a:pt x="334246" y="444094"/>
                  </a:cubicBezTo>
                  <a:cubicBezTo>
                    <a:pt x="335089" y="442623"/>
                    <a:pt x="335089" y="442623"/>
                    <a:pt x="335734" y="441118"/>
                  </a:cubicBezTo>
                  <a:cubicBezTo>
                    <a:pt x="338871" y="440869"/>
                    <a:pt x="340949" y="440872"/>
                    <a:pt x="343920" y="441862"/>
                  </a:cubicBezTo>
                  <a:cubicBezTo>
                    <a:pt x="343920" y="320061"/>
                    <a:pt x="343920" y="198260"/>
                    <a:pt x="343920" y="72768"/>
                  </a:cubicBezTo>
                  <a:cubicBezTo>
                    <a:pt x="235625" y="72523"/>
                    <a:pt x="127330" y="72277"/>
                    <a:pt x="15754" y="72024"/>
                  </a:cubicBezTo>
                  <a:cubicBezTo>
                    <a:pt x="15754" y="48450"/>
                    <a:pt x="15754" y="24875"/>
                    <a:pt x="15754" y="586"/>
                  </a:cubicBezTo>
                  <a:close/>
                </a:path>
              </a:pathLst>
            </a:custGeom>
            <a:grpFill/>
            <a:ln w="744" cap="flat">
              <a:noFill/>
              <a:prstDash val="solid"/>
              <a:miter/>
            </a:ln>
          </p:spPr>
          <p:txBody>
            <a:bodyPr rtlCol="0" anchor="ctr"/>
            <a:lstStyle/>
            <a:p>
              <a:endParaRPr lang="zh-CN" altLang="en-US"/>
            </a:p>
          </p:txBody>
        </p:sp>
        <p:sp>
          <p:nvSpPr>
            <p:cNvPr id="157" name="任意多边形: 形状 156"/>
            <p:cNvSpPr/>
            <p:nvPr/>
          </p:nvSpPr>
          <p:spPr>
            <a:xfrm>
              <a:off x="7096050" y="609929"/>
              <a:ext cx="207887" cy="540865"/>
            </a:xfrm>
            <a:custGeom>
              <a:avLst/>
              <a:gdLst>
                <a:gd name="connsiteX0" fmla="*/ 18026 w 207891"/>
                <a:gd name="connsiteY0" fmla="*/ 537 h 540847"/>
                <a:gd name="connsiteX1" fmla="*/ 19804 w 207891"/>
                <a:gd name="connsiteY1" fmla="*/ 530 h 540847"/>
                <a:gd name="connsiteX2" fmla="*/ 25640 w 207891"/>
                <a:gd name="connsiteY2" fmla="*/ 520 h 540847"/>
                <a:gd name="connsiteX3" fmla="*/ 29682 w 207891"/>
                <a:gd name="connsiteY3" fmla="*/ 513 h 540847"/>
                <a:gd name="connsiteX4" fmla="*/ 38159 w 207891"/>
                <a:gd name="connsiteY4" fmla="*/ 507 h 540847"/>
                <a:gd name="connsiteX5" fmla="*/ 49050 w 207891"/>
                <a:gd name="connsiteY5" fmla="*/ 485 h 540847"/>
                <a:gd name="connsiteX6" fmla="*/ 57398 w 207891"/>
                <a:gd name="connsiteY6" fmla="*/ 475 h 540847"/>
                <a:gd name="connsiteX7" fmla="*/ 61415 w 207891"/>
                <a:gd name="connsiteY7" fmla="*/ 465 h 540847"/>
                <a:gd name="connsiteX8" fmla="*/ 67017 w 207891"/>
                <a:gd name="connsiteY8" fmla="*/ 465 h 540847"/>
                <a:gd name="connsiteX9" fmla="*/ 68710 w 207891"/>
                <a:gd name="connsiteY9" fmla="*/ 452 h 540847"/>
                <a:gd name="connsiteX10" fmla="*/ 72611 w 207891"/>
                <a:gd name="connsiteY10" fmla="*/ 645 h 540847"/>
                <a:gd name="connsiteX11" fmla="*/ 73445 w 207891"/>
                <a:gd name="connsiteY11" fmla="*/ 9036 h 540847"/>
                <a:gd name="connsiteX12" fmla="*/ 73447 w 207891"/>
                <a:gd name="connsiteY12" fmla="*/ 11232 h 540847"/>
                <a:gd name="connsiteX13" fmla="*/ 73440 w 207891"/>
                <a:gd name="connsiteY13" fmla="*/ 18560 h 540847"/>
                <a:gd name="connsiteX14" fmla="*/ 73440 w 207891"/>
                <a:gd name="connsiteY14" fmla="*/ 23795 h 540847"/>
                <a:gd name="connsiteX15" fmla="*/ 73431 w 207891"/>
                <a:gd name="connsiteY15" fmla="*/ 38047 h 540847"/>
                <a:gd name="connsiteX16" fmla="*/ 73425 w 207891"/>
                <a:gd name="connsiteY16" fmla="*/ 51420 h 540847"/>
                <a:gd name="connsiteX17" fmla="*/ 73411 w 207891"/>
                <a:gd name="connsiteY17" fmla="*/ 77913 h 540847"/>
                <a:gd name="connsiteX18" fmla="*/ 73396 w 207891"/>
                <a:gd name="connsiteY18" fmla="*/ 103653 h 540847"/>
                <a:gd name="connsiteX19" fmla="*/ 73395 w 207891"/>
                <a:gd name="connsiteY19" fmla="*/ 105255 h 540847"/>
                <a:gd name="connsiteX20" fmla="*/ 73393 w 207891"/>
                <a:gd name="connsiteY20" fmla="*/ 113211 h 540847"/>
                <a:gd name="connsiteX21" fmla="*/ 73355 w 207891"/>
                <a:gd name="connsiteY21" fmla="*/ 179239 h 540847"/>
                <a:gd name="connsiteX22" fmla="*/ 76332 w 207891"/>
                <a:gd name="connsiteY22" fmla="*/ 175518 h 540847"/>
                <a:gd name="connsiteX23" fmla="*/ 79308 w 207891"/>
                <a:gd name="connsiteY23" fmla="*/ 174030 h 540847"/>
                <a:gd name="connsiteX24" fmla="*/ 80796 w 207891"/>
                <a:gd name="connsiteY24" fmla="*/ 171798 h 540847"/>
                <a:gd name="connsiteX25" fmla="*/ 82331 w 207891"/>
                <a:gd name="connsiteY25" fmla="*/ 171426 h 540847"/>
                <a:gd name="connsiteX26" fmla="*/ 83773 w 207891"/>
                <a:gd name="connsiteY26" fmla="*/ 171053 h 540847"/>
                <a:gd name="connsiteX27" fmla="*/ 84517 w 207891"/>
                <a:gd name="connsiteY27" fmla="*/ 168821 h 540847"/>
                <a:gd name="connsiteX28" fmla="*/ 87494 w 207891"/>
                <a:gd name="connsiteY28" fmla="*/ 167333 h 540847"/>
                <a:gd name="connsiteX29" fmla="*/ 88238 w 207891"/>
                <a:gd name="connsiteY29" fmla="*/ 165100 h 540847"/>
                <a:gd name="connsiteX30" fmla="*/ 91959 w 207891"/>
                <a:gd name="connsiteY30" fmla="*/ 164356 h 540847"/>
                <a:gd name="connsiteX31" fmla="*/ 92703 w 207891"/>
                <a:gd name="connsiteY31" fmla="*/ 162124 h 540847"/>
                <a:gd name="connsiteX32" fmla="*/ 94191 w 207891"/>
                <a:gd name="connsiteY32" fmla="*/ 161798 h 540847"/>
                <a:gd name="connsiteX33" fmla="*/ 95679 w 207891"/>
                <a:gd name="connsiteY33" fmla="*/ 161380 h 540847"/>
                <a:gd name="connsiteX34" fmla="*/ 96051 w 207891"/>
                <a:gd name="connsiteY34" fmla="*/ 159891 h 540847"/>
                <a:gd name="connsiteX35" fmla="*/ 96423 w 207891"/>
                <a:gd name="connsiteY35" fmla="*/ 158403 h 540847"/>
                <a:gd name="connsiteX36" fmla="*/ 99400 w 207891"/>
                <a:gd name="connsiteY36" fmla="*/ 157659 h 540847"/>
                <a:gd name="connsiteX37" fmla="*/ 99772 w 207891"/>
                <a:gd name="connsiteY37" fmla="*/ 156124 h 540847"/>
                <a:gd name="connsiteX38" fmla="*/ 100144 w 207891"/>
                <a:gd name="connsiteY38" fmla="*/ 154682 h 540847"/>
                <a:gd name="connsiteX39" fmla="*/ 103121 w 207891"/>
                <a:gd name="connsiteY39" fmla="*/ 154682 h 540847"/>
                <a:gd name="connsiteX40" fmla="*/ 103865 w 207891"/>
                <a:gd name="connsiteY40" fmla="*/ 151706 h 540847"/>
                <a:gd name="connsiteX41" fmla="*/ 106097 w 207891"/>
                <a:gd name="connsiteY41" fmla="*/ 150962 h 540847"/>
                <a:gd name="connsiteX42" fmla="*/ 106748 w 207891"/>
                <a:gd name="connsiteY42" fmla="*/ 149473 h 540847"/>
                <a:gd name="connsiteX43" fmla="*/ 107586 w 207891"/>
                <a:gd name="connsiteY43" fmla="*/ 147985 h 540847"/>
                <a:gd name="connsiteX44" fmla="*/ 109492 w 207891"/>
                <a:gd name="connsiteY44" fmla="*/ 147613 h 540847"/>
                <a:gd name="connsiteX45" fmla="*/ 111306 w 207891"/>
                <a:gd name="connsiteY45" fmla="*/ 147241 h 540847"/>
                <a:gd name="connsiteX46" fmla="*/ 112050 w 207891"/>
                <a:gd name="connsiteY46" fmla="*/ 144264 h 540847"/>
                <a:gd name="connsiteX47" fmla="*/ 114283 w 207891"/>
                <a:gd name="connsiteY47" fmla="*/ 143520 h 540847"/>
                <a:gd name="connsiteX48" fmla="*/ 115027 w 207891"/>
                <a:gd name="connsiteY48" fmla="*/ 141288 h 540847"/>
                <a:gd name="connsiteX49" fmla="*/ 117259 w 207891"/>
                <a:gd name="connsiteY49" fmla="*/ 140544 h 540847"/>
                <a:gd name="connsiteX50" fmla="*/ 117957 w 207891"/>
                <a:gd name="connsiteY50" fmla="*/ 139102 h 540847"/>
                <a:gd name="connsiteX51" fmla="*/ 121724 w 207891"/>
                <a:gd name="connsiteY51" fmla="*/ 136079 h 540847"/>
                <a:gd name="connsiteX52" fmla="*/ 122468 w 207891"/>
                <a:gd name="connsiteY52" fmla="*/ 134591 h 540847"/>
                <a:gd name="connsiteX53" fmla="*/ 124701 w 207891"/>
                <a:gd name="connsiteY53" fmla="*/ 133846 h 540847"/>
                <a:gd name="connsiteX54" fmla="*/ 126933 w 207891"/>
                <a:gd name="connsiteY54" fmla="*/ 130870 h 540847"/>
                <a:gd name="connsiteX55" fmla="*/ 128421 w 207891"/>
                <a:gd name="connsiteY55" fmla="*/ 130870 h 540847"/>
                <a:gd name="connsiteX56" fmla="*/ 128654 w 207891"/>
                <a:gd name="connsiteY56" fmla="*/ 129614 h 540847"/>
                <a:gd name="connsiteX57" fmla="*/ 132886 w 207891"/>
                <a:gd name="connsiteY57" fmla="*/ 124173 h 540847"/>
                <a:gd name="connsiteX58" fmla="*/ 135863 w 207891"/>
                <a:gd name="connsiteY58" fmla="*/ 122684 h 540847"/>
                <a:gd name="connsiteX59" fmla="*/ 139584 w 207891"/>
                <a:gd name="connsiteY59" fmla="*/ 117475 h 540847"/>
                <a:gd name="connsiteX60" fmla="*/ 142514 w 207891"/>
                <a:gd name="connsiteY60" fmla="*/ 114871 h 540847"/>
                <a:gd name="connsiteX61" fmla="*/ 147025 w 207891"/>
                <a:gd name="connsiteY61" fmla="*/ 110034 h 540847"/>
                <a:gd name="connsiteX62" fmla="*/ 149257 w 207891"/>
                <a:gd name="connsiteY62" fmla="*/ 109290 h 540847"/>
                <a:gd name="connsiteX63" fmla="*/ 150002 w 207891"/>
                <a:gd name="connsiteY63" fmla="*/ 107057 h 540847"/>
                <a:gd name="connsiteX64" fmla="*/ 152234 w 207891"/>
                <a:gd name="connsiteY64" fmla="*/ 106313 h 540847"/>
                <a:gd name="connsiteX65" fmla="*/ 152978 w 207891"/>
                <a:gd name="connsiteY65" fmla="*/ 104081 h 540847"/>
                <a:gd name="connsiteX66" fmla="*/ 154466 w 207891"/>
                <a:gd name="connsiteY66" fmla="*/ 103755 h 540847"/>
                <a:gd name="connsiteX67" fmla="*/ 155955 w 207891"/>
                <a:gd name="connsiteY67" fmla="*/ 103337 h 540847"/>
                <a:gd name="connsiteX68" fmla="*/ 156280 w 207891"/>
                <a:gd name="connsiteY68" fmla="*/ 102034 h 540847"/>
                <a:gd name="connsiteX69" fmla="*/ 160420 w 207891"/>
                <a:gd name="connsiteY69" fmla="*/ 96639 h 540847"/>
                <a:gd name="connsiteX70" fmla="*/ 162047 w 207891"/>
                <a:gd name="connsiteY70" fmla="*/ 94593 h 540847"/>
                <a:gd name="connsiteX71" fmla="*/ 166280 w 207891"/>
                <a:gd name="connsiteY71" fmla="*/ 91945 h 540847"/>
                <a:gd name="connsiteX72" fmla="*/ 170838 w 207891"/>
                <a:gd name="connsiteY72" fmla="*/ 92175 h 540847"/>
                <a:gd name="connsiteX73" fmla="*/ 172326 w 207891"/>
                <a:gd name="connsiteY73" fmla="*/ 96639 h 540847"/>
                <a:gd name="connsiteX74" fmla="*/ 173814 w 207891"/>
                <a:gd name="connsiteY74" fmla="*/ 97384 h 540847"/>
                <a:gd name="connsiteX75" fmla="*/ 176047 w 207891"/>
                <a:gd name="connsiteY75" fmla="*/ 101104 h 540847"/>
                <a:gd name="connsiteX76" fmla="*/ 178000 w 207891"/>
                <a:gd name="connsiteY76" fmla="*/ 103337 h 540847"/>
                <a:gd name="connsiteX77" fmla="*/ 180511 w 207891"/>
                <a:gd name="connsiteY77" fmla="*/ 109290 h 540847"/>
                <a:gd name="connsiteX78" fmla="*/ 182744 w 207891"/>
                <a:gd name="connsiteY78" fmla="*/ 110034 h 540847"/>
                <a:gd name="connsiteX79" fmla="*/ 183488 w 207891"/>
                <a:gd name="connsiteY79" fmla="*/ 113011 h 540847"/>
                <a:gd name="connsiteX80" fmla="*/ 184976 w 207891"/>
                <a:gd name="connsiteY80" fmla="*/ 113755 h 540847"/>
                <a:gd name="connsiteX81" fmla="*/ 185302 w 207891"/>
                <a:gd name="connsiteY81" fmla="*/ 115150 h 540847"/>
                <a:gd name="connsiteX82" fmla="*/ 189162 w 207891"/>
                <a:gd name="connsiteY82" fmla="*/ 119987 h 540847"/>
                <a:gd name="connsiteX83" fmla="*/ 190557 w 207891"/>
                <a:gd name="connsiteY83" fmla="*/ 123149 h 540847"/>
                <a:gd name="connsiteX84" fmla="*/ 190929 w 207891"/>
                <a:gd name="connsiteY84" fmla="*/ 124917 h 540847"/>
                <a:gd name="connsiteX85" fmla="*/ 193162 w 207891"/>
                <a:gd name="connsiteY85" fmla="*/ 125661 h 540847"/>
                <a:gd name="connsiteX86" fmla="*/ 195162 w 207891"/>
                <a:gd name="connsiteY86" fmla="*/ 128591 h 540847"/>
                <a:gd name="connsiteX87" fmla="*/ 196147 w 207891"/>
                <a:gd name="connsiteY87" fmla="*/ 130193 h 540847"/>
                <a:gd name="connsiteX88" fmla="*/ 196882 w 207891"/>
                <a:gd name="connsiteY88" fmla="*/ 133102 h 540847"/>
                <a:gd name="connsiteX89" fmla="*/ 199115 w 207891"/>
                <a:gd name="connsiteY89" fmla="*/ 133846 h 540847"/>
                <a:gd name="connsiteX90" fmla="*/ 199115 w 207891"/>
                <a:gd name="connsiteY90" fmla="*/ 137567 h 540847"/>
                <a:gd name="connsiteX91" fmla="*/ 201347 w 207891"/>
                <a:gd name="connsiteY91" fmla="*/ 137567 h 540847"/>
                <a:gd name="connsiteX92" fmla="*/ 202091 w 207891"/>
                <a:gd name="connsiteY92" fmla="*/ 140544 h 540847"/>
                <a:gd name="connsiteX93" fmla="*/ 203254 w 207891"/>
                <a:gd name="connsiteY93" fmla="*/ 141706 h 540847"/>
                <a:gd name="connsiteX94" fmla="*/ 204324 w 207891"/>
                <a:gd name="connsiteY94" fmla="*/ 145009 h 540847"/>
                <a:gd name="connsiteX95" fmla="*/ 206556 w 207891"/>
                <a:gd name="connsiteY95" fmla="*/ 145009 h 540847"/>
                <a:gd name="connsiteX96" fmla="*/ 207300 w 207891"/>
                <a:gd name="connsiteY96" fmla="*/ 148729 h 540847"/>
                <a:gd name="connsiteX97" fmla="*/ 209533 w 207891"/>
                <a:gd name="connsiteY97" fmla="*/ 149473 h 540847"/>
                <a:gd name="connsiteX98" fmla="*/ 212509 w 207891"/>
                <a:gd name="connsiteY98" fmla="*/ 152450 h 540847"/>
                <a:gd name="connsiteX99" fmla="*/ 212509 w 207891"/>
                <a:gd name="connsiteY99" fmla="*/ 159891 h 540847"/>
                <a:gd name="connsiteX100" fmla="*/ 208696 w 207891"/>
                <a:gd name="connsiteY100" fmla="*/ 161473 h 540847"/>
                <a:gd name="connsiteX101" fmla="*/ 206556 w 207891"/>
                <a:gd name="connsiteY101" fmla="*/ 161380 h 540847"/>
                <a:gd name="connsiteX102" fmla="*/ 206556 w 207891"/>
                <a:gd name="connsiteY102" fmla="*/ 164356 h 540847"/>
                <a:gd name="connsiteX103" fmla="*/ 202836 w 207891"/>
                <a:gd name="connsiteY103" fmla="*/ 165844 h 540847"/>
                <a:gd name="connsiteX104" fmla="*/ 202836 w 207891"/>
                <a:gd name="connsiteY104" fmla="*/ 168077 h 540847"/>
                <a:gd name="connsiteX105" fmla="*/ 200650 w 207891"/>
                <a:gd name="connsiteY105" fmla="*/ 167891 h 540847"/>
                <a:gd name="connsiteX106" fmla="*/ 198371 w 207891"/>
                <a:gd name="connsiteY106" fmla="*/ 168077 h 540847"/>
                <a:gd name="connsiteX107" fmla="*/ 197627 w 207891"/>
                <a:gd name="connsiteY107" fmla="*/ 171053 h 540847"/>
                <a:gd name="connsiteX108" fmla="*/ 195394 w 207891"/>
                <a:gd name="connsiteY108" fmla="*/ 172542 h 540847"/>
                <a:gd name="connsiteX109" fmla="*/ 194650 w 207891"/>
                <a:gd name="connsiteY109" fmla="*/ 174774 h 540847"/>
                <a:gd name="connsiteX110" fmla="*/ 190929 w 207891"/>
                <a:gd name="connsiteY110" fmla="*/ 176262 h 540847"/>
                <a:gd name="connsiteX111" fmla="*/ 190185 w 207891"/>
                <a:gd name="connsiteY111" fmla="*/ 178495 h 540847"/>
                <a:gd name="connsiteX112" fmla="*/ 186464 w 207891"/>
                <a:gd name="connsiteY112" fmla="*/ 179983 h 540847"/>
                <a:gd name="connsiteX113" fmla="*/ 185720 w 207891"/>
                <a:gd name="connsiteY113" fmla="*/ 181471 h 540847"/>
                <a:gd name="connsiteX114" fmla="*/ 184279 w 207891"/>
                <a:gd name="connsiteY114" fmla="*/ 181750 h 540847"/>
                <a:gd name="connsiteX115" fmla="*/ 182744 w 207891"/>
                <a:gd name="connsiteY115" fmla="*/ 182216 h 540847"/>
                <a:gd name="connsiteX116" fmla="*/ 181255 w 207891"/>
                <a:gd name="connsiteY116" fmla="*/ 185192 h 540847"/>
                <a:gd name="connsiteX117" fmla="*/ 178279 w 207891"/>
                <a:gd name="connsiteY117" fmla="*/ 186680 h 540847"/>
                <a:gd name="connsiteX118" fmla="*/ 178279 w 207891"/>
                <a:gd name="connsiteY118" fmla="*/ 188913 h 540847"/>
                <a:gd name="connsiteX119" fmla="*/ 176512 w 207891"/>
                <a:gd name="connsiteY119" fmla="*/ 188727 h 540847"/>
                <a:gd name="connsiteX120" fmla="*/ 174558 w 207891"/>
                <a:gd name="connsiteY120" fmla="*/ 188913 h 540847"/>
                <a:gd name="connsiteX121" fmla="*/ 173070 w 207891"/>
                <a:gd name="connsiteY121" fmla="*/ 191889 h 540847"/>
                <a:gd name="connsiteX122" fmla="*/ 171117 w 207891"/>
                <a:gd name="connsiteY122" fmla="*/ 192261 h 540847"/>
                <a:gd name="connsiteX123" fmla="*/ 169349 w 207891"/>
                <a:gd name="connsiteY123" fmla="*/ 192634 h 540847"/>
                <a:gd name="connsiteX124" fmla="*/ 169349 w 207891"/>
                <a:gd name="connsiteY124" fmla="*/ 195610 h 540847"/>
                <a:gd name="connsiteX125" fmla="*/ 165629 w 207891"/>
                <a:gd name="connsiteY125" fmla="*/ 196354 h 540847"/>
                <a:gd name="connsiteX126" fmla="*/ 164884 w 207891"/>
                <a:gd name="connsiteY126" fmla="*/ 198587 h 540847"/>
                <a:gd name="connsiteX127" fmla="*/ 160420 w 207891"/>
                <a:gd name="connsiteY127" fmla="*/ 199331 h 540847"/>
                <a:gd name="connsiteX128" fmla="*/ 160420 w 207891"/>
                <a:gd name="connsiteY128" fmla="*/ 202307 h 540847"/>
                <a:gd name="connsiteX129" fmla="*/ 155211 w 207891"/>
                <a:gd name="connsiteY129" fmla="*/ 203052 h 540847"/>
                <a:gd name="connsiteX130" fmla="*/ 155211 w 207891"/>
                <a:gd name="connsiteY130" fmla="*/ 205284 h 540847"/>
                <a:gd name="connsiteX131" fmla="*/ 152234 w 207891"/>
                <a:gd name="connsiteY131" fmla="*/ 206772 h 540847"/>
                <a:gd name="connsiteX132" fmla="*/ 151490 w 207891"/>
                <a:gd name="connsiteY132" fmla="*/ 209005 h 540847"/>
                <a:gd name="connsiteX133" fmla="*/ 149211 w 207891"/>
                <a:gd name="connsiteY133" fmla="*/ 209749 h 540847"/>
                <a:gd name="connsiteX134" fmla="*/ 147025 w 207891"/>
                <a:gd name="connsiteY134" fmla="*/ 210493 h 540847"/>
                <a:gd name="connsiteX135" fmla="*/ 147025 w 207891"/>
                <a:gd name="connsiteY135" fmla="*/ 212725 h 540847"/>
                <a:gd name="connsiteX136" fmla="*/ 144839 w 207891"/>
                <a:gd name="connsiteY136" fmla="*/ 212958 h 540847"/>
                <a:gd name="connsiteX137" fmla="*/ 142560 w 207891"/>
                <a:gd name="connsiteY137" fmla="*/ 213469 h 540847"/>
                <a:gd name="connsiteX138" fmla="*/ 141816 w 207891"/>
                <a:gd name="connsiteY138" fmla="*/ 215702 h 540847"/>
                <a:gd name="connsiteX139" fmla="*/ 138095 w 207891"/>
                <a:gd name="connsiteY139" fmla="*/ 217190 h 540847"/>
                <a:gd name="connsiteX140" fmla="*/ 137351 w 207891"/>
                <a:gd name="connsiteY140" fmla="*/ 219423 h 540847"/>
                <a:gd name="connsiteX141" fmla="*/ 133630 w 207891"/>
                <a:gd name="connsiteY141" fmla="*/ 220167 h 540847"/>
                <a:gd name="connsiteX142" fmla="*/ 132886 w 207891"/>
                <a:gd name="connsiteY142" fmla="*/ 222399 h 540847"/>
                <a:gd name="connsiteX143" fmla="*/ 128421 w 207891"/>
                <a:gd name="connsiteY143" fmla="*/ 223143 h 540847"/>
                <a:gd name="connsiteX144" fmla="*/ 128421 w 207891"/>
                <a:gd name="connsiteY144" fmla="*/ 226120 h 540847"/>
                <a:gd name="connsiteX145" fmla="*/ 124701 w 207891"/>
                <a:gd name="connsiteY145" fmla="*/ 226864 h 540847"/>
                <a:gd name="connsiteX146" fmla="*/ 124375 w 207891"/>
                <a:gd name="connsiteY146" fmla="*/ 228352 h 540847"/>
                <a:gd name="connsiteX147" fmla="*/ 123957 w 207891"/>
                <a:gd name="connsiteY147" fmla="*/ 229841 h 540847"/>
                <a:gd name="connsiteX148" fmla="*/ 119492 w 207891"/>
                <a:gd name="connsiteY148" fmla="*/ 230585 h 540847"/>
                <a:gd name="connsiteX149" fmla="*/ 118748 w 207891"/>
                <a:gd name="connsiteY149" fmla="*/ 232817 h 540847"/>
                <a:gd name="connsiteX150" fmla="*/ 114283 w 207891"/>
                <a:gd name="connsiteY150" fmla="*/ 234305 h 540847"/>
                <a:gd name="connsiteX151" fmla="*/ 113539 w 207891"/>
                <a:gd name="connsiteY151" fmla="*/ 236538 h 540847"/>
                <a:gd name="connsiteX152" fmla="*/ 109074 w 207891"/>
                <a:gd name="connsiteY152" fmla="*/ 237282 h 540847"/>
                <a:gd name="connsiteX153" fmla="*/ 108330 w 207891"/>
                <a:gd name="connsiteY153" fmla="*/ 239514 h 540847"/>
                <a:gd name="connsiteX154" fmla="*/ 103865 w 207891"/>
                <a:gd name="connsiteY154" fmla="*/ 241003 h 540847"/>
                <a:gd name="connsiteX155" fmla="*/ 103121 w 207891"/>
                <a:gd name="connsiteY155" fmla="*/ 243235 h 540847"/>
                <a:gd name="connsiteX156" fmla="*/ 101632 w 207891"/>
                <a:gd name="connsiteY156" fmla="*/ 243561 h 540847"/>
                <a:gd name="connsiteX157" fmla="*/ 100144 w 207891"/>
                <a:gd name="connsiteY157" fmla="*/ 243979 h 540847"/>
                <a:gd name="connsiteX158" fmla="*/ 99912 w 207891"/>
                <a:gd name="connsiteY158" fmla="*/ 245514 h 540847"/>
                <a:gd name="connsiteX159" fmla="*/ 99400 w 207891"/>
                <a:gd name="connsiteY159" fmla="*/ 246956 h 540847"/>
                <a:gd name="connsiteX160" fmla="*/ 94191 w 207891"/>
                <a:gd name="connsiteY160" fmla="*/ 246956 h 540847"/>
                <a:gd name="connsiteX161" fmla="*/ 94191 w 207891"/>
                <a:gd name="connsiteY161" fmla="*/ 249932 h 540847"/>
                <a:gd name="connsiteX162" fmla="*/ 92052 w 207891"/>
                <a:gd name="connsiteY162" fmla="*/ 250118 h 540847"/>
                <a:gd name="connsiteX163" fmla="*/ 89726 w 207891"/>
                <a:gd name="connsiteY163" fmla="*/ 250677 h 540847"/>
                <a:gd name="connsiteX164" fmla="*/ 88238 w 207891"/>
                <a:gd name="connsiteY164" fmla="*/ 253653 h 540847"/>
                <a:gd name="connsiteX165" fmla="*/ 84517 w 207891"/>
                <a:gd name="connsiteY165" fmla="*/ 254397 h 540847"/>
                <a:gd name="connsiteX166" fmla="*/ 83773 w 207891"/>
                <a:gd name="connsiteY166" fmla="*/ 256630 h 540847"/>
                <a:gd name="connsiteX167" fmla="*/ 78564 w 207891"/>
                <a:gd name="connsiteY167" fmla="*/ 257374 h 540847"/>
                <a:gd name="connsiteX168" fmla="*/ 78564 w 207891"/>
                <a:gd name="connsiteY168" fmla="*/ 260350 h 540847"/>
                <a:gd name="connsiteX169" fmla="*/ 74099 w 207891"/>
                <a:gd name="connsiteY169" fmla="*/ 261094 h 540847"/>
                <a:gd name="connsiteX170" fmla="*/ 74023 w 207891"/>
                <a:gd name="connsiteY170" fmla="*/ 325615 h 540847"/>
                <a:gd name="connsiteX171" fmla="*/ 74017 w 207891"/>
                <a:gd name="connsiteY171" fmla="*/ 333224 h 540847"/>
                <a:gd name="connsiteX172" fmla="*/ 74016 w 207891"/>
                <a:gd name="connsiteY172" fmla="*/ 334754 h 540847"/>
                <a:gd name="connsiteX173" fmla="*/ 73984 w 207891"/>
                <a:gd name="connsiteY173" fmla="*/ 359316 h 540847"/>
                <a:gd name="connsiteX174" fmla="*/ 73959 w 207891"/>
                <a:gd name="connsiteY174" fmla="*/ 384499 h 540847"/>
                <a:gd name="connsiteX175" fmla="*/ 73942 w 207891"/>
                <a:gd name="connsiteY175" fmla="*/ 398652 h 540847"/>
                <a:gd name="connsiteX176" fmla="*/ 73931 w 207891"/>
                <a:gd name="connsiteY176" fmla="*/ 411957 h 540847"/>
                <a:gd name="connsiteX177" fmla="*/ 73922 w 207891"/>
                <a:gd name="connsiteY177" fmla="*/ 416855 h 540847"/>
                <a:gd name="connsiteX178" fmla="*/ 73920 w 207891"/>
                <a:gd name="connsiteY178" fmla="*/ 423512 h 540847"/>
                <a:gd name="connsiteX179" fmla="*/ 73907 w 207891"/>
                <a:gd name="connsiteY179" fmla="*/ 425497 h 540847"/>
                <a:gd name="connsiteX180" fmla="*/ 74099 w 207891"/>
                <a:gd name="connsiteY180" fmla="*/ 430014 h 540847"/>
                <a:gd name="connsiteX181" fmla="*/ 75588 w 207891"/>
                <a:gd name="connsiteY181" fmla="*/ 430759 h 540847"/>
                <a:gd name="connsiteX182" fmla="*/ 75896 w 207891"/>
                <a:gd name="connsiteY182" fmla="*/ 437017 h 540847"/>
                <a:gd name="connsiteX183" fmla="*/ 75939 w 207891"/>
                <a:gd name="connsiteY183" fmla="*/ 438916 h 540847"/>
                <a:gd name="connsiteX184" fmla="*/ 76053 w 207891"/>
                <a:gd name="connsiteY184" fmla="*/ 444944 h 540847"/>
                <a:gd name="connsiteX185" fmla="*/ 76140 w 207891"/>
                <a:gd name="connsiteY185" fmla="*/ 449020 h 540847"/>
                <a:gd name="connsiteX186" fmla="*/ 76332 w 207891"/>
                <a:gd name="connsiteY186" fmla="*/ 459036 h 540847"/>
                <a:gd name="connsiteX187" fmla="*/ 77820 w 207891"/>
                <a:gd name="connsiteY187" fmla="*/ 459036 h 540847"/>
                <a:gd name="connsiteX188" fmla="*/ 78256 w 207891"/>
                <a:gd name="connsiteY188" fmla="*/ 460513 h 540847"/>
                <a:gd name="connsiteX189" fmla="*/ 79308 w 207891"/>
                <a:gd name="connsiteY189" fmla="*/ 462012 h 540847"/>
                <a:gd name="connsiteX190" fmla="*/ 85726 w 207891"/>
                <a:gd name="connsiteY190" fmla="*/ 462198 h 540847"/>
                <a:gd name="connsiteX191" fmla="*/ 87534 w 207891"/>
                <a:gd name="connsiteY191" fmla="*/ 462158 h 540847"/>
                <a:gd name="connsiteX192" fmla="*/ 91959 w 207891"/>
                <a:gd name="connsiteY192" fmla="*/ 462012 h 540847"/>
                <a:gd name="connsiteX193" fmla="*/ 91959 w 207891"/>
                <a:gd name="connsiteY193" fmla="*/ 464245 h 540847"/>
                <a:gd name="connsiteX194" fmla="*/ 97566 w 207891"/>
                <a:gd name="connsiteY194" fmla="*/ 465121 h 540847"/>
                <a:gd name="connsiteX195" fmla="*/ 100177 w 207891"/>
                <a:gd name="connsiteY195" fmla="*/ 465150 h 540847"/>
                <a:gd name="connsiteX196" fmla="*/ 103007 w 207891"/>
                <a:gd name="connsiteY196" fmla="*/ 465166 h 540847"/>
                <a:gd name="connsiteX197" fmla="*/ 105899 w 207891"/>
                <a:gd name="connsiteY197" fmla="*/ 465185 h 540847"/>
                <a:gd name="connsiteX198" fmla="*/ 111958 w 207891"/>
                <a:gd name="connsiteY198" fmla="*/ 465209 h 540847"/>
                <a:gd name="connsiteX199" fmla="*/ 119741 w 207891"/>
                <a:gd name="connsiteY199" fmla="*/ 465272 h 540847"/>
                <a:gd name="connsiteX200" fmla="*/ 127145 w 207891"/>
                <a:gd name="connsiteY200" fmla="*/ 465306 h 540847"/>
                <a:gd name="connsiteX201" fmla="*/ 129980 w 207891"/>
                <a:gd name="connsiteY201" fmla="*/ 465345 h 540847"/>
                <a:gd name="connsiteX202" fmla="*/ 132584 w 207891"/>
                <a:gd name="connsiteY202" fmla="*/ 465339 h 540847"/>
                <a:gd name="connsiteX203" fmla="*/ 134889 w 207891"/>
                <a:gd name="connsiteY203" fmla="*/ 465352 h 540847"/>
                <a:gd name="connsiteX204" fmla="*/ 136607 w 207891"/>
                <a:gd name="connsiteY204" fmla="*/ 464989 h 540847"/>
                <a:gd name="connsiteX205" fmla="*/ 137351 w 207891"/>
                <a:gd name="connsiteY205" fmla="*/ 462012 h 540847"/>
                <a:gd name="connsiteX206" fmla="*/ 142235 w 207891"/>
                <a:gd name="connsiteY206" fmla="*/ 461826 h 540847"/>
                <a:gd name="connsiteX207" fmla="*/ 144935 w 207891"/>
                <a:gd name="connsiteY207" fmla="*/ 461908 h 540847"/>
                <a:gd name="connsiteX208" fmla="*/ 147025 w 207891"/>
                <a:gd name="connsiteY208" fmla="*/ 462012 h 540847"/>
                <a:gd name="connsiteX209" fmla="*/ 147025 w 207891"/>
                <a:gd name="connsiteY209" fmla="*/ 459036 h 540847"/>
                <a:gd name="connsiteX210" fmla="*/ 149257 w 207891"/>
                <a:gd name="connsiteY210" fmla="*/ 458292 h 540847"/>
                <a:gd name="connsiteX211" fmla="*/ 149769 w 207891"/>
                <a:gd name="connsiteY211" fmla="*/ 455269 h 540847"/>
                <a:gd name="connsiteX212" fmla="*/ 150002 w 207891"/>
                <a:gd name="connsiteY212" fmla="*/ 452339 h 540847"/>
                <a:gd name="connsiteX213" fmla="*/ 152234 w 207891"/>
                <a:gd name="connsiteY213" fmla="*/ 452339 h 540847"/>
                <a:gd name="connsiteX214" fmla="*/ 152156 w 207891"/>
                <a:gd name="connsiteY214" fmla="*/ 449760 h 540847"/>
                <a:gd name="connsiteX215" fmla="*/ 152094 w 207891"/>
                <a:gd name="connsiteY215" fmla="*/ 446432 h 540847"/>
                <a:gd name="connsiteX216" fmla="*/ 152038 w 207891"/>
                <a:gd name="connsiteY216" fmla="*/ 444730 h 540847"/>
                <a:gd name="connsiteX217" fmla="*/ 152234 w 207891"/>
                <a:gd name="connsiteY217" fmla="*/ 440432 h 540847"/>
                <a:gd name="connsiteX218" fmla="*/ 154466 w 207891"/>
                <a:gd name="connsiteY218" fmla="*/ 439688 h 540847"/>
                <a:gd name="connsiteX219" fmla="*/ 154769 w 207891"/>
                <a:gd name="connsiteY219" fmla="*/ 434811 h 540847"/>
                <a:gd name="connsiteX220" fmla="*/ 154793 w 207891"/>
                <a:gd name="connsiteY220" fmla="*/ 433328 h 540847"/>
                <a:gd name="connsiteX221" fmla="*/ 154838 w 207891"/>
                <a:gd name="connsiteY221" fmla="*/ 428619 h 540847"/>
                <a:gd name="connsiteX222" fmla="*/ 154908 w 207891"/>
                <a:gd name="connsiteY222" fmla="*/ 422439 h 540847"/>
                <a:gd name="connsiteX223" fmla="*/ 154924 w 207891"/>
                <a:gd name="connsiteY223" fmla="*/ 419655 h 540847"/>
                <a:gd name="connsiteX224" fmla="*/ 156326 w 207891"/>
                <a:gd name="connsiteY224" fmla="*/ 416401 h 540847"/>
                <a:gd name="connsiteX225" fmla="*/ 157741 w 207891"/>
                <a:gd name="connsiteY225" fmla="*/ 410381 h 540847"/>
                <a:gd name="connsiteX226" fmla="*/ 157771 w 207891"/>
                <a:gd name="connsiteY226" fmla="*/ 407410 h 540847"/>
                <a:gd name="connsiteX227" fmla="*/ 157771 w 207891"/>
                <a:gd name="connsiteY227" fmla="*/ 404196 h 540847"/>
                <a:gd name="connsiteX228" fmla="*/ 157801 w 207891"/>
                <a:gd name="connsiteY228" fmla="*/ 400908 h 540847"/>
                <a:gd name="connsiteX229" fmla="*/ 157854 w 207891"/>
                <a:gd name="connsiteY229" fmla="*/ 392255 h 540847"/>
                <a:gd name="connsiteX230" fmla="*/ 157945 w 207891"/>
                <a:gd name="connsiteY230" fmla="*/ 378387 h 540847"/>
                <a:gd name="connsiteX231" fmla="*/ 157962 w 207891"/>
                <a:gd name="connsiteY231" fmla="*/ 373533 h 540847"/>
                <a:gd name="connsiteX232" fmla="*/ 157985 w 207891"/>
                <a:gd name="connsiteY232" fmla="*/ 370576 h 540847"/>
                <a:gd name="connsiteX233" fmla="*/ 157995 w 207891"/>
                <a:gd name="connsiteY233" fmla="*/ 367957 h 540847"/>
                <a:gd name="connsiteX234" fmla="*/ 158187 w 207891"/>
                <a:gd name="connsiteY234" fmla="*/ 366018 h 540847"/>
                <a:gd name="connsiteX235" fmla="*/ 159675 w 207891"/>
                <a:gd name="connsiteY235" fmla="*/ 365274 h 540847"/>
                <a:gd name="connsiteX236" fmla="*/ 159957 w 207891"/>
                <a:gd name="connsiteY236" fmla="*/ 361158 h 540847"/>
                <a:gd name="connsiteX237" fmla="*/ 160034 w 207891"/>
                <a:gd name="connsiteY237" fmla="*/ 358632 h 540847"/>
                <a:gd name="connsiteX238" fmla="*/ 160094 w 207891"/>
                <a:gd name="connsiteY238" fmla="*/ 355972 h 540847"/>
                <a:gd name="connsiteX239" fmla="*/ 160236 w 207891"/>
                <a:gd name="connsiteY239" fmla="*/ 350787 h 540847"/>
                <a:gd name="connsiteX240" fmla="*/ 160290 w 207891"/>
                <a:gd name="connsiteY240" fmla="*/ 348451 h 540847"/>
                <a:gd name="connsiteX241" fmla="*/ 161164 w 207891"/>
                <a:gd name="connsiteY241" fmla="*/ 345927 h 540847"/>
                <a:gd name="connsiteX242" fmla="*/ 167117 w 207891"/>
                <a:gd name="connsiteY242" fmla="*/ 345927 h 540847"/>
                <a:gd name="connsiteX243" fmla="*/ 167117 w 207891"/>
                <a:gd name="connsiteY243" fmla="*/ 348903 h 540847"/>
                <a:gd name="connsiteX244" fmla="*/ 170838 w 207891"/>
                <a:gd name="connsiteY244" fmla="*/ 350391 h 540847"/>
                <a:gd name="connsiteX245" fmla="*/ 170838 w 207891"/>
                <a:gd name="connsiteY245" fmla="*/ 352624 h 540847"/>
                <a:gd name="connsiteX246" fmla="*/ 172651 w 207891"/>
                <a:gd name="connsiteY246" fmla="*/ 352438 h 540847"/>
                <a:gd name="connsiteX247" fmla="*/ 174558 w 207891"/>
                <a:gd name="connsiteY247" fmla="*/ 352624 h 540847"/>
                <a:gd name="connsiteX248" fmla="*/ 174884 w 207891"/>
                <a:gd name="connsiteY248" fmla="*/ 354066 h 540847"/>
                <a:gd name="connsiteX249" fmla="*/ 175302 w 207891"/>
                <a:gd name="connsiteY249" fmla="*/ 355600 h 540847"/>
                <a:gd name="connsiteX250" fmla="*/ 179767 w 207891"/>
                <a:gd name="connsiteY250" fmla="*/ 356344 h 540847"/>
                <a:gd name="connsiteX251" fmla="*/ 179767 w 207891"/>
                <a:gd name="connsiteY251" fmla="*/ 359321 h 540847"/>
                <a:gd name="connsiteX252" fmla="*/ 182325 w 207891"/>
                <a:gd name="connsiteY252" fmla="*/ 359554 h 540847"/>
                <a:gd name="connsiteX253" fmla="*/ 184976 w 207891"/>
                <a:gd name="connsiteY253" fmla="*/ 360065 h 540847"/>
                <a:gd name="connsiteX254" fmla="*/ 185720 w 207891"/>
                <a:gd name="connsiteY254" fmla="*/ 362298 h 540847"/>
                <a:gd name="connsiteX255" fmla="*/ 187906 w 207891"/>
                <a:gd name="connsiteY255" fmla="*/ 362623 h 540847"/>
                <a:gd name="connsiteX256" fmla="*/ 190185 w 207891"/>
                <a:gd name="connsiteY256" fmla="*/ 363042 h 540847"/>
                <a:gd name="connsiteX257" fmla="*/ 191673 w 207891"/>
                <a:gd name="connsiteY257" fmla="*/ 366018 h 540847"/>
                <a:gd name="connsiteX258" fmla="*/ 196138 w 207891"/>
                <a:gd name="connsiteY258" fmla="*/ 366762 h 540847"/>
                <a:gd name="connsiteX259" fmla="*/ 196138 w 207891"/>
                <a:gd name="connsiteY259" fmla="*/ 368995 h 540847"/>
                <a:gd name="connsiteX260" fmla="*/ 197551 w 207891"/>
                <a:gd name="connsiteY260" fmla="*/ 369053 h 540847"/>
                <a:gd name="connsiteX261" fmla="*/ 199394 w 207891"/>
                <a:gd name="connsiteY261" fmla="*/ 369181 h 540847"/>
                <a:gd name="connsiteX262" fmla="*/ 201225 w 207891"/>
                <a:gd name="connsiteY262" fmla="*/ 369286 h 540847"/>
                <a:gd name="connsiteX263" fmla="*/ 202836 w 207891"/>
                <a:gd name="connsiteY263" fmla="*/ 369739 h 540847"/>
                <a:gd name="connsiteX264" fmla="*/ 204324 w 207891"/>
                <a:gd name="connsiteY264" fmla="*/ 372716 h 540847"/>
                <a:gd name="connsiteX265" fmla="*/ 207765 w 207891"/>
                <a:gd name="connsiteY265" fmla="*/ 373274 h 540847"/>
                <a:gd name="connsiteX266" fmla="*/ 209608 w 207891"/>
                <a:gd name="connsiteY266" fmla="*/ 373402 h 540847"/>
                <a:gd name="connsiteX267" fmla="*/ 211021 w 207891"/>
                <a:gd name="connsiteY267" fmla="*/ 373460 h 540847"/>
                <a:gd name="connsiteX268" fmla="*/ 211021 w 207891"/>
                <a:gd name="connsiteY268" fmla="*/ 376436 h 540847"/>
                <a:gd name="connsiteX269" fmla="*/ 217718 w 207891"/>
                <a:gd name="connsiteY269" fmla="*/ 376436 h 540847"/>
                <a:gd name="connsiteX270" fmla="*/ 217795 w 207891"/>
                <a:gd name="connsiteY270" fmla="*/ 394444 h 540847"/>
                <a:gd name="connsiteX271" fmla="*/ 217831 w 207891"/>
                <a:gd name="connsiteY271" fmla="*/ 402805 h 540847"/>
                <a:gd name="connsiteX272" fmla="*/ 217860 w 207891"/>
                <a:gd name="connsiteY272" fmla="*/ 410868 h 540847"/>
                <a:gd name="connsiteX273" fmla="*/ 217876 w 207891"/>
                <a:gd name="connsiteY273" fmla="*/ 413950 h 540847"/>
                <a:gd name="connsiteX274" fmla="*/ 217887 w 207891"/>
                <a:gd name="connsiteY274" fmla="*/ 418253 h 540847"/>
                <a:gd name="connsiteX275" fmla="*/ 217897 w 207891"/>
                <a:gd name="connsiteY275" fmla="*/ 420732 h 540847"/>
                <a:gd name="connsiteX276" fmla="*/ 217718 w 207891"/>
                <a:gd name="connsiteY276" fmla="*/ 422573 h 540847"/>
                <a:gd name="connsiteX277" fmla="*/ 216230 w 207891"/>
                <a:gd name="connsiteY277" fmla="*/ 423317 h 540847"/>
                <a:gd name="connsiteX278" fmla="*/ 216000 w 207891"/>
                <a:gd name="connsiteY278" fmla="*/ 428573 h 540847"/>
                <a:gd name="connsiteX279" fmla="*/ 215944 w 207891"/>
                <a:gd name="connsiteY279" fmla="*/ 431811 h 540847"/>
                <a:gd name="connsiteX280" fmla="*/ 215891 w 207891"/>
                <a:gd name="connsiteY280" fmla="*/ 436941 h 540847"/>
                <a:gd name="connsiteX281" fmla="*/ 215814 w 207891"/>
                <a:gd name="connsiteY281" fmla="*/ 441874 h 540847"/>
                <a:gd name="connsiteX282" fmla="*/ 215814 w 207891"/>
                <a:gd name="connsiteY282" fmla="*/ 443434 h 540847"/>
                <a:gd name="connsiteX283" fmla="*/ 215486 w 207891"/>
                <a:gd name="connsiteY283" fmla="*/ 447130 h 540847"/>
                <a:gd name="connsiteX284" fmla="*/ 213254 w 207891"/>
                <a:gd name="connsiteY284" fmla="*/ 447874 h 540847"/>
                <a:gd name="connsiteX285" fmla="*/ 212925 w 207891"/>
                <a:gd name="connsiteY285" fmla="*/ 451501 h 540847"/>
                <a:gd name="connsiteX286" fmla="*/ 212865 w 207891"/>
                <a:gd name="connsiteY286" fmla="*/ 453722 h 540847"/>
                <a:gd name="connsiteX287" fmla="*/ 212835 w 207891"/>
                <a:gd name="connsiteY287" fmla="*/ 456059 h 540847"/>
                <a:gd name="connsiteX288" fmla="*/ 212739 w 207891"/>
                <a:gd name="connsiteY288" fmla="*/ 460617 h 540847"/>
                <a:gd name="connsiteX289" fmla="*/ 212711 w 207891"/>
                <a:gd name="connsiteY289" fmla="*/ 462669 h 540847"/>
                <a:gd name="connsiteX290" fmla="*/ 212509 w 207891"/>
                <a:gd name="connsiteY290" fmla="*/ 464245 h 540847"/>
                <a:gd name="connsiteX291" fmla="*/ 211021 w 207891"/>
                <a:gd name="connsiteY291" fmla="*/ 464989 h 540847"/>
                <a:gd name="connsiteX292" fmla="*/ 209815 w 207891"/>
                <a:gd name="connsiteY292" fmla="*/ 475555 h 540847"/>
                <a:gd name="connsiteX293" fmla="*/ 209533 w 207891"/>
                <a:gd name="connsiteY293" fmla="*/ 477639 h 540847"/>
                <a:gd name="connsiteX294" fmla="*/ 208045 w 207891"/>
                <a:gd name="connsiteY294" fmla="*/ 478384 h 540847"/>
                <a:gd name="connsiteX295" fmla="*/ 207629 w 207891"/>
                <a:gd name="connsiteY295" fmla="*/ 485895 h 540847"/>
                <a:gd name="connsiteX296" fmla="*/ 207300 w 207891"/>
                <a:gd name="connsiteY296" fmla="*/ 488057 h 540847"/>
                <a:gd name="connsiteX297" fmla="*/ 205068 w 207891"/>
                <a:gd name="connsiteY297" fmla="*/ 488801 h 540847"/>
                <a:gd name="connsiteX298" fmla="*/ 204696 w 207891"/>
                <a:gd name="connsiteY298" fmla="*/ 492104 h 540847"/>
                <a:gd name="connsiteX299" fmla="*/ 204324 w 207891"/>
                <a:gd name="connsiteY299" fmla="*/ 495499 h 540847"/>
                <a:gd name="connsiteX300" fmla="*/ 202091 w 207891"/>
                <a:gd name="connsiteY300" fmla="*/ 496987 h 540847"/>
                <a:gd name="connsiteX301" fmla="*/ 201580 w 207891"/>
                <a:gd name="connsiteY301" fmla="*/ 500057 h 540847"/>
                <a:gd name="connsiteX302" fmla="*/ 201347 w 207891"/>
                <a:gd name="connsiteY302" fmla="*/ 502940 h 540847"/>
                <a:gd name="connsiteX303" fmla="*/ 199115 w 207891"/>
                <a:gd name="connsiteY303" fmla="*/ 502940 h 540847"/>
                <a:gd name="connsiteX304" fmla="*/ 199254 w 207891"/>
                <a:gd name="connsiteY304" fmla="*/ 505452 h 540847"/>
                <a:gd name="connsiteX305" fmla="*/ 199115 w 207891"/>
                <a:gd name="connsiteY305" fmla="*/ 508149 h 540847"/>
                <a:gd name="connsiteX306" fmla="*/ 196882 w 207891"/>
                <a:gd name="connsiteY306" fmla="*/ 509637 h 540847"/>
                <a:gd name="connsiteX307" fmla="*/ 196510 w 207891"/>
                <a:gd name="connsiteY307" fmla="*/ 511544 h 540847"/>
                <a:gd name="connsiteX308" fmla="*/ 196138 w 207891"/>
                <a:gd name="connsiteY308" fmla="*/ 513358 h 540847"/>
                <a:gd name="connsiteX309" fmla="*/ 193906 w 207891"/>
                <a:gd name="connsiteY309" fmla="*/ 514102 h 540847"/>
                <a:gd name="connsiteX310" fmla="*/ 193627 w 207891"/>
                <a:gd name="connsiteY310" fmla="*/ 515777 h 540847"/>
                <a:gd name="connsiteX311" fmla="*/ 189441 w 207891"/>
                <a:gd name="connsiteY311" fmla="*/ 521544 h 540847"/>
                <a:gd name="connsiteX312" fmla="*/ 187953 w 207891"/>
                <a:gd name="connsiteY312" fmla="*/ 523776 h 540847"/>
                <a:gd name="connsiteX313" fmla="*/ 184976 w 207891"/>
                <a:gd name="connsiteY313" fmla="*/ 523776 h 540847"/>
                <a:gd name="connsiteX314" fmla="*/ 184976 w 207891"/>
                <a:gd name="connsiteY314" fmla="*/ 526753 h 540847"/>
                <a:gd name="connsiteX315" fmla="*/ 182000 w 207891"/>
                <a:gd name="connsiteY315" fmla="*/ 526753 h 540847"/>
                <a:gd name="connsiteX316" fmla="*/ 181674 w 207891"/>
                <a:gd name="connsiteY316" fmla="*/ 528566 h 540847"/>
                <a:gd name="connsiteX317" fmla="*/ 181255 w 207891"/>
                <a:gd name="connsiteY317" fmla="*/ 530473 h 540847"/>
                <a:gd name="connsiteX318" fmla="*/ 177535 w 207891"/>
                <a:gd name="connsiteY318" fmla="*/ 531218 h 540847"/>
                <a:gd name="connsiteX319" fmla="*/ 176791 w 207891"/>
                <a:gd name="connsiteY319" fmla="*/ 533450 h 540847"/>
                <a:gd name="connsiteX320" fmla="*/ 173396 w 207891"/>
                <a:gd name="connsiteY320" fmla="*/ 533962 h 540847"/>
                <a:gd name="connsiteX321" fmla="*/ 171532 w 207891"/>
                <a:gd name="connsiteY321" fmla="*/ 534110 h 540847"/>
                <a:gd name="connsiteX322" fmla="*/ 170093 w 207891"/>
                <a:gd name="connsiteY322" fmla="*/ 534194 h 540847"/>
                <a:gd name="connsiteX323" fmla="*/ 170093 w 207891"/>
                <a:gd name="connsiteY323" fmla="*/ 537171 h 540847"/>
                <a:gd name="connsiteX324" fmla="*/ 167352 w 207891"/>
                <a:gd name="connsiteY324" fmla="*/ 537229 h 540847"/>
                <a:gd name="connsiteX325" fmla="*/ 163815 w 207891"/>
                <a:gd name="connsiteY325" fmla="*/ 537357 h 540847"/>
                <a:gd name="connsiteX326" fmla="*/ 162005 w 207891"/>
                <a:gd name="connsiteY326" fmla="*/ 537389 h 540847"/>
                <a:gd name="connsiteX327" fmla="*/ 157443 w 207891"/>
                <a:gd name="connsiteY327" fmla="*/ 537915 h 540847"/>
                <a:gd name="connsiteX328" fmla="*/ 157112 w 207891"/>
                <a:gd name="connsiteY328" fmla="*/ 539408 h 540847"/>
                <a:gd name="connsiteX329" fmla="*/ 156699 w 207891"/>
                <a:gd name="connsiteY329" fmla="*/ 540891 h 540847"/>
                <a:gd name="connsiteX330" fmla="*/ 153196 w 207891"/>
                <a:gd name="connsiteY330" fmla="*/ 541269 h 540847"/>
                <a:gd name="connsiteX331" fmla="*/ 150900 w 207891"/>
                <a:gd name="connsiteY331" fmla="*/ 541295 h 540847"/>
                <a:gd name="connsiteX332" fmla="*/ 148361 w 207891"/>
                <a:gd name="connsiteY332" fmla="*/ 541276 h 540847"/>
                <a:gd name="connsiteX333" fmla="*/ 145703 w 207891"/>
                <a:gd name="connsiteY333" fmla="*/ 541292 h 540847"/>
                <a:gd name="connsiteX334" fmla="*/ 138466 w 207891"/>
                <a:gd name="connsiteY334" fmla="*/ 541291 h 540847"/>
                <a:gd name="connsiteX335" fmla="*/ 130908 w 207891"/>
                <a:gd name="connsiteY335" fmla="*/ 541295 h 540847"/>
                <a:gd name="connsiteX336" fmla="*/ 118214 w 207891"/>
                <a:gd name="connsiteY336" fmla="*/ 541279 h 540847"/>
                <a:gd name="connsiteX337" fmla="*/ 103518 w 207891"/>
                <a:gd name="connsiteY337" fmla="*/ 541285 h 540847"/>
                <a:gd name="connsiteX338" fmla="*/ 90922 w 207891"/>
                <a:gd name="connsiteY338" fmla="*/ 541292 h 540847"/>
                <a:gd name="connsiteX339" fmla="*/ 83389 w 207891"/>
                <a:gd name="connsiteY339" fmla="*/ 541297 h 540847"/>
                <a:gd name="connsiteX340" fmla="*/ 74996 w 207891"/>
                <a:gd name="connsiteY340" fmla="*/ 541276 h 540847"/>
                <a:gd name="connsiteX341" fmla="*/ 72456 w 207891"/>
                <a:gd name="connsiteY341" fmla="*/ 541295 h 540847"/>
                <a:gd name="connsiteX342" fmla="*/ 70161 w 207891"/>
                <a:gd name="connsiteY342" fmla="*/ 541269 h 540847"/>
                <a:gd name="connsiteX343" fmla="*/ 68154 w 207891"/>
                <a:gd name="connsiteY343" fmla="*/ 541266 h 540847"/>
                <a:gd name="connsiteX344" fmla="*/ 66658 w 207891"/>
                <a:gd name="connsiteY344" fmla="*/ 540891 h 540847"/>
                <a:gd name="connsiteX345" fmla="*/ 65914 w 207891"/>
                <a:gd name="connsiteY345" fmla="*/ 537915 h 540847"/>
                <a:gd name="connsiteX346" fmla="*/ 62612 w 207891"/>
                <a:gd name="connsiteY346" fmla="*/ 537540 h 540847"/>
                <a:gd name="connsiteX347" fmla="*/ 60594 w 207891"/>
                <a:gd name="connsiteY347" fmla="*/ 537498 h 540847"/>
                <a:gd name="connsiteX348" fmla="*/ 58472 w 207891"/>
                <a:gd name="connsiteY348" fmla="*/ 537496 h 540847"/>
                <a:gd name="connsiteX349" fmla="*/ 54333 w 207891"/>
                <a:gd name="connsiteY349" fmla="*/ 537447 h 540847"/>
                <a:gd name="connsiteX350" fmla="*/ 52470 w 207891"/>
                <a:gd name="connsiteY350" fmla="*/ 537445 h 540847"/>
                <a:gd name="connsiteX351" fmla="*/ 51031 w 207891"/>
                <a:gd name="connsiteY351" fmla="*/ 537171 h 540847"/>
                <a:gd name="connsiteX352" fmla="*/ 50287 w 207891"/>
                <a:gd name="connsiteY352" fmla="*/ 534938 h 540847"/>
                <a:gd name="connsiteX353" fmla="*/ 46566 w 207891"/>
                <a:gd name="connsiteY353" fmla="*/ 534194 h 540847"/>
                <a:gd name="connsiteX354" fmla="*/ 42845 w 207891"/>
                <a:gd name="connsiteY354" fmla="*/ 533450 h 540847"/>
                <a:gd name="connsiteX355" fmla="*/ 42101 w 207891"/>
                <a:gd name="connsiteY355" fmla="*/ 531218 h 540847"/>
                <a:gd name="connsiteX356" fmla="*/ 39869 w 207891"/>
                <a:gd name="connsiteY356" fmla="*/ 530892 h 540847"/>
                <a:gd name="connsiteX357" fmla="*/ 37636 w 207891"/>
                <a:gd name="connsiteY357" fmla="*/ 530473 h 540847"/>
                <a:gd name="connsiteX358" fmla="*/ 36892 w 207891"/>
                <a:gd name="connsiteY358" fmla="*/ 527497 h 540847"/>
                <a:gd name="connsiteX359" fmla="*/ 34985 w 207891"/>
                <a:gd name="connsiteY359" fmla="*/ 527125 h 540847"/>
                <a:gd name="connsiteX360" fmla="*/ 33171 w 207891"/>
                <a:gd name="connsiteY360" fmla="*/ 526753 h 540847"/>
                <a:gd name="connsiteX361" fmla="*/ 33171 w 207891"/>
                <a:gd name="connsiteY361" fmla="*/ 523776 h 540847"/>
                <a:gd name="connsiteX362" fmla="*/ 30195 w 207891"/>
                <a:gd name="connsiteY362" fmla="*/ 523032 h 540847"/>
                <a:gd name="connsiteX363" fmla="*/ 28707 w 207891"/>
                <a:gd name="connsiteY363" fmla="*/ 520055 h 540847"/>
                <a:gd name="connsiteX364" fmla="*/ 27218 w 207891"/>
                <a:gd name="connsiteY364" fmla="*/ 519311 h 540847"/>
                <a:gd name="connsiteX365" fmla="*/ 25730 w 207891"/>
                <a:gd name="connsiteY365" fmla="*/ 516335 h 540847"/>
                <a:gd name="connsiteX366" fmla="*/ 24242 w 207891"/>
                <a:gd name="connsiteY366" fmla="*/ 515591 h 540847"/>
                <a:gd name="connsiteX367" fmla="*/ 23498 w 207891"/>
                <a:gd name="connsiteY367" fmla="*/ 510382 h 540847"/>
                <a:gd name="connsiteX368" fmla="*/ 21265 w 207891"/>
                <a:gd name="connsiteY368" fmla="*/ 510382 h 540847"/>
                <a:gd name="connsiteX369" fmla="*/ 20902 w 207891"/>
                <a:gd name="connsiteY369" fmla="*/ 505876 h 540847"/>
                <a:gd name="connsiteX370" fmla="*/ 18289 w 207891"/>
                <a:gd name="connsiteY370" fmla="*/ 502940 h 540847"/>
                <a:gd name="connsiteX371" fmla="*/ 17870 w 207891"/>
                <a:gd name="connsiteY371" fmla="*/ 499545 h 540847"/>
                <a:gd name="connsiteX372" fmla="*/ 17545 w 207891"/>
                <a:gd name="connsiteY372" fmla="*/ 496243 h 540847"/>
                <a:gd name="connsiteX373" fmla="*/ 16056 w 207891"/>
                <a:gd name="connsiteY373" fmla="*/ 495499 h 540847"/>
                <a:gd name="connsiteX374" fmla="*/ 15641 w 207891"/>
                <a:gd name="connsiteY374" fmla="*/ 487552 h 540847"/>
                <a:gd name="connsiteX375" fmla="*/ 14199 w 207891"/>
                <a:gd name="connsiteY375" fmla="*/ 484170 h 540847"/>
                <a:gd name="connsiteX376" fmla="*/ 12699 w 207891"/>
                <a:gd name="connsiteY376" fmla="*/ 477096 h 540847"/>
                <a:gd name="connsiteX377" fmla="*/ 12658 w 207891"/>
                <a:gd name="connsiteY377" fmla="*/ 475404 h 540847"/>
                <a:gd name="connsiteX378" fmla="*/ 12568 w 207891"/>
                <a:gd name="connsiteY378" fmla="*/ 470058 h 540847"/>
                <a:gd name="connsiteX379" fmla="*/ 12491 w 207891"/>
                <a:gd name="connsiteY379" fmla="*/ 466432 h 540847"/>
                <a:gd name="connsiteX380" fmla="*/ 12336 w 207891"/>
                <a:gd name="connsiteY380" fmla="*/ 457548 h 540847"/>
                <a:gd name="connsiteX381" fmla="*/ 10103 w 207891"/>
                <a:gd name="connsiteY381" fmla="*/ 457548 h 540847"/>
                <a:gd name="connsiteX382" fmla="*/ 10072 w 207891"/>
                <a:gd name="connsiteY382" fmla="*/ 327814 h 540847"/>
                <a:gd name="connsiteX383" fmla="*/ 10071 w 207891"/>
                <a:gd name="connsiteY383" fmla="*/ 325876 h 540847"/>
                <a:gd name="connsiteX384" fmla="*/ 10065 w 207891"/>
                <a:gd name="connsiteY384" fmla="*/ 284179 h 540847"/>
                <a:gd name="connsiteX385" fmla="*/ 10062 w 207891"/>
                <a:gd name="connsiteY385" fmla="*/ 263732 h 540847"/>
                <a:gd name="connsiteX386" fmla="*/ 10062 w 207891"/>
                <a:gd name="connsiteY386" fmla="*/ 261677 h 540847"/>
                <a:gd name="connsiteX387" fmla="*/ 10046 w 207891"/>
                <a:gd name="connsiteY387" fmla="*/ 195675 h 540847"/>
                <a:gd name="connsiteX388" fmla="*/ 10033 w 207891"/>
                <a:gd name="connsiteY388" fmla="*/ 127873 h 540847"/>
                <a:gd name="connsiteX389" fmla="*/ 10033 w 207891"/>
                <a:gd name="connsiteY389" fmla="*/ 118306 h 540847"/>
                <a:gd name="connsiteX390" fmla="*/ 10032 w 207891"/>
                <a:gd name="connsiteY390" fmla="*/ 116403 h 540847"/>
                <a:gd name="connsiteX391" fmla="*/ 10024 w 207891"/>
                <a:gd name="connsiteY391" fmla="*/ 86040 h 540847"/>
                <a:gd name="connsiteX392" fmla="*/ 10019 w 207891"/>
                <a:gd name="connsiteY392" fmla="*/ 55546 h 540847"/>
                <a:gd name="connsiteX393" fmla="*/ 10013 w 207891"/>
                <a:gd name="connsiteY393" fmla="*/ 37409 h 540847"/>
                <a:gd name="connsiteX394" fmla="*/ 10013 w 207891"/>
                <a:gd name="connsiteY394" fmla="*/ 23895 h 540847"/>
                <a:gd name="connsiteX395" fmla="*/ 10010 w 207891"/>
                <a:gd name="connsiteY395" fmla="*/ 18406 h 540847"/>
                <a:gd name="connsiteX396" fmla="*/ 10012 w 207891"/>
                <a:gd name="connsiteY396" fmla="*/ 10986 h 540847"/>
                <a:gd name="connsiteX397" fmla="*/ 10006 w 207891"/>
                <a:gd name="connsiteY397" fmla="*/ 8797 h 540847"/>
                <a:gd name="connsiteX398" fmla="*/ 10011 w 207891"/>
                <a:gd name="connsiteY398" fmla="*/ 6810 h 540847"/>
                <a:gd name="connsiteX399" fmla="*/ 10010 w 207891"/>
                <a:gd name="connsiteY399" fmla="*/ 5094 h 540847"/>
                <a:gd name="connsiteX400" fmla="*/ 10847 w 207891"/>
                <a:gd name="connsiteY400" fmla="*/ 1389 h 540847"/>
                <a:gd name="connsiteX401" fmla="*/ 18026 w 207891"/>
                <a:gd name="connsiteY401" fmla="*/ 537 h 54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Lst>
              <a:rect l="l" t="t" r="r" b="b"/>
              <a:pathLst>
                <a:path w="207891" h="540847">
                  <a:moveTo>
                    <a:pt x="18026" y="537"/>
                  </a:moveTo>
                  <a:cubicBezTo>
                    <a:pt x="18906" y="533"/>
                    <a:pt x="18906" y="533"/>
                    <a:pt x="19804" y="530"/>
                  </a:cubicBezTo>
                  <a:cubicBezTo>
                    <a:pt x="21750" y="523"/>
                    <a:pt x="23695" y="521"/>
                    <a:pt x="25640" y="520"/>
                  </a:cubicBezTo>
                  <a:cubicBezTo>
                    <a:pt x="26987" y="518"/>
                    <a:pt x="28335" y="515"/>
                    <a:pt x="29682" y="513"/>
                  </a:cubicBezTo>
                  <a:cubicBezTo>
                    <a:pt x="32508" y="508"/>
                    <a:pt x="35334" y="507"/>
                    <a:pt x="38159" y="507"/>
                  </a:cubicBezTo>
                  <a:cubicBezTo>
                    <a:pt x="41790" y="507"/>
                    <a:pt x="45420" y="497"/>
                    <a:pt x="49050" y="485"/>
                  </a:cubicBezTo>
                  <a:cubicBezTo>
                    <a:pt x="51833" y="476"/>
                    <a:pt x="54615" y="475"/>
                    <a:pt x="57398" y="475"/>
                  </a:cubicBezTo>
                  <a:cubicBezTo>
                    <a:pt x="58737" y="474"/>
                    <a:pt x="60076" y="471"/>
                    <a:pt x="61415" y="465"/>
                  </a:cubicBezTo>
                  <a:cubicBezTo>
                    <a:pt x="63282" y="458"/>
                    <a:pt x="65150" y="460"/>
                    <a:pt x="67017" y="465"/>
                  </a:cubicBezTo>
                  <a:cubicBezTo>
                    <a:pt x="67855" y="458"/>
                    <a:pt x="67855" y="458"/>
                    <a:pt x="68710" y="452"/>
                  </a:cubicBezTo>
                  <a:cubicBezTo>
                    <a:pt x="70012" y="460"/>
                    <a:pt x="71313" y="544"/>
                    <a:pt x="72611" y="645"/>
                  </a:cubicBezTo>
                  <a:cubicBezTo>
                    <a:pt x="73899" y="3221"/>
                    <a:pt x="73454" y="6202"/>
                    <a:pt x="73445" y="9036"/>
                  </a:cubicBezTo>
                  <a:cubicBezTo>
                    <a:pt x="73445" y="9761"/>
                    <a:pt x="73446" y="10485"/>
                    <a:pt x="73447" y="11232"/>
                  </a:cubicBezTo>
                  <a:cubicBezTo>
                    <a:pt x="73448" y="13674"/>
                    <a:pt x="73444" y="16117"/>
                    <a:pt x="73440" y="18560"/>
                  </a:cubicBezTo>
                  <a:cubicBezTo>
                    <a:pt x="73439" y="20305"/>
                    <a:pt x="73439" y="22050"/>
                    <a:pt x="73440" y="23795"/>
                  </a:cubicBezTo>
                  <a:cubicBezTo>
                    <a:pt x="73440" y="28546"/>
                    <a:pt x="73436" y="33297"/>
                    <a:pt x="73431" y="38047"/>
                  </a:cubicBezTo>
                  <a:cubicBezTo>
                    <a:pt x="73426" y="42505"/>
                    <a:pt x="73426" y="46963"/>
                    <a:pt x="73425" y="51420"/>
                  </a:cubicBezTo>
                  <a:cubicBezTo>
                    <a:pt x="73423" y="60251"/>
                    <a:pt x="73418" y="69082"/>
                    <a:pt x="73411" y="77913"/>
                  </a:cubicBezTo>
                  <a:cubicBezTo>
                    <a:pt x="73404" y="86493"/>
                    <a:pt x="73399" y="95073"/>
                    <a:pt x="73396" y="103653"/>
                  </a:cubicBezTo>
                  <a:cubicBezTo>
                    <a:pt x="73396" y="104182"/>
                    <a:pt x="73396" y="104710"/>
                    <a:pt x="73395" y="105255"/>
                  </a:cubicBezTo>
                  <a:cubicBezTo>
                    <a:pt x="73394" y="107907"/>
                    <a:pt x="73393" y="110559"/>
                    <a:pt x="73393" y="113211"/>
                  </a:cubicBezTo>
                  <a:cubicBezTo>
                    <a:pt x="73385" y="135220"/>
                    <a:pt x="73372" y="157230"/>
                    <a:pt x="73355" y="179239"/>
                  </a:cubicBezTo>
                  <a:cubicBezTo>
                    <a:pt x="75772" y="177957"/>
                    <a:pt x="75772" y="177957"/>
                    <a:pt x="76332" y="175518"/>
                  </a:cubicBezTo>
                  <a:cubicBezTo>
                    <a:pt x="77317" y="175010"/>
                    <a:pt x="78310" y="174514"/>
                    <a:pt x="79308" y="174030"/>
                  </a:cubicBezTo>
                  <a:cubicBezTo>
                    <a:pt x="79799" y="173293"/>
                    <a:pt x="80290" y="172557"/>
                    <a:pt x="80796" y="171798"/>
                  </a:cubicBezTo>
                  <a:cubicBezTo>
                    <a:pt x="81303" y="171675"/>
                    <a:pt x="81809" y="171552"/>
                    <a:pt x="82331" y="171426"/>
                  </a:cubicBezTo>
                  <a:cubicBezTo>
                    <a:pt x="82807" y="171303"/>
                    <a:pt x="83283" y="171180"/>
                    <a:pt x="83773" y="171053"/>
                  </a:cubicBezTo>
                  <a:cubicBezTo>
                    <a:pt x="84019" y="170317"/>
                    <a:pt x="84264" y="169580"/>
                    <a:pt x="84517" y="168821"/>
                  </a:cubicBezTo>
                  <a:cubicBezTo>
                    <a:pt x="85509" y="168325"/>
                    <a:pt x="86502" y="167829"/>
                    <a:pt x="87494" y="167333"/>
                  </a:cubicBezTo>
                  <a:cubicBezTo>
                    <a:pt x="87739" y="166596"/>
                    <a:pt x="87985" y="165859"/>
                    <a:pt x="88238" y="165100"/>
                  </a:cubicBezTo>
                  <a:cubicBezTo>
                    <a:pt x="89478" y="164852"/>
                    <a:pt x="90718" y="164604"/>
                    <a:pt x="91959" y="164356"/>
                  </a:cubicBezTo>
                  <a:cubicBezTo>
                    <a:pt x="92204" y="163620"/>
                    <a:pt x="92450" y="162883"/>
                    <a:pt x="92703" y="162124"/>
                  </a:cubicBezTo>
                  <a:cubicBezTo>
                    <a:pt x="93439" y="161963"/>
                    <a:pt x="93439" y="161963"/>
                    <a:pt x="94191" y="161798"/>
                  </a:cubicBezTo>
                  <a:cubicBezTo>
                    <a:pt x="94682" y="161660"/>
                    <a:pt x="95173" y="161522"/>
                    <a:pt x="95679" y="161380"/>
                  </a:cubicBezTo>
                  <a:cubicBezTo>
                    <a:pt x="95802" y="160889"/>
                    <a:pt x="95925" y="160397"/>
                    <a:pt x="96051" y="159891"/>
                  </a:cubicBezTo>
                  <a:cubicBezTo>
                    <a:pt x="96174" y="159400"/>
                    <a:pt x="96297" y="158909"/>
                    <a:pt x="96423" y="158403"/>
                  </a:cubicBezTo>
                  <a:cubicBezTo>
                    <a:pt x="97416" y="158155"/>
                    <a:pt x="98408" y="157907"/>
                    <a:pt x="99400" y="157659"/>
                  </a:cubicBezTo>
                  <a:cubicBezTo>
                    <a:pt x="99523" y="157152"/>
                    <a:pt x="99646" y="156646"/>
                    <a:pt x="99772" y="156124"/>
                  </a:cubicBezTo>
                  <a:cubicBezTo>
                    <a:pt x="99895" y="155648"/>
                    <a:pt x="100018" y="155173"/>
                    <a:pt x="100144" y="154682"/>
                  </a:cubicBezTo>
                  <a:cubicBezTo>
                    <a:pt x="101126" y="154682"/>
                    <a:pt x="102109" y="154682"/>
                    <a:pt x="103121" y="154682"/>
                  </a:cubicBezTo>
                  <a:cubicBezTo>
                    <a:pt x="103560" y="153234"/>
                    <a:pt x="103560" y="153234"/>
                    <a:pt x="103865" y="151706"/>
                  </a:cubicBezTo>
                  <a:cubicBezTo>
                    <a:pt x="104602" y="151460"/>
                    <a:pt x="105338" y="151215"/>
                    <a:pt x="106097" y="150962"/>
                  </a:cubicBezTo>
                  <a:cubicBezTo>
                    <a:pt x="106312" y="150471"/>
                    <a:pt x="106527" y="149979"/>
                    <a:pt x="106748" y="149473"/>
                  </a:cubicBezTo>
                  <a:cubicBezTo>
                    <a:pt x="107163" y="148737"/>
                    <a:pt x="107163" y="148737"/>
                    <a:pt x="107586" y="147985"/>
                  </a:cubicBezTo>
                  <a:cubicBezTo>
                    <a:pt x="108215" y="147862"/>
                    <a:pt x="108844" y="147740"/>
                    <a:pt x="109492" y="147613"/>
                  </a:cubicBezTo>
                  <a:cubicBezTo>
                    <a:pt x="110091" y="147490"/>
                    <a:pt x="110690" y="147367"/>
                    <a:pt x="111306" y="147241"/>
                  </a:cubicBezTo>
                  <a:cubicBezTo>
                    <a:pt x="111799" y="145767"/>
                    <a:pt x="111799" y="145767"/>
                    <a:pt x="112050" y="144264"/>
                  </a:cubicBezTo>
                  <a:cubicBezTo>
                    <a:pt x="112787" y="144019"/>
                    <a:pt x="113524" y="143773"/>
                    <a:pt x="114283" y="143520"/>
                  </a:cubicBezTo>
                  <a:cubicBezTo>
                    <a:pt x="114528" y="142784"/>
                    <a:pt x="114774" y="142047"/>
                    <a:pt x="115027" y="141288"/>
                  </a:cubicBezTo>
                  <a:cubicBezTo>
                    <a:pt x="115764" y="141042"/>
                    <a:pt x="116500" y="140797"/>
                    <a:pt x="117259" y="140544"/>
                  </a:cubicBezTo>
                  <a:cubicBezTo>
                    <a:pt x="117490" y="140068"/>
                    <a:pt x="117720" y="139592"/>
                    <a:pt x="117957" y="139102"/>
                  </a:cubicBezTo>
                  <a:cubicBezTo>
                    <a:pt x="118931" y="137211"/>
                    <a:pt x="119830" y="136934"/>
                    <a:pt x="121724" y="136079"/>
                  </a:cubicBezTo>
                  <a:cubicBezTo>
                    <a:pt x="121970" y="135588"/>
                    <a:pt x="122215" y="135097"/>
                    <a:pt x="122468" y="134591"/>
                  </a:cubicBezTo>
                  <a:cubicBezTo>
                    <a:pt x="123205" y="134345"/>
                    <a:pt x="123942" y="134099"/>
                    <a:pt x="124701" y="133846"/>
                  </a:cubicBezTo>
                  <a:cubicBezTo>
                    <a:pt x="125450" y="132858"/>
                    <a:pt x="126194" y="131866"/>
                    <a:pt x="126933" y="130870"/>
                  </a:cubicBezTo>
                  <a:cubicBezTo>
                    <a:pt x="127424" y="130870"/>
                    <a:pt x="127915" y="130870"/>
                    <a:pt x="128421" y="130870"/>
                  </a:cubicBezTo>
                  <a:cubicBezTo>
                    <a:pt x="128498" y="130455"/>
                    <a:pt x="128575" y="130041"/>
                    <a:pt x="128654" y="129614"/>
                  </a:cubicBezTo>
                  <a:cubicBezTo>
                    <a:pt x="129405" y="127088"/>
                    <a:pt x="130938" y="125895"/>
                    <a:pt x="132886" y="124173"/>
                  </a:cubicBezTo>
                  <a:cubicBezTo>
                    <a:pt x="133872" y="123665"/>
                    <a:pt x="134864" y="123168"/>
                    <a:pt x="135863" y="122684"/>
                  </a:cubicBezTo>
                  <a:cubicBezTo>
                    <a:pt x="137843" y="120931"/>
                    <a:pt x="138738" y="120011"/>
                    <a:pt x="139584" y="117475"/>
                  </a:cubicBezTo>
                  <a:cubicBezTo>
                    <a:pt x="140906" y="116196"/>
                    <a:pt x="140906" y="116196"/>
                    <a:pt x="142514" y="114871"/>
                  </a:cubicBezTo>
                  <a:cubicBezTo>
                    <a:pt x="144428" y="113287"/>
                    <a:pt x="145628" y="112130"/>
                    <a:pt x="147025" y="110034"/>
                  </a:cubicBezTo>
                  <a:cubicBezTo>
                    <a:pt x="147762" y="109788"/>
                    <a:pt x="148498" y="109543"/>
                    <a:pt x="149257" y="109290"/>
                  </a:cubicBezTo>
                  <a:cubicBezTo>
                    <a:pt x="149503" y="108553"/>
                    <a:pt x="149749" y="107816"/>
                    <a:pt x="150002" y="107057"/>
                  </a:cubicBezTo>
                  <a:cubicBezTo>
                    <a:pt x="150738" y="106812"/>
                    <a:pt x="151475" y="106566"/>
                    <a:pt x="152234" y="106313"/>
                  </a:cubicBezTo>
                  <a:cubicBezTo>
                    <a:pt x="152480" y="105577"/>
                    <a:pt x="152725" y="104840"/>
                    <a:pt x="152978" y="104081"/>
                  </a:cubicBezTo>
                  <a:cubicBezTo>
                    <a:pt x="153715" y="103920"/>
                    <a:pt x="153715" y="103920"/>
                    <a:pt x="154466" y="103755"/>
                  </a:cubicBezTo>
                  <a:cubicBezTo>
                    <a:pt x="154958" y="103617"/>
                    <a:pt x="155449" y="103479"/>
                    <a:pt x="155955" y="103337"/>
                  </a:cubicBezTo>
                  <a:cubicBezTo>
                    <a:pt x="156116" y="102692"/>
                    <a:pt x="156116" y="102692"/>
                    <a:pt x="156280" y="102034"/>
                  </a:cubicBezTo>
                  <a:cubicBezTo>
                    <a:pt x="156905" y="99535"/>
                    <a:pt x="158579" y="98394"/>
                    <a:pt x="160420" y="96639"/>
                  </a:cubicBezTo>
                  <a:cubicBezTo>
                    <a:pt x="160957" y="95964"/>
                    <a:pt x="161494" y="95289"/>
                    <a:pt x="162047" y="94593"/>
                  </a:cubicBezTo>
                  <a:cubicBezTo>
                    <a:pt x="163457" y="92843"/>
                    <a:pt x="164094" y="92305"/>
                    <a:pt x="166280" y="91945"/>
                  </a:cubicBezTo>
                  <a:cubicBezTo>
                    <a:pt x="167899" y="91847"/>
                    <a:pt x="169255" y="91804"/>
                    <a:pt x="170838" y="92175"/>
                  </a:cubicBezTo>
                  <a:cubicBezTo>
                    <a:pt x="171861" y="94360"/>
                    <a:pt x="171861" y="94360"/>
                    <a:pt x="172326" y="96639"/>
                  </a:cubicBezTo>
                  <a:cubicBezTo>
                    <a:pt x="172817" y="96885"/>
                    <a:pt x="173308" y="97131"/>
                    <a:pt x="173814" y="97384"/>
                  </a:cubicBezTo>
                  <a:cubicBezTo>
                    <a:pt x="174558" y="98624"/>
                    <a:pt x="175302" y="99864"/>
                    <a:pt x="176047" y="101104"/>
                  </a:cubicBezTo>
                  <a:cubicBezTo>
                    <a:pt x="176691" y="101841"/>
                    <a:pt x="177336" y="102578"/>
                    <a:pt x="178000" y="103337"/>
                  </a:cubicBezTo>
                  <a:cubicBezTo>
                    <a:pt x="179763" y="105563"/>
                    <a:pt x="180050" y="106601"/>
                    <a:pt x="180511" y="109290"/>
                  </a:cubicBezTo>
                  <a:cubicBezTo>
                    <a:pt x="181248" y="109535"/>
                    <a:pt x="181985" y="109781"/>
                    <a:pt x="182744" y="110034"/>
                  </a:cubicBezTo>
                  <a:cubicBezTo>
                    <a:pt x="183021" y="111018"/>
                    <a:pt x="183269" y="112011"/>
                    <a:pt x="183488" y="113011"/>
                  </a:cubicBezTo>
                  <a:cubicBezTo>
                    <a:pt x="183979" y="113256"/>
                    <a:pt x="184470" y="113502"/>
                    <a:pt x="184976" y="113755"/>
                  </a:cubicBezTo>
                  <a:cubicBezTo>
                    <a:pt x="185137" y="114445"/>
                    <a:pt x="185137" y="114445"/>
                    <a:pt x="185302" y="115150"/>
                  </a:cubicBezTo>
                  <a:cubicBezTo>
                    <a:pt x="185916" y="117472"/>
                    <a:pt x="187373" y="118473"/>
                    <a:pt x="189162" y="119987"/>
                  </a:cubicBezTo>
                  <a:cubicBezTo>
                    <a:pt x="190185" y="121196"/>
                    <a:pt x="190185" y="121196"/>
                    <a:pt x="190557" y="123149"/>
                  </a:cubicBezTo>
                  <a:cubicBezTo>
                    <a:pt x="190680" y="123733"/>
                    <a:pt x="190803" y="124316"/>
                    <a:pt x="190929" y="124917"/>
                  </a:cubicBezTo>
                  <a:cubicBezTo>
                    <a:pt x="191666" y="125162"/>
                    <a:pt x="192403" y="125408"/>
                    <a:pt x="193162" y="125661"/>
                  </a:cubicBezTo>
                  <a:cubicBezTo>
                    <a:pt x="194194" y="126983"/>
                    <a:pt x="194194" y="126983"/>
                    <a:pt x="195162" y="128591"/>
                  </a:cubicBezTo>
                  <a:cubicBezTo>
                    <a:pt x="195487" y="129119"/>
                    <a:pt x="195812" y="129648"/>
                    <a:pt x="196147" y="130193"/>
                  </a:cubicBezTo>
                  <a:cubicBezTo>
                    <a:pt x="196882" y="131614"/>
                    <a:pt x="196882" y="131614"/>
                    <a:pt x="196882" y="133102"/>
                  </a:cubicBezTo>
                  <a:cubicBezTo>
                    <a:pt x="197619" y="133348"/>
                    <a:pt x="198356" y="133593"/>
                    <a:pt x="199115" y="133846"/>
                  </a:cubicBezTo>
                  <a:cubicBezTo>
                    <a:pt x="199254" y="135753"/>
                    <a:pt x="199254" y="135753"/>
                    <a:pt x="199115" y="137567"/>
                  </a:cubicBezTo>
                  <a:cubicBezTo>
                    <a:pt x="199852" y="137567"/>
                    <a:pt x="200588" y="137567"/>
                    <a:pt x="201347" y="137567"/>
                  </a:cubicBezTo>
                  <a:cubicBezTo>
                    <a:pt x="201619" y="138553"/>
                    <a:pt x="201864" y="139547"/>
                    <a:pt x="202091" y="140544"/>
                  </a:cubicBezTo>
                  <a:cubicBezTo>
                    <a:pt x="202475" y="140927"/>
                    <a:pt x="202859" y="141311"/>
                    <a:pt x="203254" y="141706"/>
                  </a:cubicBezTo>
                  <a:cubicBezTo>
                    <a:pt x="204324" y="142776"/>
                    <a:pt x="204324" y="142776"/>
                    <a:pt x="204324" y="145009"/>
                  </a:cubicBezTo>
                  <a:cubicBezTo>
                    <a:pt x="205061" y="145009"/>
                    <a:pt x="205797" y="145009"/>
                    <a:pt x="206556" y="145009"/>
                  </a:cubicBezTo>
                  <a:cubicBezTo>
                    <a:pt x="206810" y="146248"/>
                    <a:pt x="207058" y="147488"/>
                    <a:pt x="207300" y="148729"/>
                  </a:cubicBezTo>
                  <a:cubicBezTo>
                    <a:pt x="208037" y="148975"/>
                    <a:pt x="208774" y="149220"/>
                    <a:pt x="209533" y="149473"/>
                  </a:cubicBezTo>
                  <a:cubicBezTo>
                    <a:pt x="211161" y="150543"/>
                    <a:pt x="211161" y="150543"/>
                    <a:pt x="212509" y="152450"/>
                  </a:cubicBezTo>
                  <a:cubicBezTo>
                    <a:pt x="212846" y="154959"/>
                    <a:pt x="212885" y="157386"/>
                    <a:pt x="212509" y="159891"/>
                  </a:cubicBezTo>
                  <a:cubicBezTo>
                    <a:pt x="211021" y="161380"/>
                    <a:pt x="211021" y="161380"/>
                    <a:pt x="208696" y="161473"/>
                  </a:cubicBezTo>
                  <a:cubicBezTo>
                    <a:pt x="207990" y="161442"/>
                    <a:pt x="207284" y="161411"/>
                    <a:pt x="206556" y="161380"/>
                  </a:cubicBezTo>
                  <a:cubicBezTo>
                    <a:pt x="206556" y="162362"/>
                    <a:pt x="206556" y="163344"/>
                    <a:pt x="206556" y="164356"/>
                  </a:cubicBezTo>
                  <a:cubicBezTo>
                    <a:pt x="205327" y="164879"/>
                    <a:pt x="204086" y="165375"/>
                    <a:pt x="202836" y="165844"/>
                  </a:cubicBezTo>
                  <a:cubicBezTo>
                    <a:pt x="202836" y="166581"/>
                    <a:pt x="202836" y="167318"/>
                    <a:pt x="202836" y="168077"/>
                  </a:cubicBezTo>
                  <a:cubicBezTo>
                    <a:pt x="202114" y="168016"/>
                    <a:pt x="201393" y="167954"/>
                    <a:pt x="200650" y="167891"/>
                  </a:cubicBezTo>
                  <a:cubicBezTo>
                    <a:pt x="199898" y="167952"/>
                    <a:pt x="199146" y="168014"/>
                    <a:pt x="198371" y="168077"/>
                  </a:cubicBezTo>
                  <a:cubicBezTo>
                    <a:pt x="197803" y="169477"/>
                    <a:pt x="197803" y="169477"/>
                    <a:pt x="197627" y="171053"/>
                  </a:cubicBezTo>
                  <a:cubicBezTo>
                    <a:pt x="196890" y="171545"/>
                    <a:pt x="196153" y="172036"/>
                    <a:pt x="195394" y="172542"/>
                  </a:cubicBezTo>
                  <a:cubicBezTo>
                    <a:pt x="195149" y="173278"/>
                    <a:pt x="194903" y="174015"/>
                    <a:pt x="194650" y="174774"/>
                  </a:cubicBezTo>
                  <a:cubicBezTo>
                    <a:pt x="193410" y="175270"/>
                    <a:pt x="192170" y="175766"/>
                    <a:pt x="190929" y="176262"/>
                  </a:cubicBezTo>
                  <a:cubicBezTo>
                    <a:pt x="190684" y="176999"/>
                    <a:pt x="190438" y="177736"/>
                    <a:pt x="190185" y="178495"/>
                  </a:cubicBezTo>
                  <a:cubicBezTo>
                    <a:pt x="188956" y="179017"/>
                    <a:pt x="187715" y="179514"/>
                    <a:pt x="186464" y="179983"/>
                  </a:cubicBezTo>
                  <a:cubicBezTo>
                    <a:pt x="186219" y="180474"/>
                    <a:pt x="185973" y="180965"/>
                    <a:pt x="185720" y="181471"/>
                  </a:cubicBezTo>
                  <a:cubicBezTo>
                    <a:pt x="185245" y="181564"/>
                    <a:pt x="184769" y="181656"/>
                    <a:pt x="184279" y="181750"/>
                  </a:cubicBezTo>
                  <a:cubicBezTo>
                    <a:pt x="183772" y="181904"/>
                    <a:pt x="183266" y="182057"/>
                    <a:pt x="182744" y="182216"/>
                  </a:cubicBezTo>
                  <a:cubicBezTo>
                    <a:pt x="182235" y="183201"/>
                    <a:pt x="181739" y="184194"/>
                    <a:pt x="181255" y="185192"/>
                  </a:cubicBezTo>
                  <a:cubicBezTo>
                    <a:pt x="180263" y="185688"/>
                    <a:pt x="179271" y="186184"/>
                    <a:pt x="178279" y="186680"/>
                  </a:cubicBezTo>
                  <a:cubicBezTo>
                    <a:pt x="178279" y="187417"/>
                    <a:pt x="178279" y="188154"/>
                    <a:pt x="178279" y="188913"/>
                  </a:cubicBezTo>
                  <a:cubicBezTo>
                    <a:pt x="177696" y="188851"/>
                    <a:pt x="177112" y="188790"/>
                    <a:pt x="176512" y="188727"/>
                  </a:cubicBezTo>
                  <a:cubicBezTo>
                    <a:pt x="175867" y="188788"/>
                    <a:pt x="175222" y="188850"/>
                    <a:pt x="174558" y="188913"/>
                  </a:cubicBezTo>
                  <a:cubicBezTo>
                    <a:pt x="174049" y="189899"/>
                    <a:pt x="173554" y="190891"/>
                    <a:pt x="173070" y="191889"/>
                  </a:cubicBezTo>
                  <a:cubicBezTo>
                    <a:pt x="172425" y="192012"/>
                    <a:pt x="171781" y="192135"/>
                    <a:pt x="171117" y="192261"/>
                  </a:cubicBezTo>
                  <a:cubicBezTo>
                    <a:pt x="170533" y="192384"/>
                    <a:pt x="169950" y="192507"/>
                    <a:pt x="169349" y="192634"/>
                  </a:cubicBezTo>
                  <a:cubicBezTo>
                    <a:pt x="169349" y="193616"/>
                    <a:pt x="169349" y="194598"/>
                    <a:pt x="169349" y="195610"/>
                  </a:cubicBezTo>
                  <a:cubicBezTo>
                    <a:pt x="168117" y="195895"/>
                    <a:pt x="166875" y="196141"/>
                    <a:pt x="165629" y="196354"/>
                  </a:cubicBezTo>
                  <a:cubicBezTo>
                    <a:pt x="165383" y="197091"/>
                    <a:pt x="165137" y="197828"/>
                    <a:pt x="164884" y="198587"/>
                  </a:cubicBezTo>
                  <a:cubicBezTo>
                    <a:pt x="162605" y="199098"/>
                    <a:pt x="162605" y="199098"/>
                    <a:pt x="160420" y="199331"/>
                  </a:cubicBezTo>
                  <a:cubicBezTo>
                    <a:pt x="160420" y="200313"/>
                    <a:pt x="160420" y="201295"/>
                    <a:pt x="160420" y="202307"/>
                  </a:cubicBezTo>
                  <a:cubicBezTo>
                    <a:pt x="158701" y="202553"/>
                    <a:pt x="156982" y="202799"/>
                    <a:pt x="155211" y="203052"/>
                  </a:cubicBezTo>
                  <a:cubicBezTo>
                    <a:pt x="155211" y="203788"/>
                    <a:pt x="155211" y="204525"/>
                    <a:pt x="155211" y="205284"/>
                  </a:cubicBezTo>
                  <a:cubicBezTo>
                    <a:pt x="154225" y="205793"/>
                    <a:pt x="153232" y="206288"/>
                    <a:pt x="152234" y="206772"/>
                  </a:cubicBezTo>
                  <a:cubicBezTo>
                    <a:pt x="151988" y="207509"/>
                    <a:pt x="151743" y="208246"/>
                    <a:pt x="151490" y="209005"/>
                  </a:cubicBezTo>
                  <a:cubicBezTo>
                    <a:pt x="150738" y="209250"/>
                    <a:pt x="149986" y="209496"/>
                    <a:pt x="149211" y="209749"/>
                  </a:cubicBezTo>
                  <a:cubicBezTo>
                    <a:pt x="148490" y="209994"/>
                    <a:pt x="147768" y="210240"/>
                    <a:pt x="147025" y="210493"/>
                  </a:cubicBezTo>
                  <a:cubicBezTo>
                    <a:pt x="147025" y="211230"/>
                    <a:pt x="147025" y="211966"/>
                    <a:pt x="147025" y="212725"/>
                  </a:cubicBezTo>
                  <a:cubicBezTo>
                    <a:pt x="146304" y="212802"/>
                    <a:pt x="145582" y="212879"/>
                    <a:pt x="144839" y="212958"/>
                  </a:cubicBezTo>
                  <a:cubicBezTo>
                    <a:pt x="144087" y="213127"/>
                    <a:pt x="143335" y="213296"/>
                    <a:pt x="142560" y="213469"/>
                  </a:cubicBezTo>
                  <a:cubicBezTo>
                    <a:pt x="142315" y="214206"/>
                    <a:pt x="142069" y="214943"/>
                    <a:pt x="141816" y="215702"/>
                  </a:cubicBezTo>
                  <a:cubicBezTo>
                    <a:pt x="140576" y="216198"/>
                    <a:pt x="139336" y="216694"/>
                    <a:pt x="138095" y="217190"/>
                  </a:cubicBezTo>
                  <a:cubicBezTo>
                    <a:pt x="137850" y="217927"/>
                    <a:pt x="137604" y="218664"/>
                    <a:pt x="137351" y="219423"/>
                  </a:cubicBezTo>
                  <a:cubicBezTo>
                    <a:pt x="136111" y="219671"/>
                    <a:pt x="134871" y="219919"/>
                    <a:pt x="133630" y="220167"/>
                  </a:cubicBezTo>
                  <a:cubicBezTo>
                    <a:pt x="133385" y="220903"/>
                    <a:pt x="133139" y="221640"/>
                    <a:pt x="132886" y="222399"/>
                  </a:cubicBezTo>
                  <a:cubicBezTo>
                    <a:pt x="130607" y="222911"/>
                    <a:pt x="130607" y="222911"/>
                    <a:pt x="128421" y="223143"/>
                  </a:cubicBezTo>
                  <a:cubicBezTo>
                    <a:pt x="128421" y="224126"/>
                    <a:pt x="128421" y="225108"/>
                    <a:pt x="128421" y="226120"/>
                  </a:cubicBezTo>
                  <a:cubicBezTo>
                    <a:pt x="127182" y="226374"/>
                    <a:pt x="125942" y="226622"/>
                    <a:pt x="124701" y="226864"/>
                  </a:cubicBezTo>
                  <a:cubicBezTo>
                    <a:pt x="124593" y="227355"/>
                    <a:pt x="124486" y="227846"/>
                    <a:pt x="124375" y="228352"/>
                  </a:cubicBezTo>
                  <a:cubicBezTo>
                    <a:pt x="124237" y="228843"/>
                    <a:pt x="124099" y="229335"/>
                    <a:pt x="123957" y="229841"/>
                  </a:cubicBezTo>
                  <a:cubicBezTo>
                    <a:pt x="122474" y="230119"/>
                    <a:pt x="120985" y="230367"/>
                    <a:pt x="119492" y="230585"/>
                  </a:cubicBezTo>
                  <a:cubicBezTo>
                    <a:pt x="119246" y="231321"/>
                    <a:pt x="119001" y="232058"/>
                    <a:pt x="118748" y="232817"/>
                  </a:cubicBezTo>
                  <a:cubicBezTo>
                    <a:pt x="117259" y="233313"/>
                    <a:pt x="115771" y="233809"/>
                    <a:pt x="114283" y="234305"/>
                  </a:cubicBezTo>
                  <a:cubicBezTo>
                    <a:pt x="114037" y="235042"/>
                    <a:pt x="113792" y="235779"/>
                    <a:pt x="113539" y="236538"/>
                  </a:cubicBezTo>
                  <a:cubicBezTo>
                    <a:pt x="112050" y="236786"/>
                    <a:pt x="110562" y="237034"/>
                    <a:pt x="109074" y="237282"/>
                  </a:cubicBezTo>
                  <a:cubicBezTo>
                    <a:pt x="108828" y="238019"/>
                    <a:pt x="108583" y="238755"/>
                    <a:pt x="108330" y="239514"/>
                  </a:cubicBezTo>
                  <a:cubicBezTo>
                    <a:pt x="106841" y="240010"/>
                    <a:pt x="105353" y="240507"/>
                    <a:pt x="103865" y="241003"/>
                  </a:cubicBezTo>
                  <a:cubicBezTo>
                    <a:pt x="103619" y="241739"/>
                    <a:pt x="103374" y="242476"/>
                    <a:pt x="103121" y="243235"/>
                  </a:cubicBezTo>
                  <a:cubicBezTo>
                    <a:pt x="102630" y="243343"/>
                    <a:pt x="102138" y="243450"/>
                    <a:pt x="101632" y="243561"/>
                  </a:cubicBezTo>
                  <a:cubicBezTo>
                    <a:pt x="101141" y="243699"/>
                    <a:pt x="100650" y="243837"/>
                    <a:pt x="100144" y="243979"/>
                  </a:cubicBezTo>
                  <a:cubicBezTo>
                    <a:pt x="100067" y="244486"/>
                    <a:pt x="99991" y="244992"/>
                    <a:pt x="99912" y="245514"/>
                  </a:cubicBezTo>
                  <a:cubicBezTo>
                    <a:pt x="99743" y="245990"/>
                    <a:pt x="99574" y="246466"/>
                    <a:pt x="99400" y="246956"/>
                  </a:cubicBezTo>
                  <a:cubicBezTo>
                    <a:pt x="96749" y="247142"/>
                    <a:pt x="96749" y="247142"/>
                    <a:pt x="94191" y="246956"/>
                  </a:cubicBezTo>
                  <a:cubicBezTo>
                    <a:pt x="94191" y="247938"/>
                    <a:pt x="94191" y="248920"/>
                    <a:pt x="94191" y="249932"/>
                  </a:cubicBezTo>
                  <a:cubicBezTo>
                    <a:pt x="93485" y="249994"/>
                    <a:pt x="92779" y="250055"/>
                    <a:pt x="92052" y="250118"/>
                  </a:cubicBezTo>
                  <a:cubicBezTo>
                    <a:pt x="91284" y="250303"/>
                    <a:pt x="90517" y="250487"/>
                    <a:pt x="89726" y="250677"/>
                  </a:cubicBezTo>
                  <a:cubicBezTo>
                    <a:pt x="89206" y="251656"/>
                    <a:pt x="88709" y="252649"/>
                    <a:pt x="88238" y="253653"/>
                  </a:cubicBezTo>
                  <a:cubicBezTo>
                    <a:pt x="87003" y="253924"/>
                    <a:pt x="85762" y="254174"/>
                    <a:pt x="84517" y="254397"/>
                  </a:cubicBezTo>
                  <a:cubicBezTo>
                    <a:pt x="84272" y="255134"/>
                    <a:pt x="84026" y="255871"/>
                    <a:pt x="83773" y="256630"/>
                  </a:cubicBezTo>
                  <a:cubicBezTo>
                    <a:pt x="81122" y="257141"/>
                    <a:pt x="81122" y="257141"/>
                    <a:pt x="78564" y="257374"/>
                  </a:cubicBezTo>
                  <a:cubicBezTo>
                    <a:pt x="78564" y="258356"/>
                    <a:pt x="78564" y="259338"/>
                    <a:pt x="78564" y="260350"/>
                  </a:cubicBezTo>
                  <a:cubicBezTo>
                    <a:pt x="77091" y="260596"/>
                    <a:pt x="75617" y="260841"/>
                    <a:pt x="74099" y="261094"/>
                  </a:cubicBezTo>
                  <a:cubicBezTo>
                    <a:pt x="74065" y="282601"/>
                    <a:pt x="74039" y="304108"/>
                    <a:pt x="74023" y="325615"/>
                  </a:cubicBezTo>
                  <a:cubicBezTo>
                    <a:pt x="74021" y="328151"/>
                    <a:pt x="74019" y="330688"/>
                    <a:pt x="74017" y="333224"/>
                  </a:cubicBezTo>
                  <a:cubicBezTo>
                    <a:pt x="74017" y="333981"/>
                    <a:pt x="74017" y="333981"/>
                    <a:pt x="74016" y="334754"/>
                  </a:cubicBezTo>
                  <a:cubicBezTo>
                    <a:pt x="74010" y="342941"/>
                    <a:pt x="73998" y="351128"/>
                    <a:pt x="73984" y="359316"/>
                  </a:cubicBezTo>
                  <a:cubicBezTo>
                    <a:pt x="73971" y="367710"/>
                    <a:pt x="73962" y="376105"/>
                    <a:pt x="73959" y="384499"/>
                  </a:cubicBezTo>
                  <a:cubicBezTo>
                    <a:pt x="73957" y="389217"/>
                    <a:pt x="73953" y="393935"/>
                    <a:pt x="73942" y="398652"/>
                  </a:cubicBezTo>
                  <a:cubicBezTo>
                    <a:pt x="73932" y="403087"/>
                    <a:pt x="73929" y="407522"/>
                    <a:pt x="73931" y="411957"/>
                  </a:cubicBezTo>
                  <a:cubicBezTo>
                    <a:pt x="73930" y="413590"/>
                    <a:pt x="73927" y="415223"/>
                    <a:pt x="73922" y="416855"/>
                  </a:cubicBezTo>
                  <a:cubicBezTo>
                    <a:pt x="73914" y="419074"/>
                    <a:pt x="73916" y="421293"/>
                    <a:pt x="73920" y="423512"/>
                  </a:cubicBezTo>
                  <a:cubicBezTo>
                    <a:pt x="73914" y="424495"/>
                    <a:pt x="73914" y="424495"/>
                    <a:pt x="73907" y="425497"/>
                  </a:cubicBezTo>
                  <a:cubicBezTo>
                    <a:pt x="73915" y="427004"/>
                    <a:pt x="73998" y="428511"/>
                    <a:pt x="74099" y="430014"/>
                  </a:cubicBezTo>
                  <a:cubicBezTo>
                    <a:pt x="74590" y="430260"/>
                    <a:pt x="75081" y="430505"/>
                    <a:pt x="75588" y="430759"/>
                  </a:cubicBezTo>
                  <a:cubicBezTo>
                    <a:pt x="75774" y="432866"/>
                    <a:pt x="75866" y="434905"/>
                    <a:pt x="75896" y="437017"/>
                  </a:cubicBezTo>
                  <a:cubicBezTo>
                    <a:pt x="75910" y="437643"/>
                    <a:pt x="75924" y="438270"/>
                    <a:pt x="75939" y="438916"/>
                  </a:cubicBezTo>
                  <a:cubicBezTo>
                    <a:pt x="75984" y="440925"/>
                    <a:pt x="76018" y="442934"/>
                    <a:pt x="76053" y="444944"/>
                  </a:cubicBezTo>
                  <a:cubicBezTo>
                    <a:pt x="76081" y="446303"/>
                    <a:pt x="76110" y="447662"/>
                    <a:pt x="76140" y="449020"/>
                  </a:cubicBezTo>
                  <a:cubicBezTo>
                    <a:pt x="76211" y="452359"/>
                    <a:pt x="76274" y="455697"/>
                    <a:pt x="76332" y="459036"/>
                  </a:cubicBezTo>
                  <a:cubicBezTo>
                    <a:pt x="76823" y="459036"/>
                    <a:pt x="77314" y="459036"/>
                    <a:pt x="77820" y="459036"/>
                  </a:cubicBezTo>
                  <a:cubicBezTo>
                    <a:pt x="77964" y="459523"/>
                    <a:pt x="78108" y="460010"/>
                    <a:pt x="78256" y="460513"/>
                  </a:cubicBezTo>
                  <a:cubicBezTo>
                    <a:pt x="78777" y="461255"/>
                    <a:pt x="78777" y="461255"/>
                    <a:pt x="79308" y="462012"/>
                  </a:cubicBezTo>
                  <a:cubicBezTo>
                    <a:pt x="81545" y="462236"/>
                    <a:pt x="83502" y="462292"/>
                    <a:pt x="85726" y="462198"/>
                  </a:cubicBezTo>
                  <a:cubicBezTo>
                    <a:pt x="86621" y="462178"/>
                    <a:pt x="86621" y="462178"/>
                    <a:pt x="87534" y="462158"/>
                  </a:cubicBezTo>
                  <a:cubicBezTo>
                    <a:pt x="89010" y="462123"/>
                    <a:pt x="90484" y="462069"/>
                    <a:pt x="91959" y="462012"/>
                  </a:cubicBezTo>
                  <a:cubicBezTo>
                    <a:pt x="91959" y="462749"/>
                    <a:pt x="91959" y="463486"/>
                    <a:pt x="91959" y="464245"/>
                  </a:cubicBezTo>
                  <a:cubicBezTo>
                    <a:pt x="93910" y="465221"/>
                    <a:pt x="95380" y="465100"/>
                    <a:pt x="97566" y="465121"/>
                  </a:cubicBezTo>
                  <a:cubicBezTo>
                    <a:pt x="98858" y="465135"/>
                    <a:pt x="98858" y="465135"/>
                    <a:pt x="100177" y="465150"/>
                  </a:cubicBezTo>
                  <a:cubicBezTo>
                    <a:pt x="101111" y="465155"/>
                    <a:pt x="102045" y="465161"/>
                    <a:pt x="103007" y="465166"/>
                  </a:cubicBezTo>
                  <a:cubicBezTo>
                    <a:pt x="103961" y="465172"/>
                    <a:pt x="104916" y="465178"/>
                    <a:pt x="105899" y="465185"/>
                  </a:cubicBezTo>
                  <a:cubicBezTo>
                    <a:pt x="107919" y="465196"/>
                    <a:pt x="109938" y="465203"/>
                    <a:pt x="111958" y="465209"/>
                  </a:cubicBezTo>
                  <a:cubicBezTo>
                    <a:pt x="114553" y="465217"/>
                    <a:pt x="117147" y="465243"/>
                    <a:pt x="119741" y="465272"/>
                  </a:cubicBezTo>
                  <a:cubicBezTo>
                    <a:pt x="122209" y="465296"/>
                    <a:pt x="124677" y="465300"/>
                    <a:pt x="127145" y="465306"/>
                  </a:cubicBezTo>
                  <a:cubicBezTo>
                    <a:pt x="128081" y="465319"/>
                    <a:pt x="129017" y="465332"/>
                    <a:pt x="129980" y="465345"/>
                  </a:cubicBezTo>
                  <a:cubicBezTo>
                    <a:pt x="130840" y="465343"/>
                    <a:pt x="131699" y="465341"/>
                    <a:pt x="132584" y="465339"/>
                  </a:cubicBezTo>
                  <a:cubicBezTo>
                    <a:pt x="133345" y="465343"/>
                    <a:pt x="134105" y="465347"/>
                    <a:pt x="134889" y="465352"/>
                  </a:cubicBezTo>
                  <a:cubicBezTo>
                    <a:pt x="135456" y="465232"/>
                    <a:pt x="136023" y="465112"/>
                    <a:pt x="136607" y="464989"/>
                  </a:cubicBezTo>
                  <a:cubicBezTo>
                    <a:pt x="137127" y="463516"/>
                    <a:pt x="137127" y="463516"/>
                    <a:pt x="137351" y="462012"/>
                  </a:cubicBezTo>
                  <a:cubicBezTo>
                    <a:pt x="139540" y="461722"/>
                    <a:pt x="139540" y="461722"/>
                    <a:pt x="142235" y="461826"/>
                  </a:cubicBezTo>
                  <a:cubicBezTo>
                    <a:pt x="143126" y="461853"/>
                    <a:pt x="144017" y="461880"/>
                    <a:pt x="144935" y="461908"/>
                  </a:cubicBezTo>
                  <a:cubicBezTo>
                    <a:pt x="145625" y="461942"/>
                    <a:pt x="146314" y="461977"/>
                    <a:pt x="147025" y="462012"/>
                  </a:cubicBezTo>
                  <a:cubicBezTo>
                    <a:pt x="147025" y="461030"/>
                    <a:pt x="147025" y="460048"/>
                    <a:pt x="147025" y="459036"/>
                  </a:cubicBezTo>
                  <a:cubicBezTo>
                    <a:pt x="147762" y="458790"/>
                    <a:pt x="148498" y="458545"/>
                    <a:pt x="149257" y="458292"/>
                  </a:cubicBezTo>
                  <a:cubicBezTo>
                    <a:pt x="149693" y="456888"/>
                    <a:pt x="149693" y="456888"/>
                    <a:pt x="149769" y="455269"/>
                  </a:cubicBezTo>
                  <a:cubicBezTo>
                    <a:pt x="149884" y="453818"/>
                    <a:pt x="149884" y="453818"/>
                    <a:pt x="150002" y="452339"/>
                  </a:cubicBezTo>
                  <a:cubicBezTo>
                    <a:pt x="150738" y="452339"/>
                    <a:pt x="151475" y="452339"/>
                    <a:pt x="152234" y="452339"/>
                  </a:cubicBezTo>
                  <a:cubicBezTo>
                    <a:pt x="152208" y="451488"/>
                    <a:pt x="152182" y="450637"/>
                    <a:pt x="152156" y="449760"/>
                  </a:cubicBezTo>
                  <a:cubicBezTo>
                    <a:pt x="152135" y="448651"/>
                    <a:pt x="152114" y="447541"/>
                    <a:pt x="152094" y="446432"/>
                  </a:cubicBezTo>
                  <a:cubicBezTo>
                    <a:pt x="152076" y="445870"/>
                    <a:pt x="152057" y="445309"/>
                    <a:pt x="152038" y="444730"/>
                  </a:cubicBezTo>
                  <a:cubicBezTo>
                    <a:pt x="152016" y="443110"/>
                    <a:pt x="152016" y="443110"/>
                    <a:pt x="152234" y="440432"/>
                  </a:cubicBezTo>
                  <a:cubicBezTo>
                    <a:pt x="152971" y="440187"/>
                    <a:pt x="153707" y="439941"/>
                    <a:pt x="154466" y="439688"/>
                  </a:cubicBezTo>
                  <a:cubicBezTo>
                    <a:pt x="154813" y="437484"/>
                    <a:pt x="154813" y="437484"/>
                    <a:pt x="154769" y="434811"/>
                  </a:cubicBezTo>
                  <a:cubicBezTo>
                    <a:pt x="154781" y="434077"/>
                    <a:pt x="154781" y="434077"/>
                    <a:pt x="154793" y="433328"/>
                  </a:cubicBezTo>
                  <a:cubicBezTo>
                    <a:pt x="154819" y="431759"/>
                    <a:pt x="154830" y="430189"/>
                    <a:pt x="154838" y="428619"/>
                  </a:cubicBezTo>
                  <a:cubicBezTo>
                    <a:pt x="154849" y="426559"/>
                    <a:pt x="154874" y="424499"/>
                    <a:pt x="154908" y="422439"/>
                  </a:cubicBezTo>
                  <a:cubicBezTo>
                    <a:pt x="154914" y="421520"/>
                    <a:pt x="154919" y="420602"/>
                    <a:pt x="154924" y="419655"/>
                  </a:cubicBezTo>
                  <a:cubicBezTo>
                    <a:pt x="155211" y="417364"/>
                    <a:pt x="155211" y="417364"/>
                    <a:pt x="156326" y="416401"/>
                  </a:cubicBezTo>
                  <a:cubicBezTo>
                    <a:pt x="158010" y="414486"/>
                    <a:pt x="157730" y="412897"/>
                    <a:pt x="157741" y="410381"/>
                  </a:cubicBezTo>
                  <a:cubicBezTo>
                    <a:pt x="157751" y="409401"/>
                    <a:pt x="157761" y="408420"/>
                    <a:pt x="157771" y="407410"/>
                  </a:cubicBezTo>
                  <a:cubicBezTo>
                    <a:pt x="157771" y="406339"/>
                    <a:pt x="157771" y="405267"/>
                    <a:pt x="157771" y="404196"/>
                  </a:cubicBezTo>
                  <a:cubicBezTo>
                    <a:pt x="157780" y="403100"/>
                    <a:pt x="157790" y="402004"/>
                    <a:pt x="157801" y="400908"/>
                  </a:cubicBezTo>
                  <a:cubicBezTo>
                    <a:pt x="157828" y="398023"/>
                    <a:pt x="157843" y="395139"/>
                    <a:pt x="157854" y="392255"/>
                  </a:cubicBezTo>
                  <a:cubicBezTo>
                    <a:pt x="157873" y="387632"/>
                    <a:pt x="157902" y="383010"/>
                    <a:pt x="157945" y="378387"/>
                  </a:cubicBezTo>
                  <a:cubicBezTo>
                    <a:pt x="157957" y="376769"/>
                    <a:pt x="157960" y="375152"/>
                    <a:pt x="157962" y="373533"/>
                  </a:cubicBezTo>
                  <a:cubicBezTo>
                    <a:pt x="157974" y="372069"/>
                    <a:pt x="157974" y="372069"/>
                    <a:pt x="157985" y="370576"/>
                  </a:cubicBezTo>
                  <a:cubicBezTo>
                    <a:pt x="157988" y="369712"/>
                    <a:pt x="157992" y="368848"/>
                    <a:pt x="157995" y="367957"/>
                  </a:cubicBezTo>
                  <a:cubicBezTo>
                    <a:pt x="158058" y="367317"/>
                    <a:pt x="158122" y="366678"/>
                    <a:pt x="158187" y="366018"/>
                  </a:cubicBezTo>
                  <a:cubicBezTo>
                    <a:pt x="158678" y="365773"/>
                    <a:pt x="159169" y="365527"/>
                    <a:pt x="159675" y="365274"/>
                  </a:cubicBezTo>
                  <a:cubicBezTo>
                    <a:pt x="159943" y="363406"/>
                    <a:pt x="159943" y="363406"/>
                    <a:pt x="159957" y="361158"/>
                  </a:cubicBezTo>
                  <a:cubicBezTo>
                    <a:pt x="159983" y="360325"/>
                    <a:pt x="160008" y="359491"/>
                    <a:pt x="160034" y="358632"/>
                  </a:cubicBezTo>
                  <a:cubicBezTo>
                    <a:pt x="160054" y="357754"/>
                    <a:pt x="160074" y="356877"/>
                    <a:pt x="160094" y="355972"/>
                  </a:cubicBezTo>
                  <a:cubicBezTo>
                    <a:pt x="160138" y="354244"/>
                    <a:pt x="160186" y="352515"/>
                    <a:pt x="160236" y="350787"/>
                  </a:cubicBezTo>
                  <a:cubicBezTo>
                    <a:pt x="160263" y="349631"/>
                    <a:pt x="160263" y="349631"/>
                    <a:pt x="160290" y="348451"/>
                  </a:cubicBezTo>
                  <a:cubicBezTo>
                    <a:pt x="160420" y="346671"/>
                    <a:pt x="160420" y="346671"/>
                    <a:pt x="161164" y="345927"/>
                  </a:cubicBezTo>
                  <a:cubicBezTo>
                    <a:pt x="163151" y="345821"/>
                    <a:pt x="165126" y="345895"/>
                    <a:pt x="167117" y="345927"/>
                  </a:cubicBezTo>
                  <a:cubicBezTo>
                    <a:pt x="167117" y="346909"/>
                    <a:pt x="167117" y="347891"/>
                    <a:pt x="167117" y="348903"/>
                  </a:cubicBezTo>
                  <a:cubicBezTo>
                    <a:pt x="168346" y="349426"/>
                    <a:pt x="169587" y="349922"/>
                    <a:pt x="170838" y="350391"/>
                  </a:cubicBezTo>
                  <a:cubicBezTo>
                    <a:pt x="170838" y="351128"/>
                    <a:pt x="170838" y="351865"/>
                    <a:pt x="170838" y="352624"/>
                  </a:cubicBezTo>
                  <a:cubicBezTo>
                    <a:pt x="171436" y="352562"/>
                    <a:pt x="172035" y="352501"/>
                    <a:pt x="172651" y="352438"/>
                  </a:cubicBezTo>
                  <a:cubicBezTo>
                    <a:pt x="173281" y="352499"/>
                    <a:pt x="173910" y="352561"/>
                    <a:pt x="174558" y="352624"/>
                  </a:cubicBezTo>
                  <a:cubicBezTo>
                    <a:pt x="174666" y="353100"/>
                    <a:pt x="174773" y="353575"/>
                    <a:pt x="174884" y="354066"/>
                  </a:cubicBezTo>
                  <a:cubicBezTo>
                    <a:pt x="175022" y="354572"/>
                    <a:pt x="175160" y="355078"/>
                    <a:pt x="175302" y="355600"/>
                  </a:cubicBezTo>
                  <a:cubicBezTo>
                    <a:pt x="177547" y="356212"/>
                    <a:pt x="177547" y="356212"/>
                    <a:pt x="179767" y="356344"/>
                  </a:cubicBezTo>
                  <a:cubicBezTo>
                    <a:pt x="179767" y="357327"/>
                    <a:pt x="179767" y="358309"/>
                    <a:pt x="179767" y="359321"/>
                  </a:cubicBezTo>
                  <a:cubicBezTo>
                    <a:pt x="180611" y="359398"/>
                    <a:pt x="181455" y="359474"/>
                    <a:pt x="182325" y="359554"/>
                  </a:cubicBezTo>
                  <a:cubicBezTo>
                    <a:pt x="183637" y="359807"/>
                    <a:pt x="183637" y="359807"/>
                    <a:pt x="184976" y="360065"/>
                  </a:cubicBezTo>
                  <a:cubicBezTo>
                    <a:pt x="185222" y="360802"/>
                    <a:pt x="185467" y="361539"/>
                    <a:pt x="185720" y="362298"/>
                  </a:cubicBezTo>
                  <a:cubicBezTo>
                    <a:pt x="186442" y="362405"/>
                    <a:pt x="187163" y="362512"/>
                    <a:pt x="187906" y="362623"/>
                  </a:cubicBezTo>
                  <a:cubicBezTo>
                    <a:pt x="188658" y="362761"/>
                    <a:pt x="189410" y="362899"/>
                    <a:pt x="190185" y="363042"/>
                  </a:cubicBezTo>
                  <a:cubicBezTo>
                    <a:pt x="190681" y="364034"/>
                    <a:pt x="191177" y="365026"/>
                    <a:pt x="191673" y="366018"/>
                  </a:cubicBezTo>
                  <a:cubicBezTo>
                    <a:pt x="193950" y="366625"/>
                    <a:pt x="193950" y="366625"/>
                    <a:pt x="196138" y="366762"/>
                  </a:cubicBezTo>
                  <a:cubicBezTo>
                    <a:pt x="196138" y="367499"/>
                    <a:pt x="196138" y="368236"/>
                    <a:pt x="196138" y="368995"/>
                  </a:cubicBezTo>
                  <a:cubicBezTo>
                    <a:pt x="196604" y="369014"/>
                    <a:pt x="197071" y="369033"/>
                    <a:pt x="197551" y="369053"/>
                  </a:cubicBezTo>
                  <a:cubicBezTo>
                    <a:pt x="198159" y="369095"/>
                    <a:pt x="198767" y="369137"/>
                    <a:pt x="199394" y="369181"/>
                  </a:cubicBezTo>
                  <a:cubicBezTo>
                    <a:pt x="199998" y="369215"/>
                    <a:pt x="200603" y="369250"/>
                    <a:pt x="201225" y="369286"/>
                  </a:cubicBezTo>
                  <a:cubicBezTo>
                    <a:pt x="201757" y="369435"/>
                    <a:pt x="202288" y="369585"/>
                    <a:pt x="202836" y="369739"/>
                  </a:cubicBezTo>
                  <a:cubicBezTo>
                    <a:pt x="203332" y="370731"/>
                    <a:pt x="203828" y="371723"/>
                    <a:pt x="204324" y="372716"/>
                  </a:cubicBezTo>
                  <a:cubicBezTo>
                    <a:pt x="205950" y="373236"/>
                    <a:pt x="205950" y="373236"/>
                    <a:pt x="207765" y="373274"/>
                  </a:cubicBezTo>
                  <a:cubicBezTo>
                    <a:pt x="208374" y="373316"/>
                    <a:pt x="208982" y="373358"/>
                    <a:pt x="209608" y="373402"/>
                  </a:cubicBezTo>
                  <a:cubicBezTo>
                    <a:pt x="210075" y="373421"/>
                    <a:pt x="210541" y="373440"/>
                    <a:pt x="211021" y="373460"/>
                  </a:cubicBezTo>
                  <a:cubicBezTo>
                    <a:pt x="211021" y="374442"/>
                    <a:pt x="211021" y="375424"/>
                    <a:pt x="211021" y="376436"/>
                  </a:cubicBezTo>
                  <a:cubicBezTo>
                    <a:pt x="213231" y="376436"/>
                    <a:pt x="215441" y="376436"/>
                    <a:pt x="217718" y="376436"/>
                  </a:cubicBezTo>
                  <a:cubicBezTo>
                    <a:pt x="217753" y="382439"/>
                    <a:pt x="217779" y="388441"/>
                    <a:pt x="217795" y="394444"/>
                  </a:cubicBezTo>
                  <a:cubicBezTo>
                    <a:pt x="217803" y="397231"/>
                    <a:pt x="217814" y="400018"/>
                    <a:pt x="217831" y="402805"/>
                  </a:cubicBezTo>
                  <a:cubicBezTo>
                    <a:pt x="217847" y="405493"/>
                    <a:pt x="217856" y="408180"/>
                    <a:pt x="217860" y="410868"/>
                  </a:cubicBezTo>
                  <a:cubicBezTo>
                    <a:pt x="217862" y="411895"/>
                    <a:pt x="217868" y="412922"/>
                    <a:pt x="217876" y="413950"/>
                  </a:cubicBezTo>
                  <a:cubicBezTo>
                    <a:pt x="217886" y="415384"/>
                    <a:pt x="217887" y="416819"/>
                    <a:pt x="217887" y="418253"/>
                  </a:cubicBezTo>
                  <a:cubicBezTo>
                    <a:pt x="217891" y="419071"/>
                    <a:pt x="217894" y="419889"/>
                    <a:pt x="217897" y="420732"/>
                  </a:cubicBezTo>
                  <a:cubicBezTo>
                    <a:pt x="217809" y="421643"/>
                    <a:pt x="217809" y="421643"/>
                    <a:pt x="217718" y="422573"/>
                  </a:cubicBezTo>
                  <a:cubicBezTo>
                    <a:pt x="217227" y="422819"/>
                    <a:pt x="216736" y="423064"/>
                    <a:pt x="216230" y="423317"/>
                  </a:cubicBezTo>
                  <a:cubicBezTo>
                    <a:pt x="216071" y="425094"/>
                    <a:pt x="216006" y="426793"/>
                    <a:pt x="216000" y="428573"/>
                  </a:cubicBezTo>
                  <a:cubicBezTo>
                    <a:pt x="215982" y="429652"/>
                    <a:pt x="215963" y="430731"/>
                    <a:pt x="215944" y="431811"/>
                  </a:cubicBezTo>
                  <a:cubicBezTo>
                    <a:pt x="215922" y="433521"/>
                    <a:pt x="215904" y="435231"/>
                    <a:pt x="215891" y="436941"/>
                  </a:cubicBezTo>
                  <a:cubicBezTo>
                    <a:pt x="215875" y="438585"/>
                    <a:pt x="215845" y="440230"/>
                    <a:pt x="215814" y="441874"/>
                  </a:cubicBezTo>
                  <a:cubicBezTo>
                    <a:pt x="215814" y="442389"/>
                    <a:pt x="215814" y="442903"/>
                    <a:pt x="215814" y="443434"/>
                  </a:cubicBezTo>
                  <a:cubicBezTo>
                    <a:pt x="215784" y="444871"/>
                    <a:pt x="215784" y="444871"/>
                    <a:pt x="215486" y="447130"/>
                  </a:cubicBezTo>
                  <a:cubicBezTo>
                    <a:pt x="214749" y="447375"/>
                    <a:pt x="214013" y="447621"/>
                    <a:pt x="213254" y="447874"/>
                  </a:cubicBezTo>
                  <a:cubicBezTo>
                    <a:pt x="212896" y="449518"/>
                    <a:pt x="212896" y="449518"/>
                    <a:pt x="212925" y="451501"/>
                  </a:cubicBezTo>
                  <a:cubicBezTo>
                    <a:pt x="212905" y="452234"/>
                    <a:pt x="212886" y="452967"/>
                    <a:pt x="212865" y="453722"/>
                  </a:cubicBezTo>
                  <a:cubicBezTo>
                    <a:pt x="212855" y="454493"/>
                    <a:pt x="212845" y="455265"/>
                    <a:pt x="212835" y="456059"/>
                  </a:cubicBezTo>
                  <a:cubicBezTo>
                    <a:pt x="212809" y="457579"/>
                    <a:pt x="212778" y="459098"/>
                    <a:pt x="212739" y="460617"/>
                  </a:cubicBezTo>
                  <a:cubicBezTo>
                    <a:pt x="212730" y="461294"/>
                    <a:pt x="212721" y="461972"/>
                    <a:pt x="212711" y="462669"/>
                  </a:cubicBezTo>
                  <a:cubicBezTo>
                    <a:pt x="212645" y="463189"/>
                    <a:pt x="212578" y="463709"/>
                    <a:pt x="212509" y="464245"/>
                  </a:cubicBezTo>
                  <a:cubicBezTo>
                    <a:pt x="212018" y="464490"/>
                    <a:pt x="211527" y="464736"/>
                    <a:pt x="211021" y="464989"/>
                  </a:cubicBezTo>
                  <a:cubicBezTo>
                    <a:pt x="209811" y="468319"/>
                    <a:pt x="209998" y="472055"/>
                    <a:pt x="209815" y="475555"/>
                  </a:cubicBezTo>
                  <a:cubicBezTo>
                    <a:pt x="209722" y="476243"/>
                    <a:pt x="209629" y="476931"/>
                    <a:pt x="209533" y="477639"/>
                  </a:cubicBezTo>
                  <a:cubicBezTo>
                    <a:pt x="209042" y="477885"/>
                    <a:pt x="208551" y="478130"/>
                    <a:pt x="208045" y="478384"/>
                  </a:cubicBezTo>
                  <a:cubicBezTo>
                    <a:pt x="207779" y="480888"/>
                    <a:pt x="207714" y="483378"/>
                    <a:pt x="207629" y="485895"/>
                  </a:cubicBezTo>
                  <a:cubicBezTo>
                    <a:pt x="207520" y="486608"/>
                    <a:pt x="207412" y="487322"/>
                    <a:pt x="207300" y="488057"/>
                  </a:cubicBezTo>
                  <a:cubicBezTo>
                    <a:pt x="206564" y="488303"/>
                    <a:pt x="205827" y="488548"/>
                    <a:pt x="205068" y="488801"/>
                  </a:cubicBezTo>
                  <a:cubicBezTo>
                    <a:pt x="204715" y="490331"/>
                    <a:pt x="204715" y="490331"/>
                    <a:pt x="204696" y="492104"/>
                  </a:cubicBezTo>
                  <a:cubicBezTo>
                    <a:pt x="204626" y="493915"/>
                    <a:pt x="204626" y="493915"/>
                    <a:pt x="204324" y="495499"/>
                  </a:cubicBezTo>
                  <a:cubicBezTo>
                    <a:pt x="203587" y="495990"/>
                    <a:pt x="202850" y="496481"/>
                    <a:pt x="202091" y="496987"/>
                  </a:cubicBezTo>
                  <a:cubicBezTo>
                    <a:pt x="201662" y="498448"/>
                    <a:pt x="201662" y="498448"/>
                    <a:pt x="201580" y="500057"/>
                  </a:cubicBezTo>
                  <a:cubicBezTo>
                    <a:pt x="201503" y="501008"/>
                    <a:pt x="201426" y="501960"/>
                    <a:pt x="201347" y="502940"/>
                  </a:cubicBezTo>
                  <a:cubicBezTo>
                    <a:pt x="200611" y="502940"/>
                    <a:pt x="199874" y="502940"/>
                    <a:pt x="199115" y="502940"/>
                  </a:cubicBezTo>
                  <a:cubicBezTo>
                    <a:pt x="199161" y="503769"/>
                    <a:pt x="199207" y="504598"/>
                    <a:pt x="199254" y="505452"/>
                  </a:cubicBezTo>
                  <a:cubicBezTo>
                    <a:pt x="199208" y="506342"/>
                    <a:pt x="199162" y="507232"/>
                    <a:pt x="199115" y="508149"/>
                  </a:cubicBezTo>
                  <a:cubicBezTo>
                    <a:pt x="198378" y="508640"/>
                    <a:pt x="197641" y="509131"/>
                    <a:pt x="196882" y="509637"/>
                  </a:cubicBezTo>
                  <a:cubicBezTo>
                    <a:pt x="196760" y="510267"/>
                    <a:pt x="196637" y="510896"/>
                    <a:pt x="196510" y="511544"/>
                  </a:cubicBezTo>
                  <a:cubicBezTo>
                    <a:pt x="196388" y="512143"/>
                    <a:pt x="196265" y="512741"/>
                    <a:pt x="196138" y="513358"/>
                  </a:cubicBezTo>
                  <a:cubicBezTo>
                    <a:pt x="195402" y="513604"/>
                    <a:pt x="194665" y="513849"/>
                    <a:pt x="193906" y="514102"/>
                  </a:cubicBezTo>
                  <a:cubicBezTo>
                    <a:pt x="193814" y="514655"/>
                    <a:pt x="193722" y="515207"/>
                    <a:pt x="193627" y="515777"/>
                  </a:cubicBezTo>
                  <a:cubicBezTo>
                    <a:pt x="192996" y="518553"/>
                    <a:pt x="191497" y="519638"/>
                    <a:pt x="189441" y="521544"/>
                  </a:cubicBezTo>
                  <a:cubicBezTo>
                    <a:pt x="188950" y="522280"/>
                    <a:pt x="188459" y="523017"/>
                    <a:pt x="187953" y="523776"/>
                  </a:cubicBezTo>
                  <a:cubicBezTo>
                    <a:pt x="186970" y="523776"/>
                    <a:pt x="185988" y="523776"/>
                    <a:pt x="184976" y="523776"/>
                  </a:cubicBezTo>
                  <a:cubicBezTo>
                    <a:pt x="184976" y="524758"/>
                    <a:pt x="184976" y="525741"/>
                    <a:pt x="184976" y="526753"/>
                  </a:cubicBezTo>
                  <a:cubicBezTo>
                    <a:pt x="183994" y="526753"/>
                    <a:pt x="183012" y="526753"/>
                    <a:pt x="182000" y="526753"/>
                  </a:cubicBezTo>
                  <a:cubicBezTo>
                    <a:pt x="181892" y="527351"/>
                    <a:pt x="181785" y="527950"/>
                    <a:pt x="181674" y="528566"/>
                  </a:cubicBezTo>
                  <a:cubicBezTo>
                    <a:pt x="181536" y="529196"/>
                    <a:pt x="181398" y="529825"/>
                    <a:pt x="181255" y="530473"/>
                  </a:cubicBezTo>
                  <a:cubicBezTo>
                    <a:pt x="179395" y="530938"/>
                    <a:pt x="179395" y="530938"/>
                    <a:pt x="177535" y="531218"/>
                  </a:cubicBezTo>
                  <a:cubicBezTo>
                    <a:pt x="177289" y="531954"/>
                    <a:pt x="177044" y="532691"/>
                    <a:pt x="176791" y="533450"/>
                  </a:cubicBezTo>
                  <a:cubicBezTo>
                    <a:pt x="175253" y="533831"/>
                    <a:pt x="175253" y="533831"/>
                    <a:pt x="173396" y="533962"/>
                  </a:cubicBezTo>
                  <a:cubicBezTo>
                    <a:pt x="172781" y="534010"/>
                    <a:pt x="172166" y="534059"/>
                    <a:pt x="171532" y="534110"/>
                  </a:cubicBezTo>
                  <a:cubicBezTo>
                    <a:pt x="171057" y="534138"/>
                    <a:pt x="170583" y="534165"/>
                    <a:pt x="170093" y="534194"/>
                  </a:cubicBezTo>
                  <a:cubicBezTo>
                    <a:pt x="170093" y="535176"/>
                    <a:pt x="170093" y="536159"/>
                    <a:pt x="170093" y="537171"/>
                  </a:cubicBezTo>
                  <a:cubicBezTo>
                    <a:pt x="169189" y="537190"/>
                    <a:pt x="168284" y="537209"/>
                    <a:pt x="167352" y="537229"/>
                  </a:cubicBezTo>
                  <a:cubicBezTo>
                    <a:pt x="166173" y="537271"/>
                    <a:pt x="164994" y="537313"/>
                    <a:pt x="163815" y="537357"/>
                  </a:cubicBezTo>
                  <a:cubicBezTo>
                    <a:pt x="163218" y="537367"/>
                    <a:pt x="162620" y="537378"/>
                    <a:pt x="162005" y="537389"/>
                  </a:cubicBezTo>
                  <a:cubicBezTo>
                    <a:pt x="160088" y="537436"/>
                    <a:pt x="160088" y="537436"/>
                    <a:pt x="157443" y="537915"/>
                  </a:cubicBezTo>
                  <a:cubicBezTo>
                    <a:pt x="157334" y="538407"/>
                    <a:pt x="157225" y="538900"/>
                    <a:pt x="157112" y="539408"/>
                  </a:cubicBezTo>
                  <a:cubicBezTo>
                    <a:pt x="156976" y="539897"/>
                    <a:pt x="156839" y="540387"/>
                    <a:pt x="156699" y="540891"/>
                  </a:cubicBezTo>
                  <a:cubicBezTo>
                    <a:pt x="155203" y="541266"/>
                    <a:pt x="155203" y="541266"/>
                    <a:pt x="153196" y="541269"/>
                  </a:cubicBezTo>
                  <a:cubicBezTo>
                    <a:pt x="152439" y="541278"/>
                    <a:pt x="151681" y="541286"/>
                    <a:pt x="150900" y="541295"/>
                  </a:cubicBezTo>
                  <a:cubicBezTo>
                    <a:pt x="149643" y="541286"/>
                    <a:pt x="149643" y="541286"/>
                    <a:pt x="148361" y="541276"/>
                  </a:cubicBezTo>
                  <a:cubicBezTo>
                    <a:pt x="147045" y="541284"/>
                    <a:pt x="147045" y="541284"/>
                    <a:pt x="145703" y="541292"/>
                  </a:cubicBezTo>
                  <a:cubicBezTo>
                    <a:pt x="143290" y="541303"/>
                    <a:pt x="140878" y="541301"/>
                    <a:pt x="138466" y="541291"/>
                  </a:cubicBezTo>
                  <a:cubicBezTo>
                    <a:pt x="135947" y="541284"/>
                    <a:pt x="133427" y="541291"/>
                    <a:pt x="130908" y="541295"/>
                  </a:cubicBezTo>
                  <a:cubicBezTo>
                    <a:pt x="126677" y="541301"/>
                    <a:pt x="122445" y="541294"/>
                    <a:pt x="118214" y="541279"/>
                  </a:cubicBezTo>
                  <a:cubicBezTo>
                    <a:pt x="113315" y="541263"/>
                    <a:pt x="108417" y="541268"/>
                    <a:pt x="103518" y="541285"/>
                  </a:cubicBezTo>
                  <a:cubicBezTo>
                    <a:pt x="99319" y="541298"/>
                    <a:pt x="95120" y="541300"/>
                    <a:pt x="90922" y="541292"/>
                  </a:cubicBezTo>
                  <a:cubicBezTo>
                    <a:pt x="88411" y="541288"/>
                    <a:pt x="85900" y="541287"/>
                    <a:pt x="83389" y="541297"/>
                  </a:cubicBezTo>
                  <a:cubicBezTo>
                    <a:pt x="80591" y="541305"/>
                    <a:pt x="77794" y="541293"/>
                    <a:pt x="74996" y="541276"/>
                  </a:cubicBezTo>
                  <a:cubicBezTo>
                    <a:pt x="74158" y="541283"/>
                    <a:pt x="73320" y="541289"/>
                    <a:pt x="72456" y="541295"/>
                  </a:cubicBezTo>
                  <a:cubicBezTo>
                    <a:pt x="71699" y="541286"/>
                    <a:pt x="70941" y="541278"/>
                    <a:pt x="70161" y="541269"/>
                  </a:cubicBezTo>
                  <a:cubicBezTo>
                    <a:pt x="69498" y="541268"/>
                    <a:pt x="68836" y="541267"/>
                    <a:pt x="68154" y="541266"/>
                  </a:cubicBezTo>
                  <a:cubicBezTo>
                    <a:pt x="67660" y="541142"/>
                    <a:pt x="67166" y="541019"/>
                    <a:pt x="66658" y="540891"/>
                  </a:cubicBezTo>
                  <a:cubicBezTo>
                    <a:pt x="66157" y="539403"/>
                    <a:pt x="66157" y="539403"/>
                    <a:pt x="65914" y="537915"/>
                  </a:cubicBezTo>
                  <a:cubicBezTo>
                    <a:pt x="64422" y="537467"/>
                    <a:pt x="64422" y="537467"/>
                    <a:pt x="62612" y="537540"/>
                  </a:cubicBezTo>
                  <a:cubicBezTo>
                    <a:pt x="61613" y="537519"/>
                    <a:pt x="61613" y="537519"/>
                    <a:pt x="60594" y="537498"/>
                  </a:cubicBezTo>
                  <a:cubicBezTo>
                    <a:pt x="59894" y="537497"/>
                    <a:pt x="59194" y="537497"/>
                    <a:pt x="58472" y="537496"/>
                  </a:cubicBezTo>
                  <a:cubicBezTo>
                    <a:pt x="57092" y="537490"/>
                    <a:pt x="55713" y="537474"/>
                    <a:pt x="54333" y="537447"/>
                  </a:cubicBezTo>
                  <a:cubicBezTo>
                    <a:pt x="53718" y="537446"/>
                    <a:pt x="53103" y="537446"/>
                    <a:pt x="52470" y="537445"/>
                  </a:cubicBezTo>
                  <a:cubicBezTo>
                    <a:pt x="51995" y="537355"/>
                    <a:pt x="51520" y="537264"/>
                    <a:pt x="51031" y="537171"/>
                  </a:cubicBezTo>
                  <a:cubicBezTo>
                    <a:pt x="50663" y="536066"/>
                    <a:pt x="50663" y="536066"/>
                    <a:pt x="50287" y="534938"/>
                  </a:cubicBezTo>
                  <a:cubicBezTo>
                    <a:pt x="48568" y="534420"/>
                    <a:pt x="48568" y="534420"/>
                    <a:pt x="46566" y="534194"/>
                  </a:cubicBezTo>
                  <a:cubicBezTo>
                    <a:pt x="44520" y="533915"/>
                    <a:pt x="44520" y="533915"/>
                    <a:pt x="42845" y="533450"/>
                  </a:cubicBezTo>
                  <a:cubicBezTo>
                    <a:pt x="42477" y="532345"/>
                    <a:pt x="42477" y="532345"/>
                    <a:pt x="42101" y="531218"/>
                  </a:cubicBezTo>
                  <a:cubicBezTo>
                    <a:pt x="41364" y="531110"/>
                    <a:pt x="40628" y="531003"/>
                    <a:pt x="39869" y="530892"/>
                  </a:cubicBezTo>
                  <a:cubicBezTo>
                    <a:pt x="39132" y="530754"/>
                    <a:pt x="38395" y="530616"/>
                    <a:pt x="37636" y="530473"/>
                  </a:cubicBezTo>
                  <a:cubicBezTo>
                    <a:pt x="37359" y="529489"/>
                    <a:pt x="37111" y="528496"/>
                    <a:pt x="36892" y="527497"/>
                  </a:cubicBezTo>
                  <a:cubicBezTo>
                    <a:pt x="36263" y="527374"/>
                    <a:pt x="35634" y="527251"/>
                    <a:pt x="34985" y="527125"/>
                  </a:cubicBezTo>
                  <a:cubicBezTo>
                    <a:pt x="34387" y="527002"/>
                    <a:pt x="33788" y="526879"/>
                    <a:pt x="33171" y="526753"/>
                  </a:cubicBezTo>
                  <a:cubicBezTo>
                    <a:pt x="33171" y="525770"/>
                    <a:pt x="33171" y="524788"/>
                    <a:pt x="33171" y="523776"/>
                  </a:cubicBezTo>
                  <a:cubicBezTo>
                    <a:pt x="32183" y="523513"/>
                    <a:pt x="31190" y="523266"/>
                    <a:pt x="30195" y="523032"/>
                  </a:cubicBezTo>
                  <a:cubicBezTo>
                    <a:pt x="29358" y="521544"/>
                    <a:pt x="29358" y="521544"/>
                    <a:pt x="28707" y="520055"/>
                  </a:cubicBezTo>
                  <a:cubicBezTo>
                    <a:pt x="28216" y="519810"/>
                    <a:pt x="27724" y="519564"/>
                    <a:pt x="27218" y="519311"/>
                  </a:cubicBezTo>
                  <a:cubicBezTo>
                    <a:pt x="26722" y="518319"/>
                    <a:pt x="26226" y="517327"/>
                    <a:pt x="25730" y="516335"/>
                  </a:cubicBezTo>
                  <a:cubicBezTo>
                    <a:pt x="25239" y="516089"/>
                    <a:pt x="24748" y="515844"/>
                    <a:pt x="24242" y="515591"/>
                  </a:cubicBezTo>
                  <a:cubicBezTo>
                    <a:pt x="23939" y="513863"/>
                    <a:pt x="23688" y="512125"/>
                    <a:pt x="23498" y="510382"/>
                  </a:cubicBezTo>
                  <a:cubicBezTo>
                    <a:pt x="22761" y="510382"/>
                    <a:pt x="22024" y="510382"/>
                    <a:pt x="21265" y="510382"/>
                  </a:cubicBezTo>
                  <a:cubicBezTo>
                    <a:pt x="21144" y="508880"/>
                    <a:pt x="21023" y="507378"/>
                    <a:pt x="20902" y="505876"/>
                  </a:cubicBezTo>
                  <a:cubicBezTo>
                    <a:pt x="20615" y="504134"/>
                    <a:pt x="20615" y="504134"/>
                    <a:pt x="18289" y="502940"/>
                  </a:cubicBezTo>
                  <a:cubicBezTo>
                    <a:pt x="17960" y="501356"/>
                    <a:pt x="17960" y="501356"/>
                    <a:pt x="17870" y="499545"/>
                  </a:cubicBezTo>
                  <a:cubicBezTo>
                    <a:pt x="17807" y="497778"/>
                    <a:pt x="17807" y="497778"/>
                    <a:pt x="17545" y="496243"/>
                  </a:cubicBezTo>
                  <a:cubicBezTo>
                    <a:pt x="17053" y="495997"/>
                    <a:pt x="16562" y="495752"/>
                    <a:pt x="16056" y="495499"/>
                  </a:cubicBezTo>
                  <a:cubicBezTo>
                    <a:pt x="15789" y="492849"/>
                    <a:pt x="15725" y="490213"/>
                    <a:pt x="15641" y="487552"/>
                  </a:cubicBezTo>
                  <a:cubicBezTo>
                    <a:pt x="15602" y="485106"/>
                    <a:pt x="15602" y="485106"/>
                    <a:pt x="14199" y="484170"/>
                  </a:cubicBezTo>
                  <a:cubicBezTo>
                    <a:pt x="12431" y="482083"/>
                    <a:pt x="12722" y="479712"/>
                    <a:pt x="12699" y="477096"/>
                  </a:cubicBezTo>
                  <a:cubicBezTo>
                    <a:pt x="12686" y="476537"/>
                    <a:pt x="12672" y="475979"/>
                    <a:pt x="12658" y="475404"/>
                  </a:cubicBezTo>
                  <a:cubicBezTo>
                    <a:pt x="12618" y="473622"/>
                    <a:pt x="12593" y="471840"/>
                    <a:pt x="12568" y="470058"/>
                  </a:cubicBezTo>
                  <a:cubicBezTo>
                    <a:pt x="12543" y="468850"/>
                    <a:pt x="12518" y="467641"/>
                    <a:pt x="12491" y="466432"/>
                  </a:cubicBezTo>
                  <a:cubicBezTo>
                    <a:pt x="12428" y="463471"/>
                    <a:pt x="12378" y="460509"/>
                    <a:pt x="12336" y="457548"/>
                  </a:cubicBezTo>
                  <a:cubicBezTo>
                    <a:pt x="11599" y="457548"/>
                    <a:pt x="10862" y="457548"/>
                    <a:pt x="10103" y="457548"/>
                  </a:cubicBezTo>
                  <a:cubicBezTo>
                    <a:pt x="10090" y="414303"/>
                    <a:pt x="10079" y="371059"/>
                    <a:pt x="10072" y="327814"/>
                  </a:cubicBezTo>
                  <a:cubicBezTo>
                    <a:pt x="10072" y="327175"/>
                    <a:pt x="10071" y="326535"/>
                    <a:pt x="10071" y="325876"/>
                  </a:cubicBezTo>
                  <a:cubicBezTo>
                    <a:pt x="10069" y="311977"/>
                    <a:pt x="10067" y="298078"/>
                    <a:pt x="10065" y="284179"/>
                  </a:cubicBezTo>
                  <a:cubicBezTo>
                    <a:pt x="10064" y="277364"/>
                    <a:pt x="10063" y="270548"/>
                    <a:pt x="10062" y="263732"/>
                  </a:cubicBezTo>
                  <a:cubicBezTo>
                    <a:pt x="10062" y="263054"/>
                    <a:pt x="10062" y="262376"/>
                    <a:pt x="10062" y="261677"/>
                  </a:cubicBezTo>
                  <a:cubicBezTo>
                    <a:pt x="10059" y="239676"/>
                    <a:pt x="10053" y="217676"/>
                    <a:pt x="10046" y="195675"/>
                  </a:cubicBezTo>
                  <a:cubicBezTo>
                    <a:pt x="10039" y="173074"/>
                    <a:pt x="10035" y="150474"/>
                    <a:pt x="10033" y="127873"/>
                  </a:cubicBezTo>
                  <a:cubicBezTo>
                    <a:pt x="10033" y="124684"/>
                    <a:pt x="10033" y="121495"/>
                    <a:pt x="10033" y="118306"/>
                  </a:cubicBezTo>
                  <a:cubicBezTo>
                    <a:pt x="10032" y="117678"/>
                    <a:pt x="10032" y="117050"/>
                    <a:pt x="10032" y="116403"/>
                  </a:cubicBezTo>
                  <a:cubicBezTo>
                    <a:pt x="10032" y="106282"/>
                    <a:pt x="10028" y="96161"/>
                    <a:pt x="10024" y="86040"/>
                  </a:cubicBezTo>
                  <a:cubicBezTo>
                    <a:pt x="10019" y="75875"/>
                    <a:pt x="10018" y="65711"/>
                    <a:pt x="10019" y="55546"/>
                  </a:cubicBezTo>
                  <a:cubicBezTo>
                    <a:pt x="10019" y="49500"/>
                    <a:pt x="10018" y="43454"/>
                    <a:pt x="10013" y="37409"/>
                  </a:cubicBezTo>
                  <a:cubicBezTo>
                    <a:pt x="10010" y="32904"/>
                    <a:pt x="10011" y="28400"/>
                    <a:pt x="10013" y="23895"/>
                  </a:cubicBezTo>
                  <a:cubicBezTo>
                    <a:pt x="10013" y="22065"/>
                    <a:pt x="10013" y="20236"/>
                    <a:pt x="10010" y="18406"/>
                  </a:cubicBezTo>
                  <a:cubicBezTo>
                    <a:pt x="10007" y="15932"/>
                    <a:pt x="10009" y="13459"/>
                    <a:pt x="10012" y="10986"/>
                  </a:cubicBezTo>
                  <a:cubicBezTo>
                    <a:pt x="10010" y="10263"/>
                    <a:pt x="10008" y="9541"/>
                    <a:pt x="10006" y="8797"/>
                  </a:cubicBezTo>
                  <a:cubicBezTo>
                    <a:pt x="10007" y="8141"/>
                    <a:pt x="10009" y="7485"/>
                    <a:pt x="10011" y="6810"/>
                  </a:cubicBezTo>
                  <a:cubicBezTo>
                    <a:pt x="10011" y="6244"/>
                    <a:pt x="10010" y="5678"/>
                    <a:pt x="10010" y="5094"/>
                  </a:cubicBezTo>
                  <a:cubicBezTo>
                    <a:pt x="10103" y="3622"/>
                    <a:pt x="10103" y="3622"/>
                    <a:pt x="10847" y="1389"/>
                  </a:cubicBezTo>
                  <a:cubicBezTo>
                    <a:pt x="13130" y="248"/>
                    <a:pt x="15521" y="536"/>
                    <a:pt x="18026" y="537"/>
                  </a:cubicBezTo>
                  <a:close/>
                </a:path>
              </a:pathLst>
            </a:custGeom>
            <a:grpFill/>
            <a:ln w="744" cap="flat">
              <a:noFill/>
              <a:prstDash val="solid"/>
              <a:miter/>
            </a:ln>
          </p:spPr>
          <p:txBody>
            <a:bodyPr rtlCol="0" anchor="ctr"/>
            <a:lstStyle/>
            <a:p>
              <a:endParaRPr lang="zh-CN" altLang="en-US"/>
            </a:p>
          </p:txBody>
        </p:sp>
        <p:sp>
          <p:nvSpPr>
            <p:cNvPr id="158" name="任意多边形: 形状 157"/>
            <p:cNvSpPr/>
            <p:nvPr/>
          </p:nvSpPr>
          <p:spPr>
            <a:xfrm>
              <a:off x="10919517" y="777241"/>
              <a:ext cx="399573" cy="383248"/>
            </a:xfrm>
            <a:custGeom>
              <a:avLst/>
              <a:gdLst>
                <a:gd name="connsiteX0" fmla="*/ 176803 w 399578"/>
                <a:gd name="connsiteY0" fmla="*/ 761 h 383236"/>
                <a:gd name="connsiteX1" fmla="*/ 179268 w 399578"/>
                <a:gd name="connsiteY1" fmla="*/ 677 h 383236"/>
                <a:gd name="connsiteX2" fmla="*/ 181268 w 399578"/>
                <a:gd name="connsiteY2" fmla="*/ 994 h 383236"/>
                <a:gd name="connsiteX3" fmla="*/ 182012 w 399578"/>
                <a:gd name="connsiteY3" fmla="*/ 3970 h 383236"/>
                <a:gd name="connsiteX4" fmla="*/ 184617 w 399578"/>
                <a:gd name="connsiteY4" fmla="*/ 4342 h 383236"/>
                <a:gd name="connsiteX5" fmla="*/ 187221 w 399578"/>
                <a:gd name="connsiteY5" fmla="*/ 4714 h 383236"/>
                <a:gd name="connsiteX6" fmla="*/ 187965 w 399578"/>
                <a:gd name="connsiteY6" fmla="*/ 7691 h 383236"/>
                <a:gd name="connsiteX7" fmla="*/ 190105 w 399578"/>
                <a:gd name="connsiteY7" fmla="*/ 7691 h 383236"/>
                <a:gd name="connsiteX8" fmla="*/ 192430 w 399578"/>
                <a:gd name="connsiteY8" fmla="*/ 7691 h 383236"/>
                <a:gd name="connsiteX9" fmla="*/ 193454 w 399578"/>
                <a:gd name="connsiteY9" fmla="*/ 9133 h 383236"/>
                <a:gd name="connsiteX10" fmla="*/ 196093 w 399578"/>
                <a:gd name="connsiteY10" fmla="*/ 10926 h 383236"/>
                <a:gd name="connsiteX11" fmla="*/ 197732 w 399578"/>
                <a:gd name="connsiteY11" fmla="*/ 11039 h 383236"/>
                <a:gd name="connsiteX12" fmla="*/ 200616 w 399578"/>
                <a:gd name="connsiteY12" fmla="*/ 11411 h 383236"/>
                <a:gd name="connsiteX13" fmla="*/ 201360 w 399578"/>
                <a:gd name="connsiteY13" fmla="*/ 14388 h 383236"/>
                <a:gd name="connsiteX14" fmla="*/ 205825 w 399578"/>
                <a:gd name="connsiteY14" fmla="*/ 15132 h 383236"/>
                <a:gd name="connsiteX15" fmla="*/ 206569 w 399578"/>
                <a:gd name="connsiteY15" fmla="*/ 17365 h 383236"/>
                <a:gd name="connsiteX16" fmla="*/ 211144 w 399578"/>
                <a:gd name="connsiteY16" fmla="*/ 17827 h 383236"/>
                <a:gd name="connsiteX17" fmla="*/ 212522 w 399578"/>
                <a:gd name="connsiteY17" fmla="*/ 18109 h 383236"/>
                <a:gd name="connsiteX18" fmla="*/ 214010 w 399578"/>
                <a:gd name="connsiteY18" fmla="*/ 21085 h 383236"/>
                <a:gd name="connsiteX19" fmla="*/ 216615 w 399578"/>
                <a:gd name="connsiteY19" fmla="*/ 21457 h 383236"/>
                <a:gd name="connsiteX20" fmla="*/ 219219 w 399578"/>
                <a:gd name="connsiteY20" fmla="*/ 21829 h 383236"/>
                <a:gd name="connsiteX21" fmla="*/ 220708 w 399578"/>
                <a:gd name="connsiteY21" fmla="*/ 24806 h 383236"/>
                <a:gd name="connsiteX22" fmla="*/ 222568 w 399578"/>
                <a:gd name="connsiteY22" fmla="*/ 24806 h 383236"/>
                <a:gd name="connsiteX23" fmla="*/ 224428 w 399578"/>
                <a:gd name="connsiteY23" fmla="*/ 24806 h 383236"/>
                <a:gd name="connsiteX24" fmla="*/ 225033 w 399578"/>
                <a:gd name="connsiteY24" fmla="*/ 26248 h 383236"/>
                <a:gd name="connsiteX25" fmla="*/ 225917 w 399578"/>
                <a:gd name="connsiteY25" fmla="*/ 27783 h 383236"/>
                <a:gd name="connsiteX26" fmla="*/ 231870 w 399578"/>
                <a:gd name="connsiteY26" fmla="*/ 28527 h 383236"/>
                <a:gd name="connsiteX27" fmla="*/ 231870 w 399578"/>
                <a:gd name="connsiteY27" fmla="*/ 31503 h 383236"/>
                <a:gd name="connsiteX28" fmla="*/ 233471 w 399578"/>
                <a:gd name="connsiteY28" fmla="*/ 31588 h 383236"/>
                <a:gd name="connsiteX29" fmla="*/ 235544 w 399578"/>
                <a:gd name="connsiteY29" fmla="*/ 31736 h 383236"/>
                <a:gd name="connsiteX30" fmla="*/ 237611 w 399578"/>
                <a:gd name="connsiteY30" fmla="*/ 31867 h 383236"/>
                <a:gd name="connsiteX31" fmla="*/ 239311 w 399578"/>
                <a:gd name="connsiteY31" fmla="*/ 32247 h 383236"/>
                <a:gd name="connsiteX32" fmla="*/ 240241 w 399578"/>
                <a:gd name="connsiteY32" fmla="*/ 39782 h 383236"/>
                <a:gd name="connsiteX33" fmla="*/ 240299 w 399578"/>
                <a:gd name="connsiteY33" fmla="*/ 42625 h 383236"/>
                <a:gd name="connsiteX34" fmla="*/ 240055 w 399578"/>
                <a:gd name="connsiteY34" fmla="*/ 44898 h 383236"/>
                <a:gd name="connsiteX35" fmla="*/ 237823 w 399578"/>
                <a:gd name="connsiteY35" fmla="*/ 45642 h 383236"/>
                <a:gd name="connsiteX36" fmla="*/ 237079 w 399578"/>
                <a:gd name="connsiteY36" fmla="*/ 50851 h 383236"/>
                <a:gd name="connsiteX37" fmla="*/ 234846 w 399578"/>
                <a:gd name="connsiteY37" fmla="*/ 52339 h 383236"/>
                <a:gd name="connsiteX38" fmla="*/ 234102 w 399578"/>
                <a:gd name="connsiteY38" fmla="*/ 57548 h 383236"/>
                <a:gd name="connsiteX39" fmla="*/ 231870 w 399578"/>
                <a:gd name="connsiteY39" fmla="*/ 57548 h 383236"/>
                <a:gd name="connsiteX40" fmla="*/ 231591 w 399578"/>
                <a:gd name="connsiteY40" fmla="*/ 60478 h 383236"/>
                <a:gd name="connsiteX41" fmla="*/ 231126 w 399578"/>
                <a:gd name="connsiteY41" fmla="*/ 63501 h 383236"/>
                <a:gd name="connsiteX42" fmla="*/ 229637 w 399578"/>
                <a:gd name="connsiteY42" fmla="*/ 64245 h 383236"/>
                <a:gd name="connsiteX43" fmla="*/ 229312 w 399578"/>
                <a:gd name="connsiteY43" fmla="*/ 66431 h 383236"/>
                <a:gd name="connsiteX44" fmla="*/ 228893 w 399578"/>
                <a:gd name="connsiteY44" fmla="*/ 68710 h 383236"/>
                <a:gd name="connsiteX45" fmla="*/ 226661 w 399578"/>
                <a:gd name="connsiteY45" fmla="*/ 70199 h 383236"/>
                <a:gd name="connsiteX46" fmla="*/ 226289 w 399578"/>
                <a:gd name="connsiteY46" fmla="*/ 72850 h 383236"/>
                <a:gd name="connsiteX47" fmla="*/ 225917 w 399578"/>
                <a:gd name="connsiteY47" fmla="*/ 75408 h 383236"/>
                <a:gd name="connsiteX48" fmla="*/ 223684 w 399578"/>
                <a:gd name="connsiteY48" fmla="*/ 76152 h 383236"/>
                <a:gd name="connsiteX49" fmla="*/ 222940 w 399578"/>
                <a:gd name="connsiteY49" fmla="*/ 81361 h 383236"/>
                <a:gd name="connsiteX50" fmla="*/ 221452 w 399578"/>
                <a:gd name="connsiteY50" fmla="*/ 82105 h 383236"/>
                <a:gd name="connsiteX51" fmla="*/ 220708 w 399578"/>
                <a:gd name="connsiteY51" fmla="*/ 86570 h 383236"/>
                <a:gd name="connsiteX52" fmla="*/ 218475 w 399578"/>
                <a:gd name="connsiteY52" fmla="*/ 86570 h 383236"/>
                <a:gd name="connsiteX53" fmla="*/ 217731 w 399578"/>
                <a:gd name="connsiteY53" fmla="*/ 93267 h 383236"/>
                <a:gd name="connsiteX54" fmla="*/ 215499 w 399578"/>
                <a:gd name="connsiteY54" fmla="*/ 93267 h 383236"/>
                <a:gd name="connsiteX55" fmla="*/ 215220 w 399578"/>
                <a:gd name="connsiteY55" fmla="*/ 95825 h 383236"/>
                <a:gd name="connsiteX56" fmla="*/ 214755 w 399578"/>
                <a:gd name="connsiteY56" fmla="*/ 98476 h 383236"/>
                <a:gd name="connsiteX57" fmla="*/ 213266 w 399578"/>
                <a:gd name="connsiteY57" fmla="*/ 99220 h 383236"/>
                <a:gd name="connsiteX58" fmla="*/ 212522 w 399578"/>
                <a:gd name="connsiteY58" fmla="*/ 103685 h 383236"/>
                <a:gd name="connsiteX59" fmla="*/ 210290 w 399578"/>
                <a:gd name="connsiteY59" fmla="*/ 103685 h 383236"/>
                <a:gd name="connsiteX60" fmla="*/ 210057 w 399578"/>
                <a:gd name="connsiteY60" fmla="*/ 106615 h 383236"/>
                <a:gd name="connsiteX61" fmla="*/ 209546 w 399578"/>
                <a:gd name="connsiteY61" fmla="*/ 109638 h 383236"/>
                <a:gd name="connsiteX62" fmla="*/ 207313 w 399578"/>
                <a:gd name="connsiteY62" fmla="*/ 110382 h 383236"/>
                <a:gd name="connsiteX63" fmla="*/ 206569 w 399578"/>
                <a:gd name="connsiteY63" fmla="*/ 115591 h 383236"/>
                <a:gd name="connsiteX64" fmla="*/ 205081 w 399578"/>
                <a:gd name="connsiteY64" fmla="*/ 116335 h 383236"/>
                <a:gd name="connsiteX65" fmla="*/ 204337 w 399578"/>
                <a:gd name="connsiteY65" fmla="*/ 118196 h 383236"/>
                <a:gd name="connsiteX66" fmla="*/ 202104 w 399578"/>
                <a:gd name="connsiteY66" fmla="*/ 120800 h 383236"/>
                <a:gd name="connsiteX67" fmla="*/ 201779 w 399578"/>
                <a:gd name="connsiteY67" fmla="*/ 123358 h 383236"/>
                <a:gd name="connsiteX68" fmla="*/ 201360 w 399578"/>
                <a:gd name="connsiteY68" fmla="*/ 126009 h 383236"/>
                <a:gd name="connsiteX69" fmla="*/ 199128 w 399578"/>
                <a:gd name="connsiteY69" fmla="*/ 127497 h 383236"/>
                <a:gd name="connsiteX70" fmla="*/ 198383 w 399578"/>
                <a:gd name="connsiteY70" fmla="*/ 130474 h 383236"/>
                <a:gd name="connsiteX71" fmla="*/ 196895 w 399578"/>
                <a:gd name="connsiteY71" fmla="*/ 131218 h 383236"/>
                <a:gd name="connsiteX72" fmla="*/ 196616 w 399578"/>
                <a:gd name="connsiteY72" fmla="*/ 133823 h 383236"/>
                <a:gd name="connsiteX73" fmla="*/ 196151 w 399578"/>
                <a:gd name="connsiteY73" fmla="*/ 136427 h 383236"/>
                <a:gd name="connsiteX74" fmla="*/ 193174 w 399578"/>
                <a:gd name="connsiteY74" fmla="*/ 137171 h 383236"/>
                <a:gd name="connsiteX75" fmla="*/ 193174 w 399578"/>
                <a:gd name="connsiteY75" fmla="*/ 141636 h 383236"/>
                <a:gd name="connsiteX76" fmla="*/ 190942 w 399578"/>
                <a:gd name="connsiteY76" fmla="*/ 141636 h 383236"/>
                <a:gd name="connsiteX77" fmla="*/ 190709 w 399578"/>
                <a:gd name="connsiteY77" fmla="*/ 144101 h 383236"/>
                <a:gd name="connsiteX78" fmla="*/ 187965 w 399578"/>
                <a:gd name="connsiteY78" fmla="*/ 149077 h 383236"/>
                <a:gd name="connsiteX79" fmla="*/ 187221 w 399578"/>
                <a:gd name="connsiteY79" fmla="*/ 152054 h 383236"/>
                <a:gd name="connsiteX80" fmla="*/ 185733 w 399578"/>
                <a:gd name="connsiteY80" fmla="*/ 152798 h 383236"/>
                <a:gd name="connsiteX81" fmla="*/ 185407 w 399578"/>
                <a:gd name="connsiteY81" fmla="*/ 154612 h 383236"/>
                <a:gd name="connsiteX82" fmla="*/ 182756 w 399578"/>
                <a:gd name="connsiteY82" fmla="*/ 158007 h 383236"/>
                <a:gd name="connsiteX83" fmla="*/ 181268 w 399578"/>
                <a:gd name="connsiteY83" fmla="*/ 161728 h 383236"/>
                <a:gd name="connsiteX84" fmla="*/ 179780 w 399578"/>
                <a:gd name="connsiteY84" fmla="*/ 161728 h 383236"/>
                <a:gd name="connsiteX85" fmla="*/ 179919 w 399578"/>
                <a:gd name="connsiteY85" fmla="*/ 163821 h 383236"/>
                <a:gd name="connsiteX86" fmla="*/ 178710 w 399578"/>
                <a:gd name="connsiteY86" fmla="*/ 167402 h 383236"/>
                <a:gd name="connsiteX87" fmla="*/ 177547 w 399578"/>
                <a:gd name="connsiteY87" fmla="*/ 168425 h 383236"/>
                <a:gd name="connsiteX88" fmla="*/ 177175 w 399578"/>
                <a:gd name="connsiteY88" fmla="*/ 169960 h 383236"/>
                <a:gd name="connsiteX89" fmla="*/ 174571 w 399578"/>
                <a:gd name="connsiteY89" fmla="*/ 172890 h 383236"/>
                <a:gd name="connsiteX90" fmla="*/ 173827 w 399578"/>
                <a:gd name="connsiteY90" fmla="*/ 175867 h 383236"/>
                <a:gd name="connsiteX91" fmla="*/ 172339 w 399578"/>
                <a:gd name="connsiteY91" fmla="*/ 176611 h 383236"/>
                <a:gd name="connsiteX92" fmla="*/ 171594 w 399578"/>
                <a:gd name="connsiteY92" fmla="*/ 178843 h 383236"/>
                <a:gd name="connsiteX93" fmla="*/ 169362 w 399578"/>
                <a:gd name="connsiteY93" fmla="*/ 181820 h 383236"/>
                <a:gd name="connsiteX94" fmla="*/ 169036 w 399578"/>
                <a:gd name="connsiteY94" fmla="*/ 183680 h 383236"/>
                <a:gd name="connsiteX95" fmla="*/ 168618 w 399578"/>
                <a:gd name="connsiteY95" fmla="*/ 185540 h 383236"/>
                <a:gd name="connsiteX96" fmla="*/ 166385 w 399578"/>
                <a:gd name="connsiteY96" fmla="*/ 186285 h 383236"/>
                <a:gd name="connsiteX97" fmla="*/ 165641 w 399578"/>
                <a:gd name="connsiteY97" fmla="*/ 190749 h 383236"/>
                <a:gd name="connsiteX98" fmla="*/ 163409 w 399578"/>
                <a:gd name="connsiteY98" fmla="*/ 192982 h 383236"/>
                <a:gd name="connsiteX99" fmla="*/ 162665 w 399578"/>
                <a:gd name="connsiteY99" fmla="*/ 195214 h 383236"/>
                <a:gd name="connsiteX100" fmla="*/ 160432 w 399578"/>
                <a:gd name="connsiteY100" fmla="*/ 195214 h 383236"/>
                <a:gd name="connsiteX101" fmla="*/ 160432 w 399578"/>
                <a:gd name="connsiteY101" fmla="*/ 199679 h 383236"/>
                <a:gd name="connsiteX102" fmla="*/ 158200 w 399578"/>
                <a:gd name="connsiteY102" fmla="*/ 199679 h 383236"/>
                <a:gd name="connsiteX103" fmla="*/ 157967 w 399578"/>
                <a:gd name="connsiteY103" fmla="*/ 201772 h 383236"/>
                <a:gd name="connsiteX104" fmla="*/ 155223 w 399578"/>
                <a:gd name="connsiteY104" fmla="*/ 206376 h 383236"/>
                <a:gd name="connsiteX105" fmla="*/ 154479 w 399578"/>
                <a:gd name="connsiteY105" fmla="*/ 208609 h 383236"/>
                <a:gd name="connsiteX106" fmla="*/ 152991 w 399578"/>
                <a:gd name="connsiteY106" fmla="*/ 209353 h 383236"/>
                <a:gd name="connsiteX107" fmla="*/ 152665 w 399578"/>
                <a:gd name="connsiteY107" fmla="*/ 211260 h 383236"/>
                <a:gd name="connsiteX108" fmla="*/ 152247 w 399578"/>
                <a:gd name="connsiteY108" fmla="*/ 213074 h 383236"/>
                <a:gd name="connsiteX109" fmla="*/ 150014 w 399578"/>
                <a:gd name="connsiteY109" fmla="*/ 213074 h 383236"/>
                <a:gd name="connsiteX110" fmla="*/ 149782 w 399578"/>
                <a:gd name="connsiteY110" fmla="*/ 215539 h 383236"/>
                <a:gd name="connsiteX111" fmla="*/ 147038 w 399578"/>
                <a:gd name="connsiteY111" fmla="*/ 220515 h 383236"/>
                <a:gd name="connsiteX112" fmla="*/ 145549 w 399578"/>
                <a:gd name="connsiteY112" fmla="*/ 222747 h 383236"/>
                <a:gd name="connsiteX113" fmla="*/ 144061 w 399578"/>
                <a:gd name="connsiteY113" fmla="*/ 222747 h 383236"/>
                <a:gd name="connsiteX114" fmla="*/ 144201 w 399578"/>
                <a:gd name="connsiteY114" fmla="*/ 224561 h 383236"/>
                <a:gd name="connsiteX115" fmla="*/ 144061 w 399578"/>
                <a:gd name="connsiteY115" fmla="*/ 226468 h 383236"/>
                <a:gd name="connsiteX116" fmla="*/ 141829 w 399578"/>
                <a:gd name="connsiteY116" fmla="*/ 227212 h 383236"/>
                <a:gd name="connsiteX117" fmla="*/ 141085 w 399578"/>
                <a:gd name="connsiteY117" fmla="*/ 230933 h 383236"/>
                <a:gd name="connsiteX118" fmla="*/ 139596 w 399578"/>
                <a:gd name="connsiteY118" fmla="*/ 231677 h 383236"/>
                <a:gd name="connsiteX119" fmla="*/ 138480 w 399578"/>
                <a:gd name="connsiteY119" fmla="*/ 233956 h 383236"/>
                <a:gd name="connsiteX120" fmla="*/ 137364 w 399578"/>
                <a:gd name="connsiteY120" fmla="*/ 236142 h 383236"/>
                <a:gd name="connsiteX121" fmla="*/ 135876 w 399578"/>
                <a:gd name="connsiteY121" fmla="*/ 236142 h 383236"/>
                <a:gd name="connsiteX122" fmla="*/ 135550 w 399578"/>
                <a:gd name="connsiteY122" fmla="*/ 237584 h 383236"/>
                <a:gd name="connsiteX123" fmla="*/ 135131 w 399578"/>
                <a:gd name="connsiteY123" fmla="*/ 239118 h 383236"/>
                <a:gd name="connsiteX124" fmla="*/ 132899 w 399578"/>
                <a:gd name="connsiteY124" fmla="*/ 239863 h 383236"/>
                <a:gd name="connsiteX125" fmla="*/ 132899 w 399578"/>
                <a:gd name="connsiteY125" fmla="*/ 243583 h 383236"/>
                <a:gd name="connsiteX126" fmla="*/ 130667 w 399578"/>
                <a:gd name="connsiteY126" fmla="*/ 243583 h 383236"/>
                <a:gd name="connsiteX127" fmla="*/ 130806 w 399578"/>
                <a:gd name="connsiteY127" fmla="*/ 245397 h 383236"/>
                <a:gd name="connsiteX128" fmla="*/ 130667 w 399578"/>
                <a:gd name="connsiteY128" fmla="*/ 247304 h 383236"/>
                <a:gd name="connsiteX129" fmla="*/ 128434 w 399578"/>
                <a:gd name="connsiteY129" fmla="*/ 248048 h 383236"/>
                <a:gd name="connsiteX130" fmla="*/ 126946 w 399578"/>
                <a:gd name="connsiteY130" fmla="*/ 252513 h 383236"/>
                <a:gd name="connsiteX131" fmla="*/ 123969 w 399578"/>
                <a:gd name="connsiteY131" fmla="*/ 256234 h 383236"/>
                <a:gd name="connsiteX132" fmla="*/ 122481 w 399578"/>
                <a:gd name="connsiteY132" fmla="*/ 256234 h 383236"/>
                <a:gd name="connsiteX133" fmla="*/ 122481 w 399578"/>
                <a:gd name="connsiteY133" fmla="*/ 258466 h 383236"/>
                <a:gd name="connsiteX134" fmla="*/ 123969 w 399578"/>
                <a:gd name="connsiteY134" fmla="*/ 257722 h 383236"/>
                <a:gd name="connsiteX135" fmla="*/ 127257 w 399578"/>
                <a:gd name="connsiteY135" fmla="*/ 257581 h 383236"/>
                <a:gd name="connsiteX136" fmla="*/ 129319 w 399578"/>
                <a:gd name="connsiteY136" fmla="*/ 257543 h 383236"/>
                <a:gd name="connsiteX137" fmla="*/ 131550 w 399578"/>
                <a:gd name="connsiteY137" fmla="*/ 257513 h 383236"/>
                <a:gd name="connsiteX138" fmla="*/ 133836 w 399578"/>
                <a:gd name="connsiteY138" fmla="*/ 257471 h 383236"/>
                <a:gd name="connsiteX139" fmla="*/ 143544 w 399578"/>
                <a:gd name="connsiteY139" fmla="*/ 257311 h 383236"/>
                <a:gd name="connsiteX140" fmla="*/ 150619 w 399578"/>
                <a:gd name="connsiteY140" fmla="*/ 257187 h 383236"/>
                <a:gd name="connsiteX141" fmla="*/ 152850 w 399578"/>
                <a:gd name="connsiteY141" fmla="*/ 257157 h 383236"/>
                <a:gd name="connsiteX142" fmla="*/ 154912 w 399578"/>
                <a:gd name="connsiteY142" fmla="*/ 257119 h 383236"/>
                <a:gd name="connsiteX143" fmla="*/ 156731 w 399578"/>
                <a:gd name="connsiteY143" fmla="*/ 257091 h 383236"/>
                <a:gd name="connsiteX144" fmla="*/ 159688 w 399578"/>
                <a:gd name="connsiteY144" fmla="*/ 256234 h 383236"/>
                <a:gd name="connsiteX145" fmla="*/ 159688 w 399578"/>
                <a:gd name="connsiteY145" fmla="*/ 254001 h 383236"/>
                <a:gd name="connsiteX146" fmla="*/ 161204 w 399578"/>
                <a:gd name="connsiteY146" fmla="*/ 253988 h 383236"/>
                <a:gd name="connsiteX147" fmla="*/ 176775 w 399578"/>
                <a:gd name="connsiteY147" fmla="*/ 253806 h 383236"/>
                <a:gd name="connsiteX148" fmla="*/ 182591 w 399578"/>
                <a:gd name="connsiteY148" fmla="*/ 253744 h 383236"/>
                <a:gd name="connsiteX149" fmla="*/ 190936 w 399578"/>
                <a:gd name="connsiteY149" fmla="*/ 253638 h 383236"/>
                <a:gd name="connsiteX150" fmla="*/ 193576 w 399578"/>
                <a:gd name="connsiteY150" fmla="*/ 253624 h 383236"/>
                <a:gd name="connsiteX151" fmla="*/ 196014 w 399578"/>
                <a:gd name="connsiteY151" fmla="*/ 253579 h 383236"/>
                <a:gd name="connsiteX152" fmla="*/ 198167 w 399578"/>
                <a:gd name="connsiteY152" fmla="*/ 253554 h 383236"/>
                <a:gd name="connsiteX153" fmla="*/ 199872 w 399578"/>
                <a:gd name="connsiteY153" fmla="*/ 253257 h 383236"/>
                <a:gd name="connsiteX154" fmla="*/ 201360 w 399578"/>
                <a:gd name="connsiteY154" fmla="*/ 251025 h 383236"/>
                <a:gd name="connsiteX155" fmla="*/ 225219 w 399578"/>
                <a:gd name="connsiteY155" fmla="*/ 250281 h 383236"/>
                <a:gd name="connsiteX156" fmla="*/ 233059 w 399578"/>
                <a:gd name="connsiteY156" fmla="*/ 250327 h 383236"/>
                <a:gd name="connsiteX157" fmla="*/ 234863 w 399578"/>
                <a:gd name="connsiteY157" fmla="*/ 250346 h 383236"/>
                <a:gd name="connsiteX158" fmla="*/ 241544 w 399578"/>
                <a:gd name="connsiteY158" fmla="*/ 249536 h 383236"/>
                <a:gd name="connsiteX159" fmla="*/ 242288 w 399578"/>
                <a:gd name="connsiteY159" fmla="*/ 247304 h 383236"/>
                <a:gd name="connsiteX160" fmla="*/ 245981 w 399578"/>
                <a:gd name="connsiteY160" fmla="*/ 247030 h 383236"/>
                <a:gd name="connsiteX161" fmla="*/ 248366 w 399578"/>
                <a:gd name="connsiteY161" fmla="*/ 247014 h 383236"/>
                <a:gd name="connsiteX162" fmla="*/ 250962 w 399578"/>
                <a:gd name="connsiteY162" fmla="*/ 247028 h 383236"/>
                <a:gd name="connsiteX163" fmla="*/ 256336 w 399578"/>
                <a:gd name="connsiteY163" fmla="*/ 246989 h 383236"/>
                <a:gd name="connsiteX164" fmla="*/ 264862 w 399578"/>
                <a:gd name="connsiteY164" fmla="*/ 246980 h 383236"/>
                <a:gd name="connsiteX165" fmla="*/ 273053 w 399578"/>
                <a:gd name="connsiteY165" fmla="*/ 246935 h 383236"/>
                <a:gd name="connsiteX166" fmla="*/ 275649 w 399578"/>
                <a:gd name="connsiteY166" fmla="*/ 246953 h 383236"/>
                <a:gd name="connsiteX167" fmla="*/ 278034 w 399578"/>
                <a:gd name="connsiteY167" fmla="*/ 246931 h 383236"/>
                <a:gd name="connsiteX168" fmla="*/ 280145 w 399578"/>
                <a:gd name="connsiteY168" fmla="*/ 246931 h 383236"/>
                <a:gd name="connsiteX169" fmla="*/ 281727 w 399578"/>
                <a:gd name="connsiteY169" fmla="*/ 246560 h 383236"/>
                <a:gd name="connsiteX170" fmla="*/ 282471 w 399578"/>
                <a:gd name="connsiteY170" fmla="*/ 243583 h 383236"/>
                <a:gd name="connsiteX171" fmla="*/ 286192 w 399578"/>
                <a:gd name="connsiteY171" fmla="*/ 244327 h 383236"/>
                <a:gd name="connsiteX172" fmla="*/ 285448 w 399578"/>
                <a:gd name="connsiteY172" fmla="*/ 240607 h 383236"/>
                <a:gd name="connsiteX173" fmla="*/ 283960 w 399578"/>
                <a:gd name="connsiteY173" fmla="*/ 239863 h 383236"/>
                <a:gd name="connsiteX174" fmla="*/ 282471 w 399578"/>
                <a:gd name="connsiteY174" fmla="*/ 235398 h 383236"/>
                <a:gd name="connsiteX175" fmla="*/ 280983 w 399578"/>
                <a:gd name="connsiteY175" fmla="*/ 234654 h 383236"/>
                <a:gd name="connsiteX176" fmla="*/ 279495 w 399578"/>
                <a:gd name="connsiteY176" fmla="*/ 230189 h 383236"/>
                <a:gd name="connsiteX177" fmla="*/ 278006 w 399578"/>
                <a:gd name="connsiteY177" fmla="*/ 229445 h 383236"/>
                <a:gd name="connsiteX178" fmla="*/ 277681 w 399578"/>
                <a:gd name="connsiteY178" fmla="*/ 227677 h 383236"/>
                <a:gd name="connsiteX179" fmla="*/ 276100 w 399578"/>
                <a:gd name="connsiteY179" fmla="*/ 224608 h 383236"/>
                <a:gd name="connsiteX180" fmla="*/ 275030 w 399578"/>
                <a:gd name="connsiteY180" fmla="*/ 219771 h 383236"/>
                <a:gd name="connsiteX181" fmla="*/ 272798 w 399578"/>
                <a:gd name="connsiteY181" fmla="*/ 219027 h 383236"/>
                <a:gd name="connsiteX182" fmla="*/ 271309 w 399578"/>
                <a:gd name="connsiteY182" fmla="*/ 215306 h 383236"/>
                <a:gd name="connsiteX183" fmla="*/ 269821 w 399578"/>
                <a:gd name="connsiteY183" fmla="*/ 214562 h 383236"/>
                <a:gd name="connsiteX184" fmla="*/ 269821 w 399578"/>
                <a:gd name="connsiteY184" fmla="*/ 209353 h 383236"/>
                <a:gd name="connsiteX185" fmla="*/ 267589 w 399578"/>
                <a:gd name="connsiteY185" fmla="*/ 209353 h 383236"/>
                <a:gd name="connsiteX186" fmla="*/ 267356 w 399578"/>
                <a:gd name="connsiteY186" fmla="*/ 207167 h 383236"/>
                <a:gd name="connsiteX187" fmla="*/ 266844 w 399578"/>
                <a:gd name="connsiteY187" fmla="*/ 204888 h 383236"/>
                <a:gd name="connsiteX188" fmla="*/ 264612 w 399578"/>
                <a:gd name="connsiteY188" fmla="*/ 204144 h 383236"/>
                <a:gd name="connsiteX189" fmla="*/ 263868 w 399578"/>
                <a:gd name="connsiteY189" fmla="*/ 199679 h 383236"/>
                <a:gd name="connsiteX190" fmla="*/ 261635 w 399578"/>
                <a:gd name="connsiteY190" fmla="*/ 198935 h 383236"/>
                <a:gd name="connsiteX191" fmla="*/ 261635 w 399578"/>
                <a:gd name="connsiteY191" fmla="*/ 195214 h 383236"/>
                <a:gd name="connsiteX192" fmla="*/ 259403 w 399578"/>
                <a:gd name="connsiteY192" fmla="*/ 194470 h 383236"/>
                <a:gd name="connsiteX193" fmla="*/ 257915 w 399578"/>
                <a:gd name="connsiteY193" fmla="*/ 190005 h 383236"/>
                <a:gd name="connsiteX194" fmla="*/ 256426 w 399578"/>
                <a:gd name="connsiteY194" fmla="*/ 189261 h 383236"/>
                <a:gd name="connsiteX195" fmla="*/ 256101 w 399578"/>
                <a:gd name="connsiteY195" fmla="*/ 187447 h 383236"/>
                <a:gd name="connsiteX196" fmla="*/ 253450 w 399578"/>
                <a:gd name="connsiteY196" fmla="*/ 184052 h 383236"/>
                <a:gd name="connsiteX197" fmla="*/ 252706 w 399578"/>
                <a:gd name="connsiteY197" fmla="*/ 179587 h 383236"/>
                <a:gd name="connsiteX198" fmla="*/ 250473 w 399578"/>
                <a:gd name="connsiteY198" fmla="*/ 179587 h 383236"/>
                <a:gd name="connsiteX199" fmla="*/ 250613 w 399578"/>
                <a:gd name="connsiteY199" fmla="*/ 177820 h 383236"/>
                <a:gd name="connsiteX200" fmla="*/ 250473 w 399578"/>
                <a:gd name="connsiteY200" fmla="*/ 175867 h 383236"/>
                <a:gd name="connsiteX201" fmla="*/ 248241 w 399578"/>
                <a:gd name="connsiteY201" fmla="*/ 174378 h 383236"/>
                <a:gd name="connsiteX202" fmla="*/ 248101 w 399578"/>
                <a:gd name="connsiteY202" fmla="*/ 169820 h 383236"/>
                <a:gd name="connsiteX203" fmla="*/ 248162 w 399578"/>
                <a:gd name="connsiteY203" fmla="*/ 167350 h 383236"/>
                <a:gd name="connsiteX204" fmla="*/ 248241 w 399578"/>
                <a:gd name="connsiteY204" fmla="*/ 165449 h 383236"/>
                <a:gd name="connsiteX205" fmla="*/ 255682 w 399578"/>
                <a:gd name="connsiteY205" fmla="*/ 164704 h 383236"/>
                <a:gd name="connsiteX206" fmla="*/ 255682 w 399578"/>
                <a:gd name="connsiteY206" fmla="*/ 161728 h 383236"/>
                <a:gd name="connsiteX207" fmla="*/ 258612 w 399578"/>
                <a:gd name="connsiteY207" fmla="*/ 161914 h 383236"/>
                <a:gd name="connsiteX208" fmla="*/ 261635 w 399578"/>
                <a:gd name="connsiteY208" fmla="*/ 161728 h 383236"/>
                <a:gd name="connsiteX209" fmla="*/ 262380 w 399578"/>
                <a:gd name="connsiteY209" fmla="*/ 158751 h 383236"/>
                <a:gd name="connsiteX210" fmla="*/ 266844 w 399578"/>
                <a:gd name="connsiteY210" fmla="*/ 157263 h 383236"/>
                <a:gd name="connsiteX211" fmla="*/ 267589 w 399578"/>
                <a:gd name="connsiteY211" fmla="*/ 155031 h 383236"/>
                <a:gd name="connsiteX212" fmla="*/ 270193 w 399578"/>
                <a:gd name="connsiteY212" fmla="*/ 154705 h 383236"/>
                <a:gd name="connsiteX213" fmla="*/ 272798 w 399578"/>
                <a:gd name="connsiteY213" fmla="*/ 154286 h 383236"/>
                <a:gd name="connsiteX214" fmla="*/ 273170 w 399578"/>
                <a:gd name="connsiteY214" fmla="*/ 152798 h 383236"/>
                <a:gd name="connsiteX215" fmla="*/ 273542 w 399578"/>
                <a:gd name="connsiteY215" fmla="*/ 151310 h 383236"/>
                <a:gd name="connsiteX216" fmla="*/ 278751 w 399578"/>
                <a:gd name="connsiteY216" fmla="*/ 150566 h 383236"/>
                <a:gd name="connsiteX217" fmla="*/ 279495 w 399578"/>
                <a:gd name="connsiteY217" fmla="*/ 148333 h 383236"/>
                <a:gd name="connsiteX218" fmla="*/ 284704 w 399578"/>
                <a:gd name="connsiteY218" fmla="*/ 146845 h 383236"/>
                <a:gd name="connsiteX219" fmla="*/ 285448 w 399578"/>
                <a:gd name="connsiteY219" fmla="*/ 144613 h 383236"/>
                <a:gd name="connsiteX220" fmla="*/ 290657 w 399578"/>
                <a:gd name="connsiteY220" fmla="*/ 143869 h 383236"/>
                <a:gd name="connsiteX221" fmla="*/ 291401 w 399578"/>
                <a:gd name="connsiteY221" fmla="*/ 141636 h 383236"/>
                <a:gd name="connsiteX222" fmla="*/ 294424 w 399578"/>
                <a:gd name="connsiteY222" fmla="*/ 141124 h 383236"/>
                <a:gd name="connsiteX223" fmla="*/ 297354 w 399578"/>
                <a:gd name="connsiteY223" fmla="*/ 140892 h 383236"/>
                <a:gd name="connsiteX224" fmla="*/ 297354 w 399578"/>
                <a:gd name="connsiteY224" fmla="*/ 137915 h 383236"/>
                <a:gd name="connsiteX225" fmla="*/ 307772 w 399578"/>
                <a:gd name="connsiteY225" fmla="*/ 137915 h 383236"/>
                <a:gd name="connsiteX226" fmla="*/ 308005 w 399578"/>
                <a:gd name="connsiteY226" fmla="*/ 140473 h 383236"/>
                <a:gd name="connsiteX227" fmla="*/ 308516 w 399578"/>
                <a:gd name="connsiteY227" fmla="*/ 143124 h 383236"/>
                <a:gd name="connsiteX228" fmla="*/ 310749 w 399578"/>
                <a:gd name="connsiteY228" fmla="*/ 143869 h 383236"/>
                <a:gd name="connsiteX229" fmla="*/ 311493 w 399578"/>
                <a:gd name="connsiteY229" fmla="*/ 147589 h 383236"/>
                <a:gd name="connsiteX230" fmla="*/ 312981 w 399578"/>
                <a:gd name="connsiteY230" fmla="*/ 148333 h 383236"/>
                <a:gd name="connsiteX231" fmla="*/ 314469 w 399578"/>
                <a:gd name="connsiteY231" fmla="*/ 152054 h 383236"/>
                <a:gd name="connsiteX232" fmla="*/ 315958 w 399578"/>
                <a:gd name="connsiteY232" fmla="*/ 152798 h 383236"/>
                <a:gd name="connsiteX233" fmla="*/ 317446 w 399578"/>
                <a:gd name="connsiteY233" fmla="*/ 156519 h 383236"/>
                <a:gd name="connsiteX234" fmla="*/ 318934 w 399578"/>
                <a:gd name="connsiteY234" fmla="*/ 157263 h 383236"/>
                <a:gd name="connsiteX235" fmla="*/ 318888 w 399578"/>
                <a:gd name="connsiteY235" fmla="*/ 159495 h 383236"/>
                <a:gd name="connsiteX236" fmla="*/ 318934 w 399578"/>
                <a:gd name="connsiteY236" fmla="*/ 161728 h 383236"/>
                <a:gd name="connsiteX237" fmla="*/ 321167 w 399578"/>
                <a:gd name="connsiteY237" fmla="*/ 162472 h 383236"/>
                <a:gd name="connsiteX238" fmla="*/ 321539 w 399578"/>
                <a:gd name="connsiteY238" fmla="*/ 164379 h 383236"/>
                <a:gd name="connsiteX239" fmla="*/ 321911 w 399578"/>
                <a:gd name="connsiteY239" fmla="*/ 166193 h 383236"/>
                <a:gd name="connsiteX240" fmla="*/ 324143 w 399578"/>
                <a:gd name="connsiteY240" fmla="*/ 166193 h 383236"/>
                <a:gd name="connsiteX241" fmla="*/ 325631 w 399578"/>
                <a:gd name="connsiteY241" fmla="*/ 170658 h 383236"/>
                <a:gd name="connsiteX242" fmla="*/ 327120 w 399578"/>
                <a:gd name="connsiteY242" fmla="*/ 171402 h 383236"/>
                <a:gd name="connsiteX243" fmla="*/ 327864 w 399578"/>
                <a:gd name="connsiteY243" fmla="*/ 175122 h 383236"/>
                <a:gd name="connsiteX244" fmla="*/ 329352 w 399578"/>
                <a:gd name="connsiteY244" fmla="*/ 175867 h 383236"/>
                <a:gd name="connsiteX245" fmla="*/ 330840 w 399578"/>
                <a:gd name="connsiteY245" fmla="*/ 179587 h 383236"/>
                <a:gd name="connsiteX246" fmla="*/ 332329 w 399578"/>
                <a:gd name="connsiteY246" fmla="*/ 180331 h 383236"/>
                <a:gd name="connsiteX247" fmla="*/ 333817 w 399578"/>
                <a:gd name="connsiteY247" fmla="*/ 185540 h 383236"/>
                <a:gd name="connsiteX248" fmla="*/ 335305 w 399578"/>
                <a:gd name="connsiteY248" fmla="*/ 186285 h 383236"/>
                <a:gd name="connsiteX249" fmla="*/ 335631 w 399578"/>
                <a:gd name="connsiteY249" fmla="*/ 187680 h 383236"/>
                <a:gd name="connsiteX250" fmla="*/ 337166 w 399578"/>
                <a:gd name="connsiteY250" fmla="*/ 190377 h 383236"/>
                <a:gd name="connsiteX251" fmla="*/ 339026 w 399578"/>
                <a:gd name="connsiteY251" fmla="*/ 194470 h 383236"/>
                <a:gd name="connsiteX252" fmla="*/ 340514 w 399578"/>
                <a:gd name="connsiteY252" fmla="*/ 195214 h 383236"/>
                <a:gd name="connsiteX253" fmla="*/ 340840 w 399578"/>
                <a:gd name="connsiteY253" fmla="*/ 197400 h 383236"/>
                <a:gd name="connsiteX254" fmla="*/ 341258 w 399578"/>
                <a:gd name="connsiteY254" fmla="*/ 199679 h 383236"/>
                <a:gd name="connsiteX255" fmla="*/ 343491 w 399578"/>
                <a:gd name="connsiteY255" fmla="*/ 201167 h 383236"/>
                <a:gd name="connsiteX256" fmla="*/ 346514 w 399578"/>
                <a:gd name="connsiteY256" fmla="*/ 207306 h 383236"/>
                <a:gd name="connsiteX257" fmla="*/ 348700 w 399578"/>
                <a:gd name="connsiteY257" fmla="*/ 210097 h 383236"/>
                <a:gd name="connsiteX258" fmla="*/ 350188 w 399578"/>
                <a:gd name="connsiteY258" fmla="*/ 213818 h 383236"/>
                <a:gd name="connsiteX259" fmla="*/ 351676 w 399578"/>
                <a:gd name="connsiteY259" fmla="*/ 214562 h 383236"/>
                <a:gd name="connsiteX260" fmla="*/ 352002 w 399578"/>
                <a:gd name="connsiteY260" fmla="*/ 217073 h 383236"/>
                <a:gd name="connsiteX261" fmla="*/ 354653 w 399578"/>
                <a:gd name="connsiteY261" fmla="*/ 222003 h 383236"/>
                <a:gd name="connsiteX262" fmla="*/ 355397 w 399578"/>
                <a:gd name="connsiteY262" fmla="*/ 224236 h 383236"/>
                <a:gd name="connsiteX263" fmla="*/ 356560 w 399578"/>
                <a:gd name="connsiteY263" fmla="*/ 225259 h 383236"/>
                <a:gd name="connsiteX264" fmla="*/ 357769 w 399578"/>
                <a:gd name="connsiteY264" fmla="*/ 228468 h 383236"/>
                <a:gd name="connsiteX265" fmla="*/ 357630 w 399578"/>
                <a:gd name="connsiteY265" fmla="*/ 230189 h 383236"/>
                <a:gd name="connsiteX266" fmla="*/ 359862 w 399578"/>
                <a:gd name="connsiteY266" fmla="*/ 230189 h 383236"/>
                <a:gd name="connsiteX267" fmla="*/ 361350 w 399578"/>
                <a:gd name="connsiteY267" fmla="*/ 234654 h 383236"/>
                <a:gd name="connsiteX268" fmla="*/ 362839 w 399578"/>
                <a:gd name="connsiteY268" fmla="*/ 235398 h 383236"/>
                <a:gd name="connsiteX269" fmla="*/ 362839 w 399578"/>
                <a:gd name="connsiteY269" fmla="*/ 240607 h 383236"/>
                <a:gd name="connsiteX270" fmla="*/ 365071 w 399578"/>
                <a:gd name="connsiteY270" fmla="*/ 240607 h 383236"/>
                <a:gd name="connsiteX271" fmla="*/ 365303 w 399578"/>
                <a:gd name="connsiteY271" fmla="*/ 242793 h 383236"/>
                <a:gd name="connsiteX272" fmla="*/ 365815 w 399578"/>
                <a:gd name="connsiteY272" fmla="*/ 245072 h 383236"/>
                <a:gd name="connsiteX273" fmla="*/ 368048 w 399578"/>
                <a:gd name="connsiteY273" fmla="*/ 245816 h 383236"/>
                <a:gd name="connsiteX274" fmla="*/ 368792 w 399578"/>
                <a:gd name="connsiteY274" fmla="*/ 250281 h 383236"/>
                <a:gd name="connsiteX275" fmla="*/ 371024 w 399578"/>
                <a:gd name="connsiteY275" fmla="*/ 251025 h 383236"/>
                <a:gd name="connsiteX276" fmla="*/ 371768 w 399578"/>
                <a:gd name="connsiteY276" fmla="*/ 255490 h 383236"/>
                <a:gd name="connsiteX277" fmla="*/ 374001 w 399578"/>
                <a:gd name="connsiteY277" fmla="*/ 257722 h 383236"/>
                <a:gd name="connsiteX278" fmla="*/ 374745 w 399578"/>
                <a:gd name="connsiteY278" fmla="*/ 260699 h 383236"/>
                <a:gd name="connsiteX279" fmla="*/ 376233 w 399578"/>
                <a:gd name="connsiteY279" fmla="*/ 261443 h 383236"/>
                <a:gd name="connsiteX280" fmla="*/ 376977 w 399578"/>
                <a:gd name="connsiteY280" fmla="*/ 265908 h 383236"/>
                <a:gd name="connsiteX281" fmla="*/ 379210 w 399578"/>
                <a:gd name="connsiteY281" fmla="*/ 265908 h 383236"/>
                <a:gd name="connsiteX282" fmla="*/ 379210 w 399578"/>
                <a:gd name="connsiteY282" fmla="*/ 271861 h 383236"/>
                <a:gd name="connsiteX283" fmla="*/ 381442 w 399578"/>
                <a:gd name="connsiteY283" fmla="*/ 271861 h 383236"/>
                <a:gd name="connsiteX284" fmla="*/ 382930 w 399578"/>
                <a:gd name="connsiteY284" fmla="*/ 277070 h 383236"/>
                <a:gd name="connsiteX285" fmla="*/ 384419 w 399578"/>
                <a:gd name="connsiteY285" fmla="*/ 277814 h 383236"/>
                <a:gd name="connsiteX286" fmla="*/ 385907 w 399578"/>
                <a:gd name="connsiteY286" fmla="*/ 282279 h 383236"/>
                <a:gd name="connsiteX287" fmla="*/ 387395 w 399578"/>
                <a:gd name="connsiteY287" fmla="*/ 283023 h 383236"/>
                <a:gd name="connsiteX288" fmla="*/ 388139 w 399578"/>
                <a:gd name="connsiteY288" fmla="*/ 288232 h 383236"/>
                <a:gd name="connsiteX289" fmla="*/ 389628 w 399578"/>
                <a:gd name="connsiteY289" fmla="*/ 288976 h 383236"/>
                <a:gd name="connsiteX290" fmla="*/ 391116 w 399578"/>
                <a:gd name="connsiteY290" fmla="*/ 292697 h 383236"/>
                <a:gd name="connsiteX291" fmla="*/ 392604 w 399578"/>
                <a:gd name="connsiteY291" fmla="*/ 293441 h 383236"/>
                <a:gd name="connsiteX292" fmla="*/ 392930 w 399578"/>
                <a:gd name="connsiteY292" fmla="*/ 296045 h 383236"/>
                <a:gd name="connsiteX293" fmla="*/ 393348 w 399578"/>
                <a:gd name="connsiteY293" fmla="*/ 298650 h 383236"/>
                <a:gd name="connsiteX294" fmla="*/ 395581 w 399578"/>
                <a:gd name="connsiteY294" fmla="*/ 299394 h 383236"/>
                <a:gd name="connsiteX295" fmla="*/ 395581 w 399578"/>
                <a:gd name="connsiteY295" fmla="*/ 305347 h 383236"/>
                <a:gd name="connsiteX296" fmla="*/ 397813 w 399578"/>
                <a:gd name="connsiteY296" fmla="*/ 306091 h 383236"/>
                <a:gd name="connsiteX297" fmla="*/ 399301 w 399578"/>
                <a:gd name="connsiteY297" fmla="*/ 310556 h 383236"/>
                <a:gd name="connsiteX298" fmla="*/ 400790 w 399578"/>
                <a:gd name="connsiteY298" fmla="*/ 311300 h 383236"/>
                <a:gd name="connsiteX299" fmla="*/ 401534 w 399578"/>
                <a:gd name="connsiteY299" fmla="*/ 313951 h 383236"/>
                <a:gd name="connsiteX300" fmla="*/ 402278 w 399578"/>
                <a:gd name="connsiteY300" fmla="*/ 316509 h 383236"/>
                <a:gd name="connsiteX301" fmla="*/ 403766 w 399578"/>
                <a:gd name="connsiteY301" fmla="*/ 316509 h 383236"/>
                <a:gd name="connsiteX302" fmla="*/ 403766 w 399578"/>
                <a:gd name="connsiteY302" fmla="*/ 323206 h 383236"/>
                <a:gd name="connsiteX303" fmla="*/ 405999 w 399578"/>
                <a:gd name="connsiteY303" fmla="*/ 323206 h 383236"/>
                <a:gd name="connsiteX304" fmla="*/ 406789 w 399578"/>
                <a:gd name="connsiteY304" fmla="*/ 326136 h 383236"/>
                <a:gd name="connsiteX305" fmla="*/ 407487 w 399578"/>
                <a:gd name="connsiteY305" fmla="*/ 329160 h 383236"/>
                <a:gd name="connsiteX306" fmla="*/ 408975 w 399578"/>
                <a:gd name="connsiteY306" fmla="*/ 329904 h 383236"/>
                <a:gd name="connsiteX307" fmla="*/ 409719 w 399578"/>
                <a:gd name="connsiteY307" fmla="*/ 335857 h 383236"/>
                <a:gd name="connsiteX308" fmla="*/ 411952 w 399578"/>
                <a:gd name="connsiteY308" fmla="*/ 335857 h 383236"/>
                <a:gd name="connsiteX309" fmla="*/ 412315 w 399578"/>
                <a:gd name="connsiteY309" fmla="*/ 340435 h 383236"/>
                <a:gd name="connsiteX310" fmla="*/ 412696 w 399578"/>
                <a:gd name="connsiteY310" fmla="*/ 341810 h 383236"/>
                <a:gd name="connsiteX311" fmla="*/ 414928 w 399578"/>
                <a:gd name="connsiteY311" fmla="*/ 342554 h 383236"/>
                <a:gd name="connsiteX312" fmla="*/ 414184 w 399578"/>
                <a:gd name="connsiteY312" fmla="*/ 344042 h 383236"/>
                <a:gd name="connsiteX313" fmla="*/ 412696 w 399578"/>
                <a:gd name="connsiteY313" fmla="*/ 344042 h 383236"/>
                <a:gd name="connsiteX314" fmla="*/ 412649 w 399578"/>
                <a:gd name="connsiteY314" fmla="*/ 346554 h 383236"/>
                <a:gd name="connsiteX315" fmla="*/ 411952 w 399578"/>
                <a:gd name="connsiteY315" fmla="*/ 349251 h 383236"/>
                <a:gd name="connsiteX316" fmla="*/ 406743 w 399578"/>
                <a:gd name="connsiteY316" fmla="*/ 350740 h 383236"/>
                <a:gd name="connsiteX317" fmla="*/ 405999 w 399578"/>
                <a:gd name="connsiteY317" fmla="*/ 352972 h 383236"/>
                <a:gd name="connsiteX318" fmla="*/ 404138 w 399578"/>
                <a:gd name="connsiteY318" fmla="*/ 353298 h 383236"/>
                <a:gd name="connsiteX319" fmla="*/ 402278 w 399578"/>
                <a:gd name="connsiteY319" fmla="*/ 353716 h 383236"/>
                <a:gd name="connsiteX320" fmla="*/ 401999 w 399578"/>
                <a:gd name="connsiteY320" fmla="*/ 355204 h 383236"/>
                <a:gd name="connsiteX321" fmla="*/ 401534 w 399578"/>
                <a:gd name="connsiteY321" fmla="*/ 356693 h 383236"/>
                <a:gd name="connsiteX322" fmla="*/ 396325 w 399578"/>
                <a:gd name="connsiteY322" fmla="*/ 357437 h 383236"/>
                <a:gd name="connsiteX323" fmla="*/ 395581 w 399578"/>
                <a:gd name="connsiteY323" fmla="*/ 359669 h 383236"/>
                <a:gd name="connsiteX324" fmla="*/ 393674 w 399578"/>
                <a:gd name="connsiteY324" fmla="*/ 360413 h 383236"/>
                <a:gd name="connsiteX325" fmla="*/ 391860 w 399578"/>
                <a:gd name="connsiteY325" fmla="*/ 361158 h 383236"/>
                <a:gd name="connsiteX326" fmla="*/ 391860 w 399578"/>
                <a:gd name="connsiteY326" fmla="*/ 363390 h 383236"/>
                <a:gd name="connsiteX327" fmla="*/ 389302 w 399578"/>
                <a:gd name="connsiteY327" fmla="*/ 363623 h 383236"/>
                <a:gd name="connsiteX328" fmla="*/ 386651 w 399578"/>
                <a:gd name="connsiteY328" fmla="*/ 364134 h 383236"/>
                <a:gd name="connsiteX329" fmla="*/ 385907 w 399578"/>
                <a:gd name="connsiteY329" fmla="*/ 366367 h 383236"/>
                <a:gd name="connsiteX330" fmla="*/ 381442 w 399578"/>
                <a:gd name="connsiteY330" fmla="*/ 367855 h 383236"/>
                <a:gd name="connsiteX331" fmla="*/ 380698 w 399578"/>
                <a:gd name="connsiteY331" fmla="*/ 370087 h 383236"/>
                <a:gd name="connsiteX332" fmla="*/ 378512 w 399578"/>
                <a:gd name="connsiteY332" fmla="*/ 370413 h 383236"/>
                <a:gd name="connsiteX333" fmla="*/ 376233 w 399578"/>
                <a:gd name="connsiteY333" fmla="*/ 370831 h 383236"/>
                <a:gd name="connsiteX334" fmla="*/ 374745 w 399578"/>
                <a:gd name="connsiteY334" fmla="*/ 373808 h 383236"/>
                <a:gd name="connsiteX335" fmla="*/ 371024 w 399578"/>
                <a:gd name="connsiteY335" fmla="*/ 374552 h 383236"/>
                <a:gd name="connsiteX336" fmla="*/ 370280 w 399578"/>
                <a:gd name="connsiteY336" fmla="*/ 376784 h 383236"/>
                <a:gd name="connsiteX337" fmla="*/ 368048 w 399578"/>
                <a:gd name="connsiteY337" fmla="*/ 377110 h 383236"/>
                <a:gd name="connsiteX338" fmla="*/ 365815 w 399578"/>
                <a:gd name="connsiteY338" fmla="*/ 377529 h 383236"/>
                <a:gd name="connsiteX339" fmla="*/ 365443 w 399578"/>
                <a:gd name="connsiteY339" fmla="*/ 379063 h 383236"/>
                <a:gd name="connsiteX340" fmla="*/ 365071 w 399578"/>
                <a:gd name="connsiteY340" fmla="*/ 380505 h 383236"/>
                <a:gd name="connsiteX341" fmla="*/ 360606 w 399578"/>
                <a:gd name="connsiteY341" fmla="*/ 380505 h 383236"/>
                <a:gd name="connsiteX342" fmla="*/ 360324 w 399578"/>
                <a:gd name="connsiteY342" fmla="*/ 381967 h 383236"/>
                <a:gd name="connsiteX343" fmla="*/ 359862 w 399578"/>
                <a:gd name="connsiteY343" fmla="*/ 383482 h 383236"/>
                <a:gd name="connsiteX344" fmla="*/ 352421 w 399578"/>
                <a:gd name="connsiteY344" fmla="*/ 383482 h 383236"/>
                <a:gd name="connsiteX345" fmla="*/ 350932 w 399578"/>
                <a:gd name="connsiteY345" fmla="*/ 379761 h 383236"/>
                <a:gd name="connsiteX346" fmla="*/ 349444 w 399578"/>
                <a:gd name="connsiteY346" fmla="*/ 379017 h 383236"/>
                <a:gd name="connsiteX347" fmla="*/ 348979 w 399578"/>
                <a:gd name="connsiteY347" fmla="*/ 375622 h 383236"/>
                <a:gd name="connsiteX348" fmla="*/ 348810 w 399578"/>
                <a:gd name="connsiteY348" fmla="*/ 373759 h 383236"/>
                <a:gd name="connsiteX349" fmla="*/ 348700 w 399578"/>
                <a:gd name="connsiteY349" fmla="*/ 372320 h 383236"/>
                <a:gd name="connsiteX350" fmla="*/ 346467 w 399578"/>
                <a:gd name="connsiteY350" fmla="*/ 372320 h 383236"/>
                <a:gd name="connsiteX351" fmla="*/ 346104 w 399578"/>
                <a:gd name="connsiteY351" fmla="*/ 367741 h 383236"/>
                <a:gd name="connsiteX352" fmla="*/ 345723 w 399578"/>
                <a:gd name="connsiteY352" fmla="*/ 366367 h 383236"/>
                <a:gd name="connsiteX353" fmla="*/ 343491 w 399578"/>
                <a:gd name="connsiteY353" fmla="*/ 365622 h 383236"/>
                <a:gd name="connsiteX354" fmla="*/ 343630 w 399578"/>
                <a:gd name="connsiteY354" fmla="*/ 360437 h 383236"/>
                <a:gd name="connsiteX355" fmla="*/ 343491 w 399578"/>
                <a:gd name="connsiteY355" fmla="*/ 358925 h 383236"/>
                <a:gd name="connsiteX356" fmla="*/ 341258 w 399578"/>
                <a:gd name="connsiteY356" fmla="*/ 358181 h 383236"/>
                <a:gd name="connsiteX357" fmla="*/ 339770 w 399578"/>
                <a:gd name="connsiteY357" fmla="*/ 352972 h 383236"/>
                <a:gd name="connsiteX358" fmla="*/ 338282 w 399578"/>
                <a:gd name="connsiteY358" fmla="*/ 352228 h 383236"/>
                <a:gd name="connsiteX359" fmla="*/ 337538 w 399578"/>
                <a:gd name="connsiteY359" fmla="*/ 349577 h 383236"/>
                <a:gd name="connsiteX360" fmla="*/ 336794 w 399578"/>
                <a:gd name="connsiteY360" fmla="*/ 347019 h 383236"/>
                <a:gd name="connsiteX361" fmla="*/ 335305 w 399578"/>
                <a:gd name="connsiteY361" fmla="*/ 347019 h 383236"/>
                <a:gd name="connsiteX362" fmla="*/ 334869 w 399578"/>
                <a:gd name="connsiteY362" fmla="*/ 342441 h 383236"/>
                <a:gd name="connsiteX363" fmla="*/ 334561 w 399578"/>
                <a:gd name="connsiteY363" fmla="*/ 341066 h 383236"/>
                <a:gd name="connsiteX364" fmla="*/ 333073 w 399578"/>
                <a:gd name="connsiteY364" fmla="*/ 340322 h 383236"/>
                <a:gd name="connsiteX365" fmla="*/ 331585 w 399578"/>
                <a:gd name="connsiteY365" fmla="*/ 335113 h 383236"/>
                <a:gd name="connsiteX366" fmla="*/ 330096 w 399578"/>
                <a:gd name="connsiteY366" fmla="*/ 334368 h 383236"/>
                <a:gd name="connsiteX367" fmla="*/ 328608 w 399578"/>
                <a:gd name="connsiteY367" fmla="*/ 329160 h 383236"/>
                <a:gd name="connsiteX368" fmla="*/ 327120 w 399578"/>
                <a:gd name="connsiteY368" fmla="*/ 328415 h 383236"/>
                <a:gd name="connsiteX369" fmla="*/ 326376 w 399578"/>
                <a:gd name="connsiteY369" fmla="*/ 323206 h 383236"/>
                <a:gd name="connsiteX370" fmla="*/ 324887 w 399578"/>
                <a:gd name="connsiteY370" fmla="*/ 322462 h 383236"/>
                <a:gd name="connsiteX371" fmla="*/ 324887 w 399578"/>
                <a:gd name="connsiteY371" fmla="*/ 318742 h 383236"/>
                <a:gd name="connsiteX372" fmla="*/ 300331 w 399578"/>
                <a:gd name="connsiteY372" fmla="*/ 319486 h 383236"/>
                <a:gd name="connsiteX373" fmla="*/ 300331 w 399578"/>
                <a:gd name="connsiteY373" fmla="*/ 322462 h 383236"/>
                <a:gd name="connsiteX374" fmla="*/ 297474 w 399578"/>
                <a:gd name="connsiteY374" fmla="*/ 322495 h 383236"/>
                <a:gd name="connsiteX375" fmla="*/ 287018 w 399578"/>
                <a:gd name="connsiteY375" fmla="*/ 322658 h 383236"/>
                <a:gd name="connsiteX376" fmla="*/ 282486 w 399578"/>
                <a:gd name="connsiteY376" fmla="*/ 322720 h 383236"/>
                <a:gd name="connsiteX377" fmla="*/ 275986 w 399578"/>
                <a:gd name="connsiteY377" fmla="*/ 322826 h 383236"/>
                <a:gd name="connsiteX378" fmla="*/ 273926 w 399578"/>
                <a:gd name="connsiteY378" fmla="*/ 322840 h 383236"/>
                <a:gd name="connsiteX379" fmla="*/ 269077 w 399578"/>
                <a:gd name="connsiteY379" fmla="*/ 323206 h 383236"/>
                <a:gd name="connsiteX380" fmla="*/ 268333 w 399578"/>
                <a:gd name="connsiteY380" fmla="*/ 325439 h 383236"/>
                <a:gd name="connsiteX381" fmla="*/ 265243 w 399578"/>
                <a:gd name="connsiteY381" fmla="*/ 325761 h 383236"/>
                <a:gd name="connsiteX382" fmla="*/ 263256 w 399578"/>
                <a:gd name="connsiteY382" fmla="*/ 325805 h 383236"/>
                <a:gd name="connsiteX383" fmla="*/ 261098 w 399578"/>
                <a:gd name="connsiteY383" fmla="*/ 325820 h 383236"/>
                <a:gd name="connsiteX384" fmla="*/ 258899 w 399578"/>
                <a:gd name="connsiteY384" fmla="*/ 325860 h 383236"/>
                <a:gd name="connsiteX385" fmla="*/ 251915 w 399578"/>
                <a:gd name="connsiteY385" fmla="*/ 325950 h 383236"/>
                <a:gd name="connsiteX386" fmla="*/ 247193 w 399578"/>
                <a:gd name="connsiteY386" fmla="*/ 326027 h 383236"/>
                <a:gd name="connsiteX387" fmla="*/ 235590 w 399578"/>
                <a:gd name="connsiteY387" fmla="*/ 326183 h 383236"/>
                <a:gd name="connsiteX388" fmla="*/ 235590 w 399578"/>
                <a:gd name="connsiteY388" fmla="*/ 329160 h 383236"/>
                <a:gd name="connsiteX389" fmla="*/ 232665 w 399578"/>
                <a:gd name="connsiteY389" fmla="*/ 329181 h 383236"/>
                <a:gd name="connsiteX390" fmla="*/ 221960 w 399578"/>
                <a:gd name="connsiteY390" fmla="*/ 329314 h 383236"/>
                <a:gd name="connsiteX391" fmla="*/ 217320 w 399578"/>
                <a:gd name="connsiteY391" fmla="*/ 329361 h 383236"/>
                <a:gd name="connsiteX392" fmla="*/ 210665 w 399578"/>
                <a:gd name="connsiteY392" fmla="*/ 329450 h 383236"/>
                <a:gd name="connsiteX393" fmla="*/ 208555 w 399578"/>
                <a:gd name="connsiteY393" fmla="*/ 329453 h 383236"/>
                <a:gd name="connsiteX394" fmla="*/ 206614 w 399578"/>
                <a:gd name="connsiteY394" fmla="*/ 329497 h 383236"/>
                <a:gd name="connsiteX395" fmla="*/ 204897 w 399578"/>
                <a:gd name="connsiteY395" fmla="*/ 329517 h 383236"/>
                <a:gd name="connsiteX396" fmla="*/ 203592 w 399578"/>
                <a:gd name="connsiteY396" fmla="*/ 329904 h 383236"/>
                <a:gd name="connsiteX397" fmla="*/ 202848 w 399578"/>
                <a:gd name="connsiteY397" fmla="*/ 332880 h 383236"/>
                <a:gd name="connsiteX398" fmla="*/ 195965 w 399578"/>
                <a:gd name="connsiteY398" fmla="*/ 333255 h 383236"/>
                <a:gd name="connsiteX399" fmla="*/ 193871 w 399578"/>
                <a:gd name="connsiteY399" fmla="*/ 333276 h 383236"/>
                <a:gd name="connsiteX400" fmla="*/ 187221 w 399578"/>
                <a:gd name="connsiteY400" fmla="*/ 333299 h 383236"/>
                <a:gd name="connsiteX401" fmla="*/ 180571 w 399578"/>
                <a:gd name="connsiteY401" fmla="*/ 333329 h 383236"/>
                <a:gd name="connsiteX402" fmla="*/ 176425 w 399578"/>
                <a:gd name="connsiteY402" fmla="*/ 333334 h 383236"/>
                <a:gd name="connsiteX403" fmla="*/ 171594 w 399578"/>
                <a:gd name="connsiteY403" fmla="*/ 333624 h 383236"/>
                <a:gd name="connsiteX404" fmla="*/ 170850 w 399578"/>
                <a:gd name="connsiteY404" fmla="*/ 335857 h 383236"/>
                <a:gd name="connsiteX405" fmla="*/ 164292 w 399578"/>
                <a:gd name="connsiteY405" fmla="*/ 336133 h 383236"/>
                <a:gd name="connsiteX406" fmla="*/ 160240 w 399578"/>
                <a:gd name="connsiteY406" fmla="*/ 336172 h 383236"/>
                <a:gd name="connsiteX407" fmla="*/ 153817 w 399578"/>
                <a:gd name="connsiteY407" fmla="*/ 336181 h 383236"/>
                <a:gd name="connsiteX408" fmla="*/ 147642 w 399578"/>
                <a:gd name="connsiteY408" fmla="*/ 336226 h 383236"/>
                <a:gd name="connsiteX409" fmla="*/ 145688 w 399578"/>
                <a:gd name="connsiteY409" fmla="*/ 336207 h 383236"/>
                <a:gd name="connsiteX410" fmla="*/ 141085 w 399578"/>
                <a:gd name="connsiteY410" fmla="*/ 336601 h 383236"/>
                <a:gd name="connsiteX411" fmla="*/ 140340 w 399578"/>
                <a:gd name="connsiteY411" fmla="*/ 339577 h 383236"/>
                <a:gd name="connsiteX412" fmla="*/ 133946 w 399578"/>
                <a:gd name="connsiteY412" fmla="*/ 339952 h 383236"/>
                <a:gd name="connsiteX413" fmla="*/ 132002 w 399578"/>
                <a:gd name="connsiteY413" fmla="*/ 339974 h 383236"/>
                <a:gd name="connsiteX414" fmla="*/ 125830 w 399578"/>
                <a:gd name="connsiteY414" fmla="*/ 339996 h 383236"/>
                <a:gd name="connsiteX415" fmla="*/ 119657 w 399578"/>
                <a:gd name="connsiteY415" fmla="*/ 340026 h 383236"/>
                <a:gd name="connsiteX416" fmla="*/ 115809 w 399578"/>
                <a:gd name="connsiteY416" fmla="*/ 340032 h 383236"/>
                <a:gd name="connsiteX417" fmla="*/ 111319 w 399578"/>
                <a:gd name="connsiteY417" fmla="*/ 340322 h 383236"/>
                <a:gd name="connsiteX418" fmla="*/ 110575 w 399578"/>
                <a:gd name="connsiteY418" fmla="*/ 342554 h 383236"/>
                <a:gd name="connsiteX419" fmla="*/ 104968 w 399578"/>
                <a:gd name="connsiteY419" fmla="*/ 342935 h 383236"/>
                <a:gd name="connsiteX420" fmla="*/ 103269 w 399578"/>
                <a:gd name="connsiteY420" fmla="*/ 342975 h 383236"/>
                <a:gd name="connsiteX421" fmla="*/ 97878 w 399578"/>
                <a:gd name="connsiteY421" fmla="*/ 343066 h 383236"/>
                <a:gd name="connsiteX422" fmla="*/ 94231 w 399578"/>
                <a:gd name="connsiteY422" fmla="*/ 343143 h 383236"/>
                <a:gd name="connsiteX423" fmla="*/ 85274 w 399578"/>
                <a:gd name="connsiteY423" fmla="*/ 343298 h 383236"/>
                <a:gd name="connsiteX424" fmla="*/ 85274 w 399578"/>
                <a:gd name="connsiteY424" fmla="*/ 346275 h 383236"/>
                <a:gd name="connsiteX425" fmla="*/ 65182 w 399578"/>
                <a:gd name="connsiteY425" fmla="*/ 347019 h 383236"/>
                <a:gd name="connsiteX426" fmla="*/ 65182 w 399578"/>
                <a:gd name="connsiteY426" fmla="*/ 349251 h 383236"/>
                <a:gd name="connsiteX427" fmla="*/ 58531 w 399578"/>
                <a:gd name="connsiteY427" fmla="*/ 349995 h 383236"/>
                <a:gd name="connsiteX428" fmla="*/ 51044 w 399578"/>
                <a:gd name="connsiteY428" fmla="*/ 350740 h 383236"/>
                <a:gd name="connsiteX429" fmla="*/ 50299 w 399578"/>
                <a:gd name="connsiteY429" fmla="*/ 352972 h 383236"/>
                <a:gd name="connsiteX430" fmla="*/ 43951 w 399578"/>
                <a:gd name="connsiteY430" fmla="*/ 352687 h 383236"/>
                <a:gd name="connsiteX431" fmla="*/ 42114 w 399578"/>
                <a:gd name="connsiteY431" fmla="*/ 352972 h 383236"/>
                <a:gd name="connsiteX432" fmla="*/ 41370 w 399578"/>
                <a:gd name="connsiteY432" fmla="*/ 356693 h 383236"/>
                <a:gd name="connsiteX433" fmla="*/ 37649 w 399578"/>
                <a:gd name="connsiteY433" fmla="*/ 355949 h 383236"/>
                <a:gd name="connsiteX434" fmla="*/ 37155 w 399578"/>
                <a:gd name="connsiteY434" fmla="*/ 350181 h 383236"/>
                <a:gd name="connsiteX435" fmla="*/ 36905 w 399578"/>
                <a:gd name="connsiteY435" fmla="*/ 348507 h 383236"/>
                <a:gd name="connsiteX436" fmla="*/ 34672 w 399578"/>
                <a:gd name="connsiteY436" fmla="*/ 347763 h 383236"/>
                <a:gd name="connsiteX437" fmla="*/ 34254 w 399578"/>
                <a:gd name="connsiteY437" fmla="*/ 342601 h 383236"/>
                <a:gd name="connsiteX438" fmla="*/ 32440 w 399578"/>
                <a:gd name="connsiteY438" fmla="*/ 335857 h 383236"/>
                <a:gd name="connsiteX439" fmla="*/ 31975 w 399578"/>
                <a:gd name="connsiteY439" fmla="*/ 330927 h 383236"/>
                <a:gd name="connsiteX440" fmla="*/ 31806 w 399578"/>
                <a:gd name="connsiteY440" fmla="*/ 328247 h 383236"/>
                <a:gd name="connsiteX441" fmla="*/ 31696 w 399578"/>
                <a:gd name="connsiteY441" fmla="*/ 326183 h 383236"/>
                <a:gd name="connsiteX442" fmla="*/ 29464 w 399578"/>
                <a:gd name="connsiteY442" fmla="*/ 326183 h 383236"/>
                <a:gd name="connsiteX443" fmla="*/ 28719 w 399578"/>
                <a:gd name="connsiteY443" fmla="*/ 316509 h 383236"/>
                <a:gd name="connsiteX444" fmla="*/ 26487 w 399578"/>
                <a:gd name="connsiteY444" fmla="*/ 316509 h 383236"/>
                <a:gd name="connsiteX445" fmla="*/ 26565 w 399578"/>
                <a:gd name="connsiteY445" fmla="*/ 314582 h 383236"/>
                <a:gd name="connsiteX446" fmla="*/ 26626 w 399578"/>
                <a:gd name="connsiteY446" fmla="*/ 312091 h 383236"/>
                <a:gd name="connsiteX447" fmla="*/ 26705 w 399578"/>
                <a:gd name="connsiteY447" fmla="*/ 309605 h 383236"/>
                <a:gd name="connsiteX448" fmla="*/ 26487 w 399578"/>
                <a:gd name="connsiteY448" fmla="*/ 307579 h 383236"/>
                <a:gd name="connsiteX449" fmla="*/ 24255 w 399578"/>
                <a:gd name="connsiteY449" fmla="*/ 306835 h 383236"/>
                <a:gd name="connsiteX450" fmla="*/ 23464 w 399578"/>
                <a:gd name="connsiteY450" fmla="*/ 303115 h 383236"/>
                <a:gd name="connsiteX451" fmla="*/ 22766 w 399578"/>
                <a:gd name="connsiteY451" fmla="*/ 299394 h 383236"/>
                <a:gd name="connsiteX452" fmla="*/ 21278 w 399578"/>
                <a:gd name="connsiteY452" fmla="*/ 298650 h 383236"/>
                <a:gd name="connsiteX453" fmla="*/ 20862 w 399578"/>
                <a:gd name="connsiteY453" fmla="*/ 292883 h 383236"/>
                <a:gd name="connsiteX454" fmla="*/ 20534 w 399578"/>
                <a:gd name="connsiteY454" fmla="*/ 291208 h 383236"/>
                <a:gd name="connsiteX455" fmla="*/ 18301 w 399578"/>
                <a:gd name="connsiteY455" fmla="*/ 290464 h 383236"/>
                <a:gd name="connsiteX456" fmla="*/ 17883 w 399578"/>
                <a:gd name="connsiteY456" fmla="*/ 287116 h 383236"/>
                <a:gd name="connsiteX457" fmla="*/ 17557 w 399578"/>
                <a:gd name="connsiteY457" fmla="*/ 283767 h 383236"/>
                <a:gd name="connsiteX458" fmla="*/ 16069 w 399578"/>
                <a:gd name="connsiteY458" fmla="*/ 283023 h 383236"/>
                <a:gd name="connsiteX459" fmla="*/ 15557 w 399578"/>
                <a:gd name="connsiteY459" fmla="*/ 279721 h 383236"/>
                <a:gd name="connsiteX460" fmla="*/ 15363 w 399578"/>
                <a:gd name="connsiteY460" fmla="*/ 277910 h 383236"/>
                <a:gd name="connsiteX461" fmla="*/ 16069 w 399578"/>
                <a:gd name="connsiteY461" fmla="*/ 274837 h 383236"/>
                <a:gd name="connsiteX462" fmla="*/ 18720 w 399578"/>
                <a:gd name="connsiteY462" fmla="*/ 274140 h 383236"/>
                <a:gd name="connsiteX463" fmla="*/ 21278 w 399578"/>
                <a:gd name="connsiteY463" fmla="*/ 273349 h 383236"/>
                <a:gd name="connsiteX464" fmla="*/ 21278 w 399578"/>
                <a:gd name="connsiteY464" fmla="*/ 271117 h 383236"/>
                <a:gd name="connsiteX465" fmla="*/ 27231 w 399578"/>
                <a:gd name="connsiteY465" fmla="*/ 271117 h 383236"/>
                <a:gd name="connsiteX466" fmla="*/ 27231 w 399578"/>
                <a:gd name="connsiteY466" fmla="*/ 268140 h 383236"/>
                <a:gd name="connsiteX467" fmla="*/ 31696 w 399578"/>
                <a:gd name="connsiteY467" fmla="*/ 267396 h 383236"/>
                <a:gd name="connsiteX468" fmla="*/ 31696 w 399578"/>
                <a:gd name="connsiteY468" fmla="*/ 264419 h 383236"/>
                <a:gd name="connsiteX469" fmla="*/ 34672 w 399578"/>
                <a:gd name="connsiteY469" fmla="*/ 263675 h 383236"/>
                <a:gd name="connsiteX470" fmla="*/ 35417 w 399578"/>
                <a:gd name="connsiteY470" fmla="*/ 261443 h 383236"/>
                <a:gd name="connsiteX471" fmla="*/ 36951 w 399578"/>
                <a:gd name="connsiteY471" fmla="*/ 261071 h 383236"/>
                <a:gd name="connsiteX472" fmla="*/ 38393 w 399578"/>
                <a:gd name="connsiteY472" fmla="*/ 260699 h 383236"/>
                <a:gd name="connsiteX473" fmla="*/ 38393 w 399578"/>
                <a:gd name="connsiteY473" fmla="*/ 258466 h 383236"/>
                <a:gd name="connsiteX474" fmla="*/ 40626 w 399578"/>
                <a:gd name="connsiteY474" fmla="*/ 256234 h 383236"/>
                <a:gd name="connsiteX475" fmla="*/ 43602 w 399578"/>
                <a:gd name="connsiteY475" fmla="*/ 251769 h 383236"/>
                <a:gd name="connsiteX476" fmla="*/ 47323 w 399578"/>
                <a:gd name="connsiteY476" fmla="*/ 248048 h 383236"/>
                <a:gd name="connsiteX477" fmla="*/ 49555 w 399578"/>
                <a:gd name="connsiteY477" fmla="*/ 244327 h 383236"/>
                <a:gd name="connsiteX478" fmla="*/ 51044 w 399578"/>
                <a:gd name="connsiteY478" fmla="*/ 243583 h 383236"/>
                <a:gd name="connsiteX479" fmla="*/ 51788 w 399578"/>
                <a:gd name="connsiteY479" fmla="*/ 241351 h 383236"/>
                <a:gd name="connsiteX480" fmla="*/ 53276 w 399578"/>
                <a:gd name="connsiteY480" fmla="*/ 240607 h 383236"/>
                <a:gd name="connsiteX481" fmla="*/ 53602 w 399578"/>
                <a:gd name="connsiteY481" fmla="*/ 238746 h 383236"/>
                <a:gd name="connsiteX482" fmla="*/ 54020 w 399578"/>
                <a:gd name="connsiteY482" fmla="*/ 236886 h 383236"/>
                <a:gd name="connsiteX483" fmla="*/ 56253 w 399578"/>
                <a:gd name="connsiteY483" fmla="*/ 236142 h 383236"/>
                <a:gd name="connsiteX484" fmla="*/ 56997 w 399578"/>
                <a:gd name="connsiteY484" fmla="*/ 232421 h 383236"/>
                <a:gd name="connsiteX485" fmla="*/ 58485 w 399578"/>
                <a:gd name="connsiteY485" fmla="*/ 232421 h 383236"/>
                <a:gd name="connsiteX486" fmla="*/ 59229 w 399578"/>
                <a:gd name="connsiteY486" fmla="*/ 230933 h 383236"/>
                <a:gd name="connsiteX487" fmla="*/ 59973 w 399578"/>
                <a:gd name="connsiteY487" fmla="*/ 229445 h 383236"/>
                <a:gd name="connsiteX488" fmla="*/ 61462 w 399578"/>
                <a:gd name="connsiteY488" fmla="*/ 229445 h 383236"/>
                <a:gd name="connsiteX489" fmla="*/ 62066 w 399578"/>
                <a:gd name="connsiteY489" fmla="*/ 227073 h 383236"/>
                <a:gd name="connsiteX490" fmla="*/ 66671 w 399578"/>
                <a:gd name="connsiteY490" fmla="*/ 220515 h 383236"/>
                <a:gd name="connsiteX491" fmla="*/ 67926 w 399578"/>
                <a:gd name="connsiteY491" fmla="*/ 218422 h 383236"/>
                <a:gd name="connsiteX492" fmla="*/ 68903 w 399578"/>
                <a:gd name="connsiteY492" fmla="*/ 216794 h 383236"/>
                <a:gd name="connsiteX493" fmla="*/ 70391 w 399578"/>
                <a:gd name="connsiteY493" fmla="*/ 216794 h 383236"/>
                <a:gd name="connsiteX494" fmla="*/ 71135 w 399578"/>
                <a:gd name="connsiteY494" fmla="*/ 213074 h 383236"/>
                <a:gd name="connsiteX495" fmla="*/ 72624 w 399578"/>
                <a:gd name="connsiteY495" fmla="*/ 212329 h 383236"/>
                <a:gd name="connsiteX496" fmla="*/ 72996 w 399578"/>
                <a:gd name="connsiteY496" fmla="*/ 210469 h 383236"/>
                <a:gd name="connsiteX497" fmla="*/ 73368 w 399578"/>
                <a:gd name="connsiteY497" fmla="*/ 208609 h 383236"/>
                <a:gd name="connsiteX498" fmla="*/ 74856 w 399578"/>
                <a:gd name="connsiteY498" fmla="*/ 207865 h 383236"/>
                <a:gd name="connsiteX499" fmla="*/ 75600 w 399578"/>
                <a:gd name="connsiteY499" fmla="*/ 206004 h 383236"/>
                <a:gd name="connsiteX500" fmla="*/ 77833 w 399578"/>
                <a:gd name="connsiteY500" fmla="*/ 203400 h 383236"/>
                <a:gd name="connsiteX501" fmla="*/ 78158 w 399578"/>
                <a:gd name="connsiteY501" fmla="*/ 201493 h 383236"/>
                <a:gd name="connsiteX502" fmla="*/ 78577 w 399578"/>
                <a:gd name="connsiteY502" fmla="*/ 199679 h 383236"/>
                <a:gd name="connsiteX503" fmla="*/ 80809 w 399578"/>
                <a:gd name="connsiteY503" fmla="*/ 199679 h 383236"/>
                <a:gd name="connsiteX504" fmla="*/ 81088 w 399578"/>
                <a:gd name="connsiteY504" fmla="*/ 197493 h 383236"/>
                <a:gd name="connsiteX505" fmla="*/ 81553 w 399578"/>
                <a:gd name="connsiteY505" fmla="*/ 195214 h 383236"/>
                <a:gd name="connsiteX506" fmla="*/ 83042 w 399578"/>
                <a:gd name="connsiteY506" fmla="*/ 194470 h 383236"/>
                <a:gd name="connsiteX507" fmla="*/ 83786 w 399578"/>
                <a:gd name="connsiteY507" fmla="*/ 192238 h 383236"/>
                <a:gd name="connsiteX508" fmla="*/ 86018 w 399578"/>
                <a:gd name="connsiteY508" fmla="*/ 189261 h 383236"/>
                <a:gd name="connsiteX509" fmla="*/ 86344 w 399578"/>
                <a:gd name="connsiteY509" fmla="*/ 187819 h 383236"/>
                <a:gd name="connsiteX510" fmla="*/ 88995 w 399578"/>
                <a:gd name="connsiteY510" fmla="*/ 184796 h 383236"/>
                <a:gd name="connsiteX511" fmla="*/ 89739 w 399578"/>
                <a:gd name="connsiteY511" fmla="*/ 181076 h 383236"/>
                <a:gd name="connsiteX512" fmla="*/ 91227 w 399578"/>
                <a:gd name="connsiteY512" fmla="*/ 180331 h 383236"/>
                <a:gd name="connsiteX513" fmla="*/ 91971 w 399578"/>
                <a:gd name="connsiteY513" fmla="*/ 178099 h 383236"/>
                <a:gd name="connsiteX514" fmla="*/ 94204 w 399578"/>
                <a:gd name="connsiteY514" fmla="*/ 175122 h 383236"/>
                <a:gd name="connsiteX515" fmla="*/ 94529 w 399578"/>
                <a:gd name="connsiteY515" fmla="*/ 173355 h 383236"/>
                <a:gd name="connsiteX516" fmla="*/ 97180 w 399578"/>
                <a:gd name="connsiteY516" fmla="*/ 169169 h 383236"/>
                <a:gd name="connsiteX517" fmla="*/ 97552 w 399578"/>
                <a:gd name="connsiteY517" fmla="*/ 167541 h 383236"/>
                <a:gd name="connsiteX518" fmla="*/ 97924 w 399578"/>
                <a:gd name="connsiteY518" fmla="*/ 166193 h 383236"/>
                <a:gd name="connsiteX519" fmla="*/ 100157 w 399578"/>
                <a:gd name="connsiteY519" fmla="*/ 166193 h 383236"/>
                <a:gd name="connsiteX520" fmla="*/ 100157 w 399578"/>
                <a:gd name="connsiteY520" fmla="*/ 160984 h 383236"/>
                <a:gd name="connsiteX521" fmla="*/ 102389 w 399578"/>
                <a:gd name="connsiteY521" fmla="*/ 160984 h 383236"/>
                <a:gd name="connsiteX522" fmla="*/ 103878 w 399578"/>
                <a:gd name="connsiteY522" fmla="*/ 155775 h 383236"/>
                <a:gd name="connsiteX523" fmla="*/ 105366 w 399578"/>
                <a:gd name="connsiteY523" fmla="*/ 155031 h 383236"/>
                <a:gd name="connsiteX524" fmla="*/ 105738 w 399578"/>
                <a:gd name="connsiteY524" fmla="*/ 152798 h 383236"/>
                <a:gd name="connsiteX525" fmla="*/ 106110 w 399578"/>
                <a:gd name="connsiteY525" fmla="*/ 150566 h 383236"/>
                <a:gd name="connsiteX526" fmla="*/ 107598 w 399578"/>
                <a:gd name="connsiteY526" fmla="*/ 149822 h 383236"/>
                <a:gd name="connsiteX527" fmla="*/ 108714 w 399578"/>
                <a:gd name="connsiteY527" fmla="*/ 147543 h 383236"/>
                <a:gd name="connsiteX528" fmla="*/ 109831 w 399578"/>
                <a:gd name="connsiteY528" fmla="*/ 145357 h 383236"/>
                <a:gd name="connsiteX529" fmla="*/ 111319 w 399578"/>
                <a:gd name="connsiteY529" fmla="*/ 145357 h 383236"/>
                <a:gd name="connsiteX530" fmla="*/ 111319 w 399578"/>
                <a:gd name="connsiteY530" fmla="*/ 139404 h 383236"/>
                <a:gd name="connsiteX531" fmla="*/ 113551 w 399578"/>
                <a:gd name="connsiteY531" fmla="*/ 139404 h 383236"/>
                <a:gd name="connsiteX532" fmla="*/ 113830 w 399578"/>
                <a:gd name="connsiteY532" fmla="*/ 137218 h 383236"/>
                <a:gd name="connsiteX533" fmla="*/ 114296 w 399578"/>
                <a:gd name="connsiteY533" fmla="*/ 134939 h 383236"/>
                <a:gd name="connsiteX534" fmla="*/ 115784 w 399578"/>
                <a:gd name="connsiteY534" fmla="*/ 134195 h 383236"/>
                <a:gd name="connsiteX535" fmla="*/ 116528 w 399578"/>
                <a:gd name="connsiteY535" fmla="*/ 131590 h 383236"/>
                <a:gd name="connsiteX536" fmla="*/ 117272 w 399578"/>
                <a:gd name="connsiteY536" fmla="*/ 128986 h 383236"/>
                <a:gd name="connsiteX537" fmla="*/ 118760 w 399578"/>
                <a:gd name="connsiteY537" fmla="*/ 128242 h 383236"/>
                <a:gd name="connsiteX538" fmla="*/ 119505 w 399578"/>
                <a:gd name="connsiteY538" fmla="*/ 123777 h 383236"/>
                <a:gd name="connsiteX539" fmla="*/ 121737 w 399578"/>
                <a:gd name="connsiteY539" fmla="*/ 123777 h 383236"/>
                <a:gd name="connsiteX540" fmla="*/ 121969 w 399578"/>
                <a:gd name="connsiteY540" fmla="*/ 121265 h 383236"/>
                <a:gd name="connsiteX541" fmla="*/ 122481 w 399578"/>
                <a:gd name="connsiteY541" fmla="*/ 118568 h 383236"/>
                <a:gd name="connsiteX542" fmla="*/ 124714 w 399578"/>
                <a:gd name="connsiteY542" fmla="*/ 117079 h 383236"/>
                <a:gd name="connsiteX543" fmla="*/ 124714 w 399578"/>
                <a:gd name="connsiteY543" fmla="*/ 112615 h 383236"/>
                <a:gd name="connsiteX544" fmla="*/ 126946 w 399578"/>
                <a:gd name="connsiteY544" fmla="*/ 112615 h 383236"/>
                <a:gd name="connsiteX545" fmla="*/ 127178 w 399578"/>
                <a:gd name="connsiteY545" fmla="*/ 110057 h 383236"/>
                <a:gd name="connsiteX546" fmla="*/ 127690 w 399578"/>
                <a:gd name="connsiteY546" fmla="*/ 107406 h 383236"/>
                <a:gd name="connsiteX547" fmla="*/ 129922 w 399578"/>
                <a:gd name="connsiteY547" fmla="*/ 106661 h 383236"/>
                <a:gd name="connsiteX548" fmla="*/ 130667 w 399578"/>
                <a:gd name="connsiteY548" fmla="*/ 101452 h 383236"/>
                <a:gd name="connsiteX549" fmla="*/ 132899 w 399578"/>
                <a:gd name="connsiteY549" fmla="*/ 99964 h 383236"/>
                <a:gd name="connsiteX550" fmla="*/ 132899 w 399578"/>
                <a:gd name="connsiteY550" fmla="*/ 97685 h 383236"/>
                <a:gd name="connsiteX551" fmla="*/ 132899 w 399578"/>
                <a:gd name="connsiteY551" fmla="*/ 95499 h 383236"/>
                <a:gd name="connsiteX552" fmla="*/ 135131 w 399578"/>
                <a:gd name="connsiteY552" fmla="*/ 94755 h 383236"/>
                <a:gd name="connsiteX553" fmla="*/ 135876 w 399578"/>
                <a:gd name="connsiteY553" fmla="*/ 89546 h 383236"/>
                <a:gd name="connsiteX554" fmla="*/ 137364 w 399578"/>
                <a:gd name="connsiteY554" fmla="*/ 89546 h 383236"/>
                <a:gd name="connsiteX555" fmla="*/ 138361 w 399578"/>
                <a:gd name="connsiteY555" fmla="*/ 84895 h 383236"/>
                <a:gd name="connsiteX556" fmla="*/ 138852 w 399578"/>
                <a:gd name="connsiteY556" fmla="*/ 83593 h 383236"/>
                <a:gd name="connsiteX557" fmla="*/ 141085 w 399578"/>
                <a:gd name="connsiteY557" fmla="*/ 83593 h 383236"/>
                <a:gd name="connsiteX558" fmla="*/ 140945 w 399578"/>
                <a:gd name="connsiteY558" fmla="*/ 81500 h 383236"/>
                <a:gd name="connsiteX559" fmla="*/ 142154 w 399578"/>
                <a:gd name="connsiteY559" fmla="*/ 78105 h 383236"/>
                <a:gd name="connsiteX560" fmla="*/ 143643 w 399578"/>
                <a:gd name="connsiteY560" fmla="*/ 73826 h 383236"/>
                <a:gd name="connsiteX561" fmla="*/ 144061 w 399578"/>
                <a:gd name="connsiteY561" fmla="*/ 70943 h 383236"/>
                <a:gd name="connsiteX562" fmla="*/ 145596 w 399578"/>
                <a:gd name="connsiteY562" fmla="*/ 70571 h 383236"/>
                <a:gd name="connsiteX563" fmla="*/ 147038 w 399578"/>
                <a:gd name="connsiteY563" fmla="*/ 70199 h 383236"/>
                <a:gd name="connsiteX564" fmla="*/ 147038 w 399578"/>
                <a:gd name="connsiteY564" fmla="*/ 64245 h 383236"/>
                <a:gd name="connsiteX565" fmla="*/ 149270 w 399578"/>
                <a:gd name="connsiteY565" fmla="*/ 64245 h 383236"/>
                <a:gd name="connsiteX566" fmla="*/ 149549 w 399578"/>
                <a:gd name="connsiteY566" fmla="*/ 61687 h 383236"/>
                <a:gd name="connsiteX567" fmla="*/ 150014 w 399578"/>
                <a:gd name="connsiteY567" fmla="*/ 59036 h 383236"/>
                <a:gd name="connsiteX568" fmla="*/ 151503 w 399578"/>
                <a:gd name="connsiteY568" fmla="*/ 58292 h 383236"/>
                <a:gd name="connsiteX569" fmla="*/ 151968 w 399578"/>
                <a:gd name="connsiteY569" fmla="*/ 55269 h 383236"/>
                <a:gd name="connsiteX570" fmla="*/ 152247 w 399578"/>
                <a:gd name="connsiteY570" fmla="*/ 52339 h 383236"/>
                <a:gd name="connsiteX571" fmla="*/ 154479 w 399578"/>
                <a:gd name="connsiteY571" fmla="*/ 52339 h 383236"/>
                <a:gd name="connsiteX572" fmla="*/ 154590 w 399578"/>
                <a:gd name="connsiteY572" fmla="*/ 50900 h 383236"/>
                <a:gd name="connsiteX573" fmla="*/ 154758 w 399578"/>
                <a:gd name="connsiteY573" fmla="*/ 49037 h 383236"/>
                <a:gd name="connsiteX574" fmla="*/ 154915 w 399578"/>
                <a:gd name="connsiteY574" fmla="*/ 47180 h 383236"/>
                <a:gd name="connsiteX575" fmla="*/ 155223 w 399578"/>
                <a:gd name="connsiteY575" fmla="*/ 45642 h 383236"/>
                <a:gd name="connsiteX576" fmla="*/ 156712 w 399578"/>
                <a:gd name="connsiteY576" fmla="*/ 44898 h 383236"/>
                <a:gd name="connsiteX577" fmla="*/ 157874 w 399578"/>
                <a:gd name="connsiteY577" fmla="*/ 41549 h 383236"/>
                <a:gd name="connsiteX578" fmla="*/ 159688 w 399578"/>
                <a:gd name="connsiteY578" fmla="*/ 37456 h 383236"/>
                <a:gd name="connsiteX579" fmla="*/ 160107 w 399578"/>
                <a:gd name="connsiteY579" fmla="*/ 34433 h 383236"/>
                <a:gd name="connsiteX580" fmla="*/ 160432 w 399578"/>
                <a:gd name="connsiteY580" fmla="*/ 31503 h 383236"/>
                <a:gd name="connsiteX581" fmla="*/ 162665 w 399578"/>
                <a:gd name="connsiteY581" fmla="*/ 31503 h 383236"/>
                <a:gd name="connsiteX582" fmla="*/ 163409 w 399578"/>
                <a:gd name="connsiteY582" fmla="*/ 24806 h 383236"/>
                <a:gd name="connsiteX583" fmla="*/ 165641 w 399578"/>
                <a:gd name="connsiteY583" fmla="*/ 24806 h 383236"/>
                <a:gd name="connsiteX584" fmla="*/ 165752 w 399578"/>
                <a:gd name="connsiteY584" fmla="*/ 23204 h 383236"/>
                <a:gd name="connsiteX585" fmla="*/ 165920 w 399578"/>
                <a:gd name="connsiteY585" fmla="*/ 21132 h 383236"/>
                <a:gd name="connsiteX586" fmla="*/ 166077 w 399578"/>
                <a:gd name="connsiteY586" fmla="*/ 19065 h 383236"/>
                <a:gd name="connsiteX587" fmla="*/ 166385 w 399578"/>
                <a:gd name="connsiteY587" fmla="*/ 17365 h 383236"/>
                <a:gd name="connsiteX588" fmla="*/ 167874 w 399578"/>
                <a:gd name="connsiteY588" fmla="*/ 16620 h 383236"/>
                <a:gd name="connsiteX589" fmla="*/ 168339 w 399578"/>
                <a:gd name="connsiteY589" fmla="*/ 13225 h 383236"/>
                <a:gd name="connsiteX590" fmla="*/ 168507 w 399578"/>
                <a:gd name="connsiteY590" fmla="*/ 11362 h 383236"/>
                <a:gd name="connsiteX591" fmla="*/ 168618 w 399578"/>
                <a:gd name="connsiteY591" fmla="*/ 9923 h 383236"/>
                <a:gd name="connsiteX592" fmla="*/ 170850 w 399578"/>
                <a:gd name="connsiteY592" fmla="*/ 9923 h 383236"/>
                <a:gd name="connsiteX593" fmla="*/ 170987 w 399578"/>
                <a:gd name="connsiteY593" fmla="*/ 8159 h 383236"/>
                <a:gd name="connsiteX594" fmla="*/ 171176 w 399578"/>
                <a:gd name="connsiteY594" fmla="*/ 5877 h 383236"/>
                <a:gd name="connsiteX595" fmla="*/ 171359 w 399578"/>
                <a:gd name="connsiteY595" fmla="*/ 3601 h 383236"/>
                <a:gd name="connsiteX596" fmla="*/ 176803 w 399578"/>
                <a:gd name="connsiteY596" fmla="*/ 761 h 38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99578" h="383236">
                  <a:moveTo>
                    <a:pt x="176803" y="761"/>
                  </a:moveTo>
                  <a:cubicBezTo>
                    <a:pt x="177617" y="733"/>
                    <a:pt x="178430" y="705"/>
                    <a:pt x="179268" y="677"/>
                  </a:cubicBezTo>
                  <a:cubicBezTo>
                    <a:pt x="179928" y="781"/>
                    <a:pt x="180588" y="886"/>
                    <a:pt x="181268" y="994"/>
                  </a:cubicBezTo>
                  <a:cubicBezTo>
                    <a:pt x="181757" y="2473"/>
                    <a:pt x="181757" y="2473"/>
                    <a:pt x="182012" y="3970"/>
                  </a:cubicBezTo>
                  <a:cubicBezTo>
                    <a:pt x="182872" y="4093"/>
                    <a:pt x="183731" y="4216"/>
                    <a:pt x="184617" y="4342"/>
                  </a:cubicBezTo>
                  <a:cubicBezTo>
                    <a:pt x="185476" y="4465"/>
                    <a:pt x="186336" y="4588"/>
                    <a:pt x="187221" y="4714"/>
                  </a:cubicBezTo>
                  <a:cubicBezTo>
                    <a:pt x="187490" y="5701"/>
                    <a:pt x="187740" y="6693"/>
                    <a:pt x="187965" y="7691"/>
                  </a:cubicBezTo>
                  <a:cubicBezTo>
                    <a:pt x="188671" y="7691"/>
                    <a:pt x="189377" y="7691"/>
                    <a:pt x="190105" y="7691"/>
                  </a:cubicBezTo>
                  <a:cubicBezTo>
                    <a:pt x="190872" y="7691"/>
                    <a:pt x="191640" y="7691"/>
                    <a:pt x="192430" y="7691"/>
                  </a:cubicBezTo>
                  <a:cubicBezTo>
                    <a:pt x="192768" y="8167"/>
                    <a:pt x="193106" y="8642"/>
                    <a:pt x="193454" y="9133"/>
                  </a:cubicBezTo>
                  <a:cubicBezTo>
                    <a:pt x="194492" y="10800"/>
                    <a:pt x="194492" y="10800"/>
                    <a:pt x="196093" y="10926"/>
                  </a:cubicBezTo>
                  <a:cubicBezTo>
                    <a:pt x="196634" y="10963"/>
                    <a:pt x="197175" y="11001"/>
                    <a:pt x="197732" y="11039"/>
                  </a:cubicBezTo>
                  <a:cubicBezTo>
                    <a:pt x="198684" y="11162"/>
                    <a:pt x="199635" y="11285"/>
                    <a:pt x="200616" y="11411"/>
                  </a:cubicBezTo>
                  <a:cubicBezTo>
                    <a:pt x="201081" y="12900"/>
                    <a:pt x="201081" y="12900"/>
                    <a:pt x="201360" y="14388"/>
                  </a:cubicBezTo>
                  <a:cubicBezTo>
                    <a:pt x="202843" y="14666"/>
                    <a:pt x="204332" y="14914"/>
                    <a:pt x="205825" y="15132"/>
                  </a:cubicBezTo>
                  <a:cubicBezTo>
                    <a:pt x="206070" y="15869"/>
                    <a:pt x="206316" y="16606"/>
                    <a:pt x="206569" y="17365"/>
                  </a:cubicBezTo>
                  <a:cubicBezTo>
                    <a:pt x="208092" y="17534"/>
                    <a:pt x="209617" y="17700"/>
                    <a:pt x="211144" y="17827"/>
                  </a:cubicBezTo>
                  <a:cubicBezTo>
                    <a:pt x="211826" y="17966"/>
                    <a:pt x="211826" y="17966"/>
                    <a:pt x="212522" y="18109"/>
                  </a:cubicBezTo>
                  <a:cubicBezTo>
                    <a:pt x="213043" y="19088"/>
                    <a:pt x="213540" y="20081"/>
                    <a:pt x="214010" y="21085"/>
                  </a:cubicBezTo>
                  <a:cubicBezTo>
                    <a:pt x="214870" y="21208"/>
                    <a:pt x="215729" y="21331"/>
                    <a:pt x="216615" y="21457"/>
                  </a:cubicBezTo>
                  <a:cubicBezTo>
                    <a:pt x="217474" y="21580"/>
                    <a:pt x="218334" y="21703"/>
                    <a:pt x="219219" y="21829"/>
                  </a:cubicBezTo>
                  <a:cubicBezTo>
                    <a:pt x="220057" y="23364"/>
                    <a:pt x="220057" y="23364"/>
                    <a:pt x="220708" y="24806"/>
                  </a:cubicBezTo>
                  <a:cubicBezTo>
                    <a:pt x="221322" y="24806"/>
                    <a:pt x="221935" y="24806"/>
                    <a:pt x="222568" y="24806"/>
                  </a:cubicBezTo>
                  <a:cubicBezTo>
                    <a:pt x="223182" y="24806"/>
                    <a:pt x="223796" y="24806"/>
                    <a:pt x="224428" y="24806"/>
                  </a:cubicBezTo>
                  <a:cubicBezTo>
                    <a:pt x="224728" y="25520"/>
                    <a:pt x="224728" y="25520"/>
                    <a:pt x="225033" y="26248"/>
                  </a:cubicBezTo>
                  <a:cubicBezTo>
                    <a:pt x="225325" y="26754"/>
                    <a:pt x="225616" y="27261"/>
                    <a:pt x="225917" y="27783"/>
                  </a:cubicBezTo>
                  <a:cubicBezTo>
                    <a:pt x="227921" y="28299"/>
                    <a:pt x="229789" y="28393"/>
                    <a:pt x="231870" y="28527"/>
                  </a:cubicBezTo>
                  <a:cubicBezTo>
                    <a:pt x="231870" y="29509"/>
                    <a:pt x="231870" y="30491"/>
                    <a:pt x="231870" y="31503"/>
                  </a:cubicBezTo>
                  <a:cubicBezTo>
                    <a:pt x="232398" y="31531"/>
                    <a:pt x="232927" y="31559"/>
                    <a:pt x="233471" y="31588"/>
                  </a:cubicBezTo>
                  <a:cubicBezTo>
                    <a:pt x="234155" y="31637"/>
                    <a:pt x="234839" y="31685"/>
                    <a:pt x="235544" y="31736"/>
                  </a:cubicBezTo>
                  <a:cubicBezTo>
                    <a:pt x="236567" y="31801"/>
                    <a:pt x="236567" y="31801"/>
                    <a:pt x="237611" y="31867"/>
                  </a:cubicBezTo>
                  <a:cubicBezTo>
                    <a:pt x="238172" y="31992"/>
                    <a:pt x="238733" y="32118"/>
                    <a:pt x="239311" y="32247"/>
                  </a:cubicBezTo>
                  <a:cubicBezTo>
                    <a:pt x="240183" y="34862"/>
                    <a:pt x="240207" y="37027"/>
                    <a:pt x="240241" y="39782"/>
                  </a:cubicBezTo>
                  <a:cubicBezTo>
                    <a:pt x="240261" y="40720"/>
                    <a:pt x="240280" y="41658"/>
                    <a:pt x="240299" y="42625"/>
                  </a:cubicBezTo>
                  <a:cubicBezTo>
                    <a:pt x="240179" y="43750"/>
                    <a:pt x="240179" y="43750"/>
                    <a:pt x="240055" y="44898"/>
                  </a:cubicBezTo>
                  <a:cubicBezTo>
                    <a:pt x="238950" y="45266"/>
                    <a:pt x="238950" y="45266"/>
                    <a:pt x="237823" y="45642"/>
                  </a:cubicBezTo>
                  <a:cubicBezTo>
                    <a:pt x="237570" y="47378"/>
                    <a:pt x="237323" y="49114"/>
                    <a:pt x="237079" y="50851"/>
                  </a:cubicBezTo>
                  <a:cubicBezTo>
                    <a:pt x="235974" y="51588"/>
                    <a:pt x="235974" y="51588"/>
                    <a:pt x="234846" y="52339"/>
                  </a:cubicBezTo>
                  <a:cubicBezTo>
                    <a:pt x="234299" y="54994"/>
                    <a:pt x="234299" y="54994"/>
                    <a:pt x="234102" y="57548"/>
                  </a:cubicBezTo>
                  <a:cubicBezTo>
                    <a:pt x="233365" y="57548"/>
                    <a:pt x="232629" y="57548"/>
                    <a:pt x="231870" y="57548"/>
                  </a:cubicBezTo>
                  <a:cubicBezTo>
                    <a:pt x="231778" y="58515"/>
                    <a:pt x="231686" y="59482"/>
                    <a:pt x="231591" y="60478"/>
                  </a:cubicBezTo>
                  <a:cubicBezTo>
                    <a:pt x="231434" y="62126"/>
                    <a:pt x="231434" y="62126"/>
                    <a:pt x="231126" y="63501"/>
                  </a:cubicBezTo>
                  <a:cubicBezTo>
                    <a:pt x="230634" y="63747"/>
                    <a:pt x="230143" y="63992"/>
                    <a:pt x="229637" y="64245"/>
                  </a:cubicBezTo>
                  <a:cubicBezTo>
                    <a:pt x="229530" y="64967"/>
                    <a:pt x="229422" y="65688"/>
                    <a:pt x="229312" y="66431"/>
                  </a:cubicBezTo>
                  <a:cubicBezTo>
                    <a:pt x="229174" y="67183"/>
                    <a:pt x="229036" y="67935"/>
                    <a:pt x="228893" y="68710"/>
                  </a:cubicBezTo>
                  <a:cubicBezTo>
                    <a:pt x="227788" y="69447"/>
                    <a:pt x="227788" y="69447"/>
                    <a:pt x="226661" y="70199"/>
                  </a:cubicBezTo>
                  <a:cubicBezTo>
                    <a:pt x="226538" y="71073"/>
                    <a:pt x="226415" y="71948"/>
                    <a:pt x="226289" y="72850"/>
                  </a:cubicBezTo>
                  <a:cubicBezTo>
                    <a:pt x="226166" y="73694"/>
                    <a:pt x="226043" y="74538"/>
                    <a:pt x="225917" y="75408"/>
                  </a:cubicBezTo>
                  <a:cubicBezTo>
                    <a:pt x="224812" y="75776"/>
                    <a:pt x="224812" y="75776"/>
                    <a:pt x="223684" y="76152"/>
                  </a:cubicBezTo>
                  <a:cubicBezTo>
                    <a:pt x="223406" y="77883"/>
                    <a:pt x="223158" y="79620"/>
                    <a:pt x="222940" y="81361"/>
                  </a:cubicBezTo>
                  <a:cubicBezTo>
                    <a:pt x="222449" y="81606"/>
                    <a:pt x="221958" y="81852"/>
                    <a:pt x="221452" y="82105"/>
                  </a:cubicBezTo>
                  <a:cubicBezTo>
                    <a:pt x="220962" y="84359"/>
                    <a:pt x="220962" y="84359"/>
                    <a:pt x="220708" y="86570"/>
                  </a:cubicBezTo>
                  <a:cubicBezTo>
                    <a:pt x="219971" y="86570"/>
                    <a:pt x="219234" y="86570"/>
                    <a:pt x="218475" y="86570"/>
                  </a:cubicBezTo>
                  <a:cubicBezTo>
                    <a:pt x="218230" y="88780"/>
                    <a:pt x="217984" y="90990"/>
                    <a:pt x="217731" y="93267"/>
                  </a:cubicBezTo>
                  <a:cubicBezTo>
                    <a:pt x="216994" y="93267"/>
                    <a:pt x="216258" y="93267"/>
                    <a:pt x="215499" y="93267"/>
                  </a:cubicBezTo>
                  <a:cubicBezTo>
                    <a:pt x="215407" y="94111"/>
                    <a:pt x="215314" y="94955"/>
                    <a:pt x="215220" y="95825"/>
                  </a:cubicBezTo>
                  <a:cubicBezTo>
                    <a:pt x="214989" y="97137"/>
                    <a:pt x="214989" y="97137"/>
                    <a:pt x="214755" y="98476"/>
                  </a:cubicBezTo>
                  <a:cubicBezTo>
                    <a:pt x="214263" y="98722"/>
                    <a:pt x="213772" y="98967"/>
                    <a:pt x="213266" y="99220"/>
                  </a:cubicBezTo>
                  <a:cubicBezTo>
                    <a:pt x="212777" y="101474"/>
                    <a:pt x="212777" y="101474"/>
                    <a:pt x="212522" y="103685"/>
                  </a:cubicBezTo>
                  <a:cubicBezTo>
                    <a:pt x="211785" y="103685"/>
                    <a:pt x="211049" y="103685"/>
                    <a:pt x="210290" y="103685"/>
                  </a:cubicBezTo>
                  <a:cubicBezTo>
                    <a:pt x="210213" y="104652"/>
                    <a:pt x="210136" y="105619"/>
                    <a:pt x="210057" y="106615"/>
                  </a:cubicBezTo>
                  <a:cubicBezTo>
                    <a:pt x="209926" y="108263"/>
                    <a:pt x="209926" y="108263"/>
                    <a:pt x="209546" y="109638"/>
                  </a:cubicBezTo>
                  <a:cubicBezTo>
                    <a:pt x="208809" y="109884"/>
                    <a:pt x="208072" y="110129"/>
                    <a:pt x="207313" y="110382"/>
                  </a:cubicBezTo>
                  <a:cubicBezTo>
                    <a:pt x="207035" y="112114"/>
                    <a:pt x="206787" y="113851"/>
                    <a:pt x="206569" y="115591"/>
                  </a:cubicBezTo>
                  <a:cubicBezTo>
                    <a:pt x="206078" y="115837"/>
                    <a:pt x="205587" y="116082"/>
                    <a:pt x="205081" y="116335"/>
                  </a:cubicBezTo>
                  <a:cubicBezTo>
                    <a:pt x="204835" y="116949"/>
                    <a:pt x="204590" y="117563"/>
                    <a:pt x="204337" y="118196"/>
                  </a:cubicBezTo>
                  <a:cubicBezTo>
                    <a:pt x="203592" y="120056"/>
                    <a:pt x="203592" y="120056"/>
                    <a:pt x="202104" y="120800"/>
                  </a:cubicBezTo>
                  <a:cubicBezTo>
                    <a:pt x="201997" y="121644"/>
                    <a:pt x="201889" y="122488"/>
                    <a:pt x="201779" y="123358"/>
                  </a:cubicBezTo>
                  <a:cubicBezTo>
                    <a:pt x="201640" y="124233"/>
                    <a:pt x="201502" y="125108"/>
                    <a:pt x="201360" y="126009"/>
                  </a:cubicBezTo>
                  <a:cubicBezTo>
                    <a:pt x="200623" y="126500"/>
                    <a:pt x="199887" y="126991"/>
                    <a:pt x="199128" y="127497"/>
                  </a:cubicBezTo>
                  <a:cubicBezTo>
                    <a:pt x="198858" y="128484"/>
                    <a:pt x="198609" y="129476"/>
                    <a:pt x="198383" y="130474"/>
                  </a:cubicBezTo>
                  <a:cubicBezTo>
                    <a:pt x="197892" y="130720"/>
                    <a:pt x="197401" y="130965"/>
                    <a:pt x="196895" y="131218"/>
                  </a:cubicBezTo>
                  <a:cubicBezTo>
                    <a:pt x="196757" y="132507"/>
                    <a:pt x="196757" y="132507"/>
                    <a:pt x="196616" y="133823"/>
                  </a:cubicBezTo>
                  <a:cubicBezTo>
                    <a:pt x="196463" y="134682"/>
                    <a:pt x="196309" y="135542"/>
                    <a:pt x="196151" y="136427"/>
                  </a:cubicBezTo>
                  <a:cubicBezTo>
                    <a:pt x="195164" y="136696"/>
                    <a:pt x="194172" y="136946"/>
                    <a:pt x="193174" y="137171"/>
                  </a:cubicBezTo>
                  <a:cubicBezTo>
                    <a:pt x="192926" y="139435"/>
                    <a:pt x="192926" y="139435"/>
                    <a:pt x="193174" y="141636"/>
                  </a:cubicBezTo>
                  <a:cubicBezTo>
                    <a:pt x="192438" y="141636"/>
                    <a:pt x="191701" y="141636"/>
                    <a:pt x="190942" y="141636"/>
                  </a:cubicBezTo>
                  <a:cubicBezTo>
                    <a:pt x="190865" y="142450"/>
                    <a:pt x="190789" y="143263"/>
                    <a:pt x="190709" y="144101"/>
                  </a:cubicBezTo>
                  <a:cubicBezTo>
                    <a:pt x="190186" y="146908"/>
                    <a:pt x="189970" y="147324"/>
                    <a:pt x="187965" y="149077"/>
                  </a:cubicBezTo>
                  <a:cubicBezTo>
                    <a:pt x="187704" y="150066"/>
                    <a:pt x="187454" y="151058"/>
                    <a:pt x="187221" y="152054"/>
                  </a:cubicBezTo>
                  <a:cubicBezTo>
                    <a:pt x="186730" y="152300"/>
                    <a:pt x="186239" y="152545"/>
                    <a:pt x="185733" y="152798"/>
                  </a:cubicBezTo>
                  <a:cubicBezTo>
                    <a:pt x="185626" y="153397"/>
                    <a:pt x="185518" y="153995"/>
                    <a:pt x="185407" y="154612"/>
                  </a:cubicBezTo>
                  <a:cubicBezTo>
                    <a:pt x="184989" y="156519"/>
                    <a:pt x="184989" y="156519"/>
                    <a:pt x="182756" y="158007"/>
                  </a:cubicBezTo>
                  <a:cubicBezTo>
                    <a:pt x="182255" y="159245"/>
                    <a:pt x="181759" y="160485"/>
                    <a:pt x="181268" y="161728"/>
                  </a:cubicBezTo>
                  <a:cubicBezTo>
                    <a:pt x="180777" y="161728"/>
                    <a:pt x="180286" y="161728"/>
                    <a:pt x="179780" y="161728"/>
                  </a:cubicBezTo>
                  <a:cubicBezTo>
                    <a:pt x="179826" y="162419"/>
                    <a:pt x="179872" y="163109"/>
                    <a:pt x="179919" y="163821"/>
                  </a:cubicBezTo>
                  <a:cubicBezTo>
                    <a:pt x="179780" y="166193"/>
                    <a:pt x="179780" y="166193"/>
                    <a:pt x="178710" y="167402"/>
                  </a:cubicBezTo>
                  <a:cubicBezTo>
                    <a:pt x="178327" y="167740"/>
                    <a:pt x="177943" y="168077"/>
                    <a:pt x="177547" y="168425"/>
                  </a:cubicBezTo>
                  <a:cubicBezTo>
                    <a:pt x="177425" y="168932"/>
                    <a:pt x="177302" y="169438"/>
                    <a:pt x="177175" y="169960"/>
                  </a:cubicBezTo>
                  <a:cubicBezTo>
                    <a:pt x="176803" y="171402"/>
                    <a:pt x="176803" y="171402"/>
                    <a:pt x="174571" y="172890"/>
                  </a:cubicBezTo>
                  <a:cubicBezTo>
                    <a:pt x="174302" y="173877"/>
                    <a:pt x="174052" y="174869"/>
                    <a:pt x="173827" y="175867"/>
                  </a:cubicBezTo>
                  <a:cubicBezTo>
                    <a:pt x="173336" y="176112"/>
                    <a:pt x="172845" y="176358"/>
                    <a:pt x="172339" y="176611"/>
                  </a:cubicBezTo>
                  <a:cubicBezTo>
                    <a:pt x="172093" y="177347"/>
                    <a:pt x="171847" y="178084"/>
                    <a:pt x="171594" y="178843"/>
                  </a:cubicBezTo>
                  <a:cubicBezTo>
                    <a:pt x="170850" y="181076"/>
                    <a:pt x="170850" y="181076"/>
                    <a:pt x="169362" y="181820"/>
                  </a:cubicBezTo>
                  <a:cubicBezTo>
                    <a:pt x="169201" y="182741"/>
                    <a:pt x="169201" y="182741"/>
                    <a:pt x="169036" y="183680"/>
                  </a:cubicBezTo>
                  <a:cubicBezTo>
                    <a:pt x="168898" y="184294"/>
                    <a:pt x="168760" y="184908"/>
                    <a:pt x="168618" y="185540"/>
                  </a:cubicBezTo>
                  <a:cubicBezTo>
                    <a:pt x="167881" y="185786"/>
                    <a:pt x="167144" y="186032"/>
                    <a:pt x="166385" y="186285"/>
                  </a:cubicBezTo>
                  <a:cubicBezTo>
                    <a:pt x="166127" y="187771"/>
                    <a:pt x="165880" y="189260"/>
                    <a:pt x="165641" y="190749"/>
                  </a:cubicBezTo>
                  <a:cubicBezTo>
                    <a:pt x="164525" y="192005"/>
                    <a:pt x="164525" y="192005"/>
                    <a:pt x="163409" y="192982"/>
                  </a:cubicBezTo>
                  <a:cubicBezTo>
                    <a:pt x="163163" y="193718"/>
                    <a:pt x="162918" y="194455"/>
                    <a:pt x="162665" y="195214"/>
                  </a:cubicBezTo>
                  <a:cubicBezTo>
                    <a:pt x="161928" y="195214"/>
                    <a:pt x="161191" y="195214"/>
                    <a:pt x="160432" y="195214"/>
                  </a:cubicBezTo>
                  <a:cubicBezTo>
                    <a:pt x="160432" y="196688"/>
                    <a:pt x="160432" y="198161"/>
                    <a:pt x="160432" y="199679"/>
                  </a:cubicBezTo>
                  <a:cubicBezTo>
                    <a:pt x="159696" y="199679"/>
                    <a:pt x="158959" y="199679"/>
                    <a:pt x="158200" y="199679"/>
                  </a:cubicBezTo>
                  <a:cubicBezTo>
                    <a:pt x="158085" y="200715"/>
                    <a:pt x="158085" y="200715"/>
                    <a:pt x="157967" y="201772"/>
                  </a:cubicBezTo>
                  <a:cubicBezTo>
                    <a:pt x="157432" y="204256"/>
                    <a:pt x="157050" y="204778"/>
                    <a:pt x="155223" y="206376"/>
                  </a:cubicBezTo>
                  <a:cubicBezTo>
                    <a:pt x="154978" y="207113"/>
                    <a:pt x="154732" y="207850"/>
                    <a:pt x="154479" y="208609"/>
                  </a:cubicBezTo>
                  <a:cubicBezTo>
                    <a:pt x="153988" y="208854"/>
                    <a:pt x="153497" y="209100"/>
                    <a:pt x="152991" y="209353"/>
                  </a:cubicBezTo>
                  <a:cubicBezTo>
                    <a:pt x="152830" y="210297"/>
                    <a:pt x="152830" y="210297"/>
                    <a:pt x="152665" y="211260"/>
                  </a:cubicBezTo>
                  <a:cubicBezTo>
                    <a:pt x="152527" y="211858"/>
                    <a:pt x="152389" y="212457"/>
                    <a:pt x="152247" y="213074"/>
                  </a:cubicBezTo>
                  <a:cubicBezTo>
                    <a:pt x="151510" y="213074"/>
                    <a:pt x="150773" y="213074"/>
                    <a:pt x="150014" y="213074"/>
                  </a:cubicBezTo>
                  <a:cubicBezTo>
                    <a:pt x="149899" y="214294"/>
                    <a:pt x="149899" y="214294"/>
                    <a:pt x="149782" y="215539"/>
                  </a:cubicBezTo>
                  <a:cubicBezTo>
                    <a:pt x="149269" y="218286"/>
                    <a:pt x="149102" y="218864"/>
                    <a:pt x="147038" y="220515"/>
                  </a:cubicBezTo>
                  <a:cubicBezTo>
                    <a:pt x="146547" y="221252"/>
                    <a:pt x="146055" y="221988"/>
                    <a:pt x="145549" y="222747"/>
                  </a:cubicBezTo>
                  <a:cubicBezTo>
                    <a:pt x="145058" y="222747"/>
                    <a:pt x="144567" y="222747"/>
                    <a:pt x="144061" y="222747"/>
                  </a:cubicBezTo>
                  <a:cubicBezTo>
                    <a:pt x="144107" y="223346"/>
                    <a:pt x="144153" y="223945"/>
                    <a:pt x="144201" y="224561"/>
                  </a:cubicBezTo>
                  <a:cubicBezTo>
                    <a:pt x="144155" y="225191"/>
                    <a:pt x="144109" y="225820"/>
                    <a:pt x="144061" y="226468"/>
                  </a:cubicBezTo>
                  <a:cubicBezTo>
                    <a:pt x="143324" y="226714"/>
                    <a:pt x="142588" y="226959"/>
                    <a:pt x="141829" y="227212"/>
                  </a:cubicBezTo>
                  <a:cubicBezTo>
                    <a:pt x="141551" y="228446"/>
                    <a:pt x="141303" y="229687"/>
                    <a:pt x="141085" y="230933"/>
                  </a:cubicBezTo>
                  <a:cubicBezTo>
                    <a:pt x="140593" y="231179"/>
                    <a:pt x="140102" y="231424"/>
                    <a:pt x="139596" y="231677"/>
                  </a:cubicBezTo>
                  <a:cubicBezTo>
                    <a:pt x="139044" y="232805"/>
                    <a:pt x="139044" y="232805"/>
                    <a:pt x="138480" y="233956"/>
                  </a:cubicBezTo>
                  <a:cubicBezTo>
                    <a:pt x="138112" y="234677"/>
                    <a:pt x="137743" y="235399"/>
                    <a:pt x="137364" y="236142"/>
                  </a:cubicBezTo>
                  <a:cubicBezTo>
                    <a:pt x="136873" y="236142"/>
                    <a:pt x="136382" y="236142"/>
                    <a:pt x="135876" y="236142"/>
                  </a:cubicBezTo>
                  <a:cubicBezTo>
                    <a:pt x="135768" y="236618"/>
                    <a:pt x="135661" y="237094"/>
                    <a:pt x="135550" y="237584"/>
                  </a:cubicBezTo>
                  <a:cubicBezTo>
                    <a:pt x="135412" y="238090"/>
                    <a:pt x="135274" y="238597"/>
                    <a:pt x="135131" y="239118"/>
                  </a:cubicBezTo>
                  <a:cubicBezTo>
                    <a:pt x="134395" y="239364"/>
                    <a:pt x="133658" y="239610"/>
                    <a:pt x="132899" y="239863"/>
                  </a:cubicBezTo>
                  <a:cubicBezTo>
                    <a:pt x="132713" y="241754"/>
                    <a:pt x="132713" y="241754"/>
                    <a:pt x="132899" y="243583"/>
                  </a:cubicBezTo>
                  <a:cubicBezTo>
                    <a:pt x="132162" y="243583"/>
                    <a:pt x="131426" y="243583"/>
                    <a:pt x="130667" y="243583"/>
                  </a:cubicBezTo>
                  <a:cubicBezTo>
                    <a:pt x="130713" y="244182"/>
                    <a:pt x="130759" y="244780"/>
                    <a:pt x="130806" y="245397"/>
                  </a:cubicBezTo>
                  <a:cubicBezTo>
                    <a:pt x="130760" y="246026"/>
                    <a:pt x="130714" y="246656"/>
                    <a:pt x="130667" y="247304"/>
                  </a:cubicBezTo>
                  <a:cubicBezTo>
                    <a:pt x="129930" y="247550"/>
                    <a:pt x="129193" y="247795"/>
                    <a:pt x="128434" y="248048"/>
                  </a:cubicBezTo>
                  <a:cubicBezTo>
                    <a:pt x="127928" y="249533"/>
                    <a:pt x="127433" y="251022"/>
                    <a:pt x="126946" y="252513"/>
                  </a:cubicBezTo>
                  <a:cubicBezTo>
                    <a:pt x="125458" y="254652"/>
                    <a:pt x="125458" y="254652"/>
                    <a:pt x="123969" y="256234"/>
                  </a:cubicBezTo>
                  <a:cubicBezTo>
                    <a:pt x="123478" y="256234"/>
                    <a:pt x="122987" y="256234"/>
                    <a:pt x="122481" y="256234"/>
                  </a:cubicBezTo>
                  <a:cubicBezTo>
                    <a:pt x="122481" y="256970"/>
                    <a:pt x="122481" y="257707"/>
                    <a:pt x="122481" y="258466"/>
                  </a:cubicBezTo>
                  <a:cubicBezTo>
                    <a:pt x="122972" y="258221"/>
                    <a:pt x="123463" y="257975"/>
                    <a:pt x="123969" y="257722"/>
                  </a:cubicBezTo>
                  <a:cubicBezTo>
                    <a:pt x="125063" y="257638"/>
                    <a:pt x="126160" y="257598"/>
                    <a:pt x="127257" y="257581"/>
                  </a:cubicBezTo>
                  <a:cubicBezTo>
                    <a:pt x="127937" y="257569"/>
                    <a:pt x="128618" y="257556"/>
                    <a:pt x="129319" y="257543"/>
                  </a:cubicBezTo>
                  <a:cubicBezTo>
                    <a:pt x="130423" y="257528"/>
                    <a:pt x="130423" y="257528"/>
                    <a:pt x="131550" y="257513"/>
                  </a:cubicBezTo>
                  <a:cubicBezTo>
                    <a:pt x="132682" y="257492"/>
                    <a:pt x="132682" y="257492"/>
                    <a:pt x="133836" y="257471"/>
                  </a:cubicBezTo>
                  <a:cubicBezTo>
                    <a:pt x="137072" y="257413"/>
                    <a:pt x="140308" y="257362"/>
                    <a:pt x="143544" y="257311"/>
                  </a:cubicBezTo>
                  <a:cubicBezTo>
                    <a:pt x="145903" y="257273"/>
                    <a:pt x="148261" y="257230"/>
                    <a:pt x="150619" y="257187"/>
                  </a:cubicBezTo>
                  <a:cubicBezTo>
                    <a:pt x="151724" y="257172"/>
                    <a:pt x="151724" y="257172"/>
                    <a:pt x="152850" y="257157"/>
                  </a:cubicBezTo>
                  <a:cubicBezTo>
                    <a:pt x="153531" y="257144"/>
                    <a:pt x="154211" y="257132"/>
                    <a:pt x="154912" y="257119"/>
                  </a:cubicBezTo>
                  <a:cubicBezTo>
                    <a:pt x="155813" y="257105"/>
                    <a:pt x="155813" y="257105"/>
                    <a:pt x="156731" y="257091"/>
                  </a:cubicBezTo>
                  <a:cubicBezTo>
                    <a:pt x="158257" y="257066"/>
                    <a:pt x="158257" y="257066"/>
                    <a:pt x="159688" y="256234"/>
                  </a:cubicBezTo>
                  <a:cubicBezTo>
                    <a:pt x="159688" y="255497"/>
                    <a:pt x="159688" y="254760"/>
                    <a:pt x="159688" y="254001"/>
                  </a:cubicBezTo>
                  <a:cubicBezTo>
                    <a:pt x="160438" y="253995"/>
                    <a:pt x="160438" y="253995"/>
                    <a:pt x="161204" y="253988"/>
                  </a:cubicBezTo>
                  <a:cubicBezTo>
                    <a:pt x="166394" y="253941"/>
                    <a:pt x="171584" y="253878"/>
                    <a:pt x="176775" y="253806"/>
                  </a:cubicBezTo>
                  <a:cubicBezTo>
                    <a:pt x="178713" y="253781"/>
                    <a:pt x="180652" y="253760"/>
                    <a:pt x="182591" y="253744"/>
                  </a:cubicBezTo>
                  <a:cubicBezTo>
                    <a:pt x="185373" y="253719"/>
                    <a:pt x="188154" y="253680"/>
                    <a:pt x="190936" y="253638"/>
                  </a:cubicBezTo>
                  <a:cubicBezTo>
                    <a:pt x="192243" y="253631"/>
                    <a:pt x="192243" y="253631"/>
                    <a:pt x="193576" y="253624"/>
                  </a:cubicBezTo>
                  <a:cubicBezTo>
                    <a:pt x="194783" y="253601"/>
                    <a:pt x="194783" y="253601"/>
                    <a:pt x="196014" y="253579"/>
                  </a:cubicBezTo>
                  <a:cubicBezTo>
                    <a:pt x="196725" y="253571"/>
                    <a:pt x="197435" y="253562"/>
                    <a:pt x="198167" y="253554"/>
                  </a:cubicBezTo>
                  <a:cubicBezTo>
                    <a:pt x="198730" y="253456"/>
                    <a:pt x="199292" y="253358"/>
                    <a:pt x="199872" y="253257"/>
                  </a:cubicBezTo>
                  <a:cubicBezTo>
                    <a:pt x="200363" y="252520"/>
                    <a:pt x="200854" y="251784"/>
                    <a:pt x="201360" y="251025"/>
                  </a:cubicBezTo>
                  <a:cubicBezTo>
                    <a:pt x="208825" y="249219"/>
                    <a:pt x="217564" y="250222"/>
                    <a:pt x="225219" y="250281"/>
                  </a:cubicBezTo>
                  <a:cubicBezTo>
                    <a:pt x="227832" y="250300"/>
                    <a:pt x="230445" y="250315"/>
                    <a:pt x="233059" y="250327"/>
                  </a:cubicBezTo>
                  <a:cubicBezTo>
                    <a:pt x="233654" y="250333"/>
                    <a:pt x="234249" y="250339"/>
                    <a:pt x="234863" y="250346"/>
                  </a:cubicBezTo>
                  <a:cubicBezTo>
                    <a:pt x="237290" y="250357"/>
                    <a:pt x="239223" y="250310"/>
                    <a:pt x="241544" y="249536"/>
                  </a:cubicBezTo>
                  <a:cubicBezTo>
                    <a:pt x="241789" y="248800"/>
                    <a:pt x="242035" y="248063"/>
                    <a:pt x="242288" y="247304"/>
                  </a:cubicBezTo>
                  <a:cubicBezTo>
                    <a:pt x="243869" y="247027"/>
                    <a:pt x="243869" y="247027"/>
                    <a:pt x="245981" y="247030"/>
                  </a:cubicBezTo>
                  <a:cubicBezTo>
                    <a:pt x="247162" y="247022"/>
                    <a:pt x="247162" y="247022"/>
                    <a:pt x="248366" y="247014"/>
                  </a:cubicBezTo>
                  <a:cubicBezTo>
                    <a:pt x="249651" y="247021"/>
                    <a:pt x="249651" y="247021"/>
                    <a:pt x="250962" y="247028"/>
                  </a:cubicBezTo>
                  <a:cubicBezTo>
                    <a:pt x="252753" y="247015"/>
                    <a:pt x="254545" y="247002"/>
                    <a:pt x="256336" y="246989"/>
                  </a:cubicBezTo>
                  <a:cubicBezTo>
                    <a:pt x="259178" y="246981"/>
                    <a:pt x="262020" y="246978"/>
                    <a:pt x="264862" y="246980"/>
                  </a:cubicBezTo>
                  <a:cubicBezTo>
                    <a:pt x="267592" y="246977"/>
                    <a:pt x="270323" y="246957"/>
                    <a:pt x="273053" y="246935"/>
                  </a:cubicBezTo>
                  <a:cubicBezTo>
                    <a:pt x="273910" y="246941"/>
                    <a:pt x="274766" y="246947"/>
                    <a:pt x="275649" y="246953"/>
                  </a:cubicBezTo>
                  <a:cubicBezTo>
                    <a:pt x="276436" y="246946"/>
                    <a:pt x="277223" y="246938"/>
                    <a:pt x="278034" y="246931"/>
                  </a:cubicBezTo>
                  <a:cubicBezTo>
                    <a:pt x="278731" y="246931"/>
                    <a:pt x="279428" y="246931"/>
                    <a:pt x="280145" y="246931"/>
                  </a:cubicBezTo>
                  <a:cubicBezTo>
                    <a:pt x="280667" y="246809"/>
                    <a:pt x="281189" y="246686"/>
                    <a:pt x="281727" y="246560"/>
                  </a:cubicBezTo>
                  <a:cubicBezTo>
                    <a:pt x="282395" y="245091"/>
                    <a:pt x="282395" y="245091"/>
                    <a:pt x="282471" y="243583"/>
                  </a:cubicBezTo>
                  <a:cubicBezTo>
                    <a:pt x="283699" y="243829"/>
                    <a:pt x="284927" y="244074"/>
                    <a:pt x="286192" y="244327"/>
                  </a:cubicBezTo>
                  <a:cubicBezTo>
                    <a:pt x="285936" y="242487"/>
                    <a:pt x="285936" y="242487"/>
                    <a:pt x="285448" y="240607"/>
                  </a:cubicBezTo>
                  <a:cubicBezTo>
                    <a:pt x="284957" y="240361"/>
                    <a:pt x="284466" y="240116"/>
                    <a:pt x="283960" y="239863"/>
                  </a:cubicBezTo>
                  <a:cubicBezTo>
                    <a:pt x="283464" y="238374"/>
                    <a:pt x="282967" y="236886"/>
                    <a:pt x="282471" y="235398"/>
                  </a:cubicBezTo>
                  <a:cubicBezTo>
                    <a:pt x="281980" y="235152"/>
                    <a:pt x="281489" y="234907"/>
                    <a:pt x="280983" y="234654"/>
                  </a:cubicBezTo>
                  <a:cubicBezTo>
                    <a:pt x="280487" y="233165"/>
                    <a:pt x="279991" y="231677"/>
                    <a:pt x="279495" y="230189"/>
                  </a:cubicBezTo>
                  <a:cubicBezTo>
                    <a:pt x="279004" y="229943"/>
                    <a:pt x="278512" y="229698"/>
                    <a:pt x="278006" y="229445"/>
                  </a:cubicBezTo>
                  <a:cubicBezTo>
                    <a:pt x="277899" y="228861"/>
                    <a:pt x="277792" y="228278"/>
                    <a:pt x="277681" y="227677"/>
                  </a:cubicBezTo>
                  <a:cubicBezTo>
                    <a:pt x="277446" y="225692"/>
                    <a:pt x="277446" y="225692"/>
                    <a:pt x="276100" y="224608"/>
                  </a:cubicBezTo>
                  <a:cubicBezTo>
                    <a:pt x="274601" y="223044"/>
                    <a:pt x="275030" y="221863"/>
                    <a:pt x="275030" y="219771"/>
                  </a:cubicBezTo>
                  <a:cubicBezTo>
                    <a:pt x="274293" y="219525"/>
                    <a:pt x="273557" y="219280"/>
                    <a:pt x="272798" y="219027"/>
                  </a:cubicBezTo>
                  <a:cubicBezTo>
                    <a:pt x="272275" y="217797"/>
                    <a:pt x="271778" y="216557"/>
                    <a:pt x="271309" y="215306"/>
                  </a:cubicBezTo>
                  <a:cubicBezTo>
                    <a:pt x="270818" y="215060"/>
                    <a:pt x="270327" y="214815"/>
                    <a:pt x="269821" y="214562"/>
                  </a:cubicBezTo>
                  <a:cubicBezTo>
                    <a:pt x="269728" y="211911"/>
                    <a:pt x="269728" y="211911"/>
                    <a:pt x="269821" y="209353"/>
                  </a:cubicBezTo>
                  <a:cubicBezTo>
                    <a:pt x="269084" y="209353"/>
                    <a:pt x="268348" y="209353"/>
                    <a:pt x="267589" y="209353"/>
                  </a:cubicBezTo>
                  <a:cubicBezTo>
                    <a:pt x="267512" y="208632"/>
                    <a:pt x="267435" y="207910"/>
                    <a:pt x="267356" y="207167"/>
                  </a:cubicBezTo>
                  <a:cubicBezTo>
                    <a:pt x="267187" y="206415"/>
                    <a:pt x="267018" y="205663"/>
                    <a:pt x="266844" y="204888"/>
                  </a:cubicBezTo>
                  <a:cubicBezTo>
                    <a:pt x="266108" y="204642"/>
                    <a:pt x="265371" y="204397"/>
                    <a:pt x="264612" y="204144"/>
                  </a:cubicBezTo>
                  <a:cubicBezTo>
                    <a:pt x="264364" y="202656"/>
                    <a:pt x="264116" y="201167"/>
                    <a:pt x="263868" y="199679"/>
                  </a:cubicBezTo>
                  <a:cubicBezTo>
                    <a:pt x="263131" y="199433"/>
                    <a:pt x="262394" y="199188"/>
                    <a:pt x="261635" y="198935"/>
                  </a:cubicBezTo>
                  <a:cubicBezTo>
                    <a:pt x="261635" y="197695"/>
                    <a:pt x="261635" y="196454"/>
                    <a:pt x="261635" y="195214"/>
                  </a:cubicBezTo>
                  <a:cubicBezTo>
                    <a:pt x="260899" y="194969"/>
                    <a:pt x="260162" y="194723"/>
                    <a:pt x="259403" y="194470"/>
                  </a:cubicBezTo>
                  <a:cubicBezTo>
                    <a:pt x="258879" y="192991"/>
                    <a:pt x="258383" y="191503"/>
                    <a:pt x="257915" y="190005"/>
                  </a:cubicBezTo>
                  <a:cubicBezTo>
                    <a:pt x="257424" y="189760"/>
                    <a:pt x="256932" y="189514"/>
                    <a:pt x="256426" y="189261"/>
                  </a:cubicBezTo>
                  <a:cubicBezTo>
                    <a:pt x="256319" y="188663"/>
                    <a:pt x="256212" y="188064"/>
                    <a:pt x="256101" y="187447"/>
                  </a:cubicBezTo>
                  <a:cubicBezTo>
                    <a:pt x="255857" y="185284"/>
                    <a:pt x="255857" y="185284"/>
                    <a:pt x="253450" y="184052"/>
                  </a:cubicBezTo>
                  <a:cubicBezTo>
                    <a:pt x="252938" y="181727"/>
                    <a:pt x="252938" y="181727"/>
                    <a:pt x="252706" y="179587"/>
                  </a:cubicBezTo>
                  <a:cubicBezTo>
                    <a:pt x="251969" y="179587"/>
                    <a:pt x="251232" y="179587"/>
                    <a:pt x="250473" y="179587"/>
                  </a:cubicBezTo>
                  <a:cubicBezTo>
                    <a:pt x="250519" y="179004"/>
                    <a:pt x="250565" y="178421"/>
                    <a:pt x="250613" y="177820"/>
                  </a:cubicBezTo>
                  <a:cubicBezTo>
                    <a:pt x="250567" y="177175"/>
                    <a:pt x="250521" y="176531"/>
                    <a:pt x="250473" y="175867"/>
                  </a:cubicBezTo>
                  <a:cubicBezTo>
                    <a:pt x="249737" y="175375"/>
                    <a:pt x="249000" y="174884"/>
                    <a:pt x="248241" y="174378"/>
                  </a:cubicBezTo>
                  <a:cubicBezTo>
                    <a:pt x="248023" y="172280"/>
                    <a:pt x="248023" y="172280"/>
                    <a:pt x="248101" y="169820"/>
                  </a:cubicBezTo>
                  <a:cubicBezTo>
                    <a:pt x="248121" y="169005"/>
                    <a:pt x="248142" y="168190"/>
                    <a:pt x="248162" y="167350"/>
                  </a:cubicBezTo>
                  <a:cubicBezTo>
                    <a:pt x="248201" y="166409"/>
                    <a:pt x="248201" y="166409"/>
                    <a:pt x="248241" y="165449"/>
                  </a:cubicBezTo>
                  <a:cubicBezTo>
                    <a:pt x="250697" y="165203"/>
                    <a:pt x="253152" y="164957"/>
                    <a:pt x="255682" y="164704"/>
                  </a:cubicBezTo>
                  <a:cubicBezTo>
                    <a:pt x="255682" y="163722"/>
                    <a:pt x="255682" y="162740"/>
                    <a:pt x="255682" y="161728"/>
                  </a:cubicBezTo>
                  <a:cubicBezTo>
                    <a:pt x="256649" y="161789"/>
                    <a:pt x="257616" y="161851"/>
                    <a:pt x="258612" y="161914"/>
                  </a:cubicBezTo>
                  <a:cubicBezTo>
                    <a:pt x="260232" y="161959"/>
                    <a:pt x="260232" y="161959"/>
                    <a:pt x="261635" y="161728"/>
                  </a:cubicBezTo>
                  <a:cubicBezTo>
                    <a:pt x="262143" y="160320"/>
                    <a:pt x="262143" y="160320"/>
                    <a:pt x="262380" y="158751"/>
                  </a:cubicBezTo>
                  <a:cubicBezTo>
                    <a:pt x="263858" y="158228"/>
                    <a:pt x="265347" y="157731"/>
                    <a:pt x="266844" y="157263"/>
                  </a:cubicBezTo>
                  <a:cubicBezTo>
                    <a:pt x="267090" y="156526"/>
                    <a:pt x="267336" y="155790"/>
                    <a:pt x="267589" y="155031"/>
                  </a:cubicBezTo>
                  <a:cubicBezTo>
                    <a:pt x="268448" y="154923"/>
                    <a:pt x="269307" y="154816"/>
                    <a:pt x="270193" y="154705"/>
                  </a:cubicBezTo>
                  <a:cubicBezTo>
                    <a:pt x="271052" y="154567"/>
                    <a:pt x="271912" y="154429"/>
                    <a:pt x="272798" y="154286"/>
                  </a:cubicBezTo>
                  <a:cubicBezTo>
                    <a:pt x="272920" y="153795"/>
                    <a:pt x="273043" y="153304"/>
                    <a:pt x="273170" y="152798"/>
                  </a:cubicBezTo>
                  <a:cubicBezTo>
                    <a:pt x="273292" y="152307"/>
                    <a:pt x="273415" y="151816"/>
                    <a:pt x="273542" y="151310"/>
                  </a:cubicBezTo>
                  <a:cubicBezTo>
                    <a:pt x="275273" y="151032"/>
                    <a:pt x="277010" y="150783"/>
                    <a:pt x="278751" y="150566"/>
                  </a:cubicBezTo>
                  <a:cubicBezTo>
                    <a:pt x="278996" y="149829"/>
                    <a:pt x="279242" y="149092"/>
                    <a:pt x="279495" y="148333"/>
                  </a:cubicBezTo>
                  <a:cubicBezTo>
                    <a:pt x="281231" y="147837"/>
                    <a:pt x="282967" y="147341"/>
                    <a:pt x="284704" y="146845"/>
                  </a:cubicBezTo>
                  <a:cubicBezTo>
                    <a:pt x="284949" y="146108"/>
                    <a:pt x="285195" y="145372"/>
                    <a:pt x="285448" y="144613"/>
                  </a:cubicBezTo>
                  <a:cubicBezTo>
                    <a:pt x="287184" y="144365"/>
                    <a:pt x="288921" y="144117"/>
                    <a:pt x="290657" y="143869"/>
                  </a:cubicBezTo>
                  <a:cubicBezTo>
                    <a:pt x="290902" y="143132"/>
                    <a:pt x="291148" y="142395"/>
                    <a:pt x="291401" y="141636"/>
                  </a:cubicBezTo>
                  <a:cubicBezTo>
                    <a:pt x="292776" y="141255"/>
                    <a:pt x="292776" y="141255"/>
                    <a:pt x="294424" y="141124"/>
                  </a:cubicBezTo>
                  <a:cubicBezTo>
                    <a:pt x="295391" y="141048"/>
                    <a:pt x="296358" y="140971"/>
                    <a:pt x="297354" y="140892"/>
                  </a:cubicBezTo>
                  <a:cubicBezTo>
                    <a:pt x="297354" y="139910"/>
                    <a:pt x="297354" y="138927"/>
                    <a:pt x="297354" y="137915"/>
                  </a:cubicBezTo>
                  <a:cubicBezTo>
                    <a:pt x="300792" y="137915"/>
                    <a:pt x="304230" y="137915"/>
                    <a:pt x="307772" y="137915"/>
                  </a:cubicBezTo>
                  <a:cubicBezTo>
                    <a:pt x="307849" y="138760"/>
                    <a:pt x="307926" y="139604"/>
                    <a:pt x="308005" y="140473"/>
                  </a:cubicBezTo>
                  <a:cubicBezTo>
                    <a:pt x="308173" y="141348"/>
                    <a:pt x="308342" y="142223"/>
                    <a:pt x="308516" y="143124"/>
                  </a:cubicBezTo>
                  <a:cubicBezTo>
                    <a:pt x="309253" y="143370"/>
                    <a:pt x="309990" y="143616"/>
                    <a:pt x="310749" y="143869"/>
                  </a:cubicBezTo>
                  <a:cubicBezTo>
                    <a:pt x="311026" y="145102"/>
                    <a:pt x="311275" y="146343"/>
                    <a:pt x="311493" y="147589"/>
                  </a:cubicBezTo>
                  <a:cubicBezTo>
                    <a:pt x="311984" y="147835"/>
                    <a:pt x="312475" y="148080"/>
                    <a:pt x="312981" y="148333"/>
                  </a:cubicBezTo>
                  <a:cubicBezTo>
                    <a:pt x="313477" y="149574"/>
                    <a:pt x="313973" y="150814"/>
                    <a:pt x="314469" y="152054"/>
                  </a:cubicBezTo>
                  <a:cubicBezTo>
                    <a:pt x="314961" y="152300"/>
                    <a:pt x="315452" y="152545"/>
                    <a:pt x="315958" y="152798"/>
                  </a:cubicBezTo>
                  <a:cubicBezTo>
                    <a:pt x="316454" y="154038"/>
                    <a:pt x="316950" y="155279"/>
                    <a:pt x="317446" y="156519"/>
                  </a:cubicBezTo>
                  <a:cubicBezTo>
                    <a:pt x="317937" y="156764"/>
                    <a:pt x="318428" y="157010"/>
                    <a:pt x="318934" y="157263"/>
                  </a:cubicBezTo>
                  <a:cubicBezTo>
                    <a:pt x="318919" y="158000"/>
                    <a:pt x="318904" y="158736"/>
                    <a:pt x="318888" y="159495"/>
                  </a:cubicBezTo>
                  <a:cubicBezTo>
                    <a:pt x="318911" y="160601"/>
                    <a:pt x="318911" y="160601"/>
                    <a:pt x="318934" y="161728"/>
                  </a:cubicBezTo>
                  <a:cubicBezTo>
                    <a:pt x="319671" y="161973"/>
                    <a:pt x="320408" y="162219"/>
                    <a:pt x="321167" y="162472"/>
                  </a:cubicBezTo>
                  <a:cubicBezTo>
                    <a:pt x="321289" y="163101"/>
                    <a:pt x="321412" y="163731"/>
                    <a:pt x="321539" y="164379"/>
                  </a:cubicBezTo>
                  <a:cubicBezTo>
                    <a:pt x="321661" y="164977"/>
                    <a:pt x="321784" y="165576"/>
                    <a:pt x="321911" y="166193"/>
                  </a:cubicBezTo>
                  <a:cubicBezTo>
                    <a:pt x="322647" y="166193"/>
                    <a:pt x="323384" y="166193"/>
                    <a:pt x="324143" y="166193"/>
                  </a:cubicBezTo>
                  <a:cubicBezTo>
                    <a:pt x="324677" y="167668"/>
                    <a:pt x="325172" y="169157"/>
                    <a:pt x="325631" y="170658"/>
                  </a:cubicBezTo>
                  <a:cubicBezTo>
                    <a:pt x="326123" y="170903"/>
                    <a:pt x="326614" y="171149"/>
                    <a:pt x="327120" y="171402"/>
                  </a:cubicBezTo>
                  <a:cubicBezTo>
                    <a:pt x="327368" y="172642"/>
                    <a:pt x="327616" y="173882"/>
                    <a:pt x="327864" y="175122"/>
                  </a:cubicBezTo>
                  <a:cubicBezTo>
                    <a:pt x="328355" y="175368"/>
                    <a:pt x="328846" y="175614"/>
                    <a:pt x="329352" y="175867"/>
                  </a:cubicBezTo>
                  <a:cubicBezTo>
                    <a:pt x="329848" y="177107"/>
                    <a:pt x="330344" y="178347"/>
                    <a:pt x="330840" y="179587"/>
                  </a:cubicBezTo>
                  <a:cubicBezTo>
                    <a:pt x="331332" y="179833"/>
                    <a:pt x="331823" y="180078"/>
                    <a:pt x="332329" y="180331"/>
                  </a:cubicBezTo>
                  <a:cubicBezTo>
                    <a:pt x="332825" y="182068"/>
                    <a:pt x="333321" y="183804"/>
                    <a:pt x="333817" y="185540"/>
                  </a:cubicBezTo>
                  <a:cubicBezTo>
                    <a:pt x="334308" y="185786"/>
                    <a:pt x="334799" y="186032"/>
                    <a:pt x="335305" y="186285"/>
                  </a:cubicBezTo>
                  <a:cubicBezTo>
                    <a:pt x="335413" y="186745"/>
                    <a:pt x="335520" y="187205"/>
                    <a:pt x="335631" y="187680"/>
                  </a:cubicBezTo>
                  <a:cubicBezTo>
                    <a:pt x="335924" y="189323"/>
                    <a:pt x="335924" y="189323"/>
                    <a:pt x="337166" y="190377"/>
                  </a:cubicBezTo>
                  <a:cubicBezTo>
                    <a:pt x="338494" y="191706"/>
                    <a:pt x="338608" y="192677"/>
                    <a:pt x="339026" y="194470"/>
                  </a:cubicBezTo>
                  <a:cubicBezTo>
                    <a:pt x="339517" y="194716"/>
                    <a:pt x="340008" y="194961"/>
                    <a:pt x="340514" y="195214"/>
                  </a:cubicBezTo>
                  <a:cubicBezTo>
                    <a:pt x="340622" y="195936"/>
                    <a:pt x="340729" y="196657"/>
                    <a:pt x="340840" y="197400"/>
                  </a:cubicBezTo>
                  <a:cubicBezTo>
                    <a:pt x="340978" y="198152"/>
                    <a:pt x="341116" y="198904"/>
                    <a:pt x="341258" y="199679"/>
                  </a:cubicBezTo>
                  <a:cubicBezTo>
                    <a:pt x="341995" y="200170"/>
                    <a:pt x="342732" y="200661"/>
                    <a:pt x="343491" y="201167"/>
                  </a:cubicBezTo>
                  <a:cubicBezTo>
                    <a:pt x="344893" y="203186"/>
                    <a:pt x="345748" y="204963"/>
                    <a:pt x="346514" y="207306"/>
                  </a:cubicBezTo>
                  <a:cubicBezTo>
                    <a:pt x="346979" y="209454"/>
                    <a:pt x="346979" y="209454"/>
                    <a:pt x="348700" y="210097"/>
                  </a:cubicBezTo>
                  <a:cubicBezTo>
                    <a:pt x="349196" y="211337"/>
                    <a:pt x="349692" y="212577"/>
                    <a:pt x="350188" y="213818"/>
                  </a:cubicBezTo>
                  <a:cubicBezTo>
                    <a:pt x="350679" y="214063"/>
                    <a:pt x="351170" y="214309"/>
                    <a:pt x="351676" y="214562"/>
                  </a:cubicBezTo>
                  <a:cubicBezTo>
                    <a:pt x="351784" y="215391"/>
                    <a:pt x="351891" y="216219"/>
                    <a:pt x="352002" y="217073"/>
                  </a:cubicBezTo>
                  <a:cubicBezTo>
                    <a:pt x="352432" y="219843"/>
                    <a:pt x="352625" y="220314"/>
                    <a:pt x="354653" y="222003"/>
                  </a:cubicBezTo>
                  <a:cubicBezTo>
                    <a:pt x="354899" y="222740"/>
                    <a:pt x="355144" y="223477"/>
                    <a:pt x="355397" y="224236"/>
                  </a:cubicBezTo>
                  <a:cubicBezTo>
                    <a:pt x="355973" y="224742"/>
                    <a:pt x="355973" y="224742"/>
                    <a:pt x="356560" y="225259"/>
                  </a:cubicBezTo>
                  <a:cubicBezTo>
                    <a:pt x="357630" y="226468"/>
                    <a:pt x="357630" y="226468"/>
                    <a:pt x="357769" y="228468"/>
                  </a:cubicBezTo>
                  <a:cubicBezTo>
                    <a:pt x="357723" y="229036"/>
                    <a:pt x="357677" y="229604"/>
                    <a:pt x="357630" y="230189"/>
                  </a:cubicBezTo>
                  <a:cubicBezTo>
                    <a:pt x="358366" y="230189"/>
                    <a:pt x="359103" y="230189"/>
                    <a:pt x="359862" y="230189"/>
                  </a:cubicBezTo>
                  <a:cubicBezTo>
                    <a:pt x="360396" y="231664"/>
                    <a:pt x="360891" y="233154"/>
                    <a:pt x="361350" y="234654"/>
                  </a:cubicBezTo>
                  <a:cubicBezTo>
                    <a:pt x="361841" y="234899"/>
                    <a:pt x="362333" y="235145"/>
                    <a:pt x="362839" y="235398"/>
                  </a:cubicBezTo>
                  <a:cubicBezTo>
                    <a:pt x="362932" y="238049"/>
                    <a:pt x="362932" y="238049"/>
                    <a:pt x="362839" y="240607"/>
                  </a:cubicBezTo>
                  <a:cubicBezTo>
                    <a:pt x="363575" y="240607"/>
                    <a:pt x="364312" y="240607"/>
                    <a:pt x="365071" y="240607"/>
                  </a:cubicBezTo>
                  <a:cubicBezTo>
                    <a:pt x="365148" y="241328"/>
                    <a:pt x="365224" y="242049"/>
                    <a:pt x="365303" y="242793"/>
                  </a:cubicBezTo>
                  <a:cubicBezTo>
                    <a:pt x="365472" y="243545"/>
                    <a:pt x="365641" y="244297"/>
                    <a:pt x="365815" y="245072"/>
                  </a:cubicBezTo>
                  <a:cubicBezTo>
                    <a:pt x="366552" y="245317"/>
                    <a:pt x="367288" y="245563"/>
                    <a:pt x="368048" y="245816"/>
                  </a:cubicBezTo>
                  <a:cubicBezTo>
                    <a:pt x="368296" y="247304"/>
                    <a:pt x="368544" y="248792"/>
                    <a:pt x="368792" y="250281"/>
                  </a:cubicBezTo>
                  <a:cubicBezTo>
                    <a:pt x="369528" y="250526"/>
                    <a:pt x="370265" y="250772"/>
                    <a:pt x="371024" y="251025"/>
                  </a:cubicBezTo>
                  <a:cubicBezTo>
                    <a:pt x="371283" y="252511"/>
                    <a:pt x="371530" y="254000"/>
                    <a:pt x="371768" y="255490"/>
                  </a:cubicBezTo>
                  <a:cubicBezTo>
                    <a:pt x="372853" y="256699"/>
                    <a:pt x="372853" y="256699"/>
                    <a:pt x="374001" y="257722"/>
                  </a:cubicBezTo>
                  <a:cubicBezTo>
                    <a:pt x="374262" y="258711"/>
                    <a:pt x="374512" y="259703"/>
                    <a:pt x="374745" y="260699"/>
                  </a:cubicBezTo>
                  <a:cubicBezTo>
                    <a:pt x="375236" y="260944"/>
                    <a:pt x="375727" y="261190"/>
                    <a:pt x="376233" y="261443"/>
                  </a:cubicBezTo>
                  <a:cubicBezTo>
                    <a:pt x="376698" y="263722"/>
                    <a:pt x="376698" y="263722"/>
                    <a:pt x="376977" y="265908"/>
                  </a:cubicBezTo>
                  <a:cubicBezTo>
                    <a:pt x="377714" y="265908"/>
                    <a:pt x="378451" y="265908"/>
                    <a:pt x="379210" y="265908"/>
                  </a:cubicBezTo>
                  <a:cubicBezTo>
                    <a:pt x="379210" y="267872"/>
                    <a:pt x="379210" y="269837"/>
                    <a:pt x="379210" y="271861"/>
                  </a:cubicBezTo>
                  <a:cubicBezTo>
                    <a:pt x="379946" y="271861"/>
                    <a:pt x="380683" y="271861"/>
                    <a:pt x="381442" y="271861"/>
                  </a:cubicBezTo>
                  <a:cubicBezTo>
                    <a:pt x="381975" y="273586"/>
                    <a:pt x="382471" y="275323"/>
                    <a:pt x="382930" y="277070"/>
                  </a:cubicBezTo>
                  <a:cubicBezTo>
                    <a:pt x="383421" y="277315"/>
                    <a:pt x="383913" y="277561"/>
                    <a:pt x="384419" y="277814"/>
                  </a:cubicBezTo>
                  <a:cubicBezTo>
                    <a:pt x="384915" y="279302"/>
                    <a:pt x="385411" y="280790"/>
                    <a:pt x="385907" y="282279"/>
                  </a:cubicBezTo>
                  <a:cubicBezTo>
                    <a:pt x="386398" y="282524"/>
                    <a:pt x="386889" y="282770"/>
                    <a:pt x="387395" y="283023"/>
                  </a:cubicBezTo>
                  <a:cubicBezTo>
                    <a:pt x="387643" y="284759"/>
                    <a:pt x="387891" y="286495"/>
                    <a:pt x="388139" y="288232"/>
                  </a:cubicBezTo>
                  <a:cubicBezTo>
                    <a:pt x="388630" y="288477"/>
                    <a:pt x="389122" y="288723"/>
                    <a:pt x="389628" y="288976"/>
                  </a:cubicBezTo>
                  <a:cubicBezTo>
                    <a:pt x="390124" y="290216"/>
                    <a:pt x="390620" y="291456"/>
                    <a:pt x="391116" y="292697"/>
                  </a:cubicBezTo>
                  <a:cubicBezTo>
                    <a:pt x="391607" y="292942"/>
                    <a:pt x="392098" y="293188"/>
                    <a:pt x="392604" y="293441"/>
                  </a:cubicBezTo>
                  <a:cubicBezTo>
                    <a:pt x="392712" y="294300"/>
                    <a:pt x="392819" y="295160"/>
                    <a:pt x="392930" y="296045"/>
                  </a:cubicBezTo>
                  <a:cubicBezTo>
                    <a:pt x="393068" y="296905"/>
                    <a:pt x="393206" y="297764"/>
                    <a:pt x="393348" y="298650"/>
                  </a:cubicBezTo>
                  <a:cubicBezTo>
                    <a:pt x="394085" y="298895"/>
                    <a:pt x="394822" y="299141"/>
                    <a:pt x="395581" y="299394"/>
                  </a:cubicBezTo>
                  <a:cubicBezTo>
                    <a:pt x="395581" y="301378"/>
                    <a:pt x="395581" y="303363"/>
                    <a:pt x="395581" y="305347"/>
                  </a:cubicBezTo>
                  <a:cubicBezTo>
                    <a:pt x="396317" y="305593"/>
                    <a:pt x="397054" y="305838"/>
                    <a:pt x="397813" y="306091"/>
                  </a:cubicBezTo>
                  <a:cubicBezTo>
                    <a:pt x="398337" y="307570"/>
                    <a:pt x="398833" y="309059"/>
                    <a:pt x="399301" y="310556"/>
                  </a:cubicBezTo>
                  <a:cubicBezTo>
                    <a:pt x="399793" y="310802"/>
                    <a:pt x="400284" y="311047"/>
                    <a:pt x="400790" y="311300"/>
                  </a:cubicBezTo>
                  <a:cubicBezTo>
                    <a:pt x="401035" y="312175"/>
                    <a:pt x="401281" y="313050"/>
                    <a:pt x="401534" y="313951"/>
                  </a:cubicBezTo>
                  <a:cubicBezTo>
                    <a:pt x="401779" y="314795"/>
                    <a:pt x="402025" y="315639"/>
                    <a:pt x="402278" y="316509"/>
                  </a:cubicBezTo>
                  <a:cubicBezTo>
                    <a:pt x="402769" y="316509"/>
                    <a:pt x="403260" y="316509"/>
                    <a:pt x="403766" y="316509"/>
                  </a:cubicBezTo>
                  <a:cubicBezTo>
                    <a:pt x="403766" y="318719"/>
                    <a:pt x="403766" y="320929"/>
                    <a:pt x="403766" y="323206"/>
                  </a:cubicBezTo>
                  <a:cubicBezTo>
                    <a:pt x="404503" y="323206"/>
                    <a:pt x="405240" y="323206"/>
                    <a:pt x="405999" y="323206"/>
                  </a:cubicBezTo>
                  <a:cubicBezTo>
                    <a:pt x="406490" y="324482"/>
                    <a:pt x="406490" y="324482"/>
                    <a:pt x="406789" y="326136"/>
                  </a:cubicBezTo>
                  <a:cubicBezTo>
                    <a:pt x="407061" y="327750"/>
                    <a:pt x="407061" y="327750"/>
                    <a:pt x="407487" y="329160"/>
                  </a:cubicBezTo>
                  <a:cubicBezTo>
                    <a:pt x="407978" y="329405"/>
                    <a:pt x="408469" y="329651"/>
                    <a:pt x="408975" y="329904"/>
                  </a:cubicBezTo>
                  <a:cubicBezTo>
                    <a:pt x="409417" y="331875"/>
                    <a:pt x="409527" y="333842"/>
                    <a:pt x="409719" y="335857"/>
                  </a:cubicBezTo>
                  <a:cubicBezTo>
                    <a:pt x="410456" y="335857"/>
                    <a:pt x="411193" y="335857"/>
                    <a:pt x="411952" y="335857"/>
                  </a:cubicBezTo>
                  <a:cubicBezTo>
                    <a:pt x="412073" y="337383"/>
                    <a:pt x="412194" y="338909"/>
                    <a:pt x="412315" y="340435"/>
                  </a:cubicBezTo>
                  <a:cubicBezTo>
                    <a:pt x="412441" y="340889"/>
                    <a:pt x="412566" y="341342"/>
                    <a:pt x="412696" y="341810"/>
                  </a:cubicBezTo>
                  <a:cubicBezTo>
                    <a:pt x="413433" y="342055"/>
                    <a:pt x="414169" y="342301"/>
                    <a:pt x="414928" y="342554"/>
                  </a:cubicBezTo>
                  <a:cubicBezTo>
                    <a:pt x="414683" y="343045"/>
                    <a:pt x="414437" y="343536"/>
                    <a:pt x="414184" y="344042"/>
                  </a:cubicBezTo>
                  <a:cubicBezTo>
                    <a:pt x="413693" y="344042"/>
                    <a:pt x="413202" y="344042"/>
                    <a:pt x="412696" y="344042"/>
                  </a:cubicBezTo>
                  <a:cubicBezTo>
                    <a:pt x="412673" y="345285"/>
                    <a:pt x="412673" y="345285"/>
                    <a:pt x="412649" y="346554"/>
                  </a:cubicBezTo>
                  <a:cubicBezTo>
                    <a:pt x="412419" y="347444"/>
                    <a:pt x="412189" y="348334"/>
                    <a:pt x="411952" y="349251"/>
                  </a:cubicBezTo>
                  <a:cubicBezTo>
                    <a:pt x="409347" y="350181"/>
                    <a:pt x="409347" y="350181"/>
                    <a:pt x="406743" y="350740"/>
                  </a:cubicBezTo>
                  <a:cubicBezTo>
                    <a:pt x="406497" y="351476"/>
                    <a:pt x="406252" y="352213"/>
                    <a:pt x="405999" y="352972"/>
                  </a:cubicBezTo>
                  <a:cubicBezTo>
                    <a:pt x="405385" y="353079"/>
                    <a:pt x="404771" y="353187"/>
                    <a:pt x="404138" y="353298"/>
                  </a:cubicBezTo>
                  <a:cubicBezTo>
                    <a:pt x="403524" y="353436"/>
                    <a:pt x="402910" y="353574"/>
                    <a:pt x="402278" y="353716"/>
                  </a:cubicBezTo>
                  <a:cubicBezTo>
                    <a:pt x="402186" y="354207"/>
                    <a:pt x="402094" y="354698"/>
                    <a:pt x="401999" y="355204"/>
                  </a:cubicBezTo>
                  <a:cubicBezTo>
                    <a:pt x="401845" y="355696"/>
                    <a:pt x="401692" y="356187"/>
                    <a:pt x="401534" y="356693"/>
                  </a:cubicBezTo>
                  <a:cubicBezTo>
                    <a:pt x="399802" y="356971"/>
                    <a:pt x="398065" y="357219"/>
                    <a:pt x="396325" y="357437"/>
                  </a:cubicBezTo>
                  <a:cubicBezTo>
                    <a:pt x="396079" y="358174"/>
                    <a:pt x="395834" y="358910"/>
                    <a:pt x="395581" y="359669"/>
                  </a:cubicBezTo>
                  <a:cubicBezTo>
                    <a:pt x="394951" y="359915"/>
                    <a:pt x="394322" y="360160"/>
                    <a:pt x="393674" y="360413"/>
                  </a:cubicBezTo>
                  <a:cubicBezTo>
                    <a:pt x="393075" y="360659"/>
                    <a:pt x="392477" y="360905"/>
                    <a:pt x="391860" y="361158"/>
                  </a:cubicBezTo>
                  <a:cubicBezTo>
                    <a:pt x="391860" y="361894"/>
                    <a:pt x="391860" y="362631"/>
                    <a:pt x="391860" y="363390"/>
                  </a:cubicBezTo>
                  <a:cubicBezTo>
                    <a:pt x="391016" y="363467"/>
                    <a:pt x="390172" y="363543"/>
                    <a:pt x="389302" y="363623"/>
                  </a:cubicBezTo>
                  <a:cubicBezTo>
                    <a:pt x="387990" y="363876"/>
                    <a:pt x="387990" y="363876"/>
                    <a:pt x="386651" y="364134"/>
                  </a:cubicBezTo>
                  <a:cubicBezTo>
                    <a:pt x="386405" y="364871"/>
                    <a:pt x="386160" y="365608"/>
                    <a:pt x="385907" y="366367"/>
                  </a:cubicBezTo>
                  <a:cubicBezTo>
                    <a:pt x="384419" y="366863"/>
                    <a:pt x="382930" y="367359"/>
                    <a:pt x="381442" y="367855"/>
                  </a:cubicBezTo>
                  <a:cubicBezTo>
                    <a:pt x="381196" y="368592"/>
                    <a:pt x="380951" y="369328"/>
                    <a:pt x="380698" y="370087"/>
                  </a:cubicBezTo>
                  <a:cubicBezTo>
                    <a:pt x="379977" y="370195"/>
                    <a:pt x="379255" y="370302"/>
                    <a:pt x="378512" y="370413"/>
                  </a:cubicBezTo>
                  <a:cubicBezTo>
                    <a:pt x="377760" y="370551"/>
                    <a:pt x="377008" y="370689"/>
                    <a:pt x="376233" y="370831"/>
                  </a:cubicBezTo>
                  <a:cubicBezTo>
                    <a:pt x="375713" y="371811"/>
                    <a:pt x="375216" y="372803"/>
                    <a:pt x="374745" y="373808"/>
                  </a:cubicBezTo>
                  <a:cubicBezTo>
                    <a:pt x="373509" y="374079"/>
                    <a:pt x="372269" y="374329"/>
                    <a:pt x="371024" y="374552"/>
                  </a:cubicBezTo>
                  <a:cubicBezTo>
                    <a:pt x="370779" y="375289"/>
                    <a:pt x="370533" y="376025"/>
                    <a:pt x="370280" y="376784"/>
                  </a:cubicBezTo>
                  <a:cubicBezTo>
                    <a:pt x="369543" y="376892"/>
                    <a:pt x="368807" y="376999"/>
                    <a:pt x="368048" y="377110"/>
                  </a:cubicBezTo>
                  <a:cubicBezTo>
                    <a:pt x="367311" y="377248"/>
                    <a:pt x="366574" y="377386"/>
                    <a:pt x="365815" y="377529"/>
                  </a:cubicBezTo>
                  <a:cubicBezTo>
                    <a:pt x="365692" y="378035"/>
                    <a:pt x="365570" y="378542"/>
                    <a:pt x="365443" y="379063"/>
                  </a:cubicBezTo>
                  <a:cubicBezTo>
                    <a:pt x="365320" y="379539"/>
                    <a:pt x="365197" y="380015"/>
                    <a:pt x="365071" y="380505"/>
                  </a:cubicBezTo>
                  <a:cubicBezTo>
                    <a:pt x="363583" y="380505"/>
                    <a:pt x="362094" y="380505"/>
                    <a:pt x="360606" y="380505"/>
                  </a:cubicBezTo>
                  <a:cubicBezTo>
                    <a:pt x="360513" y="380988"/>
                    <a:pt x="360420" y="381470"/>
                    <a:pt x="360324" y="381967"/>
                  </a:cubicBezTo>
                  <a:cubicBezTo>
                    <a:pt x="360095" y="382717"/>
                    <a:pt x="360095" y="382717"/>
                    <a:pt x="359862" y="383482"/>
                  </a:cubicBezTo>
                  <a:cubicBezTo>
                    <a:pt x="357366" y="384120"/>
                    <a:pt x="354937" y="383991"/>
                    <a:pt x="352421" y="383482"/>
                  </a:cubicBezTo>
                  <a:cubicBezTo>
                    <a:pt x="351304" y="381668"/>
                    <a:pt x="351304" y="381668"/>
                    <a:pt x="350932" y="379761"/>
                  </a:cubicBezTo>
                  <a:cubicBezTo>
                    <a:pt x="350441" y="379516"/>
                    <a:pt x="349950" y="379270"/>
                    <a:pt x="349444" y="379017"/>
                  </a:cubicBezTo>
                  <a:cubicBezTo>
                    <a:pt x="349136" y="377479"/>
                    <a:pt x="349136" y="377479"/>
                    <a:pt x="348979" y="375622"/>
                  </a:cubicBezTo>
                  <a:cubicBezTo>
                    <a:pt x="348895" y="374699"/>
                    <a:pt x="348895" y="374699"/>
                    <a:pt x="348810" y="373759"/>
                  </a:cubicBezTo>
                  <a:cubicBezTo>
                    <a:pt x="348774" y="373284"/>
                    <a:pt x="348737" y="372809"/>
                    <a:pt x="348700" y="372320"/>
                  </a:cubicBezTo>
                  <a:cubicBezTo>
                    <a:pt x="347963" y="372320"/>
                    <a:pt x="347226" y="372320"/>
                    <a:pt x="346467" y="372320"/>
                  </a:cubicBezTo>
                  <a:cubicBezTo>
                    <a:pt x="346346" y="370794"/>
                    <a:pt x="346225" y="369268"/>
                    <a:pt x="346104" y="367741"/>
                  </a:cubicBezTo>
                  <a:cubicBezTo>
                    <a:pt x="345978" y="367288"/>
                    <a:pt x="345853" y="366834"/>
                    <a:pt x="345723" y="366367"/>
                  </a:cubicBezTo>
                  <a:cubicBezTo>
                    <a:pt x="344987" y="366121"/>
                    <a:pt x="344250" y="365875"/>
                    <a:pt x="343491" y="365622"/>
                  </a:cubicBezTo>
                  <a:cubicBezTo>
                    <a:pt x="343328" y="363859"/>
                    <a:pt x="343496" y="362201"/>
                    <a:pt x="343630" y="360437"/>
                  </a:cubicBezTo>
                  <a:cubicBezTo>
                    <a:pt x="343584" y="359938"/>
                    <a:pt x="343538" y="359439"/>
                    <a:pt x="343491" y="358925"/>
                  </a:cubicBezTo>
                  <a:cubicBezTo>
                    <a:pt x="342754" y="358680"/>
                    <a:pt x="342017" y="358434"/>
                    <a:pt x="341258" y="358181"/>
                  </a:cubicBezTo>
                  <a:cubicBezTo>
                    <a:pt x="340734" y="356453"/>
                    <a:pt x="340237" y="354716"/>
                    <a:pt x="339770" y="352972"/>
                  </a:cubicBezTo>
                  <a:cubicBezTo>
                    <a:pt x="339279" y="352726"/>
                    <a:pt x="338788" y="352481"/>
                    <a:pt x="338282" y="352228"/>
                  </a:cubicBezTo>
                  <a:cubicBezTo>
                    <a:pt x="338036" y="351353"/>
                    <a:pt x="337791" y="350478"/>
                    <a:pt x="337538" y="349577"/>
                  </a:cubicBezTo>
                  <a:cubicBezTo>
                    <a:pt x="337292" y="348733"/>
                    <a:pt x="337047" y="347889"/>
                    <a:pt x="336794" y="347019"/>
                  </a:cubicBezTo>
                  <a:cubicBezTo>
                    <a:pt x="336302" y="347019"/>
                    <a:pt x="335811" y="347019"/>
                    <a:pt x="335305" y="347019"/>
                  </a:cubicBezTo>
                  <a:cubicBezTo>
                    <a:pt x="335160" y="345493"/>
                    <a:pt x="335015" y="343967"/>
                    <a:pt x="334869" y="342441"/>
                  </a:cubicBezTo>
                  <a:cubicBezTo>
                    <a:pt x="334768" y="341987"/>
                    <a:pt x="334666" y="341533"/>
                    <a:pt x="334561" y="341066"/>
                  </a:cubicBezTo>
                  <a:cubicBezTo>
                    <a:pt x="334070" y="340820"/>
                    <a:pt x="333579" y="340575"/>
                    <a:pt x="333073" y="340322"/>
                  </a:cubicBezTo>
                  <a:cubicBezTo>
                    <a:pt x="332577" y="338585"/>
                    <a:pt x="332081" y="336849"/>
                    <a:pt x="331585" y="335113"/>
                  </a:cubicBezTo>
                  <a:cubicBezTo>
                    <a:pt x="331093" y="334867"/>
                    <a:pt x="330602" y="334621"/>
                    <a:pt x="330096" y="334368"/>
                  </a:cubicBezTo>
                  <a:cubicBezTo>
                    <a:pt x="329600" y="332632"/>
                    <a:pt x="329104" y="330896"/>
                    <a:pt x="328608" y="329160"/>
                  </a:cubicBezTo>
                  <a:cubicBezTo>
                    <a:pt x="328117" y="328914"/>
                    <a:pt x="327626" y="328668"/>
                    <a:pt x="327120" y="328415"/>
                  </a:cubicBezTo>
                  <a:cubicBezTo>
                    <a:pt x="326872" y="326679"/>
                    <a:pt x="326624" y="324943"/>
                    <a:pt x="326376" y="323206"/>
                  </a:cubicBezTo>
                  <a:cubicBezTo>
                    <a:pt x="325884" y="322961"/>
                    <a:pt x="325393" y="322715"/>
                    <a:pt x="324887" y="322462"/>
                  </a:cubicBezTo>
                  <a:cubicBezTo>
                    <a:pt x="324887" y="321234"/>
                    <a:pt x="324887" y="320007"/>
                    <a:pt x="324887" y="318742"/>
                  </a:cubicBezTo>
                  <a:cubicBezTo>
                    <a:pt x="316784" y="318987"/>
                    <a:pt x="308680" y="319233"/>
                    <a:pt x="300331" y="319486"/>
                  </a:cubicBezTo>
                  <a:cubicBezTo>
                    <a:pt x="300331" y="320468"/>
                    <a:pt x="300331" y="321450"/>
                    <a:pt x="300331" y="322462"/>
                  </a:cubicBezTo>
                  <a:cubicBezTo>
                    <a:pt x="299388" y="322473"/>
                    <a:pt x="298445" y="322484"/>
                    <a:pt x="297474" y="322495"/>
                  </a:cubicBezTo>
                  <a:cubicBezTo>
                    <a:pt x="293988" y="322538"/>
                    <a:pt x="290503" y="322596"/>
                    <a:pt x="287018" y="322658"/>
                  </a:cubicBezTo>
                  <a:cubicBezTo>
                    <a:pt x="285508" y="322682"/>
                    <a:pt x="283997" y="322703"/>
                    <a:pt x="282486" y="322720"/>
                  </a:cubicBezTo>
                  <a:cubicBezTo>
                    <a:pt x="280319" y="322745"/>
                    <a:pt x="278153" y="322784"/>
                    <a:pt x="275986" y="322826"/>
                  </a:cubicBezTo>
                  <a:cubicBezTo>
                    <a:pt x="275306" y="322830"/>
                    <a:pt x="274627" y="322835"/>
                    <a:pt x="273926" y="322840"/>
                  </a:cubicBezTo>
                  <a:cubicBezTo>
                    <a:pt x="271849" y="322862"/>
                    <a:pt x="271849" y="322862"/>
                    <a:pt x="269077" y="323206"/>
                  </a:cubicBezTo>
                  <a:cubicBezTo>
                    <a:pt x="268831" y="323943"/>
                    <a:pt x="268586" y="324680"/>
                    <a:pt x="268333" y="325439"/>
                  </a:cubicBezTo>
                  <a:cubicBezTo>
                    <a:pt x="267000" y="325736"/>
                    <a:pt x="267000" y="325736"/>
                    <a:pt x="265243" y="325761"/>
                  </a:cubicBezTo>
                  <a:cubicBezTo>
                    <a:pt x="264587" y="325775"/>
                    <a:pt x="263932" y="325790"/>
                    <a:pt x="263256" y="325805"/>
                  </a:cubicBezTo>
                  <a:cubicBezTo>
                    <a:pt x="262188" y="325812"/>
                    <a:pt x="262188" y="325812"/>
                    <a:pt x="261098" y="325820"/>
                  </a:cubicBezTo>
                  <a:cubicBezTo>
                    <a:pt x="260009" y="325840"/>
                    <a:pt x="260009" y="325840"/>
                    <a:pt x="258899" y="325860"/>
                  </a:cubicBezTo>
                  <a:cubicBezTo>
                    <a:pt x="256571" y="325901"/>
                    <a:pt x="254243" y="325926"/>
                    <a:pt x="251915" y="325950"/>
                  </a:cubicBezTo>
                  <a:cubicBezTo>
                    <a:pt x="250341" y="325975"/>
                    <a:pt x="248767" y="326001"/>
                    <a:pt x="247193" y="326027"/>
                  </a:cubicBezTo>
                  <a:cubicBezTo>
                    <a:pt x="243326" y="326091"/>
                    <a:pt x="239458" y="326142"/>
                    <a:pt x="235590" y="326183"/>
                  </a:cubicBezTo>
                  <a:cubicBezTo>
                    <a:pt x="235590" y="327165"/>
                    <a:pt x="235590" y="328147"/>
                    <a:pt x="235590" y="329160"/>
                  </a:cubicBezTo>
                  <a:cubicBezTo>
                    <a:pt x="234625" y="329166"/>
                    <a:pt x="233660" y="329173"/>
                    <a:pt x="232665" y="329181"/>
                  </a:cubicBezTo>
                  <a:cubicBezTo>
                    <a:pt x="229096" y="329210"/>
                    <a:pt x="225528" y="329259"/>
                    <a:pt x="221960" y="329314"/>
                  </a:cubicBezTo>
                  <a:cubicBezTo>
                    <a:pt x="220413" y="329335"/>
                    <a:pt x="218867" y="329351"/>
                    <a:pt x="217320" y="329361"/>
                  </a:cubicBezTo>
                  <a:cubicBezTo>
                    <a:pt x="215101" y="329377"/>
                    <a:pt x="212883" y="329412"/>
                    <a:pt x="210665" y="329450"/>
                  </a:cubicBezTo>
                  <a:cubicBezTo>
                    <a:pt x="209969" y="329451"/>
                    <a:pt x="209273" y="329452"/>
                    <a:pt x="208555" y="329453"/>
                  </a:cubicBezTo>
                  <a:cubicBezTo>
                    <a:pt x="207915" y="329468"/>
                    <a:pt x="207274" y="329482"/>
                    <a:pt x="206614" y="329497"/>
                  </a:cubicBezTo>
                  <a:cubicBezTo>
                    <a:pt x="206047" y="329504"/>
                    <a:pt x="205481" y="329511"/>
                    <a:pt x="204897" y="329517"/>
                  </a:cubicBezTo>
                  <a:cubicBezTo>
                    <a:pt x="204466" y="329645"/>
                    <a:pt x="204036" y="329772"/>
                    <a:pt x="203592" y="329904"/>
                  </a:cubicBezTo>
                  <a:cubicBezTo>
                    <a:pt x="203342" y="330895"/>
                    <a:pt x="203094" y="331887"/>
                    <a:pt x="202848" y="332880"/>
                  </a:cubicBezTo>
                  <a:cubicBezTo>
                    <a:pt x="200475" y="333179"/>
                    <a:pt x="198343" y="333277"/>
                    <a:pt x="195965" y="333255"/>
                  </a:cubicBezTo>
                  <a:cubicBezTo>
                    <a:pt x="195274" y="333262"/>
                    <a:pt x="194583" y="333269"/>
                    <a:pt x="193871" y="333276"/>
                  </a:cubicBezTo>
                  <a:cubicBezTo>
                    <a:pt x="191655" y="333298"/>
                    <a:pt x="189438" y="333300"/>
                    <a:pt x="187221" y="333299"/>
                  </a:cubicBezTo>
                  <a:cubicBezTo>
                    <a:pt x="185004" y="333301"/>
                    <a:pt x="182788" y="333308"/>
                    <a:pt x="180571" y="333329"/>
                  </a:cubicBezTo>
                  <a:cubicBezTo>
                    <a:pt x="179189" y="333342"/>
                    <a:pt x="177807" y="333344"/>
                    <a:pt x="176425" y="333334"/>
                  </a:cubicBezTo>
                  <a:cubicBezTo>
                    <a:pt x="174357" y="333325"/>
                    <a:pt x="174357" y="333325"/>
                    <a:pt x="171594" y="333624"/>
                  </a:cubicBezTo>
                  <a:cubicBezTo>
                    <a:pt x="171349" y="334361"/>
                    <a:pt x="171103" y="335098"/>
                    <a:pt x="170850" y="335857"/>
                  </a:cubicBezTo>
                  <a:cubicBezTo>
                    <a:pt x="168617" y="336075"/>
                    <a:pt x="166528" y="336149"/>
                    <a:pt x="164292" y="336133"/>
                  </a:cubicBezTo>
                  <a:cubicBezTo>
                    <a:pt x="162942" y="336146"/>
                    <a:pt x="161591" y="336159"/>
                    <a:pt x="160240" y="336172"/>
                  </a:cubicBezTo>
                  <a:cubicBezTo>
                    <a:pt x="158099" y="336180"/>
                    <a:pt x="155958" y="336182"/>
                    <a:pt x="153817" y="336181"/>
                  </a:cubicBezTo>
                  <a:cubicBezTo>
                    <a:pt x="151759" y="336184"/>
                    <a:pt x="149701" y="336204"/>
                    <a:pt x="147642" y="336226"/>
                  </a:cubicBezTo>
                  <a:cubicBezTo>
                    <a:pt x="146997" y="336220"/>
                    <a:pt x="146353" y="336214"/>
                    <a:pt x="145688" y="336207"/>
                  </a:cubicBezTo>
                  <a:cubicBezTo>
                    <a:pt x="143715" y="336197"/>
                    <a:pt x="143715" y="336197"/>
                    <a:pt x="141085" y="336601"/>
                  </a:cubicBezTo>
                  <a:cubicBezTo>
                    <a:pt x="140834" y="337592"/>
                    <a:pt x="140586" y="338585"/>
                    <a:pt x="140340" y="339577"/>
                  </a:cubicBezTo>
                  <a:cubicBezTo>
                    <a:pt x="138124" y="339878"/>
                    <a:pt x="136167" y="339974"/>
                    <a:pt x="133946" y="339952"/>
                  </a:cubicBezTo>
                  <a:cubicBezTo>
                    <a:pt x="133304" y="339959"/>
                    <a:pt x="132663" y="339966"/>
                    <a:pt x="132002" y="339974"/>
                  </a:cubicBezTo>
                  <a:cubicBezTo>
                    <a:pt x="129944" y="339995"/>
                    <a:pt x="127887" y="339997"/>
                    <a:pt x="125830" y="339996"/>
                  </a:cubicBezTo>
                  <a:cubicBezTo>
                    <a:pt x="123772" y="339999"/>
                    <a:pt x="121715" y="340006"/>
                    <a:pt x="119657" y="340026"/>
                  </a:cubicBezTo>
                  <a:cubicBezTo>
                    <a:pt x="118375" y="340039"/>
                    <a:pt x="117092" y="340041"/>
                    <a:pt x="115809" y="340032"/>
                  </a:cubicBezTo>
                  <a:cubicBezTo>
                    <a:pt x="113888" y="340022"/>
                    <a:pt x="113888" y="340022"/>
                    <a:pt x="111319" y="340322"/>
                  </a:cubicBezTo>
                  <a:cubicBezTo>
                    <a:pt x="111073" y="341058"/>
                    <a:pt x="110828" y="341795"/>
                    <a:pt x="110575" y="342554"/>
                  </a:cubicBezTo>
                  <a:cubicBezTo>
                    <a:pt x="108652" y="342811"/>
                    <a:pt x="106897" y="342918"/>
                    <a:pt x="104968" y="342935"/>
                  </a:cubicBezTo>
                  <a:cubicBezTo>
                    <a:pt x="104127" y="342955"/>
                    <a:pt x="104127" y="342955"/>
                    <a:pt x="103269" y="342975"/>
                  </a:cubicBezTo>
                  <a:cubicBezTo>
                    <a:pt x="101472" y="343016"/>
                    <a:pt x="99675" y="343041"/>
                    <a:pt x="97878" y="343066"/>
                  </a:cubicBezTo>
                  <a:cubicBezTo>
                    <a:pt x="96662" y="343090"/>
                    <a:pt x="95447" y="343116"/>
                    <a:pt x="94231" y="343143"/>
                  </a:cubicBezTo>
                  <a:cubicBezTo>
                    <a:pt x="91246" y="343206"/>
                    <a:pt x="88260" y="343256"/>
                    <a:pt x="85274" y="343298"/>
                  </a:cubicBezTo>
                  <a:cubicBezTo>
                    <a:pt x="85274" y="344280"/>
                    <a:pt x="85274" y="345263"/>
                    <a:pt x="85274" y="346275"/>
                  </a:cubicBezTo>
                  <a:cubicBezTo>
                    <a:pt x="78644" y="346520"/>
                    <a:pt x="72013" y="346766"/>
                    <a:pt x="65182" y="347019"/>
                  </a:cubicBezTo>
                  <a:cubicBezTo>
                    <a:pt x="65182" y="347756"/>
                    <a:pt x="65182" y="348492"/>
                    <a:pt x="65182" y="349251"/>
                  </a:cubicBezTo>
                  <a:cubicBezTo>
                    <a:pt x="62998" y="350139"/>
                    <a:pt x="60860" y="350053"/>
                    <a:pt x="58531" y="349995"/>
                  </a:cubicBezTo>
                  <a:cubicBezTo>
                    <a:pt x="54728" y="349921"/>
                    <a:pt x="54728" y="349921"/>
                    <a:pt x="51044" y="350740"/>
                  </a:cubicBezTo>
                  <a:cubicBezTo>
                    <a:pt x="50798" y="351476"/>
                    <a:pt x="50552" y="352213"/>
                    <a:pt x="50299" y="352972"/>
                  </a:cubicBezTo>
                  <a:cubicBezTo>
                    <a:pt x="48153" y="353074"/>
                    <a:pt x="46091" y="352869"/>
                    <a:pt x="43951" y="352687"/>
                  </a:cubicBezTo>
                  <a:cubicBezTo>
                    <a:pt x="43042" y="352828"/>
                    <a:pt x="43042" y="352828"/>
                    <a:pt x="42114" y="352972"/>
                  </a:cubicBezTo>
                  <a:cubicBezTo>
                    <a:pt x="41408" y="354804"/>
                    <a:pt x="41408" y="354804"/>
                    <a:pt x="41370" y="356693"/>
                  </a:cubicBezTo>
                  <a:cubicBezTo>
                    <a:pt x="39556" y="356786"/>
                    <a:pt x="39556" y="356786"/>
                    <a:pt x="37649" y="355949"/>
                  </a:cubicBezTo>
                  <a:cubicBezTo>
                    <a:pt x="37262" y="354004"/>
                    <a:pt x="37183" y="352162"/>
                    <a:pt x="37155" y="350181"/>
                  </a:cubicBezTo>
                  <a:cubicBezTo>
                    <a:pt x="37072" y="349629"/>
                    <a:pt x="36990" y="349076"/>
                    <a:pt x="36905" y="348507"/>
                  </a:cubicBezTo>
                  <a:cubicBezTo>
                    <a:pt x="36168" y="348262"/>
                    <a:pt x="35432" y="348016"/>
                    <a:pt x="34672" y="347763"/>
                  </a:cubicBezTo>
                  <a:cubicBezTo>
                    <a:pt x="34344" y="345464"/>
                    <a:pt x="34344" y="345464"/>
                    <a:pt x="34254" y="342601"/>
                  </a:cubicBezTo>
                  <a:cubicBezTo>
                    <a:pt x="34361" y="338812"/>
                    <a:pt x="34361" y="338812"/>
                    <a:pt x="32440" y="335857"/>
                  </a:cubicBezTo>
                  <a:cubicBezTo>
                    <a:pt x="32132" y="333595"/>
                    <a:pt x="32132" y="333595"/>
                    <a:pt x="31975" y="330927"/>
                  </a:cubicBezTo>
                  <a:cubicBezTo>
                    <a:pt x="31919" y="330042"/>
                    <a:pt x="31864" y="329158"/>
                    <a:pt x="31806" y="328247"/>
                  </a:cubicBezTo>
                  <a:cubicBezTo>
                    <a:pt x="31752" y="327225"/>
                    <a:pt x="31752" y="327225"/>
                    <a:pt x="31696" y="326183"/>
                  </a:cubicBezTo>
                  <a:cubicBezTo>
                    <a:pt x="30959" y="326183"/>
                    <a:pt x="30223" y="326183"/>
                    <a:pt x="29464" y="326183"/>
                  </a:cubicBezTo>
                  <a:cubicBezTo>
                    <a:pt x="29218" y="322991"/>
                    <a:pt x="28972" y="319798"/>
                    <a:pt x="28719" y="316509"/>
                  </a:cubicBezTo>
                  <a:cubicBezTo>
                    <a:pt x="27983" y="316509"/>
                    <a:pt x="27246" y="316509"/>
                    <a:pt x="26487" y="316509"/>
                  </a:cubicBezTo>
                  <a:cubicBezTo>
                    <a:pt x="26513" y="315873"/>
                    <a:pt x="26539" y="315237"/>
                    <a:pt x="26565" y="314582"/>
                  </a:cubicBezTo>
                  <a:cubicBezTo>
                    <a:pt x="26586" y="313760"/>
                    <a:pt x="26606" y="312938"/>
                    <a:pt x="26626" y="312091"/>
                  </a:cubicBezTo>
                  <a:cubicBezTo>
                    <a:pt x="26652" y="311271"/>
                    <a:pt x="26678" y="310450"/>
                    <a:pt x="26705" y="309605"/>
                  </a:cubicBezTo>
                  <a:cubicBezTo>
                    <a:pt x="26633" y="308937"/>
                    <a:pt x="26561" y="308268"/>
                    <a:pt x="26487" y="307579"/>
                  </a:cubicBezTo>
                  <a:cubicBezTo>
                    <a:pt x="25750" y="307334"/>
                    <a:pt x="25014" y="307088"/>
                    <a:pt x="24255" y="306835"/>
                  </a:cubicBezTo>
                  <a:cubicBezTo>
                    <a:pt x="23763" y="305161"/>
                    <a:pt x="23763" y="305161"/>
                    <a:pt x="23464" y="303115"/>
                  </a:cubicBezTo>
                  <a:cubicBezTo>
                    <a:pt x="23195" y="301120"/>
                    <a:pt x="23195" y="301120"/>
                    <a:pt x="22766" y="299394"/>
                  </a:cubicBezTo>
                  <a:cubicBezTo>
                    <a:pt x="22275" y="299148"/>
                    <a:pt x="21784" y="298903"/>
                    <a:pt x="21278" y="298650"/>
                  </a:cubicBezTo>
                  <a:cubicBezTo>
                    <a:pt x="21014" y="296726"/>
                    <a:pt x="20948" y="294822"/>
                    <a:pt x="20862" y="292883"/>
                  </a:cubicBezTo>
                  <a:cubicBezTo>
                    <a:pt x="20700" y="292054"/>
                    <a:pt x="20700" y="292054"/>
                    <a:pt x="20534" y="291208"/>
                  </a:cubicBezTo>
                  <a:cubicBezTo>
                    <a:pt x="19797" y="290963"/>
                    <a:pt x="19060" y="290717"/>
                    <a:pt x="18301" y="290464"/>
                  </a:cubicBezTo>
                  <a:cubicBezTo>
                    <a:pt x="17973" y="288953"/>
                    <a:pt x="17973" y="288953"/>
                    <a:pt x="17883" y="287116"/>
                  </a:cubicBezTo>
                  <a:cubicBezTo>
                    <a:pt x="17820" y="285327"/>
                    <a:pt x="17820" y="285327"/>
                    <a:pt x="17557" y="283767"/>
                  </a:cubicBezTo>
                  <a:cubicBezTo>
                    <a:pt x="17066" y="283521"/>
                    <a:pt x="16575" y="283276"/>
                    <a:pt x="16069" y="283023"/>
                  </a:cubicBezTo>
                  <a:cubicBezTo>
                    <a:pt x="15735" y="281537"/>
                    <a:pt x="15735" y="281537"/>
                    <a:pt x="15557" y="279721"/>
                  </a:cubicBezTo>
                  <a:cubicBezTo>
                    <a:pt x="15493" y="279123"/>
                    <a:pt x="15429" y="278525"/>
                    <a:pt x="15363" y="277910"/>
                  </a:cubicBezTo>
                  <a:cubicBezTo>
                    <a:pt x="15325" y="276326"/>
                    <a:pt x="15325" y="276326"/>
                    <a:pt x="16069" y="274837"/>
                  </a:cubicBezTo>
                  <a:cubicBezTo>
                    <a:pt x="17381" y="274492"/>
                    <a:pt x="17381" y="274492"/>
                    <a:pt x="18720" y="274140"/>
                  </a:cubicBezTo>
                  <a:cubicBezTo>
                    <a:pt x="19564" y="273879"/>
                    <a:pt x="20408" y="273618"/>
                    <a:pt x="21278" y="273349"/>
                  </a:cubicBezTo>
                  <a:cubicBezTo>
                    <a:pt x="21278" y="272612"/>
                    <a:pt x="21278" y="271876"/>
                    <a:pt x="21278" y="271117"/>
                  </a:cubicBezTo>
                  <a:cubicBezTo>
                    <a:pt x="23242" y="271117"/>
                    <a:pt x="25207" y="271117"/>
                    <a:pt x="27231" y="271117"/>
                  </a:cubicBezTo>
                  <a:cubicBezTo>
                    <a:pt x="27231" y="270134"/>
                    <a:pt x="27231" y="269152"/>
                    <a:pt x="27231" y="268140"/>
                  </a:cubicBezTo>
                  <a:cubicBezTo>
                    <a:pt x="28704" y="267894"/>
                    <a:pt x="30178" y="267649"/>
                    <a:pt x="31696" y="267396"/>
                  </a:cubicBezTo>
                  <a:cubicBezTo>
                    <a:pt x="31696" y="266414"/>
                    <a:pt x="31696" y="265431"/>
                    <a:pt x="31696" y="264419"/>
                  </a:cubicBezTo>
                  <a:cubicBezTo>
                    <a:pt x="33138" y="264001"/>
                    <a:pt x="33138" y="264001"/>
                    <a:pt x="34672" y="263675"/>
                  </a:cubicBezTo>
                  <a:cubicBezTo>
                    <a:pt x="34918" y="262938"/>
                    <a:pt x="35164" y="262202"/>
                    <a:pt x="35417" y="261443"/>
                  </a:cubicBezTo>
                  <a:cubicBezTo>
                    <a:pt x="35923" y="261320"/>
                    <a:pt x="36430" y="261197"/>
                    <a:pt x="36951" y="261071"/>
                  </a:cubicBezTo>
                  <a:cubicBezTo>
                    <a:pt x="37427" y="260948"/>
                    <a:pt x="37903" y="260825"/>
                    <a:pt x="38393" y="260699"/>
                  </a:cubicBezTo>
                  <a:cubicBezTo>
                    <a:pt x="38393" y="259962"/>
                    <a:pt x="38393" y="259225"/>
                    <a:pt x="38393" y="258466"/>
                  </a:cubicBezTo>
                  <a:cubicBezTo>
                    <a:pt x="39370" y="257350"/>
                    <a:pt x="39370" y="257350"/>
                    <a:pt x="40626" y="256234"/>
                  </a:cubicBezTo>
                  <a:cubicBezTo>
                    <a:pt x="42336" y="254655"/>
                    <a:pt x="42837" y="254064"/>
                    <a:pt x="43602" y="251769"/>
                  </a:cubicBezTo>
                  <a:cubicBezTo>
                    <a:pt x="44842" y="250529"/>
                    <a:pt x="46083" y="249288"/>
                    <a:pt x="47323" y="248048"/>
                  </a:cubicBezTo>
                  <a:cubicBezTo>
                    <a:pt x="48079" y="246815"/>
                    <a:pt x="48827" y="245577"/>
                    <a:pt x="49555" y="244327"/>
                  </a:cubicBezTo>
                  <a:cubicBezTo>
                    <a:pt x="50046" y="244082"/>
                    <a:pt x="50538" y="243836"/>
                    <a:pt x="51044" y="243583"/>
                  </a:cubicBezTo>
                  <a:cubicBezTo>
                    <a:pt x="51289" y="242847"/>
                    <a:pt x="51535" y="242110"/>
                    <a:pt x="51788" y="241351"/>
                  </a:cubicBezTo>
                  <a:cubicBezTo>
                    <a:pt x="52279" y="241105"/>
                    <a:pt x="52770" y="240860"/>
                    <a:pt x="53276" y="240607"/>
                  </a:cubicBezTo>
                  <a:cubicBezTo>
                    <a:pt x="53383" y="239993"/>
                    <a:pt x="53491" y="239379"/>
                    <a:pt x="53602" y="238746"/>
                  </a:cubicBezTo>
                  <a:cubicBezTo>
                    <a:pt x="53809" y="237826"/>
                    <a:pt x="53809" y="237826"/>
                    <a:pt x="54020" y="236886"/>
                  </a:cubicBezTo>
                  <a:cubicBezTo>
                    <a:pt x="54757" y="236641"/>
                    <a:pt x="55494" y="236395"/>
                    <a:pt x="56253" y="236142"/>
                  </a:cubicBezTo>
                  <a:cubicBezTo>
                    <a:pt x="56524" y="234907"/>
                    <a:pt x="56773" y="233666"/>
                    <a:pt x="56997" y="232421"/>
                  </a:cubicBezTo>
                  <a:cubicBezTo>
                    <a:pt x="57488" y="232421"/>
                    <a:pt x="57979" y="232421"/>
                    <a:pt x="58485" y="232421"/>
                  </a:cubicBezTo>
                  <a:cubicBezTo>
                    <a:pt x="58731" y="231930"/>
                    <a:pt x="58976" y="231439"/>
                    <a:pt x="59229" y="230933"/>
                  </a:cubicBezTo>
                  <a:cubicBezTo>
                    <a:pt x="59475" y="230442"/>
                    <a:pt x="59720" y="229951"/>
                    <a:pt x="59973" y="229445"/>
                  </a:cubicBezTo>
                  <a:cubicBezTo>
                    <a:pt x="60464" y="229445"/>
                    <a:pt x="60956" y="229445"/>
                    <a:pt x="61462" y="229445"/>
                  </a:cubicBezTo>
                  <a:cubicBezTo>
                    <a:pt x="61661" y="228662"/>
                    <a:pt x="61861" y="227879"/>
                    <a:pt x="62066" y="227073"/>
                  </a:cubicBezTo>
                  <a:cubicBezTo>
                    <a:pt x="63063" y="223872"/>
                    <a:pt x="64251" y="222758"/>
                    <a:pt x="66671" y="220515"/>
                  </a:cubicBezTo>
                  <a:cubicBezTo>
                    <a:pt x="67085" y="219824"/>
                    <a:pt x="67499" y="219134"/>
                    <a:pt x="67926" y="218422"/>
                  </a:cubicBezTo>
                  <a:cubicBezTo>
                    <a:pt x="68410" y="217616"/>
                    <a:pt x="68410" y="217616"/>
                    <a:pt x="68903" y="216794"/>
                  </a:cubicBezTo>
                  <a:cubicBezTo>
                    <a:pt x="69394" y="216794"/>
                    <a:pt x="69885" y="216794"/>
                    <a:pt x="70391" y="216794"/>
                  </a:cubicBezTo>
                  <a:cubicBezTo>
                    <a:pt x="70645" y="215555"/>
                    <a:pt x="70893" y="214315"/>
                    <a:pt x="71135" y="213074"/>
                  </a:cubicBezTo>
                  <a:cubicBezTo>
                    <a:pt x="71627" y="212828"/>
                    <a:pt x="72118" y="212582"/>
                    <a:pt x="72624" y="212329"/>
                  </a:cubicBezTo>
                  <a:cubicBezTo>
                    <a:pt x="72746" y="211716"/>
                    <a:pt x="72869" y="211102"/>
                    <a:pt x="72996" y="210469"/>
                  </a:cubicBezTo>
                  <a:cubicBezTo>
                    <a:pt x="73119" y="209855"/>
                    <a:pt x="73241" y="209241"/>
                    <a:pt x="73368" y="208609"/>
                  </a:cubicBezTo>
                  <a:cubicBezTo>
                    <a:pt x="73859" y="208363"/>
                    <a:pt x="74350" y="208118"/>
                    <a:pt x="74856" y="207865"/>
                  </a:cubicBezTo>
                  <a:cubicBezTo>
                    <a:pt x="75224" y="206944"/>
                    <a:pt x="75224" y="206944"/>
                    <a:pt x="75600" y="206004"/>
                  </a:cubicBezTo>
                  <a:cubicBezTo>
                    <a:pt x="76344" y="204144"/>
                    <a:pt x="76344" y="204144"/>
                    <a:pt x="77833" y="203400"/>
                  </a:cubicBezTo>
                  <a:cubicBezTo>
                    <a:pt x="77994" y="202456"/>
                    <a:pt x="77994" y="202456"/>
                    <a:pt x="78158" y="201493"/>
                  </a:cubicBezTo>
                  <a:cubicBezTo>
                    <a:pt x="78365" y="200595"/>
                    <a:pt x="78365" y="200595"/>
                    <a:pt x="78577" y="199679"/>
                  </a:cubicBezTo>
                  <a:cubicBezTo>
                    <a:pt x="79313" y="199679"/>
                    <a:pt x="80050" y="199679"/>
                    <a:pt x="80809" y="199679"/>
                  </a:cubicBezTo>
                  <a:cubicBezTo>
                    <a:pt x="80901" y="198958"/>
                    <a:pt x="80993" y="198236"/>
                    <a:pt x="81088" y="197493"/>
                  </a:cubicBezTo>
                  <a:cubicBezTo>
                    <a:pt x="81242" y="196741"/>
                    <a:pt x="81395" y="195989"/>
                    <a:pt x="81553" y="195214"/>
                  </a:cubicBezTo>
                  <a:cubicBezTo>
                    <a:pt x="82044" y="194969"/>
                    <a:pt x="82536" y="194723"/>
                    <a:pt x="83042" y="194470"/>
                  </a:cubicBezTo>
                  <a:cubicBezTo>
                    <a:pt x="83287" y="193733"/>
                    <a:pt x="83533" y="192997"/>
                    <a:pt x="83786" y="192238"/>
                  </a:cubicBezTo>
                  <a:cubicBezTo>
                    <a:pt x="84530" y="190005"/>
                    <a:pt x="84530" y="190005"/>
                    <a:pt x="86018" y="189261"/>
                  </a:cubicBezTo>
                  <a:cubicBezTo>
                    <a:pt x="86126" y="188785"/>
                    <a:pt x="86233" y="188310"/>
                    <a:pt x="86344" y="187819"/>
                  </a:cubicBezTo>
                  <a:cubicBezTo>
                    <a:pt x="86762" y="186285"/>
                    <a:pt x="86762" y="186285"/>
                    <a:pt x="88995" y="184796"/>
                  </a:cubicBezTo>
                  <a:cubicBezTo>
                    <a:pt x="89266" y="183561"/>
                    <a:pt x="89515" y="182320"/>
                    <a:pt x="89739" y="181076"/>
                  </a:cubicBezTo>
                  <a:cubicBezTo>
                    <a:pt x="90230" y="180830"/>
                    <a:pt x="90721" y="180584"/>
                    <a:pt x="91227" y="180331"/>
                  </a:cubicBezTo>
                  <a:cubicBezTo>
                    <a:pt x="91473" y="179595"/>
                    <a:pt x="91718" y="178858"/>
                    <a:pt x="91971" y="178099"/>
                  </a:cubicBezTo>
                  <a:cubicBezTo>
                    <a:pt x="92715" y="175867"/>
                    <a:pt x="92715" y="175867"/>
                    <a:pt x="94204" y="175122"/>
                  </a:cubicBezTo>
                  <a:cubicBezTo>
                    <a:pt x="94311" y="174539"/>
                    <a:pt x="94419" y="173956"/>
                    <a:pt x="94529" y="173355"/>
                  </a:cubicBezTo>
                  <a:cubicBezTo>
                    <a:pt x="95003" y="171145"/>
                    <a:pt x="95601" y="170683"/>
                    <a:pt x="97180" y="169169"/>
                  </a:cubicBezTo>
                  <a:cubicBezTo>
                    <a:pt x="97303" y="168632"/>
                    <a:pt x="97426" y="168095"/>
                    <a:pt x="97552" y="167541"/>
                  </a:cubicBezTo>
                  <a:cubicBezTo>
                    <a:pt x="97675" y="167096"/>
                    <a:pt x="97798" y="166651"/>
                    <a:pt x="97924" y="166193"/>
                  </a:cubicBezTo>
                  <a:cubicBezTo>
                    <a:pt x="98661" y="166193"/>
                    <a:pt x="99398" y="166193"/>
                    <a:pt x="100157" y="166193"/>
                  </a:cubicBezTo>
                  <a:cubicBezTo>
                    <a:pt x="100157" y="164474"/>
                    <a:pt x="100157" y="162755"/>
                    <a:pt x="100157" y="160984"/>
                  </a:cubicBezTo>
                  <a:cubicBezTo>
                    <a:pt x="100894" y="160984"/>
                    <a:pt x="101630" y="160984"/>
                    <a:pt x="102389" y="160984"/>
                  </a:cubicBezTo>
                  <a:cubicBezTo>
                    <a:pt x="102923" y="159258"/>
                    <a:pt x="103418" y="157521"/>
                    <a:pt x="103878" y="155775"/>
                  </a:cubicBezTo>
                  <a:cubicBezTo>
                    <a:pt x="104369" y="155529"/>
                    <a:pt x="104860" y="155284"/>
                    <a:pt x="105366" y="155031"/>
                  </a:cubicBezTo>
                  <a:cubicBezTo>
                    <a:pt x="105489" y="154294"/>
                    <a:pt x="105611" y="153557"/>
                    <a:pt x="105738" y="152798"/>
                  </a:cubicBezTo>
                  <a:cubicBezTo>
                    <a:pt x="105861" y="152061"/>
                    <a:pt x="105983" y="151325"/>
                    <a:pt x="106110" y="150566"/>
                  </a:cubicBezTo>
                  <a:cubicBezTo>
                    <a:pt x="106601" y="150320"/>
                    <a:pt x="107092" y="150075"/>
                    <a:pt x="107598" y="149822"/>
                  </a:cubicBezTo>
                  <a:cubicBezTo>
                    <a:pt x="107967" y="149070"/>
                    <a:pt x="108335" y="148318"/>
                    <a:pt x="108714" y="147543"/>
                  </a:cubicBezTo>
                  <a:cubicBezTo>
                    <a:pt x="109083" y="146821"/>
                    <a:pt x="109451" y="146100"/>
                    <a:pt x="109831" y="145357"/>
                  </a:cubicBezTo>
                  <a:cubicBezTo>
                    <a:pt x="110322" y="145357"/>
                    <a:pt x="110813" y="145357"/>
                    <a:pt x="111319" y="145357"/>
                  </a:cubicBezTo>
                  <a:cubicBezTo>
                    <a:pt x="111319" y="143392"/>
                    <a:pt x="111319" y="141428"/>
                    <a:pt x="111319" y="139404"/>
                  </a:cubicBezTo>
                  <a:cubicBezTo>
                    <a:pt x="112056" y="139404"/>
                    <a:pt x="112792" y="139404"/>
                    <a:pt x="113551" y="139404"/>
                  </a:cubicBezTo>
                  <a:cubicBezTo>
                    <a:pt x="113643" y="138682"/>
                    <a:pt x="113736" y="137961"/>
                    <a:pt x="113830" y="137218"/>
                  </a:cubicBezTo>
                  <a:cubicBezTo>
                    <a:pt x="113984" y="136466"/>
                    <a:pt x="114137" y="135714"/>
                    <a:pt x="114296" y="134939"/>
                  </a:cubicBezTo>
                  <a:cubicBezTo>
                    <a:pt x="114787" y="134693"/>
                    <a:pt x="115278" y="134448"/>
                    <a:pt x="115784" y="134195"/>
                  </a:cubicBezTo>
                  <a:cubicBezTo>
                    <a:pt x="116029" y="133335"/>
                    <a:pt x="116275" y="132476"/>
                    <a:pt x="116528" y="131590"/>
                  </a:cubicBezTo>
                  <a:cubicBezTo>
                    <a:pt x="116774" y="130731"/>
                    <a:pt x="117019" y="129871"/>
                    <a:pt x="117272" y="128986"/>
                  </a:cubicBezTo>
                  <a:cubicBezTo>
                    <a:pt x="117763" y="128740"/>
                    <a:pt x="118254" y="128495"/>
                    <a:pt x="118760" y="128242"/>
                  </a:cubicBezTo>
                  <a:cubicBezTo>
                    <a:pt x="119250" y="125987"/>
                    <a:pt x="119250" y="125987"/>
                    <a:pt x="119505" y="123777"/>
                  </a:cubicBezTo>
                  <a:cubicBezTo>
                    <a:pt x="120241" y="123777"/>
                    <a:pt x="120978" y="123777"/>
                    <a:pt x="121737" y="123777"/>
                  </a:cubicBezTo>
                  <a:cubicBezTo>
                    <a:pt x="121852" y="122534"/>
                    <a:pt x="121852" y="122534"/>
                    <a:pt x="121969" y="121265"/>
                  </a:cubicBezTo>
                  <a:cubicBezTo>
                    <a:pt x="122138" y="120375"/>
                    <a:pt x="122307" y="119485"/>
                    <a:pt x="122481" y="118568"/>
                  </a:cubicBezTo>
                  <a:cubicBezTo>
                    <a:pt x="123218" y="118077"/>
                    <a:pt x="123954" y="117585"/>
                    <a:pt x="124714" y="117079"/>
                  </a:cubicBezTo>
                  <a:cubicBezTo>
                    <a:pt x="124900" y="114785"/>
                    <a:pt x="124900" y="114785"/>
                    <a:pt x="124714" y="112615"/>
                  </a:cubicBezTo>
                  <a:cubicBezTo>
                    <a:pt x="125450" y="112615"/>
                    <a:pt x="126187" y="112615"/>
                    <a:pt x="126946" y="112615"/>
                  </a:cubicBezTo>
                  <a:cubicBezTo>
                    <a:pt x="127061" y="111348"/>
                    <a:pt x="127061" y="111348"/>
                    <a:pt x="127178" y="110057"/>
                  </a:cubicBezTo>
                  <a:cubicBezTo>
                    <a:pt x="127432" y="108744"/>
                    <a:pt x="127432" y="108744"/>
                    <a:pt x="127690" y="107406"/>
                  </a:cubicBezTo>
                  <a:cubicBezTo>
                    <a:pt x="128427" y="107160"/>
                    <a:pt x="129163" y="106914"/>
                    <a:pt x="129922" y="106661"/>
                  </a:cubicBezTo>
                  <a:cubicBezTo>
                    <a:pt x="130175" y="104926"/>
                    <a:pt x="130423" y="103189"/>
                    <a:pt x="130667" y="101452"/>
                  </a:cubicBezTo>
                  <a:cubicBezTo>
                    <a:pt x="131403" y="100961"/>
                    <a:pt x="132140" y="100470"/>
                    <a:pt x="132899" y="99964"/>
                  </a:cubicBezTo>
                  <a:cubicBezTo>
                    <a:pt x="132899" y="99212"/>
                    <a:pt x="132899" y="98460"/>
                    <a:pt x="132899" y="97685"/>
                  </a:cubicBezTo>
                  <a:cubicBezTo>
                    <a:pt x="132899" y="96964"/>
                    <a:pt x="132899" y="96243"/>
                    <a:pt x="132899" y="95499"/>
                  </a:cubicBezTo>
                  <a:cubicBezTo>
                    <a:pt x="133636" y="95254"/>
                    <a:pt x="134372" y="95008"/>
                    <a:pt x="135131" y="94755"/>
                  </a:cubicBezTo>
                  <a:cubicBezTo>
                    <a:pt x="135683" y="92132"/>
                    <a:pt x="135683" y="92132"/>
                    <a:pt x="135876" y="89546"/>
                  </a:cubicBezTo>
                  <a:cubicBezTo>
                    <a:pt x="136367" y="89546"/>
                    <a:pt x="136858" y="89546"/>
                    <a:pt x="137364" y="89546"/>
                  </a:cubicBezTo>
                  <a:cubicBezTo>
                    <a:pt x="137826" y="88012"/>
                    <a:pt x="138079" y="86472"/>
                    <a:pt x="138361" y="84895"/>
                  </a:cubicBezTo>
                  <a:cubicBezTo>
                    <a:pt x="138523" y="84466"/>
                    <a:pt x="138685" y="84036"/>
                    <a:pt x="138852" y="83593"/>
                  </a:cubicBezTo>
                  <a:cubicBezTo>
                    <a:pt x="139589" y="83593"/>
                    <a:pt x="140326" y="83593"/>
                    <a:pt x="141085" y="83593"/>
                  </a:cubicBezTo>
                  <a:cubicBezTo>
                    <a:pt x="141039" y="82902"/>
                    <a:pt x="140993" y="82212"/>
                    <a:pt x="140945" y="81500"/>
                  </a:cubicBezTo>
                  <a:cubicBezTo>
                    <a:pt x="141085" y="79128"/>
                    <a:pt x="141085" y="79128"/>
                    <a:pt x="142154" y="78105"/>
                  </a:cubicBezTo>
                  <a:cubicBezTo>
                    <a:pt x="143606" y="76595"/>
                    <a:pt x="143497" y="75876"/>
                    <a:pt x="143643" y="73826"/>
                  </a:cubicBezTo>
                  <a:cubicBezTo>
                    <a:pt x="143781" y="72875"/>
                    <a:pt x="143919" y="71923"/>
                    <a:pt x="144061" y="70943"/>
                  </a:cubicBezTo>
                  <a:cubicBezTo>
                    <a:pt x="144568" y="70820"/>
                    <a:pt x="145074" y="70697"/>
                    <a:pt x="145596" y="70571"/>
                  </a:cubicBezTo>
                  <a:cubicBezTo>
                    <a:pt x="146072" y="70448"/>
                    <a:pt x="146548" y="70325"/>
                    <a:pt x="147038" y="70199"/>
                  </a:cubicBezTo>
                  <a:cubicBezTo>
                    <a:pt x="147331" y="68161"/>
                    <a:pt x="147169" y="66317"/>
                    <a:pt x="147038" y="64245"/>
                  </a:cubicBezTo>
                  <a:cubicBezTo>
                    <a:pt x="147774" y="64245"/>
                    <a:pt x="148511" y="64245"/>
                    <a:pt x="149270" y="64245"/>
                  </a:cubicBezTo>
                  <a:cubicBezTo>
                    <a:pt x="149362" y="63401"/>
                    <a:pt x="149454" y="62557"/>
                    <a:pt x="149549" y="61687"/>
                  </a:cubicBezTo>
                  <a:cubicBezTo>
                    <a:pt x="149703" y="60813"/>
                    <a:pt x="149856" y="59938"/>
                    <a:pt x="150014" y="59036"/>
                  </a:cubicBezTo>
                  <a:cubicBezTo>
                    <a:pt x="150505" y="58791"/>
                    <a:pt x="150997" y="58545"/>
                    <a:pt x="151503" y="58292"/>
                  </a:cubicBezTo>
                  <a:cubicBezTo>
                    <a:pt x="151849" y="56882"/>
                    <a:pt x="151849" y="56882"/>
                    <a:pt x="151968" y="55269"/>
                  </a:cubicBezTo>
                  <a:cubicBezTo>
                    <a:pt x="152106" y="53819"/>
                    <a:pt x="152106" y="53819"/>
                    <a:pt x="152247" y="52339"/>
                  </a:cubicBezTo>
                  <a:cubicBezTo>
                    <a:pt x="152983" y="52339"/>
                    <a:pt x="153720" y="52339"/>
                    <a:pt x="154479" y="52339"/>
                  </a:cubicBezTo>
                  <a:cubicBezTo>
                    <a:pt x="154516" y="51864"/>
                    <a:pt x="154552" y="51390"/>
                    <a:pt x="154590" y="50900"/>
                  </a:cubicBezTo>
                  <a:cubicBezTo>
                    <a:pt x="154673" y="49978"/>
                    <a:pt x="154673" y="49978"/>
                    <a:pt x="154758" y="49037"/>
                  </a:cubicBezTo>
                  <a:cubicBezTo>
                    <a:pt x="154810" y="48424"/>
                    <a:pt x="154862" y="47811"/>
                    <a:pt x="154915" y="47180"/>
                  </a:cubicBezTo>
                  <a:cubicBezTo>
                    <a:pt x="155017" y="46672"/>
                    <a:pt x="155119" y="46165"/>
                    <a:pt x="155223" y="45642"/>
                  </a:cubicBezTo>
                  <a:cubicBezTo>
                    <a:pt x="155714" y="45396"/>
                    <a:pt x="156206" y="45151"/>
                    <a:pt x="156712" y="44898"/>
                  </a:cubicBezTo>
                  <a:cubicBezTo>
                    <a:pt x="157360" y="43349"/>
                    <a:pt x="157360" y="43349"/>
                    <a:pt x="157874" y="41549"/>
                  </a:cubicBezTo>
                  <a:cubicBezTo>
                    <a:pt x="158876" y="38268"/>
                    <a:pt x="158876" y="38268"/>
                    <a:pt x="159688" y="37456"/>
                  </a:cubicBezTo>
                  <a:cubicBezTo>
                    <a:pt x="159860" y="36454"/>
                    <a:pt x="159994" y="35444"/>
                    <a:pt x="160107" y="34433"/>
                  </a:cubicBezTo>
                  <a:cubicBezTo>
                    <a:pt x="160268" y="32983"/>
                    <a:pt x="160268" y="32983"/>
                    <a:pt x="160432" y="31503"/>
                  </a:cubicBezTo>
                  <a:cubicBezTo>
                    <a:pt x="161169" y="31503"/>
                    <a:pt x="161906" y="31503"/>
                    <a:pt x="162665" y="31503"/>
                  </a:cubicBezTo>
                  <a:cubicBezTo>
                    <a:pt x="162910" y="29293"/>
                    <a:pt x="163156" y="27083"/>
                    <a:pt x="163409" y="24806"/>
                  </a:cubicBezTo>
                  <a:cubicBezTo>
                    <a:pt x="164146" y="24806"/>
                    <a:pt x="164882" y="24806"/>
                    <a:pt x="165641" y="24806"/>
                  </a:cubicBezTo>
                  <a:cubicBezTo>
                    <a:pt x="165696" y="24013"/>
                    <a:pt x="165696" y="24013"/>
                    <a:pt x="165752" y="23204"/>
                  </a:cubicBezTo>
                  <a:cubicBezTo>
                    <a:pt x="165807" y="22520"/>
                    <a:pt x="165863" y="21836"/>
                    <a:pt x="165920" y="21132"/>
                  </a:cubicBezTo>
                  <a:cubicBezTo>
                    <a:pt x="165972" y="20450"/>
                    <a:pt x="166024" y="19768"/>
                    <a:pt x="166077" y="19065"/>
                  </a:cubicBezTo>
                  <a:cubicBezTo>
                    <a:pt x="166179" y="18504"/>
                    <a:pt x="166281" y="17943"/>
                    <a:pt x="166385" y="17365"/>
                  </a:cubicBezTo>
                  <a:cubicBezTo>
                    <a:pt x="167122" y="16996"/>
                    <a:pt x="167122" y="16996"/>
                    <a:pt x="167874" y="16620"/>
                  </a:cubicBezTo>
                  <a:cubicBezTo>
                    <a:pt x="168221" y="15039"/>
                    <a:pt x="168221" y="15039"/>
                    <a:pt x="168339" y="13225"/>
                  </a:cubicBezTo>
                  <a:cubicBezTo>
                    <a:pt x="168394" y="12610"/>
                    <a:pt x="168450" y="11996"/>
                    <a:pt x="168507" y="11362"/>
                  </a:cubicBezTo>
                  <a:cubicBezTo>
                    <a:pt x="168562" y="10650"/>
                    <a:pt x="168562" y="10650"/>
                    <a:pt x="168618" y="9923"/>
                  </a:cubicBezTo>
                  <a:cubicBezTo>
                    <a:pt x="169355" y="9923"/>
                    <a:pt x="170091" y="9923"/>
                    <a:pt x="170850" y="9923"/>
                  </a:cubicBezTo>
                  <a:cubicBezTo>
                    <a:pt x="170895" y="9341"/>
                    <a:pt x="170940" y="8759"/>
                    <a:pt x="170987" y="8159"/>
                  </a:cubicBezTo>
                  <a:cubicBezTo>
                    <a:pt x="171049" y="7406"/>
                    <a:pt x="171112" y="6653"/>
                    <a:pt x="171176" y="5877"/>
                  </a:cubicBezTo>
                  <a:cubicBezTo>
                    <a:pt x="171266" y="4750"/>
                    <a:pt x="171266" y="4750"/>
                    <a:pt x="171359" y="3601"/>
                  </a:cubicBezTo>
                  <a:cubicBezTo>
                    <a:pt x="171798" y="127"/>
                    <a:pt x="173653" y="832"/>
                    <a:pt x="176803" y="761"/>
                  </a:cubicBezTo>
                  <a:close/>
                </a:path>
              </a:pathLst>
            </a:custGeom>
            <a:grpFill/>
            <a:ln w="744" cap="flat">
              <a:noFill/>
              <a:prstDash val="solid"/>
              <a:miter/>
            </a:ln>
          </p:spPr>
          <p:txBody>
            <a:bodyPr rtlCol="0" anchor="ctr"/>
            <a:lstStyle/>
            <a:p>
              <a:endParaRPr lang="zh-CN" altLang="en-US"/>
            </a:p>
          </p:txBody>
        </p:sp>
        <p:sp>
          <p:nvSpPr>
            <p:cNvPr id="159" name="任意多边形: 形状 158"/>
            <p:cNvSpPr/>
            <p:nvPr/>
          </p:nvSpPr>
          <p:spPr>
            <a:xfrm>
              <a:off x="10430404" y="620542"/>
              <a:ext cx="163903" cy="539518"/>
            </a:xfrm>
            <a:custGeom>
              <a:avLst/>
              <a:gdLst>
                <a:gd name="connsiteX0" fmla="*/ 136129 w 163905"/>
                <a:gd name="connsiteY0" fmla="*/ 466 h 539501"/>
                <a:gd name="connsiteX1" fmla="*/ 139105 w 163905"/>
                <a:gd name="connsiteY1" fmla="*/ 466 h 539501"/>
                <a:gd name="connsiteX2" fmla="*/ 139105 w 163905"/>
                <a:gd name="connsiteY2" fmla="*/ 3443 h 539501"/>
                <a:gd name="connsiteX3" fmla="*/ 141663 w 163905"/>
                <a:gd name="connsiteY3" fmla="*/ 3675 h 539501"/>
                <a:gd name="connsiteX4" fmla="*/ 144314 w 163905"/>
                <a:gd name="connsiteY4" fmla="*/ 4187 h 539501"/>
                <a:gd name="connsiteX5" fmla="*/ 145059 w 163905"/>
                <a:gd name="connsiteY5" fmla="*/ 6419 h 539501"/>
                <a:gd name="connsiteX6" fmla="*/ 146965 w 163905"/>
                <a:gd name="connsiteY6" fmla="*/ 6745 h 539501"/>
                <a:gd name="connsiteX7" fmla="*/ 148779 w 163905"/>
                <a:gd name="connsiteY7" fmla="*/ 7163 h 539501"/>
                <a:gd name="connsiteX8" fmla="*/ 148779 w 163905"/>
                <a:gd name="connsiteY8" fmla="*/ 10140 h 539501"/>
                <a:gd name="connsiteX9" fmla="*/ 153988 w 163905"/>
                <a:gd name="connsiteY9" fmla="*/ 10884 h 539501"/>
                <a:gd name="connsiteX10" fmla="*/ 153988 w 163905"/>
                <a:gd name="connsiteY10" fmla="*/ 13861 h 539501"/>
                <a:gd name="connsiteX11" fmla="*/ 156174 w 163905"/>
                <a:gd name="connsiteY11" fmla="*/ 14093 h 539501"/>
                <a:gd name="connsiteX12" fmla="*/ 158453 w 163905"/>
                <a:gd name="connsiteY12" fmla="*/ 14605 h 539501"/>
                <a:gd name="connsiteX13" fmla="*/ 159197 w 163905"/>
                <a:gd name="connsiteY13" fmla="*/ 16837 h 539501"/>
                <a:gd name="connsiteX14" fmla="*/ 161383 w 163905"/>
                <a:gd name="connsiteY14" fmla="*/ 17163 h 539501"/>
                <a:gd name="connsiteX15" fmla="*/ 163662 w 163905"/>
                <a:gd name="connsiteY15" fmla="*/ 17581 h 539501"/>
                <a:gd name="connsiteX16" fmla="*/ 165150 w 163905"/>
                <a:gd name="connsiteY16" fmla="*/ 20558 h 539501"/>
                <a:gd name="connsiteX17" fmla="*/ 168127 w 163905"/>
                <a:gd name="connsiteY17" fmla="*/ 21302 h 539501"/>
                <a:gd name="connsiteX18" fmla="*/ 168871 w 163905"/>
                <a:gd name="connsiteY18" fmla="*/ 23534 h 539501"/>
                <a:gd name="connsiteX19" fmla="*/ 172592 w 163905"/>
                <a:gd name="connsiteY19" fmla="*/ 25023 h 539501"/>
                <a:gd name="connsiteX20" fmla="*/ 174080 w 163905"/>
                <a:gd name="connsiteY20" fmla="*/ 27255 h 539501"/>
                <a:gd name="connsiteX21" fmla="*/ 175987 w 163905"/>
                <a:gd name="connsiteY21" fmla="*/ 27906 h 539501"/>
                <a:gd name="connsiteX22" fmla="*/ 177801 w 163905"/>
                <a:gd name="connsiteY22" fmla="*/ 28743 h 539501"/>
                <a:gd name="connsiteX23" fmla="*/ 178545 w 163905"/>
                <a:gd name="connsiteY23" fmla="*/ 32464 h 539501"/>
                <a:gd name="connsiteX24" fmla="*/ 177057 w 163905"/>
                <a:gd name="connsiteY24" fmla="*/ 32464 h 539501"/>
                <a:gd name="connsiteX25" fmla="*/ 176313 w 163905"/>
                <a:gd name="connsiteY25" fmla="*/ 45114 h 539501"/>
                <a:gd name="connsiteX26" fmla="*/ 174080 w 163905"/>
                <a:gd name="connsiteY26" fmla="*/ 45114 h 539501"/>
                <a:gd name="connsiteX27" fmla="*/ 173336 w 163905"/>
                <a:gd name="connsiteY27" fmla="*/ 56277 h 539501"/>
                <a:gd name="connsiteX28" fmla="*/ 171104 w 163905"/>
                <a:gd name="connsiteY28" fmla="*/ 56277 h 539501"/>
                <a:gd name="connsiteX29" fmla="*/ 170359 w 163905"/>
                <a:gd name="connsiteY29" fmla="*/ 67439 h 539501"/>
                <a:gd name="connsiteX30" fmla="*/ 168127 w 163905"/>
                <a:gd name="connsiteY30" fmla="*/ 67439 h 539501"/>
                <a:gd name="connsiteX31" fmla="*/ 168205 w 163905"/>
                <a:gd name="connsiteY31" fmla="*/ 69691 h 539501"/>
                <a:gd name="connsiteX32" fmla="*/ 168266 w 163905"/>
                <a:gd name="connsiteY32" fmla="*/ 72601 h 539501"/>
                <a:gd name="connsiteX33" fmla="*/ 168345 w 163905"/>
                <a:gd name="connsiteY33" fmla="*/ 75505 h 539501"/>
                <a:gd name="connsiteX34" fmla="*/ 168127 w 163905"/>
                <a:gd name="connsiteY34" fmla="*/ 77857 h 539501"/>
                <a:gd name="connsiteX35" fmla="*/ 165895 w 163905"/>
                <a:gd name="connsiteY35" fmla="*/ 78601 h 539501"/>
                <a:gd name="connsiteX36" fmla="*/ 165383 w 163905"/>
                <a:gd name="connsiteY36" fmla="*/ 83856 h 539501"/>
                <a:gd name="connsiteX37" fmla="*/ 165235 w 163905"/>
                <a:gd name="connsiteY37" fmla="*/ 86766 h 539501"/>
                <a:gd name="connsiteX38" fmla="*/ 165150 w 163905"/>
                <a:gd name="connsiteY38" fmla="*/ 89019 h 539501"/>
                <a:gd name="connsiteX39" fmla="*/ 163662 w 163905"/>
                <a:gd name="connsiteY39" fmla="*/ 89019 h 539501"/>
                <a:gd name="connsiteX40" fmla="*/ 162456 w 163905"/>
                <a:gd name="connsiteY40" fmla="*/ 96882 h 539501"/>
                <a:gd name="connsiteX41" fmla="*/ 162174 w 163905"/>
                <a:gd name="connsiteY41" fmla="*/ 98693 h 539501"/>
                <a:gd name="connsiteX42" fmla="*/ 160686 w 163905"/>
                <a:gd name="connsiteY42" fmla="*/ 99437 h 539501"/>
                <a:gd name="connsiteX43" fmla="*/ 160220 w 163905"/>
                <a:gd name="connsiteY43" fmla="*/ 104692 h 539501"/>
                <a:gd name="connsiteX44" fmla="*/ 160052 w 163905"/>
                <a:gd name="connsiteY44" fmla="*/ 107602 h 539501"/>
                <a:gd name="connsiteX45" fmla="*/ 159941 w 163905"/>
                <a:gd name="connsiteY45" fmla="*/ 109855 h 539501"/>
                <a:gd name="connsiteX46" fmla="*/ 157709 w 163905"/>
                <a:gd name="connsiteY46" fmla="*/ 109855 h 539501"/>
                <a:gd name="connsiteX47" fmla="*/ 156965 w 163905"/>
                <a:gd name="connsiteY47" fmla="*/ 120273 h 539501"/>
                <a:gd name="connsiteX48" fmla="*/ 154732 w 163905"/>
                <a:gd name="connsiteY48" fmla="*/ 120273 h 539501"/>
                <a:gd name="connsiteX49" fmla="*/ 154622 w 163905"/>
                <a:gd name="connsiteY49" fmla="*/ 122525 h 539501"/>
                <a:gd name="connsiteX50" fmla="*/ 154453 w 163905"/>
                <a:gd name="connsiteY50" fmla="*/ 125435 h 539501"/>
                <a:gd name="connsiteX51" fmla="*/ 154296 w 163905"/>
                <a:gd name="connsiteY51" fmla="*/ 128339 h 539501"/>
                <a:gd name="connsiteX52" fmla="*/ 153988 w 163905"/>
                <a:gd name="connsiteY52" fmla="*/ 130691 h 539501"/>
                <a:gd name="connsiteX53" fmla="*/ 152500 w 163905"/>
                <a:gd name="connsiteY53" fmla="*/ 131435 h 539501"/>
                <a:gd name="connsiteX54" fmla="*/ 152084 w 163905"/>
                <a:gd name="connsiteY54" fmla="*/ 138292 h 539501"/>
                <a:gd name="connsiteX55" fmla="*/ 151756 w 163905"/>
                <a:gd name="connsiteY55" fmla="*/ 140364 h 539501"/>
                <a:gd name="connsiteX56" fmla="*/ 149523 w 163905"/>
                <a:gd name="connsiteY56" fmla="*/ 141853 h 539501"/>
                <a:gd name="connsiteX57" fmla="*/ 149012 w 163905"/>
                <a:gd name="connsiteY57" fmla="*/ 146783 h 539501"/>
                <a:gd name="connsiteX58" fmla="*/ 148864 w 163905"/>
                <a:gd name="connsiteY58" fmla="*/ 149463 h 539501"/>
                <a:gd name="connsiteX59" fmla="*/ 148779 w 163905"/>
                <a:gd name="connsiteY59" fmla="*/ 151527 h 539501"/>
                <a:gd name="connsiteX60" fmla="*/ 147291 w 163905"/>
                <a:gd name="connsiteY60" fmla="*/ 151527 h 539501"/>
                <a:gd name="connsiteX61" fmla="*/ 146085 w 163905"/>
                <a:gd name="connsiteY61" fmla="*/ 159389 h 539501"/>
                <a:gd name="connsiteX62" fmla="*/ 145803 w 163905"/>
                <a:gd name="connsiteY62" fmla="*/ 161200 h 539501"/>
                <a:gd name="connsiteX63" fmla="*/ 144314 w 163905"/>
                <a:gd name="connsiteY63" fmla="*/ 161944 h 539501"/>
                <a:gd name="connsiteX64" fmla="*/ 143899 w 163905"/>
                <a:gd name="connsiteY64" fmla="*/ 169456 h 539501"/>
                <a:gd name="connsiteX65" fmla="*/ 143570 w 163905"/>
                <a:gd name="connsiteY65" fmla="*/ 171618 h 539501"/>
                <a:gd name="connsiteX66" fmla="*/ 141338 w 163905"/>
                <a:gd name="connsiteY66" fmla="*/ 172362 h 539501"/>
                <a:gd name="connsiteX67" fmla="*/ 140826 w 163905"/>
                <a:gd name="connsiteY67" fmla="*/ 177246 h 539501"/>
                <a:gd name="connsiteX68" fmla="*/ 140678 w 163905"/>
                <a:gd name="connsiteY68" fmla="*/ 179946 h 539501"/>
                <a:gd name="connsiteX69" fmla="*/ 140594 w 163905"/>
                <a:gd name="connsiteY69" fmla="*/ 182036 h 539501"/>
                <a:gd name="connsiteX70" fmla="*/ 138361 w 163905"/>
                <a:gd name="connsiteY70" fmla="*/ 182036 h 539501"/>
                <a:gd name="connsiteX71" fmla="*/ 138222 w 163905"/>
                <a:gd name="connsiteY71" fmla="*/ 185245 h 539501"/>
                <a:gd name="connsiteX72" fmla="*/ 138143 w 163905"/>
                <a:gd name="connsiteY72" fmla="*/ 187051 h 539501"/>
                <a:gd name="connsiteX73" fmla="*/ 140594 w 163905"/>
                <a:gd name="connsiteY73" fmla="*/ 190966 h 539501"/>
                <a:gd name="connsiteX74" fmla="*/ 142082 w 163905"/>
                <a:gd name="connsiteY74" fmla="*/ 194687 h 539501"/>
                <a:gd name="connsiteX75" fmla="*/ 145803 w 163905"/>
                <a:gd name="connsiteY75" fmla="*/ 199896 h 539501"/>
                <a:gd name="connsiteX76" fmla="*/ 146547 w 163905"/>
                <a:gd name="connsiteY76" fmla="*/ 205105 h 539501"/>
                <a:gd name="connsiteX77" fmla="*/ 148779 w 163905"/>
                <a:gd name="connsiteY77" fmla="*/ 205105 h 539501"/>
                <a:gd name="connsiteX78" fmla="*/ 149012 w 163905"/>
                <a:gd name="connsiteY78" fmla="*/ 207663 h 539501"/>
                <a:gd name="connsiteX79" fmla="*/ 149523 w 163905"/>
                <a:gd name="connsiteY79" fmla="*/ 210314 h 539501"/>
                <a:gd name="connsiteX80" fmla="*/ 151756 w 163905"/>
                <a:gd name="connsiteY80" fmla="*/ 211058 h 539501"/>
                <a:gd name="connsiteX81" fmla="*/ 151756 w 163905"/>
                <a:gd name="connsiteY81" fmla="*/ 217011 h 539501"/>
                <a:gd name="connsiteX82" fmla="*/ 153988 w 163905"/>
                <a:gd name="connsiteY82" fmla="*/ 217011 h 539501"/>
                <a:gd name="connsiteX83" fmla="*/ 154352 w 163905"/>
                <a:gd name="connsiteY83" fmla="*/ 221589 h 539501"/>
                <a:gd name="connsiteX84" fmla="*/ 154732 w 163905"/>
                <a:gd name="connsiteY84" fmla="*/ 222964 h 539501"/>
                <a:gd name="connsiteX85" fmla="*/ 156965 w 163905"/>
                <a:gd name="connsiteY85" fmla="*/ 223708 h 539501"/>
                <a:gd name="connsiteX86" fmla="*/ 157407 w 163905"/>
                <a:gd name="connsiteY86" fmla="*/ 228894 h 539501"/>
                <a:gd name="connsiteX87" fmla="*/ 157709 w 163905"/>
                <a:gd name="connsiteY87" fmla="*/ 230405 h 539501"/>
                <a:gd name="connsiteX88" fmla="*/ 159941 w 163905"/>
                <a:gd name="connsiteY88" fmla="*/ 231150 h 539501"/>
                <a:gd name="connsiteX89" fmla="*/ 160360 w 163905"/>
                <a:gd name="connsiteY89" fmla="*/ 234870 h 539501"/>
                <a:gd name="connsiteX90" fmla="*/ 160686 w 163905"/>
                <a:gd name="connsiteY90" fmla="*/ 238591 h 539501"/>
                <a:gd name="connsiteX91" fmla="*/ 162174 w 163905"/>
                <a:gd name="connsiteY91" fmla="*/ 239335 h 539501"/>
                <a:gd name="connsiteX92" fmla="*/ 162590 w 163905"/>
                <a:gd name="connsiteY92" fmla="*/ 244957 h 539501"/>
                <a:gd name="connsiteX93" fmla="*/ 164037 w 163905"/>
                <a:gd name="connsiteY93" fmla="*/ 247776 h 539501"/>
                <a:gd name="connsiteX94" fmla="*/ 165543 w 163905"/>
                <a:gd name="connsiteY94" fmla="*/ 256247 h 539501"/>
                <a:gd name="connsiteX95" fmla="*/ 165895 w 163905"/>
                <a:gd name="connsiteY95" fmla="*/ 260171 h 539501"/>
                <a:gd name="connsiteX96" fmla="*/ 168127 w 163905"/>
                <a:gd name="connsiteY96" fmla="*/ 260915 h 539501"/>
                <a:gd name="connsiteX97" fmla="*/ 168455 w 163905"/>
                <a:gd name="connsiteY97" fmla="*/ 264217 h 539501"/>
                <a:gd name="connsiteX98" fmla="*/ 168515 w 163905"/>
                <a:gd name="connsiteY98" fmla="*/ 266235 h 539501"/>
                <a:gd name="connsiteX99" fmla="*/ 168546 w 163905"/>
                <a:gd name="connsiteY99" fmla="*/ 268357 h 539501"/>
                <a:gd name="connsiteX100" fmla="*/ 168641 w 163905"/>
                <a:gd name="connsiteY100" fmla="*/ 272496 h 539501"/>
                <a:gd name="connsiteX101" fmla="*/ 168669 w 163905"/>
                <a:gd name="connsiteY101" fmla="*/ 274359 h 539501"/>
                <a:gd name="connsiteX102" fmla="*/ 168871 w 163905"/>
                <a:gd name="connsiteY102" fmla="*/ 275798 h 539501"/>
                <a:gd name="connsiteX103" fmla="*/ 170359 w 163905"/>
                <a:gd name="connsiteY103" fmla="*/ 276542 h 539501"/>
                <a:gd name="connsiteX104" fmla="*/ 170528 w 163905"/>
                <a:gd name="connsiteY104" fmla="*/ 282843 h 539501"/>
                <a:gd name="connsiteX105" fmla="*/ 170529 w 163905"/>
                <a:gd name="connsiteY105" fmla="*/ 284845 h 539501"/>
                <a:gd name="connsiteX106" fmla="*/ 170505 w 163905"/>
                <a:gd name="connsiteY106" fmla="*/ 291428 h 539501"/>
                <a:gd name="connsiteX107" fmla="*/ 170498 w 163905"/>
                <a:gd name="connsiteY107" fmla="*/ 295979 h 539501"/>
                <a:gd name="connsiteX108" fmla="*/ 170462 w 163905"/>
                <a:gd name="connsiteY108" fmla="*/ 307984 h 539501"/>
                <a:gd name="connsiteX109" fmla="*/ 170432 w 163905"/>
                <a:gd name="connsiteY109" fmla="*/ 320224 h 539501"/>
                <a:gd name="connsiteX110" fmla="*/ 170359 w 163905"/>
                <a:gd name="connsiteY110" fmla="*/ 344259 h 539501"/>
                <a:gd name="connsiteX111" fmla="*/ 168127 w 163905"/>
                <a:gd name="connsiteY111" fmla="*/ 344259 h 539501"/>
                <a:gd name="connsiteX112" fmla="*/ 168205 w 163905"/>
                <a:gd name="connsiteY112" fmla="*/ 347163 h 539501"/>
                <a:gd name="connsiteX113" fmla="*/ 168266 w 163905"/>
                <a:gd name="connsiteY113" fmla="*/ 350910 h 539501"/>
                <a:gd name="connsiteX114" fmla="*/ 168323 w 163905"/>
                <a:gd name="connsiteY114" fmla="*/ 352827 h 539501"/>
                <a:gd name="connsiteX115" fmla="*/ 168345 w 163905"/>
                <a:gd name="connsiteY115" fmla="*/ 354651 h 539501"/>
                <a:gd name="connsiteX116" fmla="*/ 168380 w 163905"/>
                <a:gd name="connsiteY116" fmla="*/ 356339 h 539501"/>
                <a:gd name="connsiteX117" fmla="*/ 168127 w 163905"/>
                <a:gd name="connsiteY117" fmla="*/ 357653 h 539501"/>
                <a:gd name="connsiteX118" fmla="*/ 165895 w 163905"/>
                <a:gd name="connsiteY118" fmla="*/ 358398 h 539501"/>
                <a:gd name="connsiteX119" fmla="*/ 165383 w 163905"/>
                <a:gd name="connsiteY119" fmla="*/ 362537 h 539501"/>
                <a:gd name="connsiteX120" fmla="*/ 165235 w 163905"/>
                <a:gd name="connsiteY120" fmla="*/ 364819 h 539501"/>
                <a:gd name="connsiteX121" fmla="*/ 165150 w 163905"/>
                <a:gd name="connsiteY121" fmla="*/ 366583 h 539501"/>
                <a:gd name="connsiteX122" fmla="*/ 163662 w 163905"/>
                <a:gd name="connsiteY122" fmla="*/ 366583 h 539501"/>
                <a:gd name="connsiteX123" fmla="*/ 162918 w 163905"/>
                <a:gd name="connsiteY123" fmla="*/ 369885 h 539501"/>
                <a:gd name="connsiteX124" fmla="*/ 162174 w 163905"/>
                <a:gd name="connsiteY124" fmla="*/ 373280 h 539501"/>
                <a:gd name="connsiteX125" fmla="*/ 160686 w 163905"/>
                <a:gd name="connsiteY125" fmla="*/ 374025 h 539501"/>
                <a:gd name="connsiteX126" fmla="*/ 159941 w 163905"/>
                <a:gd name="connsiteY126" fmla="*/ 376257 h 539501"/>
                <a:gd name="connsiteX127" fmla="*/ 157709 w 163905"/>
                <a:gd name="connsiteY127" fmla="*/ 379234 h 539501"/>
                <a:gd name="connsiteX128" fmla="*/ 156965 w 163905"/>
                <a:gd name="connsiteY128" fmla="*/ 381094 h 539501"/>
                <a:gd name="connsiteX129" fmla="*/ 154732 w 163905"/>
                <a:gd name="connsiteY129" fmla="*/ 383698 h 539501"/>
                <a:gd name="connsiteX130" fmla="*/ 153988 w 163905"/>
                <a:gd name="connsiteY130" fmla="*/ 385931 h 539501"/>
                <a:gd name="connsiteX131" fmla="*/ 151756 w 163905"/>
                <a:gd name="connsiteY131" fmla="*/ 386675 h 539501"/>
                <a:gd name="connsiteX132" fmla="*/ 150268 w 163905"/>
                <a:gd name="connsiteY132" fmla="*/ 389651 h 539501"/>
                <a:gd name="connsiteX133" fmla="*/ 148779 w 163905"/>
                <a:gd name="connsiteY133" fmla="*/ 390396 h 539501"/>
                <a:gd name="connsiteX134" fmla="*/ 148175 w 163905"/>
                <a:gd name="connsiteY134" fmla="*/ 391884 h 539501"/>
                <a:gd name="connsiteX135" fmla="*/ 147291 w 163905"/>
                <a:gd name="connsiteY135" fmla="*/ 393372 h 539501"/>
                <a:gd name="connsiteX136" fmla="*/ 145384 w 163905"/>
                <a:gd name="connsiteY136" fmla="*/ 393744 h 539501"/>
                <a:gd name="connsiteX137" fmla="*/ 143570 w 163905"/>
                <a:gd name="connsiteY137" fmla="*/ 394116 h 539501"/>
                <a:gd name="connsiteX138" fmla="*/ 143245 w 163905"/>
                <a:gd name="connsiteY138" fmla="*/ 395558 h 539501"/>
                <a:gd name="connsiteX139" fmla="*/ 142826 w 163905"/>
                <a:gd name="connsiteY139" fmla="*/ 397093 h 539501"/>
                <a:gd name="connsiteX140" fmla="*/ 138361 w 163905"/>
                <a:gd name="connsiteY140" fmla="*/ 398581 h 539501"/>
                <a:gd name="connsiteX141" fmla="*/ 138361 w 163905"/>
                <a:gd name="connsiteY141" fmla="*/ 400069 h 539501"/>
                <a:gd name="connsiteX142" fmla="*/ 130176 w 163905"/>
                <a:gd name="connsiteY142" fmla="*/ 400814 h 539501"/>
                <a:gd name="connsiteX143" fmla="*/ 130176 w 163905"/>
                <a:gd name="connsiteY143" fmla="*/ 403790 h 539501"/>
                <a:gd name="connsiteX144" fmla="*/ 128616 w 163905"/>
                <a:gd name="connsiteY144" fmla="*/ 403823 h 539501"/>
                <a:gd name="connsiteX145" fmla="*/ 121665 w 163905"/>
                <a:gd name="connsiteY145" fmla="*/ 404023 h 539501"/>
                <a:gd name="connsiteX146" fmla="*/ 119210 w 163905"/>
                <a:gd name="connsiteY146" fmla="*/ 404074 h 539501"/>
                <a:gd name="connsiteX147" fmla="*/ 116877 w 163905"/>
                <a:gd name="connsiteY147" fmla="*/ 404154 h 539501"/>
                <a:gd name="connsiteX148" fmla="*/ 114716 w 163905"/>
                <a:gd name="connsiteY148" fmla="*/ 404213 h 539501"/>
                <a:gd name="connsiteX149" fmla="*/ 113061 w 163905"/>
                <a:gd name="connsiteY149" fmla="*/ 404534 h 539501"/>
                <a:gd name="connsiteX150" fmla="*/ 112316 w 163905"/>
                <a:gd name="connsiteY150" fmla="*/ 406767 h 539501"/>
                <a:gd name="connsiteX151" fmla="*/ 107224 w 163905"/>
                <a:gd name="connsiteY151" fmla="*/ 407011 h 539501"/>
                <a:gd name="connsiteX152" fmla="*/ 105681 w 163905"/>
                <a:gd name="connsiteY152" fmla="*/ 407007 h 539501"/>
                <a:gd name="connsiteX153" fmla="*/ 102445 w 163905"/>
                <a:gd name="connsiteY153" fmla="*/ 406976 h 539501"/>
                <a:gd name="connsiteX154" fmla="*/ 97477 w 163905"/>
                <a:gd name="connsiteY154" fmla="*/ 406941 h 539501"/>
                <a:gd name="connsiteX155" fmla="*/ 88504 w 163905"/>
                <a:gd name="connsiteY155" fmla="*/ 406023 h 539501"/>
                <a:gd name="connsiteX156" fmla="*/ 88042 w 163905"/>
                <a:gd name="connsiteY156" fmla="*/ 400255 h 539501"/>
                <a:gd name="connsiteX157" fmla="*/ 87760 w 163905"/>
                <a:gd name="connsiteY157" fmla="*/ 398581 h 539501"/>
                <a:gd name="connsiteX158" fmla="*/ 86271 w 163905"/>
                <a:gd name="connsiteY158" fmla="*/ 397837 h 539501"/>
                <a:gd name="connsiteX159" fmla="*/ 85963 w 163905"/>
                <a:gd name="connsiteY159" fmla="*/ 392718 h 539501"/>
                <a:gd name="connsiteX160" fmla="*/ 85920 w 163905"/>
                <a:gd name="connsiteY160" fmla="*/ 391170 h 539501"/>
                <a:gd name="connsiteX161" fmla="*/ 85806 w 163905"/>
                <a:gd name="connsiteY161" fmla="*/ 386256 h 539501"/>
                <a:gd name="connsiteX162" fmla="*/ 85719 w 163905"/>
                <a:gd name="connsiteY162" fmla="*/ 382932 h 539501"/>
                <a:gd name="connsiteX163" fmla="*/ 85527 w 163905"/>
                <a:gd name="connsiteY163" fmla="*/ 374769 h 539501"/>
                <a:gd name="connsiteX164" fmla="*/ 83295 w 163905"/>
                <a:gd name="connsiteY164" fmla="*/ 374769 h 539501"/>
                <a:gd name="connsiteX165" fmla="*/ 83211 w 163905"/>
                <a:gd name="connsiteY165" fmla="*/ 372190 h 539501"/>
                <a:gd name="connsiteX166" fmla="*/ 83062 w 163905"/>
                <a:gd name="connsiteY166" fmla="*/ 368862 h 539501"/>
                <a:gd name="connsiteX167" fmla="*/ 83012 w 163905"/>
                <a:gd name="connsiteY167" fmla="*/ 367160 h 539501"/>
                <a:gd name="connsiteX168" fmla="*/ 82551 w 163905"/>
                <a:gd name="connsiteY168" fmla="*/ 362862 h 539501"/>
                <a:gd name="connsiteX169" fmla="*/ 80318 w 163905"/>
                <a:gd name="connsiteY169" fmla="*/ 362118 h 539501"/>
                <a:gd name="connsiteX170" fmla="*/ 79900 w 163905"/>
                <a:gd name="connsiteY170" fmla="*/ 357653 h 539501"/>
                <a:gd name="connsiteX171" fmla="*/ 79574 w 163905"/>
                <a:gd name="connsiteY171" fmla="*/ 353189 h 539501"/>
                <a:gd name="connsiteX172" fmla="*/ 78086 w 163905"/>
                <a:gd name="connsiteY172" fmla="*/ 352444 h 539501"/>
                <a:gd name="connsiteX173" fmla="*/ 77621 w 163905"/>
                <a:gd name="connsiteY173" fmla="*/ 348677 h 539501"/>
                <a:gd name="connsiteX174" fmla="*/ 77452 w 163905"/>
                <a:gd name="connsiteY174" fmla="*/ 346605 h 539501"/>
                <a:gd name="connsiteX175" fmla="*/ 77342 w 163905"/>
                <a:gd name="connsiteY175" fmla="*/ 345003 h 539501"/>
                <a:gd name="connsiteX176" fmla="*/ 75109 w 163905"/>
                <a:gd name="connsiteY176" fmla="*/ 345003 h 539501"/>
                <a:gd name="connsiteX177" fmla="*/ 75109 w 163905"/>
                <a:gd name="connsiteY177" fmla="*/ 339050 h 539501"/>
                <a:gd name="connsiteX178" fmla="*/ 77818 w 163905"/>
                <a:gd name="connsiteY178" fmla="*/ 339029 h 539501"/>
                <a:gd name="connsiteX179" fmla="*/ 87745 w 163905"/>
                <a:gd name="connsiteY179" fmla="*/ 338896 h 539501"/>
                <a:gd name="connsiteX180" fmla="*/ 92045 w 163905"/>
                <a:gd name="connsiteY180" fmla="*/ 338848 h 539501"/>
                <a:gd name="connsiteX181" fmla="*/ 98218 w 163905"/>
                <a:gd name="connsiteY181" fmla="*/ 338759 h 539501"/>
                <a:gd name="connsiteX182" fmla="*/ 100168 w 163905"/>
                <a:gd name="connsiteY182" fmla="*/ 338756 h 539501"/>
                <a:gd name="connsiteX183" fmla="*/ 104875 w 163905"/>
                <a:gd name="connsiteY183" fmla="*/ 338306 h 539501"/>
                <a:gd name="connsiteX184" fmla="*/ 106363 w 163905"/>
                <a:gd name="connsiteY184" fmla="*/ 335329 h 539501"/>
                <a:gd name="connsiteX185" fmla="*/ 108224 w 163905"/>
                <a:gd name="connsiteY185" fmla="*/ 335004 h 539501"/>
                <a:gd name="connsiteX186" fmla="*/ 110084 w 163905"/>
                <a:gd name="connsiteY186" fmla="*/ 334585 h 539501"/>
                <a:gd name="connsiteX187" fmla="*/ 111572 w 163905"/>
                <a:gd name="connsiteY187" fmla="*/ 330864 h 539501"/>
                <a:gd name="connsiteX188" fmla="*/ 112316 w 163905"/>
                <a:gd name="connsiteY188" fmla="*/ 330120 h 539501"/>
                <a:gd name="connsiteX189" fmla="*/ 112735 w 163905"/>
                <a:gd name="connsiteY189" fmla="*/ 327097 h 539501"/>
                <a:gd name="connsiteX190" fmla="*/ 113061 w 163905"/>
                <a:gd name="connsiteY190" fmla="*/ 324167 h 539501"/>
                <a:gd name="connsiteX191" fmla="*/ 115293 w 163905"/>
                <a:gd name="connsiteY191" fmla="*/ 324167 h 539501"/>
                <a:gd name="connsiteX192" fmla="*/ 115409 w 163905"/>
                <a:gd name="connsiteY192" fmla="*/ 305577 h 539501"/>
                <a:gd name="connsiteX193" fmla="*/ 115461 w 163905"/>
                <a:gd name="connsiteY193" fmla="*/ 296946 h 539501"/>
                <a:gd name="connsiteX194" fmla="*/ 115505 w 163905"/>
                <a:gd name="connsiteY194" fmla="*/ 288623 h 539501"/>
                <a:gd name="connsiteX195" fmla="*/ 115529 w 163905"/>
                <a:gd name="connsiteY195" fmla="*/ 285441 h 539501"/>
                <a:gd name="connsiteX196" fmla="*/ 115546 w 163905"/>
                <a:gd name="connsiteY196" fmla="*/ 280998 h 539501"/>
                <a:gd name="connsiteX197" fmla="*/ 115561 w 163905"/>
                <a:gd name="connsiteY197" fmla="*/ 278440 h 539501"/>
                <a:gd name="connsiteX198" fmla="*/ 115293 w 163905"/>
                <a:gd name="connsiteY198" fmla="*/ 276542 h 539501"/>
                <a:gd name="connsiteX199" fmla="*/ 113061 w 163905"/>
                <a:gd name="connsiteY199" fmla="*/ 275798 h 539501"/>
                <a:gd name="connsiteX200" fmla="*/ 112843 w 163905"/>
                <a:gd name="connsiteY200" fmla="*/ 272632 h 539501"/>
                <a:gd name="connsiteX201" fmla="*/ 112864 w 163905"/>
                <a:gd name="connsiteY201" fmla="*/ 270707 h 539501"/>
                <a:gd name="connsiteX202" fmla="*/ 112921 w 163905"/>
                <a:gd name="connsiteY202" fmla="*/ 268682 h 539501"/>
                <a:gd name="connsiteX203" fmla="*/ 112952 w 163905"/>
                <a:gd name="connsiteY203" fmla="*/ 266649 h 539501"/>
                <a:gd name="connsiteX204" fmla="*/ 113061 w 163905"/>
                <a:gd name="connsiteY204" fmla="*/ 261659 h 539501"/>
                <a:gd name="connsiteX205" fmla="*/ 110828 w 163905"/>
                <a:gd name="connsiteY205" fmla="*/ 261659 h 539501"/>
                <a:gd name="connsiteX206" fmla="*/ 110084 w 163905"/>
                <a:gd name="connsiteY206" fmla="*/ 251241 h 539501"/>
                <a:gd name="connsiteX207" fmla="*/ 107852 w 163905"/>
                <a:gd name="connsiteY207" fmla="*/ 251241 h 539501"/>
                <a:gd name="connsiteX208" fmla="*/ 107107 w 163905"/>
                <a:gd name="connsiteY208" fmla="*/ 242312 h 539501"/>
                <a:gd name="connsiteX209" fmla="*/ 104875 w 163905"/>
                <a:gd name="connsiteY209" fmla="*/ 242312 h 539501"/>
                <a:gd name="connsiteX210" fmla="*/ 104765 w 163905"/>
                <a:gd name="connsiteY210" fmla="*/ 240873 h 539501"/>
                <a:gd name="connsiteX211" fmla="*/ 104596 w 163905"/>
                <a:gd name="connsiteY211" fmla="*/ 239010 h 539501"/>
                <a:gd name="connsiteX212" fmla="*/ 104439 w 163905"/>
                <a:gd name="connsiteY212" fmla="*/ 237152 h 539501"/>
                <a:gd name="connsiteX213" fmla="*/ 104131 w 163905"/>
                <a:gd name="connsiteY213" fmla="*/ 235614 h 539501"/>
                <a:gd name="connsiteX214" fmla="*/ 102643 w 163905"/>
                <a:gd name="connsiteY214" fmla="*/ 234870 h 539501"/>
                <a:gd name="connsiteX215" fmla="*/ 102227 w 163905"/>
                <a:gd name="connsiteY215" fmla="*/ 230266 h 539501"/>
                <a:gd name="connsiteX216" fmla="*/ 101898 w 163905"/>
                <a:gd name="connsiteY216" fmla="*/ 228917 h 539501"/>
                <a:gd name="connsiteX217" fmla="*/ 99666 w 163905"/>
                <a:gd name="connsiteY217" fmla="*/ 228173 h 539501"/>
                <a:gd name="connsiteX218" fmla="*/ 98922 w 163905"/>
                <a:gd name="connsiteY218" fmla="*/ 222964 h 539501"/>
                <a:gd name="connsiteX219" fmla="*/ 96689 w 163905"/>
                <a:gd name="connsiteY219" fmla="*/ 220732 h 539501"/>
                <a:gd name="connsiteX220" fmla="*/ 95945 w 163905"/>
                <a:gd name="connsiteY220" fmla="*/ 216267 h 539501"/>
                <a:gd name="connsiteX221" fmla="*/ 94457 w 163905"/>
                <a:gd name="connsiteY221" fmla="*/ 216267 h 539501"/>
                <a:gd name="connsiteX222" fmla="*/ 92969 w 163905"/>
                <a:gd name="connsiteY222" fmla="*/ 211802 h 539501"/>
                <a:gd name="connsiteX223" fmla="*/ 91480 w 163905"/>
                <a:gd name="connsiteY223" fmla="*/ 211058 h 539501"/>
                <a:gd name="connsiteX224" fmla="*/ 89992 w 163905"/>
                <a:gd name="connsiteY224" fmla="*/ 207337 h 539501"/>
                <a:gd name="connsiteX225" fmla="*/ 88504 w 163905"/>
                <a:gd name="connsiteY225" fmla="*/ 206593 h 539501"/>
                <a:gd name="connsiteX226" fmla="*/ 87760 w 163905"/>
                <a:gd name="connsiteY226" fmla="*/ 202128 h 539501"/>
                <a:gd name="connsiteX227" fmla="*/ 86271 w 163905"/>
                <a:gd name="connsiteY227" fmla="*/ 201384 h 539501"/>
                <a:gd name="connsiteX228" fmla="*/ 85946 w 163905"/>
                <a:gd name="connsiteY228" fmla="*/ 199896 h 539501"/>
                <a:gd name="connsiteX229" fmla="*/ 85527 w 163905"/>
                <a:gd name="connsiteY229" fmla="*/ 198407 h 539501"/>
                <a:gd name="connsiteX230" fmla="*/ 83295 w 163905"/>
                <a:gd name="connsiteY230" fmla="*/ 197663 h 539501"/>
                <a:gd name="connsiteX231" fmla="*/ 83155 w 163905"/>
                <a:gd name="connsiteY231" fmla="*/ 193896 h 539501"/>
                <a:gd name="connsiteX232" fmla="*/ 83216 w 163905"/>
                <a:gd name="connsiteY232" fmla="*/ 191823 h 539501"/>
                <a:gd name="connsiteX233" fmla="*/ 83295 w 163905"/>
                <a:gd name="connsiteY233" fmla="*/ 190222 h 539501"/>
                <a:gd name="connsiteX234" fmla="*/ 84783 w 163905"/>
                <a:gd name="connsiteY234" fmla="*/ 190222 h 539501"/>
                <a:gd name="connsiteX235" fmla="*/ 85990 w 163905"/>
                <a:gd name="connsiteY235" fmla="*/ 181778 h 539501"/>
                <a:gd name="connsiteX236" fmla="*/ 86271 w 163905"/>
                <a:gd name="connsiteY236" fmla="*/ 179804 h 539501"/>
                <a:gd name="connsiteX237" fmla="*/ 87760 w 163905"/>
                <a:gd name="connsiteY237" fmla="*/ 179060 h 539501"/>
                <a:gd name="connsiteX238" fmla="*/ 88225 w 163905"/>
                <a:gd name="connsiteY238" fmla="*/ 173060 h 539501"/>
                <a:gd name="connsiteX239" fmla="*/ 88312 w 163905"/>
                <a:gd name="connsiteY239" fmla="*/ 171349 h 539501"/>
                <a:gd name="connsiteX240" fmla="*/ 88504 w 163905"/>
                <a:gd name="connsiteY240" fmla="*/ 167153 h 539501"/>
                <a:gd name="connsiteX241" fmla="*/ 90736 w 163905"/>
                <a:gd name="connsiteY241" fmla="*/ 167898 h 539501"/>
                <a:gd name="connsiteX242" fmla="*/ 90821 w 163905"/>
                <a:gd name="connsiteY242" fmla="*/ 165157 h 539501"/>
                <a:gd name="connsiteX243" fmla="*/ 90969 w 163905"/>
                <a:gd name="connsiteY243" fmla="*/ 161619 h 539501"/>
                <a:gd name="connsiteX244" fmla="*/ 91020 w 163905"/>
                <a:gd name="connsiteY244" fmla="*/ 159809 h 539501"/>
                <a:gd name="connsiteX245" fmla="*/ 91480 w 163905"/>
                <a:gd name="connsiteY245" fmla="*/ 155247 h 539501"/>
                <a:gd name="connsiteX246" fmla="*/ 93713 w 163905"/>
                <a:gd name="connsiteY246" fmla="*/ 154503 h 539501"/>
                <a:gd name="connsiteX247" fmla="*/ 94131 w 163905"/>
                <a:gd name="connsiteY247" fmla="*/ 148550 h 539501"/>
                <a:gd name="connsiteX248" fmla="*/ 94457 w 163905"/>
                <a:gd name="connsiteY248" fmla="*/ 142597 h 539501"/>
                <a:gd name="connsiteX249" fmla="*/ 95945 w 163905"/>
                <a:gd name="connsiteY249" fmla="*/ 141853 h 539501"/>
                <a:gd name="connsiteX250" fmla="*/ 96301 w 163905"/>
                <a:gd name="connsiteY250" fmla="*/ 134687 h 539501"/>
                <a:gd name="connsiteX251" fmla="*/ 96689 w 163905"/>
                <a:gd name="connsiteY251" fmla="*/ 130691 h 539501"/>
                <a:gd name="connsiteX252" fmla="*/ 98922 w 163905"/>
                <a:gd name="connsiteY252" fmla="*/ 129946 h 539501"/>
                <a:gd name="connsiteX253" fmla="*/ 99433 w 163905"/>
                <a:gd name="connsiteY253" fmla="*/ 123947 h 539501"/>
                <a:gd name="connsiteX254" fmla="*/ 99511 w 163905"/>
                <a:gd name="connsiteY254" fmla="*/ 122236 h 539501"/>
                <a:gd name="connsiteX255" fmla="*/ 99666 w 163905"/>
                <a:gd name="connsiteY255" fmla="*/ 118040 h 539501"/>
                <a:gd name="connsiteX256" fmla="*/ 101898 w 163905"/>
                <a:gd name="connsiteY256" fmla="*/ 118040 h 539501"/>
                <a:gd name="connsiteX257" fmla="*/ 102009 w 163905"/>
                <a:gd name="connsiteY257" fmla="*/ 115136 h 539501"/>
                <a:gd name="connsiteX258" fmla="*/ 102177 w 163905"/>
                <a:gd name="connsiteY258" fmla="*/ 111389 h 539501"/>
                <a:gd name="connsiteX259" fmla="*/ 102247 w 163905"/>
                <a:gd name="connsiteY259" fmla="*/ 109472 h 539501"/>
                <a:gd name="connsiteX260" fmla="*/ 102334 w 163905"/>
                <a:gd name="connsiteY260" fmla="*/ 107648 h 539501"/>
                <a:gd name="connsiteX261" fmla="*/ 102405 w 163905"/>
                <a:gd name="connsiteY261" fmla="*/ 105960 h 539501"/>
                <a:gd name="connsiteX262" fmla="*/ 102643 w 163905"/>
                <a:gd name="connsiteY262" fmla="*/ 104646 h 539501"/>
                <a:gd name="connsiteX263" fmla="*/ 104131 w 163905"/>
                <a:gd name="connsiteY263" fmla="*/ 103902 h 539501"/>
                <a:gd name="connsiteX264" fmla="*/ 104439 w 163905"/>
                <a:gd name="connsiteY264" fmla="*/ 100899 h 539501"/>
                <a:gd name="connsiteX265" fmla="*/ 104526 w 163905"/>
                <a:gd name="connsiteY265" fmla="*/ 99075 h 539501"/>
                <a:gd name="connsiteX266" fmla="*/ 104596 w 163905"/>
                <a:gd name="connsiteY266" fmla="*/ 97158 h 539501"/>
                <a:gd name="connsiteX267" fmla="*/ 104683 w 163905"/>
                <a:gd name="connsiteY267" fmla="*/ 95232 h 539501"/>
                <a:gd name="connsiteX268" fmla="*/ 104875 w 163905"/>
                <a:gd name="connsiteY268" fmla="*/ 90507 h 539501"/>
                <a:gd name="connsiteX269" fmla="*/ 107107 w 163905"/>
                <a:gd name="connsiteY269" fmla="*/ 90507 h 539501"/>
                <a:gd name="connsiteX270" fmla="*/ 107192 w 163905"/>
                <a:gd name="connsiteY270" fmla="*/ 87792 h 539501"/>
                <a:gd name="connsiteX271" fmla="*/ 107340 w 163905"/>
                <a:gd name="connsiteY271" fmla="*/ 84275 h 539501"/>
                <a:gd name="connsiteX272" fmla="*/ 107391 w 163905"/>
                <a:gd name="connsiteY272" fmla="*/ 82484 h 539501"/>
                <a:gd name="connsiteX273" fmla="*/ 107852 w 163905"/>
                <a:gd name="connsiteY273" fmla="*/ 77857 h 539501"/>
                <a:gd name="connsiteX274" fmla="*/ 110084 w 163905"/>
                <a:gd name="connsiteY274" fmla="*/ 76368 h 539501"/>
                <a:gd name="connsiteX275" fmla="*/ 110084 w 163905"/>
                <a:gd name="connsiteY275" fmla="*/ 74880 h 539501"/>
                <a:gd name="connsiteX276" fmla="*/ 108596 w 163905"/>
                <a:gd name="connsiteY276" fmla="*/ 74136 h 539501"/>
                <a:gd name="connsiteX277" fmla="*/ 108596 w 163905"/>
                <a:gd name="connsiteY277" fmla="*/ 75624 h 539501"/>
                <a:gd name="connsiteX278" fmla="*/ 69900 w 163905"/>
                <a:gd name="connsiteY278" fmla="*/ 75624 h 539501"/>
                <a:gd name="connsiteX279" fmla="*/ 69156 w 163905"/>
                <a:gd name="connsiteY279" fmla="*/ 539968 h 539501"/>
                <a:gd name="connsiteX280" fmla="*/ 14834 w 163905"/>
                <a:gd name="connsiteY280" fmla="*/ 539968 h 539501"/>
                <a:gd name="connsiteX281" fmla="*/ 14817 w 163905"/>
                <a:gd name="connsiteY281" fmla="*/ 506133 h 539501"/>
                <a:gd name="connsiteX282" fmla="*/ 14817 w 163905"/>
                <a:gd name="connsiteY282" fmla="*/ 504349 h 539501"/>
                <a:gd name="connsiteX283" fmla="*/ 14771 w 163905"/>
                <a:gd name="connsiteY283" fmla="*/ 387462 h 539501"/>
                <a:gd name="connsiteX284" fmla="*/ 14770 w 163905"/>
                <a:gd name="connsiteY284" fmla="*/ 385183 h 539501"/>
                <a:gd name="connsiteX285" fmla="*/ 14758 w 163905"/>
                <a:gd name="connsiteY285" fmla="*/ 336169 h 539501"/>
                <a:gd name="connsiteX286" fmla="*/ 14752 w 163905"/>
                <a:gd name="connsiteY286" fmla="*/ 312134 h 539501"/>
                <a:gd name="connsiteX287" fmla="*/ 14752 w 163905"/>
                <a:gd name="connsiteY287" fmla="*/ 309718 h 539501"/>
                <a:gd name="connsiteX288" fmla="*/ 14720 w 163905"/>
                <a:gd name="connsiteY288" fmla="*/ 232130 h 539501"/>
                <a:gd name="connsiteX289" fmla="*/ 14694 w 163905"/>
                <a:gd name="connsiteY289" fmla="*/ 152428 h 539501"/>
                <a:gd name="connsiteX290" fmla="*/ 14693 w 163905"/>
                <a:gd name="connsiteY290" fmla="*/ 141182 h 539501"/>
                <a:gd name="connsiteX291" fmla="*/ 14692 w 163905"/>
                <a:gd name="connsiteY291" fmla="*/ 138946 h 539501"/>
                <a:gd name="connsiteX292" fmla="*/ 14675 w 163905"/>
                <a:gd name="connsiteY292" fmla="*/ 103253 h 539501"/>
                <a:gd name="connsiteX293" fmla="*/ 14665 w 163905"/>
                <a:gd name="connsiteY293" fmla="*/ 67406 h 539501"/>
                <a:gd name="connsiteX294" fmla="*/ 14654 w 163905"/>
                <a:gd name="connsiteY294" fmla="*/ 46085 h 539501"/>
                <a:gd name="connsiteX295" fmla="*/ 14653 w 163905"/>
                <a:gd name="connsiteY295" fmla="*/ 31864 h 539501"/>
                <a:gd name="connsiteX296" fmla="*/ 14648 w 163905"/>
                <a:gd name="connsiteY296" fmla="*/ 23747 h 539501"/>
                <a:gd name="connsiteX297" fmla="*/ 14651 w 163905"/>
                <a:gd name="connsiteY297" fmla="*/ 15026 h 539501"/>
                <a:gd name="connsiteX298" fmla="*/ 14639 w 163905"/>
                <a:gd name="connsiteY298" fmla="*/ 12450 h 539501"/>
                <a:gd name="connsiteX299" fmla="*/ 14649 w 163905"/>
                <a:gd name="connsiteY299" fmla="*/ 10118 h 539501"/>
                <a:gd name="connsiteX300" fmla="*/ 14648 w 163905"/>
                <a:gd name="connsiteY300" fmla="*/ 8101 h 539501"/>
                <a:gd name="connsiteX301" fmla="*/ 16322 w 163905"/>
                <a:gd name="connsiteY301" fmla="*/ 4187 h 539501"/>
                <a:gd name="connsiteX302" fmla="*/ 21016 w 163905"/>
                <a:gd name="connsiteY302" fmla="*/ 3910 h 539501"/>
                <a:gd name="connsiteX303" fmla="*/ 22492 w 163905"/>
                <a:gd name="connsiteY303" fmla="*/ 3901 h 539501"/>
                <a:gd name="connsiteX304" fmla="*/ 27409 w 163905"/>
                <a:gd name="connsiteY304" fmla="*/ 3912 h 539501"/>
                <a:gd name="connsiteX305" fmla="*/ 30925 w 163905"/>
                <a:gd name="connsiteY305" fmla="*/ 3904 h 539501"/>
                <a:gd name="connsiteX306" fmla="*/ 38507 w 163905"/>
                <a:gd name="connsiteY306" fmla="*/ 3904 h 539501"/>
                <a:gd name="connsiteX307" fmla="*/ 50483 w 163905"/>
                <a:gd name="connsiteY307" fmla="*/ 3891 h 539501"/>
                <a:gd name="connsiteX308" fmla="*/ 80228 w 163905"/>
                <a:gd name="connsiteY308" fmla="*/ 3862 h 539501"/>
                <a:gd name="connsiteX309" fmla="*/ 103344 w 163905"/>
                <a:gd name="connsiteY309" fmla="*/ 3832 h 539501"/>
                <a:gd name="connsiteX310" fmla="*/ 115262 w 163905"/>
                <a:gd name="connsiteY310" fmla="*/ 3833 h 539501"/>
                <a:gd name="connsiteX311" fmla="*/ 122659 w 163905"/>
                <a:gd name="connsiteY311" fmla="*/ 3818 h 539501"/>
                <a:gd name="connsiteX312" fmla="*/ 126104 w 163905"/>
                <a:gd name="connsiteY312" fmla="*/ 3825 h 539501"/>
                <a:gd name="connsiteX313" fmla="*/ 130785 w 163905"/>
                <a:gd name="connsiteY313" fmla="*/ 3814 h 539501"/>
                <a:gd name="connsiteX314" fmla="*/ 133438 w 163905"/>
                <a:gd name="connsiteY314" fmla="*/ 3814 h 539501"/>
                <a:gd name="connsiteX315" fmla="*/ 135385 w 163905"/>
                <a:gd name="connsiteY315" fmla="*/ 3443 h 539501"/>
                <a:gd name="connsiteX316" fmla="*/ 136129 w 163905"/>
                <a:gd name="connsiteY316" fmla="*/ 466 h 53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163905" h="539501">
                  <a:moveTo>
                    <a:pt x="136129" y="466"/>
                  </a:moveTo>
                  <a:cubicBezTo>
                    <a:pt x="137111" y="466"/>
                    <a:pt x="138093" y="466"/>
                    <a:pt x="139105" y="466"/>
                  </a:cubicBezTo>
                  <a:cubicBezTo>
                    <a:pt x="139105" y="1448"/>
                    <a:pt x="139105" y="2431"/>
                    <a:pt x="139105" y="3443"/>
                  </a:cubicBezTo>
                  <a:cubicBezTo>
                    <a:pt x="139950" y="3519"/>
                    <a:pt x="140794" y="3596"/>
                    <a:pt x="141663" y="3675"/>
                  </a:cubicBezTo>
                  <a:cubicBezTo>
                    <a:pt x="142976" y="3928"/>
                    <a:pt x="142976" y="3928"/>
                    <a:pt x="144314" y="4187"/>
                  </a:cubicBezTo>
                  <a:cubicBezTo>
                    <a:pt x="144560" y="4923"/>
                    <a:pt x="144806" y="5660"/>
                    <a:pt x="145059" y="6419"/>
                  </a:cubicBezTo>
                  <a:cubicBezTo>
                    <a:pt x="145688" y="6527"/>
                    <a:pt x="146317" y="6634"/>
                    <a:pt x="146965" y="6745"/>
                  </a:cubicBezTo>
                  <a:cubicBezTo>
                    <a:pt x="147863" y="6952"/>
                    <a:pt x="147863" y="6952"/>
                    <a:pt x="148779" y="7163"/>
                  </a:cubicBezTo>
                  <a:cubicBezTo>
                    <a:pt x="148779" y="8146"/>
                    <a:pt x="148779" y="9128"/>
                    <a:pt x="148779" y="10140"/>
                  </a:cubicBezTo>
                  <a:cubicBezTo>
                    <a:pt x="150498" y="10385"/>
                    <a:pt x="152217" y="10631"/>
                    <a:pt x="153988" y="10884"/>
                  </a:cubicBezTo>
                  <a:cubicBezTo>
                    <a:pt x="153988" y="11866"/>
                    <a:pt x="153988" y="12848"/>
                    <a:pt x="153988" y="13861"/>
                  </a:cubicBezTo>
                  <a:cubicBezTo>
                    <a:pt x="154710" y="13937"/>
                    <a:pt x="155431" y="14014"/>
                    <a:pt x="156174" y="14093"/>
                  </a:cubicBezTo>
                  <a:cubicBezTo>
                    <a:pt x="156926" y="14262"/>
                    <a:pt x="157678" y="14431"/>
                    <a:pt x="158453" y="14605"/>
                  </a:cubicBezTo>
                  <a:cubicBezTo>
                    <a:pt x="158699" y="15341"/>
                    <a:pt x="158944" y="16078"/>
                    <a:pt x="159197" y="16837"/>
                  </a:cubicBezTo>
                  <a:cubicBezTo>
                    <a:pt x="159919" y="16945"/>
                    <a:pt x="160640" y="17052"/>
                    <a:pt x="161383" y="17163"/>
                  </a:cubicBezTo>
                  <a:cubicBezTo>
                    <a:pt x="162135" y="17301"/>
                    <a:pt x="162887" y="17439"/>
                    <a:pt x="163662" y="17581"/>
                  </a:cubicBezTo>
                  <a:cubicBezTo>
                    <a:pt x="164499" y="19070"/>
                    <a:pt x="164499" y="19070"/>
                    <a:pt x="165150" y="20558"/>
                  </a:cubicBezTo>
                  <a:cubicBezTo>
                    <a:pt x="166137" y="20827"/>
                    <a:pt x="167129" y="21077"/>
                    <a:pt x="168127" y="21302"/>
                  </a:cubicBezTo>
                  <a:cubicBezTo>
                    <a:pt x="168373" y="22039"/>
                    <a:pt x="168618" y="22775"/>
                    <a:pt x="168871" y="23534"/>
                  </a:cubicBezTo>
                  <a:cubicBezTo>
                    <a:pt x="170107" y="24041"/>
                    <a:pt x="171347" y="24537"/>
                    <a:pt x="172592" y="25023"/>
                  </a:cubicBezTo>
                  <a:cubicBezTo>
                    <a:pt x="173083" y="25759"/>
                    <a:pt x="173574" y="26496"/>
                    <a:pt x="174080" y="27255"/>
                  </a:cubicBezTo>
                  <a:cubicBezTo>
                    <a:pt x="174709" y="27470"/>
                    <a:pt x="175339" y="27685"/>
                    <a:pt x="175987" y="27906"/>
                  </a:cubicBezTo>
                  <a:cubicBezTo>
                    <a:pt x="176586" y="28182"/>
                    <a:pt x="177184" y="28459"/>
                    <a:pt x="177801" y="28743"/>
                  </a:cubicBezTo>
                  <a:cubicBezTo>
                    <a:pt x="178405" y="30697"/>
                    <a:pt x="178405" y="30697"/>
                    <a:pt x="178545" y="32464"/>
                  </a:cubicBezTo>
                  <a:cubicBezTo>
                    <a:pt x="178054" y="32464"/>
                    <a:pt x="177563" y="32464"/>
                    <a:pt x="177057" y="32464"/>
                  </a:cubicBezTo>
                  <a:cubicBezTo>
                    <a:pt x="176811" y="36639"/>
                    <a:pt x="176566" y="40813"/>
                    <a:pt x="176313" y="45114"/>
                  </a:cubicBezTo>
                  <a:cubicBezTo>
                    <a:pt x="175576" y="45114"/>
                    <a:pt x="174839" y="45114"/>
                    <a:pt x="174080" y="45114"/>
                  </a:cubicBezTo>
                  <a:cubicBezTo>
                    <a:pt x="173835" y="48798"/>
                    <a:pt x="173589" y="52481"/>
                    <a:pt x="173336" y="56277"/>
                  </a:cubicBezTo>
                  <a:cubicBezTo>
                    <a:pt x="172599" y="56277"/>
                    <a:pt x="171863" y="56277"/>
                    <a:pt x="171104" y="56277"/>
                  </a:cubicBezTo>
                  <a:cubicBezTo>
                    <a:pt x="170858" y="59960"/>
                    <a:pt x="170612" y="63644"/>
                    <a:pt x="170359" y="67439"/>
                  </a:cubicBezTo>
                  <a:cubicBezTo>
                    <a:pt x="169623" y="67439"/>
                    <a:pt x="168886" y="67439"/>
                    <a:pt x="168127" y="67439"/>
                  </a:cubicBezTo>
                  <a:cubicBezTo>
                    <a:pt x="168153" y="68182"/>
                    <a:pt x="168179" y="68925"/>
                    <a:pt x="168205" y="69691"/>
                  </a:cubicBezTo>
                  <a:cubicBezTo>
                    <a:pt x="168226" y="70652"/>
                    <a:pt x="168246" y="71612"/>
                    <a:pt x="168266" y="72601"/>
                  </a:cubicBezTo>
                  <a:cubicBezTo>
                    <a:pt x="168292" y="73559"/>
                    <a:pt x="168318" y="74518"/>
                    <a:pt x="168345" y="75505"/>
                  </a:cubicBezTo>
                  <a:cubicBezTo>
                    <a:pt x="168273" y="76281"/>
                    <a:pt x="168201" y="77057"/>
                    <a:pt x="168127" y="77857"/>
                  </a:cubicBezTo>
                  <a:cubicBezTo>
                    <a:pt x="167390" y="78102"/>
                    <a:pt x="166654" y="78348"/>
                    <a:pt x="165895" y="78601"/>
                  </a:cubicBezTo>
                  <a:cubicBezTo>
                    <a:pt x="165454" y="81034"/>
                    <a:pt x="165454" y="81034"/>
                    <a:pt x="165383" y="83856"/>
                  </a:cubicBezTo>
                  <a:cubicBezTo>
                    <a:pt x="165310" y="85297"/>
                    <a:pt x="165310" y="85297"/>
                    <a:pt x="165235" y="86766"/>
                  </a:cubicBezTo>
                  <a:cubicBezTo>
                    <a:pt x="165207" y="87509"/>
                    <a:pt x="165179" y="88253"/>
                    <a:pt x="165150" y="89019"/>
                  </a:cubicBezTo>
                  <a:cubicBezTo>
                    <a:pt x="164659" y="89019"/>
                    <a:pt x="164168" y="89019"/>
                    <a:pt x="163662" y="89019"/>
                  </a:cubicBezTo>
                  <a:cubicBezTo>
                    <a:pt x="162438" y="91466"/>
                    <a:pt x="162621" y="94178"/>
                    <a:pt x="162456" y="96882"/>
                  </a:cubicBezTo>
                  <a:cubicBezTo>
                    <a:pt x="162363" y="97479"/>
                    <a:pt x="162270" y="98077"/>
                    <a:pt x="162174" y="98693"/>
                  </a:cubicBezTo>
                  <a:cubicBezTo>
                    <a:pt x="161683" y="98938"/>
                    <a:pt x="161192" y="99184"/>
                    <a:pt x="160686" y="99437"/>
                  </a:cubicBezTo>
                  <a:cubicBezTo>
                    <a:pt x="160336" y="101874"/>
                    <a:pt x="160336" y="101874"/>
                    <a:pt x="160220" y="104692"/>
                  </a:cubicBezTo>
                  <a:cubicBezTo>
                    <a:pt x="160165" y="105652"/>
                    <a:pt x="160109" y="106613"/>
                    <a:pt x="160052" y="107602"/>
                  </a:cubicBezTo>
                  <a:cubicBezTo>
                    <a:pt x="159997" y="108717"/>
                    <a:pt x="159997" y="108717"/>
                    <a:pt x="159941" y="109855"/>
                  </a:cubicBezTo>
                  <a:cubicBezTo>
                    <a:pt x="159205" y="109855"/>
                    <a:pt x="158468" y="109855"/>
                    <a:pt x="157709" y="109855"/>
                  </a:cubicBezTo>
                  <a:cubicBezTo>
                    <a:pt x="157463" y="113293"/>
                    <a:pt x="157218" y="116731"/>
                    <a:pt x="156965" y="120273"/>
                  </a:cubicBezTo>
                  <a:cubicBezTo>
                    <a:pt x="156228" y="120273"/>
                    <a:pt x="155491" y="120273"/>
                    <a:pt x="154732" y="120273"/>
                  </a:cubicBezTo>
                  <a:cubicBezTo>
                    <a:pt x="154678" y="121388"/>
                    <a:pt x="154678" y="121388"/>
                    <a:pt x="154622" y="122525"/>
                  </a:cubicBezTo>
                  <a:cubicBezTo>
                    <a:pt x="154566" y="123486"/>
                    <a:pt x="154511" y="124446"/>
                    <a:pt x="154453" y="125435"/>
                  </a:cubicBezTo>
                  <a:cubicBezTo>
                    <a:pt x="154402" y="126393"/>
                    <a:pt x="154350" y="127352"/>
                    <a:pt x="154296" y="128339"/>
                  </a:cubicBezTo>
                  <a:cubicBezTo>
                    <a:pt x="154195" y="129115"/>
                    <a:pt x="154093" y="129891"/>
                    <a:pt x="153988" y="130691"/>
                  </a:cubicBezTo>
                  <a:cubicBezTo>
                    <a:pt x="153497" y="130936"/>
                    <a:pt x="153006" y="131182"/>
                    <a:pt x="152500" y="131435"/>
                  </a:cubicBezTo>
                  <a:cubicBezTo>
                    <a:pt x="152234" y="133721"/>
                    <a:pt x="152169" y="135992"/>
                    <a:pt x="152084" y="138292"/>
                  </a:cubicBezTo>
                  <a:cubicBezTo>
                    <a:pt x="151922" y="139318"/>
                    <a:pt x="151922" y="139318"/>
                    <a:pt x="151756" y="140364"/>
                  </a:cubicBezTo>
                  <a:cubicBezTo>
                    <a:pt x="151019" y="140856"/>
                    <a:pt x="150282" y="141347"/>
                    <a:pt x="149523" y="141853"/>
                  </a:cubicBezTo>
                  <a:cubicBezTo>
                    <a:pt x="149087" y="144172"/>
                    <a:pt x="149087" y="144172"/>
                    <a:pt x="149012" y="146783"/>
                  </a:cubicBezTo>
                  <a:cubicBezTo>
                    <a:pt x="148938" y="148109"/>
                    <a:pt x="148938" y="148109"/>
                    <a:pt x="148864" y="149463"/>
                  </a:cubicBezTo>
                  <a:cubicBezTo>
                    <a:pt x="148836" y="150144"/>
                    <a:pt x="148808" y="150825"/>
                    <a:pt x="148779" y="151527"/>
                  </a:cubicBezTo>
                  <a:cubicBezTo>
                    <a:pt x="148288" y="151527"/>
                    <a:pt x="147797" y="151527"/>
                    <a:pt x="147291" y="151527"/>
                  </a:cubicBezTo>
                  <a:cubicBezTo>
                    <a:pt x="146067" y="153974"/>
                    <a:pt x="146250" y="156686"/>
                    <a:pt x="146085" y="159389"/>
                  </a:cubicBezTo>
                  <a:cubicBezTo>
                    <a:pt x="145992" y="159987"/>
                    <a:pt x="145899" y="160585"/>
                    <a:pt x="145803" y="161200"/>
                  </a:cubicBezTo>
                  <a:cubicBezTo>
                    <a:pt x="145312" y="161446"/>
                    <a:pt x="144820" y="161691"/>
                    <a:pt x="144314" y="161944"/>
                  </a:cubicBezTo>
                  <a:cubicBezTo>
                    <a:pt x="144049" y="164449"/>
                    <a:pt x="143984" y="166939"/>
                    <a:pt x="143899" y="169456"/>
                  </a:cubicBezTo>
                  <a:cubicBezTo>
                    <a:pt x="143790" y="170169"/>
                    <a:pt x="143682" y="170883"/>
                    <a:pt x="143570" y="171618"/>
                  </a:cubicBezTo>
                  <a:cubicBezTo>
                    <a:pt x="142834" y="171864"/>
                    <a:pt x="142097" y="172109"/>
                    <a:pt x="141338" y="172362"/>
                  </a:cubicBezTo>
                  <a:cubicBezTo>
                    <a:pt x="140898" y="174624"/>
                    <a:pt x="140898" y="174624"/>
                    <a:pt x="140826" y="177246"/>
                  </a:cubicBezTo>
                  <a:cubicBezTo>
                    <a:pt x="140753" y="178583"/>
                    <a:pt x="140753" y="178583"/>
                    <a:pt x="140678" y="179946"/>
                  </a:cubicBezTo>
                  <a:cubicBezTo>
                    <a:pt x="140636" y="180981"/>
                    <a:pt x="140636" y="180981"/>
                    <a:pt x="140594" y="182036"/>
                  </a:cubicBezTo>
                  <a:cubicBezTo>
                    <a:pt x="139857" y="182036"/>
                    <a:pt x="139120" y="182036"/>
                    <a:pt x="138361" y="182036"/>
                  </a:cubicBezTo>
                  <a:cubicBezTo>
                    <a:pt x="138301" y="183105"/>
                    <a:pt x="138258" y="184175"/>
                    <a:pt x="138222" y="185245"/>
                  </a:cubicBezTo>
                  <a:cubicBezTo>
                    <a:pt x="138196" y="185841"/>
                    <a:pt x="138170" y="186437"/>
                    <a:pt x="138143" y="187051"/>
                  </a:cubicBezTo>
                  <a:cubicBezTo>
                    <a:pt x="138411" y="189120"/>
                    <a:pt x="139055" y="189625"/>
                    <a:pt x="140594" y="190966"/>
                  </a:cubicBezTo>
                  <a:cubicBezTo>
                    <a:pt x="141124" y="192192"/>
                    <a:pt x="141616" y="193435"/>
                    <a:pt x="142082" y="194687"/>
                  </a:cubicBezTo>
                  <a:cubicBezTo>
                    <a:pt x="143331" y="197853"/>
                    <a:pt x="143331" y="197853"/>
                    <a:pt x="145803" y="199896"/>
                  </a:cubicBezTo>
                  <a:cubicBezTo>
                    <a:pt x="146106" y="201623"/>
                    <a:pt x="146357" y="203361"/>
                    <a:pt x="146547" y="205105"/>
                  </a:cubicBezTo>
                  <a:cubicBezTo>
                    <a:pt x="147284" y="205105"/>
                    <a:pt x="148020" y="205105"/>
                    <a:pt x="148779" y="205105"/>
                  </a:cubicBezTo>
                  <a:cubicBezTo>
                    <a:pt x="148856" y="205949"/>
                    <a:pt x="148933" y="206793"/>
                    <a:pt x="149012" y="207663"/>
                  </a:cubicBezTo>
                  <a:cubicBezTo>
                    <a:pt x="149265" y="208975"/>
                    <a:pt x="149265" y="208975"/>
                    <a:pt x="149523" y="210314"/>
                  </a:cubicBezTo>
                  <a:cubicBezTo>
                    <a:pt x="150260" y="210559"/>
                    <a:pt x="150997" y="210805"/>
                    <a:pt x="151756" y="211058"/>
                  </a:cubicBezTo>
                  <a:cubicBezTo>
                    <a:pt x="152074" y="213065"/>
                    <a:pt x="151853" y="214971"/>
                    <a:pt x="151756" y="217011"/>
                  </a:cubicBezTo>
                  <a:cubicBezTo>
                    <a:pt x="152493" y="217011"/>
                    <a:pt x="153229" y="217011"/>
                    <a:pt x="153988" y="217011"/>
                  </a:cubicBezTo>
                  <a:cubicBezTo>
                    <a:pt x="154109" y="218537"/>
                    <a:pt x="154231" y="220063"/>
                    <a:pt x="154352" y="221589"/>
                  </a:cubicBezTo>
                  <a:cubicBezTo>
                    <a:pt x="154477" y="222043"/>
                    <a:pt x="154603" y="222497"/>
                    <a:pt x="154732" y="222964"/>
                  </a:cubicBezTo>
                  <a:cubicBezTo>
                    <a:pt x="155469" y="223210"/>
                    <a:pt x="156206" y="223455"/>
                    <a:pt x="156965" y="223708"/>
                  </a:cubicBezTo>
                  <a:cubicBezTo>
                    <a:pt x="157313" y="225448"/>
                    <a:pt x="157339" y="227123"/>
                    <a:pt x="157407" y="228894"/>
                  </a:cubicBezTo>
                  <a:cubicBezTo>
                    <a:pt x="157506" y="229393"/>
                    <a:pt x="157606" y="229892"/>
                    <a:pt x="157709" y="230405"/>
                  </a:cubicBezTo>
                  <a:cubicBezTo>
                    <a:pt x="158446" y="230651"/>
                    <a:pt x="159182" y="230897"/>
                    <a:pt x="159941" y="231150"/>
                  </a:cubicBezTo>
                  <a:cubicBezTo>
                    <a:pt x="160270" y="232824"/>
                    <a:pt x="160270" y="232824"/>
                    <a:pt x="160360" y="234870"/>
                  </a:cubicBezTo>
                  <a:cubicBezTo>
                    <a:pt x="160423" y="236860"/>
                    <a:pt x="160423" y="236860"/>
                    <a:pt x="160686" y="238591"/>
                  </a:cubicBezTo>
                  <a:cubicBezTo>
                    <a:pt x="161177" y="238837"/>
                    <a:pt x="161668" y="239082"/>
                    <a:pt x="162174" y="239335"/>
                  </a:cubicBezTo>
                  <a:cubicBezTo>
                    <a:pt x="162439" y="241210"/>
                    <a:pt x="162504" y="243066"/>
                    <a:pt x="162590" y="244957"/>
                  </a:cubicBezTo>
                  <a:cubicBezTo>
                    <a:pt x="162733" y="246817"/>
                    <a:pt x="162733" y="246817"/>
                    <a:pt x="164037" y="247776"/>
                  </a:cubicBezTo>
                  <a:cubicBezTo>
                    <a:pt x="166056" y="250012"/>
                    <a:pt x="165505" y="253356"/>
                    <a:pt x="165543" y="256247"/>
                  </a:cubicBezTo>
                  <a:cubicBezTo>
                    <a:pt x="165575" y="257898"/>
                    <a:pt x="165575" y="257898"/>
                    <a:pt x="165895" y="260171"/>
                  </a:cubicBezTo>
                  <a:cubicBezTo>
                    <a:pt x="166631" y="260417"/>
                    <a:pt x="167368" y="260662"/>
                    <a:pt x="168127" y="260915"/>
                  </a:cubicBezTo>
                  <a:cubicBezTo>
                    <a:pt x="168425" y="262354"/>
                    <a:pt x="168425" y="262354"/>
                    <a:pt x="168455" y="264217"/>
                  </a:cubicBezTo>
                  <a:cubicBezTo>
                    <a:pt x="168475" y="264883"/>
                    <a:pt x="168495" y="265549"/>
                    <a:pt x="168515" y="266235"/>
                  </a:cubicBezTo>
                  <a:cubicBezTo>
                    <a:pt x="168525" y="266935"/>
                    <a:pt x="168535" y="267635"/>
                    <a:pt x="168546" y="268357"/>
                  </a:cubicBezTo>
                  <a:cubicBezTo>
                    <a:pt x="168571" y="269736"/>
                    <a:pt x="168603" y="271116"/>
                    <a:pt x="168641" y="272496"/>
                  </a:cubicBezTo>
                  <a:cubicBezTo>
                    <a:pt x="168655" y="273418"/>
                    <a:pt x="168655" y="273418"/>
                    <a:pt x="168669" y="274359"/>
                  </a:cubicBezTo>
                  <a:cubicBezTo>
                    <a:pt x="168736" y="274834"/>
                    <a:pt x="168802" y="275309"/>
                    <a:pt x="168871" y="275798"/>
                  </a:cubicBezTo>
                  <a:cubicBezTo>
                    <a:pt x="169362" y="276044"/>
                    <a:pt x="169853" y="276289"/>
                    <a:pt x="170359" y="276542"/>
                  </a:cubicBezTo>
                  <a:cubicBezTo>
                    <a:pt x="170502" y="278666"/>
                    <a:pt x="170546" y="280718"/>
                    <a:pt x="170528" y="282843"/>
                  </a:cubicBezTo>
                  <a:cubicBezTo>
                    <a:pt x="170529" y="283503"/>
                    <a:pt x="170529" y="284164"/>
                    <a:pt x="170529" y="284845"/>
                  </a:cubicBezTo>
                  <a:cubicBezTo>
                    <a:pt x="170528" y="287039"/>
                    <a:pt x="170516" y="289233"/>
                    <a:pt x="170505" y="291428"/>
                  </a:cubicBezTo>
                  <a:cubicBezTo>
                    <a:pt x="170502" y="292945"/>
                    <a:pt x="170500" y="294462"/>
                    <a:pt x="170498" y="295979"/>
                  </a:cubicBezTo>
                  <a:cubicBezTo>
                    <a:pt x="170493" y="299981"/>
                    <a:pt x="170478" y="303983"/>
                    <a:pt x="170462" y="307984"/>
                  </a:cubicBezTo>
                  <a:cubicBezTo>
                    <a:pt x="170446" y="312064"/>
                    <a:pt x="170440" y="316144"/>
                    <a:pt x="170432" y="320224"/>
                  </a:cubicBezTo>
                  <a:cubicBezTo>
                    <a:pt x="170416" y="328236"/>
                    <a:pt x="170391" y="336247"/>
                    <a:pt x="170359" y="344259"/>
                  </a:cubicBezTo>
                  <a:cubicBezTo>
                    <a:pt x="169623" y="344259"/>
                    <a:pt x="168886" y="344259"/>
                    <a:pt x="168127" y="344259"/>
                  </a:cubicBezTo>
                  <a:cubicBezTo>
                    <a:pt x="168153" y="345217"/>
                    <a:pt x="168179" y="346176"/>
                    <a:pt x="168205" y="347163"/>
                  </a:cubicBezTo>
                  <a:cubicBezTo>
                    <a:pt x="168226" y="348412"/>
                    <a:pt x="168247" y="349661"/>
                    <a:pt x="168266" y="350910"/>
                  </a:cubicBezTo>
                  <a:cubicBezTo>
                    <a:pt x="168285" y="351542"/>
                    <a:pt x="168304" y="352175"/>
                    <a:pt x="168323" y="352827"/>
                  </a:cubicBezTo>
                  <a:cubicBezTo>
                    <a:pt x="168334" y="353730"/>
                    <a:pt x="168334" y="353730"/>
                    <a:pt x="168345" y="354651"/>
                  </a:cubicBezTo>
                  <a:cubicBezTo>
                    <a:pt x="168357" y="355208"/>
                    <a:pt x="168368" y="355765"/>
                    <a:pt x="168380" y="356339"/>
                  </a:cubicBezTo>
                  <a:cubicBezTo>
                    <a:pt x="168255" y="356990"/>
                    <a:pt x="168255" y="356990"/>
                    <a:pt x="168127" y="357653"/>
                  </a:cubicBezTo>
                  <a:cubicBezTo>
                    <a:pt x="167390" y="357899"/>
                    <a:pt x="166654" y="358145"/>
                    <a:pt x="165895" y="358398"/>
                  </a:cubicBezTo>
                  <a:cubicBezTo>
                    <a:pt x="165456" y="360317"/>
                    <a:pt x="165456" y="360317"/>
                    <a:pt x="165383" y="362537"/>
                  </a:cubicBezTo>
                  <a:cubicBezTo>
                    <a:pt x="165310" y="363666"/>
                    <a:pt x="165310" y="363666"/>
                    <a:pt x="165235" y="364819"/>
                  </a:cubicBezTo>
                  <a:cubicBezTo>
                    <a:pt x="165207" y="365401"/>
                    <a:pt x="165179" y="365983"/>
                    <a:pt x="165150" y="366583"/>
                  </a:cubicBezTo>
                  <a:cubicBezTo>
                    <a:pt x="164659" y="366583"/>
                    <a:pt x="164168" y="366583"/>
                    <a:pt x="163662" y="366583"/>
                  </a:cubicBezTo>
                  <a:cubicBezTo>
                    <a:pt x="163198" y="368079"/>
                    <a:pt x="163198" y="368079"/>
                    <a:pt x="162918" y="369885"/>
                  </a:cubicBezTo>
                  <a:cubicBezTo>
                    <a:pt x="162592" y="371743"/>
                    <a:pt x="162592" y="371743"/>
                    <a:pt x="162174" y="373280"/>
                  </a:cubicBezTo>
                  <a:cubicBezTo>
                    <a:pt x="161683" y="373526"/>
                    <a:pt x="161192" y="373772"/>
                    <a:pt x="160686" y="374025"/>
                  </a:cubicBezTo>
                  <a:cubicBezTo>
                    <a:pt x="160440" y="374761"/>
                    <a:pt x="160194" y="375498"/>
                    <a:pt x="159941" y="376257"/>
                  </a:cubicBezTo>
                  <a:cubicBezTo>
                    <a:pt x="159197" y="378489"/>
                    <a:pt x="159197" y="378489"/>
                    <a:pt x="157709" y="379234"/>
                  </a:cubicBezTo>
                  <a:cubicBezTo>
                    <a:pt x="157463" y="379847"/>
                    <a:pt x="157218" y="380461"/>
                    <a:pt x="156965" y="381094"/>
                  </a:cubicBezTo>
                  <a:cubicBezTo>
                    <a:pt x="156221" y="382954"/>
                    <a:pt x="156221" y="382954"/>
                    <a:pt x="154732" y="383698"/>
                  </a:cubicBezTo>
                  <a:cubicBezTo>
                    <a:pt x="154487" y="384435"/>
                    <a:pt x="154241" y="385172"/>
                    <a:pt x="153988" y="385931"/>
                  </a:cubicBezTo>
                  <a:cubicBezTo>
                    <a:pt x="153252" y="386176"/>
                    <a:pt x="152515" y="386422"/>
                    <a:pt x="151756" y="386675"/>
                  </a:cubicBezTo>
                  <a:cubicBezTo>
                    <a:pt x="151235" y="387655"/>
                    <a:pt x="150738" y="388647"/>
                    <a:pt x="150268" y="389651"/>
                  </a:cubicBezTo>
                  <a:cubicBezTo>
                    <a:pt x="149776" y="389897"/>
                    <a:pt x="149285" y="390143"/>
                    <a:pt x="148779" y="390396"/>
                  </a:cubicBezTo>
                  <a:cubicBezTo>
                    <a:pt x="148580" y="390887"/>
                    <a:pt x="148380" y="391378"/>
                    <a:pt x="148175" y="391884"/>
                  </a:cubicBezTo>
                  <a:cubicBezTo>
                    <a:pt x="147883" y="392375"/>
                    <a:pt x="147591" y="392866"/>
                    <a:pt x="147291" y="393372"/>
                  </a:cubicBezTo>
                  <a:cubicBezTo>
                    <a:pt x="146662" y="393495"/>
                    <a:pt x="146032" y="393618"/>
                    <a:pt x="145384" y="393744"/>
                  </a:cubicBezTo>
                  <a:cubicBezTo>
                    <a:pt x="144786" y="393867"/>
                    <a:pt x="144187" y="393990"/>
                    <a:pt x="143570" y="394116"/>
                  </a:cubicBezTo>
                  <a:cubicBezTo>
                    <a:pt x="143409" y="394830"/>
                    <a:pt x="143409" y="394830"/>
                    <a:pt x="143245" y="395558"/>
                  </a:cubicBezTo>
                  <a:cubicBezTo>
                    <a:pt x="143038" y="396318"/>
                    <a:pt x="143038" y="396318"/>
                    <a:pt x="142826" y="397093"/>
                  </a:cubicBezTo>
                  <a:cubicBezTo>
                    <a:pt x="141354" y="397634"/>
                    <a:pt x="139865" y="398133"/>
                    <a:pt x="138361" y="398581"/>
                  </a:cubicBezTo>
                  <a:cubicBezTo>
                    <a:pt x="138361" y="399072"/>
                    <a:pt x="138361" y="399563"/>
                    <a:pt x="138361" y="400069"/>
                  </a:cubicBezTo>
                  <a:cubicBezTo>
                    <a:pt x="135660" y="400315"/>
                    <a:pt x="132959" y="400561"/>
                    <a:pt x="130176" y="400814"/>
                  </a:cubicBezTo>
                  <a:cubicBezTo>
                    <a:pt x="130176" y="401796"/>
                    <a:pt x="130176" y="402778"/>
                    <a:pt x="130176" y="403790"/>
                  </a:cubicBezTo>
                  <a:cubicBezTo>
                    <a:pt x="129404" y="403806"/>
                    <a:pt x="129404" y="403806"/>
                    <a:pt x="128616" y="403823"/>
                  </a:cubicBezTo>
                  <a:cubicBezTo>
                    <a:pt x="126299" y="403878"/>
                    <a:pt x="123982" y="403950"/>
                    <a:pt x="121665" y="404023"/>
                  </a:cubicBezTo>
                  <a:cubicBezTo>
                    <a:pt x="120450" y="404048"/>
                    <a:pt x="120450" y="404048"/>
                    <a:pt x="119210" y="404074"/>
                  </a:cubicBezTo>
                  <a:cubicBezTo>
                    <a:pt x="118440" y="404100"/>
                    <a:pt x="117670" y="404126"/>
                    <a:pt x="116877" y="404154"/>
                  </a:cubicBezTo>
                  <a:cubicBezTo>
                    <a:pt x="116164" y="404173"/>
                    <a:pt x="115451" y="404192"/>
                    <a:pt x="114716" y="404213"/>
                  </a:cubicBezTo>
                  <a:cubicBezTo>
                    <a:pt x="114170" y="404319"/>
                    <a:pt x="113623" y="404425"/>
                    <a:pt x="113061" y="404534"/>
                  </a:cubicBezTo>
                  <a:cubicBezTo>
                    <a:pt x="112815" y="405271"/>
                    <a:pt x="112569" y="406008"/>
                    <a:pt x="112316" y="406767"/>
                  </a:cubicBezTo>
                  <a:cubicBezTo>
                    <a:pt x="110126" y="407032"/>
                    <a:pt x="110126" y="407032"/>
                    <a:pt x="107224" y="407011"/>
                  </a:cubicBezTo>
                  <a:cubicBezTo>
                    <a:pt x="106714" y="407009"/>
                    <a:pt x="106205" y="407008"/>
                    <a:pt x="105681" y="407007"/>
                  </a:cubicBezTo>
                  <a:cubicBezTo>
                    <a:pt x="104602" y="407002"/>
                    <a:pt x="103524" y="406991"/>
                    <a:pt x="102445" y="406976"/>
                  </a:cubicBezTo>
                  <a:cubicBezTo>
                    <a:pt x="100789" y="406953"/>
                    <a:pt x="99133" y="406946"/>
                    <a:pt x="97477" y="406941"/>
                  </a:cubicBezTo>
                  <a:cubicBezTo>
                    <a:pt x="89370" y="406888"/>
                    <a:pt x="89370" y="406888"/>
                    <a:pt x="88504" y="406023"/>
                  </a:cubicBezTo>
                  <a:cubicBezTo>
                    <a:pt x="88294" y="404103"/>
                    <a:pt x="88170" y="402183"/>
                    <a:pt x="88042" y="400255"/>
                  </a:cubicBezTo>
                  <a:cubicBezTo>
                    <a:pt x="87949" y="399703"/>
                    <a:pt x="87856" y="399150"/>
                    <a:pt x="87760" y="398581"/>
                  </a:cubicBezTo>
                  <a:cubicBezTo>
                    <a:pt x="87269" y="398336"/>
                    <a:pt x="86778" y="398090"/>
                    <a:pt x="86271" y="397837"/>
                  </a:cubicBezTo>
                  <a:cubicBezTo>
                    <a:pt x="86034" y="395635"/>
                    <a:pt x="86034" y="395635"/>
                    <a:pt x="85963" y="392718"/>
                  </a:cubicBezTo>
                  <a:cubicBezTo>
                    <a:pt x="85949" y="392207"/>
                    <a:pt x="85935" y="391696"/>
                    <a:pt x="85920" y="391170"/>
                  </a:cubicBezTo>
                  <a:cubicBezTo>
                    <a:pt x="85875" y="389532"/>
                    <a:pt x="85841" y="387894"/>
                    <a:pt x="85806" y="386256"/>
                  </a:cubicBezTo>
                  <a:cubicBezTo>
                    <a:pt x="85778" y="385148"/>
                    <a:pt x="85749" y="384040"/>
                    <a:pt x="85719" y="382932"/>
                  </a:cubicBezTo>
                  <a:cubicBezTo>
                    <a:pt x="85648" y="380211"/>
                    <a:pt x="85585" y="377490"/>
                    <a:pt x="85527" y="374769"/>
                  </a:cubicBezTo>
                  <a:cubicBezTo>
                    <a:pt x="84791" y="374769"/>
                    <a:pt x="84054" y="374769"/>
                    <a:pt x="83295" y="374769"/>
                  </a:cubicBezTo>
                  <a:cubicBezTo>
                    <a:pt x="83267" y="373918"/>
                    <a:pt x="83239" y="373067"/>
                    <a:pt x="83211" y="372190"/>
                  </a:cubicBezTo>
                  <a:cubicBezTo>
                    <a:pt x="83162" y="371081"/>
                    <a:pt x="83112" y="369971"/>
                    <a:pt x="83062" y="368862"/>
                  </a:cubicBezTo>
                  <a:cubicBezTo>
                    <a:pt x="83046" y="368300"/>
                    <a:pt x="83029" y="367739"/>
                    <a:pt x="83012" y="367160"/>
                  </a:cubicBezTo>
                  <a:cubicBezTo>
                    <a:pt x="82947" y="365357"/>
                    <a:pt x="82947" y="365357"/>
                    <a:pt x="82551" y="362862"/>
                  </a:cubicBezTo>
                  <a:cubicBezTo>
                    <a:pt x="81814" y="362617"/>
                    <a:pt x="81077" y="362371"/>
                    <a:pt x="80318" y="362118"/>
                  </a:cubicBezTo>
                  <a:cubicBezTo>
                    <a:pt x="79990" y="360118"/>
                    <a:pt x="79990" y="360118"/>
                    <a:pt x="79900" y="357653"/>
                  </a:cubicBezTo>
                  <a:cubicBezTo>
                    <a:pt x="79838" y="355262"/>
                    <a:pt x="79838" y="355262"/>
                    <a:pt x="79574" y="353189"/>
                  </a:cubicBezTo>
                  <a:cubicBezTo>
                    <a:pt x="79083" y="352943"/>
                    <a:pt x="78592" y="352697"/>
                    <a:pt x="78086" y="352444"/>
                  </a:cubicBezTo>
                  <a:cubicBezTo>
                    <a:pt x="77778" y="350744"/>
                    <a:pt x="77778" y="350744"/>
                    <a:pt x="77621" y="348677"/>
                  </a:cubicBezTo>
                  <a:cubicBezTo>
                    <a:pt x="77537" y="347651"/>
                    <a:pt x="77537" y="347651"/>
                    <a:pt x="77452" y="346605"/>
                  </a:cubicBezTo>
                  <a:cubicBezTo>
                    <a:pt x="77416" y="346076"/>
                    <a:pt x="77379" y="345548"/>
                    <a:pt x="77342" y="345003"/>
                  </a:cubicBezTo>
                  <a:cubicBezTo>
                    <a:pt x="76605" y="345003"/>
                    <a:pt x="75868" y="345003"/>
                    <a:pt x="75109" y="345003"/>
                  </a:cubicBezTo>
                  <a:cubicBezTo>
                    <a:pt x="75109" y="343039"/>
                    <a:pt x="75109" y="341074"/>
                    <a:pt x="75109" y="339050"/>
                  </a:cubicBezTo>
                  <a:cubicBezTo>
                    <a:pt x="76003" y="339043"/>
                    <a:pt x="76897" y="339036"/>
                    <a:pt x="77818" y="339029"/>
                  </a:cubicBezTo>
                  <a:cubicBezTo>
                    <a:pt x="81127" y="338999"/>
                    <a:pt x="84436" y="338950"/>
                    <a:pt x="87745" y="338896"/>
                  </a:cubicBezTo>
                  <a:cubicBezTo>
                    <a:pt x="89178" y="338874"/>
                    <a:pt x="90612" y="338859"/>
                    <a:pt x="92045" y="338848"/>
                  </a:cubicBezTo>
                  <a:cubicBezTo>
                    <a:pt x="94104" y="338832"/>
                    <a:pt x="96161" y="338798"/>
                    <a:pt x="98218" y="338759"/>
                  </a:cubicBezTo>
                  <a:cubicBezTo>
                    <a:pt x="98862" y="338758"/>
                    <a:pt x="99505" y="338757"/>
                    <a:pt x="100168" y="338756"/>
                  </a:cubicBezTo>
                  <a:cubicBezTo>
                    <a:pt x="102164" y="338742"/>
                    <a:pt x="102164" y="338742"/>
                    <a:pt x="104875" y="338306"/>
                  </a:cubicBezTo>
                  <a:cubicBezTo>
                    <a:pt x="105404" y="337331"/>
                    <a:pt x="105902" y="336338"/>
                    <a:pt x="106363" y="335329"/>
                  </a:cubicBezTo>
                  <a:cubicBezTo>
                    <a:pt x="106977" y="335222"/>
                    <a:pt x="107591" y="335114"/>
                    <a:pt x="108224" y="335004"/>
                  </a:cubicBezTo>
                  <a:cubicBezTo>
                    <a:pt x="108838" y="334866"/>
                    <a:pt x="109451" y="334727"/>
                    <a:pt x="110084" y="334585"/>
                  </a:cubicBezTo>
                  <a:cubicBezTo>
                    <a:pt x="111059" y="332767"/>
                    <a:pt x="111059" y="332767"/>
                    <a:pt x="111572" y="330864"/>
                  </a:cubicBezTo>
                  <a:cubicBezTo>
                    <a:pt x="111818" y="330619"/>
                    <a:pt x="112063" y="330373"/>
                    <a:pt x="112316" y="330120"/>
                  </a:cubicBezTo>
                  <a:cubicBezTo>
                    <a:pt x="112488" y="329118"/>
                    <a:pt x="112623" y="328108"/>
                    <a:pt x="112735" y="327097"/>
                  </a:cubicBezTo>
                  <a:cubicBezTo>
                    <a:pt x="112842" y="326130"/>
                    <a:pt x="112950" y="325163"/>
                    <a:pt x="113061" y="324167"/>
                  </a:cubicBezTo>
                  <a:cubicBezTo>
                    <a:pt x="113797" y="324167"/>
                    <a:pt x="114534" y="324167"/>
                    <a:pt x="115293" y="324167"/>
                  </a:cubicBezTo>
                  <a:cubicBezTo>
                    <a:pt x="115345" y="317970"/>
                    <a:pt x="115384" y="311774"/>
                    <a:pt x="115409" y="305577"/>
                  </a:cubicBezTo>
                  <a:cubicBezTo>
                    <a:pt x="115420" y="302700"/>
                    <a:pt x="115436" y="299823"/>
                    <a:pt x="115461" y="296946"/>
                  </a:cubicBezTo>
                  <a:cubicBezTo>
                    <a:pt x="115486" y="294172"/>
                    <a:pt x="115499" y="291397"/>
                    <a:pt x="115505" y="288623"/>
                  </a:cubicBezTo>
                  <a:cubicBezTo>
                    <a:pt x="115509" y="287562"/>
                    <a:pt x="115517" y="286501"/>
                    <a:pt x="115529" y="285441"/>
                  </a:cubicBezTo>
                  <a:cubicBezTo>
                    <a:pt x="115545" y="283960"/>
                    <a:pt x="115546" y="282479"/>
                    <a:pt x="115546" y="280998"/>
                  </a:cubicBezTo>
                  <a:cubicBezTo>
                    <a:pt x="115554" y="279732"/>
                    <a:pt x="115554" y="279732"/>
                    <a:pt x="115561" y="278440"/>
                  </a:cubicBezTo>
                  <a:cubicBezTo>
                    <a:pt x="115473" y="277813"/>
                    <a:pt x="115384" y="277187"/>
                    <a:pt x="115293" y="276542"/>
                  </a:cubicBezTo>
                  <a:cubicBezTo>
                    <a:pt x="114556" y="276297"/>
                    <a:pt x="113820" y="276051"/>
                    <a:pt x="113061" y="275798"/>
                  </a:cubicBezTo>
                  <a:cubicBezTo>
                    <a:pt x="112807" y="274416"/>
                    <a:pt x="112807" y="274416"/>
                    <a:pt x="112843" y="272632"/>
                  </a:cubicBezTo>
                  <a:cubicBezTo>
                    <a:pt x="112850" y="271997"/>
                    <a:pt x="112857" y="271361"/>
                    <a:pt x="112864" y="270707"/>
                  </a:cubicBezTo>
                  <a:cubicBezTo>
                    <a:pt x="112883" y="270039"/>
                    <a:pt x="112902" y="269371"/>
                    <a:pt x="112921" y="268682"/>
                  </a:cubicBezTo>
                  <a:cubicBezTo>
                    <a:pt x="112931" y="268011"/>
                    <a:pt x="112941" y="267340"/>
                    <a:pt x="112952" y="266649"/>
                  </a:cubicBezTo>
                  <a:cubicBezTo>
                    <a:pt x="112978" y="264985"/>
                    <a:pt x="113015" y="263322"/>
                    <a:pt x="113061" y="261659"/>
                  </a:cubicBezTo>
                  <a:cubicBezTo>
                    <a:pt x="112324" y="261659"/>
                    <a:pt x="111587" y="261659"/>
                    <a:pt x="110828" y="261659"/>
                  </a:cubicBezTo>
                  <a:cubicBezTo>
                    <a:pt x="110583" y="258221"/>
                    <a:pt x="110337" y="254783"/>
                    <a:pt x="110084" y="251241"/>
                  </a:cubicBezTo>
                  <a:cubicBezTo>
                    <a:pt x="109347" y="251241"/>
                    <a:pt x="108611" y="251241"/>
                    <a:pt x="107852" y="251241"/>
                  </a:cubicBezTo>
                  <a:cubicBezTo>
                    <a:pt x="107606" y="248295"/>
                    <a:pt x="107360" y="245348"/>
                    <a:pt x="107107" y="242312"/>
                  </a:cubicBezTo>
                  <a:cubicBezTo>
                    <a:pt x="106371" y="242312"/>
                    <a:pt x="105634" y="242312"/>
                    <a:pt x="104875" y="242312"/>
                  </a:cubicBezTo>
                  <a:cubicBezTo>
                    <a:pt x="104820" y="241599"/>
                    <a:pt x="104820" y="241599"/>
                    <a:pt x="104765" y="240873"/>
                  </a:cubicBezTo>
                  <a:cubicBezTo>
                    <a:pt x="104681" y="239950"/>
                    <a:pt x="104681" y="239950"/>
                    <a:pt x="104596" y="239010"/>
                  </a:cubicBezTo>
                  <a:cubicBezTo>
                    <a:pt x="104544" y="238397"/>
                    <a:pt x="104492" y="237784"/>
                    <a:pt x="104439" y="237152"/>
                  </a:cubicBezTo>
                  <a:cubicBezTo>
                    <a:pt x="104337" y="236645"/>
                    <a:pt x="104236" y="236137"/>
                    <a:pt x="104131" y="235614"/>
                  </a:cubicBezTo>
                  <a:cubicBezTo>
                    <a:pt x="103640" y="235369"/>
                    <a:pt x="103149" y="235123"/>
                    <a:pt x="102643" y="234870"/>
                  </a:cubicBezTo>
                  <a:cubicBezTo>
                    <a:pt x="102381" y="233334"/>
                    <a:pt x="102313" y="231822"/>
                    <a:pt x="102227" y="230266"/>
                  </a:cubicBezTo>
                  <a:cubicBezTo>
                    <a:pt x="102119" y="229821"/>
                    <a:pt x="102010" y="229376"/>
                    <a:pt x="101898" y="228917"/>
                  </a:cubicBezTo>
                  <a:cubicBezTo>
                    <a:pt x="101162" y="228672"/>
                    <a:pt x="100425" y="228426"/>
                    <a:pt x="99666" y="228173"/>
                  </a:cubicBezTo>
                  <a:cubicBezTo>
                    <a:pt x="99409" y="226438"/>
                    <a:pt x="99162" y="224702"/>
                    <a:pt x="98922" y="222964"/>
                  </a:cubicBezTo>
                  <a:cubicBezTo>
                    <a:pt x="98193" y="222205"/>
                    <a:pt x="97449" y="221460"/>
                    <a:pt x="96689" y="220732"/>
                  </a:cubicBezTo>
                  <a:cubicBezTo>
                    <a:pt x="96178" y="218360"/>
                    <a:pt x="96178" y="218360"/>
                    <a:pt x="95945" y="216267"/>
                  </a:cubicBezTo>
                  <a:cubicBezTo>
                    <a:pt x="95454" y="216267"/>
                    <a:pt x="94963" y="216267"/>
                    <a:pt x="94457" y="216267"/>
                  </a:cubicBezTo>
                  <a:cubicBezTo>
                    <a:pt x="93951" y="214782"/>
                    <a:pt x="93456" y="213293"/>
                    <a:pt x="92969" y="211802"/>
                  </a:cubicBezTo>
                  <a:cubicBezTo>
                    <a:pt x="92478" y="211556"/>
                    <a:pt x="91986" y="211311"/>
                    <a:pt x="91480" y="211058"/>
                  </a:cubicBezTo>
                  <a:cubicBezTo>
                    <a:pt x="90984" y="209818"/>
                    <a:pt x="90488" y="208577"/>
                    <a:pt x="89992" y="207337"/>
                  </a:cubicBezTo>
                  <a:cubicBezTo>
                    <a:pt x="89501" y="207092"/>
                    <a:pt x="89010" y="206846"/>
                    <a:pt x="88504" y="206593"/>
                  </a:cubicBezTo>
                  <a:cubicBezTo>
                    <a:pt x="88256" y="205105"/>
                    <a:pt x="88008" y="203616"/>
                    <a:pt x="87760" y="202128"/>
                  </a:cubicBezTo>
                  <a:cubicBezTo>
                    <a:pt x="87269" y="201883"/>
                    <a:pt x="86778" y="201637"/>
                    <a:pt x="86271" y="201384"/>
                  </a:cubicBezTo>
                  <a:cubicBezTo>
                    <a:pt x="86164" y="200893"/>
                    <a:pt x="86057" y="200402"/>
                    <a:pt x="85946" y="199896"/>
                  </a:cubicBezTo>
                  <a:cubicBezTo>
                    <a:pt x="85808" y="199405"/>
                    <a:pt x="85670" y="198913"/>
                    <a:pt x="85527" y="198407"/>
                  </a:cubicBezTo>
                  <a:cubicBezTo>
                    <a:pt x="84791" y="198162"/>
                    <a:pt x="84054" y="197916"/>
                    <a:pt x="83295" y="197663"/>
                  </a:cubicBezTo>
                  <a:cubicBezTo>
                    <a:pt x="83077" y="195963"/>
                    <a:pt x="83077" y="195963"/>
                    <a:pt x="83155" y="193896"/>
                  </a:cubicBezTo>
                  <a:cubicBezTo>
                    <a:pt x="83176" y="193212"/>
                    <a:pt x="83196" y="192528"/>
                    <a:pt x="83216" y="191823"/>
                  </a:cubicBezTo>
                  <a:cubicBezTo>
                    <a:pt x="83242" y="191295"/>
                    <a:pt x="83268" y="190766"/>
                    <a:pt x="83295" y="190222"/>
                  </a:cubicBezTo>
                  <a:cubicBezTo>
                    <a:pt x="83786" y="190222"/>
                    <a:pt x="84277" y="190222"/>
                    <a:pt x="84783" y="190222"/>
                  </a:cubicBezTo>
                  <a:cubicBezTo>
                    <a:pt x="86079" y="187630"/>
                    <a:pt x="85830" y="184638"/>
                    <a:pt x="85990" y="181778"/>
                  </a:cubicBezTo>
                  <a:cubicBezTo>
                    <a:pt x="86083" y="181126"/>
                    <a:pt x="86176" y="180475"/>
                    <a:pt x="86271" y="179804"/>
                  </a:cubicBezTo>
                  <a:cubicBezTo>
                    <a:pt x="86763" y="179558"/>
                    <a:pt x="87254" y="179313"/>
                    <a:pt x="87760" y="179060"/>
                  </a:cubicBezTo>
                  <a:cubicBezTo>
                    <a:pt x="87992" y="177040"/>
                    <a:pt x="88142" y="175087"/>
                    <a:pt x="88225" y="173060"/>
                  </a:cubicBezTo>
                  <a:cubicBezTo>
                    <a:pt x="88254" y="172496"/>
                    <a:pt x="88282" y="171931"/>
                    <a:pt x="88312" y="171349"/>
                  </a:cubicBezTo>
                  <a:cubicBezTo>
                    <a:pt x="88382" y="169951"/>
                    <a:pt x="88444" y="168552"/>
                    <a:pt x="88504" y="167153"/>
                  </a:cubicBezTo>
                  <a:cubicBezTo>
                    <a:pt x="89241" y="167399"/>
                    <a:pt x="89977" y="167645"/>
                    <a:pt x="90736" y="167898"/>
                  </a:cubicBezTo>
                  <a:cubicBezTo>
                    <a:pt x="90764" y="166993"/>
                    <a:pt x="90792" y="166088"/>
                    <a:pt x="90821" y="165157"/>
                  </a:cubicBezTo>
                  <a:cubicBezTo>
                    <a:pt x="90869" y="163977"/>
                    <a:pt x="90919" y="162798"/>
                    <a:pt x="90969" y="161619"/>
                  </a:cubicBezTo>
                  <a:cubicBezTo>
                    <a:pt x="90986" y="161022"/>
                    <a:pt x="91002" y="160425"/>
                    <a:pt x="91020" y="159809"/>
                  </a:cubicBezTo>
                  <a:cubicBezTo>
                    <a:pt x="91100" y="158087"/>
                    <a:pt x="91100" y="158087"/>
                    <a:pt x="91480" y="155247"/>
                  </a:cubicBezTo>
                  <a:cubicBezTo>
                    <a:pt x="92217" y="155002"/>
                    <a:pt x="92954" y="154756"/>
                    <a:pt x="93713" y="154503"/>
                  </a:cubicBezTo>
                  <a:cubicBezTo>
                    <a:pt x="93964" y="152475"/>
                    <a:pt x="94095" y="150583"/>
                    <a:pt x="94131" y="148550"/>
                  </a:cubicBezTo>
                  <a:cubicBezTo>
                    <a:pt x="94178" y="146547"/>
                    <a:pt x="94284" y="144596"/>
                    <a:pt x="94457" y="142597"/>
                  </a:cubicBezTo>
                  <a:cubicBezTo>
                    <a:pt x="94948" y="142351"/>
                    <a:pt x="95439" y="142106"/>
                    <a:pt x="95945" y="141853"/>
                  </a:cubicBezTo>
                  <a:cubicBezTo>
                    <a:pt x="96167" y="139456"/>
                    <a:pt x="96255" y="137092"/>
                    <a:pt x="96301" y="134687"/>
                  </a:cubicBezTo>
                  <a:cubicBezTo>
                    <a:pt x="96361" y="133179"/>
                    <a:pt x="96361" y="133179"/>
                    <a:pt x="96689" y="130691"/>
                  </a:cubicBezTo>
                  <a:cubicBezTo>
                    <a:pt x="97426" y="130445"/>
                    <a:pt x="98163" y="130199"/>
                    <a:pt x="98922" y="129946"/>
                  </a:cubicBezTo>
                  <a:cubicBezTo>
                    <a:pt x="99213" y="127898"/>
                    <a:pt x="99372" y="126004"/>
                    <a:pt x="99433" y="123947"/>
                  </a:cubicBezTo>
                  <a:cubicBezTo>
                    <a:pt x="99459" y="123382"/>
                    <a:pt x="99484" y="122818"/>
                    <a:pt x="99511" y="122236"/>
                  </a:cubicBezTo>
                  <a:cubicBezTo>
                    <a:pt x="99572" y="120838"/>
                    <a:pt x="99620" y="119439"/>
                    <a:pt x="99666" y="118040"/>
                  </a:cubicBezTo>
                  <a:cubicBezTo>
                    <a:pt x="100403" y="118040"/>
                    <a:pt x="101139" y="118040"/>
                    <a:pt x="101898" y="118040"/>
                  </a:cubicBezTo>
                  <a:cubicBezTo>
                    <a:pt x="101953" y="116603"/>
                    <a:pt x="101953" y="116603"/>
                    <a:pt x="102009" y="115136"/>
                  </a:cubicBezTo>
                  <a:cubicBezTo>
                    <a:pt x="102065" y="113887"/>
                    <a:pt x="102121" y="112638"/>
                    <a:pt x="102177" y="111389"/>
                  </a:cubicBezTo>
                  <a:cubicBezTo>
                    <a:pt x="102201" y="110757"/>
                    <a:pt x="102224" y="110124"/>
                    <a:pt x="102247" y="109472"/>
                  </a:cubicBezTo>
                  <a:cubicBezTo>
                    <a:pt x="102276" y="108870"/>
                    <a:pt x="102305" y="108269"/>
                    <a:pt x="102334" y="107648"/>
                  </a:cubicBezTo>
                  <a:cubicBezTo>
                    <a:pt x="102370" y="106813"/>
                    <a:pt x="102370" y="106813"/>
                    <a:pt x="102405" y="105960"/>
                  </a:cubicBezTo>
                  <a:cubicBezTo>
                    <a:pt x="102484" y="105526"/>
                    <a:pt x="102562" y="105092"/>
                    <a:pt x="102643" y="104646"/>
                  </a:cubicBezTo>
                  <a:cubicBezTo>
                    <a:pt x="103134" y="104400"/>
                    <a:pt x="103625" y="104155"/>
                    <a:pt x="104131" y="103902"/>
                  </a:cubicBezTo>
                  <a:cubicBezTo>
                    <a:pt x="104409" y="102533"/>
                    <a:pt x="104409" y="102533"/>
                    <a:pt x="104439" y="100899"/>
                  </a:cubicBezTo>
                  <a:cubicBezTo>
                    <a:pt x="104468" y="100297"/>
                    <a:pt x="104497" y="99695"/>
                    <a:pt x="104526" y="99075"/>
                  </a:cubicBezTo>
                  <a:cubicBezTo>
                    <a:pt x="104549" y="98442"/>
                    <a:pt x="104572" y="97810"/>
                    <a:pt x="104596" y="97158"/>
                  </a:cubicBezTo>
                  <a:cubicBezTo>
                    <a:pt x="104625" y="96522"/>
                    <a:pt x="104654" y="95887"/>
                    <a:pt x="104683" y="95232"/>
                  </a:cubicBezTo>
                  <a:cubicBezTo>
                    <a:pt x="104754" y="93657"/>
                    <a:pt x="104815" y="92082"/>
                    <a:pt x="104875" y="90507"/>
                  </a:cubicBezTo>
                  <a:cubicBezTo>
                    <a:pt x="105612" y="90507"/>
                    <a:pt x="106348" y="90507"/>
                    <a:pt x="107107" y="90507"/>
                  </a:cubicBezTo>
                  <a:cubicBezTo>
                    <a:pt x="107135" y="89611"/>
                    <a:pt x="107163" y="88715"/>
                    <a:pt x="107192" y="87792"/>
                  </a:cubicBezTo>
                  <a:cubicBezTo>
                    <a:pt x="107241" y="86620"/>
                    <a:pt x="107290" y="85447"/>
                    <a:pt x="107340" y="84275"/>
                  </a:cubicBezTo>
                  <a:cubicBezTo>
                    <a:pt x="107357" y="83684"/>
                    <a:pt x="107374" y="83093"/>
                    <a:pt x="107391" y="82484"/>
                  </a:cubicBezTo>
                  <a:cubicBezTo>
                    <a:pt x="107463" y="80936"/>
                    <a:pt x="107651" y="79394"/>
                    <a:pt x="107852" y="77857"/>
                  </a:cubicBezTo>
                  <a:cubicBezTo>
                    <a:pt x="108588" y="77365"/>
                    <a:pt x="109325" y="76874"/>
                    <a:pt x="110084" y="76368"/>
                  </a:cubicBezTo>
                  <a:cubicBezTo>
                    <a:pt x="110084" y="75877"/>
                    <a:pt x="110084" y="75386"/>
                    <a:pt x="110084" y="74880"/>
                  </a:cubicBezTo>
                  <a:cubicBezTo>
                    <a:pt x="109593" y="74634"/>
                    <a:pt x="109102" y="74389"/>
                    <a:pt x="108596" y="74136"/>
                  </a:cubicBezTo>
                  <a:cubicBezTo>
                    <a:pt x="108596" y="74627"/>
                    <a:pt x="108596" y="75118"/>
                    <a:pt x="108596" y="75624"/>
                  </a:cubicBezTo>
                  <a:cubicBezTo>
                    <a:pt x="95697" y="75624"/>
                    <a:pt x="82799" y="75624"/>
                    <a:pt x="69900" y="75624"/>
                  </a:cubicBezTo>
                  <a:cubicBezTo>
                    <a:pt x="69655" y="228858"/>
                    <a:pt x="69409" y="382091"/>
                    <a:pt x="69156" y="539968"/>
                  </a:cubicBezTo>
                  <a:cubicBezTo>
                    <a:pt x="51230" y="539968"/>
                    <a:pt x="33304" y="539968"/>
                    <a:pt x="14834" y="539968"/>
                  </a:cubicBezTo>
                  <a:cubicBezTo>
                    <a:pt x="14822" y="515589"/>
                    <a:pt x="14822" y="515589"/>
                    <a:pt x="14817" y="506133"/>
                  </a:cubicBezTo>
                  <a:cubicBezTo>
                    <a:pt x="14817" y="505544"/>
                    <a:pt x="14817" y="504956"/>
                    <a:pt x="14817" y="504349"/>
                  </a:cubicBezTo>
                  <a:cubicBezTo>
                    <a:pt x="14798" y="465387"/>
                    <a:pt x="14782" y="426424"/>
                    <a:pt x="14771" y="387462"/>
                  </a:cubicBezTo>
                  <a:cubicBezTo>
                    <a:pt x="14771" y="386710"/>
                    <a:pt x="14771" y="385958"/>
                    <a:pt x="14770" y="385183"/>
                  </a:cubicBezTo>
                  <a:cubicBezTo>
                    <a:pt x="14766" y="368845"/>
                    <a:pt x="14762" y="352507"/>
                    <a:pt x="14758" y="336169"/>
                  </a:cubicBezTo>
                  <a:cubicBezTo>
                    <a:pt x="14756" y="328157"/>
                    <a:pt x="14754" y="320146"/>
                    <a:pt x="14752" y="312134"/>
                  </a:cubicBezTo>
                  <a:cubicBezTo>
                    <a:pt x="14752" y="310938"/>
                    <a:pt x="14752" y="310938"/>
                    <a:pt x="14752" y="309718"/>
                  </a:cubicBezTo>
                  <a:cubicBezTo>
                    <a:pt x="14745" y="283855"/>
                    <a:pt x="14734" y="257993"/>
                    <a:pt x="14720" y="232130"/>
                  </a:cubicBezTo>
                  <a:cubicBezTo>
                    <a:pt x="14706" y="205563"/>
                    <a:pt x="14697" y="178996"/>
                    <a:pt x="14694" y="152428"/>
                  </a:cubicBezTo>
                  <a:cubicBezTo>
                    <a:pt x="14694" y="148680"/>
                    <a:pt x="14693" y="144931"/>
                    <a:pt x="14693" y="141182"/>
                  </a:cubicBezTo>
                  <a:cubicBezTo>
                    <a:pt x="14693" y="140445"/>
                    <a:pt x="14693" y="139707"/>
                    <a:pt x="14692" y="138946"/>
                  </a:cubicBezTo>
                  <a:cubicBezTo>
                    <a:pt x="14691" y="127049"/>
                    <a:pt x="14684" y="115151"/>
                    <a:pt x="14675" y="103253"/>
                  </a:cubicBezTo>
                  <a:cubicBezTo>
                    <a:pt x="14666" y="91304"/>
                    <a:pt x="14663" y="79355"/>
                    <a:pt x="14665" y="67406"/>
                  </a:cubicBezTo>
                  <a:cubicBezTo>
                    <a:pt x="14666" y="60299"/>
                    <a:pt x="14663" y="53192"/>
                    <a:pt x="14654" y="46085"/>
                  </a:cubicBezTo>
                  <a:cubicBezTo>
                    <a:pt x="14649" y="41345"/>
                    <a:pt x="14648" y="36604"/>
                    <a:pt x="14653" y="31864"/>
                  </a:cubicBezTo>
                  <a:cubicBezTo>
                    <a:pt x="14655" y="29159"/>
                    <a:pt x="14655" y="26453"/>
                    <a:pt x="14648" y="23747"/>
                  </a:cubicBezTo>
                  <a:cubicBezTo>
                    <a:pt x="14641" y="20840"/>
                    <a:pt x="14645" y="17933"/>
                    <a:pt x="14651" y="15026"/>
                  </a:cubicBezTo>
                  <a:cubicBezTo>
                    <a:pt x="14647" y="14176"/>
                    <a:pt x="14643" y="13326"/>
                    <a:pt x="14639" y="12450"/>
                  </a:cubicBezTo>
                  <a:cubicBezTo>
                    <a:pt x="14642" y="11680"/>
                    <a:pt x="14646" y="10911"/>
                    <a:pt x="14649" y="10118"/>
                  </a:cubicBezTo>
                  <a:cubicBezTo>
                    <a:pt x="14649" y="9452"/>
                    <a:pt x="14649" y="8787"/>
                    <a:pt x="14648" y="8101"/>
                  </a:cubicBezTo>
                  <a:cubicBezTo>
                    <a:pt x="14834" y="6419"/>
                    <a:pt x="14834" y="6419"/>
                    <a:pt x="16322" y="4187"/>
                  </a:cubicBezTo>
                  <a:cubicBezTo>
                    <a:pt x="18363" y="3909"/>
                    <a:pt x="18363" y="3909"/>
                    <a:pt x="21016" y="3910"/>
                  </a:cubicBezTo>
                  <a:cubicBezTo>
                    <a:pt x="21503" y="3907"/>
                    <a:pt x="21990" y="3904"/>
                    <a:pt x="22492" y="3901"/>
                  </a:cubicBezTo>
                  <a:cubicBezTo>
                    <a:pt x="24131" y="3894"/>
                    <a:pt x="25770" y="3903"/>
                    <a:pt x="27409" y="3912"/>
                  </a:cubicBezTo>
                  <a:cubicBezTo>
                    <a:pt x="28581" y="3910"/>
                    <a:pt x="29753" y="3908"/>
                    <a:pt x="30925" y="3904"/>
                  </a:cubicBezTo>
                  <a:cubicBezTo>
                    <a:pt x="33452" y="3897"/>
                    <a:pt x="35979" y="3898"/>
                    <a:pt x="38507" y="3904"/>
                  </a:cubicBezTo>
                  <a:cubicBezTo>
                    <a:pt x="42499" y="3912"/>
                    <a:pt x="46491" y="3903"/>
                    <a:pt x="50483" y="3891"/>
                  </a:cubicBezTo>
                  <a:cubicBezTo>
                    <a:pt x="60398" y="3864"/>
                    <a:pt x="70313" y="3860"/>
                    <a:pt x="80228" y="3862"/>
                  </a:cubicBezTo>
                  <a:cubicBezTo>
                    <a:pt x="87933" y="3863"/>
                    <a:pt x="95638" y="3858"/>
                    <a:pt x="103344" y="3832"/>
                  </a:cubicBezTo>
                  <a:cubicBezTo>
                    <a:pt x="107316" y="3819"/>
                    <a:pt x="111289" y="3821"/>
                    <a:pt x="115262" y="3833"/>
                  </a:cubicBezTo>
                  <a:cubicBezTo>
                    <a:pt x="117728" y="3837"/>
                    <a:pt x="120193" y="3829"/>
                    <a:pt x="122659" y="3818"/>
                  </a:cubicBezTo>
                  <a:cubicBezTo>
                    <a:pt x="123807" y="3815"/>
                    <a:pt x="124956" y="3817"/>
                    <a:pt x="126104" y="3825"/>
                  </a:cubicBezTo>
                  <a:cubicBezTo>
                    <a:pt x="127665" y="3835"/>
                    <a:pt x="129224" y="3827"/>
                    <a:pt x="130785" y="3814"/>
                  </a:cubicBezTo>
                  <a:cubicBezTo>
                    <a:pt x="131661" y="3814"/>
                    <a:pt x="132536" y="3814"/>
                    <a:pt x="133438" y="3814"/>
                  </a:cubicBezTo>
                  <a:cubicBezTo>
                    <a:pt x="134080" y="3692"/>
                    <a:pt x="134723" y="3569"/>
                    <a:pt x="135385" y="3443"/>
                  </a:cubicBezTo>
                  <a:cubicBezTo>
                    <a:pt x="135885" y="1954"/>
                    <a:pt x="135885" y="1954"/>
                    <a:pt x="136129" y="466"/>
                  </a:cubicBezTo>
                  <a:close/>
                </a:path>
              </a:pathLst>
            </a:custGeom>
            <a:grpFill/>
            <a:ln w="744" cap="flat">
              <a:noFill/>
              <a:prstDash val="solid"/>
              <a:miter/>
            </a:ln>
          </p:spPr>
          <p:txBody>
            <a:bodyPr rtlCol="0" anchor="ctr"/>
            <a:lstStyle/>
            <a:p>
              <a:endParaRPr lang="zh-CN" altLang="en-US"/>
            </a:p>
          </p:txBody>
        </p:sp>
        <p:sp>
          <p:nvSpPr>
            <p:cNvPr id="160" name="任意多边形: 形状 159"/>
            <p:cNvSpPr/>
            <p:nvPr/>
          </p:nvSpPr>
          <p:spPr>
            <a:xfrm>
              <a:off x="6847290" y="609918"/>
              <a:ext cx="194726" cy="543443"/>
            </a:xfrm>
            <a:custGeom>
              <a:avLst/>
              <a:gdLst>
                <a:gd name="connsiteX0" fmla="*/ 147788 w 194729"/>
                <a:gd name="connsiteY0" fmla="*/ 463 h 543426"/>
                <a:gd name="connsiteX1" fmla="*/ 149586 w 194729"/>
                <a:gd name="connsiteY1" fmla="*/ 455 h 543426"/>
                <a:gd name="connsiteX2" fmla="*/ 155459 w 194729"/>
                <a:gd name="connsiteY2" fmla="*/ 458 h 543426"/>
                <a:gd name="connsiteX3" fmla="*/ 159540 w 194729"/>
                <a:gd name="connsiteY3" fmla="*/ 454 h 543426"/>
                <a:gd name="connsiteX4" fmla="*/ 168086 w 194729"/>
                <a:gd name="connsiteY4" fmla="*/ 462 h 543426"/>
                <a:gd name="connsiteX5" fmla="*/ 179056 w 194729"/>
                <a:gd name="connsiteY5" fmla="*/ 456 h 543426"/>
                <a:gd name="connsiteX6" fmla="*/ 187479 w 194729"/>
                <a:gd name="connsiteY6" fmla="*/ 457 h 543426"/>
                <a:gd name="connsiteX7" fmla="*/ 191525 w 194729"/>
                <a:gd name="connsiteY7" fmla="*/ 453 h 543426"/>
                <a:gd name="connsiteX8" fmla="*/ 197169 w 194729"/>
                <a:gd name="connsiteY8" fmla="*/ 463 h 543426"/>
                <a:gd name="connsiteX9" fmla="*/ 198868 w 194729"/>
                <a:gd name="connsiteY9" fmla="*/ 454 h 543426"/>
                <a:gd name="connsiteX10" fmla="*/ 204381 w 194729"/>
                <a:gd name="connsiteY10" fmla="*/ 2144 h 543426"/>
                <a:gd name="connsiteX11" fmla="*/ 204565 w 194729"/>
                <a:gd name="connsiteY11" fmla="*/ 5803 h 543426"/>
                <a:gd name="connsiteX12" fmla="*/ 204576 w 194729"/>
                <a:gd name="connsiteY12" fmla="*/ 8166 h 543426"/>
                <a:gd name="connsiteX13" fmla="*/ 204564 w 194729"/>
                <a:gd name="connsiteY13" fmla="*/ 10788 h 543426"/>
                <a:gd name="connsiteX14" fmla="*/ 204569 w 194729"/>
                <a:gd name="connsiteY14" fmla="*/ 13565 h 543426"/>
                <a:gd name="connsiteX15" fmla="*/ 204563 w 194729"/>
                <a:gd name="connsiteY15" fmla="*/ 21254 h 543426"/>
                <a:gd name="connsiteX16" fmla="*/ 204563 w 194729"/>
                <a:gd name="connsiteY16" fmla="*/ 29597 h 543426"/>
                <a:gd name="connsiteX17" fmla="*/ 204558 w 194729"/>
                <a:gd name="connsiteY17" fmla="*/ 44238 h 543426"/>
                <a:gd name="connsiteX18" fmla="*/ 204550 w 194729"/>
                <a:gd name="connsiteY18" fmla="*/ 66010 h 543426"/>
                <a:gd name="connsiteX19" fmla="*/ 204538 w 194729"/>
                <a:gd name="connsiteY19" fmla="*/ 102628 h 543426"/>
                <a:gd name="connsiteX20" fmla="*/ 204522 w 194729"/>
                <a:gd name="connsiteY20" fmla="*/ 138901 h 543426"/>
                <a:gd name="connsiteX21" fmla="*/ 204521 w 194729"/>
                <a:gd name="connsiteY21" fmla="*/ 141176 h 543426"/>
                <a:gd name="connsiteX22" fmla="*/ 204520 w 194729"/>
                <a:gd name="connsiteY22" fmla="*/ 152617 h 543426"/>
                <a:gd name="connsiteX23" fmla="*/ 204493 w 194729"/>
                <a:gd name="connsiteY23" fmla="*/ 233710 h 543426"/>
                <a:gd name="connsiteX24" fmla="*/ 204462 w 194729"/>
                <a:gd name="connsiteY24" fmla="*/ 312506 h 543426"/>
                <a:gd name="connsiteX25" fmla="*/ 204462 w 194729"/>
                <a:gd name="connsiteY25" fmla="*/ 314958 h 543426"/>
                <a:gd name="connsiteX26" fmla="*/ 204456 w 194729"/>
                <a:gd name="connsiteY26" fmla="*/ 339336 h 543426"/>
                <a:gd name="connsiteX27" fmla="*/ 204444 w 194729"/>
                <a:gd name="connsiteY27" fmla="*/ 389000 h 543426"/>
                <a:gd name="connsiteX28" fmla="*/ 204443 w 194729"/>
                <a:gd name="connsiteY28" fmla="*/ 391306 h 543426"/>
                <a:gd name="connsiteX29" fmla="*/ 204397 w 194729"/>
                <a:gd name="connsiteY29" fmla="*/ 509516 h 543426"/>
                <a:gd name="connsiteX30" fmla="*/ 204396 w 194729"/>
                <a:gd name="connsiteY30" fmla="*/ 511196 h 543426"/>
                <a:gd name="connsiteX31" fmla="*/ 204381 w 194729"/>
                <a:gd name="connsiteY31" fmla="*/ 543878 h 543426"/>
                <a:gd name="connsiteX32" fmla="*/ 138896 w 194729"/>
                <a:gd name="connsiteY32" fmla="*/ 543878 h 543426"/>
                <a:gd name="connsiteX33" fmla="*/ 138896 w 194729"/>
                <a:gd name="connsiteY33" fmla="*/ 427048 h 543426"/>
                <a:gd name="connsiteX34" fmla="*/ 133687 w 194729"/>
                <a:gd name="connsiteY34" fmla="*/ 428537 h 543426"/>
                <a:gd name="connsiteX35" fmla="*/ 133362 w 194729"/>
                <a:gd name="connsiteY35" fmla="*/ 430118 h 543426"/>
                <a:gd name="connsiteX36" fmla="*/ 132943 w 194729"/>
                <a:gd name="connsiteY36" fmla="*/ 431513 h 543426"/>
                <a:gd name="connsiteX37" fmla="*/ 126990 w 194729"/>
                <a:gd name="connsiteY37" fmla="*/ 431513 h 543426"/>
                <a:gd name="connsiteX38" fmla="*/ 126990 w 194729"/>
                <a:gd name="connsiteY38" fmla="*/ 434490 h 543426"/>
                <a:gd name="connsiteX39" fmla="*/ 124478 w 194729"/>
                <a:gd name="connsiteY39" fmla="*/ 434676 h 543426"/>
                <a:gd name="connsiteX40" fmla="*/ 121781 w 194729"/>
                <a:gd name="connsiteY40" fmla="*/ 435234 h 543426"/>
                <a:gd name="connsiteX41" fmla="*/ 121083 w 194729"/>
                <a:gd name="connsiteY41" fmla="*/ 436722 h 543426"/>
                <a:gd name="connsiteX42" fmla="*/ 120293 w 194729"/>
                <a:gd name="connsiteY42" fmla="*/ 438210 h 543426"/>
                <a:gd name="connsiteX43" fmla="*/ 115694 w 194729"/>
                <a:gd name="connsiteY43" fmla="*/ 438696 h 543426"/>
                <a:gd name="connsiteX44" fmla="*/ 114340 w 194729"/>
                <a:gd name="connsiteY44" fmla="*/ 438955 h 543426"/>
                <a:gd name="connsiteX45" fmla="*/ 112851 w 194729"/>
                <a:gd name="connsiteY45" fmla="*/ 441931 h 543426"/>
                <a:gd name="connsiteX46" fmla="*/ 108386 w 194729"/>
                <a:gd name="connsiteY46" fmla="*/ 441931 h 543426"/>
                <a:gd name="connsiteX47" fmla="*/ 108061 w 194729"/>
                <a:gd name="connsiteY47" fmla="*/ 443373 h 543426"/>
                <a:gd name="connsiteX48" fmla="*/ 107642 w 194729"/>
                <a:gd name="connsiteY48" fmla="*/ 444908 h 543426"/>
                <a:gd name="connsiteX49" fmla="*/ 102433 w 194729"/>
                <a:gd name="connsiteY49" fmla="*/ 445652 h 543426"/>
                <a:gd name="connsiteX50" fmla="*/ 101736 w 194729"/>
                <a:gd name="connsiteY50" fmla="*/ 447140 h 543426"/>
                <a:gd name="connsiteX51" fmla="*/ 100945 w 194729"/>
                <a:gd name="connsiteY51" fmla="*/ 448628 h 543426"/>
                <a:gd name="connsiteX52" fmla="*/ 97922 w 194729"/>
                <a:gd name="connsiteY52" fmla="*/ 449047 h 543426"/>
                <a:gd name="connsiteX53" fmla="*/ 94992 w 194729"/>
                <a:gd name="connsiteY53" fmla="*/ 449373 h 543426"/>
                <a:gd name="connsiteX54" fmla="*/ 94248 w 194729"/>
                <a:gd name="connsiteY54" fmla="*/ 451605 h 543426"/>
                <a:gd name="connsiteX55" fmla="*/ 91643 w 194729"/>
                <a:gd name="connsiteY55" fmla="*/ 451930 h 543426"/>
                <a:gd name="connsiteX56" fmla="*/ 89039 w 194729"/>
                <a:gd name="connsiteY56" fmla="*/ 452349 h 543426"/>
                <a:gd name="connsiteX57" fmla="*/ 88713 w 194729"/>
                <a:gd name="connsiteY57" fmla="*/ 453837 h 543426"/>
                <a:gd name="connsiteX58" fmla="*/ 88295 w 194729"/>
                <a:gd name="connsiteY58" fmla="*/ 455326 h 543426"/>
                <a:gd name="connsiteX59" fmla="*/ 83690 w 194729"/>
                <a:gd name="connsiteY59" fmla="*/ 455794 h 543426"/>
                <a:gd name="connsiteX60" fmla="*/ 82342 w 194729"/>
                <a:gd name="connsiteY60" fmla="*/ 456070 h 543426"/>
                <a:gd name="connsiteX61" fmla="*/ 81597 w 194729"/>
                <a:gd name="connsiteY61" fmla="*/ 458302 h 543426"/>
                <a:gd name="connsiteX62" fmla="*/ 78574 w 194729"/>
                <a:gd name="connsiteY62" fmla="*/ 458814 h 543426"/>
                <a:gd name="connsiteX63" fmla="*/ 75644 w 194729"/>
                <a:gd name="connsiteY63" fmla="*/ 459046 h 543426"/>
                <a:gd name="connsiteX64" fmla="*/ 75644 w 194729"/>
                <a:gd name="connsiteY64" fmla="*/ 462023 h 543426"/>
                <a:gd name="connsiteX65" fmla="*/ 71066 w 194729"/>
                <a:gd name="connsiteY65" fmla="*/ 462314 h 543426"/>
                <a:gd name="connsiteX66" fmla="*/ 69691 w 194729"/>
                <a:gd name="connsiteY66" fmla="*/ 462767 h 543426"/>
                <a:gd name="connsiteX67" fmla="*/ 69339 w 194729"/>
                <a:gd name="connsiteY67" fmla="*/ 464264 h 543426"/>
                <a:gd name="connsiteX68" fmla="*/ 68947 w 194729"/>
                <a:gd name="connsiteY68" fmla="*/ 465744 h 543426"/>
                <a:gd name="connsiteX69" fmla="*/ 65598 w 194729"/>
                <a:gd name="connsiteY69" fmla="*/ 466162 h 543426"/>
                <a:gd name="connsiteX70" fmla="*/ 62250 w 194729"/>
                <a:gd name="connsiteY70" fmla="*/ 466488 h 543426"/>
                <a:gd name="connsiteX71" fmla="*/ 61506 w 194729"/>
                <a:gd name="connsiteY71" fmla="*/ 468720 h 543426"/>
                <a:gd name="connsiteX72" fmla="*/ 58901 w 194729"/>
                <a:gd name="connsiteY72" fmla="*/ 469046 h 543426"/>
                <a:gd name="connsiteX73" fmla="*/ 56297 w 194729"/>
                <a:gd name="connsiteY73" fmla="*/ 469464 h 543426"/>
                <a:gd name="connsiteX74" fmla="*/ 55971 w 194729"/>
                <a:gd name="connsiteY74" fmla="*/ 470953 h 543426"/>
                <a:gd name="connsiteX75" fmla="*/ 55552 w 194729"/>
                <a:gd name="connsiteY75" fmla="*/ 472441 h 543426"/>
                <a:gd name="connsiteX76" fmla="*/ 50948 w 194729"/>
                <a:gd name="connsiteY76" fmla="*/ 472909 h 543426"/>
                <a:gd name="connsiteX77" fmla="*/ 49599 w 194729"/>
                <a:gd name="connsiteY77" fmla="*/ 473185 h 543426"/>
                <a:gd name="connsiteX78" fmla="*/ 48855 w 194729"/>
                <a:gd name="connsiteY78" fmla="*/ 475417 h 543426"/>
                <a:gd name="connsiteX79" fmla="*/ 45832 w 194729"/>
                <a:gd name="connsiteY79" fmla="*/ 475929 h 543426"/>
                <a:gd name="connsiteX80" fmla="*/ 42902 w 194729"/>
                <a:gd name="connsiteY80" fmla="*/ 476162 h 543426"/>
                <a:gd name="connsiteX81" fmla="*/ 42902 w 194729"/>
                <a:gd name="connsiteY81" fmla="*/ 479138 h 543426"/>
                <a:gd name="connsiteX82" fmla="*/ 39646 w 194729"/>
                <a:gd name="connsiteY82" fmla="*/ 479278 h 543426"/>
                <a:gd name="connsiteX83" fmla="*/ 37815 w 194729"/>
                <a:gd name="connsiteY83" fmla="*/ 479356 h 543426"/>
                <a:gd name="connsiteX84" fmla="*/ 36205 w 194729"/>
                <a:gd name="connsiteY84" fmla="*/ 479138 h 543426"/>
                <a:gd name="connsiteX85" fmla="*/ 34882 w 194729"/>
                <a:gd name="connsiteY85" fmla="*/ 470505 h 543426"/>
                <a:gd name="connsiteX86" fmla="*/ 34717 w 194729"/>
                <a:gd name="connsiteY86" fmla="*/ 468720 h 543426"/>
                <a:gd name="connsiteX87" fmla="*/ 32484 w 194729"/>
                <a:gd name="connsiteY87" fmla="*/ 467976 h 543426"/>
                <a:gd name="connsiteX88" fmla="*/ 31973 w 194729"/>
                <a:gd name="connsiteY88" fmla="*/ 464209 h 543426"/>
                <a:gd name="connsiteX89" fmla="*/ 31824 w 194729"/>
                <a:gd name="connsiteY89" fmla="*/ 462136 h 543426"/>
                <a:gd name="connsiteX90" fmla="*/ 31740 w 194729"/>
                <a:gd name="connsiteY90" fmla="*/ 460535 h 543426"/>
                <a:gd name="connsiteX91" fmla="*/ 29508 w 194729"/>
                <a:gd name="connsiteY91" fmla="*/ 460535 h 543426"/>
                <a:gd name="connsiteX92" fmla="*/ 29397 w 194729"/>
                <a:gd name="connsiteY92" fmla="*/ 459122 h 543426"/>
                <a:gd name="connsiteX93" fmla="*/ 29228 w 194729"/>
                <a:gd name="connsiteY93" fmla="*/ 457279 h 543426"/>
                <a:gd name="connsiteX94" fmla="*/ 29072 w 194729"/>
                <a:gd name="connsiteY94" fmla="*/ 455448 h 543426"/>
                <a:gd name="connsiteX95" fmla="*/ 27275 w 194729"/>
                <a:gd name="connsiteY95" fmla="*/ 452349 h 543426"/>
                <a:gd name="connsiteX96" fmla="*/ 26531 w 194729"/>
                <a:gd name="connsiteY96" fmla="*/ 452349 h 543426"/>
                <a:gd name="connsiteX97" fmla="*/ 26447 w 194729"/>
                <a:gd name="connsiteY97" fmla="*/ 450774 h 543426"/>
                <a:gd name="connsiteX98" fmla="*/ 26298 w 194729"/>
                <a:gd name="connsiteY98" fmla="*/ 448721 h 543426"/>
                <a:gd name="connsiteX99" fmla="*/ 26168 w 194729"/>
                <a:gd name="connsiteY99" fmla="*/ 446681 h 543426"/>
                <a:gd name="connsiteX100" fmla="*/ 23554 w 194729"/>
                <a:gd name="connsiteY100" fmla="*/ 443419 h 543426"/>
                <a:gd name="connsiteX101" fmla="*/ 23415 w 194729"/>
                <a:gd name="connsiteY101" fmla="*/ 439978 h 543426"/>
                <a:gd name="connsiteX102" fmla="*/ 23476 w 194729"/>
                <a:gd name="connsiteY102" fmla="*/ 438135 h 543426"/>
                <a:gd name="connsiteX103" fmla="*/ 23554 w 194729"/>
                <a:gd name="connsiteY103" fmla="*/ 436722 h 543426"/>
                <a:gd name="connsiteX104" fmla="*/ 21322 w 194729"/>
                <a:gd name="connsiteY104" fmla="*/ 436722 h 543426"/>
                <a:gd name="connsiteX105" fmla="*/ 21238 w 194729"/>
                <a:gd name="connsiteY105" fmla="*/ 435120 h 543426"/>
                <a:gd name="connsiteX106" fmla="*/ 21089 w 194729"/>
                <a:gd name="connsiteY106" fmla="*/ 433048 h 543426"/>
                <a:gd name="connsiteX107" fmla="*/ 20959 w 194729"/>
                <a:gd name="connsiteY107" fmla="*/ 430981 h 543426"/>
                <a:gd name="connsiteX108" fmla="*/ 20578 w 194729"/>
                <a:gd name="connsiteY108" fmla="*/ 429281 h 543426"/>
                <a:gd name="connsiteX109" fmla="*/ 18345 w 194729"/>
                <a:gd name="connsiteY109" fmla="*/ 428537 h 543426"/>
                <a:gd name="connsiteX110" fmla="*/ 17973 w 194729"/>
                <a:gd name="connsiteY110" fmla="*/ 424862 h 543426"/>
                <a:gd name="connsiteX111" fmla="*/ 17601 w 194729"/>
                <a:gd name="connsiteY111" fmla="*/ 421095 h 543426"/>
                <a:gd name="connsiteX112" fmla="*/ 15369 w 194729"/>
                <a:gd name="connsiteY112" fmla="*/ 419607 h 543426"/>
                <a:gd name="connsiteX113" fmla="*/ 15369 w 194729"/>
                <a:gd name="connsiteY113" fmla="*/ 414398 h 543426"/>
                <a:gd name="connsiteX114" fmla="*/ 13136 w 194729"/>
                <a:gd name="connsiteY114" fmla="*/ 412910 h 543426"/>
                <a:gd name="connsiteX115" fmla="*/ 12346 w 194729"/>
                <a:gd name="connsiteY115" fmla="*/ 409096 h 543426"/>
                <a:gd name="connsiteX116" fmla="*/ 11648 w 194729"/>
                <a:gd name="connsiteY116" fmla="*/ 405468 h 543426"/>
                <a:gd name="connsiteX117" fmla="*/ 10160 w 194729"/>
                <a:gd name="connsiteY117" fmla="*/ 405468 h 543426"/>
                <a:gd name="connsiteX118" fmla="*/ 10160 w 194729"/>
                <a:gd name="connsiteY118" fmla="*/ 401748 h 543426"/>
                <a:gd name="connsiteX119" fmla="*/ 15319 w 194729"/>
                <a:gd name="connsiteY119" fmla="*/ 400091 h 543426"/>
                <a:gd name="connsiteX120" fmla="*/ 16857 w 194729"/>
                <a:gd name="connsiteY120" fmla="*/ 399515 h 543426"/>
                <a:gd name="connsiteX121" fmla="*/ 17601 w 194729"/>
                <a:gd name="connsiteY121" fmla="*/ 397283 h 543426"/>
                <a:gd name="connsiteX122" fmla="*/ 23296 w 194729"/>
                <a:gd name="connsiteY122" fmla="*/ 396914 h 543426"/>
                <a:gd name="connsiteX123" fmla="*/ 25043 w 194729"/>
                <a:gd name="connsiteY123" fmla="*/ 396539 h 543426"/>
                <a:gd name="connsiteX124" fmla="*/ 25787 w 194729"/>
                <a:gd name="connsiteY124" fmla="*/ 395050 h 543426"/>
                <a:gd name="connsiteX125" fmla="*/ 26531 w 194729"/>
                <a:gd name="connsiteY125" fmla="*/ 393562 h 543426"/>
                <a:gd name="connsiteX126" fmla="*/ 30298 w 194729"/>
                <a:gd name="connsiteY126" fmla="*/ 393143 h 543426"/>
                <a:gd name="connsiteX127" fmla="*/ 33972 w 194729"/>
                <a:gd name="connsiteY127" fmla="*/ 392818 h 543426"/>
                <a:gd name="connsiteX128" fmla="*/ 34717 w 194729"/>
                <a:gd name="connsiteY128" fmla="*/ 390585 h 543426"/>
                <a:gd name="connsiteX129" fmla="*/ 40484 w 194729"/>
                <a:gd name="connsiteY129" fmla="*/ 389562 h 543426"/>
                <a:gd name="connsiteX130" fmla="*/ 42158 w 194729"/>
                <a:gd name="connsiteY130" fmla="*/ 389097 h 543426"/>
                <a:gd name="connsiteX131" fmla="*/ 42902 w 194729"/>
                <a:gd name="connsiteY131" fmla="*/ 386865 h 543426"/>
                <a:gd name="connsiteX132" fmla="*/ 48669 w 194729"/>
                <a:gd name="connsiteY132" fmla="*/ 386423 h 543426"/>
                <a:gd name="connsiteX133" fmla="*/ 50343 w 194729"/>
                <a:gd name="connsiteY133" fmla="*/ 386121 h 543426"/>
                <a:gd name="connsiteX134" fmla="*/ 51088 w 194729"/>
                <a:gd name="connsiteY134" fmla="*/ 383888 h 543426"/>
                <a:gd name="connsiteX135" fmla="*/ 56855 w 194729"/>
                <a:gd name="connsiteY135" fmla="*/ 382865 h 543426"/>
                <a:gd name="connsiteX136" fmla="*/ 58529 w 194729"/>
                <a:gd name="connsiteY136" fmla="*/ 382400 h 543426"/>
                <a:gd name="connsiteX137" fmla="*/ 59273 w 194729"/>
                <a:gd name="connsiteY137" fmla="*/ 380167 h 543426"/>
                <a:gd name="connsiteX138" fmla="*/ 63412 w 194729"/>
                <a:gd name="connsiteY138" fmla="*/ 379656 h 543426"/>
                <a:gd name="connsiteX139" fmla="*/ 65694 w 194729"/>
                <a:gd name="connsiteY139" fmla="*/ 379508 h 543426"/>
                <a:gd name="connsiteX140" fmla="*/ 67459 w 194729"/>
                <a:gd name="connsiteY140" fmla="*/ 379423 h 543426"/>
                <a:gd name="connsiteX141" fmla="*/ 67459 w 194729"/>
                <a:gd name="connsiteY141" fmla="*/ 376447 h 543426"/>
                <a:gd name="connsiteX142" fmla="*/ 69060 w 194729"/>
                <a:gd name="connsiteY142" fmla="*/ 376362 h 543426"/>
                <a:gd name="connsiteX143" fmla="*/ 71133 w 194729"/>
                <a:gd name="connsiteY143" fmla="*/ 376214 h 543426"/>
                <a:gd name="connsiteX144" fmla="*/ 73200 w 194729"/>
                <a:gd name="connsiteY144" fmla="*/ 376083 h 543426"/>
                <a:gd name="connsiteX145" fmla="*/ 74900 w 194729"/>
                <a:gd name="connsiteY145" fmla="*/ 375703 h 543426"/>
                <a:gd name="connsiteX146" fmla="*/ 75644 w 194729"/>
                <a:gd name="connsiteY146" fmla="*/ 373470 h 543426"/>
                <a:gd name="connsiteX147" fmla="*/ 79411 w 194729"/>
                <a:gd name="connsiteY147" fmla="*/ 372959 h 543426"/>
                <a:gd name="connsiteX148" fmla="*/ 81484 w 194729"/>
                <a:gd name="connsiteY148" fmla="*/ 372810 h 543426"/>
                <a:gd name="connsiteX149" fmla="*/ 83086 w 194729"/>
                <a:gd name="connsiteY149" fmla="*/ 372726 h 543426"/>
                <a:gd name="connsiteX150" fmla="*/ 83086 w 194729"/>
                <a:gd name="connsiteY150" fmla="*/ 369749 h 543426"/>
                <a:gd name="connsiteX151" fmla="*/ 84687 w 194729"/>
                <a:gd name="connsiteY151" fmla="*/ 369665 h 543426"/>
                <a:gd name="connsiteX152" fmla="*/ 86760 w 194729"/>
                <a:gd name="connsiteY152" fmla="*/ 369517 h 543426"/>
                <a:gd name="connsiteX153" fmla="*/ 88827 w 194729"/>
                <a:gd name="connsiteY153" fmla="*/ 369386 h 543426"/>
                <a:gd name="connsiteX154" fmla="*/ 90527 w 194729"/>
                <a:gd name="connsiteY154" fmla="*/ 369005 h 543426"/>
                <a:gd name="connsiteX155" fmla="*/ 91271 w 194729"/>
                <a:gd name="connsiteY155" fmla="*/ 366773 h 543426"/>
                <a:gd name="connsiteX156" fmla="*/ 96457 w 194729"/>
                <a:gd name="connsiteY156" fmla="*/ 366404 h 543426"/>
                <a:gd name="connsiteX157" fmla="*/ 97968 w 194729"/>
                <a:gd name="connsiteY157" fmla="*/ 366029 h 543426"/>
                <a:gd name="connsiteX158" fmla="*/ 98713 w 194729"/>
                <a:gd name="connsiteY158" fmla="*/ 363052 h 543426"/>
                <a:gd name="connsiteX159" fmla="*/ 102015 w 194729"/>
                <a:gd name="connsiteY159" fmla="*/ 362680 h 543426"/>
                <a:gd name="connsiteX160" fmla="*/ 105410 w 194729"/>
                <a:gd name="connsiteY160" fmla="*/ 362308 h 543426"/>
                <a:gd name="connsiteX161" fmla="*/ 106128 w 194729"/>
                <a:gd name="connsiteY161" fmla="*/ 360808 h 543426"/>
                <a:gd name="connsiteX162" fmla="*/ 106898 w 194729"/>
                <a:gd name="connsiteY162" fmla="*/ 359332 h 543426"/>
                <a:gd name="connsiteX163" fmla="*/ 110712 w 194729"/>
                <a:gd name="connsiteY163" fmla="*/ 359145 h 543426"/>
                <a:gd name="connsiteX164" fmla="*/ 112764 w 194729"/>
                <a:gd name="connsiteY164" fmla="*/ 359227 h 543426"/>
                <a:gd name="connsiteX165" fmla="*/ 114340 w 194729"/>
                <a:gd name="connsiteY165" fmla="*/ 359332 h 543426"/>
                <a:gd name="connsiteX166" fmla="*/ 114340 w 194729"/>
                <a:gd name="connsiteY166" fmla="*/ 356355 h 543426"/>
                <a:gd name="connsiteX167" fmla="*/ 121781 w 194729"/>
                <a:gd name="connsiteY167" fmla="*/ 355611 h 543426"/>
                <a:gd name="connsiteX168" fmla="*/ 121781 w 194729"/>
                <a:gd name="connsiteY168" fmla="*/ 352634 h 543426"/>
                <a:gd name="connsiteX169" fmla="*/ 129222 w 194729"/>
                <a:gd name="connsiteY169" fmla="*/ 352634 h 543426"/>
                <a:gd name="connsiteX170" fmla="*/ 129222 w 194729"/>
                <a:gd name="connsiteY170" fmla="*/ 349658 h 543426"/>
                <a:gd name="connsiteX171" fmla="*/ 130583 w 194729"/>
                <a:gd name="connsiteY171" fmla="*/ 349652 h 543426"/>
                <a:gd name="connsiteX172" fmla="*/ 132385 w 194729"/>
                <a:gd name="connsiteY172" fmla="*/ 349565 h 543426"/>
                <a:gd name="connsiteX173" fmla="*/ 134164 w 194729"/>
                <a:gd name="connsiteY173" fmla="*/ 349512 h 543426"/>
                <a:gd name="connsiteX174" fmla="*/ 138896 w 194729"/>
                <a:gd name="connsiteY174" fmla="*/ 344449 h 543426"/>
                <a:gd name="connsiteX175" fmla="*/ 139254 w 194729"/>
                <a:gd name="connsiteY175" fmla="*/ 338798 h 543426"/>
                <a:gd name="connsiteX176" fmla="*/ 139262 w 194729"/>
                <a:gd name="connsiteY176" fmla="*/ 337120 h 543426"/>
                <a:gd name="connsiteX177" fmla="*/ 139234 w 194729"/>
                <a:gd name="connsiteY177" fmla="*/ 331578 h 543426"/>
                <a:gd name="connsiteX178" fmla="*/ 139235 w 194729"/>
                <a:gd name="connsiteY178" fmla="*/ 327595 h 543426"/>
                <a:gd name="connsiteX179" fmla="*/ 139198 w 194729"/>
                <a:gd name="connsiteY179" fmla="*/ 316798 h 543426"/>
                <a:gd name="connsiteX180" fmla="*/ 139174 w 194729"/>
                <a:gd name="connsiteY180" fmla="*/ 305509 h 543426"/>
                <a:gd name="connsiteX181" fmla="*/ 139111 w 194729"/>
                <a:gd name="connsiteY181" fmla="*/ 284139 h 543426"/>
                <a:gd name="connsiteX182" fmla="*/ 139046 w 194729"/>
                <a:gd name="connsiteY182" fmla="*/ 259806 h 543426"/>
                <a:gd name="connsiteX183" fmla="*/ 138896 w 194729"/>
                <a:gd name="connsiteY183" fmla="*/ 209759 h 543426"/>
                <a:gd name="connsiteX184" fmla="*/ 137155 w 194729"/>
                <a:gd name="connsiteY184" fmla="*/ 209750 h 543426"/>
                <a:gd name="connsiteX185" fmla="*/ 95274 w 194729"/>
                <a:gd name="connsiteY185" fmla="*/ 209507 h 543426"/>
                <a:gd name="connsiteX186" fmla="*/ 75021 w 194729"/>
                <a:gd name="connsiteY186" fmla="*/ 209389 h 543426"/>
                <a:gd name="connsiteX187" fmla="*/ 57375 w 194729"/>
                <a:gd name="connsiteY187" fmla="*/ 209285 h 543426"/>
                <a:gd name="connsiteX188" fmla="*/ 48026 w 194729"/>
                <a:gd name="connsiteY188" fmla="*/ 209232 h 543426"/>
                <a:gd name="connsiteX189" fmla="*/ 39236 w 194729"/>
                <a:gd name="connsiteY189" fmla="*/ 209178 h 543426"/>
                <a:gd name="connsiteX190" fmla="*/ 36001 w 194729"/>
                <a:gd name="connsiteY190" fmla="*/ 209161 h 543426"/>
                <a:gd name="connsiteX191" fmla="*/ 31602 w 194729"/>
                <a:gd name="connsiteY191" fmla="*/ 209133 h 543426"/>
                <a:gd name="connsiteX192" fmla="*/ 29110 w 194729"/>
                <a:gd name="connsiteY192" fmla="*/ 209118 h 543426"/>
                <a:gd name="connsiteX193" fmla="*/ 26531 w 194729"/>
                <a:gd name="connsiteY193" fmla="*/ 208271 h 543426"/>
                <a:gd name="connsiteX194" fmla="*/ 26423 w 194729"/>
                <a:gd name="connsiteY194" fmla="*/ 201436 h 543426"/>
                <a:gd name="connsiteX195" fmla="*/ 26415 w 194729"/>
                <a:gd name="connsiteY195" fmla="*/ 199262 h 543426"/>
                <a:gd name="connsiteX196" fmla="*/ 26406 w 194729"/>
                <a:gd name="connsiteY196" fmla="*/ 192109 h 543426"/>
                <a:gd name="connsiteX197" fmla="*/ 26398 w 194729"/>
                <a:gd name="connsiteY197" fmla="*/ 187163 h 543426"/>
                <a:gd name="connsiteX198" fmla="*/ 26393 w 194729"/>
                <a:gd name="connsiteY198" fmla="*/ 176781 h 543426"/>
                <a:gd name="connsiteX199" fmla="*/ 26370 w 194729"/>
                <a:gd name="connsiteY199" fmla="*/ 163440 h 543426"/>
                <a:gd name="connsiteX200" fmla="*/ 26361 w 194729"/>
                <a:gd name="connsiteY200" fmla="*/ 153221 h 543426"/>
                <a:gd name="connsiteX201" fmla="*/ 26351 w 194729"/>
                <a:gd name="connsiteY201" fmla="*/ 148300 h 543426"/>
                <a:gd name="connsiteX202" fmla="*/ 26350 w 194729"/>
                <a:gd name="connsiteY202" fmla="*/ 141436 h 543426"/>
                <a:gd name="connsiteX203" fmla="*/ 26338 w 194729"/>
                <a:gd name="connsiteY203" fmla="*/ 139361 h 543426"/>
                <a:gd name="connsiteX204" fmla="*/ 26531 w 194729"/>
                <a:gd name="connsiteY204" fmla="*/ 134601 h 543426"/>
                <a:gd name="connsiteX205" fmla="*/ 32436 w 194729"/>
                <a:gd name="connsiteY205" fmla="*/ 133767 h 543426"/>
                <a:gd name="connsiteX206" fmla="*/ 35288 w 194729"/>
                <a:gd name="connsiteY206" fmla="*/ 133764 h 543426"/>
                <a:gd name="connsiteX207" fmla="*/ 38435 w 194729"/>
                <a:gd name="connsiteY207" fmla="*/ 133772 h 543426"/>
                <a:gd name="connsiteX208" fmla="*/ 41734 w 194729"/>
                <a:gd name="connsiteY208" fmla="*/ 133772 h 543426"/>
                <a:gd name="connsiteX209" fmla="*/ 50710 w 194729"/>
                <a:gd name="connsiteY209" fmla="*/ 133781 h 543426"/>
                <a:gd name="connsiteX210" fmla="*/ 60083 w 194729"/>
                <a:gd name="connsiteY210" fmla="*/ 133787 h 543426"/>
                <a:gd name="connsiteX211" fmla="*/ 77841 w 194729"/>
                <a:gd name="connsiteY211" fmla="*/ 133803 h 543426"/>
                <a:gd name="connsiteX212" fmla="*/ 98054 w 194729"/>
                <a:gd name="connsiteY212" fmla="*/ 133819 h 543426"/>
                <a:gd name="connsiteX213" fmla="*/ 139640 w 194729"/>
                <a:gd name="connsiteY213" fmla="*/ 133857 h 543426"/>
                <a:gd name="connsiteX214" fmla="*/ 138896 w 194729"/>
                <a:gd name="connsiteY214" fmla="*/ 131625 h 543426"/>
                <a:gd name="connsiteX215" fmla="*/ 138787 w 194729"/>
                <a:gd name="connsiteY215" fmla="*/ 126450 h 543426"/>
                <a:gd name="connsiteX216" fmla="*/ 138778 w 194729"/>
                <a:gd name="connsiteY216" fmla="*/ 124846 h 543426"/>
                <a:gd name="connsiteX217" fmla="*/ 138765 w 194729"/>
                <a:gd name="connsiteY217" fmla="*/ 119509 h 543426"/>
                <a:gd name="connsiteX218" fmla="*/ 138750 w 194729"/>
                <a:gd name="connsiteY218" fmla="*/ 115688 h 543426"/>
                <a:gd name="connsiteX219" fmla="*/ 138723 w 194729"/>
                <a:gd name="connsiteY219" fmla="*/ 105301 h 543426"/>
                <a:gd name="connsiteX220" fmla="*/ 138710 w 194729"/>
                <a:gd name="connsiteY220" fmla="*/ 98818 h 543426"/>
                <a:gd name="connsiteX221" fmla="*/ 138679 w 194729"/>
                <a:gd name="connsiteY221" fmla="*/ 78550 h 543426"/>
                <a:gd name="connsiteX222" fmla="*/ 138622 w 194729"/>
                <a:gd name="connsiteY222" fmla="*/ 55120 h 543426"/>
                <a:gd name="connsiteX223" fmla="*/ 138586 w 194729"/>
                <a:gd name="connsiteY223" fmla="*/ 37028 h 543426"/>
                <a:gd name="connsiteX224" fmla="*/ 138559 w 194729"/>
                <a:gd name="connsiteY224" fmla="*/ 26212 h 543426"/>
                <a:gd name="connsiteX225" fmla="*/ 138546 w 194729"/>
                <a:gd name="connsiteY225" fmla="*/ 16048 h 543426"/>
                <a:gd name="connsiteX226" fmla="*/ 138531 w 194729"/>
                <a:gd name="connsiteY226" fmla="*/ 12310 h 543426"/>
                <a:gd name="connsiteX227" fmla="*/ 138533 w 194729"/>
                <a:gd name="connsiteY227" fmla="*/ 7224 h 543426"/>
                <a:gd name="connsiteX228" fmla="*/ 138528 w 194729"/>
                <a:gd name="connsiteY228" fmla="*/ 4343 h 543426"/>
                <a:gd name="connsiteX229" fmla="*/ 140241 w 194729"/>
                <a:gd name="connsiteY229" fmla="*/ 1094 h 543426"/>
                <a:gd name="connsiteX230" fmla="*/ 147788 w 194729"/>
                <a:gd name="connsiteY230" fmla="*/ 463 h 543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194729" h="543426">
                  <a:moveTo>
                    <a:pt x="147788" y="463"/>
                  </a:moveTo>
                  <a:cubicBezTo>
                    <a:pt x="148678" y="459"/>
                    <a:pt x="148678" y="459"/>
                    <a:pt x="149586" y="455"/>
                  </a:cubicBezTo>
                  <a:cubicBezTo>
                    <a:pt x="151544" y="449"/>
                    <a:pt x="153501" y="453"/>
                    <a:pt x="155459" y="458"/>
                  </a:cubicBezTo>
                  <a:cubicBezTo>
                    <a:pt x="156819" y="457"/>
                    <a:pt x="158180" y="456"/>
                    <a:pt x="159540" y="454"/>
                  </a:cubicBezTo>
                  <a:cubicBezTo>
                    <a:pt x="162389" y="452"/>
                    <a:pt x="165237" y="455"/>
                    <a:pt x="168086" y="462"/>
                  </a:cubicBezTo>
                  <a:cubicBezTo>
                    <a:pt x="171743" y="470"/>
                    <a:pt x="175400" y="465"/>
                    <a:pt x="179056" y="456"/>
                  </a:cubicBezTo>
                  <a:cubicBezTo>
                    <a:pt x="181864" y="451"/>
                    <a:pt x="184671" y="453"/>
                    <a:pt x="187479" y="457"/>
                  </a:cubicBezTo>
                  <a:cubicBezTo>
                    <a:pt x="188828" y="458"/>
                    <a:pt x="190177" y="456"/>
                    <a:pt x="191525" y="453"/>
                  </a:cubicBezTo>
                  <a:cubicBezTo>
                    <a:pt x="193407" y="449"/>
                    <a:pt x="195288" y="455"/>
                    <a:pt x="197169" y="463"/>
                  </a:cubicBezTo>
                  <a:cubicBezTo>
                    <a:pt x="197730" y="460"/>
                    <a:pt x="198290" y="457"/>
                    <a:pt x="198868" y="454"/>
                  </a:cubicBezTo>
                  <a:cubicBezTo>
                    <a:pt x="202722" y="486"/>
                    <a:pt x="202722" y="486"/>
                    <a:pt x="204381" y="2144"/>
                  </a:cubicBezTo>
                  <a:cubicBezTo>
                    <a:pt x="204566" y="3755"/>
                    <a:pt x="204566" y="3755"/>
                    <a:pt x="204565" y="5803"/>
                  </a:cubicBezTo>
                  <a:cubicBezTo>
                    <a:pt x="204569" y="6582"/>
                    <a:pt x="204572" y="7362"/>
                    <a:pt x="204576" y="8166"/>
                  </a:cubicBezTo>
                  <a:cubicBezTo>
                    <a:pt x="204572" y="9031"/>
                    <a:pt x="204568" y="9896"/>
                    <a:pt x="204564" y="10788"/>
                  </a:cubicBezTo>
                  <a:cubicBezTo>
                    <a:pt x="204565" y="11704"/>
                    <a:pt x="204567" y="12620"/>
                    <a:pt x="204569" y="13565"/>
                  </a:cubicBezTo>
                  <a:cubicBezTo>
                    <a:pt x="204572" y="16128"/>
                    <a:pt x="204569" y="18691"/>
                    <a:pt x="204563" y="21254"/>
                  </a:cubicBezTo>
                  <a:cubicBezTo>
                    <a:pt x="204557" y="24035"/>
                    <a:pt x="204561" y="26816"/>
                    <a:pt x="204563" y="29597"/>
                  </a:cubicBezTo>
                  <a:cubicBezTo>
                    <a:pt x="204567" y="34477"/>
                    <a:pt x="204564" y="39358"/>
                    <a:pt x="204558" y="44238"/>
                  </a:cubicBezTo>
                  <a:cubicBezTo>
                    <a:pt x="204549" y="51496"/>
                    <a:pt x="204549" y="58753"/>
                    <a:pt x="204550" y="66010"/>
                  </a:cubicBezTo>
                  <a:cubicBezTo>
                    <a:pt x="204552" y="78216"/>
                    <a:pt x="204547" y="90422"/>
                    <a:pt x="204538" y="102628"/>
                  </a:cubicBezTo>
                  <a:cubicBezTo>
                    <a:pt x="204529" y="114719"/>
                    <a:pt x="204523" y="126810"/>
                    <a:pt x="204522" y="138901"/>
                  </a:cubicBezTo>
                  <a:cubicBezTo>
                    <a:pt x="204522" y="139652"/>
                    <a:pt x="204522" y="140403"/>
                    <a:pt x="204521" y="141176"/>
                  </a:cubicBezTo>
                  <a:cubicBezTo>
                    <a:pt x="204521" y="144990"/>
                    <a:pt x="204521" y="148803"/>
                    <a:pt x="204520" y="152617"/>
                  </a:cubicBezTo>
                  <a:cubicBezTo>
                    <a:pt x="204517" y="179648"/>
                    <a:pt x="204507" y="206679"/>
                    <a:pt x="204493" y="233710"/>
                  </a:cubicBezTo>
                  <a:cubicBezTo>
                    <a:pt x="204479" y="259976"/>
                    <a:pt x="204469" y="286241"/>
                    <a:pt x="204462" y="312506"/>
                  </a:cubicBezTo>
                  <a:cubicBezTo>
                    <a:pt x="204462" y="313315"/>
                    <a:pt x="204462" y="314125"/>
                    <a:pt x="204462" y="314958"/>
                  </a:cubicBezTo>
                  <a:cubicBezTo>
                    <a:pt x="204460" y="323084"/>
                    <a:pt x="204458" y="331210"/>
                    <a:pt x="204456" y="339336"/>
                  </a:cubicBezTo>
                  <a:cubicBezTo>
                    <a:pt x="204452" y="355891"/>
                    <a:pt x="204448" y="372445"/>
                    <a:pt x="204444" y="389000"/>
                  </a:cubicBezTo>
                  <a:cubicBezTo>
                    <a:pt x="204443" y="390141"/>
                    <a:pt x="204443" y="390141"/>
                    <a:pt x="204443" y="391306"/>
                  </a:cubicBezTo>
                  <a:cubicBezTo>
                    <a:pt x="204432" y="430709"/>
                    <a:pt x="204415" y="470113"/>
                    <a:pt x="204397" y="509516"/>
                  </a:cubicBezTo>
                  <a:cubicBezTo>
                    <a:pt x="204397" y="510070"/>
                    <a:pt x="204397" y="510625"/>
                    <a:pt x="204396" y="511196"/>
                  </a:cubicBezTo>
                  <a:cubicBezTo>
                    <a:pt x="204391" y="522090"/>
                    <a:pt x="204386" y="532984"/>
                    <a:pt x="204381" y="543878"/>
                  </a:cubicBezTo>
                  <a:cubicBezTo>
                    <a:pt x="182771" y="543878"/>
                    <a:pt x="161161" y="543878"/>
                    <a:pt x="138896" y="543878"/>
                  </a:cubicBezTo>
                  <a:cubicBezTo>
                    <a:pt x="138896" y="505324"/>
                    <a:pt x="138896" y="466771"/>
                    <a:pt x="138896" y="427048"/>
                  </a:cubicBezTo>
                  <a:cubicBezTo>
                    <a:pt x="137177" y="427539"/>
                    <a:pt x="135458" y="428031"/>
                    <a:pt x="133687" y="428537"/>
                  </a:cubicBezTo>
                  <a:cubicBezTo>
                    <a:pt x="133580" y="429058"/>
                    <a:pt x="133472" y="429580"/>
                    <a:pt x="133362" y="430118"/>
                  </a:cubicBezTo>
                  <a:cubicBezTo>
                    <a:pt x="133224" y="430578"/>
                    <a:pt x="133085" y="431039"/>
                    <a:pt x="132943" y="431513"/>
                  </a:cubicBezTo>
                  <a:cubicBezTo>
                    <a:pt x="130904" y="431802"/>
                    <a:pt x="129062" y="431645"/>
                    <a:pt x="126990" y="431513"/>
                  </a:cubicBezTo>
                  <a:cubicBezTo>
                    <a:pt x="126990" y="432495"/>
                    <a:pt x="126990" y="433478"/>
                    <a:pt x="126990" y="434490"/>
                  </a:cubicBezTo>
                  <a:cubicBezTo>
                    <a:pt x="125747" y="434582"/>
                    <a:pt x="125747" y="434582"/>
                    <a:pt x="124478" y="434676"/>
                  </a:cubicBezTo>
                  <a:cubicBezTo>
                    <a:pt x="123588" y="434860"/>
                    <a:pt x="122698" y="435044"/>
                    <a:pt x="121781" y="435234"/>
                  </a:cubicBezTo>
                  <a:cubicBezTo>
                    <a:pt x="121551" y="435725"/>
                    <a:pt x="121321" y="436216"/>
                    <a:pt x="121083" y="436722"/>
                  </a:cubicBezTo>
                  <a:cubicBezTo>
                    <a:pt x="120822" y="437213"/>
                    <a:pt x="120562" y="437704"/>
                    <a:pt x="120293" y="438210"/>
                  </a:cubicBezTo>
                  <a:cubicBezTo>
                    <a:pt x="118759" y="438501"/>
                    <a:pt x="117250" y="438587"/>
                    <a:pt x="115694" y="438696"/>
                  </a:cubicBezTo>
                  <a:cubicBezTo>
                    <a:pt x="115024" y="438824"/>
                    <a:pt x="115024" y="438824"/>
                    <a:pt x="114340" y="438955"/>
                  </a:cubicBezTo>
                  <a:cubicBezTo>
                    <a:pt x="113496" y="440455"/>
                    <a:pt x="113496" y="440455"/>
                    <a:pt x="112851" y="441931"/>
                  </a:cubicBezTo>
                  <a:cubicBezTo>
                    <a:pt x="111363" y="441931"/>
                    <a:pt x="109875" y="441931"/>
                    <a:pt x="108386" y="441931"/>
                  </a:cubicBezTo>
                  <a:cubicBezTo>
                    <a:pt x="108225" y="442645"/>
                    <a:pt x="108225" y="442645"/>
                    <a:pt x="108061" y="443373"/>
                  </a:cubicBezTo>
                  <a:cubicBezTo>
                    <a:pt x="107854" y="444133"/>
                    <a:pt x="107854" y="444133"/>
                    <a:pt x="107642" y="444908"/>
                  </a:cubicBezTo>
                  <a:cubicBezTo>
                    <a:pt x="105907" y="445160"/>
                    <a:pt x="104170" y="445408"/>
                    <a:pt x="102433" y="445652"/>
                  </a:cubicBezTo>
                  <a:cubicBezTo>
                    <a:pt x="102203" y="446143"/>
                    <a:pt x="101973" y="446634"/>
                    <a:pt x="101736" y="447140"/>
                  </a:cubicBezTo>
                  <a:cubicBezTo>
                    <a:pt x="101475" y="447631"/>
                    <a:pt x="101214" y="448122"/>
                    <a:pt x="100945" y="448628"/>
                  </a:cubicBezTo>
                  <a:cubicBezTo>
                    <a:pt x="99567" y="448910"/>
                    <a:pt x="99567" y="448910"/>
                    <a:pt x="97922" y="449047"/>
                  </a:cubicBezTo>
                  <a:cubicBezTo>
                    <a:pt x="96955" y="449154"/>
                    <a:pt x="95988" y="449262"/>
                    <a:pt x="94992" y="449373"/>
                  </a:cubicBezTo>
                  <a:cubicBezTo>
                    <a:pt x="94746" y="450109"/>
                    <a:pt x="94501" y="450846"/>
                    <a:pt x="94248" y="451605"/>
                  </a:cubicBezTo>
                  <a:cubicBezTo>
                    <a:pt x="93388" y="451712"/>
                    <a:pt x="92529" y="451820"/>
                    <a:pt x="91643" y="451930"/>
                  </a:cubicBezTo>
                  <a:cubicBezTo>
                    <a:pt x="90784" y="452069"/>
                    <a:pt x="89924" y="452207"/>
                    <a:pt x="89039" y="452349"/>
                  </a:cubicBezTo>
                  <a:cubicBezTo>
                    <a:pt x="88931" y="452840"/>
                    <a:pt x="88824" y="453331"/>
                    <a:pt x="88713" y="453837"/>
                  </a:cubicBezTo>
                  <a:cubicBezTo>
                    <a:pt x="88575" y="454328"/>
                    <a:pt x="88437" y="454820"/>
                    <a:pt x="88295" y="455326"/>
                  </a:cubicBezTo>
                  <a:cubicBezTo>
                    <a:pt x="86747" y="455654"/>
                    <a:pt x="85271" y="455746"/>
                    <a:pt x="83690" y="455794"/>
                  </a:cubicBezTo>
                  <a:cubicBezTo>
                    <a:pt x="83245" y="455885"/>
                    <a:pt x="82800" y="455976"/>
                    <a:pt x="82342" y="456070"/>
                  </a:cubicBezTo>
                  <a:cubicBezTo>
                    <a:pt x="82096" y="456806"/>
                    <a:pt x="81850" y="457543"/>
                    <a:pt x="81597" y="458302"/>
                  </a:cubicBezTo>
                  <a:cubicBezTo>
                    <a:pt x="80222" y="458683"/>
                    <a:pt x="80222" y="458683"/>
                    <a:pt x="78574" y="458814"/>
                  </a:cubicBezTo>
                  <a:cubicBezTo>
                    <a:pt x="77124" y="458929"/>
                    <a:pt x="77124" y="458929"/>
                    <a:pt x="75644" y="459046"/>
                  </a:cubicBezTo>
                  <a:cubicBezTo>
                    <a:pt x="75644" y="460029"/>
                    <a:pt x="75644" y="461011"/>
                    <a:pt x="75644" y="462023"/>
                  </a:cubicBezTo>
                  <a:cubicBezTo>
                    <a:pt x="74118" y="462120"/>
                    <a:pt x="72592" y="462217"/>
                    <a:pt x="71066" y="462314"/>
                  </a:cubicBezTo>
                  <a:cubicBezTo>
                    <a:pt x="70612" y="462463"/>
                    <a:pt x="70159" y="462613"/>
                    <a:pt x="69691" y="462767"/>
                  </a:cubicBezTo>
                  <a:cubicBezTo>
                    <a:pt x="69575" y="463261"/>
                    <a:pt x="69459" y="463755"/>
                    <a:pt x="69339" y="464264"/>
                  </a:cubicBezTo>
                  <a:cubicBezTo>
                    <a:pt x="69210" y="464752"/>
                    <a:pt x="69080" y="465241"/>
                    <a:pt x="68947" y="465744"/>
                  </a:cubicBezTo>
                  <a:cubicBezTo>
                    <a:pt x="67435" y="466119"/>
                    <a:pt x="67435" y="466119"/>
                    <a:pt x="65598" y="466162"/>
                  </a:cubicBezTo>
                  <a:cubicBezTo>
                    <a:pt x="63807" y="466163"/>
                    <a:pt x="63807" y="466163"/>
                    <a:pt x="62250" y="466488"/>
                  </a:cubicBezTo>
                  <a:cubicBezTo>
                    <a:pt x="62004" y="467224"/>
                    <a:pt x="61759" y="467961"/>
                    <a:pt x="61506" y="468720"/>
                  </a:cubicBezTo>
                  <a:cubicBezTo>
                    <a:pt x="60646" y="468828"/>
                    <a:pt x="59787" y="468935"/>
                    <a:pt x="58901" y="469046"/>
                  </a:cubicBezTo>
                  <a:cubicBezTo>
                    <a:pt x="58042" y="469184"/>
                    <a:pt x="57182" y="469322"/>
                    <a:pt x="56297" y="469464"/>
                  </a:cubicBezTo>
                  <a:cubicBezTo>
                    <a:pt x="56189" y="469955"/>
                    <a:pt x="56082" y="470447"/>
                    <a:pt x="55971" y="470953"/>
                  </a:cubicBezTo>
                  <a:cubicBezTo>
                    <a:pt x="55833" y="471444"/>
                    <a:pt x="55695" y="471935"/>
                    <a:pt x="55552" y="472441"/>
                  </a:cubicBezTo>
                  <a:cubicBezTo>
                    <a:pt x="54005" y="472769"/>
                    <a:pt x="52529" y="472861"/>
                    <a:pt x="50948" y="472909"/>
                  </a:cubicBezTo>
                  <a:cubicBezTo>
                    <a:pt x="50280" y="473046"/>
                    <a:pt x="50280" y="473046"/>
                    <a:pt x="49599" y="473185"/>
                  </a:cubicBezTo>
                  <a:cubicBezTo>
                    <a:pt x="49354" y="473922"/>
                    <a:pt x="49108" y="474658"/>
                    <a:pt x="48855" y="475417"/>
                  </a:cubicBezTo>
                  <a:cubicBezTo>
                    <a:pt x="47480" y="475798"/>
                    <a:pt x="47480" y="475798"/>
                    <a:pt x="45832" y="475929"/>
                  </a:cubicBezTo>
                  <a:cubicBezTo>
                    <a:pt x="44382" y="476044"/>
                    <a:pt x="44382" y="476044"/>
                    <a:pt x="42902" y="476162"/>
                  </a:cubicBezTo>
                  <a:cubicBezTo>
                    <a:pt x="42902" y="477144"/>
                    <a:pt x="42902" y="478126"/>
                    <a:pt x="42902" y="479138"/>
                  </a:cubicBezTo>
                  <a:cubicBezTo>
                    <a:pt x="41818" y="479198"/>
                    <a:pt x="40732" y="479242"/>
                    <a:pt x="39646" y="479278"/>
                  </a:cubicBezTo>
                  <a:cubicBezTo>
                    <a:pt x="39042" y="479304"/>
                    <a:pt x="38438" y="479329"/>
                    <a:pt x="37815" y="479356"/>
                  </a:cubicBezTo>
                  <a:cubicBezTo>
                    <a:pt x="37284" y="479284"/>
                    <a:pt x="36752" y="479212"/>
                    <a:pt x="36205" y="479138"/>
                  </a:cubicBezTo>
                  <a:cubicBezTo>
                    <a:pt x="34205" y="476138"/>
                    <a:pt x="34694" y="474011"/>
                    <a:pt x="34882" y="470505"/>
                  </a:cubicBezTo>
                  <a:cubicBezTo>
                    <a:pt x="34828" y="469916"/>
                    <a:pt x="34773" y="469327"/>
                    <a:pt x="34717" y="468720"/>
                  </a:cubicBezTo>
                  <a:cubicBezTo>
                    <a:pt x="33980" y="468475"/>
                    <a:pt x="33243" y="468229"/>
                    <a:pt x="32484" y="467976"/>
                  </a:cubicBezTo>
                  <a:cubicBezTo>
                    <a:pt x="32103" y="466276"/>
                    <a:pt x="32103" y="466276"/>
                    <a:pt x="31973" y="464209"/>
                  </a:cubicBezTo>
                  <a:cubicBezTo>
                    <a:pt x="31924" y="463525"/>
                    <a:pt x="31875" y="462841"/>
                    <a:pt x="31824" y="462136"/>
                  </a:cubicBezTo>
                  <a:cubicBezTo>
                    <a:pt x="31796" y="461608"/>
                    <a:pt x="31769" y="461079"/>
                    <a:pt x="31740" y="460535"/>
                  </a:cubicBezTo>
                  <a:cubicBezTo>
                    <a:pt x="31003" y="460535"/>
                    <a:pt x="30267" y="460535"/>
                    <a:pt x="29508" y="460535"/>
                  </a:cubicBezTo>
                  <a:cubicBezTo>
                    <a:pt x="29453" y="459835"/>
                    <a:pt x="29453" y="459835"/>
                    <a:pt x="29397" y="459122"/>
                  </a:cubicBezTo>
                  <a:cubicBezTo>
                    <a:pt x="29341" y="458514"/>
                    <a:pt x="29286" y="457906"/>
                    <a:pt x="29228" y="457279"/>
                  </a:cubicBezTo>
                  <a:cubicBezTo>
                    <a:pt x="29151" y="456373"/>
                    <a:pt x="29151" y="456373"/>
                    <a:pt x="29072" y="455448"/>
                  </a:cubicBezTo>
                  <a:cubicBezTo>
                    <a:pt x="28891" y="453686"/>
                    <a:pt x="28891" y="453686"/>
                    <a:pt x="27275" y="452349"/>
                  </a:cubicBezTo>
                  <a:cubicBezTo>
                    <a:pt x="27030" y="452349"/>
                    <a:pt x="26784" y="452349"/>
                    <a:pt x="26531" y="452349"/>
                  </a:cubicBezTo>
                  <a:cubicBezTo>
                    <a:pt x="26503" y="451829"/>
                    <a:pt x="26475" y="451309"/>
                    <a:pt x="26447" y="450774"/>
                  </a:cubicBezTo>
                  <a:cubicBezTo>
                    <a:pt x="26398" y="450096"/>
                    <a:pt x="26349" y="449419"/>
                    <a:pt x="26298" y="448721"/>
                  </a:cubicBezTo>
                  <a:cubicBezTo>
                    <a:pt x="26255" y="448048"/>
                    <a:pt x="26212" y="447375"/>
                    <a:pt x="26168" y="446681"/>
                  </a:cubicBezTo>
                  <a:cubicBezTo>
                    <a:pt x="25944" y="444638"/>
                    <a:pt x="25944" y="444638"/>
                    <a:pt x="23554" y="443419"/>
                  </a:cubicBezTo>
                  <a:cubicBezTo>
                    <a:pt x="23336" y="441809"/>
                    <a:pt x="23336" y="441809"/>
                    <a:pt x="23415" y="439978"/>
                  </a:cubicBezTo>
                  <a:cubicBezTo>
                    <a:pt x="23435" y="439370"/>
                    <a:pt x="23455" y="438761"/>
                    <a:pt x="23476" y="438135"/>
                  </a:cubicBezTo>
                  <a:cubicBezTo>
                    <a:pt x="23502" y="437669"/>
                    <a:pt x="23528" y="437202"/>
                    <a:pt x="23554" y="436722"/>
                  </a:cubicBezTo>
                  <a:cubicBezTo>
                    <a:pt x="22818" y="436722"/>
                    <a:pt x="22081" y="436722"/>
                    <a:pt x="21322" y="436722"/>
                  </a:cubicBezTo>
                  <a:cubicBezTo>
                    <a:pt x="21294" y="436194"/>
                    <a:pt x="21266" y="435665"/>
                    <a:pt x="21238" y="435120"/>
                  </a:cubicBezTo>
                  <a:cubicBezTo>
                    <a:pt x="21189" y="434437"/>
                    <a:pt x="21140" y="433753"/>
                    <a:pt x="21089" y="433048"/>
                  </a:cubicBezTo>
                  <a:cubicBezTo>
                    <a:pt x="21025" y="432025"/>
                    <a:pt x="21025" y="432025"/>
                    <a:pt x="20959" y="430981"/>
                  </a:cubicBezTo>
                  <a:cubicBezTo>
                    <a:pt x="20833" y="430420"/>
                    <a:pt x="20707" y="429859"/>
                    <a:pt x="20578" y="429281"/>
                  </a:cubicBezTo>
                  <a:cubicBezTo>
                    <a:pt x="19841" y="429035"/>
                    <a:pt x="19104" y="428790"/>
                    <a:pt x="18345" y="428537"/>
                  </a:cubicBezTo>
                  <a:cubicBezTo>
                    <a:pt x="18043" y="426888"/>
                    <a:pt x="18043" y="426888"/>
                    <a:pt x="17973" y="424862"/>
                  </a:cubicBezTo>
                  <a:cubicBezTo>
                    <a:pt x="17951" y="422879"/>
                    <a:pt x="17951" y="422879"/>
                    <a:pt x="17601" y="421095"/>
                  </a:cubicBezTo>
                  <a:cubicBezTo>
                    <a:pt x="16865" y="420604"/>
                    <a:pt x="16128" y="420113"/>
                    <a:pt x="15369" y="419607"/>
                  </a:cubicBezTo>
                  <a:cubicBezTo>
                    <a:pt x="15369" y="417871"/>
                    <a:pt x="15369" y="416134"/>
                    <a:pt x="15369" y="414398"/>
                  </a:cubicBezTo>
                  <a:cubicBezTo>
                    <a:pt x="14632" y="413907"/>
                    <a:pt x="13895" y="413416"/>
                    <a:pt x="13136" y="412910"/>
                  </a:cubicBezTo>
                  <a:cubicBezTo>
                    <a:pt x="12645" y="411136"/>
                    <a:pt x="12645" y="411136"/>
                    <a:pt x="12346" y="409096"/>
                  </a:cubicBezTo>
                  <a:cubicBezTo>
                    <a:pt x="12084" y="407112"/>
                    <a:pt x="12084" y="407112"/>
                    <a:pt x="11648" y="405468"/>
                  </a:cubicBezTo>
                  <a:cubicBezTo>
                    <a:pt x="11157" y="405468"/>
                    <a:pt x="10666" y="405468"/>
                    <a:pt x="10160" y="405468"/>
                  </a:cubicBezTo>
                  <a:cubicBezTo>
                    <a:pt x="9741" y="403747"/>
                    <a:pt x="9741" y="403747"/>
                    <a:pt x="10160" y="401748"/>
                  </a:cubicBezTo>
                  <a:cubicBezTo>
                    <a:pt x="11853" y="400978"/>
                    <a:pt x="13512" y="400526"/>
                    <a:pt x="15319" y="400091"/>
                  </a:cubicBezTo>
                  <a:cubicBezTo>
                    <a:pt x="16081" y="399806"/>
                    <a:pt x="16081" y="399806"/>
                    <a:pt x="16857" y="399515"/>
                  </a:cubicBezTo>
                  <a:cubicBezTo>
                    <a:pt x="17103" y="398778"/>
                    <a:pt x="17348" y="398042"/>
                    <a:pt x="17601" y="397283"/>
                  </a:cubicBezTo>
                  <a:cubicBezTo>
                    <a:pt x="19511" y="396963"/>
                    <a:pt x="21361" y="396955"/>
                    <a:pt x="23296" y="396914"/>
                  </a:cubicBezTo>
                  <a:cubicBezTo>
                    <a:pt x="23872" y="396790"/>
                    <a:pt x="24449" y="396666"/>
                    <a:pt x="25043" y="396539"/>
                  </a:cubicBezTo>
                  <a:cubicBezTo>
                    <a:pt x="25288" y="396047"/>
                    <a:pt x="25534" y="395556"/>
                    <a:pt x="25787" y="395050"/>
                  </a:cubicBezTo>
                  <a:cubicBezTo>
                    <a:pt x="26032" y="394559"/>
                    <a:pt x="26278" y="394068"/>
                    <a:pt x="26531" y="393562"/>
                  </a:cubicBezTo>
                  <a:cubicBezTo>
                    <a:pt x="28278" y="393187"/>
                    <a:pt x="28278" y="393187"/>
                    <a:pt x="30298" y="393143"/>
                  </a:cubicBezTo>
                  <a:cubicBezTo>
                    <a:pt x="32270" y="393143"/>
                    <a:pt x="32270" y="393143"/>
                    <a:pt x="33972" y="392818"/>
                  </a:cubicBezTo>
                  <a:cubicBezTo>
                    <a:pt x="34218" y="392081"/>
                    <a:pt x="34464" y="391344"/>
                    <a:pt x="34717" y="390585"/>
                  </a:cubicBezTo>
                  <a:cubicBezTo>
                    <a:pt x="36629" y="390054"/>
                    <a:pt x="38518" y="389830"/>
                    <a:pt x="40484" y="389562"/>
                  </a:cubicBezTo>
                  <a:cubicBezTo>
                    <a:pt x="41036" y="389409"/>
                    <a:pt x="41589" y="389255"/>
                    <a:pt x="42158" y="389097"/>
                  </a:cubicBezTo>
                  <a:cubicBezTo>
                    <a:pt x="42404" y="388360"/>
                    <a:pt x="42649" y="387624"/>
                    <a:pt x="42902" y="386865"/>
                  </a:cubicBezTo>
                  <a:cubicBezTo>
                    <a:pt x="44834" y="386516"/>
                    <a:pt x="46708" y="386490"/>
                    <a:pt x="48669" y="386423"/>
                  </a:cubicBezTo>
                  <a:cubicBezTo>
                    <a:pt x="49222" y="386323"/>
                    <a:pt x="49774" y="386223"/>
                    <a:pt x="50343" y="386121"/>
                  </a:cubicBezTo>
                  <a:cubicBezTo>
                    <a:pt x="50589" y="385384"/>
                    <a:pt x="50835" y="384647"/>
                    <a:pt x="51088" y="383888"/>
                  </a:cubicBezTo>
                  <a:cubicBezTo>
                    <a:pt x="53000" y="383357"/>
                    <a:pt x="54890" y="383133"/>
                    <a:pt x="56855" y="382865"/>
                  </a:cubicBezTo>
                  <a:cubicBezTo>
                    <a:pt x="57407" y="382711"/>
                    <a:pt x="57960" y="382558"/>
                    <a:pt x="58529" y="382400"/>
                  </a:cubicBezTo>
                  <a:cubicBezTo>
                    <a:pt x="58775" y="381663"/>
                    <a:pt x="59020" y="380926"/>
                    <a:pt x="59273" y="380167"/>
                  </a:cubicBezTo>
                  <a:cubicBezTo>
                    <a:pt x="61136" y="379787"/>
                    <a:pt x="61136" y="379787"/>
                    <a:pt x="63412" y="379656"/>
                  </a:cubicBezTo>
                  <a:cubicBezTo>
                    <a:pt x="64165" y="379607"/>
                    <a:pt x="64918" y="379558"/>
                    <a:pt x="65694" y="379508"/>
                  </a:cubicBezTo>
                  <a:cubicBezTo>
                    <a:pt x="66277" y="379480"/>
                    <a:pt x="66859" y="379452"/>
                    <a:pt x="67459" y="379423"/>
                  </a:cubicBezTo>
                  <a:cubicBezTo>
                    <a:pt x="67459" y="378441"/>
                    <a:pt x="67459" y="377459"/>
                    <a:pt x="67459" y="376447"/>
                  </a:cubicBezTo>
                  <a:cubicBezTo>
                    <a:pt x="67987" y="376419"/>
                    <a:pt x="68516" y="376391"/>
                    <a:pt x="69060" y="376362"/>
                  </a:cubicBezTo>
                  <a:cubicBezTo>
                    <a:pt x="69744" y="376314"/>
                    <a:pt x="70428" y="376265"/>
                    <a:pt x="71133" y="376214"/>
                  </a:cubicBezTo>
                  <a:cubicBezTo>
                    <a:pt x="71815" y="376171"/>
                    <a:pt x="72497" y="376128"/>
                    <a:pt x="73200" y="376083"/>
                  </a:cubicBezTo>
                  <a:cubicBezTo>
                    <a:pt x="73761" y="375958"/>
                    <a:pt x="74322" y="375832"/>
                    <a:pt x="74900" y="375703"/>
                  </a:cubicBezTo>
                  <a:cubicBezTo>
                    <a:pt x="75146" y="374966"/>
                    <a:pt x="75391" y="374229"/>
                    <a:pt x="75644" y="373470"/>
                  </a:cubicBezTo>
                  <a:cubicBezTo>
                    <a:pt x="77345" y="373089"/>
                    <a:pt x="77345" y="373089"/>
                    <a:pt x="79411" y="372959"/>
                  </a:cubicBezTo>
                  <a:cubicBezTo>
                    <a:pt x="80095" y="372910"/>
                    <a:pt x="80779" y="372861"/>
                    <a:pt x="81484" y="372810"/>
                  </a:cubicBezTo>
                  <a:cubicBezTo>
                    <a:pt x="82013" y="372783"/>
                    <a:pt x="82541" y="372755"/>
                    <a:pt x="83086" y="372726"/>
                  </a:cubicBezTo>
                  <a:cubicBezTo>
                    <a:pt x="83086" y="371744"/>
                    <a:pt x="83086" y="370761"/>
                    <a:pt x="83086" y="369749"/>
                  </a:cubicBezTo>
                  <a:cubicBezTo>
                    <a:pt x="83614" y="369722"/>
                    <a:pt x="84143" y="369694"/>
                    <a:pt x="84687" y="369665"/>
                  </a:cubicBezTo>
                  <a:cubicBezTo>
                    <a:pt x="85371" y="369616"/>
                    <a:pt x="86055" y="369567"/>
                    <a:pt x="86760" y="369517"/>
                  </a:cubicBezTo>
                  <a:cubicBezTo>
                    <a:pt x="87442" y="369474"/>
                    <a:pt x="88124" y="369431"/>
                    <a:pt x="88827" y="369386"/>
                  </a:cubicBezTo>
                  <a:cubicBezTo>
                    <a:pt x="89388" y="369260"/>
                    <a:pt x="89949" y="369135"/>
                    <a:pt x="90527" y="369005"/>
                  </a:cubicBezTo>
                  <a:cubicBezTo>
                    <a:pt x="90773" y="368269"/>
                    <a:pt x="91018" y="367532"/>
                    <a:pt x="91271" y="366773"/>
                  </a:cubicBezTo>
                  <a:cubicBezTo>
                    <a:pt x="93013" y="366455"/>
                    <a:pt x="94689" y="366446"/>
                    <a:pt x="96457" y="366404"/>
                  </a:cubicBezTo>
                  <a:cubicBezTo>
                    <a:pt x="96956" y="366280"/>
                    <a:pt x="97455" y="366156"/>
                    <a:pt x="97968" y="366029"/>
                  </a:cubicBezTo>
                  <a:cubicBezTo>
                    <a:pt x="98218" y="365037"/>
                    <a:pt x="98466" y="364045"/>
                    <a:pt x="98713" y="363052"/>
                  </a:cubicBezTo>
                  <a:cubicBezTo>
                    <a:pt x="100198" y="362703"/>
                    <a:pt x="100198" y="362703"/>
                    <a:pt x="102015" y="362680"/>
                  </a:cubicBezTo>
                  <a:cubicBezTo>
                    <a:pt x="103801" y="362718"/>
                    <a:pt x="103801" y="362718"/>
                    <a:pt x="105410" y="362308"/>
                  </a:cubicBezTo>
                  <a:cubicBezTo>
                    <a:pt x="105647" y="361813"/>
                    <a:pt x="105884" y="361318"/>
                    <a:pt x="106128" y="360808"/>
                  </a:cubicBezTo>
                  <a:cubicBezTo>
                    <a:pt x="106382" y="360321"/>
                    <a:pt x="106636" y="359834"/>
                    <a:pt x="106898" y="359332"/>
                  </a:cubicBezTo>
                  <a:cubicBezTo>
                    <a:pt x="108671" y="359041"/>
                    <a:pt x="108671" y="359041"/>
                    <a:pt x="110712" y="359145"/>
                  </a:cubicBezTo>
                  <a:cubicBezTo>
                    <a:pt x="111389" y="359172"/>
                    <a:pt x="112066" y="359199"/>
                    <a:pt x="112764" y="359227"/>
                  </a:cubicBezTo>
                  <a:cubicBezTo>
                    <a:pt x="113284" y="359261"/>
                    <a:pt x="113804" y="359296"/>
                    <a:pt x="114340" y="359332"/>
                  </a:cubicBezTo>
                  <a:cubicBezTo>
                    <a:pt x="114340" y="358349"/>
                    <a:pt x="114340" y="357367"/>
                    <a:pt x="114340" y="356355"/>
                  </a:cubicBezTo>
                  <a:cubicBezTo>
                    <a:pt x="116795" y="356109"/>
                    <a:pt x="119251" y="355864"/>
                    <a:pt x="121781" y="355611"/>
                  </a:cubicBezTo>
                  <a:cubicBezTo>
                    <a:pt x="121781" y="354629"/>
                    <a:pt x="121781" y="353646"/>
                    <a:pt x="121781" y="352634"/>
                  </a:cubicBezTo>
                  <a:cubicBezTo>
                    <a:pt x="124237" y="352634"/>
                    <a:pt x="126692" y="352634"/>
                    <a:pt x="129222" y="352634"/>
                  </a:cubicBezTo>
                  <a:cubicBezTo>
                    <a:pt x="129222" y="351652"/>
                    <a:pt x="129222" y="350670"/>
                    <a:pt x="129222" y="349658"/>
                  </a:cubicBezTo>
                  <a:cubicBezTo>
                    <a:pt x="129671" y="349656"/>
                    <a:pt x="130120" y="349654"/>
                    <a:pt x="130583" y="349652"/>
                  </a:cubicBezTo>
                  <a:cubicBezTo>
                    <a:pt x="131178" y="349623"/>
                    <a:pt x="131772" y="349594"/>
                    <a:pt x="132385" y="349565"/>
                  </a:cubicBezTo>
                  <a:cubicBezTo>
                    <a:pt x="132972" y="349547"/>
                    <a:pt x="133559" y="349530"/>
                    <a:pt x="134164" y="349512"/>
                  </a:cubicBezTo>
                  <a:cubicBezTo>
                    <a:pt x="136879" y="348586"/>
                    <a:pt x="137539" y="346917"/>
                    <a:pt x="138896" y="344449"/>
                  </a:cubicBezTo>
                  <a:cubicBezTo>
                    <a:pt x="139171" y="342457"/>
                    <a:pt x="139288" y="340781"/>
                    <a:pt x="139254" y="338798"/>
                  </a:cubicBezTo>
                  <a:cubicBezTo>
                    <a:pt x="139258" y="337968"/>
                    <a:pt x="139258" y="337968"/>
                    <a:pt x="139262" y="337120"/>
                  </a:cubicBezTo>
                  <a:cubicBezTo>
                    <a:pt x="139267" y="335272"/>
                    <a:pt x="139250" y="333425"/>
                    <a:pt x="139234" y="331578"/>
                  </a:cubicBezTo>
                  <a:cubicBezTo>
                    <a:pt x="139233" y="330250"/>
                    <a:pt x="139234" y="328922"/>
                    <a:pt x="139235" y="327595"/>
                  </a:cubicBezTo>
                  <a:cubicBezTo>
                    <a:pt x="139236" y="323996"/>
                    <a:pt x="139219" y="320397"/>
                    <a:pt x="139198" y="316798"/>
                  </a:cubicBezTo>
                  <a:cubicBezTo>
                    <a:pt x="139179" y="313035"/>
                    <a:pt x="139178" y="309272"/>
                    <a:pt x="139174" y="305509"/>
                  </a:cubicBezTo>
                  <a:cubicBezTo>
                    <a:pt x="139165" y="298386"/>
                    <a:pt x="139140" y="291262"/>
                    <a:pt x="139111" y="284139"/>
                  </a:cubicBezTo>
                  <a:cubicBezTo>
                    <a:pt x="139077" y="276028"/>
                    <a:pt x="139061" y="267917"/>
                    <a:pt x="139046" y="259806"/>
                  </a:cubicBezTo>
                  <a:cubicBezTo>
                    <a:pt x="139015" y="243124"/>
                    <a:pt x="138963" y="226442"/>
                    <a:pt x="138896" y="209759"/>
                  </a:cubicBezTo>
                  <a:cubicBezTo>
                    <a:pt x="138322" y="209756"/>
                    <a:pt x="137747" y="209753"/>
                    <a:pt x="137155" y="209750"/>
                  </a:cubicBezTo>
                  <a:cubicBezTo>
                    <a:pt x="123195" y="209673"/>
                    <a:pt x="109234" y="209592"/>
                    <a:pt x="95274" y="209507"/>
                  </a:cubicBezTo>
                  <a:cubicBezTo>
                    <a:pt x="88523" y="209466"/>
                    <a:pt x="81772" y="209426"/>
                    <a:pt x="75021" y="209389"/>
                  </a:cubicBezTo>
                  <a:cubicBezTo>
                    <a:pt x="69139" y="209357"/>
                    <a:pt x="63257" y="209323"/>
                    <a:pt x="57375" y="209285"/>
                  </a:cubicBezTo>
                  <a:cubicBezTo>
                    <a:pt x="54258" y="209266"/>
                    <a:pt x="51142" y="209247"/>
                    <a:pt x="48026" y="209232"/>
                  </a:cubicBezTo>
                  <a:cubicBezTo>
                    <a:pt x="45096" y="209217"/>
                    <a:pt x="42166" y="209199"/>
                    <a:pt x="39236" y="209178"/>
                  </a:cubicBezTo>
                  <a:cubicBezTo>
                    <a:pt x="38157" y="209171"/>
                    <a:pt x="37079" y="209166"/>
                    <a:pt x="36001" y="209161"/>
                  </a:cubicBezTo>
                  <a:cubicBezTo>
                    <a:pt x="34534" y="209155"/>
                    <a:pt x="33068" y="209144"/>
                    <a:pt x="31602" y="209133"/>
                  </a:cubicBezTo>
                  <a:cubicBezTo>
                    <a:pt x="30780" y="209128"/>
                    <a:pt x="29957" y="209123"/>
                    <a:pt x="29110" y="209118"/>
                  </a:cubicBezTo>
                  <a:cubicBezTo>
                    <a:pt x="27275" y="209015"/>
                    <a:pt x="27275" y="209015"/>
                    <a:pt x="26531" y="208271"/>
                  </a:cubicBezTo>
                  <a:cubicBezTo>
                    <a:pt x="26452" y="205987"/>
                    <a:pt x="26422" y="203720"/>
                    <a:pt x="26423" y="201436"/>
                  </a:cubicBezTo>
                  <a:cubicBezTo>
                    <a:pt x="26420" y="200718"/>
                    <a:pt x="26418" y="200001"/>
                    <a:pt x="26415" y="199262"/>
                  </a:cubicBezTo>
                  <a:cubicBezTo>
                    <a:pt x="26408" y="196877"/>
                    <a:pt x="26407" y="194493"/>
                    <a:pt x="26406" y="192109"/>
                  </a:cubicBezTo>
                  <a:cubicBezTo>
                    <a:pt x="26404" y="190460"/>
                    <a:pt x="26401" y="188811"/>
                    <a:pt x="26398" y="187163"/>
                  </a:cubicBezTo>
                  <a:cubicBezTo>
                    <a:pt x="26394" y="183702"/>
                    <a:pt x="26393" y="180241"/>
                    <a:pt x="26393" y="176781"/>
                  </a:cubicBezTo>
                  <a:cubicBezTo>
                    <a:pt x="26393" y="172334"/>
                    <a:pt x="26383" y="167887"/>
                    <a:pt x="26370" y="163440"/>
                  </a:cubicBezTo>
                  <a:cubicBezTo>
                    <a:pt x="26362" y="160033"/>
                    <a:pt x="26360" y="156627"/>
                    <a:pt x="26361" y="153221"/>
                  </a:cubicBezTo>
                  <a:cubicBezTo>
                    <a:pt x="26360" y="151581"/>
                    <a:pt x="26357" y="149941"/>
                    <a:pt x="26351" y="148300"/>
                  </a:cubicBezTo>
                  <a:cubicBezTo>
                    <a:pt x="26344" y="146012"/>
                    <a:pt x="26346" y="143724"/>
                    <a:pt x="26350" y="141436"/>
                  </a:cubicBezTo>
                  <a:cubicBezTo>
                    <a:pt x="26346" y="140751"/>
                    <a:pt x="26342" y="140066"/>
                    <a:pt x="26338" y="139361"/>
                  </a:cubicBezTo>
                  <a:cubicBezTo>
                    <a:pt x="26346" y="137773"/>
                    <a:pt x="26430" y="136186"/>
                    <a:pt x="26531" y="134601"/>
                  </a:cubicBezTo>
                  <a:cubicBezTo>
                    <a:pt x="28562" y="133586"/>
                    <a:pt x="30161" y="133766"/>
                    <a:pt x="32436" y="133767"/>
                  </a:cubicBezTo>
                  <a:cubicBezTo>
                    <a:pt x="33377" y="133766"/>
                    <a:pt x="34318" y="133765"/>
                    <a:pt x="35288" y="133764"/>
                  </a:cubicBezTo>
                  <a:cubicBezTo>
                    <a:pt x="36337" y="133767"/>
                    <a:pt x="37386" y="133770"/>
                    <a:pt x="38435" y="133772"/>
                  </a:cubicBezTo>
                  <a:cubicBezTo>
                    <a:pt x="39535" y="133773"/>
                    <a:pt x="40635" y="133773"/>
                    <a:pt x="41734" y="133772"/>
                  </a:cubicBezTo>
                  <a:cubicBezTo>
                    <a:pt x="44726" y="133772"/>
                    <a:pt x="47718" y="133776"/>
                    <a:pt x="50710" y="133781"/>
                  </a:cubicBezTo>
                  <a:cubicBezTo>
                    <a:pt x="53834" y="133786"/>
                    <a:pt x="56959" y="133787"/>
                    <a:pt x="60083" y="133787"/>
                  </a:cubicBezTo>
                  <a:cubicBezTo>
                    <a:pt x="66002" y="133790"/>
                    <a:pt x="71921" y="133796"/>
                    <a:pt x="77841" y="133803"/>
                  </a:cubicBezTo>
                  <a:cubicBezTo>
                    <a:pt x="84578" y="133812"/>
                    <a:pt x="91316" y="133816"/>
                    <a:pt x="98054" y="133819"/>
                  </a:cubicBezTo>
                  <a:cubicBezTo>
                    <a:pt x="111916" y="133827"/>
                    <a:pt x="125778" y="133840"/>
                    <a:pt x="139640" y="133857"/>
                  </a:cubicBezTo>
                  <a:cubicBezTo>
                    <a:pt x="139395" y="133120"/>
                    <a:pt x="139149" y="132384"/>
                    <a:pt x="138896" y="131625"/>
                  </a:cubicBezTo>
                  <a:cubicBezTo>
                    <a:pt x="138821" y="129901"/>
                    <a:pt x="138792" y="128176"/>
                    <a:pt x="138787" y="126450"/>
                  </a:cubicBezTo>
                  <a:cubicBezTo>
                    <a:pt x="138784" y="125921"/>
                    <a:pt x="138781" y="125391"/>
                    <a:pt x="138778" y="124846"/>
                  </a:cubicBezTo>
                  <a:cubicBezTo>
                    <a:pt x="138770" y="123067"/>
                    <a:pt x="138767" y="121288"/>
                    <a:pt x="138765" y="119509"/>
                  </a:cubicBezTo>
                  <a:cubicBezTo>
                    <a:pt x="138760" y="118235"/>
                    <a:pt x="138755" y="116962"/>
                    <a:pt x="138750" y="115688"/>
                  </a:cubicBezTo>
                  <a:cubicBezTo>
                    <a:pt x="138737" y="112226"/>
                    <a:pt x="138729" y="108764"/>
                    <a:pt x="138723" y="105301"/>
                  </a:cubicBezTo>
                  <a:cubicBezTo>
                    <a:pt x="138719" y="103140"/>
                    <a:pt x="138714" y="100979"/>
                    <a:pt x="138710" y="98818"/>
                  </a:cubicBezTo>
                  <a:cubicBezTo>
                    <a:pt x="138696" y="92062"/>
                    <a:pt x="138685" y="85306"/>
                    <a:pt x="138679" y="78550"/>
                  </a:cubicBezTo>
                  <a:cubicBezTo>
                    <a:pt x="138671" y="70740"/>
                    <a:pt x="138652" y="62930"/>
                    <a:pt x="138622" y="55120"/>
                  </a:cubicBezTo>
                  <a:cubicBezTo>
                    <a:pt x="138599" y="49090"/>
                    <a:pt x="138588" y="43059"/>
                    <a:pt x="138586" y="37028"/>
                  </a:cubicBezTo>
                  <a:cubicBezTo>
                    <a:pt x="138584" y="33423"/>
                    <a:pt x="138577" y="29818"/>
                    <a:pt x="138559" y="26212"/>
                  </a:cubicBezTo>
                  <a:cubicBezTo>
                    <a:pt x="138542" y="22824"/>
                    <a:pt x="138538" y="19437"/>
                    <a:pt x="138546" y="16048"/>
                  </a:cubicBezTo>
                  <a:cubicBezTo>
                    <a:pt x="138546" y="14802"/>
                    <a:pt x="138542" y="13556"/>
                    <a:pt x="138531" y="12310"/>
                  </a:cubicBezTo>
                  <a:cubicBezTo>
                    <a:pt x="138518" y="10614"/>
                    <a:pt x="138523" y="8919"/>
                    <a:pt x="138533" y="7224"/>
                  </a:cubicBezTo>
                  <a:cubicBezTo>
                    <a:pt x="138531" y="6273"/>
                    <a:pt x="138530" y="5322"/>
                    <a:pt x="138528" y="4343"/>
                  </a:cubicBezTo>
                  <a:cubicBezTo>
                    <a:pt x="138896" y="2144"/>
                    <a:pt x="138896" y="2144"/>
                    <a:pt x="140241" y="1094"/>
                  </a:cubicBezTo>
                  <a:cubicBezTo>
                    <a:pt x="142743" y="422"/>
                    <a:pt x="145217" y="449"/>
                    <a:pt x="147788" y="463"/>
                  </a:cubicBezTo>
                  <a:close/>
                </a:path>
              </a:pathLst>
            </a:custGeom>
            <a:grpFill/>
            <a:ln w="744" cap="flat">
              <a:noFill/>
              <a:prstDash val="solid"/>
              <a:miter/>
            </a:ln>
          </p:spPr>
          <p:txBody>
            <a:bodyPr rtlCol="0" anchor="ctr"/>
            <a:lstStyle/>
            <a:p>
              <a:endParaRPr lang="zh-CN" altLang="en-US"/>
            </a:p>
          </p:txBody>
        </p:sp>
        <p:sp>
          <p:nvSpPr>
            <p:cNvPr id="161" name="任意多边形: 形状 160"/>
            <p:cNvSpPr/>
            <p:nvPr/>
          </p:nvSpPr>
          <p:spPr>
            <a:xfrm>
              <a:off x="8528393" y="596477"/>
              <a:ext cx="418610" cy="236353"/>
            </a:xfrm>
            <a:custGeom>
              <a:avLst/>
              <a:gdLst>
                <a:gd name="connsiteX0" fmla="*/ 223745 w 418616"/>
                <a:gd name="connsiteY0" fmla="*/ 684 h 236346"/>
                <a:gd name="connsiteX1" fmla="*/ 227140 w 418616"/>
                <a:gd name="connsiteY1" fmla="*/ 498 h 236346"/>
                <a:gd name="connsiteX2" fmla="*/ 229003 w 418616"/>
                <a:gd name="connsiteY2" fmla="*/ 579 h 236346"/>
                <a:gd name="connsiteX3" fmla="*/ 230442 w 418616"/>
                <a:gd name="connsiteY3" fmla="*/ 684 h 236346"/>
                <a:gd name="connsiteX4" fmla="*/ 231186 w 418616"/>
                <a:gd name="connsiteY4" fmla="*/ 5149 h 236346"/>
                <a:gd name="connsiteX5" fmla="*/ 233419 w 418616"/>
                <a:gd name="connsiteY5" fmla="*/ 5149 h 236346"/>
                <a:gd name="connsiteX6" fmla="*/ 233651 w 418616"/>
                <a:gd name="connsiteY6" fmla="*/ 7660 h 236346"/>
                <a:gd name="connsiteX7" fmla="*/ 234163 w 418616"/>
                <a:gd name="connsiteY7" fmla="*/ 10358 h 236346"/>
                <a:gd name="connsiteX8" fmla="*/ 236395 w 418616"/>
                <a:gd name="connsiteY8" fmla="*/ 11846 h 236346"/>
                <a:gd name="connsiteX9" fmla="*/ 237139 w 418616"/>
                <a:gd name="connsiteY9" fmla="*/ 14822 h 236346"/>
                <a:gd name="connsiteX10" fmla="*/ 238302 w 418616"/>
                <a:gd name="connsiteY10" fmla="*/ 15892 h 236346"/>
                <a:gd name="connsiteX11" fmla="*/ 239511 w 418616"/>
                <a:gd name="connsiteY11" fmla="*/ 19055 h 236346"/>
                <a:gd name="connsiteX12" fmla="*/ 239372 w 418616"/>
                <a:gd name="connsiteY12" fmla="*/ 20776 h 236346"/>
                <a:gd name="connsiteX13" fmla="*/ 241604 w 418616"/>
                <a:gd name="connsiteY13" fmla="*/ 20776 h 236346"/>
                <a:gd name="connsiteX14" fmla="*/ 241837 w 418616"/>
                <a:gd name="connsiteY14" fmla="*/ 22915 h 236346"/>
                <a:gd name="connsiteX15" fmla="*/ 244581 w 418616"/>
                <a:gd name="connsiteY15" fmla="*/ 26729 h 236346"/>
                <a:gd name="connsiteX16" fmla="*/ 245325 w 418616"/>
                <a:gd name="connsiteY16" fmla="*/ 31194 h 236346"/>
                <a:gd name="connsiteX17" fmla="*/ 246813 w 418616"/>
                <a:gd name="connsiteY17" fmla="*/ 31938 h 236346"/>
                <a:gd name="connsiteX18" fmla="*/ 248301 w 418616"/>
                <a:gd name="connsiteY18" fmla="*/ 36403 h 236346"/>
                <a:gd name="connsiteX19" fmla="*/ 249790 w 418616"/>
                <a:gd name="connsiteY19" fmla="*/ 37147 h 236346"/>
                <a:gd name="connsiteX20" fmla="*/ 250115 w 418616"/>
                <a:gd name="connsiteY20" fmla="*/ 39751 h 236346"/>
                <a:gd name="connsiteX21" fmla="*/ 250534 w 418616"/>
                <a:gd name="connsiteY21" fmla="*/ 42356 h 236346"/>
                <a:gd name="connsiteX22" fmla="*/ 252766 w 418616"/>
                <a:gd name="connsiteY22" fmla="*/ 43100 h 236346"/>
                <a:gd name="connsiteX23" fmla="*/ 253208 w 418616"/>
                <a:gd name="connsiteY23" fmla="*/ 47704 h 236346"/>
                <a:gd name="connsiteX24" fmla="*/ 253510 w 418616"/>
                <a:gd name="connsiteY24" fmla="*/ 49053 h 236346"/>
                <a:gd name="connsiteX25" fmla="*/ 255743 w 418616"/>
                <a:gd name="connsiteY25" fmla="*/ 49797 h 236346"/>
                <a:gd name="connsiteX26" fmla="*/ 255882 w 418616"/>
                <a:gd name="connsiteY26" fmla="*/ 53192 h 236346"/>
                <a:gd name="connsiteX27" fmla="*/ 255821 w 418616"/>
                <a:gd name="connsiteY27" fmla="*/ 55055 h 236346"/>
                <a:gd name="connsiteX28" fmla="*/ 255743 w 418616"/>
                <a:gd name="connsiteY28" fmla="*/ 56494 h 236346"/>
                <a:gd name="connsiteX29" fmla="*/ 257975 w 418616"/>
                <a:gd name="connsiteY29" fmla="*/ 56494 h 236346"/>
                <a:gd name="connsiteX30" fmla="*/ 258339 w 418616"/>
                <a:gd name="connsiteY30" fmla="*/ 61073 h 236346"/>
                <a:gd name="connsiteX31" fmla="*/ 258719 w 418616"/>
                <a:gd name="connsiteY31" fmla="*/ 62447 h 236346"/>
                <a:gd name="connsiteX32" fmla="*/ 260952 w 418616"/>
                <a:gd name="connsiteY32" fmla="*/ 63192 h 236346"/>
                <a:gd name="connsiteX33" fmla="*/ 261394 w 418616"/>
                <a:gd name="connsiteY33" fmla="*/ 68377 h 236346"/>
                <a:gd name="connsiteX34" fmla="*/ 261696 w 418616"/>
                <a:gd name="connsiteY34" fmla="*/ 69889 h 236346"/>
                <a:gd name="connsiteX35" fmla="*/ 263928 w 418616"/>
                <a:gd name="connsiteY35" fmla="*/ 70633 h 236346"/>
                <a:gd name="connsiteX36" fmla="*/ 264347 w 418616"/>
                <a:gd name="connsiteY36" fmla="*/ 74354 h 236346"/>
                <a:gd name="connsiteX37" fmla="*/ 264672 w 418616"/>
                <a:gd name="connsiteY37" fmla="*/ 78074 h 236346"/>
                <a:gd name="connsiteX38" fmla="*/ 266161 w 418616"/>
                <a:gd name="connsiteY38" fmla="*/ 78819 h 236346"/>
                <a:gd name="connsiteX39" fmla="*/ 266626 w 418616"/>
                <a:gd name="connsiteY39" fmla="*/ 83702 h 236346"/>
                <a:gd name="connsiteX40" fmla="*/ 266794 w 418616"/>
                <a:gd name="connsiteY40" fmla="*/ 86402 h 236346"/>
                <a:gd name="connsiteX41" fmla="*/ 266905 w 418616"/>
                <a:gd name="connsiteY41" fmla="*/ 88492 h 236346"/>
                <a:gd name="connsiteX42" fmla="*/ 269137 w 418616"/>
                <a:gd name="connsiteY42" fmla="*/ 88492 h 236346"/>
                <a:gd name="connsiteX43" fmla="*/ 268393 w 418616"/>
                <a:gd name="connsiteY43" fmla="*/ 92213 h 236346"/>
                <a:gd name="connsiteX44" fmla="*/ 263184 w 418616"/>
                <a:gd name="connsiteY44" fmla="*/ 93701 h 236346"/>
                <a:gd name="connsiteX45" fmla="*/ 262440 w 418616"/>
                <a:gd name="connsiteY45" fmla="*/ 95934 h 236346"/>
                <a:gd name="connsiteX46" fmla="*/ 259138 w 418616"/>
                <a:gd name="connsiteY46" fmla="*/ 96724 h 236346"/>
                <a:gd name="connsiteX47" fmla="*/ 254255 w 418616"/>
                <a:gd name="connsiteY47" fmla="*/ 98910 h 236346"/>
                <a:gd name="connsiteX48" fmla="*/ 271021 w 418616"/>
                <a:gd name="connsiteY48" fmla="*/ 99180 h 236346"/>
                <a:gd name="connsiteX49" fmla="*/ 278806 w 418616"/>
                <a:gd name="connsiteY49" fmla="*/ 99303 h 236346"/>
                <a:gd name="connsiteX50" fmla="*/ 287755 w 418616"/>
                <a:gd name="connsiteY50" fmla="*/ 99419 h 236346"/>
                <a:gd name="connsiteX51" fmla="*/ 290581 w 418616"/>
                <a:gd name="connsiteY51" fmla="*/ 99501 h 236346"/>
                <a:gd name="connsiteX52" fmla="*/ 297415 w 418616"/>
                <a:gd name="connsiteY52" fmla="*/ 98910 h 236346"/>
                <a:gd name="connsiteX53" fmla="*/ 299647 w 418616"/>
                <a:gd name="connsiteY53" fmla="*/ 93701 h 236346"/>
                <a:gd name="connsiteX54" fmla="*/ 301880 w 418616"/>
                <a:gd name="connsiteY54" fmla="*/ 93701 h 236346"/>
                <a:gd name="connsiteX55" fmla="*/ 301880 w 418616"/>
                <a:gd name="connsiteY55" fmla="*/ 87748 h 236346"/>
                <a:gd name="connsiteX56" fmla="*/ 304112 w 418616"/>
                <a:gd name="connsiteY56" fmla="*/ 87748 h 236346"/>
                <a:gd name="connsiteX57" fmla="*/ 304344 w 418616"/>
                <a:gd name="connsiteY57" fmla="*/ 85655 h 236346"/>
                <a:gd name="connsiteX58" fmla="*/ 307088 w 418616"/>
                <a:gd name="connsiteY58" fmla="*/ 81051 h 236346"/>
                <a:gd name="connsiteX59" fmla="*/ 307833 w 418616"/>
                <a:gd name="connsiteY59" fmla="*/ 77330 h 236346"/>
                <a:gd name="connsiteX60" fmla="*/ 309321 w 418616"/>
                <a:gd name="connsiteY60" fmla="*/ 76586 h 236346"/>
                <a:gd name="connsiteX61" fmla="*/ 310065 w 418616"/>
                <a:gd name="connsiteY61" fmla="*/ 72121 h 236346"/>
                <a:gd name="connsiteX62" fmla="*/ 312297 w 418616"/>
                <a:gd name="connsiteY62" fmla="*/ 72121 h 236346"/>
                <a:gd name="connsiteX63" fmla="*/ 312577 w 418616"/>
                <a:gd name="connsiteY63" fmla="*/ 69191 h 236346"/>
                <a:gd name="connsiteX64" fmla="*/ 313042 w 418616"/>
                <a:gd name="connsiteY64" fmla="*/ 66168 h 236346"/>
                <a:gd name="connsiteX65" fmla="*/ 314530 w 418616"/>
                <a:gd name="connsiteY65" fmla="*/ 65424 h 236346"/>
                <a:gd name="connsiteX66" fmla="*/ 315274 w 418616"/>
                <a:gd name="connsiteY66" fmla="*/ 62820 h 236346"/>
                <a:gd name="connsiteX67" fmla="*/ 316018 w 418616"/>
                <a:gd name="connsiteY67" fmla="*/ 60215 h 236346"/>
                <a:gd name="connsiteX68" fmla="*/ 317506 w 418616"/>
                <a:gd name="connsiteY68" fmla="*/ 59471 h 236346"/>
                <a:gd name="connsiteX69" fmla="*/ 318251 w 418616"/>
                <a:gd name="connsiteY69" fmla="*/ 54262 h 236346"/>
                <a:gd name="connsiteX70" fmla="*/ 320483 w 418616"/>
                <a:gd name="connsiteY70" fmla="*/ 54262 h 236346"/>
                <a:gd name="connsiteX71" fmla="*/ 320762 w 418616"/>
                <a:gd name="connsiteY71" fmla="*/ 51332 h 236346"/>
                <a:gd name="connsiteX72" fmla="*/ 321227 w 418616"/>
                <a:gd name="connsiteY72" fmla="*/ 48309 h 236346"/>
                <a:gd name="connsiteX73" fmla="*/ 322715 w 418616"/>
                <a:gd name="connsiteY73" fmla="*/ 47565 h 236346"/>
                <a:gd name="connsiteX74" fmla="*/ 323460 w 418616"/>
                <a:gd name="connsiteY74" fmla="*/ 44960 h 236346"/>
                <a:gd name="connsiteX75" fmla="*/ 324204 w 418616"/>
                <a:gd name="connsiteY75" fmla="*/ 42356 h 236346"/>
                <a:gd name="connsiteX76" fmla="*/ 325692 w 418616"/>
                <a:gd name="connsiteY76" fmla="*/ 41612 h 236346"/>
                <a:gd name="connsiteX77" fmla="*/ 326108 w 418616"/>
                <a:gd name="connsiteY77" fmla="*/ 36426 h 236346"/>
                <a:gd name="connsiteX78" fmla="*/ 326436 w 418616"/>
                <a:gd name="connsiteY78" fmla="*/ 34914 h 236346"/>
                <a:gd name="connsiteX79" fmla="*/ 328669 w 418616"/>
                <a:gd name="connsiteY79" fmla="*/ 34170 h 236346"/>
                <a:gd name="connsiteX80" fmla="*/ 330157 w 418616"/>
                <a:gd name="connsiteY80" fmla="*/ 28961 h 236346"/>
                <a:gd name="connsiteX81" fmla="*/ 331645 w 418616"/>
                <a:gd name="connsiteY81" fmla="*/ 28217 h 236346"/>
                <a:gd name="connsiteX82" fmla="*/ 332017 w 418616"/>
                <a:gd name="connsiteY82" fmla="*/ 24868 h 236346"/>
                <a:gd name="connsiteX83" fmla="*/ 332389 w 418616"/>
                <a:gd name="connsiteY83" fmla="*/ 21520 h 236346"/>
                <a:gd name="connsiteX84" fmla="*/ 333878 w 418616"/>
                <a:gd name="connsiteY84" fmla="*/ 20776 h 236346"/>
                <a:gd name="connsiteX85" fmla="*/ 334343 w 418616"/>
                <a:gd name="connsiteY85" fmla="*/ 17753 h 236346"/>
                <a:gd name="connsiteX86" fmla="*/ 334622 w 418616"/>
                <a:gd name="connsiteY86" fmla="*/ 14822 h 236346"/>
                <a:gd name="connsiteX87" fmla="*/ 336854 w 418616"/>
                <a:gd name="connsiteY87" fmla="*/ 14822 h 236346"/>
                <a:gd name="connsiteX88" fmla="*/ 337087 w 418616"/>
                <a:gd name="connsiteY88" fmla="*/ 12985 h 236346"/>
                <a:gd name="connsiteX89" fmla="*/ 337598 w 418616"/>
                <a:gd name="connsiteY89" fmla="*/ 11102 h 236346"/>
                <a:gd name="connsiteX90" fmla="*/ 342063 w 418616"/>
                <a:gd name="connsiteY90" fmla="*/ 10730 h 236346"/>
                <a:gd name="connsiteX91" fmla="*/ 344528 w 418616"/>
                <a:gd name="connsiteY91" fmla="*/ 10753 h 236346"/>
                <a:gd name="connsiteX92" fmla="*/ 346528 w 418616"/>
                <a:gd name="connsiteY92" fmla="*/ 11102 h 236346"/>
                <a:gd name="connsiteX93" fmla="*/ 347272 w 418616"/>
                <a:gd name="connsiteY93" fmla="*/ 13334 h 236346"/>
                <a:gd name="connsiteX94" fmla="*/ 353621 w 418616"/>
                <a:gd name="connsiteY94" fmla="*/ 13703 h 236346"/>
                <a:gd name="connsiteX95" fmla="*/ 355458 w 418616"/>
                <a:gd name="connsiteY95" fmla="*/ 14078 h 236346"/>
                <a:gd name="connsiteX96" fmla="*/ 355827 w 418616"/>
                <a:gd name="connsiteY96" fmla="*/ 15558 h 236346"/>
                <a:gd name="connsiteX97" fmla="*/ 356202 w 418616"/>
                <a:gd name="connsiteY97" fmla="*/ 17055 h 236346"/>
                <a:gd name="connsiteX98" fmla="*/ 360341 w 418616"/>
                <a:gd name="connsiteY98" fmla="*/ 17613 h 236346"/>
                <a:gd name="connsiteX99" fmla="*/ 362623 w 418616"/>
                <a:gd name="connsiteY99" fmla="*/ 17741 h 236346"/>
                <a:gd name="connsiteX100" fmla="*/ 364387 w 418616"/>
                <a:gd name="connsiteY100" fmla="*/ 17799 h 236346"/>
                <a:gd name="connsiteX101" fmla="*/ 364387 w 418616"/>
                <a:gd name="connsiteY101" fmla="*/ 20776 h 236346"/>
                <a:gd name="connsiteX102" fmla="*/ 365937 w 418616"/>
                <a:gd name="connsiteY102" fmla="*/ 20749 h 236346"/>
                <a:gd name="connsiteX103" fmla="*/ 367969 w 418616"/>
                <a:gd name="connsiteY103" fmla="*/ 20729 h 236346"/>
                <a:gd name="connsiteX104" fmla="*/ 369983 w 418616"/>
                <a:gd name="connsiteY104" fmla="*/ 20703 h 236346"/>
                <a:gd name="connsiteX105" fmla="*/ 374061 w 418616"/>
                <a:gd name="connsiteY105" fmla="*/ 21520 h 236346"/>
                <a:gd name="connsiteX106" fmla="*/ 374805 w 418616"/>
                <a:gd name="connsiteY106" fmla="*/ 23752 h 236346"/>
                <a:gd name="connsiteX107" fmla="*/ 381154 w 418616"/>
                <a:gd name="connsiteY107" fmla="*/ 24121 h 236346"/>
                <a:gd name="connsiteX108" fmla="*/ 382991 w 418616"/>
                <a:gd name="connsiteY108" fmla="*/ 24496 h 236346"/>
                <a:gd name="connsiteX109" fmla="*/ 383360 w 418616"/>
                <a:gd name="connsiteY109" fmla="*/ 25976 h 236346"/>
                <a:gd name="connsiteX110" fmla="*/ 383735 w 418616"/>
                <a:gd name="connsiteY110" fmla="*/ 27473 h 236346"/>
                <a:gd name="connsiteX111" fmla="*/ 387874 w 418616"/>
                <a:gd name="connsiteY111" fmla="*/ 28031 h 236346"/>
                <a:gd name="connsiteX112" fmla="*/ 390156 w 418616"/>
                <a:gd name="connsiteY112" fmla="*/ 28159 h 236346"/>
                <a:gd name="connsiteX113" fmla="*/ 391921 w 418616"/>
                <a:gd name="connsiteY113" fmla="*/ 28217 h 236346"/>
                <a:gd name="connsiteX114" fmla="*/ 391921 w 418616"/>
                <a:gd name="connsiteY114" fmla="*/ 31194 h 236346"/>
                <a:gd name="connsiteX115" fmla="*/ 400106 w 418616"/>
                <a:gd name="connsiteY115" fmla="*/ 31194 h 236346"/>
                <a:gd name="connsiteX116" fmla="*/ 400246 w 418616"/>
                <a:gd name="connsiteY116" fmla="*/ 35984 h 236346"/>
                <a:gd name="connsiteX117" fmla="*/ 400324 w 418616"/>
                <a:gd name="connsiteY117" fmla="*/ 38679 h 236346"/>
                <a:gd name="connsiteX118" fmla="*/ 400106 w 418616"/>
                <a:gd name="connsiteY118" fmla="*/ 40867 h 236346"/>
                <a:gd name="connsiteX119" fmla="*/ 397874 w 418616"/>
                <a:gd name="connsiteY119" fmla="*/ 41612 h 236346"/>
                <a:gd name="connsiteX120" fmla="*/ 397130 w 418616"/>
                <a:gd name="connsiteY120" fmla="*/ 44588 h 236346"/>
                <a:gd name="connsiteX121" fmla="*/ 395641 w 418616"/>
                <a:gd name="connsiteY121" fmla="*/ 45332 h 236346"/>
                <a:gd name="connsiteX122" fmla="*/ 395316 w 418616"/>
                <a:gd name="connsiteY122" fmla="*/ 47518 h 236346"/>
                <a:gd name="connsiteX123" fmla="*/ 394897 w 418616"/>
                <a:gd name="connsiteY123" fmla="*/ 49797 h 236346"/>
                <a:gd name="connsiteX124" fmla="*/ 392665 w 418616"/>
                <a:gd name="connsiteY124" fmla="*/ 51285 h 236346"/>
                <a:gd name="connsiteX125" fmla="*/ 392293 w 418616"/>
                <a:gd name="connsiteY125" fmla="*/ 52774 h 236346"/>
                <a:gd name="connsiteX126" fmla="*/ 389688 w 418616"/>
                <a:gd name="connsiteY126" fmla="*/ 55750 h 236346"/>
                <a:gd name="connsiteX127" fmla="*/ 388944 w 418616"/>
                <a:gd name="connsiteY127" fmla="*/ 58727 h 236346"/>
                <a:gd name="connsiteX128" fmla="*/ 387456 w 418616"/>
                <a:gd name="connsiteY128" fmla="*/ 59471 h 236346"/>
                <a:gd name="connsiteX129" fmla="*/ 386712 w 418616"/>
                <a:gd name="connsiteY129" fmla="*/ 61750 h 236346"/>
                <a:gd name="connsiteX130" fmla="*/ 385967 w 418616"/>
                <a:gd name="connsiteY130" fmla="*/ 63936 h 236346"/>
                <a:gd name="connsiteX131" fmla="*/ 384479 w 418616"/>
                <a:gd name="connsiteY131" fmla="*/ 63936 h 236346"/>
                <a:gd name="connsiteX132" fmla="*/ 384200 w 418616"/>
                <a:gd name="connsiteY132" fmla="*/ 66122 h 236346"/>
                <a:gd name="connsiteX133" fmla="*/ 383735 w 418616"/>
                <a:gd name="connsiteY133" fmla="*/ 68401 h 236346"/>
                <a:gd name="connsiteX134" fmla="*/ 382247 w 418616"/>
                <a:gd name="connsiteY134" fmla="*/ 69145 h 236346"/>
                <a:gd name="connsiteX135" fmla="*/ 380758 w 418616"/>
                <a:gd name="connsiteY135" fmla="*/ 72865 h 236346"/>
                <a:gd name="connsiteX136" fmla="*/ 377317 w 418616"/>
                <a:gd name="connsiteY136" fmla="*/ 77749 h 236346"/>
                <a:gd name="connsiteX137" fmla="*/ 375922 w 418616"/>
                <a:gd name="connsiteY137" fmla="*/ 80400 h 236346"/>
                <a:gd name="connsiteX138" fmla="*/ 375549 w 418616"/>
                <a:gd name="connsiteY138" fmla="*/ 81795 h 236346"/>
                <a:gd name="connsiteX139" fmla="*/ 373317 w 418616"/>
                <a:gd name="connsiteY139" fmla="*/ 82539 h 236346"/>
                <a:gd name="connsiteX140" fmla="*/ 372573 w 418616"/>
                <a:gd name="connsiteY140" fmla="*/ 86260 h 236346"/>
                <a:gd name="connsiteX141" fmla="*/ 371085 w 418616"/>
                <a:gd name="connsiteY141" fmla="*/ 87004 h 236346"/>
                <a:gd name="connsiteX142" fmla="*/ 370340 w 418616"/>
                <a:gd name="connsiteY142" fmla="*/ 89237 h 236346"/>
                <a:gd name="connsiteX143" fmla="*/ 368108 w 418616"/>
                <a:gd name="connsiteY143" fmla="*/ 92213 h 236346"/>
                <a:gd name="connsiteX144" fmla="*/ 367875 w 418616"/>
                <a:gd name="connsiteY144" fmla="*/ 93515 h 236346"/>
                <a:gd name="connsiteX145" fmla="*/ 363643 w 418616"/>
                <a:gd name="connsiteY145" fmla="*/ 98910 h 236346"/>
                <a:gd name="connsiteX146" fmla="*/ 363643 w 418616"/>
                <a:gd name="connsiteY146" fmla="*/ 99654 h 236346"/>
                <a:gd name="connsiteX147" fmla="*/ 366119 w 418616"/>
                <a:gd name="connsiteY147" fmla="*/ 99639 h 236346"/>
                <a:gd name="connsiteX148" fmla="*/ 389180 w 418616"/>
                <a:gd name="connsiteY148" fmla="*/ 99539 h 236346"/>
                <a:gd name="connsiteX149" fmla="*/ 401037 w 418616"/>
                <a:gd name="connsiteY149" fmla="*/ 99486 h 236346"/>
                <a:gd name="connsiteX150" fmla="*/ 412472 w 418616"/>
                <a:gd name="connsiteY150" fmla="*/ 99443 h 236346"/>
                <a:gd name="connsiteX151" fmla="*/ 416843 w 418616"/>
                <a:gd name="connsiteY151" fmla="*/ 99418 h 236346"/>
                <a:gd name="connsiteX152" fmla="*/ 422947 w 418616"/>
                <a:gd name="connsiteY152" fmla="*/ 99401 h 236346"/>
                <a:gd name="connsiteX153" fmla="*/ 424787 w 418616"/>
                <a:gd name="connsiteY153" fmla="*/ 99377 h 236346"/>
                <a:gd name="connsiteX154" fmla="*/ 429128 w 418616"/>
                <a:gd name="connsiteY154" fmla="*/ 99654 h 236346"/>
                <a:gd name="connsiteX155" fmla="*/ 430805 w 418616"/>
                <a:gd name="connsiteY155" fmla="*/ 107202 h 236346"/>
                <a:gd name="connsiteX156" fmla="*/ 430812 w 418616"/>
                <a:gd name="connsiteY156" fmla="*/ 108853 h 236346"/>
                <a:gd name="connsiteX157" fmla="*/ 430808 w 418616"/>
                <a:gd name="connsiteY157" fmla="*/ 114344 h 236346"/>
                <a:gd name="connsiteX158" fmla="*/ 430816 w 418616"/>
                <a:gd name="connsiteY158" fmla="*/ 118275 h 236346"/>
                <a:gd name="connsiteX159" fmla="*/ 430816 w 418616"/>
                <a:gd name="connsiteY159" fmla="*/ 128961 h 236346"/>
                <a:gd name="connsiteX160" fmla="*/ 430818 w 418616"/>
                <a:gd name="connsiteY160" fmla="*/ 140129 h 236346"/>
                <a:gd name="connsiteX161" fmla="*/ 430810 w 418616"/>
                <a:gd name="connsiteY161" fmla="*/ 158883 h 236346"/>
                <a:gd name="connsiteX162" fmla="*/ 430813 w 418616"/>
                <a:gd name="connsiteY162" fmla="*/ 180589 h 236346"/>
                <a:gd name="connsiteX163" fmla="*/ 430816 w 418616"/>
                <a:gd name="connsiteY163" fmla="*/ 199203 h 236346"/>
                <a:gd name="connsiteX164" fmla="*/ 430819 w 418616"/>
                <a:gd name="connsiteY164" fmla="*/ 210331 h 236346"/>
                <a:gd name="connsiteX165" fmla="*/ 430811 w 418616"/>
                <a:gd name="connsiteY165" fmla="*/ 220788 h 236346"/>
                <a:gd name="connsiteX166" fmla="*/ 430813 w 418616"/>
                <a:gd name="connsiteY166" fmla="*/ 224634 h 236346"/>
                <a:gd name="connsiteX167" fmla="*/ 430805 w 418616"/>
                <a:gd name="connsiteY167" fmla="*/ 229867 h 236346"/>
                <a:gd name="connsiteX168" fmla="*/ 430803 w 418616"/>
                <a:gd name="connsiteY168" fmla="*/ 232831 h 236346"/>
                <a:gd name="connsiteX169" fmla="*/ 429128 w 418616"/>
                <a:gd name="connsiteY169" fmla="*/ 236576 h 236346"/>
                <a:gd name="connsiteX170" fmla="*/ 423449 w 418616"/>
                <a:gd name="connsiteY170" fmla="*/ 236769 h 236346"/>
                <a:gd name="connsiteX171" fmla="*/ 421674 w 418616"/>
                <a:gd name="connsiteY171" fmla="*/ 236777 h 236346"/>
                <a:gd name="connsiteX172" fmla="*/ 415849 w 418616"/>
                <a:gd name="connsiteY172" fmla="*/ 236774 h 236346"/>
                <a:gd name="connsiteX173" fmla="*/ 411812 w 418616"/>
                <a:gd name="connsiteY173" fmla="*/ 236778 h 236346"/>
                <a:gd name="connsiteX174" fmla="*/ 403345 w 418616"/>
                <a:gd name="connsiteY174" fmla="*/ 236770 h 236346"/>
                <a:gd name="connsiteX175" fmla="*/ 392474 w 418616"/>
                <a:gd name="connsiteY175" fmla="*/ 236776 h 236346"/>
                <a:gd name="connsiteX176" fmla="*/ 384136 w 418616"/>
                <a:gd name="connsiteY176" fmla="*/ 236776 h 236346"/>
                <a:gd name="connsiteX177" fmla="*/ 380127 w 418616"/>
                <a:gd name="connsiteY177" fmla="*/ 236779 h 236346"/>
                <a:gd name="connsiteX178" fmla="*/ 374531 w 418616"/>
                <a:gd name="connsiteY178" fmla="*/ 236769 h 236346"/>
                <a:gd name="connsiteX179" fmla="*/ 372846 w 418616"/>
                <a:gd name="connsiteY179" fmla="*/ 236778 h 236346"/>
                <a:gd name="connsiteX180" fmla="*/ 367364 w 418616"/>
                <a:gd name="connsiteY180" fmla="*/ 235088 h 236346"/>
                <a:gd name="connsiteX181" fmla="*/ 367183 w 418616"/>
                <a:gd name="connsiteY181" fmla="*/ 229080 h 236346"/>
                <a:gd name="connsiteX182" fmla="*/ 367179 w 418616"/>
                <a:gd name="connsiteY182" fmla="*/ 227199 h 236346"/>
                <a:gd name="connsiteX183" fmla="*/ 367192 w 418616"/>
                <a:gd name="connsiteY183" fmla="*/ 221022 h 236346"/>
                <a:gd name="connsiteX184" fmla="*/ 367193 w 418616"/>
                <a:gd name="connsiteY184" fmla="*/ 216740 h 236346"/>
                <a:gd name="connsiteX185" fmla="*/ 367211 w 418616"/>
                <a:gd name="connsiteY185" fmla="*/ 207756 h 236346"/>
                <a:gd name="connsiteX186" fmla="*/ 367226 w 418616"/>
                <a:gd name="connsiteY186" fmla="*/ 196230 h 236346"/>
                <a:gd name="connsiteX187" fmla="*/ 367235 w 418616"/>
                <a:gd name="connsiteY187" fmla="*/ 187385 h 236346"/>
                <a:gd name="connsiteX188" fmla="*/ 367240 w 418616"/>
                <a:gd name="connsiteY188" fmla="*/ 183134 h 236346"/>
                <a:gd name="connsiteX189" fmla="*/ 367256 w 418616"/>
                <a:gd name="connsiteY189" fmla="*/ 177196 h 236346"/>
                <a:gd name="connsiteX190" fmla="*/ 367255 w 418616"/>
                <a:gd name="connsiteY190" fmla="*/ 175414 h 236346"/>
                <a:gd name="connsiteX191" fmla="*/ 368108 w 418616"/>
                <a:gd name="connsiteY191" fmla="*/ 168860 h 236346"/>
                <a:gd name="connsiteX192" fmla="*/ 71940 w 418616"/>
                <a:gd name="connsiteY192" fmla="*/ 168115 h 236346"/>
                <a:gd name="connsiteX193" fmla="*/ 72684 w 418616"/>
                <a:gd name="connsiteY193" fmla="*/ 171092 h 236346"/>
                <a:gd name="connsiteX194" fmla="*/ 72780 w 418616"/>
                <a:gd name="connsiteY194" fmla="*/ 177281 h 236346"/>
                <a:gd name="connsiteX195" fmla="*/ 72784 w 418616"/>
                <a:gd name="connsiteY195" fmla="*/ 179166 h 236346"/>
                <a:gd name="connsiteX196" fmla="*/ 72783 w 418616"/>
                <a:gd name="connsiteY196" fmla="*/ 185329 h 236346"/>
                <a:gd name="connsiteX197" fmla="*/ 72785 w 418616"/>
                <a:gd name="connsiteY197" fmla="*/ 189610 h 236346"/>
                <a:gd name="connsiteX198" fmla="*/ 72781 w 418616"/>
                <a:gd name="connsiteY198" fmla="*/ 198577 h 236346"/>
                <a:gd name="connsiteX199" fmla="*/ 72784 w 418616"/>
                <a:gd name="connsiteY199" fmla="*/ 210088 h 236346"/>
                <a:gd name="connsiteX200" fmla="*/ 72784 w 418616"/>
                <a:gd name="connsiteY200" fmla="*/ 218924 h 236346"/>
                <a:gd name="connsiteX201" fmla="*/ 72786 w 418616"/>
                <a:gd name="connsiteY201" fmla="*/ 223170 h 236346"/>
                <a:gd name="connsiteX202" fmla="*/ 72780 w 418616"/>
                <a:gd name="connsiteY202" fmla="*/ 229092 h 236346"/>
                <a:gd name="connsiteX203" fmla="*/ 72785 w 418616"/>
                <a:gd name="connsiteY203" fmla="*/ 230875 h 236346"/>
                <a:gd name="connsiteX204" fmla="*/ 71940 w 418616"/>
                <a:gd name="connsiteY204" fmla="*/ 236576 h 236346"/>
                <a:gd name="connsiteX205" fmla="*/ 66551 w 418616"/>
                <a:gd name="connsiteY205" fmla="*/ 236757 h 236346"/>
                <a:gd name="connsiteX206" fmla="*/ 64842 w 418616"/>
                <a:gd name="connsiteY206" fmla="*/ 236761 h 236346"/>
                <a:gd name="connsiteX207" fmla="*/ 59223 w 418616"/>
                <a:gd name="connsiteY207" fmla="*/ 236748 h 236346"/>
                <a:gd name="connsiteX208" fmla="*/ 55333 w 418616"/>
                <a:gd name="connsiteY208" fmla="*/ 236747 h 236346"/>
                <a:gd name="connsiteX209" fmla="*/ 47167 w 418616"/>
                <a:gd name="connsiteY209" fmla="*/ 236730 h 236346"/>
                <a:gd name="connsiteX210" fmla="*/ 36684 w 418616"/>
                <a:gd name="connsiteY210" fmla="*/ 236715 h 236346"/>
                <a:gd name="connsiteX211" fmla="*/ 28647 w 418616"/>
                <a:gd name="connsiteY211" fmla="*/ 236705 h 236346"/>
                <a:gd name="connsiteX212" fmla="*/ 24781 w 418616"/>
                <a:gd name="connsiteY212" fmla="*/ 236701 h 236346"/>
                <a:gd name="connsiteX213" fmla="*/ 19382 w 418616"/>
                <a:gd name="connsiteY213" fmla="*/ 236684 h 236346"/>
                <a:gd name="connsiteX214" fmla="*/ 17757 w 418616"/>
                <a:gd name="connsiteY214" fmla="*/ 236685 h 236346"/>
                <a:gd name="connsiteX215" fmla="*/ 12409 w 418616"/>
                <a:gd name="connsiteY215" fmla="*/ 235832 h 236346"/>
                <a:gd name="connsiteX216" fmla="*/ 12220 w 418616"/>
                <a:gd name="connsiteY216" fmla="*/ 230606 h 236346"/>
                <a:gd name="connsiteX217" fmla="*/ 12213 w 418616"/>
                <a:gd name="connsiteY217" fmla="*/ 228930 h 236346"/>
                <a:gd name="connsiteX218" fmla="*/ 12216 w 418616"/>
                <a:gd name="connsiteY218" fmla="*/ 223327 h 236346"/>
                <a:gd name="connsiteX219" fmla="*/ 12208 w 418616"/>
                <a:gd name="connsiteY219" fmla="*/ 219328 h 236346"/>
                <a:gd name="connsiteX220" fmla="*/ 12209 w 418616"/>
                <a:gd name="connsiteY220" fmla="*/ 208433 h 236346"/>
                <a:gd name="connsiteX221" fmla="*/ 12207 w 418616"/>
                <a:gd name="connsiteY221" fmla="*/ 197059 h 236346"/>
                <a:gd name="connsiteX222" fmla="*/ 12215 w 418616"/>
                <a:gd name="connsiteY222" fmla="*/ 177953 h 236346"/>
                <a:gd name="connsiteX223" fmla="*/ 12212 w 418616"/>
                <a:gd name="connsiteY223" fmla="*/ 155832 h 236346"/>
                <a:gd name="connsiteX224" fmla="*/ 12208 w 418616"/>
                <a:gd name="connsiteY224" fmla="*/ 136874 h 236346"/>
                <a:gd name="connsiteX225" fmla="*/ 12206 w 418616"/>
                <a:gd name="connsiteY225" fmla="*/ 125536 h 236346"/>
                <a:gd name="connsiteX226" fmla="*/ 12213 w 418616"/>
                <a:gd name="connsiteY226" fmla="*/ 114880 h 236346"/>
                <a:gd name="connsiteX227" fmla="*/ 12211 w 418616"/>
                <a:gd name="connsiteY227" fmla="*/ 110957 h 236346"/>
                <a:gd name="connsiteX228" fmla="*/ 12220 w 418616"/>
                <a:gd name="connsiteY228" fmla="*/ 105625 h 236346"/>
                <a:gd name="connsiteX229" fmla="*/ 12210 w 418616"/>
                <a:gd name="connsiteY229" fmla="*/ 104036 h 236346"/>
                <a:gd name="connsiteX230" fmla="*/ 12409 w 418616"/>
                <a:gd name="connsiteY230" fmla="*/ 100399 h 236346"/>
                <a:gd name="connsiteX231" fmla="*/ 20487 w 418616"/>
                <a:gd name="connsiteY231" fmla="*/ 99502 h 236346"/>
                <a:gd name="connsiteX232" fmla="*/ 22555 w 418616"/>
                <a:gd name="connsiteY232" fmla="*/ 99479 h 236346"/>
                <a:gd name="connsiteX233" fmla="*/ 29344 w 418616"/>
                <a:gd name="connsiteY233" fmla="*/ 99419 h 236346"/>
                <a:gd name="connsiteX234" fmla="*/ 34042 w 418616"/>
                <a:gd name="connsiteY234" fmla="*/ 99372 h 236346"/>
                <a:gd name="connsiteX235" fmla="*/ 46425 w 418616"/>
                <a:gd name="connsiteY235" fmla="*/ 99258 h 236346"/>
                <a:gd name="connsiteX236" fmla="*/ 59054 w 418616"/>
                <a:gd name="connsiteY236" fmla="*/ 99139 h 236346"/>
                <a:gd name="connsiteX237" fmla="*/ 83846 w 418616"/>
                <a:gd name="connsiteY237" fmla="*/ 98910 h 236346"/>
                <a:gd name="connsiteX238" fmla="*/ 80870 w 418616"/>
                <a:gd name="connsiteY238" fmla="*/ 94446 h 236346"/>
                <a:gd name="connsiteX239" fmla="*/ 80126 w 418616"/>
                <a:gd name="connsiteY239" fmla="*/ 89237 h 236346"/>
                <a:gd name="connsiteX240" fmla="*/ 77893 w 418616"/>
                <a:gd name="connsiteY240" fmla="*/ 89237 h 236346"/>
                <a:gd name="connsiteX241" fmla="*/ 77149 w 418616"/>
                <a:gd name="connsiteY241" fmla="*/ 83283 h 236346"/>
                <a:gd name="connsiteX242" fmla="*/ 74917 w 418616"/>
                <a:gd name="connsiteY242" fmla="*/ 83283 h 236346"/>
                <a:gd name="connsiteX243" fmla="*/ 75056 w 418616"/>
                <a:gd name="connsiteY243" fmla="*/ 81516 h 236346"/>
                <a:gd name="connsiteX244" fmla="*/ 74917 w 418616"/>
                <a:gd name="connsiteY244" fmla="*/ 79563 h 236346"/>
                <a:gd name="connsiteX245" fmla="*/ 72684 w 418616"/>
                <a:gd name="connsiteY245" fmla="*/ 78074 h 236346"/>
                <a:gd name="connsiteX246" fmla="*/ 71196 w 418616"/>
                <a:gd name="connsiteY246" fmla="*/ 73610 h 236346"/>
                <a:gd name="connsiteX247" fmla="*/ 69708 w 418616"/>
                <a:gd name="connsiteY247" fmla="*/ 73610 h 236346"/>
                <a:gd name="connsiteX248" fmla="*/ 69847 w 418616"/>
                <a:gd name="connsiteY248" fmla="*/ 71052 h 236346"/>
                <a:gd name="connsiteX249" fmla="*/ 69708 w 418616"/>
                <a:gd name="connsiteY249" fmla="*/ 68401 h 236346"/>
                <a:gd name="connsiteX250" fmla="*/ 67475 w 418616"/>
                <a:gd name="connsiteY250" fmla="*/ 67656 h 236346"/>
                <a:gd name="connsiteX251" fmla="*/ 65987 w 418616"/>
                <a:gd name="connsiteY251" fmla="*/ 63936 h 236346"/>
                <a:gd name="connsiteX252" fmla="*/ 64499 w 418616"/>
                <a:gd name="connsiteY252" fmla="*/ 63192 h 236346"/>
                <a:gd name="connsiteX253" fmla="*/ 63010 w 418616"/>
                <a:gd name="connsiteY253" fmla="*/ 58727 h 236346"/>
                <a:gd name="connsiteX254" fmla="*/ 61522 w 418616"/>
                <a:gd name="connsiteY254" fmla="*/ 57983 h 236346"/>
                <a:gd name="connsiteX255" fmla="*/ 61197 w 418616"/>
                <a:gd name="connsiteY255" fmla="*/ 56587 h 236346"/>
                <a:gd name="connsiteX256" fmla="*/ 59662 w 418616"/>
                <a:gd name="connsiteY256" fmla="*/ 53890 h 236346"/>
                <a:gd name="connsiteX257" fmla="*/ 57801 w 418616"/>
                <a:gd name="connsiteY257" fmla="*/ 49797 h 236346"/>
                <a:gd name="connsiteX258" fmla="*/ 56313 w 418616"/>
                <a:gd name="connsiteY258" fmla="*/ 49053 h 236346"/>
                <a:gd name="connsiteX259" fmla="*/ 55569 w 418616"/>
                <a:gd name="connsiteY259" fmla="*/ 44588 h 236346"/>
                <a:gd name="connsiteX260" fmla="*/ 53337 w 418616"/>
                <a:gd name="connsiteY260" fmla="*/ 44588 h 236346"/>
                <a:gd name="connsiteX261" fmla="*/ 53337 w 418616"/>
                <a:gd name="connsiteY261" fmla="*/ 38635 h 236346"/>
                <a:gd name="connsiteX262" fmla="*/ 57057 w 418616"/>
                <a:gd name="connsiteY262" fmla="*/ 37147 h 236346"/>
                <a:gd name="connsiteX263" fmla="*/ 57801 w 418616"/>
                <a:gd name="connsiteY263" fmla="*/ 34914 h 236346"/>
                <a:gd name="connsiteX264" fmla="*/ 60824 w 418616"/>
                <a:gd name="connsiteY264" fmla="*/ 34403 h 236346"/>
                <a:gd name="connsiteX265" fmla="*/ 63754 w 418616"/>
                <a:gd name="connsiteY265" fmla="*/ 34170 h 236346"/>
                <a:gd name="connsiteX266" fmla="*/ 63754 w 418616"/>
                <a:gd name="connsiteY266" fmla="*/ 31194 h 236346"/>
                <a:gd name="connsiteX267" fmla="*/ 68333 w 418616"/>
                <a:gd name="connsiteY267" fmla="*/ 30830 h 236346"/>
                <a:gd name="connsiteX268" fmla="*/ 69708 w 418616"/>
                <a:gd name="connsiteY268" fmla="*/ 30449 h 236346"/>
                <a:gd name="connsiteX269" fmla="*/ 70452 w 418616"/>
                <a:gd name="connsiteY269" fmla="*/ 28217 h 236346"/>
                <a:gd name="connsiteX270" fmla="*/ 73056 w 418616"/>
                <a:gd name="connsiteY270" fmla="*/ 27891 h 236346"/>
                <a:gd name="connsiteX271" fmla="*/ 75661 w 418616"/>
                <a:gd name="connsiteY271" fmla="*/ 27473 h 236346"/>
                <a:gd name="connsiteX272" fmla="*/ 76033 w 418616"/>
                <a:gd name="connsiteY272" fmla="*/ 25985 h 236346"/>
                <a:gd name="connsiteX273" fmla="*/ 76405 w 418616"/>
                <a:gd name="connsiteY273" fmla="*/ 24496 h 236346"/>
                <a:gd name="connsiteX274" fmla="*/ 81614 w 418616"/>
                <a:gd name="connsiteY274" fmla="*/ 23752 h 236346"/>
                <a:gd name="connsiteX275" fmla="*/ 82358 w 418616"/>
                <a:gd name="connsiteY275" fmla="*/ 21520 h 236346"/>
                <a:gd name="connsiteX276" fmla="*/ 85381 w 418616"/>
                <a:gd name="connsiteY276" fmla="*/ 21008 h 236346"/>
                <a:gd name="connsiteX277" fmla="*/ 88311 w 418616"/>
                <a:gd name="connsiteY277" fmla="*/ 20776 h 236346"/>
                <a:gd name="connsiteX278" fmla="*/ 88311 w 418616"/>
                <a:gd name="connsiteY278" fmla="*/ 17799 h 236346"/>
                <a:gd name="connsiteX279" fmla="*/ 90823 w 418616"/>
                <a:gd name="connsiteY279" fmla="*/ 17613 h 236346"/>
                <a:gd name="connsiteX280" fmla="*/ 93520 w 418616"/>
                <a:gd name="connsiteY280" fmla="*/ 17055 h 236346"/>
                <a:gd name="connsiteX281" fmla="*/ 95008 w 418616"/>
                <a:gd name="connsiteY281" fmla="*/ 14078 h 236346"/>
                <a:gd name="connsiteX282" fmla="*/ 99473 w 418616"/>
                <a:gd name="connsiteY282" fmla="*/ 14078 h 236346"/>
                <a:gd name="connsiteX283" fmla="*/ 99773 w 418616"/>
                <a:gd name="connsiteY283" fmla="*/ 12605 h 236346"/>
                <a:gd name="connsiteX284" fmla="*/ 100217 w 418616"/>
                <a:gd name="connsiteY284" fmla="*/ 11102 h 236346"/>
                <a:gd name="connsiteX285" fmla="*/ 103566 w 418616"/>
                <a:gd name="connsiteY285" fmla="*/ 10869 h 236346"/>
                <a:gd name="connsiteX286" fmla="*/ 105403 w 418616"/>
                <a:gd name="connsiteY286" fmla="*/ 10924 h 236346"/>
                <a:gd name="connsiteX287" fmla="*/ 107659 w 418616"/>
                <a:gd name="connsiteY287" fmla="*/ 11846 h 236346"/>
                <a:gd name="connsiteX288" fmla="*/ 107938 w 418616"/>
                <a:gd name="connsiteY288" fmla="*/ 14357 h 236346"/>
                <a:gd name="connsiteX289" fmla="*/ 110635 w 418616"/>
                <a:gd name="connsiteY289" fmla="*/ 19287 h 236346"/>
                <a:gd name="connsiteX290" fmla="*/ 110635 w 418616"/>
                <a:gd name="connsiteY290" fmla="*/ 21520 h 236346"/>
                <a:gd name="connsiteX291" fmla="*/ 112868 w 418616"/>
                <a:gd name="connsiteY291" fmla="*/ 22264 h 236346"/>
                <a:gd name="connsiteX292" fmla="*/ 113612 w 418616"/>
                <a:gd name="connsiteY292" fmla="*/ 24496 h 236346"/>
                <a:gd name="connsiteX293" fmla="*/ 115844 w 418616"/>
                <a:gd name="connsiteY293" fmla="*/ 25985 h 236346"/>
                <a:gd name="connsiteX294" fmla="*/ 118077 w 418616"/>
                <a:gd name="connsiteY294" fmla="*/ 29705 h 236346"/>
                <a:gd name="connsiteX295" fmla="*/ 121797 w 418616"/>
                <a:gd name="connsiteY295" fmla="*/ 34170 h 236346"/>
                <a:gd name="connsiteX296" fmla="*/ 122542 w 418616"/>
                <a:gd name="connsiteY296" fmla="*/ 37891 h 236346"/>
                <a:gd name="connsiteX297" fmla="*/ 124030 w 418616"/>
                <a:gd name="connsiteY297" fmla="*/ 38635 h 236346"/>
                <a:gd name="connsiteX298" fmla="*/ 125518 w 418616"/>
                <a:gd name="connsiteY298" fmla="*/ 42356 h 236346"/>
                <a:gd name="connsiteX299" fmla="*/ 126727 w 418616"/>
                <a:gd name="connsiteY299" fmla="*/ 44356 h 236346"/>
                <a:gd name="connsiteX300" fmla="*/ 127751 w 418616"/>
                <a:gd name="connsiteY300" fmla="*/ 47565 h 236346"/>
                <a:gd name="connsiteX301" fmla="*/ 129983 w 418616"/>
                <a:gd name="connsiteY301" fmla="*/ 47565 h 236346"/>
                <a:gd name="connsiteX302" fmla="*/ 129983 w 418616"/>
                <a:gd name="connsiteY302" fmla="*/ 52774 h 236346"/>
                <a:gd name="connsiteX303" fmla="*/ 132215 w 418616"/>
                <a:gd name="connsiteY303" fmla="*/ 52774 h 236346"/>
                <a:gd name="connsiteX304" fmla="*/ 133704 w 418616"/>
                <a:gd name="connsiteY304" fmla="*/ 56494 h 236346"/>
                <a:gd name="connsiteX305" fmla="*/ 135192 w 418616"/>
                <a:gd name="connsiteY305" fmla="*/ 57238 h 236346"/>
                <a:gd name="connsiteX306" fmla="*/ 135936 w 418616"/>
                <a:gd name="connsiteY306" fmla="*/ 61703 h 236346"/>
                <a:gd name="connsiteX307" fmla="*/ 137424 w 418616"/>
                <a:gd name="connsiteY307" fmla="*/ 62447 h 236346"/>
                <a:gd name="connsiteX308" fmla="*/ 138913 w 418616"/>
                <a:gd name="connsiteY308" fmla="*/ 66912 h 236346"/>
                <a:gd name="connsiteX309" fmla="*/ 140401 w 418616"/>
                <a:gd name="connsiteY309" fmla="*/ 67656 h 236346"/>
                <a:gd name="connsiteX310" fmla="*/ 141889 w 418616"/>
                <a:gd name="connsiteY310" fmla="*/ 72865 h 236346"/>
                <a:gd name="connsiteX311" fmla="*/ 143378 w 418616"/>
                <a:gd name="connsiteY311" fmla="*/ 73610 h 236346"/>
                <a:gd name="connsiteX312" fmla="*/ 143703 w 418616"/>
                <a:gd name="connsiteY312" fmla="*/ 76214 h 236346"/>
                <a:gd name="connsiteX313" fmla="*/ 144122 w 418616"/>
                <a:gd name="connsiteY313" fmla="*/ 78819 h 236346"/>
                <a:gd name="connsiteX314" fmla="*/ 146354 w 418616"/>
                <a:gd name="connsiteY314" fmla="*/ 79563 h 236346"/>
                <a:gd name="connsiteX315" fmla="*/ 146354 w 418616"/>
                <a:gd name="connsiteY315" fmla="*/ 85516 h 236346"/>
                <a:gd name="connsiteX316" fmla="*/ 148587 w 418616"/>
                <a:gd name="connsiteY316" fmla="*/ 85516 h 236346"/>
                <a:gd name="connsiteX317" fmla="*/ 148866 w 418616"/>
                <a:gd name="connsiteY317" fmla="*/ 90585 h 236346"/>
                <a:gd name="connsiteX318" fmla="*/ 149023 w 418616"/>
                <a:gd name="connsiteY318" fmla="*/ 93437 h 236346"/>
                <a:gd name="connsiteX319" fmla="*/ 148587 w 418616"/>
                <a:gd name="connsiteY319" fmla="*/ 95934 h 236346"/>
                <a:gd name="connsiteX320" fmla="*/ 144122 w 418616"/>
                <a:gd name="connsiteY320" fmla="*/ 98166 h 236346"/>
                <a:gd name="connsiteX321" fmla="*/ 143378 w 418616"/>
                <a:gd name="connsiteY321" fmla="*/ 98910 h 236346"/>
                <a:gd name="connsiteX322" fmla="*/ 204397 w 418616"/>
                <a:gd name="connsiteY322" fmla="*/ 98910 h 236346"/>
                <a:gd name="connsiteX323" fmla="*/ 203653 w 418616"/>
                <a:gd name="connsiteY323" fmla="*/ 98166 h 236346"/>
                <a:gd name="connsiteX324" fmla="*/ 203263 w 418616"/>
                <a:gd name="connsiteY324" fmla="*/ 93562 h 236346"/>
                <a:gd name="connsiteX325" fmla="*/ 202909 w 418616"/>
                <a:gd name="connsiteY325" fmla="*/ 92213 h 236346"/>
                <a:gd name="connsiteX326" fmla="*/ 200676 w 418616"/>
                <a:gd name="connsiteY326" fmla="*/ 91469 h 236346"/>
                <a:gd name="connsiteX327" fmla="*/ 200258 w 418616"/>
                <a:gd name="connsiteY327" fmla="*/ 88120 h 236346"/>
                <a:gd name="connsiteX328" fmla="*/ 199932 w 418616"/>
                <a:gd name="connsiteY328" fmla="*/ 84772 h 236346"/>
                <a:gd name="connsiteX329" fmla="*/ 198444 w 418616"/>
                <a:gd name="connsiteY329" fmla="*/ 84028 h 236346"/>
                <a:gd name="connsiteX330" fmla="*/ 197374 w 418616"/>
                <a:gd name="connsiteY330" fmla="*/ 78842 h 236346"/>
                <a:gd name="connsiteX331" fmla="*/ 196956 w 418616"/>
                <a:gd name="connsiteY331" fmla="*/ 77330 h 236346"/>
                <a:gd name="connsiteX332" fmla="*/ 195467 w 418616"/>
                <a:gd name="connsiteY332" fmla="*/ 76586 h 236346"/>
                <a:gd name="connsiteX333" fmla="*/ 195002 w 418616"/>
                <a:gd name="connsiteY333" fmla="*/ 72819 h 236346"/>
                <a:gd name="connsiteX334" fmla="*/ 194834 w 418616"/>
                <a:gd name="connsiteY334" fmla="*/ 70746 h 236346"/>
                <a:gd name="connsiteX335" fmla="*/ 194723 w 418616"/>
                <a:gd name="connsiteY335" fmla="*/ 69145 h 236346"/>
                <a:gd name="connsiteX336" fmla="*/ 192491 w 418616"/>
                <a:gd name="connsiteY336" fmla="*/ 69145 h 236346"/>
                <a:gd name="connsiteX337" fmla="*/ 192212 w 418616"/>
                <a:gd name="connsiteY337" fmla="*/ 66959 h 236346"/>
                <a:gd name="connsiteX338" fmla="*/ 191747 w 418616"/>
                <a:gd name="connsiteY338" fmla="*/ 64680 h 236346"/>
                <a:gd name="connsiteX339" fmla="*/ 190258 w 418616"/>
                <a:gd name="connsiteY339" fmla="*/ 63936 h 236346"/>
                <a:gd name="connsiteX340" fmla="*/ 189189 w 418616"/>
                <a:gd name="connsiteY340" fmla="*/ 58677 h 236346"/>
                <a:gd name="connsiteX341" fmla="*/ 188770 w 418616"/>
                <a:gd name="connsiteY341" fmla="*/ 57238 h 236346"/>
                <a:gd name="connsiteX342" fmla="*/ 187282 w 418616"/>
                <a:gd name="connsiteY342" fmla="*/ 57238 h 236346"/>
                <a:gd name="connsiteX343" fmla="*/ 186918 w 418616"/>
                <a:gd name="connsiteY343" fmla="*/ 52733 h 236346"/>
                <a:gd name="connsiteX344" fmla="*/ 184305 w 418616"/>
                <a:gd name="connsiteY344" fmla="*/ 49797 h 236346"/>
                <a:gd name="connsiteX345" fmla="*/ 183561 w 418616"/>
                <a:gd name="connsiteY345" fmla="*/ 45332 h 236346"/>
                <a:gd name="connsiteX346" fmla="*/ 182073 w 418616"/>
                <a:gd name="connsiteY346" fmla="*/ 44588 h 236346"/>
                <a:gd name="connsiteX347" fmla="*/ 181329 w 418616"/>
                <a:gd name="connsiteY347" fmla="*/ 38635 h 236346"/>
                <a:gd name="connsiteX348" fmla="*/ 179096 w 418616"/>
                <a:gd name="connsiteY348" fmla="*/ 38635 h 236346"/>
                <a:gd name="connsiteX349" fmla="*/ 178864 w 418616"/>
                <a:gd name="connsiteY349" fmla="*/ 36449 h 236346"/>
                <a:gd name="connsiteX350" fmla="*/ 178352 w 418616"/>
                <a:gd name="connsiteY350" fmla="*/ 34170 h 236346"/>
                <a:gd name="connsiteX351" fmla="*/ 176120 w 418616"/>
                <a:gd name="connsiteY351" fmla="*/ 33426 h 236346"/>
                <a:gd name="connsiteX352" fmla="*/ 175794 w 418616"/>
                <a:gd name="connsiteY352" fmla="*/ 29008 h 236346"/>
                <a:gd name="connsiteX353" fmla="*/ 175751 w 418616"/>
                <a:gd name="connsiteY353" fmla="*/ 26569 h 236346"/>
                <a:gd name="connsiteX354" fmla="*/ 176120 w 418616"/>
                <a:gd name="connsiteY354" fmla="*/ 24496 h 236346"/>
                <a:gd name="connsiteX355" fmla="*/ 179096 w 418616"/>
                <a:gd name="connsiteY355" fmla="*/ 23008 h 236346"/>
                <a:gd name="connsiteX356" fmla="*/ 180585 w 418616"/>
                <a:gd name="connsiteY356" fmla="*/ 20776 h 236346"/>
                <a:gd name="connsiteX357" fmla="*/ 183654 w 418616"/>
                <a:gd name="connsiteY357" fmla="*/ 20264 h 236346"/>
                <a:gd name="connsiteX358" fmla="*/ 186538 w 418616"/>
                <a:gd name="connsiteY358" fmla="*/ 20031 h 236346"/>
                <a:gd name="connsiteX359" fmla="*/ 186538 w 418616"/>
                <a:gd name="connsiteY359" fmla="*/ 17799 h 236346"/>
                <a:gd name="connsiteX360" fmla="*/ 187977 w 418616"/>
                <a:gd name="connsiteY360" fmla="*/ 17741 h 236346"/>
                <a:gd name="connsiteX361" fmla="*/ 189840 w 418616"/>
                <a:gd name="connsiteY361" fmla="*/ 17613 h 236346"/>
                <a:gd name="connsiteX362" fmla="*/ 191697 w 418616"/>
                <a:gd name="connsiteY362" fmla="*/ 17508 h 236346"/>
                <a:gd name="connsiteX363" fmla="*/ 193235 w 418616"/>
                <a:gd name="connsiteY363" fmla="*/ 17055 h 236346"/>
                <a:gd name="connsiteX364" fmla="*/ 193979 w 418616"/>
                <a:gd name="connsiteY364" fmla="*/ 14078 h 236346"/>
                <a:gd name="connsiteX365" fmla="*/ 197328 w 418616"/>
                <a:gd name="connsiteY365" fmla="*/ 13660 h 236346"/>
                <a:gd name="connsiteX366" fmla="*/ 200676 w 418616"/>
                <a:gd name="connsiteY366" fmla="*/ 13334 h 236346"/>
                <a:gd name="connsiteX367" fmla="*/ 201421 w 418616"/>
                <a:gd name="connsiteY367" fmla="*/ 11102 h 236346"/>
                <a:gd name="connsiteX368" fmla="*/ 206606 w 418616"/>
                <a:gd name="connsiteY368" fmla="*/ 10079 h 236346"/>
                <a:gd name="connsiteX369" fmla="*/ 208118 w 418616"/>
                <a:gd name="connsiteY369" fmla="*/ 9613 h 236346"/>
                <a:gd name="connsiteX370" fmla="*/ 208862 w 418616"/>
                <a:gd name="connsiteY370" fmla="*/ 7381 h 236346"/>
                <a:gd name="connsiteX371" fmla="*/ 214048 w 418616"/>
                <a:gd name="connsiteY371" fmla="*/ 6939 h 236346"/>
                <a:gd name="connsiteX372" fmla="*/ 215559 w 418616"/>
                <a:gd name="connsiteY372" fmla="*/ 6637 h 236346"/>
                <a:gd name="connsiteX373" fmla="*/ 216303 w 418616"/>
                <a:gd name="connsiteY373" fmla="*/ 4405 h 236346"/>
                <a:gd name="connsiteX374" fmla="*/ 221489 w 418616"/>
                <a:gd name="connsiteY374" fmla="*/ 4035 h 236346"/>
                <a:gd name="connsiteX375" fmla="*/ 223001 w 418616"/>
                <a:gd name="connsiteY375" fmla="*/ 3660 h 236346"/>
                <a:gd name="connsiteX376" fmla="*/ 223370 w 418616"/>
                <a:gd name="connsiteY376" fmla="*/ 2158 h 236346"/>
                <a:gd name="connsiteX377" fmla="*/ 223745 w 418616"/>
                <a:gd name="connsiteY377" fmla="*/ 684 h 23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Lst>
              <a:rect l="l" t="t" r="r" b="b"/>
              <a:pathLst>
                <a:path w="418616" h="236346">
                  <a:moveTo>
                    <a:pt x="223745" y="684"/>
                  </a:moveTo>
                  <a:cubicBezTo>
                    <a:pt x="225282" y="393"/>
                    <a:pt x="225282" y="393"/>
                    <a:pt x="227140" y="498"/>
                  </a:cubicBezTo>
                  <a:cubicBezTo>
                    <a:pt x="227755" y="525"/>
                    <a:pt x="228370" y="551"/>
                    <a:pt x="229003" y="579"/>
                  </a:cubicBezTo>
                  <a:cubicBezTo>
                    <a:pt x="229478" y="614"/>
                    <a:pt x="229953" y="648"/>
                    <a:pt x="230442" y="684"/>
                  </a:cubicBezTo>
                  <a:cubicBezTo>
                    <a:pt x="230688" y="2157"/>
                    <a:pt x="230933" y="3631"/>
                    <a:pt x="231186" y="5149"/>
                  </a:cubicBezTo>
                  <a:cubicBezTo>
                    <a:pt x="231923" y="5149"/>
                    <a:pt x="232660" y="5149"/>
                    <a:pt x="233419" y="5149"/>
                  </a:cubicBezTo>
                  <a:cubicBezTo>
                    <a:pt x="233495" y="5977"/>
                    <a:pt x="233572" y="6806"/>
                    <a:pt x="233651" y="7660"/>
                  </a:cubicBezTo>
                  <a:cubicBezTo>
                    <a:pt x="233820" y="8550"/>
                    <a:pt x="233989" y="9440"/>
                    <a:pt x="234163" y="10358"/>
                  </a:cubicBezTo>
                  <a:cubicBezTo>
                    <a:pt x="234899" y="10849"/>
                    <a:pt x="235636" y="11340"/>
                    <a:pt x="236395" y="11846"/>
                  </a:cubicBezTo>
                  <a:cubicBezTo>
                    <a:pt x="236651" y="12836"/>
                    <a:pt x="236898" y="13829"/>
                    <a:pt x="237139" y="14822"/>
                  </a:cubicBezTo>
                  <a:cubicBezTo>
                    <a:pt x="237523" y="15175"/>
                    <a:pt x="237907" y="15528"/>
                    <a:pt x="238302" y="15892"/>
                  </a:cubicBezTo>
                  <a:cubicBezTo>
                    <a:pt x="239372" y="17055"/>
                    <a:pt x="239372" y="17055"/>
                    <a:pt x="239511" y="19055"/>
                  </a:cubicBezTo>
                  <a:cubicBezTo>
                    <a:pt x="239442" y="19907"/>
                    <a:pt x="239442" y="19907"/>
                    <a:pt x="239372" y="20776"/>
                  </a:cubicBezTo>
                  <a:cubicBezTo>
                    <a:pt x="240108" y="20776"/>
                    <a:pt x="240845" y="20776"/>
                    <a:pt x="241604" y="20776"/>
                  </a:cubicBezTo>
                  <a:cubicBezTo>
                    <a:pt x="241681" y="21482"/>
                    <a:pt x="241758" y="22188"/>
                    <a:pt x="241837" y="22915"/>
                  </a:cubicBezTo>
                  <a:cubicBezTo>
                    <a:pt x="242114" y="25457"/>
                    <a:pt x="242114" y="25457"/>
                    <a:pt x="244581" y="26729"/>
                  </a:cubicBezTo>
                  <a:cubicBezTo>
                    <a:pt x="244853" y="28213"/>
                    <a:pt x="245103" y="29701"/>
                    <a:pt x="245325" y="31194"/>
                  </a:cubicBezTo>
                  <a:cubicBezTo>
                    <a:pt x="245816" y="31439"/>
                    <a:pt x="246307" y="31685"/>
                    <a:pt x="246813" y="31938"/>
                  </a:cubicBezTo>
                  <a:cubicBezTo>
                    <a:pt x="247309" y="33426"/>
                    <a:pt x="247805" y="34914"/>
                    <a:pt x="248301" y="36403"/>
                  </a:cubicBezTo>
                  <a:cubicBezTo>
                    <a:pt x="248793" y="36648"/>
                    <a:pt x="249284" y="36894"/>
                    <a:pt x="249790" y="37147"/>
                  </a:cubicBezTo>
                  <a:cubicBezTo>
                    <a:pt x="249897" y="38006"/>
                    <a:pt x="250005" y="38866"/>
                    <a:pt x="250115" y="39751"/>
                  </a:cubicBezTo>
                  <a:cubicBezTo>
                    <a:pt x="250253" y="40611"/>
                    <a:pt x="250391" y="41470"/>
                    <a:pt x="250534" y="42356"/>
                  </a:cubicBezTo>
                  <a:cubicBezTo>
                    <a:pt x="251271" y="42601"/>
                    <a:pt x="252007" y="42847"/>
                    <a:pt x="252766" y="43100"/>
                  </a:cubicBezTo>
                  <a:cubicBezTo>
                    <a:pt x="253113" y="44647"/>
                    <a:pt x="253140" y="46122"/>
                    <a:pt x="253208" y="47704"/>
                  </a:cubicBezTo>
                  <a:cubicBezTo>
                    <a:pt x="253308" y="48149"/>
                    <a:pt x="253408" y="48594"/>
                    <a:pt x="253510" y="49053"/>
                  </a:cubicBezTo>
                  <a:cubicBezTo>
                    <a:pt x="254247" y="49299"/>
                    <a:pt x="254984" y="49544"/>
                    <a:pt x="255743" y="49797"/>
                  </a:cubicBezTo>
                  <a:cubicBezTo>
                    <a:pt x="255961" y="51335"/>
                    <a:pt x="255961" y="51335"/>
                    <a:pt x="255882" y="53192"/>
                  </a:cubicBezTo>
                  <a:cubicBezTo>
                    <a:pt x="255862" y="53807"/>
                    <a:pt x="255842" y="54422"/>
                    <a:pt x="255821" y="55055"/>
                  </a:cubicBezTo>
                  <a:cubicBezTo>
                    <a:pt x="255795" y="55530"/>
                    <a:pt x="255769" y="56005"/>
                    <a:pt x="255743" y="56494"/>
                  </a:cubicBezTo>
                  <a:cubicBezTo>
                    <a:pt x="256479" y="56494"/>
                    <a:pt x="257216" y="56494"/>
                    <a:pt x="257975" y="56494"/>
                  </a:cubicBezTo>
                  <a:cubicBezTo>
                    <a:pt x="258096" y="58020"/>
                    <a:pt x="258217" y="59546"/>
                    <a:pt x="258339" y="61073"/>
                  </a:cubicBezTo>
                  <a:cubicBezTo>
                    <a:pt x="258464" y="61526"/>
                    <a:pt x="258590" y="61980"/>
                    <a:pt x="258719" y="62447"/>
                  </a:cubicBezTo>
                  <a:cubicBezTo>
                    <a:pt x="259456" y="62693"/>
                    <a:pt x="260193" y="62939"/>
                    <a:pt x="260952" y="63192"/>
                  </a:cubicBezTo>
                  <a:cubicBezTo>
                    <a:pt x="261300" y="64931"/>
                    <a:pt x="261326" y="66606"/>
                    <a:pt x="261394" y="68377"/>
                  </a:cubicBezTo>
                  <a:cubicBezTo>
                    <a:pt x="261493" y="68876"/>
                    <a:pt x="261593" y="69375"/>
                    <a:pt x="261696" y="69889"/>
                  </a:cubicBezTo>
                  <a:cubicBezTo>
                    <a:pt x="262433" y="70134"/>
                    <a:pt x="263169" y="70380"/>
                    <a:pt x="263928" y="70633"/>
                  </a:cubicBezTo>
                  <a:cubicBezTo>
                    <a:pt x="264257" y="72307"/>
                    <a:pt x="264257" y="72307"/>
                    <a:pt x="264347" y="74354"/>
                  </a:cubicBezTo>
                  <a:cubicBezTo>
                    <a:pt x="264410" y="76343"/>
                    <a:pt x="264410" y="76343"/>
                    <a:pt x="264672" y="78074"/>
                  </a:cubicBezTo>
                  <a:cubicBezTo>
                    <a:pt x="265164" y="78320"/>
                    <a:pt x="265655" y="78566"/>
                    <a:pt x="266161" y="78819"/>
                  </a:cubicBezTo>
                  <a:cubicBezTo>
                    <a:pt x="266469" y="81007"/>
                    <a:pt x="266469" y="81007"/>
                    <a:pt x="266626" y="83702"/>
                  </a:cubicBezTo>
                  <a:cubicBezTo>
                    <a:pt x="266709" y="85039"/>
                    <a:pt x="266709" y="85039"/>
                    <a:pt x="266794" y="86402"/>
                  </a:cubicBezTo>
                  <a:cubicBezTo>
                    <a:pt x="266831" y="87092"/>
                    <a:pt x="266867" y="87782"/>
                    <a:pt x="266905" y="88492"/>
                  </a:cubicBezTo>
                  <a:cubicBezTo>
                    <a:pt x="267642" y="88492"/>
                    <a:pt x="268378" y="88492"/>
                    <a:pt x="269137" y="88492"/>
                  </a:cubicBezTo>
                  <a:cubicBezTo>
                    <a:pt x="269091" y="90260"/>
                    <a:pt x="269091" y="90260"/>
                    <a:pt x="268393" y="92213"/>
                  </a:cubicBezTo>
                  <a:cubicBezTo>
                    <a:pt x="266674" y="92766"/>
                    <a:pt x="264936" y="93263"/>
                    <a:pt x="263184" y="93701"/>
                  </a:cubicBezTo>
                  <a:cubicBezTo>
                    <a:pt x="262939" y="94438"/>
                    <a:pt x="262693" y="95175"/>
                    <a:pt x="262440" y="95934"/>
                  </a:cubicBezTo>
                  <a:cubicBezTo>
                    <a:pt x="260955" y="96425"/>
                    <a:pt x="260955" y="96425"/>
                    <a:pt x="259138" y="96724"/>
                  </a:cubicBezTo>
                  <a:cubicBezTo>
                    <a:pt x="256382" y="97148"/>
                    <a:pt x="256382" y="97148"/>
                    <a:pt x="254255" y="98910"/>
                  </a:cubicBezTo>
                  <a:cubicBezTo>
                    <a:pt x="259843" y="99031"/>
                    <a:pt x="265431" y="99124"/>
                    <a:pt x="271021" y="99180"/>
                  </a:cubicBezTo>
                  <a:cubicBezTo>
                    <a:pt x="273617" y="99207"/>
                    <a:pt x="276211" y="99244"/>
                    <a:pt x="278806" y="99303"/>
                  </a:cubicBezTo>
                  <a:cubicBezTo>
                    <a:pt x="281789" y="99371"/>
                    <a:pt x="284772" y="99396"/>
                    <a:pt x="287755" y="99419"/>
                  </a:cubicBezTo>
                  <a:cubicBezTo>
                    <a:pt x="288688" y="99446"/>
                    <a:pt x="289620" y="99473"/>
                    <a:pt x="290581" y="99501"/>
                  </a:cubicBezTo>
                  <a:cubicBezTo>
                    <a:pt x="292974" y="99502"/>
                    <a:pt x="295092" y="99490"/>
                    <a:pt x="297415" y="98910"/>
                  </a:cubicBezTo>
                  <a:cubicBezTo>
                    <a:pt x="298858" y="97209"/>
                    <a:pt x="299086" y="95916"/>
                    <a:pt x="299647" y="93701"/>
                  </a:cubicBezTo>
                  <a:cubicBezTo>
                    <a:pt x="300384" y="93701"/>
                    <a:pt x="301120" y="93701"/>
                    <a:pt x="301880" y="93701"/>
                  </a:cubicBezTo>
                  <a:cubicBezTo>
                    <a:pt x="301880" y="91737"/>
                    <a:pt x="301880" y="89772"/>
                    <a:pt x="301880" y="87748"/>
                  </a:cubicBezTo>
                  <a:cubicBezTo>
                    <a:pt x="302616" y="87748"/>
                    <a:pt x="303353" y="87748"/>
                    <a:pt x="304112" y="87748"/>
                  </a:cubicBezTo>
                  <a:cubicBezTo>
                    <a:pt x="304189" y="87058"/>
                    <a:pt x="304265" y="86367"/>
                    <a:pt x="304344" y="85655"/>
                  </a:cubicBezTo>
                  <a:cubicBezTo>
                    <a:pt x="304893" y="83111"/>
                    <a:pt x="305313" y="82753"/>
                    <a:pt x="307088" y="81051"/>
                  </a:cubicBezTo>
                  <a:cubicBezTo>
                    <a:pt x="307354" y="79814"/>
                    <a:pt x="307604" y="78574"/>
                    <a:pt x="307833" y="77330"/>
                  </a:cubicBezTo>
                  <a:cubicBezTo>
                    <a:pt x="308324" y="77085"/>
                    <a:pt x="308815" y="76839"/>
                    <a:pt x="309321" y="76586"/>
                  </a:cubicBezTo>
                  <a:cubicBezTo>
                    <a:pt x="309810" y="74332"/>
                    <a:pt x="309810" y="74332"/>
                    <a:pt x="310065" y="72121"/>
                  </a:cubicBezTo>
                  <a:cubicBezTo>
                    <a:pt x="310802" y="72121"/>
                    <a:pt x="311538" y="72121"/>
                    <a:pt x="312297" y="72121"/>
                  </a:cubicBezTo>
                  <a:cubicBezTo>
                    <a:pt x="312390" y="71154"/>
                    <a:pt x="312482" y="70187"/>
                    <a:pt x="312577" y="69191"/>
                  </a:cubicBezTo>
                  <a:cubicBezTo>
                    <a:pt x="312734" y="67543"/>
                    <a:pt x="312734" y="67543"/>
                    <a:pt x="313042" y="66168"/>
                  </a:cubicBezTo>
                  <a:cubicBezTo>
                    <a:pt x="313533" y="65923"/>
                    <a:pt x="314024" y="65677"/>
                    <a:pt x="314530" y="65424"/>
                  </a:cubicBezTo>
                  <a:cubicBezTo>
                    <a:pt x="314775" y="64565"/>
                    <a:pt x="315021" y="63705"/>
                    <a:pt x="315274" y="62820"/>
                  </a:cubicBezTo>
                  <a:cubicBezTo>
                    <a:pt x="315520" y="61960"/>
                    <a:pt x="315765" y="61101"/>
                    <a:pt x="316018" y="60215"/>
                  </a:cubicBezTo>
                  <a:cubicBezTo>
                    <a:pt x="316509" y="59969"/>
                    <a:pt x="317000" y="59724"/>
                    <a:pt x="317506" y="59471"/>
                  </a:cubicBezTo>
                  <a:cubicBezTo>
                    <a:pt x="317810" y="57743"/>
                    <a:pt x="318060" y="56006"/>
                    <a:pt x="318251" y="54262"/>
                  </a:cubicBezTo>
                  <a:cubicBezTo>
                    <a:pt x="318987" y="54262"/>
                    <a:pt x="319724" y="54262"/>
                    <a:pt x="320483" y="54262"/>
                  </a:cubicBezTo>
                  <a:cubicBezTo>
                    <a:pt x="320575" y="53295"/>
                    <a:pt x="320667" y="52328"/>
                    <a:pt x="320762" y="51332"/>
                  </a:cubicBezTo>
                  <a:cubicBezTo>
                    <a:pt x="320919" y="49684"/>
                    <a:pt x="320919" y="49684"/>
                    <a:pt x="321227" y="48309"/>
                  </a:cubicBezTo>
                  <a:cubicBezTo>
                    <a:pt x="321718" y="48063"/>
                    <a:pt x="322209" y="47818"/>
                    <a:pt x="322715" y="47565"/>
                  </a:cubicBezTo>
                  <a:cubicBezTo>
                    <a:pt x="322961" y="46705"/>
                    <a:pt x="323207" y="45846"/>
                    <a:pt x="323460" y="44960"/>
                  </a:cubicBezTo>
                  <a:cubicBezTo>
                    <a:pt x="323705" y="44101"/>
                    <a:pt x="323951" y="43241"/>
                    <a:pt x="324204" y="42356"/>
                  </a:cubicBezTo>
                  <a:cubicBezTo>
                    <a:pt x="324695" y="42110"/>
                    <a:pt x="325186" y="41865"/>
                    <a:pt x="325692" y="41612"/>
                  </a:cubicBezTo>
                  <a:cubicBezTo>
                    <a:pt x="325955" y="39881"/>
                    <a:pt x="326022" y="38173"/>
                    <a:pt x="326108" y="36426"/>
                  </a:cubicBezTo>
                  <a:cubicBezTo>
                    <a:pt x="326216" y="35927"/>
                    <a:pt x="326324" y="35428"/>
                    <a:pt x="326436" y="34914"/>
                  </a:cubicBezTo>
                  <a:cubicBezTo>
                    <a:pt x="327541" y="34546"/>
                    <a:pt x="327541" y="34546"/>
                    <a:pt x="328669" y="34170"/>
                  </a:cubicBezTo>
                  <a:cubicBezTo>
                    <a:pt x="329193" y="32442"/>
                    <a:pt x="329690" y="30705"/>
                    <a:pt x="330157" y="28961"/>
                  </a:cubicBezTo>
                  <a:cubicBezTo>
                    <a:pt x="330648" y="28716"/>
                    <a:pt x="331139" y="28470"/>
                    <a:pt x="331645" y="28217"/>
                  </a:cubicBezTo>
                  <a:cubicBezTo>
                    <a:pt x="331936" y="26658"/>
                    <a:pt x="331936" y="26658"/>
                    <a:pt x="332017" y="24868"/>
                  </a:cubicBezTo>
                  <a:cubicBezTo>
                    <a:pt x="332133" y="23031"/>
                    <a:pt x="332133" y="23031"/>
                    <a:pt x="332389" y="21520"/>
                  </a:cubicBezTo>
                  <a:cubicBezTo>
                    <a:pt x="332880" y="21274"/>
                    <a:pt x="333372" y="21029"/>
                    <a:pt x="333878" y="20776"/>
                  </a:cubicBezTo>
                  <a:cubicBezTo>
                    <a:pt x="334224" y="19365"/>
                    <a:pt x="334224" y="19365"/>
                    <a:pt x="334343" y="17753"/>
                  </a:cubicBezTo>
                  <a:cubicBezTo>
                    <a:pt x="334435" y="16786"/>
                    <a:pt x="334527" y="15819"/>
                    <a:pt x="334622" y="14822"/>
                  </a:cubicBezTo>
                  <a:cubicBezTo>
                    <a:pt x="335358" y="14822"/>
                    <a:pt x="336095" y="14822"/>
                    <a:pt x="336854" y="14822"/>
                  </a:cubicBezTo>
                  <a:cubicBezTo>
                    <a:pt x="336931" y="14216"/>
                    <a:pt x="337008" y="13610"/>
                    <a:pt x="337087" y="12985"/>
                  </a:cubicBezTo>
                  <a:cubicBezTo>
                    <a:pt x="337340" y="12053"/>
                    <a:pt x="337340" y="12053"/>
                    <a:pt x="337598" y="11102"/>
                  </a:cubicBezTo>
                  <a:cubicBezTo>
                    <a:pt x="339598" y="10660"/>
                    <a:pt x="339598" y="10660"/>
                    <a:pt x="342063" y="10730"/>
                  </a:cubicBezTo>
                  <a:cubicBezTo>
                    <a:pt x="343283" y="10741"/>
                    <a:pt x="343283" y="10741"/>
                    <a:pt x="344528" y="10753"/>
                  </a:cubicBezTo>
                  <a:cubicBezTo>
                    <a:pt x="345188" y="10868"/>
                    <a:pt x="345848" y="10983"/>
                    <a:pt x="346528" y="11102"/>
                  </a:cubicBezTo>
                  <a:cubicBezTo>
                    <a:pt x="346774" y="11838"/>
                    <a:pt x="347019" y="12575"/>
                    <a:pt x="347272" y="13334"/>
                  </a:cubicBezTo>
                  <a:cubicBezTo>
                    <a:pt x="349399" y="13654"/>
                    <a:pt x="351472" y="13662"/>
                    <a:pt x="353621" y="13703"/>
                  </a:cubicBezTo>
                  <a:cubicBezTo>
                    <a:pt x="354530" y="13889"/>
                    <a:pt x="354530" y="13889"/>
                    <a:pt x="355458" y="14078"/>
                  </a:cubicBezTo>
                  <a:cubicBezTo>
                    <a:pt x="355640" y="14811"/>
                    <a:pt x="355640" y="14811"/>
                    <a:pt x="355827" y="15558"/>
                  </a:cubicBezTo>
                  <a:cubicBezTo>
                    <a:pt x="355951" y="16052"/>
                    <a:pt x="356074" y="16546"/>
                    <a:pt x="356202" y="17055"/>
                  </a:cubicBezTo>
                  <a:cubicBezTo>
                    <a:pt x="358115" y="17583"/>
                    <a:pt x="358115" y="17583"/>
                    <a:pt x="360341" y="17613"/>
                  </a:cubicBezTo>
                  <a:cubicBezTo>
                    <a:pt x="361094" y="17655"/>
                    <a:pt x="361847" y="17697"/>
                    <a:pt x="362623" y="17741"/>
                  </a:cubicBezTo>
                  <a:cubicBezTo>
                    <a:pt x="363205" y="17760"/>
                    <a:pt x="363787" y="17779"/>
                    <a:pt x="364387" y="17799"/>
                  </a:cubicBezTo>
                  <a:cubicBezTo>
                    <a:pt x="364387" y="18781"/>
                    <a:pt x="364387" y="19764"/>
                    <a:pt x="364387" y="20776"/>
                  </a:cubicBezTo>
                  <a:cubicBezTo>
                    <a:pt x="365154" y="20763"/>
                    <a:pt x="365154" y="20763"/>
                    <a:pt x="365937" y="20749"/>
                  </a:cubicBezTo>
                  <a:cubicBezTo>
                    <a:pt x="366607" y="20743"/>
                    <a:pt x="367278" y="20736"/>
                    <a:pt x="367969" y="20729"/>
                  </a:cubicBezTo>
                  <a:cubicBezTo>
                    <a:pt x="368966" y="20716"/>
                    <a:pt x="368966" y="20716"/>
                    <a:pt x="369983" y="20703"/>
                  </a:cubicBezTo>
                  <a:cubicBezTo>
                    <a:pt x="371829" y="20776"/>
                    <a:pt x="371829" y="20776"/>
                    <a:pt x="374061" y="21520"/>
                  </a:cubicBezTo>
                  <a:cubicBezTo>
                    <a:pt x="374307" y="22256"/>
                    <a:pt x="374552" y="22993"/>
                    <a:pt x="374805" y="23752"/>
                  </a:cubicBezTo>
                  <a:cubicBezTo>
                    <a:pt x="376932" y="24072"/>
                    <a:pt x="379005" y="24080"/>
                    <a:pt x="381154" y="24121"/>
                  </a:cubicBezTo>
                  <a:cubicBezTo>
                    <a:pt x="382063" y="24307"/>
                    <a:pt x="382063" y="24307"/>
                    <a:pt x="382991" y="24496"/>
                  </a:cubicBezTo>
                  <a:cubicBezTo>
                    <a:pt x="383113" y="24985"/>
                    <a:pt x="383234" y="25473"/>
                    <a:pt x="383360" y="25976"/>
                  </a:cubicBezTo>
                  <a:cubicBezTo>
                    <a:pt x="383484" y="26470"/>
                    <a:pt x="383607" y="26964"/>
                    <a:pt x="383735" y="27473"/>
                  </a:cubicBezTo>
                  <a:cubicBezTo>
                    <a:pt x="385648" y="28001"/>
                    <a:pt x="385648" y="28001"/>
                    <a:pt x="387874" y="28031"/>
                  </a:cubicBezTo>
                  <a:cubicBezTo>
                    <a:pt x="388627" y="28073"/>
                    <a:pt x="389380" y="28115"/>
                    <a:pt x="390156" y="28159"/>
                  </a:cubicBezTo>
                  <a:cubicBezTo>
                    <a:pt x="391029" y="28188"/>
                    <a:pt x="391029" y="28188"/>
                    <a:pt x="391921" y="28217"/>
                  </a:cubicBezTo>
                  <a:cubicBezTo>
                    <a:pt x="391921" y="29199"/>
                    <a:pt x="391921" y="30182"/>
                    <a:pt x="391921" y="31194"/>
                  </a:cubicBezTo>
                  <a:cubicBezTo>
                    <a:pt x="394622" y="31194"/>
                    <a:pt x="397323" y="31194"/>
                    <a:pt x="400106" y="31194"/>
                  </a:cubicBezTo>
                  <a:cubicBezTo>
                    <a:pt x="400166" y="32790"/>
                    <a:pt x="400210" y="34387"/>
                    <a:pt x="400246" y="35984"/>
                  </a:cubicBezTo>
                  <a:cubicBezTo>
                    <a:pt x="400272" y="36873"/>
                    <a:pt x="400297" y="37762"/>
                    <a:pt x="400324" y="38679"/>
                  </a:cubicBezTo>
                  <a:cubicBezTo>
                    <a:pt x="400252" y="39401"/>
                    <a:pt x="400180" y="40123"/>
                    <a:pt x="400106" y="40867"/>
                  </a:cubicBezTo>
                  <a:cubicBezTo>
                    <a:pt x="399001" y="41236"/>
                    <a:pt x="399001" y="41236"/>
                    <a:pt x="397874" y="41612"/>
                  </a:cubicBezTo>
                  <a:cubicBezTo>
                    <a:pt x="397597" y="42596"/>
                    <a:pt x="397348" y="43589"/>
                    <a:pt x="397130" y="44588"/>
                  </a:cubicBezTo>
                  <a:cubicBezTo>
                    <a:pt x="396638" y="44834"/>
                    <a:pt x="396147" y="45079"/>
                    <a:pt x="395641" y="45332"/>
                  </a:cubicBezTo>
                  <a:cubicBezTo>
                    <a:pt x="395534" y="46054"/>
                    <a:pt x="395426" y="46775"/>
                    <a:pt x="395316" y="47518"/>
                  </a:cubicBezTo>
                  <a:cubicBezTo>
                    <a:pt x="395178" y="48270"/>
                    <a:pt x="395039" y="49022"/>
                    <a:pt x="394897" y="49797"/>
                  </a:cubicBezTo>
                  <a:cubicBezTo>
                    <a:pt x="393792" y="50534"/>
                    <a:pt x="393792" y="50534"/>
                    <a:pt x="392665" y="51285"/>
                  </a:cubicBezTo>
                  <a:cubicBezTo>
                    <a:pt x="392542" y="51776"/>
                    <a:pt x="392419" y="52268"/>
                    <a:pt x="392293" y="52774"/>
                  </a:cubicBezTo>
                  <a:cubicBezTo>
                    <a:pt x="391921" y="54262"/>
                    <a:pt x="391921" y="54262"/>
                    <a:pt x="389688" y="55750"/>
                  </a:cubicBezTo>
                  <a:cubicBezTo>
                    <a:pt x="389419" y="56737"/>
                    <a:pt x="389169" y="57729"/>
                    <a:pt x="388944" y="58727"/>
                  </a:cubicBezTo>
                  <a:cubicBezTo>
                    <a:pt x="388453" y="58972"/>
                    <a:pt x="387962" y="59218"/>
                    <a:pt x="387456" y="59471"/>
                  </a:cubicBezTo>
                  <a:cubicBezTo>
                    <a:pt x="387210" y="60223"/>
                    <a:pt x="386965" y="60975"/>
                    <a:pt x="386712" y="61750"/>
                  </a:cubicBezTo>
                  <a:cubicBezTo>
                    <a:pt x="386466" y="62471"/>
                    <a:pt x="386220" y="63193"/>
                    <a:pt x="385967" y="63936"/>
                  </a:cubicBezTo>
                  <a:cubicBezTo>
                    <a:pt x="385476" y="63936"/>
                    <a:pt x="384985" y="63936"/>
                    <a:pt x="384479" y="63936"/>
                  </a:cubicBezTo>
                  <a:cubicBezTo>
                    <a:pt x="384387" y="64657"/>
                    <a:pt x="384295" y="65378"/>
                    <a:pt x="384200" y="66122"/>
                  </a:cubicBezTo>
                  <a:cubicBezTo>
                    <a:pt x="383970" y="67250"/>
                    <a:pt x="383970" y="67250"/>
                    <a:pt x="383735" y="68401"/>
                  </a:cubicBezTo>
                  <a:cubicBezTo>
                    <a:pt x="383244" y="68646"/>
                    <a:pt x="382753" y="68892"/>
                    <a:pt x="382247" y="69145"/>
                  </a:cubicBezTo>
                  <a:cubicBezTo>
                    <a:pt x="381733" y="70378"/>
                    <a:pt x="381240" y="71619"/>
                    <a:pt x="380758" y="72865"/>
                  </a:cubicBezTo>
                  <a:cubicBezTo>
                    <a:pt x="379740" y="74725"/>
                    <a:pt x="378847" y="76277"/>
                    <a:pt x="377317" y="77749"/>
                  </a:cubicBezTo>
                  <a:cubicBezTo>
                    <a:pt x="376163" y="78774"/>
                    <a:pt x="376163" y="78774"/>
                    <a:pt x="375922" y="80400"/>
                  </a:cubicBezTo>
                  <a:cubicBezTo>
                    <a:pt x="375799" y="80860"/>
                    <a:pt x="375676" y="81321"/>
                    <a:pt x="375549" y="81795"/>
                  </a:cubicBezTo>
                  <a:cubicBezTo>
                    <a:pt x="374444" y="82163"/>
                    <a:pt x="374444" y="82163"/>
                    <a:pt x="373317" y="82539"/>
                  </a:cubicBezTo>
                  <a:cubicBezTo>
                    <a:pt x="373039" y="83773"/>
                    <a:pt x="372791" y="85014"/>
                    <a:pt x="372573" y="86260"/>
                  </a:cubicBezTo>
                  <a:cubicBezTo>
                    <a:pt x="372082" y="86506"/>
                    <a:pt x="371591" y="86751"/>
                    <a:pt x="371085" y="87004"/>
                  </a:cubicBezTo>
                  <a:cubicBezTo>
                    <a:pt x="370839" y="87741"/>
                    <a:pt x="370593" y="88478"/>
                    <a:pt x="370340" y="89237"/>
                  </a:cubicBezTo>
                  <a:cubicBezTo>
                    <a:pt x="369596" y="91469"/>
                    <a:pt x="369596" y="91469"/>
                    <a:pt x="368108" y="92213"/>
                  </a:cubicBezTo>
                  <a:cubicBezTo>
                    <a:pt x="368031" y="92643"/>
                    <a:pt x="367955" y="93073"/>
                    <a:pt x="367875" y="93515"/>
                  </a:cubicBezTo>
                  <a:cubicBezTo>
                    <a:pt x="367131" y="95951"/>
                    <a:pt x="365461" y="97186"/>
                    <a:pt x="363643" y="98910"/>
                  </a:cubicBezTo>
                  <a:cubicBezTo>
                    <a:pt x="363643" y="99156"/>
                    <a:pt x="363643" y="99401"/>
                    <a:pt x="363643" y="99654"/>
                  </a:cubicBezTo>
                  <a:cubicBezTo>
                    <a:pt x="364869" y="99647"/>
                    <a:pt x="364869" y="99647"/>
                    <a:pt x="366119" y="99639"/>
                  </a:cubicBezTo>
                  <a:cubicBezTo>
                    <a:pt x="373806" y="99594"/>
                    <a:pt x="381493" y="99561"/>
                    <a:pt x="389180" y="99539"/>
                  </a:cubicBezTo>
                  <a:cubicBezTo>
                    <a:pt x="393133" y="99527"/>
                    <a:pt x="397085" y="99511"/>
                    <a:pt x="401037" y="99486"/>
                  </a:cubicBezTo>
                  <a:cubicBezTo>
                    <a:pt x="404849" y="99462"/>
                    <a:pt x="408661" y="99448"/>
                    <a:pt x="412472" y="99443"/>
                  </a:cubicBezTo>
                  <a:cubicBezTo>
                    <a:pt x="413929" y="99439"/>
                    <a:pt x="415386" y="99430"/>
                    <a:pt x="416843" y="99418"/>
                  </a:cubicBezTo>
                  <a:cubicBezTo>
                    <a:pt x="418878" y="99402"/>
                    <a:pt x="420912" y="99400"/>
                    <a:pt x="422947" y="99401"/>
                  </a:cubicBezTo>
                  <a:cubicBezTo>
                    <a:pt x="423554" y="99393"/>
                    <a:pt x="424161" y="99385"/>
                    <a:pt x="424787" y="99377"/>
                  </a:cubicBezTo>
                  <a:cubicBezTo>
                    <a:pt x="426463" y="99386"/>
                    <a:pt x="426463" y="99386"/>
                    <a:pt x="429128" y="99654"/>
                  </a:cubicBezTo>
                  <a:cubicBezTo>
                    <a:pt x="430983" y="102438"/>
                    <a:pt x="430803" y="103874"/>
                    <a:pt x="430805" y="107202"/>
                  </a:cubicBezTo>
                  <a:cubicBezTo>
                    <a:pt x="430807" y="107747"/>
                    <a:pt x="430809" y="108292"/>
                    <a:pt x="430812" y="108853"/>
                  </a:cubicBezTo>
                  <a:cubicBezTo>
                    <a:pt x="430818" y="110684"/>
                    <a:pt x="430813" y="112514"/>
                    <a:pt x="430808" y="114344"/>
                  </a:cubicBezTo>
                  <a:cubicBezTo>
                    <a:pt x="430810" y="115654"/>
                    <a:pt x="430813" y="116965"/>
                    <a:pt x="430816" y="118275"/>
                  </a:cubicBezTo>
                  <a:cubicBezTo>
                    <a:pt x="430823" y="121837"/>
                    <a:pt x="430820" y="125399"/>
                    <a:pt x="430816" y="128961"/>
                  </a:cubicBezTo>
                  <a:cubicBezTo>
                    <a:pt x="430812" y="132684"/>
                    <a:pt x="430815" y="136407"/>
                    <a:pt x="430818" y="140129"/>
                  </a:cubicBezTo>
                  <a:cubicBezTo>
                    <a:pt x="430821" y="146381"/>
                    <a:pt x="430817" y="152632"/>
                    <a:pt x="430810" y="158883"/>
                  </a:cubicBezTo>
                  <a:cubicBezTo>
                    <a:pt x="430802" y="166119"/>
                    <a:pt x="430804" y="173354"/>
                    <a:pt x="430813" y="180589"/>
                  </a:cubicBezTo>
                  <a:cubicBezTo>
                    <a:pt x="430819" y="186794"/>
                    <a:pt x="430820" y="192999"/>
                    <a:pt x="430816" y="199203"/>
                  </a:cubicBezTo>
                  <a:cubicBezTo>
                    <a:pt x="430814" y="202912"/>
                    <a:pt x="430814" y="206622"/>
                    <a:pt x="430819" y="210331"/>
                  </a:cubicBezTo>
                  <a:cubicBezTo>
                    <a:pt x="430823" y="213816"/>
                    <a:pt x="430820" y="217302"/>
                    <a:pt x="430811" y="220788"/>
                  </a:cubicBezTo>
                  <a:cubicBezTo>
                    <a:pt x="430809" y="222070"/>
                    <a:pt x="430810" y="223352"/>
                    <a:pt x="430813" y="224634"/>
                  </a:cubicBezTo>
                  <a:cubicBezTo>
                    <a:pt x="430817" y="226379"/>
                    <a:pt x="430812" y="228123"/>
                    <a:pt x="430805" y="229867"/>
                  </a:cubicBezTo>
                  <a:cubicBezTo>
                    <a:pt x="430804" y="230845"/>
                    <a:pt x="430804" y="231823"/>
                    <a:pt x="430803" y="232831"/>
                  </a:cubicBezTo>
                  <a:cubicBezTo>
                    <a:pt x="430616" y="235088"/>
                    <a:pt x="430616" y="235088"/>
                    <a:pt x="429128" y="236576"/>
                  </a:cubicBezTo>
                  <a:cubicBezTo>
                    <a:pt x="427208" y="236724"/>
                    <a:pt x="425369" y="236779"/>
                    <a:pt x="423449" y="236769"/>
                  </a:cubicBezTo>
                  <a:cubicBezTo>
                    <a:pt x="422863" y="236772"/>
                    <a:pt x="422278" y="236774"/>
                    <a:pt x="421674" y="236777"/>
                  </a:cubicBezTo>
                  <a:cubicBezTo>
                    <a:pt x="419732" y="236783"/>
                    <a:pt x="417791" y="236779"/>
                    <a:pt x="415849" y="236774"/>
                  </a:cubicBezTo>
                  <a:cubicBezTo>
                    <a:pt x="414504" y="236775"/>
                    <a:pt x="413158" y="236776"/>
                    <a:pt x="411812" y="236778"/>
                  </a:cubicBezTo>
                  <a:cubicBezTo>
                    <a:pt x="408990" y="236781"/>
                    <a:pt x="406167" y="236777"/>
                    <a:pt x="403345" y="236770"/>
                  </a:cubicBezTo>
                  <a:cubicBezTo>
                    <a:pt x="399721" y="236762"/>
                    <a:pt x="396098" y="236767"/>
                    <a:pt x="392474" y="236776"/>
                  </a:cubicBezTo>
                  <a:cubicBezTo>
                    <a:pt x="389695" y="236781"/>
                    <a:pt x="386915" y="236779"/>
                    <a:pt x="384136" y="236776"/>
                  </a:cubicBezTo>
                  <a:cubicBezTo>
                    <a:pt x="382799" y="236775"/>
                    <a:pt x="381463" y="236776"/>
                    <a:pt x="380127" y="236779"/>
                  </a:cubicBezTo>
                  <a:cubicBezTo>
                    <a:pt x="378261" y="236783"/>
                    <a:pt x="376396" y="236777"/>
                    <a:pt x="374531" y="236769"/>
                  </a:cubicBezTo>
                  <a:cubicBezTo>
                    <a:pt x="373975" y="236772"/>
                    <a:pt x="373419" y="236775"/>
                    <a:pt x="372846" y="236778"/>
                  </a:cubicBezTo>
                  <a:cubicBezTo>
                    <a:pt x="369022" y="236746"/>
                    <a:pt x="369022" y="236746"/>
                    <a:pt x="367364" y="235088"/>
                  </a:cubicBezTo>
                  <a:cubicBezTo>
                    <a:pt x="367220" y="233060"/>
                    <a:pt x="367169" y="231108"/>
                    <a:pt x="367183" y="229080"/>
                  </a:cubicBezTo>
                  <a:cubicBezTo>
                    <a:pt x="367182" y="228459"/>
                    <a:pt x="367180" y="227838"/>
                    <a:pt x="367179" y="227199"/>
                  </a:cubicBezTo>
                  <a:cubicBezTo>
                    <a:pt x="367176" y="225140"/>
                    <a:pt x="367184" y="223081"/>
                    <a:pt x="367192" y="221022"/>
                  </a:cubicBezTo>
                  <a:cubicBezTo>
                    <a:pt x="367193" y="219595"/>
                    <a:pt x="367194" y="218167"/>
                    <a:pt x="367193" y="216740"/>
                  </a:cubicBezTo>
                  <a:cubicBezTo>
                    <a:pt x="367195" y="213745"/>
                    <a:pt x="367201" y="210751"/>
                    <a:pt x="367211" y="207756"/>
                  </a:cubicBezTo>
                  <a:cubicBezTo>
                    <a:pt x="367223" y="203914"/>
                    <a:pt x="367226" y="200072"/>
                    <a:pt x="367226" y="196230"/>
                  </a:cubicBezTo>
                  <a:cubicBezTo>
                    <a:pt x="367226" y="193282"/>
                    <a:pt x="367230" y="190333"/>
                    <a:pt x="367235" y="187385"/>
                  </a:cubicBezTo>
                  <a:cubicBezTo>
                    <a:pt x="367238" y="185968"/>
                    <a:pt x="367239" y="184551"/>
                    <a:pt x="367240" y="183134"/>
                  </a:cubicBezTo>
                  <a:cubicBezTo>
                    <a:pt x="367241" y="181155"/>
                    <a:pt x="367248" y="179176"/>
                    <a:pt x="367256" y="177196"/>
                  </a:cubicBezTo>
                  <a:cubicBezTo>
                    <a:pt x="367255" y="176314"/>
                    <a:pt x="367255" y="176314"/>
                    <a:pt x="367255" y="175414"/>
                  </a:cubicBezTo>
                  <a:cubicBezTo>
                    <a:pt x="367269" y="173033"/>
                    <a:pt x="367349" y="171135"/>
                    <a:pt x="368108" y="168860"/>
                  </a:cubicBezTo>
                  <a:cubicBezTo>
                    <a:pt x="270373" y="168614"/>
                    <a:pt x="172637" y="168368"/>
                    <a:pt x="71940" y="168115"/>
                  </a:cubicBezTo>
                  <a:cubicBezTo>
                    <a:pt x="72186" y="169098"/>
                    <a:pt x="72431" y="170080"/>
                    <a:pt x="72684" y="171092"/>
                  </a:cubicBezTo>
                  <a:cubicBezTo>
                    <a:pt x="72755" y="173161"/>
                    <a:pt x="72786" y="175212"/>
                    <a:pt x="72780" y="177281"/>
                  </a:cubicBezTo>
                  <a:cubicBezTo>
                    <a:pt x="72782" y="178214"/>
                    <a:pt x="72782" y="178214"/>
                    <a:pt x="72784" y="179166"/>
                  </a:cubicBezTo>
                  <a:cubicBezTo>
                    <a:pt x="72788" y="181221"/>
                    <a:pt x="72786" y="183275"/>
                    <a:pt x="72783" y="185329"/>
                  </a:cubicBezTo>
                  <a:cubicBezTo>
                    <a:pt x="72784" y="186756"/>
                    <a:pt x="72784" y="188183"/>
                    <a:pt x="72785" y="189610"/>
                  </a:cubicBezTo>
                  <a:cubicBezTo>
                    <a:pt x="72786" y="192599"/>
                    <a:pt x="72785" y="195588"/>
                    <a:pt x="72781" y="198577"/>
                  </a:cubicBezTo>
                  <a:cubicBezTo>
                    <a:pt x="72777" y="202414"/>
                    <a:pt x="72779" y="206251"/>
                    <a:pt x="72784" y="210088"/>
                  </a:cubicBezTo>
                  <a:cubicBezTo>
                    <a:pt x="72787" y="213033"/>
                    <a:pt x="72786" y="215979"/>
                    <a:pt x="72784" y="218924"/>
                  </a:cubicBezTo>
                  <a:cubicBezTo>
                    <a:pt x="72783" y="220339"/>
                    <a:pt x="72784" y="221755"/>
                    <a:pt x="72786" y="223170"/>
                  </a:cubicBezTo>
                  <a:cubicBezTo>
                    <a:pt x="72787" y="225144"/>
                    <a:pt x="72785" y="227118"/>
                    <a:pt x="72780" y="229092"/>
                  </a:cubicBezTo>
                  <a:cubicBezTo>
                    <a:pt x="72782" y="229680"/>
                    <a:pt x="72783" y="230268"/>
                    <a:pt x="72785" y="230875"/>
                  </a:cubicBezTo>
                  <a:cubicBezTo>
                    <a:pt x="72769" y="234918"/>
                    <a:pt x="72769" y="234918"/>
                    <a:pt x="71940" y="236576"/>
                  </a:cubicBezTo>
                  <a:cubicBezTo>
                    <a:pt x="70116" y="236723"/>
                    <a:pt x="68376" y="236771"/>
                    <a:pt x="66551" y="236757"/>
                  </a:cubicBezTo>
                  <a:cubicBezTo>
                    <a:pt x="65987" y="236759"/>
                    <a:pt x="65423" y="236760"/>
                    <a:pt x="64842" y="236761"/>
                  </a:cubicBezTo>
                  <a:cubicBezTo>
                    <a:pt x="62969" y="236764"/>
                    <a:pt x="61096" y="236756"/>
                    <a:pt x="59223" y="236748"/>
                  </a:cubicBezTo>
                  <a:cubicBezTo>
                    <a:pt x="57926" y="236747"/>
                    <a:pt x="56629" y="236747"/>
                    <a:pt x="55333" y="236747"/>
                  </a:cubicBezTo>
                  <a:cubicBezTo>
                    <a:pt x="52611" y="236746"/>
                    <a:pt x="49889" y="236739"/>
                    <a:pt x="47167" y="236730"/>
                  </a:cubicBezTo>
                  <a:cubicBezTo>
                    <a:pt x="43673" y="236717"/>
                    <a:pt x="40179" y="236714"/>
                    <a:pt x="36684" y="236715"/>
                  </a:cubicBezTo>
                  <a:cubicBezTo>
                    <a:pt x="34005" y="236714"/>
                    <a:pt x="31326" y="236710"/>
                    <a:pt x="28647" y="236705"/>
                  </a:cubicBezTo>
                  <a:cubicBezTo>
                    <a:pt x="27358" y="236703"/>
                    <a:pt x="26070" y="236701"/>
                    <a:pt x="24781" y="236701"/>
                  </a:cubicBezTo>
                  <a:cubicBezTo>
                    <a:pt x="22981" y="236699"/>
                    <a:pt x="21182" y="236692"/>
                    <a:pt x="19382" y="236684"/>
                  </a:cubicBezTo>
                  <a:cubicBezTo>
                    <a:pt x="18578" y="236685"/>
                    <a:pt x="18578" y="236685"/>
                    <a:pt x="17757" y="236685"/>
                  </a:cubicBezTo>
                  <a:cubicBezTo>
                    <a:pt x="14067" y="236662"/>
                    <a:pt x="14067" y="236662"/>
                    <a:pt x="12409" y="235832"/>
                  </a:cubicBezTo>
                  <a:cubicBezTo>
                    <a:pt x="12258" y="234062"/>
                    <a:pt x="12209" y="232378"/>
                    <a:pt x="12220" y="230606"/>
                  </a:cubicBezTo>
                  <a:cubicBezTo>
                    <a:pt x="12217" y="230053"/>
                    <a:pt x="12215" y="229500"/>
                    <a:pt x="12213" y="228930"/>
                  </a:cubicBezTo>
                  <a:cubicBezTo>
                    <a:pt x="12207" y="227062"/>
                    <a:pt x="12212" y="225195"/>
                    <a:pt x="12216" y="223327"/>
                  </a:cubicBezTo>
                  <a:cubicBezTo>
                    <a:pt x="12214" y="221994"/>
                    <a:pt x="12212" y="220661"/>
                    <a:pt x="12208" y="219328"/>
                  </a:cubicBezTo>
                  <a:cubicBezTo>
                    <a:pt x="12202" y="215696"/>
                    <a:pt x="12204" y="212065"/>
                    <a:pt x="12209" y="208433"/>
                  </a:cubicBezTo>
                  <a:cubicBezTo>
                    <a:pt x="12213" y="204642"/>
                    <a:pt x="12209" y="200850"/>
                    <a:pt x="12207" y="197059"/>
                  </a:cubicBezTo>
                  <a:cubicBezTo>
                    <a:pt x="12204" y="190690"/>
                    <a:pt x="12208" y="184322"/>
                    <a:pt x="12215" y="177953"/>
                  </a:cubicBezTo>
                  <a:cubicBezTo>
                    <a:pt x="12223" y="170579"/>
                    <a:pt x="12220" y="163206"/>
                    <a:pt x="12212" y="155832"/>
                  </a:cubicBezTo>
                  <a:cubicBezTo>
                    <a:pt x="12205" y="149512"/>
                    <a:pt x="12204" y="143193"/>
                    <a:pt x="12208" y="136874"/>
                  </a:cubicBezTo>
                  <a:cubicBezTo>
                    <a:pt x="12211" y="133095"/>
                    <a:pt x="12211" y="129316"/>
                    <a:pt x="12206" y="125536"/>
                  </a:cubicBezTo>
                  <a:cubicBezTo>
                    <a:pt x="12202" y="121984"/>
                    <a:pt x="12205" y="118432"/>
                    <a:pt x="12213" y="114880"/>
                  </a:cubicBezTo>
                  <a:cubicBezTo>
                    <a:pt x="12215" y="113572"/>
                    <a:pt x="12215" y="112264"/>
                    <a:pt x="12211" y="110957"/>
                  </a:cubicBezTo>
                  <a:cubicBezTo>
                    <a:pt x="12207" y="109179"/>
                    <a:pt x="12212" y="107402"/>
                    <a:pt x="12220" y="105625"/>
                  </a:cubicBezTo>
                  <a:cubicBezTo>
                    <a:pt x="12216" y="105100"/>
                    <a:pt x="12213" y="104576"/>
                    <a:pt x="12210" y="104036"/>
                  </a:cubicBezTo>
                  <a:cubicBezTo>
                    <a:pt x="12220" y="102822"/>
                    <a:pt x="12306" y="101609"/>
                    <a:pt x="12409" y="100399"/>
                  </a:cubicBezTo>
                  <a:cubicBezTo>
                    <a:pt x="14909" y="99149"/>
                    <a:pt x="17736" y="99520"/>
                    <a:pt x="20487" y="99502"/>
                  </a:cubicBezTo>
                  <a:cubicBezTo>
                    <a:pt x="21511" y="99491"/>
                    <a:pt x="21511" y="99491"/>
                    <a:pt x="22555" y="99479"/>
                  </a:cubicBezTo>
                  <a:cubicBezTo>
                    <a:pt x="24818" y="99456"/>
                    <a:pt x="27081" y="99437"/>
                    <a:pt x="29344" y="99419"/>
                  </a:cubicBezTo>
                  <a:cubicBezTo>
                    <a:pt x="30910" y="99404"/>
                    <a:pt x="32476" y="99388"/>
                    <a:pt x="34042" y="99372"/>
                  </a:cubicBezTo>
                  <a:cubicBezTo>
                    <a:pt x="38170" y="99331"/>
                    <a:pt x="42297" y="99294"/>
                    <a:pt x="46425" y="99258"/>
                  </a:cubicBezTo>
                  <a:cubicBezTo>
                    <a:pt x="50635" y="99221"/>
                    <a:pt x="54845" y="99180"/>
                    <a:pt x="59054" y="99139"/>
                  </a:cubicBezTo>
                  <a:cubicBezTo>
                    <a:pt x="67318" y="99058"/>
                    <a:pt x="75582" y="98983"/>
                    <a:pt x="83846" y="98910"/>
                  </a:cubicBezTo>
                  <a:cubicBezTo>
                    <a:pt x="83014" y="96138"/>
                    <a:pt x="83014" y="96138"/>
                    <a:pt x="80870" y="94446"/>
                  </a:cubicBezTo>
                  <a:cubicBezTo>
                    <a:pt x="80567" y="92718"/>
                    <a:pt x="80316" y="90980"/>
                    <a:pt x="80126" y="89237"/>
                  </a:cubicBezTo>
                  <a:cubicBezTo>
                    <a:pt x="79389" y="89237"/>
                    <a:pt x="78652" y="89237"/>
                    <a:pt x="77893" y="89237"/>
                  </a:cubicBezTo>
                  <a:cubicBezTo>
                    <a:pt x="77525" y="86290"/>
                    <a:pt x="77525" y="86290"/>
                    <a:pt x="77149" y="83283"/>
                  </a:cubicBezTo>
                  <a:cubicBezTo>
                    <a:pt x="76412" y="83283"/>
                    <a:pt x="75676" y="83283"/>
                    <a:pt x="74917" y="83283"/>
                  </a:cubicBezTo>
                  <a:cubicBezTo>
                    <a:pt x="74986" y="82409"/>
                    <a:pt x="74986" y="82409"/>
                    <a:pt x="75056" y="81516"/>
                  </a:cubicBezTo>
                  <a:cubicBezTo>
                    <a:pt x="75010" y="80871"/>
                    <a:pt x="74964" y="80227"/>
                    <a:pt x="74917" y="79563"/>
                  </a:cubicBezTo>
                  <a:cubicBezTo>
                    <a:pt x="73812" y="78826"/>
                    <a:pt x="73812" y="78826"/>
                    <a:pt x="72684" y="78074"/>
                  </a:cubicBezTo>
                  <a:cubicBezTo>
                    <a:pt x="72179" y="76589"/>
                    <a:pt x="71682" y="75101"/>
                    <a:pt x="71196" y="73610"/>
                  </a:cubicBezTo>
                  <a:cubicBezTo>
                    <a:pt x="70705" y="73610"/>
                    <a:pt x="70214" y="73610"/>
                    <a:pt x="69708" y="73610"/>
                  </a:cubicBezTo>
                  <a:cubicBezTo>
                    <a:pt x="69754" y="72765"/>
                    <a:pt x="69800" y="71921"/>
                    <a:pt x="69847" y="71052"/>
                  </a:cubicBezTo>
                  <a:cubicBezTo>
                    <a:pt x="69801" y="70177"/>
                    <a:pt x="69755" y="69302"/>
                    <a:pt x="69708" y="68401"/>
                  </a:cubicBezTo>
                  <a:cubicBezTo>
                    <a:pt x="68603" y="68032"/>
                    <a:pt x="68603" y="68032"/>
                    <a:pt x="67475" y="67656"/>
                  </a:cubicBezTo>
                  <a:cubicBezTo>
                    <a:pt x="66953" y="66427"/>
                    <a:pt x="66456" y="65186"/>
                    <a:pt x="65987" y="63936"/>
                  </a:cubicBezTo>
                  <a:cubicBezTo>
                    <a:pt x="65496" y="63690"/>
                    <a:pt x="65005" y="63445"/>
                    <a:pt x="64499" y="63192"/>
                  </a:cubicBezTo>
                  <a:cubicBezTo>
                    <a:pt x="64003" y="61703"/>
                    <a:pt x="63506" y="60215"/>
                    <a:pt x="63010" y="58727"/>
                  </a:cubicBezTo>
                  <a:cubicBezTo>
                    <a:pt x="62519" y="58481"/>
                    <a:pt x="62028" y="58236"/>
                    <a:pt x="61522" y="57983"/>
                  </a:cubicBezTo>
                  <a:cubicBezTo>
                    <a:pt x="61415" y="57522"/>
                    <a:pt x="61307" y="57062"/>
                    <a:pt x="61197" y="56587"/>
                  </a:cubicBezTo>
                  <a:cubicBezTo>
                    <a:pt x="60903" y="54945"/>
                    <a:pt x="60903" y="54945"/>
                    <a:pt x="59662" y="53890"/>
                  </a:cubicBezTo>
                  <a:cubicBezTo>
                    <a:pt x="58333" y="52562"/>
                    <a:pt x="58220" y="51590"/>
                    <a:pt x="57801" y="49797"/>
                  </a:cubicBezTo>
                  <a:cubicBezTo>
                    <a:pt x="57065" y="49429"/>
                    <a:pt x="57065" y="49429"/>
                    <a:pt x="56313" y="49053"/>
                  </a:cubicBezTo>
                  <a:cubicBezTo>
                    <a:pt x="55848" y="46774"/>
                    <a:pt x="55848" y="46774"/>
                    <a:pt x="55569" y="44588"/>
                  </a:cubicBezTo>
                  <a:cubicBezTo>
                    <a:pt x="54832" y="44588"/>
                    <a:pt x="54096" y="44588"/>
                    <a:pt x="53337" y="44588"/>
                  </a:cubicBezTo>
                  <a:cubicBezTo>
                    <a:pt x="53009" y="40532"/>
                    <a:pt x="53009" y="40532"/>
                    <a:pt x="53337" y="38635"/>
                  </a:cubicBezTo>
                  <a:cubicBezTo>
                    <a:pt x="55150" y="37658"/>
                    <a:pt x="55150" y="37658"/>
                    <a:pt x="57057" y="37147"/>
                  </a:cubicBezTo>
                  <a:cubicBezTo>
                    <a:pt x="57303" y="36410"/>
                    <a:pt x="57548" y="35673"/>
                    <a:pt x="57801" y="34914"/>
                  </a:cubicBezTo>
                  <a:cubicBezTo>
                    <a:pt x="59176" y="34533"/>
                    <a:pt x="59176" y="34533"/>
                    <a:pt x="60824" y="34403"/>
                  </a:cubicBezTo>
                  <a:cubicBezTo>
                    <a:pt x="62275" y="34288"/>
                    <a:pt x="62275" y="34288"/>
                    <a:pt x="63754" y="34170"/>
                  </a:cubicBezTo>
                  <a:cubicBezTo>
                    <a:pt x="63754" y="33188"/>
                    <a:pt x="63754" y="32206"/>
                    <a:pt x="63754" y="31194"/>
                  </a:cubicBezTo>
                  <a:cubicBezTo>
                    <a:pt x="65281" y="31072"/>
                    <a:pt x="66807" y="30951"/>
                    <a:pt x="68333" y="30830"/>
                  </a:cubicBezTo>
                  <a:cubicBezTo>
                    <a:pt x="69013" y="30642"/>
                    <a:pt x="69013" y="30642"/>
                    <a:pt x="69708" y="30449"/>
                  </a:cubicBezTo>
                  <a:cubicBezTo>
                    <a:pt x="69953" y="29713"/>
                    <a:pt x="70199" y="28976"/>
                    <a:pt x="70452" y="28217"/>
                  </a:cubicBezTo>
                  <a:cubicBezTo>
                    <a:pt x="71311" y="28110"/>
                    <a:pt x="72171" y="28002"/>
                    <a:pt x="73056" y="27891"/>
                  </a:cubicBezTo>
                  <a:cubicBezTo>
                    <a:pt x="73916" y="27753"/>
                    <a:pt x="74775" y="27615"/>
                    <a:pt x="75661" y="27473"/>
                  </a:cubicBezTo>
                  <a:cubicBezTo>
                    <a:pt x="75784" y="26982"/>
                    <a:pt x="75906" y="26491"/>
                    <a:pt x="76033" y="25985"/>
                  </a:cubicBezTo>
                  <a:cubicBezTo>
                    <a:pt x="76156" y="25493"/>
                    <a:pt x="76278" y="25002"/>
                    <a:pt x="76405" y="24496"/>
                  </a:cubicBezTo>
                  <a:cubicBezTo>
                    <a:pt x="78137" y="24218"/>
                    <a:pt x="79873" y="23970"/>
                    <a:pt x="81614" y="23752"/>
                  </a:cubicBezTo>
                  <a:cubicBezTo>
                    <a:pt x="81982" y="22647"/>
                    <a:pt x="81982" y="22647"/>
                    <a:pt x="82358" y="21520"/>
                  </a:cubicBezTo>
                  <a:cubicBezTo>
                    <a:pt x="83733" y="21139"/>
                    <a:pt x="83733" y="21139"/>
                    <a:pt x="85381" y="21008"/>
                  </a:cubicBezTo>
                  <a:cubicBezTo>
                    <a:pt x="86348" y="20931"/>
                    <a:pt x="87315" y="20855"/>
                    <a:pt x="88311" y="20776"/>
                  </a:cubicBezTo>
                  <a:cubicBezTo>
                    <a:pt x="88311" y="19793"/>
                    <a:pt x="88311" y="18811"/>
                    <a:pt x="88311" y="17799"/>
                  </a:cubicBezTo>
                  <a:cubicBezTo>
                    <a:pt x="89554" y="17707"/>
                    <a:pt x="89554" y="17707"/>
                    <a:pt x="90823" y="17613"/>
                  </a:cubicBezTo>
                  <a:cubicBezTo>
                    <a:pt x="91713" y="17429"/>
                    <a:pt x="92603" y="17245"/>
                    <a:pt x="93520" y="17055"/>
                  </a:cubicBezTo>
                  <a:cubicBezTo>
                    <a:pt x="94028" y="16069"/>
                    <a:pt x="94525" y="15077"/>
                    <a:pt x="95008" y="14078"/>
                  </a:cubicBezTo>
                  <a:cubicBezTo>
                    <a:pt x="96497" y="14078"/>
                    <a:pt x="97985" y="14078"/>
                    <a:pt x="99473" y="14078"/>
                  </a:cubicBezTo>
                  <a:cubicBezTo>
                    <a:pt x="99572" y="13592"/>
                    <a:pt x="99671" y="13106"/>
                    <a:pt x="99773" y="12605"/>
                  </a:cubicBezTo>
                  <a:cubicBezTo>
                    <a:pt x="99919" y="12109"/>
                    <a:pt x="100066" y="11613"/>
                    <a:pt x="100217" y="11102"/>
                  </a:cubicBezTo>
                  <a:cubicBezTo>
                    <a:pt x="101729" y="10785"/>
                    <a:pt x="101729" y="10785"/>
                    <a:pt x="103566" y="10869"/>
                  </a:cubicBezTo>
                  <a:cubicBezTo>
                    <a:pt x="104172" y="10887"/>
                    <a:pt x="104779" y="10906"/>
                    <a:pt x="105403" y="10924"/>
                  </a:cubicBezTo>
                  <a:cubicBezTo>
                    <a:pt x="106915" y="11102"/>
                    <a:pt x="106915" y="11102"/>
                    <a:pt x="107659" y="11846"/>
                  </a:cubicBezTo>
                  <a:cubicBezTo>
                    <a:pt x="107751" y="12675"/>
                    <a:pt x="107843" y="13503"/>
                    <a:pt x="107938" y="14357"/>
                  </a:cubicBezTo>
                  <a:cubicBezTo>
                    <a:pt x="108415" y="17122"/>
                    <a:pt x="108651" y="17562"/>
                    <a:pt x="110635" y="19287"/>
                  </a:cubicBezTo>
                  <a:cubicBezTo>
                    <a:pt x="110635" y="20024"/>
                    <a:pt x="110635" y="20761"/>
                    <a:pt x="110635" y="21520"/>
                  </a:cubicBezTo>
                  <a:cubicBezTo>
                    <a:pt x="111372" y="21765"/>
                    <a:pt x="112109" y="22011"/>
                    <a:pt x="112868" y="22264"/>
                  </a:cubicBezTo>
                  <a:cubicBezTo>
                    <a:pt x="113113" y="23001"/>
                    <a:pt x="113359" y="23737"/>
                    <a:pt x="113612" y="24496"/>
                  </a:cubicBezTo>
                  <a:cubicBezTo>
                    <a:pt x="114349" y="24987"/>
                    <a:pt x="115085" y="25479"/>
                    <a:pt x="115844" y="25985"/>
                  </a:cubicBezTo>
                  <a:cubicBezTo>
                    <a:pt x="116631" y="27198"/>
                    <a:pt x="117372" y="28442"/>
                    <a:pt x="118077" y="29705"/>
                  </a:cubicBezTo>
                  <a:cubicBezTo>
                    <a:pt x="119468" y="32421"/>
                    <a:pt x="119468" y="32421"/>
                    <a:pt x="121797" y="34170"/>
                  </a:cubicBezTo>
                  <a:cubicBezTo>
                    <a:pt x="122046" y="35410"/>
                    <a:pt x="122294" y="36651"/>
                    <a:pt x="122542" y="37891"/>
                  </a:cubicBezTo>
                  <a:cubicBezTo>
                    <a:pt x="123033" y="38136"/>
                    <a:pt x="123524" y="38382"/>
                    <a:pt x="124030" y="38635"/>
                  </a:cubicBezTo>
                  <a:cubicBezTo>
                    <a:pt x="124544" y="39868"/>
                    <a:pt x="125037" y="41110"/>
                    <a:pt x="125518" y="42356"/>
                  </a:cubicBezTo>
                  <a:cubicBezTo>
                    <a:pt x="125917" y="43016"/>
                    <a:pt x="126316" y="43676"/>
                    <a:pt x="126727" y="44356"/>
                  </a:cubicBezTo>
                  <a:cubicBezTo>
                    <a:pt x="127751" y="46076"/>
                    <a:pt x="127751" y="46076"/>
                    <a:pt x="127751" y="47565"/>
                  </a:cubicBezTo>
                  <a:cubicBezTo>
                    <a:pt x="128487" y="47565"/>
                    <a:pt x="129224" y="47565"/>
                    <a:pt x="129983" y="47565"/>
                  </a:cubicBezTo>
                  <a:cubicBezTo>
                    <a:pt x="129983" y="49284"/>
                    <a:pt x="129983" y="51003"/>
                    <a:pt x="129983" y="52774"/>
                  </a:cubicBezTo>
                  <a:cubicBezTo>
                    <a:pt x="130720" y="52774"/>
                    <a:pt x="131456" y="52774"/>
                    <a:pt x="132215" y="52774"/>
                  </a:cubicBezTo>
                  <a:cubicBezTo>
                    <a:pt x="132749" y="53998"/>
                    <a:pt x="133245" y="55240"/>
                    <a:pt x="133704" y="56494"/>
                  </a:cubicBezTo>
                  <a:cubicBezTo>
                    <a:pt x="134195" y="56740"/>
                    <a:pt x="134686" y="56985"/>
                    <a:pt x="135192" y="57238"/>
                  </a:cubicBezTo>
                  <a:cubicBezTo>
                    <a:pt x="135440" y="58727"/>
                    <a:pt x="135688" y="60215"/>
                    <a:pt x="135936" y="61703"/>
                  </a:cubicBezTo>
                  <a:cubicBezTo>
                    <a:pt x="136427" y="61949"/>
                    <a:pt x="136918" y="62194"/>
                    <a:pt x="137424" y="62447"/>
                  </a:cubicBezTo>
                  <a:cubicBezTo>
                    <a:pt x="137921" y="63936"/>
                    <a:pt x="138417" y="65424"/>
                    <a:pt x="138913" y="66912"/>
                  </a:cubicBezTo>
                  <a:cubicBezTo>
                    <a:pt x="139404" y="67158"/>
                    <a:pt x="139895" y="67403"/>
                    <a:pt x="140401" y="67656"/>
                  </a:cubicBezTo>
                  <a:cubicBezTo>
                    <a:pt x="140897" y="69393"/>
                    <a:pt x="141393" y="71129"/>
                    <a:pt x="141889" y="72865"/>
                  </a:cubicBezTo>
                  <a:cubicBezTo>
                    <a:pt x="142380" y="73111"/>
                    <a:pt x="142872" y="73357"/>
                    <a:pt x="143378" y="73610"/>
                  </a:cubicBezTo>
                  <a:cubicBezTo>
                    <a:pt x="143539" y="74899"/>
                    <a:pt x="143539" y="74899"/>
                    <a:pt x="143703" y="76214"/>
                  </a:cubicBezTo>
                  <a:cubicBezTo>
                    <a:pt x="143841" y="77074"/>
                    <a:pt x="143979" y="77933"/>
                    <a:pt x="144122" y="78819"/>
                  </a:cubicBezTo>
                  <a:cubicBezTo>
                    <a:pt x="144858" y="79064"/>
                    <a:pt x="145595" y="79310"/>
                    <a:pt x="146354" y="79563"/>
                  </a:cubicBezTo>
                  <a:cubicBezTo>
                    <a:pt x="146672" y="81570"/>
                    <a:pt x="146451" y="83476"/>
                    <a:pt x="146354" y="85516"/>
                  </a:cubicBezTo>
                  <a:cubicBezTo>
                    <a:pt x="147091" y="85516"/>
                    <a:pt x="147828" y="85516"/>
                    <a:pt x="148587" y="85516"/>
                  </a:cubicBezTo>
                  <a:cubicBezTo>
                    <a:pt x="148707" y="87204"/>
                    <a:pt x="148794" y="88894"/>
                    <a:pt x="148866" y="90585"/>
                  </a:cubicBezTo>
                  <a:cubicBezTo>
                    <a:pt x="148943" y="91997"/>
                    <a:pt x="148943" y="91997"/>
                    <a:pt x="149023" y="93437"/>
                  </a:cubicBezTo>
                  <a:cubicBezTo>
                    <a:pt x="148879" y="94261"/>
                    <a:pt x="148735" y="95085"/>
                    <a:pt x="148587" y="95934"/>
                  </a:cubicBezTo>
                  <a:cubicBezTo>
                    <a:pt x="146383" y="97338"/>
                    <a:pt x="146383" y="97338"/>
                    <a:pt x="144122" y="98166"/>
                  </a:cubicBezTo>
                  <a:cubicBezTo>
                    <a:pt x="143876" y="98412"/>
                    <a:pt x="143631" y="98657"/>
                    <a:pt x="143378" y="98910"/>
                  </a:cubicBezTo>
                  <a:cubicBezTo>
                    <a:pt x="163514" y="98910"/>
                    <a:pt x="183650" y="98910"/>
                    <a:pt x="204397" y="98910"/>
                  </a:cubicBezTo>
                  <a:cubicBezTo>
                    <a:pt x="204152" y="98665"/>
                    <a:pt x="203906" y="98419"/>
                    <a:pt x="203653" y="98166"/>
                  </a:cubicBezTo>
                  <a:cubicBezTo>
                    <a:pt x="203475" y="96633"/>
                    <a:pt x="203368" y="95102"/>
                    <a:pt x="203263" y="93562"/>
                  </a:cubicBezTo>
                  <a:cubicBezTo>
                    <a:pt x="203146" y="93117"/>
                    <a:pt x="203029" y="92672"/>
                    <a:pt x="202909" y="92213"/>
                  </a:cubicBezTo>
                  <a:cubicBezTo>
                    <a:pt x="202172" y="91968"/>
                    <a:pt x="201435" y="91722"/>
                    <a:pt x="200676" y="91469"/>
                  </a:cubicBezTo>
                  <a:cubicBezTo>
                    <a:pt x="200348" y="89957"/>
                    <a:pt x="200348" y="89957"/>
                    <a:pt x="200258" y="88120"/>
                  </a:cubicBezTo>
                  <a:cubicBezTo>
                    <a:pt x="200195" y="86332"/>
                    <a:pt x="200195" y="86332"/>
                    <a:pt x="199932" y="84772"/>
                  </a:cubicBezTo>
                  <a:cubicBezTo>
                    <a:pt x="199441" y="84526"/>
                    <a:pt x="198950" y="84281"/>
                    <a:pt x="198444" y="84028"/>
                  </a:cubicBezTo>
                  <a:cubicBezTo>
                    <a:pt x="197969" y="82313"/>
                    <a:pt x="197685" y="80593"/>
                    <a:pt x="197374" y="78842"/>
                  </a:cubicBezTo>
                  <a:cubicBezTo>
                    <a:pt x="197236" y="78343"/>
                    <a:pt x="197098" y="77844"/>
                    <a:pt x="196956" y="77330"/>
                  </a:cubicBezTo>
                  <a:cubicBezTo>
                    <a:pt x="196465" y="77085"/>
                    <a:pt x="195973" y="76839"/>
                    <a:pt x="195467" y="76586"/>
                  </a:cubicBezTo>
                  <a:cubicBezTo>
                    <a:pt x="195159" y="74886"/>
                    <a:pt x="195159" y="74886"/>
                    <a:pt x="195002" y="72819"/>
                  </a:cubicBezTo>
                  <a:cubicBezTo>
                    <a:pt x="194919" y="71793"/>
                    <a:pt x="194919" y="71793"/>
                    <a:pt x="194834" y="70746"/>
                  </a:cubicBezTo>
                  <a:cubicBezTo>
                    <a:pt x="194779" y="69954"/>
                    <a:pt x="194779" y="69954"/>
                    <a:pt x="194723" y="69145"/>
                  </a:cubicBezTo>
                  <a:cubicBezTo>
                    <a:pt x="193987" y="69145"/>
                    <a:pt x="193250" y="69145"/>
                    <a:pt x="192491" y="69145"/>
                  </a:cubicBezTo>
                  <a:cubicBezTo>
                    <a:pt x="192399" y="68423"/>
                    <a:pt x="192307" y="67702"/>
                    <a:pt x="192212" y="66959"/>
                  </a:cubicBezTo>
                  <a:cubicBezTo>
                    <a:pt x="192058" y="66207"/>
                    <a:pt x="191905" y="65455"/>
                    <a:pt x="191747" y="64680"/>
                  </a:cubicBezTo>
                  <a:cubicBezTo>
                    <a:pt x="191256" y="64434"/>
                    <a:pt x="190764" y="64189"/>
                    <a:pt x="190258" y="63936"/>
                  </a:cubicBezTo>
                  <a:cubicBezTo>
                    <a:pt x="189785" y="62196"/>
                    <a:pt x="189499" y="60453"/>
                    <a:pt x="189189" y="58677"/>
                  </a:cubicBezTo>
                  <a:cubicBezTo>
                    <a:pt x="189051" y="58203"/>
                    <a:pt x="188912" y="57728"/>
                    <a:pt x="188770" y="57238"/>
                  </a:cubicBezTo>
                  <a:cubicBezTo>
                    <a:pt x="188279" y="57238"/>
                    <a:pt x="187788" y="57238"/>
                    <a:pt x="187282" y="57238"/>
                  </a:cubicBezTo>
                  <a:cubicBezTo>
                    <a:pt x="187161" y="55737"/>
                    <a:pt x="187040" y="54235"/>
                    <a:pt x="186918" y="52733"/>
                  </a:cubicBezTo>
                  <a:cubicBezTo>
                    <a:pt x="186632" y="50991"/>
                    <a:pt x="186632" y="50991"/>
                    <a:pt x="184305" y="49797"/>
                  </a:cubicBezTo>
                  <a:cubicBezTo>
                    <a:pt x="184033" y="48313"/>
                    <a:pt x="183783" y="46825"/>
                    <a:pt x="183561" y="45332"/>
                  </a:cubicBezTo>
                  <a:cubicBezTo>
                    <a:pt x="183070" y="45087"/>
                    <a:pt x="182579" y="44841"/>
                    <a:pt x="182073" y="44588"/>
                  </a:cubicBezTo>
                  <a:cubicBezTo>
                    <a:pt x="181631" y="42617"/>
                    <a:pt x="181521" y="40650"/>
                    <a:pt x="181329" y="38635"/>
                  </a:cubicBezTo>
                  <a:cubicBezTo>
                    <a:pt x="180592" y="38635"/>
                    <a:pt x="179855" y="38635"/>
                    <a:pt x="179096" y="38635"/>
                  </a:cubicBezTo>
                  <a:cubicBezTo>
                    <a:pt x="179020" y="37914"/>
                    <a:pt x="178943" y="37192"/>
                    <a:pt x="178864" y="36449"/>
                  </a:cubicBezTo>
                  <a:cubicBezTo>
                    <a:pt x="178695" y="35697"/>
                    <a:pt x="178526" y="34945"/>
                    <a:pt x="178352" y="34170"/>
                  </a:cubicBezTo>
                  <a:cubicBezTo>
                    <a:pt x="177615" y="33925"/>
                    <a:pt x="176879" y="33679"/>
                    <a:pt x="176120" y="33426"/>
                  </a:cubicBezTo>
                  <a:cubicBezTo>
                    <a:pt x="175797" y="31452"/>
                    <a:pt x="175797" y="31452"/>
                    <a:pt x="175794" y="29008"/>
                  </a:cubicBezTo>
                  <a:cubicBezTo>
                    <a:pt x="175780" y="28203"/>
                    <a:pt x="175765" y="27398"/>
                    <a:pt x="175751" y="26569"/>
                  </a:cubicBezTo>
                  <a:cubicBezTo>
                    <a:pt x="175872" y="25885"/>
                    <a:pt x="175994" y="25201"/>
                    <a:pt x="176120" y="24496"/>
                  </a:cubicBezTo>
                  <a:cubicBezTo>
                    <a:pt x="177535" y="23610"/>
                    <a:pt x="177535" y="23610"/>
                    <a:pt x="179096" y="23008"/>
                  </a:cubicBezTo>
                  <a:cubicBezTo>
                    <a:pt x="179833" y="21903"/>
                    <a:pt x="179833" y="21903"/>
                    <a:pt x="180585" y="20776"/>
                  </a:cubicBezTo>
                  <a:cubicBezTo>
                    <a:pt x="182032" y="20395"/>
                    <a:pt x="182032" y="20395"/>
                    <a:pt x="183654" y="20264"/>
                  </a:cubicBezTo>
                  <a:cubicBezTo>
                    <a:pt x="184606" y="20187"/>
                    <a:pt x="185557" y="20111"/>
                    <a:pt x="186538" y="20031"/>
                  </a:cubicBezTo>
                  <a:cubicBezTo>
                    <a:pt x="186538" y="19295"/>
                    <a:pt x="186538" y="18558"/>
                    <a:pt x="186538" y="17799"/>
                  </a:cubicBezTo>
                  <a:cubicBezTo>
                    <a:pt x="187013" y="17780"/>
                    <a:pt x="187487" y="17761"/>
                    <a:pt x="187977" y="17741"/>
                  </a:cubicBezTo>
                  <a:cubicBezTo>
                    <a:pt x="188591" y="17699"/>
                    <a:pt x="189206" y="17656"/>
                    <a:pt x="189840" y="17613"/>
                  </a:cubicBezTo>
                  <a:cubicBezTo>
                    <a:pt x="190453" y="17578"/>
                    <a:pt x="191066" y="17544"/>
                    <a:pt x="191697" y="17508"/>
                  </a:cubicBezTo>
                  <a:cubicBezTo>
                    <a:pt x="192205" y="17359"/>
                    <a:pt x="192712" y="17209"/>
                    <a:pt x="193235" y="17055"/>
                  </a:cubicBezTo>
                  <a:cubicBezTo>
                    <a:pt x="193483" y="16063"/>
                    <a:pt x="193732" y="15071"/>
                    <a:pt x="193979" y="14078"/>
                  </a:cubicBezTo>
                  <a:cubicBezTo>
                    <a:pt x="195491" y="13703"/>
                    <a:pt x="195491" y="13703"/>
                    <a:pt x="197328" y="13660"/>
                  </a:cubicBezTo>
                  <a:cubicBezTo>
                    <a:pt x="199120" y="13658"/>
                    <a:pt x="199120" y="13658"/>
                    <a:pt x="200676" y="13334"/>
                  </a:cubicBezTo>
                  <a:cubicBezTo>
                    <a:pt x="200922" y="12597"/>
                    <a:pt x="201168" y="11861"/>
                    <a:pt x="201421" y="11102"/>
                  </a:cubicBezTo>
                  <a:cubicBezTo>
                    <a:pt x="203138" y="10573"/>
                    <a:pt x="204831" y="10348"/>
                    <a:pt x="206606" y="10079"/>
                  </a:cubicBezTo>
                  <a:cubicBezTo>
                    <a:pt x="207105" y="9925"/>
                    <a:pt x="207604" y="9772"/>
                    <a:pt x="208118" y="9613"/>
                  </a:cubicBezTo>
                  <a:cubicBezTo>
                    <a:pt x="208363" y="8877"/>
                    <a:pt x="208609" y="8140"/>
                    <a:pt x="208862" y="7381"/>
                  </a:cubicBezTo>
                  <a:cubicBezTo>
                    <a:pt x="210601" y="7033"/>
                    <a:pt x="212277" y="7006"/>
                    <a:pt x="214048" y="6939"/>
                  </a:cubicBezTo>
                  <a:cubicBezTo>
                    <a:pt x="214546" y="6839"/>
                    <a:pt x="215045" y="6740"/>
                    <a:pt x="215559" y="6637"/>
                  </a:cubicBezTo>
                  <a:cubicBezTo>
                    <a:pt x="215805" y="5900"/>
                    <a:pt x="216050" y="5164"/>
                    <a:pt x="216303" y="4405"/>
                  </a:cubicBezTo>
                  <a:cubicBezTo>
                    <a:pt x="218045" y="4086"/>
                    <a:pt x="219721" y="4077"/>
                    <a:pt x="221489" y="4035"/>
                  </a:cubicBezTo>
                  <a:cubicBezTo>
                    <a:pt x="221988" y="3912"/>
                    <a:pt x="222487" y="3788"/>
                    <a:pt x="223001" y="3660"/>
                  </a:cubicBezTo>
                  <a:cubicBezTo>
                    <a:pt x="223183" y="2916"/>
                    <a:pt x="223183" y="2916"/>
                    <a:pt x="223370" y="2158"/>
                  </a:cubicBezTo>
                  <a:cubicBezTo>
                    <a:pt x="223494" y="1671"/>
                    <a:pt x="223617" y="1185"/>
                    <a:pt x="223745" y="684"/>
                  </a:cubicBezTo>
                  <a:close/>
                </a:path>
              </a:pathLst>
            </a:custGeom>
            <a:grpFill/>
            <a:ln w="744" cap="flat">
              <a:noFill/>
              <a:prstDash val="solid"/>
              <a:miter/>
            </a:ln>
          </p:spPr>
          <p:txBody>
            <a:bodyPr rtlCol="0" anchor="ctr"/>
            <a:lstStyle/>
            <a:p>
              <a:endParaRPr lang="zh-CN" altLang="en-US"/>
            </a:p>
          </p:txBody>
        </p:sp>
        <p:sp>
          <p:nvSpPr>
            <p:cNvPr id="162" name="任意多边形: 形状 161"/>
            <p:cNvSpPr/>
            <p:nvPr/>
          </p:nvSpPr>
          <p:spPr>
            <a:xfrm>
              <a:off x="11424832" y="853353"/>
              <a:ext cx="235345" cy="249440"/>
            </a:xfrm>
            <a:custGeom>
              <a:avLst/>
              <a:gdLst>
                <a:gd name="connsiteX0" fmla="*/ 173171 w 235347"/>
                <a:gd name="connsiteY0" fmla="*/ 64695 h 249432"/>
                <a:gd name="connsiteX1" fmla="*/ 170615 w 235347"/>
                <a:gd name="connsiteY1" fmla="*/ 64699 h 249432"/>
                <a:gd name="connsiteX2" fmla="*/ 166104 w 235347"/>
                <a:gd name="connsiteY2" fmla="*/ 64696 h 249432"/>
                <a:gd name="connsiteX3" fmla="*/ 162786 w 235347"/>
                <a:gd name="connsiteY3" fmla="*/ 64706 h 249432"/>
                <a:gd name="connsiteX4" fmla="*/ 153771 w 235347"/>
                <a:gd name="connsiteY4" fmla="*/ 64713 h 249432"/>
                <a:gd name="connsiteX5" fmla="*/ 144179 w 235347"/>
                <a:gd name="connsiteY5" fmla="*/ 64732 h 249432"/>
                <a:gd name="connsiteX6" fmla="*/ 128142 w 235347"/>
                <a:gd name="connsiteY6" fmla="*/ 64756 h 249432"/>
                <a:gd name="connsiteX7" fmla="*/ 107360 w 235347"/>
                <a:gd name="connsiteY7" fmla="*/ 64794 h 249432"/>
                <a:gd name="connsiteX8" fmla="*/ 89393 w 235347"/>
                <a:gd name="connsiteY8" fmla="*/ 64814 h 249432"/>
                <a:gd name="connsiteX9" fmla="*/ 83644 w 235347"/>
                <a:gd name="connsiteY9" fmla="*/ 64823 h 249432"/>
                <a:gd name="connsiteX10" fmla="*/ 74428 w 235347"/>
                <a:gd name="connsiteY10" fmla="*/ 64841 h 249432"/>
                <a:gd name="connsiteX11" fmla="*/ 71044 w 235347"/>
                <a:gd name="connsiteY11" fmla="*/ 64852 h 249432"/>
                <a:gd name="connsiteX12" fmla="*/ 67809 w 235347"/>
                <a:gd name="connsiteY12" fmla="*/ 64855 h 249432"/>
                <a:gd name="connsiteX13" fmla="*/ 64887 w 235347"/>
                <a:gd name="connsiteY13" fmla="*/ 64867 h 249432"/>
                <a:gd name="connsiteX14" fmla="*/ 59607 w 235347"/>
                <a:gd name="connsiteY14" fmla="*/ 70356 h 249432"/>
                <a:gd name="connsiteX15" fmla="*/ 59612 w 235347"/>
                <a:gd name="connsiteY15" fmla="*/ 72379 h 249432"/>
                <a:gd name="connsiteX16" fmla="*/ 59607 w 235347"/>
                <a:gd name="connsiteY16" fmla="*/ 79072 h 249432"/>
                <a:gd name="connsiteX17" fmla="*/ 59608 w 235347"/>
                <a:gd name="connsiteY17" fmla="*/ 83874 h 249432"/>
                <a:gd name="connsiteX18" fmla="*/ 59608 w 235347"/>
                <a:gd name="connsiteY18" fmla="*/ 93857 h 249432"/>
                <a:gd name="connsiteX19" fmla="*/ 59611 w 235347"/>
                <a:gd name="connsiteY19" fmla="*/ 106875 h 249432"/>
                <a:gd name="connsiteX20" fmla="*/ 59607 w 235347"/>
                <a:gd name="connsiteY20" fmla="*/ 117007 h 249432"/>
                <a:gd name="connsiteX21" fmla="*/ 59609 w 235347"/>
                <a:gd name="connsiteY21" fmla="*/ 121843 h 249432"/>
                <a:gd name="connsiteX22" fmla="*/ 59608 w 235347"/>
                <a:gd name="connsiteY22" fmla="*/ 128814 h 249432"/>
                <a:gd name="connsiteX23" fmla="*/ 59612 w 235347"/>
                <a:gd name="connsiteY23" fmla="*/ 130946 h 249432"/>
                <a:gd name="connsiteX24" fmla="*/ 59607 w 235347"/>
                <a:gd name="connsiteY24" fmla="*/ 132955 h 249432"/>
                <a:gd name="connsiteX25" fmla="*/ 59613 w 235347"/>
                <a:gd name="connsiteY25" fmla="*/ 134805 h 249432"/>
                <a:gd name="connsiteX26" fmla="*/ 59614 w 235347"/>
                <a:gd name="connsiteY26" fmla="*/ 136406 h 249432"/>
                <a:gd name="connsiteX27" fmla="*/ 59708 w 235347"/>
                <a:gd name="connsiteY27" fmla="*/ 137898 h 249432"/>
                <a:gd name="connsiteX28" fmla="*/ 60452 w 235347"/>
                <a:gd name="connsiteY28" fmla="*/ 140874 h 249432"/>
                <a:gd name="connsiteX29" fmla="*/ 62333 w 235347"/>
                <a:gd name="connsiteY29" fmla="*/ 141241 h 249432"/>
                <a:gd name="connsiteX30" fmla="*/ 64892 w 235347"/>
                <a:gd name="connsiteY30" fmla="*/ 141232 h 249432"/>
                <a:gd name="connsiteX31" fmla="*/ 69408 w 235347"/>
                <a:gd name="connsiteY31" fmla="*/ 141229 h 249432"/>
                <a:gd name="connsiteX32" fmla="*/ 72730 w 235347"/>
                <a:gd name="connsiteY32" fmla="*/ 141211 h 249432"/>
                <a:gd name="connsiteX33" fmla="*/ 81754 w 235347"/>
                <a:gd name="connsiteY33" fmla="*/ 141189 h 249432"/>
                <a:gd name="connsiteX34" fmla="*/ 91353 w 235347"/>
                <a:gd name="connsiteY34" fmla="*/ 141154 h 249432"/>
                <a:gd name="connsiteX35" fmla="*/ 109470 w 235347"/>
                <a:gd name="connsiteY35" fmla="*/ 141099 h 249432"/>
                <a:gd name="connsiteX36" fmla="*/ 130263 w 235347"/>
                <a:gd name="connsiteY36" fmla="*/ 141029 h 249432"/>
                <a:gd name="connsiteX37" fmla="*/ 175050 w 235347"/>
                <a:gd name="connsiteY37" fmla="*/ 140874 h 249432"/>
                <a:gd name="connsiteX38" fmla="*/ 175351 w 235347"/>
                <a:gd name="connsiteY38" fmla="*/ 114796 h 249432"/>
                <a:gd name="connsiteX39" fmla="*/ 175500 w 235347"/>
                <a:gd name="connsiteY39" fmla="*/ 101508 h 249432"/>
                <a:gd name="connsiteX40" fmla="*/ 175651 w 235347"/>
                <a:gd name="connsiteY40" fmla="*/ 88483 h 249432"/>
                <a:gd name="connsiteX41" fmla="*/ 175704 w 235347"/>
                <a:gd name="connsiteY41" fmla="*/ 83538 h 249432"/>
                <a:gd name="connsiteX42" fmla="*/ 175788 w 235347"/>
                <a:gd name="connsiteY42" fmla="*/ 76399 h 249432"/>
                <a:gd name="connsiteX43" fmla="*/ 175810 w 235347"/>
                <a:gd name="connsiteY43" fmla="*/ 74220 h 249432"/>
                <a:gd name="connsiteX44" fmla="*/ 175839 w 235347"/>
                <a:gd name="connsiteY44" fmla="*/ 72157 h 249432"/>
                <a:gd name="connsiteX45" fmla="*/ 175855 w 235347"/>
                <a:gd name="connsiteY45" fmla="*/ 70270 h 249432"/>
                <a:gd name="connsiteX46" fmla="*/ 175050 w 235347"/>
                <a:gd name="connsiteY46" fmla="*/ 64972 h 249432"/>
                <a:gd name="connsiteX47" fmla="*/ 173171 w 235347"/>
                <a:gd name="connsiteY47" fmla="*/ 64695 h 249432"/>
                <a:gd name="connsiteX48" fmla="*/ 191172 w 235347"/>
                <a:gd name="connsiteY48" fmla="*/ 43 h 249432"/>
                <a:gd name="connsiteX49" fmla="*/ 207833 w 235347"/>
                <a:gd name="connsiteY49" fmla="*/ 45 h 249432"/>
                <a:gd name="connsiteX50" fmla="*/ 216342 w 235347"/>
                <a:gd name="connsiteY50" fmla="*/ 46 h 249432"/>
                <a:gd name="connsiteX51" fmla="*/ 225545 w 235347"/>
                <a:gd name="connsiteY51" fmla="*/ 50 h 249432"/>
                <a:gd name="connsiteX52" fmla="*/ 228292 w 235347"/>
                <a:gd name="connsiteY52" fmla="*/ 45 h 249432"/>
                <a:gd name="connsiteX53" fmla="*/ 230762 w 235347"/>
                <a:gd name="connsiteY53" fmla="*/ 51 h 249432"/>
                <a:gd name="connsiteX54" fmla="*/ 232911 w 235347"/>
                <a:gd name="connsiteY54" fmla="*/ 51 h 249432"/>
                <a:gd name="connsiteX55" fmla="*/ 235245 w 235347"/>
                <a:gd name="connsiteY55" fmla="*/ 889 h 249432"/>
                <a:gd name="connsiteX56" fmla="*/ 235338 w 235347"/>
                <a:gd name="connsiteY56" fmla="*/ 4162 h 249432"/>
                <a:gd name="connsiteX57" fmla="*/ 235344 w 235347"/>
                <a:gd name="connsiteY57" fmla="*/ 6318 h 249432"/>
                <a:gd name="connsiteX58" fmla="*/ 235339 w 235347"/>
                <a:gd name="connsiteY58" fmla="*/ 8714 h 249432"/>
                <a:gd name="connsiteX59" fmla="*/ 235343 w 235347"/>
                <a:gd name="connsiteY59" fmla="*/ 11237 h 249432"/>
                <a:gd name="connsiteX60" fmla="*/ 235341 w 235347"/>
                <a:gd name="connsiteY60" fmla="*/ 19678 h 249432"/>
                <a:gd name="connsiteX61" fmla="*/ 235345 w 235347"/>
                <a:gd name="connsiteY61" fmla="*/ 25701 h 249432"/>
                <a:gd name="connsiteX62" fmla="*/ 235345 w 235347"/>
                <a:gd name="connsiteY62" fmla="*/ 40404 h 249432"/>
                <a:gd name="connsiteX63" fmla="*/ 235344 w 235347"/>
                <a:gd name="connsiteY63" fmla="*/ 52349 h 249432"/>
                <a:gd name="connsiteX64" fmla="*/ 235344 w 235347"/>
                <a:gd name="connsiteY64" fmla="*/ 54063 h 249432"/>
                <a:gd name="connsiteX65" fmla="*/ 235345 w 235347"/>
                <a:gd name="connsiteY65" fmla="*/ 57509 h 249432"/>
                <a:gd name="connsiteX66" fmla="*/ 235341 w 235347"/>
                <a:gd name="connsiteY66" fmla="*/ 89863 h 249432"/>
                <a:gd name="connsiteX67" fmla="*/ 235342 w 235347"/>
                <a:gd name="connsiteY67" fmla="*/ 117655 h 249432"/>
                <a:gd name="connsiteX68" fmla="*/ 235345 w 235347"/>
                <a:gd name="connsiteY68" fmla="*/ 149889 h 249432"/>
                <a:gd name="connsiteX69" fmla="*/ 235344 w 235347"/>
                <a:gd name="connsiteY69" fmla="*/ 153323 h 249432"/>
                <a:gd name="connsiteX70" fmla="*/ 235344 w 235347"/>
                <a:gd name="connsiteY70" fmla="*/ 155030 h 249432"/>
                <a:gd name="connsiteX71" fmla="*/ 235346 w 235347"/>
                <a:gd name="connsiteY71" fmla="*/ 166967 h 249432"/>
                <a:gd name="connsiteX72" fmla="*/ 235344 w 235347"/>
                <a:gd name="connsiteY72" fmla="*/ 181504 h 249432"/>
                <a:gd name="connsiteX73" fmla="*/ 235343 w 235347"/>
                <a:gd name="connsiteY73" fmla="*/ 188928 h 249432"/>
                <a:gd name="connsiteX74" fmla="*/ 235339 w 235347"/>
                <a:gd name="connsiteY74" fmla="*/ 196958 h 249432"/>
                <a:gd name="connsiteX75" fmla="*/ 235344 w 235347"/>
                <a:gd name="connsiteY75" fmla="*/ 199354 h 249432"/>
                <a:gd name="connsiteX76" fmla="*/ 235338 w 235347"/>
                <a:gd name="connsiteY76" fmla="*/ 201509 h 249432"/>
                <a:gd name="connsiteX77" fmla="*/ 235338 w 235347"/>
                <a:gd name="connsiteY77" fmla="*/ 203384 h 249432"/>
                <a:gd name="connsiteX78" fmla="*/ 234500 w 235347"/>
                <a:gd name="connsiteY78" fmla="*/ 205527 h 249432"/>
                <a:gd name="connsiteX79" fmla="*/ 227800 w 235347"/>
                <a:gd name="connsiteY79" fmla="*/ 205617 h 249432"/>
                <a:gd name="connsiteX80" fmla="*/ 225644 w 235347"/>
                <a:gd name="connsiteY80" fmla="*/ 205619 h 249432"/>
                <a:gd name="connsiteX81" fmla="*/ 218431 w 235347"/>
                <a:gd name="connsiteY81" fmla="*/ 205612 h 249432"/>
                <a:gd name="connsiteX82" fmla="*/ 213284 w 235347"/>
                <a:gd name="connsiteY82" fmla="*/ 205612 h 249432"/>
                <a:gd name="connsiteX83" fmla="*/ 199263 w 235347"/>
                <a:gd name="connsiteY83" fmla="*/ 205603 h 249432"/>
                <a:gd name="connsiteX84" fmla="*/ 184628 w 235347"/>
                <a:gd name="connsiteY84" fmla="*/ 205597 h 249432"/>
                <a:gd name="connsiteX85" fmla="*/ 160048 w 235347"/>
                <a:gd name="connsiteY85" fmla="*/ 205583 h 249432"/>
                <a:gd name="connsiteX86" fmla="*/ 134726 w 235347"/>
                <a:gd name="connsiteY86" fmla="*/ 205568 h 249432"/>
                <a:gd name="connsiteX87" fmla="*/ 133151 w 235347"/>
                <a:gd name="connsiteY87" fmla="*/ 205568 h 249432"/>
                <a:gd name="connsiteX88" fmla="*/ 125326 w 235347"/>
                <a:gd name="connsiteY88" fmla="*/ 205565 h 249432"/>
                <a:gd name="connsiteX89" fmla="*/ 60371 w 235347"/>
                <a:gd name="connsiteY89" fmla="*/ 205527 h 249432"/>
                <a:gd name="connsiteX90" fmla="*/ 60371 w 235347"/>
                <a:gd name="connsiteY90" fmla="*/ 249432 h 249432"/>
                <a:gd name="connsiteX91" fmla="*/ 96 w 235347"/>
                <a:gd name="connsiteY91" fmla="*/ 249432 h 249432"/>
                <a:gd name="connsiteX92" fmla="*/ 58 w 235347"/>
                <a:gd name="connsiteY92" fmla="*/ 154481 h 249432"/>
                <a:gd name="connsiteX93" fmla="*/ 55 w 235347"/>
                <a:gd name="connsiteY93" fmla="*/ 143283 h 249432"/>
                <a:gd name="connsiteX94" fmla="*/ 55 w 235347"/>
                <a:gd name="connsiteY94" fmla="*/ 141032 h 249432"/>
                <a:gd name="connsiteX95" fmla="*/ 39 w 235347"/>
                <a:gd name="connsiteY95" fmla="*/ 104885 h 249432"/>
                <a:gd name="connsiteX96" fmla="*/ 26 w 235347"/>
                <a:gd name="connsiteY96" fmla="*/ 67825 h 249432"/>
                <a:gd name="connsiteX97" fmla="*/ 16 w 235347"/>
                <a:gd name="connsiteY97" fmla="*/ 44937 h 249432"/>
                <a:gd name="connsiteX98" fmla="*/ 12 w 235347"/>
                <a:gd name="connsiteY98" fmla="*/ 29265 h 249432"/>
                <a:gd name="connsiteX99" fmla="*/ 7 w 235347"/>
                <a:gd name="connsiteY99" fmla="*/ 20208 h 249432"/>
                <a:gd name="connsiteX100" fmla="*/ 6 w 235347"/>
                <a:gd name="connsiteY100" fmla="*/ 11931 h 249432"/>
                <a:gd name="connsiteX101" fmla="*/ 0 w 235347"/>
                <a:gd name="connsiteY101" fmla="*/ 7490 h 249432"/>
                <a:gd name="connsiteX102" fmla="*/ 5 w 235347"/>
                <a:gd name="connsiteY102" fmla="*/ 4862 h 249432"/>
                <a:gd name="connsiteX103" fmla="*/ 4 w 235347"/>
                <a:gd name="connsiteY103" fmla="*/ 2575 h 249432"/>
                <a:gd name="connsiteX104" fmla="*/ 4579 w 235347"/>
                <a:gd name="connsiteY104" fmla="*/ 51 h 249432"/>
                <a:gd name="connsiteX105" fmla="*/ 7048 w 235347"/>
                <a:gd name="connsiteY105" fmla="*/ 45 h 249432"/>
                <a:gd name="connsiteX106" fmla="*/ 9795 w 235347"/>
                <a:gd name="connsiteY106" fmla="*/ 50 h 249432"/>
                <a:gd name="connsiteX107" fmla="*/ 12687 w 235347"/>
                <a:gd name="connsiteY107" fmla="*/ 46 h 249432"/>
                <a:gd name="connsiteX108" fmla="*/ 20670 w 235347"/>
                <a:gd name="connsiteY108" fmla="*/ 47 h 249432"/>
                <a:gd name="connsiteX109" fmla="*/ 29265 w 235347"/>
                <a:gd name="connsiteY109" fmla="*/ 44 h 249432"/>
                <a:gd name="connsiteX110" fmla="*/ 46117 w 235347"/>
                <a:gd name="connsiteY110" fmla="*/ 44 h 249432"/>
                <a:gd name="connsiteX111" fmla="*/ 59807 w 235347"/>
                <a:gd name="connsiteY111" fmla="*/ 45 h 249432"/>
                <a:gd name="connsiteX112" fmla="*/ 61771 w 235347"/>
                <a:gd name="connsiteY112" fmla="*/ 45 h 249432"/>
                <a:gd name="connsiteX113" fmla="*/ 65721 w 235347"/>
                <a:gd name="connsiteY113" fmla="*/ 44 h 249432"/>
                <a:gd name="connsiteX114" fmla="*/ 102802 w 235347"/>
                <a:gd name="connsiteY114" fmla="*/ 48 h 249432"/>
                <a:gd name="connsiteX115" fmla="*/ 134655 w 235347"/>
                <a:gd name="connsiteY115" fmla="*/ 47 h 249432"/>
                <a:gd name="connsiteX116" fmla="*/ 171598 w 235347"/>
                <a:gd name="connsiteY116" fmla="*/ 44 h 249432"/>
                <a:gd name="connsiteX117" fmla="*/ 175534 w 235347"/>
                <a:gd name="connsiteY117" fmla="*/ 45 h 249432"/>
                <a:gd name="connsiteX118" fmla="*/ 177490 w 235347"/>
                <a:gd name="connsiteY118" fmla="*/ 45 h 249432"/>
                <a:gd name="connsiteX119" fmla="*/ 191172 w 235347"/>
                <a:gd name="connsiteY119" fmla="*/ 43 h 24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35347" h="249432">
                  <a:moveTo>
                    <a:pt x="173171" y="64695"/>
                  </a:moveTo>
                  <a:cubicBezTo>
                    <a:pt x="172302" y="64696"/>
                    <a:pt x="171458" y="64697"/>
                    <a:pt x="170615" y="64699"/>
                  </a:cubicBezTo>
                  <a:cubicBezTo>
                    <a:pt x="169111" y="64692"/>
                    <a:pt x="167608" y="64686"/>
                    <a:pt x="166104" y="64696"/>
                  </a:cubicBezTo>
                  <a:cubicBezTo>
                    <a:pt x="164998" y="64703"/>
                    <a:pt x="163892" y="64706"/>
                    <a:pt x="162786" y="64706"/>
                  </a:cubicBezTo>
                  <a:cubicBezTo>
                    <a:pt x="159781" y="64699"/>
                    <a:pt x="156776" y="64701"/>
                    <a:pt x="153771" y="64713"/>
                  </a:cubicBezTo>
                  <a:cubicBezTo>
                    <a:pt x="150574" y="64726"/>
                    <a:pt x="147377" y="64731"/>
                    <a:pt x="144179" y="64732"/>
                  </a:cubicBezTo>
                  <a:cubicBezTo>
                    <a:pt x="138834" y="64733"/>
                    <a:pt x="133488" y="64740"/>
                    <a:pt x="128142" y="64756"/>
                  </a:cubicBezTo>
                  <a:cubicBezTo>
                    <a:pt x="121215" y="64778"/>
                    <a:pt x="114287" y="64791"/>
                    <a:pt x="107360" y="64794"/>
                  </a:cubicBezTo>
                  <a:cubicBezTo>
                    <a:pt x="101371" y="64797"/>
                    <a:pt x="95382" y="64804"/>
                    <a:pt x="89393" y="64814"/>
                  </a:cubicBezTo>
                  <a:cubicBezTo>
                    <a:pt x="87477" y="64818"/>
                    <a:pt x="85560" y="64821"/>
                    <a:pt x="83644" y="64823"/>
                  </a:cubicBezTo>
                  <a:cubicBezTo>
                    <a:pt x="80572" y="64826"/>
                    <a:pt x="77500" y="64831"/>
                    <a:pt x="74428" y="64841"/>
                  </a:cubicBezTo>
                  <a:cubicBezTo>
                    <a:pt x="73300" y="64845"/>
                    <a:pt x="72172" y="64849"/>
                    <a:pt x="71044" y="64852"/>
                  </a:cubicBezTo>
                  <a:cubicBezTo>
                    <a:pt x="69966" y="64853"/>
                    <a:pt x="68887" y="64854"/>
                    <a:pt x="67809" y="64855"/>
                  </a:cubicBezTo>
                  <a:cubicBezTo>
                    <a:pt x="66333" y="64861"/>
                    <a:pt x="66333" y="64861"/>
                    <a:pt x="64887" y="64867"/>
                  </a:cubicBezTo>
                  <a:cubicBezTo>
                    <a:pt x="59678" y="64881"/>
                    <a:pt x="59625" y="65085"/>
                    <a:pt x="59607" y="70356"/>
                  </a:cubicBezTo>
                  <a:cubicBezTo>
                    <a:pt x="59609" y="71044"/>
                    <a:pt x="59610" y="71712"/>
                    <a:pt x="59612" y="72379"/>
                  </a:cubicBezTo>
                  <a:cubicBezTo>
                    <a:pt x="59608" y="74610"/>
                    <a:pt x="59605" y="76841"/>
                    <a:pt x="59607" y="79072"/>
                  </a:cubicBezTo>
                  <a:cubicBezTo>
                    <a:pt x="59608" y="80672"/>
                    <a:pt x="59609" y="82273"/>
                    <a:pt x="59608" y="83874"/>
                  </a:cubicBezTo>
                  <a:cubicBezTo>
                    <a:pt x="59606" y="87201"/>
                    <a:pt x="59606" y="90529"/>
                    <a:pt x="59608" y="93857"/>
                  </a:cubicBezTo>
                  <a:cubicBezTo>
                    <a:pt x="59613" y="98196"/>
                    <a:pt x="59615" y="102535"/>
                    <a:pt x="59611" y="106875"/>
                  </a:cubicBezTo>
                  <a:cubicBezTo>
                    <a:pt x="59607" y="110252"/>
                    <a:pt x="59606" y="113629"/>
                    <a:pt x="59607" y="117007"/>
                  </a:cubicBezTo>
                  <a:cubicBezTo>
                    <a:pt x="59608" y="118619"/>
                    <a:pt x="59609" y="120231"/>
                    <a:pt x="59609" y="121843"/>
                  </a:cubicBezTo>
                  <a:cubicBezTo>
                    <a:pt x="59607" y="124167"/>
                    <a:pt x="59604" y="126491"/>
                    <a:pt x="59608" y="128814"/>
                  </a:cubicBezTo>
                  <a:cubicBezTo>
                    <a:pt x="59609" y="129539"/>
                    <a:pt x="59610" y="130242"/>
                    <a:pt x="59612" y="130946"/>
                  </a:cubicBezTo>
                  <a:cubicBezTo>
                    <a:pt x="59609" y="131960"/>
                    <a:pt x="59609" y="131960"/>
                    <a:pt x="59607" y="132955"/>
                  </a:cubicBezTo>
                  <a:cubicBezTo>
                    <a:pt x="59609" y="133584"/>
                    <a:pt x="59611" y="134194"/>
                    <a:pt x="59613" y="134805"/>
                  </a:cubicBezTo>
                  <a:cubicBezTo>
                    <a:pt x="59614" y="135349"/>
                    <a:pt x="59614" y="135878"/>
                    <a:pt x="59614" y="136406"/>
                  </a:cubicBezTo>
                  <a:cubicBezTo>
                    <a:pt x="59646" y="136913"/>
                    <a:pt x="59677" y="137406"/>
                    <a:pt x="59708" y="137898"/>
                  </a:cubicBezTo>
                  <a:cubicBezTo>
                    <a:pt x="59808" y="139557"/>
                    <a:pt x="59808" y="139557"/>
                    <a:pt x="60452" y="140874"/>
                  </a:cubicBezTo>
                  <a:cubicBezTo>
                    <a:pt x="61092" y="140999"/>
                    <a:pt x="61713" y="141120"/>
                    <a:pt x="62333" y="141241"/>
                  </a:cubicBezTo>
                  <a:cubicBezTo>
                    <a:pt x="63626" y="141236"/>
                    <a:pt x="63626" y="141236"/>
                    <a:pt x="64892" y="141232"/>
                  </a:cubicBezTo>
                  <a:cubicBezTo>
                    <a:pt x="66397" y="141239"/>
                    <a:pt x="67903" y="141244"/>
                    <a:pt x="69408" y="141229"/>
                  </a:cubicBezTo>
                  <a:cubicBezTo>
                    <a:pt x="70515" y="141218"/>
                    <a:pt x="71622" y="141212"/>
                    <a:pt x="72730" y="141211"/>
                  </a:cubicBezTo>
                  <a:cubicBezTo>
                    <a:pt x="75738" y="141215"/>
                    <a:pt x="78746" y="141209"/>
                    <a:pt x="81754" y="141189"/>
                  </a:cubicBezTo>
                  <a:cubicBezTo>
                    <a:pt x="84953" y="141167"/>
                    <a:pt x="88153" y="141158"/>
                    <a:pt x="91353" y="141154"/>
                  </a:cubicBezTo>
                  <a:cubicBezTo>
                    <a:pt x="97392" y="141148"/>
                    <a:pt x="103431" y="141128"/>
                    <a:pt x="109470" y="141099"/>
                  </a:cubicBezTo>
                  <a:cubicBezTo>
                    <a:pt x="116401" y="141065"/>
                    <a:pt x="123332" y="141044"/>
                    <a:pt x="130263" y="141029"/>
                  </a:cubicBezTo>
                  <a:cubicBezTo>
                    <a:pt x="145192" y="140996"/>
                    <a:pt x="160121" y="140944"/>
                    <a:pt x="175050" y="140874"/>
                  </a:cubicBezTo>
                  <a:cubicBezTo>
                    <a:pt x="175154" y="132182"/>
                    <a:pt x="175255" y="123489"/>
                    <a:pt x="175351" y="114796"/>
                  </a:cubicBezTo>
                  <a:cubicBezTo>
                    <a:pt x="175399" y="110367"/>
                    <a:pt x="175447" y="105937"/>
                    <a:pt x="175500" y="101508"/>
                  </a:cubicBezTo>
                  <a:cubicBezTo>
                    <a:pt x="175552" y="97167"/>
                    <a:pt x="175604" y="92825"/>
                    <a:pt x="175651" y="88483"/>
                  </a:cubicBezTo>
                  <a:cubicBezTo>
                    <a:pt x="175668" y="86835"/>
                    <a:pt x="175686" y="85186"/>
                    <a:pt x="175704" y="83538"/>
                  </a:cubicBezTo>
                  <a:cubicBezTo>
                    <a:pt x="175734" y="81158"/>
                    <a:pt x="175764" y="78779"/>
                    <a:pt x="175788" y="76399"/>
                  </a:cubicBezTo>
                  <a:cubicBezTo>
                    <a:pt x="175796" y="75658"/>
                    <a:pt x="175803" y="74939"/>
                    <a:pt x="175810" y="74220"/>
                  </a:cubicBezTo>
                  <a:cubicBezTo>
                    <a:pt x="175820" y="73519"/>
                    <a:pt x="175830" y="72838"/>
                    <a:pt x="175839" y="72157"/>
                  </a:cubicBezTo>
                  <a:cubicBezTo>
                    <a:pt x="175845" y="71516"/>
                    <a:pt x="175850" y="70893"/>
                    <a:pt x="175855" y="70270"/>
                  </a:cubicBezTo>
                  <a:cubicBezTo>
                    <a:pt x="175879" y="68166"/>
                    <a:pt x="175733" y="67021"/>
                    <a:pt x="175050" y="64972"/>
                  </a:cubicBezTo>
                  <a:cubicBezTo>
                    <a:pt x="174411" y="64878"/>
                    <a:pt x="173791" y="64787"/>
                    <a:pt x="173171" y="64695"/>
                  </a:cubicBezTo>
                  <a:close/>
                  <a:moveTo>
                    <a:pt x="191172" y="43"/>
                  </a:moveTo>
                  <a:cubicBezTo>
                    <a:pt x="196725" y="41"/>
                    <a:pt x="202279" y="42"/>
                    <a:pt x="207833" y="45"/>
                  </a:cubicBezTo>
                  <a:cubicBezTo>
                    <a:pt x="210669" y="47"/>
                    <a:pt x="213506" y="48"/>
                    <a:pt x="216342" y="46"/>
                  </a:cubicBezTo>
                  <a:cubicBezTo>
                    <a:pt x="219410" y="43"/>
                    <a:pt x="222478" y="46"/>
                    <a:pt x="225545" y="50"/>
                  </a:cubicBezTo>
                  <a:cubicBezTo>
                    <a:pt x="226452" y="48"/>
                    <a:pt x="227358" y="47"/>
                    <a:pt x="228292" y="45"/>
                  </a:cubicBezTo>
                  <a:cubicBezTo>
                    <a:pt x="229107" y="47"/>
                    <a:pt x="229922" y="49"/>
                    <a:pt x="230762" y="51"/>
                  </a:cubicBezTo>
                  <a:cubicBezTo>
                    <a:pt x="231825" y="51"/>
                    <a:pt x="231825" y="51"/>
                    <a:pt x="232911" y="51"/>
                  </a:cubicBezTo>
                  <a:cubicBezTo>
                    <a:pt x="234500" y="144"/>
                    <a:pt x="234500" y="144"/>
                    <a:pt x="235245" y="889"/>
                  </a:cubicBezTo>
                  <a:cubicBezTo>
                    <a:pt x="235317" y="1978"/>
                    <a:pt x="235338" y="3071"/>
                    <a:pt x="235338" y="4162"/>
                  </a:cubicBezTo>
                  <a:cubicBezTo>
                    <a:pt x="235341" y="5229"/>
                    <a:pt x="235341" y="5229"/>
                    <a:pt x="235344" y="6318"/>
                  </a:cubicBezTo>
                  <a:cubicBezTo>
                    <a:pt x="235342" y="7504"/>
                    <a:pt x="235342" y="7504"/>
                    <a:pt x="235339" y="8714"/>
                  </a:cubicBezTo>
                  <a:cubicBezTo>
                    <a:pt x="235340" y="9546"/>
                    <a:pt x="235341" y="10379"/>
                    <a:pt x="235343" y="11237"/>
                  </a:cubicBezTo>
                  <a:cubicBezTo>
                    <a:pt x="235346" y="14051"/>
                    <a:pt x="235343" y="16864"/>
                    <a:pt x="235341" y="19678"/>
                  </a:cubicBezTo>
                  <a:cubicBezTo>
                    <a:pt x="235342" y="21686"/>
                    <a:pt x="235343" y="23694"/>
                    <a:pt x="235345" y="25701"/>
                  </a:cubicBezTo>
                  <a:cubicBezTo>
                    <a:pt x="235348" y="30602"/>
                    <a:pt x="235347" y="35503"/>
                    <a:pt x="235345" y="40404"/>
                  </a:cubicBezTo>
                  <a:cubicBezTo>
                    <a:pt x="235344" y="44386"/>
                    <a:pt x="235343" y="48367"/>
                    <a:pt x="235344" y="52349"/>
                  </a:cubicBezTo>
                  <a:cubicBezTo>
                    <a:pt x="235344" y="52914"/>
                    <a:pt x="235344" y="53480"/>
                    <a:pt x="235344" y="54063"/>
                  </a:cubicBezTo>
                  <a:cubicBezTo>
                    <a:pt x="235345" y="55211"/>
                    <a:pt x="235345" y="56360"/>
                    <a:pt x="235345" y="57509"/>
                  </a:cubicBezTo>
                  <a:cubicBezTo>
                    <a:pt x="235347" y="68294"/>
                    <a:pt x="235345" y="79078"/>
                    <a:pt x="235341" y="89863"/>
                  </a:cubicBezTo>
                  <a:cubicBezTo>
                    <a:pt x="235338" y="99127"/>
                    <a:pt x="235338" y="108391"/>
                    <a:pt x="235342" y="117655"/>
                  </a:cubicBezTo>
                  <a:cubicBezTo>
                    <a:pt x="235346" y="128399"/>
                    <a:pt x="235347" y="139144"/>
                    <a:pt x="235345" y="149889"/>
                  </a:cubicBezTo>
                  <a:cubicBezTo>
                    <a:pt x="235345" y="151034"/>
                    <a:pt x="235344" y="152178"/>
                    <a:pt x="235344" y="153323"/>
                  </a:cubicBezTo>
                  <a:cubicBezTo>
                    <a:pt x="235344" y="153886"/>
                    <a:pt x="235344" y="154449"/>
                    <a:pt x="235344" y="155030"/>
                  </a:cubicBezTo>
                  <a:cubicBezTo>
                    <a:pt x="235343" y="159009"/>
                    <a:pt x="235344" y="162988"/>
                    <a:pt x="235346" y="166967"/>
                  </a:cubicBezTo>
                  <a:cubicBezTo>
                    <a:pt x="235348" y="171812"/>
                    <a:pt x="235347" y="176658"/>
                    <a:pt x="235344" y="181504"/>
                  </a:cubicBezTo>
                  <a:cubicBezTo>
                    <a:pt x="235342" y="183979"/>
                    <a:pt x="235341" y="186453"/>
                    <a:pt x="235343" y="188928"/>
                  </a:cubicBezTo>
                  <a:cubicBezTo>
                    <a:pt x="235345" y="191605"/>
                    <a:pt x="235343" y="194281"/>
                    <a:pt x="235339" y="196958"/>
                  </a:cubicBezTo>
                  <a:cubicBezTo>
                    <a:pt x="235341" y="197749"/>
                    <a:pt x="235342" y="198539"/>
                    <a:pt x="235344" y="199354"/>
                  </a:cubicBezTo>
                  <a:cubicBezTo>
                    <a:pt x="235342" y="200065"/>
                    <a:pt x="235340" y="200776"/>
                    <a:pt x="235338" y="201509"/>
                  </a:cubicBezTo>
                  <a:cubicBezTo>
                    <a:pt x="235338" y="202128"/>
                    <a:pt x="235338" y="202747"/>
                    <a:pt x="235338" y="203384"/>
                  </a:cubicBezTo>
                  <a:cubicBezTo>
                    <a:pt x="235245" y="204783"/>
                    <a:pt x="235245" y="204783"/>
                    <a:pt x="234500" y="205527"/>
                  </a:cubicBezTo>
                  <a:cubicBezTo>
                    <a:pt x="232261" y="205600"/>
                    <a:pt x="230040" y="205624"/>
                    <a:pt x="227800" y="205617"/>
                  </a:cubicBezTo>
                  <a:cubicBezTo>
                    <a:pt x="226733" y="205618"/>
                    <a:pt x="226733" y="205618"/>
                    <a:pt x="225644" y="205619"/>
                  </a:cubicBezTo>
                  <a:cubicBezTo>
                    <a:pt x="223240" y="205620"/>
                    <a:pt x="220835" y="205616"/>
                    <a:pt x="218431" y="205612"/>
                  </a:cubicBezTo>
                  <a:cubicBezTo>
                    <a:pt x="216716" y="205612"/>
                    <a:pt x="215000" y="205612"/>
                    <a:pt x="213284" y="205612"/>
                  </a:cubicBezTo>
                  <a:cubicBezTo>
                    <a:pt x="208611" y="205612"/>
                    <a:pt x="203937" y="205608"/>
                    <a:pt x="199263" y="205603"/>
                  </a:cubicBezTo>
                  <a:cubicBezTo>
                    <a:pt x="194385" y="205598"/>
                    <a:pt x="189507" y="205598"/>
                    <a:pt x="184628" y="205597"/>
                  </a:cubicBezTo>
                  <a:cubicBezTo>
                    <a:pt x="176435" y="205595"/>
                    <a:pt x="168242" y="205590"/>
                    <a:pt x="160048" y="205583"/>
                  </a:cubicBezTo>
                  <a:cubicBezTo>
                    <a:pt x="151608" y="205577"/>
                    <a:pt x="143167" y="205571"/>
                    <a:pt x="134726" y="205568"/>
                  </a:cubicBezTo>
                  <a:cubicBezTo>
                    <a:pt x="134207" y="205568"/>
                    <a:pt x="133687" y="205568"/>
                    <a:pt x="133151" y="205568"/>
                  </a:cubicBezTo>
                  <a:cubicBezTo>
                    <a:pt x="130543" y="205567"/>
                    <a:pt x="127935" y="205566"/>
                    <a:pt x="125326" y="205565"/>
                  </a:cubicBezTo>
                  <a:cubicBezTo>
                    <a:pt x="103675" y="205557"/>
                    <a:pt x="82023" y="205543"/>
                    <a:pt x="60371" y="205527"/>
                  </a:cubicBezTo>
                  <a:cubicBezTo>
                    <a:pt x="60371" y="220016"/>
                    <a:pt x="60371" y="234504"/>
                    <a:pt x="60371" y="249432"/>
                  </a:cubicBezTo>
                  <a:cubicBezTo>
                    <a:pt x="40481" y="249432"/>
                    <a:pt x="20590" y="249432"/>
                    <a:pt x="96" y="249432"/>
                  </a:cubicBezTo>
                  <a:cubicBezTo>
                    <a:pt x="80" y="217781"/>
                    <a:pt x="66" y="186131"/>
                    <a:pt x="58" y="154481"/>
                  </a:cubicBezTo>
                  <a:cubicBezTo>
                    <a:pt x="57" y="150748"/>
                    <a:pt x="56" y="147016"/>
                    <a:pt x="55" y="143283"/>
                  </a:cubicBezTo>
                  <a:cubicBezTo>
                    <a:pt x="55" y="142540"/>
                    <a:pt x="55" y="141797"/>
                    <a:pt x="55" y="141032"/>
                  </a:cubicBezTo>
                  <a:cubicBezTo>
                    <a:pt x="51" y="128983"/>
                    <a:pt x="45" y="116934"/>
                    <a:pt x="39" y="104885"/>
                  </a:cubicBezTo>
                  <a:cubicBezTo>
                    <a:pt x="32" y="92532"/>
                    <a:pt x="28" y="80178"/>
                    <a:pt x="26" y="67825"/>
                  </a:cubicBezTo>
                  <a:cubicBezTo>
                    <a:pt x="25" y="60196"/>
                    <a:pt x="22" y="52566"/>
                    <a:pt x="16" y="44937"/>
                  </a:cubicBezTo>
                  <a:cubicBezTo>
                    <a:pt x="12" y="39713"/>
                    <a:pt x="11" y="34489"/>
                    <a:pt x="12" y="29265"/>
                  </a:cubicBezTo>
                  <a:cubicBezTo>
                    <a:pt x="12" y="26246"/>
                    <a:pt x="11" y="23227"/>
                    <a:pt x="7" y="20208"/>
                  </a:cubicBezTo>
                  <a:cubicBezTo>
                    <a:pt x="4" y="17449"/>
                    <a:pt x="4" y="14690"/>
                    <a:pt x="6" y="11931"/>
                  </a:cubicBezTo>
                  <a:cubicBezTo>
                    <a:pt x="7" y="10451"/>
                    <a:pt x="3" y="8970"/>
                    <a:pt x="0" y="7490"/>
                  </a:cubicBezTo>
                  <a:cubicBezTo>
                    <a:pt x="2" y="6623"/>
                    <a:pt x="3" y="5755"/>
                    <a:pt x="5" y="4862"/>
                  </a:cubicBezTo>
                  <a:cubicBezTo>
                    <a:pt x="4" y="4107"/>
                    <a:pt x="4" y="3352"/>
                    <a:pt x="4" y="2575"/>
                  </a:cubicBezTo>
                  <a:cubicBezTo>
                    <a:pt x="176" y="-572"/>
                    <a:pt x="1820" y="51"/>
                    <a:pt x="4579" y="51"/>
                  </a:cubicBezTo>
                  <a:cubicBezTo>
                    <a:pt x="5394" y="49"/>
                    <a:pt x="6209" y="47"/>
                    <a:pt x="7048" y="45"/>
                  </a:cubicBezTo>
                  <a:cubicBezTo>
                    <a:pt x="7955" y="47"/>
                    <a:pt x="8861" y="48"/>
                    <a:pt x="9795" y="50"/>
                  </a:cubicBezTo>
                  <a:cubicBezTo>
                    <a:pt x="10750" y="49"/>
                    <a:pt x="11704" y="48"/>
                    <a:pt x="12687" y="46"/>
                  </a:cubicBezTo>
                  <a:cubicBezTo>
                    <a:pt x="15348" y="43"/>
                    <a:pt x="18009" y="45"/>
                    <a:pt x="20670" y="47"/>
                  </a:cubicBezTo>
                  <a:cubicBezTo>
                    <a:pt x="23535" y="49"/>
                    <a:pt x="26400" y="46"/>
                    <a:pt x="29265" y="44"/>
                  </a:cubicBezTo>
                  <a:cubicBezTo>
                    <a:pt x="34882" y="41"/>
                    <a:pt x="40500" y="42"/>
                    <a:pt x="46117" y="44"/>
                  </a:cubicBezTo>
                  <a:cubicBezTo>
                    <a:pt x="50680" y="45"/>
                    <a:pt x="55244" y="46"/>
                    <a:pt x="59807" y="45"/>
                  </a:cubicBezTo>
                  <a:cubicBezTo>
                    <a:pt x="60779" y="45"/>
                    <a:pt x="60779" y="45"/>
                    <a:pt x="61771" y="45"/>
                  </a:cubicBezTo>
                  <a:cubicBezTo>
                    <a:pt x="63087" y="44"/>
                    <a:pt x="64404" y="44"/>
                    <a:pt x="65721" y="44"/>
                  </a:cubicBezTo>
                  <a:cubicBezTo>
                    <a:pt x="78081" y="42"/>
                    <a:pt x="90441" y="44"/>
                    <a:pt x="102802" y="48"/>
                  </a:cubicBezTo>
                  <a:cubicBezTo>
                    <a:pt x="113419" y="51"/>
                    <a:pt x="124037" y="51"/>
                    <a:pt x="134655" y="47"/>
                  </a:cubicBezTo>
                  <a:cubicBezTo>
                    <a:pt x="146969" y="43"/>
                    <a:pt x="159284" y="42"/>
                    <a:pt x="171598" y="44"/>
                  </a:cubicBezTo>
                  <a:cubicBezTo>
                    <a:pt x="172910" y="44"/>
                    <a:pt x="174222" y="45"/>
                    <a:pt x="175534" y="45"/>
                  </a:cubicBezTo>
                  <a:cubicBezTo>
                    <a:pt x="176502" y="45"/>
                    <a:pt x="176502" y="45"/>
                    <a:pt x="177490" y="45"/>
                  </a:cubicBezTo>
                  <a:cubicBezTo>
                    <a:pt x="182051" y="46"/>
                    <a:pt x="186611" y="45"/>
                    <a:pt x="191172" y="43"/>
                  </a:cubicBezTo>
                  <a:close/>
                </a:path>
              </a:pathLst>
            </a:custGeom>
            <a:grpFill/>
            <a:ln w="744" cap="flat">
              <a:noFill/>
              <a:prstDash val="solid"/>
              <a:miter/>
            </a:ln>
          </p:spPr>
          <p:txBody>
            <a:bodyPr rtlCol="0" anchor="ctr"/>
            <a:lstStyle/>
            <a:p>
              <a:endParaRPr lang="zh-CN" altLang="en-US"/>
            </a:p>
          </p:txBody>
        </p:sp>
        <p:sp>
          <p:nvSpPr>
            <p:cNvPr id="163" name="任意多边形: 形状 162"/>
            <p:cNvSpPr/>
            <p:nvPr/>
          </p:nvSpPr>
          <p:spPr>
            <a:xfrm>
              <a:off x="9476532" y="596363"/>
              <a:ext cx="415317" cy="277521"/>
            </a:xfrm>
            <a:custGeom>
              <a:avLst/>
              <a:gdLst>
                <a:gd name="connsiteX0" fmla="*/ 230121 w 415322"/>
                <a:gd name="connsiteY0" fmla="*/ 797 h 277513"/>
                <a:gd name="connsiteX1" fmla="*/ 235284 w 415322"/>
                <a:gd name="connsiteY1" fmla="*/ 565 h 277513"/>
                <a:gd name="connsiteX2" fmla="*/ 238188 w 415322"/>
                <a:gd name="connsiteY2" fmla="*/ 434 h 277513"/>
                <a:gd name="connsiteX3" fmla="*/ 240539 w 415322"/>
                <a:gd name="connsiteY3" fmla="*/ 797 h 277513"/>
                <a:gd name="connsiteX4" fmla="*/ 241284 w 415322"/>
                <a:gd name="connsiteY4" fmla="*/ 4518 h 277513"/>
                <a:gd name="connsiteX5" fmla="*/ 243516 w 415322"/>
                <a:gd name="connsiteY5" fmla="*/ 5262 h 277513"/>
                <a:gd name="connsiteX6" fmla="*/ 243656 w 415322"/>
                <a:gd name="connsiteY6" fmla="*/ 8657 h 277513"/>
                <a:gd name="connsiteX7" fmla="*/ 243595 w 415322"/>
                <a:gd name="connsiteY7" fmla="*/ 10521 h 277513"/>
                <a:gd name="connsiteX8" fmla="*/ 243516 w 415322"/>
                <a:gd name="connsiteY8" fmla="*/ 11959 h 277513"/>
                <a:gd name="connsiteX9" fmla="*/ 245748 w 415322"/>
                <a:gd name="connsiteY9" fmla="*/ 11959 h 277513"/>
                <a:gd name="connsiteX10" fmla="*/ 246539 w 415322"/>
                <a:gd name="connsiteY10" fmla="*/ 14890 h 277513"/>
                <a:gd name="connsiteX11" fmla="*/ 247237 w 415322"/>
                <a:gd name="connsiteY11" fmla="*/ 17913 h 277513"/>
                <a:gd name="connsiteX12" fmla="*/ 248725 w 415322"/>
                <a:gd name="connsiteY12" fmla="*/ 18657 h 277513"/>
                <a:gd name="connsiteX13" fmla="*/ 249141 w 415322"/>
                <a:gd name="connsiteY13" fmla="*/ 23842 h 277513"/>
                <a:gd name="connsiteX14" fmla="*/ 249469 w 415322"/>
                <a:gd name="connsiteY14" fmla="*/ 25354 h 277513"/>
                <a:gd name="connsiteX15" fmla="*/ 251702 w 415322"/>
                <a:gd name="connsiteY15" fmla="*/ 26098 h 277513"/>
                <a:gd name="connsiteX16" fmla="*/ 252120 w 415322"/>
                <a:gd name="connsiteY16" fmla="*/ 29075 h 277513"/>
                <a:gd name="connsiteX17" fmla="*/ 252446 w 415322"/>
                <a:gd name="connsiteY17" fmla="*/ 32051 h 277513"/>
                <a:gd name="connsiteX18" fmla="*/ 253934 w 415322"/>
                <a:gd name="connsiteY18" fmla="*/ 32795 h 277513"/>
                <a:gd name="connsiteX19" fmla="*/ 254350 w 415322"/>
                <a:gd name="connsiteY19" fmla="*/ 37327 h 277513"/>
                <a:gd name="connsiteX20" fmla="*/ 256911 w 415322"/>
                <a:gd name="connsiteY20" fmla="*/ 40237 h 277513"/>
                <a:gd name="connsiteX21" fmla="*/ 257422 w 415322"/>
                <a:gd name="connsiteY21" fmla="*/ 44423 h 277513"/>
                <a:gd name="connsiteX22" fmla="*/ 257570 w 415322"/>
                <a:gd name="connsiteY22" fmla="*/ 46684 h 277513"/>
                <a:gd name="connsiteX23" fmla="*/ 257655 w 415322"/>
                <a:gd name="connsiteY23" fmla="*/ 48422 h 277513"/>
                <a:gd name="connsiteX24" fmla="*/ 259887 w 415322"/>
                <a:gd name="connsiteY24" fmla="*/ 48422 h 277513"/>
                <a:gd name="connsiteX25" fmla="*/ 259998 w 415322"/>
                <a:gd name="connsiteY25" fmla="*/ 49861 h 277513"/>
                <a:gd name="connsiteX26" fmla="*/ 260166 w 415322"/>
                <a:gd name="connsiteY26" fmla="*/ 51724 h 277513"/>
                <a:gd name="connsiteX27" fmla="*/ 260323 w 415322"/>
                <a:gd name="connsiteY27" fmla="*/ 53582 h 277513"/>
                <a:gd name="connsiteX28" fmla="*/ 260631 w 415322"/>
                <a:gd name="connsiteY28" fmla="*/ 55120 h 277513"/>
                <a:gd name="connsiteX29" fmla="*/ 262120 w 415322"/>
                <a:gd name="connsiteY29" fmla="*/ 55864 h 277513"/>
                <a:gd name="connsiteX30" fmla="*/ 262864 w 415322"/>
                <a:gd name="connsiteY30" fmla="*/ 65538 h 277513"/>
                <a:gd name="connsiteX31" fmla="*/ 428807 w 415322"/>
                <a:gd name="connsiteY31" fmla="*/ 65538 h 277513"/>
                <a:gd name="connsiteX32" fmla="*/ 428807 w 415322"/>
                <a:gd name="connsiteY32" fmla="*/ 181623 h 277513"/>
                <a:gd name="connsiteX33" fmla="*/ 366299 w 415322"/>
                <a:gd name="connsiteY33" fmla="*/ 181623 h 277513"/>
                <a:gd name="connsiteX34" fmla="*/ 366299 w 415322"/>
                <a:gd name="connsiteY34" fmla="*/ 132510 h 277513"/>
                <a:gd name="connsiteX35" fmla="*/ 364067 w 415322"/>
                <a:gd name="connsiteY35" fmla="*/ 133999 h 277513"/>
                <a:gd name="connsiteX36" fmla="*/ 360747 w 415322"/>
                <a:gd name="connsiteY36" fmla="*/ 134206 h 277513"/>
                <a:gd name="connsiteX37" fmla="*/ 358689 w 415322"/>
                <a:gd name="connsiteY37" fmla="*/ 134231 h 277513"/>
                <a:gd name="connsiteX38" fmla="*/ 356436 w 415322"/>
                <a:gd name="connsiteY38" fmla="*/ 134236 h 277513"/>
                <a:gd name="connsiteX39" fmla="*/ 354060 w 415322"/>
                <a:gd name="connsiteY39" fmla="*/ 134258 h 277513"/>
                <a:gd name="connsiteX40" fmla="*/ 346268 w 415322"/>
                <a:gd name="connsiteY40" fmla="*/ 134307 h 277513"/>
                <a:gd name="connsiteX41" fmla="*/ 340872 w 415322"/>
                <a:gd name="connsiteY41" fmla="*/ 134350 h 277513"/>
                <a:gd name="connsiteX42" fmla="*/ 326658 w 415322"/>
                <a:gd name="connsiteY42" fmla="*/ 134446 h 277513"/>
                <a:gd name="connsiteX43" fmla="*/ 312159 w 415322"/>
                <a:gd name="connsiteY43" fmla="*/ 134551 h 277513"/>
                <a:gd name="connsiteX44" fmla="*/ 283700 w 415322"/>
                <a:gd name="connsiteY44" fmla="*/ 134743 h 277513"/>
                <a:gd name="connsiteX45" fmla="*/ 287885 w 415322"/>
                <a:gd name="connsiteY45" fmla="*/ 137301 h 277513"/>
                <a:gd name="connsiteX46" fmla="*/ 289653 w 415322"/>
                <a:gd name="connsiteY46" fmla="*/ 137719 h 277513"/>
                <a:gd name="connsiteX47" fmla="*/ 289885 w 415322"/>
                <a:gd name="connsiteY47" fmla="*/ 139254 h 277513"/>
                <a:gd name="connsiteX48" fmla="*/ 290397 w 415322"/>
                <a:gd name="connsiteY48" fmla="*/ 140696 h 277513"/>
                <a:gd name="connsiteX49" fmla="*/ 294969 w 415322"/>
                <a:gd name="connsiteY49" fmla="*/ 140606 h 277513"/>
                <a:gd name="connsiteX50" fmla="*/ 296350 w 415322"/>
                <a:gd name="connsiteY50" fmla="*/ 140696 h 277513"/>
                <a:gd name="connsiteX51" fmla="*/ 297838 w 415322"/>
                <a:gd name="connsiteY51" fmla="*/ 143672 h 277513"/>
                <a:gd name="connsiteX52" fmla="*/ 302303 w 415322"/>
                <a:gd name="connsiteY52" fmla="*/ 144416 h 277513"/>
                <a:gd name="connsiteX53" fmla="*/ 302303 w 415322"/>
                <a:gd name="connsiteY53" fmla="*/ 147393 h 277513"/>
                <a:gd name="connsiteX54" fmla="*/ 304861 w 415322"/>
                <a:gd name="connsiteY54" fmla="*/ 147160 h 277513"/>
                <a:gd name="connsiteX55" fmla="*/ 307512 w 415322"/>
                <a:gd name="connsiteY55" fmla="*/ 147393 h 277513"/>
                <a:gd name="connsiteX56" fmla="*/ 308256 w 415322"/>
                <a:gd name="connsiteY56" fmla="*/ 151114 h 277513"/>
                <a:gd name="connsiteX57" fmla="*/ 313465 w 415322"/>
                <a:gd name="connsiteY57" fmla="*/ 151114 h 277513"/>
                <a:gd name="connsiteX58" fmla="*/ 314209 w 415322"/>
                <a:gd name="connsiteY58" fmla="*/ 154090 h 277513"/>
                <a:gd name="connsiteX59" fmla="*/ 318674 w 415322"/>
                <a:gd name="connsiteY59" fmla="*/ 154834 h 277513"/>
                <a:gd name="connsiteX60" fmla="*/ 319418 w 415322"/>
                <a:gd name="connsiteY60" fmla="*/ 157067 h 277513"/>
                <a:gd name="connsiteX61" fmla="*/ 322023 w 415322"/>
                <a:gd name="connsiteY61" fmla="*/ 157392 h 277513"/>
                <a:gd name="connsiteX62" fmla="*/ 324627 w 415322"/>
                <a:gd name="connsiteY62" fmla="*/ 157811 h 277513"/>
                <a:gd name="connsiteX63" fmla="*/ 325372 w 415322"/>
                <a:gd name="connsiteY63" fmla="*/ 160788 h 277513"/>
                <a:gd name="connsiteX64" fmla="*/ 329836 w 415322"/>
                <a:gd name="connsiteY64" fmla="*/ 161532 h 277513"/>
                <a:gd name="connsiteX65" fmla="*/ 329836 w 415322"/>
                <a:gd name="connsiteY65" fmla="*/ 164508 h 277513"/>
                <a:gd name="connsiteX66" fmla="*/ 332394 w 415322"/>
                <a:gd name="connsiteY66" fmla="*/ 164322 h 277513"/>
                <a:gd name="connsiteX67" fmla="*/ 335045 w 415322"/>
                <a:gd name="connsiteY67" fmla="*/ 164508 h 277513"/>
                <a:gd name="connsiteX68" fmla="*/ 335789 w 415322"/>
                <a:gd name="connsiteY68" fmla="*/ 167485 h 277513"/>
                <a:gd name="connsiteX69" fmla="*/ 340254 w 415322"/>
                <a:gd name="connsiteY69" fmla="*/ 168229 h 277513"/>
                <a:gd name="connsiteX70" fmla="*/ 341743 w 415322"/>
                <a:gd name="connsiteY70" fmla="*/ 171206 h 277513"/>
                <a:gd name="connsiteX71" fmla="*/ 343649 w 415322"/>
                <a:gd name="connsiteY71" fmla="*/ 171578 h 277513"/>
                <a:gd name="connsiteX72" fmla="*/ 345463 w 415322"/>
                <a:gd name="connsiteY72" fmla="*/ 171950 h 277513"/>
                <a:gd name="connsiteX73" fmla="*/ 345835 w 415322"/>
                <a:gd name="connsiteY73" fmla="*/ 173484 h 277513"/>
                <a:gd name="connsiteX74" fmla="*/ 346207 w 415322"/>
                <a:gd name="connsiteY74" fmla="*/ 174926 h 277513"/>
                <a:gd name="connsiteX75" fmla="*/ 349928 w 415322"/>
                <a:gd name="connsiteY75" fmla="*/ 174926 h 277513"/>
                <a:gd name="connsiteX76" fmla="*/ 350672 w 415322"/>
                <a:gd name="connsiteY76" fmla="*/ 177159 h 277513"/>
                <a:gd name="connsiteX77" fmla="*/ 353277 w 415322"/>
                <a:gd name="connsiteY77" fmla="*/ 177903 h 277513"/>
                <a:gd name="connsiteX78" fmla="*/ 355881 w 415322"/>
                <a:gd name="connsiteY78" fmla="*/ 178647 h 277513"/>
                <a:gd name="connsiteX79" fmla="*/ 356625 w 415322"/>
                <a:gd name="connsiteY79" fmla="*/ 180879 h 277513"/>
                <a:gd name="connsiteX80" fmla="*/ 358486 w 415322"/>
                <a:gd name="connsiteY80" fmla="*/ 181623 h 277513"/>
                <a:gd name="connsiteX81" fmla="*/ 360346 w 415322"/>
                <a:gd name="connsiteY81" fmla="*/ 182368 h 277513"/>
                <a:gd name="connsiteX82" fmla="*/ 361090 w 415322"/>
                <a:gd name="connsiteY82" fmla="*/ 184600 h 277513"/>
                <a:gd name="connsiteX83" fmla="*/ 362904 w 415322"/>
                <a:gd name="connsiteY83" fmla="*/ 184926 h 277513"/>
                <a:gd name="connsiteX84" fmla="*/ 364811 w 415322"/>
                <a:gd name="connsiteY84" fmla="*/ 185344 h 277513"/>
                <a:gd name="connsiteX85" fmla="*/ 366299 w 415322"/>
                <a:gd name="connsiteY85" fmla="*/ 188321 h 277513"/>
                <a:gd name="connsiteX86" fmla="*/ 370020 w 415322"/>
                <a:gd name="connsiteY86" fmla="*/ 189065 h 277513"/>
                <a:gd name="connsiteX87" fmla="*/ 370764 w 415322"/>
                <a:gd name="connsiteY87" fmla="*/ 191297 h 277513"/>
                <a:gd name="connsiteX88" fmla="*/ 372624 w 415322"/>
                <a:gd name="connsiteY88" fmla="*/ 191669 h 277513"/>
                <a:gd name="connsiteX89" fmla="*/ 374485 w 415322"/>
                <a:gd name="connsiteY89" fmla="*/ 192041 h 277513"/>
                <a:gd name="connsiteX90" fmla="*/ 375229 w 415322"/>
                <a:gd name="connsiteY90" fmla="*/ 194274 h 277513"/>
                <a:gd name="connsiteX91" fmla="*/ 377508 w 415322"/>
                <a:gd name="connsiteY91" fmla="*/ 194972 h 277513"/>
                <a:gd name="connsiteX92" fmla="*/ 379694 w 415322"/>
                <a:gd name="connsiteY92" fmla="*/ 195762 h 277513"/>
                <a:gd name="connsiteX93" fmla="*/ 379694 w 415322"/>
                <a:gd name="connsiteY93" fmla="*/ 198739 h 277513"/>
                <a:gd name="connsiteX94" fmla="*/ 381461 w 415322"/>
                <a:gd name="connsiteY94" fmla="*/ 198506 h 277513"/>
                <a:gd name="connsiteX95" fmla="*/ 383414 w 415322"/>
                <a:gd name="connsiteY95" fmla="*/ 198739 h 277513"/>
                <a:gd name="connsiteX96" fmla="*/ 384112 w 415322"/>
                <a:gd name="connsiteY96" fmla="*/ 200599 h 277513"/>
                <a:gd name="connsiteX97" fmla="*/ 384903 w 415322"/>
                <a:gd name="connsiteY97" fmla="*/ 202459 h 277513"/>
                <a:gd name="connsiteX98" fmla="*/ 389368 w 415322"/>
                <a:gd name="connsiteY98" fmla="*/ 202459 h 277513"/>
                <a:gd name="connsiteX99" fmla="*/ 389368 w 415322"/>
                <a:gd name="connsiteY99" fmla="*/ 205436 h 277513"/>
                <a:gd name="connsiteX100" fmla="*/ 393088 w 415322"/>
                <a:gd name="connsiteY100" fmla="*/ 206180 h 277513"/>
                <a:gd name="connsiteX101" fmla="*/ 393832 w 415322"/>
                <a:gd name="connsiteY101" fmla="*/ 208413 h 277513"/>
                <a:gd name="connsiteX102" fmla="*/ 397553 w 415322"/>
                <a:gd name="connsiteY102" fmla="*/ 209901 h 277513"/>
                <a:gd name="connsiteX103" fmla="*/ 399041 w 415322"/>
                <a:gd name="connsiteY103" fmla="*/ 212133 h 277513"/>
                <a:gd name="connsiteX104" fmla="*/ 401274 w 415322"/>
                <a:gd name="connsiteY104" fmla="*/ 212877 h 277513"/>
                <a:gd name="connsiteX105" fmla="*/ 402018 w 415322"/>
                <a:gd name="connsiteY105" fmla="*/ 215110 h 277513"/>
                <a:gd name="connsiteX106" fmla="*/ 403832 w 415322"/>
                <a:gd name="connsiteY106" fmla="*/ 215435 h 277513"/>
                <a:gd name="connsiteX107" fmla="*/ 405739 w 415322"/>
                <a:gd name="connsiteY107" fmla="*/ 215854 h 277513"/>
                <a:gd name="connsiteX108" fmla="*/ 407227 w 415322"/>
                <a:gd name="connsiteY108" fmla="*/ 218831 h 277513"/>
                <a:gd name="connsiteX109" fmla="*/ 409459 w 415322"/>
                <a:gd name="connsiteY109" fmla="*/ 219575 h 277513"/>
                <a:gd name="connsiteX110" fmla="*/ 410204 w 415322"/>
                <a:gd name="connsiteY110" fmla="*/ 221807 h 277513"/>
                <a:gd name="connsiteX111" fmla="*/ 413924 w 415322"/>
                <a:gd name="connsiteY111" fmla="*/ 223295 h 277513"/>
                <a:gd name="connsiteX112" fmla="*/ 416901 w 415322"/>
                <a:gd name="connsiteY112" fmla="*/ 226272 h 277513"/>
                <a:gd name="connsiteX113" fmla="*/ 418389 w 415322"/>
                <a:gd name="connsiteY113" fmla="*/ 227016 h 277513"/>
                <a:gd name="connsiteX114" fmla="*/ 418854 w 415322"/>
                <a:gd name="connsiteY114" fmla="*/ 231527 h 277513"/>
                <a:gd name="connsiteX115" fmla="*/ 419023 w 415322"/>
                <a:gd name="connsiteY115" fmla="*/ 234019 h 277513"/>
                <a:gd name="connsiteX116" fmla="*/ 419133 w 415322"/>
                <a:gd name="connsiteY116" fmla="*/ 235946 h 277513"/>
                <a:gd name="connsiteX117" fmla="*/ 417328 w 415322"/>
                <a:gd name="connsiteY117" fmla="*/ 235829 h 277513"/>
                <a:gd name="connsiteX118" fmla="*/ 415413 w 415322"/>
                <a:gd name="connsiteY118" fmla="*/ 235946 h 277513"/>
                <a:gd name="connsiteX119" fmla="*/ 413924 w 415322"/>
                <a:gd name="connsiteY119" fmla="*/ 239666 h 277513"/>
                <a:gd name="connsiteX120" fmla="*/ 412436 w 415322"/>
                <a:gd name="connsiteY120" fmla="*/ 239666 h 277513"/>
                <a:gd name="connsiteX121" fmla="*/ 412157 w 415322"/>
                <a:gd name="connsiteY121" fmla="*/ 241062 h 277513"/>
                <a:gd name="connsiteX122" fmla="*/ 411692 w 415322"/>
                <a:gd name="connsiteY122" fmla="*/ 242643 h 277513"/>
                <a:gd name="connsiteX123" fmla="*/ 408715 w 415322"/>
                <a:gd name="connsiteY123" fmla="*/ 244131 h 277513"/>
                <a:gd name="connsiteX124" fmla="*/ 407971 w 415322"/>
                <a:gd name="connsiteY124" fmla="*/ 246364 h 277513"/>
                <a:gd name="connsiteX125" fmla="*/ 404995 w 415322"/>
                <a:gd name="connsiteY125" fmla="*/ 247108 h 277513"/>
                <a:gd name="connsiteX126" fmla="*/ 404250 w 415322"/>
                <a:gd name="connsiteY126" fmla="*/ 249340 h 277513"/>
                <a:gd name="connsiteX127" fmla="*/ 402716 w 415322"/>
                <a:gd name="connsiteY127" fmla="*/ 249666 h 277513"/>
                <a:gd name="connsiteX128" fmla="*/ 401274 w 415322"/>
                <a:gd name="connsiteY128" fmla="*/ 250084 h 277513"/>
                <a:gd name="connsiteX129" fmla="*/ 401274 w 415322"/>
                <a:gd name="connsiteY129" fmla="*/ 253061 h 277513"/>
                <a:gd name="connsiteX130" fmla="*/ 399041 w 415322"/>
                <a:gd name="connsiteY130" fmla="*/ 253805 h 277513"/>
                <a:gd name="connsiteX131" fmla="*/ 397553 w 415322"/>
                <a:gd name="connsiteY131" fmla="*/ 256782 h 277513"/>
                <a:gd name="connsiteX132" fmla="*/ 394902 w 415322"/>
                <a:gd name="connsiteY132" fmla="*/ 259061 h 277513"/>
                <a:gd name="connsiteX133" fmla="*/ 391600 w 415322"/>
                <a:gd name="connsiteY133" fmla="*/ 263479 h 277513"/>
                <a:gd name="connsiteX134" fmla="*/ 388623 w 415322"/>
                <a:gd name="connsiteY134" fmla="*/ 264223 h 277513"/>
                <a:gd name="connsiteX135" fmla="*/ 387879 w 415322"/>
                <a:gd name="connsiteY135" fmla="*/ 266456 h 277513"/>
                <a:gd name="connsiteX136" fmla="*/ 386345 w 415322"/>
                <a:gd name="connsiteY136" fmla="*/ 266781 h 277513"/>
                <a:gd name="connsiteX137" fmla="*/ 384903 w 415322"/>
                <a:gd name="connsiteY137" fmla="*/ 267200 h 277513"/>
                <a:gd name="connsiteX138" fmla="*/ 384903 w 415322"/>
                <a:gd name="connsiteY138" fmla="*/ 270176 h 277513"/>
                <a:gd name="connsiteX139" fmla="*/ 382670 w 415322"/>
                <a:gd name="connsiteY139" fmla="*/ 270920 h 277513"/>
                <a:gd name="connsiteX140" fmla="*/ 378950 w 415322"/>
                <a:gd name="connsiteY140" fmla="*/ 277618 h 277513"/>
                <a:gd name="connsiteX141" fmla="*/ 372997 w 415322"/>
                <a:gd name="connsiteY141" fmla="*/ 277618 h 277513"/>
                <a:gd name="connsiteX142" fmla="*/ 372252 w 415322"/>
                <a:gd name="connsiteY142" fmla="*/ 274641 h 277513"/>
                <a:gd name="connsiteX143" fmla="*/ 369276 w 415322"/>
                <a:gd name="connsiteY143" fmla="*/ 271665 h 277513"/>
                <a:gd name="connsiteX144" fmla="*/ 369276 w 415322"/>
                <a:gd name="connsiteY144" fmla="*/ 270176 h 277513"/>
                <a:gd name="connsiteX145" fmla="*/ 366299 w 415322"/>
                <a:gd name="connsiteY145" fmla="*/ 270176 h 277513"/>
                <a:gd name="connsiteX146" fmla="*/ 366299 w 415322"/>
                <a:gd name="connsiteY146" fmla="*/ 267200 h 277513"/>
                <a:gd name="connsiteX147" fmla="*/ 363323 w 415322"/>
                <a:gd name="connsiteY147" fmla="*/ 267200 h 277513"/>
                <a:gd name="connsiteX148" fmla="*/ 362997 w 415322"/>
                <a:gd name="connsiteY148" fmla="*/ 265758 h 277513"/>
                <a:gd name="connsiteX149" fmla="*/ 362579 w 415322"/>
                <a:gd name="connsiteY149" fmla="*/ 264223 h 277513"/>
                <a:gd name="connsiteX150" fmla="*/ 360672 w 415322"/>
                <a:gd name="connsiteY150" fmla="*/ 263851 h 277513"/>
                <a:gd name="connsiteX151" fmla="*/ 358858 w 415322"/>
                <a:gd name="connsiteY151" fmla="*/ 263479 h 277513"/>
                <a:gd name="connsiteX152" fmla="*/ 358858 w 415322"/>
                <a:gd name="connsiteY152" fmla="*/ 260502 h 277513"/>
                <a:gd name="connsiteX153" fmla="*/ 355881 w 415322"/>
                <a:gd name="connsiteY153" fmla="*/ 259758 h 277513"/>
                <a:gd name="connsiteX154" fmla="*/ 355137 w 415322"/>
                <a:gd name="connsiteY154" fmla="*/ 257526 h 277513"/>
                <a:gd name="connsiteX155" fmla="*/ 353323 w 415322"/>
                <a:gd name="connsiteY155" fmla="*/ 257200 h 277513"/>
                <a:gd name="connsiteX156" fmla="*/ 351416 w 415322"/>
                <a:gd name="connsiteY156" fmla="*/ 256782 h 277513"/>
                <a:gd name="connsiteX157" fmla="*/ 349928 w 415322"/>
                <a:gd name="connsiteY157" fmla="*/ 253805 h 277513"/>
                <a:gd name="connsiteX158" fmla="*/ 347696 w 415322"/>
                <a:gd name="connsiteY158" fmla="*/ 253061 h 277513"/>
                <a:gd name="connsiteX159" fmla="*/ 346952 w 415322"/>
                <a:gd name="connsiteY159" fmla="*/ 250829 h 277513"/>
                <a:gd name="connsiteX160" fmla="*/ 345138 w 415322"/>
                <a:gd name="connsiteY160" fmla="*/ 250503 h 277513"/>
                <a:gd name="connsiteX161" fmla="*/ 343231 w 415322"/>
                <a:gd name="connsiteY161" fmla="*/ 250084 h 277513"/>
                <a:gd name="connsiteX162" fmla="*/ 341743 w 415322"/>
                <a:gd name="connsiteY162" fmla="*/ 247108 h 277513"/>
                <a:gd name="connsiteX163" fmla="*/ 338766 w 415322"/>
                <a:gd name="connsiteY163" fmla="*/ 246364 h 277513"/>
                <a:gd name="connsiteX164" fmla="*/ 338022 w 415322"/>
                <a:gd name="connsiteY164" fmla="*/ 244131 h 277513"/>
                <a:gd name="connsiteX165" fmla="*/ 336162 w 415322"/>
                <a:gd name="connsiteY165" fmla="*/ 243387 h 277513"/>
                <a:gd name="connsiteX166" fmla="*/ 334301 w 415322"/>
                <a:gd name="connsiteY166" fmla="*/ 242643 h 277513"/>
                <a:gd name="connsiteX167" fmla="*/ 333557 w 415322"/>
                <a:gd name="connsiteY167" fmla="*/ 240411 h 277513"/>
                <a:gd name="connsiteX168" fmla="*/ 331697 w 415322"/>
                <a:gd name="connsiteY168" fmla="*/ 240039 h 277513"/>
                <a:gd name="connsiteX169" fmla="*/ 329836 w 415322"/>
                <a:gd name="connsiteY169" fmla="*/ 239666 h 277513"/>
                <a:gd name="connsiteX170" fmla="*/ 329092 w 415322"/>
                <a:gd name="connsiteY170" fmla="*/ 237434 h 277513"/>
                <a:gd name="connsiteX171" fmla="*/ 327232 w 415322"/>
                <a:gd name="connsiteY171" fmla="*/ 236690 h 277513"/>
                <a:gd name="connsiteX172" fmla="*/ 325372 w 415322"/>
                <a:gd name="connsiteY172" fmla="*/ 235946 h 277513"/>
                <a:gd name="connsiteX173" fmla="*/ 324627 w 415322"/>
                <a:gd name="connsiteY173" fmla="*/ 233713 h 277513"/>
                <a:gd name="connsiteX174" fmla="*/ 322767 w 415322"/>
                <a:gd name="connsiteY174" fmla="*/ 233388 h 277513"/>
                <a:gd name="connsiteX175" fmla="*/ 320907 w 415322"/>
                <a:gd name="connsiteY175" fmla="*/ 232969 h 277513"/>
                <a:gd name="connsiteX176" fmla="*/ 320163 w 415322"/>
                <a:gd name="connsiteY176" fmla="*/ 229993 h 277513"/>
                <a:gd name="connsiteX177" fmla="*/ 316442 w 415322"/>
                <a:gd name="connsiteY177" fmla="*/ 229248 h 277513"/>
                <a:gd name="connsiteX178" fmla="*/ 315698 w 415322"/>
                <a:gd name="connsiteY178" fmla="*/ 227016 h 277513"/>
                <a:gd name="connsiteX179" fmla="*/ 313837 w 415322"/>
                <a:gd name="connsiteY179" fmla="*/ 226691 h 277513"/>
                <a:gd name="connsiteX180" fmla="*/ 311977 w 415322"/>
                <a:gd name="connsiteY180" fmla="*/ 226272 h 277513"/>
                <a:gd name="connsiteX181" fmla="*/ 311651 w 415322"/>
                <a:gd name="connsiteY181" fmla="*/ 224784 h 277513"/>
                <a:gd name="connsiteX182" fmla="*/ 311233 w 415322"/>
                <a:gd name="connsiteY182" fmla="*/ 223295 h 277513"/>
                <a:gd name="connsiteX183" fmla="*/ 309000 w 415322"/>
                <a:gd name="connsiteY183" fmla="*/ 222923 h 277513"/>
                <a:gd name="connsiteX184" fmla="*/ 306768 w 415322"/>
                <a:gd name="connsiteY184" fmla="*/ 222551 h 277513"/>
                <a:gd name="connsiteX185" fmla="*/ 306396 w 415322"/>
                <a:gd name="connsiteY185" fmla="*/ 221016 h 277513"/>
                <a:gd name="connsiteX186" fmla="*/ 306024 w 415322"/>
                <a:gd name="connsiteY186" fmla="*/ 219575 h 277513"/>
                <a:gd name="connsiteX187" fmla="*/ 303791 w 415322"/>
                <a:gd name="connsiteY187" fmla="*/ 219575 h 277513"/>
                <a:gd name="connsiteX188" fmla="*/ 301559 w 415322"/>
                <a:gd name="connsiteY188" fmla="*/ 219575 h 277513"/>
                <a:gd name="connsiteX189" fmla="*/ 300815 w 415322"/>
                <a:gd name="connsiteY189" fmla="*/ 216598 h 277513"/>
                <a:gd name="connsiteX190" fmla="*/ 297094 w 415322"/>
                <a:gd name="connsiteY190" fmla="*/ 215854 h 277513"/>
                <a:gd name="connsiteX191" fmla="*/ 296350 w 415322"/>
                <a:gd name="connsiteY191" fmla="*/ 213622 h 277513"/>
                <a:gd name="connsiteX192" fmla="*/ 292629 w 415322"/>
                <a:gd name="connsiteY192" fmla="*/ 212133 h 277513"/>
                <a:gd name="connsiteX193" fmla="*/ 291141 w 415322"/>
                <a:gd name="connsiteY193" fmla="*/ 209901 h 277513"/>
                <a:gd name="connsiteX194" fmla="*/ 289188 w 415322"/>
                <a:gd name="connsiteY194" fmla="*/ 209575 h 277513"/>
                <a:gd name="connsiteX195" fmla="*/ 287420 w 415322"/>
                <a:gd name="connsiteY195" fmla="*/ 209157 h 277513"/>
                <a:gd name="connsiteX196" fmla="*/ 287420 w 415322"/>
                <a:gd name="connsiteY196" fmla="*/ 206180 h 277513"/>
                <a:gd name="connsiteX197" fmla="*/ 282211 w 415322"/>
                <a:gd name="connsiteY197" fmla="*/ 205436 h 277513"/>
                <a:gd name="connsiteX198" fmla="*/ 282211 w 415322"/>
                <a:gd name="connsiteY198" fmla="*/ 202459 h 277513"/>
                <a:gd name="connsiteX199" fmla="*/ 279653 w 415322"/>
                <a:gd name="connsiteY199" fmla="*/ 202645 h 277513"/>
                <a:gd name="connsiteX200" fmla="*/ 277002 w 415322"/>
                <a:gd name="connsiteY200" fmla="*/ 202459 h 277513"/>
                <a:gd name="connsiteX201" fmla="*/ 276258 w 415322"/>
                <a:gd name="connsiteY201" fmla="*/ 199483 h 277513"/>
                <a:gd name="connsiteX202" fmla="*/ 271793 w 415322"/>
                <a:gd name="connsiteY202" fmla="*/ 198739 h 277513"/>
                <a:gd name="connsiteX203" fmla="*/ 271793 w 415322"/>
                <a:gd name="connsiteY203" fmla="*/ 195762 h 277513"/>
                <a:gd name="connsiteX204" fmla="*/ 269654 w 415322"/>
                <a:gd name="connsiteY204" fmla="*/ 195948 h 277513"/>
                <a:gd name="connsiteX205" fmla="*/ 267329 w 415322"/>
                <a:gd name="connsiteY205" fmla="*/ 195762 h 277513"/>
                <a:gd name="connsiteX206" fmla="*/ 265840 w 415322"/>
                <a:gd name="connsiteY206" fmla="*/ 192786 h 277513"/>
                <a:gd name="connsiteX207" fmla="*/ 263608 w 415322"/>
                <a:gd name="connsiteY207" fmla="*/ 192414 h 277513"/>
                <a:gd name="connsiteX208" fmla="*/ 261375 w 415322"/>
                <a:gd name="connsiteY208" fmla="*/ 192041 h 277513"/>
                <a:gd name="connsiteX209" fmla="*/ 259887 w 415322"/>
                <a:gd name="connsiteY209" fmla="*/ 189065 h 277513"/>
                <a:gd name="connsiteX210" fmla="*/ 255422 w 415322"/>
                <a:gd name="connsiteY210" fmla="*/ 188321 h 277513"/>
                <a:gd name="connsiteX211" fmla="*/ 255422 w 415322"/>
                <a:gd name="connsiteY211" fmla="*/ 185344 h 277513"/>
                <a:gd name="connsiteX212" fmla="*/ 252864 w 415322"/>
                <a:gd name="connsiteY212" fmla="*/ 185530 h 277513"/>
                <a:gd name="connsiteX213" fmla="*/ 250213 w 415322"/>
                <a:gd name="connsiteY213" fmla="*/ 185344 h 277513"/>
                <a:gd name="connsiteX214" fmla="*/ 249469 w 415322"/>
                <a:gd name="connsiteY214" fmla="*/ 182368 h 277513"/>
                <a:gd name="connsiteX215" fmla="*/ 246865 w 415322"/>
                <a:gd name="connsiteY215" fmla="*/ 181996 h 277513"/>
                <a:gd name="connsiteX216" fmla="*/ 244260 w 415322"/>
                <a:gd name="connsiteY216" fmla="*/ 181623 h 277513"/>
                <a:gd name="connsiteX217" fmla="*/ 243516 w 415322"/>
                <a:gd name="connsiteY217" fmla="*/ 178647 h 277513"/>
                <a:gd name="connsiteX218" fmla="*/ 241981 w 415322"/>
                <a:gd name="connsiteY218" fmla="*/ 178461 h 277513"/>
                <a:gd name="connsiteX219" fmla="*/ 240539 w 415322"/>
                <a:gd name="connsiteY219" fmla="*/ 177903 h 277513"/>
                <a:gd name="connsiteX220" fmla="*/ 240539 w 415322"/>
                <a:gd name="connsiteY220" fmla="*/ 171950 h 277513"/>
                <a:gd name="connsiteX221" fmla="*/ 243516 w 415322"/>
                <a:gd name="connsiteY221" fmla="*/ 171950 h 277513"/>
                <a:gd name="connsiteX222" fmla="*/ 245004 w 415322"/>
                <a:gd name="connsiteY222" fmla="*/ 168229 h 277513"/>
                <a:gd name="connsiteX223" fmla="*/ 247981 w 415322"/>
                <a:gd name="connsiteY223" fmla="*/ 167485 h 277513"/>
                <a:gd name="connsiteX224" fmla="*/ 248353 w 415322"/>
                <a:gd name="connsiteY224" fmla="*/ 165950 h 277513"/>
                <a:gd name="connsiteX225" fmla="*/ 248725 w 415322"/>
                <a:gd name="connsiteY225" fmla="*/ 164508 h 277513"/>
                <a:gd name="connsiteX226" fmla="*/ 251702 w 415322"/>
                <a:gd name="connsiteY226" fmla="*/ 164508 h 277513"/>
                <a:gd name="connsiteX227" fmla="*/ 251702 w 415322"/>
                <a:gd name="connsiteY227" fmla="*/ 161532 h 277513"/>
                <a:gd name="connsiteX228" fmla="*/ 254678 w 415322"/>
                <a:gd name="connsiteY228" fmla="*/ 161532 h 277513"/>
                <a:gd name="connsiteX229" fmla="*/ 255422 w 415322"/>
                <a:gd name="connsiteY229" fmla="*/ 158555 h 277513"/>
                <a:gd name="connsiteX230" fmla="*/ 256911 w 415322"/>
                <a:gd name="connsiteY230" fmla="*/ 157811 h 277513"/>
                <a:gd name="connsiteX231" fmla="*/ 257562 w 415322"/>
                <a:gd name="connsiteY231" fmla="*/ 156323 h 277513"/>
                <a:gd name="connsiteX232" fmla="*/ 258399 w 415322"/>
                <a:gd name="connsiteY232" fmla="*/ 154834 h 277513"/>
                <a:gd name="connsiteX233" fmla="*/ 259934 w 415322"/>
                <a:gd name="connsiteY233" fmla="*/ 154462 h 277513"/>
                <a:gd name="connsiteX234" fmla="*/ 261375 w 415322"/>
                <a:gd name="connsiteY234" fmla="*/ 154090 h 277513"/>
                <a:gd name="connsiteX235" fmla="*/ 261747 w 415322"/>
                <a:gd name="connsiteY235" fmla="*/ 152556 h 277513"/>
                <a:gd name="connsiteX236" fmla="*/ 262120 w 415322"/>
                <a:gd name="connsiteY236" fmla="*/ 151114 h 277513"/>
                <a:gd name="connsiteX237" fmla="*/ 265096 w 415322"/>
                <a:gd name="connsiteY237" fmla="*/ 151114 h 277513"/>
                <a:gd name="connsiteX238" fmla="*/ 265840 w 415322"/>
                <a:gd name="connsiteY238" fmla="*/ 148137 h 277513"/>
                <a:gd name="connsiteX239" fmla="*/ 268073 w 415322"/>
                <a:gd name="connsiteY239" fmla="*/ 148137 h 277513"/>
                <a:gd name="connsiteX240" fmla="*/ 269561 w 415322"/>
                <a:gd name="connsiteY240" fmla="*/ 144416 h 277513"/>
                <a:gd name="connsiteX241" fmla="*/ 271049 w 415322"/>
                <a:gd name="connsiteY241" fmla="*/ 144416 h 277513"/>
                <a:gd name="connsiteX242" fmla="*/ 271282 w 415322"/>
                <a:gd name="connsiteY242" fmla="*/ 143021 h 277513"/>
                <a:gd name="connsiteX243" fmla="*/ 271793 w 415322"/>
                <a:gd name="connsiteY243" fmla="*/ 141440 h 277513"/>
                <a:gd name="connsiteX244" fmla="*/ 275514 w 415322"/>
                <a:gd name="connsiteY244" fmla="*/ 139952 h 277513"/>
                <a:gd name="connsiteX245" fmla="*/ 275514 w 415322"/>
                <a:gd name="connsiteY245" fmla="*/ 137719 h 277513"/>
                <a:gd name="connsiteX246" fmla="*/ 279235 w 415322"/>
                <a:gd name="connsiteY246" fmla="*/ 136975 h 277513"/>
                <a:gd name="connsiteX247" fmla="*/ 279235 w 415322"/>
                <a:gd name="connsiteY247" fmla="*/ 134743 h 277513"/>
                <a:gd name="connsiteX248" fmla="*/ 277935 w 415322"/>
                <a:gd name="connsiteY248" fmla="*/ 134740 h 277513"/>
                <a:gd name="connsiteX249" fmla="*/ 201708 w 415322"/>
                <a:gd name="connsiteY249" fmla="*/ 134534 h 277513"/>
                <a:gd name="connsiteX250" fmla="*/ 192562 w 415322"/>
                <a:gd name="connsiteY250" fmla="*/ 134506 h 277513"/>
                <a:gd name="connsiteX251" fmla="*/ 190723 w 415322"/>
                <a:gd name="connsiteY251" fmla="*/ 134501 h 277513"/>
                <a:gd name="connsiteX252" fmla="*/ 161213 w 415322"/>
                <a:gd name="connsiteY252" fmla="*/ 134425 h 277513"/>
                <a:gd name="connsiteX253" fmla="*/ 130949 w 415322"/>
                <a:gd name="connsiteY253" fmla="*/ 134339 h 277513"/>
                <a:gd name="connsiteX254" fmla="*/ 112264 w 415322"/>
                <a:gd name="connsiteY254" fmla="*/ 134291 h 277513"/>
                <a:gd name="connsiteX255" fmla="*/ 99462 w 415322"/>
                <a:gd name="connsiteY255" fmla="*/ 134252 h 277513"/>
                <a:gd name="connsiteX256" fmla="*/ 92069 w 415322"/>
                <a:gd name="connsiteY256" fmla="*/ 134233 h 277513"/>
                <a:gd name="connsiteX257" fmla="*/ 84065 w 415322"/>
                <a:gd name="connsiteY257" fmla="*/ 134206 h 277513"/>
                <a:gd name="connsiteX258" fmla="*/ 81690 w 415322"/>
                <a:gd name="connsiteY258" fmla="*/ 134210 h 277513"/>
                <a:gd name="connsiteX259" fmla="*/ 79532 w 415322"/>
                <a:gd name="connsiteY259" fmla="*/ 134193 h 277513"/>
                <a:gd name="connsiteX260" fmla="*/ 77664 w 415322"/>
                <a:gd name="connsiteY260" fmla="*/ 134188 h 277513"/>
                <a:gd name="connsiteX261" fmla="*/ 73852 w 415322"/>
                <a:gd name="connsiteY261" fmla="*/ 132510 h 277513"/>
                <a:gd name="connsiteX262" fmla="*/ 73852 w 415322"/>
                <a:gd name="connsiteY262" fmla="*/ 188321 h 277513"/>
                <a:gd name="connsiteX263" fmla="*/ 13577 w 415322"/>
                <a:gd name="connsiteY263" fmla="*/ 188321 h 277513"/>
                <a:gd name="connsiteX264" fmla="*/ 13540 w 415322"/>
                <a:gd name="connsiteY264" fmla="*/ 144976 h 277513"/>
                <a:gd name="connsiteX265" fmla="*/ 13520 w 415322"/>
                <a:gd name="connsiteY265" fmla="*/ 118479 h 277513"/>
                <a:gd name="connsiteX266" fmla="*/ 13507 w 415322"/>
                <a:gd name="connsiteY266" fmla="*/ 99184 h 277513"/>
                <a:gd name="connsiteX267" fmla="*/ 13498 w 415322"/>
                <a:gd name="connsiteY267" fmla="*/ 88962 h 277513"/>
                <a:gd name="connsiteX268" fmla="*/ 13492 w 415322"/>
                <a:gd name="connsiteY268" fmla="*/ 79351 h 277513"/>
                <a:gd name="connsiteX269" fmla="*/ 13488 w 415322"/>
                <a:gd name="connsiteY269" fmla="*/ 75813 h 277513"/>
                <a:gd name="connsiteX270" fmla="*/ 13487 w 415322"/>
                <a:gd name="connsiteY270" fmla="*/ 71004 h 277513"/>
                <a:gd name="connsiteX271" fmla="*/ 13485 w 415322"/>
                <a:gd name="connsiteY271" fmla="*/ 68279 h 277513"/>
                <a:gd name="connsiteX272" fmla="*/ 14321 w 415322"/>
                <a:gd name="connsiteY272" fmla="*/ 65538 h 277513"/>
                <a:gd name="connsiteX273" fmla="*/ 21049 w 415322"/>
                <a:gd name="connsiteY273" fmla="*/ 65448 h 277513"/>
                <a:gd name="connsiteX274" fmla="*/ 23215 w 415322"/>
                <a:gd name="connsiteY274" fmla="*/ 65446 h 277513"/>
                <a:gd name="connsiteX275" fmla="*/ 30458 w 415322"/>
                <a:gd name="connsiteY275" fmla="*/ 65453 h 277513"/>
                <a:gd name="connsiteX276" fmla="*/ 35627 w 415322"/>
                <a:gd name="connsiteY276" fmla="*/ 65453 h 277513"/>
                <a:gd name="connsiteX277" fmla="*/ 49708 w 415322"/>
                <a:gd name="connsiteY277" fmla="*/ 65462 h 277513"/>
                <a:gd name="connsiteX278" fmla="*/ 64406 w 415322"/>
                <a:gd name="connsiteY278" fmla="*/ 65468 h 277513"/>
                <a:gd name="connsiteX279" fmla="*/ 89091 w 415322"/>
                <a:gd name="connsiteY279" fmla="*/ 65481 h 277513"/>
                <a:gd name="connsiteX280" fmla="*/ 114521 w 415322"/>
                <a:gd name="connsiteY280" fmla="*/ 65497 h 277513"/>
                <a:gd name="connsiteX281" fmla="*/ 116103 w 415322"/>
                <a:gd name="connsiteY281" fmla="*/ 65497 h 277513"/>
                <a:gd name="connsiteX282" fmla="*/ 123961 w 415322"/>
                <a:gd name="connsiteY282" fmla="*/ 65500 h 277513"/>
                <a:gd name="connsiteX283" fmla="*/ 189194 w 415322"/>
                <a:gd name="connsiteY283" fmla="*/ 65538 h 277513"/>
                <a:gd name="connsiteX284" fmla="*/ 187705 w 415322"/>
                <a:gd name="connsiteY284" fmla="*/ 60329 h 277513"/>
                <a:gd name="connsiteX285" fmla="*/ 186217 w 415322"/>
                <a:gd name="connsiteY285" fmla="*/ 59584 h 277513"/>
                <a:gd name="connsiteX286" fmla="*/ 185802 w 415322"/>
                <a:gd name="connsiteY286" fmla="*/ 53236 h 277513"/>
                <a:gd name="connsiteX287" fmla="*/ 185473 w 415322"/>
                <a:gd name="connsiteY287" fmla="*/ 51399 h 277513"/>
                <a:gd name="connsiteX288" fmla="*/ 183241 w 415322"/>
                <a:gd name="connsiteY288" fmla="*/ 50655 h 277513"/>
                <a:gd name="connsiteX289" fmla="*/ 182729 w 415322"/>
                <a:gd name="connsiteY289" fmla="*/ 46143 h 277513"/>
                <a:gd name="connsiteX290" fmla="*/ 182581 w 415322"/>
                <a:gd name="connsiteY290" fmla="*/ 43652 h 277513"/>
                <a:gd name="connsiteX291" fmla="*/ 182496 w 415322"/>
                <a:gd name="connsiteY291" fmla="*/ 41725 h 277513"/>
                <a:gd name="connsiteX292" fmla="*/ 180264 w 415322"/>
                <a:gd name="connsiteY292" fmla="*/ 41725 h 277513"/>
                <a:gd name="connsiteX293" fmla="*/ 180264 w 415322"/>
                <a:gd name="connsiteY293" fmla="*/ 33540 h 277513"/>
                <a:gd name="connsiteX294" fmla="*/ 178032 w 415322"/>
                <a:gd name="connsiteY294" fmla="*/ 33540 h 277513"/>
                <a:gd name="connsiteX295" fmla="*/ 176543 w 415322"/>
                <a:gd name="connsiteY295" fmla="*/ 25354 h 277513"/>
                <a:gd name="connsiteX296" fmla="*/ 175055 w 415322"/>
                <a:gd name="connsiteY296" fmla="*/ 25354 h 277513"/>
                <a:gd name="connsiteX297" fmla="*/ 175055 w 415322"/>
                <a:gd name="connsiteY297" fmla="*/ 17913 h 277513"/>
                <a:gd name="connsiteX298" fmla="*/ 185473 w 415322"/>
                <a:gd name="connsiteY298" fmla="*/ 17168 h 277513"/>
                <a:gd name="connsiteX299" fmla="*/ 185473 w 415322"/>
                <a:gd name="connsiteY299" fmla="*/ 14192 h 277513"/>
                <a:gd name="connsiteX300" fmla="*/ 187726 w 415322"/>
                <a:gd name="connsiteY300" fmla="*/ 14108 h 277513"/>
                <a:gd name="connsiteX301" fmla="*/ 190636 w 415322"/>
                <a:gd name="connsiteY301" fmla="*/ 13959 h 277513"/>
                <a:gd name="connsiteX302" fmla="*/ 193539 w 415322"/>
                <a:gd name="connsiteY302" fmla="*/ 13829 h 277513"/>
                <a:gd name="connsiteX303" fmla="*/ 195891 w 415322"/>
                <a:gd name="connsiteY303" fmla="*/ 13448 h 277513"/>
                <a:gd name="connsiteX304" fmla="*/ 196635 w 415322"/>
                <a:gd name="connsiteY304" fmla="*/ 11215 h 277513"/>
                <a:gd name="connsiteX305" fmla="*/ 201054 w 415322"/>
                <a:gd name="connsiteY305" fmla="*/ 10750 h 277513"/>
                <a:gd name="connsiteX306" fmla="*/ 207053 w 415322"/>
                <a:gd name="connsiteY306" fmla="*/ 9727 h 277513"/>
                <a:gd name="connsiteX307" fmla="*/ 207053 w 415322"/>
                <a:gd name="connsiteY307" fmla="*/ 7495 h 277513"/>
                <a:gd name="connsiteX308" fmla="*/ 209443 w 415322"/>
                <a:gd name="connsiteY308" fmla="*/ 7410 h 277513"/>
                <a:gd name="connsiteX309" fmla="*/ 212541 w 415322"/>
                <a:gd name="connsiteY309" fmla="*/ 7262 h 277513"/>
                <a:gd name="connsiteX310" fmla="*/ 214117 w 415322"/>
                <a:gd name="connsiteY310" fmla="*/ 7211 h 277513"/>
                <a:gd name="connsiteX311" fmla="*/ 218215 w 415322"/>
                <a:gd name="connsiteY311" fmla="*/ 6750 h 277513"/>
                <a:gd name="connsiteX312" fmla="*/ 219704 w 415322"/>
                <a:gd name="connsiteY312" fmla="*/ 4518 h 277513"/>
                <a:gd name="connsiteX313" fmla="*/ 225006 w 415322"/>
                <a:gd name="connsiteY313" fmla="*/ 4006 h 277513"/>
                <a:gd name="connsiteX314" fmla="*/ 227895 w 415322"/>
                <a:gd name="connsiteY314" fmla="*/ 3858 h 277513"/>
                <a:gd name="connsiteX315" fmla="*/ 230121 w 415322"/>
                <a:gd name="connsiteY315" fmla="*/ 3774 h 277513"/>
                <a:gd name="connsiteX316" fmla="*/ 230121 w 415322"/>
                <a:gd name="connsiteY316" fmla="*/ 797 h 27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415322" h="277513">
                  <a:moveTo>
                    <a:pt x="230121" y="797"/>
                  </a:moveTo>
                  <a:cubicBezTo>
                    <a:pt x="231841" y="697"/>
                    <a:pt x="233562" y="625"/>
                    <a:pt x="235284" y="565"/>
                  </a:cubicBezTo>
                  <a:cubicBezTo>
                    <a:pt x="236721" y="500"/>
                    <a:pt x="236721" y="500"/>
                    <a:pt x="238188" y="434"/>
                  </a:cubicBezTo>
                  <a:cubicBezTo>
                    <a:pt x="238964" y="554"/>
                    <a:pt x="239740" y="674"/>
                    <a:pt x="240539" y="797"/>
                  </a:cubicBezTo>
                  <a:cubicBezTo>
                    <a:pt x="241100" y="2626"/>
                    <a:pt x="241100" y="2626"/>
                    <a:pt x="241284" y="4518"/>
                  </a:cubicBezTo>
                  <a:cubicBezTo>
                    <a:pt x="242020" y="4764"/>
                    <a:pt x="242757" y="5009"/>
                    <a:pt x="243516" y="5262"/>
                  </a:cubicBezTo>
                  <a:cubicBezTo>
                    <a:pt x="243734" y="6800"/>
                    <a:pt x="243734" y="6800"/>
                    <a:pt x="243656" y="8657"/>
                  </a:cubicBezTo>
                  <a:cubicBezTo>
                    <a:pt x="243635" y="9272"/>
                    <a:pt x="243615" y="9887"/>
                    <a:pt x="243595" y="10521"/>
                  </a:cubicBezTo>
                  <a:cubicBezTo>
                    <a:pt x="243556" y="11233"/>
                    <a:pt x="243556" y="11233"/>
                    <a:pt x="243516" y="11959"/>
                  </a:cubicBezTo>
                  <a:cubicBezTo>
                    <a:pt x="244253" y="11959"/>
                    <a:pt x="244989" y="11959"/>
                    <a:pt x="245748" y="11959"/>
                  </a:cubicBezTo>
                  <a:cubicBezTo>
                    <a:pt x="246240" y="13236"/>
                    <a:pt x="246240" y="13236"/>
                    <a:pt x="246539" y="14890"/>
                  </a:cubicBezTo>
                  <a:cubicBezTo>
                    <a:pt x="246811" y="16503"/>
                    <a:pt x="246811" y="16503"/>
                    <a:pt x="247237" y="17913"/>
                  </a:cubicBezTo>
                  <a:cubicBezTo>
                    <a:pt x="247728" y="18158"/>
                    <a:pt x="248219" y="18404"/>
                    <a:pt x="248725" y="18657"/>
                  </a:cubicBezTo>
                  <a:cubicBezTo>
                    <a:pt x="248988" y="20387"/>
                    <a:pt x="249055" y="22095"/>
                    <a:pt x="249141" y="23842"/>
                  </a:cubicBezTo>
                  <a:cubicBezTo>
                    <a:pt x="249249" y="24341"/>
                    <a:pt x="249357" y="24840"/>
                    <a:pt x="249469" y="25354"/>
                  </a:cubicBezTo>
                  <a:cubicBezTo>
                    <a:pt x="250206" y="25600"/>
                    <a:pt x="250943" y="25845"/>
                    <a:pt x="251702" y="26098"/>
                  </a:cubicBezTo>
                  <a:cubicBezTo>
                    <a:pt x="252030" y="27447"/>
                    <a:pt x="252030" y="27447"/>
                    <a:pt x="252120" y="29075"/>
                  </a:cubicBezTo>
                  <a:cubicBezTo>
                    <a:pt x="252184" y="30662"/>
                    <a:pt x="252184" y="30662"/>
                    <a:pt x="252446" y="32051"/>
                  </a:cubicBezTo>
                  <a:cubicBezTo>
                    <a:pt x="252937" y="32297"/>
                    <a:pt x="253428" y="32542"/>
                    <a:pt x="253934" y="32795"/>
                  </a:cubicBezTo>
                  <a:cubicBezTo>
                    <a:pt x="254102" y="34303"/>
                    <a:pt x="254264" y="35813"/>
                    <a:pt x="254350" y="37327"/>
                  </a:cubicBezTo>
                  <a:cubicBezTo>
                    <a:pt x="254577" y="39049"/>
                    <a:pt x="254577" y="39049"/>
                    <a:pt x="256911" y="40237"/>
                  </a:cubicBezTo>
                  <a:cubicBezTo>
                    <a:pt x="257291" y="42173"/>
                    <a:pt x="257291" y="42173"/>
                    <a:pt x="257422" y="44423"/>
                  </a:cubicBezTo>
                  <a:cubicBezTo>
                    <a:pt x="257471" y="45169"/>
                    <a:pt x="257520" y="45915"/>
                    <a:pt x="257570" y="46684"/>
                  </a:cubicBezTo>
                  <a:cubicBezTo>
                    <a:pt x="257598" y="47258"/>
                    <a:pt x="257626" y="47831"/>
                    <a:pt x="257655" y="48422"/>
                  </a:cubicBezTo>
                  <a:cubicBezTo>
                    <a:pt x="258391" y="48422"/>
                    <a:pt x="259128" y="48422"/>
                    <a:pt x="259887" y="48422"/>
                  </a:cubicBezTo>
                  <a:cubicBezTo>
                    <a:pt x="259924" y="48897"/>
                    <a:pt x="259960" y="49372"/>
                    <a:pt x="259998" y="49861"/>
                  </a:cubicBezTo>
                  <a:cubicBezTo>
                    <a:pt x="260081" y="50784"/>
                    <a:pt x="260081" y="50784"/>
                    <a:pt x="260166" y="51724"/>
                  </a:cubicBezTo>
                  <a:cubicBezTo>
                    <a:pt x="260218" y="52337"/>
                    <a:pt x="260270" y="52950"/>
                    <a:pt x="260323" y="53582"/>
                  </a:cubicBezTo>
                  <a:cubicBezTo>
                    <a:pt x="260425" y="54089"/>
                    <a:pt x="260526" y="54597"/>
                    <a:pt x="260631" y="55120"/>
                  </a:cubicBezTo>
                  <a:cubicBezTo>
                    <a:pt x="261122" y="55365"/>
                    <a:pt x="261614" y="55611"/>
                    <a:pt x="262120" y="55864"/>
                  </a:cubicBezTo>
                  <a:cubicBezTo>
                    <a:pt x="262365" y="59056"/>
                    <a:pt x="262611" y="62248"/>
                    <a:pt x="262864" y="65538"/>
                  </a:cubicBezTo>
                  <a:cubicBezTo>
                    <a:pt x="317625" y="65538"/>
                    <a:pt x="372386" y="65538"/>
                    <a:pt x="428807" y="65538"/>
                  </a:cubicBezTo>
                  <a:cubicBezTo>
                    <a:pt x="428807" y="103846"/>
                    <a:pt x="428807" y="142154"/>
                    <a:pt x="428807" y="181623"/>
                  </a:cubicBezTo>
                  <a:cubicBezTo>
                    <a:pt x="408179" y="181623"/>
                    <a:pt x="387552" y="181623"/>
                    <a:pt x="366299" y="181623"/>
                  </a:cubicBezTo>
                  <a:cubicBezTo>
                    <a:pt x="366299" y="165416"/>
                    <a:pt x="366299" y="149209"/>
                    <a:pt x="366299" y="132510"/>
                  </a:cubicBezTo>
                  <a:cubicBezTo>
                    <a:pt x="365194" y="133247"/>
                    <a:pt x="365194" y="133247"/>
                    <a:pt x="364067" y="133999"/>
                  </a:cubicBezTo>
                  <a:cubicBezTo>
                    <a:pt x="362537" y="134193"/>
                    <a:pt x="362537" y="134193"/>
                    <a:pt x="360747" y="134206"/>
                  </a:cubicBezTo>
                  <a:cubicBezTo>
                    <a:pt x="360068" y="134214"/>
                    <a:pt x="359389" y="134222"/>
                    <a:pt x="358689" y="134231"/>
                  </a:cubicBezTo>
                  <a:cubicBezTo>
                    <a:pt x="357574" y="134233"/>
                    <a:pt x="357574" y="134233"/>
                    <a:pt x="356436" y="134236"/>
                  </a:cubicBezTo>
                  <a:cubicBezTo>
                    <a:pt x="355260" y="134247"/>
                    <a:pt x="355260" y="134247"/>
                    <a:pt x="354060" y="134258"/>
                  </a:cubicBezTo>
                  <a:cubicBezTo>
                    <a:pt x="351463" y="134281"/>
                    <a:pt x="348866" y="134294"/>
                    <a:pt x="346268" y="134307"/>
                  </a:cubicBezTo>
                  <a:cubicBezTo>
                    <a:pt x="344470" y="134321"/>
                    <a:pt x="342671" y="134335"/>
                    <a:pt x="340872" y="134350"/>
                  </a:cubicBezTo>
                  <a:cubicBezTo>
                    <a:pt x="336134" y="134389"/>
                    <a:pt x="331396" y="134418"/>
                    <a:pt x="326658" y="134446"/>
                  </a:cubicBezTo>
                  <a:cubicBezTo>
                    <a:pt x="321825" y="134475"/>
                    <a:pt x="316992" y="134513"/>
                    <a:pt x="312159" y="134551"/>
                  </a:cubicBezTo>
                  <a:cubicBezTo>
                    <a:pt x="302672" y="134623"/>
                    <a:pt x="293186" y="134686"/>
                    <a:pt x="283700" y="134743"/>
                  </a:cubicBezTo>
                  <a:cubicBezTo>
                    <a:pt x="285413" y="136648"/>
                    <a:pt x="285413" y="136648"/>
                    <a:pt x="287885" y="137301"/>
                  </a:cubicBezTo>
                  <a:cubicBezTo>
                    <a:pt x="288469" y="137439"/>
                    <a:pt x="289052" y="137577"/>
                    <a:pt x="289653" y="137719"/>
                  </a:cubicBezTo>
                  <a:cubicBezTo>
                    <a:pt x="289729" y="138226"/>
                    <a:pt x="289806" y="138732"/>
                    <a:pt x="289885" y="139254"/>
                  </a:cubicBezTo>
                  <a:cubicBezTo>
                    <a:pt x="290054" y="139730"/>
                    <a:pt x="290223" y="140206"/>
                    <a:pt x="290397" y="140696"/>
                  </a:cubicBezTo>
                  <a:cubicBezTo>
                    <a:pt x="291921" y="140696"/>
                    <a:pt x="293447" y="140689"/>
                    <a:pt x="294969" y="140606"/>
                  </a:cubicBezTo>
                  <a:cubicBezTo>
                    <a:pt x="295425" y="140635"/>
                    <a:pt x="295881" y="140665"/>
                    <a:pt x="296350" y="140696"/>
                  </a:cubicBezTo>
                  <a:cubicBezTo>
                    <a:pt x="297187" y="142138"/>
                    <a:pt x="297187" y="142138"/>
                    <a:pt x="297838" y="143672"/>
                  </a:cubicBezTo>
                  <a:cubicBezTo>
                    <a:pt x="300115" y="144279"/>
                    <a:pt x="300115" y="144279"/>
                    <a:pt x="302303" y="144416"/>
                  </a:cubicBezTo>
                  <a:cubicBezTo>
                    <a:pt x="302303" y="145399"/>
                    <a:pt x="302303" y="146381"/>
                    <a:pt x="302303" y="147393"/>
                  </a:cubicBezTo>
                  <a:cubicBezTo>
                    <a:pt x="303147" y="147316"/>
                    <a:pt x="303991" y="147240"/>
                    <a:pt x="304861" y="147160"/>
                  </a:cubicBezTo>
                  <a:cubicBezTo>
                    <a:pt x="306173" y="147276"/>
                    <a:pt x="306173" y="147276"/>
                    <a:pt x="307512" y="147393"/>
                  </a:cubicBezTo>
                  <a:cubicBezTo>
                    <a:pt x="307760" y="148633"/>
                    <a:pt x="308008" y="149874"/>
                    <a:pt x="308256" y="151114"/>
                  </a:cubicBezTo>
                  <a:cubicBezTo>
                    <a:pt x="309992" y="151145"/>
                    <a:pt x="311729" y="151145"/>
                    <a:pt x="313465" y="151114"/>
                  </a:cubicBezTo>
                  <a:cubicBezTo>
                    <a:pt x="313884" y="152556"/>
                    <a:pt x="313884" y="152556"/>
                    <a:pt x="314209" y="154090"/>
                  </a:cubicBezTo>
                  <a:cubicBezTo>
                    <a:pt x="315692" y="154368"/>
                    <a:pt x="317181" y="154617"/>
                    <a:pt x="318674" y="154834"/>
                  </a:cubicBezTo>
                  <a:cubicBezTo>
                    <a:pt x="318920" y="155571"/>
                    <a:pt x="319165" y="156308"/>
                    <a:pt x="319418" y="157067"/>
                  </a:cubicBezTo>
                  <a:cubicBezTo>
                    <a:pt x="320708" y="157228"/>
                    <a:pt x="320708" y="157228"/>
                    <a:pt x="322023" y="157392"/>
                  </a:cubicBezTo>
                  <a:cubicBezTo>
                    <a:pt x="322882" y="157531"/>
                    <a:pt x="323742" y="157669"/>
                    <a:pt x="324627" y="157811"/>
                  </a:cubicBezTo>
                  <a:cubicBezTo>
                    <a:pt x="324904" y="158796"/>
                    <a:pt x="325153" y="159788"/>
                    <a:pt x="325372" y="160788"/>
                  </a:cubicBezTo>
                  <a:cubicBezTo>
                    <a:pt x="327616" y="161399"/>
                    <a:pt x="327616" y="161399"/>
                    <a:pt x="329836" y="161532"/>
                  </a:cubicBezTo>
                  <a:cubicBezTo>
                    <a:pt x="329836" y="162514"/>
                    <a:pt x="329836" y="163496"/>
                    <a:pt x="329836" y="164508"/>
                  </a:cubicBezTo>
                  <a:cubicBezTo>
                    <a:pt x="330680" y="164447"/>
                    <a:pt x="331525" y="164385"/>
                    <a:pt x="332394" y="164322"/>
                  </a:cubicBezTo>
                  <a:cubicBezTo>
                    <a:pt x="333269" y="164384"/>
                    <a:pt x="334144" y="164445"/>
                    <a:pt x="335045" y="164508"/>
                  </a:cubicBezTo>
                  <a:cubicBezTo>
                    <a:pt x="335464" y="165950"/>
                    <a:pt x="335464" y="165950"/>
                    <a:pt x="335789" y="167485"/>
                  </a:cubicBezTo>
                  <a:cubicBezTo>
                    <a:pt x="337277" y="167738"/>
                    <a:pt x="338765" y="167986"/>
                    <a:pt x="340254" y="168229"/>
                  </a:cubicBezTo>
                  <a:cubicBezTo>
                    <a:pt x="340775" y="169209"/>
                    <a:pt x="341272" y="170201"/>
                    <a:pt x="341743" y="171206"/>
                  </a:cubicBezTo>
                  <a:cubicBezTo>
                    <a:pt x="342372" y="171328"/>
                    <a:pt x="343001" y="171451"/>
                    <a:pt x="343649" y="171578"/>
                  </a:cubicBezTo>
                  <a:cubicBezTo>
                    <a:pt x="344248" y="171700"/>
                    <a:pt x="344847" y="171823"/>
                    <a:pt x="345463" y="171950"/>
                  </a:cubicBezTo>
                  <a:cubicBezTo>
                    <a:pt x="345586" y="172456"/>
                    <a:pt x="345709" y="172963"/>
                    <a:pt x="345835" y="173484"/>
                  </a:cubicBezTo>
                  <a:cubicBezTo>
                    <a:pt x="345958" y="173960"/>
                    <a:pt x="346081" y="174436"/>
                    <a:pt x="346207" y="174926"/>
                  </a:cubicBezTo>
                  <a:cubicBezTo>
                    <a:pt x="347447" y="174957"/>
                    <a:pt x="348688" y="174957"/>
                    <a:pt x="349928" y="174926"/>
                  </a:cubicBezTo>
                  <a:cubicBezTo>
                    <a:pt x="350174" y="175663"/>
                    <a:pt x="350419" y="176400"/>
                    <a:pt x="350672" y="177159"/>
                  </a:cubicBezTo>
                  <a:cubicBezTo>
                    <a:pt x="351532" y="177404"/>
                    <a:pt x="352391" y="177650"/>
                    <a:pt x="353277" y="177903"/>
                  </a:cubicBezTo>
                  <a:cubicBezTo>
                    <a:pt x="354136" y="178148"/>
                    <a:pt x="354996" y="178394"/>
                    <a:pt x="355881" y="178647"/>
                  </a:cubicBezTo>
                  <a:cubicBezTo>
                    <a:pt x="356127" y="179384"/>
                    <a:pt x="356372" y="180120"/>
                    <a:pt x="356625" y="180879"/>
                  </a:cubicBezTo>
                  <a:cubicBezTo>
                    <a:pt x="357239" y="181125"/>
                    <a:pt x="357853" y="181370"/>
                    <a:pt x="358486" y="181623"/>
                  </a:cubicBezTo>
                  <a:cubicBezTo>
                    <a:pt x="359100" y="181869"/>
                    <a:pt x="359714" y="182115"/>
                    <a:pt x="360346" y="182368"/>
                  </a:cubicBezTo>
                  <a:cubicBezTo>
                    <a:pt x="360592" y="183104"/>
                    <a:pt x="360837" y="183841"/>
                    <a:pt x="361090" y="184600"/>
                  </a:cubicBezTo>
                  <a:cubicBezTo>
                    <a:pt x="361689" y="184707"/>
                    <a:pt x="362287" y="184815"/>
                    <a:pt x="362904" y="184926"/>
                  </a:cubicBezTo>
                  <a:cubicBezTo>
                    <a:pt x="363533" y="185064"/>
                    <a:pt x="364163" y="185202"/>
                    <a:pt x="364811" y="185344"/>
                  </a:cubicBezTo>
                  <a:cubicBezTo>
                    <a:pt x="365307" y="186336"/>
                    <a:pt x="365803" y="187329"/>
                    <a:pt x="366299" y="188321"/>
                  </a:cubicBezTo>
                  <a:cubicBezTo>
                    <a:pt x="367535" y="188592"/>
                    <a:pt x="368775" y="188841"/>
                    <a:pt x="370020" y="189065"/>
                  </a:cubicBezTo>
                  <a:cubicBezTo>
                    <a:pt x="370266" y="189802"/>
                    <a:pt x="370511" y="190538"/>
                    <a:pt x="370764" y="191297"/>
                  </a:cubicBezTo>
                  <a:cubicBezTo>
                    <a:pt x="371378" y="191420"/>
                    <a:pt x="371992" y="191543"/>
                    <a:pt x="372624" y="191669"/>
                  </a:cubicBezTo>
                  <a:cubicBezTo>
                    <a:pt x="373238" y="191792"/>
                    <a:pt x="373852" y="191915"/>
                    <a:pt x="374485" y="192041"/>
                  </a:cubicBezTo>
                  <a:cubicBezTo>
                    <a:pt x="374730" y="192778"/>
                    <a:pt x="374976" y="193515"/>
                    <a:pt x="375229" y="194274"/>
                  </a:cubicBezTo>
                  <a:cubicBezTo>
                    <a:pt x="375981" y="194504"/>
                    <a:pt x="376733" y="194734"/>
                    <a:pt x="377508" y="194972"/>
                  </a:cubicBezTo>
                  <a:cubicBezTo>
                    <a:pt x="378229" y="195232"/>
                    <a:pt x="378951" y="195493"/>
                    <a:pt x="379694" y="195762"/>
                  </a:cubicBezTo>
                  <a:cubicBezTo>
                    <a:pt x="379694" y="196744"/>
                    <a:pt x="379694" y="197727"/>
                    <a:pt x="379694" y="198739"/>
                  </a:cubicBezTo>
                  <a:cubicBezTo>
                    <a:pt x="380277" y="198662"/>
                    <a:pt x="380860" y="198585"/>
                    <a:pt x="381461" y="198506"/>
                  </a:cubicBezTo>
                  <a:cubicBezTo>
                    <a:pt x="382106" y="198583"/>
                    <a:pt x="382750" y="198660"/>
                    <a:pt x="383414" y="198739"/>
                  </a:cubicBezTo>
                  <a:cubicBezTo>
                    <a:pt x="383760" y="199660"/>
                    <a:pt x="383760" y="199660"/>
                    <a:pt x="384112" y="200599"/>
                  </a:cubicBezTo>
                  <a:cubicBezTo>
                    <a:pt x="384373" y="201213"/>
                    <a:pt x="384634" y="201827"/>
                    <a:pt x="384903" y="202459"/>
                  </a:cubicBezTo>
                  <a:cubicBezTo>
                    <a:pt x="387198" y="202770"/>
                    <a:pt x="387198" y="202770"/>
                    <a:pt x="389368" y="202459"/>
                  </a:cubicBezTo>
                  <a:cubicBezTo>
                    <a:pt x="389368" y="203442"/>
                    <a:pt x="389368" y="204424"/>
                    <a:pt x="389368" y="205436"/>
                  </a:cubicBezTo>
                  <a:cubicBezTo>
                    <a:pt x="390600" y="205720"/>
                    <a:pt x="391842" y="205967"/>
                    <a:pt x="393088" y="206180"/>
                  </a:cubicBezTo>
                  <a:cubicBezTo>
                    <a:pt x="393334" y="206917"/>
                    <a:pt x="393579" y="207654"/>
                    <a:pt x="393832" y="208413"/>
                  </a:cubicBezTo>
                  <a:cubicBezTo>
                    <a:pt x="395068" y="208920"/>
                    <a:pt x="396309" y="209415"/>
                    <a:pt x="397553" y="209901"/>
                  </a:cubicBezTo>
                  <a:cubicBezTo>
                    <a:pt x="398044" y="210638"/>
                    <a:pt x="398535" y="211374"/>
                    <a:pt x="399041" y="212133"/>
                  </a:cubicBezTo>
                  <a:cubicBezTo>
                    <a:pt x="399778" y="212379"/>
                    <a:pt x="400515" y="212624"/>
                    <a:pt x="401274" y="212877"/>
                  </a:cubicBezTo>
                  <a:cubicBezTo>
                    <a:pt x="401519" y="213614"/>
                    <a:pt x="401765" y="214351"/>
                    <a:pt x="402018" y="215110"/>
                  </a:cubicBezTo>
                  <a:cubicBezTo>
                    <a:pt x="402617" y="215217"/>
                    <a:pt x="403215" y="215325"/>
                    <a:pt x="403832" y="215435"/>
                  </a:cubicBezTo>
                  <a:cubicBezTo>
                    <a:pt x="404461" y="215574"/>
                    <a:pt x="405090" y="215712"/>
                    <a:pt x="405739" y="215854"/>
                  </a:cubicBezTo>
                  <a:cubicBezTo>
                    <a:pt x="406576" y="217342"/>
                    <a:pt x="406576" y="217342"/>
                    <a:pt x="407227" y="218831"/>
                  </a:cubicBezTo>
                  <a:cubicBezTo>
                    <a:pt x="407964" y="219076"/>
                    <a:pt x="408700" y="219322"/>
                    <a:pt x="409459" y="219575"/>
                  </a:cubicBezTo>
                  <a:cubicBezTo>
                    <a:pt x="409705" y="220311"/>
                    <a:pt x="409951" y="221048"/>
                    <a:pt x="410204" y="221807"/>
                  </a:cubicBezTo>
                  <a:cubicBezTo>
                    <a:pt x="411441" y="222309"/>
                    <a:pt x="412682" y="222804"/>
                    <a:pt x="413924" y="223295"/>
                  </a:cubicBezTo>
                  <a:cubicBezTo>
                    <a:pt x="414945" y="224258"/>
                    <a:pt x="415942" y="225247"/>
                    <a:pt x="416901" y="226272"/>
                  </a:cubicBezTo>
                  <a:cubicBezTo>
                    <a:pt x="417392" y="226517"/>
                    <a:pt x="417883" y="226763"/>
                    <a:pt x="418389" y="227016"/>
                  </a:cubicBezTo>
                  <a:cubicBezTo>
                    <a:pt x="418697" y="229042"/>
                    <a:pt x="418697" y="229042"/>
                    <a:pt x="418854" y="231527"/>
                  </a:cubicBezTo>
                  <a:cubicBezTo>
                    <a:pt x="418910" y="232350"/>
                    <a:pt x="418965" y="233172"/>
                    <a:pt x="419023" y="234019"/>
                  </a:cubicBezTo>
                  <a:cubicBezTo>
                    <a:pt x="419059" y="234655"/>
                    <a:pt x="419096" y="235290"/>
                    <a:pt x="419133" y="235946"/>
                  </a:cubicBezTo>
                  <a:cubicBezTo>
                    <a:pt x="418538" y="235907"/>
                    <a:pt x="417942" y="235869"/>
                    <a:pt x="417328" y="235829"/>
                  </a:cubicBezTo>
                  <a:cubicBezTo>
                    <a:pt x="416380" y="235887"/>
                    <a:pt x="416380" y="235887"/>
                    <a:pt x="415413" y="235946"/>
                  </a:cubicBezTo>
                  <a:cubicBezTo>
                    <a:pt x="414495" y="237774"/>
                    <a:pt x="414495" y="237774"/>
                    <a:pt x="413924" y="239666"/>
                  </a:cubicBezTo>
                  <a:cubicBezTo>
                    <a:pt x="413433" y="239666"/>
                    <a:pt x="412942" y="239666"/>
                    <a:pt x="412436" y="239666"/>
                  </a:cubicBezTo>
                  <a:cubicBezTo>
                    <a:pt x="412298" y="240357"/>
                    <a:pt x="412298" y="240357"/>
                    <a:pt x="412157" y="241062"/>
                  </a:cubicBezTo>
                  <a:cubicBezTo>
                    <a:pt x="412003" y="241584"/>
                    <a:pt x="411850" y="242105"/>
                    <a:pt x="411692" y="242643"/>
                  </a:cubicBezTo>
                  <a:cubicBezTo>
                    <a:pt x="410712" y="243163"/>
                    <a:pt x="409720" y="243660"/>
                    <a:pt x="408715" y="244131"/>
                  </a:cubicBezTo>
                  <a:cubicBezTo>
                    <a:pt x="408470" y="244868"/>
                    <a:pt x="408224" y="245605"/>
                    <a:pt x="407971" y="246364"/>
                  </a:cubicBezTo>
                  <a:cubicBezTo>
                    <a:pt x="406979" y="246612"/>
                    <a:pt x="405987" y="246860"/>
                    <a:pt x="404995" y="247108"/>
                  </a:cubicBezTo>
                  <a:cubicBezTo>
                    <a:pt x="404749" y="247845"/>
                    <a:pt x="404503" y="248581"/>
                    <a:pt x="404250" y="249340"/>
                  </a:cubicBezTo>
                  <a:cubicBezTo>
                    <a:pt x="403744" y="249448"/>
                    <a:pt x="403237" y="249555"/>
                    <a:pt x="402716" y="249666"/>
                  </a:cubicBezTo>
                  <a:cubicBezTo>
                    <a:pt x="402240" y="249804"/>
                    <a:pt x="401764" y="249942"/>
                    <a:pt x="401274" y="250084"/>
                  </a:cubicBezTo>
                  <a:cubicBezTo>
                    <a:pt x="401274" y="251067"/>
                    <a:pt x="401274" y="252049"/>
                    <a:pt x="401274" y="253061"/>
                  </a:cubicBezTo>
                  <a:cubicBezTo>
                    <a:pt x="400537" y="253307"/>
                    <a:pt x="399800" y="253552"/>
                    <a:pt x="399041" y="253805"/>
                  </a:cubicBezTo>
                  <a:cubicBezTo>
                    <a:pt x="398533" y="254791"/>
                    <a:pt x="398038" y="255784"/>
                    <a:pt x="397553" y="256782"/>
                  </a:cubicBezTo>
                  <a:cubicBezTo>
                    <a:pt x="396294" y="257971"/>
                    <a:pt x="396294" y="257971"/>
                    <a:pt x="394902" y="259061"/>
                  </a:cubicBezTo>
                  <a:cubicBezTo>
                    <a:pt x="392944" y="260596"/>
                    <a:pt x="392415" y="261033"/>
                    <a:pt x="391600" y="263479"/>
                  </a:cubicBezTo>
                  <a:cubicBezTo>
                    <a:pt x="390608" y="263727"/>
                    <a:pt x="389616" y="263975"/>
                    <a:pt x="388623" y="264223"/>
                  </a:cubicBezTo>
                  <a:cubicBezTo>
                    <a:pt x="388378" y="264960"/>
                    <a:pt x="388132" y="265697"/>
                    <a:pt x="387879" y="266456"/>
                  </a:cubicBezTo>
                  <a:cubicBezTo>
                    <a:pt x="387373" y="266563"/>
                    <a:pt x="386866" y="266670"/>
                    <a:pt x="386345" y="266781"/>
                  </a:cubicBezTo>
                  <a:cubicBezTo>
                    <a:pt x="385869" y="266919"/>
                    <a:pt x="385393" y="267057"/>
                    <a:pt x="384903" y="267200"/>
                  </a:cubicBezTo>
                  <a:cubicBezTo>
                    <a:pt x="384903" y="268182"/>
                    <a:pt x="384903" y="269164"/>
                    <a:pt x="384903" y="270176"/>
                  </a:cubicBezTo>
                  <a:cubicBezTo>
                    <a:pt x="384166" y="270422"/>
                    <a:pt x="383429" y="270667"/>
                    <a:pt x="382670" y="270920"/>
                  </a:cubicBezTo>
                  <a:cubicBezTo>
                    <a:pt x="381038" y="273129"/>
                    <a:pt x="379820" y="275007"/>
                    <a:pt x="378950" y="277618"/>
                  </a:cubicBezTo>
                  <a:cubicBezTo>
                    <a:pt x="376947" y="278097"/>
                    <a:pt x="375012" y="278016"/>
                    <a:pt x="372997" y="277618"/>
                  </a:cubicBezTo>
                  <a:cubicBezTo>
                    <a:pt x="372438" y="276315"/>
                    <a:pt x="372438" y="276315"/>
                    <a:pt x="372252" y="274641"/>
                  </a:cubicBezTo>
                  <a:cubicBezTo>
                    <a:pt x="371275" y="273634"/>
                    <a:pt x="370284" y="272640"/>
                    <a:pt x="369276" y="271665"/>
                  </a:cubicBezTo>
                  <a:cubicBezTo>
                    <a:pt x="369276" y="271173"/>
                    <a:pt x="369276" y="270682"/>
                    <a:pt x="369276" y="270176"/>
                  </a:cubicBezTo>
                  <a:cubicBezTo>
                    <a:pt x="368294" y="270176"/>
                    <a:pt x="367311" y="270176"/>
                    <a:pt x="366299" y="270176"/>
                  </a:cubicBezTo>
                  <a:cubicBezTo>
                    <a:pt x="366299" y="269194"/>
                    <a:pt x="366299" y="268212"/>
                    <a:pt x="366299" y="267200"/>
                  </a:cubicBezTo>
                  <a:cubicBezTo>
                    <a:pt x="365317" y="267200"/>
                    <a:pt x="364335" y="267200"/>
                    <a:pt x="363323" y="267200"/>
                  </a:cubicBezTo>
                  <a:cubicBezTo>
                    <a:pt x="363215" y="266724"/>
                    <a:pt x="363108" y="266248"/>
                    <a:pt x="362997" y="265758"/>
                  </a:cubicBezTo>
                  <a:cubicBezTo>
                    <a:pt x="362859" y="265251"/>
                    <a:pt x="362721" y="264745"/>
                    <a:pt x="362579" y="264223"/>
                  </a:cubicBezTo>
                  <a:cubicBezTo>
                    <a:pt x="361949" y="264100"/>
                    <a:pt x="361320" y="263978"/>
                    <a:pt x="360672" y="263851"/>
                  </a:cubicBezTo>
                  <a:cubicBezTo>
                    <a:pt x="360073" y="263728"/>
                    <a:pt x="359475" y="263605"/>
                    <a:pt x="358858" y="263479"/>
                  </a:cubicBezTo>
                  <a:cubicBezTo>
                    <a:pt x="358858" y="262497"/>
                    <a:pt x="358858" y="261514"/>
                    <a:pt x="358858" y="260502"/>
                  </a:cubicBezTo>
                  <a:cubicBezTo>
                    <a:pt x="357410" y="260063"/>
                    <a:pt x="357410" y="260063"/>
                    <a:pt x="355881" y="259758"/>
                  </a:cubicBezTo>
                  <a:cubicBezTo>
                    <a:pt x="355636" y="259022"/>
                    <a:pt x="355390" y="258285"/>
                    <a:pt x="355137" y="257526"/>
                  </a:cubicBezTo>
                  <a:cubicBezTo>
                    <a:pt x="354539" y="257418"/>
                    <a:pt x="353940" y="257311"/>
                    <a:pt x="353323" y="257200"/>
                  </a:cubicBezTo>
                  <a:cubicBezTo>
                    <a:pt x="352694" y="257062"/>
                    <a:pt x="352065" y="256924"/>
                    <a:pt x="351416" y="256782"/>
                  </a:cubicBezTo>
                  <a:cubicBezTo>
                    <a:pt x="350579" y="255293"/>
                    <a:pt x="350579" y="255293"/>
                    <a:pt x="349928" y="253805"/>
                  </a:cubicBezTo>
                  <a:cubicBezTo>
                    <a:pt x="349191" y="253560"/>
                    <a:pt x="348455" y="253314"/>
                    <a:pt x="347696" y="253061"/>
                  </a:cubicBezTo>
                  <a:cubicBezTo>
                    <a:pt x="347450" y="252324"/>
                    <a:pt x="347205" y="251588"/>
                    <a:pt x="346952" y="250829"/>
                  </a:cubicBezTo>
                  <a:cubicBezTo>
                    <a:pt x="346353" y="250721"/>
                    <a:pt x="345754" y="250614"/>
                    <a:pt x="345138" y="250503"/>
                  </a:cubicBezTo>
                  <a:cubicBezTo>
                    <a:pt x="344508" y="250365"/>
                    <a:pt x="343879" y="250227"/>
                    <a:pt x="343231" y="250084"/>
                  </a:cubicBezTo>
                  <a:cubicBezTo>
                    <a:pt x="342710" y="249105"/>
                    <a:pt x="342213" y="248112"/>
                    <a:pt x="341743" y="247108"/>
                  </a:cubicBezTo>
                  <a:cubicBezTo>
                    <a:pt x="340756" y="246839"/>
                    <a:pt x="339764" y="246589"/>
                    <a:pt x="338766" y="246364"/>
                  </a:cubicBezTo>
                  <a:cubicBezTo>
                    <a:pt x="338520" y="245627"/>
                    <a:pt x="338275" y="244890"/>
                    <a:pt x="338022" y="244131"/>
                  </a:cubicBezTo>
                  <a:cubicBezTo>
                    <a:pt x="337408" y="243886"/>
                    <a:pt x="336794" y="243640"/>
                    <a:pt x="336162" y="243387"/>
                  </a:cubicBezTo>
                  <a:cubicBezTo>
                    <a:pt x="335548" y="243142"/>
                    <a:pt x="334934" y="242896"/>
                    <a:pt x="334301" y="242643"/>
                  </a:cubicBezTo>
                  <a:cubicBezTo>
                    <a:pt x="334056" y="241906"/>
                    <a:pt x="333810" y="241170"/>
                    <a:pt x="333557" y="240411"/>
                  </a:cubicBezTo>
                  <a:cubicBezTo>
                    <a:pt x="332943" y="240288"/>
                    <a:pt x="332329" y="240165"/>
                    <a:pt x="331697" y="240039"/>
                  </a:cubicBezTo>
                  <a:cubicBezTo>
                    <a:pt x="331083" y="239916"/>
                    <a:pt x="330469" y="239793"/>
                    <a:pt x="329836" y="239666"/>
                  </a:cubicBezTo>
                  <a:cubicBezTo>
                    <a:pt x="329591" y="238930"/>
                    <a:pt x="329345" y="238193"/>
                    <a:pt x="329092" y="237434"/>
                  </a:cubicBezTo>
                  <a:cubicBezTo>
                    <a:pt x="328478" y="237188"/>
                    <a:pt x="327864" y="236943"/>
                    <a:pt x="327232" y="236690"/>
                  </a:cubicBezTo>
                  <a:cubicBezTo>
                    <a:pt x="326618" y="236444"/>
                    <a:pt x="326004" y="236199"/>
                    <a:pt x="325372" y="235946"/>
                  </a:cubicBezTo>
                  <a:cubicBezTo>
                    <a:pt x="325126" y="235209"/>
                    <a:pt x="324880" y="234472"/>
                    <a:pt x="324627" y="233713"/>
                  </a:cubicBezTo>
                  <a:cubicBezTo>
                    <a:pt x="324013" y="233606"/>
                    <a:pt x="323400" y="233498"/>
                    <a:pt x="322767" y="233388"/>
                  </a:cubicBezTo>
                  <a:cubicBezTo>
                    <a:pt x="322153" y="233250"/>
                    <a:pt x="321539" y="233112"/>
                    <a:pt x="320907" y="232969"/>
                  </a:cubicBezTo>
                  <a:cubicBezTo>
                    <a:pt x="320659" y="231977"/>
                    <a:pt x="320411" y="230985"/>
                    <a:pt x="320163" y="229993"/>
                  </a:cubicBezTo>
                  <a:cubicBezTo>
                    <a:pt x="318929" y="229715"/>
                    <a:pt x="317688" y="229467"/>
                    <a:pt x="316442" y="229248"/>
                  </a:cubicBezTo>
                  <a:cubicBezTo>
                    <a:pt x="316196" y="228512"/>
                    <a:pt x="315951" y="227775"/>
                    <a:pt x="315698" y="227016"/>
                  </a:cubicBezTo>
                  <a:cubicBezTo>
                    <a:pt x="315084" y="226909"/>
                    <a:pt x="314470" y="226801"/>
                    <a:pt x="313837" y="226691"/>
                  </a:cubicBezTo>
                  <a:cubicBezTo>
                    <a:pt x="313223" y="226552"/>
                    <a:pt x="312609" y="226414"/>
                    <a:pt x="311977" y="226272"/>
                  </a:cubicBezTo>
                  <a:cubicBezTo>
                    <a:pt x="311870" y="225781"/>
                    <a:pt x="311762" y="225290"/>
                    <a:pt x="311651" y="224784"/>
                  </a:cubicBezTo>
                  <a:cubicBezTo>
                    <a:pt x="311513" y="224293"/>
                    <a:pt x="311375" y="223801"/>
                    <a:pt x="311233" y="223295"/>
                  </a:cubicBezTo>
                  <a:cubicBezTo>
                    <a:pt x="310496" y="223173"/>
                    <a:pt x="309759" y="223050"/>
                    <a:pt x="309000" y="222923"/>
                  </a:cubicBezTo>
                  <a:cubicBezTo>
                    <a:pt x="308264" y="222801"/>
                    <a:pt x="307527" y="222678"/>
                    <a:pt x="306768" y="222551"/>
                  </a:cubicBezTo>
                  <a:cubicBezTo>
                    <a:pt x="306645" y="222045"/>
                    <a:pt x="306522" y="221538"/>
                    <a:pt x="306396" y="221016"/>
                  </a:cubicBezTo>
                  <a:cubicBezTo>
                    <a:pt x="306273" y="220541"/>
                    <a:pt x="306150" y="220065"/>
                    <a:pt x="306024" y="219575"/>
                  </a:cubicBezTo>
                  <a:cubicBezTo>
                    <a:pt x="305287" y="219575"/>
                    <a:pt x="304550" y="219575"/>
                    <a:pt x="303791" y="219575"/>
                  </a:cubicBezTo>
                  <a:cubicBezTo>
                    <a:pt x="303055" y="219575"/>
                    <a:pt x="302318" y="219575"/>
                    <a:pt x="301559" y="219575"/>
                  </a:cubicBezTo>
                  <a:cubicBezTo>
                    <a:pt x="301140" y="218133"/>
                    <a:pt x="301140" y="218133"/>
                    <a:pt x="300815" y="216598"/>
                  </a:cubicBezTo>
                  <a:cubicBezTo>
                    <a:pt x="299581" y="216320"/>
                    <a:pt x="298340" y="216072"/>
                    <a:pt x="297094" y="215854"/>
                  </a:cubicBezTo>
                  <a:cubicBezTo>
                    <a:pt x="296849" y="215117"/>
                    <a:pt x="296603" y="214381"/>
                    <a:pt x="296350" y="213622"/>
                  </a:cubicBezTo>
                  <a:cubicBezTo>
                    <a:pt x="295114" y="213115"/>
                    <a:pt x="293874" y="212619"/>
                    <a:pt x="292629" y="212133"/>
                  </a:cubicBezTo>
                  <a:cubicBezTo>
                    <a:pt x="292138" y="211397"/>
                    <a:pt x="291647" y="210660"/>
                    <a:pt x="291141" y="209901"/>
                  </a:cubicBezTo>
                  <a:cubicBezTo>
                    <a:pt x="290496" y="209793"/>
                    <a:pt x="289852" y="209686"/>
                    <a:pt x="289188" y="209575"/>
                  </a:cubicBezTo>
                  <a:cubicBezTo>
                    <a:pt x="288604" y="209437"/>
                    <a:pt x="288021" y="209299"/>
                    <a:pt x="287420" y="209157"/>
                  </a:cubicBezTo>
                  <a:cubicBezTo>
                    <a:pt x="287420" y="208174"/>
                    <a:pt x="287420" y="207192"/>
                    <a:pt x="287420" y="206180"/>
                  </a:cubicBezTo>
                  <a:cubicBezTo>
                    <a:pt x="285701" y="205935"/>
                    <a:pt x="283982" y="205689"/>
                    <a:pt x="282211" y="205436"/>
                  </a:cubicBezTo>
                  <a:cubicBezTo>
                    <a:pt x="282211" y="204454"/>
                    <a:pt x="282211" y="203471"/>
                    <a:pt x="282211" y="202459"/>
                  </a:cubicBezTo>
                  <a:cubicBezTo>
                    <a:pt x="281367" y="202521"/>
                    <a:pt x="280523" y="202582"/>
                    <a:pt x="279653" y="202645"/>
                  </a:cubicBezTo>
                  <a:cubicBezTo>
                    <a:pt x="278779" y="202584"/>
                    <a:pt x="277904" y="202523"/>
                    <a:pt x="277002" y="202459"/>
                  </a:cubicBezTo>
                  <a:cubicBezTo>
                    <a:pt x="276584" y="201018"/>
                    <a:pt x="276584" y="201018"/>
                    <a:pt x="276258" y="199483"/>
                  </a:cubicBezTo>
                  <a:cubicBezTo>
                    <a:pt x="274014" y="198871"/>
                    <a:pt x="274014" y="198871"/>
                    <a:pt x="271793" y="198739"/>
                  </a:cubicBezTo>
                  <a:cubicBezTo>
                    <a:pt x="271793" y="197756"/>
                    <a:pt x="271793" y="196774"/>
                    <a:pt x="271793" y="195762"/>
                  </a:cubicBezTo>
                  <a:cubicBezTo>
                    <a:pt x="271087" y="195824"/>
                    <a:pt x="270381" y="195885"/>
                    <a:pt x="269654" y="195948"/>
                  </a:cubicBezTo>
                  <a:cubicBezTo>
                    <a:pt x="268887" y="195887"/>
                    <a:pt x="268119" y="195825"/>
                    <a:pt x="267329" y="195762"/>
                  </a:cubicBezTo>
                  <a:cubicBezTo>
                    <a:pt x="266820" y="194776"/>
                    <a:pt x="266324" y="193784"/>
                    <a:pt x="265840" y="192786"/>
                  </a:cubicBezTo>
                  <a:cubicBezTo>
                    <a:pt x="265104" y="192663"/>
                    <a:pt x="264367" y="192540"/>
                    <a:pt x="263608" y="192414"/>
                  </a:cubicBezTo>
                  <a:cubicBezTo>
                    <a:pt x="262871" y="192291"/>
                    <a:pt x="262134" y="192168"/>
                    <a:pt x="261375" y="192041"/>
                  </a:cubicBezTo>
                  <a:cubicBezTo>
                    <a:pt x="260879" y="191049"/>
                    <a:pt x="260383" y="190057"/>
                    <a:pt x="259887" y="189065"/>
                  </a:cubicBezTo>
                  <a:cubicBezTo>
                    <a:pt x="257611" y="188458"/>
                    <a:pt x="257611" y="188458"/>
                    <a:pt x="255422" y="188321"/>
                  </a:cubicBezTo>
                  <a:cubicBezTo>
                    <a:pt x="255422" y="187338"/>
                    <a:pt x="255422" y="186356"/>
                    <a:pt x="255422" y="185344"/>
                  </a:cubicBezTo>
                  <a:cubicBezTo>
                    <a:pt x="254578" y="185406"/>
                    <a:pt x="253734" y="185467"/>
                    <a:pt x="252864" y="185530"/>
                  </a:cubicBezTo>
                  <a:cubicBezTo>
                    <a:pt x="251989" y="185469"/>
                    <a:pt x="251115" y="185407"/>
                    <a:pt x="250213" y="185344"/>
                  </a:cubicBezTo>
                  <a:cubicBezTo>
                    <a:pt x="249958" y="184354"/>
                    <a:pt x="249710" y="183362"/>
                    <a:pt x="249469" y="182368"/>
                  </a:cubicBezTo>
                  <a:cubicBezTo>
                    <a:pt x="248610" y="182245"/>
                    <a:pt x="247750" y="182122"/>
                    <a:pt x="246865" y="181996"/>
                  </a:cubicBezTo>
                  <a:cubicBezTo>
                    <a:pt x="246005" y="181873"/>
                    <a:pt x="245146" y="181750"/>
                    <a:pt x="244260" y="181623"/>
                  </a:cubicBezTo>
                  <a:cubicBezTo>
                    <a:pt x="243749" y="180135"/>
                    <a:pt x="243749" y="180135"/>
                    <a:pt x="243516" y="178647"/>
                  </a:cubicBezTo>
                  <a:cubicBezTo>
                    <a:pt x="243010" y="178586"/>
                    <a:pt x="242503" y="178524"/>
                    <a:pt x="241981" y="178461"/>
                  </a:cubicBezTo>
                  <a:cubicBezTo>
                    <a:pt x="241505" y="178277"/>
                    <a:pt x="241030" y="178093"/>
                    <a:pt x="240539" y="177903"/>
                  </a:cubicBezTo>
                  <a:cubicBezTo>
                    <a:pt x="240248" y="175863"/>
                    <a:pt x="240408" y="174023"/>
                    <a:pt x="240539" y="171950"/>
                  </a:cubicBezTo>
                  <a:cubicBezTo>
                    <a:pt x="241522" y="171950"/>
                    <a:pt x="242504" y="171950"/>
                    <a:pt x="243516" y="171950"/>
                  </a:cubicBezTo>
                  <a:cubicBezTo>
                    <a:pt x="244023" y="170714"/>
                    <a:pt x="244519" y="169473"/>
                    <a:pt x="245004" y="168229"/>
                  </a:cubicBezTo>
                  <a:cubicBezTo>
                    <a:pt x="245991" y="167960"/>
                    <a:pt x="246983" y="167710"/>
                    <a:pt x="247981" y="167485"/>
                  </a:cubicBezTo>
                  <a:cubicBezTo>
                    <a:pt x="248104" y="166978"/>
                    <a:pt x="248226" y="166472"/>
                    <a:pt x="248353" y="165950"/>
                  </a:cubicBezTo>
                  <a:cubicBezTo>
                    <a:pt x="248476" y="165474"/>
                    <a:pt x="248599" y="164998"/>
                    <a:pt x="248725" y="164508"/>
                  </a:cubicBezTo>
                  <a:cubicBezTo>
                    <a:pt x="249707" y="164508"/>
                    <a:pt x="250690" y="164508"/>
                    <a:pt x="251702" y="164508"/>
                  </a:cubicBezTo>
                  <a:cubicBezTo>
                    <a:pt x="251702" y="163526"/>
                    <a:pt x="251702" y="162544"/>
                    <a:pt x="251702" y="161532"/>
                  </a:cubicBezTo>
                  <a:cubicBezTo>
                    <a:pt x="252684" y="161532"/>
                    <a:pt x="253666" y="161532"/>
                    <a:pt x="254678" y="161532"/>
                  </a:cubicBezTo>
                  <a:cubicBezTo>
                    <a:pt x="255178" y="160091"/>
                    <a:pt x="255178" y="160091"/>
                    <a:pt x="255422" y="158555"/>
                  </a:cubicBezTo>
                  <a:cubicBezTo>
                    <a:pt x="255913" y="158310"/>
                    <a:pt x="256405" y="158064"/>
                    <a:pt x="256911" y="157811"/>
                  </a:cubicBezTo>
                  <a:cubicBezTo>
                    <a:pt x="257125" y="157320"/>
                    <a:pt x="257340" y="156829"/>
                    <a:pt x="257562" y="156323"/>
                  </a:cubicBezTo>
                  <a:cubicBezTo>
                    <a:pt x="257838" y="155832"/>
                    <a:pt x="258114" y="155340"/>
                    <a:pt x="258399" y="154834"/>
                  </a:cubicBezTo>
                  <a:cubicBezTo>
                    <a:pt x="258905" y="154712"/>
                    <a:pt x="259412" y="154589"/>
                    <a:pt x="259934" y="154462"/>
                  </a:cubicBezTo>
                  <a:cubicBezTo>
                    <a:pt x="260409" y="154340"/>
                    <a:pt x="260885" y="154217"/>
                    <a:pt x="261375" y="154090"/>
                  </a:cubicBezTo>
                  <a:cubicBezTo>
                    <a:pt x="261498" y="153584"/>
                    <a:pt x="261621" y="153077"/>
                    <a:pt x="261747" y="152556"/>
                  </a:cubicBezTo>
                  <a:cubicBezTo>
                    <a:pt x="261870" y="152080"/>
                    <a:pt x="261993" y="151604"/>
                    <a:pt x="262120" y="151114"/>
                  </a:cubicBezTo>
                  <a:cubicBezTo>
                    <a:pt x="263102" y="151114"/>
                    <a:pt x="264084" y="151114"/>
                    <a:pt x="265096" y="151114"/>
                  </a:cubicBezTo>
                  <a:cubicBezTo>
                    <a:pt x="265373" y="150129"/>
                    <a:pt x="265622" y="149136"/>
                    <a:pt x="265840" y="148137"/>
                  </a:cubicBezTo>
                  <a:cubicBezTo>
                    <a:pt x="266577" y="148137"/>
                    <a:pt x="267314" y="148137"/>
                    <a:pt x="268073" y="148137"/>
                  </a:cubicBezTo>
                  <a:cubicBezTo>
                    <a:pt x="268595" y="146908"/>
                    <a:pt x="269092" y="145667"/>
                    <a:pt x="269561" y="144416"/>
                  </a:cubicBezTo>
                  <a:cubicBezTo>
                    <a:pt x="270052" y="144416"/>
                    <a:pt x="270543" y="144416"/>
                    <a:pt x="271049" y="144416"/>
                  </a:cubicBezTo>
                  <a:cubicBezTo>
                    <a:pt x="271126" y="143956"/>
                    <a:pt x="271203" y="143496"/>
                    <a:pt x="271282" y="143021"/>
                  </a:cubicBezTo>
                  <a:cubicBezTo>
                    <a:pt x="271451" y="142499"/>
                    <a:pt x="271619" y="141978"/>
                    <a:pt x="271793" y="141440"/>
                  </a:cubicBezTo>
                  <a:cubicBezTo>
                    <a:pt x="273027" y="140928"/>
                    <a:pt x="274267" y="140431"/>
                    <a:pt x="275514" y="139952"/>
                  </a:cubicBezTo>
                  <a:cubicBezTo>
                    <a:pt x="275514" y="139215"/>
                    <a:pt x="275514" y="138478"/>
                    <a:pt x="275514" y="137719"/>
                  </a:cubicBezTo>
                  <a:cubicBezTo>
                    <a:pt x="276754" y="137471"/>
                    <a:pt x="277995" y="137223"/>
                    <a:pt x="279235" y="136975"/>
                  </a:cubicBezTo>
                  <a:cubicBezTo>
                    <a:pt x="279235" y="136238"/>
                    <a:pt x="279235" y="135502"/>
                    <a:pt x="279235" y="134743"/>
                  </a:cubicBezTo>
                  <a:cubicBezTo>
                    <a:pt x="278806" y="134742"/>
                    <a:pt x="278377" y="134741"/>
                    <a:pt x="277935" y="134740"/>
                  </a:cubicBezTo>
                  <a:cubicBezTo>
                    <a:pt x="252526" y="134680"/>
                    <a:pt x="227117" y="134612"/>
                    <a:pt x="201708" y="134534"/>
                  </a:cubicBezTo>
                  <a:cubicBezTo>
                    <a:pt x="198660" y="134525"/>
                    <a:pt x="195611" y="134516"/>
                    <a:pt x="192562" y="134506"/>
                  </a:cubicBezTo>
                  <a:cubicBezTo>
                    <a:pt x="191955" y="134505"/>
                    <a:pt x="191348" y="134503"/>
                    <a:pt x="190723" y="134501"/>
                  </a:cubicBezTo>
                  <a:cubicBezTo>
                    <a:pt x="180886" y="134471"/>
                    <a:pt x="171050" y="134447"/>
                    <a:pt x="161213" y="134425"/>
                  </a:cubicBezTo>
                  <a:cubicBezTo>
                    <a:pt x="151125" y="134401"/>
                    <a:pt x="141037" y="134373"/>
                    <a:pt x="130949" y="134339"/>
                  </a:cubicBezTo>
                  <a:cubicBezTo>
                    <a:pt x="124720" y="134318"/>
                    <a:pt x="118492" y="134302"/>
                    <a:pt x="112264" y="134291"/>
                  </a:cubicBezTo>
                  <a:cubicBezTo>
                    <a:pt x="107996" y="134283"/>
                    <a:pt x="103729" y="134270"/>
                    <a:pt x="99462" y="134252"/>
                  </a:cubicBezTo>
                  <a:cubicBezTo>
                    <a:pt x="96998" y="134242"/>
                    <a:pt x="94534" y="134235"/>
                    <a:pt x="92069" y="134233"/>
                  </a:cubicBezTo>
                  <a:cubicBezTo>
                    <a:pt x="89401" y="134231"/>
                    <a:pt x="86733" y="134220"/>
                    <a:pt x="84065" y="134206"/>
                  </a:cubicBezTo>
                  <a:cubicBezTo>
                    <a:pt x="83281" y="134207"/>
                    <a:pt x="82497" y="134209"/>
                    <a:pt x="81690" y="134210"/>
                  </a:cubicBezTo>
                  <a:cubicBezTo>
                    <a:pt x="80978" y="134205"/>
                    <a:pt x="80265" y="134199"/>
                    <a:pt x="79532" y="134193"/>
                  </a:cubicBezTo>
                  <a:cubicBezTo>
                    <a:pt x="78607" y="134191"/>
                    <a:pt x="78607" y="134191"/>
                    <a:pt x="77664" y="134188"/>
                  </a:cubicBezTo>
                  <a:cubicBezTo>
                    <a:pt x="76084" y="133999"/>
                    <a:pt x="76084" y="133999"/>
                    <a:pt x="73852" y="132510"/>
                  </a:cubicBezTo>
                  <a:cubicBezTo>
                    <a:pt x="73852" y="150928"/>
                    <a:pt x="73852" y="169345"/>
                    <a:pt x="73852" y="188321"/>
                  </a:cubicBezTo>
                  <a:cubicBezTo>
                    <a:pt x="53961" y="188321"/>
                    <a:pt x="34070" y="188321"/>
                    <a:pt x="13577" y="188321"/>
                  </a:cubicBezTo>
                  <a:cubicBezTo>
                    <a:pt x="13547" y="157746"/>
                    <a:pt x="13547" y="157746"/>
                    <a:pt x="13540" y="144976"/>
                  </a:cubicBezTo>
                  <a:cubicBezTo>
                    <a:pt x="13536" y="136144"/>
                    <a:pt x="13531" y="127311"/>
                    <a:pt x="13520" y="118479"/>
                  </a:cubicBezTo>
                  <a:cubicBezTo>
                    <a:pt x="13513" y="112047"/>
                    <a:pt x="13508" y="105616"/>
                    <a:pt x="13507" y="99184"/>
                  </a:cubicBezTo>
                  <a:cubicBezTo>
                    <a:pt x="13506" y="95777"/>
                    <a:pt x="13503" y="92369"/>
                    <a:pt x="13498" y="88962"/>
                  </a:cubicBezTo>
                  <a:cubicBezTo>
                    <a:pt x="13493" y="85758"/>
                    <a:pt x="13491" y="82555"/>
                    <a:pt x="13492" y="79351"/>
                  </a:cubicBezTo>
                  <a:cubicBezTo>
                    <a:pt x="13492" y="78172"/>
                    <a:pt x="13491" y="76992"/>
                    <a:pt x="13488" y="75813"/>
                  </a:cubicBezTo>
                  <a:cubicBezTo>
                    <a:pt x="13484" y="74210"/>
                    <a:pt x="13485" y="72607"/>
                    <a:pt x="13487" y="71004"/>
                  </a:cubicBezTo>
                  <a:cubicBezTo>
                    <a:pt x="13486" y="70105"/>
                    <a:pt x="13486" y="69206"/>
                    <a:pt x="13485" y="68279"/>
                  </a:cubicBezTo>
                  <a:cubicBezTo>
                    <a:pt x="13577" y="66282"/>
                    <a:pt x="13577" y="66282"/>
                    <a:pt x="14321" y="65538"/>
                  </a:cubicBezTo>
                  <a:cubicBezTo>
                    <a:pt x="16569" y="65465"/>
                    <a:pt x="18800" y="65441"/>
                    <a:pt x="21049" y="65448"/>
                  </a:cubicBezTo>
                  <a:cubicBezTo>
                    <a:pt x="22121" y="65447"/>
                    <a:pt x="22121" y="65447"/>
                    <a:pt x="23215" y="65446"/>
                  </a:cubicBezTo>
                  <a:cubicBezTo>
                    <a:pt x="25629" y="65445"/>
                    <a:pt x="28044" y="65449"/>
                    <a:pt x="30458" y="65453"/>
                  </a:cubicBezTo>
                  <a:cubicBezTo>
                    <a:pt x="32181" y="65453"/>
                    <a:pt x="33904" y="65453"/>
                    <a:pt x="35627" y="65453"/>
                  </a:cubicBezTo>
                  <a:cubicBezTo>
                    <a:pt x="40321" y="65453"/>
                    <a:pt x="45014" y="65457"/>
                    <a:pt x="49708" y="65462"/>
                  </a:cubicBezTo>
                  <a:cubicBezTo>
                    <a:pt x="54607" y="65467"/>
                    <a:pt x="59507" y="65467"/>
                    <a:pt x="64406" y="65468"/>
                  </a:cubicBezTo>
                  <a:cubicBezTo>
                    <a:pt x="72634" y="65470"/>
                    <a:pt x="80862" y="65475"/>
                    <a:pt x="89091" y="65481"/>
                  </a:cubicBezTo>
                  <a:cubicBezTo>
                    <a:pt x="97567" y="65488"/>
                    <a:pt x="106044" y="65494"/>
                    <a:pt x="114521" y="65497"/>
                  </a:cubicBezTo>
                  <a:cubicBezTo>
                    <a:pt x="115304" y="65497"/>
                    <a:pt x="115304" y="65497"/>
                    <a:pt x="116103" y="65497"/>
                  </a:cubicBezTo>
                  <a:cubicBezTo>
                    <a:pt x="118722" y="65498"/>
                    <a:pt x="121342" y="65499"/>
                    <a:pt x="123961" y="65500"/>
                  </a:cubicBezTo>
                  <a:cubicBezTo>
                    <a:pt x="145705" y="65508"/>
                    <a:pt x="167450" y="65521"/>
                    <a:pt x="189194" y="65538"/>
                  </a:cubicBezTo>
                  <a:cubicBezTo>
                    <a:pt x="188748" y="63788"/>
                    <a:pt x="188249" y="62051"/>
                    <a:pt x="187705" y="60329"/>
                  </a:cubicBezTo>
                  <a:cubicBezTo>
                    <a:pt x="187214" y="60083"/>
                    <a:pt x="186723" y="59837"/>
                    <a:pt x="186217" y="59584"/>
                  </a:cubicBezTo>
                  <a:cubicBezTo>
                    <a:pt x="185953" y="57467"/>
                    <a:pt x="185887" y="55368"/>
                    <a:pt x="185802" y="53236"/>
                  </a:cubicBezTo>
                  <a:cubicBezTo>
                    <a:pt x="185639" y="52327"/>
                    <a:pt x="185639" y="52327"/>
                    <a:pt x="185473" y="51399"/>
                  </a:cubicBezTo>
                  <a:cubicBezTo>
                    <a:pt x="184736" y="51153"/>
                    <a:pt x="184000" y="50908"/>
                    <a:pt x="183241" y="50655"/>
                  </a:cubicBezTo>
                  <a:cubicBezTo>
                    <a:pt x="182860" y="48629"/>
                    <a:pt x="182860" y="48629"/>
                    <a:pt x="182729" y="46143"/>
                  </a:cubicBezTo>
                  <a:cubicBezTo>
                    <a:pt x="182680" y="45321"/>
                    <a:pt x="182631" y="44499"/>
                    <a:pt x="182581" y="43652"/>
                  </a:cubicBezTo>
                  <a:cubicBezTo>
                    <a:pt x="182539" y="42698"/>
                    <a:pt x="182539" y="42698"/>
                    <a:pt x="182496" y="41725"/>
                  </a:cubicBezTo>
                  <a:cubicBezTo>
                    <a:pt x="181760" y="41725"/>
                    <a:pt x="181023" y="41725"/>
                    <a:pt x="180264" y="41725"/>
                  </a:cubicBezTo>
                  <a:cubicBezTo>
                    <a:pt x="180264" y="39024"/>
                    <a:pt x="180264" y="36323"/>
                    <a:pt x="180264" y="33540"/>
                  </a:cubicBezTo>
                  <a:cubicBezTo>
                    <a:pt x="179527" y="33540"/>
                    <a:pt x="178791" y="33540"/>
                    <a:pt x="178032" y="33540"/>
                  </a:cubicBezTo>
                  <a:cubicBezTo>
                    <a:pt x="177295" y="29488"/>
                    <a:pt x="177295" y="29488"/>
                    <a:pt x="176543" y="25354"/>
                  </a:cubicBezTo>
                  <a:cubicBezTo>
                    <a:pt x="176052" y="25354"/>
                    <a:pt x="175561" y="25354"/>
                    <a:pt x="175055" y="25354"/>
                  </a:cubicBezTo>
                  <a:cubicBezTo>
                    <a:pt x="175055" y="22898"/>
                    <a:pt x="175055" y="20443"/>
                    <a:pt x="175055" y="17913"/>
                  </a:cubicBezTo>
                  <a:cubicBezTo>
                    <a:pt x="178493" y="17667"/>
                    <a:pt x="181931" y="17421"/>
                    <a:pt x="185473" y="17168"/>
                  </a:cubicBezTo>
                  <a:cubicBezTo>
                    <a:pt x="185473" y="16186"/>
                    <a:pt x="185473" y="15204"/>
                    <a:pt x="185473" y="14192"/>
                  </a:cubicBezTo>
                  <a:cubicBezTo>
                    <a:pt x="186216" y="14164"/>
                    <a:pt x="186960" y="14136"/>
                    <a:pt x="187726" y="14108"/>
                  </a:cubicBezTo>
                  <a:cubicBezTo>
                    <a:pt x="188686" y="14059"/>
                    <a:pt x="189646" y="14010"/>
                    <a:pt x="190636" y="13959"/>
                  </a:cubicBezTo>
                  <a:cubicBezTo>
                    <a:pt x="192073" y="13895"/>
                    <a:pt x="192073" y="13895"/>
                    <a:pt x="193539" y="13829"/>
                  </a:cubicBezTo>
                  <a:cubicBezTo>
                    <a:pt x="194315" y="13703"/>
                    <a:pt x="195091" y="13577"/>
                    <a:pt x="195891" y="13448"/>
                  </a:cubicBezTo>
                  <a:cubicBezTo>
                    <a:pt x="196137" y="12711"/>
                    <a:pt x="196382" y="11974"/>
                    <a:pt x="196635" y="11215"/>
                  </a:cubicBezTo>
                  <a:cubicBezTo>
                    <a:pt x="198609" y="10861"/>
                    <a:pt x="198609" y="10861"/>
                    <a:pt x="201054" y="10750"/>
                  </a:cubicBezTo>
                  <a:cubicBezTo>
                    <a:pt x="204168" y="10685"/>
                    <a:pt x="204168" y="10685"/>
                    <a:pt x="207053" y="9727"/>
                  </a:cubicBezTo>
                  <a:cubicBezTo>
                    <a:pt x="207053" y="8990"/>
                    <a:pt x="207053" y="8254"/>
                    <a:pt x="207053" y="7495"/>
                  </a:cubicBezTo>
                  <a:cubicBezTo>
                    <a:pt x="207842" y="7467"/>
                    <a:pt x="208630" y="7439"/>
                    <a:pt x="209443" y="7410"/>
                  </a:cubicBezTo>
                  <a:cubicBezTo>
                    <a:pt x="210475" y="7361"/>
                    <a:pt x="211508" y="7312"/>
                    <a:pt x="212541" y="7262"/>
                  </a:cubicBezTo>
                  <a:cubicBezTo>
                    <a:pt x="213061" y="7245"/>
                    <a:pt x="213581" y="7228"/>
                    <a:pt x="214117" y="7211"/>
                  </a:cubicBezTo>
                  <a:cubicBezTo>
                    <a:pt x="215814" y="7145"/>
                    <a:pt x="215814" y="7145"/>
                    <a:pt x="218215" y="6750"/>
                  </a:cubicBezTo>
                  <a:cubicBezTo>
                    <a:pt x="218706" y="6014"/>
                    <a:pt x="219198" y="5277"/>
                    <a:pt x="219704" y="4518"/>
                  </a:cubicBezTo>
                  <a:cubicBezTo>
                    <a:pt x="222128" y="4137"/>
                    <a:pt x="222128" y="4137"/>
                    <a:pt x="225006" y="4006"/>
                  </a:cubicBezTo>
                  <a:cubicBezTo>
                    <a:pt x="226436" y="3933"/>
                    <a:pt x="226436" y="3933"/>
                    <a:pt x="227895" y="3858"/>
                  </a:cubicBezTo>
                  <a:cubicBezTo>
                    <a:pt x="228630" y="3830"/>
                    <a:pt x="229364" y="3803"/>
                    <a:pt x="230121" y="3774"/>
                  </a:cubicBezTo>
                  <a:cubicBezTo>
                    <a:pt x="230121" y="2792"/>
                    <a:pt x="230121" y="1809"/>
                    <a:pt x="230121" y="797"/>
                  </a:cubicBezTo>
                  <a:close/>
                </a:path>
              </a:pathLst>
            </a:custGeom>
            <a:grpFill/>
            <a:ln w="744" cap="flat">
              <a:noFill/>
              <a:prstDash val="solid"/>
              <a:miter/>
            </a:ln>
          </p:spPr>
          <p:txBody>
            <a:bodyPr rtlCol="0" anchor="ctr"/>
            <a:lstStyle/>
            <a:p>
              <a:endParaRPr lang="zh-CN" altLang="en-US"/>
            </a:p>
          </p:txBody>
        </p:sp>
        <p:sp>
          <p:nvSpPr>
            <p:cNvPr id="164" name="任意多边形: 形状 163"/>
            <p:cNvSpPr/>
            <p:nvPr/>
          </p:nvSpPr>
          <p:spPr>
            <a:xfrm>
              <a:off x="7339477" y="596655"/>
              <a:ext cx="423410" cy="146671"/>
            </a:xfrm>
            <a:custGeom>
              <a:avLst/>
              <a:gdLst>
                <a:gd name="connsiteX0" fmla="*/ 224177 w 423416"/>
                <a:gd name="connsiteY0" fmla="*/ 507 h 146668"/>
                <a:gd name="connsiteX1" fmla="*/ 228968 w 423416"/>
                <a:gd name="connsiteY1" fmla="*/ 460 h 146668"/>
                <a:gd name="connsiteX2" fmla="*/ 231662 w 423416"/>
                <a:gd name="connsiteY2" fmla="*/ 434 h 146668"/>
                <a:gd name="connsiteX3" fmla="*/ 234595 w 423416"/>
                <a:gd name="connsiteY3" fmla="*/ 1251 h 146668"/>
                <a:gd name="connsiteX4" fmla="*/ 234985 w 423416"/>
                <a:gd name="connsiteY4" fmla="*/ 5783 h 146668"/>
                <a:gd name="connsiteX5" fmla="*/ 237572 w 423416"/>
                <a:gd name="connsiteY5" fmla="*/ 8692 h 146668"/>
                <a:gd name="connsiteX6" fmla="*/ 238316 w 423416"/>
                <a:gd name="connsiteY6" fmla="*/ 13901 h 146668"/>
                <a:gd name="connsiteX7" fmla="*/ 239804 w 423416"/>
                <a:gd name="connsiteY7" fmla="*/ 14645 h 146668"/>
                <a:gd name="connsiteX8" fmla="*/ 240548 w 423416"/>
                <a:gd name="connsiteY8" fmla="*/ 20598 h 146668"/>
                <a:gd name="connsiteX9" fmla="*/ 242781 w 423416"/>
                <a:gd name="connsiteY9" fmla="*/ 20598 h 146668"/>
                <a:gd name="connsiteX10" fmla="*/ 244269 w 423416"/>
                <a:gd name="connsiteY10" fmla="*/ 25807 h 146668"/>
                <a:gd name="connsiteX11" fmla="*/ 245757 w 423416"/>
                <a:gd name="connsiteY11" fmla="*/ 25807 h 146668"/>
                <a:gd name="connsiteX12" fmla="*/ 246121 w 423416"/>
                <a:gd name="connsiteY12" fmla="*/ 30313 h 146668"/>
                <a:gd name="connsiteX13" fmla="*/ 248734 w 423416"/>
                <a:gd name="connsiteY13" fmla="*/ 33249 h 146668"/>
                <a:gd name="connsiteX14" fmla="*/ 248734 w 423416"/>
                <a:gd name="connsiteY14" fmla="*/ 38458 h 146668"/>
                <a:gd name="connsiteX15" fmla="*/ 250966 w 423416"/>
                <a:gd name="connsiteY15" fmla="*/ 38458 h 146668"/>
                <a:gd name="connsiteX16" fmla="*/ 251711 w 423416"/>
                <a:gd name="connsiteY16" fmla="*/ 44411 h 146668"/>
                <a:gd name="connsiteX17" fmla="*/ 253943 w 423416"/>
                <a:gd name="connsiteY17" fmla="*/ 44411 h 146668"/>
                <a:gd name="connsiteX18" fmla="*/ 255431 w 423416"/>
                <a:gd name="connsiteY18" fmla="*/ 49620 h 146668"/>
                <a:gd name="connsiteX19" fmla="*/ 256920 w 423416"/>
                <a:gd name="connsiteY19" fmla="*/ 49620 h 146668"/>
                <a:gd name="connsiteX20" fmla="*/ 257030 w 423416"/>
                <a:gd name="connsiteY20" fmla="*/ 51059 h 146668"/>
                <a:gd name="connsiteX21" fmla="*/ 257199 w 423416"/>
                <a:gd name="connsiteY21" fmla="*/ 52922 h 146668"/>
                <a:gd name="connsiteX22" fmla="*/ 257356 w 423416"/>
                <a:gd name="connsiteY22" fmla="*/ 54780 h 146668"/>
                <a:gd name="connsiteX23" fmla="*/ 257664 w 423416"/>
                <a:gd name="connsiteY23" fmla="*/ 56317 h 146668"/>
                <a:gd name="connsiteX24" fmla="*/ 259152 w 423416"/>
                <a:gd name="connsiteY24" fmla="*/ 57061 h 146668"/>
                <a:gd name="connsiteX25" fmla="*/ 259478 w 423416"/>
                <a:gd name="connsiteY25" fmla="*/ 59666 h 146668"/>
                <a:gd name="connsiteX26" fmla="*/ 259896 w 423416"/>
                <a:gd name="connsiteY26" fmla="*/ 62270 h 146668"/>
                <a:gd name="connsiteX27" fmla="*/ 262129 w 423416"/>
                <a:gd name="connsiteY27" fmla="*/ 63014 h 146668"/>
                <a:gd name="connsiteX28" fmla="*/ 262501 w 423416"/>
                <a:gd name="connsiteY28" fmla="*/ 66270 h 146668"/>
                <a:gd name="connsiteX29" fmla="*/ 263828 w 423416"/>
                <a:gd name="connsiteY29" fmla="*/ 70914 h 146668"/>
                <a:gd name="connsiteX30" fmla="*/ 271687 w 423416"/>
                <a:gd name="connsiteY30" fmla="*/ 72208 h 146668"/>
                <a:gd name="connsiteX31" fmla="*/ 273750 w 423416"/>
                <a:gd name="connsiteY31" fmla="*/ 72212 h 146668"/>
                <a:gd name="connsiteX32" fmla="*/ 280625 w 423416"/>
                <a:gd name="connsiteY32" fmla="*/ 72186 h 146668"/>
                <a:gd name="connsiteX33" fmla="*/ 285541 w 423416"/>
                <a:gd name="connsiteY33" fmla="*/ 72183 h 146668"/>
                <a:gd name="connsiteX34" fmla="*/ 298917 w 423416"/>
                <a:gd name="connsiteY34" fmla="*/ 72146 h 146668"/>
                <a:gd name="connsiteX35" fmla="*/ 312893 w 423416"/>
                <a:gd name="connsiteY35" fmla="*/ 72121 h 146668"/>
                <a:gd name="connsiteX36" fmla="*/ 336367 w 423416"/>
                <a:gd name="connsiteY36" fmla="*/ 72072 h 146668"/>
                <a:gd name="connsiteX37" fmla="*/ 360530 w 423416"/>
                <a:gd name="connsiteY37" fmla="*/ 72011 h 146668"/>
                <a:gd name="connsiteX38" fmla="*/ 362033 w 423416"/>
                <a:gd name="connsiteY38" fmla="*/ 72008 h 146668"/>
                <a:gd name="connsiteX39" fmla="*/ 386829 w 423416"/>
                <a:gd name="connsiteY39" fmla="*/ 71965 h 146668"/>
                <a:gd name="connsiteX40" fmla="*/ 403493 w 423416"/>
                <a:gd name="connsiteY40" fmla="*/ 71925 h 146668"/>
                <a:gd name="connsiteX41" fmla="*/ 413845 w 423416"/>
                <a:gd name="connsiteY41" fmla="*/ 71901 h 146668"/>
                <a:gd name="connsiteX42" fmla="*/ 418659 w 423416"/>
                <a:gd name="connsiteY42" fmla="*/ 71885 h 146668"/>
                <a:gd name="connsiteX43" fmla="*/ 425211 w 423416"/>
                <a:gd name="connsiteY43" fmla="*/ 71870 h 146668"/>
                <a:gd name="connsiteX44" fmla="*/ 427152 w 423416"/>
                <a:gd name="connsiteY44" fmla="*/ 71859 h 146668"/>
                <a:gd name="connsiteX45" fmla="*/ 434025 w 423416"/>
                <a:gd name="connsiteY45" fmla="*/ 72688 h 146668"/>
                <a:gd name="connsiteX46" fmla="*/ 434025 w 423416"/>
                <a:gd name="connsiteY46" fmla="*/ 147102 h 146668"/>
                <a:gd name="connsiteX47" fmla="*/ 10609 w 423416"/>
                <a:gd name="connsiteY47" fmla="*/ 147102 h 146668"/>
                <a:gd name="connsiteX48" fmla="*/ 11353 w 423416"/>
                <a:gd name="connsiteY48" fmla="*/ 71944 h 146668"/>
                <a:gd name="connsiteX49" fmla="*/ 18251 w 423416"/>
                <a:gd name="connsiteY49" fmla="*/ 71855 h 146668"/>
                <a:gd name="connsiteX50" fmla="*/ 20472 w 423416"/>
                <a:gd name="connsiteY50" fmla="*/ 71853 h 146668"/>
                <a:gd name="connsiteX51" fmla="*/ 27900 w 423416"/>
                <a:gd name="connsiteY51" fmla="*/ 71860 h 146668"/>
                <a:gd name="connsiteX52" fmla="*/ 33201 w 423416"/>
                <a:gd name="connsiteY52" fmla="*/ 71859 h 146668"/>
                <a:gd name="connsiteX53" fmla="*/ 46140 w 423416"/>
                <a:gd name="connsiteY53" fmla="*/ 71867 h 146668"/>
                <a:gd name="connsiteX54" fmla="*/ 61190 w 423416"/>
                <a:gd name="connsiteY54" fmla="*/ 71874 h 146668"/>
                <a:gd name="connsiteX55" fmla="*/ 88031 w 423416"/>
                <a:gd name="connsiteY55" fmla="*/ 71888 h 146668"/>
                <a:gd name="connsiteX56" fmla="*/ 114110 w 423416"/>
                <a:gd name="connsiteY56" fmla="*/ 71903 h 146668"/>
                <a:gd name="connsiteX57" fmla="*/ 115733 w 423416"/>
                <a:gd name="connsiteY57" fmla="*/ 71904 h 146668"/>
                <a:gd name="connsiteX58" fmla="*/ 123792 w 423416"/>
                <a:gd name="connsiteY58" fmla="*/ 71907 h 146668"/>
                <a:gd name="connsiteX59" fmla="*/ 190691 w 423416"/>
                <a:gd name="connsiteY59" fmla="*/ 71944 h 146668"/>
                <a:gd name="connsiteX60" fmla="*/ 190691 w 423416"/>
                <a:gd name="connsiteY60" fmla="*/ 68223 h 146668"/>
                <a:gd name="connsiteX61" fmla="*/ 188459 w 423416"/>
                <a:gd name="connsiteY61" fmla="*/ 68223 h 146668"/>
                <a:gd name="connsiteX62" fmla="*/ 188095 w 423416"/>
                <a:gd name="connsiteY62" fmla="*/ 63645 h 146668"/>
                <a:gd name="connsiteX63" fmla="*/ 187714 w 423416"/>
                <a:gd name="connsiteY63" fmla="*/ 62270 h 146668"/>
                <a:gd name="connsiteX64" fmla="*/ 185482 w 423416"/>
                <a:gd name="connsiteY64" fmla="*/ 61526 h 146668"/>
                <a:gd name="connsiteX65" fmla="*/ 185343 w 423416"/>
                <a:gd name="connsiteY65" fmla="*/ 58131 h 146668"/>
                <a:gd name="connsiteX66" fmla="*/ 185404 w 423416"/>
                <a:gd name="connsiteY66" fmla="*/ 56268 h 146668"/>
                <a:gd name="connsiteX67" fmla="*/ 185482 w 423416"/>
                <a:gd name="connsiteY67" fmla="*/ 54829 h 146668"/>
                <a:gd name="connsiteX68" fmla="*/ 183250 w 423416"/>
                <a:gd name="connsiteY68" fmla="*/ 54829 h 146668"/>
                <a:gd name="connsiteX69" fmla="*/ 182459 w 423416"/>
                <a:gd name="connsiteY69" fmla="*/ 51527 h 146668"/>
                <a:gd name="connsiteX70" fmla="*/ 181761 w 423416"/>
                <a:gd name="connsiteY70" fmla="*/ 48132 h 146668"/>
                <a:gd name="connsiteX71" fmla="*/ 180273 w 423416"/>
                <a:gd name="connsiteY71" fmla="*/ 47388 h 146668"/>
                <a:gd name="connsiteX72" fmla="*/ 179529 w 423416"/>
                <a:gd name="connsiteY72" fmla="*/ 41434 h 146668"/>
                <a:gd name="connsiteX73" fmla="*/ 177297 w 423416"/>
                <a:gd name="connsiteY73" fmla="*/ 41434 h 146668"/>
                <a:gd name="connsiteX74" fmla="*/ 176860 w 423416"/>
                <a:gd name="connsiteY74" fmla="*/ 36856 h 146668"/>
                <a:gd name="connsiteX75" fmla="*/ 176552 w 423416"/>
                <a:gd name="connsiteY75" fmla="*/ 35481 h 146668"/>
                <a:gd name="connsiteX76" fmla="*/ 175064 w 423416"/>
                <a:gd name="connsiteY76" fmla="*/ 34737 h 146668"/>
                <a:gd name="connsiteX77" fmla="*/ 173994 w 423416"/>
                <a:gd name="connsiteY77" fmla="*/ 30060 h 146668"/>
                <a:gd name="connsiteX78" fmla="*/ 173576 w 423416"/>
                <a:gd name="connsiteY78" fmla="*/ 28784 h 146668"/>
                <a:gd name="connsiteX79" fmla="*/ 172088 w 423416"/>
                <a:gd name="connsiteY79" fmla="*/ 28784 h 146668"/>
                <a:gd name="connsiteX80" fmla="*/ 172088 w 423416"/>
                <a:gd name="connsiteY80" fmla="*/ 21343 h 146668"/>
                <a:gd name="connsiteX81" fmla="*/ 180273 w 423416"/>
                <a:gd name="connsiteY81" fmla="*/ 20598 h 146668"/>
                <a:gd name="connsiteX82" fmla="*/ 180529 w 423416"/>
                <a:gd name="connsiteY82" fmla="*/ 19133 h 146668"/>
                <a:gd name="connsiteX83" fmla="*/ 181017 w 423416"/>
                <a:gd name="connsiteY83" fmla="*/ 17622 h 146668"/>
                <a:gd name="connsiteX84" fmla="*/ 187366 w 423416"/>
                <a:gd name="connsiteY84" fmla="*/ 17227 h 146668"/>
                <a:gd name="connsiteX85" fmla="*/ 189203 w 423416"/>
                <a:gd name="connsiteY85" fmla="*/ 16878 h 146668"/>
                <a:gd name="connsiteX86" fmla="*/ 189572 w 423416"/>
                <a:gd name="connsiteY86" fmla="*/ 15378 h 146668"/>
                <a:gd name="connsiteX87" fmla="*/ 189947 w 423416"/>
                <a:gd name="connsiteY87" fmla="*/ 13901 h 146668"/>
                <a:gd name="connsiteX88" fmla="*/ 194086 w 423416"/>
                <a:gd name="connsiteY88" fmla="*/ 13715 h 146668"/>
                <a:gd name="connsiteX89" fmla="*/ 196368 w 423416"/>
                <a:gd name="connsiteY89" fmla="*/ 13797 h 146668"/>
                <a:gd name="connsiteX90" fmla="*/ 198132 w 423416"/>
                <a:gd name="connsiteY90" fmla="*/ 13901 h 146668"/>
                <a:gd name="connsiteX91" fmla="*/ 198132 w 423416"/>
                <a:gd name="connsiteY91" fmla="*/ 10925 h 146668"/>
                <a:gd name="connsiteX92" fmla="*/ 207062 w 423416"/>
                <a:gd name="connsiteY92" fmla="*/ 10180 h 146668"/>
                <a:gd name="connsiteX93" fmla="*/ 207062 w 423416"/>
                <a:gd name="connsiteY93" fmla="*/ 7204 h 146668"/>
                <a:gd name="connsiteX94" fmla="*/ 208664 w 423416"/>
                <a:gd name="connsiteY94" fmla="*/ 7120 h 146668"/>
                <a:gd name="connsiteX95" fmla="*/ 210736 w 423416"/>
                <a:gd name="connsiteY95" fmla="*/ 6971 h 146668"/>
                <a:gd name="connsiteX96" fmla="*/ 212803 w 423416"/>
                <a:gd name="connsiteY96" fmla="*/ 6841 h 146668"/>
                <a:gd name="connsiteX97" fmla="*/ 214504 w 423416"/>
                <a:gd name="connsiteY97" fmla="*/ 6460 h 146668"/>
                <a:gd name="connsiteX98" fmla="*/ 215248 w 423416"/>
                <a:gd name="connsiteY98" fmla="*/ 4227 h 146668"/>
                <a:gd name="connsiteX99" fmla="*/ 219759 w 423416"/>
                <a:gd name="connsiteY99" fmla="*/ 3716 h 146668"/>
                <a:gd name="connsiteX100" fmla="*/ 222250 w 423416"/>
                <a:gd name="connsiteY100" fmla="*/ 3568 h 146668"/>
                <a:gd name="connsiteX101" fmla="*/ 224177 w 423416"/>
                <a:gd name="connsiteY101" fmla="*/ 3483 h 146668"/>
                <a:gd name="connsiteX102" fmla="*/ 224177 w 423416"/>
                <a:gd name="connsiteY102" fmla="*/ 507 h 14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23416" h="146668">
                  <a:moveTo>
                    <a:pt x="224177" y="507"/>
                  </a:moveTo>
                  <a:cubicBezTo>
                    <a:pt x="225774" y="487"/>
                    <a:pt x="227371" y="472"/>
                    <a:pt x="228968" y="460"/>
                  </a:cubicBezTo>
                  <a:cubicBezTo>
                    <a:pt x="229857" y="452"/>
                    <a:pt x="230746" y="443"/>
                    <a:pt x="231662" y="434"/>
                  </a:cubicBezTo>
                  <a:cubicBezTo>
                    <a:pt x="233851" y="507"/>
                    <a:pt x="233851" y="507"/>
                    <a:pt x="234595" y="1251"/>
                  </a:cubicBezTo>
                  <a:cubicBezTo>
                    <a:pt x="234739" y="2760"/>
                    <a:pt x="234881" y="4270"/>
                    <a:pt x="234985" y="5783"/>
                  </a:cubicBezTo>
                  <a:cubicBezTo>
                    <a:pt x="235245" y="7502"/>
                    <a:pt x="235245" y="7502"/>
                    <a:pt x="237572" y="8692"/>
                  </a:cubicBezTo>
                  <a:cubicBezTo>
                    <a:pt x="237845" y="10425"/>
                    <a:pt x="238095" y="12161"/>
                    <a:pt x="238316" y="13901"/>
                  </a:cubicBezTo>
                  <a:cubicBezTo>
                    <a:pt x="238807" y="14147"/>
                    <a:pt x="239298" y="14392"/>
                    <a:pt x="239804" y="14645"/>
                  </a:cubicBezTo>
                  <a:cubicBezTo>
                    <a:pt x="240246" y="16616"/>
                    <a:pt x="240357" y="18583"/>
                    <a:pt x="240548" y="20598"/>
                  </a:cubicBezTo>
                  <a:cubicBezTo>
                    <a:pt x="241285" y="20598"/>
                    <a:pt x="242022" y="20598"/>
                    <a:pt x="242781" y="20598"/>
                  </a:cubicBezTo>
                  <a:cubicBezTo>
                    <a:pt x="243305" y="22326"/>
                    <a:pt x="243802" y="24063"/>
                    <a:pt x="244269" y="25807"/>
                  </a:cubicBezTo>
                  <a:cubicBezTo>
                    <a:pt x="244760" y="25807"/>
                    <a:pt x="245251" y="25807"/>
                    <a:pt x="245757" y="25807"/>
                  </a:cubicBezTo>
                  <a:cubicBezTo>
                    <a:pt x="245879" y="27309"/>
                    <a:pt x="246000" y="28811"/>
                    <a:pt x="246121" y="30313"/>
                  </a:cubicBezTo>
                  <a:cubicBezTo>
                    <a:pt x="246408" y="32055"/>
                    <a:pt x="246408" y="32055"/>
                    <a:pt x="248734" y="33249"/>
                  </a:cubicBezTo>
                  <a:cubicBezTo>
                    <a:pt x="248874" y="35946"/>
                    <a:pt x="248874" y="35946"/>
                    <a:pt x="248734" y="38458"/>
                  </a:cubicBezTo>
                  <a:cubicBezTo>
                    <a:pt x="249471" y="38458"/>
                    <a:pt x="250207" y="38458"/>
                    <a:pt x="250966" y="38458"/>
                  </a:cubicBezTo>
                  <a:cubicBezTo>
                    <a:pt x="251212" y="40422"/>
                    <a:pt x="251458" y="42387"/>
                    <a:pt x="251711" y="44411"/>
                  </a:cubicBezTo>
                  <a:cubicBezTo>
                    <a:pt x="252447" y="44411"/>
                    <a:pt x="253184" y="44411"/>
                    <a:pt x="253943" y="44411"/>
                  </a:cubicBezTo>
                  <a:cubicBezTo>
                    <a:pt x="254468" y="46139"/>
                    <a:pt x="254964" y="47876"/>
                    <a:pt x="255431" y="49620"/>
                  </a:cubicBezTo>
                  <a:cubicBezTo>
                    <a:pt x="255922" y="49620"/>
                    <a:pt x="256414" y="49620"/>
                    <a:pt x="256920" y="49620"/>
                  </a:cubicBezTo>
                  <a:cubicBezTo>
                    <a:pt x="256956" y="50095"/>
                    <a:pt x="256992" y="50570"/>
                    <a:pt x="257030" y="51059"/>
                  </a:cubicBezTo>
                  <a:cubicBezTo>
                    <a:pt x="257113" y="51981"/>
                    <a:pt x="257113" y="51981"/>
                    <a:pt x="257199" y="52922"/>
                  </a:cubicBezTo>
                  <a:cubicBezTo>
                    <a:pt x="257250" y="53535"/>
                    <a:pt x="257302" y="54148"/>
                    <a:pt x="257356" y="54780"/>
                  </a:cubicBezTo>
                  <a:cubicBezTo>
                    <a:pt x="257457" y="55287"/>
                    <a:pt x="257559" y="55794"/>
                    <a:pt x="257664" y="56317"/>
                  </a:cubicBezTo>
                  <a:cubicBezTo>
                    <a:pt x="258155" y="56563"/>
                    <a:pt x="258646" y="56808"/>
                    <a:pt x="259152" y="57061"/>
                  </a:cubicBezTo>
                  <a:cubicBezTo>
                    <a:pt x="259259" y="57921"/>
                    <a:pt x="259367" y="58780"/>
                    <a:pt x="259478" y="59666"/>
                  </a:cubicBezTo>
                  <a:cubicBezTo>
                    <a:pt x="259616" y="60525"/>
                    <a:pt x="259754" y="61385"/>
                    <a:pt x="259896" y="62270"/>
                  </a:cubicBezTo>
                  <a:cubicBezTo>
                    <a:pt x="260633" y="62516"/>
                    <a:pt x="261370" y="62761"/>
                    <a:pt x="262129" y="63014"/>
                  </a:cubicBezTo>
                  <a:cubicBezTo>
                    <a:pt x="262431" y="64474"/>
                    <a:pt x="262431" y="64474"/>
                    <a:pt x="262501" y="66270"/>
                  </a:cubicBezTo>
                  <a:cubicBezTo>
                    <a:pt x="262577" y="68800"/>
                    <a:pt x="262577" y="68800"/>
                    <a:pt x="263828" y="70914"/>
                  </a:cubicBezTo>
                  <a:cubicBezTo>
                    <a:pt x="266067" y="72720"/>
                    <a:pt x="268931" y="72238"/>
                    <a:pt x="271687" y="72208"/>
                  </a:cubicBezTo>
                  <a:cubicBezTo>
                    <a:pt x="272368" y="72209"/>
                    <a:pt x="273049" y="72210"/>
                    <a:pt x="273750" y="72212"/>
                  </a:cubicBezTo>
                  <a:cubicBezTo>
                    <a:pt x="276042" y="72214"/>
                    <a:pt x="278333" y="72200"/>
                    <a:pt x="280625" y="72186"/>
                  </a:cubicBezTo>
                  <a:cubicBezTo>
                    <a:pt x="282263" y="72184"/>
                    <a:pt x="283902" y="72183"/>
                    <a:pt x="285541" y="72183"/>
                  </a:cubicBezTo>
                  <a:cubicBezTo>
                    <a:pt x="290000" y="72181"/>
                    <a:pt x="294458" y="72164"/>
                    <a:pt x="298917" y="72146"/>
                  </a:cubicBezTo>
                  <a:cubicBezTo>
                    <a:pt x="303576" y="72129"/>
                    <a:pt x="308235" y="72126"/>
                    <a:pt x="312893" y="72121"/>
                  </a:cubicBezTo>
                  <a:cubicBezTo>
                    <a:pt x="320718" y="72112"/>
                    <a:pt x="328543" y="72095"/>
                    <a:pt x="336367" y="72072"/>
                  </a:cubicBezTo>
                  <a:cubicBezTo>
                    <a:pt x="344422" y="72048"/>
                    <a:pt x="352476" y="72027"/>
                    <a:pt x="360530" y="72011"/>
                  </a:cubicBezTo>
                  <a:cubicBezTo>
                    <a:pt x="361274" y="72009"/>
                    <a:pt x="361274" y="72009"/>
                    <a:pt x="362033" y="72008"/>
                  </a:cubicBezTo>
                  <a:cubicBezTo>
                    <a:pt x="370299" y="71991"/>
                    <a:pt x="378564" y="71977"/>
                    <a:pt x="386829" y="71965"/>
                  </a:cubicBezTo>
                  <a:cubicBezTo>
                    <a:pt x="392384" y="71956"/>
                    <a:pt x="397939" y="71943"/>
                    <a:pt x="403493" y="71925"/>
                  </a:cubicBezTo>
                  <a:cubicBezTo>
                    <a:pt x="406944" y="71915"/>
                    <a:pt x="410395" y="71908"/>
                    <a:pt x="413845" y="71901"/>
                  </a:cubicBezTo>
                  <a:cubicBezTo>
                    <a:pt x="415450" y="71897"/>
                    <a:pt x="417054" y="71892"/>
                    <a:pt x="418659" y="71885"/>
                  </a:cubicBezTo>
                  <a:cubicBezTo>
                    <a:pt x="420843" y="71877"/>
                    <a:pt x="423027" y="71873"/>
                    <a:pt x="425211" y="71870"/>
                  </a:cubicBezTo>
                  <a:cubicBezTo>
                    <a:pt x="425852" y="71866"/>
                    <a:pt x="426492" y="71862"/>
                    <a:pt x="427152" y="71859"/>
                  </a:cubicBezTo>
                  <a:cubicBezTo>
                    <a:pt x="429635" y="71859"/>
                    <a:pt x="431653" y="71898"/>
                    <a:pt x="434025" y="72688"/>
                  </a:cubicBezTo>
                  <a:cubicBezTo>
                    <a:pt x="434025" y="97245"/>
                    <a:pt x="434025" y="121802"/>
                    <a:pt x="434025" y="147102"/>
                  </a:cubicBezTo>
                  <a:cubicBezTo>
                    <a:pt x="294298" y="147102"/>
                    <a:pt x="154570" y="147102"/>
                    <a:pt x="10609" y="147102"/>
                  </a:cubicBezTo>
                  <a:cubicBezTo>
                    <a:pt x="10609" y="72688"/>
                    <a:pt x="10609" y="72688"/>
                    <a:pt x="11353" y="71944"/>
                  </a:cubicBezTo>
                  <a:cubicBezTo>
                    <a:pt x="13658" y="71871"/>
                    <a:pt x="15946" y="71847"/>
                    <a:pt x="18251" y="71855"/>
                  </a:cubicBezTo>
                  <a:cubicBezTo>
                    <a:pt x="18984" y="71854"/>
                    <a:pt x="19717" y="71853"/>
                    <a:pt x="20472" y="71853"/>
                  </a:cubicBezTo>
                  <a:cubicBezTo>
                    <a:pt x="22948" y="71852"/>
                    <a:pt x="25424" y="71856"/>
                    <a:pt x="27900" y="71860"/>
                  </a:cubicBezTo>
                  <a:cubicBezTo>
                    <a:pt x="29667" y="71860"/>
                    <a:pt x="31434" y="71860"/>
                    <a:pt x="33201" y="71859"/>
                  </a:cubicBezTo>
                  <a:cubicBezTo>
                    <a:pt x="37514" y="71859"/>
                    <a:pt x="41827" y="71862"/>
                    <a:pt x="46140" y="71867"/>
                  </a:cubicBezTo>
                  <a:cubicBezTo>
                    <a:pt x="51156" y="71872"/>
                    <a:pt x="56173" y="71874"/>
                    <a:pt x="61190" y="71874"/>
                  </a:cubicBezTo>
                  <a:cubicBezTo>
                    <a:pt x="70137" y="71876"/>
                    <a:pt x="79084" y="71881"/>
                    <a:pt x="88031" y="71888"/>
                  </a:cubicBezTo>
                  <a:cubicBezTo>
                    <a:pt x="96724" y="71895"/>
                    <a:pt x="105417" y="71900"/>
                    <a:pt x="114110" y="71903"/>
                  </a:cubicBezTo>
                  <a:cubicBezTo>
                    <a:pt x="114646" y="71903"/>
                    <a:pt x="115181" y="71904"/>
                    <a:pt x="115733" y="71904"/>
                  </a:cubicBezTo>
                  <a:cubicBezTo>
                    <a:pt x="118419" y="71905"/>
                    <a:pt x="121106" y="71906"/>
                    <a:pt x="123792" y="71907"/>
                  </a:cubicBezTo>
                  <a:cubicBezTo>
                    <a:pt x="146092" y="71914"/>
                    <a:pt x="168391" y="71928"/>
                    <a:pt x="190691" y="71944"/>
                  </a:cubicBezTo>
                  <a:cubicBezTo>
                    <a:pt x="190691" y="70716"/>
                    <a:pt x="190691" y="69488"/>
                    <a:pt x="190691" y="68223"/>
                  </a:cubicBezTo>
                  <a:cubicBezTo>
                    <a:pt x="189954" y="68223"/>
                    <a:pt x="189218" y="68223"/>
                    <a:pt x="188459" y="68223"/>
                  </a:cubicBezTo>
                  <a:cubicBezTo>
                    <a:pt x="188337" y="66697"/>
                    <a:pt x="188216" y="65171"/>
                    <a:pt x="188095" y="63645"/>
                  </a:cubicBezTo>
                  <a:cubicBezTo>
                    <a:pt x="187970" y="63192"/>
                    <a:pt x="187844" y="62738"/>
                    <a:pt x="187714" y="62270"/>
                  </a:cubicBezTo>
                  <a:cubicBezTo>
                    <a:pt x="186978" y="62025"/>
                    <a:pt x="186241" y="61779"/>
                    <a:pt x="185482" y="61526"/>
                  </a:cubicBezTo>
                  <a:cubicBezTo>
                    <a:pt x="185264" y="59988"/>
                    <a:pt x="185264" y="59988"/>
                    <a:pt x="185343" y="58131"/>
                  </a:cubicBezTo>
                  <a:cubicBezTo>
                    <a:pt x="185373" y="57209"/>
                    <a:pt x="185373" y="57209"/>
                    <a:pt x="185404" y="56268"/>
                  </a:cubicBezTo>
                  <a:cubicBezTo>
                    <a:pt x="185429" y="55793"/>
                    <a:pt x="185455" y="55318"/>
                    <a:pt x="185482" y="54829"/>
                  </a:cubicBezTo>
                  <a:cubicBezTo>
                    <a:pt x="184745" y="54829"/>
                    <a:pt x="184009" y="54829"/>
                    <a:pt x="183250" y="54829"/>
                  </a:cubicBezTo>
                  <a:cubicBezTo>
                    <a:pt x="182758" y="53390"/>
                    <a:pt x="182758" y="53390"/>
                    <a:pt x="182459" y="51527"/>
                  </a:cubicBezTo>
                  <a:cubicBezTo>
                    <a:pt x="182188" y="49712"/>
                    <a:pt x="182188" y="49712"/>
                    <a:pt x="181761" y="48132"/>
                  </a:cubicBezTo>
                  <a:cubicBezTo>
                    <a:pt x="181270" y="47886"/>
                    <a:pt x="180779" y="47641"/>
                    <a:pt x="180273" y="47388"/>
                  </a:cubicBezTo>
                  <a:cubicBezTo>
                    <a:pt x="179831" y="45417"/>
                    <a:pt x="179721" y="43450"/>
                    <a:pt x="179529" y="41434"/>
                  </a:cubicBezTo>
                  <a:cubicBezTo>
                    <a:pt x="178792" y="41434"/>
                    <a:pt x="178056" y="41434"/>
                    <a:pt x="177297" y="41434"/>
                  </a:cubicBezTo>
                  <a:cubicBezTo>
                    <a:pt x="177151" y="39908"/>
                    <a:pt x="177006" y="38382"/>
                    <a:pt x="176860" y="36856"/>
                  </a:cubicBezTo>
                  <a:cubicBezTo>
                    <a:pt x="176759" y="36402"/>
                    <a:pt x="176657" y="35949"/>
                    <a:pt x="176552" y="35481"/>
                  </a:cubicBezTo>
                  <a:cubicBezTo>
                    <a:pt x="176061" y="35236"/>
                    <a:pt x="175570" y="34990"/>
                    <a:pt x="175064" y="34737"/>
                  </a:cubicBezTo>
                  <a:cubicBezTo>
                    <a:pt x="174594" y="33193"/>
                    <a:pt x="174306" y="31644"/>
                    <a:pt x="173994" y="30060"/>
                  </a:cubicBezTo>
                  <a:cubicBezTo>
                    <a:pt x="173856" y="29639"/>
                    <a:pt x="173718" y="29218"/>
                    <a:pt x="173576" y="28784"/>
                  </a:cubicBezTo>
                  <a:cubicBezTo>
                    <a:pt x="173085" y="28784"/>
                    <a:pt x="172594" y="28784"/>
                    <a:pt x="172088" y="28784"/>
                  </a:cubicBezTo>
                  <a:cubicBezTo>
                    <a:pt x="172088" y="26328"/>
                    <a:pt x="172088" y="23873"/>
                    <a:pt x="172088" y="21343"/>
                  </a:cubicBezTo>
                  <a:cubicBezTo>
                    <a:pt x="177762" y="20598"/>
                    <a:pt x="177762" y="20598"/>
                    <a:pt x="180273" y="20598"/>
                  </a:cubicBezTo>
                  <a:cubicBezTo>
                    <a:pt x="180357" y="20115"/>
                    <a:pt x="180442" y="19632"/>
                    <a:pt x="180529" y="19133"/>
                  </a:cubicBezTo>
                  <a:cubicBezTo>
                    <a:pt x="180690" y="18635"/>
                    <a:pt x="180851" y="18136"/>
                    <a:pt x="181017" y="17622"/>
                  </a:cubicBezTo>
                  <a:cubicBezTo>
                    <a:pt x="183157" y="17216"/>
                    <a:pt x="185191" y="17249"/>
                    <a:pt x="187366" y="17227"/>
                  </a:cubicBezTo>
                  <a:cubicBezTo>
                    <a:pt x="187972" y="17111"/>
                    <a:pt x="188578" y="16996"/>
                    <a:pt x="189203" y="16878"/>
                  </a:cubicBezTo>
                  <a:cubicBezTo>
                    <a:pt x="189325" y="16383"/>
                    <a:pt x="189446" y="15888"/>
                    <a:pt x="189572" y="15378"/>
                  </a:cubicBezTo>
                  <a:cubicBezTo>
                    <a:pt x="189696" y="14891"/>
                    <a:pt x="189819" y="14403"/>
                    <a:pt x="189947" y="13901"/>
                  </a:cubicBezTo>
                  <a:cubicBezTo>
                    <a:pt x="191810" y="13611"/>
                    <a:pt x="191810" y="13611"/>
                    <a:pt x="194086" y="13715"/>
                  </a:cubicBezTo>
                  <a:cubicBezTo>
                    <a:pt x="194839" y="13742"/>
                    <a:pt x="195592" y="13769"/>
                    <a:pt x="196368" y="13797"/>
                  </a:cubicBezTo>
                  <a:cubicBezTo>
                    <a:pt x="196950" y="13831"/>
                    <a:pt x="197533" y="13866"/>
                    <a:pt x="198132" y="13901"/>
                  </a:cubicBezTo>
                  <a:cubicBezTo>
                    <a:pt x="198132" y="12919"/>
                    <a:pt x="198132" y="11937"/>
                    <a:pt x="198132" y="10925"/>
                  </a:cubicBezTo>
                  <a:cubicBezTo>
                    <a:pt x="201079" y="10679"/>
                    <a:pt x="204026" y="10434"/>
                    <a:pt x="207062" y="10180"/>
                  </a:cubicBezTo>
                  <a:cubicBezTo>
                    <a:pt x="207062" y="9198"/>
                    <a:pt x="207062" y="8216"/>
                    <a:pt x="207062" y="7204"/>
                  </a:cubicBezTo>
                  <a:cubicBezTo>
                    <a:pt x="207591" y="7176"/>
                    <a:pt x="208119" y="7148"/>
                    <a:pt x="208664" y="7120"/>
                  </a:cubicBezTo>
                  <a:cubicBezTo>
                    <a:pt x="209348" y="7071"/>
                    <a:pt x="210032" y="7022"/>
                    <a:pt x="210736" y="6971"/>
                  </a:cubicBezTo>
                  <a:cubicBezTo>
                    <a:pt x="211759" y="6907"/>
                    <a:pt x="211759" y="6907"/>
                    <a:pt x="212803" y="6841"/>
                  </a:cubicBezTo>
                  <a:cubicBezTo>
                    <a:pt x="213645" y="6652"/>
                    <a:pt x="213645" y="6652"/>
                    <a:pt x="214504" y="6460"/>
                  </a:cubicBezTo>
                  <a:cubicBezTo>
                    <a:pt x="214749" y="5723"/>
                    <a:pt x="214995" y="4986"/>
                    <a:pt x="215248" y="4227"/>
                  </a:cubicBezTo>
                  <a:cubicBezTo>
                    <a:pt x="217274" y="3847"/>
                    <a:pt x="217274" y="3847"/>
                    <a:pt x="219759" y="3716"/>
                  </a:cubicBezTo>
                  <a:cubicBezTo>
                    <a:pt x="220581" y="3667"/>
                    <a:pt x="221403" y="3618"/>
                    <a:pt x="222250" y="3568"/>
                  </a:cubicBezTo>
                  <a:cubicBezTo>
                    <a:pt x="222886" y="3540"/>
                    <a:pt x="223522" y="3512"/>
                    <a:pt x="224177" y="3483"/>
                  </a:cubicBezTo>
                  <a:cubicBezTo>
                    <a:pt x="224177" y="2501"/>
                    <a:pt x="224177" y="1519"/>
                    <a:pt x="224177" y="507"/>
                  </a:cubicBezTo>
                  <a:close/>
                </a:path>
              </a:pathLst>
            </a:custGeom>
            <a:grpFill/>
            <a:ln w="744" cap="flat">
              <a:noFill/>
              <a:prstDash val="solid"/>
              <a:miter/>
            </a:ln>
          </p:spPr>
          <p:txBody>
            <a:bodyPr rtlCol="0" anchor="ctr"/>
            <a:lstStyle/>
            <a:p>
              <a:endParaRPr lang="zh-CN" altLang="en-US"/>
            </a:p>
          </p:txBody>
        </p:sp>
        <p:sp>
          <p:nvSpPr>
            <p:cNvPr id="165" name="任意多边形: 形状 164"/>
            <p:cNvSpPr/>
            <p:nvPr/>
          </p:nvSpPr>
          <p:spPr>
            <a:xfrm>
              <a:off x="10984435" y="1390347"/>
              <a:ext cx="183261" cy="243269"/>
            </a:xfrm>
            <a:custGeom>
              <a:avLst/>
              <a:gdLst>
                <a:gd name="connsiteX0" fmla="*/ 91291 w 183265"/>
                <a:gd name="connsiteY0" fmla="*/ 30638 h 243262"/>
                <a:gd name="connsiteX1" fmla="*/ 84315 w 183265"/>
                <a:gd name="connsiteY1" fmla="*/ 30964 h 243262"/>
                <a:gd name="connsiteX2" fmla="*/ 83832 w 183265"/>
                <a:gd name="connsiteY2" fmla="*/ 32833 h 243262"/>
                <a:gd name="connsiteX3" fmla="*/ 83571 w 183265"/>
                <a:gd name="connsiteY3" fmla="*/ 34684 h 243262"/>
                <a:gd name="connsiteX4" fmla="*/ 81245 w 183265"/>
                <a:gd name="connsiteY4" fmla="*/ 35022 h 243262"/>
                <a:gd name="connsiteX5" fmla="*/ 73153 w 183265"/>
                <a:gd name="connsiteY5" fmla="*/ 34684 h 243262"/>
                <a:gd name="connsiteX6" fmla="*/ 71990 w 183265"/>
                <a:gd name="connsiteY6" fmla="*/ 36963 h 243262"/>
                <a:gd name="connsiteX7" fmla="*/ 71665 w 183265"/>
                <a:gd name="connsiteY7" fmla="*/ 38405 h 243262"/>
                <a:gd name="connsiteX8" fmla="*/ 65711 w 183265"/>
                <a:gd name="connsiteY8" fmla="*/ 37661 h 243262"/>
                <a:gd name="connsiteX9" fmla="*/ 64874 w 183265"/>
                <a:gd name="connsiteY9" fmla="*/ 39056 h 243262"/>
                <a:gd name="connsiteX10" fmla="*/ 64223 w 183265"/>
                <a:gd name="connsiteY10" fmla="*/ 40638 h 243262"/>
                <a:gd name="connsiteX11" fmla="*/ 59758 w 183265"/>
                <a:gd name="connsiteY11" fmla="*/ 41382 h 243262"/>
                <a:gd name="connsiteX12" fmla="*/ 59200 w 183265"/>
                <a:gd name="connsiteY12" fmla="*/ 42917 h 243262"/>
                <a:gd name="connsiteX13" fmla="*/ 59014 w 183265"/>
                <a:gd name="connsiteY13" fmla="*/ 44358 h 243262"/>
                <a:gd name="connsiteX14" fmla="*/ 57526 w 183265"/>
                <a:gd name="connsiteY14" fmla="*/ 44358 h 243262"/>
                <a:gd name="connsiteX15" fmla="*/ 54549 w 183265"/>
                <a:gd name="connsiteY15" fmla="*/ 48079 h 243262"/>
                <a:gd name="connsiteX16" fmla="*/ 52317 w 183265"/>
                <a:gd name="connsiteY16" fmla="*/ 48823 h 243262"/>
                <a:gd name="connsiteX17" fmla="*/ 51573 w 183265"/>
                <a:gd name="connsiteY17" fmla="*/ 51056 h 243262"/>
                <a:gd name="connsiteX18" fmla="*/ 49340 w 183265"/>
                <a:gd name="connsiteY18" fmla="*/ 51056 h 243262"/>
                <a:gd name="connsiteX19" fmla="*/ 48550 w 183265"/>
                <a:gd name="connsiteY19" fmla="*/ 52497 h 243262"/>
                <a:gd name="connsiteX20" fmla="*/ 47852 w 183265"/>
                <a:gd name="connsiteY20" fmla="*/ 54032 h 243262"/>
                <a:gd name="connsiteX21" fmla="*/ 46364 w 183265"/>
                <a:gd name="connsiteY21" fmla="*/ 54776 h 243262"/>
                <a:gd name="connsiteX22" fmla="*/ 45620 w 183265"/>
                <a:gd name="connsiteY22" fmla="*/ 58497 h 243262"/>
                <a:gd name="connsiteX23" fmla="*/ 44131 w 183265"/>
                <a:gd name="connsiteY23" fmla="*/ 58497 h 243262"/>
                <a:gd name="connsiteX24" fmla="*/ 43387 w 183265"/>
                <a:gd name="connsiteY24" fmla="*/ 61055 h 243262"/>
                <a:gd name="connsiteX25" fmla="*/ 42643 w 183265"/>
                <a:gd name="connsiteY25" fmla="*/ 63706 h 243262"/>
                <a:gd name="connsiteX26" fmla="*/ 41155 w 183265"/>
                <a:gd name="connsiteY26" fmla="*/ 64450 h 243262"/>
                <a:gd name="connsiteX27" fmla="*/ 40690 w 183265"/>
                <a:gd name="connsiteY27" fmla="*/ 66729 h 243262"/>
                <a:gd name="connsiteX28" fmla="*/ 40411 w 183265"/>
                <a:gd name="connsiteY28" fmla="*/ 68915 h 243262"/>
                <a:gd name="connsiteX29" fmla="*/ 38922 w 183265"/>
                <a:gd name="connsiteY29" fmla="*/ 68915 h 243262"/>
                <a:gd name="connsiteX30" fmla="*/ 37899 w 183265"/>
                <a:gd name="connsiteY30" fmla="*/ 73752 h 243262"/>
                <a:gd name="connsiteX31" fmla="*/ 37434 w 183265"/>
                <a:gd name="connsiteY31" fmla="*/ 77100 h 243262"/>
                <a:gd name="connsiteX32" fmla="*/ 35202 w 183265"/>
                <a:gd name="connsiteY32" fmla="*/ 78589 h 243262"/>
                <a:gd name="connsiteX33" fmla="*/ 34873 w 183265"/>
                <a:gd name="connsiteY33" fmla="*/ 80824 h 243262"/>
                <a:gd name="connsiteX34" fmla="*/ 34458 w 183265"/>
                <a:gd name="connsiteY34" fmla="*/ 88263 h 243262"/>
                <a:gd name="connsiteX35" fmla="*/ 32969 w 183265"/>
                <a:gd name="connsiteY35" fmla="*/ 89007 h 243262"/>
                <a:gd name="connsiteX36" fmla="*/ 32877 w 183265"/>
                <a:gd name="connsiteY36" fmla="*/ 92797 h 243262"/>
                <a:gd name="connsiteX37" fmla="*/ 32956 w 183265"/>
                <a:gd name="connsiteY37" fmla="*/ 96037 h 243262"/>
                <a:gd name="connsiteX38" fmla="*/ 33062 w 183265"/>
                <a:gd name="connsiteY38" fmla="*/ 101239 h 243262"/>
                <a:gd name="connsiteX39" fmla="*/ 33184 w 183265"/>
                <a:gd name="connsiteY39" fmla="*/ 106432 h 243262"/>
                <a:gd name="connsiteX40" fmla="*/ 33208 w 183265"/>
                <a:gd name="connsiteY40" fmla="*/ 108072 h 243262"/>
                <a:gd name="connsiteX41" fmla="*/ 32969 w 183265"/>
                <a:gd name="connsiteY41" fmla="*/ 113563 h 243262"/>
                <a:gd name="connsiteX42" fmla="*/ 31486 w 183265"/>
                <a:gd name="connsiteY42" fmla="*/ 114392 h 243262"/>
                <a:gd name="connsiteX43" fmla="*/ 29993 w 183265"/>
                <a:gd name="connsiteY43" fmla="*/ 115052 h 243262"/>
                <a:gd name="connsiteX44" fmla="*/ 29643 w 183265"/>
                <a:gd name="connsiteY44" fmla="*/ 116893 h 243262"/>
                <a:gd name="connsiteX45" fmla="*/ 29676 w 183265"/>
                <a:gd name="connsiteY45" fmla="*/ 119188 h 243262"/>
                <a:gd name="connsiteX46" fmla="*/ 29695 w 183265"/>
                <a:gd name="connsiteY46" fmla="*/ 121686 h 243262"/>
                <a:gd name="connsiteX47" fmla="*/ 29760 w 183265"/>
                <a:gd name="connsiteY47" fmla="*/ 124307 h 243262"/>
                <a:gd name="connsiteX48" fmla="*/ 30737 w 183265"/>
                <a:gd name="connsiteY48" fmla="*/ 135888 h 243262"/>
                <a:gd name="connsiteX49" fmla="*/ 32969 w 183265"/>
                <a:gd name="connsiteY49" fmla="*/ 136632 h 243262"/>
                <a:gd name="connsiteX50" fmla="*/ 33187 w 183265"/>
                <a:gd name="connsiteY50" fmla="*/ 138480 h 243262"/>
                <a:gd name="connsiteX51" fmla="*/ 33109 w 183265"/>
                <a:gd name="connsiteY51" fmla="*/ 140911 h 243262"/>
                <a:gd name="connsiteX52" fmla="*/ 33056 w 183265"/>
                <a:gd name="connsiteY52" fmla="*/ 143538 h 243262"/>
                <a:gd name="connsiteX53" fmla="*/ 32882 w 183265"/>
                <a:gd name="connsiteY53" fmla="*/ 149073 h 243262"/>
                <a:gd name="connsiteX54" fmla="*/ 32830 w 183265"/>
                <a:gd name="connsiteY54" fmla="*/ 151701 h 243262"/>
                <a:gd name="connsiteX55" fmla="*/ 32969 w 183265"/>
                <a:gd name="connsiteY55" fmla="*/ 155979 h 243262"/>
                <a:gd name="connsiteX56" fmla="*/ 35202 w 183265"/>
                <a:gd name="connsiteY56" fmla="*/ 156723 h 243262"/>
                <a:gd name="connsiteX57" fmla="*/ 35394 w 183265"/>
                <a:gd name="connsiteY57" fmla="*/ 158534 h 243262"/>
                <a:gd name="connsiteX58" fmla="*/ 35946 w 183265"/>
                <a:gd name="connsiteY58" fmla="*/ 166397 h 243262"/>
                <a:gd name="connsiteX59" fmla="*/ 38178 w 183265"/>
                <a:gd name="connsiteY59" fmla="*/ 166397 h 243262"/>
                <a:gd name="connsiteX60" fmla="*/ 38178 w 183265"/>
                <a:gd name="connsiteY60" fmla="*/ 172350 h 243262"/>
                <a:gd name="connsiteX61" fmla="*/ 39667 w 183265"/>
                <a:gd name="connsiteY61" fmla="*/ 173095 h 243262"/>
                <a:gd name="connsiteX62" fmla="*/ 41155 w 183265"/>
                <a:gd name="connsiteY62" fmla="*/ 173095 h 243262"/>
                <a:gd name="connsiteX63" fmla="*/ 40411 w 183265"/>
                <a:gd name="connsiteY63" fmla="*/ 178304 h 243262"/>
                <a:gd name="connsiteX64" fmla="*/ 43434 w 183265"/>
                <a:gd name="connsiteY64" fmla="*/ 182071 h 243262"/>
                <a:gd name="connsiteX65" fmla="*/ 44131 w 183265"/>
                <a:gd name="connsiteY65" fmla="*/ 184257 h 243262"/>
                <a:gd name="connsiteX66" fmla="*/ 45620 w 183265"/>
                <a:gd name="connsiteY66" fmla="*/ 185001 h 243262"/>
                <a:gd name="connsiteX67" fmla="*/ 46364 w 183265"/>
                <a:gd name="connsiteY67" fmla="*/ 187233 h 243262"/>
                <a:gd name="connsiteX68" fmla="*/ 48596 w 183265"/>
                <a:gd name="connsiteY68" fmla="*/ 188722 h 243262"/>
                <a:gd name="connsiteX69" fmla="*/ 49340 w 183265"/>
                <a:gd name="connsiteY69" fmla="*/ 190954 h 243262"/>
                <a:gd name="connsiteX70" fmla="*/ 53759 w 183265"/>
                <a:gd name="connsiteY70" fmla="*/ 195047 h 243262"/>
                <a:gd name="connsiteX71" fmla="*/ 57651 w 183265"/>
                <a:gd name="connsiteY71" fmla="*/ 198462 h 243262"/>
                <a:gd name="connsiteX72" fmla="*/ 59014 w 183265"/>
                <a:gd name="connsiteY72" fmla="*/ 199140 h 243262"/>
                <a:gd name="connsiteX73" fmla="*/ 59758 w 183265"/>
                <a:gd name="connsiteY73" fmla="*/ 202116 h 243262"/>
                <a:gd name="connsiteX74" fmla="*/ 61991 w 183265"/>
                <a:gd name="connsiteY74" fmla="*/ 202488 h 243262"/>
                <a:gd name="connsiteX75" fmla="*/ 64223 w 183265"/>
                <a:gd name="connsiteY75" fmla="*/ 202860 h 243262"/>
                <a:gd name="connsiteX76" fmla="*/ 64967 w 183265"/>
                <a:gd name="connsiteY76" fmla="*/ 205837 h 243262"/>
                <a:gd name="connsiteX77" fmla="*/ 67944 w 183265"/>
                <a:gd name="connsiteY77" fmla="*/ 206255 h 243262"/>
                <a:gd name="connsiteX78" fmla="*/ 70920 w 183265"/>
                <a:gd name="connsiteY78" fmla="*/ 206581 h 243262"/>
                <a:gd name="connsiteX79" fmla="*/ 71665 w 183265"/>
                <a:gd name="connsiteY79" fmla="*/ 208813 h 243262"/>
                <a:gd name="connsiteX80" fmla="*/ 75698 w 183265"/>
                <a:gd name="connsiteY80" fmla="*/ 209010 h 243262"/>
                <a:gd name="connsiteX81" fmla="*/ 77292 w 183265"/>
                <a:gd name="connsiteY81" fmla="*/ 208953 h 243262"/>
                <a:gd name="connsiteX82" fmla="*/ 80411 w 183265"/>
                <a:gd name="connsiteY82" fmla="*/ 208892 h 243262"/>
                <a:gd name="connsiteX83" fmla="*/ 82827 w 183265"/>
                <a:gd name="connsiteY83" fmla="*/ 208813 h 243262"/>
                <a:gd name="connsiteX84" fmla="*/ 82827 w 183265"/>
                <a:gd name="connsiteY84" fmla="*/ 211790 h 243262"/>
                <a:gd name="connsiteX85" fmla="*/ 85827 w 183265"/>
                <a:gd name="connsiteY85" fmla="*/ 212630 h 243262"/>
                <a:gd name="connsiteX86" fmla="*/ 87664 w 183265"/>
                <a:gd name="connsiteY86" fmla="*/ 212633 h 243262"/>
                <a:gd name="connsiteX87" fmla="*/ 89664 w 183265"/>
                <a:gd name="connsiteY87" fmla="*/ 212636 h 243262"/>
                <a:gd name="connsiteX88" fmla="*/ 91756 w 183265"/>
                <a:gd name="connsiteY88" fmla="*/ 212627 h 243262"/>
                <a:gd name="connsiteX89" fmla="*/ 93849 w 183265"/>
                <a:gd name="connsiteY89" fmla="*/ 212636 h 243262"/>
                <a:gd name="connsiteX90" fmla="*/ 95849 w 183265"/>
                <a:gd name="connsiteY90" fmla="*/ 212633 h 243262"/>
                <a:gd name="connsiteX91" fmla="*/ 100686 w 183265"/>
                <a:gd name="connsiteY91" fmla="*/ 211790 h 243262"/>
                <a:gd name="connsiteX92" fmla="*/ 100686 w 183265"/>
                <a:gd name="connsiteY92" fmla="*/ 208813 h 243262"/>
                <a:gd name="connsiteX93" fmla="*/ 112592 w 183265"/>
                <a:gd name="connsiteY93" fmla="*/ 208813 h 243262"/>
                <a:gd name="connsiteX94" fmla="*/ 112592 w 183265"/>
                <a:gd name="connsiteY94" fmla="*/ 205837 h 243262"/>
                <a:gd name="connsiteX95" fmla="*/ 117801 w 183265"/>
                <a:gd name="connsiteY95" fmla="*/ 205837 h 243262"/>
                <a:gd name="connsiteX96" fmla="*/ 118220 w 183265"/>
                <a:gd name="connsiteY96" fmla="*/ 203976 h 243262"/>
                <a:gd name="connsiteX97" fmla="*/ 118545 w 183265"/>
                <a:gd name="connsiteY97" fmla="*/ 202116 h 243262"/>
                <a:gd name="connsiteX98" fmla="*/ 120778 w 183265"/>
                <a:gd name="connsiteY98" fmla="*/ 202070 h 243262"/>
                <a:gd name="connsiteX99" fmla="*/ 123010 w 183265"/>
                <a:gd name="connsiteY99" fmla="*/ 202116 h 243262"/>
                <a:gd name="connsiteX100" fmla="*/ 123475 w 183265"/>
                <a:gd name="connsiteY100" fmla="*/ 200674 h 243262"/>
                <a:gd name="connsiteX101" fmla="*/ 123754 w 183265"/>
                <a:gd name="connsiteY101" fmla="*/ 199140 h 243262"/>
                <a:gd name="connsiteX102" fmla="*/ 126731 w 183265"/>
                <a:gd name="connsiteY102" fmla="*/ 198395 h 243262"/>
                <a:gd name="connsiteX103" fmla="*/ 127475 w 183265"/>
                <a:gd name="connsiteY103" fmla="*/ 195419 h 243262"/>
                <a:gd name="connsiteX104" fmla="*/ 130452 w 183265"/>
                <a:gd name="connsiteY104" fmla="*/ 195419 h 243262"/>
                <a:gd name="connsiteX105" fmla="*/ 131289 w 183265"/>
                <a:gd name="connsiteY105" fmla="*/ 193977 h 243262"/>
                <a:gd name="connsiteX106" fmla="*/ 131940 w 183265"/>
                <a:gd name="connsiteY106" fmla="*/ 192442 h 243262"/>
                <a:gd name="connsiteX107" fmla="*/ 133428 w 183265"/>
                <a:gd name="connsiteY107" fmla="*/ 191698 h 243262"/>
                <a:gd name="connsiteX108" fmla="*/ 134172 w 183265"/>
                <a:gd name="connsiteY108" fmla="*/ 188722 h 243262"/>
                <a:gd name="connsiteX109" fmla="*/ 136405 w 183265"/>
                <a:gd name="connsiteY109" fmla="*/ 188722 h 243262"/>
                <a:gd name="connsiteX110" fmla="*/ 136405 w 183265"/>
                <a:gd name="connsiteY110" fmla="*/ 185001 h 243262"/>
                <a:gd name="connsiteX111" fmla="*/ 138637 w 183265"/>
                <a:gd name="connsiteY111" fmla="*/ 185001 h 243262"/>
                <a:gd name="connsiteX112" fmla="*/ 139381 w 183265"/>
                <a:gd name="connsiteY112" fmla="*/ 179792 h 243262"/>
                <a:gd name="connsiteX113" fmla="*/ 140916 w 183265"/>
                <a:gd name="connsiteY113" fmla="*/ 178955 h 243262"/>
                <a:gd name="connsiteX114" fmla="*/ 142358 w 183265"/>
                <a:gd name="connsiteY114" fmla="*/ 178304 h 243262"/>
                <a:gd name="connsiteX115" fmla="*/ 142404 w 183265"/>
                <a:gd name="connsiteY115" fmla="*/ 176397 h 243262"/>
                <a:gd name="connsiteX116" fmla="*/ 142358 w 183265"/>
                <a:gd name="connsiteY116" fmla="*/ 174583 h 243262"/>
                <a:gd name="connsiteX117" fmla="*/ 144590 w 183265"/>
                <a:gd name="connsiteY117" fmla="*/ 173839 h 243262"/>
                <a:gd name="connsiteX118" fmla="*/ 144893 w 183265"/>
                <a:gd name="connsiteY118" fmla="*/ 172353 h 243262"/>
                <a:gd name="connsiteX119" fmla="*/ 145335 w 183265"/>
                <a:gd name="connsiteY119" fmla="*/ 167141 h 243262"/>
                <a:gd name="connsiteX120" fmla="*/ 147567 w 183265"/>
                <a:gd name="connsiteY120" fmla="*/ 165653 h 243262"/>
                <a:gd name="connsiteX121" fmla="*/ 147785 w 183265"/>
                <a:gd name="connsiteY121" fmla="*/ 163880 h 243262"/>
                <a:gd name="connsiteX122" fmla="*/ 147706 w 183265"/>
                <a:gd name="connsiteY122" fmla="*/ 161839 h 243262"/>
                <a:gd name="connsiteX123" fmla="*/ 147645 w 183265"/>
                <a:gd name="connsiteY123" fmla="*/ 159787 h 243262"/>
                <a:gd name="connsiteX124" fmla="*/ 147567 w 183265"/>
                <a:gd name="connsiteY124" fmla="*/ 158212 h 243262"/>
                <a:gd name="connsiteX125" fmla="*/ 149799 w 183265"/>
                <a:gd name="connsiteY125" fmla="*/ 158212 h 243262"/>
                <a:gd name="connsiteX126" fmla="*/ 150628 w 183265"/>
                <a:gd name="connsiteY126" fmla="*/ 154291 h 243262"/>
                <a:gd name="connsiteX127" fmla="*/ 150616 w 183265"/>
                <a:gd name="connsiteY127" fmla="*/ 152343 h 243262"/>
                <a:gd name="connsiteX128" fmla="*/ 150609 w 183265"/>
                <a:gd name="connsiteY128" fmla="*/ 150228 h 243262"/>
                <a:gd name="connsiteX129" fmla="*/ 150590 w 183265"/>
                <a:gd name="connsiteY129" fmla="*/ 148026 h 243262"/>
                <a:gd name="connsiteX130" fmla="*/ 150555 w 183265"/>
                <a:gd name="connsiteY130" fmla="*/ 141751 h 243262"/>
                <a:gd name="connsiteX131" fmla="*/ 150544 w 183265"/>
                <a:gd name="connsiteY131" fmla="*/ 140352 h 243262"/>
                <a:gd name="connsiteX132" fmla="*/ 152032 w 183265"/>
                <a:gd name="connsiteY132" fmla="*/ 140352 h 243262"/>
                <a:gd name="connsiteX133" fmla="*/ 152870 w 183265"/>
                <a:gd name="connsiteY133" fmla="*/ 137396 h 243262"/>
                <a:gd name="connsiteX134" fmla="*/ 152872 w 183265"/>
                <a:gd name="connsiteY134" fmla="*/ 135577 h 243262"/>
                <a:gd name="connsiteX135" fmla="*/ 152879 w 183265"/>
                <a:gd name="connsiteY135" fmla="*/ 133515 h 243262"/>
                <a:gd name="connsiteX136" fmla="*/ 152875 w 183265"/>
                <a:gd name="connsiteY136" fmla="*/ 131283 h 243262"/>
                <a:gd name="connsiteX137" fmla="*/ 152878 w 183265"/>
                <a:gd name="connsiteY137" fmla="*/ 126638 h 243262"/>
                <a:gd name="connsiteX138" fmla="*/ 152873 w 183265"/>
                <a:gd name="connsiteY138" fmla="*/ 119289 h 243262"/>
                <a:gd name="connsiteX139" fmla="*/ 152877 w 183265"/>
                <a:gd name="connsiteY139" fmla="*/ 114500 h 243262"/>
                <a:gd name="connsiteX140" fmla="*/ 152875 w 183265"/>
                <a:gd name="connsiteY140" fmla="*/ 112215 h 243262"/>
                <a:gd name="connsiteX141" fmla="*/ 152879 w 183265"/>
                <a:gd name="connsiteY141" fmla="*/ 109983 h 243262"/>
                <a:gd name="connsiteX142" fmla="*/ 152872 w 183265"/>
                <a:gd name="connsiteY142" fmla="*/ 107921 h 243262"/>
                <a:gd name="connsiteX143" fmla="*/ 152032 w 183265"/>
                <a:gd name="connsiteY143" fmla="*/ 103145 h 243262"/>
                <a:gd name="connsiteX144" fmla="*/ 150544 w 183265"/>
                <a:gd name="connsiteY144" fmla="*/ 103145 h 243262"/>
                <a:gd name="connsiteX145" fmla="*/ 150580 w 183265"/>
                <a:gd name="connsiteY145" fmla="*/ 98192 h 243262"/>
                <a:gd name="connsiteX146" fmla="*/ 150590 w 183265"/>
                <a:gd name="connsiteY146" fmla="*/ 96169 h 243262"/>
                <a:gd name="connsiteX147" fmla="*/ 150609 w 183265"/>
                <a:gd name="connsiteY147" fmla="*/ 94163 h 243262"/>
                <a:gd name="connsiteX148" fmla="*/ 150616 w 183265"/>
                <a:gd name="connsiteY148" fmla="*/ 92245 h 243262"/>
                <a:gd name="connsiteX149" fmla="*/ 149799 w 183265"/>
                <a:gd name="connsiteY149" fmla="*/ 87518 h 243262"/>
                <a:gd name="connsiteX150" fmla="*/ 147567 w 183265"/>
                <a:gd name="connsiteY150" fmla="*/ 87518 h 243262"/>
                <a:gd name="connsiteX151" fmla="*/ 147645 w 183265"/>
                <a:gd name="connsiteY151" fmla="*/ 85617 h 243262"/>
                <a:gd name="connsiteX152" fmla="*/ 147706 w 183265"/>
                <a:gd name="connsiteY152" fmla="*/ 83147 h 243262"/>
                <a:gd name="connsiteX153" fmla="*/ 147567 w 183265"/>
                <a:gd name="connsiteY153" fmla="*/ 78589 h 243262"/>
                <a:gd name="connsiteX154" fmla="*/ 145032 w 183265"/>
                <a:gd name="connsiteY154" fmla="*/ 75679 h 243262"/>
                <a:gd name="connsiteX155" fmla="*/ 144590 w 183265"/>
                <a:gd name="connsiteY155" fmla="*/ 71147 h 243262"/>
                <a:gd name="connsiteX156" fmla="*/ 142358 w 183265"/>
                <a:gd name="connsiteY156" fmla="*/ 70403 h 243262"/>
                <a:gd name="connsiteX157" fmla="*/ 142358 w 183265"/>
                <a:gd name="connsiteY157" fmla="*/ 65194 h 243262"/>
                <a:gd name="connsiteX158" fmla="*/ 140870 w 183265"/>
                <a:gd name="connsiteY158" fmla="*/ 64776 h 243262"/>
                <a:gd name="connsiteX159" fmla="*/ 139381 w 183265"/>
                <a:gd name="connsiteY159" fmla="*/ 64450 h 243262"/>
                <a:gd name="connsiteX160" fmla="*/ 139381 w 183265"/>
                <a:gd name="connsiteY160" fmla="*/ 59985 h 243262"/>
                <a:gd name="connsiteX161" fmla="*/ 137893 w 183265"/>
                <a:gd name="connsiteY161" fmla="*/ 59148 h 243262"/>
                <a:gd name="connsiteX162" fmla="*/ 136405 w 183265"/>
                <a:gd name="connsiteY162" fmla="*/ 58497 h 243262"/>
                <a:gd name="connsiteX163" fmla="*/ 136405 w 183265"/>
                <a:gd name="connsiteY163" fmla="*/ 55520 h 243262"/>
                <a:gd name="connsiteX164" fmla="*/ 134172 w 183265"/>
                <a:gd name="connsiteY164" fmla="*/ 54776 h 243262"/>
                <a:gd name="connsiteX165" fmla="*/ 134172 w 183265"/>
                <a:gd name="connsiteY165" fmla="*/ 52544 h 243262"/>
                <a:gd name="connsiteX166" fmla="*/ 131196 w 183265"/>
                <a:gd name="connsiteY166" fmla="*/ 51800 h 243262"/>
                <a:gd name="connsiteX167" fmla="*/ 131196 w 183265"/>
                <a:gd name="connsiteY167" fmla="*/ 48823 h 243262"/>
                <a:gd name="connsiteX168" fmla="*/ 129336 w 183265"/>
                <a:gd name="connsiteY168" fmla="*/ 48405 h 243262"/>
                <a:gd name="connsiteX169" fmla="*/ 127475 w 183265"/>
                <a:gd name="connsiteY169" fmla="*/ 48079 h 243262"/>
                <a:gd name="connsiteX170" fmla="*/ 127475 w 183265"/>
                <a:gd name="connsiteY170" fmla="*/ 45847 h 243262"/>
                <a:gd name="connsiteX171" fmla="*/ 123754 w 183265"/>
                <a:gd name="connsiteY171" fmla="*/ 44358 h 243262"/>
                <a:gd name="connsiteX172" fmla="*/ 123010 w 183265"/>
                <a:gd name="connsiteY172" fmla="*/ 41382 h 243262"/>
                <a:gd name="connsiteX173" fmla="*/ 120731 w 183265"/>
                <a:gd name="connsiteY173" fmla="*/ 41196 h 243262"/>
                <a:gd name="connsiteX174" fmla="*/ 118545 w 183265"/>
                <a:gd name="connsiteY174" fmla="*/ 41382 h 243262"/>
                <a:gd name="connsiteX175" fmla="*/ 117057 w 183265"/>
                <a:gd name="connsiteY175" fmla="*/ 37661 h 243262"/>
                <a:gd name="connsiteX176" fmla="*/ 114732 w 183265"/>
                <a:gd name="connsiteY176" fmla="*/ 37940 h 243262"/>
                <a:gd name="connsiteX177" fmla="*/ 112592 w 183265"/>
                <a:gd name="connsiteY177" fmla="*/ 38405 h 243262"/>
                <a:gd name="connsiteX178" fmla="*/ 111848 w 183265"/>
                <a:gd name="connsiteY178" fmla="*/ 34684 h 243262"/>
                <a:gd name="connsiteX179" fmla="*/ 107815 w 183265"/>
                <a:gd name="connsiteY179" fmla="*/ 34357 h 243262"/>
                <a:gd name="connsiteX180" fmla="*/ 106221 w 183265"/>
                <a:gd name="connsiteY180" fmla="*/ 34452 h 243262"/>
                <a:gd name="connsiteX181" fmla="*/ 103102 w 183265"/>
                <a:gd name="connsiteY181" fmla="*/ 34554 h 243262"/>
                <a:gd name="connsiteX182" fmla="*/ 100686 w 183265"/>
                <a:gd name="connsiteY182" fmla="*/ 34684 h 243262"/>
                <a:gd name="connsiteX183" fmla="*/ 100686 w 183265"/>
                <a:gd name="connsiteY183" fmla="*/ 32452 h 243262"/>
                <a:gd name="connsiteX184" fmla="*/ 93268 w 183265"/>
                <a:gd name="connsiteY184" fmla="*/ 30651 h 243262"/>
                <a:gd name="connsiteX185" fmla="*/ 91291 w 183265"/>
                <a:gd name="connsiteY185" fmla="*/ 30638 h 243262"/>
                <a:gd name="connsiteX186" fmla="*/ 76171 w 183265"/>
                <a:gd name="connsiteY186" fmla="*/ 0 h 243262"/>
                <a:gd name="connsiteX187" fmla="*/ 79062 w 183265"/>
                <a:gd name="connsiteY187" fmla="*/ 18 h 243262"/>
                <a:gd name="connsiteX188" fmla="*/ 82007 w 183265"/>
                <a:gd name="connsiteY188" fmla="*/ 10 h 243262"/>
                <a:gd name="connsiteX189" fmla="*/ 88185 w 183265"/>
                <a:gd name="connsiteY189" fmla="*/ 26 h 243262"/>
                <a:gd name="connsiteX190" fmla="*/ 96120 w 183265"/>
                <a:gd name="connsiteY190" fmla="*/ 15 h 243262"/>
                <a:gd name="connsiteX191" fmla="*/ 103666 w 183265"/>
                <a:gd name="connsiteY191" fmla="*/ 18 h 243262"/>
                <a:gd name="connsiteX192" fmla="*/ 106557 w 183265"/>
                <a:gd name="connsiteY192" fmla="*/ 0 h 243262"/>
                <a:gd name="connsiteX193" fmla="*/ 109213 w 183265"/>
                <a:gd name="connsiteY193" fmla="*/ 28 h 243262"/>
                <a:gd name="connsiteX194" fmla="*/ 111565 w 183265"/>
                <a:gd name="connsiteY194" fmla="*/ 36 h 243262"/>
                <a:gd name="connsiteX195" fmla="*/ 113316 w 183265"/>
                <a:gd name="connsiteY195" fmla="*/ 414 h 243262"/>
                <a:gd name="connsiteX196" fmla="*/ 114060 w 183265"/>
                <a:gd name="connsiteY196" fmla="*/ 3390 h 243262"/>
                <a:gd name="connsiteX197" fmla="*/ 118525 w 183265"/>
                <a:gd name="connsiteY197" fmla="*/ 3809 h 243262"/>
                <a:gd name="connsiteX198" fmla="*/ 122990 w 183265"/>
                <a:gd name="connsiteY198" fmla="*/ 4134 h 243262"/>
                <a:gd name="connsiteX199" fmla="*/ 123734 w 183265"/>
                <a:gd name="connsiteY199" fmla="*/ 6367 h 243262"/>
                <a:gd name="connsiteX200" fmla="*/ 126711 w 183265"/>
                <a:gd name="connsiteY200" fmla="*/ 6646 h 243262"/>
                <a:gd name="connsiteX201" fmla="*/ 129687 w 183265"/>
                <a:gd name="connsiteY201" fmla="*/ 7111 h 243262"/>
                <a:gd name="connsiteX202" fmla="*/ 130431 w 183265"/>
                <a:gd name="connsiteY202" fmla="*/ 10832 h 243262"/>
                <a:gd name="connsiteX203" fmla="*/ 135640 w 183265"/>
                <a:gd name="connsiteY203" fmla="*/ 10832 h 243262"/>
                <a:gd name="connsiteX204" fmla="*/ 136385 w 183265"/>
                <a:gd name="connsiteY204" fmla="*/ 13808 h 243262"/>
                <a:gd name="connsiteX205" fmla="*/ 140849 w 183265"/>
                <a:gd name="connsiteY205" fmla="*/ 14552 h 243262"/>
                <a:gd name="connsiteX206" fmla="*/ 141594 w 183265"/>
                <a:gd name="connsiteY206" fmla="*/ 16785 h 243262"/>
                <a:gd name="connsiteX207" fmla="*/ 143082 w 183265"/>
                <a:gd name="connsiteY207" fmla="*/ 17529 h 243262"/>
                <a:gd name="connsiteX208" fmla="*/ 145314 w 183265"/>
                <a:gd name="connsiteY208" fmla="*/ 20505 h 243262"/>
                <a:gd name="connsiteX209" fmla="*/ 146989 w 183265"/>
                <a:gd name="connsiteY209" fmla="*/ 21110 h 243262"/>
                <a:gd name="connsiteX210" fmla="*/ 152756 w 183265"/>
                <a:gd name="connsiteY210" fmla="*/ 26459 h 243262"/>
                <a:gd name="connsiteX211" fmla="*/ 154011 w 183265"/>
                <a:gd name="connsiteY211" fmla="*/ 27668 h 243262"/>
                <a:gd name="connsiteX212" fmla="*/ 156476 w 183265"/>
                <a:gd name="connsiteY212" fmla="*/ 31667 h 243262"/>
                <a:gd name="connsiteX213" fmla="*/ 157965 w 183265"/>
                <a:gd name="connsiteY213" fmla="*/ 32412 h 243262"/>
                <a:gd name="connsiteX214" fmla="*/ 158709 w 183265"/>
                <a:gd name="connsiteY214" fmla="*/ 34644 h 243262"/>
                <a:gd name="connsiteX215" fmla="*/ 160941 w 183265"/>
                <a:gd name="connsiteY215" fmla="*/ 36132 h 243262"/>
                <a:gd name="connsiteX216" fmla="*/ 161685 w 183265"/>
                <a:gd name="connsiteY216" fmla="*/ 38365 h 243262"/>
                <a:gd name="connsiteX217" fmla="*/ 162802 w 183265"/>
                <a:gd name="connsiteY217" fmla="*/ 39434 h 243262"/>
                <a:gd name="connsiteX218" fmla="*/ 164662 w 183265"/>
                <a:gd name="connsiteY218" fmla="*/ 43574 h 243262"/>
                <a:gd name="connsiteX219" fmla="*/ 166150 w 183265"/>
                <a:gd name="connsiteY219" fmla="*/ 44318 h 243262"/>
                <a:gd name="connsiteX220" fmla="*/ 167638 w 183265"/>
                <a:gd name="connsiteY220" fmla="*/ 48783 h 243262"/>
                <a:gd name="connsiteX221" fmla="*/ 169127 w 183265"/>
                <a:gd name="connsiteY221" fmla="*/ 49527 h 243262"/>
                <a:gd name="connsiteX222" fmla="*/ 169871 w 183265"/>
                <a:gd name="connsiteY222" fmla="*/ 55480 h 243262"/>
                <a:gd name="connsiteX223" fmla="*/ 172103 w 183265"/>
                <a:gd name="connsiteY223" fmla="*/ 55480 h 243262"/>
                <a:gd name="connsiteX224" fmla="*/ 171999 w 183265"/>
                <a:gd name="connsiteY224" fmla="*/ 56919 h 243262"/>
                <a:gd name="connsiteX225" fmla="*/ 171917 w 183265"/>
                <a:gd name="connsiteY225" fmla="*/ 58782 h 243262"/>
                <a:gd name="connsiteX226" fmla="*/ 171813 w 183265"/>
                <a:gd name="connsiteY226" fmla="*/ 60640 h 243262"/>
                <a:gd name="connsiteX227" fmla="*/ 172103 w 183265"/>
                <a:gd name="connsiteY227" fmla="*/ 62177 h 243262"/>
                <a:gd name="connsiteX228" fmla="*/ 173592 w 183265"/>
                <a:gd name="connsiteY228" fmla="*/ 62526 h 243262"/>
                <a:gd name="connsiteX229" fmla="*/ 175080 w 183265"/>
                <a:gd name="connsiteY229" fmla="*/ 62921 h 243262"/>
                <a:gd name="connsiteX230" fmla="*/ 175266 w 183265"/>
                <a:gd name="connsiteY230" fmla="*/ 66689 h 243262"/>
                <a:gd name="connsiteX231" fmla="*/ 175184 w 183265"/>
                <a:gd name="connsiteY231" fmla="*/ 68761 h 243262"/>
                <a:gd name="connsiteX232" fmla="*/ 175080 w 183265"/>
                <a:gd name="connsiteY232" fmla="*/ 70363 h 243262"/>
                <a:gd name="connsiteX233" fmla="*/ 177312 w 183265"/>
                <a:gd name="connsiteY233" fmla="*/ 70363 h 243262"/>
                <a:gd name="connsiteX234" fmla="*/ 177397 w 183265"/>
                <a:gd name="connsiteY234" fmla="*/ 72453 h 243262"/>
                <a:gd name="connsiteX235" fmla="*/ 177545 w 183265"/>
                <a:gd name="connsiteY235" fmla="*/ 75153 h 243262"/>
                <a:gd name="connsiteX236" fmla="*/ 177676 w 183265"/>
                <a:gd name="connsiteY236" fmla="*/ 77848 h 243262"/>
                <a:gd name="connsiteX237" fmla="*/ 178056 w 183265"/>
                <a:gd name="connsiteY237" fmla="*/ 80037 h 243262"/>
                <a:gd name="connsiteX238" fmla="*/ 180289 w 183265"/>
                <a:gd name="connsiteY238" fmla="*/ 80781 h 243262"/>
                <a:gd name="connsiteX239" fmla="*/ 180670 w 183265"/>
                <a:gd name="connsiteY239" fmla="*/ 84435 h 243262"/>
                <a:gd name="connsiteX240" fmla="*/ 180750 w 183265"/>
                <a:gd name="connsiteY240" fmla="*/ 86666 h 243262"/>
                <a:gd name="connsiteX241" fmla="*/ 180800 w 183265"/>
                <a:gd name="connsiteY241" fmla="*/ 89013 h 243262"/>
                <a:gd name="connsiteX242" fmla="*/ 180877 w 183265"/>
                <a:gd name="connsiteY242" fmla="*/ 91369 h 243262"/>
                <a:gd name="connsiteX243" fmla="*/ 181033 w 183265"/>
                <a:gd name="connsiteY243" fmla="*/ 97152 h 243262"/>
                <a:gd name="connsiteX244" fmla="*/ 183265 w 183265"/>
                <a:gd name="connsiteY244" fmla="*/ 97152 h 243262"/>
                <a:gd name="connsiteX245" fmla="*/ 183265 w 183265"/>
                <a:gd name="connsiteY245" fmla="*/ 146265 h 243262"/>
                <a:gd name="connsiteX246" fmla="*/ 181033 w 183265"/>
                <a:gd name="connsiteY246" fmla="*/ 146265 h 243262"/>
                <a:gd name="connsiteX247" fmla="*/ 180289 w 183265"/>
                <a:gd name="connsiteY247" fmla="*/ 162636 h 243262"/>
                <a:gd name="connsiteX248" fmla="*/ 178056 w 183265"/>
                <a:gd name="connsiteY248" fmla="*/ 162636 h 243262"/>
                <a:gd name="connsiteX249" fmla="*/ 177972 w 183265"/>
                <a:gd name="connsiteY249" fmla="*/ 164837 h 243262"/>
                <a:gd name="connsiteX250" fmla="*/ 177824 w 183265"/>
                <a:gd name="connsiteY250" fmla="*/ 167706 h 243262"/>
                <a:gd name="connsiteX251" fmla="*/ 177693 w 183265"/>
                <a:gd name="connsiteY251" fmla="*/ 170557 h 243262"/>
                <a:gd name="connsiteX252" fmla="*/ 175080 w 183265"/>
                <a:gd name="connsiteY252" fmla="*/ 175287 h 243262"/>
                <a:gd name="connsiteX253" fmla="*/ 175080 w 183265"/>
                <a:gd name="connsiteY253" fmla="*/ 177938 h 243262"/>
                <a:gd name="connsiteX254" fmla="*/ 175080 w 183265"/>
                <a:gd name="connsiteY254" fmla="*/ 180496 h 243262"/>
                <a:gd name="connsiteX255" fmla="*/ 172847 w 183265"/>
                <a:gd name="connsiteY255" fmla="*/ 181984 h 243262"/>
                <a:gd name="connsiteX256" fmla="*/ 172336 w 183265"/>
                <a:gd name="connsiteY256" fmla="*/ 185053 h 243262"/>
                <a:gd name="connsiteX257" fmla="*/ 172103 w 183265"/>
                <a:gd name="connsiteY257" fmla="*/ 187937 h 243262"/>
                <a:gd name="connsiteX258" fmla="*/ 169871 w 183265"/>
                <a:gd name="connsiteY258" fmla="*/ 187937 h 243262"/>
                <a:gd name="connsiteX259" fmla="*/ 169638 w 183265"/>
                <a:gd name="connsiteY259" fmla="*/ 190821 h 243262"/>
                <a:gd name="connsiteX260" fmla="*/ 169127 w 183265"/>
                <a:gd name="connsiteY260" fmla="*/ 193890 h 243262"/>
                <a:gd name="connsiteX261" fmla="*/ 166894 w 183265"/>
                <a:gd name="connsiteY261" fmla="*/ 195378 h 243262"/>
                <a:gd name="connsiteX262" fmla="*/ 166150 w 183265"/>
                <a:gd name="connsiteY262" fmla="*/ 199099 h 243262"/>
                <a:gd name="connsiteX263" fmla="*/ 164662 w 183265"/>
                <a:gd name="connsiteY263" fmla="*/ 199843 h 243262"/>
                <a:gd name="connsiteX264" fmla="*/ 163918 w 183265"/>
                <a:gd name="connsiteY264" fmla="*/ 202076 h 243262"/>
                <a:gd name="connsiteX265" fmla="*/ 161685 w 183265"/>
                <a:gd name="connsiteY265" fmla="*/ 205052 h 243262"/>
                <a:gd name="connsiteX266" fmla="*/ 160941 w 183265"/>
                <a:gd name="connsiteY266" fmla="*/ 206541 h 243262"/>
                <a:gd name="connsiteX267" fmla="*/ 158709 w 183265"/>
                <a:gd name="connsiteY267" fmla="*/ 208773 h 243262"/>
                <a:gd name="connsiteX268" fmla="*/ 158383 w 183265"/>
                <a:gd name="connsiteY268" fmla="*/ 210261 h 243262"/>
                <a:gd name="connsiteX269" fmla="*/ 157965 w 183265"/>
                <a:gd name="connsiteY269" fmla="*/ 211749 h 243262"/>
                <a:gd name="connsiteX270" fmla="*/ 155732 w 183265"/>
                <a:gd name="connsiteY270" fmla="*/ 212494 h 243262"/>
                <a:gd name="connsiteX271" fmla="*/ 154244 w 183265"/>
                <a:gd name="connsiteY271" fmla="*/ 215470 h 243262"/>
                <a:gd name="connsiteX272" fmla="*/ 152756 w 183265"/>
                <a:gd name="connsiteY272" fmla="*/ 215470 h 243262"/>
                <a:gd name="connsiteX273" fmla="*/ 152430 w 183265"/>
                <a:gd name="connsiteY273" fmla="*/ 216865 h 243262"/>
                <a:gd name="connsiteX274" fmla="*/ 149779 w 183265"/>
                <a:gd name="connsiteY274" fmla="*/ 219935 h 243262"/>
                <a:gd name="connsiteX275" fmla="*/ 149035 w 183265"/>
                <a:gd name="connsiteY275" fmla="*/ 222167 h 243262"/>
                <a:gd name="connsiteX276" fmla="*/ 147128 w 183265"/>
                <a:gd name="connsiteY276" fmla="*/ 222493 h 243262"/>
                <a:gd name="connsiteX277" fmla="*/ 145314 w 183265"/>
                <a:gd name="connsiteY277" fmla="*/ 222912 h 243262"/>
                <a:gd name="connsiteX278" fmla="*/ 145314 w 183265"/>
                <a:gd name="connsiteY278" fmla="*/ 225888 h 243262"/>
                <a:gd name="connsiteX279" fmla="*/ 141594 w 183265"/>
                <a:gd name="connsiteY279" fmla="*/ 226632 h 243262"/>
                <a:gd name="connsiteX280" fmla="*/ 141221 w 183265"/>
                <a:gd name="connsiteY280" fmla="*/ 228167 h 243262"/>
                <a:gd name="connsiteX281" fmla="*/ 140849 w 183265"/>
                <a:gd name="connsiteY281" fmla="*/ 229609 h 243262"/>
                <a:gd name="connsiteX282" fmla="*/ 137129 w 183265"/>
                <a:gd name="connsiteY282" fmla="*/ 229609 h 243262"/>
                <a:gd name="connsiteX283" fmla="*/ 136431 w 183265"/>
                <a:gd name="connsiteY283" fmla="*/ 231051 h 243262"/>
                <a:gd name="connsiteX284" fmla="*/ 135640 w 183265"/>
                <a:gd name="connsiteY284" fmla="*/ 232585 h 243262"/>
                <a:gd name="connsiteX285" fmla="*/ 133361 w 183265"/>
                <a:gd name="connsiteY285" fmla="*/ 232957 h 243262"/>
                <a:gd name="connsiteX286" fmla="*/ 131176 w 183265"/>
                <a:gd name="connsiteY286" fmla="*/ 233330 h 243262"/>
                <a:gd name="connsiteX287" fmla="*/ 130899 w 183265"/>
                <a:gd name="connsiteY287" fmla="*/ 234815 h 243262"/>
                <a:gd name="connsiteX288" fmla="*/ 130431 w 183265"/>
                <a:gd name="connsiteY288" fmla="*/ 236306 h 243262"/>
                <a:gd name="connsiteX289" fmla="*/ 126711 w 183265"/>
                <a:gd name="connsiteY289" fmla="*/ 236725 h 243262"/>
                <a:gd name="connsiteX290" fmla="*/ 122990 w 183265"/>
                <a:gd name="connsiteY290" fmla="*/ 237050 h 243262"/>
                <a:gd name="connsiteX291" fmla="*/ 122246 w 183265"/>
                <a:gd name="connsiteY291" fmla="*/ 239283 h 243262"/>
                <a:gd name="connsiteX292" fmla="*/ 117037 w 183265"/>
                <a:gd name="connsiteY292" fmla="*/ 240027 h 243262"/>
                <a:gd name="connsiteX293" fmla="*/ 114060 w 183265"/>
                <a:gd name="connsiteY293" fmla="*/ 240771 h 243262"/>
                <a:gd name="connsiteX294" fmla="*/ 113316 w 183265"/>
                <a:gd name="connsiteY294" fmla="*/ 243003 h 243262"/>
                <a:gd name="connsiteX295" fmla="*/ 109201 w 183265"/>
                <a:gd name="connsiteY295" fmla="*/ 243257 h 243262"/>
                <a:gd name="connsiteX296" fmla="*/ 106538 w 183265"/>
                <a:gd name="connsiteY296" fmla="*/ 243256 h 243262"/>
                <a:gd name="connsiteX297" fmla="*/ 103639 w 183265"/>
                <a:gd name="connsiteY297" fmla="*/ 243221 h 243262"/>
                <a:gd name="connsiteX298" fmla="*/ 100690 w 183265"/>
                <a:gd name="connsiteY298" fmla="*/ 243212 h 243262"/>
                <a:gd name="connsiteX299" fmla="*/ 92913 w 183265"/>
                <a:gd name="connsiteY299" fmla="*/ 243157 h 243262"/>
                <a:gd name="connsiteX300" fmla="*/ 84982 w 183265"/>
                <a:gd name="connsiteY300" fmla="*/ 243112 h 243262"/>
                <a:gd name="connsiteX301" fmla="*/ 69412 w 183265"/>
                <a:gd name="connsiteY301" fmla="*/ 243003 h 243262"/>
                <a:gd name="connsiteX302" fmla="*/ 69412 w 183265"/>
                <a:gd name="connsiteY302" fmla="*/ 240771 h 243262"/>
                <a:gd name="connsiteX303" fmla="*/ 65691 w 183265"/>
                <a:gd name="connsiteY303" fmla="*/ 240027 h 243262"/>
                <a:gd name="connsiteX304" fmla="*/ 62854 w 183265"/>
                <a:gd name="connsiteY304" fmla="*/ 239608 h 243262"/>
                <a:gd name="connsiteX305" fmla="*/ 60482 w 183265"/>
                <a:gd name="connsiteY305" fmla="*/ 239283 h 243262"/>
                <a:gd name="connsiteX306" fmla="*/ 60482 w 183265"/>
                <a:gd name="connsiteY306" fmla="*/ 236306 h 243262"/>
                <a:gd name="connsiteX307" fmla="*/ 58881 w 183265"/>
                <a:gd name="connsiteY307" fmla="*/ 236411 h 243262"/>
                <a:gd name="connsiteX308" fmla="*/ 56808 w 183265"/>
                <a:gd name="connsiteY308" fmla="*/ 236492 h 243262"/>
                <a:gd name="connsiteX309" fmla="*/ 54741 w 183265"/>
                <a:gd name="connsiteY309" fmla="*/ 236597 h 243262"/>
                <a:gd name="connsiteX310" fmla="*/ 53041 w 183265"/>
                <a:gd name="connsiteY310" fmla="*/ 236306 h 243262"/>
                <a:gd name="connsiteX311" fmla="*/ 52297 w 183265"/>
                <a:gd name="connsiteY311" fmla="*/ 233330 h 243262"/>
                <a:gd name="connsiteX312" fmla="*/ 47088 w 183265"/>
                <a:gd name="connsiteY312" fmla="*/ 232585 h 243262"/>
                <a:gd name="connsiteX313" fmla="*/ 47088 w 183265"/>
                <a:gd name="connsiteY313" fmla="*/ 229609 h 243262"/>
                <a:gd name="connsiteX314" fmla="*/ 42623 w 183265"/>
                <a:gd name="connsiteY314" fmla="*/ 229609 h 243262"/>
                <a:gd name="connsiteX315" fmla="*/ 42623 w 183265"/>
                <a:gd name="connsiteY315" fmla="*/ 226632 h 243262"/>
                <a:gd name="connsiteX316" fmla="*/ 38902 w 183265"/>
                <a:gd name="connsiteY316" fmla="*/ 225144 h 243262"/>
                <a:gd name="connsiteX317" fmla="*/ 38158 w 183265"/>
                <a:gd name="connsiteY317" fmla="*/ 222912 h 243262"/>
                <a:gd name="connsiteX318" fmla="*/ 36623 w 183265"/>
                <a:gd name="connsiteY318" fmla="*/ 222540 h 243262"/>
                <a:gd name="connsiteX319" fmla="*/ 35181 w 183265"/>
                <a:gd name="connsiteY319" fmla="*/ 222167 h 243262"/>
                <a:gd name="connsiteX320" fmla="*/ 35181 w 183265"/>
                <a:gd name="connsiteY320" fmla="*/ 219935 h 243262"/>
                <a:gd name="connsiteX321" fmla="*/ 32205 w 183265"/>
                <a:gd name="connsiteY321" fmla="*/ 219191 h 243262"/>
                <a:gd name="connsiteX322" fmla="*/ 31461 w 183265"/>
                <a:gd name="connsiteY322" fmla="*/ 216958 h 243262"/>
                <a:gd name="connsiteX323" fmla="*/ 27740 w 183265"/>
                <a:gd name="connsiteY323" fmla="*/ 213238 h 243262"/>
                <a:gd name="connsiteX324" fmla="*/ 21043 w 183265"/>
                <a:gd name="connsiteY324" fmla="*/ 202820 h 243262"/>
                <a:gd name="connsiteX325" fmla="*/ 18810 w 183265"/>
                <a:gd name="connsiteY325" fmla="*/ 202820 h 243262"/>
                <a:gd name="connsiteX326" fmla="*/ 18950 w 183265"/>
                <a:gd name="connsiteY326" fmla="*/ 201052 h 243262"/>
                <a:gd name="connsiteX327" fmla="*/ 18810 w 183265"/>
                <a:gd name="connsiteY327" fmla="*/ 199099 h 243262"/>
                <a:gd name="connsiteX328" fmla="*/ 16578 w 183265"/>
                <a:gd name="connsiteY328" fmla="*/ 197611 h 243262"/>
                <a:gd name="connsiteX329" fmla="*/ 15834 w 183265"/>
                <a:gd name="connsiteY329" fmla="*/ 192402 h 243262"/>
                <a:gd name="connsiteX330" fmla="*/ 13601 w 183265"/>
                <a:gd name="connsiteY330" fmla="*/ 192402 h 243262"/>
                <a:gd name="connsiteX331" fmla="*/ 12113 w 183265"/>
                <a:gd name="connsiteY331" fmla="*/ 187193 h 243262"/>
                <a:gd name="connsiteX332" fmla="*/ 10625 w 183265"/>
                <a:gd name="connsiteY332" fmla="*/ 187193 h 243262"/>
                <a:gd name="connsiteX333" fmla="*/ 10625 w 183265"/>
                <a:gd name="connsiteY333" fmla="*/ 179751 h 243262"/>
                <a:gd name="connsiteX334" fmla="*/ 8392 w 183265"/>
                <a:gd name="connsiteY334" fmla="*/ 179751 h 243262"/>
                <a:gd name="connsiteX335" fmla="*/ 7648 w 183265"/>
                <a:gd name="connsiteY335" fmla="*/ 170822 h 243262"/>
                <a:gd name="connsiteX336" fmla="*/ 5416 w 183265"/>
                <a:gd name="connsiteY336" fmla="*/ 170822 h 243262"/>
                <a:gd name="connsiteX337" fmla="*/ 4672 w 183265"/>
                <a:gd name="connsiteY337" fmla="*/ 160404 h 243262"/>
                <a:gd name="connsiteX338" fmla="*/ 2439 w 183265"/>
                <a:gd name="connsiteY338" fmla="*/ 160404 h 243262"/>
                <a:gd name="connsiteX339" fmla="*/ 2395 w 183265"/>
                <a:gd name="connsiteY339" fmla="*/ 158913 h 243262"/>
                <a:gd name="connsiteX340" fmla="*/ 2160 w 183265"/>
                <a:gd name="connsiteY340" fmla="*/ 152265 h 243262"/>
                <a:gd name="connsiteX341" fmla="*/ 2090 w 183265"/>
                <a:gd name="connsiteY341" fmla="*/ 149918 h 243262"/>
                <a:gd name="connsiteX342" fmla="*/ 2003 w 183265"/>
                <a:gd name="connsiteY342" fmla="*/ 147687 h 243262"/>
                <a:gd name="connsiteX343" fmla="*/ 1932 w 183265"/>
                <a:gd name="connsiteY343" fmla="*/ 145620 h 243262"/>
                <a:gd name="connsiteX344" fmla="*/ 1695 w 183265"/>
                <a:gd name="connsiteY344" fmla="*/ 144033 h 243262"/>
                <a:gd name="connsiteX345" fmla="*/ 207 w 183265"/>
                <a:gd name="connsiteY345" fmla="*/ 143289 h 243262"/>
                <a:gd name="connsiteX346" fmla="*/ 14 w 183265"/>
                <a:gd name="connsiteY346" fmla="*/ 139459 h 243262"/>
                <a:gd name="connsiteX347" fmla="*/ 0 w 183265"/>
                <a:gd name="connsiteY347" fmla="*/ 136983 h 243262"/>
                <a:gd name="connsiteX348" fmla="*/ 9 w 183265"/>
                <a:gd name="connsiteY348" fmla="*/ 134289 h 243262"/>
                <a:gd name="connsiteX349" fmla="*/ 5 w 183265"/>
                <a:gd name="connsiteY349" fmla="*/ 131545 h 243262"/>
                <a:gd name="connsiteX350" fmla="*/ 13 w 183265"/>
                <a:gd name="connsiteY350" fmla="*/ 125787 h 243262"/>
                <a:gd name="connsiteX351" fmla="*/ 3 w 183265"/>
                <a:gd name="connsiteY351" fmla="*/ 116938 h 243262"/>
                <a:gd name="connsiteX352" fmla="*/ 9 w 183265"/>
                <a:gd name="connsiteY352" fmla="*/ 111360 h 243262"/>
                <a:gd name="connsiteX353" fmla="*/ 0 w 183265"/>
                <a:gd name="connsiteY353" fmla="*/ 108666 h 243262"/>
                <a:gd name="connsiteX354" fmla="*/ 14 w 183265"/>
                <a:gd name="connsiteY354" fmla="*/ 106191 h 243262"/>
                <a:gd name="connsiteX355" fmla="*/ 18 w 183265"/>
                <a:gd name="connsiteY355" fmla="*/ 103999 h 243262"/>
                <a:gd name="connsiteX356" fmla="*/ 207 w 183265"/>
                <a:gd name="connsiteY356" fmla="*/ 102361 h 243262"/>
                <a:gd name="connsiteX357" fmla="*/ 1695 w 183265"/>
                <a:gd name="connsiteY357" fmla="*/ 101617 h 243262"/>
                <a:gd name="connsiteX358" fmla="*/ 2003 w 183265"/>
                <a:gd name="connsiteY358" fmla="*/ 97475 h 243262"/>
                <a:gd name="connsiteX359" fmla="*/ 2090 w 183265"/>
                <a:gd name="connsiteY359" fmla="*/ 94938 h 243262"/>
                <a:gd name="connsiteX360" fmla="*/ 2160 w 183265"/>
                <a:gd name="connsiteY360" fmla="*/ 92268 h 243262"/>
                <a:gd name="connsiteX361" fmla="*/ 2247 w 183265"/>
                <a:gd name="connsiteY361" fmla="*/ 89590 h 243262"/>
                <a:gd name="connsiteX362" fmla="*/ 2439 w 183265"/>
                <a:gd name="connsiteY362" fmla="*/ 83013 h 243262"/>
                <a:gd name="connsiteX363" fmla="*/ 3927 w 183265"/>
                <a:gd name="connsiteY363" fmla="*/ 83013 h 243262"/>
                <a:gd name="connsiteX364" fmla="*/ 5090 w 183265"/>
                <a:gd name="connsiteY364" fmla="*/ 76967 h 243262"/>
                <a:gd name="connsiteX365" fmla="*/ 5279 w 183265"/>
                <a:gd name="connsiteY365" fmla="*/ 74496 h 243262"/>
                <a:gd name="connsiteX366" fmla="*/ 5416 w 183265"/>
                <a:gd name="connsiteY366" fmla="*/ 72595 h 243262"/>
                <a:gd name="connsiteX367" fmla="*/ 7648 w 183265"/>
                <a:gd name="connsiteY367" fmla="*/ 72595 h 243262"/>
                <a:gd name="connsiteX368" fmla="*/ 7759 w 183265"/>
                <a:gd name="connsiteY368" fmla="*/ 70668 h 243262"/>
                <a:gd name="connsiteX369" fmla="*/ 7927 w 183265"/>
                <a:gd name="connsiteY369" fmla="*/ 68177 h 243262"/>
                <a:gd name="connsiteX370" fmla="*/ 8084 w 183265"/>
                <a:gd name="connsiteY370" fmla="*/ 65692 h 243262"/>
                <a:gd name="connsiteX371" fmla="*/ 8392 w 183265"/>
                <a:gd name="connsiteY371" fmla="*/ 63666 h 243262"/>
                <a:gd name="connsiteX372" fmla="*/ 9881 w 183265"/>
                <a:gd name="connsiteY372" fmla="*/ 62921 h 243262"/>
                <a:gd name="connsiteX373" fmla="*/ 10296 w 183265"/>
                <a:gd name="connsiteY373" fmla="*/ 57736 h 243262"/>
                <a:gd name="connsiteX374" fmla="*/ 10625 w 183265"/>
                <a:gd name="connsiteY374" fmla="*/ 56224 h 243262"/>
                <a:gd name="connsiteX375" fmla="*/ 12857 w 183265"/>
                <a:gd name="connsiteY375" fmla="*/ 55480 h 243262"/>
                <a:gd name="connsiteX376" fmla="*/ 13601 w 183265"/>
                <a:gd name="connsiteY376" fmla="*/ 50271 h 243262"/>
                <a:gd name="connsiteX377" fmla="*/ 15090 w 183265"/>
                <a:gd name="connsiteY377" fmla="*/ 50271 h 243262"/>
                <a:gd name="connsiteX378" fmla="*/ 15787 w 183265"/>
                <a:gd name="connsiteY378" fmla="*/ 48039 h 243262"/>
                <a:gd name="connsiteX379" fmla="*/ 16578 w 183265"/>
                <a:gd name="connsiteY379" fmla="*/ 45806 h 243262"/>
                <a:gd name="connsiteX380" fmla="*/ 18810 w 183265"/>
                <a:gd name="connsiteY380" fmla="*/ 45806 h 243262"/>
                <a:gd name="connsiteX381" fmla="*/ 18810 w 183265"/>
                <a:gd name="connsiteY381" fmla="*/ 41341 h 243262"/>
                <a:gd name="connsiteX382" fmla="*/ 21043 w 183265"/>
                <a:gd name="connsiteY382" fmla="*/ 41341 h 243262"/>
                <a:gd name="connsiteX383" fmla="*/ 21275 w 183265"/>
                <a:gd name="connsiteY383" fmla="*/ 39248 h 243262"/>
                <a:gd name="connsiteX384" fmla="*/ 24019 w 183265"/>
                <a:gd name="connsiteY384" fmla="*/ 34644 h 243262"/>
                <a:gd name="connsiteX385" fmla="*/ 24763 w 183265"/>
                <a:gd name="connsiteY385" fmla="*/ 32412 h 243262"/>
                <a:gd name="connsiteX386" fmla="*/ 26996 w 183265"/>
                <a:gd name="connsiteY386" fmla="*/ 30923 h 243262"/>
                <a:gd name="connsiteX387" fmla="*/ 27740 w 183265"/>
                <a:gd name="connsiteY387" fmla="*/ 28691 h 243262"/>
                <a:gd name="connsiteX388" fmla="*/ 31461 w 183265"/>
                <a:gd name="connsiteY388" fmla="*/ 25714 h 243262"/>
                <a:gd name="connsiteX389" fmla="*/ 34437 w 183265"/>
                <a:gd name="connsiteY389" fmla="*/ 21250 h 243262"/>
                <a:gd name="connsiteX390" fmla="*/ 38158 w 183265"/>
                <a:gd name="connsiteY390" fmla="*/ 20505 h 243262"/>
                <a:gd name="connsiteX391" fmla="*/ 38902 w 183265"/>
                <a:gd name="connsiteY391" fmla="*/ 18273 h 243262"/>
                <a:gd name="connsiteX392" fmla="*/ 40437 w 183265"/>
                <a:gd name="connsiteY392" fmla="*/ 17947 h 243262"/>
                <a:gd name="connsiteX393" fmla="*/ 41879 w 183265"/>
                <a:gd name="connsiteY393" fmla="*/ 17529 h 243262"/>
                <a:gd name="connsiteX394" fmla="*/ 41879 w 183265"/>
                <a:gd name="connsiteY394" fmla="*/ 14552 h 243262"/>
                <a:gd name="connsiteX395" fmla="*/ 44065 w 183265"/>
                <a:gd name="connsiteY395" fmla="*/ 14366 h 243262"/>
                <a:gd name="connsiteX396" fmla="*/ 46344 w 183265"/>
                <a:gd name="connsiteY396" fmla="*/ 13808 h 243262"/>
                <a:gd name="connsiteX397" fmla="*/ 46669 w 183265"/>
                <a:gd name="connsiteY397" fmla="*/ 12273 h 243262"/>
                <a:gd name="connsiteX398" fmla="*/ 47088 w 183265"/>
                <a:gd name="connsiteY398" fmla="*/ 10832 h 243262"/>
                <a:gd name="connsiteX399" fmla="*/ 49692 w 183265"/>
                <a:gd name="connsiteY399" fmla="*/ 10878 h 243262"/>
                <a:gd name="connsiteX400" fmla="*/ 52297 w 183265"/>
                <a:gd name="connsiteY400" fmla="*/ 10832 h 243262"/>
                <a:gd name="connsiteX401" fmla="*/ 52622 w 183265"/>
                <a:gd name="connsiteY401" fmla="*/ 9018 h 243262"/>
                <a:gd name="connsiteX402" fmla="*/ 53041 w 183265"/>
                <a:gd name="connsiteY402" fmla="*/ 7111 h 243262"/>
                <a:gd name="connsiteX403" fmla="*/ 57645 w 183265"/>
                <a:gd name="connsiteY403" fmla="*/ 6617 h 243262"/>
                <a:gd name="connsiteX404" fmla="*/ 58994 w 183265"/>
                <a:gd name="connsiteY404" fmla="*/ 6367 h 243262"/>
                <a:gd name="connsiteX405" fmla="*/ 59738 w 183265"/>
                <a:gd name="connsiteY405" fmla="*/ 4134 h 243262"/>
                <a:gd name="connsiteX406" fmla="*/ 66668 w 183265"/>
                <a:gd name="connsiteY406" fmla="*/ 3765 h 243262"/>
                <a:gd name="connsiteX407" fmla="*/ 68668 w 183265"/>
                <a:gd name="connsiteY407" fmla="*/ 3390 h 243262"/>
                <a:gd name="connsiteX408" fmla="*/ 68908 w 183265"/>
                <a:gd name="connsiteY408" fmla="*/ 1902 h 243262"/>
                <a:gd name="connsiteX409" fmla="*/ 69412 w 183265"/>
                <a:gd name="connsiteY409" fmla="*/ 414 h 243262"/>
                <a:gd name="connsiteX410" fmla="*/ 73515 w 183265"/>
                <a:gd name="connsiteY410" fmla="*/ 28 h 243262"/>
                <a:gd name="connsiteX411" fmla="*/ 76171 w 183265"/>
                <a:gd name="connsiteY411" fmla="*/ 0 h 24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Lst>
              <a:rect l="l" t="t" r="r" b="b"/>
              <a:pathLst>
                <a:path w="183265" h="243262">
                  <a:moveTo>
                    <a:pt x="91291" y="30638"/>
                  </a:moveTo>
                  <a:cubicBezTo>
                    <a:pt x="88928" y="30550"/>
                    <a:pt x="86624" y="30391"/>
                    <a:pt x="84315" y="30964"/>
                  </a:cubicBezTo>
                  <a:cubicBezTo>
                    <a:pt x="84151" y="31599"/>
                    <a:pt x="83992" y="32216"/>
                    <a:pt x="83832" y="32833"/>
                  </a:cubicBezTo>
                  <a:cubicBezTo>
                    <a:pt x="83700" y="33768"/>
                    <a:pt x="83700" y="33768"/>
                    <a:pt x="83571" y="34684"/>
                  </a:cubicBezTo>
                  <a:cubicBezTo>
                    <a:pt x="82780" y="34799"/>
                    <a:pt x="82013" y="34910"/>
                    <a:pt x="81245" y="35022"/>
                  </a:cubicBezTo>
                  <a:cubicBezTo>
                    <a:pt x="78548" y="34880"/>
                    <a:pt x="75854" y="34752"/>
                    <a:pt x="73153" y="34684"/>
                  </a:cubicBezTo>
                  <a:cubicBezTo>
                    <a:pt x="72409" y="35429"/>
                    <a:pt x="72409" y="35429"/>
                    <a:pt x="71990" y="36963"/>
                  </a:cubicBezTo>
                  <a:cubicBezTo>
                    <a:pt x="71879" y="37454"/>
                    <a:pt x="71772" y="37929"/>
                    <a:pt x="71665" y="38405"/>
                  </a:cubicBezTo>
                  <a:cubicBezTo>
                    <a:pt x="69601" y="38006"/>
                    <a:pt x="67795" y="37618"/>
                    <a:pt x="65711" y="37661"/>
                  </a:cubicBezTo>
                  <a:cubicBezTo>
                    <a:pt x="65427" y="38135"/>
                    <a:pt x="65151" y="38596"/>
                    <a:pt x="64874" y="39056"/>
                  </a:cubicBezTo>
                  <a:cubicBezTo>
                    <a:pt x="64653" y="39594"/>
                    <a:pt x="64438" y="40116"/>
                    <a:pt x="64223" y="40638"/>
                  </a:cubicBezTo>
                  <a:cubicBezTo>
                    <a:pt x="62734" y="40881"/>
                    <a:pt x="61246" y="41129"/>
                    <a:pt x="59758" y="41382"/>
                  </a:cubicBezTo>
                  <a:cubicBezTo>
                    <a:pt x="59569" y="41904"/>
                    <a:pt x="59384" y="42410"/>
                    <a:pt x="59200" y="42917"/>
                  </a:cubicBezTo>
                  <a:cubicBezTo>
                    <a:pt x="59137" y="43407"/>
                    <a:pt x="59076" y="43882"/>
                    <a:pt x="59014" y="44358"/>
                  </a:cubicBezTo>
                  <a:cubicBezTo>
                    <a:pt x="58508" y="44358"/>
                    <a:pt x="58017" y="44358"/>
                    <a:pt x="57526" y="44358"/>
                  </a:cubicBezTo>
                  <a:cubicBezTo>
                    <a:pt x="56538" y="45602"/>
                    <a:pt x="55545" y="46842"/>
                    <a:pt x="54549" y="48079"/>
                  </a:cubicBezTo>
                  <a:cubicBezTo>
                    <a:pt x="53790" y="48332"/>
                    <a:pt x="53054" y="48578"/>
                    <a:pt x="52317" y="48823"/>
                  </a:cubicBezTo>
                  <a:cubicBezTo>
                    <a:pt x="52064" y="49582"/>
                    <a:pt x="51818" y="50319"/>
                    <a:pt x="51573" y="51056"/>
                  </a:cubicBezTo>
                  <a:cubicBezTo>
                    <a:pt x="50814" y="51056"/>
                    <a:pt x="50077" y="51056"/>
                    <a:pt x="49340" y="51056"/>
                  </a:cubicBezTo>
                  <a:cubicBezTo>
                    <a:pt x="48941" y="51784"/>
                    <a:pt x="48941" y="51784"/>
                    <a:pt x="48550" y="52497"/>
                  </a:cubicBezTo>
                  <a:cubicBezTo>
                    <a:pt x="48313" y="53019"/>
                    <a:pt x="48082" y="53526"/>
                    <a:pt x="47852" y="54032"/>
                  </a:cubicBezTo>
                  <a:cubicBezTo>
                    <a:pt x="47346" y="54285"/>
                    <a:pt x="46855" y="54531"/>
                    <a:pt x="46364" y="54776"/>
                  </a:cubicBezTo>
                  <a:cubicBezTo>
                    <a:pt x="46122" y="56018"/>
                    <a:pt x="45874" y="57258"/>
                    <a:pt x="45620" y="58497"/>
                  </a:cubicBezTo>
                  <a:cubicBezTo>
                    <a:pt x="45114" y="58497"/>
                    <a:pt x="44623" y="58497"/>
                    <a:pt x="44131" y="58497"/>
                  </a:cubicBezTo>
                  <a:cubicBezTo>
                    <a:pt x="43878" y="59367"/>
                    <a:pt x="43633" y="60211"/>
                    <a:pt x="43387" y="61055"/>
                  </a:cubicBezTo>
                  <a:cubicBezTo>
                    <a:pt x="43134" y="61956"/>
                    <a:pt x="42889" y="62831"/>
                    <a:pt x="42643" y="63706"/>
                  </a:cubicBezTo>
                  <a:cubicBezTo>
                    <a:pt x="41892" y="64082"/>
                    <a:pt x="41892" y="64082"/>
                    <a:pt x="41155" y="64450"/>
                  </a:cubicBezTo>
                  <a:cubicBezTo>
                    <a:pt x="40997" y="65225"/>
                    <a:pt x="40843" y="65977"/>
                    <a:pt x="40690" y="66729"/>
                  </a:cubicBezTo>
                  <a:cubicBezTo>
                    <a:pt x="40595" y="67472"/>
                    <a:pt x="40503" y="68194"/>
                    <a:pt x="40411" y="68915"/>
                  </a:cubicBezTo>
                  <a:cubicBezTo>
                    <a:pt x="39905" y="68915"/>
                    <a:pt x="39414" y="68915"/>
                    <a:pt x="38922" y="68915"/>
                  </a:cubicBezTo>
                  <a:cubicBezTo>
                    <a:pt x="38120" y="70521"/>
                    <a:pt x="38120" y="70521"/>
                    <a:pt x="37899" y="73752"/>
                  </a:cubicBezTo>
                  <a:cubicBezTo>
                    <a:pt x="37839" y="75517"/>
                    <a:pt x="37839" y="75517"/>
                    <a:pt x="37434" y="77100"/>
                  </a:cubicBezTo>
                  <a:cubicBezTo>
                    <a:pt x="36675" y="77606"/>
                    <a:pt x="35938" y="78098"/>
                    <a:pt x="35202" y="78589"/>
                  </a:cubicBezTo>
                  <a:cubicBezTo>
                    <a:pt x="35090" y="79349"/>
                    <a:pt x="34982" y="80086"/>
                    <a:pt x="34873" y="80824"/>
                  </a:cubicBezTo>
                  <a:cubicBezTo>
                    <a:pt x="34788" y="83317"/>
                    <a:pt x="34724" y="85782"/>
                    <a:pt x="34458" y="88263"/>
                  </a:cubicBezTo>
                  <a:cubicBezTo>
                    <a:pt x="33706" y="88638"/>
                    <a:pt x="33706" y="88638"/>
                    <a:pt x="32969" y="89007"/>
                  </a:cubicBezTo>
                  <a:cubicBezTo>
                    <a:pt x="32903" y="90269"/>
                    <a:pt x="32852" y="91533"/>
                    <a:pt x="32877" y="92797"/>
                  </a:cubicBezTo>
                  <a:cubicBezTo>
                    <a:pt x="32912" y="93877"/>
                    <a:pt x="32938" y="94957"/>
                    <a:pt x="32956" y="96037"/>
                  </a:cubicBezTo>
                  <a:cubicBezTo>
                    <a:pt x="32985" y="97771"/>
                    <a:pt x="33021" y="99505"/>
                    <a:pt x="33062" y="101239"/>
                  </a:cubicBezTo>
                  <a:cubicBezTo>
                    <a:pt x="33111" y="102970"/>
                    <a:pt x="33158" y="104701"/>
                    <a:pt x="33184" y="106432"/>
                  </a:cubicBezTo>
                  <a:cubicBezTo>
                    <a:pt x="33192" y="106990"/>
                    <a:pt x="33200" y="107531"/>
                    <a:pt x="33208" y="108072"/>
                  </a:cubicBezTo>
                  <a:cubicBezTo>
                    <a:pt x="33281" y="110003"/>
                    <a:pt x="33222" y="111627"/>
                    <a:pt x="32969" y="113563"/>
                  </a:cubicBezTo>
                  <a:cubicBezTo>
                    <a:pt x="32465" y="113845"/>
                    <a:pt x="31975" y="114119"/>
                    <a:pt x="31486" y="114392"/>
                  </a:cubicBezTo>
                  <a:cubicBezTo>
                    <a:pt x="30978" y="114616"/>
                    <a:pt x="30485" y="114834"/>
                    <a:pt x="29993" y="115052"/>
                  </a:cubicBezTo>
                  <a:cubicBezTo>
                    <a:pt x="29816" y="115981"/>
                    <a:pt x="29816" y="115981"/>
                    <a:pt x="29643" y="116893"/>
                  </a:cubicBezTo>
                  <a:cubicBezTo>
                    <a:pt x="29654" y="117673"/>
                    <a:pt x="29665" y="118431"/>
                    <a:pt x="29676" y="119188"/>
                  </a:cubicBezTo>
                  <a:cubicBezTo>
                    <a:pt x="29682" y="120037"/>
                    <a:pt x="29689" y="120862"/>
                    <a:pt x="29695" y="121686"/>
                  </a:cubicBezTo>
                  <a:cubicBezTo>
                    <a:pt x="29717" y="122577"/>
                    <a:pt x="29739" y="123442"/>
                    <a:pt x="29760" y="124307"/>
                  </a:cubicBezTo>
                  <a:cubicBezTo>
                    <a:pt x="29793" y="128233"/>
                    <a:pt x="29487" y="132138"/>
                    <a:pt x="30737" y="135888"/>
                  </a:cubicBezTo>
                  <a:cubicBezTo>
                    <a:pt x="31496" y="136141"/>
                    <a:pt x="32233" y="136386"/>
                    <a:pt x="32969" y="136632"/>
                  </a:cubicBezTo>
                  <a:cubicBezTo>
                    <a:pt x="33043" y="137260"/>
                    <a:pt x="33115" y="137870"/>
                    <a:pt x="33187" y="138480"/>
                  </a:cubicBezTo>
                  <a:cubicBezTo>
                    <a:pt x="33148" y="139708"/>
                    <a:pt x="33148" y="139708"/>
                    <a:pt x="33109" y="140911"/>
                  </a:cubicBezTo>
                  <a:cubicBezTo>
                    <a:pt x="33082" y="142238"/>
                    <a:pt x="33082" y="142238"/>
                    <a:pt x="33056" y="143538"/>
                  </a:cubicBezTo>
                  <a:cubicBezTo>
                    <a:pt x="32998" y="145383"/>
                    <a:pt x="32940" y="147228"/>
                    <a:pt x="32882" y="149073"/>
                  </a:cubicBezTo>
                  <a:cubicBezTo>
                    <a:pt x="32856" y="150400"/>
                    <a:pt x="32856" y="150400"/>
                    <a:pt x="32830" y="151701"/>
                  </a:cubicBezTo>
                  <a:cubicBezTo>
                    <a:pt x="32751" y="154131"/>
                    <a:pt x="32751" y="154131"/>
                    <a:pt x="32969" y="155979"/>
                  </a:cubicBezTo>
                  <a:cubicBezTo>
                    <a:pt x="33728" y="156232"/>
                    <a:pt x="34465" y="156478"/>
                    <a:pt x="35202" y="156723"/>
                  </a:cubicBezTo>
                  <a:cubicBezTo>
                    <a:pt x="35267" y="157339"/>
                    <a:pt x="35330" y="157937"/>
                    <a:pt x="35394" y="158534"/>
                  </a:cubicBezTo>
                  <a:cubicBezTo>
                    <a:pt x="35274" y="161240"/>
                    <a:pt x="34715" y="163936"/>
                    <a:pt x="35946" y="166397"/>
                  </a:cubicBezTo>
                  <a:cubicBezTo>
                    <a:pt x="36705" y="166397"/>
                    <a:pt x="37442" y="166397"/>
                    <a:pt x="38178" y="166397"/>
                  </a:cubicBezTo>
                  <a:cubicBezTo>
                    <a:pt x="38047" y="168472"/>
                    <a:pt x="37885" y="170310"/>
                    <a:pt x="38178" y="172350"/>
                  </a:cubicBezTo>
                  <a:cubicBezTo>
                    <a:pt x="38684" y="172603"/>
                    <a:pt x="39175" y="172849"/>
                    <a:pt x="39667" y="173095"/>
                  </a:cubicBezTo>
                  <a:cubicBezTo>
                    <a:pt x="40173" y="173095"/>
                    <a:pt x="40664" y="173095"/>
                    <a:pt x="41155" y="173095"/>
                  </a:cubicBezTo>
                  <a:cubicBezTo>
                    <a:pt x="40643" y="175606"/>
                    <a:pt x="40643" y="175606"/>
                    <a:pt x="40411" y="178304"/>
                  </a:cubicBezTo>
                  <a:cubicBezTo>
                    <a:pt x="42831" y="179592"/>
                    <a:pt x="42831" y="179592"/>
                    <a:pt x="43434" y="182071"/>
                  </a:cubicBezTo>
                  <a:cubicBezTo>
                    <a:pt x="43671" y="182814"/>
                    <a:pt x="43901" y="183535"/>
                    <a:pt x="44131" y="184257"/>
                  </a:cubicBezTo>
                  <a:cubicBezTo>
                    <a:pt x="44637" y="184510"/>
                    <a:pt x="45129" y="184755"/>
                    <a:pt x="45620" y="185001"/>
                  </a:cubicBezTo>
                  <a:cubicBezTo>
                    <a:pt x="45873" y="185760"/>
                    <a:pt x="46118" y="186497"/>
                    <a:pt x="46364" y="187233"/>
                  </a:cubicBezTo>
                  <a:cubicBezTo>
                    <a:pt x="47491" y="187985"/>
                    <a:pt x="47491" y="187985"/>
                    <a:pt x="48596" y="188722"/>
                  </a:cubicBezTo>
                  <a:cubicBezTo>
                    <a:pt x="48849" y="189481"/>
                    <a:pt x="49095" y="190217"/>
                    <a:pt x="49340" y="190954"/>
                  </a:cubicBezTo>
                  <a:cubicBezTo>
                    <a:pt x="51324" y="192277"/>
                    <a:pt x="52310" y="193234"/>
                    <a:pt x="53759" y="195047"/>
                  </a:cubicBezTo>
                  <a:cubicBezTo>
                    <a:pt x="55011" y="196622"/>
                    <a:pt x="55841" y="197552"/>
                    <a:pt x="57651" y="198462"/>
                  </a:cubicBezTo>
                  <a:cubicBezTo>
                    <a:pt x="58114" y="198693"/>
                    <a:pt x="58564" y="198916"/>
                    <a:pt x="59014" y="199140"/>
                  </a:cubicBezTo>
                  <a:cubicBezTo>
                    <a:pt x="59293" y="200674"/>
                    <a:pt x="59293" y="200674"/>
                    <a:pt x="59758" y="202116"/>
                  </a:cubicBezTo>
                  <a:cubicBezTo>
                    <a:pt x="60517" y="202243"/>
                    <a:pt x="61254" y="202365"/>
                    <a:pt x="61991" y="202488"/>
                  </a:cubicBezTo>
                  <a:cubicBezTo>
                    <a:pt x="62750" y="202615"/>
                    <a:pt x="63486" y="202737"/>
                    <a:pt x="64223" y="202860"/>
                  </a:cubicBezTo>
                  <a:cubicBezTo>
                    <a:pt x="64502" y="204348"/>
                    <a:pt x="64502" y="204348"/>
                    <a:pt x="64967" y="205837"/>
                  </a:cubicBezTo>
                  <a:cubicBezTo>
                    <a:pt x="66299" y="206119"/>
                    <a:pt x="66299" y="206119"/>
                    <a:pt x="67944" y="206255"/>
                  </a:cubicBezTo>
                  <a:cubicBezTo>
                    <a:pt x="69535" y="206257"/>
                    <a:pt x="69535" y="206257"/>
                    <a:pt x="70920" y="206581"/>
                  </a:cubicBezTo>
                  <a:cubicBezTo>
                    <a:pt x="71173" y="207340"/>
                    <a:pt x="71419" y="208077"/>
                    <a:pt x="71665" y="208813"/>
                  </a:cubicBezTo>
                  <a:cubicBezTo>
                    <a:pt x="74179" y="209031"/>
                    <a:pt x="74179" y="209031"/>
                    <a:pt x="75698" y="209010"/>
                  </a:cubicBezTo>
                  <a:cubicBezTo>
                    <a:pt x="76240" y="208990"/>
                    <a:pt x="76766" y="208972"/>
                    <a:pt x="77292" y="208953"/>
                  </a:cubicBezTo>
                  <a:cubicBezTo>
                    <a:pt x="78332" y="208933"/>
                    <a:pt x="79372" y="208913"/>
                    <a:pt x="80411" y="208892"/>
                  </a:cubicBezTo>
                  <a:cubicBezTo>
                    <a:pt x="81232" y="208865"/>
                    <a:pt x="82030" y="208839"/>
                    <a:pt x="82827" y="208813"/>
                  </a:cubicBezTo>
                  <a:cubicBezTo>
                    <a:pt x="82827" y="209825"/>
                    <a:pt x="82827" y="210808"/>
                    <a:pt x="82827" y="211790"/>
                  </a:cubicBezTo>
                  <a:cubicBezTo>
                    <a:pt x="84315" y="212534"/>
                    <a:pt x="84315" y="212534"/>
                    <a:pt x="85827" y="212630"/>
                  </a:cubicBezTo>
                  <a:cubicBezTo>
                    <a:pt x="86451" y="212631"/>
                    <a:pt x="87057" y="212632"/>
                    <a:pt x="87664" y="212633"/>
                  </a:cubicBezTo>
                  <a:cubicBezTo>
                    <a:pt x="88344" y="212634"/>
                    <a:pt x="89004" y="212635"/>
                    <a:pt x="89664" y="212636"/>
                  </a:cubicBezTo>
                  <a:cubicBezTo>
                    <a:pt x="90375" y="212633"/>
                    <a:pt x="91066" y="212630"/>
                    <a:pt x="91756" y="212627"/>
                  </a:cubicBezTo>
                  <a:cubicBezTo>
                    <a:pt x="92468" y="212630"/>
                    <a:pt x="93159" y="212633"/>
                    <a:pt x="93849" y="212636"/>
                  </a:cubicBezTo>
                  <a:cubicBezTo>
                    <a:pt x="94859" y="212634"/>
                    <a:pt x="94859" y="212634"/>
                    <a:pt x="95849" y="212633"/>
                  </a:cubicBezTo>
                  <a:cubicBezTo>
                    <a:pt x="97820" y="212630"/>
                    <a:pt x="98918" y="212674"/>
                    <a:pt x="100686" y="211790"/>
                  </a:cubicBezTo>
                  <a:cubicBezTo>
                    <a:pt x="100686" y="210778"/>
                    <a:pt x="100686" y="209796"/>
                    <a:pt x="100686" y="208813"/>
                  </a:cubicBezTo>
                  <a:cubicBezTo>
                    <a:pt x="104734" y="208813"/>
                    <a:pt x="108663" y="208813"/>
                    <a:pt x="112592" y="208813"/>
                  </a:cubicBezTo>
                  <a:cubicBezTo>
                    <a:pt x="112592" y="207801"/>
                    <a:pt x="112592" y="206819"/>
                    <a:pt x="112592" y="205837"/>
                  </a:cubicBezTo>
                  <a:cubicBezTo>
                    <a:pt x="115150" y="206069"/>
                    <a:pt x="115150" y="206069"/>
                    <a:pt x="117801" y="205837"/>
                  </a:cubicBezTo>
                  <a:cubicBezTo>
                    <a:pt x="117944" y="205204"/>
                    <a:pt x="118082" y="204590"/>
                    <a:pt x="118220" y="203976"/>
                  </a:cubicBezTo>
                  <a:cubicBezTo>
                    <a:pt x="118384" y="203037"/>
                    <a:pt x="118384" y="203037"/>
                    <a:pt x="118545" y="202116"/>
                  </a:cubicBezTo>
                  <a:cubicBezTo>
                    <a:pt x="119673" y="202093"/>
                    <a:pt x="119673" y="202093"/>
                    <a:pt x="120778" y="202070"/>
                  </a:cubicBezTo>
                  <a:cubicBezTo>
                    <a:pt x="121537" y="202085"/>
                    <a:pt x="122274" y="202101"/>
                    <a:pt x="123010" y="202116"/>
                  </a:cubicBezTo>
                  <a:cubicBezTo>
                    <a:pt x="123168" y="201626"/>
                    <a:pt x="123322" y="201150"/>
                    <a:pt x="123475" y="200674"/>
                  </a:cubicBezTo>
                  <a:cubicBezTo>
                    <a:pt x="123570" y="200152"/>
                    <a:pt x="123662" y="199646"/>
                    <a:pt x="123754" y="199140"/>
                  </a:cubicBezTo>
                  <a:cubicBezTo>
                    <a:pt x="124747" y="198891"/>
                    <a:pt x="125739" y="198643"/>
                    <a:pt x="126731" y="198395"/>
                  </a:cubicBezTo>
                  <a:cubicBezTo>
                    <a:pt x="126972" y="197401"/>
                    <a:pt x="127220" y="196409"/>
                    <a:pt x="127475" y="195419"/>
                  </a:cubicBezTo>
                  <a:cubicBezTo>
                    <a:pt x="128487" y="195419"/>
                    <a:pt x="129469" y="195419"/>
                    <a:pt x="130452" y="195419"/>
                  </a:cubicBezTo>
                  <a:cubicBezTo>
                    <a:pt x="130874" y="194691"/>
                    <a:pt x="130874" y="194691"/>
                    <a:pt x="131289" y="193977"/>
                  </a:cubicBezTo>
                  <a:cubicBezTo>
                    <a:pt x="131618" y="193202"/>
                    <a:pt x="131618" y="193202"/>
                    <a:pt x="131940" y="192442"/>
                  </a:cubicBezTo>
                  <a:cubicBezTo>
                    <a:pt x="132446" y="192189"/>
                    <a:pt x="132937" y="191944"/>
                    <a:pt x="133428" y="191698"/>
                  </a:cubicBezTo>
                  <a:cubicBezTo>
                    <a:pt x="133733" y="190170"/>
                    <a:pt x="133733" y="190170"/>
                    <a:pt x="134172" y="188722"/>
                  </a:cubicBezTo>
                  <a:cubicBezTo>
                    <a:pt x="134931" y="188722"/>
                    <a:pt x="135668" y="188722"/>
                    <a:pt x="136405" y="188722"/>
                  </a:cubicBezTo>
                  <a:cubicBezTo>
                    <a:pt x="136405" y="187457"/>
                    <a:pt x="136405" y="186229"/>
                    <a:pt x="136405" y="185001"/>
                  </a:cubicBezTo>
                  <a:cubicBezTo>
                    <a:pt x="137164" y="185001"/>
                    <a:pt x="137901" y="185001"/>
                    <a:pt x="138637" y="185001"/>
                  </a:cubicBezTo>
                  <a:cubicBezTo>
                    <a:pt x="138772" y="182443"/>
                    <a:pt x="138772" y="182443"/>
                    <a:pt x="139381" y="179792"/>
                  </a:cubicBezTo>
                  <a:cubicBezTo>
                    <a:pt x="139903" y="179507"/>
                    <a:pt x="140410" y="179231"/>
                    <a:pt x="140916" y="178955"/>
                  </a:cubicBezTo>
                  <a:cubicBezTo>
                    <a:pt x="141644" y="178626"/>
                    <a:pt x="141644" y="178626"/>
                    <a:pt x="142358" y="178304"/>
                  </a:cubicBezTo>
                  <a:cubicBezTo>
                    <a:pt x="142374" y="177655"/>
                    <a:pt x="142389" y="177026"/>
                    <a:pt x="142404" y="176397"/>
                  </a:cubicBezTo>
                  <a:cubicBezTo>
                    <a:pt x="142381" y="175481"/>
                    <a:pt x="142381" y="175481"/>
                    <a:pt x="142358" y="174583"/>
                  </a:cubicBezTo>
                  <a:cubicBezTo>
                    <a:pt x="143117" y="174330"/>
                    <a:pt x="143854" y="174084"/>
                    <a:pt x="144590" y="173839"/>
                  </a:cubicBezTo>
                  <a:cubicBezTo>
                    <a:pt x="144693" y="173334"/>
                    <a:pt x="144793" y="172844"/>
                    <a:pt x="144893" y="172353"/>
                  </a:cubicBezTo>
                  <a:cubicBezTo>
                    <a:pt x="144961" y="170574"/>
                    <a:pt x="145000" y="168892"/>
                    <a:pt x="145335" y="167141"/>
                  </a:cubicBezTo>
                  <a:cubicBezTo>
                    <a:pt x="146094" y="166635"/>
                    <a:pt x="146830" y="166144"/>
                    <a:pt x="147567" y="165653"/>
                  </a:cubicBezTo>
                  <a:cubicBezTo>
                    <a:pt x="147641" y="165050"/>
                    <a:pt x="147713" y="164465"/>
                    <a:pt x="147785" y="163880"/>
                  </a:cubicBezTo>
                  <a:cubicBezTo>
                    <a:pt x="147758" y="163186"/>
                    <a:pt x="147732" y="162513"/>
                    <a:pt x="147706" y="161839"/>
                  </a:cubicBezTo>
                  <a:cubicBezTo>
                    <a:pt x="147676" y="160803"/>
                    <a:pt x="147676" y="160803"/>
                    <a:pt x="147645" y="159787"/>
                  </a:cubicBezTo>
                  <a:cubicBezTo>
                    <a:pt x="147619" y="159252"/>
                    <a:pt x="147593" y="158732"/>
                    <a:pt x="147567" y="158212"/>
                  </a:cubicBezTo>
                  <a:cubicBezTo>
                    <a:pt x="148326" y="158212"/>
                    <a:pt x="149063" y="158212"/>
                    <a:pt x="149799" y="158212"/>
                  </a:cubicBezTo>
                  <a:cubicBezTo>
                    <a:pt x="150544" y="155979"/>
                    <a:pt x="150544" y="155979"/>
                    <a:pt x="150628" y="154291"/>
                  </a:cubicBezTo>
                  <a:cubicBezTo>
                    <a:pt x="150624" y="153629"/>
                    <a:pt x="150620" y="152986"/>
                    <a:pt x="150616" y="152343"/>
                  </a:cubicBezTo>
                  <a:cubicBezTo>
                    <a:pt x="150614" y="151624"/>
                    <a:pt x="150611" y="150926"/>
                    <a:pt x="150609" y="150228"/>
                  </a:cubicBezTo>
                  <a:cubicBezTo>
                    <a:pt x="150602" y="149480"/>
                    <a:pt x="150596" y="148753"/>
                    <a:pt x="150590" y="148026"/>
                  </a:cubicBezTo>
                  <a:cubicBezTo>
                    <a:pt x="150580" y="145935"/>
                    <a:pt x="150571" y="143843"/>
                    <a:pt x="150555" y="141751"/>
                  </a:cubicBezTo>
                  <a:cubicBezTo>
                    <a:pt x="150551" y="141276"/>
                    <a:pt x="150547" y="140814"/>
                    <a:pt x="150544" y="140352"/>
                  </a:cubicBezTo>
                  <a:cubicBezTo>
                    <a:pt x="151050" y="140352"/>
                    <a:pt x="151541" y="140352"/>
                    <a:pt x="152032" y="140352"/>
                  </a:cubicBezTo>
                  <a:cubicBezTo>
                    <a:pt x="152776" y="138864"/>
                    <a:pt x="152776" y="138864"/>
                    <a:pt x="152870" y="137396"/>
                  </a:cubicBezTo>
                  <a:cubicBezTo>
                    <a:pt x="152871" y="136777"/>
                    <a:pt x="152872" y="136177"/>
                    <a:pt x="152872" y="135577"/>
                  </a:cubicBezTo>
                  <a:cubicBezTo>
                    <a:pt x="152876" y="134535"/>
                    <a:pt x="152876" y="134535"/>
                    <a:pt x="152879" y="133515"/>
                  </a:cubicBezTo>
                  <a:cubicBezTo>
                    <a:pt x="152878" y="132756"/>
                    <a:pt x="152876" y="132020"/>
                    <a:pt x="152875" y="131283"/>
                  </a:cubicBezTo>
                  <a:cubicBezTo>
                    <a:pt x="152876" y="129735"/>
                    <a:pt x="152877" y="128186"/>
                    <a:pt x="152878" y="126638"/>
                  </a:cubicBezTo>
                  <a:cubicBezTo>
                    <a:pt x="152873" y="124188"/>
                    <a:pt x="152869" y="121739"/>
                    <a:pt x="152873" y="119289"/>
                  </a:cubicBezTo>
                  <a:cubicBezTo>
                    <a:pt x="152876" y="117693"/>
                    <a:pt x="152877" y="116096"/>
                    <a:pt x="152877" y="114500"/>
                  </a:cubicBezTo>
                  <a:cubicBezTo>
                    <a:pt x="152876" y="113723"/>
                    <a:pt x="152875" y="112969"/>
                    <a:pt x="152875" y="112215"/>
                  </a:cubicBezTo>
                  <a:cubicBezTo>
                    <a:pt x="152877" y="111088"/>
                    <a:pt x="152877" y="111088"/>
                    <a:pt x="152879" y="109983"/>
                  </a:cubicBezTo>
                  <a:cubicBezTo>
                    <a:pt x="152877" y="109282"/>
                    <a:pt x="152875" y="108602"/>
                    <a:pt x="152872" y="107921"/>
                  </a:cubicBezTo>
                  <a:cubicBezTo>
                    <a:pt x="152870" y="105961"/>
                    <a:pt x="152911" y="104903"/>
                    <a:pt x="152032" y="103145"/>
                  </a:cubicBezTo>
                  <a:cubicBezTo>
                    <a:pt x="151526" y="103145"/>
                    <a:pt x="151035" y="103145"/>
                    <a:pt x="150544" y="103145"/>
                  </a:cubicBezTo>
                  <a:cubicBezTo>
                    <a:pt x="150559" y="101494"/>
                    <a:pt x="150571" y="99843"/>
                    <a:pt x="150580" y="98192"/>
                  </a:cubicBezTo>
                  <a:cubicBezTo>
                    <a:pt x="150583" y="97504"/>
                    <a:pt x="150587" y="96837"/>
                    <a:pt x="150590" y="96169"/>
                  </a:cubicBezTo>
                  <a:cubicBezTo>
                    <a:pt x="150596" y="95487"/>
                    <a:pt x="150603" y="94825"/>
                    <a:pt x="150609" y="94163"/>
                  </a:cubicBezTo>
                  <a:cubicBezTo>
                    <a:pt x="150611" y="93511"/>
                    <a:pt x="150614" y="92878"/>
                    <a:pt x="150616" y="92245"/>
                  </a:cubicBezTo>
                  <a:cubicBezTo>
                    <a:pt x="150629" y="90300"/>
                    <a:pt x="150673" y="89266"/>
                    <a:pt x="149799" y="87518"/>
                  </a:cubicBezTo>
                  <a:cubicBezTo>
                    <a:pt x="149040" y="87518"/>
                    <a:pt x="148304" y="87518"/>
                    <a:pt x="147567" y="87518"/>
                  </a:cubicBezTo>
                  <a:cubicBezTo>
                    <a:pt x="147594" y="86872"/>
                    <a:pt x="147620" y="86245"/>
                    <a:pt x="147645" y="85617"/>
                  </a:cubicBezTo>
                  <a:cubicBezTo>
                    <a:pt x="147676" y="84370"/>
                    <a:pt x="147676" y="84370"/>
                    <a:pt x="147706" y="83147"/>
                  </a:cubicBezTo>
                  <a:cubicBezTo>
                    <a:pt x="147785" y="80687"/>
                    <a:pt x="147785" y="80687"/>
                    <a:pt x="147567" y="78589"/>
                  </a:cubicBezTo>
                  <a:cubicBezTo>
                    <a:pt x="145226" y="77404"/>
                    <a:pt x="145226" y="77404"/>
                    <a:pt x="145032" y="75679"/>
                  </a:cubicBezTo>
                  <a:cubicBezTo>
                    <a:pt x="144966" y="74163"/>
                    <a:pt x="144782" y="72653"/>
                    <a:pt x="144590" y="71147"/>
                  </a:cubicBezTo>
                  <a:cubicBezTo>
                    <a:pt x="143831" y="70894"/>
                    <a:pt x="143095" y="70649"/>
                    <a:pt x="142358" y="70403"/>
                  </a:cubicBezTo>
                  <a:cubicBezTo>
                    <a:pt x="142389" y="68667"/>
                    <a:pt x="142389" y="66930"/>
                    <a:pt x="142358" y="65194"/>
                  </a:cubicBezTo>
                  <a:cubicBezTo>
                    <a:pt x="141606" y="64983"/>
                    <a:pt x="141606" y="64983"/>
                    <a:pt x="140870" y="64776"/>
                  </a:cubicBezTo>
                  <a:cubicBezTo>
                    <a:pt x="140364" y="64665"/>
                    <a:pt x="139873" y="64558"/>
                    <a:pt x="139381" y="64450"/>
                  </a:cubicBezTo>
                  <a:cubicBezTo>
                    <a:pt x="139381" y="62962"/>
                    <a:pt x="139381" y="61474"/>
                    <a:pt x="139381" y="59985"/>
                  </a:cubicBezTo>
                  <a:cubicBezTo>
                    <a:pt x="138875" y="59701"/>
                    <a:pt x="138384" y="59424"/>
                    <a:pt x="137893" y="59148"/>
                  </a:cubicBezTo>
                  <a:cubicBezTo>
                    <a:pt x="137142" y="58819"/>
                    <a:pt x="137142" y="58819"/>
                    <a:pt x="136405" y="58497"/>
                  </a:cubicBezTo>
                  <a:cubicBezTo>
                    <a:pt x="136405" y="57485"/>
                    <a:pt x="136405" y="56503"/>
                    <a:pt x="136405" y="55520"/>
                  </a:cubicBezTo>
                  <a:cubicBezTo>
                    <a:pt x="135646" y="55267"/>
                    <a:pt x="134909" y="55022"/>
                    <a:pt x="134172" y="54776"/>
                  </a:cubicBezTo>
                  <a:cubicBezTo>
                    <a:pt x="134172" y="54017"/>
                    <a:pt x="134172" y="53281"/>
                    <a:pt x="134172" y="52544"/>
                  </a:cubicBezTo>
                  <a:cubicBezTo>
                    <a:pt x="133173" y="52325"/>
                    <a:pt x="132180" y="52077"/>
                    <a:pt x="131196" y="51800"/>
                  </a:cubicBezTo>
                  <a:cubicBezTo>
                    <a:pt x="131196" y="50788"/>
                    <a:pt x="131196" y="49805"/>
                    <a:pt x="131196" y="48823"/>
                  </a:cubicBezTo>
                  <a:cubicBezTo>
                    <a:pt x="130563" y="48681"/>
                    <a:pt x="129949" y="48543"/>
                    <a:pt x="129336" y="48405"/>
                  </a:cubicBezTo>
                  <a:cubicBezTo>
                    <a:pt x="128703" y="48294"/>
                    <a:pt x="128089" y="48186"/>
                    <a:pt x="127475" y="48079"/>
                  </a:cubicBezTo>
                  <a:cubicBezTo>
                    <a:pt x="127475" y="47320"/>
                    <a:pt x="127475" y="46583"/>
                    <a:pt x="127475" y="45847"/>
                  </a:cubicBezTo>
                  <a:cubicBezTo>
                    <a:pt x="126228" y="45367"/>
                    <a:pt x="124988" y="44870"/>
                    <a:pt x="123754" y="44358"/>
                  </a:cubicBezTo>
                  <a:cubicBezTo>
                    <a:pt x="123429" y="42777"/>
                    <a:pt x="123429" y="42777"/>
                    <a:pt x="123010" y="41382"/>
                  </a:cubicBezTo>
                  <a:cubicBezTo>
                    <a:pt x="122235" y="41318"/>
                    <a:pt x="121483" y="41257"/>
                    <a:pt x="120731" y="41196"/>
                  </a:cubicBezTo>
                  <a:cubicBezTo>
                    <a:pt x="119988" y="41259"/>
                    <a:pt x="119267" y="41320"/>
                    <a:pt x="118545" y="41382"/>
                  </a:cubicBezTo>
                  <a:cubicBezTo>
                    <a:pt x="118545" y="39149"/>
                    <a:pt x="118545" y="39149"/>
                    <a:pt x="117057" y="37661"/>
                  </a:cubicBezTo>
                  <a:cubicBezTo>
                    <a:pt x="116267" y="37756"/>
                    <a:pt x="115499" y="37848"/>
                    <a:pt x="114732" y="37940"/>
                  </a:cubicBezTo>
                  <a:cubicBezTo>
                    <a:pt x="113651" y="38175"/>
                    <a:pt x="113651" y="38175"/>
                    <a:pt x="112592" y="38405"/>
                  </a:cubicBezTo>
                  <a:cubicBezTo>
                    <a:pt x="112572" y="36559"/>
                    <a:pt x="112572" y="36559"/>
                    <a:pt x="111848" y="34684"/>
                  </a:cubicBezTo>
                  <a:cubicBezTo>
                    <a:pt x="109334" y="34321"/>
                    <a:pt x="109334" y="34321"/>
                    <a:pt x="107815" y="34357"/>
                  </a:cubicBezTo>
                  <a:cubicBezTo>
                    <a:pt x="107273" y="34390"/>
                    <a:pt x="106747" y="34421"/>
                    <a:pt x="106221" y="34452"/>
                  </a:cubicBezTo>
                  <a:cubicBezTo>
                    <a:pt x="105181" y="34485"/>
                    <a:pt x="104141" y="34519"/>
                    <a:pt x="103102" y="34554"/>
                  </a:cubicBezTo>
                  <a:cubicBezTo>
                    <a:pt x="102280" y="34598"/>
                    <a:pt x="101483" y="34641"/>
                    <a:pt x="100686" y="34684"/>
                  </a:cubicBezTo>
                  <a:cubicBezTo>
                    <a:pt x="100686" y="33925"/>
                    <a:pt x="100686" y="33189"/>
                    <a:pt x="100686" y="32452"/>
                  </a:cubicBezTo>
                  <a:cubicBezTo>
                    <a:pt x="98124" y="30744"/>
                    <a:pt x="98124" y="30744"/>
                    <a:pt x="93268" y="30651"/>
                  </a:cubicBezTo>
                  <a:cubicBezTo>
                    <a:pt x="92596" y="30647"/>
                    <a:pt x="91944" y="30643"/>
                    <a:pt x="91291" y="30638"/>
                  </a:cubicBezTo>
                  <a:close/>
                  <a:moveTo>
                    <a:pt x="76171" y="0"/>
                  </a:moveTo>
                  <a:cubicBezTo>
                    <a:pt x="77125" y="6"/>
                    <a:pt x="78079" y="12"/>
                    <a:pt x="79062" y="18"/>
                  </a:cubicBezTo>
                  <a:cubicBezTo>
                    <a:pt x="80520" y="14"/>
                    <a:pt x="80520" y="14"/>
                    <a:pt x="82007" y="10"/>
                  </a:cubicBezTo>
                  <a:cubicBezTo>
                    <a:pt x="84066" y="5"/>
                    <a:pt x="86126" y="12"/>
                    <a:pt x="88185" y="26"/>
                  </a:cubicBezTo>
                  <a:cubicBezTo>
                    <a:pt x="90830" y="42"/>
                    <a:pt x="93475" y="33"/>
                    <a:pt x="96120" y="15"/>
                  </a:cubicBezTo>
                  <a:cubicBezTo>
                    <a:pt x="98636" y="2"/>
                    <a:pt x="101150" y="11"/>
                    <a:pt x="103666" y="18"/>
                  </a:cubicBezTo>
                  <a:cubicBezTo>
                    <a:pt x="105097" y="9"/>
                    <a:pt x="105097" y="9"/>
                    <a:pt x="106557" y="0"/>
                  </a:cubicBezTo>
                  <a:cubicBezTo>
                    <a:pt x="107872" y="14"/>
                    <a:pt x="107872" y="14"/>
                    <a:pt x="109213" y="28"/>
                  </a:cubicBezTo>
                  <a:cubicBezTo>
                    <a:pt x="109989" y="31"/>
                    <a:pt x="110765" y="33"/>
                    <a:pt x="111565" y="36"/>
                  </a:cubicBezTo>
                  <a:cubicBezTo>
                    <a:pt x="112143" y="160"/>
                    <a:pt x="112721" y="285"/>
                    <a:pt x="113316" y="414"/>
                  </a:cubicBezTo>
                  <a:cubicBezTo>
                    <a:pt x="113820" y="1902"/>
                    <a:pt x="113820" y="1902"/>
                    <a:pt x="114060" y="3390"/>
                  </a:cubicBezTo>
                  <a:cubicBezTo>
                    <a:pt x="116125" y="3835"/>
                    <a:pt x="116125" y="3835"/>
                    <a:pt x="118525" y="3809"/>
                  </a:cubicBezTo>
                  <a:cubicBezTo>
                    <a:pt x="120990" y="3858"/>
                    <a:pt x="120990" y="3858"/>
                    <a:pt x="122990" y="4134"/>
                  </a:cubicBezTo>
                  <a:cubicBezTo>
                    <a:pt x="123236" y="4871"/>
                    <a:pt x="123481" y="5608"/>
                    <a:pt x="123734" y="6367"/>
                  </a:cubicBezTo>
                  <a:cubicBezTo>
                    <a:pt x="125121" y="6662"/>
                    <a:pt x="125121" y="6662"/>
                    <a:pt x="126711" y="6646"/>
                  </a:cubicBezTo>
                  <a:cubicBezTo>
                    <a:pt x="128359" y="6777"/>
                    <a:pt x="128359" y="6777"/>
                    <a:pt x="129687" y="7111"/>
                  </a:cubicBezTo>
                  <a:cubicBezTo>
                    <a:pt x="129958" y="8346"/>
                    <a:pt x="130208" y="9587"/>
                    <a:pt x="130431" y="10832"/>
                  </a:cubicBezTo>
                  <a:cubicBezTo>
                    <a:pt x="132167" y="10863"/>
                    <a:pt x="133904" y="10863"/>
                    <a:pt x="135640" y="10832"/>
                  </a:cubicBezTo>
                  <a:cubicBezTo>
                    <a:pt x="136059" y="12273"/>
                    <a:pt x="136059" y="12273"/>
                    <a:pt x="136385" y="13808"/>
                  </a:cubicBezTo>
                  <a:cubicBezTo>
                    <a:pt x="137868" y="14086"/>
                    <a:pt x="139356" y="14335"/>
                    <a:pt x="140849" y="14552"/>
                  </a:cubicBezTo>
                  <a:cubicBezTo>
                    <a:pt x="141095" y="15289"/>
                    <a:pt x="141341" y="16026"/>
                    <a:pt x="141594" y="16785"/>
                  </a:cubicBezTo>
                  <a:cubicBezTo>
                    <a:pt x="142085" y="17030"/>
                    <a:pt x="142576" y="17276"/>
                    <a:pt x="143082" y="17529"/>
                  </a:cubicBezTo>
                  <a:cubicBezTo>
                    <a:pt x="144570" y="18273"/>
                    <a:pt x="144570" y="18273"/>
                    <a:pt x="145314" y="20505"/>
                  </a:cubicBezTo>
                  <a:cubicBezTo>
                    <a:pt x="146143" y="20805"/>
                    <a:pt x="146143" y="20805"/>
                    <a:pt x="146989" y="21110"/>
                  </a:cubicBezTo>
                  <a:cubicBezTo>
                    <a:pt x="149742" y="22299"/>
                    <a:pt x="150937" y="24113"/>
                    <a:pt x="152756" y="26459"/>
                  </a:cubicBezTo>
                  <a:cubicBezTo>
                    <a:pt x="153170" y="26858"/>
                    <a:pt x="153584" y="27257"/>
                    <a:pt x="154011" y="27668"/>
                  </a:cubicBezTo>
                  <a:cubicBezTo>
                    <a:pt x="155169" y="28880"/>
                    <a:pt x="155731" y="30177"/>
                    <a:pt x="156476" y="31667"/>
                  </a:cubicBezTo>
                  <a:cubicBezTo>
                    <a:pt x="156967" y="31913"/>
                    <a:pt x="157459" y="32159"/>
                    <a:pt x="157965" y="32412"/>
                  </a:cubicBezTo>
                  <a:cubicBezTo>
                    <a:pt x="158210" y="33148"/>
                    <a:pt x="158456" y="33885"/>
                    <a:pt x="158709" y="34644"/>
                  </a:cubicBezTo>
                  <a:cubicBezTo>
                    <a:pt x="159445" y="35135"/>
                    <a:pt x="160182" y="35626"/>
                    <a:pt x="160941" y="36132"/>
                  </a:cubicBezTo>
                  <a:cubicBezTo>
                    <a:pt x="161187" y="36869"/>
                    <a:pt x="161432" y="37606"/>
                    <a:pt x="161685" y="38365"/>
                  </a:cubicBezTo>
                  <a:cubicBezTo>
                    <a:pt x="162238" y="38894"/>
                    <a:pt x="162238" y="38894"/>
                    <a:pt x="162802" y="39434"/>
                  </a:cubicBezTo>
                  <a:cubicBezTo>
                    <a:pt x="164107" y="40794"/>
                    <a:pt x="164242" y="41773"/>
                    <a:pt x="164662" y="43574"/>
                  </a:cubicBezTo>
                  <a:cubicBezTo>
                    <a:pt x="165153" y="43819"/>
                    <a:pt x="165644" y="44065"/>
                    <a:pt x="166150" y="44318"/>
                  </a:cubicBezTo>
                  <a:cubicBezTo>
                    <a:pt x="166646" y="45806"/>
                    <a:pt x="167142" y="47294"/>
                    <a:pt x="167638" y="48783"/>
                  </a:cubicBezTo>
                  <a:cubicBezTo>
                    <a:pt x="168130" y="49028"/>
                    <a:pt x="168621" y="49274"/>
                    <a:pt x="169127" y="49527"/>
                  </a:cubicBezTo>
                  <a:cubicBezTo>
                    <a:pt x="169568" y="51498"/>
                    <a:pt x="169679" y="53465"/>
                    <a:pt x="169871" y="55480"/>
                  </a:cubicBezTo>
                  <a:cubicBezTo>
                    <a:pt x="170608" y="55480"/>
                    <a:pt x="171344" y="55480"/>
                    <a:pt x="172103" y="55480"/>
                  </a:cubicBezTo>
                  <a:cubicBezTo>
                    <a:pt x="172069" y="55955"/>
                    <a:pt x="172034" y="56430"/>
                    <a:pt x="171999" y="56919"/>
                  </a:cubicBezTo>
                  <a:cubicBezTo>
                    <a:pt x="171972" y="57534"/>
                    <a:pt x="171945" y="58149"/>
                    <a:pt x="171917" y="58782"/>
                  </a:cubicBezTo>
                  <a:cubicBezTo>
                    <a:pt x="171883" y="59395"/>
                    <a:pt x="171848" y="60008"/>
                    <a:pt x="171813" y="60640"/>
                  </a:cubicBezTo>
                  <a:cubicBezTo>
                    <a:pt x="171909" y="61147"/>
                    <a:pt x="172004" y="61654"/>
                    <a:pt x="172103" y="62177"/>
                  </a:cubicBezTo>
                  <a:cubicBezTo>
                    <a:pt x="172594" y="62292"/>
                    <a:pt x="173086" y="62407"/>
                    <a:pt x="173592" y="62526"/>
                  </a:cubicBezTo>
                  <a:cubicBezTo>
                    <a:pt x="174083" y="62657"/>
                    <a:pt x="174574" y="62787"/>
                    <a:pt x="175080" y="62921"/>
                  </a:cubicBezTo>
                  <a:cubicBezTo>
                    <a:pt x="175371" y="64622"/>
                    <a:pt x="175371" y="64622"/>
                    <a:pt x="175266" y="66689"/>
                  </a:cubicBezTo>
                  <a:cubicBezTo>
                    <a:pt x="175239" y="67373"/>
                    <a:pt x="175212" y="68056"/>
                    <a:pt x="175184" y="68761"/>
                  </a:cubicBezTo>
                  <a:cubicBezTo>
                    <a:pt x="175150" y="69290"/>
                    <a:pt x="175115" y="69818"/>
                    <a:pt x="175080" y="70363"/>
                  </a:cubicBezTo>
                  <a:cubicBezTo>
                    <a:pt x="175817" y="70363"/>
                    <a:pt x="176553" y="70363"/>
                    <a:pt x="177312" y="70363"/>
                  </a:cubicBezTo>
                  <a:cubicBezTo>
                    <a:pt x="177354" y="71397"/>
                    <a:pt x="177354" y="71397"/>
                    <a:pt x="177397" y="72453"/>
                  </a:cubicBezTo>
                  <a:cubicBezTo>
                    <a:pt x="177445" y="73344"/>
                    <a:pt x="177494" y="74235"/>
                    <a:pt x="177545" y="75153"/>
                  </a:cubicBezTo>
                  <a:cubicBezTo>
                    <a:pt x="177610" y="76487"/>
                    <a:pt x="177610" y="76487"/>
                    <a:pt x="177676" y="77848"/>
                  </a:cubicBezTo>
                  <a:cubicBezTo>
                    <a:pt x="177801" y="78570"/>
                    <a:pt x="177927" y="79292"/>
                    <a:pt x="178056" y="80037"/>
                  </a:cubicBezTo>
                  <a:cubicBezTo>
                    <a:pt x="178793" y="80282"/>
                    <a:pt x="179530" y="80528"/>
                    <a:pt x="180289" y="80781"/>
                  </a:cubicBezTo>
                  <a:cubicBezTo>
                    <a:pt x="180611" y="82368"/>
                    <a:pt x="180611" y="82368"/>
                    <a:pt x="180670" y="84435"/>
                  </a:cubicBezTo>
                  <a:cubicBezTo>
                    <a:pt x="180696" y="85171"/>
                    <a:pt x="180722" y="85907"/>
                    <a:pt x="180750" y="86666"/>
                  </a:cubicBezTo>
                  <a:cubicBezTo>
                    <a:pt x="180766" y="87440"/>
                    <a:pt x="180783" y="88215"/>
                    <a:pt x="180800" y="89013"/>
                  </a:cubicBezTo>
                  <a:cubicBezTo>
                    <a:pt x="180826" y="89790"/>
                    <a:pt x="180851" y="90568"/>
                    <a:pt x="180877" y="91369"/>
                  </a:cubicBezTo>
                  <a:cubicBezTo>
                    <a:pt x="180939" y="93296"/>
                    <a:pt x="180990" y="95224"/>
                    <a:pt x="181033" y="97152"/>
                  </a:cubicBezTo>
                  <a:cubicBezTo>
                    <a:pt x="181770" y="97152"/>
                    <a:pt x="182506" y="97152"/>
                    <a:pt x="183265" y="97152"/>
                  </a:cubicBezTo>
                  <a:cubicBezTo>
                    <a:pt x="183265" y="113359"/>
                    <a:pt x="183265" y="129567"/>
                    <a:pt x="183265" y="146265"/>
                  </a:cubicBezTo>
                  <a:cubicBezTo>
                    <a:pt x="182529" y="146265"/>
                    <a:pt x="181792" y="146265"/>
                    <a:pt x="181033" y="146265"/>
                  </a:cubicBezTo>
                  <a:cubicBezTo>
                    <a:pt x="180787" y="151668"/>
                    <a:pt x="180542" y="157070"/>
                    <a:pt x="180289" y="162636"/>
                  </a:cubicBezTo>
                  <a:cubicBezTo>
                    <a:pt x="179552" y="162636"/>
                    <a:pt x="178815" y="162636"/>
                    <a:pt x="178056" y="162636"/>
                  </a:cubicBezTo>
                  <a:cubicBezTo>
                    <a:pt x="178015" y="163725"/>
                    <a:pt x="178015" y="163725"/>
                    <a:pt x="177972" y="164837"/>
                  </a:cubicBezTo>
                  <a:cubicBezTo>
                    <a:pt x="177899" y="166257"/>
                    <a:pt x="177899" y="166257"/>
                    <a:pt x="177824" y="167706"/>
                  </a:cubicBezTo>
                  <a:cubicBezTo>
                    <a:pt x="177781" y="168647"/>
                    <a:pt x="177738" y="169588"/>
                    <a:pt x="177693" y="170557"/>
                  </a:cubicBezTo>
                  <a:cubicBezTo>
                    <a:pt x="177290" y="173203"/>
                    <a:pt x="176987" y="173620"/>
                    <a:pt x="175080" y="175287"/>
                  </a:cubicBezTo>
                  <a:cubicBezTo>
                    <a:pt x="175080" y="176161"/>
                    <a:pt x="175080" y="177036"/>
                    <a:pt x="175080" y="177938"/>
                  </a:cubicBezTo>
                  <a:cubicBezTo>
                    <a:pt x="175080" y="178782"/>
                    <a:pt x="175080" y="179626"/>
                    <a:pt x="175080" y="180496"/>
                  </a:cubicBezTo>
                  <a:cubicBezTo>
                    <a:pt x="174343" y="180987"/>
                    <a:pt x="173606" y="181478"/>
                    <a:pt x="172847" y="181984"/>
                  </a:cubicBezTo>
                  <a:cubicBezTo>
                    <a:pt x="172418" y="183445"/>
                    <a:pt x="172418" y="183445"/>
                    <a:pt x="172336" y="185053"/>
                  </a:cubicBezTo>
                  <a:cubicBezTo>
                    <a:pt x="172221" y="186481"/>
                    <a:pt x="172221" y="186481"/>
                    <a:pt x="172103" y="187937"/>
                  </a:cubicBezTo>
                  <a:cubicBezTo>
                    <a:pt x="171367" y="187937"/>
                    <a:pt x="170630" y="187937"/>
                    <a:pt x="169871" y="187937"/>
                  </a:cubicBezTo>
                  <a:cubicBezTo>
                    <a:pt x="169756" y="189364"/>
                    <a:pt x="169756" y="189364"/>
                    <a:pt x="169638" y="190821"/>
                  </a:cubicBezTo>
                  <a:cubicBezTo>
                    <a:pt x="169508" y="192443"/>
                    <a:pt x="169508" y="192443"/>
                    <a:pt x="169127" y="193890"/>
                  </a:cubicBezTo>
                  <a:cubicBezTo>
                    <a:pt x="168390" y="194381"/>
                    <a:pt x="167653" y="194872"/>
                    <a:pt x="166894" y="195378"/>
                  </a:cubicBezTo>
                  <a:cubicBezTo>
                    <a:pt x="166623" y="196614"/>
                    <a:pt x="166374" y="197854"/>
                    <a:pt x="166150" y="199099"/>
                  </a:cubicBezTo>
                  <a:cubicBezTo>
                    <a:pt x="165659" y="199345"/>
                    <a:pt x="165168" y="199590"/>
                    <a:pt x="164662" y="199843"/>
                  </a:cubicBezTo>
                  <a:cubicBezTo>
                    <a:pt x="164416" y="200580"/>
                    <a:pt x="164171" y="201317"/>
                    <a:pt x="163918" y="202076"/>
                  </a:cubicBezTo>
                  <a:cubicBezTo>
                    <a:pt x="163174" y="204308"/>
                    <a:pt x="163174" y="204308"/>
                    <a:pt x="161685" y="205052"/>
                  </a:cubicBezTo>
                  <a:cubicBezTo>
                    <a:pt x="161440" y="205543"/>
                    <a:pt x="161194" y="206034"/>
                    <a:pt x="160941" y="206541"/>
                  </a:cubicBezTo>
                  <a:cubicBezTo>
                    <a:pt x="160197" y="208029"/>
                    <a:pt x="160197" y="208029"/>
                    <a:pt x="158709" y="208773"/>
                  </a:cubicBezTo>
                  <a:cubicBezTo>
                    <a:pt x="158601" y="209264"/>
                    <a:pt x="158494" y="209755"/>
                    <a:pt x="158383" y="210261"/>
                  </a:cubicBezTo>
                  <a:cubicBezTo>
                    <a:pt x="158245" y="210752"/>
                    <a:pt x="158107" y="211243"/>
                    <a:pt x="157965" y="211749"/>
                  </a:cubicBezTo>
                  <a:cubicBezTo>
                    <a:pt x="157228" y="211995"/>
                    <a:pt x="156491" y="212241"/>
                    <a:pt x="155732" y="212494"/>
                  </a:cubicBezTo>
                  <a:cubicBezTo>
                    <a:pt x="155224" y="213480"/>
                    <a:pt x="154727" y="214472"/>
                    <a:pt x="154244" y="215470"/>
                  </a:cubicBezTo>
                  <a:cubicBezTo>
                    <a:pt x="153753" y="215470"/>
                    <a:pt x="153262" y="215470"/>
                    <a:pt x="152756" y="215470"/>
                  </a:cubicBezTo>
                  <a:cubicBezTo>
                    <a:pt x="152648" y="215931"/>
                    <a:pt x="152541" y="216391"/>
                    <a:pt x="152430" y="216865"/>
                  </a:cubicBezTo>
                  <a:cubicBezTo>
                    <a:pt x="152011" y="218447"/>
                    <a:pt x="152011" y="218447"/>
                    <a:pt x="149779" y="219935"/>
                  </a:cubicBezTo>
                  <a:cubicBezTo>
                    <a:pt x="149533" y="220672"/>
                    <a:pt x="149288" y="221408"/>
                    <a:pt x="149035" y="222167"/>
                  </a:cubicBezTo>
                  <a:cubicBezTo>
                    <a:pt x="148406" y="222275"/>
                    <a:pt x="147776" y="222382"/>
                    <a:pt x="147128" y="222493"/>
                  </a:cubicBezTo>
                  <a:cubicBezTo>
                    <a:pt x="146529" y="222631"/>
                    <a:pt x="145931" y="222769"/>
                    <a:pt x="145314" y="222912"/>
                  </a:cubicBezTo>
                  <a:cubicBezTo>
                    <a:pt x="145314" y="223894"/>
                    <a:pt x="145314" y="224876"/>
                    <a:pt x="145314" y="225888"/>
                  </a:cubicBezTo>
                  <a:cubicBezTo>
                    <a:pt x="144075" y="226142"/>
                    <a:pt x="142835" y="226390"/>
                    <a:pt x="141594" y="226632"/>
                  </a:cubicBezTo>
                  <a:cubicBezTo>
                    <a:pt x="141471" y="227139"/>
                    <a:pt x="141348" y="227645"/>
                    <a:pt x="141221" y="228167"/>
                  </a:cubicBezTo>
                  <a:cubicBezTo>
                    <a:pt x="141099" y="228643"/>
                    <a:pt x="140976" y="229119"/>
                    <a:pt x="140849" y="229609"/>
                  </a:cubicBezTo>
                  <a:cubicBezTo>
                    <a:pt x="139609" y="229609"/>
                    <a:pt x="138369" y="229609"/>
                    <a:pt x="137129" y="229609"/>
                  </a:cubicBezTo>
                  <a:cubicBezTo>
                    <a:pt x="136783" y="230323"/>
                    <a:pt x="136783" y="230323"/>
                    <a:pt x="136431" y="231051"/>
                  </a:cubicBezTo>
                  <a:cubicBezTo>
                    <a:pt x="136170" y="231557"/>
                    <a:pt x="135909" y="232064"/>
                    <a:pt x="135640" y="232585"/>
                  </a:cubicBezTo>
                  <a:cubicBezTo>
                    <a:pt x="134888" y="232708"/>
                    <a:pt x="134136" y="232831"/>
                    <a:pt x="133361" y="232957"/>
                  </a:cubicBezTo>
                  <a:cubicBezTo>
                    <a:pt x="132640" y="233080"/>
                    <a:pt x="131919" y="233203"/>
                    <a:pt x="131176" y="233330"/>
                  </a:cubicBezTo>
                  <a:cubicBezTo>
                    <a:pt x="131084" y="233820"/>
                    <a:pt x="130993" y="234310"/>
                    <a:pt x="130899" y="234815"/>
                  </a:cubicBezTo>
                  <a:cubicBezTo>
                    <a:pt x="130745" y="235307"/>
                    <a:pt x="130591" y="235799"/>
                    <a:pt x="130431" y="236306"/>
                  </a:cubicBezTo>
                  <a:cubicBezTo>
                    <a:pt x="128757" y="236681"/>
                    <a:pt x="128757" y="236681"/>
                    <a:pt x="126711" y="236725"/>
                  </a:cubicBezTo>
                  <a:cubicBezTo>
                    <a:pt x="124718" y="236725"/>
                    <a:pt x="124718" y="236725"/>
                    <a:pt x="122990" y="237050"/>
                  </a:cubicBezTo>
                  <a:cubicBezTo>
                    <a:pt x="122744" y="237787"/>
                    <a:pt x="122499" y="238524"/>
                    <a:pt x="122246" y="239283"/>
                  </a:cubicBezTo>
                  <a:cubicBezTo>
                    <a:pt x="119781" y="239748"/>
                    <a:pt x="119781" y="239748"/>
                    <a:pt x="117037" y="240027"/>
                  </a:cubicBezTo>
                  <a:cubicBezTo>
                    <a:pt x="115335" y="240233"/>
                    <a:pt x="115335" y="240233"/>
                    <a:pt x="114060" y="240771"/>
                  </a:cubicBezTo>
                  <a:cubicBezTo>
                    <a:pt x="113815" y="241508"/>
                    <a:pt x="113569" y="242244"/>
                    <a:pt x="113316" y="243003"/>
                  </a:cubicBezTo>
                  <a:cubicBezTo>
                    <a:pt x="111560" y="243272"/>
                    <a:pt x="111560" y="243272"/>
                    <a:pt x="109201" y="243257"/>
                  </a:cubicBezTo>
                  <a:cubicBezTo>
                    <a:pt x="108322" y="243257"/>
                    <a:pt x="107444" y="243256"/>
                    <a:pt x="106538" y="243256"/>
                  </a:cubicBezTo>
                  <a:cubicBezTo>
                    <a:pt x="105103" y="243239"/>
                    <a:pt x="105103" y="243239"/>
                    <a:pt x="103639" y="243221"/>
                  </a:cubicBezTo>
                  <a:cubicBezTo>
                    <a:pt x="102179" y="243217"/>
                    <a:pt x="102179" y="243217"/>
                    <a:pt x="100690" y="243212"/>
                  </a:cubicBezTo>
                  <a:cubicBezTo>
                    <a:pt x="98097" y="243203"/>
                    <a:pt x="95505" y="243181"/>
                    <a:pt x="92913" y="243157"/>
                  </a:cubicBezTo>
                  <a:cubicBezTo>
                    <a:pt x="90269" y="243134"/>
                    <a:pt x="87626" y="243124"/>
                    <a:pt x="84982" y="243112"/>
                  </a:cubicBezTo>
                  <a:cubicBezTo>
                    <a:pt x="79792" y="243088"/>
                    <a:pt x="74602" y="243050"/>
                    <a:pt x="69412" y="243003"/>
                  </a:cubicBezTo>
                  <a:cubicBezTo>
                    <a:pt x="69412" y="242267"/>
                    <a:pt x="69412" y="241530"/>
                    <a:pt x="69412" y="240771"/>
                  </a:cubicBezTo>
                  <a:cubicBezTo>
                    <a:pt x="67791" y="240233"/>
                    <a:pt x="67791" y="240233"/>
                    <a:pt x="65691" y="240027"/>
                  </a:cubicBezTo>
                  <a:cubicBezTo>
                    <a:pt x="64755" y="239889"/>
                    <a:pt x="63819" y="239751"/>
                    <a:pt x="62854" y="239608"/>
                  </a:cubicBezTo>
                  <a:cubicBezTo>
                    <a:pt x="62071" y="239501"/>
                    <a:pt x="61289" y="239393"/>
                    <a:pt x="60482" y="239283"/>
                  </a:cubicBezTo>
                  <a:cubicBezTo>
                    <a:pt x="60482" y="238300"/>
                    <a:pt x="60482" y="237318"/>
                    <a:pt x="60482" y="236306"/>
                  </a:cubicBezTo>
                  <a:cubicBezTo>
                    <a:pt x="59954" y="236341"/>
                    <a:pt x="59425" y="236375"/>
                    <a:pt x="58881" y="236411"/>
                  </a:cubicBezTo>
                  <a:cubicBezTo>
                    <a:pt x="58197" y="236438"/>
                    <a:pt x="57513" y="236464"/>
                    <a:pt x="56808" y="236492"/>
                  </a:cubicBezTo>
                  <a:cubicBezTo>
                    <a:pt x="56126" y="236527"/>
                    <a:pt x="55444" y="236561"/>
                    <a:pt x="54741" y="236597"/>
                  </a:cubicBezTo>
                  <a:cubicBezTo>
                    <a:pt x="54180" y="236501"/>
                    <a:pt x="53619" y="236405"/>
                    <a:pt x="53041" y="236306"/>
                  </a:cubicBezTo>
                  <a:cubicBezTo>
                    <a:pt x="52599" y="234841"/>
                    <a:pt x="52599" y="234841"/>
                    <a:pt x="52297" y="233330"/>
                  </a:cubicBezTo>
                  <a:cubicBezTo>
                    <a:pt x="49678" y="232716"/>
                    <a:pt x="49678" y="232716"/>
                    <a:pt x="47088" y="232585"/>
                  </a:cubicBezTo>
                  <a:cubicBezTo>
                    <a:pt x="47088" y="231603"/>
                    <a:pt x="47088" y="230621"/>
                    <a:pt x="47088" y="229609"/>
                  </a:cubicBezTo>
                  <a:cubicBezTo>
                    <a:pt x="45614" y="229609"/>
                    <a:pt x="44141" y="229609"/>
                    <a:pt x="42623" y="229609"/>
                  </a:cubicBezTo>
                  <a:cubicBezTo>
                    <a:pt x="42623" y="228627"/>
                    <a:pt x="42623" y="227644"/>
                    <a:pt x="42623" y="226632"/>
                  </a:cubicBezTo>
                  <a:cubicBezTo>
                    <a:pt x="41398" y="226099"/>
                    <a:pt x="40157" y="225603"/>
                    <a:pt x="38902" y="225144"/>
                  </a:cubicBezTo>
                  <a:cubicBezTo>
                    <a:pt x="38534" y="224039"/>
                    <a:pt x="38534" y="224039"/>
                    <a:pt x="38158" y="222912"/>
                  </a:cubicBezTo>
                  <a:cubicBezTo>
                    <a:pt x="37651" y="222789"/>
                    <a:pt x="37145" y="222666"/>
                    <a:pt x="36623" y="222540"/>
                  </a:cubicBezTo>
                  <a:cubicBezTo>
                    <a:pt x="36147" y="222417"/>
                    <a:pt x="35672" y="222294"/>
                    <a:pt x="35181" y="222167"/>
                  </a:cubicBezTo>
                  <a:cubicBezTo>
                    <a:pt x="35181" y="221431"/>
                    <a:pt x="35181" y="220694"/>
                    <a:pt x="35181" y="219935"/>
                  </a:cubicBezTo>
                  <a:cubicBezTo>
                    <a:pt x="34191" y="219679"/>
                    <a:pt x="33199" y="219432"/>
                    <a:pt x="32205" y="219191"/>
                  </a:cubicBezTo>
                  <a:cubicBezTo>
                    <a:pt x="31836" y="218086"/>
                    <a:pt x="31836" y="218086"/>
                    <a:pt x="31461" y="216958"/>
                  </a:cubicBezTo>
                  <a:cubicBezTo>
                    <a:pt x="30238" y="215701"/>
                    <a:pt x="28994" y="214464"/>
                    <a:pt x="27740" y="213238"/>
                  </a:cubicBezTo>
                  <a:cubicBezTo>
                    <a:pt x="21043" y="205560"/>
                    <a:pt x="21043" y="205560"/>
                    <a:pt x="21043" y="202820"/>
                  </a:cubicBezTo>
                  <a:cubicBezTo>
                    <a:pt x="20306" y="202820"/>
                    <a:pt x="19569" y="202820"/>
                    <a:pt x="18810" y="202820"/>
                  </a:cubicBezTo>
                  <a:cubicBezTo>
                    <a:pt x="18879" y="201945"/>
                    <a:pt x="18879" y="201945"/>
                    <a:pt x="18950" y="201052"/>
                  </a:cubicBezTo>
                  <a:cubicBezTo>
                    <a:pt x="18904" y="200408"/>
                    <a:pt x="18858" y="199763"/>
                    <a:pt x="18810" y="199099"/>
                  </a:cubicBezTo>
                  <a:cubicBezTo>
                    <a:pt x="18074" y="198608"/>
                    <a:pt x="17337" y="198117"/>
                    <a:pt x="16578" y="197611"/>
                  </a:cubicBezTo>
                  <a:cubicBezTo>
                    <a:pt x="16066" y="194913"/>
                    <a:pt x="16066" y="194913"/>
                    <a:pt x="15834" y="192402"/>
                  </a:cubicBezTo>
                  <a:cubicBezTo>
                    <a:pt x="15097" y="192402"/>
                    <a:pt x="14360" y="192402"/>
                    <a:pt x="13601" y="192402"/>
                  </a:cubicBezTo>
                  <a:cubicBezTo>
                    <a:pt x="13077" y="190674"/>
                    <a:pt x="12580" y="188937"/>
                    <a:pt x="12113" y="187193"/>
                  </a:cubicBezTo>
                  <a:cubicBezTo>
                    <a:pt x="11622" y="187193"/>
                    <a:pt x="11131" y="187193"/>
                    <a:pt x="10625" y="187193"/>
                  </a:cubicBezTo>
                  <a:cubicBezTo>
                    <a:pt x="10625" y="184737"/>
                    <a:pt x="10625" y="182282"/>
                    <a:pt x="10625" y="179751"/>
                  </a:cubicBezTo>
                  <a:cubicBezTo>
                    <a:pt x="9888" y="179751"/>
                    <a:pt x="9151" y="179751"/>
                    <a:pt x="8392" y="179751"/>
                  </a:cubicBezTo>
                  <a:cubicBezTo>
                    <a:pt x="8024" y="175331"/>
                    <a:pt x="8024" y="175331"/>
                    <a:pt x="7648" y="170822"/>
                  </a:cubicBezTo>
                  <a:cubicBezTo>
                    <a:pt x="6912" y="170822"/>
                    <a:pt x="6175" y="170822"/>
                    <a:pt x="5416" y="170822"/>
                  </a:cubicBezTo>
                  <a:cubicBezTo>
                    <a:pt x="5170" y="167384"/>
                    <a:pt x="4925" y="163946"/>
                    <a:pt x="4672" y="160404"/>
                  </a:cubicBezTo>
                  <a:cubicBezTo>
                    <a:pt x="3935" y="160404"/>
                    <a:pt x="3198" y="160404"/>
                    <a:pt x="2439" y="160404"/>
                  </a:cubicBezTo>
                  <a:cubicBezTo>
                    <a:pt x="2424" y="159912"/>
                    <a:pt x="2410" y="159420"/>
                    <a:pt x="2395" y="158913"/>
                  </a:cubicBezTo>
                  <a:cubicBezTo>
                    <a:pt x="2324" y="156696"/>
                    <a:pt x="2242" y="154481"/>
                    <a:pt x="2160" y="152265"/>
                  </a:cubicBezTo>
                  <a:cubicBezTo>
                    <a:pt x="2137" y="151490"/>
                    <a:pt x="2114" y="150716"/>
                    <a:pt x="2090" y="149918"/>
                  </a:cubicBezTo>
                  <a:cubicBezTo>
                    <a:pt x="2047" y="148813"/>
                    <a:pt x="2047" y="148813"/>
                    <a:pt x="2003" y="147687"/>
                  </a:cubicBezTo>
                  <a:cubicBezTo>
                    <a:pt x="1980" y="147005"/>
                    <a:pt x="1956" y="146323"/>
                    <a:pt x="1932" y="145620"/>
                  </a:cubicBezTo>
                  <a:cubicBezTo>
                    <a:pt x="1854" y="145096"/>
                    <a:pt x="1776" y="144572"/>
                    <a:pt x="1695" y="144033"/>
                  </a:cubicBezTo>
                  <a:cubicBezTo>
                    <a:pt x="1204" y="143787"/>
                    <a:pt x="713" y="143542"/>
                    <a:pt x="207" y="143289"/>
                  </a:cubicBezTo>
                  <a:cubicBezTo>
                    <a:pt x="18" y="141650"/>
                    <a:pt x="18" y="141650"/>
                    <a:pt x="14" y="139459"/>
                  </a:cubicBezTo>
                  <a:cubicBezTo>
                    <a:pt x="10" y="138642"/>
                    <a:pt x="5" y="137825"/>
                    <a:pt x="0" y="136983"/>
                  </a:cubicBezTo>
                  <a:cubicBezTo>
                    <a:pt x="3" y="136094"/>
                    <a:pt x="6" y="135205"/>
                    <a:pt x="9" y="134289"/>
                  </a:cubicBezTo>
                  <a:cubicBezTo>
                    <a:pt x="8" y="133384"/>
                    <a:pt x="6" y="132478"/>
                    <a:pt x="5" y="131545"/>
                  </a:cubicBezTo>
                  <a:cubicBezTo>
                    <a:pt x="4" y="129626"/>
                    <a:pt x="7" y="127706"/>
                    <a:pt x="13" y="125787"/>
                  </a:cubicBezTo>
                  <a:cubicBezTo>
                    <a:pt x="21" y="122837"/>
                    <a:pt x="13" y="119888"/>
                    <a:pt x="3" y="116938"/>
                  </a:cubicBezTo>
                  <a:cubicBezTo>
                    <a:pt x="4" y="115079"/>
                    <a:pt x="6" y="113220"/>
                    <a:pt x="9" y="111360"/>
                  </a:cubicBezTo>
                  <a:cubicBezTo>
                    <a:pt x="6" y="110471"/>
                    <a:pt x="3" y="109582"/>
                    <a:pt x="0" y="108666"/>
                  </a:cubicBezTo>
                  <a:cubicBezTo>
                    <a:pt x="7" y="107441"/>
                    <a:pt x="7" y="107441"/>
                    <a:pt x="14" y="106191"/>
                  </a:cubicBezTo>
                  <a:cubicBezTo>
                    <a:pt x="15" y="105467"/>
                    <a:pt x="17" y="104744"/>
                    <a:pt x="18" y="103999"/>
                  </a:cubicBezTo>
                  <a:cubicBezTo>
                    <a:pt x="80" y="103458"/>
                    <a:pt x="143" y="102918"/>
                    <a:pt x="207" y="102361"/>
                  </a:cubicBezTo>
                  <a:cubicBezTo>
                    <a:pt x="698" y="102115"/>
                    <a:pt x="1189" y="101870"/>
                    <a:pt x="1695" y="101617"/>
                  </a:cubicBezTo>
                  <a:cubicBezTo>
                    <a:pt x="1975" y="99737"/>
                    <a:pt x="1975" y="99737"/>
                    <a:pt x="2003" y="97475"/>
                  </a:cubicBezTo>
                  <a:cubicBezTo>
                    <a:pt x="2032" y="96638"/>
                    <a:pt x="2061" y="95801"/>
                    <a:pt x="2090" y="94938"/>
                  </a:cubicBezTo>
                  <a:cubicBezTo>
                    <a:pt x="2113" y="94057"/>
                    <a:pt x="2136" y="93176"/>
                    <a:pt x="2160" y="92268"/>
                  </a:cubicBezTo>
                  <a:cubicBezTo>
                    <a:pt x="2189" y="91384"/>
                    <a:pt x="2218" y="90501"/>
                    <a:pt x="2247" y="89590"/>
                  </a:cubicBezTo>
                  <a:cubicBezTo>
                    <a:pt x="2318" y="87398"/>
                    <a:pt x="2381" y="85206"/>
                    <a:pt x="2439" y="83013"/>
                  </a:cubicBezTo>
                  <a:cubicBezTo>
                    <a:pt x="2930" y="83013"/>
                    <a:pt x="3421" y="83013"/>
                    <a:pt x="3927" y="83013"/>
                  </a:cubicBezTo>
                  <a:cubicBezTo>
                    <a:pt x="4933" y="81003"/>
                    <a:pt x="4924" y="79205"/>
                    <a:pt x="5090" y="76967"/>
                  </a:cubicBezTo>
                  <a:cubicBezTo>
                    <a:pt x="5153" y="76152"/>
                    <a:pt x="5215" y="75336"/>
                    <a:pt x="5279" y="74496"/>
                  </a:cubicBezTo>
                  <a:cubicBezTo>
                    <a:pt x="5324" y="73869"/>
                    <a:pt x="5369" y="73242"/>
                    <a:pt x="5416" y="72595"/>
                  </a:cubicBezTo>
                  <a:cubicBezTo>
                    <a:pt x="6152" y="72595"/>
                    <a:pt x="6889" y="72595"/>
                    <a:pt x="7648" y="72595"/>
                  </a:cubicBezTo>
                  <a:cubicBezTo>
                    <a:pt x="7685" y="71959"/>
                    <a:pt x="7721" y="71323"/>
                    <a:pt x="7759" y="70668"/>
                  </a:cubicBezTo>
                  <a:cubicBezTo>
                    <a:pt x="7814" y="69846"/>
                    <a:pt x="7870" y="69024"/>
                    <a:pt x="7927" y="68177"/>
                  </a:cubicBezTo>
                  <a:cubicBezTo>
                    <a:pt x="7979" y="67357"/>
                    <a:pt x="8031" y="66537"/>
                    <a:pt x="8084" y="65692"/>
                  </a:cubicBezTo>
                  <a:cubicBezTo>
                    <a:pt x="8186" y="65023"/>
                    <a:pt x="8288" y="64354"/>
                    <a:pt x="8392" y="63666"/>
                  </a:cubicBezTo>
                  <a:cubicBezTo>
                    <a:pt x="9129" y="63297"/>
                    <a:pt x="9129" y="63297"/>
                    <a:pt x="9881" y="62921"/>
                  </a:cubicBezTo>
                  <a:cubicBezTo>
                    <a:pt x="10143" y="61191"/>
                    <a:pt x="10211" y="59483"/>
                    <a:pt x="10296" y="57736"/>
                  </a:cubicBezTo>
                  <a:cubicBezTo>
                    <a:pt x="10405" y="57237"/>
                    <a:pt x="10513" y="56738"/>
                    <a:pt x="10625" y="56224"/>
                  </a:cubicBezTo>
                  <a:cubicBezTo>
                    <a:pt x="11730" y="55856"/>
                    <a:pt x="11730" y="55856"/>
                    <a:pt x="12857" y="55480"/>
                  </a:cubicBezTo>
                  <a:cubicBezTo>
                    <a:pt x="13409" y="52857"/>
                    <a:pt x="13409" y="52857"/>
                    <a:pt x="13601" y="50271"/>
                  </a:cubicBezTo>
                  <a:cubicBezTo>
                    <a:pt x="14092" y="50271"/>
                    <a:pt x="14584" y="50271"/>
                    <a:pt x="15090" y="50271"/>
                  </a:cubicBezTo>
                  <a:cubicBezTo>
                    <a:pt x="15320" y="49534"/>
                    <a:pt x="15550" y="48798"/>
                    <a:pt x="15787" y="48039"/>
                  </a:cubicBezTo>
                  <a:cubicBezTo>
                    <a:pt x="16048" y="47302"/>
                    <a:pt x="16309" y="46565"/>
                    <a:pt x="16578" y="45806"/>
                  </a:cubicBezTo>
                  <a:cubicBezTo>
                    <a:pt x="17315" y="45806"/>
                    <a:pt x="18051" y="45806"/>
                    <a:pt x="18810" y="45806"/>
                  </a:cubicBezTo>
                  <a:cubicBezTo>
                    <a:pt x="18810" y="44333"/>
                    <a:pt x="18810" y="42859"/>
                    <a:pt x="18810" y="41341"/>
                  </a:cubicBezTo>
                  <a:cubicBezTo>
                    <a:pt x="19547" y="41341"/>
                    <a:pt x="20284" y="41341"/>
                    <a:pt x="21043" y="41341"/>
                  </a:cubicBezTo>
                  <a:cubicBezTo>
                    <a:pt x="21119" y="40651"/>
                    <a:pt x="21196" y="39960"/>
                    <a:pt x="21275" y="39248"/>
                  </a:cubicBezTo>
                  <a:cubicBezTo>
                    <a:pt x="21811" y="36765"/>
                    <a:pt x="22192" y="36243"/>
                    <a:pt x="24019" y="34644"/>
                  </a:cubicBezTo>
                  <a:cubicBezTo>
                    <a:pt x="24265" y="33907"/>
                    <a:pt x="24510" y="33171"/>
                    <a:pt x="24763" y="32412"/>
                  </a:cubicBezTo>
                  <a:cubicBezTo>
                    <a:pt x="25500" y="31920"/>
                    <a:pt x="26237" y="31429"/>
                    <a:pt x="26996" y="30923"/>
                  </a:cubicBezTo>
                  <a:cubicBezTo>
                    <a:pt x="27241" y="30187"/>
                    <a:pt x="27487" y="29450"/>
                    <a:pt x="27740" y="28691"/>
                  </a:cubicBezTo>
                  <a:cubicBezTo>
                    <a:pt x="28955" y="27668"/>
                    <a:pt x="30197" y="26677"/>
                    <a:pt x="31461" y="25714"/>
                  </a:cubicBezTo>
                  <a:cubicBezTo>
                    <a:pt x="33231" y="24134"/>
                    <a:pt x="33660" y="23582"/>
                    <a:pt x="34437" y="21250"/>
                  </a:cubicBezTo>
                  <a:cubicBezTo>
                    <a:pt x="35677" y="21001"/>
                    <a:pt x="36918" y="20753"/>
                    <a:pt x="38158" y="20505"/>
                  </a:cubicBezTo>
                  <a:cubicBezTo>
                    <a:pt x="38526" y="19400"/>
                    <a:pt x="38526" y="19400"/>
                    <a:pt x="38902" y="18273"/>
                  </a:cubicBezTo>
                  <a:cubicBezTo>
                    <a:pt x="39409" y="18166"/>
                    <a:pt x="39915" y="18058"/>
                    <a:pt x="40437" y="17947"/>
                  </a:cubicBezTo>
                  <a:cubicBezTo>
                    <a:pt x="40913" y="17809"/>
                    <a:pt x="41388" y="17671"/>
                    <a:pt x="41879" y="17529"/>
                  </a:cubicBezTo>
                  <a:cubicBezTo>
                    <a:pt x="41879" y="16547"/>
                    <a:pt x="41879" y="15564"/>
                    <a:pt x="41879" y="14552"/>
                  </a:cubicBezTo>
                  <a:cubicBezTo>
                    <a:pt x="42600" y="14491"/>
                    <a:pt x="43321" y="14429"/>
                    <a:pt x="44065" y="14366"/>
                  </a:cubicBezTo>
                  <a:cubicBezTo>
                    <a:pt x="44817" y="14182"/>
                    <a:pt x="45569" y="13998"/>
                    <a:pt x="46344" y="13808"/>
                  </a:cubicBezTo>
                  <a:cubicBezTo>
                    <a:pt x="46451" y="13302"/>
                    <a:pt x="46558" y="12795"/>
                    <a:pt x="46669" y="12273"/>
                  </a:cubicBezTo>
                  <a:cubicBezTo>
                    <a:pt x="46876" y="11560"/>
                    <a:pt x="46876" y="11560"/>
                    <a:pt x="47088" y="10832"/>
                  </a:cubicBezTo>
                  <a:cubicBezTo>
                    <a:pt x="47947" y="10847"/>
                    <a:pt x="48807" y="10862"/>
                    <a:pt x="49692" y="10878"/>
                  </a:cubicBezTo>
                  <a:cubicBezTo>
                    <a:pt x="50552" y="10863"/>
                    <a:pt x="51411" y="10847"/>
                    <a:pt x="52297" y="10832"/>
                  </a:cubicBezTo>
                  <a:cubicBezTo>
                    <a:pt x="52404" y="10233"/>
                    <a:pt x="52512" y="9634"/>
                    <a:pt x="52622" y="9018"/>
                  </a:cubicBezTo>
                  <a:cubicBezTo>
                    <a:pt x="52829" y="8074"/>
                    <a:pt x="52829" y="8074"/>
                    <a:pt x="53041" y="7111"/>
                  </a:cubicBezTo>
                  <a:cubicBezTo>
                    <a:pt x="54599" y="6719"/>
                    <a:pt x="56040" y="6645"/>
                    <a:pt x="57645" y="6617"/>
                  </a:cubicBezTo>
                  <a:cubicBezTo>
                    <a:pt x="58090" y="6534"/>
                    <a:pt x="58535" y="6452"/>
                    <a:pt x="58994" y="6367"/>
                  </a:cubicBezTo>
                  <a:cubicBezTo>
                    <a:pt x="59239" y="5630"/>
                    <a:pt x="59485" y="4893"/>
                    <a:pt x="59738" y="4134"/>
                  </a:cubicBezTo>
                  <a:cubicBezTo>
                    <a:pt x="62057" y="3814"/>
                    <a:pt x="64328" y="3807"/>
                    <a:pt x="66668" y="3765"/>
                  </a:cubicBezTo>
                  <a:cubicBezTo>
                    <a:pt x="67328" y="3641"/>
                    <a:pt x="67988" y="3518"/>
                    <a:pt x="68668" y="3390"/>
                  </a:cubicBezTo>
                  <a:cubicBezTo>
                    <a:pt x="68747" y="2899"/>
                    <a:pt x="68827" y="2408"/>
                    <a:pt x="68908" y="1902"/>
                  </a:cubicBezTo>
                  <a:cubicBezTo>
                    <a:pt x="69075" y="1411"/>
                    <a:pt x="69241" y="920"/>
                    <a:pt x="69412" y="414"/>
                  </a:cubicBezTo>
                  <a:cubicBezTo>
                    <a:pt x="71163" y="36"/>
                    <a:pt x="71163" y="36"/>
                    <a:pt x="73515" y="28"/>
                  </a:cubicBezTo>
                  <a:cubicBezTo>
                    <a:pt x="74391" y="19"/>
                    <a:pt x="75268" y="10"/>
                    <a:pt x="76171" y="0"/>
                  </a:cubicBezTo>
                  <a:close/>
                </a:path>
              </a:pathLst>
            </a:custGeom>
            <a:grpFill/>
            <a:ln w="744" cap="flat">
              <a:noFill/>
              <a:prstDash val="solid"/>
              <a:miter/>
            </a:ln>
          </p:spPr>
          <p:txBody>
            <a:bodyPr rtlCol="0" anchor="ctr"/>
            <a:lstStyle/>
            <a:p>
              <a:endParaRPr lang="zh-CN" altLang="en-US"/>
            </a:p>
          </p:txBody>
        </p:sp>
        <p:sp>
          <p:nvSpPr>
            <p:cNvPr id="166" name="任意多边形: 形状 165"/>
            <p:cNvSpPr/>
            <p:nvPr/>
          </p:nvSpPr>
          <p:spPr>
            <a:xfrm>
              <a:off x="6523542" y="1390347"/>
              <a:ext cx="183228" cy="243356"/>
            </a:xfrm>
            <a:custGeom>
              <a:avLst/>
              <a:gdLst>
                <a:gd name="connsiteX0" fmla="*/ 88013 w 183231"/>
                <a:gd name="connsiteY0" fmla="*/ 30621 h 243347"/>
                <a:gd name="connsiteX1" fmla="*/ 84853 w 183231"/>
                <a:gd name="connsiteY1" fmla="*/ 30964 h 243347"/>
                <a:gd name="connsiteX2" fmla="*/ 84060 w 183231"/>
                <a:gd name="connsiteY2" fmla="*/ 32452 h 243347"/>
                <a:gd name="connsiteX3" fmla="*/ 83365 w 183231"/>
                <a:gd name="connsiteY3" fmla="*/ 33941 h 243347"/>
                <a:gd name="connsiteX4" fmla="*/ 80993 w 183231"/>
                <a:gd name="connsiteY4" fmla="*/ 34290 h 243347"/>
                <a:gd name="connsiteX5" fmla="*/ 72947 w 183231"/>
                <a:gd name="connsiteY5" fmla="*/ 34685 h 243347"/>
                <a:gd name="connsiteX6" fmla="*/ 72066 w 183231"/>
                <a:gd name="connsiteY6" fmla="*/ 36199 h 243347"/>
                <a:gd name="connsiteX7" fmla="*/ 71459 w 183231"/>
                <a:gd name="connsiteY7" fmla="*/ 37661 h 243347"/>
                <a:gd name="connsiteX8" fmla="*/ 70037 w 183231"/>
                <a:gd name="connsiteY8" fmla="*/ 37821 h 243347"/>
                <a:gd name="connsiteX9" fmla="*/ 65506 w 183231"/>
                <a:gd name="connsiteY9" fmla="*/ 37661 h 243347"/>
                <a:gd name="connsiteX10" fmla="*/ 65040 w 183231"/>
                <a:gd name="connsiteY10" fmla="*/ 39522 h 243347"/>
                <a:gd name="connsiteX11" fmla="*/ 64761 w 183231"/>
                <a:gd name="connsiteY11" fmla="*/ 41382 h 243347"/>
                <a:gd name="connsiteX12" fmla="*/ 62529 w 183231"/>
                <a:gd name="connsiteY12" fmla="*/ 41429 h 243347"/>
                <a:gd name="connsiteX13" fmla="*/ 60297 w 183231"/>
                <a:gd name="connsiteY13" fmla="*/ 41382 h 243347"/>
                <a:gd name="connsiteX14" fmla="*/ 59831 w 183231"/>
                <a:gd name="connsiteY14" fmla="*/ 42824 h 243347"/>
                <a:gd name="connsiteX15" fmla="*/ 59552 w 183231"/>
                <a:gd name="connsiteY15" fmla="*/ 44359 h 243347"/>
                <a:gd name="connsiteX16" fmla="*/ 56576 w 183231"/>
                <a:gd name="connsiteY16" fmla="*/ 45103 h 243347"/>
                <a:gd name="connsiteX17" fmla="*/ 56111 w 183231"/>
                <a:gd name="connsiteY17" fmla="*/ 46638 h 243347"/>
                <a:gd name="connsiteX18" fmla="*/ 55832 w 183231"/>
                <a:gd name="connsiteY18" fmla="*/ 48079 h 243347"/>
                <a:gd name="connsiteX19" fmla="*/ 52902 w 183231"/>
                <a:gd name="connsiteY19" fmla="*/ 49521 h 243347"/>
                <a:gd name="connsiteX20" fmla="*/ 51367 w 183231"/>
                <a:gd name="connsiteY20" fmla="*/ 51056 h 243347"/>
                <a:gd name="connsiteX21" fmla="*/ 49134 w 183231"/>
                <a:gd name="connsiteY21" fmla="*/ 51800 h 243347"/>
                <a:gd name="connsiteX22" fmla="*/ 48716 w 183231"/>
                <a:gd name="connsiteY22" fmla="*/ 53335 h 243347"/>
                <a:gd name="connsiteX23" fmla="*/ 48390 w 183231"/>
                <a:gd name="connsiteY23" fmla="*/ 54777 h 243347"/>
                <a:gd name="connsiteX24" fmla="*/ 46902 w 183231"/>
                <a:gd name="connsiteY24" fmla="*/ 54777 h 243347"/>
                <a:gd name="connsiteX25" fmla="*/ 46158 w 183231"/>
                <a:gd name="connsiteY25" fmla="*/ 58497 h 243347"/>
                <a:gd name="connsiteX26" fmla="*/ 43925 w 183231"/>
                <a:gd name="connsiteY26" fmla="*/ 58497 h 243347"/>
                <a:gd name="connsiteX27" fmla="*/ 43181 w 183231"/>
                <a:gd name="connsiteY27" fmla="*/ 64451 h 243347"/>
                <a:gd name="connsiteX28" fmla="*/ 41693 w 183231"/>
                <a:gd name="connsiteY28" fmla="*/ 64451 h 243347"/>
                <a:gd name="connsiteX29" fmla="*/ 40902 w 183231"/>
                <a:gd name="connsiteY29" fmla="*/ 66683 h 243347"/>
                <a:gd name="connsiteX30" fmla="*/ 40205 w 183231"/>
                <a:gd name="connsiteY30" fmla="*/ 68915 h 243347"/>
                <a:gd name="connsiteX31" fmla="*/ 39461 w 183231"/>
                <a:gd name="connsiteY31" fmla="*/ 68915 h 243347"/>
                <a:gd name="connsiteX32" fmla="*/ 37972 w 183231"/>
                <a:gd name="connsiteY32" fmla="*/ 71892 h 243347"/>
                <a:gd name="connsiteX33" fmla="*/ 37972 w 183231"/>
                <a:gd name="connsiteY33" fmla="*/ 77101 h 243347"/>
                <a:gd name="connsiteX34" fmla="*/ 35740 w 183231"/>
                <a:gd name="connsiteY34" fmla="*/ 77845 h 243347"/>
                <a:gd name="connsiteX35" fmla="*/ 35438 w 183231"/>
                <a:gd name="connsiteY35" fmla="*/ 80144 h 243347"/>
                <a:gd name="connsiteX36" fmla="*/ 34996 w 183231"/>
                <a:gd name="connsiteY36" fmla="*/ 88263 h 243347"/>
                <a:gd name="connsiteX37" fmla="*/ 32763 w 183231"/>
                <a:gd name="connsiteY37" fmla="*/ 89751 h 243347"/>
                <a:gd name="connsiteX38" fmla="*/ 32397 w 183231"/>
                <a:gd name="connsiteY38" fmla="*/ 93551 h 243347"/>
                <a:gd name="connsiteX39" fmla="*/ 32383 w 183231"/>
                <a:gd name="connsiteY39" fmla="*/ 95106 h 243347"/>
                <a:gd name="connsiteX40" fmla="*/ 32277 w 183231"/>
                <a:gd name="connsiteY40" fmla="*/ 100037 h 243347"/>
                <a:gd name="connsiteX41" fmla="*/ 32214 w 183231"/>
                <a:gd name="connsiteY41" fmla="*/ 103472 h 243347"/>
                <a:gd name="connsiteX42" fmla="*/ 32052 w 183231"/>
                <a:gd name="connsiteY42" fmla="*/ 111402 h 243347"/>
                <a:gd name="connsiteX43" fmla="*/ 32019 w 183231"/>
                <a:gd name="connsiteY43" fmla="*/ 113564 h 243347"/>
                <a:gd name="connsiteX44" fmla="*/ 31275 w 183231"/>
                <a:gd name="connsiteY44" fmla="*/ 113564 h 243347"/>
                <a:gd name="connsiteX45" fmla="*/ 29606 w 183231"/>
                <a:gd name="connsiteY45" fmla="*/ 118185 h 243347"/>
                <a:gd name="connsiteX46" fmla="*/ 29615 w 183231"/>
                <a:gd name="connsiteY46" fmla="*/ 119956 h 243347"/>
                <a:gd name="connsiteX47" fmla="*/ 29620 w 183231"/>
                <a:gd name="connsiteY47" fmla="*/ 121911 h 243347"/>
                <a:gd name="connsiteX48" fmla="*/ 29647 w 183231"/>
                <a:gd name="connsiteY48" fmla="*/ 123935 h 243347"/>
                <a:gd name="connsiteX49" fmla="*/ 30531 w 183231"/>
                <a:gd name="connsiteY49" fmla="*/ 135144 h 243347"/>
                <a:gd name="connsiteX50" fmla="*/ 32245 w 183231"/>
                <a:gd name="connsiteY50" fmla="*/ 138485 h 243347"/>
                <a:gd name="connsiteX51" fmla="*/ 32301 w 183231"/>
                <a:gd name="connsiteY51" fmla="*/ 140795 h 243347"/>
                <a:gd name="connsiteX52" fmla="*/ 32378 w 183231"/>
                <a:gd name="connsiteY52" fmla="*/ 143303 h 243347"/>
                <a:gd name="connsiteX53" fmla="*/ 32506 w 183231"/>
                <a:gd name="connsiteY53" fmla="*/ 148565 h 243347"/>
                <a:gd name="connsiteX54" fmla="*/ 32580 w 183231"/>
                <a:gd name="connsiteY54" fmla="*/ 151073 h 243347"/>
                <a:gd name="connsiteX55" fmla="*/ 33507 w 183231"/>
                <a:gd name="connsiteY55" fmla="*/ 156724 h 243347"/>
                <a:gd name="connsiteX56" fmla="*/ 34996 w 183231"/>
                <a:gd name="connsiteY56" fmla="*/ 156724 h 243347"/>
                <a:gd name="connsiteX57" fmla="*/ 35080 w 183231"/>
                <a:gd name="connsiteY57" fmla="*/ 158651 h 243347"/>
                <a:gd name="connsiteX58" fmla="*/ 35228 w 183231"/>
                <a:gd name="connsiteY58" fmla="*/ 161142 h 243347"/>
                <a:gd name="connsiteX59" fmla="*/ 35740 w 183231"/>
                <a:gd name="connsiteY59" fmla="*/ 165654 h 243347"/>
                <a:gd name="connsiteX60" fmla="*/ 37972 w 183231"/>
                <a:gd name="connsiteY60" fmla="*/ 166398 h 243347"/>
                <a:gd name="connsiteX61" fmla="*/ 38065 w 183231"/>
                <a:gd name="connsiteY61" fmla="*/ 168956 h 243347"/>
                <a:gd name="connsiteX62" fmla="*/ 38716 w 183231"/>
                <a:gd name="connsiteY62" fmla="*/ 173095 h 243347"/>
                <a:gd name="connsiteX63" fmla="*/ 40949 w 183231"/>
                <a:gd name="connsiteY63" fmla="*/ 173095 h 243347"/>
                <a:gd name="connsiteX64" fmla="*/ 40949 w 183231"/>
                <a:gd name="connsiteY64" fmla="*/ 179048 h 243347"/>
                <a:gd name="connsiteX65" fmla="*/ 43181 w 183231"/>
                <a:gd name="connsiteY65" fmla="*/ 179048 h 243347"/>
                <a:gd name="connsiteX66" fmla="*/ 43925 w 183231"/>
                <a:gd name="connsiteY66" fmla="*/ 183513 h 243347"/>
                <a:gd name="connsiteX67" fmla="*/ 46158 w 183231"/>
                <a:gd name="connsiteY67" fmla="*/ 185001 h 243347"/>
                <a:gd name="connsiteX68" fmla="*/ 46902 w 183231"/>
                <a:gd name="connsiteY68" fmla="*/ 187978 h 243347"/>
                <a:gd name="connsiteX69" fmla="*/ 49134 w 183231"/>
                <a:gd name="connsiteY69" fmla="*/ 187978 h 243347"/>
                <a:gd name="connsiteX70" fmla="*/ 49879 w 183231"/>
                <a:gd name="connsiteY70" fmla="*/ 191699 h 243347"/>
                <a:gd name="connsiteX71" fmla="*/ 52111 w 183231"/>
                <a:gd name="connsiteY71" fmla="*/ 191699 h 243347"/>
                <a:gd name="connsiteX72" fmla="*/ 52983 w 183231"/>
                <a:gd name="connsiteY72" fmla="*/ 194445 h 243347"/>
                <a:gd name="connsiteX73" fmla="*/ 54157 w 183231"/>
                <a:gd name="connsiteY73" fmla="*/ 195838 h 243347"/>
                <a:gd name="connsiteX74" fmla="*/ 56576 w 183231"/>
                <a:gd name="connsiteY74" fmla="*/ 198396 h 243347"/>
                <a:gd name="connsiteX75" fmla="*/ 59552 w 183231"/>
                <a:gd name="connsiteY75" fmla="*/ 199140 h 243347"/>
                <a:gd name="connsiteX76" fmla="*/ 59552 w 183231"/>
                <a:gd name="connsiteY76" fmla="*/ 202117 h 243347"/>
                <a:gd name="connsiteX77" fmla="*/ 64761 w 183231"/>
                <a:gd name="connsiteY77" fmla="*/ 202117 h 243347"/>
                <a:gd name="connsiteX78" fmla="*/ 65506 w 183231"/>
                <a:gd name="connsiteY78" fmla="*/ 205837 h 243347"/>
                <a:gd name="connsiteX79" fmla="*/ 68482 w 183231"/>
                <a:gd name="connsiteY79" fmla="*/ 205884 h 243347"/>
                <a:gd name="connsiteX80" fmla="*/ 71459 w 183231"/>
                <a:gd name="connsiteY80" fmla="*/ 205837 h 243347"/>
                <a:gd name="connsiteX81" fmla="*/ 72203 w 183231"/>
                <a:gd name="connsiteY81" fmla="*/ 208814 h 243347"/>
                <a:gd name="connsiteX82" fmla="*/ 77784 w 183231"/>
                <a:gd name="connsiteY82" fmla="*/ 208767 h 243347"/>
                <a:gd name="connsiteX83" fmla="*/ 83365 w 183231"/>
                <a:gd name="connsiteY83" fmla="*/ 208814 h 243347"/>
                <a:gd name="connsiteX84" fmla="*/ 84109 w 183231"/>
                <a:gd name="connsiteY84" fmla="*/ 212535 h 243347"/>
                <a:gd name="connsiteX85" fmla="*/ 85604 w 183231"/>
                <a:gd name="connsiteY85" fmla="*/ 213004 h 243347"/>
                <a:gd name="connsiteX86" fmla="*/ 87548 w 183231"/>
                <a:gd name="connsiteY86" fmla="*/ 213002 h 243347"/>
                <a:gd name="connsiteX87" fmla="*/ 89657 w 183231"/>
                <a:gd name="connsiteY87" fmla="*/ 213007 h 243347"/>
                <a:gd name="connsiteX88" fmla="*/ 91876 w 183231"/>
                <a:gd name="connsiteY88" fmla="*/ 212953 h 243347"/>
                <a:gd name="connsiteX89" fmla="*/ 99736 w 183231"/>
                <a:gd name="connsiteY89" fmla="*/ 212535 h 243347"/>
                <a:gd name="connsiteX90" fmla="*/ 100541 w 183231"/>
                <a:gd name="connsiteY90" fmla="*/ 211042 h 243347"/>
                <a:gd name="connsiteX91" fmla="*/ 101224 w 183231"/>
                <a:gd name="connsiteY91" fmla="*/ 209558 h 243347"/>
                <a:gd name="connsiteX92" fmla="*/ 105287 w 183231"/>
                <a:gd name="connsiteY92" fmla="*/ 209177 h 243347"/>
                <a:gd name="connsiteX93" fmla="*/ 112386 w 183231"/>
                <a:gd name="connsiteY93" fmla="*/ 208814 h 243347"/>
                <a:gd name="connsiteX94" fmla="*/ 112968 w 183231"/>
                <a:gd name="connsiteY94" fmla="*/ 207302 h 243347"/>
                <a:gd name="connsiteX95" fmla="*/ 113131 w 183231"/>
                <a:gd name="connsiteY95" fmla="*/ 205837 h 243347"/>
                <a:gd name="connsiteX96" fmla="*/ 117595 w 183231"/>
                <a:gd name="connsiteY96" fmla="*/ 205837 h 243347"/>
                <a:gd name="connsiteX97" fmla="*/ 118340 w 183231"/>
                <a:gd name="connsiteY97" fmla="*/ 204395 h 243347"/>
                <a:gd name="connsiteX98" fmla="*/ 119084 w 183231"/>
                <a:gd name="connsiteY98" fmla="*/ 202861 h 243347"/>
                <a:gd name="connsiteX99" fmla="*/ 121363 w 183231"/>
                <a:gd name="connsiteY99" fmla="*/ 202442 h 243347"/>
                <a:gd name="connsiteX100" fmla="*/ 123548 w 183231"/>
                <a:gd name="connsiteY100" fmla="*/ 202117 h 243347"/>
                <a:gd name="connsiteX101" fmla="*/ 124293 w 183231"/>
                <a:gd name="connsiteY101" fmla="*/ 199884 h 243347"/>
                <a:gd name="connsiteX102" fmla="*/ 127269 w 183231"/>
                <a:gd name="connsiteY102" fmla="*/ 198396 h 243347"/>
                <a:gd name="connsiteX103" fmla="*/ 128013 w 183231"/>
                <a:gd name="connsiteY103" fmla="*/ 195419 h 243347"/>
                <a:gd name="connsiteX104" fmla="*/ 130990 w 183231"/>
                <a:gd name="connsiteY104" fmla="*/ 195419 h 243347"/>
                <a:gd name="connsiteX105" fmla="*/ 131734 w 183231"/>
                <a:gd name="connsiteY105" fmla="*/ 193931 h 243347"/>
                <a:gd name="connsiteX106" fmla="*/ 133966 w 183231"/>
                <a:gd name="connsiteY106" fmla="*/ 191699 h 243347"/>
                <a:gd name="connsiteX107" fmla="*/ 133966 w 183231"/>
                <a:gd name="connsiteY107" fmla="*/ 188722 h 243347"/>
                <a:gd name="connsiteX108" fmla="*/ 136199 w 183231"/>
                <a:gd name="connsiteY108" fmla="*/ 188722 h 243347"/>
                <a:gd name="connsiteX109" fmla="*/ 136617 w 183231"/>
                <a:gd name="connsiteY109" fmla="*/ 186862 h 243347"/>
                <a:gd name="connsiteX110" fmla="*/ 136943 w 183231"/>
                <a:gd name="connsiteY110" fmla="*/ 185001 h 243347"/>
                <a:gd name="connsiteX111" fmla="*/ 138431 w 183231"/>
                <a:gd name="connsiteY111" fmla="*/ 185001 h 243347"/>
                <a:gd name="connsiteX112" fmla="*/ 139920 w 183231"/>
                <a:gd name="connsiteY112" fmla="*/ 179792 h 243347"/>
                <a:gd name="connsiteX113" fmla="*/ 142152 w 183231"/>
                <a:gd name="connsiteY113" fmla="*/ 179048 h 243347"/>
                <a:gd name="connsiteX114" fmla="*/ 142292 w 183231"/>
                <a:gd name="connsiteY114" fmla="*/ 176769 h 243347"/>
                <a:gd name="connsiteX115" fmla="*/ 142152 w 183231"/>
                <a:gd name="connsiteY115" fmla="*/ 174583 h 243347"/>
                <a:gd name="connsiteX116" fmla="*/ 144384 w 183231"/>
                <a:gd name="connsiteY116" fmla="*/ 174583 h 243347"/>
                <a:gd name="connsiteX117" fmla="*/ 145175 w 183231"/>
                <a:gd name="connsiteY117" fmla="*/ 169235 h 243347"/>
                <a:gd name="connsiteX118" fmla="*/ 145129 w 183231"/>
                <a:gd name="connsiteY118" fmla="*/ 166398 h 243347"/>
                <a:gd name="connsiteX119" fmla="*/ 147361 w 183231"/>
                <a:gd name="connsiteY119" fmla="*/ 166398 h 243347"/>
                <a:gd name="connsiteX120" fmla="*/ 147780 w 183231"/>
                <a:gd name="connsiteY120" fmla="*/ 161049 h 243347"/>
                <a:gd name="connsiteX121" fmla="*/ 147361 w 183231"/>
                <a:gd name="connsiteY121" fmla="*/ 158212 h 243347"/>
                <a:gd name="connsiteX122" fmla="*/ 150338 w 183231"/>
                <a:gd name="connsiteY122" fmla="*/ 157468 h 243347"/>
                <a:gd name="connsiteX123" fmla="*/ 150708 w 183231"/>
                <a:gd name="connsiteY123" fmla="*/ 155848 h 243347"/>
                <a:gd name="connsiteX124" fmla="*/ 150713 w 183231"/>
                <a:gd name="connsiteY124" fmla="*/ 153730 h 243347"/>
                <a:gd name="connsiteX125" fmla="*/ 150755 w 183231"/>
                <a:gd name="connsiteY125" fmla="*/ 151428 h 243347"/>
                <a:gd name="connsiteX126" fmla="*/ 150766 w 183231"/>
                <a:gd name="connsiteY126" fmla="*/ 146597 h 243347"/>
                <a:gd name="connsiteX127" fmla="*/ 150806 w 183231"/>
                <a:gd name="connsiteY127" fmla="*/ 144289 h 243347"/>
                <a:gd name="connsiteX128" fmla="*/ 151082 w 183231"/>
                <a:gd name="connsiteY128" fmla="*/ 140353 h 243347"/>
                <a:gd name="connsiteX129" fmla="*/ 153598 w 183231"/>
                <a:gd name="connsiteY129" fmla="*/ 136624 h 243347"/>
                <a:gd name="connsiteX130" fmla="*/ 153603 w 183231"/>
                <a:gd name="connsiteY130" fmla="*/ 134897 h 243347"/>
                <a:gd name="connsiteX131" fmla="*/ 153624 w 183231"/>
                <a:gd name="connsiteY131" fmla="*/ 132933 h 243347"/>
                <a:gd name="connsiteX132" fmla="*/ 153611 w 183231"/>
                <a:gd name="connsiteY132" fmla="*/ 130819 h 243347"/>
                <a:gd name="connsiteX133" fmla="*/ 153619 w 183231"/>
                <a:gd name="connsiteY133" fmla="*/ 126394 h 243347"/>
                <a:gd name="connsiteX134" fmla="*/ 153605 w 183231"/>
                <a:gd name="connsiteY134" fmla="*/ 119413 h 243347"/>
                <a:gd name="connsiteX135" fmla="*/ 153617 w 183231"/>
                <a:gd name="connsiteY135" fmla="*/ 114857 h 243347"/>
                <a:gd name="connsiteX136" fmla="*/ 153611 w 183231"/>
                <a:gd name="connsiteY136" fmla="*/ 112680 h 243347"/>
                <a:gd name="connsiteX137" fmla="*/ 153624 w 183231"/>
                <a:gd name="connsiteY137" fmla="*/ 110566 h 243347"/>
                <a:gd name="connsiteX138" fmla="*/ 153603 w 183231"/>
                <a:gd name="connsiteY138" fmla="*/ 108602 h 243347"/>
                <a:gd name="connsiteX139" fmla="*/ 152198 w 183231"/>
                <a:gd name="connsiteY139" fmla="*/ 104160 h 243347"/>
                <a:gd name="connsiteX140" fmla="*/ 150795 w 183231"/>
                <a:gd name="connsiteY140" fmla="*/ 101550 h 243347"/>
                <a:gd name="connsiteX141" fmla="*/ 150779 w 183231"/>
                <a:gd name="connsiteY141" fmla="*/ 99725 h 243347"/>
                <a:gd name="connsiteX142" fmla="*/ 150710 w 183231"/>
                <a:gd name="connsiteY142" fmla="*/ 95658 h 243347"/>
                <a:gd name="connsiteX143" fmla="*/ 150689 w 183231"/>
                <a:gd name="connsiteY143" fmla="*/ 93575 h 243347"/>
                <a:gd name="connsiteX144" fmla="*/ 150640 w 183231"/>
                <a:gd name="connsiteY144" fmla="*/ 91586 h 243347"/>
                <a:gd name="connsiteX145" fmla="*/ 150338 w 183231"/>
                <a:gd name="connsiteY145" fmla="*/ 88263 h 243347"/>
                <a:gd name="connsiteX146" fmla="*/ 148105 w 183231"/>
                <a:gd name="connsiteY146" fmla="*/ 86775 h 243347"/>
                <a:gd name="connsiteX147" fmla="*/ 148012 w 183231"/>
                <a:gd name="connsiteY147" fmla="*/ 84310 h 243347"/>
                <a:gd name="connsiteX148" fmla="*/ 147361 w 183231"/>
                <a:gd name="connsiteY148" fmla="*/ 77845 h 243347"/>
                <a:gd name="connsiteX149" fmla="*/ 145129 w 183231"/>
                <a:gd name="connsiteY149" fmla="*/ 77101 h 243347"/>
                <a:gd name="connsiteX150" fmla="*/ 145129 w 183231"/>
                <a:gd name="connsiteY150" fmla="*/ 71892 h 243347"/>
                <a:gd name="connsiteX151" fmla="*/ 142896 w 183231"/>
                <a:gd name="connsiteY151" fmla="*/ 70404 h 243347"/>
                <a:gd name="connsiteX152" fmla="*/ 142152 w 183231"/>
                <a:gd name="connsiteY152" fmla="*/ 65195 h 243347"/>
                <a:gd name="connsiteX153" fmla="*/ 139920 w 183231"/>
                <a:gd name="connsiteY153" fmla="*/ 64451 h 243347"/>
                <a:gd name="connsiteX154" fmla="*/ 139175 w 183231"/>
                <a:gd name="connsiteY154" fmla="*/ 59242 h 243347"/>
                <a:gd name="connsiteX155" fmla="*/ 136943 w 183231"/>
                <a:gd name="connsiteY155" fmla="*/ 58497 h 243347"/>
                <a:gd name="connsiteX156" fmla="*/ 136943 w 183231"/>
                <a:gd name="connsiteY156" fmla="*/ 55521 h 243347"/>
                <a:gd name="connsiteX157" fmla="*/ 135455 w 183231"/>
                <a:gd name="connsiteY157" fmla="*/ 55149 h 243347"/>
                <a:gd name="connsiteX158" fmla="*/ 133966 w 183231"/>
                <a:gd name="connsiteY158" fmla="*/ 54777 h 243347"/>
                <a:gd name="connsiteX159" fmla="*/ 133966 w 183231"/>
                <a:gd name="connsiteY159" fmla="*/ 51800 h 243347"/>
                <a:gd name="connsiteX160" fmla="*/ 131734 w 183231"/>
                <a:gd name="connsiteY160" fmla="*/ 51056 h 243347"/>
                <a:gd name="connsiteX161" fmla="*/ 130990 w 183231"/>
                <a:gd name="connsiteY161" fmla="*/ 48079 h 243347"/>
                <a:gd name="connsiteX162" fmla="*/ 128013 w 183231"/>
                <a:gd name="connsiteY162" fmla="*/ 48079 h 243347"/>
                <a:gd name="connsiteX163" fmla="*/ 128013 w 183231"/>
                <a:gd name="connsiteY163" fmla="*/ 46591 h 243347"/>
                <a:gd name="connsiteX164" fmla="*/ 125037 w 183231"/>
                <a:gd name="connsiteY164" fmla="*/ 44359 h 243347"/>
                <a:gd name="connsiteX165" fmla="*/ 123548 w 183231"/>
                <a:gd name="connsiteY165" fmla="*/ 41382 h 243347"/>
                <a:gd name="connsiteX166" fmla="*/ 118340 w 183231"/>
                <a:gd name="connsiteY166" fmla="*/ 41382 h 243347"/>
                <a:gd name="connsiteX167" fmla="*/ 117921 w 183231"/>
                <a:gd name="connsiteY167" fmla="*/ 39522 h 243347"/>
                <a:gd name="connsiteX168" fmla="*/ 117595 w 183231"/>
                <a:gd name="connsiteY168" fmla="*/ 37661 h 243347"/>
                <a:gd name="connsiteX169" fmla="*/ 115409 w 183231"/>
                <a:gd name="connsiteY169" fmla="*/ 37615 h 243347"/>
                <a:gd name="connsiteX170" fmla="*/ 113131 w 183231"/>
                <a:gd name="connsiteY170" fmla="*/ 37661 h 243347"/>
                <a:gd name="connsiteX171" fmla="*/ 111642 w 183231"/>
                <a:gd name="connsiteY171" fmla="*/ 34685 h 243347"/>
                <a:gd name="connsiteX172" fmla="*/ 109218 w 183231"/>
                <a:gd name="connsiteY172" fmla="*/ 34231 h 243347"/>
                <a:gd name="connsiteX173" fmla="*/ 106340 w 183231"/>
                <a:gd name="connsiteY173" fmla="*/ 34127 h 243347"/>
                <a:gd name="connsiteX174" fmla="*/ 103451 w 183231"/>
                <a:gd name="connsiteY174" fmla="*/ 33999 h 243347"/>
                <a:gd name="connsiteX175" fmla="*/ 101224 w 183231"/>
                <a:gd name="connsiteY175" fmla="*/ 33941 h 243347"/>
                <a:gd name="connsiteX176" fmla="*/ 101224 w 183231"/>
                <a:gd name="connsiteY176" fmla="*/ 32452 h 243347"/>
                <a:gd name="connsiteX177" fmla="*/ 93842 w 183231"/>
                <a:gd name="connsiteY177" fmla="*/ 30688 h 243347"/>
                <a:gd name="connsiteX178" fmla="*/ 91876 w 183231"/>
                <a:gd name="connsiteY178" fmla="*/ 30685 h 243347"/>
                <a:gd name="connsiteX179" fmla="*/ 89901 w 183231"/>
                <a:gd name="connsiteY179" fmla="*/ 30630 h 243347"/>
                <a:gd name="connsiteX180" fmla="*/ 88013 w 183231"/>
                <a:gd name="connsiteY180" fmla="*/ 30621 h 243347"/>
                <a:gd name="connsiteX181" fmla="*/ 76078 w 183231"/>
                <a:gd name="connsiteY181" fmla="*/ 0 h 243347"/>
                <a:gd name="connsiteX182" fmla="*/ 79018 w 183231"/>
                <a:gd name="connsiteY182" fmla="*/ 18 h 243347"/>
                <a:gd name="connsiteX183" fmla="*/ 82013 w 183231"/>
                <a:gd name="connsiteY183" fmla="*/ 10 h 243347"/>
                <a:gd name="connsiteX184" fmla="*/ 88296 w 183231"/>
                <a:gd name="connsiteY184" fmla="*/ 26 h 243347"/>
                <a:gd name="connsiteX185" fmla="*/ 96367 w 183231"/>
                <a:gd name="connsiteY185" fmla="*/ 15 h 243347"/>
                <a:gd name="connsiteX186" fmla="*/ 102552 w 183231"/>
                <a:gd name="connsiteY186" fmla="*/ 15 h 243347"/>
                <a:gd name="connsiteX187" fmla="*/ 106981 w 183231"/>
                <a:gd name="connsiteY187" fmla="*/ 0 h 243347"/>
                <a:gd name="connsiteX188" fmla="*/ 109682 w 183231"/>
                <a:gd name="connsiteY188" fmla="*/ 28 h 243347"/>
                <a:gd name="connsiteX189" fmla="*/ 112074 w 183231"/>
                <a:gd name="connsiteY189" fmla="*/ 36 h 243347"/>
                <a:gd name="connsiteX190" fmla="*/ 113854 w 183231"/>
                <a:gd name="connsiteY190" fmla="*/ 414 h 243347"/>
                <a:gd name="connsiteX191" fmla="*/ 114598 w 183231"/>
                <a:gd name="connsiteY191" fmla="*/ 3390 h 243347"/>
                <a:gd name="connsiteX192" fmla="*/ 119063 w 183231"/>
                <a:gd name="connsiteY192" fmla="*/ 3809 h 243347"/>
                <a:gd name="connsiteX193" fmla="*/ 123527 w 183231"/>
                <a:gd name="connsiteY193" fmla="*/ 4134 h 243347"/>
                <a:gd name="connsiteX194" fmla="*/ 124271 w 183231"/>
                <a:gd name="connsiteY194" fmla="*/ 6367 h 243347"/>
                <a:gd name="connsiteX195" fmla="*/ 127248 w 183231"/>
                <a:gd name="connsiteY195" fmla="*/ 6692 h 243347"/>
                <a:gd name="connsiteX196" fmla="*/ 130225 w 183231"/>
                <a:gd name="connsiteY196" fmla="*/ 7111 h 243347"/>
                <a:gd name="connsiteX197" fmla="*/ 130969 w 183231"/>
                <a:gd name="connsiteY197" fmla="*/ 10087 h 243347"/>
                <a:gd name="connsiteX198" fmla="*/ 133573 w 183231"/>
                <a:gd name="connsiteY198" fmla="*/ 10459 h 243347"/>
                <a:gd name="connsiteX199" fmla="*/ 136178 w 183231"/>
                <a:gd name="connsiteY199" fmla="*/ 10832 h 243347"/>
                <a:gd name="connsiteX200" fmla="*/ 136922 w 183231"/>
                <a:gd name="connsiteY200" fmla="*/ 13808 h 243347"/>
                <a:gd name="connsiteX201" fmla="*/ 141387 w 183231"/>
                <a:gd name="connsiteY201" fmla="*/ 14552 h 243347"/>
                <a:gd name="connsiteX202" fmla="*/ 141387 w 183231"/>
                <a:gd name="connsiteY202" fmla="*/ 17529 h 243347"/>
                <a:gd name="connsiteX203" fmla="*/ 144363 w 183231"/>
                <a:gd name="connsiteY203" fmla="*/ 18273 h 243347"/>
                <a:gd name="connsiteX204" fmla="*/ 144689 w 183231"/>
                <a:gd name="connsiteY204" fmla="*/ 19808 h 243347"/>
                <a:gd name="connsiteX205" fmla="*/ 145107 w 183231"/>
                <a:gd name="connsiteY205" fmla="*/ 21250 h 243347"/>
                <a:gd name="connsiteX206" fmla="*/ 146921 w 183231"/>
                <a:gd name="connsiteY206" fmla="*/ 21250 h 243347"/>
                <a:gd name="connsiteX207" fmla="*/ 148828 w 183231"/>
                <a:gd name="connsiteY207" fmla="*/ 21250 h 243347"/>
                <a:gd name="connsiteX208" fmla="*/ 150316 w 183231"/>
                <a:gd name="connsiteY208" fmla="*/ 24226 h 243347"/>
                <a:gd name="connsiteX209" fmla="*/ 152549 w 183231"/>
                <a:gd name="connsiteY209" fmla="*/ 24970 h 243347"/>
                <a:gd name="connsiteX210" fmla="*/ 153293 w 183231"/>
                <a:gd name="connsiteY210" fmla="*/ 27947 h 243347"/>
                <a:gd name="connsiteX211" fmla="*/ 155525 w 183231"/>
                <a:gd name="connsiteY211" fmla="*/ 29435 h 243347"/>
                <a:gd name="connsiteX212" fmla="*/ 155525 w 183231"/>
                <a:gd name="connsiteY212" fmla="*/ 31667 h 243347"/>
                <a:gd name="connsiteX213" fmla="*/ 157758 w 183231"/>
                <a:gd name="connsiteY213" fmla="*/ 32412 h 243347"/>
                <a:gd name="connsiteX214" fmla="*/ 158130 w 183231"/>
                <a:gd name="connsiteY214" fmla="*/ 33946 h 243347"/>
                <a:gd name="connsiteX215" fmla="*/ 158502 w 183231"/>
                <a:gd name="connsiteY215" fmla="*/ 35388 h 243347"/>
                <a:gd name="connsiteX216" fmla="*/ 160734 w 183231"/>
                <a:gd name="connsiteY216" fmla="*/ 35388 h 243347"/>
                <a:gd name="connsiteX217" fmla="*/ 161479 w 183231"/>
                <a:gd name="connsiteY217" fmla="*/ 39109 h 243347"/>
                <a:gd name="connsiteX218" fmla="*/ 163711 w 183231"/>
                <a:gd name="connsiteY218" fmla="*/ 39853 h 243347"/>
                <a:gd name="connsiteX219" fmla="*/ 164455 w 183231"/>
                <a:gd name="connsiteY219" fmla="*/ 44318 h 243347"/>
                <a:gd name="connsiteX220" fmla="*/ 166688 w 183231"/>
                <a:gd name="connsiteY220" fmla="*/ 44318 h 243347"/>
                <a:gd name="connsiteX221" fmla="*/ 166920 w 183231"/>
                <a:gd name="connsiteY221" fmla="*/ 46457 h 243347"/>
                <a:gd name="connsiteX222" fmla="*/ 169664 w 183231"/>
                <a:gd name="connsiteY222" fmla="*/ 50271 h 243347"/>
                <a:gd name="connsiteX223" fmla="*/ 169664 w 183231"/>
                <a:gd name="connsiteY223" fmla="*/ 55480 h 243347"/>
                <a:gd name="connsiteX224" fmla="*/ 171896 w 183231"/>
                <a:gd name="connsiteY224" fmla="*/ 55480 h 243347"/>
                <a:gd name="connsiteX225" fmla="*/ 172687 w 183231"/>
                <a:gd name="connsiteY225" fmla="*/ 58829 h 243347"/>
                <a:gd name="connsiteX226" fmla="*/ 173385 w 183231"/>
                <a:gd name="connsiteY226" fmla="*/ 62177 h 243347"/>
                <a:gd name="connsiteX227" fmla="*/ 174873 w 183231"/>
                <a:gd name="connsiteY227" fmla="*/ 62177 h 243347"/>
                <a:gd name="connsiteX228" fmla="*/ 174957 w 183231"/>
                <a:gd name="connsiteY228" fmla="*/ 63779 h 243347"/>
                <a:gd name="connsiteX229" fmla="*/ 175106 w 183231"/>
                <a:gd name="connsiteY229" fmla="*/ 65851 h 243347"/>
                <a:gd name="connsiteX230" fmla="*/ 175236 w 183231"/>
                <a:gd name="connsiteY230" fmla="*/ 67918 h 243347"/>
                <a:gd name="connsiteX231" fmla="*/ 175617 w 183231"/>
                <a:gd name="connsiteY231" fmla="*/ 69619 h 243347"/>
                <a:gd name="connsiteX232" fmla="*/ 177850 w 183231"/>
                <a:gd name="connsiteY232" fmla="*/ 70363 h 243347"/>
                <a:gd name="connsiteX233" fmla="*/ 178268 w 183231"/>
                <a:gd name="connsiteY233" fmla="*/ 75572 h 243347"/>
                <a:gd name="connsiteX234" fmla="*/ 178594 w 183231"/>
                <a:gd name="connsiteY234" fmla="*/ 80781 h 243347"/>
                <a:gd name="connsiteX235" fmla="*/ 180082 w 183231"/>
                <a:gd name="connsiteY235" fmla="*/ 81525 h 243347"/>
                <a:gd name="connsiteX236" fmla="*/ 180501 w 183231"/>
                <a:gd name="connsiteY236" fmla="*/ 87757 h 243347"/>
                <a:gd name="connsiteX237" fmla="*/ 181570 w 183231"/>
                <a:gd name="connsiteY237" fmla="*/ 96408 h 243347"/>
                <a:gd name="connsiteX238" fmla="*/ 183059 w 183231"/>
                <a:gd name="connsiteY238" fmla="*/ 97152 h 243347"/>
                <a:gd name="connsiteX239" fmla="*/ 183228 w 183231"/>
                <a:gd name="connsiteY239" fmla="*/ 101813 h 243347"/>
                <a:gd name="connsiteX240" fmla="*/ 183228 w 183231"/>
                <a:gd name="connsiteY240" fmla="*/ 103287 h 243347"/>
                <a:gd name="connsiteX241" fmla="*/ 183204 w 183231"/>
                <a:gd name="connsiteY241" fmla="*/ 108131 h 243347"/>
                <a:gd name="connsiteX242" fmla="*/ 183198 w 183231"/>
                <a:gd name="connsiteY242" fmla="*/ 111481 h 243347"/>
                <a:gd name="connsiteX243" fmla="*/ 183161 w 183231"/>
                <a:gd name="connsiteY243" fmla="*/ 120315 h 243347"/>
                <a:gd name="connsiteX244" fmla="*/ 183131 w 183231"/>
                <a:gd name="connsiteY244" fmla="*/ 129323 h 243347"/>
                <a:gd name="connsiteX245" fmla="*/ 183059 w 183231"/>
                <a:gd name="connsiteY245" fmla="*/ 147009 h 243347"/>
                <a:gd name="connsiteX246" fmla="*/ 181570 w 183231"/>
                <a:gd name="connsiteY246" fmla="*/ 147009 h 243347"/>
                <a:gd name="connsiteX247" fmla="*/ 180591 w 183231"/>
                <a:gd name="connsiteY247" fmla="*/ 153044 h 243347"/>
                <a:gd name="connsiteX248" fmla="*/ 180496 w 183231"/>
                <a:gd name="connsiteY248" fmla="*/ 154744 h 243347"/>
                <a:gd name="connsiteX249" fmla="*/ 180408 w 183231"/>
                <a:gd name="connsiteY249" fmla="*/ 156497 h 243347"/>
                <a:gd name="connsiteX250" fmla="*/ 180310 w 183231"/>
                <a:gd name="connsiteY250" fmla="*/ 158285 h 243347"/>
                <a:gd name="connsiteX251" fmla="*/ 180082 w 183231"/>
                <a:gd name="connsiteY251" fmla="*/ 162636 h 243347"/>
                <a:gd name="connsiteX252" fmla="*/ 177850 w 183231"/>
                <a:gd name="connsiteY252" fmla="*/ 162636 h 243347"/>
                <a:gd name="connsiteX253" fmla="*/ 177928 w 183231"/>
                <a:gd name="connsiteY253" fmla="*/ 164889 h 243347"/>
                <a:gd name="connsiteX254" fmla="*/ 177989 w 183231"/>
                <a:gd name="connsiteY254" fmla="*/ 167799 h 243347"/>
                <a:gd name="connsiteX255" fmla="*/ 178068 w 183231"/>
                <a:gd name="connsiteY255" fmla="*/ 170703 h 243347"/>
                <a:gd name="connsiteX256" fmla="*/ 177850 w 183231"/>
                <a:gd name="connsiteY256" fmla="*/ 173054 h 243347"/>
                <a:gd name="connsiteX257" fmla="*/ 175617 w 183231"/>
                <a:gd name="connsiteY257" fmla="*/ 173798 h 243347"/>
                <a:gd name="connsiteX258" fmla="*/ 175106 w 183231"/>
                <a:gd name="connsiteY258" fmla="*/ 177566 h 243347"/>
                <a:gd name="connsiteX259" fmla="*/ 174957 w 183231"/>
                <a:gd name="connsiteY259" fmla="*/ 179638 h 243347"/>
                <a:gd name="connsiteX260" fmla="*/ 174873 w 183231"/>
                <a:gd name="connsiteY260" fmla="*/ 181240 h 243347"/>
                <a:gd name="connsiteX261" fmla="*/ 172641 w 183231"/>
                <a:gd name="connsiteY261" fmla="*/ 181240 h 243347"/>
                <a:gd name="connsiteX262" fmla="*/ 172530 w 183231"/>
                <a:gd name="connsiteY262" fmla="*/ 182679 h 243347"/>
                <a:gd name="connsiteX263" fmla="*/ 172362 w 183231"/>
                <a:gd name="connsiteY263" fmla="*/ 184542 h 243347"/>
                <a:gd name="connsiteX264" fmla="*/ 172205 w 183231"/>
                <a:gd name="connsiteY264" fmla="*/ 186399 h 243347"/>
                <a:gd name="connsiteX265" fmla="*/ 171896 w 183231"/>
                <a:gd name="connsiteY265" fmla="*/ 187937 h 243347"/>
                <a:gd name="connsiteX266" fmla="*/ 170408 w 183231"/>
                <a:gd name="connsiteY266" fmla="*/ 188681 h 243347"/>
                <a:gd name="connsiteX267" fmla="*/ 169664 w 183231"/>
                <a:gd name="connsiteY267" fmla="*/ 191286 h 243347"/>
                <a:gd name="connsiteX268" fmla="*/ 168920 w 183231"/>
                <a:gd name="connsiteY268" fmla="*/ 193890 h 243347"/>
                <a:gd name="connsiteX269" fmla="*/ 167432 w 183231"/>
                <a:gd name="connsiteY269" fmla="*/ 194634 h 243347"/>
                <a:gd name="connsiteX270" fmla="*/ 166688 w 183231"/>
                <a:gd name="connsiteY270" fmla="*/ 199099 h 243347"/>
                <a:gd name="connsiteX271" fmla="*/ 164455 w 183231"/>
                <a:gd name="connsiteY271" fmla="*/ 199099 h 243347"/>
                <a:gd name="connsiteX272" fmla="*/ 164223 w 183231"/>
                <a:gd name="connsiteY272" fmla="*/ 201611 h 243347"/>
                <a:gd name="connsiteX273" fmla="*/ 163711 w 183231"/>
                <a:gd name="connsiteY273" fmla="*/ 204308 h 243347"/>
                <a:gd name="connsiteX274" fmla="*/ 161479 w 183231"/>
                <a:gd name="connsiteY274" fmla="*/ 205796 h 243347"/>
                <a:gd name="connsiteX275" fmla="*/ 160734 w 183231"/>
                <a:gd name="connsiteY275" fmla="*/ 208029 h 243347"/>
                <a:gd name="connsiteX276" fmla="*/ 157339 w 183231"/>
                <a:gd name="connsiteY276" fmla="*/ 211331 h 243347"/>
                <a:gd name="connsiteX277" fmla="*/ 155618 w 183231"/>
                <a:gd name="connsiteY277" fmla="*/ 213889 h 243347"/>
                <a:gd name="connsiteX278" fmla="*/ 151061 w 183231"/>
                <a:gd name="connsiteY278" fmla="*/ 219191 h 243347"/>
                <a:gd name="connsiteX279" fmla="*/ 149061 w 183231"/>
                <a:gd name="connsiteY279" fmla="*/ 221237 h 243347"/>
                <a:gd name="connsiteX280" fmla="*/ 145852 w 183231"/>
                <a:gd name="connsiteY280" fmla="*/ 223656 h 243347"/>
                <a:gd name="connsiteX281" fmla="*/ 145107 w 183231"/>
                <a:gd name="connsiteY281" fmla="*/ 225888 h 243347"/>
                <a:gd name="connsiteX282" fmla="*/ 141387 w 183231"/>
                <a:gd name="connsiteY282" fmla="*/ 225888 h 243347"/>
                <a:gd name="connsiteX283" fmla="*/ 141387 w 183231"/>
                <a:gd name="connsiteY283" fmla="*/ 229609 h 243347"/>
                <a:gd name="connsiteX284" fmla="*/ 139201 w 183231"/>
                <a:gd name="connsiteY284" fmla="*/ 229423 h 243347"/>
                <a:gd name="connsiteX285" fmla="*/ 136922 w 183231"/>
                <a:gd name="connsiteY285" fmla="*/ 229609 h 243347"/>
                <a:gd name="connsiteX286" fmla="*/ 136596 w 183231"/>
                <a:gd name="connsiteY286" fmla="*/ 231051 h 243347"/>
                <a:gd name="connsiteX287" fmla="*/ 136178 w 183231"/>
                <a:gd name="connsiteY287" fmla="*/ 232585 h 243347"/>
                <a:gd name="connsiteX288" fmla="*/ 130969 w 183231"/>
                <a:gd name="connsiteY288" fmla="*/ 233330 h 243347"/>
                <a:gd name="connsiteX289" fmla="*/ 130643 w 183231"/>
                <a:gd name="connsiteY289" fmla="*/ 234815 h 243347"/>
                <a:gd name="connsiteX290" fmla="*/ 130225 w 183231"/>
                <a:gd name="connsiteY290" fmla="*/ 236306 h 243347"/>
                <a:gd name="connsiteX291" fmla="*/ 126876 w 183231"/>
                <a:gd name="connsiteY291" fmla="*/ 236725 h 243347"/>
                <a:gd name="connsiteX292" fmla="*/ 123527 w 183231"/>
                <a:gd name="connsiteY292" fmla="*/ 237050 h 243347"/>
                <a:gd name="connsiteX293" fmla="*/ 122783 w 183231"/>
                <a:gd name="connsiteY293" fmla="*/ 239283 h 243347"/>
                <a:gd name="connsiteX294" fmla="*/ 114598 w 183231"/>
                <a:gd name="connsiteY294" fmla="*/ 240027 h 243347"/>
                <a:gd name="connsiteX295" fmla="*/ 114297 w 183231"/>
                <a:gd name="connsiteY295" fmla="*/ 241494 h 243347"/>
                <a:gd name="connsiteX296" fmla="*/ 113854 w 183231"/>
                <a:gd name="connsiteY296" fmla="*/ 243003 h 243347"/>
                <a:gd name="connsiteX297" fmla="*/ 109739 w 183231"/>
                <a:gd name="connsiteY297" fmla="*/ 243341 h 243347"/>
                <a:gd name="connsiteX298" fmla="*/ 107075 w 183231"/>
                <a:gd name="connsiteY298" fmla="*/ 243341 h 243347"/>
                <a:gd name="connsiteX299" fmla="*/ 104177 w 183231"/>
                <a:gd name="connsiteY299" fmla="*/ 243294 h 243347"/>
                <a:gd name="connsiteX300" fmla="*/ 101227 w 183231"/>
                <a:gd name="connsiteY300" fmla="*/ 243281 h 243347"/>
                <a:gd name="connsiteX301" fmla="*/ 93450 w 183231"/>
                <a:gd name="connsiteY301" fmla="*/ 243208 h 243347"/>
                <a:gd name="connsiteX302" fmla="*/ 85519 w 183231"/>
                <a:gd name="connsiteY302" fmla="*/ 243149 h 243347"/>
                <a:gd name="connsiteX303" fmla="*/ 69949 w 183231"/>
                <a:gd name="connsiteY303" fmla="*/ 243003 h 243347"/>
                <a:gd name="connsiteX304" fmla="*/ 69949 w 183231"/>
                <a:gd name="connsiteY304" fmla="*/ 240027 h 243347"/>
                <a:gd name="connsiteX305" fmla="*/ 68563 w 183231"/>
                <a:gd name="connsiteY305" fmla="*/ 240053 h 243347"/>
                <a:gd name="connsiteX306" fmla="*/ 66740 w 183231"/>
                <a:gd name="connsiteY306" fmla="*/ 240073 h 243347"/>
                <a:gd name="connsiteX307" fmla="*/ 64935 w 183231"/>
                <a:gd name="connsiteY307" fmla="*/ 240100 h 243347"/>
                <a:gd name="connsiteX308" fmla="*/ 61020 w 183231"/>
                <a:gd name="connsiteY308" fmla="*/ 239283 h 243347"/>
                <a:gd name="connsiteX309" fmla="*/ 60275 w 183231"/>
                <a:gd name="connsiteY309" fmla="*/ 237050 h 243347"/>
                <a:gd name="connsiteX310" fmla="*/ 54508 w 183231"/>
                <a:gd name="connsiteY310" fmla="*/ 236681 h 243347"/>
                <a:gd name="connsiteX311" fmla="*/ 52834 w 183231"/>
                <a:gd name="connsiteY311" fmla="*/ 236306 h 243347"/>
                <a:gd name="connsiteX312" fmla="*/ 52090 w 183231"/>
                <a:gd name="connsiteY312" fmla="*/ 233330 h 243347"/>
                <a:gd name="connsiteX313" fmla="*/ 47625 w 183231"/>
                <a:gd name="connsiteY313" fmla="*/ 232585 h 243347"/>
                <a:gd name="connsiteX314" fmla="*/ 46137 w 183231"/>
                <a:gd name="connsiteY314" fmla="*/ 229609 h 243347"/>
                <a:gd name="connsiteX315" fmla="*/ 43160 w 183231"/>
                <a:gd name="connsiteY315" fmla="*/ 229609 h 243347"/>
                <a:gd name="connsiteX316" fmla="*/ 41672 w 183231"/>
                <a:gd name="connsiteY316" fmla="*/ 226632 h 243347"/>
                <a:gd name="connsiteX317" fmla="*/ 39439 w 183231"/>
                <a:gd name="connsiteY317" fmla="*/ 225888 h 243347"/>
                <a:gd name="connsiteX318" fmla="*/ 38742 w 183231"/>
                <a:gd name="connsiteY318" fmla="*/ 224400 h 243347"/>
                <a:gd name="connsiteX319" fmla="*/ 37951 w 183231"/>
                <a:gd name="connsiteY319" fmla="*/ 222912 h 243347"/>
                <a:gd name="connsiteX320" fmla="*/ 34975 w 183231"/>
                <a:gd name="connsiteY320" fmla="*/ 222167 h 243347"/>
                <a:gd name="connsiteX321" fmla="*/ 34230 w 183231"/>
                <a:gd name="connsiteY321" fmla="*/ 219935 h 243347"/>
                <a:gd name="connsiteX322" fmla="*/ 31704 w 183231"/>
                <a:gd name="connsiteY322" fmla="*/ 217397 h 243347"/>
                <a:gd name="connsiteX323" fmla="*/ 27347 w 183231"/>
                <a:gd name="connsiteY323" fmla="*/ 212819 h 243347"/>
                <a:gd name="connsiteX324" fmla="*/ 25801 w 183231"/>
                <a:gd name="connsiteY324" fmla="*/ 211142 h 243347"/>
                <a:gd name="connsiteX325" fmla="*/ 24150 w 183231"/>
                <a:gd name="connsiteY325" fmla="*/ 207869 h 243347"/>
                <a:gd name="connsiteX326" fmla="*/ 23813 w 183231"/>
                <a:gd name="connsiteY326" fmla="*/ 206541 h 243347"/>
                <a:gd name="connsiteX327" fmla="*/ 21580 w 183231"/>
                <a:gd name="connsiteY327" fmla="*/ 205796 h 243347"/>
                <a:gd name="connsiteX328" fmla="*/ 21580 w 183231"/>
                <a:gd name="connsiteY328" fmla="*/ 202820 h 243347"/>
                <a:gd name="connsiteX329" fmla="*/ 19348 w 183231"/>
                <a:gd name="connsiteY329" fmla="*/ 202820 h 243347"/>
                <a:gd name="connsiteX330" fmla="*/ 19115 w 183231"/>
                <a:gd name="connsiteY330" fmla="*/ 200680 h 243347"/>
                <a:gd name="connsiteX331" fmla="*/ 16371 w 183231"/>
                <a:gd name="connsiteY331" fmla="*/ 196867 h 243347"/>
                <a:gd name="connsiteX332" fmla="*/ 15627 w 183231"/>
                <a:gd name="connsiteY332" fmla="*/ 193146 h 243347"/>
                <a:gd name="connsiteX333" fmla="*/ 14139 w 183231"/>
                <a:gd name="connsiteY333" fmla="*/ 192402 h 243347"/>
                <a:gd name="connsiteX334" fmla="*/ 13395 w 183231"/>
                <a:gd name="connsiteY334" fmla="*/ 189751 h 243347"/>
                <a:gd name="connsiteX335" fmla="*/ 12650 w 183231"/>
                <a:gd name="connsiteY335" fmla="*/ 187193 h 243347"/>
                <a:gd name="connsiteX336" fmla="*/ 11162 w 183231"/>
                <a:gd name="connsiteY336" fmla="*/ 187193 h 243347"/>
                <a:gd name="connsiteX337" fmla="*/ 10092 w 183231"/>
                <a:gd name="connsiteY337" fmla="*/ 181379 h 243347"/>
                <a:gd name="connsiteX338" fmla="*/ 9674 w 183231"/>
                <a:gd name="connsiteY338" fmla="*/ 179751 h 243347"/>
                <a:gd name="connsiteX339" fmla="*/ 8186 w 183231"/>
                <a:gd name="connsiteY339" fmla="*/ 179751 h 243347"/>
                <a:gd name="connsiteX340" fmla="*/ 8101 w 183231"/>
                <a:gd name="connsiteY340" fmla="*/ 177987 h 243347"/>
                <a:gd name="connsiteX341" fmla="*/ 7953 w 183231"/>
                <a:gd name="connsiteY341" fmla="*/ 175705 h 243347"/>
                <a:gd name="connsiteX342" fmla="*/ 7822 w 183231"/>
                <a:gd name="connsiteY342" fmla="*/ 173429 h 243347"/>
                <a:gd name="connsiteX343" fmla="*/ 7441 w 183231"/>
                <a:gd name="connsiteY343" fmla="*/ 171566 h 243347"/>
                <a:gd name="connsiteX344" fmla="*/ 5209 w 183231"/>
                <a:gd name="connsiteY344" fmla="*/ 170822 h 243347"/>
                <a:gd name="connsiteX345" fmla="*/ 4790 w 183231"/>
                <a:gd name="connsiteY345" fmla="*/ 165985 h 243347"/>
                <a:gd name="connsiteX346" fmla="*/ 4465 w 183231"/>
                <a:gd name="connsiteY346" fmla="*/ 161148 h 243347"/>
                <a:gd name="connsiteX347" fmla="*/ 2977 w 183231"/>
                <a:gd name="connsiteY347" fmla="*/ 160404 h 243347"/>
                <a:gd name="connsiteX348" fmla="*/ 2668 w 183231"/>
                <a:gd name="connsiteY348" fmla="*/ 156587 h 243347"/>
                <a:gd name="connsiteX349" fmla="*/ 2581 w 183231"/>
                <a:gd name="connsiteY349" fmla="*/ 154254 h 243347"/>
                <a:gd name="connsiteX350" fmla="*/ 2511 w 183231"/>
                <a:gd name="connsiteY350" fmla="*/ 151800 h 243347"/>
                <a:gd name="connsiteX351" fmla="*/ 2424 w 183231"/>
                <a:gd name="connsiteY351" fmla="*/ 149336 h 243347"/>
                <a:gd name="connsiteX352" fmla="*/ 2232 w 183231"/>
                <a:gd name="connsiteY352" fmla="*/ 143289 h 243347"/>
                <a:gd name="connsiteX353" fmla="*/ 0 w 183231"/>
                <a:gd name="connsiteY353" fmla="*/ 143289 h 243347"/>
                <a:gd name="connsiteX354" fmla="*/ 0 w 183231"/>
                <a:gd name="connsiteY354" fmla="*/ 102361 h 243347"/>
                <a:gd name="connsiteX355" fmla="*/ 2232 w 183231"/>
                <a:gd name="connsiteY355" fmla="*/ 102361 h 243347"/>
                <a:gd name="connsiteX356" fmla="*/ 2977 w 183231"/>
                <a:gd name="connsiteY356" fmla="*/ 83013 h 243347"/>
                <a:gd name="connsiteX357" fmla="*/ 4465 w 183231"/>
                <a:gd name="connsiteY357" fmla="*/ 83013 h 243347"/>
                <a:gd name="connsiteX358" fmla="*/ 4549 w 183231"/>
                <a:gd name="connsiteY358" fmla="*/ 80949 h 243347"/>
                <a:gd name="connsiteX359" fmla="*/ 4697 w 183231"/>
                <a:gd name="connsiteY359" fmla="*/ 78269 h 243347"/>
                <a:gd name="connsiteX360" fmla="*/ 4828 w 183231"/>
                <a:gd name="connsiteY360" fmla="*/ 75601 h 243347"/>
                <a:gd name="connsiteX361" fmla="*/ 5209 w 183231"/>
                <a:gd name="connsiteY361" fmla="*/ 73339 h 243347"/>
                <a:gd name="connsiteX362" fmla="*/ 7441 w 183231"/>
                <a:gd name="connsiteY362" fmla="*/ 71851 h 243347"/>
                <a:gd name="connsiteX363" fmla="*/ 7953 w 183231"/>
                <a:gd name="connsiteY363" fmla="*/ 67665 h 243347"/>
                <a:gd name="connsiteX364" fmla="*/ 8101 w 183231"/>
                <a:gd name="connsiteY364" fmla="*/ 65404 h 243347"/>
                <a:gd name="connsiteX365" fmla="*/ 8186 w 183231"/>
                <a:gd name="connsiteY365" fmla="*/ 63666 h 243347"/>
                <a:gd name="connsiteX366" fmla="*/ 10418 w 183231"/>
                <a:gd name="connsiteY366" fmla="*/ 63666 h 243347"/>
                <a:gd name="connsiteX367" fmla="*/ 11162 w 183231"/>
                <a:gd name="connsiteY367" fmla="*/ 56224 h 243347"/>
                <a:gd name="connsiteX368" fmla="*/ 13395 w 183231"/>
                <a:gd name="connsiteY368" fmla="*/ 56224 h 243347"/>
                <a:gd name="connsiteX369" fmla="*/ 13255 w 183231"/>
                <a:gd name="connsiteY369" fmla="*/ 53713 h 243347"/>
                <a:gd name="connsiteX370" fmla="*/ 13395 w 183231"/>
                <a:gd name="connsiteY370" fmla="*/ 51015 h 243347"/>
                <a:gd name="connsiteX371" fmla="*/ 15627 w 183231"/>
                <a:gd name="connsiteY371" fmla="*/ 49527 h 243347"/>
                <a:gd name="connsiteX372" fmla="*/ 17115 w 183231"/>
                <a:gd name="connsiteY372" fmla="*/ 45806 h 243347"/>
                <a:gd name="connsiteX373" fmla="*/ 18604 w 183231"/>
                <a:gd name="connsiteY373" fmla="*/ 45062 h 243347"/>
                <a:gd name="connsiteX374" fmla="*/ 18976 w 183231"/>
                <a:gd name="connsiteY374" fmla="*/ 43202 h 243347"/>
                <a:gd name="connsiteX375" fmla="*/ 19348 w 183231"/>
                <a:gd name="connsiteY375" fmla="*/ 41341 h 243347"/>
                <a:gd name="connsiteX376" fmla="*/ 20836 w 183231"/>
                <a:gd name="connsiteY376" fmla="*/ 40597 h 243347"/>
                <a:gd name="connsiteX377" fmla="*/ 23068 w 183231"/>
                <a:gd name="connsiteY377" fmla="*/ 36132 h 243347"/>
                <a:gd name="connsiteX378" fmla="*/ 26045 w 183231"/>
                <a:gd name="connsiteY378" fmla="*/ 31667 h 243347"/>
                <a:gd name="connsiteX379" fmla="*/ 27533 w 183231"/>
                <a:gd name="connsiteY379" fmla="*/ 31667 h 243347"/>
                <a:gd name="connsiteX380" fmla="*/ 28138 w 183231"/>
                <a:gd name="connsiteY380" fmla="*/ 30040 h 243347"/>
                <a:gd name="connsiteX381" fmla="*/ 32742 w 183231"/>
                <a:gd name="connsiteY381" fmla="*/ 24226 h 243347"/>
                <a:gd name="connsiteX382" fmla="*/ 33440 w 183231"/>
                <a:gd name="connsiteY382" fmla="*/ 22505 h 243347"/>
                <a:gd name="connsiteX383" fmla="*/ 34230 w 183231"/>
                <a:gd name="connsiteY383" fmla="*/ 21250 h 243347"/>
                <a:gd name="connsiteX384" fmla="*/ 38695 w 183231"/>
                <a:gd name="connsiteY384" fmla="*/ 21250 h 243347"/>
                <a:gd name="connsiteX385" fmla="*/ 38695 w 183231"/>
                <a:gd name="connsiteY385" fmla="*/ 18273 h 243347"/>
                <a:gd name="connsiteX386" fmla="*/ 41672 w 183231"/>
                <a:gd name="connsiteY386" fmla="*/ 16785 h 243347"/>
                <a:gd name="connsiteX387" fmla="*/ 42416 w 183231"/>
                <a:gd name="connsiteY387" fmla="*/ 14552 h 243347"/>
                <a:gd name="connsiteX388" fmla="*/ 44695 w 183231"/>
                <a:gd name="connsiteY388" fmla="*/ 13808 h 243347"/>
                <a:gd name="connsiteX389" fmla="*/ 46881 w 183231"/>
                <a:gd name="connsiteY389" fmla="*/ 13064 h 243347"/>
                <a:gd name="connsiteX390" fmla="*/ 46881 w 183231"/>
                <a:gd name="connsiteY390" fmla="*/ 10832 h 243347"/>
                <a:gd name="connsiteX391" fmla="*/ 49439 w 183231"/>
                <a:gd name="connsiteY391" fmla="*/ 10646 h 243347"/>
                <a:gd name="connsiteX392" fmla="*/ 52090 w 183231"/>
                <a:gd name="connsiteY392" fmla="*/ 10087 h 243347"/>
                <a:gd name="connsiteX393" fmla="*/ 52415 w 183231"/>
                <a:gd name="connsiteY393" fmla="*/ 8599 h 243347"/>
                <a:gd name="connsiteX394" fmla="*/ 52834 w 183231"/>
                <a:gd name="connsiteY394" fmla="*/ 7111 h 243347"/>
                <a:gd name="connsiteX395" fmla="*/ 57438 w 183231"/>
                <a:gd name="connsiteY395" fmla="*/ 6643 h 243347"/>
                <a:gd name="connsiteX396" fmla="*/ 58787 w 183231"/>
                <a:gd name="connsiteY396" fmla="*/ 6367 h 243347"/>
                <a:gd name="connsiteX397" fmla="*/ 59531 w 183231"/>
                <a:gd name="connsiteY397" fmla="*/ 4134 h 243347"/>
                <a:gd name="connsiteX398" fmla="*/ 66461 w 183231"/>
                <a:gd name="connsiteY398" fmla="*/ 3765 h 243347"/>
                <a:gd name="connsiteX399" fmla="*/ 68461 w 183231"/>
                <a:gd name="connsiteY399" fmla="*/ 3390 h 243347"/>
                <a:gd name="connsiteX400" fmla="*/ 68697 w 183231"/>
                <a:gd name="connsiteY400" fmla="*/ 1902 h 243347"/>
                <a:gd name="connsiteX401" fmla="*/ 69205 w 183231"/>
                <a:gd name="connsiteY401" fmla="*/ 414 h 243347"/>
                <a:gd name="connsiteX402" fmla="*/ 73376 w 183231"/>
                <a:gd name="connsiteY402" fmla="*/ 28 h 243347"/>
                <a:gd name="connsiteX403" fmla="*/ 76078 w 183231"/>
                <a:gd name="connsiteY403" fmla="*/ 0 h 24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Lst>
              <a:rect l="l" t="t" r="r" b="b"/>
              <a:pathLst>
                <a:path w="183231" h="243347">
                  <a:moveTo>
                    <a:pt x="88013" y="30621"/>
                  </a:moveTo>
                  <a:cubicBezTo>
                    <a:pt x="86285" y="30603"/>
                    <a:pt x="86285" y="30603"/>
                    <a:pt x="84853" y="30964"/>
                  </a:cubicBezTo>
                  <a:cubicBezTo>
                    <a:pt x="84583" y="31470"/>
                    <a:pt x="84322" y="31961"/>
                    <a:pt x="84060" y="32452"/>
                  </a:cubicBezTo>
                  <a:cubicBezTo>
                    <a:pt x="83824" y="32958"/>
                    <a:pt x="83594" y="33450"/>
                    <a:pt x="83365" y="33941"/>
                  </a:cubicBezTo>
                  <a:cubicBezTo>
                    <a:pt x="82558" y="34059"/>
                    <a:pt x="81776" y="34174"/>
                    <a:pt x="80993" y="34290"/>
                  </a:cubicBezTo>
                  <a:cubicBezTo>
                    <a:pt x="78263" y="34312"/>
                    <a:pt x="75649" y="34287"/>
                    <a:pt x="72947" y="34685"/>
                  </a:cubicBezTo>
                  <a:cubicBezTo>
                    <a:pt x="72647" y="35200"/>
                    <a:pt x="72357" y="35700"/>
                    <a:pt x="72066" y="36199"/>
                  </a:cubicBezTo>
                  <a:cubicBezTo>
                    <a:pt x="71860" y="36696"/>
                    <a:pt x="71659" y="37179"/>
                    <a:pt x="71459" y="37661"/>
                  </a:cubicBezTo>
                  <a:cubicBezTo>
                    <a:pt x="70975" y="37716"/>
                    <a:pt x="70506" y="37769"/>
                    <a:pt x="70037" y="37821"/>
                  </a:cubicBezTo>
                  <a:cubicBezTo>
                    <a:pt x="68436" y="37615"/>
                    <a:pt x="68436" y="37615"/>
                    <a:pt x="65506" y="37661"/>
                  </a:cubicBezTo>
                  <a:cubicBezTo>
                    <a:pt x="65347" y="38294"/>
                    <a:pt x="65194" y="38908"/>
                    <a:pt x="65040" y="39522"/>
                  </a:cubicBezTo>
                  <a:cubicBezTo>
                    <a:pt x="64946" y="40154"/>
                    <a:pt x="64853" y="40768"/>
                    <a:pt x="64761" y="41382"/>
                  </a:cubicBezTo>
                  <a:cubicBezTo>
                    <a:pt x="64002" y="41398"/>
                    <a:pt x="63266" y="41413"/>
                    <a:pt x="62529" y="41429"/>
                  </a:cubicBezTo>
                  <a:cubicBezTo>
                    <a:pt x="61770" y="41413"/>
                    <a:pt x="61033" y="41398"/>
                    <a:pt x="60297" y="41382"/>
                  </a:cubicBezTo>
                  <a:cubicBezTo>
                    <a:pt x="60138" y="41872"/>
                    <a:pt x="59985" y="42348"/>
                    <a:pt x="59831" y="42824"/>
                  </a:cubicBezTo>
                  <a:cubicBezTo>
                    <a:pt x="59691" y="43599"/>
                    <a:pt x="59691" y="43599"/>
                    <a:pt x="59552" y="44359"/>
                  </a:cubicBezTo>
                  <a:cubicBezTo>
                    <a:pt x="58560" y="44607"/>
                    <a:pt x="57568" y="44855"/>
                    <a:pt x="56576" y="45103"/>
                  </a:cubicBezTo>
                  <a:cubicBezTo>
                    <a:pt x="56418" y="45625"/>
                    <a:pt x="56264" y="46131"/>
                    <a:pt x="56111" y="46638"/>
                  </a:cubicBezTo>
                  <a:cubicBezTo>
                    <a:pt x="55970" y="47366"/>
                    <a:pt x="55970" y="47366"/>
                    <a:pt x="55832" y="48079"/>
                  </a:cubicBezTo>
                  <a:cubicBezTo>
                    <a:pt x="54343" y="48079"/>
                    <a:pt x="54343" y="48079"/>
                    <a:pt x="52902" y="49521"/>
                  </a:cubicBezTo>
                  <a:cubicBezTo>
                    <a:pt x="52380" y="50043"/>
                    <a:pt x="51873" y="50550"/>
                    <a:pt x="51367" y="51056"/>
                  </a:cubicBezTo>
                  <a:cubicBezTo>
                    <a:pt x="50608" y="51309"/>
                    <a:pt x="49871" y="51555"/>
                    <a:pt x="49134" y="51800"/>
                  </a:cubicBezTo>
                  <a:cubicBezTo>
                    <a:pt x="48992" y="52322"/>
                    <a:pt x="48854" y="52828"/>
                    <a:pt x="48716" y="53335"/>
                  </a:cubicBezTo>
                  <a:cubicBezTo>
                    <a:pt x="48605" y="53825"/>
                    <a:pt x="48498" y="54301"/>
                    <a:pt x="48390" y="54777"/>
                  </a:cubicBezTo>
                  <a:cubicBezTo>
                    <a:pt x="47884" y="54777"/>
                    <a:pt x="47393" y="54777"/>
                    <a:pt x="46902" y="54777"/>
                  </a:cubicBezTo>
                  <a:cubicBezTo>
                    <a:pt x="46684" y="56023"/>
                    <a:pt x="46436" y="57263"/>
                    <a:pt x="46158" y="58497"/>
                  </a:cubicBezTo>
                  <a:cubicBezTo>
                    <a:pt x="45399" y="58497"/>
                    <a:pt x="44662" y="58497"/>
                    <a:pt x="43925" y="58497"/>
                  </a:cubicBezTo>
                  <a:cubicBezTo>
                    <a:pt x="43672" y="60521"/>
                    <a:pt x="43427" y="62486"/>
                    <a:pt x="43181" y="64451"/>
                  </a:cubicBezTo>
                  <a:cubicBezTo>
                    <a:pt x="42675" y="64451"/>
                    <a:pt x="42184" y="64451"/>
                    <a:pt x="41693" y="64451"/>
                  </a:cubicBezTo>
                  <a:cubicBezTo>
                    <a:pt x="41424" y="65210"/>
                    <a:pt x="41163" y="65946"/>
                    <a:pt x="40902" y="66683"/>
                  </a:cubicBezTo>
                  <a:cubicBezTo>
                    <a:pt x="40665" y="67442"/>
                    <a:pt x="40435" y="68179"/>
                    <a:pt x="40205" y="68915"/>
                  </a:cubicBezTo>
                  <a:cubicBezTo>
                    <a:pt x="39952" y="68915"/>
                    <a:pt x="39706" y="68915"/>
                    <a:pt x="39461" y="68915"/>
                  </a:cubicBezTo>
                  <a:cubicBezTo>
                    <a:pt x="38670" y="70078"/>
                    <a:pt x="38670" y="70078"/>
                    <a:pt x="37972" y="71892"/>
                  </a:cubicBezTo>
                  <a:cubicBezTo>
                    <a:pt x="38002" y="73628"/>
                    <a:pt x="38005" y="75365"/>
                    <a:pt x="37972" y="77101"/>
                  </a:cubicBezTo>
                  <a:cubicBezTo>
                    <a:pt x="36845" y="77477"/>
                    <a:pt x="36845" y="77477"/>
                    <a:pt x="35740" y="77845"/>
                  </a:cubicBezTo>
                  <a:cubicBezTo>
                    <a:pt x="35587" y="79006"/>
                    <a:pt x="35587" y="79006"/>
                    <a:pt x="35438" y="80144"/>
                  </a:cubicBezTo>
                  <a:cubicBezTo>
                    <a:pt x="35371" y="82878"/>
                    <a:pt x="35338" y="85549"/>
                    <a:pt x="34996" y="88263"/>
                  </a:cubicBezTo>
                  <a:cubicBezTo>
                    <a:pt x="33868" y="89015"/>
                    <a:pt x="33868" y="89015"/>
                    <a:pt x="32763" y="89751"/>
                  </a:cubicBezTo>
                  <a:cubicBezTo>
                    <a:pt x="32442" y="92106"/>
                    <a:pt x="32442" y="92106"/>
                    <a:pt x="32397" y="93551"/>
                  </a:cubicBezTo>
                  <a:cubicBezTo>
                    <a:pt x="32392" y="94079"/>
                    <a:pt x="32387" y="94592"/>
                    <a:pt x="32383" y="95106"/>
                  </a:cubicBezTo>
                  <a:cubicBezTo>
                    <a:pt x="32341" y="96750"/>
                    <a:pt x="32302" y="98393"/>
                    <a:pt x="32277" y="100037"/>
                  </a:cubicBezTo>
                  <a:cubicBezTo>
                    <a:pt x="32260" y="101182"/>
                    <a:pt x="32239" y="102327"/>
                    <a:pt x="32214" y="103472"/>
                  </a:cubicBezTo>
                  <a:cubicBezTo>
                    <a:pt x="32153" y="106115"/>
                    <a:pt x="32095" y="108758"/>
                    <a:pt x="32052" y="111402"/>
                  </a:cubicBezTo>
                  <a:cubicBezTo>
                    <a:pt x="32035" y="112493"/>
                    <a:pt x="32035" y="112493"/>
                    <a:pt x="32019" y="113564"/>
                  </a:cubicBezTo>
                  <a:cubicBezTo>
                    <a:pt x="31766" y="113564"/>
                    <a:pt x="31521" y="113564"/>
                    <a:pt x="31275" y="113564"/>
                  </a:cubicBezTo>
                  <a:cubicBezTo>
                    <a:pt x="30313" y="115135"/>
                    <a:pt x="29808" y="116347"/>
                    <a:pt x="29606" y="118185"/>
                  </a:cubicBezTo>
                  <a:cubicBezTo>
                    <a:pt x="29609" y="118787"/>
                    <a:pt x="29612" y="119372"/>
                    <a:pt x="29615" y="119956"/>
                  </a:cubicBezTo>
                  <a:cubicBezTo>
                    <a:pt x="29617" y="120621"/>
                    <a:pt x="29618" y="121266"/>
                    <a:pt x="29620" y="121911"/>
                  </a:cubicBezTo>
                  <a:cubicBezTo>
                    <a:pt x="29629" y="122599"/>
                    <a:pt x="29638" y="123267"/>
                    <a:pt x="29647" y="123935"/>
                  </a:cubicBezTo>
                  <a:cubicBezTo>
                    <a:pt x="29650" y="127678"/>
                    <a:pt x="29421" y="131532"/>
                    <a:pt x="30531" y="135144"/>
                  </a:cubicBezTo>
                  <a:cubicBezTo>
                    <a:pt x="32197" y="136504"/>
                    <a:pt x="32197" y="136504"/>
                    <a:pt x="32245" y="138485"/>
                  </a:cubicBezTo>
                  <a:cubicBezTo>
                    <a:pt x="32264" y="139270"/>
                    <a:pt x="32283" y="140033"/>
                    <a:pt x="32301" y="140795"/>
                  </a:cubicBezTo>
                  <a:cubicBezTo>
                    <a:pt x="32327" y="141648"/>
                    <a:pt x="32353" y="142475"/>
                    <a:pt x="32378" y="143303"/>
                  </a:cubicBezTo>
                  <a:cubicBezTo>
                    <a:pt x="32418" y="145057"/>
                    <a:pt x="32461" y="146811"/>
                    <a:pt x="32506" y="148565"/>
                  </a:cubicBezTo>
                  <a:cubicBezTo>
                    <a:pt x="32531" y="149417"/>
                    <a:pt x="32556" y="150245"/>
                    <a:pt x="32580" y="151073"/>
                  </a:cubicBezTo>
                  <a:cubicBezTo>
                    <a:pt x="32631" y="153254"/>
                    <a:pt x="32533" y="154774"/>
                    <a:pt x="33507" y="156724"/>
                  </a:cubicBezTo>
                  <a:cubicBezTo>
                    <a:pt x="34013" y="156724"/>
                    <a:pt x="34505" y="156724"/>
                    <a:pt x="34996" y="156724"/>
                  </a:cubicBezTo>
                  <a:cubicBezTo>
                    <a:pt x="35038" y="157697"/>
                    <a:pt x="35038" y="157697"/>
                    <a:pt x="35080" y="158651"/>
                  </a:cubicBezTo>
                  <a:cubicBezTo>
                    <a:pt x="35130" y="159498"/>
                    <a:pt x="35179" y="160320"/>
                    <a:pt x="35228" y="161142"/>
                  </a:cubicBezTo>
                  <a:cubicBezTo>
                    <a:pt x="35359" y="163628"/>
                    <a:pt x="35359" y="163628"/>
                    <a:pt x="35740" y="165654"/>
                  </a:cubicBezTo>
                  <a:cubicBezTo>
                    <a:pt x="36499" y="165907"/>
                    <a:pt x="37236" y="166152"/>
                    <a:pt x="37972" y="166398"/>
                  </a:cubicBezTo>
                  <a:cubicBezTo>
                    <a:pt x="38004" y="167268"/>
                    <a:pt x="38035" y="168112"/>
                    <a:pt x="38065" y="168956"/>
                  </a:cubicBezTo>
                  <a:cubicBezTo>
                    <a:pt x="37972" y="171607"/>
                    <a:pt x="37972" y="171607"/>
                    <a:pt x="38716" y="173095"/>
                  </a:cubicBezTo>
                  <a:cubicBezTo>
                    <a:pt x="39475" y="173095"/>
                    <a:pt x="40212" y="173095"/>
                    <a:pt x="40949" y="173095"/>
                  </a:cubicBezTo>
                  <a:cubicBezTo>
                    <a:pt x="40949" y="175119"/>
                    <a:pt x="40949" y="177084"/>
                    <a:pt x="40949" y="179048"/>
                  </a:cubicBezTo>
                  <a:cubicBezTo>
                    <a:pt x="41708" y="179048"/>
                    <a:pt x="42445" y="179048"/>
                    <a:pt x="43181" y="179048"/>
                  </a:cubicBezTo>
                  <a:cubicBezTo>
                    <a:pt x="43414" y="181188"/>
                    <a:pt x="43414" y="181188"/>
                    <a:pt x="43925" y="183513"/>
                  </a:cubicBezTo>
                  <a:cubicBezTo>
                    <a:pt x="45053" y="184265"/>
                    <a:pt x="45053" y="184265"/>
                    <a:pt x="46158" y="185001"/>
                  </a:cubicBezTo>
                  <a:cubicBezTo>
                    <a:pt x="46392" y="185997"/>
                    <a:pt x="46638" y="186990"/>
                    <a:pt x="46902" y="187978"/>
                  </a:cubicBezTo>
                  <a:cubicBezTo>
                    <a:pt x="47661" y="187978"/>
                    <a:pt x="48398" y="187978"/>
                    <a:pt x="49134" y="187978"/>
                  </a:cubicBezTo>
                  <a:cubicBezTo>
                    <a:pt x="49382" y="189218"/>
                    <a:pt x="49631" y="190458"/>
                    <a:pt x="49879" y="191699"/>
                  </a:cubicBezTo>
                  <a:cubicBezTo>
                    <a:pt x="50638" y="191699"/>
                    <a:pt x="51374" y="191699"/>
                    <a:pt x="52111" y="191699"/>
                  </a:cubicBezTo>
                  <a:cubicBezTo>
                    <a:pt x="52111" y="193187"/>
                    <a:pt x="52111" y="193187"/>
                    <a:pt x="52983" y="194445"/>
                  </a:cubicBezTo>
                  <a:cubicBezTo>
                    <a:pt x="53382" y="194919"/>
                    <a:pt x="53770" y="195378"/>
                    <a:pt x="54157" y="195838"/>
                  </a:cubicBezTo>
                  <a:cubicBezTo>
                    <a:pt x="55308" y="197236"/>
                    <a:pt x="55308" y="197236"/>
                    <a:pt x="56576" y="198396"/>
                  </a:cubicBezTo>
                  <a:cubicBezTo>
                    <a:pt x="58175" y="198710"/>
                    <a:pt x="58175" y="198710"/>
                    <a:pt x="59552" y="199140"/>
                  </a:cubicBezTo>
                  <a:cubicBezTo>
                    <a:pt x="59552" y="200152"/>
                    <a:pt x="59552" y="201134"/>
                    <a:pt x="59552" y="202117"/>
                  </a:cubicBezTo>
                  <a:cubicBezTo>
                    <a:pt x="62126" y="201806"/>
                    <a:pt x="62126" y="201806"/>
                    <a:pt x="64761" y="202117"/>
                  </a:cubicBezTo>
                  <a:cubicBezTo>
                    <a:pt x="64979" y="203362"/>
                    <a:pt x="65228" y="204603"/>
                    <a:pt x="65506" y="205837"/>
                  </a:cubicBezTo>
                  <a:cubicBezTo>
                    <a:pt x="66834" y="205980"/>
                    <a:pt x="66834" y="205980"/>
                    <a:pt x="68482" y="205884"/>
                  </a:cubicBezTo>
                  <a:cubicBezTo>
                    <a:pt x="70063" y="205617"/>
                    <a:pt x="70063" y="205617"/>
                    <a:pt x="71459" y="205837"/>
                  </a:cubicBezTo>
                  <a:cubicBezTo>
                    <a:pt x="71668" y="207326"/>
                    <a:pt x="71668" y="207326"/>
                    <a:pt x="72203" y="208814"/>
                  </a:cubicBezTo>
                  <a:cubicBezTo>
                    <a:pt x="74150" y="208939"/>
                    <a:pt x="75855" y="208921"/>
                    <a:pt x="77784" y="208767"/>
                  </a:cubicBezTo>
                  <a:cubicBezTo>
                    <a:pt x="79762" y="208599"/>
                    <a:pt x="81363" y="208606"/>
                    <a:pt x="83365" y="208814"/>
                  </a:cubicBezTo>
                  <a:cubicBezTo>
                    <a:pt x="83576" y="210061"/>
                    <a:pt x="83825" y="211302"/>
                    <a:pt x="84109" y="212535"/>
                  </a:cubicBezTo>
                  <a:cubicBezTo>
                    <a:pt x="84617" y="212694"/>
                    <a:pt x="85111" y="212849"/>
                    <a:pt x="85604" y="213004"/>
                  </a:cubicBezTo>
                  <a:cubicBezTo>
                    <a:pt x="86265" y="213004"/>
                    <a:pt x="86906" y="213003"/>
                    <a:pt x="87548" y="213002"/>
                  </a:cubicBezTo>
                  <a:cubicBezTo>
                    <a:pt x="88265" y="213004"/>
                    <a:pt x="88961" y="213005"/>
                    <a:pt x="89657" y="213007"/>
                  </a:cubicBezTo>
                  <a:cubicBezTo>
                    <a:pt x="90411" y="212989"/>
                    <a:pt x="91144" y="212971"/>
                    <a:pt x="91876" y="212953"/>
                  </a:cubicBezTo>
                  <a:cubicBezTo>
                    <a:pt x="94515" y="212983"/>
                    <a:pt x="97166" y="213175"/>
                    <a:pt x="99736" y="212535"/>
                  </a:cubicBezTo>
                  <a:cubicBezTo>
                    <a:pt x="100143" y="211781"/>
                    <a:pt x="100143" y="211781"/>
                    <a:pt x="100541" y="211042"/>
                  </a:cubicBezTo>
                  <a:cubicBezTo>
                    <a:pt x="100773" y="210537"/>
                    <a:pt x="100999" y="210048"/>
                    <a:pt x="101224" y="209558"/>
                  </a:cubicBezTo>
                  <a:cubicBezTo>
                    <a:pt x="103602" y="209185"/>
                    <a:pt x="103602" y="209185"/>
                    <a:pt x="105287" y="209177"/>
                  </a:cubicBezTo>
                  <a:cubicBezTo>
                    <a:pt x="107715" y="209191"/>
                    <a:pt x="109973" y="209156"/>
                    <a:pt x="112386" y="208814"/>
                  </a:cubicBezTo>
                  <a:cubicBezTo>
                    <a:pt x="112680" y="208050"/>
                    <a:pt x="112680" y="208050"/>
                    <a:pt x="112968" y="207302"/>
                  </a:cubicBezTo>
                  <a:cubicBezTo>
                    <a:pt x="113023" y="206804"/>
                    <a:pt x="113077" y="206321"/>
                    <a:pt x="113131" y="205837"/>
                  </a:cubicBezTo>
                  <a:cubicBezTo>
                    <a:pt x="114619" y="205837"/>
                    <a:pt x="116107" y="205837"/>
                    <a:pt x="117595" y="205837"/>
                  </a:cubicBezTo>
                  <a:cubicBezTo>
                    <a:pt x="117848" y="205347"/>
                    <a:pt x="118094" y="204871"/>
                    <a:pt x="118340" y="204395"/>
                  </a:cubicBezTo>
                  <a:cubicBezTo>
                    <a:pt x="118593" y="203874"/>
                    <a:pt x="118838" y="203367"/>
                    <a:pt x="119084" y="202861"/>
                  </a:cubicBezTo>
                  <a:cubicBezTo>
                    <a:pt x="119858" y="202718"/>
                    <a:pt x="120611" y="202580"/>
                    <a:pt x="121363" y="202442"/>
                  </a:cubicBezTo>
                  <a:cubicBezTo>
                    <a:pt x="122466" y="202278"/>
                    <a:pt x="122466" y="202278"/>
                    <a:pt x="123548" y="202117"/>
                  </a:cubicBezTo>
                  <a:cubicBezTo>
                    <a:pt x="123801" y="201358"/>
                    <a:pt x="124047" y="200621"/>
                    <a:pt x="124293" y="199884"/>
                  </a:cubicBezTo>
                  <a:cubicBezTo>
                    <a:pt x="125297" y="199413"/>
                    <a:pt x="126290" y="198916"/>
                    <a:pt x="127269" y="198396"/>
                  </a:cubicBezTo>
                  <a:cubicBezTo>
                    <a:pt x="127503" y="197400"/>
                    <a:pt x="127750" y="196407"/>
                    <a:pt x="128013" y="195419"/>
                  </a:cubicBezTo>
                  <a:cubicBezTo>
                    <a:pt x="129025" y="195419"/>
                    <a:pt x="130008" y="195419"/>
                    <a:pt x="130990" y="195419"/>
                  </a:cubicBezTo>
                  <a:cubicBezTo>
                    <a:pt x="131243" y="194913"/>
                    <a:pt x="131488" y="194422"/>
                    <a:pt x="131734" y="193931"/>
                  </a:cubicBezTo>
                  <a:cubicBezTo>
                    <a:pt x="132897" y="192908"/>
                    <a:pt x="132897" y="192908"/>
                    <a:pt x="133966" y="191699"/>
                  </a:cubicBezTo>
                  <a:cubicBezTo>
                    <a:pt x="133966" y="190687"/>
                    <a:pt x="133966" y="189704"/>
                    <a:pt x="133966" y="188722"/>
                  </a:cubicBezTo>
                  <a:cubicBezTo>
                    <a:pt x="134725" y="188722"/>
                    <a:pt x="135462" y="188722"/>
                    <a:pt x="136199" y="188722"/>
                  </a:cubicBezTo>
                  <a:cubicBezTo>
                    <a:pt x="136341" y="188089"/>
                    <a:pt x="136479" y="187476"/>
                    <a:pt x="136617" y="186862"/>
                  </a:cubicBezTo>
                  <a:cubicBezTo>
                    <a:pt x="136782" y="185922"/>
                    <a:pt x="136782" y="185922"/>
                    <a:pt x="136943" y="185001"/>
                  </a:cubicBezTo>
                  <a:cubicBezTo>
                    <a:pt x="137449" y="185001"/>
                    <a:pt x="137940" y="185001"/>
                    <a:pt x="138431" y="185001"/>
                  </a:cubicBezTo>
                  <a:cubicBezTo>
                    <a:pt x="138906" y="183259"/>
                    <a:pt x="139403" y="181523"/>
                    <a:pt x="139920" y="179792"/>
                  </a:cubicBezTo>
                  <a:cubicBezTo>
                    <a:pt x="140679" y="179539"/>
                    <a:pt x="141415" y="179294"/>
                    <a:pt x="142152" y="179048"/>
                  </a:cubicBezTo>
                  <a:cubicBezTo>
                    <a:pt x="142199" y="178273"/>
                    <a:pt x="142245" y="177521"/>
                    <a:pt x="142292" y="176769"/>
                  </a:cubicBezTo>
                  <a:cubicBezTo>
                    <a:pt x="142244" y="176026"/>
                    <a:pt x="142198" y="175305"/>
                    <a:pt x="142152" y="174583"/>
                  </a:cubicBezTo>
                  <a:cubicBezTo>
                    <a:pt x="142911" y="174583"/>
                    <a:pt x="143648" y="174583"/>
                    <a:pt x="144384" y="174583"/>
                  </a:cubicBezTo>
                  <a:cubicBezTo>
                    <a:pt x="145067" y="172536"/>
                    <a:pt x="145210" y="171339"/>
                    <a:pt x="145175" y="169235"/>
                  </a:cubicBezTo>
                  <a:cubicBezTo>
                    <a:pt x="145152" y="167802"/>
                    <a:pt x="145152" y="167802"/>
                    <a:pt x="145129" y="166398"/>
                  </a:cubicBezTo>
                  <a:cubicBezTo>
                    <a:pt x="145888" y="166398"/>
                    <a:pt x="146624" y="166398"/>
                    <a:pt x="147361" y="166398"/>
                  </a:cubicBezTo>
                  <a:cubicBezTo>
                    <a:pt x="148104" y="164169"/>
                    <a:pt x="148111" y="163293"/>
                    <a:pt x="147780" y="161049"/>
                  </a:cubicBezTo>
                  <a:cubicBezTo>
                    <a:pt x="147637" y="160085"/>
                    <a:pt x="147499" y="159148"/>
                    <a:pt x="147361" y="158212"/>
                  </a:cubicBezTo>
                  <a:cubicBezTo>
                    <a:pt x="148826" y="158074"/>
                    <a:pt x="148826" y="158074"/>
                    <a:pt x="150338" y="157468"/>
                  </a:cubicBezTo>
                  <a:cubicBezTo>
                    <a:pt x="150464" y="156917"/>
                    <a:pt x="150586" y="156383"/>
                    <a:pt x="150708" y="155848"/>
                  </a:cubicBezTo>
                  <a:cubicBezTo>
                    <a:pt x="150710" y="155128"/>
                    <a:pt x="150711" y="154429"/>
                    <a:pt x="150713" y="153730"/>
                  </a:cubicBezTo>
                  <a:cubicBezTo>
                    <a:pt x="150727" y="152947"/>
                    <a:pt x="150741" y="152187"/>
                    <a:pt x="150755" y="151428"/>
                  </a:cubicBezTo>
                  <a:cubicBezTo>
                    <a:pt x="150756" y="149817"/>
                    <a:pt x="150759" y="148207"/>
                    <a:pt x="150766" y="146597"/>
                  </a:cubicBezTo>
                  <a:cubicBezTo>
                    <a:pt x="150786" y="145431"/>
                    <a:pt x="150786" y="145431"/>
                    <a:pt x="150806" y="144289"/>
                  </a:cubicBezTo>
                  <a:cubicBezTo>
                    <a:pt x="150754" y="142210"/>
                    <a:pt x="150754" y="142210"/>
                    <a:pt x="151082" y="140353"/>
                  </a:cubicBezTo>
                  <a:cubicBezTo>
                    <a:pt x="152461" y="139082"/>
                    <a:pt x="153242" y="138502"/>
                    <a:pt x="153598" y="136624"/>
                  </a:cubicBezTo>
                  <a:cubicBezTo>
                    <a:pt x="153599" y="136037"/>
                    <a:pt x="153601" y="135467"/>
                    <a:pt x="153603" y="134897"/>
                  </a:cubicBezTo>
                  <a:cubicBezTo>
                    <a:pt x="153614" y="133905"/>
                    <a:pt x="153614" y="133905"/>
                    <a:pt x="153624" y="132933"/>
                  </a:cubicBezTo>
                  <a:cubicBezTo>
                    <a:pt x="153620" y="132214"/>
                    <a:pt x="153615" y="131516"/>
                    <a:pt x="153611" y="130819"/>
                  </a:cubicBezTo>
                  <a:cubicBezTo>
                    <a:pt x="153615" y="129344"/>
                    <a:pt x="153618" y="127869"/>
                    <a:pt x="153619" y="126394"/>
                  </a:cubicBezTo>
                  <a:cubicBezTo>
                    <a:pt x="153605" y="124067"/>
                    <a:pt x="153593" y="121740"/>
                    <a:pt x="153605" y="119413"/>
                  </a:cubicBezTo>
                  <a:cubicBezTo>
                    <a:pt x="153614" y="117894"/>
                    <a:pt x="153619" y="116376"/>
                    <a:pt x="153617" y="114857"/>
                  </a:cubicBezTo>
                  <a:cubicBezTo>
                    <a:pt x="153614" y="113758"/>
                    <a:pt x="153614" y="113758"/>
                    <a:pt x="153611" y="112680"/>
                  </a:cubicBezTo>
                  <a:cubicBezTo>
                    <a:pt x="153618" y="111612"/>
                    <a:pt x="153618" y="111612"/>
                    <a:pt x="153624" y="110566"/>
                  </a:cubicBezTo>
                  <a:cubicBezTo>
                    <a:pt x="153617" y="109898"/>
                    <a:pt x="153610" y="109250"/>
                    <a:pt x="153603" y="108602"/>
                  </a:cubicBezTo>
                  <a:cubicBezTo>
                    <a:pt x="153596" y="106510"/>
                    <a:pt x="153628" y="105721"/>
                    <a:pt x="152198" y="104160"/>
                  </a:cubicBezTo>
                  <a:cubicBezTo>
                    <a:pt x="150926" y="103211"/>
                    <a:pt x="150926" y="103211"/>
                    <a:pt x="150795" y="101550"/>
                  </a:cubicBezTo>
                  <a:cubicBezTo>
                    <a:pt x="150790" y="100929"/>
                    <a:pt x="150785" y="100327"/>
                    <a:pt x="150779" y="99725"/>
                  </a:cubicBezTo>
                  <a:cubicBezTo>
                    <a:pt x="150746" y="98369"/>
                    <a:pt x="150723" y="97014"/>
                    <a:pt x="150710" y="95658"/>
                  </a:cubicBezTo>
                  <a:cubicBezTo>
                    <a:pt x="150703" y="94950"/>
                    <a:pt x="150696" y="94263"/>
                    <a:pt x="150689" y="93575"/>
                  </a:cubicBezTo>
                  <a:cubicBezTo>
                    <a:pt x="150672" y="92899"/>
                    <a:pt x="150656" y="92242"/>
                    <a:pt x="150640" y="91586"/>
                  </a:cubicBezTo>
                  <a:cubicBezTo>
                    <a:pt x="150624" y="89763"/>
                    <a:pt x="150624" y="89763"/>
                    <a:pt x="150338" y="88263"/>
                  </a:cubicBezTo>
                  <a:cubicBezTo>
                    <a:pt x="149579" y="87757"/>
                    <a:pt x="148842" y="87266"/>
                    <a:pt x="148105" y="86775"/>
                  </a:cubicBezTo>
                  <a:cubicBezTo>
                    <a:pt x="148074" y="85937"/>
                    <a:pt x="148043" y="85123"/>
                    <a:pt x="148012" y="84310"/>
                  </a:cubicBezTo>
                  <a:cubicBezTo>
                    <a:pt x="148093" y="81932"/>
                    <a:pt x="148090" y="80098"/>
                    <a:pt x="147361" y="77845"/>
                  </a:cubicBezTo>
                  <a:cubicBezTo>
                    <a:pt x="146602" y="77592"/>
                    <a:pt x="145865" y="77346"/>
                    <a:pt x="145129" y="77101"/>
                  </a:cubicBezTo>
                  <a:cubicBezTo>
                    <a:pt x="145129" y="75365"/>
                    <a:pt x="145129" y="73628"/>
                    <a:pt x="145129" y="71892"/>
                  </a:cubicBezTo>
                  <a:cubicBezTo>
                    <a:pt x="144370" y="71386"/>
                    <a:pt x="143633" y="70895"/>
                    <a:pt x="142896" y="70404"/>
                  </a:cubicBezTo>
                  <a:cubicBezTo>
                    <a:pt x="142652" y="68667"/>
                    <a:pt x="142404" y="66930"/>
                    <a:pt x="142152" y="65195"/>
                  </a:cubicBezTo>
                  <a:cubicBezTo>
                    <a:pt x="141393" y="64942"/>
                    <a:pt x="140656" y="64696"/>
                    <a:pt x="139920" y="64451"/>
                  </a:cubicBezTo>
                  <a:cubicBezTo>
                    <a:pt x="139672" y="62714"/>
                    <a:pt x="139423" y="60978"/>
                    <a:pt x="139175" y="59242"/>
                  </a:cubicBezTo>
                  <a:cubicBezTo>
                    <a:pt x="138416" y="58989"/>
                    <a:pt x="137680" y="58743"/>
                    <a:pt x="136943" y="58497"/>
                  </a:cubicBezTo>
                  <a:cubicBezTo>
                    <a:pt x="136943" y="57485"/>
                    <a:pt x="136943" y="56503"/>
                    <a:pt x="136943" y="55521"/>
                  </a:cubicBezTo>
                  <a:cubicBezTo>
                    <a:pt x="136437" y="55394"/>
                    <a:pt x="135946" y="55272"/>
                    <a:pt x="135455" y="55149"/>
                  </a:cubicBezTo>
                  <a:cubicBezTo>
                    <a:pt x="134949" y="55022"/>
                    <a:pt x="134458" y="54899"/>
                    <a:pt x="133966" y="54777"/>
                  </a:cubicBezTo>
                  <a:cubicBezTo>
                    <a:pt x="133966" y="53765"/>
                    <a:pt x="133966" y="52782"/>
                    <a:pt x="133966" y="51800"/>
                  </a:cubicBezTo>
                  <a:cubicBezTo>
                    <a:pt x="133207" y="51547"/>
                    <a:pt x="132471" y="51302"/>
                    <a:pt x="131734" y="51056"/>
                  </a:cubicBezTo>
                  <a:cubicBezTo>
                    <a:pt x="131408" y="49521"/>
                    <a:pt x="131408" y="49521"/>
                    <a:pt x="130990" y="48079"/>
                  </a:cubicBezTo>
                  <a:cubicBezTo>
                    <a:pt x="129978" y="48079"/>
                    <a:pt x="128996" y="48079"/>
                    <a:pt x="128013" y="48079"/>
                  </a:cubicBezTo>
                  <a:cubicBezTo>
                    <a:pt x="128013" y="47573"/>
                    <a:pt x="128013" y="47082"/>
                    <a:pt x="128013" y="46591"/>
                  </a:cubicBezTo>
                  <a:cubicBezTo>
                    <a:pt x="127013" y="45858"/>
                    <a:pt x="126022" y="45112"/>
                    <a:pt x="125037" y="44359"/>
                  </a:cubicBezTo>
                  <a:cubicBezTo>
                    <a:pt x="124432" y="42731"/>
                    <a:pt x="124432" y="42731"/>
                    <a:pt x="123548" y="41382"/>
                  </a:cubicBezTo>
                  <a:cubicBezTo>
                    <a:pt x="121812" y="41413"/>
                    <a:pt x="120076" y="41414"/>
                    <a:pt x="118340" y="41382"/>
                  </a:cubicBezTo>
                  <a:cubicBezTo>
                    <a:pt x="118197" y="40750"/>
                    <a:pt x="118059" y="40136"/>
                    <a:pt x="117921" y="39522"/>
                  </a:cubicBezTo>
                  <a:cubicBezTo>
                    <a:pt x="117757" y="38582"/>
                    <a:pt x="117757" y="38582"/>
                    <a:pt x="117595" y="37661"/>
                  </a:cubicBezTo>
                  <a:cubicBezTo>
                    <a:pt x="116491" y="37638"/>
                    <a:pt x="116491" y="37638"/>
                    <a:pt x="115409" y="37615"/>
                  </a:cubicBezTo>
                  <a:cubicBezTo>
                    <a:pt x="114635" y="37631"/>
                    <a:pt x="113883" y="37646"/>
                    <a:pt x="113131" y="37661"/>
                  </a:cubicBezTo>
                  <a:cubicBezTo>
                    <a:pt x="112575" y="36211"/>
                    <a:pt x="112575" y="36211"/>
                    <a:pt x="111642" y="34685"/>
                  </a:cubicBezTo>
                  <a:cubicBezTo>
                    <a:pt x="110818" y="34531"/>
                    <a:pt x="110018" y="34381"/>
                    <a:pt x="109218" y="34231"/>
                  </a:cubicBezTo>
                  <a:cubicBezTo>
                    <a:pt x="108240" y="34196"/>
                    <a:pt x="107290" y="34161"/>
                    <a:pt x="106340" y="34127"/>
                  </a:cubicBezTo>
                  <a:cubicBezTo>
                    <a:pt x="104881" y="34062"/>
                    <a:pt x="104881" y="34062"/>
                    <a:pt x="103451" y="33999"/>
                  </a:cubicBezTo>
                  <a:cubicBezTo>
                    <a:pt x="102694" y="33979"/>
                    <a:pt x="101959" y="33960"/>
                    <a:pt x="101224" y="33941"/>
                  </a:cubicBezTo>
                  <a:cubicBezTo>
                    <a:pt x="101224" y="33435"/>
                    <a:pt x="101224" y="32944"/>
                    <a:pt x="101224" y="32452"/>
                  </a:cubicBezTo>
                  <a:cubicBezTo>
                    <a:pt x="98678" y="30755"/>
                    <a:pt x="98678" y="30755"/>
                    <a:pt x="93842" y="30688"/>
                  </a:cubicBezTo>
                  <a:cubicBezTo>
                    <a:pt x="93174" y="30687"/>
                    <a:pt x="92525" y="30686"/>
                    <a:pt x="91876" y="30685"/>
                  </a:cubicBezTo>
                  <a:cubicBezTo>
                    <a:pt x="90879" y="30657"/>
                    <a:pt x="90879" y="30657"/>
                    <a:pt x="89901" y="30630"/>
                  </a:cubicBezTo>
                  <a:cubicBezTo>
                    <a:pt x="89259" y="30627"/>
                    <a:pt x="88636" y="30624"/>
                    <a:pt x="88013" y="30621"/>
                  </a:cubicBezTo>
                  <a:close/>
                  <a:moveTo>
                    <a:pt x="76078" y="0"/>
                  </a:moveTo>
                  <a:cubicBezTo>
                    <a:pt x="77048" y="6"/>
                    <a:pt x="78019" y="12"/>
                    <a:pt x="79018" y="18"/>
                  </a:cubicBezTo>
                  <a:cubicBezTo>
                    <a:pt x="80017" y="16"/>
                    <a:pt x="81015" y="13"/>
                    <a:pt x="82013" y="10"/>
                  </a:cubicBezTo>
                  <a:cubicBezTo>
                    <a:pt x="84108" y="5"/>
                    <a:pt x="86202" y="12"/>
                    <a:pt x="88296" y="26"/>
                  </a:cubicBezTo>
                  <a:cubicBezTo>
                    <a:pt x="90987" y="42"/>
                    <a:pt x="93676" y="33"/>
                    <a:pt x="96367" y="15"/>
                  </a:cubicBezTo>
                  <a:cubicBezTo>
                    <a:pt x="98429" y="4"/>
                    <a:pt x="100490" y="8"/>
                    <a:pt x="102552" y="15"/>
                  </a:cubicBezTo>
                  <a:cubicBezTo>
                    <a:pt x="104029" y="18"/>
                    <a:pt x="105505" y="9"/>
                    <a:pt x="106981" y="0"/>
                  </a:cubicBezTo>
                  <a:cubicBezTo>
                    <a:pt x="107872" y="9"/>
                    <a:pt x="108764" y="19"/>
                    <a:pt x="109682" y="28"/>
                  </a:cubicBezTo>
                  <a:cubicBezTo>
                    <a:pt x="110866" y="32"/>
                    <a:pt x="110866" y="32"/>
                    <a:pt x="112074" y="36"/>
                  </a:cubicBezTo>
                  <a:cubicBezTo>
                    <a:pt x="112955" y="223"/>
                    <a:pt x="112955" y="223"/>
                    <a:pt x="113854" y="414"/>
                  </a:cubicBezTo>
                  <a:cubicBezTo>
                    <a:pt x="114361" y="1902"/>
                    <a:pt x="114361" y="1902"/>
                    <a:pt x="114598" y="3390"/>
                  </a:cubicBezTo>
                  <a:cubicBezTo>
                    <a:pt x="116662" y="3835"/>
                    <a:pt x="116662" y="3835"/>
                    <a:pt x="119063" y="3809"/>
                  </a:cubicBezTo>
                  <a:cubicBezTo>
                    <a:pt x="121527" y="3858"/>
                    <a:pt x="121527" y="3858"/>
                    <a:pt x="123527" y="4134"/>
                  </a:cubicBezTo>
                  <a:cubicBezTo>
                    <a:pt x="123773" y="4871"/>
                    <a:pt x="124018" y="5608"/>
                    <a:pt x="124271" y="6367"/>
                  </a:cubicBezTo>
                  <a:cubicBezTo>
                    <a:pt x="125657" y="6690"/>
                    <a:pt x="125657" y="6690"/>
                    <a:pt x="127248" y="6692"/>
                  </a:cubicBezTo>
                  <a:cubicBezTo>
                    <a:pt x="128896" y="6829"/>
                    <a:pt x="128896" y="6829"/>
                    <a:pt x="130225" y="7111"/>
                  </a:cubicBezTo>
                  <a:cubicBezTo>
                    <a:pt x="130502" y="8095"/>
                    <a:pt x="130750" y="9088"/>
                    <a:pt x="130969" y="10087"/>
                  </a:cubicBezTo>
                  <a:cubicBezTo>
                    <a:pt x="131828" y="10210"/>
                    <a:pt x="132688" y="10333"/>
                    <a:pt x="133573" y="10459"/>
                  </a:cubicBezTo>
                  <a:cubicBezTo>
                    <a:pt x="134433" y="10582"/>
                    <a:pt x="135292" y="10705"/>
                    <a:pt x="136178" y="10832"/>
                  </a:cubicBezTo>
                  <a:cubicBezTo>
                    <a:pt x="136455" y="11816"/>
                    <a:pt x="136703" y="12809"/>
                    <a:pt x="136922" y="13808"/>
                  </a:cubicBezTo>
                  <a:cubicBezTo>
                    <a:pt x="139166" y="14420"/>
                    <a:pt x="139166" y="14420"/>
                    <a:pt x="141387" y="14552"/>
                  </a:cubicBezTo>
                  <a:cubicBezTo>
                    <a:pt x="141387" y="15535"/>
                    <a:pt x="141387" y="16517"/>
                    <a:pt x="141387" y="17529"/>
                  </a:cubicBezTo>
                  <a:cubicBezTo>
                    <a:pt x="142377" y="17784"/>
                    <a:pt x="143369" y="18032"/>
                    <a:pt x="144363" y="18273"/>
                  </a:cubicBezTo>
                  <a:cubicBezTo>
                    <a:pt x="144524" y="19033"/>
                    <a:pt x="144524" y="19033"/>
                    <a:pt x="144689" y="19808"/>
                  </a:cubicBezTo>
                  <a:cubicBezTo>
                    <a:pt x="144827" y="20284"/>
                    <a:pt x="144965" y="20759"/>
                    <a:pt x="145107" y="21250"/>
                  </a:cubicBezTo>
                  <a:cubicBezTo>
                    <a:pt x="145706" y="21250"/>
                    <a:pt x="146305" y="21250"/>
                    <a:pt x="146921" y="21250"/>
                  </a:cubicBezTo>
                  <a:cubicBezTo>
                    <a:pt x="147551" y="21250"/>
                    <a:pt x="148180" y="21250"/>
                    <a:pt x="148828" y="21250"/>
                  </a:cubicBezTo>
                  <a:cubicBezTo>
                    <a:pt x="149665" y="22691"/>
                    <a:pt x="149665" y="22691"/>
                    <a:pt x="150316" y="24226"/>
                  </a:cubicBezTo>
                  <a:cubicBezTo>
                    <a:pt x="151053" y="24472"/>
                    <a:pt x="151790" y="24717"/>
                    <a:pt x="152549" y="24970"/>
                  </a:cubicBezTo>
                  <a:cubicBezTo>
                    <a:pt x="152804" y="25960"/>
                    <a:pt x="153052" y="26953"/>
                    <a:pt x="153293" y="27947"/>
                  </a:cubicBezTo>
                  <a:cubicBezTo>
                    <a:pt x="154030" y="28438"/>
                    <a:pt x="154766" y="28929"/>
                    <a:pt x="155525" y="29435"/>
                  </a:cubicBezTo>
                  <a:cubicBezTo>
                    <a:pt x="155525" y="30172"/>
                    <a:pt x="155525" y="30908"/>
                    <a:pt x="155525" y="31667"/>
                  </a:cubicBezTo>
                  <a:cubicBezTo>
                    <a:pt x="156262" y="31913"/>
                    <a:pt x="156999" y="32159"/>
                    <a:pt x="157758" y="32412"/>
                  </a:cubicBezTo>
                  <a:cubicBezTo>
                    <a:pt x="157881" y="32918"/>
                    <a:pt x="158003" y="33425"/>
                    <a:pt x="158130" y="33946"/>
                  </a:cubicBezTo>
                  <a:cubicBezTo>
                    <a:pt x="158253" y="34422"/>
                    <a:pt x="158375" y="34898"/>
                    <a:pt x="158502" y="35388"/>
                  </a:cubicBezTo>
                  <a:cubicBezTo>
                    <a:pt x="159239" y="35388"/>
                    <a:pt x="159975" y="35388"/>
                    <a:pt x="160734" y="35388"/>
                  </a:cubicBezTo>
                  <a:cubicBezTo>
                    <a:pt x="160989" y="36627"/>
                    <a:pt x="161236" y="37868"/>
                    <a:pt x="161479" y="39109"/>
                  </a:cubicBezTo>
                  <a:cubicBezTo>
                    <a:pt x="162215" y="39354"/>
                    <a:pt x="162952" y="39600"/>
                    <a:pt x="163711" y="39853"/>
                  </a:cubicBezTo>
                  <a:cubicBezTo>
                    <a:pt x="164223" y="42132"/>
                    <a:pt x="164223" y="42132"/>
                    <a:pt x="164455" y="44318"/>
                  </a:cubicBezTo>
                  <a:cubicBezTo>
                    <a:pt x="165192" y="44318"/>
                    <a:pt x="165928" y="44318"/>
                    <a:pt x="166688" y="44318"/>
                  </a:cubicBezTo>
                  <a:cubicBezTo>
                    <a:pt x="166764" y="45024"/>
                    <a:pt x="166841" y="45730"/>
                    <a:pt x="166920" y="46457"/>
                  </a:cubicBezTo>
                  <a:cubicBezTo>
                    <a:pt x="167198" y="48999"/>
                    <a:pt x="167198" y="48999"/>
                    <a:pt x="169664" y="50271"/>
                  </a:cubicBezTo>
                  <a:cubicBezTo>
                    <a:pt x="169804" y="52969"/>
                    <a:pt x="169804" y="52969"/>
                    <a:pt x="169664" y="55480"/>
                  </a:cubicBezTo>
                  <a:cubicBezTo>
                    <a:pt x="170401" y="55480"/>
                    <a:pt x="171137" y="55480"/>
                    <a:pt x="171896" y="55480"/>
                  </a:cubicBezTo>
                  <a:cubicBezTo>
                    <a:pt x="172388" y="56945"/>
                    <a:pt x="172388" y="56945"/>
                    <a:pt x="172687" y="58829"/>
                  </a:cubicBezTo>
                  <a:cubicBezTo>
                    <a:pt x="172951" y="60655"/>
                    <a:pt x="172951" y="60655"/>
                    <a:pt x="173385" y="62177"/>
                  </a:cubicBezTo>
                  <a:cubicBezTo>
                    <a:pt x="173876" y="62177"/>
                    <a:pt x="174367" y="62177"/>
                    <a:pt x="174873" y="62177"/>
                  </a:cubicBezTo>
                  <a:cubicBezTo>
                    <a:pt x="174901" y="62706"/>
                    <a:pt x="174929" y="63234"/>
                    <a:pt x="174957" y="63779"/>
                  </a:cubicBezTo>
                  <a:cubicBezTo>
                    <a:pt x="175006" y="64463"/>
                    <a:pt x="175055" y="65147"/>
                    <a:pt x="175106" y="65851"/>
                  </a:cubicBezTo>
                  <a:cubicBezTo>
                    <a:pt x="175149" y="66533"/>
                    <a:pt x="175192" y="67215"/>
                    <a:pt x="175236" y="67918"/>
                  </a:cubicBezTo>
                  <a:cubicBezTo>
                    <a:pt x="175362" y="68479"/>
                    <a:pt x="175488" y="69040"/>
                    <a:pt x="175617" y="69619"/>
                  </a:cubicBezTo>
                  <a:cubicBezTo>
                    <a:pt x="176354" y="69864"/>
                    <a:pt x="177091" y="70110"/>
                    <a:pt x="177850" y="70363"/>
                  </a:cubicBezTo>
                  <a:cubicBezTo>
                    <a:pt x="178178" y="72688"/>
                    <a:pt x="178178" y="72688"/>
                    <a:pt x="178268" y="75572"/>
                  </a:cubicBezTo>
                  <a:cubicBezTo>
                    <a:pt x="178326" y="77311"/>
                    <a:pt x="178423" y="79049"/>
                    <a:pt x="178594" y="80781"/>
                  </a:cubicBezTo>
                  <a:cubicBezTo>
                    <a:pt x="179085" y="81026"/>
                    <a:pt x="179576" y="81272"/>
                    <a:pt x="180082" y="81525"/>
                  </a:cubicBezTo>
                  <a:cubicBezTo>
                    <a:pt x="180296" y="83620"/>
                    <a:pt x="180430" y="85656"/>
                    <a:pt x="180501" y="87757"/>
                  </a:cubicBezTo>
                  <a:cubicBezTo>
                    <a:pt x="180616" y="92145"/>
                    <a:pt x="180616" y="92145"/>
                    <a:pt x="181570" y="96408"/>
                  </a:cubicBezTo>
                  <a:cubicBezTo>
                    <a:pt x="182061" y="96653"/>
                    <a:pt x="182553" y="96899"/>
                    <a:pt x="183059" y="97152"/>
                  </a:cubicBezTo>
                  <a:cubicBezTo>
                    <a:pt x="183238" y="99134"/>
                    <a:pt x="183238" y="99134"/>
                    <a:pt x="183228" y="101813"/>
                  </a:cubicBezTo>
                  <a:cubicBezTo>
                    <a:pt x="183228" y="102299"/>
                    <a:pt x="183228" y="102786"/>
                    <a:pt x="183228" y="103287"/>
                  </a:cubicBezTo>
                  <a:cubicBezTo>
                    <a:pt x="183227" y="104902"/>
                    <a:pt x="183216" y="106516"/>
                    <a:pt x="183204" y="108131"/>
                  </a:cubicBezTo>
                  <a:cubicBezTo>
                    <a:pt x="183201" y="109248"/>
                    <a:pt x="183199" y="110364"/>
                    <a:pt x="183198" y="111481"/>
                  </a:cubicBezTo>
                  <a:cubicBezTo>
                    <a:pt x="183192" y="114426"/>
                    <a:pt x="183177" y="117370"/>
                    <a:pt x="183161" y="120315"/>
                  </a:cubicBezTo>
                  <a:cubicBezTo>
                    <a:pt x="183146" y="123318"/>
                    <a:pt x="183139" y="126320"/>
                    <a:pt x="183131" y="129323"/>
                  </a:cubicBezTo>
                  <a:cubicBezTo>
                    <a:pt x="183115" y="135218"/>
                    <a:pt x="183090" y="141114"/>
                    <a:pt x="183059" y="147009"/>
                  </a:cubicBezTo>
                  <a:cubicBezTo>
                    <a:pt x="182567" y="147009"/>
                    <a:pt x="182076" y="147009"/>
                    <a:pt x="181570" y="147009"/>
                  </a:cubicBezTo>
                  <a:cubicBezTo>
                    <a:pt x="180880" y="148998"/>
                    <a:pt x="180702" y="150952"/>
                    <a:pt x="180591" y="153044"/>
                  </a:cubicBezTo>
                  <a:cubicBezTo>
                    <a:pt x="180560" y="153605"/>
                    <a:pt x="180528" y="154166"/>
                    <a:pt x="180496" y="154744"/>
                  </a:cubicBezTo>
                  <a:cubicBezTo>
                    <a:pt x="180467" y="155323"/>
                    <a:pt x="180438" y="155901"/>
                    <a:pt x="180408" y="156497"/>
                  </a:cubicBezTo>
                  <a:cubicBezTo>
                    <a:pt x="180375" y="157087"/>
                    <a:pt x="180343" y="157677"/>
                    <a:pt x="180310" y="158285"/>
                  </a:cubicBezTo>
                  <a:cubicBezTo>
                    <a:pt x="180232" y="159735"/>
                    <a:pt x="180156" y="161186"/>
                    <a:pt x="180082" y="162636"/>
                  </a:cubicBezTo>
                  <a:cubicBezTo>
                    <a:pt x="179345" y="162636"/>
                    <a:pt x="178609" y="162636"/>
                    <a:pt x="177850" y="162636"/>
                  </a:cubicBezTo>
                  <a:cubicBezTo>
                    <a:pt x="177876" y="163380"/>
                    <a:pt x="177901" y="164123"/>
                    <a:pt x="177928" y="164889"/>
                  </a:cubicBezTo>
                  <a:cubicBezTo>
                    <a:pt x="177948" y="165849"/>
                    <a:pt x="177968" y="166809"/>
                    <a:pt x="177989" y="167799"/>
                  </a:cubicBezTo>
                  <a:cubicBezTo>
                    <a:pt x="178015" y="168757"/>
                    <a:pt x="178041" y="169715"/>
                    <a:pt x="178068" y="170703"/>
                  </a:cubicBezTo>
                  <a:cubicBezTo>
                    <a:pt x="177996" y="171479"/>
                    <a:pt x="177924" y="172255"/>
                    <a:pt x="177850" y="173054"/>
                  </a:cubicBezTo>
                  <a:cubicBezTo>
                    <a:pt x="177113" y="173300"/>
                    <a:pt x="176376" y="173545"/>
                    <a:pt x="175617" y="173798"/>
                  </a:cubicBezTo>
                  <a:cubicBezTo>
                    <a:pt x="175179" y="175546"/>
                    <a:pt x="175179" y="175546"/>
                    <a:pt x="175106" y="177566"/>
                  </a:cubicBezTo>
                  <a:cubicBezTo>
                    <a:pt x="175032" y="178591"/>
                    <a:pt x="175032" y="178591"/>
                    <a:pt x="174957" y="179638"/>
                  </a:cubicBezTo>
                  <a:cubicBezTo>
                    <a:pt x="174930" y="180167"/>
                    <a:pt x="174902" y="180695"/>
                    <a:pt x="174873" y="181240"/>
                  </a:cubicBezTo>
                  <a:cubicBezTo>
                    <a:pt x="174136" y="181240"/>
                    <a:pt x="173400" y="181240"/>
                    <a:pt x="172641" y="181240"/>
                  </a:cubicBezTo>
                  <a:cubicBezTo>
                    <a:pt x="172586" y="181952"/>
                    <a:pt x="172586" y="181952"/>
                    <a:pt x="172530" y="182679"/>
                  </a:cubicBezTo>
                  <a:cubicBezTo>
                    <a:pt x="172475" y="183293"/>
                    <a:pt x="172419" y="183908"/>
                    <a:pt x="172362" y="184542"/>
                  </a:cubicBezTo>
                  <a:cubicBezTo>
                    <a:pt x="172310" y="185155"/>
                    <a:pt x="172258" y="185768"/>
                    <a:pt x="172205" y="186399"/>
                  </a:cubicBezTo>
                  <a:cubicBezTo>
                    <a:pt x="172103" y="186907"/>
                    <a:pt x="172001" y="187414"/>
                    <a:pt x="171896" y="187937"/>
                  </a:cubicBezTo>
                  <a:cubicBezTo>
                    <a:pt x="171405" y="188183"/>
                    <a:pt x="170914" y="188428"/>
                    <a:pt x="170408" y="188681"/>
                  </a:cubicBezTo>
                  <a:cubicBezTo>
                    <a:pt x="170163" y="189541"/>
                    <a:pt x="169917" y="190400"/>
                    <a:pt x="169664" y="191286"/>
                  </a:cubicBezTo>
                  <a:cubicBezTo>
                    <a:pt x="169419" y="192145"/>
                    <a:pt x="169173" y="193005"/>
                    <a:pt x="168920" y="193890"/>
                  </a:cubicBezTo>
                  <a:cubicBezTo>
                    <a:pt x="168429" y="194136"/>
                    <a:pt x="167938" y="194381"/>
                    <a:pt x="167432" y="194634"/>
                  </a:cubicBezTo>
                  <a:cubicBezTo>
                    <a:pt x="166942" y="196889"/>
                    <a:pt x="166942" y="196889"/>
                    <a:pt x="166688" y="199099"/>
                  </a:cubicBezTo>
                  <a:cubicBezTo>
                    <a:pt x="165951" y="199099"/>
                    <a:pt x="165214" y="199099"/>
                    <a:pt x="164455" y="199099"/>
                  </a:cubicBezTo>
                  <a:cubicBezTo>
                    <a:pt x="164378" y="199928"/>
                    <a:pt x="164302" y="200757"/>
                    <a:pt x="164223" y="201611"/>
                  </a:cubicBezTo>
                  <a:cubicBezTo>
                    <a:pt x="163969" y="202946"/>
                    <a:pt x="163969" y="202946"/>
                    <a:pt x="163711" y="204308"/>
                  </a:cubicBezTo>
                  <a:cubicBezTo>
                    <a:pt x="162974" y="204799"/>
                    <a:pt x="162238" y="205290"/>
                    <a:pt x="161479" y="205796"/>
                  </a:cubicBezTo>
                  <a:cubicBezTo>
                    <a:pt x="161233" y="206533"/>
                    <a:pt x="160987" y="207270"/>
                    <a:pt x="160734" y="208029"/>
                  </a:cubicBezTo>
                  <a:cubicBezTo>
                    <a:pt x="159659" y="209202"/>
                    <a:pt x="158510" y="210254"/>
                    <a:pt x="157339" y="211331"/>
                  </a:cubicBezTo>
                  <a:cubicBezTo>
                    <a:pt x="156207" y="212444"/>
                    <a:pt x="156207" y="212444"/>
                    <a:pt x="155618" y="213889"/>
                  </a:cubicBezTo>
                  <a:cubicBezTo>
                    <a:pt x="154462" y="216073"/>
                    <a:pt x="152845" y="217490"/>
                    <a:pt x="151061" y="219191"/>
                  </a:cubicBezTo>
                  <a:cubicBezTo>
                    <a:pt x="150401" y="219866"/>
                    <a:pt x="149741" y="220542"/>
                    <a:pt x="149061" y="221237"/>
                  </a:cubicBezTo>
                  <a:cubicBezTo>
                    <a:pt x="147340" y="222912"/>
                    <a:pt x="147340" y="222912"/>
                    <a:pt x="145852" y="223656"/>
                  </a:cubicBezTo>
                  <a:cubicBezTo>
                    <a:pt x="145606" y="224392"/>
                    <a:pt x="145360" y="225129"/>
                    <a:pt x="145107" y="225888"/>
                  </a:cubicBezTo>
                  <a:cubicBezTo>
                    <a:pt x="143201" y="226028"/>
                    <a:pt x="143201" y="226028"/>
                    <a:pt x="141387" y="225888"/>
                  </a:cubicBezTo>
                  <a:cubicBezTo>
                    <a:pt x="141387" y="227116"/>
                    <a:pt x="141387" y="228344"/>
                    <a:pt x="141387" y="229609"/>
                  </a:cubicBezTo>
                  <a:cubicBezTo>
                    <a:pt x="140665" y="229547"/>
                    <a:pt x="139944" y="229486"/>
                    <a:pt x="139201" y="229423"/>
                  </a:cubicBezTo>
                  <a:cubicBezTo>
                    <a:pt x="138449" y="229484"/>
                    <a:pt x="137697" y="229546"/>
                    <a:pt x="136922" y="229609"/>
                  </a:cubicBezTo>
                  <a:cubicBezTo>
                    <a:pt x="136814" y="230085"/>
                    <a:pt x="136707" y="230560"/>
                    <a:pt x="136596" y="231051"/>
                  </a:cubicBezTo>
                  <a:cubicBezTo>
                    <a:pt x="136458" y="231557"/>
                    <a:pt x="136320" y="232064"/>
                    <a:pt x="136178" y="232585"/>
                  </a:cubicBezTo>
                  <a:cubicBezTo>
                    <a:pt x="134441" y="232833"/>
                    <a:pt x="132705" y="233082"/>
                    <a:pt x="130969" y="233330"/>
                  </a:cubicBezTo>
                  <a:cubicBezTo>
                    <a:pt x="130861" y="233820"/>
                    <a:pt x="130754" y="234310"/>
                    <a:pt x="130643" y="234815"/>
                  </a:cubicBezTo>
                  <a:cubicBezTo>
                    <a:pt x="130505" y="235307"/>
                    <a:pt x="130367" y="235799"/>
                    <a:pt x="130225" y="236306"/>
                  </a:cubicBezTo>
                  <a:cubicBezTo>
                    <a:pt x="128713" y="236681"/>
                    <a:pt x="128713" y="236681"/>
                    <a:pt x="126876" y="236725"/>
                  </a:cubicBezTo>
                  <a:cubicBezTo>
                    <a:pt x="125084" y="236726"/>
                    <a:pt x="125084" y="236726"/>
                    <a:pt x="123527" y="237050"/>
                  </a:cubicBezTo>
                  <a:cubicBezTo>
                    <a:pt x="123282" y="237787"/>
                    <a:pt x="123036" y="238524"/>
                    <a:pt x="122783" y="239283"/>
                  </a:cubicBezTo>
                  <a:cubicBezTo>
                    <a:pt x="119994" y="239862"/>
                    <a:pt x="117448" y="240027"/>
                    <a:pt x="114598" y="240027"/>
                  </a:cubicBezTo>
                  <a:cubicBezTo>
                    <a:pt x="114449" y="240753"/>
                    <a:pt x="114449" y="240753"/>
                    <a:pt x="114297" y="241494"/>
                  </a:cubicBezTo>
                  <a:cubicBezTo>
                    <a:pt x="114150" y="241992"/>
                    <a:pt x="114004" y="242490"/>
                    <a:pt x="113854" y="243003"/>
                  </a:cubicBezTo>
                  <a:cubicBezTo>
                    <a:pt x="112097" y="243361"/>
                    <a:pt x="112097" y="243361"/>
                    <a:pt x="109739" y="243341"/>
                  </a:cubicBezTo>
                  <a:cubicBezTo>
                    <a:pt x="108860" y="243341"/>
                    <a:pt x="107981" y="243341"/>
                    <a:pt x="107075" y="243341"/>
                  </a:cubicBezTo>
                  <a:cubicBezTo>
                    <a:pt x="105641" y="243318"/>
                    <a:pt x="105641" y="243318"/>
                    <a:pt x="104177" y="243294"/>
                  </a:cubicBezTo>
                  <a:cubicBezTo>
                    <a:pt x="103203" y="243290"/>
                    <a:pt x="102230" y="243286"/>
                    <a:pt x="101227" y="243281"/>
                  </a:cubicBezTo>
                  <a:cubicBezTo>
                    <a:pt x="98634" y="243270"/>
                    <a:pt x="96042" y="243241"/>
                    <a:pt x="93450" y="243208"/>
                  </a:cubicBezTo>
                  <a:cubicBezTo>
                    <a:pt x="90807" y="243177"/>
                    <a:pt x="88163" y="243164"/>
                    <a:pt x="85519" y="243149"/>
                  </a:cubicBezTo>
                  <a:cubicBezTo>
                    <a:pt x="80329" y="243117"/>
                    <a:pt x="75139" y="243066"/>
                    <a:pt x="69949" y="243003"/>
                  </a:cubicBezTo>
                  <a:cubicBezTo>
                    <a:pt x="69949" y="242021"/>
                    <a:pt x="69949" y="241039"/>
                    <a:pt x="69949" y="240027"/>
                  </a:cubicBezTo>
                  <a:cubicBezTo>
                    <a:pt x="69492" y="240035"/>
                    <a:pt x="69034" y="240044"/>
                    <a:pt x="68563" y="240053"/>
                  </a:cubicBezTo>
                  <a:cubicBezTo>
                    <a:pt x="67661" y="240063"/>
                    <a:pt x="67661" y="240063"/>
                    <a:pt x="66740" y="240073"/>
                  </a:cubicBezTo>
                  <a:cubicBezTo>
                    <a:pt x="66144" y="240082"/>
                    <a:pt x="65549" y="240091"/>
                    <a:pt x="64935" y="240100"/>
                  </a:cubicBezTo>
                  <a:cubicBezTo>
                    <a:pt x="63252" y="240027"/>
                    <a:pt x="63252" y="240027"/>
                    <a:pt x="61020" y="239283"/>
                  </a:cubicBezTo>
                  <a:cubicBezTo>
                    <a:pt x="60651" y="238178"/>
                    <a:pt x="60651" y="238178"/>
                    <a:pt x="60275" y="237050"/>
                  </a:cubicBezTo>
                  <a:cubicBezTo>
                    <a:pt x="58341" y="236731"/>
                    <a:pt x="56467" y="236723"/>
                    <a:pt x="54508" y="236681"/>
                  </a:cubicBezTo>
                  <a:cubicBezTo>
                    <a:pt x="53956" y="236557"/>
                    <a:pt x="53403" y="236434"/>
                    <a:pt x="52834" y="236306"/>
                  </a:cubicBezTo>
                  <a:cubicBezTo>
                    <a:pt x="52366" y="234815"/>
                    <a:pt x="52366" y="234815"/>
                    <a:pt x="52090" y="233330"/>
                  </a:cubicBezTo>
                  <a:cubicBezTo>
                    <a:pt x="50602" y="233076"/>
                    <a:pt x="49114" y="232829"/>
                    <a:pt x="47625" y="232585"/>
                  </a:cubicBezTo>
                  <a:cubicBezTo>
                    <a:pt x="46788" y="231051"/>
                    <a:pt x="46788" y="231051"/>
                    <a:pt x="46137" y="229609"/>
                  </a:cubicBezTo>
                  <a:cubicBezTo>
                    <a:pt x="45154" y="229609"/>
                    <a:pt x="44172" y="229609"/>
                    <a:pt x="43160" y="229609"/>
                  </a:cubicBezTo>
                  <a:cubicBezTo>
                    <a:pt x="42370" y="228167"/>
                    <a:pt x="42370" y="228167"/>
                    <a:pt x="41672" y="226632"/>
                  </a:cubicBezTo>
                  <a:cubicBezTo>
                    <a:pt x="40935" y="226387"/>
                    <a:pt x="40198" y="226141"/>
                    <a:pt x="39439" y="225888"/>
                  </a:cubicBezTo>
                  <a:cubicBezTo>
                    <a:pt x="39209" y="225397"/>
                    <a:pt x="38979" y="224906"/>
                    <a:pt x="38742" y="224400"/>
                  </a:cubicBezTo>
                  <a:cubicBezTo>
                    <a:pt x="38481" y="223909"/>
                    <a:pt x="38220" y="223418"/>
                    <a:pt x="37951" y="222912"/>
                  </a:cubicBezTo>
                  <a:cubicBezTo>
                    <a:pt x="36964" y="222642"/>
                    <a:pt x="35972" y="222393"/>
                    <a:pt x="34975" y="222167"/>
                  </a:cubicBezTo>
                  <a:cubicBezTo>
                    <a:pt x="34606" y="221062"/>
                    <a:pt x="34606" y="221062"/>
                    <a:pt x="34230" y="219935"/>
                  </a:cubicBezTo>
                  <a:cubicBezTo>
                    <a:pt x="33399" y="219079"/>
                    <a:pt x="32563" y="218226"/>
                    <a:pt x="31704" y="217397"/>
                  </a:cubicBezTo>
                  <a:cubicBezTo>
                    <a:pt x="30205" y="215912"/>
                    <a:pt x="28772" y="214377"/>
                    <a:pt x="27347" y="212819"/>
                  </a:cubicBezTo>
                  <a:cubicBezTo>
                    <a:pt x="26837" y="212266"/>
                    <a:pt x="26327" y="211712"/>
                    <a:pt x="25801" y="211142"/>
                  </a:cubicBezTo>
                  <a:cubicBezTo>
                    <a:pt x="24557" y="209517"/>
                    <a:pt x="24557" y="209517"/>
                    <a:pt x="24150" y="207869"/>
                  </a:cubicBezTo>
                  <a:cubicBezTo>
                    <a:pt x="24038" y="207431"/>
                    <a:pt x="23927" y="206992"/>
                    <a:pt x="23813" y="206541"/>
                  </a:cubicBezTo>
                  <a:cubicBezTo>
                    <a:pt x="23076" y="206295"/>
                    <a:pt x="22339" y="206049"/>
                    <a:pt x="21580" y="205796"/>
                  </a:cubicBezTo>
                  <a:cubicBezTo>
                    <a:pt x="21580" y="204814"/>
                    <a:pt x="21580" y="203832"/>
                    <a:pt x="21580" y="202820"/>
                  </a:cubicBezTo>
                  <a:cubicBezTo>
                    <a:pt x="20843" y="202820"/>
                    <a:pt x="20107" y="202820"/>
                    <a:pt x="19348" y="202820"/>
                  </a:cubicBezTo>
                  <a:cubicBezTo>
                    <a:pt x="19271" y="202114"/>
                    <a:pt x="19194" y="201408"/>
                    <a:pt x="19115" y="200680"/>
                  </a:cubicBezTo>
                  <a:cubicBezTo>
                    <a:pt x="18838" y="198138"/>
                    <a:pt x="18838" y="198138"/>
                    <a:pt x="16371" y="196867"/>
                  </a:cubicBezTo>
                  <a:cubicBezTo>
                    <a:pt x="16100" y="195631"/>
                    <a:pt x="15850" y="194391"/>
                    <a:pt x="15627" y="193146"/>
                  </a:cubicBezTo>
                  <a:cubicBezTo>
                    <a:pt x="15136" y="192900"/>
                    <a:pt x="14645" y="192655"/>
                    <a:pt x="14139" y="192402"/>
                  </a:cubicBezTo>
                  <a:cubicBezTo>
                    <a:pt x="13893" y="191527"/>
                    <a:pt x="13648" y="190652"/>
                    <a:pt x="13395" y="189751"/>
                  </a:cubicBezTo>
                  <a:cubicBezTo>
                    <a:pt x="13149" y="188907"/>
                    <a:pt x="12903" y="188063"/>
                    <a:pt x="12650" y="187193"/>
                  </a:cubicBezTo>
                  <a:cubicBezTo>
                    <a:pt x="12159" y="187193"/>
                    <a:pt x="11668" y="187193"/>
                    <a:pt x="11162" y="187193"/>
                  </a:cubicBezTo>
                  <a:cubicBezTo>
                    <a:pt x="10668" y="185270"/>
                    <a:pt x="10398" y="183341"/>
                    <a:pt x="10092" y="181379"/>
                  </a:cubicBezTo>
                  <a:cubicBezTo>
                    <a:pt x="9954" y="180842"/>
                    <a:pt x="9816" y="180305"/>
                    <a:pt x="9674" y="179751"/>
                  </a:cubicBezTo>
                  <a:cubicBezTo>
                    <a:pt x="9183" y="179751"/>
                    <a:pt x="8692" y="179751"/>
                    <a:pt x="8186" y="179751"/>
                  </a:cubicBezTo>
                  <a:cubicBezTo>
                    <a:pt x="8158" y="179169"/>
                    <a:pt x="8130" y="178587"/>
                    <a:pt x="8101" y="177987"/>
                  </a:cubicBezTo>
                  <a:cubicBezTo>
                    <a:pt x="8052" y="177234"/>
                    <a:pt x="8003" y="176481"/>
                    <a:pt x="7953" y="175705"/>
                  </a:cubicBezTo>
                  <a:cubicBezTo>
                    <a:pt x="7910" y="174954"/>
                    <a:pt x="7867" y="174203"/>
                    <a:pt x="7822" y="173429"/>
                  </a:cubicBezTo>
                  <a:cubicBezTo>
                    <a:pt x="7697" y="172814"/>
                    <a:pt x="7571" y="172199"/>
                    <a:pt x="7441" y="171566"/>
                  </a:cubicBezTo>
                  <a:cubicBezTo>
                    <a:pt x="6705" y="171320"/>
                    <a:pt x="5968" y="171075"/>
                    <a:pt x="5209" y="170822"/>
                  </a:cubicBezTo>
                  <a:cubicBezTo>
                    <a:pt x="4881" y="168659"/>
                    <a:pt x="4881" y="168659"/>
                    <a:pt x="4790" y="165985"/>
                  </a:cubicBezTo>
                  <a:cubicBezTo>
                    <a:pt x="4732" y="164370"/>
                    <a:pt x="4635" y="162755"/>
                    <a:pt x="4465" y="161148"/>
                  </a:cubicBezTo>
                  <a:cubicBezTo>
                    <a:pt x="3974" y="160902"/>
                    <a:pt x="3483" y="160657"/>
                    <a:pt x="2977" y="160404"/>
                  </a:cubicBezTo>
                  <a:cubicBezTo>
                    <a:pt x="2739" y="158748"/>
                    <a:pt x="2739" y="158748"/>
                    <a:pt x="2668" y="156587"/>
                  </a:cubicBezTo>
                  <a:cubicBezTo>
                    <a:pt x="2640" y="155817"/>
                    <a:pt x="2611" y="155048"/>
                    <a:pt x="2581" y="154254"/>
                  </a:cubicBezTo>
                  <a:cubicBezTo>
                    <a:pt x="2558" y="153444"/>
                    <a:pt x="2535" y="152634"/>
                    <a:pt x="2511" y="151800"/>
                  </a:cubicBezTo>
                  <a:cubicBezTo>
                    <a:pt x="2468" y="150580"/>
                    <a:pt x="2468" y="150580"/>
                    <a:pt x="2424" y="149336"/>
                  </a:cubicBezTo>
                  <a:cubicBezTo>
                    <a:pt x="2354" y="147320"/>
                    <a:pt x="2290" y="145305"/>
                    <a:pt x="2232" y="143289"/>
                  </a:cubicBezTo>
                  <a:cubicBezTo>
                    <a:pt x="1496" y="143289"/>
                    <a:pt x="759" y="143289"/>
                    <a:pt x="0" y="143289"/>
                  </a:cubicBezTo>
                  <a:cubicBezTo>
                    <a:pt x="0" y="129782"/>
                    <a:pt x="0" y="116276"/>
                    <a:pt x="0" y="102361"/>
                  </a:cubicBezTo>
                  <a:cubicBezTo>
                    <a:pt x="737" y="102361"/>
                    <a:pt x="1473" y="102361"/>
                    <a:pt x="2232" y="102361"/>
                  </a:cubicBezTo>
                  <a:cubicBezTo>
                    <a:pt x="2478" y="95976"/>
                    <a:pt x="2724" y="89591"/>
                    <a:pt x="2977" y="83013"/>
                  </a:cubicBezTo>
                  <a:cubicBezTo>
                    <a:pt x="3468" y="83013"/>
                    <a:pt x="3959" y="83013"/>
                    <a:pt x="4465" y="83013"/>
                  </a:cubicBezTo>
                  <a:cubicBezTo>
                    <a:pt x="4493" y="82332"/>
                    <a:pt x="4520" y="81651"/>
                    <a:pt x="4549" y="80949"/>
                  </a:cubicBezTo>
                  <a:cubicBezTo>
                    <a:pt x="4598" y="80065"/>
                    <a:pt x="4647" y="79181"/>
                    <a:pt x="4697" y="78269"/>
                  </a:cubicBezTo>
                  <a:cubicBezTo>
                    <a:pt x="4741" y="77389"/>
                    <a:pt x="4784" y="76508"/>
                    <a:pt x="4828" y="75601"/>
                  </a:cubicBezTo>
                  <a:cubicBezTo>
                    <a:pt x="4954" y="74855"/>
                    <a:pt x="5080" y="74108"/>
                    <a:pt x="5209" y="73339"/>
                  </a:cubicBezTo>
                  <a:cubicBezTo>
                    <a:pt x="6314" y="72603"/>
                    <a:pt x="6314" y="72603"/>
                    <a:pt x="7441" y="71851"/>
                  </a:cubicBezTo>
                  <a:cubicBezTo>
                    <a:pt x="7876" y="69875"/>
                    <a:pt x="7876" y="69875"/>
                    <a:pt x="7953" y="67665"/>
                  </a:cubicBezTo>
                  <a:cubicBezTo>
                    <a:pt x="8002" y="66919"/>
                    <a:pt x="8051" y="66173"/>
                    <a:pt x="8101" y="65404"/>
                  </a:cubicBezTo>
                  <a:cubicBezTo>
                    <a:pt x="8129" y="64830"/>
                    <a:pt x="8157" y="64257"/>
                    <a:pt x="8186" y="63666"/>
                  </a:cubicBezTo>
                  <a:cubicBezTo>
                    <a:pt x="8922" y="63666"/>
                    <a:pt x="9659" y="63666"/>
                    <a:pt x="10418" y="63666"/>
                  </a:cubicBezTo>
                  <a:cubicBezTo>
                    <a:pt x="10664" y="61210"/>
                    <a:pt x="10909" y="58754"/>
                    <a:pt x="11162" y="56224"/>
                  </a:cubicBezTo>
                  <a:cubicBezTo>
                    <a:pt x="11899" y="56224"/>
                    <a:pt x="12636" y="56224"/>
                    <a:pt x="13395" y="56224"/>
                  </a:cubicBezTo>
                  <a:cubicBezTo>
                    <a:pt x="13348" y="55395"/>
                    <a:pt x="13302" y="54567"/>
                    <a:pt x="13255" y="53713"/>
                  </a:cubicBezTo>
                  <a:cubicBezTo>
                    <a:pt x="13301" y="52822"/>
                    <a:pt x="13347" y="51932"/>
                    <a:pt x="13395" y="51015"/>
                  </a:cubicBezTo>
                  <a:cubicBezTo>
                    <a:pt x="14500" y="50278"/>
                    <a:pt x="14500" y="50278"/>
                    <a:pt x="15627" y="49527"/>
                  </a:cubicBezTo>
                  <a:cubicBezTo>
                    <a:pt x="16139" y="48293"/>
                    <a:pt x="16636" y="47053"/>
                    <a:pt x="17115" y="45806"/>
                  </a:cubicBezTo>
                  <a:cubicBezTo>
                    <a:pt x="17852" y="45438"/>
                    <a:pt x="17852" y="45438"/>
                    <a:pt x="18604" y="45062"/>
                  </a:cubicBezTo>
                  <a:cubicBezTo>
                    <a:pt x="18726" y="44448"/>
                    <a:pt x="18849" y="43834"/>
                    <a:pt x="18976" y="43202"/>
                  </a:cubicBezTo>
                  <a:cubicBezTo>
                    <a:pt x="19098" y="42588"/>
                    <a:pt x="19221" y="41974"/>
                    <a:pt x="19348" y="41341"/>
                  </a:cubicBezTo>
                  <a:cubicBezTo>
                    <a:pt x="20084" y="40973"/>
                    <a:pt x="20084" y="40973"/>
                    <a:pt x="20836" y="40597"/>
                  </a:cubicBezTo>
                  <a:cubicBezTo>
                    <a:pt x="21594" y="39116"/>
                    <a:pt x="22336" y="37626"/>
                    <a:pt x="23068" y="36132"/>
                  </a:cubicBezTo>
                  <a:cubicBezTo>
                    <a:pt x="24603" y="33621"/>
                    <a:pt x="24603" y="33621"/>
                    <a:pt x="26045" y="31667"/>
                  </a:cubicBezTo>
                  <a:cubicBezTo>
                    <a:pt x="26536" y="31667"/>
                    <a:pt x="27027" y="31667"/>
                    <a:pt x="27533" y="31667"/>
                  </a:cubicBezTo>
                  <a:cubicBezTo>
                    <a:pt x="27733" y="31130"/>
                    <a:pt x="27932" y="30593"/>
                    <a:pt x="28138" y="30040"/>
                  </a:cubicBezTo>
                  <a:cubicBezTo>
                    <a:pt x="29216" y="27487"/>
                    <a:pt x="30771" y="26148"/>
                    <a:pt x="32742" y="24226"/>
                  </a:cubicBezTo>
                  <a:cubicBezTo>
                    <a:pt x="32972" y="23658"/>
                    <a:pt x="33203" y="23090"/>
                    <a:pt x="33440" y="22505"/>
                  </a:cubicBezTo>
                  <a:cubicBezTo>
                    <a:pt x="33701" y="22091"/>
                    <a:pt x="33962" y="21676"/>
                    <a:pt x="34230" y="21250"/>
                  </a:cubicBezTo>
                  <a:cubicBezTo>
                    <a:pt x="36556" y="21063"/>
                    <a:pt x="36556" y="21063"/>
                    <a:pt x="38695" y="21250"/>
                  </a:cubicBezTo>
                  <a:cubicBezTo>
                    <a:pt x="38695" y="20267"/>
                    <a:pt x="38695" y="19285"/>
                    <a:pt x="38695" y="18273"/>
                  </a:cubicBezTo>
                  <a:cubicBezTo>
                    <a:pt x="40137" y="17482"/>
                    <a:pt x="40137" y="17482"/>
                    <a:pt x="41672" y="16785"/>
                  </a:cubicBezTo>
                  <a:cubicBezTo>
                    <a:pt x="42040" y="15680"/>
                    <a:pt x="42040" y="15680"/>
                    <a:pt x="42416" y="14552"/>
                  </a:cubicBezTo>
                  <a:cubicBezTo>
                    <a:pt x="43168" y="14307"/>
                    <a:pt x="43920" y="14061"/>
                    <a:pt x="44695" y="13808"/>
                  </a:cubicBezTo>
                  <a:cubicBezTo>
                    <a:pt x="45416" y="13563"/>
                    <a:pt x="46138" y="13317"/>
                    <a:pt x="46881" y="13064"/>
                  </a:cubicBezTo>
                  <a:cubicBezTo>
                    <a:pt x="46881" y="12327"/>
                    <a:pt x="46881" y="11591"/>
                    <a:pt x="46881" y="10832"/>
                  </a:cubicBezTo>
                  <a:cubicBezTo>
                    <a:pt x="47725" y="10770"/>
                    <a:pt x="48569" y="10709"/>
                    <a:pt x="49439" y="10646"/>
                  </a:cubicBezTo>
                  <a:cubicBezTo>
                    <a:pt x="50314" y="10461"/>
                    <a:pt x="51189" y="10277"/>
                    <a:pt x="52090" y="10087"/>
                  </a:cubicBezTo>
                  <a:cubicBezTo>
                    <a:pt x="52197" y="9596"/>
                    <a:pt x="52305" y="9105"/>
                    <a:pt x="52415" y="8599"/>
                  </a:cubicBezTo>
                  <a:cubicBezTo>
                    <a:pt x="52623" y="7862"/>
                    <a:pt x="52623" y="7862"/>
                    <a:pt x="52834" y="7111"/>
                  </a:cubicBezTo>
                  <a:cubicBezTo>
                    <a:pt x="54382" y="6782"/>
                    <a:pt x="55858" y="6691"/>
                    <a:pt x="57438" y="6643"/>
                  </a:cubicBezTo>
                  <a:cubicBezTo>
                    <a:pt x="57883" y="6552"/>
                    <a:pt x="58329" y="6461"/>
                    <a:pt x="58787" y="6367"/>
                  </a:cubicBezTo>
                  <a:cubicBezTo>
                    <a:pt x="59033" y="5630"/>
                    <a:pt x="59278" y="4893"/>
                    <a:pt x="59531" y="4134"/>
                  </a:cubicBezTo>
                  <a:cubicBezTo>
                    <a:pt x="61851" y="3814"/>
                    <a:pt x="64121" y="3807"/>
                    <a:pt x="66461" y="3765"/>
                  </a:cubicBezTo>
                  <a:cubicBezTo>
                    <a:pt x="67121" y="3641"/>
                    <a:pt x="67781" y="3518"/>
                    <a:pt x="68461" y="3390"/>
                  </a:cubicBezTo>
                  <a:cubicBezTo>
                    <a:pt x="68539" y="2899"/>
                    <a:pt x="68617" y="2408"/>
                    <a:pt x="68697" y="1902"/>
                  </a:cubicBezTo>
                  <a:cubicBezTo>
                    <a:pt x="68865" y="1411"/>
                    <a:pt x="69032" y="920"/>
                    <a:pt x="69205" y="414"/>
                  </a:cubicBezTo>
                  <a:cubicBezTo>
                    <a:pt x="70985" y="36"/>
                    <a:pt x="70985" y="36"/>
                    <a:pt x="73376" y="28"/>
                  </a:cubicBezTo>
                  <a:cubicBezTo>
                    <a:pt x="74268" y="19"/>
                    <a:pt x="75159" y="10"/>
                    <a:pt x="76078" y="0"/>
                  </a:cubicBezTo>
                  <a:close/>
                </a:path>
              </a:pathLst>
            </a:custGeom>
            <a:grpFill/>
            <a:ln w="744" cap="flat">
              <a:noFill/>
              <a:prstDash val="solid"/>
              <a:miter/>
            </a:ln>
          </p:spPr>
          <p:txBody>
            <a:bodyPr rtlCol="0" anchor="ctr"/>
            <a:lstStyle/>
            <a:p>
              <a:endParaRPr lang="zh-CN" altLang="en-US"/>
            </a:p>
          </p:txBody>
        </p:sp>
        <p:sp>
          <p:nvSpPr>
            <p:cNvPr id="167" name="任意多边形: 形状 166"/>
            <p:cNvSpPr/>
            <p:nvPr/>
          </p:nvSpPr>
          <p:spPr>
            <a:xfrm>
              <a:off x="7786701" y="596253"/>
              <a:ext cx="143078" cy="574473"/>
            </a:xfrm>
            <a:custGeom>
              <a:avLst/>
              <a:gdLst>
                <a:gd name="connsiteX0" fmla="*/ 51161 w 143079"/>
                <a:gd name="connsiteY0" fmla="*/ 906 h 574454"/>
                <a:gd name="connsiteX1" fmla="*/ 56649 w 143079"/>
                <a:gd name="connsiteY1" fmla="*/ 488 h 574454"/>
                <a:gd name="connsiteX2" fmla="*/ 58195 w 143079"/>
                <a:gd name="connsiteY2" fmla="*/ 434 h 574454"/>
                <a:gd name="connsiteX3" fmla="*/ 62323 w 143079"/>
                <a:gd name="connsiteY3" fmla="*/ 906 h 574454"/>
                <a:gd name="connsiteX4" fmla="*/ 64555 w 143079"/>
                <a:gd name="connsiteY4" fmla="*/ 6859 h 574454"/>
                <a:gd name="connsiteX5" fmla="*/ 65857 w 143079"/>
                <a:gd name="connsiteY5" fmla="*/ 7464 h 574454"/>
                <a:gd name="connsiteX6" fmla="*/ 70508 w 143079"/>
                <a:gd name="connsiteY6" fmla="*/ 12813 h 574454"/>
                <a:gd name="connsiteX7" fmla="*/ 71997 w 143079"/>
                <a:gd name="connsiteY7" fmla="*/ 13557 h 574454"/>
                <a:gd name="connsiteX8" fmla="*/ 72322 w 143079"/>
                <a:gd name="connsiteY8" fmla="*/ 15417 h 574454"/>
                <a:gd name="connsiteX9" fmla="*/ 72741 w 143079"/>
                <a:gd name="connsiteY9" fmla="*/ 17277 h 574454"/>
                <a:gd name="connsiteX10" fmla="*/ 74973 w 143079"/>
                <a:gd name="connsiteY10" fmla="*/ 18022 h 574454"/>
                <a:gd name="connsiteX11" fmla="*/ 75717 w 143079"/>
                <a:gd name="connsiteY11" fmla="*/ 20998 h 574454"/>
                <a:gd name="connsiteX12" fmla="*/ 77206 w 143079"/>
                <a:gd name="connsiteY12" fmla="*/ 21742 h 574454"/>
                <a:gd name="connsiteX13" fmla="*/ 77531 w 143079"/>
                <a:gd name="connsiteY13" fmla="*/ 23184 h 574454"/>
                <a:gd name="connsiteX14" fmla="*/ 80182 w 143079"/>
                <a:gd name="connsiteY14" fmla="*/ 26207 h 574454"/>
                <a:gd name="connsiteX15" fmla="*/ 80926 w 143079"/>
                <a:gd name="connsiteY15" fmla="*/ 28440 h 574454"/>
                <a:gd name="connsiteX16" fmla="*/ 83159 w 143079"/>
                <a:gd name="connsiteY16" fmla="*/ 30672 h 574454"/>
                <a:gd name="connsiteX17" fmla="*/ 85999 w 143079"/>
                <a:gd name="connsiteY17" fmla="*/ 35329 h 574454"/>
                <a:gd name="connsiteX18" fmla="*/ 88368 w 143079"/>
                <a:gd name="connsiteY18" fmla="*/ 37369 h 574454"/>
                <a:gd name="connsiteX19" fmla="*/ 89856 w 143079"/>
                <a:gd name="connsiteY19" fmla="*/ 41834 h 574454"/>
                <a:gd name="connsiteX20" fmla="*/ 93577 w 143079"/>
                <a:gd name="connsiteY20" fmla="*/ 46299 h 574454"/>
                <a:gd name="connsiteX21" fmla="*/ 95065 w 143079"/>
                <a:gd name="connsiteY21" fmla="*/ 50020 h 574454"/>
                <a:gd name="connsiteX22" fmla="*/ 96553 w 143079"/>
                <a:gd name="connsiteY22" fmla="*/ 50764 h 574454"/>
                <a:gd name="connsiteX23" fmla="*/ 96460 w 143079"/>
                <a:gd name="connsiteY23" fmla="*/ 53368 h 574454"/>
                <a:gd name="connsiteX24" fmla="*/ 96553 w 143079"/>
                <a:gd name="connsiteY24" fmla="*/ 55973 h 574454"/>
                <a:gd name="connsiteX25" fmla="*/ 99530 w 143079"/>
                <a:gd name="connsiteY25" fmla="*/ 56717 h 574454"/>
                <a:gd name="connsiteX26" fmla="*/ 100274 w 143079"/>
                <a:gd name="connsiteY26" fmla="*/ 60438 h 574454"/>
                <a:gd name="connsiteX27" fmla="*/ 102506 w 143079"/>
                <a:gd name="connsiteY27" fmla="*/ 61182 h 574454"/>
                <a:gd name="connsiteX28" fmla="*/ 102506 w 143079"/>
                <a:gd name="connsiteY28" fmla="*/ 65647 h 574454"/>
                <a:gd name="connsiteX29" fmla="*/ 104739 w 143079"/>
                <a:gd name="connsiteY29" fmla="*/ 67135 h 574454"/>
                <a:gd name="connsiteX30" fmla="*/ 105483 w 143079"/>
                <a:gd name="connsiteY30" fmla="*/ 71600 h 574454"/>
                <a:gd name="connsiteX31" fmla="*/ 107715 w 143079"/>
                <a:gd name="connsiteY31" fmla="*/ 71600 h 574454"/>
                <a:gd name="connsiteX32" fmla="*/ 107529 w 143079"/>
                <a:gd name="connsiteY32" fmla="*/ 74111 h 574454"/>
                <a:gd name="connsiteX33" fmla="*/ 107715 w 143079"/>
                <a:gd name="connsiteY33" fmla="*/ 76809 h 574454"/>
                <a:gd name="connsiteX34" fmla="*/ 110692 w 143079"/>
                <a:gd name="connsiteY34" fmla="*/ 78297 h 574454"/>
                <a:gd name="connsiteX35" fmla="*/ 111436 w 143079"/>
                <a:gd name="connsiteY35" fmla="*/ 82762 h 574454"/>
                <a:gd name="connsiteX36" fmla="*/ 112924 w 143079"/>
                <a:gd name="connsiteY36" fmla="*/ 83506 h 574454"/>
                <a:gd name="connsiteX37" fmla="*/ 113668 w 143079"/>
                <a:gd name="connsiteY37" fmla="*/ 89459 h 574454"/>
                <a:gd name="connsiteX38" fmla="*/ 115901 w 143079"/>
                <a:gd name="connsiteY38" fmla="*/ 89459 h 574454"/>
                <a:gd name="connsiteX39" fmla="*/ 116133 w 143079"/>
                <a:gd name="connsiteY39" fmla="*/ 91645 h 574454"/>
                <a:gd name="connsiteX40" fmla="*/ 116645 w 143079"/>
                <a:gd name="connsiteY40" fmla="*/ 93924 h 574454"/>
                <a:gd name="connsiteX41" fmla="*/ 118877 w 143079"/>
                <a:gd name="connsiteY41" fmla="*/ 94668 h 574454"/>
                <a:gd name="connsiteX42" fmla="*/ 119296 w 143079"/>
                <a:gd name="connsiteY42" fmla="*/ 98017 h 574454"/>
                <a:gd name="connsiteX43" fmla="*/ 119622 w 143079"/>
                <a:gd name="connsiteY43" fmla="*/ 101365 h 574454"/>
                <a:gd name="connsiteX44" fmla="*/ 121110 w 143079"/>
                <a:gd name="connsiteY44" fmla="*/ 102109 h 574454"/>
                <a:gd name="connsiteX45" fmla="*/ 121435 w 143079"/>
                <a:gd name="connsiteY45" fmla="*/ 104667 h 574454"/>
                <a:gd name="connsiteX46" fmla="*/ 121854 w 143079"/>
                <a:gd name="connsiteY46" fmla="*/ 107318 h 574454"/>
                <a:gd name="connsiteX47" fmla="*/ 124086 w 143079"/>
                <a:gd name="connsiteY47" fmla="*/ 108807 h 574454"/>
                <a:gd name="connsiteX48" fmla="*/ 124598 w 143079"/>
                <a:gd name="connsiteY48" fmla="*/ 112993 h 574454"/>
                <a:gd name="connsiteX49" fmla="*/ 124746 w 143079"/>
                <a:gd name="connsiteY49" fmla="*/ 115254 h 574454"/>
                <a:gd name="connsiteX50" fmla="*/ 124831 w 143079"/>
                <a:gd name="connsiteY50" fmla="*/ 116992 h 574454"/>
                <a:gd name="connsiteX51" fmla="*/ 127063 w 143079"/>
                <a:gd name="connsiteY51" fmla="*/ 116992 h 574454"/>
                <a:gd name="connsiteX52" fmla="*/ 127173 w 143079"/>
                <a:gd name="connsiteY52" fmla="*/ 118431 h 574454"/>
                <a:gd name="connsiteX53" fmla="*/ 127342 w 143079"/>
                <a:gd name="connsiteY53" fmla="*/ 120294 h 574454"/>
                <a:gd name="connsiteX54" fmla="*/ 127499 w 143079"/>
                <a:gd name="connsiteY54" fmla="*/ 122152 h 574454"/>
                <a:gd name="connsiteX55" fmla="*/ 127807 w 143079"/>
                <a:gd name="connsiteY55" fmla="*/ 123690 h 574454"/>
                <a:gd name="connsiteX56" fmla="*/ 129295 w 143079"/>
                <a:gd name="connsiteY56" fmla="*/ 124434 h 574454"/>
                <a:gd name="connsiteX57" fmla="*/ 129711 w 143079"/>
                <a:gd name="connsiteY57" fmla="*/ 129619 h 574454"/>
                <a:gd name="connsiteX58" fmla="*/ 130040 w 143079"/>
                <a:gd name="connsiteY58" fmla="*/ 131131 h 574454"/>
                <a:gd name="connsiteX59" fmla="*/ 132272 w 143079"/>
                <a:gd name="connsiteY59" fmla="*/ 131875 h 574454"/>
                <a:gd name="connsiteX60" fmla="*/ 132784 w 143079"/>
                <a:gd name="connsiteY60" fmla="*/ 136386 h 574454"/>
                <a:gd name="connsiteX61" fmla="*/ 132932 w 143079"/>
                <a:gd name="connsiteY61" fmla="*/ 138878 h 574454"/>
                <a:gd name="connsiteX62" fmla="*/ 133016 w 143079"/>
                <a:gd name="connsiteY62" fmla="*/ 140805 h 574454"/>
                <a:gd name="connsiteX63" fmla="*/ 135248 w 143079"/>
                <a:gd name="connsiteY63" fmla="*/ 140061 h 574454"/>
                <a:gd name="connsiteX64" fmla="*/ 135359 w 143079"/>
                <a:gd name="connsiteY64" fmla="*/ 142313 h 574454"/>
                <a:gd name="connsiteX65" fmla="*/ 135528 w 143079"/>
                <a:gd name="connsiteY65" fmla="*/ 145223 h 574454"/>
                <a:gd name="connsiteX66" fmla="*/ 135685 w 143079"/>
                <a:gd name="connsiteY66" fmla="*/ 148127 h 574454"/>
                <a:gd name="connsiteX67" fmla="*/ 135993 w 143079"/>
                <a:gd name="connsiteY67" fmla="*/ 150479 h 574454"/>
                <a:gd name="connsiteX68" fmla="*/ 137481 w 143079"/>
                <a:gd name="connsiteY68" fmla="*/ 151223 h 574454"/>
                <a:gd name="connsiteX69" fmla="*/ 138318 w 143079"/>
                <a:gd name="connsiteY69" fmla="*/ 156106 h 574454"/>
                <a:gd name="connsiteX70" fmla="*/ 138696 w 143079"/>
                <a:gd name="connsiteY70" fmla="*/ 158807 h 574454"/>
                <a:gd name="connsiteX71" fmla="*/ 138969 w 143079"/>
                <a:gd name="connsiteY71" fmla="*/ 160897 h 574454"/>
                <a:gd name="connsiteX72" fmla="*/ 140457 w 143079"/>
                <a:gd name="connsiteY72" fmla="*/ 160897 h 574454"/>
                <a:gd name="connsiteX73" fmla="*/ 140542 w 143079"/>
                <a:gd name="connsiteY73" fmla="*/ 163149 h 574454"/>
                <a:gd name="connsiteX74" fmla="*/ 140690 w 143079"/>
                <a:gd name="connsiteY74" fmla="*/ 166059 h 574454"/>
                <a:gd name="connsiteX75" fmla="*/ 140821 w 143079"/>
                <a:gd name="connsiteY75" fmla="*/ 168963 h 574454"/>
                <a:gd name="connsiteX76" fmla="*/ 141202 w 143079"/>
                <a:gd name="connsiteY76" fmla="*/ 171315 h 574454"/>
                <a:gd name="connsiteX77" fmla="*/ 143434 w 143079"/>
                <a:gd name="connsiteY77" fmla="*/ 172059 h 574454"/>
                <a:gd name="connsiteX78" fmla="*/ 143853 w 143079"/>
                <a:gd name="connsiteY78" fmla="*/ 177965 h 574454"/>
                <a:gd name="connsiteX79" fmla="*/ 145666 w 143079"/>
                <a:gd name="connsiteY79" fmla="*/ 185453 h 574454"/>
                <a:gd name="connsiteX80" fmla="*/ 145922 w 143079"/>
                <a:gd name="connsiteY80" fmla="*/ 188476 h 574454"/>
                <a:gd name="connsiteX81" fmla="*/ 145989 w 143079"/>
                <a:gd name="connsiteY81" fmla="*/ 190273 h 574454"/>
                <a:gd name="connsiteX82" fmla="*/ 146088 w 143079"/>
                <a:gd name="connsiteY82" fmla="*/ 194028 h 574454"/>
                <a:gd name="connsiteX83" fmla="*/ 146155 w 143079"/>
                <a:gd name="connsiteY83" fmla="*/ 195825 h 574454"/>
                <a:gd name="connsiteX84" fmla="*/ 146197 w 143079"/>
                <a:gd name="connsiteY84" fmla="*/ 197473 h 574454"/>
                <a:gd name="connsiteX85" fmla="*/ 147899 w 143079"/>
                <a:gd name="connsiteY85" fmla="*/ 200336 h 574454"/>
                <a:gd name="connsiteX86" fmla="*/ 148643 w 143079"/>
                <a:gd name="connsiteY86" fmla="*/ 200336 h 574454"/>
                <a:gd name="connsiteX87" fmla="*/ 149387 w 143079"/>
                <a:gd name="connsiteY87" fmla="*/ 218940 h 574454"/>
                <a:gd name="connsiteX88" fmla="*/ 151620 w 143079"/>
                <a:gd name="connsiteY88" fmla="*/ 218940 h 574454"/>
                <a:gd name="connsiteX89" fmla="*/ 151664 w 143079"/>
                <a:gd name="connsiteY89" fmla="*/ 221523 h 574454"/>
                <a:gd name="connsiteX90" fmla="*/ 151856 w 143079"/>
                <a:gd name="connsiteY90" fmla="*/ 230980 h 574454"/>
                <a:gd name="connsiteX91" fmla="*/ 151934 w 143079"/>
                <a:gd name="connsiteY91" fmla="*/ 235079 h 574454"/>
                <a:gd name="connsiteX92" fmla="*/ 152056 w 143079"/>
                <a:gd name="connsiteY92" fmla="*/ 240959 h 574454"/>
                <a:gd name="connsiteX93" fmla="*/ 152082 w 143079"/>
                <a:gd name="connsiteY93" fmla="*/ 242821 h 574454"/>
                <a:gd name="connsiteX94" fmla="*/ 152364 w 143079"/>
                <a:gd name="connsiteY94" fmla="*/ 247217 h 574454"/>
                <a:gd name="connsiteX95" fmla="*/ 153852 w 143079"/>
                <a:gd name="connsiteY95" fmla="*/ 247961 h 574454"/>
                <a:gd name="connsiteX96" fmla="*/ 154041 w 143079"/>
                <a:gd name="connsiteY96" fmla="*/ 251040 h 574454"/>
                <a:gd name="connsiteX97" fmla="*/ 154054 w 143079"/>
                <a:gd name="connsiteY97" fmla="*/ 253051 h 574454"/>
                <a:gd name="connsiteX98" fmla="*/ 154045 w 143079"/>
                <a:gd name="connsiteY98" fmla="*/ 255275 h 574454"/>
                <a:gd name="connsiteX99" fmla="*/ 154052 w 143079"/>
                <a:gd name="connsiteY99" fmla="*/ 257603 h 574454"/>
                <a:gd name="connsiteX100" fmla="*/ 154050 w 143079"/>
                <a:gd name="connsiteY100" fmla="*/ 265262 h 574454"/>
                <a:gd name="connsiteX101" fmla="*/ 154054 w 143079"/>
                <a:gd name="connsiteY101" fmla="*/ 270559 h 574454"/>
                <a:gd name="connsiteX102" fmla="*/ 154046 w 143079"/>
                <a:gd name="connsiteY102" fmla="*/ 281677 h 574454"/>
                <a:gd name="connsiteX103" fmla="*/ 154051 w 143079"/>
                <a:gd name="connsiteY103" fmla="*/ 295964 h 574454"/>
                <a:gd name="connsiteX104" fmla="*/ 154051 w 143079"/>
                <a:gd name="connsiteY104" fmla="*/ 306906 h 574454"/>
                <a:gd name="connsiteX105" fmla="*/ 154055 w 143079"/>
                <a:gd name="connsiteY105" fmla="*/ 312176 h 574454"/>
                <a:gd name="connsiteX106" fmla="*/ 154045 w 143079"/>
                <a:gd name="connsiteY106" fmla="*/ 319526 h 574454"/>
                <a:gd name="connsiteX107" fmla="*/ 154054 w 143079"/>
                <a:gd name="connsiteY107" fmla="*/ 321750 h 574454"/>
                <a:gd name="connsiteX108" fmla="*/ 154041 w 143079"/>
                <a:gd name="connsiteY108" fmla="*/ 323761 h 574454"/>
                <a:gd name="connsiteX109" fmla="*/ 154039 w 143079"/>
                <a:gd name="connsiteY109" fmla="*/ 325519 h 574454"/>
                <a:gd name="connsiteX110" fmla="*/ 153852 w 143079"/>
                <a:gd name="connsiteY110" fmla="*/ 326840 h 574454"/>
                <a:gd name="connsiteX111" fmla="*/ 152364 w 143079"/>
                <a:gd name="connsiteY111" fmla="*/ 327584 h 574454"/>
                <a:gd name="connsiteX112" fmla="*/ 152056 w 143079"/>
                <a:gd name="connsiteY112" fmla="*/ 333680 h 574454"/>
                <a:gd name="connsiteX113" fmla="*/ 152012 w 143079"/>
                <a:gd name="connsiteY113" fmla="*/ 335528 h 574454"/>
                <a:gd name="connsiteX114" fmla="*/ 151899 w 143079"/>
                <a:gd name="connsiteY114" fmla="*/ 341397 h 574454"/>
                <a:gd name="connsiteX115" fmla="*/ 151811 w 143079"/>
                <a:gd name="connsiteY115" fmla="*/ 345366 h 574454"/>
                <a:gd name="connsiteX116" fmla="*/ 151620 w 143079"/>
                <a:gd name="connsiteY116" fmla="*/ 355117 h 574454"/>
                <a:gd name="connsiteX117" fmla="*/ 149387 w 143079"/>
                <a:gd name="connsiteY117" fmla="*/ 355117 h 574454"/>
                <a:gd name="connsiteX118" fmla="*/ 148643 w 143079"/>
                <a:gd name="connsiteY118" fmla="*/ 373721 h 574454"/>
                <a:gd name="connsiteX119" fmla="*/ 146411 w 143079"/>
                <a:gd name="connsiteY119" fmla="*/ 373721 h 574454"/>
                <a:gd name="connsiteX120" fmla="*/ 146366 w 143079"/>
                <a:gd name="connsiteY120" fmla="*/ 375075 h 574454"/>
                <a:gd name="connsiteX121" fmla="*/ 146132 w 143079"/>
                <a:gd name="connsiteY121" fmla="*/ 381116 h 574454"/>
                <a:gd name="connsiteX122" fmla="*/ 146062 w 143079"/>
                <a:gd name="connsiteY122" fmla="*/ 383248 h 574454"/>
                <a:gd name="connsiteX123" fmla="*/ 145975 w 143079"/>
                <a:gd name="connsiteY123" fmla="*/ 385275 h 574454"/>
                <a:gd name="connsiteX124" fmla="*/ 145904 w 143079"/>
                <a:gd name="connsiteY124" fmla="*/ 387153 h 574454"/>
                <a:gd name="connsiteX125" fmla="*/ 145666 w 143079"/>
                <a:gd name="connsiteY125" fmla="*/ 388604 h 574454"/>
                <a:gd name="connsiteX126" fmla="*/ 144178 w 143079"/>
                <a:gd name="connsiteY126" fmla="*/ 389348 h 574454"/>
                <a:gd name="connsiteX127" fmla="*/ 143822 w 143079"/>
                <a:gd name="connsiteY127" fmla="*/ 397472 h 574454"/>
                <a:gd name="connsiteX128" fmla="*/ 143434 w 143079"/>
                <a:gd name="connsiteY128" fmla="*/ 401998 h 574454"/>
                <a:gd name="connsiteX129" fmla="*/ 141202 w 143079"/>
                <a:gd name="connsiteY129" fmla="*/ 402742 h 574454"/>
                <a:gd name="connsiteX130" fmla="*/ 140830 w 143079"/>
                <a:gd name="connsiteY130" fmla="*/ 407951 h 574454"/>
                <a:gd name="connsiteX131" fmla="*/ 140457 w 143079"/>
                <a:gd name="connsiteY131" fmla="*/ 413160 h 574454"/>
                <a:gd name="connsiteX132" fmla="*/ 138225 w 143079"/>
                <a:gd name="connsiteY132" fmla="*/ 413904 h 574454"/>
                <a:gd name="connsiteX133" fmla="*/ 137713 w 143079"/>
                <a:gd name="connsiteY133" fmla="*/ 418788 h 574454"/>
                <a:gd name="connsiteX134" fmla="*/ 137565 w 143079"/>
                <a:gd name="connsiteY134" fmla="*/ 421488 h 574454"/>
                <a:gd name="connsiteX135" fmla="*/ 137481 w 143079"/>
                <a:gd name="connsiteY135" fmla="*/ 423578 h 574454"/>
                <a:gd name="connsiteX136" fmla="*/ 135248 w 143079"/>
                <a:gd name="connsiteY136" fmla="*/ 423578 h 574454"/>
                <a:gd name="connsiteX137" fmla="*/ 135327 w 143079"/>
                <a:gd name="connsiteY137" fmla="*/ 425668 h 574454"/>
                <a:gd name="connsiteX138" fmla="*/ 135388 w 143079"/>
                <a:gd name="connsiteY138" fmla="*/ 428369 h 574454"/>
                <a:gd name="connsiteX139" fmla="*/ 135467 w 143079"/>
                <a:gd name="connsiteY139" fmla="*/ 431063 h 574454"/>
                <a:gd name="connsiteX140" fmla="*/ 135248 w 143079"/>
                <a:gd name="connsiteY140" fmla="*/ 433252 h 574454"/>
                <a:gd name="connsiteX141" fmla="*/ 133016 w 143079"/>
                <a:gd name="connsiteY141" fmla="*/ 433996 h 574454"/>
                <a:gd name="connsiteX142" fmla="*/ 132504 w 143079"/>
                <a:gd name="connsiteY142" fmla="*/ 438135 h 574454"/>
                <a:gd name="connsiteX143" fmla="*/ 132356 w 143079"/>
                <a:gd name="connsiteY143" fmla="*/ 440417 h 574454"/>
                <a:gd name="connsiteX144" fmla="*/ 132272 w 143079"/>
                <a:gd name="connsiteY144" fmla="*/ 442182 h 574454"/>
                <a:gd name="connsiteX145" fmla="*/ 130784 w 143079"/>
                <a:gd name="connsiteY145" fmla="*/ 442182 h 574454"/>
                <a:gd name="connsiteX146" fmla="*/ 130040 w 143079"/>
                <a:gd name="connsiteY146" fmla="*/ 445856 h 574454"/>
                <a:gd name="connsiteX147" fmla="*/ 129295 w 143079"/>
                <a:gd name="connsiteY147" fmla="*/ 449623 h 574454"/>
                <a:gd name="connsiteX148" fmla="*/ 127807 w 143079"/>
                <a:gd name="connsiteY148" fmla="*/ 450367 h 574454"/>
                <a:gd name="connsiteX149" fmla="*/ 127342 w 143079"/>
                <a:gd name="connsiteY149" fmla="*/ 454134 h 574454"/>
                <a:gd name="connsiteX150" fmla="*/ 127173 w 143079"/>
                <a:gd name="connsiteY150" fmla="*/ 456207 h 574454"/>
                <a:gd name="connsiteX151" fmla="*/ 127063 w 143079"/>
                <a:gd name="connsiteY151" fmla="*/ 457809 h 574454"/>
                <a:gd name="connsiteX152" fmla="*/ 124831 w 143079"/>
                <a:gd name="connsiteY152" fmla="*/ 457809 h 574454"/>
                <a:gd name="connsiteX153" fmla="*/ 124086 w 143079"/>
                <a:gd name="connsiteY153" fmla="*/ 465250 h 574454"/>
                <a:gd name="connsiteX154" fmla="*/ 121854 w 143079"/>
                <a:gd name="connsiteY154" fmla="*/ 465250 h 574454"/>
                <a:gd name="connsiteX155" fmla="*/ 121110 w 143079"/>
                <a:gd name="connsiteY155" fmla="*/ 471947 h 574454"/>
                <a:gd name="connsiteX156" fmla="*/ 118877 w 143079"/>
                <a:gd name="connsiteY156" fmla="*/ 471947 h 574454"/>
                <a:gd name="connsiteX157" fmla="*/ 118956 w 143079"/>
                <a:gd name="connsiteY157" fmla="*/ 473386 h 574454"/>
                <a:gd name="connsiteX158" fmla="*/ 119017 w 143079"/>
                <a:gd name="connsiteY158" fmla="*/ 475249 h 574454"/>
                <a:gd name="connsiteX159" fmla="*/ 119095 w 143079"/>
                <a:gd name="connsiteY159" fmla="*/ 477107 h 574454"/>
                <a:gd name="connsiteX160" fmla="*/ 118877 w 143079"/>
                <a:gd name="connsiteY160" fmla="*/ 478645 h 574454"/>
                <a:gd name="connsiteX161" fmla="*/ 116645 w 143079"/>
                <a:gd name="connsiteY161" fmla="*/ 479389 h 574454"/>
                <a:gd name="connsiteX162" fmla="*/ 115901 w 143079"/>
                <a:gd name="connsiteY162" fmla="*/ 484598 h 574454"/>
                <a:gd name="connsiteX163" fmla="*/ 113668 w 143079"/>
                <a:gd name="connsiteY163" fmla="*/ 484598 h 574454"/>
                <a:gd name="connsiteX164" fmla="*/ 112924 w 143079"/>
                <a:gd name="connsiteY164" fmla="*/ 491295 h 574454"/>
                <a:gd name="connsiteX165" fmla="*/ 110692 w 143079"/>
                <a:gd name="connsiteY165" fmla="*/ 491295 h 574454"/>
                <a:gd name="connsiteX166" fmla="*/ 110831 w 143079"/>
                <a:gd name="connsiteY166" fmla="*/ 493853 h 574454"/>
                <a:gd name="connsiteX167" fmla="*/ 110692 w 143079"/>
                <a:gd name="connsiteY167" fmla="*/ 496504 h 574454"/>
                <a:gd name="connsiteX168" fmla="*/ 108459 w 143079"/>
                <a:gd name="connsiteY168" fmla="*/ 497248 h 574454"/>
                <a:gd name="connsiteX169" fmla="*/ 107715 w 143079"/>
                <a:gd name="connsiteY169" fmla="*/ 501713 h 574454"/>
                <a:gd name="connsiteX170" fmla="*/ 105483 w 143079"/>
                <a:gd name="connsiteY170" fmla="*/ 503201 h 574454"/>
                <a:gd name="connsiteX171" fmla="*/ 104739 w 143079"/>
                <a:gd name="connsiteY171" fmla="*/ 507666 h 574454"/>
                <a:gd name="connsiteX172" fmla="*/ 103250 w 143079"/>
                <a:gd name="connsiteY172" fmla="*/ 508410 h 574454"/>
                <a:gd name="connsiteX173" fmla="*/ 102506 w 143079"/>
                <a:gd name="connsiteY173" fmla="*/ 510271 h 574454"/>
                <a:gd name="connsiteX174" fmla="*/ 100274 w 143079"/>
                <a:gd name="connsiteY174" fmla="*/ 512875 h 574454"/>
                <a:gd name="connsiteX175" fmla="*/ 99530 w 143079"/>
                <a:gd name="connsiteY175" fmla="*/ 518084 h 574454"/>
                <a:gd name="connsiteX176" fmla="*/ 98041 w 143079"/>
                <a:gd name="connsiteY176" fmla="*/ 518084 h 574454"/>
                <a:gd name="connsiteX177" fmla="*/ 97344 w 143079"/>
                <a:gd name="connsiteY177" fmla="*/ 520223 h 574454"/>
                <a:gd name="connsiteX178" fmla="*/ 94321 w 143079"/>
                <a:gd name="connsiteY178" fmla="*/ 524037 h 574454"/>
                <a:gd name="connsiteX179" fmla="*/ 93530 w 143079"/>
                <a:gd name="connsiteY179" fmla="*/ 525618 h 574454"/>
                <a:gd name="connsiteX180" fmla="*/ 92832 w 143079"/>
                <a:gd name="connsiteY180" fmla="*/ 527014 h 574454"/>
                <a:gd name="connsiteX181" fmla="*/ 91344 w 143079"/>
                <a:gd name="connsiteY181" fmla="*/ 527014 h 574454"/>
                <a:gd name="connsiteX182" fmla="*/ 91484 w 143079"/>
                <a:gd name="connsiteY182" fmla="*/ 529107 h 574454"/>
                <a:gd name="connsiteX183" fmla="*/ 90321 w 143079"/>
                <a:gd name="connsiteY183" fmla="*/ 532688 h 574454"/>
                <a:gd name="connsiteX184" fmla="*/ 89112 w 143079"/>
                <a:gd name="connsiteY184" fmla="*/ 533711 h 574454"/>
                <a:gd name="connsiteX185" fmla="*/ 88321 w 143079"/>
                <a:gd name="connsiteY185" fmla="*/ 535292 h 574454"/>
                <a:gd name="connsiteX186" fmla="*/ 86135 w 143079"/>
                <a:gd name="connsiteY186" fmla="*/ 537432 h 574454"/>
                <a:gd name="connsiteX187" fmla="*/ 85763 w 143079"/>
                <a:gd name="connsiteY187" fmla="*/ 538920 h 574454"/>
                <a:gd name="connsiteX188" fmla="*/ 85391 w 143079"/>
                <a:gd name="connsiteY188" fmla="*/ 540408 h 574454"/>
                <a:gd name="connsiteX189" fmla="*/ 83903 w 143079"/>
                <a:gd name="connsiteY189" fmla="*/ 541152 h 574454"/>
                <a:gd name="connsiteX190" fmla="*/ 83577 w 143079"/>
                <a:gd name="connsiteY190" fmla="*/ 542687 h 574454"/>
                <a:gd name="connsiteX191" fmla="*/ 83159 w 143079"/>
                <a:gd name="connsiteY191" fmla="*/ 544129 h 574454"/>
                <a:gd name="connsiteX192" fmla="*/ 80926 w 143079"/>
                <a:gd name="connsiteY192" fmla="*/ 544129 h 574454"/>
                <a:gd name="connsiteX193" fmla="*/ 80182 w 143079"/>
                <a:gd name="connsiteY193" fmla="*/ 547850 h 574454"/>
                <a:gd name="connsiteX194" fmla="*/ 78694 w 143079"/>
                <a:gd name="connsiteY194" fmla="*/ 548594 h 574454"/>
                <a:gd name="connsiteX195" fmla="*/ 77150 w 143079"/>
                <a:gd name="connsiteY195" fmla="*/ 552434 h 574454"/>
                <a:gd name="connsiteX196" fmla="*/ 72741 w 143079"/>
                <a:gd name="connsiteY196" fmla="*/ 557523 h 574454"/>
                <a:gd name="connsiteX197" fmla="*/ 71997 w 143079"/>
                <a:gd name="connsiteY197" fmla="*/ 560500 h 574454"/>
                <a:gd name="connsiteX198" fmla="*/ 69764 w 143079"/>
                <a:gd name="connsiteY198" fmla="*/ 561244 h 574454"/>
                <a:gd name="connsiteX199" fmla="*/ 68276 w 143079"/>
                <a:gd name="connsiteY199" fmla="*/ 564221 h 574454"/>
                <a:gd name="connsiteX200" fmla="*/ 66788 w 143079"/>
                <a:gd name="connsiteY200" fmla="*/ 564965 h 574454"/>
                <a:gd name="connsiteX201" fmla="*/ 66043 w 143079"/>
                <a:gd name="connsiteY201" fmla="*/ 567197 h 574454"/>
                <a:gd name="connsiteX202" fmla="*/ 64555 w 143079"/>
                <a:gd name="connsiteY202" fmla="*/ 567941 h 574454"/>
                <a:gd name="connsiteX203" fmla="*/ 63811 w 143079"/>
                <a:gd name="connsiteY203" fmla="*/ 569430 h 574454"/>
                <a:gd name="connsiteX204" fmla="*/ 61579 w 143079"/>
                <a:gd name="connsiteY204" fmla="*/ 571662 h 574454"/>
                <a:gd name="connsiteX205" fmla="*/ 61326 w 143079"/>
                <a:gd name="connsiteY205" fmla="*/ 573185 h 574454"/>
                <a:gd name="connsiteX206" fmla="*/ 60834 w 143079"/>
                <a:gd name="connsiteY206" fmla="*/ 574639 h 574454"/>
                <a:gd name="connsiteX207" fmla="*/ 57439 w 143079"/>
                <a:gd name="connsiteY207" fmla="*/ 574825 h 574454"/>
                <a:gd name="connsiteX208" fmla="*/ 55576 w 143079"/>
                <a:gd name="connsiteY208" fmla="*/ 574743 h 574454"/>
                <a:gd name="connsiteX209" fmla="*/ 54137 w 143079"/>
                <a:gd name="connsiteY209" fmla="*/ 574639 h 574454"/>
                <a:gd name="connsiteX210" fmla="*/ 54137 w 143079"/>
                <a:gd name="connsiteY210" fmla="*/ 571662 h 574454"/>
                <a:gd name="connsiteX211" fmla="*/ 51579 w 143079"/>
                <a:gd name="connsiteY211" fmla="*/ 571895 h 574454"/>
                <a:gd name="connsiteX212" fmla="*/ 48928 w 143079"/>
                <a:gd name="connsiteY212" fmla="*/ 571662 h 574454"/>
                <a:gd name="connsiteX213" fmla="*/ 48603 w 143079"/>
                <a:gd name="connsiteY213" fmla="*/ 569802 h 574454"/>
                <a:gd name="connsiteX214" fmla="*/ 48184 w 143079"/>
                <a:gd name="connsiteY214" fmla="*/ 567941 h 574454"/>
                <a:gd name="connsiteX215" fmla="*/ 42231 w 143079"/>
                <a:gd name="connsiteY215" fmla="*/ 567941 h 574454"/>
                <a:gd name="connsiteX216" fmla="*/ 42231 w 143079"/>
                <a:gd name="connsiteY216" fmla="*/ 565709 h 574454"/>
                <a:gd name="connsiteX217" fmla="*/ 39301 w 143079"/>
                <a:gd name="connsiteY217" fmla="*/ 564965 h 574454"/>
                <a:gd name="connsiteX218" fmla="*/ 36278 w 143079"/>
                <a:gd name="connsiteY218" fmla="*/ 564221 h 574454"/>
                <a:gd name="connsiteX219" fmla="*/ 35534 w 143079"/>
                <a:gd name="connsiteY219" fmla="*/ 561988 h 574454"/>
                <a:gd name="connsiteX220" fmla="*/ 32557 w 143079"/>
                <a:gd name="connsiteY220" fmla="*/ 561663 h 574454"/>
                <a:gd name="connsiteX221" fmla="*/ 29581 w 143079"/>
                <a:gd name="connsiteY221" fmla="*/ 561244 h 574454"/>
                <a:gd name="connsiteX222" fmla="*/ 28836 w 143079"/>
                <a:gd name="connsiteY222" fmla="*/ 558268 h 574454"/>
                <a:gd name="connsiteX223" fmla="*/ 23627 w 143079"/>
                <a:gd name="connsiteY223" fmla="*/ 557523 h 574454"/>
                <a:gd name="connsiteX224" fmla="*/ 22883 w 143079"/>
                <a:gd name="connsiteY224" fmla="*/ 555291 h 574454"/>
                <a:gd name="connsiteX225" fmla="*/ 20325 w 143079"/>
                <a:gd name="connsiteY225" fmla="*/ 554965 h 574454"/>
                <a:gd name="connsiteX226" fmla="*/ 17674 w 143079"/>
                <a:gd name="connsiteY226" fmla="*/ 554547 h 574454"/>
                <a:gd name="connsiteX227" fmla="*/ 16186 w 143079"/>
                <a:gd name="connsiteY227" fmla="*/ 551570 h 574454"/>
                <a:gd name="connsiteX228" fmla="*/ 10977 w 143079"/>
                <a:gd name="connsiteY228" fmla="*/ 550082 h 574454"/>
                <a:gd name="connsiteX229" fmla="*/ 12465 w 143079"/>
                <a:gd name="connsiteY229" fmla="*/ 541152 h 574454"/>
                <a:gd name="connsiteX230" fmla="*/ 14698 w 143079"/>
                <a:gd name="connsiteY230" fmla="*/ 540408 h 574454"/>
                <a:gd name="connsiteX231" fmla="*/ 15442 w 143079"/>
                <a:gd name="connsiteY231" fmla="*/ 537432 h 574454"/>
                <a:gd name="connsiteX232" fmla="*/ 16930 w 143079"/>
                <a:gd name="connsiteY232" fmla="*/ 536688 h 574454"/>
                <a:gd name="connsiteX233" fmla="*/ 17674 w 143079"/>
                <a:gd name="connsiteY233" fmla="*/ 535199 h 574454"/>
                <a:gd name="connsiteX234" fmla="*/ 19907 w 143079"/>
                <a:gd name="connsiteY234" fmla="*/ 532967 h 574454"/>
                <a:gd name="connsiteX235" fmla="*/ 20561 w 143079"/>
                <a:gd name="connsiteY235" fmla="*/ 531316 h 574454"/>
                <a:gd name="connsiteX236" fmla="*/ 24325 w 143079"/>
                <a:gd name="connsiteY236" fmla="*/ 525153 h 574454"/>
                <a:gd name="connsiteX237" fmla="*/ 28560 w 143079"/>
                <a:gd name="connsiteY237" fmla="*/ 518991 h 574454"/>
                <a:gd name="connsiteX238" fmla="*/ 31069 w 143079"/>
                <a:gd name="connsiteY238" fmla="*/ 516596 h 574454"/>
                <a:gd name="connsiteX239" fmla="*/ 31022 w 143079"/>
                <a:gd name="connsiteY239" fmla="*/ 514735 h 574454"/>
                <a:gd name="connsiteX240" fmla="*/ 31069 w 143079"/>
                <a:gd name="connsiteY240" fmla="*/ 512875 h 574454"/>
                <a:gd name="connsiteX241" fmla="*/ 33301 w 143079"/>
                <a:gd name="connsiteY241" fmla="*/ 512131 h 574454"/>
                <a:gd name="connsiteX242" fmla="*/ 34790 w 143079"/>
                <a:gd name="connsiteY242" fmla="*/ 508410 h 574454"/>
                <a:gd name="connsiteX243" fmla="*/ 36278 w 143079"/>
                <a:gd name="connsiteY243" fmla="*/ 508410 h 574454"/>
                <a:gd name="connsiteX244" fmla="*/ 37022 w 143079"/>
                <a:gd name="connsiteY244" fmla="*/ 503945 h 574454"/>
                <a:gd name="connsiteX245" fmla="*/ 39254 w 143079"/>
                <a:gd name="connsiteY245" fmla="*/ 503945 h 574454"/>
                <a:gd name="connsiteX246" fmla="*/ 39115 w 143079"/>
                <a:gd name="connsiteY246" fmla="*/ 501759 h 574454"/>
                <a:gd name="connsiteX247" fmla="*/ 39254 w 143079"/>
                <a:gd name="connsiteY247" fmla="*/ 499481 h 574454"/>
                <a:gd name="connsiteX248" fmla="*/ 41487 w 143079"/>
                <a:gd name="connsiteY248" fmla="*/ 498736 h 574454"/>
                <a:gd name="connsiteX249" fmla="*/ 42975 w 143079"/>
                <a:gd name="connsiteY249" fmla="*/ 494272 h 574454"/>
                <a:gd name="connsiteX250" fmla="*/ 44463 w 143079"/>
                <a:gd name="connsiteY250" fmla="*/ 494272 h 574454"/>
                <a:gd name="connsiteX251" fmla="*/ 45207 w 143079"/>
                <a:gd name="connsiteY251" fmla="*/ 489807 h 574454"/>
                <a:gd name="connsiteX252" fmla="*/ 47440 w 143079"/>
                <a:gd name="connsiteY252" fmla="*/ 489807 h 574454"/>
                <a:gd name="connsiteX253" fmla="*/ 47300 w 143079"/>
                <a:gd name="connsiteY253" fmla="*/ 487714 h 574454"/>
                <a:gd name="connsiteX254" fmla="*/ 49672 w 143079"/>
                <a:gd name="connsiteY254" fmla="*/ 483109 h 574454"/>
                <a:gd name="connsiteX255" fmla="*/ 50416 w 143079"/>
                <a:gd name="connsiteY255" fmla="*/ 478645 h 574454"/>
                <a:gd name="connsiteX256" fmla="*/ 52649 w 143079"/>
                <a:gd name="connsiteY256" fmla="*/ 478645 h 574454"/>
                <a:gd name="connsiteX257" fmla="*/ 53393 w 143079"/>
                <a:gd name="connsiteY257" fmla="*/ 473436 h 574454"/>
                <a:gd name="connsiteX258" fmla="*/ 55625 w 143079"/>
                <a:gd name="connsiteY258" fmla="*/ 473436 h 574454"/>
                <a:gd name="connsiteX259" fmla="*/ 55486 w 143079"/>
                <a:gd name="connsiteY259" fmla="*/ 470506 h 574454"/>
                <a:gd name="connsiteX260" fmla="*/ 55625 w 143079"/>
                <a:gd name="connsiteY260" fmla="*/ 467482 h 574454"/>
                <a:gd name="connsiteX261" fmla="*/ 57858 w 143079"/>
                <a:gd name="connsiteY261" fmla="*/ 466738 h 574454"/>
                <a:gd name="connsiteX262" fmla="*/ 58602 w 143079"/>
                <a:gd name="connsiteY262" fmla="*/ 461529 h 574454"/>
                <a:gd name="connsiteX263" fmla="*/ 60090 w 143079"/>
                <a:gd name="connsiteY263" fmla="*/ 461529 h 574454"/>
                <a:gd name="connsiteX264" fmla="*/ 61087 w 143079"/>
                <a:gd name="connsiteY264" fmla="*/ 456878 h 574454"/>
                <a:gd name="connsiteX265" fmla="*/ 61579 w 143079"/>
                <a:gd name="connsiteY265" fmla="*/ 455576 h 574454"/>
                <a:gd name="connsiteX266" fmla="*/ 63811 w 143079"/>
                <a:gd name="connsiteY266" fmla="*/ 455576 h 574454"/>
                <a:gd name="connsiteX267" fmla="*/ 63733 w 143079"/>
                <a:gd name="connsiteY267" fmla="*/ 454137 h 574454"/>
                <a:gd name="connsiteX268" fmla="*/ 63671 w 143079"/>
                <a:gd name="connsiteY268" fmla="*/ 452274 h 574454"/>
                <a:gd name="connsiteX269" fmla="*/ 63593 w 143079"/>
                <a:gd name="connsiteY269" fmla="*/ 450417 h 574454"/>
                <a:gd name="connsiteX270" fmla="*/ 63811 w 143079"/>
                <a:gd name="connsiteY270" fmla="*/ 448879 h 574454"/>
                <a:gd name="connsiteX271" fmla="*/ 66043 w 143079"/>
                <a:gd name="connsiteY271" fmla="*/ 448135 h 574454"/>
                <a:gd name="connsiteX272" fmla="*/ 66555 w 143079"/>
                <a:gd name="connsiteY272" fmla="*/ 445112 h 574454"/>
                <a:gd name="connsiteX273" fmla="*/ 66788 w 143079"/>
                <a:gd name="connsiteY273" fmla="*/ 442182 h 574454"/>
                <a:gd name="connsiteX274" fmla="*/ 69020 w 143079"/>
                <a:gd name="connsiteY274" fmla="*/ 442182 h 574454"/>
                <a:gd name="connsiteX275" fmla="*/ 69130 w 143079"/>
                <a:gd name="connsiteY275" fmla="*/ 440580 h 574454"/>
                <a:gd name="connsiteX276" fmla="*/ 69299 w 143079"/>
                <a:gd name="connsiteY276" fmla="*/ 438507 h 574454"/>
                <a:gd name="connsiteX277" fmla="*/ 69456 w 143079"/>
                <a:gd name="connsiteY277" fmla="*/ 436441 h 574454"/>
                <a:gd name="connsiteX278" fmla="*/ 69764 w 143079"/>
                <a:gd name="connsiteY278" fmla="*/ 434740 h 574454"/>
                <a:gd name="connsiteX279" fmla="*/ 71252 w 143079"/>
                <a:gd name="connsiteY279" fmla="*/ 433996 h 574454"/>
                <a:gd name="connsiteX280" fmla="*/ 71668 w 143079"/>
                <a:gd name="connsiteY280" fmla="*/ 428229 h 574454"/>
                <a:gd name="connsiteX281" fmla="*/ 71997 w 143079"/>
                <a:gd name="connsiteY281" fmla="*/ 426555 h 574454"/>
                <a:gd name="connsiteX282" fmla="*/ 74229 w 143079"/>
                <a:gd name="connsiteY282" fmla="*/ 425811 h 574454"/>
                <a:gd name="connsiteX283" fmla="*/ 74741 w 143079"/>
                <a:gd name="connsiteY283" fmla="*/ 422043 h 574454"/>
                <a:gd name="connsiteX284" fmla="*/ 74889 w 143079"/>
                <a:gd name="connsiteY284" fmla="*/ 419971 h 574454"/>
                <a:gd name="connsiteX285" fmla="*/ 74973 w 143079"/>
                <a:gd name="connsiteY285" fmla="*/ 418369 h 574454"/>
                <a:gd name="connsiteX286" fmla="*/ 77206 w 143079"/>
                <a:gd name="connsiteY286" fmla="*/ 418369 h 574454"/>
                <a:gd name="connsiteX287" fmla="*/ 77950 w 143079"/>
                <a:gd name="connsiteY287" fmla="*/ 408695 h 574454"/>
                <a:gd name="connsiteX288" fmla="*/ 80182 w 143079"/>
                <a:gd name="connsiteY288" fmla="*/ 408695 h 574454"/>
                <a:gd name="connsiteX289" fmla="*/ 80182 w 143079"/>
                <a:gd name="connsiteY289" fmla="*/ 398277 h 574454"/>
                <a:gd name="connsiteX290" fmla="*/ 83159 w 143079"/>
                <a:gd name="connsiteY290" fmla="*/ 398277 h 574454"/>
                <a:gd name="connsiteX291" fmla="*/ 83159 w 143079"/>
                <a:gd name="connsiteY291" fmla="*/ 387859 h 574454"/>
                <a:gd name="connsiteX292" fmla="*/ 85391 w 143079"/>
                <a:gd name="connsiteY292" fmla="*/ 387859 h 574454"/>
                <a:gd name="connsiteX293" fmla="*/ 85502 w 143079"/>
                <a:gd name="connsiteY293" fmla="*/ 385118 h 574454"/>
                <a:gd name="connsiteX294" fmla="*/ 85670 w 143079"/>
                <a:gd name="connsiteY294" fmla="*/ 381581 h 574454"/>
                <a:gd name="connsiteX295" fmla="*/ 85740 w 143079"/>
                <a:gd name="connsiteY295" fmla="*/ 379771 h 574454"/>
                <a:gd name="connsiteX296" fmla="*/ 86135 w 143079"/>
                <a:gd name="connsiteY296" fmla="*/ 375209 h 574454"/>
                <a:gd name="connsiteX297" fmla="*/ 87623 w 143079"/>
                <a:gd name="connsiteY297" fmla="*/ 374465 h 574454"/>
                <a:gd name="connsiteX298" fmla="*/ 87853 w 143079"/>
                <a:gd name="connsiteY298" fmla="*/ 371189 h 574454"/>
                <a:gd name="connsiteX299" fmla="*/ 87910 w 143079"/>
                <a:gd name="connsiteY299" fmla="*/ 369182 h 574454"/>
                <a:gd name="connsiteX300" fmla="*/ 87980 w 143079"/>
                <a:gd name="connsiteY300" fmla="*/ 364967 h 574454"/>
                <a:gd name="connsiteX301" fmla="*/ 88039 w 143079"/>
                <a:gd name="connsiteY301" fmla="*/ 362957 h 574454"/>
                <a:gd name="connsiteX302" fmla="*/ 88070 w 143079"/>
                <a:gd name="connsiteY302" fmla="*/ 361105 h 574454"/>
                <a:gd name="connsiteX303" fmla="*/ 88368 w 143079"/>
                <a:gd name="connsiteY303" fmla="*/ 359582 h 574454"/>
                <a:gd name="connsiteX304" fmla="*/ 90600 w 143079"/>
                <a:gd name="connsiteY304" fmla="*/ 358094 h 574454"/>
                <a:gd name="connsiteX305" fmla="*/ 90902 w 143079"/>
                <a:gd name="connsiteY305" fmla="*/ 353417 h 574454"/>
                <a:gd name="connsiteX306" fmla="*/ 90952 w 143079"/>
                <a:gd name="connsiteY306" fmla="*/ 350593 h 574454"/>
                <a:gd name="connsiteX307" fmla="*/ 90992 w 143079"/>
                <a:gd name="connsiteY307" fmla="*/ 344657 h 574454"/>
                <a:gd name="connsiteX308" fmla="*/ 91042 w 143079"/>
                <a:gd name="connsiteY308" fmla="*/ 341836 h 574454"/>
                <a:gd name="connsiteX309" fmla="*/ 91058 w 143079"/>
                <a:gd name="connsiteY309" fmla="*/ 339231 h 574454"/>
                <a:gd name="connsiteX310" fmla="*/ 91344 w 143079"/>
                <a:gd name="connsiteY310" fmla="*/ 337258 h 574454"/>
                <a:gd name="connsiteX311" fmla="*/ 93577 w 143079"/>
                <a:gd name="connsiteY311" fmla="*/ 336514 h 574454"/>
                <a:gd name="connsiteX312" fmla="*/ 93855 w 143079"/>
                <a:gd name="connsiteY312" fmla="*/ 332710 h 574454"/>
                <a:gd name="connsiteX313" fmla="*/ 93871 w 143079"/>
                <a:gd name="connsiteY313" fmla="*/ 330212 h 574454"/>
                <a:gd name="connsiteX314" fmla="*/ 93854 w 143079"/>
                <a:gd name="connsiteY314" fmla="*/ 327448 h 574454"/>
                <a:gd name="connsiteX315" fmla="*/ 93862 w 143079"/>
                <a:gd name="connsiteY315" fmla="*/ 324555 h 574454"/>
                <a:gd name="connsiteX316" fmla="*/ 93852 w 143079"/>
                <a:gd name="connsiteY316" fmla="*/ 316677 h 574454"/>
                <a:gd name="connsiteX317" fmla="*/ 93848 w 143079"/>
                <a:gd name="connsiteY317" fmla="*/ 308445 h 574454"/>
                <a:gd name="connsiteX318" fmla="*/ 93827 w 143079"/>
                <a:gd name="connsiteY318" fmla="*/ 294613 h 574454"/>
                <a:gd name="connsiteX319" fmla="*/ 93813 w 143079"/>
                <a:gd name="connsiteY319" fmla="*/ 278614 h 574454"/>
                <a:gd name="connsiteX320" fmla="*/ 93805 w 143079"/>
                <a:gd name="connsiteY320" fmla="*/ 263241 h 574454"/>
                <a:gd name="connsiteX321" fmla="*/ 93802 w 143079"/>
                <a:gd name="connsiteY321" fmla="*/ 256692 h 574454"/>
                <a:gd name="connsiteX322" fmla="*/ 93781 w 143079"/>
                <a:gd name="connsiteY322" fmla="*/ 247546 h 574454"/>
                <a:gd name="connsiteX323" fmla="*/ 93787 w 143079"/>
                <a:gd name="connsiteY323" fmla="*/ 244790 h 574454"/>
                <a:gd name="connsiteX324" fmla="*/ 93771 w 143079"/>
                <a:gd name="connsiteY324" fmla="*/ 242280 h 574454"/>
                <a:gd name="connsiteX325" fmla="*/ 93766 w 143079"/>
                <a:gd name="connsiteY325" fmla="*/ 240094 h 574454"/>
                <a:gd name="connsiteX326" fmla="*/ 92088 w 143079"/>
                <a:gd name="connsiteY326" fmla="*/ 236055 h 574454"/>
                <a:gd name="connsiteX327" fmla="*/ 91344 w 143079"/>
                <a:gd name="connsiteY327" fmla="*/ 236055 h 574454"/>
                <a:gd name="connsiteX328" fmla="*/ 91311 w 143079"/>
                <a:gd name="connsiteY328" fmla="*/ 234154 h 574454"/>
                <a:gd name="connsiteX329" fmla="*/ 91149 w 143079"/>
                <a:gd name="connsiteY329" fmla="*/ 227194 h 574454"/>
                <a:gd name="connsiteX330" fmla="*/ 91086 w 143079"/>
                <a:gd name="connsiteY330" fmla="*/ 224177 h 574454"/>
                <a:gd name="connsiteX331" fmla="*/ 90981 w 143079"/>
                <a:gd name="connsiteY331" fmla="*/ 219849 h 574454"/>
                <a:gd name="connsiteX332" fmla="*/ 90922 w 143079"/>
                <a:gd name="connsiteY332" fmla="*/ 217216 h 574454"/>
                <a:gd name="connsiteX333" fmla="*/ 90600 w 143079"/>
                <a:gd name="connsiteY333" fmla="*/ 215219 h 574454"/>
                <a:gd name="connsiteX334" fmla="*/ 88368 w 143079"/>
                <a:gd name="connsiteY334" fmla="*/ 214475 h 574454"/>
                <a:gd name="connsiteX335" fmla="*/ 88039 w 143079"/>
                <a:gd name="connsiteY335" fmla="*/ 211335 h 574454"/>
                <a:gd name="connsiteX336" fmla="*/ 87980 w 143079"/>
                <a:gd name="connsiteY336" fmla="*/ 209420 h 574454"/>
                <a:gd name="connsiteX337" fmla="*/ 87949 w 143079"/>
                <a:gd name="connsiteY337" fmla="*/ 207405 h 574454"/>
                <a:gd name="connsiteX338" fmla="*/ 87853 w 143079"/>
                <a:gd name="connsiteY338" fmla="*/ 203475 h 574454"/>
                <a:gd name="connsiteX339" fmla="*/ 87825 w 143079"/>
                <a:gd name="connsiteY339" fmla="*/ 201707 h 574454"/>
                <a:gd name="connsiteX340" fmla="*/ 87623 w 143079"/>
                <a:gd name="connsiteY340" fmla="*/ 200336 h 574454"/>
                <a:gd name="connsiteX341" fmla="*/ 86135 w 143079"/>
                <a:gd name="connsiteY341" fmla="*/ 199592 h 574454"/>
                <a:gd name="connsiteX342" fmla="*/ 85763 w 143079"/>
                <a:gd name="connsiteY342" fmla="*/ 194057 h 574454"/>
                <a:gd name="connsiteX343" fmla="*/ 83903 w 143079"/>
                <a:gd name="connsiteY343" fmla="*/ 186941 h 574454"/>
                <a:gd name="connsiteX344" fmla="*/ 83159 w 143079"/>
                <a:gd name="connsiteY344" fmla="*/ 186941 h 574454"/>
                <a:gd name="connsiteX345" fmla="*/ 82415 w 143079"/>
                <a:gd name="connsiteY345" fmla="*/ 175035 h 574454"/>
                <a:gd name="connsiteX346" fmla="*/ 80182 w 143079"/>
                <a:gd name="connsiteY346" fmla="*/ 175035 h 574454"/>
                <a:gd name="connsiteX347" fmla="*/ 80072 w 143079"/>
                <a:gd name="connsiteY347" fmla="*/ 173108 h 574454"/>
                <a:gd name="connsiteX348" fmla="*/ 79903 w 143079"/>
                <a:gd name="connsiteY348" fmla="*/ 170617 h 574454"/>
                <a:gd name="connsiteX349" fmla="*/ 79746 w 143079"/>
                <a:gd name="connsiteY349" fmla="*/ 168132 h 574454"/>
                <a:gd name="connsiteX350" fmla="*/ 79438 w 143079"/>
                <a:gd name="connsiteY350" fmla="*/ 166106 h 574454"/>
                <a:gd name="connsiteX351" fmla="*/ 77950 w 143079"/>
                <a:gd name="connsiteY351" fmla="*/ 165361 h 574454"/>
                <a:gd name="connsiteX352" fmla="*/ 77485 w 143079"/>
                <a:gd name="connsiteY352" fmla="*/ 160850 h 574454"/>
                <a:gd name="connsiteX353" fmla="*/ 77316 w 143079"/>
                <a:gd name="connsiteY353" fmla="*/ 158359 h 574454"/>
                <a:gd name="connsiteX354" fmla="*/ 77206 w 143079"/>
                <a:gd name="connsiteY354" fmla="*/ 156432 h 574454"/>
                <a:gd name="connsiteX355" fmla="*/ 74973 w 143079"/>
                <a:gd name="connsiteY355" fmla="*/ 156432 h 574454"/>
                <a:gd name="connsiteX356" fmla="*/ 74889 w 143079"/>
                <a:gd name="connsiteY356" fmla="*/ 154667 h 574454"/>
                <a:gd name="connsiteX357" fmla="*/ 74741 w 143079"/>
                <a:gd name="connsiteY357" fmla="*/ 152385 h 574454"/>
                <a:gd name="connsiteX358" fmla="*/ 74610 w 143079"/>
                <a:gd name="connsiteY358" fmla="*/ 150109 h 574454"/>
                <a:gd name="connsiteX359" fmla="*/ 74229 w 143079"/>
                <a:gd name="connsiteY359" fmla="*/ 148246 h 574454"/>
                <a:gd name="connsiteX360" fmla="*/ 71997 w 143079"/>
                <a:gd name="connsiteY360" fmla="*/ 147502 h 574454"/>
                <a:gd name="connsiteX361" fmla="*/ 72063 w 143079"/>
                <a:gd name="connsiteY361" fmla="*/ 142973 h 574454"/>
                <a:gd name="connsiteX362" fmla="*/ 69764 w 143079"/>
                <a:gd name="connsiteY362" fmla="*/ 139316 h 574454"/>
                <a:gd name="connsiteX363" fmla="*/ 69392 w 143079"/>
                <a:gd name="connsiteY363" fmla="*/ 136247 h 574454"/>
                <a:gd name="connsiteX364" fmla="*/ 69020 w 143079"/>
                <a:gd name="connsiteY364" fmla="*/ 133363 h 574454"/>
                <a:gd name="connsiteX365" fmla="*/ 66788 w 143079"/>
                <a:gd name="connsiteY365" fmla="*/ 132619 h 574454"/>
                <a:gd name="connsiteX366" fmla="*/ 66276 w 143079"/>
                <a:gd name="connsiteY366" fmla="*/ 128852 h 574454"/>
                <a:gd name="connsiteX367" fmla="*/ 66128 w 143079"/>
                <a:gd name="connsiteY367" fmla="*/ 126779 h 574454"/>
                <a:gd name="connsiteX368" fmla="*/ 66043 w 143079"/>
                <a:gd name="connsiteY368" fmla="*/ 125178 h 574454"/>
                <a:gd name="connsiteX369" fmla="*/ 63811 w 143079"/>
                <a:gd name="connsiteY369" fmla="*/ 125178 h 574454"/>
                <a:gd name="connsiteX370" fmla="*/ 63375 w 143079"/>
                <a:gd name="connsiteY370" fmla="*/ 120600 h 574454"/>
                <a:gd name="connsiteX371" fmla="*/ 63067 w 143079"/>
                <a:gd name="connsiteY371" fmla="*/ 119225 h 574454"/>
                <a:gd name="connsiteX372" fmla="*/ 61579 w 143079"/>
                <a:gd name="connsiteY372" fmla="*/ 118481 h 574454"/>
                <a:gd name="connsiteX373" fmla="*/ 61253 w 143079"/>
                <a:gd name="connsiteY373" fmla="*/ 115923 h 574454"/>
                <a:gd name="connsiteX374" fmla="*/ 60834 w 143079"/>
                <a:gd name="connsiteY374" fmla="*/ 113272 h 574454"/>
                <a:gd name="connsiteX375" fmla="*/ 58602 w 143079"/>
                <a:gd name="connsiteY375" fmla="*/ 111783 h 574454"/>
                <a:gd name="connsiteX376" fmla="*/ 57114 w 143079"/>
                <a:gd name="connsiteY376" fmla="*/ 106574 h 574454"/>
                <a:gd name="connsiteX377" fmla="*/ 55625 w 143079"/>
                <a:gd name="connsiteY377" fmla="*/ 104342 h 574454"/>
                <a:gd name="connsiteX378" fmla="*/ 55253 w 143079"/>
                <a:gd name="connsiteY378" fmla="*/ 102389 h 574454"/>
                <a:gd name="connsiteX379" fmla="*/ 54881 w 143079"/>
                <a:gd name="connsiteY379" fmla="*/ 100621 h 574454"/>
                <a:gd name="connsiteX380" fmla="*/ 53393 w 143079"/>
                <a:gd name="connsiteY380" fmla="*/ 99877 h 574454"/>
                <a:gd name="connsiteX381" fmla="*/ 53067 w 143079"/>
                <a:gd name="connsiteY381" fmla="*/ 98017 h 574454"/>
                <a:gd name="connsiteX382" fmla="*/ 52649 w 143079"/>
                <a:gd name="connsiteY382" fmla="*/ 96156 h 574454"/>
                <a:gd name="connsiteX383" fmla="*/ 50416 w 143079"/>
                <a:gd name="connsiteY383" fmla="*/ 95412 h 574454"/>
                <a:gd name="connsiteX384" fmla="*/ 49672 w 143079"/>
                <a:gd name="connsiteY384" fmla="*/ 90203 h 574454"/>
                <a:gd name="connsiteX385" fmla="*/ 48184 w 143079"/>
                <a:gd name="connsiteY385" fmla="*/ 89459 h 574454"/>
                <a:gd name="connsiteX386" fmla="*/ 47858 w 143079"/>
                <a:gd name="connsiteY386" fmla="*/ 87227 h 574454"/>
                <a:gd name="connsiteX387" fmla="*/ 47440 w 143079"/>
                <a:gd name="connsiteY387" fmla="*/ 84994 h 574454"/>
                <a:gd name="connsiteX388" fmla="*/ 45207 w 143079"/>
                <a:gd name="connsiteY388" fmla="*/ 84250 h 574454"/>
                <a:gd name="connsiteX389" fmla="*/ 44463 w 143079"/>
                <a:gd name="connsiteY389" fmla="*/ 79041 h 574454"/>
                <a:gd name="connsiteX390" fmla="*/ 42231 w 143079"/>
                <a:gd name="connsiteY390" fmla="*/ 79041 h 574454"/>
                <a:gd name="connsiteX391" fmla="*/ 42370 w 143079"/>
                <a:gd name="connsiteY391" fmla="*/ 77227 h 574454"/>
                <a:gd name="connsiteX392" fmla="*/ 42231 w 143079"/>
                <a:gd name="connsiteY392" fmla="*/ 75320 h 574454"/>
                <a:gd name="connsiteX393" fmla="*/ 39998 w 143079"/>
                <a:gd name="connsiteY393" fmla="*/ 74576 h 574454"/>
                <a:gd name="connsiteX394" fmla="*/ 38510 w 143079"/>
                <a:gd name="connsiteY394" fmla="*/ 70856 h 574454"/>
                <a:gd name="connsiteX395" fmla="*/ 37022 w 143079"/>
                <a:gd name="connsiteY395" fmla="*/ 70111 h 574454"/>
                <a:gd name="connsiteX396" fmla="*/ 36696 w 143079"/>
                <a:gd name="connsiteY396" fmla="*/ 68251 h 574454"/>
                <a:gd name="connsiteX397" fmla="*/ 36278 w 143079"/>
                <a:gd name="connsiteY397" fmla="*/ 66391 h 574454"/>
                <a:gd name="connsiteX398" fmla="*/ 34045 w 143079"/>
                <a:gd name="connsiteY398" fmla="*/ 65647 h 574454"/>
                <a:gd name="connsiteX399" fmla="*/ 33301 w 143079"/>
                <a:gd name="connsiteY399" fmla="*/ 61926 h 574454"/>
                <a:gd name="connsiteX400" fmla="*/ 31069 w 143079"/>
                <a:gd name="connsiteY400" fmla="*/ 59693 h 574454"/>
                <a:gd name="connsiteX401" fmla="*/ 30325 w 143079"/>
                <a:gd name="connsiteY401" fmla="*/ 56717 h 574454"/>
                <a:gd name="connsiteX402" fmla="*/ 28836 w 143079"/>
                <a:gd name="connsiteY402" fmla="*/ 55973 h 574454"/>
                <a:gd name="connsiteX403" fmla="*/ 27348 w 143079"/>
                <a:gd name="connsiteY403" fmla="*/ 52252 h 574454"/>
                <a:gd name="connsiteX404" fmla="*/ 25860 w 143079"/>
                <a:gd name="connsiteY404" fmla="*/ 51508 h 574454"/>
                <a:gd name="connsiteX405" fmla="*/ 25116 w 143079"/>
                <a:gd name="connsiteY405" fmla="*/ 49275 h 574454"/>
                <a:gd name="connsiteX406" fmla="*/ 23627 w 143079"/>
                <a:gd name="connsiteY406" fmla="*/ 48531 h 574454"/>
                <a:gd name="connsiteX407" fmla="*/ 23302 w 143079"/>
                <a:gd name="connsiteY407" fmla="*/ 47090 h 574454"/>
                <a:gd name="connsiteX408" fmla="*/ 20651 w 143079"/>
                <a:gd name="connsiteY408" fmla="*/ 44067 h 574454"/>
                <a:gd name="connsiteX409" fmla="*/ 18418 w 143079"/>
                <a:gd name="connsiteY409" fmla="*/ 40346 h 574454"/>
                <a:gd name="connsiteX410" fmla="*/ 14852 w 143079"/>
                <a:gd name="connsiteY410" fmla="*/ 35128 h 574454"/>
                <a:gd name="connsiteX411" fmla="*/ 13954 w 143079"/>
                <a:gd name="connsiteY411" fmla="*/ 32160 h 574454"/>
                <a:gd name="connsiteX412" fmla="*/ 11721 w 143079"/>
                <a:gd name="connsiteY412" fmla="*/ 31416 h 574454"/>
                <a:gd name="connsiteX413" fmla="*/ 11396 w 143079"/>
                <a:gd name="connsiteY413" fmla="*/ 28067 h 574454"/>
                <a:gd name="connsiteX414" fmla="*/ 11352 w 143079"/>
                <a:gd name="connsiteY414" fmla="*/ 26230 h 574454"/>
                <a:gd name="connsiteX415" fmla="*/ 11721 w 143079"/>
                <a:gd name="connsiteY415" fmla="*/ 24719 h 574454"/>
                <a:gd name="connsiteX416" fmla="*/ 14698 w 143079"/>
                <a:gd name="connsiteY416" fmla="*/ 23975 h 574454"/>
                <a:gd name="connsiteX417" fmla="*/ 14698 w 143079"/>
                <a:gd name="connsiteY417" fmla="*/ 21742 h 574454"/>
                <a:gd name="connsiteX418" fmla="*/ 20651 w 143079"/>
                <a:gd name="connsiteY418" fmla="*/ 20998 h 574454"/>
                <a:gd name="connsiteX419" fmla="*/ 20651 w 143079"/>
                <a:gd name="connsiteY419" fmla="*/ 18022 h 574454"/>
                <a:gd name="connsiteX420" fmla="*/ 23209 w 143079"/>
                <a:gd name="connsiteY420" fmla="*/ 17836 h 574454"/>
                <a:gd name="connsiteX421" fmla="*/ 25860 w 143079"/>
                <a:gd name="connsiteY421" fmla="*/ 17277 h 574454"/>
                <a:gd name="connsiteX422" fmla="*/ 26232 w 143079"/>
                <a:gd name="connsiteY422" fmla="*/ 15789 h 574454"/>
                <a:gd name="connsiteX423" fmla="*/ 26604 w 143079"/>
                <a:gd name="connsiteY423" fmla="*/ 14301 h 574454"/>
                <a:gd name="connsiteX424" fmla="*/ 31813 w 143079"/>
                <a:gd name="connsiteY424" fmla="*/ 13557 h 574454"/>
                <a:gd name="connsiteX425" fmla="*/ 32557 w 143079"/>
                <a:gd name="connsiteY425" fmla="*/ 11324 h 574454"/>
                <a:gd name="connsiteX426" fmla="*/ 35952 w 143079"/>
                <a:gd name="connsiteY426" fmla="*/ 10813 h 574454"/>
                <a:gd name="connsiteX427" fmla="*/ 37815 w 143079"/>
                <a:gd name="connsiteY427" fmla="*/ 10664 h 574454"/>
                <a:gd name="connsiteX428" fmla="*/ 39254 w 143079"/>
                <a:gd name="connsiteY428" fmla="*/ 10580 h 574454"/>
                <a:gd name="connsiteX429" fmla="*/ 39254 w 143079"/>
                <a:gd name="connsiteY429" fmla="*/ 7604 h 574454"/>
                <a:gd name="connsiteX430" fmla="*/ 41812 w 143079"/>
                <a:gd name="connsiteY430" fmla="*/ 7371 h 574454"/>
                <a:gd name="connsiteX431" fmla="*/ 44463 w 143079"/>
                <a:gd name="connsiteY431" fmla="*/ 6859 h 574454"/>
                <a:gd name="connsiteX432" fmla="*/ 45207 w 143079"/>
                <a:gd name="connsiteY432" fmla="*/ 4627 h 574454"/>
                <a:gd name="connsiteX433" fmla="*/ 47812 w 143079"/>
                <a:gd name="connsiteY433" fmla="*/ 4301 h 574454"/>
                <a:gd name="connsiteX434" fmla="*/ 50416 w 143079"/>
                <a:gd name="connsiteY434" fmla="*/ 3883 h 574454"/>
                <a:gd name="connsiteX435" fmla="*/ 50608 w 143079"/>
                <a:gd name="connsiteY435" fmla="*/ 2395 h 574454"/>
                <a:gd name="connsiteX436" fmla="*/ 51161 w 143079"/>
                <a:gd name="connsiteY436" fmla="*/ 906 h 57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143079" h="574454">
                  <a:moveTo>
                    <a:pt x="51161" y="906"/>
                  </a:moveTo>
                  <a:cubicBezTo>
                    <a:pt x="53116" y="568"/>
                    <a:pt x="54691" y="457"/>
                    <a:pt x="56649" y="488"/>
                  </a:cubicBezTo>
                  <a:cubicBezTo>
                    <a:pt x="57159" y="470"/>
                    <a:pt x="57669" y="452"/>
                    <a:pt x="58195" y="434"/>
                  </a:cubicBezTo>
                  <a:cubicBezTo>
                    <a:pt x="59689" y="438"/>
                    <a:pt x="59689" y="438"/>
                    <a:pt x="62323" y="906"/>
                  </a:cubicBezTo>
                  <a:cubicBezTo>
                    <a:pt x="64114" y="3034"/>
                    <a:pt x="64555" y="4075"/>
                    <a:pt x="64555" y="6859"/>
                  </a:cubicBezTo>
                  <a:cubicBezTo>
                    <a:pt x="64985" y="7059"/>
                    <a:pt x="65415" y="7259"/>
                    <a:pt x="65857" y="7464"/>
                  </a:cubicBezTo>
                  <a:cubicBezTo>
                    <a:pt x="68216" y="8709"/>
                    <a:pt x="69094" y="10597"/>
                    <a:pt x="70508" y="12813"/>
                  </a:cubicBezTo>
                  <a:cubicBezTo>
                    <a:pt x="70999" y="13058"/>
                    <a:pt x="71491" y="13304"/>
                    <a:pt x="71997" y="13557"/>
                  </a:cubicBezTo>
                  <a:cubicBezTo>
                    <a:pt x="72158" y="14478"/>
                    <a:pt x="72158" y="14478"/>
                    <a:pt x="72322" y="15417"/>
                  </a:cubicBezTo>
                  <a:cubicBezTo>
                    <a:pt x="72460" y="16031"/>
                    <a:pt x="72598" y="16645"/>
                    <a:pt x="72741" y="17277"/>
                  </a:cubicBezTo>
                  <a:cubicBezTo>
                    <a:pt x="73846" y="17646"/>
                    <a:pt x="73846" y="17646"/>
                    <a:pt x="74973" y="18022"/>
                  </a:cubicBezTo>
                  <a:cubicBezTo>
                    <a:pt x="75250" y="19006"/>
                    <a:pt x="75499" y="19999"/>
                    <a:pt x="75717" y="20998"/>
                  </a:cubicBezTo>
                  <a:cubicBezTo>
                    <a:pt x="76208" y="21244"/>
                    <a:pt x="76700" y="21489"/>
                    <a:pt x="77206" y="21742"/>
                  </a:cubicBezTo>
                  <a:cubicBezTo>
                    <a:pt x="77313" y="22218"/>
                    <a:pt x="77420" y="22694"/>
                    <a:pt x="77531" y="23184"/>
                  </a:cubicBezTo>
                  <a:cubicBezTo>
                    <a:pt x="77847" y="25003"/>
                    <a:pt x="77847" y="25003"/>
                    <a:pt x="80182" y="26207"/>
                  </a:cubicBezTo>
                  <a:cubicBezTo>
                    <a:pt x="80428" y="26944"/>
                    <a:pt x="80673" y="27681"/>
                    <a:pt x="80926" y="28440"/>
                  </a:cubicBezTo>
                  <a:cubicBezTo>
                    <a:pt x="81663" y="29191"/>
                    <a:pt x="82408" y="29934"/>
                    <a:pt x="83159" y="30672"/>
                  </a:cubicBezTo>
                  <a:cubicBezTo>
                    <a:pt x="84158" y="32197"/>
                    <a:pt x="85075" y="33757"/>
                    <a:pt x="85999" y="35329"/>
                  </a:cubicBezTo>
                  <a:cubicBezTo>
                    <a:pt x="86802" y="36738"/>
                    <a:pt x="86802" y="36738"/>
                    <a:pt x="88368" y="37369"/>
                  </a:cubicBezTo>
                  <a:cubicBezTo>
                    <a:pt x="88874" y="38854"/>
                    <a:pt x="89368" y="40343"/>
                    <a:pt x="89856" y="41834"/>
                  </a:cubicBezTo>
                  <a:cubicBezTo>
                    <a:pt x="91214" y="44572"/>
                    <a:pt x="91214" y="44572"/>
                    <a:pt x="93577" y="46299"/>
                  </a:cubicBezTo>
                  <a:cubicBezTo>
                    <a:pt x="94073" y="47539"/>
                    <a:pt x="94569" y="48779"/>
                    <a:pt x="95065" y="50020"/>
                  </a:cubicBezTo>
                  <a:cubicBezTo>
                    <a:pt x="95556" y="50265"/>
                    <a:pt x="96047" y="50511"/>
                    <a:pt x="96553" y="50764"/>
                  </a:cubicBezTo>
                  <a:cubicBezTo>
                    <a:pt x="96522" y="51623"/>
                    <a:pt x="96492" y="52483"/>
                    <a:pt x="96460" y="53368"/>
                  </a:cubicBezTo>
                  <a:cubicBezTo>
                    <a:pt x="96491" y="54228"/>
                    <a:pt x="96522" y="55087"/>
                    <a:pt x="96553" y="55973"/>
                  </a:cubicBezTo>
                  <a:cubicBezTo>
                    <a:pt x="97994" y="56472"/>
                    <a:pt x="97994" y="56472"/>
                    <a:pt x="99530" y="56717"/>
                  </a:cubicBezTo>
                  <a:cubicBezTo>
                    <a:pt x="99807" y="57951"/>
                    <a:pt x="100056" y="59192"/>
                    <a:pt x="100274" y="60438"/>
                  </a:cubicBezTo>
                  <a:cubicBezTo>
                    <a:pt x="101379" y="60806"/>
                    <a:pt x="101379" y="60806"/>
                    <a:pt x="102506" y="61182"/>
                  </a:cubicBezTo>
                  <a:cubicBezTo>
                    <a:pt x="102506" y="62670"/>
                    <a:pt x="102506" y="64158"/>
                    <a:pt x="102506" y="65647"/>
                  </a:cubicBezTo>
                  <a:cubicBezTo>
                    <a:pt x="103611" y="66383"/>
                    <a:pt x="103611" y="66383"/>
                    <a:pt x="104739" y="67135"/>
                  </a:cubicBezTo>
                  <a:cubicBezTo>
                    <a:pt x="105250" y="69460"/>
                    <a:pt x="105250" y="69460"/>
                    <a:pt x="105483" y="71600"/>
                  </a:cubicBezTo>
                  <a:cubicBezTo>
                    <a:pt x="106220" y="71600"/>
                    <a:pt x="106956" y="71600"/>
                    <a:pt x="107715" y="71600"/>
                  </a:cubicBezTo>
                  <a:cubicBezTo>
                    <a:pt x="107654" y="72428"/>
                    <a:pt x="107593" y="73257"/>
                    <a:pt x="107529" y="74111"/>
                  </a:cubicBezTo>
                  <a:cubicBezTo>
                    <a:pt x="107591" y="75001"/>
                    <a:pt x="107652" y="75892"/>
                    <a:pt x="107715" y="76809"/>
                  </a:cubicBezTo>
                  <a:cubicBezTo>
                    <a:pt x="109154" y="77621"/>
                    <a:pt x="109154" y="77621"/>
                    <a:pt x="110692" y="78297"/>
                  </a:cubicBezTo>
                  <a:cubicBezTo>
                    <a:pt x="111157" y="80576"/>
                    <a:pt x="111157" y="80576"/>
                    <a:pt x="111436" y="82762"/>
                  </a:cubicBezTo>
                  <a:cubicBezTo>
                    <a:pt x="111927" y="83007"/>
                    <a:pt x="112418" y="83253"/>
                    <a:pt x="112924" y="83506"/>
                  </a:cubicBezTo>
                  <a:cubicBezTo>
                    <a:pt x="113366" y="85477"/>
                    <a:pt x="113476" y="87444"/>
                    <a:pt x="113668" y="89459"/>
                  </a:cubicBezTo>
                  <a:cubicBezTo>
                    <a:pt x="114405" y="89459"/>
                    <a:pt x="115142" y="89459"/>
                    <a:pt x="115901" y="89459"/>
                  </a:cubicBezTo>
                  <a:cubicBezTo>
                    <a:pt x="115978" y="90180"/>
                    <a:pt x="116054" y="90902"/>
                    <a:pt x="116133" y="91645"/>
                  </a:cubicBezTo>
                  <a:cubicBezTo>
                    <a:pt x="116387" y="92773"/>
                    <a:pt x="116387" y="92773"/>
                    <a:pt x="116645" y="93924"/>
                  </a:cubicBezTo>
                  <a:cubicBezTo>
                    <a:pt x="117382" y="94169"/>
                    <a:pt x="118118" y="94415"/>
                    <a:pt x="118877" y="94668"/>
                  </a:cubicBezTo>
                  <a:cubicBezTo>
                    <a:pt x="119206" y="96180"/>
                    <a:pt x="119206" y="96180"/>
                    <a:pt x="119296" y="98017"/>
                  </a:cubicBezTo>
                  <a:cubicBezTo>
                    <a:pt x="119359" y="99805"/>
                    <a:pt x="119359" y="99805"/>
                    <a:pt x="119622" y="101365"/>
                  </a:cubicBezTo>
                  <a:cubicBezTo>
                    <a:pt x="120113" y="101611"/>
                    <a:pt x="120604" y="101856"/>
                    <a:pt x="121110" y="102109"/>
                  </a:cubicBezTo>
                  <a:cubicBezTo>
                    <a:pt x="121271" y="103376"/>
                    <a:pt x="121271" y="103376"/>
                    <a:pt x="121435" y="104667"/>
                  </a:cubicBezTo>
                  <a:cubicBezTo>
                    <a:pt x="121574" y="105542"/>
                    <a:pt x="121712" y="106417"/>
                    <a:pt x="121854" y="107318"/>
                  </a:cubicBezTo>
                  <a:cubicBezTo>
                    <a:pt x="122591" y="107810"/>
                    <a:pt x="123327" y="108301"/>
                    <a:pt x="124086" y="108807"/>
                  </a:cubicBezTo>
                  <a:cubicBezTo>
                    <a:pt x="124467" y="110743"/>
                    <a:pt x="124467" y="110743"/>
                    <a:pt x="124598" y="112993"/>
                  </a:cubicBezTo>
                  <a:cubicBezTo>
                    <a:pt x="124647" y="113739"/>
                    <a:pt x="124696" y="114485"/>
                    <a:pt x="124746" y="115254"/>
                  </a:cubicBezTo>
                  <a:cubicBezTo>
                    <a:pt x="124788" y="116114"/>
                    <a:pt x="124788" y="116114"/>
                    <a:pt x="124831" y="116992"/>
                  </a:cubicBezTo>
                  <a:cubicBezTo>
                    <a:pt x="125567" y="116992"/>
                    <a:pt x="126304" y="116992"/>
                    <a:pt x="127063" y="116992"/>
                  </a:cubicBezTo>
                  <a:cubicBezTo>
                    <a:pt x="127099" y="117467"/>
                    <a:pt x="127136" y="117942"/>
                    <a:pt x="127173" y="118431"/>
                  </a:cubicBezTo>
                  <a:cubicBezTo>
                    <a:pt x="127257" y="119353"/>
                    <a:pt x="127257" y="119353"/>
                    <a:pt x="127342" y="120294"/>
                  </a:cubicBezTo>
                  <a:cubicBezTo>
                    <a:pt x="127394" y="120907"/>
                    <a:pt x="127446" y="121520"/>
                    <a:pt x="127499" y="122152"/>
                  </a:cubicBezTo>
                  <a:cubicBezTo>
                    <a:pt x="127601" y="122659"/>
                    <a:pt x="127702" y="123167"/>
                    <a:pt x="127807" y="123690"/>
                  </a:cubicBezTo>
                  <a:cubicBezTo>
                    <a:pt x="128298" y="123935"/>
                    <a:pt x="128789" y="124181"/>
                    <a:pt x="129295" y="124434"/>
                  </a:cubicBezTo>
                  <a:cubicBezTo>
                    <a:pt x="129558" y="126164"/>
                    <a:pt x="129625" y="127872"/>
                    <a:pt x="129711" y="129619"/>
                  </a:cubicBezTo>
                  <a:cubicBezTo>
                    <a:pt x="129819" y="130118"/>
                    <a:pt x="129928" y="130617"/>
                    <a:pt x="130040" y="131131"/>
                  </a:cubicBezTo>
                  <a:cubicBezTo>
                    <a:pt x="130776" y="131377"/>
                    <a:pt x="131513" y="131622"/>
                    <a:pt x="132272" y="131875"/>
                  </a:cubicBezTo>
                  <a:cubicBezTo>
                    <a:pt x="132653" y="133901"/>
                    <a:pt x="132653" y="133901"/>
                    <a:pt x="132784" y="136386"/>
                  </a:cubicBezTo>
                  <a:cubicBezTo>
                    <a:pt x="132832" y="137209"/>
                    <a:pt x="132881" y="138031"/>
                    <a:pt x="132932" y="138878"/>
                  </a:cubicBezTo>
                  <a:cubicBezTo>
                    <a:pt x="132974" y="139832"/>
                    <a:pt x="132974" y="139832"/>
                    <a:pt x="133016" y="140805"/>
                  </a:cubicBezTo>
                  <a:cubicBezTo>
                    <a:pt x="133753" y="140559"/>
                    <a:pt x="134489" y="140314"/>
                    <a:pt x="135248" y="140061"/>
                  </a:cubicBezTo>
                  <a:cubicBezTo>
                    <a:pt x="135285" y="140804"/>
                    <a:pt x="135321" y="141547"/>
                    <a:pt x="135359" y="142313"/>
                  </a:cubicBezTo>
                  <a:cubicBezTo>
                    <a:pt x="135442" y="143754"/>
                    <a:pt x="135442" y="143754"/>
                    <a:pt x="135528" y="145223"/>
                  </a:cubicBezTo>
                  <a:cubicBezTo>
                    <a:pt x="135605" y="146661"/>
                    <a:pt x="135605" y="146661"/>
                    <a:pt x="135685" y="148127"/>
                  </a:cubicBezTo>
                  <a:cubicBezTo>
                    <a:pt x="135786" y="148903"/>
                    <a:pt x="135888" y="149679"/>
                    <a:pt x="135993" y="150479"/>
                  </a:cubicBezTo>
                  <a:cubicBezTo>
                    <a:pt x="136484" y="150724"/>
                    <a:pt x="136975" y="150970"/>
                    <a:pt x="137481" y="151223"/>
                  </a:cubicBezTo>
                  <a:cubicBezTo>
                    <a:pt x="137952" y="153412"/>
                    <a:pt x="137952" y="153412"/>
                    <a:pt x="138318" y="156106"/>
                  </a:cubicBezTo>
                  <a:cubicBezTo>
                    <a:pt x="138443" y="156997"/>
                    <a:pt x="138567" y="157888"/>
                    <a:pt x="138696" y="158807"/>
                  </a:cubicBezTo>
                  <a:cubicBezTo>
                    <a:pt x="138786" y="159496"/>
                    <a:pt x="138876" y="160186"/>
                    <a:pt x="138969" y="160897"/>
                  </a:cubicBezTo>
                  <a:cubicBezTo>
                    <a:pt x="139460" y="160897"/>
                    <a:pt x="139951" y="160897"/>
                    <a:pt x="140457" y="160897"/>
                  </a:cubicBezTo>
                  <a:cubicBezTo>
                    <a:pt x="140499" y="162012"/>
                    <a:pt x="140499" y="162012"/>
                    <a:pt x="140542" y="163149"/>
                  </a:cubicBezTo>
                  <a:cubicBezTo>
                    <a:pt x="140591" y="164110"/>
                    <a:pt x="140640" y="165070"/>
                    <a:pt x="140690" y="166059"/>
                  </a:cubicBezTo>
                  <a:cubicBezTo>
                    <a:pt x="140755" y="167496"/>
                    <a:pt x="140755" y="167496"/>
                    <a:pt x="140821" y="168963"/>
                  </a:cubicBezTo>
                  <a:cubicBezTo>
                    <a:pt x="140946" y="169739"/>
                    <a:pt x="141072" y="170515"/>
                    <a:pt x="141202" y="171315"/>
                  </a:cubicBezTo>
                  <a:cubicBezTo>
                    <a:pt x="141938" y="171560"/>
                    <a:pt x="142675" y="171806"/>
                    <a:pt x="143434" y="172059"/>
                  </a:cubicBezTo>
                  <a:cubicBezTo>
                    <a:pt x="143686" y="174071"/>
                    <a:pt x="143816" y="175947"/>
                    <a:pt x="143853" y="177965"/>
                  </a:cubicBezTo>
                  <a:cubicBezTo>
                    <a:pt x="143704" y="182082"/>
                    <a:pt x="143704" y="182082"/>
                    <a:pt x="145666" y="185453"/>
                  </a:cubicBezTo>
                  <a:cubicBezTo>
                    <a:pt x="145880" y="186828"/>
                    <a:pt x="145880" y="186828"/>
                    <a:pt x="145922" y="188476"/>
                  </a:cubicBezTo>
                  <a:cubicBezTo>
                    <a:pt x="145944" y="189069"/>
                    <a:pt x="145966" y="189662"/>
                    <a:pt x="145989" y="190273"/>
                  </a:cubicBezTo>
                  <a:cubicBezTo>
                    <a:pt x="146022" y="191525"/>
                    <a:pt x="146055" y="192776"/>
                    <a:pt x="146088" y="194028"/>
                  </a:cubicBezTo>
                  <a:cubicBezTo>
                    <a:pt x="146110" y="194621"/>
                    <a:pt x="146132" y="195214"/>
                    <a:pt x="146155" y="195825"/>
                  </a:cubicBezTo>
                  <a:cubicBezTo>
                    <a:pt x="146169" y="196369"/>
                    <a:pt x="146183" y="196912"/>
                    <a:pt x="146197" y="197473"/>
                  </a:cubicBezTo>
                  <a:cubicBezTo>
                    <a:pt x="146300" y="199030"/>
                    <a:pt x="146300" y="199030"/>
                    <a:pt x="147899" y="200336"/>
                  </a:cubicBezTo>
                  <a:cubicBezTo>
                    <a:pt x="148144" y="200336"/>
                    <a:pt x="148390" y="200336"/>
                    <a:pt x="148643" y="200336"/>
                  </a:cubicBezTo>
                  <a:cubicBezTo>
                    <a:pt x="148889" y="206475"/>
                    <a:pt x="149134" y="212614"/>
                    <a:pt x="149387" y="218940"/>
                  </a:cubicBezTo>
                  <a:cubicBezTo>
                    <a:pt x="150124" y="218940"/>
                    <a:pt x="150861" y="218940"/>
                    <a:pt x="151620" y="218940"/>
                  </a:cubicBezTo>
                  <a:cubicBezTo>
                    <a:pt x="151634" y="219792"/>
                    <a:pt x="151649" y="220645"/>
                    <a:pt x="151664" y="221523"/>
                  </a:cubicBezTo>
                  <a:cubicBezTo>
                    <a:pt x="151721" y="224676"/>
                    <a:pt x="151787" y="227828"/>
                    <a:pt x="151856" y="230980"/>
                  </a:cubicBezTo>
                  <a:cubicBezTo>
                    <a:pt x="151884" y="232346"/>
                    <a:pt x="151910" y="233713"/>
                    <a:pt x="151934" y="235079"/>
                  </a:cubicBezTo>
                  <a:cubicBezTo>
                    <a:pt x="151967" y="237039"/>
                    <a:pt x="152011" y="238999"/>
                    <a:pt x="152056" y="240959"/>
                  </a:cubicBezTo>
                  <a:cubicBezTo>
                    <a:pt x="152064" y="241573"/>
                    <a:pt x="152073" y="242188"/>
                    <a:pt x="152082" y="242821"/>
                  </a:cubicBezTo>
                  <a:cubicBezTo>
                    <a:pt x="152120" y="244289"/>
                    <a:pt x="152234" y="245754"/>
                    <a:pt x="152364" y="247217"/>
                  </a:cubicBezTo>
                  <a:cubicBezTo>
                    <a:pt x="152855" y="247462"/>
                    <a:pt x="153346" y="247708"/>
                    <a:pt x="153852" y="247961"/>
                  </a:cubicBezTo>
                  <a:cubicBezTo>
                    <a:pt x="154039" y="249282"/>
                    <a:pt x="154039" y="249282"/>
                    <a:pt x="154041" y="251040"/>
                  </a:cubicBezTo>
                  <a:cubicBezTo>
                    <a:pt x="154047" y="252036"/>
                    <a:pt x="154047" y="252036"/>
                    <a:pt x="154054" y="253051"/>
                  </a:cubicBezTo>
                  <a:cubicBezTo>
                    <a:pt x="154049" y="254152"/>
                    <a:pt x="154049" y="254152"/>
                    <a:pt x="154045" y="255275"/>
                  </a:cubicBezTo>
                  <a:cubicBezTo>
                    <a:pt x="154049" y="256427"/>
                    <a:pt x="154049" y="256427"/>
                    <a:pt x="154052" y="257603"/>
                  </a:cubicBezTo>
                  <a:cubicBezTo>
                    <a:pt x="154059" y="260156"/>
                    <a:pt x="154055" y="262709"/>
                    <a:pt x="154050" y="265262"/>
                  </a:cubicBezTo>
                  <a:cubicBezTo>
                    <a:pt x="154051" y="267028"/>
                    <a:pt x="154052" y="268794"/>
                    <a:pt x="154054" y="270559"/>
                  </a:cubicBezTo>
                  <a:cubicBezTo>
                    <a:pt x="154056" y="274265"/>
                    <a:pt x="154053" y="277971"/>
                    <a:pt x="154046" y="281677"/>
                  </a:cubicBezTo>
                  <a:cubicBezTo>
                    <a:pt x="154038" y="286439"/>
                    <a:pt x="154042" y="291201"/>
                    <a:pt x="154051" y="295964"/>
                  </a:cubicBezTo>
                  <a:cubicBezTo>
                    <a:pt x="154057" y="299611"/>
                    <a:pt x="154055" y="303259"/>
                    <a:pt x="154051" y="306906"/>
                  </a:cubicBezTo>
                  <a:cubicBezTo>
                    <a:pt x="154050" y="308663"/>
                    <a:pt x="154051" y="310419"/>
                    <a:pt x="154055" y="312176"/>
                  </a:cubicBezTo>
                  <a:cubicBezTo>
                    <a:pt x="154059" y="314626"/>
                    <a:pt x="154053" y="317076"/>
                    <a:pt x="154045" y="319526"/>
                  </a:cubicBezTo>
                  <a:cubicBezTo>
                    <a:pt x="154048" y="320260"/>
                    <a:pt x="154051" y="320994"/>
                    <a:pt x="154054" y="321750"/>
                  </a:cubicBezTo>
                  <a:cubicBezTo>
                    <a:pt x="154050" y="322413"/>
                    <a:pt x="154045" y="323077"/>
                    <a:pt x="154041" y="323761"/>
                  </a:cubicBezTo>
                  <a:cubicBezTo>
                    <a:pt x="154040" y="324631"/>
                    <a:pt x="154040" y="324631"/>
                    <a:pt x="154039" y="325519"/>
                  </a:cubicBezTo>
                  <a:cubicBezTo>
                    <a:pt x="153977" y="325955"/>
                    <a:pt x="153916" y="326391"/>
                    <a:pt x="153852" y="326840"/>
                  </a:cubicBezTo>
                  <a:cubicBezTo>
                    <a:pt x="153361" y="327085"/>
                    <a:pt x="152870" y="327331"/>
                    <a:pt x="152364" y="327584"/>
                  </a:cubicBezTo>
                  <a:cubicBezTo>
                    <a:pt x="152177" y="329638"/>
                    <a:pt x="152085" y="331622"/>
                    <a:pt x="152056" y="333680"/>
                  </a:cubicBezTo>
                  <a:cubicBezTo>
                    <a:pt x="152041" y="334290"/>
                    <a:pt x="152027" y="334900"/>
                    <a:pt x="152012" y="335528"/>
                  </a:cubicBezTo>
                  <a:cubicBezTo>
                    <a:pt x="151967" y="337485"/>
                    <a:pt x="151933" y="339441"/>
                    <a:pt x="151899" y="341397"/>
                  </a:cubicBezTo>
                  <a:cubicBezTo>
                    <a:pt x="151870" y="342720"/>
                    <a:pt x="151841" y="344043"/>
                    <a:pt x="151811" y="345366"/>
                  </a:cubicBezTo>
                  <a:cubicBezTo>
                    <a:pt x="151740" y="348617"/>
                    <a:pt x="151677" y="351867"/>
                    <a:pt x="151620" y="355117"/>
                  </a:cubicBezTo>
                  <a:cubicBezTo>
                    <a:pt x="150883" y="355117"/>
                    <a:pt x="150146" y="355117"/>
                    <a:pt x="149387" y="355117"/>
                  </a:cubicBezTo>
                  <a:cubicBezTo>
                    <a:pt x="149142" y="361256"/>
                    <a:pt x="148896" y="367396"/>
                    <a:pt x="148643" y="373721"/>
                  </a:cubicBezTo>
                  <a:cubicBezTo>
                    <a:pt x="147906" y="373721"/>
                    <a:pt x="147170" y="373721"/>
                    <a:pt x="146411" y="373721"/>
                  </a:cubicBezTo>
                  <a:cubicBezTo>
                    <a:pt x="146396" y="374168"/>
                    <a:pt x="146381" y="374615"/>
                    <a:pt x="146366" y="375075"/>
                  </a:cubicBezTo>
                  <a:cubicBezTo>
                    <a:pt x="146295" y="377089"/>
                    <a:pt x="146214" y="379102"/>
                    <a:pt x="146132" y="381116"/>
                  </a:cubicBezTo>
                  <a:cubicBezTo>
                    <a:pt x="146109" y="381819"/>
                    <a:pt x="146086" y="382523"/>
                    <a:pt x="146062" y="383248"/>
                  </a:cubicBezTo>
                  <a:cubicBezTo>
                    <a:pt x="146033" y="383917"/>
                    <a:pt x="146004" y="384586"/>
                    <a:pt x="145975" y="385275"/>
                  </a:cubicBezTo>
                  <a:cubicBezTo>
                    <a:pt x="145951" y="385895"/>
                    <a:pt x="145928" y="386514"/>
                    <a:pt x="145904" y="387153"/>
                  </a:cubicBezTo>
                  <a:cubicBezTo>
                    <a:pt x="145825" y="387632"/>
                    <a:pt x="145747" y="388110"/>
                    <a:pt x="145666" y="388604"/>
                  </a:cubicBezTo>
                  <a:cubicBezTo>
                    <a:pt x="145175" y="388849"/>
                    <a:pt x="144684" y="389095"/>
                    <a:pt x="144178" y="389348"/>
                  </a:cubicBezTo>
                  <a:cubicBezTo>
                    <a:pt x="143957" y="392063"/>
                    <a:pt x="143868" y="394750"/>
                    <a:pt x="143822" y="397472"/>
                  </a:cubicBezTo>
                  <a:cubicBezTo>
                    <a:pt x="143769" y="398985"/>
                    <a:pt x="143610" y="400494"/>
                    <a:pt x="143434" y="401998"/>
                  </a:cubicBezTo>
                  <a:cubicBezTo>
                    <a:pt x="142697" y="402244"/>
                    <a:pt x="141961" y="402489"/>
                    <a:pt x="141202" y="402742"/>
                  </a:cubicBezTo>
                  <a:cubicBezTo>
                    <a:pt x="140847" y="405154"/>
                    <a:pt x="140847" y="405154"/>
                    <a:pt x="140830" y="407951"/>
                  </a:cubicBezTo>
                  <a:cubicBezTo>
                    <a:pt x="140760" y="410835"/>
                    <a:pt x="140760" y="410835"/>
                    <a:pt x="140457" y="413160"/>
                  </a:cubicBezTo>
                  <a:cubicBezTo>
                    <a:pt x="139721" y="413406"/>
                    <a:pt x="138984" y="413651"/>
                    <a:pt x="138225" y="413904"/>
                  </a:cubicBezTo>
                  <a:cubicBezTo>
                    <a:pt x="137785" y="416166"/>
                    <a:pt x="137785" y="416166"/>
                    <a:pt x="137713" y="418788"/>
                  </a:cubicBezTo>
                  <a:cubicBezTo>
                    <a:pt x="137640" y="420124"/>
                    <a:pt x="137640" y="420124"/>
                    <a:pt x="137565" y="421488"/>
                  </a:cubicBezTo>
                  <a:cubicBezTo>
                    <a:pt x="137537" y="422178"/>
                    <a:pt x="137510" y="422868"/>
                    <a:pt x="137481" y="423578"/>
                  </a:cubicBezTo>
                  <a:cubicBezTo>
                    <a:pt x="136744" y="423578"/>
                    <a:pt x="136008" y="423578"/>
                    <a:pt x="135248" y="423578"/>
                  </a:cubicBezTo>
                  <a:cubicBezTo>
                    <a:pt x="135274" y="424268"/>
                    <a:pt x="135300" y="424958"/>
                    <a:pt x="135327" y="425668"/>
                  </a:cubicBezTo>
                  <a:cubicBezTo>
                    <a:pt x="135347" y="426559"/>
                    <a:pt x="135367" y="427450"/>
                    <a:pt x="135388" y="428369"/>
                  </a:cubicBezTo>
                  <a:cubicBezTo>
                    <a:pt x="135414" y="429258"/>
                    <a:pt x="135440" y="430147"/>
                    <a:pt x="135467" y="431063"/>
                  </a:cubicBezTo>
                  <a:cubicBezTo>
                    <a:pt x="135395" y="431785"/>
                    <a:pt x="135323" y="432508"/>
                    <a:pt x="135248" y="433252"/>
                  </a:cubicBezTo>
                  <a:cubicBezTo>
                    <a:pt x="134512" y="433498"/>
                    <a:pt x="133775" y="433743"/>
                    <a:pt x="133016" y="433996"/>
                  </a:cubicBezTo>
                  <a:cubicBezTo>
                    <a:pt x="132577" y="435915"/>
                    <a:pt x="132577" y="435915"/>
                    <a:pt x="132504" y="438135"/>
                  </a:cubicBezTo>
                  <a:cubicBezTo>
                    <a:pt x="132456" y="438888"/>
                    <a:pt x="132407" y="439641"/>
                    <a:pt x="132356" y="440417"/>
                  </a:cubicBezTo>
                  <a:cubicBezTo>
                    <a:pt x="132328" y="441000"/>
                    <a:pt x="132301" y="441582"/>
                    <a:pt x="132272" y="442182"/>
                  </a:cubicBezTo>
                  <a:cubicBezTo>
                    <a:pt x="131781" y="442182"/>
                    <a:pt x="131290" y="442182"/>
                    <a:pt x="130784" y="442182"/>
                  </a:cubicBezTo>
                  <a:cubicBezTo>
                    <a:pt x="130319" y="443849"/>
                    <a:pt x="130319" y="443849"/>
                    <a:pt x="130040" y="445856"/>
                  </a:cubicBezTo>
                  <a:cubicBezTo>
                    <a:pt x="129714" y="447923"/>
                    <a:pt x="129714" y="447923"/>
                    <a:pt x="129295" y="449623"/>
                  </a:cubicBezTo>
                  <a:cubicBezTo>
                    <a:pt x="128804" y="449869"/>
                    <a:pt x="128313" y="450114"/>
                    <a:pt x="127807" y="450367"/>
                  </a:cubicBezTo>
                  <a:cubicBezTo>
                    <a:pt x="127459" y="452120"/>
                    <a:pt x="127459" y="452120"/>
                    <a:pt x="127342" y="454134"/>
                  </a:cubicBezTo>
                  <a:cubicBezTo>
                    <a:pt x="127286" y="454818"/>
                    <a:pt x="127231" y="455502"/>
                    <a:pt x="127173" y="456207"/>
                  </a:cubicBezTo>
                  <a:cubicBezTo>
                    <a:pt x="127137" y="456736"/>
                    <a:pt x="127100" y="457264"/>
                    <a:pt x="127063" y="457809"/>
                  </a:cubicBezTo>
                  <a:cubicBezTo>
                    <a:pt x="126326" y="457809"/>
                    <a:pt x="125590" y="457809"/>
                    <a:pt x="124831" y="457809"/>
                  </a:cubicBezTo>
                  <a:cubicBezTo>
                    <a:pt x="124585" y="460264"/>
                    <a:pt x="124339" y="462720"/>
                    <a:pt x="124086" y="465250"/>
                  </a:cubicBezTo>
                  <a:cubicBezTo>
                    <a:pt x="123350" y="465250"/>
                    <a:pt x="122613" y="465250"/>
                    <a:pt x="121854" y="465250"/>
                  </a:cubicBezTo>
                  <a:cubicBezTo>
                    <a:pt x="121608" y="467460"/>
                    <a:pt x="121363" y="469670"/>
                    <a:pt x="121110" y="471947"/>
                  </a:cubicBezTo>
                  <a:cubicBezTo>
                    <a:pt x="120373" y="471947"/>
                    <a:pt x="119636" y="471947"/>
                    <a:pt x="118877" y="471947"/>
                  </a:cubicBezTo>
                  <a:cubicBezTo>
                    <a:pt x="118903" y="472422"/>
                    <a:pt x="118929" y="472897"/>
                    <a:pt x="118956" y="473386"/>
                  </a:cubicBezTo>
                  <a:cubicBezTo>
                    <a:pt x="118976" y="474001"/>
                    <a:pt x="118996" y="474616"/>
                    <a:pt x="119017" y="475249"/>
                  </a:cubicBezTo>
                  <a:cubicBezTo>
                    <a:pt x="119043" y="475862"/>
                    <a:pt x="119069" y="476475"/>
                    <a:pt x="119095" y="477107"/>
                  </a:cubicBezTo>
                  <a:cubicBezTo>
                    <a:pt x="119023" y="477614"/>
                    <a:pt x="118952" y="478122"/>
                    <a:pt x="118877" y="478645"/>
                  </a:cubicBezTo>
                  <a:cubicBezTo>
                    <a:pt x="118141" y="478890"/>
                    <a:pt x="117404" y="479136"/>
                    <a:pt x="116645" y="479389"/>
                  </a:cubicBezTo>
                  <a:cubicBezTo>
                    <a:pt x="116093" y="482012"/>
                    <a:pt x="116093" y="482012"/>
                    <a:pt x="115901" y="484598"/>
                  </a:cubicBezTo>
                  <a:cubicBezTo>
                    <a:pt x="115164" y="484598"/>
                    <a:pt x="114427" y="484598"/>
                    <a:pt x="113668" y="484598"/>
                  </a:cubicBezTo>
                  <a:cubicBezTo>
                    <a:pt x="113423" y="486808"/>
                    <a:pt x="113177" y="489018"/>
                    <a:pt x="112924" y="491295"/>
                  </a:cubicBezTo>
                  <a:cubicBezTo>
                    <a:pt x="112188" y="491295"/>
                    <a:pt x="111451" y="491295"/>
                    <a:pt x="110692" y="491295"/>
                  </a:cubicBezTo>
                  <a:cubicBezTo>
                    <a:pt x="110738" y="492139"/>
                    <a:pt x="110784" y="492983"/>
                    <a:pt x="110831" y="493853"/>
                  </a:cubicBezTo>
                  <a:cubicBezTo>
                    <a:pt x="110785" y="494728"/>
                    <a:pt x="110739" y="495603"/>
                    <a:pt x="110692" y="496504"/>
                  </a:cubicBezTo>
                  <a:cubicBezTo>
                    <a:pt x="109955" y="496750"/>
                    <a:pt x="109218" y="496995"/>
                    <a:pt x="108459" y="497248"/>
                  </a:cubicBezTo>
                  <a:cubicBezTo>
                    <a:pt x="108206" y="498736"/>
                    <a:pt x="107958" y="500224"/>
                    <a:pt x="107715" y="501713"/>
                  </a:cubicBezTo>
                  <a:cubicBezTo>
                    <a:pt x="106979" y="502204"/>
                    <a:pt x="106242" y="502695"/>
                    <a:pt x="105483" y="503201"/>
                  </a:cubicBezTo>
                  <a:cubicBezTo>
                    <a:pt x="105210" y="504685"/>
                    <a:pt x="104961" y="506174"/>
                    <a:pt x="104739" y="507666"/>
                  </a:cubicBezTo>
                  <a:cubicBezTo>
                    <a:pt x="104248" y="507912"/>
                    <a:pt x="103756" y="508157"/>
                    <a:pt x="103250" y="508410"/>
                  </a:cubicBezTo>
                  <a:cubicBezTo>
                    <a:pt x="103005" y="509024"/>
                    <a:pt x="102759" y="509638"/>
                    <a:pt x="102506" y="510271"/>
                  </a:cubicBezTo>
                  <a:cubicBezTo>
                    <a:pt x="101762" y="512131"/>
                    <a:pt x="101762" y="512131"/>
                    <a:pt x="100274" y="512875"/>
                  </a:cubicBezTo>
                  <a:cubicBezTo>
                    <a:pt x="99971" y="514603"/>
                    <a:pt x="99720" y="516340"/>
                    <a:pt x="99530" y="518084"/>
                  </a:cubicBezTo>
                  <a:cubicBezTo>
                    <a:pt x="99039" y="518084"/>
                    <a:pt x="98547" y="518084"/>
                    <a:pt x="98041" y="518084"/>
                  </a:cubicBezTo>
                  <a:cubicBezTo>
                    <a:pt x="97811" y="518790"/>
                    <a:pt x="97581" y="519496"/>
                    <a:pt x="97344" y="520223"/>
                  </a:cubicBezTo>
                  <a:cubicBezTo>
                    <a:pt x="96553" y="522549"/>
                    <a:pt x="96553" y="522549"/>
                    <a:pt x="94321" y="524037"/>
                  </a:cubicBezTo>
                  <a:cubicBezTo>
                    <a:pt x="94060" y="524559"/>
                    <a:pt x="93799" y="525081"/>
                    <a:pt x="93530" y="525618"/>
                  </a:cubicBezTo>
                  <a:cubicBezTo>
                    <a:pt x="93185" y="526309"/>
                    <a:pt x="93185" y="526309"/>
                    <a:pt x="92832" y="527014"/>
                  </a:cubicBezTo>
                  <a:cubicBezTo>
                    <a:pt x="92341" y="527014"/>
                    <a:pt x="91850" y="527014"/>
                    <a:pt x="91344" y="527014"/>
                  </a:cubicBezTo>
                  <a:cubicBezTo>
                    <a:pt x="91413" y="528050"/>
                    <a:pt x="91413" y="528050"/>
                    <a:pt x="91484" y="529107"/>
                  </a:cubicBezTo>
                  <a:cubicBezTo>
                    <a:pt x="91344" y="531479"/>
                    <a:pt x="91344" y="531479"/>
                    <a:pt x="90321" y="532688"/>
                  </a:cubicBezTo>
                  <a:cubicBezTo>
                    <a:pt x="89922" y="533025"/>
                    <a:pt x="89523" y="533363"/>
                    <a:pt x="89112" y="533711"/>
                  </a:cubicBezTo>
                  <a:cubicBezTo>
                    <a:pt x="88851" y="534233"/>
                    <a:pt x="88590" y="534755"/>
                    <a:pt x="88321" y="535292"/>
                  </a:cubicBezTo>
                  <a:cubicBezTo>
                    <a:pt x="87623" y="536688"/>
                    <a:pt x="87623" y="536688"/>
                    <a:pt x="86135" y="537432"/>
                  </a:cubicBezTo>
                  <a:cubicBezTo>
                    <a:pt x="86012" y="537923"/>
                    <a:pt x="85890" y="538414"/>
                    <a:pt x="85763" y="538920"/>
                  </a:cubicBezTo>
                  <a:cubicBezTo>
                    <a:pt x="85640" y="539411"/>
                    <a:pt x="85518" y="539902"/>
                    <a:pt x="85391" y="540408"/>
                  </a:cubicBezTo>
                  <a:cubicBezTo>
                    <a:pt x="84900" y="540654"/>
                    <a:pt x="84409" y="540899"/>
                    <a:pt x="83903" y="541152"/>
                  </a:cubicBezTo>
                  <a:cubicBezTo>
                    <a:pt x="83795" y="541659"/>
                    <a:pt x="83688" y="542165"/>
                    <a:pt x="83577" y="542687"/>
                  </a:cubicBezTo>
                  <a:cubicBezTo>
                    <a:pt x="83370" y="543401"/>
                    <a:pt x="83370" y="543401"/>
                    <a:pt x="83159" y="544129"/>
                  </a:cubicBezTo>
                  <a:cubicBezTo>
                    <a:pt x="82422" y="544129"/>
                    <a:pt x="81685" y="544129"/>
                    <a:pt x="80926" y="544129"/>
                  </a:cubicBezTo>
                  <a:cubicBezTo>
                    <a:pt x="80642" y="545361"/>
                    <a:pt x="80395" y="546603"/>
                    <a:pt x="80182" y="547850"/>
                  </a:cubicBezTo>
                  <a:cubicBezTo>
                    <a:pt x="79691" y="548095"/>
                    <a:pt x="79200" y="548341"/>
                    <a:pt x="78694" y="548594"/>
                  </a:cubicBezTo>
                  <a:cubicBezTo>
                    <a:pt x="78177" y="549873"/>
                    <a:pt x="77661" y="551152"/>
                    <a:pt x="77150" y="552434"/>
                  </a:cubicBezTo>
                  <a:cubicBezTo>
                    <a:pt x="76101" y="554519"/>
                    <a:pt x="74399" y="555908"/>
                    <a:pt x="72741" y="557523"/>
                  </a:cubicBezTo>
                  <a:cubicBezTo>
                    <a:pt x="72467" y="558509"/>
                    <a:pt x="72211" y="559500"/>
                    <a:pt x="71997" y="560500"/>
                  </a:cubicBezTo>
                  <a:cubicBezTo>
                    <a:pt x="71260" y="560746"/>
                    <a:pt x="70523" y="560991"/>
                    <a:pt x="69764" y="561244"/>
                  </a:cubicBezTo>
                  <a:cubicBezTo>
                    <a:pt x="69244" y="562224"/>
                    <a:pt x="68747" y="563216"/>
                    <a:pt x="68276" y="564221"/>
                  </a:cubicBezTo>
                  <a:cubicBezTo>
                    <a:pt x="67785" y="564466"/>
                    <a:pt x="67294" y="564712"/>
                    <a:pt x="66788" y="564965"/>
                  </a:cubicBezTo>
                  <a:cubicBezTo>
                    <a:pt x="66542" y="565702"/>
                    <a:pt x="66296" y="566438"/>
                    <a:pt x="66043" y="567197"/>
                  </a:cubicBezTo>
                  <a:cubicBezTo>
                    <a:pt x="65552" y="567443"/>
                    <a:pt x="65061" y="567688"/>
                    <a:pt x="64555" y="567941"/>
                  </a:cubicBezTo>
                  <a:cubicBezTo>
                    <a:pt x="64310" y="568433"/>
                    <a:pt x="64064" y="568924"/>
                    <a:pt x="63811" y="569430"/>
                  </a:cubicBezTo>
                  <a:cubicBezTo>
                    <a:pt x="63067" y="570918"/>
                    <a:pt x="63067" y="570918"/>
                    <a:pt x="61579" y="571662"/>
                  </a:cubicBezTo>
                  <a:cubicBezTo>
                    <a:pt x="61495" y="572165"/>
                    <a:pt x="61412" y="572667"/>
                    <a:pt x="61326" y="573185"/>
                  </a:cubicBezTo>
                  <a:cubicBezTo>
                    <a:pt x="61083" y="573905"/>
                    <a:pt x="61083" y="573905"/>
                    <a:pt x="60834" y="574639"/>
                  </a:cubicBezTo>
                  <a:cubicBezTo>
                    <a:pt x="59297" y="574929"/>
                    <a:pt x="59297" y="574929"/>
                    <a:pt x="57439" y="574825"/>
                  </a:cubicBezTo>
                  <a:cubicBezTo>
                    <a:pt x="56824" y="574798"/>
                    <a:pt x="56210" y="574771"/>
                    <a:pt x="55576" y="574743"/>
                  </a:cubicBezTo>
                  <a:cubicBezTo>
                    <a:pt x="54864" y="574692"/>
                    <a:pt x="54864" y="574692"/>
                    <a:pt x="54137" y="574639"/>
                  </a:cubicBezTo>
                  <a:cubicBezTo>
                    <a:pt x="54137" y="573656"/>
                    <a:pt x="54137" y="572674"/>
                    <a:pt x="54137" y="571662"/>
                  </a:cubicBezTo>
                  <a:cubicBezTo>
                    <a:pt x="52871" y="571777"/>
                    <a:pt x="52871" y="571777"/>
                    <a:pt x="51579" y="571895"/>
                  </a:cubicBezTo>
                  <a:cubicBezTo>
                    <a:pt x="50704" y="571818"/>
                    <a:pt x="49830" y="571741"/>
                    <a:pt x="48928" y="571662"/>
                  </a:cubicBezTo>
                  <a:cubicBezTo>
                    <a:pt x="48821" y="571048"/>
                    <a:pt x="48713" y="570434"/>
                    <a:pt x="48603" y="569802"/>
                  </a:cubicBezTo>
                  <a:cubicBezTo>
                    <a:pt x="48464" y="569188"/>
                    <a:pt x="48326" y="568574"/>
                    <a:pt x="48184" y="567941"/>
                  </a:cubicBezTo>
                  <a:cubicBezTo>
                    <a:pt x="46123" y="567565"/>
                    <a:pt x="44343" y="567774"/>
                    <a:pt x="42231" y="567941"/>
                  </a:cubicBezTo>
                  <a:cubicBezTo>
                    <a:pt x="42231" y="567205"/>
                    <a:pt x="42231" y="566468"/>
                    <a:pt x="42231" y="565709"/>
                  </a:cubicBezTo>
                  <a:cubicBezTo>
                    <a:pt x="40915" y="565186"/>
                    <a:pt x="40915" y="565186"/>
                    <a:pt x="39301" y="564965"/>
                  </a:cubicBezTo>
                  <a:cubicBezTo>
                    <a:pt x="37653" y="564686"/>
                    <a:pt x="37653" y="564686"/>
                    <a:pt x="36278" y="564221"/>
                  </a:cubicBezTo>
                  <a:cubicBezTo>
                    <a:pt x="35909" y="563116"/>
                    <a:pt x="35909" y="563116"/>
                    <a:pt x="35534" y="561988"/>
                  </a:cubicBezTo>
                  <a:cubicBezTo>
                    <a:pt x="34148" y="561665"/>
                    <a:pt x="34148" y="561665"/>
                    <a:pt x="32557" y="561663"/>
                  </a:cubicBezTo>
                  <a:cubicBezTo>
                    <a:pt x="30909" y="561526"/>
                    <a:pt x="30909" y="561526"/>
                    <a:pt x="29581" y="561244"/>
                  </a:cubicBezTo>
                  <a:cubicBezTo>
                    <a:pt x="29304" y="560260"/>
                    <a:pt x="29055" y="559267"/>
                    <a:pt x="28836" y="558268"/>
                  </a:cubicBezTo>
                  <a:cubicBezTo>
                    <a:pt x="27105" y="557989"/>
                    <a:pt x="25368" y="557741"/>
                    <a:pt x="23627" y="557523"/>
                  </a:cubicBezTo>
                  <a:cubicBezTo>
                    <a:pt x="23382" y="556787"/>
                    <a:pt x="23136" y="556050"/>
                    <a:pt x="22883" y="555291"/>
                  </a:cubicBezTo>
                  <a:cubicBezTo>
                    <a:pt x="22039" y="555184"/>
                    <a:pt x="21195" y="555076"/>
                    <a:pt x="20325" y="554965"/>
                  </a:cubicBezTo>
                  <a:cubicBezTo>
                    <a:pt x="19450" y="554827"/>
                    <a:pt x="18576" y="554689"/>
                    <a:pt x="17674" y="554547"/>
                  </a:cubicBezTo>
                  <a:cubicBezTo>
                    <a:pt x="17165" y="553561"/>
                    <a:pt x="16670" y="552569"/>
                    <a:pt x="16186" y="551570"/>
                  </a:cubicBezTo>
                  <a:cubicBezTo>
                    <a:pt x="13547" y="550604"/>
                    <a:pt x="13547" y="550604"/>
                    <a:pt x="10977" y="550082"/>
                  </a:cubicBezTo>
                  <a:cubicBezTo>
                    <a:pt x="11835" y="542728"/>
                    <a:pt x="11835" y="542728"/>
                    <a:pt x="12465" y="541152"/>
                  </a:cubicBezTo>
                  <a:cubicBezTo>
                    <a:pt x="13202" y="540907"/>
                    <a:pt x="13939" y="540661"/>
                    <a:pt x="14698" y="540408"/>
                  </a:cubicBezTo>
                  <a:cubicBezTo>
                    <a:pt x="14975" y="539424"/>
                    <a:pt x="15223" y="538431"/>
                    <a:pt x="15442" y="537432"/>
                  </a:cubicBezTo>
                  <a:cubicBezTo>
                    <a:pt x="15933" y="537186"/>
                    <a:pt x="16424" y="536941"/>
                    <a:pt x="16930" y="536688"/>
                  </a:cubicBezTo>
                  <a:cubicBezTo>
                    <a:pt x="17176" y="536196"/>
                    <a:pt x="17421" y="535705"/>
                    <a:pt x="17674" y="535199"/>
                  </a:cubicBezTo>
                  <a:cubicBezTo>
                    <a:pt x="18418" y="533711"/>
                    <a:pt x="18418" y="533711"/>
                    <a:pt x="19907" y="532967"/>
                  </a:cubicBezTo>
                  <a:cubicBezTo>
                    <a:pt x="20123" y="532422"/>
                    <a:pt x="20338" y="531877"/>
                    <a:pt x="20561" y="531316"/>
                  </a:cubicBezTo>
                  <a:cubicBezTo>
                    <a:pt x="21517" y="528944"/>
                    <a:pt x="22787" y="527193"/>
                    <a:pt x="24325" y="525153"/>
                  </a:cubicBezTo>
                  <a:cubicBezTo>
                    <a:pt x="25843" y="523133"/>
                    <a:pt x="27283" y="521172"/>
                    <a:pt x="28560" y="518991"/>
                  </a:cubicBezTo>
                  <a:cubicBezTo>
                    <a:pt x="29581" y="517340"/>
                    <a:pt x="29581" y="517340"/>
                    <a:pt x="31069" y="516596"/>
                  </a:cubicBezTo>
                  <a:cubicBezTo>
                    <a:pt x="31053" y="515982"/>
                    <a:pt x="31038" y="515368"/>
                    <a:pt x="31022" y="514735"/>
                  </a:cubicBezTo>
                  <a:cubicBezTo>
                    <a:pt x="31038" y="514121"/>
                    <a:pt x="31053" y="513508"/>
                    <a:pt x="31069" y="512875"/>
                  </a:cubicBezTo>
                  <a:cubicBezTo>
                    <a:pt x="31805" y="512629"/>
                    <a:pt x="32542" y="512384"/>
                    <a:pt x="33301" y="512131"/>
                  </a:cubicBezTo>
                  <a:cubicBezTo>
                    <a:pt x="33813" y="510897"/>
                    <a:pt x="34310" y="509657"/>
                    <a:pt x="34790" y="508410"/>
                  </a:cubicBezTo>
                  <a:cubicBezTo>
                    <a:pt x="35281" y="508410"/>
                    <a:pt x="35772" y="508410"/>
                    <a:pt x="36278" y="508410"/>
                  </a:cubicBezTo>
                  <a:cubicBezTo>
                    <a:pt x="36523" y="506937"/>
                    <a:pt x="36769" y="505463"/>
                    <a:pt x="37022" y="503945"/>
                  </a:cubicBezTo>
                  <a:cubicBezTo>
                    <a:pt x="37759" y="503945"/>
                    <a:pt x="38495" y="503945"/>
                    <a:pt x="39254" y="503945"/>
                  </a:cubicBezTo>
                  <a:cubicBezTo>
                    <a:pt x="39185" y="502863"/>
                    <a:pt x="39185" y="502863"/>
                    <a:pt x="39115" y="501759"/>
                  </a:cubicBezTo>
                  <a:cubicBezTo>
                    <a:pt x="39161" y="501007"/>
                    <a:pt x="39207" y="500255"/>
                    <a:pt x="39254" y="499481"/>
                  </a:cubicBezTo>
                  <a:cubicBezTo>
                    <a:pt x="39991" y="499235"/>
                    <a:pt x="40728" y="498989"/>
                    <a:pt x="41487" y="498736"/>
                  </a:cubicBezTo>
                  <a:cubicBezTo>
                    <a:pt x="42001" y="497254"/>
                    <a:pt x="42498" y="495766"/>
                    <a:pt x="42975" y="494272"/>
                  </a:cubicBezTo>
                  <a:cubicBezTo>
                    <a:pt x="43466" y="494272"/>
                    <a:pt x="43957" y="494272"/>
                    <a:pt x="44463" y="494272"/>
                  </a:cubicBezTo>
                  <a:cubicBezTo>
                    <a:pt x="44709" y="492798"/>
                    <a:pt x="44954" y="491325"/>
                    <a:pt x="45207" y="489807"/>
                  </a:cubicBezTo>
                  <a:cubicBezTo>
                    <a:pt x="45944" y="489807"/>
                    <a:pt x="46681" y="489807"/>
                    <a:pt x="47440" y="489807"/>
                  </a:cubicBezTo>
                  <a:cubicBezTo>
                    <a:pt x="47371" y="488771"/>
                    <a:pt x="47371" y="488771"/>
                    <a:pt x="47300" y="487714"/>
                  </a:cubicBezTo>
                  <a:cubicBezTo>
                    <a:pt x="47462" y="484959"/>
                    <a:pt x="47809" y="484899"/>
                    <a:pt x="49672" y="483109"/>
                  </a:cubicBezTo>
                  <a:cubicBezTo>
                    <a:pt x="50213" y="480796"/>
                    <a:pt x="50213" y="480796"/>
                    <a:pt x="50416" y="478645"/>
                  </a:cubicBezTo>
                  <a:cubicBezTo>
                    <a:pt x="51153" y="478645"/>
                    <a:pt x="51890" y="478645"/>
                    <a:pt x="52649" y="478645"/>
                  </a:cubicBezTo>
                  <a:cubicBezTo>
                    <a:pt x="52894" y="476926"/>
                    <a:pt x="53140" y="475207"/>
                    <a:pt x="53393" y="473436"/>
                  </a:cubicBezTo>
                  <a:cubicBezTo>
                    <a:pt x="54130" y="473436"/>
                    <a:pt x="54866" y="473436"/>
                    <a:pt x="55625" y="473436"/>
                  </a:cubicBezTo>
                  <a:cubicBezTo>
                    <a:pt x="55579" y="472469"/>
                    <a:pt x="55533" y="471502"/>
                    <a:pt x="55486" y="470506"/>
                  </a:cubicBezTo>
                  <a:cubicBezTo>
                    <a:pt x="55407" y="468857"/>
                    <a:pt x="55407" y="468857"/>
                    <a:pt x="55625" y="467482"/>
                  </a:cubicBezTo>
                  <a:cubicBezTo>
                    <a:pt x="56362" y="467237"/>
                    <a:pt x="57099" y="466991"/>
                    <a:pt x="57858" y="466738"/>
                  </a:cubicBezTo>
                  <a:cubicBezTo>
                    <a:pt x="58410" y="464115"/>
                    <a:pt x="58410" y="464115"/>
                    <a:pt x="58602" y="461529"/>
                  </a:cubicBezTo>
                  <a:cubicBezTo>
                    <a:pt x="59093" y="461529"/>
                    <a:pt x="59584" y="461529"/>
                    <a:pt x="60090" y="461529"/>
                  </a:cubicBezTo>
                  <a:cubicBezTo>
                    <a:pt x="60553" y="459995"/>
                    <a:pt x="60805" y="458456"/>
                    <a:pt x="61087" y="456878"/>
                  </a:cubicBezTo>
                  <a:cubicBezTo>
                    <a:pt x="61330" y="456234"/>
                    <a:pt x="61330" y="456234"/>
                    <a:pt x="61579" y="455576"/>
                  </a:cubicBezTo>
                  <a:cubicBezTo>
                    <a:pt x="62315" y="455576"/>
                    <a:pt x="63052" y="455576"/>
                    <a:pt x="63811" y="455576"/>
                  </a:cubicBezTo>
                  <a:cubicBezTo>
                    <a:pt x="63772" y="454864"/>
                    <a:pt x="63772" y="454864"/>
                    <a:pt x="63733" y="454137"/>
                  </a:cubicBezTo>
                  <a:cubicBezTo>
                    <a:pt x="63712" y="453522"/>
                    <a:pt x="63692" y="452908"/>
                    <a:pt x="63671" y="452274"/>
                  </a:cubicBezTo>
                  <a:cubicBezTo>
                    <a:pt x="63646" y="451661"/>
                    <a:pt x="63620" y="451048"/>
                    <a:pt x="63593" y="450417"/>
                  </a:cubicBezTo>
                  <a:cubicBezTo>
                    <a:pt x="63665" y="449909"/>
                    <a:pt x="63737" y="449402"/>
                    <a:pt x="63811" y="448879"/>
                  </a:cubicBezTo>
                  <a:cubicBezTo>
                    <a:pt x="64548" y="448633"/>
                    <a:pt x="65284" y="448388"/>
                    <a:pt x="66043" y="448135"/>
                  </a:cubicBezTo>
                  <a:cubicBezTo>
                    <a:pt x="66479" y="446731"/>
                    <a:pt x="66479" y="446731"/>
                    <a:pt x="66555" y="445112"/>
                  </a:cubicBezTo>
                  <a:cubicBezTo>
                    <a:pt x="66632" y="444145"/>
                    <a:pt x="66708" y="443178"/>
                    <a:pt x="66788" y="442182"/>
                  </a:cubicBezTo>
                  <a:cubicBezTo>
                    <a:pt x="67524" y="442182"/>
                    <a:pt x="68261" y="442182"/>
                    <a:pt x="69020" y="442182"/>
                  </a:cubicBezTo>
                  <a:cubicBezTo>
                    <a:pt x="69056" y="441653"/>
                    <a:pt x="69093" y="441125"/>
                    <a:pt x="69130" y="440580"/>
                  </a:cubicBezTo>
                  <a:cubicBezTo>
                    <a:pt x="69186" y="439896"/>
                    <a:pt x="69242" y="439212"/>
                    <a:pt x="69299" y="438507"/>
                  </a:cubicBezTo>
                  <a:cubicBezTo>
                    <a:pt x="69351" y="437825"/>
                    <a:pt x="69403" y="437143"/>
                    <a:pt x="69456" y="436441"/>
                  </a:cubicBezTo>
                  <a:cubicBezTo>
                    <a:pt x="69558" y="435880"/>
                    <a:pt x="69659" y="435318"/>
                    <a:pt x="69764" y="434740"/>
                  </a:cubicBezTo>
                  <a:cubicBezTo>
                    <a:pt x="70255" y="434495"/>
                    <a:pt x="70746" y="434249"/>
                    <a:pt x="71252" y="433996"/>
                  </a:cubicBezTo>
                  <a:cubicBezTo>
                    <a:pt x="71516" y="432073"/>
                    <a:pt x="71583" y="430168"/>
                    <a:pt x="71668" y="428229"/>
                  </a:cubicBezTo>
                  <a:cubicBezTo>
                    <a:pt x="71776" y="427677"/>
                    <a:pt x="71885" y="427124"/>
                    <a:pt x="71997" y="426555"/>
                  </a:cubicBezTo>
                  <a:cubicBezTo>
                    <a:pt x="72733" y="426309"/>
                    <a:pt x="73470" y="426064"/>
                    <a:pt x="74229" y="425811"/>
                  </a:cubicBezTo>
                  <a:cubicBezTo>
                    <a:pt x="74667" y="424063"/>
                    <a:pt x="74667" y="424063"/>
                    <a:pt x="74741" y="422043"/>
                  </a:cubicBezTo>
                  <a:cubicBezTo>
                    <a:pt x="74789" y="421359"/>
                    <a:pt x="74838" y="420676"/>
                    <a:pt x="74889" y="419971"/>
                  </a:cubicBezTo>
                  <a:cubicBezTo>
                    <a:pt x="74917" y="419442"/>
                    <a:pt x="74944" y="418914"/>
                    <a:pt x="74973" y="418369"/>
                  </a:cubicBezTo>
                  <a:cubicBezTo>
                    <a:pt x="75710" y="418369"/>
                    <a:pt x="76446" y="418369"/>
                    <a:pt x="77206" y="418369"/>
                  </a:cubicBezTo>
                  <a:cubicBezTo>
                    <a:pt x="77451" y="415177"/>
                    <a:pt x="77697" y="411984"/>
                    <a:pt x="77950" y="408695"/>
                  </a:cubicBezTo>
                  <a:cubicBezTo>
                    <a:pt x="78686" y="408695"/>
                    <a:pt x="79423" y="408695"/>
                    <a:pt x="80182" y="408695"/>
                  </a:cubicBezTo>
                  <a:cubicBezTo>
                    <a:pt x="80182" y="405257"/>
                    <a:pt x="80182" y="401820"/>
                    <a:pt x="80182" y="398277"/>
                  </a:cubicBezTo>
                  <a:cubicBezTo>
                    <a:pt x="81164" y="398277"/>
                    <a:pt x="82147" y="398277"/>
                    <a:pt x="83159" y="398277"/>
                  </a:cubicBezTo>
                  <a:cubicBezTo>
                    <a:pt x="83159" y="394839"/>
                    <a:pt x="83159" y="391402"/>
                    <a:pt x="83159" y="387859"/>
                  </a:cubicBezTo>
                  <a:cubicBezTo>
                    <a:pt x="83895" y="387859"/>
                    <a:pt x="84632" y="387859"/>
                    <a:pt x="85391" y="387859"/>
                  </a:cubicBezTo>
                  <a:cubicBezTo>
                    <a:pt x="85446" y="386503"/>
                    <a:pt x="85446" y="386503"/>
                    <a:pt x="85502" y="385118"/>
                  </a:cubicBezTo>
                  <a:cubicBezTo>
                    <a:pt x="85557" y="383939"/>
                    <a:pt x="85614" y="382760"/>
                    <a:pt x="85670" y="381581"/>
                  </a:cubicBezTo>
                  <a:cubicBezTo>
                    <a:pt x="85693" y="380984"/>
                    <a:pt x="85716" y="380386"/>
                    <a:pt x="85740" y="379771"/>
                  </a:cubicBezTo>
                  <a:cubicBezTo>
                    <a:pt x="85817" y="378247"/>
                    <a:pt x="85971" y="376727"/>
                    <a:pt x="86135" y="375209"/>
                  </a:cubicBezTo>
                  <a:cubicBezTo>
                    <a:pt x="86626" y="374963"/>
                    <a:pt x="87117" y="374718"/>
                    <a:pt x="87623" y="374465"/>
                  </a:cubicBezTo>
                  <a:cubicBezTo>
                    <a:pt x="87865" y="372973"/>
                    <a:pt x="87865" y="372973"/>
                    <a:pt x="87853" y="371189"/>
                  </a:cubicBezTo>
                  <a:cubicBezTo>
                    <a:pt x="87872" y="370527"/>
                    <a:pt x="87891" y="369864"/>
                    <a:pt x="87910" y="369182"/>
                  </a:cubicBezTo>
                  <a:cubicBezTo>
                    <a:pt x="87936" y="367777"/>
                    <a:pt x="87959" y="366372"/>
                    <a:pt x="87980" y="364967"/>
                  </a:cubicBezTo>
                  <a:cubicBezTo>
                    <a:pt x="87999" y="364304"/>
                    <a:pt x="88019" y="363640"/>
                    <a:pt x="88039" y="362957"/>
                  </a:cubicBezTo>
                  <a:cubicBezTo>
                    <a:pt x="88049" y="362346"/>
                    <a:pt x="88059" y="361735"/>
                    <a:pt x="88070" y="361105"/>
                  </a:cubicBezTo>
                  <a:cubicBezTo>
                    <a:pt x="88168" y="360603"/>
                    <a:pt x="88266" y="360100"/>
                    <a:pt x="88368" y="359582"/>
                  </a:cubicBezTo>
                  <a:cubicBezTo>
                    <a:pt x="89104" y="359091"/>
                    <a:pt x="89841" y="358600"/>
                    <a:pt x="90600" y="358094"/>
                  </a:cubicBezTo>
                  <a:cubicBezTo>
                    <a:pt x="90944" y="355942"/>
                    <a:pt x="90944" y="355942"/>
                    <a:pt x="90902" y="353417"/>
                  </a:cubicBezTo>
                  <a:cubicBezTo>
                    <a:pt x="90927" y="352019"/>
                    <a:pt x="90927" y="352019"/>
                    <a:pt x="90952" y="350593"/>
                  </a:cubicBezTo>
                  <a:cubicBezTo>
                    <a:pt x="90965" y="348614"/>
                    <a:pt x="90979" y="346636"/>
                    <a:pt x="90992" y="344657"/>
                  </a:cubicBezTo>
                  <a:cubicBezTo>
                    <a:pt x="91017" y="343261"/>
                    <a:pt x="91017" y="343261"/>
                    <a:pt x="91042" y="341836"/>
                  </a:cubicBezTo>
                  <a:cubicBezTo>
                    <a:pt x="91047" y="340977"/>
                    <a:pt x="91052" y="340117"/>
                    <a:pt x="91058" y="339231"/>
                  </a:cubicBezTo>
                  <a:cubicBezTo>
                    <a:pt x="91152" y="338580"/>
                    <a:pt x="91247" y="337929"/>
                    <a:pt x="91344" y="337258"/>
                  </a:cubicBezTo>
                  <a:cubicBezTo>
                    <a:pt x="92081" y="337012"/>
                    <a:pt x="92818" y="336767"/>
                    <a:pt x="93577" y="336514"/>
                  </a:cubicBezTo>
                  <a:cubicBezTo>
                    <a:pt x="93917" y="334809"/>
                    <a:pt x="93917" y="334809"/>
                    <a:pt x="93855" y="332710"/>
                  </a:cubicBezTo>
                  <a:cubicBezTo>
                    <a:pt x="93860" y="331886"/>
                    <a:pt x="93866" y="331062"/>
                    <a:pt x="93871" y="330212"/>
                  </a:cubicBezTo>
                  <a:cubicBezTo>
                    <a:pt x="93865" y="329300"/>
                    <a:pt x="93860" y="328388"/>
                    <a:pt x="93854" y="327448"/>
                  </a:cubicBezTo>
                  <a:cubicBezTo>
                    <a:pt x="93856" y="326493"/>
                    <a:pt x="93859" y="325539"/>
                    <a:pt x="93862" y="324555"/>
                  </a:cubicBezTo>
                  <a:cubicBezTo>
                    <a:pt x="93869" y="321929"/>
                    <a:pt x="93862" y="319303"/>
                    <a:pt x="93852" y="316677"/>
                  </a:cubicBezTo>
                  <a:cubicBezTo>
                    <a:pt x="93844" y="313933"/>
                    <a:pt x="93847" y="311189"/>
                    <a:pt x="93848" y="308445"/>
                  </a:cubicBezTo>
                  <a:cubicBezTo>
                    <a:pt x="93849" y="303834"/>
                    <a:pt x="93840" y="299224"/>
                    <a:pt x="93827" y="294613"/>
                  </a:cubicBezTo>
                  <a:cubicBezTo>
                    <a:pt x="93811" y="289280"/>
                    <a:pt x="93808" y="283947"/>
                    <a:pt x="93813" y="278614"/>
                  </a:cubicBezTo>
                  <a:cubicBezTo>
                    <a:pt x="93817" y="273490"/>
                    <a:pt x="93813" y="268365"/>
                    <a:pt x="93805" y="263241"/>
                  </a:cubicBezTo>
                  <a:cubicBezTo>
                    <a:pt x="93801" y="261058"/>
                    <a:pt x="93801" y="258875"/>
                    <a:pt x="93802" y="256692"/>
                  </a:cubicBezTo>
                  <a:cubicBezTo>
                    <a:pt x="93804" y="253643"/>
                    <a:pt x="93793" y="250594"/>
                    <a:pt x="93781" y="247546"/>
                  </a:cubicBezTo>
                  <a:cubicBezTo>
                    <a:pt x="93783" y="246636"/>
                    <a:pt x="93785" y="245727"/>
                    <a:pt x="93787" y="244790"/>
                  </a:cubicBezTo>
                  <a:cubicBezTo>
                    <a:pt x="93781" y="243962"/>
                    <a:pt x="93776" y="243133"/>
                    <a:pt x="93771" y="242280"/>
                  </a:cubicBezTo>
                  <a:cubicBezTo>
                    <a:pt x="93769" y="241558"/>
                    <a:pt x="93768" y="240837"/>
                    <a:pt x="93766" y="240094"/>
                  </a:cubicBezTo>
                  <a:cubicBezTo>
                    <a:pt x="93698" y="238094"/>
                    <a:pt x="93698" y="238094"/>
                    <a:pt x="92088" y="236055"/>
                  </a:cubicBezTo>
                  <a:cubicBezTo>
                    <a:pt x="91843" y="236055"/>
                    <a:pt x="91597" y="236055"/>
                    <a:pt x="91344" y="236055"/>
                  </a:cubicBezTo>
                  <a:cubicBezTo>
                    <a:pt x="91333" y="235427"/>
                    <a:pt x="91322" y="234800"/>
                    <a:pt x="91311" y="234154"/>
                  </a:cubicBezTo>
                  <a:cubicBezTo>
                    <a:pt x="91266" y="231833"/>
                    <a:pt x="91211" y="229514"/>
                    <a:pt x="91149" y="227194"/>
                  </a:cubicBezTo>
                  <a:cubicBezTo>
                    <a:pt x="91124" y="226188"/>
                    <a:pt x="91103" y="225183"/>
                    <a:pt x="91086" y="224177"/>
                  </a:cubicBezTo>
                  <a:cubicBezTo>
                    <a:pt x="91062" y="222734"/>
                    <a:pt x="91021" y="221292"/>
                    <a:pt x="90981" y="219849"/>
                  </a:cubicBezTo>
                  <a:cubicBezTo>
                    <a:pt x="90961" y="218980"/>
                    <a:pt x="90942" y="218111"/>
                    <a:pt x="90922" y="217216"/>
                  </a:cubicBezTo>
                  <a:cubicBezTo>
                    <a:pt x="90816" y="216557"/>
                    <a:pt x="90709" y="215898"/>
                    <a:pt x="90600" y="215219"/>
                  </a:cubicBezTo>
                  <a:cubicBezTo>
                    <a:pt x="89863" y="214973"/>
                    <a:pt x="89127" y="214728"/>
                    <a:pt x="88368" y="214475"/>
                  </a:cubicBezTo>
                  <a:cubicBezTo>
                    <a:pt x="88070" y="213104"/>
                    <a:pt x="88070" y="213104"/>
                    <a:pt x="88039" y="211335"/>
                  </a:cubicBezTo>
                  <a:cubicBezTo>
                    <a:pt x="88010" y="210387"/>
                    <a:pt x="88010" y="210387"/>
                    <a:pt x="87980" y="209420"/>
                  </a:cubicBezTo>
                  <a:cubicBezTo>
                    <a:pt x="87969" y="208755"/>
                    <a:pt x="87959" y="208090"/>
                    <a:pt x="87949" y="207405"/>
                  </a:cubicBezTo>
                  <a:cubicBezTo>
                    <a:pt x="87924" y="206095"/>
                    <a:pt x="87892" y="204785"/>
                    <a:pt x="87853" y="203475"/>
                  </a:cubicBezTo>
                  <a:cubicBezTo>
                    <a:pt x="87839" y="202600"/>
                    <a:pt x="87839" y="202600"/>
                    <a:pt x="87825" y="201707"/>
                  </a:cubicBezTo>
                  <a:cubicBezTo>
                    <a:pt x="87759" y="201254"/>
                    <a:pt x="87692" y="200802"/>
                    <a:pt x="87623" y="200336"/>
                  </a:cubicBezTo>
                  <a:cubicBezTo>
                    <a:pt x="87132" y="200090"/>
                    <a:pt x="86641" y="199845"/>
                    <a:pt x="86135" y="199592"/>
                  </a:cubicBezTo>
                  <a:cubicBezTo>
                    <a:pt x="85942" y="197729"/>
                    <a:pt x="85822" y="195925"/>
                    <a:pt x="85763" y="194057"/>
                  </a:cubicBezTo>
                  <a:cubicBezTo>
                    <a:pt x="85845" y="190139"/>
                    <a:pt x="85845" y="190139"/>
                    <a:pt x="83903" y="186941"/>
                  </a:cubicBezTo>
                  <a:cubicBezTo>
                    <a:pt x="83657" y="186941"/>
                    <a:pt x="83412" y="186941"/>
                    <a:pt x="83159" y="186941"/>
                  </a:cubicBezTo>
                  <a:cubicBezTo>
                    <a:pt x="82913" y="183012"/>
                    <a:pt x="82668" y="179083"/>
                    <a:pt x="82415" y="175035"/>
                  </a:cubicBezTo>
                  <a:cubicBezTo>
                    <a:pt x="81678" y="175035"/>
                    <a:pt x="80941" y="175035"/>
                    <a:pt x="80182" y="175035"/>
                  </a:cubicBezTo>
                  <a:cubicBezTo>
                    <a:pt x="80146" y="174399"/>
                    <a:pt x="80109" y="173763"/>
                    <a:pt x="80072" y="173108"/>
                  </a:cubicBezTo>
                  <a:cubicBezTo>
                    <a:pt x="79988" y="171875"/>
                    <a:pt x="79988" y="171875"/>
                    <a:pt x="79903" y="170617"/>
                  </a:cubicBezTo>
                  <a:cubicBezTo>
                    <a:pt x="79825" y="169387"/>
                    <a:pt x="79825" y="169387"/>
                    <a:pt x="79746" y="168132"/>
                  </a:cubicBezTo>
                  <a:cubicBezTo>
                    <a:pt x="79644" y="167463"/>
                    <a:pt x="79543" y="166794"/>
                    <a:pt x="79438" y="166106"/>
                  </a:cubicBezTo>
                  <a:cubicBezTo>
                    <a:pt x="78947" y="165860"/>
                    <a:pt x="78456" y="165614"/>
                    <a:pt x="77950" y="165361"/>
                  </a:cubicBezTo>
                  <a:cubicBezTo>
                    <a:pt x="77642" y="163335"/>
                    <a:pt x="77642" y="163335"/>
                    <a:pt x="77485" y="160850"/>
                  </a:cubicBezTo>
                  <a:cubicBezTo>
                    <a:pt x="77401" y="159617"/>
                    <a:pt x="77401" y="159617"/>
                    <a:pt x="77316" y="158359"/>
                  </a:cubicBezTo>
                  <a:cubicBezTo>
                    <a:pt x="77280" y="157723"/>
                    <a:pt x="77243" y="157087"/>
                    <a:pt x="77206" y="156432"/>
                  </a:cubicBezTo>
                  <a:cubicBezTo>
                    <a:pt x="76469" y="156432"/>
                    <a:pt x="75732" y="156432"/>
                    <a:pt x="74973" y="156432"/>
                  </a:cubicBezTo>
                  <a:cubicBezTo>
                    <a:pt x="74945" y="155849"/>
                    <a:pt x="74917" y="155267"/>
                    <a:pt x="74889" y="154667"/>
                  </a:cubicBezTo>
                  <a:cubicBezTo>
                    <a:pt x="74840" y="153914"/>
                    <a:pt x="74791" y="153161"/>
                    <a:pt x="74741" y="152385"/>
                  </a:cubicBezTo>
                  <a:cubicBezTo>
                    <a:pt x="74697" y="151634"/>
                    <a:pt x="74654" y="150883"/>
                    <a:pt x="74610" y="150109"/>
                  </a:cubicBezTo>
                  <a:cubicBezTo>
                    <a:pt x="74421" y="149187"/>
                    <a:pt x="74421" y="149187"/>
                    <a:pt x="74229" y="148246"/>
                  </a:cubicBezTo>
                  <a:cubicBezTo>
                    <a:pt x="73492" y="148001"/>
                    <a:pt x="72756" y="147755"/>
                    <a:pt x="71997" y="147502"/>
                  </a:cubicBezTo>
                  <a:cubicBezTo>
                    <a:pt x="71997" y="145992"/>
                    <a:pt x="72002" y="144482"/>
                    <a:pt x="72063" y="142973"/>
                  </a:cubicBezTo>
                  <a:cubicBezTo>
                    <a:pt x="71973" y="141041"/>
                    <a:pt x="71127" y="140624"/>
                    <a:pt x="69764" y="139316"/>
                  </a:cubicBezTo>
                  <a:cubicBezTo>
                    <a:pt x="69529" y="137892"/>
                    <a:pt x="69529" y="137892"/>
                    <a:pt x="69392" y="136247"/>
                  </a:cubicBezTo>
                  <a:cubicBezTo>
                    <a:pt x="69269" y="135295"/>
                    <a:pt x="69146" y="134344"/>
                    <a:pt x="69020" y="133363"/>
                  </a:cubicBezTo>
                  <a:cubicBezTo>
                    <a:pt x="68283" y="133118"/>
                    <a:pt x="67547" y="132872"/>
                    <a:pt x="66788" y="132619"/>
                  </a:cubicBezTo>
                  <a:cubicBezTo>
                    <a:pt x="66407" y="130919"/>
                    <a:pt x="66407" y="130919"/>
                    <a:pt x="66276" y="128852"/>
                  </a:cubicBezTo>
                  <a:cubicBezTo>
                    <a:pt x="66227" y="128168"/>
                    <a:pt x="66178" y="127484"/>
                    <a:pt x="66128" y="126779"/>
                  </a:cubicBezTo>
                  <a:cubicBezTo>
                    <a:pt x="66086" y="125987"/>
                    <a:pt x="66086" y="125987"/>
                    <a:pt x="66043" y="125178"/>
                  </a:cubicBezTo>
                  <a:cubicBezTo>
                    <a:pt x="65307" y="125178"/>
                    <a:pt x="64570" y="125178"/>
                    <a:pt x="63811" y="125178"/>
                  </a:cubicBezTo>
                  <a:cubicBezTo>
                    <a:pt x="63666" y="123652"/>
                    <a:pt x="63520" y="122126"/>
                    <a:pt x="63375" y="120600"/>
                  </a:cubicBezTo>
                  <a:cubicBezTo>
                    <a:pt x="63273" y="120146"/>
                    <a:pt x="63172" y="119692"/>
                    <a:pt x="63067" y="119225"/>
                  </a:cubicBezTo>
                  <a:cubicBezTo>
                    <a:pt x="62576" y="118979"/>
                    <a:pt x="62085" y="118734"/>
                    <a:pt x="61579" y="118481"/>
                  </a:cubicBezTo>
                  <a:cubicBezTo>
                    <a:pt x="61417" y="117214"/>
                    <a:pt x="61417" y="117214"/>
                    <a:pt x="61253" y="115923"/>
                  </a:cubicBezTo>
                  <a:cubicBezTo>
                    <a:pt x="61115" y="115048"/>
                    <a:pt x="60977" y="114173"/>
                    <a:pt x="60834" y="113272"/>
                  </a:cubicBezTo>
                  <a:cubicBezTo>
                    <a:pt x="59729" y="112535"/>
                    <a:pt x="59729" y="112535"/>
                    <a:pt x="58602" y="111783"/>
                  </a:cubicBezTo>
                  <a:cubicBezTo>
                    <a:pt x="58069" y="110058"/>
                    <a:pt x="57573" y="108321"/>
                    <a:pt x="57114" y="106574"/>
                  </a:cubicBezTo>
                  <a:cubicBezTo>
                    <a:pt x="56623" y="105838"/>
                    <a:pt x="56131" y="105101"/>
                    <a:pt x="55625" y="104342"/>
                  </a:cubicBezTo>
                  <a:cubicBezTo>
                    <a:pt x="55503" y="103697"/>
                    <a:pt x="55380" y="103053"/>
                    <a:pt x="55253" y="102389"/>
                  </a:cubicBezTo>
                  <a:cubicBezTo>
                    <a:pt x="55069" y="101514"/>
                    <a:pt x="55069" y="101514"/>
                    <a:pt x="54881" y="100621"/>
                  </a:cubicBezTo>
                  <a:cubicBezTo>
                    <a:pt x="54390" y="100376"/>
                    <a:pt x="53899" y="100130"/>
                    <a:pt x="53393" y="99877"/>
                  </a:cubicBezTo>
                  <a:cubicBezTo>
                    <a:pt x="53286" y="99263"/>
                    <a:pt x="53178" y="98649"/>
                    <a:pt x="53067" y="98017"/>
                  </a:cubicBezTo>
                  <a:cubicBezTo>
                    <a:pt x="52929" y="97403"/>
                    <a:pt x="52791" y="96789"/>
                    <a:pt x="52649" y="96156"/>
                  </a:cubicBezTo>
                  <a:cubicBezTo>
                    <a:pt x="51912" y="95911"/>
                    <a:pt x="51175" y="95665"/>
                    <a:pt x="50416" y="95412"/>
                  </a:cubicBezTo>
                  <a:cubicBezTo>
                    <a:pt x="50138" y="93680"/>
                    <a:pt x="49890" y="91944"/>
                    <a:pt x="49672" y="90203"/>
                  </a:cubicBezTo>
                  <a:cubicBezTo>
                    <a:pt x="48936" y="89835"/>
                    <a:pt x="48936" y="89835"/>
                    <a:pt x="48184" y="89459"/>
                  </a:cubicBezTo>
                  <a:cubicBezTo>
                    <a:pt x="48077" y="88722"/>
                    <a:pt x="47969" y="87986"/>
                    <a:pt x="47858" y="87227"/>
                  </a:cubicBezTo>
                  <a:cubicBezTo>
                    <a:pt x="47720" y="86490"/>
                    <a:pt x="47582" y="85753"/>
                    <a:pt x="47440" y="84994"/>
                  </a:cubicBezTo>
                  <a:cubicBezTo>
                    <a:pt x="46703" y="84749"/>
                    <a:pt x="45966" y="84503"/>
                    <a:pt x="45207" y="84250"/>
                  </a:cubicBezTo>
                  <a:cubicBezTo>
                    <a:pt x="44696" y="81599"/>
                    <a:pt x="44696" y="81599"/>
                    <a:pt x="44463" y="79041"/>
                  </a:cubicBezTo>
                  <a:cubicBezTo>
                    <a:pt x="43727" y="79041"/>
                    <a:pt x="42990" y="79041"/>
                    <a:pt x="42231" y="79041"/>
                  </a:cubicBezTo>
                  <a:cubicBezTo>
                    <a:pt x="42277" y="78443"/>
                    <a:pt x="42323" y="77844"/>
                    <a:pt x="42370" y="77227"/>
                  </a:cubicBezTo>
                  <a:cubicBezTo>
                    <a:pt x="42324" y="76598"/>
                    <a:pt x="42278" y="75969"/>
                    <a:pt x="42231" y="75320"/>
                  </a:cubicBezTo>
                  <a:cubicBezTo>
                    <a:pt x="41494" y="75075"/>
                    <a:pt x="40758" y="74829"/>
                    <a:pt x="39998" y="74576"/>
                  </a:cubicBezTo>
                  <a:cubicBezTo>
                    <a:pt x="39476" y="73347"/>
                    <a:pt x="38979" y="72106"/>
                    <a:pt x="38510" y="70856"/>
                  </a:cubicBezTo>
                  <a:cubicBezTo>
                    <a:pt x="37774" y="70487"/>
                    <a:pt x="37774" y="70487"/>
                    <a:pt x="37022" y="70111"/>
                  </a:cubicBezTo>
                  <a:cubicBezTo>
                    <a:pt x="36914" y="69498"/>
                    <a:pt x="36807" y="68884"/>
                    <a:pt x="36696" y="68251"/>
                  </a:cubicBezTo>
                  <a:cubicBezTo>
                    <a:pt x="36558" y="67637"/>
                    <a:pt x="36420" y="67023"/>
                    <a:pt x="36278" y="66391"/>
                  </a:cubicBezTo>
                  <a:cubicBezTo>
                    <a:pt x="35541" y="66145"/>
                    <a:pt x="34804" y="65900"/>
                    <a:pt x="34045" y="65647"/>
                  </a:cubicBezTo>
                  <a:cubicBezTo>
                    <a:pt x="33785" y="64409"/>
                    <a:pt x="33538" y="63168"/>
                    <a:pt x="33301" y="61926"/>
                  </a:cubicBezTo>
                  <a:cubicBezTo>
                    <a:pt x="32572" y="61167"/>
                    <a:pt x="31829" y="60422"/>
                    <a:pt x="31069" y="59693"/>
                  </a:cubicBezTo>
                  <a:cubicBezTo>
                    <a:pt x="30807" y="58705"/>
                    <a:pt x="30557" y="57713"/>
                    <a:pt x="30325" y="56717"/>
                  </a:cubicBezTo>
                  <a:cubicBezTo>
                    <a:pt x="29834" y="56471"/>
                    <a:pt x="29342" y="56226"/>
                    <a:pt x="28836" y="55973"/>
                  </a:cubicBezTo>
                  <a:cubicBezTo>
                    <a:pt x="28092" y="54112"/>
                    <a:pt x="28092" y="54112"/>
                    <a:pt x="27348" y="52252"/>
                  </a:cubicBezTo>
                  <a:cubicBezTo>
                    <a:pt x="26857" y="52006"/>
                    <a:pt x="26366" y="51761"/>
                    <a:pt x="25860" y="51508"/>
                  </a:cubicBezTo>
                  <a:cubicBezTo>
                    <a:pt x="25614" y="50771"/>
                    <a:pt x="25369" y="50035"/>
                    <a:pt x="25116" y="49275"/>
                  </a:cubicBezTo>
                  <a:cubicBezTo>
                    <a:pt x="24625" y="49030"/>
                    <a:pt x="24133" y="48784"/>
                    <a:pt x="23627" y="48531"/>
                  </a:cubicBezTo>
                  <a:cubicBezTo>
                    <a:pt x="23520" y="48056"/>
                    <a:pt x="23413" y="47580"/>
                    <a:pt x="23302" y="47090"/>
                  </a:cubicBezTo>
                  <a:cubicBezTo>
                    <a:pt x="22986" y="45270"/>
                    <a:pt x="22986" y="45270"/>
                    <a:pt x="20651" y="44067"/>
                  </a:cubicBezTo>
                  <a:cubicBezTo>
                    <a:pt x="19874" y="42846"/>
                    <a:pt x="19139" y="41600"/>
                    <a:pt x="18418" y="40346"/>
                  </a:cubicBezTo>
                  <a:cubicBezTo>
                    <a:pt x="17240" y="38599"/>
                    <a:pt x="16049" y="36862"/>
                    <a:pt x="14852" y="35128"/>
                  </a:cubicBezTo>
                  <a:cubicBezTo>
                    <a:pt x="13954" y="33649"/>
                    <a:pt x="13954" y="33649"/>
                    <a:pt x="13954" y="32160"/>
                  </a:cubicBezTo>
                  <a:cubicBezTo>
                    <a:pt x="13217" y="31915"/>
                    <a:pt x="12480" y="31669"/>
                    <a:pt x="11721" y="31416"/>
                  </a:cubicBezTo>
                  <a:cubicBezTo>
                    <a:pt x="11398" y="29905"/>
                    <a:pt x="11398" y="29905"/>
                    <a:pt x="11396" y="28067"/>
                  </a:cubicBezTo>
                  <a:cubicBezTo>
                    <a:pt x="11381" y="27461"/>
                    <a:pt x="11367" y="26855"/>
                    <a:pt x="11352" y="26230"/>
                  </a:cubicBezTo>
                  <a:cubicBezTo>
                    <a:pt x="11474" y="25732"/>
                    <a:pt x="11596" y="25233"/>
                    <a:pt x="11721" y="24719"/>
                  </a:cubicBezTo>
                  <a:cubicBezTo>
                    <a:pt x="13230" y="24277"/>
                    <a:pt x="13230" y="24277"/>
                    <a:pt x="14698" y="23975"/>
                  </a:cubicBezTo>
                  <a:cubicBezTo>
                    <a:pt x="14698" y="23238"/>
                    <a:pt x="14698" y="22501"/>
                    <a:pt x="14698" y="21742"/>
                  </a:cubicBezTo>
                  <a:cubicBezTo>
                    <a:pt x="17645" y="21374"/>
                    <a:pt x="17645" y="21374"/>
                    <a:pt x="20651" y="20998"/>
                  </a:cubicBezTo>
                  <a:cubicBezTo>
                    <a:pt x="20651" y="20016"/>
                    <a:pt x="20651" y="19034"/>
                    <a:pt x="20651" y="18022"/>
                  </a:cubicBezTo>
                  <a:cubicBezTo>
                    <a:pt x="21917" y="17929"/>
                    <a:pt x="21917" y="17929"/>
                    <a:pt x="23209" y="17836"/>
                  </a:cubicBezTo>
                  <a:cubicBezTo>
                    <a:pt x="24084" y="17651"/>
                    <a:pt x="24958" y="17467"/>
                    <a:pt x="25860" y="17277"/>
                  </a:cubicBezTo>
                  <a:cubicBezTo>
                    <a:pt x="25983" y="16786"/>
                    <a:pt x="26105" y="16295"/>
                    <a:pt x="26232" y="15789"/>
                  </a:cubicBezTo>
                  <a:cubicBezTo>
                    <a:pt x="26355" y="15298"/>
                    <a:pt x="26477" y="14807"/>
                    <a:pt x="26604" y="14301"/>
                  </a:cubicBezTo>
                  <a:cubicBezTo>
                    <a:pt x="28336" y="14023"/>
                    <a:pt x="30073" y="13774"/>
                    <a:pt x="31813" y="13557"/>
                  </a:cubicBezTo>
                  <a:cubicBezTo>
                    <a:pt x="32059" y="12820"/>
                    <a:pt x="32304" y="12083"/>
                    <a:pt x="32557" y="11324"/>
                  </a:cubicBezTo>
                  <a:cubicBezTo>
                    <a:pt x="34095" y="10944"/>
                    <a:pt x="34095" y="10944"/>
                    <a:pt x="35952" y="10813"/>
                  </a:cubicBezTo>
                  <a:cubicBezTo>
                    <a:pt x="36567" y="10764"/>
                    <a:pt x="37182" y="10715"/>
                    <a:pt x="37815" y="10664"/>
                  </a:cubicBezTo>
                  <a:cubicBezTo>
                    <a:pt x="38528" y="10623"/>
                    <a:pt x="38528" y="10623"/>
                    <a:pt x="39254" y="10580"/>
                  </a:cubicBezTo>
                  <a:cubicBezTo>
                    <a:pt x="39254" y="9598"/>
                    <a:pt x="39254" y="8616"/>
                    <a:pt x="39254" y="7604"/>
                  </a:cubicBezTo>
                  <a:cubicBezTo>
                    <a:pt x="40098" y="7527"/>
                    <a:pt x="40943" y="7450"/>
                    <a:pt x="41812" y="7371"/>
                  </a:cubicBezTo>
                  <a:cubicBezTo>
                    <a:pt x="42687" y="7202"/>
                    <a:pt x="43562" y="7033"/>
                    <a:pt x="44463" y="6859"/>
                  </a:cubicBezTo>
                  <a:cubicBezTo>
                    <a:pt x="44709" y="6123"/>
                    <a:pt x="44954" y="5386"/>
                    <a:pt x="45207" y="4627"/>
                  </a:cubicBezTo>
                  <a:cubicBezTo>
                    <a:pt x="46067" y="4520"/>
                    <a:pt x="46926" y="4412"/>
                    <a:pt x="47812" y="4301"/>
                  </a:cubicBezTo>
                  <a:cubicBezTo>
                    <a:pt x="49101" y="4094"/>
                    <a:pt x="49101" y="4094"/>
                    <a:pt x="50416" y="3883"/>
                  </a:cubicBezTo>
                  <a:cubicBezTo>
                    <a:pt x="50480" y="3392"/>
                    <a:pt x="50543" y="2901"/>
                    <a:pt x="50608" y="2395"/>
                  </a:cubicBezTo>
                  <a:cubicBezTo>
                    <a:pt x="50791" y="1904"/>
                    <a:pt x="50973" y="1412"/>
                    <a:pt x="51161" y="906"/>
                  </a:cubicBezTo>
                  <a:close/>
                </a:path>
              </a:pathLst>
            </a:custGeom>
            <a:grpFill/>
            <a:ln w="744" cap="flat">
              <a:noFill/>
              <a:prstDash val="solid"/>
              <a:miter/>
            </a:ln>
          </p:spPr>
          <p:txBody>
            <a:bodyPr rtlCol="0" anchor="ctr"/>
            <a:lstStyle/>
            <a:p>
              <a:endParaRPr lang="zh-CN" altLang="en-US"/>
            </a:p>
          </p:txBody>
        </p:sp>
        <p:sp>
          <p:nvSpPr>
            <p:cNvPr id="168" name="任意多边形: 形状 167"/>
            <p:cNvSpPr/>
            <p:nvPr/>
          </p:nvSpPr>
          <p:spPr>
            <a:xfrm>
              <a:off x="6697124" y="596321"/>
              <a:ext cx="145576" cy="574530"/>
            </a:xfrm>
            <a:custGeom>
              <a:avLst/>
              <a:gdLst>
                <a:gd name="connsiteX0" fmla="*/ 103512 w 145577"/>
                <a:gd name="connsiteY0" fmla="*/ 840 h 574510"/>
                <a:gd name="connsiteX1" fmla="*/ 108721 w 145577"/>
                <a:gd name="connsiteY1" fmla="*/ 468 h 574510"/>
                <a:gd name="connsiteX2" fmla="*/ 111605 w 145577"/>
                <a:gd name="connsiteY2" fmla="*/ 491 h 574510"/>
                <a:gd name="connsiteX3" fmla="*/ 113930 w 145577"/>
                <a:gd name="connsiteY3" fmla="*/ 840 h 574510"/>
                <a:gd name="connsiteX4" fmla="*/ 114674 w 145577"/>
                <a:gd name="connsiteY4" fmla="*/ 3073 h 574510"/>
                <a:gd name="connsiteX5" fmla="*/ 117651 w 145577"/>
                <a:gd name="connsiteY5" fmla="*/ 3817 h 574510"/>
                <a:gd name="connsiteX6" fmla="*/ 120628 w 145577"/>
                <a:gd name="connsiteY6" fmla="*/ 4561 h 574510"/>
                <a:gd name="connsiteX7" fmla="*/ 121372 w 145577"/>
                <a:gd name="connsiteY7" fmla="*/ 6793 h 574510"/>
                <a:gd name="connsiteX8" fmla="*/ 123976 w 145577"/>
                <a:gd name="connsiteY8" fmla="*/ 7119 h 574510"/>
                <a:gd name="connsiteX9" fmla="*/ 126581 w 145577"/>
                <a:gd name="connsiteY9" fmla="*/ 7537 h 574510"/>
                <a:gd name="connsiteX10" fmla="*/ 127325 w 145577"/>
                <a:gd name="connsiteY10" fmla="*/ 10514 h 574510"/>
                <a:gd name="connsiteX11" fmla="*/ 132534 w 145577"/>
                <a:gd name="connsiteY11" fmla="*/ 11258 h 574510"/>
                <a:gd name="connsiteX12" fmla="*/ 132534 w 145577"/>
                <a:gd name="connsiteY12" fmla="*/ 14235 h 574510"/>
                <a:gd name="connsiteX13" fmla="*/ 138487 w 145577"/>
                <a:gd name="connsiteY13" fmla="*/ 14235 h 574510"/>
                <a:gd name="connsiteX14" fmla="*/ 138487 w 145577"/>
                <a:gd name="connsiteY14" fmla="*/ 17211 h 574510"/>
                <a:gd name="connsiteX15" fmla="*/ 145184 w 145577"/>
                <a:gd name="connsiteY15" fmla="*/ 17955 h 574510"/>
                <a:gd name="connsiteX16" fmla="*/ 145184 w 145577"/>
                <a:gd name="connsiteY16" fmla="*/ 20932 h 574510"/>
                <a:gd name="connsiteX17" fmla="*/ 147324 w 145577"/>
                <a:gd name="connsiteY17" fmla="*/ 20885 h 574510"/>
                <a:gd name="connsiteX18" fmla="*/ 151137 w 145577"/>
                <a:gd name="connsiteY18" fmla="*/ 21676 h 574510"/>
                <a:gd name="connsiteX19" fmla="*/ 151835 w 145577"/>
                <a:gd name="connsiteY19" fmla="*/ 23164 h 574510"/>
                <a:gd name="connsiteX20" fmla="*/ 154858 w 145577"/>
                <a:gd name="connsiteY20" fmla="*/ 25397 h 574510"/>
                <a:gd name="connsiteX21" fmla="*/ 154858 w 145577"/>
                <a:gd name="connsiteY21" fmla="*/ 30606 h 574510"/>
                <a:gd name="connsiteX22" fmla="*/ 152626 w 145577"/>
                <a:gd name="connsiteY22" fmla="*/ 31350 h 574510"/>
                <a:gd name="connsiteX23" fmla="*/ 151137 w 145577"/>
                <a:gd name="connsiteY23" fmla="*/ 34326 h 574510"/>
                <a:gd name="connsiteX24" fmla="*/ 149649 w 145577"/>
                <a:gd name="connsiteY24" fmla="*/ 35071 h 574510"/>
                <a:gd name="connsiteX25" fmla="*/ 149324 w 145577"/>
                <a:gd name="connsiteY25" fmla="*/ 36605 h 574510"/>
                <a:gd name="connsiteX26" fmla="*/ 148905 w 145577"/>
                <a:gd name="connsiteY26" fmla="*/ 38047 h 574510"/>
                <a:gd name="connsiteX27" fmla="*/ 146673 w 145577"/>
                <a:gd name="connsiteY27" fmla="*/ 38047 h 574510"/>
                <a:gd name="connsiteX28" fmla="*/ 146673 w 145577"/>
                <a:gd name="connsiteY28" fmla="*/ 41768 h 574510"/>
                <a:gd name="connsiteX29" fmla="*/ 144440 w 145577"/>
                <a:gd name="connsiteY29" fmla="*/ 41768 h 574510"/>
                <a:gd name="connsiteX30" fmla="*/ 143696 w 145577"/>
                <a:gd name="connsiteY30" fmla="*/ 45489 h 574510"/>
                <a:gd name="connsiteX31" fmla="*/ 142208 w 145577"/>
                <a:gd name="connsiteY31" fmla="*/ 46233 h 574510"/>
                <a:gd name="connsiteX32" fmla="*/ 141510 w 145577"/>
                <a:gd name="connsiteY32" fmla="*/ 48419 h 574510"/>
                <a:gd name="connsiteX33" fmla="*/ 138487 w 145577"/>
                <a:gd name="connsiteY33" fmla="*/ 52186 h 574510"/>
                <a:gd name="connsiteX34" fmla="*/ 137743 w 145577"/>
                <a:gd name="connsiteY34" fmla="*/ 54418 h 574510"/>
                <a:gd name="connsiteX35" fmla="*/ 136255 w 145577"/>
                <a:gd name="connsiteY35" fmla="*/ 55162 h 574510"/>
                <a:gd name="connsiteX36" fmla="*/ 133231 w 145577"/>
                <a:gd name="connsiteY36" fmla="*/ 61302 h 574510"/>
                <a:gd name="connsiteX37" fmla="*/ 131046 w 145577"/>
                <a:gd name="connsiteY37" fmla="*/ 64092 h 574510"/>
                <a:gd name="connsiteX38" fmla="*/ 130301 w 145577"/>
                <a:gd name="connsiteY38" fmla="*/ 65952 h 574510"/>
                <a:gd name="connsiteX39" fmla="*/ 128069 w 145577"/>
                <a:gd name="connsiteY39" fmla="*/ 68557 h 574510"/>
                <a:gd name="connsiteX40" fmla="*/ 127325 w 145577"/>
                <a:gd name="connsiteY40" fmla="*/ 70417 h 574510"/>
                <a:gd name="connsiteX41" fmla="*/ 125092 w 145577"/>
                <a:gd name="connsiteY41" fmla="*/ 73022 h 574510"/>
                <a:gd name="connsiteX42" fmla="*/ 124720 w 145577"/>
                <a:gd name="connsiteY42" fmla="*/ 74882 h 574510"/>
                <a:gd name="connsiteX43" fmla="*/ 124348 w 145577"/>
                <a:gd name="connsiteY43" fmla="*/ 76742 h 574510"/>
                <a:gd name="connsiteX44" fmla="*/ 122860 w 145577"/>
                <a:gd name="connsiteY44" fmla="*/ 77487 h 574510"/>
                <a:gd name="connsiteX45" fmla="*/ 122162 w 145577"/>
                <a:gd name="connsiteY45" fmla="*/ 79766 h 574510"/>
                <a:gd name="connsiteX46" fmla="*/ 121372 w 145577"/>
                <a:gd name="connsiteY46" fmla="*/ 81951 h 574510"/>
                <a:gd name="connsiteX47" fmla="*/ 119139 w 145577"/>
                <a:gd name="connsiteY47" fmla="*/ 81951 h 574510"/>
                <a:gd name="connsiteX48" fmla="*/ 119139 w 145577"/>
                <a:gd name="connsiteY48" fmla="*/ 87160 h 574510"/>
                <a:gd name="connsiteX49" fmla="*/ 116907 w 145577"/>
                <a:gd name="connsiteY49" fmla="*/ 87160 h 574510"/>
                <a:gd name="connsiteX50" fmla="*/ 116674 w 145577"/>
                <a:gd name="connsiteY50" fmla="*/ 89300 h 574510"/>
                <a:gd name="connsiteX51" fmla="*/ 113930 w 145577"/>
                <a:gd name="connsiteY51" fmla="*/ 93114 h 574510"/>
                <a:gd name="connsiteX52" fmla="*/ 113930 w 145577"/>
                <a:gd name="connsiteY52" fmla="*/ 95346 h 574510"/>
                <a:gd name="connsiteX53" fmla="*/ 113930 w 145577"/>
                <a:gd name="connsiteY53" fmla="*/ 97578 h 574510"/>
                <a:gd name="connsiteX54" fmla="*/ 111698 w 145577"/>
                <a:gd name="connsiteY54" fmla="*/ 99067 h 574510"/>
                <a:gd name="connsiteX55" fmla="*/ 111326 w 145577"/>
                <a:gd name="connsiteY55" fmla="*/ 100974 h 574510"/>
                <a:gd name="connsiteX56" fmla="*/ 110954 w 145577"/>
                <a:gd name="connsiteY56" fmla="*/ 102787 h 574510"/>
                <a:gd name="connsiteX57" fmla="*/ 108721 w 145577"/>
                <a:gd name="connsiteY57" fmla="*/ 103531 h 574510"/>
                <a:gd name="connsiteX58" fmla="*/ 107977 w 145577"/>
                <a:gd name="connsiteY58" fmla="*/ 108740 h 574510"/>
                <a:gd name="connsiteX59" fmla="*/ 105745 w 145577"/>
                <a:gd name="connsiteY59" fmla="*/ 110229 h 574510"/>
                <a:gd name="connsiteX60" fmla="*/ 105745 w 145577"/>
                <a:gd name="connsiteY60" fmla="*/ 112880 h 574510"/>
                <a:gd name="connsiteX61" fmla="*/ 105745 w 145577"/>
                <a:gd name="connsiteY61" fmla="*/ 115438 h 574510"/>
                <a:gd name="connsiteX62" fmla="*/ 103512 w 145577"/>
                <a:gd name="connsiteY62" fmla="*/ 116182 h 574510"/>
                <a:gd name="connsiteX63" fmla="*/ 103140 w 145577"/>
                <a:gd name="connsiteY63" fmla="*/ 119158 h 574510"/>
                <a:gd name="connsiteX64" fmla="*/ 102768 w 145577"/>
                <a:gd name="connsiteY64" fmla="*/ 122135 h 574510"/>
                <a:gd name="connsiteX65" fmla="*/ 100536 w 145577"/>
                <a:gd name="connsiteY65" fmla="*/ 122879 h 574510"/>
                <a:gd name="connsiteX66" fmla="*/ 100024 w 145577"/>
                <a:gd name="connsiteY66" fmla="*/ 125902 h 574510"/>
                <a:gd name="connsiteX67" fmla="*/ 99792 w 145577"/>
                <a:gd name="connsiteY67" fmla="*/ 128832 h 574510"/>
                <a:gd name="connsiteX68" fmla="*/ 97559 w 145577"/>
                <a:gd name="connsiteY68" fmla="*/ 128832 h 574510"/>
                <a:gd name="connsiteX69" fmla="*/ 97664 w 145577"/>
                <a:gd name="connsiteY69" fmla="*/ 130271 h 574510"/>
                <a:gd name="connsiteX70" fmla="*/ 97745 w 145577"/>
                <a:gd name="connsiteY70" fmla="*/ 132134 h 574510"/>
                <a:gd name="connsiteX71" fmla="*/ 97850 w 145577"/>
                <a:gd name="connsiteY71" fmla="*/ 133992 h 574510"/>
                <a:gd name="connsiteX72" fmla="*/ 97559 w 145577"/>
                <a:gd name="connsiteY72" fmla="*/ 135530 h 574510"/>
                <a:gd name="connsiteX73" fmla="*/ 94583 w 145577"/>
                <a:gd name="connsiteY73" fmla="*/ 136274 h 574510"/>
                <a:gd name="connsiteX74" fmla="*/ 94536 w 145577"/>
                <a:gd name="connsiteY74" fmla="*/ 139622 h 574510"/>
                <a:gd name="connsiteX75" fmla="*/ 94583 w 145577"/>
                <a:gd name="connsiteY75" fmla="*/ 142971 h 574510"/>
                <a:gd name="connsiteX76" fmla="*/ 92350 w 145577"/>
                <a:gd name="connsiteY76" fmla="*/ 143715 h 574510"/>
                <a:gd name="connsiteX77" fmla="*/ 91932 w 145577"/>
                <a:gd name="connsiteY77" fmla="*/ 147436 h 574510"/>
                <a:gd name="connsiteX78" fmla="*/ 91606 w 145577"/>
                <a:gd name="connsiteY78" fmla="*/ 151156 h 574510"/>
                <a:gd name="connsiteX79" fmla="*/ 90118 w 145577"/>
                <a:gd name="connsiteY79" fmla="*/ 151901 h 574510"/>
                <a:gd name="connsiteX80" fmla="*/ 89702 w 145577"/>
                <a:gd name="connsiteY80" fmla="*/ 158249 h 574510"/>
                <a:gd name="connsiteX81" fmla="*/ 89374 w 145577"/>
                <a:gd name="connsiteY81" fmla="*/ 160086 h 574510"/>
                <a:gd name="connsiteX82" fmla="*/ 87141 w 145577"/>
                <a:gd name="connsiteY82" fmla="*/ 160830 h 574510"/>
                <a:gd name="connsiteX83" fmla="*/ 86769 w 145577"/>
                <a:gd name="connsiteY83" fmla="*/ 165667 h 574510"/>
                <a:gd name="connsiteX84" fmla="*/ 86397 w 145577"/>
                <a:gd name="connsiteY84" fmla="*/ 170504 h 574510"/>
                <a:gd name="connsiteX85" fmla="*/ 84165 w 145577"/>
                <a:gd name="connsiteY85" fmla="*/ 171248 h 574510"/>
                <a:gd name="connsiteX86" fmla="*/ 83793 w 145577"/>
                <a:gd name="connsiteY86" fmla="*/ 175620 h 574510"/>
                <a:gd name="connsiteX87" fmla="*/ 82281 w 145577"/>
                <a:gd name="connsiteY87" fmla="*/ 181294 h 574510"/>
                <a:gd name="connsiteX88" fmla="*/ 81049 w 145577"/>
                <a:gd name="connsiteY88" fmla="*/ 184556 h 574510"/>
                <a:gd name="connsiteX89" fmla="*/ 81188 w 145577"/>
                <a:gd name="connsiteY89" fmla="*/ 186968 h 574510"/>
                <a:gd name="connsiteX90" fmla="*/ 81188 w 145577"/>
                <a:gd name="connsiteY90" fmla="*/ 191340 h 574510"/>
                <a:gd name="connsiteX91" fmla="*/ 78956 w 145577"/>
                <a:gd name="connsiteY91" fmla="*/ 192084 h 574510"/>
                <a:gd name="connsiteX92" fmla="*/ 78575 w 145577"/>
                <a:gd name="connsiteY92" fmla="*/ 195413 h 574510"/>
                <a:gd name="connsiteX93" fmla="*/ 78495 w 145577"/>
                <a:gd name="connsiteY93" fmla="*/ 197440 h 574510"/>
                <a:gd name="connsiteX94" fmla="*/ 78444 w 145577"/>
                <a:gd name="connsiteY94" fmla="*/ 199572 h 574510"/>
                <a:gd name="connsiteX95" fmla="*/ 78367 w 145577"/>
                <a:gd name="connsiteY95" fmla="*/ 201713 h 574510"/>
                <a:gd name="connsiteX96" fmla="*/ 78212 w 145577"/>
                <a:gd name="connsiteY96" fmla="*/ 206967 h 574510"/>
                <a:gd name="connsiteX97" fmla="*/ 75979 w 145577"/>
                <a:gd name="connsiteY97" fmla="*/ 206967 h 574510"/>
                <a:gd name="connsiteX98" fmla="*/ 75946 w 145577"/>
                <a:gd name="connsiteY98" fmla="*/ 208503 h 574510"/>
                <a:gd name="connsiteX99" fmla="*/ 75747 w 145577"/>
                <a:gd name="connsiteY99" fmla="*/ 215385 h 574510"/>
                <a:gd name="connsiteX100" fmla="*/ 75696 w 145577"/>
                <a:gd name="connsiteY100" fmla="*/ 217802 h 574510"/>
                <a:gd name="connsiteX101" fmla="*/ 75616 w 145577"/>
                <a:gd name="connsiteY101" fmla="*/ 220120 h 574510"/>
                <a:gd name="connsiteX102" fmla="*/ 75557 w 145577"/>
                <a:gd name="connsiteY102" fmla="*/ 222258 h 574510"/>
                <a:gd name="connsiteX103" fmla="*/ 74105 w 145577"/>
                <a:gd name="connsiteY103" fmla="*/ 225179 h 574510"/>
                <a:gd name="connsiteX104" fmla="*/ 72773 w 145577"/>
                <a:gd name="connsiteY104" fmla="*/ 228262 h 574510"/>
                <a:gd name="connsiteX105" fmla="*/ 72837 w 145577"/>
                <a:gd name="connsiteY105" fmla="*/ 230582 h 574510"/>
                <a:gd name="connsiteX106" fmla="*/ 72879 w 145577"/>
                <a:gd name="connsiteY106" fmla="*/ 233134 h 574510"/>
                <a:gd name="connsiteX107" fmla="*/ 72956 w 145577"/>
                <a:gd name="connsiteY107" fmla="*/ 235802 h 574510"/>
                <a:gd name="connsiteX108" fmla="*/ 71514 w 145577"/>
                <a:gd name="connsiteY108" fmla="*/ 250871 h 574510"/>
                <a:gd name="connsiteX109" fmla="*/ 70770 w 145577"/>
                <a:gd name="connsiteY109" fmla="*/ 251615 h 574510"/>
                <a:gd name="connsiteX110" fmla="*/ 70662 w 145577"/>
                <a:gd name="connsiteY110" fmla="*/ 258246 h 574510"/>
                <a:gd name="connsiteX111" fmla="*/ 70654 w 145577"/>
                <a:gd name="connsiteY111" fmla="*/ 260354 h 574510"/>
                <a:gd name="connsiteX112" fmla="*/ 70645 w 145577"/>
                <a:gd name="connsiteY112" fmla="*/ 267289 h 574510"/>
                <a:gd name="connsiteX113" fmla="*/ 70638 w 145577"/>
                <a:gd name="connsiteY113" fmla="*/ 272085 h 574510"/>
                <a:gd name="connsiteX114" fmla="*/ 70632 w 145577"/>
                <a:gd name="connsiteY114" fmla="*/ 282152 h 574510"/>
                <a:gd name="connsiteX115" fmla="*/ 70609 w 145577"/>
                <a:gd name="connsiteY115" fmla="*/ 295088 h 574510"/>
                <a:gd name="connsiteX116" fmla="*/ 70600 w 145577"/>
                <a:gd name="connsiteY116" fmla="*/ 304996 h 574510"/>
                <a:gd name="connsiteX117" fmla="*/ 70590 w 145577"/>
                <a:gd name="connsiteY117" fmla="*/ 309767 h 574510"/>
                <a:gd name="connsiteX118" fmla="*/ 70589 w 145577"/>
                <a:gd name="connsiteY118" fmla="*/ 316423 h 574510"/>
                <a:gd name="connsiteX119" fmla="*/ 70577 w 145577"/>
                <a:gd name="connsiteY119" fmla="*/ 318435 h 574510"/>
                <a:gd name="connsiteX120" fmla="*/ 70770 w 145577"/>
                <a:gd name="connsiteY120" fmla="*/ 323053 h 574510"/>
                <a:gd name="connsiteX121" fmla="*/ 72258 w 145577"/>
                <a:gd name="connsiteY121" fmla="*/ 323797 h 574510"/>
                <a:gd name="connsiteX122" fmla="*/ 73186 w 145577"/>
                <a:gd name="connsiteY122" fmla="*/ 334046 h 574510"/>
                <a:gd name="connsiteX123" fmla="*/ 73260 w 145577"/>
                <a:gd name="connsiteY123" fmla="*/ 336834 h 574510"/>
                <a:gd name="connsiteX124" fmla="*/ 73388 w 145577"/>
                <a:gd name="connsiteY124" fmla="*/ 342624 h 574510"/>
                <a:gd name="connsiteX125" fmla="*/ 73465 w 145577"/>
                <a:gd name="connsiteY125" fmla="*/ 345395 h 574510"/>
                <a:gd name="connsiteX126" fmla="*/ 73521 w 145577"/>
                <a:gd name="connsiteY126" fmla="*/ 347928 h 574510"/>
                <a:gd name="connsiteX127" fmla="*/ 73747 w 145577"/>
                <a:gd name="connsiteY127" fmla="*/ 349842 h 574510"/>
                <a:gd name="connsiteX128" fmla="*/ 75235 w 145577"/>
                <a:gd name="connsiteY128" fmla="*/ 350586 h 574510"/>
                <a:gd name="connsiteX129" fmla="*/ 75491 w 145577"/>
                <a:gd name="connsiteY129" fmla="*/ 353862 h 574510"/>
                <a:gd name="connsiteX130" fmla="*/ 75558 w 145577"/>
                <a:gd name="connsiteY130" fmla="*/ 355869 h 574510"/>
                <a:gd name="connsiteX131" fmla="*/ 75607 w 145577"/>
                <a:gd name="connsiteY131" fmla="*/ 357981 h 574510"/>
                <a:gd name="connsiteX132" fmla="*/ 75723 w 145577"/>
                <a:gd name="connsiteY132" fmla="*/ 362094 h 574510"/>
                <a:gd name="connsiteX133" fmla="*/ 75765 w 145577"/>
                <a:gd name="connsiteY133" fmla="*/ 363946 h 574510"/>
                <a:gd name="connsiteX134" fmla="*/ 77467 w 145577"/>
                <a:gd name="connsiteY134" fmla="*/ 366957 h 574510"/>
                <a:gd name="connsiteX135" fmla="*/ 78212 w 145577"/>
                <a:gd name="connsiteY135" fmla="*/ 366957 h 574510"/>
                <a:gd name="connsiteX136" fmla="*/ 78244 w 145577"/>
                <a:gd name="connsiteY136" fmla="*/ 368232 h 574510"/>
                <a:gd name="connsiteX137" fmla="*/ 78444 w 145577"/>
                <a:gd name="connsiteY137" fmla="*/ 373934 h 574510"/>
                <a:gd name="connsiteX138" fmla="*/ 78495 w 145577"/>
                <a:gd name="connsiteY138" fmla="*/ 375939 h 574510"/>
                <a:gd name="connsiteX139" fmla="*/ 78575 w 145577"/>
                <a:gd name="connsiteY139" fmla="*/ 377858 h 574510"/>
                <a:gd name="connsiteX140" fmla="*/ 78634 w 145577"/>
                <a:gd name="connsiteY140" fmla="*/ 379629 h 574510"/>
                <a:gd name="connsiteX141" fmla="*/ 81188 w 145577"/>
                <a:gd name="connsiteY141" fmla="*/ 382584 h 574510"/>
                <a:gd name="connsiteX142" fmla="*/ 81281 w 145577"/>
                <a:gd name="connsiteY142" fmla="*/ 386212 h 574510"/>
                <a:gd name="connsiteX143" fmla="*/ 81932 w 145577"/>
                <a:gd name="connsiteY143" fmla="*/ 393002 h 574510"/>
                <a:gd name="connsiteX144" fmla="*/ 83421 w 145577"/>
                <a:gd name="connsiteY144" fmla="*/ 393746 h 574510"/>
                <a:gd name="connsiteX145" fmla="*/ 83793 w 145577"/>
                <a:gd name="connsiteY145" fmla="*/ 397793 h 574510"/>
                <a:gd name="connsiteX146" fmla="*/ 85653 w 145577"/>
                <a:gd name="connsiteY146" fmla="*/ 403420 h 574510"/>
                <a:gd name="connsiteX147" fmla="*/ 86397 w 145577"/>
                <a:gd name="connsiteY147" fmla="*/ 403420 h 574510"/>
                <a:gd name="connsiteX148" fmla="*/ 86481 w 145577"/>
                <a:gd name="connsiteY148" fmla="*/ 405484 h 574510"/>
                <a:gd name="connsiteX149" fmla="*/ 86630 w 145577"/>
                <a:gd name="connsiteY149" fmla="*/ 408164 h 574510"/>
                <a:gd name="connsiteX150" fmla="*/ 86760 w 145577"/>
                <a:gd name="connsiteY150" fmla="*/ 410832 h 574510"/>
                <a:gd name="connsiteX151" fmla="*/ 87141 w 145577"/>
                <a:gd name="connsiteY151" fmla="*/ 413094 h 574510"/>
                <a:gd name="connsiteX152" fmla="*/ 89374 w 145577"/>
                <a:gd name="connsiteY152" fmla="*/ 414582 h 574510"/>
                <a:gd name="connsiteX153" fmla="*/ 89513 w 145577"/>
                <a:gd name="connsiteY153" fmla="*/ 418396 h 574510"/>
                <a:gd name="connsiteX154" fmla="*/ 89452 w 145577"/>
                <a:gd name="connsiteY154" fmla="*/ 420448 h 574510"/>
                <a:gd name="connsiteX155" fmla="*/ 89374 w 145577"/>
                <a:gd name="connsiteY155" fmla="*/ 422024 h 574510"/>
                <a:gd name="connsiteX156" fmla="*/ 91606 w 145577"/>
                <a:gd name="connsiteY156" fmla="*/ 422024 h 574510"/>
                <a:gd name="connsiteX157" fmla="*/ 92350 w 145577"/>
                <a:gd name="connsiteY157" fmla="*/ 430953 h 574510"/>
                <a:gd name="connsiteX158" fmla="*/ 94583 w 145577"/>
                <a:gd name="connsiteY158" fmla="*/ 430953 h 574510"/>
                <a:gd name="connsiteX159" fmla="*/ 95019 w 145577"/>
                <a:gd name="connsiteY159" fmla="*/ 435532 h 574510"/>
                <a:gd name="connsiteX160" fmla="*/ 95327 w 145577"/>
                <a:gd name="connsiteY160" fmla="*/ 436906 h 574510"/>
                <a:gd name="connsiteX161" fmla="*/ 96815 w 145577"/>
                <a:gd name="connsiteY161" fmla="*/ 437651 h 574510"/>
                <a:gd name="connsiteX162" fmla="*/ 97885 w 145577"/>
                <a:gd name="connsiteY162" fmla="*/ 443490 h 574510"/>
                <a:gd name="connsiteX163" fmla="*/ 98303 w 145577"/>
                <a:gd name="connsiteY163" fmla="*/ 445092 h 574510"/>
                <a:gd name="connsiteX164" fmla="*/ 99792 w 145577"/>
                <a:gd name="connsiteY164" fmla="*/ 445092 h 574510"/>
                <a:gd name="connsiteX165" fmla="*/ 100155 w 145577"/>
                <a:gd name="connsiteY165" fmla="*/ 449598 h 574510"/>
                <a:gd name="connsiteX166" fmla="*/ 102768 w 145577"/>
                <a:gd name="connsiteY166" fmla="*/ 452533 h 574510"/>
                <a:gd name="connsiteX167" fmla="*/ 103512 w 145577"/>
                <a:gd name="connsiteY167" fmla="*/ 457742 h 574510"/>
                <a:gd name="connsiteX168" fmla="*/ 105001 w 145577"/>
                <a:gd name="connsiteY168" fmla="*/ 458487 h 574510"/>
                <a:gd name="connsiteX169" fmla="*/ 106489 w 145577"/>
                <a:gd name="connsiteY169" fmla="*/ 463696 h 574510"/>
                <a:gd name="connsiteX170" fmla="*/ 107977 w 145577"/>
                <a:gd name="connsiteY170" fmla="*/ 464440 h 574510"/>
                <a:gd name="connsiteX171" fmla="*/ 108721 w 145577"/>
                <a:gd name="connsiteY171" fmla="*/ 470393 h 574510"/>
                <a:gd name="connsiteX172" fmla="*/ 110954 w 145577"/>
                <a:gd name="connsiteY172" fmla="*/ 470393 h 574510"/>
                <a:gd name="connsiteX173" fmla="*/ 111233 w 145577"/>
                <a:gd name="connsiteY173" fmla="*/ 472951 h 574510"/>
                <a:gd name="connsiteX174" fmla="*/ 111698 w 145577"/>
                <a:gd name="connsiteY174" fmla="*/ 475602 h 574510"/>
                <a:gd name="connsiteX175" fmla="*/ 113186 w 145577"/>
                <a:gd name="connsiteY175" fmla="*/ 476346 h 574510"/>
                <a:gd name="connsiteX176" fmla="*/ 114674 w 145577"/>
                <a:gd name="connsiteY176" fmla="*/ 480811 h 574510"/>
                <a:gd name="connsiteX177" fmla="*/ 116163 w 145577"/>
                <a:gd name="connsiteY177" fmla="*/ 481555 h 574510"/>
                <a:gd name="connsiteX178" fmla="*/ 116488 w 145577"/>
                <a:gd name="connsiteY178" fmla="*/ 483741 h 574510"/>
                <a:gd name="connsiteX179" fmla="*/ 116907 w 145577"/>
                <a:gd name="connsiteY179" fmla="*/ 486020 h 574510"/>
                <a:gd name="connsiteX180" fmla="*/ 119139 w 145577"/>
                <a:gd name="connsiteY180" fmla="*/ 487508 h 574510"/>
                <a:gd name="connsiteX181" fmla="*/ 119883 w 145577"/>
                <a:gd name="connsiteY181" fmla="*/ 491973 h 574510"/>
                <a:gd name="connsiteX182" fmla="*/ 122116 w 145577"/>
                <a:gd name="connsiteY182" fmla="*/ 491973 h 574510"/>
                <a:gd name="connsiteX183" fmla="*/ 122116 w 145577"/>
                <a:gd name="connsiteY183" fmla="*/ 497182 h 574510"/>
                <a:gd name="connsiteX184" fmla="*/ 124348 w 145577"/>
                <a:gd name="connsiteY184" fmla="*/ 497182 h 574510"/>
                <a:gd name="connsiteX185" fmla="*/ 125092 w 145577"/>
                <a:gd name="connsiteY185" fmla="*/ 500158 h 574510"/>
                <a:gd name="connsiteX186" fmla="*/ 127325 w 145577"/>
                <a:gd name="connsiteY186" fmla="*/ 501647 h 574510"/>
                <a:gd name="connsiteX187" fmla="*/ 128069 w 145577"/>
                <a:gd name="connsiteY187" fmla="*/ 506112 h 574510"/>
                <a:gd name="connsiteX188" fmla="*/ 129557 w 145577"/>
                <a:gd name="connsiteY188" fmla="*/ 506856 h 574510"/>
                <a:gd name="connsiteX189" fmla="*/ 129883 w 145577"/>
                <a:gd name="connsiteY189" fmla="*/ 508344 h 574510"/>
                <a:gd name="connsiteX190" fmla="*/ 130301 w 145577"/>
                <a:gd name="connsiteY190" fmla="*/ 509832 h 574510"/>
                <a:gd name="connsiteX191" fmla="*/ 132534 w 145577"/>
                <a:gd name="connsiteY191" fmla="*/ 510576 h 574510"/>
                <a:gd name="connsiteX192" fmla="*/ 134022 w 145577"/>
                <a:gd name="connsiteY192" fmla="*/ 514297 h 574510"/>
                <a:gd name="connsiteX193" fmla="*/ 138487 w 145577"/>
                <a:gd name="connsiteY193" fmla="*/ 519506 h 574510"/>
                <a:gd name="connsiteX194" fmla="*/ 139231 w 145577"/>
                <a:gd name="connsiteY194" fmla="*/ 523227 h 574510"/>
                <a:gd name="connsiteX195" fmla="*/ 140719 w 145577"/>
                <a:gd name="connsiteY195" fmla="*/ 523971 h 574510"/>
                <a:gd name="connsiteX196" fmla="*/ 141045 w 145577"/>
                <a:gd name="connsiteY196" fmla="*/ 525366 h 574510"/>
                <a:gd name="connsiteX197" fmla="*/ 143696 w 145577"/>
                <a:gd name="connsiteY197" fmla="*/ 529180 h 574510"/>
                <a:gd name="connsiteX198" fmla="*/ 147417 w 145577"/>
                <a:gd name="connsiteY198" fmla="*/ 534389 h 574510"/>
                <a:gd name="connsiteX199" fmla="*/ 148905 w 145577"/>
                <a:gd name="connsiteY199" fmla="*/ 535133 h 574510"/>
                <a:gd name="connsiteX200" fmla="*/ 149463 w 145577"/>
                <a:gd name="connsiteY200" fmla="*/ 537272 h 574510"/>
                <a:gd name="connsiteX201" fmla="*/ 150393 w 145577"/>
                <a:gd name="connsiteY201" fmla="*/ 539598 h 574510"/>
                <a:gd name="connsiteX202" fmla="*/ 152719 w 145577"/>
                <a:gd name="connsiteY202" fmla="*/ 540482 h 574510"/>
                <a:gd name="connsiteX203" fmla="*/ 154858 w 145577"/>
                <a:gd name="connsiteY203" fmla="*/ 541830 h 574510"/>
                <a:gd name="connsiteX204" fmla="*/ 154858 w 145577"/>
                <a:gd name="connsiteY204" fmla="*/ 550016 h 574510"/>
                <a:gd name="connsiteX205" fmla="*/ 151509 w 145577"/>
                <a:gd name="connsiteY205" fmla="*/ 550993 h 574510"/>
                <a:gd name="connsiteX206" fmla="*/ 148905 w 145577"/>
                <a:gd name="connsiteY206" fmla="*/ 551504 h 574510"/>
                <a:gd name="connsiteX207" fmla="*/ 148579 w 145577"/>
                <a:gd name="connsiteY207" fmla="*/ 553039 h 574510"/>
                <a:gd name="connsiteX208" fmla="*/ 148161 w 145577"/>
                <a:gd name="connsiteY208" fmla="*/ 554481 h 574510"/>
                <a:gd name="connsiteX209" fmla="*/ 142208 w 145577"/>
                <a:gd name="connsiteY209" fmla="*/ 554481 h 574510"/>
                <a:gd name="connsiteX210" fmla="*/ 142208 w 145577"/>
                <a:gd name="connsiteY210" fmla="*/ 557457 h 574510"/>
                <a:gd name="connsiteX211" fmla="*/ 139231 w 145577"/>
                <a:gd name="connsiteY211" fmla="*/ 558248 h 574510"/>
                <a:gd name="connsiteX212" fmla="*/ 136255 w 145577"/>
                <a:gd name="connsiteY212" fmla="*/ 558946 h 574510"/>
                <a:gd name="connsiteX213" fmla="*/ 136255 w 145577"/>
                <a:gd name="connsiteY213" fmla="*/ 561178 h 574510"/>
                <a:gd name="connsiteX214" fmla="*/ 134816 w 145577"/>
                <a:gd name="connsiteY214" fmla="*/ 561262 h 574510"/>
                <a:gd name="connsiteX215" fmla="*/ 132952 w 145577"/>
                <a:gd name="connsiteY215" fmla="*/ 561410 h 574510"/>
                <a:gd name="connsiteX216" fmla="*/ 131095 w 145577"/>
                <a:gd name="connsiteY216" fmla="*/ 561541 h 574510"/>
                <a:gd name="connsiteX217" fmla="*/ 129557 w 145577"/>
                <a:gd name="connsiteY217" fmla="*/ 561922 h 574510"/>
                <a:gd name="connsiteX218" fmla="*/ 128813 w 145577"/>
                <a:gd name="connsiteY218" fmla="*/ 564154 h 574510"/>
                <a:gd name="connsiteX219" fmla="*/ 126162 w 145577"/>
                <a:gd name="connsiteY219" fmla="*/ 564899 h 574510"/>
                <a:gd name="connsiteX220" fmla="*/ 123604 w 145577"/>
                <a:gd name="connsiteY220" fmla="*/ 565643 h 574510"/>
                <a:gd name="connsiteX221" fmla="*/ 123604 w 145577"/>
                <a:gd name="connsiteY221" fmla="*/ 567875 h 574510"/>
                <a:gd name="connsiteX222" fmla="*/ 120721 w 145577"/>
                <a:gd name="connsiteY222" fmla="*/ 568061 h 574510"/>
                <a:gd name="connsiteX223" fmla="*/ 117651 w 145577"/>
                <a:gd name="connsiteY223" fmla="*/ 568619 h 574510"/>
                <a:gd name="connsiteX224" fmla="*/ 116163 w 145577"/>
                <a:gd name="connsiteY224" fmla="*/ 571596 h 574510"/>
                <a:gd name="connsiteX225" fmla="*/ 110954 w 145577"/>
                <a:gd name="connsiteY225" fmla="*/ 572340 h 574510"/>
                <a:gd name="connsiteX226" fmla="*/ 110210 w 145577"/>
                <a:gd name="connsiteY226" fmla="*/ 574572 h 574510"/>
                <a:gd name="connsiteX227" fmla="*/ 103512 w 145577"/>
                <a:gd name="connsiteY227" fmla="*/ 574572 h 574510"/>
                <a:gd name="connsiteX228" fmla="*/ 102024 w 145577"/>
                <a:gd name="connsiteY228" fmla="*/ 568619 h 574510"/>
                <a:gd name="connsiteX229" fmla="*/ 99792 w 145577"/>
                <a:gd name="connsiteY229" fmla="*/ 567875 h 574510"/>
                <a:gd name="connsiteX230" fmla="*/ 96397 w 145577"/>
                <a:gd name="connsiteY230" fmla="*/ 563410 h 574510"/>
                <a:gd name="connsiteX231" fmla="*/ 91606 w 145577"/>
                <a:gd name="connsiteY231" fmla="*/ 558201 h 574510"/>
                <a:gd name="connsiteX232" fmla="*/ 90862 w 145577"/>
                <a:gd name="connsiteY232" fmla="*/ 554481 h 574510"/>
                <a:gd name="connsiteX233" fmla="*/ 89374 w 145577"/>
                <a:gd name="connsiteY233" fmla="*/ 553737 h 574510"/>
                <a:gd name="connsiteX234" fmla="*/ 88630 w 145577"/>
                <a:gd name="connsiteY234" fmla="*/ 551504 h 574510"/>
                <a:gd name="connsiteX235" fmla="*/ 87467 w 145577"/>
                <a:gd name="connsiteY235" fmla="*/ 550388 h 574510"/>
                <a:gd name="connsiteX236" fmla="*/ 86397 w 145577"/>
                <a:gd name="connsiteY236" fmla="*/ 547039 h 574510"/>
                <a:gd name="connsiteX237" fmla="*/ 84165 w 145577"/>
                <a:gd name="connsiteY237" fmla="*/ 546295 h 574510"/>
                <a:gd name="connsiteX238" fmla="*/ 82676 w 145577"/>
                <a:gd name="connsiteY238" fmla="*/ 543319 h 574510"/>
                <a:gd name="connsiteX239" fmla="*/ 81188 w 145577"/>
                <a:gd name="connsiteY239" fmla="*/ 542574 h 574510"/>
                <a:gd name="connsiteX240" fmla="*/ 80863 w 145577"/>
                <a:gd name="connsiteY240" fmla="*/ 540342 h 574510"/>
                <a:gd name="connsiteX241" fmla="*/ 80444 w 145577"/>
                <a:gd name="connsiteY241" fmla="*/ 538110 h 574510"/>
                <a:gd name="connsiteX242" fmla="*/ 78212 w 145577"/>
                <a:gd name="connsiteY242" fmla="*/ 537365 h 574510"/>
                <a:gd name="connsiteX243" fmla="*/ 78212 w 145577"/>
                <a:gd name="connsiteY243" fmla="*/ 533645 h 574510"/>
                <a:gd name="connsiteX244" fmla="*/ 75979 w 145577"/>
                <a:gd name="connsiteY244" fmla="*/ 533645 h 574510"/>
                <a:gd name="connsiteX245" fmla="*/ 74491 w 145577"/>
                <a:gd name="connsiteY245" fmla="*/ 529924 h 574510"/>
                <a:gd name="connsiteX246" fmla="*/ 73003 w 145577"/>
                <a:gd name="connsiteY246" fmla="*/ 529180 h 574510"/>
                <a:gd name="connsiteX247" fmla="*/ 71514 w 145577"/>
                <a:gd name="connsiteY247" fmla="*/ 525459 h 574510"/>
                <a:gd name="connsiteX248" fmla="*/ 70026 w 145577"/>
                <a:gd name="connsiteY248" fmla="*/ 524715 h 574510"/>
                <a:gd name="connsiteX249" fmla="*/ 69282 w 145577"/>
                <a:gd name="connsiteY249" fmla="*/ 520250 h 574510"/>
                <a:gd name="connsiteX250" fmla="*/ 67794 w 145577"/>
                <a:gd name="connsiteY250" fmla="*/ 519506 h 574510"/>
                <a:gd name="connsiteX251" fmla="*/ 66305 w 145577"/>
                <a:gd name="connsiteY251" fmla="*/ 515785 h 574510"/>
                <a:gd name="connsiteX252" fmla="*/ 64817 w 145577"/>
                <a:gd name="connsiteY252" fmla="*/ 515041 h 574510"/>
                <a:gd name="connsiteX253" fmla="*/ 63329 w 145577"/>
                <a:gd name="connsiteY253" fmla="*/ 509832 h 574510"/>
                <a:gd name="connsiteX254" fmla="*/ 61840 w 145577"/>
                <a:gd name="connsiteY254" fmla="*/ 509088 h 574510"/>
                <a:gd name="connsiteX255" fmla="*/ 60352 w 145577"/>
                <a:gd name="connsiteY255" fmla="*/ 505367 h 574510"/>
                <a:gd name="connsiteX256" fmla="*/ 58864 w 145577"/>
                <a:gd name="connsiteY256" fmla="*/ 503879 h 574510"/>
                <a:gd name="connsiteX257" fmla="*/ 58864 w 145577"/>
                <a:gd name="connsiteY257" fmla="*/ 499414 h 574510"/>
                <a:gd name="connsiteX258" fmla="*/ 56631 w 145577"/>
                <a:gd name="connsiteY258" fmla="*/ 499414 h 574510"/>
                <a:gd name="connsiteX259" fmla="*/ 55143 w 145577"/>
                <a:gd name="connsiteY259" fmla="*/ 494205 h 574510"/>
                <a:gd name="connsiteX260" fmla="*/ 53655 w 145577"/>
                <a:gd name="connsiteY260" fmla="*/ 494205 h 574510"/>
                <a:gd name="connsiteX261" fmla="*/ 53422 w 145577"/>
                <a:gd name="connsiteY261" fmla="*/ 491647 h 574510"/>
                <a:gd name="connsiteX262" fmla="*/ 52911 w 145577"/>
                <a:gd name="connsiteY262" fmla="*/ 488996 h 574510"/>
                <a:gd name="connsiteX263" fmla="*/ 50678 w 145577"/>
                <a:gd name="connsiteY263" fmla="*/ 488252 h 574510"/>
                <a:gd name="connsiteX264" fmla="*/ 50539 w 145577"/>
                <a:gd name="connsiteY264" fmla="*/ 484857 h 574510"/>
                <a:gd name="connsiteX265" fmla="*/ 50600 w 145577"/>
                <a:gd name="connsiteY265" fmla="*/ 482994 h 574510"/>
                <a:gd name="connsiteX266" fmla="*/ 50678 w 145577"/>
                <a:gd name="connsiteY266" fmla="*/ 481555 h 574510"/>
                <a:gd name="connsiteX267" fmla="*/ 48446 w 145577"/>
                <a:gd name="connsiteY267" fmla="*/ 481555 h 574510"/>
                <a:gd name="connsiteX268" fmla="*/ 47655 w 145577"/>
                <a:gd name="connsiteY268" fmla="*/ 478625 h 574510"/>
                <a:gd name="connsiteX269" fmla="*/ 46958 w 145577"/>
                <a:gd name="connsiteY269" fmla="*/ 475602 h 574510"/>
                <a:gd name="connsiteX270" fmla="*/ 45469 w 145577"/>
                <a:gd name="connsiteY270" fmla="*/ 474858 h 574510"/>
                <a:gd name="connsiteX271" fmla="*/ 45054 w 145577"/>
                <a:gd name="connsiteY271" fmla="*/ 470253 h 574510"/>
                <a:gd name="connsiteX272" fmla="*/ 44725 w 145577"/>
                <a:gd name="connsiteY272" fmla="*/ 468904 h 574510"/>
                <a:gd name="connsiteX273" fmla="*/ 42493 w 145577"/>
                <a:gd name="connsiteY273" fmla="*/ 468160 h 574510"/>
                <a:gd name="connsiteX274" fmla="*/ 42074 w 145577"/>
                <a:gd name="connsiteY274" fmla="*/ 465184 h 574510"/>
                <a:gd name="connsiteX275" fmla="*/ 41749 w 145577"/>
                <a:gd name="connsiteY275" fmla="*/ 462207 h 574510"/>
                <a:gd name="connsiteX276" fmla="*/ 40260 w 145577"/>
                <a:gd name="connsiteY276" fmla="*/ 461463 h 574510"/>
                <a:gd name="connsiteX277" fmla="*/ 39795 w 145577"/>
                <a:gd name="connsiteY277" fmla="*/ 457696 h 574510"/>
                <a:gd name="connsiteX278" fmla="*/ 39627 w 145577"/>
                <a:gd name="connsiteY278" fmla="*/ 455623 h 574510"/>
                <a:gd name="connsiteX279" fmla="*/ 39516 w 145577"/>
                <a:gd name="connsiteY279" fmla="*/ 454022 h 574510"/>
                <a:gd name="connsiteX280" fmla="*/ 37284 w 145577"/>
                <a:gd name="connsiteY280" fmla="*/ 454022 h 574510"/>
                <a:gd name="connsiteX281" fmla="*/ 36540 w 145577"/>
                <a:gd name="connsiteY281" fmla="*/ 445836 h 574510"/>
                <a:gd name="connsiteX282" fmla="*/ 34307 w 145577"/>
                <a:gd name="connsiteY282" fmla="*/ 446580 h 574510"/>
                <a:gd name="connsiteX283" fmla="*/ 34197 w 145577"/>
                <a:gd name="connsiteY283" fmla="*/ 444816 h 574510"/>
                <a:gd name="connsiteX284" fmla="*/ 34028 w 145577"/>
                <a:gd name="connsiteY284" fmla="*/ 442534 h 574510"/>
                <a:gd name="connsiteX285" fmla="*/ 33871 w 145577"/>
                <a:gd name="connsiteY285" fmla="*/ 440258 h 574510"/>
                <a:gd name="connsiteX286" fmla="*/ 33563 w 145577"/>
                <a:gd name="connsiteY286" fmla="*/ 438395 h 574510"/>
                <a:gd name="connsiteX287" fmla="*/ 32075 w 145577"/>
                <a:gd name="connsiteY287" fmla="*/ 437651 h 574510"/>
                <a:gd name="connsiteX288" fmla="*/ 31005 w 145577"/>
                <a:gd name="connsiteY288" fmla="*/ 430721 h 574510"/>
                <a:gd name="connsiteX289" fmla="*/ 30587 w 145577"/>
                <a:gd name="connsiteY289" fmla="*/ 428721 h 574510"/>
                <a:gd name="connsiteX290" fmla="*/ 29098 w 145577"/>
                <a:gd name="connsiteY290" fmla="*/ 427977 h 574510"/>
                <a:gd name="connsiteX291" fmla="*/ 28683 w 145577"/>
                <a:gd name="connsiteY291" fmla="*/ 421628 h 574510"/>
                <a:gd name="connsiteX292" fmla="*/ 28354 w 145577"/>
                <a:gd name="connsiteY292" fmla="*/ 419791 h 574510"/>
                <a:gd name="connsiteX293" fmla="*/ 26122 w 145577"/>
                <a:gd name="connsiteY293" fmla="*/ 419047 h 574510"/>
                <a:gd name="connsiteX294" fmla="*/ 25703 w 145577"/>
                <a:gd name="connsiteY294" fmla="*/ 413838 h 574510"/>
                <a:gd name="connsiteX295" fmla="*/ 25378 w 145577"/>
                <a:gd name="connsiteY295" fmla="*/ 408629 h 574510"/>
                <a:gd name="connsiteX296" fmla="*/ 23889 w 145577"/>
                <a:gd name="connsiteY296" fmla="*/ 407885 h 574510"/>
                <a:gd name="connsiteX297" fmla="*/ 23337 w 145577"/>
                <a:gd name="connsiteY297" fmla="*/ 399397 h 574510"/>
                <a:gd name="connsiteX298" fmla="*/ 22041 w 145577"/>
                <a:gd name="connsiteY298" fmla="*/ 396437 h 574510"/>
                <a:gd name="connsiteX299" fmla="*/ 20532 w 145577"/>
                <a:gd name="connsiteY299" fmla="*/ 391924 h 574510"/>
                <a:gd name="connsiteX300" fmla="*/ 20452 w 145577"/>
                <a:gd name="connsiteY300" fmla="*/ 390013 h 574510"/>
                <a:gd name="connsiteX301" fmla="*/ 20401 w 145577"/>
                <a:gd name="connsiteY301" fmla="*/ 388026 h 574510"/>
                <a:gd name="connsiteX302" fmla="*/ 20324 w 145577"/>
                <a:gd name="connsiteY302" fmla="*/ 386013 h 574510"/>
                <a:gd name="connsiteX303" fmla="*/ 20169 w 145577"/>
                <a:gd name="connsiteY303" fmla="*/ 381096 h 574510"/>
                <a:gd name="connsiteX304" fmla="*/ 17936 w 145577"/>
                <a:gd name="connsiteY304" fmla="*/ 381096 h 574510"/>
                <a:gd name="connsiteX305" fmla="*/ 17891 w 145577"/>
                <a:gd name="connsiteY305" fmla="*/ 379673 h 574510"/>
                <a:gd name="connsiteX306" fmla="*/ 17657 w 145577"/>
                <a:gd name="connsiteY306" fmla="*/ 373329 h 574510"/>
                <a:gd name="connsiteX307" fmla="*/ 17587 w 145577"/>
                <a:gd name="connsiteY307" fmla="*/ 371089 h 574510"/>
                <a:gd name="connsiteX308" fmla="*/ 17500 w 145577"/>
                <a:gd name="connsiteY308" fmla="*/ 368960 h 574510"/>
                <a:gd name="connsiteX309" fmla="*/ 17429 w 145577"/>
                <a:gd name="connsiteY309" fmla="*/ 366988 h 574510"/>
                <a:gd name="connsiteX310" fmla="*/ 17192 w 145577"/>
                <a:gd name="connsiteY310" fmla="*/ 365469 h 574510"/>
                <a:gd name="connsiteX311" fmla="*/ 15704 w 145577"/>
                <a:gd name="connsiteY311" fmla="*/ 364725 h 574510"/>
                <a:gd name="connsiteX312" fmla="*/ 14939 w 145577"/>
                <a:gd name="connsiteY312" fmla="*/ 358798 h 574510"/>
                <a:gd name="connsiteX313" fmla="*/ 14967 w 145577"/>
                <a:gd name="connsiteY313" fmla="*/ 356622 h 574510"/>
                <a:gd name="connsiteX314" fmla="*/ 15054 w 145577"/>
                <a:gd name="connsiteY314" fmla="*/ 352093 h 574510"/>
                <a:gd name="connsiteX315" fmla="*/ 15079 w 145577"/>
                <a:gd name="connsiteY315" fmla="*/ 349915 h 574510"/>
                <a:gd name="connsiteX316" fmla="*/ 15117 w 145577"/>
                <a:gd name="connsiteY316" fmla="*/ 347927 h 574510"/>
                <a:gd name="connsiteX317" fmla="*/ 13471 w 145577"/>
                <a:gd name="connsiteY317" fmla="*/ 343145 h 574510"/>
                <a:gd name="connsiteX318" fmla="*/ 12727 w 145577"/>
                <a:gd name="connsiteY318" fmla="*/ 343145 h 574510"/>
                <a:gd name="connsiteX319" fmla="*/ 12714 w 145577"/>
                <a:gd name="connsiteY319" fmla="*/ 341144 h 574510"/>
                <a:gd name="connsiteX320" fmla="*/ 12552 w 145577"/>
                <a:gd name="connsiteY320" fmla="*/ 322517 h 574510"/>
                <a:gd name="connsiteX321" fmla="*/ 12469 w 145577"/>
                <a:gd name="connsiteY321" fmla="*/ 312940 h 574510"/>
                <a:gd name="connsiteX322" fmla="*/ 12383 w 145577"/>
                <a:gd name="connsiteY322" fmla="*/ 303705 h 574510"/>
                <a:gd name="connsiteX323" fmla="*/ 12357 w 145577"/>
                <a:gd name="connsiteY323" fmla="*/ 300174 h 574510"/>
                <a:gd name="connsiteX324" fmla="*/ 12305 w 145577"/>
                <a:gd name="connsiteY324" fmla="*/ 295245 h 574510"/>
                <a:gd name="connsiteX325" fmla="*/ 12280 w 145577"/>
                <a:gd name="connsiteY325" fmla="*/ 292406 h 574510"/>
                <a:gd name="connsiteX326" fmla="*/ 11983 w 145577"/>
                <a:gd name="connsiteY326" fmla="*/ 290311 h 574510"/>
                <a:gd name="connsiteX327" fmla="*/ 9751 w 145577"/>
                <a:gd name="connsiteY327" fmla="*/ 289567 h 574510"/>
                <a:gd name="connsiteX328" fmla="*/ 9751 w 145577"/>
                <a:gd name="connsiteY328" fmla="*/ 283614 h 574510"/>
                <a:gd name="connsiteX329" fmla="*/ 11239 w 145577"/>
                <a:gd name="connsiteY329" fmla="*/ 283614 h 574510"/>
                <a:gd name="connsiteX330" fmla="*/ 12100 w 145577"/>
                <a:gd name="connsiteY330" fmla="*/ 277347 h 574510"/>
                <a:gd name="connsiteX331" fmla="*/ 12112 w 145577"/>
                <a:gd name="connsiteY331" fmla="*/ 275861 h 574510"/>
                <a:gd name="connsiteX332" fmla="*/ 12131 w 145577"/>
                <a:gd name="connsiteY332" fmla="*/ 272665 h 574510"/>
                <a:gd name="connsiteX333" fmla="*/ 12171 w 145577"/>
                <a:gd name="connsiteY333" fmla="*/ 267608 h 574510"/>
                <a:gd name="connsiteX334" fmla="*/ 12282 w 145577"/>
                <a:gd name="connsiteY334" fmla="*/ 253230 h 574510"/>
                <a:gd name="connsiteX335" fmla="*/ 12357 w 145577"/>
                <a:gd name="connsiteY335" fmla="*/ 244438 h 574510"/>
                <a:gd name="connsiteX336" fmla="*/ 12376 w 145577"/>
                <a:gd name="connsiteY336" fmla="*/ 241085 h 574510"/>
                <a:gd name="connsiteX337" fmla="*/ 12417 w 145577"/>
                <a:gd name="connsiteY337" fmla="*/ 236399 h 574510"/>
                <a:gd name="connsiteX338" fmla="*/ 12435 w 145577"/>
                <a:gd name="connsiteY338" fmla="*/ 233703 h 574510"/>
                <a:gd name="connsiteX339" fmla="*/ 14960 w 145577"/>
                <a:gd name="connsiteY339" fmla="*/ 229291 h 574510"/>
                <a:gd name="connsiteX340" fmla="*/ 15125 w 145577"/>
                <a:gd name="connsiteY340" fmla="*/ 225649 h 574510"/>
                <a:gd name="connsiteX341" fmla="*/ 15083 w 145577"/>
                <a:gd name="connsiteY341" fmla="*/ 223494 h 574510"/>
                <a:gd name="connsiteX342" fmla="*/ 15006 w 145577"/>
                <a:gd name="connsiteY342" fmla="*/ 221245 h 574510"/>
                <a:gd name="connsiteX343" fmla="*/ 16448 w 145577"/>
                <a:gd name="connsiteY343" fmla="*/ 208455 h 574510"/>
                <a:gd name="connsiteX344" fmla="*/ 17192 w 145577"/>
                <a:gd name="connsiteY344" fmla="*/ 207711 h 574510"/>
                <a:gd name="connsiteX345" fmla="*/ 17427 w 145577"/>
                <a:gd name="connsiteY345" fmla="*/ 204383 h 574510"/>
                <a:gd name="connsiteX346" fmla="*/ 17522 w 145577"/>
                <a:gd name="connsiteY346" fmla="*/ 202355 h 574510"/>
                <a:gd name="connsiteX347" fmla="*/ 17611 w 145577"/>
                <a:gd name="connsiteY347" fmla="*/ 200223 h 574510"/>
                <a:gd name="connsiteX348" fmla="*/ 17708 w 145577"/>
                <a:gd name="connsiteY348" fmla="*/ 198082 h 574510"/>
                <a:gd name="connsiteX349" fmla="*/ 17936 w 145577"/>
                <a:gd name="connsiteY349" fmla="*/ 192828 h 574510"/>
                <a:gd name="connsiteX350" fmla="*/ 20169 w 145577"/>
                <a:gd name="connsiteY350" fmla="*/ 192828 h 574510"/>
                <a:gd name="connsiteX351" fmla="*/ 20913 w 145577"/>
                <a:gd name="connsiteY351" fmla="*/ 177946 h 574510"/>
                <a:gd name="connsiteX352" fmla="*/ 23145 w 145577"/>
                <a:gd name="connsiteY352" fmla="*/ 177946 h 574510"/>
                <a:gd name="connsiteX353" fmla="*/ 23119 w 145577"/>
                <a:gd name="connsiteY353" fmla="*/ 175719 h 574510"/>
                <a:gd name="connsiteX354" fmla="*/ 23099 w 145577"/>
                <a:gd name="connsiteY354" fmla="*/ 172830 h 574510"/>
                <a:gd name="connsiteX355" fmla="*/ 23072 w 145577"/>
                <a:gd name="connsiteY355" fmla="*/ 169952 h 574510"/>
                <a:gd name="connsiteX356" fmla="*/ 23889 w 145577"/>
                <a:gd name="connsiteY356" fmla="*/ 166039 h 574510"/>
                <a:gd name="connsiteX357" fmla="*/ 26122 w 145577"/>
                <a:gd name="connsiteY357" fmla="*/ 166039 h 574510"/>
                <a:gd name="connsiteX358" fmla="*/ 26043 w 145577"/>
                <a:gd name="connsiteY358" fmla="*/ 163624 h 574510"/>
                <a:gd name="connsiteX359" fmla="*/ 25982 w 145577"/>
                <a:gd name="connsiteY359" fmla="*/ 160505 h 574510"/>
                <a:gd name="connsiteX360" fmla="*/ 25926 w 145577"/>
                <a:gd name="connsiteY360" fmla="*/ 158910 h 574510"/>
                <a:gd name="connsiteX361" fmla="*/ 26122 w 145577"/>
                <a:gd name="connsiteY361" fmla="*/ 154877 h 574510"/>
                <a:gd name="connsiteX362" fmla="*/ 28354 w 145577"/>
                <a:gd name="connsiteY362" fmla="*/ 154133 h 574510"/>
                <a:gd name="connsiteX363" fmla="*/ 28726 w 145577"/>
                <a:gd name="connsiteY363" fmla="*/ 150087 h 574510"/>
                <a:gd name="connsiteX364" fmla="*/ 29098 w 145577"/>
                <a:gd name="connsiteY364" fmla="*/ 145948 h 574510"/>
                <a:gd name="connsiteX365" fmla="*/ 31331 w 145577"/>
                <a:gd name="connsiteY365" fmla="*/ 144459 h 574510"/>
                <a:gd name="connsiteX366" fmla="*/ 31749 w 145577"/>
                <a:gd name="connsiteY366" fmla="*/ 140320 h 574510"/>
                <a:gd name="connsiteX367" fmla="*/ 32075 w 145577"/>
                <a:gd name="connsiteY367" fmla="*/ 136274 h 574510"/>
                <a:gd name="connsiteX368" fmla="*/ 33563 w 145577"/>
                <a:gd name="connsiteY368" fmla="*/ 135530 h 574510"/>
                <a:gd name="connsiteX369" fmla="*/ 34028 w 145577"/>
                <a:gd name="connsiteY369" fmla="*/ 131390 h 574510"/>
                <a:gd name="connsiteX370" fmla="*/ 34197 w 145577"/>
                <a:gd name="connsiteY370" fmla="*/ 129108 h 574510"/>
                <a:gd name="connsiteX371" fmla="*/ 34307 w 145577"/>
                <a:gd name="connsiteY371" fmla="*/ 127344 h 574510"/>
                <a:gd name="connsiteX372" fmla="*/ 36540 w 145577"/>
                <a:gd name="connsiteY372" fmla="*/ 128088 h 574510"/>
                <a:gd name="connsiteX373" fmla="*/ 37284 w 145577"/>
                <a:gd name="connsiteY373" fmla="*/ 119903 h 574510"/>
                <a:gd name="connsiteX374" fmla="*/ 39516 w 145577"/>
                <a:gd name="connsiteY374" fmla="*/ 119903 h 574510"/>
                <a:gd name="connsiteX375" fmla="*/ 39627 w 145577"/>
                <a:gd name="connsiteY375" fmla="*/ 118138 h 574510"/>
                <a:gd name="connsiteX376" fmla="*/ 39795 w 145577"/>
                <a:gd name="connsiteY376" fmla="*/ 115856 h 574510"/>
                <a:gd name="connsiteX377" fmla="*/ 39952 w 145577"/>
                <a:gd name="connsiteY377" fmla="*/ 113580 h 574510"/>
                <a:gd name="connsiteX378" fmla="*/ 40260 w 145577"/>
                <a:gd name="connsiteY378" fmla="*/ 111717 h 574510"/>
                <a:gd name="connsiteX379" fmla="*/ 41749 w 145577"/>
                <a:gd name="connsiteY379" fmla="*/ 110973 h 574510"/>
                <a:gd name="connsiteX380" fmla="*/ 42164 w 145577"/>
                <a:gd name="connsiteY380" fmla="*/ 106369 h 574510"/>
                <a:gd name="connsiteX381" fmla="*/ 42493 w 145577"/>
                <a:gd name="connsiteY381" fmla="*/ 105020 h 574510"/>
                <a:gd name="connsiteX382" fmla="*/ 44725 w 145577"/>
                <a:gd name="connsiteY382" fmla="*/ 104276 h 574510"/>
                <a:gd name="connsiteX383" fmla="*/ 45167 w 145577"/>
                <a:gd name="connsiteY383" fmla="*/ 99744 h 574510"/>
                <a:gd name="connsiteX384" fmla="*/ 47702 w 145577"/>
                <a:gd name="connsiteY384" fmla="*/ 96834 h 574510"/>
                <a:gd name="connsiteX385" fmla="*/ 48446 w 145577"/>
                <a:gd name="connsiteY385" fmla="*/ 93114 h 574510"/>
                <a:gd name="connsiteX386" fmla="*/ 49934 w 145577"/>
                <a:gd name="connsiteY386" fmla="*/ 92369 h 574510"/>
                <a:gd name="connsiteX387" fmla="*/ 50350 w 145577"/>
                <a:gd name="connsiteY387" fmla="*/ 87765 h 574510"/>
                <a:gd name="connsiteX388" fmla="*/ 50678 w 145577"/>
                <a:gd name="connsiteY388" fmla="*/ 86416 h 574510"/>
                <a:gd name="connsiteX389" fmla="*/ 52911 w 145577"/>
                <a:gd name="connsiteY389" fmla="*/ 85672 h 574510"/>
                <a:gd name="connsiteX390" fmla="*/ 53283 w 145577"/>
                <a:gd name="connsiteY390" fmla="*/ 83068 h 574510"/>
                <a:gd name="connsiteX391" fmla="*/ 53655 w 145577"/>
                <a:gd name="connsiteY391" fmla="*/ 80463 h 574510"/>
                <a:gd name="connsiteX392" fmla="*/ 55887 w 145577"/>
                <a:gd name="connsiteY392" fmla="*/ 79719 h 574510"/>
                <a:gd name="connsiteX393" fmla="*/ 56631 w 145577"/>
                <a:gd name="connsiteY393" fmla="*/ 74510 h 574510"/>
                <a:gd name="connsiteX394" fmla="*/ 58120 w 145577"/>
                <a:gd name="connsiteY394" fmla="*/ 73766 h 574510"/>
                <a:gd name="connsiteX395" fmla="*/ 58864 w 145577"/>
                <a:gd name="connsiteY395" fmla="*/ 71533 h 574510"/>
                <a:gd name="connsiteX396" fmla="*/ 61096 w 145577"/>
                <a:gd name="connsiteY396" fmla="*/ 68557 h 574510"/>
                <a:gd name="connsiteX397" fmla="*/ 61422 w 145577"/>
                <a:gd name="connsiteY397" fmla="*/ 66371 h 574510"/>
                <a:gd name="connsiteX398" fmla="*/ 61840 w 145577"/>
                <a:gd name="connsiteY398" fmla="*/ 64092 h 574510"/>
                <a:gd name="connsiteX399" fmla="*/ 64073 w 145577"/>
                <a:gd name="connsiteY399" fmla="*/ 62604 h 574510"/>
                <a:gd name="connsiteX400" fmla="*/ 65561 w 145577"/>
                <a:gd name="connsiteY400" fmla="*/ 58883 h 574510"/>
                <a:gd name="connsiteX401" fmla="*/ 67049 w 145577"/>
                <a:gd name="connsiteY401" fmla="*/ 58883 h 574510"/>
                <a:gd name="connsiteX402" fmla="*/ 66910 w 145577"/>
                <a:gd name="connsiteY402" fmla="*/ 56744 h 574510"/>
                <a:gd name="connsiteX403" fmla="*/ 67049 w 145577"/>
                <a:gd name="connsiteY403" fmla="*/ 54418 h 574510"/>
                <a:gd name="connsiteX404" fmla="*/ 69282 w 145577"/>
                <a:gd name="connsiteY404" fmla="*/ 52930 h 574510"/>
                <a:gd name="connsiteX405" fmla="*/ 69654 w 145577"/>
                <a:gd name="connsiteY405" fmla="*/ 51070 h 574510"/>
                <a:gd name="connsiteX406" fmla="*/ 72258 w 145577"/>
                <a:gd name="connsiteY406" fmla="*/ 47721 h 574510"/>
                <a:gd name="connsiteX407" fmla="*/ 73747 w 145577"/>
                <a:gd name="connsiteY407" fmla="*/ 44000 h 574510"/>
                <a:gd name="connsiteX408" fmla="*/ 77467 w 145577"/>
                <a:gd name="connsiteY408" fmla="*/ 38791 h 574510"/>
                <a:gd name="connsiteX409" fmla="*/ 78212 w 145577"/>
                <a:gd name="connsiteY409" fmla="*/ 37303 h 574510"/>
                <a:gd name="connsiteX410" fmla="*/ 80444 w 145577"/>
                <a:gd name="connsiteY410" fmla="*/ 35071 h 574510"/>
                <a:gd name="connsiteX411" fmla="*/ 80816 w 145577"/>
                <a:gd name="connsiteY411" fmla="*/ 33582 h 574510"/>
                <a:gd name="connsiteX412" fmla="*/ 81188 w 145577"/>
                <a:gd name="connsiteY412" fmla="*/ 32094 h 574510"/>
                <a:gd name="connsiteX413" fmla="*/ 82676 w 145577"/>
                <a:gd name="connsiteY413" fmla="*/ 31350 h 574510"/>
                <a:gd name="connsiteX414" fmla="*/ 83002 w 145577"/>
                <a:gd name="connsiteY414" fmla="*/ 29583 h 574510"/>
                <a:gd name="connsiteX415" fmla="*/ 85653 w 145577"/>
                <a:gd name="connsiteY415" fmla="*/ 25397 h 574510"/>
                <a:gd name="connsiteX416" fmla="*/ 86444 w 145577"/>
                <a:gd name="connsiteY416" fmla="*/ 23815 h 574510"/>
                <a:gd name="connsiteX417" fmla="*/ 88630 w 145577"/>
                <a:gd name="connsiteY417" fmla="*/ 21676 h 574510"/>
                <a:gd name="connsiteX418" fmla="*/ 89374 w 145577"/>
                <a:gd name="connsiteY418" fmla="*/ 20141 h 574510"/>
                <a:gd name="connsiteX419" fmla="*/ 90118 w 145577"/>
                <a:gd name="connsiteY419" fmla="*/ 18699 h 574510"/>
                <a:gd name="connsiteX420" fmla="*/ 91606 w 145577"/>
                <a:gd name="connsiteY420" fmla="*/ 18699 h 574510"/>
                <a:gd name="connsiteX421" fmla="*/ 92350 w 145577"/>
                <a:gd name="connsiteY421" fmla="*/ 16839 h 574510"/>
                <a:gd name="connsiteX422" fmla="*/ 93094 w 145577"/>
                <a:gd name="connsiteY422" fmla="*/ 14979 h 574510"/>
                <a:gd name="connsiteX423" fmla="*/ 94583 w 145577"/>
                <a:gd name="connsiteY423" fmla="*/ 14979 h 574510"/>
                <a:gd name="connsiteX424" fmla="*/ 95327 w 145577"/>
                <a:gd name="connsiteY424" fmla="*/ 13118 h 574510"/>
                <a:gd name="connsiteX425" fmla="*/ 96071 w 145577"/>
                <a:gd name="connsiteY425" fmla="*/ 11258 h 574510"/>
                <a:gd name="connsiteX426" fmla="*/ 97559 w 145577"/>
                <a:gd name="connsiteY426" fmla="*/ 11258 h 574510"/>
                <a:gd name="connsiteX427" fmla="*/ 98303 w 145577"/>
                <a:gd name="connsiteY427" fmla="*/ 8282 h 574510"/>
                <a:gd name="connsiteX428" fmla="*/ 99792 w 145577"/>
                <a:gd name="connsiteY428" fmla="*/ 7537 h 574510"/>
                <a:gd name="connsiteX429" fmla="*/ 100536 w 145577"/>
                <a:gd name="connsiteY429" fmla="*/ 6003 h 574510"/>
                <a:gd name="connsiteX430" fmla="*/ 101280 w 145577"/>
                <a:gd name="connsiteY430" fmla="*/ 4561 h 574510"/>
                <a:gd name="connsiteX431" fmla="*/ 102768 w 145577"/>
                <a:gd name="connsiteY431" fmla="*/ 4561 h 574510"/>
                <a:gd name="connsiteX432" fmla="*/ 102908 w 145577"/>
                <a:gd name="connsiteY432" fmla="*/ 2724 h 574510"/>
                <a:gd name="connsiteX433" fmla="*/ 103512 w 145577"/>
                <a:gd name="connsiteY433" fmla="*/ 840 h 5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145577" h="574510">
                  <a:moveTo>
                    <a:pt x="103512" y="840"/>
                  </a:moveTo>
                  <a:cubicBezTo>
                    <a:pt x="105838" y="398"/>
                    <a:pt x="105838" y="398"/>
                    <a:pt x="108721" y="468"/>
                  </a:cubicBezTo>
                  <a:cubicBezTo>
                    <a:pt x="109673" y="476"/>
                    <a:pt x="110624" y="483"/>
                    <a:pt x="111605" y="491"/>
                  </a:cubicBezTo>
                  <a:cubicBezTo>
                    <a:pt x="112372" y="606"/>
                    <a:pt x="113140" y="722"/>
                    <a:pt x="113930" y="840"/>
                  </a:cubicBezTo>
                  <a:cubicBezTo>
                    <a:pt x="114176" y="1577"/>
                    <a:pt x="114421" y="2314"/>
                    <a:pt x="114674" y="3073"/>
                  </a:cubicBezTo>
                  <a:cubicBezTo>
                    <a:pt x="116049" y="3587"/>
                    <a:pt x="116049" y="3587"/>
                    <a:pt x="117651" y="3817"/>
                  </a:cubicBezTo>
                  <a:cubicBezTo>
                    <a:pt x="119279" y="4096"/>
                    <a:pt x="119279" y="4096"/>
                    <a:pt x="120628" y="4561"/>
                  </a:cubicBezTo>
                  <a:cubicBezTo>
                    <a:pt x="120873" y="5298"/>
                    <a:pt x="121119" y="6034"/>
                    <a:pt x="121372" y="6793"/>
                  </a:cubicBezTo>
                  <a:cubicBezTo>
                    <a:pt x="122231" y="6901"/>
                    <a:pt x="123091" y="7008"/>
                    <a:pt x="123976" y="7119"/>
                  </a:cubicBezTo>
                  <a:cubicBezTo>
                    <a:pt x="124836" y="7257"/>
                    <a:pt x="125695" y="7395"/>
                    <a:pt x="126581" y="7537"/>
                  </a:cubicBezTo>
                  <a:cubicBezTo>
                    <a:pt x="126829" y="8530"/>
                    <a:pt x="127077" y="9522"/>
                    <a:pt x="127325" y="10514"/>
                  </a:cubicBezTo>
                  <a:cubicBezTo>
                    <a:pt x="129944" y="11127"/>
                    <a:pt x="129944" y="11127"/>
                    <a:pt x="132534" y="11258"/>
                  </a:cubicBezTo>
                  <a:cubicBezTo>
                    <a:pt x="132534" y="12240"/>
                    <a:pt x="132534" y="13223"/>
                    <a:pt x="132534" y="14235"/>
                  </a:cubicBezTo>
                  <a:cubicBezTo>
                    <a:pt x="134498" y="14235"/>
                    <a:pt x="136463" y="14235"/>
                    <a:pt x="138487" y="14235"/>
                  </a:cubicBezTo>
                  <a:cubicBezTo>
                    <a:pt x="138487" y="15217"/>
                    <a:pt x="138487" y="16199"/>
                    <a:pt x="138487" y="17211"/>
                  </a:cubicBezTo>
                  <a:cubicBezTo>
                    <a:pt x="140697" y="17457"/>
                    <a:pt x="142907" y="17702"/>
                    <a:pt x="145184" y="17955"/>
                  </a:cubicBezTo>
                  <a:cubicBezTo>
                    <a:pt x="145184" y="18938"/>
                    <a:pt x="145184" y="19920"/>
                    <a:pt x="145184" y="20932"/>
                  </a:cubicBezTo>
                  <a:cubicBezTo>
                    <a:pt x="145890" y="20917"/>
                    <a:pt x="146596" y="20901"/>
                    <a:pt x="147324" y="20885"/>
                  </a:cubicBezTo>
                  <a:cubicBezTo>
                    <a:pt x="149649" y="20932"/>
                    <a:pt x="149649" y="20932"/>
                    <a:pt x="151137" y="21676"/>
                  </a:cubicBezTo>
                  <a:cubicBezTo>
                    <a:pt x="151368" y="22167"/>
                    <a:pt x="151598" y="22658"/>
                    <a:pt x="151835" y="23164"/>
                  </a:cubicBezTo>
                  <a:cubicBezTo>
                    <a:pt x="152543" y="24910"/>
                    <a:pt x="152543" y="24910"/>
                    <a:pt x="154858" y="25397"/>
                  </a:cubicBezTo>
                  <a:cubicBezTo>
                    <a:pt x="155137" y="28001"/>
                    <a:pt x="155137" y="28001"/>
                    <a:pt x="154858" y="30606"/>
                  </a:cubicBezTo>
                  <a:cubicBezTo>
                    <a:pt x="154121" y="30851"/>
                    <a:pt x="153385" y="31097"/>
                    <a:pt x="152626" y="31350"/>
                  </a:cubicBezTo>
                  <a:cubicBezTo>
                    <a:pt x="152105" y="32330"/>
                    <a:pt x="151608" y="33322"/>
                    <a:pt x="151137" y="34326"/>
                  </a:cubicBezTo>
                  <a:cubicBezTo>
                    <a:pt x="150401" y="34695"/>
                    <a:pt x="150401" y="34695"/>
                    <a:pt x="149649" y="35071"/>
                  </a:cubicBezTo>
                  <a:cubicBezTo>
                    <a:pt x="149542" y="35577"/>
                    <a:pt x="149434" y="36084"/>
                    <a:pt x="149324" y="36605"/>
                  </a:cubicBezTo>
                  <a:cubicBezTo>
                    <a:pt x="149185" y="37081"/>
                    <a:pt x="149047" y="37557"/>
                    <a:pt x="148905" y="38047"/>
                  </a:cubicBezTo>
                  <a:cubicBezTo>
                    <a:pt x="148168" y="38047"/>
                    <a:pt x="147432" y="38047"/>
                    <a:pt x="146673" y="38047"/>
                  </a:cubicBezTo>
                  <a:cubicBezTo>
                    <a:pt x="146673" y="39275"/>
                    <a:pt x="146673" y="40503"/>
                    <a:pt x="146673" y="41768"/>
                  </a:cubicBezTo>
                  <a:cubicBezTo>
                    <a:pt x="145936" y="41768"/>
                    <a:pt x="145199" y="41768"/>
                    <a:pt x="144440" y="41768"/>
                  </a:cubicBezTo>
                  <a:cubicBezTo>
                    <a:pt x="144156" y="43000"/>
                    <a:pt x="143909" y="44242"/>
                    <a:pt x="143696" y="45489"/>
                  </a:cubicBezTo>
                  <a:cubicBezTo>
                    <a:pt x="142959" y="45857"/>
                    <a:pt x="142959" y="45857"/>
                    <a:pt x="142208" y="46233"/>
                  </a:cubicBezTo>
                  <a:cubicBezTo>
                    <a:pt x="141977" y="46954"/>
                    <a:pt x="141747" y="47675"/>
                    <a:pt x="141510" y="48419"/>
                  </a:cubicBezTo>
                  <a:cubicBezTo>
                    <a:pt x="140719" y="50698"/>
                    <a:pt x="140719" y="50698"/>
                    <a:pt x="138487" y="52186"/>
                  </a:cubicBezTo>
                  <a:cubicBezTo>
                    <a:pt x="138241" y="52922"/>
                    <a:pt x="137996" y="53659"/>
                    <a:pt x="137743" y="54418"/>
                  </a:cubicBezTo>
                  <a:cubicBezTo>
                    <a:pt x="137006" y="54787"/>
                    <a:pt x="137006" y="54787"/>
                    <a:pt x="136255" y="55162"/>
                  </a:cubicBezTo>
                  <a:cubicBezTo>
                    <a:pt x="134872" y="57179"/>
                    <a:pt x="133994" y="58970"/>
                    <a:pt x="133231" y="61302"/>
                  </a:cubicBezTo>
                  <a:cubicBezTo>
                    <a:pt x="132534" y="63348"/>
                    <a:pt x="132534" y="63348"/>
                    <a:pt x="131046" y="64092"/>
                  </a:cubicBezTo>
                  <a:cubicBezTo>
                    <a:pt x="130800" y="64706"/>
                    <a:pt x="130554" y="65320"/>
                    <a:pt x="130301" y="65952"/>
                  </a:cubicBezTo>
                  <a:cubicBezTo>
                    <a:pt x="129557" y="67813"/>
                    <a:pt x="129557" y="67813"/>
                    <a:pt x="128069" y="68557"/>
                  </a:cubicBezTo>
                  <a:cubicBezTo>
                    <a:pt x="127823" y="69171"/>
                    <a:pt x="127578" y="69785"/>
                    <a:pt x="127325" y="70417"/>
                  </a:cubicBezTo>
                  <a:cubicBezTo>
                    <a:pt x="126581" y="72278"/>
                    <a:pt x="126581" y="72278"/>
                    <a:pt x="125092" y="73022"/>
                  </a:cubicBezTo>
                  <a:cubicBezTo>
                    <a:pt x="124970" y="73636"/>
                    <a:pt x="124847" y="74250"/>
                    <a:pt x="124720" y="74882"/>
                  </a:cubicBezTo>
                  <a:cubicBezTo>
                    <a:pt x="124598" y="75496"/>
                    <a:pt x="124475" y="76110"/>
                    <a:pt x="124348" y="76742"/>
                  </a:cubicBezTo>
                  <a:cubicBezTo>
                    <a:pt x="123612" y="77111"/>
                    <a:pt x="123612" y="77111"/>
                    <a:pt x="122860" y="77487"/>
                  </a:cubicBezTo>
                  <a:cubicBezTo>
                    <a:pt x="122630" y="78239"/>
                    <a:pt x="122400" y="78991"/>
                    <a:pt x="122162" y="79766"/>
                  </a:cubicBezTo>
                  <a:cubicBezTo>
                    <a:pt x="121901" y="80487"/>
                    <a:pt x="121641" y="81208"/>
                    <a:pt x="121372" y="81951"/>
                  </a:cubicBezTo>
                  <a:cubicBezTo>
                    <a:pt x="120635" y="81951"/>
                    <a:pt x="119898" y="81951"/>
                    <a:pt x="119139" y="81951"/>
                  </a:cubicBezTo>
                  <a:cubicBezTo>
                    <a:pt x="119139" y="83670"/>
                    <a:pt x="119139" y="85389"/>
                    <a:pt x="119139" y="87160"/>
                  </a:cubicBezTo>
                  <a:cubicBezTo>
                    <a:pt x="118403" y="87160"/>
                    <a:pt x="117666" y="87160"/>
                    <a:pt x="116907" y="87160"/>
                  </a:cubicBezTo>
                  <a:cubicBezTo>
                    <a:pt x="116792" y="88219"/>
                    <a:pt x="116792" y="88219"/>
                    <a:pt x="116674" y="89300"/>
                  </a:cubicBezTo>
                  <a:cubicBezTo>
                    <a:pt x="116163" y="91625"/>
                    <a:pt x="116163" y="91625"/>
                    <a:pt x="113930" y="93114"/>
                  </a:cubicBezTo>
                  <a:cubicBezTo>
                    <a:pt x="113930" y="93850"/>
                    <a:pt x="113930" y="94587"/>
                    <a:pt x="113930" y="95346"/>
                  </a:cubicBezTo>
                  <a:cubicBezTo>
                    <a:pt x="113930" y="96083"/>
                    <a:pt x="113930" y="96819"/>
                    <a:pt x="113930" y="97578"/>
                  </a:cubicBezTo>
                  <a:cubicBezTo>
                    <a:pt x="113194" y="98070"/>
                    <a:pt x="112457" y="98561"/>
                    <a:pt x="111698" y="99067"/>
                  </a:cubicBezTo>
                  <a:cubicBezTo>
                    <a:pt x="111575" y="99696"/>
                    <a:pt x="111452" y="100325"/>
                    <a:pt x="111326" y="100974"/>
                  </a:cubicBezTo>
                  <a:cubicBezTo>
                    <a:pt x="111203" y="101572"/>
                    <a:pt x="111080" y="102171"/>
                    <a:pt x="110954" y="102787"/>
                  </a:cubicBezTo>
                  <a:cubicBezTo>
                    <a:pt x="110217" y="103033"/>
                    <a:pt x="109480" y="103278"/>
                    <a:pt x="108721" y="103531"/>
                  </a:cubicBezTo>
                  <a:cubicBezTo>
                    <a:pt x="108469" y="105267"/>
                    <a:pt x="108221" y="107004"/>
                    <a:pt x="107977" y="108740"/>
                  </a:cubicBezTo>
                  <a:cubicBezTo>
                    <a:pt x="107240" y="109232"/>
                    <a:pt x="106504" y="109723"/>
                    <a:pt x="105745" y="110229"/>
                  </a:cubicBezTo>
                  <a:cubicBezTo>
                    <a:pt x="105745" y="111104"/>
                    <a:pt x="105745" y="111978"/>
                    <a:pt x="105745" y="112880"/>
                  </a:cubicBezTo>
                  <a:cubicBezTo>
                    <a:pt x="105745" y="113724"/>
                    <a:pt x="105745" y="114568"/>
                    <a:pt x="105745" y="115438"/>
                  </a:cubicBezTo>
                  <a:cubicBezTo>
                    <a:pt x="105008" y="115683"/>
                    <a:pt x="104271" y="115929"/>
                    <a:pt x="103512" y="116182"/>
                  </a:cubicBezTo>
                  <a:cubicBezTo>
                    <a:pt x="103161" y="117565"/>
                    <a:pt x="103161" y="117565"/>
                    <a:pt x="103140" y="119158"/>
                  </a:cubicBezTo>
                  <a:cubicBezTo>
                    <a:pt x="103071" y="120786"/>
                    <a:pt x="103071" y="120786"/>
                    <a:pt x="102768" y="122135"/>
                  </a:cubicBezTo>
                  <a:cubicBezTo>
                    <a:pt x="102032" y="122381"/>
                    <a:pt x="101295" y="122626"/>
                    <a:pt x="100536" y="122879"/>
                  </a:cubicBezTo>
                  <a:cubicBezTo>
                    <a:pt x="100100" y="124283"/>
                    <a:pt x="100100" y="124283"/>
                    <a:pt x="100024" y="125902"/>
                  </a:cubicBezTo>
                  <a:cubicBezTo>
                    <a:pt x="99947" y="126869"/>
                    <a:pt x="99871" y="127836"/>
                    <a:pt x="99792" y="128832"/>
                  </a:cubicBezTo>
                  <a:cubicBezTo>
                    <a:pt x="99055" y="128832"/>
                    <a:pt x="98318" y="128832"/>
                    <a:pt x="97559" y="128832"/>
                  </a:cubicBezTo>
                  <a:cubicBezTo>
                    <a:pt x="97594" y="129307"/>
                    <a:pt x="97628" y="129782"/>
                    <a:pt x="97664" y="130271"/>
                  </a:cubicBezTo>
                  <a:cubicBezTo>
                    <a:pt x="97691" y="130886"/>
                    <a:pt x="97718" y="131501"/>
                    <a:pt x="97745" y="132134"/>
                  </a:cubicBezTo>
                  <a:cubicBezTo>
                    <a:pt x="97780" y="132747"/>
                    <a:pt x="97814" y="133360"/>
                    <a:pt x="97850" y="133992"/>
                  </a:cubicBezTo>
                  <a:cubicBezTo>
                    <a:pt x="97706" y="134753"/>
                    <a:pt x="97706" y="134753"/>
                    <a:pt x="97559" y="135530"/>
                  </a:cubicBezTo>
                  <a:cubicBezTo>
                    <a:pt x="96567" y="135778"/>
                    <a:pt x="95575" y="136026"/>
                    <a:pt x="94583" y="136274"/>
                  </a:cubicBezTo>
                  <a:cubicBezTo>
                    <a:pt x="94305" y="137836"/>
                    <a:pt x="94305" y="137836"/>
                    <a:pt x="94536" y="139622"/>
                  </a:cubicBezTo>
                  <a:cubicBezTo>
                    <a:pt x="94696" y="141459"/>
                    <a:pt x="94696" y="141459"/>
                    <a:pt x="94583" y="142971"/>
                  </a:cubicBezTo>
                  <a:cubicBezTo>
                    <a:pt x="93846" y="143217"/>
                    <a:pt x="93109" y="143462"/>
                    <a:pt x="92350" y="143715"/>
                  </a:cubicBezTo>
                  <a:cubicBezTo>
                    <a:pt x="91969" y="145440"/>
                    <a:pt x="91969" y="145440"/>
                    <a:pt x="91932" y="147436"/>
                  </a:cubicBezTo>
                  <a:cubicBezTo>
                    <a:pt x="91836" y="149482"/>
                    <a:pt x="91836" y="149482"/>
                    <a:pt x="91606" y="151156"/>
                  </a:cubicBezTo>
                  <a:cubicBezTo>
                    <a:pt x="91115" y="151402"/>
                    <a:pt x="90624" y="151648"/>
                    <a:pt x="90118" y="151901"/>
                  </a:cubicBezTo>
                  <a:cubicBezTo>
                    <a:pt x="89853" y="154018"/>
                    <a:pt x="89787" y="156118"/>
                    <a:pt x="89702" y="158249"/>
                  </a:cubicBezTo>
                  <a:cubicBezTo>
                    <a:pt x="89594" y="158855"/>
                    <a:pt x="89485" y="159462"/>
                    <a:pt x="89374" y="160086"/>
                  </a:cubicBezTo>
                  <a:cubicBezTo>
                    <a:pt x="88637" y="160332"/>
                    <a:pt x="87900" y="160577"/>
                    <a:pt x="87141" y="160830"/>
                  </a:cubicBezTo>
                  <a:cubicBezTo>
                    <a:pt x="86787" y="163071"/>
                    <a:pt x="86787" y="163071"/>
                    <a:pt x="86769" y="165667"/>
                  </a:cubicBezTo>
                  <a:cubicBezTo>
                    <a:pt x="86699" y="168341"/>
                    <a:pt x="86699" y="168341"/>
                    <a:pt x="86397" y="170504"/>
                  </a:cubicBezTo>
                  <a:cubicBezTo>
                    <a:pt x="85660" y="170750"/>
                    <a:pt x="84924" y="170995"/>
                    <a:pt x="84165" y="171248"/>
                  </a:cubicBezTo>
                  <a:cubicBezTo>
                    <a:pt x="83810" y="173267"/>
                    <a:pt x="83810" y="173267"/>
                    <a:pt x="83793" y="175620"/>
                  </a:cubicBezTo>
                  <a:cubicBezTo>
                    <a:pt x="83668" y="179936"/>
                    <a:pt x="83668" y="179936"/>
                    <a:pt x="82281" y="181294"/>
                  </a:cubicBezTo>
                  <a:cubicBezTo>
                    <a:pt x="80954" y="182407"/>
                    <a:pt x="80954" y="182407"/>
                    <a:pt x="81049" y="184556"/>
                  </a:cubicBezTo>
                  <a:cubicBezTo>
                    <a:pt x="81095" y="185352"/>
                    <a:pt x="81141" y="186148"/>
                    <a:pt x="81188" y="186968"/>
                  </a:cubicBezTo>
                  <a:cubicBezTo>
                    <a:pt x="81328" y="189393"/>
                    <a:pt x="81328" y="189393"/>
                    <a:pt x="81188" y="191340"/>
                  </a:cubicBezTo>
                  <a:cubicBezTo>
                    <a:pt x="80451" y="191586"/>
                    <a:pt x="79715" y="191831"/>
                    <a:pt x="78956" y="192084"/>
                  </a:cubicBezTo>
                  <a:cubicBezTo>
                    <a:pt x="78574" y="193593"/>
                    <a:pt x="78574" y="193593"/>
                    <a:pt x="78575" y="195413"/>
                  </a:cubicBezTo>
                  <a:cubicBezTo>
                    <a:pt x="78535" y="196416"/>
                    <a:pt x="78535" y="196416"/>
                    <a:pt x="78495" y="197440"/>
                  </a:cubicBezTo>
                  <a:cubicBezTo>
                    <a:pt x="78478" y="198144"/>
                    <a:pt x="78461" y="198847"/>
                    <a:pt x="78444" y="199572"/>
                  </a:cubicBezTo>
                  <a:cubicBezTo>
                    <a:pt x="78419" y="200279"/>
                    <a:pt x="78393" y="200985"/>
                    <a:pt x="78367" y="201713"/>
                  </a:cubicBezTo>
                  <a:cubicBezTo>
                    <a:pt x="78305" y="203464"/>
                    <a:pt x="78254" y="205215"/>
                    <a:pt x="78212" y="206967"/>
                  </a:cubicBezTo>
                  <a:cubicBezTo>
                    <a:pt x="77475" y="206967"/>
                    <a:pt x="76738" y="206967"/>
                    <a:pt x="75979" y="206967"/>
                  </a:cubicBezTo>
                  <a:cubicBezTo>
                    <a:pt x="75968" y="207474"/>
                    <a:pt x="75957" y="207981"/>
                    <a:pt x="75946" y="208503"/>
                  </a:cubicBezTo>
                  <a:cubicBezTo>
                    <a:pt x="75891" y="210797"/>
                    <a:pt x="75819" y="213091"/>
                    <a:pt x="75747" y="215385"/>
                  </a:cubicBezTo>
                  <a:cubicBezTo>
                    <a:pt x="75730" y="216183"/>
                    <a:pt x="75713" y="216980"/>
                    <a:pt x="75696" y="217802"/>
                  </a:cubicBezTo>
                  <a:cubicBezTo>
                    <a:pt x="75656" y="218950"/>
                    <a:pt x="75656" y="218950"/>
                    <a:pt x="75616" y="220120"/>
                  </a:cubicBezTo>
                  <a:cubicBezTo>
                    <a:pt x="75587" y="221178"/>
                    <a:pt x="75587" y="221178"/>
                    <a:pt x="75557" y="222258"/>
                  </a:cubicBezTo>
                  <a:cubicBezTo>
                    <a:pt x="75235" y="224082"/>
                    <a:pt x="75235" y="224082"/>
                    <a:pt x="74105" y="225179"/>
                  </a:cubicBezTo>
                  <a:cubicBezTo>
                    <a:pt x="72806" y="226287"/>
                    <a:pt x="72806" y="226287"/>
                    <a:pt x="72773" y="228262"/>
                  </a:cubicBezTo>
                  <a:cubicBezTo>
                    <a:pt x="72805" y="229410"/>
                    <a:pt x="72805" y="229410"/>
                    <a:pt x="72837" y="230582"/>
                  </a:cubicBezTo>
                  <a:cubicBezTo>
                    <a:pt x="72851" y="231424"/>
                    <a:pt x="72865" y="232266"/>
                    <a:pt x="72879" y="233134"/>
                  </a:cubicBezTo>
                  <a:cubicBezTo>
                    <a:pt x="72904" y="234015"/>
                    <a:pt x="72930" y="234895"/>
                    <a:pt x="72956" y="235802"/>
                  </a:cubicBezTo>
                  <a:cubicBezTo>
                    <a:pt x="73233" y="246465"/>
                    <a:pt x="73233" y="246465"/>
                    <a:pt x="71514" y="250871"/>
                  </a:cubicBezTo>
                  <a:cubicBezTo>
                    <a:pt x="71269" y="251117"/>
                    <a:pt x="71023" y="251362"/>
                    <a:pt x="70770" y="251615"/>
                  </a:cubicBezTo>
                  <a:cubicBezTo>
                    <a:pt x="70691" y="253831"/>
                    <a:pt x="70661" y="256030"/>
                    <a:pt x="70662" y="258246"/>
                  </a:cubicBezTo>
                  <a:cubicBezTo>
                    <a:pt x="70660" y="258942"/>
                    <a:pt x="70657" y="259637"/>
                    <a:pt x="70654" y="260354"/>
                  </a:cubicBezTo>
                  <a:cubicBezTo>
                    <a:pt x="70647" y="262666"/>
                    <a:pt x="70646" y="264977"/>
                    <a:pt x="70645" y="267289"/>
                  </a:cubicBezTo>
                  <a:cubicBezTo>
                    <a:pt x="70643" y="268888"/>
                    <a:pt x="70640" y="270487"/>
                    <a:pt x="70638" y="272085"/>
                  </a:cubicBezTo>
                  <a:cubicBezTo>
                    <a:pt x="70633" y="275441"/>
                    <a:pt x="70632" y="278797"/>
                    <a:pt x="70632" y="282152"/>
                  </a:cubicBezTo>
                  <a:cubicBezTo>
                    <a:pt x="70632" y="286464"/>
                    <a:pt x="70622" y="290776"/>
                    <a:pt x="70609" y="295088"/>
                  </a:cubicBezTo>
                  <a:cubicBezTo>
                    <a:pt x="70601" y="298390"/>
                    <a:pt x="70600" y="301693"/>
                    <a:pt x="70600" y="304996"/>
                  </a:cubicBezTo>
                  <a:cubicBezTo>
                    <a:pt x="70599" y="306586"/>
                    <a:pt x="70596" y="308177"/>
                    <a:pt x="70590" y="309767"/>
                  </a:cubicBezTo>
                  <a:cubicBezTo>
                    <a:pt x="70583" y="311986"/>
                    <a:pt x="70585" y="314204"/>
                    <a:pt x="70589" y="316423"/>
                  </a:cubicBezTo>
                  <a:cubicBezTo>
                    <a:pt x="70585" y="317087"/>
                    <a:pt x="70581" y="317751"/>
                    <a:pt x="70577" y="318435"/>
                  </a:cubicBezTo>
                  <a:cubicBezTo>
                    <a:pt x="70585" y="319976"/>
                    <a:pt x="70669" y="321516"/>
                    <a:pt x="70770" y="323053"/>
                  </a:cubicBezTo>
                  <a:cubicBezTo>
                    <a:pt x="71261" y="323299"/>
                    <a:pt x="71752" y="323544"/>
                    <a:pt x="72258" y="323797"/>
                  </a:cubicBezTo>
                  <a:cubicBezTo>
                    <a:pt x="72922" y="327213"/>
                    <a:pt x="73112" y="330574"/>
                    <a:pt x="73186" y="334046"/>
                  </a:cubicBezTo>
                  <a:cubicBezTo>
                    <a:pt x="73210" y="334966"/>
                    <a:pt x="73235" y="335886"/>
                    <a:pt x="73260" y="336834"/>
                  </a:cubicBezTo>
                  <a:cubicBezTo>
                    <a:pt x="73306" y="338764"/>
                    <a:pt x="73348" y="340694"/>
                    <a:pt x="73388" y="342624"/>
                  </a:cubicBezTo>
                  <a:cubicBezTo>
                    <a:pt x="73413" y="343539"/>
                    <a:pt x="73439" y="344453"/>
                    <a:pt x="73465" y="345395"/>
                  </a:cubicBezTo>
                  <a:cubicBezTo>
                    <a:pt x="73493" y="346648"/>
                    <a:pt x="73493" y="346648"/>
                    <a:pt x="73521" y="347928"/>
                  </a:cubicBezTo>
                  <a:cubicBezTo>
                    <a:pt x="73596" y="348559"/>
                    <a:pt x="73670" y="349191"/>
                    <a:pt x="73747" y="349842"/>
                  </a:cubicBezTo>
                  <a:cubicBezTo>
                    <a:pt x="74238" y="350088"/>
                    <a:pt x="74729" y="350333"/>
                    <a:pt x="75235" y="350586"/>
                  </a:cubicBezTo>
                  <a:cubicBezTo>
                    <a:pt x="75449" y="352013"/>
                    <a:pt x="75449" y="352013"/>
                    <a:pt x="75491" y="353862"/>
                  </a:cubicBezTo>
                  <a:cubicBezTo>
                    <a:pt x="75513" y="354524"/>
                    <a:pt x="75535" y="355187"/>
                    <a:pt x="75558" y="355869"/>
                  </a:cubicBezTo>
                  <a:cubicBezTo>
                    <a:pt x="75574" y="356566"/>
                    <a:pt x="75590" y="357263"/>
                    <a:pt x="75607" y="357981"/>
                  </a:cubicBezTo>
                  <a:cubicBezTo>
                    <a:pt x="75639" y="359352"/>
                    <a:pt x="75678" y="360723"/>
                    <a:pt x="75723" y="362094"/>
                  </a:cubicBezTo>
                  <a:cubicBezTo>
                    <a:pt x="75744" y="363011"/>
                    <a:pt x="75744" y="363011"/>
                    <a:pt x="75765" y="363946"/>
                  </a:cubicBezTo>
                  <a:cubicBezTo>
                    <a:pt x="75847" y="365635"/>
                    <a:pt x="75847" y="365635"/>
                    <a:pt x="77467" y="366957"/>
                  </a:cubicBezTo>
                  <a:cubicBezTo>
                    <a:pt x="77713" y="366957"/>
                    <a:pt x="77959" y="366957"/>
                    <a:pt x="78212" y="366957"/>
                  </a:cubicBezTo>
                  <a:cubicBezTo>
                    <a:pt x="78222" y="367378"/>
                    <a:pt x="78233" y="367798"/>
                    <a:pt x="78244" y="368232"/>
                  </a:cubicBezTo>
                  <a:cubicBezTo>
                    <a:pt x="78300" y="370133"/>
                    <a:pt x="78372" y="372033"/>
                    <a:pt x="78444" y="373934"/>
                  </a:cubicBezTo>
                  <a:cubicBezTo>
                    <a:pt x="78461" y="374595"/>
                    <a:pt x="78478" y="375257"/>
                    <a:pt x="78495" y="375939"/>
                  </a:cubicBezTo>
                  <a:cubicBezTo>
                    <a:pt x="78521" y="376572"/>
                    <a:pt x="78548" y="377205"/>
                    <a:pt x="78575" y="377858"/>
                  </a:cubicBezTo>
                  <a:cubicBezTo>
                    <a:pt x="78594" y="378442"/>
                    <a:pt x="78614" y="379027"/>
                    <a:pt x="78634" y="379629"/>
                  </a:cubicBezTo>
                  <a:cubicBezTo>
                    <a:pt x="78843" y="381394"/>
                    <a:pt x="78843" y="381394"/>
                    <a:pt x="81188" y="382584"/>
                  </a:cubicBezTo>
                  <a:cubicBezTo>
                    <a:pt x="81380" y="384253"/>
                    <a:pt x="81380" y="384253"/>
                    <a:pt x="81281" y="386212"/>
                  </a:cubicBezTo>
                  <a:cubicBezTo>
                    <a:pt x="81173" y="388629"/>
                    <a:pt x="81098" y="390706"/>
                    <a:pt x="81932" y="393002"/>
                  </a:cubicBezTo>
                  <a:cubicBezTo>
                    <a:pt x="82423" y="393248"/>
                    <a:pt x="82915" y="393493"/>
                    <a:pt x="83421" y="393746"/>
                  </a:cubicBezTo>
                  <a:cubicBezTo>
                    <a:pt x="83676" y="395557"/>
                    <a:pt x="83676" y="395557"/>
                    <a:pt x="83793" y="397793"/>
                  </a:cubicBezTo>
                  <a:cubicBezTo>
                    <a:pt x="83827" y="400982"/>
                    <a:pt x="83827" y="400982"/>
                    <a:pt x="85653" y="403420"/>
                  </a:cubicBezTo>
                  <a:cubicBezTo>
                    <a:pt x="85899" y="403420"/>
                    <a:pt x="86144" y="403420"/>
                    <a:pt x="86397" y="403420"/>
                  </a:cubicBezTo>
                  <a:cubicBezTo>
                    <a:pt x="86425" y="404101"/>
                    <a:pt x="86453" y="404782"/>
                    <a:pt x="86481" y="405484"/>
                  </a:cubicBezTo>
                  <a:cubicBezTo>
                    <a:pt x="86530" y="406368"/>
                    <a:pt x="86579" y="407253"/>
                    <a:pt x="86630" y="408164"/>
                  </a:cubicBezTo>
                  <a:cubicBezTo>
                    <a:pt x="86673" y="409045"/>
                    <a:pt x="86716" y="409925"/>
                    <a:pt x="86760" y="410832"/>
                  </a:cubicBezTo>
                  <a:cubicBezTo>
                    <a:pt x="86886" y="411579"/>
                    <a:pt x="87012" y="412325"/>
                    <a:pt x="87141" y="413094"/>
                  </a:cubicBezTo>
                  <a:cubicBezTo>
                    <a:pt x="87878" y="413585"/>
                    <a:pt x="88615" y="414076"/>
                    <a:pt x="89374" y="414582"/>
                  </a:cubicBezTo>
                  <a:cubicBezTo>
                    <a:pt x="89592" y="416355"/>
                    <a:pt x="89592" y="416355"/>
                    <a:pt x="89513" y="418396"/>
                  </a:cubicBezTo>
                  <a:cubicBezTo>
                    <a:pt x="89493" y="419073"/>
                    <a:pt x="89473" y="419750"/>
                    <a:pt x="89452" y="420448"/>
                  </a:cubicBezTo>
                  <a:cubicBezTo>
                    <a:pt x="89426" y="420968"/>
                    <a:pt x="89400" y="421488"/>
                    <a:pt x="89374" y="422024"/>
                  </a:cubicBezTo>
                  <a:cubicBezTo>
                    <a:pt x="90110" y="422024"/>
                    <a:pt x="90847" y="422024"/>
                    <a:pt x="91606" y="422024"/>
                  </a:cubicBezTo>
                  <a:cubicBezTo>
                    <a:pt x="91852" y="424970"/>
                    <a:pt x="92097" y="427917"/>
                    <a:pt x="92350" y="430953"/>
                  </a:cubicBezTo>
                  <a:cubicBezTo>
                    <a:pt x="93087" y="430953"/>
                    <a:pt x="93824" y="430953"/>
                    <a:pt x="94583" y="430953"/>
                  </a:cubicBezTo>
                  <a:cubicBezTo>
                    <a:pt x="94728" y="432479"/>
                    <a:pt x="94873" y="434005"/>
                    <a:pt x="95019" y="435532"/>
                  </a:cubicBezTo>
                  <a:cubicBezTo>
                    <a:pt x="95120" y="435985"/>
                    <a:pt x="95222" y="436439"/>
                    <a:pt x="95327" y="436906"/>
                  </a:cubicBezTo>
                  <a:cubicBezTo>
                    <a:pt x="95818" y="437152"/>
                    <a:pt x="96309" y="437398"/>
                    <a:pt x="96815" y="437651"/>
                  </a:cubicBezTo>
                  <a:cubicBezTo>
                    <a:pt x="97291" y="439585"/>
                    <a:pt x="97576" y="441523"/>
                    <a:pt x="97885" y="443490"/>
                  </a:cubicBezTo>
                  <a:cubicBezTo>
                    <a:pt x="98023" y="444019"/>
                    <a:pt x="98161" y="444547"/>
                    <a:pt x="98303" y="445092"/>
                  </a:cubicBezTo>
                  <a:cubicBezTo>
                    <a:pt x="98794" y="445092"/>
                    <a:pt x="99286" y="445092"/>
                    <a:pt x="99792" y="445092"/>
                  </a:cubicBezTo>
                  <a:cubicBezTo>
                    <a:pt x="99913" y="446594"/>
                    <a:pt x="100034" y="448096"/>
                    <a:pt x="100155" y="449598"/>
                  </a:cubicBezTo>
                  <a:cubicBezTo>
                    <a:pt x="100442" y="451339"/>
                    <a:pt x="100442" y="451339"/>
                    <a:pt x="102768" y="452533"/>
                  </a:cubicBezTo>
                  <a:cubicBezTo>
                    <a:pt x="103042" y="454266"/>
                    <a:pt x="103291" y="456002"/>
                    <a:pt x="103512" y="457742"/>
                  </a:cubicBezTo>
                  <a:cubicBezTo>
                    <a:pt x="104003" y="457988"/>
                    <a:pt x="104495" y="458234"/>
                    <a:pt x="105001" y="458487"/>
                  </a:cubicBezTo>
                  <a:cubicBezTo>
                    <a:pt x="105497" y="460223"/>
                    <a:pt x="105993" y="461959"/>
                    <a:pt x="106489" y="463696"/>
                  </a:cubicBezTo>
                  <a:cubicBezTo>
                    <a:pt x="106980" y="463941"/>
                    <a:pt x="107471" y="464187"/>
                    <a:pt x="107977" y="464440"/>
                  </a:cubicBezTo>
                  <a:cubicBezTo>
                    <a:pt x="108419" y="466411"/>
                    <a:pt x="108529" y="468378"/>
                    <a:pt x="108721" y="470393"/>
                  </a:cubicBezTo>
                  <a:cubicBezTo>
                    <a:pt x="109458" y="470393"/>
                    <a:pt x="110195" y="470393"/>
                    <a:pt x="110954" y="470393"/>
                  </a:cubicBezTo>
                  <a:cubicBezTo>
                    <a:pt x="111046" y="471237"/>
                    <a:pt x="111138" y="472081"/>
                    <a:pt x="111233" y="472951"/>
                  </a:cubicBezTo>
                  <a:cubicBezTo>
                    <a:pt x="111386" y="473826"/>
                    <a:pt x="111540" y="474700"/>
                    <a:pt x="111698" y="475602"/>
                  </a:cubicBezTo>
                  <a:cubicBezTo>
                    <a:pt x="112189" y="475847"/>
                    <a:pt x="112680" y="476093"/>
                    <a:pt x="113186" y="476346"/>
                  </a:cubicBezTo>
                  <a:cubicBezTo>
                    <a:pt x="113682" y="477834"/>
                    <a:pt x="114178" y="479322"/>
                    <a:pt x="114674" y="480811"/>
                  </a:cubicBezTo>
                  <a:cubicBezTo>
                    <a:pt x="115166" y="481056"/>
                    <a:pt x="115657" y="481302"/>
                    <a:pt x="116163" y="481555"/>
                  </a:cubicBezTo>
                  <a:cubicBezTo>
                    <a:pt x="116324" y="482637"/>
                    <a:pt x="116324" y="482637"/>
                    <a:pt x="116488" y="483741"/>
                  </a:cubicBezTo>
                  <a:cubicBezTo>
                    <a:pt x="116626" y="484493"/>
                    <a:pt x="116765" y="485245"/>
                    <a:pt x="116907" y="486020"/>
                  </a:cubicBezTo>
                  <a:cubicBezTo>
                    <a:pt x="117644" y="486511"/>
                    <a:pt x="118380" y="487002"/>
                    <a:pt x="119139" y="487508"/>
                  </a:cubicBezTo>
                  <a:cubicBezTo>
                    <a:pt x="119651" y="489833"/>
                    <a:pt x="119651" y="489833"/>
                    <a:pt x="119883" y="491973"/>
                  </a:cubicBezTo>
                  <a:cubicBezTo>
                    <a:pt x="120620" y="491973"/>
                    <a:pt x="121357" y="491973"/>
                    <a:pt x="122116" y="491973"/>
                  </a:cubicBezTo>
                  <a:cubicBezTo>
                    <a:pt x="122116" y="493692"/>
                    <a:pt x="122116" y="495411"/>
                    <a:pt x="122116" y="497182"/>
                  </a:cubicBezTo>
                  <a:cubicBezTo>
                    <a:pt x="122853" y="497182"/>
                    <a:pt x="123589" y="497182"/>
                    <a:pt x="124348" y="497182"/>
                  </a:cubicBezTo>
                  <a:cubicBezTo>
                    <a:pt x="124612" y="498170"/>
                    <a:pt x="124858" y="499163"/>
                    <a:pt x="125092" y="500158"/>
                  </a:cubicBezTo>
                  <a:cubicBezTo>
                    <a:pt x="125829" y="500650"/>
                    <a:pt x="126566" y="501141"/>
                    <a:pt x="127325" y="501647"/>
                  </a:cubicBezTo>
                  <a:cubicBezTo>
                    <a:pt x="127597" y="503131"/>
                    <a:pt x="127847" y="504619"/>
                    <a:pt x="128069" y="506112"/>
                  </a:cubicBezTo>
                  <a:cubicBezTo>
                    <a:pt x="128560" y="506357"/>
                    <a:pt x="129051" y="506603"/>
                    <a:pt x="129557" y="506856"/>
                  </a:cubicBezTo>
                  <a:cubicBezTo>
                    <a:pt x="129665" y="507347"/>
                    <a:pt x="129772" y="507838"/>
                    <a:pt x="129883" y="508344"/>
                  </a:cubicBezTo>
                  <a:cubicBezTo>
                    <a:pt x="130090" y="509081"/>
                    <a:pt x="130090" y="509081"/>
                    <a:pt x="130301" y="509832"/>
                  </a:cubicBezTo>
                  <a:cubicBezTo>
                    <a:pt x="131038" y="510078"/>
                    <a:pt x="131775" y="510323"/>
                    <a:pt x="132534" y="510576"/>
                  </a:cubicBezTo>
                  <a:cubicBezTo>
                    <a:pt x="133060" y="511804"/>
                    <a:pt x="133550" y="513048"/>
                    <a:pt x="134022" y="514297"/>
                  </a:cubicBezTo>
                  <a:cubicBezTo>
                    <a:pt x="135769" y="517406"/>
                    <a:pt x="135769" y="517406"/>
                    <a:pt x="138487" y="519506"/>
                  </a:cubicBezTo>
                  <a:cubicBezTo>
                    <a:pt x="138735" y="520746"/>
                    <a:pt x="138983" y="521987"/>
                    <a:pt x="139231" y="523227"/>
                  </a:cubicBezTo>
                  <a:cubicBezTo>
                    <a:pt x="139722" y="523472"/>
                    <a:pt x="140213" y="523718"/>
                    <a:pt x="140719" y="523971"/>
                  </a:cubicBezTo>
                  <a:cubicBezTo>
                    <a:pt x="140827" y="524431"/>
                    <a:pt x="140934" y="524892"/>
                    <a:pt x="141045" y="525366"/>
                  </a:cubicBezTo>
                  <a:cubicBezTo>
                    <a:pt x="141548" y="527267"/>
                    <a:pt x="142240" y="527892"/>
                    <a:pt x="143696" y="529180"/>
                  </a:cubicBezTo>
                  <a:cubicBezTo>
                    <a:pt x="145454" y="530797"/>
                    <a:pt x="146354" y="532263"/>
                    <a:pt x="147417" y="534389"/>
                  </a:cubicBezTo>
                  <a:cubicBezTo>
                    <a:pt x="147908" y="534634"/>
                    <a:pt x="148399" y="534880"/>
                    <a:pt x="148905" y="535133"/>
                  </a:cubicBezTo>
                  <a:cubicBezTo>
                    <a:pt x="149181" y="536192"/>
                    <a:pt x="149181" y="536192"/>
                    <a:pt x="149463" y="537272"/>
                  </a:cubicBezTo>
                  <a:cubicBezTo>
                    <a:pt x="149923" y="538424"/>
                    <a:pt x="149923" y="538424"/>
                    <a:pt x="150393" y="539598"/>
                  </a:cubicBezTo>
                  <a:cubicBezTo>
                    <a:pt x="151544" y="540035"/>
                    <a:pt x="151544" y="540035"/>
                    <a:pt x="152719" y="540482"/>
                  </a:cubicBezTo>
                  <a:cubicBezTo>
                    <a:pt x="153778" y="541149"/>
                    <a:pt x="153778" y="541149"/>
                    <a:pt x="154858" y="541830"/>
                  </a:cubicBezTo>
                  <a:cubicBezTo>
                    <a:pt x="155312" y="544591"/>
                    <a:pt x="155214" y="547246"/>
                    <a:pt x="154858" y="550016"/>
                  </a:cubicBezTo>
                  <a:cubicBezTo>
                    <a:pt x="154114" y="550760"/>
                    <a:pt x="154114" y="550760"/>
                    <a:pt x="151509" y="550993"/>
                  </a:cubicBezTo>
                  <a:cubicBezTo>
                    <a:pt x="150650" y="551161"/>
                    <a:pt x="149790" y="551330"/>
                    <a:pt x="148905" y="551504"/>
                  </a:cubicBezTo>
                  <a:cubicBezTo>
                    <a:pt x="148797" y="552011"/>
                    <a:pt x="148690" y="552517"/>
                    <a:pt x="148579" y="553039"/>
                  </a:cubicBezTo>
                  <a:cubicBezTo>
                    <a:pt x="148441" y="553515"/>
                    <a:pt x="148303" y="553990"/>
                    <a:pt x="148161" y="554481"/>
                  </a:cubicBezTo>
                  <a:cubicBezTo>
                    <a:pt x="146123" y="554774"/>
                    <a:pt x="144279" y="554612"/>
                    <a:pt x="142208" y="554481"/>
                  </a:cubicBezTo>
                  <a:cubicBezTo>
                    <a:pt x="142208" y="555463"/>
                    <a:pt x="142208" y="556445"/>
                    <a:pt x="142208" y="557457"/>
                  </a:cubicBezTo>
                  <a:cubicBezTo>
                    <a:pt x="140905" y="557995"/>
                    <a:pt x="140905" y="557995"/>
                    <a:pt x="139231" y="558248"/>
                  </a:cubicBezTo>
                  <a:cubicBezTo>
                    <a:pt x="137598" y="558451"/>
                    <a:pt x="137598" y="558451"/>
                    <a:pt x="136255" y="558946"/>
                  </a:cubicBezTo>
                  <a:cubicBezTo>
                    <a:pt x="136255" y="559682"/>
                    <a:pt x="136255" y="560419"/>
                    <a:pt x="136255" y="561178"/>
                  </a:cubicBezTo>
                  <a:cubicBezTo>
                    <a:pt x="135780" y="561206"/>
                    <a:pt x="135305" y="561234"/>
                    <a:pt x="134816" y="561262"/>
                  </a:cubicBezTo>
                  <a:cubicBezTo>
                    <a:pt x="134201" y="561311"/>
                    <a:pt x="133586" y="561360"/>
                    <a:pt x="132952" y="561410"/>
                  </a:cubicBezTo>
                  <a:cubicBezTo>
                    <a:pt x="132033" y="561475"/>
                    <a:pt x="132033" y="561475"/>
                    <a:pt x="131095" y="561541"/>
                  </a:cubicBezTo>
                  <a:cubicBezTo>
                    <a:pt x="130588" y="561667"/>
                    <a:pt x="130080" y="561793"/>
                    <a:pt x="129557" y="561922"/>
                  </a:cubicBezTo>
                  <a:cubicBezTo>
                    <a:pt x="129312" y="562659"/>
                    <a:pt x="129066" y="563395"/>
                    <a:pt x="128813" y="564154"/>
                  </a:cubicBezTo>
                  <a:cubicBezTo>
                    <a:pt x="127938" y="564400"/>
                    <a:pt x="127063" y="564646"/>
                    <a:pt x="126162" y="564899"/>
                  </a:cubicBezTo>
                  <a:cubicBezTo>
                    <a:pt x="125318" y="565144"/>
                    <a:pt x="124474" y="565390"/>
                    <a:pt x="123604" y="565643"/>
                  </a:cubicBezTo>
                  <a:cubicBezTo>
                    <a:pt x="123604" y="566379"/>
                    <a:pt x="123604" y="567116"/>
                    <a:pt x="123604" y="567875"/>
                  </a:cubicBezTo>
                  <a:cubicBezTo>
                    <a:pt x="122177" y="567967"/>
                    <a:pt x="122177" y="567967"/>
                    <a:pt x="120721" y="568061"/>
                  </a:cubicBezTo>
                  <a:cubicBezTo>
                    <a:pt x="119086" y="568218"/>
                    <a:pt x="119086" y="568218"/>
                    <a:pt x="117651" y="568619"/>
                  </a:cubicBezTo>
                  <a:cubicBezTo>
                    <a:pt x="117131" y="569599"/>
                    <a:pt x="116634" y="570591"/>
                    <a:pt x="116163" y="571596"/>
                  </a:cubicBezTo>
                  <a:cubicBezTo>
                    <a:pt x="114430" y="571869"/>
                    <a:pt x="112694" y="572119"/>
                    <a:pt x="110954" y="572340"/>
                  </a:cubicBezTo>
                  <a:cubicBezTo>
                    <a:pt x="110708" y="573077"/>
                    <a:pt x="110463" y="573813"/>
                    <a:pt x="110210" y="574572"/>
                  </a:cubicBezTo>
                  <a:cubicBezTo>
                    <a:pt x="107950" y="575103"/>
                    <a:pt x="105781" y="575032"/>
                    <a:pt x="103512" y="574572"/>
                  </a:cubicBezTo>
                  <a:cubicBezTo>
                    <a:pt x="102069" y="572437"/>
                    <a:pt x="102024" y="571180"/>
                    <a:pt x="102024" y="568619"/>
                  </a:cubicBezTo>
                  <a:cubicBezTo>
                    <a:pt x="101287" y="568374"/>
                    <a:pt x="100551" y="568128"/>
                    <a:pt x="99792" y="567875"/>
                  </a:cubicBezTo>
                  <a:cubicBezTo>
                    <a:pt x="98595" y="566408"/>
                    <a:pt x="97486" y="564953"/>
                    <a:pt x="96397" y="563410"/>
                  </a:cubicBezTo>
                  <a:cubicBezTo>
                    <a:pt x="94412" y="560365"/>
                    <a:pt x="94412" y="560365"/>
                    <a:pt x="91606" y="558201"/>
                  </a:cubicBezTo>
                  <a:cubicBezTo>
                    <a:pt x="91358" y="556961"/>
                    <a:pt x="91110" y="555721"/>
                    <a:pt x="90862" y="554481"/>
                  </a:cubicBezTo>
                  <a:cubicBezTo>
                    <a:pt x="90371" y="554235"/>
                    <a:pt x="89880" y="553990"/>
                    <a:pt x="89374" y="553737"/>
                  </a:cubicBezTo>
                  <a:cubicBezTo>
                    <a:pt x="89005" y="552631"/>
                    <a:pt x="89005" y="552631"/>
                    <a:pt x="88630" y="551504"/>
                  </a:cubicBezTo>
                  <a:cubicBezTo>
                    <a:pt x="88054" y="550952"/>
                    <a:pt x="88054" y="550952"/>
                    <a:pt x="87467" y="550388"/>
                  </a:cubicBezTo>
                  <a:cubicBezTo>
                    <a:pt x="86397" y="549272"/>
                    <a:pt x="86397" y="549272"/>
                    <a:pt x="86397" y="547039"/>
                  </a:cubicBezTo>
                  <a:cubicBezTo>
                    <a:pt x="85660" y="546794"/>
                    <a:pt x="84924" y="546548"/>
                    <a:pt x="84165" y="546295"/>
                  </a:cubicBezTo>
                  <a:cubicBezTo>
                    <a:pt x="83644" y="545315"/>
                    <a:pt x="83147" y="544323"/>
                    <a:pt x="82676" y="543319"/>
                  </a:cubicBezTo>
                  <a:cubicBezTo>
                    <a:pt x="82185" y="543073"/>
                    <a:pt x="81694" y="542827"/>
                    <a:pt x="81188" y="542574"/>
                  </a:cubicBezTo>
                  <a:cubicBezTo>
                    <a:pt x="81027" y="541469"/>
                    <a:pt x="81027" y="541469"/>
                    <a:pt x="80863" y="540342"/>
                  </a:cubicBezTo>
                  <a:cubicBezTo>
                    <a:pt x="80724" y="539605"/>
                    <a:pt x="80586" y="538869"/>
                    <a:pt x="80444" y="538110"/>
                  </a:cubicBezTo>
                  <a:cubicBezTo>
                    <a:pt x="79707" y="537864"/>
                    <a:pt x="78971" y="537618"/>
                    <a:pt x="78212" y="537365"/>
                  </a:cubicBezTo>
                  <a:cubicBezTo>
                    <a:pt x="78072" y="535459"/>
                    <a:pt x="78072" y="535459"/>
                    <a:pt x="78212" y="533645"/>
                  </a:cubicBezTo>
                  <a:cubicBezTo>
                    <a:pt x="77475" y="533645"/>
                    <a:pt x="76738" y="533645"/>
                    <a:pt x="75979" y="533645"/>
                  </a:cubicBezTo>
                  <a:cubicBezTo>
                    <a:pt x="75445" y="532420"/>
                    <a:pt x="74950" y="531178"/>
                    <a:pt x="74491" y="529924"/>
                  </a:cubicBezTo>
                  <a:cubicBezTo>
                    <a:pt x="74000" y="529678"/>
                    <a:pt x="73509" y="529433"/>
                    <a:pt x="73003" y="529180"/>
                  </a:cubicBezTo>
                  <a:cubicBezTo>
                    <a:pt x="72506" y="527940"/>
                    <a:pt x="72010" y="526699"/>
                    <a:pt x="71514" y="525459"/>
                  </a:cubicBezTo>
                  <a:cubicBezTo>
                    <a:pt x="71023" y="525214"/>
                    <a:pt x="70532" y="524968"/>
                    <a:pt x="70026" y="524715"/>
                  </a:cubicBezTo>
                  <a:cubicBezTo>
                    <a:pt x="69778" y="523227"/>
                    <a:pt x="69530" y="521738"/>
                    <a:pt x="69282" y="520250"/>
                  </a:cubicBezTo>
                  <a:cubicBezTo>
                    <a:pt x="68791" y="520005"/>
                    <a:pt x="68300" y="519759"/>
                    <a:pt x="67794" y="519506"/>
                  </a:cubicBezTo>
                  <a:cubicBezTo>
                    <a:pt x="67298" y="518266"/>
                    <a:pt x="66801" y="517026"/>
                    <a:pt x="66305" y="515785"/>
                  </a:cubicBezTo>
                  <a:cubicBezTo>
                    <a:pt x="65814" y="515540"/>
                    <a:pt x="65323" y="515294"/>
                    <a:pt x="64817" y="515041"/>
                  </a:cubicBezTo>
                  <a:cubicBezTo>
                    <a:pt x="64321" y="513305"/>
                    <a:pt x="63825" y="511569"/>
                    <a:pt x="63329" y="509832"/>
                  </a:cubicBezTo>
                  <a:cubicBezTo>
                    <a:pt x="62838" y="509587"/>
                    <a:pt x="62346" y="509341"/>
                    <a:pt x="61840" y="509088"/>
                  </a:cubicBezTo>
                  <a:cubicBezTo>
                    <a:pt x="61333" y="507852"/>
                    <a:pt x="60838" y="506612"/>
                    <a:pt x="60352" y="505367"/>
                  </a:cubicBezTo>
                  <a:cubicBezTo>
                    <a:pt x="59861" y="504876"/>
                    <a:pt x="59370" y="504385"/>
                    <a:pt x="58864" y="503879"/>
                  </a:cubicBezTo>
                  <a:cubicBezTo>
                    <a:pt x="58771" y="501554"/>
                    <a:pt x="58771" y="501554"/>
                    <a:pt x="58864" y="499414"/>
                  </a:cubicBezTo>
                  <a:cubicBezTo>
                    <a:pt x="58127" y="499414"/>
                    <a:pt x="57391" y="499414"/>
                    <a:pt x="56631" y="499414"/>
                  </a:cubicBezTo>
                  <a:cubicBezTo>
                    <a:pt x="56107" y="497686"/>
                    <a:pt x="55610" y="495950"/>
                    <a:pt x="55143" y="494205"/>
                  </a:cubicBezTo>
                  <a:cubicBezTo>
                    <a:pt x="54652" y="494205"/>
                    <a:pt x="54161" y="494205"/>
                    <a:pt x="53655" y="494205"/>
                  </a:cubicBezTo>
                  <a:cubicBezTo>
                    <a:pt x="53578" y="493361"/>
                    <a:pt x="53501" y="492517"/>
                    <a:pt x="53422" y="491647"/>
                  </a:cubicBezTo>
                  <a:cubicBezTo>
                    <a:pt x="53254" y="490772"/>
                    <a:pt x="53085" y="489898"/>
                    <a:pt x="52911" y="488996"/>
                  </a:cubicBezTo>
                  <a:cubicBezTo>
                    <a:pt x="52174" y="488751"/>
                    <a:pt x="51437" y="488505"/>
                    <a:pt x="50678" y="488252"/>
                  </a:cubicBezTo>
                  <a:cubicBezTo>
                    <a:pt x="50460" y="486714"/>
                    <a:pt x="50460" y="486714"/>
                    <a:pt x="50539" y="484857"/>
                  </a:cubicBezTo>
                  <a:cubicBezTo>
                    <a:pt x="50569" y="483935"/>
                    <a:pt x="50569" y="483935"/>
                    <a:pt x="50600" y="482994"/>
                  </a:cubicBezTo>
                  <a:cubicBezTo>
                    <a:pt x="50626" y="482519"/>
                    <a:pt x="50652" y="482044"/>
                    <a:pt x="50678" y="481555"/>
                  </a:cubicBezTo>
                  <a:cubicBezTo>
                    <a:pt x="49942" y="481555"/>
                    <a:pt x="49205" y="481555"/>
                    <a:pt x="48446" y="481555"/>
                  </a:cubicBezTo>
                  <a:cubicBezTo>
                    <a:pt x="47955" y="480279"/>
                    <a:pt x="47955" y="480279"/>
                    <a:pt x="47655" y="478625"/>
                  </a:cubicBezTo>
                  <a:cubicBezTo>
                    <a:pt x="47383" y="477011"/>
                    <a:pt x="47383" y="477011"/>
                    <a:pt x="46958" y="475602"/>
                  </a:cubicBezTo>
                  <a:cubicBezTo>
                    <a:pt x="46467" y="475356"/>
                    <a:pt x="45975" y="475111"/>
                    <a:pt x="45469" y="474858"/>
                  </a:cubicBezTo>
                  <a:cubicBezTo>
                    <a:pt x="45208" y="473321"/>
                    <a:pt x="45140" y="471809"/>
                    <a:pt x="45054" y="470253"/>
                  </a:cubicBezTo>
                  <a:cubicBezTo>
                    <a:pt x="44945" y="469808"/>
                    <a:pt x="44837" y="469363"/>
                    <a:pt x="44725" y="468904"/>
                  </a:cubicBezTo>
                  <a:cubicBezTo>
                    <a:pt x="43989" y="468659"/>
                    <a:pt x="43252" y="468413"/>
                    <a:pt x="42493" y="468160"/>
                  </a:cubicBezTo>
                  <a:cubicBezTo>
                    <a:pt x="42164" y="466812"/>
                    <a:pt x="42164" y="466812"/>
                    <a:pt x="42074" y="465184"/>
                  </a:cubicBezTo>
                  <a:cubicBezTo>
                    <a:pt x="42011" y="463596"/>
                    <a:pt x="42011" y="463596"/>
                    <a:pt x="41749" y="462207"/>
                  </a:cubicBezTo>
                  <a:cubicBezTo>
                    <a:pt x="41258" y="461962"/>
                    <a:pt x="40766" y="461716"/>
                    <a:pt x="40260" y="461463"/>
                  </a:cubicBezTo>
                  <a:cubicBezTo>
                    <a:pt x="39952" y="459763"/>
                    <a:pt x="39952" y="459763"/>
                    <a:pt x="39795" y="457696"/>
                  </a:cubicBezTo>
                  <a:cubicBezTo>
                    <a:pt x="39740" y="457012"/>
                    <a:pt x="39684" y="456328"/>
                    <a:pt x="39627" y="455623"/>
                  </a:cubicBezTo>
                  <a:cubicBezTo>
                    <a:pt x="39590" y="455095"/>
                    <a:pt x="39554" y="454566"/>
                    <a:pt x="39516" y="454022"/>
                  </a:cubicBezTo>
                  <a:cubicBezTo>
                    <a:pt x="38780" y="454022"/>
                    <a:pt x="38043" y="454022"/>
                    <a:pt x="37284" y="454022"/>
                  </a:cubicBezTo>
                  <a:cubicBezTo>
                    <a:pt x="37038" y="451320"/>
                    <a:pt x="36793" y="448619"/>
                    <a:pt x="36540" y="445836"/>
                  </a:cubicBezTo>
                  <a:cubicBezTo>
                    <a:pt x="35803" y="446082"/>
                    <a:pt x="35066" y="446327"/>
                    <a:pt x="34307" y="446580"/>
                  </a:cubicBezTo>
                  <a:cubicBezTo>
                    <a:pt x="34271" y="445998"/>
                    <a:pt x="34234" y="445416"/>
                    <a:pt x="34197" y="444816"/>
                  </a:cubicBezTo>
                  <a:cubicBezTo>
                    <a:pt x="34141" y="444063"/>
                    <a:pt x="34086" y="443310"/>
                    <a:pt x="34028" y="442534"/>
                  </a:cubicBezTo>
                  <a:cubicBezTo>
                    <a:pt x="33976" y="441783"/>
                    <a:pt x="33925" y="441032"/>
                    <a:pt x="33871" y="440258"/>
                  </a:cubicBezTo>
                  <a:cubicBezTo>
                    <a:pt x="33719" y="439336"/>
                    <a:pt x="33719" y="439336"/>
                    <a:pt x="33563" y="438395"/>
                  </a:cubicBezTo>
                  <a:cubicBezTo>
                    <a:pt x="33072" y="438149"/>
                    <a:pt x="32581" y="437904"/>
                    <a:pt x="32075" y="437651"/>
                  </a:cubicBezTo>
                  <a:cubicBezTo>
                    <a:pt x="31594" y="435352"/>
                    <a:pt x="31313" y="433049"/>
                    <a:pt x="31005" y="430721"/>
                  </a:cubicBezTo>
                  <a:cubicBezTo>
                    <a:pt x="30867" y="430061"/>
                    <a:pt x="30729" y="429401"/>
                    <a:pt x="30587" y="428721"/>
                  </a:cubicBezTo>
                  <a:cubicBezTo>
                    <a:pt x="30095" y="428475"/>
                    <a:pt x="29604" y="428230"/>
                    <a:pt x="29098" y="427977"/>
                  </a:cubicBezTo>
                  <a:cubicBezTo>
                    <a:pt x="28834" y="425860"/>
                    <a:pt x="28768" y="423760"/>
                    <a:pt x="28683" y="421628"/>
                  </a:cubicBezTo>
                  <a:cubicBezTo>
                    <a:pt x="28574" y="421022"/>
                    <a:pt x="28466" y="420416"/>
                    <a:pt x="28354" y="419791"/>
                  </a:cubicBezTo>
                  <a:cubicBezTo>
                    <a:pt x="27617" y="419546"/>
                    <a:pt x="26881" y="419300"/>
                    <a:pt x="26122" y="419047"/>
                  </a:cubicBezTo>
                  <a:cubicBezTo>
                    <a:pt x="25793" y="416722"/>
                    <a:pt x="25793" y="416722"/>
                    <a:pt x="25703" y="413838"/>
                  </a:cubicBezTo>
                  <a:cubicBezTo>
                    <a:pt x="25645" y="412099"/>
                    <a:pt x="25549" y="410360"/>
                    <a:pt x="25378" y="408629"/>
                  </a:cubicBezTo>
                  <a:cubicBezTo>
                    <a:pt x="24886" y="408384"/>
                    <a:pt x="24395" y="408138"/>
                    <a:pt x="23889" y="407885"/>
                  </a:cubicBezTo>
                  <a:cubicBezTo>
                    <a:pt x="22921" y="404979"/>
                    <a:pt x="23198" y="402433"/>
                    <a:pt x="23337" y="399397"/>
                  </a:cubicBezTo>
                  <a:cubicBezTo>
                    <a:pt x="23357" y="397437"/>
                    <a:pt x="23357" y="397437"/>
                    <a:pt x="22041" y="396437"/>
                  </a:cubicBezTo>
                  <a:cubicBezTo>
                    <a:pt x="20587" y="394887"/>
                    <a:pt x="20602" y="394022"/>
                    <a:pt x="20532" y="391924"/>
                  </a:cubicBezTo>
                  <a:cubicBezTo>
                    <a:pt x="20506" y="391293"/>
                    <a:pt x="20479" y="390662"/>
                    <a:pt x="20452" y="390013"/>
                  </a:cubicBezTo>
                  <a:cubicBezTo>
                    <a:pt x="20435" y="389357"/>
                    <a:pt x="20418" y="388701"/>
                    <a:pt x="20401" y="388026"/>
                  </a:cubicBezTo>
                  <a:cubicBezTo>
                    <a:pt x="20376" y="387361"/>
                    <a:pt x="20350" y="386697"/>
                    <a:pt x="20324" y="386013"/>
                  </a:cubicBezTo>
                  <a:cubicBezTo>
                    <a:pt x="20263" y="384374"/>
                    <a:pt x="20211" y="382735"/>
                    <a:pt x="20169" y="381096"/>
                  </a:cubicBezTo>
                  <a:cubicBezTo>
                    <a:pt x="19432" y="381096"/>
                    <a:pt x="18695" y="381096"/>
                    <a:pt x="17936" y="381096"/>
                  </a:cubicBezTo>
                  <a:cubicBezTo>
                    <a:pt x="17921" y="380626"/>
                    <a:pt x="17907" y="380157"/>
                    <a:pt x="17891" y="379673"/>
                  </a:cubicBezTo>
                  <a:cubicBezTo>
                    <a:pt x="17821" y="377558"/>
                    <a:pt x="17739" y="375444"/>
                    <a:pt x="17657" y="373329"/>
                  </a:cubicBezTo>
                  <a:cubicBezTo>
                    <a:pt x="17634" y="372590"/>
                    <a:pt x="17611" y="371851"/>
                    <a:pt x="17587" y="371089"/>
                  </a:cubicBezTo>
                  <a:cubicBezTo>
                    <a:pt x="17544" y="370035"/>
                    <a:pt x="17544" y="370035"/>
                    <a:pt x="17500" y="368960"/>
                  </a:cubicBezTo>
                  <a:cubicBezTo>
                    <a:pt x="17477" y="368309"/>
                    <a:pt x="17453" y="367658"/>
                    <a:pt x="17429" y="366988"/>
                  </a:cubicBezTo>
                  <a:cubicBezTo>
                    <a:pt x="17351" y="366487"/>
                    <a:pt x="17273" y="365985"/>
                    <a:pt x="17192" y="365469"/>
                  </a:cubicBezTo>
                  <a:cubicBezTo>
                    <a:pt x="16701" y="365223"/>
                    <a:pt x="16210" y="364978"/>
                    <a:pt x="15704" y="364725"/>
                  </a:cubicBezTo>
                  <a:cubicBezTo>
                    <a:pt x="14962" y="362499"/>
                    <a:pt x="14892" y="361115"/>
                    <a:pt x="14939" y="358798"/>
                  </a:cubicBezTo>
                  <a:cubicBezTo>
                    <a:pt x="14948" y="358080"/>
                    <a:pt x="14957" y="357362"/>
                    <a:pt x="14967" y="356622"/>
                  </a:cubicBezTo>
                  <a:cubicBezTo>
                    <a:pt x="14993" y="355112"/>
                    <a:pt x="15022" y="353603"/>
                    <a:pt x="15054" y="352093"/>
                  </a:cubicBezTo>
                  <a:cubicBezTo>
                    <a:pt x="15062" y="351374"/>
                    <a:pt x="15070" y="350655"/>
                    <a:pt x="15079" y="349915"/>
                  </a:cubicBezTo>
                  <a:cubicBezTo>
                    <a:pt x="15091" y="349259"/>
                    <a:pt x="15104" y="348603"/>
                    <a:pt x="15117" y="347927"/>
                  </a:cubicBezTo>
                  <a:cubicBezTo>
                    <a:pt x="14948" y="345987"/>
                    <a:pt x="14500" y="344788"/>
                    <a:pt x="13471" y="343145"/>
                  </a:cubicBezTo>
                  <a:cubicBezTo>
                    <a:pt x="13226" y="343145"/>
                    <a:pt x="12980" y="343145"/>
                    <a:pt x="12727" y="343145"/>
                  </a:cubicBezTo>
                  <a:cubicBezTo>
                    <a:pt x="12723" y="342484"/>
                    <a:pt x="12718" y="341824"/>
                    <a:pt x="12714" y="341144"/>
                  </a:cubicBezTo>
                  <a:cubicBezTo>
                    <a:pt x="12671" y="334935"/>
                    <a:pt x="12617" y="328726"/>
                    <a:pt x="12552" y="322517"/>
                  </a:cubicBezTo>
                  <a:cubicBezTo>
                    <a:pt x="12518" y="319325"/>
                    <a:pt x="12489" y="316133"/>
                    <a:pt x="12469" y="312940"/>
                  </a:cubicBezTo>
                  <a:cubicBezTo>
                    <a:pt x="12450" y="309862"/>
                    <a:pt x="12420" y="306783"/>
                    <a:pt x="12383" y="303705"/>
                  </a:cubicBezTo>
                  <a:cubicBezTo>
                    <a:pt x="12370" y="302528"/>
                    <a:pt x="12362" y="301351"/>
                    <a:pt x="12357" y="300174"/>
                  </a:cubicBezTo>
                  <a:cubicBezTo>
                    <a:pt x="12350" y="298531"/>
                    <a:pt x="12329" y="296888"/>
                    <a:pt x="12305" y="295245"/>
                  </a:cubicBezTo>
                  <a:cubicBezTo>
                    <a:pt x="12297" y="294308"/>
                    <a:pt x="12288" y="293371"/>
                    <a:pt x="12280" y="292406"/>
                  </a:cubicBezTo>
                  <a:cubicBezTo>
                    <a:pt x="12133" y="291369"/>
                    <a:pt x="12133" y="291369"/>
                    <a:pt x="11983" y="290311"/>
                  </a:cubicBezTo>
                  <a:cubicBezTo>
                    <a:pt x="11246" y="290065"/>
                    <a:pt x="10510" y="289820"/>
                    <a:pt x="9751" y="289567"/>
                  </a:cubicBezTo>
                  <a:cubicBezTo>
                    <a:pt x="9432" y="287559"/>
                    <a:pt x="9653" y="285654"/>
                    <a:pt x="9751" y="283614"/>
                  </a:cubicBezTo>
                  <a:cubicBezTo>
                    <a:pt x="10242" y="283614"/>
                    <a:pt x="10733" y="283614"/>
                    <a:pt x="11239" y="283614"/>
                  </a:cubicBezTo>
                  <a:cubicBezTo>
                    <a:pt x="12295" y="281501"/>
                    <a:pt x="12088" y="279709"/>
                    <a:pt x="12100" y="277347"/>
                  </a:cubicBezTo>
                  <a:cubicBezTo>
                    <a:pt x="12104" y="276856"/>
                    <a:pt x="12108" y="276366"/>
                    <a:pt x="12112" y="275861"/>
                  </a:cubicBezTo>
                  <a:cubicBezTo>
                    <a:pt x="12120" y="274796"/>
                    <a:pt x="12126" y="273730"/>
                    <a:pt x="12131" y="272665"/>
                  </a:cubicBezTo>
                  <a:cubicBezTo>
                    <a:pt x="12140" y="270979"/>
                    <a:pt x="12155" y="269294"/>
                    <a:pt x="12171" y="267608"/>
                  </a:cubicBezTo>
                  <a:cubicBezTo>
                    <a:pt x="12217" y="262815"/>
                    <a:pt x="12257" y="258023"/>
                    <a:pt x="12282" y="253230"/>
                  </a:cubicBezTo>
                  <a:cubicBezTo>
                    <a:pt x="12297" y="250299"/>
                    <a:pt x="12324" y="247369"/>
                    <a:pt x="12357" y="244438"/>
                  </a:cubicBezTo>
                  <a:cubicBezTo>
                    <a:pt x="12367" y="243321"/>
                    <a:pt x="12374" y="242203"/>
                    <a:pt x="12376" y="241085"/>
                  </a:cubicBezTo>
                  <a:cubicBezTo>
                    <a:pt x="12380" y="239523"/>
                    <a:pt x="12397" y="237961"/>
                    <a:pt x="12417" y="236399"/>
                  </a:cubicBezTo>
                  <a:cubicBezTo>
                    <a:pt x="12426" y="235064"/>
                    <a:pt x="12426" y="235064"/>
                    <a:pt x="12435" y="233703"/>
                  </a:cubicBezTo>
                  <a:cubicBezTo>
                    <a:pt x="12757" y="231303"/>
                    <a:pt x="13152" y="230783"/>
                    <a:pt x="14960" y="229291"/>
                  </a:cubicBezTo>
                  <a:cubicBezTo>
                    <a:pt x="15243" y="227566"/>
                    <a:pt x="15243" y="227566"/>
                    <a:pt x="15125" y="225649"/>
                  </a:cubicBezTo>
                  <a:cubicBezTo>
                    <a:pt x="15104" y="224582"/>
                    <a:pt x="15104" y="224582"/>
                    <a:pt x="15083" y="223494"/>
                  </a:cubicBezTo>
                  <a:cubicBezTo>
                    <a:pt x="15058" y="222752"/>
                    <a:pt x="15032" y="222010"/>
                    <a:pt x="15006" y="221245"/>
                  </a:cubicBezTo>
                  <a:cubicBezTo>
                    <a:pt x="14730" y="212262"/>
                    <a:pt x="14730" y="212262"/>
                    <a:pt x="16448" y="208455"/>
                  </a:cubicBezTo>
                  <a:cubicBezTo>
                    <a:pt x="16693" y="208210"/>
                    <a:pt x="16939" y="207964"/>
                    <a:pt x="17192" y="207711"/>
                  </a:cubicBezTo>
                  <a:cubicBezTo>
                    <a:pt x="17309" y="206605"/>
                    <a:pt x="17379" y="205494"/>
                    <a:pt x="17427" y="204383"/>
                  </a:cubicBezTo>
                  <a:cubicBezTo>
                    <a:pt x="17459" y="203714"/>
                    <a:pt x="17490" y="203045"/>
                    <a:pt x="17522" y="202355"/>
                  </a:cubicBezTo>
                  <a:cubicBezTo>
                    <a:pt x="17551" y="201652"/>
                    <a:pt x="17580" y="200948"/>
                    <a:pt x="17611" y="200223"/>
                  </a:cubicBezTo>
                  <a:cubicBezTo>
                    <a:pt x="17643" y="199517"/>
                    <a:pt x="17675" y="198810"/>
                    <a:pt x="17708" y="198082"/>
                  </a:cubicBezTo>
                  <a:cubicBezTo>
                    <a:pt x="17787" y="196331"/>
                    <a:pt x="17863" y="194580"/>
                    <a:pt x="17936" y="192828"/>
                  </a:cubicBezTo>
                  <a:cubicBezTo>
                    <a:pt x="18673" y="192828"/>
                    <a:pt x="19410" y="192828"/>
                    <a:pt x="20169" y="192828"/>
                  </a:cubicBezTo>
                  <a:cubicBezTo>
                    <a:pt x="20414" y="187917"/>
                    <a:pt x="20660" y="183006"/>
                    <a:pt x="20913" y="177946"/>
                  </a:cubicBezTo>
                  <a:cubicBezTo>
                    <a:pt x="21649" y="177946"/>
                    <a:pt x="22386" y="177946"/>
                    <a:pt x="23145" y="177946"/>
                  </a:cubicBezTo>
                  <a:cubicBezTo>
                    <a:pt x="23137" y="177211"/>
                    <a:pt x="23128" y="176476"/>
                    <a:pt x="23119" y="175719"/>
                  </a:cubicBezTo>
                  <a:cubicBezTo>
                    <a:pt x="23112" y="174765"/>
                    <a:pt x="23106" y="173812"/>
                    <a:pt x="23099" y="172830"/>
                  </a:cubicBezTo>
                  <a:cubicBezTo>
                    <a:pt x="23090" y="171880"/>
                    <a:pt x="23081" y="170930"/>
                    <a:pt x="23072" y="169952"/>
                  </a:cubicBezTo>
                  <a:cubicBezTo>
                    <a:pt x="23145" y="167528"/>
                    <a:pt x="23145" y="167528"/>
                    <a:pt x="23889" y="166039"/>
                  </a:cubicBezTo>
                  <a:cubicBezTo>
                    <a:pt x="24626" y="166039"/>
                    <a:pt x="25363" y="166039"/>
                    <a:pt x="26122" y="166039"/>
                  </a:cubicBezTo>
                  <a:cubicBezTo>
                    <a:pt x="26096" y="165242"/>
                    <a:pt x="26070" y="164445"/>
                    <a:pt x="26043" y="163624"/>
                  </a:cubicBezTo>
                  <a:cubicBezTo>
                    <a:pt x="26022" y="162584"/>
                    <a:pt x="26002" y="161544"/>
                    <a:pt x="25982" y="160505"/>
                  </a:cubicBezTo>
                  <a:cubicBezTo>
                    <a:pt x="25963" y="159979"/>
                    <a:pt x="25945" y="159452"/>
                    <a:pt x="25926" y="158910"/>
                  </a:cubicBezTo>
                  <a:cubicBezTo>
                    <a:pt x="25904" y="157392"/>
                    <a:pt x="25904" y="157392"/>
                    <a:pt x="26122" y="154877"/>
                  </a:cubicBezTo>
                  <a:cubicBezTo>
                    <a:pt x="26858" y="154632"/>
                    <a:pt x="27595" y="154386"/>
                    <a:pt x="28354" y="154133"/>
                  </a:cubicBezTo>
                  <a:cubicBezTo>
                    <a:pt x="28708" y="152260"/>
                    <a:pt x="28708" y="152260"/>
                    <a:pt x="28726" y="150087"/>
                  </a:cubicBezTo>
                  <a:cubicBezTo>
                    <a:pt x="28796" y="147857"/>
                    <a:pt x="28796" y="147857"/>
                    <a:pt x="29098" y="145948"/>
                  </a:cubicBezTo>
                  <a:cubicBezTo>
                    <a:pt x="30203" y="145211"/>
                    <a:pt x="30203" y="145211"/>
                    <a:pt x="31331" y="144459"/>
                  </a:cubicBezTo>
                  <a:cubicBezTo>
                    <a:pt x="31709" y="142506"/>
                    <a:pt x="31709" y="142506"/>
                    <a:pt x="31749" y="140320"/>
                  </a:cubicBezTo>
                  <a:cubicBezTo>
                    <a:pt x="31845" y="138085"/>
                    <a:pt x="31845" y="138085"/>
                    <a:pt x="32075" y="136274"/>
                  </a:cubicBezTo>
                  <a:cubicBezTo>
                    <a:pt x="32566" y="136028"/>
                    <a:pt x="33057" y="135783"/>
                    <a:pt x="33563" y="135530"/>
                  </a:cubicBezTo>
                  <a:cubicBezTo>
                    <a:pt x="33912" y="133605"/>
                    <a:pt x="33912" y="133605"/>
                    <a:pt x="34028" y="131390"/>
                  </a:cubicBezTo>
                  <a:cubicBezTo>
                    <a:pt x="34084" y="130637"/>
                    <a:pt x="34139" y="129884"/>
                    <a:pt x="34197" y="129108"/>
                  </a:cubicBezTo>
                  <a:cubicBezTo>
                    <a:pt x="34233" y="128526"/>
                    <a:pt x="34270" y="127944"/>
                    <a:pt x="34307" y="127344"/>
                  </a:cubicBezTo>
                  <a:cubicBezTo>
                    <a:pt x="35044" y="127590"/>
                    <a:pt x="35781" y="127835"/>
                    <a:pt x="36540" y="128088"/>
                  </a:cubicBezTo>
                  <a:cubicBezTo>
                    <a:pt x="36785" y="125387"/>
                    <a:pt x="37031" y="122686"/>
                    <a:pt x="37284" y="119903"/>
                  </a:cubicBezTo>
                  <a:cubicBezTo>
                    <a:pt x="38021" y="119903"/>
                    <a:pt x="38757" y="119903"/>
                    <a:pt x="39516" y="119903"/>
                  </a:cubicBezTo>
                  <a:cubicBezTo>
                    <a:pt x="39553" y="119320"/>
                    <a:pt x="39589" y="118738"/>
                    <a:pt x="39627" y="118138"/>
                  </a:cubicBezTo>
                  <a:cubicBezTo>
                    <a:pt x="39682" y="117385"/>
                    <a:pt x="39738" y="116632"/>
                    <a:pt x="39795" y="115856"/>
                  </a:cubicBezTo>
                  <a:cubicBezTo>
                    <a:pt x="39847" y="115105"/>
                    <a:pt x="39899" y="114354"/>
                    <a:pt x="39952" y="113580"/>
                  </a:cubicBezTo>
                  <a:cubicBezTo>
                    <a:pt x="40054" y="112965"/>
                    <a:pt x="40156" y="112351"/>
                    <a:pt x="40260" y="111717"/>
                  </a:cubicBezTo>
                  <a:cubicBezTo>
                    <a:pt x="40752" y="111471"/>
                    <a:pt x="41243" y="111226"/>
                    <a:pt x="41749" y="110973"/>
                  </a:cubicBezTo>
                  <a:cubicBezTo>
                    <a:pt x="42010" y="109436"/>
                    <a:pt x="42078" y="107924"/>
                    <a:pt x="42164" y="106369"/>
                  </a:cubicBezTo>
                  <a:cubicBezTo>
                    <a:pt x="42273" y="105923"/>
                    <a:pt x="42381" y="105478"/>
                    <a:pt x="42493" y="105020"/>
                  </a:cubicBezTo>
                  <a:cubicBezTo>
                    <a:pt x="43230" y="104774"/>
                    <a:pt x="43966" y="104529"/>
                    <a:pt x="44725" y="104276"/>
                  </a:cubicBezTo>
                  <a:cubicBezTo>
                    <a:pt x="44916" y="102770"/>
                    <a:pt x="45101" y="101260"/>
                    <a:pt x="45167" y="99744"/>
                  </a:cubicBezTo>
                  <a:cubicBezTo>
                    <a:pt x="45469" y="98323"/>
                    <a:pt x="45469" y="98323"/>
                    <a:pt x="47702" y="96834"/>
                  </a:cubicBezTo>
                  <a:cubicBezTo>
                    <a:pt x="47973" y="95599"/>
                    <a:pt x="48222" y="94358"/>
                    <a:pt x="48446" y="93114"/>
                  </a:cubicBezTo>
                  <a:cubicBezTo>
                    <a:pt x="48937" y="92868"/>
                    <a:pt x="49428" y="92622"/>
                    <a:pt x="49934" y="92369"/>
                  </a:cubicBezTo>
                  <a:cubicBezTo>
                    <a:pt x="50196" y="90833"/>
                    <a:pt x="50264" y="89321"/>
                    <a:pt x="50350" y="87765"/>
                  </a:cubicBezTo>
                  <a:cubicBezTo>
                    <a:pt x="50458" y="87320"/>
                    <a:pt x="50567" y="86875"/>
                    <a:pt x="50678" y="86416"/>
                  </a:cubicBezTo>
                  <a:cubicBezTo>
                    <a:pt x="51415" y="86171"/>
                    <a:pt x="52152" y="85925"/>
                    <a:pt x="52911" y="85672"/>
                  </a:cubicBezTo>
                  <a:cubicBezTo>
                    <a:pt x="53034" y="84813"/>
                    <a:pt x="53156" y="83953"/>
                    <a:pt x="53283" y="83068"/>
                  </a:cubicBezTo>
                  <a:cubicBezTo>
                    <a:pt x="53406" y="82208"/>
                    <a:pt x="53528" y="81349"/>
                    <a:pt x="53655" y="80463"/>
                  </a:cubicBezTo>
                  <a:cubicBezTo>
                    <a:pt x="54392" y="80218"/>
                    <a:pt x="55128" y="79972"/>
                    <a:pt x="55887" y="79719"/>
                  </a:cubicBezTo>
                  <a:cubicBezTo>
                    <a:pt x="56166" y="77987"/>
                    <a:pt x="56414" y="76250"/>
                    <a:pt x="56631" y="74510"/>
                  </a:cubicBezTo>
                  <a:cubicBezTo>
                    <a:pt x="57123" y="74264"/>
                    <a:pt x="57614" y="74019"/>
                    <a:pt x="58120" y="73766"/>
                  </a:cubicBezTo>
                  <a:cubicBezTo>
                    <a:pt x="58488" y="72661"/>
                    <a:pt x="58488" y="72661"/>
                    <a:pt x="58864" y="71533"/>
                  </a:cubicBezTo>
                  <a:cubicBezTo>
                    <a:pt x="59608" y="69301"/>
                    <a:pt x="59608" y="69301"/>
                    <a:pt x="61096" y="68557"/>
                  </a:cubicBezTo>
                  <a:cubicBezTo>
                    <a:pt x="61204" y="67836"/>
                    <a:pt x="61311" y="67114"/>
                    <a:pt x="61422" y="66371"/>
                  </a:cubicBezTo>
                  <a:cubicBezTo>
                    <a:pt x="61629" y="65243"/>
                    <a:pt x="61629" y="65243"/>
                    <a:pt x="61840" y="64092"/>
                  </a:cubicBezTo>
                  <a:cubicBezTo>
                    <a:pt x="62577" y="63601"/>
                    <a:pt x="63314" y="63110"/>
                    <a:pt x="64073" y="62604"/>
                  </a:cubicBezTo>
                  <a:cubicBezTo>
                    <a:pt x="64574" y="61366"/>
                    <a:pt x="65071" y="60126"/>
                    <a:pt x="65561" y="58883"/>
                  </a:cubicBezTo>
                  <a:cubicBezTo>
                    <a:pt x="66052" y="58883"/>
                    <a:pt x="66543" y="58883"/>
                    <a:pt x="67049" y="58883"/>
                  </a:cubicBezTo>
                  <a:cubicBezTo>
                    <a:pt x="66980" y="57824"/>
                    <a:pt x="66980" y="57824"/>
                    <a:pt x="66910" y="56744"/>
                  </a:cubicBezTo>
                  <a:cubicBezTo>
                    <a:pt x="66979" y="55593"/>
                    <a:pt x="66979" y="55593"/>
                    <a:pt x="67049" y="54418"/>
                  </a:cubicBezTo>
                  <a:cubicBezTo>
                    <a:pt x="67786" y="53927"/>
                    <a:pt x="68523" y="53436"/>
                    <a:pt x="69282" y="52930"/>
                  </a:cubicBezTo>
                  <a:cubicBezTo>
                    <a:pt x="69405" y="52316"/>
                    <a:pt x="69527" y="51702"/>
                    <a:pt x="69654" y="51070"/>
                  </a:cubicBezTo>
                  <a:cubicBezTo>
                    <a:pt x="70026" y="49209"/>
                    <a:pt x="70026" y="49209"/>
                    <a:pt x="72258" y="47721"/>
                  </a:cubicBezTo>
                  <a:cubicBezTo>
                    <a:pt x="72801" y="46500"/>
                    <a:pt x="73290" y="45256"/>
                    <a:pt x="73747" y="44000"/>
                  </a:cubicBezTo>
                  <a:cubicBezTo>
                    <a:pt x="75756" y="39647"/>
                    <a:pt x="75756" y="39647"/>
                    <a:pt x="77467" y="38791"/>
                  </a:cubicBezTo>
                  <a:cubicBezTo>
                    <a:pt x="77836" y="38055"/>
                    <a:pt x="77836" y="38055"/>
                    <a:pt x="78212" y="37303"/>
                  </a:cubicBezTo>
                  <a:cubicBezTo>
                    <a:pt x="78956" y="35815"/>
                    <a:pt x="78956" y="35815"/>
                    <a:pt x="80444" y="35071"/>
                  </a:cubicBezTo>
                  <a:cubicBezTo>
                    <a:pt x="80567" y="34579"/>
                    <a:pt x="80690" y="34088"/>
                    <a:pt x="80816" y="33582"/>
                  </a:cubicBezTo>
                  <a:cubicBezTo>
                    <a:pt x="80939" y="33091"/>
                    <a:pt x="81062" y="32600"/>
                    <a:pt x="81188" y="32094"/>
                  </a:cubicBezTo>
                  <a:cubicBezTo>
                    <a:pt x="81679" y="31848"/>
                    <a:pt x="82170" y="31603"/>
                    <a:pt x="82676" y="31350"/>
                  </a:cubicBezTo>
                  <a:cubicBezTo>
                    <a:pt x="82838" y="30475"/>
                    <a:pt x="82838" y="30475"/>
                    <a:pt x="83002" y="29583"/>
                  </a:cubicBezTo>
                  <a:cubicBezTo>
                    <a:pt x="83476" y="27370"/>
                    <a:pt x="84035" y="26886"/>
                    <a:pt x="85653" y="25397"/>
                  </a:cubicBezTo>
                  <a:cubicBezTo>
                    <a:pt x="85914" y="24875"/>
                    <a:pt x="86175" y="24353"/>
                    <a:pt x="86444" y="23815"/>
                  </a:cubicBezTo>
                  <a:cubicBezTo>
                    <a:pt x="87141" y="22420"/>
                    <a:pt x="87141" y="22420"/>
                    <a:pt x="88630" y="21676"/>
                  </a:cubicBezTo>
                  <a:cubicBezTo>
                    <a:pt x="88875" y="21170"/>
                    <a:pt x="89121" y="20663"/>
                    <a:pt x="89374" y="20141"/>
                  </a:cubicBezTo>
                  <a:cubicBezTo>
                    <a:pt x="89619" y="19665"/>
                    <a:pt x="89865" y="19190"/>
                    <a:pt x="90118" y="18699"/>
                  </a:cubicBezTo>
                  <a:cubicBezTo>
                    <a:pt x="90609" y="18699"/>
                    <a:pt x="91100" y="18699"/>
                    <a:pt x="91606" y="18699"/>
                  </a:cubicBezTo>
                  <a:cubicBezTo>
                    <a:pt x="91852" y="18086"/>
                    <a:pt x="92097" y="17472"/>
                    <a:pt x="92350" y="16839"/>
                  </a:cubicBezTo>
                  <a:cubicBezTo>
                    <a:pt x="92596" y="16225"/>
                    <a:pt x="92841" y="15611"/>
                    <a:pt x="93094" y="14979"/>
                  </a:cubicBezTo>
                  <a:cubicBezTo>
                    <a:pt x="93586" y="14979"/>
                    <a:pt x="94077" y="14979"/>
                    <a:pt x="94583" y="14979"/>
                  </a:cubicBezTo>
                  <a:cubicBezTo>
                    <a:pt x="94828" y="14365"/>
                    <a:pt x="95074" y="13751"/>
                    <a:pt x="95327" y="13118"/>
                  </a:cubicBezTo>
                  <a:cubicBezTo>
                    <a:pt x="95572" y="12505"/>
                    <a:pt x="95818" y="11891"/>
                    <a:pt x="96071" y="11258"/>
                  </a:cubicBezTo>
                  <a:cubicBezTo>
                    <a:pt x="96562" y="11258"/>
                    <a:pt x="97053" y="11258"/>
                    <a:pt x="97559" y="11258"/>
                  </a:cubicBezTo>
                  <a:cubicBezTo>
                    <a:pt x="97815" y="10268"/>
                    <a:pt x="98062" y="9275"/>
                    <a:pt x="98303" y="8282"/>
                  </a:cubicBezTo>
                  <a:cubicBezTo>
                    <a:pt x="98794" y="8036"/>
                    <a:pt x="99286" y="7790"/>
                    <a:pt x="99792" y="7537"/>
                  </a:cubicBezTo>
                  <a:cubicBezTo>
                    <a:pt x="100160" y="6778"/>
                    <a:pt x="100160" y="6778"/>
                    <a:pt x="100536" y="6003"/>
                  </a:cubicBezTo>
                  <a:cubicBezTo>
                    <a:pt x="100781" y="5527"/>
                    <a:pt x="101027" y="5051"/>
                    <a:pt x="101280" y="4561"/>
                  </a:cubicBezTo>
                  <a:cubicBezTo>
                    <a:pt x="101771" y="4561"/>
                    <a:pt x="102262" y="4561"/>
                    <a:pt x="102768" y="4561"/>
                  </a:cubicBezTo>
                  <a:cubicBezTo>
                    <a:pt x="102837" y="3651"/>
                    <a:pt x="102837" y="3651"/>
                    <a:pt x="102908" y="2724"/>
                  </a:cubicBezTo>
                  <a:cubicBezTo>
                    <a:pt x="103107" y="2102"/>
                    <a:pt x="103307" y="1481"/>
                    <a:pt x="103512" y="840"/>
                  </a:cubicBezTo>
                  <a:close/>
                </a:path>
              </a:pathLst>
            </a:custGeom>
            <a:grpFill/>
            <a:ln w="744" cap="flat">
              <a:noFill/>
              <a:prstDash val="solid"/>
              <a:miter/>
            </a:ln>
          </p:spPr>
          <p:txBody>
            <a:bodyPr rtlCol="0" anchor="ctr"/>
            <a:lstStyle/>
            <a:p>
              <a:endParaRPr lang="zh-CN" altLang="en-US"/>
            </a:p>
          </p:txBody>
        </p:sp>
        <p:sp>
          <p:nvSpPr>
            <p:cNvPr id="169" name="任意多边形: 形状 168"/>
            <p:cNvSpPr/>
            <p:nvPr/>
          </p:nvSpPr>
          <p:spPr>
            <a:xfrm>
              <a:off x="11621349" y="1394116"/>
              <a:ext cx="158991" cy="236372"/>
            </a:xfrm>
            <a:custGeom>
              <a:avLst/>
              <a:gdLst>
                <a:gd name="connsiteX0" fmla="*/ 30094 w 158994"/>
                <a:gd name="connsiteY0" fmla="*/ 30922 h 236364"/>
                <a:gd name="connsiteX1" fmla="*/ 30094 w 158994"/>
                <a:gd name="connsiteY1" fmla="*/ 205051 h 236364"/>
                <a:gd name="connsiteX2" fmla="*/ 80696 w 158994"/>
                <a:gd name="connsiteY2" fmla="*/ 205051 h 236364"/>
                <a:gd name="connsiteX3" fmla="*/ 80696 w 158994"/>
                <a:gd name="connsiteY3" fmla="*/ 202074 h 236364"/>
                <a:gd name="connsiteX4" fmla="*/ 85120 w 158994"/>
                <a:gd name="connsiteY4" fmla="*/ 202220 h 236364"/>
                <a:gd name="connsiteX5" fmla="*/ 86928 w 158994"/>
                <a:gd name="connsiteY5" fmla="*/ 202260 h 236364"/>
                <a:gd name="connsiteX6" fmla="*/ 93346 w 158994"/>
                <a:gd name="connsiteY6" fmla="*/ 202074 h 236364"/>
                <a:gd name="connsiteX7" fmla="*/ 94276 w 158994"/>
                <a:gd name="connsiteY7" fmla="*/ 200624 h 236364"/>
                <a:gd name="connsiteX8" fmla="*/ 94834 w 158994"/>
                <a:gd name="connsiteY8" fmla="*/ 199098 h 236364"/>
                <a:gd name="connsiteX9" fmla="*/ 96445 w 158994"/>
                <a:gd name="connsiteY9" fmla="*/ 198560 h 236364"/>
                <a:gd name="connsiteX10" fmla="*/ 101532 w 158994"/>
                <a:gd name="connsiteY10" fmla="*/ 197609 h 236364"/>
                <a:gd name="connsiteX11" fmla="*/ 101532 w 158994"/>
                <a:gd name="connsiteY11" fmla="*/ 195377 h 236364"/>
                <a:gd name="connsiteX12" fmla="*/ 105252 w 158994"/>
                <a:gd name="connsiteY12" fmla="*/ 194633 h 236364"/>
                <a:gd name="connsiteX13" fmla="*/ 105996 w 158994"/>
                <a:gd name="connsiteY13" fmla="*/ 191656 h 236364"/>
                <a:gd name="connsiteX14" fmla="*/ 109717 w 158994"/>
                <a:gd name="connsiteY14" fmla="*/ 191656 h 236364"/>
                <a:gd name="connsiteX15" fmla="*/ 110182 w 158994"/>
                <a:gd name="connsiteY15" fmla="*/ 190215 h 236364"/>
                <a:gd name="connsiteX16" fmla="*/ 110461 w 158994"/>
                <a:gd name="connsiteY16" fmla="*/ 188680 h 236364"/>
                <a:gd name="connsiteX17" fmla="*/ 112694 w 158994"/>
                <a:gd name="connsiteY17" fmla="*/ 187936 h 236364"/>
                <a:gd name="connsiteX18" fmla="*/ 112833 w 158994"/>
                <a:gd name="connsiteY18" fmla="*/ 186029 h 236364"/>
                <a:gd name="connsiteX19" fmla="*/ 112694 w 158994"/>
                <a:gd name="connsiteY19" fmla="*/ 184215 h 236364"/>
                <a:gd name="connsiteX20" fmla="*/ 114926 w 158994"/>
                <a:gd name="connsiteY20" fmla="*/ 184215 h 236364"/>
                <a:gd name="connsiteX21" fmla="*/ 115670 w 158994"/>
                <a:gd name="connsiteY21" fmla="*/ 179006 h 236364"/>
                <a:gd name="connsiteX22" fmla="*/ 117205 w 158994"/>
                <a:gd name="connsiteY22" fmla="*/ 178215 h 236364"/>
                <a:gd name="connsiteX23" fmla="*/ 118647 w 158994"/>
                <a:gd name="connsiteY23" fmla="*/ 177518 h 236364"/>
                <a:gd name="connsiteX24" fmla="*/ 118693 w 158994"/>
                <a:gd name="connsiteY24" fmla="*/ 175285 h 236364"/>
                <a:gd name="connsiteX25" fmla="*/ 118647 w 158994"/>
                <a:gd name="connsiteY25" fmla="*/ 173053 h 236364"/>
                <a:gd name="connsiteX26" fmla="*/ 120879 w 158994"/>
                <a:gd name="connsiteY26" fmla="*/ 171565 h 236364"/>
                <a:gd name="connsiteX27" fmla="*/ 121019 w 158994"/>
                <a:gd name="connsiteY27" fmla="*/ 168495 h 236364"/>
                <a:gd name="connsiteX28" fmla="*/ 120879 w 158994"/>
                <a:gd name="connsiteY28" fmla="*/ 165611 h 236364"/>
                <a:gd name="connsiteX29" fmla="*/ 123112 w 158994"/>
                <a:gd name="connsiteY29" fmla="*/ 165611 h 236364"/>
                <a:gd name="connsiteX30" fmla="*/ 123928 w 158994"/>
                <a:gd name="connsiteY30" fmla="*/ 161862 h 236364"/>
                <a:gd name="connsiteX31" fmla="*/ 123902 w 158994"/>
                <a:gd name="connsiteY31" fmla="*/ 159193 h 236364"/>
                <a:gd name="connsiteX32" fmla="*/ 123882 w 158994"/>
                <a:gd name="connsiteY32" fmla="*/ 156513 h 236364"/>
                <a:gd name="connsiteX33" fmla="*/ 123856 w 158994"/>
                <a:gd name="connsiteY33" fmla="*/ 154449 h 236364"/>
                <a:gd name="connsiteX34" fmla="*/ 126088 w 158994"/>
                <a:gd name="connsiteY34" fmla="*/ 154449 h 236364"/>
                <a:gd name="connsiteX35" fmla="*/ 126244 w 158994"/>
                <a:gd name="connsiteY35" fmla="*/ 148174 h 236364"/>
                <a:gd name="connsiteX36" fmla="*/ 126321 w 158994"/>
                <a:gd name="connsiteY36" fmla="*/ 145613 h 236364"/>
                <a:gd name="connsiteX37" fmla="*/ 126372 w 158994"/>
                <a:gd name="connsiteY37" fmla="*/ 143069 h 236364"/>
                <a:gd name="connsiteX38" fmla="*/ 126451 w 158994"/>
                <a:gd name="connsiteY38" fmla="*/ 140642 h 236364"/>
                <a:gd name="connsiteX39" fmla="*/ 126832 w 158994"/>
                <a:gd name="connsiteY39" fmla="*/ 136590 h 236364"/>
                <a:gd name="connsiteX40" fmla="*/ 129065 w 158994"/>
                <a:gd name="connsiteY40" fmla="*/ 135102 h 236364"/>
                <a:gd name="connsiteX41" fmla="*/ 129338 w 158994"/>
                <a:gd name="connsiteY41" fmla="*/ 133615 h 236364"/>
                <a:gd name="connsiteX42" fmla="*/ 129330 w 158994"/>
                <a:gd name="connsiteY42" fmla="*/ 131769 h 236364"/>
                <a:gd name="connsiteX43" fmla="*/ 129337 w 158994"/>
                <a:gd name="connsiteY43" fmla="*/ 129677 h 236364"/>
                <a:gd name="connsiteX44" fmla="*/ 129309 w 158994"/>
                <a:gd name="connsiteY44" fmla="*/ 127410 h 236364"/>
                <a:gd name="connsiteX45" fmla="*/ 129297 w 158994"/>
                <a:gd name="connsiteY45" fmla="*/ 122684 h 236364"/>
                <a:gd name="connsiteX46" fmla="*/ 129243 w 158994"/>
                <a:gd name="connsiteY46" fmla="*/ 115213 h 236364"/>
                <a:gd name="connsiteX47" fmla="*/ 129229 w 158994"/>
                <a:gd name="connsiteY47" fmla="*/ 110345 h 236364"/>
                <a:gd name="connsiteX48" fmla="*/ 129216 w 158994"/>
                <a:gd name="connsiteY48" fmla="*/ 108016 h 236364"/>
                <a:gd name="connsiteX49" fmla="*/ 129206 w 158994"/>
                <a:gd name="connsiteY49" fmla="*/ 105759 h 236364"/>
                <a:gd name="connsiteX50" fmla="*/ 129185 w 158994"/>
                <a:gd name="connsiteY50" fmla="*/ 103652 h 236364"/>
                <a:gd name="connsiteX51" fmla="*/ 128321 w 158994"/>
                <a:gd name="connsiteY51" fmla="*/ 97151 h 236364"/>
                <a:gd name="connsiteX52" fmla="*/ 126832 w 158994"/>
                <a:gd name="connsiteY52" fmla="*/ 96406 h 236364"/>
                <a:gd name="connsiteX53" fmla="*/ 126630 w 158994"/>
                <a:gd name="connsiteY53" fmla="*/ 94694 h 236364"/>
                <a:gd name="connsiteX54" fmla="*/ 126603 w 158994"/>
                <a:gd name="connsiteY54" fmla="*/ 92453 h 236364"/>
                <a:gd name="connsiteX55" fmla="*/ 126507 w 158994"/>
                <a:gd name="connsiteY55" fmla="*/ 87477 h 236364"/>
                <a:gd name="connsiteX56" fmla="*/ 126476 w 158994"/>
                <a:gd name="connsiteY56" fmla="*/ 84925 h 236364"/>
                <a:gd name="connsiteX57" fmla="*/ 126417 w 158994"/>
                <a:gd name="connsiteY57" fmla="*/ 82500 h 236364"/>
                <a:gd name="connsiteX58" fmla="*/ 126088 w 158994"/>
                <a:gd name="connsiteY58" fmla="*/ 78547 h 236364"/>
                <a:gd name="connsiteX59" fmla="*/ 123856 w 158994"/>
                <a:gd name="connsiteY59" fmla="*/ 77803 h 236364"/>
                <a:gd name="connsiteX60" fmla="*/ 123763 w 158994"/>
                <a:gd name="connsiteY60" fmla="*/ 74919 h 236364"/>
                <a:gd name="connsiteX61" fmla="*/ 123112 w 158994"/>
                <a:gd name="connsiteY61" fmla="*/ 69617 h 236364"/>
                <a:gd name="connsiteX62" fmla="*/ 120879 w 158994"/>
                <a:gd name="connsiteY62" fmla="*/ 68873 h 236364"/>
                <a:gd name="connsiteX63" fmla="*/ 119809 w 158994"/>
                <a:gd name="connsiteY63" fmla="*/ 62455 h 236364"/>
                <a:gd name="connsiteX64" fmla="*/ 118647 w 158994"/>
                <a:gd name="connsiteY64" fmla="*/ 61432 h 236364"/>
                <a:gd name="connsiteX65" fmla="*/ 117903 w 158994"/>
                <a:gd name="connsiteY65" fmla="*/ 57711 h 236364"/>
                <a:gd name="connsiteX66" fmla="*/ 115670 w 158994"/>
                <a:gd name="connsiteY66" fmla="*/ 56967 h 236364"/>
                <a:gd name="connsiteX67" fmla="*/ 115670 w 158994"/>
                <a:gd name="connsiteY67" fmla="*/ 54734 h 236364"/>
                <a:gd name="connsiteX68" fmla="*/ 111019 w 158994"/>
                <a:gd name="connsiteY68" fmla="*/ 48642 h 236364"/>
                <a:gd name="connsiteX69" fmla="*/ 109717 w 158994"/>
                <a:gd name="connsiteY69" fmla="*/ 48037 h 236364"/>
                <a:gd name="connsiteX70" fmla="*/ 109717 w 158994"/>
                <a:gd name="connsiteY70" fmla="*/ 45061 h 236364"/>
                <a:gd name="connsiteX71" fmla="*/ 107857 w 158994"/>
                <a:gd name="connsiteY71" fmla="*/ 44642 h 236364"/>
                <a:gd name="connsiteX72" fmla="*/ 105996 w 158994"/>
                <a:gd name="connsiteY72" fmla="*/ 44317 h 236364"/>
                <a:gd name="connsiteX73" fmla="*/ 105996 w 158994"/>
                <a:gd name="connsiteY73" fmla="*/ 42084 h 236364"/>
                <a:gd name="connsiteX74" fmla="*/ 102276 w 158994"/>
                <a:gd name="connsiteY74" fmla="*/ 40596 h 236364"/>
                <a:gd name="connsiteX75" fmla="*/ 101532 w 158994"/>
                <a:gd name="connsiteY75" fmla="*/ 37619 h 236364"/>
                <a:gd name="connsiteX76" fmla="*/ 98927 w 158994"/>
                <a:gd name="connsiteY76" fmla="*/ 37201 h 236364"/>
                <a:gd name="connsiteX77" fmla="*/ 96323 w 158994"/>
                <a:gd name="connsiteY77" fmla="*/ 36875 h 236364"/>
                <a:gd name="connsiteX78" fmla="*/ 95578 w 158994"/>
                <a:gd name="connsiteY78" fmla="*/ 34643 h 236364"/>
                <a:gd name="connsiteX79" fmla="*/ 94208 w 158994"/>
                <a:gd name="connsiteY79" fmla="*/ 34448 h 236364"/>
                <a:gd name="connsiteX80" fmla="*/ 92439 w 158994"/>
                <a:gd name="connsiteY80" fmla="*/ 34555 h 236364"/>
                <a:gd name="connsiteX81" fmla="*/ 88509 w 158994"/>
                <a:gd name="connsiteY81" fmla="*/ 34736 h 236364"/>
                <a:gd name="connsiteX82" fmla="*/ 86495 w 158994"/>
                <a:gd name="connsiteY82" fmla="*/ 34861 h 236364"/>
                <a:gd name="connsiteX83" fmla="*/ 84579 w 158994"/>
                <a:gd name="connsiteY83" fmla="*/ 34928 h 236364"/>
                <a:gd name="connsiteX84" fmla="*/ 81440 w 158994"/>
                <a:gd name="connsiteY84" fmla="*/ 34643 h 236364"/>
                <a:gd name="connsiteX85" fmla="*/ 80696 w 158994"/>
                <a:gd name="connsiteY85" fmla="*/ 30922 h 236364"/>
                <a:gd name="connsiteX86" fmla="*/ 30094 w 158994"/>
                <a:gd name="connsiteY86" fmla="*/ 30922 h 236364"/>
                <a:gd name="connsiteX87" fmla="*/ 92189 w 158994"/>
                <a:gd name="connsiteY87" fmla="*/ 0 h 236364"/>
                <a:gd name="connsiteX88" fmla="*/ 94696 w 158994"/>
                <a:gd name="connsiteY88" fmla="*/ 12 h 236364"/>
                <a:gd name="connsiteX89" fmla="*/ 96889 w 158994"/>
                <a:gd name="connsiteY89" fmla="*/ 4 h 236364"/>
                <a:gd name="connsiteX90" fmla="*/ 98515 w 158994"/>
                <a:gd name="connsiteY90" fmla="*/ 370 h 236364"/>
                <a:gd name="connsiteX91" fmla="*/ 99259 w 158994"/>
                <a:gd name="connsiteY91" fmla="*/ 3347 h 236364"/>
                <a:gd name="connsiteX92" fmla="*/ 104096 w 158994"/>
                <a:gd name="connsiteY92" fmla="*/ 3347 h 236364"/>
                <a:gd name="connsiteX93" fmla="*/ 108933 w 158994"/>
                <a:gd name="connsiteY93" fmla="*/ 3347 h 236364"/>
                <a:gd name="connsiteX94" fmla="*/ 109677 w 158994"/>
                <a:gd name="connsiteY94" fmla="*/ 6323 h 236364"/>
                <a:gd name="connsiteX95" fmla="*/ 114886 w 158994"/>
                <a:gd name="connsiteY95" fmla="*/ 7068 h 236364"/>
                <a:gd name="connsiteX96" fmla="*/ 114886 w 158994"/>
                <a:gd name="connsiteY96" fmla="*/ 10044 h 236364"/>
                <a:gd name="connsiteX97" fmla="*/ 120095 w 158994"/>
                <a:gd name="connsiteY97" fmla="*/ 10788 h 236364"/>
                <a:gd name="connsiteX98" fmla="*/ 120095 w 158994"/>
                <a:gd name="connsiteY98" fmla="*/ 13765 h 236364"/>
                <a:gd name="connsiteX99" fmla="*/ 122653 w 158994"/>
                <a:gd name="connsiteY99" fmla="*/ 13579 h 236364"/>
                <a:gd name="connsiteX100" fmla="*/ 125304 w 158994"/>
                <a:gd name="connsiteY100" fmla="*/ 13765 h 236364"/>
                <a:gd name="connsiteX101" fmla="*/ 126048 w 158994"/>
                <a:gd name="connsiteY101" fmla="*/ 16741 h 236364"/>
                <a:gd name="connsiteX102" fmla="*/ 128280 w 158994"/>
                <a:gd name="connsiteY102" fmla="*/ 18230 h 236364"/>
                <a:gd name="connsiteX103" fmla="*/ 129024 w 158994"/>
                <a:gd name="connsiteY103" fmla="*/ 20462 h 236364"/>
                <a:gd name="connsiteX104" fmla="*/ 131257 w 158994"/>
                <a:gd name="connsiteY104" fmla="*/ 21206 h 236364"/>
                <a:gd name="connsiteX105" fmla="*/ 132001 w 158994"/>
                <a:gd name="connsiteY105" fmla="*/ 24183 h 236364"/>
                <a:gd name="connsiteX106" fmla="*/ 134233 w 158994"/>
                <a:gd name="connsiteY106" fmla="*/ 25671 h 236364"/>
                <a:gd name="connsiteX107" fmla="*/ 134233 w 158994"/>
                <a:gd name="connsiteY107" fmla="*/ 27904 h 236364"/>
                <a:gd name="connsiteX108" fmla="*/ 136466 w 158994"/>
                <a:gd name="connsiteY108" fmla="*/ 28648 h 236364"/>
                <a:gd name="connsiteX109" fmla="*/ 136838 w 158994"/>
                <a:gd name="connsiteY109" fmla="*/ 30182 h 236364"/>
                <a:gd name="connsiteX110" fmla="*/ 137210 w 158994"/>
                <a:gd name="connsiteY110" fmla="*/ 31624 h 236364"/>
                <a:gd name="connsiteX111" fmla="*/ 139442 w 158994"/>
                <a:gd name="connsiteY111" fmla="*/ 31624 h 236364"/>
                <a:gd name="connsiteX112" fmla="*/ 140931 w 158994"/>
                <a:gd name="connsiteY112" fmla="*/ 36089 h 236364"/>
                <a:gd name="connsiteX113" fmla="*/ 142419 w 158994"/>
                <a:gd name="connsiteY113" fmla="*/ 36833 h 236364"/>
                <a:gd name="connsiteX114" fmla="*/ 142745 w 158994"/>
                <a:gd name="connsiteY114" fmla="*/ 38694 h 236364"/>
                <a:gd name="connsiteX115" fmla="*/ 143163 w 158994"/>
                <a:gd name="connsiteY115" fmla="*/ 40554 h 236364"/>
                <a:gd name="connsiteX116" fmla="*/ 145396 w 158994"/>
                <a:gd name="connsiteY116" fmla="*/ 41298 h 236364"/>
                <a:gd name="connsiteX117" fmla="*/ 145837 w 158994"/>
                <a:gd name="connsiteY117" fmla="*/ 46484 h 236364"/>
                <a:gd name="connsiteX118" fmla="*/ 146140 w 158994"/>
                <a:gd name="connsiteY118" fmla="*/ 47995 h 236364"/>
                <a:gd name="connsiteX119" fmla="*/ 148372 w 158994"/>
                <a:gd name="connsiteY119" fmla="*/ 48739 h 236364"/>
                <a:gd name="connsiteX120" fmla="*/ 149116 w 158994"/>
                <a:gd name="connsiteY120" fmla="*/ 53948 h 236364"/>
                <a:gd name="connsiteX121" fmla="*/ 150605 w 158994"/>
                <a:gd name="connsiteY121" fmla="*/ 54693 h 236364"/>
                <a:gd name="connsiteX122" fmla="*/ 151020 w 158994"/>
                <a:gd name="connsiteY122" fmla="*/ 60460 h 236364"/>
                <a:gd name="connsiteX123" fmla="*/ 151349 w 158994"/>
                <a:gd name="connsiteY123" fmla="*/ 62134 h 236364"/>
                <a:gd name="connsiteX124" fmla="*/ 153581 w 158994"/>
                <a:gd name="connsiteY124" fmla="*/ 62878 h 236364"/>
                <a:gd name="connsiteX125" fmla="*/ 154023 w 158994"/>
                <a:gd name="connsiteY125" fmla="*/ 70971 h 236364"/>
                <a:gd name="connsiteX126" fmla="*/ 154325 w 158994"/>
                <a:gd name="connsiteY126" fmla="*/ 73296 h 236364"/>
                <a:gd name="connsiteX127" fmla="*/ 156558 w 158994"/>
                <a:gd name="connsiteY127" fmla="*/ 74040 h 236364"/>
                <a:gd name="connsiteX128" fmla="*/ 156886 w 158994"/>
                <a:gd name="connsiteY128" fmla="*/ 77668 h 236364"/>
                <a:gd name="connsiteX129" fmla="*/ 156946 w 158994"/>
                <a:gd name="connsiteY129" fmla="*/ 79889 h 236364"/>
                <a:gd name="connsiteX130" fmla="*/ 156976 w 158994"/>
                <a:gd name="connsiteY130" fmla="*/ 82226 h 236364"/>
                <a:gd name="connsiteX131" fmla="*/ 157072 w 158994"/>
                <a:gd name="connsiteY131" fmla="*/ 86784 h 236364"/>
                <a:gd name="connsiteX132" fmla="*/ 157100 w 158994"/>
                <a:gd name="connsiteY132" fmla="*/ 88836 h 236364"/>
                <a:gd name="connsiteX133" fmla="*/ 157302 w 158994"/>
                <a:gd name="connsiteY133" fmla="*/ 90411 h 236364"/>
                <a:gd name="connsiteX134" fmla="*/ 158790 w 158994"/>
                <a:gd name="connsiteY134" fmla="*/ 91155 h 236364"/>
                <a:gd name="connsiteX135" fmla="*/ 158983 w 158994"/>
                <a:gd name="connsiteY135" fmla="*/ 95942 h 236364"/>
                <a:gd name="connsiteX136" fmla="*/ 158991 w 158994"/>
                <a:gd name="connsiteY136" fmla="*/ 97456 h 236364"/>
                <a:gd name="connsiteX137" fmla="*/ 158988 w 158994"/>
                <a:gd name="connsiteY137" fmla="*/ 102434 h 236364"/>
                <a:gd name="connsiteX138" fmla="*/ 158992 w 158994"/>
                <a:gd name="connsiteY138" fmla="*/ 105879 h 236364"/>
                <a:gd name="connsiteX139" fmla="*/ 158984 w 158994"/>
                <a:gd name="connsiteY139" fmla="*/ 113108 h 236364"/>
                <a:gd name="connsiteX140" fmla="*/ 158989 w 158994"/>
                <a:gd name="connsiteY140" fmla="*/ 122395 h 236364"/>
                <a:gd name="connsiteX141" fmla="*/ 158989 w 158994"/>
                <a:gd name="connsiteY141" fmla="*/ 129511 h 236364"/>
                <a:gd name="connsiteX142" fmla="*/ 158993 w 158994"/>
                <a:gd name="connsiteY142" fmla="*/ 132936 h 236364"/>
                <a:gd name="connsiteX143" fmla="*/ 158983 w 158994"/>
                <a:gd name="connsiteY143" fmla="*/ 137715 h 236364"/>
                <a:gd name="connsiteX144" fmla="*/ 158979 w 158994"/>
                <a:gd name="connsiteY144" fmla="*/ 140467 h 236364"/>
                <a:gd name="connsiteX145" fmla="*/ 158790 w 158994"/>
                <a:gd name="connsiteY145" fmla="*/ 142501 h 236364"/>
                <a:gd name="connsiteX146" fmla="*/ 157302 w 158994"/>
                <a:gd name="connsiteY146" fmla="*/ 143245 h 236364"/>
                <a:gd name="connsiteX147" fmla="*/ 157072 w 158994"/>
                <a:gd name="connsiteY147" fmla="*/ 146847 h 236364"/>
                <a:gd name="connsiteX148" fmla="*/ 157016 w 158994"/>
                <a:gd name="connsiteY148" fmla="*/ 149057 h 236364"/>
                <a:gd name="connsiteX149" fmla="*/ 156946 w 158994"/>
                <a:gd name="connsiteY149" fmla="*/ 153703 h 236364"/>
                <a:gd name="connsiteX150" fmla="*/ 156886 w 158994"/>
                <a:gd name="connsiteY150" fmla="*/ 155916 h 236364"/>
                <a:gd name="connsiteX151" fmla="*/ 156856 w 158994"/>
                <a:gd name="connsiteY151" fmla="*/ 157956 h 236364"/>
                <a:gd name="connsiteX152" fmla="*/ 156558 w 158994"/>
                <a:gd name="connsiteY152" fmla="*/ 159616 h 236364"/>
                <a:gd name="connsiteX153" fmla="*/ 154325 w 158994"/>
                <a:gd name="connsiteY153" fmla="*/ 161105 h 236364"/>
                <a:gd name="connsiteX154" fmla="*/ 153883 w 158994"/>
                <a:gd name="connsiteY154" fmla="*/ 168642 h 236364"/>
                <a:gd name="connsiteX155" fmla="*/ 153581 w 158994"/>
                <a:gd name="connsiteY155" fmla="*/ 170779 h 236364"/>
                <a:gd name="connsiteX156" fmla="*/ 151349 w 158994"/>
                <a:gd name="connsiteY156" fmla="*/ 171523 h 236364"/>
                <a:gd name="connsiteX157" fmla="*/ 150977 w 158994"/>
                <a:gd name="connsiteY157" fmla="*/ 175522 h 236364"/>
                <a:gd name="connsiteX158" fmla="*/ 149462 w 158994"/>
                <a:gd name="connsiteY158" fmla="*/ 180941 h 236364"/>
                <a:gd name="connsiteX159" fmla="*/ 148372 w 158994"/>
                <a:gd name="connsiteY159" fmla="*/ 181941 h 236364"/>
                <a:gd name="connsiteX160" fmla="*/ 148419 w 158994"/>
                <a:gd name="connsiteY160" fmla="*/ 184266 h 236364"/>
                <a:gd name="connsiteX161" fmla="*/ 148372 w 158994"/>
                <a:gd name="connsiteY161" fmla="*/ 186405 h 236364"/>
                <a:gd name="connsiteX162" fmla="*/ 146884 w 158994"/>
                <a:gd name="connsiteY162" fmla="*/ 186702 h 236364"/>
                <a:gd name="connsiteX163" fmla="*/ 145396 w 158994"/>
                <a:gd name="connsiteY163" fmla="*/ 187150 h 236364"/>
                <a:gd name="connsiteX164" fmla="*/ 145349 w 158994"/>
                <a:gd name="connsiteY164" fmla="*/ 190498 h 236364"/>
                <a:gd name="connsiteX165" fmla="*/ 145396 w 158994"/>
                <a:gd name="connsiteY165" fmla="*/ 193847 h 236364"/>
                <a:gd name="connsiteX166" fmla="*/ 143163 w 158994"/>
                <a:gd name="connsiteY166" fmla="*/ 194591 h 236364"/>
                <a:gd name="connsiteX167" fmla="*/ 142791 w 158994"/>
                <a:gd name="connsiteY167" fmla="*/ 196498 h 236364"/>
                <a:gd name="connsiteX168" fmla="*/ 142419 w 158994"/>
                <a:gd name="connsiteY168" fmla="*/ 198312 h 236364"/>
                <a:gd name="connsiteX169" fmla="*/ 140187 w 158994"/>
                <a:gd name="connsiteY169" fmla="*/ 198312 h 236364"/>
                <a:gd name="connsiteX170" fmla="*/ 140326 w 158994"/>
                <a:gd name="connsiteY170" fmla="*/ 200079 h 236364"/>
                <a:gd name="connsiteX171" fmla="*/ 140187 w 158994"/>
                <a:gd name="connsiteY171" fmla="*/ 202032 h 236364"/>
                <a:gd name="connsiteX172" fmla="*/ 137954 w 158994"/>
                <a:gd name="connsiteY172" fmla="*/ 203521 h 236364"/>
                <a:gd name="connsiteX173" fmla="*/ 137210 w 158994"/>
                <a:gd name="connsiteY173" fmla="*/ 205428 h 236364"/>
                <a:gd name="connsiteX174" fmla="*/ 136466 w 158994"/>
                <a:gd name="connsiteY174" fmla="*/ 207241 h 236364"/>
                <a:gd name="connsiteX175" fmla="*/ 134233 w 158994"/>
                <a:gd name="connsiteY175" fmla="*/ 207986 h 236364"/>
                <a:gd name="connsiteX176" fmla="*/ 133861 w 158994"/>
                <a:gd name="connsiteY176" fmla="*/ 209474 h 236364"/>
                <a:gd name="connsiteX177" fmla="*/ 133489 w 158994"/>
                <a:gd name="connsiteY177" fmla="*/ 210962 h 236364"/>
                <a:gd name="connsiteX178" fmla="*/ 131257 w 158994"/>
                <a:gd name="connsiteY178" fmla="*/ 211706 h 236364"/>
                <a:gd name="connsiteX179" fmla="*/ 131257 w 158994"/>
                <a:gd name="connsiteY179" fmla="*/ 214683 h 236364"/>
                <a:gd name="connsiteX180" fmla="*/ 128280 w 158994"/>
                <a:gd name="connsiteY180" fmla="*/ 216171 h 236364"/>
                <a:gd name="connsiteX181" fmla="*/ 123816 w 158994"/>
                <a:gd name="connsiteY181" fmla="*/ 222124 h 236364"/>
                <a:gd name="connsiteX182" fmla="*/ 121955 w 158994"/>
                <a:gd name="connsiteY182" fmla="*/ 222031 h 236364"/>
                <a:gd name="connsiteX183" fmla="*/ 120095 w 158994"/>
                <a:gd name="connsiteY183" fmla="*/ 222124 h 236364"/>
                <a:gd name="connsiteX184" fmla="*/ 119723 w 158994"/>
                <a:gd name="connsiteY184" fmla="*/ 223985 h 236364"/>
                <a:gd name="connsiteX185" fmla="*/ 119351 w 158994"/>
                <a:gd name="connsiteY185" fmla="*/ 225845 h 236364"/>
                <a:gd name="connsiteX186" fmla="*/ 115630 w 158994"/>
                <a:gd name="connsiteY186" fmla="*/ 225845 h 236364"/>
                <a:gd name="connsiteX187" fmla="*/ 115005 w 158994"/>
                <a:gd name="connsiteY187" fmla="*/ 227319 h 236364"/>
                <a:gd name="connsiteX188" fmla="*/ 114142 w 158994"/>
                <a:gd name="connsiteY188" fmla="*/ 228821 h 236364"/>
                <a:gd name="connsiteX189" fmla="*/ 110328 w 158994"/>
                <a:gd name="connsiteY189" fmla="*/ 229008 h 236364"/>
                <a:gd name="connsiteX190" fmla="*/ 108276 w 158994"/>
                <a:gd name="connsiteY190" fmla="*/ 228926 h 236364"/>
                <a:gd name="connsiteX191" fmla="*/ 106700 w 158994"/>
                <a:gd name="connsiteY191" fmla="*/ 228821 h 236364"/>
                <a:gd name="connsiteX192" fmla="*/ 106700 w 158994"/>
                <a:gd name="connsiteY192" fmla="*/ 232542 h 236364"/>
                <a:gd name="connsiteX193" fmla="*/ 95538 w 158994"/>
                <a:gd name="connsiteY193" fmla="*/ 232542 h 236364"/>
                <a:gd name="connsiteX194" fmla="*/ 95538 w 158994"/>
                <a:gd name="connsiteY194" fmla="*/ 235519 h 236364"/>
                <a:gd name="connsiteX195" fmla="*/ 78671 w 158994"/>
                <a:gd name="connsiteY195" fmla="*/ 236359 h 236364"/>
                <a:gd name="connsiteX196" fmla="*/ 76171 w 158994"/>
                <a:gd name="connsiteY196" fmla="*/ 236363 h 236364"/>
                <a:gd name="connsiteX197" fmla="*/ 68075 w 158994"/>
                <a:gd name="connsiteY197" fmla="*/ 236362 h 236364"/>
                <a:gd name="connsiteX198" fmla="*/ 62420 w 158994"/>
                <a:gd name="connsiteY198" fmla="*/ 236364 h 236364"/>
                <a:gd name="connsiteX199" fmla="*/ 50614 w 158994"/>
                <a:gd name="connsiteY199" fmla="*/ 236360 h 236364"/>
                <a:gd name="connsiteX200" fmla="*/ 36970 w 158994"/>
                <a:gd name="connsiteY200" fmla="*/ 236361 h 236364"/>
                <a:gd name="connsiteX201" fmla="*/ 23807 w 158994"/>
                <a:gd name="connsiteY201" fmla="*/ 236362 h 236364"/>
                <a:gd name="connsiteX202" fmla="*/ 18217 w 158994"/>
                <a:gd name="connsiteY202" fmla="*/ 236364 h 236364"/>
                <a:gd name="connsiteX203" fmla="*/ 10431 w 158994"/>
                <a:gd name="connsiteY203" fmla="*/ 236359 h 236364"/>
                <a:gd name="connsiteX204" fmla="*/ 8091 w 158994"/>
                <a:gd name="connsiteY204" fmla="*/ 236364 h 236364"/>
                <a:gd name="connsiteX205" fmla="*/ 5955 w 158994"/>
                <a:gd name="connsiteY205" fmla="*/ 236357 h 236364"/>
                <a:gd name="connsiteX206" fmla="*/ 4097 w 158994"/>
                <a:gd name="connsiteY206" fmla="*/ 236357 h 236364"/>
                <a:gd name="connsiteX207" fmla="*/ 288 w 158994"/>
                <a:gd name="connsiteY207" fmla="*/ 235519 h 236364"/>
                <a:gd name="connsiteX208" fmla="*/ 13 w 158994"/>
                <a:gd name="connsiteY208" fmla="*/ 231755 h 236364"/>
                <a:gd name="connsiteX209" fmla="*/ 0 w 158994"/>
                <a:gd name="connsiteY209" fmla="*/ 229268 h 236364"/>
                <a:gd name="connsiteX210" fmla="*/ 20 w 158994"/>
                <a:gd name="connsiteY210" fmla="*/ 226502 h 236364"/>
                <a:gd name="connsiteX211" fmla="*/ 14 w 158994"/>
                <a:gd name="connsiteY211" fmla="*/ 223590 h 236364"/>
                <a:gd name="connsiteX212" fmla="*/ 29 w 158994"/>
                <a:gd name="connsiteY212" fmla="*/ 215552 h 236364"/>
                <a:gd name="connsiteX213" fmla="*/ 34 w 158994"/>
                <a:gd name="connsiteY213" fmla="*/ 206898 h 236364"/>
                <a:gd name="connsiteX214" fmla="*/ 52 w 158994"/>
                <a:gd name="connsiteY214" fmla="*/ 191892 h 236364"/>
                <a:gd name="connsiteX215" fmla="*/ 79 w 158994"/>
                <a:gd name="connsiteY215" fmla="*/ 170195 h 236364"/>
                <a:gd name="connsiteX216" fmla="*/ 120 w 158994"/>
                <a:gd name="connsiteY216" fmla="*/ 134996 h 236364"/>
                <a:gd name="connsiteX217" fmla="*/ 166 w 158994"/>
                <a:gd name="connsiteY217" fmla="*/ 100796 h 236364"/>
                <a:gd name="connsiteX218" fmla="*/ 167 w 158994"/>
                <a:gd name="connsiteY218" fmla="*/ 98668 h 236364"/>
                <a:gd name="connsiteX219" fmla="*/ 176 w 158994"/>
                <a:gd name="connsiteY219" fmla="*/ 88100 h 236364"/>
                <a:gd name="connsiteX220" fmla="*/ 288 w 158994"/>
                <a:gd name="connsiteY220" fmla="*/ 370 h 236364"/>
                <a:gd name="connsiteX221" fmla="*/ 38671 w 158994"/>
                <a:gd name="connsiteY221" fmla="*/ 216 h 236364"/>
                <a:gd name="connsiteX222" fmla="*/ 56492 w 158994"/>
                <a:gd name="connsiteY222" fmla="*/ 146 h 236364"/>
                <a:gd name="connsiteX223" fmla="*/ 72019 w 158994"/>
                <a:gd name="connsiteY223" fmla="*/ 90 h 236364"/>
                <a:gd name="connsiteX224" fmla="*/ 80245 w 158994"/>
                <a:gd name="connsiteY224" fmla="*/ 56 h 236364"/>
                <a:gd name="connsiteX225" fmla="*/ 89413 w 158994"/>
                <a:gd name="connsiteY225" fmla="*/ 32 h 236364"/>
                <a:gd name="connsiteX226" fmla="*/ 92189 w 158994"/>
                <a:gd name="connsiteY226"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58994" h="236364">
                  <a:moveTo>
                    <a:pt x="30094" y="30922"/>
                  </a:moveTo>
                  <a:cubicBezTo>
                    <a:pt x="30094" y="90126"/>
                    <a:pt x="30094" y="147588"/>
                    <a:pt x="30094" y="205051"/>
                  </a:cubicBezTo>
                  <a:cubicBezTo>
                    <a:pt x="47299" y="205051"/>
                    <a:pt x="63997" y="205051"/>
                    <a:pt x="80696" y="205051"/>
                  </a:cubicBezTo>
                  <a:cubicBezTo>
                    <a:pt x="80696" y="204039"/>
                    <a:pt x="80696" y="203057"/>
                    <a:pt x="80696" y="202074"/>
                  </a:cubicBezTo>
                  <a:cubicBezTo>
                    <a:pt x="82170" y="202131"/>
                    <a:pt x="83645" y="202185"/>
                    <a:pt x="85120" y="202220"/>
                  </a:cubicBezTo>
                  <a:cubicBezTo>
                    <a:pt x="85734" y="202234"/>
                    <a:pt x="86331" y="202247"/>
                    <a:pt x="86928" y="202260"/>
                  </a:cubicBezTo>
                  <a:cubicBezTo>
                    <a:pt x="89153" y="202354"/>
                    <a:pt x="91109" y="202298"/>
                    <a:pt x="93346" y="202074"/>
                  </a:cubicBezTo>
                  <a:cubicBezTo>
                    <a:pt x="93662" y="201581"/>
                    <a:pt x="93969" y="201102"/>
                    <a:pt x="94276" y="200624"/>
                  </a:cubicBezTo>
                  <a:cubicBezTo>
                    <a:pt x="94558" y="199853"/>
                    <a:pt x="94558" y="199853"/>
                    <a:pt x="94834" y="199098"/>
                  </a:cubicBezTo>
                  <a:cubicBezTo>
                    <a:pt x="95382" y="198915"/>
                    <a:pt x="95913" y="198737"/>
                    <a:pt x="96445" y="198560"/>
                  </a:cubicBezTo>
                  <a:cubicBezTo>
                    <a:pt x="98188" y="198319"/>
                    <a:pt x="99849" y="198132"/>
                    <a:pt x="101532" y="197609"/>
                  </a:cubicBezTo>
                  <a:cubicBezTo>
                    <a:pt x="101532" y="196850"/>
                    <a:pt x="101532" y="196114"/>
                    <a:pt x="101532" y="195377"/>
                  </a:cubicBezTo>
                  <a:cubicBezTo>
                    <a:pt x="102776" y="195154"/>
                    <a:pt x="104017" y="194904"/>
                    <a:pt x="105252" y="194633"/>
                  </a:cubicBezTo>
                  <a:cubicBezTo>
                    <a:pt x="105493" y="193639"/>
                    <a:pt x="105741" y="192647"/>
                    <a:pt x="105996" y="191656"/>
                  </a:cubicBezTo>
                  <a:cubicBezTo>
                    <a:pt x="107237" y="191656"/>
                    <a:pt x="108477" y="191656"/>
                    <a:pt x="109717" y="191656"/>
                  </a:cubicBezTo>
                  <a:cubicBezTo>
                    <a:pt x="109875" y="191166"/>
                    <a:pt x="110029" y="190690"/>
                    <a:pt x="110182" y="190215"/>
                  </a:cubicBezTo>
                  <a:cubicBezTo>
                    <a:pt x="110277" y="189693"/>
                    <a:pt x="110369" y="189186"/>
                    <a:pt x="110461" y="188680"/>
                  </a:cubicBezTo>
                  <a:cubicBezTo>
                    <a:pt x="111220" y="188427"/>
                    <a:pt x="111957" y="188181"/>
                    <a:pt x="112694" y="187936"/>
                  </a:cubicBezTo>
                  <a:cubicBezTo>
                    <a:pt x="112741" y="187287"/>
                    <a:pt x="112787" y="186658"/>
                    <a:pt x="112833" y="186029"/>
                  </a:cubicBezTo>
                  <a:cubicBezTo>
                    <a:pt x="112786" y="185412"/>
                    <a:pt x="112740" y="184814"/>
                    <a:pt x="112694" y="184215"/>
                  </a:cubicBezTo>
                  <a:cubicBezTo>
                    <a:pt x="113453" y="184215"/>
                    <a:pt x="114189" y="184215"/>
                    <a:pt x="114926" y="184215"/>
                  </a:cubicBezTo>
                  <a:cubicBezTo>
                    <a:pt x="115061" y="181657"/>
                    <a:pt x="115061" y="181657"/>
                    <a:pt x="115670" y="179006"/>
                  </a:cubicBezTo>
                  <a:cubicBezTo>
                    <a:pt x="116192" y="178737"/>
                    <a:pt x="116698" y="178476"/>
                    <a:pt x="117205" y="178215"/>
                  </a:cubicBezTo>
                  <a:cubicBezTo>
                    <a:pt x="117695" y="177978"/>
                    <a:pt x="118171" y="177748"/>
                    <a:pt x="118647" y="177518"/>
                  </a:cubicBezTo>
                  <a:cubicBezTo>
                    <a:pt x="118663" y="176759"/>
                    <a:pt x="118678" y="176022"/>
                    <a:pt x="118693" y="175285"/>
                  </a:cubicBezTo>
                  <a:cubicBezTo>
                    <a:pt x="118677" y="174526"/>
                    <a:pt x="118662" y="173790"/>
                    <a:pt x="118647" y="173053"/>
                  </a:cubicBezTo>
                  <a:cubicBezTo>
                    <a:pt x="119406" y="172547"/>
                    <a:pt x="120142" y="172056"/>
                    <a:pt x="120879" y="171565"/>
                  </a:cubicBezTo>
                  <a:cubicBezTo>
                    <a:pt x="121097" y="170117"/>
                    <a:pt x="121097" y="170117"/>
                    <a:pt x="121019" y="168495"/>
                  </a:cubicBezTo>
                  <a:cubicBezTo>
                    <a:pt x="120971" y="167515"/>
                    <a:pt x="120925" y="166563"/>
                    <a:pt x="120879" y="165611"/>
                  </a:cubicBezTo>
                  <a:cubicBezTo>
                    <a:pt x="121638" y="165611"/>
                    <a:pt x="122375" y="165611"/>
                    <a:pt x="123112" y="165611"/>
                  </a:cubicBezTo>
                  <a:cubicBezTo>
                    <a:pt x="123856" y="164123"/>
                    <a:pt x="123856" y="164123"/>
                    <a:pt x="123928" y="161862"/>
                  </a:cubicBezTo>
                  <a:cubicBezTo>
                    <a:pt x="123919" y="160954"/>
                    <a:pt x="123911" y="160074"/>
                    <a:pt x="123902" y="159193"/>
                  </a:cubicBezTo>
                  <a:cubicBezTo>
                    <a:pt x="123895" y="158282"/>
                    <a:pt x="123889" y="157398"/>
                    <a:pt x="123882" y="156513"/>
                  </a:cubicBezTo>
                  <a:cubicBezTo>
                    <a:pt x="123873" y="155811"/>
                    <a:pt x="123864" y="155130"/>
                    <a:pt x="123856" y="154449"/>
                  </a:cubicBezTo>
                  <a:cubicBezTo>
                    <a:pt x="124615" y="154449"/>
                    <a:pt x="125351" y="154449"/>
                    <a:pt x="126088" y="154449"/>
                  </a:cubicBezTo>
                  <a:cubicBezTo>
                    <a:pt x="126131" y="152357"/>
                    <a:pt x="126182" y="150265"/>
                    <a:pt x="126244" y="148174"/>
                  </a:cubicBezTo>
                  <a:cubicBezTo>
                    <a:pt x="126270" y="147303"/>
                    <a:pt x="126295" y="146458"/>
                    <a:pt x="126321" y="145613"/>
                  </a:cubicBezTo>
                  <a:cubicBezTo>
                    <a:pt x="126346" y="144328"/>
                    <a:pt x="126346" y="144328"/>
                    <a:pt x="126372" y="143069"/>
                  </a:cubicBezTo>
                  <a:cubicBezTo>
                    <a:pt x="126399" y="142244"/>
                    <a:pt x="126425" y="141443"/>
                    <a:pt x="126451" y="140642"/>
                  </a:cubicBezTo>
                  <a:cubicBezTo>
                    <a:pt x="126453" y="138461"/>
                    <a:pt x="126453" y="138461"/>
                    <a:pt x="126832" y="136590"/>
                  </a:cubicBezTo>
                  <a:cubicBezTo>
                    <a:pt x="127591" y="136084"/>
                    <a:pt x="128328" y="135593"/>
                    <a:pt x="129065" y="135102"/>
                  </a:cubicBezTo>
                  <a:cubicBezTo>
                    <a:pt x="129158" y="134596"/>
                    <a:pt x="129248" y="134106"/>
                    <a:pt x="129338" y="133615"/>
                  </a:cubicBezTo>
                  <a:cubicBezTo>
                    <a:pt x="129334" y="132683"/>
                    <a:pt x="129334" y="132683"/>
                    <a:pt x="129330" y="131769"/>
                  </a:cubicBezTo>
                  <a:cubicBezTo>
                    <a:pt x="129332" y="131058"/>
                    <a:pt x="129334" y="130367"/>
                    <a:pt x="129337" y="129677"/>
                  </a:cubicBezTo>
                  <a:cubicBezTo>
                    <a:pt x="129327" y="128906"/>
                    <a:pt x="129318" y="128158"/>
                    <a:pt x="129309" y="127410"/>
                  </a:cubicBezTo>
                  <a:cubicBezTo>
                    <a:pt x="129306" y="125835"/>
                    <a:pt x="129302" y="124259"/>
                    <a:pt x="129297" y="122684"/>
                  </a:cubicBezTo>
                  <a:cubicBezTo>
                    <a:pt x="129274" y="120193"/>
                    <a:pt x="129251" y="117703"/>
                    <a:pt x="129243" y="115213"/>
                  </a:cubicBezTo>
                  <a:cubicBezTo>
                    <a:pt x="129241" y="113590"/>
                    <a:pt x="129236" y="111968"/>
                    <a:pt x="129229" y="110345"/>
                  </a:cubicBezTo>
                  <a:cubicBezTo>
                    <a:pt x="129224" y="109553"/>
                    <a:pt x="129220" y="108785"/>
                    <a:pt x="129216" y="108016"/>
                  </a:cubicBezTo>
                  <a:cubicBezTo>
                    <a:pt x="129211" y="106876"/>
                    <a:pt x="129211" y="106876"/>
                    <a:pt x="129206" y="105759"/>
                  </a:cubicBezTo>
                  <a:cubicBezTo>
                    <a:pt x="129199" y="105042"/>
                    <a:pt x="129192" y="104347"/>
                    <a:pt x="129185" y="103652"/>
                  </a:cubicBezTo>
                  <a:cubicBezTo>
                    <a:pt x="129166" y="101370"/>
                    <a:pt x="129075" y="99319"/>
                    <a:pt x="128321" y="97151"/>
                  </a:cubicBezTo>
                  <a:cubicBezTo>
                    <a:pt x="127815" y="96898"/>
                    <a:pt x="127323" y="96652"/>
                    <a:pt x="126832" y="96406"/>
                  </a:cubicBezTo>
                  <a:cubicBezTo>
                    <a:pt x="126764" y="95824"/>
                    <a:pt x="126697" y="95259"/>
                    <a:pt x="126630" y="94694"/>
                  </a:cubicBezTo>
                  <a:cubicBezTo>
                    <a:pt x="126616" y="93562"/>
                    <a:pt x="126616" y="93562"/>
                    <a:pt x="126603" y="92453"/>
                  </a:cubicBezTo>
                  <a:cubicBezTo>
                    <a:pt x="126564" y="90794"/>
                    <a:pt x="126532" y="89136"/>
                    <a:pt x="126507" y="87477"/>
                  </a:cubicBezTo>
                  <a:cubicBezTo>
                    <a:pt x="126496" y="86609"/>
                    <a:pt x="126486" y="85767"/>
                    <a:pt x="126476" y="84925"/>
                  </a:cubicBezTo>
                  <a:cubicBezTo>
                    <a:pt x="126456" y="84100"/>
                    <a:pt x="126436" y="83300"/>
                    <a:pt x="126417" y="82500"/>
                  </a:cubicBezTo>
                  <a:cubicBezTo>
                    <a:pt x="126386" y="80259"/>
                    <a:pt x="126386" y="80259"/>
                    <a:pt x="126088" y="78547"/>
                  </a:cubicBezTo>
                  <a:cubicBezTo>
                    <a:pt x="124961" y="78171"/>
                    <a:pt x="124961" y="78171"/>
                    <a:pt x="123856" y="77803"/>
                  </a:cubicBezTo>
                  <a:cubicBezTo>
                    <a:pt x="123824" y="76822"/>
                    <a:pt x="123793" y="75871"/>
                    <a:pt x="123763" y="74919"/>
                  </a:cubicBezTo>
                  <a:cubicBezTo>
                    <a:pt x="123882" y="72771"/>
                    <a:pt x="123814" y="71725"/>
                    <a:pt x="123112" y="69617"/>
                  </a:cubicBezTo>
                  <a:cubicBezTo>
                    <a:pt x="121984" y="69242"/>
                    <a:pt x="121984" y="69242"/>
                    <a:pt x="120879" y="68873"/>
                  </a:cubicBezTo>
                  <a:cubicBezTo>
                    <a:pt x="120879" y="66422"/>
                    <a:pt x="121491" y="64356"/>
                    <a:pt x="119809" y="62455"/>
                  </a:cubicBezTo>
                  <a:cubicBezTo>
                    <a:pt x="119414" y="62107"/>
                    <a:pt x="119030" y="61769"/>
                    <a:pt x="118647" y="61432"/>
                  </a:cubicBezTo>
                  <a:cubicBezTo>
                    <a:pt x="118410" y="60189"/>
                    <a:pt x="118163" y="58949"/>
                    <a:pt x="117903" y="57711"/>
                  </a:cubicBezTo>
                  <a:cubicBezTo>
                    <a:pt x="116775" y="57335"/>
                    <a:pt x="116775" y="57335"/>
                    <a:pt x="115670" y="56967"/>
                  </a:cubicBezTo>
                  <a:cubicBezTo>
                    <a:pt x="115670" y="56208"/>
                    <a:pt x="115670" y="55471"/>
                    <a:pt x="115670" y="54734"/>
                  </a:cubicBezTo>
                  <a:cubicBezTo>
                    <a:pt x="114361" y="52070"/>
                    <a:pt x="113666" y="50039"/>
                    <a:pt x="111019" y="48642"/>
                  </a:cubicBezTo>
                  <a:cubicBezTo>
                    <a:pt x="110577" y="48436"/>
                    <a:pt x="110147" y="48237"/>
                    <a:pt x="109717" y="48037"/>
                  </a:cubicBezTo>
                  <a:cubicBezTo>
                    <a:pt x="109717" y="47025"/>
                    <a:pt x="109717" y="46043"/>
                    <a:pt x="109717" y="45061"/>
                  </a:cubicBezTo>
                  <a:cubicBezTo>
                    <a:pt x="109085" y="44918"/>
                    <a:pt x="108471" y="44780"/>
                    <a:pt x="107857" y="44642"/>
                  </a:cubicBezTo>
                  <a:cubicBezTo>
                    <a:pt x="107224" y="44531"/>
                    <a:pt x="106610" y="44424"/>
                    <a:pt x="105996" y="44317"/>
                  </a:cubicBezTo>
                  <a:cubicBezTo>
                    <a:pt x="105996" y="43558"/>
                    <a:pt x="105996" y="42821"/>
                    <a:pt x="105996" y="42084"/>
                  </a:cubicBezTo>
                  <a:cubicBezTo>
                    <a:pt x="104750" y="41605"/>
                    <a:pt x="103510" y="41107"/>
                    <a:pt x="102276" y="40596"/>
                  </a:cubicBezTo>
                  <a:cubicBezTo>
                    <a:pt x="101997" y="39061"/>
                    <a:pt x="101997" y="39061"/>
                    <a:pt x="101532" y="37619"/>
                  </a:cubicBezTo>
                  <a:cubicBezTo>
                    <a:pt x="100646" y="37477"/>
                    <a:pt x="99786" y="37339"/>
                    <a:pt x="98927" y="37201"/>
                  </a:cubicBezTo>
                  <a:cubicBezTo>
                    <a:pt x="98041" y="37090"/>
                    <a:pt x="97182" y="36983"/>
                    <a:pt x="96323" y="36875"/>
                  </a:cubicBezTo>
                  <a:cubicBezTo>
                    <a:pt x="95947" y="35748"/>
                    <a:pt x="95947" y="35748"/>
                    <a:pt x="95578" y="34643"/>
                  </a:cubicBezTo>
                  <a:cubicBezTo>
                    <a:pt x="95112" y="34577"/>
                    <a:pt x="94660" y="34512"/>
                    <a:pt x="94208" y="34448"/>
                  </a:cubicBezTo>
                  <a:cubicBezTo>
                    <a:pt x="93315" y="34502"/>
                    <a:pt x="93315" y="34502"/>
                    <a:pt x="92439" y="34555"/>
                  </a:cubicBezTo>
                  <a:cubicBezTo>
                    <a:pt x="91129" y="34605"/>
                    <a:pt x="89819" y="34666"/>
                    <a:pt x="88509" y="34736"/>
                  </a:cubicBezTo>
                  <a:cubicBezTo>
                    <a:pt x="87824" y="34778"/>
                    <a:pt x="87159" y="34819"/>
                    <a:pt x="86495" y="34861"/>
                  </a:cubicBezTo>
                  <a:cubicBezTo>
                    <a:pt x="85527" y="34894"/>
                    <a:pt x="85527" y="34894"/>
                    <a:pt x="84579" y="34928"/>
                  </a:cubicBezTo>
                  <a:cubicBezTo>
                    <a:pt x="82857" y="35124"/>
                    <a:pt x="82857" y="35124"/>
                    <a:pt x="81440" y="34643"/>
                  </a:cubicBezTo>
                  <a:cubicBezTo>
                    <a:pt x="81064" y="32764"/>
                    <a:pt x="81064" y="32764"/>
                    <a:pt x="80696" y="30922"/>
                  </a:cubicBezTo>
                  <a:cubicBezTo>
                    <a:pt x="63491" y="30922"/>
                    <a:pt x="46793" y="30922"/>
                    <a:pt x="30094" y="30922"/>
                  </a:cubicBezTo>
                  <a:close/>
                  <a:moveTo>
                    <a:pt x="92189" y="0"/>
                  </a:moveTo>
                  <a:cubicBezTo>
                    <a:pt x="93430" y="6"/>
                    <a:pt x="93430" y="6"/>
                    <a:pt x="94696" y="12"/>
                  </a:cubicBezTo>
                  <a:cubicBezTo>
                    <a:pt x="95420" y="10"/>
                    <a:pt x="96144" y="7"/>
                    <a:pt x="96889" y="4"/>
                  </a:cubicBezTo>
                  <a:cubicBezTo>
                    <a:pt x="97426" y="125"/>
                    <a:pt x="97962" y="246"/>
                    <a:pt x="98515" y="370"/>
                  </a:cubicBezTo>
                  <a:cubicBezTo>
                    <a:pt x="98990" y="1869"/>
                    <a:pt x="98990" y="1869"/>
                    <a:pt x="99259" y="3347"/>
                  </a:cubicBezTo>
                  <a:cubicBezTo>
                    <a:pt x="101506" y="3596"/>
                    <a:pt x="101506" y="3596"/>
                    <a:pt x="104096" y="3347"/>
                  </a:cubicBezTo>
                  <a:cubicBezTo>
                    <a:pt x="106770" y="3161"/>
                    <a:pt x="106770" y="3161"/>
                    <a:pt x="108933" y="3347"/>
                  </a:cubicBezTo>
                  <a:cubicBezTo>
                    <a:pt x="109441" y="4800"/>
                    <a:pt x="109441" y="4800"/>
                    <a:pt x="109677" y="6323"/>
                  </a:cubicBezTo>
                  <a:cubicBezTo>
                    <a:pt x="112296" y="6937"/>
                    <a:pt x="112296" y="6937"/>
                    <a:pt x="114886" y="7068"/>
                  </a:cubicBezTo>
                  <a:cubicBezTo>
                    <a:pt x="114886" y="8050"/>
                    <a:pt x="114886" y="9032"/>
                    <a:pt x="114886" y="10044"/>
                  </a:cubicBezTo>
                  <a:cubicBezTo>
                    <a:pt x="116605" y="10290"/>
                    <a:pt x="118324" y="10535"/>
                    <a:pt x="120095" y="10788"/>
                  </a:cubicBezTo>
                  <a:cubicBezTo>
                    <a:pt x="120095" y="11771"/>
                    <a:pt x="120095" y="12753"/>
                    <a:pt x="120095" y="13765"/>
                  </a:cubicBezTo>
                  <a:cubicBezTo>
                    <a:pt x="121361" y="13673"/>
                    <a:pt x="121361" y="13673"/>
                    <a:pt x="122653" y="13579"/>
                  </a:cubicBezTo>
                  <a:cubicBezTo>
                    <a:pt x="123528" y="13640"/>
                    <a:pt x="124402" y="13702"/>
                    <a:pt x="125304" y="13765"/>
                  </a:cubicBezTo>
                  <a:cubicBezTo>
                    <a:pt x="125862" y="15160"/>
                    <a:pt x="125862" y="15160"/>
                    <a:pt x="126048" y="16741"/>
                  </a:cubicBezTo>
                  <a:cubicBezTo>
                    <a:pt x="126785" y="17233"/>
                    <a:pt x="127521" y="17724"/>
                    <a:pt x="128280" y="18230"/>
                  </a:cubicBezTo>
                  <a:cubicBezTo>
                    <a:pt x="128526" y="18966"/>
                    <a:pt x="128771" y="19703"/>
                    <a:pt x="129024" y="20462"/>
                  </a:cubicBezTo>
                  <a:cubicBezTo>
                    <a:pt x="129761" y="20708"/>
                    <a:pt x="130498" y="20953"/>
                    <a:pt x="131257" y="21206"/>
                  </a:cubicBezTo>
                  <a:cubicBezTo>
                    <a:pt x="131512" y="22197"/>
                    <a:pt x="131760" y="23189"/>
                    <a:pt x="132001" y="24183"/>
                  </a:cubicBezTo>
                  <a:cubicBezTo>
                    <a:pt x="132738" y="24674"/>
                    <a:pt x="133474" y="25165"/>
                    <a:pt x="134233" y="25671"/>
                  </a:cubicBezTo>
                  <a:cubicBezTo>
                    <a:pt x="134233" y="26408"/>
                    <a:pt x="134233" y="27145"/>
                    <a:pt x="134233" y="27904"/>
                  </a:cubicBezTo>
                  <a:cubicBezTo>
                    <a:pt x="134970" y="28149"/>
                    <a:pt x="135707" y="28395"/>
                    <a:pt x="136466" y="28648"/>
                  </a:cubicBezTo>
                  <a:cubicBezTo>
                    <a:pt x="136589" y="29154"/>
                    <a:pt x="136711" y="29661"/>
                    <a:pt x="136838" y="30182"/>
                  </a:cubicBezTo>
                  <a:cubicBezTo>
                    <a:pt x="136961" y="30658"/>
                    <a:pt x="137084" y="31134"/>
                    <a:pt x="137210" y="31624"/>
                  </a:cubicBezTo>
                  <a:cubicBezTo>
                    <a:pt x="137947" y="31624"/>
                    <a:pt x="138683" y="31624"/>
                    <a:pt x="139442" y="31624"/>
                  </a:cubicBezTo>
                  <a:cubicBezTo>
                    <a:pt x="139976" y="33099"/>
                    <a:pt x="140472" y="34589"/>
                    <a:pt x="140931" y="36089"/>
                  </a:cubicBezTo>
                  <a:cubicBezTo>
                    <a:pt x="141422" y="36335"/>
                    <a:pt x="141913" y="36580"/>
                    <a:pt x="142419" y="36833"/>
                  </a:cubicBezTo>
                  <a:cubicBezTo>
                    <a:pt x="142526" y="37447"/>
                    <a:pt x="142634" y="38061"/>
                    <a:pt x="142745" y="38694"/>
                  </a:cubicBezTo>
                  <a:cubicBezTo>
                    <a:pt x="142883" y="39307"/>
                    <a:pt x="143021" y="39921"/>
                    <a:pt x="143163" y="40554"/>
                  </a:cubicBezTo>
                  <a:cubicBezTo>
                    <a:pt x="143900" y="40800"/>
                    <a:pt x="144637" y="41045"/>
                    <a:pt x="145396" y="41298"/>
                  </a:cubicBezTo>
                  <a:cubicBezTo>
                    <a:pt x="145743" y="43038"/>
                    <a:pt x="145770" y="44713"/>
                    <a:pt x="145837" y="46484"/>
                  </a:cubicBezTo>
                  <a:cubicBezTo>
                    <a:pt x="145987" y="47232"/>
                    <a:pt x="145987" y="47232"/>
                    <a:pt x="146140" y="47995"/>
                  </a:cubicBezTo>
                  <a:cubicBezTo>
                    <a:pt x="146876" y="48241"/>
                    <a:pt x="147613" y="48486"/>
                    <a:pt x="148372" y="48739"/>
                  </a:cubicBezTo>
                  <a:cubicBezTo>
                    <a:pt x="148650" y="50471"/>
                    <a:pt x="148899" y="52208"/>
                    <a:pt x="149116" y="53948"/>
                  </a:cubicBezTo>
                  <a:cubicBezTo>
                    <a:pt x="149607" y="54194"/>
                    <a:pt x="150099" y="54440"/>
                    <a:pt x="150605" y="54693"/>
                  </a:cubicBezTo>
                  <a:cubicBezTo>
                    <a:pt x="150868" y="56616"/>
                    <a:pt x="150935" y="58520"/>
                    <a:pt x="151020" y="60460"/>
                  </a:cubicBezTo>
                  <a:cubicBezTo>
                    <a:pt x="151183" y="61288"/>
                    <a:pt x="151183" y="61288"/>
                    <a:pt x="151349" y="62134"/>
                  </a:cubicBezTo>
                  <a:cubicBezTo>
                    <a:pt x="152085" y="62380"/>
                    <a:pt x="152822" y="62625"/>
                    <a:pt x="153581" y="62878"/>
                  </a:cubicBezTo>
                  <a:cubicBezTo>
                    <a:pt x="153933" y="65582"/>
                    <a:pt x="153957" y="68246"/>
                    <a:pt x="154023" y="70971"/>
                  </a:cubicBezTo>
                  <a:cubicBezTo>
                    <a:pt x="154173" y="72122"/>
                    <a:pt x="154173" y="72122"/>
                    <a:pt x="154325" y="73296"/>
                  </a:cubicBezTo>
                  <a:cubicBezTo>
                    <a:pt x="155062" y="73542"/>
                    <a:pt x="155799" y="73787"/>
                    <a:pt x="156558" y="74040"/>
                  </a:cubicBezTo>
                  <a:cubicBezTo>
                    <a:pt x="156856" y="75616"/>
                    <a:pt x="156856" y="75616"/>
                    <a:pt x="156886" y="77668"/>
                  </a:cubicBezTo>
                  <a:cubicBezTo>
                    <a:pt x="156916" y="78767"/>
                    <a:pt x="156916" y="78767"/>
                    <a:pt x="156946" y="79889"/>
                  </a:cubicBezTo>
                  <a:cubicBezTo>
                    <a:pt x="156956" y="80660"/>
                    <a:pt x="156966" y="81431"/>
                    <a:pt x="156976" y="82226"/>
                  </a:cubicBezTo>
                  <a:cubicBezTo>
                    <a:pt x="157002" y="83745"/>
                    <a:pt x="157033" y="85265"/>
                    <a:pt x="157072" y="86784"/>
                  </a:cubicBezTo>
                  <a:cubicBezTo>
                    <a:pt x="157086" y="87800"/>
                    <a:pt x="157086" y="87800"/>
                    <a:pt x="157100" y="88836"/>
                  </a:cubicBezTo>
                  <a:cubicBezTo>
                    <a:pt x="157167" y="89356"/>
                    <a:pt x="157233" y="89876"/>
                    <a:pt x="157302" y="90411"/>
                  </a:cubicBezTo>
                  <a:cubicBezTo>
                    <a:pt x="157793" y="90657"/>
                    <a:pt x="158284" y="90902"/>
                    <a:pt x="158790" y="91155"/>
                  </a:cubicBezTo>
                  <a:cubicBezTo>
                    <a:pt x="158979" y="93189"/>
                    <a:pt x="158979" y="93189"/>
                    <a:pt x="158983" y="95942"/>
                  </a:cubicBezTo>
                  <a:cubicBezTo>
                    <a:pt x="158987" y="96691"/>
                    <a:pt x="158987" y="96691"/>
                    <a:pt x="158991" y="97456"/>
                  </a:cubicBezTo>
                  <a:cubicBezTo>
                    <a:pt x="158997" y="99115"/>
                    <a:pt x="158993" y="100774"/>
                    <a:pt x="158988" y="102434"/>
                  </a:cubicBezTo>
                  <a:cubicBezTo>
                    <a:pt x="158989" y="103582"/>
                    <a:pt x="158990" y="104731"/>
                    <a:pt x="158992" y="105879"/>
                  </a:cubicBezTo>
                  <a:cubicBezTo>
                    <a:pt x="158994" y="108289"/>
                    <a:pt x="158991" y="110698"/>
                    <a:pt x="158984" y="113108"/>
                  </a:cubicBezTo>
                  <a:cubicBezTo>
                    <a:pt x="158976" y="116204"/>
                    <a:pt x="158981" y="119299"/>
                    <a:pt x="158989" y="122395"/>
                  </a:cubicBezTo>
                  <a:cubicBezTo>
                    <a:pt x="158995" y="124767"/>
                    <a:pt x="158993" y="127139"/>
                    <a:pt x="158989" y="129511"/>
                  </a:cubicBezTo>
                  <a:cubicBezTo>
                    <a:pt x="158988" y="130653"/>
                    <a:pt x="158990" y="131795"/>
                    <a:pt x="158993" y="132936"/>
                  </a:cubicBezTo>
                  <a:cubicBezTo>
                    <a:pt x="158997" y="134529"/>
                    <a:pt x="158991" y="136122"/>
                    <a:pt x="158983" y="137715"/>
                  </a:cubicBezTo>
                  <a:cubicBezTo>
                    <a:pt x="158982" y="138623"/>
                    <a:pt x="158980" y="139532"/>
                    <a:pt x="158979" y="140467"/>
                  </a:cubicBezTo>
                  <a:cubicBezTo>
                    <a:pt x="158917" y="141139"/>
                    <a:pt x="158854" y="141810"/>
                    <a:pt x="158790" y="142501"/>
                  </a:cubicBezTo>
                  <a:cubicBezTo>
                    <a:pt x="158299" y="142747"/>
                    <a:pt x="157808" y="142992"/>
                    <a:pt x="157302" y="143245"/>
                  </a:cubicBezTo>
                  <a:cubicBezTo>
                    <a:pt x="157060" y="144883"/>
                    <a:pt x="157060" y="144883"/>
                    <a:pt x="157072" y="146847"/>
                  </a:cubicBezTo>
                  <a:cubicBezTo>
                    <a:pt x="157054" y="147576"/>
                    <a:pt x="157035" y="148306"/>
                    <a:pt x="157016" y="149057"/>
                  </a:cubicBezTo>
                  <a:cubicBezTo>
                    <a:pt x="156989" y="150606"/>
                    <a:pt x="156966" y="152154"/>
                    <a:pt x="156946" y="153703"/>
                  </a:cubicBezTo>
                  <a:cubicBezTo>
                    <a:pt x="156926" y="154433"/>
                    <a:pt x="156906" y="155163"/>
                    <a:pt x="156886" y="155916"/>
                  </a:cubicBezTo>
                  <a:cubicBezTo>
                    <a:pt x="156876" y="156589"/>
                    <a:pt x="156866" y="157263"/>
                    <a:pt x="156856" y="157956"/>
                  </a:cubicBezTo>
                  <a:cubicBezTo>
                    <a:pt x="156757" y="158504"/>
                    <a:pt x="156659" y="159052"/>
                    <a:pt x="156558" y="159616"/>
                  </a:cubicBezTo>
                  <a:cubicBezTo>
                    <a:pt x="155821" y="160108"/>
                    <a:pt x="155084" y="160599"/>
                    <a:pt x="154325" y="161105"/>
                  </a:cubicBezTo>
                  <a:cubicBezTo>
                    <a:pt x="153984" y="163626"/>
                    <a:pt x="153950" y="166100"/>
                    <a:pt x="153883" y="168642"/>
                  </a:cubicBezTo>
                  <a:cubicBezTo>
                    <a:pt x="153784" y="169347"/>
                    <a:pt x="153684" y="170052"/>
                    <a:pt x="153581" y="170779"/>
                  </a:cubicBezTo>
                  <a:cubicBezTo>
                    <a:pt x="152844" y="171024"/>
                    <a:pt x="152108" y="171270"/>
                    <a:pt x="151349" y="171523"/>
                  </a:cubicBezTo>
                  <a:cubicBezTo>
                    <a:pt x="150994" y="173370"/>
                    <a:pt x="150994" y="173370"/>
                    <a:pt x="150977" y="175522"/>
                  </a:cubicBezTo>
                  <a:cubicBezTo>
                    <a:pt x="150853" y="179441"/>
                    <a:pt x="150853" y="179441"/>
                    <a:pt x="149462" y="180941"/>
                  </a:cubicBezTo>
                  <a:cubicBezTo>
                    <a:pt x="149102" y="181271"/>
                    <a:pt x="148743" y="181601"/>
                    <a:pt x="148372" y="181941"/>
                  </a:cubicBezTo>
                  <a:cubicBezTo>
                    <a:pt x="148395" y="183092"/>
                    <a:pt x="148395" y="183092"/>
                    <a:pt x="148419" y="184266"/>
                  </a:cubicBezTo>
                  <a:cubicBezTo>
                    <a:pt x="148396" y="185325"/>
                    <a:pt x="148396" y="185325"/>
                    <a:pt x="148372" y="186405"/>
                  </a:cubicBezTo>
                  <a:cubicBezTo>
                    <a:pt x="147881" y="186503"/>
                    <a:pt x="147390" y="186601"/>
                    <a:pt x="146884" y="186702"/>
                  </a:cubicBezTo>
                  <a:cubicBezTo>
                    <a:pt x="146147" y="186924"/>
                    <a:pt x="146147" y="186924"/>
                    <a:pt x="145396" y="187150"/>
                  </a:cubicBezTo>
                  <a:cubicBezTo>
                    <a:pt x="145118" y="188712"/>
                    <a:pt x="145118" y="188712"/>
                    <a:pt x="145349" y="190498"/>
                  </a:cubicBezTo>
                  <a:cubicBezTo>
                    <a:pt x="145509" y="192335"/>
                    <a:pt x="145509" y="192335"/>
                    <a:pt x="145396" y="193847"/>
                  </a:cubicBezTo>
                  <a:cubicBezTo>
                    <a:pt x="144659" y="194092"/>
                    <a:pt x="143922" y="194338"/>
                    <a:pt x="143163" y="194591"/>
                  </a:cubicBezTo>
                  <a:cubicBezTo>
                    <a:pt x="143040" y="195220"/>
                    <a:pt x="142918" y="195850"/>
                    <a:pt x="142791" y="196498"/>
                  </a:cubicBezTo>
                  <a:cubicBezTo>
                    <a:pt x="142668" y="197096"/>
                    <a:pt x="142546" y="197695"/>
                    <a:pt x="142419" y="198312"/>
                  </a:cubicBezTo>
                  <a:cubicBezTo>
                    <a:pt x="141682" y="198312"/>
                    <a:pt x="140946" y="198312"/>
                    <a:pt x="140187" y="198312"/>
                  </a:cubicBezTo>
                  <a:cubicBezTo>
                    <a:pt x="140233" y="198895"/>
                    <a:pt x="140279" y="199478"/>
                    <a:pt x="140326" y="200079"/>
                  </a:cubicBezTo>
                  <a:cubicBezTo>
                    <a:pt x="140280" y="200724"/>
                    <a:pt x="140234" y="201368"/>
                    <a:pt x="140187" y="202032"/>
                  </a:cubicBezTo>
                  <a:cubicBezTo>
                    <a:pt x="139450" y="202524"/>
                    <a:pt x="138713" y="203015"/>
                    <a:pt x="137954" y="203521"/>
                  </a:cubicBezTo>
                  <a:cubicBezTo>
                    <a:pt x="137709" y="204150"/>
                    <a:pt x="137463" y="204779"/>
                    <a:pt x="137210" y="205428"/>
                  </a:cubicBezTo>
                  <a:cubicBezTo>
                    <a:pt x="136964" y="206026"/>
                    <a:pt x="136719" y="206625"/>
                    <a:pt x="136466" y="207241"/>
                  </a:cubicBezTo>
                  <a:cubicBezTo>
                    <a:pt x="135729" y="207487"/>
                    <a:pt x="134993" y="207733"/>
                    <a:pt x="134233" y="207986"/>
                  </a:cubicBezTo>
                  <a:cubicBezTo>
                    <a:pt x="134111" y="208477"/>
                    <a:pt x="133988" y="208968"/>
                    <a:pt x="133861" y="209474"/>
                  </a:cubicBezTo>
                  <a:cubicBezTo>
                    <a:pt x="133739" y="209965"/>
                    <a:pt x="133616" y="210456"/>
                    <a:pt x="133489" y="210962"/>
                  </a:cubicBezTo>
                  <a:cubicBezTo>
                    <a:pt x="132753" y="211208"/>
                    <a:pt x="132016" y="211453"/>
                    <a:pt x="131257" y="211706"/>
                  </a:cubicBezTo>
                  <a:cubicBezTo>
                    <a:pt x="131257" y="212689"/>
                    <a:pt x="131257" y="213671"/>
                    <a:pt x="131257" y="214683"/>
                  </a:cubicBezTo>
                  <a:cubicBezTo>
                    <a:pt x="130001" y="215380"/>
                    <a:pt x="130001" y="215380"/>
                    <a:pt x="128280" y="216171"/>
                  </a:cubicBezTo>
                  <a:cubicBezTo>
                    <a:pt x="125429" y="218733"/>
                    <a:pt x="125429" y="218733"/>
                    <a:pt x="123816" y="222124"/>
                  </a:cubicBezTo>
                  <a:cubicBezTo>
                    <a:pt x="122895" y="222078"/>
                    <a:pt x="122895" y="222078"/>
                    <a:pt x="121955" y="222031"/>
                  </a:cubicBezTo>
                  <a:cubicBezTo>
                    <a:pt x="121034" y="222077"/>
                    <a:pt x="121034" y="222077"/>
                    <a:pt x="120095" y="222124"/>
                  </a:cubicBezTo>
                  <a:cubicBezTo>
                    <a:pt x="119972" y="222738"/>
                    <a:pt x="119849" y="223352"/>
                    <a:pt x="119723" y="223985"/>
                  </a:cubicBezTo>
                  <a:cubicBezTo>
                    <a:pt x="119600" y="224598"/>
                    <a:pt x="119477" y="225212"/>
                    <a:pt x="119351" y="225845"/>
                  </a:cubicBezTo>
                  <a:cubicBezTo>
                    <a:pt x="118111" y="225877"/>
                    <a:pt x="116870" y="225875"/>
                    <a:pt x="115630" y="225845"/>
                  </a:cubicBezTo>
                  <a:cubicBezTo>
                    <a:pt x="115424" y="226331"/>
                    <a:pt x="115217" y="226818"/>
                    <a:pt x="115005" y="227319"/>
                  </a:cubicBezTo>
                  <a:cubicBezTo>
                    <a:pt x="114720" y="227815"/>
                    <a:pt x="114435" y="228311"/>
                    <a:pt x="114142" y="228821"/>
                  </a:cubicBezTo>
                  <a:cubicBezTo>
                    <a:pt x="112369" y="229112"/>
                    <a:pt x="112369" y="229112"/>
                    <a:pt x="110328" y="229008"/>
                  </a:cubicBezTo>
                  <a:cubicBezTo>
                    <a:pt x="109651" y="228981"/>
                    <a:pt x="108974" y="228954"/>
                    <a:pt x="108276" y="228926"/>
                  </a:cubicBezTo>
                  <a:cubicBezTo>
                    <a:pt x="107756" y="228892"/>
                    <a:pt x="107236" y="228857"/>
                    <a:pt x="106700" y="228821"/>
                  </a:cubicBezTo>
                  <a:cubicBezTo>
                    <a:pt x="106700" y="230049"/>
                    <a:pt x="106700" y="231277"/>
                    <a:pt x="106700" y="232542"/>
                  </a:cubicBezTo>
                  <a:cubicBezTo>
                    <a:pt x="103017" y="232542"/>
                    <a:pt x="99333" y="232542"/>
                    <a:pt x="95538" y="232542"/>
                  </a:cubicBezTo>
                  <a:cubicBezTo>
                    <a:pt x="95538" y="233524"/>
                    <a:pt x="95538" y="234507"/>
                    <a:pt x="95538" y="235519"/>
                  </a:cubicBezTo>
                  <a:cubicBezTo>
                    <a:pt x="89900" y="236124"/>
                    <a:pt x="84340" y="236370"/>
                    <a:pt x="78671" y="236359"/>
                  </a:cubicBezTo>
                  <a:cubicBezTo>
                    <a:pt x="77846" y="236360"/>
                    <a:pt x="77021" y="236362"/>
                    <a:pt x="76171" y="236363"/>
                  </a:cubicBezTo>
                  <a:cubicBezTo>
                    <a:pt x="73472" y="236366"/>
                    <a:pt x="70774" y="236364"/>
                    <a:pt x="68075" y="236362"/>
                  </a:cubicBezTo>
                  <a:cubicBezTo>
                    <a:pt x="66190" y="236362"/>
                    <a:pt x="64305" y="236363"/>
                    <a:pt x="62420" y="236364"/>
                  </a:cubicBezTo>
                  <a:cubicBezTo>
                    <a:pt x="58485" y="236365"/>
                    <a:pt x="54549" y="236363"/>
                    <a:pt x="50614" y="236360"/>
                  </a:cubicBezTo>
                  <a:cubicBezTo>
                    <a:pt x="46066" y="236356"/>
                    <a:pt x="41518" y="236357"/>
                    <a:pt x="36970" y="236361"/>
                  </a:cubicBezTo>
                  <a:cubicBezTo>
                    <a:pt x="32582" y="236365"/>
                    <a:pt x="28194" y="236365"/>
                    <a:pt x="23807" y="236362"/>
                  </a:cubicBezTo>
                  <a:cubicBezTo>
                    <a:pt x="21944" y="236362"/>
                    <a:pt x="20080" y="236363"/>
                    <a:pt x="18217" y="236364"/>
                  </a:cubicBezTo>
                  <a:cubicBezTo>
                    <a:pt x="15622" y="236366"/>
                    <a:pt x="13027" y="236363"/>
                    <a:pt x="10431" y="236359"/>
                  </a:cubicBezTo>
                  <a:cubicBezTo>
                    <a:pt x="9659" y="236361"/>
                    <a:pt x="8887" y="236362"/>
                    <a:pt x="8091" y="236364"/>
                  </a:cubicBezTo>
                  <a:cubicBezTo>
                    <a:pt x="7033" y="236361"/>
                    <a:pt x="7033" y="236361"/>
                    <a:pt x="5955" y="236357"/>
                  </a:cubicBezTo>
                  <a:cubicBezTo>
                    <a:pt x="5342" y="236357"/>
                    <a:pt x="4729" y="236357"/>
                    <a:pt x="4097" y="236357"/>
                  </a:cubicBezTo>
                  <a:cubicBezTo>
                    <a:pt x="2521" y="236263"/>
                    <a:pt x="2521" y="236263"/>
                    <a:pt x="288" y="235519"/>
                  </a:cubicBezTo>
                  <a:cubicBezTo>
                    <a:pt x="11" y="233919"/>
                    <a:pt x="11" y="233919"/>
                    <a:pt x="13" y="231755"/>
                  </a:cubicBezTo>
                  <a:cubicBezTo>
                    <a:pt x="9" y="230934"/>
                    <a:pt x="5" y="230114"/>
                    <a:pt x="0" y="229268"/>
                  </a:cubicBezTo>
                  <a:cubicBezTo>
                    <a:pt x="7" y="228355"/>
                    <a:pt x="13" y="227443"/>
                    <a:pt x="20" y="226502"/>
                  </a:cubicBezTo>
                  <a:cubicBezTo>
                    <a:pt x="18" y="225541"/>
                    <a:pt x="16" y="224580"/>
                    <a:pt x="14" y="223590"/>
                  </a:cubicBezTo>
                  <a:cubicBezTo>
                    <a:pt x="9" y="220911"/>
                    <a:pt x="18" y="218232"/>
                    <a:pt x="29" y="215552"/>
                  </a:cubicBezTo>
                  <a:cubicBezTo>
                    <a:pt x="39" y="212667"/>
                    <a:pt x="35" y="209783"/>
                    <a:pt x="34" y="206898"/>
                  </a:cubicBezTo>
                  <a:cubicBezTo>
                    <a:pt x="33" y="201896"/>
                    <a:pt x="40" y="196894"/>
                    <a:pt x="52" y="191892"/>
                  </a:cubicBezTo>
                  <a:cubicBezTo>
                    <a:pt x="70" y="184659"/>
                    <a:pt x="76" y="177427"/>
                    <a:pt x="79" y="170195"/>
                  </a:cubicBezTo>
                  <a:cubicBezTo>
                    <a:pt x="84" y="158462"/>
                    <a:pt x="99" y="146729"/>
                    <a:pt x="120" y="134996"/>
                  </a:cubicBezTo>
                  <a:cubicBezTo>
                    <a:pt x="140" y="123596"/>
                    <a:pt x="156" y="112196"/>
                    <a:pt x="166" y="100796"/>
                  </a:cubicBezTo>
                  <a:cubicBezTo>
                    <a:pt x="166" y="100094"/>
                    <a:pt x="167" y="99391"/>
                    <a:pt x="167" y="98668"/>
                  </a:cubicBezTo>
                  <a:cubicBezTo>
                    <a:pt x="170" y="95145"/>
                    <a:pt x="173" y="91623"/>
                    <a:pt x="176" y="88100"/>
                  </a:cubicBezTo>
                  <a:cubicBezTo>
                    <a:pt x="199" y="58857"/>
                    <a:pt x="238" y="29614"/>
                    <a:pt x="288" y="370"/>
                  </a:cubicBezTo>
                  <a:cubicBezTo>
                    <a:pt x="13082" y="301"/>
                    <a:pt x="25877" y="248"/>
                    <a:pt x="38671" y="216"/>
                  </a:cubicBezTo>
                  <a:cubicBezTo>
                    <a:pt x="44611" y="201"/>
                    <a:pt x="50551" y="180"/>
                    <a:pt x="56492" y="146"/>
                  </a:cubicBezTo>
                  <a:cubicBezTo>
                    <a:pt x="61667" y="116"/>
                    <a:pt x="66843" y="97"/>
                    <a:pt x="72019" y="90"/>
                  </a:cubicBezTo>
                  <a:cubicBezTo>
                    <a:pt x="74761" y="86"/>
                    <a:pt x="77503" y="77"/>
                    <a:pt x="80245" y="56"/>
                  </a:cubicBezTo>
                  <a:cubicBezTo>
                    <a:pt x="83301" y="32"/>
                    <a:pt x="86357" y="31"/>
                    <a:pt x="89413" y="32"/>
                  </a:cubicBezTo>
                  <a:cubicBezTo>
                    <a:pt x="90787" y="16"/>
                    <a:pt x="90787" y="16"/>
                    <a:pt x="92189" y="0"/>
                  </a:cubicBezTo>
                  <a:close/>
                </a:path>
              </a:pathLst>
            </a:custGeom>
            <a:grpFill/>
            <a:ln w="744" cap="flat">
              <a:noFill/>
              <a:prstDash val="solid"/>
              <a:miter/>
            </a:ln>
          </p:spPr>
          <p:txBody>
            <a:bodyPr rtlCol="0" anchor="ctr"/>
            <a:lstStyle/>
            <a:p>
              <a:endParaRPr lang="zh-CN" altLang="en-US"/>
            </a:p>
          </p:txBody>
        </p:sp>
        <p:sp>
          <p:nvSpPr>
            <p:cNvPr id="170" name="任意多边形: 形状 169"/>
            <p:cNvSpPr/>
            <p:nvPr/>
          </p:nvSpPr>
          <p:spPr>
            <a:xfrm>
              <a:off x="8641569" y="1394116"/>
              <a:ext cx="158789" cy="236372"/>
            </a:xfrm>
            <a:custGeom>
              <a:avLst/>
              <a:gdLst>
                <a:gd name="connsiteX0" fmla="*/ 29348 w 158790"/>
                <a:gd name="connsiteY0" fmla="*/ 30922 h 236364"/>
                <a:gd name="connsiteX1" fmla="*/ 29348 w 158790"/>
                <a:gd name="connsiteY1" fmla="*/ 205051 h 236364"/>
                <a:gd name="connsiteX2" fmla="*/ 79950 w 158790"/>
                <a:gd name="connsiteY2" fmla="*/ 205051 h 236364"/>
                <a:gd name="connsiteX3" fmla="*/ 79950 w 158790"/>
                <a:gd name="connsiteY3" fmla="*/ 202074 h 236364"/>
                <a:gd name="connsiteX4" fmla="*/ 84675 w 158790"/>
                <a:gd name="connsiteY4" fmla="*/ 202256 h 236364"/>
                <a:gd name="connsiteX5" fmla="*/ 86600 w 158790"/>
                <a:gd name="connsiteY5" fmla="*/ 202307 h 236364"/>
                <a:gd name="connsiteX6" fmla="*/ 93344 w 158790"/>
                <a:gd name="connsiteY6" fmla="*/ 202074 h 236364"/>
                <a:gd name="connsiteX7" fmla="*/ 93952 w 158790"/>
                <a:gd name="connsiteY7" fmla="*/ 200202 h 236364"/>
                <a:gd name="connsiteX8" fmla="*/ 94088 w 158790"/>
                <a:gd name="connsiteY8" fmla="*/ 198354 h 236364"/>
                <a:gd name="connsiteX9" fmla="*/ 95437 w 158790"/>
                <a:gd name="connsiteY9" fmla="*/ 198095 h 236364"/>
                <a:gd name="connsiteX10" fmla="*/ 100041 w 158790"/>
                <a:gd name="connsiteY10" fmla="*/ 198354 h 236364"/>
                <a:gd name="connsiteX11" fmla="*/ 100599 w 158790"/>
                <a:gd name="connsiteY11" fmla="*/ 196865 h 236364"/>
                <a:gd name="connsiteX12" fmla="*/ 100786 w 158790"/>
                <a:gd name="connsiteY12" fmla="*/ 195377 h 236364"/>
                <a:gd name="connsiteX13" fmla="*/ 103762 w 158790"/>
                <a:gd name="connsiteY13" fmla="*/ 195377 h 236364"/>
                <a:gd name="connsiteX14" fmla="*/ 104878 w 158790"/>
                <a:gd name="connsiteY14" fmla="*/ 193935 h 236364"/>
                <a:gd name="connsiteX15" fmla="*/ 105994 w 158790"/>
                <a:gd name="connsiteY15" fmla="*/ 192400 h 236364"/>
                <a:gd name="connsiteX16" fmla="*/ 108971 w 158790"/>
                <a:gd name="connsiteY16" fmla="*/ 191656 h 236364"/>
                <a:gd name="connsiteX17" fmla="*/ 109436 w 158790"/>
                <a:gd name="connsiteY17" fmla="*/ 190122 h 236364"/>
                <a:gd name="connsiteX18" fmla="*/ 109715 w 158790"/>
                <a:gd name="connsiteY18" fmla="*/ 188680 h 236364"/>
                <a:gd name="connsiteX19" fmla="*/ 111203 w 158790"/>
                <a:gd name="connsiteY19" fmla="*/ 188680 h 236364"/>
                <a:gd name="connsiteX20" fmla="*/ 112692 w 158790"/>
                <a:gd name="connsiteY20" fmla="*/ 184959 h 236364"/>
                <a:gd name="connsiteX21" fmla="*/ 114924 w 158790"/>
                <a:gd name="connsiteY21" fmla="*/ 183471 h 236364"/>
                <a:gd name="connsiteX22" fmla="*/ 114924 w 158790"/>
                <a:gd name="connsiteY22" fmla="*/ 179006 h 236364"/>
                <a:gd name="connsiteX23" fmla="*/ 117901 w 158790"/>
                <a:gd name="connsiteY23" fmla="*/ 178262 h 236364"/>
                <a:gd name="connsiteX24" fmla="*/ 118459 w 158790"/>
                <a:gd name="connsiteY24" fmla="*/ 175611 h 236364"/>
                <a:gd name="connsiteX25" fmla="*/ 118645 w 158790"/>
                <a:gd name="connsiteY25" fmla="*/ 173053 h 236364"/>
                <a:gd name="connsiteX26" fmla="*/ 119389 w 158790"/>
                <a:gd name="connsiteY26" fmla="*/ 173053 h 236364"/>
                <a:gd name="connsiteX27" fmla="*/ 120598 w 158790"/>
                <a:gd name="connsiteY27" fmla="*/ 167658 h 236364"/>
                <a:gd name="connsiteX28" fmla="*/ 120133 w 158790"/>
                <a:gd name="connsiteY28" fmla="*/ 165611 h 236364"/>
                <a:gd name="connsiteX29" fmla="*/ 123110 w 158790"/>
                <a:gd name="connsiteY29" fmla="*/ 164867 h 236364"/>
                <a:gd name="connsiteX30" fmla="*/ 123400 w 158790"/>
                <a:gd name="connsiteY30" fmla="*/ 162516 h 236364"/>
                <a:gd name="connsiteX31" fmla="*/ 123296 w 158790"/>
                <a:gd name="connsiteY31" fmla="*/ 159612 h 236364"/>
                <a:gd name="connsiteX32" fmla="*/ 123214 w 158790"/>
                <a:gd name="connsiteY32" fmla="*/ 156702 h 236364"/>
                <a:gd name="connsiteX33" fmla="*/ 123110 w 158790"/>
                <a:gd name="connsiteY33" fmla="*/ 154449 h 236364"/>
                <a:gd name="connsiteX34" fmla="*/ 125342 w 158790"/>
                <a:gd name="connsiteY34" fmla="*/ 154449 h 236364"/>
                <a:gd name="connsiteX35" fmla="*/ 126135 w 158790"/>
                <a:gd name="connsiteY35" fmla="*/ 150541 h 236364"/>
                <a:gd name="connsiteX36" fmla="*/ 126080 w 158790"/>
                <a:gd name="connsiteY36" fmla="*/ 148607 h 236364"/>
                <a:gd name="connsiteX37" fmla="*/ 125993 w 158790"/>
                <a:gd name="connsiteY37" fmla="*/ 144310 h 236364"/>
                <a:gd name="connsiteX38" fmla="*/ 125926 w 158790"/>
                <a:gd name="connsiteY38" fmla="*/ 142101 h 236364"/>
                <a:gd name="connsiteX39" fmla="*/ 125894 w 158790"/>
                <a:gd name="connsiteY39" fmla="*/ 140003 h 236364"/>
                <a:gd name="connsiteX40" fmla="*/ 126086 w 158790"/>
                <a:gd name="connsiteY40" fmla="*/ 136590 h 236364"/>
                <a:gd name="connsiteX41" fmla="*/ 128319 w 158790"/>
                <a:gd name="connsiteY41" fmla="*/ 135846 h 236364"/>
                <a:gd name="connsiteX42" fmla="*/ 128592 w 158790"/>
                <a:gd name="connsiteY42" fmla="*/ 134359 h 236364"/>
                <a:gd name="connsiteX43" fmla="*/ 128584 w 158790"/>
                <a:gd name="connsiteY43" fmla="*/ 132381 h 236364"/>
                <a:gd name="connsiteX44" fmla="*/ 128591 w 158790"/>
                <a:gd name="connsiteY44" fmla="*/ 130146 h 236364"/>
                <a:gd name="connsiteX45" fmla="*/ 128563 w 158790"/>
                <a:gd name="connsiteY45" fmla="*/ 127713 h 236364"/>
                <a:gd name="connsiteX46" fmla="*/ 128551 w 158790"/>
                <a:gd name="connsiteY46" fmla="*/ 122663 h 236364"/>
                <a:gd name="connsiteX47" fmla="*/ 128497 w 158790"/>
                <a:gd name="connsiteY47" fmla="*/ 114663 h 236364"/>
                <a:gd name="connsiteX48" fmla="*/ 128483 w 158790"/>
                <a:gd name="connsiteY48" fmla="*/ 109457 h 236364"/>
                <a:gd name="connsiteX49" fmla="*/ 128470 w 158790"/>
                <a:gd name="connsiteY49" fmla="*/ 106970 h 236364"/>
                <a:gd name="connsiteX50" fmla="*/ 128460 w 158790"/>
                <a:gd name="connsiteY50" fmla="*/ 104545 h 236364"/>
                <a:gd name="connsiteX51" fmla="*/ 128439 w 158790"/>
                <a:gd name="connsiteY51" fmla="*/ 102296 h 236364"/>
                <a:gd name="connsiteX52" fmla="*/ 127575 w 158790"/>
                <a:gd name="connsiteY52" fmla="*/ 96406 h 236364"/>
                <a:gd name="connsiteX53" fmla="*/ 126086 w 158790"/>
                <a:gd name="connsiteY53" fmla="*/ 96406 h 236364"/>
                <a:gd name="connsiteX54" fmla="*/ 126195 w 158790"/>
                <a:gd name="connsiteY54" fmla="*/ 90696 h 236364"/>
                <a:gd name="connsiteX55" fmla="*/ 126226 w 158790"/>
                <a:gd name="connsiteY55" fmla="*/ 88360 h 236364"/>
                <a:gd name="connsiteX56" fmla="*/ 126282 w 158790"/>
                <a:gd name="connsiteY56" fmla="*/ 86051 h 236364"/>
                <a:gd name="connsiteX57" fmla="*/ 126304 w 158790"/>
                <a:gd name="connsiteY57" fmla="*/ 83834 h 236364"/>
                <a:gd name="connsiteX58" fmla="*/ 124979 w 158790"/>
                <a:gd name="connsiteY58" fmla="*/ 78794 h 236364"/>
                <a:gd name="connsiteX59" fmla="*/ 123499 w 158790"/>
                <a:gd name="connsiteY59" fmla="*/ 76009 h 236364"/>
                <a:gd name="connsiteX60" fmla="*/ 122366 w 158790"/>
                <a:gd name="connsiteY60" fmla="*/ 68873 h 236364"/>
                <a:gd name="connsiteX61" fmla="*/ 120133 w 158790"/>
                <a:gd name="connsiteY61" fmla="*/ 68873 h 236364"/>
                <a:gd name="connsiteX62" fmla="*/ 120133 w 158790"/>
                <a:gd name="connsiteY62" fmla="*/ 62920 h 236364"/>
                <a:gd name="connsiteX63" fmla="*/ 117901 w 158790"/>
                <a:gd name="connsiteY63" fmla="*/ 62176 h 236364"/>
                <a:gd name="connsiteX64" fmla="*/ 117854 w 158790"/>
                <a:gd name="connsiteY64" fmla="*/ 59943 h 236364"/>
                <a:gd name="connsiteX65" fmla="*/ 117901 w 158790"/>
                <a:gd name="connsiteY65" fmla="*/ 57711 h 236364"/>
                <a:gd name="connsiteX66" fmla="*/ 116412 w 158790"/>
                <a:gd name="connsiteY66" fmla="*/ 56967 h 236364"/>
                <a:gd name="connsiteX67" fmla="*/ 114924 w 158790"/>
                <a:gd name="connsiteY67" fmla="*/ 53990 h 236364"/>
                <a:gd name="connsiteX68" fmla="*/ 112692 w 158790"/>
                <a:gd name="connsiteY68" fmla="*/ 51758 h 236364"/>
                <a:gd name="connsiteX69" fmla="*/ 111948 w 158790"/>
                <a:gd name="connsiteY69" fmla="*/ 48781 h 236364"/>
                <a:gd name="connsiteX70" fmla="*/ 108971 w 158790"/>
                <a:gd name="connsiteY70" fmla="*/ 48037 h 236364"/>
                <a:gd name="connsiteX71" fmla="*/ 108971 w 158790"/>
                <a:gd name="connsiteY71" fmla="*/ 45061 h 236364"/>
                <a:gd name="connsiteX72" fmla="*/ 106739 w 158790"/>
                <a:gd name="connsiteY72" fmla="*/ 44317 h 236364"/>
                <a:gd name="connsiteX73" fmla="*/ 105250 w 158790"/>
                <a:gd name="connsiteY73" fmla="*/ 42084 h 236364"/>
                <a:gd name="connsiteX74" fmla="*/ 102274 w 158790"/>
                <a:gd name="connsiteY74" fmla="*/ 40596 h 236364"/>
                <a:gd name="connsiteX75" fmla="*/ 101530 w 158790"/>
                <a:gd name="connsiteY75" fmla="*/ 37619 h 236364"/>
                <a:gd name="connsiteX76" fmla="*/ 98553 w 158790"/>
                <a:gd name="connsiteY76" fmla="*/ 37619 h 236364"/>
                <a:gd name="connsiteX77" fmla="*/ 95577 w 158790"/>
                <a:gd name="connsiteY77" fmla="*/ 37619 h 236364"/>
                <a:gd name="connsiteX78" fmla="*/ 94832 w 158790"/>
                <a:gd name="connsiteY78" fmla="*/ 34643 h 236364"/>
                <a:gd name="connsiteX79" fmla="*/ 93462 w 158790"/>
                <a:gd name="connsiteY79" fmla="*/ 34364 h 236364"/>
                <a:gd name="connsiteX80" fmla="*/ 91693 w 158790"/>
                <a:gd name="connsiteY80" fmla="*/ 34483 h 236364"/>
                <a:gd name="connsiteX81" fmla="*/ 87763 w 158790"/>
                <a:gd name="connsiteY81" fmla="*/ 34689 h 236364"/>
                <a:gd name="connsiteX82" fmla="*/ 85749 w 158790"/>
                <a:gd name="connsiteY82" fmla="*/ 34824 h 236364"/>
                <a:gd name="connsiteX83" fmla="*/ 83833 w 158790"/>
                <a:gd name="connsiteY83" fmla="*/ 34901 h 236364"/>
                <a:gd name="connsiteX84" fmla="*/ 80694 w 158790"/>
                <a:gd name="connsiteY84" fmla="*/ 34643 h 236364"/>
                <a:gd name="connsiteX85" fmla="*/ 79950 w 158790"/>
                <a:gd name="connsiteY85" fmla="*/ 30922 h 236364"/>
                <a:gd name="connsiteX86" fmla="*/ 29348 w 158790"/>
                <a:gd name="connsiteY86" fmla="*/ 30922 h 236364"/>
                <a:gd name="connsiteX87" fmla="*/ 91492 w 158790"/>
                <a:gd name="connsiteY87" fmla="*/ 0 h 236364"/>
                <a:gd name="connsiteX88" fmla="*/ 93980 w 158790"/>
                <a:gd name="connsiteY88" fmla="*/ 12 h 236364"/>
                <a:gd name="connsiteX89" fmla="*/ 96157 w 158790"/>
                <a:gd name="connsiteY89" fmla="*/ 4 h 236364"/>
                <a:gd name="connsiteX90" fmla="*/ 97771 w 158790"/>
                <a:gd name="connsiteY90" fmla="*/ 370 h 236364"/>
                <a:gd name="connsiteX91" fmla="*/ 98515 w 158790"/>
                <a:gd name="connsiteY91" fmla="*/ 3347 h 236364"/>
                <a:gd name="connsiteX92" fmla="*/ 103352 w 158790"/>
                <a:gd name="connsiteY92" fmla="*/ 3347 h 236364"/>
                <a:gd name="connsiteX93" fmla="*/ 108189 w 158790"/>
                <a:gd name="connsiteY93" fmla="*/ 3347 h 236364"/>
                <a:gd name="connsiteX94" fmla="*/ 108933 w 158790"/>
                <a:gd name="connsiteY94" fmla="*/ 6323 h 236364"/>
                <a:gd name="connsiteX95" fmla="*/ 114142 w 158790"/>
                <a:gd name="connsiteY95" fmla="*/ 7068 h 236364"/>
                <a:gd name="connsiteX96" fmla="*/ 114886 w 158790"/>
                <a:gd name="connsiteY96" fmla="*/ 9300 h 236364"/>
                <a:gd name="connsiteX97" fmla="*/ 117072 w 158790"/>
                <a:gd name="connsiteY97" fmla="*/ 9998 h 236364"/>
                <a:gd name="connsiteX98" fmla="*/ 120839 w 158790"/>
                <a:gd name="connsiteY98" fmla="*/ 13765 h 236364"/>
                <a:gd name="connsiteX99" fmla="*/ 122746 w 158790"/>
                <a:gd name="connsiteY99" fmla="*/ 13765 h 236364"/>
                <a:gd name="connsiteX100" fmla="*/ 124560 w 158790"/>
                <a:gd name="connsiteY100" fmla="*/ 13765 h 236364"/>
                <a:gd name="connsiteX101" fmla="*/ 125304 w 158790"/>
                <a:gd name="connsiteY101" fmla="*/ 16741 h 236364"/>
                <a:gd name="connsiteX102" fmla="*/ 127536 w 158790"/>
                <a:gd name="connsiteY102" fmla="*/ 17486 h 236364"/>
                <a:gd name="connsiteX103" fmla="*/ 129024 w 158790"/>
                <a:gd name="connsiteY103" fmla="*/ 20462 h 236364"/>
                <a:gd name="connsiteX104" fmla="*/ 130513 w 158790"/>
                <a:gd name="connsiteY104" fmla="*/ 21206 h 236364"/>
                <a:gd name="connsiteX105" fmla="*/ 132001 w 158790"/>
                <a:gd name="connsiteY105" fmla="*/ 24183 h 236364"/>
                <a:gd name="connsiteX106" fmla="*/ 133489 w 158790"/>
                <a:gd name="connsiteY106" fmla="*/ 24927 h 236364"/>
                <a:gd name="connsiteX107" fmla="*/ 134233 w 158790"/>
                <a:gd name="connsiteY107" fmla="*/ 27159 h 236364"/>
                <a:gd name="connsiteX108" fmla="*/ 136466 w 158790"/>
                <a:gd name="connsiteY108" fmla="*/ 28648 h 236364"/>
                <a:gd name="connsiteX109" fmla="*/ 137210 w 158790"/>
                <a:gd name="connsiteY109" fmla="*/ 30880 h 236364"/>
                <a:gd name="connsiteX110" fmla="*/ 139442 w 158790"/>
                <a:gd name="connsiteY110" fmla="*/ 32368 h 236364"/>
                <a:gd name="connsiteX111" fmla="*/ 139815 w 158790"/>
                <a:gd name="connsiteY111" fmla="*/ 34647 h 236364"/>
                <a:gd name="connsiteX112" fmla="*/ 140187 w 158790"/>
                <a:gd name="connsiteY112" fmla="*/ 36833 h 236364"/>
                <a:gd name="connsiteX113" fmla="*/ 142419 w 158790"/>
                <a:gd name="connsiteY113" fmla="*/ 37577 h 236364"/>
                <a:gd name="connsiteX114" fmla="*/ 142419 w 158790"/>
                <a:gd name="connsiteY114" fmla="*/ 41298 h 236364"/>
                <a:gd name="connsiteX115" fmla="*/ 144651 w 158790"/>
                <a:gd name="connsiteY115" fmla="*/ 41298 h 236364"/>
                <a:gd name="connsiteX116" fmla="*/ 145442 w 158790"/>
                <a:gd name="connsiteY116" fmla="*/ 44275 h 236364"/>
                <a:gd name="connsiteX117" fmla="*/ 146140 w 158790"/>
                <a:gd name="connsiteY117" fmla="*/ 47251 h 236364"/>
                <a:gd name="connsiteX118" fmla="*/ 147628 w 158790"/>
                <a:gd name="connsiteY118" fmla="*/ 47251 h 236364"/>
                <a:gd name="connsiteX119" fmla="*/ 148372 w 158790"/>
                <a:gd name="connsiteY119" fmla="*/ 54693 h 236364"/>
                <a:gd name="connsiteX120" fmla="*/ 150605 w 158790"/>
                <a:gd name="connsiteY120" fmla="*/ 54693 h 236364"/>
                <a:gd name="connsiteX121" fmla="*/ 150605 w 158790"/>
                <a:gd name="connsiteY121" fmla="*/ 62878 h 236364"/>
                <a:gd name="connsiteX122" fmla="*/ 152837 w 158790"/>
                <a:gd name="connsiteY122" fmla="*/ 62878 h 236364"/>
                <a:gd name="connsiteX123" fmla="*/ 153581 w 158790"/>
                <a:gd name="connsiteY123" fmla="*/ 74040 h 236364"/>
                <a:gd name="connsiteX124" fmla="*/ 155814 w 158790"/>
                <a:gd name="connsiteY124" fmla="*/ 74040 h 236364"/>
                <a:gd name="connsiteX125" fmla="*/ 156558 w 158790"/>
                <a:gd name="connsiteY125" fmla="*/ 90411 h 236364"/>
                <a:gd name="connsiteX126" fmla="*/ 158790 w 158790"/>
                <a:gd name="connsiteY126" fmla="*/ 90411 h 236364"/>
                <a:gd name="connsiteX127" fmla="*/ 158790 w 158790"/>
                <a:gd name="connsiteY127" fmla="*/ 142501 h 236364"/>
                <a:gd name="connsiteX128" fmla="*/ 156558 w 158790"/>
                <a:gd name="connsiteY128" fmla="*/ 142501 h 236364"/>
                <a:gd name="connsiteX129" fmla="*/ 155814 w 158790"/>
                <a:gd name="connsiteY129" fmla="*/ 160361 h 236364"/>
                <a:gd name="connsiteX130" fmla="*/ 154325 w 158790"/>
                <a:gd name="connsiteY130" fmla="*/ 160361 h 236364"/>
                <a:gd name="connsiteX131" fmla="*/ 153163 w 158790"/>
                <a:gd name="connsiteY131" fmla="*/ 166825 h 236364"/>
                <a:gd name="connsiteX132" fmla="*/ 152974 w 158790"/>
                <a:gd name="connsiteY132" fmla="*/ 169066 h 236364"/>
                <a:gd name="connsiteX133" fmla="*/ 152837 w 158790"/>
                <a:gd name="connsiteY133" fmla="*/ 170779 h 236364"/>
                <a:gd name="connsiteX134" fmla="*/ 150605 w 158790"/>
                <a:gd name="connsiteY134" fmla="*/ 170779 h 236364"/>
                <a:gd name="connsiteX135" fmla="*/ 150683 w 158790"/>
                <a:gd name="connsiteY135" fmla="*/ 172706 h 236364"/>
                <a:gd name="connsiteX136" fmla="*/ 150744 w 158790"/>
                <a:gd name="connsiteY136" fmla="*/ 175197 h 236364"/>
                <a:gd name="connsiteX137" fmla="*/ 150823 w 158790"/>
                <a:gd name="connsiteY137" fmla="*/ 177682 h 236364"/>
                <a:gd name="connsiteX138" fmla="*/ 150605 w 158790"/>
                <a:gd name="connsiteY138" fmla="*/ 179708 h 236364"/>
                <a:gd name="connsiteX139" fmla="*/ 148372 w 158790"/>
                <a:gd name="connsiteY139" fmla="*/ 180452 h 236364"/>
                <a:gd name="connsiteX140" fmla="*/ 148000 w 158790"/>
                <a:gd name="connsiteY140" fmla="*/ 183801 h 236364"/>
                <a:gd name="connsiteX141" fmla="*/ 147628 w 158790"/>
                <a:gd name="connsiteY141" fmla="*/ 187150 h 236364"/>
                <a:gd name="connsiteX142" fmla="*/ 145396 w 158790"/>
                <a:gd name="connsiteY142" fmla="*/ 187894 h 236364"/>
                <a:gd name="connsiteX143" fmla="*/ 144884 w 158790"/>
                <a:gd name="connsiteY143" fmla="*/ 190917 h 236364"/>
                <a:gd name="connsiteX144" fmla="*/ 144651 w 158790"/>
                <a:gd name="connsiteY144" fmla="*/ 193847 h 236364"/>
                <a:gd name="connsiteX145" fmla="*/ 142419 w 158790"/>
                <a:gd name="connsiteY145" fmla="*/ 193847 h 236364"/>
                <a:gd name="connsiteX146" fmla="*/ 141675 w 158790"/>
                <a:gd name="connsiteY146" fmla="*/ 198312 h 236364"/>
                <a:gd name="connsiteX147" fmla="*/ 139442 w 158790"/>
                <a:gd name="connsiteY147" fmla="*/ 198312 h 236364"/>
                <a:gd name="connsiteX148" fmla="*/ 139582 w 158790"/>
                <a:gd name="connsiteY148" fmla="*/ 200126 h 236364"/>
                <a:gd name="connsiteX149" fmla="*/ 139442 w 158790"/>
                <a:gd name="connsiteY149" fmla="*/ 202032 h 236364"/>
                <a:gd name="connsiteX150" fmla="*/ 137210 w 158790"/>
                <a:gd name="connsiteY150" fmla="*/ 202777 h 236364"/>
                <a:gd name="connsiteX151" fmla="*/ 136466 w 158790"/>
                <a:gd name="connsiteY151" fmla="*/ 207241 h 236364"/>
                <a:gd name="connsiteX152" fmla="*/ 134233 w 158790"/>
                <a:gd name="connsiteY152" fmla="*/ 208730 h 236364"/>
                <a:gd name="connsiteX153" fmla="*/ 133489 w 158790"/>
                <a:gd name="connsiteY153" fmla="*/ 210962 h 236364"/>
                <a:gd name="connsiteX154" fmla="*/ 131257 w 158790"/>
                <a:gd name="connsiteY154" fmla="*/ 212450 h 236364"/>
                <a:gd name="connsiteX155" fmla="*/ 130513 w 158790"/>
                <a:gd name="connsiteY155" fmla="*/ 214683 h 236364"/>
                <a:gd name="connsiteX156" fmla="*/ 123816 w 158790"/>
                <a:gd name="connsiteY156" fmla="*/ 219892 h 236364"/>
                <a:gd name="connsiteX157" fmla="*/ 123071 w 158790"/>
                <a:gd name="connsiteY157" fmla="*/ 222124 h 236364"/>
                <a:gd name="connsiteX158" fmla="*/ 121583 w 158790"/>
                <a:gd name="connsiteY158" fmla="*/ 222450 h 236364"/>
                <a:gd name="connsiteX159" fmla="*/ 120095 w 158790"/>
                <a:gd name="connsiteY159" fmla="*/ 222868 h 236364"/>
                <a:gd name="connsiteX160" fmla="*/ 119862 w 158790"/>
                <a:gd name="connsiteY160" fmla="*/ 224403 h 236364"/>
                <a:gd name="connsiteX161" fmla="*/ 119351 w 158790"/>
                <a:gd name="connsiteY161" fmla="*/ 225845 h 236364"/>
                <a:gd name="connsiteX162" fmla="*/ 114142 w 158790"/>
                <a:gd name="connsiteY162" fmla="*/ 225845 h 236364"/>
                <a:gd name="connsiteX163" fmla="*/ 114142 w 158790"/>
                <a:gd name="connsiteY163" fmla="*/ 228821 h 236364"/>
                <a:gd name="connsiteX164" fmla="*/ 112540 w 158790"/>
                <a:gd name="connsiteY164" fmla="*/ 228880 h 236364"/>
                <a:gd name="connsiteX165" fmla="*/ 110467 w 158790"/>
                <a:gd name="connsiteY165" fmla="*/ 229008 h 236364"/>
                <a:gd name="connsiteX166" fmla="*/ 108401 w 158790"/>
                <a:gd name="connsiteY166" fmla="*/ 229112 h 236364"/>
                <a:gd name="connsiteX167" fmla="*/ 106700 w 158790"/>
                <a:gd name="connsiteY167" fmla="*/ 229566 h 236364"/>
                <a:gd name="connsiteX168" fmla="*/ 106418 w 158790"/>
                <a:gd name="connsiteY168" fmla="*/ 231063 h 236364"/>
                <a:gd name="connsiteX169" fmla="*/ 105956 w 158790"/>
                <a:gd name="connsiteY169" fmla="*/ 232542 h 236364"/>
                <a:gd name="connsiteX170" fmla="*/ 100747 w 158790"/>
                <a:gd name="connsiteY170" fmla="*/ 232961 h 236364"/>
                <a:gd name="connsiteX171" fmla="*/ 95538 w 158790"/>
                <a:gd name="connsiteY171" fmla="*/ 233286 h 236364"/>
                <a:gd name="connsiteX172" fmla="*/ 94794 w 158790"/>
                <a:gd name="connsiteY172" fmla="*/ 235519 h 236364"/>
                <a:gd name="connsiteX173" fmla="*/ 91193 w 158790"/>
                <a:gd name="connsiteY173" fmla="*/ 236024 h 236364"/>
                <a:gd name="connsiteX174" fmla="*/ 88936 w 158790"/>
                <a:gd name="connsiteY174" fmla="*/ 236169 h 236364"/>
                <a:gd name="connsiteX175" fmla="*/ 77996 w 158790"/>
                <a:gd name="connsiteY175" fmla="*/ 236359 h 236364"/>
                <a:gd name="connsiteX176" fmla="*/ 75518 w 158790"/>
                <a:gd name="connsiteY176" fmla="*/ 236363 h 236364"/>
                <a:gd name="connsiteX177" fmla="*/ 67493 w 158790"/>
                <a:gd name="connsiteY177" fmla="*/ 236362 h 236364"/>
                <a:gd name="connsiteX178" fmla="*/ 61889 w 158790"/>
                <a:gd name="connsiteY178" fmla="*/ 236364 h 236364"/>
                <a:gd name="connsiteX179" fmla="*/ 48694 w 158790"/>
                <a:gd name="connsiteY179" fmla="*/ 236359 h 236364"/>
                <a:gd name="connsiteX180" fmla="*/ 36665 w 158790"/>
                <a:gd name="connsiteY180" fmla="*/ 236361 h 236364"/>
                <a:gd name="connsiteX181" fmla="*/ 23619 w 158790"/>
                <a:gd name="connsiteY181" fmla="*/ 236362 h 236364"/>
                <a:gd name="connsiteX182" fmla="*/ 18079 w 158790"/>
                <a:gd name="connsiteY182" fmla="*/ 236364 h 236364"/>
                <a:gd name="connsiteX183" fmla="*/ 10363 w 158790"/>
                <a:gd name="connsiteY183" fmla="*/ 236359 h 236364"/>
                <a:gd name="connsiteX184" fmla="*/ 8044 w 158790"/>
                <a:gd name="connsiteY184" fmla="*/ 236364 h 236364"/>
                <a:gd name="connsiteX185" fmla="*/ 5926 w 158790"/>
                <a:gd name="connsiteY185" fmla="*/ 236357 h 236364"/>
                <a:gd name="connsiteX186" fmla="*/ 4086 w 158790"/>
                <a:gd name="connsiteY186" fmla="*/ 236357 h 236364"/>
                <a:gd name="connsiteX187" fmla="*/ 288 w 158790"/>
                <a:gd name="connsiteY187" fmla="*/ 235519 h 236364"/>
                <a:gd name="connsiteX188" fmla="*/ 13 w 158790"/>
                <a:gd name="connsiteY188" fmla="*/ 231755 h 236364"/>
                <a:gd name="connsiteX189" fmla="*/ 0 w 158790"/>
                <a:gd name="connsiteY189" fmla="*/ 229268 h 236364"/>
                <a:gd name="connsiteX190" fmla="*/ 20 w 158790"/>
                <a:gd name="connsiteY190" fmla="*/ 226502 h 236364"/>
                <a:gd name="connsiteX191" fmla="*/ 14 w 158790"/>
                <a:gd name="connsiteY191" fmla="*/ 223590 h 236364"/>
                <a:gd name="connsiteX192" fmla="*/ 29 w 158790"/>
                <a:gd name="connsiteY192" fmla="*/ 215552 h 236364"/>
                <a:gd name="connsiteX193" fmla="*/ 34 w 158790"/>
                <a:gd name="connsiteY193" fmla="*/ 206898 h 236364"/>
                <a:gd name="connsiteX194" fmla="*/ 52 w 158790"/>
                <a:gd name="connsiteY194" fmla="*/ 191892 h 236364"/>
                <a:gd name="connsiteX195" fmla="*/ 79 w 158790"/>
                <a:gd name="connsiteY195" fmla="*/ 170195 h 236364"/>
                <a:gd name="connsiteX196" fmla="*/ 120 w 158790"/>
                <a:gd name="connsiteY196" fmla="*/ 134996 h 236364"/>
                <a:gd name="connsiteX197" fmla="*/ 166 w 158790"/>
                <a:gd name="connsiteY197" fmla="*/ 100796 h 236364"/>
                <a:gd name="connsiteX198" fmla="*/ 167 w 158790"/>
                <a:gd name="connsiteY198" fmla="*/ 98668 h 236364"/>
                <a:gd name="connsiteX199" fmla="*/ 176 w 158790"/>
                <a:gd name="connsiteY199" fmla="*/ 88100 h 236364"/>
                <a:gd name="connsiteX200" fmla="*/ 288 w 158790"/>
                <a:gd name="connsiteY200" fmla="*/ 370 h 236364"/>
                <a:gd name="connsiteX201" fmla="*/ 38380 w 158790"/>
                <a:gd name="connsiteY201" fmla="*/ 216 h 236364"/>
                <a:gd name="connsiteX202" fmla="*/ 56065 w 158790"/>
                <a:gd name="connsiteY202" fmla="*/ 146 h 236364"/>
                <a:gd name="connsiteX203" fmla="*/ 71475 w 158790"/>
                <a:gd name="connsiteY203" fmla="*/ 90 h 236364"/>
                <a:gd name="connsiteX204" fmla="*/ 79639 w 158790"/>
                <a:gd name="connsiteY204" fmla="*/ 56 h 236364"/>
                <a:gd name="connsiteX205" fmla="*/ 88738 w 158790"/>
                <a:gd name="connsiteY205" fmla="*/ 32 h 236364"/>
                <a:gd name="connsiteX206" fmla="*/ 91492 w 158790"/>
                <a:gd name="connsiteY206"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790" h="236364">
                  <a:moveTo>
                    <a:pt x="29348" y="30922"/>
                  </a:moveTo>
                  <a:cubicBezTo>
                    <a:pt x="29348" y="90126"/>
                    <a:pt x="29348" y="147588"/>
                    <a:pt x="29348" y="205051"/>
                  </a:cubicBezTo>
                  <a:cubicBezTo>
                    <a:pt x="46553" y="205051"/>
                    <a:pt x="63251" y="205051"/>
                    <a:pt x="79950" y="205051"/>
                  </a:cubicBezTo>
                  <a:cubicBezTo>
                    <a:pt x="79950" y="204039"/>
                    <a:pt x="79950" y="203057"/>
                    <a:pt x="79950" y="202074"/>
                  </a:cubicBezTo>
                  <a:cubicBezTo>
                    <a:pt x="81524" y="202145"/>
                    <a:pt x="83099" y="202212"/>
                    <a:pt x="84675" y="202256"/>
                  </a:cubicBezTo>
                  <a:cubicBezTo>
                    <a:pt x="85329" y="202273"/>
                    <a:pt x="85965" y="202290"/>
                    <a:pt x="86600" y="202307"/>
                  </a:cubicBezTo>
                  <a:cubicBezTo>
                    <a:pt x="88882" y="202419"/>
                    <a:pt x="91107" y="202600"/>
                    <a:pt x="93344" y="202074"/>
                  </a:cubicBezTo>
                  <a:cubicBezTo>
                    <a:pt x="93551" y="201438"/>
                    <a:pt x="93751" y="200820"/>
                    <a:pt x="93952" y="200202"/>
                  </a:cubicBezTo>
                  <a:cubicBezTo>
                    <a:pt x="93998" y="199574"/>
                    <a:pt x="94043" y="198964"/>
                    <a:pt x="94088" y="198354"/>
                  </a:cubicBezTo>
                  <a:cubicBezTo>
                    <a:pt x="94547" y="198266"/>
                    <a:pt x="94992" y="198180"/>
                    <a:pt x="95437" y="198095"/>
                  </a:cubicBezTo>
                  <a:cubicBezTo>
                    <a:pt x="97000" y="198299"/>
                    <a:pt x="98467" y="198432"/>
                    <a:pt x="100041" y="198354"/>
                  </a:cubicBezTo>
                  <a:cubicBezTo>
                    <a:pt x="100323" y="197602"/>
                    <a:pt x="100323" y="197602"/>
                    <a:pt x="100599" y="196865"/>
                  </a:cubicBezTo>
                  <a:cubicBezTo>
                    <a:pt x="100663" y="196359"/>
                    <a:pt x="100724" y="195868"/>
                    <a:pt x="100786" y="195377"/>
                  </a:cubicBezTo>
                  <a:cubicBezTo>
                    <a:pt x="101798" y="195377"/>
                    <a:pt x="102780" y="195377"/>
                    <a:pt x="103762" y="195377"/>
                  </a:cubicBezTo>
                  <a:cubicBezTo>
                    <a:pt x="104142" y="194887"/>
                    <a:pt x="104510" y="194411"/>
                    <a:pt x="104878" y="193935"/>
                  </a:cubicBezTo>
                  <a:cubicBezTo>
                    <a:pt x="105258" y="193413"/>
                    <a:pt x="105626" y="192907"/>
                    <a:pt x="105994" y="192400"/>
                  </a:cubicBezTo>
                  <a:cubicBezTo>
                    <a:pt x="106990" y="192166"/>
                    <a:pt x="107983" y="191920"/>
                    <a:pt x="108971" y="191656"/>
                  </a:cubicBezTo>
                  <a:cubicBezTo>
                    <a:pt x="109206" y="190881"/>
                    <a:pt x="109206" y="190881"/>
                    <a:pt x="109436" y="190122"/>
                  </a:cubicBezTo>
                  <a:cubicBezTo>
                    <a:pt x="109577" y="189393"/>
                    <a:pt x="109577" y="189393"/>
                    <a:pt x="109715" y="188680"/>
                  </a:cubicBezTo>
                  <a:cubicBezTo>
                    <a:pt x="110221" y="188680"/>
                    <a:pt x="110712" y="188680"/>
                    <a:pt x="111203" y="188680"/>
                  </a:cubicBezTo>
                  <a:cubicBezTo>
                    <a:pt x="111694" y="187437"/>
                    <a:pt x="112191" y="186197"/>
                    <a:pt x="112692" y="184959"/>
                  </a:cubicBezTo>
                  <a:cubicBezTo>
                    <a:pt x="113451" y="184453"/>
                    <a:pt x="114187" y="183962"/>
                    <a:pt x="114924" y="183471"/>
                  </a:cubicBezTo>
                  <a:cubicBezTo>
                    <a:pt x="114894" y="181983"/>
                    <a:pt x="114893" y="180494"/>
                    <a:pt x="114924" y="179006"/>
                  </a:cubicBezTo>
                  <a:cubicBezTo>
                    <a:pt x="115922" y="178781"/>
                    <a:pt x="116914" y="178531"/>
                    <a:pt x="117901" y="178262"/>
                  </a:cubicBezTo>
                  <a:cubicBezTo>
                    <a:pt x="118183" y="176923"/>
                    <a:pt x="118183" y="176923"/>
                    <a:pt x="118459" y="175611"/>
                  </a:cubicBezTo>
                  <a:cubicBezTo>
                    <a:pt x="118522" y="174741"/>
                    <a:pt x="118583" y="173897"/>
                    <a:pt x="118645" y="173053"/>
                  </a:cubicBezTo>
                  <a:cubicBezTo>
                    <a:pt x="118898" y="173053"/>
                    <a:pt x="119143" y="173053"/>
                    <a:pt x="119389" y="173053"/>
                  </a:cubicBezTo>
                  <a:cubicBezTo>
                    <a:pt x="120787" y="171034"/>
                    <a:pt x="120885" y="170147"/>
                    <a:pt x="120598" y="167658"/>
                  </a:cubicBezTo>
                  <a:cubicBezTo>
                    <a:pt x="120363" y="166624"/>
                    <a:pt x="120363" y="166624"/>
                    <a:pt x="120133" y="165611"/>
                  </a:cubicBezTo>
                  <a:cubicBezTo>
                    <a:pt x="121610" y="165568"/>
                    <a:pt x="121610" y="165568"/>
                    <a:pt x="123110" y="164867"/>
                  </a:cubicBezTo>
                  <a:cubicBezTo>
                    <a:pt x="123209" y="164068"/>
                    <a:pt x="123304" y="163292"/>
                    <a:pt x="123400" y="162516"/>
                  </a:cubicBezTo>
                  <a:cubicBezTo>
                    <a:pt x="123365" y="161528"/>
                    <a:pt x="123330" y="160570"/>
                    <a:pt x="123296" y="159612"/>
                  </a:cubicBezTo>
                  <a:cubicBezTo>
                    <a:pt x="123268" y="158623"/>
                    <a:pt x="123241" y="157662"/>
                    <a:pt x="123214" y="156702"/>
                  </a:cubicBezTo>
                  <a:cubicBezTo>
                    <a:pt x="123179" y="155936"/>
                    <a:pt x="123144" y="155193"/>
                    <a:pt x="123110" y="154449"/>
                  </a:cubicBezTo>
                  <a:cubicBezTo>
                    <a:pt x="123869" y="154449"/>
                    <a:pt x="124605" y="154449"/>
                    <a:pt x="125342" y="154449"/>
                  </a:cubicBezTo>
                  <a:cubicBezTo>
                    <a:pt x="126086" y="152217"/>
                    <a:pt x="126086" y="152217"/>
                    <a:pt x="126135" y="150541"/>
                  </a:cubicBezTo>
                  <a:cubicBezTo>
                    <a:pt x="126117" y="149883"/>
                    <a:pt x="126099" y="149245"/>
                    <a:pt x="126080" y="148607"/>
                  </a:cubicBezTo>
                  <a:cubicBezTo>
                    <a:pt x="126055" y="147175"/>
                    <a:pt x="126026" y="145742"/>
                    <a:pt x="125993" y="144310"/>
                  </a:cubicBezTo>
                  <a:cubicBezTo>
                    <a:pt x="125971" y="143559"/>
                    <a:pt x="125948" y="142830"/>
                    <a:pt x="125926" y="142101"/>
                  </a:cubicBezTo>
                  <a:cubicBezTo>
                    <a:pt x="125916" y="141388"/>
                    <a:pt x="125905" y="140695"/>
                    <a:pt x="125894" y="140003"/>
                  </a:cubicBezTo>
                  <a:cubicBezTo>
                    <a:pt x="125786" y="138141"/>
                    <a:pt x="125786" y="138141"/>
                    <a:pt x="126086" y="136590"/>
                  </a:cubicBezTo>
                  <a:cubicBezTo>
                    <a:pt x="126845" y="136337"/>
                    <a:pt x="127582" y="136091"/>
                    <a:pt x="128319" y="135846"/>
                  </a:cubicBezTo>
                  <a:cubicBezTo>
                    <a:pt x="128412" y="135340"/>
                    <a:pt x="128502" y="134850"/>
                    <a:pt x="128592" y="134359"/>
                  </a:cubicBezTo>
                  <a:cubicBezTo>
                    <a:pt x="128589" y="133686"/>
                    <a:pt x="128587" y="133034"/>
                    <a:pt x="128584" y="132381"/>
                  </a:cubicBezTo>
                  <a:cubicBezTo>
                    <a:pt x="128586" y="131621"/>
                    <a:pt x="128588" y="130884"/>
                    <a:pt x="128591" y="130146"/>
                  </a:cubicBezTo>
                  <a:cubicBezTo>
                    <a:pt x="128581" y="129319"/>
                    <a:pt x="128572" y="128516"/>
                    <a:pt x="128563" y="127713"/>
                  </a:cubicBezTo>
                  <a:cubicBezTo>
                    <a:pt x="128560" y="126030"/>
                    <a:pt x="128556" y="124347"/>
                    <a:pt x="128551" y="122663"/>
                  </a:cubicBezTo>
                  <a:cubicBezTo>
                    <a:pt x="128528" y="119997"/>
                    <a:pt x="128505" y="117330"/>
                    <a:pt x="128497" y="114663"/>
                  </a:cubicBezTo>
                  <a:cubicBezTo>
                    <a:pt x="128495" y="112928"/>
                    <a:pt x="128490" y="111193"/>
                    <a:pt x="128483" y="109457"/>
                  </a:cubicBezTo>
                  <a:cubicBezTo>
                    <a:pt x="128478" y="108612"/>
                    <a:pt x="128474" y="107791"/>
                    <a:pt x="128470" y="106970"/>
                  </a:cubicBezTo>
                  <a:cubicBezTo>
                    <a:pt x="128465" y="105745"/>
                    <a:pt x="128465" y="105745"/>
                    <a:pt x="128460" y="104545"/>
                  </a:cubicBezTo>
                  <a:cubicBezTo>
                    <a:pt x="128453" y="103781"/>
                    <a:pt x="128446" y="103038"/>
                    <a:pt x="128439" y="102296"/>
                  </a:cubicBezTo>
                  <a:cubicBezTo>
                    <a:pt x="128421" y="100023"/>
                    <a:pt x="128301" y="98587"/>
                    <a:pt x="127575" y="96406"/>
                  </a:cubicBezTo>
                  <a:cubicBezTo>
                    <a:pt x="127069" y="96406"/>
                    <a:pt x="126577" y="96406"/>
                    <a:pt x="126086" y="96406"/>
                  </a:cubicBezTo>
                  <a:cubicBezTo>
                    <a:pt x="126132" y="94503"/>
                    <a:pt x="126169" y="92600"/>
                    <a:pt x="126195" y="90696"/>
                  </a:cubicBezTo>
                  <a:cubicBezTo>
                    <a:pt x="126206" y="89902"/>
                    <a:pt x="126216" y="89131"/>
                    <a:pt x="126226" y="88360"/>
                  </a:cubicBezTo>
                  <a:cubicBezTo>
                    <a:pt x="126245" y="87575"/>
                    <a:pt x="126264" y="86813"/>
                    <a:pt x="126282" y="86051"/>
                  </a:cubicBezTo>
                  <a:cubicBezTo>
                    <a:pt x="126290" y="85297"/>
                    <a:pt x="126297" y="84566"/>
                    <a:pt x="126304" y="83834"/>
                  </a:cubicBezTo>
                  <a:cubicBezTo>
                    <a:pt x="126344" y="81574"/>
                    <a:pt x="126502" y="80501"/>
                    <a:pt x="124979" y="78794"/>
                  </a:cubicBezTo>
                  <a:cubicBezTo>
                    <a:pt x="123674" y="77847"/>
                    <a:pt x="123674" y="77847"/>
                    <a:pt x="123499" y="76009"/>
                  </a:cubicBezTo>
                  <a:cubicBezTo>
                    <a:pt x="123359" y="73505"/>
                    <a:pt x="123498" y="71137"/>
                    <a:pt x="122366" y="68873"/>
                  </a:cubicBezTo>
                  <a:cubicBezTo>
                    <a:pt x="121607" y="68873"/>
                    <a:pt x="120870" y="68873"/>
                    <a:pt x="120133" y="68873"/>
                  </a:cubicBezTo>
                  <a:cubicBezTo>
                    <a:pt x="121139" y="66861"/>
                    <a:pt x="121139" y="66861"/>
                    <a:pt x="120133" y="62920"/>
                  </a:cubicBezTo>
                  <a:cubicBezTo>
                    <a:pt x="119006" y="62544"/>
                    <a:pt x="119006" y="62544"/>
                    <a:pt x="117901" y="62176"/>
                  </a:cubicBezTo>
                  <a:cubicBezTo>
                    <a:pt x="117885" y="61417"/>
                    <a:pt x="117870" y="60680"/>
                    <a:pt x="117854" y="59943"/>
                  </a:cubicBezTo>
                  <a:cubicBezTo>
                    <a:pt x="117870" y="59184"/>
                    <a:pt x="117885" y="58448"/>
                    <a:pt x="117901" y="57711"/>
                  </a:cubicBezTo>
                  <a:cubicBezTo>
                    <a:pt x="117395" y="57458"/>
                    <a:pt x="116904" y="57212"/>
                    <a:pt x="116412" y="56967"/>
                  </a:cubicBezTo>
                  <a:cubicBezTo>
                    <a:pt x="115916" y="55975"/>
                    <a:pt x="115420" y="54983"/>
                    <a:pt x="114924" y="53990"/>
                  </a:cubicBezTo>
                  <a:cubicBezTo>
                    <a:pt x="114165" y="53262"/>
                    <a:pt x="113420" y="52518"/>
                    <a:pt x="112692" y="51758"/>
                  </a:cubicBezTo>
                  <a:cubicBezTo>
                    <a:pt x="112366" y="50177"/>
                    <a:pt x="112366" y="50177"/>
                    <a:pt x="111948" y="48781"/>
                  </a:cubicBezTo>
                  <a:cubicBezTo>
                    <a:pt x="110954" y="48540"/>
                    <a:pt x="109961" y="48293"/>
                    <a:pt x="108971" y="48037"/>
                  </a:cubicBezTo>
                  <a:cubicBezTo>
                    <a:pt x="108971" y="47025"/>
                    <a:pt x="108971" y="46043"/>
                    <a:pt x="108971" y="45061"/>
                  </a:cubicBezTo>
                  <a:cubicBezTo>
                    <a:pt x="107844" y="44685"/>
                    <a:pt x="107844" y="44685"/>
                    <a:pt x="106739" y="44317"/>
                  </a:cubicBezTo>
                  <a:cubicBezTo>
                    <a:pt x="105987" y="43189"/>
                    <a:pt x="105987" y="43189"/>
                    <a:pt x="105250" y="42084"/>
                  </a:cubicBezTo>
                  <a:cubicBezTo>
                    <a:pt x="103712" y="41408"/>
                    <a:pt x="103712" y="41408"/>
                    <a:pt x="102274" y="40596"/>
                  </a:cubicBezTo>
                  <a:cubicBezTo>
                    <a:pt x="102088" y="39015"/>
                    <a:pt x="102088" y="39015"/>
                    <a:pt x="101530" y="37619"/>
                  </a:cubicBezTo>
                  <a:cubicBezTo>
                    <a:pt x="100518" y="37619"/>
                    <a:pt x="99535" y="37619"/>
                    <a:pt x="98553" y="37619"/>
                  </a:cubicBezTo>
                  <a:cubicBezTo>
                    <a:pt x="97541" y="37619"/>
                    <a:pt x="96559" y="37619"/>
                    <a:pt x="95577" y="37619"/>
                  </a:cubicBezTo>
                  <a:cubicBezTo>
                    <a:pt x="95333" y="36626"/>
                    <a:pt x="95085" y="35634"/>
                    <a:pt x="94832" y="34643"/>
                  </a:cubicBezTo>
                  <a:cubicBezTo>
                    <a:pt x="94366" y="34548"/>
                    <a:pt x="93914" y="34456"/>
                    <a:pt x="93462" y="34364"/>
                  </a:cubicBezTo>
                  <a:cubicBezTo>
                    <a:pt x="92860" y="34404"/>
                    <a:pt x="92277" y="34444"/>
                    <a:pt x="91693" y="34483"/>
                  </a:cubicBezTo>
                  <a:cubicBezTo>
                    <a:pt x="90382" y="34538"/>
                    <a:pt x="89072" y="34607"/>
                    <a:pt x="87763" y="34689"/>
                  </a:cubicBezTo>
                  <a:cubicBezTo>
                    <a:pt x="87078" y="34735"/>
                    <a:pt x="86413" y="34780"/>
                    <a:pt x="85749" y="34824"/>
                  </a:cubicBezTo>
                  <a:cubicBezTo>
                    <a:pt x="84781" y="34863"/>
                    <a:pt x="84781" y="34863"/>
                    <a:pt x="83833" y="34901"/>
                  </a:cubicBezTo>
                  <a:cubicBezTo>
                    <a:pt x="82113" y="35111"/>
                    <a:pt x="82113" y="35111"/>
                    <a:pt x="80694" y="34643"/>
                  </a:cubicBezTo>
                  <a:cubicBezTo>
                    <a:pt x="80318" y="32764"/>
                    <a:pt x="80318" y="32764"/>
                    <a:pt x="79950" y="30922"/>
                  </a:cubicBezTo>
                  <a:cubicBezTo>
                    <a:pt x="62745" y="30922"/>
                    <a:pt x="46047" y="30922"/>
                    <a:pt x="29348" y="30922"/>
                  </a:cubicBezTo>
                  <a:close/>
                  <a:moveTo>
                    <a:pt x="91492" y="0"/>
                  </a:moveTo>
                  <a:cubicBezTo>
                    <a:pt x="92724" y="6"/>
                    <a:pt x="92724" y="6"/>
                    <a:pt x="93980" y="12"/>
                  </a:cubicBezTo>
                  <a:cubicBezTo>
                    <a:pt x="94698" y="10"/>
                    <a:pt x="95417" y="7"/>
                    <a:pt x="96157" y="4"/>
                  </a:cubicBezTo>
                  <a:cubicBezTo>
                    <a:pt x="96689" y="125"/>
                    <a:pt x="97222" y="246"/>
                    <a:pt x="97771" y="370"/>
                  </a:cubicBezTo>
                  <a:cubicBezTo>
                    <a:pt x="98244" y="1869"/>
                    <a:pt x="98244" y="1869"/>
                    <a:pt x="98515" y="3347"/>
                  </a:cubicBezTo>
                  <a:cubicBezTo>
                    <a:pt x="100762" y="3596"/>
                    <a:pt x="100762" y="3596"/>
                    <a:pt x="103352" y="3347"/>
                  </a:cubicBezTo>
                  <a:cubicBezTo>
                    <a:pt x="106026" y="3161"/>
                    <a:pt x="106026" y="3161"/>
                    <a:pt x="108189" y="3347"/>
                  </a:cubicBezTo>
                  <a:cubicBezTo>
                    <a:pt x="108700" y="4809"/>
                    <a:pt x="108700" y="4809"/>
                    <a:pt x="108933" y="6323"/>
                  </a:cubicBezTo>
                  <a:cubicBezTo>
                    <a:pt x="110664" y="6602"/>
                    <a:pt x="112401" y="6850"/>
                    <a:pt x="114142" y="7068"/>
                  </a:cubicBezTo>
                  <a:cubicBezTo>
                    <a:pt x="114387" y="7804"/>
                    <a:pt x="114633" y="8541"/>
                    <a:pt x="114886" y="9300"/>
                  </a:cubicBezTo>
                  <a:cubicBezTo>
                    <a:pt x="115607" y="9530"/>
                    <a:pt x="116329" y="9760"/>
                    <a:pt x="117072" y="9998"/>
                  </a:cubicBezTo>
                  <a:cubicBezTo>
                    <a:pt x="119778" y="10937"/>
                    <a:pt x="119647" y="11381"/>
                    <a:pt x="120839" y="13765"/>
                  </a:cubicBezTo>
                  <a:cubicBezTo>
                    <a:pt x="121468" y="13765"/>
                    <a:pt x="122097" y="13765"/>
                    <a:pt x="122746" y="13765"/>
                  </a:cubicBezTo>
                  <a:cubicBezTo>
                    <a:pt x="123344" y="13765"/>
                    <a:pt x="123943" y="13765"/>
                    <a:pt x="124560" y="13765"/>
                  </a:cubicBezTo>
                  <a:cubicBezTo>
                    <a:pt x="125025" y="15207"/>
                    <a:pt x="125025" y="15207"/>
                    <a:pt x="125304" y="16741"/>
                  </a:cubicBezTo>
                  <a:cubicBezTo>
                    <a:pt x="126041" y="16987"/>
                    <a:pt x="126777" y="17233"/>
                    <a:pt x="127536" y="17486"/>
                  </a:cubicBezTo>
                  <a:cubicBezTo>
                    <a:pt x="128057" y="18465"/>
                    <a:pt x="128554" y="19458"/>
                    <a:pt x="129024" y="20462"/>
                  </a:cubicBezTo>
                  <a:cubicBezTo>
                    <a:pt x="129516" y="20708"/>
                    <a:pt x="130007" y="20953"/>
                    <a:pt x="130513" y="21206"/>
                  </a:cubicBezTo>
                  <a:cubicBezTo>
                    <a:pt x="131009" y="22198"/>
                    <a:pt x="131505" y="23191"/>
                    <a:pt x="132001" y="24183"/>
                  </a:cubicBezTo>
                  <a:cubicBezTo>
                    <a:pt x="132492" y="24428"/>
                    <a:pt x="132983" y="24674"/>
                    <a:pt x="133489" y="24927"/>
                  </a:cubicBezTo>
                  <a:cubicBezTo>
                    <a:pt x="133735" y="25664"/>
                    <a:pt x="133980" y="26400"/>
                    <a:pt x="134233" y="27159"/>
                  </a:cubicBezTo>
                  <a:cubicBezTo>
                    <a:pt x="134970" y="27651"/>
                    <a:pt x="135707" y="28142"/>
                    <a:pt x="136466" y="28648"/>
                  </a:cubicBezTo>
                  <a:cubicBezTo>
                    <a:pt x="136711" y="29384"/>
                    <a:pt x="136957" y="30121"/>
                    <a:pt x="137210" y="30880"/>
                  </a:cubicBezTo>
                  <a:cubicBezTo>
                    <a:pt x="137947" y="31371"/>
                    <a:pt x="138683" y="31862"/>
                    <a:pt x="139442" y="32368"/>
                  </a:cubicBezTo>
                  <a:cubicBezTo>
                    <a:pt x="139565" y="33120"/>
                    <a:pt x="139688" y="33872"/>
                    <a:pt x="139815" y="34647"/>
                  </a:cubicBezTo>
                  <a:cubicBezTo>
                    <a:pt x="139937" y="35369"/>
                    <a:pt x="140060" y="36090"/>
                    <a:pt x="140187" y="36833"/>
                  </a:cubicBezTo>
                  <a:cubicBezTo>
                    <a:pt x="140923" y="37079"/>
                    <a:pt x="141660" y="37324"/>
                    <a:pt x="142419" y="37577"/>
                  </a:cubicBezTo>
                  <a:cubicBezTo>
                    <a:pt x="142559" y="39484"/>
                    <a:pt x="142559" y="39484"/>
                    <a:pt x="142419" y="41298"/>
                  </a:cubicBezTo>
                  <a:cubicBezTo>
                    <a:pt x="143156" y="41298"/>
                    <a:pt x="143892" y="41298"/>
                    <a:pt x="144651" y="41298"/>
                  </a:cubicBezTo>
                  <a:cubicBezTo>
                    <a:pt x="145143" y="42600"/>
                    <a:pt x="145143" y="42600"/>
                    <a:pt x="145442" y="44275"/>
                  </a:cubicBezTo>
                  <a:cubicBezTo>
                    <a:pt x="145706" y="45900"/>
                    <a:pt x="145706" y="45900"/>
                    <a:pt x="146140" y="47251"/>
                  </a:cubicBezTo>
                  <a:cubicBezTo>
                    <a:pt x="146631" y="47251"/>
                    <a:pt x="147122" y="47251"/>
                    <a:pt x="147628" y="47251"/>
                  </a:cubicBezTo>
                  <a:cubicBezTo>
                    <a:pt x="147874" y="49707"/>
                    <a:pt x="148119" y="52163"/>
                    <a:pt x="148372" y="54693"/>
                  </a:cubicBezTo>
                  <a:cubicBezTo>
                    <a:pt x="149109" y="54693"/>
                    <a:pt x="149846" y="54693"/>
                    <a:pt x="150605" y="54693"/>
                  </a:cubicBezTo>
                  <a:cubicBezTo>
                    <a:pt x="150605" y="57394"/>
                    <a:pt x="150605" y="60095"/>
                    <a:pt x="150605" y="62878"/>
                  </a:cubicBezTo>
                  <a:cubicBezTo>
                    <a:pt x="151341" y="62878"/>
                    <a:pt x="152078" y="62878"/>
                    <a:pt x="152837" y="62878"/>
                  </a:cubicBezTo>
                  <a:cubicBezTo>
                    <a:pt x="153083" y="66562"/>
                    <a:pt x="153328" y="70245"/>
                    <a:pt x="153581" y="74040"/>
                  </a:cubicBezTo>
                  <a:cubicBezTo>
                    <a:pt x="154318" y="74040"/>
                    <a:pt x="155055" y="74040"/>
                    <a:pt x="155814" y="74040"/>
                  </a:cubicBezTo>
                  <a:cubicBezTo>
                    <a:pt x="156059" y="79443"/>
                    <a:pt x="156305" y="84845"/>
                    <a:pt x="156558" y="90411"/>
                  </a:cubicBezTo>
                  <a:cubicBezTo>
                    <a:pt x="157294" y="90411"/>
                    <a:pt x="158031" y="90411"/>
                    <a:pt x="158790" y="90411"/>
                  </a:cubicBezTo>
                  <a:cubicBezTo>
                    <a:pt x="158790" y="107601"/>
                    <a:pt x="158790" y="124791"/>
                    <a:pt x="158790" y="142501"/>
                  </a:cubicBezTo>
                  <a:cubicBezTo>
                    <a:pt x="158053" y="142501"/>
                    <a:pt x="157317" y="142501"/>
                    <a:pt x="156558" y="142501"/>
                  </a:cubicBezTo>
                  <a:cubicBezTo>
                    <a:pt x="156312" y="148395"/>
                    <a:pt x="156067" y="154288"/>
                    <a:pt x="155814" y="160361"/>
                  </a:cubicBezTo>
                  <a:cubicBezTo>
                    <a:pt x="155322" y="160361"/>
                    <a:pt x="154831" y="160361"/>
                    <a:pt x="154325" y="160361"/>
                  </a:cubicBezTo>
                  <a:cubicBezTo>
                    <a:pt x="153579" y="162599"/>
                    <a:pt x="153356" y="164482"/>
                    <a:pt x="153163" y="166825"/>
                  </a:cubicBezTo>
                  <a:cubicBezTo>
                    <a:pt x="153100" y="167565"/>
                    <a:pt x="153038" y="168304"/>
                    <a:pt x="152974" y="169066"/>
                  </a:cubicBezTo>
                  <a:cubicBezTo>
                    <a:pt x="152929" y="169631"/>
                    <a:pt x="152883" y="170196"/>
                    <a:pt x="152837" y="170779"/>
                  </a:cubicBezTo>
                  <a:cubicBezTo>
                    <a:pt x="152100" y="170779"/>
                    <a:pt x="151364" y="170779"/>
                    <a:pt x="150605" y="170779"/>
                  </a:cubicBezTo>
                  <a:cubicBezTo>
                    <a:pt x="150630" y="171415"/>
                    <a:pt x="150656" y="172050"/>
                    <a:pt x="150683" y="172706"/>
                  </a:cubicBezTo>
                  <a:cubicBezTo>
                    <a:pt x="150703" y="173528"/>
                    <a:pt x="150723" y="174350"/>
                    <a:pt x="150744" y="175197"/>
                  </a:cubicBezTo>
                  <a:cubicBezTo>
                    <a:pt x="150770" y="176017"/>
                    <a:pt x="150796" y="176837"/>
                    <a:pt x="150823" y="177682"/>
                  </a:cubicBezTo>
                  <a:cubicBezTo>
                    <a:pt x="150751" y="178351"/>
                    <a:pt x="150679" y="179019"/>
                    <a:pt x="150605" y="179708"/>
                  </a:cubicBezTo>
                  <a:cubicBezTo>
                    <a:pt x="149868" y="179954"/>
                    <a:pt x="149131" y="180199"/>
                    <a:pt x="148372" y="180452"/>
                  </a:cubicBezTo>
                  <a:cubicBezTo>
                    <a:pt x="148020" y="182008"/>
                    <a:pt x="148020" y="182008"/>
                    <a:pt x="148000" y="183801"/>
                  </a:cubicBezTo>
                  <a:cubicBezTo>
                    <a:pt x="147930" y="185638"/>
                    <a:pt x="147930" y="185638"/>
                    <a:pt x="147628" y="187150"/>
                  </a:cubicBezTo>
                  <a:cubicBezTo>
                    <a:pt x="146891" y="187395"/>
                    <a:pt x="146155" y="187641"/>
                    <a:pt x="145396" y="187894"/>
                  </a:cubicBezTo>
                  <a:cubicBezTo>
                    <a:pt x="144960" y="189297"/>
                    <a:pt x="144960" y="189297"/>
                    <a:pt x="144884" y="190917"/>
                  </a:cubicBezTo>
                  <a:cubicBezTo>
                    <a:pt x="144769" y="192367"/>
                    <a:pt x="144769" y="192367"/>
                    <a:pt x="144651" y="193847"/>
                  </a:cubicBezTo>
                  <a:cubicBezTo>
                    <a:pt x="143915" y="193847"/>
                    <a:pt x="143178" y="193847"/>
                    <a:pt x="142419" y="193847"/>
                  </a:cubicBezTo>
                  <a:cubicBezTo>
                    <a:pt x="142173" y="195320"/>
                    <a:pt x="141928" y="196794"/>
                    <a:pt x="141675" y="198312"/>
                  </a:cubicBezTo>
                  <a:cubicBezTo>
                    <a:pt x="140938" y="198312"/>
                    <a:pt x="140201" y="198312"/>
                    <a:pt x="139442" y="198312"/>
                  </a:cubicBezTo>
                  <a:cubicBezTo>
                    <a:pt x="139489" y="198910"/>
                    <a:pt x="139535" y="199509"/>
                    <a:pt x="139582" y="200126"/>
                  </a:cubicBezTo>
                  <a:cubicBezTo>
                    <a:pt x="139536" y="200755"/>
                    <a:pt x="139490" y="201384"/>
                    <a:pt x="139442" y="202032"/>
                  </a:cubicBezTo>
                  <a:cubicBezTo>
                    <a:pt x="138706" y="202278"/>
                    <a:pt x="137969" y="202524"/>
                    <a:pt x="137210" y="202777"/>
                  </a:cubicBezTo>
                  <a:cubicBezTo>
                    <a:pt x="136957" y="204264"/>
                    <a:pt x="136709" y="205752"/>
                    <a:pt x="136466" y="207241"/>
                  </a:cubicBezTo>
                  <a:cubicBezTo>
                    <a:pt x="135729" y="207733"/>
                    <a:pt x="134993" y="208224"/>
                    <a:pt x="134233" y="208730"/>
                  </a:cubicBezTo>
                  <a:cubicBezTo>
                    <a:pt x="133988" y="209466"/>
                    <a:pt x="133742" y="210203"/>
                    <a:pt x="133489" y="210962"/>
                  </a:cubicBezTo>
                  <a:cubicBezTo>
                    <a:pt x="132753" y="211453"/>
                    <a:pt x="132016" y="211944"/>
                    <a:pt x="131257" y="212450"/>
                  </a:cubicBezTo>
                  <a:cubicBezTo>
                    <a:pt x="131011" y="213187"/>
                    <a:pt x="130766" y="213924"/>
                    <a:pt x="130513" y="214683"/>
                  </a:cubicBezTo>
                  <a:cubicBezTo>
                    <a:pt x="128411" y="217012"/>
                    <a:pt x="126590" y="218504"/>
                    <a:pt x="123816" y="219892"/>
                  </a:cubicBezTo>
                  <a:cubicBezTo>
                    <a:pt x="123570" y="220628"/>
                    <a:pt x="123324" y="221365"/>
                    <a:pt x="123071" y="222124"/>
                  </a:cubicBezTo>
                  <a:cubicBezTo>
                    <a:pt x="122580" y="222232"/>
                    <a:pt x="122089" y="222339"/>
                    <a:pt x="121583" y="222450"/>
                  </a:cubicBezTo>
                  <a:cubicBezTo>
                    <a:pt x="121092" y="222588"/>
                    <a:pt x="120601" y="222726"/>
                    <a:pt x="120095" y="222868"/>
                  </a:cubicBezTo>
                  <a:cubicBezTo>
                    <a:pt x="119980" y="223628"/>
                    <a:pt x="119980" y="223628"/>
                    <a:pt x="119862" y="224403"/>
                  </a:cubicBezTo>
                  <a:cubicBezTo>
                    <a:pt x="119693" y="224879"/>
                    <a:pt x="119525" y="225355"/>
                    <a:pt x="119351" y="225845"/>
                  </a:cubicBezTo>
                  <a:cubicBezTo>
                    <a:pt x="116700" y="226031"/>
                    <a:pt x="116700" y="226031"/>
                    <a:pt x="114142" y="225845"/>
                  </a:cubicBezTo>
                  <a:cubicBezTo>
                    <a:pt x="114142" y="226827"/>
                    <a:pt x="114142" y="227809"/>
                    <a:pt x="114142" y="228821"/>
                  </a:cubicBezTo>
                  <a:cubicBezTo>
                    <a:pt x="113613" y="228841"/>
                    <a:pt x="113085" y="228860"/>
                    <a:pt x="112540" y="228880"/>
                  </a:cubicBezTo>
                  <a:cubicBezTo>
                    <a:pt x="111856" y="228922"/>
                    <a:pt x="111172" y="228964"/>
                    <a:pt x="110467" y="229008"/>
                  </a:cubicBezTo>
                  <a:cubicBezTo>
                    <a:pt x="109785" y="229042"/>
                    <a:pt x="109103" y="229077"/>
                    <a:pt x="108401" y="229112"/>
                  </a:cubicBezTo>
                  <a:cubicBezTo>
                    <a:pt x="107840" y="229262"/>
                    <a:pt x="107278" y="229411"/>
                    <a:pt x="106700" y="229566"/>
                  </a:cubicBezTo>
                  <a:cubicBezTo>
                    <a:pt x="106607" y="230060"/>
                    <a:pt x="106514" y="230554"/>
                    <a:pt x="106418" y="231063"/>
                  </a:cubicBezTo>
                  <a:cubicBezTo>
                    <a:pt x="106190" y="231795"/>
                    <a:pt x="106190" y="231795"/>
                    <a:pt x="105956" y="232542"/>
                  </a:cubicBezTo>
                  <a:cubicBezTo>
                    <a:pt x="103631" y="232917"/>
                    <a:pt x="103631" y="232917"/>
                    <a:pt x="100747" y="232961"/>
                  </a:cubicBezTo>
                  <a:cubicBezTo>
                    <a:pt x="97951" y="232960"/>
                    <a:pt x="97951" y="232960"/>
                    <a:pt x="95538" y="233286"/>
                  </a:cubicBezTo>
                  <a:cubicBezTo>
                    <a:pt x="95293" y="234023"/>
                    <a:pt x="95047" y="234760"/>
                    <a:pt x="94794" y="235519"/>
                  </a:cubicBezTo>
                  <a:cubicBezTo>
                    <a:pt x="93234" y="235896"/>
                    <a:pt x="93234" y="235896"/>
                    <a:pt x="91193" y="236024"/>
                  </a:cubicBezTo>
                  <a:cubicBezTo>
                    <a:pt x="90448" y="236072"/>
                    <a:pt x="89703" y="236120"/>
                    <a:pt x="88936" y="236169"/>
                  </a:cubicBezTo>
                  <a:cubicBezTo>
                    <a:pt x="85287" y="236316"/>
                    <a:pt x="81647" y="236366"/>
                    <a:pt x="77996" y="236359"/>
                  </a:cubicBezTo>
                  <a:cubicBezTo>
                    <a:pt x="76769" y="236361"/>
                    <a:pt x="76769" y="236361"/>
                    <a:pt x="75518" y="236363"/>
                  </a:cubicBezTo>
                  <a:cubicBezTo>
                    <a:pt x="72843" y="236366"/>
                    <a:pt x="70168" y="236364"/>
                    <a:pt x="67493" y="236362"/>
                  </a:cubicBezTo>
                  <a:cubicBezTo>
                    <a:pt x="65625" y="236362"/>
                    <a:pt x="63757" y="236363"/>
                    <a:pt x="61889" y="236364"/>
                  </a:cubicBezTo>
                  <a:cubicBezTo>
                    <a:pt x="57490" y="236365"/>
                    <a:pt x="53092" y="236363"/>
                    <a:pt x="48694" y="236359"/>
                  </a:cubicBezTo>
                  <a:cubicBezTo>
                    <a:pt x="44684" y="236355"/>
                    <a:pt x="40675" y="236358"/>
                    <a:pt x="36665" y="236361"/>
                  </a:cubicBezTo>
                  <a:cubicBezTo>
                    <a:pt x="32317" y="236365"/>
                    <a:pt x="27968" y="236365"/>
                    <a:pt x="23619" y="236362"/>
                  </a:cubicBezTo>
                  <a:cubicBezTo>
                    <a:pt x="21772" y="236362"/>
                    <a:pt x="19926" y="236363"/>
                    <a:pt x="18079" y="236364"/>
                  </a:cubicBezTo>
                  <a:cubicBezTo>
                    <a:pt x="15507" y="236366"/>
                    <a:pt x="12935" y="236363"/>
                    <a:pt x="10363" y="236359"/>
                  </a:cubicBezTo>
                  <a:cubicBezTo>
                    <a:pt x="9215" y="236361"/>
                    <a:pt x="9215" y="236361"/>
                    <a:pt x="8044" y="236364"/>
                  </a:cubicBezTo>
                  <a:cubicBezTo>
                    <a:pt x="7345" y="236362"/>
                    <a:pt x="6646" y="236360"/>
                    <a:pt x="5926" y="236357"/>
                  </a:cubicBezTo>
                  <a:cubicBezTo>
                    <a:pt x="5319" y="236357"/>
                    <a:pt x="4711" y="236357"/>
                    <a:pt x="4086" y="236357"/>
                  </a:cubicBezTo>
                  <a:cubicBezTo>
                    <a:pt x="2521" y="236263"/>
                    <a:pt x="2521" y="236263"/>
                    <a:pt x="288" y="235519"/>
                  </a:cubicBezTo>
                  <a:cubicBezTo>
                    <a:pt x="11" y="233919"/>
                    <a:pt x="11" y="233919"/>
                    <a:pt x="13" y="231755"/>
                  </a:cubicBezTo>
                  <a:cubicBezTo>
                    <a:pt x="9" y="230934"/>
                    <a:pt x="5" y="230114"/>
                    <a:pt x="0" y="229268"/>
                  </a:cubicBezTo>
                  <a:cubicBezTo>
                    <a:pt x="7" y="228355"/>
                    <a:pt x="13" y="227443"/>
                    <a:pt x="20" y="226502"/>
                  </a:cubicBezTo>
                  <a:cubicBezTo>
                    <a:pt x="18" y="225541"/>
                    <a:pt x="16" y="224580"/>
                    <a:pt x="14" y="223590"/>
                  </a:cubicBezTo>
                  <a:cubicBezTo>
                    <a:pt x="9" y="220911"/>
                    <a:pt x="18" y="218232"/>
                    <a:pt x="29" y="215552"/>
                  </a:cubicBezTo>
                  <a:cubicBezTo>
                    <a:pt x="39" y="212667"/>
                    <a:pt x="35" y="209783"/>
                    <a:pt x="34" y="206898"/>
                  </a:cubicBezTo>
                  <a:cubicBezTo>
                    <a:pt x="33" y="201896"/>
                    <a:pt x="40" y="196894"/>
                    <a:pt x="52" y="191892"/>
                  </a:cubicBezTo>
                  <a:cubicBezTo>
                    <a:pt x="70" y="184659"/>
                    <a:pt x="76" y="177427"/>
                    <a:pt x="79" y="170195"/>
                  </a:cubicBezTo>
                  <a:cubicBezTo>
                    <a:pt x="84" y="158462"/>
                    <a:pt x="99" y="146729"/>
                    <a:pt x="120" y="134996"/>
                  </a:cubicBezTo>
                  <a:cubicBezTo>
                    <a:pt x="140" y="123596"/>
                    <a:pt x="156" y="112196"/>
                    <a:pt x="166" y="100796"/>
                  </a:cubicBezTo>
                  <a:cubicBezTo>
                    <a:pt x="166" y="100094"/>
                    <a:pt x="167" y="99391"/>
                    <a:pt x="167" y="98668"/>
                  </a:cubicBezTo>
                  <a:cubicBezTo>
                    <a:pt x="170" y="95145"/>
                    <a:pt x="173" y="91623"/>
                    <a:pt x="176" y="88100"/>
                  </a:cubicBezTo>
                  <a:cubicBezTo>
                    <a:pt x="199" y="58857"/>
                    <a:pt x="238" y="29614"/>
                    <a:pt x="288" y="370"/>
                  </a:cubicBezTo>
                  <a:cubicBezTo>
                    <a:pt x="12985" y="301"/>
                    <a:pt x="25683" y="248"/>
                    <a:pt x="38380" y="216"/>
                  </a:cubicBezTo>
                  <a:cubicBezTo>
                    <a:pt x="44275" y="201"/>
                    <a:pt x="50170" y="180"/>
                    <a:pt x="56065" y="146"/>
                  </a:cubicBezTo>
                  <a:cubicBezTo>
                    <a:pt x="61202" y="116"/>
                    <a:pt x="66338" y="97"/>
                    <a:pt x="71475" y="90"/>
                  </a:cubicBezTo>
                  <a:cubicBezTo>
                    <a:pt x="74196" y="86"/>
                    <a:pt x="76917" y="77"/>
                    <a:pt x="79639" y="56"/>
                  </a:cubicBezTo>
                  <a:cubicBezTo>
                    <a:pt x="82672" y="32"/>
                    <a:pt x="85704" y="31"/>
                    <a:pt x="88738" y="32"/>
                  </a:cubicBezTo>
                  <a:cubicBezTo>
                    <a:pt x="89646" y="22"/>
                    <a:pt x="90555" y="11"/>
                    <a:pt x="91492" y="0"/>
                  </a:cubicBezTo>
                  <a:close/>
                </a:path>
              </a:pathLst>
            </a:custGeom>
            <a:grpFill/>
            <a:ln w="744" cap="flat">
              <a:noFill/>
              <a:prstDash val="solid"/>
              <a:miter/>
            </a:ln>
          </p:spPr>
          <p:txBody>
            <a:bodyPr rtlCol="0" anchor="ctr"/>
            <a:lstStyle/>
            <a:p>
              <a:endParaRPr lang="zh-CN" altLang="en-US"/>
            </a:p>
          </p:txBody>
        </p:sp>
        <p:sp>
          <p:nvSpPr>
            <p:cNvPr id="171" name="任意多边形: 形状 170"/>
            <p:cNvSpPr/>
            <p:nvPr/>
          </p:nvSpPr>
          <p:spPr>
            <a:xfrm>
              <a:off x="5893620" y="1394116"/>
              <a:ext cx="145299" cy="236372"/>
            </a:xfrm>
            <a:custGeom>
              <a:avLst/>
              <a:gdLst>
                <a:gd name="connsiteX0" fmla="*/ 80648 w 145300"/>
                <a:gd name="connsiteY0" fmla="*/ 129667 h 236364"/>
                <a:gd name="connsiteX1" fmla="*/ 77689 w 145300"/>
                <a:gd name="connsiteY1" fmla="*/ 129687 h 236364"/>
                <a:gd name="connsiteX2" fmla="*/ 72499 w 145300"/>
                <a:gd name="connsiteY2" fmla="*/ 129711 h 236364"/>
                <a:gd name="connsiteX3" fmla="*/ 69065 w 145300"/>
                <a:gd name="connsiteY3" fmla="*/ 129741 h 236364"/>
                <a:gd name="connsiteX4" fmla="*/ 63940 w 145300"/>
                <a:gd name="connsiteY4" fmla="*/ 129757 h 236364"/>
                <a:gd name="connsiteX5" fmla="*/ 55249 w 145300"/>
                <a:gd name="connsiteY5" fmla="*/ 129839 h 236364"/>
                <a:gd name="connsiteX6" fmla="*/ 27762 w 145300"/>
                <a:gd name="connsiteY6" fmla="*/ 130025 h 236364"/>
                <a:gd name="connsiteX7" fmla="*/ 27762 w 145300"/>
                <a:gd name="connsiteY7" fmla="*/ 205927 h 236364"/>
                <a:gd name="connsiteX8" fmla="*/ 56737 w 145300"/>
                <a:gd name="connsiteY8" fmla="*/ 205741 h 236364"/>
                <a:gd name="connsiteX9" fmla="*/ 69580 w 145300"/>
                <a:gd name="connsiteY9" fmla="*/ 205672 h 236364"/>
                <a:gd name="connsiteX10" fmla="*/ 73035 w 145300"/>
                <a:gd name="connsiteY10" fmla="*/ 205637 h 236364"/>
                <a:gd name="connsiteX11" fmla="*/ 78649 w 145300"/>
                <a:gd name="connsiteY11" fmla="*/ 205613 h 236364"/>
                <a:gd name="connsiteX12" fmla="*/ 80392 w 145300"/>
                <a:gd name="connsiteY12" fmla="*/ 205589 h 236364"/>
                <a:gd name="connsiteX13" fmla="*/ 85805 w 145300"/>
                <a:gd name="connsiteY13" fmla="*/ 205183 h 236364"/>
                <a:gd name="connsiteX14" fmla="*/ 86380 w 145300"/>
                <a:gd name="connsiteY14" fmla="*/ 203679 h 236364"/>
                <a:gd name="connsiteX15" fmla="*/ 86549 w 145300"/>
                <a:gd name="connsiteY15" fmla="*/ 202207 h 236364"/>
                <a:gd name="connsiteX16" fmla="*/ 91386 w 145300"/>
                <a:gd name="connsiteY16" fmla="*/ 202253 h 236364"/>
                <a:gd name="connsiteX17" fmla="*/ 96223 w 145300"/>
                <a:gd name="connsiteY17" fmla="*/ 202207 h 236364"/>
                <a:gd name="connsiteX18" fmla="*/ 96735 w 145300"/>
                <a:gd name="connsiteY18" fmla="*/ 200346 h 236364"/>
                <a:gd name="connsiteX19" fmla="*/ 96967 w 145300"/>
                <a:gd name="connsiteY19" fmla="*/ 198486 h 236364"/>
                <a:gd name="connsiteX20" fmla="*/ 99572 w 145300"/>
                <a:gd name="connsiteY20" fmla="*/ 198439 h 236364"/>
                <a:gd name="connsiteX21" fmla="*/ 102176 w 145300"/>
                <a:gd name="connsiteY21" fmla="*/ 198486 h 236364"/>
                <a:gd name="connsiteX22" fmla="*/ 102688 w 145300"/>
                <a:gd name="connsiteY22" fmla="*/ 197044 h 236364"/>
                <a:gd name="connsiteX23" fmla="*/ 102920 w 145300"/>
                <a:gd name="connsiteY23" fmla="*/ 195509 h 236364"/>
                <a:gd name="connsiteX24" fmla="*/ 104362 w 145300"/>
                <a:gd name="connsiteY24" fmla="*/ 195137 h 236364"/>
                <a:gd name="connsiteX25" fmla="*/ 105897 w 145300"/>
                <a:gd name="connsiteY25" fmla="*/ 194765 h 236364"/>
                <a:gd name="connsiteX26" fmla="*/ 106641 w 145300"/>
                <a:gd name="connsiteY26" fmla="*/ 193509 h 236364"/>
                <a:gd name="connsiteX27" fmla="*/ 107385 w 145300"/>
                <a:gd name="connsiteY27" fmla="*/ 191789 h 236364"/>
                <a:gd name="connsiteX28" fmla="*/ 110176 w 145300"/>
                <a:gd name="connsiteY28" fmla="*/ 185556 h 236364"/>
                <a:gd name="connsiteX29" fmla="*/ 109617 w 145300"/>
                <a:gd name="connsiteY29" fmla="*/ 184347 h 236364"/>
                <a:gd name="connsiteX30" fmla="*/ 111850 w 145300"/>
                <a:gd name="connsiteY30" fmla="*/ 184347 h 236364"/>
                <a:gd name="connsiteX31" fmla="*/ 112736 w 145300"/>
                <a:gd name="connsiteY31" fmla="*/ 178096 h 236364"/>
                <a:gd name="connsiteX32" fmla="*/ 112745 w 145300"/>
                <a:gd name="connsiteY32" fmla="*/ 176118 h 236364"/>
                <a:gd name="connsiteX33" fmla="*/ 112768 w 145300"/>
                <a:gd name="connsiteY33" fmla="*/ 171992 h 236364"/>
                <a:gd name="connsiteX34" fmla="*/ 112803 w 145300"/>
                <a:gd name="connsiteY34" fmla="*/ 165471 h 236364"/>
                <a:gd name="connsiteX35" fmla="*/ 112834 w 145300"/>
                <a:gd name="connsiteY35" fmla="*/ 161221 h 236364"/>
                <a:gd name="connsiteX36" fmla="*/ 112838 w 145300"/>
                <a:gd name="connsiteY36" fmla="*/ 159189 h 236364"/>
                <a:gd name="connsiteX37" fmla="*/ 112866 w 145300"/>
                <a:gd name="connsiteY37" fmla="*/ 157216 h 236364"/>
                <a:gd name="connsiteX38" fmla="*/ 112859 w 145300"/>
                <a:gd name="connsiteY38" fmla="*/ 155380 h 236364"/>
                <a:gd name="connsiteX39" fmla="*/ 111461 w 145300"/>
                <a:gd name="connsiteY39" fmla="*/ 151183 h 236364"/>
                <a:gd name="connsiteX40" fmla="*/ 110362 w 145300"/>
                <a:gd name="connsiteY40" fmla="*/ 150117 h 236364"/>
                <a:gd name="connsiteX41" fmla="*/ 109431 w 145300"/>
                <a:gd name="connsiteY41" fmla="*/ 146954 h 236364"/>
                <a:gd name="connsiteX42" fmla="*/ 108129 w 145300"/>
                <a:gd name="connsiteY42" fmla="*/ 145652 h 236364"/>
                <a:gd name="connsiteX43" fmla="*/ 103385 w 145300"/>
                <a:gd name="connsiteY43" fmla="*/ 138257 h 236364"/>
                <a:gd name="connsiteX44" fmla="*/ 98967 w 145300"/>
                <a:gd name="connsiteY44" fmla="*/ 136490 h 236364"/>
                <a:gd name="connsiteX45" fmla="*/ 96967 w 145300"/>
                <a:gd name="connsiteY45" fmla="*/ 136722 h 236364"/>
                <a:gd name="connsiteX46" fmla="*/ 96967 w 145300"/>
                <a:gd name="connsiteY46" fmla="*/ 133746 h 236364"/>
                <a:gd name="connsiteX47" fmla="*/ 92242 w 145300"/>
                <a:gd name="connsiteY47" fmla="*/ 133626 h 236364"/>
                <a:gd name="connsiteX48" fmla="*/ 90316 w 145300"/>
                <a:gd name="connsiteY48" fmla="*/ 133560 h 236364"/>
                <a:gd name="connsiteX49" fmla="*/ 88399 w 145300"/>
                <a:gd name="connsiteY49" fmla="*/ 133528 h 236364"/>
                <a:gd name="connsiteX50" fmla="*/ 86575 w 145300"/>
                <a:gd name="connsiteY50" fmla="*/ 133455 h 236364"/>
                <a:gd name="connsiteX51" fmla="*/ 83573 w 145300"/>
                <a:gd name="connsiteY51" fmla="*/ 133002 h 236364"/>
                <a:gd name="connsiteX52" fmla="*/ 82828 w 145300"/>
                <a:gd name="connsiteY52" fmla="*/ 130025 h 236364"/>
                <a:gd name="connsiteX53" fmla="*/ 80648 w 145300"/>
                <a:gd name="connsiteY53" fmla="*/ 129667 h 236364"/>
                <a:gd name="connsiteX54" fmla="*/ 76980 w 145300"/>
                <a:gd name="connsiteY54" fmla="*/ 30564 h 236364"/>
                <a:gd name="connsiteX55" fmla="*/ 74226 w 145300"/>
                <a:gd name="connsiteY55" fmla="*/ 30584 h 236364"/>
                <a:gd name="connsiteX56" fmla="*/ 69393 w 145300"/>
                <a:gd name="connsiteY56" fmla="*/ 30608 h 236364"/>
                <a:gd name="connsiteX57" fmla="*/ 66199 w 145300"/>
                <a:gd name="connsiteY57" fmla="*/ 30638 h 236364"/>
                <a:gd name="connsiteX58" fmla="*/ 61425 w 145300"/>
                <a:gd name="connsiteY58" fmla="*/ 30654 h 236364"/>
                <a:gd name="connsiteX59" fmla="*/ 53343 w 145300"/>
                <a:gd name="connsiteY59" fmla="*/ 30736 h 236364"/>
                <a:gd name="connsiteX60" fmla="*/ 27763 w 145300"/>
                <a:gd name="connsiteY60" fmla="*/ 30922 h 236364"/>
                <a:gd name="connsiteX61" fmla="*/ 27763 w 145300"/>
                <a:gd name="connsiteY61" fmla="*/ 99383 h 236364"/>
                <a:gd name="connsiteX62" fmla="*/ 53761 w 145300"/>
                <a:gd name="connsiteY62" fmla="*/ 99615 h 236364"/>
                <a:gd name="connsiteX63" fmla="*/ 65285 w 145300"/>
                <a:gd name="connsiteY63" fmla="*/ 99735 h 236364"/>
                <a:gd name="connsiteX64" fmla="*/ 68386 w 145300"/>
                <a:gd name="connsiteY64" fmla="*/ 99746 h 236364"/>
                <a:gd name="connsiteX65" fmla="*/ 73422 w 145300"/>
                <a:gd name="connsiteY65" fmla="*/ 99807 h 236364"/>
                <a:gd name="connsiteX66" fmla="*/ 74987 w 145300"/>
                <a:gd name="connsiteY66" fmla="*/ 99805 h 236364"/>
                <a:gd name="connsiteX67" fmla="*/ 79853 w 145300"/>
                <a:gd name="connsiteY67" fmla="*/ 99383 h 236364"/>
                <a:gd name="connsiteX68" fmla="*/ 80374 w 145300"/>
                <a:gd name="connsiteY68" fmla="*/ 97514 h 236364"/>
                <a:gd name="connsiteX69" fmla="*/ 80597 w 145300"/>
                <a:gd name="connsiteY69" fmla="*/ 95662 h 236364"/>
                <a:gd name="connsiteX70" fmla="*/ 84594 w 145300"/>
                <a:gd name="connsiteY70" fmla="*/ 95444 h 236364"/>
                <a:gd name="connsiteX71" fmla="*/ 91759 w 145300"/>
                <a:gd name="connsiteY71" fmla="*/ 95662 h 236364"/>
                <a:gd name="connsiteX72" fmla="*/ 92503 w 145300"/>
                <a:gd name="connsiteY72" fmla="*/ 93430 h 236364"/>
                <a:gd name="connsiteX73" fmla="*/ 97811 w 145300"/>
                <a:gd name="connsiteY73" fmla="*/ 91064 h 236364"/>
                <a:gd name="connsiteX74" fmla="*/ 102177 w 145300"/>
                <a:gd name="connsiteY74" fmla="*/ 85244 h 236364"/>
                <a:gd name="connsiteX75" fmla="*/ 104627 w 145300"/>
                <a:gd name="connsiteY75" fmla="*/ 80840 h 236364"/>
                <a:gd name="connsiteX76" fmla="*/ 104549 w 145300"/>
                <a:gd name="connsiteY76" fmla="*/ 78407 h 236364"/>
                <a:gd name="connsiteX77" fmla="*/ 104488 w 145300"/>
                <a:gd name="connsiteY77" fmla="*/ 75957 h 236364"/>
                <a:gd name="connsiteX78" fmla="*/ 104409 w 145300"/>
                <a:gd name="connsiteY78" fmla="*/ 74082 h 236364"/>
                <a:gd name="connsiteX79" fmla="*/ 105898 w 145300"/>
                <a:gd name="connsiteY79" fmla="*/ 74082 h 236364"/>
                <a:gd name="connsiteX80" fmla="*/ 107567 w 145300"/>
                <a:gd name="connsiteY80" fmla="*/ 70402 h 236364"/>
                <a:gd name="connsiteX81" fmla="*/ 107558 w 145300"/>
                <a:gd name="connsiteY81" fmla="*/ 68780 h 236364"/>
                <a:gd name="connsiteX82" fmla="*/ 107553 w 145300"/>
                <a:gd name="connsiteY82" fmla="*/ 67001 h 236364"/>
                <a:gd name="connsiteX83" fmla="*/ 107526 w 145300"/>
                <a:gd name="connsiteY83" fmla="*/ 65152 h 236364"/>
                <a:gd name="connsiteX84" fmla="*/ 106642 w 145300"/>
                <a:gd name="connsiteY84" fmla="*/ 56223 h 236364"/>
                <a:gd name="connsiteX85" fmla="*/ 104409 w 145300"/>
                <a:gd name="connsiteY85" fmla="*/ 56223 h 236364"/>
                <a:gd name="connsiteX86" fmla="*/ 104436 w 145300"/>
                <a:gd name="connsiteY86" fmla="*/ 54647 h 236364"/>
                <a:gd name="connsiteX87" fmla="*/ 104456 w 145300"/>
                <a:gd name="connsiteY87" fmla="*/ 52595 h 236364"/>
                <a:gd name="connsiteX88" fmla="*/ 103665 w 145300"/>
                <a:gd name="connsiteY88" fmla="*/ 47293 h 236364"/>
                <a:gd name="connsiteX89" fmla="*/ 102177 w 145300"/>
                <a:gd name="connsiteY89" fmla="*/ 47293 h 236364"/>
                <a:gd name="connsiteX90" fmla="*/ 101006 w 145300"/>
                <a:gd name="connsiteY90" fmla="*/ 43215 h 236364"/>
                <a:gd name="connsiteX91" fmla="*/ 99433 w 145300"/>
                <a:gd name="connsiteY91" fmla="*/ 41200 h 236364"/>
                <a:gd name="connsiteX92" fmla="*/ 97890 w 145300"/>
                <a:gd name="connsiteY92" fmla="*/ 39169 h 236364"/>
                <a:gd name="connsiteX93" fmla="*/ 94163 w 145300"/>
                <a:gd name="connsiteY93" fmla="*/ 37395 h 236364"/>
                <a:gd name="connsiteX94" fmla="*/ 92503 w 145300"/>
                <a:gd name="connsiteY94" fmla="*/ 37619 h 236364"/>
                <a:gd name="connsiteX95" fmla="*/ 92503 w 145300"/>
                <a:gd name="connsiteY95" fmla="*/ 35387 h 236364"/>
                <a:gd name="connsiteX96" fmla="*/ 85387 w 145300"/>
                <a:gd name="connsiteY96" fmla="*/ 33992 h 236364"/>
                <a:gd name="connsiteX97" fmla="*/ 80597 w 145300"/>
                <a:gd name="connsiteY97" fmla="*/ 33899 h 236364"/>
                <a:gd name="connsiteX98" fmla="*/ 79109 w 145300"/>
                <a:gd name="connsiteY98" fmla="*/ 30922 h 236364"/>
                <a:gd name="connsiteX99" fmla="*/ 76980 w 145300"/>
                <a:gd name="connsiteY99" fmla="*/ 30564 h 236364"/>
                <a:gd name="connsiteX100" fmla="*/ 89305 w 145300"/>
                <a:gd name="connsiteY100" fmla="*/ 0 h 236364"/>
                <a:gd name="connsiteX101" fmla="*/ 91737 w 145300"/>
                <a:gd name="connsiteY101" fmla="*/ 12 h 236364"/>
                <a:gd name="connsiteX102" fmla="*/ 93863 w 145300"/>
                <a:gd name="connsiteY102" fmla="*/ 4 h 236364"/>
                <a:gd name="connsiteX103" fmla="*/ 95442 w 145300"/>
                <a:gd name="connsiteY103" fmla="*/ 370 h 236364"/>
                <a:gd name="connsiteX104" fmla="*/ 96186 w 145300"/>
                <a:gd name="connsiteY104" fmla="*/ 3347 h 236364"/>
                <a:gd name="connsiteX105" fmla="*/ 102462 w 145300"/>
                <a:gd name="connsiteY105" fmla="*/ 3161 h 236364"/>
                <a:gd name="connsiteX106" fmla="*/ 104372 w 145300"/>
                <a:gd name="connsiteY106" fmla="*/ 3347 h 236364"/>
                <a:gd name="connsiteX107" fmla="*/ 105860 w 145300"/>
                <a:gd name="connsiteY107" fmla="*/ 6323 h 236364"/>
                <a:gd name="connsiteX108" fmla="*/ 111069 w 145300"/>
                <a:gd name="connsiteY108" fmla="*/ 7068 h 236364"/>
                <a:gd name="connsiteX109" fmla="*/ 111069 w 145300"/>
                <a:gd name="connsiteY109" fmla="*/ 10044 h 236364"/>
                <a:gd name="connsiteX110" fmla="*/ 114790 w 145300"/>
                <a:gd name="connsiteY110" fmla="*/ 10788 h 236364"/>
                <a:gd name="connsiteX111" fmla="*/ 115534 w 145300"/>
                <a:gd name="connsiteY111" fmla="*/ 13765 h 236364"/>
                <a:gd name="connsiteX112" fmla="*/ 118510 w 145300"/>
                <a:gd name="connsiteY112" fmla="*/ 13765 h 236364"/>
                <a:gd name="connsiteX113" fmla="*/ 118510 w 145300"/>
                <a:gd name="connsiteY113" fmla="*/ 16741 h 236364"/>
                <a:gd name="connsiteX114" fmla="*/ 120743 w 145300"/>
                <a:gd name="connsiteY114" fmla="*/ 16741 h 236364"/>
                <a:gd name="connsiteX115" fmla="*/ 121487 w 145300"/>
                <a:gd name="connsiteY115" fmla="*/ 19718 h 236364"/>
                <a:gd name="connsiteX116" fmla="*/ 123719 w 145300"/>
                <a:gd name="connsiteY116" fmla="*/ 21206 h 236364"/>
                <a:gd name="connsiteX117" fmla="*/ 123719 w 145300"/>
                <a:gd name="connsiteY117" fmla="*/ 24183 h 236364"/>
                <a:gd name="connsiteX118" fmla="*/ 125952 w 145300"/>
                <a:gd name="connsiteY118" fmla="*/ 24183 h 236364"/>
                <a:gd name="connsiteX119" fmla="*/ 126696 w 145300"/>
                <a:gd name="connsiteY119" fmla="*/ 27904 h 236364"/>
                <a:gd name="connsiteX120" fmla="*/ 128928 w 145300"/>
                <a:gd name="connsiteY120" fmla="*/ 28648 h 236364"/>
                <a:gd name="connsiteX121" fmla="*/ 129673 w 145300"/>
                <a:gd name="connsiteY121" fmla="*/ 33857 h 236364"/>
                <a:gd name="connsiteX122" fmla="*/ 131905 w 145300"/>
                <a:gd name="connsiteY122" fmla="*/ 35345 h 236364"/>
                <a:gd name="connsiteX123" fmla="*/ 132045 w 145300"/>
                <a:gd name="connsiteY123" fmla="*/ 39159 h 236364"/>
                <a:gd name="connsiteX124" fmla="*/ 131983 w 145300"/>
                <a:gd name="connsiteY124" fmla="*/ 41211 h 236364"/>
                <a:gd name="connsiteX125" fmla="*/ 131905 w 145300"/>
                <a:gd name="connsiteY125" fmla="*/ 42786 h 236364"/>
                <a:gd name="connsiteX126" fmla="*/ 134137 w 145300"/>
                <a:gd name="connsiteY126" fmla="*/ 42786 h 236364"/>
                <a:gd name="connsiteX127" fmla="*/ 134260 w 145300"/>
                <a:gd name="connsiteY127" fmla="*/ 58560 h 236364"/>
                <a:gd name="connsiteX128" fmla="*/ 134306 w 145300"/>
                <a:gd name="connsiteY128" fmla="*/ 63928 h 236364"/>
                <a:gd name="connsiteX129" fmla="*/ 134355 w 145300"/>
                <a:gd name="connsiteY129" fmla="*/ 71636 h 236364"/>
                <a:gd name="connsiteX130" fmla="*/ 134390 w 145300"/>
                <a:gd name="connsiteY130" fmla="*/ 74068 h 236364"/>
                <a:gd name="connsiteX131" fmla="*/ 134391 w 145300"/>
                <a:gd name="connsiteY131" fmla="*/ 76324 h 236364"/>
                <a:gd name="connsiteX132" fmla="*/ 134406 w 145300"/>
                <a:gd name="connsiteY132" fmla="*/ 78312 h 236364"/>
                <a:gd name="connsiteX133" fmla="*/ 131905 w 145300"/>
                <a:gd name="connsiteY133" fmla="*/ 82226 h 236364"/>
                <a:gd name="connsiteX134" fmla="*/ 131952 w 145300"/>
                <a:gd name="connsiteY134" fmla="*/ 84923 h 236364"/>
                <a:gd name="connsiteX135" fmla="*/ 131905 w 145300"/>
                <a:gd name="connsiteY135" fmla="*/ 87435 h 236364"/>
                <a:gd name="connsiteX136" fmla="*/ 130417 w 145300"/>
                <a:gd name="connsiteY136" fmla="*/ 87760 h 236364"/>
                <a:gd name="connsiteX137" fmla="*/ 128928 w 145300"/>
                <a:gd name="connsiteY137" fmla="*/ 88179 h 236364"/>
                <a:gd name="connsiteX138" fmla="*/ 129042 w 145300"/>
                <a:gd name="connsiteY138" fmla="*/ 92783 h 236364"/>
                <a:gd name="connsiteX139" fmla="*/ 128928 w 145300"/>
                <a:gd name="connsiteY139" fmla="*/ 94132 h 236364"/>
                <a:gd name="connsiteX140" fmla="*/ 126696 w 145300"/>
                <a:gd name="connsiteY140" fmla="*/ 94876 h 236364"/>
                <a:gd name="connsiteX141" fmla="*/ 125208 w 145300"/>
                <a:gd name="connsiteY141" fmla="*/ 98597 h 236364"/>
                <a:gd name="connsiteX142" fmla="*/ 123719 w 145300"/>
                <a:gd name="connsiteY142" fmla="*/ 99341 h 236364"/>
                <a:gd name="connsiteX143" fmla="*/ 122975 w 145300"/>
                <a:gd name="connsiteY143" fmla="*/ 100829 h 236364"/>
                <a:gd name="connsiteX144" fmla="*/ 120743 w 145300"/>
                <a:gd name="connsiteY144" fmla="*/ 103062 h 236364"/>
                <a:gd name="connsiteX145" fmla="*/ 119999 w 145300"/>
                <a:gd name="connsiteY145" fmla="*/ 105294 h 236364"/>
                <a:gd name="connsiteX146" fmla="*/ 118557 w 145300"/>
                <a:gd name="connsiteY146" fmla="*/ 105992 h 236364"/>
                <a:gd name="connsiteX147" fmla="*/ 116278 w 145300"/>
                <a:gd name="connsiteY147" fmla="*/ 108410 h 236364"/>
                <a:gd name="connsiteX148" fmla="*/ 115534 w 145300"/>
                <a:gd name="connsiteY148" fmla="*/ 109759 h 236364"/>
                <a:gd name="connsiteX149" fmla="*/ 112557 w 145300"/>
                <a:gd name="connsiteY149" fmla="*/ 109015 h 236364"/>
                <a:gd name="connsiteX150" fmla="*/ 112557 w 145300"/>
                <a:gd name="connsiteY150" fmla="*/ 111247 h 236364"/>
                <a:gd name="connsiteX151" fmla="*/ 118371 w 145300"/>
                <a:gd name="connsiteY151" fmla="*/ 112125 h 236364"/>
                <a:gd name="connsiteX152" fmla="*/ 119999 w 145300"/>
                <a:gd name="connsiteY152" fmla="*/ 112736 h 236364"/>
                <a:gd name="connsiteX153" fmla="*/ 119999 w 145300"/>
                <a:gd name="connsiteY153" fmla="*/ 116456 h 236364"/>
                <a:gd name="connsiteX154" fmla="*/ 122557 w 145300"/>
                <a:gd name="connsiteY154" fmla="*/ 116270 h 236364"/>
                <a:gd name="connsiteX155" fmla="*/ 125208 w 145300"/>
                <a:gd name="connsiteY155" fmla="*/ 116456 h 236364"/>
                <a:gd name="connsiteX156" fmla="*/ 125952 w 145300"/>
                <a:gd name="connsiteY156" fmla="*/ 119433 h 236364"/>
                <a:gd name="connsiteX157" fmla="*/ 128184 w 145300"/>
                <a:gd name="connsiteY157" fmla="*/ 120177 h 236364"/>
                <a:gd name="connsiteX158" fmla="*/ 129673 w 145300"/>
                <a:gd name="connsiteY158" fmla="*/ 123154 h 236364"/>
                <a:gd name="connsiteX159" fmla="*/ 131161 w 145300"/>
                <a:gd name="connsiteY159" fmla="*/ 123898 h 236364"/>
                <a:gd name="connsiteX160" fmla="*/ 131161 w 145300"/>
                <a:gd name="connsiteY160" fmla="*/ 126874 h 236364"/>
                <a:gd name="connsiteX161" fmla="*/ 134137 w 145300"/>
                <a:gd name="connsiteY161" fmla="*/ 128363 h 236364"/>
                <a:gd name="connsiteX162" fmla="*/ 134137 w 145300"/>
                <a:gd name="connsiteY162" fmla="*/ 130595 h 236364"/>
                <a:gd name="connsiteX163" fmla="*/ 135579 w 145300"/>
                <a:gd name="connsiteY163" fmla="*/ 130781 h 236364"/>
                <a:gd name="connsiteX164" fmla="*/ 137114 w 145300"/>
                <a:gd name="connsiteY164" fmla="*/ 131339 h 236364"/>
                <a:gd name="connsiteX165" fmla="*/ 137858 w 145300"/>
                <a:gd name="connsiteY165" fmla="*/ 136548 h 236364"/>
                <a:gd name="connsiteX166" fmla="*/ 139346 w 145300"/>
                <a:gd name="connsiteY166" fmla="*/ 137292 h 236364"/>
                <a:gd name="connsiteX167" fmla="*/ 139812 w 145300"/>
                <a:gd name="connsiteY167" fmla="*/ 140687 h 236364"/>
                <a:gd name="connsiteX168" fmla="*/ 139980 w 145300"/>
                <a:gd name="connsiteY168" fmla="*/ 142551 h 236364"/>
                <a:gd name="connsiteX169" fmla="*/ 140091 w 145300"/>
                <a:gd name="connsiteY169" fmla="*/ 143989 h 236364"/>
                <a:gd name="connsiteX170" fmla="*/ 142323 w 145300"/>
                <a:gd name="connsiteY170" fmla="*/ 143989 h 236364"/>
                <a:gd name="connsiteX171" fmla="*/ 143067 w 145300"/>
                <a:gd name="connsiteY171" fmla="*/ 156640 h 236364"/>
                <a:gd name="connsiteX172" fmla="*/ 145300 w 145300"/>
                <a:gd name="connsiteY172" fmla="*/ 156640 h 236364"/>
                <a:gd name="connsiteX173" fmla="*/ 145300 w 145300"/>
                <a:gd name="connsiteY173" fmla="*/ 178964 h 236364"/>
                <a:gd name="connsiteX174" fmla="*/ 143811 w 145300"/>
                <a:gd name="connsiteY174" fmla="*/ 178964 h 236364"/>
                <a:gd name="connsiteX175" fmla="*/ 142605 w 145300"/>
                <a:gd name="connsiteY175" fmla="*/ 188571 h 236364"/>
                <a:gd name="connsiteX176" fmla="*/ 142323 w 145300"/>
                <a:gd name="connsiteY176" fmla="*/ 190870 h 236364"/>
                <a:gd name="connsiteX177" fmla="*/ 140835 w 145300"/>
                <a:gd name="connsiteY177" fmla="*/ 191614 h 236364"/>
                <a:gd name="connsiteX178" fmla="*/ 140419 w 145300"/>
                <a:gd name="connsiteY178" fmla="*/ 197309 h 236364"/>
                <a:gd name="connsiteX179" fmla="*/ 140091 w 145300"/>
                <a:gd name="connsiteY179" fmla="*/ 199056 h 236364"/>
                <a:gd name="connsiteX180" fmla="*/ 137858 w 145300"/>
                <a:gd name="connsiteY180" fmla="*/ 200544 h 236364"/>
                <a:gd name="connsiteX181" fmla="*/ 137114 w 145300"/>
                <a:gd name="connsiteY181" fmla="*/ 205753 h 236364"/>
                <a:gd name="connsiteX182" fmla="*/ 134882 w 145300"/>
                <a:gd name="connsiteY182" fmla="*/ 205753 h 236364"/>
                <a:gd name="connsiteX183" fmla="*/ 134649 w 145300"/>
                <a:gd name="connsiteY183" fmla="*/ 207893 h 236364"/>
                <a:gd name="connsiteX184" fmla="*/ 131905 w 145300"/>
                <a:gd name="connsiteY184" fmla="*/ 211706 h 236364"/>
                <a:gd name="connsiteX185" fmla="*/ 131533 w 145300"/>
                <a:gd name="connsiteY185" fmla="*/ 213288 h 236364"/>
                <a:gd name="connsiteX186" fmla="*/ 131161 w 145300"/>
                <a:gd name="connsiteY186" fmla="*/ 214683 h 236364"/>
                <a:gd name="connsiteX187" fmla="*/ 128928 w 145300"/>
                <a:gd name="connsiteY187" fmla="*/ 214683 h 236364"/>
                <a:gd name="connsiteX188" fmla="*/ 127440 w 145300"/>
                <a:gd name="connsiteY188" fmla="*/ 218404 h 236364"/>
                <a:gd name="connsiteX189" fmla="*/ 125952 w 145300"/>
                <a:gd name="connsiteY189" fmla="*/ 219148 h 236364"/>
                <a:gd name="connsiteX190" fmla="*/ 125301 w 145300"/>
                <a:gd name="connsiteY190" fmla="*/ 220589 h 236364"/>
                <a:gd name="connsiteX191" fmla="*/ 121487 w 145300"/>
                <a:gd name="connsiteY191" fmla="*/ 223613 h 236364"/>
                <a:gd name="connsiteX192" fmla="*/ 119999 w 145300"/>
                <a:gd name="connsiteY192" fmla="*/ 225845 h 236364"/>
                <a:gd name="connsiteX193" fmla="*/ 117022 w 145300"/>
                <a:gd name="connsiteY193" fmla="*/ 225845 h 236364"/>
                <a:gd name="connsiteX194" fmla="*/ 117022 w 145300"/>
                <a:gd name="connsiteY194" fmla="*/ 228821 h 236364"/>
                <a:gd name="connsiteX195" fmla="*/ 115421 w 145300"/>
                <a:gd name="connsiteY195" fmla="*/ 228880 h 236364"/>
                <a:gd name="connsiteX196" fmla="*/ 113348 w 145300"/>
                <a:gd name="connsiteY196" fmla="*/ 229008 h 236364"/>
                <a:gd name="connsiteX197" fmla="*/ 111281 w 145300"/>
                <a:gd name="connsiteY197" fmla="*/ 229112 h 236364"/>
                <a:gd name="connsiteX198" fmla="*/ 109581 w 145300"/>
                <a:gd name="connsiteY198" fmla="*/ 229566 h 236364"/>
                <a:gd name="connsiteX199" fmla="*/ 109276 w 145300"/>
                <a:gd name="connsiteY199" fmla="*/ 231063 h 236364"/>
                <a:gd name="connsiteX200" fmla="*/ 108837 w 145300"/>
                <a:gd name="connsiteY200" fmla="*/ 232542 h 236364"/>
                <a:gd name="connsiteX201" fmla="*/ 104000 w 145300"/>
                <a:gd name="connsiteY201" fmla="*/ 232961 h 236364"/>
                <a:gd name="connsiteX202" fmla="*/ 99163 w 145300"/>
                <a:gd name="connsiteY202" fmla="*/ 233286 h 236364"/>
                <a:gd name="connsiteX203" fmla="*/ 98419 w 145300"/>
                <a:gd name="connsiteY203" fmla="*/ 235519 h 236364"/>
                <a:gd name="connsiteX204" fmla="*/ 94844 w 145300"/>
                <a:gd name="connsiteY204" fmla="*/ 236024 h 236364"/>
                <a:gd name="connsiteX205" fmla="*/ 92586 w 145300"/>
                <a:gd name="connsiteY205" fmla="*/ 236169 h 236364"/>
                <a:gd name="connsiteX206" fmla="*/ 81199 w 145300"/>
                <a:gd name="connsiteY206" fmla="*/ 236359 h 236364"/>
                <a:gd name="connsiteX207" fmla="*/ 78585 w 145300"/>
                <a:gd name="connsiteY207" fmla="*/ 236363 h 236364"/>
                <a:gd name="connsiteX208" fmla="*/ 70115 w 145300"/>
                <a:gd name="connsiteY208" fmla="*/ 236362 h 236364"/>
                <a:gd name="connsiteX209" fmla="*/ 64205 w 145300"/>
                <a:gd name="connsiteY209" fmla="*/ 236364 h 236364"/>
                <a:gd name="connsiteX210" fmla="*/ 51864 w 145300"/>
                <a:gd name="connsiteY210" fmla="*/ 236360 h 236364"/>
                <a:gd name="connsiteX211" fmla="*/ 37593 w 145300"/>
                <a:gd name="connsiteY211" fmla="*/ 236361 h 236364"/>
                <a:gd name="connsiteX212" fmla="*/ 23834 w 145300"/>
                <a:gd name="connsiteY212" fmla="*/ 236362 h 236364"/>
                <a:gd name="connsiteX213" fmla="*/ 17987 w 145300"/>
                <a:gd name="connsiteY213" fmla="*/ 236364 h 236364"/>
                <a:gd name="connsiteX214" fmla="*/ 9848 w 145300"/>
                <a:gd name="connsiteY214" fmla="*/ 236359 h 236364"/>
                <a:gd name="connsiteX215" fmla="*/ 7394 w 145300"/>
                <a:gd name="connsiteY215" fmla="*/ 236364 h 236364"/>
                <a:gd name="connsiteX216" fmla="*/ 5166 w 145300"/>
                <a:gd name="connsiteY216" fmla="*/ 236357 h 236364"/>
                <a:gd name="connsiteX217" fmla="*/ 3224 w 145300"/>
                <a:gd name="connsiteY217" fmla="*/ 236357 h 236364"/>
                <a:gd name="connsiteX218" fmla="*/ 192 w 145300"/>
                <a:gd name="connsiteY218" fmla="*/ 235519 h 236364"/>
                <a:gd name="connsiteX219" fmla="*/ 9 w 145300"/>
                <a:gd name="connsiteY219" fmla="*/ 231755 h 236364"/>
                <a:gd name="connsiteX220" fmla="*/ 0 w 145300"/>
                <a:gd name="connsiteY220" fmla="*/ 229268 h 236364"/>
                <a:gd name="connsiteX221" fmla="*/ 13 w 145300"/>
                <a:gd name="connsiteY221" fmla="*/ 226502 h 236364"/>
                <a:gd name="connsiteX222" fmla="*/ 9 w 145300"/>
                <a:gd name="connsiteY222" fmla="*/ 223590 h 236364"/>
                <a:gd name="connsiteX223" fmla="*/ 19 w 145300"/>
                <a:gd name="connsiteY223" fmla="*/ 215552 h 236364"/>
                <a:gd name="connsiteX224" fmla="*/ 22 w 145300"/>
                <a:gd name="connsiteY224" fmla="*/ 206898 h 236364"/>
                <a:gd name="connsiteX225" fmla="*/ 35 w 145300"/>
                <a:gd name="connsiteY225" fmla="*/ 191892 h 236364"/>
                <a:gd name="connsiteX226" fmla="*/ 53 w 145300"/>
                <a:gd name="connsiteY226" fmla="*/ 170195 h 236364"/>
                <a:gd name="connsiteX227" fmla="*/ 80 w 145300"/>
                <a:gd name="connsiteY227" fmla="*/ 134996 h 236364"/>
                <a:gd name="connsiteX228" fmla="*/ 110 w 145300"/>
                <a:gd name="connsiteY228" fmla="*/ 100796 h 236364"/>
                <a:gd name="connsiteX229" fmla="*/ 112 w 145300"/>
                <a:gd name="connsiteY229" fmla="*/ 98668 h 236364"/>
                <a:gd name="connsiteX230" fmla="*/ 117 w 145300"/>
                <a:gd name="connsiteY230" fmla="*/ 88100 h 236364"/>
                <a:gd name="connsiteX231" fmla="*/ 192 w 145300"/>
                <a:gd name="connsiteY231" fmla="*/ 370 h 236364"/>
                <a:gd name="connsiteX232" fmla="*/ 37411 w 145300"/>
                <a:gd name="connsiteY232" fmla="*/ 216 h 236364"/>
                <a:gd name="connsiteX233" fmla="*/ 54691 w 145300"/>
                <a:gd name="connsiteY233" fmla="*/ 146 h 236364"/>
                <a:gd name="connsiteX234" fmla="*/ 69747 w 145300"/>
                <a:gd name="connsiteY234" fmla="*/ 90 h 236364"/>
                <a:gd name="connsiteX235" fmla="*/ 77724 w 145300"/>
                <a:gd name="connsiteY235" fmla="*/ 56 h 236364"/>
                <a:gd name="connsiteX236" fmla="*/ 86614 w 145300"/>
                <a:gd name="connsiteY236" fmla="*/ 32 h 236364"/>
                <a:gd name="connsiteX237" fmla="*/ 89305 w 145300"/>
                <a:gd name="connsiteY237"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145300" h="236364">
                  <a:moveTo>
                    <a:pt x="80648" y="129667"/>
                  </a:moveTo>
                  <a:cubicBezTo>
                    <a:pt x="79642" y="129674"/>
                    <a:pt x="78666" y="129680"/>
                    <a:pt x="77689" y="129687"/>
                  </a:cubicBezTo>
                  <a:cubicBezTo>
                    <a:pt x="75959" y="129686"/>
                    <a:pt x="74229" y="129689"/>
                    <a:pt x="72499" y="129711"/>
                  </a:cubicBezTo>
                  <a:cubicBezTo>
                    <a:pt x="71354" y="129726"/>
                    <a:pt x="70209" y="129736"/>
                    <a:pt x="69065" y="129741"/>
                  </a:cubicBezTo>
                  <a:cubicBezTo>
                    <a:pt x="67432" y="129743"/>
                    <a:pt x="67432" y="129743"/>
                    <a:pt x="63940" y="129757"/>
                  </a:cubicBezTo>
                  <a:cubicBezTo>
                    <a:pt x="60985" y="129785"/>
                    <a:pt x="58117" y="129812"/>
                    <a:pt x="55249" y="129839"/>
                  </a:cubicBezTo>
                  <a:cubicBezTo>
                    <a:pt x="45903" y="129902"/>
                    <a:pt x="36833" y="129964"/>
                    <a:pt x="27762" y="130025"/>
                  </a:cubicBezTo>
                  <a:cubicBezTo>
                    <a:pt x="27762" y="155832"/>
                    <a:pt x="27762" y="180880"/>
                    <a:pt x="27762" y="205927"/>
                  </a:cubicBezTo>
                  <a:cubicBezTo>
                    <a:pt x="42394" y="205833"/>
                    <a:pt x="42394" y="205833"/>
                    <a:pt x="56737" y="205741"/>
                  </a:cubicBezTo>
                  <a:cubicBezTo>
                    <a:pt x="61018" y="205725"/>
                    <a:pt x="65299" y="205711"/>
                    <a:pt x="69580" y="205672"/>
                  </a:cubicBezTo>
                  <a:cubicBezTo>
                    <a:pt x="70732" y="205659"/>
                    <a:pt x="71884" y="205647"/>
                    <a:pt x="73035" y="205637"/>
                  </a:cubicBezTo>
                  <a:cubicBezTo>
                    <a:pt x="74907" y="205636"/>
                    <a:pt x="76777" y="205635"/>
                    <a:pt x="78649" y="205613"/>
                  </a:cubicBezTo>
                  <a:cubicBezTo>
                    <a:pt x="79529" y="205601"/>
                    <a:pt x="79529" y="205601"/>
                    <a:pt x="80392" y="205589"/>
                  </a:cubicBezTo>
                  <a:cubicBezTo>
                    <a:pt x="82305" y="205603"/>
                    <a:pt x="83902" y="205504"/>
                    <a:pt x="85805" y="205183"/>
                  </a:cubicBezTo>
                  <a:cubicBezTo>
                    <a:pt x="86001" y="204672"/>
                    <a:pt x="86190" y="204176"/>
                    <a:pt x="86380" y="203679"/>
                  </a:cubicBezTo>
                  <a:cubicBezTo>
                    <a:pt x="86438" y="203179"/>
                    <a:pt x="86493" y="202693"/>
                    <a:pt x="86549" y="202207"/>
                  </a:cubicBezTo>
                  <a:cubicBezTo>
                    <a:pt x="88797" y="201986"/>
                    <a:pt x="88797" y="201986"/>
                    <a:pt x="91386" y="202253"/>
                  </a:cubicBezTo>
                  <a:cubicBezTo>
                    <a:pt x="94060" y="202465"/>
                    <a:pt x="94060" y="202465"/>
                    <a:pt x="96223" y="202207"/>
                  </a:cubicBezTo>
                  <a:cubicBezTo>
                    <a:pt x="96397" y="201574"/>
                    <a:pt x="96566" y="200960"/>
                    <a:pt x="96735" y="200346"/>
                  </a:cubicBezTo>
                  <a:cubicBezTo>
                    <a:pt x="96814" y="199714"/>
                    <a:pt x="96890" y="199100"/>
                    <a:pt x="96967" y="198486"/>
                  </a:cubicBezTo>
                  <a:cubicBezTo>
                    <a:pt x="98282" y="198462"/>
                    <a:pt x="98282" y="198462"/>
                    <a:pt x="99572" y="198439"/>
                  </a:cubicBezTo>
                  <a:cubicBezTo>
                    <a:pt x="100457" y="198455"/>
                    <a:pt x="101317" y="198471"/>
                    <a:pt x="102176" y="198486"/>
                  </a:cubicBezTo>
                  <a:cubicBezTo>
                    <a:pt x="102350" y="197996"/>
                    <a:pt x="102519" y="197520"/>
                    <a:pt x="102688" y="197044"/>
                  </a:cubicBezTo>
                  <a:cubicBezTo>
                    <a:pt x="102767" y="196522"/>
                    <a:pt x="102843" y="196016"/>
                    <a:pt x="102920" y="195509"/>
                  </a:cubicBezTo>
                  <a:cubicBezTo>
                    <a:pt x="103410" y="195383"/>
                    <a:pt x="103886" y="195260"/>
                    <a:pt x="104362" y="195137"/>
                  </a:cubicBezTo>
                  <a:cubicBezTo>
                    <a:pt x="104884" y="195011"/>
                    <a:pt x="105390" y="194888"/>
                    <a:pt x="105897" y="194765"/>
                  </a:cubicBezTo>
                  <a:cubicBezTo>
                    <a:pt x="106150" y="194338"/>
                    <a:pt x="106395" y="193924"/>
                    <a:pt x="106641" y="193509"/>
                  </a:cubicBezTo>
                  <a:cubicBezTo>
                    <a:pt x="106894" y="192924"/>
                    <a:pt x="107139" y="192356"/>
                    <a:pt x="107385" y="191789"/>
                  </a:cubicBezTo>
                  <a:cubicBezTo>
                    <a:pt x="108957" y="189633"/>
                    <a:pt x="110463" y="188285"/>
                    <a:pt x="110176" y="185556"/>
                  </a:cubicBezTo>
                  <a:cubicBezTo>
                    <a:pt x="109986" y="185145"/>
                    <a:pt x="109802" y="184746"/>
                    <a:pt x="109617" y="184347"/>
                  </a:cubicBezTo>
                  <a:cubicBezTo>
                    <a:pt x="110376" y="184347"/>
                    <a:pt x="111113" y="184347"/>
                    <a:pt x="111850" y="184347"/>
                  </a:cubicBezTo>
                  <a:cubicBezTo>
                    <a:pt x="112681" y="182684"/>
                    <a:pt x="112681" y="182684"/>
                    <a:pt x="112736" y="178096"/>
                  </a:cubicBezTo>
                  <a:cubicBezTo>
                    <a:pt x="112739" y="177423"/>
                    <a:pt x="112742" y="176771"/>
                    <a:pt x="112745" y="176118"/>
                  </a:cubicBezTo>
                  <a:cubicBezTo>
                    <a:pt x="112754" y="174743"/>
                    <a:pt x="112762" y="173367"/>
                    <a:pt x="112768" y="171992"/>
                  </a:cubicBezTo>
                  <a:cubicBezTo>
                    <a:pt x="112773" y="169818"/>
                    <a:pt x="112780" y="167645"/>
                    <a:pt x="112803" y="165471"/>
                  </a:cubicBezTo>
                  <a:cubicBezTo>
                    <a:pt x="112819" y="164054"/>
                    <a:pt x="112829" y="162637"/>
                    <a:pt x="112834" y="161221"/>
                  </a:cubicBezTo>
                  <a:cubicBezTo>
                    <a:pt x="112835" y="160530"/>
                    <a:pt x="112837" y="159859"/>
                    <a:pt x="112838" y="159189"/>
                  </a:cubicBezTo>
                  <a:cubicBezTo>
                    <a:pt x="112852" y="158192"/>
                    <a:pt x="112852" y="158192"/>
                    <a:pt x="112866" y="157216"/>
                  </a:cubicBezTo>
                  <a:cubicBezTo>
                    <a:pt x="112864" y="156591"/>
                    <a:pt x="112862" y="155986"/>
                    <a:pt x="112859" y="155380"/>
                  </a:cubicBezTo>
                  <a:cubicBezTo>
                    <a:pt x="112870" y="153348"/>
                    <a:pt x="112898" y="152662"/>
                    <a:pt x="111461" y="151183"/>
                  </a:cubicBezTo>
                  <a:cubicBezTo>
                    <a:pt x="111087" y="150821"/>
                    <a:pt x="110724" y="150469"/>
                    <a:pt x="110362" y="150117"/>
                  </a:cubicBezTo>
                  <a:cubicBezTo>
                    <a:pt x="110362" y="147884"/>
                    <a:pt x="110362" y="147884"/>
                    <a:pt x="109431" y="146954"/>
                  </a:cubicBezTo>
                  <a:cubicBezTo>
                    <a:pt x="108989" y="146511"/>
                    <a:pt x="108559" y="146082"/>
                    <a:pt x="108129" y="145652"/>
                  </a:cubicBezTo>
                  <a:cubicBezTo>
                    <a:pt x="106647" y="142984"/>
                    <a:pt x="105306" y="140633"/>
                    <a:pt x="103385" y="138257"/>
                  </a:cubicBezTo>
                  <a:cubicBezTo>
                    <a:pt x="101432" y="136722"/>
                    <a:pt x="101432" y="136722"/>
                    <a:pt x="98967" y="136490"/>
                  </a:cubicBezTo>
                  <a:cubicBezTo>
                    <a:pt x="98287" y="136569"/>
                    <a:pt x="97627" y="136645"/>
                    <a:pt x="96967" y="136722"/>
                  </a:cubicBezTo>
                  <a:cubicBezTo>
                    <a:pt x="96967" y="135710"/>
                    <a:pt x="96967" y="134728"/>
                    <a:pt x="96967" y="133746"/>
                  </a:cubicBezTo>
                  <a:cubicBezTo>
                    <a:pt x="95392" y="133714"/>
                    <a:pt x="93817" y="133679"/>
                    <a:pt x="92242" y="133626"/>
                  </a:cubicBezTo>
                  <a:cubicBezTo>
                    <a:pt x="91270" y="133593"/>
                    <a:pt x="91270" y="133593"/>
                    <a:pt x="90316" y="133560"/>
                  </a:cubicBezTo>
                  <a:cubicBezTo>
                    <a:pt x="89665" y="133549"/>
                    <a:pt x="89032" y="133538"/>
                    <a:pt x="88399" y="133528"/>
                  </a:cubicBezTo>
                  <a:cubicBezTo>
                    <a:pt x="87779" y="133503"/>
                    <a:pt x="87177" y="133479"/>
                    <a:pt x="86575" y="133455"/>
                  </a:cubicBezTo>
                  <a:cubicBezTo>
                    <a:pt x="84926" y="133484"/>
                    <a:pt x="84926" y="133484"/>
                    <a:pt x="83573" y="133002"/>
                  </a:cubicBezTo>
                  <a:cubicBezTo>
                    <a:pt x="83440" y="131509"/>
                    <a:pt x="83440" y="131509"/>
                    <a:pt x="82828" y="130025"/>
                  </a:cubicBezTo>
                  <a:cubicBezTo>
                    <a:pt x="82087" y="129903"/>
                    <a:pt x="81368" y="129785"/>
                    <a:pt x="80648" y="129667"/>
                  </a:cubicBezTo>
                  <a:close/>
                  <a:moveTo>
                    <a:pt x="76980" y="30564"/>
                  </a:moveTo>
                  <a:cubicBezTo>
                    <a:pt x="76044" y="30571"/>
                    <a:pt x="75135" y="30577"/>
                    <a:pt x="74226" y="30584"/>
                  </a:cubicBezTo>
                  <a:cubicBezTo>
                    <a:pt x="72615" y="30583"/>
                    <a:pt x="71005" y="30586"/>
                    <a:pt x="69393" y="30608"/>
                  </a:cubicBezTo>
                  <a:cubicBezTo>
                    <a:pt x="68329" y="30623"/>
                    <a:pt x="67264" y="30633"/>
                    <a:pt x="66199" y="30638"/>
                  </a:cubicBezTo>
                  <a:cubicBezTo>
                    <a:pt x="64677" y="30640"/>
                    <a:pt x="64677" y="30640"/>
                    <a:pt x="61425" y="30654"/>
                  </a:cubicBezTo>
                  <a:cubicBezTo>
                    <a:pt x="57343" y="30695"/>
                    <a:pt x="57343" y="30695"/>
                    <a:pt x="53343" y="30736"/>
                  </a:cubicBezTo>
                  <a:cubicBezTo>
                    <a:pt x="44646" y="30799"/>
                    <a:pt x="36204" y="30861"/>
                    <a:pt x="27763" y="30922"/>
                  </a:cubicBezTo>
                  <a:cubicBezTo>
                    <a:pt x="27763" y="54199"/>
                    <a:pt x="27763" y="76791"/>
                    <a:pt x="27763" y="99383"/>
                  </a:cubicBezTo>
                  <a:cubicBezTo>
                    <a:pt x="36602" y="99462"/>
                    <a:pt x="45182" y="99539"/>
                    <a:pt x="53761" y="99615"/>
                  </a:cubicBezTo>
                  <a:cubicBezTo>
                    <a:pt x="57602" y="99663"/>
                    <a:pt x="61444" y="99715"/>
                    <a:pt x="65285" y="99735"/>
                  </a:cubicBezTo>
                  <a:cubicBezTo>
                    <a:pt x="66318" y="99737"/>
                    <a:pt x="67352" y="99741"/>
                    <a:pt x="68386" y="99746"/>
                  </a:cubicBezTo>
                  <a:cubicBezTo>
                    <a:pt x="70065" y="99775"/>
                    <a:pt x="71742" y="99804"/>
                    <a:pt x="73422" y="99807"/>
                  </a:cubicBezTo>
                  <a:cubicBezTo>
                    <a:pt x="73954" y="99806"/>
                    <a:pt x="74470" y="99806"/>
                    <a:pt x="74987" y="99805"/>
                  </a:cubicBezTo>
                  <a:cubicBezTo>
                    <a:pt x="77786" y="99830"/>
                    <a:pt x="77786" y="99830"/>
                    <a:pt x="79853" y="99383"/>
                  </a:cubicBezTo>
                  <a:cubicBezTo>
                    <a:pt x="80030" y="98747"/>
                    <a:pt x="80202" y="98131"/>
                    <a:pt x="80374" y="97514"/>
                  </a:cubicBezTo>
                  <a:cubicBezTo>
                    <a:pt x="80450" y="96884"/>
                    <a:pt x="80523" y="96273"/>
                    <a:pt x="80597" y="95662"/>
                  </a:cubicBezTo>
                  <a:cubicBezTo>
                    <a:pt x="82918" y="95330"/>
                    <a:pt x="82918" y="95330"/>
                    <a:pt x="84594" y="95444"/>
                  </a:cubicBezTo>
                  <a:cubicBezTo>
                    <a:pt x="87008" y="95635"/>
                    <a:pt x="89335" y="95747"/>
                    <a:pt x="91759" y="95662"/>
                  </a:cubicBezTo>
                  <a:cubicBezTo>
                    <a:pt x="92135" y="94535"/>
                    <a:pt x="92135" y="94535"/>
                    <a:pt x="92503" y="93430"/>
                  </a:cubicBezTo>
                  <a:cubicBezTo>
                    <a:pt x="95003" y="93015"/>
                    <a:pt x="95986" y="92929"/>
                    <a:pt x="97811" y="91064"/>
                  </a:cubicBezTo>
                  <a:cubicBezTo>
                    <a:pt x="99253" y="89113"/>
                    <a:pt x="100705" y="87172"/>
                    <a:pt x="102177" y="85244"/>
                  </a:cubicBezTo>
                  <a:cubicBezTo>
                    <a:pt x="104054" y="83689"/>
                    <a:pt x="104376" y="83350"/>
                    <a:pt x="104627" y="80840"/>
                  </a:cubicBezTo>
                  <a:cubicBezTo>
                    <a:pt x="104588" y="79612"/>
                    <a:pt x="104588" y="79612"/>
                    <a:pt x="104549" y="78407"/>
                  </a:cubicBezTo>
                  <a:cubicBezTo>
                    <a:pt x="104528" y="77574"/>
                    <a:pt x="104508" y="76766"/>
                    <a:pt x="104488" y="75957"/>
                  </a:cubicBezTo>
                  <a:cubicBezTo>
                    <a:pt x="104448" y="75010"/>
                    <a:pt x="104448" y="75010"/>
                    <a:pt x="104409" y="74082"/>
                  </a:cubicBezTo>
                  <a:cubicBezTo>
                    <a:pt x="104916" y="74082"/>
                    <a:pt x="105407" y="74082"/>
                    <a:pt x="105898" y="74082"/>
                  </a:cubicBezTo>
                  <a:cubicBezTo>
                    <a:pt x="107386" y="71850"/>
                    <a:pt x="107386" y="71850"/>
                    <a:pt x="107567" y="70402"/>
                  </a:cubicBezTo>
                  <a:cubicBezTo>
                    <a:pt x="107564" y="69851"/>
                    <a:pt x="107561" y="69315"/>
                    <a:pt x="107558" y="68780"/>
                  </a:cubicBezTo>
                  <a:cubicBezTo>
                    <a:pt x="107556" y="68175"/>
                    <a:pt x="107555" y="67588"/>
                    <a:pt x="107553" y="67001"/>
                  </a:cubicBezTo>
                  <a:cubicBezTo>
                    <a:pt x="107544" y="66373"/>
                    <a:pt x="107535" y="65762"/>
                    <a:pt x="107526" y="65152"/>
                  </a:cubicBezTo>
                  <a:cubicBezTo>
                    <a:pt x="107523" y="62006"/>
                    <a:pt x="107644" y="59228"/>
                    <a:pt x="106642" y="56223"/>
                  </a:cubicBezTo>
                  <a:cubicBezTo>
                    <a:pt x="105883" y="56223"/>
                    <a:pt x="105146" y="56223"/>
                    <a:pt x="104409" y="56223"/>
                  </a:cubicBezTo>
                  <a:cubicBezTo>
                    <a:pt x="104418" y="55687"/>
                    <a:pt x="104427" y="55167"/>
                    <a:pt x="104436" y="54647"/>
                  </a:cubicBezTo>
                  <a:cubicBezTo>
                    <a:pt x="104443" y="53949"/>
                    <a:pt x="104449" y="53272"/>
                    <a:pt x="104456" y="52595"/>
                  </a:cubicBezTo>
                  <a:cubicBezTo>
                    <a:pt x="104483" y="50502"/>
                    <a:pt x="104605" y="49172"/>
                    <a:pt x="103665" y="47293"/>
                  </a:cubicBezTo>
                  <a:cubicBezTo>
                    <a:pt x="103159" y="47293"/>
                    <a:pt x="102668" y="47293"/>
                    <a:pt x="102177" y="47293"/>
                  </a:cubicBezTo>
                  <a:cubicBezTo>
                    <a:pt x="102177" y="45061"/>
                    <a:pt x="102177" y="45061"/>
                    <a:pt x="101006" y="43215"/>
                  </a:cubicBezTo>
                  <a:cubicBezTo>
                    <a:pt x="100471" y="42530"/>
                    <a:pt x="99952" y="41865"/>
                    <a:pt x="99433" y="41200"/>
                  </a:cubicBezTo>
                  <a:cubicBezTo>
                    <a:pt x="98654" y="40174"/>
                    <a:pt x="98654" y="40174"/>
                    <a:pt x="97890" y="39169"/>
                  </a:cubicBezTo>
                  <a:cubicBezTo>
                    <a:pt x="96224" y="37619"/>
                    <a:pt x="96224" y="37619"/>
                    <a:pt x="94163" y="37395"/>
                  </a:cubicBezTo>
                  <a:cubicBezTo>
                    <a:pt x="93599" y="37471"/>
                    <a:pt x="93051" y="37545"/>
                    <a:pt x="92503" y="37619"/>
                  </a:cubicBezTo>
                  <a:cubicBezTo>
                    <a:pt x="92503" y="36860"/>
                    <a:pt x="92503" y="36123"/>
                    <a:pt x="92503" y="35387"/>
                  </a:cubicBezTo>
                  <a:cubicBezTo>
                    <a:pt x="90051" y="33752"/>
                    <a:pt x="90051" y="33752"/>
                    <a:pt x="85387" y="33992"/>
                  </a:cubicBezTo>
                  <a:cubicBezTo>
                    <a:pt x="82847" y="34204"/>
                    <a:pt x="82847" y="34204"/>
                    <a:pt x="80597" y="33899"/>
                  </a:cubicBezTo>
                  <a:cubicBezTo>
                    <a:pt x="80022" y="32416"/>
                    <a:pt x="80022" y="32416"/>
                    <a:pt x="79109" y="30922"/>
                  </a:cubicBezTo>
                  <a:cubicBezTo>
                    <a:pt x="78385" y="30800"/>
                    <a:pt x="77683" y="30682"/>
                    <a:pt x="76980" y="30564"/>
                  </a:cubicBezTo>
                  <a:close/>
                  <a:moveTo>
                    <a:pt x="89305" y="0"/>
                  </a:moveTo>
                  <a:cubicBezTo>
                    <a:pt x="90107" y="4"/>
                    <a:pt x="90910" y="8"/>
                    <a:pt x="91737" y="12"/>
                  </a:cubicBezTo>
                  <a:cubicBezTo>
                    <a:pt x="92438" y="10"/>
                    <a:pt x="93140" y="7"/>
                    <a:pt x="93863" y="4"/>
                  </a:cubicBezTo>
                  <a:cubicBezTo>
                    <a:pt x="94384" y="125"/>
                    <a:pt x="94905" y="246"/>
                    <a:pt x="95442" y="370"/>
                  </a:cubicBezTo>
                  <a:cubicBezTo>
                    <a:pt x="95933" y="1869"/>
                    <a:pt x="95933" y="1869"/>
                    <a:pt x="96186" y="3347"/>
                  </a:cubicBezTo>
                  <a:cubicBezTo>
                    <a:pt x="98327" y="3567"/>
                    <a:pt x="100320" y="3340"/>
                    <a:pt x="102462" y="3161"/>
                  </a:cubicBezTo>
                  <a:cubicBezTo>
                    <a:pt x="103092" y="3222"/>
                    <a:pt x="103722" y="3284"/>
                    <a:pt x="104372" y="3347"/>
                  </a:cubicBezTo>
                  <a:cubicBezTo>
                    <a:pt x="105206" y="4800"/>
                    <a:pt x="105206" y="4800"/>
                    <a:pt x="105860" y="6323"/>
                  </a:cubicBezTo>
                  <a:cubicBezTo>
                    <a:pt x="108511" y="6933"/>
                    <a:pt x="108511" y="6933"/>
                    <a:pt x="111069" y="7068"/>
                  </a:cubicBezTo>
                  <a:cubicBezTo>
                    <a:pt x="111069" y="8050"/>
                    <a:pt x="111069" y="9032"/>
                    <a:pt x="111069" y="10044"/>
                  </a:cubicBezTo>
                  <a:cubicBezTo>
                    <a:pt x="112308" y="10298"/>
                    <a:pt x="113548" y="10546"/>
                    <a:pt x="114790" y="10788"/>
                  </a:cubicBezTo>
                  <a:cubicBezTo>
                    <a:pt x="115059" y="11775"/>
                    <a:pt x="115309" y="12767"/>
                    <a:pt x="115534" y="13765"/>
                  </a:cubicBezTo>
                  <a:cubicBezTo>
                    <a:pt x="116516" y="13765"/>
                    <a:pt x="117498" y="13765"/>
                    <a:pt x="118510" y="13765"/>
                  </a:cubicBezTo>
                  <a:cubicBezTo>
                    <a:pt x="118510" y="14747"/>
                    <a:pt x="118510" y="15729"/>
                    <a:pt x="118510" y="16741"/>
                  </a:cubicBezTo>
                  <a:cubicBezTo>
                    <a:pt x="119247" y="16741"/>
                    <a:pt x="119984" y="16741"/>
                    <a:pt x="120743" y="16741"/>
                  </a:cubicBezTo>
                  <a:cubicBezTo>
                    <a:pt x="121006" y="17730"/>
                    <a:pt x="121253" y="18722"/>
                    <a:pt x="121487" y="19718"/>
                  </a:cubicBezTo>
                  <a:cubicBezTo>
                    <a:pt x="122224" y="20209"/>
                    <a:pt x="122960" y="20700"/>
                    <a:pt x="123719" y="21206"/>
                  </a:cubicBezTo>
                  <a:cubicBezTo>
                    <a:pt x="123719" y="22189"/>
                    <a:pt x="123719" y="23171"/>
                    <a:pt x="123719" y="24183"/>
                  </a:cubicBezTo>
                  <a:cubicBezTo>
                    <a:pt x="124456" y="24183"/>
                    <a:pt x="125193" y="24183"/>
                    <a:pt x="125952" y="24183"/>
                  </a:cubicBezTo>
                  <a:cubicBezTo>
                    <a:pt x="126206" y="25422"/>
                    <a:pt x="126454" y="26662"/>
                    <a:pt x="126696" y="27904"/>
                  </a:cubicBezTo>
                  <a:cubicBezTo>
                    <a:pt x="127433" y="28149"/>
                    <a:pt x="128169" y="28395"/>
                    <a:pt x="128928" y="28648"/>
                  </a:cubicBezTo>
                  <a:cubicBezTo>
                    <a:pt x="129181" y="30383"/>
                    <a:pt x="129429" y="32120"/>
                    <a:pt x="129673" y="33857"/>
                  </a:cubicBezTo>
                  <a:cubicBezTo>
                    <a:pt x="130409" y="34348"/>
                    <a:pt x="131146" y="34839"/>
                    <a:pt x="131905" y="35345"/>
                  </a:cubicBezTo>
                  <a:cubicBezTo>
                    <a:pt x="132123" y="37118"/>
                    <a:pt x="132123" y="37118"/>
                    <a:pt x="132045" y="39159"/>
                  </a:cubicBezTo>
                  <a:cubicBezTo>
                    <a:pt x="132014" y="40175"/>
                    <a:pt x="132014" y="40175"/>
                    <a:pt x="131983" y="41211"/>
                  </a:cubicBezTo>
                  <a:cubicBezTo>
                    <a:pt x="131958" y="41731"/>
                    <a:pt x="131932" y="42251"/>
                    <a:pt x="131905" y="42786"/>
                  </a:cubicBezTo>
                  <a:cubicBezTo>
                    <a:pt x="132642" y="42786"/>
                    <a:pt x="133378" y="42786"/>
                    <a:pt x="134137" y="42786"/>
                  </a:cubicBezTo>
                  <a:cubicBezTo>
                    <a:pt x="134194" y="48044"/>
                    <a:pt x="134233" y="53302"/>
                    <a:pt x="134260" y="58560"/>
                  </a:cubicBezTo>
                  <a:cubicBezTo>
                    <a:pt x="134271" y="60350"/>
                    <a:pt x="134287" y="62139"/>
                    <a:pt x="134306" y="63928"/>
                  </a:cubicBezTo>
                  <a:cubicBezTo>
                    <a:pt x="134333" y="66498"/>
                    <a:pt x="134346" y="69067"/>
                    <a:pt x="134355" y="71636"/>
                  </a:cubicBezTo>
                  <a:cubicBezTo>
                    <a:pt x="134367" y="72439"/>
                    <a:pt x="134378" y="73241"/>
                    <a:pt x="134390" y="74068"/>
                  </a:cubicBezTo>
                  <a:cubicBezTo>
                    <a:pt x="134391" y="75185"/>
                    <a:pt x="134391" y="75185"/>
                    <a:pt x="134391" y="76324"/>
                  </a:cubicBezTo>
                  <a:cubicBezTo>
                    <a:pt x="134398" y="77308"/>
                    <a:pt x="134398" y="77308"/>
                    <a:pt x="134406" y="78312"/>
                  </a:cubicBezTo>
                  <a:cubicBezTo>
                    <a:pt x="134079" y="80358"/>
                    <a:pt x="133360" y="80827"/>
                    <a:pt x="131905" y="82226"/>
                  </a:cubicBezTo>
                  <a:cubicBezTo>
                    <a:pt x="131928" y="83561"/>
                    <a:pt x="131928" y="83561"/>
                    <a:pt x="131952" y="84923"/>
                  </a:cubicBezTo>
                  <a:cubicBezTo>
                    <a:pt x="131936" y="85752"/>
                    <a:pt x="131921" y="86581"/>
                    <a:pt x="131905" y="87435"/>
                  </a:cubicBezTo>
                  <a:cubicBezTo>
                    <a:pt x="131168" y="87596"/>
                    <a:pt x="131168" y="87596"/>
                    <a:pt x="130417" y="87760"/>
                  </a:cubicBezTo>
                  <a:cubicBezTo>
                    <a:pt x="129926" y="87898"/>
                    <a:pt x="129434" y="88037"/>
                    <a:pt x="128928" y="88179"/>
                  </a:cubicBezTo>
                  <a:cubicBezTo>
                    <a:pt x="128787" y="89750"/>
                    <a:pt x="128888" y="91214"/>
                    <a:pt x="129042" y="92783"/>
                  </a:cubicBezTo>
                  <a:cubicBezTo>
                    <a:pt x="129004" y="93228"/>
                    <a:pt x="128967" y="93673"/>
                    <a:pt x="128928" y="94132"/>
                  </a:cubicBezTo>
                  <a:cubicBezTo>
                    <a:pt x="128192" y="94378"/>
                    <a:pt x="127455" y="94623"/>
                    <a:pt x="126696" y="94876"/>
                  </a:cubicBezTo>
                  <a:cubicBezTo>
                    <a:pt x="126174" y="96106"/>
                    <a:pt x="125677" y="97346"/>
                    <a:pt x="125208" y="98597"/>
                  </a:cubicBezTo>
                  <a:cubicBezTo>
                    <a:pt x="124717" y="98842"/>
                    <a:pt x="124225" y="99088"/>
                    <a:pt x="123719" y="99341"/>
                  </a:cubicBezTo>
                  <a:cubicBezTo>
                    <a:pt x="123474" y="99832"/>
                    <a:pt x="123228" y="100323"/>
                    <a:pt x="122975" y="100829"/>
                  </a:cubicBezTo>
                  <a:cubicBezTo>
                    <a:pt x="122231" y="102318"/>
                    <a:pt x="122231" y="102318"/>
                    <a:pt x="120743" y="103062"/>
                  </a:cubicBezTo>
                  <a:cubicBezTo>
                    <a:pt x="120497" y="103798"/>
                    <a:pt x="120252" y="104535"/>
                    <a:pt x="119999" y="105294"/>
                  </a:cubicBezTo>
                  <a:cubicBezTo>
                    <a:pt x="119523" y="105524"/>
                    <a:pt x="119047" y="105755"/>
                    <a:pt x="118557" y="105992"/>
                  </a:cubicBezTo>
                  <a:cubicBezTo>
                    <a:pt x="116877" y="106657"/>
                    <a:pt x="116877" y="106657"/>
                    <a:pt x="116278" y="108410"/>
                  </a:cubicBezTo>
                  <a:cubicBezTo>
                    <a:pt x="116032" y="108855"/>
                    <a:pt x="115787" y="109300"/>
                    <a:pt x="115534" y="109759"/>
                  </a:cubicBezTo>
                  <a:cubicBezTo>
                    <a:pt x="113953" y="109573"/>
                    <a:pt x="113953" y="109573"/>
                    <a:pt x="112557" y="109015"/>
                  </a:cubicBezTo>
                  <a:cubicBezTo>
                    <a:pt x="112557" y="109752"/>
                    <a:pt x="112557" y="110488"/>
                    <a:pt x="112557" y="111247"/>
                  </a:cubicBezTo>
                  <a:cubicBezTo>
                    <a:pt x="114487" y="111737"/>
                    <a:pt x="116393" y="111911"/>
                    <a:pt x="118371" y="112125"/>
                  </a:cubicBezTo>
                  <a:cubicBezTo>
                    <a:pt x="118908" y="112327"/>
                    <a:pt x="119445" y="112528"/>
                    <a:pt x="119999" y="112736"/>
                  </a:cubicBezTo>
                  <a:cubicBezTo>
                    <a:pt x="120231" y="114648"/>
                    <a:pt x="120231" y="114648"/>
                    <a:pt x="119999" y="116456"/>
                  </a:cubicBezTo>
                  <a:cubicBezTo>
                    <a:pt x="120843" y="116395"/>
                    <a:pt x="121687" y="116333"/>
                    <a:pt x="122557" y="116270"/>
                  </a:cubicBezTo>
                  <a:cubicBezTo>
                    <a:pt x="123432" y="116332"/>
                    <a:pt x="124306" y="116393"/>
                    <a:pt x="125208" y="116456"/>
                  </a:cubicBezTo>
                  <a:cubicBezTo>
                    <a:pt x="125766" y="117898"/>
                    <a:pt x="125766" y="117898"/>
                    <a:pt x="125952" y="119433"/>
                  </a:cubicBezTo>
                  <a:cubicBezTo>
                    <a:pt x="126689" y="119678"/>
                    <a:pt x="127425" y="119924"/>
                    <a:pt x="128184" y="120177"/>
                  </a:cubicBezTo>
                  <a:cubicBezTo>
                    <a:pt x="128705" y="121157"/>
                    <a:pt x="129202" y="122149"/>
                    <a:pt x="129673" y="123154"/>
                  </a:cubicBezTo>
                  <a:cubicBezTo>
                    <a:pt x="130164" y="123399"/>
                    <a:pt x="130655" y="123645"/>
                    <a:pt x="131161" y="123898"/>
                  </a:cubicBezTo>
                  <a:cubicBezTo>
                    <a:pt x="131161" y="124880"/>
                    <a:pt x="131161" y="125862"/>
                    <a:pt x="131161" y="126874"/>
                  </a:cubicBezTo>
                  <a:cubicBezTo>
                    <a:pt x="132141" y="127395"/>
                    <a:pt x="133133" y="127892"/>
                    <a:pt x="134137" y="128363"/>
                  </a:cubicBezTo>
                  <a:cubicBezTo>
                    <a:pt x="134137" y="129099"/>
                    <a:pt x="134137" y="129836"/>
                    <a:pt x="134137" y="130595"/>
                  </a:cubicBezTo>
                  <a:cubicBezTo>
                    <a:pt x="134613" y="130656"/>
                    <a:pt x="135089" y="130718"/>
                    <a:pt x="135579" y="130781"/>
                  </a:cubicBezTo>
                  <a:cubicBezTo>
                    <a:pt x="136086" y="130965"/>
                    <a:pt x="136592" y="131149"/>
                    <a:pt x="137114" y="131339"/>
                  </a:cubicBezTo>
                  <a:cubicBezTo>
                    <a:pt x="137422" y="133066"/>
                    <a:pt x="137671" y="134804"/>
                    <a:pt x="137858" y="136548"/>
                  </a:cubicBezTo>
                  <a:cubicBezTo>
                    <a:pt x="138349" y="136794"/>
                    <a:pt x="138840" y="137039"/>
                    <a:pt x="139346" y="137292"/>
                  </a:cubicBezTo>
                  <a:cubicBezTo>
                    <a:pt x="139655" y="138830"/>
                    <a:pt x="139655" y="138830"/>
                    <a:pt x="139812" y="140687"/>
                  </a:cubicBezTo>
                  <a:cubicBezTo>
                    <a:pt x="139895" y="141610"/>
                    <a:pt x="139895" y="141610"/>
                    <a:pt x="139980" y="142551"/>
                  </a:cubicBezTo>
                  <a:cubicBezTo>
                    <a:pt x="140017" y="143025"/>
                    <a:pt x="140053" y="143500"/>
                    <a:pt x="140091" y="143989"/>
                  </a:cubicBezTo>
                  <a:cubicBezTo>
                    <a:pt x="140827" y="143989"/>
                    <a:pt x="141564" y="143989"/>
                    <a:pt x="142323" y="143989"/>
                  </a:cubicBezTo>
                  <a:cubicBezTo>
                    <a:pt x="142569" y="148164"/>
                    <a:pt x="142814" y="152339"/>
                    <a:pt x="143067" y="156640"/>
                  </a:cubicBezTo>
                  <a:cubicBezTo>
                    <a:pt x="143804" y="156640"/>
                    <a:pt x="144541" y="156640"/>
                    <a:pt x="145300" y="156640"/>
                  </a:cubicBezTo>
                  <a:cubicBezTo>
                    <a:pt x="145300" y="164007"/>
                    <a:pt x="145300" y="171374"/>
                    <a:pt x="145300" y="178964"/>
                  </a:cubicBezTo>
                  <a:cubicBezTo>
                    <a:pt x="144808" y="178964"/>
                    <a:pt x="144317" y="178964"/>
                    <a:pt x="143811" y="178964"/>
                  </a:cubicBezTo>
                  <a:cubicBezTo>
                    <a:pt x="142374" y="181838"/>
                    <a:pt x="142756" y="185402"/>
                    <a:pt x="142605" y="188571"/>
                  </a:cubicBezTo>
                  <a:cubicBezTo>
                    <a:pt x="142512" y="189330"/>
                    <a:pt x="142419" y="190089"/>
                    <a:pt x="142323" y="190870"/>
                  </a:cubicBezTo>
                  <a:cubicBezTo>
                    <a:pt x="141832" y="191116"/>
                    <a:pt x="141341" y="191361"/>
                    <a:pt x="140835" y="191614"/>
                  </a:cubicBezTo>
                  <a:cubicBezTo>
                    <a:pt x="140570" y="193514"/>
                    <a:pt x="140504" y="195394"/>
                    <a:pt x="140419" y="197309"/>
                  </a:cubicBezTo>
                  <a:cubicBezTo>
                    <a:pt x="140256" y="198174"/>
                    <a:pt x="140256" y="198174"/>
                    <a:pt x="140091" y="199056"/>
                  </a:cubicBezTo>
                  <a:cubicBezTo>
                    <a:pt x="139354" y="199547"/>
                    <a:pt x="138617" y="200038"/>
                    <a:pt x="137858" y="200544"/>
                  </a:cubicBezTo>
                  <a:cubicBezTo>
                    <a:pt x="137310" y="203199"/>
                    <a:pt x="137310" y="203199"/>
                    <a:pt x="137114" y="205753"/>
                  </a:cubicBezTo>
                  <a:cubicBezTo>
                    <a:pt x="136377" y="205753"/>
                    <a:pt x="135641" y="205753"/>
                    <a:pt x="134882" y="205753"/>
                  </a:cubicBezTo>
                  <a:cubicBezTo>
                    <a:pt x="134766" y="206812"/>
                    <a:pt x="134766" y="206812"/>
                    <a:pt x="134649" y="207893"/>
                  </a:cubicBezTo>
                  <a:cubicBezTo>
                    <a:pt x="134137" y="210218"/>
                    <a:pt x="134137" y="210218"/>
                    <a:pt x="131905" y="211706"/>
                  </a:cubicBezTo>
                  <a:cubicBezTo>
                    <a:pt x="131782" y="212228"/>
                    <a:pt x="131659" y="212750"/>
                    <a:pt x="131533" y="213288"/>
                  </a:cubicBezTo>
                  <a:cubicBezTo>
                    <a:pt x="131410" y="213748"/>
                    <a:pt x="131287" y="214208"/>
                    <a:pt x="131161" y="214683"/>
                  </a:cubicBezTo>
                  <a:cubicBezTo>
                    <a:pt x="130424" y="214683"/>
                    <a:pt x="129687" y="214683"/>
                    <a:pt x="128928" y="214683"/>
                  </a:cubicBezTo>
                  <a:cubicBezTo>
                    <a:pt x="128395" y="215907"/>
                    <a:pt x="127899" y="217149"/>
                    <a:pt x="127440" y="218404"/>
                  </a:cubicBezTo>
                  <a:cubicBezTo>
                    <a:pt x="126949" y="218649"/>
                    <a:pt x="126458" y="218895"/>
                    <a:pt x="125952" y="219148"/>
                  </a:cubicBezTo>
                  <a:cubicBezTo>
                    <a:pt x="125737" y="219623"/>
                    <a:pt x="125522" y="220099"/>
                    <a:pt x="125301" y="220589"/>
                  </a:cubicBezTo>
                  <a:cubicBezTo>
                    <a:pt x="124277" y="222467"/>
                    <a:pt x="123382" y="222724"/>
                    <a:pt x="121487" y="223613"/>
                  </a:cubicBezTo>
                  <a:cubicBezTo>
                    <a:pt x="120996" y="224349"/>
                    <a:pt x="120505" y="225086"/>
                    <a:pt x="119999" y="225845"/>
                  </a:cubicBezTo>
                  <a:cubicBezTo>
                    <a:pt x="119016" y="225845"/>
                    <a:pt x="118034" y="225845"/>
                    <a:pt x="117022" y="225845"/>
                  </a:cubicBezTo>
                  <a:cubicBezTo>
                    <a:pt x="117022" y="226827"/>
                    <a:pt x="117022" y="227809"/>
                    <a:pt x="117022" y="228821"/>
                  </a:cubicBezTo>
                  <a:cubicBezTo>
                    <a:pt x="116494" y="228841"/>
                    <a:pt x="115965" y="228860"/>
                    <a:pt x="115421" y="228880"/>
                  </a:cubicBezTo>
                  <a:cubicBezTo>
                    <a:pt x="114737" y="228922"/>
                    <a:pt x="114053" y="228964"/>
                    <a:pt x="113348" y="229008"/>
                  </a:cubicBezTo>
                  <a:cubicBezTo>
                    <a:pt x="112666" y="229042"/>
                    <a:pt x="111984" y="229077"/>
                    <a:pt x="111281" y="229112"/>
                  </a:cubicBezTo>
                  <a:cubicBezTo>
                    <a:pt x="110720" y="229262"/>
                    <a:pt x="110159" y="229411"/>
                    <a:pt x="109581" y="229566"/>
                  </a:cubicBezTo>
                  <a:cubicBezTo>
                    <a:pt x="109430" y="230307"/>
                    <a:pt x="109430" y="230307"/>
                    <a:pt x="109276" y="231063"/>
                  </a:cubicBezTo>
                  <a:cubicBezTo>
                    <a:pt x="109058" y="231795"/>
                    <a:pt x="109058" y="231795"/>
                    <a:pt x="108837" y="232542"/>
                  </a:cubicBezTo>
                  <a:cubicBezTo>
                    <a:pt x="106674" y="232917"/>
                    <a:pt x="106674" y="232917"/>
                    <a:pt x="104000" y="232961"/>
                  </a:cubicBezTo>
                  <a:cubicBezTo>
                    <a:pt x="101404" y="232960"/>
                    <a:pt x="101404" y="232960"/>
                    <a:pt x="99163" y="233286"/>
                  </a:cubicBezTo>
                  <a:cubicBezTo>
                    <a:pt x="98917" y="234023"/>
                    <a:pt x="98672" y="234760"/>
                    <a:pt x="98419" y="235519"/>
                  </a:cubicBezTo>
                  <a:cubicBezTo>
                    <a:pt x="96873" y="235896"/>
                    <a:pt x="96873" y="235896"/>
                    <a:pt x="94844" y="236024"/>
                  </a:cubicBezTo>
                  <a:cubicBezTo>
                    <a:pt x="94099" y="236072"/>
                    <a:pt x="93354" y="236120"/>
                    <a:pt x="92586" y="236169"/>
                  </a:cubicBezTo>
                  <a:cubicBezTo>
                    <a:pt x="88789" y="236320"/>
                    <a:pt x="84999" y="236366"/>
                    <a:pt x="81199" y="236359"/>
                  </a:cubicBezTo>
                  <a:cubicBezTo>
                    <a:pt x="80336" y="236360"/>
                    <a:pt x="79474" y="236362"/>
                    <a:pt x="78585" y="236363"/>
                  </a:cubicBezTo>
                  <a:cubicBezTo>
                    <a:pt x="75762" y="236366"/>
                    <a:pt x="72938" y="236364"/>
                    <a:pt x="70115" y="236362"/>
                  </a:cubicBezTo>
                  <a:cubicBezTo>
                    <a:pt x="68145" y="236362"/>
                    <a:pt x="66175" y="236363"/>
                    <a:pt x="64205" y="236364"/>
                  </a:cubicBezTo>
                  <a:cubicBezTo>
                    <a:pt x="60091" y="236365"/>
                    <a:pt x="55977" y="236363"/>
                    <a:pt x="51864" y="236360"/>
                  </a:cubicBezTo>
                  <a:cubicBezTo>
                    <a:pt x="47107" y="236356"/>
                    <a:pt x="42350" y="236357"/>
                    <a:pt x="37593" y="236361"/>
                  </a:cubicBezTo>
                  <a:cubicBezTo>
                    <a:pt x="33007" y="236365"/>
                    <a:pt x="28421" y="236365"/>
                    <a:pt x="23834" y="236362"/>
                  </a:cubicBezTo>
                  <a:cubicBezTo>
                    <a:pt x="21885" y="236362"/>
                    <a:pt x="19936" y="236363"/>
                    <a:pt x="17987" y="236364"/>
                  </a:cubicBezTo>
                  <a:cubicBezTo>
                    <a:pt x="15274" y="236366"/>
                    <a:pt x="12561" y="236363"/>
                    <a:pt x="9848" y="236359"/>
                  </a:cubicBezTo>
                  <a:cubicBezTo>
                    <a:pt x="9038" y="236361"/>
                    <a:pt x="8229" y="236362"/>
                    <a:pt x="7394" y="236364"/>
                  </a:cubicBezTo>
                  <a:cubicBezTo>
                    <a:pt x="6659" y="236362"/>
                    <a:pt x="5924" y="236360"/>
                    <a:pt x="5166" y="236357"/>
                  </a:cubicBezTo>
                  <a:cubicBezTo>
                    <a:pt x="4205" y="236357"/>
                    <a:pt x="4205" y="236357"/>
                    <a:pt x="3224" y="236357"/>
                  </a:cubicBezTo>
                  <a:cubicBezTo>
                    <a:pt x="1680" y="236263"/>
                    <a:pt x="1680" y="236263"/>
                    <a:pt x="192" y="235519"/>
                  </a:cubicBezTo>
                  <a:cubicBezTo>
                    <a:pt x="7" y="233919"/>
                    <a:pt x="7" y="233919"/>
                    <a:pt x="9" y="231755"/>
                  </a:cubicBezTo>
                  <a:cubicBezTo>
                    <a:pt x="6" y="230934"/>
                    <a:pt x="3" y="230114"/>
                    <a:pt x="0" y="229268"/>
                  </a:cubicBezTo>
                  <a:cubicBezTo>
                    <a:pt x="4" y="228355"/>
                    <a:pt x="9" y="227443"/>
                    <a:pt x="13" y="226502"/>
                  </a:cubicBezTo>
                  <a:cubicBezTo>
                    <a:pt x="12" y="225541"/>
                    <a:pt x="11" y="224580"/>
                    <a:pt x="9" y="223590"/>
                  </a:cubicBezTo>
                  <a:cubicBezTo>
                    <a:pt x="6" y="220911"/>
                    <a:pt x="12" y="218232"/>
                    <a:pt x="19" y="215552"/>
                  </a:cubicBezTo>
                  <a:cubicBezTo>
                    <a:pt x="26" y="212667"/>
                    <a:pt x="24" y="209783"/>
                    <a:pt x="22" y="206898"/>
                  </a:cubicBezTo>
                  <a:cubicBezTo>
                    <a:pt x="22" y="201896"/>
                    <a:pt x="26" y="196894"/>
                    <a:pt x="35" y="191892"/>
                  </a:cubicBezTo>
                  <a:cubicBezTo>
                    <a:pt x="47" y="184659"/>
                    <a:pt x="51" y="177427"/>
                    <a:pt x="53" y="170195"/>
                  </a:cubicBezTo>
                  <a:cubicBezTo>
                    <a:pt x="56" y="158462"/>
                    <a:pt x="66" y="146729"/>
                    <a:pt x="80" y="134996"/>
                  </a:cubicBezTo>
                  <a:cubicBezTo>
                    <a:pt x="93" y="123596"/>
                    <a:pt x="104" y="112196"/>
                    <a:pt x="110" y="100796"/>
                  </a:cubicBezTo>
                  <a:cubicBezTo>
                    <a:pt x="111" y="99742"/>
                    <a:pt x="111" y="99742"/>
                    <a:pt x="112" y="98668"/>
                  </a:cubicBezTo>
                  <a:cubicBezTo>
                    <a:pt x="113" y="95145"/>
                    <a:pt x="115" y="91623"/>
                    <a:pt x="117" y="88100"/>
                  </a:cubicBezTo>
                  <a:cubicBezTo>
                    <a:pt x="133" y="58857"/>
                    <a:pt x="159" y="29614"/>
                    <a:pt x="192" y="370"/>
                  </a:cubicBezTo>
                  <a:cubicBezTo>
                    <a:pt x="12598" y="301"/>
                    <a:pt x="25004" y="248"/>
                    <a:pt x="37411" y="216"/>
                  </a:cubicBezTo>
                  <a:cubicBezTo>
                    <a:pt x="43171" y="201"/>
                    <a:pt x="48931" y="180"/>
                    <a:pt x="54691" y="146"/>
                  </a:cubicBezTo>
                  <a:cubicBezTo>
                    <a:pt x="59709" y="116"/>
                    <a:pt x="64728" y="97"/>
                    <a:pt x="69747" y="90"/>
                  </a:cubicBezTo>
                  <a:cubicBezTo>
                    <a:pt x="72406" y="86"/>
                    <a:pt x="75065" y="77"/>
                    <a:pt x="77724" y="56"/>
                  </a:cubicBezTo>
                  <a:cubicBezTo>
                    <a:pt x="80687" y="32"/>
                    <a:pt x="83650" y="31"/>
                    <a:pt x="86614" y="32"/>
                  </a:cubicBezTo>
                  <a:cubicBezTo>
                    <a:pt x="87502" y="22"/>
                    <a:pt x="88390" y="11"/>
                    <a:pt x="89305" y="0"/>
                  </a:cubicBezTo>
                  <a:close/>
                </a:path>
              </a:pathLst>
            </a:custGeom>
            <a:grpFill/>
            <a:ln w="744" cap="flat">
              <a:noFill/>
              <a:prstDash val="solid"/>
              <a:miter/>
            </a:ln>
          </p:spPr>
          <p:txBody>
            <a:bodyPr rtlCol="0" anchor="ctr"/>
            <a:lstStyle/>
            <a:p>
              <a:endParaRPr lang="zh-CN" altLang="en-US"/>
            </a:p>
          </p:txBody>
        </p:sp>
        <p:sp>
          <p:nvSpPr>
            <p:cNvPr id="172" name="任意多边形: 形状 171"/>
            <p:cNvSpPr/>
            <p:nvPr/>
          </p:nvSpPr>
          <p:spPr>
            <a:xfrm>
              <a:off x="5212571" y="1394116"/>
              <a:ext cx="144758" cy="236372"/>
            </a:xfrm>
            <a:custGeom>
              <a:avLst/>
              <a:gdLst>
                <a:gd name="connsiteX0" fmla="*/ 79903 w 144759"/>
                <a:gd name="connsiteY0" fmla="*/ 129578 h 236364"/>
                <a:gd name="connsiteX1" fmla="*/ 76943 w 144759"/>
                <a:gd name="connsiteY1" fmla="*/ 129603 h 236364"/>
                <a:gd name="connsiteX2" fmla="*/ 71806 w 144759"/>
                <a:gd name="connsiteY2" fmla="*/ 129632 h 236364"/>
                <a:gd name="connsiteX3" fmla="*/ 68125 w 144759"/>
                <a:gd name="connsiteY3" fmla="*/ 129672 h 236364"/>
                <a:gd name="connsiteX4" fmla="*/ 58500 w 144759"/>
                <a:gd name="connsiteY4" fmla="*/ 129745 h 236364"/>
                <a:gd name="connsiteX5" fmla="*/ 48517 w 144759"/>
                <a:gd name="connsiteY5" fmla="*/ 129833 h 236364"/>
                <a:gd name="connsiteX6" fmla="*/ 27016 w 144759"/>
                <a:gd name="connsiteY6" fmla="*/ 130025 h 236364"/>
                <a:gd name="connsiteX7" fmla="*/ 26980 w 144759"/>
                <a:gd name="connsiteY7" fmla="*/ 156705 h 236364"/>
                <a:gd name="connsiteX8" fmla="*/ 26965 w 144759"/>
                <a:gd name="connsiteY8" fmla="*/ 170292 h 236364"/>
                <a:gd name="connsiteX9" fmla="*/ 26947 w 144759"/>
                <a:gd name="connsiteY9" fmla="*/ 183618 h 236364"/>
                <a:gd name="connsiteX10" fmla="*/ 26944 w 144759"/>
                <a:gd name="connsiteY10" fmla="*/ 188670 h 236364"/>
                <a:gd name="connsiteX11" fmla="*/ 26932 w 144759"/>
                <a:gd name="connsiteY11" fmla="*/ 195978 h 236364"/>
                <a:gd name="connsiteX12" fmla="*/ 26932 w 144759"/>
                <a:gd name="connsiteY12" fmla="*/ 198200 h 236364"/>
                <a:gd name="connsiteX13" fmla="*/ 26924 w 144759"/>
                <a:gd name="connsiteY13" fmla="*/ 200321 h 236364"/>
                <a:gd name="connsiteX14" fmla="*/ 27761 w 144759"/>
                <a:gd name="connsiteY14" fmla="*/ 205928 h 236364"/>
                <a:gd name="connsiteX15" fmla="*/ 31537 w 144759"/>
                <a:gd name="connsiteY15" fmla="*/ 205973 h 236364"/>
                <a:gd name="connsiteX16" fmla="*/ 33173 w 144759"/>
                <a:gd name="connsiteY16" fmla="*/ 205944 h 236364"/>
                <a:gd name="connsiteX17" fmla="*/ 38589 w 144759"/>
                <a:gd name="connsiteY17" fmla="*/ 205869 h 236364"/>
                <a:gd name="connsiteX18" fmla="*/ 42469 w 144759"/>
                <a:gd name="connsiteY18" fmla="*/ 205811 h 236364"/>
                <a:gd name="connsiteX19" fmla="*/ 52615 w 144759"/>
                <a:gd name="connsiteY19" fmla="*/ 205666 h 236364"/>
                <a:gd name="connsiteX20" fmla="*/ 63138 w 144759"/>
                <a:gd name="connsiteY20" fmla="*/ 205513 h 236364"/>
                <a:gd name="connsiteX21" fmla="*/ 85804 w 144759"/>
                <a:gd name="connsiteY21" fmla="*/ 205184 h 236364"/>
                <a:gd name="connsiteX22" fmla="*/ 85804 w 144759"/>
                <a:gd name="connsiteY22" fmla="*/ 202207 h 236364"/>
                <a:gd name="connsiteX23" fmla="*/ 88056 w 144759"/>
                <a:gd name="connsiteY23" fmla="*/ 202338 h 236364"/>
                <a:gd name="connsiteX24" fmla="*/ 90966 w 144759"/>
                <a:gd name="connsiteY24" fmla="*/ 202440 h 236364"/>
                <a:gd name="connsiteX25" fmla="*/ 96221 w 144759"/>
                <a:gd name="connsiteY25" fmla="*/ 202207 h 236364"/>
                <a:gd name="connsiteX26" fmla="*/ 96783 w 144759"/>
                <a:gd name="connsiteY26" fmla="*/ 200344 h 236364"/>
                <a:gd name="connsiteX27" fmla="*/ 96966 w 144759"/>
                <a:gd name="connsiteY27" fmla="*/ 198486 h 236364"/>
                <a:gd name="connsiteX28" fmla="*/ 99198 w 144759"/>
                <a:gd name="connsiteY28" fmla="*/ 198300 h 236364"/>
                <a:gd name="connsiteX29" fmla="*/ 101430 w 144759"/>
                <a:gd name="connsiteY29" fmla="*/ 198486 h 236364"/>
                <a:gd name="connsiteX30" fmla="*/ 102175 w 144759"/>
                <a:gd name="connsiteY30" fmla="*/ 197742 h 236364"/>
                <a:gd name="connsiteX31" fmla="*/ 106732 w 144759"/>
                <a:gd name="connsiteY31" fmla="*/ 191603 h 236364"/>
                <a:gd name="connsiteX32" fmla="*/ 107384 w 144759"/>
                <a:gd name="connsiteY32" fmla="*/ 189557 h 236364"/>
                <a:gd name="connsiteX33" fmla="*/ 109616 w 144759"/>
                <a:gd name="connsiteY33" fmla="*/ 188813 h 236364"/>
                <a:gd name="connsiteX34" fmla="*/ 109756 w 144759"/>
                <a:gd name="connsiteY34" fmla="*/ 186534 h 236364"/>
                <a:gd name="connsiteX35" fmla="*/ 109616 w 144759"/>
                <a:gd name="connsiteY35" fmla="*/ 184348 h 236364"/>
                <a:gd name="connsiteX36" fmla="*/ 111848 w 144759"/>
                <a:gd name="connsiteY36" fmla="*/ 184348 h 236364"/>
                <a:gd name="connsiteX37" fmla="*/ 112673 w 144759"/>
                <a:gd name="connsiteY37" fmla="*/ 178507 h 236364"/>
                <a:gd name="connsiteX38" fmla="*/ 112654 w 144759"/>
                <a:gd name="connsiteY38" fmla="*/ 176197 h 236364"/>
                <a:gd name="connsiteX39" fmla="*/ 112632 w 144759"/>
                <a:gd name="connsiteY39" fmla="*/ 173620 h 236364"/>
                <a:gd name="connsiteX40" fmla="*/ 112593 w 144759"/>
                <a:gd name="connsiteY40" fmla="*/ 170953 h 236364"/>
                <a:gd name="connsiteX41" fmla="*/ 112437 w 144759"/>
                <a:gd name="connsiteY41" fmla="*/ 163262 h 236364"/>
                <a:gd name="connsiteX42" fmla="*/ 112360 w 144759"/>
                <a:gd name="connsiteY42" fmla="*/ 160721 h 236364"/>
                <a:gd name="connsiteX43" fmla="*/ 112309 w 144759"/>
                <a:gd name="connsiteY43" fmla="*/ 158076 h 236364"/>
                <a:gd name="connsiteX44" fmla="*/ 112229 w 144759"/>
                <a:gd name="connsiteY44" fmla="*/ 155570 h 236364"/>
                <a:gd name="connsiteX45" fmla="*/ 111848 w 144759"/>
                <a:gd name="connsiteY45" fmla="*/ 151606 h 236364"/>
                <a:gd name="connsiteX46" fmla="*/ 109616 w 144759"/>
                <a:gd name="connsiteY46" fmla="*/ 150861 h 236364"/>
                <a:gd name="connsiteX47" fmla="*/ 109604 w 144759"/>
                <a:gd name="connsiteY47" fmla="*/ 149149 h 236364"/>
                <a:gd name="connsiteX48" fmla="*/ 108744 w 144759"/>
                <a:gd name="connsiteY48" fmla="*/ 145527 h 236364"/>
                <a:gd name="connsiteX49" fmla="*/ 107570 w 144759"/>
                <a:gd name="connsiteY49" fmla="*/ 144025 h 236364"/>
                <a:gd name="connsiteX50" fmla="*/ 105151 w 144759"/>
                <a:gd name="connsiteY50" fmla="*/ 141188 h 236364"/>
                <a:gd name="connsiteX51" fmla="*/ 102175 w 144759"/>
                <a:gd name="connsiteY51" fmla="*/ 139699 h 236364"/>
                <a:gd name="connsiteX52" fmla="*/ 102175 w 144759"/>
                <a:gd name="connsiteY52" fmla="*/ 137467 h 236364"/>
                <a:gd name="connsiteX53" fmla="*/ 99617 w 144759"/>
                <a:gd name="connsiteY53" fmla="*/ 136723 h 236364"/>
                <a:gd name="connsiteX54" fmla="*/ 96966 w 144759"/>
                <a:gd name="connsiteY54" fmla="*/ 135979 h 236364"/>
                <a:gd name="connsiteX55" fmla="*/ 96221 w 144759"/>
                <a:gd name="connsiteY55" fmla="*/ 133746 h 236364"/>
                <a:gd name="connsiteX56" fmla="*/ 94919 w 144759"/>
                <a:gd name="connsiteY56" fmla="*/ 133552 h 236364"/>
                <a:gd name="connsiteX57" fmla="*/ 93245 w 144759"/>
                <a:gd name="connsiteY57" fmla="*/ 133659 h 236364"/>
                <a:gd name="connsiteX58" fmla="*/ 89524 w 144759"/>
                <a:gd name="connsiteY58" fmla="*/ 133839 h 236364"/>
                <a:gd name="connsiteX59" fmla="*/ 87617 w 144759"/>
                <a:gd name="connsiteY59" fmla="*/ 133964 h 236364"/>
                <a:gd name="connsiteX60" fmla="*/ 85804 w 144759"/>
                <a:gd name="connsiteY60" fmla="*/ 134031 h 236364"/>
                <a:gd name="connsiteX61" fmla="*/ 82827 w 144759"/>
                <a:gd name="connsiteY61" fmla="*/ 133746 h 236364"/>
                <a:gd name="connsiteX62" fmla="*/ 82083 w 144759"/>
                <a:gd name="connsiteY62" fmla="*/ 130025 h 236364"/>
                <a:gd name="connsiteX63" fmla="*/ 79903 w 144759"/>
                <a:gd name="connsiteY63" fmla="*/ 129578 h 236364"/>
                <a:gd name="connsiteX64" fmla="*/ 77040 w 144759"/>
                <a:gd name="connsiteY64" fmla="*/ 30474 h 236364"/>
                <a:gd name="connsiteX65" fmla="*/ 74241 w 144759"/>
                <a:gd name="connsiteY65" fmla="*/ 30499 h 236364"/>
                <a:gd name="connsiteX66" fmla="*/ 69331 w 144759"/>
                <a:gd name="connsiteY66" fmla="*/ 30529 h 236364"/>
                <a:gd name="connsiteX67" fmla="*/ 66083 w 144759"/>
                <a:gd name="connsiteY67" fmla="*/ 30566 h 236364"/>
                <a:gd name="connsiteX68" fmla="*/ 61236 w 144759"/>
                <a:gd name="connsiteY68" fmla="*/ 30586 h 236364"/>
                <a:gd name="connsiteX69" fmla="*/ 53015 w 144759"/>
                <a:gd name="connsiteY69" fmla="*/ 30689 h 236364"/>
                <a:gd name="connsiteX70" fmla="*/ 27017 w 144759"/>
                <a:gd name="connsiteY70" fmla="*/ 30921 h 236364"/>
                <a:gd name="connsiteX71" fmla="*/ 27017 w 144759"/>
                <a:gd name="connsiteY71" fmla="*/ 99382 h 236364"/>
                <a:gd name="connsiteX72" fmla="*/ 53387 w 144759"/>
                <a:gd name="connsiteY72" fmla="*/ 99615 h 236364"/>
                <a:gd name="connsiteX73" fmla="*/ 65076 w 144759"/>
                <a:gd name="connsiteY73" fmla="*/ 99734 h 236364"/>
                <a:gd name="connsiteX74" fmla="*/ 68221 w 144759"/>
                <a:gd name="connsiteY74" fmla="*/ 99746 h 236364"/>
                <a:gd name="connsiteX75" fmla="*/ 73329 w 144759"/>
                <a:gd name="connsiteY75" fmla="*/ 99806 h 236364"/>
                <a:gd name="connsiteX76" fmla="*/ 74917 w 144759"/>
                <a:gd name="connsiteY76" fmla="*/ 99805 h 236364"/>
                <a:gd name="connsiteX77" fmla="*/ 79851 w 144759"/>
                <a:gd name="connsiteY77" fmla="*/ 99382 h 236364"/>
                <a:gd name="connsiteX78" fmla="*/ 80531 w 144759"/>
                <a:gd name="connsiteY78" fmla="*/ 97496 h 236364"/>
                <a:gd name="connsiteX79" fmla="*/ 80595 w 144759"/>
                <a:gd name="connsiteY79" fmla="*/ 95662 h 236364"/>
                <a:gd name="connsiteX80" fmla="*/ 82307 w 144759"/>
                <a:gd name="connsiteY80" fmla="*/ 95851 h 236364"/>
                <a:gd name="connsiteX81" fmla="*/ 84548 w 144759"/>
                <a:gd name="connsiteY81" fmla="*/ 96080 h 236364"/>
                <a:gd name="connsiteX82" fmla="*/ 91013 w 144759"/>
                <a:gd name="connsiteY82" fmla="*/ 95662 h 236364"/>
                <a:gd name="connsiteX83" fmla="*/ 91757 w 144759"/>
                <a:gd name="connsiteY83" fmla="*/ 92685 h 236364"/>
                <a:gd name="connsiteX84" fmla="*/ 96222 w 144759"/>
                <a:gd name="connsiteY84" fmla="*/ 92685 h 236364"/>
                <a:gd name="connsiteX85" fmla="*/ 101152 w 144759"/>
                <a:gd name="connsiteY85" fmla="*/ 85848 h 236364"/>
                <a:gd name="connsiteX86" fmla="*/ 102175 w 144759"/>
                <a:gd name="connsiteY86" fmla="*/ 83755 h 236364"/>
                <a:gd name="connsiteX87" fmla="*/ 103370 w 144759"/>
                <a:gd name="connsiteY87" fmla="*/ 82750 h 236364"/>
                <a:gd name="connsiteX88" fmla="*/ 104463 w 144759"/>
                <a:gd name="connsiteY88" fmla="*/ 79677 h 236364"/>
                <a:gd name="connsiteX89" fmla="*/ 104175 w 144759"/>
                <a:gd name="connsiteY89" fmla="*/ 77663 h 236364"/>
                <a:gd name="connsiteX90" fmla="*/ 103905 w 144759"/>
                <a:gd name="connsiteY90" fmla="*/ 75631 h 236364"/>
                <a:gd name="connsiteX91" fmla="*/ 103663 w 144759"/>
                <a:gd name="connsiteY91" fmla="*/ 74082 h 236364"/>
                <a:gd name="connsiteX92" fmla="*/ 106640 w 144759"/>
                <a:gd name="connsiteY92" fmla="*/ 73337 h 236364"/>
                <a:gd name="connsiteX93" fmla="*/ 107025 w 144759"/>
                <a:gd name="connsiteY93" fmla="*/ 71762 h 236364"/>
                <a:gd name="connsiteX94" fmla="*/ 107035 w 144759"/>
                <a:gd name="connsiteY94" fmla="*/ 69710 h 236364"/>
                <a:gd name="connsiteX95" fmla="*/ 107047 w 144759"/>
                <a:gd name="connsiteY95" fmla="*/ 67489 h 236364"/>
                <a:gd name="connsiteX96" fmla="*/ 107012 w 144759"/>
                <a:gd name="connsiteY96" fmla="*/ 65152 h 236364"/>
                <a:gd name="connsiteX97" fmla="*/ 107047 w 144759"/>
                <a:gd name="connsiteY97" fmla="*/ 62815 h 236364"/>
                <a:gd name="connsiteX98" fmla="*/ 107035 w 144759"/>
                <a:gd name="connsiteY98" fmla="*/ 60594 h 236364"/>
                <a:gd name="connsiteX99" fmla="*/ 106640 w 144759"/>
                <a:gd name="connsiteY99" fmla="*/ 56966 h 236364"/>
                <a:gd name="connsiteX100" fmla="*/ 105140 w 144759"/>
                <a:gd name="connsiteY100" fmla="*/ 56482 h 236364"/>
                <a:gd name="connsiteX101" fmla="*/ 103663 w 144759"/>
                <a:gd name="connsiteY101" fmla="*/ 56222 h 236364"/>
                <a:gd name="connsiteX102" fmla="*/ 103451 w 144759"/>
                <a:gd name="connsiteY102" fmla="*/ 54385 h 236364"/>
                <a:gd name="connsiteX103" fmla="*/ 103663 w 144759"/>
                <a:gd name="connsiteY103" fmla="*/ 48037 h 236364"/>
                <a:gd name="connsiteX104" fmla="*/ 101431 w 144759"/>
                <a:gd name="connsiteY104" fmla="*/ 47293 h 236364"/>
                <a:gd name="connsiteX105" fmla="*/ 101431 w 144759"/>
                <a:gd name="connsiteY105" fmla="*/ 44316 h 236364"/>
                <a:gd name="connsiteX106" fmla="*/ 94501 w 144759"/>
                <a:gd name="connsiteY106" fmla="*/ 37386 h 236364"/>
                <a:gd name="connsiteX107" fmla="*/ 92501 w 144759"/>
                <a:gd name="connsiteY107" fmla="*/ 36875 h 236364"/>
                <a:gd name="connsiteX108" fmla="*/ 91757 w 144759"/>
                <a:gd name="connsiteY108" fmla="*/ 34642 h 236364"/>
                <a:gd name="connsiteX109" fmla="*/ 87191 w 144759"/>
                <a:gd name="connsiteY109" fmla="*/ 33988 h 236364"/>
                <a:gd name="connsiteX110" fmla="*/ 84548 w 144759"/>
                <a:gd name="connsiteY110" fmla="*/ 34224 h 236364"/>
                <a:gd name="connsiteX111" fmla="*/ 81889 w 144759"/>
                <a:gd name="connsiteY111" fmla="*/ 34453 h 236364"/>
                <a:gd name="connsiteX112" fmla="*/ 79851 w 144759"/>
                <a:gd name="connsiteY112" fmla="*/ 34642 h 236364"/>
                <a:gd name="connsiteX113" fmla="*/ 79107 w 144759"/>
                <a:gd name="connsiteY113" fmla="*/ 30921 h 236364"/>
                <a:gd name="connsiteX114" fmla="*/ 77040 w 144759"/>
                <a:gd name="connsiteY114" fmla="*/ 30474 h 236364"/>
                <a:gd name="connsiteX115" fmla="*/ 88515 w 144759"/>
                <a:gd name="connsiteY115" fmla="*/ 0 h 236364"/>
                <a:gd name="connsiteX116" fmla="*/ 90931 w 144759"/>
                <a:gd name="connsiteY116" fmla="*/ 12 h 236364"/>
                <a:gd name="connsiteX117" fmla="*/ 93039 w 144759"/>
                <a:gd name="connsiteY117" fmla="*/ 4 h 236364"/>
                <a:gd name="connsiteX118" fmla="*/ 94698 w 144759"/>
                <a:gd name="connsiteY118" fmla="*/ 370 h 236364"/>
                <a:gd name="connsiteX119" fmla="*/ 96186 w 144759"/>
                <a:gd name="connsiteY119" fmla="*/ 3347 h 236364"/>
                <a:gd name="connsiteX120" fmla="*/ 100372 w 144759"/>
                <a:gd name="connsiteY120" fmla="*/ 3533 h 236364"/>
                <a:gd name="connsiteX121" fmla="*/ 102634 w 144759"/>
                <a:gd name="connsiteY121" fmla="*/ 3452 h 236364"/>
                <a:gd name="connsiteX122" fmla="*/ 104372 w 144759"/>
                <a:gd name="connsiteY122" fmla="*/ 3347 h 236364"/>
                <a:gd name="connsiteX123" fmla="*/ 104372 w 144759"/>
                <a:gd name="connsiteY123" fmla="*/ 6323 h 236364"/>
                <a:gd name="connsiteX124" fmla="*/ 107255 w 144759"/>
                <a:gd name="connsiteY124" fmla="*/ 6510 h 236364"/>
                <a:gd name="connsiteX125" fmla="*/ 110325 w 144759"/>
                <a:gd name="connsiteY125" fmla="*/ 7068 h 236364"/>
                <a:gd name="connsiteX126" fmla="*/ 111813 w 144759"/>
                <a:gd name="connsiteY126" fmla="*/ 10044 h 236364"/>
                <a:gd name="connsiteX127" fmla="*/ 114046 w 144759"/>
                <a:gd name="connsiteY127" fmla="*/ 10788 h 236364"/>
                <a:gd name="connsiteX128" fmla="*/ 114790 w 144759"/>
                <a:gd name="connsiteY128" fmla="*/ 12323 h 236364"/>
                <a:gd name="connsiteX129" fmla="*/ 115534 w 144759"/>
                <a:gd name="connsiteY129" fmla="*/ 13765 h 236364"/>
                <a:gd name="connsiteX130" fmla="*/ 117766 w 144759"/>
                <a:gd name="connsiteY130" fmla="*/ 13765 h 236364"/>
                <a:gd name="connsiteX131" fmla="*/ 118510 w 144759"/>
                <a:gd name="connsiteY131" fmla="*/ 15997 h 236364"/>
                <a:gd name="connsiteX132" fmla="*/ 120743 w 144759"/>
                <a:gd name="connsiteY132" fmla="*/ 17486 h 236364"/>
                <a:gd name="connsiteX133" fmla="*/ 121487 w 144759"/>
                <a:gd name="connsiteY133" fmla="*/ 19718 h 236364"/>
                <a:gd name="connsiteX134" fmla="*/ 122975 w 144759"/>
                <a:gd name="connsiteY134" fmla="*/ 20462 h 236364"/>
                <a:gd name="connsiteX135" fmla="*/ 123719 w 144759"/>
                <a:gd name="connsiteY135" fmla="*/ 23439 h 236364"/>
                <a:gd name="connsiteX136" fmla="*/ 125208 w 144759"/>
                <a:gd name="connsiteY136" fmla="*/ 24183 h 236364"/>
                <a:gd name="connsiteX137" fmla="*/ 126696 w 144759"/>
                <a:gd name="connsiteY137" fmla="*/ 27904 h 236364"/>
                <a:gd name="connsiteX138" fmla="*/ 128184 w 144759"/>
                <a:gd name="connsiteY138" fmla="*/ 28648 h 236364"/>
                <a:gd name="connsiteX139" fmla="*/ 128928 w 144759"/>
                <a:gd name="connsiteY139" fmla="*/ 34601 h 236364"/>
                <a:gd name="connsiteX140" fmla="*/ 131161 w 144759"/>
                <a:gd name="connsiteY140" fmla="*/ 34601 h 236364"/>
                <a:gd name="connsiteX141" fmla="*/ 131245 w 144759"/>
                <a:gd name="connsiteY141" fmla="*/ 36202 h 236364"/>
                <a:gd name="connsiteX142" fmla="*/ 131393 w 144759"/>
                <a:gd name="connsiteY142" fmla="*/ 38275 h 236364"/>
                <a:gd name="connsiteX143" fmla="*/ 131524 w 144759"/>
                <a:gd name="connsiteY143" fmla="*/ 40342 h 236364"/>
                <a:gd name="connsiteX144" fmla="*/ 131905 w 144759"/>
                <a:gd name="connsiteY144" fmla="*/ 42042 h 236364"/>
                <a:gd name="connsiteX145" fmla="*/ 134137 w 144759"/>
                <a:gd name="connsiteY145" fmla="*/ 42786 h 236364"/>
                <a:gd name="connsiteX146" fmla="*/ 134391 w 144759"/>
                <a:gd name="connsiteY146" fmla="*/ 46355 h 236364"/>
                <a:gd name="connsiteX147" fmla="*/ 134390 w 144759"/>
                <a:gd name="connsiteY147" fmla="*/ 48657 h 236364"/>
                <a:gd name="connsiteX148" fmla="*/ 134355 w 144759"/>
                <a:gd name="connsiteY148" fmla="*/ 51161 h 236364"/>
                <a:gd name="connsiteX149" fmla="*/ 134346 w 144759"/>
                <a:gd name="connsiteY149" fmla="*/ 53710 h 236364"/>
                <a:gd name="connsiteX150" fmla="*/ 134277 w 144759"/>
                <a:gd name="connsiteY150" fmla="*/ 61808 h 236364"/>
                <a:gd name="connsiteX151" fmla="*/ 134246 w 144759"/>
                <a:gd name="connsiteY151" fmla="*/ 67283 h 236364"/>
                <a:gd name="connsiteX152" fmla="*/ 134137 w 144759"/>
                <a:gd name="connsiteY152" fmla="*/ 80738 h 236364"/>
                <a:gd name="connsiteX153" fmla="*/ 131905 w 144759"/>
                <a:gd name="connsiteY153" fmla="*/ 79993 h 236364"/>
                <a:gd name="connsiteX154" fmla="*/ 131821 w 144759"/>
                <a:gd name="connsiteY154" fmla="*/ 81758 h 236364"/>
                <a:gd name="connsiteX155" fmla="*/ 131672 w 144759"/>
                <a:gd name="connsiteY155" fmla="*/ 84040 h 236364"/>
                <a:gd name="connsiteX156" fmla="*/ 131542 w 144759"/>
                <a:gd name="connsiteY156" fmla="*/ 86316 h 236364"/>
                <a:gd name="connsiteX157" fmla="*/ 131161 w 144759"/>
                <a:gd name="connsiteY157" fmla="*/ 88179 h 236364"/>
                <a:gd name="connsiteX158" fmla="*/ 128928 w 144759"/>
                <a:gd name="connsiteY158" fmla="*/ 88923 h 236364"/>
                <a:gd name="connsiteX159" fmla="*/ 128184 w 144759"/>
                <a:gd name="connsiteY159" fmla="*/ 93388 h 236364"/>
                <a:gd name="connsiteX160" fmla="*/ 126696 w 144759"/>
                <a:gd name="connsiteY160" fmla="*/ 94132 h 236364"/>
                <a:gd name="connsiteX161" fmla="*/ 125580 w 144759"/>
                <a:gd name="connsiteY161" fmla="*/ 96411 h 236364"/>
                <a:gd name="connsiteX162" fmla="*/ 124464 w 144759"/>
                <a:gd name="connsiteY162" fmla="*/ 98597 h 236364"/>
                <a:gd name="connsiteX163" fmla="*/ 122975 w 144759"/>
                <a:gd name="connsiteY163" fmla="*/ 98597 h 236364"/>
                <a:gd name="connsiteX164" fmla="*/ 122231 w 144759"/>
                <a:gd name="connsiteY164" fmla="*/ 100457 h 236364"/>
                <a:gd name="connsiteX165" fmla="*/ 121487 w 144759"/>
                <a:gd name="connsiteY165" fmla="*/ 102318 h 236364"/>
                <a:gd name="connsiteX166" fmla="*/ 119999 w 144759"/>
                <a:gd name="connsiteY166" fmla="*/ 102318 h 236364"/>
                <a:gd name="connsiteX167" fmla="*/ 119301 w 144759"/>
                <a:gd name="connsiteY167" fmla="*/ 104085 h 236364"/>
                <a:gd name="connsiteX168" fmla="*/ 116278 w 144759"/>
                <a:gd name="connsiteY168" fmla="*/ 107527 h 236364"/>
                <a:gd name="connsiteX169" fmla="*/ 114790 w 144759"/>
                <a:gd name="connsiteY169" fmla="*/ 109759 h 236364"/>
                <a:gd name="connsiteX170" fmla="*/ 111813 w 144759"/>
                <a:gd name="connsiteY170" fmla="*/ 109015 h 236364"/>
                <a:gd name="connsiteX171" fmla="*/ 115534 w 144759"/>
                <a:gd name="connsiteY171" fmla="*/ 112736 h 236364"/>
                <a:gd name="connsiteX172" fmla="*/ 119255 w 144759"/>
                <a:gd name="connsiteY172" fmla="*/ 112736 h 236364"/>
                <a:gd name="connsiteX173" fmla="*/ 119580 w 144759"/>
                <a:gd name="connsiteY173" fmla="*/ 114177 h 236364"/>
                <a:gd name="connsiteX174" fmla="*/ 119999 w 144759"/>
                <a:gd name="connsiteY174" fmla="*/ 115712 h 236364"/>
                <a:gd name="connsiteX175" fmla="*/ 124464 w 144759"/>
                <a:gd name="connsiteY175" fmla="*/ 116456 h 236364"/>
                <a:gd name="connsiteX176" fmla="*/ 125952 w 144759"/>
                <a:gd name="connsiteY176" fmla="*/ 119433 h 236364"/>
                <a:gd name="connsiteX177" fmla="*/ 128184 w 144759"/>
                <a:gd name="connsiteY177" fmla="*/ 121665 h 236364"/>
                <a:gd name="connsiteX178" fmla="*/ 131161 w 144759"/>
                <a:gd name="connsiteY178" fmla="*/ 125386 h 236364"/>
                <a:gd name="connsiteX179" fmla="*/ 132370 w 144759"/>
                <a:gd name="connsiteY179" fmla="*/ 126549 h 236364"/>
                <a:gd name="connsiteX180" fmla="*/ 134882 w 144759"/>
                <a:gd name="connsiteY180" fmla="*/ 130595 h 236364"/>
                <a:gd name="connsiteX181" fmla="*/ 136370 w 144759"/>
                <a:gd name="connsiteY181" fmla="*/ 131339 h 236364"/>
                <a:gd name="connsiteX182" fmla="*/ 137114 w 144759"/>
                <a:gd name="connsiteY182" fmla="*/ 137292 h 236364"/>
                <a:gd name="connsiteX183" fmla="*/ 139346 w 144759"/>
                <a:gd name="connsiteY183" fmla="*/ 137292 h 236364"/>
                <a:gd name="connsiteX184" fmla="*/ 139710 w 144759"/>
                <a:gd name="connsiteY184" fmla="*/ 141870 h 236364"/>
                <a:gd name="connsiteX185" fmla="*/ 140091 w 144759"/>
                <a:gd name="connsiteY185" fmla="*/ 143245 h 236364"/>
                <a:gd name="connsiteX186" fmla="*/ 142323 w 144759"/>
                <a:gd name="connsiteY186" fmla="*/ 143989 h 236364"/>
                <a:gd name="connsiteX187" fmla="*/ 142742 w 144759"/>
                <a:gd name="connsiteY187" fmla="*/ 149943 h 236364"/>
                <a:gd name="connsiteX188" fmla="*/ 143067 w 144759"/>
                <a:gd name="connsiteY188" fmla="*/ 155896 h 236364"/>
                <a:gd name="connsiteX189" fmla="*/ 144555 w 144759"/>
                <a:gd name="connsiteY189" fmla="*/ 156640 h 236364"/>
                <a:gd name="connsiteX190" fmla="*/ 144753 w 144759"/>
                <a:gd name="connsiteY190" fmla="*/ 161407 h 236364"/>
                <a:gd name="connsiteX191" fmla="*/ 144759 w 144759"/>
                <a:gd name="connsiteY191" fmla="*/ 164340 h 236364"/>
                <a:gd name="connsiteX192" fmla="*/ 144749 w 144759"/>
                <a:gd name="connsiteY192" fmla="*/ 165875 h 236364"/>
                <a:gd name="connsiteX193" fmla="*/ 144759 w 144759"/>
                <a:gd name="connsiteY193" fmla="*/ 170520 h 236364"/>
                <a:gd name="connsiteX194" fmla="*/ 144753 w 144759"/>
                <a:gd name="connsiteY194" fmla="*/ 173453 h 236364"/>
                <a:gd name="connsiteX195" fmla="*/ 144748 w 144759"/>
                <a:gd name="connsiteY195" fmla="*/ 176166 h 236364"/>
                <a:gd name="connsiteX196" fmla="*/ 144555 w 144759"/>
                <a:gd name="connsiteY196" fmla="*/ 178220 h 236364"/>
                <a:gd name="connsiteX197" fmla="*/ 143067 w 144759"/>
                <a:gd name="connsiteY197" fmla="*/ 178964 h 236364"/>
                <a:gd name="connsiteX198" fmla="*/ 142711 w 144759"/>
                <a:gd name="connsiteY198" fmla="*/ 186609 h 236364"/>
                <a:gd name="connsiteX199" fmla="*/ 142323 w 144759"/>
                <a:gd name="connsiteY199" fmla="*/ 190870 h 236364"/>
                <a:gd name="connsiteX200" fmla="*/ 140091 w 144759"/>
                <a:gd name="connsiteY200" fmla="*/ 191614 h 236364"/>
                <a:gd name="connsiteX201" fmla="*/ 139579 w 144759"/>
                <a:gd name="connsiteY201" fmla="*/ 195754 h 236364"/>
                <a:gd name="connsiteX202" fmla="*/ 139431 w 144759"/>
                <a:gd name="connsiteY202" fmla="*/ 198036 h 236364"/>
                <a:gd name="connsiteX203" fmla="*/ 139346 w 144759"/>
                <a:gd name="connsiteY203" fmla="*/ 199800 h 236364"/>
                <a:gd name="connsiteX204" fmla="*/ 137114 w 144759"/>
                <a:gd name="connsiteY204" fmla="*/ 199800 h 236364"/>
                <a:gd name="connsiteX205" fmla="*/ 136835 w 144759"/>
                <a:gd name="connsiteY205" fmla="*/ 202730 h 236364"/>
                <a:gd name="connsiteX206" fmla="*/ 136370 w 144759"/>
                <a:gd name="connsiteY206" fmla="*/ 205753 h 236364"/>
                <a:gd name="connsiteX207" fmla="*/ 134882 w 144759"/>
                <a:gd name="connsiteY207" fmla="*/ 206497 h 236364"/>
                <a:gd name="connsiteX208" fmla="*/ 134184 w 144759"/>
                <a:gd name="connsiteY208" fmla="*/ 208637 h 236364"/>
                <a:gd name="connsiteX209" fmla="*/ 131161 w 144759"/>
                <a:gd name="connsiteY209" fmla="*/ 213195 h 236364"/>
                <a:gd name="connsiteX210" fmla="*/ 127106 w 144759"/>
                <a:gd name="connsiteY210" fmla="*/ 218287 h 236364"/>
                <a:gd name="connsiteX211" fmla="*/ 125952 w 144759"/>
                <a:gd name="connsiteY211" fmla="*/ 219706 h 236364"/>
                <a:gd name="connsiteX212" fmla="*/ 124882 w 144759"/>
                <a:gd name="connsiteY212" fmla="*/ 221043 h 236364"/>
                <a:gd name="connsiteX213" fmla="*/ 120743 w 144759"/>
                <a:gd name="connsiteY213" fmla="*/ 222868 h 236364"/>
                <a:gd name="connsiteX214" fmla="*/ 120371 w 144759"/>
                <a:gd name="connsiteY214" fmla="*/ 224357 h 236364"/>
                <a:gd name="connsiteX215" fmla="*/ 119999 w 144759"/>
                <a:gd name="connsiteY215" fmla="*/ 225845 h 236364"/>
                <a:gd name="connsiteX216" fmla="*/ 117022 w 144759"/>
                <a:gd name="connsiteY216" fmla="*/ 226589 h 236364"/>
                <a:gd name="connsiteX217" fmla="*/ 116278 w 144759"/>
                <a:gd name="connsiteY217" fmla="*/ 228821 h 236364"/>
                <a:gd name="connsiteX218" fmla="*/ 112511 w 144759"/>
                <a:gd name="connsiteY218" fmla="*/ 228961 h 236364"/>
                <a:gd name="connsiteX219" fmla="*/ 110438 w 144759"/>
                <a:gd name="connsiteY219" fmla="*/ 228900 h 236364"/>
                <a:gd name="connsiteX220" fmla="*/ 108837 w 144759"/>
                <a:gd name="connsiteY220" fmla="*/ 228821 h 236364"/>
                <a:gd name="connsiteX221" fmla="*/ 108837 w 144759"/>
                <a:gd name="connsiteY221" fmla="*/ 232542 h 236364"/>
                <a:gd name="connsiteX222" fmla="*/ 106584 w 144759"/>
                <a:gd name="connsiteY222" fmla="*/ 232438 h 236364"/>
                <a:gd name="connsiteX223" fmla="*/ 103674 w 144759"/>
                <a:gd name="connsiteY223" fmla="*/ 232356 h 236364"/>
                <a:gd name="connsiteX224" fmla="*/ 100770 w 144759"/>
                <a:gd name="connsiteY224" fmla="*/ 232252 h 236364"/>
                <a:gd name="connsiteX225" fmla="*/ 98419 w 144759"/>
                <a:gd name="connsiteY225" fmla="*/ 232542 h 236364"/>
                <a:gd name="connsiteX226" fmla="*/ 98123 w 144759"/>
                <a:gd name="connsiteY226" fmla="*/ 234014 h 236364"/>
                <a:gd name="connsiteX227" fmla="*/ 97675 w 144759"/>
                <a:gd name="connsiteY227" fmla="*/ 235519 h 236364"/>
                <a:gd name="connsiteX228" fmla="*/ 94096 w 144759"/>
                <a:gd name="connsiteY228" fmla="*/ 236071 h 236364"/>
                <a:gd name="connsiteX229" fmla="*/ 91838 w 144759"/>
                <a:gd name="connsiteY229" fmla="*/ 236195 h 236364"/>
                <a:gd name="connsiteX230" fmla="*/ 80523 w 144759"/>
                <a:gd name="connsiteY230" fmla="*/ 236359 h 236364"/>
                <a:gd name="connsiteX231" fmla="*/ 77931 w 144759"/>
                <a:gd name="connsiteY231" fmla="*/ 236363 h 236364"/>
                <a:gd name="connsiteX232" fmla="*/ 69534 w 144759"/>
                <a:gd name="connsiteY232" fmla="*/ 236362 h 236364"/>
                <a:gd name="connsiteX233" fmla="*/ 63674 w 144759"/>
                <a:gd name="connsiteY233" fmla="*/ 236364 h 236364"/>
                <a:gd name="connsiteX234" fmla="*/ 51437 w 144759"/>
                <a:gd name="connsiteY234" fmla="*/ 236360 h 236364"/>
                <a:gd name="connsiteX235" fmla="*/ 37289 w 144759"/>
                <a:gd name="connsiteY235" fmla="*/ 236361 h 236364"/>
                <a:gd name="connsiteX236" fmla="*/ 23647 w 144759"/>
                <a:gd name="connsiteY236" fmla="*/ 236362 h 236364"/>
                <a:gd name="connsiteX237" fmla="*/ 17849 w 144759"/>
                <a:gd name="connsiteY237" fmla="*/ 236364 h 236364"/>
                <a:gd name="connsiteX238" fmla="*/ 9780 w 144759"/>
                <a:gd name="connsiteY238" fmla="*/ 236359 h 236364"/>
                <a:gd name="connsiteX239" fmla="*/ 7347 w 144759"/>
                <a:gd name="connsiteY239" fmla="*/ 236364 h 236364"/>
                <a:gd name="connsiteX240" fmla="*/ 5138 w 144759"/>
                <a:gd name="connsiteY240" fmla="*/ 236357 h 236364"/>
                <a:gd name="connsiteX241" fmla="*/ 3212 w 144759"/>
                <a:gd name="connsiteY241" fmla="*/ 236357 h 236364"/>
                <a:gd name="connsiteX242" fmla="*/ 192 w 144759"/>
                <a:gd name="connsiteY242" fmla="*/ 235519 h 236364"/>
                <a:gd name="connsiteX243" fmla="*/ 9 w 144759"/>
                <a:gd name="connsiteY243" fmla="*/ 231755 h 236364"/>
                <a:gd name="connsiteX244" fmla="*/ 0 w 144759"/>
                <a:gd name="connsiteY244" fmla="*/ 229268 h 236364"/>
                <a:gd name="connsiteX245" fmla="*/ 13 w 144759"/>
                <a:gd name="connsiteY245" fmla="*/ 226502 h 236364"/>
                <a:gd name="connsiteX246" fmla="*/ 9 w 144759"/>
                <a:gd name="connsiteY246" fmla="*/ 223590 h 236364"/>
                <a:gd name="connsiteX247" fmla="*/ 19 w 144759"/>
                <a:gd name="connsiteY247" fmla="*/ 215552 h 236364"/>
                <a:gd name="connsiteX248" fmla="*/ 22 w 144759"/>
                <a:gd name="connsiteY248" fmla="*/ 206898 h 236364"/>
                <a:gd name="connsiteX249" fmla="*/ 35 w 144759"/>
                <a:gd name="connsiteY249" fmla="*/ 191892 h 236364"/>
                <a:gd name="connsiteX250" fmla="*/ 53 w 144759"/>
                <a:gd name="connsiteY250" fmla="*/ 170195 h 236364"/>
                <a:gd name="connsiteX251" fmla="*/ 80 w 144759"/>
                <a:gd name="connsiteY251" fmla="*/ 134996 h 236364"/>
                <a:gd name="connsiteX252" fmla="*/ 110 w 144759"/>
                <a:gd name="connsiteY252" fmla="*/ 100796 h 236364"/>
                <a:gd name="connsiteX253" fmla="*/ 112 w 144759"/>
                <a:gd name="connsiteY253" fmla="*/ 98668 h 236364"/>
                <a:gd name="connsiteX254" fmla="*/ 117 w 144759"/>
                <a:gd name="connsiteY254" fmla="*/ 88100 h 236364"/>
                <a:gd name="connsiteX255" fmla="*/ 192 w 144759"/>
                <a:gd name="connsiteY255" fmla="*/ 370 h 236364"/>
                <a:gd name="connsiteX256" fmla="*/ 37081 w 144759"/>
                <a:gd name="connsiteY256" fmla="*/ 216 h 236364"/>
                <a:gd name="connsiteX257" fmla="*/ 54208 w 144759"/>
                <a:gd name="connsiteY257" fmla="*/ 146 h 236364"/>
                <a:gd name="connsiteX258" fmla="*/ 69133 w 144759"/>
                <a:gd name="connsiteY258" fmla="*/ 90 h 236364"/>
                <a:gd name="connsiteX259" fmla="*/ 77039 w 144759"/>
                <a:gd name="connsiteY259" fmla="*/ 56 h 236364"/>
                <a:gd name="connsiteX260" fmla="*/ 85854 w 144759"/>
                <a:gd name="connsiteY260" fmla="*/ 32 h 236364"/>
                <a:gd name="connsiteX261" fmla="*/ 88515 w 144759"/>
                <a:gd name="connsiteY261" fmla="*/ 0 h 23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144759" h="236364">
                  <a:moveTo>
                    <a:pt x="79903" y="129578"/>
                  </a:moveTo>
                  <a:cubicBezTo>
                    <a:pt x="78897" y="129587"/>
                    <a:pt x="77920" y="129595"/>
                    <a:pt x="76943" y="129603"/>
                  </a:cubicBezTo>
                  <a:cubicBezTo>
                    <a:pt x="75230" y="129601"/>
                    <a:pt x="73519" y="129605"/>
                    <a:pt x="71806" y="129632"/>
                  </a:cubicBezTo>
                  <a:cubicBezTo>
                    <a:pt x="70579" y="129652"/>
                    <a:pt x="69352" y="129666"/>
                    <a:pt x="68125" y="129672"/>
                  </a:cubicBezTo>
                  <a:cubicBezTo>
                    <a:pt x="64917" y="129682"/>
                    <a:pt x="61708" y="129704"/>
                    <a:pt x="58500" y="129745"/>
                  </a:cubicBezTo>
                  <a:cubicBezTo>
                    <a:pt x="55172" y="129787"/>
                    <a:pt x="51845" y="129813"/>
                    <a:pt x="48517" y="129833"/>
                  </a:cubicBezTo>
                  <a:cubicBezTo>
                    <a:pt x="41350" y="129873"/>
                    <a:pt x="34183" y="129939"/>
                    <a:pt x="27016" y="130025"/>
                  </a:cubicBezTo>
                  <a:cubicBezTo>
                    <a:pt x="27001" y="138919"/>
                    <a:pt x="26988" y="147812"/>
                    <a:pt x="26980" y="156705"/>
                  </a:cubicBezTo>
                  <a:cubicBezTo>
                    <a:pt x="26976" y="161234"/>
                    <a:pt x="26973" y="165763"/>
                    <a:pt x="26965" y="170292"/>
                  </a:cubicBezTo>
                  <a:cubicBezTo>
                    <a:pt x="26957" y="174734"/>
                    <a:pt x="26950" y="179176"/>
                    <a:pt x="26947" y="183618"/>
                  </a:cubicBezTo>
                  <a:cubicBezTo>
                    <a:pt x="26946" y="185302"/>
                    <a:pt x="26945" y="186986"/>
                    <a:pt x="26944" y="188670"/>
                  </a:cubicBezTo>
                  <a:cubicBezTo>
                    <a:pt x="26938" y="191106"/>
                    <a:pt x="26932" y="193542"/>
                    <a:pt x="26932" y="195978"/>
                  </a:cubicBezTo>
                  <a:cubicBezTo>
                    <a:pt x="26932" y="196734"/>
                    <a:pt x="26932" y="197467"/>
                    <a:pt x="26932" y="198200"/>
                  </a:cubicBezTo>
                  <a:cubicBezTo>
                    <a:pt x="26929" y="198921"/>
                    <a:pt x="26927" y="199621"/>
                    <a:pt x="26924" y="200321"/>
                  </a:cubicBezTo>
                  <a:cubicBezTo>
                    <a:pt x="26927" y="202256"/>
                    <a:pt x="26307" y="204474"/>
                    <a:pt x="27761" y="205928"/>
                  </a:cubicBezTo>
                  <a:cubicBezTo>
                    <a:pt x="29019" y="205961"/>
                    <a:pt x="30278" y="205987"/>
                    <a:pt x="31537" y="205973"/>
                  </a:cubicBezTo>
                  <a:cubicBezTo>
                    <a:pt x="32093" y="205963"/>
                    <a:pt x="32633" y="205954"/>
                    <a:pt x="33173" y="205944"/>
                  </a:cubicBezTo>
                  <a:cubicBezTo>
                    <a:pt x="34978" y="205921"/>
                    <a:pt x="36783" y="205897"/>
                    <a:pt x="38589" y="205869"/>
                  </a:cubicBezTo>
                  <a:cubicBezTo>
                    <a:pt x="39882" y="205848"/>
                    <a:pt x="41175" y="205829"/>
                    <a:pt x="42469" y="205811"/>
                  </a:cubicBezTo>
                  <a:cubicBezTo>
                    <a:pt x="45851" y="205765"/>
                    <a:pt x="49233" y="205717"/>
                    <a:pt x="52615" y="205666"/>
                  </a:cubicBezTo>
                  <a:cubicBezTo>
                    <a:pt x="56123" y="205612"/>
                    <a:pt x="59631" y="205562"/>
                    <a:pt x="63138" y="205513"/>
                  </a:cubicBezTo>
                  <a:cubicBezTo>
                    <a:pt x="70694" y="205408"/>
                    <a:pt x="78249" y="205298"/>
                    <a:pt x="85804" y="205184"/>
                  </a:cubicBezTo>
                  <a:cubicBezTo>
                    <a:pt x="85804" y="204172"/>
                    <a:pt x="85804" y="203189"/>
                    <a:pt x="85804" y="202207"/>
                  </a:cubicBezTo>
                  <a:cubicBezTo>
                    <a:pt x="86569" y="202252"/>
                    <a:pt x="87313" y="202295"/>
                    <a:pt x="88056" y="202338"/>
                  </a:cubicBezTo>
                  <a:cubicBezTo>
                    <a:pt x="89046" y="202372"/>
                    <a:pt x="90006" y="202406"/>
                    <a:pt x="90966" y="202440"/>
                  </a:cubicBezTo>
                  <a:cubicBezTo>
                    <a:pt x="93870" y="202570"/>
                    <a:pt x="93870" y="202570"/>
                    <a:pt x="96221" y="202207"/>
                  </a:cubicBezTo>
                  <a:cubicBezTo>
                    <a:pt x="96412" y="201574"/>
                    <a:pt x="96597" y="200959"/>
                    <a:pt x="96783" y="200344"/>
                  </a:cubicBezTo>
                  <a:cubicBezTo>
                    <a:pt x="96845" y="199712"/>
                    <a:pt x="96905" y="199099"/>
                    <a:pt x="96966" y="198486"/>
                  </a:cubicBezTo>
                  <a:cubicBezTo>
                    <a:pt x="97725" y="198423"/>
                    <a:pt x="98461" y="198362"/>
                    <a:pt x="99198" y="198300"/>
                  </a:cubicBezTo>
                  <a:cubicBezTo>
                    <a:pt x="99957" y="198364"/>
                    <a:pt x="100694" y="198425"/>
                    <a:pt x="101430" y="198486"/>
                  </a:cubicBezTo>
                  <a:cubicBezTo>
                    <a:pt x="101683" y="198233"/>
                    <a:pt x="101929" y="197988"/>
                    <a:pt x="102175" y="197742"/>
                  </a:cubicBezTo>
                  <a:cubicBezTo>
                    <a:pt x="104392" y="195752"/>
                    <a:pt x="105747" y="194449"/>
                    <a:pt x="106732" y="191603"/>
                  </a:cubicBezTo>
                  <a:cubicBezTo>
                    <a:pt x="106954" y="190907"/>
                    <a:pt x="107169" y="190232"/>
                    <a:pt x="107384" y="189557"/>
                  </a:cubicBezTo>
                  <a:cubicBezTo>
                    <a:pt x="108511" y="189181"/>
                    <a:pt x="108511" y="189181"/>
                    <a:pt x="109616" y="188813"/>
                  </a:cubicBezTo>
                  <a:cubicBezTo>
                    <a:pt x="109686" y="187662"/>
                    <a:pt x="109686" y="187662"/>
                    <a:pt x="109756" y="186534"/>
                  </a:cubicBezTo>
                  <a:cubicBezTo>
                    <a:pt x="109708" y="185790"/>
                    <a:pt x="109662" y="185069"/>
                    <a:pt x="109616" y="184348"/>
                  </a:cubicBezTo>
                  <a:cubicBezTo>
                    <a:pt x="110375" y="184348"/>
                    <a:pt x="111112" y="184348"/>
                    <a:pt x="111848" y="184348"/>
                  </a:cubicBezTo>
                  <a:cubicBezTo>
                    <a:pt x="112480" y="182379"/>
                    <a:pt x="112595" y="180570"/>
                    <a:pt x="112673" y="178507"/>
                  </a:cubicBezTo>
                  <a:cubicBezTo>
                    <a:pt x="112667" y="177722"/>
                    <a:pt x="112660" y="176959"/>
                    <a:pt x="112654" y="176197"/>
                  </a:cubicBezTo>
                  <a:cubicBezTo>
                    <a:pt x="112646" y="175321"/>
                    <a:pt x="112639" y="174471"/>
                    <a:pt x="112632" y="173620"/>
                  </a:cubicBezTo>
                  <a:cubicBezTo>
                    <a:pt x="112619" y="172713"/>
                    <a:pt x="112606" y="171833"/>
                    <a:pt x="112593" y="170953"/>
                  </a:cubicBezTo>
                  <a:cubicBezTo>
                    <a:pt x="112556" y="168389"/>
                    <a:pt x="112509" y="165826"/>
                    <a:pt x="112437" y="163262"/>
                  </a:cubicBezTo>
                  <a:cubicBezTo>
                    <a:pt x="112411" y="162398"/>
                    <a:pt x="112385" y="161560"/>
                    <a:pt x="112360" y="160721"/>
                  </a:cubicBezTo>
                  <a:cubicBezTo>
                    <a:pt x="112343" y="159822"/>
                    <a:pt x="112326" y="158949"/>
                    <a:pt x="112309" y="158076"/>
                  </a:cubicBezTo>
                  <a:cubicBezTo>
                    <a:pt x="112282" y="157224"/>
                    <a:pt x="112256" y="156397"/>
                    <a:pt x="112229" y="155570"/>
                  </a:cubicBezTo>
                  <a:cubicBezTo>
                    <a:pt x="112170" y="153313"/>
                    <a:pt x="112170" y="153313"/>
                    <a:pt x="111848" y="151606"/>
                  </a:cubicBezTo>
                  <a:cubicBezTo>
                    <a:pt x="110721" y="151230"/>
                    <a:pt x="110721" y="151230"/>
                    <a:pt x="109616" y="150861"/>
                  </a:cubicBezTo>
                  <a:cubicBezTo>
                    <a:pt x="109610" y="149997"/>
                    <a:pt x="109610" y="149997"/>
                    <a:pt x="109604" y="149149"/>
                  </a:cubicBezTo>
                  <a:cubicBezTo>
                    <a:pt x="109616" y="147141"/>
                    <a:pt x="109616" y="147141"/>
                    <a:pt x="108744" y="145527"/>
                  </a:cubicBezTo>
                  <a:cubicBezTo>
                    <a:pt x="108345" y="145016"/>
                    <a:pt x="107957" y="144521"/>
                    <a:pt x="107570" y="144025"/>
                  </a:cubicBezTo>
                  <a:cubicBezTo>
                    <a:pt x="106419" y="142504"/>
                    <a:pt x="106419" y="142504"/>
                    <a:pt x="105151" y="141188"/>
                  </a:cubicBezTo>
                  <a:cubicBezTo>
                    <a:pt x="104150" y="140710"/>
                    <a:pt x="103155" y="140217"/>
                    <a:pt x="102175" y="139699"/>
                  </a:cubicBezTo>
                  <a:cubicBezTo>
                    <a:pt x="102175" y="138940"/>
                    <a:pt x="102175" y="138204"/>
                    <a:pt x="102175" y="137467"/>
                  </a:cubicBezTo>
                  <a:cubicBezTo>
                    <a:pt x="101305" y="137214"/>
                    <a:pt x="100461" y="136968"/>
                    <a:pt x="99617" y="136723"/>
                  </a:cubicBezTo>
                  <a:cubicBezTo>
                    <a:pt x="98278" y="136347"/>
                    <a:pt x="98278" y="136347"/>
                    <a:pt x="96966" y="135979"/>
                  </a:cubicBezTo>
                  <a:cubicBezTo>
                    <a:pt x="96590" y="134851"/>
                    <a:pt x="96590" y="134851"/>
                    <a:pt x="96221" y="133746"/>
                  </a:cubicBezTo>
                  <a:cubicBezTo>
                    <a:pt x="95779" y="133680"/>
                    <a:pt x="95349" y="133616"/>
                    <a:pt x="94919" y="133552"/>
                  </a:cubicBezTo>
                  <a:cubicBezTo>
                    <a:pt x="94350" y="133588"/>
                    <a:pt x="93797" y="133624"/>
                    <a:pt x="93245" y="133659"/>
                  </a:cubicBezTo>
                  <a:cubicBezTo>
                    <a:pt x="92004" y="133709"/>
                    <a:pt x="90764" y="133769"/>
                    <a:pt x="89524" y="133839"/>
                  </a:cubicBezTo>
                  <a:cubicBezTo>
                    <a:pt x="88876" y="133882"/>
                    <a:pt x="88247" y="133923"/>
                    <a:pt x="87617" y="133964"/>
                  </a:cubicBezTo>
                  <a:cubicBezTo>
                    <a:pt x="87001" y="133987"/>
                    <a:pt x="86402" y="134009"/>
                    <a:pt x="85804" y="134031"/>
                  </a:cubicBezTo>
                  <a:cubicBezTo>
                    <a:pt x="84171" y="134227"/>
                    <a:pt x="84171" y="134227"/>
                    <a:pt x="82827" y="133746"/>
                  </a:cubicBezTo>
                  <a:cubicBezTo>
                    <a:pt x="82695" y="131888"/>
                    <a:pt x="82695" y="131888"/>
                    <a:pt x="82083" y="130025"/>
                  </a:cubicBezTo>
                  <a:cubicBezTo>
                    <a:pt x="81342" y="129873"/>
                    <a:pt x="80622" y="129726"/>
                    <a:pt x="79903" y="129578"/>
                  </a:cubicBezTo>
                  <a:close/>
                  <a:moveTo>
                    <a:pt x="77040" y="30474"/>
                  </a:moveTo>
                  <a:cubicBezTo>
                    <a:pt x="76088" y="30483"/>
                    <a:pt x="75164" y="30491"/>
                    <a:pt x="74241" y="30499"/>
                  </a:cubicBezTo>
                  <a:cubicBezTo>
                    <a:pt x="72604" y="30498"/>
                    <a:pt x="70968" y="30502"/>
                    <a:pt x="69331" y="30529"/>
                  </a:cubicBezTo>
                  <a:cubicBezTo>
                    <a:pt x="68249" y="30547"/>
                    <a:pt x="67166" y="30561"/>
                    <a:pt x="66083" y="30566"/>
                  </a:cubicBezTo>
                  <a:cubicBezTo>
                    <a:pt x="64539" y="30569"/>
                    <a:pt x="64539" y="30569"/>
                    <a:pt x="61236" y="30586"/>
                  </a:cubicBezTo>
                  <a:cubicBezTo>
                    <a:pt x="58441" y="30621"/>
                    <a:pt x="55728" y="30655"/>
                    <a:pt x="53015" y="30689"/>
                  </a:cubicBezTo>
                  <a:cubicBezTo>
                    <a:pt x="44176" y="30768"/>
                    <a:pt x="35596" y="30845"/>
                    <a:pt x="27017" y="30921"/>
                  </a:cubicBezTo>
                  <a:cubicBezTo>
                    <a:pt x="27017" y="54198"/>
                    <a:pt x="27017" y="76790"/>
                    <a:pt x="27017" y="99382"/>
                  </a:cubicBezTo>
                  <a:cubicBezTo>
                    <a:pt x="35983" y="99461"/>
                    <a:pt x="44685" y="99538"/>
                    <a:pt x="53387" y="99615"/>
                  </a:cubicBezTo>
                  <a:cubicBezTo>
                    <a:pt x="57284" y="99663"/>
                    <a:pt x="61180" y="99715"/>
                    <a:pt x="65076" y="99734"/>
                  </a:cubicBezTo>
                  <a:cubicBezTo>
                    <a:pt x="66124" y="99736"/>
                    <a:pt x="67173" y="99740"/>
                    <a:pt x="68221" y="99746"/>
                  </a:cubicBezTo>
                  <a:cubicBezTo>
                    <a:pt x="69924" y="99775"/>
                    <a:pt x="71626" y="99803"/>
                    <a:pt x="73329" y="99806"/>
                  </a:cubicBezTo>
                  <a:cubicBezTo>
                    <a:pt x="74131" y="99805"/>
                    <a:pt x="74131" y="99805"/>
                    <a:pt x="74917" y="99805"/>
                  </a:cubicBezTo>
                  <a:cubicBezTo>
                    <a:pt x="77756" y="99830"/>
                    <a:pt x="77756" y="99830"/>
                    <a:pt x="79851" y="99382"/>
                  </a:cubicBezTo>
                  <a:cubicBezTo>
                    <a:pt x="80082" y="98741"/>
                    <a:pt x="80307" y="98118"/>
                    <a:pt x="80531" y="97496"/>
                  </a:cubicBezTo>
                  <a:cubicBezTo>
                    <a:pt x="80553" y="96872"/>
                    <a:pt x="80574" y="96267"/>
                    <a:pt x="80595" y="95662"/>
                  </a:cubicBezTo>
                  <a:cubicBezTo>
                    <a:pt x="81177" y="95726"/>
                    <a:pt x="81742" y="95788"/>
                    <a:pt x="82307" y="95851"/>
                  </a:cubicBezTo>
                  <a:cubicBezTo>
                    <a:pt x="83069" y="95929"/>
                    <a:pt x="83809" y="96004"/>
                    <a:pt x="84548" y="96080"/>
                  </a:cubicBezTo>
                  <a:cubicBezTo>
                    <a:pt x="87108" y="96351"/>
                    <a:pt x="88549" y="96483"/>
                    <a:pt x="91013" y="95662"/>
                  </a:cubicBezTo>
                  <a:cubicBezTo>
                    <a:pt x="91197" y="94119"/>
                    <a:pt x="91197" y="94119"/>
                    <a:pt x="91757" y="92685"/>
                  </a:cubicBezTo>
                  <a:cubicBezTo>
                    <a:pt x="93804" y="92778"/>
                    <a:pt x="93804" y="92778"/>
                    <a:pt x="96222" y="92685"/>
                  </a:cubicBezTo>
                  <a:cubicBezTo>
                    <a:pt x="98477" y="90483"/>
                    <a:pt x="99725" y="88648"/>
                    <a:pt x="101152" y="85848"/>
                  </a:cubicBezTo>
                  <a:cubicBezTo>
                    <a:pt x="101500" y="85137"/>
                    <a:pt x="101838" y="84446"/>
                    <a:pt x="102175" y="83755"/>
                  </a:cubicBezTo>
                  <a:cubicBezTo>
                    <a:pt x="102581" y="83413"/>
                    <a:pt x="102976" y="83082"/>
                    <a:pt x="103370" y="82750"/>
                  </a:cubicBezTo>
                  <a:cubicBezTo>
                    <a:pt x="104408" y="81523"/>
                    <a:pt x="104408" y="81523"/>
                    <a:pt x="104463" y="79677"/>
                  </a:cubicBezTo>
                  <a:cubicBezTo>
                    <a:pt x="104365" y="78992"/>
                    <a:pt x="104270" y="78328"/>
                    <a:pt x="104175" y="77663"/>
                  </a:cubicBezTo>
                  <a:cubicBezTo>
                    <a:pt x="104083" y="76972"/>
                    <a:pt x="103994" y="76301"/>
                    <a:pt x="103905" y="75631"/>
                  </a:cubicBezTo>
                  <a:cubicBezTo>
                    <a:pt x="103783" y="74848"/>
                    <a:pt x="103783" y="74848"/>
                    <a:pt x="103663" y="74082"/>
                  </a:cubicBezTo>
                  <a:cubicBezTo>
                    <a:pt x="105127" y="73936"/>
                    <a:pt x="105127" y="73936"/>
                    <a:pt x="106640" y="73337"/>
                  </a:cubicBezTo>
                  <a:cubicBezTo>
                    <a:pt x="106771" y="72802"/>
                    <a:pt x="106898" y="72282"/>
                    <a:pt x="107025" y="71762"/>
                  </a:cubicBezTo>
                  <a:cubicBezTo>
                    <a:pt x="107029" y="71064"/>
                    <a:pt x="107032" y="70387"/>
                    <a:pt x="107035" y="69710"/>
                  </a:cubicBezTo>
                  <a:cubicBezTo>
                    <a:pt x="107039" y="68955"/>
                    <a:pt x="107043" y="68222"/>
                    <a:pt x="107047" y="67489"/>
                  </a:cubicBezTo>
                  <a:cubicBezTo>
                    <a:pt x="107029" y="66309"/>
                    <a:pt x="107029" y="66309"/>
                    <a:pt x="107012" y="65152"/>
                  </a:cubicBezTo>
                  <a:cubicBezTo>
                    <a:pt x="107024" y="64357"/>
                    <a:pt x="107035" y="63586"/>
                    <a:pt x="107047" y="62815"/>
                  </a:cubicBezTo>
                  <a:cubicBezTo>
                    <a:pt x="107041" y="61693"/>
                    <a:pt x="107041" y="61693"/>
                    <a:pt x="107035" y="60594"/>
                  </a:cubicBezTo>
                  <a:cubicBezTo>
                    <a:pt x="107025" y="58542"/>
                    <a:pt x="107025" y="58542"/>
                    <a:pt x="106640" y="56966"/>
                  </a:cubicBezTo>
                  <a:cubicBezTo>
                    <a:pt x="106130" y="56802"/>
                    <a:pt x="105635" y="56642"/>
                    <a:pt x="105140" y="56482"/>
                  </a:cubicBezTo>
                  <a:cubicBezTo>
                    <a:pt x="104638" y="56394"/>
                    <a:pt x="104151" y="56308"/>
                    <a:pt x="103663" y="56222"/>
                  </a:cubicBezTo>
                  <a:cubicBezTo>
                    <a:pt x="103591" y="55598"/>
                    <a:pt x="103521" y="54991"/>
                    <a:pt x="103451" y="54385"/>
                  </a:cubicBezTo>
                  <a:cubicBezTo>
                    <a:pt x="103609" y="52242"/>
                    <a:pt x="103796" y="50182"/>
                    <a:pt x="103663" y="48037"/>
                  </a:cubicBezTo>
                  <a:cubicBezTo>
                    <a:pt x="102536" y="47661"/>
                    <a:pt x="102536" y="47661"/>
                    <a:pt x="101431" y="47293"/>
                  </a:cubicBezTo>
                  <a:cubicBezTo>
                    <a:pt x="101431" y="46280"/>
                    <a:pt x="101431" y="45298"/>
                    <a:pt x="101431" y="44316"/>
                  </a:cubicBezTo>
                  <a:cubicBezTo>
                    <a:pt x="99718" y="41097"/>
                    <a:pt x="97918" y="38740"/>
                    <a:pt x="94501" y="37386"/>
                  </a:cubicBezTo>
                  <a:cubicBezTo>
                    <a:pt x="93821" y="37212"/>
                    <a:pt x="93161" y="37043"/>
                    <a:pt x="92501" y="36875"/>
                  </a:cubicBezTo>
                  <a:cubicBezTo>
                    <a:pt x="92126" y="35747"/>
                    <a:pt x="92126" y="35747"/>
                    <a:pt x="91757" y="34642"/>
                  </a:cubicBezTo>
                  <a:cubicBezTo>
                    <a:pt x="89525" y="33898"/>
                    <a:pt x="89525" y="33898"/>
                    <a:pt x="87191" y="33988"/>
                  </a:cubicBezTo>
                  <a:cubicBezTo>
                    <a:pt x="86292" y="34068"/>
                    <a:pt x="85420" y="34146"/>
                    <a:pt x="84548" y="34224"/>
                  </a:cubicBezTo>
                  <a:cubicBezTo>
                    <a:pt x="83644" y="34302"/>
                    <a:pt x="82766" y="34377"/>
                    <a:pt x="81889" y="34453"/>
                  </a:cubicBezTo>
                  <a:cubicBezTo>
                    <a:pt x="80860" y="34549"/>
                    <a:pt x="80860" y="34549"/>
                    <a:pt x="79851" y="34642"/>
                  </a:cubicBezTo>
                  <a:cubicBezTo>
                    <a:pt x="79783" y="32808"/>
                    <a:pt x="79783" y="32808"/>
                    <a:pt x="79107" y="30921"/>
                  </a:cubicBezTo>
                  <a:cubicBezTo>
                    <a:pt x="78404" y="30769"/>
                    <a:pt x="77722" y="30622"/>
                    <a:pt x="77040" y="30474"/>
                  </a:cubicBezTo>
                  <a:close/>
                  <a:moveTo>
                    <a:pt x="88515" y="0"/>
                  </a:moveTo>
                  <a:cubicBezTo>
                    <a:pt x="89313" y="4"/>
                    <a:pt x="90110" y="8"/>
                    <a:pt x="90931" y="12"/>
                  </a:cubicBezTo>
                  <a:cubicBezTo>
                    <a:pt x="91627" y="10"/>
                    <a:pt x="92322" y="7"/>
                    <a:pt x="93039" y="4"/>
                  </a:cubicBezTo>
                  <a:cubicBezTo>
                    <a:pt x="93860" y="185"/>
                    <a:pt x="93860" y="185"/>
                    <a:pt x="94698" y="370"/>
                  </a:cubicBezTo>
                  <a:cubicBezTo>
                    <a:pt x="95557" y="1863"/>
                    <a:pt x="95557" y="1863"/>
                    <a:pt x="96186" y="3347"/>
                  </a:cubicBezTo>
                  <a:cubicBezTo>
                    <a:pt x="98167" y="3708"/>
                    <a:pt x="98167" y="3708"/>
                    <a:pt x="100372" y="3533"/>
                  </a:cubicBezTo>
                  <a:cubicBezTo>
                    <a:pt x="101118" y="3506"/>
                    <a:pt x="101865" y="3479"/>
                    <a:pt x="102634" y="3452"/>
                  </a:cubicBezTo>
                  <a:cubicBezTo>
                    <a:pt x="103207" y="3417"/>
                    <a:pt x="103781" y="3382"/>
                    <a:pt x="104372" y="3347"/>
                  </a:cubicBezTo>
                  <a:cubicBezTo>
                    <a:pt x="104372" y="4329"/>
                    <a:pt x="104372" y="5311"/>
                    <a:pt x="104372" y="6323"/>
                  </a:cubicBezTo>
                  <a:cubicBezTo>
                    <a:pt x="105323" y="6385"/>
                    <a:pt x="106275" y="6446"/>
                    <a:pt x="107255" y="6510"/>
                  </a:cubicBezTo>
                  <a:cubicBezTo>
                    <a:pt x="108909" y="6707"/>
                    <a:pt x="108909" y="6707"/>
                    <a:pt x="110325" y="7068"/>
                  </a:cubicBezTo>
                  <a:cubicBezTo>
                    <a:pt x="111302" y="8556"/>
                    <a:pt x="111302" y="8556"/>
                    <a:pt x="111813" y="10044"/>
                  </a:cubicBezTo>
                  <a:cubicBezTo>
                    <a:pt x="112550" y="10290"/>
                    <a:pt x="113287" y="10535"/>
                    <a:pt x="114046" y="10788"/>
                  </a:cubicBezTo>
                  <a:cubicBezTo>
                    <a:pt x="114291" y="11295"/>
                    <a:pt x="114537" y="11801"/>
                    <a:pt x="114790" y="12323"/>
                  </a:cubicBezTo>
                  <a:cubicBezTo>
                    <a:pt x="115035" y="12799"/>
                    <a:pt x="115281" y="13275"/>
                    <a:pt x="115534" y="13765"/>
                  </a:cubicBezTo>
                  <a:cubicBezTo>
                    <a:pt x="116271" y="13765"/>
                    <a:pt x="117007" y="13765"/>
                    <a:pt x="117766" y="13765"/>
                  </a:cubicBezTo>
                  <a:cubicBezTo>
                    <a:pt x="118012" y="14502"/>
                    <a:pt x="118257" y="15238"/>
                    <a:pt x="118510" y="15997"/>
                  </a:cubicBezTo>
                  <a:cubicBezTo>
                    <a:pt x="119247" y="16488"/>
                    <a:pt x="119984" y="16980"/>
                    <a:pt x="120743" y="17486"/>
                  </a:cubicBezTo>
                  <a:cubicBezTo>
                    <a:pt x="120988" y="18222"/>
                    <a:pt x="121234" y="18959"/>
                    <a:pt x="121487" y="19718"/>
                  </a:cubicBezTo>
                  <a:cubicBezTo>
                    <a:pt x="121978" y="19964"/>
                    <a:pt x="122469" y="20209"/>
                    <a:pt x="122975" y="20462"/>
                  </a:cubicBezTo>
                  <a:cubicBezTo>
                    <a:pt x="123223" y="21454"/>
                    <a:pt x="123471" y="22447"/>
                    <a:pt x="123719" y="23439"/>
                  </a:cubicBezTo>
                  <a:cubicBezTo>
                    <a:pt x="124211" y="23684"/>
                    <a:pt x="124702" y="23930"/>
                    <a:pt x="125208" y="24183"/>
                  </a:cubicBezTo>
                  <a:cubicBezTo>
                    <a:pt x="125704" y="25423"/>
                    <a:pt x="126200" y="26663"/>
                    <a:pt x="126696" y="27904"/>
                  </a:cubicBezTo>
                  <a:cubicBezTo>
                    <a:pt x="127187" y="28149"/>
                    <a:pt x="127678" y="28395"/>
                    <a:pt x="128184" y="28648"/>
                  </a:cubicBezTo>
                  <a:cubicBezTo>
                    <a:pt x="128626" y="30619"/>
                    <a:pt x="128737" y="32586"/>
                    <a:pt x="128928" y="34601"/>
                  </a:cubicBezTo>
                  <a:cubicBezTo>
                    <a:pt x="129665" y="34601"/>
                    <a:pt x="130402" y="34601"/>
                    <a:pt x="131161" y="34601"/>
                  </a:cubicBezTo>
                  <a:cubicBezTo>
                    <a:pt x="131203" y="35394"/>
                    <a:pt x="131203" y="35394"/>
                    <a:pt x="131245" y="36202"/>
                  </a:cubicBezTo>
                  <a:cubicBezTo>
                    <a:pt x="131294" y="36886"/>
                    <a:pt x="131343" y="37570"/>
                    <a:pt x="131393" y="38275"/>
                  </a:cubicBezTo>
                  <a:cubicBezTo>
                    <a:pt x="131458" y="39298"/>
                    <a:pt x="131458" y="39298"/>
                    <a:pt x="131524" y="40342"/>
                  </a:cubicBezTo>
                  <a:cubicBezTo>
                    <a:pt x="131650" y="40903"/>
                    <a:pt x="131776" y="41464"/>
                    <a:pt x="131905" y="42042"/>
                  </a:cubicBezTo>
                  <a:cubicBezTo>
                    <a:pt x="132642" y="42288"/>
                    <a:pt x="133378" y="42533"/>
                    <a:pt x="134137" y="42786"/>
                  </a:cubicBezTo>
                  <a:cubicBezTo>
                    <a:pt x="134406" y="44317"/>
                    <a:pt x="134406" y="44317"/>
                    <a:pt x="134391" y="46355"/>
                  </a:cubicBezTo>
                  <a:cubicBezTo>
                    <a:pt x="134391" y="47114"/>
                    <a:pt x="134391" y="47874"/>
                    <a:pt x="134390" y="48657"/>
                  </a:cubicBezTo>
                  <a:cubicBezTo>
                    <a:pt x="134379" y="49483"/>
                    <a:pt x="134367" y="50310"/>
                    <a:pt x="134355" y="51161"/>
                  </a:cubicBezTo>
                  <a:cubicBezTo>
                    <a:pt x="134352" y="52002"/>
                    <a:pt x="134349" y="52843"/>
                    <a:pt x="134346" y="53710"/>
                  </a:cubicBezTo>
                  <a:cubicBezTo>
                    <a:pt x="134333" y="56410"/>
                    <a:pt x="134305" y="59109"/>
                    <a:pt x="134277" y="61808"/>
                  </a:cubicBezTo>
                  <a:cubicBezTo>
                    <a:pt x="134266" y="63633"/>
                    <a:pt x="134256" y="65458"/>
                    <a:pt x="134246" y="67283"/>
                  </a:cubicBezTo>
                  <a:cubicBezTo>
                    <a:pt x="134222" y="71768"/>
                    <a:pt x="134184" y="76253"/>
                    <a:pt x="134137" y="80738"/>
                  </a:cubicBezTo>
                  <a:cubicBezTo>
                    <a:pt x="133401" y="80492"/>
                    <a:pt x="132664" y="80246"/>
                    <a:pt x="131905" y="79993"/>
                  </a:cubicBezTo>
                  <a:cubicBezTo>
                    <a:pt x="131877" y="80576"/>
                    <a:pt x="131849" y="81158"/>
                    <a:pt x="131821" y="81758"/>
                  </a:cubicBezTo>
                  <a:cubicBezTo>
                    <a:pt x="131747" y="82887"/>
                    <a:pt x="131747" y="82887"/>
                    <a:pt x="131672" y="84040"/>
                  </a:cubicBezTo>
                  <a:cubicBezTo>
                    <a:pt x="131629" y="84791"/>
                    <a:pt x="131586" y="85542"/>
                    <a:pt x="131542" y="86316"/>
                  </a:cubicBezTo>
                  <a:cubicBezTo>
                    <a:pt x="131416" y="86931"/>
                    <a:pt x="131290" y="87545"/>
                    <a:pt x="131161" y="88179"/>
                  </a:cubicBezTo>
                  <a:cubicBezTo>
                    <a:pt x="130424" y="88424"/>
                    <a:pt x="129687" y="88670"/>
                    <a:pt x="128928" y="88923"/>
                  </a:cubicBezTo>
                  <a:cubicBezTo>
                    <a:pt x="128650" y="90406"/>
                    <a:pt x="128402" y="91895"/>
                    <a:pt x="128184" y="93388"/>
                  </a:cubicBezTo>
                  <a:cubicBezTo>
                    <a:pt x="127448" y="93756"/>
                    <a:pt x="127448" y="93756"/>
                    <a:pt x="126696" y="94132"/>
                  </a:cubicBezTo>
                  <a:cubicBezTo>
                    <a:pt x="126144" y="95260"/>
                    <a:pt x="126144" y="95260"/>
                    <a:pt x="125580" y="96411"/>
                  </a:cubicBezTo>
                  <a:cubicBezTo>
                    <a:pt x="125211" y="97132"/>
                    <a:pt x="124843" y="97854"/>
                    <a:pt x="124464" y="98597"/>
                  </a:cubicBezTo>
                  <a:cubicBezTo>
                    <a:pt x="123972" y="98597"/>
                    <a:pt x="123481" y="98597"/>
                    <a:pt x="122975" y="98597"/>
                  </a:cubicBezTo>
                  <a:cubicBezTo>
                    <a:pt x="122730" y="99211"/>
                    <a:pt x="122484" y="99825"/>
                    <a:pt x="122231" y="100457"/>
                  </a:cubicBezTo>
                  <a:cubicBezTo>
                    <a:pt x="121986" y="101071"/>
                    <a:pt x="121740" y="101685"/>
                    <a:pt x="121487" y="102318"/>
                  </a:cubicBezTo>
                  <a:cubicBezTo>
                    <a:pt x="120996" y="102318"/>
                    <a:pt x="120505" y="102318"/>
                    <a:pt x="119999" y="102318"/>
                  </a:cubicBezTo>
                  <a:cubicBezTo>
                    <a:pt x="119769" y="102901"/>
                    <a:pt x="119538" y="103484"/>
                    <a:pt x="119301" y="104085"/>
                  </a:cubicBezTo>
                  <a:cubicBezTo>
                    <a:pt x="118510" y="106038"/>
                    <a:pt x="118510" y="106038"/>
                    <a:pt x="116278" y="107527"/>
                  </a:cubicBezTo>
                  <a:cubicBezTo>
                    <a:pt x="115787" y="108263"/>
                    <a:pt x="115296" y="109000"/>
                    <a:pt x="114790" y="109759"/>
                  </a:cubicBezTo>
                  <a:cubicBezTo>
                    <a:pt x="113208" y="109526"/>
                    <a:pt x="113208" y="109526"/>
                    <a:pt x="111813" y="109015"/>
                  </a:cubicBezTo>
                  <a:cubicBezTo>
                    <a:pt x="113440" y="110953"/>
                    <a:pt x="113440" y="110953"/>
                    <a:pt x="115534" y="112736"/>
                  </a:cubicBezTo>
                  <a:cubicBezTo>
                    <a:pt x="116774" y="112764"/>
                    <a:pt x="118015" y="112770"/>
                    <a:pt x="119255" y="112736"/>
                  </a:cubicBezTo>
                  <a:cubicBezTo>
                    <a:pt x="119416" y="113449"/>
                    <a:pt x="119416" y="113449"/>
                    <a:pt x="119580" y="114177"/>
                  </a:cubicBezTo>
                  <a:cubicBezTo>
                    <a:pt x="119718" y="114684"/>
                    <a:pt x="119856" y="115190"/>
                    <a:pt x="119999" y="115712"/>
                  </a:cubicBezTo>
                  <a:cubicBezTo>
                    <a:pt x="121486" y="115965"/>
                    <a:pt x="122974" y="116213"/>
                    <a:pt x="124464" y="116456"/>
                  </a:cubicBezTo>
                  <a:cubicBezTo>
                    <a:pt x="125347" y="117852"/>
                    <a:pt x="125347" y="117852"/>
                    <a:pt x="125952" y="119433"/>
                  </a:cubicBezTo>
                  <a:cubicBezTo>
                    <a:pt x="126679" y="120193"/>
                    <a:pt x="127426" y="120936"/>
                    <a:pt x="128184" y="121665"/>
                  </a:cubicBezTo>
                  <a:cubicBezTo>
                    <a:pt x="129176" y="122905"/>
                    <a:pt x="130169" y="124146"/>
                    <a:pt x="131161" y="125386"/>
                  </a:cubicBezTo>
                  <a:cubicBezTo>
                    <a:pt x="131759" y="125961"/>
                    <a:pt x="131759" y="125961"/>
                    <a:pt x="132370" y="126549"/>
                  </a:cubicBezTo>
                  <a:cubicBezTo>
                    <a:pt x="133551" y="127783"/>
                    <a:pt x="134122" y="129075"/>
                    <a:pt x="134882" y="130595"/>
                  </a:cubicBezTo>
                  <a:cubicBezTo>
                    <a:pt x="135373" y="130841"/>
                    <a:pt x="135864" y="131086"/>
                    <a:pt x="136370" y="131339"/>
                  </a:cubicBezTo>
                  <a:cubicBezTo>
                    <a:pt x="136812" y="133310"/>
                    <a:pt x="136922" y="135277"/>
                    <a:pt x="137114" y="137292"/>
                  </a:cubicBezTo>
                  <a:cubicBezTo>
                    <a:pt x="137851" y="137292"/>
                    <a:pt x="138587" y="137292"/>
                    <a:pt x="139346" y="137292"/>
                  </a:cubicBezTo>
                  <a:cubicBezTo>
                    <a:pt x="139468" y="138818"/>
                    <a:pt x="139589" y="140344"/>
                    <a:pt x="139710" y="141870"/>
                  </a:cubicBezTo>
                  <a:cubicBezTo>
                    <a:pt x="139835" y="142324"/>
                    <a:pt x="139961" y="142778"/>
                    <a:pt x="140091" y="143245"/>
                  </a:cubicBezTo>
                  <a:cubicBezTo>
                    <a:pt x="140827" y="143491"/>
                    <a:pt x="141564" y="143736"/>
                    <a:pt x="142323" y="143989"/>
                  </a:cubicBezTo>
                  <a:cubicBezTo>
                    <a:pt x="142574" y="146017"/>
                    <a:pt x="142705" y="147909"/>
                    <a:pt x="142742" y="149943"/>
                  </a:cubicBezTo>
                  <a:cubicBezTo>
                    <a:pt x="142788" y="151946"/>
                    <a:pt x="142894" y="153896"/>
                    <a:pt x="143067" y="155896"/>
                  </a:cubicBezTo>
                  <a:cubicBezTo>
                    <a:pt x="143558" y="156141"/>
                    <a:pt x="144049" y="156387"/>
                    <a:pt x="144555" y="156640"/>
                  </a:cubicBezTo>
                  <a:cubicBezTo>
                    <a:pt x="144748" y="158694"/>
                    <a:pt x="144748" y="158694"/>
                    <a:pt x="144753" y="161407"/>
                  </a:cubicBezTo>
                  <a:cubicBezTo>
                    <a:pt x="144755" y="162375"/>
                    <a:pt x="144757" y="163343"/>
                    <a:pt x="144759" y="164340"/>
                  </a:cubicBezTo>
                  <a:cubicBezTo>
                    <a:pt x="144756" y="164847"/>
                    <a:pt x="144753" y="165353"/>
                    <a:pt x="144749" y="165875"/>
                  </a:cubicBezTo>
                  <a:cubicBezTo>
                    <a:pt x="144741" y="167424"/>
                    <a:pt x="144749" y="168971"/>
                    <a:pt x="144759" y="170520"/>
                  </a:cubicBezTo>
                  <a:cubicBezTo>
                    <a:pt x="144757" y="171488"/>
                    <a:pt x="144755" y="172456"/>
                    <a:pt x="144753" y="173453"/>
                  </a:cubicBezTo>
                  <a:cubicBezTo>
                    <a:pt x="144751" y="174348"/>
                    <a:pt x="144750" y="175244"/>
                    <a:pt x="144748" y="176166"/>
                  </a:cubicBezTo>
                  <a:cubicBezTo>
                    <a:pt x="144684" y="176844"/>
                    <a:pt x="144621" y="177522"/>
                    <a:pt x="144555" y="178220"/>
                  </a:cubicBezTo>
                  <a:cubicBezTo>
                    <a:pt x="144064" y="178465"/>
                    <a:pt x="143573" y="178711"/>
                    <a:pt x="143067" y="178964"/>
                  </a:cubicBezTo>
                  <a:cubicBezTo>
                    <a:pt x="142846" y="181520"/>
                    <a:pt x="142757" y="184045"/>
                    <a:pt x="142711" y="186609"/>
                  </a:cubicBezTo>
                  <a:cubicBezTo>
                    <a:pt x="142651" y="188219"/>
                    <a:pt x="142651" y="188219"/>
                    <a:pt x="142323" y="190870"/>
                  </a:cubicBezTo>
                  <a:cubicBezTo>
                    <a:pt x="141586" y="191116"/>
                    <a:pt x="140850" y="191361"/>
                    <a:pt x="140091" y="191614"/>
                  </a:cubicBezTo>
                  <a:cubicBezTo>
                    <a:pt x="139652" y="193534"/>
                    <a:pt x="139652" y="193534"/>
                    <a:pt x="139579" y="195754"/>
                  </a:cubicBezTo>
                  <a:cubicBezTo>
                    <a:pt x="139506" y="196883"/>
                    <a:pt x="139506" y="196883"/>
                    <a:pt x="139431" y="198036"/>
                  </a:cubicBezTo>
                  <a:cubicBezTo>
                    <a:pt x="139403" y="198618"/>
                    <a:pt x="139375" y="199200"/>
                    <a:pt x="139346" y="199800"/>
                  </a:cubicBezTo>
                  <a:cubicBezTo>
                    <a:pt x="138610" y="199800"/>
                    <a:pt x="137873" y="199800"/>
                    <a:pt x="137114" y="199800"/>
                  </a:cubicBezTo>
                  <a:cubicBezTo>
                    <a:pt x="136976" y="201250"/>
                    <a:pt x="136976" y="201250"/>
                    <a:pt x="136835" y="202730"/>
                  </a:cubicBezTo>
                  <a:cubicBezTo>
                    <a:pt x="136678" y="204378"/>
                    <a:pt x="136678" y="204378"/>
                    <a:pt x="136370" y="205753"/>
                  </a:cubicBezTo>
                  <a:cubicBezTo>
                    <a:pt x="135879" y="205999"/>
                    <a:pt x="135388" y="206244"/>
                    <a:pt x="134882" y="206497"/>
                  </a:cubicBezTo>
                  <a:cubicBezTo>
                    <a:pt x="134651" y="207203"/>
                    <a:pt x="134421" y="207909"/>
                    <a:pt x="134184" y="208637"/>
                  </a:cubicBezTo>
                  <a:cubicBezTo>
                    <a:pt x="133391" y="210967"/>
                    <a:pt x="132933" y="211627"/>
                    <a:pt x="131161" y="213195"/>
                  </a:cubicBezTo>
                  <a:cubicBezTo>
                    <a:pt x="129799" y="214885"/>
                    <a:pt x="128447" y="216581"/>
                    <a:pt x="127106" y="218287"/>
                  </a:cubicBezTo>
                  <a:cubicBezTo>
                    <a:pt x="126725" y="218755"/>
                    <a:pt x="126344" y="219223"/>
                    <a:pt x="125952" y="219706"/>
                  </a:cubicBezTo>
                  <a:cubicBezTo>
                    <a:pt x="125422" y="220368"/>
                    <a:pt x="125422" y="220368"/>
                    <a:pt x="124882" y="221043"/>
                  </a:cubicBezTo>
                  <a:cubicBezTo>
                    <a:pt x="123527" y="222304"/>
                    <a:pt x="122515" y="222463"/>
                    <a:pt x="120743" y="222868"/>
                  </a:cubicBezTo>
                  <a:cubicBezTo>
                    <a:pt x="120620" y="223359"/>
                    <a:pt x="120497" y="223851"/>
                    <a:pt x="120371" y="224357"/>
                  </a:cubicBezTo>
                  <a:cubicBezTo>
                    <a:pt x="120248" y="224848"/>
                    <a:pt x="120125" y="225339"/>
                    <a:pt x="119999" y="225845"/>
                  </a:cubicBezTo>
                  <a:cubicBezTo>
                    <a:pt x="119014" y="226122"/>
                    <a:pt x="118021" y="226371"/>
                    <a:pt x="117022" y="226589"/>
                  </a:cubicBezTo>
                  <a:cubicBezTo>
                    <a:pt x="116777" y="227326"/>
                    <a:pt x="116531" y="228062"/>
                    <a:pt x="116278" y="228821"/>
                  </a:cubicBezTo>
                  <a:cubicBezTo>
                    <a:pt x="114578" y="229039"/>
                    <a:pt x="114578" y="229039"/>
                    <a:pt x="112511" y="228961"/>
                  </a:cubicBezTo>
                  <a:cubicBezTo>
                    <a:pt x="111827" y="228941"/>
                    <a:pt x="111143" y="228921"/>
                    <a:pt x="110438" y="228900"/>
                  </a:cubicBezTo>
                  <a:cubicBezTo>
                    <a:pt x="109645" y="228861"/>
                    <a:pt x="109645" y="228861"/>
                    <a:pt x="108837" y="228821"/>
                  </a:cubicBezTo>
                  <a:cubicBezTo>
                    <a:pt x="108837" y="230049"/>
                    <a:pt x="108837" y="231277"/>
                    <a:pt x="108837" y="232542"/>
                  </a:cubicBezTo>
                  <a:cubicBezTo>
                    <a:pt x="108093" y="232508"/>
                    <a:pt x="107350" y="232473"/>
                    <a:pt x="106584" y="232438"/>
                  </a:cubicBezTo>
                  <a:cubicBezTo>
                    <a:pt x="105624" y="232411"/>
                    <a:pt x="104663" y="232384"/>
                    <a:pt x="103674" y="232356"/>
                  </a:cubicBezTo>
                  <a:cubicBezTo>
                    <a:pt x="102716" y="232322"/>
                    <a:pt x="101758" y="232287"/>
                    <a:pt x="100770" y="232252"/>
                  </a:cubicBezTo>
                  <a:cubicBezTo>
                    <a:pt x="99606" y="232395"/>
                    <a:pt x="99606" y="232395"/>
                    <a:pt x="98419" y="232542"/>
                  </a:cubicBezTo>
                  <a:cubicBezTo>
                    <a:pt x="98321" y="233028"/>
                    <a:pt x="98224" y="233514"/>
                    <a:pt x="98123" y="234014"/>
                  </a:cubicBezTo>
                  <a:cubicBezTo>
                    <a:pt x="97975" y="234511"/>
                    <a:pt x="97827" y="235007"/>
                    <a:pt x="97675" y="235519"/>
                  </a:cubicBezTo>
                  <a:cubicBezTo>
                    <a:pt x="96126" y="235969"/>
                    <a:pt x="96126" y="235969"/>
                    <a:pt x="94096" y="236071"/>
                  </a:cubicBezTo>
                  <a:cubicBezTo>
                    <a:pt x="93351" y="236112"/>
                    <a:pt x="92606" y="236153"/>
                    <a:pt x="91838" y="236195"/>
                  </a:cubicBezTo>
                  <a:cubicBezTo>
                    <a:pt x="88064" y="236304"/>
                    <a:pt x="84298" y="236366"/>
                    <a:pt x="80523" y="236359"/>
                  </a:cubicBezTo>
                  <a:cubicBezTo>
                    <a:pt x="79668" y="236360"/>
                    <a:pt x="78812" y="236362"/>
                    <a:pt x="77931" y="236363"/>
                  </a:cubicBezTo>
                  <a:cubicBezTo>
                    <a:pt x="75132" y="236366"/>
                    <a:pt x="72333" y="236364"/>
                    <a:pt x="69534" y="236362"/>
                  </a:cubicBezTo>
                  <a:cubicBezTo>
                    <a:pt x="67580" y="236362"/>
                    <a:pt x="65627" y="236363"/>
                    <a:pt x="63674" y="236364"/>
                  </a:cubicBezTo>
                  <a:cubicBezTo>
                    <a:pt x="59595" y="236365"/>
                    <a:pt x="55516" y="236363"/>
                    <a:pt x="51437" y="236360"/>
                  </a:cubicBezTo>
                  <a:cubicBezTo>
                    <a:pt x="46721" y="236356"/>
                    <a:pt x="42005" y="236357"/>
                    <a:pt x="37289" y="236361"/>
                  </a:cubicBezTo>
                  <a:cubicBezTo>
                    <a:pt x="32741" y="236365"/>
                    <a:pt x="28194" y="236365"/>
                    <a:pt x="23647" y="236362"/>
                  </a:cubicBezTo>
                  <a:cubicBezTo>
                    <a:pt x="21714" y="236362"/>
                    <a:pt x="19782" y="236363"/>
                    <a:pt x="17849" y="236364"/>
                  </a:cubicBezTo>
                  <a:cubicBezTo>
                    <a:pt x="15160" y="236366"/>
                    <a:pt x="12470" y="236363"/>
                    <a:pt x="9780" y="236359"/>
                  </a:cubicBezTo>
                  <a:cubicBezTo>
                    <a:pt x="8977" y="236361"/>
                    <a:pt x="8174" y="236362"/>
                    <a:pt x="7347" y="236364"/>
                  </a:cubicBezTo>
                  <a:cubicBezTo>
                    <a:pt x="6618" y="236362"/>
                    <a:pt x="5889" y="236360"/>
                    <a:pt x="5138" y="236357"/>
                  </a:cubicBezTo>
                  <a:cubicBezTo>
                    <a:pt x="4502" y="236357"/>
                    <a:pt x="3867" y="236357"/>
                    <a:pt x="3212" y="236357"/>
                  </a:cubicBezTo>
                  <a:cubicBezTo>
                    <a:pt x="1680" y="236263"/>
                    <a:pt x="1680" y="236263"/>
                    <a:pt x="192" y="235519"/>
                  </a:cubicBezTo>
                  <a:cubicBezTo>
                    <a:pt x="7" y="233919"/>
                    <a:pt x="7" y="233919"/>
                    <a:pt x="9" y="231755"/>
                  </a:cubicBezTo>
                  <a:cubicBezTo>
                    <a:pt x="6" y="230934"/>
                    <a:pt x="3" y="230114"/>
                    <a:pt x="0" y="229268"/>
                  </a:cubicBezTo>
                  <a:cubicBezTo>
                    <a:pt x="4" y="228355"/>
                    <a:pt x="9" y="227443"/>
                    <a:pt x="13" y="226502"/>
                  </a:cubicBezTo>
                  <a:cubicBezTo>
                    <a:pt x="12" y="225541"/>
                    <a:pt x="11" y="224580"/>
                    <a:pt x="9" y="223590"/>
                  </a:cubicBezTo>
                  <a:cubicBezTo>
                    <a:pt x="6" y="220911"/>
                    <a:pt x="12" y="218232"/>
                    <a:pt x="19" y="215552"/>
                  </a:cubicBezTo>
                  <a:cubicBezTo>
                    <a:pt x="26" y="212667"/>
                    <a:pt x="24" y="209783"/>
                    <a:pt x="22" y="206898"/>
                  </a:cubicBezTo>
                  <a:cubicBezTo>
                    <a:pt x="22" y="201896"/>
                    <a:pt x="26" y="196894"/>
                    <a:pt x="35" y="191892"/>
                  </a:cubicBezTo>
                  <a:cubicBezTo>
                    <a:pt x="47" y="184659"/>
                    <a:pt x="51" y="177427"/>
                    <a:pt x="53" y="170195"/>
                  </a:cubicBezTo>
                  <a:cubicBezTo>
                    <a:pt x="56" y="158462"/>
                    <a:pt x="66" y="146729"/>
                    <a:pt x="80" y="134996"/>
                  </a:cubicBezTo>
                  <a:cubicBezTo>
                    <a:pt x="93" y="123596"/>
                    <a:pt x="104" y="112196"/>
                    <a:pt x="110" y="100796"/>
                  </a:cubicBezTo>
                  <a:cubicBezTo>
                    <a:pt x="111" y="99742"/>
                    <a:pt x="111" y="99742"/>
                    <a:pt x="112" y="98668"/>
                  </a:cubicBezTo>
                  <a:cubicBezTo>
                    <a:pt x="113" y="95145"/>
                    <a:pt x="115" y="91623"/>
                    <a:pt x="117" y="88100"/>
                  </a:cubicBezTo>
                  <a:cubicBezTo>
                    <a:pt x="133" y="58857"/>
                    <a:pt x="159" y="29614"/>
                    <a:pt x="192" y="370"/>
                  </a:cubicBezTo>
                  <a:cubicBezTo>
                    <a:pt x="12488" y="301"/>
                    <a:pt x="24785" y="248"/>
                    <a:pt x="37081" y="216"/>
                  </a:cubicBezTo>
                  <a:cubicBezTo>
                    <a:pt x="42790" y="201"/>
                    <a:pt x="48499" y="180"/>
                    <a:pt x="54208" y="146"/>
                  </a:cubicBezTo>
                  <a:cubicBezTo>
                    <a:pt x="59183" y="116"/>
                    <a:pt x="64158" y="97"/>
                    <a:pt x="69133" y="90"/>
                  </a:cubicBezTo>
                  <a:cubicBezTo>
                    <a:pt x="71768" y="86"/>
                    <a:pt x="74403" y="77"/>
                    <a:pt x="77039" y="56"/>
                  </a:cubicBezTo>
                  <a:cubicBezTo>
                    <a:pt x="79977" y="32"/>
                    <a:pt x="82915" y="31"/>
                    <a:pt x="85854" y="32"/>
                  </a:cubicBezTo>
                  <a:cubicBezTo>
                    <a:pt x="87171" y="16"/>
                    <a:pt x="87171" y="16"/>
                    <a:pt x="88515" y="0"/>
                  </a:cubicBezTo>
                  <a:close/>
                </a:path>
              </a:pathLst>
            </a:custGeom>
            <a:grpFill/>
            <a:ln w="744" cap="flat">
              <a:noFill/>
              <a:prstDash val="solid"/>
              <a:miter/>
            </a:ln>
          </p:spPr>
          <p:txBody>
            <a:bodyPr rtlCol="0" anchor="ctr"/>
            <a:lstStyle/>
            <a:p>
              <a:endParaRPr lang="zh-CN" altLang="en-US"/>
            </a:p>
          </p:txBody>
        </p:sp>
        <p:sp>
          <p:nvSpPr>
            <p:cNvPr id="173" name="任意多边形: 形状 172"/>
            <p:cNvSpPr/>
            <p:nvPr/>
          </p:nvSpPr>
          <p:spPr>
            <a:xfrm>
              <a:off x="7079219" y="1394488"/>
              <a:ext cx="144661" cy="236000"/>
            </a:xfrm>
            <a:custGeom>
              <a:avLst/>
              <a:gdLst>
                <a:gd name="connsiteX0" fmla="*/ 79808 w 144663"/>
                <a:gd name="connsiteY0" fmla="*/ 129207 h 235994"/>
                <a:gd name="connsiteX1" fmla="*/ 76848 w 144663"/>
                <a:gd name="connsiteY1" fmla="*/ 129232 h 235994"/>
                <a:gd name="connsiteX2" fmla="*/ 71711 w 144663"/>
                <a:gd name="connsiteY2" fmla="*/ 129261 h 235994"/>
                <a:gd name="connsiteX3" fmla="*/ 68030 w 144663"/>
                <a:gd name="connsiteY3" fmla="*/ 129301 h 235994"/>
                <a:gd name="connsiteX4" fmla="*/ 58405 w 144663"/>
                <a:gd name="connsiteY4" fmla="*/ 129374 h 235994"/>
                <a:gd name="connsiteX5" fmla="*/ 48422 w 144663"/>
                <a:gd name="connsiteY5" fmla="*/ 129462 h 235994"/>
                <a:gd name="connsiteX6" fmla="*/ 26921 w 144663"/>
                <a:gd name="connsiteY6" fmla="*/ 129654 h 235994"/>
                <a:gd name="connsiteX7" fmla="*/ 26885 w 144663"/>
                <a:gd name="connsiteY7" fmla="*/ 156334 h 235994"/>
                <a:gd name="connsiteX8" fmla="*/ 26870 w 144663"/>
                <a:gd name="connsiteY8" fmla="*/ 169921 h 235994"/>
                <a:gd name="connsiteX9" fmla="*/ 26852 w 144663"/>
                <a:gd name="connsiteY9" fmla="*/ 183247 h 235994"/>
                <a:gd name="connsiteX10" fmla="*/ 26849 w 144663"/>
                <a:gd name="connsiteY10" fmla="*/ 188299 h 235994"/>
                <a:gd name="connsiteX11" fmla="*/ 26837 w 144663"/>
                <a:gd name="connsiteY11" fmla="*/ 195607 h 235994"/>
                <a:gd name="connsiteX12" fmla="*/ 26837 w 144663"/>
                <a:gd name="connsiteY12" fmla="*/ 197829 h 235994"/>
                <a:gd name="connsiteX13" fmla="*/ 26829 w 144663"/>
                <a:gd name="connsiteY13" fmla="*/ 199950 h 235994"/>
                <a:gd name="connsiteX14" fmla="*/ 27666 w 144663"/>
                <a:gd name="connsiteY14" fmla="*/ 205557 h 235994"/>
                <a:gd name="connsiteX15" fmla="*/ 31442 w 144663"/>
                <a:gd name="connsiteY15" fmla="*/ 205602 h 235994"/>
                <a:gd name="connsiteX16" fmla="*/ 33078 w 144663"/>
                <a:gd name="connsiteY16" fmla="*/ 205573 h 235994"/>
                <a:gd name="connsiteX17" fmla="*/ 38494 w 144663"/>
                <a:gd name="connsiteY17" fmla="*/ 205498 h 235994"/>
                <a:gd name="connsiteX18" fmla="*/ 42374 w 144663"/>
                <a:gd name="connsiteY18" fmla="*/ 205440 h 235994"/>
                <a:gd name="connsiteX19" fmla="*/ 52520 w 144663"/>
                <a:gd name="connsiteY19" fmla="*/ 205295 h 235994"/>
                <a:gd name="connsiteX20" fmla="*/ 63043 w 144663"/>
                <a:gd name="connsiteY20" fmla="*/ 205142 h 235994"/>
                <a:gd name="connsiteX21" fmla="*/ 85709 w 144663"/>
                <a:gd name="connsiteY21" fmla="*/ 204813 h 235994"/>
                <a:gd name="connsiteX22" fmla="*/ 85709 w 144663"/>
                <a:gd name="connsiteY22" fmla="*/ 201836 h 235994"/>
                <a:gd name="connsiteX23" fmla="*/ 87772 w 144663"/>
                <a:gd name="connsiteY23" fmla="*/ 201941 h 235994"/>
                <a:gd name="connsiteX24" fmla="*/ 90452 w 144663"/>
                <a:gd name="connsiteY24" fmla="*/ 202022 h 235994"/>
                <a:gd name="connsiteX25" fmla="*/ 95382 w 144663"/>
                <a:gd name="connsiteY25" fmla="*/ 201836 h 235994"/>
                <a:gd name="connsiteX26" fmla="*/ 96304 w 144663"/>
                <a:gd name="connsiteY26" fmla="*/ 200357 h 235994"/>
                <a:gd name="connsiteX27" fmla="*/ 96871 w 144663"/>
                <a:gd name="connsiteY27" fmla="*/ 198860 h 235994"/>
                <a:gd name="connsiteX28" fmla="*/ 101335 w 144663"/>
                <a:gd name="connsiteY28" fmla="*/ 198115 h 235994"/>
                <a:gd name="connsiteX29" fmla="*/ 106312 w 144663"/>
                <a:gd name="connsiteY29" fmla="*/ 191976 h 235994"/>
                <a:gd name="connsiteX30" fmla="*/ 107289 w 144663"/>
                <a:gd name="connsiteY30" fmla="*/ 189930 h 235994"/>
                <a:gd name="connsiteX31" fmla="*/ 108777 w 144663"/>
                <a:gd name="connsiteY31" fmla="*/ 189186 h 235994"/>
                <a:gd name="connsiteX32" fmla="*/ 109521 w 144663"/>
                <a:gd name="connsiteY32" fmla="*/ 183977 h 235994"/>
                <a:gd name="connsiteX33" fmla="*/ 111753 w 144663"/>
                <a:gd name="connsiteY33" fmla="*/ 183233 h 235994"/>
                <a:gd name="connsiteX34" fmla="*/ 112037 w 144663"/>
                <a:gd name="connsiteY34" fmla="*/ 181933 h 235994"/>
                <a:gd name="connsiteX35" fmla="*/ 112042 w 144663"/>
                <a:gd name="connsiteY35" fmla="*/ 180223 h 235994"/>
                <a:gd name="connsiteX36" fmla="*/ 112064 w 144663"/>
                <a:gd name="connsiteY36" fmla="*/ 178289 h 235994"/>
                <a:gd name="connsiteX37" fmla="*/ 112050 w 144663"/>
                <a:gd name="connsiteY37" fmla="*/ 176186 h 235994"/>
                <a:gd name="connsiteX38" fmla="*/ 112059 w 144663"/>
                <a:gd name="connsiteY38" fmla="*/ 171829 h 235994"/>
                <a:gd name="connsiteX39" fmla="*/ 112044 w 144663"/>
                <a:gd name="connsiteY39" fmla="*/ 164921 h 235994"/>
                <a:gd name="connsiteX40" fmla="*/ 112056 w 144663"/>
                <a:gd name="connsiteY40" fmla="*/ 160424 h 235994"/>
                <a:gd name="connsiteX41" fmla="*/ 112050 w 144663"/>
                <a:gd name="connsiteY41" fmla="*/ 158281 h 235994"/>
                <a:gd name="connsiteX42" fmla="*/ 112064 w 144663"/>
                <a:gd name="connsiteY42" fmla="*/ 156178 h 235994"/>
                <a:gd name="connsiteX43" fmla="*/ 112042 w 144663"/>
                <a:gd name="connsiteY43" fmla="*/ 154244 h 235994"/>
                <a:gd name="connsiteX44" fmla="*/ 111753 w 144663"/>
                <a:gd name="connsiteY44" fmla="*/ 151235 h 235994"/>
                <a:gd name="connsiteX45" fmla="*/ 109521 w 144663"/>
                <a:gd name="connsiteY45" fmla="*/ 150490 h 235994"/>
                <a:gd name="connsiteX46" fmla="*/ 106544 w 144663"/>
                <a:gd name="connsiteY46" fmla="*/ 143049 h 235994"/>
                <a:gd name="connsiteX47" fmla="*/ 102824 w 144663"/>
                <a:gd name="connsiteY47" fmla="*/ 139328 h 235994"/>
                <a:gd name="connsiteX48" fmla="*/ 101335 w 144663"/>
                <a:gd name="connsiteY48" fmla="*/ 136352 h 235994"/>
                <a:gd name="connsiteX49" fmla="*/ 98638 w 144663"/>
                <a:gd name="connsiteY49" fmla="*/ 136166 h 235994"/>
                <a:gd name="connsiteX50" fmla="*/ 96126 w 144663"/>
                <a:gd name="connsiteY50" fmla="*/ 136352 h 235994"/>
                <a:gd name="connsiteX51" fmla="*/ 96126 w 144663"/>
                <a:gd name="connsiteY51" fmla="*/ 133375 h 235994"/>
                <a:gd name="connsiteX52" fmla="*/ 91401 w 144663"/>
                <a:gd name="connsiteY52" fmla="*/ 133557 h 235994"/>
                <a:gd name="connsiteX53" fmla="*/ 89476 w 144663"/>
                <a:gd name="connsiteY53" fmla="*/ 133608 h 235994"/>
                <a:gd name="connsiteX54" fmla="*/ 87559 w 144663"/>
                <a:gd name="connsiteY54" fmla="*/ 133702 h 235994"/>
                <a:gd name="connsiteX55" fmla="*/ 85735 w 144663"/>
                <a:gd name="connsiteY55" fmla="*/ 133738 h 235994"/>
                <a:gd name="connsiteX56" fmla="*/ 82732 w 144663"/>
                <a:gd name="connsiteY56" fmla="*/ 133375 h 235994"/>
                <a:gd name="connsiteX57" fmla="*/ 81988 w 144663"/>
                <a:gd name="connsiteY57" fmla="*/ 129654 h 235994"/>
                <a:gd name="connsiteX58" fmla="*/ 79808 w 144663"/>
                <a:gd name="connsiteY58" fmla="*/ 129207 h 235994"/>
                <a:gd name="connsiteX59" fmla="*/ 76944 w 144663"/>
                <a:gd name="connsiteY59" fmla="*/ 30103 h 235994"/>
                <a:gd name="connsiteX60" fmla="*/ 74145 w 144663"/>
                <a:gd name="connsiteY60" fmla="*/ 30128 h 235994"/>
                <a:gd name="connsiteX61" fmla="*/ 69235 w 144663"/>
                <a:gd name="connsiteY61" fmla="*/ 30158 h 235994"/>
                <a:gd name="connsiteX62" fmla="*/ 65987 w 144663"/>
                <a:gd name="connsiteY62" fmla="*/ 30195 h 235994"/>
                <a:gd name="connsiteX63" fmla="*/ 61140 w 144663"/>
                <a:gd name="connsiteY63" fmla="*/ 30215 h 235994"/>
                <a:gd name="connsiteX64" fmla="*/ 52919 w 144663"/>
                <a:gd name="connsiteY64" fmla="*/ 30318 h 235994"/>
                <a:gd name="connsiteX65" fmla="*/ 26921 w 144663"/>
                <a:gd name="connsiteY65" fmla="*/ 30550 h 235994"/>
                <a:gd name="connsiteX66" fmla="*/ 26921 w 144663"/>
                <a:gd name="connsiteY66" fmla="*/ 99011 h 235994"/>
                <a:gd name="connsiteX67" fmla="*/ 53291 w 144663"/>
                <a:gd name="connsiteY67" fmla="*/ 99104 h 235994"/>
                <a:gd name="connsiteX68" fmla="*/ 64980 w 144663"/>
                <a:gd name="connsiteY68" fmla="*/ 99152 h 235994"/>
                <a:gd name="connsiteX69" fmla="*/ 68125 w 144663"/>
                <a:gd name="connsiteY69" fmla="*/ 99157 h 235994"/>
                <a:gd name="connsiteX70" fmla="*/ 73233 w 144663"/>
                <a:gd name="connsiteY70" fmla="*/ 99181 h 235994"/>
                <a:gd name="connsiteX71" fmla="*/ 74821 w 144663"/>
                <a:gd name="connsiteY71" fmla="*/ 99180 h 235994"/>
                <a:gd name="connsiteX72" fmla="*/ 79755 w 144663"/>
                <a:gd name="connsiteY72" fmla="*/ 99011 h 235994"/>
                <a:gd name="connsiteX73" fmla="*/ 80499 w 144663"/>
                <a:gd name="connsiteY73" fmla="*/ 97523 h 235994"/>
                <a:gd name="connsiteX74" fmla="*/ 79755 w 144663"/>
                <a:gd name="connsiteY74" fmla="*/ 95291 h 235994"/>
                <a:gd name="connsiteX75" fmla="*/ 81630 w 144663"/>
                <a:gd name="connsiteY75" fmla="*/ 95480 h 235994"/>
                <a:gd name="connsiteX76" fmla="*/ 84080 w 144663"/>
                <a:gd name="connsiteY76" fmla="*/ 95709 h 235994"/>
                <a:gd name="connsiteX77" fmla="*/ 90917 w 144663"/>
                <a:gd name="connsiteY77" fmla="*/ 95291 h 235994"/>
                <a:gd name="connsiteX78" fmla="*/ 91661 w 144663"/>
                <a:gd name="connsiteY78" fmla="*/ 92314 h 235994"/>
                <a:gd name="connsiteX79" fmla="*/ 95382 w 144663"/>
                <a:gd name="connsiteY79" fmla="*/ 92314 h 235994"/>
                <a:gd name="connsiteX80" fmla="*/ 101149 w 144663"/>
                <a:gd name="connsiteY80" fmla="*/ 84966 h 235994"/>
                <a:gd name="connsiteX81" fmla="*/ 102079 w 144663"/>
                <a:gd name="connsiteY81" fmla="*/ 83384 h 235994"/>
                <a:gd name="connsiteX82" fmla="*/ 103567 w 144663"/>
                <a:gd name="connsiteY82" fmla="*/ 82640 h 235994"/>
                <a:gd name="connsiteX83" fmla="*/ 103713 w 144663"/>
                <a:gd name="connsiteY83" fmla="*/ 80614 h 235994"/>
                <a:gd name="connsiteX84" fmla="*/ 103661 w 144663"/>
                <a:gd name="connsiteY84" fmla="*/ 78129 h 235994"/>
                <a:gd name="connsiteX85" fmla="*/ 103620 w 144663"/>
                <a:gd name="connsiteY85" fmla="*/ 75638 h 235994"/>
                <a:gd name="connsiteX86" fmla="*/ 103567 w 144663"/>
                <a:gd name="connsiteY86" fmla="*/ 73711 h 235994"/>
                <a:gd name="connsiteX87" fmla="*/ 105800 w 144663"/>
                <a:gd name="connsiteY87" fmla="*/ 73711 h 235994"/>
                <a:gd name="connsiteX88" fmla="*/ 106755 w 144663"/>
                <a:gd name="connsiteY88" fmla="*/ 66573 h 235994"/>
                <a:gd name="connsiteX89" fmla="*/ 106777 w 144663"/>
                <a:gd name="connsiteY89" fmla="*/ 64362 h 235994"/>
                <a:gd name="connsiteX90" fmla="*/ 106842 w 144663"/>
                <a:gd name="connsiteY90" fmla="*/ 62143 h 235994"/>
                <a:gd name="connsiteX91" fmla="*/ 106861 w 144663"/>
                <a:gd name="connsiteY91" fmla="*/ 60034 h 235994"/>
                <a:gd name="connsiteX92" fmla="*/ 106544 w 144663"/>
                <a:gd name="connsiteY92" fmla="*/ 56595 h 235994"/>
                <a:gd name="connsiteX93" fmla="*/ 105049 w 144663"/>
                <a:gd name="connsiteY93" fmla="*/ 56123 h 235994"/>
                <a:gd name="connsiteX94" fmla="*/ 103567 w 144663"/>
                <a:gd name="connsiteY94" fmla="*/ 55851 h 235994"/>
                <a:gd name="connsiteX95" fmla="*/ 103355 w 144663"/>
                <a:gd name="connsiteY95" fmla="*/ 54014 h 235994"/>
                <a:gd name="connsiteX96" fmla="*/ 103567 w 144663"/>
                <a:gd name="connsiteY96" fmla="*/ 47666 h 235994"/>
                <a:gd name="connsiteX97" fmla="*/ 101335 w 144663"/>
                <a:gd name="connsiteY97" fmla="*/ 46922 h 235994"/>
                <a:gd name="connsiteX98" fmla="*/ 99847 w 144663"/>
                <a:gd name="connsiteY98" fmla="*/ 41713 h 235994"/>
                <a:gd name="connsiteX99" fmla="*/ 96870 w 144663"/>
                <a:gd name="connsiteY99" fmla="*/ 40224 h 235994"/>
                <a:gd name="connsiteX100" fmla="*/ 96126 w 144663"/>
                <a:gd name="connsiteY100" fmla="*/ 37248 h 235994"/>
                <a:gd name="connsiteX101" fmla="*/ 93847 w 144663"/>
                <a:gd name="connsiteY101" fmla="*/ 37062 h 235994"/>
                <a:gd name="connsiteX102" fmla="*/ 91661 w 144663"/>
                <a:gd name="connsiteY102" fmla="*/ 37248 h 235994"/>
                <a:gd name="connsiteX103" fmla="*/ 91661 w 144663"/>
                <a:gd name="connsiteY103" fmla="*/ 34271 h 235994"/>
                <a:gd name="connsiteX104" fmla="*/ 87095 w 144663"/>
                <a:gd name="connsiteY104" fmla="*/ 33617 h 235994"/>
                <a:gd name="connsiteX105" fmla="*/ 84452 w 144663"/>
                <a:gd name="connsiteY105" fmla="*/ 33853 h 235994"/>
                <a:gd name="connsiteX106" fmla="*/ 81793 w 144663"/>
                <a:gd name="connsiteY106" fmla="*/ 34082 h 235994"/>
                <a:gd name="connsiteX107" fmla="*/ 79755 w 144663"/>
                <a:gd name="connsiteY107" fmla="*/ 34271 h 235994"/>
                <a:gd name="connsiteX108" fmla="*/ 79011 w 144663"/>
                <a:gd name="connsiteY108" fmla="*/ 30550 h 235994"/>
                <a:gd name="connsiteX109" fmla="*/ 76944 w 144663"/>
                <a:gd name="connsiteY109" fmla="*/ 30103 h 235994"/>
                <a:gd name="connsiteX110" fmla="*/ 96 w 144663"/>
                <a:gd name="connsiteY110" fmla="*/ 0 h 235994"/>
                <a:gd name="connsiteX111" fmla="*/ 94602 w 144663"/>
                <a:gd name="connsiteY111" fmla="*/ 0 h 235994"/>
                <a:gd name="connsiteX112" fmla="*/ 94602 w 144663"/>
                <a:gd name="connsiteY112" fmla="*/ 2977 h 235994"/>
                <a:gd name="connsiteX113" fmla="*/ 96503 w 144663"/>
                <a:gd name="connsiteY113" fmla="*/ 2872 h 235994"/>
                <a:gd name="connsiteX114" fmla="*/ 98974 w 144663"/>
                <a:gd name="connsiteY114" fmla="*/ 2791 h 235994"/>
                <a:gd name="connsiteX115" fmla="*/ 101433 w 144663"/>
                <a:gd name="connsiteY115" fmla="*/ 2686 h 235994"/>
                <a:gd name="connsiteX116" fmla="*/ 103532 w 144663"/>
                <a:gd name="connsiteY116" fmla="*/ 2977 h 235994"/>
                <a:gd name="connsiteX117" fmla="*/ 105020 w 144663"/>
                <a:gd name="connsiteY117" fmla="*/ 5953 h 235994"/>
                <a:gd name="connsiteX118" fmla="*/ 110229 w 144663"/>
                <a:gd name="connsiteY118" fmla="*/ 6697 h 235994"/>
                <a:gd name="connsiteX119" fmla="*/ 110229 w 144663"/>
                <a:gd name="connsiteY119" fmla="*/ 9674 h 235994"/>
                <a:gd name="connsiteX120" fmla="*/ 112089 w 144663"/>
                <a:gd name="connsiteY120" fmla="*/ 10046 h 235994"/>
                <a:gd name="connsiteX121" fmla="*/ 113950 w 144663"/>
                <a:gd name="connsiteY121" fmla="*/ 10418 h 235994"/>
                <a:gd name="connsiteX122" fmla="*/ 113950 w 144663"/>
                <a:gd name="connsiteY122" fmla="*/ 13395 h 235994"/>
                <a:gd name="connsiteX123" fmla="*/ 117670 w 144663"/>
                <a:gd name="connsiteY123" fmla="*/ 13395 h 235994"/>
                <a:gd name="connsiteX124" fmla="*/ 117670 w 144663"/>
                <a:gd name="connsiteY124" fmla="*/ 16371 h 235994"/>
                <a:gd name="connsiteX125" fmla="*/ 119903 w 144663"/>
                <a:gd name="connsiteY125" fmla="*/ 16371 h 235994"/>
                <a:gd name="connsiteX126" fmla="*/ 120647 w 144663"/>
                <a:gd name="connsiteY126" fmla="*/ 20092 h 235994"/>
                <a:gd name="connsiteX127" fmla="*/ 122879 w 144663"/>
                <a:gd name="connsiteY127" fmla="*/ 20092 h 235994"/>
                <a:gd name="connsiteX128" fmla="*/ 122879 w 144663"/>
                <a:gd name="connsiteY128" fmla="*/ 23812 h 235994"/>
                <a:gd name="connsiteX129" fmla="*/ 125112 w 144663"/>
                <a:gd name="connsiteY129" fmla="*/ 23812 h 235994"/>
                <a:gd name="connsiteX130" fmla="*/ 125856 w 144663"/>
                <a:gd name="connsiteY130" fmla="*/ 28277 h 235994"/>
                <a:gd name="connsiteX131" fmla="*/ 128088 w 144663"/>
                <a:gd name="connsiteY131" fmla="*/ 28277 h 235994"/>
                <a:gd name="connsiteX132" fmla="*/ 128321 w 144663"/>
                <a:gd name="connsiteY132" fmla="*/ 30835 h 235994"/>
                <a:gd name="connsiteX133" fmla="*/ 128832 w 144663"/>
                <a:gd name="connsiteY133" fmla="*/ 33486 h 235994"/>
                <a:gd name="connsiteX134" fmla="*/ 131065 w 144663"/>
                <a:gd name="connsiteY134" fmla="*/ 34230 h 235994"/>
                <a:gd name="connsiteX135" fmla="*/ 131437 w 144663"/>
                <a:gd name="connsiteY135" fmla="*/ 37858 h 235994"/>
                <a:gd name="connsiteX136" fmla="*/ 131809 w 144663"/>
                <a:gd name="connsiteY136" fmla="*/ 41672 h 235994"/>
                <a:gd name="connsiteX137" fmla="*/ 132927 w 144663"/>
                <a:gd name="connsiteY137" fmla="*/ 42696 h 235994"/>
                <a:gd name="connsiteX138" fmla="*/ 134307 w 144663"/>
                <a:gd name="connsiteY138" fmla="*/ 47196 h 235994"/>
                <a:gd name="connsiteX139" fmla="*/ 134313 w 144663"/>
                <a:gd name="connsiteY139" fmla="*/ 49205 h 235994"/>
                <a:gd name="connsiteX140" fmla="*/ 134286 w 144663"/>
                <a:gd name="connsiteY140" fmla="*/ 51369 h 235994"/>
                <a:gd name="connsiteX141" fmla="*/ 134281 w 144663"/>
                <a:gd name="connsiteY141" fmla="*/ 53596 h 235994"/>
                <a:gd name="connsiteX142" fmla="*/ 134251 w 144663"/>
                <a:gd name="connsiteY142" fmla="*/ 58257 h 235994"/>
                <a:gd name="connsiteX143" fmla="*/ 134216 w 144663"/>
                <a:gd name="connsiteY143" fmla="*/ 65400 h 235994"/>
                <a:gd name="connsiteX144" fmla="*/ 134193 w 144663"/>
                <a:gd name="connsiteY144" fmla="*/ 69926 h 235994"/>
                <a:gd name="connsiteX145" fmla="*/ 134183 w 144663"/>
                <a:gd name="connsiteY145" fmla="*/ 72089 h 235994"/>
                <a:gd name="connsiteX146" fmla="*/ 134161 w 144663"/>
                <a:gd name="connsiteY146" fmla="*/ 74099 h 235994"/>
                <a:gd name="connsiteX147" fmla="*/ 134146 w 144663"/>
                <a:gd name="connsiteY147" fmla="*/ 75866 h 235994"/>
                <a:gd name="connsiteX148" fmla="*/ 133297 w 144663"/>
                <a:gd name="connsiteY148" fmla="*/ 79623 h 235994"/>
                <a:gd name="connsiteX149" fmla="*/ 131809 w 144663"/>
                <a:gd name="connsiteY149" fmla="*/ 80367 h 235994"/>
                <a:gd name="connsiteX150" fmla="*/ 131393 w 144663"/>
                <a:gd name="connsiteY150" fmla="*/ 86134 h 235994"/>
                <a:gd name="connsiteX151" fmla="*/ 131065 w 144663"/>
                <a:gd name="connsiteY151" fmla="*/ 87809 h 235994"/>
                <a:gd name="connsiteX152" fmla="*/ 128832 w 144663"/>
                <a:gd name="connsiteY152" fmla="*/ 88553 h 235994"/>
                <a:gd name="connsiteX153" fmla="*/ 128088 w 144663"/>
                <a:gd name="connsiteY153" fmla="*/ 93018 h 235994"/>
                <a:gd name="connsiteX154" fmla="*/ 125856 w 144663"/>
                <a:gd name="connsiteY154" fmla="*/ 95250 h 235994"/>
                <a:gd name="connsiteX155" fmla="*/ 125065 w 144663"/>
                <a:gd name="connsiteY155" fmla="*/ 96831 h 235994"/>
                <a:gd name="connsiteX156" fmla="*/ 122879 w 144663"/>
                <a:gd name="connsiteY156" fmla="*/ 98971 h 235994"/>
                <a:gd name="connsiteX157" fmla="*/ 122135 w 144663"/>
                <a:gd name="connsiteY157" fmla="*/ 100505 h 235994"/>
                <a:gd name="connsiteX158" fmla="*/ 121391 w 144663"/>
                <a:gd name="connsiteY158" fmla="*/ 101947 h 235994"/>
                <a:gd name="connsiteX159" fmla="*/ 119903 w 144663"/>
                <a:gd name="connsiteY159" fmla="*/ 101947 h 235994"/>
                <a:gd name="connsiteX160" fmla="*/ 119252 w 144663"/>
                <a:gd name="connsiteY160" fmla="*/ 103761 h 235994"/>
                <a:gd name="connsiteX161" fmla="*/ 118414 w 144663"/>
                <a:gd name="connsiteY161" fmla="*/ 105668 h 235994"/>
                <a:gd name="connsiteX162" fmla="*/ 115438 w 144663"/>
                <a:gd name="connsiteY162" fmla="*/ 106412 h 235994"/>
                <a:gd name="connsiteX163" fmla="*/ 114694 w 144663"/>
                <a:gd name="connsiteY163" fmla="*/ 109389 h 235994"/>
                <a:gd name="connsiteX164" fmla="*/ 111717 w 144663"/>
                <a:gd name="connsiteY164" fmla="*/ 108645 h 235994"/>
                <a:gd name="connsiteX165" fmla="*/ 115438 w 144663"/>
                <a:gd name="connsiteY165" fmla="*/ 112365 h 235994"/>
                <a:gd name="connsiteX166" fmla="*/ 119159 w 144663"/>
                <a:gd name="connsiteY166" fmla="*/ 112365 h 235994"/>
                <a:gd name="connsiteX167" fmla="*/ 119484 w 144663"/>
                <a:gd name="connsiteY167" fmla="*/ 113807 h 235994"/>
                <a:gd name="connsiteX168" fmla="*/ 119903 w 144663"/>
                <a:gd name="connsiteY168" fmla="*/ 115342 h 235994"/>
                <a:gd name="connsiteX169" fmla="*/ 124368 w 144663"/>
                <a:gd name="connsiteY169" fmla="*/ 116086 h 235994"/>
                <a:gd name="connsiteX170" fmla="*/ 125856 w 144663"/>
                <a:gd name="connsiteY170" fmla="*/ 119062 h 235994"/>
                <a:gd name="connsiteX171" fmla="*/ 127344 w 144663"/>
                <a:gd name="connsiteY171" fmla="*/ 119807 h 235994"/>
                <a:gd name="connsiteX172" fmla="*/ 128832 w 144663"/>
                <a:gd name="connsiteY172" fmla="*/ 122783 h 235994"/>
                <a:gd name="connsiteX173" fmla="*/ 130321 w 144663"/>
                <a:gd name="connsiteY173" fmla="*/ 123527 h 235994"/>
                <a:gd name="connsiteX174" fmla="*/ 131809 w 144663"/>
                <a:gd name="connsiteY174" fmla="*/ 126504 h 235994"/>
                <a:gd name="connsiteX175" fmla="*/ 133297 w 144663"/>
                <a:gd name="connsiteY175" fmla="*/ 127248 h 235994"/>
                <a:gd name="connsiteX176" fmla="*/ 134786 w 144663"/>
                <a:gd name="connsiteY176" fmla="*/ 130225 h 235994"/>
                <a:gd name="connsiteX177" fmla="*/ 136274 w 144663"/>
                <a:gd name="connsiteY177" fmla="*/ 130969 h 235994"/>
                <a:gd name="connsiteX178" fmla="*/ 137018 w 144663"/>
                <a:gd name="connsiteY178" fmla="*/ 136922 h 235994"/>
                <a:gd name="connsiteX179" fmla="*/ 139250 w 144663"/>
                <a:gd name="connsiteY179" fmla="*/ 136922 h 235994"/>
                <a:gd name="connsiteX180" fmla="*/ 139614 w 144663"/>
                <a:gd name="connsiteY180" fmla="*/ 141355 h 235994"/>
                <a:gd name="connsiteX181" fmla="*/ 141137 w 144663"/>
                <a:gd name="connsiteY181" fmla="*/ 143930 h 235994"/>
                <a:gd name="connsiteX182" fmla="*/ 142419 w 144663"/>
                <a:gd name="connsiteY182" fmla="*/ 147038 h 235994"/>
                <a:gd name="connsiteX183" fmla="*/ 142320 w 144663"/>
                <a:gd name="connsiteY183" fmla="*/ 149200 h 235994"/>
                <a:gd name="connsiteX184" fmla="*/ 142971 w 144663"/>
                <a:gd name="connsiteY184" fmla="*/ 155525 h 235994"/>
                <a:gd name="connsiteX185" fmla="*/ 144459 w 144663"/>
                <a:gd name="connsiteY185" fmla="*/ 156270 h 235994"/>
                <a:gd name="connsiteX186" fmla="*/ 144657 w 144663"/>
                <a:gd name="connsiteY186" fmla="*/ 161037 h 235994"/>
                <a:gd name="connsiteX187" fmla="*/ 144663 w 144663"/>
                <a:gd name="connsiteY187" fmla="*/ 163970 h 235994"/>
                <a:gd name="connsiteX188" fmla="*/ 144653 w 144663"/>
                <a:gd name="connsiteY188" fmla="*/ 165505 h 235994"/>
                <a:gd name="connsiteX189" fmla="*/ 144663 w 144663"/>
                <a:gd name="connsiteY189" fmla="*/ 170149 h 235994"/>
                <a:gd name="connsiteX190" fmla="*/ 144657 w 144663"/>
                <a:gd name="connsiteY190" fmla="*/ 173082 h 235994"/>
                <a:gd name="connsiteX191" fmla="*/ 144652 w 144663"/>
                <a:gd name="connsiteY191" fmla="*/ 175796 h 235994"/>
                <a:gd name="connsiteX192" fmla="*/ 144459 w 144663"/>
                <a:gd name="connsiteY192" fmla="*/ 177850 h 235994"/>
                <a:gd name="connsiteX193" fmla="*/ 142971 w 144663"/>
                <a:gd name="connsiteY193" fmla="*/ 178594 h 235994"/>
                <a:gd name="connsiteX194" fmla="*/ 142320 w 144663"/>
                <a:gd name="connsiteY194" fmla="*/ 186175 h 235994"/>
                <a:gd name="connsiteX195" fmla="*/ 141137 w 144663"/>
                <a:gd name="connsiteY195" fmla="*/ 190041 h 235994"/>
                <a:gd name="connsiteX196" fmla="*/ 139483 w 144663"/>
                <a:gd name="connsiteY196" fmla="*/ 195476 h 235994"/>
                <a:gd name="connsiteX197" fmla="*/ 139335 w 144663"/>
                <a:gd name="connsiteY197" fmla="*/ 197718 h 235994"/>
                <a:gd name="connsiteX198" fmla="*/ 139250 w 144663"/>
                <a:gd name="connsiteY198" fmla="*/ 199430 h 235994"/>
                <a:gd name="connsiteX199" fmla="*/ 137018 w 144663"/>
                <a:gd name="connsiteY199" fmla="*/ 199430 h 235994"/>
                <a:gd name="connsiteX200" fmla="*/ 136274 w 144663"/>
                <a:gd name="connsiteY200" fmla="*/ 205383 h 235994"/>
                <a:gd name="connsiteX201" fmla="*/ 134041 w 144663"/>
                <a:gd name="connsiteY201" fmla="*/ 205383 h 235994"/>
                <a:gd name="connsiteX202" fmla="*/ 133809 w 144663"/>
                <a:gd name="connsiteY202" fmla="*/ 207476 h 235994"/>
                <a:gd name="connsiteX203" fmla="*/ 131065 w 144663"/>
                <a:gd name="connsiteY203" fmla="*/ 212080 h 235994"/>
                <a:gd name="connsiteX204" fmla="*/ 130321 w 144663"/>
                <a:gd name="connsiteY204" fmla="*/ 214312 h 235994"/>
                <a:gd name="connsiteX205" fmla="*/ 128088 w 144663"/>
                <a:gd name="connsiteY205" fmla="*/ 215801 h 235994"/>
                <a:gd name="connsiteX206" fmla="*/ 127344 w 144663"/>
                <a:gd name="connsiteY206" fmla="*/ 218033 h 235994"/>
                <a:gd name="connsiteX207" fmla="*/ 124833 w 144663"/>
                <a:gd name="connsiteY207" fmla="*/ 220266 h 235994"/>
                <a:gd name="connsiteX208" fmla="*/ 120949 w 144663"/>
                <a:gd name="connsiteY208" fmla="*/ 223707 h 235994"/>
                <a:gd name="connsiteX209" fmla="*/ 118321 w 144663"/>
                <a:gd name="connsiteY209" fmla="*/ 225475 h 235994"/>
                <a:gd name="connsiteX210" fmla="*/ 116182 w 144663"/>
                <a:gd name="connsiteY210" fmla="*/ 228451 h 235994"/>
                <a:gd name="connsiteX211" fmla="*/ 112415 w 144663"/>
                <a:gd name="connsiteY211" fmla="*/ 228591 h 235994"/>
                <a:gd name="connsiteX212" fmla="*/ 110342 w 144663"/>
                <a:gd name="connsiteY212" fmla="*/ 228530 h 235994"/>
                <a:gd name="connsiteX213" fmla="*/ 108741 w 144663"/>
                <a:gd name="connsiteY213" fmla="*/ 228451 h 235994"/>
                <a:gd name="connsiteX214" fmla="*/ 108741 w 144663"/>
                <a:gd name="connsiteY214" fmla="*/ 232172 h 235994"/>
                <a:gd name="connsiteX215" fmla="*/ 106488 w 144663"/>
                <a:gd name="connsiteY215" fmla="*/ 232256 h 235994"/>
                <a:gd name="connsiteX216" fmla="*/ 103578 w 144663"/>
                <a:gd name="connsiteY216" fmla="*/ 232404 h 235994"/>
                <a:gd name="connsiteX217" fmla="*/ 100674 w 144663"/>
                <a:gd name="connsiteY217" fmla="*/ 232535 h 235994"/>
                <a:gd name="connsiteX218" fmla="*/ 98323 w 144663"/>
                <a:gd name="connsiteY218" fmla="*/ 232916 h 235994"/>
                <a:gd name="connsiteX219" fmla="*/ 97578 w 144663"/>
                <a:gd name="connsiteY219" fmla="*/ 235148 h 235994"/>
                <a:gd name="connsiteX220" fmla="*/ 94005 w 144663"/>
                <a:gd name="connsiteY220" fmla="*/ 235654 h 235994"/>
                <a:gd name="connsiteX221" fmla="*/ 91747 w 144663"/>
                <a:gd name="connsiteY221" fmla="*/ 235799 h 235994"/>
                <a:gd name="connsiteX222" fmla="*/ 80347 w 144663"/>
                <a:gd name="connsiteY222" fmla="*/ 235989 h 235994"/>
                <a:gd name="connsiteX223" fmla="*/ 77729 w 144663"/>
                <a:gd name="connsiteY223" fmla="*/ 235993 h 235994"/>
                <a:gd name="connsiteX224" fmla="*/ 69249 w 144663"/>
                <a:gd name="connsiteY224" fmla="*/ 235991 h 235994"/>
                <a:gd name="connsiteX225" fmla="*/ 63333 w 144663"/>
                <a:gd name="connsiteY225" fmla="*/ 235994 h 235994"/>
                <a:gd name="connsiteX226" fmla="*/ 50982 w 144663"/>
                <a:gd name="connsiteY226" fmla="*/ 235990 h 235994"/>
                <a:gd name="connsiteX227" fmla="*/ 36694 w 144663"/>
                <a:gd name="connsiteY227" fmla="*/ 235991 h 235994"/>
                <a:gd name="connsiteX228" fmla="*/ 22923 w 144663"/>
                <a:gd name="connsiteY228" fmla="*/ 235992 h 235994"/>
                <a:gd name="connsiteX229" fmla="*/ 17068 w 144663"/>
                <a:gd name="connsiteY229" fmla="*/ 235994 h 235994"/>
                <a:gd name="connsiteX230" fmla="*/ 8924 w 144663"/>
                <a:gd name="connsiteY230" fmla="*/ 235989 h 235994"/>
                <a:gd name="connsiteX231" fmla="*/ 6462 w 144663"/>
                <a:gd name="connsiteY231" fmla="*/ 235993 h 235994"/>
                <a:gd name="connsiteX232" fmla="*/ 4236 w 144663"/>
                <a:gd name="connsiteY232" fmla="*/ 235987 h 235994"/>
                <a:gd name="connsiteX233" fmla="*/ 2292 w 144663"/>
                <a:gd name="connsiteY233" fmla="*/ 235986 h 235994"/>
                <a:gd name="connsiteX234" fmla="*/ 96 w 144663"/>
                <a:gd name="connsiteY234" fmla="*/ 235148 h 235994"/>
                <a:gd name="connsiteX235" fmla="*/ 4 w 144663"/>
                <a:gd name="connsiteY235" fmla="*/ 231384 h 235994"/>
                <a:gd name="connsiteX236" fmla="*/ 0 w 144663"/>
                <a:gd name="connsiteY236" fmla="*/ 228898 h 235994"/>
                <a:gd name="connsiteX237" fmla="*/ 7 w 144663"/>
                <a:gd name="connsiteY237" fmla="*/ 226132 h 235994"/>
                <a:gd name="connsiteX238" fmla="*/ 5 w 144663"/>
                <a:gd name="connsiteY238" fmla="*/ 223220 h 235994"/>
                <a:gd name="connsiteX239" fmla="*/ 10 w 144663"/>
                <a:gd name="connsiteY239" fmla="*/ 215182 h 235994"/>
                <a:gd name="connsiteX240" fmla="*/ 11 w 144663"/>
                <a:gd name="connsiteY240" fmla="*/ 206528 h 235994"/>
                <a:gd name="connsiteX241" fmla="*/ 17 w 144663"/>
                <a:gd name="connsiteY241" fmla="*/ 191521 h 235994"/>
                <a:gd name="connsiteX242" fmla="*/ 26 w 144663"/>
                <a:gd name="connsiteY242" fmla="*/ 169824 h 235994"/>
                <a:gd name="connsiteX243" fmla="*/ 40 w 144663"/>
                <a:gd name="connsiteY243" fmla="*/ 134626 h 235994"/>
                <a:gd name="connsiteX244" fmla="*/ 55 w 144663"/>
                <a:gd name="connsiteY244" fmla="*/ 100425 h 235994"/>
                <a:gd name="connsiteX245" fmla="*/ 56 w 144663"/>
                <a:gd name="connsiteY245" fmla="*/ 98298 h 235994"/>
                <a:gd name="connsiteX246" fmla="*/ 59 w 144663"/>
                <a:gd name="connsiteY246" fmla="*/ 87730 h 235994"/>
                <a:gd name="connsiteX247" fmla="*/ 96 w 144663"/>
                <a:gd name="connsiteY247" fmla="*/ 0 h 23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Lst>
              <a:rect l="l" t="t" r="r" b="b"/>
              <a:pathLst>
                <a:path w="144663" h="235994">
                  <a:moveTo>
                    <a:pt x="79808" y="129207"/>
                  </a:moveTo>
                  <a:cubicBezTo>
                    <a:pt x="78802" y="129216"/>
                    <a:pt x="77825" y="129224"/>
                    <a:pt x="76848" y="129232"/>
                  </a:cubicBezTo>
                  <a:cubicBezTo>
                    <a:pt x="75135" y="129230"/>
                    <a:pt x="73424" y="129234"/>
                    <a:pt x="71711" y="129261"/>
                  </a:cubicBezTo>
                  <a:cubicBezTo>
                    <a:pt x="70484" y="129281"/>
                    <a:pt x="69257" y="129295"/>
                    <a:pt x="68030" y="129301"/>
                  </a:cubicBezTo>
                  <a:cubicBezTo>
                    <a:pt x="64822" y="129311"/>
                    <a:pt x="61613" y="129333"/>
                    <a:pt x="58405" y="129374"/>
                  </a:cubicBezTo>
                  <a:cubicBezTo>
                    <a:pt x="55077" y="129416"/>
                    <a:pt x="51750" y="129442"/>
                    <a:pt x="48422" y="129462"/>
                  </a:cubicBezTo>
                  <a:cubicBezTo>
                    <a:pt x="41255" y="129502"/>
                    <a:pt x="34088" y="129568"/>
                    <a:pt x="26921" y="129654"/>
                  </a:cubicBezTo>
                  <a:cubicBezTo>
                    <a:pt x="26906" y="138548"/>
                    <a:pt x="26893" y="147441"/>
                    <a:pt x="26885" y="156334"/>
                  </a:cubicBezTo>
                  <a:cubicBezTo>
                    <a:pt x="26881" y="160863"/>
                    <a:pt x="26878" y="165392"/>
                    <a:pt x="26870" y="169921"/>
                  </a:cubicBezTo>
                  <a:cubicBezTo>
                    <a:pt x="26862" y="174363"/>
                    <a:pt x="26855" y="178805"/>
                    <a:pt x="26852" y="183247"/>
                  </a:cubicBezTo>
                  <a:cubicBezTo>
                    <a:pt x="26851" y="184931"/>
                    <a:pt x="26850" y="186615"/>
                    <a:pt x="26849" y="188299"/>
                  </a:cubicBezTo>
                  <a:cubicBezTo>
                    <a:pt x="26843" y="190735"/>
                    <a:pt x="26837" y="193171"/>
                    <a:pt x="26837" y="195607"/>
                  </a:cubicBezTo>
                  <a:cubicBezTo>
                    <a:pt x="26837" y="196363"/>
                    <a:pt x="26837" y="197096"/>
                    <a:pt x="26837" y="197829"/>
                  </a:cubicBezTo>
                  <a:cubicBezTo>
                    <a:pt x="26834" y="198550"/>
                    <a:pt x="26832" y="199250"/>
                    <a:pt x="26829" y="199950"/>
                  </a:cubicBezTo>
                  <a:cubicBezTo>
                    <a:pt x="26832" y="201885"/>
                    <a:pt x="26212" y="204103"/>
                    <a:pt x="27666" y="205557"/>
                  </a:cubicBezTo>
                  <a:cubicBezTo>
                    <a:pt x="28924" y="205590"/>
                    <a:pt x="30183" y="205616"/>
                    <a:pt x="31442" y="205602"/>
                  </a:cubicBezTo>
                  <a:cubicBezTo>
                    <a:pt x="31998" y="205592"/>
                    <a:pt x="32538" y="205583"/>
                    <a:pt x="33078" y="205573"/>
                  </a:cubicBezTo>
                  <a:cubicBezTo>
                    <a:pt x="34883" y="205550"/>
                    <a:pt x="36688" y="205526"/>
                    <a:pt x="38494" y="205498"/>
                  </a:cubicBezTo>
                  <a:cubicBezTo>
                    <a:pt x="39787" y="205477"/>
                    <a:pt x="41080" y="205458"/>
                    <a:pt x="42374" y="205440"/>
                  </a:cubicBezTo>
                  <a:cubicBezTo>
                    <a:pt x="45756" y="205394"/>
                    <a:pt x="49138" y="205346"/>
                    <a:pt x="52520" y="205295"/>
                  </a:cubicBezTo>
                  <a:cubicBezTo>
                    <a:pt x="56028" y="205241"/>
                    <a:pt x="59536" y="205191"/>
                    <a:pt x="63043" y="205142"/>
                  </a:cubicBezTo>
                  <a:cubicBezTo>
                    <a:pt x="70599" y="205037"/>
                    <a:pt x="78154" y="204927"/>
                    <a:pt x="85709" y="204813"/>
                  </a:cubicBezTo>
                  <a:cubicBezTo>
                    <a:pt x="85709" y="203801"/>
                    <a:pt x="85709" y="202818"/>
                    <a:pt x="85709" y="201836"/>
                  </a:cubicBezTo>
                  <a:cubicBezTo>
                    <a:pt x="86410" y="201872"/>
                    <a:pt x="87091" y="201906"/>
                    <a:pt x="87772" y="201941"/>
                  </a:cubicBezTo>
                  <a:cubicBezTo>
                    <a:pt x="88684" y="201968"/>
                    <a:pt x="89568" y="201995"/>
                    <a:pt x="90452" y="202022"/>
                  </a:cubicBezTo>
                  <a:cubicBezTo>
                    <a:pt x="93121" y="202127"/>
                    <a:pt x="93121" y="202127"/>
                    <a:pt x="95382" y="201836"/>
                  </a:cubicBezTo>
                  <a:cubicBezTo>
                    <a:pt x="95696" y="201333"/>
                    <a:pt x="96000" y="200845"/>
                    <a:pt x="96304" y="200357"/>
                  </a:cubicBezTo>
                  <a:cubicBezTo>
                    <a:pt x="96497" y="199848"/>
                    <a:pt x="96684" y="199354"/>
                    <a:pt x="96871" y="198860"/>
                  </a:cubicBezTo>
                  <a:cubicBezTo>
                    <a:pt x="98362" y="198628"/>
                    <a:pt x="99850" y="198378"/>
                    <a:pt x="101335" y="198115"/>
                  </a:cubicBezTo>
                  <a:cubicBezTo>
                    <a:pt x="103649" y="196232"/>
                    <a:pt x="104936" y="194626"/>
                    <a:pt x="106312" y="191976"/>
                  </a:cubicBezTo>
                  <a:cubicBezTo>
                    <a:pt x="106644" y="191280"/>
                    <a:pt x="106966" y="190605"/>
                    <a:pt x="107289" y="189930"/>
                  </a:cubicBezTo>
                  <a:cubicBezTo>
                    <a:pt x="108040" y="189554"/>
                    <a:pt x="108040" y="189554"/>
                    <a:pt x="108777" y="189186"/>
                  </a:cubicBezTo>
                  <a:cubicBezTo>
                    <a:pt x="108994" y="187445"/>
                    <a:pt x="109243" y="185708"/>
                    <a:pt x="109521" y="183977"/>
                  </a:cubicBezTo>
                  <a:cubicBezTo>
                    <a:pt x="110648" y="183601"/>
                    <a:pt x="110648" y="183601"/>
                    <a:pt x="111753" y="183233"/>
                  </a:cubicBezTo>
                  <a:cubicBezTo>
                    <a:pt x="111850" y="182791"/>
                    <a:pt x="111943" y="182362"/>
                    <a:pt x="112037" y="181933"/>
                  </a:cubicBezTo>
                  <a:cubicBezTo>
                    <a:pt x="112039" y="181352"/>
                    <a:pt x="112041" y="180787"/>
                    <a:pt x="112042" y="180223"/>
                  </a:cubicBezTo>
                  <a:cubicBezTo>
                    <a:pt x="112053" y="179246"/>
                    <a:pt x="112053" y="179246"/>
                    <a:pt x="112064" y="178289"/>
                  </a:cubicBezTo>
                  <a:cubicBezTo>
                    <a:pt x="112059" y="177574"/>
                    <a:pt x="112054" y="176880"/>
                    <a:pt x="112050" y="176186"/>
                  </a:cubicBezTo>
                  <a:cubicBezTo>
                    <a:pt x="112054" y="174734"/>
                    <a:pt x="112057" y="173282"/>
                    <a:pt x="112059" y="171829"/>
                  </a:cubicBezTo>
                  <a:cubicBezTo>
                    <a:pt x="112044" y="169526"/>
                    <a:pt x="112033" y="167224"/>
                    <a:pt x="112044" y="164921"/>
                  </a:cubicBezTo>
                  <a:cubicBezTo>
                    <a:pt x="112054" y="163422"/>
                    <a:pt x="112058" y="161923"/>
                    <a:pt x="112056" y="160424"/>
                  </a:cubicBezTo>
                  <a:cubicBezTo>
                    <a:pt x="112054" y="159695"/>
                    <a:pt x="112052" y="158988"/>
                    <a:pt x="112050" y="158281"/>
                  </a:cubicBezTo>
                  <a:cubicBezTo>
                    <a:pt x="112055" y="157566"/>
                    <a:pt x="112059" y="156872"/>
                    <a:pt x="112064" y="156178"/>
                  </a:cubicBezTo>
                  <a:cubicBezTo>
                    <a:pt x="112056" y="155521"/>
                    <a:pt x="112049" y="154883"/>
                    <a:pt x="112042" y="154244"/>
                  </a:cubicBezTo>
                  <a:cubicBezTo>
                    <a:pt x="112037" y="152534"/>
                    <a:pt x="112037" y="152534"/>
                    <a:pt x="111753" y="151235"/>
                  </a:cubicBezTo>
                  <a:cubicBezTo>
                    <a:pt x="110626" y="150859"/>
                    <a:pt x="110626" y="150859"/>
                    <a:pt x="109521" y="150490"/>
                  </a:cubicBezTo>
                  <a:cubicBezTo>
                    <a:pt x="109621" y="146893"/>
                    <a:pt x="109024" y="145729"/>
                    <a:pt x="106544" y="143049"/>
                  </a:cubicBezTo>
                  <a:cubicBezTo>
                    <a:pt x="105289" y="141824"/>
                    <a:pt x="104048" y="140584"/>
                    <a:pt x="102824" y="139328"/>
                  </a:cubicBezTo>
                  <a:cubicBezTo>
                    <a:pt x="102173" y="137607"/>
                    <a:pt x="102173" y="137607"/>
                    <a:pt x="101335" y="136352"/>
                  </a:cubicBezTo>
                  <a:cubicBezTo>
                    <a:pt x="100418" y="136288"/>
                    <a:pt x="99528" y="136227"/>
                    <a:pt x="98638" y="136166"/>
                  </a:cubicBezTo>
                  <a:cubicBezTo>
                    <a:pt x="97370" y="136260"/>
                    <a:pt x="97370" y="136260"/>
                    <a:pt x="96126" y="136352"/>
                  </a:cubicBezTo>
                  <a:cubicBezTo>
                    <a:pt x="96126" y="135340"/>
                    <a:pt x="96126" y="134357"/>
                    <a:pt x="96126" y="133375"/>
                  </a:cubicBezTo>
                  <a:cubicBezTo>
                    <a:pt x="94552" y="133446"/>
                    <a:pt x="92977" y="133513"/>
                    <a:pt x="91401" y="133557"/>
                  </a:cubicBezTo>
                  <a:cubicBezTo>
                    <a:pt x="90429" y="133582"/>
                    <a:pt x="90429" y="133582"/>
                    <a:pt x="89476" y="133608"/>
                  </a:cubicBezTo>
                  <a:cubicBezTo>
                    <a:pt x="88824" y="133640"/>
                    <a:pt x="88191" y="133671"/>
                    <a:pt x="87559" y="133702"/>
                  </a:cubicBezTo>
                  <a:cubicBezTo>
                    <a:pt x="86939" y="133715"/>
                    <a:pt x="86337" y="133726"/>
                    <a:pt x="85735" y="133738"/>
                  </a:cubicBezTo>
                  <a:cubicBezTo>
                    <a:pt x="84084" y="133892"/>
                    <a:pt x="84084" y="133892"/>
                    <a:pt x="82732" y="133375"/>
                  </a:cubicBezTo>
                  <a:cubicBezTo>
                    <a:pt x="82599" y="131515"/>
                    <a:pt x="82599" y="131515"/>
                    <a:pt x="81988" y="129654"/>
                  </a:cubicBezTo>
                  <a:cubicBezTo>
                    <a:pt x="81247" y="129502"/>
                    <a:pt x="80527" y="129355"/>
                    <a:pt x="79808" y="129207"/>
                  </a:cubicBezTo>
                  <a:close/>
                  <a:moveTo>
                    <a:pt x="76944" y="30103"/>
                  </a:moveTo>
                  <a:cubicBezTo>
                    <a:pt x="75992" y="30112"/>
                    <a:pt x="75068" y="30120"/>
                    <a:pt x="74145" y="30128"/>
                  </a:cubicBezTo>
                  <a:cubicBezTo>
                    <a:pt x="72508" y="30127"/>
                    <a:pt x="70872" y="30131"/>
                    <a:pt x="69235" y="30158"/>
                  </a:cubicBezTo>
                  <a:cubicBezTo>
                    <a:pt x="68153" y="30176"/>
                    <a:pt x="67070" y="30190"/>
                    <a:pt x="65987" y="30195"/>
                  </a:cubicBezTo>
                  <a:cubicBezTo>
                    <a:pt x="64443" y="30198"/>
                    <a:pt x="64443" y="30198"/>
                    <a:pt x="61140" y="30215"/>
                  </a:cubicBezTo>
                  <a:cubicBezTo>
                    <a:pt x="58345" y="30250"/>
                    <a:pt x="55632" y="30284"/>
                    <a:pt x="52919" y="30318"/>
                  </a:cubicBezTo>
                  <a:cubicBezTo>
                    <a:pt x="44080" y="30397"/>
                    <a:pt x="35500" y="30474"/>
                    <a:pt x="26921" y="30550"/>
                  </a:cubicBezTo>
                  <a:cubicBezTo>
                    <a:pt x="26921" y="53827"/>
                    <a:pt x="26921" y="76419"/>
                    <a:pt x="26921" y="99011"/>
                  </a:cubicBezTo>
                  <a:cubicBezTo>
                    <a:pt x="35887" y="99043"/>
                    <a:pt x="44589" y="99074"/>
                    <a:pt x="53291" y="99104"/>
                  </a:cubicBezTo>
                  <a:cubicBezTo>
                    <a:pt x="57188" y="99124"/>
                    <a:pt x="61084" y="99144"/>
                    <a:pt x="64980" y="99152"/>
                  </a:cubicBezTo>
                  <a:cubicBezTo>
                    <a:pt x="66028" y="99153"/>
                    <a:pt x="67077" y="99155"/>
                    <a:pt x="68125" y="99157"/>
                  </a:cubicBezTo>
                  <a:cubicBezTo>
                    <a:pt x="69828" y="99168"/>
                    <a:pt x="71530" y="99180"/>
                    <a:pt x="73233" y="99181"/>
                  </a:cubicBezTo>
                  <a:cubicBezTo>
                    <a:pt x="73773" y="99181"/>
                    <a:pt x="74297" y="99181"/>
                    <a:pt x="74821" y="99180"/>
                  </a:cubicBezTo>
                  <a:cubicBezTo>
                    <a:pt x="77660" y="99190"/>
                    <a:pt x="77660" y="99190"/>
                    <a:pt x="79755" y="99011"/>
                  </a:cubicBezTo>
                  <a:cubicBezTo>
                    <a:pt x="80008" y="98505"/>
                    <a:pt x="80254" y="98014"/>
                    <a:pt x="80499" y="97523"/>
                  </a:cubicBezTo>
                  <a:cubicBezTo>
                    <a:pt x="80246" y="96764"/>
                    <a:pt x="80001" y="96027"/>
                    <a:pt x="79755" y="95291"/>
                  </a:cubicBezTo>
                  <a:cubicBezTo>
                    <a:pt x="80392" y="95355"/>
                    <a:pt x="81011" y="95417"/>
                    <a:pt x="81630" y="95480"/>
                  </a:cubicBezTo>
                  <a:cubicBezTo>
                    <a:pt x="82867" y="95596"/>
                    <a:pt x="82867" y="95596"/>
                    <a:pt x="84080" y="95709"/>
                  </a:cubicBezTo>
                  <a:cubicBezTo>
                    <a:pt x="86742" y="95967"/>
                    <a:pt x="88367" y="96141"/>
                    <a:pt x="90917" y="95291"/>
                  </a:cubicBezTo>
                  <a:cubicBezTo>
                    <a:pt x="91161" y="93755"/>
                    <a:pt x="91161" y="93755"/>
                    <a:pt x="91661" y="92314"/>
                  </a:cubicBezTo>
                  <a:cubicBezTo>
                    <a:pt x="93289" y="92454"/>
                    <a:pt x="93289" y="92454"/>
                    <a:pt x="95382" y="92314"/>
                  </a:cubicBezTo>
                  <a:cubicBezTo>
                    <a:pt x="97772" y="90218"/>
                    <a:pt x="99505" y="87666"/>
                    <a:pt x="101149" y="84966"/>
                  </a:cubicBezTo>
                  <a:cubicBezTo>
                    <a:pt x="101465" y="84428"/>
                    <a:pt x="101772" y="83906"/>
                    <a:pt x="102079" y="83384"/>
                  </a:cubicBezTo>
                  <a:cubicBezTo>
                    <a:pt x="102831" y="83009"/>
                    <a:pt x="102831" y="83009"/>
                    <a:pt x="103567" y="82640"/>
                  </a:cubicBezTo>
                  <a:cubicBezTo>
                    <a:pt x="103617" y="81951"/>
                    <a:pt x="103665" y="81283"/>
                    <a:pt x="103713" y="80614"/>
                  </a:cubicBezTo>
                  <a:cubicBezTo>
                    <a:pt x="103695" y="79769"/>
                    <a:pt x="103678" y="78949"/>
                    <a:pt x="103661" y="78129"/>
                  </a:cubicBezTo>
                  <a:cubicBezTo>
                    <a:pt x="103647" y="77282"/>
                    <a:pt x="103633" y="76460"/>
                    <a:pt x="103620" y="75638"/>
                  </a:cubicBezTo>
                  <a:cubicBezTo>
                    <a:pt x="103602" y="74983"/>
                    <a:pt x="103585" y="74347"/>
                    <a:pt x="103567" y="73711"/>
                  </a:cubicBezTo>
                  <a:cubicBezTo>
                    <a:pt x="104327" y="73711"/>
                    <a:pt x="105063" y="73711"/>
                    <a:pt x="105800" y="73711"/>
                  </a:cubicBezTo>
                  <a:cubicBezTo>
                    <a:pt x="106669" y="71972"/>
                    <a:pt x="106669" y="71972"/>
                    <a:pt x="106755" y="66573"/>
                  </a:cubicBezTo>
                  <a:cubicBezTo>
                    <a:pt x="106762" y="65821"/>
                    <a:pt x="106769" y="65092"/>
                    <a:pt x="106777" y="64362"/>
                  </a:cubicBezTo>
                  <a:cubicBezTo>
                    <a:pt x="106799" y="63608"/>
                    <a:pt x="106820" y="62875"/>
                    <a:pt x="106842" y="62143"/>
                  </a:cubicBezTo>
                  <a:cubicBezTo>
                    <a:pt x="106852" y="61078"/>
                    <a:pt x="106852" y="61078"/>
                    <a:pt x="106861" y="60034"/>
                  </a:cubicBezTo>
                  <a:cubicBezTo>
                    <a:pt x="106894" y="58091"/>
                    <a:pt x="106894" y="58091"/>
                    <a:pt x="106544" y="56595"/>
                  </a:cubicBezTo>
                  <a:cubicBezTo>
                    <a:pt x="106036" y="56435"/>
                    <a:pt x="105543" y="56279"/>
                    <a:pt x="105049" y="56123"/>
                  </a:cubicBezTo>
                  <a:cubicBezTo>
                    <a:pt x="104545" y="56031"/>
                    <a:pt x="104056" y="55941"/>
                    <a:pt x="103567" y="55851"/>
                  </a:cubicBezTo>
                  <a:cubicBezTo>
                    <a:pt x="103495" y="55227"/>
                    <a:pt x="103425" y="54620"/>
                    <a:pt x="103355" y="54014"/>
                  </a:cubicBezTo>
                  <a:cubicBezTo>
                    <a:pt x="103513" y="51871"/>
                    <a:pt x="103700" y="49811"/>
                    <a:pt x="103567" y="47666"/>
                  </a:cubicBezTo>
                  <a:cubicBezTo>
                    <a:pt x="102440" y="47290"/>
                    <a:pt x="102440" y="47290"/>
                    <a:pt x="101335" y="46922"/>
                  </a:cubicBezTo>
                  <a:cubicBezTo>
                    <a:pt x="101335" y="43945"/>
                    <a:pt x="101335" y="43945"/>
                    <a:pt x="99847" y="41713"/>
                  </a:cubicBezTo>
                  <a:cubicBezTo>
                    <a:pt x="98309" y="41037"/>
                    <a:pt x="98309" y="41037"/>
                    <a:pt x="96870" y="40224"/>
                  </a:cubicBezTo>
                  <a:cubicBezTo>
                    <a:pt x="96591" y="38643"/>
                    <a:pt x="96591" y="38643"/>
                    <a:pt x="96126" y="37248"/>
                  </a:cubicBezTo>
                  <a:cubicBezTo>
                    <a:pt x="95351" y="37184"/>
                    <a:pt x="94599" y="37123"/>
                    <a:pt x="93847" y="37062"/>
                  </a:cubicBezTo>
                  <a:cubicBezTo>
                    <a:pt x="93104" y="37125"/>
                    <a:pt x="92383" y="37186"/>
                    <a:pt x="91661" y="37248"/>
                  </a:cubicBezTo>
                  <a:cubicBezTo>
                    <a:pt x="91661" y="36236"/>
                    <a:pt x="91661" y="35253"/>
                    <a:pt x="91661" y="34271"/>
                  </a:cubicBezTo>
                  <a:cubicBezTo>
                    <a:pt x="89429" y="33527"/>
                    <a:pt x="89429" y="33527"/>
                    <a:pt x="87095" y="33617"/>
                  </a:cubicBezTo>
                  <a:cubicBezTo>
                    <a:pt x="86196" y="33697"/>
                    <a:pt x="85324" y="33775"/>
                    <a:pt x="84452" y="33853"/>
                  </a:cubicBezTo>
                  <a:cubicBezTo>
                    <a:pt x="83548" y="33931"/>
                    <a:pt x="82670" y="34006"/>
                    <a:pt x="81793" y="34082"/>
                  </a:cubicBezTo>
                  <a:cubicBezTo>
                    <a:pt x="80764" y="34178"/>
                    <a:pt x="80764" y="34178"/>
                    <a:pt x="79755" y="34271"/>
                  </a:cubicBezTo>
                  <a:cubicBezTo>
                    <a:pt x="79687" y="32437"/>
                    <a:pt x="79687" y="32437"/>
                    <a:pt x="79011" y="30550"/>
                  </a:cubicBezTo>
                  <a:cubicBezTo>
                    <a:pt x="78308" y="30398"/>
                    <a:pt x="77626" y="30251"/>
                    <a:pt x="76944" y="30103"/>
                  </a:cubicBezTo>
                  <a:close/>
                  <a:moveTo>
                    <a:pt x="96" y="0"/>
                  </a:moveTo>
                  <a:cubicBezTo>
                    <a:pt x="31283" y="0"/>
                    <a:pt x="62470" y="0"/>
                    <a:pt x="94602" y="0"/>
                  </a:cubicBezTo>
                  <a:cubicBezTo>
                    <a:pt x="94602" y="982"/>
                    <a:pt x="94602" y="1965"/>
                    <a:pt x="94602" y="2977"/>
                  </a:cubicBezTo>
                  <a:cubicBezTo>
                    <a:pt x="95229" y="2942"/>
                    <a:pt x="95857" y="2907"/>
                    <a:pt x="96503" y="2872"/>
                  </a:cubicBezTo>
                  <a:cubicBezTo>
                    <a:pt x="97318" y="2845"/>
                    <a:pt x="98134" y="2818"/>
                    <a:pt x="98974" y="2791"/>
                  </a:cubicBezTo>
                  <a:cubicBezTo>
                    <a:pt x="99785" y="2756"/>
                    <a:pt x="100597" y="2721"/>
                    <a:pt x="101433" y="2686"/>
                  </a:cubicBezTo>
                  <a:cubicBezTo>
                    <a:pt x="102125" y="2782"/>
                    <a:pt x="102818" y="2878"/>
                    <a:pt x="103532" y="2977"/>
                  </a:cubicBezTo>
                  <a:cubicBezTo>
                    <a:pt x="104392" y="4442"/>
                    <a:pt x="104392" y="4442"/>
                    <a:pt x="105020" y="5953"/>
                  </a:cubicBezTo>
                  <a:cubicBezTo>
                    <a:pt x="107671" y="6562"/>
                    <a:pt x="107671" y="6562"/>
                    <a:pt x="110229" y="6697"/>
                  </a:cubicBezTo>
                  <a:cubicBezTo>
                    <a:pt x="110229" y="7680"/>
                    <a:pt x="110229" y="8662"/>
                    <a:pt x="110229" y="9674"/>
                  </a:cubicBezTo>
                  <a:cubicBezTo>
                    <a:pt x="110843" y="9797"/>
                    <a:pt x="111457" y="9919"/>
                    <a:pt x="112089" y="10046"/>
                  </a:cubicBezTo>
                  <a:cubicBezTo>
                    <a:pt x="112703" y="10169"/>
                    <a:pt x="113317" y="10291"/>
                    <a:pt x="113950" y="10418"/>
                  </a:cubicBezTo>
                  <a:cubicBezTo>
                    <a:pt x="113950" y="11400"/>
                    <a:pt x="113950" y="12382"/>
                    <a:pt x="113950" y="13395"/>
                  </a:cubicBezTo>
                  <a:cubicBezTo>
                    <a:pt x="115177" y="13395"/>
                    <a:pt x="116405" y="13395"/>
                    <a:pt x="117670" y="13395"/>
                  </a:cubicBezTo>
                  <a:cubicBezTo>
                    <a:pt x="117670" y="14377"/>
                    <a:pt x="117670" y="15359"/>
                    <a:pt x="117670" y="16371"/>
                  </a:cubicBezTo>
                  <a:cubicBezTo>
                    <a:pt x="118407" y="16371"/>
                    <a:pt x="119144" y="16371"/>
                    <a:pt x="119903" y="16371"/>
                  </a:cubicBezTo>
                  <a:cubicBezTo>
                    <a:pt x="120151" y="17611"/>
                    <a:pt x="120399" y="18852"/>
                    <a:pt x="120647" y="20092"/>
                  </a:cubicBezTo>
                  <a:cubicBezTo>
                    <a:pt x="121384" y="20092"/>
                    <a:pt x="122120" y="20092"/>
                    <a:pt x="122879" y="20092"/>
                  </a:cubicBezTo>
                  <a:cubicBezTo>
                    <a:pt x="122879" y="21320"/>
                    <a:pt x="122879" y="22547"/>
                    <a:pt x="122879" y="23812"/>
                  </a:cubicBezTo>
                  <a:cubicBezTo>
                    <a:pt x="123616" y="23812"/>
                    <a:pt x="124353" y="23812"/>
                    <a:pt x="125112" y="23812"/>
                  </a:cubicBezTo>
                  <a:cubicBezTo>
                    <a:pt x="125357" y="25286"/>
                    <a:pt x="125603" y="26759"/>
                    <a:pt x="125856" y="28277"/>
                  </a:cubicBezTo>
                  <a:cubicBezTo>
                    <a:pt x="126593" y="28277"/>
                    <a:pt x="127329" y="28277"/>
                    <a:pt x="128088" y="28277"/>
                  </a:cubicBezTo>
                  <a:cubicBezTo>
                    <a:pt x="128165" y="29121"/>
                    <a:pt x="128242" y="29966"/>
                    <a:pt x="128321" y="30835"/>
                  </a:cubicBezTo>
                  <a:cubicBezTo>
                    <a:pt x="128490" y="31710"/>
                    <a:pt x="128658" y="32585"/>
                    <a:pt x="128832" y="33486"/>
                  </a:cubicBezTo>
                  <a:cubicBezTo>
                    <a:pt x="129569" y="33732"/>
                    <a:pt x="130306" y="33977"/>
                    <a:pt x="131065" y="34230"/>
                  </a:cubicBezTo>
                  <a:cubicBezTo>
                    <a:pt x="131367" y="35852"/>
                    <a:pt x="131367" y="35852"/>
                    <a:pt x="131437" y="37858"/>
                  </a:cubicBezTo>
                  <a:cubicBezTo>
                    <a:pt x="131463" y="39831"/>
                    <a:pt x="131463" y="39831"/>
                    <a:pt x="131809" y="41672"/>
                  </a:cubicBezTo>
                  <a:cubicBezTo>
                    <a:pt x="132178" y="42010"/>
                    <a:pt x="132547" y="42348"/>
                    <a:pt x="132927" y="42696"/>
                  </a:cubicBezTo>
                  <a:cubicBezTo>
                    <a:pt x="134376" y="44267"/>
                    <a:pt x="134316" y="45084"/>
                    <a:pt x="134307" y="47196"/>
                  </a:cubicBezTo>
                  <a:cubicBezTo>
                    <a:pt x="134310" y="48191"/>
                    <a:pt x="134310" y="48191"/>
                    <a:pt x="134313" y="49205"/>
                  </a:cubicBezTo>
                  <a:cubicBezTo>
                    <a:pt x="134300" y="50276"/>
                    <a:pt x="134300" y="50276"/>
                    <a:pt x="134286" y="51369"/>
                  </a:cubicBezTo>
                  <a:cubicBezTo>
                    <a:pt x="134284" y="52104"/>
                    <a:pt x="134283" y="52839"/>
                    <a:pt x="134281" y="53596"/>
                  </a:cubicBezTo>
                  <a:cubicBezTo>
                    <a:pt x="134276" y="55149"/>
                    <a:pt x="134266" y="56703"/>
                    <a:pt x="134251" y="58257"/>
                  </a:cubicBezTo>
                  <a:cubicBezTo>
                    <a:pt x="134228" y="60638"/>
                    <a:pt x="134220" y="63019"/>
                    <a:pt x="134216" y="65400"/>
                  </a:cubicBezTo>
                  <a:cubicBezTo>
                    <a:pt x="134209" y="66909"/>
                    <a:pt x="134201" y="68417"/>
                    <a:pt x="134193" y="69926"/>
                  </a:cubicBezTo>
                  <a:cubicBezTo>
                    <a:pt x="134189" y="70640"/>
                    <a:pt x="134186" y="71354"/>
                    <a:pt x="134183" y="72089"/>
                  </a:cubicBezTo>
                  <a:cubicBezTo>
                    <a:pt x="134176" y="72752"/>
                    <a:pt x="134169" y="73416"/>
                    <a:pt x="134161" y="74099"/>
                  </a:cubicBezTo>
                  <a:cubicBezTo>
                    <a:pt x="134154" y="74973"/>
                    <a:pt x="134154" y="74973"/>
                    <a:pt x="134146" y="75866"/>
                  </a:cubicBezTo>
                  <a:cubicBezTo>
                    <a:pt x="134041" y="77391"/>
                    <a:pt x="134041" y="77391"/>
                    <a:pt x="133297" y="79623"/>
                  </a:cubicBezTo>
                  <a:cubicBezTo>
                    <a:pt x="132561" y="79991"/>
                    <a:pt x="132561" y="79991"/>
                    <a:pt x="131809" y="80367"/>
                  </a:cubicBezTo>
                  <a:cubicBezTo>
                    <a:pt x="131545" y="82291"/>
                    <a:pt x="131479" y="84195"/>
                    <a:pt x="131393" y="86134"/>
                  </a:cubicBezTo>
                  <a:cubicBezTo>
                    <a:pt x="131231" y="86963"/>
                    <a:pt x="131231" y="86963"/>
                    <a:pt x="131065" y="87809"/>
                  </a:cubicBezTo>
                  <a:cubicBezTo>
                    <a:pt x="130328" y="88054"/>
                    <a:pt x="129591" y="88300"/>
                    <a:pt x="128832" y="88553"/>
                  </a:cubicBezTo>
                  <a:cubicBezTo>
                    <a:pt x="128574" y="90039"/>
                    <a:pt x="128327" y="91528"/>
                    <a:pt x="128088" y="93018"/>
                  </a:cubicBezTo>
                  <a:cubicBezTo>
                    <a:pt x="127019" y="94227"/>
                    <a:pt x="127019" y="94227"/>
                    <a:pt x="125856" y="95250"/>
                  </a:cubicBezTo>
                  <a:cubicBezTo>
                    <a:pt x="125595" y="95772"/>
                    <a:pt x="125334" y="96294"/>
                    <a:pt x="125065" y="96831"/>
                  </a:cubicBezTo>
                  <a:cubicBezTo>
                    <a:pt x="124368" y="98227"/>
                    <a:pt x="124368" y="98227"/>
                    <a:pt x="122879" y="98971"/>
                  </a:cubicBezTo>
                  <a:cubicBezTo>
                    <a:pt x="122634" y="99477"/>
                    <a:pt x="122388" y="99984"/>
                    <a:pt x="122135" y="100505"/>
                  </a:cubicBezTo>
                  <a:cubicBezTo>
                    <a:pt x="121890" y="100981"/>
                    <a:pt x="121644" y="101457"/>
                    <a:pt x="121391" y="101947"/>
                  </a:cubicBezTo>
                  <a:cubicBezTo>
                    <a:pt x="120900" y="101947"/>
                    <a:pt x="120409" y="101947"/>
                    <a:pt x="119903" y="101947"/>
                  </a:cubicBezTo>
                  <a:cubicBezTo>
                    <a:pt x="119688" y="102546"/>
                    <a:pt x="119473" y="103144"/>
                    <a:pt x="119252" y="103761"/>
                  </a:cubicBezTo>
                  <a:cubicBezTo>
                    <a:pt x="118975" y="104390"/>
                    <a:pt x="118699" y="105020"/>
                    <a:pt x="118414" y="105668"/>
                  </a:cubicBezTo>
                  <a:cubicBezTo>
                    <a:pt x="117428" y="105937"/>
                    <a:pt x="116435" y="106187"/>
                    <a:pt x="115438" y="106412"/>
                  </a:cubicBezTo>
                  <a:cubicBezTo>
                    <a:pt x="114832" y="107905"/>
                    <a:pt x="114832" y="107905"/>
                    <a:pt x="114694" y="109389"/>
                  </a:cubicBezTo>
                  <a:cubicBezTo>
                    <a:pt x="113711" y="109143"/>
                    <a:pt x="112729" y="108898"/>
                    <a:pt x="111717" y="108645"/>
                  </a:cubicBezTo>
                  <a:cubicBezTo>
                    <a:pt x="113344" y="110582"/>
                    <a:pt x="113344" y="110582"/>
                    <a:pt x="115438" y="112365"/>
                  </a:cubicBezTo>
                  <a:cubicBezTo>
                    <a:pt x="116678" y="112393"/>
                    <a:pt x="117919" y="112400"/>
                    <a:pt x="119159" y="112365"/>
                  </a:cubicBezTo>
                  <a:cubicBezTo>
                    <a:pt x="119320" y="113079"/>
                    <a:pt x="119320" y="113079"/>
                    <a:pt x="119484" y="113807"/>
                  </a:cubicBezTo>
                  <a:cubicBezTo>
                    <a:pt x="119622" y="114313"/>
                    <a:pt x="119760" y="114820"/>
                    <a:pt x="119903" y="115342"/>
                  </a:cubicBezTo>
                  <a:cubicBezTo>
                    <a:pt x="121390" y="115595"/>
                    <a:pt x="122878" y="115843"/>
                    <a:pt x="124368" y="116086"/>
                  </a:cubicBezTo>
                  <a:cubicBezTo>
                    <a:pt x="125298" y="117574"/>
                    <a:pt x="125298" y="117574"/>
                    <a:pt x="125856" y="119062"/>
                  </a:cubicBezTo>
                  <a:cubicBezTo>
                    <a:pt x="126347" y="119308"/>
                    <a:pt x="126838" y="119554"/>
                    <a:pt x="127344" y="119807"/>
                  </a:cubicBezTo>
                  <a:cubicBezTo>
                    <a:pt x="127840" y="120799"/>
                    <a:pt x="128336" y="121791"/>
                    <a:pt x="128832" y="122783"/>
                  </a:cubicBezTo>
                  <a:cubicBezTo>
                    <a:pt x="129324" y="123029"/>
                    <a:pt x="129815" y="123274"/>
                    <a:pt x="130321" y="123527"/>
                  </a:cubicBezTo>
                  <a:cubicBezTo>
                    <a:pt x="130817" y="124520"/>
                    <a:pt x="131313" y="125512"/>
                    <a:pt x="131809" y="126504"/>
                  </a:cubicBezTo>
                  <a:cubicBezTo>
                    <a:pt x="132300" y="126749"/>
                    <a:pt x="132791" y="126995"/>
                    <a:pt x="133297" y="127248"/>
                  </a:cubicBezTo>
                  <a:cubicBezTo>
                    <a:pt x="133793" y="128240"/>
                    <a:pt x="134289" y="129232"/>
                    <a:pt x="134786" y="130225"/>
                  </a:cubicBezTo>
                  <a:cubicBezTo>
                    <a:pt x="135277" y="130470"/>
                    <a:pt x="135768" y="130716"/>
                    <a:pt x="136274" y="130969"/>
                  </a:cubicBezTo>
                  <a:cubicBezTo>
                    <a:pt x="136715" y="132940"/>
                    <a:pt x="136826" y="134907"/>
                    <a:pt x="137018" y="136922"/>
                  </a:cubicBezTo>
                  <a:cubicBezTo>
                    <a:pt x="137755" y="136922"/>
                    <a:pt x="138491" y="136922"/>
                    <a:pt x="139250" y="136922"/>
                  </a:cubicBezTo>
                  <a:cubicBezTo>
                    <a:pt x="139371" y="138399"/>
                    <a:pt x="139493" y="139877"/>
                    <a:pt x="139614" y="141355"/>
                  </a:cubicBezTo>
                  <a:cubicBezTo>
                    <a:pt x="139866" y="142949"/>
                    <a:pt x="139866" y="142949"/>
                    <a:pt x="141137" y="143930"/>
                  </a:cubicBezTo>
                  <a:cubicBezTo>
                    <a:pt x="142227" y="145107"/>
                    <a:pt x="142227" y="145107"/>
                    <a:pt x="142419" y="147038"/>
                  </a:cubicBezTo>
                  <a:cubicBezTo>
                    <a:pt x="142386" y="147751"/>
                    <a:pt x="142354" y="148465"/>
                    <a:pt x="142320" y="149200"/>
                  </a:cubicBezTo>
                  <a:cubicBezTo>
                    <a:pt x="142221" y="151656"/>
                    <a:pt x="142187" y="153173"/>
                    <a:pt x="142971" y="155525"/>
                  </a:cubicBezTo>
                  <a:cubicBezTo>
                    <a:pt x="143462" y="155771"/>
                    <a:pt x="143953" y="156017"/>
                    <a:pt x="144459" y="156270"/>
                  </a:cubicBezTo>
                  <a:cubicBezTo>
                    <a:pt x="144652" y="158323"/>
                    <a:pt x="144652" y="158323"/>
                    <a:pt x="144657" y="161037"/>
                  </a:cubicBezTo>
                  <a:cubicBezTo>
                    <a:pt x="144659" y="162005"/>
                    <a:pt x="144661" y="162972"/>
                    <a:pt x="144663" y="163970"/>
                  </a:cubicBezTo>
                  <a:cubicBezTo>
                    <a:pt x="144660" y="164476"/>
                    <a:pt x="144657" y="164983"/>
                    <a:pt x="144653" y="165505"/>
                  </a:cubicBezTo>
                  <a:cubicBezTo>
                    <a:pt x="144645" y="167053"/>
                    <a:pt x="144653" y="168601"/>
                    <a:pt x="144663" y="170149"/>
                  </a:cubicBezTo>
                  <a:cubicBezTo>
                    <a:pt x="144661" y="171117"/>
                    <a:pt x="144659" y="172085"/>
                    <a:pt x="144657" y="173082"/>
                  </a:cubicBezTo>
                  <a:cubicBezTo>
                    <a:pt x="144655" y="173978"/>
                    <a:pt x="144654" y="174873"/>
                    <a:pt x="144652" y="175796"/>
                  </a:cubicBezTo>
                  <a:cubicBezTo>
                    <a:pt x="144588" y="176474"/>
                    <a:pt x="144525" y="177151"/>
                    <a:pt x="144459" y="177850"/>
                  </a:cubicBezTo>
                  <a:cubicBezTo>
                    <a:pt x="143968" y="178095"/>
                    <a:pt x="143477" y="178341"/>
                    <a:pt x="142971" y="178594"/>
                  </a:cubicBezTo>
                  <a:cubicBezTo>
                    <a:pt x="142342" y="181171"/>
                    <a:pt x="142223" y="183544"/>
                    <a:pt x="142320" y="186175"/>
                  </a:cubicBezTo>
                  <a:cubicBezTo>
                    <a:pt x="142227" y="189012"/>
                    <a:pt x="142227" y="189012"/>
                    <a:pt x="141137" y="190041"/>
                  </a:cubicBezTo>
                  <a:cubicBezTo>
                    <a:pt x="139509" y="191756"/>
                    <a:pt x="139620" y="193153"/>
                    <a:pt x="139483" y="195476"/>
                  </a:cubicBezTo>
                  <a:cubicBezTo>
                    <a:pt x="139434" y="196216"/>
                    <a:pt x="139385" y="196956"/>
                    <a:pt x="139335" y="197718"/>
                  </a:cubicBezTo>
                  <a:cubicBezTo>
                    <a:pt x="139293" y="198565"/>
                    <a:pt x="139293" y="198565"/>
                    <a:pt x="139250" y="199430"/>
                  </a:cubicBezTo>
                  <a:cubicBezTo>
                    <a:pt x="138514" y="199430"/>
                    <a:pt x="137777" y="199430"/>
                    <a:pt x="137018" y="199430"/>
                  </a:cubicBezTo>
                  <a:cubicBezTo>
                    <a:pt x="136772" y="201394"/>
                    <a:pt x="136527" y="203359"/>
                    <a:pt x="136274" y="205383"/>
                  </a:cubicBezTo>
                  <a:cubicBezTo>
                    <a:pt x="135537" y="205383"/>
                    <a:pt x="134800" y="205383"/>
                    <a:pt x="134041" y="205383"/>
                  </a:cubicBezTo>
                  <a:cubicBezTo>
                    <a:pt x="133926" y="206419"/>
                    <a:pt x="133926" y="206419"/>
                    <a:pt x="133809" y="207476"/>
                  </a:cubicBezTo>
                  <a:cubicBezTo>
                    <a:pt x="133273" y="209960"/>
                    <a:pt x="132892" y="210481"/>
                    <a:pt x="131065" y="212080"/>
                  </a:cubicBezTo>
                  <a:cubicBezTo>
                    <a:pt x="130819" y="212817"/>
                    <a:pt x="130574" y="213553"/>
                    <a:pt x="130321" y="214312"/>
                  </a:cubicBezTo>
                  <a:cubicBezTo>
                    <a:pt x="129584" y="214804"/>
                    <a:pt x="128847" y="215295"/>
                    <a:pt x="128088" y="215801"/>
                  </a:cubicBezTo>
                  <a:cubicBezTo>
                    <a:pt x="127843" y="216537"/>
                    <a:pt x="127597" y="217274"/>
                    <a:pt x="127344" y="218033"/>
                  </a:cubicBezTo>
                  <a:cubicBezTo>
                    <a:pt x="126210" y="219149"/>
                    <a:pt x="126210" y="219149"/>
                    <a:pt x="124833" y="220266"/>
                  </a:cubicBezTo>
                  <a:cubicBezTo>
                    <a:pt x="123476" y="221374"/>
                    <a:pt x="122177" y="222456"/>
                    <a:pt x="120949" y="223707"/>
                  </a:cubicBezTo>
                  <a:cubicBezTo>
                    <a:pt x="119903" y="224730"/>
                    <a:pt x="119903" y="224730"/>
                    <a:pt x="118321" y="225475"/>
                  </a:cubicBezTo>
                  <a:cubicBezTo>
                    <a:pt x="116663" y="226153"/>
                    <a:pt x="116663" y="226153"/>
                    <a:pt x="116182" y="228451"/>
                  </a:cubicBezTo>
                  <a:cubicBezTo>
                    <a:pt x="114482" y="228669"/>
                    <a:pt x="114482" y="228669"/>
                    <a:pt x="112415" y="228591"/>
                  </a:cubicBezTo>
                  <a:cubicBezTo>
                    <a:pt x="111731" y="228571"/>
                    <a:pt x="111047" y="228550"/>
                    <a:pt x="110342" y="228530"/>
                  </a:cubicBezTo>
                  <a:cubicBezTo>
                    <a:pt x="109549" y="228491"/>
                    <a:pt x="109549" y="228491"/>
                    <a:pt x="108741" y="228451"/>
                  </a:cubicBezTo>
                  <a:cubicBezTo>
                    <a:pt x="108741" y="229679"/>
                    <a:pt x="108741" y="230907"/>
                    <a:pt x="108741" y="232172"/>
                  </a:cubicBezTo>
                  <a:cubicBezTo>
                    <a:pt x="107997" y="232200"/>
                    <a:pt x="107254" y="232227"/>
                    <a:pt x="106488" y="232256"/>
                  </a:cubicBezTo>
                  <a:cubicBezTo>
                    <a:pt x="105528" y="232305"/>
                    <a:pt x="104567" y="232354"/>
                    <a:pt x="103578" y="232404"/>
                  </a:cubicBezTo>
                  <a:cubicBezTo>
                    <a:pt x="102620" y="232448"/>
                    <a:pt x="101662" y="232491"/>
                    <a:pt x="100674" y="232535"/>
                  </a:cubicBezTo>
                  <a:cubicBezTo>
                    <a:pt x="99898" y="232661"/>
                    <a:pt x="99122" y="232787"/>
                    <a:pt x="98323" y="232916"/>
                  </a:cubicBezTo>
                  <a:cubicBezTo>
                    <a:pt x="98077" y="233653"/>
                    <a:pt x="97831" y="234389"/>
                    <a:pt x="97578" y="235148"/>
                  </a:cubicBezTo>
                  <a:cubicBezTo>
                    <a:pt x="96033" y="235526"/>
                    <a:pt x="96033" y="235526"/>
                    <a:pt x="94005" y="235654"/>
                  </a:cubicBezTo>
                  <a:cubicBezTo>
                    <a:pt x="93259" y="235702"/>
                    <a:pt x="92514" y="235750"/>
                    <a:pt x="91747" y="235799"/>
                  </a:cubicBezTo>
                  <a:cubicBezTo>
                    <a:pt x="87945" y="235950"/>
                    <a:pt x="84151" y="235996"/>
                    <a:pt x="80347" y="235989"/>
                  </a:cubicBezTo>
                  <a:cubicBezTo>
                    <a:pt x="79483" y="235990"/>
                    <a:pt x="78619" y="235991"/>
                    <a:pt x="77729" y="235993"/>
                  </a:cubicBezTo>
                  <a:cubicBezTo>
                    <a:pt x="74902" y="235996"/>
                    <a:pt x="72076" y="235994"/>
                    <a:pt x="69249" y="235991"/>
                  </a:cubicBezTo>
                  <a:cubicBezTo>
                    <a:pt x="67277" y="235992"/>
                    <a:pt x="65305" y="235993"/>
                    <a:pt x="63333" y="235994"/>
                  </a:cubicBezTo>
                  <a:cubicBezTo>
                    <a:pt x="59216" y="235995"/>
                    <a:pt x="55099" y="235993"/>
                    <a:pt x="50982" y="235990"/>
                  </a:cubicBezTo>
                  <a:cubicBezTo>
                    <a:pt x="46220" y="235985"/>
                    <a:pt x="41457" y="235987"/>
                    <a:pt x="36694" y="235991"/>
                  </a:cubicBezTo>
                  <a:cubicBezTo>
                    <a:pt x="32104" y="235995"/>
                    <a:pt x="27514" y="235994"/>
                    <a:pt x="22923" y="235992"/>
                  </a:cubicBezTo>
                  <a:cubicBezTo>
                    <a:pt x="20972" y="235992"/>
                    <a:pt x="19020" y="235992"/>
                    <a:pt x="17068" y="235994"/>
                  </a:cubicBezTo>
                  <a:cubicBezTo>
                    <a:pt x="14353" y="235996"/>
                    <a:pt x="11639" y="235993"/>
                    <a:pt x="8924" y="235989"/>
                  </a:cubicBezTo>
                  <a:cubicBezTo>
                    <a:pt x="7705" y="235991"/>
                    <a:pt x="7705" y="235991"/>
                    <a:pt x="6462" y="235993"/>
                  </a:cubicBezTo>
                  <a:cubicBezTo>
                    <a:pt x="5727" y="235991"/>
                    <a:pt x="4993" y="235989"/>
                    <a:pt x="4236" y="235987"/>
                  </a:cubicBezTo>
                  <a:cubicBezTo>
                    <a:pt x="3274" y="235987"/>
                    <a:pt x="3274" y="235987"/>
                    <a:pt x="2292" y="235986"/>
                  </a:cubicBezTo>
                  <a:cubicBezTo>
                    <a:pt x="840" y="235893"/>
                    <a:pt x="840" y="235893"/>
                    <a:pt x="96" y="235148"/>
                  </a:cubicBezTo>
                  <a:cubicBezTo>
                    <a:pt x="24" y="233895"/>
                    <a:pt x="4" y="232639"/>
                    <a:pt x="4" y="231384"/>
                  </a:cubicBezTo>
                  <a:cubicBezTo>
                    <a:pt x="3" y="230564"/>
                    <a:pt x="2" y="229743"/>
                    <a:pt x="0" y="228898"/>
                  </a:cubicBezTo>
                  <a:cubicBezTo>
                    <a:pt x="2" y="227985"/>
                    <a:pt x="4" y="227072"/>
                    <a:pt x="7" y="226132"/>
                  </a:cubicBezTo>
                  <a:cubicBezTo>
                    <a:pt x="6" y="225171"/>
                    <a:pt x="5" y="224210"/>
                    <a:pt x="5" y="223220"/>
                  </a:cubicBezTo>
                  <a:cubicBezTo>
                    <a:pt x="3" y="220541"/>
                    <a:pt x="6" y="217861"/>
                    <a:pt x="10" y="215182"/>
                  </a:cubicBezTo>
                  <a:cubicBezTo>
                    <a:pt x="13" y="212297"/>
                    <a:pt x="12" y="209412"/>
                    <a:pt x="11" y="206528"/>
                  </a:cubicBezTo>
                  <a:cubicBezTo>
                    <a:pt x="11" y="201525"/>
                    <a:pt x="13" y="196523"/>
                    <a:pt x="17" y="191521"/>
                  </a:cubicBezTo>
                  <a:cubicBezTo>
                    <a:pt x="23" y="184289"/>
                    <a:pt x="25" y="177057"/>
                    <a:pt x="26" y="169824"/>
                  </a:cubicBezTo>
                  <a:cubicBezTo>
                    <a:pt x="28" y="158091"/>
                    <a:pt x="33" y="146359"/>
                    <a:pt x="40" y="134626"/>
                  </a:cubicBezTo>
                  <a:cubicBezTo>
                    <a:pt x="47" y="123226"/>
                    <a:pt x="52" y="111826"/>
                    <a:pt x="55" y="100425"/>
                  </a:cubicBezTo>
                  <a:cubicBezTo>
                    <a:pt x="55" y="99723"/>
                    <a:pt x="56" y="99021"/>
                    <a:pt x="56" y="98298"/>
                  </a:cubicBezTo>
                  <a:cubicBezTo>
                    <a:pt x="57" y="94775"/>
                    <a:pt x="58" y="91252"/>
                    <a:pt x="59" y="87730"/>
                  </a:cubicBezTo>
                  <a:cubicBezTo>
                    <a:pt x="66" y="58487"/>
                    <a:pt x="80" y="29243"/>
                    <a:pt x="96" y="0"/>
                  </a:cubicBezTo>
                  <a:close/>
                </a:path>
              </a:pathLst>
            </a:custGeom>
            <a:grpFill/>
            <a:ln w="744" cap="flat">
              <a:noFill/>
              <a:prstDash val="solid"/>
              <a:miter/>
            </a:ln>
          </p:spPr>
          <p:txBody>
            <a:bodyPr rtlCol="0" anchor="ctr"/>
            <a:lstStyle/>
            <a:p>
              <a:endParaRPr lang="zh-CN" altLang="en-US"/>
            </a:p>
          </p:txBody>
        </p:sp>
        <p:sp>
          <p:nvSpPr>
            <p:cNvPr id="174" name="任意多边形: 形状 173"/>
            <p:cNvSpPr/>
            <p:nvPr/>
          </p:nvSpPr>
          <p:spPr>
            <a:xfrm>
              <a:off x="9470900" y="1394211"/>
              <a:ext cx="167144" cy="236345"/>
            </a:xfrm>
            <a:custGeom>
              <a:avLst/>
              <a:gdLst>
                <a:gd name="connsiteX0" fmla="*/ 29349 w 167147"/>
                <a:gd name="connsiteY0" fmla="*/ 30826 h 236336"/>
                <a:gd name="connsiteX1" fmla="*/ 29314 w 167147"/>
                <a:gd name="connsiteY1" fmla="*/ 53089 h 236336"/>
                <a:gd name="connsiteX2" fmla="*/ 29297 w 167147"/>
                <a:gd name="connsiteY2" fmla="*/ 67746 h 236336"/>
                <a:gd name="connsiteX3" fmla="*/ 29279 w 167147"/>
                <a:gd name="connsiteY3" fmla="*/ 79960 h 236336"/>
                <a:gd name="connsiteX4" fmla="*/ 29276 w 167147"/>
                <a:gd name="connsiteY4" fmla="*/ 84602 h 236336"/>
                <a:gd name="connsiteX5" fmla="*/ 29264 w 167147"/>
                <a:gd name="connsiteY5" fmla="*/ 91294 h 236336"/>
                <a:gd name="connsiteX6" fmla="*/ 29264 w 167147"/>
                <a:gd name="connsiteY6" fmla="*/ 93340 h 236336"/>
                <a:gd name="connsiteX7" fmla="*/ 29256 w 167147"/>
                <a:gd name="connsiteY7" fmla="*/ 95269 h 236336"/>
                <a:gd name="connsiteX8" fmla="*/ 29259 w 167147"/>
                <a:gd name="connsiteY8" fmla="*/ 97046 h 236336"/>
                <a:gd name="connsiteX9" fmla="*/ 30093 w 167147"/>
                <a:gd name="connsiteY9" fmla="*/ 103008 h 236336"/>
                <a:gd name="connsiteX10" fmla="*/ 33827 w 167147"/>
                <a:gd name="connsiteY10" fmla="*/ 103386 h 236336"/>
                <a:gd name="connsiteX11" fmla="*/ 35446 w 167147"/>
                <a:gd name="connsiteY11" fmla="*/ 103357 h 236336"/>
                <a:gd name="connsiteX12" fmla="*/ 40807 w 167147"/>
                <a:gd name="connsiteY12" fmla="*/ 103345 h 236336"/>
                <a:gd name="connsiteX13" fmla="*/ 44656 w 167147"/>
                <a:gd name="connsiteY13" fmla="*/ 103319 h 236336"/>
                <a:gd name="connsiteX14" fmla="*/ 52665 w 167147"/>
                <a:gd name="connsiteY14" fmla="*/ 103291 h 236336"/>
                <a:gd name="connsiteX15" fmla="*/ 63097 w 167147"/>
                <a:gd name="connsiteY15" fmla="*/ 103227 h 236336"/>
                <a:gd name="connsiteX16" fmla="*/ 73174 w 167147"/>
                <a:gd name="connsiteY16" fmla="*/ 103194 h 236336"/>
                <a:gd name="connsiteX17" fmla="*/ 75102 w 167147"/>
                <a:gd name="connsiteY17" fmla="*/ 103185 h 236336"/>
                <a:gd name="connsiteX18" fmla="*/ 80683 w 167147"/>
                <a:gd name="connsiteY18" fmla="*/ 103154 h 236336"/>
                <a:gd name="connsiteX19" fmla="*/ 82397 w 167147"/>
                <a:gd name="connsiteY19" fmla="*/ 103139 h 236336"/>
                <a:gd name="connsiteX20" fmla="*/ 91856 w 167147"/>
                <a:gd name="connsiteY20" fmla="*/ 102263 h 236336"/>
                <a:gd name="connsiteX21" fmla="*/ 92601 w 167147"/>
                <a:gd name="connsiteY21" fmla="*/ 99287 h 236336"/>
                <a:gd name="connsiteX22" fmla="*/ 98554 w 167147"/>
                <a:gd name="connsiteY22" fmla="*/ 99333 h 236336"/>
                <a:gd name="connsiteX23" fmla="*/ 104507 w 167147"/>
                <a:gd name="connsiteY23" fmla="*/ 99287 h 236336"/>
                <a:gd name="connsiteX24" fmla="*/ 105251 w 167147"/>
                <a:gd name="connsiteY24" fmla="*/ 97424 h 236336"/>
                <a:gd name="connsiteX25" fmla="*/ 105251 w 167147"/>
                <a:gd name="connsiteY25" fmla="*/ 95566 h 236336"/>
                <a:gd name="connsiteX26" fmla="*/ 110460 w 167147"/>
                <a:gd name="connsiteY26" fmla="*/ 95566 h 236336"/>
                <a:gd name="connsiteX27" fmla="*/ 111204 w 167147"/>
                <a:gd name="connsiteY27" fmla="*/ 92590 h 236336"/>
                <a:gd name="connsiteX28" fmla="*/ 114925 w 167147"/>
                <a:gd name="connsiteY28" fmla="*/ 92590 h 236336"/>
                <a:gd name="connsiteX29" fmla="*/ 115390 w 167147"/>
                <a:gd name="connsiteY29" fmla="*/ 91148 h 236336"/>
                <a:gd name="connsiteX30" fmla="*/ 115669 w 167147"/>
                <a:gd name="connsiteY30" fmla="*/ 89613 h 236336"/>
                <a:gd name="connsiteX31" fmla="*/ 117901 w 167147"/>
                <a:gd name="connsiteY31" fmla="*/ 88869 h 236336"/>
                <a:gd name="connsiteX32" fmla="*/ 117901 w 167147"/>
                <a:gd name="connsiteY32" fmla="*/ 87009 h 236336"/>
                <a:gd name="connsiteX33" fmla="*/ 117901 w 167147"/>
                <a:gd name="connsiteY33" fmla="*/ 85148 h 236336"/>
                <a:gd name="connsiteX34" fmla="*/ 120134 w 167147"/>
                <a:gd name="connsiteY34" fmla="*/ 84404 h 236336"/>
                <a:gd name="connsiteX35" fmla="*/ 120645 w 167147"/>
                <a:gd name="connsiteY35" fmla="*/ 81381 h 236336"/>
                <a:gd name="connsiteX36" fmla="*/ 120878 w 167147"/>
                <a:gd name="connsiteY36" fmla="*/ 78451 h 236336"/>
                <a:gd name="connsiteX37" fmla="*/ 122366 w 167147"/>
                <a:gd name="connsiteY37" fmla="*/ 78451 h 236336"/>
                <a:gd name="connsiteX38" fmla="*/ 123285 w 167147"/>
                <a:gd name="connsiteY38" fmla="*/ 68969 h 236336"/>
                <a:gd name="connsiteX39" fmla="*/ 123320 w 167147"/>
                <a:gd name="connsiteY39" fmla="*/ 64207 h 236336"/>
                <a:gd name="connsiteX40" fmla="*/ 123350 w 167147"/>
                <a:gd name="connsiteY40" fmla="*/ 61099 h 236336"/>
                <a:gd name="connsiteX41" fmla="*/ 123354 w 167147"/>
                <a:gd name="connsiteY41" fmla="*/ 59615 h 236336"/>
                <a:gd name="connsiteX42" fmla="*/ 123110 w 167147"/>
                <a:gd name="connsiteY42" fmla="*/ 54638 h 236336"/>
                <a:gd name="connsiteX43" fmla="*/ 120549 w 167147"/>
                <a:gd name="connsiteY43" fmla="*/ 51729 h 236336"/>
                <a:gd name="connsiteX44" fmla="*/ 120134 w 167147"/>
                <a:gd name="connsiteY44" fmla="*/ 47197 h 236336"/>
                <a:gd name="connsiteX45" fmla="*/ 118645 w 167147"/>
                <a:gd name="connsiteY45" fmla="*/ 46453 h 236336"/>
                <a:gd name="connsiteX46" fmla="*/ 115669 w 167147"/>
                <a:gd name="connsiteY46" fmla="*/ 41988 h 236336"/>
                <a:gd name="connsiteX47" fmla="*/ 112692 w 167147"/>
                <a:gd name="connsiteY47" fmla="*/ 40500 h 236336"/>
                <a:gd name="connsiteX48" fmla="*/ 111948 w 167147"/>
                <a:gd name="connsiteY48" fmla="*/ 37523 h 236336"/>
                <a:gd name="connsiteX49" fmla="*/ 107483 w 167147"/>
                <a:gd name="connsiteY49" fmla="*/ 37523 h 236336"/>
                <a:gd name="connsiteX50" fmla="*/ 106739 w 167147"/>
                <a:gd name="connsiteY50" fmla="*/ 33803 h 236336"/>
                <a:gd name="connsiteX51" fmla="*/ 96321 w 167147"/>
                <a:gd name="connsiteY51" fmla="*/ 34547 h 236336"/>
                <a:gd name="connsiteX52" fmla="*/ 96321 w 167147"/>
                <a:gd name="connsiteY52" fmla="*/ 30826 h 236336"/>
                <a:gd name="connsiteX53" fmla="*/ 29349 w 167147"/>
                <a:gd name="connsiteY53" fmla="*/ 30826 h 236336"/>
                <a:gd name="connsiteX54" fmla="*/ 111540 w 167147"/>
                <a:gd name="connsiteY54" fmla="*/ 0 h 236336"/>
                <a:gd name="connsiteX55" fmla="*/ 113398 w 167147"/>
                <a:gd name="connsiteY55" fmla="*/ 275 h 236336"/>
                <a:gd name="connsiteX56" fmla="*/ 114142 w 167147"/>
                <a:gd name="connsiteY56" fmla="*/ 2507 h 236336"/>
                <a:gd name="connsiteX57" fmla="*/ 120999 w 167147"/>
                <a:gd name="connsiteY57" fmla="*/ 2876 h 236336"/>
                <a:gd name="connsiteX58" fmla="*/ 123071 w 167147"/>
                <a:gd name="connsiteY58" fmla="*/ 3251 h 236336"/>
                <a:gd name="connsiteX59" fmla="*/ 124560 w 167147"/>
                <a:gd name="connsiteY59" fmla="*/ 6228 h 236336"/>
                <a:gd name="connsiteX60" fmla="*/ 129769 w 167147"/>
                <a:gd name="connsiteY60" fmla="*/ 6972 h 236336"/>
                <a:gd name="connsiteX61" fmla="*/ 129769 w 167147"/>
                <a:gd name="connsiteY61" fmla="*/ 9949 h 236336"/>
                <a:gd name="connsiteX62" fmla="*/ 132745 w 167147"/>
                <a:gd name="connsiteY62" fmla="*/ 10693 h 236336"/>
                <a:gd name="connsiteX63" fmla="*/ 134233 w 167147"/>
                <a:gd name="connsiteY63" fmla="*/ 13669 h 236336"/>
                <a:gd name="connsiteX64" fmla="*/ 136466 w 167147"/>
                <a:gd name="connsiteY64" fmla="*/ 14413 h 236336"/>
                <a:gd name="connsiteX65" fmla="*/ 137210 w 167147"/>
                <a:gd name="connsiteY65" fmla="*/ 16646 h 236336"/>
                <a:gd name="connsiteX66" fmla="*/ 139442 w 167147"/>
                <a:gd name="connsiteY66" fmla="*/ 17390 h 236336"/>
                <a:gd name="connsiteX67" fmla="*/ 140187 w 167147"/>
                <a:gd name="connsiteY67" fmla="*/ 20366 h 236336"/>
                <a:gd name="connsiteX68" fmla="*/ 141675 w 167147"/>
                <a:gd name="connsiteY68" fmla="*/ 21111 h 236336"/>
                <a:gd name="connsiteX69" fmla="*/ 142000 w 167147"/>
                <a:gd name="connsiteY69" fmla="*/ 22599 h 236336"/>
                <a:gd name="connsiteX70" fmla="*/ 142419 w 167147"/>
                <a:gd name="connsiteY70" fmla="*/ 24087 h 236336"/>
                <a:gd name="connsiteX71" fmla="*/ 144651 w 167147"/>
                <a:gd name="connsiteY71" fmla="*/ 24831 h 236336"/>
                <a:gd name="connsiteX72" fmla="*/ 146140 w 167147"/>
                <a:gd name="connsiteY72" fmla="*/ 30040 h 236336"/>
                <a:gd name="connsiteX73" fmla="*/ 147628 w 167147"/>
                <a:gd name="connsiteY73" fmla="*/ 30040 h 236336"/>
                <a:gd name="connsiteX74" fmla="*/ 147738 w 167147"/>
                <a:gd name="connsiteY74" fmla="*/ 31479 h 236336"/>
                <a:gd name="connsiteX75" fmla="*/ 147907 w 167147"/>
                <a:gd name="connsiteY75" fmla="*/ 33342 h 236336"/>
                <a:gd name="connsiteX76" fmla="*/ 148064 w 167147"/>
                <a:gd name="connsiteY76" fmla="*/ 35200 h 236336"/>
                <a:gd name="connsiteX77" fmla="*/ 148372 w 167147"/>
                <a:gd name="connsiteY77" fmla="*/ 36738 h 236336"/>
                <a:gd name="connsiteX78" fmla="*/ 149860 w 167147"/>
                <a:gd name="connsiteY78" fmla="*/ 37482 h 236336"/>
                <a:gd name="connsiteX79" fmla="*/ 150326 w 167147"/>
                <a:gd name="connsiteY79" fmla="*/ 41993 h 236336"/>
                <a:gd name="connsiteX80" fmla="*/ 150494 w 167147"/>
                <a:gd name="connsiteY80" fmla="*/ 44484 h 236336"/>
                <a:gd name="connsiteX81" fmla="*/ 150605 w 167147"/>
                <a:gd name="connsiteY81" fmla="*/ 46411 h 236336"/>
                <a:gd name="connsiteX82" fmla="*/ 152837 w 167147"/>
                <a:gd name="connsiteY82" fmla="*/ 46411 h 236336"/>
                <a:gd name="connsiteX83" fmla="*/ 152837 w 167147"/>
                <a:gd name="connsiteY83" fmla="*/ 83618 h 236336"/>
                <a:gd name="connsiteX84" fmla="*/ 150605 w 167147"/>
                <a:gd name="connsiteY84" fmla="*/ 83618 h 236336"/>
                <a:gd name="connsiteX85" fmla="*/ 149860 w 167147"/>
                <a:gd name="connsiteY85" fmla="*/ 92548 h 236336"/>
                <a:gd name="connsiteX86" fmla="*/ 148372 w 167147"/>
                <a:gd name="connsiteY86" fmla="*/ 92548 h 236336"/>
                <a:gd name="connsiteX87" fmla="*/ 147628 w 167147"/>
                <a:gd name="connsiteY87" fmla="*/ 98501 h 236336"/>
                <a:gd name="connsiteX88" fmla="*/ 145396 w 167147"/>
                <a:gd name="connsiteY88" fmla="*/ 98501 h 236336"/>
                <a:gd name="connsiteX89" fmla="*/ 144550 w 167147"/>
                <a:gd name="connsiteY89" fmla="*/ 102013 h 236336"/>
                <a:gd name="connsiteX90" fmla="*/ 136466 w 167147"/>
                <a:gd name="connsiteY90" fmla="*/ 113384 h 236336"/>
                <a:gd name="connsiteX91" fmla="*/ 136280 w 167147"/>
                <a:gd name="connsiteY91" fmla="*/ 114965 h 236336"/>
                <a:gd name="connsiteX92" fmla="*/ 135722 w 167147"/>
                <a:gd name="connsiteY92" fmla="*/ 116361 h 236336"/>
                <a:gd name="connsiteX93" fmla="*/ 131257 w 167147"/>
                <a:gd name="connsiteY93" fmla="*/ 116361 h 236336"/>
                <a:gd name="connsiteX94" fmla="*/ 130513 w 167147"/>
                <a:gd name="connsiteY94" fmla="*/ 119337 h 236336"/>
                <a:gd name="connsiteX95" fmla="*/ 126048 w 167147"/>
                <a:gd name="connsiteY95" fmla="*/ 120081 h 236336"/>
                <a:gd name="connsiteX96" fmla="*/ 126048 w 167147"/>
                <a:gd name="connsiteY96" fmla="*/ 123058 h 236336"/>
                <a:gd name="connsiteX97" fmla="*/ 121470 w 167147"/>
                <a:gd name="connsiteY97" fmla="*/ 123349 h 236336"/>
                <a:gd name="connsiteX98" fmla="*/ 120095 w 167147"/>
                <a:gd name="connsiteY98" fmla="*/ 123802 h 236336"/>
                <a:gd name="connsiteX99" fmla="*/ 119766 w 167147"/>
                <a:gd name="connsiteY99" fmla="*/ 125325 h 236336"/>
                <a:gd name="connsiteX100" fmla="*/ 119351 w 167147"/>
                <a:gd name="connsiteY100" fmla="*/ 126779 h 236336"/>
                <a:gd name="connsiteX101" fmla="*/ 113584 w 167147"/>
                <a:gd name="connsiteY101" fmla="*/ 126593 h 236336"/>
                <a:gd name="connsiteX102" fmla="*/ 111909 w 167147"/>
                <a:gd name="connsiteY102" fmla="*/ 126779 h 236336"/>
                <a:gd name="connsiteX103" fmla="*/ 111165 w 167147"/>
                <a:gd name="connsiteY103" fmla="*/ 129755 h 236336"/>
                <a:gd name="connsiteX104" fmla="*/ 107444 w 167147"/>
                <a:gd name="connsiteY104" fmla="*/ 130499 h 236336"/>
                <a:gd name="connsiteX105" fmla="*/ 108933 w 167147"/>
                <a:gd name="connsiteY105" fmla="*/ 132732 h 236336"/>
                <a:gd name="connsiteX106" fmla="*/ 111119 w 167147"/>
                <a:gd name="connsiteY106" fmla="*/ 133011 h 236336"/>
                <a:gd name="connsiteX107" fmla="*/ 113398 w 167147"/>
                <a:gd name="connsiteY107" fmla="*/ 133476 h 236336"/>
                <a:gd name="connsiteX108" fmla="*/ 115630 w 167147"/>
                <a:gd name="connsiteY108" fmla="*/ 137197 h 236336"/>
                <a:gd name="connsiteX109" fmla="*/ 118607 w 167147"/>
                <a:gd name="connsiteY109" fmla="*/ 140917 h 236336"/>
                <a:gd name="connsiteX110" fmla="*/ 122792 w 167147"/>
                <a:gd name="connsiteY110" fmla="*/ 146684 h 236336"/>
                <a:gd name="connsiteX111" fmla="*/ 125304 w 167147"/>
                <a:gd name="connsiteY111" fmla="*/ 149103 h 236336"/>
                <a:gd name="connsiteX112" fmla="*/ 126792 w 167147"/>
                <a:gd name="connsiteY112" fmla="*/ 153568 h 236336"/>
                <a:gd name="connsiteX113" fmla="*/ 128280 w 167147"/>
                <a:gd name="connsiteY113" fmla="*/ 154312 h 236336"/>
                <a:gd name="connsiteX114" fmla="*/ 128606 w 167147"/>
                <a:gd name="connsiteY114" fmla="*/ 155707 h 236336"/>
                <a:gd name="connsiteX115" fmla="*/ 130141 w 167147"/>
                <a:gd name="connsiteY115" fmla="*/ 158405 h 236336"/>
                <a:gd name="connsiteX116" fmla="*/ 132001 w 167147"/>
                <a:gd name="connsiteY116" fmla="*/ 162497 h 236336"/>
                <a:gd name="connsiteX117" fmla="*/ 133164 w 167147"/>
                <a:gd name="connsiteY117" fmla="*/ 163614 h 236336"/>
                <a:gd name="connsiteX118" fmla="*/ 134233 w 167147"/>
                <a:gd name="connsiteY118" fmla="*/ 167706 h 236336"/>
                <a:gd name="connsiteX119" fmla="*/ 136466 w 167147"/>
                <a:gd name="connsiteY119" fmla="*/ 167706 h 236336"/>
                <a:gd name="connsiteX120" fmla="*/ 137954 w 167147"/>
                <a:gd name="connsiteY120" fmla="*/ 172915 h 236336"/>
                <a:gd name="connsiteX121" fmla="*/ 139442 w 167147"/>
                <a:gd name="connsiteY121" fmla="*/ 172915 h 236336"/>
                <a:gd name="connsiteX122" fmla="*/ 139722 w 167147"/>
                <a:gd name="connsiteY122" fmla="*/ 175473 h 236336"/>
                <a:gd name="connsiteX123" fmla="*/ 140187 w 167147"/>
                <a:gd name="connsiteY123" fmla="*/ 178124 h 236336"/>
                <a:gd name="connsiteX124" fmla="*/ 141675 w 167147"/>
                <a:gd name="connsiteY124" fmla="*/ 178868 h 236336"/>
                <a:gd name="connsiteX125" fmla="*/ 142419 w 167147"/>
                <a:gd name="connsiteY125" fmla="*/ 184077 h 236336"/>
                <a:gd name="connsiteX126" fmla="*/ 144651 w 167147"/>
                <a:gd name="connsiteY126" fmla="*/ 184077 h 236336"/>
                <a:gd name="connsiteX127" fmla="*/ 144884 w 167147"/>
                <a:gd name="connsiteY127" fmla="*/ 186263 h 236336"/>
                <a:gd name="connsiteX128" fmla="*/ 145396 w 167147"/>
                <a:gd name="connsiteY128" fmla="*/ 188542 h 236336"/>
                <a:gd name="connsiteX129" fmla="*/ 147628 w 167147"/>
                <a:gd name="connsiteY129" fmla="*/ 189286 h 236336"/>
                <a:gd name="connsiteX130" fmla="*/ 148372 w 167147"/>
                <a:gd name="connsiteY130" fmla="*/ 194495 h 236336"/>
                <a:gd name="connsiteX131" fmla="*/ 149860 w 167147"/>
                <a:gd name="connsiteY131" fmla="*/ 195240 h 236336"/>
                <a:gd name="connsiteX132" fmla="*/ 151349 w 167147"/>
                <a:gd name="connsiteY132" fmla="*/ 198960 h 236336"/>
                <a:gd name="connsiteX133" fmla="*/ 152837 w 167147"/>
                <a:gd name="connsiteY133" fmla="*/ 199704 h 236336"/>
                <a:gd name="connsiteX134" fmla="*/ 153253 w 167147"/>
                <a:gd name="connsiteY134" fmla="*/ 204309 h 236336"/>
                <a:gd name="connsiteX135" fmla="*/ 153581 w 167147"/>
                <a:gd name="connsiteY135" fmla="*/ 205657 h 236336"/>
                <a:gd name="connsiteX136" fmla="*/ 155814 w 167147"/>
                <a:gd name="connsiteY136" fmla="*/ 206402 h 236336"/>
                <a:gd name="connsiteX137" fmla="*/ 156558 w 167147"/>
                <a:gd name="connsiteY137" fmla="*/ 210122 h 236336"/>
                <a:gd name="connsiteX138" fmla="*/ 158046 w 167147"/>
                <a:gd name="connsiteY138" fmla="*/ 210866 h 236336"/>
                <a:gd name="connsiteX139" fmla="*/ 158372 w 167147"/>
                <a:gd name="connsiteY139" fmla="*/ 213052 h 236336"/>
                <a:gd name="connsiteX140" fmla="*/ 158790 w 167147"/>
                <a:gd name="connsiteY140" fmla="*/ 215331 h 236336"/>
                <a:gd name="connsiteX141" fmla="*/ 161023 w 167147"/>
                <a:gd name="connsiteY141" fmla="*/ 216820 h 236336"/>
                <a:gd name="connsiteX142" fmla="*/ 161767 w 167147"/>
                <a:gd name="connsiteY142" fmla="*/ 222029 h 236336"/>
                <a:gd name="connsiteX143" fmla="*/ 163999 w 167147"/>
                <a:gd name="connsiteY143" fmla="*/ 222029 h 236336"/>
                <a:gd name="connsiteX144" fmla="*/ 163999 w 167147"/>
                <a:gd name="connsiteY144" fmla="*/ 226493 h 236336"/>
                <a:gd name="connsiteX145" fmla="*/ 166232 w 167147"/>
                <a:gd name="connsiteY145" fmla="*/ 226493 h 236336"/>
                <a:gd name="connsiteX146" fmla="*/ 167115 w 167147"/>
                <a:gd name="connsiteY146" fmla="*/ 232167 h 236336"/>
                <a:gd name="connsiteX147" fmla="*/ 167147 w 167147"/>
                <a:gd name="connsiteY147" fmla="*/ 233964 h 236336"/>
                <a:gd name="connsiteX148" fmla="*/ 166976 w 167147"/>
                <a:gd name="connsiteY148" fmla="*/ 235423 h 236336"/>
                <a:gd name="connsiteX149" fmla="*/ 158799 w 167147"/>
                <a:gd name="connsiteY149" fmla="*/ 236266 h 236336"/>
                <a:gd name="connsiteX150" fmla="*/ 156780 w 167147"/>
                <a:gd name="connsiteY150" fmla="*/ 236268 h 236336"/>
                <a:gd name="connsiteX151" fmla="*/ 152544 w 167147"/>
                <a:gd name="connsiteY151" fmla="*/ 236264 h 236336"/>
                <a:gd name="connsiteX152" fmla="*/ 146077 w 167147"/>
                <a:gd name="connsiteY152" fmla="*/ 236269 h 236336"/>
                <a:gd name="connsiteX153" fmla="*/ 141963 w 167147"/>
                <a:gd name="connsiteY153" fmla="*/ 236266 h 236336"/>
                <a:gd name="connsiteX154" fmla="*/ 140013 w 167147"/>
                <a:gd name="connsiteY154" fmla="*/ 236271 h 236336"/>
                <a:gd name="connsiteX155" fmla="*/ 131257 w 167147"/>
                <a:gd name="connsiteY155" fmla="*/ 235423 h 236336"/>
                <a:gd name="connsiteX156" fmla="*/ 130792 w 167147"/>
                <a:gd name="connsiteY156" fmla="*/ 232121 h 236336"/>
                <a:gd name="connsiteX157" fmla="*/ 130513 w 167147"/>
                <a:gd name="connsiteY157" fmla="*/ 228726 h 236336"/>
                <a:gd name="connsiteX158" fmla="*/ 128280 w 167147"/>
                <a:gd name="connsiteY158" fmla="*/ 227238 h 236336"/>
                <a:gd name="connsiteX159" fmla="*/ 127536 w 167147"/>
                <a:gd name="connsiteY159" fmla="*/ 222773 h 236336"/>
                <a:gd name="connsiteX160" fmla="*/ 126048 w 167147"/>
                <a:gd name="connsiteY160" fmla="*/ 222029 h 236336"/>
                <a:gd name="connsiteX161" fmla="*/ 124560 w 167147"/>
                <a:gd name="connsiteY161" fmla="*/ 218308 h 236336"/>
                <a:gd name="connsiteX162" fmla="*/ 123071 w 167147"/>
                <a:gd name="connsiteY162" fmla="*/ 217564 h 236336"/>
                <a:gd name="connsiteX163" fmla="*/ 122327 w 167147"/>
                <a:gd name="connsiteY163" fmla="*/ 212355 h 236336"/>
                <a:gd name="connsiteX164" fmla="*/ 120095 w 167147"/>
                <a:gd name="connsiteY164" fmla="*/ 212355 h 236336"/>
                <a:gd name="connsiteX165" fmla="*/ 119816 w 167147"/>
                <a:gd name="connsiteY165" fmla="*/ 210169 h 236336"/>
                <a:gd name="connsiteX166" fmla="*/ 119351 w 167147"/>
                <a:gd name="connsiteY166" fmla="*/ 207890 h 236336"/>
                <a:gd name="connsiteX167" fmla="*/ 117862 w 167147"/>
                <a:gd name="connsiteY167" fmla="*/ 207146 h 236336"/>
                <a:gd name="connsiteX168" fmla="*/ 117118 w 167147"/>
                <a:gd name="connsiteY168" fmla="*/ 201193 h 236336"/>
                <a:gd name="connsiteX169" fmla="*/ 114886 w 167147"/>
                <a:gd name="connsiteY169" fmla="*/ 201193 h 236336"/>
                <a:gd name="connsiteX170" fmla="*/ 114142 w 167147"/>
                <a:gd name="connsiteY170" fmla="*/ 197472 h 236336"/>
                <a:gd name="connsiteX171" fmla="*/ 111909 w 167147"/>
                <a:gd name="connsiteY171" fmla="*/ 196728 h 236336"/>
                <a:gd name="connsiteX172" fmla="*/ 111491 w 167147"/>
                <a:gd name="connsiteY172" fmla="*/ 193751 h 236336"/>
                <a:gd name="connsiteX173" fmla="*/ 111165 w 167147"/>
                <a:gd name="connsiteY173" fmla="*/ 190775 h 236336"/>
                <a:gd name="connsiteX174" fmla="*/ 109677 w 167147"/>
                <a:gd name="connsiteY174" fmla="*/ 190031 h 236336"/>
                <a:gd name="connsiteX175" fmla="*/ 108933 w 167147"/>
                <a:gd name="connsiteY175" fmla="*/ 184822 h 236336"/>
                <a:gd name="connsiteX176" fmla="*/ 106700 w 167147"/>
                <a:gd name="connsiteY176" fmla="*/ 184822 h 236336"/>
                <a:gd name="connsiteX177" fmla="*/ 105956 w 167147"/>
                <a:gd name="connsiteY177" fmla="*/ 181101 h 236336"/>
                <a:gd name="connsiteX178" fmla="*/ 103724 w 167147"/>
                <a:gd name="connsiteY178" fmla="*/ 179613 h 236336"/>
                <a:gd name="connsiteX179" fmla="*/ 102980 w 167147"/>
                <a:gd name="connsiteY179" fmla="*/ 175148 h 236336"/>
                <a:gd name="connsiteX180" fmla="*/ 101491 w 167147"/>
                <a:gd name="connsiteY180" fmla="*/ 174404 h 236336"/>
                <a:gd name="connsiteX181" fmla="*/ 101166 w 167147"/>
                <a:gd name="connsiteY181" fmla="*/ 172590 h 236336"/>
                <a:gd name="connsiteX182" fmla="*/ 98515 w 167147"/>
                <a:gd name="connsiteY182" fmla="*/ 169195 h 236336"/>
                <a:gd name="connsiteX183" fmla="*/ 97026 w 167147"/>
                <a:gd name="connsiteY183" fmla="*/ 165474 h 236336"/>
                <a:gd name="connsiteX184" fmla="*/ 95538 w 167147"/>
                <a:gd name="connsiteY184" fmla="*/ 165474 h 236336"/>
                <a:gd name="connsiteX185" fmla="*/ 95259 w 167147"/>
                <a:gd name="connsiteY185" fmla="*/ 162916 h 236336"/>
                <a:gd name="connsiteX186" fmla="*/ 94794 w 167147"/>
                <a:gd name="connsiteY186" fmla="*/ 160265 h 236336"/>
                <a:gd name="connsiteX187" fmla="*/ 93306 w 167147"/>
                <a:gd name="connsiteY187" fmla="*/ 159521 h 236336"/>
                <a:gd name="connsiteX188" fmla="*/ 91073 w 167147"/>
                <a:gd name="connsiteY188" fmla="*/ 155800 h 236336"/>
                <a:gd name="connsiteX189" fmla="*/ 89585 w 167147"/>
                <a:gd name="connsiteY189" fmla="*/ 153568 h 236336"/>
                <a:gd name="connsiteX190" fmla="*/ 89585 w 167147"/>
                <a:gd name="connsiteY190" fmla="*/ 151335 h 236336"/>
                <a:gd name="connsiteX191" fmla="*/ 87353 w 167147"/>
                <a:gd name="connsiteY191" fmla="*/ 150591 h 236336"/>
                <a:gd name="connsiteX192" fmla="*/ 87353 w 167147"/>
                <a:gd name="connsiteY192" fmla="*/ 147615 h 236336"/>
                <a:gd name="connsiteX193" fmla="*/ 84376 w 167147"/>
                <a:gd name="connsiteY193" fmla="*/ 146870 h 236336"/>
                <a:gd name="connsiteX194" fmla="*/ 81958 w 167147"/>
                <a:gd name="connsiteY194" fmla="*/ 144312 h 236336"/>
                <a:gd name="connsiteX195" fmla="*/ 80783 w 167147"/>
                <a:gd name="connsiteY195" fmla="*/ 142920 h 236336"/>
                <a:gd name="connsiteX196" fmla="*/ 79911 w 167147"/>
                <a:gd name="connsiteY196" fmla="*/ 140173 h 236336"/>
                <a:gd name="connsiteX197" fmla="*/ 75446 w 167147"/>
                <a:gd name="connsiteY197" fmla="*/ 140173 h 236336"/>
                <a:gd name="connsiteX198" fmla="*/ 75446 w 167147"/>
                <a:gd name="connsiteY198" fmla="*/ 137197 h 236336"/>
                <a:gd name="connsiteX199" fmla="*/ 73682 w 167147"/>
                <a:gd name="connsiteY199" fmla="*/ 137112 h 236336"/>
                <a:gd name="connsiteX200" fmla="*/ 71400 w 167147"/>
                <a:gd name="connsiteY200" fmla="*/ 136964 h 236336"/>
                <a:gd name="connsiteX201" fmla="*/ 69124 w 167147"/>
                <a:gd name="connsiteY201" fmla="*/ 136833 h 236336"/>
                <a:gd name="connsiteX202" fmla="*/ 67261 w 167147"/>
                <a:gd name="connsiteY202" fmla="*/ 136452 h 236336"/>
                <a:gd name="connsiteX203" fmla="*/ 66517 w 167147"/>
                <a:gd name="connsiteY203" fmla="*/ 134220 h 236336"/>
                <a:gd name="connsiteX204" fmla="*/ 63017 w 167147"/>
                <a:gd name="connsiteY204" fmla="*/ 133898 h 236336"/>
                <a:gd name="connsiteX205" fmla="*/ 60760 w 167147"/>
                <a:gd name="connsiteY205" fmla="*/ 133854 h 236336"/>
                <a:gd name="connsiteX206" fmla="*/ 58305 w 167147"/>
                <a:gd name="connsiteY206" fmla="*/ 133839 h 236336"/>
                <a:gd name="connsiteX207" fmla="*/ 55806 w 167147"/>
                <a:gd name="connsiteY207" fmla="*/ 133799 h 236336"/>
                <a:gd name="connsiteX208" fmla="*/ 47867 w 167147"/>
                <a:gd name="connsiteY208" fmla="*/ 133708 h 236336"/>
                <a:gd name="connsiteX209" fmla="*/ 42499 w 167147"/>
                <a:gd name="connsiteY209" fmla="*/ 133631 h 236336"/>
                <a:gd name="connsiteX210" fmla="*/ 29310 w 167147"/>
                <a:gd name="connsiteY210" fmla="*/ 133476 h 236336"/>
                <a:gd name="connsiteX211" fmla="*/ 30054 w 167147"/>
                <a:gd name="connsiteY211" fmla="*/ 135708 h 236336"/>
                <a:gd name="connsiteX212" fmla="*/ 30163 w 167147"/>
                <a:gd name="connsiteY212" fmla="*/ 139757 h 236336"/>
                <a:gd name="connsiteX213" fmla="*/ 30179 w 167147"/>
                <a:gd name="connsiteY213" fmla="*/ 142306 h 236336"/>
                <a:gd name="connsiteX214" fmla="*/ 30186 w 167147"/>
                <a:gd name="connsiteY214" fmla="*/ 145103 h 236336"/>
                <a:gd name="connsiteX215" fmla="*/ 30200 w 167147"/>
                <a:gd name="connsiteY215" fmla="*/ 148048 h 236336"/>
                <a:gd name="connsiteX216" fmla="*/ 30227 w 167147"/>
                <a:gd name="connsiteY216" fmla="*/ 156045 h 236336"/>
                <a:gd name="connsiteX217" fmla="*/ 30240 w 167147"/>
                <a:gd name="connsiteY217" fmla="*/ 161037 h 236336"/>
                <a:gd name="connsiteX218" fmla="*/ 30271 w 167147"/>
                <a:gd name="connsiteY218" fmla="*/ 176644 h 236336"/>
                <a:gd name="connsiteX219" fmla="*/ 30328 w 167147"/>
                <a:gd name="connsiteY219" fmla="*/ 194684 h 236336"/>
                <a:gd name="connsiteX220" fmla="*/ 30364 w 167147"/>
                <a:gd name="connsiteY220" fmla="*/ 208617 h 236336"/>
                <a:gd name="connsiteX221" fmla="*/ 30391 w 167147"/>
                <a:gd name="connsiteY221" fmla="*/ 216946 h 236336"/>
                <a:gd name="connsiteX222" fmla="*/ 30404 w 167147"/>
                <a:gd name="connsiteY222" fmla="*/ 226221 h 236336"/>
                <a:gd name="connsiteX223" fmla="*/ 30432 w 167147"/>
                <a:gd name="connsiteY223" fmla="*/ 229027 h 236336"/>
                <a:gd name="connsiteX224" fmla="*/ 30417 w 167147"/>
                <a:gd name="connsiteY224" fmla="*/ 231563 h 236336"/>
                <a:gd name="connsiteX225" fmla="*/ 30422 w 167147"/>
                <a:gd name="connsiteY225" fmla="*/ 233780 h 236336"/>
                <a:gd name="connsiteX226" fmla="*/ 30054 w 167147"/>
                <a:gd name="connsiteY226" fmla="*/ 235423 h 236336"/>
                <a:gd name="connsiteX227" fmla="*/ 21493 w 167147"/>
                <a:gd name="connsiteY227" fmla="*/ 236266 h 236336"/>
                <a:gd name="connsiteX228" fmla="*/ 19870 w 167147"/>
                <a:gd name="connsiteY228" fmla="*/ 236268 h 236336"/>
                <a:gd name="connsiteX229" fmla="*/ 16484 w 167147"/>
                <a:gd name="connsiteY229" fmla="*/ 236264 h 236336"/>
                <a:gd name="connsiteX230" fmla="*/ 11301 w 167147"/>
                <a:gd name="connsiteY230" fmla="*/ 236269 h 236336"/>
                <a:gd name="connsiteX231" fmla="*/ 8006 w 167147"/>
                <a:gd name="connsiteY231" fmla="*/ 236266 h 236336"/>
                <a:gd name="connsiteX232" fmla="*/ 6441 w 167147"/>
                <a:gd name="connsiteY232" fmla="*/ 236271 h 236336"/>
                <a:gd name="connsiteX233" fmla="*/ 288 w 167147"/>
                <a:gd name="connsiteY233" fmla="*/ 235423 h 236336"/>
                <a:gd name="connsiteX234" fmla="*/ 13 w 167147"/>
                <a:gd name="connsiteY234" fmla="*/ 231659 h 236336"/>
                <a:gd name="connsiteX235" fmla="*/ 0 w 167147"/>
                <a:gd name="connsiteY235" fmla="*/ 229172 h 236336"/>
                <a:gd name="connsiteX236" fmla="*/ 20 w 167147"/>
                <a:gd name="connsiteY236" fmla="*/ 226406 h 236336"/>
                <a:gd name="connsiteX237" fmla="*/ 14 w 167147"/>
                <a:gd name="connsiteY237" fmla="*/ 223495 h 236336"/>
                <a:gd name="connsiteX238" fmla="*/ 29 w 167147"/>
                <a:gd name="connsiteY238" fmla="*/ 215457 h 236336"/>
                <a:gd name="connsiteX239" fmla="*/ 34 w 167147"/>
                <a:gd name="connsiteY239" fmla="*/ 206802 h 236336"/>
                <a:gd name="connsiteX240" fmla="*/ 52 w 167147"/>
                <a:gd name="connsiteY240" fmla="*/ 191796 h 236336"/>
                <a:gd name="connsiteX241" fmla="*/ 79 w 167147"/>
                <a:gd name="connsiteY241" fmla="*/ 170099 h 236336"/>
                <a:gd name="connsiteX242" fmla="*/ 120 w 167147"/>
                <a:gd name="connsiteY242" fmla="*/ 134901 h 236336"/>
                <a:gd name="connsiteX243" fmla="*/ 166 w 167147"/>
                <a:gd name="connsiteY243" fmla="*/ 100700 h 236336"/>
                <a:gd name="connsiteX244" fmla="*/ 167 w 167147"/>
                <a:gd name="connsiteY244" fmla="*/ 98572 h 236336"/>
                <a:gd name="connsiteX245" fmla="*/ 176 w 167147"/>
                <a:gd name="connsiteY245" fmla="*/ 88005 h 236336"/>
                <a:gd name="connsiteX246" fmla="*/ 288 w 167147"/>
                <a:gd name="connsiteY246" fmla="*/ 275 h 236336"/>
                <a:gd name="connsiteX247" fmla="*/ 44493 w 167147"/>
                <a:gd name="connsiteY247" fmla="*/ 159 h 236336"/>
                <a:gd name="connsiteX248" fmla="*/ 65016 w 167147"/>
                <a:gd name="connsiteY248" fmla="*/ 106 h 236336"/>
                <a:gd name="connsiteX249" fmla="*/ 82897 w 167147"/>
                <a:gd name="connsiteY249" fmla="*/ 65 h 236336"/>
                <a:gd name="connsiteX250" fmla="*/ 92371 w 167147"/>
                <a:gd name="connsiteY250" fmla="*/ 39 h 236336"/>
                <a:gd name="connsiteX251" fmla="*/ 101278 w 167147"/>
                <a:gd name="connsiteY251" fmla="*/ 22 h 236336"/>
                <a:gd name="connsiteX252" fmla="*/ 104557 w 167147"/>
                <a:gd name="connsiteY252" fmla="*/ 9 h 236336"/>
                <a:gd name="connsiteX253" fmla="*/ 109014 w 167147"/>
                <a:gd name="connsiteY253" fmla="*/ 6 h 236336"/>
                <a:gd name="connsiteX254" fmla="*/ 111540 w 167147"/>
                <a:gd name="connsiteY254" fmla="*/ 0 h 23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67147" h="236336">
                  <a:moveTo>
                    <a:pt x="29349" y="30826"/>
                  </a:moveTo>
                  <a:cubicBezTo>
                    <a:pt x="29336" y="38247"/>
                    <a:pt x="29321" y="45668"/>
                    <a:pt x="29314" y="53089"/>
                  </a:cubicBezTo>
                  <a:cubicBezTo>
                    <a:pt x="29310" y="57975"/>
                    <a:pt x="29306" y="62860"/>
                    <a:pt x="29297" y="67746"/>
                  </a:cubicBezTo>
                  <a:cubicBezTo>
                    <a:pt x="29289" y="71817"/>
                    <a:pt x="29282" y="75888"/>
                    <a:pt x="29279" y="79960"/>
                  </a:cubicBezTo>
                  <a:cubicBezTo>
                    <a:pt x="29278" y="81507"/>
                    <a:pt x="29277" y="83054"/>
                    <a:pt x="29276" y="84602"/>
                  </a:cubicBezTo>
                  <a:cubicBezTo>
                    <a:pt x="29270" y="86832"/>
                    <a:pt x="29264" y="89063"/>
                    <a:pt x="29264" y="91294"/>
                  </a:cubicBezTo>
                  <a:cubicBezTo>
                    <a:pt x="29264" y="91989"/>
                    <a:pt x="29264" y="92665"/>
                    <a:pt x="29264" y="93340"/>
                  </a:cubicBezTo>
                  <a:cubicBezTo>
                    <a:pt x="29261" y="93996"/>
                    <a:pt x="29259" y="94632"/>
                    <a:pt x="29256" y="95269"/>
                  </a:cubicBezTo>
                  <a:cubicBezTo>
                    <a:pt x="29257" y="95873"/>
                    <a:pt x="29258" y="96459"/>
                    <a:pt x="29259" y="97046"/>
                  </a:cubicBezTo>
                  <a:cubicBezTo>
                    <a:pt x="29256" y="99144"/>
                    <a:pt x="29335" y="101033"/>
                    <a:pt x="30093" y="103008"/>
                  </a:cubicBezTo>
                  <a:cubicBezTo>
                    <a:pt x="32361" y="103371"/>
                    <a:pt x="32361" y="103371"/>
                    <a:pt x="33827" y="103386"/>
                  </a:cubicBezTo>
                  <a:cubicBezTo>
                    <a:pt x="34378" y="103376"/>
                    <a:pt x="34912" y="103367"/>
                    <a:pt x="35446" y="103357"/>
                  </a:cubicBezTo>
                  <a:cubicBezTo>
                    <a:pt x="37234" y="103363"/>
                    <a:pt x="39020" y="103363"/>
                    <a:pt x="40807" y="103345"/>
                  </a:cubicBezTo>
                  <a:cubicBezTo>
                    <a:pt x="42090" y="103331"/>
                    <a:pt x="43373" y="103323"/>
                    <a:pt x="44656" y="103319"/>
                  </a:cubicBezTo>
                  <a:cubicBezTo>
                    <a:pt x="47326" y="103316"/>
                    <a:pt x="49995" y="103310"/>
                    <a:pt x="52665" y="103291"/>
                  </a:cubicBezTo>
                  <a:cubicBezTo>
                    <a:pt x="56142" y="103261"/>
                    <a:pt x="59620" y="103236"/>
                    <a:pt x="63097" y="103227"/>
                  </a:cubicBezTo>
                  <a:cubicBezTo>
                    <a:pt x="66456" y="103220"/>
                    <a:pt x="69815" y="103210"/>
                    <a:pt x="73174" y="103194"/>
                  </a:cubicBezTo>
                  <a:cubicBezTo>
                    <a:pt x="73830" y="103191"/>
                    <a:pt x="74466" y="103188"/>
                    <a:pt x="75102" y="103185"/>
                  </a:cubicBezTo>
                  <a:cubicBezTo>
                    <a:pt x="76962" y="103178"/>
                    <a:pt x="78823" y="103169"/>
                    <a:pt x="80683" y="103154"/>
                  </a:cubicBezTo>
                  <a:cubicBezTo>
                    <a:pt x="81266" y="103149"/>
                    <a:pt x="81831" y="103144"/>
                    <a:pt x="82397" y="103139"/>
                  </a:cubicBezTo>
                  <a:cubicBezTo>
                    <a:pt x="85597" y="103127"/>
                    <a:pt x="88768" y="103200"/>
                    <a:pt x="91856" y="102263"/>
                  </a:cubicBezTo>
                  <a:cubicBezTo>
                    <a:pt x="92040" y="100718"/>
                    <a:pt x="92040" y="100718"/>
                    <a:pt x="92601" y="99287"/>
                  </a:cubicBezTo>
                  <a:cubicBezTo>
                    <a:pt x="94667" y="99162"/>
                    <a:pt x="96504" y="99180"/>
                    <a:pt x="98554" y="99333"/>
                  </a:cubicBezTo>
                  <a:cubicBezTo>
                    <a:pt x="100650" y="99501"/>
                    <a:pt x="102389" y="99494"/>
                    <a:pt x="104507" y="99287"/>
                  </a:cubicBezTo>
                  <a:cubicBezTo>
                    <a:pt x="104883" y="98346"/>
                    <a:pt x="104883" y="98346"/>
                    <a:pt x="105251" y="97424"/>
                  </a:cubicBezTo>
                  <a:cubicBezTo>
                    <a:pt x="105251" y="96792"/>
                    <a:pt x="105251" y="96179"/>
                    <a:pt x="105251" y="95566"/>
                  </a:cubicBezTo>
                  <a:cubicBezTo>
                    <a:pt x="107550" y="96333"/>
                    <a:pt x="108290" y="96506"/>
                    <a:pt x="110460" y="95566"/>
                  </a:cubicBezTo>
                  <a:cubicBezTo>
                    <a:pt x="110764" y="94038"/>
                    <a:pt x="110764" y="94038"/>
                    <a:pt x="111204" y="92590"/>
                  </a:cubicBezTo>
                  <a:cubicBezTo>
                    <a:pt x="112444" y="92590"/>
                    <a:pt x="113685" y="92590"/>
                    <a:pt x="114925" y="92590"/>
                  </a:cubicBezTo>
                  <a:cubicBezTo>
                    <a:pt x="115083" y="92099"/>
                    <a:pt x="115236" y="91624"/>
                    <a:pt x="115390" y="91148"/>
                  </a:cubicBezTo>
                  <a:cubicBezTo>
                    <a:pt x="115485" y="90626"/>
                    <a:pt x="115577" y="90120"/>
                    <a:pt x="115669" y="89613"/>
                  </a:cubicBezTo>
                  <a:cubicBezTo>
                    <a:pt x="116796" y="89237"/>
                    <a:pt x="116796" y="89237"/>
                    <a:pt x="117901" y="88869"/>
                  </a:cubicBezTo>
                  <a:cubicBezTo>
                    <a:pt x="117901" y="88236"/>
                    <a:pt x="117901" y="87623"/>
                    <a:pt x="117901" y="87009"/>
                  </a:cubicBezTo>
                  <a:cubicBezTo>
                    <a:pt x="117901" y="86376"/>
                    <a:pt x="117901" y="85762"/>
                    <a:pt x="117901" y="85148"/>
                  </a:cubicBezTo>
                  <a:cubicBezTo>
                    <a:pt x="119029" y="84772"/>
                    <a:pt x="119029" y="84772"/>
                    <a:pt x="120134" y="84404"/>
                  </a:cubicBezTo>
                  <a:cubicBezTo>
                    <a:pt x="120515" y="83029"/>
                    <a:pt x="120515" y="83029"/>
                    <a:pt x="120645" y="81381"/>
                  </a:cubicBezTo>
                  <a:cubicBezTo>
                    <a:pt x="120724" y="80385"/>
                    <a:pt x="120801" y="79418"/>
                    <a:pt x="120878" y="78451"/>
                  </a:cubicBezTo>
                  <a:cubicBezTo>
                    <a:pt x="121384" y="78451"/>
                    <a:pt x="121875" y="78451"/>
                    <a:pt x="122366" y="78451"/>
                  </a:cubicBezTo>
                  <a:cubicBezTo>
                    <a:pt x="123232" y="76719"/>
                    <a:pt x="123232" y="76719"/>
                    <a:pt x="123285" y="68969"/>
                  </a:cubicBezTo>
                  <a:cubicBezTo>
                    <a:pt x="123289" y="67381"/>
                    <a:pt x="123296" y="65794"/>
                    <a:pt x="123320" y="64207"/>
                  </a:cubicBezTo>
                  <a:cubicBezTo>
                    <a:pt x="123335" y="63171"/>
                    <a:pt x="123345" y="62135"/>
                    <a:pt x="123350" y="61099"/>
                  </a:cubicBezTo>
                  <a:cubicBezTo>
                    <a:pt x="123352" y="60595"/>
                    <a:pt x="123353" y="60105"/>
                    <a:pt x="123354" y="59615"/>
                  </a:cubicBezTo>
                  <a:cubicBezTo>
                    <a:pt x="123376" y="56833"/>
                    <a:pt x="123376" y="56833"/>
                    <a:pt x="123110" y="54638"/>
                  </a:cubicBezTo>
                  <a:cubicBezTo>
                    <a:pt x="120776" y="53451"/>
                    <a:pt x="120776" y="53451"/>
                    <a:pt x="120549" y="51729"/>
                  </a:cubicBezTo>
                  <a:cubicBezTo>
                    <a:pt x="120464" y="50214"/>
                    <a:pt x="120301" y="48705"/>
                    <a:pt x="120134" y="47197"/>
                  </a:cubicBezTo>
                  <a:cubicBezTo>
                    <a:pt x="119628" y="46944"/>
                    <a:pt x="119137" y="46699"/>
                    <a:pt x="118645" y="46453"/>
                  </a:cubicBezTo>
                  <a:cubicBezTo>
                    <a:pt x="117884" y="44169"/>
                    <a:pt x="117444" y="43500"/>
                    <a:pt x="115669" y="41988"/>
                  </a:cubicBezTo>
                  <a:cubicBezTo>
                    <a:pt x="114094" y="41325"/>
                    <a:pt x="114094" y="41325"/>
                    <a:pt x="112692" y="40500"/>
                  </a:cubicBezTo>
                  <a:cubicBezTo>
                    <a:pt x="112413" y="38919"/>
                    <a:pt x="112413" y="38919"/>
                    <a:pt x="111948" y="37523"/>
                  </a:cubicBezTo>
                  <a:cubicBezTo>
                    <a:pt x="110460" y="37554"/>
                    <a:pt x="108971" y="37554"/>
                    <a:pt x="107483" y="37523"/>
                  </a:cubicBezTo>
                  <a:cubicBezTo>
                    <a:pt x="107108" y="35644"/>
                    <a:pt x="107108" y="35644"/>
                    <a:pt x="106739" y="33803"/>
                  </a:cubicBezTo>
                  <a:cubicBezTo>
                    <a:pt x="103197" y="34056"/>
                    <a:pt x="99759" y="34301"/>
                    <a:pt x="96321" y="34547"/>
                  </a:cubicBezTo>
                  <a:cubicBezTo>
                    <a:pt x="96321" y="33282"/>
                    <a:pt x="96321" y="32054"/>
                    <a:pt x="96321" y="30826"/>
                  </a:cubicBezTo>
                  <a:cubicBezTo>
                    <a:pt x="73551" y="30826"/>
                    <a:pt x="51450" y="30826"/>
                    <a:pt x="29349" y="30826"/>
                  </a:cubicBezTo>
                  <a:close/>
                  <a:moveTo>
                    <a:pt x="111540" y="0"/>
                  </a:moveTo>
                  <a:cubicBezTo>
                    <a:pt x="112153" y="91"/>
                    <a:pt x="112766" y="181"/>
                    <a:pt x="113398" y="275"/>
                  </a:cubicBezTo>
                  <a:cubicBezTo>
                    <a:pt x="113643" y="1011"/>
                    <a:pt x="113889" y="1748"/>
                    <a:pt x="114142" y="2507"/>
                  </a:cubicBezTo>
                  <a:cubicBezTo>
                    <a:pt x="116437" y="2828"/>
                    <a:pt x="118683" y="2835"/>
                    <a:pt x="120999" y="2876"/>
                  </a:cubicBezTo>
                  <a:cubicBezTo>
                    <a:pt x="122025" y="3062"/>
                    <a:pt x="122025" y="3062"/>
                    <a:pt x="123071" y="3251"/>
                  </a:cubicBezTo>
                  <a:cubicBezTo>
                    <a:pt x="123929" y="4731"/>
                    <a:pt x="123929" y="4731"/>
                    <a:pt x="124560" y="6228"/>
                  </a:cubicBezTo>
                  <a:cubicBezTo>
                    <a:pt x="127210" y="6837"/>
                    <a:pt x="127210" y="6837"/>
                    <a:pt x="129769" y="6972"/>
                  </a:cubicBezTo>
                  <a:cubicBezTo>
                    <a:pt x="129769" y="7954"/>
                    <a:pt x="129769" y="8936"/>
                    <a:pt x="129769" y="9949"/>
                  </a:cubicBezTo>
                  <a:cubicBezTo>
                    <a:pt x="130757" y="10212"/>
                    <a:pt x="131750" y="10458"/>
                    <a:pt x="132745" y="10693"/>
                  </a:cubicBezTo>
                  <a:cubicBezTo>
                    <a:pt x="133266" y="11672"/>
                    <a:pt x="133763" y="12665"/>
                    <a:pt x="134233" y="13669"/>
                  </a:cubicBezTo>
                  <a:cubicBezTo>
                    <a:pt x="134970" y="13915"/>
                    <a:pt x="135707" y="14160"/>
                    <a:pt x="136466" y="14413"/>
                  </a:cubicBezTo>
                  <a:cubicBezTo>
                    <a:pt x="136711" y="15150"/>
                    <a:pt x="136957" y="15887"/>
                    <a:pt x="137210" y="16646"/>
                  </a:cubicBezTo>
                  <a:cubicBezTo>
                    <a:pt x="137947" y="16891"/>
                    <a:pt x="138683" y="17137"/>
                    <a:pt x="139442" y="17390"/>
                  </a:cubicBezTo>
                  <a:cubicBezTo>
                    <a:pt x="139719" y="18374"/>
                    <a:pt x="139968" y="19367"/>
                    <a:pt x="140187" y="20366"/>
                  </a:cubicBezTo>
                  <a:cubicBezTo>
                    <a:pt x="140678" y="20612"/>
                    <a:pt x="141169" y="20858"/>
                    <a:pt x="141675" y="21111"/>
                  </a:cubicBezTo>
                  <a:cubicBezTo>
                    <a:pt x="141836" y="21847"/>
                    <a:pt x="141836" y="21847"/>
                    <a:pt x="142000" y="22599"/>
                  </a:cubicBezTo>
                  <a:cubicBezTo>
                    <a:pt x="142139" y="23090"/>
                    <a:pt x="142277" y="23581"/>
                    <a:pt x="142419" y="24087"/>
                  </a:cubicBezTo>
                  <a:cubicBezTo>
                    <a:pt x="143156" y="24333"/>
                    <a:pt x="143892" y="24578"/>
                    <a:pt x="144651" y="24831"/>
                  </a:cubicBezTo>
                  <a:cubicBezTo>
                    <a:pt x="145168" y="26562"/>
                    <a:pt x="145665" y="28298"/>
                    <a:pt x="146140" y="30040"/>
                  </a:cubicBezTo>
                  <a:cubicBezTo>
                    <a:pt x="146631" y="30040"/>
                    <a:pt x="147122" y="30040"/>
                    <a:pt x="147628" y="30040"/>
                  </a:cubicBezTo>
                  <a:cubicBezTo>
                    <a:pt x="147664" y="30515"/>
                    <a:pt x="147701" y="30990"/>
                    <a:pt x="147738" y="31479"/>
                  </a:cubicBezTo>
                  <a:cubicBezTo>
                    <a:pt x="147822" y="32401"/>
                    <a:pt x="147822" y="32401"/>
                    <a:pt x="147907" y="33342"/>
                  </a:cubicBezTo>
                  <a:cubicBezTo>
                    <a:pt x="147959" y="33955"/>
                    <a:pt x="148011" y="34568"/>
                    <a:pt x="148064" y="35200"/>
                  </a:cubicBezTo>
                  <a:cubicBezTo>
                    <a:pt x="148166" y="35707"/>
                    <a:pt x="148267" y="36215"/>
                    <a:pt x="148372" y="36738"/>
                  </a:cubicBezTo>
                  <a:cubicBezTo>
                    <a:pt x="148863" y="36983"/>
                    <a:pt x="149354" y="37229"/>
                    <a:pt x="149860" y="37482"/>
                  </a:cubicBezTo>
                  <a:cubicBezTo>
                    <a:pt x="150169" y="39508"/>
                    <a:pt x="150169" y="39508"/>
                    <a:pt x="150326" y="41993"/>
                  </a:cubicBezTo>
                  <a:cubicBezTo>
                    <a:pt x="150409" y="43226"/>
                    <a:pt x="150409" y="43226"/>
                    <a:pt x="150494" y="44484"/>
                  </a:cubicBezTo>
                  <a:cubicBezTo>
                    <a:pt x="150531" y="45120"/>
                    <a:pt x="150567" y="45756"/>
                    <a:pt x="150605" y="46411"/>
                  </a:cubicBezTo>
                  <a:cubicBezTo>
                    <a:pt x="151341" y="46411"/>
                    <a:pt x="152078" y="46411"/>
                    <a:pt x="152837" y="46411"/>
                  </a:cubicBezTo>
                  <a:cubicBezTo>
                    <a:pt x="152837" y="58690"/>
                    <a:pt x="152837" y="70968"/>
                    <a:pt x="152837" y="83618"/>
                  </a:cubicBezTo>
                  <a:cubicBezTo>
                    <a:pt x="152100" y="83618"/>
                    <a:pt x="151364" y="83618"/>
                    <a:pt x="150605" y="83618"/>
                  </a:cubicBezTo>
                  <a:cubicBezTo>
                    <a:pt x="150359" y="86565"/>
                    <a:pt x="150113" y="89512"/>
                    <a:pt x="149860" y="92548"/>
                  </a:cubicBezTo>
                  <a:cubicBezTo>
                    <a:pt x="149369" y="92548"/>
                    <a:pt x="148878" y="92548"/>
                    <a:pt x="148372" y="92548"/>
                  </a:cubicBezTo>
                  <a:cubicBezTo>
                    <a:pt x="148127" y="94513"/>
                    <a:pt x="147881" y="96477"/>
                    <a:pt x="147628" y="98501"/>
                  </a:cubicBezTo>
                  <a:cubicBezTo>
                    <a:pt x="146891" y="98501"/>
                    <a:pt x="146155" y="98501"/>
                    <a:pt x="145396" y="98501"/>
                  </a:cubicBezTo>
                  <a:cubicBezTo>
                    <a:pt x="145110" y="99671"/>
                    <a:pt x="144826" y="100841"/>
                    <a:pt x="144550" y="102013"/>
                  </a:cubicBezTo>
                  <a:cubicBezTo>
                    <a:pt x="142952" y="106235"/>
                    <a:pt x="139642" y="110208"/>
                    <a:pt x="136466" y="113384"/>
                  </a:cubicBezTo>
                  <a:cubicBezTo>
                    <a:pt x="136405" y="113906"/>
                    <a:pt x="136343" y="114428"/>
                    <a:pt x="136280" y="114965"/>
                  </a:cubicBezTo>
                  <a:cubicBezTo>
                    <a:pt x="136096" y="115426"/>
                    <a:pt x="135912" y="115886"/>
                    <a:pt x="135722" y="116361"/>
                  </a:cubicBezTo>
                  <a:cubicBezTo>
                    <a:pt x="134233" y="116361"/>
                    <a:pt x="132745" y="116361"/>
                    <a:pt x="131257" y="116361"/>
                  </a:cubicBezTo>
                  <a:cubicBezTo>
                    <a:pt x="131001" y="117351"/>
                    <a:pt x="130754" y="118343"/>
                    <a:pt x="130513" y="119337"/>
                  </a:cubicBezTo>
                  <a:cubicBezTo>
                    <a:pt x="128234" y="119895"/>
                    <a:pt x="128234" y="119895"/>
                    <a:pt x="126048" y="120081"/>
                  </a:cubicBezTo>
                  <a:cubicBezTo>
                    <a:pt x="126048" y="121064"/>
                    <a:pt x="126048" y="122046"/>
                    <a:pt x="126048" y="123058"/>
                  </a:cubicBezTo>
                  <a:cubicBezTo>
                    <a:pt x="124522" y="123155"/>
                    <a:pt x="122996" y="123252"/>
                    <a:pt x="121470" y="123349"/>
                  </a:cubicBezTo>
                  <a:cubicBezTo>
                    <a:pt x="121016" y="123498"/>
                    <a:pt x="120562" y="123648"/>
                    <a:pt x="120095" y="123802"/>
                  </a:cubicBezTo>
                  <a:cubicBezTo>
                    <a:pt x="119932" y="124556"/>
                    <a:pt x="119932" y="124556"/>
                    <a:pt x="119766" y="125325"/>
                  </a:cubicBezTo>
                  <a:cubicBezTo>
                    <a:pt x="119629" y="125805"/>
                    <a:pt x="119492" y="126284"/>
                    <a:pt x="119351" y="126779"/>
                  </a:cubicBezTo>
                  <a:cubicBezTo>
                    <a:pt x="117375" y="126998"/>
                    <a:pt x="115561" y="126772"/>
                    <a:pt x="113584" y="126593"/>
                  </a:cubicBezTo>
                  <a:cubicBezTo>
                    <a:pt x="113031" y="126654"/>
                    <a:pt x="112479" y="126715"/>
                    <a:pt x="111909" y="126779"/>
                  </a:cubicBezTo>
                  <a:cubicBezTo>
                    <a:pt x="111385" y="128224"/>
                    <a:pt x="111385" y="128224"/>
                    <a:pt x="111165" y="129755"/>
                  </a:cubicBezTo>
                  <a:cubicBezTo>
                    <a:pt x="109258" y="130313"/>
                    <a:pt x="109258" y="130313"/>
                    <a:pt x="107444" y="130499"/>
                  </a:cubicBezTo>
                  <a:cubicBezTo>
                    <a:pt x="107936" y="131236"/>
                    <a:pt x="108427" y="131973"/>
                    <a:pt x="108933" y="132732"/>
                  </a:cubicBezTo>
                  <a:cubicBezTo>
                    <a:pt x="109654" y="132824"/>
                    <a:pt x="110375" y="132916"/>
                    <a:pt x="111119" y="133011"/>
                  </a:cubicBezTo>
                  <a:cubicBezTo>
                    <a:pt x="111871" y="133164"/>
                    <a:pt x="112623" y="133318"/>
                    <a:pt x="113398" y="133476"/>
                  </a:cubicBezTo>
                  <a:cubicBezTo>
                    <a:pt x="114184" y="134690"/>
                    <a:pt x="114921" y="135936"/>
                    <a:pt x="115630" y="137197"/>
                  </a:cubicBezTo>
                  <a:cubicBezTo>
                    <a:pt x="116603" y="138452"/>
                    <a:pt x="117596" y="139692"/>
                    <a:pt x="118607" y="140917"/>
                  </a:cubicBezTo>
                  <a:cubicBezTo>
                    <a:pt x="120158" y="142798"/>
                    <a:pt x="121551" y="144583"/>
                    <a:pt x="122792" y="146684"/>
                  </a:cubicBezTo>
                  <a:cubicBezTo>
                    <a:pt x="123668" y="148449"/>
                    <a:pt x="123668" y="148449"/>
                    <a:pt x="125304" y="149103"/>
                  </a:cubicBezTo>
                  <a:cubicBezTo>
                    <a:pt x="125800" y="150591"/>
                    <a:pt x="126296" y="152079"/>
                    <a:pt x="126792" y="153568"/>
                  </a:cubicBezTo>
                  <a:cubicBezTo>
                    <a:pt x="127283" y="153813"/>
                    <a:pt x="127774" y="154059"/>
                    <a:pt x="128280" y="154312"/>
                  </a:cubicBezTo>
                  <a:cubicBezTo>
                    <a:pt x="128442" y="155002"/>
                    <a:pt x="128442" y="155002"/>
                    <a:pt x="128606" y="155707"/>
                  </a:cubicBezTo>
                  <a:cubicBezTo>
                    <a:pt x="128899" y="157350"/>
                    <a:pt x="128899" y="157350"/>
                    <a:pt x="130141" y="158405"/>
                  </a:cubicBezTo>
                  <a:cubicBezTo>
                    <a:pt x="131481" y="159745"/>
                    <a:pt x="131549" y="160690"/>
                    <a:pt x="132001" y="162497"/>
                  </a:cubicBezTo>
                  <a:cubicBezTo>
                    <a:pt x="132577" y="163050"/>
                    <a:pt x="132577" y="163050"/>
                    <a:pt x="133164" y="163614"/>
                  </a:cubicBezTo>
                  <a:cubicBezTo>
                    <a:pt x="134233" y="164730"/>
                    <a:pt x="134233" y="164730"/>
                    <a:pt x="134233" y="167706"/>
                  </a:cubicBezTo>
                  <a:cubicBezTo>
                    <a:pt x="134970" y="167706"/>
                    <a:pt x="135707" y="167706"/>
                    <a:pt x="136466" y="167706"/>
                  </a:cubicBezTo>
                  <a:cubicBezTo>
                    <a:pt x="136990" y="169434"/>
                    <a:pt x="137487" y="171171"/>
                    <a:pt x="137954" y="172915"/>
                  </a:cubicBezTo>
                  <a:cubicBezTo>
                    <a:pt x="138445" y="172915"/>
                    <a:pt x="138936" y="172915"/>
                    <a:pt x="139442" y="172915"/>
                  </a:cubicBezTo>
                  <a:cubicBezTo>
                    <a:pt x="139535" y="173759"/>
                    <a:pt x="139627" y="174604"/>
                    <a:pt x="139722" y="175473"/>
                  </a:cubicBezTo>
                  <a:cubicBezTo>
                    <a:pt x="139875" y="176348"/>
                    <a:pt x="140028" y="177223"/>
                    <a:pt x="140187" y="178124"/>
                  </a:cubicBezTo>
                  <a:cubicBezTo>
                    <a:pt x="140678" y="178370"/>
                    <a:pt x="141169" y="178615"/>
                    <a:pt x="141675" y="178868"/>
                  </a:cubicBezTo>
                  <a:cubicBezTo>
                    <a:pt x="141978" y="180596"/>
                    <a:pt x="142229" y="182334"/>
                    <a:pt x="142419" y="184077"/>
                  </a:cubicBezTo>
                  <a:cubicBezTo>
                    <a:pt x="143156" y="184077"/>
                    <a:pt x="143892" y="184077"/>
                    <a:pt x="144651" y="184077"/>
                  </a:cubicBezTo>
                  <a:cubicBezTo>
                    <a:pt x="144767" y="185159"/>
                    <a:pt x="144767" y="185159"/>
                    <a:pt x="144884" y="186263"/>
                  </a:cubicBezTo>
                  <a:cubicBezTo>
                    <a:pt x="145053" y="187015"/>
                    <a:pt x="145222" y="187767"/>
                    <a:pt x="145396" y="188542"/>
                  </a:cubicBezTo>
                  <a:cubicBezTo>
                    <a:pt x="146132" y="188788"/>
                    <a:pt x="146869" y="189033"/>
                    <a:pt x="147628" y="189286"/>
                  </a:cubicBezTo>
                  <a:cubicBezTo>
                    <a:pt x="147906" y="191018"/>
                    <a:pt x="148155" y="192755"/>
                    <a:pt x="148372" y="194495"/>
                  </a:cubicBezTo>
                  <a:cubicBezTo>
                    <a:pt x="148863" y="194741"/>
                    <a:pt x="149354" y="194987"/>
                    <a:pt x="149860" y="195240"/>
                  </a:cubicBezTo>
                  <a:cubicBezTo>
                    <a:pt x="150357" y="196480"/>
                    <a:pt x="150853" y="197720"/>
                    <a:pt x="151349" y="198960"/>
                  </a:cubicBezTo>
                  <a:cubicBezTo>
                    <a:pt x="151840" y="199206"/>
                    <a:pt x="152331" y="199451"/>
                    <a:pt x="152837" y="199704"/>
                  </a:cubicBezTo>
                  <a:cubicBezTo>
                    <a:pt x="153099" y="201241"/>
                    <a:pt x="153167" y="202753"/>
                    <a:pt x="153253" y="204309"/>
                  </a:cubicBezTo>
                  <a:cubicBezTo>
                    <a:pt x="153361" y="204754"/>
                    <a:pt x="153469" y="205199"/>
                    <a:pt x="153581" y="205657"/>
                  </a:cubicBezTo>
                  <a:cubicBezTo>
                    <a:pt x="154318" y="205903"/>
                    <a:pt x="155055" y="206149"/>
                    <a:pt x="155814" y="206402"/>
                  </a:cubicBezTo>
                  <a:cubicBezTo>
                    <a:pt x="156091" y="207636"/>
                    <a:pt x="156340" y="208876"/>
                    <a:pt x="156558" y="210122"/>
                  </a:cubicBezTo>
                  <a:cubicBezTo>
                    <a:pt x="157049" y="210368"/>
                    <a:pt x="157540" y="210613"/>
                    <a:pt x="158046" y="210866"/>
                  </a:cubicBezTo>
                  <a:cubicBezTo>
                    <a:pt x="158207" y="211948"/>
                    <a:pt x="158207" y="211948"/>
                    <a:pt x="158372" y="213052"/>
                  </a:cubicBezTo>
                  <a:cubicBezTo>
                    <a:pt x="158510" y="213804"/>
                    <a:pt x="158648" y="214556"/>
                    <a:pt x="158790" y="215331"/>
                  </a:cubicBezTo>
                  <a:cubicBezTo>
                    <a:pt x="159527" y="215822"/>
                    <a:pt x="160264" y="216314"/>
                    <a:pt x="161023" y="216820"/>
                  </a:cubicBezTo>
                  <a:cubicBezTo>
                    <a:pt x="161534" y="219517"/>
                    <a:pt x="161534" y="219517"/>
                    <a:pt x="161767" y="222029"/>
                  </a:cubicBezTo>
                  <a:cubicBezTo>
                    <a:pt x="162503" y="222029"/>
                    <a:pt x="163240" y="222029"/>
                    <a:pt x="163999" y="222029"/>
                  </a:cubicBezTo>
                  <a:cubicBezTo>
                    <a:pt x="163999" y="223502"/>
                    <a:pt x="163999" y="224975"/>
                    <a:pt x="163999" y="226493"/>
                  </a:cubicBezTo>
                  <a:cubicBezTo>
                    <a:pt x="164736" y="226493"/>
                    <a:pt x="165473" y="226493"/>
                    <a:pt x="166232" y="226493"/>
                  </a:cubicBezTo>
                  <a:cubicBezTo>
                    <a:pt x="166930" y="228590"/>
                    <a:pt x="167097" y="229990"/>
                    <a:pt x="167115" y="232167"/>
                  </a:cubicBezTo>
                  <a:cubicBezTo>
                    <a:pt x="167126" y="232760"/>
                    <a:pt x="167136" y="233353"/>
                    <a:pt x="167147" y="233964"/>
                  </a:cubicBezTo>
                  <a:cubicBezTo>
                    <a:pt x="167062" y="234686"/>
                    <a:pt x="167062" y="234686"/>
                    <a:pt x="166976" y="235423"/>
                  </a:cubicBezTo>
                  <a:cubicBezTo>
                    <a:pt x="164450" y="236686"/>
                    <a:pt x="161577" y="236273"/>
                    <a:pt x="158799" y="236266"/>
                  </a:cubicBezTo>
                  <a:cubicBezTo>
                    <a:pt x="157799" y="236267"/>
                    <a:pt x="157799" y="236267"/>
                    <a:pt x="156780" y="236268"/>
                  </a:cubicBezTo>
                  <a:cubicBezTo>
                    <a:pt x="155368" y="236269"/>
                    <a:pt x="153956" y="236267"/>
                    <a:pt x="152544" y="236264"/>
                  </a:cubicBezTo>
                  <a:cubicBezTo>
                    <a:pt x="150389" y="236260"/>
                    <a:pt x="148233" y="236264"/>
                    <a:pt x="146077" y="236269"/>
                  </a:cubicBezTo>
                  <a:cubicBezTo>
                    <a:pt x="144706" y="236268"/>
                    <a:pt x="143334" y="236268"/>
                    <a:pt x="141963" y="236266"/>
                  </a:cubicBezTo>
                  <a:cubicBezTo>
                    <a:pt x="141319" y="236268"/>
                    <a:pt x="140676" y="236269"/>
                    <a:pt x="140013" y="236271"/>
                  </a:cubicBezTo>
                  <a:cubicBezTo>
                    <a:pt x="133864" y="236247"/>
                    <a:pt x="133864" y="236247"/>
                    <a:pt x="131257" y="235423"/>
                  </a:cubicBezTo>
                  <a:cubicBezTo>
                    <a:pt x="130809" y="233938"/>
                    <a:pt x="130809" y="233938"/>
                    <a:pt x="130792" y="232121"/>
                  </a:cubicBezTo>
                  <a:cubicBezTo>
                    <a:pt x="130806" y="230341"/>
                    <a:pt x="130806" y="230341"/>
                    <a:pt x="130513" y="228726"/>
                  </a:cubicBezTo>
                  <a:cubicBezTo>
                    <a:pt x="129776" y="228235"/>
                    <a:pt x="129039" y="227744"/>
                    <a:pt x="128280" y="227238"/>
                  </a:cubicBezTo>
                  <a:cubicBezTo>
                    <a:pt x="128008" y="225754"/>
                    <a:pt x="127758" y="224265"/>
                    <a:pt x="127536" y="222773"/>
                  </a:cubicBezTo>
                  <a:cubicBezTo>
                    <a:pt x="127045" y="222527"/>
                    <a:pt x="126554" y="222282"/>
                    <a:pt x="126048" y="222029"/>
                  </a:cubicBezTo>
                  <a:cubicBezTo>
                    <a:pt x="125552" y="220788"/>
                    <a:pt x="125056" y="219548"/>
                    <a:pt x="124560" y="218308"/>
                  </a:cubicBezTo>
                  <a:cubicBezTo>
                    <a:pt x="124069" y="218062"/>
                    <a:pt x="123577" y="217817"/>
                    <a:pt x="123071" y="217564"/>
                  </a:cubicBezTo>
                  <a:cubicBezTo>
                    <a:pt x="122768" y="215836"/>
                    <a:pt x="122517" y="214098"/>
                    <a:pt x="122327" y="212355"/>
                  </a:cubicBezTo>
                  <a:cubicBezTo>
                    <a:pt x="121591" y="212355"/>
                    <a:pt x="120854" y="212355"/>
                    <a:pt x="120095" y="212355"/>
                  </a:cubicBezTo>
                  <a:cubicBezTo>
                    <a:pt x="119957" y="211273"/>
                    <a:pt x="119957" y="211273"/>
                    <a:pt x="119816" y="210169"/>
                  </a:cubicBezTo>
                  <a:cubicBezTo>
                    <a:pt x="119662" y="209417"/>
                    <a:pt x="119509" y="208665"/>
                    <a:pt x="119351" y="207890"/>
                  </a:cubicBezTo>
                  <a:cubicBezTo>
                    <a:pt x="118860" y="207644"/>
                    <a:pt x="118368" y="207399"/>
                    <a:pt x="117862" y="207146"/>
                  </a:cubicBezTo>
                  <a:cubicBezTo>
                    <a:pt x="117421" y="205175"/>
                    <a:pt x="117310" y="203208"/>
                    <a:pt x="117118" y="201193"/>
                  </a:cubicBezTo>
                  <a:cubicBezTo>
                    <a:pt x="116382" y="201193"/>
                    <a:pt x="115645" y="201193"/>
                    <a:pt x="114886" y="201193"/>
                  </a:cubicBezTo>
                  <a:cubicBezTo>
                    <a:pt x="114632" y="199954"/>
                    <a:pt x="114384" y="198713"/>
                    <a:pt x="114142" y="197472"/>
                  </a:cubicBezTo>
                  <a:cubicBezTo>
                    <a:pt x="113405" y="197226"/>
                    <a:pt x="112668" y="196981"/>
                    <a:pt x="111909" y="196728"/>
                  </a:cubicBezTo>
                  <a:cubicBezTo>
                    <a:pt x="111581" y="195379"/>
                    <a:pt x="111581" y="195379"/>
                    <a:pt x="111491" y="193751"/>
                  </a:cubicBezTo>
                  <a:cubicBezTo>
                    <a:pt x="111427" y="192164"/>
                    <a:pt x="111427" y="192164"/>
                    <a:pt x="111165" y="190775"/>
                  </a:cubicBezTo>
                  <a:cubicBezTo>
                    <a:pt x="110674" y="190529"/>
                    <a:pt x="110183" y="190284"/>
                    <a:pt x="109677" y="190031"/>
                  </a:cubicBezTo>
                  <a:cubicBezTo>
                    <a:pt x="109374" y="188303"/>
                    <a:pt x="109123" y="186565"/>
                    <a:pt x="108933" y="184822"/>
                  </a:cubicBezTo>
                  <a:cubicBezTo>
                    <a:pt x="108196" y="184822"/>
                    <a:pt x="107459" y="184822"/>
                    <a:pt x="106700" y="184822"/>
                  </a:cubicBezTo>
                  <a:cubicBezTo>
                    <a:pt x="106440" y="183584"/>
                    <a:pt x="106193" y="182343"/>
                    <a:pt x="105956" y="181101"/>
                  </a:cubicBezTo>
                  <a:cubicBezTo>
                    <a:pt x="105219" y="180610"/>
                    <a:pt x="104483" y="180119"/>
                    <a:pt x="103724" y="179613"/>
                  </a:cubicBezTo>
                  <a:cubicBezTo>
                    <a:pt x="103451" y="178129"/>
                    <a:pt x="103202" y="176640"/>
                    <a:pt x="102980" y="175148"/>
                  </a:cubicBezTo>
                  <a:cubicBezTo>
                    <a:pt x="102488" y="174902"/>
                    <a:pt x="101997" y="174657"/>
                    <a:pt x="101491" y="174404"/>
                  </a:cubicBezTo>
                  <a:cubicBezTo>
                    <a:pt x="101330" y="173506"/>
                    <a:pt x="101330" y="173506"/>
                    <a:pt x="101166" y="172590"/>
                  </a:cubicBezTo>
                  <a:cubicBezTo>
                    <a:pt x="100922" y="170427"/>
                    <a:pt x="100922" y="170427"/>
                    <a:pt x="98515" y="169195"/>
                  </a:cubicBezTo>
                  <a:cubicBezTo>
                    <a:pt x="98014" y="167956"/>
                    <a:pt x="97517" y="166716"/>
                    <a:pt x="97026" y="165474"/>
                  </a:cubicBezTo>
                  <a:cubicBezTo>
                    <a:pt x="96535" y="165474"/>
                    <a:pt x="96044" y="165474"/>
                    <a:pt x="95538" y="165474"/>
                  </a:cubicBezTo>
                  <a:cubicBezTo>
                    <a:pt x="95446" y="164630"/>
                    <a:pt x="95354" y="163786"/>
                    <a:pt x="95259" y="162916"/>
                  </a:cubicBezTo>
                  <a:cubicBezTo>
                    <a:pt x="95029" y="161604"/>
                    <a:pt x="95029" y="161604"/>
                    <a:pt x="94794" y="160265"/>
                  </a:cubicBezTo>
                  <a:cubicBezTo>
                    <a:pt x="94303" y="160019"/>
                    <a:pt x="93812" y="159774"/>
                    <a:pt x="93306" y="159521"/>
                  </a:cubicBezTo>
                  <a:cubicBezTo>
                    <a:pt x="92533" y="158298"/>
                    <a:pt x="91791" y="157056"/>
                    <a:pt x="91073" y="155800"/>
                  </a:cubicBezTo>
                  <a:cubicBezTo>
                    <a:pt x="90582" y="155063"/>
                    <a:pt x="90091" y="154327"/>
                    <a:pt x="89585" y="153568"/>
                  </a:cubicBezTo>
                  <a:cubicBezTo>
                    <a:pt x="89585" y="152831"/>
                    <a:pt x="89585" y="152094"/>
                    <a:pt x="89585" y="151335"/>
                  </a:cubicBezTo>
                  <a:cubicBezTo>
                    <a:pt x="88848" y="151090"/>
                    <a:pt x="88112" y="150844"/>
                    <a:pt x="87353" y="150591"/>
                  </a:cubicBezTo>
                  <a:cubicBezTo>
                    <a:pt x="87353" y="149609"/>
                    <a:pt x="87353" y="148627"/>
                    <a:pt x="87353" y="147615"/>
                  </a:cubicBezTo>
                  <a:cubicBezTo>
                    <a:pt x="85975" y="147185"/>
                    <a:pt x="85975" y="147185"/>
                    <a:pt x="84376" y="146870"/>
                  </a:cubicBezTo>
                  <a:cubicBezTo>
                    <a:pt x="83109" y="145711"/>
                    <a:pt x="83109" y="145711"/>
                    <a:pt x="81958" y="144312"/>
                  </a:cubicBezTo>
                  <a:cubicBezTo>
                    <a:pt x="81376" y="143623"/>
                    <a:pt x="81376" y="143623"/>
                    <a:pt x="80783" y="142920"/>
                  </a:cubicBezTo>
                  <a:cubicBezTo>
                    <a:pt x="79911" y="141661"/>
                    <a:pt x="79911" y="141661"/>
                    <a:pt x="79911" y="140173"/>
                  </a:cubicBezTo>
                  <a:cubicBezTo>
                    <a:pt x="78438" y="140173"/>
                    <a:pt x="76964" y="140173"/>
                    <a:pt x="75446" y="140173"/>
                  </a:cubicBezTo>
                  <a:cubicBezTo>
                    <a:pt x="75446" y="139191"/>
                    <a:pt x="75446" y="138209"/>
                    <a:pt x="75446" y="137197"/>
                  </a:cubicBezTo>
                  <a:cubicBezTo>
                    <a:pt x="74864" y="137169"/>
                    <a:pt x="74282" y="137141"/>
                    <a:pt x="73682" y="137112"/>
                  </a:cubicBezTo>
                  <a:cubicBezTo>
                    <a:pt x="72552" y="137039"/>
                    <a:pt x="72552" y="137039"/>
                    <a:pt x="71400" y="136964"/>
                  </a:cubicBezTo>
                  <a:cubicBezTo>
                    <a:pt x="70649" y="136921"/>
                    <a:pt x="69898" y="136878"/>
                    <a:pt x="69124" y="136833"/>
                  </a:cubicBezTo>
                  <a:cubicBezTo>
                    <a:pt x="68509" y="136708"/>
                    <a:pt x="67894" y="136582"/>
                    <a:pt x="67261" y="136452"/>
                  </a:cubicBezTo>
                  <a:cubicBezTo>
                    <a:pt x="67015" y="135716"/>
                    <a:pt x="66770" y="134979"/>
                    <a:pt x="66517" y="134220"/>
                  </a:cubicBezTo>
                  <a:cubicBezTo>
                    <a:pt x="64943" y="133862"/>
                    <a:pt x="64943" y="133862"/>
                    <a:pt x="63017" y="133898"/>
                  </a:cubicBezTo>
                  <a:cubicBezTo>
                    <a:pt x="61899" y="133876"/>
                    <a:pt x="61899" y="133876"/>
                    <a:pt x="60760" y="133854"/>
                  </a:cubicBezTo>
                  <a:cubicBezTo>
                    <a:pt x="59950" y="133849"/>
                    <a:pt x="59140" y="133844"/>
                    <a:pt x="58305" y="133839"/>
                  </a:cubicBezTo>
                  <a:cubicBezTo>
                    <a:pt x="57480" y="133826"/>
                    <a:pt x="56655" y="133812"/>
                    <a:pt x="55806" y="133799"/>
                  </a:cubicBezTo>
                  <a:cubicBezTo>
                    <a:pt x="53159" y="133758"/>
                    <a:pt x="50513" y="133733"/>
                    <a:pt x="47867" y="133708"/>
                  </a:cubicBezTo>
                  <a:cubicBezTo>
                    <a:pt x="46078" y="133684"/>
                    <a:pt x="44288" y="133658"/>
                    <a:pt x="42499" y="133631"/>
                  </a:cubicBezTo>
                  <a:cubicBezTo>
                    <a:pt x="38103" y="133568"/>
                    <a:pt x="33706" y="133517"/>
                    <a:pt x="29310" y="133476"/>
                  </a:cubicBezTo>
                  <a:cubicBezTo>
                    <a:pt x="29555" y="134213"/>
                    <a:pt x="29801" y="134949"/>
                    <a:pt x="30054" y="135708"/>
                  </a:cubicBezTo>
                  <a:cubicBezTo>
                    <a:pt x="30127" y="137056"/>
                    <a:pt x="30157" y="138407"/>
                    <a:pt x="30163" y="139757"/>
                  </a:cubicBezTo>
                  <a:cubicBezTo>
                    <a:pt x="30169" y="140598"/>
                    <a:pt x="30174" y="141439"/>
                    <a:pt x="30179" y="142306"/>
                  </a:cubicBezTo>
                  <a:cubicBezTo>
                    <a:pt x="30181" y="143229"/>
                    <a:pt x="30183" y="144152"/>
                    <a:pt x="30186" y="145103"/>
                  </a:cubicBezTo>
                  <a:cubicBezTo>
                    <a:pt x="30193" y="146561"/>
                    <a:pt x="30193" y="146561"/>
                    <a:pt x="30200" y="148048"/>
                  </a:cubicBezTo>
                  <a:cubicBezTo>
                    <a:pt x="30213" y="150714"/>
                    <a:pt x="30221" y="153380"/>
                    <a:pt x="30227" y="156045"/>
                  </a:cubicBezTo>
                  <a:cubicBezTo>
                    <a:pt x="30231" y="157709"/>
                    <a:pt x="30236" y="159373"/>
                    <a:pt x="30240" y="161037"/>
                  </a:cubicBezTo>
                  <a:cubicBezTo>
                    <a:pt x="30254" y="166240"/>
                    <a:pt x="30265" y="171442"/>
                    <a:pt x="30271" y="176644"/>
                  </a:cubicBezTo>
                  <a:cubicBezTo>
                    <a:pt x="30279" y="182657"/>
                    <a:pt x="30298" y="188671"/>
                    <a:pt x="30328" y="194684"/>
                  </a:cubicBezTo>
                  <a:cubicBezTo>
                    <a:pt x="30351" y="199329"/>
                    <a:pt x="30362" y="203973"/>
                    <a:pt x="30364" y="208617"/>
                  </a:cubicBezTo>
                  <a:cubicBezTo>
                    <a:pt x="30366" y="211394"/>
                    <a:pt x="30373" y="214170"/>
                    <a:pt x="30391" y="216946"/>
                  </a:cubicBezTo>
                  <a:cubicBezTo>
                    <a:pt x="30412" y="220038"/>
                    <a:pt x="30409" y="223129"/>
                    <a:pt x="30404" y="226221"/>
                  </a:cubicBezTo>
                  <a:cubicBezTo>
                    <a:pt x="30413" y="227147"/>
                    <a:pt x="30423" y="228073"/>
                    <a:pt x="30432" y="229027"/>
                  </a:cubicBezTo>
                  <a:cubicBezTo>
                    <a:pt x="30427" y="229864"/>
                    <a:pt x="30422" y="230701"/>
                    <a:pt x="30417" y="231563"/>
                  </a:cubicBezTo>
                  <a:cubicBezTo>
                    <a:pt x="30419" y="232295"/>
                    <a:pt x="30420" y="233027"/>
                    <a:pt x="30422" y="233780"/>
                  </a:cubicBezTo>
                  <a:cubicBezTo>
                    <a:pt x="30240" y="234594"/>
                    <a:pt x="30240" y="234594"/>
                    <a:pt x="30054" y="235423"/>
                  </a:cubicBezTo>
                  <a:cubicBezTo>
                    <a:pt x="27410" y="236611"/>
                    <a:pt x="24354" y="236274"/>
                    <a:pt x="21493" y="236266"/>
                  </a:cubicBezTo>
                  <a:cubicBezTo>
                    <a:pt x="20690" y="236267"/>
                    <a:pt x="20690" y="236267"/>
                    <a:pt x="19870" y="236268"/>
                  </a:cubicBezTo>
                  <a:cubicBezTo>
                    <a:pt x="18741" y="236269"/>
                    <a:pt x="17613" y="236267"/>
                    <a:pt x="16484" y="236264"/>
                  </a:cubicBezTo>
                  <a:cubicBezTo>
                    <a:pt x="14756" y="236260"/>
                    <a:pt x="13028" y="236264"/>
                    <a:pt x="11301" y="236269"/>
                  </a:cubicBezTo>
                  <a:cubicBezTo>
                    <a:pt x="10202" y="236268"/>
                    <a:pt x="9104" y="236268"/>
                    <a:pt x="8006" y="236266"/>
                  </a:cubicBezTo>
                  <a:cubicBezTo>
                    <a:pt x="7489" y="236268"/>
                    <a:pt x="6973" y="236269"/>
                    <a:pt x="6441" y="236271"/>
                  </a:cubicBezTo>
                  <a:cubicBezTo>
                    <a:pt x="4181" y="236260"/>
                    <a:pt x="2450" y="236144"/>
                    <a:pt x="288" y="235423"/>
                  </a:cubicBezTo>
                  <a:cubicBezTo>
                    <a:pt x="11" y="233823"/>
                    <a:pt x="11" y="233823"/>
                    <a:pt x="13" y="231659"/>
                  </a:cubicBezTo>
                  <a:cubicBezTo>
                    <a:pt x="9" y="230839"/>
                    <a:pt x="5" y="230018"/>
                    <a:pt x="0" y="229172"/>
                  </a:cubicBezTo>
                  <a:cubicBezTo>
                    <a:pt x="7" y="228260"/>
                    <a:pt x="13" y="227347"/>
                    <a:pt x="20" y="226406"/>
                  </a:cubicBezTo>
                  <a:cubicBezTo>
                    <a:pt x="18" y="225446"/>
                    <a:pt x="16" y="224485"/>
                    <a:pt x="14" y="223495"/>
                  </a:cubicBezTo>
                  <a:cubicBezTo>
                    <a:pt x="9" y="220815"/>
                    <a:pt x="18" y="218136"/>
                    <a:pt x="29" y="215457"/>
                  </a:cubicBezTo>
                  <a:cubicBezTo>
                    <a:pt x="39" y="212572"/>
                    <a:pt x="35" y="209687"/>
                    <a:pt x="34" y="206802"/>
                  </a:cubicBezTo>
                  <a:cubicBezTo>
                    <a:pt x="33" y="201800"/>
                    <a:pt x="40" y="196798"/>
                    <a:pt x="52" y="191796"/>
                  </a:cubicBezTo>
                  <a:cubicBezTo>
                    <a:pt x="70" y="184564"/>
                    <a:pt x="76" y="177331"/>
                    <a:pt x="79" y="170099"/>
                  </a:cubicBezTo>
                  <a:cubicBezTo>
                    <a:pt x="84" y="158366"/>
                    <a:pt x="99" y="146633"/>
                    <a:pt x="120" y="134901"/>
                  </a:cubicBezTo>
                  <a:cubicBezTo>
                    <a:pt x="140" y="123500"/>
                    <a:pt x="156" y="112100"/>
                    <a:pt x="166" y="100700"/>
                  </a:cubicBezTo>
                  <a:cubicBezTo>
                    <a:pt x="166" y="99998"/>
                    <a:pt x="167" y="99296"/>
                    <a:pt x="167" y="98572"/>
                  </a:cubicBezTo>
                  <a:cubicBezTo>
                    <a:pt x="170" y="95050"/>
                    <a:pt x="173" y="91527"/>
                    <a:pt x="176" y="88005"/>
                  </a:cubicBezTo>
                  <a:cubicBezTo>
                    <a:pt x="199" y="58761"/>
                    <a:pt x="238" y="29518"/>
                    <a:pt x="288" y="275"/>
                  </a:cubicBezTo>
                  <a:cubicBezTo>
                    <a:pt x="15023" y="223"/>
                    <a:pt x="29758" y="183"/>
                    <a:pt x="44493" y="159"/>
                  </a:cubicBezTo>
                  <a:cubicBezTo>
                    <a:pt x="51334" y="148"/>
                    <a:pt x="58175" y="132"/>
                    <a:pt x="65016" y="106"/>
                  </a:cubicBezTo>
                  <a:cubicBezTo>
                    <a:pt x="70976" y="84"/>
                    <a:pt x="76937" y="70"/>
                    <a:pt x="82897" y="65"/>
                  </a:cubicBezTo>
                  <a:cubicBezTo>
                    <a:pt x="86055" y="62"/>
                    <a:pt x="89213" y="55"/>
                    <a:pt x="92371" y="39"/>
                  </a:cubicBezTo>
                  <a:cubicBezTo>
                    <a:pt x="95340" y="24"/>
                    <a:pt x="98309" y="19"/>
                    <a:pt x="101278" y="22"/>
                  </a:cubicBezTo>
                  <a:cubicBezTo>
                    <a:pt x="102371" y="22"/>
                    <a:pt x="103464" y="17"/>
                    <a:pt x="104557" y="9"/>
                  </a:cubicBezTo>
                  <a:cubicBezTo>
                    <a:pt x="106043" y="-2"/>
                    <a:pt x="107528" y="1"/>
                    <a:pt x="109014" y="6"/>
                  </a:cubicBezTo>
                  <a:cubicBezTo>
                    <a:pt x="110264" y="3"/>
                    <a:pt x="110264" y="3"/>
                    <a:pt x="111540" y="0"/>
                  </a:cubicBezTo>
                  <a:close/>
                </a:path>
              </a:pathLst>
            </a:custGeom>
            <a:grpFill/>
            <a:ln w="744" cap="flat">
              <a:noFill/>
              <a:prstDash val="solid"/>
              <a:miter/>
            </a:ln>
          </p:spPr>
          <p:txBody>
            <a:bodyPr rtlCol="0" anchor="ctr"/>
            <a:lstStyle/>
            <a:p>
              <a:endParaRPr lang="zh-CN" altLang="en-US"/>
            </a:p>
          </p:txBody>
        </p:sp>
        <p:sp>
          <p:nvSpPr>
            <p:cNvPr id="175" name="任意多边形: 形状 174"/>
            <p:cNvSpPr/>
            <p:nvPr/>
          </p:nvSpPr>
          <p:spPr>
            <a:xfrm>
              <a:off x="8241171" y="1392894"/>
              <a:ext cx="181212" cy="236117"/>
            </a:xfrm>
            <a:custGeom>
              <a:avLst/>
              <a:gdLst>
                <a:gd name="connsiteX0" fmla="*/ 11726 w 181213"/>
                <a:gd name="connsiteY0" fmla="*/ 1593 h 236109"/>
                <a:gd name="connsiteX1" fmla="*/ 52654 w 181213"/>
                <a:gd name="connsiteY1" fmla="*/ 1593 h 236109"/>
                <a:gd name="connsiteX2" fmla="*/ 53398 w 181213"/>
                <a:gd name="connsiteY2" fmla="*/ 7547 h 236109"/>
                <a:gd name="connsiteX3" fmla="*/ 55630 w 181213"/>
                <a:gd name="connsiteY3" fmla="*/ 8291 h 236109"/>
                <a:gd name="connsiteX4" fmla="*/ 55418 w 181213"/>
                <a:gd name="connsiteY4" fmla="*/ 16383 h 236109"/>
                <a:gd name="connsiteX5" fmla="*/ 55630 w 181213"/>
                <a:gd name="connsiteY5" fmla="*/ 18709 h 236109"/>
                <a:gd name="connsiteX6" fmla="*/ 58607 w 181213"/>
                <a:gd name="connsiteY6" fmla="*/ 19453 h 236109"/>
                <a:gd name="connsiteX7" fmla="*/ 58793 w 181213"/>
                <a:gd name="connsiteY7" fmla="*/ 24336 h 236109"/>
                <a:gd name="connsiteX8" fmla="*/ 58712 w 181213"/>
                <a:gd name="connsiteY8" fmla="*/ 27037 h 236109"/>
                <a:gd name="connsiteX9" fmla="*/ 58607 w 181213"/>
                <a:gd name="connsiteY9" fmla="*/ 29127 h 236109"/>
                <a:gd name="connsiteX10" fmla="*/ 60839 w 181213"/>
                <a:gd name="connsiteY10" fmla="*/ 29127 h 236109"/>
                <a:gd name="connsiteX11" fmla="*/ 61584 w 181213"/>
                <a:gd name="connsiteY11" fmla="*/ 39545 h 236109"/>
                <a:gd name="connsiteX12" fmla="*/ 63816 w 181213"/>
                <a:gd name="connsiteY12" fmla="*/ 39545 h 236109"/>
                <a:gd name="connsiteX13" fmla="*/ 63900 w 181213"/>
                <a:gd name="connsiteY13" fmla="*/ 41635 h 236109"/>
                <a:gd name="connsiteX14" fmla="*/ 64048 w 181213"/>
                <a:gd name="connsiteY14" fmla="*/ 44335 h 236109"/>
                <a:gd name="connsiteX15" fmla="*/ 64179 w 181213"/>
                <a:gd name="connsiteY15" fmla="*/ 47030 h 236109"/>
                <a:gd name="connsiteX16" fmla="*/ 64560 w 181213"/>
                <a:gd name="connsiteY16" fmla="*/ 49218 h 236109"/>
                <a:gd name="connsiteX17" fmla="*/ 66793 w 181213"/>
                <a:gd name="connsiteY17" fmla="*/ 49963 h 236109"/>
                <a:gd name="connsiteX18" fmla="*/ 67304 w 181213"/>
                <a:gd name="connsiteY18" fmla="*/ 54846 h 236109"/>
                <a:gd name="connsiteX19" fmla="*/ 67452 w 181213"/>
                <a:gd name="connsiteY19" fmla="*/ 57546 h 236109"/>
                <a:gd name="connsiteX20" fmla="*/ 67537 w 181213"/>
                <a:gd name="connsiteY20" fmla="*/ 59636 h 236109"/>
                <a:gd name="connsiteX21" fmla="*/ 69025 w 181213"/>
                <a:gd name="connsiteY21" fmla="*/ 59636 h 236109"/>
                <a:gd name="connsiteX22" fmla="*/ 69769 w 181213"/>
                <a:gd name="connsiteY22" fmla="*/ 70054 h 236109"/>
                <a:gd name="connsiteX23" fmla="*/ 72002 w 181213"/>
                <a:gd name="connsiteY23" fmla="*/ 70054 h 236109"/>
                <a:gd name="connsiteX24" fmla="*/ 72746 w 181213"/>
                <a:gd name="connsiteY24" fmla="*/ 79728 h 236109"/>
                <a:gd name="connsiteX25" fmla="*/ 74978 w 181213"/>
                <a:gd name="connsiteY25" fmla="*/ 79728 h 236109"/>
                <a:gd name="connsiteX26" fmla="*/ 75089 w 181213"/>
                <a:gd name="connsiteY26" fmla="*/ 81818 h 236109"/>
                <a:gd name="connsiteX27" fmla="*/ 75257 w 181213"/>
                <a:gd name="connsiteY27" fmla="*/ 84519 h 236109"/>
                <a:gd name="connsiteX28" fmla="*/ 75414 w 181213"/>
                <a:gd name="connsiteY28" fmla="*/ 87213 h 236109"/>
                <a:gd name="connsiteX29" fmla="*/ 75722 w 181213"/>
                <a:gd name="connsiteY29" fmla="*/ 89402 h 236109"/>
                <a:gd name="connsiteX30" fmla="*/ 77210 w 181213"/>
                <a:gd name="connsiteY30" fmla="*/ 90146 h 236109"/>
                <a:gd name="connsiteX31" fmla="*/ 77583 w 181213"/>
                <a:gd name="connsiteY31" fmla="*/ 94192 h 236109"/>
                <a:gd name="connsiteX32" fmla="*/ 79443 w 181213"/>
                <a:gd name="connsiteY32" fmla="*/ 99820 h 236109"/>
                <a:gd name="connsiteX33" fmla="*/ 80187 w 181213"/>
                <a:gd name="connsiteY33" fmla="*/ 99820 h 236109"/>
                <a:gd name="connsiteX34" fmla="*/ 80271 w 181213"/>
                <a:gd name="connsiteY34" fmla="*/ 101910 h 236109"/>
                <a:gd name="connsiteX35" fmla="*/ 80420 w 181213"/>
                <a:gd name="connsiteY35" fmla="*/ 104610 h 236109"/>
                <a:gd name="connsiteX36" fmla="*/ 80550 w 181213"/>
                <a:gd name="connsiteY36" fmla="*/ 107305 h 236109"/>
                <a:gd name="connsiteX37" fmla="*/ 80931 w 181213"/>
                <a:gd name="connsiteY37" fmla="*/ 109494 h 236109"/>
                <a:gd name="connsiteX38" fmla="*/ 83164 w 181213"/>
                <a:gd name="connsiteY38" fmla="*/ 110238 h 236109"/>
                <a:gd name="connsiteX39" fmla="*/ 83582 w 181213"/>
                <a:gd name="connsiteY39" fmla="*/ 115075 h 236109"/>
                <a:gd name="connsiteX40" fmla="*/ 83908 w 181213"/>
                <a:gd name="connsiteY40" fmla="*/ 119912 h 236109"/>
                <a:gd name="connsiteX41" fmla="*/ 85396 w 181213"/>
                <a:gd name="connsiteY41" fmla="*/ 120656 h 236109"/>
                <a:gd name="connsiteX42" fmla="*/ 85768 w 181213"/>
                <a:gd name="connsiteY42" fmla="*/ 124702 h 236109"/>
                <a:gd name="connsiteX43" fmla="*/ 87628 w 181213"/>
                <a:gd name="connsiteY43" fmla="*/ 130330 h 236109"/>
                <a:gd name="connsiteX44" fmla="*/ 88373 w 181213"/>
                <a:gd name="connsiteY44" fmla="*/ 130330 h 236109"/>
                <a:gd name="connsiteX45" fmla="*/ 88457 w 181213"/>
                <a:gd name="connsiteY45" fmla="*/ 132420 h 236109"/>
                <a:gd name="connsiteX46" fmla="*/ 88605 w 181213"/>
                <a:gd name="connsiteY46" fmla="*/ 135120 h 236109"/>
                <a:gd name="connsiteX47" fmla="*/ 88736 w 181213"/>
                <a:gd name="connsiteY47" fmla="*/ 137815 h 236109"/>
                <a:gd name="connsiteX48" fmla="*/ 89117 w 181213"/>
                <a:gd name="connsiteY48" fmla="*/ 140004 h 236109"/>
                <a:gd name="connsiteX49" fmla="*/ 91349 w 181213"/>
                <a:gd name="connsiteY49" fmla="*/ 140748 h 236109"/>
                <a:gd name="connsiteX50" fmla="*/ 91768 w 181213"/>
                <a:gd name="connsiteY50" fmla="*/ 145585 h 236109"/>
                <a:gd name="connsiteX51" fmla="*/ 92093 w 181213"/>
                <a:gd name="connsiteY51" fmla="*/ 150422 h 236109"/>
                <a:gd name="connsiteX52" fmla="*/ 93582 w 181213"/>
                <a:gd name="connsiteY52" fmla="*/ 151166 h 236109"/>
                <a:gd name="connsiteX53" fmla="*/ 94047 w 181213"/>
                <a:gd name="connsiteY53" fmla="*/ 156421 h 236109"/>
                <a:gd name="connsiteX54" fmla="*/ 94215 w 181213"/>
                <a:gd name="connsiteY54" fmla="*/ 159331 h 236109"/>
                <a:gd name="connsiteX55" fmla="*/ 94326 w 181213"/>
                <a:gd name="connsiteY55" fmla="*/ 161584 h 236109"/>
                <a:gd name="connsiteX56" fmla="*/ 96558 w 181213"/>
                <a:gd name="connsiteY56" fmla="*/ 161584 h 236109"/>
                <a:gd name="connsiteX57" fmla="*/ 97302 w 181213"/>
                <a:gd name="connsiteY57" fmla="*/ 172002 h 236109"/>
                <a:gd name="connsiteX58" fmla="*/ 99535 w 181213"/>
                <a:gd name="connsiteY58" fmla="*/ 172002 h 236109"/>
                <a:gd name="connsiteX59" fmla="*/ 99645 w 181213"/>
                <a:gd name="connsiteY59" fmla="*/ 174092 h 236109"/>
                <a:gd name="connsiteX60" fmla="*/ 99814 w 181213"/>
                <a:gd name="connsiteY60" fmla="*/ 176792 h 236109"/>
                <a:gd name="connsiteX61" fmla="*/ 99971 w 181213"/>
                <a:gd name="connsiteY61" fmla="*/ 179487 h 236109"/>
                <a:gd name="connsiteX62" fmla="*/ 100279 w 181213"/>
                <a:gd name="connsiteY62" fmla="*/ 181675 h 236109"/>
                <a:gd name="connsiteX63" fmla="*/ 101767 w 181213"/>
                <a:gd name="connsiteY63" fmla="*/ 182420 h 236109"/>
                <a:gd name="connsiteX64" fmla="*/ 102186 w 181213"/>
                <a:gd name="connsiteY64" fmla="*/ 186884 h 236109"/>
                <a:gd name="connsiteX65" fmla="*/ 103255 w 181213"/>
                <a:gd name="connsiteY65" fmla="*/ 192093 h 236109"/>
                <a:gd name="connsiteX66" fmla="*/ 104418 w 181213"/>
                <a:gd name="connsiteY66" fmla="*/ 185675 h 236109"/>
                <a:gd name="connsiteX67" fmla="*/ 104607 w 181213"/>
                <a:gd name="connsiteY67" fmla="*/ 182995 h 236109"/>
                <a:gd name="connsiteX68" fmla="*/ 104744 w 181213"/>
                <a:gd name="connsiteY68" fmla="*/ 180931 h 236109"/>
                <a:gd name="connsiteX69" fmla="*/ 106976 w 181213"/>
                <a:gd name="connsiteY69" fmla="*/ 180931 h 236109"/>
                <a:gd name="connsiteX70" fmla="*/ 107087 w 181213"/>
                <a:gd name="connsiteY70" fmla="*/ 178841 h 236109"/>
                <a:gd name="connsiteX71" fmla="*/ 107255 w 181213"/>
                <a:gd name="connsiteY71" fmla="*/ 176141 h 236109"/>
                <a:gd name="connsiteX72" fmla="*/ 107412 w 181213"/>
                <a:gd name="connsiteY72" fmla="*/ 173446 h 236109"/>
                <a:gd name="connsiteX73" fmla="*/ 107720 w 181213"/>
                <a:gd name="connsiteY73" fmla="*/ 171258 h 236109"/>
                <a:gd name="connsiteX74" fmla="*/ 109209 w 181213"/>
                <a:gd name="connsiteY74" fmla="*/ 170513 h 236109"/>
                <a:gd name="connsiteX75" fmla="*/ 109860 w 181213"/>
                <a:gd name="connsiteY75" fmla="*/ 164049 h 236109"/>
                <a:gd name="connsiteX76" fmla="*/ 109953 w 181213"/>
                <a:gd name="connsiteY76" fmla="*/ 161584 h 236109"/>
                <a:gd name="connsiteX77" fmla="*/ 112185 w 181213"/>
                <a:gd name="connsiteY77" fmla="*/ 160095 h 236109"/>
                <a:gd name="connsiteX78" fmla="*/ 112697 w 181213"/>
                <a:gd name="connsiteY78" fmla="*/ 155165 h 236109"/>
                <a:gd name="connsiteX79" fmla="*/ 112845 w 181213"/>
                <a:gd name="connsiteY79" fmla="*/ 152485 h 236109"/>
                <a:gd name="connsiteX80" fmla="*/ 112929 w 181213"/>
                <a:gd name="connsiteY80" fmla="*/ 150422 h 236109"/>
                <a:gd name="connsiteX81" fmla="*/ 115162 w 181213"/>
                <a:gd name="connsiteY81" fmla="*/ 150422 h 236109"/>
                <a:gd name="connsiteX82" fmla="*/ 115906 w 181213"/>
                <a:gd name="connsiteY82" fmla="*/ 140004 h 236109"/>
                <a:gd name="connsiteX83" fmla="*/ 118138 w 181213"/>
                <a:gd name="connsiteY83" fmla="*/ 140004 h 236109"/>
                <a:gd name="connsiteX84" fmla="*/ 118060 w 181213"/>
                <a:gd name="connsiteY84" fmla="*/ 138129 h 236109"/>
                <a:gd name="connsiteX85" fmla="*/ 117999 w 181213"/>
                <a:gd name="connsiteY85" fmla="*/ 135678 h 236109"/>
                <a:gd name="connsiteX86" fmla="*/ 117920 w 181213"/>
                <a:gd name="connsiteY86" fmla="*/ 133245 h 236109"/>
                <a:gd name="connsiteX87" fmla="*/ 120371 w 181213"/>
                <a:gd name="connsiteY87" fmla="*/ 128842 h 236109"/>
                <a:gd name="connsiteX88" fmla="*/ 120882 w 181213"/>
                <a:gd name="connsiteY88" fmla="*/ 124237 h 236109"/>
                <a:gd name="connsiteX89" fmla="*/ 121030 w 181213"/>
                <a:gd name="connsiteY89" fmla="*/ 121787 h 236109"/>
                <a:gd name="connsiteX90" fmla="*/ 121115 w 181213"/>
                <a:gd name="connsiteY90" fmla="*/ 119912 h 236109"/>
                <a:gd name="connsiteX91" fmla="*/ 123347 w 181213"/>
                <a:gd name="connsiteY91" fmla="*/ 120656 h 236109"/>
                <a:gd name="connsiteX92" fmla="*/ 123458 w 181213"/>
                <a:gd name="connsiteY92" fmla="*/ 118403 h 236109"/>
                <a:gd name="connsiteX93" fmla="*/ 123626 w 181213"/>
                <a:gd name="connsiteY93" fmla="*/ 115493 h 236109"/>
                <a:gd name="connsiteX94" fmla="*/ 123783 w 181213"/>
                <a:gd name="connsiteY94" fmla="*/ 112590 h 236109"/>
                <a:gd name="connsiteX95" fmla="*/ 124091 w 181213"/>
                <a:gd name="connsiteY95" fmla="*/ 110238 h 236109"/>
                <a:gd name="connsiteX96" fmla="*/ 125580 w 181213"/>
                <a:gd name="connsiteY96" fmla="*/ 109494 h 236109"/>
                <a:gd name="connsiteX97" fmla="*/ 126649 w 181213"/>
                <a:gd name="connsiteY97" fmla="*/ 102192 h 236109"/>
                <a:gd name="connsiteX98" fmla="*/ 127068 w 181213"/>
                <a:gd name="connsiteY98" fmla="*/ 99820 h 236109"/>
                <a:gd name="connsiteX99" fmla="*/ 128556 w 181213"/>
                <a:gd name="connsiteY99" fmla="*/ 99076 h 236109"/>
                <a:gd name="connsiteX100" fmla="*/ 129021 w 181213"/>
                <a:gd name="connsiteY100" fmla="*/ 94937 h 236109"/>
                <a:gd name="connsiteX101" fmla="*/ 129190 w 181213"/>
                <a:gd name="connsiteY101" fmla="*/ 92655 h 236109"/>
                <a:gd name="connsiteX102" fmla="*/ 129300 w 181213"/>
                <a:gd name="connsiteY102" fmla="*/ 90890 h 236109"/>
                <a:gd name="connsiteX103" fmla="*/ 131533 w 181213"/>
                <a:gd name="connsiteY103" fmla="*/ 90890 h 236109"/>
                <a:gd name="connsiteX104" fmla="*/ 132277 w 181213"/>
                <a:gd name="connsiteY104" fmla="*/ 80472 h 236109"/>
                <a:gd name="connsiteX105" fmla="*/ 134509 w 181213"/>
                <a:gd name="connsiteY105" fmla="*/ 80472 h 236109"/>
                <a:gd name="connsiteX106" fmla="*/ 134431 w 181213"/>
                <a:gd name="connsiteY106" fmla="*/ 78597 h 236109"/>
                <a:gd name="connsiteX107" fmla="*/ 134370 w 181213"/>
                <a:gd name="connsiteY107" fmla="*/ 76147 h 236109"/>
                <a:gd name="connsiteX108" fmla="*/ 134291 w 181213"/>
                <a:gd name="connsiteY108" fmla="*/ 73714 h 236109"/>
                <a:gd name="connsiteX109" fmla="*/ 135611 w 181213"/>
                <a:gd name="connsiteY109" fmla="*/ 70447 h 236109"/>
                <a:gd name="connsiteX110" fmla="*/ 137184 w 181213"/>
                <a:gd name="connsiteY110" fmla="*/ 61747 h 236109"/>
                <a:gd name="connsiteX111" fmla="*/ 137486 w 181213"/>
                <a:gd name="connsiteY111" fmla="*/ 59636 h 236109"/>
                <a:gd name="connsiteX112" fmla="*/ 139718 w 181213"/>
                <a:gd name="connsiteY112" fmla="*/ 58892 h 236109"/>
                <a:gd name="connsiteX113" fmla="*/ 140137 w 181213"/>
                <a:gd name="connsiteY113" fmla="*/ 54427 h 236109"/>
                <a:gd name="connsiteX114" fmla="*/ 140462 w 181213"/>
                <a:gd name="connsiteY114" fmla="*/ 49963 h 236109"/>
                <a:gd name="connsiteX115" fmla="*/ 141951 w 181213"/>
                <a:gd name="connsiteY115" fmla="*/ 49218 h 236109"/>
                <a:gd name="connsiteX116" fmla="*/ 142695 w 181213"/>
                <a:gd name="connsiteY116" fmla="*/ 44382 h 236109"/>
                <a:gd name="connsiteX117" fmla="*/ 143439 w 181213"/>
                <a:gd name="connsiteY117" fmla="*/ 39545 h 236109"/>
                <a:gd name="connsiteX118" fmla="*/ 144927 w 181213"/>
                <a:gd name="connsiteY118" fmla="*/ 38801 h 236109"/>
                <a:gd name="connsiteX119" fmla="*/ 145392 w 181213"/>
                <a:gd name="connsiteY119" fmla="*/ 33917 h 236109"/>
                <a:gd name="connsiteX120" fmla="*/ 145561 w 181213"/>
                <a:gd name="connsiteY120" fmla="*/ 31217 h 236109"/>
                <a:gd name="connsiteX121" fmla="*/ 145671 w 181213"/>
                <a:gd name="connsiteY121" fmla="*/ 29127 h 236109"/>
                <a:gd name="connsiteX122" fmla="*/ 147160 w 181213"/>
                <a:gd name="connsiteY122" fmla="*/ 29127 h 236109"/>
                <a:gd name="connsiteX123" fmla="*/ 148293 w 181213"/>
                <a:gd name="connsiteY123" fmla="*/ 21264 h 236109"/>
                <a:gd name="connsiteX124" fmla="*/ 148648 w 181213"/>
                <a:gd name="connsiteY124" fmla="*/ 19453 h 236109"/>
                <a:gd name="connsiteX125" fmla="*/ 150880 w 181213"/>
                <a:gd name="connsiteY125" fmla="*/ 18709 h 236109"/>
                <a:gd name="connsiteX126" fmla="*/ 151299 w 181213"/>
                <a:gd name="connsiteY126" fmla="*/ 14244 h 236109"/>
                <a:gd name="connsiteX127" fmla="*/ 151625 w 181213"/>
                <a:gd name="connsiteY127" fmla="*/ 9779 h 236109"/>
                <a:gd name="connsiteX128" fmla="*/ 153113 w 181213"/>
                <a:gd name="connsiteY128" fmla="*/ 9035 h 236109"/>
                <a:gd name="connsiteX129" fmla="*/ 153578 w 181213"/>
                <a:gd name="connsiteY129" fmla="*/ 5268 h 236109"/>
                <a:gd name="connsiteX130" fmla="*/ 153747 w 181213"/>
                <a:gd name="connsiteY130" fmla="*/ 3195 h 236109"/>
                <a:gd name="connsiteX131" fmla="*/ 153857 w 181213"/>
                <a:gd name="connsiteY131" fmla="*/ 1593 h 236109"/>
                <a:gd name="connsiteX132" fmla="*/ 170031 w 181213"/>
                <a:gd name="connsiteY132" fmla="*/ 1553 h 236109"/>
                <a:gd name="connsiteX133" fmla="*/ 175538 w 181213"/>
                <a:gd name="connsiteY133" fmla="*/ 1537 h 236109"/>
                <a:gd name="connsiteX134" fmla="*/ 183434 w 181213"/>
                <a:gd name="connsiteY134" fmla="*/ 1521 h 236109"/>
                <a:gd name="connsiteX135" fmla="*/ 185938 w 181213"/>
                <a:gd name="connsiteY135" fmla="*/ 1509 h 236109"/>
                <a:gd name="connsiteX136" fmla="*/ 188240 w 181213"/>
                <a:gd name="connsiteY136" fmla="*/ 1509 h 236109"/>
                <a:gd name="connsiteX137" fmla="*/ 190278 w 181213"/>
                <a:gd name="connsiteY137" fmla="*/ 1504 h 236109"/>
                <a:gd name="connsiteX138" fmla="*/ 192552 w 181213"/>
                <a:gd name="connsiteY138" fmla="*/ 2338 h 236109"/>
                <a:gd name="connsiteX139" fmla="*/ 192648 w 181213"/>
                <a:gd name="connsiteY139" fmla="*/ 6088 h 236109"/>
                <a:gd name="connsiteX140" fmla="*/ 192655 w 181213"/>
                <a:gd name="connsiteY140" fmla="*/ 8565 h 236109"/>
                <a:gd name="connsiteX141" fmla="*/ 192652 w 181213"/>
                <a:gd name="connsiteY141" fmla="*/ 11321 h 236109"/>
                <a:gd name="connsiteX142" fmla="*/ 192657 w 181213"/>
                <a:gd name="connsiteY142" fmla="*/ 14222 h 236109"/>
                <a:gd name="connsiteX143" fmla="*/ 192660 w 181213"/>
                <a:gd name="connsiteY143" fmla="*/ 22230 h 236109"/>
                <a:gd name="connsiteX144" fmla="*/ 192668 w 181213"/>
                <a:gd name="connsiteY144" fmla="*/ 30853 h 236109"/>
                <a:gd name="connsiteX145" fmla="*/ 192677 w 181213"/>
                <a:gd name="connsiteY145" fmla="*/ 47758 h 236109"/>
                <a:gd name="connsiteX146" fmla="*/ 192681 w 181213"/>
                <a:gd name="connsiteY146" fmla="*/ 61492 h 236109"/>
                <a:gd name="connsiteX147" fmla="*/ 192690 w 181213"/>
                <a:gd name="connsiteY147" fmla="*/ 100381 h 236109"/>
                <a:gd name="connsiteX148" fmla="*/ 192690 w 181213"/>
                <a:gd name="connsiteY148" fmla="*/ 102501 h 236109"/>
                <a:gd name="connsiteX149" fmla="*/ 192690 w 181213"/>
                <a:gd name="connsiteY149" fmla="*/ 104624 h 236109"/>
                <a:gd name="connsiteX150" fmla="*/ 192707 w 181213"/>
                <a:gd name="connsiteY150" fmla="*/ 138698 h 236109"/>
                <a:gd name="connsiteX151" fmla="*/ 192723 w 181213"/>
                <a:gd name="connsiteY151" fmla="*/ 173640 h 236109"/>
                <a:gd name="connsiteX152" fmla="*/ 192732 w 181213"/>
                <a:gd name="connsiteY152" fmla="*/ 193275 h 236109"/>
                <a:gd name="connsiteX153" fmla="*/ 192736 w 181213"/>
                <a:gd name="connsiteY153" fmla="*/ 209990 h 236109"/>
                <a:gd name="connsiteX154" fmla="*/ 192740 w 181213"/>
                <a:gd name="connsiteY154" fmla="*/ 218526 h 236109"/>
                <a:gd name="connsiteX155" fmla="*/ 192736 w 181213"/>
                <a:gd name="connsiteY155" fmla="*/ 227759 h 236109"/>
                <a:gd name="connsiteX156" fmla="*/ 192748 w 181213"/>
                <a:gd name="connsiteY156" fmla="*/ 230514 h 236109"/>
                <a:gd name="connsiteX157" fmla="*/ 192737 w 181213"/>
                <a:gd name="connsiteY157" fmla="*/ 232992 h 236109"/>
                <a:gd name="connsiteX158" fmla="*/ 192738 w 181213"/>
                <a:gd name="connsiteY158" fmla="*/ 235147 h 236109"/>
                <a:gd name="connsiteX159" fmla="*/ 192552 w 181213"/>
                <a:gd name="connsiteY159" fmla="*/ 236742 h 236109"/>
                <a:gd name="connsiteX160" fmla="*/ 185788 w 181213"/>
                <a:gd name="connsiteY160" fmla="*/ 237585 h 236109"/>
                <a:gd name="connsiteX161" fmla="*/ 184209 w 181213"/>
                <a:gd name="connsiteY161" fmla="*/ 237587 h 236109"/>
                <a:gd name="connsiteX162" fmla="*/ 180901 w 181213"/>
                <a:gd name="connsiteY162" fmla="*/ 237583 h 236109"/>
                <a:gd name="connsiteX163" fmla="*/ 175840 w 181213"/>
                <a:gd name="connsiteY163" fmla="*/ 237588 h 236109"/>
                <a:gd name="connsiteX164" fmla="*/ 172626 w 181213"/>
                <a:gd name="connsiteY164" fmla="*/ 237585 h 236109"/>
                <a:gd name="connsiteX165" fmla="*/ 169667 w 181213"/>
                <a:gd name="connsiteY165" fmla="*/ 237582 h 236109"/>
                <a:gd name="connsiteX166" fmla="*/ 165019 w 181213"/>
                <a:gd name="connsiteY166" fmla="*/ 236742 h 236109"/>
                <a:gd name="connsiteX167" fmla="*/ 164722 w 181213"/>
                <a:gd name="connsiteY167" fmla="*/ 229872 h 236109"/>
                <a:gd name="connsiteX168" fmla="*/ 164707 w 181213"/>
                <a:gd name="connsiteY168" fmla="*/ 227660 h 236109"/>
                <a:gd name="connsiteX169" fmla="*/ 164697 w 181213"/>
                <a:gd name="connsiteY169" fmla="*/ 220263 h 236109"/>
                <a:gd name="connsiteX170" fmla="*/ 164674 w 181213"/>
                <a:gd name="connsiteY170" fmla="*/ 214984 h 236109"/>
                <a:gd name="connsiteX171" fmla="*/ 164644 w 181213"/>
                <a:gd name="connsiteY171" fmla="*/ 202099 h 236109"/>
                <a:gd name="connsiteX172" fmla="*/ 164603 w 181213"/>
                <a:gd name="connsiteY172" fmla="*/ 187112 h 236109"/>
                <a:gd name="connsiteX173" fmla="*/ 164533 w 181213"/>
                <a:gd name="connsiteY173" fmla="*/ 160382 h 236109"/>
                <a:gd name="connsiteX174" fmla="*/ 164470 w 181213"/>
                <a:gd name="connsiteY174" fmla="*/ 134411 h 236109"/>
                <a:gd name="connsiteX175" fmla="*/ 164465 w 181213"/>
                <a:gd name="connsiteY175" fmla="*/ 132795 h 236109"/>
                <a:gd name="connsiteX176" fmla="*/ 164440 w 181213"/>
                <a:gd name="connsiteY176" fmla="*/ 124769 h 236109"/>
                <a:gd name="connsiteX177" fmla="*/ 164275 w 181213"/>
                <a:gd name="connsiteY177" fmla="*/ 58148 h 236109"/>
                <a:gd name="connsiteX178" fmla="*/ 162322 w 181213"/>
                <a:gd name="connsiteY178" fmla="*/ 65404 h 236109"/>
                <a:gd name="connsiteX179" fmla="*/ 162153 w 181213"/>
                <a:gd name="connsiteY179" fmla="*/ 67624 h 236109"/>
                <a:gd name="connsiteX180" fmla="*/ 162043 w 181213"/>
                <a:gd name="connsiteY180" fmla="*/ 69310 h 236109"/>
                <a:gd name="connsiteX181" fmla="*/ 159810 w 181213"/>
                <a:gd name="connsiteY181" fmla="*/ 69310 h 236109"/>
                <a:gd name="connsiteX182" fmla="*/ 159066 w 181213"/>
                <a:gd name="connsiteY182" fmla="*/ 79728 h 236109"/>
                <a:gd name="connsiteX183" fmla="*/ 156834 w 181213"/>
                <a:gd name="connsiteY183" fmla="*/ 79728 h 236109"/>
                <a:gd name="connsiteX184" fmla="*/ 156834 w 181213"/>
                <a:gd name="connsiteY184" fmla="*/ 90146 h 236109"/>
                <a:gd name="connsiteX185" fmla="*/ 154601 w 181213"/>
                <a:gd name="connsiteY185" fmla="*/ 89402 h 236109"/>
                <a:gd name="connsiteX186" fmla="*/ 153857 w 181213"/>
                <a:gd name="connsiteY186" fmla="*/ 99820 h 236109"/>
                <a:gd name="connsiteX187" fmla="*/ 151625 w 181213"/>
                <a:gd name="connsiteY187" fmla="*/ 99820 h 236109"/>
                <a:gd name="connsiteX188" fmla="*/ 151514 w 181213"/>
                <a:gd name="connsiteY188" fmla="*/ 102073 h 236109"/>
                <a:gd name="connsiteX189" fmla="*/ 151346 w 181213"/>
                <a:gd name="connsiteY189" fmla="*/ 104983 h 236109"/>
                <a:gd name="connsiteX190" fmla="*/ 151189 w 181213"/>
                <a:gd name="connsiteY190" fmla="*/ 107886 h 236109"/>
                <a:gd name="connsiteX191" fmla="*/ 150880 w 181213"/>
                <a:gd name="connsiteY191" fmla="*/ 110238 h 236109"/>
                <a:gd name="connsiteX192" fmla="*/ 149392 w 181213"/>
                <a:gd name="connsiteY192" fmla="*/ 110982 h 236109"/>
                <a:gd name="connsiteX193" fmla="*/ 148976 w 181213"/>
                <a:gd name="connsiteY193" fmla="*/ 117912 h 236109"/>
                <a:gd name="connsiteX194" fmla="*/ 148648 w 181213"/>
                <a:gd name="connsiteY194" fmla="*/ 119912 h 236109"/>
                <a:gd name="connsiteX195" fmla="*/ 146416 w 181213"/>
                <a:gd name="connsiteY195" fmla="*/ 120656 h 236109"/>
                <a:gd name="connsiteX196" fmla="*/ 146043 w 181213"/>
                <a:gd name="connsiteY196" fmla="*/ 125074 h 236109"/>
                <a:gd name="connsiteX197" fmla="*/ 145671 w 181213"/>
                <a:gd name="connsiteY197" fmla="*/ 129586 h 236109"/>
                <a:gd name="connsiteX198" fmla="*/ 143439 w 181213"/>
                <a:gd name="connsiteY198" fmla="*/ 131074 h 236109"/>
                <a:gd name="connsiteX199" fmla="*/ 142927 w 181213"/>
                <a:gd name="connsiteY199" fmla="*/ 135632 h 236109"/>
                <a:gd name="connsiteX200" fmla="*/ 142779 w 181213"/>
                <a:gd name="connsiteY200" fmla="*/ 138103 h 236109"/>
                <a:gd name="connsiteX201" fmla="*/ 142695 w 181213"/>
                <a:gd name="connsiteY201" fmla="*/ 140004 h 236109"/>
                <a:gd name="connsiteX202" fmla="*/ 140462 w 181213"/>
                <a:gd name="connsiteY202" fmla="*/ 140004 h 236109"/>
                <a:gd name="connsiteX203" fmla="*/ 140541 w 181213"/>
                <a:gd name="connsiteY203" fmla="*/ 142094 h 236109"/>
                <a:gd name="connsiteX204" fmla="*/ 140602 w 181213"/>
                <a:gd name="connsiteY204" fmla="*/ 144794 h 236109"/>
                <a:gd name="connsiteX205" fmla="*/ 140680 w 181213"/>
                <a:gd name="connsiteY205" fmla="*/ 147489 h 236109"/>
                <a:gd name="connsiteX206" fmla="*/ 140462 w 181213"/>
                <a:gd name="connsiteY206" fmla="*/ 149677 h 236109"/>
                <a:gd name="connsiteX207" fmla="*/ 138230 w 181213"/>
                <a:gd name="connsiteY207" fmla="*/ 150422 h 236109"/>
                <a:gd name="connsiteX208" fmla="*/ 137718 w 181213"/>
                <a:gd name="connsiteY208" fmla="*/ 155305 h 236109"/>
                <a:gd name="connsiteX209" fmla="*/ 137570 w 181213"/>
                <a:gd name="connsiteY209" fmla="*/ 158005 h 236109"/>
                <a:gd name="connsiteX210" fmla="*/ 137486 w 181213"/>
                <a:gd name="connsiteY210" fmla="*/ 160095 h 236109"/>
                <a:gd name="connsiteX211" fmla="*/ 135998 w 181213"/>
                <a:gd name="connsiteY211" fmla="*/ 160095 h 236109"/>
                <a:gd name="connsiteX212" fmla="*/ 134864 w 181213"/>
                <a:gd name="connsiteY212" fmla="*/ 167958 h 236109"/>
                <a:gd name="connsiteX213" fmla="*/ 134509 w 181213"/>
                <a:gd name="connsiteY213" fmla="*/ 169769 h 236109"/>
                <a:gd name="connsiteX214" fmla="*/ 132277 w 181213"/>
                <a:gd name="connsiteY214" fmla="*/ 170513 h 236109"/>
                <a:gd name="connsiteX215" fmla="*/ 132137 w 181213"/>
                <a:gd name="connsiteY215" fmla="*/ 175769 h 236109"/>
                <a:gd name="connsiteX216" fmla="*/ 132198 w 181213"/>
                <a:gd name="connsiteY216" fmla="*/ 178679 h 236109"/>
                <a:gd name="connsiteX217" fmla="*/ 132277 w 181213"/>
                <a:gd name="connsiteY217" fmla="*/ 180931 h 236109"/>
                <a:gd name="connsiteX218" fmla="*/ 130044 w 181213"/>
                <a:gd name="connsiteY218" fmla="*/ 180187 h 236109"/>
                <a:gd name="connsiteX219" fmla="*/ 129300 w 181213"/>
                <a:gd name="connsiteY219" fmla="*/ 189861 h 236109"/>
                <a:gd name="connsiteX220" fmla="*/ 127068 w 181213"/>
                <a:gd name="connsiteY220" fmla="*/ 189861 h 236109"/>
                <a:gd name="connsiteX221" fmla="*/ 126324 w 181213"/>
                <a:gd name="connsiteY221" fmla="*/ 199535 h 236109"/>
                <a:gd name="connsiteX222" fmla="*/ 124835 w 181213"/>
                <a:gd name="connsiteY222" fmla="*/ 199535 h 236109"/>
                <a:gd name="connsiteX223" fmla="*/ 124751 w 181213"/>
                <a:gd name="connsiteY223" fmla="*/ 201625 h 236109"/>
                <a:gd name="connsiteX224" fmla="*/ 124603 w 181213"/>
                <a:gd name="connsiteY224" fmla="*/ 204325 h 236109"/>
                <a:gd name="connsiteX225" fmla="*/ 124472 w 181213"/>
                <a:gd name="connsiteY225" fmla="*/ 207020 h 236109"/>
                <a:gd name="connsiteX226" fmla="*/ 124091 w 181213"/>
                <a:gd name="connsiteY226" fmla="*/ 209209 h 236109"/>
                <a:gd name="connsiteX227" fmla="*/ 121859 w 181213"/>
                <a:gd name="connsiteY227" fmla="*/ 209953 h 236109"/>
                <a:gd name="connsiteX228" fmla="*/ 121347 w 181213"/>
                <a:gd name="connsiteY228" fmla="*/ 214836 h 236109"/>
                <a:gd name="connsiteX229" fmla="*/ 121199 w 181213"/>
                <a:gd name="connsiteY229" fmla="*/ 217537 h 236109"/>
                <a:gd name="connsiteX230" fmla="*/ 121115 w 181213"/>
                <a:gd name="connsiteY230" fmla="*/ 219627 h 236109"/>
                <a:gd name="connsiteX231" fmla="*/ 118882 w 181213"/>
                <a:gd name="connsiteY231" fmla="*/ 219627 h 236109"/>
                <a:gd name="connsiteX232" fmla="*/ 118772 w 181213"/>
                <a:gd name="connsiteY232" fmla="*/ 221717 h 236109"/>
                <a:gd name="connsiteX233" fmla="*/ 118603 w 181213"/>
                <a:gd name="connsiteY233" fmla="*/ 224417 h 236109"/>
                <a:gd name="connsiteX234" fmla="*/ 118446 w 181213"/>
                <a:gd name="connsiteY234" fmla="*/ 227112 h 236109"/>
                <a:gd name="connsiteX235" fmla="*/ 118138 w 181213"/>
                <a:gd name="connsiteY235" fmla="*/ 229300 h 236109"/>
                <a:gd name="connsiteX236" fmla="*/ 116650 w 181213"/>
                <a:gd name="connsiteY236" fmla="*/ 230045 h 236109"/>
                <a:gd name="connsiteX237" fmla="*/ 116234 w 181213"/>
                <a:gd name="connsiteY237" fmla="*/ 235230 h 236109"/>
                <a:gd name="connsiteX238" fmla="*/ 115906 w 181213"/>
                <a:gd name="connsiteY238" fmla="*/ 236742 h 236109"/>
                <a:gd name="connsiteX239" fmla="*/ 108299 w 181213"/>
                <a:gd name="connsiteY239" fmla="*/ 237585 h 236109"/>
                <a:gd name="connsiteX240" fmla="*/ 106717 w 181213"/>
                <a:gd name="connsiteY240" fmla="*/ 237587 h 236109"/>
                <a:gd name="connsiteX241" fmla="*/ 103413 w 181213"/>
                <a:gd name="connsiteY241" fmla="*/ 237583 h 236109"/>
                <a:gd name="connsiteX242" fmla="*/ 98347 w 181213"/>
                <a:gd name="connsiteY242" fmla="*/ 237588 h 236109"/>
                <a:gd name="connsiteX243" fmla="*/ 95137 w 181213"/>
                <a:gd name="connsiteY243" fmla="*/ 237585 h 236109"/>
                <a:gd name="connsiteX244" fmla="*/ 92180 w 181213"/>
                <a:gd name="connsiteY244" fmla="*/ 237582 h 236109"/>
                <a:gd name="connsiteX245" fmla="*/ 88373 w 181213"/>
                <a:gd name="connsiteY245" fmla="*/ 236742 h 236109"/>
                <a:gd name="connsiteX246" fmla="*/ 88047 w 181213"/>
                <a:gd name="connsiteY246" fmla="*/ 234137 h 236109"/>
                <a:gd name="connsiteX247" fmla="*/ 87628 w 181213"/>
                <a:gd name="connsiteY247" fmla="*/ 231533 h 236109"/>
                <a:gd name="connsiteX248" fmla="*/ 85396 w 181213"/>
                <a:gd name="connsiteY248" fmla="*/ 230789 h 236109"/>
                <a:gd name="connsiteX249" fmla="*/ 84977 w 181213"/>
                <a:gd name="connsiteY249" fmla="*/ 225952 h 236109"/>
                <a:gd name="connsiteX250" fmla="*/ 84652 w 181213"/>
                <a:gd name="connsiteY250" fmla="*/ 221115 h 236109"/>
                <a:gd name="connsiteX251" fmla="*/ 83164 w 181213"/>
                <a:gd name="connsiteY251" fmla="*/ 220371 h 236109"/>
                <a:gd name="connsiteX252" fmla="*/ 82699 w 181213"/>
                <a:gd name="connsiteY252" fmla="*/ 215859 h 236109"/>
                <a:gd name="connsiteX253" fmla="*/ 82530 w 181213"/>
                <a:gd name="connsiteY253" fmla="*/ 213368 h 236109"/>
                <a:gd name="connsiteX254" fmla="*/ 82419 w 181213"/>
                <a:gd name="connsiteY254" fmla="*/ 211441 h 236109"/>
                <a:gd name="connsiteX255" fmla="*/ 80187 w 181213"/>
                <a:gd name="connsiteY255" fmla="*/ 211441 h 236109"/>
                <a:gd name="connsiteX256" fmla="*/ 80103 w 181213"/>
                <a:gd name="connsiteY256" fmla="*/ 209351 h 236109"/>
                <a:gd name="connsiteX257" fmla="*/ 79955 w 181213"/>
                <a:gd name="connsiteY257" fmla="*/ 206651 h 236109"/>
                <a:gd name="connsiteX258" fmla="*/ 79824 w 181213"/>
                <a:gd name="connsiteY258" fmla="*/ 203956 h 236109"/>
                <a:gd name="connsiteX259" fmla="*/ 79443 w 181213"/>
                <a:gd name="connsiteY259" fmla="*/ 201767 h 236109"/>
                <a:gd name="connsiteX260" fmla="*/ 77210 w 181213"/>
                <a:gd name="connsiteY260" fmla="*/ 201023 h 236109"/>
                <a:gd name="connsiteX261" fmla="*/ 76792 w 181213"/>
                <a:gd name="connsiteY261" fmla="*/ 196186 h 236109"/>
                <a:gd name="connsiteX262" fmla="*/ 76466 w 181213"/>
                <a:gd name="connsiteY262" fmla="*/ 191349 h 236109"/>
                <a:gd name="connsiteX263" fmla="*/ 74978 w 181213"/>
                <a:gd name="connsiteY263" fmla="*/ 190605 h 236109"/>
                <a:gd name="connsiteX264" fmla="*/ 74562 w 181213"/>
                <a:gd name="connsiteY264" fmla="*/ 183748 h 236109"/>
                <a:gd name="connsiteX265" fmla="*/ 74234 w 181213"/>
                <a:gd name="connsiteY265" fmla="*/ 181675 h 236109"/>
                <a:gd name="connsiteX266" fmla="*/ 72002 w 181213"/>
                <a:gd name="connsiteY266" fmla="*/ 180187 h 236109"/>
                <a:gd name="connsiteX267" fmla="*/ 71490 w 181213"/>
                <a:gd name="connsiteY267" fmla="*/ 174885 h 236109"/>
                <a:gd name="connsiteX268" fmla="*/ 71342 w 181213"/>
                <a:gd name="connsiteY268" fmla="*/ 171996 h 236109"/>
                <a:gd name="connsiteX269" fmla="*/ 71257 w 181213"/>
                <a:gd name="connsiteY269" fmla="*/ 169769 h 236109"/>
                <a:gd name="connsiteX270" fmla="*/ 69025 w 181213"/>
                <a:gd name="connsiteY270" fmla="*/ 169769 h 236109"/>
                <a:gd name="connsiteX271" fmla="*/ 68914 w 181213"/>
                <a:gd name="connsiteY271" fmla="*/ 167842 h 236109"/>
                <a:gd name="connsiteX272" fmla="*/ 68746 w 181213"/>
                <a:gd name="connsiteY272" fmla="*/ 165351 h 236109"/>
                <a:gd name="connsiteX273" fmla="*/ 68589 w 181213"/>
                <a:gd name="connsiteY273" fmla="*/ 162866 h 236109"/>
                <a:gd name="connsiteX274" fmla="*/ 68281 w 181213"/>
                <a:gd name="connsiteY274" fmla="*/ 160840 h 236109"/>
                <a:gd name="connsiteX275" fmla="*/ 66793 w 181213"/>
                <a:gd name="connsiteY275" fmla="*/ 160095 h 236109"/>
                <a:gd name="connsiteX276" fmla="*/ 66377 w 181213"/>
                <a:gd name="connsiteY276" fmla="*/ 153166 h 236109"/>
                <a:gd name="connsiteX277" fmla="*/ 66048 w 181213"/>
                <a:gd name="connsiteY277" fmla="*/ 151166 h 236109"/>
                <a:gd name="connsiteX278" fmla="*/ 63816 w 181213"/>
                <a:gd name="connsiteY278" fmla="*/ 150422 h 236109"/>
                <a:gd name="connsiteX279" fmla="*/ 63374 w 181213"/>
                <a:gd name="connsiteY279" fmla="*/ 142910 h 236109"/>
                <a:gd name="connsiteX280" fmla="*/ 63072 w 181213"/>
                <a:gd name="connsiteY280" fmla="*/ 140748 h 236109"/>
                <a:gd name="connsiteX281" fmla="*/ 60839 w 181213"/>
                <a:gd name="connsiteY281" fmla="*/ 140004 h 236109"/>
                <a:gd name="connsiteX282" fmla="*/ 60421 w 181213"/>
                <a:gd name="connsiteY282" fmla="*/ 135167 h 236109"/>
                <a:gd name="connsiteX283" fmla="*/ 60095 w 181213"/>
                <a:gd name="connsiteY283" fmla="*/ 130330 h 236109"/>
                <a:gd name="connsiteX284" fmla="*/ 58607 w 181213"/>
                <a:gd name="connsiteY284" fmla="*/ 129586 h 236109"/>
                <a:gd name="connsiteX285" fmla="*/ 58191 w 181213"/>
                <a:gd name="connsiteY285" fmla="*/ 122656 h 236109"/>
                <a:gd name="connsiteX286" fmla="*/ 57863 w 181213"/>
                <a:gd name="connsiteY286" fmla="*/ 120656 h 236109"/>
                <a:gd name="connsiteX287" fmla="*/ 55630 w 181213"/>
                <a:gd name="connsiteY287" fmla="*/ 119912 h 236109"/>
                <a:gd name="connsiteX288" fmla="*/ 55189 w 181213"/>
                <a:gd name="connsiteY288" fmla="*/ 112982 h 236109"/>
                <a:gd name="connsiteX289" fmla="*/ 54886 w 181213"/>
                <a:gd name="connsiteY289" fmla="*/ 110982 h 236109"/>
                <a:gd name="connsiteX290" fmla="*/ 52654 w 181213"/>
                <a:gd name="connsiteY290" fmla="*/ 110238 h 236109"/>
                <a:gd name="connsiteX291" fmla="*/ 52235 w 181213"/>
                <a:gd name="connsiteY291" fmla="*/ 105401 h 236109"/>
                <a:gd name="connsiteX292" fmla="*/ 51910 w 181213"/>
                <a:gd name="connsiteY292" fmla="*/ 100564 h 236109"/>
                <a:gd name="connsiteX293" fmla="*/ 50421 w 181213"/>
                <a:gd name="connsiteY293" fmla="*/ 99820 h 236109"/>
                <a:gd name="connsiteX294" fmla="*/ 49352 w 181213"/>
                <a:gd name="connsiteY294" fmla="*/ 92309 h 236109"/>
                <a:gd name="connsiteX295" fmla="*/ 48933 w 181213"/>
                <a:gd name="connsiteY295" fmla="*/ 90146 h 236109"/>
                <a:gd name="connsiteX296" fmla="*/ 47445 w 181213"/>
                <a:gd name="connsiteY296" fmla="*/ 89402 h 236109"/>
                <a:gd name="connsiteX297" fmla="*/ 47029 w 181213"/>
                <a:gd name="connsiteY297" fmla="*/ 82472 h 236109"/>
                <a:gd name="connsiteX298" fmla="*/ 46701 w 181213"/>
                <a:gd name="connsiteY298" fmla="*/ 80472 h 236109"/>
                <a:gd name="connsiteX299" fmla="*/ 44468 w 181213"/>
                <a:gd name="connsiteY299" fmla="*/ 79728 h 236109"/>
                <a:gd name="connsiteX300" fmla="*/ 44329 w 181213"/>
                <a:gd name="connsiteY300" fmla="*/ 74473 h 236109"/>
                <a:gd name="connsiteX301" fmla="*/ 44390 w 181213"/>
                <a:gd name="connsiteY301" fmla="*/ 71563 h 236109"/>
                <a:gd name="connsiteX302" fmla="*/ 44468 w 181213"/>
                <a:gd name="connsiteY302" fmla="*/ 69310 h 236109"/>
                <a:gd name="connsiteX303" fmla="*/ 42236 w 181213"/>
                <a:gd name="connsiteY303" fmla="*/ 69310 h 236109"/>
                <a:gd name="connsiteX304" fmla="*/ 42125 w 181213"/>
                <a:gd name="connsiteY304" fmla="*/ 67624 h 236109"/>
                <a:gd name="connsiteX305" fmla="*/ 41957 w 181213"/>
                <a:gd name="connsiteY305" fmla="*/ 65404 h 236109"/>
                <a:gd name="connsiteX306" fmla="*/ 41800 w 181213"/>
                <a:gd name="connsiteY306" fmla="*/ 63206 h 236109"/>
                <a:gd name="connsiteX307" fmla="*/ 40003 w 181213"/>
                <a:gd name="connsiteY307" fmla="*/ 58148 h 236109"/>
                <a:gd name="connsiteX308" fmla="*/ 39998 w 181213"/>
                <a:gd name="connsiteY308" fmla="*/ 60935 h 236109"/>
                <a:gd name="connsiteX309" fmla="*/ 39833 w 181213"/>
                <a:gd name="connsiteY309" fmla="*/ 126366 h 236109"/>
                <a:gd name="connsiteX310" fmla="*/ 39808 w 181213"/>
                <a:gd name="connsiteY310" fmla="*/ 134411 h 236109"/>
                <a:gd name="connsiteX311" fmla="*/ 39803 w 181213"/>
                <a:gd name="connsiteY311" fmla="*/ 136029 h 236109"/>
                <a:gd name="connsiteX312" fmla="*/ 39743 w 181213"/>
                <a:gd name="connsiteY312" fmla="*/ 161998 h 236109"/>
                <a:gd name="connsiteX313" fmla="*/ 39670 w 181213"/>
                <a:gd name="connsiteY313" fmla="*/ 188624 h 236109"/>
                <a:gd name="connsiteX314" fmla="*/ 39633 w 181213"/>
                <a:gd name="connsiteY314" fmla="*/ 203588 h 236109"/>
                <a:gd name="connsiteX315" fmla="*/ 39591 w 181213"/>
                <a:gd name="connsiteY315" fmla="*/ 217655 h 236109"/>
                <a:gd name="connsiteX316" fmla="*/ 39583 w 181213"/>
                <a:gd name="connsiteY316" fmla="*/ 222834 h 236109"/>
                <a:gd name="connsiteX317" fmla="*/ 39556 w 181213"/>
                <a:gd name="connsiteY317" fmla="*/ 229872 h 236109"/>
                <a:gd name="connsiteX318" fmla="*/ 39567 w 181213"/>
                <a:gd name="connsiteY318" fmla="*/ 231971 h 236109"/>
                <a:gd name="connsiteX319" fmla="*/ 39259 w 181213"/>
                <a:gd name="connsiteY319" fmla="*/ 236742 h 236109"/>
                <a:gd name="connsiteX320" fmla="*/ 31652 w 181213"/>
                <a:gd name="connsiteY320" fmla="*/ 237585 h 236109"/>
                <a:gd name="connsiteX321" fmla="*/ 30071 w 181213"/>
                <a:gd name="connsiteY321" fmla="*/ 237587 h 236109"/>
                <a:gd name="connsiteX322" fmla="*/ 26766 w 181213"/>
                <a:gd name="connsiteY322" fmla="*/ 237583 h 236109"/>
                <a:gd name="connsiteX323" fmla="*/ 21701 w 181213"/>
                <a:gd name="connsiteY323" fmla="*/ 237588 h 236109"/>
                <a:gd name="connsiteX324" fmla="*/ 18490 w 181213"/>
                <a:gd name="connsiteY324" fmla="*/ 237585 h 236109"/>
                <a:gd name="connsiteX325" fmla="*/ 15534 w 181213"/>
                <a:gd name="connsiteY325" fmla="*/ 237582 h 236109"/>
                <a:gd name="connsiteX326" fmla="*/ 11726 w 181213"/>
                <a:gd name="connsiteY326" fmla="*/ 236742 h 236109"/>
                <a:gd name="connsiteX327" fmla="*/ 11543 w 181213"/>
                <a:gd name="connsiteY327" fmla="*/ 232978 h 236109"/>
                <a:gd name="connsiteX328" fmla="*/ 11534 w 181213"/>
                <a:gd name="connsiteY328" fmla="*/ 230491 h 236109"/>
                <a:gd name="connsiteX329" fmla="*/ 11547 w 181213"/>
                <a:gd name="connsiteY329" fmla="*/ 227725 h 236109"/>
                <a:gd name="connsiteX330" fmla="*/ 11543 w 181213"/>
                <a:gd name="connsiteY330" fmla="*/ 224814 h 236109"/>
                <a:gd name="connsiteX331" fmla="*/ 11553 w 181213"/>
                <a:gd name="connsiteY331" fmla="*/ 216775 h 236109"/>
                <a:gd name="connsiteX332" fmla="*/ 11556 w 181213"/>
                <a:gd name="connsiteY332" fmla="*/ 208121 h 236109"/>
                <a:gd name="connsiteX333" fmla="*/ 11569 w 181213"/>
                <a:gd name="connsiteY333" fmla="*/ 193115 h 236109"/>
                <a:gd name="connsiteX334" fmla="*/ 11587 w 181213"/>
                <a:gd name="connsiteY334" fmla="*/ 171418 h 236109"/>
                <a:gd name="connsiteX335" fmla="*/ 11614 w 181213"/>
                <a:gd name="connsiteY335" fmla="*/ 136220 h 236109"/>
                <a:gd name="connsiteX336" fmla="*/ 11644 w 181213"/>
                <a:gd name="connsiteY336" fmla="*/ 102019 h 236109"/>
                <a:gd name="connsiteX337" fmla="*/ 11646 w 181213"/>
                <a:gd name="connsiteY337" fmla="*/ 99891 h 236109"/>
                <a:gd name="connsiteX338" fmla="*/ 11651 w 181213"/>
                <a:gd name="connsiteY338" fmla="*/ 89323 h 236109"/>
                <a:gd name="connsiteX339" fmla="*/ 11726 w 181213"/>
                <a:gd name="connsiteY339" fmla="*/ 1593 h 23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Lst>
              <a:rect l="l" t="t" r="r" b="b"/>
              <a:pathLst>
                <a:path w="181213" h="236109">
                  <a:moveTo>
                    <a:pt x="11726" y="1593"/>
                  </a:moveTo>
                  <a:cubicBezTo>
                    <a:pt x="25232" y="1593"/>
                    <a:pt x="38738" y="1593"/>
                    <a:pt x="52654" y="1593"/>
                  </a:cubicBezTo>
                  <a:cubicBezTo>
                    <a:pt x="53022" y="4540"/>
                    <a:pt x="53022" y="4540"/>
                    <a:pt x="53398" y="7547"/>
                  </a:cubicBezTo>
                  <a:cubicBezTo>
                    <a:pt x="54135" y="7792"/>
                    <a:pt x="54871" y="8038"/>
                    <a:pt x="55630" y="8291"/>
                  </a:cubicBezTo>
                  <a:cubicBezTo>
                    <a:pt x="55763" y="11011"/>
                    <a:pt x="55574" y="13665"/>
                    <a:pt x="55418" y="16383"/>
                  </a:cubicBezTo>
                  <a:cubicBezTo>
                    <a:pt x="55488" y="17151"/>
                    <a:pt x="55558" y="17918"/>
                    <a:pt x="55630" y="18709"/>
                  </a:cubicBezTo>
                  <a:cubicBezTo>
                    <a:pt x="56619" y="18971"/>
                    <a:pt x="57611" y="19219"/>
                    <a:pt x="58607" y="19453"/>
                  </a:cubicBezTo>
                  <a:cubicBezTo>
                    <a:pt x="58898" y="21642"/>
                    <a:pt x="58898" y="21642"/>
                    <a:pt x="58793" y="24336"/>
                  </a:cubicBezTo>
                  <a:cubicBezTo>
                    <a:pt x="58766" y="25227"/>
                    <a:pt x="58739" y="26119"/>
                    <a:pt x="58712" y="27037"/>
                  </a:cubicBezTo>
                  <a:cubicBezTo>
                    <a:pt x="58677" y="27726"/>
                    <a:pt x="58643" y="28416"/>
                    <a:pt x="58607" y="29127"/>
                  </a:cubicBezTo>
                  <a:cubicBezTo>
                    <a:pt x="59344" y="29127"/>
                    <a:pt x="60080" y="29127"/>
                    <a:pt x="60839" y="29127"/>
                  </a:cubicBezTo>
                  <a:cubicBezTo>
                    <a:pt x="61208" y="34284"/>
                    <a:pt x="61208" y="34284"/>
                    <a:pt x="61584" y="39545"/>
                  </a:cubicBezTo>
                  <a:cubicBezTo>
                    <a:pt x="62320" y="39545"/>
                    <a:pt x="63057" y="39545"/>
                    <a:pt x="63816" y="39545"/>
                  </a:cubicBezTo>
                  <a:cubicBezTo>
                    <a:pt x="63858" y="40579"/>
                    <a:pt x="63858" y="40579"/>
                    <a:pt x="63900" y="41635"/>
                  </a:cubicBezTo>
                  <a:cubicBezTo>
                    <a:pt x="63949" y="42526"/>
                    <a:pt x="63998" y="43417"/>
                    <a:pt x="64048" y="44335"/>
                  </a:cubicBezTo>
                  <a:cubicBezTo>
                    <a:pt x="64092" y="45224"/>
                    <a:pt x="64135" y="46113"/>
                    <a:pt x="64179" y="47030"/>
                  </a:cubicBezTo>
                  <a:cubicBezTo>
                    <a:pt x="64368" y="48113"/>
                    <a:pt x="64368" y="48113"/>
                    <a:pt x="64560" y="49218"/>
                  </a:cubicBezTo>
                  <a:cubicBezTo>
                    <a:pt x="65665" y="49587"/>
                    <a:pt x="65665" y="49587"/>
                    <a:pt x="66793" y="49963"/>
                  </a:cubicBezTo>
                  <a:cubicBezTo>
                    <a:pt x="67173" y="52151"/>
                    <a:pt x="67173" y="52151"/>
                    <a:pt x="67304" y="54846"/>
                  </a:cubicBezTo>
                  <a:cubicBezTo>
                    <a:pt x="67353" y="55737"/>
                    <a:pt x="67402" y="56628"/>
                    <a:pt x="67452" y="57546"/>
                  </a:cubicBezTo>
                  <a:cubicBezTo>
                    <a:pt x="67494" y="58581"/>
                    <a:pt x="67494" y="58581"/>
                    <a:pt x="67537" y="59636"/>
                  </a:cubicBezTo>
                  <a:cubicBezTo>
                    <a:pt x="68028" y="59636"/>
                    <a:pt x="68519" y="59636"/>
                    <a:pt x="69025" y="59636"/>
                  </a:cubicBezTo>
                  <a:cubicBezTo>
                    <a:pt x="69393" y="64793"/>
                    <a:pt x="69393" y="64793"/>
                    <a:pt x="69769" y="70054"/>
                  </a:cubicBezTo>
                  <a:cubicBezTo>
                    <a:pt x="70506" y="70054"/>
                    <a:pt x="71242" y="70054"/>
                    <a:pt x="72002" y="70054"/>
                  </a:cubicBezTo>
                  <a:cubicBezTo>
                    <a:pt x="72370" y="74843"/>
                    <a:pt x="72370" y="74843"/>
                    <a:pt x="72746" y="79728"/>
                  </a:cubicBezTo>
                  <a:cubicBezTo>
                    <a:pt x="73482" y="79728"/>
                    <a:pt x="74219" y="79728"/>
                    <a:pt x="74978" y="79728"/>
                  </a:cubicBezTo>
                  <a:cubicBezTo>
                    <a:pt x="75015" y="80418"/>
                    <a:pt x="75051" y="81108"/>
                    <a:pt x="75089" y="81818"/>
                  </a:cubicBezTo>
                  <a:cubicBezTo>
                    <a:pt x="75172" y="83155"/>
                    <a:pt x="75172" y="83155"/>
                    <a:pt x="75257" y="84519"/>
                  </a:cubicBezTo>
                  <a:cubicBezTo>
                    <a:pt x="75335" y="85852"/>
                    <a:pt x="75335" y="85852"/>
                    <a:pt x="75414" y="87213"/>
                  </a:cubicBezTo>
                  <a:cubicBezTo>
                    <a:pt x="75516" y="87936"/>
                    <a:pt x="75617" y="88658"/>
                    <a:pt x="75722" y="89402"/>
                  </a:cubicBezTo>
                  <a:cubicBezTo>
                    <a:pt x="76213" y="89648"/>
                    <a:pt x="76704" y="89893"/>
                    <a:pt x="77210" y="90146"/>
                  </a:cubicBezTo>
                  <a:cubicBezTo>
                    <a:pt x="77466" y="91957"/>
                    <a:pt x="77466" y="91957"/>
                    <a:pt x="77583" y="94192"/>
                  </a:cubicBezTo>
                  <a:cubicBezTo>
                    <a:pt x="77617" y="97382"/>
                    <a:pt x="77617" y="97382"/>
                    <a:pt x="79443" y="99820"/>
                  </a:cubicBezTo>
                  <a:cubicBezTo>
                    <a:pt x="79688" y="99820"/>
                    <a:pt x="79934" y="99820"/>
                    <a:pt x="80187" y="99820"/>
                  </a:cubicBezTo>
                  <a:cubicBezTo>
                    <a:pt x="80229" y="100855"/>
                    <a:pt x="80229" y="100855"/>
                    <a:pt x="80271" y="101910"/>
                  </a:cubicBezTo>
                  <a:cubicBezTo>
                    <a:pt x="80320" y="102801"/>
                    <a:pt x="80369" y="103692"/>
                    <a:pt x="80420" y="104610"/>
                  </a:cubicBezTo>
                  <a:cubicBezTo>
                    <a:pt x="80463" y="105500"/>
                    <a:pt x="80506" y="106389"/>
                    <a:pt x="80550" y="107305"/>
                  </a:cubicBezTo>
                  <a:cubicBezTo>
                    <a:pt x="80739" y="108389"/>
                    <a:pt x="80739" y="108389"/>
                    <a:pt x="80931" y="109494"/>
                  </a:cubicBezTo>
                  <a:cubicBezTo>
                    <a:pt x="81668" y="109739"/>
                    <a:pt x="82405" y="109985"/>
                    <a:pt x="83164" y="110238"/>
                  </a:cubicBezTo>
                  <a:cubicBezTo>
                    <a:pt x="83492" y="112401"/>
                    <a:pt x="83492" y="112401"/>
                    <a:pt x="83582" y="115075"/>
                  </a:cubicBezTo>
                  <a:cubicBezTo>
                    <a:pt x="83640" y="116690"/>
                    <a:pt x="83737" y="118305"/>
                    <a:pt x="83908" y="119912"/>
                  </a:cubicBezTo>
                  <a:cubicBezTo>
                    <a:pt x="84399" y="120157"/>
                    <a:pt x="84890" y="120403"/>
                    <a:pt x="85396" y="120656"/>
                  </a:cubicBezTo>
                  <a:cubicBezTo>
                    <a:pt x="85652" y="122467"/>
                    <a:pt x="85652" y="122467"/>
                    <a:pt x="85768" y="124702"/>
                  </a:cubicBezTo>
                  <a:cubicBezTo>
                    <a:pt x="85803" y="127891"/>
                    <a:pt x="85803" y="127891"/>
                    <a:pt x="87628" y="130330"/>
                  </a:cubicBezTo>
                  <a:cubicBezTo>
                    <a:pt x="87874" y="130330"/>
                    <a:pt x="88120" y="130330"/>
                    <a:pt x="88373" y="130330"/>
                  </a:cubicBezTo>
                  <a:cubicBezTo>
                    <a:pt x="88414" y="131364"/>
                    <a:pt x="88414" y="131364"/>
                    <a:pt x="88457" y="132420"/>
                  </a:cubicBezTo>
                  <a:cubicBezTo>
                    <a:pt x="88506" y="133311"/>
                    <a:pt x="88555" y="134202"/>
                    <a:pt x="88605" y="135120"/>
                  </a:cubicBezTo>
                  <a:cubicBezTo>
                    <a:pt x="88648" y="136009"/>
                    <a:pt x="88691" y="136899"/>
                    <a:pt x="88736" y="137815"/>
                  </a:cubicBezTo>
                  <a:cubicBezTo>
                    <a:pt x="88924" y="138898"/>
                    <a:pt x="88924" y="138898"/>
                    <a:pt x="89117" y="140004"/>
                  </a:cubicBezTo>
                  <a:cubicBezTo>
                    <a:pt x="89853" y="140249"/>
                    <a:pt x="90590" y="140495"/>
                    <a:pt x="91349" y="140748"/>
                  </a:cubicBezTo>
                  <a:cubicBezTo>
                    <a:pt x="91678" y="142910"/>
                    <a:pt x="91678" y="142910"/>
                    <a:pt x="91768" y="145585"/>
                  </a:cubicBezTo>
                  <a:cubicBezTo>
                    <a:pt x="91826" y="147200"/>
                    <a:pt x="91923" y="148815"/>
                    <a:pt x="92093" y="150422"/>
                  </a:cubicBezTo>
                  <a:cubicBezTo>
                    <a:pt x="92584" y="150667"/>
                    <a:pt x="93076" y="150913"/>
                    <a:pt x="93582" y="151166"/>
                  </a:cubicBezTo>
                  <a:cubicBezTo>
                    <a:pt x="93890" y="153517"/>
                    <a:pt x="93890" y="153517"/>
                    <a:pt x="94047" y="156421"/>
                  </a:cubicBezTo>
                  <a:cubicBezTo>
                    <a:pt x="94130" y="157862"/>
                    <a:pt x="94130" y="157862"/>
                    <a:pt x="94215" y="159331"/>
                  </a:cubicBezTo>
                  <a:cubicBezTo>
                    <a:pt x="94252" y="160074"/>
                    <a:pt x="94288" y="160818"/>
                    <a:pt x="94326" y="161584"/>
                  </a:cubicBezTo>
                  <a:cubicBezTo>
                    <a:pt x="95062" y="161584"/>
                    <a:pt x="95799" y="161584"/>
                    <a:pt x="96558" y="161584"/>
                  </a:cubicBezTo>
                  <a:cubicBezTo>
                    <a:pt x="96926" y="166741"/>
                    <a:pt x="96926" y="166741"/>
                    <a:pt x="97302" y="172002"/>
                  </a:cubicBezTo>
                  <a:cubicBezTo>
                    <a:pt x="98039" y="172002"/>
                    <a:pt x="98776" y="172002"/>
                    <a:pt x="99535" y="172002"/>
                  </a:cubicBezTo>
                  <a:cubicBezTo>
                    <a:pt x="99571" y="172691"/>
                    <a:pt x="99608" y="173381"/>
                    <a:pt x="99645" y="174092"/>
                  </a:cubicBezTo>
                  <a:cubicBezTo>
                    <a:pt x="99729" y="175428"/>
                    <a:pt x="99729" y="175428"/>
                    <a:pt x="99814" y="176792"/>
                  </a:cubicBezTo>
                  <a:cubicBezTo>
                    <a:pt x="99866" y="177681"/>
                    <a:pt x="99917" y="178571"/>
                    <a:pt x="99971" y="179487"/>
                  </a:cubicBezTo>
                  <a:cubicBezTo>
                    <a:pt x="100123" y="180570"/>
                    <a:pt x="100123" y="180570"/>
                    <a:pt x="100279" y="181675"/>
                  </a:cubicBezTo>
                  <a:cubicBezTo>
                    <a:pt x="100770" y="181921"/>
                    <a:pt x="101261" y="182167"/>
                    <a:pt x="101767" y="182420"/>
                  </a:cubicBezTo>
                  <a:cubicBezTo>
                    <a:pt x="102049" y="184420"/>
                    <a:pt x="102049" y="184420"/>
                    <a:pt x="102186" y="186884"/>
                  </a:cubicBezTo>
                  <a:cubicBezTo>
                    <a:pt x="102105" y="189725"/>
                    <a:pt x="102105" y="189725"/>
                    <a:pt x="103255" y="192093"/>
                  </a:cubicBezTo>
                  <a:cubicBezTo>
                    <a:pt x="104309" y="189986"/>
                    <a:pt x="104257" y="188020"/>
                    <a:pt x="104418" y="185675"/>
                  </a:cubicBezTo>
                  <a:cubicBezTo>
                    <a:pt x="104512" y="184349"/>
                    <a:pt x="104512" y="184349"/>
                    <a:pt x="104607" y="182995"/>
                  </a:cubicBezTo>
                  <a:cubicBezTo>
                    <a:pt x="104652" y="182314"/>
                    <a:pt x="104697" y="181633"/>
                    <a:pt x="104744" y="180931"/>
                  </a:cubicBezTo>
                  <a:cubicBezTo>
                    <a:pt x="105480" y="180931"/>
                    <a:pt x="106217" y="180931"/>
                    <a:pt x="106976" y="180931"/>
                  </a:cubicBezTo>
                  <a:cubicBezTo>
                    <a:pt x="107013" y="180242"/>
                    <a:pt x="107049" y="179552"/>
                    <a:pt x="107087" y="178841"/>
                  </a:cubicBezTo>
                  <a:cubicBezTo>
                    <a:pt x="107142" y="177950"/>
                    <a:pt x="107198" y="177059"/>
                    <a:pt x="107255" y="176141"/>
                  </a:cubicBezTo>
                  <a:cubicBezTo>
                    <a:pt x="107307" y="175252"/>
                    <a:pt x="107359" y="174363"/>
                    <a:pt x="107412" y="173446"/>
                  </a:cubicBezTo>
                  <a:cubicBezTo>
                    <a:pt x="107514" y="172724"/>
                    <a:pt x="107615" y="172002"/>
                    <a:pt x="107720" y="171258"/>
                  </a:cubicBezTo>
                  <a:cubicBezTo>
                    <a:pt x="108211" y="171012"/>
                    <a:pt x="108703" y="170766"/>
                    <a:pt x="109209" y="170513"/>
                  </a:cubicBezTo>
                  <a:cubicBezTo>
                    <a:pt x="109874" y="168251"/>
                    <a:pt x="109940" y="166420"/>
                    <a:pt x="109860" y="164049"/>
                  </a:cubicBezTo>
                  <a:cubicBezTo>
                    <a:pt x="109890" y="163235"/>
                    <a:pt x="109921" y="162422"/>
                    <a:pt x="109953" y="161584"/>
                  </a:cubicBezTo>
                  <a:cubicBezTo>
                    <a:pt x="110689" y="161093"/>
                    <a:pt x="111426" y="160601"/>
                    <a:pt x="112185" y="160095"/>
                  </a:cubicBezTo>
                  <a:cubicBezTo>
                    <a:pt x="112621" y="157777"/>
                    <a:pt x="112621" y="157777"/>
                    <a:pt x="112697" y="155165"/>
                  </a:cubicBezTo>
                  <a:cubicBezTo>
                    <a:pt x="112770" y="153839"/>
                    <a:pt x="112770" y="153839"/>
                    <a:pt x="112845" y="152485"/>
                  </a:cubicBezTo>
                  <a:cubicBezTo>
                    <a:pt x="112873" y="151804"/>
                    <a:pt x="112901" y="151123"/>
                    <a:pt x="112929" y="150422"/>
                  </a:cubicBezTo>
                  <a:cubicBezTo>
                    <a:pt x="113666" y="150422"/>
                    <a:pt x="114403" y="150422"/>
                    <a:pt x="115162" y="150422"/>
                  </a:cubicBezTo>
                  <a:cubicBezTo>
                    <a:pt x="115407" y="146984"/>
                    <a:pt x="115653" y="143546"/>
                    <a:pt x="115906" y="140004"/>
                  </a:cubicBezTo>
                  <a:cubicBezTo>
                    <a:pt x="116643" y="140004"/>
                    <a:pt x="117379" y="140004"/>
                    <a:pt x="118138" y="140004"/>
                  </a:cubicBezTo>
                  <a:cubicBezTo>
                    <a:pt x="118112" y="139385"/>
                    <a:pt x="118086" y="138766"/>
                    <a:pt x="118060" y="138129"/>
                  </a:cubicBezTo>
                  <a:cubicBezTo>
                    <a:pt x="118040" y="137320"/>
                    <a:pt x="118019" y="136511"/>
                    <a:pt x="117999" y="135678"/>
                  </a:cubicBezTo>
                  <a:cubicBezTo>
                    <a:pt x="117973" y="134875"/>
                    <a:pt x="117947" y="134073"/>
                    <a:pt x="117920" y="133245"/>
                  </a:cubicBezTo>
                  <a:cubicBezTo>
                    <a:pt x="118175" y="130708"/>
                    <a:pt x="118642" y="130535"/>
                    <a:pt x="120371" y="128842"/>
                  </a:cubicBezTo>
                  <a:cubicBezTo>
                    <a:pt x="120802" y="126637"/>
                    <a:pt x="120802" y="126637"/>
                    <a:pt x="120882" y="124237"/>
                  </a:cubicBezTo>
                  <a:cubicBezTo>
                    <a:pt x="120956" y="123024"/>
                    <a:pt x="120956" y="123024"/>
                    <a:pt x="121030" y="121787"/>
                  </a:cubicBezTo>
                  <a:cubicBezTo>
                    <a:pt x="121058" y="121168"/>
                    <a:pt x="121086" y="120549"/>
                    <a:pt x="121115" y="119912"/>
                  </a:cubicBezTo>
                  <a:cubicBezTo>
                    <a:pt x="121851" y="120157"/>
                    <a:pt x="122588" y="120403"/>
                    <a:pt x="123347" y="120656"/>
                  </a:cubicBezTo>
                  <a:cubicBezTo>
                    <a:pt x="123402" y="119541"/>
                    <a:pt x="123402" y="119541"/>
                    <a:pt x="123458" y="118403"/>
                  </a:cubicBezTo>
                  <a:cubicBezTo>
                    <a:pt x="123513" y="117443"/>
                    <a:pt x="123569" y="116483"/>
                    <a:pt x="123626" y="115493"/>
                  </a:cubicBezTo>
                  <a:cubicBezTo>
                    <a:pt x="123678" y="114535"/>
                    <a:pt x="123730" y="113577"/>
                    <a:pt x="123783" y="112590"/>
                  </a:cubicBezTo>
                  <a:cubicBezTo>
                    <a:pt x="123885" y="111814"/>
                    <a:pt x="123987" y="111038"/>
                    <a:pt x="124091" y="110238"/>
                  </a:cubicBezTo>
                  <a:cubicBezTo>
                    <a:pt x="124582" y="109992"/>
                    <a:pt x="125074" y="109747"/>
                    <a:pt x="125580" y="109494"/>
                  </a:cubicBezTo>
                  <a:cubicBezTo>
                    <a:pt x="126099" y="107071"/>
                    <a:pt x="126367" y="104654"/>
                    <a:pt x="126649" y="102192"/>
                  </a:cubicBezTo>
                  <a:cubicBezTo>
                    <a:pt x="126787" y="101409"/>
                    <a:pt x="126926" y="100627"/>
                    <a:pt x="127068" y="99820"/>
                  </a:cubicBezTo>
                  <a:cubicBezTo>
                    <a:pt x="127559" y="99574"/>
                    <a:pt x="128050" y="99329"/>
                    <a:pt x="128556" y="99076"/>
                  </a:cubicBezTo>
                  <a:cubicBezTo>
                    <a:pt x="128905" y="97152"/>
                    <a:pt x="128905" y="97152"/>
                    <a:pt x="129021" y="94937"/>
                  </a:cubicBezTo>
                  <a:cubicBezTo>
                    <a:pt x="129077" y="94184"/>
                    <a:pt x="129133" y="93431"/>
                    <a:pt x="129190" y="92655"/>
                  </a:cubicBezTo>
                  <a:cubicBezTo>
                    <a:pt x="129245" y="91781"/>
                    <a:pt x="129245" y="91781"/>
                    <a:pt x="129300" y="90890"/>
                  </a:cubicBezTo>
                  <a:cubicBezTo>
                    <a:pt x="130037" y="90890"/>
                    <a:pt x="130774" y="90890"/>
                    <a:pt x="131533" y="90890"/>
                  </a:cubicBezTo>
                  <a:cubicBezTo>
                    <a:pt x="131778" y="87452"/>
                    <a:pt x="132024" y="84014"/>
                    <a:pt x="132277" y="80472"/>
                  </a:cubicBezTo>
                  <a:cubicBezTo>
                    <a:pt x="133014" y="80472"/>
                    <a:pt x="133750" y="80472"/>
                    <a:pt x="134509" y="80472"/>
                  </a:cubicBezTo>
                  <a:cubicBezTo>
                    <a:pt x="134483" y="79854"/>
                    <a:pt x="134458" y="79235"/>
                    <a:pt x="134431" y="78597"/>
                  </a:cubicBezTo>
                  <a:cubicBezTo>
                    <a:pt x="134411" y="77789"/>
                    <a:pt x="134391" y="76980"/>
                    <a:pt x="134370" y="76147"/>
                  </a:cubicBezTo>
                  <a:cubicBezTo>
                    <a:pt x="134344" y="75344"/>
                    <a:pt x="134318" y="74541"/>
                    <a:pt x="134291" y="73714"/>
                  </a:cubicBezTo>
                  <a:cubicBezTo>
                    <a:pt x="134509" y="71543"/>
                    <a:pt x="134509" y="71543"/>
                    <a:pt x="135611" y="70447"/>
                  </a:cubicBezTo>
                  <a:cubicBezTo>
                    <a:pt x="137793" y="68253"/>
                    <a:pt x="137106" y="64686"/>
                    <a:pt x="137184" y="61747"/>
                  </a:cubicBezTo>
                  <a:cubicBezTo>
                    <a:pt x="137283" y="61050"/>
                    <a:pt x="137383" y="60354"/>
                    <a:pt x="137486" y="59636"/>
                  </a:cubicBezTo>
                  <a:cubicBezTo>
                    <a:pt x="138223" y="59391"/>
                    <a:pt x="138959" y="59145"/>
                    <a:pt x="139718" y="58892"/>
                  </a:cubicBezTo>
                  <a:cubicBezTo>
                    <a:pt x="140101" y="56824"/>
                    <a:pt x="140101" y="56824"/>
                    <a:pt x="140137" y="54427"/>
                  </a:cubicBezTo>
                  <a:cubicBezTo>
                    <a:pt x="140233" y="51962"/>
                    <a:pt x="140233" y="51962"/>
                    <a:pt x="140462" y="49963"/>
                  </a:cubicBezTo>
                  <a:cubicBezTo>
                    <a:pt x="140954" y="49717"/>
                    <a:pt x="141445" y="49471"/>
                    <a:pt x="141951" y="49218"/>
                  </a:cubicBezTo>
                  <a:cubicBezTo>
                    <a:pt x="142261" y="47617"/>
                    <a:pt x="142498" y="46001"/>
                    <a:pt x="142695" y="44382"/>
                  </a:cubicBezTo>
                  <a:cubicBezTo>
                    <a:pt x="142892" y="42762"/>
                    <a:pt x="143129" y="41146"/>
                    <a:pt x="143439" y="39545"/>
                  </a:cubicBezTo>
                  <a:cubicBezTo>
                    <a:pt x="143930" y="39299"/>
                    <a:pt x="144421" y="39054"/>
                    <a:pt x="144927" y="38801"/>
                  </a:cubicBezTo>
                  <a:cubicBezTo>
                    <a:pt x="145277" y="36534"/>
                    <a:pt x="145277" y="36534"/>
                    <a:pt x="145392" y="33917"/>
                  </a:cubicBezTo>
                  <a:cubicBezTo>
                    <a:pt x="145448" y="33026"/>
                    <a:pt x="145504" y="32135"/>
                    <a:pt x="145561" y="31217"/>
                  </a:cubicBezTo>
                  <a:cubicBezTo>
                    <a:pt x="145616" y="30182"/>
                    <a:pt x="145616" y="30182"/>
                    <a:pt x="145671" y="29127"/>
                  </a:cubicBezTo>
                  <a:cubicBezTo>
                    <a:pt x="146163" y="29127"/>
                    <a:pt x="146654" y="29127"/>
                    <a:pt x="147160" y="29127"/>
                  </a:cubicBezTo>
                  <a:cubicBezTo>
                    <a:pt x="148382" y="26683"/>
                    <a:pt x="148160" y="23965"/>
                    <a:pt x="148293" y="21264"/>
                  </a:cubicBezTo>
                  <a:cubicBezTo>
                    <a:pt x="148410" y="20666"/>
                    <a:pt x="148527" y="20069"/>
                    <a:pt x="148648" y="19453"/>
                  </a:cubicBezTo>
                  <a:cubicBezTo>
                    <a:pt x="149385" y="19207"/>
                    <a:pt x="150121" y="18962"/>
                    <a:pt x="150880" y="18709"/>
                  </a:cubicBezTo>
                  <a:cubicBezTo>
                    <a:pt x="151263" y="16641"/>
                    <a:pt x="151263" y="16641"/>
                    <a:pt x="151299" y="14244"/>
                  </a:cubicBezTo>
                  <a:cubicBezTo>
                    <a:pt x="151395" y="11779"/>
                    <a:pt x="151395" y="11779"/>
                    <a:pt x="151625" y="9779"/>
                  </a:cubicBezTo>
                  <a:cubicBezTo>
                    <a:pt x="152116" y="9533"/>
                    <a:pt x="152607" y="9288"/>
                    <a:pt x="153113" y="9035"/>
                  </a:cubicBezTo>
                  <a:cubicBezTo>
                    <a:pt x="153461" y="7282"/>
                    <a:pt x="153461" y="7282"/>
                    <a:pt x="153578" y="5268"/>
                  </a:cubicBezTo>
                  <a:cubicBezTo>
                    <a:pt x="153634" y="4584"/>
                    <a:pt x="153689" y="3900"/>
                    <a:pt x="153747" y="3195"/>
                  </a:cubicBezTo>
                  <a:cubicBezTo>
                    <a:pt x="153801" y="2402"/>
                    <a:pt x="153801" y="2402"/>
                    <a:pt x="153857" y="1593"/>
                  </a:cubicBezTo>
                  <a:cubicBezTo>
                    <a:pt x="159248" y="1575"/>
                    <a:pt x="164639" y="1562"/>
                    <a:pt x="170031" y="1553"/>
                  </a:cubicBezTo>
                  <a:cubicBezTo>
                    <a:pt x="171866" y="1549"/>
                    <a:pt x="173702" y="1544"/>
                    <a:pt x="175538" y="1537"/>
                  </a:cubicBezTo>
                  <a:cubicBezTo>
                    <a:pt x="178170" y="1528"/>
                    <a:pt x="180802" y="1524"/>
                    <a:pt x="183434" y="1521"/>
                  </a:cubicBezTo>
                  <a:cubicBezTo>
                    <a:pt x="184260" y="1517"/>
                    <a:pt x="185086" y="1513"/>
                    <a:pt x="185938" y="1509"/>
                  </a:cubicBezTo>
                  <a:cubicBezTo>
                    <a:pt x="187077" y="1509"/>
                    <a:pt x="187077" y="1509"/>
                    <a:pt x="188240" y="1509"/>
                  </a:cubicBezTo>
                  <a:cubicBezTo>
                    <a:pt x="188912" y="1507"/>
                    <a:pt x="189585" y="1506"/>
                    <a:pt x="190278" y="1504"/>
                  </a:cubicBezTo>
                  <a:cubicBezTo>
                    <a:pt x="191808" y="1593"/>
                    <a:pt x="191808" y="1593"/>
                    <a:pt x="192552" y="2338"/>
                  </a:cubicBezTo>
                  <a:cubicBezTo>
                    <a:pt x="192626" y="3586"/>
                    <a:pt x="192647" y="4837"/>
                    <a:pt x="192648" y="6088"/>
                  </a:cubicBezTo>
                  <a:cubicBezTo>
                    <a:pt x="192650" y="6905"/>
                    <a:pt x="192653" y="7723"/>
                    <a:pt x="192655" y="8565"/>
                  </a:cubicBezTo>
                  <a:cubicBezTo>
                    <a:pt x="192654" y="9929"/>
                    <a:pt x="192654" y="9929"/>
                    <a:pt x="192652" y="11321"/>
                  </a:cubicBezTo>
                  <a:cubicBezTo>
                    <a:pt x="192653" y="12278"/>
                    <a:pt x="192655" y="13236"/>
                    <a:pt x="192657" y="14222"/>
                  </a:cubicBezTo>
                  <a:cubicBezTo>
                    <a:pt x="192661" y="16891"/>
                    <a:pt x="192661" y="19561"/>
                    <a:pt x="192660" y="22230"/>
                  </a:cubicBezTo>
                  <a:cubicBezTo>
                    <a:pt x="192660" y="25104"/>
                    <a:pt x="192664" y="27979"/>
                    <a:pt x="192668" y="30853"/>
                  </a:cubicBezTo>
                  <a:cubicBezTo>
                    <a:pt x="192674" y="36488"/>
                    <a:pt x="192676" y="42123"/>
                    <a:pt x="192677" y="47758"/>
                  </a:cubicBezTo>
                  <a:cubicBezTo>
                    <a:pt x="192677" y="52336"/>
                    <a:pt x="192678" y="56914"/>
                    <a:pt x="192681" y="61492"/>
                  </a:cubicBezTo>
                  <a:cubicBezTo>
                    <a:pt x="192687" y="74455"/>
                    <a:pt x="192691" y="87418"/>
                    <a:pt x="192690" y="100381"/>
                  </a:cubicBezTo>
                  <a:cubicBezTo>
                    <a:pt x="192690" y="101081"/>
                    <a:pt x="192690" y="101780"/>
                    <a:pt x="192690" y="102501"/>
                  </a:cubicBezTo>
                  <a:cubicBezTo>
                    <a:pt x="192690" y="103202"/>
                    <a:pt x="192690" y="103902"/>
                    <a:pt x="192690" y="104624"/>
                  </a:cubicBezTo>
                  <a:cubicBezTo>
                    <a:pt x="192690" y="115982"/>
                    <a:pt x="192697" y="127340"/>
                    <a:pt x="192707" y="138698"/>
                  </a:cubicBezTo>
                  <a:cubicBezTo>
                    <a:pt x="192718" y="150345"/>
                    <a:pt x="192723" y="161992"/>
                    <a:pt x="192723" y="173640"/>
                  </a:cubicBezTo>
                  <a:cubicBezTo>
                    <a:pt x="192722" y="180185"/>
                    <a:pt x="192724" y="186730"/>
                    <a:pt x="192732" y="193275"/>
                  </a:cubicBezTo>
                  <a:cubicBezTo>
                    <a:pt x="192739" y="198847"/>
                    <a:pt x="192741" y="204418"/>
                    <a:pt x="192736" y="209990"/>
                  </a:cubicBezTo>
                  <a:cubicBezTo>
                    <a:pt x="192733" y="212835"/>
                    <a:pt x="192733" y="215681"/>
                    <a:pt x="192740" y="218526"/>
                  </a:cubicBezTo>
                  <a:cubicBezTo>
                    <a:pt x="192747" y="221604"/>
                    <a:pt x="192742" y="224681"/>
                    <a:pt x="192736" y="227759"/>
                  </a:cubicBezTo>
                  <a:cubicBezTo>
                    <a:pt x="192740" y="228668"/>
                    <a:pt x="192744" y="229577"/>
                    <a:pt x="192748" y="230514"/>
                  </a:cubicBezTo>
                  <a:cubicBezTo>
                    <a:pt x="192744" y="231332"/>
                    <a:pt x="192741" y="232149"/>
                    <a:pt x="192737" y="232992"/>
                  </a:cubicBezTo>
                  <a:cubicBezTo>
                    <a:pt x="192738" y="234059"/>
                    <a:pt x="192738" y="234059"/>
                    <a:pt x="192738" y="235147"/>
                  </a:cubicBezTo>
                  <a:cubicBezTo>
                    <a:pt x="192677" y="235674"/>
                    <a:pt x="192615" y="236200"/>
                    <a:pt x="192552" y="236742"/>
                  </a:cubicBezTo>
                  <a:cubicBezTo>
                    <a:pt x="190321" y="237857"/>
                    <a:pt x="188273" y="237583"/>
                    <a:pt x="185788" y="237585"/>
                  </a:cubicBezTo>
                  <a:cubicBezTo>
                    <a:pt x="185006" y="237586"/>
                    <a:pt x="185006" y="237586"/>
                    <a:pt x="184209" y="237587"/>
                  </a:cubicBezTo>
                  <a:cubicBezTo>
                    <a:pt x="183106" y="237588"/>
                    <a:pt x="182003" y="237586"/>
                    <a:pt x="180901" y="237583"/>
                  </a:cubicBezTo>
                  <a:cubicBezTo>
                    <a:pt x="179214" y="237579"/>
                    <a:pt x="177527" y="237583"/>
                    <a:pt x="175840" y="237588"/>
                  </a:cubicBezTo>
                  <a:cubicBezTo>
                    <a:pt x="174768" y="237587"/>
                    <a:pt x="173697" y="237586"/>
                    <a:pt x="172626" y="237585"/>
                  </a:cubicBezTo>
                  <a:cubicBezTo>
                    <a:pt x="171650" y="237584"/>
                    <a:pt x="170673" y="237583"/>
                    <a:pt x="169667" y="237582"/>
                  </a:cubicBezTo>
                  <a:cubicBezTo>
                    <a:pt x="167252" y="237486"/>
                    <a:pt x="167252" y="237486"/>
                    <a:pt x="165019" y="236742"/>
                  </a:cubicBezTo>
                  <a:cubicBezTo>
                    <a:pt x="164787" y="234405"/>
                    <a:pt x="164710" y="232213"/>
                    <a:pt x="164722" y="229872"/>
                  </a:cubicBezTo>
                  <a:cubicBezTo>
                    <a:pt x="164715" y="228777"/>
                    <a:pt x="164715" y="228777"/>
                    <a:pt x="164707" y="227660"/>
                  </a:cubicBezTo>
                  <a:cubicBezTo>
                    <a:pt x="164693" y="225195"/>
                    <a:pt x="164695" y="222729"/>
                    <a:pt x="164697" y="220263"/>
                  </a:cubicBezTo>
                  <a:cubicBezTo>
                    <a:pt x="164691" y="218503"/>
                    <a:pt x="164683" y="216744"/>
                    <a:pt x="164674" y="214984"/>
                  </a:cubicBezTo>
                  <a:cubicBezTo>
                    <a:pt x="164656" y="210689"/>
                    <a:pt x="164648" y="206394"/>
                    <a:pt x="164644" y="202099"/>
                  </a:cubicBezTo>
                  <a:cubicBezTo>
                    <a:pt x="164639" y="197103"/>
                    <a:pt x="164622" y="192108"/>
                    <a:pt x="164603" y="187112"/>
                  </a:cubicBezTo>
                  <a:cubicBezTo>
                    <a:pt x="164571" y="178202"/>
                    <a:pt x="164549" y="169292"/>
                    <a:pt x="164533" y="160382"/>
                  </a:cubicBezTo>
                  <a:cubicBezTo>
                    <a:pt x="164517" y="151725"/>
                    <a:pt x="164497" y="143068"/>
                    <a:pt x="164470" y="134411"/>
                  </a:cubicBezTo>
                  <a:cubicBezTo>
                    <a:pt x="164469" y="133878"/>
                    <a:pt x="164467" y="133344"/>
                    <a:pt x="164465" y="132795"/>
                  </a:cubicBezTo>
                  <a:cubicBezTo>
                    <a:pt x="164457" y="130120"/>
                    <a:pt x="164449" y="127445"/>
                    <a:pt x="164440" y="124769"/>
                  </a:cubicBezTo>
                  <a:cubicBezTo>
                    <a:pt x="164371" y="102562"/>
                    <a:pt x="164318" y="80355"/>
                    <a:pt x="164275" y="58148"/>
                  </a:cubicBezTo>
                  <a:cubicBezTo>
                    <a:pt x="162942" y="60645"/>
                    <a:pt x="162524" y="62566"/>
                    <a:pt x="162322" y="65404"/>
                  </a:cubicBezTo>
                  <a:cubicBezTo>
                    <a:pt x="162238" y="66503"/>
                    <a:pt x="162238" y="66503"/>
                    <a:pt x="162153" y="67624"/>
                  </a:cubicBezTo>
                  <a:cubicBezTo>
                    <a:pt x="162098" y="68459"/>
                    <a:pt x="162098" y="68459"/>
                    <a:pt x="162043" y="69310"/>
                  </a:cubicBezTo>
                  <a:cubicBezTo>
                    <a:pt x="161306" y="69310"/>
                    <a:pt x="160569" y="69310"/>
                    <a:pt x="159810" y="69310"/>
                  </a:cubicBezTo>
                  <a:cubicBezTo>
                    <a:pt x="159565" y="72748"/>
                    <a:pt x="159319" y="76186"/>
                    <a:pt x="159066" y="79728"/>
                  </a:cubicBezTo>
                  <a:cubicBezTo>
                    <a:pt x="158329" y="79728"/>
                    <a:pt x="157593" y="79728"/>
                    <a:pt x="156834" y="79728"/>
                  </a:cubicBezTo>
                  <a:cubicBezTo>
                    <a:pt x="156834" y="83166"/>
                    <a:pt x="156834" y="86604"/>
                    <a:pt x="156834" y="90146"/>
                  </a:cubicBezTo>
                  <a:cubicBezTo>
                    <a:pt x="156097" y="89901"/>
                    <a:pt x="155360" y="89655"/>
                    <a:pt x="154601" y="89402"/>
                  </a:cubicBezTo>
                  <a:cubicBezTo>
                    <a:pt x="154356" y="92840"/>
                    <a:pt x="154110" y="96278"/>
                    <a:pt x="153857" y="99820"/>
                  </a:cubicBezTo>
                  <a:cubicBezTo>
                    <a:pt x="153120" y="99820"/>
                    <a:pt x="152384" y="99820"/>
                    <a:pt x="151625" y="99820"/>
                  </a:cubicBezTo>
                  <a:cubicBezTo>
                    <a:pt x="151570" y="100935"/>
                    <a:pt x="151570" y="100935"/>
                    <a:pt x="151514" y="102073"/>
                  </a:cubicBezTo>
                  <a:cubicBezTo>
                    <a:pt x="151458" y="103033"/>
                    <a:pt x="151403" y="103993"/>
                    <a:pt x="151346" y="104983"/>
                  </a:cubicBezTo>
                  <a:cubicBezTo>
                    <a:pt x="151294" y="105941"/>
                    <a:pt x="151242" y="106899"/>
                    <a:pt x="151189" y="107886"/>
                  </a:cubicBezTo>
                  <a:cubicBezTo>
                    <a:pt x="151087" y="108662"/>
                    <a:pt x="150985" y="109438"/>
                    <a:pt x="150880" y="110238"/>
                  </a:cubicBezTo>
                  <a:cubicBezTo>
                    <a:pt x="150389" y="110484"/>
                    <a:pt x="149898" y="110729"/>
                    <a:pt x="149392" y="110982"/>
                  </a:cubicBezTo>
                  <a:cubicBezTo>
                    <a:pt x="149127" y="113293"/>
                    <a:pt x="149061" y="115588"/>
                    <a:pt x="148976" y="117912"/>
                  </a:cubicBezTo>
                  <a:cubicBezTo>
                    <a:pt x="148814" y="118902"/>
                    <a:pt x="148814" y="118902"/>
                    <a:pt x="148648" y="119912"/>
                  </a:cubicBezTo>
                  <a:cubicBezTo>
                    <a:pt x="147911" y="120157"/>
                    <a:pt x="147175" y="120403"/>
                    <a:pt x="146416" y="120656"/>
                  </a:cubicBezTo>
                  <a:cubicBezTo>
                    <a:pt x="146061" y="122700"/>
                    <a:pt x="146061" y="122700"/>
                    <a:pt x="146043" y="125074"/>
                  </a:cubicBezTo>
                  <a:cubicBezTo>
                    <a:pt x="145974" y="127513"/>
                    <a:pt x="145974" y="127513"/>
                    <a:pt x="145671" y="129586"/>
                  </a:cubicBezTo>
                  <a:cubicBezTo>
                    <a:pt x="144935" y="130077"/>
                    <a:pt x="144198" y="130568"/>
                    <a:pt x="143439" y="131074"/>
                  </a:cubicBezTo>
                  <a:cubicBezTo>
                    <a:pt x="143004" y="133221"/>
                    <a:pt x="143004" y="133221"/>
                    <a:pt x="142927" y="135632"/>
                  </a:cubicBezTo>
                  <a:cubicBezTo>
                    <a:pt x="142854" y="136855"/>
                    <a:pt x="142854" y="136855"/>
                    <a:pt x="142779" y="138103"/>
                  </a:cubicBezTo>
                  <a:cubicBezTo>
                    <a:pt x="142751" y="138730"/>
                    <a:pt x="142724" y="139357"/>
                    <a:pt x="142695" y="140004"/>
                  </a:cubicBezTo>
                  <a:cubicBezTo>
                    <a:pt x="141958" y="140004"/>
                    <a:pt x="141221" y="140004"/>
                    <a:pt x="140462" y="140004"/>
                  </a:cubicBezTo>
                  <a:cubicBezTo>
                    <a:pt x="140488" y="140693"/>
                    <a:pt x="140514" y="141383"/>
                    <a:pt x="140541" y="142094"/>
                  </a:cubicBezTo>
                  <a:cubicBezTo>
                    <a:pt x="140561" y="142985"/>
                    <a:pt x="140581" y="143876"/>
                    <a:pt x="140602" y="144794"/>
                  </a:cubicBezTo>
                  <a:cubicBezTo>
                    <a:pt x="140628" y="145683"/>
                    <a:pt x="140654" y="146572"/>
                    <a:pt x="140680" y="147489"/>
                  </a:cubicBezTo>
                  <a:cubicBezTo>
                    <a:pt x="140609" y="148211"/>
                    <a:pt x="140537" y="148933"/>
                    <a:pt x="140462" y="149677"/>
                  </a:cubicBezTo>
                  <a:cubicBezTo>
                    <a:pt x="139726" y="149923"/>
                    <a:pt x="138989" y="150169"/>
                    <a:pt x="138230" y="150422"/>
                  </a:cubicBezTo>
                  <a:cubicBezTo>
                    <a:pt x="137790" y="152684"/>
                    <a:pt x="137790" y="152684"/>
                    <a:pt x="137718" y="155305"/>
                  </a:cubicBezTo>
                  <a:cubicBezTo>
                    <a:pt x="137645" y="156642"/>
                    <a:pt x="137645" y="156642"/>
                    <a:pt x="137570" y="158005"/>
                  </a:cubicBezTo>
                  <a:cubicBezTo>
                    <a:pt x="137528" y="159040"/>
                    <a:pt x="137528" y="159040"/>
                    <a:pt x="137486" y="160095"/>
                  </a:cubicBezTo>
                  <a:cubicBezTo>
                    <a:pt x="136995" y="160095"/>
                    <a:pt x="136504" y="160095"/>
                    <a:pt x="135998" y="160095"/>
                  </a:cubicBezTo>
                  <a:cubicBezTo>
                    <a:pt x="134776" y="162539"/>
                    <a:pt x="134997" y="165257"/>
                    <a:pt x="134864" y="167958"/>
                  </a:cubicBezTo>
                  <a:cubicBezTo>
                    <a:pt x="134747" y="168556"/>
                    <a:pt x="134630" y="169154"/>
                    <a:pt x="134509" y="169769"/>
                  </a:cubicBezTo>
                  <a:cubicBezTo>
                    <a:pt x="133773" y="170015"/>
                    <a:pt x="133036" y="170260"/>
                    <a:pt x="132277" y="170513"/>
                  </a:cubicBezTo>
                  <a:cubicBezTo>
                    <a:pt x="132004" y="172954"/>
                    <a:pt x="132004" y="172954"/>
                    <a:pt x="132137" y="175769"/>
                  </a:cubicBezTo>
                  <a:cubicBezTo>
                    <a:pt x="132158" y="176729"/>
                    <a:pt x="132178" y="177689"/>
                    <a:pt x="132198" y="178679"/>
                  </a:cubicBezTo>
                  <a:cubicBezTo>
                    <a:pt x="132224" y="179422"/>
                    <a:pt x="132250" y="180165"/>
                    <a:pt x="132277" y="180931"/>
                  </a:cubicBezTo>
                  <a:cubicBezTo>
                    <a:pt x="131540" y="180686"/>
                    <a:pt x="130803" y="180440"/>
                    <a:pt x="130044" y="180187"/>
                  </a:cubicBezTo>
                  <a:cubicBezTo>
                    <a:pt x="129799" y="183380"/>
                    <a:pt x="129553" y="186572"/>
                    <a:pt x="129300" y="189861"/>
                  </a:cubicBezTo>
                  <a:cubicBezTo>
                    <a:pt x="128564" y="189861"/>
                    <a:pt x="127827" y="189861"/>
                    <a:pt x="127068" y="189861"/>
                  </a:cubicBezTo>
                  <a:cubicBezTo>
                    <a:pt x="126822" y="193053"/>
                    <a:pt x="126577" y="196246"/>
                    <a:pt x="126324" y="199535"/>
                  </a:cubicBezTo>
                  <a:cubicBezTo>
                    <a:pt x="125833" y="199535"/>
                    <a:pt x="125341" y="199535"/>
                    <a:pt x="124835" y="199535"/>
                  </a:cubicBezTo>
                  <a:cubicBezTo>
                    <a:pt x="124808" y="200225"/>
                    <a:pt x="124780" y="200914"/>
                    <a:pt x="124751" y="201625"/>
                  </a:cubicBezTo>
                  <a:cubicBezTo>
                    <a:pt x="124678" y="202962"/>
                    <a:pt x="124678" y="202962"/>
                    <a:pt x="124603" y="204325"/>
                  </a:cubicBezTo>
                  <a:cubicBezTo>
                    <a:pt x="124560" y="205214"/>
                    <a:pt x="124517" y="206104"/>
                    <a:pt x="124472" y="207020"/>
                  </a:cubicBezTo>
                  <a:cubicBezTo>
                    <a:pt x="124346" y="207742"/>
                    <a:pt x="124221" y="208464"/>
                    <a:pt x="124091" y="209209"/>
                  </a:cubicBezTo>
                  <a:cubicBezTo>
                    <a:pt x="123355" y="209454"/>
                    <a:pt x="122618" y="209700"/>
                    <a:pt x="121859" y="209953"/>
                  </a:cubicBezTo>
                  <a:cubicBezTo>
                    <a:pt x="121419" y="212215"/>
                    <a:pt x="121419" y="212215"/>
                    <a:pt x="121347" y="214836"/>
                  </a:cubicBezTo>
                  <a:cubicBezTo>
                    <a:pt x="121274" y="216173"/>
                    <a:pt x="121274" y="216173"/>
                    <a:pt x="121199" y="217537"/>
                  </a:cubicBezTo>
                  <a:cubicBezTo>
                    <a:pt x="121171" y="218226"/>
                    <a:pt x="121143" y="218916"/>
                    <a:pt x="121115" y="219627"/>
                  </a:cubicBezTo>
                  <a:cubicBezTo>
                    <a:pt x="120378" y="219627"/>
                    <a:pt x="119641" y="219627"/>
                    <a:pt x="118882" y="219627"/>
                  </a:cubicBezTo>
                  <a:cubicBezTo>
                    <a:pt x="118828" y="220661"/>
                    <a:pt x="118828" y="220661"/>
                    <a:pt x="118772" y="221717"/>
                  </a:cubicBezTo>
                  <a:cubicBezTo>
                    <a:pt x="118716" y="222608"/>
                    <a:pt x="118661" y="223499"/>
                    <a:pt x="118603" y="224417"/>
                  </a:cubicBezTo>
                  <a:cubicBezTo>
                    <a:pt x="118552" y="225306"/>
                    <a:pt x="118500" y="226196"/>
                    <a:pt x="118446" y="227112"/>
                  </a:cubicBezTo>
                  <a:cubicBezTo>
                    <a:pt x="118345" y="227834"/>
                    <a:pt x="118243" y="228556"/>
                    <a:pt x="118138" y="229300"/>
                  </a:cubicBezTo>
                  <a:cubicBezTo>
                    <a:pt x="117647" y="229546"/>
                    <a:pt x="117156" y="229792"/>
                    <a:pt x="116650" y="230045"/>
                  </a:cubicBezTo>
                  <a:cubicBezTo>
                    <a:pt x="116387" y="231775"/>
                    <a:pt x="116320" y="233483"/>
                    <a:pt x="116234" y="235230"/>
                  </a:cubicBezTo>
                  <a:cubicBezTo>
                    <a:pt x="116126" y="235729"/>
                    <a:pt x="116017" y="236228"/>
                    <a:pt x="115906" y="236742"/>
                  </a:cubicBezTo>
                  <a:cubicBezTo>
                    <a:pt x="113247" y="237628"/>
                    <a:pt x="111104" y="237582"/>
                    <a:pt x="108299" y="237585"/>
                  </a:cubicBezTo>
                  <a:cubicBezTo>
                    <a:pt x="107516" y="237586"/>
                    <a:pt x="107516" y="237586"/>
                    <a:pt x="106717" y="237587"/>
                  </a:cubicBezTo>
                  <a:cubicBezTo>
                    <a:pt x="105616" y="237588"/>
                    <a:pt x="104514" y="237586"/>
                    <a:pt x="103413" y="237583"/>
                  </a:cubicBezTo>
                  <a:cubicBezTo>
                    <a:pt x="101724" y="237579"/>
                    <a:pt x="100036" y="237583"/>
                    <a:pt x="98347" y="237588"/>
                  </a:cubicBezTo>
                  <a:cubicBezTo>
                    <a:pt x="97277" y="237587"/>
                    <a:pt x="96207" y="237586"/>
                    <a:pt x="95137" y="237585"/>
                  </a:cubicBezTo>
                  <a:cubicBezTo>
                    <a:pt x="94161" y="237584"/>
                    <a:pt x="93185" y="237583"/>
                    <a:pt x="92180" y="237582"/>
                  </a:cubicBezTo>
                  <a:cubicBezTo>
                    <a:pt x="89861" y="237486"/>
                    <a:pt x="89861" y="237486"/>
                    <a:pt x="88373" y="236742"/>
                  </a:cubicBezTo>
                  <a:cubicBezTo>
                    <a:pt x="88265" y="235882"/>
                    <a:pt x="88158" y="235023"/>
                    <a:pt x="88047" y="234137"/>
                  </a:cubicBezTo>
                  <a:cubicBezTo>
                    <a:pt x="87909" y="233278"/>
                    <a:pt x="87771" y="232418"/>
                    <a:pt x="87628" y="231533"/>
                  </a:cubicBezTo>
                  <a:cubicBezTo>
                    <a:pt x="86892" y="231287"/>
                    <a:pt x="86155" y="231042"/>
                    <a:pt x="85396" y="230789"/>
                  </a:cubicBezTo>
                  <a:cubicBezTo>
                    <a:pt x="85068" y="228626"/>
                    <a:pt x="85068" y="228626"/>
                    <a:pt x="84977" y="225952"/>
                  </a:cubicBezTo>
                  <a:cubicBezTo>
                    <a:pt x="84920" y="224337"/>
                    <a:pt x="84823" y="222722"/>
                    <a:pt x="84652" y="221115"/>
                  </a:cubicBezTo>
                  <a:cubicBezTo>
                    <a:pt x="84161" y="220869"/>
                    <a:pt x="83670" y="220624"/>
                    <a:pt x="83164" y="220371"/>
                  </a:cubicBezTo>
                  <a:cubicBezTo>
                    <a:pt x="82855" y="218345"/>
                    <a:pt x="82855" y="218345"/>
                    <a:pt x="82699" y="215859"/>
                  </a:cubicBezTo>
                  <a:cubicBezTo>
                    <a:pt x="82615" y="214626"/>
                    <a:pt x="82615" y="214626"/>
                    <a:pt x="82530" y="213368"/>
                  </a:cubicBezTo>
                  <a:cubicBezTo>
                    <a:pt x="82493" y="212732"/>
                    <a:pt x="82457" y="212096"/>
                    <a:pt x="82419" y="211441"/>
                  </a:cubicBezTo>
                  <a:cubicBezTo>
                    <a:pt x="81683" y="211441"/>
                    <a:pt x="80946" y="211441"/>
                    <a:pt x="80187" y="211441"/>
                  </a:cubicBezTo>
                  <a:cubicBezTo>
                    <a:pt x="80159" y="210751"/>
                    <a:pt x="80131" y="210062"/>
                    <a:pt x="80103" y="209351"/>
                  </a:cubicBezTo>
                  <a:cubicBezTo>
                    <a:pt x="80054" y="208460"/>
                    <a:pt x="80005" y="207569"/>
                    <a:pt x="79955" y="206651"/>
                  </a:cubicBezTo>
                  <a:cubicBezTo>
                    <a:pt x="79911" y="205762"/>
                    <a:pt x="79868" y="204872"/>
                    <a:pt x="79824" y="203956"/>
                  </a:cubicBezTo>
                  <a:cubicBezTo>
                    <a:pt x="79698" y="203234"/>
                    <a:pt x="79572" y="202511"/>
                    <a:pt x="79443" y="201767"/>
                  </a:cubicBezTo>
                  <a:cubicBezTo>
                    <a:pt x="78706" y="201522"/>
                    <a:pt x="77970" y="201276"/>
                    <a:pt x="77210" y="201023"/>
                  </a:cubicBezTo>
                  <a:cubicBezTo>
                    <a:pt x="76882" y="198860"/>
                    <a:pt x="76882" y="198860"/>
                    <a:pt x="76792" y="196186"/>
                  </a:cubicBezTo>
                  <a:cubicBezTo>
                    <a:pt x="76734" y="194571"/>
                    <a:pt x="76637" y="192956"/>
                    <a:pt x="76466" y="191349"/>
                  </a:cubicBezTo>
                  <a:cubicBezTo>
                    <a:pt x="75975" y="191104"/>
                    <a:pt x="75484" y="190858"/>
                    <a:pt x="74978" y="190605"/>
                  </a:cubicBezTo>
                  <a:cubicBezTo>
                    <a:pt x="74712" y="188319"/>
                    <a:pt x="74647" y="186048"/>
                    <a:pt x="74562" y="183748"/>
                  </a:cubicBezTo>
                  <a:cubicBezTo>
                    <a:pt x="74454" y="183064"/>
                    <a:pt x="74346" y="182380"/>
                    <a:pt x="74234" y="181675"/>
                  </a:cubicBezTo>
                  <a:cubicBezTo>
                    <a:pt x="73129" y="180939"/>
                    <a:pt x="73129" y="180939"/>
                    <a:pt x="72002" y="180187"/>
                  </a:cubicBezTo>
                  <a:cubicBezTo>
                    <a:pt x="71621" y="177763"/>
                    <a:pt x="71621" y="177763"/>
                    <a:pt x="71490" y="174885"/>
                  </a:cubicBezTo>
                  <a:cubicBezTo>
                    <a:pt x="71441" y="173932"/>
                    <a:pt x="71392" y="172978"/>
                    <a:pt x="71342" y="171996"/>
                  </a:cubicBezTo>
                  <a:cubicBezTo>
                    <a:pt x="71300" y="170894"/>
                    <a:pt x="71300" y="170894"/>
                    <a:pt x="71257" y="169769"/>
                  </a:cubicBezTo>
                  <a:cubicBezTo>
                    <a:pt x="70521" y="169769"/>
                    <a:pt x="69784" y="169769"/>
                    <a:pt x="69025" y="169769"/>
                  </a:cubicBezTo>
                  <a:cubicBezTo>
                    <a:pt x="68988" y="169133"/>
                    <a:pt x="68952" y="168497"/>
                    <a:pt x="68914" y="167842"/>
                  </a:cubicBezTo>
                  <a:cubicBezTo>
                    <a:pt x="68831" y="166609"/>
                    <a:pt x="68831" y="166609"/>
                    <a:pt x="68746" y="165351"/>
                  </a:cubicBezTo>
                  <a:cubicBezTo>
                    <a:pt x="68668" y="164121"/>
                    <a:pt x="68668" y="164121"/>
                    <a:pt x="68589" y="162866"/>
                  </a:cubicBezTo>
                  <a:cubicBezTo>
                    <a:pt x="68487" y="162197"/>
                    <a:pt x="68386" y="161528"/>
                    <a:pt x="68281" y="160840"/>
                  </a:cubicBezTo>
                  <a:cubicBezTo>
                    <a:pt x="67790" y="160594"/>
                    <a:pt x="67299" y="160348"/>
                    <a:pt x="66793" y="160095"/>
                  </a:cubicBezTo>
                  <a:cubicBezTo>
                    <a:pt x="66527" y="157785"/>
                    <a:pt x="66462" y="155490"/>
                    <a:pt x="66377" y="153166"/>
                  </a:cubicBezTo>
                  <a:cubicBezTo>
                    <a:pt x="66268" y="152506"/>
                    <a:pt x="66160" y="151846"/>
                    <a:pt x="66048" y="151166"/>
                  </a:cubicBezTo>
                  <a:cubicBezTo>
                    <a:pt x="65312" y="150920"/>
                    <a:pt x="64575" y="150675"/>
                    <a:pt x="63816" y="150422"/>
                  </a:cubicBezTo>
                  <a:cubicBezTo>
                    <a:pt x="63465" y="147911"/>
                    <a:pt x="63440" y="145444"/>
                    <a:pt x="63374" y="142910"/>
                  </a:cubicBezTo>
                  <a:cubicBezTo>
                    <a:pt x="63274" y="142197"/>
                    <a:pt x="63175" y="141483"/>
                    <a:pt x="63072" y="140748"/>
                  </a:cubicBezTo>
                  <a:cubicBezTo>
                    <a:pt x="62335" y="140502"/>
                    <a:pt x="61598" y="140257"/>
                    <a:pt x="60839" y="140004"/>
                  </a:cubicBezTo>
                  <a:cubicBezTo>
                    <a:pt x="60511" y="137841"/>
                    <a:pt x="60511" y="137841"/>
                    <a:pt x="60421" y="135167"/>
                  </a:cubicBezTo>
                  <a:cubicBezTo>
                    <a:pt x="60363" y="133552"/>
                    <a:pt x="60266" y="131937"/>
                    <a:pt x="60095" y="130330"/>
                  </a:cubicBezTo>
                  <a:cubicBezTo>
                    <a:pt x="59604" y="130084"/>
                    <a:pt x="59113" y="129839"/>
                    <a:pt x="58607" y="129586"/>
                  </a:cubicBezTo>
                  <a:cubicBezTo>
                    <a:pt x="58342" y="127275"/>
                    <a:pt x="58276" y="124980"/>
                    <a:pt x="58191" y="122656"/>
                  </a:cubicBezTo>
                  <a:cubicBezTo>
                    <a:pt x="58083" y="121996"/>
                    <a:pt x="57975" y="121336"/>
                    <a:pt x="57863" y="120656"/>
                  </a:cubicBezTo>
                  <a:cubicBezTo>
                    <a:pt x="57126" y="120410"/>
                    <a:pt x="56389" y="120165"/>
                    <a:pt x="55630" y="119912"/>
                  </a:cubicBezTo>
                  <a:cubicBezTo>
                    <a:pt x="55280" y="117594"/>
                    <a:pt x="55255" y="115324"/>
                    <a:pt x="55189" y="112982"/>
                  </a:cubicBezTo>
                  <a:cubicBezTo>
                    <a:pt x="55039" y="111992"/>
                    <a:pt x="55039" y="111992"/>
                    <a:pt x="54886" y="110982"/>
                  </a:cubicBezTo>
                  <a:cubicBezTo>
                    <a:pt x="54150" y="110737"/>
                    <a:pt x="53413" y="110491"/>
                    <a:pt x="52654" y="110238"/>
                  </a:cubicBezTo>
                  <a:cubicBezTo>
                    <a:pt x="52325" y="108075"/>
                    <a:pt x="52325" y="108075"/>
                    <a:pt x="52235" y="105401"/>
                  </a:cubicBezTo>
                  <a:cubicBezTo>
                    <a:pt x="52177" y="103786"/>
                    <a:pt x="52080" y="102171"/>
                    <a:pt x="51910" y="100564"/>
                  </a:cubicBezTo>
                  <a:cubicBezTo>
                    <a:pt x="51419" y="100319"/>
                    <a:pt x="50927" y="100073"/>
                    <a:pt x="50421" y="99820"/>
                  </a:cubicBezTo>
                  <a:cubicBezTo>
                    <a:pt x="49939" y="97327"/>
                    <a:pt x="49659" y="94830"/>
                    <a:pt x="49352" y="92309"/>
                  </a:cubicBezTo>
                  <a:cubicBezTo>
                    <a:pt x="49214" y="91595"/>
                    <a:pt x="49075" y="90882"/>
                    <a:pt x="48933" y="90146"/>
                  </a:cubicBezTo>
                  <a:cubicBezTo>
                    <a:pt x="48196" y="89778"/>
                    <a:pt x="48196" y="89778"/>
                    <a:pt x="47445" y="89402"/>
                  </a:cubicBezTo>
                  <a:cubicBezTo>
                    <a:pt x="47180" y="87091"/>
                    <a:pt x="47114" y="84796"/>
                    <a:pt x="47029" y="82472"/>
                  </a:cubicBezTo>
                  <a:cubicBezTo>
                    <a:pt x="46921" y="81812"/>
                    <a:pt x="46812" y="81152"/>
                    <a:pt x="46701" y="80472"/>
                  </a:cubicBezTo>
                  <a:cubicBezTo>
                    <a:pt x="45964" y="80227"/>
                    <a:pt x="45227" y="79981"/>
                    <a:pt x="44468" y="79728"/>
                  </a:cubicBezTo>
                  <a:cubicBezTo>
                    <a:pt x="44250" y="77377"/>
                    <a:pt x="44250" y="77377"/>
                    <a:pt x="44329" y="74473"/>
                  </a:cubicBezTo>
                  <a:cubicBezTo>
                    <a:pt x="44359" y="73032"/>
                    <a:pt x="44359" y="73032"/>
                    <a:pt x="44390" y="71563"/>
                  </a:cubicBezTo>
                  <a:cubicBezTo>
                    <a:pt x="44416" y="70820"/>
                    <a:pt x="44442" y="70076"/>
                    <a:pt x="44468" y="69310"/>
                  </a:cubicBezTo>
                  <a:cubicBezTo>
                    <a:pt x="43732" y="69310"/>
                    <a:pt x="42995" y="69310"/>
                    <a:pt x="42236" y="69310"/>
                  </a:cubicBezTo>
                  <a:cubicBezTo>
                    <a:pt x="42199" y="68754"/>
                    <a:pt x="42163" y="68198"/>
                    <a:pt x="42125" y="67624"/>
                  </a:cubicBezTo>
                  <a:cubicBezTo>
                    <a:pt x="42070" y="66891"/>
                    <a:pt x="42014" y="66159"/>
                    <a:pt x="41957" y="65404"/>
                  </a:cubicBezTo>
                  <a:cubicBezTo>
                    <a:pt x="41879" y="64316"/>
                    <a:pt x="41879" y="64316"/>
                    <a:pt x="41800" y="63206"/>
                  </a:cubicBezTo>
                  <a:cubicBezTo>
                    <a:pt x="41500" y="61180"/>
                    <a:pt x="40955" y="59931"/>
                    <a:pt x="40003" y="58148"/>
                  </a:cubicBezTo>
                  <a:cubicBezTo>
                    <a:pt x="40002" y="59068"/>
                    <a:pt x="40000" y="59988"/>
                    <a:pt x="39998" y="60935"/>
                  </a:cubicBezTo>
                  <a:cubicBezTo>
                    <a:pt x="39955" y="82745"/>
                    <a:pt x="39901" y="104555"/>
                    <a:pt x="39833" y="126366"/>
                  </a:cubicBezTo>
                  <a:cubicBezTo>
                    <a:pt x="39825" y="129047"/>
                    <a:pt x="39816" y="131729"/>
                    <a:pt x="39808" y="134411"/>
                  </a:cubicBezTo>
                  <a:cubicBezTo>
                    <a:pt x="39807" y="134945"/>
                    <a:pt x="39805" y="135479"/>
                    <a:pt x="39803" y="136029"/>
                  </a:cubicBezTo>
                  <a:cubicBezTo>
                    <a:pt x="39777" y="144685"/>
                    <a:pt x="39758" y="153341"/>
                    <a:pt x="39743" y="161998"/>
                  </a:cubicBezTo>
                  <a:cubicBezTo>
                    <a:pt x="39727" y="170873"/>
                    <a:pt x="39702" y="179749"/>
                    <a:pt x="39670" y="188624"/>
                  </a:cubicBezTo>
                  <a:cubicBezTo>
                    <a:pt x="39652" y="193612"/>
                    <a:pt x="39638" y="198600"/>
                    <a:pt x="39633" y="203588"/>
                  </a:cubicBezTo>
                  <a:cubicBezTo>
                    <a:pt x="39629" y="208277"/>
                    <a:pt x="39614" y="212966"/>
                    <a:pt x="39591" y="217655"/>
                  </a:cubicBezTo>
                  <a:cubicBezTo>
                    <a:pt x="39584" y="219382"/>
                    <a:pt x="39582" y="221108"/>
                    <a:pt x="39583" y="222834"/>
                  </a:cubicBezTo>
                  <a:cubicBezTo>
                    <a:pt x="39584" y="225181"/>
                    <a:pt x="39572" y="227526"/>
                    <a:pt x="39556" y="229872"/>
                  </a:cubicBezTo>
                  <a:cubicBezTo>
                    <a:pt x="39560" y="230565"/>
                    <a:pt x="39563" y="231258"/>
                    <a:pt x="39567" y="231971"/>
                  </a:cubicBezTo>
                  <a:cubicBezTo>
                    <a:pt x="39546" y="233861"/>
                    <a:pt x="39546" y="233861"/>
                    <a:pt x="39259" y="236742"/>
                  </a:cubicBezTo>
                  <a:cubicBezTo>
                    <a:pt x="36601" y="237628"/>
                    <a:pt x="34458" y="237582"/>
                    <a:pt x="31652" y="237585"/>
                  </a:cubicBezTo>
                  <a:cubicBezTo>
                    <a:pt x="30869" y="237586"/>
                    <a:pt x="30869" y="237586"/>
                    <a:pt x="30071" y="237587"/>
                  </a:cubicBezTo>
                  <a:cubicBezTo>
                    <a:pt x="28969" y="237588"/>
                    <a:pt x="27868" y="237586"/>
                    <a:pt x="26766" y="237583"/>
                  </a:cubicBezTo>
                  <a:cubicBezTo>
                    <a:pt x="25078" y="237579"/>
                    <a:pt x="23389" y="237583"/>
                    <a:pt x="21701" y="237588"/>
                  </a:cubicBezTo>
                  <a:cubicBezTo>
                    <a:pt x="20631" y="237587"/>
                    <a:pt x="19560" y="237586"/>
                    <a:pt x="18490" y="237585"/>
                  </a:cubicBezTo>
                  <a:cubicBezTo>
                    <a:pt x="17515" y="237584"/>
                    <a:pt x="16539" y="237583"/>
                    <a:pt x="15534" y="237582"/>
                  </a:cubicBezTo>
                  <a:cubicBezTo>
                    <a:pt x="13214" y="237486"/>
                    <a:pt x="13214" y="237486"/>
                    <a:pt x="11726" y="236742"/>
                  </a:cubicBezTo>
                  <a:cubicBezTo>
                    <a:pt x="11541" y="235142"/>
                    <a:pt x="11541" y="235142"/>
                    <a:pt x="11543" y="232978"/>
                  </a:cubicBezTo>
                  <a:cubicBezTo>
                    <a:pt x="11540" y="232157"/>
                    <a:pt x="11537" y="231337"/>
                    <a:pt x="11534" y="230491"/>
                  </a:cubicBezTo>
                  <a:cubicBezTo>
                    <a:pt x="11538" y="229578"/>
                    <a:pt x="11543" y="228666"/>
                    <a:pt x="11547" y="227725"/>
                  </a:cubicBezTo>
                  <a:cubicBezTo>
                    <a:pt x="11546" y="226764"/>
                    <a:pt x="11545" y="225804"/>
                    <a:pt x="11543" y="224814"/>
                  </a:cubicBezTo>
                  <a:cubicBezTo>
                    <a:pt x="11540" y="222134"/>
                    <a:pt x="11546" y="219455"/>
                    <a:pt x="11553" y="216775"/>
                  </a:cubicBezTo>
                  <a:cubicBezTo>
                    <a:pt x="11560" y="213891"/>
                    <a:pt x="11558" y="211006"/>
                    <a:pt x="11556" y="208121"/>
                  </a:cubicBezTo>
                  <a:cubicBezTo>
                    <a:pt x="11556" y="203119"/>
                    <a:pt x="11560" y="198117"/>
                    <a:pt x="11569" y="193115"/>
                  </a:cubicBezTo>
                  <a:cubicBezTo>
                    <a:pt x="11581" y="185882"/>
                    <a:pt x="11585" y="178650"/>
                    <a:pt x="11587" y="171418"/>
                  </a:cubicBezTo>
                  <a:cubicBezTo>
                    <a:pt x="11590" y="159685"/>
                    <a:pt x="11600" y="147952"/>
                    <a:pt x="11614" y="136220"/>
                  </a:cubicBezTo>
                  <a:cubicBezTo>
                    <a:pt x="11627" y="124819"/>
                    <a:pt x="11638" y="113419"/>
                    <a:pt x="11644" y="102019"/>
                  </a:cubicBezTo>
                  <a:cubicBezTo>
                    <a:pt x="11645" y="100966"/>
                    <a:pt x="11645" y="100966"/>
                    <a:pt x="11646" y="99891"/>
                  </a:cubicBezTo>
                  <a:cubicBezTo>
                    <a:pt x="11647" y="96368"/>
                    <a:pt x="11649" y="92846"/>
                    <a:pt x="11651" y="89323"/>
                  </a:cubicBezTo>
                  <a:cubicBezTo>
                    <a:pt x="11667" y="60080"/>
                    <a:pt x="11693" y="30837"/>
                    <a:pt x="11726" y="1593"/>
                  </a:cubicBezTo>
                  <a:close/>
                </a:path>
              </a:pathLst>
            </a:custGeom>
            <a:grpFill/>
            <a:ln w="744" cap="flat">
              <a:noFill/>
              <a:prstDash val="solid"/>
              <a:miter/>
            </a:ln>
          </p:spPr>
          <p:txBody>
            <a:bodyPr rtlCol="0" anchor="ctr"/>
            <a:lstStyle/>
            <a:p>
              <a:endParaRPr lang="zh-CN" altLang="en-US"/>
            </a:p>
          </p:txBody>
        </p:sp>
        <p:sp>
          <p:nvSpPr>
            <p:cNvPr id="176" name="任意多边形: 形状 175"/>
            <p:cNvSpPr/>
            <p:nvPr/>
          </p:nvSpPr>
          <p:spPr>
            <a:xfrm>
              <a:off x="10889058" y="613842"/>
              <a:ext cx="189073" cy="276830"/>
            </a:xfrm>
            <a:custGeom>
              <a:avLst/>
              <a:gdLst>
                <a:gd name="connsiteX0" fmla="*/ 136475 w 189076"/>
                <a:gd name="connsiteY0" fmla="*/ 457 h 276820"/>
                <a:gd name="connsiteX1" fmla="*/ 143172 w 189076"/>
                <a:gd name="connsiteY1" fmla="*/ 457 h 276820"/>
                <a:gd name="connsiteX2" fmla="*/ 143172 w 189076"/>
                <a:gd name="connsiteY2" fmla="*/ 3434 h 276820"/>
                <a:gd name="connsiteX3" fmla="*/ 144911 w 189076"/>
                <a:gd name="connsiteY3" fmla="*/ 3407 h 276820"/>
                <a:gd name="connsiteX4" fmla="*/ 147172 w 189076"/>
                <a:gd name="connsiteY4" fmla="*/ 3387 h 276820"/>
                <a:gd name="connsiteX5" fmla="*/ 149422 w 189076"/>
                <a:gd name="connsiteY5" fmla="*/ 3361 h 276820"/>
                <a:gd name="connsiteX6" fmla="*/ 152846 w 189076"/>
                <a:gd name="connsiteY6" fmla="*/ 4178 h 276820"/>
                <a:gd name="connsiteX7" fmla="*/ 152846 w 189076"/>
                <a:gd name="connsiteY7" fmla="*/ 6410 h 276820"/>
                <a:gd name="connsiteX8" fmla="*/ 154936 w 189076"/>
                <a:gd name="connsiteY8" fmla="*/ 6468 h 276820"/>
                <a:gd name="connsiteX9" fmla="*/ 157637 w 189076"/>
                <a:gd name="connsiteY9" fmla="*/ 6596 h 276820"/>
                <a:gd name="connsiteX10" fmla="*/ 160331 w 189076"/>
                <a:gd name="connsiteY10" fmla="*/ 6701 h 276820"/>
                <a:gd name="connsiteX11" fmla="*/ 162520 w 189076"/>
                <a:gd name="connsiteY11" fmla="*/ 7154 h 276820"/>
                <a:gd name="connsiteX12" fmla="*/ 163264 w 189076"/>
                <a:gd name="connsiteY12" fmla="*/ 10131 h 276820"/>
                <a:gd name="connsiteX13" fmla="*/ 167729 w 189076"/>
                <a:gd name="connsiteY13" fmla="*/ 10549 h 276820"/>
                <a:gd name="connsiteX14" fmla="*/ 172194 w 189076"/>
                <a:gd name="connsiteY14" fmla="*/ 10875 h 276820"/>
                <a:gd name="connsiteX15" fmla="*/ 172938 w 189076"/>
                <a:gd name="connsiteY15" fmla="*/ 13107 h 276820"/>
                <a:gd name="connsiteX16" fmla="*/ 179286 w 189076"/>
                <a:gd name="connsiteY16" fmla="*/ 13477 h 276820"/>
                <a:gd name="connsiteX17" fmla="*/ 181124 w 189076"/>
                <a:gd name="connsiteY17" fmla="*/ 13852 h 276820"/>
                <a:gd name="connsiteX18" fmla="*/ 181446 w 189076"/>
                <a:gd name="connsiteY18" fmla="*/ 15331 h 276820"/>
                <a:gd name="connsiteX19" fmla="*/ 181868 w 189076"/>
                <a:gd name="connsiteY19" fmla="*/ 16828 h 276820"/>
                <a:gd name="connsiteX20" fmla="*/ 186751 w 189076"/>
                <a:gd name="connsiteY20" fmla="*/ 17386 h 276820"/>
                <a:gd name="connsiteX21" fmla="*/ 189452 w 189076"/>
                <a:gd name="connsiteY21" fmla="*/ 17514 h 276820"/>
                <a:gd name="connsiteX22" fmla="*/ 191542 w 189076"/>
                <a:gd name="connsiteY22" fmla="*/ 17572 h 276820"/>
                <a:gd name="connsiteX23" fmla="*/ 191542 w 189076"/>
                <a:gd name="connsiteY23" fmla="*/ 19805 h 276820"/>
                <a:gd name="connsiteX24" fmla="*/ 197634 w 189076"/>
                <a:gd name="connsiteY24" fmla="*/ 20363 h 276820"/>
                <a:gd name="connsiteX25" fmla="*/ 199727 w 189076"/>
                <a:gd name="connsiteY25" fmla="*/ 20549 h 276820"/>
                <a:gd name="connsiteX26" fmla="*/ 201215 w 189076"/>
                <a:gd name="connsiteY26" fmla="*/ 24269 h 276820"/>
                <a:gd name="connsiteX27" fmla="*/ 202797 w 189076"/>
                <a:gd name="connsiteY27" fmla="*/ 24549 h 276820"/>
                <a:gd name="connsiteX28" fmla="*/ 204192 w 189076"/>
                <a:gd name="connsiteY28" fmla="*/ 25014 h 276820"/>
                <a:gd name="connsiteX29" fmla="*/ 204192 w 189076"/>
                <a:gd name="connsiteY29" fmla="*/ 30223 h 276820"/>
                <a:gd name="connsiteX30" fmla="*/ 201960 w 189076"/>
                <a:gd name="connsiteY30" fmla="*/ 30223 h 276820"/>
                <a:gd name="connsiteX31" fmla="*/ 202038 w 189076"/>
                <a:gd name="connsiteY31" fmla="*/ 31987 h 276820"/>
                <a:gd name="connsiteX32" fmla="*/ 202099 w 189076"/>
                <a:gd name="connsiteY32" fmla="*/ 34269 h 276820"/>
                <a:gd name="connsiteX33" fmla="*/ 202178 w 189076"/>
                <a:gd name="connsiteY33" fmla="*/ 36545 h 276820"/>
                <a:gd name="connsiteX34" fmla="*/ 201960 w 189076"/>
                <a:gd name="connsiteY34" fmla="*/ 38408 h 276820"/>
                <a:gd name="connsiteX35" fmla="*/ 199727 w 189076"/>
                <a:gd name="connsiteY35" fmla="*/ 39152 h 276820"/>
                <a:gd name="connsiteX36" fmla="*/ 199216 w 189076"/>
                <a:gd name="connsiteY36" fmla="*/ 42920 h 276820"/>
                <a:gd name="connsiteX37" fmla="*/ 199067 w 189076"/>
                <a:gd name="connsiteY37" fmla="*/ 44992 h 276820"/>
                <a:gd name="connsiteX38" fmla="*/ 198983 w 189076"/>
                <a:gd name="connsiteY38" fmla="*/ 46594 h 276820"/>
                <a:gd name="connsiteX39" fmla="*/ 196751 w 189076"/>
                <a:gd name="connsiteY39" fmla="*/ 46594 h 276820"/>
                <a:gd name="connsiteX40" fmla="*/ 196006 w 189076"/>
                <a:gd name="connsiteY40" fmla="*/ 54035 h 276820"/>
                <a:gd name="connsiteX41" fmla="*/ 193774 w 189076"/>
                <a:gd name="connsiteY41" fmla="*/ 54035 h 276820"/>
                <a:gd name="connsiteX42" fmla="*/ 193852 w 189076"/>
                <a:gd name="connsiteY42" fmla="*/ 55637 h 276820"/>
                <a:gd name="connsiteX43" fmla="*/ 193914 w 189076"/>
                <a:gd name="connsiteY43" fmla="*/ 57709 h 276820"/>
                <a:gd name="connsiteX44" fmla="*/ 193992 w 189076"/>
                <a:gd name="connsiteY44" fmla="*/ 59776 h 276820"/>
                <a:gd name="connsiteX45" fmla="*/ 193774 w 189076"/>
                <a:gd name="connsiteY45" fmla="*/ 61477 h 276820"/>
                <a:gd name="connsiteX46" fmla="*/ 191542 w 189076"/>
                <a:gd name="connsiteY46" fmla="*/ 62221 h 276820"/>
                <a:gd name="connsiteX47" fmla="*/ 191030 w 189076"/>
                <a:gd name="connsiteY47" fmla="*/ 65616 h 276820"/>
                <a:gd name="connsiteX48" fmla="*/ 190882 w 189076"/>
                <a:gd name="connsiteY48" fmla="*/ 67479 h 276820"/>
                <a:gd name="connsiteX49" fmla="*/ 190797 w 189076"/>
                <a:gd name="connsiteY49" fmla="*/ 68918 h 276820"/>
                <a:gd name="connsiteX50" fmla="*/ 188565 w 189076"/>
                <a:gd name="connsiteY50" fmla="*/ 68918 h 276820"/>
                <a:gd name="connsiteX51" fmla="*/ 188455 w 189076"/>
                <a:gd name="connsiteY51" fmla="*/ 70357 h 276820"/>
                <a:gd name="connsiteX52" fmla="*/ 188286 w 189076"/>
                <a:gd name="connsiteY52" fmla="*/ 72220 h 276820"/>
                <a:gd name="connsiteX53" fmla="*/ 188129 w 189076"/>
                <a:gd name="connsiteY53" fmla="*/ 74077 h 276820"/>
                <a:gd name="connsiteX54" fmla="*/ 187821 w 189076"/>
                <a:gd name="connsiteY54" fmla="*/ 75615 h 276820"/>
                <a:gd name="connsiteX55" fmla="*/ 186333 w 189076"/>
                <a:gd name="connsiteY55" fmla="*/ 76359 h 276820"/>
                <a:gd name="connsiteX56" fmla="*/ 185867 w 189076"/>
                <a:gd name="connsiteY56" fmla="*/ 79382 h 276820"/>
                <a:gd name="connsiteX57" fmla="*/ 185588 w 189076"/>
                <a:gd name="connsiteY57" fmla="*/ 82312 h 276820"/>
                <a:gd name="connsiteX58" fmla="*/ 183356 w 189076"/>
                <a:gd name="connsiteY58" fmla="*/ 82312 h 276820"/>
                <a:gd name="connsiteX59" fmla="*/ 182612 w 189076"/>
                <a:gd name="connsiteY59" fmla="*/ 89754 h 276820"/>
                <a:gd name="connsiteX60" fmla="*/ 181124 w 189076"/>
                <a:gd name="connsiteY60" fmla="*/ 89754 h 276820"/>
                <a:gd name="connsiteX61" fmla="*/ 180379 w 189076"/>
                <a:gd name="connsiteY61" fmla="*/ 93056 h 276820"/>
                <a:gd name="connsiteX62" fmla="*/ 179635 w 189076"/>
                <a:gd name="connsiteY62" fmla="*/ 96451 h 276820"/>
                <a:gd name="connsiteX63" fmla="*/ 178147 w 189076"/>
                <a:gd name="connsiteY63" fmla="*/ 97195 h 276820"/>
                <a:gd name="connsiteX64" fmla="*/ 177403 w 189076"/>
                <a:gd name="connsiteY64" fmla="*/ 99800 h 276820"/>
                <a:gd name="connsiteX65" fmla="*/ 176659 w 189076"/>
                <a:gd name="connsiteY65" fmla="*/ 102404 h 276820"/>
                <a:gd name="connsiteX66" fmla="*/ 175170 w 189076"/>
                <a:gd name="connsiteY66" fmla="*/ 103148 h 276820"/>
                <a:gd name="connsiteX67" fmla="*/ 174845 w 189076"/>
                <a:gd name="connsiteY67" fmla="*/ 105753 h 276820"/>
                <a:gd name="connsiteX68" fmla="*/ 174426 w 189076"/>
                <a:gd name="connsiteY68" fmla="*/ 108357 h 276820"/>
                <a:gd name="connsiteX69" fmla="*/ 172194 w 189076"/>
                <a:gd name="connsiteY69" fmla="*/ 109102 h 276820"/>
                <a:gd name="connsiteX70" fmla="*/ 171685 w 189076"/>
                <a:gd name="connsiteY70" fmla="*/ 113622 h 276820"/>
                <a:gd name="connsiteX71" fmla="*/ 169217 w 189076"/>
                <a:gd name="connsiteY71" fmla="*/ 117287 h 276820"/>
                <a:gd name="connsiteX72" fmla="*/ 169217 w 189076"/>
                <a:gd name="connsiteY72" fmla="*/ 119240 h 276820"/>
                <a:gd name="connsiteX73" fmla="*/ 169217 w 189076"/>
                <a:gd name="connsiteY73" fmla="*/ 121008 h 276820"/>
                <a:gd name="connsiteX74" fmla="*/ 166985 w 189076"/>
                <a:gd name="connsiteY74" fmla="*/ 121752 h 276820"/>
                <a:gd name="connsiteX75" fmla="*/ 166241 w 189076"/>
                <a:gd name="connsiteY75" fmla="*/ 126217 h 276820"/>
                <a:gd name="connsiteX76" fmla="*/ 164008 w 189076"/>
                <a:gd name="connsiteY76" fmla="*/ 126217 h 276820"/>
                <a:gd name="connsiteX77" fmla="*/ 163776 w 189076"/>
                <a:gd name="connsiteY77" fmla="*/ 129054 h 276820"/>
                <a:gd name="connsiteX78" fmla="*/ 161032 w 189076"/>
                <a:gd name="connsiteY78" fmla="*/ 134402 h 276820"/>
                <a:gd name="connsiteX79" fmla="*/ 161032 w 189076"/>
                <a:gd name="connsiteY79" fmla="*/ 136728 h 276820"/>
                <a:gd name="connsiteX80" fmla="*/ 161032 w 189076"/>
                <a:gd name="connsiteY80" fmla="*/ 138867 h 276820"/>
                <a:gd name="connsiteX81" fmla="*/ 158799 w 189076"/>
                <a:gd name="connsiteY81" fmla="*/ 139611 h 276820"/>
                <a:gd name="connsiteX82" fmla="*/ 158427 w 189076"/>
                <a:gd name="connsiteY82" fmla="*/ 141518 h 276820"/>
                <a:gd name="connsiteX83" fmla="*/ 158055 w 189076"/>
                <a:gd name="connsiteY83" fmla="*/ 143332 h 276820"/>
                <a:gd name="connsiteX84" fmla="*/ 155823 w 189076"/>
                <a:gd name="connsiteY84" fmla="*/ 143332 h 276820"/>
                <a:gd name="connsiteX85" fmla="*/ 155590 w 189076"/>
                <a:gd name="connsiteY85" fmla="*/ 146216 h 276820"/>
                <a:gd name="connsiteX86" fmla="*/ 155079 w 189076"/>
                <a:gd name="connsiteY86" fmla="*/ 149285 h 276820"/>
                <a:gd name="connsiteX87" fmla="*/ 152846 w 189076"/>
                <a:gd name="connsiteY87" fmla="*/ 150773 h 276820"/>
                <a:gd name="connsiteX88" fmla="*/ 152846 w 189076"/>
                <a:gd name="connsiteY88" fmla="*/ 152680 h 276820"/>
                <a:gd name="connsiteX89" fmla="*/ 152846 w 189076"/>
                <a:gd name="connsiteY89" fmla="*/ 154494 h 276820"/>
                <a:gd name="connsiteX90" fmla="*/ 150614 w 189076"/>
                <a:gd name="connsiteY90" fmla="*/ 155238 h 276820"/>
                <a:gd name="connsiteX91" fmla="*/ 150242 w 189076"/>
                <a:gd name="connsiteY91" fmla="*/ 157471 h 276820"/>
                <a:gd name="connsiteX92" fmla="*/ 149870 w 189076"/>
                <a:gd name="connsiteY92" fmla="*/ 159703 h 276820"/>
                <a:gd name="connsiteX93" fmla="*/ 147637 w 189076"/>
                <a:gd name="connsiteY93" fmla="*/ 160447 h 276820"/>
                <a:gd name="connsiteX94" fmla="*/ 146893 w 189076"/>
                <a:gd name="connsiteY94" fmla="*/ 165656 h 276820"/>
                <a:gd name="connsiteX95" fmla="*/ 144661 w 189076"/>
                <a:gd name="connsiteY95" fmla="*/ 167889 h 276820"/>
                <a:gd name="connsiteX96" fmla="*/ 143917 w 189076"/>
                <a:gd name="connsiteY96" fmla="*/ 170121 h 276820"/>
                <a:gd name="connsiteX97" fmla="*/ 142428 w 189076"/>
                <a:gd name="connsiteY97" fmla="*/ 170865 h 276820"/>
                <a:gd name="connsiteX98" fmla="*/ 141684 w 189076"/>
                <a:gd name="connsiteY98" fmla="*/ 175330 h 276820"/>
                <a:gd name="connsiteX99" fmla="*/ 140196 w 189076"/>
                <a:gd name="connsiteY99" fmla="*/ 175330 h 276820"/>
                <a:gd name="connsiteX100" fmla="*/ 139080 w 189076"/>
                <a:gd name="connsiteY100" fmla="*/ 177935 h 276820"/>
                <a:gd name="connsiteX101" fmla="*/ 137963 w 189076"/>
                <a:gd name="connsiteY101" fmla="*/ 180539 h 276820"/>
                <a:gd name="connsiteX102" fmla="*/ 136475 w 189076"/>
                <a:gd name="connsiteY102" fmla="*/ 180539 h 276820"/>
                <a:gd name="connsiteX103" fmla="*/ 135731 w 189076"/>
                <a:gd name="connsiteY103" fmla="*/ 184260 h 276820"/>
                <a:gd name="connsiteX104" fmla="*/ 134243 w 189076"/>
                <a:gd name="connsiteY104" fmla="*/ 185004 h 276820"/>
                <a:gd name="connsiteX105" fmla="*/ 133917 w 189076"/>
                <a:gd name="connsiteY105" fmla="*/ 187190 h 276820"/>
                <a:gd name="connsiteX106" fmla="*/ 133499 w 189076"/>
                <a:gd name="connsiteY106" fmla="*/ 189469 h 276820"/>
                <a:gd name="connsiteX107" fmla="*/ 131266 w 189076"/>
                <a:gd name="connsiteY107" fmla="*/ 190957 h 276820"/>
                <a:gd name="connsiteX108" fmla="*/ 130894 w 189076"/>
                <a:gd name="connsiteY108" fmla="*/ 192445 h 276820"/>
                <a:gd name="connsiteX109" fmla="*/ 128290 w 189076"/>
                <a:gd name="connsiteY109" fmla="*/ 195422 h 276820"/>
                <a:gd name="connsiteX110" fmla="*/ 127918 w 189076"/>
                <a:gd name="connsiteY110" fmla="*/ 197003 h 276820"/>
                <a:gd name="connsiteX111" fmla="*/ 127545 w 189076"/>
                <a:gd name="connsiteY111" fmla="*/ 198398 h 276820"/>
                <a:gd name="connsiteX112" fmla="*/ 125313 w 189076"/>
                <a:gd name="connsiteY112" fmla="*/ 198398 h 276820"/>
                <a:gd name="connsiteX113" fmla="*/ 125453 w 189076"/>
                <a:gd name="connsiteY113" fmla="*/ 200584 h 276820"/>
                <a:gd name="connsiteX114" fmla="*/ 125313 w 189076"/>
                <a:gd name="connsiteY114" fmla="*/ 202863 h 276820"/>
                <a:gd name="connsiteX115" fmla="*/ 123081 w 189076"/>
                <a:gd name="connsiteY115" fmla="*/ 203607 h 276820"/>
                <a:gd name="connsiteX116" fmla="*/ 121592 w 189076"/>
                <a:gd name="connsiteY116" fmla="*/ 208072 h 276820"/>
                <a:gd name="connsiteX117" fmla="*/ 120104 w 189076"/>
                <a:gd name="connsiteY117" fmla="*/ 208816 h 276820"/>
                <a:gd name="connsiteX118" fmla="*/ 119732 w 189076"/>
                <a:gd name="connsiteY118" fmla="*/ 210305 h 276820"/>
                <a:gd name="connsiteX119" fmla="*/ 119360 w 189076"/>
                <a:gd name="connsiteY119" fmla="*/ 211793 h 276820"/>
                <a:gd name="connsiteX120" fmla="*/ 117872 w 189076"/>
                <a:gd name="connsiteY120" fmla="*/ 212537 h 276820"/>
                <a:gd name="connsiteX121" fmla="*/ 117546 w 189076"/>
                <a:gd name="connsiteY121" fmla="*/ 214304 h 276820"/>
                <a:gd name="connsiteX122" fmla="*/ 114895 w 189076"/>
                <a:gd name="connsiteY122" fmla="*/ 218490 h 276820"/>
                <a:gd name="connsiteX123" fmla="*/ 111081 w 189076"/>
                <a:gd name="connsiteY123" fmla="*/ 223932 h 276820"/>
                <a:gd name="connsiteX124" fmla="*/ 110430 w 189076"/>
                <a:gd name="connsiteY124" fmla="*/ 225187 h 276820"/>
                <a:gd name="connsiteX125" fmla="*/ 108942 w 189076"/>
                <a:gd name="connsiteY125" fmla="*/ 225187 h 276820"/>
                <a:gd name="connsiteX126" fmla="*/ 108198 w 189076"/>
                <a:gd name="connsiteY126" fmla="*/ 227048 h 276820"/>
                <a:gd name="connsiteX127" fmla="*/ 107454 w 189076"/>
                <a:gd name="connsiteY127" fmla="*/ 228908 h 276820"/>
                <a:gd name="connsiteX128" fmla="*/ 105965 w 189076"/>
                <a:gd name="connsiteY128" fmla="*/ 228908 h 276820"/>
                <a:gd name="connsiteX129" fmla="*/ 106105 w 189076"/>
                <a:gd name="connsiteY129" fmla="*/ 230722 h 276820"/>
                <a:gd name="connsiteX130" fmla="*/ 105965 w 189076"/>
                <a:gd name="connsiteY130" fmla="*/ 232629 h 276820"/>
                <a:gd name="connsiteX131" fmla="*/ 103733 w 189076"/>
                <a:gd name="connsiteY131" fmla="*/ 233373 h 276820"/>
                <a:gd name="connsiteX132" fmla="*/ 102989 w 189076"/>
                <a:gd name="connsiteY132" fmla="*/ 237094 h 276820"/>
                <a:gd name="connsiteX133" fmla="*/ 101501 w 189076"/>
                <a:gd name="connsiteY133" fmla="*/ 237094 h 276820"/>
                <a:gd name="connsiteX134" fmla="*/ 101175 w 189076"/>
                <a:gd name="connsiteY134" fmla="*/ 238442 h 276820"/>
                <a:gd name="connsiteX135" fmla="*/ 98524 w 189076"/>
                <a:gd name="connsiteY135" fmla="*/ 242303 h 276820"/>
                <a:gd name="connsiteX136" fmla="*/ 94710 w 189076"/>
                <a:gd name="connsiteY136" fmla="*/ 247744 h 276820"/>
                <a:gd name="connsiteX137" fmla="*/ 94059 w 189076"/>
                <a:gd name="connsiteY137" fmla="*/ 249000 h 276820"/>
                <a:gd name="connsiteX138" fmla="*/ 92571 w 189076"/>
                <a:gd name="connsiteY138" fmla="*/ 249000 h 276820"/>
                <a:gd name="connsiteX139" fmla="*/ 91827 w 189076"/>
                <a:gd name="connsiteY139" fmla="*/ 250860 h 276820"/>
                <a:gd name="connsiteX140" fmla="*/ 91083 w 189076"/>
                <a:gd name="connsiteY140" fmla="*/ 252721 h 276820"/>
                <a:gd name="connsiteX141" fmla="*/ 89594 w 189076"/>
                <a:gd name="connsiteY141" fmla="*/ 252721 h 276820"/>
                <a:gd name="connsiteX142" fmla="*/ 89269 w 189076"/>
                <a:gd name="connsiteY142" fmla="*/ 254069 h 276820"/>
                <a:gd name="connsiteX143" fmla="*/ 86618 w 189076"/>
                <a:gd name="connsiteY143" fmla="*/ 257930 h 276820"/>
                <a:gd name="connsiteX144" fmla="*/ 83641 w 189076"/>
                <a:gd name="connsiteY144" fmla="*/ 262394 h 276820"/>
                <a:gd name="connsiteX145" fmla="*/ 79920 w 189076"/>
                <a:gd name="connsiteY145" fmla="*/ 266115 h 276820"/>
                <a:gd name="connsiteX146" fmla="*/ 75409 w 189076"/>
                <a:gd name="connsiteY146" fmla="*/ 272301 h 276820"/>
                <a:gd name="connsiteX147" fmla="*/ 74711 w 189076"/>
                <a:gd name="connsiteY147" fmla="*/ 273557 h 276820"/>
                <a:gd name="connsiteX148" fmla="*/ 73130 w 189076"/>
                <a:gd name="connsiteY148" fmla="*/ 273929 h 276820"/>
                <a:gd name="connsiteX149" fmla="*/ 71735 w 189076"/>
                <a:gd name="connsiteY149" fmla="*/ 274301 h 276820"/>
                <a:gd name="connsiteX150" fmla="*/ 71735 w 189076"/>
                <a:gd name="connsiteY150" fmla="*/ 277277 h 276820"/>
                <a:gd name="connsiteX151" fmla="*/ 69502 w 189076"/>
                <a:gd name="connsiteY151" fmla="*/ 276533 h 276820"/>
                <a:gd name="connsiteX152" fmla="*/ 68758 w 189076"/>
                <a:gd name="connsiteY152" fmla="*/ 274301 h 276820"/>
                <a:gd name="connsiteX153" fmla="*/ 67270 w 189076"/>
                <a:gd name="connsiteY153" fmla="*/ 273975 h 276820"/>
                <a:gd name="connsiteX154" fmla="*/ 65782 w 189076"/>
                <a:gd name="connsiteY154" fmla="*/ 273557 h 276820"/>
                <a:gd name="connsiteX155" fmla="*/ 65038 w 189076"/>
                <a:gd name="connsiteY155" fmla="*/ 270580 h 276820"/>
                <a:gd name="connsiteX156" fmla="*/ 62805 w 189076"/>
                <a:gd name="connsiteY156" fmla="*/ 269836 h 276820"/>
                <a:gd name="connsiteX157" fmla="*/ 62061 w 189076"/>
                <a:gd name="connsiteY157" fmla="*/ 267603 h 276820"/>
                <a:gd name="connsiteX158" fmla="*/ 60573 w 189076"/>
                <a:gd name="connsiteY158" fmla="*/ 267231 h 276820"/>
                <a:gd name="connsiteX159" fmla="*/ 59085 w 189076"/>
                <a:gd name="connsiteY159" fmla="*/ 266859 h 276820"/>
                <a:gd name="connsiteX160" fmla="*/ 58340 w 189076"/>
                <a:gd name="connsiteY160" fmla="*/ 264627 h 276820"/>
                <a:gd name="connsiteX161" fmla="*/ 52387 w 189076"/>
                <a:gd name="connsiteY161" fmla="*/ 259418 h 276820"/>
                <a:gd name="connsiteX162" fmla="*/ 51643 w 189076"/>
                <a:gd name="connsiteY162" fmla="*/ 257185 h 276820"/>
                <a:gd name="connsiteX163" fmla="*/ 50201 w 189076"/>
                <a:gd name="connsiteY163" fmla="*/ 256860 h 276820"/>
                <a:gd name="connsiteX164" fmla="*/ 48667 w 189076"/>
                <a:gd name="connsiteY164" fmla="*/ 256441 h 276820"/>
                <a:gd name="connsiteX165" fmla="*/ 47178 w 189076"/>
                <a:gd name="connsiteY165" fmla="*/ 253465 h 276820"/>
                <a:gd name="connsiteX166" fmla="*/ 45690 w 189076"/>
                <a:gd name="connsiteY166" fmla="*/ 253465 h 276820"/>
                <a:gd name="connsiteX167" fmla="*/ 45085 w 189076"/>
                <a:gd name="connsiteY167" fmla="*/ 252209 h 276820"/>
                <a:gd name="connsiteX168" fmla="*/ 38249 w 189076"/>
                <a:gd name="connsiteY168" fmla="*/ 246023 h 276820"/>
                <a:gd name="connsiteX169" fmla="*/ 37504 w 189076"/>
                <a:gd name="connsiteY169" fmla="*/ 243791 h 276820"/>
                <a:gd name="connsiteX170" fmla="*/ 36063 w 189076"/>
                <a:gd name="connsiteY170" fmla="*/ 243465 h 276820"/>
                <a:gd name="connsiteX171" fmla="*/ 34528 w 189076"/>
                <a:gd name="connsiteY171" fmla="*/ 243047 h 276820"/>
                <a:gd name="connsiteX172" fmla="*/ 33040 w 189076"/>
                <a:gd name="connsiteY172" fmla="*/ 240070 h 276820"/>
                <a:gd name="connsiteX173" fmla="*/ 27086 w 189076"/>
                <a:gd name="connsiteY173" fmla="*/ 235605 h 276820"/>
                <a:gd name="connsiteX174" fmla="*/ 26342 w 189076"/>
                <a:gd name="connsiteY174" fmla="*/ 233373 h 276820"/>
                <a:gd name="connsiteX175" fmla="*/ 24854 w 189076"/>
                <a:gd name="connsiteY175" fmla="*/ 233047 h 276820"/>
                <a:gd name="connsiteX176" fmla="*/ 23366 w 189076"/>
                <a:gd name="connsiteY176" fmla="*/ 232629 h 276820"/>
                <a:gd name="connsiteX177" fmla="*/ 23040 w 189076"/>
                <a:gd name="connsiteY177" fmla="*/ 231141 h 276820"/>
                <a:gd name="connsiteX178" fmla="*/ 22622 w 189076"/>
                <a:gd name="connsiteY178" fmla="*/ 229652 h 276820"/>
                <a:gd name="connsiteX179" fmla="*/ 18901 w 189076"/>
                <a:gd name="connsiteY179" fmla="*/ 228908 h 276820"/>
                <a:gd name="connsiteX180" fmla="*/ 18157 w 189076"/>
                <a:gd name="connsiteY180" fmla="*/ 226676 h 276820"/>
                <a:gd name="connsiteX181" fmla="*/ 15924 w 189076"/>
                <a:gd name="connsiteY181" fmla="*/ 225932 h 276820"/>
                <a:gd name="connsiteX182" fmla="*/ 16436 w 189076"/>
                <a:gd name="connsiteY182" fmla="*/ 217839 h 276820"/>
                <a:gd name="connsiteX183" fmla="*/ 19785 w 189076"/>
                <a:gd name="connsiteY183" fmla="*/ 214956 h 276820"/>
                <a:gd name="connsiteX184" fmla="*/ 21133 w 189076"/>
                <a:gd name="connsiteY184" fmla="*/ 214769 h 276820"/>
                <a:gd name="connsiteX185" fmla="*/ 21877 w 189076"/>
                <a:gd name="connsiteY185" fmla="*/ 212537 h 276820"/>
                <a:gd name="connsiteX186" fmla="*/ 24110 w 189076"/>
                <a:gd name="connsiteY186" fmla="*/ 211793 h 276820"/>
                <a:gd name="connsiteX187" fmla="*/ 24854 w 189076"/>
                <a:gd name="connsiteY187" fmla="*/ 209560 h 276820"/>
                <a:gd name="connsiteX188" fmla="*/ 27086 w 189076"/>
                <a:gd name="connsiteY188" fmla="*/ 208072 h 276820"/>
                <a:gd name="connsiteX189" fmla="*/ 27831 w 189076"/>
                <a:gd name="connsiteY189" fmla="*/ 205840 h 276820"/>
                <a:gd name="connsiteX190" fmla="*/ 31551 w 189076"/>
                <a:gd name="connsiteY190" fmla="*/ 202119 h 276820"/>
                <a:gd name="connsiteX191" fmla="*/ 32295 w 189076"/>
                <a:gd name="connsiteY191" fmla="*/ 200538 h 276820"/>
                <a:gd name="connsiteX192" fmla="*/ 34714 w 189076"/>
                <a:gd name="connsiteY192" fmla="*/ 198212 h 276820"/>
                <a:gd name="connsiteX193" fmla="*/ 40234 w 189076"/>
                <a:gd name="connsiteY193" fmla="*/ 192181 h 276820"/>
                <a:gd name="connsiteX194" fmla="*/ 41225 w 189076"/>
                <a:gd name="connsiteY194" fmla="*/ 190957 h 276820"/>
                <a:gd name="connsiteX195" fmla="*/ 42713 w 189076"/>
                <a:gd name="connsiteY195" fmla="*/ 190957 h 276820"/>
                <a:gd name="connsiteX196" fmla="*/ 42992 w 189076"/>
                <a:gd name="connsiteY196" fmla="*/ 189701 h 276820"/>
                <a:gd name="connsiteX197" fmla="*/ 46434 w 189076"/>
                <a:gd name="connsiteY197" fmla="*/ 184260 h 276820"/>
                <a:gd name="connsiteX198" fmla="*/ 47922 w 189076"/>
                <a:gd name="connsiteY198" fmla="*/ 184260 h 276820"/>
                <a:gd name="connsiteX199" fmla="*/ 48667 w 189076"/>
                <a:gd name="connsiteY199" fmla="*/ 182399 h 276820"/>
                <a:gd name="connsiteX200" fmla="*/ 49411 w 189076"/>
                <a:gd name="connsiteY200" fmla="*/ 180539 h 276820"/>
                <a:gd name="connsiteX201" fmla="*/ 50899 w 189076"/>
                <a:gd name="connsiteY201" fmla="*/ 180539 h 276820"/>
                <a:gd name="connsiteX202" fmla="*/ 51504 w 189076"/>
                <a:gd name="connsiteY202" fmla="*/ 178167 h 276820"/>
                <a:gd name="connsiteX203" fmla="*/ 56108 w 189076"/>
                <a:gd name="connsiteY203" fmla="*/ 171609 h 276820"/>
                <a:gd name="connsiteX204" fmla="*/ 57596 w 189076"/>
                <a:gd name="connsiteY204" fmla="*/ 168633 h 276820"/>
                <a:gd name="connsiteX205" fmla="*/ 59085 w 189076"/>
                <a:gd name="connsiteY205" fmla="*/ 167889 h 276820"/>
                <a:gd name="connsiteX206" fmla="*/ 59829 w 189076"/>
                <a:gd name="connsiteY206" fmla="*/ 166400 h 276820"/>
                <a:gd name="connsiteX207" fmla="*/ 62061 w 189076"/>
                <a:gd name="connsiteY207" fmla="*/ 164168 h 276820"/>
                <a:gd name="connsiteX208" fmla="*/ 62387 w 189076"/>
                <a:gd name="connsiteY208" fmla="*/ 162633 h 276820"/>
                <a:gd name="connsiteX209" fmla="*/ 62805 w 189076"/>
                <a:gd name="connsiteY209" fmla="*/ 161191 h 276820"/>
                <a:gd name="connsiteX210" fmla="*/ 65038 w 189076"/>
                <a:gd name="connsiteY210" fmla="*/ 161191 h 276820"/>
                <a:gd name="connsiteX211" fmla="*/ 64898 w 189076"/>
                <a:gd name="connsiteY211" fmla="*/ 159098 h 276820"/>
                <a:gd name="connsiteX212" fmla="*/ 65968 w 189076"/>
                <a:gd name="connsiteY212" fmla="*/ 155564 h 276820"/>
                <a:gd name="connsiteX213" fmla="*/ 67270 w 189076"/>
                <a:gd name="connsiteY213" fmla="*/ 154494 h 276820"/>
                <a:gd name="connsiteX214" fmla="*/ 71084 w 189076"/>
                <a:gd name="connsiteY214" fmla="*/ 149053 h 276820"/>
                <a:gd name="connsiteX215" fmla="*/ 71735 w 189076"/>
                <a:gd name="connsiteY215" fmla="*/ 147797 h 276820"/>
                <a:gd name="connsiteX216" fmla="*/ 73223 w 189076"/>
                <a:gd name="connsiteY216" fmla="*/ 147797 h 276820"/>
                <a:gd name="connsiteX217" fmla="*/ 73967 w 189076"/>
                <a:gd name="connsiteY217" fmla="*/ 144076 h 276820"/>
                <a:gd name="connsiteX218" fmla="*/ 75456 w 189076"/>
                <a:gd name="connsiteY218" fmla="*/ 143332 h 276820"/>
                <a:gd name="connsiteX219" fmla="*/ 75781 w 189076"/>
                <a:gd name="connsiteY219" fmla="*/ 141565 h 276820"/>
                <a:gd name="connsiteX220" fmla="*/ 78432 w 189076"/>
                <a:gd name="connsiteY220" fmla="*/ 137379 h 276820"/>
                <a:gd name="connsiteX221" fmla="*/ 79223 w 189076"/>
                <a:gd name="connsiteY221" fmla="*/ 135751 h 276820"/>
                <a:gd name="connsiteX222" fmla="*/ 79920 w 189076"/>
                <a:gd name="connsiteY222" fmla="*/ 134402 h 276820"/>
                <a:gd name="connsiteX223" fmla="*/ 81409 w 189076"/>
                <a:gd name="connsiteY223" fmla="*/ 134402 h 276820"/>
                <a:gd name="connsiteX224" fmla="*/ 82153 w 189076"/>
                <a:gd name="connsiteY224" fmla="*/ 130682 h 276820"/>
                <a:gd name="connsiteX225" fmla="*/ 83641 w 189076"/>
                <a:gd name="connsiteY225" fmla="*/ 129937 h 276820"/>
                <a:gd name="connsiteX226" fmla="*/ 83967 w 189076"/>
                <a:gd name="connsiteY226" fmla="*/ 127798 h 276820"/>
                <a:gd name="connsiteX227" fmla="*/ 86618 w 189076"/>
                <a:gd name="connsiteY227" fmla="*/ 123240 h 276820"/>
                <a:gd name="connsiteX228" fmla="*/ 86990 w 189076"/>
                <a:gd name="connsiteY228" fmla="*/ 121612 h 276820"/>
                <a:gd name="connsiteX229" fmla="*/ 87362 w 189076"/>
                <a:gd name="connsiteY229" fmla="*/ 120264 h 276820"/>
                <a:gd name="connsiteX230" fmla="*/ 89594 w 189076"/>
                <a:gd name="connsiteY230" fmla="*/ 120264 h 276820"/>
                <a:gd name="connsiteX231" fmla="*/ 89455 w 189076"/>
                <a:gd name="connsiteY231" fmla="*/ 118078 h 276820"/>
                <a:gd name="connsiteX232" fmla="*/ 89594 w 189076"/>
                <a:gd name="connsiteY232" fmla="*/ 115799 h 276820"/>
                <a:gd name="connsiteX233" fmla="*/ 91827 w 189076"/>
                <a:gd name="connsiteY233" fmla="*/ 115055 h 276820"/>
                <a:gd name="connsiteX234" fmla="*/ 92571 w 189076"/>
                <a:gd name="connsiteY234" fmla="*/ 109846 h 276820"/>
                <a:gd name="connsiteX235" fmla="*/ 94803 w 189076"/>
                <a:gd name="connsiteY235" fmla="*/ 109846 h 276820"/>
                <a:gd name="connsiteX236" fmla="*/ 95847 w 189076"/>
                <a:gd name="connsiteY236" fmla="*/ 106142 h 276820"/>
                <a:gd name="connsiteX237" fmla="*/ 99268 w 189076"/>
                <a:gd name="connsiteY237" fmla="*/ 99428 h 276820"/>
                <a:gd name="connsiteX238" fmla="*/ 100756 w 189076"/>
                <a:gd name="connsiteY238" fmla="*/ 99428 h 276820"/>
                <a:gd name="connsiteX239" fmla="*/ 100617 w 189076"/>
                <a:gd name="connsiteY239" fmla="*/ 96498 h 276820"/>
                <a:gd name="connsiteX240" fmla="*/ 100756 w 189076"/>
                <a:gd name="connsiteY240" fmla="*/ 93475 h 276820"/>
                <a:gd name="connsiteX241" fmla="*/ 102989 w 189076"/>
                <a:gd name="connsiteY241" fmla="*/ 92730 h 276820"/>
                <a:gd name="connsiteX242" fmla="*/ 103733 w 189076"/>
                <a:gd name="connsiteY242" fmla="*/ 87521 h 276820"/>
                <a:gd name="connsiteX243" fmla="*/ 105221 w 189076"/>
                <a:gd name="connsiteY243" fmla="*/ 86777 h 276820"/>
                <a:gd name="connsiteX244" fmla="*/ 105965 w 189076"/>
                <a:gd name="connsiteY244" fmla="*/ 82312 h 276820"/>
                <a:gd name="connsiteX245" fmla="*/ 108198 w 189076"/>
                <a:gd name="connsiteY245" fmla="*/ 82312 h 276820"/>
                <a:gd name="connsiteX246" fmla="*/ 108430 w 189076"/>
                <a:gd name="connsiteY246" fmla="*/ 79475 h 276820"/>
                <a:gd name="connsiteX247" fmla="*/ 111174 w 189076"/>
                <a:gd name="connsiteY247" fmla="*/ 74127 h 276820"/>
                <a:gd name="connsiteX248" fmla="*/ 111919 w 189076"/>
                <a:gd name="connsiteY248" fmla="*/ 69662 h 276820"/>
                <a:gd name="connsiteX249" fmla="*/ 114151 w 189076"/>
                <a:gd name="connsiteY249" fmla="*/ 69662 h 276820"/>
                <a:gd name="connsiteX250" fmla="*/ 114072 w 189076"/>
                <a:gd name="connsiteY250" fmla="*/ 68223 h 276820"/>
                <a:gd name="connsiteX251" fmla="*/ 114011 w 189076"/>
                <a:gd name="connsiteY251" fmla="*/ 66360 h 276820"/>
                <a:gd name="connsiteX252" fmla="*/ 113933 w 189076"/>
                <a:gd name="connsiteY252" fmla="*/ 64503 h 276820"/>
                <a:gd name="connsiteX253" fmla="*/ 114151 w 189076"/>
                <a:gd name="connsiteY253" fmla="*/ 62965 h 276820"/>
                <a:gd name="connsiteX254" fmla="*/ 116383 w 189076"/>
                <a:gd name="connsiteY254" fmla="*/ 62221 h 276820"/>
                <a:gd name="connsiteX255" fmla="*/ 116755 w 189076"/>
                <a:gd name="connsiteY255" fmla="*/ 59244 h 276820"/>
                <a:gd name="connsiteX256" fmla="*/ 117127 w 189076"/>
                <a:gd name="connsiteY256" fmla="*/ 56268 h 276820"/>
                <a:gd name="connsiteX257" fmla="*/ 119360 w 189076"/>
                <a:gd name="connsiteY257" fmla="*/ 55523 h 276820"/>
                <a:gd name="connsiteX258" fmla="*/ 119869 w 189076"/>
                <a:gd name="connsiteY258" fmla="*/ 51000 h 276820"/>
                <a:gd name="connsiteX259" fmla="*/ 122336 w 189076"/>
                <a:gd name="connsiteY259" fmla="*/ 47338 h 276820"/>
                <a:gd name="connsiteX260" fmla="*/ 122336 w 189076"/>
                <a:gd name="connsiteY260" fmla="*/ 45012 h 276820"/>
                <a:gd name="connsiteX261" fmla="*/ 122336 w 189076"/>
                <a:gd name="connsiteY261" fmla="*/ 42873 h 276820"/>
                <a:gd name="connsiteX262" fmla="*/ 124569 w 189076"/>
                <a:gd name="connsiteY262" fmla="*/ 42129 h 276820"/>
                <a:gd name="connsiteX263" fmla="*/ 125080 w 189076"/>
                <a:gd name="connsiteY263" fmla="*/ 38362 h 276820"/>
                <a:gd name="connsiteX264" fmla="*/ 125229 w 189076"/>
                <a:gd name="connsiteY264" fmla="*/ 36289 h 276820"/>
                <a:gd name="connsiteX265" fmla="*/ 125313 w 189076"/>
                <a:gd name="connsiteY265" fmla="*/ 34687 h 276820"/>
                <a:gd name="connsiteX266" fmla="*/ 126801 w 189076"/>
                <a:gd name="connsiteY266" fmla="*/ 34687 h 276820"/>
                <a:gd name="connsiteX267" fmla="*/ 127798 w 189076"/>
                <a:gd name="connsiteY267" fmla="*/ 28874 h 276820"/>
                <a:gd name="connsiteX268" fmla="*/ 128290 w 189076"/>
                <a:gd name="connsiteY268" fmla="*/ 27246 h 276820"/>
                <a:gd name="connsiteX269" fmla="*/ 130522 w 189076"/>
                <a:gd name="connsiteY269" fmla="*/ 27246 h 276820"/>
                <a:gd name="connsiteX270" fmla="*/ 130444 w 189076"/>
                <a:gd name="connsiteY270" fmla="*/ 25482 h 276820"/>
                <a:gd name="connsiteX271" fmla="*/ 130382 w 189076"/>
                <a:gd name="connsiteY271" fmla="*/ 23200 h 276820"/>
                <a:gd name="connsiteX272" fmla="*/ 130304 w 189076"/>
                <a:gd name="connsiteY272" fmla="*/ 20924 h 276820"/>
                <a:gd name="connsiteX273" fmla="*/ 130522 w 189076"/>
                <a:gd name="connsiteY273" fmla="*/ 19061 h 276820"/>
                <a:gd name="connsiteX274" fmla="*/ 132754 w 189076"/>
                <a:gd name="connsiteY274" fmla="*/ 18316 h 276820"/>
                <a:gd name="connsiteX275" fmla="*/ 133266 w 189076"/>
                <a:gd name="connsiteY275" fmla="*/ 14549 h 276820"/>
                <a:gd name="connsiteX276" fmla="*/ 133414 w 189076"/>
                <a:gd name="connsiteY276" fmla="*/ 12477 h 276820"/>
                <a:gd name="connsiteX277" fmla="*/ 133499 w 189076"/>
                <a:gd name="connsiteY277" fmla="*/ 10875 h 276820"/>
                <a:gd name="connsiteX278" fmla="*/ 134987 w 189076"/>
                <a:gd name="connsiteY278" fmla="*/ 10875 h 276820"/>
                <a:gd name="connsiteX279" fmla="*/ 136150 w 189076"/>
                <a:gd name="connsiteY279" fmla="*/ 4829 h 276820"/>
                <a:gd name="connsiteX280" fmla="*/ 136339 w 189076"/>
                <a:gd name="connsiteY280" fmla="*/ 2358 h 276820"/>
                <a:gd name="connsiteX281" fmla="*/ 136475 w 189076"/>
                <a:gd name="connsiteY281" fmla="*/ 457 h 27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89076" h="276820">
                  <a:moveTo>
                    <a:pt x="136475" y="457"/>
                  </a:moveTo>
                  <a:cubicBezTo>
                    <a:pt x="138685" y="457"/>
                    <a:pt x="140895" y="457"/>
                    <a:pt x="143172" y="457"/>
                  </a:cubicBezTo>
                  <a:cubicBezTo>
                    <a:pt x="143172" y="1439"/>
                    <a:pt x="143172" y="2422"/>
                    <a:pt x="143172" y="3434"/>
                  </a:cubicBezTo>
                  <a:cubicBezTo>
                    <a:pt x="143746" y="3425"/>
                    <a:pt x="144320" y="3416"/>
                    <a:pt x="144911" y="3407"/>
                  </a:cubicBezTo>
                  <a:cubicBezTo>
                    <a:pt x="145657" y="3401"/>
                    <a:pt x="146403" y="3394"/>
                    <a:pt x="147172" y="3387"/>
                  </a:cubicBezTo>
                  <a:cubicBezTo>
                    <a:pt x="147915" y="3378"/>
                    <a:pt x="148657" y="3370"/>
                    <a:pt x="149422" y="3361"/>
                  </a:cubicBezTo>
                  <a:cubicBezTo>
                    <a:pt x="151358" y="3434"/>
                    <a:pt x="151358" y="3434"/>
                    <a:pt x="152846" y="4178"/>
                  </a:cubicBezTo>
                  <a:cubicBezTo>
                    <a:pt x="152846" y="4914"/>
                    <a:pt x="152846" y="5651"/>
                    <a:pt x="152846" y="6410"/>
                  </a:cubicBezTo>
                  <a:cubicBezTo>
                    <a:pt x="153536" y="6429"/>
                    <a:pt x="154226" y="6448"/>
                    <a:pt x="154936" y="6468"/>
                  </a:cubicBezTo>
                  <a:cubicBezTo>
                    <a:pt x="156273" y="6532"/>
                    <a:pt x="156273" y="6532"/>
                    <a:pt x="157637" y="6596"/>
                  </a:cubicBezTo>
                  <a:cubicBezTo>
                    <a:pt x="158970" y="6648"/>
                    <a:pt x="158970" y="6648"/>
                    <a:pt x="160331" y="6701"/>
                  </a:cubicBezTo>
                  <a:cubicBezTo>
                    <a:pt x="161054" y="6850"/>
                    <a:pt x="161776" y="7000"/>
                    <a:pt x="162520" y="7154"/>
                  </a:cubicBezTo>
                  <a:cubicBezTo>
                    <a:pt x="162783" y="8143"/>
                    <a:pt x="163031" y="9135"/>
                    <a:pt x="163264" y="10131"/>
                  </a:cubicBezTo>
                  <a:cubicBezTo>
                    <a:pt x="165329" y="10576"/>
                    <a:pt x="165329" y="10576"/>
                    <a:pt x="167729" y="10549"/>
                  </a:cubicBezTo>
                  <a:cubicBezTo>
                    <a:pt x="170194" y="10599"/>
                    <a:pt x="170194" y="10599"/>
                    <a:pt x="172194" y="10875"/>
                  </a:cubicBezTo>
                  <a:cubicBezTo>
                    <a:pt x="172439" y="11612"/>
                    <a:pt x="172685" y="12348"/>
                    <a:pt x="172938" y="13107"/>
                  </a:cubicBezTo>
                  <a:cubicBezTo>
                    <a:pt x="175065" y="13427"/>
                    <a:pt x="177138" y="13435"/>
                    <a:pt x="179286" y="13477"/>
                  </a:cubicBezTo>
                  <a:cubicBezTo>
                    <a:pt x="179893" y="13600"/>
                    <a:pt x="180499" y="13724"/>
                    <a:pt x="181124" y="13852"/>
                  </a:cubicBezTo>
                  <a:cubicBezTo>
                    <a:pt x="181230" y="14340"/>
                    <a:pt x="181337" y="14828"/>
                    <a:pt x="181446" y="15331"/>
                  </a:cubicBezTo>
                  <a:cubicBezTo>
                    <a:pt x="181655" y="16072"/>
                    <a:pt x="181655" y="16072"/>
                    <a:pt x="181868" y="16828"/>
                  </a:cubicBezTo>
                  <a:cubicBezTo>
                    <a:pt x="184124" y="17358"/>
                    <a:pt x="184124" y="17358"/>
                    <a:pt x="186751" y="17386"/>
                  </a:cubicBezTo>
                  <a:cubicBezTo>
                    <a:pt x="188088" y="17450"/>
                    <a:pt x="188088" y="17450"/>
                    <a:pt x="189452" y="17514"/>
                  </a:cubicBezTo>
                  <a:cubicBezTo>
                    <a:pt x="190141" y="17533"/>
                    <a:pt x="190831" y="17552"/>
                    <a:pt x="191542" y="17572"/>
                  </a:cubicBezTo>
                  <a:cubicBezTo>
                    <a:pt x="191542" y="18309"/>
                    <a:pt x="191542" y="19046"/>
                    <a:pt x="191542" y="19805"/>
                  </a:cubicBezTo>
                  <a:cubicBezTo>
                    <a:pt x="193697" y="20502"/>
                    <a:pt x="195371" y="20540"/>
                    <a:pt x="197634" y="20363"/>
                  </a:cubicBezTo>
                  <a:cubicBezTo>
                    <a:pt x="198325" y="20424"/>
                    <a:pt x="199016" y="20486"/>
                    <a:pt x="199727" y="20549"/>
                  </a:cubicBezTo>
                  <a:cubicBezTo>
                    <a:pt x="200564" y="22363"/>
                    <a:pt x="200564" y="22363"/>
                    <a:pt x="201215" y="24269"/>
                  </a:cubicBezTo>
                  <a:cubicBezTo>
                    <a:pt x="201737" y="24362"/>
                    <a:pt x="202259" y="24454"/>
                    <a:pt x="202797" y="24549"/>
                  </a:cubicBezTo>
                  <a:cubicBezTo>
                    <a:pt x="203257" y="24702"/>
                    <a:pt x="203718" y="24856"/>
                    <a:pt x="204192" y="25014"/>
                  </a:cubicBezTo>
                  <a:cubicBezTo>
                    <a:pt x="204378" y="27665"/>
                    <a:pt x="204378" y="27665"/>
                    <a:pt x="204192" y="30223"/>
                  </a:cubicBezTo>
                  <a:cubicBezTo>
                    <a:pt x="203455" y="30223"/>
                    <a:pt x="202719" y="30223"/>
                    <a:pt x="201960" y="30223"/>
                  </a:cubicBezTo>
                  <a:cubicBezTo>
                    <a:pt x="201985" y="30805"/>
                    <a:pt x="202011" y="31387"/>
                    <a:pt x="202038" y="31987"/>
                  </a:cubicBezTo>
                  <a:cubicBezTo>
                    <a:pt x="202058" y="32740"/>
                    <a:pt x="202078" y="33493"/>
                    <a:pt x="202099" y="34269"/>
                  </a:cubicBezTo>
                  <a:cubicBezTo>
                    <a:pt x="202125" y="35020"/>
                    <a:pt x="202151" y="35771"/>
                    <a:pt x="202178" y="36545"/>
                  </a:cubicBezTo>
                  <a:cubicBezTo>
                    <a:pt x="202106" y="37160"/>
                    <a:pt x="202034" y="37775"/>
                    <a:pt x="201960" y="38408"/>
                  </a:cubicBezTo>
                  <a:cubicBezTo>
                    <a:pt x="201223" y="38654"/>
                    <a:pt x="200486" y="38899"/>
                    <a:pt x="199727" y="39152"/>
                  </a:cubicBezTo>
                  <a:cubicBezTo>
                    <a:pt x="199289" y="40900"/>
                    <a:pt x="199289" y="40900"/>
                    <a:pt x="199216" y="42920"/>
                  </a:cubicBezTo>
                  <a:cubicBezTo>
                    <a:pt x="199142" y="43945"/>
                    <a:pt x="199142" y="43945"/>
                    <a:pt x="199067" y="44992"/>
                  </a:cubicBezTo>
                  <a:cubicBezTo>
                    <a:pt x="199039" y="45521"/>
                    <a:pt x="199012" y="46049"/>
                    <a:pt x="198983" y="46594"/>
                  </a:cubicBezTo>
                  <a:cubicBezTo>
                    <a:pt x="198246" y="46594"/>
                    <a:pt x="197510" y="46594"/>
                    <a:pt x="196751" y="46594"/>
                  </a:cubicBezTo>
                  <a:cubicBezTo>
                    <a:pt x="196505" y="49049"/>
                    <a:pt x="196259" y="51505"/>
                    <a:pt x="196006" y="54035"/>
                  </a:cubicBezTo>
                  <a:cubicBezTo>
                    <a:pt x="195270" y="54035"/>
                    <a:pt x="194533" y="54035"/>
                    <a:pt x="193774" y="54035"/>
                  </a:cubicBezTo>
                  <a:cubicBezTo>
                    <a:pt x="193800" y="54564"/>
                    <a:pt x="193826" y="55092"/>
                    <a:pt x="193852" y="55637"/>
                  </a:cubicBezTo>
                  <a:cubicBezTo>
                    <a:pt x="193873" y="56321"/>
                    <a:pt x="193893" y="57005"/>
                    <a:pt x="193914" y="57709"/>
                  </a:cubicBezTo>
                  <a:cubicBezTo>
                    <a:pt x="193939" y="58391"/>
                    <a:pt x="193965" y="59073"/>
                    <a:pt x="193992" y="59776"/>
                  </a:cubicBezTo>
                  <a:cubicBezTo>
                    <a:pt x="193884" y="60618"/>
                    <a:pt x="193884" y="60618"/>
                    <a:pt x="193774" y="61477"/>
                  </a:cubicBezTo>
                  <a:cubicBezTo>
                    <a:pt x="193037" y="61722"/>
                    <a:pt x="192301" y="61968"/>
                    <a:pt x="191542" y="62221"/>
                  </a:cubicBezTo>
                  <a:cubicBezTo>
                    <a:pt x="191105" y="63796"/>
                    <a:pt x="191105" y="63796"/>
                    <a:pt x="191030" y="65616"/>
                  </a:cubicBezTo>
                  <a:cubicBezTo>
                    <a:pt x="190981" y="66231"/>
                    <a:pt x="190932" y="66846"/>
                    <a:pt x="190882" y="67479"/>
                  </a:cubicBezTo>
                  <a:cubicBezTo>
                    <a:pt x="190840" y="68191"/>
                    <a:pt x="190840" y="68191"/>
                    <a:pt x="190797" y="68918"/>
                  </a:cubicBezTo>
                  <a:cubicBezTo>
                    <a:pt x="190061" y="68918"/>
                    <a:pt x="189324" y="68918"/>
                    <a:pt x="188565" y="68918"/>
                  </a:cubicBezTo>
                  <a:cubicBezTo>
                    <a:pt x="188529" y="69393"/>
                    <a:pt x="188492" y="69868"/>
                    <a:pt x="188455" y="70357"/>
                  </a:cubicBezTo>
                  <a:cubicBezTo>
                    <a:pt x="188371" y="71279"/>
                    <a:pt x="188371" y="71279"/>
                    <a:pt x="188286" y="72220"/>
                  </a:cubicBezTo>
                  <a:cubicBezTo>
                    <a:pt x="188208" y="73139"/>
                    <a:pt x="188208" y="73139"/>
                    <a:pt x="188129" y="74077"/>
                  </a:cubicBezTo>
                  <a:cubicBezTo>
                    <a:pt x="188027" y="74585"/>
                    <a:pt x="187926" y="75092"/>
                    <a:pt x="187821" y="75615"/>
                  </a:cubicBezTo>
                  <a:cubicBezTo>
                    <a:pt x="187084" y="75984"/>
                    <a:pt x="187084" y="75984"/>
                    <a:pt x="186333" y="76359"/>
                  </a:cubicBezTo>
                  <a:cubicBezTo>
                    <a:pt x="185986" y="77770"/>
                    <a:pt x="185986" y="77770"/>
                    <a:pt x="185867" y="79382"/>
                  </a:cubicBezTo>
                  <a:cubicBezTo>
                    <a:pt x="185729" y="80833"/>
                    <a:pt x="185729" y="80833"/>
                    <a:pt x="185588" y="82312"/>
                  </a:cubicBezTo>
                  <a:cubicBezTo>
                    <a:pt x="184852" y="82312"/>
                    <a:pt x="184115" y="82312"/>
                    <a:pt x="183356" y="82312"/>
                  </a:cubicBezTo>
                  <a:cubicBezTo>
                    <a:pt x="183110" y="84768"/>
                    <a:pt x="182865" y="87224"/>
                    <a:pt x="182612" y="89754"/>
                  </a:cubicBezTo>
                  <a:cubicBezTo>
                    <a:pt x="182121" y="89754"/>
                    <a:pt x="181630" y="89754"/>
                    <a:pt x="181124" y="89754"/>
                  </a:cubicBezTo>
                  <a:cubicBezTo>
                    <a:pt x="180660" y="91249"/>
                    <a:pt x="180660" y="91249"/>
                    <a:pt x="180379" y="93056"/>
                  </a:cubicBezTo>
                  <a:cubicBezTo>
                    <a:pt x="180054" y="94913"/>
                    <a:pt x="180054" y="94913"/>
                    <a:pt x="179635" y="96451"/>
                  </a:cubicBezTo>
                  <a:cubicBezTo>
                    <a:pt x="179144" y="96697"/>
                    <a:pt x="178653" y="96942"/>
                    <a:pt x="178147" y="97195"/>
                  </a:cubicBezTo>
                  <a:cubicBezTo>
                    <a:pt x="177901" y="98055"/>
                    <a:pt x="177656" y="98914"/>
                    <a:pt x="177403" y="99800"/>
                  </a:cubicBezTo>
                  <a:cubicBezTo>
                    <a:pt x="177157" y="100659"/>
                    <a:pt x="176912" y="101519"/>
                    <a:pt x="176659" y="102404"/>
                  </a:cubicBezTo>
                  <a:cubicBezTo>
                    <a:pt x="176168" y="102650"/>
                    <a:pt x="175676" y="102895"/>
                    <a:pt x="175170" y="103148"/>
                  </a:cubicBezTo>
                  <a:cubicBezTo>
                    <a:pt x="175063" y="104008"/>
                    <a:pt x="174956" y="104867"/>
                    <a:pt x="174845" y="105753"/>
                  </a:cubicBezTo>
                  <a:cubicBezTo>
                    <a:pt x="174707" y="106612"/>
                    <a:pt x="174569" y="107472"/>
                    <a:pt x="174426" y="108357"/>
                  </a:cubicBezTo>
                  <a:cubicBezTo>
                    <a:pt x="173690" y="108603"/>
                    <a:pt x="172953" y="108849"/>
                    <a:pt x="172194" y="109102"/>
                  </a:cubicBezTo>
                  <a:cubicBezTo>
                    <a:pt x="172000" y="110605"/>
                    <a:pt x="171811" y="112111"/>
                    <a:pt x="171685" y="113622"/>
                  </a:cubicBezTo>
                  <a:cubicBezTo>
                    <a:pt x="171383" y="115462"/>
                    <a:pt x="170564" y="116057"/>
                    <a:pt x="169217" y="117287"/>
                  </a:cubicBezTo>
                  <a:cubicBezTo>
                    <a:pt x="169217" y="117932"/>
                    <a:pt x="169217" y="118576"/>
                    <a:pt x="169217" y="119240"/>
                  </a:cubicBezTo>
                  <a:cubicBezTo>
                    <a:pt x="169217" y="119824"/>
                    <a:pt x="169217" y="120407"/>
                    <a:pt x="169217" y="121008"/>
                  </a:cubicBezTo>
                  <a:cubicBezTo>
                    <a:pt x="168481" y="121253"/>
                    <a:pt x="167744" y="121499"/>
                    <a:pt x="166985" y="121752"/>
                  </a:cubicBezTo>
                  <a:cubicBezTo>
                    <a:pt x="166434" y="124001"/>
                    <a:pt x="166434" y="124001"/>
                    <a:pt x="166241" y="126217"/>
                  </a:cubicBezTo>
                  <a:cubicBezTo>
                    <a:pt x="165504" y="126217"/>
                    <a:pt x="164767" y="126217"/>
                    <a:pt x="164008" y="126217"/>
                  </a:cubicBezTo>
                  <a:cubicBezTo>
                    <a:pt x="163893" y="127621"/>
                    <a:pt x="163893" y="127621"/>
                    <a:pt x="163776" y="129054"/>
                  </a:cubicBezTo>
                  <a:cubicBezTo>
                    <a:pt x="163459" y="131713"/>
                    <a:pt x="162959" y="132559"/>
                    <a:pt x="161032" y="134402"/>
                  </a:cubicBezTo>
                  <a:cubicBezTo>
                    <a:pt x="161032" y="135170"/>
                    <a:pt x="161032" y="135937"/>
                    <a:pt x="161032" y="136728"/>
                  </a:cubicBezTo>
                  <a:cubicBezTo>
                    <a:pt x="161032" y="137434"/>
                    <a:pt x="161032" y="138140"/>
                    <a:pt x="161032" y="138867"/>
                  </a:cubicBezTo>
                  <a:cubicBezTo>
                    <a:pt x="160295" y="139113"/>
                    <a:pt x="159558" y="139358"/>
                    <a:pt x="158799" y="139611"/>
                  </a:cubicBezTo>
                  <a:cubicBezTo>
                    <a:pt x="158677" y="140241"/>
                    <a:pt x="158554" y="140870"/>
                    <a:pt x="158427" y="141518"/>
                  </a:cubicBezTo>
                  <a:cubicBezTo>
                    <a:pt x="158305" y="142117"/>
                    <a:pt x="158182" y="142715"/>
                    <a:pt x="158055" y="143332"/>
                  </a:cubicBezTo>
                  <a:cubicBezTo>
                    <a:pt x="157319" y="143332"/>
                    <a:pt x="156582" y="143332"/>
                    <a:pt x="155823" y="143332"/>
                  </a:cubicBezTo>
                  <a:cubicBezTo>
                    <a:pt x="155708" y="144759"/>
                    <a:pt x="155708" y="144759"/>
                    <a:pt x="155590" y="146216"/>
                  </a:cubicBezTo>
                  <a:cubicBezTo>
                    <a:pt x="155459" y="147838"/>
                    <a:pt x="155459" y="147838"/>
                    <a:pt x="155079" y="149285"/>
                  </a:cubicBezTo>
                  <a:cubicBezTo>
                    <a:pt x="154342" y="149776"/>
                    <a:pt x="153605" y="150267"/>
                    <a:pt x="152846" y="150773"/>
                  </a:cubicBezTo>
                  <a:cubicBezTo>
                    <a:pt x="152846" y="151403"/>
                    <a:pt x="152846" y="152032"/>
                    <a:pt x="152846" y="152680"/>
                  </a:cubicBezTo>
                  <a:cubicBezTo>
                    <a:pt x="152846" y="153279"/>
                    <a:pt x="152846" y="153877"/>
                    <a:pt x="152846" y="154494"/>
                  </a:cubicBezTo>
                  <a:cubicBezTo>
                    <a:pt x="152110" y="154740"/>
                    <a:pt x="151373" y="154985"/>
                    <a:pt x="150614" y="155238"/>
                  </a:cubicBezTo>
                  <a:cubicBezTo>
                    <a:pt x="150491" y="155975"/>
                    <a:pt x="150368" y="156712"/>
                    <a:pt x="150242" y="157471"/>
                  </a:cubicBezTo>
                  <a:cubicBezTo>
                    <a:pt x="150119" y="158207"/>
                    <a:pt x="149996" y="158944"/>
                    <a:pt x="149870" y="159703"/>
                  </a:cubicBezTo>
                  <a:cubicBezTo>
                    <a:pt x="149133" y="159949"/>
                    <a:pt x="148396" y="160194"/>
                    <a:pt x="147637" y="160447"/>
                  </a:cubicBezTo>
                  <a:cubicBezTo>
                    <a:pt x="147380" y="162182"/>
                    <a:pt x="147133" y="163919"/>
                    <a:pt x="146893" y="165656"/>
                  </a:cubicBezTo>
                  <a:cubicBezTo>
                    <a:pt x="145777" y="166958"/>
                    <a:pt x="145777" y="166958"/>
                    <a:pt x="144661" y="167889"/>
                  </a:cubicBezTo>
                  <a:cubicBezTo>
                    <a:pt x="144415" y="168625"/>
                    <a:pt x="144170" y="169362"/>
                    <a:pt x="143917" y="170121"/>
                  </a:cubicBezTo>
                  <a:cubicBezTo>
                    <a:pt x="143425" y="170367"/>
                    <a:pt x="142934" y="170612"/>
                    <a:pt x="142428" y="170865"/>
                  </a:cubicBezTo>
                  <a:cubicBezTo>
                    <a:pt x="141939" y="173119"/>
                    <a:pt x="141939" y="173119"/>
                    <a:pt x="141684" y="175330"/>
                  </a:cubicBezTo>
                  <a:cubicBezTo>
                    <a:pt x="141193" y="175330"/>
                    <a:pt x="140702" y="175330"/>
                    <a:pt x="140196" y="175330"/>
                  </a:cubicBezTo>
                  <a:cubicBezTo>
                    <a:pt x="139643" y="176619"/>
                    <a:pt x="139643" y="176619"/>
                    <a:pt x="139080" y="177935"/>
                  </a:cubicBezTo>
                  <a:cubicBezTo>
                    <a:pt x="138527" y="179224"/>
                    <a:pt x="138527" y="179224"/>
                    <a:pt x="137963" y="180539"/>
                  </a:cubicBezTo>
                  <a:cubicBezTo>
                    <a:pt x="137472" y="180539"/>
                    <a:pt x="136981" y="180539"/>
                    <a:pt x="136475" y="180539"/>
                  </a:cubicBezTo>
                  <a:cubicBezTo>
                    <a:pt x="136221" y="181778"/>
                    <a:pt x="135973" y="183018"/>
                    <a:pt x="135731" y="184260"/>
                  </a:cubicBezTo>
                  <a:cubicBezTo>
                    <a:pt x="135240" y="184505"/>
                    <a:pt x="134749" y="184751"/>
                    <a:pt x="134243" y="185004"/>
                  </a:cubicBezTo>
                  <a:cubicBezTo>
                    <a:pt x="134135" y="185725"/>
                    <a:pt x="134028" y="186447"/>
                    <a:pt x="133917" y="187190"/>
                  </a:cubicBezTo>
                  <a:cubicBezTo>
                    <a:pt x="133779" y="187942"/>
                    <a:pt x="133641" y="188694"/>
                    <a:pt x="133499" y="189469"/>
                  </a:cubicBezTo>
                  <a:cubicBezTo>
                    <a:pt x="132762" y="189960"/>
                    <a:pt x="132025" y="190451"/>
                    <a:pt x="131266" y="190957"/>
                  </a:cubicBezTo>
                  <a:cubicBezTo>
                    <a:pt x="131143" y="191448"/>
                    <a:pt x="131021" y="191939"/>
                    <a:pt x="130894" y="192445"/>
                  </a:cubicBezTo>
                  <a:cubicBezTo>
                    <a:pt x="130522" y="193934"/>
                    <a:pt x="130522" y="193934"/>
                    <a:pt x="128290" y="195422"/>
                  </a:cubicBezTo>
                  <a:cubicBezTo>
                    <a:pt x="128167" y="195944"/>
                    <a:pt x="128044" y="196465"/>
                    <a:pt x="127918" y="197003"/>
                  </a:cubicBezTo>
                  <a:cubicBezTo>
                    <a:pt x="127795" y="197464"/>
                    <a:pt x="127672" y="197924"/>
                    <a:pt x="127545" y="198398"/>
                  </a:cubicBezTo>
                  <a:cubicBezTo>
                    <a:pt x="126809" y="198398"/>
                    <a:pt x="126072" y="198398"/>
                    <a:pt x="125313" y="198398"/>
                  </a:cubicBezTo>
                  <a:cubicBezTo>
                    <a:pt x="125359" y="199120"/>
                    <a:pt x="125405" y="199841"/>
                    <a:pt x="125453" y="200584"/>
                  </a:cubicBezTo>
                  <a:cubicBezTo>
                    <a:pt x="125407" y="201336"/>
                    <a:pt x="125360" y="202088"/>
                    <a:pt x="125313" y="202863"/>
                  </a:cubicBezTo>
                  <a:cubicBezTo>
                    <a:pt x="124576" y="203109"/>
                    <a:pt x="123840" y="203354"/>
                    <a:pt x="123081" y="203607"/>
                  </a:cubicBezTo>
                  <a:cubicBezTo>
                    <a:pt x="122557" y="205086"/>
                    <a:pt x="122060" y="206575"/>
                    <a:pt x="121592" y="208072"/>
                  </a:cubicBezTo>
                  <a:cubicBezTo>
                    <a:pt x="121101" y="208318"/>
                    <a:pt x="120610" y="208563"/>
                    <a:pt x="120104" y="208816"/>
                  </a:cubicBezTo>
                  <a:cubicBezTo>
                    <a:pt x="119981" y="209307"/>
                    <a:pt x="119858" y="209799"/>
                    <a:pt x="119732" y="210305"/>
                  </a:cubicBezTo>
                  <a:cubicBezTo>
                    <a:pt x="119609" y="210796"/>
                    <a:pt x="119486" y="211287"/>
                    <a:pt x="119360" y="211793"/>
                  </a:cubicBezTo>
                  <a:cubicBezTo>
                    <a:pt x="118869" y="212038"/>
                    <a:pt x="118378" y="212284"/>
                    <a:pt x="117872" y="212537"/>
                  </a:cubicBezTo>
                  <a:cubicBezTo>
                    <a:pt x="117764" y="213120"/>
                    <a:pt x="117657" y="213703"/>
                    <a:pt x="117546" y="214304"/>
                  </a:cubicBezTo>
                  <a:cubicBezTo>
                    <a:pt x="117066" y="216547"/>
                    <a:pt x="116569" y="217003"/>
                    <a:pt x="114895" y="218490"/>
                  </a:cubicBezTo>
                  <a:cubicBezTo>
                    <a:pt x="113400" y="220257"/>
                    <a:pt x="112095" y="221848"/>
                    <a:pt x="111081" y="223932"/>
                  </a:cubicBezTo>
                  <a:cubicBezTo>
                    <a:pt x="110866" y="224346"/>
                    <a:pt x="110652" y="224760"/>
                    <a:pt x="110430" y="225187"/>
                  </a:cubicBezTo>
                  <a:cubicBezTo>
                    <a:pt x="109939" y="225187"/>
                    <a:pt x="109448" y="225187"/>
                    <a:pt x="108942" y="225187"/>
                  </a:cubicBezTo>
                  <a:cubicBezTo>
                    <a:pt x="108574" y="226108"/>
                    <a:pt x="108574" y="226108"/>
                    <a:pt x="108198" y="227048"/>
                  </a:cubicBezTo>
                  <a:cubicBezTo>
                    <a:pt x="107829" y="227969"/>
                    <a:pt x="107829" y="227969"/>
                    <a:pt x="107454" y="228908"/>
                  </a:cubicBezTo>
                  <a:cubicBezTo>
                    <a:pt x="106963" y="228908"/>
                    <a:pt x="106471" y="228908"/>
                    <a:pt x="105965" y="228908"/>
                  </a:cubicBezTo>
                  <a:cubicBezTo>
                    <a:pt x="106011" y="229507"/>
                    <a:pt x="106057" y="230105"/>
                    <a:pt x="106105" y="230722"/>
                  </a:cubicBezTo>
                  <a:cubicBezTo>
                    <a:pt x="106059" y="231351"/>
                    <a:pt x="106013" y="231981"/>
                    <a:pt x="105965" y="232629"/>
                  </a:cubicBezTo>
                  <a:cubicBezTo>
                    <a:pt x="105229" y="232874"/>
                    <a:pt x="104492" y="233120"/>
                    <a:pt x="103733" y="233373"/>
                  </a:cubicBezTo>
                  <a:cubicBezTo>
                    <a:pt x="103462" y="234608"/>
                    <a:pt x="103212" y="235849"/>
                    <a:pt x="102989" y="237094"/>
                  </a:cubicBezTo>
                  <a:cubicBezTo>
                    <a:pt x="102498" y="237094"/>
                    <a:pt x="102007" y="237094"/>
                    <a:pt x="101501" y="237094"/>
                  </a:cubicBezTo>
                  <a:cubicBezTo>
                    <a:pt x="101393" y="237539"/>
                    <a:pt x="101286" y="237984"/>
                    <a:pt x="101175" y="238442"/>
                  </a:cubicBezTo>
                  <a:cubicBezTo>
                    <a:pt x="100671" y="240404"/>
                    <a:pt x="99996" y="240940"/>
                    <a:pt x="98524" y="242303"/>
                  </a:cubicBezTo>
                  <a:cubicBezTo>
                    <a:pt x="97029" y="244069"/>
                    <a:pt x="95724" y="245660"/>
                    <a:pt x="94710" y="247744"/>
                  </a:cubicBezTo>
                  <a:cubicBezTo>
                    <a:pt x="94495" y="248159"/>
                    <a:pt x="94281" y="248573"/>
                    <a:pt x="94059" y="249000"/>
                  </a:cubicBezTo>
                  <a:cubicBezTo>
                    <a:pt x="93568" y="249000"/>
                    <a:pt x="93077" y="249000"/>
                    <a:pt x="92571" y="249000"/>
                  </a:cubicBezTo>
                  <a:cubicBezTo>
                    <a:pt x="92202" y="249921"/>
                    <a:pt x="92202" y="249921"/>
                    <a:pt x="91827" y="250860"/>
                  </a:cubicBezTo>
                  <a:cubicBezTo>
                    <a:pt x="91458" y="251781"/>
                    <a:pt x="91458" y="251781"/>
                    <a:pt x="91083" y="252721"/>
                  </a:cubicBezTo>
                  <a:cubicBezTo>
                    <a:pt x="90591" y="252721"/>
                    <a:pt x="90100" y="252721"/>
                    <a:pt x="89594" y="252721"/>
                  </a:cubicBezTo>
                  <a:cubicBezTo>
                    <a:pt x="89487" y="253166"/>
                    <a:pt x="89379" y="253611"/>
                    <a:pt x="89269" y="254069"/>
                  </a:cubicBezTo>
                  <a:cubicBezTo>
                    <a:pt x="88770" y="256009"/>
                    <a:pt x="88099" y="256619"/>
                    <a:pt x="86618" y="257930"/>
                  </a:cubicBezTo>
                  <a:cubicBezTo>
                    <a:pt x="84907" y="259509"/>
                    <a:pt x="84406" y="260100"/>
                    <a:pt x="83641" y="262394"/>
                  </a:cubicBezTo>
                  <a:cubicBezTo>
                    <a:pt x="82418" y="263652"/>
                    <a:pt x="81175" y="264889"/>
                    <a:pt x="79920" y="266115"/>
                  </a:cubicBezTo>
                  <a:cubicBezTo>
                    <a:pt x="78168" y="268052"/>
                    <a:pt x="76508" y="269908"/>
                    <a:pt x="75409" y="272301"/>
                  </a:cubicBezTo>
                  <a:cubicBezTo>
                    <a:pt x="75064" y="272922"/>
                    <a:pt x="75064" y="272922"/>
                    <a:pt x="74711" y="273557"/>
                  </a:cubicBezTo>
                  <a:cubicBezTo>
                    <a:pt x="74190" y="273679"/>
                    <a:pt x="73668" y="273802"/>
                    <a:pt x="73130" y="273929"/>
                  </a:cubicBezTo>
                  <a:cubicBezTo>
                    <a:pt x="72670" y="274051"/>
                    <a:pt x="72209" y="274174"/>
                    <a:pt x="71735" y="274301"/>
                  </a:cubicBezTo>
                  <a:cubicBezTo>
                    <a:pt x="71735" y="275283"/>
                    <a:pt x="71735" y="276265"/>
                    <a:pt x="71735" y="277277"/>
                  </a:cubicBezTo>
                  <a:cubicBezTo>
                    <a:pt x="70998" y="277032"/>
                    <a:pt x="70262" y="276786"/>
                    <a:pt x="69502" y="276533"/>
                  </a:cubicBezTo>
                  <a:cubicBezTo>
                    <a:pt x="69134" y="275428"/>
                    <a:pt x="69134" y="275428"/>
                    <a:pt x="68758" y="274301"/>
                  </a:cubicBezTo>
                  <a:cubicBezTo>
                    <a:pt x="68267" y="274193"/>
                    <a:pt x="67776" y="274086"/>
                    <a:pt x="67270" y="273975"/>
                  </a:cubicBezTo>
                  <a:cubicBezTo>
                    <a:pt x="66779" y="273837"/>
                    <a:pt x="66288" y="273699"/>
                    <a:pt x="65782" y="273557"/>
                  </a:cubicBezTo>
                  <a:cubicBezTo>
                    <a:pt x="65505" y="272572"/>
                    <a:pt x="65256" y="271579"/>
                    <a:pt x="65038" y="270580"/>
                  </a:cubicBezTo>
                  <a:cubicBezTo>
                    <a:pt x="64301" y="270334"/>
                    <a:pt x="63564" y="270089"/>
                    <a:pt x="62805" y="269836"/>
                  </a:cubicBezTo>
                  <a:cubicBezTo>
                    <a:pt x="62437" y="268731"/>
                    <a:pt x="62437" y="268731"/>
                    <a:pt x="62061" y="267603"/>
                  </a:cubicBezTo>
                  <a:cubicBezTo>
                    <a:pt x="61570" y="267481"/>
                    <a:pt x="61079" y="267358"/>
                    <a:pt x="60573" y="267231"/>
                  </a:cubicBezTo>
                  <a:cubicBezTo>
                    <a:pt x="60082" y="267109"/>
                    <a:pt x="59591" y="266986"/>
                    <a:pt x="59085" y="266859"/>
                  </a:cubicBezTo>
                  <a:cubicBezTo>
                    <a:pt x="58716" y="265754"/>
                    <a:pt x="58716" y="265754"/>
                    <a:pt x="58340" y="264627"/>
                  </a:cubicBezTo>
                  <a:cubicBezTo>
                    <a:pt x="56452" y="262589"/>
                    <a:pt x="54702" y="260961"/>
                    <a:pt x="52387" y="259418"/>
                  </a:cubicBezTo>
                  <a:cubicBezTo>
                    <a:pt x="52019" y="258313"/>
                    <a:pt x="52019" y="258313"/>
                    <a:pt x="51643" y="257185"/>
                  </a:cubicBezTo>
                  <a:cubicBezTo>
                    <a:pt x="51167" y="257078"/>
                    <a:pt x="50692" y="256971"/>
                    <a:pt x="50201" y="256860"/>
                  </a:cubicBezTo>
                  <a:cubicBezTo>
                    <a:pt x="49695" y="256722"/>
                    <a:pt x="49188" y="256584"/>
                    <a:pt x="48667" y="256441"/>
                  </a:cubicBezTo>
                  <a:cubicBezTo>
                    <a:pt x="47829" y="254907"/>
                    <a:pt x="47829" y="254907"/>
                    <a:pt x="47178" y="253465"/>
                  </a:cubicBezTo>
                  <a:cubicBezTo>
                    <a:pt x="46687" y="253465"/>
                    <a:pt x="46196" y="253465"/>
                    <a:pt x="45690" y="253465"/>
                  </a:cubicBezTo>
                  <a:cubicBezTo>
                    <a:pt x="45391" y="252843"/>
                    <a:pt x="45391" y="252843"/>
                    <a:pt x="45085" y="252209"/>
                  </a:cubicBezTo>
                  <a:cubicBezTo>
                    <a:pt x="43530" y="249181"/>
                    <a:pt x="41478" y="247100"/>
                    <a:pt x="38249" y="246023"/>
                  </a:cubicBezTo>
                  <a:cubicBezTo>
                    <a:pt x="38003" y="245287"/>
                    <a:pt x="37757" y="244550"/>
                    <a:pt x="37504" y="243791"/>
                  </a:cubicBezTo>
                  <a:cubicBezTo>
                    <a:pt x="37029" y="243684"/>
                    <a:pt x="36553" y="243576"/>
                    <a:pt x="36063" y="243465"/>
                  </a:cubicBezTo>
                  <a:cubicBezTo>
                    <a:pt x="35556" y="243327"/>
                    <a:pt x="35050" y="243189"/>
                    <a:pt x="34528" y="243047"/>
                  </a:cubicBezTo>
                  <a:cubicBezTo>
                    <a:pt x="34004" y="242069"/>
                    <a:pt x="33513" y="241073"/>
                    <a:pt x="33040" y="240070"/>
                  </a:cubicBezTo>
                  <a:cubicBezTo>
                    <a:pt x="30478" y="237219"/>
                    <a:pt x="30478" y="237219"/>
                    <a:pt x="27086" y="235605"/>
                  </a:cubicBezTo>
                  <a:cubicBezTo>
                    <a:pt x="26718" y="234500"/>
                    <a:pt x="26718" y="234500"/>
                    <a:pt x="26342" y="233373"/>
                  </a:cubicBezTo>
                  <a:cubicBezTo>
                    <a:pt x="25851" y="233266"/>
                    <a:pt x="25360" y="233158"/>
                    <a:pt x="24854" y="233047"/>
                  </a:cubicBezTo>
                  <a:cubicBezTo>
                    <a:pt x="24363" y="232909"/>
                    <a:pt x="23872" y="232771"/>
                    <a:pt x="23366" y="232629"/>
                  </a:cubicBezTo>
                  <a:cubicBezTo>
                    <a:pt x="23258" y="232138"/>
                    <a:pt x="23151" y="231647"/>
                    <a:pt x="23040" y="231141"/>
                  </a:cubicBezTo>
                  <a:cubicBezTo>
                    <a:pt x="22902" y="230649"/>
                    <a:pt x="22764" y="230158"/>
                    <a:pt x="22622" y="229652"/>
                  </a:cubicBezTo>
                  <a:cubicBezTo>
                    <a:pt x="21388" y="229375"/>
                    <a:pt x="20147" y="229126"/>
                    <a:pt x="18901" y="228908"/>
                  </a:cubicBezTo>
                  <a:cubicBezTo>
                    <a:pt x="18533" y="227803"/>
                    <a:pt x="18533" y="227803"/>
                    <a:pt x="18157" y="226676"/>
                  </a:cubicBezTo>
                  <a:cubicBezTo>
                    <a:pt x="17420" y="226430"/>
                    <a:pt x="16683" y="226185"/>
                    <a:pt x="15924" y="225932"/>
                  </a:cubicBezTo>
                  <a:cubicBezTo>
                    <a:pt x="14984" y="222798"/>
                    <a:pt x="14930" y="220708"/>
                    <a:pt x="16436" y="217839"/>
                  </a:cubicBezTo>
                  <a:cubicBezTo>
                    <a:pt x="18157" y="215514"/>
                    <a:pt x="18157" y="215514"/>
                    <a:pt x="19785" y="214956"/>
                  </a:cubicBezTo>
                  <a:cubicBezTo>
                    <a:pt x="20230" y="214894"/>
                    <a:pt x="20675" y="214833"/>
                    <a:pt x="21133" y="214769"/>
                  </a:cubicBezTo>
                  <a:cubicBezTo>
                    <a:pt x="21379" y="214033"/>
                    <a:pt x="21624" y="213296"/>
                    <a:pt x="21877" y="212537"/>
                  </a:cubicBezTo>
                  <a:cubicBezTo>
                    <a:pt x="22614" y="212291"/>
                    <a:pt x="23351" y="212046"/>
                    <a:pt x="24110" y="211793"/>
                  </a:cubicBezTo>
                  <a:cubicBezTo>
                    <a:pt x="24355" y="211056"/>
                    <a:pt x="24601" y="210320"/>
                    <a:pt x="24854" y="209560"/>
                  </a:cubicBezTo>
                  <a:cubicBezTo>
                    <a:pt x="25591" y="209069"/>
                    <a:pt x="26327" y="208578"/>
                    <a:pt x="27086" y="208072"/>
                  </a:cubicBezTo>
                  <a:cubicBezTo>
                    <a:pt x="27332" y="207336"/>
                    <a:pt x="27578" y="206599"/>
                    <a:pt x="27831" y="205840"/>
                  </a:cubicBezTo>
                  <a:cubicBezTo>
                    <a:pt x="29071" y="204600"/>
                    <a:pt x="30311" y="203359"/>
                    <a:pt x="31551" y="202119"/>
                  </a:cubicBezTo>
                  <a:cubicBezTo>
                    <a:pt x="31797" y="201597"/>
                    <a:pt x="32042" y="201075"/>
                    <a:pt x="32295" y="200538"/>
                  </a:cubicBezTo>
                  <a:cubicBezTo>
                    <a:pt x="33040" y="199143"/>
                    <a:pt x="33040" y="199143"/>
                    <a:pt x="34714" y="198212"/>
                  </a:cubicBezTo>
                  <a:cubicBezTo>
                    <a:pt x="37260" y="196592"/>
                    <a:pt x="38549" y="194648"/>
                    <a:pt x="40234" y="192181"/>
                  </a:cubicBezTo>
                  <a:cubicBezTo>
                    <a:pt x="40561" y="191777"/>
                    <a:pt x="40888" y="191373"/>
                    <a:pt x="41225" y="190957"/>
                  </a:cubicBezTo>
                  <a:cubicBezTo>
                    <a:pt x="41716" y="190957"/>
                    <a:pt x="42207" y="190957"/>
                    <a:pt x="42713" y="190957"/>
                  </a:cubicBezTo>
                  <a:cubicBezTo>
                    <a:pt x="42806" y="190543"/>
                    <a:pt x="42898" y="190128"/>
                    <a:pt x="42992" y="189701"/>
                  </a:cubicBezTo>
                  <a:cubicBezTo>
                    <a:pt x="43620" y="187379"/>
                    <a:pt x="44823" y="186017"/>
                    <a:pt x="46434" y="184260"/>
                  </a:cubicBezTo>
                  <a:cubicBezTo>
                    <a:pt x="46925" y="184260"/>
                    <a:pt x="47416" y="184260"/>
                    <a:pt x="47922" y="184260"/>
                  </a:cubicBezTo>
                  <a:cubicBezTo>
                    <a:pt x="48168" y="183646"/>
                    <a:pt x="48414" y="183032"/>
                    <a:pt x="48667" y="182399"/>
                  </a:cubicBezTo>
                  <a:cubicBezTo>
                    <a:pt x="48912" y="181785"/>
                    <a:pt x="49158" y="181172"/>
                    <a:pt x="49411" y="180539"/>
                  </a:cubicBezTo>
                  <a:cubicBezTo>
                    <a:pt x="49902" y="180539"/>
                    <a:pt x="50393" y="180539"/>
                    <a:pt x="50899" y="180539"/>
                  </a:cubicBezTo>
                  <a:cubicBezTo>
                    <a:pt x="51098" y="179756"/>
                    <a:pt x="51298" y="178974"/>
                    <a:pt x="51504" y="178167"/>
                  </a:cubicBezTo>
                  <a:cubicBezTo>
                    <a:pt x="52496" y="174982"/>
                    <a:pt x="53699" y="173837"/>
                    <a:pt x="56108" y="171609"/>
                  </a:cubicBezTo>
                  <a:cubicBezTo>
                    <a:pt x="56626" y="170628"/>
                    <a:pt x="57129" y="169639"/>
                    <a:pt x="57596" y="168633"/>
                  </a:cubicBezTo>
                  <a:cubicBezTo>
                    <a:pt x="58087" y="168387"/>
                    <a:pt x="58578" y="168142"/>
                    <a:pt x="59085" y="167889"/>
                  </a:cubicBezTo>
                  <a:cubicBezTo>
                    <a:pt x="59330" y="167397"/>
                    <a:pt x="59576" y="166906"/>
                    <a:pt x="59829" y="166400"/>
                  </a:cubicBezTo>
                  <a:cubicBezTo>
                    <a:pt x="60573" y="164912"/>
                    <a:pt x="60573" y="164912"/>
                    <a:pt x="62061" y="164168"/>
                  </a:cubicBezTo>
                  <a:cubicBezTo>
                    <a:pt x="62169" y="163661"/>
                    <a:pt x="62276" y="163155"/>
                    <a:pt x="62387" y="162633"/>
                  </a:cubicBezTo>
                  <a:cubicBezTo>
                    <a:pt x="62594" y="161919"/>
                    <a:pt x="62594" y="161919"/>
                    <a:pt x="62805" y="161191"/>
                  </a:cubicBezTo>
                  <a:cubicBezTo>
                    <a:pt x="63542" y="161191"/>
                    <a:pt x="64279" y="161191"/>
                    <a:pt x="65038" y="161191"/>
                  </a:cubicBezTo>
                  <a:cubicBezTo>
                    <a:pt x="64992" y="160501"/>
                    <a:pt x="64946" y="159810"/>
                    <a:pt x="64898" y="159098"/>
                  </a:cubicBezTo>
                  <a:cubicBezTo>
                    <a:pt x="65038" y="156727"/>
                    <a:pt x="65038" y="156727"/>
                    <a:pt x="65968" y="155564"/>
                  </a:cubicBezTo>
                  <a:cubicBezTo>
                    <a:pt x="66398" y="155211"/>
                    <a:pt x="66827" y="154858"/>
                    <a:pt x="67270" y="154494"/>
                  </a:cubicBezTo>
                  <a:cubicBezTo>
                    <a:pt x="68765" y="152728"/>
                    <a:pt x="70070" y="151137"/>
                    <a:pt x="71084" y="149053"/>
                  </a:cubicBezTo>
                  <a:cubicBezTo>
                    <a:pt x="71406" y="148431"/>
                    <a:pt x="71406" y="148431"/>
                    <a:pt x="71735" y="147797"/>
                  </a:cubicBezTo>
                  <a:cubicBezTo>
                    <a:pt x="72226" y="147797"/>
                    <a:pt x="72717" y="147797"/>
                    <a:pt x="73223" y="147797"/>
                  </a:cubicBezTo>
                  <a:cubicBezTo>
                    <a:pt x="73477" y="146558"/>
                    <a:pt x="73725" y="145318"/>
                    <a:pt x="73967" y="144076"/>
                  </a:cubicBezTo>
                  <a:cubicBezTo>
                    <a:pt x="74458" y="143831"/>
                    <a:pt x="74950" y="143585"/>
                    <a:pt x="75456" y="143332"/>
                  </a:cubicBezTo>
                  <a:cubicBezTo>
                    <a:pt x="75563" y="142749"/>
                    <a:pt x="75670" y="142166"/>
                    <a:pt x="75781" y="141565"/>
                  </a:cubicBezTo>
                  <a:cubicBezTo>
                    <a:pt x="76255" y="139352"/>
                    <a:pt x="76814" y="138868"/>
                    <a:pt x="78432" y="137379"/>
                  </a:cubicBezTo>
                  <a:cubicBezTo>
                    <a:pt x="78693" y="136842"/>
                    <a:pt x="78954" y="136305"/>
                    <a:pt x="79223" y="135751"/>
                  </a:cubicBezTo>
                  <a:cubicBezTo>
                    <a:pt x="79453" y="135306"/>
                    <a:pt x="79683" y="134861"/>
                    <a:pt x="79920" y="134402"/>
                  </a:cubicBezTo>
                  <a:cubicBezTo>
                    <a:pt x="80412" y="134402"/>
                    <a:pt x="80903" y="134402"/>
                    <a:pt x="81409" y="134402"/>
                  </a:cubicBezTo>
                  <a:cubicBezTo>
                    <a:pt x="81663" y="133163"/>
                    <a:pt x="81911" y="131923"/>
                    <a:pt x="82153" y="130682"/>
                  </a:cubicBezTo>
                  <a:cubicBezTo>
                    <a:pt x="82644" y="130436"/>
                    <a:pt x="83135" y="130190"/>
                    <a:pt x="83641" y="129937"/>
                  </a:cubicBezTo>
                  <a:cubicBezTo>
                    <a:pt x="83802" y="128878"/>
                    <a:pt x="83802" y="128878"/>
                    <a:pt x="83967" y="127798"/>
                  </a:cubicBezTo>
                  <a:cubicBezTo>
                    <a:pt x="84421" y="125274"/>
                    <a:pt x="84821" y="124887"/>
                    <a:pt x="86618" y="123240"/>
                  </a:cubicBezTo>
                  <a:cubicBezTo>
                    <a:pt x="86741" y="122703"/>
                    <a:pt x="86863" y="122166"/>
                    <a:pt x="86990" y="121612"/>
                  </a:cubicBezTo>
                  <a:cubicBezTo>
                    <a:pt x="87113" y="121167"/>
                    <a:pt x="87235" y="120722"/>
                    <a:pt x="87362" y="120264"/>
                  </a:cubicBezTo>
                  <a:cubicBezTo>
                    <a:pt x="88099" y="120264"/>
                    <a:pt x="88835" y="120264"/>
                    <a:pt x="89594" y="120264"/>
                  </a:cubicBezTo>
                  <a:cubicBezTo>
                    <a:pt x="89548" y="119542"/>
                    <a:pt x="89502" y="118821"/>
                    <a:pt x="89455" y="118078"/>
                  </a:cubicBezTo>
                  <a:cubicBezTo>
                    <a:pt x="89501" y="117326"/>
                    <a:pt x="89547" y="116574"/>
                    <a:pt x="89594" y="115799"/>
                  </a:cubicBezTo>
                  <a:cubicBezTo>
                    <a:pt x="90331" y="115553"/>
                    <a:pt x="91068" y="115308"/>
                    <a:pt x="91827" y="115055"/>
                  </a:cubicBezTo>
                  <a:cubicBezTo>
                    <a:pt x="92379" y="112431"/>
                    <a:pt x="92379" y="112431"/>
                    <a:pt x="92571" y="109846"/>
                  </a:cubicBezTo>
                  <a:cubicBezTo>
                    <a:pt x="93308" y="109846"/>
                    <a:pt x="94044" y="109846"/>
                    <a:pt x="94803" y="109846"/>
                  </a:cubicBezTo>
                  <a:cubicBezTo>
                    <a:pt x="95179" y="108619"/>
                    <a:pt x="95544" y="107389"/>
                    <a:pt x="95847" y="106142"/>
                  </a:cubicBezTo>
                  <a:cubicBezTo>
                    <a:pt x="96593" y="103618"/>
                    <a:pt x="97831" y="101629"/>
                    <a:pt x="99268" y="99428"/>
                  </a:cubicBezTo>
                  <a:cubicBezTo>
                    <a:pt x="99759" y="99428"/>
                    <a:pt x="100250" y="99428"/>
                    <a:pt x="100756" y="99428"/>
                  </a:cubicBezTo>
                  <a:cubicBezTo>
                    <a:pt x="100710" y="98461"/>
                    <a:pt x="100664" y="97494"/>
                    <a:pt x="100617" y="96498"/>
                  </a:cubicBezTo>
                  <a:cubicBezTo>
                    <a:pt x="100538" y="94849"/>
                    <a:pt x="100538" y="94849"/>
                    <a:pt x="100756" y="93475"/>
                  </a:cubicBezTo>
                  <a:cubicBezTo>
                    <a:pt x="101493" y="93229"/>
                    <a:pt x="102230" y="92983"/>
                    <a:pt x="102989" y="92730"/>
                  </a:cubicBezTo>
                  <a:cubicBezTo>
                    <a:pt x="103267" y="90999"/>
                    <a:pt x="103515" y="89262"/>
                    <a:pt x="103733" y="87521"/>
                  </a:cubicBezTo>
                  <a:cubicBezTo>
                    <a:pt x="104224" y="87276"/>
                    <a:pt x="104715" y="87030"/>
                    <a:pt x="105221" y="86777"/>
                  </a:cubicBezTo>
                  <a:cubicBezTo>
                    <a:pt x="105711" y="84523"/>
                    <a:pt x="105711" y="84523"/>
                    <a:pt x="105965" y="82312"/>
                  </a:cubicBezTo>
                  <a:cubicBezTo>
                    <a:pt x="106702" y="82312"/>
                    <a:pt x="107439" y="82312"/>
                    <a:pt x="108198" y="82312"/>
                  </a:cubicBezTo>
                  <a:cubicBezTo>
                    <a:pt x="108275" y="81376"/>
                    <a:pt x="108351" y="80440"/>
                    <a:pt x="108430" y="79475"/>
                  </a:cubicBezTo>
                  <a:cubicBezTo>
                    <a:pt x="108750" y="76834"/>
                    <a:pt x="109209" y="75928"/>
                    <a:pt x="111174" y="74127"/>
                  </a:cubicBezTo>
                  <a:cubicBezTo>
                    <a:pt x="111715" y="71814"/>
                    <a:pt x="111715" y="71814"/>
                    <a:pt x="111919" y="69662"/>
                  </a:cubicBezTo>
                  <a:cubicBezTo>
                    <a:pt x="112655" y="69662"/>
                    <a:pt x="113392" y="69662"/>
                    <a:pt x="114151" y="69662"/>
                  </a:cubicBezTo>
                  <a:cubicBezTo>
                    <a:pt x="114125" y="69187"/>
                    <a:pt x="114099" y="68712"/>
                    <a:pt x="114072" y="68223"/>
                  </a:cubicBezTo>
                  <a:cubicBezTo>
                    <a:pt x="114052" y="67608"/>
                    <a:pt x="114032" y="66993"/>
                    <a:pt x="114011" y="66360"/>
                  </a:cubicBezTo>
                  <a:cubicBezTo>
                    <a:pt x="113985" y="65747"/>
                    <a:pt x="113960" y="65134"/>
                    <a:pt x="113933" y="64503"/>
                  </a:cubicBezTo>
                  <a:cubicBezTo>
                    <a:pt x="114005" y="63995"/>
                    <a:pt x="114077" y="63488"/>
                    <a:pt x="114151" y="62965"/>
                  </a:cubicBezTo>
                  <a:cubicBezTo>
                    <a:pt x="114888" y="62719"/>
                    <a:pt x="115624" y="62474"/>
                    <a:pt x="116383" y="62221"/>
                  </a:cubicBezTo>
                  <a:cubicBezTo>
                    <a:pt x="116735" y="60837"/>
                    <a:pt x="116735" y="60837"/>
                    <a:pt x="116755" y="59244"/>
                  </a:cubicBezTo>
                  <a:cubicBezTo>
                    <a:pt x="116825" y="57616"/>
                    <a:pt x="116825" y="57616"/>
                    <a:pt x="117127" y="56268"/>
                  </a:cubicBezTo>
                  <a:cubicBezTo>
                    <a:pt x="117864" y="56022"/>
                    <a:pt x="118601" y="55776"/>
                    <a:pt x="119360" y="55523"/>
                  </a:cubicBezTo>
                  <a:cubicBezTo>
                    <a:pt x="119554" y="54019"/>
                    <a:pt x="119743" y="52512"/>
                    <a:pt x="119869" y="51000"/>
                  </a:cubicBezTo>
                  <a:cubicBezTo>
                    <a:pt x="120172" y="49160"/>
                    <a:pt x="121019" y="48598"/>
                    <a:pt x="122336" y="47338"/>
                  </a:cubicBezTo>
                  <a:cubicBezTo>
                    <a:pt x="122336" y="46570"/>
                    <a:pt x="122336" y="45803"/>
                    <a:pt x="122336" y="45012"/>
                  </a:cubicBezTo>
                  <a:cubicBezTo>
                    <a:pt x="122336" y="44306"/>
                    <a:pt x="122336" y="43600"/>
                    <a:pt x="122336" y="42873"/>
                  </a:cubicBezTo>
                  <a:cubicBezTo>
                    <a:pt x="123073" y="42627"/>
                    <a:pt x="123810" y="42382"/>
                    <a:pt x="124569" y="42129"/>
                  </a:cubicBezTo>
                  <a:cubicBezTo>
                    <a:pt x="125007" y="40381"/>
                    <a:pt x="125007" y="40381"/>
                    <a:pt x="125080" y="38362"/>
                  </a:cubicBezTo>
                  <a:cubicBezTo>
                    <a:pt x="125154" y="37336"/>
                    <a:pt x="125154" y="37336"/>
                    <a:pt x="125229" y="36289"/>
                  </a:cubicBezTo>
                  <a:cubicBezTo>
                    <a:pt x="125257" y="35761"/>
                    <a:pt x="125284" y="35232"/>
                    <a:pt x="125313" y="34687"/>
                  </a:cubicBezTo>
                  <a:cubicBezTo>
                    <a:pt x="125804" y="34687"/>
                    <a:pt x="126295" y="34687"/>
                    <a:pt x="126801" y="34687"/>
                  </a:cubicBezTo>
                  <a:cubicBezTo>
                    <a:pt x="127265" y="32762"/>
                    <a:pt x="127518" y="30834"/>
                    <a:pt x="127798" y="28874"/>
                  </a:cubicBezTo>
                  <a:cubicBezTo>
                    <a:pt x="127960" y="28337"/>
                    <a:pt x="128123" y="27800"/>
                    <a:pt x="128290" y="27246"/>
                  </a:cubicBezTo>
                  <a:cubicBezTo>
                    <a:pt x="129026" y="27246"/>
                    <a:pt x="129763" y="27246"/>
                    <a:pt x="130522" y="27246"/>
                  </a:cubicBezTo>
                  <a:cubicBezTo>
                    <a:pt x="130496" y="26664"/>
                    <a:pt x="130470" y="26082"/>
                    <a:pt x="130444" y="25482"/>
                  </a:cubicBezTo>
                  <a:cubicBezTo>
                    <a:pt x="130423" y="24729"/>
                    <a:pt x="130403" y="23976"/>
                    <a:pt x="130382" y="23200"/>
                  </a:cubicBezTo>
                  <a:cubicBezTo>
                    <a:pt x="130357" y="22449"/>
                    <a:pt x="130331" y="21698"/>
                    <a:pt x="130304" y="20924"/>
                  </a:cubicBezTo>
                  <a:cubicBezTo>
                    <a:pt x="130376" y="20309"/>
                    <a:pt x="130448" y="19694"/>
                    <a:pt x="130522" y="19061"/>
                  </a:cubicBezTo>
                  <a:cubicBezTo>
                    <a:pt x="131259" y="18815"/>
                    <a:pt x="131995" y="18569"/>
                    <a:pt x="132754" y="18316"/>
                  </a:cubicBezTo>
                  <a:cubicBezTo>
                    <a:pt x="133192" y="16569"/>
                    <a:pt x="133192" y="16569"/>
                    <a:pt x="133266" y="14549"/>
                  </a:cubicBezTo>
                  <a:cubicBezTo>
                    <a:pt x="133339" y="13523"/>
                    <a:pt x="133339" y="13523"/>
                    <a:pt x="133414" y="12477"/>
                  </a:cubicBezTo>
                  <a:cubicBezTo>
                    <a:pt x="133442" y="11948"/>
                    <a:pt x="133470" y="11420"/>
                    <a:pt x="133499" y="10875"/>
                  </a:cubicBezTo>
                  <a:cubicBezTo>
                    <a:pt x="133990" y="10875"/>
                    <a:pt x="134481" y="10875"/>
                    <a:pt x="134987" y="10875"/>
                  </a:cubicBezTo>
                  <a:cubicBezTo>
                    <a:pt x="135992" y="8864"/>
                    <a:pt x="135983" y="7066"/>
                    <a:pt x="136150" y="4829"/>
                  </a:cubicBezTo>
                  <a:cubicBezTo>
                    <a:pt x="136212" y="4013"/>
                    <a:pt x="136274" y="3198"/>
                    <a:pt x="136339" y="2358"/>
                  </a:cubicBezTo>
                  <a:cubicBezTo>
                    <a:pt x="136384" y="1731"/>
                    <a:pt x="136429" y="1103"/>
                    <a:pt x="136475" y="457"/>
                  </a:cubicBezTo>
                  <a:close/>
                </a:path>
              </a:pathLst>
            </a:custGeom>
            <a:grpFill/>
            <a:ln w="744" cap="flat">
              <a:noFill/>
              <a:prstDash val="solid"/>
              <a:miter/>
            </a:ln>
          </p:spPr>
          <p:txBody>
            <a:bodyPr rtlCol="0" anchor="ctr"/>
            <a:lstStyle/>
            <a:p>
              <a:endParaRPr lang="zh-CN" altLang="en-US"/>
            </a:p>
          </p:txBody>
        </p:sp>
        <p:sp>
          <p:nvSpPr>
            <p:cNvPr id="177" name="任意多边形: 形状 176"/>
            <p:cNvSpPr/>
            <p:nvPr/>
          </p:nvSpPr>
          <p:spPr>
            <a:xfrm>
              <a:off x="11141243" y="609982"/>
              <a:ext cx="194461" cy="280687"/>
            </a:xfrm>
            <a:custGeom>
              <a:avLst/>
              <a:gdLst>
                <a:gd name="connsiteX0" fmla="*/ 69826 w 194464"/>
                <a:gd name="connsiteY0" fmla="*/ 592 h 280680"/>
                <a:gd name="connsiteX1" fmla="*/ 75035 w 194464"/>
                <a:gd name="connsiteY1" fmla="*/ 592 h 280680"/>
                <a:gd name="connsiteX2" fmla="*/ 76524 w 194464"/>
                <a:gd name="connsiteY2" fmla="*/ 3568 h 280680"/>
                <a:gd name="connsiteX3" fmla="*/ 78012 w 194464"/>
                <a:gd name="connsiteY3" fmla="*/ 4312 h 280680"/>
                <a:gd name="connsiteX4" fmla="*/ 78427 w 194464"/>
                <a:gd name="connsiteY4" fmla="*/ 8844 h 280680"/>
                <a:gd name="connsiteX5" fmla="*/ 80988 w 194464"/>
                <a:gd name="connsiteY5" fmla="*/ 11754 h 280680"/>
                <a:gd name="connsiteX6" fmla="*/ 81360 w 194464"/>
                <a:gd name="connsiteY6" fmla="*/ 14777 h 280680"/>
                <a:gd name="connsiteX7" fmla="*/ 81733 w 194464"/>
                <a:gd name="connsiteY7" fmla="*/ 17707 h 280680"/>
                <a:gd name="connsiteX8" fmla="*/ 83965 w 194464"/>
                <a:gd name="connsiteY8" fmla="*/ 18451 h 280680"/>
                <a:gd name="connsiteX9" fmla="*/ 84709 w 194464"/>
                <a:gd name="connsiteY9" fmla="*/ 23660 h 280680"/>
                <a:gd name="connsiteX10" fmla="*/ 86197 w 194464"/>
                <a:gd name="connsiteY10" fmla="*/ 24404 h 280680"/>
                <a:gd name="connsiteX11" fmla="*/ 86942 w 194464"/>
                <a:gd name="connsiteY11" fmla="*/ 27055 h 280680"/>
                <a:gd name="connsiteX12" fmla="*/ 87686 w 194464"/>
                <a:gd name="connsiteY12" fmla="*/ 29613 h 280680"/>
                <a:gd name="connsiteX13" fmla="*/ 89174 w 194464"/>
                <a:gd name="connsiteY13" fmla="*/ 29613 h 280680"/>
                <a:gd name="connsiteX14" fmla="*/ 89537 w 194464"/>
                <a:gd name="connsiteY14" fmla="*/ 34191 h 280680"/>
                <a:gd name="connsiteX15" fmla="*/ 89918 w 194464"/>
                <a:gd name="connsiteY15" fmla="*/ 35566 h 280680"/>
                <a:gd name="connsiteX16" fmla="*/ 92150 w 194464"/>
                <a:gd name="connsiteY16" fmla="*/ 36310 h 280680"/>
                <a:gd name="connsiteX17" fmla="*/ 92895 w 194464"/>
                <a:gd name="connsiteY17" fmla="*/ 41519 h 280680"/>
                <a:gd name="connsiteX18" fmla="*/ 94383 w 194464"/>
                <a:gd name="connsiteY18" fmla="*/ 42263 h 280680"/>
                <a:gd name="connsiteX19" fmla="*/ 95127 w 194464"/>
                <a:gd name="connsiteY19" fmla="*/ 44542 h 280680"/>
                <a:gd name="connsiteX20" fmla="*/ 95871 w 194464"/>
                <a:gd name="connsiteY20" fmla="*/ 46728 h 280680"/>
                <a:gd name="connsiteX21" fmla="*/ 97359 w 194464"/>
                <a:gd name="connsiteY21" fmla="*/ 46728 h 280680"/>
                <a:gd name="connsiteX22" fmla="*/ 97220 w 194464"/>
                <a:gd name="connsiteY22" fmla="*/ 49658 h 280680"/>
                <a:gd name="connsiteX23" fmla="*/ 97359 w 194464"/>
                <a:gd name="connsiteY23" fmla="*/ 52681 h 280680"/>
                <a:gd name="connsiteX24" fmla="*/ 99592 w 194464"/>
                <a:gd name="connsiteY24" fmla="*/ 53426 h 280680"/>
                <a:gd name="connsiteX25" fmla="*/ 101080 w 194464"/>
                <a:gd name="connsiteY25" fmla="*/ 57146 h 280680"/>
                <a:gd name="connsiteX26" fmla="*/ 102568 w 194464"/>
                <a:gd name="connsiteY26" fmla="*/ 57890 h 280680"/>
                <a:gd name="connsiteX27" fmla="*/ 102894 w 194464"/>
                <a:gd name="connsiteY27" fmla="*/ 60076 h 280680"/>
                <a:gd name="connsiteX28" fmla="*/ 103313 w 194464"/>
                <a:gd name="connsiteY28" fmla="*/ 62355 h 280680"/>
                <a:gd name="connsiteX29" fmla="*/ 105545 w 194464"/>
                <a:gd name="connsiteY29" fmla="*/ 63843 h 280680"/>
                <a:gd name="connsiteX30" fmla="*/ 106289 w 194464"/>
                <a:gd name="connsiteY30" fmla="*/ 68308 h 280680"/>
                <a:gd name="connsiteX31" fmla="*/ 108522 w 194464"/>
                <a:gd name="connsiteY31" fmla="*/ 68308 h 280680"/>
                <a:gd name="connsiteX32" fmla="*/ 108522 w 194464"/>
                <a:gd name="connsiteY32" fmla="*/ 73517 h 280680"/>
                <a:gd name="connsiteX33" fmla="*/ 110754 w 194464"/>
                <a:gd name="connsiteY33" fmla="*/ 73517 h 280680"/>
                <a:gd name="connsiteX34" fmla="*/ 112242 w 194464"/>
                <a:gd name="connsiteY34" fmla="*/ 77982 h 280680"/>
                <a:gd name="connsiteX35" fmla="*/ 113731 w 194464"/>
                <a:gd name="connsiteY35" fmla="*/ 78726 h 280680"/>
                <a:gd name="connsiteX36" fmla="*/ 114475 w 194464"/>
                <a:gd name="connsiteY36" fmla="*/ 82447 h 280680"/>
                <a:gd name="connsiteX37" fmla="*/ 115963 w 194464"/>
                <a:gd name="connsiteY37" fmla="*/ 83191 h 280680"/>
                <a:gd name="connsiteX38" fmla="*/ 117451 w 194464"/>
                <a:gd name="connsiteY38" fmla="*/ 86912 h 280680"/>
                <a:gd name="connsiteX39" fmla="*/ 118940 w 194464"/>
                <a:gd name="connsiteY39" fmla="*/ 87656 h 280680"/>
                <a:gd name="connsiteX40" fmla="*/ 119684 w 194464"/>
                <a:gd name="connsiteY40" fmla="*/ 92865 h 280680"/>
                <a:gd name="connsiteX41" fmla="*/ 121916 w 194464"/>
                <a:gd name="connsiteY41" fmla="*/ 92865 h 280680"/>
                <a:gd name="connsiteX42" fmla="*/ 122660 w 194464"/>
                <a:gd name="connsiteY42" fmla="*/ 96586 h 280680"/>
                <a:gd name="connsiteX43" fmla="*/ 124893 w 194464"/>
                <a:gd name="connsiteY43" fmla="*/ 98818 h 280680"/>
                <a:gd name="connsiteX44" fmla="*/ 124893 w 194464"/>
                <a:gd name="connsiteY44" fmla="*/ 101050 h 280680"/>
                <a:gd name="connsiteX45" fmla="*/ 127125 w 194464"/>
                <a:gd name="connsiteY45" fmla="*/ 101795 h 280680"/>
                <a:gd name="connsiteX46" fmla="*/ 127869 w 194464"/>
                <a:gd name="connsiteY46" fmla="*/ 106259 h 280680"/>
                <a:gd name="connsiteX47" fmla="*/ 130102 w 194464"/>
                <a:gd name="connsiteY47" fmla="*/ 106259 h 280680"/>
                <a:gd name="connsiteX48" fmla="*/ 129962 w 194464"/>
                <a:gd name="connsiteY48" fmla="*/ 108073 h 280680"/>
                <a:gd name="connsiteX49" fmla="*/ 130102 w 194464"/>
                <a:gd name="connsiteY49" fmla="*/ 109980 h 280680"/>
                <a:gd name="connsiteX50" fmla="*/ 132334 w 194464"/>
                <a:gd name="connsiteY50" fmla="*/ 110724 h 280680"/>
                <a:gd name="connsiteX51" fmla="*/ 133078 w 194464"/>
                <a:gd name="connsiteY51" fmla="*/ 114445 h 280680"/>
                <a:gd name="connsiteX52" fmla="*/ 135311 w 194464"/>
                <a:gd name="connsiteY52" fmla="*/ 115189 h 280680"/>
                <a:gd name="connsiteX53" fmla="*/ 136799 w 194464"/>
                <a:gd name="connsiteY53" fmla="*/ 118910 h 280680"/>
                <a:gd name="connsiteX54" fmla="*/ 138287 w 194464"/>
                <a:gd name="connsiteY54" fmla="*/ 119654 h 280680"/>
                <a:gd name="connsiteX55" fmla="*/ 138613 w 194464"/>
                <a:gd name="connsiteY55" fmla="*/ 121514 h 280680"/>
                <a:gd name="connsiteX56" fmla="*/ 139031 w 194464"/>
                <a:gd name="connsiteY56" fmla="*/ 123375 h 280680"/>
                <a:gd name="connsiteX57" fmla="*/ 141264 w 194464"/>
                <a:gd name="connsiteY57" fmla="*/ 124119 h 280680"/>
                <a:gd name="connsiteX58" fmla="*/ 142008 w 194464"/>
                <a:gd name="connsiteY58" fmla="*/ 127095 h 280680"/>
                <a:gd name="connsiteX59" fmla="*/ 143496 w 194464"/>
                <a:gd name="connsiteY59" fmla="*/ 127840 h 280680"/>
                <a:gd name="connsiteX60" fmla="*/ 143822 w 194464"/>
                <a:gd name="connsiteY60" fmla="*/ 129235 h 280680"/>
                <a:gd name="connsiteX61" fmla="*/ 146473 w 194464"/>
                <a:gd name="connsiteY61" fmla="*/ 133049 h 280680"/>
                <a:gd name="connsiteX62" fmla="*/ 146473 w 194464"/>
                <a:gd name="connsiteY62" fmla="*/ 134537 h 280680"/>
                <a:gd name="connsiteX63" fmla="*/ 148705 w 194464"/>
                <a:gd name="connsiteY63" fmla="*/ 135281 h 280680"/>
                <a:gd name="connsiteX64" fmla="*/ 150938 w 194464"/>
                <a:gd name="connsiteY64" fmla="*/ 139746 h 280680"/>
                <a:gd name="connsiteX65" fmla="*/ 153170 w 194464"/>
                <a:gd name="connsiteY65" fmla="*/ 144211 h 280680"/>
                <a:gd name="connsiteX66" fmla="*/ 154658 w 194464"/>
                <a:gd name="connsiteY66" fmla="*/ 144211 h 280680"/>
                <a:gd name="connsiteX67" fmla="*/ 155402 w 194464"/>
                <a:gd name="connsiteY67" fmla="*/ 147187 h 280680"/>
                <a:gd name="connsiteX68" fmla="*/ 156891 w 194464"/>
                <a:gd name="connsiteY68" fmla="*/ 147931 h 280680"/>
                <a:gd name="connsiteX69" fmla="*/ 157216 w 194464"/>
                <a:gd name="connsiteY69" fmla="*/ 149792 h 280680"/>
                <a:gd name="connsiteX70" fmla="*/ 157635 w 194464"/>
                <a:gd name="connsiteY70" fmla="*/ 151652 h 280680"/>
                <a:gd name="connsiteX71" fmla="*/ 159867 w 194464"/>
                <a:gd name="connsiteY71" fmla="*/ 152396 h 280680"/>
                <a:gd name="connsiteX72" fmla="*/ 160611 w 194464"/>
                <a:gd name="connsiteY72" fmla="*/ 154629 h 280680"/>
                <a:gd name="connsiteX73" fmla="*/ 162844 w 194464"/>
                <a:gd name="connsiteY73" fmla="*/ 155373 h 280680"/>
                <a:gd name="connsiteX74" fmla="*/ 164332 w 194464"/>
                <a:gd name="connsiteY74" fmla="*/ 159093 h 280680"/>
                <a:gd name="connsiteX75" fmla="*/ 165820 w 194464"/>
                <a:gd name="connsiteY75" fmla="*/ 162070 h 280680"/>
                <a:gd name="connsiteX76" fmla="*/ 168053 w 194464"/>
                <a:gd name="connsiteY76" fmla="*/ 162814 h 280680"/>
                <a:gd name="connsiteX77" fmla="*/ 168797 w 194464"/>
                <a:gd name="connsiteY77" fmla="*/ 165047 h 280680"/>
                <a:gd name="connsiteX78" fmla="*/ 171029 w 194464"/>
                <a:gd name="connsiteY78" fmla="*/ 166535 h 280680"/>
                <a:gd name="connsiteX79" fmla="*/ 172053 w 194464"/>
                <a:gd name="connsiteY79" fmla="*/ 168628 h 280680"/>
                <a:gd name="connsiteX80" fmla="*/ 176983 w 194464"/>
                <a:gd name="connsiteY80" fmla="*/ 174720 h 280680"/>
                <a:gd name="connsiteX81" fmla="*/ 177727 w 194464"/>
                <a:gd name="connsiteY81" fmla="*/ 176953 h 280680"/>
                <a:gd name="connsiteX82" fmla="*/ 179959 w 194464"/>
                <a:gd name="connsiteY82" fmla="*/ 178441 h 280680"/>
                <a:gd name="connsiteX83" fmla="*/ 180703 w 194464"/>
                <a:gd name="connsiteY83" fmla="*/ 180674 h 280680"/>
                <a:gd name="connsiteX84" fmla="*/ 182936 w 194464"/>
                <a:gd name="connsiteY84" fmla="*/ 182906 h 280680"/>
                <a:gd name="connsiteX85" fmla="*/ 185912 w 194464"/>
                <a:gd name="connsiteY85" fmla="*/ 187371 h 280680"/>
                <a:gd name="connsiteX86" fmla="*/ 188145 w 194464"/>
                <a:gd name="connsiteY86" fmla="*/ 188859 h 280680"/>
                <a:gd name="connsiteX87" fmla="*/ 188889 w 194464"/>
                <a:gd name="connsiteY87" fmla="*/ 191092 h 280680"/>
                <a:gd name="connsiteX88" fmla="*/ 190051 w 194464"/>
                <a:gd name="connsiteY88" fmla="*/ 192254 h 280680"/>
                <a:gd name="connsiteX89" fmla="*/ 191121 w 194464"/>
                <a:gd name="connsiteY89" fmla="*/ 194812 h 280680"/>
                <a:gd name="connsiteX90" fmla="*/ 193354 w 194464"/>
                <a:gd name="connsiteY90" fmla="*/ 195556 h 280680"/>
                <a:gd name="connsiteX91" fmla="*/ 194098 w 194464"/>
                <a:gd name="connsiteY91" fmla="*/ 198533 h 280680"/>
                <a:gd name="connsiteX92" fmla="*/ 196330 w 194464"/>
                <a:gd name="connsiteY92" fmla="*/ 199277 h 280680"/>
                <a:gd name="connsiteX93" fmla="*/ 196330 w 194464"/>
                <a:gd name="connsiteY93" fmla="*/ 201509 h 280680"/>
                <a:gd name="connsiteX94" fmla="*/ 199307 w 194464"/>
                <a:gd name="connsiteY94" fmla="*/ 202998 h 280680"/>
                <a:gd name="connsiteX95" fmla="*/ 201725 w 194464"/>
                <a:gd name="connsiteY95" fmla="*/ 205602 h 280680"/>
                <a:gd name="connsiteX96" fmla="*/ 202900 w 194464"/>
                <a:gd name="connsiteY96" fmla="*/ 206974 h 280680"/>
                <a:gd name="connsiteX97" fmla="*/ 203772 w 194464"/>
                <a:gd name="connsiteY97" fmla="*/ 209695 h 280680"/>
                <a:gd name="connsiteX98" fmla="*/ 205213 w 194464"/>
                <a:gd name="connsiteY98" fmla="*/ 210393 h 280680"/>
                <a:gd name="connsiteX99" fmla="*/ 207492 w 194464"/>
                <a:gd name="connsiteY99" fmla="*/ 213416 h 280680"/>
                <a:gd name="connsiteX100" fmla="*/ 209725 w 194464"/>
                <a:gd name="connsiteY100" fmla="*/ 214160 h 280680"/>
                <a:gd name="connsiteX101" fmla="*/ 209725 w 194464"/>
                <a:gd name="connsiteY101" fmla="*/ 217881 h 280680"/>
                <a:gd name="connsiteX102" fmla="*/ 206748 w 194464"/>
                <a:gd name="connsiteY102" fmla="*/ 218625 h 280680"/>
                <a:gd name="connsiteX103" fmla="*/ 206051 w 194464"/>
                <a:gd name="connsiteY103" fmla="*/ 220439 h 280680"/>
                <a:gd name="connsiteX104" fmla="*/ 203353 w 194464"/>
                <a:gd name="connsiteY104" fmla="*/ 223183 h 280680"/>
                <a:gd name="connsiteX105" fmla="*/ 201539 w 194464"/>
                <a:gd name="connsiteY105" fmla="*/ 223834 h 280680"/>
                <a:gd name="connsiteX106" fmla="*/ 200795 w 194464"/>
                <a:gd name="connsiteY106" fmla="*/ 226066 h 280680"/>
                <a:gd name="connsiteX107" fmla="*/ 199307 w 194464"/>
                <a:gd name="connsiteY107" fmla="*/ 226810 h 280680"/>
                <a:gd name="connsiteX108" fmla="*/ 198563 w 194464"/>
                <a:gd name="connsiteY108" fmla="*/ 229043 h 280680"/>
                <a:gd name="connsiteX109" fmla="*/ 196330 w 194464"/>
                <a:gd name="connsiteY109" fmla="*/ 229787 h 280680"/>
                <a:gd name="connsiteX110" fmla="*/ 194842 w 194464"/>
                <a:gd name="connsiteY110" fmla="*/ 232763 h 280680"/>
                <a:gd name="connsiteX111" fmla="*/ 193354 w 194464"/>
                <a:gd name="connsiteY111" fmla="*/ 233508 h 280680"/>
                <a:gd name="connsiteX112" fmla="*/ 192609 w 194464"/>
                <a:gd name="connsiteY112" fmla="*/ 235740 h 280680"/>
                <a:gd name="connsiteX113" fmla="*/ 190377 w 194464"/>
                <a:gd name="connsiteY113" fmla="*/ 237228 h 280680"/>
                <a:gd name="connsiteX114" fmla="*/ 189633 w 194464"/>
                <a:gd name="connsiteY114" fmla="*/ 239461 h 280680"/>
                <a:gd name="connsiteX115" fmla="*/ 187400 w 194464"/>
                <a:gd name="connsiteY115" fmla="*/ 239461 h 280680"/>
                <a:gd name="connsiteX116" fmla="*/ 186656 w 194464"/>
                <a:gd name="connsiteY116" fmla="*/ 242437 h 280680"/>
                <a:gd name="connsiteX117" fmla="*/ 184424 w 194464"/>
                <a:gd name="connsiteY117" fmla="*/ 243181 h 280680"/>
                <a:gd name="connsiteX118" fmla="*/ 184424 w 194464"/>
                <a:gd name="connsiteY118" fmla="*/ 246158 h 280680"/>
                <a:gd name="connsiteX119" fmla="*/ 182192 w 194464"/>
                <a:gd name="connsiteY119" fmla="*/ 246158 h 280680"/>
                <a:gd name="connsiteX120" fmla="*/ 180703 w 194464"/>
                <a:gd name="connsiteY120" fmla="*/ 249879 h 280680"/>
                <a:gd name="connsiteX121" fmla="*/ 179215 w 194464"/>
                <a:gd name="connsiteY121" fmla="*/ 249879 h 280680"/>
                <a:gd name="connsiteX122" fmla="*/ 178471 w 194464"/>
                <a:gd name="connsiteY122" fmla="*/ 252855 h 280680"/>
                <a:gd name="connsiteX123" fmla="*/ 176983 w 194464"/>
                <a:gd name="connsiteY123" fmla="*/ 253599 h 280680"/>
                <a:gd name="connsiteX124" fmla="*/ 176610 w 194464"/>
                <a:gd name="connsiteY124" fmla="*/ 255088 h 280680"/>
                <a:gd name="connsiteX125" fmla="*/ 176238 w 194464"/>
                <a:gd name="connsiteY125" fmla="*/ 256576 h 280680"/>
                <a:gd name="connsiteX126" fmla="*/ 174750 w 194464"/>
                <a:gd name="connsiteY126" fmla="*/ 257320 h 280680"/>
                <a:gd name="connsiteX127" fmla="*/ 174425 w 194464"/>
                <a:gd name="connsiteY127" fmla="*/ 258808 h 280680"/>
                <a:gd name="connsiteX128" fmla="*/ 174006 w 194464"/>
                <a:gd name="connsiteY128" fmla="*/ 260297 h 280680"/>
                <a:gd name="connsiteX129" fmla="*/ 171774 w 194464"/>
                <a:gd name="connsiteY129" fmla="*/ 261041 h 280680"/>
                <a:gd name="connsiteX130" fmla="*/ 171029 w 194464"/>
                <a:gd name="connsiteY130" fmla="*/ 264017 h 280680"/>
                <a:gd name="connsiteX131" fmla="*/ 169541 w 194464"/>
                <a:gd name="connsiteY131" fmla="*/ 264761 h 280680"/>
                <a:gd name="connsiteX132" fmla="*/ 168797 w 194464"/>
                <a:gd name="connsiteY132" fmla="*/ 266296 h 280680"/>
                <a:gd name="connsiteX133" fmla="*/ 168053 w 194464"/>
                <a:gd name="connsiteY133" fmla="*/ 267738 h 280680"/>
                <a:gd name="connsiteX134" fmla="*/ 166565 w 194464"/>
                <a:gd name="connsiteY134" fmla="*/ 267738 h 280680"/>
                <a:gd name="connsiteX135" fmla="*/ 165076 w 194464"/>
                <a:gd name="connsiteY135" fmla="*/ 272947 h 280680"/>
                <a:gd name="connsiteX136" fmla="*/ 163588 w 194464"/>
                <a:gd name="connsiteY136" fmla="*/ 273691 h 280680"/>
                <a:gd name="connsiteX137" fmla="*/ 163355 w 194464"/>
                <a:gd name="connsiteY137" fmla="*/ 275924 h 280680"/>
                <a:gd name="connsiteX138" fmla="*/ 162844 w 194464"/>
                <a:gd name="connsiteY138" fmla="*/ 278156 h 280680"/>
                <a:gd name="connsiteX139" fmla="*/ 159123 w 194464"/>
                <a:gd name="connsiteY139" fmla="*/ 278900 h 280680"/>
                <a:gd name="connsiteX140" fmla="*/ 159123 w 194464"/>
                <a:gd name="connsiteY140" fmla="*/ 281133 h 280680"/>
                <a:gd name="connsiteX141" fmla="*/ 156147 w 194464"/>
                <a:gd name="connsiteY141" fmla="*/ 281133 h 280680"/>
                <a:gd name="connsiteX142" fmla="*/ 154937 w 194464"/>
                <a:gd name="connsiteY142" fmla="*/ 277830 h 280680"/>
                <a:gd name="connsiteX143" fmla="*/ 153914 w 194464"/>
                <a:gd name="connsiteY143" fmla="*/ 274435 h 280680"/>
                <a:gd name="connsiteX144" fmla="*/ 152426 w 194464"/>
                <a:gd name="connsiteY144" fmla="*/ 273691 h 280680"/>
                <a:gd name="connsiteX145" fmla="*/ 151682 w 194464"/>
                <a:gd name="connsiteY145" fmla="*/ 271459 h 280680"/>
                <a:gd name="connsiteX146" fmla="*/ 149449 w 194464"/>
                <a:gd name="connsiteY146" fmla="*/ 270715 h 280680"/>
                <a:gd name="connsiteX147" fmla="*/ 148705 w 194464"/>
                <a:gd name="connsiteY147" fmla="*/ 267738 h 280680"/>
                <a:gd name="connsiteX148" fmla="*/ 146473 w 194464"/>
                <a:gd name="connsiteY148" fmla="*/ 266250 h 280680"/>
                <a:gd name="connsiteX149" fmla="*/ 143496 w 194464"/>
                <a:gd name="connsiteY149" fmla="*/ 260297 h 280680"/>
                <a:gd name="connsiteX150" fmla="*/ 142008 w 194464"/>
                <a:gd name="connsiteY150" fmla="*/ 260297 h 280680"/>
                <a:gd name="connsiteX151" fmla="*/ 141682 w 194464"/>
                <a:gd name="connsiteY151" fmla="*/ 258436 h 280680"/>
                <a:gd name="connsiteX152" fmla="*/ 141264 w 194464"/>
                <a:gd name="connsiteY152" fmla="*/ 256576 h 280680"/>
                <a:gd name="connsiteX153" fmla="*/ 139031 w 194464"/>
                <a:gd name="connsiteY153" fmla="*/ 256576 h 280680"/>
                <a:gd name="connsiteX154" fmla="*/ 138287 w 194464"/>
                <a:gd name="connsiteY154" fmla="*/ 252855 h 280680"/>
                <a:gd name="connsiteX155" fmla="*/ 136055 w 194464"/>
                <a:gd name="connsiteY155" fmla="*/ 252111 h 280680"/>
                <a:gd name="connsiteX156" fmla="*/ 135311 w 194464"/>
                <a:gd name="connsiteY156" fmla="*/ 249879 h 280680"/>
                <a:gd name="connsiteX157" fmla="*/ 133078 w 194464"/>
                <a:gd name="connsiteY157" fmla="*/ 247646 h 280680"/>
                <a:gd name="connsiteX158" fmla="*/ 129358 w 194464"/>
                <a:gd name="connsiteY158" fmla="*/ 241693 h 280680"/>
                <a:gd name="connsiteX159" fmla="*/ 127869 w 194464"/>
                <a:gd name="connsiteY159" fmla="*/ 240949 h 280680"/>
                <a:gd name="connsiteX160" fmla="*/ 127544 w 194464"/>
                <a:gd name="connsiteY160" fmla="*/ 239089 h 280680"/>
                <a:gd name="connsiteX161" fmla="*/ 127125 w 194464"/>
                <a:gd name="connsiteY161" fmla="*/ 237228 h 280680"/>
                <a:gd name="connsiteX162" fmla="*/ 124893 w 194464"/>
                <a:gd name="connsiteY162" fmla="*/ 236484 h 280680"/>
                <a:gd name="connsiteX163" fmla="*/ 124149 w 194464"/>
                <a:gd name="connsiteY163" fmla="*/ 233508 h 280680"/>
                <a:gd name="connsiteX164" fmla="*/ 122660 w 194464"/>
                <a:gd name="connsiteY164" fmla="*/ 232763 h 280680"/>
                <a:gd name="connsiteX165" fmla="*/ 122335 w 194464"/>
                <a:gd name="connsiteY165" fmla="*/ 230857 h 280680"/>
                <a:gd name="connsiteX166" fmla="*/ 121916 w 194464"/>
                <a:gd name="connsiteY166" fmla="*/ 229043 h 280680"/>
                <a:gd name="connsiteX167" fmla="*/ 119684 w 194464"/>
                <a:gd name="connsiteY167" fmla="*/ 229043 h 280680"/>
                <a:gd name="connsiteX168" fmla="*/ 118940 w 194464"/>
                <a:gd name="connsiteY168" fmla="*/ 226066 h 280680"/>
                <a:gd name="connsiteX169" fmla="*/ 116707 w 194464"/>
                <a:gd name="connsiteY169" fmla="*/ 224578 h 280680"/>
                <a:gd name="connsiteX170" fmla="*/ 116335 w 194464"/>
                <a:gd name="connsiteY170" fmla="*/ 222299 h 280680"/>
                <a:gd name="connsiteX171" fmla="*/ 115963 w 194464"/>
                <a:gd name="connsiteY171" fmla="*/ 220113 h 280680"/>
                <a:gd name="connsiteX172" fmla="*/ 113731 w 194464"/>
                <a:gd name="connsiteY172" fmla="*/ 219369 h 280680"/>
                <a:gd name="connsiteX173" fmla="*/ 112986 w 194464"/>
                <a:gd name="connsiteY173" fmla="*/ 217136 h 280680"/>
                <a:gd name="connsiteX174" fmla="*/ 111498 w 194464"/>
                <a:gd name="connsiteY174" fmla="*/ 216392 h 280680"/>
                <a:gd name="connsiteX175" fmla="*/ 110010 w 194464"/>
                <a:gd name="connsiteY175" fmla="*/ 212672 h 280680"/>
                <a:gd name="connsiteX176" fmla="*/ 108522 w 194464"/>
                <a:gd name="connsiteY176" fmla="*/ 211927 h 280680"/>
                <a:gd name="connsiteX177" fmla="*/ 108196 w 194464"/>
                <a:gd name="connsiteY177" fmla="*/ 210532 h 280680"/>
                <a:gd name="connsiteX178" fmla="*/ 105545 w 194464"/>
                <a:gd name="connsiteY178" fmla="*/ 206718 h 280680"/>
                <a:gd name="connsiteX179" fmla="*/ 104801 w 194464"/>
                <a:gd name="connsiteY179" fmla="*/ 204486 h 280680"/>
                <a:gd name="connsiteX180" fmla="*/ 103313 w 194464"/>
                <a:gd name="connsiteY180" fmla="*/ 203742 h 280680"/>
                <a:gd name="connsiteX181" fmla="*/ 102568 w 194464"/>
                <a:gd name="connsiteY181" fmla="*/ 198533 h 280680"/>
                <a:gd name="connsiteX182" fmla="*/ 100336 w 194464"/>
                <a:gd name="connsiteY182" fmla="*/ 198533 h 280680"/>
                <a:gd name="connsiteX183" fmla="*/ 99592 w 194464"/>
                <a:gd name="connsiteY183" fmla="*/ 195556 h 280680"/>
                <a:gd name="connsiteX184" fmla="*/ 98104 w 194464"/>
                <a:gd name="connsiteY184" fmla="*/ 194812 h 280680"/>
                <a:gd name="connsiteX185" fmla="*/ 94708 w 194464"/>
                <a:gd name="connsiteY185" fmla="*/ 188673 h 280680"/>
                <a:gd name="connsiteX186" fmla="*/ 92150 w 194464"/>
                <a:gd name="connsiteY186" fmla="*/ 185883 h 280680"/>
                <a:gd name="connsiteX187" fmla="*/ 91825 w 194464"/>
                <a:gd name="connsiteY187" fmla="*/ 184115 h 280680"/>
                <a:gd name="connsiteX188" fmla="*/ 89174 w 194464"/>
                <a:gd name="connsiteY188" fmla="*/ 179929 h 280680"/>
                <a:gd name="connsiteX189" fmla="*/ 88430 w 194464"/>
                <a:gd name="connsiteY189" fmla="*/ 177697 h 280680"/>
                <a:gd name="connsiteX190" fmla="*/ 87314 w 194464"/>
                <a:gd name="connsiteY190" fmla="*/ 176581 h 280680"/>
                <a:gd name="connsiteX191" fmla="*/ 85453 w 194464"/>
                <a:gd name="connsiteY191" fmla="*/ 173232 h 280680"/>
                <a:gd name="connsiteX192" fmla="*/ 83965 w 194464"/>
                <a:gd name="connsiteY192" fmla="*/ 172488 h 280680"/>
                <a:gd name="connsiteX193" fmla="*/ 83639 w 194464"/>
                <a:gd name="connsiteY193" fmla="*/ 170349 h 280680"/>
                <a:gd name="connsiteX194" fmla="*/ 79779 w 194464"/>
                <a:gd name="connsiteY194" fmla="*/ 164907 h 280680"/>
                <a:gd name="connsiteX195" fmla="*/ 78012 w 194464"/>
                <a:gd name="connsiteY195" fmla="*/ 157605 h 280680"/>
                <a:gd name="connsiteX196" fmla="*/ 75779 w 194464"/>
                <a:gd name="connsiteY196" fmla="*/ 157605 h 280680"/>
                <a:gd name="connsiteX197" fmla="*/ 75965 w 194464"/>
                <a:gd name="connsiteY197" fmla="*/ 155838 h 280680"/>
                <a:gd name="connsiteX198" fmla="*/ 75779 w 194464"/>
                <a:gd name="connsiteY198" fmla="*/ 153884 h 280680"/>
                <a:gd name="connsiteX199" fmla="*/ 72803 w 194464"/>
                <a:gd name="connsiteY199" fmla="*/ 152396 h 280680"/>
                <a:gd name="connsiteX200" fmla="*/ 72059 w 194464"/>
                <a:gd name="connsiteY200" fmla="*/ 149420 h 280680"/>
                <a:gd name="connsiteX201" fmla="*/ 70896 w 194464"/>
                <a:gd name="connsiteY201" fmla="*/ 148303 h 280680"/>
                <a:gd name="connsiteX202" fmla="*/ 69826 w 194464"/>
                <a:gd name="connsiteY202" fmla="*/ 144211 h 280680"/>
                <a:gd name="connsiteX203" fmla="*/ 67594 w 194464"/>
                <a:gd name="connsiteY203" fmla="*/ 143467 h 280680"/>
                <a:gd name="connsiteX204" fmla="*/ 66850 w 194464"/>
                <a:gd name="connsiteY204" fmla="*/ 139002 h 280680"/>
                <a:gd name="connsiteX205" fmla="*/ 64617 w 194464"/>
                <a:gd name="connsiteY205" fmla="*/ 138258 h 280680"/>
                <a:gd name="connsiteX206" fmla="*/ 63873 w 194464"/>
                <a:gd name="connsiteY206" fmla="*/ 134537 h 280680"/>
                <a:gd name="connsiteX207" fmla="*/ 62385 w 194464"/>
                <a:gd name="connsiteY207" fmla="*/ 133793 h 280680"/>
                <a:gd name="connsiteX208" fmla="*/ 60897 w 194464"/>
                <a:gd name="connsiteY208" fmla="*/ 129328 h 280680"/>
                <a:gd name="connsiteX209" fmla="*/ 59408 w 194464"/>
                <a:gd name="connsiteY209" fmla="*/ 128584 h 280680"/>
                <a:gd name="connsiteX210" fmla="*/ 59083 w 194464"/>
                <a:gd name="connsiteY210" fmla="*/ 126351 h 280680"/>
                <a:gd name="connsiteX211" fmla="*/ 58664 w 194464"/>
                <a:gd name="connsiteY211" fmla="*/ 124119 h 280680"/>
                <a:gd name="connsiteX212" fmla="*/ 56432 w 194464"/>
                <a:gd name="connsiteY212" fmla="*/ 123375 h 280680"/>
                <a:gd name="connsiteX213" fmla="*/ 54943 w 194464"/>
                <a:gd name="connsiteY213" fmla="*/ 118910 h 280680"/>
                <a:gd name="connsiteX214" fmla="*/ 53455 w 194464"/>
                <a:gd name="connsiteY214" fmla="*/ 117422 h 280680"/>
                <a:gd name="connsiteX215" fmla="*/ 53083 w 194464"/>
                <a:gd name="connsiteY215" fmla="*/ 115515 h 280680"/>
                <a:gd name="connsiteX216" fmla="*/ 52711 w 194464"/>
                <a:gd name="connsiteY216" fmla="*/ 113701 h 280680"/>
                <a:gd name="connsiteX217" fmla="*/ 51223 w 194464"/>
                <a:gd name="connsiteY217" fmla="*/ 112957 h 280680"/>
                <a:gd name="connsiteX218" fmla="*/ 50479 w 194464"/>
                <a:gd name="connsiteY218" fmla="*/ 108492 h 280680"/>
                <a:gd name="connsiteX219" fmla="*/ 48246 w 194464"/>
                <a:gd name="connsiteY219" fmla="*/ 108492 h 280680"/>
                <a:gd name="connsiteX220" fmla="*/ 48246 w 194464"/>
                <a:gd name="connsiteY220" fmla="*/ 102539 h 280680"/>
                <a:gd name="connsiteX221" fmla="*/ 46014 w 194464"/>
                <a:gd name="connsiteY221" fmla="*/ 102539 h 280680"/>
                <a:gd name="connsiteX222" fmla="*/ 44525 w 194464"/>
                <a:gd name="connsiteY222" fmla="*/ 97330 h 280680"/>
                <a:gd name="connsiteX223" fmla="*/ 43037 w 194464"/>
                <a:gd name="connsiteY223" fmla="*/ 96586 h 280680"/>
                <a:gd name="connsiteX224" fmla="*/ 41549 w 194464"/>
                <a:gd name="connsiteY224" fmla="*/ 92121 h 280680"/>
                <a:gd name="connsiteX225" fmla="*/ 40061 w 194464"/>
                <a:gd name="connsiteY225" fmla="*/ 91377 h 280680"/>
                <a:gd name="connsiteX226" fmla="*/ 39317 w 194464"/>
                <a:gd name="connsiteY226" fmla="*/ 86168 h 280680"/>
                <a:gd name="connsiteX227" fmla="*/ 37828 w 194464"/>
                <a:gd name="connsiteY227" fmla="*/ 85424 h 280680"/>
                <a:gd name="connsiteX228" fmla="*/ 36340 w 194464"/>
                <a:gd name="connsiteY228" fmla="*/ 80959 h 280680"/>
                <a:gd name="connsiteX229" fmla="*/ 34852 w 194464"/>
                <a:gd name="connsiteY229" fmla="*/ 80215 h 280680"/>
                <a:gd name="connsiteX230" fmla="*/ 34526 w 194464"/>
                <a:gd name="connsiteY230" fmla="*/ 78029 h 280680"/>
                <a:gd name="connsiteX231" fmla="*/ 34108 w 194464"/>
                <a:gd name="connsiteY231" fmla="*/ 75750 h 280680"/>
                <a:gd name="connsiteX232" fmla="*/ 31875 w 194464"/>
                <a:gd name="connsiteY232" fmla="*/ 74261 h 280680"/>
                <a:gd name="connsiteX233" fmla="*/ 31131 w 194464"/>
                <a:gd name="connsiteY233" fmla="*/ 69052 h 280680"/>
                <a:gd name="connsiteX234" fmla="*/ 28899 w 194464"/>
                <a:gd name="connsiteY234" fmla="*/ 66820 h 280680"/>
                <a:gd name="connsiteX235" fmla="*/ 28154 w 194464"/>
                <a:gd name="connsiteY235" fmla="*/ 63099 h 280680"/>
                <a:gd name="connsiteX236" fmla="*/ 26666 w 194464"/>
                <a:gd name="connsiteY236" fmla="*/ 62355 h 280680"/>
                <a:gd name="connsiteX237" fmla="*/ 25922 w 194464"/>
                <a:gd name="connsiteY237" fmla="*/ 57146 h 280680"/>
                <a:gd name="connsiteX238" fmla="*/ 23690 w 194464"/>
                <a:gd name="connsiteY238" fmla="*/ 57146 h 280680"/>
                <a:gd name="connsiteX239" fmla="*/ 23690 w 194464"/>
                <a:gd name="connsiteY239" fmla="*/ 51193 h 280680"/>
                <a:gd name="connsiteX240" fmla="*/ 20713 w 194464"/>
                <a:gd name="connsiteY240" fmla="*/ 51193 h 280680"/>
                <a:gd name="connsiteX241" fmla="*/ 20853 w 194464"/>
                <a:gd name="connsiteY241" fmla="*/ 48728 h 280680"/>
                <a:gd name="connsiteX242" fmla="*/ 19643 w 194464"/>
                <a:gd name="connsiteY242" fmla="*/ 44914 h 280680"/>
                <a:gd name="connsiteX243" fmla="*/ 17736 w 194464"/>
                <a:gd name="connsiteY243" fmla="*/ 37799 h 280680"/>
                <a:gd name="connsiteX244" fmla="*/ 15504 w 194464"/>
                <a:gd name="connsiteY244" fmla="*/ 37799 h 280680"/>
                <a:gd name="connsiteX245" fmla="*/ 15504 w 194464"/>
                <a:gd name="connsiteY245" fmla="*/ 28125 h 280680"/>
                <a:gd name="connsiteX246" fmla="*/ 18388 w 194464"/>
                <a:gd name="connsiteY246" fmla="*/ 27939 h 280680"/>
                <a:gd name="connsiteX247" fmla="*/ 21457 w 194464"/>
                <a:gd name="connsiteY247" fmla="*/ 27381 h 280680"/>
                <a:gd name="connsiteX248" fmla="*/ 22201 w 194464"/>
                <a:gd name="connsiteY248" fmla="*/ 25892 h 280680"/>
                <a:gd name="connsiteX249" fmla="*/ 22945 w 194464"/>
                <a:gd name="connsiteY249" fmla="*/ 24404 h 280680"/>
                <a:gd name="connsiteX250" fmla="*/ 25968 w 194464"/>
                <a:gd name="connsiteY250" fmla="*/ 23985 h 280680"/>
                <a:gd name="connsiteX251" fmla="*/ 28899 w 194464"/>
                <a:gd name="connsiteY251" fmla="*/ 23660 h 280680"/>
                <a:gd name="connsiteX252" fmla="*/ 29643 w 194464"/>
                <a:gd name="connsiteY252" fmla="*/ 21427 h 280680"/>
                <a:gd name="connsiteX253" fmla="*/ 32247 w 194464"/>
                <a:gd name="connsiteY253" fmla="*/ 21102 h 280680"/>
                <a:gd name="connsiteX254" fmla="*/ 34852 w 194464"/>
                <a:gd name="connsiteY254" fmla="*/ 20683 h 280680"/>
                <a:gd name="connsiteX255" fmla="*/ 35151 w 194464"/>
                <a:gd name="connsiteY255" fmla="*/ 19181 h 280680"/>
                <a:gd name="connsiteX256" fmla="*/ 35596 w 194464"/>
                <a:gd name="connsiteY256" fmla="*/ 17707 h 280680"/>
                <a:gd name="connsiteX257" fmla="*/ 39363 w 194464"/>
                <a:gd name="connsiteY257" fmla="*/ 17521 h 280680"/>
                <a:gd name="connsiteX258" fmla="*/ 41436 w 194464"/>
                <a:gd name="connsiteY258" fmla="*/ 17602 h 280680"/>
                <a:gd name="connsiteX259" fmla="*/ 43037 w 194464"/>
                <a:gd name="connsiteY259" fmla="*/ 17707 h 280680"/>
                <a:gd name="connsiteX260" fmla="*/ 43037 w 194464"/>
                <a:gd name="connsiteY260" fmla="*/ 14730 h 280680"/>
                <a:gd name="connsiteX261" fmla="*/ 45595 w 194464"/>
                <a:gd name="connsiteY261" fmla="*/ 14544 h 280680"/>
                <a:gd name="connsiteX262" fmla="*/ 48246 w 194464"/>
                <a:gd name="connsiteY262" fmla="*/ 13986 h 280680"/>
                <a:gd name="connsiteX263" fmla="*/ 48551 w 194464"/>
                <a:gd name="connsiteY263" fmla="*/ 12486 h 280680"/>
                <a:gd name="connsiteX264" fmla="*/ 48990 w 194464"/>
                <a:gd name="connsiteY264" fmla="*/ 11009 h 280680"/>
                <a:gd name="connsiteX265" fmla="*/ 54757 w 194464"/>
                <a:gd name="connsiteY265" fmla="*/ 10614 h 280680"/>
                <a:gd name="connsiteX266" fmla="*/ 56432 w 194464"/>
                <a:gd name="connsiteY266" fmla="*/ 10265 h 280680"/>
                <a:gd name="connsiteX267" fmla="*/ 57176 w 194464"/>
                <a:gd name="connsiteY267" fmla="*/ 7289 h 280680"/>
                <a:gd name="connsiteX268" fmla="*/ 61641 w 194464"/>
                <a:gd name="connsiteY268" fmla="*/ 7289 h 280680"/>
                <a:gd name="connsiteX269" fmla="*/ 62312 w 194464"/>
                <a:gd name="connsiteY269" fmla="*/ 5835 h 280680"/>
                <a:gd name="connsiteX270" fmla="*/ 63129 w 194464"/>
                <a:gd name="connsiteY270" fmla="*/ 4312 h 280680"/>
                <a:gd name="connsiteX271" fmla="*/ 66571 w 194464"/>
                <a:gd name="connsiteY271" fmla="*/ 3754 h 280680"/>
                <a:gd name="connsiteX272" fmla="*/ 68414 w 194464"/>
                <a:gd name="connsiteY272" fmla="*/ 3626 h 280680"/>
                <a:gd name="connsiteX273" fmla="*/ 69826 w 194464"/>
                <a:gd name="connsiteY273" fmla="*/ 3568 h 280680"/>
                <a:gd name="connsiteX274" fmla="*/ 69826 w 194464"/>
                <a:gd name="connsiteY274" fmla="*/ 592 h 28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94464" h="280680">
                  <a:moveTo>
                    <a:pt x="69826" y="592"/>
                  </a:moveTo>
                  <a:cubicBezTo>
                    <a:pt x="72338" y="405"/>
                    <a:pt x="72338" y="405"/>
                    <a:pt x="75035" y="592"/>
                  </a:cubicBezTo>
                  <a:cubicBezTo>
                    <a:pt x="76012" y="2033"/>
                    <a:pt x="76012" y="2033"/>
                    <a:pt x="76524" y="3568"/>
                  </a:cubicBezTo>
                  <a:cubicBezTo>
                    <a:pt x="77260" y="3936"/>
                    <a:pt x="77260" y="3936"/>
                    <a:pt x="78012" y="4312"/>
                  </a:cubicBezTo>
                  <a:cubicBezTo>
                    <a:pt x="78179" y="5820"/>
                    <a:pt x="78342" y="7329"/>
                    <a:pt x="78427" y="8844"/>
                  </a:cubicBezTo>
                  <a:cubicBezTo>
                    <a:pt x="78654" y="10566"/>
                    <a:pt x="78654" y="10566"/>
                    <a:pt x="80988" y="11754"/>
                  </a:cubicBezTo>
                  <a:cubicBezTo>
                    <a:pt x="81291" y="13175"/>
                    <a:pt x="81291" y="13175"/>
                    <a:pt x="81360" y="14777"/>
                  </a:cubicBezTo>
                  <a:cubicBezTo>
                    <a:pt x="81483" y="15744"/>
                    <a:pt x="81606" y="16711"/>
                    <a:pt x="81733" y="17707"/>
                  </a:cubicBezTo>
                  <a:cubicBezTo>
                    <a:pt x="82838" y="18075"/>
                    <a:pt x="82838" y="18075"/>
                    <a:pt x="83965" y="18451"/>
                  </a:cubicBezTo>
                  <a:cubicBezTo>
                    <a:pt x="84243" y="20183"/>
                    <a:pt x="84492" y="21919"/>
                    <a:pt x="84709" y="23660"/>
                  </a:cubicBezTo>
                  <a:cubicBezTo>
                    <a:pt x="85200" y="23905"/>
                    <a:pt x="85691" y="24151"/>
                    <a:pt x="86197" y="24404"/>
                  </a:cubicBezTo>
                  <a:cubicBezTo>
                    <a:pt x="86566" y="25716"/>
                    <a:pt x="86566" y="25716"/>
                    <a:pt x="86942" y="27055"/>
                  </a:cubicBezTo>
                  <a:cubicBezTo>
                    <a:pt x="87310" y="28321"/>
                    <a:pt x="87310" y="28321"/>
                    <a:pt x="87686" y="29613"/>
                  </a:cubicBezTo>
                  <a:cubicBezTo>
                    <a:pt x="88177" y="29613"/>
                    <a:pt x="88668" y="29613"/>
                    <a:pt x="89174" y="29613"/>
                  </a:cubicBezTo>
                  <a:cubicBezTo>
                    <a:pt x="89295" y="31139"/>
                    <a:pt x="89416" y="32665"/>
                    <a:pt x="89537" y="34191"/>
                  </a:cubicBezTo>
                  <a:cubicBezTo>
                    <a:pt x="89726" y="34872"/>
                    <a:pt x="89726" y="34872"/>
                    <a:pt x="89918" y="35566"/>
                  </a:cubicBezTo>
                  <a:cubicBezTo>
                    <a:pt x="91023" y="35934"/>
                    <a:pt x="91023" y="35934"/>
                    <a:pt x="92150" y="36310"/>
                  </a:cubicBezTo>
                  <a:cubicBezTo>
                    <a:pt x="92429" y="38042"/>
                    <a:pt x="92677" y="39779"/>
                    <a:pt x="92895" y="41519"/>
                  </a:cubicBezTo>
                  <a:cubicBezTo>
                    <a:pt x="93386" y="41765"/>
                    <a:pt x="93877" y="42010"/>
                    <a:pt x="94383" y="42263"/>
                  </a:cubicBezTo>
                  <a:cubicBezTo>
                    <a:pt x="94751" y="43391"/>
                    <a:pt x="94751" y="43391"/>
                    <a:pt x="95127" y="44542"/>
                  </a:cubicBezTo>
                  <a:cubicBezTo>
                    <a:pt x="95495" y="45624"/>
                    <a:pt x="95495" y="45624"/>
                    <a:pt x="95871" y="46728"/>
                  </a:cubicBezTo>
                  <a:cubicBezTo>
                    <a:pt x="96362" y="46728"/>
                    <a:pt x="96853" y="46728"/>
                    <a:pt x="97359" y="46728"/>
                  </a:cubicBezTo>
                  <a:cubicBezTo>
                    <a:pt x="97290" y="48179"/>
                    <a:pt x="97290" y="48179"/>
                    <a:pt x="97220" y="49658"/>
                  </a:cubicBezTo>
                  <a:cubicBezTo>
                    <a:pt x="97087" y="51267"/>
                    <a:pt x="97087" y="51267"/>
                    <a:pt x="97359" y="52681"/>
                  </a:cubicBezTo>
                  <a:cubicBezTo>
                    <a:pt x="98465" y="53050"/>
                    <a:pt x="98465" y="53050"/>
                    <a:pt x="99592" y="53426"/>
                  </a:cubicBezTo>
                  <a:cubicBezTo>
                    <a:pt x="100114" y="54655"/>
                    <a:pt x="100611" y="55895"/>
                    <a:pt x="101080" y="57146"/>
                  </a:cubicBezTo>
                  <a:cubicBezTo>
                    <a:pt x="101571" y="57392"/>
                    <a:pt x="102062" y="57637"/>
                    <a:pt x="102568" y="57890"/>
                  </a:cubicBezTo>
                  <a:cubicBezTo>
                    <a:pt x="102730" y="58972"/>
                    <a:pt x="102730" y="58972"/>
                    <a:pt x="102894" y="60076"/>
                  </a:cubicBezTo>
                  <a:cubicBezTo>
                    <a:pt x="103101" y="61204"/>
                    <a:pt x="103101" y="61204"/>
                    <a:pt x="103313" y="62355"/>
                  </a:cubicBezTo>
                  <a:cubicBezTo>
                    <a:pt x="104418" y="63092"/>
                    <a:pt x="104418" y="63092"/>
                    <a:pt x="105545" y="63843"/>
                  </a:cubicBezTo>
                  <a:cubicBezTo>
                    <a:pt x="106057" y="66169"/>
                    <a:pt x="106057" y="66169"/>
                    <a:pt x="106289" y="68308"/>
                  </a:cubicBezTo>
                  <a:cubicBezTo>
                    <a:pt x="107026" y="68308"/>
                    <a:pt x="107763" y="68308"/>
                    <a:pt x="108522" y="68308"/>
                  </a:cubicBezTo>
                  <a:cubicBezTo>
                    <a:pt x="108522" y="70027"/>
                    <a:pt x="108522" y="71746"/>
                    <a:pt x="108522" y="73517"/>
                  </a:cubicBezTo>
                  <a:cubicBezTo>
                    <a:pt x="109258" y="73517"/>
                    <a:pt x="109995" y="73517"/>
                    <a:pt x="110754" y="73517"/>
                  </a:cubicBezTo>
                  <a:cubicBezTo>
                    <a:pt x="111288" y="74993"/>
                    <a:pt x="111783" y="76482"/>
                    <a:pt x="112242" y="77982"/>
                  </a:cubicBezTo>
                  <a:cubicBezTo>
                    <a:pt x="112733" y="78228"/>
                    <a:pt x="113225" y="78473"/>
                    <a:pt x="113731" y="78726"/>
                  </a:cubicBezTo>
                  <a:cubicBezTo>
                    <a:pt x="113979" y="79967"/>
                    <a:pt x="114227" y="81207"/>
                    <a:pt x="114475" y="82447"/>
                  </a:cubicBezTo>
                  <a:cubicBezTo>
                    <a:pt x="114966" y="82693"/>
                    <a:pt x="115457" y="82938"/>
                    <a:pt x="115963" y="83191"/>
                  </a:cubicBezTo>
                  <a:cubicBezTo>
                    <a:pt x="116459" y="84431"/>
                    <a:pt x="116955" y="85672"/>
                    <a:pt x="117451" y="86912"/>
                  </a:cubicBezTo>
                  <a:cubicBezTo>
                    <a:pt x="117942" y="87157"/>
                    <a:pt x="118434" y="87403"/>
                    <a:pt x="118940" y="87656"/>
                  </a:cubicBezTo>
                  <a:cubicBezTo>
                    <a:pt x="119243" y="89384"/>
                    <a:pt x="119493" y="91121"/>
                    <a:pt x="119684" y="92865"/>
                  </a:cubicBezTo>
                  <a:cubicBezTo>
                    <a:pt x="120420" y="92865"/>
                    <a:pt x="121157" y="92865"/>
                    <a:pt x="121916" y="92865"/>
                  </a:cubicBezTo>
                  <a:cubicBezTo>
                    <a:pt x="122183" y="94101"/>
                    <a:pt x="122429" y="95342"/>
                    <a:pt x="122660" y="96586"/>
                  </a:cubicBezTo>
                  <a:cubicBezTo>
                    <a:pt x="123390" y="97344"/>
                    <a:pt x="124132" y="98091"/>
                    <a:pt x="124893" y="98818"/>
                  </a:cubicBezTo>
                  <a:cubicBezTo>
                    <a:pt x="124893" y="99555"/>
                    <a:pt x="124893" y="100291"/>
                    <a:pt x="124893" y="101050"/>
                  </a:cubicBezTo>
                  <a:cubicBezTo>
                    <a:pt x="125629" y="101296"/>
                    <a:pt x="126366" y="101542"/>
                    <a:pt x="127125" y="101795"/>
                  </a:cubicBezTo>
                  <a:cubicBezTo>
                    <a:pt x="127637" y="104074"/>
                    <a:pt x="127637" y="104074"/>
                    <a:pt x="127869" y="106259"/>
                  </a:cubicBezTo>
                  <a:cubicBezTo>
                    <a:pt x="128606" y="106259"/>
                    <a:pt x="129343" y="106259"/>
                    <a:pt x="130102" y="106259"/>
                  </a:cubicBezTo>
                  <a:cubicBezTo>
                    <a:pt x="130056" y="106858"/>
                    <a:pt x="130010" y="107457"/>
                    <a:pt x="129962" y="108073"/>
                  </a:cubicBezTo>
                  <a:cubicBezTo>
                    <a:pt x="130008" y="108703"/>
                    <a:pt x="130054" y="109332"/>
                    <a:pt x="130102" y="109980"/>
                  </a:cubicBezTo>
                  <a:cubicBezTo>
                    <a:pt x="130838" y="110226"/>
                    <a:pt x="131575" y="110471"/>
                    <a:pt x="132334" y="110724"/>
                  </a:cubicBezTo>
                  <a:cubicBezTo>
                    <a:pt x="132582" y="111965"/>
                    <a:pt x="132830" y="113205"/>
                    <a:pt x="133078" y="114445"/>
                  </a:cubicBezTo>
                  <a:cubicBezTo>
                    <a:pt x="133815" y="114691"/>
                    <a:pt x="134552" y="114936"/>
                    <a:pt x="135311" y="115189"/>
                  </a:cubicBezTo>
                  <a:cubicBezTo>
                    <a:pt x="135833" y="116419"/>
                    <a:pt x="136330" y="117659"/>
                    <a:pt x="136799" y="118910"/>
                  </a:cubicBezTo>
                  <a:cubicBezTo>
                    <a:pt x="137290" y="119155"/>
                    <a:pt x="137781" y="119401"/>
                    <a:pt x="138287" y="119654"/>
                  </a:cubicBezTo>
                  <a:cubicBezTo>
                    <a:pt x="138448" y="120575"/>
                    <a:pt x="138448" y="120575"/>
                    <a:pt x="138613" y="121514"/>
                  </a:cubicBezTo>
                  <a:cubicBezTo>
                    <a:pt x="138751" y="122128"/>
                    <a:pt x="138889" y="122742"/>
                    <a:pt x="139031" y="123375"/>
                  </a:cubicBezTo>
                  <a:cubicBezTo>
                    <a:pt x="139768" y="123620"/>
                    <a:pt x="140505" y="123866"/>
                    <a:pt x="141264" y="124119"/>
                  </a:cubicBezTo>
                  <a:cubicBezTo>
                    <a:pt x="141541" y="125103"/>
                    <a:pt x="141789" y="126096"/>
                    <a:pt x="142008" y="127095"/>
                  </a:cubicBezTo>
                  <a:cubicBezTo>
                    <a:pt x="142499" y="127341"/>
                    <a:pt x="142990" y="127587"/>
                    <a:pt x="143496" y="127840"/>
                  </a:cubicBezTo>
                  <a:cubicBezTo>
                    <a:pt x="143657" y="128530"/>
                    <a:pt x="143657" y="128530"/>
                    <a:pt x="143822" y="129235"/>
                  </a:cubicBezTo>
                  <a:cubicBezTo>
                    <a:pt x="144316" y="131101"/>
                    <a:pt x="145104" y="131739"/>
                    <a:pt x="146473" y="133049"/>
                  </a:cubicBezTo>
                  <a:cubicBezTo>
                    <a:pt x="146473" y="133540"/>
                    <a:pt x="146473" y="134031"/>
                    <a:pt x="146473" y="134537"/>
                  </a:cubicBezTo>
                  <a:cubicBezTo>
                    <a:pt x="147209" y="134782"/>
                    <a:pt x="147946" y="135028"/>
                    <a:pt x="148705" y="135281"/>
                  </a:cubicBezTo>
                  <a:cubicBezTo>
                    <a:pt x="149821" y="137281"/>
                    <a:pt x="149821" y="137281"/>
                    <a:pt x="150938" y="139746"/>
                  </a:cubicBezTo>
                  <a:cubicBezTo>
                    <a:pt x="151637" y="141256"/>
                    <a:pt x="152371" y="142751"/>
                    <a:pt x="153170" y="144211"/>
                  </a:cubicBezTo>
                  <a:cubicBezTo>
                    <a:pt x="153661" y="144211"/>
                    <a:pt x="154152" y="144211"/>
                    <a:pt x="154658" y="144211"/>
                  </a:cubicBezTo>
                  <a:cubicBezTo>
                    <a:pt x="154914" y="145201"/>
                    <a:pt x="155161" y="146193"/>
                    <a:pt x="155402" y="147187"/>
                  </a:cubicBezTo>
                  <a:cubicBezTo>
                    <a:pt x="155894" y="147433"/>
                    <a:pt x="156385" y="147678"/>
                    <a:pt x="156891" y="147931"/>
                  </a:cubicBezTo>
                  <a:cubicBezTo>
                    <a:pt x="157052" y="148852"/>
                    <a:pt x="157052" y="148852"/>
                    <a:pt x="157216" y="149792"/>
                  </a:cubicBezTo>
                  <a:cubicBezTo>
                    <a:pt x="157354" y="150406"/>
                    <a:pt x="157493" y="151020"/>
                    <a:pt x="157635" y="151652"/>
                  </a:cubicBezTo>
                  <a:cubicBezTo>
                    <a:pt x="158372" y="151898"/>
                    <a:pt x="159108" y="152143"/>
                    <a:pt x="159867" y="152396"/>
                  </a:cubicBezTo>
                  <a:cubicBezTo>
                    <a:pt x="160113" y="153133"/>
                    <a:pt x="160358" y="153870"/>
                    <a:pt x="160611" y="154629"/>
                  </a:cubicBezTo>
                  <a:cubicBezTo>
                    <a:pt x="161348" y="154874"/>
                    <a:pt x="162085" y="155120"/>
                    <a:pt x="162844" y="155373"/>
                  </a:cubicBezTo>
                  <a:cubicBezTo>
                    <a:pt x="163635" y="157094"/>
                    <a:pt x="163635" y="157094"/>
                    <a:pt x="164332" y="159093"/>
                  </a:cubicBezTo>
                  <a:cubicBezTo>
                    <a:pt x="164971" y="160744"/>
                    <a:pt x="164971" y="160744"/>
                    <a:pt x="165820" y="162070"/>
                  </a:cubicBezTo>
                  <a:cubicBezTo>
                    <a:pt x="166557" y="162316"/>
                    <a:pt x="167294" y="162561"/>
                    <a:pt x="168053" y="162814"/>
                  </a:cubicBezTo>
                  <a:cubicBezTo>
                    <a:pt x="168298" y="163551"/>
                    <a:pt x="168544" y="164288"/>
                    <a:pt x="168797" y="165047"/>
                  </a:cubicBezTo>
                  <a:cubicBezTo>
                    <a:pt x="169534" y="165538"/>
                    <a:pt x="170270" y="166029"/>
                    <a:pt x="171029" y="166535"/>
                  </a:cubicBezTo>
                  <a:cubicBezTo>
                    <a:pt x="171367" y="167226"/>
                    <a:pt x="171705" y="167916"/>
                    <a:pt x="172053" y="168628"/>
                  </a:cubicBezTo>
                  <a:cubicBezTo>
                    <a:pt x="173362" y="171197"/>
                    <a:pt x="174931" y="172723"/>
                    <a:pt x="176983" y="174720"/>
                  </a:cubicBezTo>
                  <a:cubicBezTo>
                    <a:pt x="177228" y="175457"/>
                    <a:pt x="177474" y="176194"/>
                    <a:pt x="177727" y="176953"/>
                  </a:cubicBezTo>
                  <a:cubicBezTo>
                    <a:pt x="178463" y="177444"/>
                    <a:pt x="179200" y="177935"/>
                    <a:pt x="179959" y="178441"/>
                  </a:cubicBezTo>
                  <a:cubicBezTo>
                    <a:pt x="180205" y="179178"/>
                    <a:pt x="180450" y="179915"/>
                    <a:pt x="180703" y="180674"/>
                  </a:cubicBezTo>
                  <a:cubicBezTo>
                    <a:pt x="181726" y="181821"/>
                    <a:pt x="181726" y="181821"/>
                    <a:pt x="182936" y="182906"/>
                  </a:cubicBezTo>
                  <a:cubicBezTo>
                    <a:pt x="184646" y="184485"/>
                    <a:pt x="185147" y="185076"/>
                    <a:pt x="185912" y="187371"/>
                  </a:cubicBezTo>
                  <a:cubicBezTo>
                    <a:pt x="186649" y="187862"/>
                    <a:pt x="187386" y="188353"/>
                    <a:pt x="188145" y="188859"/>
                  </a:cubicBezTo>
                  <a:cubicBezTo>
                    <a:pt x="188390" y="189596"/>
                    <a:pt x="188636" y="190332"/>
                    <a:pt x="188889" y="191092"/>
                  </a:cubicBezTo>
                  <a:cubicBezTo>
                    <a:pt x="189272" y="191475"/>
                    <a:pt x="189656" y="191859"/>
                    <a:pt x="190051" y="192254"/>
                  </a:cubicBezTo>
                  <a:cubicBezTo>
                    <a:pt x="191121" y="193324"/>
                    <a:pt x="191121" y="193324"/>
                    <a:pt x="191121" y="194812"/>
                  </a:cubicBezTo>
                  <a:cubicBezTo>
                    <a:pt x="191858" y="195058"/>
                    <a:pt x="192595" y="195303"/>
                    <a:pt x="193354" y="195556"/>
                  </a:cubicBezTo>
                  <a:cubicBezTo>
                    <a:pt x="193602" y="196549"/>
                    <a:pt x="193850" y="197541"/>
                    <a:pt x="194098" y="198533"/>
                  </a:cubicBezTo>
                  <a:cubicBezTo>
                    <a:pt x="194834" y="198778"/>
                    <a:pt x="195571" y="199024"/>
                    <a:pt x="196330" y="199277"/>
                  </a:cubicBezTo>
                  <a:cubicBezTo>
                    <a:pt x="196330" y="200014"/>
                    <a:pt x="196330" y="200750"/>
                    <a:pt x="196330" y="201509"/>
                  </a:cubicBezTo>
                  <a:cubicBezTo>
                    <a:pt x="197307" y="202036"/>
                    <a:pt x="198302" y="202527"/>
                    <a:pt x="199307" y="202998"/>
                  </a:cubicBezTo>
                  <a:cubicBezTo>
                    <a:pt x="200574" y="204230"/>
                    <a:pt x="200574" y="204230"/>
                    <a:pt x="201725" y="205602"/>
                  </a:cubicBezTo>
                  <a:cubicBezTo>
                    <a:pt x="202113" y="206055"/>
                    <a:pt x="202500" y="206508"/>
                    <a:pt x="202900" y="206974"/>
                  </a:cubicBezTo>
                  <a:cubicBezTo>
                    <a:pt x="203772" y="208207"/>
                    <a:pt x="203772" y="208207"/>
                    <a:pt x="203772" y="209695"/>
                  </a:cubicBezTo>
                  <a:cubicBezTo>
                    <a:pt x="204247" y="209925"/>
                    <a:pt x="204723" y="210155"/>
                    <a:pt x="205213" y="210393"/>
                  </a:cubicBezTo>
                  <a:cubicBezTo>
                    <a:pt x="206748" y="211183"/>
                    <a:pt x="206748" y="211183"/>
                    <a:pt x="207492" y="213416"/>
                  </a:cubicBezTo>
                  <a:cubicBezTo>
                    <a:pt x="208229" y="213661"/>
                    <a:pt x="208966" y="213907"/>
                    <a:pt x="209725" y="214160"/>
                  </a:cubicBezTo>
                  <a:cubicBezTo>
                    <a:pt x="210050" y="216020"/>
                    <a:pt x="210050" y="216020"/>
                    <a:pt x="209725" y="217881"/>
                  </a:cubicBezTo>
                  <a:cubicBezTo>
                    <a:pt x="208737" y="218144"/>
                    <a:pt x="207744" y="218390"/>
                    <a:pt x="206748" y="218625"/>
                  </a:cubicBezTo>
                  <a:cubicBezTo>
                    <a:pt x="206518" y="219223"/>
                    <a:pt x="206288" y="219822"/>
                    <a:pt x="206051" y="220439"/>
                  </a:cubicBezTo>
                  <a:cubicBezTo>
                    <a:pt x="205260" y="222345"/>
                    <a:pt x="205260" y="222345"/>
                    <a:pt x="203353" y="223183"/>
                  </a:cubicBezTo>
                  <a:cubicBezTo>
                    <a:pt x="202455" y="223505"/>
                    <a:pt x="202455" y="223505"/>
                    <a:pt x="201539" y="223834"/>
                  </a:cubicBezTo>
                  <a:cubicBezTo>
                    <a:pt x="201294" y="224570"/>
                    <a:pt x="201048" y="225307"/>
                    <a:pt x="200795" y="226066"/>
                  </a:cubicBezTo>
                  <a:cubicBezTo>
                    <a:pt x="200304" y="226312"/>
                    <a:pt x="199813" y="226557"/>
                    <a:pt x="199307" y="226810"/>
                  </a:cubicBezTo>
                  <a:cubicBezTo>
                    <a:pt x="199061" y="227547"/>
                    <a:pt x="198816" y="228284"/>
                    <a:pt x="198563" y="229043"/>
                  </a:cubicBezTo>
                  <a:cubicBezTo>
                    <a:pt x="197826" y="229288"/>
                    <a:pt x="197089" y="229534"/>
                    <a:pt x="196330" y="229787"/>
                  </a:cubicBezTo>
                  <a:cubicBezTo>
                    <a:pt x="195810" y="230766"/>
                    <a:pt x="195313" y="231759"/>
                    <a:pt x="194842" y="232763"/>
                  </a:cubicBezTo>
                  <a:cubicBezTo>
                    <a:pt x="194351" y="233009"/>
                    <a:pt x="193860" y="233255"/>
                    <a:pt x="193354" y="233508"/>
                  </a:cubicBezTo>
                  <a:cubicBezTo>
                    <a:pt x="193108" y="234244"/>
                    <a:pt x="192862" y="234981"/>
                    <a:pt x="192609" y="235740"/>
                  </a:cubicBezTo>
                  <a:cubicBezTo>
                    <a:pt x="191873" y="236231"/>
                    <a:pt x="191136" y="236722"/>
                    <a:pt x="190377" y="237228"/>
                  </a:cubicBezTo>
                  <a:cubicBezTo>
                    <a:pt x="190131" y="237965"/>
                    <a:pt x="189886" y="238702"/>
                    <a:pt x="189633" y="239461"/>
                  </a:cubicBezTo>
                  <a:cubicBezTo>
                    <a:pt x="188896" y="239461"/>
                    <a:pt x="188160" y="239461"/>
                    <a:pt x="187400" y="239461"/>
                  </a:cubicBezTo>
                  <a:cubicBezTo>
                    <a:pt x="187145" y="240451"/>
                    <a:pt x="186897" y="241443"/>
                    <a:pt x="186656" y="242437"/>
                  </a:cubicBezTo>
                  <a:cubicBezTo>
                    <a:pt x="185920" y="242683"/>
                    <a:pt x="185183" y="242928"/>
                    <a:pt x="184424" y="243181"/>
                  </a:cubicBezTo>
                  <a:cubicBezTo>
                    <a:pt x="184424" y="244164"/>
                    <a:pt x="184424" y="245146"/>
                    <a:pt x="184424" y="246158"/>
                  </a:cubicBezTo>
                  <a:cubicBezTo>
                    <a:pt x="183687" y="246158"/>
                    <a:pt x="182951" y="246158"/>
                    <a:pt x="182192" y="246158"/>
                  </a:cubicBezTo>
                  <a:cubicBezTo>
                    <a:pt x="181669" y="247387"/>
                    <a:pt x="181172" y="248628"/>
                    <a:pt x="180703" y="249879"/>
                  </a:cubicBezTo>
                  <a:cubicBezTo>
                    <a:pt x="180212" y="249879"/>
                    <a:pt x="179721" y="249879"/>
                    <a:pt x="179215" y="249879"/>
                  </a:cubicBezTo>
                  <a:cubicBezTo>
                    <a:pt x="178959" y="250869"/>
                    <a:pt x="178712" y="251861"/>
                    <a:pt x="178471" y="252855"/>
                  </a:cubicBezTo>
                  <a:cubicBezTo>
                    <a:pt x="177980" y="253101"/>
                    <a:pt x="177489" y="253346"/>
                    <a:pt x="176983" y="253599"/>
                  </a:cubicBezTo>
                  <a:cubicBezTo>
                    <a:pt x="176860" y="254090"/>
                    <a:pt x="176737" y="254582"/>
                    <a:pt x="176610" y="255088"/>
                  </a:cubicBezTo>
                  <a:cubicBezTo>
                    <a:pt x="176488" y="255579"/>
                    <a:pt x="176365" y="256070"/>
                    <a:pt x="176238" y="256576"/>
                  </a:cubicBezTo>
                  <a:cubicBezTo>
                    <a:pt x="175747" y="256821"/>
                    <a:pt x="175256" y="257067"/>
                    <a:pt x="174750" y="257320"/>
                  </a:cubicBezTo>
                  <a:cubicBezTo>
                    <a:pt x="174643" y="257811"/>
                    <a:pt x="174535" y="258302"/>
                    <a:pt x="174425" y="258808"/>
                  </a:cubicBezTo>
                  <a:cubicBezTo>
                    <a:pt x="174286" y="259299"/>
                    <a:pt x="174148" y="259791"/>
                    <a:pt x="174006" y="260297"/>
                  </a:cubicBezTo>
                  <a:cubicBezTo>
                    <a:pt x="173269" y="260542"/>
                    <a:pt x="172533" y="260788"/>
                    <a:pt x="171774" y="261041"/>
                  </a:cubicBezTo>
                  <a:cubicBezTo>
                    <a:pt x="171497" y="262025"/>
                    <a:pt x="171248" y="263018"/>
                    <a:pt x="171029" y="264017"/>
                  </a:cubicBezTo>
                  <a:cubicBezTo>
                    <a:pt x="170538" y="264263"/>
                    <a:pt x="170047" y="264508"/>
                    <a:pt x="169541" y="264761"/>
                  </a:cubicBezTo>
                  <a:cubicBezTo>
                    <a:pt x="169296" y="265268"/>
                    <a:pt x="169050" y="265774"/>
                    <a:pt x="168797" y="266296"/>
                  </a:cubicBezTo>
                  <a:cubicBezTo>
                    <a:pt x="168551" y="266772"/>
                    <a:pt x="168306" y="267248"/>
                    <a:pt x="168053" y="267738"/>
                  </a:cubicBezTo>
                  <a:cubicBezTo>
                    <a:pt x="167562" y="267738"/>
                    <a:pt x="167071" y="267738"/>
                    <a:pt x="166565" y="267738"/>
                  </a:cubicBezTo>
                  <a:cubicBezTo>
                    <a:pt x="166060" y="269472"/>
                    <a:pt x="165564" y="271208"/>
                    <a:pt x="165076" y="272947"/>
                  </a:cubicBezTo>
                  <a:cubicBezTo>
                    <a:pt x="164585" y="273193"/>
                    <a:pt x="164094" y="273438"/>
                    <a:pt x="163588" y="273691"/>
                  </a:cubicBezTo>
                  <a:cubicBezTo>
                    <a:pt x="163473" y="274796"/>
                    <a:pt x="163473" y="274796"/>
                    <a:pt x="163355" y="275924"/>
                  </a:cubicBezTo>
                  <a:cubicBezTo>
                    <a:pt x="163102" y="277029"/>
                    <a:pt x="163102" y="277029"/>
                    <a:pt x="162844" y="278156"/>
                  </a:cubicBezTo>
                  <a:cubicBezTo>
                    <a:pt x="160937" y="278668"/>
                    <a:pt x="160937" y="278668"/>
                    <a:pt x="159123" y="278900"/>
                  </a:cubicBezTo>
                  <a:cubicBezTo>
                    <a:pt x="159123" y="279637"/>
                    <a:pt x="159123" y="280373"/>
                    <a:pt x="159123" y="281133"/>
                  </a:cubicBezTo>
                  <a:cubicBezTo>
                    <a:pt x="158141" y="281133"/>
                    <a:pt x="157159" y="281133"/>
                    <a:pt x="156147" y="281133"/>
                  </a:cubicBezTo>
                  <a:cubicBezTo>
                    <a:pt x="155420" y="279694"/>
                    <a:pt x="155420" y="279694"/>
                    <a:pt x="154937" y="277830"/>
                  </a:cubicBezTo>
                  <a:cubicBezTo>
                    <a:pt x="154633" y="276688"/>
                    <a:pt x="154299" y="275553"/>
                    <a:pt x="153914" y="274435"/>
                  </a:cubicBezTo>
                  <a:cubicBezTo>
                    <a:pt x="153423" y="274190"/>
                    <a:pt x="152932" y="273944"/>
                    <a:pt x="152426" y="273691"/>
                  </a:cubicBezTo>
                  <a:cubicBezTo>
                    <a:pt x="152180" y="272954"/>
                    <a:pt x="151935" y="272218"/>
                    <a:pt x="151682" y="271459"/>
                  </a:cubicBezTo>
                  <a:cubicBezTo>
                    <a:pt x="150945" y="271213"/>
                    <a:pt x="150208" y="270968"/>
                    <a:pt x="149449" y="270715"/>
                  </a:cubicBezTo>
                  <a:cubicBezTo>
                    <a:pt x="149194" y="269724"/>
                    <a:pt x="148946" y="268732"/>
                    <a:pt x="148705" y="267738"/>
                  </a:cubicBezTo>
                  <a:cubicBezTo>
                    <a:pt x="147968" y="267247"/>
                    <a:pt x="147232" y="266756"/>
                    <a:pt x="146473" y="266250"/>
                  </a:cubicBezTo>
                  <a:cubicBezTo>
                    <a:pt x="143496" y="261785"/>
                    <a:pt x="143496" y="261785"/>
                    <a:pt x="143496" y="260297"/>
                  </a:cubicBezTo>
                  <a:cubicBezTo>
                    <a:pt x="143005" y="260297"/>
                    <a:pt x="142514" y="260297"/>
                    <a:pt x="142008" y="260297"/>
                  </a:cubicBezTo>
                  <a:cubicBezTo>
                    <a:pt x="141847" y="259376"/>
                    <a:pt x="141847" y="259376"/>
                    <a:pt x="141682" y="258436"/>
                  </a:cubicBezTo>
                  <a:cubicBezTo>
                    <a:pt x="141544" y="257822"/>
                    <a:pt x="141406" y="257208"/>
                    <a:pt x="141264" y="256576"/>
                  </a:cubicBezTo>
                  <a:cubicBezTo>
                    <a:pt x="140527" y="256576"/>
                    <a:pt x="139790" y="256576"/>
                    <a:pt x="139031" y="256576"/>
                  </a:cubicBezTo>
                  <a:cubicBezTo>
                    <a:pt x="138777" y="255337"/>
                    <a:pt x="138529" y="254097"/>
                    <a:pt x="138287" y="252855"/>
                  </a:cubicBezTo>
                  <a:cubicBezTo>
                    <a:pt x="137551" y="252610"/>
                    <a:pt x="136814" y="252364"/>
                    <a:pt x="136055" y="252111"/>
                  </a:cubicBezTo>
                  <a:cubicBezTo>
                    <a:pt x="135809" y="251374"/>
                    <a:pt x="135564" y="250638"/>
                    <a:pt x="135311" y="249879"/>
                  </a:cubicBezTo>
                  <a:cubicBezTo>
                    <a:pt x="134584" y="249117"/>
                    <a:pt x="133836" y="248376"/>
                    <a:pt x="133078" y="247646"/>
                  </a:cubicBezTo>
                  <a:cubicBezTo>
                    <a:pt x="131360" y="245625"/>
                    <a:pt x="130201" y="244222"/>
                    <a:pt x="129358" y="241693"/>
                  </a:cubicBezTo>
                  <a:cubicBezTo>
                    <a:pt x="128866" y="241447"/>
                    <a:pt x="128375" y="241202"/>
                    <a:pt x="127869" y="240949"/>
                  </a:cubicBezTo>
                  <a:cubicBezTo>
                    <a:pt x="127708" y="240028"/>
                    <a:pt x="127708" y="240028"/>
                    <a:pt x="127544" y="239089"/>
                  </a:cubicBezTo>
                  <a:cubicBezTo>
                    <a:pt x="127406" y="238475"/>
                    <a:pt x="127267" y="237861"/>
                    <a:pt x="127125" y="237228"/>
                  </a:cubicBezTo>
                  <a:cubicBezTo>
                    <a:pt x="126388" y="236983"/>
                    <a:pt x="125652" y="236737"/>
                    <a:pt x="124893" y="236484"/>
                  </a:cubicBezTo>
                  <a:cubicBezTo>
                    <a:pt x="124616" y="235500"/>
                    <a:pt x="124367" y="234507"/>
                    <a:pt x="124149" y="233508"/>
                  </a:cubicBezTo>
                  <a:cubicBezTo>
                    <a:pt x="123657" y="233262"/>
                    <a:pt x="123166" y="233016"/>
                    <a:pt x="122660" y="232763"/>
                  </a:cubicBezTo>
                  <a:cubicBezTo>
                    <a:pt x="122499" y="231819"/>
                    <a:pt x="122499" y="231819"/>
                    <a:pt x="122335" y="230857"/>
                  </a:cubicBezTo>
                  <a:cubicBezTo>
                    <a:pt x="122197" y="230258"/>
                    <a:pt x="122058" y="229659"/>
                    <a:pt x="121916" y="229043"/>
                  </a:cubicBezTo>
                  <a:cubicBezTo>
                    <a:pt x="121179" y="229043"/>
                    <a:pt x="120443" y="229043"/>
                    <a:pt x="119684" y="229043"/>
                  </a:cubicBezTo>
                  <a:cubicBezTo>
                    <a:pt x="119420" y="228054"/>
                    <a:pt x="119174" y="227062"/>
                    <a:pt x="118940" y="226066"/>
                  </a:cubicBezTo>
                  <a:cubicBezTo>
                    <a:pt x="118203" y="225575"/>
                    <a:pt x="117466" y="225084"/>
                    <a:pt x="116707" y="224578"/>
                  </a:cubicBezTo>
                  <a:cubicBezTo>
                    <a:pt x="116584" y="223826"/>
                    <a:pt x="116462" y="223074"/>
                    <a:pt x="116335" y="222299"/>
                  </a:cubicBezTo>
                  <a:cubicBezTo>
                    <a:pt x="116212" y="221578"/>
                    <a:pt x="116089" y="220856"/>
                    <a:pt x="115963" y="220113"/>
                  </a:cubicBezTo>
                  <a:cubicBezTo>
                    <a:pt x="115226" y="219867"/>
                    <a:pt x="114490" y="219622"/>
                    <a:pt x="113731" y="219369"/>
                  </a:cubicBezTo>
                  <a:cubicBezTo>
                    <a:pt x="113485" y="218632"/>
                    <a:pt x="113239" y="217895"/>
                    <a:pt x="112986" y="217136"/>
                  </a:cubicBezTo>
                  <a:cubicBezTo>
                    <a:pt x="112495" y="216891"/>
                    <a:pt x="112004" y="216645"/>
                    <a:pt x="111498" y="216392"/>
                  </a:cubicBezTo>
                  <a:cubicBezTo>
                    <a:pt x="111002" y="215152"/>
                    <a:pt x="110506" y="213912"/>
                    <a:pt x="110010" y="212672"/>
                  </a:cubicBezTo>
                  <a:cubicBezTo>
                    <a:pt x="109519" y="212426"/>
                    <a:pt x="109028" y="212180"/>
                    <a:pt x="108522" y="211927"/>
                  </a:cubicBezTo>
                  <a:cubicBezTo>
                    <a:pt x="108414" y="211467"/>
                    <a:pt x="108307" y="211007"/>
                    <a:pt x="108196" y="210532"/>
                  </a:cubicBezTo>
                  <a:cubicBezTo>
                    <a:pt x="107699" y="208654"/>
                    <a:pt x="106924" y="208040"/>
                    <a:pt x="105545" y="206718"/>
                  </a:cubicBezTo>
                  <a:cubicBezTo>
                    <a:pt x="105177" y="205613"/>
                    <a:pt x="105177" y="205613"/>
                    <a:pt x="104801" y="204486"/>
                  </a:cubicBezTo>
                  <a:cubicBezTo>
                    <a:pt x="104310" y="204240"/>
                    <a:pt x="103819" y="203995"/>
                    <a:pt x="103313" y="203742"/>
                  </a:cubicBezTo>
                  <a:cubicBezTo>
                    <a:pt x="103010" y="202014"/>
                    <a:pt x="102759" y="200277"/>
                    <a:pt x="102568" y="198533"/>
                  </a:cubicBezTo>
                  <a:cubicBezTo>
                    <a:pt x="101832" y="198533"/>
                    <a:pt x="101095" y="198533"/>
                    <a:pt x="100336" y="198533"/>
                  </a:cubicBezTo>
                  <a:cubicBezTo>
                    <a:pt x="99917" y="197091"/>
                    <a:pt x="99917" y="197091"/>
                    <a:pt x="99592" y="195556"/>
                  </a:cubicBezTo>
                  <a:cubicBezTo>
                    <a:pt x="99101" y="195311"/>
                    <a:pt x="98610" y="195065"/>
                    <a:pt x="98104" y="194812"/>
                  </a:cubicBezTo>
                  <a:cubicBezTo>
                    <a:pt x="96799" y="192826"/>
                    <a:pt x="95739" y="190816"/>
                    <a:pt x="94708" y="188673"/>
                  </a:cubicBezTo>
                  <a:cubicBezTo>
                    <a:pt x="93855" y="186553"/>
                    <a:pt x="93855" y="186553"/>
                    <a:pt x="92150" y="185883"/>
                  </a:cubicBezTo>
                  <a:cubicBezTo>
                    <a:pt x="91989" y="185008"/>
                    <a:pt x="91989" y="185008"/>
                    <a:pt x="91825" y="184115"/>
                  </a:cubicBezTo>
                  <a:cubicBezTo>
                    <a:pt x="91355" y="181921"/>
                    <a:pt x="90780" y="181401"/>
                    <a:pt x="89174" y="179929"/>
                  </a:cubicBezTo>
                  <a:cubicBezTo>
                    <a:pt x="88928" y="179193"/>
                    <a:pt x="88683" y="178456"/>
                    <a:pt x="88430" y="177697"/>
                  </a:cubicBezTo>
                  <a:cubicBezTo>
                    <a:pt x="88061" y="177329"/>
                    <a:pt x="87693" y="176960"/>
                    <a:pt x="87314" y="176581"/>
                  </a:cubicBezTo>
                  <a:cubicBezTo>
                    <a:pt x="86197" y="175465"/>
                    <a:pt x="86197" y="175465"/>
                    <a:pt x="85453" y="173232"/>
                  </a:cubicBezTo>
                  <a:cubicBezTo>
                    <a:pt x="84962" y="172987"/>
                    <a:pt x="84471" y="172741"/>
                    <a:pt x="83965" y="172488"/>
                  </a:cubicBezTo>
                  <a:cubicBezTo>
                    <a:pt x="83804" y="171429"/>
                    <a:pt x="83804" y="171429"/>
                    <a:pt x="83639" y="170349"/>
                  </a:cubicBezTo>
                  <a:cubicBezTo>
                    <a:pt x="83108" y="167396"/>
                    <a:pt x="82112" y="166612"/>
                    <a:pt x="79779" y="164907"/>
                  </a:cubicBezTo>
                  <a:cubicBezTo>
                    <a:pt x="78106" y="162701"/>
                    <a:pt x="78235" y="160329"/>
                    <a:pt x="78012" y="157605"/>
                  </a:cubicBezTo>
                  <a:cubicBezTo>
                    <a:pt x="77275" y="157605"/>
                    <a:pt x="76538" y="157605"/>
                    <a:pt x="75779" y="157605"/>
                  </a:cubicBezTo>
                  <a:cubicBezTo>
                    <a:pt x="75841" y="157022"/>
                    <a:pt x="75902" y="156439"/>
                    <a:pt x="75965" y="155838"/>
                  </a:cubicBezTo>
                  <a:cubicBezTo>
                    <a:pt x="75904" y="155193"/>
                    <a:pt x="75843" y="154549"/>
                    <a:pt x="75779" y="153884"/>
                  </a:cubicBezTo>
                  <a:cubicBezTo>
                    <a:pt x="74341" y="153072"/>
                    <a:pt x="74341" y="153072"/>
                    <a:pt x="72803" y="152396"/>
                  </a:cubicBezTo>
                  <a:cubicBezTo>
                    <a:pt x="72384" y="150954"/>
                    <a:pt x="72384" y="150954"/>
                    <a:pt x="72059" y="149420"/>
                  </a:cubicBezTo>
                  <a:cubicBezTo>
                    <a:pt x="71483" y="148867"/>
                    <a:pt x="71483" y="148867"/>
                    <a:pt x="70896" y="148303"/>
                  </a:cubicBezTo>
                  <a:cubicBezTo>
                    <a:pt x="69826" y="147187"/>
                    <a:pt x="69826" y="147187"/>
                    <a:pt x="69826" y="144211"/>
                  </a:cubicBezTo>
                  <a:cubicBezTo>
                    <a:pt x="69090" y="143965"/>
                    <a:pt x="68353" y="143720"/>
                    <a:pt x="67594" y="143467"/>
                  </a:cubicBezTo>
                  <a:cubicBezTo>
                    <a:pt x="67346" y="141978"/>
                    <a:pt x="67098" y="140490"/>
                    <a:pt x="66850" y="139002"/>
                  </a:cubicBezTo>
                  <a:cubicBezTo>
                    <a:pt x="66113" y="138756"/>
                    <a:pt x="65376" y="138511"/>
                    <a:pt x="64617" y="138258"/>
                  </a:cubicBezTo>
                  <a:cubicBezTo>
                    <a:pt x="64340" y="137024"/>
                    <a:pt x="64091" y="135783"/>
                    <a:pt x="63873" y="134537"/>
                  </a:cubicBezTo>
                  <a:cubicBezTo>
                    <a:pt x="63382" y="134291"/>
                    <a:pt x="62891" y="134046"/>
                    <a:pt x="62385" y="133793"/>
                  </a:cubicBezTo>
                  <a:cubicBezTo>
                    <a:pt x="61889" y="132304"/>
                    <a:pt x="61393" y="130816"/>
                    <a:pt x="60897" y="129328"/>
                  </a:cubicBezTo>
                  <a:cubicBezTo>
                    <a:pt x="60405" y="129082"/>
                    <a:pt x="59914" y="128837"/>
                    <a:pt x="59408" y="128584"/>
                  </a:cubicBezTo>
                  <a:cubicBezTo>
                    <a:pt x="59301" y="127847"/>
                    <a:pt x="59193" y="127110"/>
                    <a:pt x="59083" y="126351"/>
                  </a:cubicBezTo>
                  <a:cubicBezTo>
                    <a:pt x="58876" y="125246"/>
                    <a:pt x="58876" y="125246"/>
                    <a:pt x="58664" y="124119"/>
                  </a:cubicBezTo>
                  <a:cubicBezTo>
                    <a:pt x="57927" y="123873"/>
                    <a:pt x="57191" y="123628"/>
                    <a:pt x="56432" y="123375"/>
                  </a:cubicBezTo>
                  <a:cubicBezTo>
                    <a:pt x="55898" y="121899"/>
                    <a:pt x="55403" y="120410"/>
                    <a:pt x="54943" y="118910"/>
                  </a:cubicBezTo>
                  <a:cubicBezTo>
                    <a:pt x="54207" y="118173"/>
                    <a:pt x="54207" y="118173"/>
                    <a:pt x="53455" y="117422"/>
                  </a:cubicBezTo>
                  <a:cubicBezTo>
                    <a:pt x="53332" y="116792"/>
                    <a:pt x="53210" y="116163"/>
                    <a:pt x="53083" y="115515"/>
                  </a:cubicBezTo>
                  <a:cubicBezTo>
                    <a:pt x="52960" y="114916"/>
                    <a:pt x="52838" y="114318"/>
                    <a:pt x="52711" y="113701"/>
                  </a:cubicBezTo>
                  <a:cubicBezTo>
                    <a:pt x="52220" y="113455"/>
                    <a:pt x="51729" y="113210"/>
                    <a:pt x="51223" y="112957"/>
                  </a:cubicBezTo>
                  <a:cubicBezTo>
                    <a:pt x="50758" y="110678"/>
                    <a:pt x="50758" y="110678"/>
                    <a:pt x="50479" y="108492"/>
                  </a:cubicBezTo>
                  <a:cubicBezTo>
                    <a:pt x="49742" y="108492"/>
                    <a:pt x="49005" y="108492"/>
                    <a:pt x="48246" y="108492"/>
                  </a:cubicBezTo>
                  <a:cubicBezTo>
                    <a:pt x="48246" y="106527"/>
                    <a:pt x="48246" y="104563"/>
                    <a:pt x="48246" y="102539"/>
                  </a:cubicBezTo>
                  <a:cubicBezTo>
                    <a:pt x="47509" y="102539"/>
                    <a:pt x="46773" y="102539"/>
                    <a:pt x="46014" y="102539"/>
                  </a:cubicBezTo>
                  <a:cubicBezTo>
                    <a:pt x="45481" y="100814"/>
                    <a:pt x="44985" y="99076"/>
                    <a:pt x="44525" y="97330"/>
                  </a:cubicBezTo>
                  <a:cubicBezTo>
                    <a:pt x="44034" y="97084"/>
                    <a:pt x="43543" y="96839"/>
                    <a:pt x="43037" y="96586"/>
                  </a:cubicBezTo>
                  <a:cubicBezTo>
                    <a:pt x="42541" y="95097"/>
                    <a:pt x="42045" y="93609"/>
                    <a:pt x="41549" y="92121"/>
                  </a:cubicBezTo>
                  <a:cubicBezTo>
                    <a:pt x="40812" y="91752"/>
                    <a:pt x="40812" y="91752"/>
                    <a:pt x="40061" y="91377"/>
                  </a:cubicBezTo>
                  <a:cubicBezTo>
                    <a:pt x="39813" y="89640"/>
                    <a:pt x="39565" y="87904"/>
                    <a:pt x="39317" y="86168"/>
                  </a:cubicBezTo>
                  <a:cubicBezTo>
                    <a:pt x="38825" y="85922"/>
                    <a:pt x="38334" y="85677"/>
                    <a:pt x="37828" y="85424"/>
                  </a:cubicBezTo>
                  <a:cubicBezTo>
                    <a:pt x="37332" y="83935"/>
                    <a:pt x="36836" y="82447"/>
                    <a:pt x="36340" y="80959"/>
                  </a:cubicBezTo>
                  <a:cubicBezTo>
                    <a:pt x="35849" y="80713"/>
                    <a:pt x="35358" y="80468"/>
                    <a:pt x="34852" y="80215"/>
                  </a:cubicBezTo>
                  <a:cubicBezTo>
                    <a:pt x="34744" y="79493"/>
                    <a:pt x="34637" y="78772"/>
                    <a:pt x="34526" y="78029"/>
                  </a:cubicBezTo>
                  <a:cubicBezTo>
                    <a:pt x="34388" y="77277"/>
                    <a:pt x="34250" y="76525"/>
                    <a:pt x="34108" y="75750"/>
                  </a:cubicBezTo>
                  <a:cubicBezTo>
                    <a:pt x="33002" y="75013"/>
                    <a:pt x="33002" y="75013"/>
                    <a:pt x="31875" y="74261"/>
                  </a:cubicBezTo>
                  <a:cubicBezTo>
                    <a:pt x="31623" y="72526"/>
                    <a:pt x="31375" y="70789"/>
                    <a:pt x="31131" y="69052"/>
                  </a:cubicBezTo>
                  <a:cubicBezTo>
                    <a:pt x="30046" y="67843"/>
                    <a:pt x="30046" y="67843"/>
                    <a:pt x="28899" y="66820"/>
                  </a:cubicBezTo>
                  <a:cubicBezTo>
                    <a:pt x="28634" y="65583"/>
                    <a:pt x="28384" y="64343"/>
                    <a:pt x="28154" y="63099"/>
                  </a:cubicBezTo>
                  <a:cubicBezTo>
                    <a:pt x="27663" y="62854"/>
                    <a:pt x="27172" y="62608"/>
                    <a:pt x="26666" y="62355"/>
                  </a:cubicBezTo>
                  <a:cubicBezTo>
                    <a:pt x="26363" y="60628"/>
                    <a:pt x="26112" y="58890"/>
                    <a:pt x="25922" y="57146"/>
                  </a:cubicBezTo>
                  <a:cubicBezTo>
                    <a:pt x="25185" y="57146"/>
                    <a:pt x="24449" y="57146"/>
                    <a:pt x="23690" y="57146"/>
                  </a:cubicBezTo>
                  <a:cubicBezTo>
                    <a:pt x="23690" y="55182"/>
                    <a:pt x="23690" y="53217"/>
                    <a:pt x="23690" y="51193"/>
                  </a:cubicBezTo>
                  <a:cubicBezTo>
                    <a:pt x="22707" y="51193"/>
                    <a:pt x="21725" y="51193"/>
                    <a:pt x="20713" y="51193"/>
                  </a:cubicBezTo>
                  <a:cubicBezTo>
                    <a:pt x="20759" y="50380"/>
                    <a:pt x="20805" y="49566"/>
                    <a:pt x="20853" y="48728"/>
                  </a:cubicBezTo>
                  <a:cubicBezTo>
                    <a:pt x="21024" y="46056"/>
                    <a:pt x="21024" y="46056"/>
                    <a:pt x="19643" y="44914"/>
                  </a:cubicBezTo>
                  <a:cubicBezTo>
                    <a:pt x="17685" y="42956"/>
                    <a:pt x="17957" y="40489"/>
                    <a:pt x="17736" y="37799"/>
                  </a:cubicBezTo>
                  <a:cubicBezTo>
                    <a:pt x="17000" y="37799"/>
                    <a:pt x="16263" y="37799"/>
                    <a:pt x="15504" y="37799"/>
                  </a:cubicBezTo>
                  <a:cubicBezTo>
                    <a:pt x="15504" y="34606"/>
                    <a:pt x="15504" y="31414"/>
                    <a:pt x="15504" y="28125"/>
                  </a:cubicBezTo>
                  <a:cubicBezTo>
                    <a:pt x="16456" y="28063"/>
                    <a:pt x="17407" y="28002"/>
                    <a:pt x="18388" y="27939"/>
                  </a:cubicBezTo>
                  <a:cubicBezTo>
                    <a:pt x="20024" y="27782"/>
                    <a:pt x="20024" y="27782"/>
                    <a:pt x="21457" y="27381"/>
                  </a:cubicBezTo>
                  <a:cubicBezTo>
                    <a:pt x="21703" y="26889"/>
                    <a:pt x="21948" y="26398"/>
                    <a:pt x="22201" y="25892"/>
                  </a:cubicBezTo>
                  <a:cubicBezTo>
                    <a:pt x="22447" y="25401"/>
                    <a:pt x="22692" y="24910"/>
                    <a:pt x="22945" y="24404"/>
                  </a:cubicBezTo>
                  <a:cubicBezTo>
                    <a:pt x="24320" y="24122"/>
                    <a:pt x="24320" y="24122"/>
                    <a:pt x="25968" y="23985"/>
                  </a:cubicBezTo>
                  <a:cubicBezTo>
                    <a:pt x="26935" y="23878"/>
                    <a:pt x="27902" y="23771"/>
                    <a:pt x="28899" y="23660"/>
                  </a:cubicBezTo>
                  <a:cubicBezTo>
                    <a:pt x="29144" y="22923"/>
                    <a:pt x="29390" y="22186"/>
                    <a:pt x="29643" y="21427"/>
                  </a:cubicBezTo>
                  <a:cubicBezTo>
                    <a:pt x="30502" y="21320"/>
                    <a:pt x="31362" y="21213"/>
                    <a:pt x="32247" y="21102"/>
                  </a:cubicBezTo>
                  <a:cubicBezTo>
                    <a:pt x="33107" y="20964"/>
                    <a:pt x="33966" y="20826"/>
                    <a:pt x="34852" y="20683"/>
                  </a:cubicBezTo>
                  <a:cubicBezTo>
                    <a:pt x="35000" y="19939"/>
                    <a:pt x="35000" y="19939"/>
                    <a:pt x="35151" y="19181"/>
                  </a:cubicBezTo>
                  <a:cubicBezTo>
                    <a:pt x="35298" y="18694"/>
                    <a:pt x="35445" y="18208"/>
                    <a:pt x="35596" y="17707"/>
                  </a:cubicBezTo>
                  <a:cubicBezTo>
                    <a:pt x="37296" y="17416"/>
                    <a:pt x="37296" y="17416"/>
                    <a:pt x="39363" y="17521"/>
                  </a:cubicBezTo>
                  <a:cubicBezTo>
                    <a:pt x="40047" y="17548"/>
                    <a:pt x="40731" y="17574"/>
                    <a:pt x="41436" y="17602"/>
                  </a:cubicBezTo>
                  <a:cubicBezTo>
                    <a:pt x="41964" y="17637"/>
                    <a:pt x="42493" y="17671"/>
                    <a:pt x="43037" y="17707"/>
                  </a:cubicBezTo>
                  <a:cubicBezTo>
                    <a:pt x="43037" y="16724"/>
                    <a:pt x="43037" y="15742"/>
                    <a:pt x="43037" y="14730"/>
                  </a:cubicBezTo>
                  <a:cubicBezTo>
                    <a:pt x="44303" y="14638"/>
                    <a:pt x="44303" y="14638"/>
                    <a:pt x="45595" y="14544"/>
                  </a:cubicBezTo>
                  <a:cubicBezTo>
                    <a:pt x="46907" y="14268"/>
                    <a:pt x="46907" y="14268"/>
                    <a:pt x="48246" y="13986"/>
                  </a:cubicBezTo>
                  <a:cubicBezTo>
                    <a:pt x="48397" y="13244"/>
                    <a:pt x="48397" y="13244"/>
                    <a:pt x="48551" y="12486"/>
                  </a:cubicBezTo>
                  <a:cubicBezTo>
                    <a:pt x="48696" y="11999"/>
                    <a:pt x="48841" y="11512"/>
                    <a:pt x="48990" y="11009"/>
                  </a:cubicBezTo>
                  <a:cubicBezTo>
                    <a:pt x="50938" y="10604"/>
                    <a:pt x="52771" y="10637"/>
                    <a:pt x="54757" y="10614"/>
                  </a:cubicBezTo>
                  <a:cubicBezTo>
                    <a:pt x="55310" y="10499"/>
                    <a:pt x="55862" y="10384"/>
                    <a:pt x="56432" y="10265"/>
                  </a:cubicBezTo>
                  <a:cubicBezTo>
                    <a:pt x="56924" y="8776"/>
                    <a:pt x="56924" y="8776"/>
                    <a:pt x="57176" y="7289"/>
                  </a:cubicBezTo>
                  <a:cubicBezTo>
                    <a:pt x="58664" y="7289"/>
                    <a:pt x="60152" y="7289"/>
                    <a:pt x="61641" y="7289"/>
                  </a:cubicBezTo>
                  <a:cubicBezTo>
                    <a:pt x="61862" y="6809"/>
                    <a:pt x="62084" y="6330"/>
                    <a:pt x="62312" y="5835"/>
                  </a:cubicBezTo>
                  <a:cubicBezTo>
                    <a:pt x="62582" y="5333"/>
                    <a:pt x="62851" y="4830"/>
                    <a:pt x="63129" y="4312"/>
                  </a:cubicBezTo>
                  <a:cubicBezTo>
                    <a:pt x="64739" y="3859"/>
                    <a:pt x="64739" y="3859"/>
                    <a:pt x="66571" y="3754"/>
                  </a:cubicBezTo>
                  <a:cubicBezTo>
                    <a:pt x="67179" y="3712"/>
                    <a:pt x="67787" y="3670"/>
                    <a:pt x="68414" y="3626"/>
                  </a:cubicBezTo>
                  <a:cubicBezTo>
                    <a:pt x="68880" y="3607"/>
                    <a:pt x="69346" y="3588"/>
                    <a:pt x="69826" y="3568"/>
                  </a:cubicBezTo>
                  <a:cubicBezTo>
                    <a:pt x="69826" y="2586"/>
                    <a:pt x="69826" y="1604"/>
                    <a:pt x="69826" y="592"/>
                  </a:cubicBezTo>
                  <a:close/>
                </a:path>
              </a:pathLst>
            </a:custGeom>
            <a:grpFill/>
            <a:ln w="744" cap="flat">
              <a:noFill/>
              <a:prstDash val="solid"/>
              <a:miter/>
            </a:ln>
          </p:spPr>
          <p:txBody>
            <a:bodyPr rtlCol="0" anchor="ctr"/>
            <a:lstStyle/>
            <a:p>
              <a:endParaRPr lang="zh-CN" altLang="en-US"/>
            </a:p>
          </p:txBody>
        </p:sp>
        <p:sp>
          <p:nvSpPr>
            <p:cNvPr id="178" name="任意多边形: 形状 177"/>
            <p:cNvSpPr/>
            <p:nvPr/>
          </p:nvSpPr>
          <p:spPr>
            <a:xfrm>
              <a:off x="11384426" y="746955"/>
              <a:ext cx="284501" cy="68752"/>
            </a:xfrm>
            <a:custGeom>
              <a:avLst/>
              <a:gdLst>
                <a:gd name="connsiteX0" fmla="*/ 18566 w 284503"/>
                <a:gd name="connsiteY0" fmla="*/ 638 h 68751"/>
                <a:gd name="connsiteX1" fmla="*/ 21175 w 284503"/>
                <a:gd name="connsiteY1" fmla="*/ 639 h 68751"/>
                <a:gd name="connsiteX2" fmla="*/ 22628 w 284503"/>
                <a:gd name="connsiteY2" fmla="*/ 636 h 68751"/>
                <a:gd name="connsiteX3" fmla="*/ 27508 w 284503"/>
                <a:gd name="connsiteY3" fmla="*/ 641 h 68751"/>
                <a:gd name="connsiteX4" fmla="*/ 31019 w 284503"/>
                <a:gd name="connsiteY4" fmla="*/ 639 h 68751"/>
                <a:gd name="connsiteX5" fmla="*/ 40711 w 284503"/>
                <a:gd name="connsiteY5" fmla="*/ 644 h 68751"/>
                <a:gd name="connsiteX6" fmla="*/ 51146 w 284503"/>
                <a:gd name="connsiteY6" fmla="*/ 646 h 68751"/>
                <a:gd name="connsiteX7" fmla="*/ 69240 w 284503"/>
                <a:gd name="connsiteY7" fmla="*/ 652 h 68751"/>
                <a:gd name="connsiteX8" fmla="*/ 95402 w 284503"/>
                <a:gd name="connsiteY8" fmla="*/ 661 h 68751"/>
                <a:gd name="connsiteX9" fmla="*/ 137843 w 284503"/>
                <a:gd name="connsiteY9" fmla="*/ 674 h 68751"/>
                <a:gd name="connsiteX10" fmla="*/ 179082 w 284503"/>
                <a:gd name="connsiteY10" fmla="*/ 690 h 68751"/>
                <a:gd name="connsiteX11" fmla="*/ 181648 w 284503"/>
                <a:gd name="connsiteY11" fmla="*/ 690 h 68751"/>
                <a:gd name="connsiteX12" fmla="*/ 194390 w 284503"/>
                <a:gd name="connsiteY12" fmla="*/ 693 h 68751"/>
                <a:gd name="connsiteX13" fmla="*/ 300173 w 284503"/>
                <a:gd name="connsiteY13" fmla="*/ 731 h 68751"/>
                <a:gd name="connsiteX14" fmla="*/ 300211 w 284503"/>
                <a:gd name="connsiteY14" fmla="*/ 26850 h 68751"/>
                <a:gd name="connsiteX15" fmla="*/ 300229 w 284503"/>
                <a:gd name="connsiteY15" fmla="*/ 38977 h 68751"/>
                <a:gd name="connsiteX16" fmla="*/ 300244 w 284503"/>
                <a:gd name="connsiteY16" fmla="*/ 50673 h 68751"/>
                <a:gd name="connsiteX17" fmla="*/ 300252 w 284503"/>
                <a:gd name="connsiteY17" fmla="*/ 55143 h 68751"/>
                <a:gd name="connsiteX18" fmla="*/ 300257 w 284503"/>
                <a:gd name="connsiteY18" fmla="*/ 61386 h 68751"/>
                <a:gd name="connsiteX19" fmla="*/ 300266 w 284503"/>
                <a:gd name="connsiteY19" fmla="*/ 63268 h 68751"/>
                <a:gd name="connsiteX20" fmla="*/ 299429 w 284503"/>
                <a:gd name="connsiteY20" fmla="*/ 69192 h 68751"/>
                <a:gd name="connsiteX21" fmla="*/ 294962 w 284503"/>
                <a:gd name="connsiteY21" fmla="*/ 69377 h 68751"/>
                <a:gd name="connsiteX22" fmla="*/ 292001 w 284503"/>
                <a:gd name="connsiteY22" fmla="*/ 69387 h 68751"/>
                <a:gd name="connsiteX23" fmla="*/ 288704 w 284503"/>
                <a:gd name="connsiteY23" fmla="*/ 69376 h 68751"/>
                <a:gd name="connsiteX24" fmla="*/ 285235 w 284503"/>
                <a:gd name="connsiteY24" fmla="*/ 69381 h 68751"/>
                <a:gd name="connsiteX25" fmla="*/ 275657 w 284503"/>
                <a:gd name="connsiteY25" fmla="*/ 69375 h 68751"/>
                <a:gd name="connsiteX26" fmla="*/ 265346 w 284503"/>
                <a:gd name="connsiteY26" fmla="*/ 69377 h 68751"/>
                <a:gd name="connsiteX27" fmla="*/ 245126 w 284503"/>
                <a:gd name="connsiteY27" fmla="*/ 69369 h 68751"/>
                <a:gd name="connsiteX28" fmla="*/ 221601 w 284503"/>
                <a:gd name="connsiteY28" fmla="*/ 69362 h 68751"/>
                <a:gd name="connsiteX29" fmla="*/ 179635 w 284503"/>
                <a:gd name="connsiteY29" fmla="*/ 69345 h 68751"/>
                <a:gd name="connsiteX30" fmla="*/ 138875 w 284503"/>
                <a:gd name="connsiteY30" fmla="*/ 69329 h 68751"/>
                <a:gd name="connsiteX31" fmla="*/ 136340 w 284503"/>
                <a:gd name="connsiteY31" fmla="*/ 69330 h 68751"/>
                <a:gd name="connsiteX32" fmla="*/ 133810 w 284503"/>
                <a:gd name="connsiteY32" fmla="*/ 69330 h 68751"/>
                <a:gd name="connsiteX33" fmla="*/ 87470 w 284503"/>
                <a:gd name="connsiteY33" fmla="*/ 69319 h 68751"/>
                <a:gd name="connsiteX34" fmla="*/ 71056 w 284503"/>
                <a:gd name="connsiteY34" fmla="*/ 69316 h 68751"/>
                <a:gd name="connsiteX35" fmla="*/ 51061 w 284503"/>
                <a:gd name="connsiteY35" fmla="*/ 69305 h 68751"/>
                <a:gd name="connsiteX36" fmla="*/ 40851 w 284503"/>
                <a:gd name="connsiteY36" fmla="*/ 69300 h 68751"/>
                <a:gd name="connsiteX37" fmla="*/ 31515 w 284503"/>
                <a:gd name="connsiteY37" fmla="*/ 69293 h 68751"/>
                <a:gd name="connsiteX38" fmla="*/ 28127 w 284503"/>
                <a:gd name="connsiteY38" fmla="*/ 69293 h 68751"/>
                <a:gd name="connsiteX39" fmla="*/ 23542 w 284503"/>
                <a:gd name="connsiteY39" fmla="*/ 69287 h 68751"/>
                <a:gd name="connsiteX40" fmla="*/ 20963 w 284503"/>
                <a:gd name="connsiteY40" fmla="*/ 69286 h 68751"/>
                <a:gd name="connsiteX41" fmla="*/ 16655 w 284503"/>
                <a:gd name="connsiteY41" fmla="*/ 68447 h 68751"/>
                <a:gd name="connsiteX42" fmla="*/ 15815 w 284503"/>
                <a:gd name="connsiteY42" fmla="*/ 60791 h 68751"/>
                <a:gd name="connsiteX43" fmla="*/ 15811 w 284503"/>
                <a:gd name="connsiteY43" fmla="*/ 58858 h 68751"/>
                <a:gd name="connsiteX44" fmla="*/ 15812 w 284503"/>
                <a:gd name="connsiteY44" fmla="*/ 52515 h 68751"/>
                <a:gd name="connsiteX45" fmla="*/ 15810 w 284503"/>
                <a:gd name="connsiteY45" fmla="*/ 48122 h 68751"/>
                <a:gd name="connsiteX46" fmla="*/ 15814 w 284503"/>
                <a:gd name="connsiteY46" fmla="*/ 38910 h 68751"/>
                <a:gd name="connsiteX47" fmla="*/ 15812 w 284503"/>
                <a:gd name="connsiteY47" fmla="*/ 27073 h 68751"/>
                <a:gd name="connsiteX48" fmla="*/ 15812 w 284503"/>
                <a:gd name="connsiteY48" fmla="*/ 18001 h 68751"/>
                <a:gd name="connsiteX49" fmla="*/ 15810 w 284503"/>
                <a:gd name="connsiteY49" fmla="*/ 13635 h 68751"/>
                <a:gd name="connsiteX50" fmla="*/ 15815 w 284503"/>
                <a:gd name="connsiteY50" fmla="*/ 7547 h 68751"/>
                <a:gd name="connsiteX51" fmla="*/ 15810 w 284503"/>
                <a:gd name="connsiteY51" fmla="*/ 5707 h 68751"/>
                <a:gd name="connsiteX52" fmla="*/ 18566 w 284503"/>
                <a:gd name="connsiteY52" fmla="*/ 638 h 6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84503" h="68751">
                  <a:moveTo>
                    <a:pt x="18566" y="638"/>
                  </a:moveTo>
                  <a:cubicBezTo>
                    <a:pt x="19857" y="639"/>
                    <a:pt x="19857" y="639"/>
                    <a:pt x="21175" y="639"/>
                  </a:cubicBezTo>
                  <a:cubicBezTo>
                    <a:pt x="21894" y="638"/>
                    <a:pt x="21894" y="638"/>
                    <a:pt x="22628" y="636"/>
                  </a:cubicBezTo>
                  <a:cubicBezTo>
                    <a:pt x="24255" y="634"/>
                    <a:pt x="25881" y="638"/>
                    <a:pt x="27508" y="641"/>
                  </a:cubicBezTo>
                  <a:cubicBezTo>
                    <a:pt x="28678" y="641"/>
                    <a:pt x="29848" y="640"/>
                    <a:pt x="31019" y="639"/>
                  </a:cubicBezTo>
                  <a:cubicBezTo>
                    <a:pt x="34249" y="638"/>
                    <a:pt x="37480" y="641"/>
                    <a:pt x="40711" y="644"/>
                  </a:cubicBezTo>
                  <a:cubicBezTo>
                    <a:pt x="44189" y="647"/>
                    <a:pt x="47668" y="646"/>
                    <a:pt x="51146" y="646"/>
                  </a:cubicBezTo>
                  <a:cubicBezTo>
                    <a:pt x="57177" y="645"/>
                    <a:pt x="63209" y="648"/>
                    <a:pt x="69240" y="652"/>
                  </a:cubicBezTo>
                  <a:cubicBezTo>
                    <a:pt x="77961" y="658"/>
                    <a:pt x="86682" y="660"/>
                    <a:pt x="95402" y="661"/>
                  </a:cubicBezTo>
                  <a:cubicBezTo>
                    <a:pt x="109549" y="663"/>
                    <a:pt x="123696" y="667"/>
                    <a:pt x="137843" y="674"/>
                  </a:cubicBezTo>
                  <a:cubicBezTo>
                    <a:pt x="151589" y="681"/>
                    <a:pt x="165336" y="687"/>
                    <a:pt x="179082" y="690"/>
                  </a:cubicBezTo>
                  <a:cubicBezTo>
                    <a:pt x="179929" y="690"/>
                    <a:pt x="180775" y="690"/>
                    <a:pt x="181648" y="690"/>
                  </a:cubicBezTo>
                  <a:cubicBezTo>
                    <a:pt x="185895" y="691"/>
                    <a:pt x="190142" y="692"/>
                    <a:pt x="194390" y="693"/>
                  </a:cubicBezTo>
                  <a:cubicBezTo>
                    <a:pt x="229651" y="701"/>
                    <a:pt x="264912" y="714"/>
                    <a:pt x="300173" y="731"/>
                  </a:cubicBezTo>
                  <a:cubicBezTo>
                    <a:pt x="300190" y="9437"/>
                    <a:pt x="300203" y="18144"/>
                    <a:pt x="300211" y="26850"/>
                  </a:cubicBezTo>
                  <a:cubicBezTo>
                    <a:pt x="300215" y="30892"/>
                    <a:pt x="300221" y="34935"/>
                    <a:pt x="300229" y="38977"/>
                  </a:cubicBezTo>
                  <a:cubicBezTo>
                    <a:pt x="300237" y="42876"/>
                    <a:pt x="300242" y="46774"/>
                    <a:pt x="300244" y="50673"/>
                  </a:cubicBezTo>
                  <a:cubicBezTo>
                    <a:pt x="300245" y="52163"/>
                    <a:pt x="300248" y="53653"/>
                    <a:pt x="300252" y="55143"/>
                  </a:cubicBezTo>
                  <a:cubicBezTo>
                    <a:pt x="300257" y="57224"/>
                    <a:pt x="300258" y="59305"/>
                    <a:pt x="300257" y="61386"/>
                  </a:cubicBezTo>
                  <a:cubicBezTo>
                    <a:pt x="300260" y="62007"/>
                    <a:pt x="300263" y="62628"/>
                    <a:pt x="300266" y="63268"/>
                  </a:cubicBezTo>
                  <a:cubicBezTo>
                    <a:pt x="300258" y="67534"/>
                    <a:pt x="300258" y="67534"/>
                    <a:pt x="299429" y="69192"/>
                  </a:cubicBezTo>
                  <a:cubicBezTo>
                    <a:pt x="297540" y="69377"/>
                    <a:pt x="297540" y="69377"/>
                    <a:pt x="294962" y="69377"/>
                  </a:cubicBezTo>
                  <a:cubicBezTo>
                    <a:pt x="293496" y="69382"/>
                    <a:pt x="293496" y="69382"/>
                    <a:pt x="292001" y="69387"/>
                  </a:cubicBezTo>
                  <a:cubicBezTo>
                    <a:pt x="290902" y="69383"/>
                    <a:pt x="289803" y="69380"/>
                    <a:pt x="288704" y="69376"/>
                  </a:cubicBezTo>
                  <a:cubicBezTo>
                    <a:pt x="287548" y="69377"/>
                    <a:pt x="286391" y="69379"/>
                    <a:pt x="285235" y="69381"/>
                  </a:cubicBezTo>
                  <a:cubicBezTo>
                    <a:pt x="282043" y="69386"/>
                    <a:pt x="278850" y="69381"/>
                    <a:pt x="275657" y="69375"/>
                  </a:cubicBezTo>
                  <a:cubicBezTo>
                    <a:pt x="272220" y="69370"/>
                    <a:pt x="268783" y="69374"/>
                    <a:pt x="265346" y="69377"/>
                  </a:cubicBezTo>
                  <a:cubicBezTo>
                    <a:pt x="258606" y="69380"/>
                    <a:pt x="251866" y="69376"/>
                    <a:pt x="245126" y="69369"/>
                  </a:cubicBezTo>
                  <a:cubicBezTo>
                    <a:pt x="237284" y="69362"/>
                    <a:pt x="229442" y="69362"/>
                    <a:pt x="221601" y="69362"/>
                  </a:cubicBezTo>
                  <a:cubicBezTo>
                    <a:pt x="207612" y="69362"/>
                    <a:pt x="193624" y="69356"/>
                    <a:pt x="179635" y="69345"/>
                  </a:cubicBezTo>
                  <a:cubicBezTo>
                    <a:pt x="166049" y="69334"/>
                    <a:pt x="152462" y="69329"/>
                    <a:pt x="138875" y="69329"/>
                  </a:cubicBezTo>
                  <a:cubicBezTo>
                    <a:pt x="137621" y="69330"/>
                    <a:pt x="137621" y="69330"/>
                    <a:pt x="136340" y="69330"/>
                  </a:cubicBezTo>
                  <a:cubicBezTo>
                    <a:pt x="135505" y="69330"/>
                    <a:pt x="134670" y="69330"/>
                    <a:pt x="133810" y="69330"/>
                  </a:cubicBezTo>
                  <a:cubicBezTo>
                    <a:pt x="118363" y="69330"/>
                    <a:pt x="102917" y="69326"/>
                    <a:pt x="87470" y="69319"/>
                  </a:cubicBezTo>
                  <a:cubicBezTo>
                    <a:pt x="81999" y="69317"/>
                    <a:pt x="76527" y="69316"/>
                    <a:pt x="71056" y="69316"/>
                  </a:cubicBezTo>
                  <a:cubicBezTo>
                    <a:pt x="64391" y="69315"/>
                    <a:pt x="57726" y="69312"/>
                    <a:pt x="51061" y="69305"/>
                  </a:cubicBezTo>
                  <a:cubicBezTo>
                    <a:pt x="47657" y="69302"/>
                    <a:pt x="44254" y="69299"/>
                    <a:pt x="40851" y="69300"/>
                  </a:cubicBezTo>
                  <a:cubicBezTo>
                    <a:pt x="37739" y="69301"/>
                    <a:pt x="34627" y="69299"/>
                    <a:pt x="31515" y="69293"/>
                  </a:cubicBezTo>
                  <a:cubicBezTo>
                    <a:pt x="30385" y="69292"/>
                    <a:pt x="29256" y="69292"/>
                    <a:pt x="28127" y="69293"/>
                  </a:cubicBezTo>
                  <a:cubicBezTo>
                    <a:pt x="26599" y="69294"/>
                    <a:pt x="25070" y="69291"/>
                    <a:pt x="23542" y="69287"/>
                  </a:cubicBezTo>
                  <a:cubicBezTo>
                    <a:pt x="22691" y="69287"/>
                    <a:pt x="21840" y="69286"/>
                    <a:pt x="20963" y="69286"/>
                  </a:cubicBezTo>
                  <a:cubicBezTo>
                    <a:pt x="18888" y="69192"/>
                    <a:pt x="18888" y="69192"/>
                    <a:pt x="16655" y="68447"/>
                  </a:cubicBezTo>
                  <a:cubicBezTo>
                    <a:pt x="15455" y="66048"/>
                    <a:pt x="15808" y="63427"/>
                    <a:pt x="15815" y="60791"/>
                  </a:cubicBezTo>
                  <a:cubicBezTo>
                    <a:pt x="15814" y="60153"/>
                    <a:pt x="15812" y="59515"/>
                    <a:pt x="15811" y="58858"/>
                  </a:cubicBezTo>
                  <a:cubicBezTo>
                    <a:pt x="15808" y="56744"/>
                    <a:pt x="15810" y="54630"/>
                    <a:pt x="15812" y="52515"/>
                  </a:cubicBezTo>
                  <a:cubicBezTo>
                    <a:pt x="15812" y="51051"/>
                    <a:pt x="15811" y="49587"/>
                    <a:pt x="15810" y="48122"/>
                  </a:cubicBezTo>
                  <a:cubicBezTo>
                    <a:pt x="15809" y="45052"/>
                    <a:pt x="15811" y="41981"/>
                    <a:pt x="15814" y="38910"/>
                  </a:cubicBezTo>
                  <a:cubicBezTo>
                    <a:pt x="15818" y="34964"/>
                    <a:pt x="15816" y="31019"/>
                    <a:pt x="15812" y="27073"/>
                  </a:cubicBezTo>
                  <a:cubicBezTo>
                    <a:pt x="15809" y="24049"/>
                    <a:pt x="15810" y="21025"/>
                    <a:pt x="15812" y="18001"/>
                  </a:cubicBezTo>
                  <a:cubicBezTo>
                    <a:pt x="15812" y="16546"/>
                    <a:pt x="15811" y="15091"/>
                    <a:pt x="15810" y="13635"/>
                  </a:cubicBezTo>
                  <a:cubicBezTo>
                    <a:pt x="15808" y="11606"/>
                    <a:pt x="15811" y="9576"/>
                    <a:pt x="15815" y="7547"/>
                  </a:cubicBezTo>
                  <a:cubicBezTo>
                    <a:pt x="15813" y="6940"/>
                    <a:pt x="15812" y="6332"/>
                    <a:pt x="15810" y="5707"/>
                  </a:cubicBezTo>
                  <a:cubicBezTo>
                    <a:pt x="15829" y="771"/>
                    <a:pt x="15829" y="771"/>
                    <a:pt x="18566" y="638"/>
                  </a:cubicBezTo>
                  <a:close/>
                </a:path>
              </a:pathLst>
            </a:custGeom>
            <a:grpFill/>
            <a:ln w="744" cap="flat">
              <a:noFill/>
              <a:prstDash val="solid"/>
              <a:miter/>
            </a:ln>
          </p:spPr>
          <p:txBody>
            <a:bodyPr rtlCol="0" anchor="ctr"/>
            <a:lstStyle/>
            <a:p>
              <a:endParaRPr lang="zh-CN" altLang="en-US"/>
            </a:p>
          </p:txBody>
        </p:sp>
        <p:sp>
          <p:nvSpPr>
            <p:cNvPr id="179" name="任意多边形: 形状 178"/>
            <p:cNvSpPr/>
            <p:nvPr/>
          </p:nvSpPr>
          <p:spPr>
            <a:xfrm>
              <a:off x="7692004" y="1392981"/>
              <a:ext cx="150795" cy="236030"/>
            </a:xfrm>
            <a:custGeom>
              <a:avLst/>
              <a:gdLst>
                <a:gd name="connsiteX0" fmla="*/ 10988 w 150796"/>
                <a:gd name="connsiteY0" fmla="*/ 1504 h 236023"/>
                <a:gd name="connsiteX1" fmla="*/ 40754 w 150796"/>
                <a:gd name="connsiteY1" fmla="*/ 1504 h 236023"/>
                <a:gd name="connsiteX2" fmla="*/ 40754 w 150796"/>
                <a:gd name="connsiteY2" fmla="*/ 5225 h 236023"/>
                <a:gd name="connsiteX3" fmla="*/ 42196 w 150796"/>
                <a:gd name="connsiteY3" fmla="*/ 5550 h 236023"/>
                <a:gd name="connsiteX4" fmla="*/ 43730 w 150796"/>
                <a:gd name="connsiteY4" fmla="*/ 5969 h 236023"/>
                <a:gd name="connsiteX5" fmla="*/ 44474 w 150796"/>
                <a:gd name="connsiteY5" fmla="*/ 10434 h 236023"/>
                <a:gd name="connsiteX6" fmla="*/ 46707 w 150796"/>
                <a:gd name="connsiteY6" fmla="*/ 11922 h 236023"/>
                <a:gd name="connsiteX7" fmla="*/ 46707 w 150796"/>
                <a:gd name="connsiteY7" fmla="*/ 14899 h 236023"/>
                <a:gd name="connsiteX8" fmla="*/ 48939 w 150796"/>
                <a:gd name="connsiteY8" fmla="*/ 16387 h 236023"/>
                <a:gd name="connsiteX9" fmla="*/ 49683 w 150796"/>
                <a:gd name="connsiteY9" fmla="*/ 21596 h 236023"/>
                <a:gd name="connsiteX10" fmla="*/ 51916 w 150796"/>
                <a:gd name="connsiteY10" fmla="*/ 21596 h 236023"/>
                <a:gd name="connsiteX11" fmla="*/ 51916 w 150796"/>
                <a:gd name="connsiteY11" fmla="*/ 26061 h 236023"/>
                <a:gd name="connsiteX12" fmla="*/ 54148 w 150796"/>
                <a:gd name="connsiteY12" fmla="*/ 26061 h 236023"/>
                <a:gd name="connsiteX13" fmla="*/ 55637 w 150796"/>
                <a:gd name="connsiteY13" fmla="*/ 31270 h 236023"/>
                <a:gd name="connsiteX14" fmla="*/ 57125 w 150796"/>
                <a:gd name="connsiteY14" fmla="*/ 32014 h 236023"/>
                <a:gd name="connsiteX15" fmla="*/ 57450 w 150796"/>
                <a:gd name="connsiteY15" fmla="*/ 33828 h 236023"/>
                <a:gd name="connsiteX16" fmla="*/ 60101 w 150796"/>
                <a:gd name="connsiteY16" fmla="*/ 37223 h 236023"/>
                <a:gd name="connsiteX17" fmla="*/ 60473 w 150796"/>
                <a:gd name="connsiteY17" fmla="*/ 38758 h 236023"/>
                <a:gd name="connsiteX18" fmla="*/ 60846 w 150796"/>
                <a:gd name="connsiteY18" fmla="*/ 40199 h 236023"/>
                <a:gd name="connsiteX19" fmla="*/ 63078 w 150796"/>
                <a:gd name="connsiteY19" fmla="*/ 40943 h 236023"/>
                <a:gd name="connsiteX20" fmla="*/ 63078 w 150796"/>
                <a:gd name="connsiteY20" fmla="*/ 45408 h 236023"/>
                <a:gd name="connsiteX21" fmla="*/ 65310 w 150796"/>
                <a:gd name="connsiteY21" fmla="*/ 46897 h 236023"/>
                <a:gd name="connsiteX22" fmla="*/ 66055 w 150796"/>
                <a:gd name="connsiteY22" fmla="*/ 51361 h 236023"/>
                <a:gd name="connsiteX23" fmla="*/ 68287 w 150796"/>
                <a:gd name="connsiteY23" fmla="*/ 51361 h 236023"/>
                <a:gd name="connsiteX24" fmla="*/ 68147 w 150796"/>
                <a:gd name="connsiteY24" fmla="*/ 53919 h 236023"/>
                <a:gd name="connsiteX25" fmla="*/ 68287 w 150796"/>
                <a:gd name="connsiteY25" fmla="*/ 56570 h 236023"/>
                <a:gd name="connsiteX26" fmla="*/ 70519 w 150796"/>
                <a:gd name="connsiteY26" fmla="*/ 57315 h 236023"/>
                <a:gd name="connsiteX27" fmla="*/ 72008 w 150796"/>
                <a:gd name="connsiteY27" fmla="*/ 61035 h 236023"/>
                <a:gd name="connsiteX28" fmla="*/ 73496 w 150796"/>
                <a:gd name="connsiteY28" fmla="*/ 61779 h 236023"/>
                <a:gd name="connsiteX29" fmla="*/ 73821 w 150796"/>
                <a:gd name="connsiteY29" fmla="*/ 63965 h 236023"/>
                <a:gd name="connsiteX30" fmla="*/ 74240 w 150796"/>
                <a:gd name="connsiteY30" fmla="*/ 66244 h 236023"/>
                <a:gd name="connsiteX31" fmla="*/ 76472 w 150796"/>
                <a:gd name="connsiteY31" fmla="*/ 67733 h 236023"/>
                <a:gd name="connsiteX32" fmla="*/ 77961 w 150796"/>
                <a:gd name="connsiteY32" fmla="*/ 71453 h 236023"/>
                <a:gd name="connsiteX33" fmla="*/ 79449 w 150796"/>
                <a:gd name="connsiteY33" fmla="*/ 71453 h 236023"/>
                <a:gd name="connsiteX34" fmla="*/ 79449 w 150796"/>
                <a:gd name="connsiteY34" fmla="*/ 77406 h 236023"/>
                <a:gd name="connsiteX35" fmla="*/ 81681 w 150796"/>
                <a:gd name="connsiteY35" fmla="*/ 77406 h 236023"/>
                <a:gd name="connsiteX36" fmla="*/ 82426 w 150796"/>
                <a:gd name="connsiteY36" fmla="*/ 81871 h 236023"/>
                <a:gd name="connsiteX37" fmla="*/ 84658 w 150796"/>
                <a:gd name="connsiteY37" fmla="*/ 81871 h 236023"/>
                <a:gd name="connsiteX38" fmla="*/ 84891 w 150796"/>
                <a:gd name="connsiteY38" fmla="*/ 84336 h 236023"/>
                <a:gd name="connsiteX39" fmla="*/ 87635 w 150796"/>
                <a:gd name="connsiteY39" fmla="*/ 89313 h 236023"/>
                <a:gd name="connsiteX40" fmla="*/ 88379 w 150796"/>
                <a:gd name="connsiteY40" fmla="*/ 91545 h 236023"/>
                <a:gd name="connsiteX41" fmla="*/ 89867 w 150796"/>
                <a:gd name="connsiteY41" fmla="*/ 92289 h 236023"/>
                <a:gd name="connsiteX42" fmla="*/ 91355 w 150796"/>
                <a:gd name="connsiteY42" fmla="*/ 97498 h 236023"/>
                <a:gd name="connsiteX43" fmla="*/ 92844 w 150796"/>
                <a:gd name="connsiteY43" fmla="*/ 98242 h 236023"/>
                <a:gd name="connsiteX44" fmla="*/ 93588 w 150796"/>
                <a:gd name="connsiteY44" fmla="*/ 102707 h 236023"/>
                <a:gd name="connsiteX45" fmla="*/ 95820 w 150796"/>
                <a:gd name="connsiteY45" fmla="*/ 102707 h 236023"/>
                <a:gd name="connsiteX46" fmla="*/ 95820 w 150796"/>
                <a:gd name="connsiteY46" fmla="*/ 107916 h 236023"/>
                <a:gd name="connsiteX47" fmla="*/ 98053 w 150796"/>
                <a:gd name="connsiteY47" fmla="*/ 107916 h 236023"/>
                <a:gd name="connsiteX48" fmla="*/ 99541 w 150796"/>
                <a:gd name="connsiteY48" fmla="*/ 112381 h 236023"/>
                <a:gd name="connsiteX49" fmla="*/ 101029 w 150796"/>
                <a:gd name="connsiteY49" fmla="*/ 113125 h 236023"/>
                <a:gd name="connsiteX50" fmla="*/ 101355 w 150796"/>
                <a:gd name="connsiteY50" fmla="*/ 115264 h 236023"/>
                <a:gd name="connsiteX51" fmla="*/ 104006 w 150796"/>
                <a:gd name="connsiteY51" fmla="*/ 119822 h 236023"/>
                <a:gd name="connsiteX52" fmla="*/ 104750 w 150796"/>
                <a:gd name="connsiteY52" fmla="*/ 122799 h 236023"/>
                <a:gd name="connsiteX53" fmla="*/ 106238 w 150796"/>
                <a:gd name="connsiteY53" fmla="*/ 123543 h 236023"/>
                <a:gd name="connsiteX54" fmla="*/ 106564 w 150796"/>
                <a:gd name="connsiteY54" fmla="*/ 125775 h 236023"/>
                <a:gd name="connsiteX55" fmla="*/ 106982 w 150796"/>
                <a:gd name="connsiteY55" fmla="*/ 128008 h 236023"/>
                <a:gd name="connsiteX56" fmla="*/ 109215 w 150796"/>
                <a:gd name="connsiteY56" fmla="*/ 128752 h 236023"/>
                <a:gd name="connsiteX57" fmla="*/ 110703 w 150796"/>
                <a:gd name="connsiteY57" fmla="*/ 133217 h 236023"/>
                <a:gd name="connsiteX58" fmla="*/ 112191 w 150796"/>
                <a:gd name="connsiteY58" fmla="*/ 133217 h 236023"/>
                <a:gd name="connsiteX59" fmla="*/ 112470 w 150796"/>
                <a:gd name="connsiteY59" fmla="*/ 135775 h 236023"/>
                <a:gd name="connsiteX60" fmla="*/ 112935 w 150796"/>
                <a:gd name="connsiteY60" fmla="*/ 138426 h 236023"/>
                <a:gd name="connsiteX61" fmla="*/ 114424 w 150796"/>
                <a:gd name="connsiteY61" fmla="*/ 139170 h 236023"/>
                <a:gd name="connsiteX62" fmla="*/ 115168 w 150796"/>
                <a:gd name="connsiteY62" fmla="*/ 143635 h 236023"/>
                <a:gd name="connsiteX63" fmla="*/ 117400 w 150796"/>
                <a:gd name="connsiteY63" fmla="*/ 143635 h 236023"/>
                <a:gd name="connsiteX64" fmla="*/ 117214 w 150796"/>
                <a:gd name="connsiteY64" fmla="*/ 146146 h 236023"/>
                <a:gd name="connsiteX65" fmla="*/ 117400 w 150796"/>
                <a:gd name="connsiteY65" fmla="*/ 148844 h 236023"/>
                <a:gd name="connsiteX66" fmla="*/ 120377 w 150796"/>
                <a:gd name="connsiteY66" fmla="*/ 150332 h 236023"/>
                <a:gd name="connsiteX67" fmla="*/ 121121 w 150796"/>
                <a:gd name="connsiteY67" fmla="*/ 153309 h 236023"/>
                <a:gd name="connsiteX68" fmla="*/ 122609 w 150796"/>
                <a:gd name="connsiteY68" fmla="*/ 154053 h 236023"/>
                <a:gd name="connsiteX69" fmla="*/ 122935 w 150796"/>
                <a:gd name="connsiteY69" fmla="*/ 156239 h 236023"/>
                <a:gd name="connsiteX70" fmla="*/ 123353 w 150796"/>
                <a:gd name="connsiteY70" fmla="*/ 158518 h 236023"/>
                <a:gd name="connsiteX71" fmla="*/ 125586 w 150796"/>
                <a:gd name="connsiteY71" fmla="*/ 160006 h 236023"/>
                <a:gd name="connsiteX72" fmla="*/ 126330 w 150796"/>
                <a:gd name="connsiteY72" fmla="*/ 164471 h 236023"/>
                <a:gd name="connsiteX73" fmla="*/ 128562 w 150796"/>
                <a:gd name="connsiteY73" fmla="*/ 163727 h 236023"/>
                <a:gd name="connsiteX74" fmla="*/ 128841 w 150796"/>
                <a:gd name="connsiteY74" fmla="*/ 166285 h 236023"/>
                <a:gd name="connsiteX75" fmla="*/ 129306 w 150796"/>
                <a:gd name="connsiteY75" fmla="*/ 168936 h 236023"/>
                <a:gd name="connsiteX76" fmla="*/ 130795 w 150796"/>
                <a:gd name="connsiteY76" fmla="*/ 169680 h 236023"/>
                <a:gd name="connsiteX77" fmla="*/ 133027 w 150796"/>
                <a:gd name="connsiteY77" fmla="*/ 174889 h 236023"/>
                <a:gd name="connsiteX78" fmla="*/ 133771 w 150796"/>
                <a:gd name="connsiteY78" fmla="*/ 1504 h 236023"/>
                <a:gd name="connsiteX79" fmla="*/ 161305 w 150796"/>
                <a:gd name="connsiteY79" fmla="*/ 1504 h 236023"/>
                <a:gd name="connsiteX80" fmla="*/ 161419 w 150796"/>
                <a:gd name="connsiteY80" fmla="*/ 91336 h 236023"/>
                <a:gd name="connsiteX81" fmla="*/ 161427 w 150796"/>
                <a:gd name="connsiteY81" fmla="*/ 101929 h 236023"/>
                <a:gd name="connsiteX82" fmla="*/ 161429 w 150796"/>
                <a:gd name="connsiteY82" fmla="*/ 104060 h 236023"/>
                <a:gd name="connsiteX83" fmla="*/ 161477 w 150796"/>
                <a:gd name="connsiteY83" fmla="*/ 138257 h 236023"/>
                <a:gd name="connsiteX84" fmla="*/ 161515 w 150796"/>
                <a:gd name="connsiteY84" fmla="*/ 173320 h 236023"/>
                <a:gd name="connsiteX85" fmla="*/ 161545 w 150796"/>
                <a:gd name="connsiteY85" fmla="*/ 194973 h 236023"/>
                <a:gd name="connsiteX86" fmla="*/ 161558 w 150796"/>
                <a:gd name="connsiteY86" fmla="*/ 209801 h 236023"/>
                <a:gd name="connsiteX87" fmla="*/ 161571 w 150796"/>
                <a:gd name="connsiteY87" fmla="*/ 218369 h 236023"/>
                <a:gd name="connsiteX88" fmla="*/ 161573 w 150796"/>
                <a:gd name="connsiteY88" fmla="*/ 227636 h 236023"/>
                <a:gd name="connsiteX89" fmla="*/ 161593 w 150796"/>
                <a:gd name="connsiteY89" fmla="*/ 230402 h 236023"/>
                <a:gd name="connsiteX90" fmla="*/ 161579 w 150796"/>
                <a:gd name="connsiteY90" fmla="*/ 232888 h 236023"/>
                <a:gd name="connsiteX91" fmla="*/ 161582 w 150796"/>
                <a:gd name="connsiteY91" fmla="*/ 235052 h 236023"/>
                <a:gd name="connsiteX92" fmla="*/ 161305 w 150796"/>
                <a:gd name="connsiteY92" fmla="*/ 236652 h 236023"/>
                <a:gd name="connsiteX93" fmla="*/ 153209 w 150796"/>
                <a:gd name="connsiteY93" fmla="*/ 237495 h 236023"/>
                <a:gd name="connsiteX94" fmla="*/ 151478 w 150796"/>
                <a:gd name="connsiteY94" fmla="*/ 237498 h 236023"/>
                <a:gd name="connsiteX95" fmla="*/ 147858 w 150796"/>
                <a:gd name="connsiteY95" fmla="*/ 237494 h 236023"/>
                <a:gd name="connsiteX96" fmla="*/ 142307 w 150796"/>
                <a:gd name="connsiteY96" fmla="*/ 237498 h 236023"/>
                <a:gd name="connsiteX97" fmla="*/ 138791 w 150796"/>
                <a:gd name="connsiteY97" fmla="*/ 237495 h 236023"/>
                <a:gd name="connsiteX98" fmla="*/ 137109 w 150796"/>
                <a:gd name="connsiteY98" fmla="*/ 237500 h 236023"/>
                <a:gd name="connsiteX99" fmla="*/ 131539 w 150796"/>
                <a:gd name="connsiteY99" fmla="*/ 236652 h 236023"/>
                <a:gd name="connsiteX100" fmla="*/ 131213 w 150796"/>
                <a:gd name="connsiteY100" fmla="*/ 235211 h 236023"/>
                <a:gd name="connsiteX101" fmla="*/ 128562 w 150796"/>
                <a:gd name="connsiteY101" fmla="*/ 232188 h 236023"/>
                <a:gd name="connsiteX102" fmla="*/ 128190 w 150796"/>
                <a:gd name="connsiteY102" fmla="*/ 229537 h 236023"/>
                <a:gd name="connsiteX103" fmla="*/ 127818 w 150796"/>
                <a:gd name="connsiteY103" fmla="*/ 226979 h 236023"/>
                <a:gd name="connsiteX104" fmla="*/ 125586 w 150796"/>
                <a:gd name="connsiteY104" fmla="*/ 226234 h 236023"/>
                <a:gd name="connsiteX105" fmla="*/ 125586 w 150796"/>
                <a:gd name="connsiteY105" fmla="*/ 222514 h 236023"/>
                <a:gd name="connsiteX106" fmla="*/ 123353 w 150796"/>
                <a:gd name="connsiteY106" fmla="*/ 222514 h 236023"/>
                <a:gd name="connsiteX107" fmla="*/ 121865 w 150796"/>
                <a:gd name="connsiteY107" fmla="*/ 217305 h 236023"/>
                <a:gd name="connsiteX108" fmla="*/ 120377 w 150796"/>
                <a:gd name="connsiteY108" fmla="*/ 216561 h 236023"/>
                <a:gd name="connsiteX109" fmla="*/ 120051 w 150796"/>
                <a:gd name="connsiteY109" fmla="*/ 214793 h 236023"/>
                <a:gd name="connsiteX110" fmla="*/ 118516 w 150796"/>
                <a:gd name="connsiteY110" fmla="*/ 211724 h 236023"/>
                <a:gd name="connsiteX111" fmla="*/ 116656 w 150796"/>
                <a:gd name="connsiteY111" fmla="*/ 206887 h 236023"/>
                <a:gd name="connsiteX112" fmla="*/ 115168 w 150796"/>
                <a:gd name="connsiteY112" fmla="*/ 206143 h 236023"/>
                <a:gd name="connsiteX113" fmla="*/ 114424 w 150796"/>
                <a:gd name="connsiteY113" fmla="*/ 201678 h 236023"/>
                <a:gd name="connsiteX114" fmla="*/ 112191 w 150796"/>
                <a:gd name="connsiteY114" fmla="*/ 201678 h 236023"/>
                <a:gd name="connsiteX115" fmla="*/ 111959 w 150796"/>
                <a:gd name="connsiteY115" fmla="*/ 199492 h 236023"/>
                <a:gd name="connsiteX116" fmla="*/ 111447 w 150796"/>
                <a:gd name="connsiteY116" fmla="*/ 197213 h 236023"/>
                <a:gd name="connsiteX117" fmla="*/ 109215 w 150796"/>
                <a:gd name="connsiteY117" fmla="*/ 196469 h 236023"/>
                <a:gd name="connsiteX118" fmla="*/ 108471 w 150796"/>
                <a:gd name="connsiteY118" fmla="*/ 192004 h 236023"/>
                <a:gd name="connsiteX119" fmla="*/ 106982 w 150796"/>
                <a:gd name="connsiteY119" fmla="*/ 191260 h 236023"/>
                <a:gd name="connsiteX120" fmla="*/ 106238 w 150796"/>
                <a:gd name="connsiteY120" fmla="*/ 186051 h 236023"/>
                <a:gd name="connsiteX121" fmla="*/ 104006 w 150796"/>
                <a:gd name="connsiteY121" fmla="*/ 186051 h 236023"/>
                <a:gd name="connsiteX122" fmla="*/ 103262 w 150796"/>
                <a:gd name="connsiteY122" fmla="*/ 182330 h 236023"/>
                <a:gd name="connsiteX123" fmla="*/ 102145 w 150796"/>
                <a:gd name="connsiteY123" fmla="*/ 181214 h 236023"/>
                <a:gd name="connsiteX124" fmla="*/ 100285 w 150796"/>
                <a:gd name="connsiteY124" fmla="*/ 176377 h 236023"/>
                <a:gd name="connsiteX125" fmla="*/ 98797 w 150796"/>
                <a:gd name="connsiteY125" fmla="*/ 175633 h 236023"/>
                <a:gd name="connsiteX126" fmla="*/ 98471 w 150796"/>
                <a:gd name="connsiteY126" fmla="*/ 173773 h 236023"/>
                <a:gd name="connsiteX127" fmla="*/ 98053 w 150796"/>
                <a:gd name="connsiteY127" fmla="*/ 171912 h 236023"/>
                <a:gd name="connsiteX128" fmla="*/ 95820 w 150796"/>
                <a:gd name="connsiteY128" fmla="*/ 171168 h 236023"/>
                <a:gd name="connsiteX129" fmla="*/ 94332 w 150796"/>
                <a:gd name="connsiteY129" fmla="*/ 165959 h 236023"/>
                <a:gd name="connsiteX130" fmla="*/ 92844 w 150796"/>
                <a:gd name="connsiteY130" fmla="*/ 165959 h 236023"/>
                <a:gd name="connsiteX131" fmla="*/ 92565 w 150796"/>
                <a:gd name="connsiteY131" fmla="*/ 163773 h 236023"/>
                <a:gd name="connsiteX132" fmla="*/ 92099 w 150796"/>
                <a:gd name="connsiteY132" fmla="*/ 161494 h 236023"/>
                <a:gd name="connsiteX133" fmla="*/ 90611 w 150796"/>
                <a:gd name="connsiteY133" fmla="*/ 160750 h 236023"/>
                <a:gd name="connsiteX134" fmla="*/ 89123 w 150796"/>
                <a:gd name="connsiteY134" fmla="*/ 157029 h 236023"/>
                <a:gd name="connsiteX135" fmla="*/ 87635 w 150796"/>
                <a:gd name="connsiteY135" fmla="*/ 156285 h 236023"/>
                <a:gd name="connsiteX136" fmla="*/ 87309 w 150796"/>
                <a:gd name="connsiteY136" fmla="*/ 153727 h 236023"/>
                <a:gd name="connsiteX137" fmla="*/ 86890 w 150796"/>
                <a:gd name="connsiteY137" fmla="*/ 151076 h 236023"/>
                <a:gd name="connsiteX138" fmla="*/ 84658 w 150796"/>
                <a:gd name="connsiteY138" fmla="*/ 149588 h 236023"/>
                <a:gd name="connsiteX139" fmla="*/ 83914 w 150796"/>
                <a:gd name="connsiteY139" fmla="*/ 146611 h 236023"/>
                <a:gd name="connsiteX140" fmla="*/ 82426 w 150796"/>
                <a:gd name="connsiteY140" fmla="*/ 145867 h 236023"/>
                <a:gd name="connsiteX141" fmla="*/ 80937 w 150796"/>
                <a:gd name="connsiteY141" fmla="*/ 140658 h 236023"/>
                <a:gd name="connsiteX142" fmla="*/ 79449 w 150796"/>
                <a:gd name="connsiteY142" fmla="*/ 139914 h 236023"/>
                <a:gd name="connsiteX143" fmla="*/ 78705 w 150796"/>
                <a:gd name="connsiteY143" fmla="*/ 138007 h 236023"/>
                <a:gd name="connsiteX144" fmla="*/ 77961 w 150796"/>
                <a:gd name="connsiteY144" fmla="*/ 136193 h 236023"/>
                <a:gd name="connsiteX145" fmla="*/ 76472 w 150796"/>
                <a:gd name="connsiteY145" fmla="*/ 136193 h 236023"/>
                <a:gd name="connsiteX146" fmla="*/ 76472 w 150796"/>
                <a:gd name="connsiteY146" fmla="*/ 130240 h 236023"/>
                <a:gd name="connsiteX147" fmla="*/ 74240 w 150796"/>
                <a:gd name="connsiteY147" fmla="*/ 130240 h 236023"/>
                <a:gd name="connsiteX148" fmla="*/ 72752 w 150796"/>
                <a:gd name="connsiteY148" fmla="*/ 125775 h 236023"/>
                <a:gd name="connsiteX149" fmla="*/ 71264 w 150796"/>
                <a:gd name="connsiteY149" fmla="*/ 125775 h 236023"/>
                <a:gd name="connsiteX150" fmla="*/ 71031 w 150796"/>
                <a:gd name="connsiteY150" fmla="*/ 123311 h 236023"/>
                <a:gd name="connsiteX151" fmla="*/ 68287 w 150796"/>
                <a:gd name="connsiteY151" fmla="*/ 118334 h 236023"/>
                <a:gd name="connsiteX152" fmla="*/ 67543 w 150796"/>
                <a:gd name="connsiteY152" fmla="*/ 116102 h 236023"/>
                <a:gd name="connsiteX153" fmla="*/ 66055 w 150796"/>
                <a:gd name="connsiteY153" fmla="*/ 115358 h 236023"/>
                <a:gd name="connsiteX154" fmla="*/ 64566 w 150796"/>
                <a:gd name="connsiteY154" fmla="*/ 110149 h 236023"/>
                <a:gd name="connsiteX155" fmla="*/ 63078 w 150796"/>
                <a:gd name="connsiteY155" fmla="*/ 109404 h 236023"/>
                <a:gd name="connsiteX156" fmla="*/ 62334 w 150796"/>
                <a:gd name="connsiteY156" fmla="*/ 104940 h 236023"/>
                <a:gd name="connsiteX157" fmla="*/ 60101 w 150796"/>
                <a:gd name="connsiteY157" fmla="*/ 104940 h 236023"/>
                <a:gd name="connsiteX158" fmla="*/ 60101 w 150796"/>
                <a:gd name="connsiteY158" fmla="*/ 99731 h 236023"/>
                <a:gd name="connsiteX159" fmla="*/ 57869 w 150796"/>
                <a:gd name="connsiteY159" fmla="*/ 99731 h 236023"/>
                <a:gd name="connsiteX160" fmla="*/ 56381 w 150796"/>
                <a:gd name="connsiteY160" fmla="*/ 95266 h 236023"/>
                <a:gd name="connsiteX161" fmla="*/ 54892 w 150796"/>
                <a:gd name="connsiteY161" fmla="*/ 94522 h 236023"/>
                <a:gd name="connsiteX162" fmla="*/ 54567 w 150796"/>
                <a:gd name="connsiteY162" fmla="*/ 92336 h 236023"/>
                <a:gd name="connsiteX163" fmla="*/ 54148 w 150796"/>
                <a:gd name="connsiteY163" fmla="*/ 90057 h 236023"/>
                <a:gd name="connsiteX164" fmla="*/ 51916 w 150796"/>
                <a:gd name="connsiteY164" fmla="*/ 88568 h 236023"/>
                <a:gd name="connsiteX165" fmla="*/ 51172 w 150796"/>
                <a:gd name="connsiteY165" fmla="*/ 84104 h 236023"/>
                <a:gd name="connsiteX166" fmla="*/ 48939 w 150796"/>
                <a:gd name="connsiteY166" fmla="*/ 84104 h 236023"/>
                <a:gd name="connsiteX167" fmla="*/ 48939 w 150796"/>
                <a:gd name="connsiteY167" fmla="*/ 78895 h 236023"/>
                <a:gd name="connsiteX168" fmla="*/ 46707 w 150796"/>
                <a:gd name="connsiteY168" fmla="*/ 78895 h 236023"/>
                <a:gd name="connsiteX169" fmla="*/ 45219 w 150796"/>
                <a:gd name="connsiteY169" fmla="*/ 74430 h 236023"/>
                <a:gd name="connsiteX170" fmla="*/ 43730 w 150796"/>
                <a:gd name="connsiteY170" fmla="*/ 74430 h 236023"/>
                <a:gd name="connsiteX171" fmla="*/ 43451 w 150796"/>
                <a:gd name="connsiteY171" fmla="*/ 71872 h 236023"/>
                <a:gd name="connsiteX172" fmla="*/ 42986 w 150796"/>
                <a:gd name="connsiteY172" fmla="*/ 69221 h 236023"/>
                <a:gd name="connsiteX173" fmla="*/ 41498 w 150796"/>
                <a:gd name="connsiteY173" fmla="*/ 68477 h 236023"/>
                <a:gd name="connsiteX174" fmla="*/ 39917 w 150796"/>
                <a:gd name="connsiteY174" fmla="*/ 65082 h 236023"/>
                <a:gd name="connsiteX175" fmla="*/ 39120 w 150796"/>
                <a:gd name="connsiteY175" fmla="*/ 63218 h 236023"/>
                <a:gd name="connsiteX176" fmla="*/ 38521 w 150796"/>
                <a:gd name="connsiteY176" fmla="*/ 61779 h 236023"/>
                <a:gd name="connsiteX177" fmla="*/ 38525 w 150796"/>
                <a:gd name="connsiteY177" fmla="*/ 64508 h 236023"/>
                <a:gd name="connsiteX178" fmla="*/ 38597 w 150796"/>
                <a:gd name="connsiteY178" fmla="*/ 128575 h 236023"/>
                <a:gd name="connsiteX179" fmla="*/ 38603 w 150796"/>
                <a:gd name="connsiteY179" fmla="*/ 136452 h 236023"/>
                <a:gd name="connsiteX180" fmla="*/ 38604 w 150796"/>
                <a:gd name="connsiteY180" fmla="*/ 138037 h 236023"/>
                <a:gd name="connsiteX181" fmla="*/ 38636 w 150796"/>
                <a:gd name="connsiteY181" fmla="*/ 163464 h 236023"/>
                <a:gd name="connsiteX182" fmla="*/ 38661 w 150796"/>
                <a:gd name="connsiteY182" fmla="*/ 189536 h 236023"/>
                <a:gd name="connsiteX183" fmla="*/ 38679 w 150796"/>
                <a:gd name="connsiteY183" fmla="*/ 204188 h 236023"/>
                <a:gd name="connsiteX184" fmla="*/ 38690 w 150796"/>
                <a:gd name="connsiteY184" fmla="*/ 217961 h 236023"/>
                <a:gd name="connsiteX185" fmla="*/ 38699 w 150796"/>
                <a:gd name="connsiteY185" fmla="*/ 223033 h 236023"/>
                <a:gd name="connsiteX186" fmla="*/ 38700 w 150796"/>
                <a:gd name="connsiteY186" fmla="*/ 229924 h 236023"/>
                <a:gd name="connsiteX187" fmla="*/ 38713 w 150796"/>
                <a:gd name="connsiteY187" fmla="*/ 231979 h 236023"/>
                <a:gd name="connsiteX188" fmla="*/ 38521 w 150796"/>
                <a:gd name="connsiteY188" fmla="*/ 236652 h 236023"/>
                <a:gd name="connsiteX189" fmla="*/ 31568 w 150796"/>
                <a:gd name="connsiteY189" fmla="*/ 237495 h 236023"/>
                <a:gd name="connsiteX190" fmla="*/ 29934 w 150796"/>
                <a:gd name="connsiteY190" fmla="*/ 237498 h 236023"/>
                <a:gd name="connsiteX191" fmla="*/ 26511 w 150796"/>
                <a:gd name="connsiteY191" fmla="*/ 237494 h 236023"/>
                <a:gd name="connsiteX192" fmla="*/ 21264 w 150796"/>
                <a:gd name="connsiteY192" fmla="*/ 237498 h 236023"/>
                <a:gd name="connsiteX193" fmla="*/ 17941 w 150796"/>
                <a:gd name="connsiteY193" fmla="*/ 237495 h 236023"/>
                <a:gd name="connsiteX194" fmla="*/ 16351 w 150796"/>
                <a:gd name="connsiteY194" fmla="*/ 237500 h 236023"/>
                <a:gd name="connsiteX195" fmla="*/ 10988 w 150796"/>
                <a:gd name="connsiteY195" fmla="*/ 236652 h 236023"/>
                <a:gd name="connsiteX196" fmla="*/ 10805 w 150796"/>
                <a:gd name="connsiteY196" fmla="*/ 232888 h 236023"/>
                <a:gd name="connsiteX197" fmla="*/ 10796 w 150796"/>
                <a:gd name="connsiteY197" fmla="*/ 230402 h 236023"/>
                <a:gd name="connsiteX198" fmla="*/ 10809 w 150796"/>
                <a:gd name="connsiteY198" fmla="*/ 227636 h 236023"/>
                <a:gd name="connsiteX199" fmla="*/ 10805 w 150796"/>
                <a:gd name="connsiteY199" fmla="*/ 224724 h 236023"/>
                <a:gd name="connsiteX200" fmla="*/ 10815 w 150796"/>
                <a:gd name="connsiteY200" fmla="*/ 216686 h 236023"/>
                <a:gd name="connsiteX201" fmla="*/ 10818 w 150796"/>
                <a:gd name="connsiteY201" fmla="*/ 208032 h 236023"/>
                <a:gd name="connsiteX202" fmla="*/ 10831 w 150796"/>
                <a:gd name="connsiteY202" fmla="*/ 193025 h 236023"/>
                <a:gd name="connsiteX203" fmla="*/ 10849 w 150796"/>
                <a:gd name="connsiteY203" fmla="*/ 171328 h 236023"/>
                <a:gd name="connsiteX204" fmla="*/ 10876 w 150796"/>
                <a:gd name="connsiteY204" fmla="*/ 136130 h 236023"/>
                <a:gd name="connsiteX205" fmla="*/ 10906 w 150796"/>
                <a:gd name="connsiteY205" fmla="*/ 101929 h 236023"/>
                <a:gd name="connsiteX206" fmla="*/ 10908 w 150796"/>
                <a:gd name="connsiteY206" fmla="*/ 99802 h 236023"/>
                <a:gd name="connsiteX207" fmla="*/ 10913 w 150796"/>
                <a:gd name="connsiteY207" fmla="*/ 89234 h 236023"/>
                <a:gd name="connsiteX208" fmla="*/ 10988 w 150796"/>
                <a:gd name="connsiteY208" fmla="*/ 1504 h 236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50796" h="236023">
                  <a:moveTo>
                    <a:pt x="10988" y="1504"/>
                  </a:moveTo>
                  <a:cubicBezTo>
                    <a:pt x="20811" y="1504"/>
                    <a:pt x="30633" y="1504"/>
                    <a:pt x="40754" y="1504"/>
                  </a:cubicBezTo>
                  <a:cubicBezTo>
                    <a:pt x="40754" y="2732"/>
                    <a:pt x="40754" y="3960"/>
                    <a:pt x="40754" y="5225"/>
                  </a:cubicBezTo>
                  <a:cubicBezTo>
                    <a:pt x="41467" y="5386"/>
                    <a:pt x="41467" y="5386"/>
                    <a:pt x="42196" y="5550"/>
                  </a:cubicBezTo>
                  <a:cubicBezTo>
                    <a:pt x="42955" y="5757"/>
                    <a:pt x="42955" y="5757"/>
                    <a:pt x="43730" y="5969"/>
                  </a:cubicBezTo>
                  <a:cubicBezTo>
                    <a:pt x="44014" y="7451"/>
                    <a:pt x="44261" y="8940"/>
                    <a:pt x="44474" y="10434"/>
                  </a:cubicBezTo>
                  <a:cubicBezTo>
                    <a:pt x="45211" y="10925"/>
                    <a:pt x="45948" y="11416"/>
                    <a:pt x="46707" y="11922"/>
                  </a:cubicBezTo>
                  <a:cubicBezTo>
                    <a:pt x="46707" y="12904"/>
                    <a:pt x="46707" y="13886"/>
                    <a:pt x="46707" y="14899"/>
                  </a:cubicBezTo>
                  <a:cubicBezTo>
                    <a:pt x="47444" y="15390"/>
                    <a:pt x="48180" y="15881"/>
                    <a:pt x="48939" y="16387"/>
                  </a:cubicBezTo>
                  <a:cubicBezTo>
                    <a:pt x="49451" y="19084"/>
                    <a:pt x="49451" y="19084"/>
                    <a:pt x="49683" y="21596"/>
                  </a:cubicBezTo>
                  <a:cubicBezTo>
                    <a:pt x="50420" y="21596"/>
                    <a:pt x="51157" y="21596"/>
                    <a:pt x="51916" y="21596"/>
                  </a:cubicBezTo>
                  <a:cubicBezTo>
                    <a:pt x="51916" y="23069"/>
                    <a:pt x="51916" y="24543"/>
                    <a:pt x="51916" y="26061"/>
                  </a:cubicBezTo>
                  <a:cubicBezTo>
                    <a:pt x="52653" y="26061"/>
                    <a:pt x="53389" y="26061"/>
                    <a:pt x="54148" y="26061"/>
                  </a:cubicBezTo>
                  <a:cubicBezTo>
                    <a:pt x="54682" y="27786"/>
                    <a:pt x="55177" y="29523"/>
                    <a:pt x="55637" y="31270"/>
                  </a:cubicBezTo>
                  <a:cubicBezTo>
                    <a:pt x="56373" y="31638"/>
                    <a:pt x="56373" y="31638"/>
                    <a:pt x="57125" y="32014"/>
                  </a:cubicBezTo>
                  <a:cubicBezTo>
                    <a:pt x="57232" y="32612"/>
                    <a:pt x="57340" y="33211"/>
                    <a:pt x="57450" y="33828"/>
                  </a:cubicBezTo>
                  <a:cubicBezTo>
                    <a:pt x="57694" y="35991"/>
                    <a:pt x="57694" y="35991"/>
                    <a:pt x="60101" y="37223"/>
                  </a:cubicBezTo>
                  <a:cubicBezTo>
                    <a:pt x="60224" y="37729"/>
                    <a:pt x="60347" y="38236"/>
                    <a:pt x="60473" y="38758"/>
                  </a:cubicBezTo>
                  <a:cubicBezTo>
                    <a:pt x="60596" y="39233"/>
                    <a:pt x="60719" y="39709"/>
                    <a:pt x="60846" y="40199"/>
                  </a:cubicBezTo>
                  <a:cubicBezTo>
                    <a:pt x="61951" y="40568"/>
                    <a:pt x="61951" y="40568"/>
                    <a:pt x="63078" y="40943"/>
                  </a:cubicBezTo>
                  <a:cubicBezTo>
                    <a:pt x="63078" y="42432"/>
                    <a:pt x="63078" y="43920"/>
                    <a:pt x="63078" y="45408"/>
                  </a:cubicBezTo>
                  <a:cubicBezTo>
                    <a:pt x="64183" y="46145"/>
                    <a:pt x="64183" y="46145"/>
                    <a:pt x="65310" y="46897"/>
                  </a:cubicBezTo>
                  <a:cubicBezTo>
                    <a:pt x="65822" y="49222"/>
                    <a:pt x="65822" y="49222"/>
                    <a:pt x="66055" y="51361"/>
                  </a:cubicBezTo>
                  <a:cubicBezTo>
                    <a:pt x="66791" y="51361"/>
                    <a:pt x="67528" y="51361"/>
                    <a:pt x="68287" y="51361"/>
                  </a:cubicBezTo>
                  <a:cubicBezTo>
                    <a:pt x="68218" y="52628"/>
                    <a:pt x="68218" y="52628"/>
                    <a:pt x="68147" y="53919"/>
                  </a:cubicBezTo>
                  <a:cubicBezTo>
                    <a:pt x="68193" y="54794"/>
                    <a:pt x="68240" y="55669"/>
                    <a:pt x="68287" y="56570"/>
                  </a:cubicBezTo>
                  <a:cubicBezTo>
                    <a:pt x="69392" y="56939"/>
                    <a:pt x="69392" y="56939"/>
                    <a:pt x="70519" y="57315"/>
                  </a:cubicBezTo>
                  <a:cubicBezTo>
                    <a:pt x="71042" y="58544"/>
                    <a:pt x="71539" y="59785"/>
                    <a:pt x="72008" y="61035"/>
                  </a:cubicBezTo>
                  <a:cubicBezTo>
                    <a:pt x="72499" y="61281"/>
                    <a:pt x="72990" y="61526"/>
                    <a:pt x="73496" y="61779"/>
                  </a:cubicBezTo>
                  <a:cubicBezTo>
                    <a:pt x="73657" y="62861"/>
                    <a:pt x="73657" y="62861"/>
                    <a:pt x="73821" y="63965"/>
                  </a:cubicBezTo>
                  <a:cubicBezTo>
                    <a:pt x="74029" y="65093"/>
                    <a:pt x="74029" y="65093"/>
                    <a:pt x="74240" y="66244"/>
                  </a:cubicBezTo>
                  <a:cubicBezTo>
                    <a:pt x="75345" y="66981"/>
                    <a:pt x="75345" y="66981"/>
                    <a:pt x="76472" y="67733"/>
                  </a:cubicBezTo>
                  <a:cubicBezTo>
                    <a:pt x="76974" y="68971"/>
                    <a:pt x="77470" y="70211"/>
                    <a:pt x="77961" y="71453"/>
                  </a:cubicBezTo>
                  <a:cubicBezTo>
                    <a:pt x="78452" y="71453"/>
                    <a:pt x="78943" y="71453"/>
                    <a:pt x="79449" y="71453"/>
                  </a:cubicBezTo>
                  <a:cubicBezTo>
                    <a:pt x="79449" y="73418"/>
                    <a:pt x="79449" y="75382"/>
                    <a:pt x="79449" y="77406"/>
                  </a:cubicBezTo>
                  <a:cubicBezTo>
                    <a:pt x="80186" y="77406"/>
                    <a:pt x="80922" y="77406"/>
                    <a:pt x="81681" y="77406"/>
                  </a:cubicBezTo>
                  <a:cubicBezTo>
                    <a:pt x="81927" y="78880"/>
                    <a:pt x="82173" y="80353"/>
                    <a:pt x="82426" y="81871"/>
                  </a:cubicBezTo>
                  <a:cubicBezTo>
                    <a:pt x="83162" y="81871"/>
                    <a:pt x="83899" y="81871"/>
                    <a:pt x="84658" y="81871"/>
                  </a:cubicBezTo>
                  <a:cubicBezTo>
                    <a:pt x="84735" y="82685"/>
                    <a:pt x="84812" y="83498"/>
                    <a:pt x="84891" y="84336"/>
                  </a:cubicBezTo>
                  <a:cubicBezTo>
                    <a:pt x="85405" y="87098"/>
                    <a:pt x="85604" y="87621"/>
                    <a:pt x="87635" y="89313"/>
                  </a:cubicBezTo>
                  <a:cubicBezTo>
                    <a:pt x="87880" y="90049"/>
                    <a:pt x="88126" y="90786"/>
                    <a:pt x="88379" y="91545"/>
                  </a:cubicBezTo>
                  <a:cubicBezTo>
                    <a:pt x="88870" y="91791"/>
                    <a:pt x="89361" y="92036"/>
                    <a:pt x="89867" y="92289"/>
                  </a:cubicBezTo>
                  <a:cubicBezTo>
                    <a:pt x="90363" y="94025"/>
                    <a:pt x="90859" y="95762"/>
                    <a:pt x="91355" y="97498"/>
                  </a:cubicBezTo>
                  <a:cubicBezTo>
                    <a:pt x="91846" y="97744"/>
                    <a:pt x="92338" y="97989"/>
                    <a:pt x="92844" y="98242"/>
                  </a:cubicBezTo>
                  <a:cubicBezTo>
                    <a:pt x="93309" y="100521"/>
                    <a:pt x="93309" y="100521"/>
                    <a:pt x="93588" y="102707"/>
                  </a:cubicBezTo>
                  <a:cubicBezTo>
                    <a:pt x="94324" y="102707"/>
                    <a:pt x="95061" y="102707"/>
                    <a:pt x="95820" y="102707"/>
                  </a:cubicBezTo>
                  <a:cubicBezTo>
                    <a:pt x="95820" y="104426"/>
                    <a:pt x="95820" y="106145"/>
                    <a:pt x="95820" y="107916"/>
                  </a:cubicBezTo>
                  <a:cubicBezTo>
                    <a:pt x="96557" y="107916"/>
                    <a:pt x="97294" y="107916"/>
                    <a:pt x="98053" y="107916"/>
                  </a:cubicBezTo>
                  <a:cubicBezTo>
                    <a:pt x="98586" y="109391"/>
                    <a:pt x="99082" y="110881"/>
                    <a:pt x="99541" y="112381"/>
                  </a:cubicBezTo>
                  <a:cubicBezTo>
                    <a:pt x="100032" y="112627"/>
                    <a:pt x="100523" y="112872"/>
                    <a:pt x="101029" y="113125"/>
                  </a:cubicBezTo>
                  <a:cubicBezTo>
                    <a:pt x="101190" y="114184"/>
                    <a:pt x="101190" y="114184"/>
                    <a:pt x="101355" y="115264"/>
                  </a:cubicBezTo>
                  <a:cubicBezTo>
                    <a:pt x="101809" y="117788"/>
                    <a:pt x="102209" y="118175"/>
                    <a:pt x="104006" y="119822"/>
                  </a:cubicBezTo>
                  <a:cubicBezTo>
                    <a:pt x="104267" y="120811"/>
                    <a:pt x="104517" y="121803"/>
                    <a:pt x="104750" y="122799"/>
                  </a:cubicBezTo>
                  <a:cubicBezTo>
                    <a:pt x="105241" y="123044"/>
                    <a:pt x="105732" y="123290"/>
                    <a:pt x="106238" y="123543"/>
                  </a:cubicBezTo>
                  <a:cubicBezTo>
                    <a:pt x="106346" y="124280"/>
                    <a:pt x="106453" y="125016"/>
                    <a:pt x="106564" y="125775"/>
                  </a:cubicBezTo>
                  <a:cubicBezTo>
                    <a:pt x="106702" y="126512"/>
                    <a:pt x="106840" y="127249"/>
                    <a:pt x="106982" y="128008"/>
                  </a:cubicBezTo>
                  <a:cubicBezTo>
                    <a:pt x="107719" y="128253"/>
                    <a:pt x="108456" y="128499"/>
                    <a:pt x="109215" y="128752"/>
                  </a:cubicBezTo>
                  <a:cubicBezTo>
                    <a:pt x="109729" y="130234"/>
                    <a:pt x="110226" y="131722"/>
                    <a:pt x="110703" y="133217"/>
                  </a:cubicBezTo>
                  <a:cubicBezTo>
                    <a:pt x="111194" y="133217"/>
                    <a:pt x="111685" y="133217"/>
                    <a:pt x="112191" y="133217"/>
                  </a:cubicBezTo>
                  <a:cubicBezTo>
                    <a:pt x="112283" y="134061"/>
                    <a:pt x="112375" y="134905"/>
                    <a:pt x="112470" y="135775"/>
                  </a:cubicBezTo>
                  <a:cubicBezTo>
                    <a:pt x="112624" y="136650"/>
                    <a:pt x="112777" y="137525"/>
                    <a:pt x="112935" y="138426"/>
                  </a:cubicBezTo>
                  <a:cubicBezTo>
                    <a:pt x="113427" y="138671"/>
                    <a:pt x="113918" y="138917"/>
                    <a:pt x="114424" y="139170"/>
                  </a:cubicBezTo>
                  <a:cubicBezTo>
                    <a:pt x="114889" y="141449"/>
                    <a:pt x="114889" y="141449"/>
                    <a:pt x="115168" y="143635"/>
                  </a:cubicBezTo>
                  <a:cubicBezTo>
                    <a:pt x="115905" y="143635"/>
                    <a:pt x="116641" y="143635"/>
                    <a:pt x="117400" y="143635"/>
                  </a:cubicBezTo>
                  <a:cubicBezTo>
                    <a:pt x="117339" y="144464"/>
                    <a:pt x="117277" y="145292"/>
                    <a:pt x="117214" y="146146"/>
                  </a:cubicBezTo>
                  <a:cubicBezTo>
                    <a:pt x="117276" y="147036"/>
                    <a:pt x="117337" y="147927"/>
                    <a:pt x="117400" y="148844"/>
                  </a:cubicBezTo>
                  <a:cubicBezTo>
                    <a:pt x="118814" y="149768"/>
                    <a:pt x="118814" y="149768"/>
                    <a:pt x="120377" y="150332"/>
                  </a:cubicBezTo>
                  <a:cubicBezTo>
                    <a:pt x="120842" y="151867"/>
                    <a:pt x="120842" y="151867"/>
                    <a:pt x="121121" y="153309"/>
                  </a:cubicBezTo>
                  <a:cubicBezTo>
                    <a:pt x="121612" y="153554"/>
                    <a:pt x="122103" y="153800"/>
                    <a:pt x="122609" y="154053"/>
                  </a:cubicBezTo>
                  <a:cubicBezTo>
                    <a:pt x="122717" y="154774"/>
                    <a:pt x="122824" y="155496"/>
                    <a:pt x="122935" y="156239"/>
                  </a:cubicBezTo>
                  <a:cubicBezTo>
                    <a:pt x="123073" y="156991"/>
                    <a:pt x="123211" y="157743"/>
                    <a:pt x="123353" y="158518"/>
                  </a:cubicBezTo>
                  <a:cubicBezTo>
                    <a:pt x="124090" y="159009"/>
                    <a:pt x="124827" y="159500"/>
                    <a:pt x="125586" y="160006"/>
                  </a:cubicBezTo>
                  <a:cubicBezTo>
                    <a:pt x="126097" y="162331"/>
                    <a:pt x="126097" y="162331"/>
                    <a:pt x="126330" y="164471"/>
                  </a:cubicBezTo>
                  <a:cubicBezTo>
                    <a:pt x="127067" y="164225"/>
                    <a:pt x="127803" y="163980"/>
                    <a:pt x="128562" y="163727"/>
                  </a:cubicBezTo>
                  <a:cubicBezTo>
                    <a:pt x="128654" y="164571"/>
                    <a:pt x="128747" y="165415"/>
                    <a:pt x="128841" y="166285"/>
                  </a:cubicBezTo>
                  <a:cubicBezTo>
                    <a:pt x="128995" y="167159"/>
                    <a:pt x="129148" y="168034"/>
                    <a:pt x="129306" y="168936"/>
                  </a:cubicBezTo>
                  <a:cubicBezTo>
                    <a:pt x="129798" y="169181"/>
                    <a:pt x="130289" y="169427"/>
                    <a:pt x="130795" y="169680"/>
                  </a:cubicBezTo>
                  <a:cubicBezTo>
                    <a:pt x="131531" y="171399"/>
                    <a:pt x="132268" y="173118"/>
                    <a:pt x="133027" y="174889"/>
                  </a:cubicBezTo>
                  <a:cubicBezTo>
                    <a:pt x="133273" y="117672"/>
                    <a:pt x="133518" y="60455"/>
                    <a:pt x="133771" y="1504"/>
                  </a:cubicBezTo>
                  <a:cubicBezTo>
                    <a:pt x="142857" y="1504"/>
                    <a:pt x="151943" y="1504"/>
                    <a:pt x="161305" y="1504"/>
                  </a:cubicBezTo>
                  <a:cubicBezTo>
                    <a:pt x="161355" y="31448"/>
                    <a:pt x="161395" y="61392"/>
                    <a:pt x="161419" y="91336"/>
                  </a:cubicBezTo>
                  <a:cubicBezTo>
                    <a:pt x="161421" y="94867"/>
                    <a:pt x="161424" y="98398"/>
                    <a:pt x="161427" y="101929"/>
                  </a:cubicBezTo>
                  <a:cubicBezTo>
                    <a:pt x="161428" y="102632"/>
                    <a:pt x="161428" y="103335"/>
                    <a:pt x="161429" y="104060"/>
                  </a:cubicBezTo>
                  <a:cubicBezTo>
                    <a:pt x="161439" y="115459"/>
                    <a:pt x="161456" y="126858"/>
                    <a:pt x="161477" y="138257"/>
                  </a:cubicBezTo>
                  <a:cubicBezTo>
                    <a:pt x="161498" y="149945"/>
                    <a:pt x="161510" y="161632"/>
                    <a:pt x="161515" y="173320"/>
                  </a:cubicBezTo>
                  <a:cubicBezTo>
                    <a:pt x="161518" y="180538"/>
                    <a:pt x="161527" y="187755"/>
                    <a:pt x="161545" y="194973"/>
                  </a:cubicBezTo>
                  <a:cubicBezTo>
                    <a:pt x="161557" y="199916"/>
                    <a:pt x="161561" y="204858"/>
                    <a:pt x="161558" y="209801"/>
                  </a:cubicBezTo>
                  <a:cubicBezTo>
                    <a:pt x="161556" y="212657"/>
                    <a:pt x="161559" y="215513"/>
                    <a:pt x="161571" y="218369"/>
                  </a:cubicBezTo>
                  <a:cubicBezTo>
                    <a:pt x="161583" y="221458"/>
                    <a:pt x="161579" y="224547"/>
                    <a:pt x="161573" y="227636"/>
                  </a:cubicBezTo>
                  <a:cubicBezTo>
                    <a:pt x="161579" y="228549"/>
                    <a:pt x="161586" y="229461"/>
                    <a:pt x="161593" y="230402"/>
                  </a:cubicBezTo>
                  <a:cubicBezTo>
                    <a:pt x="161588" y="231222"/>
                    <a:pt x="161584" y="232043"/>
                    <a:pt x="161579" y="232888"/>
                  </a:cubicBezTo>
                  <a:cubicBezTo>
                    <a:pt x="161580" y="233602"/>
                    <a:pt x="161581" y="234317"/>
                    <a:pt x="161582" y="235052"/>
                  </a:cubicBezTo>
                  <a:cubicBezTo>
                    <a:pt x="161490" y="235580"/>
                    <a:pt x="161399" y="236108"/>
                    <a:pt x="161305" y="236652"/>
                  </a:cubicBezTo>
                  <a:cubicBezTo>
                    <a:pt x="158573" y="237563"/>
                    <a:pt x="156053" y="237503"/>
                    <a:pt x="153209" y="237495"/>
                  </a:cubicBezTo>
                  <a:cubicBezTo>
                    <a:pt x="152638" y="237496"/>
                    <a:pt x="152066" y="237497"/>
                    <a:pt x="151478" y="237498"/>
                  </a:cubicBezTo>
                  <a:cubicBezTo>
                    <a:pt x="150271" y="237498"/>
                    <a:pt x="149064" y="237497"/>
                    <a:pt x="147858" y="237494"/>
                  </a:cubicBezTo>
                  <a:cubicBezTo>
                    <a:pt x="146008" y="237490"/>
                    <a:pt x="144157" y="237494"/>
                    <a:pt x="142307" y="237498"/>
                  </a:cubicBezTo>
                  <a:cubicBezTo>
                    <a:pt x="141135" y="237498"/>
                    <a:pt x="139963" y="237497"/>
                    <a:pt x="138791" y="237495"/>
                  </a:cubicBezTo>
                  <a:cubicBezTo>
                    <a:pt x="138236" y="237497"/>
                    <a:pt x="137681" y="237498"/>
                    <a:pt x="137109" y="237500"/>
                  </a:cubicBezTo>
                  <a:cubicBezTo>
                    <a:pt x="133198" y="237482"/>
                    <a:pt x="133198" y="237482"/>
                    <a:pt x="131539" y="236652"/>
                  </a:cubicBezTo>
                  <a:cubicBezTo>
                    <a:pt x="131431" y="236177"/>
                    <a:pt x="131324" y="235701"/>
                    <a:pt x="131213" y="235211"/>
                  </a:cubicBezTo>
                  <a:cubicBezTo>
                    <a:pt x="130898" y="233391"/>
                    <a:pt x="130898" y="233391"/>
                    <a:pt x="128562" y="232188"/>
                  </a:cubicBezTo>
                  <a:cubicBezTo>
                    <a:pt x="128440" y="231313"/>
                    <a:pt x="128317" y="230438"/>
                    <a:pt x="128190" y="229537"/>
                  </a:cubicBezTo>
                  <a:cubicBezTo>
                    <a:pt x="128067" y="228692"/>
                    <a:pt x="127945" y="227848"/>
                    <a:pt x="127818" y="226979"/>
                  </a:cubicBezTo>
                  <a:cubicBezTo>
                    <a:pt x="127081" y="226733"/>
                    <a:pt x="126345" y="226487"/>
                    <a:pt x="125586" y="226234"/>
                  </a:cubicBezTo>
                  <a:cubicBezTo>
                    <a:pt x="125446" y="224328"/>
                    <a:pt x="125446" y="224328"/>
                    <a:pt x="125586" y="222514"/>
                  </a:cubicBezTo>
                  <a:cubicBezTo>
                    <a:pt x="124849" y="222514"/>
                    <a:pt x="124112" y="222514"/>
                    <a:pt x="123353" y="222514"/>
                  </a:cubicBezTo>
                  <a:cubicBezTo>
                    <a:pt x="122820" y="220788"/>
                    <a:pt x="122325" y="219051"/>
                    <a:pt x="121865" y="217305"/>
                  </a:cubicBezTo>
                  <a:cubicBezTo>
                    <a:pt x="121374" y="217059"/>
                    <a:pt x="120883" y="216814"/>
                    <a:pt x="120377" y="216561"/>
                  </a:cubicBezTo>
                  <a:cubicBezTo>
                    <a:pt x="120216" y="215686"/>
                    <a:pt x="120216" y="215686"/>
                    <a:pt x="120051" y="214793"/>
                  </a:cubicBezTo>
                  <a:cubicBezTo>
                    <a:pt x="119813" y="212818"/>
                    <a:pt x="119813" y="212818"/>
                    <a:pt x="118516" y="211724"/>
                  </a:cubicBezTo>
                  <a:cubicBezTo>
                    <a:pt x="117033" y="210241"/>
                    <a:pt x="117029" y="208909"/>
                    <a:pt x="116656" y="206887"/>
                  </a:cubicBezTo>
                  <a:cubicBezTo>
                    <a:pt x="116165" y="206641"/>
                    <a:pt x="115674" y="206396"/>
                    <a:pt x="115168" y="206143"/>
                  </a:cubicBezTo>
                  <a:cubicBezTo>
                    <a:pt x="114703" y="203864"/>
                    <a:pt x="114703" y="203864"/>
                    <a:pt x="114424" y="201678"/>
                  </a:cubicBezTo>
                  <a:cubicBezTo>
                    <a:pt x="113687" y="201678"/>
                    <a:pt x="112950" y="201678"/>
                    <a:pt x="112191" y="201678"/>
                  </a:cubicBezTo>
                  <a:cubicBezTo>
                    <a:pt x="112115" y="200956"/>
                    <a:pt x="112038" y="200235"/>
                    <a:pt x="111959" y="199492"/>
                  </a:cubicBezTo>
                  <a:cubicBezTo>
                    <a:pt x="111790" y="198740"/>
                    <a:pt x="111621" y="197988"/>
                    <a:pt x="111447" y="197213"/>
                  </a:cubicBezTo>
                  <a:cubicBezTo>
                    <a:pt x="110710" y="196967"/>
                    <a:pt x="109974" y="196722"/>
                    <a:pt x="109215" y="196469"/>
                  </a:cubicBezTo>
                  <a:cubicBezTo>
                    <a:pt x="108937" y="194986"/>
                    <a:pt x="108688" y="193497"/>
                    <a:pt x="108471" y="192004"/>
                  </a:cubicBezTo>
                  <a:cubicBezTo>
                    <a:pt x="107979" y="191758"/>
                    <a:pt x="107488" y="191513"/>
                    <a:pt x="106982" y="191260"/>
                  </a:cubicBezTo>
                  <a:cubicBezTo>
                    <a:pt x="106679" y="189532"/>
                    <a:pt x="106428" y="187794"/>
                    <a:pt x="106238" y="186051"/>
                  </a:cubicBezTo>
                  <a:cubicBezTo>
                    <a:pt x="105501" y="186051"/>
                    <a:pt x="104765" y="186051"/>
                    <a:pt x="104006" y="186051"/>
                  </a:cubicBezTo>
                  <a:cubicBezTo>
                    <a:pt x="103738" y="184815"/>
                    <a:pt x="103493" y="183574"/>
                    <a:pt x="103262" y="182330"/>
                  </a:cubicBezTo>
                  <a:cubicBezTo>
                    <a:pt x="102893" y="181962"/>
                    <a:pt x="102525" y="181593"/>
                    <a:pt x="102145" y="181214"/>
                  </a:cubicBezTo>
                  <a:cubicBezTo>
                    <a:pt x="100662" y="179731"/>
                    <a:pt x="100658" y="178399"/>
                    <a:pt x="100285" y="176377"/>
                  </a:cubicBezTo>
                  <a:cubicBezTo>
                    <a:pt x="99794" y="176131"/>
                    <a:pt x="99303" y="175886"/>
                    <a:pt x="98797" y="175633"/>
                  </a:cubicBezTo>
                  <a:cubicBezTo>
                    <a:pt x="98636" y="174712"/>
                    <a:pt x="98636" y="174712"/>
                    <a:pt x="98471" y="173773"/>
                  </a:cubicBezTo>
                  <a:cubicBezTo>
                    <a:pt x="98333" y="173159"/>
                    <a:pt x="98195" y="172545"/>
                    <a:pt x="98053" y="171912"/>
                  </a:cubicBezTo>
                  <a:cubicBezTo>
                    <a:pt x="97316" y="171667"/>
                    <a:pt x="96579" y="171421"/>
                    <a:pt x="95820" y="171168"/>
                  </a:cubicBezTo>
                  <a:cubicBezTo>
                    <a:pt x="95304" y="169438"/>
                    <a:pt x="94807" y="167701"/>
                    <a:pt x="94332" y="165959"/>
                  </a:cubicBezTo>
                  <a:cubicBezTo>
                    <a:pt x="93841" y="165959"/>
                    <a:pt x="93350" y="165959"/>
                    <a:pt x="92844" y="165959"/>
                  </a:cubicBezTo>
                  <a:cubicBezTo>
                    <a:pt x="92751" y="165238"/>
                    <a:pt x="92659" y="164516"/>
                    <a:pt x="92565" y="163773"/>
                  </a:cubicBezTo>
                  <a:cubicBezTo>
                    <a:pt x="92334" y="162645"/>
                    <a:pt x="92334" y="162645"/>
                    <a:pt x="92099" y="161494"/>
                  </a:cubicBezTo>
                  <a:cubicBezTo>
                    <a:pt x="91608" y="161249"/>
                    <a:pt x="91117" y="161003"/>
                    <a:pt x="90611" y="160750"/>
                  </a:cubicBezTo>
                  <a:cubicBezTo>
                    <a:pt x="90115" y="159510"/>
                    <a:pt x="89619" y="158270"/>
                    <a:pt x="89123" y="157029"/>
                  </a:cubicBezTo>
                  <a:cubicBezTo>
                    <a:pt x="88632" y="156784"/>
                    <a:pt x="88141" y="156538"/>
                    <a:pt x="87635" y="156285"/>
                  </a:cubicBezTo>
                  <a:cubicBezTo>
                    <a:pt x="87473" y="155019"/>
                    <a:pt x="87473" y="155019"/>
                    <a:pt x="87309" y="153727"/>
                  </a:cubicBezTo>
                  <a:cubicBezTo>
                    <a:pt x="87171" y="152852"/>
                    <a:pt x="87033" y="151978"/>
                    <a:pt x="86890" y="151076"/>
                  </a:cubicBezTo>
                  <a:cubicBezTo>
                    <a:pt x="85785" y="150340"/>
                    <a:pt x="85785" y="150340"/>
                    <a:pt x="84658" y="149588"/>
                  </a:cubicBezTo>
                  <a:cubicBezTo>
                    <a:pt x="84389" y="148601"/>
                    <a:pt x="84139" y="147609"/>
                    <a:pt x="83914" y="146611"/>
                  </a:cubicBezTo>
                  <a:cubicBezTo>
                    <a:pt x="83423" y="146366"/>
                    <a:pt x="82932" y="146120"/>
                    <a:pt x="82426" y="145867"/>
                  </a:cubicBezTo>
                  <a:cubicBezTo>
                    <a:pt x="81930" y="144131"/>
                    <a:pt x="81433" y="142395"/>
                    <a:pt x="80937" y="140658"/>
                  </a:cubicBezTo>
                  <a:cubicBezTo>
                    <a:pt x="80446" y="140413"/>
                    <a:pt x="79955" y="140167"/>
                    <a:pt x="79449" y="139914"/>
                  </a:cubicBezTo>
                  <a:cubicBezTo>
                    <a:pt x="79203" y="139285"/>
                    <a:pt x="78958" y="138656"/>
                    <a:pt x="78705" y="138007"/>
                  </a:cubicBezTo>
                  <a:cubicBezTo>
                    <a:pt x="78459" y="137409"/>
                    <a:pt x="78214" y="136810"/>
                    <a:pt x="77961" y="136193"/>
                  </a:cubicBezTo>
                  <a:cubicBezTo>
                    <a:pt x="77470" y="136193"/>
                    <a:pt x="76979" y="136193"/>
                    <a:pt x="76472" y="136193"/>
                  </a:cubicBezTo>
                  <a:cubicBezTo>
                    <a:pt x="76472" y="134229"/>
                    <a:pt x="76472" y="132264"/>
                    <a:pt x="76472" y="130240"/>
                  </a:cubicBezTo>
                  <a:cubicBezTo>
                    <a:pt x="75736" y="130240"/>
                    <a:pt x="74999" y="130240"/>
                    <a:pt x="74240" y="130240"/>
                  </a:cubicBezTo>
                  <a:cubicBezTo>
                    <a:pt x="73716" y="128762"/>
                    <a:pt x="73220" y="127273"/>
                    <a:pt x="72752" y="125775"/>
                  </a:cubicBezTo>
                  <a:cubicBezTo>
                    <a:pt x="72261" y="125775"/>
                    <a:pt x="71770" y="125775"/>
                    <a:pt x="71264" y="125775"/>
                  </a:cubicBezTo>
                  <a:cubicBezTo>
                    <a:pt x="71187" y="124962"/>
                    <a:pt x="71110" y="124149"/>
                    <a:pt x="71031" y="123311"/>
                  </a:cubicBezTo>
                  <a:cubicBezTo>
                    <a:pt x="70516" y="120549"/>
                    <a:pt x="70317" y="120026"/>
                    <a:pt x="68287" y="118334"/>
                  </a:cubicBezTo>
                  <a:cubicBezTo>
                    <a:pt x="68041" y="117597"/>
                    <a:pt x="67796" y="116861"/>
                    <a:pt x="67543" y="116102"/>
                  </a:cubicBezTo>
                  <a:cubicBezTo>
                    <a:pt x="67052" y="115856"/>
                    <a:pt x="66561" y="115611"/>
                    <a:pt x="66055" y="115358"/>
                  </a:cubicBezTo>
                  <a:cubicBezTo>
                    <a:pt x="65558" y="113621"/>
                    <a:pt x="65062" y="111885"/>
                    <a:pt x="64566" y="110149"/>
                  </a:cubicBezTo>
                  <a:cubicBezTo>
                    <a:pt x="64075" y="109903"/>
                    <a:pt x="63584" y="109657"/>
                    <a:pt x="63078" y="109404"/>
                  </a:cubicBezTo>
                  <a:cubicBezTo>
                    <a:pt x="62613" y="107125"/>
                    <a:pt x="62613" y="107125"/>
                    <a:pt x="62334" y="104940"/>
                  </a:cubicBezTo>
                  <a:cubicBezTo>
                    <a:pt x="61597" y="104940"/>
                    <a:pt x="60860" y="104940"/>
                    <a:pt x="60101" y="104940"/>
                  </a:cubicBezTo>
                  <a:cubicBezTo>
                    <a:pt x="60101" y="103221"/>
                    <a:pt x="60101" y="101502"/>
                    <a:pt x="60101" y="99731"/>
                  </a:cubicBezTo>
                  <a:cubicBezTo>
                    <a:pt x="59365" y="99731"/>
                    <a:pt x="58628" y="99731"/>
                    <a:pt x="57869" y="99731"/>
                  </a:cubicBezTo>
                  <a:cubicBezTo>
                    <a:pt x="57335" y="98255"/>
                    <a:pt x="56840" y="96766"/>
                    <a:pt x="56381" y="95266"/>
                  </a:cubicBezTo>
                  <a:cubicBezTo>
                    <a:pt x="55644" y="94897"/>
                    <a:pt x="55644" y="94897"/>
                    <a:pt x="54892" y="94522"/>
                  </a:cubicBezTo>
                  <a:cubicBezTo>
                    <a:pt x="54785" y="93800"/>
                    <a:pt x="54678" y="93079"/>
                    <a:pt x="54567" y="92336"/>
                  </a:cubicBezTo>
                  <a:cubicBezTo>
                    <a:pt x="54360" y="91208"/>
                    <a:pt x="54360" y="91208"/>
                    <a:pt x="54148" y="90057"/>
                  </a:cubicBezTo>
                  <a:cubicBezTo>
                    <a:pt x="53412" y="89566"/>
                    <a:pt x="52675" y="89074"/>
                    <a:pt x="51916" y="88568"/>
                  </a:cubicBezTo>
                  <a:cubicBezTo>
                    <a:pt x="51404" y="86243"/>
                    <a:pt x="51404" y="86243"/>
                    <a:pt x="51172" y="84104"/>
                  </a:cubicBezTo>
                  <a:cubicBezTo>
                    <a:pt x="50435" y="84104"/>
                    <a:pt x="49698" y="84104"/>
                    <a:pt x="48939" y="84104"/>
                  </a:cubicBezTo>
                  <a:cubicBezTo>
                    <a:pt x="48939" y="82385"/>
                    <a:pt x="48939" y="80666"/>
                    <a:pt x="48939" y="78895"/>
                  </a:cubicBezTo>
                  <a:cubicBezTo>
                    <a:pt x="48203" y="78895"/>
                    <a:pt x="47466" y="78895"/>
                    <a:pt x="46707" y="78895"/>
                  </a:cubicBezTo>
                  <a:cubicBezTo>
                    <a:pt x="46183" y="77416"/>
                    <a:pt x="45687" y="75927"/>
                    <a:pt x="45219" y="74430"/>
                  </a:cubicBezTo>
                  <a:cubicBezTo>
                    <a:pt x="44727" y="74430"/>
                    <a:pt x="44236" y="74430"/>
                    <a:pt x="43730" y="74430"/>
                  </a:cubicBezTo>
                  <a:cubicBezTo>
                    <a:pt x="43592" y="73164"/>
                    <a:pt x="43592" y="73164"/>
                    <a:pt x="43451" y="71872"/>
                  </a:cubicBezTo>
                  <a:cubicBezTo>
                    <a:pt x="43298" y="70997"/>
                    <a:pt x="43144" y="70122"/>
                    <a:pt x="42986" y="69221"/>
                  </a:cubicBezTo>
                  <a:cubicBezTo>
                    <a:pt x="42249" y="68852"/>
                    <a:pt x="42249" y="68852"/>
                    <a:pt x="41498" y="68477"/>
                  </a:cubicBezTo>
                  <a:cubicBezTo>
                    <a:pt x="40701" y="66939"/>
                    <a:pt x="40701" y="66939"/>
                    <a:pt x="39917" y="65082"/>
                  </a:cubicBezTo>
                  <a:cubicBezTo>
                    <a:pt x="39654" y="64467"/>
                    <a:pt x="39391" y="63852"/>
                    <a:pt x="39120" y="63218"/>
                  </a:cubicBezTo>
                  <a:cubicBezTo>
                    <a:pt x="38923" y="62743"/>
                    <a:pt x="38725" y="62269"/>
                    <a:pt x="38521" y="61779"/>
                  </a:cubicBezTo>
                  <a:cubicBezTo>
                    <a:pt x="38523" y="62680"/>
                    <a:pt x="38524" y="63581"/>
                    <a:pt x="38525" y="64508"/>
                  </a:cubicBezTo>
                  <a:cubicBezTo>
                    <a:pt x="38558" y="85864"/>
                    <a:pt x="38582" y="107219"/>
                    <a:pt x="38597" y="128575"/>
                  </a:cubicBezTo>
                  <a:cubicBezTo>
                    <a:pt x="38599" y="131201"/>
                    <a:pt x="38601" y="133826"/>
                    <a:pt x="38603" y="136452"/>
                  </a:cubicBezTo>
                  <a:cubicBezTo>
                    <a:pt x="38603" y="136975"/>
                    <a:pt x="38604" y="137498"/>
                    <a:pt x="38604" y="138037"/>
                  </a:cubicBezTo>
                  <a:cubicBezTo>
                    <a:pt x="38611" y="146512"/>
                    <a:pt x="38622" y="154988"/>
                    <a:pt x="38636" y="163464"/>
                  </a:cubicBezTo>
                  <a:cubicBezTo>
                    <a:pt x="38650" y="172155"/>
                    <a:pt x="38658" y="180845"/>
                    <a:pt x="38661" y="189536"/>
                  </a:cubicBezTo>
                  <a:cubicBezTo>
                    <a:pt x="38663" y="194420"/>
                    <a:pt x="38668" y="199304"/>
                    <a:pt x="38679" y="204188"/>
                  </a:cubicBezTo>
                  <a:cubicBezTo>
                    <a:pt x="38689" y="208779"/>
                    <a:pt x="38692" y="213370"/>
                    <a:pt x="38690" y="217961"/>
                  </a:cubicBezTo>
                  <a:cubicBezTo>
                    <a:pt x="38690" y="219652"/>
                    <a:pt x="38693" y="221342"/>
                    <a:pt x="38699" y="223033"/>
                  </a:cubicBezTo>
                  <a:cubicBezTo>
                    <a:pt x="38706" y="225330"/>
                    <a:pt x="38704" y="227627"/>
                    <a:pt x="38700" y="229924"/>
                  </a:cubicBezTo>
                  <a:cubicBezTo>
                    <a:pt x="38705" y="230602"/>
                    <a:pt x="38709" y="231281"/>
                    <a:pt x="38713" y="231979"/>
                  </a:cubicBezTo>
                  <a:cubicBezTo>
                    <a:pt x="38706" y="233538"/>
                    <a:pt x="38622" y="235097"/>
                    <a:pt x="38521" y="236652"/>
                  </a:cubicBezTo>
                  <a:cubicBezTo>
                    <a:pt x="36294" y="237766"/>
                    <a:pt x="34010" y="237502"/>
                    <a:pt x="31568" y="237495"/>
                  </a:cubicBezTo>
                  <a:cubicBezTo>
                    <a:pt x="30759" y="237496"/>
                    <a:pt x="30759" y="237496"/>
                    <a:pt x="29934" y="237498"/>
                  </a:cubicBezTo>
                  <a:cubicBezTo>
                    <a:pt x="28793" y="237498"/>
                    <a:pt x="27652" y="237497"/>
                    <a:pt x="26511" y="237494"/>
                  </a:cubicBezTo>
                  <a:cubicBezTo>
                    <a:pt x="24762" y="237490"/>
                    <a:pt x="23013" y="237494"/>
                    <a:pt x="21264" y="237498"/>
                  </a:cubicBezTo>
                  <a:cubicBezTo>
                    <a:pt x="20156" y="237498"/>
                    <a:pt x="19049" y="237497"/>
                    <a:pt x="17941" y="237495"/>
                  </a:cubicBezTo>
                  <a:cubicBezTo>
                    <a:pt x="17416" y="237497"/>
                    <a:pt x="16892" y="237498"/>
                    <a:pt x="16351" y="237500"/>
                  </a:cubicBezTo>
                  <a:cubicBezTo>
                    <a:pt x="12647" y="237482"/>
                    <a:pt x="12647" y="237482"/>
                    <a:pt x="10988" y="236652"/>
                  </a:cubicBezTo>
                  <a:cubicBezTo>
                    <a:pt x="10803" y="235052"/>
                    <a:pt x="10803" y="235052"/>
                    <a:pt x="10805" y="232888"/>
                  </a:cubicBezTo>
                  <a:cubicBezTo>
                    <a:pt x="10802" y="232068"/>
                    <a:pt x="10799" y="231247"/>
                    <a:pt x="10796" y="230402"/>
                  </a:cubicBezTo>
                  <a:cubicBezTo>
                    <a:pt x="10800" y="229489"/>
                    <a:pt x="10805" y="228576"/>
                    <a:pt x="10809" y="227636"/>
                  </a:cubicBezTo>
                  <a:cubicBezTo>
                    <a:pt x="10808" y="226675"/>
                    <a:pt x="10807" y="225714"/>
                    <a:pt x="10805" y="224724"/>
                  </a:cubicBezTo>
                  <a:cubicBezTo>
                    <a:pt x="10802" y="222045"/>
                    <a:pt x="10808" y="219365"/>
                    <a:pt x="10815" y="216686"/>
                  </a:cubicBezTo>
                  <a:cubicBezTo>
                    <a:pt x="10822" y="213801"/>
                    <a:pt x="10820" y="210916"/>
                    <a:pt x="10818" y="208032"/>
                  </a:cubicBezTo>
                  <a:cubicBezTo>
                    <a:pt x="10818" y="203029"/>
                    <a:pt x="10822" y="198027"/>
                    <a:pt x="10831" y="193025"/>
                  </a:cubicBezTo>
                  <a:cubicBezTo>
                    <a:pt x="10843" y="185793"/>
                    <a:pt x="10847" y="178561"/>
                    <a:pt x="10849" y="171328"/>
                  </a:cubicBezTo>
                  <a:cubicBezTo>
                    <a:pt x="10852" y="159595"/>
                    <a:pt x="10862" y="147863"/>
                    <a:pt x="10876" y="136130"/>
                  </a:cubicBezTo>
                  <a:cubicBezTo>
                    <a:pt x="10889" y="124730"/>
                    <a:pt x="10900" y="113330"/>
                    <a:pt x="10906" y="101929"/>
                  </a:cubicBezTo>
                  <a:cubicBezTo>
                    <a:pt x="10907" y="100876"/>
                    <a:pt x="10907" y="100876"/>
                    <a:pt x="10908" y="99802"/>
                  </a:cubicBezTo>
                  <a:cubicBezTo>
                    <a:pt x="10909" y="96279"/>
                    <a:pt x="10911" y="92756"/>
                    <a:pt x="10913" y="89234"/>
                  </a:cubicBezTo>
                  <a:cubicBezTo>
                    <a:pt x="10929" y="59991"/>
                    <a:pt x="10955" y="30747"/>
                    <a:pt x="10988" y="1504"/>
                  </a:cubicBezTo>
                  <a:close/>
                </a:path>
              </a:pathLst>
            </a:custGeom>
            <a:grpFill/>
            <a:ln w="744" cap="flat">
              <a:noFill/>
              <a:prstDash val="solid"/>
              <a:miter/>
            </a:ln>
          </p:spPr>
          <p:txBody>
            <a:bodyPr rtlCol="0" anchor="ctr"/>
            <a:lstStyle/>
            <a:p>
              <a:endParaRPr lang="zh-CN" altLang="en-US"/>
            </a:p>
          </p:txBody>
        </p:sp>
        <p:sp>
          <p:nvSpPr>
            <p:cNvPr id="180" name="任意多边形: 形状 179"/>
            <p:cNvSpPr/>
            <p:nvPr/>
          </p:nvSpPr>
          <p:spPr>
            <a:xfrm>
              <a:off x="6724633" y="1392560"/>
              <a:ext cx="150795" cy="236501"/>
            </a:xfrm>
            <a:custGeom>
              <a:avLst/>
              <a:gdLst>
                <a:gd name="connsiteX0" fmla="*/ 9688 w 150796"/>
                <a:gd name="connsiteY0" fmla="*/ 1926 h 236495"/>
                <a:gd name="connsiteX1" fmla="*/ 22364 w 150796"/>
                <a:gd name="connsiteY1" fmla="*/ 1721 h 236495"/>
                <a:gd name="connsiteX2" fmla="*/ 26680 w 150796"/>
                <a:gd name="connsiteY2" fmla="*/ 1645 h 236495"/>
                <a:gd name="connsiteX3" fmla="*/ 32870 w 150796"/>
                <a:gd name="connsiteY3" fmla="*/ 1562 h 236495"/>
                <a:gd name="connsiteX4" fmla="*/ 34831 w 150796"/>
                <a:gd name="connsiteY4" fmla="*/ 1504 h 236495"/>
                <a:gd name="connsiteX5" fmla="*/ 39454 w 150796"/>
                <a:gd name="connsiteY5" fmla="*/ 1926 h 236495"/>
                <a:gd name="connsiteX6" fmla="*/ 40198 w 150796"/>
                <a:gd name="connsiteY6" fmla="*/ 5646 h 236495"/>
                <a:gd name="connsiteX7" fmla="*/ 42430 w 150796"/>
                <a:gd name="connsiteY7" fmla="*/ 7135 h 236495"/>
                <a:gd name="connsiteX8" fmla="*/ 43174 w 150796"/>
                <a:gd name="connsiteY8" fmla="*/ 10855 h 236495"/>
                <a:gd name="connsiteX9" fmla="*/ 44663 w 150796"/>
                <a:gd name="connsiteY9" fmla="*/ 11599 h 236495"/>
                <a:gd name="connsiteX10" fmla="*/ 46151 w 150796"/>
                <a:gd name="connsiteY10" fmla="*/ 16064 h 236495"/>
                <a:gd name="connsiteX11" fmla="*/ 47639 w 150796"/>
                <a:gd name="connsiteY11" fmla="*/ 16808 h 236495"/>
                <a:gd name="connsiteX12" fmla="*/ 48383 w 150796"/>
                <a:gd name="connsiteY12" fmla="*/ 22017 h 236495"/>
                <a:gd name="connsiteX13" fmla="*/ 50616 w 150796"/>
                <a:gd name="connsiteY13" fmla="*/ 22017 h 236495"/>
                <a:gd name="connsiteX14" fmla="*/ 50616 w 150796"/>
                <a:gd name="connsiteY14" fmla="*/ 26482 h 236495"/>
                <a:gd name="connsiteX15" fmla="*/ 52848 w 150796"/>
                <a:gd name="connsiteY15" fmla="*/ 26482 h 236495"/>
                <a:gd name="connsiteX16" fmla="*/ 54337 w 150796"/>
                <a:gd name="connsiteY16" fmla="*/ 31691 h 236495"/>
                <a:gd name="connsiteX17" fmla="*/ 55825 w 150796"/>
                <a:gd name="connsiteY17" fmla="*/ 32435 h 236495"/>
                <a:gd name="connsiteX18" fmla="*/ 56150 w 150796"/>
                <a:gd name="connsiteY18" fmla="*/ 34249 h 236495"/>
                <a:gd name="connsiteX19" fmla="*/ 58801 w 150796"/>
                <a:gd name="connsiteY19" fmla="*/ 37644 h 236495"/>
                <a:gd name="connsiteX20" fmla="*/ 59546 w 150796"/>
                <a:gd name="connsiteY20" fmla="*/ 40621 h 236495"/>
                <a:gd name="connsiteX21" fmla="*/ 60662 w 150796"/>
                <a:gd name="connsiteY21" fmla="*/ 41691 h 236495"/>
                <a:gd name="connsiteX22" fmla="*/ 62522 w 150796"/>
                <a:gd name="connsiteY22" fmla="*/ 46574 h 236495"/>
                <a:gd name="connsiteX23" fmla="*/ 64010 w 150796"/>
                <a:gd name="connsiteY23" fmla="*/ 47318 h 236495"/>
                <a:gd name="connsiteX24" fmla="*/ 64755 w 150796"/>
                <a:gd name="connsiteY24" fmla="*/ 51783 h 236495"/>
                <a:gd name="connsiteX25" fmla="*/ 66987 w 150796"/>
                <a:gd name="connsiteY25" fmla="*/ 51783 h 236495"/>
                <a:gd name="connsiteX26" fmla="*/ 67266 w 150796"/>
                <a:gd name="connsiteY26" fmla="*/ 54341 h 236495"/>
                <a:gd name="connsiteX27" fmla="*/ 67731 w 150796"/>
                <a:gd name="connsiteY27" fmla="*/ 56992 h 236495"/>
                <a:gd name="connsiteX28" fmla="*/ 69219 w 150796"/>
                <a:gd name="connsiteY28" fmla="*/ 57736 h 236495"/>
                <a:gd name="connsiteX29" fmla="*/ 70708 w 150796"/>
                <a:gd name="connsiteY29" fmla="*/ 61457 h 236495"/>
                <a:gd name="connsiteX30" fmla="*/ 72196 w 150796"/>
                <a:gd name="connsiteY30" fmla="*/ 62201 h 236495"/>
                <a:gd name="connsiteX31" fmla="*/ 72521 w 150796"/>
                <a:gd name="connsiteY31" fmla="*/ 64340 h 236495"/>
                <a:gd name="connsiteX32" fmla="*/ 75172 w 150796"/>
                <a:gd name="connsiteY32" fmla="*/ 68898 h 236495"/>
                <a:gd name="connsiteX33" fmla="*/ 75545 w 150796"/>
                <a:gd name="connsiteY33" fmla="*/ 70898 h 236495"/>
                <a:gd name="connsiteX34" fmla="*/ 75917 w 150796"/>
                <a:gd name="connsiteY34" fmla="*/ 72619 h 236495"/>
                <a:gd name="connsiteX35" fmla="*/ 78149 w 150796"/>
                <a:gd name="connsiteY35" fmla="*/ 72619 h 236495"/>
                <a:gd name="connsiteX36" fmla="*/ 78149 w 150796"/>
                <a:gd name="connsiteY36" fmla="*/ 77828 h 236495"/>
                <a:gd name="connsiteX37" fmla="*/ 80381 w 150796"/>
                <a:gd name="connsiteY37" fmla="*/ 77828 h 236495"/>
                <a:gd name="connsiteX38" fmla="*/ 81870 w 150796"/>
                <a:gd name="connsiteY38" fmla="*/ 82293 h 236495"/>
                <a:gd name="connsiteX39" fmla="*/ 83358 w 150796"/>
                <a:gd name="connsiteY39" fmla="*/ 82293 h 236495"/>
                <a:gd name="connsiteX40" fmla="*/ 83637 w 150796"/>
                <a:gd name="connsiteY40" fmla="*/ 84851 h 236495"/>
                <a:gd name="connsiteX41" fmla="*/ 84102 w 150796"/>
                <a:gd name="connsiteY41" fmla="*/ 87502 h 236495"/>
                <a:gd name="connsiteX42" fmla="*/ 85590 w 150796"/>
                <a:gd name="connsiteY42" fmla="*/ 88246 h 236495"/>
                <a:gd name="connsiteX43" fmla="*/ 87079 w 150796"/>
                <a:gd name="connsiteY43" fmla="*/ 91967 h 236495"/>
                <a:gd name="connsiteX44" fmla="*/ 88567 w 150796"/>
                <a:gd name="connsiteY44" fmla="*/ 92711 h 236495"/>
                <a:gd name="connsiteX45" fmla="*/ 88474 w 150796"/>
                <a:gd name="connsiteY45" fmla="*/ 95269 h 236495"/>
                <a:gd name="connsiteX46" fmla="*/ 88567 w 150796"/>
                <a:gd name="connsiteY46" fmla="*/ 97920 h 236495"/>
                <a:gd name="connsiteX47" fmla="*/ 91544 w 150796"/>
                <a:gd name="connsiteY47" fmla="*/ 99408 h 236495"/>
                <a:gd name="connsiteX48" fmla="*/ 92288 w 150796"/>
                <a:gd name="connsiteY48" fmla="*/ 102385 h 236495"/>
                <a:gd name="connsiteX49" fmla="*/ 94520 w 150796"/>
                <a:gd name="connsiteY49" fmla="*/ 103129 h 236495"/>
                <a:gd name="connsiteX50" fmla="*/ 94520 w 150796"/>
                <a:gd name="connsiteY50" fmla="*/ 107594 h 236495"/>
                <a:gd name="connsiteX51" fmla="*/ 96753 w 150796"/>
                <a:gd name="connsiteY51" fmla="*/ 109082 h 236495"/>
                <a:gd name="connsiteX52" fmla="*/ 97497 w 150796"/>
                <a:gd name="connsiteY52" fmla="*/ 113547 h 236495"/>
                <a:gd name="connsiteX53" fmla="*/ 99729 w 150796"/>
                <a:gd name="connsiteY53" fmla="*/ 113547 h 236495"/>
                <a:gd name="connsiteX54" fmla="*/ 100008 w 150796"/>
                <a:gd name="connsiteY54" fmla="*/ 115733 h 236495"/>
                <a:gd name="connsiteX55" fmla="*/ 100473 w 150796"/>
                <a:gd name="connsiteY55" fmla="*/ 118012 h 236495"/>
                <a:gd name="connsiteX56" fmla="*/ 101962 w 150796"/>
                <a:gd name="connsiteY56" fmla="*/ 118756 h 236495"/>
                <a:gd name="connsiteX57" fmla="*/ 103450 w 150796"/>
                <a:gd name="connsiteY57" fmla="*/ 123221 h 236495"/>
                <a:gd name="connsiteX58" fmla="*/ 104938 w 150796"/>
                <a:gd name="connsiteY58" fmla="*/ 123965 h 236495"/>
                <a:gd name="connsiteX59" fmla="*/ 105264 w 150796"/>
                <a:gd name="connsiteY59" fmla="*/ 126197 h 236495"/>
                <a:gd name="connsiteX60" fmla="*/ 105682 w 150796"/>
                <a:gd name="connsiteY60" fmla="*/ 128430 h 236495"/>
                <a:gd name="connsiteX61" fmla="*/ 107915 w 150796"/>
                <a:gd name="connsiteY61" fmla="*/ 129174 h 236495"/>
                <a:gd name="connsiteX62" fmla="*/ 109403 w 150796"/>
                <a:gd name="connsiteY62" fmla="*/ 133638 h 236495"/>
                <a:gd name="connsiteX63" fmla="*/ 110891 w 150796"/>
                <a:gd name="connsiteY63" fmla="*/ 133638 h 236495"/>
                <a:gd name="connsiteX64" fmla="*/ 110752 w 150796"/>
                <a:gd name="connsiteY64" fmla="*/ 135778 h 236495"/>
                <a:gd name="connsiteX65" fmla="*/ 110891 w 150796"/>
                <a:gd name="connsiteY65" fmla="*/ 138103 h 236495"/>
                <a:gd name="connsiteX66" fmla="*/ 113124 w 150796"/>
                <a:gd name="connsiteY66" fmla="*/ 139592 h 236495"/>
                <a:gd name="connsiteX67" fmla="*/ 113868 w 150796"/>
                <a:gd name="connsiteY67" fmla="*/ 144056 h 236495"/>
                <a:gd name="connsiteX68" fmla="*/ 116100 w 150796"/>
                <a:gd name="connsiteY68" fmla="*/ 144056 h 236495"/>
                <a:gd name="connsiteX69" fmla="*/ 115961 w 150796"/>
                <a:gd name="connsiteY69" fmla="*/ 146614 h 236495"/>
                <a:gd name="connsiteX70" fmla="*/ 116100 w 150796"/>
                <a:gd name="connsiteY70" fmla="*/ 149265 h 236495"/>
                <a:gd name="connsiteX71" fmla="*/ 118333 w 150796"/>
                <a:gd name="connsiteY71" fmla="*/ 150010 h 236495"/>
                <a:gd name="connsiteX72" fmla="*/ 119821 w 150796"/>
                <a:gd name="connsiteY72" fmla="*/ 153730 h 236495"/>
                <a:gd name="connsiteX73" fmla="*/ 121309 w 150796"/>
                <a:gd name="connsiteY73" fmla="*/ 154474 h 236495"/>
                <a:gd name="connsiteX74" fmla="*/ 121635 w 150796"/>
                <a:gd name="connsiteY74" fmla="*/ 156660 h 236495"/>
                <a:gd name="connsiteX75" fmla="*/ 122053 w 150796"/>
                <a:gd name="connsiteY75" fmla="*/ 158939 h 236495"/>
                <a:gd name="connsiteX76" fmla="*/ 124286 w 150796"/>
                <a:gd name="connsiteY76" fmla="*/ 160428 h 236495"/>
                <a:gd name="connsiteX77" fmla="*/ 125030 w 150796"/>
                <a:gd name="connsiteY77" fmla="*/ 164892 h 236495"/>
                <a:gd name="connsiteX78" fmla="*/ 127262 w 150796"/>
                <a:gd name="connsiteY78" fmla="*/ 164892 h 236495"/>
                <a:gd name="connsiteX79" fmla="*/ 127262 w 150796"/>
                <a:gd name="connsiteY79" fmla="*/ 170101 h 236495"/>
                <a:gd name="connsiteX80" fmla="*/ 129495 w 150796"/>
                <a:gd name="connsiteY80" fmla="*/ 170101 h 236495"/>
                <a:gd name="connsiteX81" fmla="*/ 131727 w 150796"/>
                <a:gd name="connsiteY81" fmla="*/ 176054 h 236495"/>
                <a:gd name="connsiteX82" fmla="*/ 132471 w 150796"/>
                <a:gd name="connsiteY82" fmla="*/ 1926 h 236495"/>
                <a:gd name="connsiteX83" fmla="*/ 160005 w 150796"/>
                <a:gd name="connsiteY83" fmla="*/ 1926 h 236495"/>
                <a:gd name="connsiteX84" fmla="*/ 160119 w 150796"/>
                <a:gd name="connsiteY84" fmla="*/ 91757 h 236495"/>
                <a:gd name="connsiteX85" fmla="*/ 160127 w 150796"/>
                <a:gd name="connsiteY85" fmla="*/ 102351 h 236495"/>
                <a:gd name="connsiteX86" fmla="*/ 160129 w 150796"/>
                <a:gd name="connsiteY86" fmla="*/ 104481 h 236495"/>
                <a:gd name="connsiteX87" fmla="*/ 160177 w 150796"/>
                <a:gd name="connsiteY87" fmla="*/ 138679 h 236495"/>
                <a:gd name="connsiteX88" fmla="*/ 160215 w 150796"/>
                <a:gd name="connsiteY88" fmla="*/ 173741 h 236495"/>
                <a:gd name="connsiteX89" fmla="*/ 160245 w 150796"/>
                <a:gd name="connsiteY89" fmla="*/ 195395 h 236495"/>
                <a:gd name="connsiteX90" fmla="*/ 160258 w 150796"/>
                <a:gd name="connsiteY90" fmla="*/ 210223 h 236495"/>
                <a:gd name="connsiteX91" fmla="*/ 160271 w 150796"/>
                <a:gd name="connsiteY91" fmla="*/ 218791 h 236495"/>
                <a:gd name="connsiteX92" fmla="*/ 160273 w 150796"/>
                <a:gd name="connsiteY92" fmla="*/ 228057 h 236495"/>
                <a:gd name="connsiteX93" fmla="*/ 160293 w 150796"/>
                <a:gd name="connsiteY93" fmla="*/ 230823 h 236495"/>
                <a:gd name="connsiteX94" fmla="*/ 160279 w 150796"/>
                <a:gd name="connsiteY94" fmla="*/ 233310 h 236495"/>
                <a:gd name="connsiteX95" fmla="*/ 160282 w 150796"/>
                <a:gd name="connsiteY95" fmla="*/ 235474 h 236495"/>
                <a:gd name="connsiteX96" fmla="*/ 160005 w 150796"/>
                <a:gd name="connsiteY96" fmla="*/ 237074 h 236495"/>
                <a:gd name="connsiteX97" fmla="*/ 151909 w 150796"/>
                <a:gd name="connsiteY97" fmla="*/ 237917 h 236495"/>
                <a:gd name="connsiteX98" fmla="*/ 150178 w 150796"/>
                <a:gd name="connsiteY98" fmla="*/ 237919 h 236495"/>
                <a:gd name="connsiteX99" fmla="*/ 146558 w 150796"/>
                <a:gd name="connsiteY99" fmla="*/ 237915 h 236495"/>
                <a:gd name="connsiteX100" fmla="*/ 141007 w 150796"/>
                <a:gd name="connsiteY100" fmla="*/ 237920 h 236495"/>
                <a:gd name="connsiteX101" fmla="*/ 137491 w 150796"/>
                <a:gd name="connsiteY101" fmla="*/ 237917 h 236495"/>
                <a:gd name="connsiteX102" fmla="*/ 135809 w 150796"/>
                <a:gd name="connsiteY102" fmla="*/ 237922 h 236495"/>
                <a:gd name="connsiteX103" fmla="*/ 130239 w 150796"/>
                <a:gd name="connsiteY103" fmla="*/ 237074 h 236495"/>
                <a:gd name="connsiteX104" fmla="*/ 129913 w 150796"/>
                <a:gd name="connsiteY104" fmla="*/ 235632 h 236495"/>
                <a:gd name="connsiteX105" fmla="*/ 127262 w 150796"/>
                <a:gd name="connsiteY105" fmla="*/ 232609 h 236495"/>
                <a:gd name="connsiteX106" fmla="*/ 126518 w 150796"/>
                <a:gd name="connsiteY106" fmla="*/ 227400 h 236495"/>
                <a:gd name="connsiteX107" fmla="*/ 124286 w 150796"/>
                <a:gd name="connsiteY107" fmla="*/ 227400 h 236495"/>
                <a:gd name="connsiteX108" fmla="*/ 124286 w 150796"/>
                <a:gd name="connsiteY108" fmla="*/ 222935 h 236495"/>
                <a:gd name="connsiteX109" fmla="*/ 122053 w 150796"/>
                <a:gd name="connsiteY109" fmla="*/ 222935 h 236495"/>
                <a:gd name="connsiteX110" fmla="*/ 120565 w 150796"/>
                <a:gd name="connsiteY110" fmla="*/ 217726 h 236495"/>
                <a:gd name="connsiteX111" fmla="*/ 119077 w 150796"/>
                <a:gd name="connsiteY111" fmla="*/ 216982 h 236495"/>
                <a:gd name="connsiteX112" fmla="*/ 118751 w 150796"/>
                <a:gd name="connsiteY112" fmla="*/ 215168 h 236495"/>
                <a:gd name="connsiteX113" fmla="*/ 116100 w 150796"/>
                <a:gd name="connsiteY113" fmla="*/ 211773 h 236495"/>
                <a:gd name="connsiteX114" fmla="*/ 114612 w 150796"/>
                <a:gd name="connsiteY114" fmla="*/ 207308 h 236495"/>
                <a:gd name="connsiteX115" fmla="*/ 110891 w 150796"/>
                <a:gd name="connsiteY115" fmla="*/ 202099 h 236495"/>
                <a:gd name="connsiteX116" fmla="*/ 110147 w 150796"/>
                <a:gd name="connsiteY116" fmla="*/ 196890 h 236495"/>
                <a:gd name="connsiteX117" fmla="*/ 107915 w 150796"/>
                <a:gd name="connsiteY117" fmla="*/ 196890 h 236495"/>
                <a:gd name="connsiteX118" fmla="*/ 108054 w 150796"/>
                <a:gd name="connsiteY118" fmla="*/ 194705 h 236495"/>
                <a:gd name="connsiteX119" fmla="*/ 107915 w 150796"/>
                <a:gd name="connsiteY119" fmla="*/ 192426 h 236495"/>
                <a:gd name="connsiteX120" fmla="*/ 105682 w 150796"/>
                <a:gd name="connsiteY120" fmla="*/ 191681 h 236495"/>
                <a:gd name="connsiteX121" fmla="*/ 104938 w 150796"/>
                <a:gd name="connsiteY121" fmla="*/ 186472 h 236495"/>
                <a:gd name="connsiteX122" fmla="*/ 102706 w 150796"/>
                <a:gd name="connsiteY122" fmla="*/ 186472 h 236495"/>
                <a:gd name="connsiteX123" fmla="*/ 101962 w 150796"/>
                <a:gd name="connsiteY123" fmla="*/ 182752 h 236495"/>
                <a:gd name="connsiteX124" fmla="*/ 99729 w 150796"/>
                <a:gd name="connsiteY124" fmla="*/ 181263 h 236495"/>
                <a:gd name="connsiteX125" fmla="*/ 98985 w 150796"/>
                <a:gd name="connsiteY125" fmla="*/ 176799 h 236495"/>
                <a:gd name="connsiteX126" fmla="*/ 97497 w 150796"/>
                <a:gd name="connsiteY126" fmla="*/ 176054 h 236495"/>
                <a:gd name="connsiteX127" fmla="*/ 96753 w 150796"/>
                <a:gd name="connsiteY127" fmla="*/ 171590 h 236495"/>
                <a:gd name="connsiteX128" fmla="*/ 94520 w 150796"/>
                <a:gd name="connsiteY128" fmla="*/ 171590 h 236495"/>
                <a:gd name="connsiteX129" fmla="*/ 93032 w 150796"/>
                <a:gd name="connsiteY129" fmla="*/ 166381 h 236495"/>
                <a:gd name="connsiteX130" fmla="*/ 91544 w 150796"/>
                <a:gd name="connsiteY130" fmla="*/ 166381 h 236495"/>
                <a:gd name="connsiteX131" fmla="*/ 91265 w 150796"/>
                <a:gd name="connsiteY131" fmla="*/ 164195 h 236495"/>
                <a:gd name="connsiteX132" fmla="*/ 90799 w 150796"/>
                <a:gd name="connsiteY132" fmla="*/ 161916 h 236495"/>
                <a:gd name="connsiteX133" fmla="*/ 89311 w 150796"/>
                <a:gd name="connsiteY133" fmla="*/ 161172 h 236495"/>
                <a:gd name="connsiteX134" fmla="*/ 87823 w 150796"/>
                <a:gd name="connsiteY134" fmla="*/ 157451 h 236495"/>
                <a:gd name="connsiteX135" fmla="*/ 86335 w 150796"/>
                <a:gd name="connsiteY135" fmla="*/ 156707 h 236495"/>
                <a:gd name="connsiteX136" fmla="*/ 86428 w 150796"/>
                <a:gd name="connsiteY136" fmla="*/ 154149 h 236495"/>
                <a:gd name="connsiteX137" fmla="*/ 86335 w 150796"/>
                <a:gd name="connsiteY137" fmla="*/ 151498 h 236495"/>
                <a:gd name="connsiteX138" fmla="*/ 83358 w 150796"/>
                <a:gd name="connsiteY138" fmla="*/ 150010 h 236495"/>
                <a:gd name="connsiteX139" fmla="*/ 82614 w 150796"/>
                <a:gd name="connsiteY139" fmla="*/ 146289 h 236495"/>
                <a:gd name="connsiteX140" fmla="*/ 80381 w 150796"/>
                <a:gd name="connsiteY140" fmla="*/ 146289 h 236495"/>
                <a:gd name="connsiteX141" fmla="*/ 80521 w 150796"/>
                <a:gd name="connsiteY141" fmla="*/ 144149 h 236495"/>
                <a:gd name="connsiteX142" fmla="*/ 80381 w 150796"/>
                <a:gd name="connsiteY142" fmla="*/ 141824 h 236495"/>
                <a:gd name="connsiteX143" fmla="*/ 78149 w 150796"/>
                <a:gd name="connsiteY143" fmla="*/ 140336 h 236495"/>
                <a:gd name="connsiteX144" fmla="*/ 76661 w 150796"/>
                <a:gd name="connsiteY144" fmla="*/ 136615 h 236495"/>
                <a:gd name="connsiteX145" fmla="*/ 75172 w 150796"/>
                <a:gd name="connsiteY145" fmla="*/ 136615 h 236495"/>
                <a:gd name="connsiteX146" fmla="*/ 75172 w 150796"/>
                <a:gd name="connsiteY146" fmla="*/ 130662 h 236495"/>
                <a:gd name="connsiteX147" fmla="*/ 72940 w 150796"/>
                <a:gd name="connsiteY147" fmla="*/ 130662 h 236495"/>
                <a:gd name="connsiteX148" fmla="*/ 71452 w 150796"/>
                <a:gd name="connsiteY148" fmla="*/ 126197 h 236495"/>
                <a:gd name="connsiteX149" fmla="*/ 69964 w 150796"/>
                <a:gd name="connsiteY149" fmla="*/ 126197 h 236495"/>
                <a:gd name="connsiteX150" fmla="*/ 69731 w 150796"/>
                <a:gd name="connsiteY150" fmla="*/ 123686 h 236495"/>
                <a:gd name="connsiteX151" fmla="*/ 69219 w 150796"/>
                <a:gd name="connsiteY151" fmla="*/ 120988 h 236495"/>
                <a:gd name="connsiteX152" fmla="*/ 66987 w 150796"/>
                <a:gd name="connsiteY152" fmla="*/ 119500 h 236495"/>
                <a:gd name="connsiteX153" fmla="*/ 66615 w 150796"/>
                <a:gd name="connsiteY153" fmla="*/ 117965 h 236495"/>
                <a:gd name="connsiteX154" fmla="*/ 66243 w 150796"/>
                <a:gd name="connsiteY154" fmla="*/ 116523 h 236495"/>
                <a:gd name="connsiteX155" fmla="*/ 64010 w 150796"/>
                <a:gd name="connsiteY155" fmla="*/ 115779 h 236495"/>
                <a:gd name="connsiteX156" fmla="*/ 64010 w 150796"/>
                <a:gd name="connsiteY156" fmla="*/ 111314 h 236495"/>
                <a:gd name="connsiteX157" fmla="*/ 61778 w 150796"/>
                <a:gd name="connsiteY157" fmla="*/ 109826 h 236495"/>
                <a:gd name="connsiteX158" fmla="*/ 61034 w 150796"/>
                <a:gd name="connsiteY158" fmla="*/ 105361 h 236495"/>
                <a:gd name="connsiteX159" fmla="*/ 58801 w 150796"/>
                <a:gd name="connsiteY159" fmla="*/ 105361 h 236495"/>
                <a:gd name="connsiteX160" fmla="*/ 58801 w 150796"/>
                <a:gd name="connsiteY160" fmla="*/ 100152 h 236495"/>
                <a:gd name="connsiteX161" fmla="*/ 56569 w 150796"/>
                <a:gd name="connsiteY161" fmla="*/ 100152 h 236495"/>
                <a:gd name="connsiteX162" fmla="*/ 55081 w 150796"/>
                <a:gd name="connsiteY162" fmla="*/ 95687 h 236495"/>
                <a:gd name="connsiteX163" fmla="*/ 53592 w 150796"/>
                <a:gd name="connsiteY163" fmla="*/ 94943 h 236495"/>
                <a:gd name="connsiteX164" fmla="*/ 53267 w 150796"/>
                <a:gd name="connsiteY164" fmla="*/ 92757 h 236495"/>
                <a:gd name="connsiteX165" fmla="*/ 52848 w 150796"/>
                <a:gd name="connsiteY165" fmla="*/ 90478 h 236495"/>
                <a:gd name="connsiteX166" fmla="*/ 50616 w 150796"/>
                <a:gd name="connsiteY166" fmla="*/ 88990 h 236495"/>
                <a:gd name="connsiteX167" fmla="*/ 49872 w 150796"/>
                <a:gd name="connsiteY167" fmla="*/ 84525 h 236495"/>
                <a:gd name="connsiteX168" fmla="*/ 47639 w 150796"/>
                <a:gd name="connsiteY168" fmla="*/ 84525 h 236495"/>
                <a:gd name="connsiteX169" fmla="*/ 47639 w 150796"/>
                <a:gd name="connsiteY169" fmla="*/ 79316 h 236495"/>
                <a:gd name="connsiteX170" fmla="*/ 45407 w 150796"/>
                <a:gd name="connsiteY170" fmla="*/ 79316 h 236495"/>
                <a:gd name="connsiteX171" fmla="*/ 43919 w 150796"/>
                <a:gd name="connsiteY171" fmla="*/ 74851 h 236495"/>
                <a:gd name="connsiteX172" fmla="*/ 42430 w 150796"/>
                <a:gd name="connsiteY172" fmla="*/ 74851 h 236495"/>
                <a:gd name="connsiteX173" fmla="*/ 42198 w 150796"/>
                <a:gd name="connsiteY173" fmla="*/ 72386 h 236495"/>
                <a:gd name="connsiteX174" fmla="*/ 39454 w 150796"/>
                <a:gd name="connsiteY174" fmla="*/ 67410 h 236495"/>
                <a:gd name="connsiteX175" fmla="*/ 38198 w 150796"/>
                <a:gd name="connsiteY175" fmla="*/ 64294 h 236495"/>
                <a:gd name="connsiteX176" fmla="*/ 37631 w 150796"/>
                <a:gd name="connsiteY176" fmla="*/ 62681 h 236495"/>
                <a:gd name="connsiteX177" fmla="*/ 37221 w 150796"/>
                <a:gd name="connsiteY177" fmla="*/ 61457 h 236495"/>
                <a:gd name="connsiteX178" fmla="*/ 37228 w 150796"/>
                <a:gd name="connsiteY178" fmla="*/ 64184 h 236495"/>
                <a:gd name="connsiteX179" fmla="*/ 37335 w 150796"/>
                <a:gd name="connsiteY179" fmla="*/ 128214 h 236495"/>
                <a:gd name="connsiteX180" fmla="*/ 37344 w 150796"/>
                <a:gd name="connsiteY180" fmla="*/ 136089 h 236495"/>
                <a:gd name="connsiteX181" fmla="*/ 37346 w 150796"/>
                <a:gd name="connsiteY181" fmla="*/ 137673 h 236495"/>
                <a:gd name="connsiteX182" fmla="*/ 37394 w 150796"/>
                <a:gd name="connsiteY182" fmla="*/ 163084 h 236495"/>
                <a:gd name="connsiteX183" fmla="*/ 37431 w 150796"/>
                <a:gd name="connsiteY183" fmla="*/ 189143 h 236495"/>
                <a:gd name="connsiteX184" fmla="*/ 37457 w 150796"/>
                <a:gd name="connsiteY184" fmla="*/ 203787 h 236495"/>
                <a:gd name="connsiteX185" fmla="*/ 37474 w 150796"/>
                <a:gd name="connsiteY185" fmla="*/ 217555 h 236495"/>
                <a:gd name="connsiteX186" fmla="*/ 37487 w 150796"/>
                <a:gd name="connsiteY186" fmla="*/ 222622 h 236495"/>
                <a:gd name="connsiteX187" fmla="*/ 37490 w 150796"/>
                <a:gd name="connsiteY187" fmla="*/ 229512 h 236495"/>
                <a:gd name="connsiteX188" fmla="*/ 37509 w 150796"/>
                <a:gd name="connsiteY188" fmla="*/ 231561 h 236495"/>
                <a:gd name="connsiteX189" fmla="*/ 37221 w 150796"/>
                <a:gd name="connsiteY189" fmla="*/ 236330 h 236495"/>
                <a:gd name="connsiteX190" fmla="*/ 29614 w 150796"/>
                <a:gd name="connsiteY190" fmla="*/ 237990 h 236495"/>
                <a:gd name="connsiteX191" fmla="*/ 28033 w 150796"/>
                <a:gd name="connsiteY191" fmla="*/ 237989 h 236495"/>
                <a:gd name="connsiteX192" fmla="*/ 24728 w 150796"/>
                <a:gd name="connsiteY192" fmla="*/ 237971 h 236495"/>
                <a:gd name="connsiteX193" fmla="*/ 19663 w 150796"/>
                <a:gd name="connsiteY193" fmla="*/ 237956 h 236495"/>
                <a:gd name="connsiteX194" fmla="*/ 9688 w 150796"/>
                <a:gd name="connsiteY194" fmla="*/ 237074 h 236495"/>
                <a:gd name="connsiteX195" fmla="*/ 9505 w 150796"/>
                <a:gd name="connsiteY195" fmla="*/ 233310 h 236495"/>
                <a:gd name="connsiteX196" fmla="*/ 9496 w 150796"/>
                <a:gd name="connsiteY196" fmla="*/ 230823 h 236495"/>
                <a:gd name="connsiteX197" fmla="*/ 9509 w 150796"/>
                <a:gd name="connsiteY197" fmla="*/ 228057 h 236495"/>
                <a:gd name="connsiteX198" fmla="*/ 9505 w 150796"/>
                <a:gd name="connsiteY198" fmla="*/ 225146 h 236495"/>
                <a:gd name="connsiteX199" fmla="*/ 9515 w 150796"/>
                <a:gd name="connsiteY199" fmla="*/ 217107 h 236495"/>
                <a:gd name="connsiteX200" fmla="*/ 9518 w 150796"/>
                <a:gd name="connsiteY200" fmla="*/ 208453 h 236495"/>
                <a:gd name="connsiteX201" fmla="*/ 9531 w 150796"/>
                <a:gd name="connsiteY201" fmla="*/ 193447 h 236495"/>
                <a:gd name="connsiteX202" fmla="*/ 9549 w 150796"/>
                <a:gd name="connsiteY202" fmla="*/ 171750 h 236495"/>
                <a:gd name="connsiteX203" fmla="*/ 9576 w 150796"/>
                <a:gd name="connsiteY203" fmla="*/ 136552 h 236495"/>
                <a:gd name="connsiteX204" fmla="*/ 9606 w 150796"/>
                <a:gd name="connsiteY204" fmla="*/ 102351 h 236495"/>
                <a:gd name="connsiteX205" fmla="*/ 9608 w 150796"/>
                <a:gd name="connsiteY205" fmla="*/ 100223 h 236495"/>
                <a:gd name="connsiteX206" fmla="*/ 9613 w 150796"/>
                <a:gd name="connsiteY206" fmla="*/ 89656 h 236495"/>
                <a:gd name="connsiteX207" fmla="*/ 9688 w 150796"/>
                <a:gd name="connsiteY207" fmla="*/ 1926 h 23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50796" h="236495">
                  <a:moveTo>
                    <a:pt x="9688" y="1926"/>
                  </a:moveTo>
                  <a:cubicBezTo>
                    <a:pt x="13914" y="1834"/>
                    <a:pt x="18138" y="1766"/>
                    <a:pt x="22364" y="1721"/>
                  </a:cubicBezTo>
                  <a:cubicBezTo>
                    <a:pt x="23803" y="1702"/>
                    <a:pt x="25242" y="1677"/>
                    <a:pt x="26680" y="1645"/>
                  </a:cubicBezTo>
                  <a:cubicBezTo>
                    <a:pt x="28744" y="1600"/>
                    <a:pt x="30806" y="1579"/>
                    <a:pt x="32870" y="1562"/>
                  </a:cubicBezTo>
                  <a:cubicBezTo>
                    <a:pt x="33517" y="1543"/>
                    <a:pt x="34164" y="1524"/>
                    <a:pt x="34831" y="1504"/>
                  </a:cubicBezTo>
                  <a:cubicBezTo>
                    <a:pt x="36637" y="1503"/>
                    <a:pt x="36637" y="1503"/>
                    <a:pt x="39454" y="1926"/>
                  </a:cubicBezTo>
                  <a:cubicBezTo>
                    <a:pt x="40098" y="3716"/>
                    <a:pt x="40098" y="3716"/>
                    <a:pt x="40198" y="5646"/>
                  </a:cubicBezTo>
                  <a:cubicBezTo>
                    <a:pt x="40935" y="6137"/>
                    <a:pt x="41671" y="6629"/>
                    <a:pt x="42430" y="7135"/>
                  </a:cubicBezTo>
                  <a:cubicBezTo>
                    <a:pt x="42701" y="8370"/>
                    <a:pt x="42951" y="9610"/>
                    <a:pt x="43174" y="10855"/>
                  </a:cubicBezTo>
                  <a:cubicBezTo>
                    <a:pt x="43666" y="11101"/>
                    <a:pt x="44157" y="11346"/>
                    <a:pt x="44663" y="11599"/>
                  </a:cubicBezTo>
                  <a:cubicBezTo>
                    <a:pt x="45159" y="13088"/>
                    <a:pt x="45655" y="14576"/>
                    <a:pt x="46151" y="16064"/>
                  </a:cubicBezTo>
                  <a:cubicBezTo>
                    <a:pt x="46642" y="16310"/>
                    <a:pt x="47133" y="16555"/>
                    <a:pt x="47639" y="16808"/>
                  </a:cubicBezTo>
                  <a:cubicBezTo>
                    <a:pt x="47942" y="18536"/>
                    <a:pt x="48193" y="20274"/>
                    <a:pt x="48383" y="22017"/>
                  </a:cubicBezTo>
                  <a:cubicBezTo>
                    <a:pt x="49120" y="22017"/>
                    <a:pt x="49857" y="22017"/>
                    <a:pt x="50616" y="22017"/>
                  </a:cubicBezTo>
                  <a:cubicBezTo>
                    <a:pt x="50616" y="23491"/>
                    <a:pt x="50616" y="24964"/>
                    <a:pt x="50616" y="26482"/>
                  </a:cubicBezTo>
                  <a:cubicBezTo>
                    <a:pt x="51353" y="26482"/>
                    <a:pt x="52089" y="26482"/>
                    <a:pt x="52848" y="26482"/>
                  </a:cubicBezTo>
                  <a:cubicBezTo>
                    <a:pt x="53382" y="28208"/>
                    <a:pt x="53877" y="29945"/>
                    <a:pt x="54337" y="31691"/>
                  </a:cubicBezTo>
                  <a:cubicBezTo>
                    <a:pt x="55073" y="32060"/>
                    <a:pt x="55073" y="32060"/>
                    <a:pt x="55825" y="32435"/>
                  </a:cubicBezTo>
                  <a:cubicBezTo>
                    <a:pt x="55932" y="33034"/>
                    <a:pt x="56040" y="33633"/>
                    <a:pt x="56150" y="34249"/>
                  </a:cubicBezTo>
                  <a:cubicBezTo>
                    <a:pt x="56394" y="36412"/>
                    <a:pt x="56394" y="36412"/>
                    <a:pt x="58801" y="37644"/>
                  </a:cubicBezTo>
                  <a:cubicBezTo>
                    <a:pt x="59057" y="38635"/>
                    <a:pt x="59305" y="39627"/>
                    <a:pt x="59546" y="40621"/>
                  </a:cubicBezTo>
                  <a:cubicBezTo>
                    <a:pt x="59914" y="40974"/>
                    <a:pt x="60282" y="41327"/>
                    <a:pt x="60662" y="41691"/>
                  </a:cubicBezTo>
                  <a:cubicBezTo>
                    <a:pt x="62121" y="43211"/>
                    <a:pt x="62147" y="44540"/>
                    <a:pt x="62522" y="46574"/>
                  </a:cubicBezTo>
                  <a:cubicBezTo>
                    <a:pt x="63013" y="46820"/>
                    <a:pt x="63504" y="47065"/>
                    <a:pt x="64010" y="47318"/>
                  </a:cubicBezTo>
                  <a:cubicBezTo>
                    <a:pt x="64475" y="49597"/>
                    <a:pt x="64475" y="49597"/>
                    <a:pt x="64755" y="51783"/>
                  </a:cubicBezTo>
                  <a:cubicBezTo>
                    <a:pt x="65491" y="51783"/>
                    <a:pt x="66228" y="51783"/>
                    <a:pt x="66987" y="51783"/>
                  </a:cubicBezTo>
                  <a:cubicBezTo>
                    <a:pt x="67125" y="53049"/>
                    <a:pt x="67125" y="53049"/>
                    <a:pt x="67266" y="54341"/>
                  </a:cubicBezTo>
                  <a:cubicBezTo>
                    <a:pt x="67496" y="55653"/>
                    <a:pt x="67496" y="55653"/>
                    <a:pt x="67731" y="56992"/>
                  </a:cubicBezTo>
                  <a:cubicBezTo>
                    <a:pt x="68222" y="57238"/>
                    <a:pt x="68713" y="57483"/>
                    <a:pt x="69219" y="57736"/>
                  </a:cubicBezTo>
                  <a:cubicBezTo>
                    <a:pt x="69715" y="58976"/>
                    <a:pt x="70212" y="60217"/>
                    <a:pt x="70708" y="61457"/>
                  </a:cubicBezTo>
                  <a:cubicBezTo>
                    <a:pt x="71199" y="61702"/>
                    <a:pt x="71690" y="61948"/>
                    <a:pt x="72196" y="62201"/>
                  </a:cubicBezTo>
                  <a:cubicBezTo>
                    <a:pt x="72303" y="62907"/>
                    <a:pt x="72411" y="63613"/>
                    <a:pt x="72521" y="64340"/>
                  </a:cubicBezTo>
                  <a:cubicBezTo>
                    <a:pt x="72981" y="66894"/>
                    <a:pt x="73401" y="67201"/>
                    <a:pt x="75172" y="68898"/>
                  </a:cubicBezTo>
                  <a:cubicBezTo>
                    <a:pt x="75295" y="69558"/>
                    <a:pt x="75418" y="70218"/>
                    <a:pt x="75545" y="70898"/>
                  </a:cubicBezTo>
                  <a:cubicBezTo>
                    <a:pt x="75667" y="71466"/>
                    <a:pt x="75790" y="72034"/>
                    <a:pt x="75917" y="72619"/>
                  </a:cubicBezTo>
                  <a:cubicBezTo>
                    <a:pt x="76653" y="72619"/>
                    <a:pt x="77390" y="72619"/>
                    <a:pt x="78149" y="72619"/>
                  </a:cubicBezTo>
                  <a:cubicBezTo>
                    <a:pt x="78149" y="74338"/>
                    <a:pt x="78149" y="76057"/>
                    <a:pt x="78149" y="77828"/>
                  </a:cubicBezTo>
                  <a:cubicBezTo>
                    <a:pt x="78886" y="77828"/>
                    <a:pt x="79622" y="77828"/>
                    <a:pt x="80381" y="77828"/>
                  </a:cubicBezTo>
                  <a:cubicBezTo>
                    <a:pt x="80905" y="79307"/>
                    <a:pt x="81402" y="80795"/>
                    <a:pt x="81870" y="82293"/>
                  </a:cubicBezTo>
                  <a:cubicBezTo>
                    <a:pt x="82361" y="82293"/>
                    <a:pt x="82852" y="82293"/>
                    <a:pt x="83358" y="82293"/>
                  </a:cubicBezTo>
                  <a:cubicBezTo>
                    <a:pt x="83496" y="83559"/>
                    <a:pt x="83496" y="83559"/>
                    <a:pt x="83637" y="84851"/>
                  </a:cubicBezTo>
                  <a:cubicBezTo>
                    <a:pt x="83867" y="86163"/>
                    <a:pt x="83867" y="86163"/>
                    <a:pt x="84102" y="87502"/>
                  </a:cubicBezTo>
                  <a:cubicBezTo>
                    <a:pt x="84593" y="87747"/>
                    <a:pt x="85084" y="87993"/>
                    <a:pt x="85590" y="88246"/>
                  </a:cubicBezTo>
                  <a:cubicBezTo>
                    <a:pt x="86087" y="89486"/>
                    <a:pt x="86583" y="90726"/>
                    <a:pt x="87079" y="91967"/>
                  </a:cubicBezTo>
                  <a:cubicBezTo>
                    <a:pt x="87570" y="92212"/>
                    <a:pt x="88061" y="92458"/>
                    <a:pt x="88567" y="92711"/>
                  </a:cubicBezTo>
                  <a:cubicBezTo>
                    <a:pt x="88536" y="93555"/>
                    <a:pt x="88506" y="94399"/>
                    <a:pt x="88474" y="95269"/>
                  </a:cubicBezTo>
                  <a:cubicBezTo>
                    <a:pt x="88505" y="96144"/>
                    <a:pt x="88535" y="97018"/>
                    <a:pt x="88567" y="97920"/>
                  </a:cubicBezTo>
                  <a:cubicBezTo>
                    <a:pt x="89981" y="98844"/>
                    <a:pt x="89981" y="98844"/>
                    <a:pt x="91544" y="99408"/>
                  </a:cubicBezTo>
                  <a:cubicBezTo>
                    <a:pt x="91813" y="100395"/>
                    <a:pt x="92062" y="101387"/>
                    <a:pt x="92288" y="102385"/>
                  </a:cubicBezTo>
                  <a:cubicBezTo>
                    <a:pt x="93024" y="102630"/>
                    <a:pt x="93761" y="102876"/>
                    <a:pt x="94520" y="103129"/>
                  </a:cubicBezTo>
                  <a:cubicBezTo>
                    <a:pt x="94520" y="104617"/>
                    <a:pt x="94520" y="106105"/>
                    <a:pt x="94520" y="107594"/>
                  </a:cubicBezTo>
                  <a:cubicBezTo>
                    <a:pt x="95625" y="108330"/>
                    <a:pt x="95625" y="108330"/>
                    <a:pt x="96753" y="109082"/>
                  </a:cubicBezTo>
                  <a:cubicBezTo>
                    <a:pt x="97264" y="111407"/>
                    <a:pt x="97264" y="111407"/>
                    <a:pt x="97497" y="113547"/>
                  </a:cubicBezTo>
                  <a:cubicBezTo>
                    <a:pt x="98233" y="113547"/>
                    <a:pt x="98970" y="113547"/>
                    <a:pt x="99729" y="113547"/>
                  </a:cubicBezTo>
                  <a:cubicBezTo>
                    <a:pt x="99821" y="114268"/>
                    <a:pt x="99913" y="114989"/>
                    <a:pt x="100008" y="115733"/>
                  </a:cubicBezTo>
                  <a:cubicBezTo>
                    <a:pt x="100238" y="116861"/>
                    <a:pt x="100238" y="116861"/>
                    <a:pt x="100473" y="118012"/>
                  </a:cubicBezTo>
                  <a:cubicBezTo>
                    <a:pt x="100964" y="118257"/>
                    <a:pt x="101456" y="118503"/>
                    <a:pt x="101962" y="118756"/>
                  </a:cubicBezTo>
                  <a:cubicBezTo>
                    <a:pt x="102458" y="120244"/>
                    <a:pt x="102954" y="121732"/>
                    <a:pt x="103450" y="123221"/>
                  </a:cubicBezTo>
                  <a:cubicBezTo>
                    <a:pt x="103941" y="123466"/>
                    <a:pt x="104432" y="123712"/>
                    <a:pt x="104938" y="123965"/>
                  </a:cubicBezTo>
                  <a:cubicBezTo>
                    <a:pt x="105046" y="124701"/>
                    <a:pt x="105153" y="125438"/>
                    <a:pt x="105264" y="126197"/>
                  </a:cubicBezTo>
                  <a:cubicBezTo>
                    <a:pt x="105402" y="126934"/>
                    <a:pt x="105540" y="127670"/>
                    <a:pt x="105682" y="128430"/>
                  </a:cubicBezTo>
                  <a:cubicBezTo>
                    <a:pt x="106419" y="128675"/>
                    <a:pt x="107156" y="128921"/>
                    <a:pt x="107915" y="129174"/>
                  </a:cubicBezTo>
                  <a:cubicBezTo>
                    <a:pt x="108429" y="130656"/>
                    <a:pt x="108926" y="132144"/>
                    <a:pt x="109403" y="133638"/>
                  </a:cubicBezTo>
                  <a:cubicBezTo>
                    <a:pt x="109894" y="133638"/>
                    <a:pt x="110385" y="133638"/>
                    <a:pt x="110891" y="133638"/>
                  </a:cubicBezTo>
                  <a:cubicBezTo>
                    <a:pt x="110845" y="134344"/>
                    <a:pt x="110799" y="135051"/>
                    <a:pt x="110752" y="135778"/>
                  </a:cubicBezTo>
                  <a:cubicBezTo>
                    <a:pt x="110798" y="136545"/>
                    <a:pt x="110844" y="137313"/>
                    <a:pt x="110891" y="138103"/>
                  </a:cubicBezTo>
                  <a:cubicBezTo>
                    <a:pt x="111628" y="138594"/>
                    <a:pt x="112365" y="139086"/>
                    <a:pt x="113124" y="139592"/>
                  </a:cubicBezTo>
                  <a:cubicBezTo>
                    <a:pt x="113635" y="141917"/>
                    <a:pt x="113635" y="141917"/>
                    <a:pt x="113868" y="144056"/>
                  </a:cubicBezTo>
                  <a:cubicBezTo>
                    <a:pt x="114605" y="144056"/>
                    <a:pt x="115341" y="144056"/>
                    <a:pt x="116100" y="144056"/>
                  </a:cubicBezTo>
                  <a:cubicBezTo>
                    <a:pt x="116054" y="144901"/>
                    <a:pt x="116008" y="145745"/>
                    <a:pt x="115961" y="146614"/>
                  </a:cubicBezTo>
                  <a:cubicBezTo>
                    <a:pt x="116007" y="147489"/>
                    <a:pt x="116053" y="148364"/>
                    <a:pt x="116100" y="149265"/>
                  </a:cubicBezTo>
                  <a:cubicBezTo>
                    <a:pt x="116837" y="149511"/>
                    <a:pt x="117574" y="149757"/>
                    <a:pt x="118333" y="150010"/>
                  </a:cubicBezTo>
                  <a:cubicBezTo>
                    <a:pt x="118855" y="151239"/>
                    <a:pt x="119352" y="152480"/>
                    <a:pt x="119821" y="153730"/>
                  </a:cubicBezTo>
                  <a:cubicBezTo>
                    <a:pt x="120312" y="153976"/>
                    <a:pt x="120803" y="154221"/>
                    <a:pt x="121309" y="154474"/>
                  </a:cubicBezTo>
                  <a:cubicBezTo>
                    <a:pt x="121417" y="155196"/>
                    <a:pt x="121524" y="155917"/>
                    <a:pt x="121635" y="156660"/>
                  </a:cubicBezTo>
                  <a:cubicBezTo>
                    <a:pt x="121773" y="157412"/>
                    <a:pt x="121911" y="158164"/>
                    <a:pt x="122053" y="158939"/>
                  </a:cubicBezTo>
                  <a:cubicBezTo>
                    <a:pt x="122790" y="159430"/>
                    <a:pt x="123527" y="159922"/>
                    <a:pt x="124286" y="160428"/>
                  </a:cubicBezTo>
                  <a:cubicBezTo>
                    <a:pt x="124797" y="162753"/>
                    <a:pt x="124797" y="162753"/>
                    <a:pt x="125030" y="164892"/>
                  </a:cubicBezTo>
                  <a:cubicBezTo>
                    <a:pt x="125767" y="164892"/>
                    <a:pt x="126503" y="164892"/>
                    <a:pt x="127262" y="164892"/>
                  </a:cubicBezTo>
                  <a:cubicBezTo>
                    <a:pt x="127262" y="166611"/>
                    <a:pt x="127262" y="168330"/>
                    <a:pt x="127262" y="170101"/>
                  </a:cubicBezTo>
                  <a:cubicBezTo>
                    <a:pt x="127999" y="170101"/>
                    <a:pt x="128736" y="170101"/>
                    <a:pt x="129495" y="170101"/>
                  </a:cubicBezTo>
                  <a:cubicBezTo>
                    <a:pt x="130231" y="172066"/>
                    <a:pt x="130968" y="174030"/>
                    <a:pt x="131727" y="176054"/>
                  </a:cubicBezTo>
                  <a:cubicBezTo>
                    <a:pt x="132096" y="89861"/>
                    <a:pt x="132096" y="89861"/>
                    <a:pt x="132471" y="1926"/>
                  </a:cubicBezTo>
                  <a:cubicBezTo>
                    <a:pt x="141557" y="1926"/>
                    <a:pt x="150643" y="1926"/>
                    <a:pt x="160005" y="1926"/>
                  </a:cubicBezTo>
                  <a:cubicBezTo>
                    <a:pt x="160055" y="31869"/>
                    <a:pt x="160095" y="61813"/>
                    <a:pt x="160119" y="91757"/>
                  </a:cubicBezTo>
                  <a:cubicBezTo>
                    <a:pt x="160121" y="95288"/>
                    <a:pt x="160124" y="98820"/>
                    <a:pt x="160127" y="102351"/>
                  </a:cubicBezTo>
                  <a:cubicBezTo>
                    <a:pt x="160128" y="103054"/>
                    <a:pt x="160128" y="103757"/>
                    <a:pt x="160129" y="104481"/>
                  </a:cubicBezTo>
                  <a:cubicBezTo>
                    <a:pt x="160139" y="115881"/>
                    <a:pt x="160156" y="127280"/>
                    <a:pt x="160177" y="138679"/>
                  </a:cubicBezTo>
                  <a:cubicBezTo>
                    <a:pt x="160198" y="150366"/>
                    <a:pt x="160210" y="162054"/>
                    <a:pt x="160215" y="173741"/>
                  </a:cubicBezTo>
                  <a:cubicBezTo>
                    <a:pt x="160218" y="180959"/>
                    <a:pt x="160227" y="188177"/>
                    <a:pt x="160245" y="195395"/>
                  </a:cubicBezTo>
                  <a:cubicBezTo>
                    <a:pt x="160257" y="200337"/>
                    <a:pt x="160261" y="205280"/>
                    <a:pt x="160258" y="210223"/>
                  </a:cubicBezTo>
                  <a:cubicBezTo>
                    <a:pt x="160256" y="213079"/>
                    <a:pt x="160259" y="215935"/>
                    <a:pt x="160271" y="218791"/>
                  </a:cubicBezTo>
                  <a:cubicBezTo>
                    <a:pt x="160283" y="221880"/>
                    <a:pt x="160279" y="224968"/>
                    <a:pt x="160273" y="228057"/>
                  </a:cubicBezTo>
                  <a:cubicBezTo>
                    <a:pt x="160279" y="228970"/>
                    <a:pt x="160286" y="229883"/>
                    <a:pt x="160293" y="230823"/>
                  </a:cubicBezTo>
                  <a:cubicBezTo>
                    <a:pt x="160288" y="231644"/>
                    <a:pt x="160284" y="232465"/>
                    <a:pt x="160279" y="233310"/>
                  </a:cubicBezTo>
                  <a:cubicBezTo>
                    <a:pt x="160280" y="234024"/>
                    <a:pt x="160281" y="234738"/>
                    <a:pt x="160282" y="235474"/>
                  </a:cubicBezTo>
                  <a:cubicBezTo>
                    <a:pt x="160190" y="236002"/>
                    <a:pt x="160099" y="236530"/>
                    <a:pt x="160005" y="237074"/>
                  </a:cubicBezTo>
                  <a:cubicBezTo>
                    <a:pt x="157273" y="237985"/>
                    <a:pt x="154753" y="237925"/>
                    <a:pt x="151909" y="237917"/>
                  </a:cubicBezTo>
                  <a:cubicBezTo>
                    <a:pt x="151338" y="237918"/>
                    <a:pt x="150766" y="237918"/>
                    <a:pt x="150178" y="237919"/>
                  </a:cubicBezTo>
                  <a:cubicBezTo>
                    <a:pt x="148971" y="237920"/>
                    <a:pt x="147764" y="237918"/>
                    <a:pt x="146558" y="237915"/>
                  </a:cubicBezTo>
                  <a:cubicBezTo>
                    <a:pt x="144708" y="237911"/>
                    <a:pt x="142857" y="237915"/>
                    <a:pt x="141007" y="237920"/>
                  </a:cubicBezTo>
                  <a:cubicBezTo>
                    <a:pt x="139835" y="237919"/>
                    <a:pt x="138663" y="237918"/>
                    <a:pt x="137491" y="237917"/>
                  </a:cubicBezTo>
                  <a:cubicBezTo>
                    <a:pt x="136936" y="237918"/>
                    <a:pt x="136381" y="237920"/>
                    <a:pt x="135809" y="237922"/>
                  </a:cubicBezTo>
                  <a:cubicBezTo>
                    <a:pt x="131898" y="237904"/>
                    <a:pt x="131898" y="237904"/>
                    <a:pt x="130239" y="237074"/>
                  </a:cubicBezTo>
                  <a:cubicBezTo>
                    <a:pt x="130131" y="236598"/>
                    <a:pt x="130024" y="236122"/>
                    <a:pt x="129913" y="235632"/>
                  </a:cubicBezTo>
                  <a:cubicBezTo>
                    <a:pt x="129598" y="233813"/>
                    <a:pt x="129598" y="233813"/>
                    <a:pt x="127262" y="232609"/>
                  </a:cubicBezTo>
                  <a:cubicBezTo>
                    <a:pt x="126751" y="229912"/>
                    <a:pt x="126751" y="229912"/>
                    <a:pt x="126518" y="227400"/>
                  </a:cubicBezTo>
                  <a:cubicBezTo>
                    <a:pt x="125781" y="227400"/>
                    <a:pt x="125045" y="227400"/>
                    <a:pt x="124286" y="227400"/>
                  </a:cubicBezTo>
                  <a:cubicBezTo>
                    <a:pt x="124286" y="225927"/>
                    <a:pt x="124286" y="224453"/>
                    <a:pt x="124286" y="222935"/>
                  </a:cubicBezTo>
                  <a:cubicBezTo>
                    <a:pt x="123549" y="222935"/>
                    <a:pt x="122812" y="222935"/>
                    <a:pt x="122053" y="222935"/>
                  </a:cubicBezTo>
                  <a:cubicBezTo>
                    <a:pt x="121520" y="221210"/>
                    <a:pt x="121025" y="219473"/>
                    <a:pt x="120565" y="217726"/>
                  </a:cubicBezTo>
                  <a:cubicBezTo>
                    <a:pt x="120074" y="217481"/>
                    <a:pt x="119583" y="217235"/>
                    <a:pt x="119077" y="216982"/>
                  </a:cubicBezTo>
                  <a:cubicBezTo>
                    <a:pt x="118916" y="216084"/>
                    <a:pt x="118916" y="216084"/>
                    <a:pt x="118751" y="215168"/>
                  </a:cubicBezTo>
                  <a:cubicBezTo>
                    <a:pt x="118507" y="213005"/>
                    <a:pt x="118507" y="213005"/>
                    <a:pt x="116100" y="211773"/>
                  </a:cubicBezTo>
                  <a:cubicBezTo>
                    <a:pt x="115564" y="210299"/>
                    <a:pt x="115073" y="208808"/>
                    <a:pt x="114612" y="207308"/>
                  </a:cubicBezTo>
                  <a:cubicBezTo>
                    <a:pt x="113374" y="204133"/>
                    <a:pt x="113374" y="204133"/>
                    <a:pt x="110891" y="202099"/>
                  </a:cubicBezTo>
                  <a:cubicBezTo>
                    <a:pt x="110588" y="200372"/>
                    <a:pt x="110337" y="198634"/>
                    <a:pt x="110147" y="196890"/>
                  </a:cubicBezTo>
                  <a:cubicBezTo>
                    <a:pt x="109410" y="196890"/>
                    <a:pt x="108674" y="196890"/>
                    <a:pt x="107915" y="196890"/>
                  </a:cubicBezTo>
                  <a:cubicBezTo>
                    <a:pt x="107961" y="196169"/>
                    <a:pt x="108007" y="195448"/>
                    <a:pt x="108054" y="194705"/>
                  </a:cubicBezTo>
                  <a:cubicBezTo>
                    <a:pt x="108008" y="193952"/>
                    <a:pt x="107962" y="193200"/>
                    <a:pt x="107915" y="192426"/>
                  </a:cubicBezTo>
                  <a:cubicBezTo>
                    <a:pt x="107178" y="192180"/>
                    <a:pt x="106441" y="191934"/>
                    <a:pt x="105682" y="191681"/>
                  </a:cubicBezTo>
                  <a:cubicBezTo>
                    <a:pt x="105171" y="189030"/>
                    <a:pt x="105171" y="189030"/>
                    <a:pt x="104938" y="186472"/>
                  </a:cubicBezTo>
                  <a:cubicBezTo>
                    <a:pt x="104201" y="186472"/>
                    <a:pt x="103465" y="186472"/>
                    <a:pt x="102706" y="186472"/>
                  </a:cubicBezTo>
                  <a:cubicBezTo>
                    <a:pt x="102445" y="185235"/>
                    <a:pt x="102198" y="183994"/>
                    <a:pt x="101962" y="182752"/>
                  </a:cubicBezTo>
                  <a:cubicBezTo>
                    <a:pt x="100857" y="182015"/>
                    <a:pt x="100857" y="182015"/>
                    <a:pt x="99729" y="181263"/>
                  </a:cubicBezTo>
                  <a:cubicBezTo>
                    <a:pt x="99457" y="179779"/>
                    <a:pt x="99207" y="178291"/>
                    <a:pt x="98985" y="176799"/>
                  </a:cubicBezTo>
                  <a:cubicBezTo>
                    <a:pt x="98494" y="176553"/>
                    <a:pt x="98003" y="176308"/>
                    <a:pt x="97497" y="176054"/>
                  </a:cubicBezTo>
                  <a:cubicBezTo>
                    <a:pt x="97032" y="173776"/>
                    <a:pt x="97032" y="173776"/>
                    <a:pt x="96753" y="171590"/>
                  </a:cubicBezTo>
                  <a:cubicBezTo>
                    <a:pt x="96016" y="171590"/>
                    <a:pt x="95279" y="171590"/>
                    <a:pt x="94520" y="171590"/>
                  </a:cubicBezTo>
                  <a:cubicBezTo>
                    <a:pt x="93996" y="169862"/>
                    <a:pt x="93499" y="168125"/>
                    <a:pt x="93032" y="166381"/>
                  </a:cubicBezTo>
                  <a:cubicBezTo>
                    <a:pt x="92541" y="166381"/>
                    <a:pt x="92050" y="166381"/>
                    <a:pt x="91544" y="166381"/>
                  </a:cubicBezTo>
                  <a:cubicBezTo>
                    <a:pt x="91451" y="165659"/>
                    <a:pt x="91359" y="164938"/>
                    <a:pt x="91265" y="164195"/>
                  </a:cubicBezTo>
                  <a:cubicBezTo>
                    <a:pt x="91034" y="163067"/>
                    <a:pt x="91034" y="163067"/>
                    <a:pt x="90799" y="161916"/>
                  </a:cubicBezTo>
                  <a:cubicBezTo>
                    <a:pt x="90308" y="161670"/>
                    <a:pt x="89817" y="161425"/>
                    <a:pt x="89311" y="161172"/>
                  </a:cubicBezTo>
                  <a:cubicBezTo>
                    <a:pt x="88815" y="159931"/>
                    <a:pt x="88319" y="158691"/>
                    <a:pt x="87823" y="157451"/>
                  </a:cubicBezTo>
                  <a:cubicBezTo>
                    <a:pt x="87332" y="157205"/>
                    <a:pt x="86841" y="156960"/>
                    <a:pt x="86335" y="156707"/>
                  </a:cubicBezTo>
                  <a:cubicBezTo>
                    <a:pt x="86365" y="155863"/>
                    <a:pt x="86396" y="155019"/>
                    <a:pt x="86428" y="154149"/>
                  </a:cubicBezTo>
                  <a:cubicBezTo>
                    <a:pt x="86397" y="153274"/>
                    <a:pt x="86366" y="152399"/>
                    <a:pt x="86335" y="151498"/>
                  </a:cubicBezTo>
                  <a:cubicBezTo>
                    <a:pt x="84908" y="150630"/>
                    <a:pt x="84908" y="150630"/>
                    <a:pt x="83358" y="150010"/>
                  </a:cubicBezTo>
                  <a:cubicBezTo>
                    <a:pt x="83093" y="148773"/>
                    <a:pt x="82843" y="147533"/>
                    <a:pt x="82614" y="146289"/>
                  </a:cubicBezTo>
                  <a:cubicBezTo>
                    <a:pt x="81877" y="146289"/>
                    <a:pt x="81140" y="146289"/>
                    <a:pt x="80381" y="146289"/>
                  </a:cubicBezTo>
                  <a:cubicBezTo>
                    <a:pt x="80428" y="145583"/>
                    <a:pt x="80474" y="144877"/>
                    <a:pt x="80521" y="144149"/>
                  </a:cubicBezTo>
                  <a:cubicBezTo>
                    <a:pt x="80475" y="143382"/>
                    <a:pt x="80429" y="142615"/>
                    <a:pt x="80381" y="141824"/>
                  </a:cubicBezTo>
                  <a:cubicBezTo>
                    <a:pt x="79276" y="141087"/>
                    <a:pt x="79276" y="141087"/>
                    <a:pt x="78149" y="140336"/>
                  </a:cubicBezTo>
                  <a:cubicBezTo>
                    <a:pt x="77648" y="139098"/>
                    <a:pt x="77151" y="137858"/>
                    <a:pt x="76661" y="136615"/>
                  </a:cubicBezTo>
                  <a:cubicBezTo>
                    <a:pt x="76170" y="136615"/>
                    <a:pt x="75679" y="136615"/>
                    <a:pt x="75172" y="136615"/>
                  </a:cubicBezTo>
                  <a:cubicBezTo>
                    <a:pt x="75172" y="134651"/>
                    <a:pt x="75172" y="132686"/>
                    <a:pt x="75172" y="130662"/>
                  </a:cubicBezTo>
                  <a:cubicBezTo>
                    <a:pt x="74436" y="130662"/>
                    <a:pt x="73699" y="130662"/>
                    <a:pt x="72940" y="130662"/>
                  </a:cubicBezTo>
                  <a:cubicBezTo>
                    <a:pt x="72416" y="129183"/>
                    <a:pt x="71920" y="127694"/>
                    <a:pt x="71452" y="126197"/>
                  </a:cubicBezTo>
                  <a:cubicBezTo>
                    <a:pt x="70961" y="126197"/>
                    <a:pt x="70470" y="126197"/>
                    <a:pt x="69964" y="126197"/>
                  </a:cubicBezTo>
                  <a:cubicBezTo>
                    <a:pt x="69887" y="125368"/>
                    <a:pt x="69810" y="124540"/>
                    <a:pt x="69731" y="123686"/>
                  </a:cubicBezTo>
                  <a:cubicBezTo>
                    <a:pt x="69562" y="122795"/>
                    <a:pt x="69393" y="121905"/>
                    <a:pt x="69219" y="120988"/>
                  </a:cubicBezTo>
                  <a:cubicBezTo>
                    <a:pt x="68114" y="120251"/>
                    <a:pt x="68114" y="120251"/>
                    <a:pt x="66987" y="119500"/>
                  </a:cubicBezTo>
                  <a:cubicBezTo>
                    <a:pt x="66864" y="118993"/>
                    <a:pt x="66741" y="118487"/>
                    <a:pt x="66615" y="117965"/>
                  </a:cubicBezTo>
                  <a:cubicBezTo>
                    <a:pt x="66492" y="117489"/>
                    <a:pt x="66369" y="117013"/>
                    <a:pt x="66243" y="116523"/>
                  </a:cubicBezTo>
                  <a:cubicBezTo>
                    <a:pt x="65506" y="116278"/>
                    <a:pt x="64769" y="116032"/>
                    <a:pt x="64010" y="115779"/>
                  </a:cubicBezTo>
                  <a:cubicBezTo>
                    <a:pt x="64010" y="114291"/>
                    <a:pt x="64010" y="112803"/>
                    <a:pt x="64010" y="111314"/>
                  </a:cubicBezTo>
                  <a:cubicBezTo>
                    <a:pt x="62905" y="110578"/>
                    <a:pt x="62905" y="110578"/>
                    <a:pt x="61778" y="109826"/>
                  </a:cubicBezTo>
                  <a:cubicBezTo>
                    <a:pt x="61266" y="107501"/>
                    <a:pt x="61266" y="107501"/>
                    <a:pt x="61034" y="105361"/>
                  </a:cubicBezTo>
                  <a:cubicBezTo>
                    <a:pt x="60297" y="105361"/>
                    <a:pt x="59560" y="105361"/>
                    <a:pt x="58801" y="105361"/>
                  </a:cubicBezTo>
                  <a:cubicBezTo>
                    <a:pt x="58801" y="103642"/>
                    <a:pt x="58801" y="101923"/>
                    <a:pt x="58801" y="100152"/>
                  </a:cubicBezTo>
                  <a:cubicBezTo>
                    <a:pt x="58065" y="100152"/>
                    <a:pt x="57328" y="100152"/>
                    <a:pt x="56569" y="100152"/>
                  </a:cubicBezTo>
                  <a:cubicBezTo>
                    <a:pt x="56035" y="98677"/>
                    <a:pt x="55540" y="97187"/>
                    <a:pt x="55081" y="95687"/>
                  </a:cubicBezTo>
                  <a:cubicBezTo>
                    <a:pt x="54344" y="95319"/>
                    <a:pt x="54344" y="95319"/>
                    <a:pt x="53592" y="94943"/>
                  </a:cubicBezTo>
                  <a:cubicBezTo>
                    <a:pt x="53485" y="94222"/>
                    <a:pt x="53378" y="93500"/>
                    <a:pt x="53267" y="92757"/>
                  </a:cubicBezTo>
                  <a:cubicBezTo>
                    <a:pt x="53060" y="91629"/>
                    <a:pt x="53060" y="91629"/>
                    <a:pt x="52848" y="90478"/>
                  </a:cubicBezTo>
                  <a:cubicBezTo>
                    <a:pt x="52112" y="89987"/>
                    <a:pt x="51375" y="89496"/>
                    <a:pt x="50616" y="88990"/>
                  </a:cubicBezTo>
                  <a:cubicBezTo>
                    <a:pt x="50104" y="86665"/>
                    <a:pt x="50104" y="86665"/>
                    <a:pt x="49872" y="84525"/>
                  </a:cubicBezTo>
                  <a:cubicBezTo>
                    <a:pt x="49135" y="84525"/>
                    <a:pt x="48398" y="84525"/>
                    <a:pt x="47639" y="84525"/>
                  </a:cubicBezTo>
                  <a:cubicBezTo>
                    <a:pt x="47639" y="82806"/>
                    <a:pt x="47639" y="81087"/>
                    <a:pt x="47639" y="79316"/>
                  </a:cubicBezTo>
                  <a:cubicBezTo>
                    <a:pt x="46903" y="79316"/>
                    <a:pt x="46166" y="79316"/>
                    <a:pt x="45407" y="79316"/>
                  </a:cubicBezTo>
                  <a:cubicBezTo>
                    <a:pt x="44883" y="77837"/>
                    <a:pt x="44387" y="76349"/>
                    <a:pt x="43919" y="74851"/>
                  </a:cubicBezTo>
                  <a:cubicBezTo>
                    <a:pt x="43427" y="74851"/>
                    <a:pt x="42936" y="74851"/>
                    <a:pt x="42430" y="74851"/>
                  </a:cubicBezTo>
                  <a:cubicBezTo>
                    <a:pt x="42315" y="73631"/>
                    <a:pt x="42315" y="73631"/>
                    <a:pt x="42198" y="72386"/>
                  </a:cubicBezTo>
                  <a:cubicBezTo>
                    <a:pt x="41649" y="69442"/>
                    <a:pt x="41411" y="69329"/>
                    <a:pt x="39454" y="67410"/>
                  </a:cubicBezTo>
                  <a:cubicBezTo>
                    <a:pt x="38747" y="65890"/>
                    <a:pt x="38747" y="65890"/>
                    <a:pt x="38198" y="64294"/>
                  </a:cubicBezTo>
                  <a:cubicBezTo>
                    <a:pt x="38011" y="63762"/>
                    <a:pt x="37824" y="63229"/>
                    <a:pt x="37631" y="62681"/>
                  </a:cubicBezTo>
                  <a:cubicBezTo>
                    <a:pt x="37496" y="62277"/>
                    <a:pt x="37361" y="61873"/>
                    <a:pt x="37221" y="61457"/>
                  </a:cubicBezTo>
                  <a:cubicBezTo>
                    <a:pt x="37223" y="62357"/>
                    <a:pt x="37225" y="63257"/>
                    <a:pt x="37228" y="64184"/>
                  </a:cubicBezTo>
                  <a:cubicBezTo>
                    <a:pt x="37276" y="85527"/>
                    <a:pt x="37313" y="106871"/>
                    <a:pt x="37335" y="128214"/>
                  </a:cubicBezTo>
                  <a:cubicBezTo>
                    <a:pt x="37338" y="130839"/>
                    <a:pt x="37341" y="133464"/>
                    <a:pt x="37344" y="136089"/>
                  </a:cubicBezTo>
                  <a:cubicBezTo>
                    <a:pt x="37345" y="136612"/>
                    <a:pt x="37345" y="137134"/>
                    <a:pt x="37346" y="137673"/>
                  </a:cubicBezTo>
                  <a:cubicBezTo>
                    <a:pt x="37355" y="146143"/>
                    <a:pt x="37373" y="154614"/>
                    <a:pt x="37394" y="163084"/>
                  </a:cubicBezTo>
                  <a:cubicBezTo>
                    <a:pt x="37414" y="171770"/>
                    <a:pt x="37427" y="180457"/>
                    <a:pt x="37431" y="189143"/>
                  </a:cubicBezTo>
                  <a:cubicBezTo>
                    <a:pt x="37434" y="194024"/>
                    <a:pt x="37441" y="198906"/>
                    <a:pt x="37457" y="203787"/>
                  </a:cubicBezTo>
                  <a:cubicBezTo>
                    <a:pt x="37472" y="208376"/>
                    <a:pt x="37477" y="212965"/>
                    <a:pt x="37474" y="217555"/>
                  </a:cubicBezTo>
                  <a:cubicBezTo>
                    <a:pt x="37474" y="219244"/>
                    <a:pt x="37479" y="220933"/>
                    <a:pt x="37487" y="222622"/>
                  </a:cubicBezTo>
                  <a:cubicBezTo>
                    <a:pt x="37498" y="224919"/>
                    <a:pt x="37496" y="227215"/>
                    <a:pt x="37490" y="229512"/>
                  </a:cubicBezTo>
                  <a:cubicBezTo>
                    <a:pt x="37500" y="230526"/>
                    <a:pt x="37500" y="230526"/>
                    <a:pt x="37509" y="231561"/>
                  </a:cubicBezTo>
                  <a:cubicBezTo>
                    <a:pt x="37496" y="233416"/>
                    <a:pt x="37496" y="233416"/>
                    <a:pt x="37221" y="236330"/>
                  </a:cubicBezTo>
                  <a:cubicBezTo>
                    <a:pt x="34430" y="238190"/>
                    <a:pt x="32947" y="238000"/>
                    <a:pt x="29614" y="237990"/>
                  </a:cubicBezTo>
                  <a:cubicBezTo>
                    <a:pt x="29092" y="237989"/>
                    <a:pt x="28571" y="237989"/>
                    <a:pt x="28033" y="237989"/>
                  </a:cubicBezTo>
                  <a:cubicBezTo>
                    <a:pt x="26931" y="237986"/>
                    <a:pt x="25830" y="237981"/>
                    <a:pt x="24728" y="237971"/>
                  </a:cubicBezTo>
                  <a:cubicBezTo>
                    <a:pt x="23040" y="237958"/>
                    <a:pt x="21351" y="237956"/>
                    <a:pt x="19663" y="237956"/>
                  </a:cubicBezTo>
                  <a:cubicBezTo>
                    <a:pt x="11396" y="237928"/>
                    <a:pt x="11396" y="237928"/>
                    <a:pt x="9688" y="237074"/>
                  </a:cubicBezTo>
                  <a:cubicBezTo>
                    <a:pt x="9503" y="235474"/>
                    <a:pt x="9503" y="235474"/>
                    <a:pt x="9505" y="233310"/>
                  </a:cubicBezTo>
                  <a:cubicBezTo>
                    <a:pt x="9502" y="232489"/>
                    <a:pt x="9499" y="231669"/>
                    <a:pt x="9496" y="230823"/>
                  </a:cubicBezTo>
                  <a:cubicBezTo>
                    <a:pt x="9500" y="229911"/>
                    <a:pt x="9505" y="228998"/>
                    <a:pt x="9509" y="228057"/>
                  </a:cubicBezTo>
                  <a:cubicBezTo>
                    <a:pt x="9508" y="227097"/>
                    <a:pt x="9507" y="226136"/>
                    <a:pt x="9505" y="225146"/>
                  </a:cubicBezTo>
                  <a:cubicBezTo>
                    <a:pt x="9502" y="222466"/>
                    <a:pt x="9508" y="219787"/>
                    <a:pt x="9515" y="217107"/>
                  </a:cubicBezTo>
                  <a:cubicBezTo>
                    <a:pt x="9522" y="214223"/>
                    <a:pt x="9520" y="211338"/>
                    <a:pt x="9518" y="208453"/>
                  </a:cubicBezTo>
                  <a:cubicBezTo>
                    <a:pt x="9518" y="203451"/>
                    <a:pt x="9522" y="198449"/>
                    <a:pt x="9531" y="193447"/>
                  </a:cubicBezTo>
                  <a:cubicBezTo>
                    <a:pt x="9543" y="186214"/>
                    <a:pt x="9547" y="178982"/>
                    <a:pt x="9549" y="171750"/>
                  </a:cubicBezTo>
                  <a:cubicBezTo>
                    <a:pt x="9552" y="160017"/>
                    <a:pt x="9562" y="148284"/>
                    <a:pt x="9576" y="136552"/>
                  </a:cubicBezTo>
                  <a:cubicBezTo>
                    <a:pt x="9589" y="125151"/>
                    <a:pt x="9600" y="113751"/>
                    <a:pt x="9606" y="102351"/>
                  </a:cubicBezTo>
                  <a:cubicBezTo>
                    <a:pt x="9607" y="101298"/>
                    <a:pt x="9607" y="101298"/>
                    <a:pt x="9608" y="100223"/>
                  </a:cubicBezTo>
                  <a:cubicBezTo>
                    <a:pt x="9609" y="96701"/>
                    <a:pt x="9611" y="93178"/>
                    <a:pt x="9613" y="89656"/>
                  </a:cubicBezTo>
                  <a:cubicBezTo>
                    <a:pt x="9629" y="60412"/>
                    <a:pt x="9655" y="31169"/>
                    <a:pt x="9688" y="1926"/>
                  </a:cubicBezTo>
                  <a:close/>
                </a:path>
              </a:pathLst>
            </a:custGeom>
            <a:grpFill/>
            <a:ln w="744" cap="flat">
              <a:noFill/>
              <a:prstDash val="solid"/>
              <a:miter/>
            </a:ln>
          </p:spPr>
          <p:txBody>
            <a:bodyPr rtlCol="0" anchor="ctr"/>
            <a:lstStyle/>
            <a:p>
              <a:endParaRPr lang="zh-CN" altLang="en-US"/>
            </a:p>
          </p:txBody>
        </p:sp>
        <p:sp>
          <p:nvSpPr>
            <p:cNvPr id="181" name="任意多边形: 形状 180"/>
            <p:cNvSpPr/>
            <p:nvPr/>
          </p:nvSpPr>
          <p:spPr>
            <a:xfrm>
              <a:off x="7871970" y="1388848"/>
              <a:ext cx="175177" cy="243405"/>
            </a:xfrm>
            <a:custGeom>
              <a:avLst/>
              <a:gdLst>
                <a:gd name="connsiteX0" fmla="*/ 82878 w 175179"/>
                <a:gd name="connsiteY0" fmla="*/ 1913 h 243397"/>
                <a:gd name="connsiteX1" fmla="*/ 87117 w 175179"/>
                <a:gd name="connsiteY1" fmla="*/ 1527 h 243397"/>
                <a:gd name="connsiteX2" fmla="*/ 89864 w 175179"/>
                <a:gd name="connsiteY2" fmla="*/ 1499 h 243397"/>
                <a:gd name="connsiteX3" fmla="*/ 92854 w 175179"/>
                <a:gd name="connsiteY3" fmla="*/ 1517 h 243397"/>
                <a:gd name="connsiteX4" fmla="*/ 95898 w 175179"/>
                <a:gd name="connsiteY4" fmla="*/ 1509 h 243397"/>
                <a:gd name="connsiteX5" fmla="*/ 102287 w 175179"/>
                <a:gd name="connsiteY5" fmla="*/ 1525 h 243397"/>
                <a:gd name="connsiteX6" fmla="*/ 110492 w 175179"/>
                <a:gd name="connsiteY6" fmla="*/ 1514 h 243397"/>
                <a:gd name="connsiteX7" fmla="*/ 116781 w 175179"/>
                <a:gd name="connsiteY7" fmla="*/ 1514 h 243397"/>
                <a:gd name="connsiteX8" fmla="*/ 119808 w 175179"/>
                <a:gd name="connsiteY8" fmla="*/ 1507 h 243397"/>
                <a:gd name="connsiteX9" fmla="*/ 124031 w 175179"/>
                <a:gd name="connsiteY9" fmla="*/ 1527 h 243397"/>
                <a:gd name="connsiteX10" fmla="*/ 126462 w 175179"/>
                <a:gd name="connsiteY10" fmla="*/ 1535 h 243397"/>
                <a:gd name="connsiteX11" fmla="*/ 128270 w 175179"/>
                <a:gd name="connsiteY11" fmla="*/ 1913 h 243397"/>
                <a:gd name="connsiteX12" fmla="*/ 129014 w 175179"/>
                <a:gd name="connsiteY12" fmla="*/ 4889 h 243397"/>
                <a:gd name="connsiteX13" fmla="*/ 134223 w 175179"/>
                <a:gd name="connsiteY13" fmla="*/ 5261 h 243397"/>
                <a:gd name="connsiteX14" fmla="*/ 139432 w 175179"/>
                <a:gd name="connsiteY14" fmla="*/ 5633 h 243397"/>
                <a:gd name="connsiteX15" fmla="*/ 140176 w 175179"/>
                <a:gd name="connsiteY15" fmla="*/ 8610 h 243397"/>
                <a:gd name="connsiteX16" fmla="*/ 143525 w 175179"/>
                <a:gd name="connsiteY16" fmla="*/ 8610 h 243397"/>
                <a:gd name="connsiteX17" fmla="*/ 146874 w 175179"/>
                <a:gd name="connsiteY17" fmla="*/ 8610 h 243397"/>
                <a:gd name="connsiteX18" fmla="*/ 147618 w 175179"/>
                <a:gd name="connsiteY18" fmla="*/ 11586 h 243397"/>
                <a:gd name="connsiteX19" fmla="*/ 152083 w 175179"/>
                <a:gd name="connsiteY19" fmla="*/ 12331 h 243397"/>
                <a:gd name="connsiteX20" fmla="*/ 153571 w 175179"/>
                <a:gd name="connsiteY20" fmla="*/ 15307 h 243397"/>
                <a:gd name="connsiteX21" fmla="*/ 155803 w 175179"/>
                <a:gd name="connsiteY21" fmla="*/ 16051 h 243397"/>
                <a:gd name="connsiteX22" fmla="*/ 156454 w 175179"/>
                <a:gd name="connsiteY22" fmla="*/ 17586 h 243397"/>
                <a:gd name="connsiteX23" fmla="*/ 157292 w 175179"/>
                <a:gd name="connsiteY23" fmla="*/ 19028 h 243397"/>
                <a:gd name="connsiteX24" fmla="*/ 159198 w 175179"/>
                <a:gd name="connsiteY24" fmla="*/ 19028 h 243397"/>
                <a:gd name="connsiteX25" fmla="*/ 161012 w 175179"/>
                <a:gd name="connsiteY25" fmla="*/ 19028 h 243397"/>
                <a:gd name="connsiteX26" fmla="*/ 161756 w 175179"/>
                <a:gd name="connsiteY26" fmla="*/ 22004 h 243397"/>
                <a:gd name="connsiteX27" fmla="*/ 163989 w 175179"/>
                <a:gd name="connsiteY27" fmla="*/ 23493 h 243397"/>
                <a:gd name="connsiteX28" fmla="*/ 164733 w 175179"/>
                <a:gd name="connsiteY28" fmla="*/ 25725 h 243397"/>
                <a:gd name="connsiteX29" fmla="*/ 166965 w 175179"/>
                <a:gd name="connsiteY29" fmla="*/ 27213 h 243397"/>
                <a:gd name="connsiteX30" fmla="*/ 167710 w 175179"/>
                <a:gd name="connsiteY30" fmla="*/ 29446 h 243397"/>
                <a:gd name="connsiteX31" fmla="*/ 169942 w 175179"/>
                <a:gd name="connsiteY31" fmla="*/ 30934 h 243397"/>
                <a:gd name="connsiteX32" fmla="*/ 171430 w 175179"/>
                <a:gd name="connsiteY32" fmla="*/ 34655 h 243397"/>
                <a:gd name="connsiteX33" fmla="*/ 172919 w 175179"/>
                <a:gd name="connsiteY33" fmla="*/ 34655 h 243397"/>
                <a:gd name="connsiteX34" fmla="*/ 173151 w 175179"/>
                <a:gd name="connsiteY34" fmla="*/ 37166 h 243397"/>
                <a:gd name="connsiteX35" fmla="*/ 173663 w 175179"/>
                <a:gd name="connsiteY35" fmla="*/ 39864 h 243397"/>
                <a:gd name="connsiteX36" fmla="*/ 175895 w 175179"/>
                <a:gd name="connsiteY36" fmla="*/ 41352 h 243397"/>
                <a:gd name="connsiteX37" fmla="*/ 175895 w 175179"/>
                <a:gd name="connsiteY37" fmla="*/ 46561 h 243397"/>
                <a:gd name="connsiteX38" fmla="*/ 178128 w 175179"/>
                <a:gd name="connsiteY38" fmla="*/ 46561 h 243397"/>
                <a:gd name="connsiteX39" fmla="*/ 178918 w 175179"/>
                <a:gd name="connsiteY39" fmla="*/ 49910 h 243397"/>
                <a:gd name="connsiteX40" fmla="*/ 179616 w 175179"/>
                <a:gd name="connsiteY40" fmla="*/ 53258 h 243397"/>
                <a:gd name="connsiteX41" fmla="*/ 181104 w 175179"/>
                <a:gd name="connsiteY41" fmla="*/ 53258 h 243397"/>
                <a:gd name="connsiteX42" fmla="*/ 181188 w 175179"/>
                <a:gd name="connsiteY42" fmla="*/ 55023 h 243397"/>
                <a:gd name="connsiteX43" fmla="*/ 181337 w 175179"/>
                <a:gd name="connsiteY43" fmla="*/ 57305 h 243397"/>
                <a:gd name="connsiteX44" fmla="*/ 181467 w 175179"/>
                <a:gd name="connsiteY44" fmla="*/ 59581 h 243397"/>
                <a:gd name="connsiteX45" fmla="*/ 181848 w 175179"/>
                <a:gd name="connsiteY45" fmla="*/ 61444 h 243397"/>
                <a:gd name="connsiteX46" fmla="*/ 184081 w 175179"/>
                <a:gd name="connsiteY46" fmla="*/ 62188 h 243397"/>
                <a:gd name="connsiteX47" fmla="*/ 184325 w 175179"/>
                <a:gd name="connsiteY47" fmla="*/ 65327 h 243397"/>
                <a:gd name="connsiteX48" fmla="*/ 184313 w 175179"/>
                <a:gd name="connsiteY48" fmla="*/ 67243 h 243397"/>
                <a:gd name="connsiteX49" fmla="*/ 184267 w 175179"/>
                <a:gd name="connsiteY49" fmla="*/ 69257 h 243397"/>
                <a:gd name="connsiteX50" fmla="*/ 184255 w 175179"/>
                <a:gd name="connsiteY50" fmla="*/ 71272 h 243397"/>
                <a:gd name="connsiteX51" fmla="*/ 183337 w 175179"/>
                <a:gd name="connsiteY51" fmla="*/ 77071 h 243397"/>
                <a:gd name="connsiteX52" fmla="*/ 175244 w 175179"/>
                <a:gd name="connsiteY52" fmla="*/ 77388 h 243397"/>
                <a:gd name="connsiteX53" fmla="*/ 172919 w 175179"/>
                <a:gd name="connsiteY53" fmla="*/ 77815 h 243397"/>
                <a:gd name="connsiteX54" fmla="*/ 172546 w 175179"/>
                <a:gd name="connsiteY54" fmla="*/ 79309 h 243397"/>
                <a:gd name="connsiteX55" fmla="*/ 172174 w 175179"/>
                <a:gd name="connsiteY55" fmla="*/ 80791 h 243397"/>
                <a:gd name="connsiteX56" fmla="*/ 166965 w 175179"/>
                <a:gd name="connsiteY56" fmla="*/ 81210 h 243397"/>
                <a:gd name="connsiteX57" fmla="*/ 161756 w 175179"/>
                <a:gd name="connsiteY57" fmla="*/ 81536 h 243397"/>
                <a:gd name="connsiteX58" fmla="*/ 161012 w 175179"/>
                <a:gd name="connsiteY58" fmla="*/ 83768 h 243397"/>
                <a:gd name="connsiteX59" fmla="*/ 157292 w 175179"/>
                <a:gd name="connsiteY59" fmla="*/ 83768 h 243397"/>
                <a:gd name="connsiteX60" fmla="*/ 156158 w 175179"/>
                <a:gd name="connsiteY60" fmla="*/ 75004 h 243397"/>
                <a:gd name="connsiteX61" fmla="*/ 155803 w 175179"/>
                <a:gd name="connsiteY61" fmla="*/ 72606 h 243397"/>
                <a:gd name="connsiteX62" fmla="*/ 153571 w 175179"/>
                <a:gd name="connsiteY62" fmla="*/ 71118 h 243397"/>
                <a:gd name="connsiteX63" fmla="*/ 153152 w 175179"/>
                <a:gd name="connsiteY63" fmla="*/ 67350 h 243397"/>
                <a:gd name="connsiteX64" fmla="*/ 152827 w 175179"/>
                <a:gd name="connsiteY64" fmla="*/ 63676 h 243397"/>
                <a:gd name="connsiteX65" fmla="*/ 151338 w 175179"/>
                <a:gd name="connsiteY65" fmla="*/ 62932 h 243397"/>
                <a:gd name="connsiteX66" fmla="*/ 151013 w 175179"/>
                <a:gd name="connsiteY66" fmla="*/ 60328 h 243397"/>
                <a:gd name="connsiteX67" fmla="*/ 150594 w 175179"/>
                <a:gd name="connsiteY67" fmla="*/ 57723 h 243397"/>
                <a:gd name="connsiteX68" fmla="*/ 148362 w 175179"/>
                <a:gd name="connsiteY68" fmla="*/ 56979 h 243397"/>
                <a:gd name="connsiteX69" fmla="*/ 148362 w 175179"/>
                <a:gd name="connsiteY69" fmla="*/ 53258 h 243397"/>
                <a:gd name="connsiteX70" fmla="*/ 146130 w 175179"/>
                <a:gd name="connsiteY70" fmla="*/ 53258 h 243397"/>
                <a:gd name="connsiteX71" fmla="*/ 145385 w 175179"/>
                <a:gd name="connsiteY71" fmla="*/ 50282 h 243397"/>
                <a:gd name="connsiteX72" fmla="*/ 143153 w 175179"/>
                <a:gd name="connsiteY72" fmla="*/ 49538 h 243397"/>
                <a:gd name="connsiteX73" fmla="*/ 142409 w 175179"/>
                <a:gd name="connsiteY73" fmla="*/ 47305 h 243397"/>
                <a:gd name="connsiteX74" fmla="*/ 140548 w 175179"/>
                <a:gd name="connsiteY74" fmla="*/ 46561 h 243397"/>
                <a:gd name="connsiteX75" fmla="*/ 138688 w 175179"/>
                <a:gd name="connsiteY75" fmla="*/ 45817 h 243397"/>
                <a:gd name="connsiteX76" fmla="*/ 137944 w 175179"/>
                <a:gd name="connsiteY76" fmla="*/ 43584 h 243397"/>
                <a:gd name="connsiteX77" fmla="*/ 133479 w 175179"/>
                <a:gd name="connsiteY77" fmla="*/ 42840 h 243397"/>
                <a:gd name="connsiteX78" fmla="*/ 133479 w 175179"/>
                <a:gd name="connsiteY78" fmla="*/ 39864 h 243397"/>
                <a:gd name="connsiteX79" fmla="*/ 130549 w 175179"/>
                <a:gd name="connsiteY79" fmla="*/ 40050 h 243397"/>
                <a:gd name="connsiteX80" fmla="*/ 127526 w 175179"/>
                <a:gd name="connsiteY80" fmla="*/ 39864 h 243397"/>
                <a:gd name="connsiteX81" fmla="*/ 127317 w 175179"/>
                <a:gd name="connsiteY81" fmla="*/ 38399 h 243397"/>
                <a:gd name="connsiteX82" fmla="*/ 126782 w 175179"/>
                <a:gd name="connsiteY82" fmla="*/ 36887 h 243397"/>
                <a:gd name="connsiteX83" fmla="*/ 121154 w 175179"/>
                <a:gd name="connsiteY83" fmla="*/ 36329 h 243397"/>
                <a:gd name="connsiteX84" fmla="*/ 119551 w 175179"/>
                <a:gd name="connsiteY84" fmla="*/ 36262 h 243397"/>
                <a:gd name="connsiteX85" fmla="*/ 115620 w 175179"/>
                <a:gd name="connsiteY85" fmla="*/ 36143 h 243397"/>
                <a:gd name="connsiteX86" fmla="*/ 115620 w 175179"/>
                <a:gd name="connsiteY86" fmla="*/ 33166 h 243397"/>
                <a:gd name="connsiteX87" fmla="*/ 105992 w 175179"/>
                <a:gd name="connsiteY87" fmla="*/ 32980 h 243397"/>
                <a:gd name="connsiteX88" fmla="*/ 103215 w 175179"/>
                <a:gd name="connsiteY88" fmla="*/ 32905 h 243397"/>
                <a:gd name="connsiteX89" fmla="*/ 100577 w 175179"/>
                <a:gd name="connsiteY89" fmla="*/ 32876 h 243397"/>
                <a:gd name="connsiteX90" fmla="*/ 98133 w 175179"/>
                <a:gd name="connsiteY90" fmla="*/ 32829 h 243397"/>
                <a:gd name="connsiteX91" fmla="*/ 96272 w 175179"/>
                <a:gd name="connsiteY91" fmla="*/ 33166 h 243397"/>
                <a:gd name="connsiteX92" fmla="*/ 95528 w 175179"/>
                <a:gd name="connsiteY92" fmla="*/ 36143 h 243397"/>
                <a:gd name="connsiteX93" fmla="*/ 87403 w 175179"/>
                <a:gd name="connsiteY93" fmla="*/ 36506 h 243397"/>
                <a:gd name="connsiteX94" fmla="*/ 82878 w 175179"/>
                <a:gd name="connsiteY94" fmla="*/ 36887 h 243397"/>
                <a:gd name="connsiteX95" fmla="*/ 82133 w 175179"/>
                <a:gd name="connsiteY95" fmla="*/ 39864 h 243397"/>
                <a:gd name="connsiteX96" fmla="*/ 76180 w 175179"/>
                <a:gd name="connsiteY96" fmla="*/ 39864 h 243397"/>
                <a:gd name="connsiteX97" fmla="*/ 76180 w 175179"/>
                <a:gd name="connsiteY97" fmla="*/ 42840 h 243397"/>
                <a:gd name="connsiteX98" fmla="*/ 73994 w 175179"/>
                <a:gd name="connsiteY98" fmla="*/ 43026 h 243397"/>
                <a:gd name="connsiteX99" fmla="*/ 71715 w 175179"/>
                <a:gd name="connsiteY99" fmla="*/ 43584 h 243397"/>
                <a:gd name="connsiteX100" fmla="*/ 71343 w 175179"/>
                <a:gd name="connsiteY100" fmla="*/ 45119 h 243397"/>
                <a:gd name="connsiteX101" fmla="*/ 70971 w 175179"/>
                <a:gd name="connsiteY101" fmla="*/ 46561 h 243397"/>
                <a:gd name="connsiteX102" fmla="*/ 66506 w 175179"/>
                <a:gd name="connsiteY102" fmla="*/ 46561 h 243397"/>
                <a:gd name="connsiteX103" fmla="*/ 65018 w 175179"/>
                <a:gd name="connsiteY103" fmla="*/ 49538 h 243397"/>
                <a:gd name="connsiteX104" fmla="*/ 63530 w 175179"/>
                <a:gd name="connsiteY104" fmla="*/ 50282 h 243397"/>
                <a:gd name="connsiteX105" fmla="*/ 62786 w 175179"/>
                <a:gd name="connsiteY105" fmla="*/ 52514 h 243397"/>
                <a:gd name="connsiteX106" fmla="*/ 59065 w 175179"/>
                <a:gd name="connsiteY106" fmla="*/ 56235 h 243397"/>
                <a:gd name="connsiteX107" fmla="*/ 57577 w 175179"/>
                <a:gd name="connsiteY107" fmla="*/ 59211 h 243397"/>
                <a:gd name="connsiteX108" fmla="*/ 56088 w 175179"/>
                <a:gd name="connsiteY108" fmla="*/ 59956 h 243397"/>
                <a:gd name="connsiteX109" fmla="*/ 55716 w 175179"/>
                <a:gd name="connsiteY109" fmla="*/ 61816 h 243397"/>
                <a:gd name="connsiteX110" fmla="*/ 55344 w 175179"/>
                <a:gd name="connsiteY110" fmla="*/ 63676 h 243397"/>
                <a:gd name="connsiteX111" fmla="*/ 53856 w 175179"/>
                <a:gd name="connsiteY111" fmla="*/ 64420 h 243397"/>
                <a:gd name="connsiteX112" fmla="*/ 53112 w 175179"/>
                <a:gd name="connsiteY112" fmla="*/ 66653 h 243397"/>
                <a:gd name="connsiteX113" fmla="*/ 50879 w 175179"/>
                <a:gd name="connsiteY113" fmla="*/ 69629 h 243397"/>
                <a:gd name="connsiteX114" fmla="*/ 50414 w 175179"/>
                <a:gd name="connsiteY114" fmla="*/ 73025 h 243397"/>
                <a:gd name="connsiteX115" fmla="*/ 50246 w 175179"/>
                <a:gd name="connsiteY115" fmla="*/ 74888 h 243397"/>
                <a:gd name="connsiteX116" fmla="*/ 50135 w 175179"/>
                <a:gd name="connsiteY116" fmla="*/ 76327 h 243397"/>
                <a:gd name="connsiteX117" fmla="*/ 47159 w 175179"/>
                <a:gd name="connsiteY117" fmla="*/ 76327 h 243397"/>
                <a:gd name="connsiteX118" fmla="*/ 47159 w 175179"/>
                <a:gd name="connsiteY118" fmla="*/ 84512 h 243397"/>
                <a:gd name="connsiteX119" fmla="*/ 44926 w 175179"/>
                <a:gd name="connsiteY119" fmla="*/ 84512 h 243397"/>
                <a:gd name="connsiteX120" fmla="*/ 44816 w 175179"/>
                <a:gd name="connsiteY120" fmla="*/ 87253 h 243397"/>
                <a:gd name="connsiteX121" fmla="*/ 44647 w 175179"/>
                <a:gd name="connsiteY121" fmla="*/ 90791 h 243397"/>
                <a:gd name="connsiteX122" fmla="*/ 44578 w 175179"/>
                <a:gd name="connsiteY122" fmla="*/ 92600 h 243397"/>
                <a:gd name="connsiteX123" fmla="*/ 44182 w 175179"/>
                <a:gd name="connsiteY123" fmla="*/ 97163 h 243397"/>
                <a:gd name="connsiteX124" fmla="*/ 42694 w 175179"/>
                <a:gd name="connsiteY124" fmla="*/ 97907 h 243397"/>
                <a:gd name="connsiteX125" fmla="*/ 42457 w 175179"/>
                <a:gd name="connsiteY125" fmla="*/ 102841 h 243397"/>
                <a:gd name="connsiteX126" fmla="*/ 42434 w 175179"/>
                <a:gd name="connsiteY126" fmla="*/ 104403 h 243397"/>
                <a:gd name="connsiteX127" fmla="*/ 42386 w 175179"/>
                <a:gd name="connsiteY127" fmla="*/ 109537 h 243397"/>
                <a:gd name="connsiteX128" fmla="*/ 42342 w 175179"/>
                <a:gd name="connsiteY128" fmla="*/ 113087 h 243397"/>
                <a:gd name="connsiteX129" fmla="*/ 42247 w 175179"/>
                <a:gd name="connsiteY129" fmla="*/ 122450 h 243397"/>
                <a:gd name="connsiteX130" fmla="*/ 42142 w 175179"/>
                <a:gd name="connsiteY130" fmla="*/ 131996 h 243397"/>
                <a:gd name="connsiteX131" fmla="*/ 41950 w 175179"/>
                <a:gd name="connsiteY131" fmla="*/ 150741 h 243397"/>
                <a:gd name="connsiteX132" fmla="*/ 44182 w 175179"/>
                <a:gd name="connsiteY132" fmla="*/ 150741 h 243397"/>
                <a:gd name="connsiteX133" fmla="*/ 44926 w 175179"/>
                <a:gd name="connsiteY133" fmla="*/ 164135 h 243397"/>
                <a:gd name="connsiteX134" fmla="*/ 47159 w 175179"/>
                <a:gd name="connsiteY134" fmla="*/ 164135 h 243397"/>
                <a:gd name="connsiteX135" fmla="*/ 47243 w 175179"/>
                <a:gd name="connsiteY135" fmla="*/ 165737 h 243397"/>
                <a:gd name="connsiteX136" fmla="*/ 47391 w 175179"/>
                <a:gd name="connsiteY136" fmla="*/ 167809 h 243397"/>
                <a:gd name="connsiteX137" fmla="*/ 47522 w 175179"/>
                <a:gd name="connsiteY137" fmla="*/ 169876 h 243397"/>
                <a:gd name="connsiteX138" fmla="*/ 47903 w 175179"/>
                <a:gd name="connsiteY138" fmla="*/ 171577 h 243397"/>
                <a:gd name="connsiteX139" fmla="*/ 50135 w 175179"/>
                <a:gd name="connsiteY139" fmla="*/ 172321 h 243397"/>
                <a:gd name="connsiteX140" fmla="*/ 50879 w 175179"/>
                <a:gd name="connsiteY140" fmla="*/ 177530 h 243397"/>
                <a:gd name="connsiteX141" fmla="*/ 52368 w 175179"/>
                <a:gd name="connsiteY141" fmla="*/ 178274 h 243397"/>
                <a:gd name="connsiteX142" fmla="*/ 53112 w 175179"/>
                <a:gd name="connsiteY142" fmla="*/ 183483 h 243397"/>
                <a:gd name="connsiteX143" fmla="*/ 55344 w 175179"/>
                <a:gd name="connsiteY143" fmla="*/ 183483 h 243397"/>
                <a:gd name="connsiteX144" fmla="*/ 55205 w 175179"/>
                <a:gd name="connsiteY144" fmla="*/ 185297 h 243397"/>
                <a:gd name="connsiteX145" fmla="*/ 55344 w 175179"/>
                <a:gd name="connsiteY145" fmla="*/ 187204 h 243397"/>
                <a:gd name="connsiteX146" fmla="*/ 57577 w 175179"/>
                <a:gd name="connsiteY146" fmla="*/ 187948 h 243397"/>
                <a:gd name="connsiteX147" fmla="*/ 59484 w 175179"/>
                <a:gd name="connsiteY147" fmla="*/ 190552 h 243397"/>
                <a:gd name="connsiteX148" fmla="*/ 62786 w 175179"/>
                <a:gd name="connsiteY148" fmla="*/ 193901 h 243397"/>
                <a:gd name="connsiteX149" fmla="*/ 63530 w 175179"/>
                <a:gd name="connsiteY149" fmla="*/ 196133 h 243397"/>
                <a:gd name="connsiteX150" fmla="*/ 65018 w 175179"/>
                <a:gd name="connsiteY150" fmla="*/ 196505 h 243397"/>
                <a:gd name="connsiteX151" fmla="*/ 66506 w 175179"/>
                <a:gd name="connsiteY151" fmla="*/ 196877 h 243397"/>
                <a:gd name="connsiteX152" fmla="*/ 67251 w 175179"/>
                <a:gd name="connsiteY152" fmla="*/ 199110 h 243397"/>
                <a:gd name="connsiteX153" fmla="*/ 69111 w 175179"/>
                <a:gd name="connsiteY153" fmla="*/ 199854 h 243397"/>
                <a:gd name="connsiteX154" fmla="*/ 70971 w 175179"/>
                <a:gd name="connsiteY154" fmla="*/ 200598 h 243397"/>
                <a:gd name="connsiteX155" fmla="*/ 71715 w 175179"/>
                <a:gd name="connsiteY155" fmla="*/ 202831 h 243397"/>
                <a:gd name="connsiteX156" fmla="*/ 76924 w 175179"/>
                <a:gd name="connsiteY156" fmla="*/ 203575 h 243397"/>
                <a:gd name="connsiteX157" fmla="*/ 76924 w 175179"/>
                <a:gd name="connsiteY157" fmla="*/ 206551 h 243397"/>
                <a:gd name="connsiteX158" fmla="*/ 78526 w 175179"/>
                <a:gd name="connsiteY158" fmla="*/ 206636 h 243397"/>
                <a:gd name="connsiteX159" fmla="*/ 80599 w 175179"/>
                <a:gd name="connsiteY159" fmla="*/ 206784 h 243397"/>
                <a:gd name="connsiteX160" fmla="*/ 82665 w 175179"/>
                <a:gd name="connsiteY160" fmla="*/ 206915 h 243397"/>
                <a:gd name="connsiteX161" fmla="*/ 84366 w 175179"/>
                <a:gd name="connsiteY161" fmla="*/ 207295 h 243397"/>
                <a:gd name="connsiteX162" fmla="*/ 85110 w 175179"/>
                <a:gd name="connsiteY162" fmla="*/ 209528 h 243397"/>
                <a:gd name="connsiteX163" fmla="*/ 93234 w 175179"/>
                <a:gd name="connsiteY163" fmla="*/ 209855 h 243397"/>
                <a:gd name="connsiteX164" fmla="*/ 97760 w 175179"/>
                <a:gd name="connsiteY164" fmla="*/ 210272 h 243397"/>
                <a:gd name="connsiteX165" fmla="*/ 98071 w 175179"/>
                <a:gd name="connsiteY165" fmla="*/ 211759 h 243397"/>
                <a:gd name="connsiteX166" fmla="*/ 98504 w 175179"/>
                <a:gd name="connsiteY166" fmla="*/ 213248 h 243397"/>
                <a:gd name="connsiteX167" fmla="*/ 102295 w 175179"/>
                <a:gd name="connsiteY167" fmla="*/ 213644 h 243397"/>
                <a:gd name="connsiteX168" fmla="*/ 104617 w 175179"/>
                <a:gd name="connsiteY168" fmla="*/ 213655 h 243397"/>
                <a:gd name="connsiteX169" fmla="*/ 107062 w 175179"/>
                <a:gd name="connsiteY169" fmla="*/ 213621 h 243397"/>
                <a:gd name="connsiteX170" fmla="*/ 109507 w 175179"/>
                <a:gd name="connsiteY170" fmla="*/ 213655 h 243397"/>
                <a:gd name="connsiteX171" fmla="*/ 111829 w 175179"/>
                <a:gd name="connsiteY171" fmla="*/ 213644 h 243397"/>
                <a:gd name="connsiteX172" fmla="*/ 113976 w 175179"/>
                <a:gd name="connsiteY172" fmla="*/ 213634 h 243397"/>
                <a:gd name="connsiteX173" fmla="*/ 115620 w 175179"/>
                <a:gd name="connsiteY173" fmla="*/ 213248 h 243397"/>
                <a:gd name="connsiteX174" fmla="*/ 116364 w 175179"/>
                <a:gd name="connsiteY174" fmla="*/ 210272 h 243397"/>
                <a:gd name="connsiteX175" fmla="*/ 122317 w 175179"/>
                <a:gd name="connsiteY175" fmla="*/ 209853 h 243397"/>
                <a:gd name="connsiteX176" fmla="*/ 128270 w 175179"/>
                <a:gd name="connsiteY176" fmla="*/ 209528 h 243397"/>
                <a:gd name="connsiteX177" fmla="*/ 129014 w 175179"/>
                <a:gd name="connsiteY177" fmla="*/ 207295 h 243397"/>
                <a:gd name="connsiteX178" fmla="*/ 132781 w 175179"/>
                <a:gd name="connsiteY178" fmla="*/ 206784 h 243397"/>
                <a:gd name="connsiteX179" fmla="*/ 134854 w 175179"/>
                <a:gd name="connsiteY179" fmla="*/ 206636 h 243397"/>
                <a:gd name="connsiteX180" fmla="*/ 136456 w 175179"/>
                <a:gd name="connsiteY180" fmla="*/ 206551 h 243397"/>
                <a:gd name="connsiteX181" fmla="*/ 136456 w 175179"/>
                <a:gd name="connsiteY181" fmla="*/ 203575 h 243397"/>
                <a:gd name="connsiteX182" fmla="*/ 141034 w 175179"/>
                <a:gd name="connsiteY182" fmla="*/ 203211 h 243397"/>
                <a:gd name="connsiteX183" fmla="*/ 142409 w 175179"/>
                <a:gd name="connsiteY183" fmla="*/ 202831 h 243397"/>
                <a:gd name="connsiteX184" fmla="*/ 143153 w 175179"/>
                <a:gd name="connsiteY184" fmla="*/ 200598 h 243397"/>
                <a:gd name="connsiteX185" fmla="*/ 148362 w 175179"/>
                <a:gd name="connsiteY185" fmla="*/ 199854 h 243397"/>
                <a:gd name="connsiteX186" fmla="*/ 148362 w 175179"/>
                <a:gd name="connsiteY186" fmla="*/ 196877 h 243397"/>
                <a:gd name="connsiteX187" fmla="*/ 152083 w 175179"/>
                <a:gd name="connsiteY187" fmla="*/ 196133 h 243397"/>
                <a:gd name="connsiteX188" fmla="*/ 152827 w 175179"/>
                <a:gd name="connsiteY188" fmla="*/ 193157 h 243397"/>
                <a:gd name="connsiteX189" fmla="*/ 156547 w 175179"/>
                <a:gd name="connsiteY189" fmla="*/ 193901 h 243397"/>
                <a:gd name="connsiteX190" fmla="*/ 156827 w 175179"/>
                <a:gd name="connsiteY190" fmla="*/ 192459 h 243397"/>
                <a:gd name="connsiteX191" fmla="*/ 157292 w 175179"/>
                <a:gd name="connsiteY191" fmla="*/ 190924 h 243397"/>
                <a:gd name="connsiteX192" fmla="*/ 158780 w 175179"/>
                <a:gd name="connsiteY192" fmla="*/ 190180 h 243397"/>
                <a:gd name="connsiteX193" fmla="*/ 159017 w 175179"/>
                <a:gd name="connsiteY193" fmla="*/ 186270 h 243397"/>
                <a:gd name="connsiteX194" fmla="*/ 159062 w 175179"/>
                <a:gd name="connsiteY194" fmla="*/ 183742 h 243397"/>
                <a:gd name="connsiteX195" fmla="*/ 159088 w 175179"/>
                <a:gd name="connsiteY195" fmla="*/ 180992 h 243397"/>
                <a:gd name="connsiteX196" fmla="*/ 159132 w 175179"/>
                <a:gd name="connsiteY196" fmla="*/ 178192 h 243397"/>
                <a:gd name="connsiteX197" fmla="*/ 159227 w 175179"/>
                <a:gd name="connsiteY197" fmla="*/ 170812 h 243397"/>
                <a:gd name="connsiteX198" fmla="*/ 159332 w 175179"/>
                <a:gd name="connsiteY198" fmla="*/ 163285 h 243397"/>
                <a:gd name="connsiteX199" fmla="*/ 159524 w 175179"/>
                <a:gd name="connsiteY199" fmla="*/ 148508 h 243397"/>
                <a:gd name="connsiteX200" fmla="*/ 158351 w 175179"/>
                <a:gd name="connsiteY200" fmla="*/ 148874 h 243397"/>
                <a:gd name="connsiteX201" fmla="*/ 151508 w 175179"/>
                <a:gd name="connsiteY201" fmla="*/ 149349 h 243397"/>
                <a:gd name="connsiteX202" fmla="*/ 149993 w 175179"/>
                <a:gd name="connsiteY202" fmla="*/ 149353 h 243397"/>
                <a:gd name="connsiteX203" fmla="*/ 145051 w 175179"/>
                <a:gd name="connsiteY203" fmla="*/ 149351 h 243397"/>
                <a:gd name="connsiteX204" fmla="*/ 141616 w 175179"/>
                <a:gd name="connsiteY204" fmla="*/ 149353 h 243397"/>
                <a:gd name="connsiteX205" fmla="*/ 134427 w 175179"/>
                <a:gd name="connsiteY205" fmla="*/ 149349 h 243397"/>
                <a:gd name="connsiteX206" fmla="*/ 125193 w 175179"/>
                <a:gd name="connsiteY206" fmla="*/ 149352 h 243397"/>
                <a:gd name="connsiteX207" fmla="*/ 118105 w 175179"/>
                <a:gd name="connsiteY207" fmla="*/ 149352 h 243397"/>
                <a:gd name="connsiteX208" fmla="*/ 114698 w 175179"/>
                <a:gd name="connsiteY208" fmla="*/ 149354 h 243397"/>
                <a:gd name="connsiteX209" fmla="*/ 109952 w 175179"/>
                <a:gd name="connsiteY209" fmla="*/ 149349 h 243397"/>
                <a:gd name="connsiteX210" fmla="*/ 107221 w 175179"/>
                <a:gd name="connsiteY210" fmla="*/ 149347 h 243397"/>
                <a:gd name="connsiteX211" fmla="*/ 104458 w 175179"/>
                <a:gd name="connsiteY211" fmla="*/ 148508 h 243397"/>
                <a:gd name="connsiteX212" fmla="*/ 104359 w 175179"/>
                <a:gd name="connsiteY212" fmla="*/ 141951 h 243397"/>
                <a:gd name="connsiteX213" fmla="*/ 104357 w 175179"/>
                <a:gd name="connsiteY213" fmla="*/ 139957 h 243397"/>
                <a:gd name="connsiteX214" fmla="*/ 104361 w 175179"/>
                <a:gd name="connsiteY214" fmla="*/ 135776 h 243397"/>
                <a:gd name="connsiteX215" fmla="*/ 104356 w 175179"/>
                <a:gd name="connsiteY215" fmla="*/ 129352 h 243397"/>
                <a:gd name="connsiteX216" fmla="*/ 104359 w 175179"/>
                <a:gd name="connsiteY216" fmla="*/ 125300 h 243397"/>
                <a:gd name="connsiteX217" fmla="*/ 104354 w 175179"/>
                <a:gd name="connsiteY217" fmla="*/ 123346 h 243397"/>
                <a:gd name="connsiteX218" fmla="*/ 105202 w 175179"/>
                <a:gd name="connsiteY218" fmla="*/ 117999 h 243397"/>
                <a:gd name="connsiteX219" fmla="*/ 108371 w 175179"/>
                <a:gd name="connsiteY219" fmla="*/ 117909 h 243397"/>
                <a:gd name="connsiteX220" fmla="*/ 110437 w 175179"/>
                <a:gd name="connsiteY220" fmla="*/ 117906 h 243397"/>
                <a:gd name="connsiteX221" fmla="*/ 112732 w 175179"/>
                <a:gd name="connsiteY221" fmla="*/ 117914 h 243397"/>
                <a:gd name="connsiteX222" fmla="*/ 115169 w 175179"/>
                <a:gd name="connsiteY222" fmla="*/ 117914 h 243397"/>
                <a:gd name="connsiteX223" fmla="*/ 123018 w 175179"/>
                <a:gd name="connsiteY223" fmla="*/ 117926 h 243397"/>
                <a:gd name="connsiteX224" fmla="*/ 127847 w 175179"/>
                <a:gd name="connsiteY224" fmla="*/ 117928 h 243397"/>
                <a:gd name="connsiteX225" fmla="*/ 145804 w 175179"/>
                <a:gd name="connsiteY225" fmla="*/ 117952 h 243397"/>
                <a:gd name="connsiteX226" fmla="*/ 186313 w 175179"/>
                <a:gd name="connsiteY226" fmla="*/ 117999 h 243397"/>
                <a:gd name="connsiteX227" fmla="*/ 186313 w 175179"/>
                <a:gd name="connsiteY227" fmla="*/ 210272 h 243397"/>
                <a:gd name="connsiteX228" fmla="*/ 183337 w 175179"/>
                <a:gd name="connsiteY228" fmla="*/ 210272 h 243397"/>
                <a:gd name="connsiteX229" fmla="*/ 183337 w 175179"/>
                <a:gd name="connsiteY229" fmla="*/ 213248 h 243397"/>
                <a:gd name="connsiteX230" fmla="*/ 179616 w 175179"/>
                <a:gd name="connsiteY230" fmla="*/ 215481 h 243397"/>
                <a:gd name="connsiteX231" fmla="*/ 179616 w 175179"/>
                <a:gd name="connsiteY231" fmla="*/ 216969 h 243397"/>
                <a:gd name="connsiteX232" fmla="*/ 177848 w 175179"/>
                <a:gd name="connsiteY232" fmla="*/ 217248 h 243397"/>
                <a:gd name="connsiteX233" fmla="*/ 175895 w 175179"/>
                <a:gd name="connsiteY233" fmla="*/ 217713 h 243397"/>
                <a:gd name="connsiteX234" fmla="*/ 174407 w 175179"/>
                <a:gd name="connsiteY234" fmla="*/ 220690 h 243397"/>
                <a:gd name="connsiteX235" fmla="*/ 172174 w 175179"/>
                <a:gd name="connsiteY235" fmla="*/ 220690 h 243397"/>
                <a:gd name="connsiteX236" fmla="*/ 171942 w 175179"/>
                <a:gd name="connsiteY236" fmla="*/ 222085 h 243397"/>
                <a:gd name="connsiteX237" fmla="*/ 171430 w 175179"/>
                <a:gd name="connsiteY237" fmla="*/ 223666 h 243397"/>
                <a:gd name="connsiteX238" fmla="*/ 166965 w 175179"/>
                <a:gd name="connsiteY238" fmla="*/ 225155 h 243397"/>
                <a:gd name="connsiteX239" fmla="*/ 166965 w 175179"/>
                <a:gd name="connsiteY239" fmla="*/ 227387 h 243397"/>
                <a:gd name="connsiteX240" fmla="*/ 164407 w 175179"/>
                <a:gd name="connsiteY240" fmla="*/ 227573 h 243397"/>
                <a:gd name="connsiteX241" fmla="*/ 161756 w 175179"/>
                <a:gd name="connsiteY241" fmla="*/ 228131 h 243397"/>
                <a:gd name="connsiteX242" fmla="*/ 161384 w 175179"/>
                <a:gd name="connsiteY242" fmla="*/ 229666 h 243397"/>
                <a:gd name="connsiteX243" fmla="*/ 161012 w 175179"/>
                <a:gd name="connsiteY243" fmla="*/ 231108 h 243397"/>
                <a:gd name="connsiteX244" fmla="*/ 155803 w 175179"/>
                <a:gd name="connsiteY244" fmla="*/ 231108 h 243397"/>
                <a:gd name="connsiteX245" fmla="*/ 155803 w 175179"/>
                <a:gd name="connsiteY245" fmla="*/ 234084 h 243397"/>
                <a:gd name="connsiteX246" fmla="*/ 153245 w 175179"/>
                <a:gd name="connsiteY246" fmla="*/ 234270 h 243397"/>
                <a:gd name="connsiteX247" fmla="*/ 150594 w 175179"/>
                <a:gd name="connsiteY247" fmla="*/ 234829 h 243397"/>
                <a:gd name="connsiteX248" fmla="*/ 150289 w 175179"/>
                <a:gd name="connsiteY248" fmla="*/ 236326 h 243397"/>
                <a:gd name="connsiteX249" fmla="*/ 149850 w 175179"/>
                <a:gd name="connsiteY249" fmla="*/ 237805 h 243397"/>
                <a:gd name="connsiteX250" fmla="*/ 146130 w 175179"/>
                <a:gd name="connsiteY250" fmla="*/ 238224 h 243397"/>
                <a:gd name="connsiteX251" fmla="*/ 142409 w 175179"/>
                <a:gd name="connsiteY251" fmla="*/ 238549 h 243397"/>
                <a:gd name="connsiteX252" fmla="*/ 141665 w 175179"/>
                <a:gd name="connsiteY252" fmla="*/ 240782 h 243397"/>
                <a:gd name="connsiteX253" fmla="*/ 134153 w 175179"/>
                <a:gd name="connsiteY253" fmla="*/ 241151 h 243397"/>
                <a:gd name="connsiteX254" fmla="*/ 131991 w 175179"/>
                <a:gd name="connsiteY254" fmla="*/ 241526 h 243397"/>
                <a:gd name="connsiteX255" fmla="*/ 131753 w 175179"/>
                <a:gd name="connsiteY255" fmla="*/ 243014 h 243397"/>
                <a:gd name="connsiteX256" fmla="*/ 131247 w 175179"/>
                <a:gd name="connsiteY256" fmla="*/ 244502 h 243397"/>
                <a:gd name="connsiteX257" fmla="*/ 126939 w 175179"/>
                <a:gd name="connsiteY257" fmla="*/ 244876 h 243397"/>
                <a:gd name="connsiteX258" fmla="*/ 124147 w 175179"/>
                <a:gd name="connsiteY258" fmla="*/ 244897 h 243397"/>
                <a:gd name="connsiteX259" fmla="*/ 121108 w 175179"/>
                <a:gd name="connsiteY259" fmla="*/ 244872 h 243397"/>
                <a:gd name="connsiteX260" fmla="*/ 118013 w 175179"/>
                <a:gd name="connsiteY260" fmla="*/ 244875 h 243397"/>
                <a:gd name="connsiteX261" fmla="*/ 111520 w 175179"/>
                <a:gd name="connsiteY261" fmla="*/ 244850 h 243397"/>
                <a:gd name="connsiteX262" fmla="*/ 103179 w 175179"/>
                <a:gd name="connsiteY262" fmla="*/ 244840 h 243397"/>
                <a:gd name="connsiteX263" fmla="*/ 96786 w 175179"/>
                <a:gd name="connsiteY263" fmla="*/ 244830 h 243397"/>
                <a:gd name="connsiteX264" fmla="*/ 93710 w 175179"/>
                <a:gd name="connsiteY264" fmla="*/ 244829 h 243397"/>
                <a:gd name="connsiteX265" fmla="*/ 89418 w 175179"/>
                <a:gd name="connsiteY265" fmla="*/ 244803 h 243397"/>
                <a:gd name="connsiteX266" fmla="*/ 86946 w 175179"/>
                <a:gd name="connsiteY266" fmla="*/ 244791 h 243397"/>
                <a:gd name="connsiteX267" fmla="*/ 85110 w 175179"/>
                <a:gd name="connsiteY267" fmla="*/ 244502 h 243397"/>
                <a:gd name="connsiteX268" fmla="*/ 84366 w 175179"/>
                <a:gd name="connsiteY268" fmla="*/ 242270 h 243397"/>
                <a:gd name="connsiteX269" fmla="*/ 78936 w 175179"/>
                <a:gd name="connsiteY269" fmla="*/ 241398 h 243397"/>
                <a:gd name="connsiteX270" fmla="*/ 77110 w 175179"/>
                <a:gd name="connsiteY270" fmla="*/ 241247 h 243397"/>
                <a:gd name="connsiteX271" fmla="*/ 75355 w 175179"/>
                <a:gd name="connsiteY271" fmla="*/ 241136 h 243397"/>
                <a:gd name="connsiteX272" fmla="*/ 73948 w 175179"/>
                <a:gd name="connsiteY272" fmla="*/ 240782 h 243397"/>
                <a:gd name="connsiteX273" fmla="*/ 73204 w 175179"/>
                <a:gd name="connsiteY273" fmla="*/ 238549 h 243397"/>
                <a:gd name="connsiteX274" fmla="*/ 68018 w 175179"/>
                <a:gd name="connsiteY274" fmla="*/ 238180 h 243397"/>
                <a:gd name="connsiteX275" fmla="*/ 66506 w 175179"/>
                <a:gd name="connsiteY275" fmla="*/ 237805 h 243397"/>
                <a:gd name="connsiteX276" fmla="*/ 65762 w 175179"/>
                <a:gd name="connsiteY276" fmla="*/ 234829 h 243397"/>
                <a:gd name="connsiteX277" fmla="*/ 62786 w 175179"/>
                <a:gd name="connsiteY277" fmla="*/ 234410 h 243397"/>
                <a:gd name="connsiteX278" fmla="*/ 59809 w 175179"/>
                <a:gd name="connsiteY278" fmla="*/ 234084 h 243397"/>
                <a:gd name="connsiteX279" fmla="*/ 59065 w 175179"/>
                <a:gd name="connsiteY279" fmla="*/ 231852 h 243397"/>
                <a:gd name="connsiteX280" fmla="*/ 57158 w 175179"/>
                <a:gd name="connsiteY280" fmla="*/ 231526 h 243397"/>
                <a:gd name="connsiteX281" fmla="*/ 55344 w 175179"/>
                <a:gd name="connsiteY281" fmla="*/ 231108 h 243397"/>
                <a:gd name="connsiteX282" fmla="*/ 55344 w 175179"/>
                <a:gd name="connsiteY282" fmla="*/ 228131 h 243397"/>
                <a:gd name="connsiteX283" fmla="*/ 53158 w 175179"/>
                <a:gd name="connsiteY283" fmla="*/ 227992 h 243397"/>
                <a:gd name="connsiteX284" fmla="*/ 50879 w 175179"/>
                <a:gd name="connsiteY284" fmla="*/ 227387 h 243397"/>
                <a:gd name="connsiteX285" fmla="*/ 50135 w 175179"/>
                <a:gd name="connsiteY285" fmla="*/ 223666 h 243397"/>
                <a:gd name="connsiteX286" fmla="*/ 46415 w 175179"/>
                <a:gd name="connsiteY286" fmla="*/ 223666 h 243397"/>
                <a:gd name="connsiteX287" fmla="*/ 46415 w 175179"/>
                <a:gd name="connsiteY287" fmla="*/ 221434 h 243397"/>
                <a:gd name="connsiteX288" fmla="*/ 43438 w 175179"/>
                <a:gd name="connsiteY288" fmla="*/ 219946 h 243397"/>
                <a:gd name="connsiteX289" fmla="*/ 38973 w 175179"/>
                <a:gd name="connsiteY289" fmla="*/ 213993 h 243397"/>
                <a:gd name="connsiteX290" fmla="*/ 36741 w 175179"/>
                <a:gd name="connsiteY290" fmla="*/ 213248 h 243397"/>
                <a:gd name="connsiteX291" fmla="*/ 35997 w 175179"/>
                <a:gd name="connsiteY291" fmla="*/ 210272 h 243397"/>
                <a:gd name="connsiteX292" fmla="*/ 33764 w 175179"/>
                <a:gd name="connsiteY292" fmla="*/ 208784 h 243397"/>
                <a:gd name="connsiteX293" fmla="*/ 33764 w 175179"/>
                <a:gd name="connsiteY293" fmla="*/ 206551 h 243397"/>
                <a:gd name="connsiteX294" fmla="*/ 32369 w 175179"/>
                <a:gd name="connsiteY294" fmla="*/ 205900 h 243397"/>
                <a:gd name="connsiteX295" fmla="*/ 29299 w 175179"/>
                <a:gd name="connsiteY295" fmla="*/ 201342 h 243397"/>
                <a:gd name="connsiteX296" fmla="*/ 27811 w 175179"/>
                <a:gd name="connsiteY296" fmla="*/ 200598 h 243397"/>
                <a:gd name="connsiteX297" fmla="*/ 27067 w 175179"/>
                <a:gd name="connsiteY297" fmla="*/ 196877 h 243397"/>
                <a:gd name="connsiteX298" fmla="*/ 25579 w 175179"/>
                <a:gd name="connsiteY298" fmla="*/ 196133 h 243397"/>
                <a:gd name="connsiteX299" fmla="*/ 24835 w 175179"/>
                <a:gd name="connsiteY299" fmla="*/ 190180 h 243397"/>
                <a:gd name="connsiteX300" fmla="*/ 22602 w 175179"/>
                <a:gd name="connsiteY300" fmla="*/ 190180 h 243397"/>
                <a:gd name="connsiteX301" fmla="*/ 22370 w 175179"/>
                <a:gd name="connsiteY301" fmla="*/ 187994 h 243397"/>
                <a:gd name="connsiteX302" fmla="*/ 21858 w 175179"/>
                <a:gd name="connsiteY302" fmla="*/ 185715 h 243397"/>
                <a:gd name="connsiteX303" fmla="*/ 19626 w 175179"/>
                <a:gd name="connsiteY303" fmla="*/ 184971 h 243397"/>
                <a:gd name="connsiteX304" fmla="*/ 19207 w 175179"/>
                <a:gd name="connsiteY304" fmla="*/ 181250 h 243397"/>
                <a:gd name="connsiteX305" fmla="*/ 18881 w 175179"/>
                <a:gd name="connsiteY305" fmla="*/ 177530 h 243397"/>
                <a:gd name="connsiteX306" fmla="*/ 17393 w 175179"/>
                <a:gd name="connsiteY306" fmla="*/ 176786 h 243397"/>
                <a:gd name="connsiteX307" fmla="*/ 16977 w 175179"/>
                <a:gd name="connsiteY307" fmla="*/ 170437 h 243397"/>
                <a:gd name="connsiteX308" fmla="*/ 16649 w 175179"/>
                <a:gd name="connsiteY308" fmla="*/ 168600 h 243397"/>
                <a:gd name="connsiteX309" fmla="*/ 14417 w 175179"/>
                <a:gd name="connsiteY309" fmla="*/ 167856 h 243397"/>
                <a:gd name="connsiteX310" fmla="*/ 14114 w 175179"/>
                <a:gd name="connsiteY310" fmla="*/ 164879 h 243397"/>
                <a:gd name="connsiteX311" fmla="*/ 14065 w 175179"/>
                <a:gd name="connsiteY311" fmla="*/ 163066 h 243397"/>
                <a:gd name="connsiteX312" fmla="*/ 14024 w 175179"/>
                <a:gd name="connsiteY312" fmla="*/ 159252 h 243397"/>
                <a:gd name="connsiteX313" fmla="*/ 13975 w 175179"/>
                <a:gd name="connsiteY313" fmla="*/ 157438 h 243397"/>
                <a:gd name="connsiteX314" fmla="*/ 13959 w 175179"/>
                <a:gd name="connsiteY314" fmla="*/ 155764 h 243397"/>
                <a:gd name="connsiteX315" fmla="*/ 13672 w 175179"/>
                <a:gd name="connsiteY315" fmla="*/ 154461 h 243397"/>
                <a:gd name="connsiteX316" fmla="*/ 11440 w 175179"/>
                <a:gd name="connsiteY316" fmla="*/ 153717 h 243397"/>
                <a:gd name="connsiteX317" fmla="*/ 11151 w 175179"/>
                <a:gd name="connsiteY317" fmla="*/ 148248 h 243397"/>
                <a:gd name="connsiteX318" fmla="*/ 11139 w 175179"/>
                <a:gd name="connsiteY318" fmla="*/ 146514 h 243397"/>
                <a:gd name="connsiteX319" fmla="*/ 11144 w 175179"/>
                <a:gd name="connsiteY319" fmla="*/ 140811 h 243397"/>
                <a:gd name="connsiteX320" fmla="*/ 11137 w 175179"/>
                <a:gd name="connsiteY320" fmla="*/ 136866 h 243397"/>
                <a:gd name="connsiteX321" fmla="*/ 11149 w 175179"/>
                <a:gd name="connsiteY321" fmla="*/ 128585 h 243397"/>
                <a:gd name="connsiteX322" fmla="*/ 11141 w 175179"/>
                <a:gd name="connsiteY322" fmla="*/ 117947 h 243397"/>
                <a:gd name="connsiteX323" fmla="*/ 11141 w 175179"/>
                <a:gd name="connsiteY323" fmla="*/ 109797 h 243397"/>
                <a:gd name="connsiteX324" fmla="*/ 11136 w 175179"/>
                <a:gd name="connsiteY324" fmla="*/ 105873 h 243397"/>
                <a:gd name="connsiteX325" fmla="*/ 11151 w 175179"/>
                <a:gd name="connsiteY325" fmla="*/ 100399 h 243397"/>
                <a:gd name="connsiteX326" fmla="*/ 11137 w 175179"/>
                <a:gd name="connsiteY326" fmla="*/ 98745 h 243397"/>
                <a:gd name="connsiteX327" fmla="*/ 11440 w 175179"/>
                <a:gd name="connsiteY327" fmla="*/ 94930 h 243397"/>
                <a:gd name="connsiteX328" fmla="*/ 13672 w 175179"/>
                <a:gd name="connsiteY328" fmla="*/ 94186 h 243397"/>
                <a:gd name="connsiteX329" fmla="*/ 14053 w 175179"/>
                <a:gd name="connsiteY329" fmla="*/ 91183 h 243397"/>
                <a:gd name="connsiteX330" fmla="*/ 14133 w 175179"/>
                <a:gd name="connsiteY330" fmla="*/ 89359 h 243397"/>
                <a:gd name="connsiteX331" fmla="*/ 14184 w 175179"/>
                <a:gd name="connsiteY331" fmla="*/ 87442 h 243397"/>
                <a:gd name="connsiteX332" fmla="*/ 14261 w 175179"/>
                <a:gd name="connsiteY332" fmla="*/ 85516 h 243397"/>
                <a:gd name="connsiteX333" fmla="*/ 14417 w 175179"/>
                <a:gd name="connsiteY333" fmla="*/ 80791 h 243397"/>
                <a:gd name="connsiteX334" fmla="*/ 15905 w 175179"/>
                <a:gd name="connsiteY334" fmla="*/ 80791 h 243397"/>
                <a:gd name="connsiteX335" fmla="*/ 17039 w 175179"/>
                <a:gd name="connsiteY335" fmla="*/ 73655 h 243397"/>
                <a:gd name="connsiteX336" fmla="*/ 19626 w 175179"/>
                <a:gd name="connsiteY336" fmla="*/ 69629 h 243397"/>
                <a:gd name="connsiteX337" fmla="*/ 19626 w 175179"/>
                <a:gd name="connsiteY337" fmla="*/ 66606 h 243397"/>
                <a:gd name="connsiteX338" fmla="*/ 19626 w 175179"/>
                <a:gd name="connsiteY338" fmla="*/ 63676 h 243397"/>
                <a:gd name="connsiteX339" fmla="*/ 21858 w 175179"/>
                <a:gd name="connsiteY339" fmla="*/ 62188 h 243397"/>
                <a:gd name="connsiteX340" fmla="*/ 22370 w 175179"/>
                <a:gd name="connsiteY340" fmla="*/ 59118 h 243397"/>
                <a:gd name="connsiteX341" fmla="*/ 22602 w 175179"/>
                <a:gd name="connsiteY341" fmla="*/ 56235 h 243397"/>
                <a:gd name="connsiteX342" fmla="*/ 24835 w 175179"/>
                <a:gd name="connsiteY342" fmla="*/ 56235 h 243397"/>
                <a:gd name="connsiteX343" fmla="*/ 25579 w 175179"/>
                <a:gd name="connsiteY343" fmla="*/ 50282 h 243397"/>
                <a:gd name="connsiteX344" fmla="*/ 27811 w 175179"/>
                <a:gd name="connsiteY344" fmla="*/ 50282 h 243397"/>
                <a:gd name="connsiteX345" fmla="*/ 27672 w 175179"/>
                <a:gd name="connsiteY345" fmla="*/ 48561 h 243397"/>
                <a:gd name="connsiteX346" fmla="*/ 30044 w 175179"/>
                <a:gd name="connsiteY346" fmla="*/ 44329 h 243397"/>
                <a:gd name="connsiteX347" fmla="*/ 31532 w 175179"/>
                <a:gd name="connsiteY347" fmla="*/ 40608 h 243397"/>
                <a:gd name="connsiteX348" fmla="*/ 33020 w 175179"/>
                <a:gd name="connsiteY348" fmla="*/ 39864 h 243397"/>
                <a:gd name="connsiteX349" fmla="*/ 33764 w 175179"/>
                <a:gd name="connsiteY349" fmla="*/ 38375 h 243397"/>
                <a:gd name="connsiteX350" fmla="*/ 35997 w 175179"/>
                <a:gd name="connsiteY350" fmla="*/ 36143 h 243397"/>
                <a:gd name="connsiteX351" fmla="*/ 36369 w 175179"/>
                <a:gd name="connsiteY351" fmla="*/ 34655 h 243397"/>
                <a:gd name="connsiteX352" fmla="*/ 36741 w 175179"/>
                <a:gd name="connsiteY352" fmla="*/ 33166 h 243397"/>
                <a:gd name="connsiteX353" fmla="*/ 38229 w 175179"/>
                <a:gd name="connsiteY353" fmla="*/ 32422 h 243397"/>
                <a:gd name="connsiteX354" fmla="*/ 38973 w 175179"/>
                <a:gd name="connsiteY354" fmla="*/ 30190 h 243397"/>
                <a:gd name="connsiteX355" fmla="*/ 41206 w 175179"/>
                <a:gd name="connsiteY355" fmla="*/ 29446 h 243397"/>
                <a:gd name="connsiteX356" fmla="*/ 42694 w 175179"/>
                <a:gd name="connsiteY356" fmla="*/ 26469 h 243397"/>
                <a:gd name="connsiteX357" fmla="*/ 44926 w 175179"/>
                <a:gd name="connsiteY357" fmla="*/ 24237 h 243397"/>
                <a:gd name="connsiteX358" fmla="*/ 48647 w 175179"/>
                <a:gd name="connsiteY358" fmla="*/ 19028 h 243397"/>
                <a:gd name="connsiteX359" fmla="*/ 50879 w 175179"/>
                <a:gd name="connsiteY359" fmla="*/ 19074 h 243397"/>
                <a:gd name="connsiteX360" fmla="*/ 53112 w 175179"/>
                <a:gd name="connsiteY360" fmla="*/ 19028 h 243397"/>
                <a:gd name="connsiteX361" fmla="*/ 53856 w 175179"/>
                <a:gd name="connsiteY361" fmla="*/ 16051 h 243397"/>
                <a:gd name="connsiteX362" fmla="*/ 58321 w 175179"/>
                <a:gd name="connsiteY362" fmla="*/ 15307 h 243397"/>
                <a:gd name="connsiteX363" fmla="*/ 58321 w 175179"/>
                <a:gd name="connsiteY363" fmla="*/ 12331 h 243397"/>
                <a:gd name="connsiteX364" fmla="*/ 64274 w 175179"/>
                <a:gd name="connsiteY364" fmla="*/ 12331 h 243397"/>
                <a:gd name="connsiteX365" fmla="*/ 64274 w 175179"/>
                <a:gd name="connsiteY365" fmla="*/ 8610 h 243397"/>
                <a:gd name="connsiteX366" fmla="*/ 65876 w 175179"/>
                <a:gd name="connsiteY366" fmla="*/ 8526 h 243397"/>
                <a:gd name="connsiteX367" fmla="*/ 67948 w 175179"/>
                <a:gd name="connsiteY367" fmla="*/ 8377 h 243397"/>
                <a:gd name="connsiteX368" fmla="*/ 70015 w 175179"/>
                <a:gd name="connsiteY368" fmla="*/ 8246 h 243397"/>
                <a:gd name="connsiteX369" fmla="*/ 71715 w 175179"/>
                <a:gd name="connsiteY369" fmla="*/ 7866 h 243397"/>
                <a:gd name="connsiteX370" fmla="*/ 72460 w 175179"/>
                <a:gd name="connsiteY370" fmla="*/ 5633 h 243397"/>
                <a:gd name="connsiteX371" fmla="*/ 79971 w 175179"/>
                <a:gd name="connsiteY371" fmla="*/ 5264 h 243397"/>
                <a:gd name="connsiteX372" fmla="*/ 82133 w 175179"/>
                <a:gd name="connsiteY372" fmla="*/ 4889 h 243397"/>
                <a:gd name="connsiteX373" fmla="*/ 82376 w 175179"/>
                <a:gd name="connsiteY373" fmla="*/ 3401 h 243397"/>
                <a:gd name="connsiteX374" fmla="*/ 82878 w 175179"/>
                <a:gd name="connsiteY374" fmla="*/ 1913 h 24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175179" h="243397">
                  <a:moveTo>
                    <a:pt x="82878" y="1913"/>
                  </a:moveTo>
                  <a:cubicBezTo>
                    <a:pt x="84685" y="1535"/>
                    <a:pt x="84685" y="1535"/>
                    <a:pt x="87117" y="1527"/>
                  </a:cubicBezTo>
                  <a:cubicBezTo>
                    <a:pt x="88023" y="1518"/>
                    <a:pt x="88930" y="1509"/>
                    <a:pt x="89864" y="1499"/>
                  </a:cubicBezTo>
                  <a:cubicBezTo>
                    <a:pt x="90860" y="1504"/>
                    <a:pt x="91857" y="1510"/>
                    <a:pt x="92854" y="1517"/>
                  </a:cubicBezTo>
                  <a:cubicBezTo>
                    <a:pt x="93869" y="1515"/>
                    <a:pt x="94883" y="1512"/>
                    <a:pt x="95898" y="1509"/>
                  </a:cubicBezTo>
                  <a:cubicBezTo>
                    <a:pt x="98028" y="1504"/>
                    <a:pt x="100157" y="1511"/>
                    <a:pt x="102287" y="1525"/>
                  </a:cubicBezTo>
                  <a:cubicBezTo>
                    <a:pt x="105022" y="1541"/>
                    <a:pt x="107757" y="1532"/>
                    <a:pt x="110492" y="1514"/>
                  </a:cubicBezTo>
                  <a:cubicBezTo>
                    <a:pt x="112589" y="1503"/>
                    <a:pt x="114685" y="1507"/>
                    <a:pt x="116781" y="1514"/>
                  </a:cubicBezTo>
                  <a:cubicBezTo>
                    <a:pt x="117790" y="1516"/>
                    <a:pt x="118799" y="1514"/>
                    <a:pt x="119808" y="1507"/>
                  </a:cubicBezTo>
                  <a:cubicBezTo>
                    <a:pt x="121215" y="1499"/>
                    <a:pt x="122623" y="1513"/>
                    <a:pt x="124031" y="1527"/>
                  </a:cubicBezTo>
                  <a:cubicBezTo>
                    <a:pt x="124833" y="1530"/>
                    <a:pt x="125636" y="1532"/>
                    <a:pt x="126462" y="1535"/>
                  </a:cubicBezTo>
                  <a:cubicBezTo>
                    <a:pt x="127059" y="1659"/>
                    <a:pt x="127655" y="1784"/>
                    <a:pt x="128270" y="1913"/>
                  </a:cubicBezTo>
                  <a:cubicBezTo>
                    <a:pt x="128762" y="3403"/>
                    <a:pt x="128762" y="3403"/>
                    <a:pt x="129014" y="4889"/>
                  </a:cubicBezTo>
                  <a:cubicBezTo>
                    <a:pt x="131423" y="5306"/>
                    <a:pt x="131423" y="5306"/>
                    <a:pt x="134223" y="5261"/>
                  </a:cubicBezTo>
                  <a:cubicBezTo>
                    <a:pt x="137107" y="5284"/>
                    <a:pt x="137107" y="5284"/>
                    <a:pt x="139432" y="5633"/>
                  </a:cubicBezTo>
                  <a:cubicBezTo>
                    <a:pt x="139921" y="7145"/>
                    <a:pt x="139921" y="7145"/>
                    <a:pt x="140176" y="8610"/>
                  </a:cubicBezTo>
                  <a:cubicBezTo>
                    <a:pt x="141741" y="8859"/>
                    <a:pt x="141741" y="8859"/>
                    <a:pt x="143525" y="8610"/>
                  </a:cubicBezTo>
                  <a:cubicBezTo>
                    <a:pt x="145362" y="8424"/>
                    <a:pt x="145362" y="8424"/>
                    <a:pt x="146874" y="8610"/>
                  </a:cubicBezTo>
                  <a:cubicBezTo>
                    <a:pt x="147318" y="10075"/>
                    <a:pt x="147318" y="10075"/>
                    <a:pt x="147618" y="11586"/>
                  </a:cubicBezTo>
                  <a:cubicBezTo>
                    <a:pt x="149105" y="11840"/>
                    <a:pt x="150594" y="12087"/>
                    <a:pt x="152083" y="12331"/>
                  </a:cubicBezTo>
                  <a:cubicBezTo>
                    <a:pt x="152966" y="13819"/>
                    <a:pt x="152966" y="13819"/>
                    <a:pt x="153571" y="15307"/>
                  </a:cubicBezTo>
                  <a:cubicBezTo>
                    <a:pt x="154308" y="15553"/>
                    <a:pt x="155044" y="15798"/>
                    <a:pt x="155803" y="16051"/>
                  </a:cubicBezTo>
                  <a:cubicBezTo>
                    <a:pt x="156126" y="16811"/>
                    <a:pt x="156126" y="16811"/>
                    <a:pt x="156454" y="17586"/>
                  </a:cubicBezTo>
                  <a:cubicBezTo>
                    <a:pt x="156869" y="18300"/>
                    <a:pt x="156869" y="18300"/>
                    <a:pt x="157292" y="19028"/>
                  </a:cubicBezTo>
                  <a:cubicBezTo>
                    <a:pt x="157921" y="19028"/>
                    <a:pt x="158550" y="19028"/>
                    <a:pt x="159198" y="19028"/>
                  </a:cubicBezTo>
                  <a:cubicBezTo>
                    <a:pt x="159797" y="19028"/>
                    <a:pt x="160396" y="19028"/>
                    <a:pt x="161012" y="19028"/>
                  </a:cubicBezTo>
                  <a:cubicBezTo>
                    <a:pt x="161477" y="20423"/>
                    <a:pt x="161477" y="20423"/>
                    <a:pt x="161756" y="22004"/>
                  </a:cubicBezTo>
                  <a:cubicBezTo>
                    <a:pt x="162493" y="22496"/>
                    <a:pt x="163230" y="22987"/>
                    <a:pt x="163989" y="23493"/>
                  </a:cubicBezTo>
                  <a:cubicBezTo>
                    <a:pt x="164234" y="24229"/>
                    <a:pt x="164480" y="24966"/>
                    <a:pt x="164733" y="25725"/>
                  </a:cubicBezTo>
                  <a:cubicBezTo>
                    <a:pt x="165470" y="26216"/>
                    <a:pt x="166206" y="26707"/>
                    <a:pt x="166965" y="27213"/>
                  </a:cubicBezTo>
                  <a:cubicBezTo>
                    <a:pt x="167211" y="27950"/>
                    <a:pt x="167457" y="28687"/>
                    <a:pt x="167710" y="29446"/>
                  </a:cubicBezTo>
                  <a:cubicBezTo>
                    <a:pt x="168446" y="29937"/>
                    <a:pt x="169183" y="30428"/>
                    <a:pt x="169942" y="30934"/>
                  </a:cubicBezTo>
                  <a:cubicBezTo>
                    <a:pt x="170443" y="32172"/>
                    <a:pt x="170940" y="33412"/>
                    <a:pt x="171430" y="34655"/>
                  </a:cubicBezTo>
                  <a:cubicBezTo>
                    <a:pt x="171921" y="34655"/>
                    <a:pt x="172413" y="34655"/>
                    <a:pt x="172919" y="34655"/>
                  </a:cubicBezTo>
                  <a:cubicBezTo>
                    <a:pt x="173034" y="35898"/>
                    <a:pt x="173034" y="35898"/>
                    <a:pt x="173151" y="37166"/>
                  </a:cubicBezTo>
                  <a:cubicBezTo>
                    <a:pt x="173320" y="38056"/>
                    <a:pt x="173489" y="38947"/>
                    <a:pt x="173663" y="39864"/>
                  </a:cubicBezTo>
                  <a:cubicBezTo>
                    <a:pt x="174399" y="40355"/>
                    <a:pt x="175136" y="40846"/>
                    <a:pt x="175895" y="41352"/>
                  </a:cubicBezTo>
                  <a:cubicBezTo>
                    <a:pt x="176035" y="44050"/>
                    <a:pt x="176035" y="44050"/>
                    <a:pt x="175895" y="46561"/>
                  </a:cubicBezTo>
                  <a:cubicBezTo>
                    <a:pt x="176632" y="46561"/>
                    <a:pt x="177369" y="46561"/>
                    <a:pt x="178128" y="46561"/>
                  </a:cubicBezTo>
                  <a:cubicBezTo>
                    <a:pt x="178619" y="48026"/>
                    <a:pt x="178619" y="48026"/>
                    <a:pt x="178918" y="49910"/>
                  </a:cubicBezTo>
                  <a:cubicBezTo>
                    <a:pt x="179182" y="51736"/>
                    <a:pt x="179182" y="51736"/>
                    <a:pt x="179616" y="53258"/>
                  </a:cubicBezTo>
                  <a:cubicBezTo>
                    <a:pt x="180107" y="53258"/>
                    <a:pt x="180598" y="53258"/>
                    <a:pt x="181104" y="53258"/>
                  </a:cubicBezTo>
                  <a:cubicBezTo>
                    <a:pt x="181146" y="54132"/>
                    <a:pt x="181146" y="54132"/>
                    <a:pt x="181188" y="55023"/>
                  </a:cubicBezTo>
                  <a:cubicBezTo>
                    <a:pt x="181237" y="55776"/>
                    <a:pt x="181286" y="56529"/>
                    <a:pt x="181337" y="57305"/>
                  </a:cubicBezTo>
                  <a:cubicBezTo>
                    <a:pt x="181401" y="58431"/>
                    <a:pt x="181401" y="58431"/>
                    <a:pt x="181467" y="59581"/>
                  </a:cubicBezTo>
                  <a:cubicBezTo>
                    <a:pt x="181593" y="60195"/>
                    <a:pt x="181719" y="60810"/>
                    <a:pt x="181848" y="61444"/>
                  </a:cubicBezTo>
                  <a:cubicBezTo>
                    <a:pt x="182585" y="61689"/>
                    <a:pt x="183322" y="61935"/>
                    <a:pt x="184081" y="62188"/>
                  </a:cubicBezTo>
                  <a:cubicBezTo>
                    <a:pt x="184346" y="63559"/>
                    <a:pt x="184346" y="63559"/>
                    <a:pt x="184325" y="65327"/>
                  </a:cubicBezTo>
                  <a:cubicBezTo>
                    <a:pt x="184321" y="65959"/>
                    <a:pt x="184317" y="66592"/>
                    <a:pt x="184313" y="67243"/>
                  </a:cubicBezTo>
                  <a:cubicBezTo>
                    <a:pt x="184290" y="68240"/>
                    <a:pt x="184290" y="68240"/>
                    <a:pt x="184267" y="69257"/>
                  </a:cubicBezTo>
                  <a:cubicBezTo>
                    <a:pt x="184263" y="69922"/>
                    <a:pt x="184259" y="70587"/>
                    <a:pt x="184255" y="71272"/>
                  </a:cubicBezTo>
                  <a:cubicBezTo>
                    <a:pt x="184195" y="76212"/>
                    <a:pt x="184195" y="76212"/>
                    <a:pt x="183337" y="77071"/>
                  </a:cubicBezTo>
                  <a:cubicBezTo>
                    <a:pt x="180640" y="77222"/>
                    <a:pt x="177944" y="77309"/>
                    <a:pt x="175244" y="77388"/>
                  </a:cubicBezTo>
                  <a:cubicBezTo>
                    <a:pt x="174477" y="77529"/>
                    <a:pt x="173709" y="77670"/>
                    <a:pt x="172919" y="77815"/>
                  </a:cubicBezTo>
                  <a:cubicBezTo>
                    <a:pt x="172796" y="78308"/>
                    <a:pt x="172673" y="78801"/>
                    <a:pt x="172546" y="79309"/>
                  </a:cubicBezTo>
                  <a:cubicBezTo>
                    <a:pt x="172424" y="79798"/>
                    <a:pt x="172301" y="80287"/>
                    <a:pt x="172174" y="80791"/>
                  </a:cubicBezTo>
                  <a:cubicBezTo>
                    <a:pt x="169849" y="81166"/>
                    <a:pt x="169849" y="81166"/>
                    <a:pt x="166965" y="81210"/>
                  </a:cubicBezTo>
                  <a:cubicBezTo>
                    <a:pt x="164169" y="81209"/>
                    <a:pt x="164169" y="81209"/>
                    <a:pt x="161756" y="81536"/>
                  </a:cubicBezTo>
                  <a:cubicBezTo>
                    <a:pt x="161511" y="82272"/>
                    <a:pt x="161265" y="83009"/>
                    <a:pt x="161012" y="83768"/>
                  </a:cubicBezTo>
                  <a:cubicBezTo>
                    <a:pt x="159152" y="83954"/>
                    <a:pt x="159152" y="83954"/>
                    <a:pt x="157292" y="83768"/>
                  </a:cubicBezTo>
                  <a:cubicBezTo>
                    <a:pt x="155517" y="81993"/>
                    <a:pt x="156251" y="77408"/>
                    <a:pt x="156158" y="75004"/>
                  </a:cubicBezTo>
                  <a:cubicBezTo>
                    <a:pt x="156041" y="74213"/>
                    <a:pt x="155924" y="73421"/>
                    <a:pt x="155803" y="72606"/>
                  </a:cubicBezTo>
                  <a:cubicBezTo>
                    <a:pt x="155067" y="72115"/>
                    <a:pt x="154330" y="71624"/>
                    <a:pt x="153571" y="71118"/>
                  </a:cubicBezTo>
                  <a:cubicBezTo>
                    <a:pt x="153242" y="69371"/>
                    <a:pt x="153242" y="69371"/>
                    <a:pt x="153152" y="67350"/>
                  </a:cubicBezTo>
                  <a:cubicBezTo>
                    <a:pt x="153090" y="65382"/>
                    <a:pt x="153090" y="65382"/>
                    <a:pt x="152827" y="63676"/>
                  </a:cubicBezTo>
                  <a:cubicBezTo>
                    <a:pt x="152336" y="63431"/>
                    <a:pt x="151845" y="63185"/>
                    <a:pt x="151338" y="62932"/>
                  </a:cubicBezTo>
                  <a:cubicBezTo>
                    <a:pt x="151177" y="61643"/>
                    <a:pt x="151177" y="61643"/>
                    <a:pt x="151013" y="60328"/>
                  </a:cubicBezTo>
                  <a:cubicBezTo>
                    <a:pt x="150875" y="59468"/>
                    <a:pt x="150737" y="58609"/>
                    <a:pt x="150594" y="57723"/>
                  </a:cubicBezTo>
                  <a:cubicBezTo>
                    <a:pt x="149858" y="57478"/>
                    <a:pt x="149121" y="57232"/>
                    <a:pt x="148362" y="56979"/>
                  </a:cubicBezTo>
                  <a:cubicBezTo>
                    <a:pt x="148222" y="55072"/>
                    <a:pt x="148222" y="55072"/>
                    <a:pt x="148362" y="53258"/>
                  </a:cubicBezTo>
                  <a:cubicBezTo>
                    <a:pt x="147625" y="53258"/>
                    <a:pt x="146889" y="53258"/>
                    <a:pt x="146130" y="53258"/>
                  </a:cubicBezTo>
                  <a:cubicBezTo>
                    <a:pt x="145874" y="52268"/>
                    <a:pt x="145626" y="51276"/>
                    <a:pt x="145385" y="50282"/>
                  </a:cubicBezTo>
                  <a:cubicBezTo>
                    <a:pt x="144649" y="50036"/>
                    <a:pt x="143912" y="49791"/>
                    <a:pt x="143153" y="49538"/>
                  </a:cubicBezTo>
                  <a:cubicBezTo>
                    <a:pt x="142907" y="48801"/>
                    <a:pt x="142662" y="48064"/>
                    <a:pt x="142409" y="47305"/>
                  </a:cubicBezTo>
                  <a:cubicBezTo>
                    <a:pt x="141795" y="47060"/>
                    <a:pt x="141181" y="46814"/>
                    <a:pt x="140548" y="46561"/>
                  </a:cubicBezTo>
                  <a:cubicBezTo>
                    <a:pt x="139935" y="46315"/>
                    <a:pt x="139321" y="46070"/>
                    <a:pt x="138688" y="45817"/>
                  </a:cubicBezTo>
                  <a:cubicBezTo>
                    <a:pt x="138443" y="45080"/>
                    <a:pt x="138197" y="44343"/>
                    <a:pt x="137944" y="43584"/>
                  </a:cubicBezTo>
                  <a:cubicBezTo>
                    <a:pt x="135695" y="43034"/>
                    <a:pt x="135695" y="43034"/>
                    <a:pt x="133479" y="42840"/>
                  </a:cubicBezTo>
                  <a:cubicBezTo>
                    <a:pt x="133479" y="41858"/>
                    <a:pt x="133479" y="40876"/>
                    <a:pt x="133479" y="39864"/>
                  </a:cubicBezTo>
                  <a:cubicBezTo>
                    <a:pt x="132512" y="39925"/>
                    <a:pt x="131545" y="39987"/>
                    <a:pt x="130549" y="40050"/>
                  </a:cubicBezTo>
                  <a:cubicBezTo>
                    <a:pt x="128901" y="40154"/>
                    <a:pt x="128901" y="40154"/>
                    <a:pt x="127526" y="39864"/>
                  </a:cubicBezTo>
                  <a:cubicBezTo>
                    <a:pt x="127457" y="39380"/>
                    <a:pt x="127388" y="38897"/>
                    <a:pt x="127317" y="38399"/>
                  </a:cubicBezTo>
                  <a:cubicBezTo>
                    <a:pt x="127140" y="37900"/>
                    <a:pt x="126964" y="37401"/>
                    <a:pt x="126782" y="36887"/>
                  </a:cubicBezTo>
                  <a:cubicBezTo>
                    <a:pt x="124814" y="36532"/>
                    <a:pt x="123132" y="36369"/>
                    <a:pt x="121154" y="36329"/>
                  </a:cubicBezTo>
                  <a:cubicBezTo>
                    <a:pt x="120625" y="36307"/>
                    <a:pt x="120096" y="36285"/>
                    <a:pt x="119551" y="36262"/>
                  </a:cubicBezTo>
                  <a:cubicBezTo>
                    <a:pt x="118241" y="36209"/>
                    <a:pt x="116930" y="36175"/>
                    <a:pt x="115620" y="36143"/>
                  </a:cubicBezTo>
                  <a:cubicBezTo>
                    <a:pt x="115620" y="35161"/>
                    <a:pt x="115620" y="34179"/>
                    <a:pt x="115620" y="33166"/>
                  </a:cubicBezTo>
                  <a:cubicBezTo>
                    <a:pt x="112411" y="33081"/>
                    <a:pt x="109202" y="33027"/>
                    <a:pt x="105992" y="32980"/>
                  </a:cubicBezTo>
                  <a:cubicBezTo>
                    <a:pt x="105076" y="32956"/>
                    <a:pt x="104159" y="32931"/>
                    <a:pt x="103215" y="32905"/>
                  </a:cubicBezTo>
                  <a:cubicBezTo>
                    <a:pt x="102344" y="32895"/>
                    <a:pt x="101474" y="32886"/>
                    <a:pt x="100577" y="32876"/>
                  </a:cubicBezTo>
                  <a:cubicBezTo>
                    <a:pt x="99770" y="32860"/>
                    <a:pt x="98964" y="32845"/>
                    <a:pt x="98133" y="32829"/>
                  </a:cubicBezTo>
                  <a:cubicBezTo>
                    <a:pt x="97519" y="32940"/>
                    <a:pt x="96905" y="33052"/>
                    <a:pt x="96272" y="33166"/>
                  </a:cubicBezTo>
                  <a:cubicBezTo>
                    <a:pt x="95779" y="34638"/>
                    <a:pt x="95779" y="34638"/>
                    <a:pt x="95528" y="36143"/>
                  </a:cubicBezTo>
                  <a:cubicBezTo>
                    <a:pt x="92779" y="36484"/>
                    <a:pt x="90166" y="36520"/>
                    <a:pt x="87403" y="36506"/>
                  </a:cubicBezTo>
                  <a:cubicBezTo>
                    <a:pt x="85502" y="36512"/>
                    <a:pt x="85502" y="36512"/>
                    <a:pt x="82878" y="36887"/>
                  </a:cubicBezTo>
                  <a:cubicBezTo>
                    <a:pt x="82390" y="38364"/>
                    <a:pt x="82390" y="38364"/>
                    <a:pt x="82133" y="39864"/>
                  </a:cubicBezTo>
                  <a:cubicBezTo>
                    <a:pt x="80112" y="40291"/>
                    <a:pt x="78258" y="39996"/>
                    <a:pt x="76180" y="39864"/>
                  </a:cubicBezTo>
                  <a:cubicBezTo>
                    <a:pt x="76180" y="40846"/>
                    <a:pt x="76180" y="41828"/>
                    <a:pt x="76180" y="42840"/>
                  </a:cubicBezTo>
                  <a:cubicBezTo>
                    <a:pt x="75459" y="42902"/>
                    <a:pt x="74738" y="42963"/>
                    <a:pt x="73994" y="43026"/>
                  </a:cubicBezTo>
                  <a:cubicBezTo>
                    <a:pt x="73242" y="43211"/>
                    <a:pt x="72490" y="43395"/>
                    <a:pt x="71715" y="43584"/>
                  </a:cubicBezTo>
                  <a:cubicBezTo>
                    <a:pt x="71593" y="44091"/>
                    <a:pt x="71470" y="44597"/>
                    <a:pt x="71343" y="45119"/>
                  </a:cubicBezTo>
                  <a:cubicBezTo>
                    <a:pt x="71221" y="45595"/>
                    <a:pt x="71098" y="46071"/>
                    <a:pt x="70971" y="46561"/>
                  </a:cubicBezTo>
                  <a:cubicBezTo>
                    <a:pt x="69483" y="46561"/>
                    <a:pt x="67995" y="46561"/>
                    <a:pt x="66506" y="46561"/>
                  </a:cubicBezTo>
                  <a:cubicBezTo>
                    <a:pt x="65526" y="47963"/>
                    <a:pt x="65526" y="47963"/>
                    <a:pt x="65018" y="49538"/>
                  </a:cubicBezTo>
                  <a:cubicBezTo>
                    <a:pt x="64281" y="49906"/>
                    <a:pt x="64281" y="49906"/>
                    <a:pt x="63530" y="50282"/>
                  </a:cubicBezTo>
                  <a:cubicBezTo>
                    <a:pt x="63162" y="51387"/>
                    <a:pt x="63162" y="51387"/>
                    <a:pt x="62786" y="52514"/>
                  </a:cubicBezTo>
                  <a:cubicBezTo>
                    <a:pt x="61546" y="53754"/>
                    <a:pt x="60305" y="54995"/>
                    <a:pt x="59065" y="56235"/>
                  </a:cubicBezTo>
                  <a:cubicBezTo>
                    <a:pt x="58547" y="57216"/>
                    <a:pt x="58044" y="58205"/>
                    <a:pt x="57577" y="59211"/>
                  </a:cubicBezTo>
                  <a:cubicBezTo>
                    <a:pt x="56840" y="59580"/>
                    <a:pt x="56840" y="59580"/>
                    <a:pt x="56088" y="59956"/>
                  </a:cubicBezTo>
                  <a:cubicBezTo>
                    <a:pt x="55966" y="60569"/>
                    <a:pt x="55843" y="61183"/>
                    <a:pt x="55716" y="61816"/>
                  </a:cubicBezTo>
                  <a:cubicBezTo>
                    <a:pt x="55594" y="62430"/>
                    <a:pt x="55471" y="63044"/>
                    <a:pt x="55344" y="63676"/>
                  </a:cubicBezTo>
                  <a:cubicBezTo>
                    <a:pt x="54608" y="64045"/>
                    <a:pt x="54608" y="64045"/>
                    <a:pt x="53856" y="64420"/>
                  </a:cubicBezTo>
                  <a:cubicBezTo>
                    <a:pt x="53488" y="65525"/>
                    <a:pt x="53488" y="65525"/>
                    <a:pt x="53112" y="66653"/>
                  </a:cubicBezTo>
                  <a:cubicBezTo>
                    <a:pt x="52368" y="68885"/>
                    <a:pt x="52368" y="68885"/>
                    <a:pt x="50879" y="69629"/>
                  </a:cubicBezTo>
                  <a:cubicBezTo>
                    <a:pt x="50532" y="71211"/>
                    <a:pt x="50532" y="71211"/>
                    <a:pt x="50414" y="73025"/>
                  </a:cubicBezTo>
                  <a:cubicBezTo>
                    <a:pt x="50359" y="73639"/>
                    <a:pt x="50303" y="74254"/>
                    <a:pt x="50246" y="74888"/>
                  </a:cubicBezTo>
                  <a:cubicBezTo>
                    <a:pt x="50209" y="75363"/>
                    <a:pt x="50173" y="75837"/>
                    <a:pt x="50135" y="76327"/>
                  </a:cubicBezTo>
                  <a:cubicBezTo>
                    <a:pt x="49153" y="76327"/>
                    <a:pt x="48171" y="76327"/>
                    <a:pt x="47159" y="76327"/>
                  </a:cubicBezTo>
                  <a:cubicBezTo>
                    <a:pt x="47159" y="79028"/>
                    <a:pt x="47159" y="81729"/>
                    <a:pt x="47159" y="84512"/>
                  </a:cubicBezTo>
                  <a:cubicBezTo>
                    <a:pt x="46422" y="84512"/>
                    <a:pt x="45685" y="84512"/>
                    <a:pt x="44926" y="84512"/>
                  </a:cubicBezTo>
                  <a:cubicBezTo>
                    <a:pt x="44890" y="85417"/>
                    <a:pt x="44853" y="86321"/>
                    <a:pt x="44816" y="87253"/>
                  </a:cubicBezTo>
                  <a:cubicBezTo>
                    <a:pt x="44760" y="88433"/>
                    <a:pt x="44704" y="89612"/>
                    <a:pt x="44647" y="90791"/>
                  </a:cubicBezTo>
                  <a:cubicBezTo>
                    <a:pt x="44613" y="91687"/>
                    <a:pt x="44613" y="91687"/>
                    <a:pt x="44578" y="92600"/>
                  </a:cubicBezTo>
                  <a:cubicBezTo>
                    <a:pt x="44500" y="94125"/>
                    <a:pt x="44347" y="95645"/>
                    <a:pt x="44182" y="97163"/>
                  </a:cubicBezTo>
                  <a:cubicBezTo>
                    <a:pt x="43691" y="97408"/>
                    <a:pt x="43200" y="97654"/>
                    <a:pt x="42694" y="97907"/>
                  </a:cubicBezTo>
                  <a:cubicBezTo>
                    <a:pt x="42444" y="100122"/>
                    <a:pt x="42444" y="100122"/>
                    <a:pt x="42457" y="102841"/>
                  </a:cubicBezTo>
                  <a:cubicBezTo>
                    <a:pt x="42445" y="103614"/>
                    <a:pt x="42445" y="103614"/>
                    <a:pt x="42434" y="104403"/>
                  </a:cubicBezTo>
                  <a:cubicBezTo>
                    <a:pt x="42411" y="106114"/>
                    <a:pt x="42398" y="107825"/>
                    <a:pt x="42386" y="109537"/>
                  </a:cubicBezTo>
                  <a:cubicBezTo>
                    <a:pt x="42372" y="110720"/>
                    <a:pt x="42357" y="111904"/>
                    <a:pt x="42342" y="113087"/>
                  </a:cubicBezTo>
                  <a:cubicBezTo>
                    <a:pt x="42304" y="116208"/>
                    <a:pt x="42274" y="119329"/>
                    <a:pt x="42247" y="122450"/>
                  </a:cubicBezTo>
                  <a:cubicBezTo>
                    <a:pt x="42217" y="125632"/>
                    <a:pt x="42179" y="128814"/>
                    <a:pt x="42142" y="131996"/>
                  </a:cubicBezTo>
                  <a:cubicBezTo>
                    <a:pt x="42070" y="138244"/>
                    <a:pt x="42007" y="144492"/>
                    <a:pt x="41950" y="150741"/>
                  </a:cubicBezTo>
                  <a:cubicBezTo>
                    <a:pt x="42687" y="150741"/>
                    <a:pt x="43423" y="150741"/>
                    <a:pt x="44182" y="150741"/>
                  </a:cubicBezTo>
                  <a:cubicBezTo>
                    <a:pt x="44551" y="157371"/>
                    <a:pt x="44551" y="157371"/>
                    <a:pt x="44926" y="164135"/>
                  </a:cubicBezTo>
                  <a:cubicBezTo>
                    <a:pt x="45663" y="164135"/>
                    <a:pt x="46400" y="164135"/>
                    <a:pt x="47159" y="164135"/>
                  </a:cubicBezTo>
                  <a:cubicBezTo>
                    <a:pt x="47201" y="164928"/>
                    <a:pt x="47201" y="164928"/>
                    <a:pt x="47243" y="165737"/>
                  </a:cubicBezTo>
                  <a:cubicBezTo>
                    <a:pt x="47316" y="166763"/>
                    <a:pt x="47316" y="166763"/>
                    <a:pt x="47391" y="167809"/>
                  </a:cubicBezTo>
                  <a:cubicBezTo>
                    <a:pt x="47435" y="168491"/>
                    <a:pt x="47478" y="169173"/>
                    <a:pt x="47522" y="169876"/>
                  </a:cubicBezTo>
                  <a:cubicBezTo>
                    <a:pt x="47648" y="170437"/>
                    <a:pt x="47773" y="170998"/>
                    <a:pt x="47903" y="171577"/>
                  </a:cubicBezTo>
                  <a:cubicBezTo>
                    <a:pt x="48640" y="171822"/>
                    <a:pt x="49376" y="172068"/>
                    <a:pt x="50135" y="172321"/>
                  </a:cubicBezTo>
                  <a:cubicBezTo>
                    <a:pt x="50414" y="174053"/>
                    <a:pt x="50662" y="175789"/>
                    <a:pt x="50879" y="177530"/>
                  </a:cubicBezTo>
                  <a:cubicBezTo>
                    <a:pt x="51371" y="177775"/>
                    <a:pt x="51862" y="178021"/>
                    <a:pt x="52368" y="178274"/>
                  </a:cubicBezTo>
                  <a:cubicBezTo>
                    <a:pt x="52671" y="180001"/>
                    <a:pt x="52922" y="181739"/>
                    <a:pt x="53112" y="183483"/>
                  </a:cubicBezTo>
                  <a:cubicBezTo>
                    <a:pt x="53849" y="183483"/>
                    <a:pt x="54585" y="183483"/>
                    <a:pt x="55344" y="183483"/>
                  </a:cubicBezTo>
                  <a:cubicBezTo>
                    <a:pt x="55275" y="184381"/>
                    <a:pt x="55275" y="184381"/>
                    <a:pt x="55205" y="185297"/>
                  </a:cubicBezTo>
                  <a:cubicBezTo>
                    <a:pt x="55251" y="185926"/>
                    <a:pt x="55297" y="186555"/>
                    <a:pt x="55344" y="187204"/>
                  </a:cubicBezTo>
                  <a:cubicBezTo>
                    <a:pt x="56081" y="187449"/>
                    <a:pt x="56818" y="187695"/>
                    <a:pt x="57577" y="187948"/>
                  </a:cubicBezTo>
                  <a:cubicBezTo>
                    <a:pt x="58556" y="189134"/>
                    <a:pt x="58556" y="189134"/>
                    <a:pt x="59484" y="190552"/>
                  </a:cubicBezTo>
                  <a:cubicBezTo>
                    <a:pt x="60789" y="192603"/>
                    <a:pt x="60789" y="192603"/>
                    <a:pt x="62786" y="193901"/>
                  </a:cubicBezTo>
                  <a:cubicBezTo>
                    <a:pt x="63154" y="195006"/>
                    <a:pt x="63154" y="195006"/>
                    <a:pt x="63530" y="196133"/>
                  </a:cubicBezTo>
                  <a:cubicBezTo>
                    <a:pt x="64021" y="196256"/>
                    <a:pt x="64512" y="196379"/>
                    <a:pt x="65018" y="196505"/>
                  </a:cubicBezTo>
                  <a:cubicBezTo>
                    <a:pt x="65509" y="196628"/>
                    <a:pt x="66000" y="196751"/>
                    <a:pt x="66506" y="196877"/>
                  </a:cubicBezTo>
                  <a:cubicBezTo>
                    <a:pt x="66875" y="197982"/>
                    <a:pt x="66875" y="197982"/>
                    <a:pt x="67251" y="199110"/>
                  </a:cubicBezTo>
                  <a:cubicBezTo>
                    <a:pt x="67865" y="199355"/>
                    <a:pt x="68478" y="199601"/>
                    <a:pt x="69111" y="199854"/>
                  </a:cubicBezTo>
                  <a:cubicBezTo>
                    <a:pt x="69725" y="200100"/>
                    <a:pt x="70339" y="200345"/>
                    <a:pt x="70971" y="200598"/>
                  </a:cubicBezTo>
                  <a:cubicBezTo>
                    <a:pt x="71340" y="201703"/>
                    <a:pt x="71340" y="201703"/>
                    <a:pt x="71715" y="202831"/>
                  </a:cubicBezTo>
                  <a:cubicBezTo>
                    <a:pt x="74339" y="203382"/>
                    <a:pt x="74339" y="203382"/>
                    <a:pt x="76924" y="203575"/>
                  </a:cubicBezTo>
                  <a:cubicBezTo>
                    <a:pt x="76924" y="204557"/>
                    <a:pt x="76924" y="205539"/>
                    <a:pt x="76924" y="206551"/>
                  </a:cubicBezTo>
                  <a:cubicBezTo>
                    <a:pt x="77453" y="206579"/>
                    <a:pt x="77982" y="206607"/>
                    <a:pt x="78526" y="206636"/>
                  </a:cubicBezTo>
                  <a:cubicBezTo>
                    <a:pt x="79552" y="206709"/>
                    <a:pt x="79552" y="206709"/>
                    <a:pt x="80599" y="206784"/>
                  </a:cubicBezTo>
                  <a:cubicBezTo>
                    <a:pt x="81281" y="206827"/>
                    <a:pt x="81963" y="206870"/>
                    <a:pt x="82665" y="206915"/>
                  </a:cubicBezTo>
                  <a:cubicBezTo>
                    <a:pt x="83227" y="207040"/>
                    <a:pt x="83788" y="207166"/>
                    <a:pt x="84366" y="207295"/>
                  </a:cubicBezTo>
                  <a:cubicBezTo>
                    <a:pt x="84734" y="208400"/>
                    <a:pt x="84734" y="208400"/>
                    <a:pt x="85110" y="209528"/>
                  </a:cubicBezTo>
                  <a:cubicBezTo>
                    <a:pt x="87839" y="209796"/>
                    <a:pt x="90496" y="209853"/>
                    <a:pt x="93234" y="209855"/>
                  </a:cubicBezTo>
                  <a:cubicBezTo>
                    <a:pt x="94947" y="209897"/>
                    <a:pt x="94947" y="209897"/>
                    <a:pt x="97760" y="210272"/>
                  </a:cubicBezTo>
                  <a:cubicBezTo>
                    <a:pt x="97863" y="210763"/>
                    <a:pt x="97966" y="211253"/>
                    <a:pt x="98071" y="211759"/>
                  </a:cubicBezTo>
                  <a:cubicBezTo>
                    <a:pt x="98286" y="212496"/>
                    <a:pt x="98286" y="212496"/>
                    <a:pt x="98504" y="213248"/>
                  </a:cubicBezTo>
                  <a:cubicBezTo>
                    <a:pt x="100215" y="213714"/>
                    <a:pt x="100215" y="213714"/>
                    <a:pt x="102295" y="213644"/>
                  </a:cubicBezTo>
                  <a:cubicBezTo>
                    <a:pt x="103061" y="213648"/>
                    <a:pt x="103828" y="213651"/>
                    <a:pt x="104617" y="213655"/>
                  </a:cubicBezTo>
                  <a:cubicBezTo>
                    <a:pt x="105424" y="213644"/>
                    <a:pt x="106231" y="213632"/>
                    <a:pt x="107062" y="213621"/>
                  </a:cubicBezTo>
                  <a:cubicBezTo>
                    <a:pt x="107869" y="213632"/>
                    <a:pt x="108676" y="213644"/>
                    <a:pt x="109507" y="213655"/>
                  </a:cubicBezTo>
                  <a:cubicBezTo>
                    <a:pt x="110273" y="213652"/>
                    <a:pt x="111040" y="213648"/>
                    <a:pt x="111829" y="213644"/>
                  </a:cubicBezTo>
                  <a:cubicBezTo>
                    <a:pt x="112538" y="213640"/>
                    <a:pt x="113246" y="213637"/>
                    <a:pt x="113976" y="213634"/>
                  </a:cubicBezTo>
                  <a:cubicBezTo>
                    <a:pt x="114518" y="213507"/>
                    <a:pt x="115061" y="213379"/>
                    <a:pt x="115620" y="213248"/>
                  </a:cubicBezTo>
                  <a:cubicBezTo>
                    <a:pt x="116084" y="211770"/>
                    <a:pt x="116084" y="211770"/>
                    <a:pt x="116364" y="210272"/>
                  </a:cubicBezTo>
                  <a:cubicBezTo>
                    <a:pt x="118426" y="209980"/>
                    <a:pt x="120251" y="209855"/>
                    <a:pt x="122317" y="209853"/>
                  </a:cubicBezTo>
                  <a:cubicBezTo>
                    <a:pt x="124343" y="209841"/>
                    <a:pt x="126247" y="209739"/>
                    <a:pt x="128270" y="209528"/>
                  </a:cubicBezTo>
                  <a:cubicBezTo>
                    <a:pt x="128516" y="208791"/>
                    <a:pt x="128761" y="208054"/>
                    <a:pt x="129014" y="207295"/>
                  </a:cubicBezTo>
                  <a:cubicBezTo>
                    <a:pt x="130715" y="206915"/>
                    <a:pt x="130715" y="206915"/>
                    <a:pt x="132781" y="206784"/>
                  </a:cubicBezTo>
                  <a:cubicBezTo>
                    <a:pt x="133465" y="206735"/>
                    <a:pt x="134149" y="206686"/>
                    <a:pt x="134854" y="206636"/>
                  </a:cubicBezTo>
                  <a:cubicBezTo>
                    <a:pt x="135383" y="206608"/>
                    <a:pt x="135911" y="206580"/>
                    <a:pt x="136456" y="206551"/>
                  </a:cubicBezTo>
                  <a:cubicBezTo>
                    <a:pt x="136456" y="205569"/>
                    <a:pt x="136456" y="204587"/>
                    <a:pt x="136456" y="203575"/>
                  </a:cubicBezTo>
                  <a:cubicBezTo>
                    <a:pt x="137982" y="203454"/>
                    <a:pt x="139508" y="203332"/>
                    <a:pt x="141034" y="203211"/>
                  </a:cubicBezTo>
                  <a:cubicBezTo>
                    <a:pt x="141488" y="203086"/>
                    <a:pt x="141941" y="202960"/>
                    <a:pt x="142409" y="202831"/>
                  </a:cubicBezTo>
                  <a:cubicBezTo>
                    <a:pt x="142654" y="202094"/>
                    <a:pt x="142900" y="201357"/>
                    <a:pt x="143153" y="200598"/>
                  </a:cubicBezTo>
                  <a:cubicBezTo>
                    <a:pt x="145804" y="200087"/>
                    <a:pt x="145804" y="200087"/>
                    <a:pt x="148362" y="199854"/>
                  </a:cubicBezTo>
                  <a:cubicBezTo>
                    <a:pt x="148362" y="198872"/>
                    <a:pt x="148362" y="197889"/>
                    <a:pt x="148362" y="196877"/>
                  </a:cubicBezTo>
                  <a:cubicBezTo>
                    <a:pt x="149601" y="196623"/>
                    <a:pt x="150841" y="196375"/>
                    <a:pt x="152083" y="196133"/>
                  </a:cubicBezTo>
                  <a:cubicBezTo>
                    <a:pt x="152749" y="194648"/>
                    <a:pt x="152749" y="194648"/>
                    <a:pt x="152827" y="193157"/>
                  </a:cubicBezTo>
                  <a:cubicBezTo>
                    <a:pt x="154055" y="193402"/>
                    <a:pt x="155282" y="193648"/>
                    <a:pt x="156547" y="193901"/>
                  </a:cubicBezTo>
                  <a:cubicBezTo>
                    <a:pt x="156640" y="193425"/>
                    <a:pt x="156732" y="192949"/>
                    <a:pt x="156827" y="192459"/>
                  </a:cubicBezTo>
                  <a:cubicBezTo>
                    <a:pt x="156980" y="191953"/>
                    <a:pt x="157133" y="191446"/>
                    <a:pt x="157292" y="190924"/>
                  </a:cubicBezTo>
                  <a:cubicBezTo>
                    <a:pt x="157783" y="190679"/>
                    <a:pt x="158274" y="190433"/>
                    <a:pt x="158780" y="190180"/>
                  </a:cubicBezTo>
                  <a:cubicBezTo>
                    <a:pt x="159029" y="188419"/>
                    <a:pt x="159029" y="188419"/>
                    <a:pt x="159017" y="186270"/>
                  </a:cubicBezTo>
                  <a:cubicBezTo>
                    <a:pt x="159039" y="185019"/>
                    <a:pt x="159039" y="185019"/>
                    <a:pt x="159062" y="183742"/>
                  </a:cubicBezTo>
                  <a:cubicBezTo>
                    <a:pt x="159071" y="182835"/>
                    <a:pt x="159079" y="181927"/>
                    <a:pt x="159088" y="180992"/>
                  </a:cubicBezTo>
                  <a:cubicBezTo>
                    <a:pt x="159102" y="180068"/>
                    <a:pt x="159117" y="179144"/>
                    <a:pt x="159132" y="178192"/>
                  </a:cubicBezTo>
                  <a:cubicBezTo>
                    <a:pt x="159169" y="175732"/>
                    <a:pt x="159199" y="173272"/>
                    <a:pt x="159227" y="170812"/>
                  </a:cubicBezTo>
                  <a:cubicBezTo>
                    <a:pt x="159257" y="168303"/>
                    <a:pt x="159295" y="165794"/>
                    <a:pt x="159332" y="163285"/>
                  </a:cubicBezTo>
                  <a:cubicBezTo>
                    <a:pt x="159404" y="158359"/>
                    <a:pt x="159467" y="153434"/>
                    <a:pt x="159524" y="148508"/>
                  </a:cubicBezTo>
                  <a:cubicBezTo>
                    <a:pt x="159137" y="148629"/>
                    <a:pt x="158750" y="148750"/>
                    <a:pt x="158351" y="148874"/>
                  </a:cubicBezTo>
                  <a:cubicBezTo>
                    <a:pt x="156039" y="149359"/>
                    <a:pt x="153871" y="149347"/>
                    <a:pt x="151508" y="149349"/>
                  </a:cubicBezTo>
                  <a:cubicBezTo>
                    <a:pt x="151008" y="149350"/>
                    <a:pt x="150508" y="149351"/>
                    <a:pt x="149993" y="149353"/>
                  </a:cubicBezTo>
                  <a:cubicBezTo>
                    <a:pt x="148345" y="149356"/>
                    <a:pt x="146698" y="149354"/>
                    <a:pt x="145051" y="149351"/>
                  </a:cubicBezTo>
                  <a:cubicBezTo>
                    <a:pt x="143906" y="149352"/>
                    <a:pt x="142761" y="149352"/>
                    <a:pt x="141616" y="149353"/>
                  </a:cubicBezTo>
                  <a:cubicBezTo>
                    <a:pt x="139219" y="149354"/>
                    <a:pt x="136823" y="149353"/>
                    <a:pt x="134427" y="149349"/>
                  </a:cubicBezTo>
                  <a:cubicBezTo>
                    <a:pt x="131349" y="149345"/>
                    <a:pt x="128271" y="149348"/>
                    <a:pt x="125193" y="149352"/>
                  </a:cubicBezTo>
                  <a:cubicBezTo>
                    <a:pt x="122830" y="149355"/>
                    <a:pt x="120467" y="149354"/>
                    <a:pt x="118105" y="149352"/>
                  </a:cubicBezTo>
                  <a:cubicBezTo>
                    <a:pt x="116969" y="149351"/>
                    <a:pt x="115834" y="149352"/>
                    <a:pt x="114698" y="149354"/>
                  </a:cubicBezTo>
                  <a:cubicBezTo>
                    <a:pt x="113116" y="149356"/>
                    <a:pt x="111534" y="149353"/>
                    <a:pt x="109952" y="149349"/>
                  </a:cubicBezTo>
                  <a:cubicBezTo>
                    <a:pt x="108600" y="149348"/>
                    <a:pt x="108600" y="149348"/>
                    <a:pt x="107221" y="149347"/>
                  </a:cubicBezTo>
                  <a:cubicBezTo>
                    <a:pt x="105202" y="149252"/>
                    <a:pt x="105202" y="149252"/>
                    <a:pt x="104458" y="148508"/>
                  </a:cubicBezTo>
                  <a:cubicBezTo>
                    <a:pt x="104382" y="146317"/>
                    <a:pt x="104354" y="144143"/>
                    <a:pt x="104359" y="141951"/>
                  </a:cubicBezTo>
                  <a:cubicBezTo>
                    <a:pt x="104358" y="141293"/>
                    <a:pt x="104357" y="140635"/>
                    <a:pt x="104357" y="139957"/>
                  </a:cubicBezTo>
                  <a:cubicBezTo>
                    <a:pt x="104356" y="138563"/>
                    <a:pt x="104358" y="137170"/>
                    <a:pt x="104361" y="135776"/>
                  </a:cubicBezTo>
                  <a:cubicBezTo>
                    <a:pt x="104365" y="133635"/>
                    <a:pt x="104361" y="131494"/>
                    <a:pt x="104356" y="129352"/>
                  </a:cubicBezTo>
                  <a:cubicBezTo>
                    <a:pt x="104356" y="128002"/>
                    <a:pt x="104357" y="126651"/>
                    <a:pt x="104359" y="125300"/>
                  </a:cubicBezTo>
                  <a:cubicBezTo>
                    <a:pt x="104357" y="124655"/>
                    <a:pt x="104356" y="124011"/>
                    <a:pt x="104354" y="123346"/>
                  </a:cubicBezTo>
                  <a:cubicBezTo>
                    <a:pt x="104372" y="118828"/>
                    <a:pt x="104372" y="118828"/>
                    <a:pt x="105202" y="117999"/>
                  </a:cubicBezTo>
                  <a:cubicBezTo>
                    <a:pt x="106256" y="117927"/>
                    <a:pt x="107314" y="117908"/>
                    <a:pt x="108371" y="117909"/>
                  </a:cubicBezTo>
                  <a:cubicBezTo>
                    <a:pt x="109053" y="117908"/>
                    <a:pt x="109735" y="117907"/>
                    <a:pt x="110437" y="117906"/>
                  </a:cubicBezTo>
                  <a:cubicBezTo>
                    <a:pt x="111573" y="117910"/>
                    <a:pt x="111573" y="117910"/>
                    <a:pt x="112732" y="117914"/>
                  </a:cubicBezTo>
                  <a:cubicBezTo>
                    <a:pt x="113536" y="117914"/>
                    <a:pt x="114340" y="117914"/>
                    <a:pt x="115169" y="117914"/>
                  </a:cubicBezTo>
                  <a:cubicBezTo>
                    <a:pt x="117785" y="117914"/>
                    <a:pt x="120401" y="117920"/>
                    <a:pt x="123018" y="117926"/>
                  </a:cubicBezTo>
                  <a:cubicBezTo>
                    <a:pt x="124627" y="117927"/>
                    <a:pt x="126237" y="117928"/>
                    <a:pt x="127847" y="117928"/>
                  </a:cubicBezTo>
                  <a:cubicBezTo>
                    <a:pt x="133833" y="117932"/>
                    <a:pt x="139818" y="117942"/>
                    <a:pt x="145804" y="117952"/>
                  </a:cubicBezTo>
                  <a:cubicBezTo>
                    <a:pt x="165856" y="117975"/>
                    <a:pt x="165856" y="117975"/>
                    <a:pt x="186313" y="117999"/>
                  </a:cubicBezTo>
                  <a:cubicBezTo>
                    <a:pt x="186313" y="148449"/>
                    <a:pt x="186313" y="178899"/>
                    <a:pt x="186313" y="210272"/>
                  </a:cubicBezTo>
                  <a:cubicBezTo>
                    <a:pt x="185331" y="210272"/>
                    <a:pt x="184349" y="210272"/>
                    <a:pt x="183337" y="210272"/>
                  </a:cubicBezTo>
                  <a:cubicBezTo>
                    <a:pt x="183337" y="211254"/>
                    <a:pt x="183337" y="212236"/>
                    <a:pt x="183337" y="213248"/>
                  </a:cubicBezTo>
                  <a:cubicBezTo>
                    <a:pt x="181476" y="214458"/>
                    <a:pt x="181476" y="214458"/>
                    <a:pt x="179616" y="215481"/>
                  </a:cubicBezTo>
                  <a:cubicBezTo>
                    <a:pt x="179616" y="215972"/>
                    <a:pt x="179616" y="216463"/>
                    <a:pt x="179616" y="216969"/>
                  </a:cubicBezTo>
                  <a:cubicBezTo>
                    <a:pt x="179033" y="217061"/>
                    <a:pt x="178449" y="217153"/>
                    <a:pt x="177848" y="217248"/>
                  </a:cubicBezTo>
                  <a:cubicBezTo>
                    <a:pt x="176882" y="217478"/>
                    <a:pt x="176882" y="217478"/>
                    <a:pt x="175895" y="217713"/>
                  </a:cubicBezTo>
                  <a:cubicBezTo>
                    <a:pt x="175052" y="219214"/>
                    <a:pt x="175052" y="219214"/>
                    <a:pt x="174407" y="220690"/>
                  </a:cubicBezTo>
                  <a:cubicBezTo>
                    <a:pt x="173670" y="220690"/>
                    <a:pt x="172933" y="220690"/>
                    <a:pt x="172174" y="220690"/>
                  </a:cubicBezTo>
                  <a:cubicBezTo>
                    <a:pt x="172098" y="221150"/>
                    <a:pt x="172021" y="221611"/>
                    <a:pt x="171942" y="222085"/>
                  </a:cubicBezTo>
                  <a:cubicBezTo>
                    <a:pt x="171689" y="222868"/>
                    <a:pt x="171689" y="222868"/>
                    <a:pt x="171430" y="223666"/>
                  </a:cubicBezTo>
                  <a:cubicBezTo>
                    <a:pt x="169948" y="224181"/>
                    <a:pt x="168460" y="224678"/>
                    <a:pt x="166965" y="225155"/>
                  </a:cubicBezTo>
                  <a:cubicBezTo>
                    <a:pt x="166965" y="225891"/>
                    <a:pt x="166965" y="226628"/>
                    <a:pt x="166965" y="227387"/>
                  </a:cubicBezTo>
                  <a:cubicBezTo>
                    <a:pt x="166121" y="227449"/>
                    <a:pt x="165277" y="227510"/>
                    <a:pt x="164407" y="227573"/>
                  </a:cubicBezTo>
                  <a:cubicBezTo>
                    <a:pt x="163533" y="227757"/>
                    <a:pt x="162658" y="227942"/>
                    <a:pt x="161756" y="228131"/>
                  </a:cubicBezTo>
                  <a:cubicBezTo>
                    <a:pt x="161634" y="228638"/>
                    <a:pt x="161511" y="229144"/>
                    <a:pt x="161384" y="229666"/>
                  </a:cubicBezTo>
                  <a:cubicBezTo>
                    <a:pt x="161262" y="230142"/>
                    <a:pt x="161139" y="230618"/>
                    <a:pt x="161012" y="231108"/>
                  </a:cubicBezTo>
                  <a:cubicBezTo>
                    <a:pt x="158361" y="231294"/>
                    <a:pt x="158361" y="231294"/>
                    <a:pt x="155803" y="231108"/>
                  </a:cubicBezTo>
                  <a:cubicBezTo>
                    <a:pt x="155803" y="232090"/>
                    <a:pt x="155803" y="233072"/>
                    <a:pt x="155803" y="234084"/>
                  </a:cubicBezTo>
                  <a:cubicBezTo>
                    <a:pt x="154959" y="234146"/>
                    <a:pt x="154115" y="234207"/>
                    <a:pt x="153245" y="234270"/>
                  </a:cubicBezTo>
                  <a:cubicBezTo>
                    <a:pt x="152371" y="234455"/>
                    <a:pt x="151496" y="234639"/>
                    <a:pt x="150594" y="234829"/>
                  </a:cubicBezTo>
                  <a:cubicBezTo>
                    <a:pt x="150443" y="235570"/>
                    <a:pt x="150443" y="235570"/>
                    <a:pt x="150289" y="236326"/>
                  </a:cubicBezTo>
                  <a:cubicBezTo>
                    <a:pt x="150072" y="237058"/>
                    <a:pt x="150072" y="237058"/>
                    <a:pt x="149850" y="237805"/>
                  </a:cubicBezTo>
                  <a:cubicBezTo>
                    <a:pt x="148176" y="238180"/>
                    <a:pt x="148176" y="238180"/>
                    <a:pt x="146130" y="238224"/>
                  </a:cubicBezTo>
                  <a:cubicBezTo>
                    <a:pt x="144137" y="238224"/>
                    <a:pt x="144137" y="238224"/>
                    <a:pt x="142409" y="238549"/>
                  </a:cubicBezTo>
                  <a:cubicBezTo>
                    <a:pt x="142163" y="239286"/>
                    <a:pt x="141918" y="240023"/>
                    <a:pt x="141665" y="240782"/>
                  </a:cubicBezTo>
                  <a:cubicBezTo>
                    <a:pt x="139152" y="241103"/>
                    <a:pt x="136685" y="241110"/>
                    <a:pt x="134153" y="241151"/>
                  </a:cubicBezTo>
                  <a:cubicBezTo>
                    <a:pt x="133440" y="241275"/>
                    <a:pt x="132726" y="241398"/>
                    <a:pt x="131991" y="241526"/>
                  </a:cubicBezTo>
                  <a:cubicBezTo>
                    <a:pt x="131912" y="242017"/>
                    <a:pt x="131834" y="242508"/>
                    <a:pt x="131753" y="243014"/>
                  </a:cubicBezTo>
                  <a:cubicBezTo>
                    <a:pt x="131502" y="243751"/>
                    <a:pt x="131502" y="243751"/>
                    <a:pt x="131247" y="244502"/>
                  </a:cubicBezTo>
                  <a:cubicBezTo>
                    <a:pt x="129411" y="244875"/>
                    <a:pt x="129411" y="244875"/>
                    <a:pt x="126939" y="244876"/>
                  </a:cubicBezTo>
                  <a:cubicBezTo>
                    <a:pt x="125557" y="244886"/>
                    <a:pt x="125557" y="244886"/>
                    <a:pt x="124147" y="244897"/>
                  </a:cubicBezTo>
                  <a:cubicBezTo>
                    <a:pt x="123134" y="244889"/>
                    <a:pt x="122121" y="244881"/>
                    <a:pt x="121108" y="244872"/>
                  </a:cubicBezTo>
                  <a:cubicBezTo>
                    <a:pt x="120076" y="244872"/>
                    <a:pt x="119045" y="244873"/>
                    <a:pt x="118013" y="244875"/>
                  </a:cubicBezTo>
                  <a:cubicBezTo>
                    <a:pt x="115848" y="244876"/>
                    <a:pt x="113684" y="244866"/>
                    <a:pt x="111520" y="244850"/>
                  </a:cubicBezTo>
                  <a:cubicBezTo>
                    <a:pt x="108739" y="244828"/>
                    <a:pt x="105959" y="244830"/>
                    <a:pt x="103179" y="244840"/>
                  </a:cubicBezTo>
                  <a:cubicBezTo>
                    <a:pt x="101048" y="244845"/>
                    <a:pt x="98917" y="244839"/>
                    <a:pt x="96786" y="244830"/>
                  </a:cubicBezTo>
                  <a:cubicBezTo>
                    <a:pt x="95761" y="244827"/>
                    <a:pt x="94736" y="244827"/>
                    <a:pt x="93710" y="244829"/>
                  </a:cubicBezTo>
                  <a:cubicBezTo>
                    <a:pt x="92279" y="244832"/>
                    <a:pt x="90849" y="244818"/>
                    <a:pt x="89418" y="244803"/>
                  </a:cubicBezTo>
                  <a:cubicBezTo>
                    <a:pt x="88602" y="244799"/>
                    <a:pt x="87786" y="244795"/>
                    <a:pt x="86946" y="244791"/>
                  </a:cubicBezTo>
                  <a:cubicBezTo>
                    <a:pt x="86340" y="244696"/>
                    <a:pt x="85734" y="244600"/>
                    <a:pt x="85110" y="244502"/>
                  </a:cubicBezTo>
                  <a:cubicBezTo>
                    <a:pt x="84742" y="243397"/>
                    <a:pt x="84742" y="243397"/>
                    <a:pt x="84366" y="242270"/>
                  </a:cubicBezTo>
                  <a:cubicBezTo>
                    <a:pt x="82563" y="241707"/>
                    <a:pt x="80815" y="241539"/>
                    <a:pt x="78936" y="241398"/>
                  </a:cubicBezTo>
                  <a:cubicBezTo>
                    <a:pt x="78032" y="241323"/>
                    <a:pt x="78032" y="241323"/>
                    <a:pt x="77110" y="241247"/>
                  </a:cubicBezTo>
                  <a:cubicBezTo>
                    <a:pt x="76531" y="241210"/>
                    <a:pt x="75952" y="241174"/>
                    <a:pt x="75355" y="241136"/>
                  </a:cubicBezTo>
                  <a:cubicBezTo>
                    <a:pt x="74890" y="241019"/>
                    <a:pt x="74426" y="240902"/>
                    <a:pt x="73948" y="240782"/>
                  </a:cubicBezTo>
                  <a:cubicBezTo>
                    <a:pt x="73580" y="239677"/>
                    <a:pt x="73580" y="239677"/>
                    <a:pt x="73204" y="238549"/>
                  </a:cubicBezTo>
                  <a:cubicBezTo>
                    <a:pt x="71462" y="238231"/>
                    <a:pt x="69786" y="238222"/>
                    <a:pt x="68018" y="238180"/>
                  </a:cubicBezTo>
                  <a:cubicBezTo>
                    <a:pt x="67519" y="238056"/>
                    <a:pt x="67020" y="237933"/>
                    <a:pt x="66506" y="237805"/>
                  </a:cubicBezTo>
                  <a:cubicBezTo>
                    <a:pt x="66244" y="236817"/>
                    <a:pt x="65996" y="235824"/>
                    <a:pt x="65762" y="234829"/>
                  </a:cubicBezTo>
                  <a:cubicBezTo>
                    <a:pt x="64385" y="234387"/>
                    <a:pt x="64385" y="234387"/>
                    <a:pt x="62786" y="234410"/>
                  </a:cubicBezTo>
                  <a:cubicBezTo>
                    <a:pt x="61158" y="234361"/>
                    <a:pt x="61158" y="234361"/>
                    <a:pt x="59809" y="234084"/>
                  </a:cubicBezTo>
                  <a:cubicBezTo>
                    <a:pt x="59441" y="232979"/>
                    <a:pt x="59441" y="232979"/>
                    <a:pt x="59065" y="231852"/>
                  </a:cubicBezTo>
                  <a:cubicBezTo>
                    <a:pt x="58436" y="231745"/>
                    <a:pt x="57807" y="231637"/>
                    <a:pt x="57158" y="231526"/>
                  </a:cubicBezTo>
                  <a:cubicBezTo>
                    <a:pt x="56560" y="231388"/>
                    <a:pt x="55961" y="231250"/>
                    <a:pt x="55344" y="231108"/>
                  </a:cubicBezTo>
                  <a:cubicBezTo>
                    <a:pt x="55344" y="230126"/>
                    <a:pt x="55344" y="229143"/>
                    <a:pt x="55344" y="228131"/>
                  </a:cubicBezTo>
                  <a:cubicBezTo>
                    <a:pt x="54623" y="228085"/>
                    <a:pt x="53902" y="228039"/>
                    <a:pt x="53158" y="227992"/>
                  </a:cubicBezTo>
                  <a:cubicBezTo>
                    <a:pt x="52030" y="227692"/>
                    <a:pt x="52030" y="227692"/>
                    <a:pt x="50879" y="227387"/>
                  </a:cubicBezTo>
                  <a:cubicBezTo>
                    <a:pt x="50608" y="226152"/>
                    <a:pt x="50359" y="224911"/>
                    <a:pt x="50135" y="223666"/>
                  </a:cubicBezTo>
                  <a:cubicBezTo>
                    <a:pt x="48244" y="223356"/>
                    <a:pt x="48244" y="223356"/>
                    <a:pt x="46415" y="223666"/>
                  </a:cubicBezTo>
                  <a:cubicBezTo>
                    <a:pt x="46415" y="222930"/>
                    <a:pt x="46415" y="222193"/>
                    <a:pt x="46415" y="221434"/>
                  </a:cubicBezTo>
                  <a:cubicBezTo>
                    <a:pt x="45430" y="220923"/>
                    <a:pt x="44436" y="220431"/>
                    <a:pt x="43438" y="219946"/>
                  </a:cubicBezTo>
                  <a:cubicBezTo>
                    <a:pt x="39883" y="216721"/>
                    <a:pt x="39883" y="216721"/>
                    <a:pt x="38973" y="213993"/>
                  </a:cubicBezTo>
                  <a:cubicBezTo>
                    <a:pt x="38237" y="213747"/>
                    <a:pt x="37500" y="213501"/>
                    <a:pt x="36741" y="213248"/>
                  </a:cubicBezTo>
                  <a:cubicBezTo>
                    <a:pt x="36485" y="212258"/>
                    <a:pt x="36238" y="211266"/>
                    <a:pt x="35997" y="210272"/>
                  </a:cubicBezTo>
                  <a:cubicBezTo>
                    <a:pt x="35260" y="209781"/>
                    <a:pt x="34523" y="209290"/>
                    <a:pt x="33764" y="208784"/>
                  </a:cubicBezTo>
                  <a:cubicBezTo>
                    <a:pt x="33764" y="208047"/>
                    <a:pt x="33764" y="207310"/>
                    <a:pt x="33764" y="206551"/>
                  </a:cubicBezTo>
                  <a:cubicBezTo>
                    <a:pt x="33074" y="206229"/>
                    <a:pt x="33074" y="206229"/>
                    <a:pt x="32369" y="205900"/>
                  </a:cubicBezTo>
                  <a:cubicBezTo>
                    <a:pt x="30248" y="204777"/>
                    <a:pt x="30089" y="203542"/>
                    <a:pt x="29299" y="201342"/>
                  </a:cubicBezTo>
                  <a:cubicBezTo>
                    <a:pt x="28808" y="201097"/>
                    <a:pt x="28317" y="200851"/>
                    <a:pt x="27811" y="200598"/>
                  </a:cubicBezTo>
                  <a:cubicBezTo>
                    <a:pt x="27563" y="199358"/>
                    <a:pt x="27315" y="198118"/>
                    <a:pt x="27067" y="196877"/>
                  </a:cubicBezTo>
                  <a:cubicBezTo>
                    <a:pt x="26576" y="196632"/>
                    <a:pt x="26085" y="196386"/>
                    <a:pt x="25579" y="196133"/>
                  </a:cubicBezTo>
                  <a:cubicBezTo>
                    <a:pt x="25137" y="194162"/>
                    <a:pt x="25026" y="192195"/>
                    <a:pt x="24835" y="190180"/>
                  </a:cubicBezTo>
                  <a:cubicBezTo>
                    <a:pt x="24098" y="190180"/>
                    <a:pt x="23361" y="190180"/>
                    <a:pt x="22602" y="190180"/>
                  </a:cubicBezTo>
                  <a:cubicBezTo>
                    <a:pt x="22525" y="189459"/>
                    <a:pt x="22449" y="188737"/>
                    <a:pt x="22370" y="187994"/>
                  </a:cubicBezTo>
                  <a:cubicBezTo>
                    <a:pt x="22116" y="186866"/>
                    <a:pt x="22116" y="186866"/>
                    <a:pt x="21858" y="185715"/>
                  </a:cubicBezTo>
                  <a:cubicBezTo>
                    <a:pt x="21121" y="185470"/>
                    <a:pt x="20385" y="185224"/>
                    <a:pt x="19626" y="184971"/>
                  </a:cubicBezTo>
                  <a:cubicBezTo>
                    <a:pt x="19297" y="183297"/>
                    <a:pt x="19297" y="183297"/>
                    <a:pt x="19207" y="181250"/>
                  </a:cubicBezTo>
                  <a:cubicBezTo>
                    <a:pt x="19144" y="179261"/>
                    <a:pt x="19144" y="179261"/>
                    <a:pt x="18881" y="177530"/>
                  </a:cubicBezTo>
                  <a:cubicBezTo>
                    <a:pt x="18390" y="177284"/>
                    <a:pt x="17899" y="177039"/>
                    <a:pt x="17393" y="176786"/>
                  </a:cubicBezTo>
                  <a:cubicBezTo>
                    <a:pt x="17129" y="174668"/>
                    <a:pt x="17063" y="172569"/>
                    <a:pt x="16977" y="170437"/>
                  </a:cubicBezTo>
                  <a:cubicBezTo>
                    <a:pt x="16869" y="169831"/>
                    <a:pt x="16761" y="169225"/>
                    <a:pt x="16649" y="168600"/>
                  </a:cubicBezTo>
                  <a:cubicBezTo>
                    <a:pt x="15912" y="168354"/>
                    <a:pt x="15176" y="168109"/>
                    <a:pt x="14417" y="167856"/>
                  </a:cubicBezTo>
                  <a:cubicBezTo>
                    <a:pt x="14130" y="166554"/>
                    <a:pt x="14130" y="166554"/>
                    <a:pt x="14114" y="164879"/>
                  </a:cubicBezTo>
                  <a:cubicBezTo>
                    <a:pt x="14098" y="164281"/>
                    <a:pt x="14082" y="163682"/>
                    <a:pt x="14065" y="163066"/>
                  </a:cubicBezTo>
                  <a:cubicBezTo>
                    <a:pt x="14045" y="161159"/>
                    <a:pt x="14045" y="161159"/>
                    <a:pt x="14024" y="159252"/>
                  </a:cubicBezTo>
                  <a:cubicBezTo>
                    <a:pt x="14008" y="158653"/>
                    <a:pt x="13992" y="158055"/>
                    <a:pt x="13975" y="157438"/>
                  </a:cubicBezTo>
                  <a:cubicBezTo>
                    <a:pt x="13969" y="156885"/>
                    <a:pt x="13964" y="156333"/>
                    <a:pt x="13959" y="155764"/>
                  </a:cubicBezTo>
                  <a:cubicBezTo>
                    <a:pt x="13864" y="155334"/>
                    <a:pt x="13770" y="154904"/>
                    <a:pt x="13672" y="154461"/>
                  </a:cubicBezTo>
                  <a:cubicBezTo>
                    <a:pt x="12936" y="154216"/>
                    <a:pt x="12199" y="153970"/>
                    <a:pt x="11440" y="153717"/>
                  </a:cubicBezTo>
                  <a:cubicBezTo>
                    <a:pt x="11210" y="151836"/>
                    <a:pt x="11136" y="150133"/>
                    <a:pt x="11151" y="148248"/>
                  </a:cubicBezTo>
                  <a:cubicBezTo>
                    <a:pt x="11145" y="147390"/>
                    <a:pt x="11145" y="147390"/>
                    <a:pt x="11139" y="146514"/>
                  </a:cubicBezTo>
                  <a:cubicBezTo>
                    <a:pt x="11129" y="144613"/>
                    <a:pt x="11136" y="142712"/>
                    <a:pt x="11144" y="140811"/>
                  </a:cubicBezTo>
                  <a:cubicBezTo>
                    <a:pt x="11142" y="139496"/>
                    <a:pt x="11140" y="138181"/>
                    <a:pt x="11137" y="136866"/>
                  </a:cubicBezTo>
                  <a:cubicBezTo>
                    <a:pt x="11134" y="134105"/>
                    <a:pt x="11139" y="131346"/>
                    <a:pt x="11149" y="128585"/>
                  </a:cubicBezTo>
                  <a:cubicBezTo>
                    <a:pt x="11162" y="125039"/>
                    <a:pt x="11154" y="121494"/>
                    <a:pt x="11141" y="117947"/>
                  </a:cubicBezTo>
                  <a:cubicBezTo>
                    <a:pt x="11133" y="115230"/>
                    <a:pt x="11136" y="112514"/>
                    <a:pt x="11141" y="109797"/>
                  </a:cubicBezTo>
                  <a:cubicBezTo>
                    <a:pt x="11143" y="108489"/>
                    <a:pt x="11141" y="107181"/>
                    <a:pt x="11136" y="105873"/>
                  </a:cubicBezTo>
                  <a:cubicBezTo>
                    <a:pt x="11130" y="104048"/>
                    <a:pt x="11139" y="102224"/>
                    <a:pt x="11151" y="100399"/>
                  </a:cubicBezTo>
                  <a:cubicBezTo>
                    <a:pt x="11147" y="99853"/>
                    <a:pt x="11142" y="99308"/>
                    <a:pt x="11137" y="98745"/>
                  </a:cubicBezTo>
                  <a:cubicBezTo>
                    <a:pt x="11157" y="97246"/>
                    <a:pt x="11157" y="97246"/>
                    <a:pt x="11440" y="94930"/>
                  </a:cubicBezTo>
                  <a:cubicBezTo>
                    <a:pt x="12545" y="94562"/>
                    <a:pt x="12545" y="94562"/>
                    <a:pt x="13672" y="94186"/>
                  </a:cubicBezTo>
                  <a:cubicBezTo>
                    <a:pt x="14053" y="92824"/>
                    <a:pt x="14053" y="92824"/>
                    <a:pt x="14053" y="91183"/>
                  </a:cubicBezTo>
                  <a:cubicBezTo>
                    <a:pt x="14080" y="90581"/>
                    <a:pt x="14106" y="89979"/>
                    <a:pt x="14133" y="89359"/>
                  </a:cubicBezTo>
                  <a:cubicBezTo>
                    <a:pt x="14150" y="88727"/>
                    <a:pt x="14167" y="88094"/>
                    <a:pt x="14184" y="87442"/>
                  </a:cubicBezTo>
                  <a:cubicBezTo>
                    <a:pt x="14209" y="86807"/>
                    <a:pt x="14235" y="86171"/>
                    <a:pt x="14261" y="85516"/>
                  </a:cubicBezTo>
                  <a:cubicBezTo>
                    <a:pt x="14323" y="83942"/>
                    <a:pt x="14371" y="82367"/>
                    <a:pt x="14417" y="80791"/>
                  </a:cubicBezTo>
                  <a:cubicBezTo>
                    <a:pt x="14908" y="80791"/>
                    <a:pt x="15399" y="80791"/>
                    <a:pt x="15905" y="80791"/>
                  </a:cubicBezTo>
                  <a:cubicBezTo>
                    <a:pt x="17037" y="78528"/>
                    <a:pt x="16898" y="76159"/>
                    <a:pt x="17039" y="73655"/>
                  </a:cubicBezTo>
                  <a:cubicBezTo>
                    <a:pt x="17454" y="71554"/>
                    <a:pt x="18142" y="71089"/>
                    <a:pt x="19626" y="69629"/>
                  </a:cubicBezTo>
                  <a:cubicBezTo>
                    <a:pt x="19812" y="68147"/>
                    <a:pt x="19812" y="68147"/>
                    <a:pt x="19626" y="66606"/>
                  </a:cubicBezTo>
                  <a:cubicBezTo>
                    <a:pt x="19626" y="65639"/>
                    <a:pt x="19626" y="64672"/>
                    <a:pt x="19626" y="63676"/>
                  </a:cubicBezTo>
                  <a:cubicBezTo>
                    <a:pt x="20731" y="62940"/>
                    <a:pt x="20731" y="62940"/>
                    <a:pt x="21858" y="62188"/>
                  </a:cubicBezTo>
                  <a:cubicBezTo>
                    <a:pt x="22288" y="60727"/>
                    <a:pt x="22288" y="60727"/>
                    <a:pt x="22370" y="59118"/>
                  </a:cubicBezTo>
                  <a:cubicBezTo>
                    <a:pt x="22446" y="58167"/>
                    <a:pt x="22523" y="57215"/>
                    <a:pt x="22602" y="56235"/>
                  </a:cubicBezTo>
                  <a:cubicBezTo>
                    <a:pt x="23339" y="56235"/>
                    <a:pt x="24076" y="56235"/>
                    <a:pt x="24835" y="56235"/>
                  </a:cubicBezTo>
                  <a:cubicBezTo>
                    <a:pt x="25080" y="54270"/>
                    <a:pt x="25326" y="52306"/>
                    <a:pt x="25579" y="50282"/>
                  </a:cubicBezTo>
                  <a:cubicBezTo>
                    <a:pt x="26315" y="50282"/>
                    <a:pt x="27052" y="50282"/>
                    <a:pt x="27811" y="50282"/>
                  </a:cubicBezTo>
                  <a:cubicBezTo>
                    <a:pt x="27742" y="49430"/>
                    <a:pt x="27742" y="49430"/>
                    <a:pt x="27672" y="48561"/>
                  </a:cubicBezTo>
                  <a:cubicBezTo>
                    <a:pt x="27840" y="46148"/>
                    <a:pt x="28330" y="45910"/>
                    <a:pt x="30044" y="44329"/>
                  </a:cubicBezTo>
                  <a:cubicBezTo>
                    <a:pt x="30545" y="43090"/>
                    <a:pt x="31041" y="41850"/>
                    <a:pt x="31532" y="40608"/>
                  </a:cubicBezTo>
                  <a:cubicBezTo>
                    <a:pt x="32269" y="40240"/>
                    <a:pt x="32269" y="40240"/>
                    <a:pt x="33020" y="39864"/>
                  </a:cubicBezTo>
                  <a:cubicBezTo>
                    <a:pt x="33266" y="39373"/>
                    <a:pt x="33511" y="38881"/>
                    <a:pt x="33764" y="38375"/>
                  </a:cubicBezTo>
                  <a:cubicBezTo>
                    <a:pt x="34508" y="36887"/>
                    <a:pt x="34508" y="36887"/>
                    <a:pt x="35997" y="36143"/>
                  </a:cubicBezTo>
                  <a:cubicBezTo>
                    <a:pt x="36181" y="35406"/>
                    <a:pt x="36181" y="35406"/>
                    <a:pt x="36369" y="34655"/>
                  </a:cubicBezTo>
                  <a:cubicBezTo>
                    <a:pt x="36553" y="33918"/>
                    <a:pt x="36553" y="33918"/>
                    <a:pt x="36741" y="33166"/>
                  </a:cubicBezTo>
                  <a:cubicBezTo>
                    <a:pt x="37232" y="32921"/>
                    <a:pt x="37723" y="32675"/>
                    <a:pt x="38229" y="32422"/>
                  </a:cubicBezTo>
                  <a:cubicBezTo>
                    <a:pt x="38475" y="31686"/>
                    <a:pt x="38720" y="30949"/>
                    <a:pt x="38973" y="30190"/>
                  </a:cubicBezTo>
                  <a:cubicBezTo>
                    <a:pt x="39710" y="29944"/>
                    <a:pt x="40447" y="29699"/>
                    <a:pt x="41206" y="29446"/>
                  </a:cubicBezTo>
                  <a:cubicBezTo>
                    <a:pt x="41728" y="28467"/>
                    <a:pt x="42222" y="27473"/>
                    <a:pt x="42694" y="26469"/>
                  </a:cubicBezTo>
                  <a:cubicBezTo>
                    <a:pt x="43717" y="25353"/>
                    <a:pt x="43717" y="25353"/>
                    <a:pt x="44926" y="24237"/>
                  </a:cubicBezTo>
                  <a:cubicBezTo>
                    <a:pt x="47322" y="21995"/>
                    <a:pt x="47322" y="21995"/>
                    <a:pt x="48647" y="19028"/>
                  </a:cubicBezTo>
                  <a:cubicBezTo>
                    <a:pt x="49384" y="19043"/>
                    <a:pt x="50120" y="19059"/>
                    <a:pt x="50879" y="19074"/>
                  </a:cubicBezTo>
                  <a:cubicBezTo>
                    <a:pt x="51985" y="19051"/>
                    <a:pt x="51985" y="19051"/>
                    <a:pt x="53112" y="19028"/>
                  </a:cubicBezTo>
                  <a:cubicBezTo>
                    <a:pt x="53367" y="18038"/>
                    <a:pt x="53615" y="17045"/>
                    <a:pt x="53856" y="16051"/>
                  </a:cubicBezTo>
                  <a:cubicBezTo>
                    <a:pt x="56135" y="15493"/>
                    <a:pt x="56135" y="15493"/>
                    <a:pt x="58321" y="15307"/>
                  </a:cubicBezTo>
                  <a:cubicBezTo>
                    <a:pt x="58321" y="14325"/>
                    <a:pt x="58321" y="13343"/>
                    <a:pt x="58321" y="12331"/>
                  </a:cubicBezTo>
                  <a:cubicBezTo>
                    <a:pt x="60285" y="12331"/>
                    <a:pt x="62250" y="12331"/>
                    <a:pt x="64274" y="12331"/>
                  </a:cubicBezTo>
                  <a:cubicBezTo>
                    <a:pt x="64274" y="11103"/>
                    <a:pt x="64274" y="9875"/>
                    <a:pt x="64274" y="8610"/>
                  </a:cubicBezTo>
                  <a:cubicBezTo>
                    <a:pt x="64803" y="8582"/>
                    <a:pt x="65331" y="8554"/>
                    <a:pt x="65876" y="8526"/>
                  </a:cubicBezTo>
                  <a:cubicBezTo>
                    <a:pt x="66560" y="8477"/>
                    <a:pt x="67244" y="8428"/>
                    <a:pt x="67948" y="8377"/>
                  </a:cubicBezTo>
                  <a:cubicBezTo>
                    <a:pt x="68971" y="8313"/>
                    <a:pt x="68971" y="8313"/>
                    <a:pt x="70015" y="8246"/>
                  </a:cubicBezTo>
                  <a:cubicBezTo>
                    <a:pt x="70576" y="8121"/>
                    <a:pt x="71137" y="7995"/>
                    <a:pt x="71715" y="7866"/>
                  </a:cubicBezTo>
                  <a:cubicBezTo>
                    <a:pt x="71961" y="7129"/>
                    <a:pt x="72207" y="6392"/>
                    <a:pt x="72460" y="5633"/>
                  </a:cubicBezTo>
                  <a:cubicBezTo>
                    <a:pt x="74972" y="5312"/>
                    <a:pt x="77439" y="5305"/>
                    <a:pt x="79971" y="5264"/>
                  </a:cubicBezTo>
                  <a:cubicBezTo>
                    <a:pt x="80684" y="5140"/>
                    <a:pt x="81398" y="5017"/>
                    <a:pt x="82133" y="4889"/>
                  </a:cubicBezTo>
                  <a:cubicBezTo>
                    <a:pt x="82213" y="4398"/>
                    <a:pt x="82293" y="3907"/>
                    <a:pt x="82376" y="3401"/>
                  </a:cubicBezTo>
                  <a:cubicBezTo>
                    <a:pt x="82541" y="2910"/>
                    <a:pt x="82707" y="2419"/>
                    <a:pt x="82878" y="1913"/>
                  </a:cubicBezTo>
                  <a:close/>
                </a:path>
              </a:pathLst>
            </a:custGeom>
            <a:grpFill/>
            <a:ln w="744" cap="flat">
              <a:noFill/>
              <a:prstDash val="solid"/>
              <a:miter/>
            </a:ln>
          </p:spPr>
          <p:txBody>
            <a:bodyPr rtlCol="0" anchor="ctr"/>
            <a:lstStyle/>
            <a:p>
              <a:endParaRPr lang="zh-CN" altLang="en-US"/>
            </a:p>
          </p:txBody>
        </p:sp>
        <p:sp>
          <p:nvSpPr>
            <p:cNvPr id="182" name="任意多边形: 形状 181"/>
            <p:cNvSpPr/>
            <p:nvPr/>
          </p:nvSpPr>
          <p:spPr>
            <a:xfrm>
              <a:off x="9068916" y="1394101"/>
              <a:ext cx="180297" cy="236474"/>
            </a:xfrm>
            <a:custGeom>
              <a:avLst/>
              <a:gdLst>
                <a:gd name="connsiteX0" fmla="*/ 87083 w 180300"/>
                <a:gd name="connsiteY0" fmla="*/ 39879 h 236467"/>
                <a:gd name="connsiteX1" fmla="*/ 86339 w 180300"/>
                <a:gd name="connsiteY1" fmla="*/ 50297 h 236467"/>
                <a:gd name="connsiteX2" fmla="*/ 85595 w 180300"/>
                <a:gd name="connsiteY2" fmla="*/ 50297 h 236467"/>
                <a:gd name="connsiteX3" fmla="*/ 84054 w 180300"/>
                <a:gd name="connsiteY3" fmla="*/ 60151 h 236467"/>
                <a:gd name="connsiteX4" fmla="*/ 84106 w 180300"/>
                <a:gd name="connsiteY4" fmla="*/ 61459 h 236467"/>
                <a:gd name="connsiteX5" fmla="*/ 81874 w 180300"/>
                <a:gd name="connsiteY5" fmla="*/ 61459 h 236467"/>
                <a:gd name="connsiteX6" fmla="*/ 81790 w 180300"/>
                <a:gd name="connsiteY6" fmla="*/ 63523 h 236467"/>
                <a:gd name="connsiteX7" fmla="*/ 81641 w 180300"/>
                <a:gd name="connsiteY7" fmla="*/ 66203 h 236467"/>
                <a:gd name="connsiteX8" fmla="*/ 81130 w 180300"/>
                <a:gd name="connsiteY8" fmla="*/ 71133 h 236467"/>
                <a:gd name="connsiteX9" fmla="*/ 78897 w 180300"/>
                <a:gd name="connsiteY9" fmla="*/ 72621 h 236467"/>
                <a:gd name="connsiteX10" fmla="*/ 78679 w 180300"/>
                <a:gd name="connsiteY10" fmla="*/ 74557 h 236467"/>
                <a:gd name="connsiteX11" fmla="*/ 78758 w 180300"/>
                <a:gd name="connsiteY11" fmla="*/ 76807 h 236467"/>
                <a:gd name="connsiteX12" fmla="*/ 78819 w 180300"/>
                <a:gd name="connsiteY12" fmla="*/ 79068 h 236467"/>
                <a:gd name="connsiteX13" fmla="*/ 78897 w 180300"/>
                <a:gd name="connsiteY13" fmla="*/ 80807 h 236467"/>
                <a:gd name="connsiteX14" fmla="*/ 76665 w 180300"/>
                <a:gd name="connsiteY14" fmla="*/ 80807 h 236467"/>
                <a:gd name="connsiteX15" fmla="*/ 76014 w 180300"/>
                <a:gd name="connsiteY15" fmla="*/ 86062 h 236467"/>
                <a:gd name="connsiteX16" fmla="*/ 75921 w 180300"/>
                <a:gd name="connsiteY16" fmla="*/ 89736 h 236467"/>
                <a:gd name="connsiteX17" fmla="*/ 73688 w 180300"/>
                <a:gd name="connsiteY17" fmla="*/ 90481 h 236467"/>
                <a:gd name="connsiteX18" fmla="*/ 73316 w 180300"/>
                <a:gd name="connsiteY18" fmla="*/ 94201 h 236467"/>
                <a:gd name="connsiteX19" fmla="*/ 72944 w 180300"/>
                <a:gd name="connsiteY19" fmla="*/ 97922 h 236467"/>
                <a:gd name="connsiteX20" fmla="*/ 70712 w 180300"/>
                <a:gd name="connsiteY20" fmla="*/ 98666 h 236467"/>
                <a:gd name="connsiteX21" fmla="*/ 70494 w 180300"/>
                <a:gd name="connsiteY21" fmla="*/ 100692 h 236467"/>
                <a:gd name="connsiteX22" fmla="*/ 70572 w 180300"/>
                <a:gd name="connsiteY22" fmla="*/ 103177 h 236467"/>
                <a:gd name="connsiteX23" fmla="*/ 70633 w 180300"/>
                <a:gd name="connsiteY23" fmla="*/ 105669 h 236467"/>
                <a:gd name="connsiteX24" fmla="*/ 70712 w 180300"/>
                <a:gd name="connsiteY24" fmla="*/ 107596 h 236467"/>
                <a:gd name="connsiteX25" fmla="*/ 68479 w 180300"/>
                <a:gd name="connsiteY25" fmla="*/ 107596 h 236467"/>
                <a:gd name="connsiteX26" fmla="*/ 67828 w 180300"/>
                <a:gd name="connsiteY26" fmla="*/ 112479 h 236467"/>
                <a:gd name="connsiteX27" fmla="*/ 67735 w 180300"/>
                <a:gd name="connsiteY27" fmla="*/ 115781 h 236467"/>
                <a:gd name="connsiteX28" fmla="*/ 65503 w 180300"/>
                <a:gd name="connsiteY28" fmla="*/ 116525 h 236467"/>
                <a:gd name="connsiteX29" fmla="*/ 65201 w 180300"/>
                <a:gd name="connsiteY29" fmla="*/ 118336 h 236467"/>
                <a:gd name="connsiteX30" fmla="*/ 64759 w 180300"/>
                <a:gd name="connsiteY30" fmla="*/ 124711 h 236467"/>
                <a:gd name="connsiteX31" fmla="*/ 61038 w 180300"/>
                <a:gd name="connsiteY31" fmla="*/ 133641 h 236467"/>
                <a:gd name="connsiteX32" fmla="*/ 115360 w 180300"/>
                <a:gd name="connsiteY32" fmla="*/ 133641 h 236467"/>
                <a:gd name="connsiteX33" fmla="*/ 114616 w 180300"/>
                <a:gd name="connsiteY33" fmla="*/ 126199 h 236467"/>
                <a:gd name="connsiteX34" fmla="*/ 111640 w 180300"/>
                <a:gd name="connsiteY34" fmla="*/ 125455 h 236467"/>
                <a:gd name="connsiteX35" fmla="*/ 111427 w 180300"/>
                <a:gd name="connsiteY35" fmla="*/ 123455 h 236467"/>
                <a:gd name="connsiteX36" fmla="*/ 111640 w 180300"/>
                <a:gd name="connsiteY36" fmla="*/ 116525 h 236467"/>
                <a:gd name="connsiteX37" fmla="*/ 109407 w 180300"/>
                <a:gd name="connsiteY37" fmla="*/ 115781 h 236467"/>
                <a:gd name="connsiteX38" fmla="*/ 109407 w 180300"/>
                <a:gd name="connsiteY38" fmla="*/ 112479 h 236467"/>
                <a:gd name="connsiteX39" fmla="*/ 109407 w 180300"/>
                <a:gd name="connsiteY39" fmla="*/ 109084 h 236467"/>
                <a:gd name="connsiteX40" fmla="*/ 106820 w 180300"/>
                <a:gd name="connsiteY40" fmla="*/ 105875 h 236467"/>
                <a:gd name="connsiteX41" fmla="*/ 105686 w 180300"/>
                <a:gd name="connsiteY41" fmla="*/ 98666 h 236467"/>
                <a:gd name="connsiteX42" fmla="*/ 103454 w 180300"/>
                <a:gd name="connsiteY42" fmla="*/ 98666 h 236467"/>
                <a:gd name="connsiteX43" fmla="*/ 103533 w 180300"/>
                <a:gd name="connsiteY43" fmla="*/ 96902 h 236467"/>
                <a:gd name="connsiteX44" fmla="*/ 103594 w 180300"/>
                <a:gd name="connsiteY44" fmla="*/ 94620 h 236467"/>
                <a:gd name="connsiteX45" fmla="*/ 103454 w 180300"/>
                <a:gd name="connsiteY45" fmla="*/ 90481 h 236467"/>
                <a:gd name="connsiteX46" fmla="*/ 101222 w 180300"/>
                <a:gd name="connsiteY46" fmla="*/ 89736 h 236467"/>
                <a:gd name="connsiteX47" fmla="*/ 101030 w 180300"/>
                <a:gd name="connsiteY47" fmla="*/ 88088 h 236467"/>
                <a:gd name="connsiteX48" fmla="*/ 100477 w 180300"/>
                <a:gd name="connsiteY48" fmla="*/ 80807 h 236467"/>
                <a:gd name="connsiteX49" fmla="*/ 98245 w 180300"/>
                <a:gd name="connsiteY49" fmla="*/ 80807 h 236467"/>
                <a:gd name="connsiteX50" fmla="*/ 98324 w 180300"/>
                <a:gd name="connsiteY50" fmla="*/ 79068 h 236467"/>
                <a:gd name="connsiteX51" fmla="*/ 98385 w 180300"/>
                <a:gd name="connsiteY51" fmla="*/ 76807 h 236467"/>
                <a:gd name="connsiteX52" fmla="*/ 98245 w 180300"/>
                <a:gd name="connsiteY52" fmla="*/ 72621 h 236467"/>
                <a:gd name="connsiteX53" fmla="*/ 96013 w 180300"/>
                <a:gd name="connsiteY53" fmla="*/ 71133 h 236467"/>
                <a:gd name="connsiteX54" fmla="*/ 95641 w 180300"/>
                <a:gd name="connsiteY54" fmla="*/ 67366 h 236467"/>
                <a:gd name="connsiteX55" fmla="*/ 95268 w 180300"/>
                <a:gd name="connsiteY55" fmla="*/ 63691 h 236467"/>
                <a:gd name="connsiteX56" fmla="*/ 93036 w 180300"/>
                <a:gd name="connsiteY56" fmla="*/ 62947 h 236467"/>
                <a:gd name="connsiteX57" fmla="*/ 93083 w 180300"/>
                <a:gd name="connsiteY57" fmla="*/ 58901 h 236467"/>
                <a:gd name="connsiteX58" fmla="*/ 93036 w 180300"/>
                <a:gd name="connsiteY58" fmla="*/ 54762 h 236467"/>
                <a:gd name="connsiteX59" fmla="*/ 90059 w 180300"/>
                <a:gd name="connsiteY59" fmla="*/ 53274 h 236467"/>
                <a:gd name="connsiteX60" fmla="*/ 89795 w 180300"/>
                <a:gd name="connsiteY60" fmla="*/ 51227 h 236467"/>
                <a:gd name="connsiteX61" fmla="*/ 87083 w 180300"/>
                <a:gd name="connsiteY61" fmla="*/ 39879 h 236467"/>
                <a:gd name="connsiteX62" fmla="*/ 80254 w 180300"/>
                <a:gd name="connsiteY62" fmla="*/ 23 h 236467"/>
                <a:gd name="connsiteX63" fmla="*/ 82253 w 180300"/>
                <a:gd name="connsiteY63" fmla="*/ 39 h 236467"/>
                <a:gd name="connsiteX64" fmla="*/ 88599 w 180300"/>
                <a:gd name="connsiteY64" fmla="*/ 154 h 236467"/>
                <a:gd name="connsiteX65" fmla="*/ 92891 w 180300"/>
                <a:gd name="connsiteY65" fmla="*/ 205 h 236467"/>
                <a:gd name="connsiteX66" fmla="*/ 103436 w 180300"/>
                <a:gd name="connsiteY66" fmla="*/ 387 h 236467"/>
                <a:gd name="connsiteX67" fmla="*/ 104180 w 180300"/>
                <a:gd name="connsiteY67" fmla="*/ 7828 h 236467"/>
                <a:gd name="connsiteX68" fmla="*/ 106412 w 180300"/>
                <a:gd name="connsiteY68" fmla="*/ 7084 h 236467"/>
                <a:gd name="connsiteX69" fmla="*/ 106496 w 180300"/>
                <a:gd name="connsiteY69" fmla="*/ 8633 h 236467"/>
                <a:gd name="connsiteX70" fmla="*/ 106645 w 180300"/>
                <a:gd name="connsiteY70" fmla="*/ 10665 h 236467"/>
                <a:gd name="connsiteX71" fmla="*/ 106775 w 180300"/>
                <a:gd name="connsiteY71" fmla="*/ 12679 h 236467"/>
                <a:gd name="connsiteX72" fmla="*/ 108296 w 180300"/>
                <a:gd name="connsiteY72" fmla="*/ 15665 h 236467"/>
                <a:gd name="connsiteX73" fmla="*/ 109607 w 180300"/>
                <a:gd name="connsiteY73" fmla="*/ 18441 h 236467"/>
                <a:gd name="connsiteX74" fmla="*/ 109528 w 180300"/>
                <a:gd name="connsiteY74" fmla="*/ 20246 h 236467"/>
                <a:gd name="connsiteX75" fmla="*/ 109467 w 180300"/>
                <a:gd name="connsiteY75" fmla="*/ 22068 h 236467"/>
                <a:gd name="connsiteX76" fmla="*/ 109389 w 180300"/>
                <a:gd name="connsiteY76" fmla="*/ 23455 h 236467"/>
                <a:gd name="connsiteX77" fmla="*/ 111621 w 180300"/>
                <a:gd name="connsiteY77" fmla="*/ 23455 h 236467"/>
                <a:gd name="connsiteX78" fmla="*/ 111621 w 180300"/>
                <a:gd name="connsiteY78" fmla="*/ 31641 h 236467"/>
                <a:gd name="connsiteX79" fmla="*/ 114598 w 180300"/>
                <a:gd name="connsiteY79" fmla="*/ 31641 h 236467"/>
                <a:gd name="connsiteX80" fmla="*/ 114682 w 180300"/>
                <a:gd name="connsiteY80" fmla="*/ 33190 h 236467"/>
                <a:gd name="connsiteX81" fmla="*/ 114830 w 180300"/>
                <a:gd name="connsiteY81" fmla="*/ 35222 h 236467"/>
                <a:gd name="connsiteX82" fmla="*/ 114961 w 180300"/>
                <a:gd name="connsiteY82" fmla="*/ 37236 h 236467"/>
                <a:gd name="connsiteX83" fmla="*/ 117574 w 180300"/>
                <a:gd name="connsiteY83" fmla="*/ 41314 h 236467"/>
                <a:gd name="connsiteX84" fmla="*/ 117993 w 180300"/>
                <a:gd name="connsiteY84" fmla="*/ 44756 h 236467"/>
                <a:gd name="connsiteX85" fmla="*/ 118318 w 180300"/>
                <a:gd name="connsiteY85" fmla="*/ 48012 h 236467"/>
                <a:gd name="connsiteX86" fmla="*/ 119807 w 180300"/>
                <a:gd name="connsiteY86" fmla="*/ 48756 h 236467"/>
                <a:gd name="connsiteX87" fmla="*/ 120222 w 180300"/>
                <a:gd name="connsiteY87" fmla="*/ 53941 h 236467"/>
                <a:gd name="connsiteX88" fmla="*/ 120551 w 180300"/>
                <a:gd name="connsiteY88" fmla="*/ 55453 h 236467"/>
                <a:gd name="connsiteX89" fmla="*/ 122783 w 180300"/>
                <a:gd name="connsiteY89" fmla="*/ 56197 h 236467"/>
                <a:gd name="connsiteX90" fmla="*/ 123155 w 180300"/>
                <a:gd name="connsiteY90" fmla="*/ 59871 h 236467"/>
                <a:gd name="connsiteX91" fmla="*/ 123527 w 180300"/>
                <a:gd name="connsiteY91" fmla="*/ 63639 h 236467"/>
                <a:gd name="connsiteX92" fmla="*/ 125760 w 180300"/>
                <a:gd name="connsiteY92" fmla="*/ 65127 h 236467"/>
                <a:gd name="connsiteX93" fmla="*/ 125620 w 180300"/>
                <a:gd name="connsiteY93" fmla="*/ 70266 h 236467"/>
                <a:gd name="connsiteX94" fmla="*/ 125760 w 180300"/>
                <a:gd name="connsiteY94" fmla="*/ 71824 h 236467"/>
                <a:gd name="connsiteX95" fmla="*/ 127992 w 180300"/>
                <a:gd name="connsiteY95" fmla="*/ 73312 h 236467"/>
                <a:gd name="connsiteX96" fmla="*/ 128504 w 180300"/>
                <a:gd name="connsiteY96" fmla="*/ 77126 h 236467"/>
                <a:gd name="connsiteX97" fmla="*/ 128652 w 180300"/>
                <a:gd name="connsiteY97" fmla="*/ 79178 h 236467"/>
                <a:gd name="connsiteX98" fmla="*/ 128736 w 180300"/>
                <a:gd name="connsiteY98" fmla="*/ 80754 h 236467"/>
                <a:gd name="connsiteX99" fmla="*/ 130969 w 180300"/>
                <a:gd name="connsiteY99" fmla="*/ 80754 h 236467"/>
                <a:gd name="connsiteX100" fmla="*/ 131053 w 180300"/>
                <a:gd name="connsiteY100" fmla="*/ 82518 h 236467"/>
                <a:gd name="connsiteX101" fmla="*/ 131201 w 180300"/>
                <a:gd name="connsiteY101" fmla="*/ 84800 h 236467"/>
                <a:gd name="connsiteX102" fmla="*/ 131332 w 180300"/>
                <a:gd name="connsiteY102" fmla="*/ 87076 h 236467"/>
                <a:gd name="connsiteX103" fmla="*/ 131713 w 180300"/>
                <a:gd name="connsiteY103" fmla="*/ 88939 h 236467"/>
                <a:gd name="connsiteX104" fmla="*/ 133945 w 180300"/>
                <a:gd name="connsiteY104" fmla="*/ 89683 h 236467"/>
                <a:gd name="connsiteX105" fmla="*/ 133806 w 180300"/>
                <a:gd name="connsiteY105" fmla="*/ 94143 h 236467"/>
                <a:gd name="connsiteX106" fmla="*/ 135012 w 180300"/>
                <a:gd name="connsiteY106" fmla="*/ 96703 h 236467"/>
                <a:gd name="connsiteX107" fmla="*/ 136968 w 180300"/>
                <a:gd name="connsiteY107" fmla="*/ 101729 h 236467"/>
                <a:gd name="connsiteX108" fmla="*/ 137666 w 180300"/>
                <a:gd name="connsiteY108" fmla="*/ 105310 h 236467"/>
                <a:gd name="connsiteX109" fmla="*/ 139154 w 180300"/>
                <a:gd name="connsiteY109" fmla="*/ 105310 h 236467"/>
                <a:gd name="connsiteX110" fmla="*/ 139239 w 180300"/>
                <a:gd name="connsiteY110" fmla="*/ 107075 h 236467"/>
                <a:gd name="connsiteX111" fmla="*/ 139387 w 180300"/>
                <a:gd name="connsiteY111" fmla="*/ 109357 h 236467"/>
                <a:gd name="connsiteX112" fmla="*/ 139518 w 180300"/>
                <a:gd name="connsiteY112" fmla="*/ 111633 h 236467"/>
                <a:gd name="connsiteX113" fmla="*/ 139898 w 180300"/>
                <a:gd name="connsiteY113" fmla="*/ 113496 h 236467"/>
                <a:gd name="connsiteX114" fmla="*/ 142131 w 180300"/>
                <a:gd name="connsiteY114" fmla="*/ 114240 h 236467"/>
                <a:gd name="connsiteX115" fmla="*/ 142270 w 180300"/>
                <a:gd name="connsiteY115" fmla="*/ 118007 h 236467"/>
                <a:gd name="connsiteX116" fmla="*/ 142209 w 180300"/>
                <a:gd name="connsiteY116" fmla="*/ 120080 h 236467"/>
                <a:gd name="connsiteX117" fmla="*/ 142131 w 180300"/>
                <a:gd name="connsiteY117" fmla="*/ 121682 h 236467"/>
                <a:gd name="connsiteX118" fmla="*/ 144363 w 180300"/>
                <a:gd name="connsiteY118" fmla="*/ 121682 h 236467"/>
                <a:gd name="connsiteX119" fmla="*/ 145107 w 180300"/>
                <a:gd name="connsiteY119" fmla="*/ 130611 h 236467"/>
                <a:gd name="connsiteX120" fmla="*/ 147340 w 180300"/>
                <a:gd name="connsiteY120" fmla="*/ 130611 h 236467"/>
                <a:gd name="connsiteX121" fmla="*/ 147424 w 180300"/>
                <a:gd name="connsiteY121" fmla="*/ 132213 h 236467"/>
                <a:gd name="connsiteX122" fmla="*/ 147572 w 180300"/>
                <a:gd name="connsiteY122" fmla="*/ 134285 h 236467"/>
                <a:gd name="connsiteX123" fmla="*/ 147703 w 180300"/>
                <a:gd name="connsiteY123" fmla="*/ 136352 h 236467"/>
                <a:gd name="connsiteX124" fmla="*/ 148084 w 180300"/>
                <a:gd name="connsiteY124" fmla="*/ 138053 h 236467"/>
                <a:gd name="connsiteX125" fmla="*/ 150316 w 180300"/>
                <a:gd name="connsiteY125" fmla="*/ 138797 h 236467"/>
                <a:gd name="connsiteX126" fmla="*/ 150735 w 180300"/>
                <a:gd name="connsiteY126" fmla="*/ 142517 h 236467"/>
                <a:gd name="connsiteX127" fmla="*/ 151061 w 180300"/>
                <a:gd name="connsiteY127" fmla="*/ 146238 h 236467"/>
                <a:gd name="connsiteX128" fmla="*/ 152549 w 180300"/>
                <a:gd name="connsiteY128" fmla="*/ 146982 h 236467"/>
                <a:gd name="connsiteX129" fmla="*/ 152965 w 180300"/>
                <a:gd name="connsiteY129" fmla="*/ 152749 h 236467"/>
                <a:gd name="connsiteX130" fmla="*/ 153293 w 180300"/>
                <a:gd name="connsiteY130" fmla="*/ 154424 h 236467"/>
                <a:gd name="connsiteX131" fmla="*/ 155525 w 180300"/>
                <a:gd name="connsiteY131" fmla="*/ 155168 h 236467"/>
                <a:gd name="connsiteX132" fmla="*/ 155967 w 180300"/>
                <a:gd name="connsiteY132" fmla="*/ 160354 h 236467"/>
                <a:gd name="connsiteX133" fmla="*/ 156270 w 180300"/>
                <a:gd name="connsiteY133" fmla="*/ 161865 h 236467"/>
                <a:gd name="connsiteX134" fmla="*/ 158502 w 180300"/>
                <a:gd name="connsiteY134" fmla="*/ 162609 h 236467"/>
                <a:gd name="connsiteX135" fmla="*/ 158921 w 180300"/>
                <a:gd name="connsiteY135" fmla="*/ 166702 h 236467"/>
                <a:gd name="connsiteX136" fmla="*/ 159246 w 180300"/>
                <a:gd name="connsiteY136" fmla="*/ 170795 h 236467"/>
                <a:gd name="connsiteX137" fmla="*/ 160734 w 180300"/>
                <a:gd name="connsiteY137" fmla="*/ 171539 h 236467"/>
                <a:gd name="connsiteX138" fmla="*/ 161150 w 180300"/>
                <a:gd name="connsiteY138" fmla="*/ 176652 h 236467"/>
                <a:gd name="connsiteX139" fmla="*/ 163711 w 180300"/>
                <a:gd name="connsiteY139" fmla="*/ 179724 h 236467"/>
                <a:gd name="connsiteX140" fmla="*/ 164223 w 180300"/>
                <a:gd name="connsiteY140" fmla="*/ 183910 h 236467"/>
                <a:gd name="connsiteX141" fmla="*/ 164371 w 180300"/>
                <a:gd name="connsiteY141" fmla="*/ 186172 h 236467"/>
                <a:gd name="connsiteX142" fmla="*/ 164455 w 180300"/>
                <a:gd name="connsiteY142" fmla="*/ 187910 h 236467"/>
                <a:gd name="connsiteX143" fmla="*/ 166688 w 180300"/>
                <a:gd name="connsiteY143" fmla="*/ 187910 h 236467"/>
                <a:gd name="connsiteX144" fmla="*/ 166688 w 180300"/>
                <a:gd name="connsiteY144" fmla="*/ 196096 h 236467"/>
                <a:gd name="connsiteX145" fmla="*/ 168920 w 180300"/>
                <a:gd name="connsiteY145" fmla="*/ 196096 h 236467"/>
                <a:gd name="connsiteX146" fmla="*/ 169711 w 180300"/>
                <a:gd name="connsiteY146" fmla="*/ 199816 h 236467"/>
                <a:gd name="connsiteX147" fmla="*/ 170408 w 180300"/>
                <a:gd name="connsiteY147" fmla="*/ 203537 h 236467"/>
                <a:gd name="connsiteX148" fmla="*/ 171896 w 180300"/>
                <a:gd name="connsiteY148" fmla="*/ 203537 h 236467"/>
                <a:gd name="connsiteX149" fmla="*/ 171981 w 180300"/>
                <a:gd name="connsiteY149" fmla="*/ 205301 h 236467"/>
                <a:gd name="connsiteX150" fmla="*/ 172129 w 180300"/>
                <a:gd name="connsiteY150" fmla="*/ 207583 h 236467"/>
                <a:gd name="connsiteX151" fmla="*/ 172260 w 180300"/>
                <a:gd name="connsiteY151" fmla="*/ 209859 h 236467"/>
                <a:gd name="connsiteX152" fmla="*/ 172641 w 180300"/>
                <a:gd name="connsiteY152" fmla="*/ 211723 h 236467"/>
                <a:gd name="connsiteX153" fmla="*/ 174873 w 180300"/>
                <a:gd name="connsiteY153" fmla="*/ 212467 h 236467"/>
                <a:gd name="connsiteX154" fmla="*/ 174873 w 180300"/>
                <a:gd name="connsiteY154" fmla="*/ 217676 h 236467"/>
                <a:gd name="connsiteX155" fmla="*/ 177105 w 180300"/>
                <a:gd name="connsiteY155" fmla="*/ 220652 h 236467"/>
                <a:gd name="connsiteX156" fmla="*/ 177571 w 180300"/>
                <a:gd name="connsiteY156" fmla="*/ 225164 h 236467"/>
                <a:gd name="connsiteX157" fmla="*/ 177739 w 180300"/>
                <a:gd name="connsiteY157" fmla="*/ 227655 h 236467"/>
                <a:gd name="connsiteX158" fmla="*/ 177850 w 180300"/>
                <a:gd name="connsiteY158" fmla="*/ 229582 h 236467"/>
                <a:gd name="connsiteX159" fmla="*/ 180082 w 180300"/>
                <a:gd name="connsiteY159" fmla="*/ 229582 h 236467"/>
                <a:gd name="connsiteX160" fmla="*/ 180082 w 180300"/>
                <a:gd name="connsiteY160" fmla="*/ 235535 h 236467"/>
                <a:gd name="connsiteX161" fmla="*/ 170681 w 180300"/>
                <a:gd name="connsiteY161" fmla="*/ 236378 h 236467"/>
                <a:gd name="connsiteX162" fmla="*/ 168803 w 180300"/>
                <a:gd name="connsiteY162" fmla="*/ 236380 h 236467"/>
                <a:gd name="connsiteX163" fmla="*/ 164881 w 180300"/>
                <a:gd name="connsiteY163" fmla="*/ 236376 h 236467"/>
                <a:gd name="connsiteX164" fmla="*/ 158865 w 180300"/>
                <a:gd name="connsiteY164" fmla="*/ 236381 h 236467"/>
                <a:gd name="connsiteX165" fmla="*/ 155054 w 180300"/>
                <a:gd name="connsiteY165" fmla="*/ 236378 h 236467"/>
                <a:gd name="connsiteX166" fmla="*/ 153232 w 180300"/>
                <a:gd name="connsiteY166" fmla="*/ 236383 h 236467"/>
                <a:gd name="connsiteX167" fmla="*/ 147340 w 180300"/>
                <a:gd name="connsiteY167" fmla="*/ 235535 h 236467"/>
                <a:gd name="connsiteX168" fmla="*/ 147014 w 180300"/>
                <a:gd name="connsiteY168" fmla="*/ 233303 h 236467"/>
                <a:gd name="connsiteX169" fmla="*/ 146596 w 180300"/>
                <a:gd name="connsiteY169" fmla="*/ 231070 h 236467"/>
                <a:gd name="connsiteX170" fmla="*/ 144363 w 180300"/>
                <a:gd name="connsiteY170" fmla="*/ 230326 h 236467"/>
                <a:gd name="connsiteX171" fmla="*/ 143945 w 180300"/>
                <a:gd name="connsiteY171" fmla="*/ 226233 h 236467"/>
                <a:gd name="connsiteX172" fmla="*/ 143619 w 180300"/>
                <a:gd name="connsiteY172" fmla="*/ 222140 h 236467"/>
                <a:gd name="connsiteX173" fmla="*/ 142131 w 180300"/>
                <a:gd name="connsiteY173" fmla="*/ 221396 h 236467"/>
                <a:gd name="connsiteX174" fmla="*/ 141666 w 180300"/>
                <a:gd name="connsiteY174" fmla="*/ 216885 h 236467"/>
                <a:gd name="connsiteX175" fmla="*/ 141497 w 180300"/>
                <a:gd name="connsiteY175" fmla="*/ 214394 h 236467"/>
                <a:gd name="connsiteX176" fmla="*/ 141387 w 180300"/>
                <a:gd name="connsiteY176" fmla="*/ 212467 h 236467"/>
                <a:gd name="connsiteX177" fmla="*/ 139154 w 180300"/>
                <a:gd name="connsiteY177" fmla="*/ 212467 h 236467"/>
                <a:gd name="connsiteX178" fmla="*/ 139070 w 180300"/>
                <a:gd name="connsiteY178" fmla="*/ 210702 h 236467"/>
                <a:gd name="connsiteX179" fmla="*/ 138922 w 180300"/>
                <a:gd name="connsiteY179" fmla="*/ 208420 h 236467"/>
                <a:gd name="connsiteX180" fmla="*/ 138791 w 180300"/>
                <a:gd name="connsiteY180" fmla="*/ 206144 h 236467"/>
                <a:gd name="connsiteX181" fmla="*/ 138410 w 180300"/>
                <a:gd name="connsiteY181" fmla="*/ 204281 h 236467"/>
                <a:gd name="connsiteX182" fmla="*/ 136178 w 180300"/>
                <a:gd name="connsiteY182" fmla="*/ 203537 h 236467"/>
                <a:gd name="connsiteX183" fmla="*/ 135759 w 180300"/>
                <a:gd name="connsiteY183" fmla="*/ 199816 h 236467"/>
                <a:gd name="connsiteX184" fmla="*/ 135434 w 180300"/>
                <a:gd name="connsiteY184" fmla="*/ 196096 h 236467"/>
                <a:gd name="connsiteX185" fmla="*/ 133945 w 180300"/>
                <a:gd name="connsiteY185" fmla="*/ 195351 h 236467"/>
                <a:gd name="connsiteX186" fmla="*/ 133480 w 180300"/>
                <a:gd name="connsiteY186" fmla="*/ 190840 h 236467"/>
                <a:gd name="connsiteX187" fmla="*/ 133312 w 180300"/>
                <a:gd name="connsiteY187" fmla="*/ 188349 h 236467"/>
                <a:gd name="connsiteX188" fmla="*/ 133201 w 180300"/>
                <a:gd name="connsiteY188" fmla="*/ 186422 h 236467"/>
                <a:gd name="connsiteX189" fmla="*/ 130969 w 180300"/>
                <a:gd name="connsiteY189" fmla="*/ 186422 h 236467"/>
                <a:gd name="connsiteX190" fmla="*/ 130884 w 180300"/>
                <a:gd name="connsiteY190" fmla="*/ 184657 h 236467"/>
                <a:gd name="connsiteX191" fmla="*/ 130736 w 180300"/>
                <a:gd name="connsiteY191" fmla="*/ 182375 h 236467"/>
                <a:gd name="connsiteX192" fmla="*/ 130605 w 180300"/>
                <a:gd name="connsiteY192" fmla="*/ 180099 h 236467"/>
                <a:gd name="connsiteX193" fmla="*/ 130225 w 180300"/>
                <a:gd name="connsiteY193" fmla="*/ 178236 h 236467"/>
                <a:gd name="connsiteX194" fmla="*/ 127992 w 180300"/>
                <a:gd name="connsiteY194" fmla="*/ 177492 h 236467"/>
                <a:gd name="connsiteX195" fmla="*/ 127574 w 180300"/>
                <a:gd name="connsiteY195" fmla="*/ 173771 h 236467"/>
                <a:gd name="connsiteX196" fmla="*/ 127248 w 180300"/>
                <a:gd name="connsiteY196" fmla="*/ 170051 h 236467"/>
                <a:gd name="connsiteX197" fmla="*/ 125760 w 180300"/>
                <a:gd name="connsiteY197" fmla="*/ 169307 h 236467"/>
                <a:gd name="connsiteX198" fmla="*/ 125760 w 180300"/>
                <a:gd name="connsiteY198" fmla="*/ 164098 h 236467"/>
                <a:gd name="connsiteX199" fmla="*/ 51346 w 180300"/>
                <a:gd name="connsiteY199" fmla="*/ 164098 h 236467"/>
                <a:gd name="connsiteX200" fmla="*/ 51346 w 180300"/>
                <a:gd name="connsiteY200" fmla="*/ 170795 h 236467"/>
                <a:gd name="connsiteX201" fmla="*/ 49113 w 180300"/>
                <a:gd name="connsiteY201" fmla="*/ 170795 h 236467"/>
                <a:gd name="connsiteX202" fmla="*/ 49113 w 180300"/>
                <a:gd name="connsiteY202" fmla="*/ 181213 h 236467"/>
                <a:gd name="connsiteX203" fmla="*/ 46881 w 180300"/>
                <a:gd name="connsiteY203" fmla="*/ 180469 h 236467"/>
                <a:gd name="connsiteX204" fmla="*/ 46797 w 180300"/>
                <a:gd name="connsiteY204" fmla="*/ 182559 h 236467"/>
                <a:gd name="connsiteX205" fmla="*/ 46648 w 180300"/>
                <a:gd name="connsiteY205" fmla="*/ 185259 h 236467"/>
                <a:gd name="connsiteX206" fmla="*/ 46518 w 180300"/>
                <a:gd name="connsiteY206" fmla="*/ 187954 h 236467"/>
                <a:gd name="connsiteX207" fmla="*/ 46137 w 180300"/>
                <a:gd name="connsiteY207" fmla="*/ 190142 h 236467"/>
                <a:gd name="connsiteX208" fmla="*/ 43904 w 180300"/>
                <a:gd name="connsiteY208" fmla="*/ 190887 h 236467"/>
                <a:gd name="connsiteX209" fmla="*/ 43393 w 180300"/>
                <a:gd name="connsiteY209" fmla="*/ 194654 h 236467"/>
                <a:gd name="connsiteX210" fmla="*/ 43244 w 180300"/>
                <a:gd name="connsiteY210" fmla="*/ 196726 h 236467"/>
                <a:gd name="connsiteX211" fmla="*/ 43160 w 180300"/>
                <a:gd name="connsiteY211" fmla="*/ 198328 h 236467"/>
                <a:gd name="connsiteX212" fmla="*/ 41672 w 180300"/>
                <a:gd name="connsiteY212" fmla="*/ 198328 h 236467"/>
                <a:gd name="connsiteX213" fmla="*/ 41588 w 180300"/>
                <a:gd name="connsiteY213" fmla="*/ 200418 h 236467"/>
                <a:gd name="connsiteX214" fmla="*/ 41439 w 180300"/>
                <a:gd name="connsiteY214" fmla="*/ 203118 h 236467"/>
                <a:gd name="connsiteX215" fmla="*/ 41309 w 180300"/>
                <a:gd name="connsiteY215" fmla="*/ 205813 h 236467"/>
                <a:gd name="connsiteX216" fmla="*/ 40928 w 180300"/>
                <a:gd name="connsiteY216" fmla="*/ 208002 h 236467"/>
                <a:gd name="connsiteX217" fmla="*/ 38695 w 180300"/>
                <a:gd name="connsiteY217" fmla="*/ 208746 h 236467"/>
                <a:gd name="connsiteX218" fmla="*/ 38323 w 180300"/>
                <a:gd name="connsiteY218" fmla="*/ 213211 h 236467"/>
                <a:gd name="connsiteX219" fmla="*/ 37951 w 180300"/>
                <a:gd name="connsiteY219" fmla="*/ 217676 h 236467"/>
                <a:gd name="connsiteX220" fmla="*/ 35719 w 180300"/>
                <a:gd name="connsiteY220" fmla="*/ 218420 h 236467"/>
                <a:gd name="connsiteX221" fmla="*/ 35300 w 180300"/>
                <a:gd name="connsiteY221" fmla="*/ 222513 h 236467"/>
                <a:gd name="connsiteX222" fmla="*/ 34975 w 180300"/>
                <a:gd name="connsiteY222" fmla="*/ 226605 h 236467"/>
                <a:gd name="connsiteX223" fmla="*/ 33486 w 180300"/>
                <a:gd name="connsiteY223" fmla="*/ 227349 h 236467"/>
                <a:gd name="connsiteX224" fmla="*/ 33143 w 180300"/>
                <a:gd name="connsiteY224" fmla="*/ 233698 h 236467"/>
                <a:gd name="connsiteX225" fmla="*/ 32742 w 180300"/>
                <a:gd name="connsiteY225" fmla="*/ 235535 h 236467"/>
                <a:gd name="connsiteX226" fmla="*/ 23908 w 180300"/>
                <a:gd name="connsiteY226" fmla="*/ 236404 h 236467"/>
                <a:gd name="connsiteX227" fmla="*/ 22196 w 180300"/>
                <a:gd name="connsiteY227" fmla="*/ 236412 h 236467"/>
                <a:gd name="connsiteX228" fmla="*/ 18618 w 180300"/>
                <a:gd name="connsiteY228" fmla="*/ 236417 h 236467"/>
                <a:gd name="connsiteX229" fmla="*/ 13161 w 180300"/>
                <a:gd name="connsiteY229" fmla="*/ 236446 h 236467"/>
                <a:gd name="connsiteX230" fmla="*/ 9677 w 180300"/>
                <a:gd name="connsiteY230" fmla="*/ 236451 h 236467"/>
                <a:gd name="connsiteX231" fmla="*/ 8037 w 180300"/>
                <a:gd name="connsiteY231" fmla="*/ 236467 h 236467"/>
                <a:gd name="connsiteX232" fmla="*/ 0 w 180300"/>
                <a:gd name="connsiteY232" fmla="*/ 234791 h 236467"/>
                <a:gd name="connsiteX233" fmla="*/ 0 w 180300"/>
                <a:gd name="connsiteY233" fmla="*/ 231814 h 236467"/>
                <a:gd name="connsiteX234" fmla="*/ 1488 w 180300"/>
                <a:gd name="connsiteY234" fmla="*/ 231070 h 236467"/>
                <a:gd name="connsiteX235" fmla="*/ 1904 w 180300"/>
                <a:gd name="connsiteY235" fmla="*/ 225303 h 236467"/>
                <a:gd name="connsiteX236" fmla="*/ 2232 w 180300"/>
                <a:gd name="connsiteY236" fmla="*/ 223629 h 236467"/>
                <a:gd name="connsiteX237" fmla="*/ 4465 w 180300"/>
                <a:gd name="connsiteY237" fmla="*/ 222885 h 236467"/>
                <a:gd name="connsiteX238" fmla="*/ 4976 w 180300"/>
                <a:gd name="connsiteY238" fmla="*/ 218373 h 236467"/>
                <a:gd name="connsiteX239" fmla="*/ 5125 w 180300"/>
                <a:gd name="connsiteY239" fmla="*/ 215882 h 236467"/>
                <a:gd name="connsiteX240" fmla="*/ 5209 w 180300"/>
                <a:gd name="connsiteY240" fmla="*/ 213955 h 236467"/>
                <a:gd name="connsiteX241" fmla="*/ 7441 w 180300"/>
                <a:gd name="connsiteY241" fmla="*/ 213955 h 236467"/>
                <a:gd name="connsiteX242" fmla="*/ 7552 w 180300"/>
                <a:gd name="connsiteY242" fmla="*/ 212191 h 236467"/>
                <a:gd name="connsiteX243" fmla="*/ 7720 w 180300"/>
                <a:gd name="connsiteY243" fmla="*/ 209909 h 236467"/>
                <a:gd name="connsiteX244" fmla="*/ 7877 w 180300"/>
                <a:gd name="connsiteY244" fmla="*/ 207633 h 236467"/>
                <a:gd name="connsiteX245" fmla="*/ 8186 w 180300"/>
                <a:gd name="connsiteY245" fmla="*/ 205769 h 236467"/>
                <a:gd name="connsiteX246" fmla="*/ 9674 w 180300"/>
                <a:gd name="connsiteY246" fmla="*/ 205025 h 236467"/>
                <a:gd name="connsiteX247" fmla="*/ 10017 w 180300"/>
                <a:gd name="connsiteY247" fmla="*/ 198677 h 236467"/>
                <a:gd name="connsiteX248" fmla="*/ 10418 w 180300"/>
                <a:gd name="connsiteY248" fmla="*/ 196840 h 236467"/>
                <a:gd name="connsiteX249" fmla="*/ 13395 w 180300"/>
                <a:gd name="connsiteY249" fmla="*/ 196096 h 236467"/>
                <a:gd name="connsiteX250" fmla="*/ 13581 w 180300"/>
                <a:gd name="connsiteY250" fmla="*/ 192328 h 236467"/>
                <a:gd name="connsiteX251" fmla="*/ 13499 w 180300"/>
                <a:gd name="connsiteY251" fmla="*/ 190256 h 236467"/>
                <a:gd name="connsiteX252" fmla="*/ 13395 w 180300"/>
                <a:gd name="connsiteY252" fmla="*/ 188654 h 236467"/>
                <a:gd name="connsiteX253" fmla="*/ 15627 w 180300"/>
                <a:gd name="connsiteY253" fmla="*/ 188654 h 236467"/>
                <a:gd name="connsiteX254" fmla="*/ 15711 w 180300"/>
                <a:gd name="connsiteY254" fmla="*/ 186779 h 236467"/>
                <a:gd name="connsiteX255" fmla="*/ 15859 w 180300"/>
                <a:gd name="connsiteY255" fmla="*/ 184329 h 236467"/>
                <a:gd name="connsiteX256" fmla="*/ 15990 w 180300"/>
                <a:gd name="connsiteY256" fmla="*/ 181896 h 236467"/>
                <a:gd name="connsiteX257" fmla="*/ 18604 w 180300"/>
                <a:gd name="connsiteY257" fmla="*/ 177492 h 236467"/>
                <a:gd name="connsiteX258" fmla="*/ 18604 w 180300"/>
                <a:gd name="connsiteY258" fmla="*/ 174422 h 236467"/>
                <a:gd name="connsiteX259" fmla="*/ 18604 w 180300"/>
                <a:gd name="connsiteY259" fmla="*/ 171539 h 236467"/>
                <a:gd name="connsiteX260" fmla="*/ 20836 w 180300"/>
                <a:gd name="connsiteY260" fmla="*/ 170795 h 236467"/>
                <a:gd name="connsiteX261" fmla="*/ 21208 w 180300"/>
                <a:gd name="connsiteY261" fmla="*/ 166330 h 236467"/>
                <a:gd name="connsiteX262" fmla="*/ 21580 w 180300"/>
                <a:gd name="connsiteY262" fmla="*/ 161865 h 236467"/>
                <a:gd name="connsiteX263" fmla="*/ 23813 w 180300"/>
                <a:gd name="connsiteY263" fmla="*/ 161121 h 236467"/>
                <a:gd name="connsiteX264" fmla="*/ 24231 w 180300"/>
                <a:gd name="connsiteY264" fmla="*/ 157400 h 236467"/>
                <a:gd name="connsiteX265" fmla="*/ 24557 w 180300"/>
                <a:gd name="connsiteY265" fmla="*/ 153680 h 236467"/>
                <a:gd name="connsiteX266" fmla="*/ 26045 w 180300"/>
                <a:gd name="connsiteY266" fmla="*/ 152935 h 236467"/>
                <a:gd name="connsiteX267" fmla="*/ 26461 w 180300"/>
                <a:gd name="connsiteY267" fmla="*/ 146587 h 236467"/>
                <a:gd name="connsiteX268" fmla="*/ 26789 w 180300"/>
                <a:gd name="connsiteY268" fmla="*/ 144750 h 236467"/>
                <a:gd name="connsiteX269" fmla="*/ 29021 w 180300"/>
                <a:gd name="connsiteY269" fmla="*/ 144006 h 236467"/>
                <a:gd name="connsiteX270" fmla="*/ 29394 w 180300"/>
                <a:gd name="connsiteY270" fmla="*/ 139541 h 236467"/>
                <a:gd name="connsiteX271" fmla="*/ 29766 w 180300"/>
                <a:gd name="connsiteY271" fmla="*/ 135076 h 236467"/>
                <a:gd name="connsiteX272" fmla="*/ 31998 w 180300"/>
                <a:gd name="connsiteY272" fmla="*/ 134332 h 236467"/>
                <a:gd name="connsiteX273" fmla="*/ 32510 w 180300"/>
                <a:gd name="connsiteY273" fmla="*/ 130565 h 236467"/>
                <a:gd name="connsiteX274" fmla="*/ 32658 w 180300"/>
                <a:gd name="connsiteY274" fmla="*/ 128492 h 236467"/>
                <a:gd name="connsiteX275" fmla="*/ 32742 w 180300"/>
                <a:gd name="connsiteY275" fmla="*/ 126891 h 236467"/>
                <a:gd name="connsiteX276" fmla="*/ 34975 w 180300"/>
                <a:gd name="connsiteY276" fmla="*/ 126891 h 236467"/>
                <a:gd name="connsiteX277" fmla="*/ 34896 w 180300"/>
                <a:gd name="connsiteY277" fmla="*/ 125152 h 236467"/>
                <a:gd name="connsiteX278" fmla="*/ 34835 w 180300"/>
                <a:gd name="connsiteY278" fmla="*/ 122891 h 236467"/>
                <a:gd name="connsiteX279" fmla="*/ 34757 w 180300"/>
                <a:gd name="connsiteY279" fmla="*/ 120641 h 236467"/>
                <a:gd name="connsiteX280" fmla="*/ 34975 w 180300"/>
                <a:gd name="connsiteY280" fmla="*/ 118705 h 236467"/>
                <a:gd name="connsiteX281" fmla="*/ 37207 w 180300"/>
                <a:gd name="connsiteY281" fmla="*/ 117217 h 236467"/>
                <a:gd name="connsiteX282" fmla="*/ 37649 w 180300"/>
                <a:gd name="connsiteY282" fmla="*/ 111423 h 236467"/>
                <a:gd name="connsiteX283" fmla="*/ 37951 w 180300"/>
                <a:gd name="connsiteY283" fmla="*/ 109775 h 236467"/>
                <a:gd name="connsiteX284" fmla="*/ 40184 w 180300"/>
                <a:gd name="connsiteY284" fmla="*/ 109031 h 236467"/>
                <a:gd name="connsiteX285" fmla="*/ 40695 w 180300"/>
                <a:gd name="connsiteY285" fmla="*/ 104892 h 236467"/>
                <a:gd name="connsiteX286" fmla="*/ 40843 w 180300"/>
                <a:gd name="connsiteY286" fmla="*/ 102610 h 236467"/>
                <a:gd name="connsiteX287" fmla="*/ 40928 w 180300"/>
                <a:gd name="connsiteY287" fmla="*/ 100846 h 236467"/>
                <a:gd name="connsiteX288" fmla="*/ 43160 w 180300"/>
                <a:gd name="connsiteY288" fmla="*/ 100846 h 236467"/>
                <a:gd name="connsiteX289" fmla="*/ 43056 w 180300"/>
                <a:gd name="connsiteY289" fmla="*/ 99244 h 236467"/>
                <a:gd name="connsiteX290" fmla="*/ 42974 w 180300"/>
                <a:gd name="connsiteY290" fmla="*/ 97171 h 236467"/>
                <a:gd name="connsiteX291" fmla="*/ 42869 w 180300"/>
                <a:gd name="connsiteY291" fmla="*/ 95105 h 236467"/>
                <a:gd name="connsiteX292" fmla="*/ 43160 w 180300"/>
                <a:gd name="connsiteY292" fmla="*/ 93404 h 236467"/>
                <a:gd name="connsiteX293" fmla="*/ 44657 w 180300"/>
                <a:gd name="connsiteY293" fmla="*/ 93076 h 236467"/>
                <a:gd name="connsiteX294" fmla="*/ 46137 w 180300"/>
                <a:gd name="connsiteY294" fmla="*/ 92660 h 236467"/>
                <a:gd name="connsiteX295" fmla="*/ 46183 w 180300"/>
                <a:gd name="connsiteY295" fmla="*/ 88195 h 236467"/>
                <a:gd name="connsiteX296" fmla="*/ 46137 w 180300"/>
                <a:gd name="connsiteY296" fmla="*/ 83730 h 236467"/>
                <a:gd name="connsiteX297" fmla="*/ 48369 w 180300"/>
                <a:gd name="connsiteY297" fmla="*/ 82986 h 236467"/>
                <a:gd name="connsiteX298" fmla="*/ 48881 w 180300"/>
                <a:gd name="connsiteY298" fmla="*/ 78847 h 236467"/>
                <a:gd name="connsiteX299" fmla="*/ 49029 w 180300"/>
                <a:gd name="connsiteY299" fmla="*/ 76565 h 236467"/>
                <a:gd name="connsiteX300" fmla="*/ 49113 w 180300"/>
                <a:gd name="connsiteY300" fmla="*/ 74801 h 236467"/>
                <a:gd name="connsiteX301" fmla="*/ 51346 w 180300"/>
                <a:gd name="connsiteY301" fmla="*/ 74801 h 236467"/>
                <a:gd name="connsiteX302" fmla="*/ 51267 w 180300"/>
                <a:gd name="connsiteY302" fmla="*/ 73036 h 236467"/>
                <a:gd name="connsiteX303" fmla="*/ 51206 w 180300"/>
                <a:gd name="connsiteY303" fmla="*/ 70754 h 236467"/>
                <a:gd name="connsiteX304" fmla="*/ 51128 w 180300"/>
                <a:gd name="connsiteY304" fmla="*/ 68478 h 236467"/>
                <a:gd name="connsiteX305" fmla="*/ 51346 w 180300"/>
                <a:gd name="connsiteY305" fmla="*/ 66615 h 236467"/>
                <a:gd name="connsiteX306" fmla="*/ 53578 w 180300"/>
                <a:gd name="connsiteY306" fmla="*/ 65871 h 236467"/>
                <a:gd name="connsiteX307" fmla="*/ 54090 w 180300"/>
                <a:gd name="connsiteY307" fmla="*/ 61360 h 236467"/>
                <a:gd name="connsiteX308" fmla="*/ 54238 w 180300"/>
                <a:gd name="connsiteY308" fmla="*/ 58869 h 236467"/>
                <a:gd name="connsiteX309" fmla="*/ 54322 w 180300"/>
                <a:gd name="connsiteY309" fmla="*/ 56941 h 236467"/>
                <a:gd name="connsiteX310" fmla="*/ 56555 w 180300"/>
                <a:gd name="connsiteY310" fmla="*/ 56941 h 236467"/>
                <a:gd name="connsiteX311" fmla="*/ 56665 w 180300"/>
                <a:gd name="connsiteY311" fmla="*/ 55177 h 236467"/>
                <a:gd name="connsiteX312" fmla="*/ 56834 w 180300"/>
                <a:gd name="connsiteY312" fmla="*/ 52895 h 236467"/>
                <a:gd name="connsiteX313" fmla="*/ 56991 w 180300"/>
                <a:gd name="connsiteY313" fmla="*/ 50619 h 236467"/>
                <a:gd name="connsiteX314" fmla="*/ 57299 w 180300"/>
                <a:gd name="connsiteY314" fmla="*/ 48756 h 236467"/>
                <a:gd name="connsiteX315" fmla="*/ 58787 w 180300"/>
                <a:gd name="connsiteY315" fmla="*/ 48012 h 236467"/>
                <a:gd name="connsiteX316" fmla="*/ 59624 w 180300"/>
                <a:gd name="connsiteY316" fmla="*/ 43500 h 236467"/>
                <a:gd name="connsiteX317" fmla="*/ 60002 w 180300"/>
                <a:gd name="connsiteY317" fmla="*/ 41009 h 236467"/>
                <a:gd name="connsiteX318" fmla="*/ 60275 w 180300"/>
                <a:gd name="connsiteY318" fmla="*/ 39082 h 236467"/>
                <a:gd name="connsiteX319" fmla="*/ 62508 w 180300"/>
                <a:gd name="connsiteY319" fmla="*/ 39082 h 236467"/>
                <a:gd name="connsiteX320" fmla="*/ 62508 w 180300"/>
                <a:gd name="connsiteY320" fmla="*/ 31641 h 236467"/>
                <a:gd name="connsiteX321" fmla="*/ 64740 w 180300"/>
                <a:gd name="connsiteY321" fmla="*/ 31641 h 236467"/>
                <a:gd name="connsiteX322" fmla="*/ 65484 w 180300"/>
                <a:gd name="connsiteY322" fmla="*/ 21967 h 236467"/>
                <a:gd name="connsiteX323" fmla="*/ 66973 w 180300"/>
                <a:gd name="connsiteY323" fmla="*/ 21967 h 236467"/>
                <a:gd name="connsiteX324" fmla="*/ 67717 w 180300"/>
                <a:gd name="connsiteY324" fmla="*/ 18293 h 236467"/>
                <a:gd name="connsiteX325" fmla="*/ 68461 w 180300"/>
                <a:gd name="connsiteY325" fmla="*/ 14525 h 236467"/>
                <a:gd name="connsiteX326" fmla="*/ 69949 w 180300"/>
                <a:gd name="connsiteY326" fmla="*/ 13781 h 236467"/>
                <a:gd name="connsiteX327" fmla="*/ 70365 w 180300"/>
                <a:gd name="connsiteY327" fmla="*/ 6851 h 236467"/>
                <a:gd name="connsiteX328" fmla="*/ 70693 w 180300"/>
                <a:gd name="connsiteY328" fmla="*/ 4851 h 236467"/>
                <a:gd name="connsiteX329" fmla="*/ 72926 w 180300"/>
                <a:gd name="connsiteY329" fmla="*/ 4107 h 236467"/>
                <a:gd name="connsiteX330" fmla="*/ 73026 w 180300"/>
                <a:gd name="connsiteY330" fmla="*/ 2223 h 236467"/>
                <a:gd name="connsiteX331" fmla="*/ 73670 w 180300"/>
                <a:gd name="connsiteY331" fmla="*/ 387 h 236467"/>
                <a:gd name="connsiteX332" fmla="*/ 80254 w 180300"/>
                <a:gd name="connsiteY332" fmla="*/ 23 h 23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180300" h="236467">
                  <a:moveTo>
                    <a:pt x="87083" y="39879"/>
                  </a:moveTo>
                  <a:cubicBezTo>
                    <a:pt x="86830" y="43421"/>
                    <a:pt x="86584" y="46859"/>
                    <a:pt x="86339" y="50297"/>
                  </a:cubicBezTo>
                  <a:cubicBezTo>
                    <a:pt x="86086" y="50297"/>
                    <a:pt x="85840" y="50297"/>
                    <a:pt x="85595" y="50297"/>
                  </a:cubicBezTo>
                  <a:cubicBezTo>
                    <a:pt x="84131" y="53656"/>
                    <a:pt x="83971" y="56558"/>
                    <a:pt x="84054" y="60151"/>
                  </a:cubicBezTo>
                  <a:cubicBezTo>
                    <a:pt x="84072" y="60596"/>
                    <a:pt x="84089" y="61027"/>
                    <a:pt x="84106" y="61459"/>
                  </a:cubicBezTo>
                  <a:cubicBezTo>
                    <a:pt x="83347" y="61459"/>
                    <a:pt x="82611" y="61459"/>
                    <a:pt x="81874" y="61459"/>
                  </a:cubicBezTo>
                  <a:cubicBezTo>
                    <a:pt x="81845" y="62161"/>
                    <a:pt x="81817" y="62842"/>
                    <a:pt x="81790" y="63523"/>
                  </a:cubicBezTo>
                  <a:cubicBezTo>
                    <a:pt x="81739" y="64434"/>
                    <a:pt x="81690" y="65319"/>
                    <a:pt x="81641" y="66203"/>
                  </a:cubicBezTo>
                  <a:cubicBezTo>
                    <a:pt x="81566" y="68814"/>
                    <a:pt x="81566" y="68814"/>
                    <a:pt x="81130" y="71133"/>
                  </a:cubicBezTo>
                  <a:cubicBezTo>
                    <a:pt x="80371" y="71639"/>
                    <a:pt x="79634" y="72130"/>
                    <a:pt x="78897" y="72621"/>
                  </a:cubicBezTo>
                  <a:cubicBezTo>
                    <a:pt x="78823" y="73279"/>
                    <a:pt x="78751" y="73918"/>
                    <a:pt x="78679" y="74557"/>
                  </a:cubicBezTo>
                  <a:cubicBezTo>
                    <a:pt x="78719" y="75693"/>
                    <a:pt x="78719" y="75693"/>
                    <a:pt x="78758" y="76807"/>
                  </a:cubicBezTo>
                  <a:cubicBezTo>
                    <a:pt x="78779" y="77576"/>
                    <a:pt x="78799" y="78322"/>
                    <a:pt x="78819" y="79068"/>
                  </a:cubicBezTo>
                  <a:cubicBezTo>
                    <a:pt x="78859" y="79946"/>
                    <a:pt x="78859" y="79946"/>
                    <a:pt x="78897" y="80807"/>
                  </a:cubicBezTo>
                  <a:cubicBezTo>
                    <a:pt x="78138" y="80807"/>
                    <a:pt x="77402" y="80807"/>
                    <a:pt x="76665" y="80807"/>
                  </a:cubicBezTo>
                  <a:cubicBezTo>
                    <a:pt x="75857" y="82423"/>
                    <a:pt x="75857" y="82423"/>
                    <a:pt x="76014" y="86062"/>
                  </a:cubicBezTo>
                  <a:cubicBezTo>
                    <a:pt x="76165" y="88029"/>
                    <a:pt x="76165" y="88029"/>
                    <a:pt x="75921" y="89736"/>
                  </a:cubicBezTo>
                  <a:cubicBezTo>
                    <a:pt x="74793" y="90112"/>
                    <a:pt x="74793" y="90112"/>
                    <a:pt x="73688" y="90481"/>
                  </a:cubicBezTo>
                  <a:cubicBezTo>
                    <a:pt x="73386" y="92155"/>
                    <a:pt x="73386" y="92155"/>
                    <a:pt x="73316" y="94201"/>
                  </a:cubicBezTo>
                  <a:cubicBezTo>
                    <a:pt x="73298" y="96195"/>
                    <a:pt x="73298" y="96195"/>
                    <a:pt x="72944" y="97922"/>
                  </a:cubicBezTo>
                  <a:cubicBezTo>
                    <a:pt x="71817" y="98298"/>
                    <a:pt x="71817" y="98298"/>
                    <a:pt x="70712" y="98666"/>
                  </a:cubicBezTo>
                  <a:cubicBezTo>
                    <a:pt x="70602" y="99689"/>
                    <a:pt x="70602" y="99689"/>
                    <a:pt x="70494" y="100692"/>
                  </a:cubicBezTo>
                  <a:cubicBezTo>
                    <a:pt x="70521" y="101537"/>
                    <a:pt x="70546" y="102357"/>
                    <a:pt x="70572" y="103177"/>
                  </a:cubicBezTo>
                  <a:cubicBezTo>
                    <a:pt x="70603" y="104435"/>
                    <a:pt x="70603" y="104435"/>
                    <a:pt x="70633" y="105669"/>
                  </a:cubicBezTo>
                  <a:cubicBezTo>
                    <a:pt x="70660" y="106324"/>
                    <a:pt x="70686" y="106960"/>
                    <a:pt x="70712" y="107596"/>
                  </a:cubicBezTo>
                  <a:cubicBezTo>
                    <a:pt x="69953" y="107596"/>
                    <a:pt x="69216" y="107596"/>
                    <a:pt x="68479" y="107596"/>
                  </a:cubicBezTo>
                  <a:cubicBezTo>
                    <a:pt x="67671" y="109213"/>
                    <a:pt x="67671" y="109213"/>
                    <a:pt x="67828" y="112479"/>
                  </a:cubicBezTo>
                  <a:cubicBezTo>
                    <a:pt x="67980" y="114244"/>
                    <a:pt x="67980" y="114244"/>
                    <a:pt x="67735" y="115781"/>
                  </a:cubicBezTo>
                  <a:cubicBezTo>
                    <a:pt x="66608" y="116157"/>
                    <a:pt x="66608" y="116157"/>
                    <a:pt x="65503" y="116525"/>
                  </a:cubicBezTo>
                  <a:cubicBezTo>
                    <a:pt x="65400" y="117141"/>
                    <a:pt x="65300" y="117739"/>
                    <a:pt x="65201" y="118336"/>
                  </a:cubicBezTo>
                  <a:cubicBezTo>
                    <a:pt x="65133" y="120496"/>
                    <a:pt x="65097" y="122575"/>
                    <a:pt x="64759" y="124711"/>
                  </a:cubicBezTo>
                  <a:cubicBezTo>
                    <a:pt x="62526" y="126199"/>
                    <a:pt x="62526" y="126199"/>
                    <a:pt x="61038" y="133641"/>
                  </a:cubicBezTo>
                  <a:cubicBezTo>
                    <a:pt x="79508" y="133641"/>
                    <a:pt x="97434" y="133641"/>
                    <a:pt x="115360" y="133641"/>
                  </a:cubicBezTo>
                  <a:cubicBezTo>
                    <a:pt x="114984" y="129883"/>
                    <a:pt x="114984" y="129883"/>
                    <a:pt x="114616" y="126199"/>
                  </a:cubicBezTo>
                  <a:cubicBezTo>
                    <a:pt x="113113" y="125824"/>
                    <a:pt x="113113" y="125824"/>
                    <a:pt x="111640" y="125455"/>
                  </a:cubicBezTo>
                  <a:cubicBezTo>
                    <a:pt x="111567" y="124775"/>
                    <a:pt x="111497" y="124115"/>
                    <a:pt x="111427" y="123455"/>
                  </a:cubicBezTo>
                  <a:cubicBezTo>
                    <a:pt x="111584" y="121121"/>
                    <a:pt x="111772" y="118862"/>
                    <a:pt x="111640" y="116525"/>
                  </a:cubicBezTo>
                  <a:cubicBezTo>
                    <a:pt x="110512" y="116150"/>
                    <a:pt x="110512" y="116150"/>
                    <a:pt x="109407" y="115781"/>
                  </a:cubicBezTo>
                  <a:cubicBezTo>
                    <a:pt x="109220" y="114242"/>
                    <a:pt x="109220" y="114242"/>
                    <a:pt x="109407" y="112479"/>
                  </a:cubicBezTo>
                  <a:cubicBezTo>
                    <a:pt x="109547" y="110668"/>
                    <a:pt x="109547" y="110668"/>
                    <a:pt x="109407" y="109084"/>
                  </a:cubicBezTo>
                  <a:cubicBezTo>
                    <a:pt x="107021" y="107871"/>
                    <a:pt x="107021" y="107871"/>
                    <a:pt x="106820" y="105875"/>
                  </a:cubicBezTo>
                  <a:cubicBezTo>
                    <a:pt x="106681" y="103351"/>
                    <a:pt x="106827" y="100948"/>
                    <a:pt x="105686" y="98666"/>
                  </a:cubicBezTo>
                  <a:cubicBezTo>
                    <a:pt x="104927" y="98666"/>
                    <a:pt x="104191" y="98666"/>
                    <a:pt x="103454" y="98666"/>
                  </a:cubicBezTo>
                  <a:cubicBezTo>
                    <a:pt x="103481" y="98066"/>
                    <a:pt x="103507" y="97484"/>
                    <a:pt x="103533" y="96902"/>
                  </a:cubicBezTo>
                  <a:cubicBezTo>
                    <a:pt x="103563" y="95749"/>
                    <a:pt x="103563" y="95749"/>
                    <a:pt x="103594" y="94620"/>
                  </a:cubicBezTo>
                  <a:cubicBezTo>
                    <a:pt x="103672" y="92344"/>
                    <a:pt x="103672" y="92344"/>
                    <a:pt x="103454" y="90481"/>
                  </a:cubicBezTo>
                  <a:cubicBezTo>
                    <a:pt x="102695" y="90228"/>
                    <a:pt x="101958" y="89982"/>
                    <a:pt x="101222" y="89736"/>
                  </a:cubicBezTo>
                  <a:cubicBezTo>
                    <a:pt x="101156" y="89176"/>
                    <a:pt x="101093" y="88632"/>
                    <a:pt x="101030" y="88088"/>
                  </a:cubicBezTo>
                  <a:cubicBezTo>
                    <a:pt x="101155" y="85525"/>
                    <a:pt x="101643" y="83137"/>
                    <a:pt x="100477" y="80807"/>
                  </a:cubicBezTo>
                  <a:cubicBezTo>
                    <a:pt x="99718" y="80807"/>
                    <a:pt x="98982" y="80807"/>
                    <a:pt x="98245" y="80807"/>
                  </a:cubicBezTo>
                  <a:cubicBezTo>
                    <a:pt x="98272" y="80216"/>
                    <a:pt x="98298" y="79642"/>
                    <a:pt x="98324" y="79068"/>
                  </a:cubicBezTo>
                  <a:cubicBezTo>
                    <a:pt x="98354" y="77926"/>
                    <a:pt x="98354" y="77926"/>
                    <a:pt x="98385" y="76807"/>
                  </a:cubicBezTo>
                  <a:cubicBezTo>
                    <a:pt x="98463" y="74557"/>
                    <a:pt x="98463" y="74557"/>
                    <a:pt x="98245" y="72621"/>
                  </a:cubicBezTo>
                  <a:cubicBezTo>
                    <a:pt x="97486" y="72115"/>
                    <a:pt x="96749" y="71624"/>
                    <a:pt x="96013" y="71133"/>
                  </a:cubicBezTo>
                  <a:cubicBezTo>
                    <a:pt x="95663" y="69349"/>
                    <a:pt x="95663" y="69349"/>
                    <a:pt x="95641" y="67366"/>
                  </a:cubicBezTo>
                  <a:cubicBezTo>
                    <a:pt x="95571" y="65340"/>
                    <a:pt x="95571" y="65340"/>
                    <a:pt x="95268" y="63691"/>
                  </a:cubicBezTo>
                  <a:cubicBezTo>
                    <a:pt x="94509" y="63438"/>
                    <a:pt x="93773" y="63193"/>
                    <a:pt x="93036" y="62947"/>
                  </a:cubicBezTo>
                  <a:cubicBezTo>
                    <a:pt x="92878" y="61065"/>
                    <a:pt x="92878" y="61065"/>
                    <a:pt x="93083" y="58901"/>
                  </a:cubicBezTo>
                  <a:cubicBezTo>
                    <a:pt x="93248" y="56672"/>
                    <a:pt x="93248" y="56672"/>
                    <a:pt x="93036" y="54762"/>
                  </a:cubicBezTo>
                  <a:cubicBezTo>
                    <a:pt x="92039" y="54275"/>
                    <a:pt x="91047" y="53779"/>
                    <a:pt x="90059" y="53274"/>
                  </a:cubicBezTo>
                  <a:cubicBezTo>
                    <a:pt x="89970" y="52578"/>
                    <a:pt x="89882" y="51902"/>
                    <a:pt x="89795" y="51227"/>
                  </a:cubicBezTo>
                  <a:cubicBezTo>
                    <a:pt x="90065" y="46011"/>
                    <a:pt x="90296" y="44164"/>
                    <a:pt x="87083" y="39879"/>
                  </a:cubicBezTo>
                  <a:close/>
                  <a:moveTo>
                    <a:pt x="80254" y="23"/>
                  </a:moveTo>
                  <a:cubicBezTo>
                    <a:pt x="81243" y="31"/>
                    <a:pt x="81243" y="31"/>
                    <a:pt x="82253" y="39"/>
                  </a:cubicBezTo>
                  <a:cubicBezTo>
                    <a:pt x="84369" y="60"/>
                    <a:pt x="86484" y="107"/>
                    <a:pt x="88599" y="154"/>
                  </a:cubicBezTo>
                  <a:cubicBezTo>
                    <a:pt x="90030" y="173"/>
                    <a:pt x="91460" y="190"/>
                    <a:pt x="92891" y="205"/>
                  </a:cubicBezTo>
                  <a:cubicBezTo>
                    <a:pt x="96406" y="246"/>
                    <a:pt x="99921" y="310"/>
                    <a:pt x="103436" y="387"/>
                  </a:cubicBezTo>
                  <a:cubicBezTo>
                    <a:pt x="103681" y="2842"/>
                    <a:pt x="103927" y="5298"/>
                    <a:pt x="104180" y="7828"/>
                  </a:cubicBezTo>
                  <a:cubicBezTo>
                    <a:pt x="104916" y="7582"/>
                    <a:pt x="105653" y="7337"/>
                    <a:pt x="106412" y="7084"/>
                  </a:cubicBezTo>
                  <a:cubicBezTo>
                    <a:pt x="106454" y="7851"/>
                    <a:pt x="106454" y="7851"/>
                    <a:pt x="106496" y="8633"/>
                  </a:cubicBezTo>
                  <a:cubicBezTo>
                    <a:pt x="106545" y="9304"/>
                    <a:pt x="106594" y="9974"/>
                    <a:pt x="106645" y="10665"/>
                  </a:cubicBezTo>
                  <a:cubicBezTo>
                    <a:pt x="106709" y="11662"/>
                    <a:pt x="106709" y="11662"/>
                    <a:pt x="106775" y="12679"/>
                  </a:cubicBezTo>
                  <a:cubicBezTo>
                    <a:pt x="106988" y="14566"/>
                    <a:pt x="106988" y="14566"/>
                    <a:pt x="108296" y="15665"/>
                  </a:cubicBezTo>
                  <a:cubicBezTo>
                    <a:pt x="109389" y="16758"/>
                    <a:pt x="109389" y="16758"/>
                    <a:pt x="109607" y="18441"/>
                  </a:cubicBezTo>
                  <a:cubicBezTo>
                    <a:pt x="109581" y="19036"/>
                    <a:pt x="109555" y="19632"/>
                    <a:pt x="109528" y="20246"/>
                  </a:cubicBezTo>
                  <a:cubicBezTo>
                    <a:pt x="109498" y="21148"/>
                    <a:pt x="109498" y="21148"/>
                    <a:pt x="109467" y="22068"/>
                  </a:cubicBezTo>
                  <a:cubicBezTo>
                    <a:pt x="109441" y="22526"/>
                    <a:pt x="109415" y="22984"/>
                    <a:pt x="109389" y="23455"/>
                  </a:cubicBezTo>
                  <a:cubicBezTo>
                    <a:pt x="110125" y="23455"/>
                    <a:pt x="110862" y="23455"/>
                    <a:pt x="111621" y="23455"/>
                  </a:cubicBezTo>
                  <a:cubicBezTo>
                    <a:pt x="111621" y="26156"/>
                    <a:pt x="111621" y="28857"/>
                    <a:pt x="111621" y="31641"/>
                  </a:cubicBezTo>
                  <a:cubicBezTo>
                    <a:pt x="112603" y="31641"/>
                    <a:pt x="113586" y="31641"/>
                    <a:pt x="114598" y="31641"/>
                  </a:cubicBezTo>
                  <a:cubicBezTo>
                    <a:pt x="114639" y="32407"/>
                    <a:pt x="114639" y="32407"/>
                    <a:pt x="114682" y="33190"/>
                  </a:cubicBezTo>
                  <a:cubicBezTo>
                    <a:pt x="114731" y="33860"/>
                    <a:pt x="114780" y="34531"/>
                    <a:pt x="114830" y="35222"/>
                  </a:cubicBezTo>
                  <a:cubicBezTo>
                    <a:pt x="114895" y="36219"/>
                    <a:pt x="114895" y="36219"/>
                    <a:pt x="114961" y="37236"/>
                  </a:cubicBezTo>
                  <a:cubicBezTo>
                    <a:pt x="115402" y="39376"/>
                    <a:pt x="116060" y="39828"/>
                    <a:pt x="117574" y="41314"/>
                  </a:cubicBezTo>
                  <a:cubicBezTo>
                    <a:pt x="117903" y="42971"/>
                    <a:pt x="117903" y="42971"/>
                    <a:pt x="117993" y="44756"/>
                  </a:cubicBezTo>
                  <a:cubicBezTo>
                    <a:pt x="118055" y="46502"/>
                    <a:pt x="118055" y="46502"/>
                    <a:pt x="118318" y="48012"/>
                  </a:cubicBezTo>
                  <a:cubicBezTo>
                    <a:pt x="118809" y="48257"/>
                    <a:pt x="119301" y="48503"/>
                    <a:pt x="119807" y="48756"/>
                  </a:cubicBezTo>
                  <a:cubicBezTo>
                    <a:pt x="120069" y="50486"/>
                    <a:pt x="120137" y="52194"/>
                    <a:pt x="120222" y="53941"/>
                  </a:cubicBezTo>
                  <a:cubicBezTo>
                    <a:pt x="120331" y="54440"/>
                    <a:pt x="120439" y="54939"/>
                    <a:pt x="120551" y="55453"/>
                  </a:cubicBezTo>
                  <a:cubicBezTo>
                    <a:pt x="121287" y="55699"/>
                    <a:pt x="122024" y="55944"/>
                    <a:pt x="122783" y="56197"/>
                  </a:cubicBezTo>
                  <a:cubicBezTo>
                    <a:pt x="123086" y="57845"/>
                    <a:pt x="123086" y="57845"/>
                    <a:pt x="123155" y="59871"/>
                  </a:cubicBezTo>
                  <a:cubicBezTo>
                    <a:pt x="123178" y="61855"/>
                    <a:pt x="123178" y="61855"/>
                    <a:pt x="123527" y="63639"/>
                  </a:cubicBezTo>
                  <a:cubicBezTo>
                    <a:pt x="124264" y="64130"/>
                    <a:pt x="125001" y="64621"/>
                    <a:pt x="125760" y="65127"/>
                  </a:cubicBezTo>
                  <a:cubicBezTo>
                    <a:pt x="125917" y="66879"/>
                    <a:pt x="125757" y="68514"/>
                    <a:pt x="125620" y="70266"/>
                  </a:cubicBezTo>
                  <a:cubicBezTo>
                    <a:pt x="125666" y="70780"/>
                    <a:pt x="125712" y="71294"/>
                    <a:pt x="125760" y="71824"/>
                  </a:cubicBezTo>
                  <a:cubicBezTo>
                    <a:pt x="126496" y="72315"/>
                    <a:pt x="127233" y="72806"/>
                    <a:pt x="127992" y="73312"/>
                  </a:cubicBezTo>
                  <a:cubicBezTo>
                    <a:pt x="128373" y="75086"/>
                    <a:pt x="128373" y="75086"/>
                    <a:pt x="128504" y="77126"/>
                  </a:cubicBezTo>
                  <a:cubicBezTo>
                    <a:pt x="128553" y="77803"/>
                    <a:pt x="128602" y="78481"/>
                    <a:pt x="128652" y="79178"/>
                  </a:cubicBezTo>
                  <a:cubicBezTo>
                    <a:pt x="128694" y="79958"/>
                    <a:pt x="128694" y="79958"/>
                    <a:pt x="128736" y="80754"/>
                  </a:cubicBezTo>
                  <a:cubicBezTo>
                    <a:pt x="129473" y="80754"/>
                    <a:pt x="130210" y="80754"/>
                    <a:pt x="130969" y="80754"/>
                  </a:cubicBezTo>
                  <a:cubicBezTo>
                    <a:pt x="131010" y="81627"/>
                    <a:pt x="131010" y="81627"/>
                    <a:pt x="131053" y="82518"/>
                  </a:cubicBezTo>
                  <a:cubicBezTo>
                    <a:pt x="131102" y="83271"/>
                    <a:pt x="131151" y="84024"/>
                    <a:pt x="131201" y="84800"/>
                  </a:cubicBezTo>
                  <a:cubicBezTo>
                    <a:pt x="131266" y="85927"/>
                    <a:pt x="131266" y="85927"/>
                    <a:pt x="131332" y="87076"/>
                  </a:cubicBezTo>
                  <a:cubicBezTo>
                    <a:pt x="131458" y="87691"/>
                    <a:pt x="131583" y="88306"/>
                    <a:pt x="131713" y="88939"/>
                  </a:cubicBezTo>
                  <a:cubicBezTo>
                    <a:pt x="132450" y="89185"/>
                    <a:pt x="133186" y="89430"/>
                    <a:pt x="133945" y="89683"/>
                  </a:cubicBezTo>
                  <a:cubicBezTo>
                    <a:pt x="133945" y="91171"/>
                    <a:pt x="133937" y="92661"/>
                    <a:pt x="133806" y="94143"/>
                  </a:cubicBezTo>
                  <a:cubicBezTo>
                    <a:pt x="133792" y="95710"/>
                    <a:pt x="133792" y="95710"/>
                    <a:pt x="135012" y="96703"/>
                  </a:cubicBezTo>
                  <a:cubicBezTo>
                    <a:pt x="136586" y="98277"/>
                    <a:pt x="136645" y="99554"/>
                    <a:pt x="136968" y="101729"/>
                  </a:cubicBezTo>
                  <a:cubicBezTo>
                    <a:pt x="137229" y="103693"/>
                    <a:pt x="137229" y="103693"/>
                    <a:pt x="137666" y="105310"/>
                  </a:cubicBezTo>
                  <a:cubicBezTo>
                    <a:pt x="138157" y="105310"/>
                    <a:pt x="138648" y="105310"/>
                    <a:pt x="139154" y="105310"/>
                  </a:cubicBezTo>
                  <a:cubicBezTo>
                    <a:pt x="139196" y="106184"/>
                    <a:pt x="139196" y="106184"/>
                    <a:pt x="139239" y="107075"/>
                  </a:cubicBezTo>
                  <a:cubicBezTo>
                    <a:pt x="139312" y="108204"/>
                    <a:pt x="139312" y="108204"/>
                    <a:pt x="139387" y="109357"/>
                  </a:cubicBezTo>
                  <a:cubicBezTo>
                    <a:pt x="139452" y="110483"/>
                    <a:pt x="139452" y="110483"/>
                    <a:pt x="139518" y="111633"/>
                  </a:cubicBezTo>
                  <a:cubicBezTo>
                    <a:pt x="139643" y="112248"/>
                    <a:pt x="139769" y="112862"/>
                    <a:pt x="139898" y="113496"/>
                  </a:cubicBezTo>
                  <a:cubicBezTo>
                    <a:pt x="140635" y="113742"/>
                    <a:pt x="141372" y="113987"/>
                    <a:pt x="142131" y="114240"/>
                  </a:cubicBezTo>
                  <a:cubicBezTo>
                    <a:pt x="142349" y="115941"/>
                    <a:pt x="142349" y="115941"/>
                    <a:pt x="142270" y="118007"/>
                  </a:cubicBezTo>
                  <a:cubicBezTo>
                    <a:pt x="142240" y="119033"/>
                    <a:pt x="142240" y="119033"/>
                    <a:pt x="142209" y="120080"/>
                  </a:cubicBezTo>
                  <a:cubicBezTo>
                    <a:pt x="142183" y="120608"/>
                    <a:pt x="142158" y="121137"/>
                    <a:pt x="142131" y="121682"/>
                  </a:cubicBezTo>
                  <a:cubicBezTo>
                    <a:pt x="142868" y="121682"/>
                    <a:pt x="143604" y="121682"/>
                    <a:pt x="144363" y="121682"/>
                  </a:cubicBezTo>
                  <a:cubicBezTo>
                    <a:pt x="144609" y="124628"/>
                    <a:pt x="144854" y="127575"/>
                    <a:pt x="145107" y="130611"/>
                  </a:cubicBezTo>
                  <a:cubicBezTo>
                    <a:pt x="145844" y="130611"/>
                    <a:pt x="146581" y="130611"/>
                    <a:pt x="147340" y="130611"/>
                  </a:cubicBezTo>
                  <a:cubicBezTo>
                    <a:pt x="147382" y="131404"/>
                    <a:pt x="147382" y="131404"/>
                    <a:pt x="147424" y="132213"/>
                  </a:cubicBezTo>
                  <a:cubicBezTo>
                    <a:pt x="147473" y="132897"/>
                    <a:pt x="147522" y="133581"/>
                    <a:pt x="147572" y="134285"/>
                  </a:cubicBezTo>
                  <a:cubicBezTo>
                    <a:pt x="147637" y="135308"/>
                    <a:pt x="147637" y="135308"/>
                    <a:pt x="147703" y="136352"/>
                  </a:cubicBezTo>
                  <a:cubicBezTo>
                    <a:pt x="147829" y="136913"/>
                    <a:pt x="147955" y="137474"/>
                    <a:pt x="148084" y="138053"/>
                  </a:cubicBezTo>
                  <a:cubicBezTo>
                    <a:pt x="148821" y="138298"/>
                    <a:pt x="149557" y="138544"/>
                    <a:pt x="150316" y="138797"/>
                  </a:cubicBezTo>
                  <a:cubicBezTo>
                    <a:pt x="150645" y="140471"/>
                    <a:pt x="150645" y="140471"/>
                    <a:pt x="150735" y="142517"/>
                  </a:cubicBezTo>
                  <a:cubicBezTo>
                    <a:pt x="150798" y="144507"/>
                    <a:pt x="150798" y="144507"/>
                    <a:pt x="151061" y="146238"/>
                  </a:cubicBezTo>
                  <a:cubicBezTo>
                    <a:pt x="151552" y="146484"/>
                    <a:pt x="152043" y="146729"/>
                    <a:pt x="152549" y="146982"/>
                  </a:cubicBezTo>
                  <a:cubicBezTo>
                    <a:pt x="152813" y="148906"/>
                    <a:pt x="152879" y="150810"/>
                    <a:pt x="152965" y="152749"/>
                  </a:cubicBezTo>
                  <a:cubicBezTo>
                    <a:pt x="153073" y="153302"/>
                    <a:pt x="153181" y="153854"/>
                    <a:pt x="153293" y="154424"/>
                  </a:cubicBezTo>
                  <a:cubicBezTo>
                    <a:pt x="154030" y="154669"/>
                    <a:pt x="154766" y="154915"/>
                    <a:pt x="155525" y="155168"/>
                  </a:cubicBezTo>
                  <a:cubicBezTo>
                    <a:pt x="155873" y="156907"/>
                    <a:pt x="155900" y="158583"/>
                    <a:pt x="155967" y="160354"/>
                  </a:cubicBezTo>
                  <a:cubicBezTo>
                    <a:pt x="156067" y="160852"/>
                    <a:pt x="156167" y="161351"/>
                    <a:pt x="156270" y="161865"/>
                  </a:cubicBezTo>
                  <a:cubicBezTo>
                    <a:pt x="157006" y="162111"/>
                    <a:pt x="157743" y="162356"/>
                    <a:pt x="158502" y="162609"/>
                  </a:cubicBezTo>
                  <a:cubicBezTo>
                    <a:pt x="158830" y="164446"/>
                    <a:pt x="158830" y="164446"/>
                    <a:pt x="158921" y="166702"/>
                  </a:cubicBezTo>
                  <a:cubicBezTo>
                    <a:pt x="158983" y="168893"/>
                    <a:pt x="158983" y="168893"/>
                    <a:pt x="159246" y="170795"/>
                  </a:cubicBezTo>
                  <a:cubicBezTo>
                    <a:pt x="159737" y="171040"/>
                    <a:pt x="160228" y="171286"/>
                    <a:pt x="160734" y="171539"/>
                  </a:cubicBezTo>
                  <a:cubicBezTo>
                    <a:pt x="160998" y="173245"/>
                    <a:pt x="161064" y="174929"/>
                    <a:pt x="161150" y="176652"/>
                  </a:cubicBezTo>
                  <a:cubicBezTo>
                    <a:pt x="161345" y="178524"/>
                    <a:pt x="161345" y="178524"/>
                    <a:pt x="163711" y="179724"/>
                  </a:cubicBezTo>
                  <a:cubicBezTo>
                    <a:pt x="164092" y="181660"/>
                    <a:pt x="164092" y="181660"/>
                    <a:pt x="164223" y="183910"/>
                  </a:cubicBezTo>
                  <a:cubicBezTo>
                    <a:pt x="164271" y="184657"/>
                    <a:pt x="164320" y="185403"/>
                    <a:pt x="164371" y="186172"/>
                  </a:cubicBezTo>
                  <a:cubicBezTo>
                    <a:pt x="164413" y="187032"/>
                    <a:pt x="164413" y="187032"/>
                    <a:pt x="164455" y="187910"/>
                  </a:cubicBezTo>
                  <a:cubicBezTo>
                    <a:pt x="165192" y="187910"/>
                    <a:pt x="165928" y="187910"/>
                    <a:pt x="166688" y="187910"/>
                  </a:cubicBezTo>
                  <a:cubicBezTo>
                    <a:pt x="166688" y="190611"/>
                    <a:pt x="166688" y="193313"/>
                    <a:pt x="166688" y="196096"/>
                  </a:cubicBezTo>
                  <a:cubicBezTo>
                    <a:pt x="167424" y="196096"/>
                    <a:pt x="168161" y="196096"/>
                    <a:pt x="168920" y="196096"/>
                  </a:cubicBezTo>
                  <a:cubicBezTo>
                    <a:pt x="169411" y="197723"/>
                    <a:pt x="169411" y="197723"/>
                    <a:pt x="169711" y="199816"/>
                  </a:cubicBezTo>
                  <a:cubicBezTo>
                    <a:pt x="169973" y="201843"/>
                    <a:pt x="169973" y="201843"/>
                    <a:pt x="170408" y="203537"/>
                  </a:cubicBezTo>
                  <a:cubicBezTo>
                    <a:pt x="170899" y="203537"/>
                    <a:pt x="171390" y="203537"/>
                    <a:pt x="171896" y="203537"/>
                  </a:cubicBezTo>
                  <a:cubicBezTo>
                    <a:pt x="171938" y="204410"/>
                    <a:pt x="171938" y="204410"/>
                    <a:pt x="171981" y="205301"/>
                  </a:cubicBezTo>
                  <a:cubicBezTo>
                    <a:pt x="172030" y="206054"/>
                    <a:pt x="172079" y="206807"/>
                    <a:pt x="172129" y="207583"/>
                  </a:cubicBezTo>
                  <a:cubicBezTo>
                    <a:pt x="172194" y="208710"/>
                    <a:pt x="172194" y="208710"/>
                    <a:pt x="172260" y="209859"/>
                  </a:cubicBezTo>
                  <a:cubicBezTo>
                    <a:pt x="172386" y="210474"/>
                    <a:pt x="172511" y="211089"/>
                    <a:pt x="172641" y="211723"/>
                  </a:cubicBezTo>
                  <a:cubicBezTo>
                    <a:pt x="173377" y="211968"/>
                    <a:pt x="174114" y="212214"/>
                    <a:pt x="174873" y="212467"/>
                  </a:cubicBezTo>
                  <a:cubicBezTo>
                    <a:pt x="174966" y="214978"/>
                    <a:pt x="174966" y="214978"/>
                    <a:pt x="174873" y="217676"/>
                  </a:cubicBezTo>
                  <a:cubicBezTo>
                    <a:pt x="175354" y="219996"/>
                    <a:pt x="175354" y="219996"/>
                    <a:pt x="177105" y="220652"/>
                  </a:cubicBezTo>
                  <a:cubicBezTo>
                    <a:pt x="177414" y="222678"/>
                    <a:pt x="177414" y="222678"/>
                    <a:pt x="177571" y="225164"/>
                  </a:cubicBezTo>
                  <a:cubicBezTo>
                    <a:pt x="177654" y="226397"/>
                    <a:pt x="177654" y="226397"/>
                    <a:pt x="177739" y="227655"/>
                  </a:cubicBezTo>
                  <a:cubicBezTo>
                    <a:pt x="177776" y="228291"/>
                    <a:pt x="177812" y="228927"/>
                    <a:pt x="177850" y="229582"/>
                  </a:cubicBezTo>
                  <a:cubicBezTo>
                    <a:pt x="178586" y="229582"/>
                    <a:pt x="179323" y="229582"/>
                    <a:pt x="180082" y="229582"/>
                  </a:cubicBezTo>
                  <a:cubicBezTo>
                    <a:pt x="180373" y="234160"/>
                    <a:pt x="180373" y="234160"/>
                    <a:pt x="180082" y="235535"/>
                  </a:cubicBezTo>
                  <a:cubicBezTo>
                    <a:pt x="177028" y="236577"/>
                    <a:pt x="173870" y="236386"/>
                    <a:pt x="170681" y="236378"/>
                  </a:cubicBezTo>
                  <a:cubicBezTo>
                    <a:pt x="169752" y="236379"/>
                    <a:pt x="169752" y="236379"/>
                    <a:pt x="168803" y="236380"/>
                  </a:cubicBezTo>
                  <a:cubicBezTo>
                    <a:pt x="167496" y="236381"/>
                    <a:pt x="166189" y="236379"/>
                    <a:pt x="164881" y="236376"/>
                  </a:cubicBezTo>
                  <a:cubicBezTo>
                    <a:pt x="162876" y="236372"/>
                    <a:pt x="160871" y="236376"/>
                    <a:pt x="158865" y="236381"/>
                  </a:cubicBezTo>
                  <a:cubicBezTo>
                    <a:pt x="157595" y="236380"/>
                    <a:pt x="156325" y="236379"/>
                    <a:pt x="155054" y="236378"/>
                  </a:cubicBezTo>
                  <a:cubicBezTo>
                    <a:pt x="154453" y="236379"/>
                    <a:pt x="153851" y="236381"/>
                    <a:pt x="153232" y="236383"/>
                  </a:cubicBezTo>
                  <a:cubicBezTo>
                    <a:pt x="148999" y="236365"/>
                    <a:pt x="148999" y="236365"/>
                    <a:pt x="147340" y="235535"/>
                  </a:cubicBezTo>
                  <a:cubicBezTo>
                    <a:pt x="147179" y="234430"/>
                    <a:pt x="147179" y="234430"/>
                    <a:pt x="147014" y="233303"/>
                  </a:cubicBezTo>
                  <a:cubicBezTo>
                    <a:pt x="146876" y="232566"/>
                    <a:pt x="146738" y="231829"/>
                    <a:pt x="146596" y="231070"/>
                  </a:cubicBezTo>
                  <a:cubicBezTo>
                    <a:pt x="145859" y="230825"/>
                    <a:pt x="145122" y="230579"/>
                    <a:pt x="144363" y="230326"/>
                  </a:cubicBezTo>
                  <a:cubicBezTo>
                    <a:pt x="144035" y="228489"/>
                    <a:pt x="144035" y="228489"/>
                    <a:pt x="143945" y="226233"/>
                  </a:cubicBezTo>
                  <a:cubicBezTo>
                    <a:pt x="143882" y="224043"/>
                    <a:pt x="143882" y="224043"/>
                    <a:pt x="143619" y="222140"/>
                  </a:cubicBezTo>
                  <a:cubicBezTo>
                    <a:pt x="143128" y="221895"/>
                    <a:pt x="142637" y="221649"/>
                    <a:pt x="142131" y="221396"/>
                  </a:cubicBezTo>
                  <a:cubicBezTo>
                    <a:pt x="141823" y="219370"/>
                    <a:pt x="141823" y="219370"/>
                    <a:pt x="141666" y="216885"/>
                  </a:cubicBezTo>
                  <a:cubicBezTo>
                    <a:pt x="141582" y="215652"/>
                    <a:pt x="141582" y="215652"/>
                    <a:pt x="141497" y="214394"/>
                  </a:cubicBezTo>
                  <a:cubicBezTo>
                    <a:pt x="141461" y="213758"/>
                    <a:pt x="141424" y="213122"/>
                    <a:pt x="141387" y="212467"/>
                  </a:cubicBezTo>
                  <a:cubicBezTo>
                    <a:pt x="140650" y="212467"/>
                    <a:pt x="139913" y="212467"/>
                    <a:pt x="139154" y="212467"/>
                  </a:cubicBezTo>
                  <a:cubicBezTo>
                    <a:pt x="139126" y="211884"/>
                    <a:pt x="139099" y="211302"/>
                    <a:pt x="139070" y="210702"/>
                  </a:cubicBezTo>
                  <a:cubicBezTo>
                    <a:pt x="139021" y="209949"/>
                    <a:pt x="138972" y="209196"/>
                    <a:pt x="138922" y="208420"/>
                  </a:cubicBezTo>
                  <a:cubicBezTo>
                    <a:pt x="138857" y="207294"/>
                    <a:pt x="138857" y="207294"/>
                    <a:pt x="138791" y="206144"/>
                  </a:cubicBezTo>
                  <a:cubicBezTo>
                    <a:pt x="138665" y="205530"/>
                    <a:pt x="138540" y="204915"/>
                    <a:pt x="138410" y="204281"/>
                  </a:cubicBezTo>
                  <a:cubicBezTo>
                    <a:pt x="137673" y="204036"/>
                    <a:pt x="136937" y="203790"/>
                    <a:pt x="136178" y="203537"/>
                  </a:cubicBezTo>
                  <a:cubicBezTo>
                    <a:pt x="135849" y="201863"/>
                    <a:pt x="135849" y="201863"/>
                    <a:pt x="135759" y="199816"/>
                  </a:cubicBezTo>
                  <a:cubicBezTo>
                    <a:pt x="135696" y="197827"/>
                    <a:pt x="135696" y="197827"/>
                    <a:pt x="135434" y="196096"/>
                  </a:cubicBezTo>
                  <a:cubicBezTo>
                    <a:pt x="134942" y="195850"/>
                    <a:pt x="134451" y="195604"/>
                    <a:pt x="133945" y="195351"/>
                  </a:cubicBezTo>
                  <a:cubicBezTo>
                    <a:pt x="133637" y="193325"/>
                    <a:pt x="133637" y="193325"/>
                    <a:pt x="133480" y="190840"/>
                  </a:cubicBezTo>
                  <a:cubicBezTo>
                    <a:pt x="133397" y="189607"/>
                    <a:pt x="133397" y="189607"/>
                    <a:pt x="133312" y="188349"/>
                  </a:cubicBezTo>
                  <a:cubicBezTo>
                    <a:pt x="133275" y="187713"/>
                    <a:pt x="133239" y="187077"/>
                    <a:pt x="133201" y="186422"/>
                  </a:cubicBezTo>
                  <a:cubicBezTo>
                    <a:pt x="132464" y="186422"/>
                    <a:pt x="131728" y="186422"/>
                    <a:pt x="130969" y="186422"/>
                  </a:cubicBezTo>
                  <a:cubicBezTo>
                    <a:pt x="130941" y="185839"/>
                    <a:pt x="130913" y="185257"/>
                    <a:pt x="130884" y="184657"/>
                  </a:cubicBezTo>
                  <a:cubicBezTo>
                    <a:pt x="130811" y="183528"/>
                    <a:pt x="130811" y="183528"/>
                    <a:pt x="130736" y="182375"/>
                  </a:cubicBezTo>
                  <a:cubicBezTo>
                    <a:pt x="130671" y="181249"/>
                    <a:pt x="130671" y="181249"/>
                    <a:pt x="130605" y="180099"/>
                  </a:cubicBezTo>
                  <a:cubicBezTo>
                    <a:pt x="130480" y="179485"/>
                    <a:pt x="130354" y="178870"/>
                    <a:pt x="130225" y="178236"/>
                  </a:cubicBezTo>
                  <a:cubicBezTo>
                    <a:pt x="129488" y="177991"/>
                    <a:pt x="128751" y="177745"/>
                    <a:pt x="127992" y="177492"/>
                  </a:cubicBezTo>
                  <a:cubicBezTo>
                    <a:pt x="127664" y="175818"/>
                    <a:pt x="127664" y="175818"/>
                    <a:pt x="127574" y="173771"/>
                  </a:cubicBezTo>
                  <a:cubicBezTo>
                    <a:pt x="127511" y="171782"/>
                    <a:pt x="127511" y="171782"/>
                    <a:pt x="127248" y="170051"/>
                  </a:cubicBezTo>
                  <a:cubicBezTo>
                    <a:pt x="126757" y="169805"/>
                    <a:pt x="126266" y="169560"/>
                    <a:pt x="125760" y="169307"/>
                  </a:cubicBezTo>
                  <a:cubicBezTo>
                    <a:pt x="125760" y="167588"/>
                    <a:pt x="125760" y="165869"/>
                    <a:pt x="125760" y="164098"/>
                  </a:cubicBezTo>
                  <a:cubicBezTo>
                    <a:pt x="101203" y="164098"/>
                    <a:pt x="76646" y="164098"/>
                    <a:pt x="51346" y="164098"/>
                  </a:cubicBezTo>
                  <a:cubicBezTo>
                    <a:pt x="51346" y="166308"/>
                    <a:pt x="51346" y="168518"/>
                    <a:pt x="51346" y="170795"/>
                  </a:cubicBezTo>
                  <a:cubicBezTo>
                    <a:pt x="50609" y="170795"/>
                    <a:pt x="49872" y="170795"/>
                    <a:pt x="49113" y="170795"/>
                  </a:cubicBezTo>
                  <a:cubicBezTo>
                    <a:pt x="49113" y="174233"/>
                    <a:pt x="49113" y="177671"/>
                    <a:pt x="49113" y="181213"/>
                  </a:cubicBezTo>
                  <a:cubicBezTo>
                    <a:pt x="48377" y="180967"/>
                    <a:pt x="47640" y="180722"/>
                    <a:pt x="46881" y="180469"/>
                  </a:cubicBezTo>
                  <a:cubicBezTo>
                    <a:pt x="46839" y="181503"/>
                    <a:pt x="46839" y="181503"/>
                    <a:pt x="46797" y="182559"/>
                  </a:cubicBezTo>
                  <a:cubicBezTo>
                    <a:pt x="46748" y="183450"/>
                    <a:pt x="46699" y="184341"/>
                    <a:pt x="46648" y="185259"/>
                  </a:cubicBezTo>
                  <a:cubicBezTo>
                    <a:pt x="46584" y="186593"/>
                    <a:pt x="46584" y="186593"/>
                    <a:pt x="46518" y="187954"/>
                  </a:cubicBezTo>
                  <a:cubicBezTo>
                    <a:pt x="46329" y="189037"/>
                    <a:pt x="46329" y="189037"/>
                    <a:pt x="46137" y="190142"/>
                  </a:cubicBezTo>
                  <a:cubicBezTo>
                    <a:pt x="45400" y="190388"/>
                    <a:pt x="44663" y="190634"/>
                    <a:pt x="43904" y="190887"/>
                  </a:cubicBezTo>
                  <a:cubicBezTo>
                    <a:pt x="43466" y="192634"/>
                    <a:pt x="43466" y="192634"/>
                    <a:pt x="43393" y="194654"/>
                  </a:cubicBezTo>
                  <a:cubicBezTo>
                    <a:pt x="43344" y="195338"/>
                    <a:pt x="43295" y="196022"/>
                    <a:pt x="43244" y="196726"/>
                  </a:cubicBezTo>
                  <a:cubicBezTo>
                    <a:pt x="43217" y="197255"/>
                    <a:pt x="43189" y="197783"/>
                    <a:pt x="43160" y="198328"/>
                  </a:cubicBezTo>
                  <a:cubicBezTo>
                    <a:pt x="42669" y="198328"/>
                    <a:pt x="42178" y="198328"/>
                    <a:pt x="41672" y="198328"/>
                  </a:cubicBezTo>
                  <a:cubicBezTo>
                    <a:pt x="41644" y="199018"/>
                    <a:pt x="41616" y="199707"/>
                    <a:pt x="41588" y="200418"/>
                  </a:cubicBezTo>
                  <a:cubicBezTo>
                    <a:pt x="41539" y="201309"/>
                    <a:pt x="41490" y="202200"/>
                    <a:pt x="41439" y="203118"/>
                  </a:cubicBezTo>
                  <a:cubicBezTo>
                    <a:pt x="41375" y="204452"/>
                    <a:pt x="41375" y="204452"/>
                    <a:pt x="41309" y="205813"/>
                  </a:cubicBezTo>
                  <a:cubicBezTo>
                    <a:pt x="41183" y="206535"/>
                    <a:pt x="41057" y="207258"/>
                    <a:pt x="40928" y="208002"/>
                  </a:cubicBezTo>
                  <a:cubicBezTo>
                    <a:pt x="40191" y="208247"/>
                    <a:pt x="39454" y="208493"/>
                    <a:pt x="38695" y="208746"/>
                  </a:cubicBezTo>
                  <a:cubicBezTo>
                    <a:pt x="38341" y="210815"/>
                    <a:pt x="38341" y="210815"/>
                    <a:pt x="38323" y="213211"/>
                  </a:cubicBezTo>
                  <a:cubicBezTo>
                    <a:pt x="38253" y="215676"/>
                    <a:pt x="38253" y="215676"/>
                    <a:pt x="37951" y="217676"/>
                  </a:cubicBezTo>
                  <a:cubicBezTo>
                    <a:pt x="37214" y="217921"/>
                    <a:pt x="36478" y="218167"/>
                    <a:pt x="35719" y="218420"/>
                  </a:cubicBezTo>
                  <a:cubicBezTo>
                    <a:pt x="35336" y="220316"/>
                    <a:pt x="35336" y="220316"/>
                    <a:pt x="35300" y="222513"/>
                  </a:cubicBezTo>
                  <a:cubicBezTo>
                    <a:pt x="35204" y="224768"/>
                    <a:pt x="35204" y="224768"/>
                    <a:pt x="34975" y="226605"/>
                  </a:cubicBezTo>
                  <a:cubicBezTo>
                    <a:pt x="34483" y="226851"/>
                    <a:pt x="33992" y="227096"/>
                    <a:pt x="33486" y="227349"/>
                  </a:cubicBezTo>
                  <a:cubicBezTo>
                    <a:pt x="33252" y="229468"/>
                    <a:pt x="33204" y="231568"/>
                    <a:pt x="33143" y="233698"/>
                  </a:cubicBezTo>
                  <a:cubicBezTo>
                    <a:pt x="33011" y="234304"/>
                    <a:pt x="32879" y="234910"/>
                    <a:pt x="32742" y="235535"/>
                  </a:cubicBezTo>
                  <a:cubicBezTo>
                    <a:pt x="29981" y="236688"/>
                    <a:pt x="26855" y="236400"/>
                    <a:pt x="23908" y="236404"/>
                  </a:cubicBezTo>
                  <a:cubicBezTo>
                    <a:pt x="23343" y="236407"/>
                    <a:pt x="22778" y="236409"/>
                    <a:pt x="22196" y="236412"/>
                  </a:cubicBezTo>
                  <a:cubicBezTo>
                    <a:pt x="21003" y="236415"/>
                    <a:pt x="19811" y="236417"/>
                    <a:pt x="18618" y="236417"/>
                  </a:cubicBezTo>
                  <a:cubicBezTo>
                    <a:pt x="16799" y="236419"/>
                    <a:pt x="14980" y="236432"/>
                    <a:pt x="13161" y="236446"/>
                  </a:cubicBezTo>
                  <a:cubicBezTo>
                    <a:pt x="11999" y="236448"/>
                    <a:pt x="10838" y="236450"/>
                    <a:pt x="9677" y="236451"/>
                  </a:cubicBezTo>
                  <a:cubicBezTo>
                    <a:pt x="9136" y="236456"/>
                    <a:pt x="8594" y="236461"/>
                    <a:pt x="8037" y="236467"/>
                  </a:cubicBezTo>
                  <a:cubicBezTo>
                    <a:pt x="5077" y="236454"/>
                    <a:pt x="2558" y="236371"/>
                    <a:pt x="0" y="234791"/>
                  </a:cubicBezTo>
                  <a:cubicBezTo>
                    <a:pt x="0" y="233809"/>
                    <a:pt x="0" y="232826"/>
                    <a:pt x="0" y="231814"/>
                  </a:cubicBezTo>
                  <a:cubicBezTo>
                    <a:pt x="491" y="231569"/>
                    <a:pt x="982" y="231323"/>
                    <a:pt x="1488" y="231070"/>
                  </a:cubicBezTo>
                  <a:cubicBezTo>
                    <a:pt x="1752" y="229147"/>
                    <a:pt x="1819" y="227242"/>
                    <a:pt x="1904" y="225303"/>
                  </a:cubicBezTo>
                  <a:cubicBezTo>
                    <a:pt x="2012" y="224751"/>
                    <a:pt x="2121" y="224198"/>
                    <a:pt x="2232" y="223629"/>
                  </a:cubicBezTo>
                  <a:cubicBezTo>
                    <a:pt x="2969" y="223383"/>
                    <a:pt x="3706" y="223138"/>
                    <a:pt x="4465" y="222885"/>
                  </a:cubicBezTo>
                  <a:cubicBezTo>
                    <a:pt x="4904" y="220794"/>
                    <a:pt x="4904" y="220794"/>
                    <a:pt x="4976" y="218373"/>
                  </a:cubicBezTo>
                  <a:cubicBezTo>
                    <a:pt x="5025" y="217551"/>
                    <a:pt x="5074" y="216729"/>
                    <a:pt x="5125" y="215882"/>
                  </a:cubicBezTo>
                  <a:cubicBezTo>
                    <a:pt x="5153" y="215246"/>
                    <a:pt x="5180" y="214610"/>
                    <a:pt x="5209" y="213955"/>
                  </a:cubicBezTo>
                  <a:cubicBezTo>
                    <a:pt x="5946" y="213955"/>
                    <a:pt x="6682" y="213955"/>
                    <a:pt x="7441" y="213955"/>
                  </a:cubicBezTo>
                  <a:cubicBezTo>
                    <a:pt x="7496" y="213082"/>
                    <a:pt x="7496" y="213082"/>
                    <a:pt x="7552" y="212191"/>
                  </a:cubicBezTo>
                  <a:cubicBezTo>
                    <a:pt x="7608" y="211438"/>
                    <a:pt x="7663" y="210685"/>
                    <a:pt x="7720" y="209909"/>
                  </a:cubicBezTo>
                  <a:cubicBezTo>
                    <a:pt x="7772" y="209158"/>
                    <a:pt x="7824" y="208407"/>
                    <a:pt x="7877" y="207633"/>
                  </a:cubicBezTo>
                  <a:cubicBezTo>
                    <a:pt x="8030" y="206710"/>
                    <a:pt x="8030" y="206710"/>
                    <a:pt x="8186" y="205769"/>
                  </a:cubicBezTo>
                  <a:cubicBezTo>
                    <a:pt x="8677" y="205524"/>
                    <a:pt x="9168" y="205278"/>
                    <a:pt x="9674" y="205025"/>
                  </a:cubicBezTo>
                  <a:cubicBezTo>
                    <a:pt x="9908" y="202907"/>
                    <a:pt x="9956" y="200807"/>
                    <a:pt x="10017" y="198677"/>
                  </a:cubicBezTo>
                  <a:cubicBezTo>
                    <a:pt x="10215" y="197767"/>
                    <a:pt x="10215" y="197767"/>
                    <a:pt x="10418" y="196840"/>
                  </a:cubicBezTo>
                  <a:cubicBezTo>
                    <a:pt x="11408" y="196582"/>
                    <a:pt x="12400" y="196333"/>
                    <a:pt x="13395" y="196096"/>
                  </a:cubicBezTo>
                  <a:cubicBezTo>
                    <a:pt x="13758" y="194342"/>
                    <a:pt x="13758" y="194342"/>
                    <a:pt x="13581" y="192328"/>
                  </a:cubicBezTo>
                  <a:cubicBezTo>
                    <a:pt x="13554" y="191644"/>
                    <a:pt x="13527" y="190960"/>
                    <a:pt x="13499" y="190256"/>
                  </a:cubicBezTo>
                  <a:cubicBezTo>
                    <a:pt x="13465" y="189727"/>
                    <a:pt x="13430" y="189199"/>
                    <a:pt x="13395" y="188654"/>
                  </a:cubicBezTo>
                  <a:cubicBezTo>
                    <a:pt x="14131" y="188654"/>
                    <a:pt x="14868" y="188654"/>
                    <a:pt x="15627" y="188654"/>
                  </a:cubicBezTo>
                  <a:cubicBezTo>
                    <a:pt x="15655" y="188035"/>
                    <a:pt x="15683" y="187417"/>
                    <a:pt x="15711" y="186779"/>
                  </a:cubicBezTo>
                  <a:cubicBezTo>
                    <a:pt x="15760" y="185971"/>
                    <a:pt x="15809" y="185162"/>
                    <a:pt x="15859" y="184329"/>
                  </a:cubicBezTo>
                  <a:cubicBezTo>
                    <a:pt x="15903" y="183526"/>
                    <a:pt x="15946" y="182723"/>
                    <a:pt x="15990" y="181896"/>
                  </a:cubicBezTo>
                  <a:cubicBezTo>
                    <a:pt x="16413" y="179487"/>
                    <a:pt x="16901" y="179094"/>
                    <a:pt x="18604" y="177492"/>
                  </a:cubicBezTo>
                  <a:cubicBezTo>
                    <a:pt x="18790" y="175985"/>
                    <a:pt x="18790" y="175985"/>
                    <a:pt x="18604" y="174422"/>
                  </a:cubicBezTo>
                  <a:cubicBezTo>
                    <a:pt x="18604" y="173471"/>
                    <a:pt x="18604" y="172519"/>
                    <a:pt x="18604" y="171539"/>
                  </a:cubicBezTo>
                  <a:cubicBezTo>
                    <a:pt x="19340" y="171293"/>
                    <a:pt x="20077" y="171048"/>
                    <a:pt x="20836" y="170795"/>
                  </a:cubicBezTo>
                  <a:cubicBezTo>
                    <a:pt x="21190" y="168726"/>
                    <a:pt x="21190" y="168726"/>
                    <a:pt x="21208" y="166330"/>
                  </a:cubicBezTo>
                  <a:cubicBezTo>
                    <a:pt x="21278" y="163865"/>
                    <a:pt x="21278" y="163865"/>
                    <a:pt x="21580" y="161865"/>
                  </a:cubicBezTo>
                  <a:cubicBezTo>
                    <a:pt x="22317" y="161620"/>
                    <a:pt x="23053" y="161374"/>
                    <a:pt x="23813" y="161121"/>
                  </a:cubicBezTo>
                  <a:cubicBezTo>
                    <a:pt x="24194" y="159396"/>
                    <a:pt x="24194" y="159396"/>
                    <a:pt x="24231" y="157400"/>
                  </a:cubicBezTo>
                  <a:cubicBezTo>
                    <a:pt x="24327" y="155354"/>
                    <a:pt x="24327" y="155354"/>
                    <a:pt x="24557" y="153680"/>
                  </a:cubicBezTo>
                  <a:cubicBezTo>
                    <a:pt x="25048" y="153434"/>
                    <a:pt x="25539" y="153188"/>
                    <a:pt x="26045" y="152935"/>
                  </a:cubicBezTo>
                  <a:cubicBezTo>
                    <a:pt x="26310" y="150818"/>
                    <a:pt x="26375" y="148718"/>
                    <a:pt x="26461" y="146587"/>
                  </a:cubicBezTo>
                  <a:cubicBezTo>
                    <a:pt x="26569" y="145981"/>
                    <a:pt x="26677" y="145374"/>
                    <a:pt x="26789" y="144750"/>
                  </a:cubicBezTo>
                  <a:cubicBezTo>
                    <a:pt x="27526" y="144504"/>
                    <a:pt x="28262" y="144259"/>
                    <a:pt x="29021" y="144006"/>
                  </a:cubicBezTo>
                  <a:cubicBezTo>
                    <a:pt x="29376" y="141936"/>
                    <a:pt x="29376" y="141936"/>
                    <a:pt x="29394" y="139541"/>
                  </a:cubicBezTo>
                  <a:cubicBezTo>
                    <a:pt x="29463" y="137076"/>
                    <a:pt x="29463" y="137076"/>
                    <a:pt x="29766" y="135076"/>
                  </a:cubicBezTo>
                  <a:cubicBezTo>
                    <a:pt x="30502" y="134830"/>
                    <a:pt x="31239" y="134585"/>
                    <a:pt x="31998" y="134332"/>
                  </a:cubicBezTo>
                  <a:cubicBezTo>
                    <a:pt x="32436" y="132584"/>
                    <a:pt x="32436" y="132584"/>
                    <a:pt x="32510" y="130565"/>
                  </a:cubicBezTo>
                  <a:cubicBezTo>
                    <a:pt x="32559" y="129881"/>
                    <a:pt x="32607" y="129197"/>
                    <a:pt x="32658" y="128492"/>
                  </a:cubicBezTo>
                  <a:cubicBezTo>
                    <a:pt x="32686" y="127964"/>
                    <a:pt x="32714" y="127435"/>
                    <a:pt x="32742" y="126891"/>
                  </a:cubicBezTo>
                  <a:cubicBezTo>
                    <a:pt x="33479" y="126891"/>
                    <a:pt x="34216" y="126891"/>
                    <a:pt x="34975" y="126891"/>
                  </a:cubicBezTo>
                  <a:cubicBezTo>
                    <a:pt x="34949" y="126317"/>
                    <a:pt x="34923" y="125743"/>
                    <a:pt x="34896" y="125152"/>
                  </a:cubicBezTo>
                  <a:cubicBezTo>
                    <a:pt x="34876" y="124406"/>
                    <a:pt x="34856" y="123660"/>
                    <a:pt x="34835" y="122891"/>
                  </a:cubicBezTo>
                  <a:cubicBezTo>
                    <a:pt x="34809" y="122148"/>
                    <a:pt x="34783" y="121406"/>
                    <a:pt x="34757" y="120641"/>
                  </a:cubicBezTo>
                  <a:cubicBezTo>
                    <a:pt x="34865" y="119683"/>
                    <a:pt x="34865" y="119683"/>
                    <a:pt x="34975" y="118705"/>
                  </a:cubicBezTo>
                  <a:cubicBezTo>
                    <a:pt x="35711" y="118214"/>
                    <a:pt x="36448" y="117723"/>
                    <a:pt x="37207" y="117217"/>
                  </a:cubicBezTo>
                  <a:cubicBezTo>
                    <a:pt x="37543" y="115274"/>
                    <a:pt x="37581" y="113393"/>
                    <a:pt x="37649" y="111423"/>
                  </a:cubicBezTo>
                  <a:cubicBezTo>
                    <a:pt x="37749" y="110880"/>
                    <a:pt x="37848" y="110336"/>
                    <a:pt x="37951" y="109775"/>
                  </a:cubicBezTo>
                  <a:cubicBezTo>
                    <a:pt x="38688" y="109530"/>
                    <a:pt x="39425" y="109284"/>
                    <a:pt x="40184" y="109031"/>
                  </a:cubicBezTo>
                  <a:cubicBezTo>
                    <a:pt x="40622" y="107112"/>
                    <a:pt x="40622" y="107112"/>
                    <a:pt x="40695" y="104892"/>
                  </a:cubicBezTo>
                  <a:cubicBezTo>
                    <a:pt x="40744" y="104139"/>
                    <a:pt x="40793" y="103386"/>
                    <a:pt x="40843" y="102610"/>
                  </a:cubicBezTo>
                  <a:cubicBezTo>
                    <a:pt x="40885" y="101737"/>
                    <a:pt x="40885" y="101737"/>
                    <a:pt x="40928" y="100846"/>
                  </a:cubicBezTo>
                  <a:cubicBezTo>
                    <a:pt x="41664" y="100846"/>
                    <a:pt x="42401" y="100846"/>
                    <a:pt x="43160" y="100846"/>
                  </a:cubicBezTo>
                  <a:cubicBezTo>
                    <a:pt x="43126" y="100317"/>
                    <a:pt x="43091" y="99789"/>
                    <a:pt x="43056" y="99244"/>
                  </a:cubicBezTo>
                  <a:cubicBezTo>
                    <a:pt x="43015" y="98218"/>
                    <a:pt x="43015" y="98218"/>
                    <a:pt x="42974" y="97171"/>
                  </a:cubicBezTo>
                  <a:cubicBezTo>
                    <a:pt x="42940" y="96489"/>
                    <a:pt x="42905" y="95807"/>
                    <a:pt x="42869" y="95105"/>
                  </a:cubicBezTo>
                  <a:cubicBezTo>
                    <a:pt x="43013" y="94263"/>
                    <a:pt x="43013" y="94263"/>
                    <a:pt x="43160" y="93404"/>
                  </a:cubicBezTo>
                  <a:cubicBezTo>
                    <a:pt x="43901" y="93242"/>
                    <a:pt x="43901" y="93242"/>
                    <a:pt x="44657" y="93076"/>
                  </a:cubicBezTo>
                  <a:cubicBezTo>
                    <a:pt x="45145" y="92939"/>
                    <a:pt x="45634" y="92801"/>
                    <a:pt x="46137" y="92660"/>
                  </a:cubicBezTo>
                  <a:cubicBezTo>
                    <a:pt x="46415" y="90585"/>
                    <a:pt x="46415" y="90585"/>
                    <a:pt x="46183" y="88195"/>
                  </a:cubicBezTo>
                  <a:cubicBezTo>
                    <a:pt x="46023" y="85730"/>
                    <a:pt x="46023" y="85730"/>
                    <a:pt x="46137" y="83730"/>
                  </a:cubicBezTo>
                  <a:cubicBezTo>
                    <a:pt x="46873" y="83485"/>
                    <a:pt x="47610" y="83239"/>
                    <a:pt x="48369" y="82986"/>
                  </a:cubicBezTo>
                  <a:cubicBezTo>
                    <a:pt x="48808" y="81067"/>
                    <a:pt x="48808" y="81067"/>
                    <a:pt x="48881" y="78847"/>
                  </a:cubicBezTo>
                  <a:cubicBezTo>
                    <a:pt x="48930" y="78094"/>
                    <a:pt x="48979" y="77341"/>
                    <a:pt x="49029" y="76565"/>
                  </a:cubicBezTo>
                  <a:cubicBezTo>
                    <a:pt x="49057" y="75983"/>
                    <a:pt x="49085" y="75401"/>
                    <a:pt x="49113" y="74801"/>
                  </a:cubicBezTo>
                  <a:cubicBezTo>
                    <a:pt x="49850" y="74801"/>
                    <a:pt x="50587" y="74801"/>
                    <a:pt x="51346" y="74801"/>
                  </a:cubicBezTo>
                  <a:cubicBezTo>
                    <a:pt x="51320" y="74218"/>
                    <a:pt x="51294" y="73636"/>
                    <a:pt x="51267" y="73036"/>
                  </a:cubicBezTo>
                  <a:cubicBezTo>
                    <a:pt x="51247" y="72283"/>
                    <a:pt x="51227" y="71530"/>
                    <a:pt x="51206" y="70754"/>
                  </a:cubicBezTo>
                  <a:cubicBezTo>
                    <a:pt x="51167" y="69628"/>
                    <a:pt x="51167" y="69628"/>
                    <a:pt x="51128" y="68478"/>
                  </a:cubicBezTo>
                  <a:cubicBezTo>
                    <a:pt x="51200" y="67864"/>
                    <a:pt x="51272" y="67249"/>
                    <a:pt x="51346" y="66615"/>
                  </a:cubicBezTo>
                  <a:cubicBezTo>
                    <a:pt x="52082" y="66370"/>
                    <a:pt x="52819" y="66124"/>
                    <a:pt x="53578" y="65871"/>
                  </a:cubicBezTo>
                  <a:cubicBezTo>
                    <a:pt x="54017" y="63780"/>
                    <a:pt x="54017" y="63780"/>
                    <a:pt x="54090" y="61360"/>
                  </a:cubicBezTo>
                  <a:cubicBezTo>
                    <a:pt x="54139" y="60538"/>
                    <a:pt x="54188" y="59715"/>
                    <a:pt x="54238" y="58869"/>
                  </a:cubicBezTo>
                  <a:cubicBezTo>
                    <a:pt x="54266" y="58233"/>
                    <a:pt x="54294" y="57597"/>
                    <a:pt x="54322" y="56941"/>
                  </a:cubicBezTo>
                  <a:cubicBezTo>
                    <a:pt x="55059" y="56941"/>
                    <a:pt x="55796" y="56941"/>
                    <a:pt x="56555" y="56941"/>
                  </a:cubicBezTo>
                  <a:cubicBezTo>
                    <a:pt x="56609" y="56068"/>
                    <a:pt x="56609" y="56068"/>
                    <a:pt x="56665" y="55177"/>
                  </a:cubicBezTo>
                  <a:cubicBezTo>
                    <a:pt x="56721" y="54424"/>
                    <a:pt x="56776" y="53671"/>
                    <a:pt x="56834" y="52895"/>
                  </a:cubicBezTo>
                  <a:cubicBezTo>
                    <a:pt x="56886" y="52144"/>
                    <a:pt x="56937" y="51393"/>
                    <a:pt x="56991" y="50619"/>
                  </a:cubicBezTo>
                  <a:cubicBezTo>
                    <a:pt x="57143" y="49697"/>
                    <a:pt x="57143" y="49697"/>
                    <a:pt x="57299" y="48756"/>
                  </a:cubicBezTo>
                  <a:cubicBezTo>
                    <a:pt x="57790" y="48510"/>
                    <a:pt x="58281" y="48265"/>
                    <a:pt x="58787" y="48012"/>
                  </a:cubicBezTo>
                  <a:cubicBezTo>
                    <a:pt x="59302" y="45921"/>
                    <a:pt x="59302" y="45921"/>
                    <a:pt x="59624" y="43500"/>
                  </a:cubicBezTo>
                  <a:cubicBezTo>
                    <a:pt x="59749" y="42678"/>
                    <a:pt x="59874" y="41856"/>
                    <a:pt x="60002" y="41009"/>
                  </a:cubicBezTo>
                  <a:cubicBezTo>
                    <a:pt x="60137" y="40055"/>
                    <a:pt x="60137" y="40055"/>
                    <a:pt x="60275" y="39082"/>
                  </a:cubicBezTo>
                  <a:cubicBezTo>
                    <a:pt x="61012" y="39082"/>
                    <a:pt x="61749" y="39082"/>
                    <a:pt x="62508" y="39082"/>
                  </a:cubicBezTo>
                  <a:cubicBezTo>
                    <a:pt x="62508" y="36626"/>
                    <a:pt x="62508" y="34171"/>
                    <a:pt x="62508" y="31641"/>
                  </a:cubicBezTo>
                  <a:cubicBezTo>
                    <a:pt x="63245" y="31641"/>
                    <a:pt x="63981" y="31641"/>
                    <a:pt x="64740" y="31641"/>
                  </a:cubicBezTo>
                  <a:cubicBezTo>
                    <a:pt x="64986" y="28448"/>
                    <a:pt x="65231" y="25256"/>
                    <a:pt x="65484" y="21967"/>
                  </a:cubicBezTo>
                  <a:cubicBezTo>
                    <a:pt x="65976" y="21967"/>
                    <a:pt x="66467" y="21967"/>
                    <a:pt x="66973" y="21967"/>
                  </a:cubicBezTo>
                  <a:cubicBezTo>
                    <a:pt x="67437" y="20299"/>
                    <a:pt x="67437" y="20299"/>
                    <a:pt x="67717" y="18293"/>
                  </a:cubicBezTo>
                  <a:cubicBezTo>
                    <a:pt x="68042" y="16226"/>
                    <a:pt x="68042" y="16226"/>
                    <a:pt x="68461" y="14525"/>
                  </a:cubicBezTo>
                  <a:cubicBezTo>
                    <a:pt x="69198" y="14157"/>
                    <a:pt x="69198" y="14157"/>
                    <a:pt x="69949" y="13781"/>
                  </a:cubicBezTo>
                  <a:cubicBezTo>
                    <a:pt x="70215" y="11470"/>
                    <a:pt x="70280" y="9175"/>
                    <a:pt x="70365" y="6851"/>
                  </a:cubicBezTo>
                  <a:cubicBezTo>
                    <a:pt x="70527" y="5861"/>
                    <a:pt x="70527" y="5861"/>
                    <a:pt x="70693" y="4851"/>
                  </a:cubicBezTo>
                  <a:cubicBezTo>
                    <a:pt x="71430" y="4606"/>
                    <a:pt x="72167" y="4360"/>
                    <a:pt x="72926" y="4107"/>
                  </a:cubicBezTo>
                  <a:cubicBezTo>
                    <a:pt x="72959" y="3486"/>
                    <a:pt x="72992" y="2864"/>
                    <a:pt x="73026" y="2223"/>
                  </a:cubicBezTo>
                  <a:cubicBezTo>
                    <a:pt x="73238" y="1617"/>
                    <a:pt x="73451" y="1011"/>
                    <a:pt x="73670" y="387"/>
                  </a:cubicBezTo>
                  <a:cubicBezTo>
                    <a:pt x="75996" y="38"/>
                    <a:pt x="77926" y="-46"/>
                    <a:pt x="80254" y="23"/>
                  </a:cubicBezTo>
                  <a:close/>
                </a:path>
              </a:pathLst>
            </a:custGeom>
            <a:grpFill/>
            <a:ln w="744" cap="flat">
              <a:noFill/>
              <a:prstDash val="solid"/>
              <a:miter/>
            </a:ln>
          </p:spPr>
          <p:txBody>
            <a:bodyPr rtlCol="0" anchor="ctr"/>
            <a:lstStyle/>
            <a:p>
              <a:endParaRPr lang="zh-CN" altLang="en-US"/>
            </a:p>
          </p:txBody>
        </p:sp>
        <p:sp>
          <p:nvSpPr>
            <p:cNvPr id="183" name="任意多边形: 形状 182"/>
            <p:cNvSpPr/>
            <p:nvPr/>
          </p:nvSpPr>
          <p:spPr>
            <a:xfrm>
              <a:off x="6044430" y="1394488"/>
              <a:ext cx="181194" cy="236026"/>
            </a:xfrm>
            <a:custGeom>
              <a:avLst/>
              <a:gdLst>
                <a:gd name="connsiteX0" fmla="*/ 87826 w 181195"/>
                <a:gd name="connsiteY0" fmla="*/ 40237 h 236019"/>
                <a:gd name="connsiteX1" fmla="*/ 87742 w 181195"/>
                <a:gd name="connsiteY1" fmla="*/ 42301 h 236019"/>
                <a:gd name="connsiteX2" fmla="*/ 87593 w 181195"/>
                <a:gd name="connsiteY2" fmla="*/ 44981 h 236019"/>
                <a:gd name="connsiteX3" fmla="*/ 87082 w 181195"/>
                <a:gd name="connsiteY3" fmla="*/ 49911 h 236019"/>
                <a:gd name="connsiteX4" fmla="*/ 84849 w 181195"/>
                <a:gd name="connsiteY4" fmla="*/ 51399 h 236019"/>
                <a:gd name="connsiteX5" fmla="*/ 84631 w 181195"/>
                <a:gd name="connsiteY5" fmla="*/ 53661 h 236019"/>
                <a:gd name="connsiteX6" fmla="*/ 84710 w 181195"/>
                <a:gd name="connsiteY6" fmla="*/ 56329 h 236019"/>
                <a:gd name="connsiteX7" fmla="*/ 84771 w 181195"/>
                <a:gd name="connsiteY7" fmla="*/ 59009 h 236019"/>
                <a:gd name="connsiteX8" fmla="*/ 84849 w 181195"/>
                <a:gd name="connsiteY8" fmla="*/ 61073 h 236019"/>
                <a:gd name="connsiteX9" fmla="*/ 82617 w 181195"/>
                <a:gd name="connsiteY9" fmla="*/ 61073 h 236019"/>
                <a:gd name="connsiteX10" fmla="*/ 81966 w 181195"/>
                <a:gd name="connsiteY10" fmla="*/ 67119 h 236019"/>
                <a:gd name="connsiteX11" fmla="*/ 81873 w 181195"/>
                <a:gd name="connsiteY11" fmla="*/ 70747 h 236019"/>
                <a:gd name="connsiteX12" fmla="*/ 79640 w 181195"/>
                <a:gd name="connsiteY12" fmla="*/ 71491 h 236019"/>
                <a:gd name="connsiteX13" fmla="*/ 79687 w 181195"/>
                <a:gd name="connsiteY13" fmla="*/ 75956 h 236019"/>
                <a:gd name="connsiteX14" fmla="*/ 79640 w 181195"/>
                <a:gd name="connsiteY14" fmla="*/ 80421 h 236019"/>
                <a:gd name="connsiteX15" fmla="*/ 78184 w 181195"/>
                <a:gd name="connsiteY15" fmla="*/ 80836 h 236019"/>
                <a:gd name="connsiteX16" fmla="*/ 76664 w 181195"/>
                <a:gd name="connsiteY16" fmla="*/ 81165 h 236019"/>
                <a:gd name="connsiteX17" fmla="*/ 76210 w 181195"/>
                <a:gd name="connsiteY17" fmla="*/ 82865 h 236019"/>
                <a:gd name="connsiteX18" fmla="*/ 76106 w 181195"/>
                <a:gd name="connsiteY18" fmla="*/ 84932 h 236019"/>
                <a:gd name="connsiteX19" fmla="*/ 75978 w 181195"/>
                <a:gd name="connsiteY19" fmla="*/ 87004 h 236019"/>
                <a:gd name="connsiteX20" fmla="*/ 75920 w 181195"/>
                <a:gd name="connsiteY20" fmla="*/ 88606 h 236019"/>
                <a:gd name="connsiteX21" fmla="*/ 75176 w 181195"/>
                <a:gd name="connsiteY21" fmla="*/ 88606 h 236019"/>
                <a:gd name="connsiteX22" fmla="*/ 73670 w 181195"/>
                <a:gd name="connsiteY22" fmla="*/ 93080 h 236019"/>
                <a:gd name="connsiteX23" fmla="*/ 73687 w 181195"/>
                <a:gd name="connsiteY23" fmla="*/ 97536 h 236019"/>
                <a:gd name="connsiteX24" fmla="*/ 71455 w 181195"/>
                <a:gd name="connsiteY24" fmla="*/ 98280 h 236019"/>
                <a:gd name="connsiteX25" fmla="*/ 71501 w 181195"/>
                <a:gd name="connsiteY25" fmla="*/ 102745 h 236019"/>
                <a:gd name="connsiteX26" fmla="*/ 71455 w 181195"/>
                <a:gd name="connsiteY26" fmla="*/ 107210 h 236019"/>
                <a:gd name="connsiteX27" fmla="*/ 69975 w 181195"/>
                <a:gd name="connsiteY27" fmla="*/ 107625 h 236019"/>
                <a:gd name="connsiteX28" fmla="*/ 68478 w 181195"/>
                <a:gd name="connsiteY28" fmla="*/ 107954 h 236019"/>
                <a:gd name="connsiteX29" fmla="*/ 68188 w 181195"/>
                <a:gd name="connsiteY29" fmla="*/ 109654 h 236019"/>
                <a:gd name="connsiteX30" fmla="*/ 68292 w 181195"/>
                <a:gd name="connsiteY30" fmla="*/ 111721 h 236019"/>
                <a:gd name="connsiteX31" fmla="*/ 68374 w 181195"/>
                <a:gd name="connsiteY31" fmla="*/ 113794 h 236019"/>
                <a:gd name="connsiteX32" fmla="*/ 68478 w 181195"/>
                <a:gd name="connsiteY32" fmla="*/ 115395 h 236019"/>
                <a:gd name="connsiteX33" fmla="*/ 66246 w 181195"/>
                <a:gd name="connsiteY33" fmla="*/ 115395 h 236019"/>
                <a:gd name="connsiteX34" fmla="*/ 65595 w 181195"/>
                <a:gd name="connsiteY34" fmla="*/ 121069 h 236019"/>
                <a:gd name="connsiteX35" fmla="*/ 65502 w 181195"/>
                <a:gd name="connsiteY35" fmla="*/ 124325 h 236019"/>
                <a:gd name="connsiteX36" fmla="*/ 63269 w 181195"/>
                <a:gd name="connsiteY36" fmla="*/ 125069 h 236019"/>
                <a:gd name="connsiteX37" fmla="*/ 62804 w 181195"/>
                <a:gd name="connsiteY37" fmla="*/ 127674 h 236019"/>
                <a:gd name="connsiteX38" fmla="*/ 62525 w 181195"/>
                <a:gd name="connsiteY38" fmla="*/ 130278 h 236019"/>
                <a:gd name="connsiteX39" fmla="*/ 61781 w 181195"/>
                <a:gd name="connsiteY39" fmla="*/ 133255 h 236019"/>
                <a:gd name="connsiteX40" fmla="*/ 116103 w 181195"/>
                <a:gd name="connsiteY40" fmla="*/ 133255 h 236019"/>
                <a:gd name="connsiteX41" fmla="*/ 115359 w 181195"/>
                <a:gd name="connsiteY41" fmla="*/ 125813 h 236019"/>
                <a:gd name="connsiteX42" fmla="*/ 112383 w 181195"/>
                <a:gd name="connsiteY42" fmla="*/ 125069 h 236019"/>
                <a:gd name="connsiteX43" fmla="*/ 112197 w 181195"/>
                <a:gd name="connsiteY43" fmla="*/ 123069 h 236019"/>
                <a:gd name="connsiteX44" fmla="*/ 112383 w 181195"/>
                <a:gd name="connsiteY44" fmla="*/ 116139 h 236019"/>
                <a:gd name="connsiteX45" fmla="*/ 110900 w 181195"/>
                <a:gd name="connsiteY45" fmla="*/ 115721 h 236019"/>
                <a:gd name="connsiteX46" fmla="*/ 109406 w 181195"/>
                <a:gd name="connsiteY46" fmla="*/ 115395 h 236019"/>
                <a:gd name="connsiteX47" fmla="*/ 109168 w 181195"/>
                <a:gd name="connsiteY47" fmla="*/ 113721 h 236019"/>
                <a:gd name="connsiteX48" fmla="*/ 109406 w 181195"/>
                <a:gd name="connsiteY48" fmla="*/ 107954 h 236019"/>
                <a:gd name="connsiteX49" fmla="*/ 107918 w 181195"/>
                <a:gd name="connsiteY49" fmla="*/ 107210 h 236019"/>
                <a:gd name="connsiteX50" fmla="*/ 107220 w 181195"/>
                <a:gd name="connsiteY50" fmla="*/ 103117 h 236019"/>
                <a:gd name="connsiteX51" fmla="*/ 106429 w 181195"/>
                <a:gd name="connsiteY51" fmla="*/ 99024 h 236019"/>
                <a:gd name="connsiteX52" fmla="*/ 104197 w 181195"/>
                <a:gd name="connsiteY52" fmla="*/ 98280 h 236019"/>
                <a:gd name="connsiteX53" fmla="*/ 104197 w 181195"/>
                <a:gd name="connsiteY53" fmla="*/ 94652 h 236019"/>
                <a:gd name="connsiteX54" fmla="*/ 104337 w 181195"/>
                <a:gd name="connsiteY54" fmla="*/ 92658 h 236019"/>
                <a:gd name="connsiteX55" fmla="*/ 103104 w 181195"/>
                <a:gd name="connsiteY55" fmla="*/ 89722 h 236019"/>
                <a:gd name="connsiteX56" fmla="*/ 101593 w 181195"/>
                <a:gd name="connsiteY56" fmla="*/ 84792 h 236019"/>
                <a:gd name="connsiteX57" fmla="*/ 101220 w 181195"/>
                <a:gd name="connsiteY57" fmla="*/ 81165 h 236019"/>
                <a:gd name="connsiteX58" fmla="*/ 98988 w 181195"/>
                <a:gd name="connsiteY58" fmla="*/ 80421 h 236019"/>
                <a:gd name="connsiteX59" fmla="*/ 98895 w 181195"/>
                <a:gd name="connsiteY59" fmla="*/ 77584 h 236019"/>
                <a:gd name="connsiteX60" fmla="*/ 98244 w 181195"/>
                <a:gd name="connsiteY60" fmla="*/ 71491 h 236019"/>
                <a:gd name="connsiteX61" fmla="*/ 96011 w 181195"/>
                <a:gd name="connsiteY61" fmla="*/ 70747 h 236019"/>
                <a:gd name="connsiteX62" fmla="*/ 95820 w 181195"/>
                <a:gd name="connsiteY62" fmla="*/ 69261 h 236019"/>
                <a:gd name="connsiteX63" fmla="*/ 95267 w 181195"/>
                <a:gd name="connsiteY63" fmla="*/ 62561 h 236019"/>
                <a:gd name="connsiteX64" fmla="*/ 93035 w 181195"/>
                <a:gd name="connsiteY64" fmla="*/ 62561 h 236019"/>
                <a:gd name="connsiteX65" fmla="*/ 93113 w 181195"/>
                <a:gd name="connsiteY65" fmla="*/ 60634 h 236019"/>
                <a:gd name="connsiteX66" fmla="*/ 93174 w 181195"/>
                <a:gd name="connsiteY66" fmla="*/ 58143 h 236019"/>
                <a:gd name="connsiteX67" fmla="*/ 93035 w 181195"/>
                <a:gd name="connsiteY67" fmla="*/ 53632 h 236019"/>
                <a:gd name="connsiteX68" fmla="*/ 90802 w 181195"/>
                <a:gd name="connsiteY68" fmla="*/ 52887 h 236019"/>
                <a:gd name="connsiteX69" fmla="*/ 90849 w 181195"/>
                <a:gd name="connsiteY69" fmla="*/ 48609 h 236019"/>
                <a:gd name="connsiteX70" fmla="*/ 91015 w 181195"/>
                <a:gd name="connsiteY70" fmla="*/ 46248 h 236019"/>
                <a:gd name="connsiteX71" fmla="*/ 87826 w 181195"/>
                <a:gd name="connsiteY71" fmla="*/ 40237 h 236019"/>
                <a:gd name="connsiteX72" fmla="*/ 74414 w 181195"/>
                <a:gd name="connsiteY72" fmla="*/ 0 h 236019"/>
                <a:gd name="connsiteX73" fmla="*/ 104180 w 181195"/>
                <a:gd name="connsiteY73" fmla="*/ 0 h 236019"/>
                <a:gd name="connsiteX74" fmla="*/ 104924 w 181195"/>
                <a:gd name="connsiteY74" fmla="*/ 6697 h 236019"/>
                <a:gd name="connsiteX75" fmla="*/ 106412 w 181195"/>
                <a:gd name="connsiteY75" fmla="*/ 7441 h 236019"/>
                <a:gd name="connsiteX76" fmla="*/ 106877 w 181195"/>
                <a:gd name="connsiteY76" fmla="*/ 11209 h 236019"/>
                <a:gd name="connsiteX77" fmla="*/ 107046 w 181195"/>
                <a:gd name="connsiteY77" fmla="*/ 13281 h 236019"/>
                <a:gd name="connsiteX78" fmla="*/ 107156 w 181195"/>
                <a:gd name="connsiteY78" fmla="*/ 14883 h 236019"/>
                <a:gd name="connsiteX79" fmla="*/ 109389 w 181195"/>
                <a:gd name="connsiteY79" fmla="*/ 14883 h 236019"/>
                <a:gd name="connsiteX80" fmla="*/ 109499 w 181195"/>
                <a:gd name="connsiteY80" fmla="*/ 16296 h 236019"/>
                <a:gd name="connsiteX81" fmla="*/ 109668 w 181195"/>
                <a:gd name="connsiteY81" fmla="*/ 18138 h 236019"/>
                <a:gd name="connsiteX82" fmla="*/ 109825 w 181195"/>
                <a:gd name="connsiteY82" fmla="*/ 19970 h 236019"/>
                <a:gd name="connsiteX83" fmla="*/ 111621 w 181195"/>
                <a:gd name="connsiteY83" fmla="*/ 23068 h 236019"/>
                <a:gd name="connsiteX84" fmla="*/ 112365 w 181195"/>
                <a:gd name="connsiteY84" fmla="*/ 23068 h 236019"/>
                <a:gd name="connsiteX85" fmla="*/ 112450 w 181195"/>
                <a:gd name="connsiteY85" fmla="*/ 24807 h 236019"/>
                <a:gd name="connsiteX86" fmla="*/ 112598 w 181195"/>
                <a:gd name="connsiteY86" fmla="*/ 27068 h 236019"/>
                <a:gd name="connsiteX87" fmla="*/ 112729 w 181195"/>
                <a:gd name="connsiteY87" fmla="*/ 29318 h 236019"/>
                <a:gd name="connsiteX88" fmla="*/ 113109 w 181195"/>
                <a:gd name="connsiteY88" fmla="*/ 31254 h 236019"/>
                <a:gd name="connsiteX89" fmla="*/ 115342 w 181195"/>
                <a:gd name="connsiteY89" fmla="*/ 32742 h 236019"/>
                <a:gd name="connsiteX90" fmla="*/ 115481 w 181195"/>
                <a:gd name="connsiteY90" fmla="*/ 36184 h 236019"/>
                <a:gd name="connsiteX91" fmla="*/ 115420 w 181195"/>
                <a:gd name="connsiteY91" fmla="*/ 38027 h 236019"/>
                <a:gd name="connsiteX92" fmla="*/ 115342 w 181195"/>
                <a:gd name="connsiteY92" fmla="*/ 39439 h 236019"/>
                <a:gd name="connsiteX93" fmla="*/ 117574 w 181195"/>
                <a:gd name="connsiteY93" fmla="*/ 39439 h 236019"/>
                <a:gd name="connsiteX94" fmla="*/ 117659 w 181195"/>
                <a:gd name="connsiteY94" fmla="*/ 41041 h 236019"/>
                <a:gd name="connsiteX95" fmla="*/ 117807 w 181195"/>
                <a:gd name="connsiteY95" fmla="*/ 43114 h 236019"/>
                <a:gd name="connsiteX96" fmla="*/ 117938 w 181195"/>
                <a:gd name="connsiteY96" fmla="*/ 45180 h 236019"/>
                <a:gd name="connsiteX97" fmla="*/ 118318 w 181195"/>
                <a:gd name="connsiteY97" fmla="*/ 46881 h 236019"/>
                <a:gd name="connsiteX98" fmla="*/ 120551 w 181195"/>
                <a:gd name="connsiteY98" fmla="*/ 47625 h 236019"/>
                <a:gd name="connsiteX99" fmla="*/ 120411 w 181195"/>
                <a:gd name="connsiteY99" fmla="*/ 53973 h 236019"/>
                <a:gd name="connsiteX100" fmla="*/ 120551 w 181195"/>
                <a:gd name="connsiteY100" fmla="*/ 55811 h 236019"/>
                <a:gd name="connsiteX101" fmla="*/ 122783 w 181195"/>
                <a:gd name="connsiteY101" fmla="*/ 56555 h 236019"/>
                <a:gd name="connsiteX102" fmla="*/ 123574 w 181195"/>
                <a:gd name="connsiteY102" fmla="*/ 60322 h 236019"/>
                <a:gd name="connsiteX103" fmla="*/ 124271 w 181195"/>
                <a:gd name="connsiteY103" fmla="*/ 63996 h 236019"/>
                <a:gd name="connsiteX104" fmla="*/ 125760 w 181195"/>
                <a:gd name="connsiteY104" fmla="*/ 63996 h 236019"/>
                <a:gd name="connsiteX105" fmla="*/ 125844 w 181195"/>
                <a:gd name="connsiteY105" fmla="*/ 65761 h 236019"/>
                <a:gd name="connsiteX106" fmla="*/ 125992 w 181195"/>
                <a:gd name="connsiteY106" fmla="*/ 68042 h 236019"/>
                <a:gd name="connsiteX107" fmla="*/ 126123 w 181195"/>
                <a:gd name="connsiteY107" fmla="*/ 70318 h 236019"/>
                <a:gd name="connsiteX108" fmla="*/ 126504 w 181195"/>
                <a:gd name="connsiteY108" fmla="*/ 72182 h 236019"/>
                <a:gd name="connsiteX109" fmla="*/ 128736 w 181195"/>
                <a:gd name="connsiteY109" fmla="*/ 72926 h 236019"/>
                <a:gd name="connsiteX110" fmla="*/ 129108 w 181195"/>
                <a:gd name="connsiteY110" fmla="*/ 76181 h 236019"/>
                <a:gd name="connsiteX111" fmla="*/ 131713 w 181195"/>
                <a:gd name="connsiteY111" fmla="*/ 81855 h 236019"/>
                <a:gd name="connsiteX112" fmla="*/ 132131 w 181195"/>
                <a:gd name="connsiteY112" fmla="*/ 85297 h 236019"/>
                <a:gd name="connsiteX113" fmla="*/ 132457 w 181195"/>
                <a:gd name="connsiteY113" fmla="*/ 88553 h 236019"/>
                <a:gd name="connsiteX114" fmla="*/ 133945 w 181195"/>
                <a:gd name="connsiteY114" fmla="*/ 89297 h 236019"/>
                <a:gd name="connsiteX115" fmla="*/ 134361 w 181195"/>
                <a:gd name="connsiteY115" fmla="*/ 94483 h 236019"/>
                <a:gd name="connsiteX116" fmla="*/ 134689 w 181195"/>
                <a:gd name="connsiteY116" fmla="*/ 95994 h 236019"/>
                <a:gd name="connsiteX117" fmla="*/ 136922 w 181195"/>
                <a:gd name="connsiteY117" fmla="*/ 96738 h 236019"/>
                <a:gd name="connsiteX118" fmla="*/ 137294 w 181195"/>
                <a:gd name="connsiteY118" fmla="*/ 100412 h 236019"/>
                <a:gd name="connsiteX119" fmla="*/ 137666 w 181195"/>
                <a:gd name="connsiteY119" fmla="*/ 104180 h 236019"/>
                <a:gd name="connsiteX120" fmla="*/ 139898 w 181195"/>
                <a:gd name="connsiteY120" fmla="*/ 105668 h 236019"/>
                <a:gd name="connsiteX121" fmla="*/ 139759 w 181195"/>
                <a:gd name="connsiteY121" fmla="*/ 110807 h 236019"/>
                <a:gd name="connsiteX122" fmla="*/ 139898 w 181195"/>
                <a:gd name="connsiteY122" fmla="*/ 112365 h 236019"/>
                <a:gd name="connsiteX123" fmla="*/ 142131 w 181195"/>
                <a:gd name="connsiteY123" fmla="*/ 113854 h 236019"/>
                <a:gd name="connsiteX124" fmla="*/ 142642 w 181195"/>
                <a:gd name="connsiteY124" fmla="*/ 117667 h 236019"/>
                <a:gd name="connsiteX125" fmla="*/ 142791 w 181195"/>
                <a:gd name="connsiteY125" fmla="*/ 119719 h 236019"/>
                <a:gd name="connsiteX126" fmla="*/ 142875 w 181195"/>
                <a:gd name="connsiteY126" fmla="*/ 121295 h 236019"/>
                <a:gd name="connsiteX127" fmla="*/ 145107 w 181195"/>
                <a:gd name="connsiteY127" fmla="*/ 121295 h 236019"/>
                <a:gd name="connsiteX128" fmla="*/ 145192 w 181195"/>
                <a:gd name="connsiteY128" fmla="*/ 123059 h 236019"/>
                <a:gd name="connsiteX129" fmla="*/ 145340 w 181195"/>
                <a:gd name="connsiteY129" fmla="*/ 125341 h 236019"/>
                <a:gd name="connsiteX130" fmla="*/ 145471 w 181195"/>
                <a:gd name="connsiteY130" fmla="*/ 127617 h 236019"/>
                <a:gd name="connsiteX131" fmla="*/ 145852 w 181195"/>
                <a:gd name="connsiteY131" fmla="*/ 129480 h 236019"/>
                <a:gd name="connsiteX132" fmla="*/ 148084 w 181195"/>
                <a:gd name="connsiteY132" fmla="*/ 130225 h 236019"/>
                <a:gd name="connsiteX133" fmla="*/ 147944 w 181195"/>
                <a:gd name="connsiteY133" fmla="*/ 134684 h 236019"/>
                <a:gd name="connsiteX134" fmla="*/ 149151 w 181195"/>
                <a:gd name="connsiteY134" fmla="*/ 137245 h 236019"/>
                <a:gd name="connsiteX135" fmla="*/ 151107 w 181195"/>
                <a:gd name="connsiteY135" fmla="*/ 142270 h 236019"/>
                <a:gd name="connsiteX136" fmla="*/ 151805 w 181195"/>
                <a:gd name="connsiteY136" fmla="*/ 145852 h 236019"/>
                <a:gd name="connsiteX137" fmla="*/ 153293 w 181195"/>
                <a:gd name="connsiteY137" fmla="*/ 145852 h 236019"/>
                <a:gd name="connsiteX138" fmla="*/ 153377 w 181195"/>
                <a:gd name="connsiteY138" fmla="*/ 147616 h 236019"/>
                <a:gd name="connsiteX139" fmla="*/ 153526 w 181195"/>
                <a:gd name="connsiteY139" fmla="*/ 149898 h 236019"/>
                <a:gd name="connsiteX140" fmla="*/ 153656 w 181195"/>
                <a:gd name="connsiteY140" fmla="*/ 152174 h 236019"/>
                <a:gd name="connsiteX141" fmla="*/ 154037 w 181195"/>
                <a:gd name="connsiteY141" fmla="*/ 154037 h 236019"/>
                <a:gd name="connsiteX142" fmla="*/ 156270 w 181195"/>
                <a:gd name="connsiteY142" fmla="*/ 154781 h 236019"/>
                <a:gd name="connsiteX143" fmla="*/ 156409 w 181195"/>
                <a:gd name="connsiteY143" fmla="*/ 158548 h 236019"/>
                <a:gd name="connsiteX144" fmla="*/ 156348 w 181195"/>
                <a:gd name="connsiteY144" fmla="*/ 160621 h 236019"/>
                <a:gd name="connsiteX145" fmla="*/ 156270 w 181195"/>
                <a:gd name="connsiteY145" fmla="*/ 162223 h 236019"/>
                <a:gd name="connsiteX146" fmla="*/ 158502 w 181195"/>
                <a:gd name="connsiteY146" fmla="*/ 162223 h 236019"/>
                <a:gd name="connsiteX147" fmla="*/ 159246 w 181195"/>
                <a:gd name="connsiteY147" fmla="*/ 171152 h 236019"/>
                <a:gd name="connsiteX148" fmla="*/ 161479 w 181195"/>
                <a:gd name="connsiteY148" fmla="*/ 171152 h 236019"/>
                <a:gd name="connsiteX149" fmla="*/ 161563 w 181195"/>
                <a:gd name="connsiteY149" fmla="*/ 172754 h 236019"/>
                <a:gd name="connsiteX150" fmla="*/ 161711 w 181195"/>
                <a:gd name="connsiteY150" fmla="*/ 174827 h 236019"/>
                <a:gd name="connsiteX151" fmla="*/ 161842 w 181195"/>
                <a:gd name="connsiteY151" fmla="*/ 176893 h 236019"/>
                <a:gd name="connsiteX152" fmla="*/ 162223 w 181195"/>
                <a:gd name="connsiteY152" fmla="*/ 178594 h 236019"/>
                <a:gd name="connsiteX153" fmla="*/ 164455 w 181195"/>
                <a:gd name="connsiteY153" fmla="*/ 179338 h 236019"/>
                <a:gd name="connsiteX154" fmla="*/ 164874 w 181195"/>
                <a:gd name="connsiteY154" fmla="*/ 183059 h 236019"/>
                <a:gd name="connsiteX155" fmla="*/ 165199 w 181195"/>
                <a:gd name="connsiteY155" fmla="*/ 186779 h 236019"/>
                <a:gd name="connsiteX156" fmla="*/ 166688 w 181195"/>
                <a:gd name="connsiteY156" fmla="*/ 187523 h 236019"/>
                <a:gd name="connsiteX157" fmla="*/ 167103 w 181195"/>
                <a:gd name="connsiteY157" fmla="*/ 193291 h 236019"/>
                <a:gd name="connsiteX158" fmla="*/ 167432 w 181195"/>
                <a:gd name="connsiteY158" fmla="*/ 194965 h 236019"/>
                <a:gd name="connsiteX159" fmla="*/ 169664 w 181195"/>
                <a:gd name="connsiteY159" fmla="*/ 195709 h 236019"/>
                <a:gd name="connsiteX160" fmla="*/ 170036 w 181195"/>
                <a:gd name="connsiteY160" fmla="*/ 199011 h 236019"/>
                <a:gd name="connsiteX161" fmla="*/ 170408 w 181195"/>
                <a:gd name="connsiteY161" fmla="*/ 202406 h 236019"/>
                <a:gd name="connsiteX162" fmla="*/ 172641 w 181195"/>
                <a:gd name="connsiteY162" fmla="*/ 203895 h 236019"/>
                <a:gd name="connsiteX163" fmla="*/ 172780 w 181195"/>
                <a:gd name="connsiteY163" fmla="*/ 208080 h 236019"/>
                <a:gd name="connsiteX164" fmla="*/ 172719 w 181195"/>
                <a:gd name="connsiteY164" fmla="*/ 210342 h 236019"/>
                <a:gd name="connsiteX165" fmla="*/ 172641 w 181195"/>
                <a:gd name="connsiteY165" fmla="*/ 212080 h 236019"/>
                <a:gd name="connsiteX166" fmla="*/ 174873 w 181195"/>
                <a:gd name="connsiteY166" fmla="*/ 212080 h 236019"/>
                <a:gd name="connsiteX167" fmla="*/ 174957 w 181195"/>
                <a:gd name="connsiteY167" fmla="*/ 213493 h 236019"/>
                <a:gd name="connsiteX168" fmla="*/ 175106 w 181195"/>
                <a:gd name="connsiteY168" fmla="*/ 215336 h 236019"/>
                <a:gd name="connsiteX169" fmla="*/ 175236 w 181195"/>
                <a:gd name="connsiteY169" fmla="*/ 217167 h 236019"/>
                <a:gd name="connsiteX170" fmla="*/ 177850 w 181195"/>
                <a:gd name="connsiteY170" fmla="*/ 220266 h 236019"/>
                <a:gd name="connsiteX171" fmla="*/ 178291 w 181195"/>
                <a:gd name="connsiteY171" fmla="*/ 226640 h 236019"/>
                <a:gd name="connsiteX172" fmla="*/ 178594 w 181195"/>
                <a:gd name="connsiteY172" fmla="*/ 228451 h 236019"/>
                <a:gd name="connsiteX173" fmla="*/ 180826 w 181195"/>
                <a:gd name="connsiteY173" fmla="*/ 229195 h 236019"/>
                <a:gd name="connsiteX174" fmla="*/ 181152 w 181195"/>
                <a:gd name="connsiteY174" fmla="*/ 232172 h 236019"/>
                <a:gd name="connsiteX175" fmla="*/ 181195 w 181195"/>
                <a:gd name="connsiteY175" fmla="*/ 233800 h 236019"/>
                <a:gd name="connsiteX176" fmla="*/ 180826 w 181195"/>
                <a:gd name="connsiteY176" fmla="*/ 235148 h 236019"/>
                <a:gd name="connsiteX177" fmla="*/ 171426 w 181195"/>
                <a:gd name="connsiteY177" fmla="*/ 235991 h 236019"/>
                <a:gd name="connsiteX178" fmla="*/ 169547 w 181195"/>
                <a:gd name="connsiteY178" fmla="*/ 235994 h 236019"/>
                <a:gd name="connsiteX179" fmla="*/ 165625 w 181195"/>
                <a:gd name="connsiteY179" fmla="*/ 235990 h 236019"/>
                <a:gd name="connsiteX180" fmla="*/ 159609 w 181195"/>
                <a:gd name="connsiteY180" fmla="*/ 235994 h 236019"/>
                <a:gd name="connsiteX181" fmla="*/ 155799 w 181195"/>
                <a:gd name="connsiteY181" fmla="*/ 235991 h 236019"/>
                <a:gd name="connsiteX182" fmla="*/ 153976 w 181195"/>
                <a:gd name="connsiteY182" fmla="*/ 235996 h 236019"/>
                <a:gd name="connsiteX183" fmla="*/ 148084 w 181195"/>
                <a:gd name="connsiteY183" fmla="*/ 235148 h 236019"/>
                <a:gd name="connsiteX184" fmla="*/ 147340 w 181195"/>
                <a:gd name="connsiteY184" fmla="*/ 229939 h 236019"/>
                <a:gd name="connsiteX185" fmla="*/ 145107 w 181195"/>
                <a:gd name="connsiteY185" fmla="*/ 229939 h 236019"/>
                <a:gd name="connsiteX186" fmla="*/ 144363 w 181195"/>
                <a:gd name="connsiteY186" fmla="*/ 221010 h 236019"/>
                <a:gd name="connsiteX187" fmla="*/ 142131 w 181195"/>
                <a:gd name="connsiteY187" fmla="*/ 221010 h 236019"/>
                <a:gd name="connsiteX188" fmla="*/ 142020 w 181195"/>
                <a:gd name="connsiteY188" fmla="*/ 219245 h 236019"/>
                <a:gd name="connsiteX189" fmla="*/ 141852 w 181195"/>
                <a:gd name="connsiteY189" fmla="*/ 216963 h 236019"/>
                <a:gd name="connsiteX190" fmla="*/ 141695 w 181195"/>
                <a:gd name="connsiteY190" fmla="*/ 214687 h 236019"/>
                <a:gd name="connsiteX191" fmla="*/ 141387 w 181195"/>
                <a:gd name="connsiteY191" fmla="*/ 212824 h 236019"/>
                <a:gd name="connsiteX192" fmla="*/ 139898 w 181195"/>
                <a:gd name="connsiteY192" fmla="*/ 212080 h 236019"/>
                <a:gd name="connsiteX193" fmla="*/ 139483 w 181195"/>
                <a:gd name="connsiteY193" fmla="*/ 206386 h 236019"/>
                <a:gd name="connsiteX194" fmla="*/ 139154 w 181195"/>
                <a:gd name="connsiteY194" fmla="*/ 204639 h 236019"/>
                <a:gd name="connsiteX195" fmla="*/ 136922 w 181195"/>
                <a:gd name="connsiteY195" fmla="*/ 203150 h 236019"/>
                <a:gd name="connsiteX196" fmla="*/ 136410 w 181195"/>
                <a:gd name="connsiteY196" fmla="*/ 198965 h 236019"/>
                <a:gd name="connsiteX197" fmla="*/ 136262 w 181195"/>
                <a:gd name="connsiteY197" fmla="*/ 196703 h 236019"/>
                <a:gd name="connsiteX198" fmla="*/ 136178 w 181195"/>
                <a:gd name="connsiteY198" fmla="*/ 194965 h 236019"/>
                <a:gd name="connsiteX199" fmla="*/ 133945 w 181195"/>
                <a:gd name="connsiteY199" fmla="*/ 194965 h 236019"/>
                <a:gd name="connsiteX200" fmla="*/ 133835 w 181195"/>
                <a:gd name="connsiteY200" fmla="*/ 193200 h 236019"/>
                <a:gd name="connsiteX201" fmla="*/ 133666 w 181195"/>
                <a:gd name="connsiteY201" fmla="*/ 190919 h 236019"/>
                <a:gd name="connsiteX202" fmla="*/ 133509 w 181195"/>
                <a:gd name="connsiteY202" fmla="*/ 188643 h 236019"/>
                <a:gd name="connsiteX203" fmla="*/ 133201 w 181195"/>
                <a:gd name="connsiteY203" fmla="*/ 186779 h 236019"/>
                <a:gd name="connsiteX204" fmla="*/ 131713 w 181195"/>
                <a:gd name="connsiteY204" fmla="*/ 186035 h 236019"/>
                <a:gd name="connsiteX205" fmla="*/ 131248 w 181195"/>
                <a:gd name="connsiteY205" fmla="*/ 181524 h 236019"/>
                <a:gd name="connsiteX206" fmla="*/ 131079 w 181195"/>
                <a:gd name="connsiteY206" fmla="*/ 179033 h 236019"/>
                <a:gd name="connsiteX207" fmla="*/ 130969 w 181195"/>
                <a:gd name="connsiteY207" fmla="*/ 177105 h 236019"/>
                <a:gd name="connsiteX208" fmla="*/ 128736 w 181195"/>
                <a:gd name="connsiteY208" fmla="*/ 177105 h 236019"/>
                <a:gd name="connsiteX209" fmla="*/ 128652 w 181195"/>
                <a:gd name="connsiteY209" fmla="*/ 175504 h 236019"/>
                <a:gd name="connsiteX210" fmla="*/ 128504 w 181195"/>
                <a:gd name="connsiteY210" fmla="*/ 173431 h 236019"/>
                <a:gd name="connsiteX211" fmla="*/ 128373 w 181195"/>
                <a:gd name="connsiteY211" fmla="*/ 171365 h 236019"/>
                <a:gd name="connsiteX212" fmla="*/ 127992 w 181195"/>
                <a:gd name="connsiteY212" fmla="*/ 169664 h 236019"/>
                <a:gd name="connsiteX213" fmla="*/ 125760 w 181195"/>
                <a:gd name="connsiteY213" fmla="*/ 168920 h 236019"/>
                <a:gd name="connsiteX214" fmla="*/ 126504 w 181195"/>
                <a:gd name="connsiteY214" fmla="*/ 163711 h 236019"/>
                <a:gd name="connsiteX215" fmla="*/ 52090 w 181195"/>
                <a:gd name="connsiteY215" fmla="*/ 163711 h 236019"/>
                <a:gd name="connsiteX216" fmla="*/ 52090 w 181195"/>
                <a:gd name="connsiteY216" fmla="*/ 170408 h 236019"/>
                <a:gd name="connsiteX217" fmla="*/ 50602 w 181195"/>
                <a:gd name="connsiteY217" fmla="*/ 170408 h 236019"/>
                <a:gd name="connsiteX218" fmla="*/ 49395 w 181195"/>
                <a:gd name="connsiteY218" fmla="*/ 178271 h 236019"/>
                <a:gd name="connsiteX219" fmla="*/ 49113 w 181195"/>
                <a:gd name="connsiteY219" fmla="*/ 180082 h 236019"/>
                <a:gd name="connsiteX220" fmla="*/ 47625 w 181195"/>
                <a:gd name="connsiteY220" fmla="*/ 180826 h 236019"/>
                <a:gd name="connsiteX221" fmla="*/ 47209 w 181195"/>
                <a:gd name="connsiteY221" fmla="*/ 187756 h 236019"/>
                <a:gd name="connsiteX222" fmla="*/ 46881 w 181195"/>
                <a:gd name="connsiteY222" fmla="*/ 189756 h 236019"/>
                <a:gd name="connsiteX223" fmla="*/ 44648 w 181195"/>
                <a:gd name="connsiteY223" fmla="*/ 190500 h 236019"/>
                <a:gd name="connsiteX224" fmla="*/ 44137 w 181195"/>
                <a:gd name="connsiteY224" fmla="*/ 194639 h 236019"/>
                <a:gd name="connsiteX225" fmla="*/ 43989 w 181195"/>
                <a:gd name="connsiteY225" fmla="*/ 196921 h 236019"/>
                <a:gd name="connsiteX226" fmla="*/ 43904 w 181195"/>
                <a:gd name="connsiteY226" fmla="*/ 198686 h 236019"/>
                <a:gd name="connsiteX227" fmla="*/ 42416 w 181195"/>
                <a:gd name="connsiteY227" fmla="*/ 198686 h 236019"/>
                <a:gd name="connsiteX228" fmla="*/ 42143 w 181195"/>
                <a:gd name="connsiteY228" fmla="*/ 200613 h 236019"/>
                <a:gd name="connsiteX229" fmla="*/ 41765 w 181195"/>
                <a:gd name="connsiteY229" fmla="*/ 203104 h 236019"/>
                <a:gd name="connsiteX230" fmla="*/ 41399 w 181195"/>
                <a:gd name="connsiteY230" fmla="*/ 205589 h 236019"/>
                <a:gd name="connsiteX231" fmla="*/ 40928 w 181195"/>
                <a:gd name="connsiteY231" fmla="*/ 207615 h 236019"/>
                <a:gd name="connsiteX232" fmla="*/ 39439 w 181195"/>
                <a:gd name="connsiteY232" fmla="*/ 208359 h 236019"/>
                <a:gd name="connsiteX233" fmla="*/ 39024 w 181195"/>
                <a:gd name="connsiteY233" fmla="*/ 215289 h 236019"/>
                <a:gd name="connsiteX234" fmla="*/ 38695 w 181195"/>
                <a:gd name="connsiteY234" fmla="*/ 217289 h 236019"/>
                <a:gd name="connsiteX235" fmla="*/ 36463 w 181195"/>
                <a:gd name="connsiteY235" fmla="*/ 218033 h 236019"/>
                <a:gd name="connsiteX236" fmla="*/ 35951 w 181195"/>
                <a:gd name="connsiteY236" fmla="*/ 222545 h 236019"/>
                <a:gd name="connsiteX237" fmla="*/ 35803 w 181195"/>
                <a:gd name="connsiteY237" fmla="*/ 225036 h 236019"/>
                <a:gd name="connsiteX238" fmla="*/ 35719 w 181195"/>
                <a:gd name="connsiteY238" fmla="*/ 226963 h 236019"/>
                <a:gd name="connsiteX239" fmla="*/ 34230 w 181195"/>
                <a:gd name="connsiteY239" fmla="*/ 226963 h 236019"/>
                <a:gd name="connsiteX240" fmla="*/ 33169 w 181195"/>
                <a:gd name="connsiteY240" fmla="*/ 233663 h 236019"/>
                <a:gd name="connsiteX241" fmla="*/ 32742 w 181195"/>
                <a:gd name="connsiteY241" fmla="*/ 235148 h 236019"/>
                <a:gd name="connsiteX242" fmla="*/ 24071 w 181195"/>
                <a:gd name="connsiteY242" fmla="*/ 235991 h 236019"/>
                <a:gd name="connsiteX243" fmla="*/ 22409 w 181195"/>
                <a:gd name="connsiteY243" fmla="*/ 235994 h 236019"/>
                <a:gd name="connsiteX244" fmla="*/ 18936 w 181195"/>
                <a:gd name="connsiteY244" fmla="*/ 235990 h 236019"/>
                <a:gd name="connsiteX245" fmla="*/ 13640 w 181195"/>
                <a:gd name="connsiteY245" fmla="*/ 235994 h 236019"/>
                <a:gd name="connsiteX246" fmla="*/ 10258 w 181195"/>
                <a:gd name="connsiteY246" fmla="*/ 235991 h 236019"/>
                <a:gd name="connsiteX247" fmla="*/ 8668 w 181195"/>
                <a:gd name="connsiteY247" fmla="*/ 235996 h 236019"/>
                <a:gd name="connsiteX248" fmla="*/ 744 w 181195"/>
                <a:gd name="connsiteY248" fmla="*/ 235148 h 236019"/>
                <a:gd name="connsiteX249" fmla="*/ 0 w 181195"/>
                <a:gd name="connsiteY249" fmla="*/ 230684 h 236019"/>
                <a:gd name="connsiteX250" fmla="*/ 2232 w 181195"/>
                <a:gd name="connsiteY250" fmla="*/ 231428 h 236019"/>
                <a:gd name="connsiteX251" fmla="*/ 2317 w 181195"/>
                <a:gd name="connsiteY251" fmla="*/ 229663 h 236019"/>
                <a:gd name="connsiteX252" fmla="*/ 2465 w 181195"/>
                <a:gd name="connsiteY252" fmla="*/ 227381 h 236019"/>
                <a:gd name="connsiteX253" fmla="*/ 2596 w 181195"/>
                <a:gd name="connsiteY253" fmla="*/ 225105 h 236019"/>
                <a:gd name="connsiteX254" fmla="*/ 2977 w 181195"/>
                <a:gd name="connsiteY254" fmla="*/ 223242 h 236019"/>
                <a:gd name="connsiteX255" fmla="*/ 5209 w 181195"/>
                <a:gd name="connsiteY255" fmla="*/ 222498 h 236019"/>
                <a:gd name="connsiteX256" fmla="*/ 5628 w 181195"/>
                <a:gd name="connsiteY256" fmla="*/ 218033 h 236019"/>
                <a:gd name="connsiteX257" fmla="*/ 5953 w 181195"/>
                <a:gd name="connsiteY257" fmla="*/ 213568 h 236019"/>
                <a:gd name="connsiteX258" fmla="*/ 7441 w 181195"/>
                <a:gd name="connsiteY258" fmla="*/ 212824 h 236019"/>
                <a:gd name="connsiteX259" fmla="*/ 7857 w 181195"/>
                <a:gd name="connsiteY259" fmla="*/ 207057 h 236019"/>
                <a:gd name="connsiteX260" fmla="*/ 8186 w 181195"/>
                <a:gd name="connsiteY260" fmla="*/ 205383 h 236019"/>
                <a:gd name="connsiteX261" fmla="*/ 10418 w 181195"/>
                <a:gd name="connsiteY261" fmla="*/ 204639 h 236019"/>
                <a:gd name="connsiteX262" fmla="*/ 10790 w 181195"/>
                <a:gd name="connsiteY262" fmla="*/ 200174 h 236019"/>
                <a:gd name="connsiteX263" fmla="*/ 11162 w 181195"/>
                <a:gd name="connsiteY263" fmla="*/ 195709 h 236019"/>
                <a:gd name="connsiteX264" fmla="*/ 13395 w 181195"/>
                <a:gd name="connsiteY264" fmla="*/ 194965 h 236019"/>
                <a:gd name="connsiteX265" fmla="*/ 13813 w 181195"/>
                <a:gd name="connsiteY265" fmla="*/ 191616 h 236019"/>
                <a:gd name="connsiteX266" fmla="*/ 14139 w 181195"/>
                <a:gd name="connsiteY266" fmla="*/ 188268 h 236019"/>
                <a:gd name="connsiteX267" fmla="*/ 15627 w 181195"/>
                <a:gd name="connsiteY267" fmla="*/ 187523 h 236019"/>
                <a:gd name="connsiteX268" fmla="*/ 16043 w 181195"/>
                <a:gd name="connsiteY268" fmla="*/ 181175 h 236019"/>
                <a:gd name="connsiteX269" fmla="*/ 16371 w 181195"/>
                <a:gd name="connsiteY269" fmla="*/ 179338 h 236019"/>
                <a:gd name="connsiteX270" fmla="*/ 18604 w 181195"/>
                <a:gd name="connsiteY270" fmla="*/ 178594 h 236019"/>
                <a:gd name="connsiteX271" fmla="*/ 19115 w 181195"/>
                <a:gd name="connsiteY271" fmla="*/ 174827 h 236019"/>
                <a:gd name="connsiteX272" fmla="*/ 19263 w 181195"/>
                <a:gd name="connsiteY272" fmla="*/ 172754 h 236019"/>
                <a:gd name="connsiteX273" fmla="*/ 19348 w 181195"/>
                <a:gd name="connsiteY273" fmla="*/ 171152 h 236019"/>
                <a:gd name="connsiteX274" fmla="*/ 21580 w 181195"/>
                <a:gd name="connsiteY274" fmla="*/ 171152 h 236019"/>
                <a:gd name="connsiteX275" fmla="*/ 22324 w 181195"/>
                <a:gd name="connsiteY275" fmla="*/ 161478 h 236019"/>
                <a:gd name="connsiteX276" fmla="*/ 24557 w 181195"/>
                <a:gd name="connsiteY276" fmla="*/ 161478 h 236019"/>
                <a:gd name="connsiteX277" fmla="*/ 24557 w 181195"/>
                <a:gd name="connsiteY277" fmla="*/ 153293 h 236019"/>
                <a:gd name="connsiteX278" fmla="*/ 26789 w 181195"/>
                <a:gd name="connsiteY278" fmla="*/ 153293 h 236019"/>
                <a:gd name="connsiteX279" fmla="*/ 26873 w 181195"/>
                <a:gd name="connsiteY279" fmla="*/ 151366 h 236019"/>
                <a:gd name="connsiteX280" fmla="*/ 27022 w 181195"/>
                <a:gd name="connsiteY280" fmla="*/ 148875 h 236019"/>
                <a:gd name="connsiteX281" fmla="*/ 27152 w 181195"/>
                <a:gd name="connsiteY281" fmla="*/ 146389 h 236019"/>
                <a:gd name="connsiteX282" fmla="*/ 27533 w 181195"/>
                <a:gd name="connsiteY282" fmla="*/ 144363 h 236019"/>
                <a:gd name="connsiteX283" fmla="*/ 29766 w 181195"/>
                <a:gd name="connsiteY283" fmla="*/ 143619 h 236019"/>
                <a:gd name="connsiteX284" fmla="*/ 30184 w 181195"/>
                <a:gd name="connsiteY284" fmla="*/ 139526 h 236019"/>
                <a:gd name="connsiteX285" fmla="*/ 30510 w 181195"/>
                <a:gd name="connsiteY285" fmla="*/ 135434 h 236019"/>
                <a:gd name="connsiteX286" fmla="*/ 31998 w 181195"/>
                <a:gd name="connsiteY286" fmla="*/ 134689 h 236019"/>
                <a:gd name="connsiteX287" fmla="*/ 32649 w 181195"/>
                <a:gd name="connsiteY287" fmla="*/ 128969 h 236019"/>
                <a:gd name="connsiteX288" fmla="*/ 32742 w 181195"/>
                <a:gd name="connsiteY288" fmla="*/ 127248 h 236019"/>
                <a:gd name="connsiteX289" fmla="*/ 34975 w 181195"/>
                <a:gd name="connsiteY289" fmla="*/ 125760 h 236019"/>
                <a:gd name="connsiteX290" fmla="*/ 35486 w 181195"/>
                <a:gd name="connsiteY290" fmla="*/ 121574 h 236019"/>
                <a:gd name="connsiteX291" fmla="*/ 35634 w 181195"/>
                <a:gd name="connsiteY291" fmla="*/ 119312 h 236019"/>
                <a:gd name="connsiteX292" fmla="*/ 35719 w 181195"/>
                <a:gd name="connsiteY292" fmla="*/ 117574 h 236019"/>
                <a:gd name="connsiteX293" fmla="*/ 37951 w 181195"/>
                <a:gd name="connsiteY293" fmla="*/ 117574 h 236019"/>
                <a:gd name="connsiteX294" fmla="*/ 38695 w 181195"/>
                <a:gd name="connsiteY294" fmla="*/ 109389 h 236019"/>
                <a:gd name="connsiteX295" fmla="*/ 40928 w 181195"/>
                <a:gd name="connsiteY295" fmla="*/ 109389 h 236019"/>
                <a:gd name="connsiteX296" fmla="*/ 40849 w 181195"/>
                <a:gd name="connsiteY296" fmla="*/ 107650 h 236019"/>
                <a:gd name="connsiteX297" fmla="*/ 40788 w 181195"/>
                <a:gd name="connsiteY297" fmla="*/ 105389 h 236019"/>
                <a:gd name="connsiteX298" fmla="*/ 40710 w 181195"/>
                <a:gd name="connsiteY298" fmla="*/ 103139 h 236019"/>
                <a:gd name="connsiteX299" fmla="*/ 40928 w 181195"/>
                <a:gd name="connsiteY299" fmla="*/ 101203 h 236019"/>
                <a:gd name="connsiteX300" fmla="*/ 43160 w 181195"/>
                <a:gd name="connsiteY300" fmla="*/ 99715 h 236019"/>
                <a:gd name="connsiteX301" fmla="*/ 43602 w 181195"/>
                <a:gd name="connsiteY301" fmla="*/ 93922 h 236019"/>
                <a:gd name="connsiteX302" fmla="*/ 43904 w 181195"/>
                <a:gd name="connsiteY302" fmla="*/ 92273 h 236019"/>
                <a:gd name="connsiteX303" fmla="*/ 46137 w 181195"/>
                <a:gd name="connsiteY303" fmla="*/ 91529 h 236019"/>
                <a:gd name="connsiteX304" fmla="*/ 46509 w 181195"/>
                <a:gd name="connsiteY304" fmla="*/ 87483 h 236019"/>
                <a:gd name="connsiteX305" fmla="*/ 46881 w 181195"/>
                <a:gd name="connsiteY305" fmla="*/ 83344 h 236019"/>
                <a:gd name="connsiteX306" fmla="*/ 49113 w 181195"/>
                <a:gd name="connsiteY306" fmla="*/ 81855 h 236019"/>
                <a:gd name="connsiteX307" fmla="*/ 49113 w 181195"/>
                <a:gd name="connsiteY307" fmla="*/ 78507 h 236019"/>
                <a:gd name="connsiteX308" fmla="*/ 49113 w 181195"/>
                <a:gd name="connsiteY308" fmla="*/ 75158 h 236019"/>
                <a:gd name="connsiteX309" fmla="*/ 51346 w 181195"/>
                <a:gd name="connsiteY309" fmla="*/ 73670 h 236019"/>
                <a:gd name="connsiteX310" fmla="*/ 51857 w 181195"/>
                <a:gd name="connsiteY310" fmla="*/ 69484 h 236019"/>
                <a:gd name="connsiteX311" fmla="*/ 52006 w 181195"/>
                <a:gd name="connsiteY311" fmla="*/ 67223 h 236019"/>
                <a:gd name="connsiteX312" fmla="*/ 52090 w 181195"/>
                <a:gd name="connsiteY312" fmla="*/ 65484 h 236019"/>
                <a:gd name="connsiteX313" fmla="*/ 55066 w 181195"/>
                <a:gd name="connsiteY313" fmla="*/ 65484 h 236019"/>
                <a:gd name="connsiteX314" fmla="*/ 54988 w 181195"/>
                <a:gd name="connsiteY314" fmla="*/ 63609 h 236019"/>
                <a:gd name="connsiteX315" fmla="*/ 54927 w 181195"/>
                <a:gd name="connsiteY315" fmla="*/ 61159 h 236019"/>
                <a:gd name="connsiteX316" fmla="*/ 54848 w 181195"/>
                <a:gd name="connsiteY316" fmla="*/ 58726 h 236019"/>
                <a:gd name="connsiteX317" fmla="*/ 57299 w 181195"/>
                <a:gd name="connsiteY317" fmla="*/ 54322 h 236019"/>
                <a:gd name="connsiteX318" fmla="*/ 57299 w 181195"/>
                <a:gd name="connsiteY318" fmla="*/ 51671 h 236019"/>
                <a:gd name="connsiteX319" fmla="*/ 57299 w 181195"/>
                <a:gd name="connsiteY319" fmla="*/ 49113 h 236019"/>
                <a:gd name="connsiteX320" fmla="*/ 59531 w 181195"/>
                <a:gd name="connsiteY320" fmla="*/ 47625 h 236019"/>
                <a:gd name="connsiteX321" fmla="*/ 59973 w 181195"/>
                <a:gd name="connsiteY321" fmla="*/ 40669 h 236019"/>
                <a:gd name="connsiteX322" fmla="*/ 60275 w 181195"/>
                <a:gd name="connsiteY322" fmla="*/ 38695 h 236019"/>
                <a:gd name="connsiteX323" fmla="*/ 62508 w 181195"/>
                <a:gd name="connsiteY323" fmla="*/ 37951 h 236019"/>
                <a:gd name="connsiteX324" fmla="*/ 62926 w 181195"/>
                <a:gd name="connsiteY324" fmla="*/ 34603 h 236019"/>
                <a:gd name="connsiteX325" fmla="*/ 63252 w 181195"/>
                <a:gd name="connsiteY325" fmla="*/ 31254 h 236019"/>
                <a:gd name="connsiteX326" fmla="*/ 64740 w 181195"/>
                <a:gd name="connsiteY326" fmla="*/ 30510 h 236019"/>
                <a:gd name="connsiteX327" fmla="*/ 65737 w 181195"/>
                <a:gd name="connsiteY327" fmla="*/ 24161 h 236019"/>
                <a:gd name="connsiteX328" fmla="*/ 66229 w 181195"/>
                <a:gd name="connsiteY328" fmla="*/ 22324 h 236019"/>
                <a:gd name="connsiteX329" fmla="*/ 68461 w 181195"/>
                <a:gd name="connsiteY329" fmla="*/ 21580 h 236019"/>
                <a:gd name="connsiteX330" fmla="*/ 68600 w 181195"/>
                <a:gd name="connsiteY330" fmla="*/ 17813 h 236019"/>
                <a:gd name="connsiteX331" fmla="*/ 68539 w 181195"/>
                <a:gd name="connsiteY331" fmla="*/ 15740 h 236019"/>
                <a:gd name="connsiteX332" fmla="*/ 68461 w 181195"/>
                <a:gd name="connsiteY332" fmla="*/ 14139 h 236019"/>
                <a:gd name="connsiteX333" fmla="*/ 70693 w 181195"/>
                <a:gd name="connsiteY333" fmla="*/ 14139 h 236019"/>
                <a:gd name="connsiteX334" fmla="*/ 71438 w 181195"/>
                <a:gd name="connsiteY334" fmla="*/ 4465 h 236019"/>
                <a:gd name="connsiteX335" fmla="*/ 73670 w 181195"/>
                <a:gd name="connsiteY335" fmla="*/ 4465 h 236019"/>
                <a:gd name="connsiteX336" fmla="*/ 74414 w 181195"/>
                <a:gd name="connsiteY336" fmla="*/ 0 h 23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181195" h="236019">
                  <a:moveTo>
                    <a:pt x="87826" y="40237"/>
                  </a:moveTo>
                  <a:cubicBezTo>
                    <a:pt x="87797" y="40939"/>
                    <a:pt x="87769" y="41620"/>
                    <a:pt x="87742" y="42301"/>
                  </a:cubicBezTo>
                  <a:cubicBezTo>
                    <a:pt x="87691" y="43212"/>
                    <a:pt x="87642" y="44096"/>
                    <a:pt x="87593" y="44981"/>
                  </a:cubicBezTo>
                  <a:cubicBezTo>
                    <a:pt x="87518" y="47592"/>
                    <a:pt x="87518" y="47592"/>
                    <a:pt x="87082" y="49911"/>
                  </a:cubicBezTo>
                  <a:cubicBezTo>
                    <a:pt x="86323" y="50417"/>
                    <a:pt x="85586" y="50908"/>
                    <a:pt x="84849" y="51399"/>
                  </a:cubicBezTo>
                  <a:cubicBezTo>
                    <a:pt x="84775" y="52168"/>
                    <a:pt x="84703" y="52914"/>
                    <a:pt x="84631" y="53661"/>
                  </a:cubicBezTo>
                  <a:cubicBezTo>
                    <a:pt x="84658" y="54568"/>
                    <a:pt x="84684" y="55448"/>
                    <a:pt x="84710" y="56329"/>
                  </a:cubicBezTo>
                  <a:cubicBezTo>
                    <a:pt x="84731" y="57240"/>
                    <a:pt x="84751" y="58125"/>
                    <a:pt x="84771" y="59009"/>
                  </a:cubicBezTo>
                  <a:cubicBezTo>
                    <a:pt x="84811" y="60051"/>
                    <a:pt x="84811" y="60051"/>
                    <a:pt x="84849" y="61073"/>
                  </a:cubicBezTo>
                  <a:cubicBezTo>
                    <a:pt x="84090" y="61073"/>
                    <a:pt x="83354" y="61073"/>
                    <a:pt x="82617" y="61073"/>
                  </a:cubicBezTo>
                  <a:cubicBezTo>
                    <a:pt x="81856" y="63355"/>
                    <a:pt x="81862" y="64748"/>
                    <a:pt x="81966" y="67119"/>
                  </a:cubicBezTo>
                  <a:cubicBezTo>
                    <a:pt x="82117" y="69064"/>
                    <a:pt x="82117" y="69064"/>
                    <a:pt x="81873" y="70747"/>
                  </a:cubicBezTo>
                  <a:cubicBezTo>
                    <a:pt x="80745" y="71123"/>
                    <a:pt x="80745" y="71123"/>
                    <a:pt x="79640" y="71491"/>
                  </a:cubicBezTo>
                  <a:cubicBezTo>
                    <a:pt x="79527" y="73491"/>
                    <a:pt x="79527" y="73491"/>
                    <a:pt x="79687" y="75956"/>
                  </a:cubicBezTo>
                  <a:cubicBezTo>
                    <a:pt x="79918" y="78346"/>
                    <a:pt x="79918" y="78346"/>
                    <a:pt x="79640" y="80421"/>
                  </a:cubicBezTo>
                  <a:cubicBezTo>
                    <a:pt x="79145" y="80562"/>
                    <a:pt x="78665" y="80699"/>
                    <a:pt x="78184" y="80836"/>
                  </a:cubicBezTo>
                  <a:cubicBezTo>
                    <a:pt x="77667" y="80948"/>
                    <a:pt x="77165" y="81056"/>
                    <a:pt x="76664" y="81165"/>
                  </a:cubicBezTo>
                  <a:cubicBezTo>
                    <a:pt x="76510" y="81743"/>
                    <a:pt x="76360" y="82304"/>
                    <a:pt x="76210" y="82865"/>
                  </a:cubicBezTo>
                  <a:cubicBezTo>
                    <a:pt x="76175" y="83568"/>
                    <a:pt x="76140" y="84250"/>
                    <a:pt x="76106" y="84932"/>
                  </a:cubicBezTo>
                  <a:cubicBezTo>
                    <a:pt x="76062" y="85637"/>
                    <a:pt x="76020" y="86321"/>
                    <a:pt x="75978" y="87004"/>
                  </a:cubicBezTo>
                  <a:cubicBezTo>
                    <a:pt x="75958" y="87549"/>
                    <a:pt x="75939" y="88078"/>
                    <a:pt x="75920" y="88606"/>
                  </a:cubicBezTo>
                  <a:cubicBezTo>
                    <a:pt x="75667" y="88606"/>
                    <a:pt x="75421" y="88606"/>
                    <a:pt x="75176" y="88606"/>
                  </a:cubicBezTo>
                  <a:cubicBezTo>
                    <a:pt x="74123" y="90092"/>
                    <a:pt x="73691" y="91256"/>
                    <a:pt x="73670" y="93080"/>
                  </a:cubicBezTo>
                  <a:cubicBezTo>
                    <a:pt x="73728" y="94564"/>
                    <a:pt x="73712" y="96051"/>
                    <a:pt x="73687" y="97536"/>
                  </a:cubicBezTo>
                  <a:cubicBezTo>
                    <a:pt x="72560" y="97912"/>
                    <a:pt x="72560" y="97912"/>
                    <a:pt x="71455" y="98280"/>
                  </a:cubicBezTo>
                  <a:cubicBezTo>
                    <a:pt x="71341" y="100280"/>
                    <a:pt x="71341" y="100280"/>
                    <a:pt x="71501" y="102745"/>
                  </a:cubicBezTo>
                  <a:cubicBezTo>
                    <a:pt x="71733" y="105135"/>
                    <a:pt x="71733" y="105135"/>
                    <a:pt x="71455" y="107210"/>
                  </a:cubicBezTo>
                  <a:cubicBezTo>
                    <a:pt x="70952" y="107351"/>
                    <a:pt x="70464" y="107488"/>
                    <a:pt x="69975" y="107625"/>
                  </a:cubicBezTo>
                  <a:cubicBezTo>
                    <a:pt x="69466" y="107737"/>
                    <a:pt x="68972" y="107845"/>
                    <a:pt x="68478" y="107954"/>
                  </a:cubicBezTo>
                  <a:cubicBezTo>
                    <a:pt x="68331" y="108813"/>
                    <a:pt x="68331" y="108813"/>
                    <a:pt x="68188" y="109654"/>
                  </a:cubicBezTo>
                  <a:cubicBezTo>
                    <a:pt x="68240" y="110698"/>
                    <a:pt x="68240" y="110698"/>
                    <a:pt x="68292" y="111721"/>
                  </a:cubicBezTo>
                  <a:cubicBezTo>
                    <a:pt x="68320" y="112426"/>
                    <a:pt x="68347" y="113110"/>
                    <a:pt x="68374" y="113794"/>
                  </a:cubicBezTo>
                  <a:cubicBezTo>
                    <a:pt x="68426" y="114602"/>
                    <a:pt x="68426" y="114602"/>
                    <a:pt x="68478" y="115395"/>
                  </a:cubicBezTo>
                  <a:cubicBezTo>
                    <a:pt x="67719" y="115395"/>
                    <a:pt x="66983" y="115395"/>
                    <a:pt x="66246" y="115395"/>
                  </a:cubicBezTo>
                  <a:cubicBezTo>
                    <a:pt x="65515" y="117588"/>
                    <a:pt x="65484" y="118808"/>
                    <a:pt x="65595" y="121069"/>
                  </a:cubicBezTo>
                  <a:cubicBezTo>
                    <a:pt x="65746" y="122813"/>
                    <a:pt x="65746" y="122813"/>
                    <a:pt x="65502" y="124325"/>
                  </a:cubicBezTo>
                  <a:cubicBezTo>
                    <a:pt x="64374" y="124701"/>
                    <a:pt x="64374" y="124701"/>
                    <a:pt x="63269" y="125069"/>
                  </a:cubicBezTo>
                  <a:cubicBezTo>
                    <a:pt x="63111" y="125955"/>
                    <a:pt x="62958" y="126814"/>
                    <a:pt x="62804" y="127674"/>
                  </a:cubicBezTo>
                  <a:cubicBezTo>
                    <a:pt x="62709" y="128559"/>
                    <a:pt x="62617" y="129419"/>
                    <a:pt x="62525" y="130278"/>
                  </a:cubicBezTo>
                  <a:cubicBezTo>
                    <a:pt x="61781" y="131022"/>
                    <a:pt x="61781" y="131022"/>
                    <a:pt x="61781" y="133255"/>
                  </a:cubicBezTo>
                  <a:cubicBezTo>
                    <a:pt x="80251" y="133255"/>
                    <a:pt x="98177" y="133255"/>
                    <a:pt x="116103" y="133255"/>
                  </a:cubicBezTo>
                  <a:cubicBezTo>
                    <a:pt x="115727" y="129497"/>
                    <a:pt x="115727" y="129497"/>
                    <a:pt x="115359" y="125813"/>
                  </a:cubicBezTo>
                  <a:cubicBezTo>
                    <a:pt x="113856" y="125437"/>
                    <a:pt x="113856" y="125437"/>
                    <a:pt x="112383" y="125069"/>
                  </a:cubicBezTo>
                  <a:cubicBezTo>
                    <a:pt x="112319" y="124389"/>
                    <a:pt x="112258" y="123729"/>
                    <a:pt x="112197" y="123069"/>
                  </a:cubicBezTo>
                  <a:cubicBezTo>
                    <a:pt x="112374" y="120713"/>
                    <a:pt x="112602" y="118494"/>
                    <a:pt x="112383" y="116139"/>
                  </a:cubicBezTo>
                  <a:cubicBezTo>
                    <a:pt x="111634" y="115928"/>
                    <a:pt x="111634" y="115928"/>
                    <a:pt x="110900" y="115721"/>
                  </a:cubicBezTo>
                  <a:cubicBezTo>
                    <a:pt x="110146" y="115556"/>
                    <a:pt x="110146" y="115556"/>
                    <a:pt x="109406" y="115395"/>
                  </a:cubicBezTo>
                  <a:cubicBezTo>
                    <a:pt x="109325" y="114826"/>
                    <a:pt x="109246" y="114273"/>
                    <a:pt x="109168" y="113721"/>
                  </a:cubicBezTo>
                  <a:cubicBezTo>
                    <a:pt x="109305" y="111788"/>
                    <a:pt x="109453" y="109892"/>
                    <a:pt x="109406" y="107954"/>
                  </a:cubicBezTo>
                  <a:cubicBezTo>
                    <a:pt x="108900" y="107701"/>
                    <a:pt x="108409" y="107455"/>
                    <a:pt x="107918" y="107210"/>
                  </a:cubicBezTo>
                  <a:cubicBezTo>
                    <a:pt x="107488" y="105312"/>
                    <a:pt x="107488" y="105312"/>
                    <a:pt x="107220" y="103117"/>
                  </a:cubicBezTo>
                  <a:cubicBezTo>
                    <a:pt x="106921" y="100861"/>
                    <a:pt x="106921" y="100861"/>
                    <a:pt x="106429" y="99024"/>
                  </a:cubicBezTo>
                  <a:cubicBezTo>
                    <a:pt x="105670" y="98771"/>
                    <a:pt x="104934" y="98526"/>
                    <a:pt x="104197" y="98280"/>
                  </a:cubicBezTo>
                  <a:cubicBezTo>
                    <a:pt x="104010" y="96595"/>
                    <a:pt x="104010" y="96595"/>
                    <a:pt x="104197" y="94652"/>
                  </a:cubicBezTo>
                  <a:cubicBezTo>
                    <a:pt x="104267" y="93645"/>
                    <a:pt x="104267" y="93645"/>
                    <a:pt x="104337" y="92658"/>
                  </a:cubicBezTo>
                  <a:cubicBezTo>
                    <a:pt x="104197" y="90839"/>
                    <a:pt x="104197" y="90839"/>
                    <a:pt x="103104" y="89722"/>
                  </a:cubicBezTo>
                  <a:cubicBezTo>
                    <a:pt x="101588" y="87572"/>
                    <a:pt x="101588" y="87572"/>
                    <a:pt x="101593" y="84792"/>
                  </a:cubicBezTo>
                  <a:cubicBezTo>
                    <a:pt x="101523" y="82787"/>
                    <a:pt x="101523" y="82787"/>
                    <a:pt x="101220" y="81165"/>
                  </a:cubicBezTo>
                  <a:cubicBezTo>
                    <a:pt x="100461" y="80912"/>
                    <a:pt x="99725" y="80666"/>
                    <a:pt x="98988" y="80421"/>
                  </a:cubicBezTo>
                  <a:cubicBezTo>
                    <a:pt x="98956" y="79456"/>
                    <a:pt x="98926" y="78520"/>
                    <a:pt x="98895" y="77584"/>
                  </a:cubicBezTo>
                  <a:cubicBezTo>
                    <a:pt x="98969" y="75424"/>
                    <a:pt x="99133" y="73511"/>
                    <a:pt x="98244" y="71491"/>
                  </a:cubicBezTo>
                  <a:cubicBezTo>
                    <a:pt x="97485" y="71238"/>
                    <a:pt x="96748" y="70992"/>
                    <a:pt x="96011" y="70747"/>
                  </a:cubicBezTo>
                  <a:cubicBezTo>
                    <a:pt x="95946" y="70242"/>
                    <a:pt x="95883" y="69752"/>
                    <a:pt x="95820" y="69261"/>
                  </a:cubicBezTo>
                  <a:cubicBezTo>
                    <a:pt x="95951" y="66842"/>
                    <a:pt x="96367" y="64761"/>
                    <a:pt x="95267" y="62561"/>
                  </a:cubicBezTo>
                  <a:cubicBezTo>
                    <a:pt x="94508" y="62561"/>
                    <a:pt x="93772" y="62561"/>
                    <a:pt x="93035" y="62561"/>
                  </a:cubicBezTo>
                  <a:cubicBezTo>
                    <a:pt x="93062" y="61906"/>
                    <a:pt x="93087" y="61270"/>
                    <a:pt x="93113" y="60634"/>
                  </a:cubicBezTo>
                  <a:cubicBezTo>
                    <a:pt x="93144" y="59376"/>
                    <a:pt x="93144" y="59376"/>
                    <a:pt x="93174" y="58143"/>
                  </a:cubicBezTo>
                  <a:cubicBezTo>
                    <a:pt x="93253" y="55658"/>
                    <a:pt x="93253" y="55658"/>
                    <a:pt x="93035" y="53632"/>
                  </a:cubicBezTo>
                  <a:cubicBezTo>
                    <a:pt x="92276" y="53379"/>
                    <a:pt x="91539" y="53133"/>
                    <a:pt x="90802" y="52887"/>
                  </a:cubicBezTo>
                  <a:cubicBezTo>
                    <a:pt x="90644" y="50910"/>
                    <a:pt x="90644" y="50910"/>
                    <a:pt x="90849" y="48609"/>
                  </a:cubicBezTo>
                  <a:cubicBezTo>
                    <a:pt x="90905" y="47806"/>
                    <a:pt x="90960" y="47027"/>
                    <a:pt x="91015" y="46248"/>
                  </a:cubicBezTo>
                  <a:cubicBezTo>
                    <a:pt x="90752" y="43410"/>
                    <a:pt x="89754" y="42274"/>
                    <a:pt x="87826" y="40237"/>
                  </a:cubicBezTo>
                  <a:close/>
                  <a:moveTo>
                    <a:pt x="74414" y="0"/>
                  </a:moveTo>
                  <a:cubicBezTo>
                    <a:pt x="84237" y="0"/>
                    <a:pt x="94059" y="0"/>
                    <a:pt x="104180" y="0"/>
                  </a:cubicBezTo>
                  <a:cubicBezTo>
                    <a:pt x="104425" y="2210"/>
                    <a:pt x="104671" y="4420"/>
                    <a:pt x="104924" y="6697"/>
                  </a:cubicBezTo>
                  <a:cubicBezTo>
                    <a:pt x="105661" y="7066"/>
                    <a:pt x="105661" y="7066"/>
                    <a:pt x="106412" y="7441"/>
                  </a:cubicBezTo>
                  <a:cubicBezTo>
                    <a:pt x="106720" y="9142"/>
                    <a:pt x="106720" y="9142"/>
                    <a:pt x="106877" y="11209"/>
                  </a:cubicBezTo>
                  <a:cubicBezTo>
                    <a:pt x="106961" y="12235"/>
                    <a:pt x="106961" y="12235"/>
                    <a:pt x="107046" y="13281"/>
                  </a:cubicBezTo>
                  <a:cubicBezTo>
                    <a:pt x="107082" y="13810"/>
                    <a:pt x="107119" y="14338"/>
                    <a:pt x="107156" y="14883"/>
                  </a:cubicBezTo>
                  <a:cubicBezTo>
                    <a:pt x="107893" y="14883"/>
                    <a:pt x="108630" y="14883"/>
                    <a:pt x="109389" y="14883"/>
                  </a:cubicBezTo>
                  <a:cubicBezTo>
                    <a:pt x="109425" y="15349"/>
                    <a:pt x="109462" y="15815"/>
                    <a:pt x="109499" y="16296"/>
                  </a:cubicBezTo>
                  <a:cubicBezTo>
                    <a:pt x="109583" y="17208"/>
                    <a:pt x="109583" y="17208"/>
                    <a:pt x="109668" y="18138"/>
                  </a:cubicBezTo>
                  <a:cubicBezTo>
                    <a:pt x="109745" y="19045"/>
                    <a:pt x="109745" y="19045"/>
                    <a:pt x="109825" y="19970"/>
                  </a:cubicBezTo>
                  <a:cubicBezTo>
                    <a:pt x="110006" y="21731"/>
                    <a:pt x="110006" y="21731"/>
                    <a:pt x="111621" y="23068"/>
                  </a:cubicBezTo>
                  <a:cubicBezTo>
                    <a:pt x="111867" y="23068"/>
                    <a:pt x="112112" y="23068"/>
                    <a:pt x="112365" y="23068"/>
                  </a:cubicBezTo>
                  <a:cubicBezTo>
                    <a:pt x="112407" y="23929"/>
                    <a:pt x="112407" y="23929"/>
                    <a:pt x="112450" y="24807"/>
                  </a:cubicBezTo>
                  <a:cubicBezTo>
                    <a:pt x="112498" y="25553"/>
                    <a:pt x="112547" y="26299"/>
                    <a:pt x="112598" y="27068"/>
                  </a:cubicBezTo>
                  <a:cubicBezTo>
                    <a:pt x="112663" y="28182"/>
                    <a:pt x="112663" y="28182"/>
                    <a:pt x="112729" y="29318"/>
                  </a:cubicBezTo>
                  <a:cubicBezTo>
                    <a:pt x="112854" y="29957"/>
                    <a:pt x="112980" y="30596"/>
                    <a:pt x="113109" y="31254"/>
                  </a:cubicBezTo>
                  <a:cubicBezTo>
                    <a:pt x="113846" y="31745"/>
                    <a:pt x="114583" y="32236"/>
                    <a:pt x="115342" y="32742"/>
                  </a:cubicBezTo>
                  <a:cubicBezTo>
                    <a:pt x="115560" y="34353"/>
                    <a:pt x="115560" y="34353"/>
                    <a:pt x="115481" y="36184"/>
                  </a:cubicBezTo>
                  <a:cubicBezTo>
                    <a:pt x="115461" y="36792"/>
                    <a:pt x="115441" y="37400"/>
                    <a:pt x="115420" y="38027"/>
                  </a:cubicBezTo>
                  <a:cubicBezTo>
                    <a:pt x="115394" y="38493"/>
                    <a:pt x="115368" y="38959"/>
                    <a:pt x="115342" y="39439"/>
                  </a:cubicBezTo>
                  <a:cubicBezTo>
                    <a:pt x="116079" y="39439"/>
                    <a:pt x="116815" y="39439"/>
                    <a:pt x="117574" y="39439"/>
                  </a:cubicBezTo>
                  <a:cubicBezTo>
                    <a:pt x="117616" y="40232"/>
                    <a:pt x="117616" y="40232"/>
                    <a:pt x="117659" y="41041"/>
                  </a:cubicBezTo>
                  <a:cubicBezTo>
                    <a:pt x="117707" y="41725"/>
                    <a:pt x="117756" y="42409"/>
                    <a:pt x="117807" y="43114"/>
                  </a:cubicBezTo>
                  <a:cubicBezTo>
                    <a:pt x="117872" y="44137"/>
                    <a:pt x="117872" y="44137"/>
                    <a:pt x="117938" y="45180"/>
                  </a:cubicBezTo>
                  <a:cubicBezTo>
                    <a:pt x="118063" y="45742"/>
                    <a:pt x="118189" y="46303"/>
                    <a:pt x="118318" y="46881"/>
                  </a:cubicBezTo>
                  <a:cubicBezTo>
                    <a:pt x="119055" y="47126"/>
                    <a:pt x="119792" y="47372"/>
                    <a:pt x="120551" y="47625"/>
                  </a:cubicBezTo>
                  <a:cubicBezTo>
                    <a:pt x="120714" y="49769"/>
                    <a:pt x="120544" y="51828"/>
                    <a:pt x="120411" y="53973"/>
                  </a:cubicBezTo>
                  <a:cubicBezTo>
                    <a:pt x="120457" y="54580"/>
                    <a:pt x="120503" y="55186"/>
                    <a:pt x="120551" y="55811"/>
                  </a:cubicBezTo>
                  <a:cubicBezTo>
                    <a:pt x="121287" y="56056"/>
                    <a:pt x="122024" y="56302"/>
                    <a:pt x="122783" y="56555"/>
                  </a:cubicBezTo>
                  <a:cubicBezTo>
                    <a:pt x="123274" y="58255"/>
                    <a:pt x="123274" y="58255"/>
                    <a:pt x="123574" y="60322"/>
                  </a:cubicBezTo>
                  <a:cubicBezTo>
                    <a:pt x="123836" y="62327"/>
                    <a:pt x="123836" y="62327"/>
                    <a:pt x="124271" y="63996"/>
                  </a:cubicBezTo>
                  <a:cubicBezTo>
                    <a:pt x="124763" y="63996"/>
                    <a:pt x="125254" y="63996"/>
                    <a:pt x="125760" y="63996"/>
                  </a:cubicBezTo>
                  <a:cubicBezTo>
                    <a:pt x="125802" y="64869"/>
                    <a:pt x="125802" y="64869"/>
                    <a:pt x="125844" y="65761"/>
                  </a:cubicBezTo>
                  <a:cubicBezTo>
                    <a:pt x="125893" y="66514"/>
                    <a:pt x="125942" y="67267"/>
                    <a:pt x="125992" y="68042"/>
                  </a:cubicBezTo>
                  <a:cubicBezTo>
                    <a:pt x="126057" y="69169"/>
                    <a:pt x="126057" y="69169"/>
                    <a:pt x="126123" y="70318"/>
                  </a:cubicBezTo>
                  <a:cubicBezTo>
                    <a:pt x="126249" y="70933"/>
                    <a:pt x="126374" y="71548"/>
                    <a:pt x="126504" y="72182"/>
                  </a:cubicBezTo>
                  <a:cubicBezTo>
                    <a:pt x="127241" y="72427"/>
                    <a:pt x="127977" y="72673"/>
                    <a:pt x="128736" y="72926"/>
                  </a:cubicBezTo>
                  <a:cubicBezTo>
                    <a:pt x="129039" y="74385"/>
                    <a:pt x="129039" y="74385"/>
                    <a:pt x="129108" y="76181"/>
                  </a:cubicBezTo>
                  <a:cubicBezTo>
                    <a:pt x="129222" y="79079"/>
                    <a:pt x="129706" y="79853"/>
                    <a:pt x="131713" y="81855"/>
                  </a:cubicBezTo>
                  <a:cubicBezTo>
                    <a:pt x="132041" y="83512"/>
                    <a:pt x="132041" y="83512"/>
                    <a:pt x="132131" y="85297"/>
                  </a:cubicBezTo>
                  <a:cubicBezTo>
                    <a:pt x="132194" y="87043"/>
                    <a:pt x="132194" y="87043"/>
                    <a:pt x="132457" y="88553"/>
                  </a:cubicBezTo>
                  <a:cubicBezTo>
                    <a:pt x="132948" y="88798"/>
                    <a:pt x="133439" y="89044"/>
                    <a:pt x="133945" y="89297"/>
                  </a:cubicBezTo>
                  <a:cubicBezTo>
                    <a:pt x="134208" y="91027"/>
                    <a:pt x="134275" y="92735"/>
                    <a:pt x="134361" y="94483"/>
                  </a:cubicBezTo>
                  <a:cubicBezTo>
                    <a:pt x="134469" y="94981"/>
                    <a:pt x="134578" y="95480"/>
                    <a:pt x="134689" y="95994"/>
                  </a:cubicBezTo>
                  <a:cubicBezTo>
                    <a:pt x="135426" y="96240"/>
                    <a:pt x="136163" y="96485"/>
                    <a:pt x="136922" y="96738"/>
                  </a:cubicBezTo>
                  <a:cubicBezTo>
                    <a:pt x="137224" y="98386"/>
                    <a:pt x="137224" y="98386"/>
                    <a:pt x="137294" y="100412"/>
                  </a:cubicBezTo>
                  <a:cubicBezTo>
                    <a:pt x="137316" y="102396"/>
                    <a:pt x="137316" y="102396"/>
                    <a:pt x="137666" y="104180"/>
                  </a:cubicBezTo>
                  <a:cubicBezTo>
                    <a:pt x="138403" y="104671"/>
                    <a:pt x="139139" y="105162"/>
                    <a:pt x="139898" y="105668"/>
                  </a:cubicBezTo>
                  <a:cubicBezTo>
                    <a:pt x="140055" y="107420"/>
                    <a:pt x="139895" y="109055"/>
                    <a:pt x="139759" y="110807"/>
                  </a:cubicBezTo>
                  <a:cubicBezTo>
                    <a:pt x="139805" y="111321"/>
                    <a:pt x="139851" y="111835"/>
                    <a:pt x="139898" y="112365"/>
                  </a:cubicBezTo>
                  <a:cubicBezTo>
                    <a:pt x="140635" y="112856"/>
                    <a:pt x="141372" y="113347"/>
                    <a:pt x="142131" y="113854"/>
                  </a:cubicBezTo>
                  <a:cubicBezTo>
                    <a:pt x="142512" y="115627"/>
                    <a:pt x="142512" y="115627"/>
                    <a:pt x="142642" y="117667"/>
                  </a:cubicBezTo>
                  <a:cubicBezTo>
                    <a:pt x="142716" y="118683"/>
                    <a:pt x="142716" y="118683"/>
                    <a:pt x="142791" y="119719"/>
                  </a:cubicBezTo>
                  <a:cubicBezTo>
                    <a:pt x="142832" y="120499"/>
                    <a:pt x="142832" y="120499"/>
                    <a:pt x="142875" y="121295"/>
                  </a:cubicBezTo>
                  <a:cubicBezTo>
                    <a:pt x="143612" y="121295"/>
                    <a:pt x="144348" y="121295"/>
                    <a:pt x="145107" y="121295"/>
                  </a:cubicBezTo>
                  <a:cubicBezTo>
                    <a:pt x="145149" y="122168"/>
                    <a:pt x="145149" y="122168"/>
                    <a:pt x="145192" y="123059"/>
                  </a:cubicBezTo>
                  <a:cubicBezTo>
                    <a:pt x="145265" y="124189"/>
                    <a:pt x="145265" y="124189"/>
                    <a:pt x="145340" y="125341"/>
                  </a:cubicBezTo>
                  <a:cubicBezTo>
                    <a:pt x="145405" y="126468"/>
                    <a:pt x="145405" y="126468"/>
                    <a:pt x="145471" y="127617"/>
                  </a:cubicBezTo>
                  <a:cubicBezTo>
                    <a:pt x="145596" y="128232"/>
                    <a:pt x="145722" y="128847"/>
                    <a:pt x="145852" y="129480"/>
                  </a:cubicBezTo>
                  <a:cubicBezTo>
                    <a:pt x="146588" y="129726"/>
                    <a:pt x="147325" y="129972"/>
                    <a:pt x="148084" y="130225"/>
                  </a:cubicBezTo>
                  <a:cubicBezTo>
                    <a:pt x="148084" y="131712"/>
                    <a:pt x="148076" y="133202"/>
                    <a:pt x="147944" y="134684"/>
                  </a:cubicBezTo>
                  <a:cubicBezTo>
                    <a:pt x="147931" y="136251"/>
                    <a:pt x="147931" y="136251"/>
                    <a:pt x="149151" y="137245"/>
                  </a:cubicBezTo>
                  <a:cubicBezTo>
                    <a:pt x="150725" y="138818"/>
                    <a:pt x="150784" y="140095"/>
                    <a:pt x="151107" y="142270"/>
                  </a:cubicBezTo>
                  <a:cubicBezTo>
                    <a:pt x="151368" y="144234"/>
                    <a:pt x="151368" y="144234"/>
                    <a:pt x="151805" y="145852"/>
                  </a:cubicBezTo>
                  <a:cubicBezTo>
                    <a:pt x="152296" y="145852"/>
                    <a:pt x="152787" y="145852"/>
                    <a:pt x="153293" y="145852"/>
                  </a:cubicBezTo>
                  <a:cubicBezTo>
                    <a:pt x="153335" y="146725"/>
                    <a:pt x="153335" y="146725"/>
                    <a:pt x="153377" y="147616"/>
                  </a:cubicBezTo>
                  <a:cubicBezTo>
                    <a:pt x="153451" y="148745"/>
                    <a:pt x="153451" y="148745"/>
                    <a:pt x="153526" y="149898"/>
                  </a:cubicBezTo>
                  <a:cubicBezTo>
                    <a:pt x="153590" y="151024"/>
                    <a:pt x="153590" y="151024"/>
                    <a:pt x="153656" y="152174"/>
                  </a:cubicBezTo>
                  <a:cubicBezTo>
                    <a:pt x="153782" y="152789"/>
                    <a:pt x="153908" y="153404"/>
                    <a:pt x="154037" y="154037"/>
                  </a:cubicBezTo>
                  <a:cubicBezTo>
                    <a:pt x="154774" y="154283"/>
                    <a:pt x="155511" y="154528"/>
                    <a:pt x="156270" y="154781"/>
                  </a:cubicBezTo>
                  <a:cubicBezTo>
                    <a:pt x="156488" y="156482"/>
                    <a:pt x="156488" y="156482"/>
                    <a:pt x="156409" y="158548"/>
                  </a:cubicBezTo>
                  <a:cubicBezTo>
                    <a:pt x="156379" y="159574"/>
                    <a:pt x="156379" y="159574"/>
                    <a:pt x="156348" y="160621"/>
                  </a:cubicBezTo>
                  <a:cubicBezTo>
                    <a:pt x="156322" y="161150"/>
                    <a:pt x="156296" y="161678"/>
                    <a:pt x="156270" y="162223"/>
                  </a:cubicBezTo>
                  <a:cubicBezTo>
                    <a:pt x="157006" y="162223"/>
                    <a:pt x="157743" y="162223"/>
                    <a:pt x="158502" y="162223"/>
                  </a:cubicBezTo>
                  <a:cubicBezTo>
                    <a:pt x="158748" y="165169"/>
                    <a:pt x="158993" y="168116"/>
                    <a:pt x="159246" y="171152"/>
                  </a:cubicBezTo>
                  <a:cubicBezTo>
                    <a:pt x="159983" y="171152"/>
                    <a:pt x="160720" y="171152"/>
                    <a:pt x="161479" y="171152"/>
                  </a:cubicBezTo>
                  <a:cubicBezTo>
                    <a:pt x="161520" y="171945"/>
                    <a:pt x="161520" y="171945"/>
                    <a:pt x="161563" y="172754"/>
                  </a:cubicBezTo>
                  <a:cubicBezTo>
                    <a:pt x="161612" y="173438"/>
                    <a:pt x="161661" y="174122"/>
                    <a:pt x="161711" y="174827"/>
                  </a:cubicBezTo>
                  <a:cubicBezTo>
                    <a:pt x="161776" y="175850"/>
                    <a:pt x="161776" y="175850"/>
                    <a:pt x="161842" y="176893"/>
                  </a:cubicBezTo>
                  <a:cubicBezTo>
                    <a:pt x="161968" y="177454"/>
                    <a:pt x="162093" y="178016"/>
                    <a:pt x="162223" y="178594"/>
                  </a:cubicBezTo>
                  <a:cubicBezTo>
                    <a:pt x="162959" y="178839"/>
                    <a:pt x="163696" y="179085"/>
                    <a:pt x="164455" y="179338"/>
                  </a:cubicBezTo>
                  <a:cubicBezTo>
                    <a:pt x="164784" y="181012"/>
                    <a:pt x="164784" y="181012"/>
                    <a:pt x="164874" y="183059"/>
                  </a:cubicBezTo>
                  <a:cubicBezTo>
                    <a:pt x="164936" y="185048"/>
                    <a:pt x="164936" y="185048"/>
                    <a:pt x="165199" y="186779"/>
                  </a:cubicBezTo>
                  <a:cubicBezTo>
                    <a:pt x="165690" y="187025"/>
                    <a:pt x="166181" y="187270"/>
                    <a:pt x="166688" y="187523"/>
                  </a:cubicBezTo>
                  <a:cubicBezTo>
                    <a:pt x="166951" y="189447"/>
                    <a:pt x="167018" y="191351"/>
                    <a:pt x="167103" y="193291"/>
                  </a:cubicBezTo>
                  <a:cubicBezTo>
                    <a:pt x="167212" y="193843"/>
                    <a:pt x="167320" y="194396"/>
                    <a:pt x="167432" y="194965"/>
                  </a:cubicBezTo>
                  <a:cubicBezTo>
                    <a:pt x="168168" y="195210"/>
                    <a:pt x="168905" y="195456"/>
                    <a:pt x="169664" y="195709"/>
                  </a:cubicBezTo>
                  <a:cubicBezTo>
                    <a:pt x="169966" y="197194"/>
                    <a:pt x="169966" y="197194"/>
                    <a:pt x="170036" y="199011"/>
                  </a:cubicBezTo>
                  <a:cubicBezTo>
                    <a:pt x="170060" y="200794"/>
                    <a:pt x="170060" y="200794"/>
                    <a:pt x="170408" y="202406"/>
                  </a:cubicBezTo>
                  <a:cubicBezTo>
                    <a:pt x="171145" y="202897"/>
                    <a:pt x="171882" y="203388"/>
                    <a:pt x="172641" y="203895"/>
                  </a:cubicBezTo>
                  <a:cubicBezTo>
                    <a:pt x="172859" y="205830"/>
                    <a:pt x="172859" y="205830"/>
                    <a:pt x="172780" y="208080"/>
                  </a:cubicBezTo>
                  <a:cubicBezTo>
                    <a:pt x="172750" y="209200"/>
                    <a:pt x="172750" y="209200"/>
                    <a:pt x="172719" y="210342"/>
                  </a:cubicBezTo>
                  <a:cubicBezTo>
                    <a:pt x="172693" y="210915"/>
                    <a:pt x="172667" y="211489"/>
                    <a:pt x="172641" y="212080"/>
                  </a:cubicBezTo>
                  <a:cubicBezTo>
                    <a:pt x="173377" y="212080"/>
                    <a:pt x="174114" y="212080"/>
                    <a:pt x="174873" y="212080"/>
                  </a:cubicBezTo>
                  <a:cubicBezTo>
                    <a:pt x="174901" y="212546"/>
                    <a:pt x="174929" y="213012"/>
                    <a:pt x="174957" y="213493"/>
                  </a:cubicBezTo>
                  <a:cubicBezTo>
                    <a:pt x="175006" y="214101"/>
                    <a:pt x="175055" y="214709"/>
                    <a:pt x="175106" y="215336"/>
                  </a:cubicBezTo>
                  <a:cubicBezTo>
                    <a:pt x="175170" y="216242"/>
                    <a:pt x="175170" y="216242"/>
                    <a:pt x="175236" y="217167"/>
                  </a:cubicBezTo>
                  <a:cubicBezTo>
                    <a:pt x="175491" y="219060"/>
                    <a:pt x="175491" y="219060"/>
                    <a:pt x="177850" y="220266"/>
                  </a:cubicBezTo>
                  <a:cubicBezTo>
                    <a:pt x="178188" y="222401"/>
                    <a:pt x="178224" y="224480"/>
                    <a:pt x="178291" y="226640"/>
                  </a:cubicBezTo>
                  <a:cubicBezTo>
                    <a:pt x="178391" y="227238"/>
                    <a:pt x="178491" y="227835"/>
                    <a:pt x="178594" y="228451"/>
                  </a:cubicBezTo>
                  <a:cubicBezTo>
                    <a:pt x="179330" y="228697"/>
                    <a:pt x="180067" y="228942"/>
                    <a:pt x="180826" y="229195"/>
                  </a:cubicBezTo>
                  <a:cubicBezTo>
                    <a:pt x="181149" y="230544"/>
                    <a:pt x="181149" y="230544"/>
                    <a:pt x="181152" y="232172"/>
                  </a:cubicBezTo>
                  <a:cubicBezTo>
                    <a:pt x="181166" y="232709"/>
                    <a:pt x="181181" y="233246"/>
                    <a:pt x="181195" y="233800"/>
                  </a:cubicBezTo>
                  <a:cubicBezTo>
                    <a:pt x="181074" y="234245"/>
                    <a:pt x="180952" y="234690"/>
                    <a:pt x="180826" y="235148"/>
                  </a:cubicBezTo>
                  <a:cubicBezTo>
                    <a:pt x="177769" y="236184"/>
                    <a:pt x="174616" y="235999"/>
                    <a:pt x="171426" y="235991"/>
                  </a:cubicBezTo>
                  <a:cubicBezTo>
                    <a:pt x="170496" y="235992"/>
                    <a:pt x="170496" y="235992"/>
                    <a:pt x="169547" y="235994"/>
                  </a:cubicBezTo>
                  <a:cubicBezTo>
                    <a:pt x="168240" y="235994"/>
                    <a:pt x="166933" y="235993"/>
                    <a:pt x="165625" y="235990"/>
                  </a:cubicBezTo>
                  <a:cubicBezTo>
                    <a:pt x="163620" y="235986"/>
                    <a:pt x="161615" y="235990"/>
                    <a:pt x="159609" y="235994"/>
                  </a:cubicBezTo>
                  <a:cubicBezTo>
                    <a:pt x="158339" y="235994"/>
                    <a:pt x="157069" y="235993"/>
                    <a:pt x="155799" y="235991"/>
                  </a:cubicBezTo>
                  <a:cubicBezTo>
                    <a:pt x="155197" y="235993"/>
                    <a:pt x="154596" y="235994"/>
                    <a:pt x="153976" y="235996"/>
                  </a:cubicBezTo>
                  <a:cubicBezTo>
                    <a:pt x="149743" y="235978"/>
                    <a:pt x="149743" y="235978"/>
                    <a:pt x="148084" y="235148"/>
                  </a:cubicBezTo>
                  <a:cubicBezTo>
                    <a:pt x="147781" y="233421"/>
                    <a:pt x="147530" y="231683"/>
                    <a:pt x="147340" y="229939"/>
                  </a:cubicBezTo>
                  <a:cubicBezTo>
                    <a:pt x="146603" y="229939"/>
                    <a:pt x="145866" y="229939"/>
                    <a:pt x="145107" y="229939"/>
                  </a:cubicBezTo>
                  <a:cubicBezTo>
                    <a:pt x="144862" y="226993"/>
                    <a:pt x="144616" y="224046"/>
                    <a:pt x="144363" y="221010"/>
                  </a:cubicBezTo>
                  <a:cubicBezTo>
                    <a:pt x="143627" y="221010"/>
                    <a:pt x="142890" y="221010"/>
                    <a:pt x="142131" y="221010"/>
                  </a:cubicBezTo>
                  <a:cubicBezTo>
                    <a:pt x="142094" y="220427"/>
                    <a:pt x="142058" y="219845"/>
                    <a:pt x="142020" y="219245"/>
                  </a:cubicBezTo>
                  <a:cubicBezTo>
                    <a:pt x="141937" y="218116"/>
                    <a:pt x="141937" y="218116"/>
                    <a:pt x="141852" y="216963"/>
                  </a:cubicBezTo>
                  <a:cubicBezTo>
                    <a:pt x="141774" y="215837"/>
                    <a:pt x="141774" y="215837"/>
                    <a:pt x="141695" y="214687"/>
                  </a:cubicBezTo>
                  <a:cubicBezTo>
                    <a:pt x="141593" y="214073"/>
                    <a:pt x="141491" y="213458"/>
                    <a:pt x="141387" y="212824"/>
                  </a:cubicBezTo>
                  <a:cubicBezTo>
                    <a:pt x="140896" y="212579"/>
                    <a:pt x="140404" y="212333"/>
                    <a:pt x="139898" y="212080"/>
                  </a:cubicBezTo>
                  <a:cubicBezTo>
                    <a:pt x="139634" y="210181"/>
                    <a:pt x="139568" y="208301"/>
                    <a:pt x="139483" y="206386"/>
                  </a:cubicBezTo>
                  <a:cubicBezTo>
                    <a:pt x="139374" y="205809"/>
                    <a:pt x="139266" y="205233"/>
                    <a:pt x="139154" y="204639"/>
                  </a:cubicBezTo>
                  <a:cubicBezTo>
                    <a:pt x="138418" y="204148"/>
                    <a:pt x="137681" y="203656"/>
                    <a:pt x="136922" y="203150"/>
                  </a:cubicBezTo>
                  <a:cubicBezTo>
                    <a:pt x="136541" y="201214"/>
                    <a:pt x="136541" y="201214"/>
                    <a:pt x="136410" y="198965"/>
                  </a:cubicBezTo>
                  <a:cubicBezTo>
                    <a:pt x="136337" y="197845"/>
                    <a:pt x="136337" y="197845"/>
                    <a:pt x="136262" y="196703"/>
                  </a:cubicBezTo>
                  <a:cubicBezTo>
                    <a:pt x="136220" y="195843"/>
                    <a:pt x="136220" y="195843"/>
                    <a:pt x="136178" y="194965"/>
                  </a:cubicBezTo>
                  <a:cubicBezTo>
                    <a:pt x="135441" y="194965"/>
                    <a:pt x="134704" y="194965"/>
                    <a:pt x="133945" y="194965"/>
                  </a:cubicBezTo>
                  <a:cubicBezTo>
                    <a:pt x="133909" y="194383"/>
                    <a:pt x="133872" y="193800"/>
                    <a:pt x="133835" y="193200"/>
                  </a:cubicBezTo>
                  <a:cubicBezTo>
                    <a:pt x="133751" y="192071"/>
                    <a:pt x="133751" y="192071"/>
                    <a:pt x="133666" y="190919"/>
                  </a:cubicBezTo>
                  <a:cubicBezTo>
                    <a:pt x="133589" y="189792"/>
                    <a:pt x="133589" y="189792"/>
                    <a:pt x="133509" y="188643"/>
                  </a:cubicBezTo>
                  <a:cubicBezTo>
                    <a:pt x="133408" y="188028"/>
                    <a:pt x="133306" y="187413"/>
                    <a:pt x="133201" y="186779"/>
                  </a:cubicBezTo>
                  <a:cubicBezTo>
                    <a:pt x="132710" y="186534"/>
                    <a:pt x="132219" y="186288"/>
                    <a:pt x="131713" y="186035"/>
                  </a:cubicBezTo>
                  <a:cubicBezTo>
                    <a:pt x="131405" y="184009"/>
                    <a:pt x="131405" y="184009"/>
                    <a:pt x="131248" y="181524"/>
                  </a:cubicBezTo>
                  <a:cubicBezTo>
                    <a:pt x="131164" y="180291"/>
                    <a:pt x="131164" y="180291"/>
                    <a:pt x="131079" y="179033"/>
                  </a:cubicBezTo>
                  <a:cubicBezTo>
                    <a:pt x="131043" y="178397"/>
                    <a:pt x="131006" y="177761"/>
                    <a:pt x="130969" y="177105"/>
                  </a:cubicBezTo>
                  <a:cubicBezTo>
                    <a:pt x="130232" y="177105"/>
                    <a:pt x="129495" y="177105"/>
                    <a:pt x="128736" y="177105"/>
                  </a:cubicBezTo>
                  <a:cubicBezTo>
                    <a:pt x="128695" y="176313"/>
                    <a:pt x="128695" y="176313"/>
                    <a:pt x="128652" y="175504"/>
                  </a:cubicBezTo>
                  <a:cubicBezTo>
                    <a:pt x="128603" y="174820"/>
                    <a:pt x="128554" y="174136"/>
                    <a:pt x="128504" y="173431"/>
                  </a:cubicBezTo>
                  <a:cubicBezTo>
                    <a:pt x="128439" y="172408"/>
                    <a:pt x="128439" y="172408"/>
                    <a:pt x="128373" y="171365"/>
                  </a:cubicBezTo>
                  <a:cubicBezTo>
                    <a:pt x="128247" y="170803"/>
                    <a:pt x="128122" y="170242"/>
                    <a:pt x="127992" y="169664"/>
                  </a:cubicBezTo>
                  <a:cubicBezTo>
                    <a:pt x="127255" y="169418"/>
                    <a:pt x="126519" y="169173"/>
                    <a:pt x="125760" y="168920"/>
                  </a:cubicBezTo>
                  <a:cubicBezTo>
                    <a:pt x="126005" y="167201"/>
                    <a:pt x="126251" y="165482"/>
                    <a:pt x="126504" y="163711"/>
                  </a:cubicBezTo>
                  <a:cubicBezTo>
                    <a:pt x="101947" y="163711"/>
                    <a:pt x="77391" y="163711"/>
                    <a:pt x="52090" y="163711"/>
                  </a:cubicBezTo>
                  <a:cubicBezTo>
                    <a:pt x="52090" y="165921"/>
                    <a:pt x="52090" y="168131"/>
                    <a:pt x="52090" y="170408"/>
                  </a:cubicBezTo>
                  <a:cubicBezTo>
                    <a:pt x="51599" y="170408"/>
                    <a:pt x="51108" y="170408"/>
                    <a:pt x="50602" y="170408"/>
                  </a:cubicBezTo>
                  <a:cubicBezTo>
                    <a:pt x="49378" y="172856"/>
                    <a:pt x="49560" y="175567"/>
                    <a:pt x="49395" y="178271"/>
                  </a:cubicBezTo>
                  <a:cubicBezTo>
                    <a:pt x="49302" y="178869"/>
                    <a:pt x="49209" y="179466"/>
                    <a:pt x="49113" y="180082"/>
                  </a:cubicBezTo>
                  <a:cubicBezTo>
                    <a:pt x="48622" y="180328"/>
                    <a:pt x="48131" y="180573"/>
                    <a:pt x="47625" y="180826"/>
                  </a:cubicBezTo>
                  <a:cubicBezTo>
                    <a:pt x="47360" y="183137"/>
                    <a:pt x="47294" y="185432"/>
                    <a:pt x="47209" y="187756"/>
                  </a:cubicBezTo>
                  <a:cubicBezTo>
                    <a:pt x="47101" y="188416"/>
                    <a:pt x="46993" y="189076"/>
                    <a:pt x="46881" y="189756"/>
                  </a:cubicBezTo>
                  <a:cubicBezTo>
                    <a:pt x="46144" y="190001"/>
                    <a:pt x="45407" y="190247"/>
                    <a:pt x="44648" y="190500"/>
                  </a:cubicBezTo>
                  <a:cubicBezTo>
                    <a:pt x="44210" y="192419"/>
                    <a:pt x="44210" y="192419"/>
                    <a:pt x="44137" y="194639"/>
                  </a:cubicBezTo>
                  <a:cubicBezTo>
                    <a:pt x="44088" y="195392"/>
                    <a:pt x="44039" y="196145"/>
                    <a:pt x="43989" y="196921"/>
                  </a:cubicBezTo>
                  <a:cubicBezTo>
                    <a:pt x="43961" y="197503"/>
                    <a:pt x="43933" y="198086"/>
                    <a:pt x="43904" y="198686"/>
                  </a:cubicBezTo>
                  <a:cubicBezTo>
                    <a:pt x="43413" y="198686"/>
                    <a:pt x="42922" y="198686"/>
                    <a:pt x="42416" y="198686"/>
                  </a:cubicBezTo>
                  <a:cubicBezTo>
                    <a:pt x="42326" y="199321"/>
                    <a:pt x="42236" y="199957"/>
                    <a:pt x="42143" y="200613"/>
                  </a:cubicBezTo>
                  <a:cubicBezTo>
                    <a:pt x="42018" y="201435"/>
                    <a:pt x="41893" y="202257"/>
                    <a:pt x="41765" y="203104"/>
                  </a:cubicBezTo>
                  <a:cubicBezTo>
                    <a:pt x="41644" y="203924"/>
                    <a:pt x="41523" y="204744"/>
                    <a:pt x="41399" y="205589"/>
                  </a:cubicBezTo>
                  <a:cubicBezTo>
                    <a:pt x="41243" y="206258"/>
                    <a:pt x="41088" y="206926"/>
                    <a:pt x="40928" y="207615"/>
                  </a:cubicBezTo>
                  <a:cubicBezTo>
                    <a:pt x="40437" y="207861"/>
                    <a:pt x="39945" y="208106"/>
                    <a:pt x="39439" y="208359"/>
                  </a:cubicBezTo>
                  <a:cubicBezTo>
                    <a:pt x="39174" y="210670"/>
                    <a:pt x="39109" y="212965"/>
                    <a:pt x="39024" y="215289"/>
                  </a:cubicBezTo>
                  <a:cubicBezTo>
                    <a:pt x="38915" y="215949"/>
                    <a:pt x="38807" y="216609"/>
                    <a:pt x="38695" y="217289"/>
                  </a:cubicBezTo>
                  <a:cubicBezTo>
                    <a:pt x="37959" y="217535"/>
                    <a:pt x="37222" y="217780"/>
                    <a:pt x="36463" y="218033"/>
                  </a:cubicBezTo>
                  <a:cubicBezTo>
                    <a:pt x="36024" y="220124"/>
                    <a:pt x="36024" y="220124"/>
                    <a:pt x="35951" y="222545"/>
                  </a:cubicBezTo>
                  <a:cubicBezTo>
                    <a:pt x="35878" y="223778"/>
                    <a:pt x="35878" y="223778"/>
                    <a:pt x="35803" y="225036"/>
                  </a:cubicBezTo>
                  <a:cubicBezTo>
                    <a:pt x="35761" y="225990"/>
                    <a:pt x="35761" y="225990"/>
                    <a:pt x="35719" y="226963"/>
                  </a:cubicBezTo>
                  <a:cubicBezTo>
                    <a:pt x="35228" y="226963"/>
                    <a:pt x="34736" y="226963"/>
                    <a:pt x="34230" y="226963"/>
                  </a:cubicBezTo>
                  <a:cubicBezTo>
                    <a:pt x="33154" y="229116"/>
                    <a:pt x="33280" y="231279"/>
                    <a:pt x="33169" y="233663"/>
                  </a:cubicBezTo>
                  <a:cubicBezTo>
                    <a:pt x="33028" y="234153"/>
                    <a:pt x="32887" y="234643"/>
                    <a:pt x="32742" y="235148"/>
                  </a:cubicBezTo>
                  <a:cubicBezTo>
                    <a:pt x="29989" y="236238"/>
                    <a:pt x="26987" y="236000"/>
                    <a:pt x="24071" y="235991"/>
                  </a:cubicBezTo>
                  <a:cubicBezTo>
                    <a:pt x="23248" y="235992"/>
                    <a:pt x="23248" y="235992"/>
                    <a:pt x="22409" y="235994"/>
                  </a:cubicBezTo>
                  <a:cubicBezTo>
                    <a:pt x="21251" y="235994"/>
                    <a:pt x="20094" y="235993"/>
                    <a:pt x="18936" y="235990"/>
                  </a:cubicBezTo>
                  <a:cubicBezTo>
                    <a:pt x="17171" y="235986"/>
                    <a:pt x="15405" y="235990"/>
                    <a:pt x="13640" y="235994"/>
                  </a:cubicBezTo>
                  <a:cubicBezTo>
                    <a:pt x="12513" y="235994"/>
                    <a:pt x="11385" y="235993"/>
                    <a:pt x="10258" y="235991"/>
                  </a:cubicBezTo>
                  <a:cubicBezTo>
                    <a:pt x="9471" y="235994"/>
                    <a:pt x="9471" y="235994"/>
                    <a:pt x="8668" y="235996"/>
                  </a:cubicBezTo>
                  <a:cubicBezTo>
                    <a:pt x="3228" y="235970"/>
                    <a:pt x="3228" y="235970"/>
                    <a:pt x="744" y="235148"/>
                  </a:cubicBezTo>
                  <a:cubicBezTo>
                    <a:pt x="140" y="232869"/>
                    <a:pt x="140" y="232869"/>
                    <a:pt x="0" y="230684"/>
                  </a:cubicBezTo>
                  <a:cubicBezTo>
                    <a:pt x="737" y="230929"/>
                    <a:pt x="1473" y="231175"/>
                    <a:pt x="2232" y="231428"/>
                  </a:cubicBezTo>
                  <a:cubicBezTo>
                    <a:pt x="2260" y="230845"/>
                    <a:pt x="2288" y="230263"/>
                    <a:pt x="2317" y="229663"/>
                  </a:cubicBezTo>
                  <a:cubicBezTo>
                    <a:pt x="2366" y="228910"/>
                    <a:pt x="2415" y="228157"/>
                    <a:pt x="2465" y="227381"/>
                  </a:cubicBezTo>
                  <a:cubicBezTo>
                    <a:pt x="2530" y="226255"/>
                    <a:pt x="2530" y="226255"/>
                    <a:pt x="2596" y="225105"/>
                  </a:cubicBezTo>
                  <a:cubicBezTo>
                    <a:pt x="2784" y="224183"/>
                    <a:pt x="2784" y="224183"/>
                    <a:pt x="2977" y="223242"/>
                  </a:cubicBezTo>
                  <a:cubicBezTo>
                    <a:pt x="3713" y="222997"/>
                    <a:pt x="4450" y="222751"/>
                    <a:pt x="5209" y="222498"/>
                  </a:cubicBezTo>
                  <a:cubicBezTo>
                    <a:pt x="5592" y="220430"/>
                    <a:pt x="5592" y="220430"/>
                    <a:pt x="5628" y="218033"/>
                  </a:cubicBezTo>
                  <a:cubicBezTo>
                    <a:pt x="5723" y="215568"/>
                    <a:pt x="5723" y="215568"/>
                    <a:pt x="5953" y="213568"/>
                  </a:cubicBezTo>
                  <a:cubicBezTo>
                    <a:pt x="6444" y="213323"/>
                    <a:pt x="6935" y="213077"/>
                    <a:pt x="7441" y="212824"/>
                  </a:cubicBezTo>
                  <a:cubicBezTo>
                    <a:pt x="7705" y="210901"/>
                    <a:pt x="7772" y="208996"/>
                    <a:pt x="7857" y="207057"/>
                  </a:cubicBezTo>
                  <a:cubicBezTo>
                    <a:pt x="7965" y="206505"/>
                    <a:pt x="8074" y="205952"/>
                    <a:pt x="8186" y="205383"/>
                  </a:cubicBezTo>
                  <a:cubicBezTo>
                    <a:pt x="8922" y="205137"/>
                    <a:pt x="9659" y="204892"/>
                    <a:pt x="10418" y="204639"/>
                  </a:cubicBezTo>
                  <a:cubicBezTo>
                    <a:pt x="10772" y="202569"/>
                    <a:pt x="10772" y="202569"/>
                    <a:pt x="10790" y="200174"/>
                  </a:cubicBezTo>
                  <a:cubicBezTo>
                    <a:pt x="10860" y="197709"/>
                    <a:pt x="10860" y="197709"/>
                    <a:pt x="11162" y="195709"/>
                  </a:cubicBezTo>
                  <a:cubicBezTo>
                    <a:pt x="11899" y="195463"/>
                    <a:pt x="12636" y="195218"/>
                    <a:pt x="13395" y="194965"/>
                  </a:cubicBezTo>
                  <a:cubicBezTo>
                    <a:pt x="13775" y="193411"/>
                    <a:pt x="13775" y="193411"/>
                    <a:pt x="13813" y="191616"/>
                  </a:cubicBezTo>
                  <a:cubicBezTo>
                    <a:pt x="13909" y="189779"/>
                    <a:pt x="13909" y="189779"/>
                    <a:pt x="14139" y="188268"/>
                  </a:cubicBezTo>
                  <a:cubicBezTo>
                    <a:pt x="14630" y="188022"/>
                    <a:pt x="15121" y="187776"/>
                    <a:pt x="15627" y="187523"/>
                  </a:cubicBezTo>
                  <a:cubicBezTo>
                    <a:pt x="15892" y="185406"/>
                    <a:pt x="15957" y="183306"/>
                    <a:pt x="16043" y="181175"/>
                  </a:cubicBezTo>
                  <a:cubicBezTo>
                    <a:pt x="16151" y="180569"/>
                    <a:pt x="16259" y="179962"/>
                    <a:pt x="16371" y="179338"/>
                  </a:cubicBezTo>
                  <a:cubicBezTo>
                    <a:pt x="17108" y="179092"/>
                    <a:pt x="17844" y="178847"/>
                    <a:pt x="18604" y="178594"/>
                  </a:cubicBezTo>
                  <a:cubicBezTo>
                    <a:pt x="19041" y="176846"/>
                    <a:pt x="19041" y="176846"/>
                    <a:pt x="19115" y="174827"/>
                  </a:cubicBezTo>
                  <a:cubicBezTo>
                    <a:pt x="19164" y="174143"/>
                    <a:pt x="19213" y="173459"/>
                    <a:pt x="19263" y="172754"/>
                  </a:cubicBezTo>
                  <a:cubicBezTo>
                    <a:pt x="19291" y="172225"/>
                    <a:pt x="19319" y="171697"/>
                    <a:pt x="19348" y="171152"/>
                  </a:cubicBezTo>
                  <a:cubicBezTo>
                    <a:pt x="20084" y="171152"/>
                    <a:pt x="20821" y="171152"/>
                    <a:pt x="21580" y="171152"/>
                  </a:cubicBezTo>
                  <a:cubicBezTo>
                    <a:pt x="21826" y="167960"/>
                    <a:pt x="22071" y="164768"/>
                    <a:pt x="22324" y="161478"/>
                  </a:cubicBezTo>
                  <a:cubicBezTo>
                    <a:pt x="23061" y="161478"/>
                    <a:pt x="23798" y="161478"/>
                    <a:pt x="24557" y="161478"/>
                  </a:cubicBezTo>
                  <a:cubicBezTo>
                    <a:pt x="24557" y="158777"/>
                    <a:pt x="24557" y="156076"/>
                    <a:pt x="24557" y="153293"/>
                  </a:cubicBezTo>
                  <a:cubicBezTo>
                    <a:pt x="25293" y="153293"/>
                    <a:pt x="26030" y="153293"/>
                    <a:pt x="26789" y="153293"/>
                  </a:cubicBezTo>
                  <a:cubicBezTo>
                    <a:pt x="26817" y="152657"/>
                    <a:pt x="26845" y="152021"/>
                    <a:pt x="26873" y="151366"/>
                  </a:cubicBezTo>
                  <a:cubicBezTo>
                    <a:pt x="26947" y="150133"/>
                    <a:pt x="26947" y="150133"/>
                    <a:pt x="27022" y="148875"/>
                  </a:cubicBezTo>
                  <a:cubicBezTo>
                    <a:pt x="27086" y="147644"/>
                    <a:pt x="27086" y="147644"/>
                    <a:pt x="27152" y="146389"/>
                  </a:cubicBezTo>
                  <a:cubicBezTo>
                    <a:pt x="27278" y="145721"/>
                    <a:pt x="27404" y="145052"/>
                    <a:pt x="27533" y="144363"/>
                  </a:cubicBezTo>
                  <a:cubicBezTo>
                    <a:pt x="28270" y="144118"/>
                    <a:pt x="29007" y="143872"/>
                    <a:pt x="29766" y="143619"/>
                  </a:cubicBezTo>
                  <a:cubicBezTo>
                    <a:pt x="30148" y="141722"/>
                    <a:pt x="30148" y="141722"/>
                    <a:pt x="30184" y="139526"/>
                  </a:cubicBezTo>
                  <a:cubicBezTo>
                    <a:pt x="30280" y="137271"/>
                    <a:pt x="30280" y="137271"/>
                    <a:pt x="30510" y="135434"/>
                  </a:cubicBezTo>
                  <a:cubicBezTo>
                    <a:pt x="31001" y="135188"/>
                    <a:pt x="31492" y="134942"/>
                    <a:pt x="31998" y="134689"/>
                  </a:cubicBezTo>
                  <a:cubicBezTo>
                    <a:pt x="32552" y="132696"/>
                    <a:pt x="32745" y="131039"/>
                    <a:pt x="32649" y="128969"/>
                  </a:cubicBezTo>
                  <a:cubicBezTo>
                    <a:pt x="32680" y="128401"/>
                    <a:pt x="32711" y="127833"/>
                    <a:pt x="32742" y="127248"/>
                  </a:cubicBezTo>
                  <a:cubicBezTo>
                    <a:pt x="33479" y="126757"/>
                    <a:pt x="34216" y="126266"/>
                    <a:pt x="34975" y="125760"/>
                  </a:cubicBezTo>
                  <a:cubicBezTo>
                    <a:pt x="35409" y="123784"/>
                    <a:pt x="35409" y="123784"/>
                    <a:pt x="35486" y="121574"/>
                  </a:cubicBezTo>
                  <a:cubicBezTo>
                    <a:pt x="35560" y="120455"/>
                    <a:pt x="35560" y="120455"/>
                    <a:pt x="35634" y="119312"/>
                  </a:cubicBezTo>
                  <a:cubicBezTo>
                    <a:pt x="35676" y="118452"/>
                    <a:pt x="35676" y="118452"/>
                    <a:pt x="35719" y="117574"/>
                  </a:cubicBezTo>
                  <a:cubicBezTo>
                    <a:pt x="36455" y="117574"/>
                    <a:pt x="37192" y="117574"/>
                    <a:pt x="37951" y="117574"/>
                  </a:cubicBezTo>
                  <a:cubicBezTo>
                    <a:pt x="38197" y="114873"/>
                    <a:pt x="38442" y="112172"/>
                    <a:pt x="38695" y="109389"/>
                  </a:cubicBezTo>
                  <a:cubicBezTo>
                    <a:pt x="39432" y="109389"/>
                    <a:pt x="40169" y="109389"/>
                    <a:pt x="40928" y="109389"/>
                  </a:cubicBezTo>
                  <a:cubicBezTo>
                    <a:pt x="40902" y="108815"/>
                    <a:pt x="40876" y="108241"/>
                    <a:pt x="40849" y="107650"/>
                  </a:cubicBezTo>
                  <a:cubicBezTo>
                    <a:pt x="40829" y="106904"/>
                    <a:pt x="40809" y="106158"/>
                    <a:pt x="40788" y="105389"/>
                  </a:cubicBezTo>
                  <a:cubicBezTo>
                    <a:pt x="40762" y="104646"/>
                    <a:pt x="40736" y="103904"/>
                    <a:pt x="40710" y="103139"/>
                  </a:cubicBezTo>
                  <a:cubicBezTo>
                    <a:pt x="40818" y="102181"/>
                    <a:pt x="40818" y="102181"/>
                    <a:pt x="40928" y="101203"/>
                  </a:cubicBezTo>
                  <a:cubicBezTo>
                    <a:pt x="41664" y="100712"/>
                    <a:pt x="42401" y="100221"/>
                    <a:pt x="43160" y="99715"/>
                  </a:cubicBezTo>
                  <a:cubicBezTo>
                    <a:pt x="43496" y="97772"/>
                    <a:pt x="43534" y="95891"/>
                    <a:pt x="43602" y="93922"/>
                  </a:cubicBezTo>
                  <a:cubicBezTo>
                    <a:pt x="43702" y="93378"/>
                    <a:pt x="43802" y="92834"/>
                    <a:pt x="43904" y="92273"/>
                  </a:cubicBezTo>
                  <a:cubicBezTo>
                    <a:pt x="44641" y="92028"/>
                    <a:pt x="45378" y="91782"/>
                    <a:pt x="46137" y="91529"/>
                  </a:cubicBezTo>
                  <a:cubicBezTo>
                    <a:pt x="46491" y="89657"/>
                    <a:pt x="46491" y="89657"/>
                    <a:pt x="46509" y="87483"/>
                  </a:cubicBezTo>
                  <a:cubicBezTo>
                    <a:pt x="46579" y="85254"/>
                    <a:pt x="46579" y="85254"/>
                    <a:pt x="46881" y="83344"/>
                  </a:cubicBezTo>
                  <a:cubicBezTo>
                    <a:pt x="47986" y="82607"/>
                    <a:pt x="47986" y="82607"/>
                    <a:pt x="49113" y="81855"/>
                  </a:cubicBezTo>
                  <a:cubicBezTo>
                    <a:pt x="49300" y="80259"/>
                    <a:pt x="49300" y="80259"/>
                    <a:pt x="49113" y="78507"/>
                  </a:cubicBezTo>
                  <a:cubicBezTo>
                    <a:pt x="48974" y="76716"/>
                    <a:pt x="48974" y="76716"/>
                    <a:pt x="49113" y="75158"/>
                  </a:cubicBezTo>
                  <a:cubicBezTo>
                    <a:pt x="49850" y="74667"/>
                    <a:pt x="50587" y="74176"/>
                    <a:pt x="51346" y="73670"/>
                  </a:cubicBezTo>
                  <a:cubicBezTo>
                    <a:pt x="51780" y="71694"/>
                    <a:pt x="51780" y="71694"/>
                    <a:pt x="51857" y="69484"/>
                  </a:cubicBezTo>
                  <a:cubicBezTo>
                    <a:pt x="51906" y="68738"/>
                    <a:pt x="51955" y="67992"/>
                    <a:pt x="52006" y="67223"/>
                  </a:cubicBezTo>
                  <a:cubicBezTo>
                    <a:pt x="52033" y="66649"/>
                    <a:pt x="52061" y="66075"/>
                    <a:pt x="52090" y="65484"/>
                  </a:cubicBezTo>
                  <a:cubicBezTo>
                    <a:pt x="53072" y="65484"/>
                    <a:pt x="54054" y="65484"/>
                    <a:pt x="55066" y="65484"/>
                  </a:cubicBezTo>
                  <a:cubicBezTo>
                    <a:pt x="55028" y="64556"/>
                    <a:pt x="55028" y="64556"/>
                    <a:pt x="54988" y="63609"/>
                  </a:cubicBezTo>
                  <a:cubicBezTo>
                    <a:pt x="54968" y="62801"/>
                    <a:pt x="54948" y="61992"/>
                    <a:pt x="54927" y="61159"/>
                  </a:cubicBezTo>
                  <a:cubicBezTo>
                    <a:pt x="54901" y="60356"/>
                    <a:pt x="54875" y="59553"/>
                    <a:pt x="54848" y="58726"/>
                  </a:cubicBezTo>
                  <a:cubicBezTo>
                    <a:pt x="55097" y="56252"/>
                    <a:pt x="55529" y="55911"/>
                    <a:pt x="57299" y="54322"/>
                  </a:cubicBezTo>
                  <a:cubicBezTo>
                    <a:pt x="57299" y="53447"/>
                    <a:pt x="57299" y="52573"/>
                    <a:pt x="57299" y="51671"/>
                  </a:cubicBezTo>
                  <a:cubicBezTo>
                    <a:pt x="57299" y="50827"/>
                    <a:pt x="57299" y="49983"/>
                    <a:pt x="57299" y="49113"/>
                  </a:cubicBezTo>
                  <a:cubicBezTo>
                    <a:pt x="58036" y="48622"/>
                    <a:pt x="58772" y="48131"/>
                    <a:pt x="59531" y="47625"/>
                  </a:cubicBezTo>
                  <a:cubicBezTo>
                    <a:pt x="59871" y="45297"/>
                    <a:pt x="59906" y="43020"/>
                    <a:pt x="59973" y="40669"/>
                  </a:cubicBezTo>
                  <a:cubicBezTo>
                    <a:pt x="60073" y="40018"/>
                    <a:pt x="60173" y="39366"/>
                    <a:pt x="60275" y="38695"/>
                  </a:cubicBezTo>
                  <a:cubicBezTo>
                    <a:pt x="61012" y="38450"/>
                    <a:pt x="61749" y="38204"/>
                    <a:pt x="62508" y="37951"/>
                  </a:cubicBezTo>
                  <a:cubicBezTo>
                    <a:pt x="62889" y="36398"/>
                    <a:pt x="62889" y="36398"/>
                    <a:pt x="62926" y="34603"/>
                  </a:cubicBezTo>
                  <a:cubicBezTo>
                    <a:pt x="63022" y="32765"/>
                    <a:pt x="63022" y="32765"/>
                    <a:pt x="63252" y="31254"/>
                  </a:cubicBezTo>
                  <a:cubicBezTo>
                    <a:pt x="63743" y="31008"/>
                    <a:pt x="64234" y="30763"/>
                    <a:pt x="64740" y="30510"/>
                  </a:cubicBezTo>
                  <a:cubicBezTo>
                    <a:pt x="65190" y="28404"/>
                    <a:pt x="65454" y="26296"/>
                    <a:pt x="65737" y="24161"/>
                  </a:cubicBezTo>
                  <a:cubicBezTo>
                    <a:pt x="65980" y="23252"/>
                    <a:pt x="65980" y="23252"/>
                    <a:pt x="66229" y="22324"/>
                  </a:cubicBezTo>
                  <a:cubicBezTo>
                    <a:pt x="66965" y="22079"/>
                    <a:pt x="67702" y="21833"/>
                    <a:pt x="68461" y="21580"/>
                  </a:cubicBezTo>
                  <a:cubicBezTo>
                    <a:pt x="68734" y="19823"/>
                    <a:pt x="68734" y="19823"/>
                    <a:pt x="68600" y="17813"/>
                  </a:cubicBezTo>
                  <a:cubicBezTo>
                    <a:pt x="68580" y="17129"/>
                    <a:pt x="68560" y="16445"/>
                    <a:pt x="68539" y="15740"/>
                  </a:cubicBezTo>
                  <a:cubicBezTo>
                    <a:pt x="68501" y="14948"/>
                    <a:pt x="68501" y="14948"/>
                    <a:pt x="68461" y="14139"/>
                  </a:cubicBezTo>
                  <a:cubicBezTo>
                    <a:pt x="69198" y="14139"/>
                    <a:pt x="69934" y="14139"/>
                    <a:pt x="70693" y="14139"/>
                  </a:cubicBezTo>
                  <a:cubicBezTo>
                    <a:pt x="71062" y="9350"/>
                    <a:pt x="71062" y="9350"/>
                    <a:pt x="71438" y="4465"/>
                  </a:cubicBezTo>
                  <a:cubicBezTo>
                    <a:pt x="72174" y="4465"/>
                    <a:pt x="72911" y="4465"/>
                    <a:pt x="73670" y="4465"/>
                  </a:cubicBezTo>
                  <a:cubicBezTo>
                    <a:pt x="73915" y="2991"/>
                    <a:pt x="74161" y="1518"/>
                    <a:pt x="74414" y="0"/>
                  </a:cubicBezTo>
                  <a:close/>
                </a:path>
              </a:pathLst>
            </a:custGeom>
            <a:grpFill/>
            <a:ln w="744" cap="flat">
              <a:noFill/>
              <a:prstDash val="solid"/>
              <a:miter/>
            </a:ln>
          </p:spPr>
          <p:txBody>
            <a:bodyPr rtlCol="0" anchor="ctr"/>
            <a:lstStyle/>
            <a:p>
              <a:endParaRPr lang="zh-CN" altLang="en-US"/>
            </a:p>
          </p:txBody>
        </p:sp>
        <p:sp>
          <p:nvSpPr>
            <p:cNvPr id="184" name="任意多边形: 形状 183"/>
            <p:cNvSpPr/>
            <p:nvPr/>
          </p:nvSpPr>
          <p:spPr>
            <a:xfrm>
              <a:off x="10160359" y="1393725"/>
              <a:ext cx="180526" cy="236846"/>
            </a:xfrm>
            <a:custGeom>
              <a:avLst/>
              <a:gdLst>
                <a:gd name="connsiteX0" fmla="*/ 88001 w 180527"/>
                <a:gd name="connsiteY0" fmla="*/ 40997 h 236840"/>
                <a:gd name="connsiteX1" fmla="*/ 87257 w 180527"/>
                <a:gd name="connsiteY1" fmla="*/ 41741 h 236840"/>
                <a:gd name="connsiteX2" fmla="*/ 87350 w 180527"/>
                <a:gd name="connsiteY2" fmla="*/ 45741 h 236840"/>
                <a:gd name="connsiteX3" fmla="*/ 87257 w 180527"/>
                <a:gd name="connsiteY3" fmla="*/ 49927 h 236840"/>
                <a:gd name="connsiteX4" fmla="*/ 85025 w 180527"/>
                <a:gd name="connsiteY4" fmla="*/ 52159 h 236840"/>
                <a:gd name="connsiteX5" fmla="*/ 85071 w 180527"/>
                <a:gd name="connsiteY5" fmla="*/ 57089 h 236840"/>
                <a:gd name="connsiteX6" fmla="*/ 85025 w 180527"/>
                <a:gd name="connsiteY6" fmla="*/ 61833 h 236840"/>
                <a:gd name="connsiteX7" fmla="*/ 83536 w 180527"/>
                <a:gd name="connsiteY7" fmla="*/ 62222 h 236840"/>
                <a:gd name="connsiteX8" fmla="*/ 82048 w 180527"/>
                <a:gd name="connsiteY8" fmla="*/ 62577 h 236840"/>
                <a:gd name="connsiteX9" fmla="*/ 81836 w 180527"/>
                <a:gd name="connsiteY9" fmla="*/ 64577 h 236840"/>
                <a:gd name="connsiteX10" fmla="*/ 82048 w 180527"/>
                <a:gd name="connsiteY10" fmla="*/ 71507 h 236840"/>
                <a:gd name="connsiteX11" fmla="*/ 79816 w 180527"/>
                <a:gd name="connsiteY11" fmla="*/ 72251 h 236840"/>
                <a:gd name="connsiteX12" fmla="*/ 79513 w 180527"/>
                <a:gd name="connsiteY12" fmla="*/ 74062 h 236840"/>
                <a:gd name="connsiteX13" fmla="*/ 79071 w 180527"/>
                <a:gd name="connsiteY13" fmla="*/ 80436 h 236840"/>
                <a:gd name="connsiteX14" fmla="*/ 76839 w 180527"/>
                <a:gd name="connsiteY14" fmla="*/ 81925 h 236840"/>
                <a:gd name="connsiteX15" fmla="*/ 76537 w 180527"/>
                <a:gd name="connsiteY15" fmla="*/ 83619 h 236840"/>
                <a:gd name="connsiteX16" fmla="*/ 76095 w 180527"/>
                <a:gd name="connsiteY16" fmla="*/ 89366 h 236840"/>
                <a:gd name="connsiteX17" fmla="*/ 73862 w 180527"/>
                <a:gd name="connsiteY17" fmla="*/ 91599 h 236840"/>
                <a:gd name="connsiteX18" fmla="*/ 73909 w 180527"/>
                <a:gd name="connsiteY18" fmla="*/ 94994 h 236840"/>
                <a:gd name="connsiteX19" fmla="*/ 73862 w 180527"/>
                <a:gd name="connsiteY19" fmla="*/ 98296 h 236840"/>
                <a:gd name="connsiteX20" fmla="*/ 70886 w 180527"/>
                <a:gd name="connsiteY20" fmla="*/ 99784 h 236840"/>
                <a:gd name="connsiteX21" fmla="*/ 70674 w 180527"/>
                <a:gd name="connsiteY21" fmla="*/ 101694 h 236840"/>
                <a:gd name="connsiteX22" fmla="*/ 70886 w 180527"/>
                <a:gd name="connsiteY22" fmla="*/ 107970 h 236840"/>
                <a:gd name="connsiteX23" fmla="*/ 68653 w 180527"/>
                <a:gd name="connsiteY23" fmla="*/ 108714 h 236840"/>
                <a:gd name="connsiteX24" fmla="*/ 68435 w 180527"/>
                <a:gd name="connsiteY24" fmla="*/ 110414 h 236840"/>
                <a:gd name="connsiteX25" fmla="*/ 68514 w 180527"/>
                <a:gd name="connsiteY25" fmla="*/ 112481 h 236840"/>
                <a:gd name="connsiteX26" fmla="*/ 68575 w 180527"/>
                <a:gd name="connsiteY26" fmla="*/ 114554 h 236840"/>
                <a:gd name="connsiteX27" fmla="*/ 68653 w 180527"/>
                <a:gd name="connsiteY27" fmla="*/ 116155 h 236840"/>
                <a:gd name="connsiteX28" fmla="*/ 66421 w 180527"/>
                <a:gd name="connsiteY28" fmla="*/ 116155 h 236840"/>
                <a:gd name="connsiteX29" fmla="*/ 65770 w 180527"/>
                <a:gd name="connsiteY29" fmla="*/ 121411 h 236840"/>
                <a:gd name="connsiteX30" fmla="*/ 65677 w 180527"/>
                <a:gd name="connsiteY30" fmla="*/ 125085 h 236840"/>
                <a:gd name="connsiteX31" fmla="*/ 63444 w 180527"/>
                <a:gd name="connsiteY31" fmla="*/ 125829 h 236840"/>
                <a:gd name="connsiteX32" fmla="*/ 62738 w 180527"/>
                <a:gd name="connsiteY32" fmla="*/ 127692 h 236840"/>
                <a:gd name="connsiteX33" fmla="*/ 62189 w 180527"/>
                <a:gd name="connsiteY33" fmla="*/ 129968 h 236840"/>
                <a:gd name="connsiteX34" fmla="*/ 61212 w 180527"/>
                <a:gd name="connsiteY34" fmla="*/ 134015 h 236840"/>
                <a:gd name="connsiteX35" fmla="*/ 80486 w 180527"/>
                <a:gd name="connsiteY35" fmla="*/ 134051 h 236840"/>
                <a:gd name="connsiteX36" fmla="*/ 90301 w 180527"/>
                <a:gd name="connsiteY36" fmla="*/ 134066 h 236840"/>
                <a:gd name="connsiteX37" fmla="*/ 99928 w 180527"/>
                <a:gd name="connsiteY37" fmla="*/ 134084 h 236840"/>
                <a:gd name="connsiteX38" fmla="*/ 103579 w 180527"/>
                <a:gd name="connsiteY38" fmla="*/ 134087 h 236840"/>
                <a:gd name="connsiteX39" fmla="*/ 108857 w 180527"/>
                <a:gd name="connsiteY39" fmla="*/ 134099 h 236840"/>
                <a:gd name="connsiteX40" fmla="*/ 110463 w 180527"/>
                <a:gd name="connsiteY40" fmla="*/ 134099 h 236840"/>
                <a:gd name="connsiteX41" fmla="*/ 113382 w 180527"/>
                <a:gd name="connsiteY41" fmla="*/ 134104 h 236840"/>
                <a:gd name="connsiteX42" fmla="*/ 116278 w 180527"/>
                <a:gd name="connsiteY42" fmla="*/ 133270 h 236840"/>
                <a:gd name="connsiteX43" fmla="*/ 116104 w 180527"/>
                <a:gd name="connsiteY43" fmla="*/ 131570 h 236840"/>
                <a:gd name="connsiteX44" fmla="*/ 115720 w 180527"/>
                <a:gd name="connsiteY44" fmla="*/ 129503 h 236840"/>
                <a:gd name="connsiteX45" fmla="*/ 114790 w 180527"/>
                <a:gd name="connsiteY45" fmla="*/ 125829 h 236840"/>
                <a:gd name="connsiteX46" fmla="*/ 112558 w 180527"/>
                <a:gd name="connsiteY46" fmla="*/ 125829 h 236840"/>
                <a:gd name="connsiteX47" fmla="*/ 112584 w 180527"/>
                <a:gd name="connsiteY47" fmla="*/ 124091 h 236840"/>
                <a:gd name="connsiteX48" fmla="*/ 112604 w 180527"/>
                <a:gd name="connsiteY48" fmla="*/ 121829 h 236840"/>
                <a:gd name="connsiteX49" fmla="*/ 111814 w 180527"/>
                <a:gd name="connsiteY49" fmla="*/ 116155 h 236840"/>
                <a:gd name="connsiteX50" fmla="*/ 109581 w 180527"/>
                <a:gd name="connsiteY50" fmla="*/ 116155 h 236840"/>
                <a:gd name="connsiteX51" fmla="*/ 109660 w 180527"/>
                <a:gd name="connsiteY51" fmla="*/ 114742 h 236840"/>
                <a:gd name="connsiteX52" fmla="*/ 109721 w 180527"/>
                <a:gd name="connsiteY52" fmla="*/ 112900 h 236840"/>
                <a:gd name="connsiteX53" fmla="*/ 109581 w 180527"/>
                <a:gd name="connsiteY53" fmla="*/ 109458 h 236840"/>
                <a:gd name="connsiteX54" fmla="*/ 107349 w 180527"/>
                <a:gd name="connsiteY54" fmla="*/ 107970 h 236840"/>
                <a:gd name="connsiteX55" fmla="*/ 106977 w 180527"/>
                <a:gd name="connsiteY55" fmla="*/ 103830 h 236840"/>
                <a:gd name="connsiteX56" fmla="*/ 106605 w 180527"/>
                <a:gd name="connsiteY56" fmla="*/ 99784 h 236840"/>
                <a:gd name="connsiteX57" fmla="*/ 104372 w 180527"/>
                <a:gd name="connsiteY57" fmla="*/ 99040 h 236840"/>
                <a:gd name="connsiteX58" fmla="*/ 104180 w 180527"/>
                <a:gd name="connsiteY58" fmla="*/ 97581 h 236840"/>
                <a:gd name="connsiteX59" fmla="*/ 103628 w 180527"/>
                <a:gd name="connsiteY59" fmla="*/ 90110 h 236840"/>
                <a:gd name="connsiteX60" fmla="*/ 102140 w 180527"/>
                <a:gd name="connsiteY60" fmla="*/ 89366 h 236840"/>
                <a:gd name="connsiteX61" fmla="*/ 101861 w 180527"/>
                <a:gd name="connsiteY61" fmla="*/ 85645 h 236840"/>
                <a:gd name="connsiteX62" fmla="*/ 101396 w 180527"/>
                <a:gd name="connsiteY62" fmla="*/ 81925 h 236840"/>
                <a:gd name="connsiteX63" fmla="*/ 98419 w 180527"/>
                <a:gd name="connsiteY63" fmla="*/ 81181 h 236840"/>
                <a:gd name="connsiteX64" fmla="*/ 98207 w 180527"/>
                <a:gd name="connsiteY64" fmla="*/ 79181 h 236840"/>
                <a:gd name="connsiteX65" fmla="*/ 98419 w 180527"/>
                <a:gd name="connsiteY65" fmla="*/ 72251 h 236840"/>
                <a:gd name="connsiteX66" fmla="*/ 96187 w 180527"/>
                <a:gd name="connsiteY66" fmla="*/ 71507 h 236840"/>
                <a:gd name="connsiteX67" fmla="*/ 96233 w 180527"/>
                <a:gd name="connsiteY67" fmla="*/ 68205 h 236840"/>
                <a:gd name="connsiteX68" fmla="*/ 96187 w 180527"/>
                <a:gd name="connsiteY68" fmla="*/ 64809 h 236840"/>
                <a:gd name="connsiteX69" fmla="*/ 93210 w 180527"/>
                <a:gd name="connsiteY69" fmla="*/ 63321 h 236840"/>
                <a:gd name="connsiteX70" fmla="*/ 92998 w 180527"/>
                <a:gd name="connsiteY70" fmla="*/ 61249 h 236840"/>
                <a:gd name="connsiteX71" fmla="*/ 93210 w 180527"/>
                <a:gd name="connsiteY71" fmla="*/ 54392 h 236840"/>
                <a:gd name="connsiteX72" fmla="*/ 90978 w 180527"/>
                <a:gd name="connsiteY72" fmla="*/ 53647 h 236840"/>
                <a:gd name="connsiteX73" fmla="*/ 90675 w 180527"/>
                <a:gd name="connsiteY73" fmla="*/ 51563 h 236840"/>
                <a:gd name="connsiteX74" fmla="*/ 88001 w 180527"/>
                <a:gd name="connsiteY74" fmla="*/ 40997 h 236840"/>
                <a:gd name="connsiteX75" fmla="*/ 99017 w 180527"/>
                <a:gd name="connsiteY75" fmla="*/ 1 h 236840"/>
                <a:gd name="connsiteX76" fmla="*/ 103610 w 180527"/>
                <a:gd name="connsiteY76" fmla="*/ 760 h 236840"/>
                <a:gd name="connsiteX77" fmla="*/ 104856 w 180527"/>
                <a:gd name="connsiteY77" fmla="*/ 5942 h 236840"/>
                <a:gd name="connsiteX78" fmla="*/ 105098 w 180527"/>
                <a:gd name="connsiteY78" fmla="*/ 7457 h 236840"/>
                <a:gd name="connsiteX79" fmla="*/ 106587 w 180527"/>
                <a:gd name="connsiteY79" fmla="*/ 8201 h 236840"/>
                <a:gd name="connsiteX80" fmla="*/ 107002 w 180527"/>
                <a:gd name="connsiteY80" fmla="*/ 13387 h 236840"/>
                <a:gd name="connsiteX81" fmla="*/ 107331 w 180527"/>
                <a:gd name="connsiteY81" fmla="*/ 14899 h 236840"/>
                <a:gd name="connsiteX82" fmla="*/ 109563 w 180527"/>
                <a:gd name="connsiteY82" fmla="*/ 15643 h 236840"/>
                <a:gd name="connsiteX83" fmla="*/ 110005 w 180527"/>
                <a:gd name="connsiteY83" fmla="*/ 21410 h 236840"/>
                <a:gd name="connsiteX84" fmla="*/ 110307 w 180527"/>
                <a:gd name="connsiteY84" fmla="*/ 23084 h 236840"/>
                <a:gd name="connsiteX85" fmla="*/ 112540 w 180527"/>
                <a:gd name="connsiteY85" fmla="*/ 23828 h 236840"/>
                <a:gd name="connsiteX86" fmla="*/ 112400 w 180527"/>
                <a:gd name="connsiteY86" fmla="*/ 28869 h 236840"/>
                <a:gd name="connsiteX87" fmla="*/ 114772 w 180527"/>
                <a:gd name="connsiteY87" fmla="*/ 32758 h 236840"/>
                <a:gd name="connsiteX88" fmla="*/ 115284 w 180527"/>
                <a:gd name="connsiteY88" fmla="*/ 36618 h 236840"/>
                <a:gd name="connsiteX89" fmla="*/ 115432 w 180527"/>
                <a:gd name="connsiteY89" fmla="*/ 38650 h 236840"/>
                <a:gd name="connsiteX90" fmla="*/ 115516 w 180527"/>
                <a:gd name="connsiteY90" fmla="*/ 40199 h 236840"/>
                <a:gd name="connsiteX91" fmla="*/ 117749 w 180527"/>
                <a:gd name="connsiteY91" fmla="*/ 40199 h 236840"/>
                <a:gd name="connsiteX92" fmla="*/ 117833 w 180527"/>
                <a:gd name="connsiteY92" fmla="*/ 41964 h 236840"/>
                <a:gd name="connsiteX93" fmla="*/ 117981 w 180527"/>
                <a:gd name="connsiteY93" fmla="*/ 44246 h 236840"/>
                <a:gd name="connsiteX94" fmla="*/ 118112 w 180527"/>
                <a:gd name="connsiteY94" fmla="*/ 46522 h 236840"/>
                <a:gd name="connsiteX95" fmla="*/ 118493 w 180527"/>
                <a:gd name="connsiteY95" fmla="*/ 48385 h 236840"/>
                <a:gd name="connsiteX96" fmla="*/ 120725 w 180527"/>
                <a:gd name="connsiteY96" fmla="*/ 49129 h 236840"/>
                <a:gd name="connsiteX97" fmla="*/ 120865 w 180527"/>
                <a:gd name="connsiteY97" fmla="*/ 52896 h 236840"/>
                <a:gd name="connsiteX98" fmla="*/ 120804 w 180527"/>
                <a:gd name="connsiteY98" fmla="*/ 54969 h 236840"/>
                <a:gd name="connsiteX99" fmla="*/ 120725 w 180527"/>
                <a:gd name="connsiteY99" fmla="*/ 56570 h 236840"/>
                <a:gd name="connsiteX100" fmla="*/ 122958 w 180527"/>
                <a:gd name="connsiteY100" fmla="*/ 56570 h 236840"/>
                <a:gd name="connsiteX101" fmla="*/ 124446 w 180527"/>
                <a:gd name="connsiteY101" fmla="*/ 64756 h 236840"/>
                <a:gd name="connsiteX102" fmla="*/ 125934 w 180527"/>
                <a:gd name="connsiteY102" fmla="*/ 64756 h 236840"/>
                <a:gd name="connsiteX103" fmla="*/ 126018 w 180527"/>
                <a:gd name="connsiteY103" fmla="*/ 66520 h 236840"/>
                <a:gd name="connsiteX104" fmla="*/ 126167 w 180527"/>
                <a:gd name="connsiteY104" fmla="*/ 68802 h 236840"/>
                <a:gd name="connsiteX105" fmla="*/ 126298 w 180527"/>
                <a:gd name="connsiteY105" fmla="*/ 71078 h 236840"/>
                <a:gd name="connsiteX106" fmla="*/ 126678 w 180527"/>
                <a:gd name="connsiteY106" fmla="*/ 72942 h 236840"/>
                <a:gd name="connsiteX107" fmla="*/ 128911 w 180527"/>
                <a:gd name="connsiteY107" fmla="*/ 73686 h 236840"/>
                <a:gd name="connsiteX108" fmla="*/ 129329 w 180527"/>
                <a:gd name="connsiteY108" fmla="*/ 77034 h 236840"/>
                <a:gd name="connsiteX109" fmla="*/ 129655 w 180527"/>
                <a:gd name="connsiteY109" fmla="*/ 80383 h 236840"/>
                <a:gd name="connsiteX110" fmla="*/ 131143 w 180527"/>
                <a:gd name="connsiteY110" fmla="*/ 81127 h 236840"/>
                <a:gd name="connsiteX111" fmla="*/ 131608 w 180527"/>
                <a:gd name="connsiteY111" fmla="*/ 85638 h 236840"/>
                <a:gd name="connsiteX112" fmla="*/ 131777 w 180527"/>
                <a:gd name="connsiteY112" fmla="*/ 88130 h 236840"/>
                <a:gd name="connsiteX113" fmla="*/ 131887 w 180527"/>
                <a:gd name="connsiteY113" fmla="*/ 90057 h 236840"/>
                <a:gd name="connsiteX114" fmla="*/ 134120 w 180527"/>
                <a:gd name="connsiteY114" fmla="*/ 90057 h 236840"/>
                <a:gd name="connsiteX115" fmla="*/ 134120 w 180527"/>
                <a:gd name="connsiteY115" fmla="*/ 97498 h 236840"/>
                <a:gd name="connsiteX116" fmla="*/ 137096 w 180527"/>
                <a:gd name="connsiteY116" fmla="*/ 97498 h 236840"/>
                <a:gd name="connsiteX117" fmla="*/ 137207 w 180527"/>
                <a:gd name="connsiteY117" fmla="*/ 99263 h 236840"/>
                <a:gd name="connsiteX118" fmla="*/ 137375 w 180527"/>
                <a:gd name="connsiteY118" fmla="*/ 101544 h 236840"/>
                <a:gd name="connsiteX119" fmla="*/ 137532 w 180527"/>
                <a:gd name="connsiteY119" fmla="*/ 103820 h 236840"/>
                <a:gd name="connsiteX120" fmla="*/ 137840 w 180527"/>
                <a:gd name="connsiteY120" fmla="*/ 105684 h 236840"/>
                <a:gd name="connsiteX121" fmla="*/ 139329 w 180527"/>
                <a:gd name="connsiteY121" fmla="*/ 106428 h 236840"/>
                <a:gd name="connsiteX122" fmla="*/ 139744 w 180527"/>
                <a:gd name="connsiteY122" fmla="*/ 112195 h 236840"/>
                <a:gd name="connsiteX123" fmla="*/ 140073 w 180527"/>
                <a:gd name="connsiteY123" fmla="*/ 113869 h 236840"/>
                <a:gd name="connsiteX124" fmla="*/ 142305 w 180527"/>
                <a:gd name="connsiteY124" fmla="*/ 114613 h 236840"/>
                <a:gd name="connsiteX125" fmla="*/ 142747 w 180527"/>
                <a:gd name="connsiteY125" fmla="*/ 119799 h 236840"/>
                <a:gd name="connsiteX126" fmla="*/ 143049 w 180527"/>
                <a:gd name="connsiteY126" fmla="*/ 121311 h 236840"/>
                <a:gd name="connsiteX127" fmla="*/ 145282 w 180527"/>
                <a:gd name="connsiteY127" fmla="*/ 122055 h 236840"/>
                <a:gd name="connsiteX128" fmla="*/ 145700 w 180527"/>
                <a:gd name="connsiteY128" fmla="*/ 126148 h 236840"/>
                <a:gd name="connsiteX129" fmla="*/ 146026 w 180527"/>
                <a:gd name="connsiteY129" fmla="*/ 130240 h 236840"/>
                <a:gd name="connsiteX130" fmla="*/ 147514 w 180527"/>
                <a:gd name="connsiteY130" fmla="*/ 130985 h 236840"/>
                <a:gd name="connsiteX131" fmla="*/ 147930 w 180527"/>
                <a:gd name="connsiteY131" fmla="*/ 136098 h 236840"/>
                <a:gd name="connsiteX132" fmla="*/ 150491 w 180527"/>
                <a:gd name="connsiteY132" fmla="*/ 139170 h 236840"/>
                <a:gd name="connsiteX133" fmla="*/ 150933 w 180527"/>
                <a:gd name="connsiteY133" fmla="*/ 144382 h 236840"/>
                <a:gd name="connsiteX134" fmla="*/ 151235 w 180527"/>
                <a:gd name="connsiteY134" fmla="*/ 145867 h 236840"/>
                <a:gd name="connsiteX135" fmla="*/ 153467 w 180527"/>
                <a:gd name="connsiteY135" fmla="*/ 146611 h 236840"/>
                <a:gd name="connsiteX136" fmla="*/ 153328 w 180527"/>
                <a:gd name="connsiteY136" fmla="*/ 151652 h 236840"/>
                <a:gd name="connsiteX137" fmla="*/ 155700 w 180527"/>
                <a:gd name="connsiteY137" fmla="*/ 155541 h 236840"/>
                <a:gd name="connsiteX138" fmla="*/ 156490 w 180527"/>
                <a:gd name="connsiteY138" fmla="*/ 159401 h 236840"/>
                <a:gd name="connsiteX139" fmla="*/ 157188 w 180527"/>
                <a:gd name="connsiteY139" fmla="*/ 162983 h 236840"/>
                <a:gd name="connsiteX140" fmla="*/ 158676 w 180527"/>
                <a:gd name="connsiteY140" fmla="*/ 162983 h 236840"/>
                <a:gd name="connsiteX141" fmla="*/ 158761 w 180527"/>
                <a:gd name="connsiteY141" fmla="*/ 164747 h 236840"/>
                <a:gd name="connsiteX142" fmla="*/ 158909 w 180527"/>
                <a:gd name="connsiteY142" fmla="*/ 167029 h 236840"/>
                <a:gd name="connsiteX143" fmla="*/ 159040 w 180527"/>
                <a:gd name="connsiteY143" fmla="*/ 169305 h 236840"/>
                <a:gd name="connsiteX144" fmla="*/ 159421 w 180527"/>
                <a:gd name="connsiteY144" fmla="*/ 171168 h 236840"/>
                <a:gd name="connsiteX145" fmla="*/ 161653 w 180527"/>
                <a:gd name="connsiteY145" fmla="*/ 171912 h 236840"/>
                <a:gd name="connsiteX146" fmla="*/ 162072 w 180527"/>
                <a:gd name="connsiteY146" fmla="*/ 175633 h 236840"/>
                <a:gd name="connsiteX147" fmla="*/ 162397 w 180527"/>
                <a:gd name="connsiteY147" fmla="*/ 179354 h 236840"/>
                <a:gd name="connsiteX148" fmla="*/ 163885 w 180527"/>
                <a:gd name="connsiteY148" fmla="*/ 180098 h 236840"/>
                <a:gd name="connsiteX149" fmla="*/ 164955 w 180527"/>
                <a:gd name="connsiteY149" fmla="*/ 185938 h 236840"/>
                <a:gd name="connsiteX150" fmla="*/ 165374 w 180527"/>
                <a:gd name="connsiteY150" fmla="*/ 187539 h 236840"/>
                <a:gd name="connsiteX151" fmla="*/ 166862 w 180527"/>
                <a:gd name="connsiteY151" fmla="*/ 187539 h 236840"/>
                <a:gd name="connsiteX152" fmla="*/ 166946 w 180527"/>
                <a:gd name="connsiteY152" fmla="*/ 189304 h 236840"/>
                <a:gd name="connsiteX153" fmla="*/ 167094 w 180527"/>
                <a:gd name="connsiteY153" fmla="*/ 191585 h 236840"/>
                <a:gd name="connsiteX154" fmla="*/ 167225 w 180527"/>
                <a:gd name="connsiteY154" fmla="*/ 193861 h 236840"/>
                <a:gd name="connsiteX155" fmla="*/ 167606 w 180527"/>
                <a:gd name="connsiteY155" fmla="*/ 195725 h 236840"/>
                <a:gd name="connsiteX156" fmla="*/ 169838 w 180527"/>
                <a:gd name="connsiteY156" fmla="*/ 196469 h 236840"/>
                <a:gd name="connsiteX157" fmla="*/ 170257 w 180527"/>
                <a:gd name="connsiteY157" fmla="*/ 200190 h 236840"/>
                <a:gd name="connsiteX158" fmla="*/ 170583 w 180527"/>
                <a:gd name="connsiteY158" fmla="*/ 203910 h 236840"/>
                <a:gd name="connsiteX159" fmla="*/ 172071 w 180527"/>
                <a:gd name="connsiteY159" fmla="*/ 204654 h 236840"/>
                <a:gd name="connsiteX160" fmla="*/ 172536 w 180527"/>
                <a:gd name="connsiteY160" fmla="*/ 208794 h 236840"/>
                <a:gd name="connsiteX161" fmla="*/ 172705 w 180527"/>
                <a:gd name="connsiteY161" fmla="*/ 211076 h 236840"/>
                <a:gd name="connsiteX162" fmla="*/ 172815 w 180527"/>
                <a:gd name="connsiteY162" fmla="*/ 212840 h 236840"/>
                <a:gd name="connsiteX163" fmla="*/ 175047 w 180527"/>
                <a:gd name="connsiteY163" fmla="*/ 212840 h 236840"/>
                <a:gd name="connsiteX164" fmla="*/ 175792 w 180527"/>
                <a:gd name="connsiteY164" fmla="*/ 220281 h 236840"/>
                <a:gd name="connsiteX165" fmla="*/ 178024 w 180527"/>
                <a:gd name="connsiteY165" fmla="*/ 220281 h 236840"/>
                <a:gd name="connsiteX166" fmla="*/ 178134 w 180527"/>
                <a:gd name="connsiteY166" fmla="*/ 222209 h 236840"/>
                <a:gd name="connsiteX167" fmla="*/ 178303 w 180527"/>
                <a:gd name="connsiteY167" fmla="*/ 224700 h 236840"/>
                <a:gd name="connsiteX168" fmla="*/ 178460 w 180527"/>
                <a:gd name="connsiteY168" fmla="*/ 227185 h 236840"/>
                <a:gd name="connsiteX169" fmla="*/ 178768 w 180527"/>
                <a:gd name="connsiteY169" fmla="*/ 229211 h 236840"/>
                <a:gd name="connsiteX170" fmla="*/ 180256 w 180527"/>
                <a:gd name="connsiteY170" fmla="*/ 229955 h 236840"/>
                <a:gd name="connsiteX171" fmla="*/ 180489 w 180527"/>
                <a:gd name="connsiteY171" fmla="*/ 232932 h 236840"/>
                <a:gd name="connsiteX172" fmla="*/ 180527 w 180527"/>
                <a:gd name="connsiteY172" fmla="*/ 234560 h 236840"/>
                <a:gd name="connsiteX173" fmla="*/ 180256 w 180527"/>
                <a:gd name="connsiteY173" fmla="*/ 235908 h 236840"/>
                <a:gd name="connsiteX174" fmla="*/ 171673 w 180527"/>
                <a:gd name="connsiteY174" fmla="*/ 236751 h 236840"/>
                <a:gd name="connsiteX175" fmla="*/ 169791 w 180527"/>
                <a:gd name="connsiteY175" fmla="*/ 236753 h 236840"/>
                <a:gd name="connsiteX176" fmla="*/ 165856 w 180527"/>
                <a:gd name="connsiteY176" fmla="*/ 236749 h 236840"/>
                <a:gd name="connsiteX177" fmla="*/ 159820 w 180527"/>
                <a:gd name="connsiteY177" fmla="*/ 236754 h 236840"/>
                <a:gd name="connsiteX178" fmla="*/ 155999 w 180527"/>
                <a:gd name="connsiteY178" fmla="*/ 236751 h 236840"/>
                <a:gd name="connsiteX179" fmla="*/ 154169 w 180527"/>
                <a:gd name="connsiteY179" fmla="*/ 236756 h 236840"/>
                <a:gd name="connsiteX180" fmla="*/ 148258 w 180527"/>
                <a:gd name="connsiteY180" fmla="*/ 235908 h 236840"/>
                <a:gd name="connsiteX181" fmla="*/ 146770 w 180527"/>
                <a:gd name="connsiteY181" fmla="*/ 231443 h 236840"/>
                <a:gd name="connsiteX182" fmla="*/ 145282 w 180527"/>
                <a:gd name="connsiteY182" fmla="*/ 230699 h 236840"/>
                <a:gd name="connsiteX183" fmla="*/ 144910 w 180527"/>
                <a:gd name="connsiteY183" fmla="*/ 227397 h 236840"/>
                <a:gd name="connsiteX184" fmla="*/ 143049 w 180527"/>
                <a:gd name="connsiteY184" fmla="*/ 222514 h 236840"/>
                <a:gd name="connsiteX185" fmla="*/ 142305 w 180527"/>
                <a:gd name="connsiteY185" fmla="*/ 222514 h 236840"/>
                <a:gd name="connsiteX186" fmla="*/ 142221 w 180527"/>
                <a:gd name="connsiteY186" fmla="*/ 220613 h 236840"/>
                <a:gd name="connsiteX187" fmla="*/ 142073 w 180527"/>
                <a:gd name="connsiteY187" fmla="*/ 218142 h 236840"/>
                <a:gd name="connsiteX188" fmla="*/ 141942 w 180527"/>
                <a:gd name="connsiteY188" fmla="*/ 215683 h 236840"/>
                <a:gd name="connsiteX189" fmla="*/ 141561 w 180527"/>
                <a:gd name="connsiteY189" fmla="*/ 213584 h 236840"/>
                <a:gd name="connsiteX190" fmla="*/ 139329 w 180527"/>
                <a:gd name="connsiteY190" fmla="*/ 212096 h 236840"/>
                <a:gd name="connsiteX191" fmla="*/ 139468 w 180527"/>
                <a:gd name="connsiteY191" fmla="*/ 207611 h 236840"/>
                <a:gd name="connsiteX192" fmla="*/ 138244 w 180527"/>
                <a:gd name="connsiteY192" fmla="*/ 205102 h 236840"/>
                <a:gd name="connsiteX193" fmla="*/ 136585 w 180527"/>
                <a:gd name="connsiteY193" fmla="*/ 199678 h 236840"/>
                <a:gd name="connsiteX194" fmla="*/ 136436 w 180527"/>
                <a:gd name="connsiteY194" fmla="*/ 197437 h 236840"/>
                <a:gd name="connsiteX195" fmla="*/ 136352 w 180527"/>
                <a:gd name="connsiteY195" fmla="*/ 195725 h 236840"/>
                <a:gd name="connsiteX196" fmla="*/ 134120 w 180527"/>
                <a:gd name="connsiteY196" fmla="*/ 195725 h 236840"/>
                <a:gd name="connsiteX197" fmla="*/ 134035 w 180527"/>
                <a:gd name="connsiteY197" fmla="*/ 193960 h 236840"/>
                <a:gd name="connsiteX198" fmla="*/ 133887 w 180527"/>
                <a:gd name="connsiteY198" fmla="*/ 191678 h 236840"/>
                <a:gd name="connsiteX199" fmla="*/ 133756 w 180527"/>
                <a:gd name="connsiteY199" fmla="*/ 189402 h 236840"/>
                <a:gd name="connsiteX200" fmla="*/ 133376 w 180527"/>
                <a:gd name="connsiteY200" fmla="*/ 187539 h 236840"/>
                <a:gd name="connsiteX201" fmla="*/ 131143 w 180527"/>
                <a:gd name="connsiteY201" fmla="*/ 186795 h 236840"/>
                <a:gd name="connsiteX202" fmla="*/ 131004 w 180527"/>
                <a:gd name="connsiteY202" fmla="*/ 182284 h 236840"/>
                <a:gd name="connsiteX203" fmla="*/ 131065 w 180527"/>
                <a:gd name="connsiteY203" fmla="*/ 179793 h 236840"/>
                <a:gd name="connsiteX204" fmla="*/ 131143 w 180527"/>
                <a:gd name="connsiteY204" fmla="*/ 177865 h 236840"/>
                <a:gd name="connsiteX205" fmla="*/ 128911 w 180527"/>
                <a:gd name="connsiteY205" fmla="*/ 177865 h 236840"/>
                <a:gd name="connsiteX206" fmla="*/ 128167 w 180527"/>
                <a:gd name="connsiteY206" fmla="*/ 169680 h 236840"/>
                <a:gd name="connsiteX207" fmla="*/ 125934 w 180527"/>
                <a:gd name="connsiteY207" fmla="*/ 169680 h 236840"/>
                <a:gd name="connsiteX208" fmla="*/ 125934 w 180527"/>
                <a:gd name="connsiteY208" fmla="*/ 165215 h 236840"/>
                <a:gd name="connsiteX209" fmla="*/ 52264 w 180527"/>
                <a:gd name="connsiteY209" fmla="*/ 165215 h 236840"/>
                <a:gd name="connsiteX210" fmla="*/ 52264 w 180527"/>
                <a:gd name="connsiteY210" fmla="*/ 171168 h 236840"/>
                <a:gd name="connsiteX211" fmla="*/ 50032 w 180527"/>
                <a:gd name="connsiteY211" fmla="*/ 171912 h 236840"/>
                <a:gd name="connsiteX212" fmla="*/ 49613 w 180527"/>
                <a:gd name="connsiteY212" fmla="*/ 176377 h 236840"/>
                <a:gd name="connsiteX213" fmla="*/ 49288 w 180527"/>
                <a:gd name="connsiteY213" fmla="*/ 180842 h 236840"/>
                <a:gd name="connsiteX214" fmla="*/ 47799 w 180527"/>
                <a:gd name="connsiteY214" fmla="*/ 181586 h 236840"/>
                <a:gd name="connsiteX215" fmla="*/ 46962 w 180527"/>
                <a:gd name="connsiteY215" fmla="*/ 186097 h 236840"/>
                <a:gd name="connsiteX216" fmla="*/ 46584 w 180527"/>
                <a:gd name="connsiteY216" fmla="*/ 188589 h 236840"/>
                <a:gd name="connsiteX217" fmla="*/ 46311 w 180527"/>
                <a:gd name="connsiteY217" fmla="*/ 190516 h 236840"/>
                <a:gd name="connsiteX218" fmla="*/ 44079 w 180527"/>
                <a:gd name="connsiteY218" fmla="*/ 190516 h 236840"/>
                <a:gd name="connsiteX219" fmla="*/ 44079 w 180527"/>
                <a:gd name="connsiteY219" fmla="*/ 199445 h 236840"/>
                <a:gd name="connsiteX220" fmla="*/ 42590 w 180527"/>
                <a:gd name="connsiteY220" fmla="*/ 199445 h 236840"/>
                <a:gd name="connsiteX221" fmla="*/ 41428 w 180527"/>
                <a:gd name="connsiteY221" fmla="*/ 204747 h 236840"/>
                <a:gd name="connsiteX222" fmla="*/ 41239 w 180527"/>
                <a:gd name="connsiteY222" fmla="*/ 206800 h 236840"/>
                <a:gd name="connsiteX223" fmla="*/ 41102 w 180527"/>
                <a:gd name="connsiteY223" fmla="*/ 208375 h 236840"/>
                <a:gd name="connsiteX224" fmla="*/ 38870 w 180527"/>
                <a:gd name="connsiteY224" fmla="*/ 208375 h 236840"/>
                <a:gd name="connsiteX225" fmla="*/ 38126 w 180527"/>
                <a:gd name="connsiteY225" fmla="*/ 218049 h 236840"/>
                <a:gd name="connsiteX226" fmla="*/ 35893 w 180527"/>
                <a:gd name="connsiteY226" fmla="*/ 218049 h 236840"/>
                <a:gd name="connsiteX227" fmla="*/ 35972 w 180527"/>
                <a:gd name="connsiteY227" fmla="*/ 220139 h 236840"/>
                <a:gd name="connsiteX228" fmla="*/ 36033 w 180527"/>
                <a:gd name="connsiteY228" fmla="*/ 222839 h 236840"/>
                <a:gd name="connsiteX229" fmla="*/ 36111 w 180527"/>
                <a:gd name="connsiteY229" fmla="*/ 225534 h 236840"/>
                <a:gd name="connsiteX230" fmla="*/ 35893 w 180527"/>
                <a:gd name="connsiteY230" fmla="*/ 227723 h 236840"/>
                <a:gd name="connsiteX231" fmla="*/ 33661 w 180527"/>
                <a:gd name="connsiteY231" fmla="*/ 228467 h 236840"/>
                <a:gd name="connsiteX232" fmla="*/ 33292 w 180527"/>
                <a:gd name="connsiteY232" fmla="*/ 234234 h 236840"/>
                <a:gd name="connsiteX233" fmla="*/ 32917 w 180527"/>
                <a:gd name="connsiteY233" fmla="*/ 235908 h 236840"/>
                <a:gd name="connsiteX234" fmla="*/ 24083 w 180527"/>
                <a:gd name="connsiteY234" fmla="*/ 236777 h 236840"/>
                <a:gd name="connsiteX235" fmla="*/ 22371 w 180527"/>
                <a:gd name="connsiteY235" fmla="*/ 236785 h 236840"/>
                <a:gd name="connsiteX236" fmla="*/ 18792 w 180527"/>
                <a:gd name="connsiteY236" fmla="*/ 236790 h 236840"/>
                <a:gd name="connsiteX237" fmla="*/ 13335 w 180527"/>
                <a:gd name="connsiteY237" fmla="*/ 236820 h 236840"/>
                <a:gd name="connsiteX238" fmla="*/ 9851 w 180527"/>
                <a:gd name="connsiteY238" fmla="*/ 236824 h 236840"/>
                <a:gd name="connsiteX239" fmla="*/ 8211 w 180527"/>
                <a:gd name="connsiteY239" fmla="*/ 236840 h 236840"/>
                <a:gd name="connsiteX240" fmla="*/ 174 w 180527"/>
                <a:gd name="connsiteY240" fmla="*/ 235164 h 236840"/>
                <a:gd name="connsiteX241" fmla="*/ 174 w 180527"/>
                <a:gd name="connsiteY241" fmla="*/ 231443 h 236840"/>
                <a:gd name="connsiteX242" fmla="*/ 1663 w 180527"/>
                <a:gd name="connsiteY242" fmla="*/ 231443 h 236840"/>
                <a:gd name="connsiteX243" fmla="*/ 2660 w 180527"/>
                <a:gd name="connsiteY243" fmla="*/ 225775 h 236840"/>
                <a:gd name="connsiteX244" fmla="*/ 5383 w 180527"/>
                <a:gd name="connsiteY244" fmla="*/ 222514 h 236840"/>
                <a:gd name="connsiteX245" fmla="*/ 5383 w 180527"/>
                <a:gd name="connsiteY245" fmla="*/ 218793 h 236840"/>
                <a:gd name="connsiteX246" fmla="*/ 5383 w 180527"/>
                <a:gd name="connsiteY246" fmla="*/ 215072 h 236840"/>
                <a:gd name="connsiteX247" fmla="*/ 7616 w 180527"/>
                <a:gd name="connsiteY247" fmla="*/ 213584 h 236840"/>
                <a:gd name="connsiteX248" fmla="*/ 8127 w 180527"/>
                <a:gd name="connsiteY248" fmla="*/ 209770 h 236840"/>
                <a:gd name="connsiteX249" fmla="*/ 8276 w 180527"/>
                <a:gd name="connsiteY249" fmla="*/ 207718 h 236840"/>
                <a:gd name="connsiteX250" fmla="*/ 8360 w 180527"/>
                <a:gd name="connsiteY250" fmla="*/ 206143 h 236840"/>
                <a:gd name="connsiteX251" fmla="*/ 10592 w 180527"/>
                <a:gd name="connsiteY251" fmla="*/ 206143 h 236840"/>
                <a:gd name="connsiteX252" fmla="*/ 11337 w 180527"/>
                <a:gd name="connsiteY252" fmla="*/ 196469 h 236840"/>
                <a:gd name="connsiteX253" fmla="*/ 12825 w 180527"/>
                <a:gd name="connsiteY253" fmla="*/ 196469 h 236840"/>
                <a:gd name="connsiteX254" fmla="*/ 13569 w 180527"/>
                <a:gd name="connsiteY254" fmla="*/ 192748 h 236840"/>
                <a:gd name="connsiteX255" fmla="*/ 14313 w 180527"/>
                <a:gd name="connsiteY255" fmla="*/ 189027 h 236840"/>
                <a:gd name="connsiteX256" fmla="*/ 15801 w 180527"/>
                <a:gd name="connsiteY256" fmla="*/ 188283 h 236840"/>
                <a:gd name="connsiteX257" fmla="*/ 16217 w 180527"/>
                <a:gd name="connsiteY257" fmla="*/ 181354 h 236840"/>
                <a:gd name="connsiteX258" fmla="*/ 16546 w 180527"/>
                <a:gd name="connsiteY258" fmla="*/ 179354 h 236840"/>
                <a:gd name="connsiteX259" fmla="*/ 18778 w 180527"/>
                <a:gd name="connsiteY259" fmla="*/ 178609 h 236840"/>
                <a:gd name="connsiteX260" fmla="*/ 19290 w 180527"/>
                <a:gd name="connsiteY260" fmla="*/ 175214 h 236840"/>
                <a:gd name="connsiteX261" fmla="*/ 19438 w 180527"/>
                <a:gd name="connsiteY261" fmla="*/ 173351 h 236840"/>
                <a:gd name="connsiteX262" fmla="*/ 19522 w 180527"/>
                <a:gd name="connsiteY262" fmla="*/ 171912 h 236840"/>
                <a:gd name="connsiteX263" fmla="*/ 21754 w 180527"/>
                <a:gd name="connsiteY263" fmla="*/ 171912 h 236840"/>
                <a:gd name="connsiteX264" fmla="*/ 21728 w 180527"/>
                <a:gd name="connsiteY264" fmla="*/ 170174 h 236840"/>
                <a:gd name="connsiteX265" fmla="*/ 21708 w 180527"/>
                <a:gd name="connsiteY265" fmla="*/ 167912 h 236840"/>
                <a:gd name="connsiteX266" fmla="*/ 21682 w 180527"/>
                <a:gd name="connsiteY266" fmla="*/ 165663 h 236840"/>
                <a:gd name="connsiteX267" fmla="*/ 22499 w 180527"/>
                <a:gd name="connsiteY267" fmla="*/ 162238 h 236840"/>
                <a:gd name="connsiteX268" fmla="*/ 24731 w 180527"/>
                <a:gd name="connsiteY268" fmla="*/ 162238 h 236840"/>
                <a:gd name="connsiteX269" fmla="*/ 24731 w 180527"/>
                <a:gd name="connsiteY269" fmla="*/ 153309 h 236840"/>
                <a:gd name="connsiteX270" fmla="*/ 26963 w 180527"/>
                <a:gd name="connsiteY270" fmla="*/ 154053 h 236840"/>
                <a:gd name="connsiteX271" fmla="*/ 27048 w 180527"/>
                <a:gd name="connsiteY271" fmla="*/ 152126 h 236840"/>
                <a:gd name="connsiteX272" fmla="*/ 27196 w 180527"/>
                <a:gd name="connsiteY272" fmla="*/ 149635 h 236840"/>
                <a:gd name="connsiteX273" fmla="*/ 27327 w 180527"/>
                <a:gd name="connsiteY273" fmla="*/ 147149 h 236840"/>
                <a:gd name="connsiteX274" fmla="*/ 27708 w 180527"/>
                <a:gd name="connsiteY274" fmla="*/ 145123 h 236840"/>
                <a:gd name="connsiteX275" fmla="*/ 29940 w 180527"/>
                <a:gd name="connsiteY275" fmla="*/ 144379 h 236840"/>
                <a:gd name="connsiteX276" fmla="*/ 30359 w 180527"/>
                <a:gd name="connsiteY276" fmla="*/ 140286 h 236840"/>
                <a:gd name="connsiteX277" fmla="*/ 30684 w 180527"/>
                <a:gd name="connsiteY277" fmla="*/ 136193 h 236840"/>
                <a:gd name="connsiteX278" fmla="*/ 32172 w 180527"/>
                <a:gd name="connsiteY278" fmla="*/ 135449 h 236840"/>
                <a:gd name="connsiteX279" fmla="*/ 32588 w 180527"/>
                <a:gd name="connsiteY279" fmla="*/ 129101 h 236840"/>
                <a:gd name="connsiteX280" fmla="*/ 32917 w 180527"/>
                <a:gd name="connsiteY280" fmla="*/ 127264 h 236840"/>
                <a:gd name="connsiteX281" fmla="*/ 35149 w 180527"/>
                <a:gd name="connsiteY281" fmla="*/ 126520 h 236840"/>
                <a:gd name="connsiteX282" fmla="*/ 35661 w 180527"/>
                <a:gd name="connsiteY282" fmla="*/ 122380 h 236840"/>
                <a:gd name="connsiteX283" fmla="*/ 35809 w 180527"/>
                <a:gd name="connsiteY283" fmla="*/ 120099 h 236840"/>
                <a:gd name="connsiteX284" fmla="*/ 35893 w 180527"/>
                <a:gd name="connsiteY284" fmla="*/ 118334 h 236840"/>
                <a:gd name="connsiteX285" fmla="*/ 38126 w 180527"/>
                <a:gd name="connsiteY285" fmla="*/ 118334 h 236840"/>
                <a:gd name="connsiteX286" fmla="*/ 38870 w 180527"/>
                <a:gd name="connsiteY286" fmla="*/ 110149 h 236840"/>
                <a:gd name="connsiteX287" fmla="*/ 41102 w 180527"/>
                <a:gd name="connsiteY287" fmla="*/ 110149 h 236840"/>
                <a:gd name="connsiteX288" fmla="*/ 41024 w 180527"/>
                <a:gd name="connsiteY288" fmla="*/ 108221 h 236840"/>
                <a:gd name="connsiteX289" fmla="*/ 40963 w 180527"/>
                <a:gd name="connsiteY289" fmla="*/ 105730 h 236840"/>
                <a:gd name="connsiteX290" fmla="*/ 40884 w 180527"/>
                <a:gd name="connsiteY290" fmla="*/ 103245 h 236840"/>
                <a:gd name="connsiteX291" fmla="*/ 41102 w 180527"/>
                <a:gd name="connsiteY291" fmla="*/ 101219 h 236840"/>
                <a:gd name="connsiteX292" fmla="*/ 43335 w 180527"/>
                <a:gd name="connsiteY292" fmla="*/ 100475 h 236840"/>
                <a:gd name="connsiteX293" fmla="*/ 43846 w 180527"/>
                <a:gd name="connsiteY293" fmla="*/ 96708 h 236840"/>
                <a:gd name="connsiteX294" fmla="*/ 43994 w 180527"/>
                <a:gd name="connsiteY294" fmla="*/ 94635 h 236840"/>
                <a:gd name="connsiteX295" fmla="*/ 44079 w 180527"/>
                <a:gd name="connsiteY295" fmla="*/ 93033 h 236840"/>
                <a:gd name="connsiteX296" fmla="*/ 45567 w 180527"/>
                <a:gd name="connsiteY296" fmla="*/ 93033 h 236840"/>
                <a:gd name="connsiteX297" fmla="*/ 45840 w 180527"/>
                <a:gd name="connsiteY297" fmla="*/ 91106 h 236840"/>
                <a:gd name="connsiteX298" fmla="*/ 46218 w 180527"/>
                <a:gd name="connsiteY298" fmla="*/ 88615 h 236840"/>
                <a:gd name="connsiteX299" fmla="*/ 46584 w 180527"/>
                <a:gd name="connsiteY299" fmla="*/ 86130 h 236840"/>
                <a:gd name="connsiteX300" fmla="*/ 47055 w 180527"/>
                <a:gd name="connsiteY300" fmla="*/ 84104 h 236840"/>
                <a:gd name="connsiteX301" fmla="*/ 48544 w 180527"/>
                <a:gd name="connsiteY301" fmla="*/ 83360 h 236840"/>
                <a:gd name="connsiteX302" fmla="*/ 49009 w 180527"/>
                <a:gd name="connsiteY302" fmla="*/ 79220 h 236840"/>
                <a:gd name="connsiteX303" fmla="*/ 49177 w 180527"/>
                <a:gd name="connsiteY303" fmla="*/ 76938 h 236840"/>
                <a:gd name="connsiteX304" fmla="*/ 49288 w 180527"/>
                <a:gd name="connsiteY304" fmla="*/ 75174 h 236840"/>
                <a:gd name="connsiteX305" fmla="*/ 51520 w 180527"/>
                <a:gd name="connsiteY305" fmla="*/ 75174 h 236840"/>
                <a:gd name="connsiteX306" fmla="*/ 51604 w 180527"/>
                <a:gd name="connsiteY306" fmla="*/ 73247 h 236840"/>
                <a:gd name="connsiteX307" fmla="*/ 51753 w 180527"/>
                <a:gd name="connsiteY307" fmla="*/ 70756 h 236840"/>
                <a:gd name="connsiteX308" fmla="*/ 51883 w 180527"/>
                <a:gd name="connsiteY308" fmla="*/ 68270 h 236840"/>
                <a:gd name="connsiteX309" fmla="*/ 52264 w 180527"/>
                <a:gd name="connsiteY309" fmla="*/ 66244 h 236840"/>
                <a:gd name="connsiteX310" fmla="*/ 54497 w 180527"/>
                <a:gd name="connsiteY310" fmla="*/ 65500 h 236840"/>
                <a:gd name="connsiteX311" fmla="*/ 54915 w 180527"/>
                <a:gd name="connsiteY311" fmla="*/ 61407 h 236840"/>
                <a:gd name="connsiteX312" fmla="*/ 55241 w 180527"/>
                <a:gd name="connsiteY312" fmla="*/ 57315 h 236840"/>
                <a:gd name="connsiteX313" fmla="*/ 56729 w 180527"/>
                <a:gd name="connsiteY313" fmla="*/ 56570 h 236840"/>
                <a:gd name="connsiteX314" fmla="*/ 57194 w 180527"/>
                <a:gd name="connsiteY314" fmla="*/ 52431 h 236840"/>
                <a:gd name="connsiteX315" fmla="*/ 57363 w 180527"/>
                <a:gd name="connsiteY315" fmla="*/ 50149 h 236840"/>
                <a:gd name="connsiteX316" fmla="*/ 57473 w 180527"/>
                <a:gd name="connsiteY316" fmla="*/ 48385 h 236840"/>
                <a:gd name="connsiteX317" fmla="*/ 59706 w 180527"/>
                <a:gd name="connsiteY317" fmla="*/ 49129 h 236840"/>
                <a:gd name="connsiteX318" fmla="*/ 60450 w 180527"/>
                <a:gd name="connsiteY318" fmla="*/ 39455 h 236840"/>
                <a:gd name="connsiteX319" fmla="*/ 62682 w 180527"/>
                <a:gd name="connsiteY319" fmla="*/ 39455 h 236840"/>
                <a:gd name="connsiteX320" fmla="*/ 62793 w 180527"/>
                <a:gd name="connsiteY320" fmla="*/ 37854 h 236840"/>
                <a:gd name="connsiteX321" fmla="*/ 62961 w 180527"/>
                <a:gd name="connsiteY321" fmla="*/ 35781 h 236840"/>
                <a:gd name="connsiteX322" fmla="*/ 63118 w 180527"/>
                <a:gd name="connsiteY322" fmla="*/ 33714 h 236840"/>
                <a:gd name="connsiteX323" fmla="*/ 63426 w 180527"/>
                <a:gd name="connsiteY323" fmla="*/ 32014 h 236840"/>
                <a:gd name="connsiteX324" fmla="*/ 64915 w 180527"/>
                <a:gd name="connsiteY324" fmla="*/ 31270 h 236840"/>
                <a:gd name="connsiteX325" fmla="*/ 65330 w 180527"/>
                <a:gd name="connsiteY325" fmla="*/ 24340 h 236840"/>
                <a:gd name="connsiteX326" fmla="*/ 65659 w 180527"/>
                <a:gd name="connsiteY326" fmla="*/ 22340 h 236840"/>
                <a:gd name="connsiteX327" fmla="*/ 67891 w 180527"/>
                <a:gd name="connsiteY327" fmla="*/ 21596 h 236840"/>
                <a:gd name="connsiteX328" fmla="*/ 68403 w 180527"/>
                <a:gd name="connsiteY328" fmla="*/ 18201 h 236840"/>
                <a:gd name="connsiteX329" fmla="*/ 68551 w 180527"/>
                <a:gd name="connsiteY329" fmla="*/ 16337 h 236840"/>
                <a:gd name="connsiteX330" fmla="*/ 68635 w 180527"/>
                <a:gd name="connsiteY330" fmla="*/ 14899 h 236840"/>
                <a:gd name="connsiteX331" fmla="*/ 70868 w 180527"/>
                <a:gd name="connsiteY331" fmla="*/ 14899 h 236840"/>
                <a:gd name="connsiteX332" fmla="*/ 71612 w 180527"/>
                <a:gd name="connsiteY332" fmla="*/ 5225 h 236840"/>
                <a:gd name="connsiteX333" fmla="*/ 73844 w 180527"/>
                <a:gd name="connsiteY333" fmla="*/ 5225 h 236840"/>
                <a:gd name="connsiteX334" fmla="*/ 74588 w 180527"/>
                <a:gd name="connsiteY334" fmla="*/ 760 h 236840"/>
                <a:gd name="connsiteX335" fmla="*/ 86906 w 180527"/>
                <a:gd name="connsiteY335" fmla="*/ 392 h 236840"/>
                <a:gd name="connsiteX336" fmla="*/ 91098 w 180527"/>
                <a:gd name="connsiteY336" fmla="*/ 255 h 236840"/>
                <a:gd name="connsiteX337" fmla="*/ 97116 w 180527"/>
                <a:gd name="connsiteY337" fmla="*/ 106 h 236840"/>
                <a:gd name="connsiteX338" fmla="*/ 99017 w 180527"/>
                <a:gd name="connsiteY338" fmla="*/ 1 h 236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180527" h="236840">
                  <a:moveTo>
                    <a:pt x="88001" y="40997"/>
                  </a:moveTo>
                  <a:cubicBezTo>
                    <a:pt x="87748" y="41250"/>
                    <a:pt x="87502" y="41496"/>
                    <a:pt x="87257" y="41741"/>
                  </a:cubicBezTo>
                  <a:cubicBezTo>
                    <a:pt x="87261" y="43075"/>
                    <a:pt x="87297" y="44408"/>
                    <a:pt x="87350" y="45741"/>
                  </a:cubicBezTo>
                  <a:cubicBezTo>
                    <a:pt x="87499" y="47910"/>
                    <a:pt x="87499" y="47910"/>
                    <a:pt x="87257" y="49927"/>
                  </a:cubicBezTo>
                  <a:cubicBezTo>
                    <a:pt x="86494" y="50652"/>
                    <a:pt x="85750" y="51397"/>
                    <a:pt x="85025" y="52159"/>
                  </a:cubicBezTo>
                  <a:cubicBezTo>
                    <a:pt x="84911" y="54467"/>
                    <a:pt x="84911" y="54467"/>
                    <a:pt x="85071" y="57089"/>
                  </a:cubicBezTo>
                  <a:cubicBezTo>
                    <a:pt x="85303" y="59638"/>
                    <a:pt x="85303" y="59638"/>
                    <a:pt x="85025" y="61833"/>
                  </a:cubicBezTo>
                  <a:cubicBezTo>
                    <a:pt x="84518" y="61965"/>
                    <a:pt x="84027" y="62094"/>
                    <a:pt x="83536" y="62222"/>
                  </a:cubicBezTo>
                  <a:cubicBezTo>
                    <a:pt x="83030" y="62343"/>
                    <a:pt x="82539" y="62460"/>
                    <a:pt x="82048" y="62577"/>
                  </a:cubicBezTo>
                  <a:cubicBezTo>
                    <a:pt x="81941" y="63587"/>
                    <a:pt x="81941" y="63587"/>
                    <a:pt x="81836" y="64577"/>
                  </a:cubicBezTo>
                  <a:cubicBezTo>
                    <a:pt x="81993" y="66911"/>
                    <a:pt x="82180" y="69170"/>
                    <a:pt x="82048" y="71507"/>
                  </a:cubicBezTo>
                  <a:cubicBezTo>
                    <a:pt x="80921" y="71883"/>
                    <a:pt x="80921" y="71883"/>
                    <a:pt x="79816" y="72251"/>
                  </a:cubicBezTo>
                  <a:cubicBezTo>
                    <a:pt x="79713" y="72867"/>
                    <a:pt x="79613" y="73464"/>
                    <a:pt x="79513" y="74062"/>
                  </a:cubicBezTo>
                  <a:cubicBezTo>
                    <a:pt x="79446" y="76222"/>
                    <a:pt x="79409" y="78301"/>
                    <a:pt x="79071" y="80436"/>
                  </a:cubicBezTo>
                  <a:cubicBezTo>
                    <a:pt x="78312" y="80942"/>
                    <a:pt x="77576" y="81434"/>
                    <a:pt x="76839" y="81925"/>
                  </a:cubicBezTo>
                  <a:cubicBezTo>
                    <a:pt x="76736" y="82501"/>
                    <a:pt x="76636" y="83060"/>
                    <a:pt x="76537" y="83619"/>
                  </a:cubicBezTo>
                  <a:cubicBezTo>
                    <a:pt x="76468" y="85573"/>
                    <a:pt x="76420" y="87437"/>
                    <a:pt x="76095" y="89366"/>
                  </a:cubicBezTo>
                  <a:cubicBezTo>
                    <a:pt x="75350" y="90109"/>
                    <a:pt x="74606" y="90853"/>
                    <a:pt x="73862" y="91599"/>
                  </a:cubicBezTo>
                  <a:cubicBezTo>
                    <a:pt x="73749" y="93229"/>
                    <a:pt x="73749" y="93229"/>
                    <a:pt x="73909" y="94994"/>
                  </a:cubicBezTo>
                  <a:cubicBezTo>
                    <a:pt x="74139" y="96727"/>
                    <a:pt x="74139" y="96727"/>
                    <a:pt x="73862" y="98296"/>
                  </a:cubicBezTo>
                  <a:cubicBezTo>
                    <a:pt x="72856" y="98763"/>
                    <a:pt x="71864" y="99261"/>
                    <a:pt x="70886" y="99784"/>
                  </a:cubicBezTo>
                  <a:cubicBezTo>
                    <a:pt x="70779" y="100749"/>
                    <a:pt x="70779" y="100749"/>
                    <a:pt x="70674" y="101694"/>
                  </a:cubicBezTo>
                  <a:cubicBezTo>
                    <a:pt x="70831" y="103812"/>
                    <a:pt x="71019" y="105848"/>
                    <a:pt x="70886" y="107970"/>
                  </a:cubicBezTo>
                  <a:cubicBezTo>
                    <a:pt x="69758" y="108345"/>
                    <a:pt x="69758" y="108345"/>
                    <a:pt x="68653" y="108714"/>
                  </a:cubicBezTo>
                  <a:cubicBezTo>
                    <a:pt x="68543" y="109573"/>
                    <a:pt x="68543" y="109573"/>
                    <a:pt x="68435" y="110414"/>
                  </a:cubicBezTo>
                  <a:cubicBezTo>
                    <a:pt x="68475" y="111458"/>
                    <a:pt x="68475" y="111458"/>
                    <a:pt x="68514" y="112481"/>
                  </a:cubicBezTo>
                  <a:cubicBezTo>
                    <a:pt x="68545" y="113528"/>
                    <a:pt x="68545" y="113528"/>
                    <a:pt x="68575" y="114554"/>
                  </a:cubicBezTo>
                  <a:cubicBezTo>
                    <a:pt x="68602" y="115098"/>
                    <a:pt x="68628" y="115627"/>
                    <a:pt x="68653" y="116155"/>
                  </a:cubicBezTo>
                  <a:cubicBezTo>
                    <a:pt x="67894" y="116155"/>
                    <a:pt x="67158" y="116155"/>
                    <a:pt x="66421" y="116155"/>
                  </a:cubicBezTo>
                  <a:cubicBezTo>
                    <a:pt x="65613" y="117772"/>
                    <a:pt x="65613" y="117772"/>
                    <a:pt x="65770" y="121411"/>
                  </a:cubicBezTo>
                  <a:cubicBezTo>
                    <a:pt x="65921" y="123377"/>
                    <a:pt x="65921" y="123377"/>
                    <a:pt x="65677" y="125085"/>
                  </a:cubicBezTo>
                  <a:cubicBezTo>
                    <a:pt x="64549" y="125461"/>
                    <a:pt x="64549" y="125461"/>
                    <a:pt x="63444" y="125829"/>
                  </a:cubicBezTo>
                  <a:cubicBezTo>
                    <a:pt x="63204" y="126463"/>
                    <a:pt x="62971" y="127077"/>
                    <a:pt x="62738" y="127692"/>
                  </a:cubicBezTo>
                  <a:cubicBezTo>
                    <a:pt x="62461" y="128842"/>
                    <a:pt x="62461" y="128842"/>
                    <a:pt x="62189" y="129968"/>
                  </a:cubicBezTo>
                  <a:cubicBezTo>
                    <a:pt x="61854" y="131315"/>
                    <a:pt x="61526" y="132663"/>
                    <a:pt x="61212" y="134015"/>
                  </a:cubicBezTo>
                  <a:cubicBezTo>
                    <a:pt x="67637" y="134030"/>
                    <a:pt x="74061" y="134043"/>
                    <a:pt x="80486" y="134051"/>
                  </a:cubicBezTo>
                  <a:cubicBezTo>
                    <a:pt x="83758" y="134055"/>
                    <a:pt x="87029" y="134058"/>
                    <a:pt x="90301" y="134066"/>
                  </a:cubicBezTo>
                  <a:cubicBezTo>
                    <a:pt x="93510" y="134074"/>
                    <a:pt x="96719" y="134081"/>
                    <a:pt x="99928" y="134084"/>
                  </a:cubicBezTo>
                  <a:cubicBezTo>
                    <a:pt x="101145" y="134085"/>
                    <a:pt x="102362" y="134086"/>
                    <a:pt x="103579" y="134087"/>
                  </a:cubicBezTo>
                  <a:cubicBezTo>
                    <a:pt x="105338" y="134093"/>
                    <a:pt x="107098" y="134099"/>
                    <a:pt x="108857" y="134099"/>
                  </a:cubicBezTo>
                  <a:cubicBezTo>
                    <a:pt x="109668" y="134099"/>
                    <a:pt x="109668" y="134099"/>
                    <a:pt x="110463" y="134099"/>
                  </a:cubicBezTo>
                  <a:cubicBezTo>
                    <a:pt x="111456" y="134101"/>
                    <a:pt x="112419" y="134102"/>
                    <a:pt x="113382" y="134104"/>
                  </a:cubicBezTo>
                  <a:cubicBezTo>
                    <a:pt x="115534" y="134015"/>
                    <a:pt x="115534" y="134015"/>
                    <a:pt x="116278" y="133270"/>
                  </a:cubicBezTo>
                  <a:cubicBezTo>
                    <a:pt x="116190" y="132412"/>
                    <a:pt x="116190" y="132412"/>
                    <a:pt x="116104" y="131570"/>
                  </a:cubicBezTo>
                  <a:cubicBezTo>
                    <a:pt x="115974" y="130867"/>
                    <a:pt x="115847" y="130185"/>
                    <a:pt x="115720" y="129503"/>
                  </a:cubicBezTo>
                  <a:cubicBezTo>
                    <a:pt x="115360" y="127431"/>
                    <a:pt x="115360" y="127431"/>
                    <a:pt x="114790" y="125829"/>
                  </a:cubicBezTo>
                  <a:cubicBezTo>
                    <a:pt x="114031" y="125829"/>
                    <a:pt x="113294" y="125829"/>
                    <a:pt x="112558" y="125829"/>
                  </a:cubicBezTo>
                  <a:cubicBezTo>
                    <a:pt x="112567" y="125238"/>
                    <a:pt x="112575" y="124664"/>
                    <a:pt x="112584" y="124091"/>
                  </a:cubicBezTo>
                  <a:cubicBezTo>
                    <a:pt x="112591" y="123322"/>
                    <a:pt x="112598" y="122576"/>
                    <a:pt x="112604" y="121829"/>
                  </a:cubicBezTo>
                  <a:cubicBezTo>
                    <a:pt x="112630" y="119636"/>
                    <a:pt x="112798" y="118123"/>
                    <a:pt x="111814" y="116155"/>
                  </a:cubicBezTo>
                  <a:cubicBezTo>
                    <a:pt x="111055" y="116155"/>
                    <a:pt x="110318" y="116155"/>
                    <a:pt x="109581" y="116155"/>
                  </a:cubicBezTo>
                  <a:cubicBezTo>
                    <a:pt x="109608" y="115675"/>
                    <a:pt x="109634" y="115209"/>
                    <a:pt x="109660" y="114742"/>
                  </a:cubicBezTo>
                  <a:cubicBezTo>
                    <a:pt x="109690" y="113812"/>
                    <a:pt x="109690" y="113812"/>
                    <a:pt x="109721" y="112900"/>
                  </a:cubicBezTo>
                  <a:cubicBezTo>
                    <a:pt x="109799" y="111068"/>
                    <a:pt x="109799" y="111068"/>
                    <a:pt x="109581" y="109458"/>
                  </a:cubicBezTo>
                  <a:cubicBezTo>
                    <a:pt x="108822" y="108952"/>
                    <a:pt x="108085" y="108461"/>
                    <a:pt x="107349" y="107970"/>
                  </a:cubicBezTo>
                  <a:cubicBezTo>
                    <a:pt x="106998" y="106015"/>
                    <a:pt x="106998" y="106015"/>
                    <a:pt x="106977" y="103830"/>
                  </a:cubicBezTo>
                  <a:cubicBezTo>
                    <a:pt x="106907" y="101595"/>
                    <a:pt x="106907" y="101595"/>
                    <a:pt x="106605" y="99784"/>
                  </a:cubicBezTo>
                  <a:cubicBezTo>
                    <a:pt x="105846" y="99531"/>
                    <a:pt x="105109" y="99286"/>
                    <a:pt x="104372" y="99040"/>
                  </a:cubicBezTo>
                  <a:cubicBezTo>
                    <a:pt x="104307" y="98544"/>
                    <a:pt x="104244" y="98062"/>
                    <a:pt x="104180" y="97581"/>
                  </a:cubicBezTo>
                  <a:cubicBezTo>
                    <a:pt x="104332" y="94830"/>
                    <a:pt x="104509" y="92753"/>
                    <a:pt x="103628" y="90110"/>
                  </a:cubicBezTo>
                  <a:cubicBezTo>
                    <a:pt x="102876" y="89734"/>
                    <a:pt x="102876" y="89734"/>
                    <a:pt x="102140" y="89366"/>
                  </a:cubicBezTo>
                  <a:cubicBezTo>
                    <a:pt x="101905" y="87634"/>
                    <a:pt x="101905" y="87634"/>
                    <a:pt x="101861" y="85645"/>
                  </a:cubicBezTo>
                  <a:cubicBezTo>
                    <a:pt x="101797" y="83599"/>
                    <a:pt x="101797" y="83599"/>
                    <a:pt x="101396" y="81925"/>
                  </a:cubicBezTo>
                  <a:cubicBezTo>
                    <a:pt x="100396" y="81710"/>
                    <a:pt x="99402" y="81462"/>
                    <a:pt x="98419" y="81181"/>
                  </a:cubicBezTo>
                  <a:cubicBezTo>
                    <a:pt x="98312" y="80171"/>
                    <a:pt x="98312" y="80171"/>
                    <a:pt x="98207" y="79181"/>
                  </a:cubicBezTo>
                  <a:cubicBezTo>
                    <a:pt x="98364" y="76847"/>
                    <a:pt x="98552" y="74588"/>
                    <a:pt x="98419" y="72251"/>
                  </a:cubicBezTo>
                  <a:cubicBezTo>
                    <a:pt x="97660" y="71998"/>
                    <a:pt x="96923" y="71752"/>
                    <a:pt x="96187" y="71507"/>
                  </a:cubicBezTo>
                  <a:cubicBezTo>
                    <a:pt x="96028" y="69966"/>
                    <a:pt x="96028" y="69966"/>
                    <a:pt x="96233" y="68205"/>
                  </a:cubicBezTo>
                  <a:cubicBezTo>
                    <a:pt x="96399" y="66394"/>
                    <a:pt x="96399" y="66394"/>
                    <a:pt x="96187" y="64809"/>
                  </a:cubicBezTo>
                  <a:cubicBezTo>
                    <a:pt x="94680" y="64149"/>
                    <a:pt x="94680" y="64149"/>
                    <a:pt x="93210" y="63321"/>
                  </a:cubicBezTo>
                  <a:cubicBezTo>
                    <a:pt x="93138" y="62617"/>
                    <a:pt x="93068" y="61933"/>
                    <a:pt x="92998" y="61249"/>
                  </a:cubicBezTo>
                  <a:cubicBezTo>
                    <a:pt x="93155" y="58939"/>
                    <a:pt x="93343" y="56704"/>
                    <a:pt x="93210" y="54392"/>
                  </a:cubicBezTo>
                  <a:cubicBezTo>
                    <a:pt x="92451" y="54139"/>
                    <a:pt x="91714" y="53893"/>
                    <a:pt x="90978" y="53647"/>
                  </a:cubicBezTo>
                  <a:cubicBezTo>
                    <a:pt x="90825" y="52595"/>
                    <a:pt x="90825" y="52595"/>
                    <a:pt x="90675" y="51563"/>
                  </a:cubicBezTo>
                  <a:cubicBezTo>
                    <a:pt x="90564" y="47408"/>
                    <a:pt x="90961" y="44186"/>
                    <a:pt x="88001" y="40997"/>
                  </a:cubicBezTo>
                  <a:close/>
                  <a:moveTo>
                    <a:pt x="99017" y="1"/>
                  </a:moveTo>
                  <a:cubicBezTo>
                    <a:pt x="100777" y="0"/>
                    <a:pt x="100777" y="0"/>
                    <a:pt x="103610" y="760"/>
                  </a:cubicBezTo>
                  <a:cubicBezTo>
                    <a:pt x="104398" y="2513"/>
                    <a:pt x="104660" y="4034"/>
                    <a:pt x="104856" y="5942"/>
                  </a:cubicBezTo>
                  <a:cubicBezTo>
                    <a:pt x="104936" y="6442"/>
                    <a:pt x="105016" y="6942"/>
                    <a:pt x="105098" y="7457"/>
                  </a:cubicBezTo>
                  <a:cubicBezTo>
                    <a:pt x="105835" y="7826"/>
                    <a:pt x="105835" y="7826"/>
                    <a:pt x="106587" y="8201"/>
                  </a:cubicBezTo>
                  <a:cubicBezTo>
                    <a:pt x="106849" y="9931"/>
                    <a:pt x="106916" y="11640"/>
                    <a:pt x="107002" y="13387"/>
                  </a:cubicBezTo>
                  <a:cubicBezTo>
                    <a:pt x="107165" y="14135"/>
                    <a:pt x="107165" y="14135"/>
                    <a:pt x="107331" y="14899"/>
                  </a:cubicBezTo>
                  <a:cubicBezTo>
                    <a:pt x="108067" y="15144"/>
                    <a:pt x="108804" y="15390"/>
                    <a:pt x="109563" y="15643"/>
                  </a:cubicBezTo>
                  <a:cubicBezTo>
                    <a:pt x="109912" y="17575"/>
                    <a:pt x="109938" y="19449"/>
                    <a:pt x="110005" y="21410"/>
                  </a:cubicBezTo>
                  <a:cubicBezTo>
                    <a:pt x="110155" y="22239"/>
                    <a:pt x="110155" y="22239"/>
                    <a:pt x="110307" y="23084"/>
                  </a:cubicBezTo>
                  <a:cubicBezTo>
                    <a:pt x="111044" y="23330"/>
                    <a:pt x="111781" y="23575"/>
                    <a:pt x="112540" y="23828"/>
                  </a:cubicBezTo>
                  <a:cubicBezTo>
                    <a:pt x="112704" y="25543"/>
                    <a:pt x="112534" y="27153"/>
                    <a:pt x="112400" y="28869"/>
                  </a:cubicBezTo>
                  <a:cubicBezTo>
                    <a:pt x="112578" y="30977"/>
                    <a:pt x="113311" y="31305"/>
                    <a:pt x="114772" y="32758"/>
                  </a:cubicBezTo>
                  <a:cubicBezTo>
                    <a:pt x="115153" y="34604"/>
                    <a:pt x="115153" y="34604"/>
                    <a:pt x="115284" y="36618"/>
                  </a:cubicBezTo>
                  <a:cubicBezTo>
                    <a:pt x="115333" y="37289"/>
                    <a:pt x="115382" y="37959"/>
                    <a:pt x="115432" y="38650"/>
                  </a:cubicBezTo>
                  <a:cubicBezTo>
                    <a:pt x="115474" y="39417"/>
                    <a:pt x="115474" y="39417"/>
                    <a:pt x="115516" y="40199"/>
                  </a:cubicBezTo>
                  <a:cubicBezTo>
                    <a:pt x="116253" y="40199"/>
                    <a:pt x="116990" y="40199"/>
                    <a:pt x="117749" y="40199"/>
                  </a:cubicBezTo>
                  <a:cubicBezTo>
                    <a:pt x="117790" y="41073"/>
                    <a:pt x="117790" y="41073"/>
                    <a:pt x="117833" y="41964"/>
                  </a:cubicBezTo>
                  <a:cubicBezTo>
                    <a:pt x="117882" y="42717"/>
                    <a:pt x="117931" y="43470"/>
                    <a:pt x="117981" y="44246"/>
                  </a:cubicBezTo>
                  <a:cubicBezTo>
                    <a:pt x="118046" y="45372"/>
                    <a:pt x="118046" y="45372"/>
                    <a:pt x="118112" y="46522"/>
                  </a:cubicBezTo>
                  <a:cubicBezTo>
                    <a:pt x="118238" y="47137"/>
                    <a:pt x="118363" y="47751"/>
                    <a:pt x="118493" y="48385"/>
                  </a:cubicBezTo>
                  <a:cubicBezTo>
                    <a:pt x="119229" y="48630"/>
                    <a:pt x="119966" y="48876"/>
                    <a:pt x="120725" y="49129"/>
                  </a:cubicBezTo>
                  <a:cubicBezTo>
                    <a:pt x="120943" y="50830"/>
                    <a:pt x="120943" y="50830"/>
                    <a:pt x="120865" y="52896"/>
                  </a:cubicBezTo>
                  <a:cubicBezTo>
                    <a:pt x="120835" y="53922"/>
                    <a:pt x="120835" y="53922"/>
                    <a:pt x="120804" y="54969"/>
                  </a:cubicBezTo>
                  <a:cubicBezTo>
                    <a:pt x="120778" y="55497"/>
                    <a:pt x="120752" y="56026"/>
                    <a:pt x="120725" y="56570"/>
                  </a:cubicBezTo>
                  <a:cubicBezTo>
                    <a:pt x="121462" y="56570"/>
                    <a:pt x="122199" y="56570"/>
                    <a:pt x="122958" y="56570"/>
                  </a:cubicBezTo>
                  <a:cubicBezTo>
                    <a:pt x="123694" y="60622"/>
                    <a:pt x="123694" y="60622"/>
                    <a:pt x="124446" y="64756"/>
                  </a:cubicBezTo>
                  <a:cubicBezTo>
                    <a:pt x="124937" y="64756"/>
                    <a:pt x="125428" y="64756"/>
                    <a:pt x="125934" y="64756"/>
                  </a:cubicBezTo>
                  <a:cubicBezTo>
                    <a:pt x="125976" y="65629"/>
                    <a:pt x="125976" y="65629"/>
                    <a:pt x="126018" y="66520"/>
                  </a:cubicBezTo>
                  <a:cubicBezTo>
                    <a:pt x="126067" y="67273"/>
                    <a:pt x="126116" y="68026"/>
                    <a:pt x="126167" y="68802"/>
                  </a:cubicBezTo>
                  <a:cubicBezTo>
                    <a:pt x="126231" y="69929"/>
                    <a:pt x="126231" y="69929"/>
                    <a:pt x="126298" y="71078"/>
                  </a:cubicBezTo>
                  <a:cubicBezTo>
                    <a:pt x="126423" y="71693"/>
                    <a:pt x="126549" y="72308"/>
                    <a:pt x="126678" y="72942"/>
                  </a:cubicBezTo>
                  <a:cubicBezTo>
                    <a:pt x="127415" y="73187"/>
                    <a:pt x="128152" y="73433"/>
                    <a:pt x="128911" y="73686"/>
                  </a:cubicBezTo>
                  <a:cubicBezTo>
                    <a:pt x="129239" y="75197"/>
                    <a:pt x="129239" y="75197"/>
                    <a:pt x="129329" y="77034"/>
                  </a:cubicBezTo>
                  <a:cubicBezTo>
                    <a:pt x="129392" y="78823"/>
                    <a:pt x="129392" y="78823"/>
                    <a:pt x="129655" y="80383"/>
                  </a:cubicBezTo>
                  <a:cubicBezTo>
                    <a:pt x="130146" y="80629"/>
                    <a:pt x="130637" y="80874"/>
                    <a:pt x="131143" y="81127"/>
                  </a:cubicBezTo>
                  <a:cubicBezTo>
                    <a:pt x="131451" y="83153"/>
                    <a:pt x="131451" y="83153"/>
                    <a:pt x="131608" y="85638"/>
                  </a:cubicBezTo>
                  <a:cubicBezTo>
                    <a:pt x="131664" y="86461"/>
                    <a:pt x="131720" y="87283"/>
                    <a:pt x="131777" y="88130"/>
                  </a:cubicBezTo>
                  <a:cubicBezTo>
                    <a:pt x="131813" y="88766"/>
                    <a:pt x="131850" y="89402"/>
                    <a:pt x="131887" y="90057"/>
                  </a:cubicBezTo>
                  <a:cubicBezTo>
                    <a:pt x="132624" y="90057"/>
                    <a:pt x="133361" y="90057"/>
                    <a:pt x="134120" y="90057"/>
                  </a:cubicBezTo>
                  <a:cubicBezTo>
                    <a:pt x="134120" y="92512"/>
                    <a:pt x="134120" y="94968"/>
                    <a:pt x="134120" y="97498"/>
                  </a:cubicBezTo>
                  <a:cubicBezTo>
                    <a:pt x="135102" y="97498"/>
                    <a:pt x="136084" y="97498"/>
                    <a:pt x="137096" y="97498"/>
                  </a:cubicBezTo>
                  <a:cubicBezTo>
                    <a:pt x="137133" y="98080"/>
                    <a:pt x="137169" y="98663"/>
                    <a:pt x="137207" y="99263"/>
                  </a:cubicBezTo>
                  <a:cubicBezTo>
                    <a:pt x="137262" y="100016"/>
                    <a:pt x="137318" y="100769"/>
                    <a:pt x="137375" y="101544"/>
                  </a:cubicBezTo>
                  <a:cubicBezTo>
                    <a:pt x="137453" y="102671"/>
                    <a:pt x="137453" y="102671"/>
                    <a:pt x="137532" y="103820"/>
                  </a:cubicBezTo>
                  <a:cubicBezTo>
                    <a:pt x="137634" y="104435"/>
                    <a:pt x="137736" y="105050"/>
                    <a:pt x="137840" y="105684"/>
                  </a:cubicBezTo>
                  <a:cubicBezTo>
                    <a:pt x="138332" y="105929"/>
                    <a:pt x="138823" y="106175"/>
                    <a:pt x="139329" y="106428"/>
                  </a:cubicBezTo>
                  <a:cubicBezTo>
                    <a:pt x="139593" y="108351"/>
                    <a:pt x="139659" y="110256"/>
                    <a:pt x="139744" y="112195"/>
                  </a:cubicBezTo>
                  <a:cubicBezTo>
                    <a:pt x="139853" y="112747"/>
                    <a:pt x="139961" y="113300"/>
                    <a:pt x="140073" y="113869"/>
                  </a:cubicBezTo>
                  <a:cubicBezTo>
                    <a:pt x="140810" y="114115"/>
                    <a:pt x="141546" y="114360"/>
                    <a:pt x="142305" y="114613"/>
                  </a:cubicBezTo>
                  <a:cubicBezTo>
                    <a:pt x="142653" y="116353"/>
                    <a:pt x="142680" y="118028"/>
                    <a:pt x="142747" y="119799"/>
                  </a:cubicBezTo>
                  <a:cubicBezTo>
                    <a:pt x="142847" y="120298"/>
                    <a:pt x="142947" y="120797"/>
                    <a:pt x="143049" y="121311"/>
                  </a:cubicBezTo>
                  <a:cubicBezTo>
                    <a:pt x="143786" y="121556"/>
                    <a:pt x="144523" y="121802"/>
                    <a:pt x="145282" y="122055"/>
                  </a:cubicBezTo>
                  <a:cubicBezTo>
                    <a:pt x="145610" y="123892"/>
                    <a:pt x="145610" y="123892"/>
                    <a:pt x="145700" y="126148"/>
                  </a:cubicBezTo>
                  <a:cubicBezTo>
                    <a:pt x="145763" y="128338"/>
                    <a:pt x="145763" y="128338"/>
                    <a:pt x="146026" y="130240"/>
                  </a:cubicBezTo>
                  <a:cubicBezTo>
                    <a:pt x="146517" y="130486"/>
                    <a:pt x="147008" y="130731"/>
                    <a:pt x="147514" y="130985"/>
                  </a:cubicBezTo>
                  <a:cubicBezTo>
                    <a:pt x="147778" y="132690"/>
                    <a:pt x="147844" y="134374"/>
                    <a:pt x="147930" y="136098"/>
                  </a:cubicBezTo>
                  <a:cubicBezTo>
                    <a:pt x="148125" y="137970"/>
                    <a:pt x="148125" y="137970"/>
                    <a:pt x="150491" y="139170"/>
                  </a:cubicBezTo>
                  <a:cubicBezTo>
                    <a:pt x="150825" y="140921"/>
                    <a:pt x="150864" y="142602"/>
                    <a:pt x="150933" y="144382"/>
                  </a:cubicBezTo>
                  <a:cubicBezTo>
                    <a:pt x="151032" y="144872"/>
                    <a:pt x="151132" y="145362"/>
                    <a:pt x="151235" y="145867"/>
                  </a:cubicBezTo>
                  <a:cubicBezTo>
                    <a:pt x="151972" y="146113"/>
                    <a:pt x="152708" y="146358"/>
                    <a:pt x="153467" y="146611"/>
                  </a:cubicBezTo>
                  <a:cubicBezTo>
                    <a:pt x="153631" y="148326"/>
                    <a:pt x="153462" y="149936"/>
                    <a:pt x="153328" y="151652"/>
                  </a:cubicBezTo>
                  <a:cubicBezTo>
                    <a:pt x="153506" y="153762"/>
                    <a:pt x="154225" y="154096"/>
                    <a:pt x="155700" y="155541"/>
                  </a:cubicBezTo>
                  <a:cubicBezTo>
                    <a:pt x="156191" y="157387"/>
                    <a:pt x="156191" y="157387"/>
                    <a:pt x="156490" y="159401"/>
                  </a:cubicBezTo>
                  <a:cubicBezTo>
                    <a:pt x="156751" y="161365"/>
                    <a:pt x="156751" y="161365"/>
                    <a:pt x="157188" y="162983"/>
                  </a:cubicBezTo>
                  <a:cubicBezTo>
                    <a:pt x="157679" y="162983"/>
                    <a:pt x="158170" y="162983"/>
                    <a:pt x="158676" y="162983"/>
                  </a:cubicBezTo>
                  <a:cubicBezTo>
                    <a:pt x="158718" y="163856"/>
                    <a:pt x="158718" y="163856"/>
                    <a:pt x="158761" y="164747"/>
                  </a:cubicBezTo>
                  <a:cubicBezTo>
                    <a:pt x="158834" y="165876"/>
                    <a:pt x="158834" y="165876"/>
                    <a:pt x="158909" y="167029"/>
                  </a:cubicBezTo>
                  <a:cubicBezTo>
                    <a:pt x="158974" y="168155"/>
                    <a:pt x="158974" y="168155"/>
                    <a:pt x="159040" y="169305"/>
                  </a:cubicBezTo>
                  <a:cubicBezTo>
                    <a:pt x="159165" y="169920"/>
                    <a:pt x="159291" y="170535"/>
                    <a:pt x="159421" y="171168"/>
                  </a:cubicBezTo>
                  <a:cubicBezTo>
                    <a:pt x="160157" y="171414"/>
                    <a:pt x="160894" y="171659"/>
                    <a:pt x="161653" y="171912"/>
                  </a:cubicBezTo>
                  <a:cubicBezTo>
                    <a:pt x="161981" y="173587"/>
                    <a:pt x="161981" y="173587"/>
                    <a:pt x="162072" y="175633"/>
                  </a:cubicBezTo>
                  <a:cubicBezTo>
                    <a:pt x="162134" y="177622"/>
                    <a:pt x="162134" y="177622"/>
                    <a:pt x="162397" y="179354"/>
                  </a:cubicBezTo>
                  <a:cubicBezTo>
                    <a:pt x="162888" y="179599"/>
                    <a:pt x="163379" y="179845"/>
                    <a:pt x="163885" y="180098"/>
                  </a:cubicBezTo>
                  <a:cubicBezTo>
                    <a:pt x="164361" y="182032"/>
                    <a:pt x="164646" y="183970"/>
                    <a:pt x="164955" y="185938"/>
                  </a:cubicBezTo>
                  <a:cubicBezTo>
                    <a:pt x="165093" y="186466"/>
                    <a:pt x="165231" y="186995"/>
                    <a:pt x="165374" y="187539"/>
                  </a:cubicBezTo>
                  <a:cubicBezTo>
                    <a:pt x="165865" y="187539"/>
                    <a:pt x="166356" y="187539"/>
                    <a:pt x="166862" y="187539"/>
                  </a:cubicBezTo>
                  <a:cubicBezTo>
                    <a:pt x="166904" y="188413"/>
                    <a:pt x="166904" y="188413"/>
                    <a:pt x="166946" y="189304"/>
                  </a:cubicBezTo>
                  <a:cubicBezTo>
                    <a:pt x="167020" y="190433"/>
                    <a:pt x="167020" y="190433"/>
                    <a:pt x="167094" y="191585"/>
                  </a:cubicBezTo>
                  <a:cubicBezTo>
                    <a:pt x="167159" y="192712"/>
                    <a:pt x="167159" y="192712"/>
                    <a:pt x="167225" y="193861"/>
                  </a:cubicBezTo>
                  <a:cubicBezTo>
                    <a:pt x="167351" y="194476"/>
                    <a:pt x="167477" y="195091"/>
                    <a:pt x="167606" y="195725"/>
                  </a:cubicBezTo>
                  <a:cubicBezTo>
                    <a:pt x="168343" y="195970"/>
                    <a:pt x="169079" y="196216"/>
                    <a:pt x="169838" y="196469"/>
                  </a:cubicBezTo>
                  <a:cubicBezTo>
                    <a:pt x="170167" y="198143"/>
                    <a:pt x="170167" y="198143"/>
                    <a:pt x="170257" y="200190"/>
                  </a:cubicBezTo>
                  <a:cubicBezTo>
                    <a:pt x="170320" y="202179"/>
                    <a:pt x="170320" y="202179"/>
                    <a:pt x="170583" y="203910"/>
                  </a:cubicBezTo>
                  <a:cubicBezTo>
                    <a:pt x="171074" y="204156"/>
                    <a:pt x="171565" y="204401"/>
                    <a:pt x="172071" y="204654"/>
                  </a:cubicBezTo>
                  <a:cubicBezTo>
                    <a:pt x="172379" y="206518"/>
                    <a:pt x="172379" y="206518"/>
                    <a:pt x="172536" y="208794"/>
                  </a:cubicBezTo>
                  <a:cubicBezTo>
                    <a:pt x="172619" y="209923"/>
                    <a:pt x="172619" y="209923"/>
                    <a:pt x="172705" y="211076"/>
                  </a:cubicBezTo>
                  <a:cubicBezTo>
                    <a:pt x="172741" y="211658"/>
                    <a:pt x="172777" y="212240"/>
                    <a:pt x="172815" y="212840"/>
                  </a:cubicBezTo>
                  <a:cubicBezTo>
                    <a:pt x="173552" y="212840"/>
                    <a:pt x="174288" y="212840"/>
                    <a:pt x="175047" y="212840"/>
                  </a:cubicBezTo>
                  <a:cubicBezTo>
                    <a:pt x="175293" y="215296"/>
                    <a:pt x="175539" y="217751"/>
                    <a:pt x="175792" y="220281"/>
                  </a:cubicBezTo>
                  <a:cubicBezTo>
                    <a:pt x="176528" y="220281"/>
                    <a:pt x="177265" y="220281"/>
                    <a:pt x="178024" y="220281"/>
                  </a:cubicBezTo>
                  <a:cubicBezTo>
                    <a:pt x="178060" y="220917"/>
                    <a:pt x="178097" y="221553"/>
                    <a:pt x="178134" y="222209"/>
                  </a:cubicBezTo>
                  <a:cubicBezTo>
                    <a:pt x="178218" y="223442"/>
                    <a:pt x="178218" y="223442"/>
                    <a:pt x="178303" y="224700"/>
                  </a:cubicBezTo>
                  <a:cubicBezTo>
                    <a:pt x="178355" y="225520"/>
                    <a:pt x="178407" y="226340"/>
                    <a:pt x="178460" y="227185"/>
                  </a:cubicBezTo>
                  <a:cubicBezTo>
                    <a:pt x="178562" y="227854"/>
                    <a:pt x="178663" y="228522"/>
                    <a:pt x="178768" y="229211"/>
                  </a:cubicBezTo>
                  <a:cubicBezTo>
                    <a:pt x="179259" y="229457"/>
                    <a:pt x="179750" y="229702"/>
                    <a:pt x="180256" y="229955"/>
                  </a:cubicBezTo>
                  <a:cubicBezTo>
                    <a:pt x="180480" y="231304"/>
                    <a:pt x="180480" y="231304"/>
                    <a:pt x="180489" y="232932"/>
                  </a:cubicBezTo>
                  <a:cubicBezTo>
                    <a:pt x="180501" y="233469"/>
                    <a:pt x="180514" y="234006"/>
                    <a:pt x="180527" y="234560"/>
                  </a:cubicBezTo>
                  <a:cubicBezTo>
                    <a:pt x="180438" y="235005"/>
                    <a:pt x="180348" y="235450"/>
                    <a:pt x="180256" y="235908"/>
                  </a:cubicBezTo>
                  <a:cubicBezTo>
                    <a:pt x="177383" y="236866"/>
                    <a:pt x="174666" y="236759"/>
                    <a:pt x="171673" y="236751"/>
                  </a:cubicBezTo>
                  <a:cubicBezTo>
                    <a:pt x="171052" y="236752"/>
                    <a:pt x="170431" y="236753"/>
                    <a:pt x="169791" y="236753"/>
                  </a:cubicBezTo>
                  <a:cubicBezTo>
                    <a:pt x="168479" y="236754"/>
                    <a:pt x="167168" y="236753"/>
                    <a:pt x="165856" y="236749"/>
                  </a:cubicBezTo>
                  <a:cubicBezTo>
                    <a:pt x="163844" y="236745"/>
                    <a:pt x="161832" y="236749"/>
                    <a:pt x="159820" y="236754"/>
                  </a:cubicBezTo>
                  <a:cubicBezTo>
                    <a:pt x="158547" y="236754"/>
                    <a:pt x="157273" y="236753"/>
                    <a:pt x="155999" y="236751"/>
                  </a:cubicBezTo>
                  <a:cubicBezTo>
                    <a:pt x="155395" y="236753"/>
                    <a:pt x="154792" y="236754"/>
                    <a:pt x="154169" y="236756"/>
                  </a:cubicBezTo>
                  <a:cubicBezTo>
                    <a:pt x="149918" y="236738"/>
                    <a:pt x="149918" y="236738"/>
                    <a:pt x="148258" y="235908"/>
                  </a:cubicBezTo>
                  <a:cubicBezTo>
                    <a:pt x="147762" y="234420"/>
                    <a:pt x="147266" y="232932"/>
                    <a:pt x="146770" y="231443"/>
                  </a:cubicBezTo>
                  <a:cubicBezTo>
                    <a:pt x="146279" y="231198"/>
                    <a:pt x="145788" y="230952"/>
                    <a:pt x="145282" y="230699"/>
                  </a:cubicBezTo>
                  <a:cubicBezTo>
                    <a:pt x="145026" y="229214"/>
                    <a:pt x="145026" y="229214"/>
                    <a:pt x="144910" y="227397"/>
                  </a:cubicBezTo>
                  <a:cubicBezTo>
                    <a:pt x="144797" y="224623"/>
                    <a:pt x="144797" y="224623"/>
                    <a:pt x="143049" y="222514"/>
                  </a:cubicBezTo>
                  <a:cubicBezTo>
                    <a:pt x="142804" y="222514"/>
                    <a:pt x="142558" y="222514"/>
                    <a:pt x="142305" y="222514"/>
                  </a:cubicBezTo>
                  <a:cubicBezTo>
                    <a:pt x="142277" y="221886"/>
                    <a:pt x="142250" y="221259"/>
                    <a:pt x="142221" y="220613"/>
                  </a:cubicBezTo>
                  <a:cubicBezTo>
                    <a:pt x="142172" y="219797"/>
                    <a:pt x="142123" y="218982"/>
                    <a:pt x="142073" y="218142"/>
                  </a:cubicBezTo>
                  <a:cubicBezTo>
                    <a:pt x="142008" y="216925"/>
                    <a:pt x="142008" y="216925"/>
                    <a:pt x="141942" y="215683"/>
                  </a:cubicBezTo>
                  <a:cubicBezTo>
                    <a:pt x="141816" y="214990"/>
                    <a:pt x="141691" y="214298"/>
                    <a:pt x="141561" y="213584"/>
                  </a:cubicBezTo>
                  <a:cubicBezTo>
                    <a:pt x="140824" y="213093"/>
                    <a:pt x="140088" y="212602"/>
                    <a:pt x="139329" y="212096"/>
                  </a:cubicBezTo>
                  <a:cubicBezTo>
                    <a:pt x="139329" y="210600"/>
                    <a:pt x="139335" y="209100"/>
                    <a:pt x="139468" y="207611"/>
                  </a:cubicBezTo>
                  <a:cubicBezTo>
                    <a:pt x="139482" y="206064"/>
                    <a:pt x="139482" y="206064"/>
                    <a:pt x="138244" y="205102"/>
                  </a:cubicBezTo>
                  <a:cubicBezTo>
                    <a:pt x="136603" y="203398"/>
                    <a:pt x="136721" y="202001"/>
                    <a:pt x="136585" y="199678"/>
                  </a:cubicBezTo>
                  <a:cubicBezTo>
                    <a:pt x="136536" y="198938"/>
                    <a:pt x="136487" y="198199"/>
                    <a:pt x="136436" y="197437"/>
                  </a:cubicBezTo>
                  <a:cubicBezTo>
                    <a:pt x="136409" y="196872"/>
                    <a:pt x="136381" y="196307"/>
                    <a:pt x="136352" y="195725"/>
                  </a:cubicBezTo>
                  <a:cubicBezTo>
                    <a:pt x="135615" y="195725"/>
                    <a:pt x="134879" y="195725"/>
                    <a:pt x="134120" y="195725"/>
                  </a:cubicBezTo>
                  <a:cubicBezTo>
                    <a:pt x="134092" y="195142"/>
                    <a:pt x="134064" y="194560"/>
                    <a:pt x="134035" y="193960"/>
                  </a:cubicBezTo>
                  <a:cubicBezTo>
                    <a:pt x="133987" y="193207"/>
                    <a:pt x="133938" y="192454"/>
                    <a:pt x="133887" y="191678"/>
                  </a:cubicBezTo>
                  <a:cubicBezTo>
                    <a:pt x="133822" y="190552"/>
                    <a:pt x="133822" y="190552"/>
                    <a:pt x="133756" y="189402"/>
                  </a:cubicBezTo>
                  <a:cubicBezTo>
                    <a:pt x="133631" y="188788"/>
                    <a:pt x="133505" y="188173"/>
                    <a:pt x="133376" y="187539"/>
                  </a:cubicBezTo>
                  <a:cubicBezTo>
                    <a:pt x="132639" y="187294"/>
                    <a:pt x="131902" y="187048"/>
                    <a:pt x="131143" y="186795"/>
                  </a:cubicBezTo>
                  <a:cubicBezTo>
                    <a:pt x="130925" y="184769"/>
                    <a:pt x="130925" y="184769"/>
                    <a:pt x="131004" y="182284"/>
                  </a:cubicBezTo>
                  <a:cubicBezTo>
                    <a:pt x="131034" y="181051"/>
                    <a:pt x="131034" y="181051"/>
                    <a:pt x="131065" y="179793"/>
                  </a:cubicBezTo>
                  <a:cubicBezTo>
                    <a:pt x="131091" y="179157"/>
                    <a:pt x="131116" y="178521"/>
                    <a:pt x="131143" y="177865"/>
                  </a:cubicBezTo>
                  <a:cubicBezTo>
                    <a:pt x="130406" y="177865"/>
                    <a:pt x="129670" y="177865"/>
                    <a:pt x="128911" y="177865"/>
                  </a:cubicBezTo>
                  <a:cubicBezTo>
                    <a:pt x="128665" y="175164"/>
                    <a:pt x="128420" y="172463"/>
                    <a:pt x="128167" y="169680"/>
                  </a:cubicBezTo>
                  <a:cubicBezTo>
                    <a:pt x="127430" y="169680"/>
                    <a:pt x="126693" y="169680"/>
                    <a:pt x="125934" y="169680"/>
                  </a:cubicBezTo>
                  <a:cubicBezTo>
                    <a:pt x="125934" y="168206"/>
                    <a:pt x="125934" y="166733"/>
                    <a:pt x="125934" y="165215"/>
                  </a:cubicBezTo>
                  <a:cubicBezTo>
                    <a:pt x="101623" y="165215"/>
                    <a:pt x="77312" y="165215"/>
                    <a:pt x="52264" y="165215"/>
                  </a:cubicBezTo>
                  <a:cubicBezTo>
                    <a:pt x="52264" y="167179"/>
                    <a:pt x="52264" y="169144"/>
                    <a:pt x="52264" y="171168"/>
                  </a:cubicBezTo>
                  <a:cubicBezTo>
                    <a:pt x="51528" y="171414"/>
                    <a:pt x="50791" y="171659"/>
                    <a:pt x="50032" y="171912"/>
                  </a:cubicBezTo>
                  <a:cubicBezTo>
                    <a:pt x="49649" y="173980"/>
                    <a:pt x="49649" y="173980"/>
                    <a:pt x="49613" y="176377"/>
                  </a:cubicBezTo>
                  <a:cubicBezTo>
                    <a:pt x="49517" y="178842"/>
                    <a:pt x="49517" y="178842"/>
                    <a:pt x="49288" y="180842"/>
                  </a:cubicBezTo>
                  <a:cubicBezTo>
                    <a:pt x="48797" y="181087"/>
                    <a:pt x="48305" y="181333"/>
                    <a:pt x="47799" y="181586"/>
                  </a:cubicBezTo>
                  <a:cubicBezTo>
                    <a:pt x="47284" y="183677"/>
                    <a:pt x="47284" y="183677"/>
                    <a:pt x="46962" y="186097"/>
                  </a:cubicBezTo>
                  <a:cubicBezTo>
                    <a:pt x="46775" y="187331"/>
                    <a:pt x="46775" y="187331"/>
                    <a:pt x="46584" y="188589"/>
                  </a:cubicBezTo>
                  <a:cubicBezTo>
                    <a:pt x="46449" y="189542"/>
                    <a:pt x="46449" y="189542"/>
                    <a:pt x="46311" y="190516"/>
                  </a:cubicBezTo>
                  <a:cubicBezTo>
                    <a:pt x="45574" y="190516"/>
                    <a:pt x="44838" y="190516"/>
                    <a:pt x="44079" y="190516"/>
                  </a:cubicBezTo>
                  <a:cubicBezTo>
                    <a:pt x="44079" y="193463"/>
                    <a:pt x="44079" y="196409"/>
                    <a:pt x="44079" y="199445"/>
                  </a:cubicBezTo>
                  <a:cubicBezTo>
                    <a:pt x="43588" y="199445"/>
                    <a:pt x="43096" y="199445"/>
                    <a:pt x="42590" y="199445"/>
                  </a:cubicBezTo>
                  <a:cubicBezTo>
                    <a:pt x="41685" y="201257"/>
                    <a:pt x="41608" y="202733"/>
                    <a:pt x="41428" y="204747"/>
                  </a:cubicBezTo>
                  <a:cubicBezTo>
                    <a:pt x="41365" y="205425"/>
                    <a:pt x="41303" y="206102"/>
                    <a:pt x="41239" y="206800"/>
                  </a:cubicBezTo>
                  <a:cubicBezTo>
                    <a:pt x="41171" y="207579"/>
                    <a:pt x="41171" y="207579"/>
                    <a:pt x="41102" y="208375"/>
                  </a:cubicBezTo>
                  <a:cubicBezTo>
                    <a:pt x="40365" y="208375"/>
                    <a:pt x="39629" y="208375"/>
                    <a:pt x="38870" y="208375"/>
                  </a:cubicBezTo>
                  <a:cubicBezTo>
                    <a:pt x="38624" y="211567"/>
                    <a:pt x="38379" y="214760"/>
                    <a:pt x="38126" y="218049"/>
                  </a:cubicBezTo>
                  <a:cubicBezTo>
                    <a:pt x="37389" y="218049"/>
                    <a:pt x="36652" y="218049"/>
                    <a:pt x="35893" y="218049"/>
                  </a:cubicBezTo>
                  <a:cubicBezTo>
                    <a:pt x="35919" y="218739"/>
                    <a:pt x="35945" y="219428"/>
                    <a:pt x="35972" y="220139"/>
                  </a:cubicBezTo>
                  <a:cubicBezTo>
                    <a:pt x="36002" y="221476"/>
                    <a:pt x="36002" y="221476"/>
                    <a:pt x="36033" y="222839"/>
                  </a:cubicBezTo>
                  <a:cubicBezTo>
                    <a:pt x="36072" y="224173"/>
                    <a:pt x="36072" y="224173"/>
                    <a:pt x="36111" y="225534"/>
                  </a:cubicBezTo>
                  <a:cubicBezTo>
                    <a:pt x="36039" y="226256"/>
                    <a:pt x="35967" y="226979"/>
                    <a:pt x="35893" y="227723"/>
                  </a:cubicBezTo>
                  <a:cubicBezTo>
                    <a:pt x="35156" y="227968"/>
                    <a:pt x="34420" y="228214"/>
                    <a:pt x="33661" y="228467"/>
                  </a:cubicBezTo>
                  <a:cubicBezTo>
                    <a:pt x="33342" y="230401"/>
                    <a:pt x="33333" y="232276"/>
                    <a:pt x="33292" y="234234"/>
                  </a:cubicBezTo>
                  <a:cubicBezTo>
                    <a:pt x="33168" y="234787"/>
                    <a:pt x="33044" y="235339"/>
                    <a:pt x="32917" y="235908"/>
                  </a:cubicBezTo>
                  <a:cubicBezTo>
                    <a:pt x="30141" y="237044"/>
                    <a:pt x="27035" y="236773"/>
                    <a:pt x="24083" y="236777"/>
                  </a:cubicBezTo>
                  <a:cubicBezTo>
                    <a:pt x="23518" y="236780"/>
                    <a:pt x="22953" y="236782"/>
                    <a:pt x="22371" y="236785"/>
                  </a:cubicBezTo>
                  <a:cubicBezTo>
                    <a:pt x="21178" y="236789"/>
                    <a:pt x="19985" y="236790"/>
                    <a:pt x="18792" y="236790"/>
                  </a:cubicBezTo>
                  <a:cubicBezTo>
                    <a:pt x="16973" y="236792"/>
                    <a:pt x="15154" y="236805"/>
                    <a:pt x="13335" y="236820"/>
                  </a:cubicBezTo>
                  <a:cubicBezTo>
                    <a:pt x="12174" y="236822"/>
                    <a:pt x="11012" y="236823"/>
                    <a:pt x="9851" y="236824"/>
                  </a:cubicBezTo>
                  <a:cubicBezTo>
                    <a:pt x="9310" y="236829"/>
                    <a:pt x="8769" y="236835"/>
                    <a:pt x="8211" y="236840"/>
                  </a:cubicBezTo>
                  <a:cubicBezTo>
                    <a:pt x="5233" y="236827"/>
                    <a:pt x="2793" y="236655"/>
                    <a:pt x="174" y="235164"/>
                  </a:cubicBezTo>
                  <a:cubicBezTo>
                    <a:pt x="-58" y="233211"/>
                    <a:pt x="-58" y="233211"/>
                    <a:pt x="174" y="231443"/>
                  </a:cubicBezTo>
                  <a:cubicBezTo>
                    <a:pt x="666" y="231443"/>
                    <a:pt x="1157" y="231443"/>
                    <a:pt x="1663" y="231443"/>
                  </a:cubicBezTo>
                  <a:cubicBezTo>
                    <a:pt x="2130" y="229568"/>
                    <a:pt x="2379" y="227687"/>
                    <a:pt x="2660" y="225775"/>
                  </a:cubicBezTo>
                  <a:cubicBezTo>
                    <a:pt x="3151" y="224002"/>
                    <a:pt x="3151" y="224002"/>
                    <a:pt x="5383" y="222514"/>
                  </a:cubicBezTo>
                  <a:cubicBezTo>
                    <a:pt x="5570" y="220747"/>
                    <a:pt x="5570" y="220747"/>
                    <a:pt x="5383" y="218793"/>
                  </a:cubicBezTo>
                  <a:cubicBezTo>
                    <a:pt x="5244" y="216793"/>
                    <a:pt x="5244" y="216793"/>
                    <a:pt x="5383" y="215072"/>
                  </a:cubicBezTo>
                  <a:cubicBezTo>
                    <a:pt x="6120" y="214581"/>
                    <a:pt x="6857" y="214090"/>
                    <a:pt x="7616" y="213584"/>
                  </a:cubicBezTo>
                  <a:cubicBezTo>
                    <a:pt x="8049" y="211779"/>
                    <a:pt x="8049" y="211779"/>
                    <a:pt x="8127" y="209770"/>
                  </a:cubicBezTo>
                  <a:cubicBezTo>
                    <a:pt x="8176" y="209093"/>
                    <a:pt x="8225" y="208416"/>
                    <a:pt x="8276" y="207718"/>
                  </a:cubicBezTo>
                  <a:cubicBezTo>
                    <a:pt x="8303" y="207198"/>
                    <a:pt x="8331" y="206678"/>
                    <a:pt x="8360" y="206143"/>
                  </a:cubicBezTo>
                  <a:cubicBezTo>
                    <a:pt x="9097" y="206143"/>
                    <a:pt x="9833" y="206143"/>
                    <a:pt x="10592" y="206143"/>
                  </a:cubicBezTo>
                  <a:cubicBezTo>
                    <a:pt x="10838" y="202950"/>
                    <a:pt x="11084" y="199758"/>
                    <a:pt x="11337" y="196469"/>
                  </a:cubicBezTo>
                  <a:cubicBezTo>
                    <a:pt x="11828" y="196469"/>
                    <a:pt x="12319" y="196469"/>
                    <a:pt x="12825" y="196469"/>
                  </a:cubicBezTo>
                  <a:cubicBezTo>
                    <a:pt x="13288" y="194776"/>
                    <a:pt x="13288" y="194776"/>
                    <a:pt x="13569" y="192748"/>
                  </a:cubicBezTo>
                  <a:cubicBezTo>
                    <a:pt x="13895" y="190702"/>
                    <a:pt x="13895" y="190702"/>
                    <a:pt x="14313" y="189027"/>
                  </a:cubicBezTo>
                  <a:cubicBezTo>
                    <a:pt x="14804" y="188782"/>
                    <a:pt x="15295" y="188536"/>
                    <a:pt x="15801" y="188283"/>
                  </a:cubicBezTo>
                  <a:cubicBezTo>
                    <a:pt x="16067" y="185972"/>
                    <a:pt x="16132" y="183678"/>
                    <a:pt x="16217" y="181354"/>
                  </a:cubicBezTo>
                  <a:cubicBezTo>
                    <a:pt x="16325" y="180694"/>
                    <a:pt x="16434" y="180034"/>
                    <a:pt x="16546" y="179354"/>
                  </a:cubicBezTo>
                  <a:cubicBezTo>
                    <a:pt x="17282" y="179108"/>
                    <a:pt x="18019" y="178862"/>
                    <a:pt x="18778" y="178609"/>
                  </a:cubicBezTo>
                  <a:cubicBezTo>
                    <a:pt x="19215" y="177034"/>
                    <a:pt x="19215" y="177034"/>
                    <a:pt x="19290" y="175214"/>
                  </a:cubicBezTo>
                  <a:cubicBezTo>
                    <a:pt x="19338" y="174599"/>
                    <a:pt x="19387" y="173985"/>
                    <a:pt x="19438" y="173351"/>
                  </a:cubicBezTo>
                  <a:cubicBezTo>
                    <a:pt x="19466" y="172876"/>
                    <a:pt x="19493" y="172401"/>
                    <a:pt x="19522" y="171912"/>
                  </a:cubicBezTo>
                  <a:cubicBezTo>
                    <a:pt x="20259" y="171912"/>
                    <a:pt x="20995" y="171912"/>
                    <a:pt x="21754" y="171912"/>
                  </a:cubicBezTo>
                  <a:cubicBezTo>
                    <a:pt x="21746" y="171339"/>
                    <a:pt x="21737" y="170765"/>
                    <a:pt x="21728" y="170174"/>
                  </a:cubicBezTo>
                  <a:cubicBezTo>
                    <a:pt x="21722" y="169428"/>
                    <a:pt x="21715" y="168681"/>
                    <a:pt x="21708" y="167912"/>
                  </a:cubicBezTo>
                  <a:cubicBezTo>
                    <a:pt x="21699" y="167170"/>
                    <a:pt x="21691" y="166428"/>
                    <a:pt x="21682" y="165663"/>
                  </a:cubicBezTo>
                  <a:cubicBezTo>
                    <a:pt x="21754" y="163727"/>
                    <a:pt x="21754" y="163727"/>
                    <a:pt x="22499" y="162238"/>
                  </a:cubicBezTo>
                  <a:cubicBezTo>
                    <a:pt x="23235" y="162238"/>
                    <a:pt x="23972" y="162238"/>
                    <a:pt x="24731" y="162238"/>
                  </a:cubicBezTo>
                  <a:cubicBezTo>
                    <a:pt x="24731" y="159292"/>
                    <a:pt x="24731" y="156345"/>
                    <a:pt x="24731" y="153309"/>
                  </a:cubicBezTo>
                  <a:cubicBezTo>
                    <a:pt x="25468" y="153554"/>
                    <a:pt x="26204" y="153800"/>
                    <a:pt x="26963" y="154053"/>
                  </a:cubicBezTo>
                  <a:cubicBezTo>
                    <a:pt x="26991" y="153417"/>
                    <a:pt x="27019" y="152781"/>
                    <a:pt x="27048" y="152126"/>
                  </a:cubicBezTo>
                  <a:cubicBezTo>
                    <a:pt x="27121" y="150893"/>
                    <a:pt x="27121" y="150893"/>
                    <a:pt x="27196" y="149635"/>
                  </a:cubicBezTo>
                  <a:cubicBezTo>
                    <a:pt x="27261" y="148404"/>
                    <a:pt x="27261" y="148404"/>
                    <a:pt x="27327" y="147149"/>
                  </a:cubicBezTo>
                  <a:cubicBezTo>
                    <a:pt x="27452" y="146481"/>
                    <a:pt x="27578" y="145812"/>
                    <a:pt x="27708" y="145123"/>
                  </a:cubicBezTo>
                  <a:cubicBezTo>
                    <a:pt x="28444" y="144878"/>
                    <a:pt x="29181" y="144632"/>
                    <a:pt x="29940" y="144379"/>
                  </a:cubicBezTo>
                  <a:cubicBezTo>
                    <a:pt x="30322" y="142482"/>
                    <a:pt x="30322" y="142482"/>
                    <a:pt x="30359" y="140286"/>
                  </a:cubicBezTo>
                  <a:cubicBezTo>
                    <a:pt x="30455" y="138031"/>
                    <a:pt x="30455" y="138031"/>
                    <a:pt x="30684" y="136193"/>
                  </a:cubicBezTo>
                  <a:cubicBezTo>
                    <a:pt x="31175" y="135948"/>
                    <a:pt x="31666" y="135702"/>
                    <a:pt x="32172" y="135449"/>
                  </a:cubicBezTo>
                  <a:cubicBezTo>
                    <a:pt x="32437" y="133332"/>
                    <a:pt x="32503" y="131232"/>
                    <a:pt x="32588" y="129101"/>
                  </a:cubicBezTo>
                  <a:cubicBezTo>
                    <a:pt x="32697" y="128495"/>
                    <a:pt x="32805" y="127888"/>
                    <a:pt x="32917" y="127264"/>
                  </a:cubicBezTo>
                  <a:cubicBezTo>
                    <a:pt x="33653" y="127018"/>
                    <a:pt x="34390" y="126773"/>
                    <a:pt x="35149" y="126520"/>
                  </a:cubicBezTo>
                  <a:cubicBezTo>
                    <a:pt x="35588" y="124601"/>
                    <a:pt x="35588" y="124601"/>
                    <a:pt x="35661" y="122380"/>
                  </a:cubicBezTo>
                  <a:cubicBezTo>
                    <a:pt x="35710" y="121627"/>
                    <a:pt x="35758" y="120874"/>
                    <a:pt x="35809" y="120099"/>
                  </a:cubicBezTo>
                  <a:cubicBezTo>
                    <a:pt x="35851" y="119225"/>
                    <a:pt x="35851" y="119225"/>
                    <a:pt x="35893" y="118334"/>
                  </a:cubicBezTo>
                  <a:cubicBezTo>
                    <a:pt x="36630" y="118334"/>
                    <a:pt x="37367" y="118334"/>
                    <a:pt x="38126" y="118334"/>
                  </a:cubicBezTo>
                  <a:cubicBezTo>
                    <a:pt x="38371" y="115633"/>
                    <a:pt x="38617" y="112932"/>
                    <a:pt x="38870" y="110149"/>
                  </a:cubicBezTo>
                  <a:cubicBezTo>
                    <a:pt x="39606" y="110149"/>
                    <a:pt x="40343" y="110149"/>
                    <a:pt x="41102" y="110149"/>
                  </a:cubicBezTo>
                  <a:cubicBezTo>
                    <a:pt x="41063" y="109195"/>
                    <a:pt x="41063" y="109195"/>
                    <a:pt x="41024" y="108221"/>
                  </a:cubicBezTo>
                  <a:cubicBezTo>
                    <a:pt x="41004" y="107399"/>
                    <a:pt x="40983" y="106577"/>
                    <a:pt x="40963" y="105730"/>
                  </a:cubicBezTo>
                  <a:cubicBezTo>
                    <a:pt x="40924" y="104500"/>
                    <a:pt x="40924" y="104500"/>
                    <a:pt x="40884" y="103245"/>
                  </a:cubicBezTo>
                  <a:cubicBezTo>
                    <a:pt x="40956" y="102576"/>
                    <a:pt x="41028" y="101908"/>
                    <a:pt x="41102" y="101219"/>
                  </a:cubicBezTo>
                  <a:cubicBezTo>
                    <a:pt x="41839" y="100973"/>
                    <a:pt x="42576" y="100728"/>
                    <a:pt x="43335" y="100475"/>
                  </a:cubicBezTo>
                  <a:cubicBezTo>
                    <a:pt x="43772" y="98727"/>
                    <a:pt x="43772" y="98727"/>
                    <a:pt x="43846" y="96708"/>
                  </a:cubicBezTo>
                  <a:cubicBezTo>
                    <a:pt x="43895" y="96024"/>
                    <a:pt x="43944" y="95340"/>
                    <a:pt x="43994" y="94635"/>
                  </a:cubicBezTo>
                  <a:cubicBezTo>
                    <a:pt x="44022" y="94106"/>
                    <a:pt x="44050" y="93578"/>
                    <a:pt x="44079" y="93033"/>
                  </a:cubicBezTo>
                  <a:cubicBezTo>
                    <a:pt x="44570" y="93033"/>
                    <a:pt x="45061" y="93033"/>
                    <a:pt x="45567" y="93033"/>
                  </a:cubicBezTo>
                  <a:cubicBezTo>
                    <a:pt x="45702" y="92079"/>
                    <a:pt x="45702" y="92079"/>
                    <a:pt x="45840" y="91106"/>
                  </a:cubicBezTo>
                  <a:cubicBezTo>
                    <a:pt x="45965" y="90284"/>
                    <a:pt x="46090" y="89462"/>
                    <a:pt x="46218" y="88615"/>
                  </a:cubicBezTo>
                  <a:cubicBezTo>
                    <a:pt x="46339" y="87795"/>
                    <a:pt x="46460" y="86975"/>
                    <a:pt x="46584" y="86130"/>
                  </a:cubicBezTo>
                  <a:cubicBezTo>
                    <a:pt x="46740" y="85461"/>
                    <a:pt x="46895" y="84792"/>
                    <a:pt x="47055" y="84104"/>
                  </a:cubicBezTo>
                  <a:cubicBezTo>
                    <a:pt x="47546" y="83858"/>
                    <a:pt x="48038" y="83613"/>
                    <a:pt x="48544" y="83360"/>
                  </a:cubicBezTo>
                  <a:cubicBezTo>
                    <a:pt x="48892" y="81435"/>
                    <a:pt x="48892" y="81435"/>
                    <a:pt x="49009" y="79220"/>
                  </a:cubicBezTo>
                  <a:cubicBezTo>
                    <a:pt x="49064" y="78467"/>
                    <a:pt x="49120" y="77714"/>
                    <a:pt x="49177" y="76938"/>
                  </a:cubicBezTo>
                  <a:cubicBezTo>
                    <a:pt x="49232" y="76065"/>
                    <a:pt x="49232" y="76065"/>
                    <a:pt x="49288" y="75174"/>
                  </a:cubicBezTo>
                  <a:cubicBezTo>
                    <a:pt x="50024" y="75174"/>
                    <a:pt x="50761" y="75174"/>
                    <a:pt x="51520" y="75174"/>
                  </a:cubicBezTo>
                  <a:cubicBezTo>
                    <a:pt x="51548" y="74538"/>
                    <a:pt x="51576" y="73902"/>
                    <a:pt x="51604" y="73247"/>
                  </a:cubicBezTo>
                  <a:cubicBezTo>
                    <a:pt x="51653" y="72425"/>
                    <a:pt x="51702" y="71603"/>
                    <a:pt x="51753" y="70756"/>
                  </a:cubicBezTo>
                  <a:cubicBezTo>
                    <a:pt x="51796" y="69935"/>
                    <a:pt x="51839" y="69115"/>
                    <a:pt x="51883" y="68270"/>
                  </a:cubicBezTo>
                  <a:cubicBezTo>
                    <a:pt x="52072" y="67267"/>
                    <a:pt x="52072" y="67267"/>
                    <a:pt x="52264" y="66244"/>
                  </a:cubicBezTo>
                  <a:cubicBezTo>
                    <a:pt x="53001" y="65999"/>
                    <a:pt x="53738" y="65753"/>
                    <a:pt x="54497" y="65500"/>
                  </a:cubicBezTo>
                  <a:cubicBezTo>
                    <a:pt x="54879" y="63603"/>
                    <a:pt x="54879" y="63603"/>
                    <a:pt x="54915" y="61407"/>
                  </a:cubicBezTo>
                  <a:cubicBezTo>
                    <a:pt x="55011" y="59152"/>
                    <a:pt x="55011" y="59152"/>
                    <a:pt x="55241" y="57315"/>
                  </a:cubicBezTo>
                  <a:cubicBezTo>
                    <a:pt x="55732" y="57069"/>
                    <a:pt x="56223" y="56823"/>
                    <a:pt x="56729" y="56570"/>
                  </a:cubicBezTo>
                  <a:cubicBezTo>
                    <a:pt x="57078" y="54646"/>
                    <a:pt x="57078" y="54646"/>
                    <a:pt x="57194" y="52431"/>
                  </a:cubicBezTo>
                  <a:cubicBezTo>
                    <a:pt x="57250" y="51678"/>
                    <a:pt x="57305" y="50925"/>
                    <a:pt x="57363" y="50149"/>
                  </a:cubicBezTo>
                  <a:cubicBezTo>
                    <a:pt x="57417" y="49276"/>
                    <a:pt x="57417" y="49276"/>
                    <a:pt x="57473" y="48385"/>
                  </a:cubicBezTo>
                  <a:cubicBezTo>
                    <a:pt x="58578" y="48753"/>
                    <a:pt x="58578" y="48753"/>
                    <a:pt x="59706" y="49129"/>
                  </a:cubicBezTo>
                  <a:cubicBezTo>
                    <a:pt x="59951" y="45937"/>
                    <a:pt x="60197" y="42744"/>
                    <a:pt x="60450" y="39455"/>
                  </a:cubicBezTo>
                  <a:cubicBezTo>
                    <a:pt x="61187" y="39455"/>
                    <a:pt x="61923" y="39455"/>
                    <a:pt x="62682" y="39455"/>
                  </a:cubicBezTo>
                  <a:cubicBezTo>
                    <a:pt x="62737" y="38662"/>
                    <a:pt x="62737" y="38662"/>
                    <a:pt x="62793" y="37854"/>
                  </a:cubicBezTo>
                  <a:cubicBezTo>
                    <a:pt x="62848" y="37170"/>
                    <a:pt x="62904" y="36486"/>
                    <a:pt x="62961" y="35781"/>
                  </a:cubicBezTo>
                  <a:cubicBezTo>
                    <a:pt x="63039" y="34758"/>
                    <a:pt x="63039" y="34758"/>
                    <a:pt x="63118" y="33714"/>
                  </a:cubicBezTo>
                  <a:cubicBezTo>
                    <a:pt x="63271" y="32873"/>
                    <a:pt x="63271" y="32873"/>
                    <a:pt x="63426" y="32014"/>
                  </a:cubicBezTo>
                  <a:cubicBezTo>
                    <a:pt x="63917" y="31768"/>
                    <a:pt x="64409" y="31523"/>
                    <a:pt x="64915" y="31270"/>
                  </a:cubicBezTo>
                  <a:cubicBezTo>
                    <a:pt x="65180" y="28959"/>
                    <a:pt x="65245" y="26664"/>
                    <a:pt x="65330" y="24340"/>
                  </a:cubicBezTo>
                  <a:cubicBezTo>
                    <a:pt x="65493" y="23350"/>
                    <a:pt x="65493" y="23350"/>
                    <a:pt x="65659" y="22340"/>
                  </a:cubicBezTo>
                  <a:cubicBezTo>
                    <a:pt x="66395" y="22094"/>
                    <a:pt x="67132" y="21849"/>
                    <a:pt x="67891" y="21596"/>
                  </a:cubicBezTo>
                  <a:cubicBezTo>
                    <a:pt x="68328" y="20020"/>
                    <a:pt x="68328" y="20020"/>
                    <a:pt x="68403" y="18201"/>
                  </a:cubicBezTo>
                  <a:cubicBezTo>
                    <a:pt x="68452" y="17586"/>
                    <a:pt x="68501" y="16971"/>
                    <a:pt x="68551" y="16337"/>
                  </a:cubicBezTo>
                  <a:cubicBezTo>
                    <a:pt x="68579" y="15863"/>
                    <a:pt x="68607" y="15388"/>
                    <a:pt x="68635" y="14899"/>
                  </a:cubicBezTo>
                  <a:cubicBezTo>
                    <a:pt x="69372" y="14899"/>
                    <a:pt x="70109" y="14899"/>
                    <a:pt x="70868" y="14899"/>
                  </a:cubicBezTo>
                  <a:cubicBezTo>
                    <a:pt x="71236" y="10110"/>
                    <a:pt x="71236" y="10110"/>
                    <a:pt x="71612" y="5225"/>
                  </a:cubicBezTo>
                  <a:cubicBezTo>
                    <a:pt x="72349" y="5225"/>
                    <a:pt x="73085" y="5225"/>
                    <a:pt x="73844" y="5225"/>
                  </a:cubicBezTo>
                  <a:cubicBezTo>
                    <a:pt x="74090" y="3751"/>
                    <a:pt x="74335" y="2278"/>
                    <a:pt x="74588" y="760"/>
                  </a:cubicBezTo>
                  <a:cubicBezTo>
                    <a:pt x="78694" y="595"/>
                    <a:pt x="82798" y="473"/>
                    <a:pt x="86906" y="392"/>
                  </a:cubicBezTo>
                  <a:cubicBezTo>
                    <a:pt x="88304" y="358"/>
                    <a:pt x="89701" y="313"/>
                    <a:pt x="91098" y="255"/>
                  </a:cubicBezTo>
                  <a:cubicBezTo>
                    <a:pt x="93105" y="174"/>
                    <a:pt x="95108" y="136"/>
                    <a:pt x="97116" y="106"/>
                  </a:cubicBezTo>
                  <a:cubicBezTo>
                    <a:pt x="97743" y="71"/>
                    <a:pt x="98370" y="37"/>
                    <a:pt x="99017" y="1"/>
                  </a:cubicBezTo>
                  <a:close/>
                </a:path>
              </a:pathLst>
            </a:custGeom>
            <a:grpFill/>
            <a:ln w="744" cap="flat">
              <a:noFill/>
              <a:prstDash val="solid"/>
              <a:miter/>
            </a:ln>
          </p:spPr>
          <p:txBody>
            <a:bodyPr rtlCol="0" anchor="ctr"/>
            <a:lstStyle/>
            <a:p>
              <a:endParaRPr lang="zh-CN" altLang="en-US"/>
            </a:p>
          </p:txBody>
        </p:sp>
        <p:sp>
          <p:nvSpPr>
            <p:cNvPr id="185" name="任意多边形: 形状 184"/>
            <p:cNvSpPr/>
            <p:nvPr/>
          </p:nvSpPr>
          <p:spPr>
            <a:xfrm>
              <a:off x="9992661" y="1392833"/>
              <a:ext cx="145934" cy="236243"/>
            </a:xfrm>
            <a:custGeom>
              <a:avLst/>
              <a:gdLst>
                <a:gd name="connsiteX0" fmla="*/ 18764 w 145935"/>
                <a:gd name="connsiteY0" fmla="*/ 1556 h 236236"/>
                <a:gd name="connsiteX1" fmla="*/ 20398 w 145935"/>
                <a:gd name="connsiteY1" fmla="*/ 1563 h 236236"/>
                <a:gd name="connsiteX2" fmla="*/ 22122 w 145935"/>
                <a:gd name="connsiteY2" fmla="*/ 1561 h 236236"/>
                <a:gd name="connsiteX3" fmla="*/ 27884 w 145935"/>
                <a:gd name="connsiteY3" fmla="*/ 1568 h 236236"/>
                <a:gd name="connsiteX4" fmla="*/ 31997 w 145935"/>
                <a:gd name="connsiteY4" fmla="*/ 1568 h 236236"/>
                <a:gd name="connsiteX5" fmla="*/ 43201 w 145935"/>
                <a:gd name="connsiteY5" fmla="*/ 1577 h 236236"/>
                <a:gd name="connsiteX6" fmla="*/ 54895 w 145935"/>
                <a:gd name="connsiteY6" fmla="*/ 1583 h 236236"/>
                <a:gd name="connsiteX7" fmla="*/ 77056 w 145935"/>
                <a:gd name="connsiteY7" fmla="*/ 1599 h 236236"/>
                <a:gd name="connsiteX8" fmla="*/ 102279 w 145935"/>
                <a:gd name="connsiteY8" fmla="*/ 1615 h 236236"/>
                <a:gd name="connsiteX9" fmla="*/ 154180 w 145935"/>
                <a:gd name="connsiteY9" fmla="*/ 1652 h 236236"/>
                <a:gd name="connsiteX10" fmla="*/ 154221 w 145935"/>
                <a:gd name="connsiteY10" fmla="*/ 14329 h 236236"/>
                <a:gd name="connsiteX11" fmla="*/ 154236 w 145935"/>
                <a:gd name="connsiteY11" fmla="*/ 18645 h 236236"/>
                <a:gd name="connsiteX12" fmla="*/ 154253 w 145935"/>
                <a:gd name="connsiteY12" fmla="*/ 24834 h 236236"/>
                <a:gd name="connsiteX13" fmla="*/ 154264 w 145935"/>
                <a:gd name="connsiteY13" fmla="*/ 26796 h 236236"/>
                <a:gd name="connsiteX14" fmla="*/ 154180 w 145935"/>
                <a:gd name="connsiteY14" fmla="*/ 31418 h 236236"/>
                <a:gd name="connsiteX15" fmla="*/ 151636 w 145935"/>
                <a:gd name="connsiteY15" fmla="*/ 32254 h 236236"/>
                <a:gd name="connsiteX16" fmla="*/ 149194 w 145935"/>
                <a:gd name="connsiteY16" fmla="*/ 32252 h 236236"/>
                <a:gd name="connsiteX17" fmla="*/ 146401 w 145935"/>
                <a:gd name="connsiteY17" fmla="*/ 32255 h 236236"/>
                <a:gd name="connsiteX18" fmla="*/ 143310 w 145935"/>
                <a:gd name="connsiteY18" fmla="*/ 32247 h 236236"/>
                <a:gd name="connsiteX19" fmla="*/ 140077 w 145935"/>
                <a:gd name="connsiteY19" fmla="*/ 32247 h 236236"/>
                <a:gd name="connsiteX20" fmla="*/ 131272 w 145935"/>
                <a:gd name="connsiteY20" fmla="*/ 32238 h 236236"/>
                <a:gd name="connsiteX21" fmla="*/ 122080 w 145935"/>
                <a:gd name="connsiteY21" fmla="*/ 32232 h 236236"/>
                <a:gd name="connsiteX22" fmla="*/ 104663 w 145935"/>
                <a:gd name="connsiteY22" fmla="*/ 32216 h 236236"/>
                <a:gd name="connsiteX23" fmla="*/ 84838 w 145935"/>
                <a:gd name="connsiteY23" fmla="*/ 32200 h 236236"/>
                <a:gd name="connsiteX24" fmla="*/ 44047 w 145935"/>
                <a:gd name="connsiteY24" fmla="*/ 32162 h 236236"/>
                <a:gd name="connsiteX25" fmla="*/ 44414 w 145935"/>
                <a:gd name="connsiteY25" fmla="*/ 33481 h 236236"/>
                <a:gd name="connsiteX26" fmla="*/ 44888 w 145935"/>
                <a:gd name="connsiteY26" fmla="*/ 41167 h 236236"/>
                <a:gd name="connsiteX27" fmla="*/ 44892 w 145935"/>
                <a:gd name="connsiteY27" fmla="*/ 43002 h 236236"/>
                <a:gd name="connsiteX28" fmla="*/ 44890 w 145935"/>
                <a:gd name="connsiteY28" fmla="*/ 48998 h 236236"/>
                <a:gd name="connsiteX29" fmla="*/ 44892 w 145935"/>
                <a:gd name="connsiteY29" fmla="*/ 53169 h 236236"/>
                <a:gd name="connsiteX30" fmla="*/ 44888 w 145935"/>
                <a:gd name="connsiteY30" fmla="*/ 61906 h 236236"/>
                <a:gd name="connsiteX31" fmla="*/ 44891 w 145935"/>
                <a:gd name="connsiteY31" fmla="*/ 73106 h 236236"/>
                <a:gd name="connsiteX32" fmla="*/ 44891 w 145935"/>
                <a:gd name="connsiteY32" fmla="*/ 81717 h 236236"/>
                <a:gd name="connsiteX33" fmla="*/ 44893 w 145935"/>
                <a:gd name="connsiteY33" fmla="*/ 85847 h 236236"/>
                <a:gd name="connsiteX34" fmla="*/ 44888 w 145935"/>
                <a:gd name="connsiteY34" fmla="*/ 91618 h 236236"/>
                <a:gd name="connsiteX35" fmla="*/ 44892 w 145935"/>
                <a:gd name="connsiteY35" fmla="*/ 93342 h 236236"/>
                <a:gd name="connsiteX36" fmla="*/ 44047 w 145935"/>
                <a:gd name="connsiteY36" fmla="*/ 100623 h 236236"/>
                <a:gd name="connsiteX37" fmla="*/ 45647 w 145935"/>
                <a:gd name="connsiteY37" fmla="*/ 100621 h 236236"/>
                <a:gd name="connsiteX38" fmla="*/ 84138 w 145935"/>
                <a:gd name="connsiteY38" fmla="*/ 100585 h 236236"/>
                <a:gd name="connsiteX39" fmla="*/ 102752 w 145935"/>
                <a:gd name="connsiteY39" fmla="*/ 100567 h 236236"/>
                <a:gd name="connsiteX40" fmla="*/ 118971 w 145935"/>
                <a:gd name="connsiteY40" fmla="*/ 100553 h 236236"/>
                <a:gd name="connsiteX41" fmla="*/ 127563 w 145935"/>
                <a:gd name="connsiteY41" fmla="*/ 100544 h 236236"/>
                <a:gd name="connsiteX42" fmla="*/ 135644 w 145935"/>
                <a:gd name="connsiteY42" fmla="*/ 100539 h 236236"/>
                <a:gd name="connsiteX43" fmla="*/ 140037 w 145935"/>
                <a:gd name="connsiteY43" fmla="*/ 100531 h 236236"/>
                <a:gd name="connsiteX44" fmla="*/ 142661 w 145935"/>
                <a:gd name="connsiteY44" fmla="*/ 100534 h 236236"/>
                <a:gd name="connsiteX45" fmla="*/ 144952 w 145935"/>
                <a:gd name="connsiteY45" fmla="*/ 100532 h 236236"/>
                <a:gd name="connsiteX46" fmla="*/ 148227 w 145935"/>
                <a:gd name="connsiteY46" fmla="*/ 101367 h 236236"/>
                <a:gd name="connsiteX47" fmla="*/ 148425 w 145935"/>
                <a:gd name="connsiteY47" fmla="*/ 107762 h 236236"/>
                <a:gd name="connsiteX48" fmla="*/ 148429 w 145935"/>
                <a:gd name="connsiteY48" fmla="*/ 109706 h 236236"/>
                <a:gd name="connsiteX49" fmla="*/ 148421 w 145935"/>
                <a:gd name="connsiteY49" fmla="*/ 113782 h 236236"/>
                <a:gd name="connsiteX50" fmla="*/ 148431 w 145935"/>
                <a:gd name="connsiteY50" fmla="*/ 120043 h 236236"/>
                <a:gd name="connsiteX51" fmla="*/ 148425 w 145935"/>
                <a:gd name="connsiteY51" fmla="*/ 123994 h 236236"/>
                <a:gd name="connsiteX52" fmla="*/ 148434 w 145935"/>
                <a:gd name="connsiteY52" fmla="*/ 125899 h 236236"/>
                <a:gd name="connsiteX53" fmla="*/ 148227 w 145935"/>
                <a:gd name="connsiteY53" fmla="*/ 130389 h 236236"/>
                <a:gd name="connsiteX54" fmla="*/ 142661 w 145935"/>
                <a:gd name="connsiteY54" fmla="*/ 131222 h 236236"/>
                <a:gd name="connsiteX55" fmla="*/ 140037 w 145935"/>
                <a:gd name="connsiteY55" fmla="*/ 131225 h 236236"/>
                <a:gd name="connsiteX56" fmla="*/ 137143 w 145935"/>
                <a:gd name="connsiteY56" fmla="*/ 131217 h 236236"/>
                <a:gd name="connsiteX57" fmla="*/ 134107 w 145935"/>
                <a:gd name="connsiteY57" fmla="*/ 131218 h 236236"/>
                <a:gd name="connsiteX58" fmla="*/ 125851 w 145935"/>
                <a:gd name="connsiteY58" fmla="*/ 131208 h 236236"/>
                <a:gd name="connsiteX59" fmla="*/ 117229 w 145935"/>
                <a:gd name="connsiteY59" fmla="*/ 131202 h 236236"/>
                <a:gd name="connsiteX60" fmla="*/ 100895 w 145935"/>
                <a:gd name="connsiteY60" fmla="*/ 131186 h 236236"/>
                <a:gd name="connsiteX61" fmla="*/ 82301 w 145935"/>
                <a:gd name="connsiteY61" fmla="*/ 131170 h 236236"/>
                <a:gd name="connsiteX62" fmla="*/ 44047 w 145935"/>
                <a:gd name="connsiteY62" fmla="*/ 131133 h 236236"/>
                <a:gd name="connsiteX63" fmla="*/ 44414 w 145935"/>
                <a:gd name="connsiteY63" fmla="*/ 132434 h 236236"/>
                <a:gd name="connsiteX64" fmla="*/ 44886 w 145935"/>
                <a:gd name="connsiteY64" fmla="*/ 137108 h 236236"/>
                <a:gd name="connsiteX65" fmla="*/ 44892 w 145935"/>
                <a:gd name="connsiteY65" fmla="*/ 138894 h 236236"/>
                <a:gd name="connsiteX66" fmla="*/ 44888 w 145935"/>
                <a:gd name="connsiteY66" fmla="*/ 140833 h 236236"/>
                <a:gd name="connsiteX67" fmla="*/ 44892 w 145935"/>
                <a:gd name="connsiteY67" fmla="*/ 142891 h 236236"/>
                <a:gd name="connsiteX68" fmla="*/ 44890 w 145935"/>
                <a:gd name="connsiteY68" fmla="*/ 149623 h 236236"/>
                <a:gd name="connsiteX69" fmla="*/ 44892 w 145935"/>
                <a:gd name="connsiteY69" fmla="*/ 154299 h 236236"/>
                <a:gd name="connsiteX70" fmla="*/ 44888 w 145935"/>
                <a:gd name="connsiteY70" fmla="*/ 164097 h 236236"/>
                <a:gd name="connsiteX71" fmla="*/ 44891 w 145935"/>
                <a:gd name="connsiteY71" fmla="*/ 176669 h 236236"/>
                <a:gd name="connsiteX72" fmla="*/ 44891 w 145935"/>
                <a:gd name="connsiteY72" fmla="*/ 186323 h 236236"/>
                <a:gd name="connsiteX73" fmla="*/ 44893 w 145935"/>
                <a:gd name="connsiteY73" fmla="*/ 190959 h 236236"/>
                <a:gd name="connsiteX74" fmla="*/ 44888 w 145935"/>
                <a:gd name="connsiteY74" fmla="*/ 197431 h 236236"/>
                <a:gd name="connsiteX75" fmla="*/ 44892 w 145935"/>
                <a:gd name="connsiteY75" fmla="*/ 199375 h 236236"/>
                <a:gd name="connsiteX76" fmla="*/ 44047 w 145935"/>
                <a:gd name="connsiteY76" fmla="*/ 206291 h 236236"/>
                <a:gd name="connsiteX77" fmla="*/ 45835 w 145935"/>
                <a:gd name="connsiteY77" fmla="*/ 206289 h 236236"/>
                <a:gd name="connsiteX78" fmla="*/ 88834 w 145935"/>
                <a:gd name="connsiteY78" fmla="*/ 206253 h 236236"/>
                <a:gd name="connsiteX79" fmla="*/ 109627 w 145935"/>
                <a:gd name="connsiteY79" fmla="*/ 206235 h 236236"/>
                <a:gd name="connsiteX80" fmla="*/ 127744 w 145935"/>
                <a:gd name="connsiteY80" fmla="*/ 206221 h 236236"/>
                <a:gd name="connsiteX81" fmla="*/ 137343 w 145935"/>
                <a:gd name="connsiteY81" fmla="*/ 206212 h 236236"/>
                <a:gd name="connsiteX82" fmla="*/ 146367 w 145935"/>
                <a:gd name="connsiteY82" fmla="*/ 206207 h 236236"/>
                <a:gd name="connsiteX83" fmla="*/ 149689 w 145935"/>
                <a:gd name="connsiteY83" fmla="*/ 206202 h 236236"/>
                <a:gd name="connsiteX84" fmla="*/ 154205 w 145935"/>
                <a:gd name="connsiteY84" fmla="*/ 206202 h 236236"/>
                <a:gd name="connsiteX85" fmla="*/ 156764 w 145935"/>
                <a:gd name="connsiteY85" fmla="*/ 206200 h 236236"/>
                <a:gd name="connsiteX86" fmla="*/ 159389 w 145935"/>
                <a:gd name="connsiteY86" fmla="*/ 207035 h 236236"/>
                <a:gd name="connsiteX87" fmla="*/ 159650 w 145935"/>
                <a:gd name="connsiteY87" fmla="*/ 219768 h 236236"/>
                <a:gd name="connsiteX88" fmla="*/ 159711 w 145935"/>
                <a:gd name="connsiteY88" fmla="*/ 224068 h 236236"/>
                <a:gd name="connsiteX89" fmla="*/ 159779 w 145935"/>
                <a:gd name="connsiteY89" fmla="*/ 230243 h 236236"/>
                <a:gd name="connsiteX90" fmla="*/ 159830 w 145935"/>
                <a:gd name="connsiteY90" fmla="*/ 232197 h 236236"/>
                <a:gd name="connsiteX91" fmla="*/ 159389 w 145935"/>
                <a:gd name="connsiteY91" fmla="*/ 236801 h 236236"/>
                <a:gd name="connsiteX92" fmla="*/ 149986 w 145935"/>
                <a:gd name="connsiteY92" fmla="*/ 237644 h 236236"/>
                <a:gd name="connsiteX93" fmla="*/ 148270 w 145935"/>
                <a:gd name="connsiteY93" fmla="*/ 237650 h 236236"/>
                <a:gd name="connsiteX94" fmla="*/ 142588 w 145935"/>
                <a:gd name="connsiteY94" fmla="*/ 237653 h 236236"/>
                <a:gd name="connsiteX95" fmla="*/ 138510 w 145935"/>
                <a:gd name="connsiteY95" fmla="*/ 237661 h 236236"/>
                <a:gd name="connsiteX96" fmla="*/ 127440 w 145935"/>
                <a:gd name="connsiteY96" fmla="*/ 237669 h 236236"/>
                <a:gd name="connsiteX97" fmla="*/ 118203 w 145935"/>
                <a:gd name="connsiteY97" fmla="*/ 237676 h 236236"/>
                <a:gd name="connsiteX98" fmla="*/ 96416 w 145935"/>
                <a:gd name="connsiteY98" fmla="*/ 237683 h 236236"/>
                <a:gd name="connsiteX99" fmla="*/ 73926 w 145935"/>
                <a:gd name="connsiteY99" fmla="*/ 237702 h 236236"/>
                <a:gd name="connsiteX100" fmla="*/ 54624 w 145935"/>
                <a:gd name="connsiteY100" fmla="*/ 237715 h 236236"/>
                <a:gd name="connsiteX101" fmla="*/ 43092 w 145935"/>
                <a:gd name="connsiteY101" fmla="*/ 237725 h 236236"/>
                <a:gd name="connsiteX102" fmla="*/ 32254 w 145935"/>
                <a:gd name="connsiteY102" fmla="*/ 237727 h 236236"/>
                <a:gd name="connsiteX103" fmla="*/ 28273 w 145935"/>
                <a:gd name="connsiteY103" fmla="*/ 237732 h 236236"/>
                <a:gd name="connsiteX104" fmla="*/ 22846 w 145935"/>
                <a:gd name="connsiteY104" fmla="*/ 237729 h 236236"/>
                <a:gd name="connsiteX105" fmla="*/ 21248 w 145935"/>
                <a:gd name="connsiteY105" fmla="*/ 237741 h 236236"/>
                <a:gd name="connsiteX106" fmla="*/ 14282 w 145935"/>
                <a:gd name="connsiteY106" fmla="*/ 236057 h 236236"/>
                <a:gd name="connsiteX107" fmla="*/ 13913 w 145935"/>
                <a:gd name="connsiteY107" fmla="*/ 232227 h 236236"/>
                <a:gd name="connsiteX108" fmla="*/ 13894 w 145935"/>
                <a:gd name="connsiteY108" fmla="*/ 229752 h 236236"/>
                <a:gd name="connsiteX109" fmla="*/ 13919 w 145935"/>
                <a:gd name="connsiteY109" fmla="*/ 227012 h 236236"/>
                <a:gd name="connsiteX110" fmla="*/ 13909 w 145935"/>
                <a:gd name="connsiteY110" fmla="*/ 224118 h 236236"/>
                <a:gd name="connsiteX111" fmla="*/ 13925 w 145935"/>
                <a:gd name="connsiteY111" fmla="*/ 216141 h 236236"/>
                <a:gd name="connsiteX112" fmla="*/ 13927 w 145935"/>
                <a:gd name="connsiteY112" fmla="*/ 207547 h 236236"/>
                <a:gd name="connsiteX113" fmla="*/ 13950 w 145935"/>
                <a:gd name="connsiteY113" fmla="*/ 190703 h 236236"/>
                <a:gd name="connsiteX114" fmla="*/ 13972 w 145935"/>
                <a:gd name="connsiteY114" fmla="*/ 171107 h 236236"/>
                <a:gd name="connsiteX115" fmla="*/ 14016 w 145935"/>
                <a:gd name="connsiteY115" fmla="*/ 136155 h 236236"/>
                <a:gd name="connsiteX116" fmla="*/ 14062 w 145935"/>
                <a:gd name="connsiteY116" fmla="*/ 102201 h 236236"/>
                <a:gd name="connsiteX117" fmla="*/ 14063 w 145935"/>
                <a:gd name="connsiteY117" fmla="*/ 100089 h 236236"/>
                <a:gd name="connsiteX118" fmla="*/ 14067 w 145935"/>
                <a:gd name="connsiteY118" fmla="*/ 91684 h 236236"/>
                <a:gd name="connsiteX119" fmla="*/ 14098 w 145935"/>
                <a:gd name="connsiteY119" fmla="*/ 59379 h 236236"/>
                <a:gd name="connsiteX120" fmla="*/ 14108 w 145935"/>
                <a:gd name="connsiteY120" fmla="*/ 49606 h 236236"/>
                <a:gd name="connsiteX121" fmla="*/ 14139 w 145935"/>
                <a:gd name="connsiteY121" fmla="*/ 29050 h 236236"/>
                <a:gd name="connsiteX122" fmla="*/ 14153 w 145935"/>
                <a:gd name="connsiteY122" fmla="*/ 20545 h 236236"/>
                <a:gd name="connsiteX123" fmla="*/ 14172 w 145935"/>
                <a:gd name="connsiteY123" fmla="*/ 11347 h 236236"/>
                <a:gd name="connsiteX124" fmla="*/ 14172 w 145935"/>
                <a:gd name="connsiteY124" fmla="*/ 8601 h 236236"/>
                <a:gd name="connsiteX125" fmla="*/ 14182 w 145935"/>
                <a:gd name="connsiteY125" fmla="*/ 6133 h 236236"/>
                <a:gd name="connsiteX126" fmla="*/ 14186 w 145935"/>
                <a:gd name="connsiteY126" fmla="*/ 3986 h 236236"/>
                <a:gd name="connsiteX127" fmla="*/ 18764 w 145935"/>
                <a:gd name="connsiteY127" fmla="*/ 1556 h 236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45935" h="236236">
                  <a:moveTo>
                    <a:pt x="18764" y="1556"/>
                  </a:moveTo>
                  <a:cubicBezTo>
                    <a:pt x="19303" y="1559"/>
                    <a:pt x="19843" y="1561"/>
                    <a:pt x="20398" y="1563"/>
                  </a:cubicBezTo>
                  <a:cubicBezTo>
                    <a:pt x="20967" y="1562"/>
                    <a:pt x="21536" y="1562"/>
                    <a:pt x="22122" y="1561"/>
                  </a:cubicBezTo>
                  <a:cubicBezTo>
                    <a:pt x="24043" y="1560"/>
                    <a:pt x="25964" y="1564"/>
                    <a:pt x="27884" y="1568"/>
                  </a:cubicBezTo>
                  <a:cubicBezTo>
                    <a:pt x="29255" y="1568"/>
                    <a:pt x="30626" y="1568"/>
                    <a:pt x="31997" y="1568"/>
                  </a:cubicBezTo>
                  <a:cubicBezTo>
                    <a:pt x="35732" y="1567"/>
                    <a:pt x="39466" y="1572"/>
                    <a:pt x="43201" y="1577"/>
                  </a:cubicBezTo>
                  <a:cubicBezTo>
                    <a:pt x="47099" y="1582"/>
                    <a:pt x="50997" y="1582"/>
                    <a:pt x="54895" y="1583"/>
                  </a:cubicBezTo>
                  <a:cubicBezTo>
                    <a:pt x="62282" y="1585"/>
                    <a:pt x="69669" y="1591"/>
                    <a:pt x="77056" y="1599"/>
                  </a:cubicBezTo>
                  <a:cubicBezTo>
                    <a:pt x="85464" y="1607"/>
                    <a:pt x="93872" y="1611"/>
                    <a:pt x="102279" y="1615"/>
                  </a:cubicBezTo>
                  <a:cubicBezTo>
                    <a:pt x="119580" y="1623"/>
                    <a:pt x="136880" y="1636"/>
                    <a:pt x="154180" y="1652"/>
                  </a:cubicBezTo>
                  <a:cubicBezTo>
                    <a:pt x="154198" y="5878"/>
                    <a:pt x="154212" y="10103"/>
                    <a:pt x="154221" y="14329"/>
                  </a:cubicBezTo>
                  <a:cubicBezTo>
                    <a:pt x="154225" y="15767"/>
                    <a:pt x="154230" y="17206"/>
                    <a:pt x="154236" y="18645"/>
                  </a:cubicBezTo>
                  <a:cubicBezTo>
                    <a:pt x="154245" y="20708"/>
                    <a:pt x="154250" y="22771"/>
                    <a:pt x="154253" y="24834"/>
                  </a:cubicBezTo>
                  <a:cubicBezTo>
                    <a:pt x="154257" y="25481"/>
                    <a:pt x="154261" y="26129"/>
                    <a:pt x="154264" y="26796"/>
                  </a:cubicBezTo>
                  <a:cubicBezTo>
                    <a:pt x="154265" y="28337"/>
                    <a:pt x="154226" y="29878"/>
                    <a:pt x="154180" y="31418"/>
                  </a:cubicBezTo>
                  <a:cubicBezTo>
                    <a:pt x="153436" y="32162"/>
                    <a:pt x="153436" y="32162"/>
                    <a:pt x="151636" y="32254"/>
                  </a:cubicBezTo>
                  <a:cubicBezTo>
                    <a:pt x="150427" y="32253"/>
                    <a:pt x="150427" y="32253"/>
                    <a:pt x="149194" y="32252"/>
                  </a:cubicBezTo>
                  <a:cubicBezTo>
                    <a:pt x="148272" y="32253"/>
                    <a:pt x="147351" y="32254"/>
                    <a:pt x="146401" y="32255"/>
                  </a:cubicBezTo>
                  <a:cubicBezTo>
                    <a:pt x="145371" y="32252"/>
                    <a:pt x="144340" y="32249"/>
                    <a:pt x="143310" y="32247"/>
                  </a:cubicBezTo>
                  <a:cubicBezTo>
                    <a:pt x="142232" y="32246"/>
                    <a:pt x="141154" y="32247"/>
                    <a:pt x="140077" y="32247"/>
                  </a:cubicBezTo>
                  <a:cubicBezTo>
                    <a:pt x="137142" y="32247"/>
                    <a:pt x="134207" y="32243"/>
                    <a:pt x="131272" y="32238"/>
                  </a:cubicBezTo>
                  <a:cubicBezTo>
                    <a:pt x="128208" y="32233"/>
                    <a:pt x="125144" y="32233"/>
                    <a:pt x="122080" y="32232"/>
                  </a:cubicBezTo>
                  <a:cubicBezTo>
                    <a:pt x="116274" y="32229"/>
                    <a:pt x="110468" y="32223"/>
                    <a:pt x="104663" y="32216"/>
                  </a:cubicBezTo>
                  <a:cubicBezTo>
                    <a:pt x="98055" y="32207"/>
                    <a:pt x="91446" y="32203"/>
                    <a:pt x="84838" y="32200"/>
                  </a:cubicBezTo>
                  <a:cubicBezTo>
                    <a:pt x="71241" y="32192"/>
                    <a:pt x="57644" y="32179"/>
                    <a:pt x="44047" y="32162"/>
                  </a:cubicBezTo>
                  <a:cubicBezTo>
                    <a:pt x="44168" y="32597"/>
                    <a:pt x="44289" y="33033"/>
                    <a:pt x="44414" y="33481"/>
                  </a:cubicBezTo>
                  <a:cubicBezTo>
                    <a:pt x="44993" y="36023"/>
                    <a:pt x="44895" y="38574"/>
                    <a:pt x="44888" y="41167"/>
                  </a:cubicBezTo>
                  <a:cubicBezTo>
                    <a:pt x="44889" y="41773"/>
                    <a:pt x="44890" y="42378"/>
                    <a:pt x="44892" y="43002"/>
                  </a:cubicBezTo>
                  <a:cubicBezTo>
                    <a:pt x="44895" y="45001"/>
                    <a:pt x="44893" y="47000"/>
                    <a:pt x="44890" y="48998"/>
                  </a:cubicBezTo>
                  <a:cubicBezTo>
                    <a:pt x="44891" y="50388"/>
                    <a:pt x="44892" y="51778"/>
                    <a:pt x="44892" y="53169"/>
                  </a:cubicBezTo>
                  <a:cubicBezTo>
                    <a:pt x="44894" y="56081"/>
                    <a:pt x="44892" y="58994"/>
                    <a:pt x="44888" y="61906"/>
                  </a:cubicBezTo>
                  <a:cubicBezTo>
                    <a:pt x="44884" y="65639"/>
                    <a:pt x="44887" y="69373"/>
                    <a:pt x="44891" y="73106"/>
                  </a:cubicBezTo>
                  <a:cubicBezTo>
                    <a:pt x="44894" y="75976"/>
                    <a:pt x="44893" y="78847"/>
                    <a:pt x="44891" y="81717"/>
                  </a:cubicBezTo>
                  <a:cubicBezTo>
                    <a:pt x="44891" y="83093"/>
                    <a:pt x="44891" y="84470"/>
                    <a:pt x="44893" y="85847"/>
                  </a:cubicBezTo>
                  <a:cubicBezTo>
                    <a:pt x="44895" y="87770"/>
                    <a:pt x="44892" y="89694"/>
                    <a:pt x="44888" y="91618"/>
                  </a:cubicBezTo>
                  <a:cubicBezTo>
                    <a:pt x="44889" y="92187"/>
                    <a:pt x="44891" y="92756"/>
                    <a:pt x="44892" y="93342"/>
                  </a:cubicBezTo>
                  <a:cubicBezTo>
                    <a:pt x="44882" y="95899"/>
                    <a:pt x="44730" y="98164"/>
                    <a:pt x="44047" y="100623"/>
                  </a:cubicBezTo>
                  <a:cubicBezTo>
                    <a:pt x="44575" y="100622"/>
                    <a:pt x="45103" y="100622"/>
                    <a:pt x="45647" y="100621"/>
                  </a:cubicBezTo>
                  <a:cubicBezTo>
                    <a:pt x="58477" y="100605"/>
                    <a:pt x="71308" y="100592"/>
                    <a:pt x="84138" y="100585"/>
                  </a:cubicBezTo>
                  <a:cubicBezTo>
                    <a:pt x="90343" y="100581"/>
                    <a:pt x="96547" y="100575"/>
                    <a:pt x="102752" y="100567"/>
                  </a:cubicBezTo>
                  <a:cubicBezTo>
                    <a:pt x="108158" y="100560"/>
                    <a:pt x="113565" y="100555"/>
                    <a:pt x="118971" y="100553"/>
                  </a:cubicBezTo>
                  <a:cubicBezTo>
                    <a:pt x="121835" y="100552"/>
                    <a:pt x="124699" y="100550"/>
                    <a:pt x="127563" y="100544"/>
                  </a:cubicBezTo>
                  <a:cubicBezTo>
                    <a:pt x="130257" y="100539"/>
                    <a:pt x="132950" y="100538"/>
                    <a:pt x="135644" y="100539"/>
                  </a:cubicBezTo>
                  <a:cubicBezTo>
                    <a:pt x="137108" y="100539"/>
                    <a:pt x="138572" y="100535"/>
                    <a:pt x="140037" y="100531"/>
                  </a:cubicBezTo>
                  <a:cubicBezTo>
                    <a:pt x="140903" y="100532"/>
                    <a:pt x="141769" y="100533"/>
                    <a:pt x="142661" y="100534"/>
                  </a:cubicBezTo>
                  <a:cubicBezTo>
                    <a:pt x="143795" y="100533"/>
                    <a:pt x="143795" y="100533"/>
                    <a:pt x="144952" y="100532"/>
                  </a:cubicBezTo>
                  <a:cubicBezTo>
                    <a:pt x="146739" y="100623"/>
                    <a:pt x="146739" y="100623"/>
                    <a:pt x="148227" y="101367"/>
                  </a:cubicBezTo>
                  <a:cubicBezTo>
                    <a:pt x="148379" y="103523"/>
                    <a:pt x="148435" y="105606"/>
                    <a:pt x="148425" y="107762"/>
                  </a:cubicBezTo>
                  <a:cubicBezTo>
                    <a:pt x="148426" y="108404"/>
                    <a:pt x="148428" y="109045"/>
                    <a:pt x="148429" y="109706"/>
                  </a:cubicBezTo>
                  <a:cubicBezTo>
                    <a:pt x="148430" y="111064"/>
                    <a:pt x="148427" y="112423"/>
                    <a:pt x="148421" y="113782"/>
                  </a:cubicBezTo>
                  <a:cubicBezTo>
                    <a:pt x="148413" y="115869"/>
                    <a:pt x="148421" y="117956"/>
                    <a:pt x="148431" y="120043"/>
                  </a:cubicBezTo>
                  <a:cubicBezTo>
                    <a:pt x="148430" y="121360"/>
                    <a:pt x="148428" y="122677"/>
                    <a:pt x="148425" y="123994"/>
                  </a:cubicBezTo>
                  <a:cubicBezTo>
                    <a:pt x="148428" y="124622"/>
                    <a:pt x="148431" y="125251"/>
                    <a:pt x="148434" y="125899"/>
                  </a:cubicBezTo>
                  <a:cubicBezTo>
                    <a:pt x="148422" y="127397"/>
                    <a:pt x="148332" y="128894"/>
                    <a:pt x="148227" y="130389"/>
                  </a:cubicBezTo>
                  <a:cubicBezTo>
                    <a:pt x="146277" y="131364"/>
                    <a:pt x="144846" y="131224"/>
                    <a:pt x="142661" y="131222"/>
                  </a:cubicBezTo>
                  <a:cubicBezTo>
                    <a:pt x="141795" y="131223"/>
                    <a:pt x="140929" y="131224"/>
                    <a:pt x="140037" y="131225"/>
                  </a:cubicBezTo>
                  <a:cubicBezTo>
                    <a:pt x="138604" y="131221"/>
                    <a:pt x="138604" y="131221"/>
                    <a:pt x="137143" y="131217"/>
                  </a:cubicBezTo>
                  <a:cubicBezTo>
                    <a:pt x="136131" y="131217"/>
                    <a:pt x="135119" y="131217"/>
                    <a:pt x="134107" y="131218"/>
                  </a:cubicBezTo>
                  <a:cubicBezTo>
                    <a:pt x="131355" y="131218"/>
                    <a:pt x="128603" y="131214"/>
                    <a:pt x="125851" y="131208"/>
                  </a:cubicBezTo>
                  <a:cubicBezTo>
                    <a:pt x="122977" y="131204"/>
                    <a:pt x="120103" y="131203"/>
                    <a:pt x="117229" y="131202"/>
                  </a:cubicBezTo>
                  <a:cubicBezTo>
                    <a:pt x="111784" y="131200"/>
                    <a:pt x="106339" y="131194"/>
                    <a:pt x="100895" y="131186"/>
                  </a:cubicBezTo>
                  <a:cubicBezTo>
                    <a:pt x="94697" y="131178"/>
                    <a:pt x="88499" y="131174"/>
                    <a:pt x="82301" y="131170"/>
                  </a:cubicBezTo>
                  <a:cubicBezTo>
                    <a:pt x="69550" y="131163"/>
                    <a:pt x="56799" y="131149"/>
                    <a:pt x="44047" y="131133"/>
                  </a:cubicBezTo>
                  <a:cubicBezTo>
                    <a:pt x="44168" y="131562"/>
                    <a:pt x="44289" y="131991"/>
                    <a:pt x="44414" y="132434"/>
                  </a:cubicBezTo>
                  <a:cubicBezTo>
                    <a:pt x="44780" y="134059"/>
                    <a:pt x="44885" y="135447"/>
                    <a:pt x="44886" y="137108"/>
                  </a:cubicBezTo>
                  <a:cubicBezTo>
                    <a:pt x="44888" y="137697"/>
                    <a:pt x="44890" y="138287"/>
                    <a:pt x="44892" y="138894"/>
                  </a:cubicBezTo>
                  <a:cubicBezTo>
                    <a:pt x="44891" y="139534"/>
                    <a:pt x="44889" y="140174"/>
                    <a:pt x="44888" y="140833"/>
                  </a:cubicBezTo>
                  <a:cubicBezTo>
                    <a:pt x="44889" y="141512"/>
                    <a:pt x="44890" y="142191"/>
                    <a:pt x="44892" y="142891"/>
                  </a:cubicBezTo>
                  <a:cubicBezTo>
                    <a:pt x="44895" y="145135"/>
                    <a:pt x="44893" y="147379"/>
                    <a:pt x="44890" y="149623"/>
                  </a:cubicBezTo>
                  <a:cubicBezTo>
                    <a:pt x="44891" y="151182"/>
                    <a:pt x="44892" y="152740"/>
                    <a:pt x="44892" y="154299"/>
                  </a:cubicBezTo>
                  <a:cubicBezTo>
                    <a:pt x="44894" y="157565"/>
                    <a:pt x="44892" y="160831"/>
                    <a:pt x="44888" y="164097"/>
                  </a:cubicBezTo>
                  <a:cubicBezTo>
                    <a:pt x="44884" y="168288"/>
                    <a:pt x="44887" y="172478"/>
                    <a:pt x="44891" y="176669"/>
                  </a:cubicBezTo>
                  <a:cubicBezTo>
                    <a:pt x="44894" y="179887"/>
                    <a:pt x="44893" y="183105"/>
                    <a:pt x="44891" y="186323"/>
                  </a:cubicBezTo>
                  <a:cubicBezTo>
                    <a:pt x="44891" y="187868"/>
                    <a:pt x="44891" y="189414"/>
                    <a:pt x="44893" y="190959"/>
                  </a:cubicBezTo>
                  <a:cubicBezTo>
                    <a:pt x="44895" y="193117"/>
                    <a:pt x="44892" y="195274"/>
                    <a:pt x="44888" y="197431"/>
                  </a:cubicBezTo>
                  <a:cubicBezTo>
                    <a:pt x="44889" y="198073"/>
                    <a:pt x="44891" y="198714"/>
                    <a:pt x="44892" y="199375"/>
                  </a:cubicBezTo>
                  <a:cubicBezTo>
                    <a:pt x="44883" y="201867"/>
                    <a:pt x="44841" y="203910"/>
                    <a:pt x="44047" y="206291"/>
                  </a:cubicBezTo>
                  <a:cubicBezTo>
                    <a:pt x="44932" y="206290"/>
                    <a:pt x="44932" y="206290"/>
                    <a:pt x="45835" y="206289"/>
                  </a:cubicBezTo>
                  <a:cubicBezTo>
                    <a:pt x="60168" y="206273"/>
                    <a:pt x="74501" y="206260"/>
                    <a:pt x="88834" y="206253"/>
                  </a:cubicBezTo>
                  <a:cubicBezTo>
                    <a:pt x="95765" y="206249"/>
                    <a:pt x="102696" y="206243"/>
                    <a:pt x="109627" y="206235"/>
                  </a:cubicBezTo>
                  <a:cubicBezTo>
                    <a:pt x="115666" y="206228"/>
                    <a:pt x="121705" y="206223"/>
                    <a:pt x="127744" y="206221"/>
                  </a:cubicBezTo>
                  <a:cubicBezTo>
                    <a:pt x="130944" y="206220"/>
                    <a:pt x="134144" y="206218"/>
                    <a:pt x="137343" y="206212"/>
                  </a:cubicBezTo>
                  <a:cubicBezTo>
                    <a:pt x="140351" y="206207"/>
                    <a:pt x="143359" y="206206"/>
                    <a:pt x="146367" y="206207"/>
                  </a:cubicBezTo>
                  <a:cubicBezTo>
                    <a:pt x="147475" y="206207"/>
                    <a:pt x="148582" y="206205"/>
                    <a:pt x="149689" y="206202"/>
                  </a:cubicBezTo>
                  <a:cubicBezTo>
                    <a:pt x="151194" y="206199"/>
                    <a:pt x="152700" y="206200"/>
                    <a:pt x="154205" y="206202"/>
                  </a:cubicBezTo>
                  <a:cubicBezTo>
                    <a:pt x="155049" y="206201"/>
                    <a:pt x="155894" y="206200"/>
                    <a:pt x="156764" y="206200"/>
                  </a:cubicBezTo>
                  <a:cubicBezTo>
                    <a:pt x="158645" y="206291"/>
                    <a:pt x="158645" y="206291"/>
                    <a:pt x="159389" y="207035"/>
                  </a:cubicBezTo>
                  <a:cubicBezTo>
                    <a:pt x="159606" y="211277"/>
                    <a:pt x="159623" y="215521"/>
                    <a:pt x="159650" y="219768"/>
                  </a:cubicBezTo>
                  <a:cubicBezTo>
                    <a:pt x="159662" y="221201"/>
                    <a:pt x="159682" y="222635"/>
                    <a:pt x="159711" y="224068"/>
                  </a:cubicBezTo>
                  <a:cubicBezTo>
                    <a:pt x="159751" y="226127"/>
                    <a:pt x="159768" y="228184"/>
                    <a:pt x="159779" y="230243"/>
                  </a:cubicBezTo>
                  <a:cubicBezTo>
                    <a:pt x="159796" y="230888"/>
                    <a:pt x="159812" y="231533"/>
                    <a:pt x="159830" y="232197"/>
                  </a:cubicBezTo>
                  <a:cubicBezTo>
                    <a:pt x="159823" y="233996"/>
                    <a:pt x="159823" y="233996"/>
                    <a:pt x="159389" y="236801"/>
                  </a:cubicBezTo>
                  <a:cubicBezTo>
                    <a:pt x="156384" y="237862"/>
                    <a:pt x="153143" y="237651"/>
                    <a:pt x="149986" y="237644"/>
                  </a:cubicBezTo>
                  <a:cubicBezTo>
                    <a:pt x="149420" y="237646"/>
                    <a:pt x="148854" y="237648"/>
                    <a:pt x="148270" y="237650"/>
                  </a:cubicBezTo>
                  <a:cubicBezTo>
                    <a:pt x="146376" y="237654"/>
                    <a:pt x="144482" y="237654"/>
                    <a:pt x="142588" y="237653"/>
                  </a:cubicBezTo>
                  <a:cubicBezTo>
                    <a:pt x="141228" y="237655"/>
                    <a:pt x="139869" y="237658"/>
                    <a:pt x="138510" y="237661"/>
                  </a:cubicBezTo>
                  <a:cubicBezTo>
                    <a:pt x="134820" y="237667"/>
                    <a:pt x="131130" y="237669"/>
                    <a:pt x="127440" y="237669"/>
                  </a:cubicBezTo>
                  <a:cubicBezTo>
                    <a:pt x="124361" y="237670"/>
                    <a:pt x="121282" y="237673"/>
                    <a:pt x="118203" y="237676"/>
                  </a:cubicBezTo>
                  <a:cubicBezTo>
                    <a:pt x="110940" y="237682"/>
                    <a:pt x="103678" y="237683"/>
                    <a:pt x="96416" y="237683"/>
                  </a:cubicBezTo>
                  <a:cubicBezTo>
                    <a:pt x="88919" y="237682"/>
                    <a:pt x="81423" y="237690"/>
                    <a:pt x="73926" y="237702"/>
                  </a:cubicBezTo>
                  <a:cubicBezTo>
                    <a:pt x="67492" y="237712"/>
                    <a:pt x="61058" y="237716"/>
                    <a:pt x="54624" y="237715"/>
                  </a:cubicBezTo>
                  <a:cubicBezTo>
                    <a:pt x="50780" y="237715"/>
                    <a:pt x="46936" y="237717"/>
                    <a:pt x="43092" y="237725"/>
                  </a:cubicBezTo>
                  <a:cubicBezTo>
                    <a:pt x="39479" y="237732"/>
                    <a:pt x="35867" y="237732"/>
                    <a:pt x="32254" y="237727"/>
                  </a:cubicBezTo>
                  <a:cubicBezTo>
                    <a:pt x="30927" y="237726"/>
                    <a:pt x="29600" y="237728"/>
                    <a:pt x="28273" y="237732"/>
                  </a:cubicBezTo>
                  <a:cubicBezTo>
                    <a:pt x="26464" y="237738"/>
                    <a:pt x="24655" y="237735"/>
                    <a:pt x="22846" y="237729"/>
                  </a:cubicBezTo>
                  <a:cubicBezTo>
                    <a:pt x="22318" y="237733"/>
                    <a:pt x="21791" y="237737"/>
                    <a:pt x="21248" y="237741"/>
                  </a:cubicBezTo>
                  <a:cubicBezTo>
                    <a:pt x="18540" y="237721"/>
                    <a:pt x="16509" y="237656"/>
                    <a:pt x="14282" y="236057"/>
                  </a:cubicBezTo>
                  <a:cubicBezTo>
                    <a:pt x="13911" y="234374"/>
                    <a:pt x="13911" y="234374"/>
                    <a:pt x="13913" y="232227"/>
                  </a:cubicBezTo>
                  <a:cubicBezTo>
                    <a:pt x="13907" y="231410"/>
                    <a:pt x="13901" y="230594"/>
                    <a:pt x="13894" y="229752"/>
                  </a:cubicBezTo>
                  <a:cubicBezTo>
                    <a:pt x="13906" y="228396"/>
                    <a:pt x="13906" y="228396"/>
                    <a:pt x="13919" y="227012"/>
                  </a:cubicBezTo>
                  <a:cubicBezTo>
                    <a:pt x="13916" y="226057"/>
                    <a:pt x="13913" y="225102"/>
                    <a:pt x="13909" y="224118"/>
                  </a:cubicBezTo>
                  <a:cubicBezTo>
                    <a:pt x="13901" y="221459"/>
                    <a:pt x="13912" y="218800"/>
                    <a:pt x="13925" y="216141"/>
                  </a:cubicBezTo>
                  <a:cubicBezTo>
                    <a:pt x="13937" y="213276"/>
                    <a:pt x="13931" y="210412"/>
                    <a:pt x="13927" y="207547"/>
                  </a:cubicBezTo>
                  <a:cubicBezTo>
                    <a:pt x="13922" y="201932"/>
                    <a:pt x="13934" y="196318"/>
                    <a:pt x="13950" y="190703"/>
                  </a:cubicBezTo>
                  <a:cubicBezTo>
                    <a:pt x="13968" y="184171"/>
                    <a:pt x="13970" y="177639"/>
                    <a:pt x="13972" y="171107"/>
                  </a:cubicBezTo>
                  <a:cubicBezTo>
                    <a:pt x="13975" y="159456"/>
                    <a:pt x="13991" y="147806"/>
                    <a:pt x="14016" y="136155"/>
                  </a:cubicBezTo>
                  <a:cubicBezTo>
                    <a:pt x="14040" y="124837"/>
                    <a:pt x="14056" y="113519"/>
                    <a:pt x="14062" y="102201"/>
                  </a:cubicBezTo>
                  <a:cubicBezTo>
                    <a:pt x="14062" y="101504"/>
                    <a:pt x="14063" y="100807"/>
                    <a:pt x="14063" y="100089"/>
                  </a:cubicBezTo>
                  <a:cubicBezTo>
                    <a:pt x="14065" y="97287"/>
                    <a:pt x="14066" y="94485"/>
                    <a:pt x="14067" y="91684"/>
                  </a:cubicBezTo>
                  <a:cubicBezTo>
                    <a:pt x="14073" y="80915"/>
                    <a:pt x="14085" y="70147"/>
                    <a:pt x="14098" y="59379"/>
                  </a:cubicBezTo>
                  <a:cubicBezTo>
                    <a:pt x="14101" y="56121"/>
                    <a:pt x="14105" y="52863"/>
                    <a:pt x="14108" y="49606"/>
                  </a:cubicBezTo>
                  <a:cubicBezTo>
                    <a:pt x="14115" y="42754"/>
                    <a:pt x="14124" y="35902"/>
                    <a:pt x="14139" y="29050"/>
                  </a:cubicBezTo>
                  <a:cubicBezTo>
                    <a:pt x="14146" y="26215"/>
                    <a:pt x="14151" y="23380"/>
                    <a:pt x="14153" y="20545"/>
                  </a:cubicBezTo>
                  <a:cubicBezTo>
                    <a:pt x="14155" y="17479"/>
                    <a:pt x="14163" y="14413"/>
                    <a:pt x="14172" y="11347"/>
                  </a:cubicBezTo>
                  <a:cubicBezTo>
                    <a:pt x="14172" y="10441"/>
                    <a:pt x="14172" y="9535"/>
                    <a:pt x="14172" y="8601"/>
                  </a:cubicBezTo>
                  <a:cubicBezTo>
                    <a:pt x="14175" y="7787"/>
                    <a:pt x="14178" y="6972"/>
                    <a:pt x="14182" y="6133"/>
                  </a:cubicBezTo>
                  <a:cubicBezTo>
                    <a:pt x="14183" y="5424"/>
                    <a:pt x="14184" y="4716"/>
                    <a:pt x="14186" y="3986"/>
                  </a:cubicBezTo>
                  <a:cubicBezTo>
                    <a:pt x="14371" y="913"/>
                    <a:pt x="16100" y="1565"/>
                    <a:pt x="18764" y="1556"/>
                  </a:cubicBezTo>
                  <a:close/>
                </a:path>
              </a:pathLst>
            </a:custGeom>
            <a:grpFill/>
            <a:ln w="744" cap="flat">
              <a:noFill/>
              <a:prstDash val="solid"/>
              <a:miter/>
            </a:ln>
          </p:spPr>
          <p:txBody>
            <a:bodyPr rtlCol="0" anchor="ctr"/>
            <a:lstStyle/>
            <a:p>
              <a:endParaRPr lang="zh-CN" altLang="en-US"/>
            </a:p>
          </p:txBody>
        </p:sp>
        <p:sp>
          <p:nvSpPr>
            <p:cNvPr id="186" name="任意多边形: 形状 185"/>
            <p:cNvSpPr/>
            <p:nvPr/>
          </p:nvSpPr>
          <p:spPr>
            <a:xfrm>
              <a:off x="8456776" y="1392833"/>
              <a:ext cx="145934" cy="236167"/>
            </a:xfrm>
            <a:custGeom>
              <a:avLst/>
              <a:gdLst>
                <a:gd name="connsiteX0" fmla="*/ 16677 w 145935"/>
                <a:gd name="connsiteY0" fmla="*/ 1553 h 236159"/>
                <a:gd name="connsiteX1" fmla="*/ 18301 w 145935"/>
                <a:gd name="connsiteY1" fmla="*/ 1558 h 236159"/>
                <a:gd name="connsiteX2" fmla="*/ 20014 w 145935"/>
                <a:gd name="connsiteY2" fmla="*/ 1554 h 236159"/>
                <a:gd name="connsiteX3" fmla="*/ 25740 w 145935"/>
                <a:gd name="connsiteY3" fmla="*/ 1556 h 236159"/>
                <a:gd name="connsiteX4" fmla="*/ 29828 w 145935"/>
                <a:gd name="connsiteY4" fmla="*/ 1552 h 236159"/>
                <a:gd name="connsiteX5" fmla="*/ 40962 w 145935"/>
                <a:gd name="connsiteY5" fmla="*/ 1552 h 236159"/>
                <a:gd name="connsiteX6" fmla="*/ 52587 w 145935"/>
                <a:gd name="connsiteY6" fmla="*/ 1551 h 236159"/>
                <a:gd name="connsiteX7" fmla="*/ 72112 w 145935"/>
                <a:gd name="connsiteY7" fmla="*/ 1555 h 236159"/>
                <a:gd name="connsiteX8" fmla="*/ 94721 w 145935"/>
                <a:gd name="connsiteY8" fmla="*/ 1554 h 236159"/>
                <a:gd name="connsiteX9" fmla="*/ 114095 w 145935"/>
                <a:gd name="connsiteY9" fmla="*/ 1552 h 236159"/>
                <a:gd name="connsiteX10" fmla="*/ 125683 w 145935"/>
                <a:gd name="connsiteY10" fmla="*/ 1551 h 236159"/>
                <a:gd name="connsiteX11" fmla="*/ 136574 w 145935"/>
                <a:gd name="connsiteY11" fmla="*/ 1554 h 236159"/>
                <a:gd name="connsiteX12" fmla="*/ 140584 w 145935"/>
                <a:gd name="connsiteY12" fmla="*/ 1553 h 236159"/>
                <a:gd name="connsiteX13" fmla="*/ 146033 w 145935"/>
                <a:gd name="connsiteY13" fmla="*/ 1558 h 236159"/>
                <a:gd name="connsiteX14" fmla="*/ 147657 w 145935"/>
                <a:gd name="connsiteY14" fmla="*/ 1553 h 236159"/>
                <a:gd name="connsiteX15" fmla="*/ 152116 w 145935"/>
                <a:gd name="connsiteY15" fmla="*/ 2396 h 236159"/>
                <a:gd name="connsiteX16" fmla="*/ 152215 w 145935"/>
                <a:gd name="connsiteY16" fmla="*/ 8791 h 236159"/>
                <a:gd name="connsiteX17" fmla="*/ 152217 w 145935"/>
                <a:gd name="connsiteY17" fmla="*/ 10735 h 236159"/>
                <a:gd name="connsiteX18" fmla="*/ 152213 w 145935"/>
                <a:gd name="connsiteY18" fmla="*/ 14811 h 236159"/>
                <a:gd name="connsiteX19" fmla="*/ 152218 w 145935"/>
                <a:gd name="connsiteY19" fmla="*/ 21072 h 236159"/>
                <a:gd name="connsiteX20" fmla="*/ 152215 w 145935"/>
                <a:gd name="connsiteY20" fmla="*/ 25023 h 236159"/>
                <a:gd name="connsiteX21" fmla="*/ 152220 w 145935"/>
                <a:gd name="connsiteY21" fmla="*/ 26928 h 236159"/>
                <a:gd name="connsiteX22" fmla="*/ 151372 w 145935"/>
                <a:gd name="connsiteY22" fmla="*/ 32162 h 236159"/>
                <a:gd name="connsiteX23" fmla="*/ 147130 w 145935"/>
                <a:gd name="connsiteY23" fmla="*/ 32251 h 236159"/>
                <a:gd name="connsiteX24" fmla="*/ 144337 w 145935"/>
                <a:gd name="connsiteY24" fmla="*/ 32254 h 236159"/>
                <a:gd name="connsiteX25" fmla="*/ 141246 w 145935"/>
                <a:gd name="connsiteY25" fmla="*/ 32246 h 236159"/>
                <a:gd name="connsiteX26" fmla="*/ 138013 w 145935"/>
                <a:gd name="connsiteY26" fmla="*/ 32247 h 236159"/>
                <a:gd name="connsiteX27" fmla="*/ 129208 w 145935"/>
                <a:gd name="connsiteY27" fmla="*/ 32237 h 236159"/>
                <a:gd name="connsiteX28" fmla="*/ 120016 w 145935"/>
                <a:gd name="connsiteY28" fmla="*/ 32231 h 236159"/>
                <a:gd name="connsiteX29" fmla="*/ 102599 w 145935"/>
                <a:gd name="connsiteY29" fmla="*/ 32215 h 236159"/>
                <a:gd name="connsiteX30" fmla="*/ 82774 w 145935"/>
                <a:gd name="connsiteY30" fmla="*/ 32199 h 236159"/>
                <a:gd name="connsiteX31" fmla="*/ 41983 w 145935"/>
                <a:gd name="connsiteY31" fmla="*/ 32162 h 236159"/>
                <a:gd name="connsiteX32" fmla="*/ 42349 w 145935"/>
                <a:gd name="connsiteY32" fmla="*/ 33481 h 236159"/>
                <a:gd name="connsiteX33" fmla="*/ 42824 w 145935"/>
                <a:gd name="connsiteY33" fmla="*/ 41167 h 236159"/>
                <a:gd name="connsiteX34" fmla="*/ 42828 w 145935"/>
                <a:gd name="connsiteY34" fmla="*/ 43001 h 236159"/>
                <a:gd name="connsiteX35" fmla="*/ 42826 w 145935"/>
                <a:gd name="connsiteY35" fmla="*/ 48998 h 236159"/>
                <a:gd name="connsiteX36" fmla="*/ 42828 w 145935"/>
                <a:gd name="connsiteY36" fmla="*/ 53168 h 236159"/>
                <a:gd name="connsiteX37" fmla="*/ 42824 w 145935"/>
                <a:gd name="connsiteY37" fmla="*/ 61906 h 236159"/>
                <a:gd name="connsiteX38" fmla="*/ 42827 w 145935"/>
                <a:gd name="connsiteY38" fmla="*/ 73106 h 236159"/>
                <a:gd name="connsiteX39" fmla="*/ 42827 w 145935"/>
                <a:gd name="connsiteY39" fmla="*/ 81716 h 236159"/>
                <a:gd name="connsiteX40" fmla="*/ 42829 w 145935"/>
                <a:gd name="connsiteY40" fmla="*/ 85846 h 236159"/>
                <a:gd name="connsiteX41" fmla="*/ 42824 w 145935"/>
                <a:gd name="connsiteY41" fmla="*/ 91618 h 236159"/>
                <a:gd name="connsiteX42" fmla="*/ 42828 w 145935"/>
                <a:gd name="connsiteY42" fmla="*/ 93342 h 236159"/>
                <a:gd name="connsiteX43" fmla="*/ 41983 w 145935"/>
                <a:gd name="connsiteY43" fmla="*/ 100623 h 236159"/>
                <a:gd name="connsiteX44" fmla="*/ 43583 w 145935"/>
                <a:gd name="connsiteY44" fmla="*/ 100621 h 236159"/>
                <a:gd name="connsiteX45" fmla="*/ 82074 w 145935"/>
                <a:gd name="connsiteY45" fmla="*/ 100584 h 236159"/>
                <a:gd name="connsiteX46" fmla="*/ 100688 w 145935"/>
                <a:gd name="connsiteY46" fmla="*/ 100567 h 236159"/>
                <a:gd name="connsiteX47" fmla="*/ 116907 w 145935"/>
                <a:gd name="connsiteY47" fmla="*/ 100553 h 236159"/>
                <a:gd name="connsiteX48" fmla="*/ 125499 w 145935"/>
                <a:gd name="connsiteY48" fmla="*/ 100544 h 236159"/>
                <a:gd name="connsiteX49" fmla="*/ 133580 w 145935"/>
                <a:gd name="connsiteY49" fmla="*/ 100539 h 236159"/>
                <a:gd name="connsiteX50" fmla="*/ 137973 w 145935"/>
                <a:gd name="connsiteY50" fmla="*/ 100530 h 236159"/>
                <a:gd name="connsiteX51" fmla="*/ 140597 w 145935"/>
                <a:gd name="connsiteY51" fmla="*/ 100533 h 236159"/>
                <a:gd name="connsiteX52" fmla="*/ 142888 w 145935"/>
                <a:gd name="connsiteY52" fmla="*/ 100531 h 236159"/>
                <a:gd name="connsiteX53" fmla="*/ 146163 w 145935"/>
                <a:gd name="connsiteY53" fmla="*/ 101367 h 236159"/>
                <a:gd name="connsiteX54" fmla="*/ 146361 w 145935"/>
                <a:gd name="connsiteY54" fmla="*/ 107762 h 236159"/>
                <a:gd name="connsiteX55" fmla="*/ 146365 w 145935"/>
                <a:gd name="connsiteY55" fmla="*/ 109705 h 236159"/>
                <a:gd name="connsiteX56" fmla="*/ 146357 w 145935"/>
                <a:gd name="connsiteY56" fmla="*/ 113782 h 236159"/>
                <a:gd name="connsiteX57" fmla="*/ 146366 w 145935"/>
                <a:gd name="connsiteY57" fmla="*/ 120043 h 236159"/>
                <a:gd name="connsiteX58" fmla="*/ 146361 w 145935"/>
                <a:gd name="connsiteY58" fmla="*/ 123993 h 236159"/>
                <a:gd name="connsiteX59" fmla="*/ 146370 w 145935"/>
                <a:gd name="connsiteY59" fmla="*/ 125898 h 236159"/>
                <a:gd name="connsiteX60" fmla="*/ 146163 w 145935"/>
                <a:gd name="connsiteY60" fmla="*/ 130388 h 236159"/>
                <a:gd name="connsiteX61" fmla="*/ 140597 w 145935"/>
                <a:gd name="connsiteY61" fmla="*/ 131222 h 236159"/>
                <a:gd name="connsiteX62" fmla="*/ 137973 w 145935"/>
                <a:gd name="connsiteY62" fmla="*/ 131225 h 236159"/>
                <a:gd name="connsiteX63" fmla="*/ 135079 w 145935"/>
                <a:gd name="connsiteY63" fmla="*/ 131217 h 236159"/>
                <a:gd name="connsiteX64" fmla="*/ 132043 w 145935"/>
                <a:gd name="connsiteY64" fmla="*/ 131217 h 236159"/>
                <a:gd name="connsiteX65" fmla="*/ 123787 w 145935"/>
                <a:gd name="connsiteY65" fmla="*/ 131208 h 236159"/>
                <a:gd name="connsiteX66" fmla="*/ 115165 w 145935"/>
                <a:gd name="connsiteY66" fmla="*/ 131202 h 236159"/>
                <a:gd name="connsiteX67" fmla="*/ 98831 w 145935"/>
                <a:gd name="connsiteY67" fmla="*/ 131186 h 236159"/>
                <a:gd name="connsiteX68" fmla="*/ 80237 w 145935"/>
                <a:gd name="connsiteY68" fmla="*/ 131170 h 236159"/>
                <a:gd name="connsiteX69" fmla="*/ 41983 w 145935"/>
                <a:gd name="connsiteY69" fmla="*/ 131133 h 236159"/>
                <a:gd name="connsiteX70" fmla="*/ 42349 w 145935"/>
                <a:gd name="connsiteY70" fmla="*/ 132436 h 236159"/>
                <a:gd name="connsiteX71" fmla="*/ 42824 w 145935"/>
                <a:gd name="connsiteY71" fmla="*/ 140753 h 236159"/>
                <a:gd name="connsiteX72" fmla="*/ 42828 w 145935"/>
                <a:gd name="connsiteY72" fmla="*/ 142785 h 236159"/>
                <a:gd name="connsiteX73" fmla="*/ 42826 w 145935"/>
                <a:gd name="connsiteY73" fmla="*/ 149434 h 236159"/>
                <a:gd name="connsiteX74" fmla="*/ 42828 w 145935"/>
                <a:gd name="connsiteY74" fmla="*/ 154054 h 236159"/>
                <a:gd name="connsiteX75" fmla="*/ 42824 w 145935"/>
                <a:gd name="connsiteY75" fmla="*/ 163738 h 236159"/>
                <a:gd name="connsiteX76" fmla="*/ 42827 w 145935"/>
                <a:gd name="connsiteY76" fmla="*/ 176154 h 236159"/>
                <a:gd name="connsiteX77" fmla="*/ 42827 w 145935"/>
                <a:gd name="connsiteY77" fmla="*/ 185695 h 236159"/>
                <a:gd name="connsiteX78" fmla="*/ 42829 w 145935"/>
                <a:gd name="connsiteY78" fmla="*/ 190274 h 236159"/>
                <a:gd name="connsiteX79" fmla="*/ 42824 w 145935"/>
                <a:gd name="connsiteY79" fmla="*/ 196671 h 236159"/>
                <a:gd name="connsiteX80" fmla="*/ 42828 w 145935"/>
                <a:gd name="connsiteY80" fmla="*/ 198585 h 236159"/>
                <a:gd name="connsiteX81" fmla="*/ 41983 w 145935"/>
                <a:gd name="connsiteY81" fmla="*/ 206291 h 236159"/>
                <a:gd name="connsiteX82" fmla="*/ 43771 w 145935"/>
                <a:gd name="connsiteY82" fmla="*/ 206289 h 236159"/>
                <a:gd name="connsiteX83" fmla="*/ 86770 w 145935"/>
                <a:gd name="connsiteY83" fmla="*/ 206252 h 236159"/>
                <a:gd name="connsiteX84" fmla="*/ 107563 w 145935"/>
                <a:gd name="connsiteY84" fmla="*/ 206235 h 236159"/>
                <a:gd name="connsiteX85" fmla="*/ 125680 w 145935"/>
                <a:gd name="connsiteY85" fmla="*/ 206221 h 236159"/>
                <a:gd name="connsiteX86" fmla="*/ 135279 w 145935"/>
                <a:gd name="connsiteY86" fmla="*/ 206212 h 236159"/>
                <a:gd name="connsiteX87" fmla="*/ 144303 w 145935"/>
                <a:gd name="connsiteY87" fmla="*/ 206207 h 236159"/>
                <a:gd name="connsiteX88" fmla="*/ 147625 w 145935"/>
                <a:gd name="connsiteY88" fmla="*/ 206202 h 236159"/>
                <a:gd name="connsiteX89" fmla="*/ 152141 w 145935"/>
                <a:gd name="connsiteY89" fmla="*/ 206201 h 236159"/>
                <a:gd name="connsiteX90" fmla="*/ 154700 w 145935"/>
                <a:gd name="connsiteY90" fmla="*/ 206199 h 236159"/>
                <a:gd name="connsiteX91" fmla="*/ 157325 w 145935"/>
                <a:gd name="connsiteY91" fmla="*/ 207035 h 236159"/>
                <a:gd name="connsiteX92" fmla="*/ 157586 w 145935"/>
                <a:gd name="connsiteY92" fmla="*/ 219767 h 236159"/>
                <a:gd name="connsiteX93" fmla="*/ 157647 w 145935"/>
                <a:gd name="connsiteY93" fmla="*/ 224068 h 236159"/>
                <a:gd name="connsiteX94" fmla="*/ 157715 w 145935"/>
                <a:gd name="connsiteY94" fmla="*/ 230243 h 236159"/>
                <a:gd name="connsiteX95" fmla="*/ 157766 w 145935"/>
                <a:gd name="connsiteY95" fmla="*/ 232197 h 236159"/>
                <a:gd name="connsiteX96" fmla="*/ 157325 w 145935"/>
                <a:gd name="connsiteY96" fmla="*/ 236801 h 236159"/>
                <a:gd name="connsiteX97" fmla="*/ 147922 w 145935"/>
                <a:gd name="connsiteY97" fmla="*/ 237639 h 236159"/>
                <a:gd name="connsiteX98" fmla="*/ 146206 w 145935"/>
                <a:gd name="connsiteY98" fmla="*/ 237643 h 236159"/>
                <a:gd name="connsiteX99" fmla="*/ 140524 w 145935"/>
                <a:gd name="connsiteY99" fmla="*/ 237641 h 236159"/>
                <a:gd name="connsiteX100" fmla="*/ 136446 w 145935"/>
                <a:gd name="connsiteY100" fmla="*/ 237645 h 236159"/>
                <a:gd name="connsiteX101" fmla="*/ 125376 w 145935"/>
                <a:gd name="connsiteY101" fmla="*/ 237645 h 236159"/>
                <a:gd name="connsiteX102" fmla="*/ 113796 w 145935"/>
                <a:gd name="connsiteY102" fmla="*/ 237646 h 236159"/>
                <a:gd name="connsiteX103" fmla="*/ 94352 w 145935"/>
                <a:gd name="connsiteY103" fmla="*/ 237642 h 236159"/>
                <a:gd name="connsiteX104" fmla="*/ 71862 w 145935"/>
                <a:gd name="connsiteY104" fmla="*/ 237643 h 236159"/>
                <a:gd name="connsiteX105" fmla="*/ 52560 w 145935"/>
                <a:gd name="connsiteY105" fmla="*/ 237645 h 236159"/>
                <a:gd name="connsiteX106" fmla="*/ 41028 w 145935"/>
                <a:gd name="connsiteY106" fmla="*/ 237646 h 236159"/>
                <a:gd name="connsiteX107" fmla="*/ 30190 w 145935"/>
                <a:gd name="connsiteY107" fmla="*/ 237642 h 236159"/>
                <a:gd name="connsiteX108" fmla="*/ 26209 w 145935"/>
                <a:gd name="connsiteY108" fmla="*/ 237643 h 236159"/>
                <a:gd name="connsiteX109" fmla="*/ 20782 w 145935"/>
                <a:gd name="connsiteY109" fmla="*/ 237639 h 236159"/>
                <a:gd name="connsiteX110" fmla="*/ 19184 w 145935"/>
                <a:gd name="connsiteY110" fmla="*/ 237644 h 236159"/>
                <a:gd name="connsiteX111" fmla="*/ 12218 w 145935"/>
                <a:gd name="connsiteY111" fmla="*/ 236801 h 236159"/>
                <a:gd name="connsiteX112" fmla="*/ 11849 w 145935"/>
                <a:gd name="connsiteY112" fmla="*/ 233050 h 236159"/>
                <a:gd name="connsiteX113" fmla="*/ 11830 w 145935"/>
                <a:gd name="connsiteY113" fmla="*/ 230573 h 236159"/>
                <a:gd name="connsiteX114" fmla="*/ 11855 w 145935"/>
                <a:gd name="connsiteY114" fmla="*/ 227817 h 236159"/>
                <a:gd name="connsiteX115" fmla="*/ 11845 w 145935"/>
                <a:gd name="connsiteY115" fmla="*/ 224916 h 236159"/>
                <a:gd name="connsiteX116" fmla="*/ 11861 w 145935"/>
                <a:gd name="connsiteY116" fmla="*/ 216908 h 236159"/>
                <a:gd name="connsiteX117" fmla="*/ 11863 w 145935"/>
                <a:gd name="connsiteY117" fmla="*/ 208285 h 236159"/>
                <a:gd name="connsiteX118" fmla="*/ 11886 w 145935"/>
                <a:gd name="connsiteY118" fmla="*/ 191380 h 236159"/>
                <a:gd name="connsiteX119" fmla="*/ 11908 w 145935"/>
                <a:gd name="connsiteY119" fmla="*/ 171714 h 236159"/>
                <a:gd name="connsiteX120" fmla="*/ 11952 w 145935"/>
                <a:gd name="connsiteY120" fmla="*/ 136637 h 236159"/>
                <a:gd name="connsiteX121" fmla="*/ 11998 w 145935"/>
                <a:gd name="connsiteY121" fmla="*/ 102560 h 236159"/>
                <a:gd name="connsiteX122" fmla="*/ 11999 w 145935"/>
                <a:gd name="connsiteY122" fmla="*/ 100440 h 236159"/>
                <a:gd name="connsiteX123" fmla="*/ 12003 w 145935"/>
                <a:gd name="connsiteY123" fmla="*/ 92006 h 236159"/>
                <a:gd name="connsiteX124" fmla="*/ 12034 w 145935"/>
                <a:gd name="connsiteY124" fmla="*/ 59588 h 236159"/>
                <a:gd name="connsiteX125" fmla="*/ 12044 w 145935"/>
                <a:gd name="connsiteY125" fmla="*/ 49780 h 236159"/>
                <a:gd name="connsiteX126" fmla="*/ 12075 w 145935"/>
                <a:gd name="connsiteY126" fmla="*/ 29148 h 236159"/>
                <a:gd name="connsiteX127" fmla="*/ 12089 w 145935"/>
                <a:gd name="connsiteY127" fmla="*/ 20612 h 236159"/>
                <a:gd name="connsiteX128" fmla="*/ 12108 w 145935"/>
                <a:gd name="connsiteY128" fmla="*/ 11380 h 236159"/>
                <a:gd name="connsiteX129" fmla="*/ 12108 w 145935"/>
                <a:gd name="connsiteY129" fmla="*/ 8624 h 236159"/>
                <a:gd name="connsiteX130" fmla="*/ 12118 w 145935"/>
                <a:gd name="connsiteY130" fmla="*/ 6147 h 236159"/>
                <a:gd name="connsiteX131" fmla="*/ 12122 w 145935"/>
                <a:gd name="connsiteY131" fmla="*/ 3991 h 236159"/>
                <a:gd name="connsiteX132" fmla="*/ 16677 w 145935"/>
                <a:gd name="connsiteY132" fmla="*/ 1553 h 236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145935" h="236159">
                  <a:moveTo>
                    <a:pt x="16677" y="1553"/>
                  </a:moveTo>
                  <a:cubicBezTo>
                    <a:pt x="17213" y="1554"/>
                    <a:pt x="17749" y="1556"/>
                    <a:pt x="18301" y="1558"/>
                  </a:cubicBezTo>
                  <a:cubicBezTo>
                    <a:pt x="18866" y="1556"/>
                    <a:pt x="19432" y="1555"/>
                    <a:pt x="20014" y="1554"/>
                  </a:cubicBezTo>
                  <a:cubicBezTo>
                    <a:pt x="21923" y="1551"/>
                    <a:pt x="23831" y="1554"/>
                    <a:pt x="25740" y="1556"/>
                  </a:cubicBezTo>
                  <a:cubicBezTo>
                    <a:pt x="27103" y="1555"/>
                    <a:pt x="28465" y="1554"/>
                    <a:pt x="29828" y="1552"/>
                  </a:cubicBezTo>
                  <a:cubicBezTo>
                    <a:pt x="33539" y="1548"/>
                    <a:pt x="37250" y="1550"/>
                    <a:pt x="40962" y="1552"/>
                  </a:cubicBezTo>
                  <a:cubicBezTo>
                    <a:pt x="44837" y="1554"/>
                    <a:pt x="48712" y="1552"/>
                    <a:pt x="52587" y="1551"/>
                  </a:cubicBezTo>
                  <a:cubicBezTo>
                    <a:pt x="59095" y="1550"/>
                    <a:pt x="65604" y="1552"/>
                    <a:pt x="72112" y="1555"/>
                  </a:cubicBezTo>
                  <a:cubicBezTo>
                    <a:pt x="79649" y="1559"/>
                    <a:pt x="87185" y="1558"/>
                    <a:pt x="94721" y="1554"/>
                  </a:cubicBezTo>
                  <a:cubicBezTo>
                    <a:pt x="101179" y="1550"/>
                    <a:pt x="107637" y="1550"/>
                    <a:pt x="114095" y="1552"/>
                  </a:cubicBezTo>
                  <a:cubicBezTo>
                    <a:pt x="117958" y="1553"/>
                    <a:pt x="121820" y="1553"/>
                    <a:pt x="125683" y="1551"/>
                  </a:cubicBezTo>
                  <a:cubicBezTo>
                    <a:pt x="129313" y="1549"/>
                    <a:pt x="132944" y="1550"/>
                    <a:pt x="136574" y="1554"/>
                  </a:cubicBezTo>
                  <a:cubicBezTo>
                    <a:pt x="137911" y="1555"/>
                    <a:pt x="139247" y="1555"/>
                    <a:pt x="140584" y="1553"/>
                  </a:cubicBezTo>
                  <a:cubicBezTo>
                    <a:pt x="142400" y="1551"/>
                    <a:pt x="144217" y="1554"/>
                    <a:pt x="146033" y="1558"/>
                  </a:cubicBezTo>
                  <a:cubicBezTo>
                    <a:pt x="146569" y="1556"/>
                    <a:pt x="147105" y="1554"/>
                    <a:pt x="147657" y="1553"/>
                  </a:cubicBezTo>
                  <a:cubicBezTo>
                    <a:pt x="151287" y="1567"/>
                    <a:pt x="151287" y="1567"/>
                    <a:pt x="152116" y="2396"/>
                  </a:cubicBezTo>
                  <a:cubicBezTo>
                    <a:pt x="152191" y="4534"/>
                    <a:pt x="152220" y="6653"/>
                    <a:pt x="152215" y="8791"/>
                  </a:cubicBezTo>
                  <a:cubicBezTo>
                    <a:pt x="152216" y="9433"/>
                    <a:pt x="152216" y="10074"/>
                    <a:pt x="152217" y="10735"/>
                  </a:cubicBezTo>
                  <a:cubicBezTo>
                    <a:pt x="152218" y="12093"/>
                    <a:pt x="152216" y="13452"/>
                    <a:pt x="152213" y="14811"/>
                  </a:cubicBezTo>
                  <a:cubicBezTo>
                    <a:pt x="152209" y="16898"/>
                    <a:pt x="152213" y="18985"/>
                    <a:pt x="152218" y="21072"/>
                  </a:cubicBezTo>
                  <a:cubicBezTo>
                    <a:pt x="152217" y="22389"/>
                    <a:pt x="152216" y="23706"/>
                    <a:pt x="152215" y="25023"/>
                  </a:cubicBezTo>
                  <a:cubicBezTo>
                    <a:pt x="152216" y="25651"/>
                    <a:pt x="152218" y="26280"/>
                    <a:pt x="152220" y="26928"/>
                  </a:cubicBezTo>
                  <a:cubicBezTo>
                    <a:pt x="152202" y="31332"/>
                    <a:pt x="152202" y="31332"/>
                    <a:pt x="151372" y="32162"/>
                  </a:cubicBezTo>
                  <a:cubicBezTo>
                    <a:pt x="149959" y="32234"/>
                    <a:pt x="148544" y="32253"/>
                    <a:pt x="147130" y="32251"/>
                  </a:cubicBezTo>
                  <a:cubicBezTo>
                    <a:pt x="146208" y="32252"/>
                    <a:pt x="145287" y="32253"/>
                    <a:pt x="144337" y="32254"/>
                  </a:cubicBezTo>
                  <a:cubicBezTo>
                    <a:pt x="143307" y="32252"/>
                    <a:pt x="142276" y="32249"/>
                    <a:pt x="141246" y="32246"/>
                  </a:cubicBezTo>
                  <a:cubicBezTo>
                    <a:pt x="140168" y="32246"/>
                    <a:pt x="139090" y="32246"/>
                    <a:pt x="138013" y="32247"/>
                  </a:cubicBezTo>
                  <a:cubicBezTo>
                    <a:pt x="135078" y="32247"/>
                    <a:pt x="132143" y="32243"/>
                    <a:pt x="129208" y="32237"/>
                  </a:cubicBezTo>
                  <a:cubicBezTo>
                    <a:pt x="126144" y="32233"/>
                    <a:pt x="123080" y="32232"/>
                    <a:pt x="120016" y="32231"/>
                  </a:cubicBezTo>
                  <a:cubicBezTo>
                    <a:pt x="114210" y="32229"/>
                    <a:pt x="108404" y="32223"/>
                    <a:pt x="102599" y="32215"/>
                  </a:cubicBezTo>
                  <a:cubicBezTo>
                    <a:pt x="95991" y="32207"/>
                    <a:pt x="89382" y="32203"/>
                    <a:pt x="82774" y="32199"/>
                  </a:cubicBezTo>
                  <a:cubicBezTo>
                    <a:pt x="69177" y="32192"/>
                    <a:pt x="55580" y="32178"/>
                    <a:pt x="41983" y="32162"/>
                  </a:cubicBezTo>
                  <a:cubicBezTo>
                    <a:pt x="42104" y="32597"/>
                    <a:pt x="42225" y="33032"/>
                    <a:pt x="42349" y="33481"/>
                  </a:cubicBezTo>
                  <a:cubicBezTo>
                    <a:pt x="42929" y="36023"/>
                    <a:pt x="42831" y="38573"/>
                    <a:pt x="42824" y="41167"/>
                  </a:cubicBezTo>
                  <a:cubicBezTo>
                    <a:pt x="42825" y="41772"/>
                    <a:pt x="42826" y="42378"/>
                    <a:pt x="42828" y="43001"/>
                  </a:cubicBezTo>
                  <a:cubicBezTo>
                    <a:pt x="42831" y="45000"/>
                    <a:pt x="42829" y="46999"/>
                    <a:pt x="42826" y="48998"/>
                  </a:cubicBezTo>
                  <a:cubicBezTo>
                    <a:pt x="42827" y="50388"/>
                    <a:pt x="42828" y="51778"/>
                    <a:pt x="42828" y="53168"/>
                  </a:cubicBezTo>
                  <a:cubicBezTo>
                    <a:pt x="42830" y="56081"/>
                    <a:pt x="42828" y="58993"/>
                    <a:pt x="42824" y="61906"/>
                  </a:cubicBezTo>
                  <a:cubicBezTo>
                    <a:pt x="42820" y="65639"/>
                    <a:pt x="42823" y="69373"/>
                    <a:pt x="42827" y="73106"/>
                  </a:cubicBezTo>
                  <a:cubicBezTo>
                    <a:pt x="42830" y="75976"/>
                    <a:pt x="42829" y="78846"/>
                    <a:pt x="42827" y="81716"/>
                  </a:cubicBezTo>
                  <a:cubicBezTo>
                    <a:pt x="42827" y="83093"/>
                    <a:pt x="42827" y="84470"/>
                    <a:pt x="42829" y="85846"/>
                  </a:cubicBezTo>
                  <a:cubicBezTo>
                    <a:pt x="42831" y="87770"/>
                    <a:pt x="42828" y="89694"/>
                    <a:pt x="42824" y="91618"/>
                  </a:cubicBezTo>
                  <a:cubicBezTo>
                    <a:pt x="42825" y="92187"/>
                    <a:pt x="42827" y="92756"/>
                    <a:pt x="42828" y="93342"/>
                  </a:cubicBezTo>
                  <a:cubicBezTo>
                    <a:pt x="42818" y="95898"/>
                    <a:pt x="42666" y="98164"/>
                    <a:pt x="41983" y="100623"/>
                  </a:cubicBezTo>
                  <a:cubicBezTo>
                    <a:pt x="42511" y="100622"/>
                    <a:pt x="43039" y="100621"/>
                    <a:pt x="43583" y="100621"/>
                  </a:cubicBezTo>
                  <a:cubicBezTo>
                    <a:pt x="56413" y="100604"/>
                    <a:pt x="69244" y="100592"/>
                    <a:pt x="82074" y="100584"/>
                  </a:cubicBezTo>
                  <a:cubicBezTo>
                    <a:pt x="88279" y="100580"/>
                    <a:pt x="94483" y="100575"/>
                    <a:pt x="100688" y="100567"/>
                  </a:cubicBezTo>
                  <a:cubicBezTo>
                    <a:pt x="106094" y="100559"/>
                    <a:pt x="111501" y="100554"/>
                    <a:pt x="116907" y="100553"/>
                  </a:cubicBezTo>
                  <a:cubicBezTo>
                    <a:pt x="119771" y="100552"/>
                    <a:pt x="122635" y="100550"/>
                    <a:pt x="125499" y="100544"/>
                  </a:cubicBezTo>
                  <a:cubicBezTo>
                    <a:pt x="128193" y="100539"/>
                    <a:pt x="130886" y="100538"/>
                    <a:pt x="133580" y="100539"/>
                  </a:cubicBezTo>
                  <a:cubicBezTo>
                    <a:pt x="135044" y="100538"/>
                    <a:pt x="136508" y="100534"/>
                    <a:pt x="137973" y="100530"/>
                  </a:cubicBezTo>
                  <a:cubicBezTo>
                    <a:pt x="138839" y="100531"/>
                    <a:pt x="139705" y="100532"/>
                    <a:pt x="140597" y="100533"/>
                  </a:cubicBezTo>
                  <a:cubicBezTo>
                    <a:pt x="141731" y="100532"/>
                    <a:pt x="141731" y="100532"/>
                    <a:pt x="142888" y="100531"/>
                  </a:cubicBezTo>
                  <a:cubicBezTo>
                    <a:pt x="144675" y="100623"/>
                    <a:pt x="144675" y="100623"/>
                    <a:pt x="146163" y="101367"/>
                  </a:cubicBezTo>
                  <a:cubicBezTo>
                    <a:pt x="146315" y="103522"/>
                    <a:pt x="146371" y="105605"/>
                    <a:pt x="146361" y="107762"/>
                  </a:cubicBezTo>
                  <a:cubicBezTo>
                    <a:pt x="146362" y="108403"/>
                    <a:pt x="146364" y="109045"/>
                    <a:pt x="146365" y="109705"/>
                  </a:cubicBezTo>
                  <a:cubicBezTo>
                    <a:pt x="146366" y="111064"/>
                    <a:pt x="146363" y="112423"/>
                    <a:pt x="146357" y="113782"/>
                  </a:cubicBezTo>
                  <a:cubicBezTo>
                    <a:pt x="146349" y="115869"/>
                    <a:pt x="146357" y="117956"/>
                    <a:pt x="146366" y="120043"/>
                  </a:cubicBezTo>
                  <a:cubicBezTo>
                    <a:pt x="146365" y="121360"/>
                    <a:pt x="146364" y="122677"/>
                    <a:pt x="146361" y="123993"/>
                  </a:cubicBezTo>
                  <a:cubicBezTo>
                    <a:pt x="146364" y="124622"/>
                    <a:pt x="146367" y="125251"/>
                    <a:pt x="146370" y="125898"/>
                  </a:cubicBezTo>
                  <a:cubicBezTo>
                    <a:pt x="146358" y="127397"/>
                    <a:pt x="146268" y="128894"/>
                    <a:pt x="146163" y="130388"/>
                  </a:cubicBezTo>
                  <a:cubicBezTo>
                    <a:pt x="144213" y="131364"/>
                    <a:pt x="142782" y="131224"/>
                    <a:pt x="140597" y="131222"/>
                  </a:cubicBezTo>
                  <a:cubicBezTo>
                    <a:pt x="139731" y="131223"/>
                    <a:pt x="138865" y="131224"/>
                    <a:pt x="137973" y="131225"/>
                  </a:cubicBezTo>
                  <a:cubicBezTo>
                    <a:pt x="136540" y="131221"/>
                    <a:pt x="136540" y="131221"/>
                    <a:pt x="135079" y="131217"/>
                  </a:cubicBezTo>
                  <a:cubicBezTo>
                    <a:pt x="134067" y="131217"/>
                    <a:pt x="133055" y="131217"/>
                    <a:pt x="132043" y="131217"/>
                  </a:cubicBezTo>
                  <a:cubicBezTo>
                    <a:pt x="129291" y="131218"/>
                    <a:pt x="126539" y="131213"/>
                    <a:pt x="123787" y="131208"/>
                  </a:cubicBezTo>
                  <a:cubicBezTo>
                    <a:pt x="120913" y="131203"/>
                    <a:pt x="118039" y="131203"/>
                    <a:pt x="115165" y="131202"/>
                  </a:cubicBezTo>
                  <a:cubicBezTo>
                    <a:pt x="109720" y="131200"/>
                    <a:pt x="104275" y="131194"/>
                    <a:pt x="98831" y="131186"/>
                  </a:cubicBezTo>
                  <a:cubicBezTo>
                    <a:pt x="92633" y="131178"/>
                    <a:pt x="86435" y="131174"/>
                    <a:pt x="80237" y="131170"/>
                  </a:cubicBezTo>
                  <a:cubicBezTo>
                    <a:pt x="67486" y="131162"/>
                    <a:pt x="54735" y="131149"/>
                    <a:pt x="41983" y="131133"/>
                  </a:cubicBezTo>
                  <a:cubicBezTo>
                    <a:pt x="42104" y="131563"/>
                    <a:pt x="42225" y="131993"/>
                    <a:pt x="42349" y="132436"/>
                  </a:cubicBezTo>
                  <a:cubicBezTo>
                    <a:pt x="42968" y="135176"/>
                    <a:pt x="42830" y="137957"/>
                    <a:pt x="42824" y="140753"/>
                  </a:cubicBezTo>
                  <a:cubicBezTo>
                    <a:pt x="42825" y="141423"/>
                    <a:pt x="42826" y="142094"/>
                    <a:pt x="42828" y="142785"/>
                  </a:cubicBezTo>
                  <a:cubicBezTo>
                    <a:pt x="42831" y="145001"/>
                    <a:pt x="42829" y="147217"/>
                    <a:pt x="42826" y="149434"/>
                  </a:cubicBezTo>
                  <a:cubicBezTo>
                    <a:pt x="42827" y="150974"/>
                    <a:pt x="42828" y="152514"/>
                    <a:pt x="42828" y="154054"/>
                  </a:cubicBezTo>
                  <a:cubicBezTo>
                    <a:pt x="42830" y="157282"/>
                    <a:pt x="42828" y="160510"/>
                    <a:pt x="42824" y="163738"/>
                  </a:cubicBezTo>
                  <a:cubicBezTo>
                    <a:pt x="42820" y="167877"/>
                    <a:pt x="42823" y="172015"/>
                    <a:pt x="42827" y="176154"/>
                  </a:cubicBezTo>
                  <a:cubicBezTo>
                    <a:pt x="42830" y="179335"/>
                    <a:pt x="42829" y="182515"/>
                    <a:pt x="42827" y="185695"/>
                  </a:cubicBezTo>
                  <a:cubicBezTo>
                    <a:pt x="42827" y="187222"/>
                    <a:pt x="42827" y="188748"/>
                    <a:pt x="42829" y="190274"/>
                  </a:cubicBezTo>
                  <a:cubicBezTo>
                    <a:pt x="42831" y="192406"/>
                    <a:pt x="42828" y="194538"/>
                    <a:pt x="42824" y="196671"/>
                  </a:cubicBezTo>
                  <a:cubicBezTo>
                    <a:pt x="42825" y="197302"/>
                    <a:pt x="42827" y="197934"/>
                    <a:pt x="42828" y="198585"/>
                  </a:cubicBezTo>
                  <a:cubicBezTo>
                    <a:pt x="42819" y="201279"/>
                    <a:pt x="42712" y="203698"/>
                    <a:pt x="41983" y="206291"/>
                  </a:cubicBezTo>
                  <a:cubicBezTo>
                    <a:pt x="42868" y="206290"/>
                    <a:pt x="42868" y="206290"/>
                    <a:pt x="43771" y="206289"/>
                  </a:cubicBezTo>
                  <a:cubicBezTo>
                    <a:pt x="58104" y="206272"/>
                    <a:pt x="72437" y="206260"/>
                    <a:pt x="86770" y="206252"/>
                  </a:cubicBezTo>
                  <a:cubicBezTo>
                    <a:pt x="93701" y="206248"/>
                    <a:pt x="100632" y="206243"/>
                    <a:pt x="107563" y="206235"/>
                  </a:cubicBezTo>
                  <a:cubicBezTo>
                    <a:pt x="113602" y="206227"/>
                    <a:pt x="119641" y="206222"/>
                    <a:pt x="125680" y="206221"/>
                  </a:cubicBezTo>
                  <a:cubicBezTo>
                    <a:pt x="128880" y="206220"/>
                    <a:pt x="132080" y="206217"/>
                    <a:pt x="135279" y="206212"/>
                  </a:cubicBezTo>
                  <a:cubicBezTo>
                    <a:pt x="138287" y="206207"/>
                    <a:pt x="141295" y="206205"/>
                    <a:pt x="144303" y="206207"/>
                  </a:cubicBezTo>
                  <a:cubicBezTo>
                    <a:pt x="145411" y="206206"/>
                    <a:pt x="146518" y="206205"/>
                    <a:pt x="147625" y="206202"/>
                  </a:cubicBezTo>
                  <a:cubicBezTo>
                    <a:pt x="149130" y="206198"/>
                    <a:pt x="150636" y="206200"/>
                    <a:pt x="152141" y="206201"/>
                  </a:cubicBezTo>
                  <a:cubicBezTo>
                    <a:pt x="152985" y="206201"/>
                    <a:pt x="153830" y="206200"/>
                    <a:pt x="154700" y="206199"/>
                  </a:cubicBezTo>
                  <a:cubicBezTo>
                    <a:pt x="156581" y="206291"/>
                    <a:pt x="156581" y="206291"/>
                    <a:pt x="157325" y="207035"/>
                  </a:cubicBezTo>
                  <a:cubicBezTo>
                    <a:pt x="157542" y="211277"/>
                    <a:pt x="157559" y="215521"/>
                    <a:pt x="157586" y="219767"/>
                  </a:cubicBezTo>
                  <a:cubicBezTo>
                    <a:pt x="157598" y="221201"/>
                    <a:pt x="157618" y="222635"/>
                    <a:pt x="157647" y="224068"/>
                  </a:cubicBezTo>
                  <a:cubicBezTo>
                    <a:pt x="157687" y="226127"/>
                    <a:pt x="157704" y="228184"/>
                    <a:pt x="157715" y="230243"/>
                  </a:cubicBezTo>
                  <a:cubicBezTo>
                    <a:pt x="157731" y="230888"/>
                    <a:pt x="157748" y="231533"/>
                    <a:pt x="157766" y="232197"/>
                  </a:cubicBezTo>
                  <a:cubicBezTo>
                    <a:pt x="157759" y="233995"/>
                    <a:pt x="157759" y="233995"/>
                    <a:pt x="157325" y="236801"/>
                  </a:cubicBezTo>
                  <a:cubicBezTo>
                    <a:pt x="154320" y="237862"/>
                    <a:pt x="151079" y="237649"/>
                    <a:pt x="147922" y="237639"/>
                  </a:cubicBezTo>
                  <a:cubicBezTo>
                    <a:pt x="147356" y="237640"/>
                    <a:pt x="146790" y="237641"/>
                    <a:pt x="146206" y="237643"/>
                  </a:cubicBezTo>
                  <a:cubicBezTo>
                    <a:pt x="144312" y="237646"/>
                    <a:pt x="142418" y="237643"/>
                    <a:pt x="140524" y="237641"/>
                  </a:cubicBezTo>
                  <a:cubicBezTo>
                    <a:pt x="139164" y="237642"/>
                    <a:pt x="137805" y="237643"/>
                    <a:pt x="136446" y="237645"/>
                  </a:cubicBezTo>
                  <a:cubicBezTo>
                    <a:pt x="132756" y="237648"/>
                    <a:pt x="129066" y="237647"/>
                    <a:pt x="125376" y="237645"/>
                  </a:cubicBezTo>
                  <a:cubicBezTo>
                    <a:pt x="121516" y="237643"/>
                    <a:pt x="117656" y="237644"/>
                    <a:pt x="113796" y="237646"/>
                  </a:cubicBezTo>
                  <a:cubicBezTo>
                    <a:pt x="107315" y="237647"/>
                    <a:pt x="100833" y="237645"/>
                    <a:pt x="94352" y="237642"/>
                  </a:cubicBezTo>
                  <a:cubicBezTo>
                    <a:pt x="86855" y="237638"/>
                    <a:pt x="79359" y="237639"/>
                    <a:pt x="71862" y="237643"/>
                  </a:cubicBezTo>
                  <a:cubicBezTo>
                    <a:pt x="65428" y="237646"/>
                    <a:pt x="58994" y="237647"/>
                    <a:pt x="52560" y="237645"/>
                  </a:cubicBezTo>
                  <a:cubicBezTo>
                    <a:pt x="48716" y="237644"/>
                    <a:pt x="44872" y="237644"/>
                    <a:pt x="41028" y="237646"/>
                  </a:cubicBezTo>
                  <a:cubicBezTo>
                    <a:pt x="37415" y="237648"/>
                    <a:pt x="33803" y="237647"/>
                    <a:pt x="30190" y="237642"/>
                  </a:cubicBezTo>
                  <a:cubicBezTo>
                    <a:pt x="28863" y="237641"/>
                    <a:pt x="27536" y="237642"/>
                    <a:pt x="26209" y="237643"/>
                  </a:cubicBezTo>
                  <a:cubicBezTo>
                    <a:pt x="24400" y="237645"/>
                    <a:pt x="22591" y="237643"/>
                    <a:pt x="20782" y="237639"/>
                  </a:cubicBezTo>
                  <a:cubicBezTo>
                    <a:pt x="20254" y="237641"/>
                    <a:pt x="19727" y="237642"/>
                    <a:pt x="19184" y="237644"/>
                  </a:cubicBezTo>
                  <a:cubicBezTo>
                    <a:pt x="14074" y="237624"/>
                    <a:pt x="14074" y="237624"/>
                    <a:pt x="12218" y="236801"/>
                  </a:cubicBezTo>
                  <a:cubicBezTo>
                    <a:pt x="11847" y="235206"/>
                    <a:pt x="11847" y="235206"/>
                    <a:pt x="11849" y="233050"/>
                  </a:cubicBezTo>
                  <a:cubicBezTo>
                    <a:pt x="11843" y="232233"/>
                    <a:pt x="11837" y="231415"/>
                    <a:pt x="11830" y="230573"/>
                  </a:cubicBezTo>
                  <a:cubicBezTo>
                    <a:pt x="11838" y="229663"/>
                    <a:pt x="11846" y="228754"/>
                    <a:pt x="11855" y="227817"/>
                  </a:cubicBezTo>
                  <a:cubicBezTo>
                    <a:pt x="11852" y="226860"/>
                    <a:pt x="11849" y="225903"/>
                    <a:pt x="11845" y="224916"/>
                  </a:cubicBezTo>
                  <a:cubicBezTo>
                    <a:pt x="11837" y="222247"/>
                    <a:pt x="11848" y="219577"/>
                    <a:pt x="11861" y="216908"/>
                  </a:cubicBezTo>
                  <a:cubicBezTo>
                    <a:pt x="11873" y="214034"/>
                    <a:pt x="11867" y="211160"/>
                    <a:pt x="11863" y="208285"/>
                  </a:cubicBezTo>
                  <a:cubicBezTo>
                    <a:pt x="11858" y="202650"/>
                    <a:pt x="11870" y="197015"/>
                    <a:pt x="11886" y="191380"/>
                  </a:cubicBezTo>
                  <a:cubicBezTo>
                    <a:pt x="11904" y="184824"/>
                    <a:pt x="11906" y="178269"/>
                    <a:pt x="11908" y="171714"/>
                  </a:cubicBezTo>
                  <a:cubicBezTo>
                    <a:pt x="11911" y="160021"/>
                    <a:pt x="11927" y="148329"/>
                    <a:pt x="11952" y="136637"/>
                  </a:cubicBezTo>
                  <a:cubicBezTo>
                    <a:pt x="11976" y="125278"/>
                    <a:pt x="11992" y="113919"/>
                    <a:pt x="11998" y="102560"/>
                  </a:cubicBezTo>
                  <a:cubicBezTo>
                    <a:pt x="11998" y="101860"/>
                    <a:pt x="11999" y="101161"/>
                    <a:pt x="11999" y="100440"/>
                  </a:cubicBezTo>
                  <a:cubicBezTo>
                    <a:pt x="12001" y="97629"/>
                    <a:pt x="12002" y="94817"/>
                    <a:pt x="12003" y="92006"/>
                  </a:cubicBezTo>
                  <a:cubicBezTo>
                    <a:pt x="12009" y="81200"/>
                    <a:pt x="12021" y="70394"/>
                    <a:pt x="12034" y="59588"/>
                  </a:cubicBezTo>
                  <a:cubicBezTo>
                    <a:pt x="12037" y="56319"/>
                    <a:pt x="12041" y="53050"/>
                    <a:pt x="12044" y="49780"/>
                  </a:cubicBezTo>
                  <a:cubicBezTo>
                    <a:pt x="12051" y="42903"/>
                    <a:pt x="12060" y="36026"/>
                    <a:pt x="12075" y="29148"/>
                  </a:cubicBezTo>
                  <a:cubicBezTo>
                    <a:pt x="12082" y="26303"/>
                    <a:pt x="12087" y="23458"/>
                    <a:pt x="12089" y="20612"/>
                  </a:cubicBezTo>
                  <a:cubicBezTo>
                    <a:pt x="12091" y="17535"/>
                    <a:pt x="12099" y="14457"/>
                    <a:pt x="12108" y="11380"/>
                  </a:cubicBezTo>
                  <a:cubicBezTo>
                    <a:pt x="12108" y="10470"/>
                    <a:pt x="12108" y="9561"/>
                    <a:pt x="12108" y="8624"/>
                  </a:cubicBezTo>
                  <a:cubicBezTo>
                    <a:pt x="12111" y="7806"/>
                    <a:pt x="12114" y="6989"/>
                    <a:pt x="12118" y="6147"/>
                  </a:cubicBezTo>
                  <a:cubicBezTo>
                    <a:pt x="12119" y="5435"/>
                    <a:pt x="12120" y="4724"/>
                    <a:pt x="12122" y="3991"/>
                  </a:cubicBezTo>
                  <a:cubicBezTo>
                    <a:pt x="12306" y="922"/>
                    <a:pt x="14012" y="1563"/>
                    <a:pt x="16677" y="1553"/>
                  </a:cubicBezTo>
                  <a:close/>
                </a:path>
              </a:pathLst>
            </a:custGeom>
            <a:grpFill/>
            <a:ln w="744" cap="flat">
              <a:noFill/>
              <a:prstDash val="solid"/>
              <a:miter/>
            </a:ln>
          </p:spPr>
          <p:txBody>
            <a:bodyPr rtlCol="0" anchor="ctr"/>
            <a:lstStyle/>
            <a:p>
              <a:endParaRPr lang="zh-CN" altLang="en-US"/>
            </a:p>
          </p:txBody>
        </p:sp>
        <p:sp>
          <p:nvSpPr>
            <p:cNvPr id="187" name="任意多边形: 形状 186"/>
            <p:cNvSpPr/>
            <p:nvPr/>
          </p:nvSpPr>
          <p:spPr>
            <a:xfrm>
              <a:off x="5710190" y="1392886"/>
              <a:ext cx="145931" cy="236114"/>
            </a:xfrm>
            <a:custGeom>
              <a:avLst/>
              <a:gdLst>
                <a:gd name="connsiteX0" fmla="*/ 8517 w 145932"/>
                <a:gd name="connsiteY0" fmla="*/ 1600 h 236107"/>
                <a:gd name="connsiteX1" fmla="*/ 62909 w 145932"/>
                <a:gd name="connsiteY1" fmla="*/ 1561 h 236107"/>
                <a:gd name="connsiteX2" fmla="*/ 88162 w 145932"/>
                <a:gd name="connsiteY2" fmla="*/ 1544 h 236107"/>
                <a:gd name="connsiteX3" fmla="*/ 110164 w 145932"/>
                <a:gd name="connsiteY3" fmla="*/ 1530 h 236107"/>
                <a:gd name="connsiteX4" fmla="*/ 121822 w 145932"/>
                <a:gd name="connsiteY4" fmla="*/ 1521 h 236107"/>
                <a:gd name="connsiteX5" fmla="*/ 132781 w 145932"/>
                <a:gd name="connsiteY5" fmla="*/ 1516 h 236107"/>
                <a:gd name="connsiteX6" fmla="*/ 136816 w 145932"/>
                <a:gd name="connsiteY6" fmla="*/ 1511 h 236107"/>
                <a:gd name="connsiteX7" fmla="*/ 142299 w 145932"/>
                <a:gd name="connsiteY7" fmla="*/ 1511 h 236107"/>
                <a:gd name="connsiteX8" fmla="*/ 143933 w 145932"/>
                <a:gd name="connsiteY8" fmla="*/ 1504 h 236107"/>
                <a:gd name="connsiteX9" fmla="*/ 148416 w 145932"/>
                <a:gd name="connsiteY9" fmla="*/ 2344 h 236107"/>
                <a:gd name="connsiteX10" fmla="*/ 148514 w 145932"/>
                <a:gd name="connsiteY10" fmla="*/ 8550 h 236107"/>
                <a:gd name="connsiteX11" fmla="*/ 148517 w 145932"/>
                <a:gd name="connsiteY11" fmla="*/ 10438 h 236107"/>
                <a:gd name="connsiteX12" fmla="*/ 148513 w 145932"/>
                <a:gd name="connsiteY12" fmla="*/ 14400 h 236107"/>
                <a:gd name="connsiteX13" fmla="*/ 148517 w 145932"/>
                <a:gd name="connsiteY13" fmla="*/ 20475 h 236107"/>
                <a:gd name="connsiteX14" fmla="*/ 148514 w 145932"/>
                <a:gd name="connsiteY14" fmla="*/ 24317 h 236107"/>
                <a:gd name="connsiteX15" fmla="*/ 148519 w 145932"/>
                <a:gd name="connsiteY15" fmla="*/ 26161 h 236107"/>
                <a:gd name="connsiteX16" fmla="*/ 147672 w 145932"/>
                <a:gd name="connsiteY16" fmla="*/ 32110 h 236107"/>
                <a:gd name="connsiteX17" fmla="*/ 143429 w 145932"/>
                <a:gd name="connsiteY17" fmla="*/ 32289 h 236107"/>
                <a:gd name="connsiteX18" fmla="*/ 140637 w 145932"/>
                <a:gd name="connsiteY18" fmla="*/ 32295 h 236107"/>
                <a:gd name="connsiteX19" fmla="*/ 137546 w 145932"/>
                <a:gd name="connsiteY19" fmla="*/ 32279 h 236107"/>
                <a:gd name="connsiteX20" fmla="*/ 134312 w 145932"/>
                <a:gd name="connsiteY20" fmla="*/ 32279 h 236107"/>
                <a:gd name="connsiteX21" fmla="*/ 125507 w 145932"/>
                <a:gd name="connsiteY21" fmla="*/ 32261 h 236107"/>
                <a:gd name="connsiteX22" fmla="*/ 116316 w 145932"/>
                <a:gd name="connsiteY22" fmla="*/ 32249 h 236107"/>
                <a:gd name="connsiteX23" fmla="*/ 98898 w 145932"/>
                <a:gd name="connsiteY23" fmla="*/ 32217 h 236107"/>
                <a:gd name="connsiteX24" fmla="*/ 79074 w 145932"/>
                <a:gd name="connsiteY24" fmla="*/ 32185 h 236107"/>
                <a:gd name="connsiteX25" fmla="*/ 38283 w 145932"/>
                <a:gd name="connsiteY25" fmla="*/ 32110 h 236107"/>
                <a:gd name="connsiteX26" fmla="*/ 38649 w 145932"/>
                <a:gd name="connsiteY26" fmla="*/ 33429 h 236107"/>
                <a:gd name="connsiteX27" fmla="*/ 39123 w 145932"/>
                <a:gd name="connsiteY27" fmla="*/ 41115 h 236107"/>
                <a:gd name="connsiteX28" fmla="*/ 39127 w 145932"/>
                <a:gd name="connsiteY28" fmla="*/ 42949 h 236107"/>
                <a:gd name="connsiteX29" fmla="*/ 39126 w 145932"/>
                <a:gd name="connsiteY29" fmla="*/ 48946 h 236107"/>
                <a:gd name="connsiteX30" fmla="*/ 39128 w 145932"/>
                <a:gd name="connsiteY30" fmla="*/ 53116 h 236107"/>
                <a:gd name="connsiteX31" fmla="*/ 39124 w 145932"/>
                <a:gd name="connsiteY31" fmla="*/ 61854 h 236107"/>
                <a:gd name="connsiteX32" fmla="*/ 39127 w 145932"/>
                <a:gd name="connsiteY32" fmla="*/ 73054 h 236107"/>
                <a:gd name="connsiteX33" fmla="*/ 39127 w 145932"/>
                <a:gd name="connsiteY33" fmla="*/ 81664 h 236107"/>
                <a:gd name="connsiteX34" fmla="*/ 39128 w 145932"/>
                <a:gd name="connsiteY34" fmla="*/ 85794 h 236107"/>
                <a:gd name="connsiteX35" fmla="*/ 39123 w 145932"/>
                <a:gd name="connsiteY35" fmla="*/ 91565 h 236107"/>
                <a:gd name="connsiteX36" fmla="*/ 39128 w 145932"/>
                <a:gd name="connsiteY36" fmla="*/ 93290 h 236107"/>
                <a:gd name="connsiteX37" fmla="*/ 38283 w 145932"/>
                <a:gd name="connsiteY37" fmla="*/ 100571 h 236107"/>
                <a:gd name="connsiteX38" fmla="*/ 39882 w 145932"/>
                <a:gd name="connsiteY38" fmla="*/ 100569 h 236107"/>
                <a:gd name="connsiteX39" fmla="*/ 78374 w 145932"/>
                <a:gd name="connsiteY39" fmla="*/ 100532 h 236107"/>
                <a:gd name="connsiteX40" fmla="*/ 96987 w 145932"/>
                <a:gd name="connsiteY40" fmla="*/ 100515 h 236107"/>
                <a:gd name="connsiteX41" fmla="*/ 113207 w 145932"/>
                <a:gd name="connsiteY41" fmla="*/ 100501 h 236107"/>
                <a:gd name="connsiteX42" fmla="*/ 121799 w 145932"/>
                <a:gd name="connsiteY42" fmla="*/ 100492 h 236107"/>
                <a:gd name="connsiteX43" fmla="*/ 129879 w 145932"/>
                <a:gd name="connsiteY43" fmla="*/ 100487 h 236107"/>
                <a:gd name="connsiteX44" fmla="*/ 134272 w 145932"/>
                <a:gd name="connsiteY44" fmla="*/ 100478 h 236107"/>
                <a:gd name="connsiteX45" fmla="*/ 136897 w 145932"/>
                <a:gd name="connsiteY45" fmla="*/ 100481 h 236107"/>
                <a:gd name="connsiteX46" fmla="*/ 139187 w 145932"/>
                <a:gd name="connsiteY46" fmla="*/ 100479 h 236107"/>
                <a:gd name="connsiteX47" fmla="*/ 142463 w 145932"/>
                <a:gd name="connsiteY47" fmla="*/ 101315 h 236107"/>
                <a:gd name="connsiteX48" fmla="*/ 142660 w 145932"/>
                <a:gd name="connsiteY48" fmla="*/ 107710 h 236107"/>
                <a:gd name="connsiteX49" fmla="*/ 142665 w 145932"/>
                <a:gd name="connsiteY49" fmla="*/ 109653 h 236107"/>
                <a:gd name="connsiteX50" fmla="*/ 142657 w 145932"/>
                <a:gd name="connsiteY50" fmla="*/ 113729 h 236107"/>
                <a:gd name="connsiteX51" fmla="*/ 142666 w 145932"/>
                <a:gd name="connsiteY51" fmla="*/ 119991 h 236107"/>
                <a:gd name="connsiteX52" fmla="*/ 142660 w 145932"/>
                <a:gd name="connsiteY52" fmla="*/ 123941 h 236107"/>
                <a:gd name="connsiteX53" fmla="*/ 142669 w 145932"/>
                <a:gd name="connsiteY53" fmla="*/ 125846 h 236107"/>
                <a:gd name="connsiteX54" fmla="*/ 142463 w 145932"/>
                <a:gd name="connsiteY54" fmla="*/ 130336 h 236107"/>
                <a:gd name="connsiteX55" fmla="*/ 136897 w 145932"/>
                <a:gd name="connsiteY55" fmla="*/ 131170 h 236107"/>
                <a:gd name="connsiteX56" fmla="*/ 134272 w 145932"/>
                <a:gd name="connsiteY56" fmla="*/ 131173 h 236107"/>
                <a:gd name="connsiteX57" fmla="*/ 131379 w 145932"/>
                <a:gd name="connsiteY57" fmla="*/ 131165 h 236107"/>
                <a:gd name="connsiteX58" fmla="*/ 128343 w 145932"/>
                <a:gd name="connsiteY58" fmla="*/ 131165 h 236107"/>
                <a:gd name="connsiteX59" fmla="*/ 120087 w 145932"/>
                <a:gd name="connsiteY59" fmla="*/ 131156 h 236107"/>
                <a:gd name="connsiteX60" fmla="*/ 111464 w 145932"/>
                <a:gd name="connsiteY60" fmla="*/ 131150 h 236107"/>
                <a:gd name="connsiteX61" fmla="*/ 95130 w 145932"/>
                <a:gd name="connsiteY61" fmla="*/ 131134 h 236107"/>
                <a:gd name="connsiteX62" fmla="*/ 76537 w 145932"/>
                <a:gd name="connsiteY62" fmla="*/ 131118 h 236107"/>
                <a:gd name="connsiteX63" fmla="*/ 38283 w 145932"/>
                <a:gd name="connsiteY63" fmla="*/ 131081 h 236107"/>
                <a:gd name="connsiteX64" fmla="*/ 38649 w 145932"/>
                <a:gd name="connsiteY64" fmla="*/ 132383 h 236107"/>
                <a:gd name="connsiteX65" fmla="*/ 39123 w 145932"/>
                <a:gd name="connsiteY65" fmla="*/ 140701 h 236107"/>
                <a:gd name="connsiteX66" fmla="*/ 39127 w 145932"/>
                <a:gd name="connsiteY66" fmla="*/ 142733 h 236107"/>
                <a:gd name="connsiteX67" fmla="*/ 39126 w 145932"/>
                <a:gd name="connsiteY67" fmla="*/ 149382 h 236107"/>
                <a:gd name="connsiteX68" fmla="*/ 39128 w 145932"/>
                <a:gd name="connsiteY68" fmla="*/ 154002 h 236107"/>
                <a:gd name="connsiteX69" fmla="*/ 39124 w 145932"/>
                <a:gd name="connsiteY69" fmla="*/ 163686 h 236107"/>
                <a:gd name="connsiteX70" fmla="*/ 39127 w 145932"/>
                <a:gd name="connsiteY70" fmla="*/ 176102 h 236107"/>
                <a:gd name="connsiteX71" fmla="*/ 39127 w 145932"/>
                <a:gd name="connsiteY71" fmla="*/ 185643 h 236107"/>
                <a:gd name="connsiteX72" fmla="*/ 39128 w 145932"/>
                <a:gd name="connsiteY72" fmla="*/ 190222 h 236107"/>
                <a:gd name="connsiteX73" fmla="*/ 39123 w 145932"/>
                <a:gd name="connsiteY73" fmla="*/ 196619 h 236107"/>
                <a:gd name="connsiteX74" fmla="*/ 39128 w 145932"/>
                <a:gd name="connsiteY74" fmla="*/ 198533 h 236107"/>
                <a:gd name="connsiteX75" fmla="*/ 38283 w 145932"/>
                <a:gd name="connsiteY75" fmla="*/ 206239 h 236107"/>
                <a:gd name="connsiteX76" fmla="*/ 40070 w 145932"/>
                <a:gd name="connsiteY76" fmla="*/ 206237 h 236107"/>
                <a:gd name="connsiteX77" fmla="*/ 83069 w 145932"/>
                <a:gd name="connsiteY77" fmla="*/ 206200 h 236107"/>
                <a:gd name="connsiteX78" fmla="*/ 103863 w 145932"/>
                <a:gd name="connsiteY78" fmla="*/ 206183 h 236107"/>
                <a:gd name="connsiteX79" fmla="*/ 121980 w 145932"/>
                <a:gd name="connsiteY79" fmla="*/ 206169 h 236107"/>
                <a:gd name="connsiteX80" fmla="*/ 131579 w 145932"/>
                <a:gd name="connsiteY80" fmla="*/ 206160 h 236107"/>
                <a:gd name="connsiteX81" fmla="*/ 140603 w 145932"/>
                <a:gd name="connsiteY81" fmla="*/ 206155 h 236107"/>
                <a:gd name="connsiteX82" fmla="*/ 143925 w 145932"/>
                <a:gd name="connsiteY82" fmla="*/ 206150 h 236107"/>
                <a:gd name="connsiteX83" fmla="*/ 148440 w 145932"/>
                <a:gd name="connsiteY83" fmla="*/ 206149 h 236107"/>
                <a:gd name="connsiteX84" fmla="*/ 150999 w 145932"/>
                <a:gd name="connsiteY84" fmla="*/ 206147 h 236107"/>
                <a:gd name="connsiteX85" fmla="*/ 153625 w 145932"/>
                <a:gd name="connsiteY85" fmla="*/ 206983 h 236107"/>
                <a:gd name="connsiteX86" fmla="*/ 153885 w 145932"/>
                <a:gd name="connsiteY86" fmla="*/ 219715 h 236107"/>
                <a:gd name="connsiteX87" fmla="*/ 153946 w 145932"/>
                <a:gd name="connsiteY87" fmla="*/ 224016 h 236107"/>
                <a:gd name="connsiteX88" fmla="*/ 154014 w 145932"/>
                <a:gd name="connsiteY88" fmla="*/ 230191 h 236107"/>
                <a:gd name="connsiteX89" fmla="*/ 154065 w 145932"/>
                <a:gd name="connsiteY89" fmla="*/ 232145 h 236107"/>
                <a:gd name="connsiteX90" fmla="*/ 153625 w 145932"/>
                <a:gd name="connsiteY90" fmla="*/ 236748 h 236107"/>
                <a:gd name="connsiteX91" fmla="*/ 144222 w 145932"/>
                <a:gd name="connsiteY91" fmla="*/ 237587 h 236107"/>
                <a:gd name="connsiteX92" fmla="*/ 142506 w 145932"/>
                <a:gd name="connsiteY92" fmla="*/ 237591 h 236107"/>
                <a:gd name="connsiteX93" fmla="*/ 136823 w 145932"/>
                <a:gd name="connsiteY93" fmla="*/ 237589 h 236107"/>
                <a:gd name="connsiteX94" fmla="*/ 132745 w 145932"/>
                <a:gd name="connsiteY94" fmla="*/ 237593 h 236107"/>
                <a:gd name="connsiteX95" fmla="*/ 121676 w 145932"/>
                <a:gd name="connsiteY95" fmla="*/ 237593 h 236107"/>
                <a:gd name="connsiteX96" fmla="*/ 110096 w 145932"/>
                <a:gd name="connsiteY96" fmla="*/ 237594 h 236107"/>
                <a:gd name="connsiteX97" fmla="*/ 90652 w 145932"/>
                <a:gd name="connsiteY97" fmla="*/ 237590 h 236107"/>
                <a:gd name="connsiteX98" fmla="*/ 68162 w 145932"/>
                <a:gd name="connsiteY98" fmla="*/ 237591 h 236107"/>
                <a:gd name="connsiteX99" fmla="*/ 48859 w 145932"/>
                <a:gd name="connsiteY99" fmla="*/ 237593 h 236107"/>
                <a:gd name="connsiteX100" fmla="*/ 37328 w 145932"/>
                <a:gd name="connsiteY100" fmla="*/ 237594 h 236107"/>
                <a:gd name="connsiteX101" fmla="*/ 26489 w 145932"/>
                <a:gd name="connsiteY101" fmla="*/ 237590 h 236107"/>
                <a:gd name="connsiteX102" fmla="*/ 22508 w 145932"/>
                <a:gd name="connsiteY102" fmla="*/ 237591 h 236107"/>
                <a:gd name="connsiteX103" fmla="*/ 17081 w 145932"/>
                <a:gd name="connsiteY103" fmla="*/ 237587 h 236107"/>
                <a:gd name="connsiteX104" fmla="*/ 15483 w 145932"/>
                <a:gd name="connsiteY104" fmla="*/ 237592 h 236107"/>
                <a:gd name="connsiteX105" fmla="*/ 8517 w 145932"/>
                <a:gd name="connsiteY105" fmla="*/ 236748 h 236107"/>
                <a:gd name="connsiteX106" fmla="*/ 8151 w 145932"/>
                <a:gd name="connsiteY106" fmla="*/ 232984 h 236107"/>
                <a:gd name="connsiteX107" fmla="*/ 8133 w 145932"/>
                <a:gd name="connsiteY107" fmla="*/ 230498 h 236107"/>
                <a:gd name="connsiteX108" fmla="*/ 8159 w 145932"/>
                <a:gd name="connsiteY108" fmla="*/ 227732 h 236107"/>
                <a:gd name="connsiteX109" fmla="*/ 8152 w 145932"/>
                <a:gd name="connsiteY109" fmla="*/ 224820 h 236107"/>
                <a:gd name="connsiteX110" fmla="*/ 8172 w 145932"/>
                <a:gd name="connsiteY110" fmla="*/ 216782 h 236107"/>
                <a:gd name="connsiteX111" fmla="*/ 8178 w 145932"/>
                <a:gd name="connsiteY111" fmla="*/ 208128 h 236107"/>
                <a:gd name="connsiteX112" fmla="*/ 8203 w 145932"/>
                <a:gd name="connsiteY112" fmla="*/ 193121 h 236107"/>
                <a:gd name="connsiteX113" fmla="*/ 8238 w 145932"/>
                <a:gd name="connsiteY113" fmla="*/ 171424 h 236107"/>
                <a:gd name="connsiteX114" fmla="*/ 8293 w 145932"/>
                <a:gd name="connsiteY114" fmla="*/ 136226 h 236107"/>
                <a:gd name="connsiteX115" fmla="*/ 8354 w 145932"/>
                <a:gd name="connsiteY115" fmla="*/ 102025 h 236107"/>
                <a:gd name="connsiteX116" fmla="*/ 8356 w 145932"/>
                <a:gd name="connsiteY116" fmla="*/ 99898 h 236107"/>
                <a:gd name="connsiteX117" fmla="*/ 8367 w 145932"/>
                <a:gd name="connsiteY117" fmla="*/ 89330 h 236107"/>
                <a:gd name="connsiteX118" fmla="*/ 8517 w 145932"/>
                <a:gd name="connsiteY118" fmla="*/ 1600 h 23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45932" h="236107">
                  <a:moveTo>
                    <a:pt x="8517" y="1600"/>
                  </a:moveTo>
                  <a:cubicBezTo>
                    <a:pt x="26648" y="1583"/>
                    <a:pt x="44778" y="1570"/>
                    <a:pt x="62909" y="1561"/>
                  </a:cubicBezTo>
                  <a:cubicBezTo>
                    <a:pt x="71327" y="1558"/>
                    <a:pt x="79745" y="1552"/>
                    <a:pt x="88162" y="1544"/>
                  </a:cubicBezTo>
                  <a:cubicBezTo>
                    <a:pt x="95496" y="1537"/>
                    <a:pt x="102830" y="1532"/>
                    <a:pt x="110164" y="1530"/>
                  </a:cubicBezTo>
                  <a:cubicBezTo>
                    <a:pt x="114050" y="1529"/>
                    <a:pt x="117936" y="1527"/>
                    <a:pt x="121822" y="1521"/>
                  </a:cubicBezTo>
                  <a:cubicBezTo>
                    <a:pt x="125475" y="1516"/>
                    <a:pt x="129128" y="1515"/>
                    <a:pt x="132781" y="1516"/>
                  </a:cubicBezTo>
                  <a:cubicBezTo>
                    <a:pt x="134126" y="1516"/>
                    <a:pt x="135471" y="1514"/>
                    <a:pt x="136816" y="1511"/>
                  </a:cubicBezTo>
                  <a:cubicBezTo>
                    <a:pt x="138644" y="1508"/>
                    <a:pt x="140471" y="1509"/>
                    <a:pt x="142299" y="1511"/>
                  </a:cubicBezTo>
                  <a:cubicBezTo>
                    <a:pt x="143108" y="1507"/>
                    <a:pt x="143108" y="1507"/>
                    <a:pt x="143933" y="1504"/>
                  </a:cubicBezTo>
                  <a:cubicBezTo>
                    <a:pt x="147587" y="1515"/>
                    <a:pt x="147587" y="1515"/>
                    <a:pt x="148416" y="2344"/>
                  </a:cubicBezTo>
                  <a:cubicBezTo>
                    <a:pt x="148491" y="4419"/>
                    <a:pt x="148520" y="6475"/>
                    <a:pt x="148514" y="8550"/>
                  </a:cubicBezTo>
                  <a:cubicBezTo>
                    <a:pt x="148515" y="9173"/>
                    <a:pt x="148516" y="9796"/>
                    <a:pt x="148517" y="10438"/>
                  </a:cubicBezTo>
                  <a:cubicBezTo>
                    <a:pt x="148517" y="11759"/>
                    <a:pt x="148516" y="13079"/>
                    <a:pt x="148513" y="14400"/>
                  </a:cubicBezTo>
                  <a:cubicBezTo>
                    <a:pt x="148509" y="16425"/>
                    <a:pt x="148513" y="18450"/>
                    <a:pt x="148517" y="20475"/>
                  </a:cubicBezTo>
                  <a:cubicBezTo>
                    <a:pt x="148517" y="21756"/>
                    <a:pt x="148516" y="23036"/>
                    <a:pt x="148514" y="24317"/>
                  </a:cubicBezTo>
                  <a:cubicBezTo>
                    <a:pt x="148516" y="24925"/>
                    <a:pt x="148518" y="25534"/>
                    <a:pt x="148519" y="26161"/>
                  </a:cubicBezTo>
                  <a:cubicBezTo>
                    <a:pt x="148501" y="30450"/>
                    <a:pt x="148501" y="30450"/>
                    <a:pt x="147672" y="32110"/>
                  </a:cubicBezTo>
                  <a:cubicBezTo>
                    <a:pt x="145872" y="32293"/>
                    <a:pt x="145872" y="32293"/>
                    <a:pt x="143429" y="32289"/>
                  </a:cubicBezTo>
                  <a:cubicBezTo>
                    <a:pt x="142508" y="32291"/>
                    <a:pt x="141586" y="32293"/>
                    <a:pt x="140637" y="32295"/>
                  </a:cubicBezTo>
                  <a:cubicBezTo>
                    <a:pt x="139606" y="32290"/>
                    <a:pt x="138576" y="32284"/>
                    <a:pt x="137546" y="32279"/>
                  </a:cubicBezTo>
                  <a:cubicBezTo>
                    <a:pt x="136468" y="32278"/>
                    <a:pt x="135390" y="32279"/>
                    <a:pt x="134312" y="32279"/>
                  </a:cubicBezTo>
                  <a:cubicBezTo>
                    <a:pt x="131377" y="32280"/>
                    <a:pt x="128442" y="32271"/>
                    <a:pt x="125507" y="32261"/>
                  </a:cubicBezTo>
                  <a:cubicBezTo>
                    <a:pt x="122443" y="32251"/>
                    <a:pt x="119380" y="32251"/>
                    <a:pt x="116316" y="32249"/>
                  </a:cubicBezTo>
                  <a:cubicBezTo>
                    <a:pt x="110510" y="32244"/>
                    <a:pt x="104704" y="32232"/>
                    <a:pt x="98898" y="32217"/>
                  </a:cubicBezTo>
                  <a:cubicBezTo>
                    <a:pt x="92290" y="32200"/>
                    <a:pt x="85682" y="32192"/>
                    <a:pt x="79074" y="32185"/>
                  </a:cubicBezTo>
                  <a:cubicBezTo>
                    <a:pt x="65477" y="32169"/>
                    <a:pt x="51880" y="32143"/>
                    <a:pt x="38283" y="32110"/>
                  </a:cubicBezTo>
                  <a:cubicBezTo>
                    <a:pt x="38404" y="32545"/>
                    <a:pt x="38525" y="32980"/>
                    <a:pt x="38649" y="33429"/>
                  </a:cubicBezTo>
                  <a:cubicBezTo>
                    <a:pt x="39229" y="35971"/>
                    <a:pt x="39130" y="38521"/>
                    <a:pt x="39123" y="41115"/>
                  </a:cubicBezTo>
                  <a:cubicBezTo>
                    <a:pt x="39125" y="41720"/>
                    <a:pt x="39126" y="42326"/>
                    <a:pt x="39127" y="42949"/>
                  </a:cubicBezTo>
                  <a:cubicBezTo>
                    <a:pt x="39130" y="44948"/>
                    <a:pt x="39128" y="46947"/>
                    <a:pt x="39126" y="48946"/>
                  </a:cubicBezTo>
                  <a:cubicBezTo>
                    <a:pt x="39126" y="50336"/>
                    <a:pt x="39127" y="51726"/>
                    <a:pt x="39128" y="53116"/>
                  </a:cubicBezTo>
                  <a:cubicBezTo>
                    <a:pt x="39129" y="56029"/>
                    <a:pt x="39127" y="58941"/>
                    <a:pt x="39124" y="61854"/>
                  </a:cubicBezTo>
                  <a:cubicBezTo>
                    <a:pt x="39120" y="65587"/>
                    <a:pt x="39122" y="69320"/>
                    <a:pt x="39127" y="73054"/>
                  </a:cubicBezTo>
                  <a:cubicBezTo>
                    <a:pt x="39129" y="75924"/>
                    <a:pt x="39128" y="78794"/>
                    <a:pt x="39127" y="81664"/>
                  </a:cubicBezTo>
                  <a:cubicBezTo>
                    <a:pt x="39126" y="83041"/>
                    <a:pt x="39127" y="84418"/>
                    <a:pt x="39128" y="85794"/>
                  </a:cubicBezTo>
                  <a:cubicBezTo>
                    <a:pt x="39130" y="87718"/>
                    <a:pt x="39127" y="89642"/>
                    <a:pt x="39123" y="91565"/>
                  </a:cubicBezTo>
                  <a:cubicBezTo>
                    <a:pt x="39125" y="92135"/>
                    <a:pt x="39126" y="92704"/>
                    <a:pt x="39128" y="93290"/>
                  </a:cubicBezTo>
                  <a:cubicBezTo>
                    <a:pt x="39118" y="95846"/>
                    <a:pt x="38966" y="98112"/>
                    <a:pt x="38283" y="100571"/>
                  </a:cubicBezTo>
                  <a:cubicBezTo>
                    <a:pt x="38811" y="100570"/>
                    <a:pt x="39339" y="100569"/>
                    <a:pt x="39882" y="100569"/>
                  </a:cubicBezTo>
                  <a:cubicBezTo>
                    <a:pt x="52713" y="100552"/>
                    <a:pt x="65543" y="100540"/>
                    <a:pt x="78374" y="100532"/>
                  </a:cubicBezTo>
                  <a:cubicBezTo>
                    <a:pt x="84578" y="100528"/>
                    <a:pt x="90783" y="100523"/>
                    <a:pt x="96987" y="100515"/>
                  </a:cubicBezTo>
                  <a:cubicBezTo>
                    <a:pt x="102394" y="100507"/>
                    <a:pt x="107800" y="100502"/>
                    <a:pt x="113207" y="100501"/>
                  </a:cubicBezTo>
                  <a:cubicBezTo>
                    <a:pt x="116071" y="100500"/>
                    <a:pt x="118935" y="100497"/>
                    <a:pt x="121799" y="100492"/>
                  </a:cubicBezTo>
                  <a:cubicBezTo>
                    <a:pt x="124492" y="100487"/>
                    <a:pt x="127186" y="100485"/>
                    <a:pt x="129879" y="100487"/>
                  </a:cubicBezTo>
                  <a:cubicBezTo>
                    <a:pt x="131344" y="100486"/>
                    <a:pt x="132808" y="100482"/>
                    <a:pt x="134272" y="100478"/>
                  </a:cubicBezTo>
                  <a:cubicBezTo>
                    <a:pt x="135138" y="100479"/>
                    <a:pt x="136004" y="100480"/>
                    <a:pt x="136897" y="100481"/>
                  </a:cubicBezTo>
                  <a:cubicBezTo>
                    <a:pt x="138031" y="100480"/>
                    <a:pt x="138031" y="100480"/>
                    <a:pt x="139187" y="100479"/>
                  </a:cubicBezTo>
                  <a:cubicBezTo>
                    <a:pt x="140974" y="100571"/>
                    <a:pt x="140974" y="100571"/>
                    <a:pt x="142463" y="101315"/>
                  </a:cubicBezTo>
                  <a:cubicBezTo>
                    <a:pt x="142614" y="103470"/>
                    <a:pt x="142671" y="105553"/>
                    <a:pt x="142660" y="107710"/>
                  </a:cubicBezTo>
                  <a:cubicBezTo>
                    <a:pt x="142662" y="108351"/>
                    <a:pt x="142663" y="108993"/>
                    <a:pt x="142665" y="109653"/>
                  </a:cubicBezTo>
                  <a:cubicBezTo>
                    <a:pt x="142666" y="111012"/>
                    <a:pt x="142663" y="112371"/>
                    <a:pt x="142657" y="113729"/>
                  </a:cubicBezTo>
                  <a:cubicBezTo>
                    <a:pt x="142649" y="115817"/>
                    <a:pt x="142656" y="117904"/>
                    <a:pt x="142666" y="119991"/>
                  </a:cubicBezTo>
                  <a:cubicBezTo>
                    <a:pt x="142665" y="121308"/>
                    <a:pt x="142663" y="122625"/>
                    <a:pt x="142660" y="123941"/>
                  </a:cubicBezTo>
                  <a:cubicBezTo>
                    <a:pt x="142663" y="124570"/>
                    <a:pt x="142666" y="125199"/>
                    <a:pt x="142669" y="125846"/>
                  </a:cubicBezTo>
                  <a:cubicBezTo>
                    <a:pt x="142657" y="127345"/>
                    <a:pt x="142568" y="128842"/>
                    <a:pt x="142463" y="130336"/>
                  </a:cubicBezTo>
                  <a:cubicBezTo>
                    <a:pt x="140512" y="131311"/>
                    <a:pt x="139081" y="131172"/>
                    <a:pt x="136897" y="131170"/>
                  </a:cubicBezTo>
                  <a:cubicBezTo>
                    <a:pt x="136031" y="131171"/>
                    <a:pt x="135165" y="131172"/>
                    <a:pt x="134272" y="131173"/>
                  </a:cubicBezTo>
                  <a:cubicBezTo>
                    <a:pt x="132840" y="131169"/>
                    <a:pt x="132840" y="131169"/>
                    <a:pt x="131379" y="131165"/>
                  </a:cubicBezTo>
                  <a:cubicBezTo>
                    <a:pt x="130367" y="131165"/>
                    <a:pt x="129355" y="131165"/>
                    <a:pt x="128343" y="131165"/>
                  </a:cubicBezTo>
                  <a:cubicBezTo>
                    <a:pt x="125591" y="131166"/>
                    <a:pt x="122839" y="131161"/>
                    <a:pt x="120087" y="131156"/>
                  </a:cubicBezTo>
                  <a:cubicBezTo>
                    <a:pt x="117213" y="131151"/>
                    <a:pt x="114339" y="131151"/>
                    <a:pt x="111464" y="131150"/>
                  </a:cubicBezTo>
                  <a:cubicBezTo>
                    <a:pt x="106020" y="131148"/>
                    <a:pt x="100575" y="131142"/>
                    <a:pt x="95130" y="131134"/>
                  </a:cubicBezTo>
                  <a:cubicBezTo>
                    <a:pt x="88932" y="131126"/>
                    <a:pt x="82735" y="131122"/>
                    <a:pt x="76537" y="131118"/>
                  </a:cubicBezTo>
                  <a:cubicBezTo>
                    <a:pt x="63785" y="131110"/>
                    <a:pt x="51034" y="131097"/>
                    <a:pt x="38283" y="131081"/>
                  </a:cubicBezTo>
                  <a:cubicBezTo>
                    <a:pt x="38404" y="131510"/>
                    <a:pt x="38525" y="131940"/>
                    <a:pt x="38649" y="132383"/>
                  </a:cubicBezTo>
                  <a:cubicBezTo>
                    <a:pt x="39268" y="135124"/>
                    <a:pt x="39130" y="137905"/>
                    <a:pt x="39123" y="140701"/>
                  </a:cubicBezTo>
                  <a:cubicBezTo>
                    <a:pt x="39125" y="141371"/>
                    <a:pt x="39126" y="142042"/>
                    <a:pt x="39127" y="142733"/>
                  </a:cubicBezTo>
                  <a:cubicBezTo>
                    <a:pt x="39131" y="144949"/>
                    <a:pt x="39128" y="147165"/>
                    <a:pt x="39126" y="149382"/>
                  </a:cubicBezTo>
                  <a:cubicBezTo>
                    <a:pt x="39126" y="150922"/>
                    <a:pt x="39127" y="152462"/>
                    <a:pt x="39128" y="154002"/>
                  </a:cubicBezTo>
                  <a:cubicBezTo>
                    <a:pt x="39129" y="157230"/>
                    <a:pt x="39127" y="160458"/>
                    <a:pt x="39124" y="163686"/>
                  </a:cubicBezTo>
                  <a:cubicBezTo>
                    <a:pt x="39120" y="167825"/>
                    <a:pt x="39122" y="171963"/>
                    <a:pt x="39127" y="176102"/>
                  </a:cubicBezTo>
                  <a:cubicBezTo>
                    <a:pt x="39129" y="179283"/>
                    <a:pt x="39128" y="182463"/>
                    <a:pt x="39127" y="185643"/>
                  </a:cubicBezTo>
                  <a:cubicBezTo>
                    <a:pt x="39126" y="187170"/>
                    <a:pt x="39127" y="188696"/>
                    <a:pt x="39128" y="190222"/>
                  </a:cubicBezTo>
                  <a:cubicBezTo>
                    <a:pt x="39130" y="192354"/>
                    <a:pt x="39127" y="194486"/>
                    <a:pt x="39123" y="196619"/>
                  </a:cubicBezTo>
                  <a:cubicBezTo>
                    <a:pt x="39125" y="197250"/>
                    <a:pt x="39126" y="197882"/>
                    <a:pt x="39128" y="198533"/>
                  </a:cubicBezTo>
                  <a:cubicBezTo>
                    <a:pt x="39118" y="201227"/>
                    <a:pt x="39011" y="203646"/>
                    <a:pt x="38283" y="206239"/>
                  </a:cubicBezTo>
                  <a:cubicBezTo>
                    <a:pt x="39168" y="206238"/>
                    <a:pt x="39168" y="206238"/>
                    <a:pt x="40070" y="206237"/>
                  </a:cubicBezTo>
                  <a:cubicBezTo>
                    <a:pt x="54403" y="206220"/>
                    <a:pt x="68736" y="206208"/>
                    <a:pt x="83069" y="206200"/>
                  </a:cubicBezTo>
                  <a:cubicBezTo>
                    <a:pt x="90001" y="206196"/>
                    <a:pt x="96932" y="206191"/>
                    <a:pt x="103863" y="206183"/>
                  </a:cubicBezTo>
                  <a:cubicBezTo>
                    <a:pt x="109902" y="206175"/>
                    <a:pt x="115941" y="206170"/>
                    <a:pt x="121980" y="206169"/>
                  </a:cubicBezTo>
                  <a:cubicBezTo>
                    <a:pt x="125180" y="206168"/>
                    <a:pt x="128379" y="206165"/>
                    <a:pt x="131579" y="206160"/>
                  </a:cubicBezTo>
                  <a:cubicBezTo>
                    <a:pt x="134587" y="206155"/>
                    <a:pt x="137595" y="206153"/>
                    <a:pt x="140603" y="206155"/>
                  </a:cubicBezTo>
                  <a:cubicBezTo>
                    <a:pt x="141710" y="206154"/>
                    <a:pt x="142818" y="206153"/>
                    <a:pt x="143925" y="206150"/>
                  </a:cubicBezTo>
                  <a:cubicBezTo>
                    <a:pt x="145430" y="206146"/>
                    <a:pt x="146935" y="206148"/>
                    <a:pt x="148440" y="206149"/>
                  </a:cubicBezTo>
                  <a:cubicBezTo>
                    <a:pt x="149285" y="206149"/>
                    <a:pt x="150129" y="206148"/>
                    <a:pt x="150999" y="206147"/>
                  </a:cubicBezTo>
                  <a:cubicBezTo>
                    <a:pt x="152881" y="206239"/>
                    <a:pt x="152881" y="206239"/>
                    <a:pt x="153625" y="206983"/>
                  </a:cubicBezTo>
                  <a:cubicBezTo>
                    <a:pt x="153842" y="211225"/>
                    <a:pt x="153858" y="215468"/>
                    <a:pt x="153885" y="219715"/>
                  </a:cubicBezTo>
                  <a:cubicBezTo>
                    <a:pt x="153898" y="221149"/>
                    <a:pt x="153918" y="222583"/>
                    <a:pt x="153946" y="224016"/>
                  </a:cubicBezTo>
                  <a:cubicBezTo>
                    <a:pt x="153987" y="226074"/>
                    <a:pt x="154003" y="228132"/>
                    <a:pt x="154014" y="230191"/>
                  </a:cubicBezTo>
                  <a:cubicBezTo>
                    <a:pt x="154031" y="230836"/>
                    <a:pt x="154048" y="231481"/>
                    <a:pt x="154065" y="232145"/>
                  </a:cubicBezTo>
                  <a:cubicBezTo>
                    <a:pt x="154059" y="233943"/>
                    <a:pt x="154059" y="233943"/>
                    <a:pt x="153625" y="236748"/>
                  </a:cubicBezTo>
                  <a:cubicBezTo>
                    <a:pt x="150619" y="237810"/>
                    <a:pt x="147379" y="237597"/>
                    <a:pt x="144222" y="237587"/>
                  </a:cubicBezTo>
                  <a:cubicBezTo>
                    <a:pt x="143656" y="237588"/>
                    <a:pt x="143089" y="237589"/>
                    <a:pt x="142506" y="237591"/>
                  </a:cubicBezTo>
                  <a:cubicBezTo>
                    <a:pt x="140612" y="237594"/>
                    <a:pt x="138717" y="237591"/>
                    <a:pt x="136823" y="237589"/>
                  </a:cubicBezTo>
                  <a:cubicBezTo>
                    <a:pt x="135464" y="237590"/>
                    <a:pt x="134104" y="237591"/>
                    <a:pt x="132745" y="237593"/>
                  </a:cubicBezTo>
                  <a:cubicBezTo>
                    <a:pt x="129055" y="237596"/>
                    <a:pt x="125365" y="237595"/>
                    <a:pt x="121676" y="237593"/>
                  </a:cubicBezTo>
                  <a:cubicBezTo>
                    <a:pt x="117816" y="237591"/>
                    <a:pt x="113956" y="237592"/>
                    <a:pt x="110096" y="237594"/>
                  </a:cubicBezTo>
                  <a:cubicBezTo>
                    <a:pt x="103614" y="237595"/>
                    <a:pt x="97133" y="237593"/>
                    <a:pt x="90652" y="237590"/>
                  </a:cubicBezTo>
                  <a:cubicBezTo>
                    <a:pt x="83155" y="237586"/>
                    <a:pt x="75658" y="237587"/>
                    <a:pt x="68162" y="237591"/>
                  </a:cubicBezTo>
                  <a:cubicBezTo>
                    <a:pt x="61728" y="237594"/>
                    <a:pt x="55294" y="237595"/>
                    <a:pt x="48859" y="237593"/>
                  </a:cubicBezTo>
                  <a:cubicBezTo>
                    <a:pt x="45016" y="237592"/>
                    <a:pt x="41172" y="237592"/>
                    <a:pt x="37328" y="237594"/>
                  </a:cubicBezTo>
                  <a:cubicBezTo>
                    <a:pt x="33715" y="237596"/>
                    <a:pt x="30102" y="237595"/>
                    <a:pt x="26489" y="237590"/>
                  </a:cubicBezTo>
                  <a:cubicBezTo>
                    <a:pt x="25162" y="237589"/>
                    <a:pt x="23835" y="237590"/>
                    <a:pt x="22508" y="237591"/>
                  </a:cubicBezTo>
                  <a:cubicBezTo>
                    <a:pt x="20699" y="237593"/>
                    <a:pt x="18890" y="237591"/>
                    <a:pt x="17081" y="237587"/>
                  </a:cubicBezTo>
                  <a:cubicBezTo>
                    <a:pt x="16554" y="237589"/>
                    <a:pt x="16027" y="237590"/>
                    <a:pt x="15483" y="237592"/>
                  </a:cubicBezTo>
                  <a:cubicBezTo>
                    <a:pt x="10370" y="237572"/>
                    <a:pt x="10370" y="237572"/>
                    <a:pt x="8517" y="236748"/>
                  </a:cubicBezTo>
                  <a:cubicBezTo>
                    <a:pt x="8148" y="235148"/>
                    <a:pt x="8148" y="235148"/>
                    <a:pt x="8151" y="232984"/>
                  </a:cubicBezTo>
                  <a:cubicBezTo>
                    <a:pt x="8145" y="232164"/>
                    <a:pt x="8139" y="231343"/>
                    <a:pt x="8133" y="230498"/>
                  </a:cubicBezTo>
                  <a:cubicBezTo>
                    <a:pt x="8142" y="229585"/>
                    <a:pt x="8150" y="228672"/>
                    <a:pt x="8159" y="227732"/>
                  </a:cubicBezTo>
                  <a:cubicBezTo>
                    <a:pt x="8157" y="226771"/>
                    <a:pt x="8154" y="225810"/>
                    <a:pt x="8152" y="224820"/>
                  </a:cubicBezTo>
                  <a:cubicBezTo>
                    <a:pt x="8145" y="222141"/>
                    <a:pt x="8157" y="219461"/>
                    <a:pt x="8172" y="216782"/>
                  </a:cubicBezTo>
                  <a:cubicBezTo>
                    <a:pt x="8185" y="213897"/>
                    <a:pt x="8180" y="211012"/>
                    <a:pt x="8178" y="208128"/>
                  </a:cubicBezTo>
                  <a:cubicBezTo>
                    <a:pt x="8176" y="203125"/>
                    <a:pt x="8186" y="198123"/>
                    <a:pt x="8203" y="193121"/>
                  </a:cubicBezTo>
                  <a:cubicBezTo>
                    <a:pt x="8227" y="185889"/>
                    <a:pt x="8234" y="178657"/>
                    <a:pt x="8238" y="171424"/>
                  </a:cubicBezTo>
                  <a:cubicBezTo>
                    <a:pt x="8245" y="159692"/>
                    <a:pt x="8265" y="147959"/>
                    <a:pt x="8293" y="136226"/>
                  </a:cubicBezTo>
                  <a:cubicBezTo>
                    <a:pt x="8320" y="124826"/>
                    <a:pt x="8341" y="113426"/>
                    <a:pt x="8354" y="102025"/>
                  </a:cubicBezTo>
                  <a:cubicBezTo>
                    <a:pt x="8354" y="101323"/>
                    <a:pt x="8355" y="100621"/>
                    <a:pt x="8356" y="99898"/>
                  </a:cubicBezTo>
                  <a:cubicBezTo>
                    <a:pt x="8360" y="96375"/>
                    <a:pt x="8364" y="92852"/>
                    <a:pt x="8367" y="89330"/>
                  </a:cubicBezTo>
                  <a:cubicBezTo>
                    <a:pt x="8398" y="60087"/>
                    <a:pt x="8451" y="30843"/>
                    <a:pt x="8517" y="1600"/>
                  </a:cubicBezTo>
                  <a:close/>
                </a:path>
              </a:pathLst>
            </a:custGeom>
            <a:grpFill/>
            <a:ln w="744" cap="flat">
              <a:noFill/>
              <a:prstDash val="solid"/>
              <a:miter/>
            </a:ln>
          </p:spPr>
          <p:txBody>
            <a:bodyPr rtlCol="0" anchor="ctr"/>
            <a:lstStyle/>
            <a:p>
              <a:endParaRPr lang="zh-CN" altLang="en-US"/>
            </a:p>
          </p:txBody>
        </p:sp>
        <p:sp>
          <p:nvSpPr>
            <p:cNvPr id="188" name="任意多边形: 形状 187"/>
            <p:cNvSpPr/>
            <p:nvPr/>
          </p:nvSpPr>
          <p:spPr>
            <a:xfrm>
              <a:off x="9812885" y="1388848"/>
              <a:ext cx="153606" cy="243356"/>
            </a:xfrm>
            <a:custGeom>
              <a:avLst/>
              <a:gdLst>
                <a:gd name="connsiteX0" fmla="*/ 66635 w 153607"/>
                <a:gd name="connsiteY0" fmla="*/ 1913 h 243348"/>
                <a:gd name="connsiteX1" fmla="*/ 70807 w 153607"/>
                <a:gd name="connsiteY1" fmla="*/ 1527 h 243348"/>
                <a:gd name="connsiteX2" fmla="*/ 73508 w 153607"/>
                <a:gd name="connsiteY2" fmla="*/ 1499 h 243348"/>
                <a:gd name="connsiteX3" fmla="*/ 76449 w 153607"/>
                <a:gd name="connsiteY3" fmla="*/ 1517 h 243348"/>
                <a:gd name="connsiteX4" fmla="*/ 79443 w 153607"/>
                <a:gd name="connsiteY4" fmla="*/ 1509 h 243348"/>
                <a:gd name="connsiteX5" fmla="*/ 85727 w 153607"/>
                <a:gd name="connsiteY5" fmla="*/ 1525 h 243348"/>
                <a:gd name="connsiteX6" fmla="*/ 93797 w 153607"/>
                <a:gd name="connsiteY6" fmla="*/ 1514 h 243348"/>
                <a:gd name="connsiteX7" fmla="*/ 99983 w 153607"/>
                <a:gd name="connsiteY7" fmla="*/ 1514 h 243348"/>
                <a:gd name="connsiteX8" fmla="*/ 104411 w 153607"/>
                <a:gd name="connsiteY8" fmla="*/ 1499 h 243348"/>
                <a:gd name="connsiteX9" fmla="*/ 107113 w 153607"/>
                <a:gd name="connsiteY9" fmla="*/ 1527 h 243348"/>
                <a:gd name="connsiteX10" fmla="*/ 109504 w 153607"/>
                <a:gd name="connsiteY10" fmla="*/ 1535 h 243348"/>
                <a:gd name="connsiteX11" fmla="*/ 111284 w 153607"/>
                <a:gd name="connsiteY11" fmla="*/ 1913 h 243348"/>
                <a:gd name="connsiteX12" fmla="*/ 112028 w 153607"/>
                <a:gd name="connsiteY12" fmla="*/ 4889 h 243348"/>
                <a:gd name="connsiteX13" fmla="*/ 116911 w 153607"/>
                <a:gd name="connsiteY13" fmla="*/ 5447 h 243348"/>
                <a:gd name="connsiteX14" fmla="*/ 119612 w 153607"/>
                <a:gd name="connsiteY14" fmla="*/ 5575 h 243348"/>
                <a:gd name="connsiteX15" fmla="*/ 121702 w 153607"/>
                <a:gd name="connsiteY15" fmla="*/ 5633 h 243348"/>
                <a:gd name="connsiteX16" fmla="*/ 121702 w 153607"/>
                <a:gd name="connsiteY16" fmla="*/ 8610 h 243348"/>
                <a:gd name="connsiteX17" fmla="*/ 124632 w 153607"/>
                <a:gd name="connsiteY17" fmla="*/ 8424 h 243348"/>
                <a:gd name="connsiteX18" fmla="*/ 127655 w 153607"/>
                <a:gd name="connsiteY18" fmla="*/ 8610 h 243348"/>
                <a:gd name="connsiteX19" fmla="*/ 128399 w 153607"/>
                <a:gd name="connsiteY19" fmla="*/ 11586 h 243348"/>
                <a:gd name="connsiteX20" fmla="*/ 131004 w 153607"/>
                <a:gd name="connsiteY20" fmla="*/ 11958 h 243348"/>
                <a:gd name="connsiteX21" fmla="*/ 133608 w 153607"/>
                <a:gd name="connsiteY21" fmla="*/ 12331 h 243348"/>
                <a:gd name="connsiteX22" fmla="*/ 134352 w 153607"/>
                <a:gd name="connsiteY22" fmla="*/ 15307 h 243348"/>
                <a:gd name="connsiteX23" fmla="*/ 138073 w 153607"/>
                <a:gd name="connsiteY23" fmla="*/ 16051 h 243348"/>
                <a:gd name="connsiteX24" fmla="*/ 138817 w 153607"/>
                <a:gd name="connsiteY24" fmla="*/ 18284 h 243348"/>
                <a:gd name="connsiteX25" fmla="*/ 140352 w 153607"/>
                <a:gd name="connsiteY25" fmla="*/ 18981 h 243348"/>
                <a:gd name="connsiteX26" fmla="*/ 141794 w 153607"/>
                <a:gd name="connsiteY26" fmla="*/ 19772 h 243348"/>
                <a:gd name="connsiteX27" fmla="*/ 141794 w 153607"/>
                <a:gd name="connsiteY27" fmla="*/ 22749 h 243348"/>
                <a:gd name="connsiteX28" fmla="*/ 144770 w 153607"/>
                <a:gd name="connsiteY28" fmla="*/ 24237 h 243348"/>
                <a:gd name="connsiteX29" fmla="*/ 144770 w 153607"/>
                <a:gd name="connsiteY29" fmla="*/ 26469 h 243348"/>
                <a:gd name="connsiteX30" fmla="*/ 147003 w 153607"/>
                <a:gd name="connsiteY30" fmla="*/ 27213 h 243348"/>
                <a:gd name="connsiteX31" fmla="*/ 147747 w 153607"/>
                <a:gd name="connsiteY31" fmla="*/ 30190 h 243348"/>
                <a:gd name="connsiteX32" fmla="*/ 149979 w 153607"/>
                <a:gd name="connsiteY32" fmla="*/ 30934 h 243348"/>
                <a:gd name="connsiteX33" fmla="*/ 151468 w 153607"/>
                <a:gd name="connsiteY33" fmla="*/ 35399 h 243348"/>
                <a:gd name="connsiteX34" fmla="*/ 152956 w 153607"/>
                <a:gd name="connsiteY34" fmla="*/ 35399 h 243348"/>
                <a:gd name="connsiteX35" fmla="*/ 154444 w 153607"/>
                <a:gd name="connsiteY35" fmla="*/ 40608 h 243348"/>
                <a:gd name="connsiteX36" fmla="*/ 155932 w 153607"/>
                <a:gd name="connsiteY36" fmla="*/ 40608 h 243348"/>
                <a:gd name="connsiteX37" fmla="*/ 156017 w 153607"/>
                <a:gd name="connsiteY37" fmla="*/ 42535 h 243348"/>
                <a:gd name="connsiteX38" fmla="*/ 156165 w 153607"/>
                <a:gd name="connsiteY38" fmla="*/ 45026 h 243348"/>
                <a:gd name="connsiteX39" fmla="*/ 156296 w 153607"/>
                <a:gd name="connsiteY39" fmla="*/ 47512 h 243348"/>
                <a:gd name="connsiteX40" fmla="*/ 156676 w 153607"/>
                <a:gd name="connsiteY40" fmla="*/ 49538 h 243348"/>
                <a:gd name="connsiteX41" fmla="*/ 158909 w 153607"/>
                <a:gd name="connsiteY41" fmla="*/ 50282 h 243348"/>
                <a:gd name="connsiteX42" fmla="*/ 159327 w 153607"/>
                <a:gd name="connsiteY42" fmla="*/ 56235 h 243348"/>
                <a:gd name="connsiteX43" fmla="*/ 159653 w 153607"/>
                <a:gd name="connsiteY43" fmla="*/ 62188 h 243348"/>
                <a:gd name="connsiteX44" fmla="*/ 161141 w 153607"/>
                <a:gd name="connsiteY44" fmla="*/ 62932 h 243348"/>
                <a:gd name="connsiteX45" fmla="*/ 161420 w 153607"/>
                <a:gd name="connsiteY45" fmla="*/ 68141 h 243348"/>
                <a:gd name="connsiteX46" fmla="*/ 161484 w 153607"/>
                <a:gd name="connsiteY46" fmla="*/ 71025 h 243348"/>
                <a:gd name="connsiteX47" fmla="*/ 161141 w 153607"/>
                <a:gd name="connsiteY47" fmla="*/ 73350 h 243348"/>
                <a:gd name="connsiteX48" fmla="*/ 152770 w 153607"/>
                <a:gd name="connsiteY48" fmla="*/ 74193 h 243348"/>
                <a:gd name="connsiteX49" fmla="*/ 151202 w 153607"/>
                <a:gd name="connsiteY49" fmla="*/ 74195 h 243348"/>
                <a:gd name="connsiteX50" fmla="*/ 147930 w 153607"/>
                <a:gd name="connsiteY50" fmla="*/ 74191 h 243348"/>
                <a:gd name="connsiteX51" fmla="*/ 142933 w 153607"/>
                <a:gd name="connsiteY51" fmla="*/ 74196 h 243348"/>
                <a:gd name="connsiteX52" fmla="*/ 139747 w 153607"/>
                <a:gd name="connsiteY52" fmla="*/ 74193 h 243348"/>
                <a:gd name="connsiteX53" fmla="*/ 136829 w 153607"/>
                <a:gd name="connsiteY53" fmla="*/ 74191 h 243348"/>
                <a:gd name="connsiteX54" fmla="*/ 131376 w 153607"/>
                <a:gd name="connsiteY54" fmla="*/ 73350 h 243348"/>
                <a:gd name="connsiteX55" fmla="*/ 130957 w 153607"/>
                <a:gd name="connsiteY55" fmla="*/ 67071 h 243348"/>
                <a:gd name="connsiteX56" fmla="*/ 130632 w 153607"/>
                <a:gd name="connsiteY56" fmla="*/ 60700 h 243348"/>
                <a:gd name="connsiteX57" fmla="*/ 128399 w 153607"/>
                <a:gd name="connsiteY57" fmla="*/ 59211 h 243348"/>
                <a:gd name="connsiteX58" fmla="*/ 127981 w 153607"/>
                <a:gd name="connsiteY58" fmla="*/ 56188 h 243348"/>
                <a:gd name="connsiteX59" fmla="*/ 127655 w 153607"/>
                <a:gd name="connsiteY59" fmla="*/ 53258 h 243348"/>
                <a:gd name="connsiteX60" fmla="*/ 126167 w 153607"/>
                <a:gd name="connsiteY60" fmla="*/ 52514 h 243348"/>
                <a:gd name="connsiteX61" fmla="*/ 125841 w 153607"/>
                <a:gd name="connsiteY61" fmla="*/ 51119 h 243348"/>
                <a:gd name="connsiteX62" fmla="*/ 123190 w 153607"/>
                <a:gd name="connsiteY62" fmla="*/ 47305 h 243348"/>
                <a:gd name="connsiteX63" fmla="*/ 123190 w 153607"/>
                <a:gd name="connsiteY63" fmla="*/ 45817 h 243348"/>
                <a:gd name="connsiteX64" fmla="*/ 120958 w 153607"/>
                <a:gd name="connsiteY64" fmla="*/ 45073 h 243348"/>
                <a:gd name="connsiteX65" fmla="*/ 120958 w 153607"/>
                <a:gd name="connsiteY65" fmla="*/ 42840 h 243348"/>
                <a:gd name="connsiteX66" fmla="*/ 119469 w 153607"/>
                <a:gd name="connsiteY66" fmla="*/ 42468 h 243348"/>
                <a:gd name="connsiteX67" fmla="*/ 117981 w 153607"/>
                <a:gd name="connsiteY67" fmla="*/ 42096 h 243348"/>
                <a:gd name="connsiteX68" fmla="*/ 117981 w 153607"/>
                <a:gd name="connsiteY68" fmla="*/ 39864 h 243348"/>
                <a:gd name="connsiteX69" fmla="*/ 116542 w 153607"/>
                <a:gd name="connsiteY69" fmla="*/ 39968 h 243348"/>
                <a:gd name="connsiteX70" fmla="*/ 114679 w 153607"/>
                <a:gd name="connsiteY70" fmla="*/ 40050 h 243348"/>
                <a:gd name="connsiteX71" fmla="*/ 112822 w 153607"/>
                <a:gd name="connsiteY71" fmla="*/ 40154 h 243348"/>
                <a:gd name="connsiteX72" fmla="*/ 111284 w 153607"/>
                <a:gd name="connsiteY72" fmla="*/ 39864 h 243348"/>
                <a:gd name="connsiteX73" fmla="*/ 111048 w 153607"/>
                <a:gd name="connsiteY73" fmla="*/ 38387 h 243348"/>
                <a:gd name="connsiteX74" fmla="*/ 110540 w 153607"/>
                <a:gd name="connsiteY74" fmla="*/ 36887 h 243348"/>
                <a:gd name="connsiteX75" fmla="*/ 104959 w 153607"/>
                <a:gd name="connsiteY75" fmla="*/ 36515 h 243348"/>
                <a:gd name="connsiteX76" fmla="*/ 99378 w 153607"/>
                <a:gd name="connsiteY76" fmla="*/ 36143 h 243348"/>
                <a:gd name="connsiteX77" fmla="*/ 99117 w 153607"/>
                <a:gd name="connsiteY77" fmla="*/ 34658 h 243348"/>
                <a:gd name="connsiteX78" fmla="*/ 98634 w 153607"/>
                <a:gd name="connsiteY78" fmla="*/ 33166 h 243348"/>
                <a:gd name="connsiteX79" fmla="*/ 94355 w 153607"/>
                <a:gd name="connsiteY79" fmla="*/ 32771 h 243348"/>
                <a:gd name="connsiteX80" fmla="*/ 91727 w 153607"/>
                <a:gd name="connsiteY80" fmla="*/ 32760 h 243348"/>
                <a:gd name="connsiteX81" fmla="*/ 88960 w 153607"/>
                <a:gd name="connsiteY81" fmla="*/ 32794 h 243348"/>
                <a:gd name="connsiteX82" fmla="*/ 86192 w 153607"/>
                <a:gd name="connsiteY82" fmla="*/ 32760 h 243348"/>
                <a:gd name="connsiteX83" fmla="*/ 83565 w 153607"/>
                <a:gd name="connsiteY83" fmla="*/ 32771 h 243348"/>
                <a:gd name="connsiteX84" fmla="*/ 81135 w 153607"/>
                <a:gd name="connsiteY84" fmla="*/ 32781 h 243348"/>
                <a:gd name="connsiteX85" fmla="*/ 79286 w 153607"/>
                <a:gd name="connsiteY85" fmla="*/ 33166 h 243348"/>
                <a:gd name="connsiteX86" fmla="*/ 78542 w 153607"/>
                <a:gd name="connsiteY86" fmla="*/ 36143 h 243348"/>
                <a:gd name="connsiteX87" fmla="*/ 73379 w 153607"/>
                <a:gd name="connsiteY87" fmla="*/ 36515 h 243348"/>
                <a:gd name="connsiteX88" fmla="*/ 68124 w 153607"/>
                <a:gd name="connsiteY88" fmla="*/ 36887 h 243348"/>
                <a:gd name="connsiteX89" fmla="*/ 66635 w 153607"/>
                <a:gd name="connsiteY89" fmla="*/ 39864 h 243348"/>
                <a:gd name="connsiteX90" fmla="*/ 61426 w 153607"/>
                <a:gd name="connsiteY90" fmla="*/ 39864 h 243348"/>
                <a:gd name="connsiteX91" fmla="*/ 61426 w 153607"/>
                <a:gd name="connsiteY91" fmla="*/ 42840 h 243348"/>
                <a:gd name="connsiteX92" fmla="*/ 57706 w 153607"/>
                <a:gd name="connsiteY92" fmla="*/ 43584 h 243348"/>
                <a:gd name="connsiteX93" fmla="*/ 56217 w 153607"/>
                <a:gd name="connsiteY93" fmla="*/ 45817 h 243348"/>
                <a:gd name="connsiteX94" fmla="*/ 54729 w 153607"/>
                <a:gd name="connsiteY94" fmla="*/ 45817 h 243348"/>
                <a:gd name="connsiteX95" fmla="*/ 54357 w 153607"/>
                <a:gd name="connsiteY95" fmla="*/ 47677 h 243348"/>
                <a:gd name="connsiteX96" fmla="*/ 53985 w 153607"/>
                <a:gd name="connsiteY96" fmla="*/ 49538 h 243348"/>
                <a:gd name="connsiteX97" fmla="*/ 52497 w 153607"/>
                <a:gd name="connsiteY97" fmla="*/ 49538 h 243348"/>
                <a:gd name="connsiteX98" fmla="*/ 51753 w 153607"/>
                <a:gd name="connsiteY98" fmla="*/ 55491 h 243348"/>
                <a:gd name="connsiteX99" fmla="*/ 49520 w 153607"/>
                <a:gd name="connsiteY99" fmla="*/ 55491 h 243348"/>
                <a:gd name="connsiteX100" fmla="*/ 49799 w 153607"/>
                <a:gd name="connsiteY100" fmla="*/ 65118 h 243348"/>
                <a:gd name="connsiteX101" fmla="*/ 49869 w 153607"/>
                <a:gd name="connsiteY101" fmla="*/ 67895 h 243348"/>
                <a:gd name="connsiteX102" fmla="*/ 49956 w 153607"/>
                <a:gd name="connsiteY102" fmla="*/ 70533 h 243348"/>
                <a:gd name="connsiteX103" fmla="*/ 50027 w 153607"/>
                <a:gd name="connsiteY103" fmla="*/ 72978 h 243348"/>
                <a:gd name="connsiteX104" fmla="*/ 50264 w 153607"/>
                <a:gd name="connsiteY104" fmla="*/ 74838 h 243348"/>
                <a:gd name="connsiteX105" fmla="*/ 51753 w 153607"/>
                <a:gd name="connsiteY105" fmla="*/ 75582 h 243348"/>
                <a:gd name="connsiteX106" fmla="*/ 52078 w 153607"/>
                <a:gd name="connsiteY106" fmla="*/ 78094 h 243348"/>
                <a:gd name="connsiteX107" fmla="*/ 54729 w 153607"/>
                <a:gd name="connsiteY107" fmla="*/ 83024 h 243348"/>
                <a:gd name="connsiteX108" fmla="*/ 54729 w 153607"/>
                <a:gd name="connsiteY108" fmla="*/ 84512 h 243348"/>
                <a:gd name="connsiteX109" fmla="*/ 56962 w 153607"/>
                <a:gd name="connsiteY109" fmla="*/ 84512 h 243348"/>
                <a:gd name="connsiteX110" fmla="*/ 56962 w 153607"/>
                <a:gd name="connsiteY110" fmla="*/ 87489 h 243348"/>
                <a:gd name="connsiteX111" fmla="*/ 59520 w 153607"/>
                <a:gd name="connsiteY111" fmla="*/ 87303 h 243348"/>
                <a:gd name="connsiteX112" fmla="*/ 62171 w 153607"/>
                <a:gd name="connsiteY112" fmla="*/ 87489 h 243348"/>
                <a:gd name="connsiteX113" fmla="*/ 62499 w 153607"/>
                <a:gd name="connsiteY113" fmla="*/ 88962 h 243348"/>
                <a:gd name="connsiteX114" fmla="*/ 62915 w 153607"/>
                <a:gd name="connsiteY114" fmla="*/ 90465 h 243348"/>
                <a:gd name="connsiteX115" fmla="*/ 66263 w 153607"/>
                <a:gd name="connsiteY115" fmla="*/ 90884 h 243348"/>
                <a:gd name="connsiteX116" fmla="*/ 69612 w 153607"/>
                <a:gd name="connsiteY116" fmla="*/ 91209 h 243348"/>
                <a:gd name="connsiteX117" fmla="*/ 70356 w 153607"/>
                <a:gd name="connsiteY117" fmla="*/ 93442 h 243348"/>
                <a:gd name="connsiteX118" fmla="*/ 76705 w 153607"/>
                <a:gd name="connsiteY118" fmla="*/ 93811 h 243348"/>
                <a:gd name="connsiteX119" fmla="*/ 78542 w 153607"/>
                <a:gd name="connsiteY119" fmla="*/ 94186 h 243348"/>
                <a:gd name="connsiteX120" fmla="*/ 78844 w 153607"/>
                <a:gd name="connsiteY120" fmla="*/ 95677 h 243348"/>
                <a:gd name="connsiteX121" fmla="*/ 79286 w 153607"/>
                <a:gd name="connsiteY121" fmla="*/ 97163 h 243348"/>
                <a:gd name="connsiteX122" fmla="*/ 84495 w 153607"/>
                <a:gd name="connsiteY122" fmla="*/ 97535 h 243348"/>
                <a:gd name="connsiteX123" fmla="*/ 89704 w 153607"/>
                <a:gd name="connsiteY123" fmla="*/ 97907 h 243348"/>
                <a:gd name="connsiteX124" fmla="*/ 90076 w 153607"/>
                <a:gd name="connsiteY124" fmla="*/ 99418 h 243348"/>
                <a:gd name="connsiteX125" fmla="*/ 90448 w 153607"/>
                <a:gd name="connsiteY125" fmla="*/ 100883 h 243348"/>
                <a:gd name="connsiteX126" fmla="*/ 95657 w 153607"/>
                <a:gd name="connsiteY126" fmla="*/ 100883 h 243348"/>
                <a:gd name="connsiteX127" fmla="*/ 100866 w 153607"/>
                <a:gd name="connsiteY127" fmla="*/ 100883 h 243348"/>
                <a:gd name="connsiteX128" fmla="*/ 101610 w 153607"/>
                <a:gd name="connsiteY128" fmla="*/ 103860 h 243348"/>
                <a:gd name="connsiteX129" fmla="*/ 106866 w 153607"/>
                <a:gd name="connsiteY129" fmla="*/ 104418 h 243348"/>
                <a:gd name="connsiteX130" fmla="*/ 109775 w 153607"/>
                <a:gd name="connsiteY130" fmla="*/ 104546 h 243348"/>
                <a:gd name="connsiteX131" fmla="*/ 112028 w 153607"/>
                <a:gd name="connsiteY131" fmla="*/ 104604 h 243348"/>
                <a:gd name="connsiteX132" fmla="*/ 112028 w 153607"/>
                <a:gd name="connsiteY132" fmla="*/ 107581 h 243348"/>
                <a:gd name="connsiteX133" fmla="*/ 114118 w 153607"/>
                <a:gd name="connsiteY133" fmla="*/ 107639 h 243348"/>
                <a:gd name="connsiteX134" fmla="*/ 116818 w 153607"/>
                <a:gd name="connsiteY134" fmla="*/ 107767 h 243348"/>
                <a:gd name="connsiteX135" fmla="*/ 119513 w 153607"/>
                <a:gd name="connsiteY135" fmla="*/ 107871 h 243348"/>
                <a:gd name="connsiteX136" fmla="*/ 121702 w 153607"/>
                <a:gd name="connsiteY136" fmla="*/ 108325 h 243348"/>
                <a:gd name="connsiteX137" fmla="*/ 122446 w 153607"/>
                <a:gd name="connsiteY137" fmla="*/ 111301 h 243348"/>
                <a:gd name="connsiteX138" fmla="*/ 128140 w 153607"/>
                <a:gd name="connsiteY138" fmla="*/ 111115 h 243348"/>
                <a:gd name="connsiteX139" fmla="*/ 129887 w 153607"/>
                <a:gd name="connsiteY139" fmla="*/ 111301 h 243348"/>
                <a:gd name="connsiteX140" fmla="*/ 131376 w 153607"/>
                <a:gd name="connsiteY140" fmla="*/ 114278 h 243348"/>
                <a:gd name="connsiteX141" fmla="*/ 135841 w 153607"/>
                <a:gd name="connsiteY141" fmla="*/ 115022 h 243348"/>
                <a:gd name="connsiteX142" fmla="*/ 135841 w 153607"/>
                <a:gd name="connsiteY142" fmla="*/ 117999 h 243348"/>
                <a:gd name="connsiteX143" fmla="*/ 138399 w 153607"/>
                <a:gd name="connsiteY143" fmla="*/ 117812 h 243348"/>
                <a:gd name="connsiteX144" fmla="*/ 141050 w 153607"/>
                <a:gd name="connsiteY144" fmla="*/ 117999 h 243348"/>
                <a:gd name="connsiteX145" fmla="*/ 141794 w 153607"/>
                <a:gd name="connsiteY145" fmla="*/ 120975 h 243348"/>
                <a:gd name="connsiteX146" fmla="*/ 143328 w 153607"/>
                <a:gd name="connsiteY146" fmla="*/ 121347 h 243348"/>
                <a:gd name="connsiteX147" fmla="*/ 144770 w 153607"/>
                <a:gd name="connsiteY147" fmla="*/ 121719 h 243348"/>
                <a:gd name="connsiteX148" fmla="*/ 144770 w 153607"/>
                <a:gd name="connsiteY148" fmla="*/ 124696 h 243348"/>
                <a:gd name="connsiteX149" fmla="*/ 146910 w 153607"/>
                <a:gd name="connsiteY149" fmla="*/ 124882 h 243348"/>
                <a:gd name="connsiteX150" fmla="*/ 150119 w 153607"/>
                <a:gd name="connsiteY150" fmla="*/ 126835 h 243348"/>
                <a:gd name="connsiteX151" fmla="*/ 150723 w 153607"/>
                <a:gd name="connsiteY151" fmla="*/ 128416 h 243348"/>
                <a:gd name="connsiteX152" fmla="*/ 152956 w 153607"/>
                <a:gd name="connsiteY152" fmla="*/ 130649 h 243348"/>
                <a:gd name="connsiteX153" fmla="*/ 156676 w 153607"/>
                <a:gd name="connsiteY153" fmla="*/ 137346 h 243348"/>
                <a:gd name="connsiteX154" fmla="*/ 158165 w 153607"/>
                <a:gd name="connsiteY154" fmla="*/ 138090 h 243348"/>
                <a:gd name="connsiteX155" fmla="*/ 158909 w 153607"/>
                <a:gd name="connsiteY155" fmla="*/ 143299 h 243348"/>
                <a:gd name="connsiteX156" fmla="*/ 161141 w 153607"/>
                <a:gd name="connsiteY156" fmla="*/ 143299 h 243348"/>
                <a:gd name="connsiteX157" fmla="*/ 161505 w 153607"/>
                <a:gd name="connsiteY157" fmla="*/ 147877 h 243348"/>
                <a:gd name="connsiteX158" fmla="*/ 161885 w 153607"/>
                <a:gd name="connsiteY158" fmla="*/ 149252 h 243348"/>
                <a:gd name="connsiteX159" fmla="*/ 164118 w 153607"/>
                <a:gd name="connsiteY159" fmla="*/ 149997 h 243348"/>
                <a:gd name="connsiteX160" fmla="*/ 164560 w 153607"/>
                <a:gd name="connsiteY160" fmla="*/ 158089 h 243348"/>
                <a:gd name="connsiteX161" fmla="*/ 164862 w 153607"/>
                <a:gd name="connsiteY161" fmla="*/ 160415 h 243348"/>
                <a:gd name="connsiteX162" fmla="*/ 167094 w 153607"/>
                <a:gd name="connsiteY162" fmla="*/ 161159 h 243348"/>
                <a:gd name="connsiteX163" fmla="*/ 167312 w 153607"/>
                <a:gd name="connsiteY163" fmla="*/ 166603 h 243348"/>
                <a:gd name="connsiteX164" fmla="*/ 167303 w 153607"/>
                <a:gd name="connsiteY164" fmla="*/ 168252 h 243348"/>
                <a:gd name="connsiteX165" fmla="*/ 167234 w 153607"/>
                <a:gd name="connsiteY165" fmla="*/ 173483 h 243348"/>
                <a:gd name="connsiteX166" fmla="*/ 167203 w 153607"/>
                <a:gd name="connsiteY166" fmla="*/ 177023 h 243348"/>
                <a:gd name="connsiteX167" fmla="*/ 167094 w 153607"/>
                <a:gd name="connsiteY167" fmla="*/ 185715 h 243348"/>
                <a:gd name="connsiteX168" fmla="*/ 164862 w 153607"/>
                <a:gd name="connsiteY168" fmla="*/ 184971 h 243348"/>
                <a:gd name="connsiteX169" fmla="*/ 164118 w 153607"/>
                <a:gd name="connsiteY169" fmla="*/ 197622 h 243348"/>
                <a:gd name="connsiteX170" fmla="*/ 162630 w 153607"/>
                <a:gd name="connsiteY170" fmla="*/ 197622 h 243348"/>
                <a:gd name="connsiteX171" fmla="*/ 161885 w 153607"/>
                <a:gd name="connsiteY171" fmla="*/ 200552 h 243348"/>
                <a:gd name="connsiteX172" fmla="*/ 161141 w 153607"/>
                <a:gd name="connsiteY172" fmla="*/ 203575 h 243348"/>
                <a:gd name="connsiteX173" fmla="*/ 159653 w 153607"/>
                <a:gd name="connsiteY173" fmla="*/ 204319 h 243348"/>
                <a:gd name="connsiteX174" fmla="*/ 158909 w 153607"/>
                <a:gd name="connsiteY174" fmla="*/ 207295 h 243348"/>
                <a:gd name="connsiteX175" fmla="*/ 158165 w 153607"/>
                <a:gd name="connsiteY175" fmla="*/ 210272 h 243348"/>
                <a:gd name="connsiteX176" fmla="*/ 156676 w 153607"/>
                <a:gd name="connsiteY176" fmla="*/ 211016 h 243348"/>
                <a:gd name="connsiteX177" fmla="*/ 156351 w 153607"/>
                <a:gd name="connsiteY177" fmla="*/ 212783 h 243348"/>
                <a:gd name="connsiteX178" fmla="*/ 153700 w 153607"/>
                <a:gd name="connsiteY178" fmla="*/ 216969 h 243348"/>
                <a:gd name="connsiteX179" fmla="*/ 150305 w 153607"/>
                <a:gd name="connsiteY179" fmla="*/ 221062 h 243348"/>
                <a:gd name="connsiteX180" fmla="*/ 148535 w 153607"/>
                <a:gd name="connsiteY180" fmla="*/ 223225 h 243348"/>
                <a:gd name="connsiteX181" fmla="*/ 145514 w 153607"/>
                <a:gd name="connsiteY181" fmla="*/ 227387 h 243348"/>
                <a:gd name="connsiteX182" fmla="*/ 143980 w 153607"/>
                <a:gd name="connsiteY182" fmla="*/ 227759 h 243348"/>
                <a:gd name="connsiteX183" fmla="*/ 142538 w 153607"/>
                <a:gd name="connsiteY183" fmla="*/ 228131 h 243348"/>
                <a:gd name="connsiteX184" fmla="*/ 141794 w 153607"/>
                <a:gd name="connsiteY184" fmla="*/ 230364 h 243348"/>
                <a:gd name="connsiteX185" fmla="*/ 138817 w 153607"/>
                <a:gd name="connsiteY185" fmla="*/ 231852 h 243348"/>
                <a:gd name="connsiteX186" fmla="*/ 138073 w 153607"/>
                <a:gd name="connsiteY186" fmla="*/ 234084 h 243348"/>
                <a:gd name="connsiteX187" fmla="*/ 135841 w 153607"/>
                <a:gd name="connsiteY187" fmla="*/ 234410 h 243348"/>
                <a:gd name="connsiteX188" fmla="*/ 133608 w 153607"/>
                <a:gd name="connsiteY188" fmla="*/ 234829 h 243348"/>
                <a:gd name="connsiteX189" fmla="*/ 133306 w 153607"/>
                <a:gd name="connsiteY189" fmla="*/ 236317 h 243348"/>
                <a:gd name="connsiteX190" fmla="*/ 132864 w 153607"/>
                <a:gd name="connsiteY190" fmla="*/ 237805 h 243348"/>
                <a:gd name="connsiteX191" fmla="*/ 129515 w 153607"/>
                <a:gd name="connsiteY191" fmla="*/ 238224 h 243348"/>
                <a:gd name="connsiteX192" fmla="*/ 126167 w 153607"/>
                <a:gd name="connsiteY192" fmla="*/ 238549 h 243348"/>
                <a:gd name="connsiteX193" fmla="*/ 125423 w 153607"/>
                <a:gd name="connsiteY193" fmla="*/ 240782 h 243348"/>
                <a:gd name="connsiteX194" fmla="*/ 119728 w 153607"/>
                <a:gd name="connsiteY194" fmla="*/ 241151 h 243348"/>
                <a:gd name="connsiteX195" fmla="*/ 117981 w 153607"/>
                <a:gd name="connsiteY195" fmla="*/ 241526 h 243348"/>
                <a:gd name="connsiteX196" fmla="*/ 117407 w 153607"/>
                <a:gd name="connsiteY196" fmla="*/ 243016 h 243348"/>
                <a:gd name="connsiteX197" fmla="*/ 116493 w 153607"/>
                <a:gd name="connsiteY197" fmla="*/ 244502 h 243348"/>
                <a:gd name="connsiteX198" fmla="*/ 112020 w 153607"/>
                <a:gd name="connsiteY198" fmla="*/ 244840 h 243348"/>
                <a:gd name="connsiteX199" fmla="*/ 109177 w 153607"/>
                <a:gd name="connsiteY199" fmla="*/ 244840 h 243348"/>
                <a:gd name="connsiteX200" fmla="*/ 106092 w 153607"/>
                <a:gd name="connsiteY200" fmla="*/ 244793 h 243348"/>
                <a:gd name="connsiteX201" fmla="*/ 102946 w 153607"/>
                <a:gd name="connsiteY201" fmla="*/ 244780 h 243348"/>
                <a:gd name="connsiteX202" fmla="*/ 94659 w 153607"/>
                <a:gd name="connsiteY202" fmla="*/ 244707 h 243348"/>
                <a:gd name="connsiteX203" fmla="*/ 86204 w 153607"/>
                <a:gd name="connsiteY203" fmla="*/ 244648 h 243348"/>
                <a:gd name="connsiteX204" fmla="*/ 69612 w 153607"/>
                <a:gd name="connsiteY204" fmla="*/ 244502 h 243348"/>
                <a:gd name="connsiteX205" fmla="*/ 69612 w 153607"/>
                <a:gd name="connsiteY205" fmla="*/ 241526 h 243348"/>
                <a:gd name="connsiteX206" fmla="*/ 66961 w 153607"/>
                <a:gd name="connsiteY206" fmla="*/ 241572 h 243348"/>
                <a:gd name="connsiteX207" fmla="*/ 58450 w 153607"/>
                <a:gd name="connsiteY207" fmla="*/ 240782 h 243348"/>
                <a:gd name="connsiteX208" fmla="*/ 58450 w 153607"/>
                <a:gd name="connsiteY208" fmla="*/ 237805 h 243348"/>
                <a:gd name="connsiteX209" fmla="*/ 52497 w 153607"/>
                <a:gd name="connsiteY209" fmla="*/ 237805 h 243348"/>
                <a:gd name="connsiteX210" fmla="*/ 52497 w 153607"/>
                <a:gd name="connsiteY210" fmla="*/ 234829 h 243348"/>
                <a:gd name="connsiteX211" fmla="*/ 49939 w 153607"/>
                <a:gd name="connsiteY211" fmla="*/ 234596 h 243348"/>
                <a:gd name="connsiteX212" fmla="*/ 47288 w 153607"/>
                <a:gd name="connsiteY212" fmla="*/ 234084 h 243348"/>
                <a:gd name="connsiteX213" fmla="*/ 46544 w 153607"/>
                <a:gd name="connsiteY213" fmla="*/ 231852 h 243348"/>
                <a:gd name="connsiteX214" fmla="*/ 44311 w 153607"/>
                <a:gd name="connsiteY214" fmla="*/ 231108 h 243348"/>
                <a:gd name="connsiteX215" fmla="*/ 42079 w 153607"/>
                <a:gd name="connsiteY215" fmla="*/ 230364 h 243348"/>
                <a:gd name="connsiteX216" fmla="*/ 41335 w 153607"/>
                <a:gd name="connsiteY216" fmla="*/ 228131 h 243348"/>
                <a:gd name="connsiteX217" fmla="*/ 39846 w 153607"/>
                <a:gd name="connsiteY217" fmla="*/ 227806 h 243348"/>
                <a:gd name="connsiteX218" fmla="*/ 38358 w 153607"/>
                <a:gd name="connsiteY218" fmla="*/ 227387 h 243348"/>
                <a:gd name="connsiteX219" fmla="*/ 37614 w 153607"/>
                <a:gd name="connsiteY219" fmla="*/ 224411 h 243348"/>
                <a:gd name="connsiteX220" fmla="*/ 35382 w 153607"/>
                <a:gd name="connsiteY220" fmla="*/ 223666 h 243348"/>
                <a:gd name="connsiteX221" fmla="*/ 34637 w 153607"/>
                <a:gd name="connsiteY221" fmla="*/ 221434 h 243348"/>
                <a:gd name="connsiteX222" fmla="*/ 32405 w 153607"/>
                <a:gd name="connsiteY222" fmla="*/ 219946 h 243348"/>
                <a:gd name="connsiteX223" fmla="*/ 32405 w 153607"/>
                <a:gd name="connsiteY223" fmla="*/ 217713 h 243348"/>
                <a:gd name="connsiteX224" fmla="*/ 30173 w 153607"/>
                <a:gd name="connsiteY224" fmla="*/ 217713 h 243348"/>
                <a:gd name="connsiteX225" fmla="*/ 29428 w 153607"/>
                <a:gd name="connsiteY225" fmla="*/ 213993 h 243348"/>
                <a:gd name="connsiteX226" fmla="*/ 27940 w 153607"/>
                <a:gd name="connsiteY226" fmla="*/ 213248 h 243348"/>
                <a:gd name="connsiteX227" fmla="*/ 27615 w 153607"/>
                <a:gd name="connsiteY227" fmla="*/ 211342 h 243348"/>
                <a:gd name="connsiteX228" fmla="*/ 27196 w 153607"/>
                <a:gd name="connsiteY228" fmla="*/ 209528 h 243348"/>
                <a:gd name="connsiteX229" fmla="*/ 24964 w 153607"/>
                <a:gd name="connsiteY229" fmla="*/ 209528 h 243348"/>
                <a:gd name="connsiteX230" fmla="*/ 23475 w 153607"/>
                <a:gd name="connsiteY230" fmla="*/ 204319 h 243348"/>
                <a:gd name="connsiteX231" fmla="*/ 21987 w 153607"/>
                <a:gd name="connsiteY231" fmla="*/ 204319 h 243348"/>
                <a:gd name="connsiteX232" fmla="*/ 21754 w 153607"/>
                <a:gd name="connsiteY232" fmla="*/ 201761 h 243348"/>
                <a:gd name="connsiteX233" fmla="*/ 21243 w 153607"/>
                <a:gd name="connsiteY233" fmla="*/ 199110 h 243348"/>
                <a:gd name="connsiteX234" fmla="*/ 19010 w 153607"/>
                <a:gd name="connsiteY234" fmla="*/ 198366 h 243348"/>
                <a:gd name="connsiteX235" fmla="*/ 18592 w 153607"/>
                <a:gd name="connsiteY235" fmla="*/ 194645 h 243348"/>
                <a:gd name="connsiteX236" fmla="*/ 18266 w 153607"/>
                <a:gd name="connsiteY236" fmla="*/ 190924 h 243348"/>
                <a:gd name="connsiteX237" fmla="*/ 16778 w 153607"/>
                <a:gd name="connsiteY237" fmla="*/ 190180 h 243348"/>
                <a:gd name="connsiteX238" fmla="*/ 16406 w 153607"/>
                <a:gd name="connsiteY238" fmla="*/ 185808 h 243348"/>
                <a:gd name="connsiteX239" fmla="*/ 14546 w 153607"/>
                <a:gd name="connsiteY239" fmla="*/ 179018 h 243348"/>
                <a:gd name="connsiteX240" fmla="*/ 13801 w 153607"/>
                <a:gd name="connsiteY240" fmla="*/ 179018 h 243348"/>
                <a:gd name="connsiteX241" fmla="*/ 13755 w 153607"/>
                <a:gd name="connsiteY241" fmla="*/ 169391 h 243348"/>
                <a:gd name="connsiteX242" fmla="*/ 13736 w 153607"/>
                <a:gd name="connsiteY242" fmla="*/ 166613 h 243348"/>
                <a:gd name="connsiteX243" fmla="*/ 13729 w 153607"/>
                <a:gd name="connsiteY243" fmla="*/ 163975 h 243348"/>
                <a:gd name="connsiteX244" fmla="*/ 13717 w 153607"/>
                <a:gd name="connsiteY244" fmla="*/ 161531 h 243348"/>
                <a:gd name="connsiteX245" fmla="*/ 14546 w 153607"/>
                <a:gd name="connsiteY245" fmla="*/ 158926 h 243348"/>
                <a:gd name="connsiteX246" fmla="*/ 20289 w 153607"/>
                <a:gd name="connsiteY246" fmla="*/ 158827 h 243348"/>
                <a:gd name="connsiteX247" fmla="*/ 22033 w 153607"/>
                <a:gd name="connsiteY247" fmla="*/ 158825 h 243348"/>
                <a:gd name="connsiteX248" fmla="*/ 25688 w 153607"/>
                <a:gd name="connsiteY248" fmla="*/ 158829 h 243348"/>
                <a:gd name="connsiteX249" fmla="*/ 31303 w 153607"/>
                <a:gd name="connsiteY249" fmla="*/ 158824 h 243348"/>
                <a:gd name="connsiteX250" fmla="*/ 34847 w 153607"/>
                <a:gd name="connsiteY250" fmla="*/ 158827 h 243348"/>
                <a:gd name="connsiteX251" fmla="*/ 36554 w 153607"/>
                <a:gd name="connsiteY251" fmla="*/ 158823 h 243348"/>
                <a:gd name="connsiteX252" fmla="*/ 41335 w 153607"/>
                <a:gd name="connsiteY252" fmla="*/ 159670 h 243348"/>
                <a:gd name="connsiteX253" fmla="*/ 41381 w 153607"/>
                <a:gd name="connsiteY253" fmla="*/ 163810 h 243348"/>
                <a:gd name="connsiteX254" fmla="*/ 41361 w 153607"/>
                <a:gd name="connsiteY254" fmla="*/ 166091 h 243348"/>
                <a:gd name="connsiteX255" fmla="*/ 41335 w 153607"/>
                <a:gd name="connsiteY255" fmla="*/ 167856 h 243348"/>
                <a:gd name="connsiteX256" fmla="*/ 43567 w 153607"/>
                <a:gd name="connsiteY256" fmla="*/ 167856 h 243348"/>
                <a:gd name="connsiteX257" fmla="*/ 43651 w 153607"/>
                <a:gd name="connsiteY257" fmla="*/ 170056 h 243348"/>
                <a:gd name="connsiteX258" fmla="*/ 43800 w 153607"/>
                <a:gd name="connsiteY258" fmla="*/ 172925 h 243348"/>
                <a:gd name="connsiteX259" fmla="*/ 43930 w 153607"/>
                <a:gd name="connsiteY259" fmla="*/ 175777 h 243348"/>
                <a:gd name="connsiteX260" fmla="*/ 46544 w 153607"/>
                <a:gd name="connsiteY260" fmla="*/ 180506 h 243348"/>
                <a:gd name="connsiteX261" fmla="*/ 46962 w 153607"/>
                <a:gd name="connsiteY261" fmla="*/ 183576 h 243348"/>
                <a:gd name="connsiteX262" fmla="*/ 47288 w 153607"/>
                <a:gd name="connsiteY262" fmla="*/ 186459 h 243348"/>
                <a:gd name="connsiteX263" fmla="*/ 48776 w 153607"/>
                <a:gd name="connsiteY263" fmla="*/ 187204 h 243348"/>
                <a:gd name="connsiteX264" fmla="*/ 49776 w 153607"/>
                <a:gd name="connsiteY264" fmla="*/ 189212 h 243348"/>
                <a:gd name="connsiteX265" fmla="*/ 54357 w 153607"/>
                <a:gd name="connsiteY265" fmla="*/ 195994 h 243348"/>
                <a:gd name="connsiteX266" fmla="*/ 56101 w 153607"/>
                <a:gd name="connsiteY266" fmla="*/ 198148 h 243348"/>
                <a:gd name="connsiteX267" fmla="*/ 59938 w 153607"/>
                <a:gd name="connsiteY267" fmla="*/ 200598 h 243348"/>
                <a:gd name="connsiteX268" fmla="*/ 60682 w 153607"/>
                <a:gd name="connsiteY268" fmla="*/ 202831 h 243348"/>
                <a:gd name="connsiteX269" fmla="*/ 62496 w 153607"/>
                <a:gd name="connsiteY269" fmla="*/ 203156 h 243348"/>
                <a:gd name="connsiteX270" fmla="*/ 64403 w 153607"/>
                <a:gd name="connsiteY270" fmla="*/ 203575 h 243348"/>
                <a:gd name="connsiteX271" fmla="*/ 65054 w 153607"/>
                <a:gd name="connsiteY271" fmla="*/ 205063 h 243348"/>
                <a:gd name="connsiteX272" fmla="*/ 65891 w 153607"/>
                <a:gd name="connsiteY272" fmla="*/ 206551 h 243348"/>
                <a:gd name="connsiteX273" fmla="*/ 69286 w 153607"/>
                <a:gd name="connsiteY273" fmla="*/ 206970 h 243348"/>
                <a:gd name="connsiteX274" fmla="*/ 72589 w 153607"/>
                <a:gd name="connsiteY274" fmla="*/ 207295 h 243348"/>
                <a:gd name="connsiteX275" fmla="*/ 73333 w 153607"/>
                <a:gd name="connsiteY275" fmla="*/ 209528 h 243348"/>
                <a:gd name="connsiteX276" fmla="*/ 78960 w 153607"/>
                <a:gd name="connsiteY276" fmla="*/ 210039 h 243348"/>
                <a:gd name="connsiteX277" fmla="*/ 80563 w 153607"/>
                <a:gd name="connsiteY277" fmla="*/ 210116 h 243348"/>
                <a:gd name="connsiteX278" fmla="*/ 84495 w 153607"/>
                <a:gd name="connsiteY278" fmla="*/ 210272 h 243348"/>
                <a:gd name="connsiteX279" fmla="*/ 84495 w 153607"/>
                <a:gd name="connsiteY279" fmla="*/ 213993 h 243348"/>
                <a:gd name="connsiteX280" fmla="*/ 93332 w 153607"/>
                <a:gd name="connsiteY280" fmla="*/ 213807 h 243348"/>
                <a:gd name="connsiteX281" fmla="*/ 95875 w 153607"/>
                <a:gd name="connsiteY281" fmla="*/ 213775 h 243348"/>
                <a:gd name="connsiteX282" fmla="*/ 98302 w 153607"/>
                <a:gd name="connsiteY282" fmla="*/ 213702 h 243348"/>
                <a:gd name="connsiteX283" fmla="*/ 100546 w 153607"/>
                <a:gd name="connsiteY283" fmla="*/ 213655 h 243348"/>
                <a:gd name="connsiteX284" fmla="*/ 102354 w 153607"/>
                <a:gd name="connsiteY284" fmla="*/ 213248 h 243348"/>
                <a:gd name="connsiteX285" fmla="*/ 103842 w 153607"/>
                <a:gd name="connsiteY285" fmla="*/ 210272 h 243348"/>
                <a:gd name="connsiteX286" fmla="*/ 109889 w 153607"/>
                <a:gd name="connsiteY286" fmla="*/ 210086 h 243348"/>
                <a:gd name="connsiteX287" fmla="*/ 111589 w 153607"/>
                <a:gd name="connsiteY287" fmla="*/ 210127 h 243348"/>
                <a:gd name="connsiteX288" fmla="*/ 115749 w 153607"/>
                <a:gd name="connsiteY288" fmla="*/ 210272 h 243348"/>
                <a:gd name="connsiteX289" fmla="*/ 115749 w 153607"/>
                <a:gd name="connsiteY289" fmla="*/ 207295 h 243348"/>
                <a:gd name="connsiteX290" fmla="*/ 118307 w 153607"/>
                <a:gd name="connsiteY290" fmla="*/ 207109 h 243348"/>
                <a:gd name="connsiteX291" fmla="*/ 120958 w 153607"/>
                <a:gd name="connsiteY291" fmla="*/ 206551 h 243348"/>
                <a:gd name="connsiteX292" fmla="*/ 121702 w 153607"/>
                <a:gd name="connsiteY292" fmla="*/ 203575 h 243348"/>
                <a:gd name="connsiteX293" fmla="*/ 126167 w 153607"/>
                <a:gd name="connsiteY293" fmla="*/ 203575 h 243348"/>
                <a:gd name="connsiteX294" fmla="*/ 126911 w 153607"/>
                <a:gd name="connsiteY294" fmla="*/ 200598 h 243348"/>
                <a:gd name="connsiteX295" fmla="*/ 130632 w 153607"/>
                <a:gd name="connsiteY295" fmla="*/ 196877 h 243348"/>
                <a:gd name="connsiteX296" fmla="*/ 134352 w 153607"/>
                <a:gd name="connsiteY296" fmla="*/ 187948 h 243348"/>
                <a:gd name="connsiteX297" fmla="*/ 136585 w 153607"/>
                <a:gd name="connsiteY297" fmla="*/ 187948 h 243348"/>
                <a:gd name="connsiteX298" fmla="*/ 136349 w 153607"/>
                <a:gd name="connsiteY298" fmla="*/ 177497 h 243348"/>
                <a:gd name="connsiteX299" fmla="*/ 136271 w 153607"/>
                <a:gd name="connsiteY299" fmla="*/ 173939 h 243348"/>
                <a:gd name="connsiteX300" fmla="*/ 136149 w 153607"/>
                <a:gd name="connsiteY300" fmla="*/ 168836 h 243348"/>
                <a:gd name="connsiteX301" fmla="*/ 136123 w 153607"/>
                <a:gd name="connsiteY301" fmla="*/ 167219 h 243348"/>
                <a:gd name="connsiteX302" fmla="*/ 135841 w 153607"/>
                <a:gd name="connsiteY302" fmla="*/ 163391 h 243348"/>
                <a:gd name="connsiteX303" fmla="*/ 134352 w 153607"/>
                <a:gd name="connsiteY303" fmla="*/ 162647 h 243348"/>
                <a:gd name="connsiteX304" fmla="*/ 134027 w 153607"/>
                <a:gd name="connsiteY304" fmla="*/ 160880 h 243348"/>
                <a:gd name="connsiteX305" fmla="*/ 131376 w 153607"/>
                <a:gd name="connsiteY305" fmla="*/ 156694 h 243348"/>
                <a:gd name="connsiteX306" fmla="*/ 131376 w 153607"/>
                <a:gd name="connsiteY306" fmla="*/ 155206 h 243348"/>
                <a:gd name="connsiteX307" fmla="*/ 129143 w 153607"/>
                <a:gd name="connsiteY307" fmla="*/ 154461 h 243348"/>
                <a:gd name="connsiteX308" fmla="*/ 129143 w 153607"/>
                <a:gd name="connsiteY308" fmla="*/ 152229 h 243348"/>
                <a:gd name="connsiteX309" fmla="*/ 127004 w 153607"/>
                <a:gd name="connsiteY309" fmla="*/ 152415 h 243348"/>
                <a:gd name="connsiteX310" fmla="*/ 124678 w 153607"/>
                <a:gd name="connsiteY310" fmla="*/ 152229 h 243348"/>
                <a:gd name="connsiteX311" fmla="*/ 123190 w 153607"/>
                <a:gd name="connsiteY311" fmla="*/ 149252 h 243348"/>
                <a:gd name="connsiteX312" fmla="*/ 118725 w 153607"/>
                <a:gd name="connsiteY312" fmla="*/ 148508 h 243348"/>
                <a:gd name="connsiteX313" fmla="*/ 118725 w 153607"/>
                <a:gd name="connsiteY313" fmla="*/ 145532 h 243348"/>
                <a:gd name="connsiteX314" fmla="*/ 117150 w 153607"/>
                <a:gd name="connsiteY314" fmla="*/ 145636 h 243348"/>
                <a:gd name="connsiteX315" fmla="*/ 115098 w 153607"/>
                <a:gd name="connsiteY315" fmla="*/ 145718 h 243348"/>
                <a:gd name="connsiteX316" fmla="*/ 113057 w 153607"/>
                <a:gd name="connsiteY316" fmla="*/ 145822 h 243348"/>
                <a:gd name="connsiteX317" fmla="*/ 111284 w 153607"/>
                <a:gd name="connsiteY317" fmla="*/ 145532 h 243348"/>
                <a:gd name="connsiteX318" fmla="*/ 109796 w 153607"/>
                <a:gd name="connsiteY318" fmla="*/ 142555 h 243348"/>
                <a:gd name="connsiteX319" fmla="*/ 106028 w 153607"/>
                <a:gd name="connsiteY319" fmla="*/ 142137 h 243348"/>
                <a:gd name="connsiteX320" fmla="*/ 102354 w 153607"/>
                <a:gd name="connsiteY320" fmla="*/ 141811 h 243348"/>
                <a:gd name="connsiteX321" fmla="*/ 101610 w 153607"/>
                <a:gd name="connsiteY321" fmla="*/ 139579 h 243348"/>
                <a:gd name="connsiteX322" fmla="*/ 93518 w 153607"/>
                <a:gd name="connsiteY322" fmla="*/ 139209 h 243348"/>
                <a:gd name="connsiteX323" fmla="*/ 91192 w 153607"/>
                <a:gd name="connsiteY323" fmla="*/ 138834 h 243348"/>
                <a:gd name="connsiteX324" fmla="*/ 90448 w 153607"/>
                <a:gd name="connsiteY324" fmla="*/ 135858 h 243348"/>
                <a:gd name="connsiteX325" fmla="*/ 85239 w 153607"/>
                <a:gd name="connsiteY325" fmla="*/ 135439 h 243348"/>
                <a:gd name="connsiteX326" fmla="*/ 80030 w 153607"/>
                <a:gd name="connsiteY326" fmla="*/ 135114 h 243348"/>
                <a:gd name="connsiteX327" fmla="*/ 79286 w 153607"/>
                <a:gd name="connsiteY327" fmla="*/ 132881 h 243348"/>
                <a:gd name="connsiteX328" fmla="*/ 71775 w 153607"/>
                <a:gd name="connsiteY328" fmla="*/ 132585 h 243348"/>
                <a:gd name="connsiteX329" fmla="*/ 69612 w 153607"/>
                <a:gd name="connsiteY329" fmla="*/ 132137 h 243348"/>
                <a:gd name="connsiteX330" fmla="*/ 68868 w 153607"/>
                <a:gd name="connsiteY330" fmla="*/ 128416 h 243348"/>
                <a:gd name="connsiteX331" fmla="*/ 64729 w 153607"/>
                <a:gd name="connsiteY331" fmla="*/ 128184 h 243348"/>
                <a:gd name="connsiteX332" fmla="*/ 62447 w 153607"/>
                <a:gd name="connsiteY332" fmla="*/ 128286 h 243348"/>
                <a:gd name="connsiteX333" fmla="*/ 60682 w 153607"/>
                <a:gd name="connsiteY333" fmla="*/ 128416 h 243348"/>
                <a:gd name="connsiteX334" fmla="*/ 60682 w 153607"/>
                <a:gd name="connsiteY334" fmla="*/ 125440 h 243348"/>
                <a:gd name="connsiteX335" fmla="*/ 59081 w 153607"/>
                <a:gd name="connsiteY335" fmla="*/ 125356 h 243348"/>
                <a:gd name="connsiteX336" fmla="*/ 57008 w 153607"/>
                <a:gd name="connsiteY336" fmla="*/ 125207 h 243348"/>
                <a:gd name="connsiteX337" fmla="*/ 54941 w 153607"/>
                <a:gd name="connsiteY337" fmla="*/ 125077 h 243348"/>
                <a:gd name="connsiteX338" fmla="*/ 53241 w 153607"/>
                <a:gd name="connsiteY338" fmla="*/ 124696 h 243348"/>
                <a:gd name="connsiteX339" fmla="*/ 52497 w 153607"/>
                <a:gd name="connsiteY339" fmla="*/ 122463 h 243348"/>
                <a:gd name="connsiteX340" fmla="*/ 49892 w 153607"/>
                <a:gd name="connsiteY340" fmla="*/ 122138 h 243348"/>
                <a:gd name="connsiteX341" fmla="*/ 47288 w 153607"/>
                <a:gd name="connsiteY341" fmla="*/ 121719 h 243348"/>
                <a:gd name="connsiteX342" fmla="*/ 46544 w 153607"/>
                <a:gd name="connsiteY342" fmla="*/ 118743 h 243348"/>
                <a:gd name="connsiteX343" fmla="*/ 44311 w 153607"/>
                <a:gd name="connsiteY343" fmla="*/ 118371 h 243348"/>
                <a:gd name="connsiteX344" fmla="*/ 42079 w 153607"/>
                <a:gd name="connsiteY344" fmla="*/ 117999 h 243348"/>
                <a:gd name="connsiteX345" fmla="*/ 41335 w 153607"/>
                <a:gd name="connsiteY345" fmla="*/ 115022 h 243348"/>
                <a:gd name="connsiteX346" fmla="*/ 39102 w 153607"/>
                <a:gd name="connsiteY346" fmla="*/ 114278 h 243348"/>
                <a:gd name="connsiteX347" fmla="*/ 37614 w 153607"/>
                <a:gd name="connsiteY347" fmla="*/ 111301 h 243348"/>
                <a:gd name="connsiteX348" fmla="*/ 36405 w 153607"/>
                <a:gd name="connsiteY348" fmla="*/ 110092 h 243348"/>
                <a:gd name="connsiteX349" fmla="*/ 35382 w 153607"/>
                <a:gd name="connsiteY349" fmla="*/ 107581 h 243348"/>
                <a:gd name="connsiteX350" fmla="*/ 33149 w 153607"/>
                <a:gd name="connsiteY350" fmla="*/ 107581 h 243348"/>
                <a:gd name="connsiteX351" fmla="*/ 32405 w 153607"/>
                <a:gd name="connsiteY351" fmla="*/ 105348 h 243348"/>
                <a:gd name="connsiteX352" fmla="*/ 30173 w 153607"/>
                <a:gd name="connsiteY352" fmla="*/ 103860 h 243348"/>
                <a:gd name="connsiteX353" fmla="*/ 29428 w 153607"/>
                <a:gd name="connsiteY353" fmla="*/ 100883 h 243348"/>
                <a:gd name="connsiteX354" fmla="*/ 27940 w 153607"/>
                <a:gd name="connsiteY354" fmla="*/ 100139 h 243348"/>
                <a:gd name="connsiteX355" fmla="*/ 27196 w 153607"/>
                <a:gd name="connsiteY355" fmla="*/ 97488 h 243348"/>
                <a:gd name="connsiteX356" fmla="*/ 26452 w 153607"/>
                <a:gd name="connsiteY356" fmla="*/ 94930 h 243348"/>
                <a:gd name="connsiteX357" fmla="*/ 24964 w 153607"/>
                <a:gd name="connsiteY357" fmla="*/ 94930 h 243348"/>
                <a:gd name="connsiteX358" fmla="*/ 23894 w 153607"/>
                <a:gd name="connsiteY358" fmla="*/ 89698 h 243348"/>
                <a:gd name="connsiteX359" fmla="*/ 23475 w 153607"/>
                <a:gd name="connsiteY359" fmla="*/ 88233 h 243348"/>
                <a:gd name="connsiteX360" fmla="*/ 21987 w 153607"/>
                <a:gd name="connsiteY360" fmla="*/ 88233 h 243348"/>
                <a:gd name="connsiteX361" fmla="*/ 21942 w 153607"/>
                <a:gd name="connsiteY361" fmla="*/ 86970 h 243348"/>
                <a:gd name="connsiteX362" fmla="*/ 21708 w 153607"/>
                <a:gd name="connsiteY362" fmla="*/ 81303 h 243348"/>
                <a:gd name="connsiteX363" fmla="*/ 21638 w 153607"/>
                <a:gd name="connsiteY363" fmla="*/ 79316 h 243348"/>
                <a:gd name="connsiteX364" fmla="*/ 21551 w 153607"/>
                <a:gd name="connsiteY364" fmla="*/ 77405 h 243348"/>
                <a:gd name="connsiteX365" fmla="*/ 21480 w 153607"/>
                <a:gd name="connsiteY365" fmla="*/ 75646 h 243348"/>
                <a:gd name="connsiteX366" fmla="*/ 19755 w 153607"/>
                <a:gd name="connsiteY366" fmla="*/ 71862 h 243348"/>
                <a:gd name="connsiteX367" fmla="*/ 19010 w 153607"/>
                <a:gd name="connsiteY367" fmla="*/ 71862 h 243348"/>
                <a:gd name="connsiteX368" fmla="*/ 19010 w 153607"/>
                <a:gd name="connsiteY368" fmla="*/ 62188 h 243348"/>
                <a:gd name="connsiteX369" fmla="*/ 21243 w 153607"/>
                <a:gd name="connsiteY369" fmla="*/ 62188 h 243348"/>
                <a:gd name="connsiteX370" fmla="*/ 21987 w 153607"/>
                <a:gd name="connsiteY370" fmla="*/ 46561 h 243348"/>
                <a:gd name="connsiteX371" fmla="*/ 23475 w 153607"/>
                <a:gd name="connsiteY371" fmla="*/ 46561 h 243348"/>
                <a:gd name="connsiteX372" fmla="*/ 24219 w 153607"/>
                <a:gd name="connsiteY372" fmla="*/ 42887 h 243348"/>
                <a:gd name="connsiteX373" fmla="*/ 24964 w 153607"/>
                <a:gd name="connsiteY373" fmla="*/ 39120 h 243348"/>
                <a:gd name="connsiteX374" fmla="*/ 26452 w 153607"/>
                <a:gd name="connsiteY374" fmla="*/ 38375 h 243348"/>
                <a:gd name="connsiteX375" fmla="*/ 27196 w 153607"/>
                <a:gd name="connsiteY375" fmla="*/ 36143 h 243348"/>
                <a:gd name="connsiteX376" fmla="*/ 29428 w 153607"/>
                <a:gd name="connsiteY376" fmla="*/ 33166 h 243348"/>
                <a:gd name="connsiteX377" fmla="*/ 30173 w 153607"/>
                <a:gd name="connsiteY377" fmla="*/ 28702 h 243348"/>
                <a:gd name="connsiteX378" fmla="*/ 31661 w 153607"/>
                <a:gd name="connsiteY378" fmla="*/ 28702 h 243348"/>
                <a:gd name="connsiteX379" fmla="*/ 32265 w 153607"/>
                <a:gd name="connsiteY379" fmla="*/ 27074 h 243348"/>
                <a:gd name="connsiteX380" fmla="*/ 36870 w 153607"/>
                <a:gd name="connsiteY380" fmla="*/ 21260 h 243348"/>
                <a:gd name="connsiteX381" fmla="*/ 37614 w 153607"/>
                <a:gd name="connsiteY381" fmla="*/ 19028 h 243348"/>
                <a:gd name="connsiteX382" fmla="*/ 40591 w 153607"/>
                <a:gd name="connsiteY382" fmla="*/ 18284 h 243348"/>
                <a:gd name="connsiteX383" fmla="*/ 41335 w 153607"/>
                <a:gd name="connsiteY383" fmla="*/ 16051 h 243348"/>
                <a:gd name="connsiteX384" fmla="*/ 44311 w 153607"/>
                <a:gd name="connsiteY384" fmla="*/ 14563 h 243348"/>
                <a:gd name="connsiteX385" fmla="*/ 45055 w 153607"/>
                <a:gd name="connsiteY385" fmla="*/ 12331 h 243348"/>
                <a:gd name="connsiteX386" fmla="*/ 47288 w 153607"/>
                <a:gd name="connsiteY386" fmla="*/ 12005 h 243348"/>
                <a:gd name="connsiteX387" fmla="*/ 49520 w 153607"/>
                <a:gd name="connsiteY387" fmla="*/ 11586 h 243348"/>
                <a:gd name="connsiteX388" fmla="*/ 49799 w 153607"/>
                <a:gd name="connsiteY388" fmla="*/ 10098 h 243348"/>
                <a:gd name="connsiteX389" fmla="*/ 50264 w 153607"/>
                <a:gd name="connsiteY389" fmla="*/ 8610 h 243348"/>
                <a:gd name="connsiteX390" fmla="*/ 54869 w 153607"/>
                <a:gd name="connsiteY390" fmla="*/ 8142 h 243348"/>
                <a:gd name="connsiteX391" fmla="*/ 56217 w 153607"/>
                <a:gd name="connsiteY391" fmla="*/ 7866 h 243348"/>
                <a:gd name="connsiteX392" fmla="*/ 56962 w 153607"/>
                <a:gd name="connsiteY392" fmla="*/ 5633 h 243348"/>
                <a:gd name="connsiteX393" fmla="*/ 63891 w 153607"/>
                <a:gd name="connsiteY393" fmla="*/ 5264 h 243348"/>
                <a:gd name="connsiteX394" fmla="*/ 65891 w 153607"/>
                <a:gd name="connsiteY394" fmla="*/ 4889 h 243348"/>
                <a:gd name="connsiteX395" fmla="*/ 66128 w 153607"/>
                <a:gd name="connsiteY395" fmla="*/ 3401 h 243348"/>
                <a:gd name="connsiteX396" fmla="*/ 66635 w 153607"/>
                <a:gd name="connsiteY396" fmla="*/ 1913 h 24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53607" h="243348">
                  <a:moveTo>
                    <a:pt x="66635" y="1913"/>
                  </a:moveTo>
                  <a:cubicBezTo>
                    <a:pt x="68415" y="1535"/>
                    <a:pt x="68415" y="1535"/>
                    <a:pt x="70807" y="1527"/>
                  </a:cubicBezTo>
                  <a:cubicBezTo>
                    <a:pt x="71698" y="1518"/>
                    <a:pt x="72590" y="1509"/>
                    <a:pt x="73508" y="1499"/>
                  </a:cubicBezTo>
                  <a:cubicBezTo>
                    <a:pt x="74479" y="1505"/>
                    <a:pt x="75449" y="1511"/>
                    <a:pt x="76449" y="1517"/>
                  </a:cubicBezTo>
                  <a:cubicBezTo>
                    <a:pt x="77447" y="1515"/>
                    <a:pt x="78445" y="1512"/>
                    <a:pt x="79443" y="1509"/>
                  </a:cubicBezTo>
                  <a:cubicBezTo>
                    <a:pt x="81538" y="1504"/>
                    <a:pt x="83632" y="1511"/>
                    <a:pt x="85727" y="1525"/>
                  </a:cubicBezTo>
                  <a:cubicBezTo>
                    <a:pt x="88417" y="1541"/>
                    <a:pt x="91107" y="1532"/>
                    <a:pt x="93797" y="1514"/>
                  </a:cubicBezTo>
                  <a:cubicBezTo>
                    <a:pt x="95859" y="1503"/>
                    <a:pt x="97921" y="1507"/>
                    <a:pt x="99983" y="1514"/>
                  </a:cubicBezTo>
                  <a:cubicBezTo>
                    <a:pt x="101459" y="1517"/>
                    <a:pt x="102935" y="1508"/>
                    <a:pt x="104411" y="1499"/>
                  </a:cubicBezTo>
                  <a:cubicBezTo>
                    <a:pt x="105303" y="1508"/>
                    <a:pt x="106194" y="1518"/>
                    <a:pt x="107113" y="1527"/>
                  </a:cubicBezTo>
                  <a:cubicBezTo>
                    <a:pt x="107902" y="1530"/>
                    <a:pt x="108691" y="1532"/>
                    <a:pt x="109504" y="1535"/>
                  </a:cubicBezTo>
                  <a:cubicBezTo>
                    <a:pt x="110385" y="1722"/>
                    <a:pt x="110385" y="1722"/>
                    <a:pt x="111284" y="1913"/>
                  </a:cubicBezTo>
                  <a:cubicBezTo>
                    <a:pt x="111780" y="3397"/>
                    <a:pt x="111780" y="3397"/>
                    <a:pt x="112028" y="4889"/>
                  </a:cubicBezTo>
                  <a:cubicBezTo>
                    <a:pt x="114285" y="5419"/>
                    <a:pt x="114285" y="5419"/>
                    <a:pt x="116911" y="5447"/>
                  </a:cubicBezTo>
                  <a:cubicBezTo>
                    <a:pt x="118248" y="5511"/>
                    <a:pt x="118248" y="5511"/>
                    <a:pt x="119612" y="5575"/>
                  </a:cubicBezTo>
                  <a:cubicBezTo>
                    <a:pt x="120302" y="5594"/>
                    <a:pt x="120991" y="5614"/>
                    <a:pt x="121702" y="5633"/>
                  </a:cubicBezTo>
                  <a:cubicBezTo>
                    <a:pt x="121702" y="6616"/>
                    <a:pt x="121702" y="7598"/>
                    <a:pt x="121702" y="8610"/>
                  </a:cubicBezTo>
                  <a:cubicBezTo>
                    <a:pt x="123152" y="8518"/>
                    <a:pt x="123152" y="8518"/>
                    <a:pt x="124632" y="8424"/>
                  </a:cubicBezTo>
                  <a:cubicBezTo>
                    <a:pt x="126300" y="8415"/>
                    <a:pt x="126300" y="8415"/>
                    <a:pt x="127655" y="8610"/>
                  </a:cubicBezTo>
                  <a:cubicBezTo>
                    <a:pt x="128074" y="10052"/>
                    <a:pt x="128074" y="10052"/>
                    <a:pt x="128399" y="11586"/>
                  </a:cubicBezTo>
                  <a:cubicBezTo>
                    <a:pt x="129259" y="11709"/>
                    <a:pt x="130118" y="11832"/>
                    <a:pt x="131004" y="11958"/>
                  </a:cubicBezTo>
                  <a:cubicBezTo>
                    <a:pt x="131863" y="12081"/>
                    <a:pt x="132723" y="12204"/>
                    <a:pt x="133608" y="12331"/>
                  </a:cubicBezTo>
                  <a:cubicBezTo>
                    <a:pt x="134073" y="13819"/>
                    <a:pt x="134073" y="13819"/>
                    <a:pt x="134352" y="15307"/>
                  </a:cubicBezTo>
                  <a:cubicBezTo>
                    <a:pt x="135586" y="15585"/>
                    <a:pt x="136827" y="15833"/>
                    <a:pt x="138073" y="16051"/>
                  </a:cubicBezTo>
                  <a:cubicBezTo>
                    <a:pt x="138319" y="16788"/>
                    <a:pt x="138564" y="17525"/>
                    <a:pt x="138817" y="18284"/>
                  </a:cubicBezTo>
                  <a:cubicBezTo>
                    <a:pt x="139324" y="18514"/>
                    <a:pt x="139830" y="18744"/>
                    <a:pt x="140352" y="18981"/>
                  </a:cubicBezTo>
                  <a:cubicBezTo>
                    <a:pt x="140828" y="19242"/>
                    <a:pt x="141303" y="19503"/>
                    <a:pt x="141794" y="19772"/>
                  </a:cubicBezTo>
                  <a:cubicBezTo>
                    <a:pt x="141794" y="20754"/>
                    <a:pt x="141794" y="21736"/>
                    <a:pt x="141794" y="22749"/>
                  </a:cubicBezTo>
                  <a:cubicBezTo>
                    <a:pt x="142773" y="23269"/>
                    <a:pt x="143766" y="23766"/>
                    <a:pt x="144770" y="24237"/>
                  </a:cubicBezTo>
                  <a:cubicBezTo>
                    <a:pt x="144770" y="24973"/>
                    <a:pt x="144770" y="25710"/>
                    <a:pt x="144770" y="26469"/>
                  </a:cubicBezTo>
                  <a:cubicBezTo>
                    <a:pt x="145507" y="26715"/>
                    <a:pt x="146244" y="26960"/>
                    <a:pt x="147003" y="27213"/>
                  </a:cubicBezTo>
                  <a:cubicBezTo>
                    <a:pt x="147251" y="28206"/>
                    <a:pt x="147499" y="29198"/>
                    <a:pt x="147747" y="30190"/>
                  </a:cubicBezTo>
                  <a:cubicBezTo>
                    <a:pt x="148483" y="30435"/>
                    <a:pt x="149220" y="30681"/>
                    <a:pt x="149979" y="30934"/>
                  </a:cubicBezTo>
                  <a:cubicBezTo>
                    <a:pt x="150493" y="32416"/>
                    <a:pt x="150991" y="33904"/>
                    <a:pt x="151468" y="35399"/>
                  </a:cubicBezTo>
                  <a:cubicBezTo>
                    <a:pt x="151959" y="35399"/>
                    <a:pt x="152450" y="35399"/>
                    <a:pt x="152956" y="35399"/>
                  </a:cubicBezTo>
                  <a:cubicBezTo>
                    <a:pt x="153452" y="37135"/>
                    <a:pt x="153948" y="38872"/>
                    <a:pt x="154444" y="40608"/>
                  </a:cubicBezTo>
                  <a:cubicBezTo>
                    <a:pt x="154935" y="40608"/>
                    <a:pt x="155426" y="40608"/>
                    <a:pt x="155932" y="40608"/>
                  </a:cubicBezTo>
                  <a:cubicBezTo>
                    <a:pt x="155974" y="41562"/>
                    <a:pt x="155974" y="41562"/>
                    <a:pt x="156017" y="42535"/>
                  </a:cubicBezTo>
                  <a:cubicBezTo>
                    <a:pt x="156066" y="43357"/>
                    <a:pt x="156114" y="44179"/>
                    <a:pt x="156165" y="45026"/>
                  </a:cubicBezTo>
                  <a:cubicBezTo>
                    <a:pt x="156230" y="46256"/>
                    <a:pt x="156230" y="46256"/>
                    <a:pt x="156296" y="47512"/>
                  </a:cubicBezTo>
                  <a:cubicBezTo>
                    <a:pt x="156421" y="48180"/>
                    <a:pt x="156547" y="48849"/>
                    <a:pt x="156676" y="49538"/>
                  </a:cubicBezTo>
                  <a:cubicBezTo>
                    <a:pt x="157413" y="49783"/>
                    <a:pt x="158150" y="50029"/>
                    <a:pt x="158909" y="50282"/>
                  </a:cubicBezTo>
                  <a:cubicBezTo>
                    <a:pt x="159160" y="52310"/>
                    <a:pt x="159291" y="54201"/>
                    <a:pt x="159327" y="56235"/>
                  </a:cubicBezTo>
                  <a:cubicBezTo>
                    <a:pt x="159374" y="58238"/>
                    <a:pt x="159480" y="60188"/>
                    <a:pt x="159653" y="62188"/>
                  </a:cubicBezTo>
                  <a:cubicBezTo>
                    <a:pt x="160144" y="62434"/>
                    <a:pt x="160635" y="62679"/>
                    <a:pt x="161141" y="62932"/>
                  </a:cubicBezTo>
                  <a:cubicBezTo>
                    <a:pt x="161391" y="65258"/>
                    <a:pt x="161391" y="65258"/>
                    <a:pt x="161420" y="68141"/>
                  </a:cubicBezTo>
                  <a:cubicBezTo>
                    <a:pt x="161441" y="69093"/>
                    <a:pt x="161463" y="70044"/>
                    <a:pt x="161484" y="71025"/>
                  </a:cubicBezTo>
                  <a:cubicBezTo>
                    <a:pt x="161371" y="71792"/>
                    <a:pt x="161258" y="72559"/>
                    <a:pt x="161141" y="73350"/>
                  </a:cubicBezTo>
                  <a:cubicBezTo>
                    <a:pt x="158534" y="74487"/>
                    <a:pt x="155562" y="74191"/>
                    <a:pt x="152770" y="74193"/>
                  </a:cubicBezTo>
                  <a:cubicBezTo>
                    <a:pt x="152252" y="74194"/>
                    <a:pt x="151735" y="74194"/>
                    <a:pt x="151202" y="74195"/>
                  </a:cubicBezTo>
                  <a:cubicBezTo>
                    <a:pt x="150111" y="74196"/>
                    <a:pt x="149021" y="74194"/>
                    <a:pt x="147930" y="74191"/>
                  </a:cubicBezTo>
                  <a:cubicBezTo>
                    <a:pt x="146264" y="74187"/>
                    <a:pt x="144599" y="74191"/>
                    <a:pt x="142933" y="74196"/>
                  </a:cubicBezTo>
                  <a:cubicBezTo>
                    <a:pt x="141871" y="74195"/>
                    <a:pt x="140809" y="74195"/>
                    <a:pt x="139747" y="74193"/>
                  </a:cubicBezTo>
                  <a:cubicBezTo>
                    <a:pt x="138784" y="74192"/>
                    <a:pt x="137821" y="74191"/>
                    <a:pt x="136829" y="74191"/>
                  </a:cubicBezTo>
                  <a:cubicBezTo>
                    <a:pt x="132868" y="74037"/>
                    <a:pt x="132868" y="74037"/>
                    <a:pt x="131376" y="73350"/>
                  </a:cubicBezTo>
                  <a:cubicBezTo>
                    <a:pt x="131084" y="71183"/>
                    <a:pt x="130959" y="69242"/>
                    <a:pt x="130957" y="67071"/>
                  </a:cubicBezTo>
                  <a:cubicBezTo>
                    <a:pt x="130945" y="64910"/>
                    <a:pt x="130838" y="62860"/>
                    <a:pt x="130632" y="60700"/>
                  </a:cubicBezTo>
                  <a:cubicBezTo>
                    <a:pt x="129895" y="60209"/>
                    <a:pt x="129158" y="59717"/>
                    <a:pt x="128399" y="59211"/>
                  </a:cubicBezTo>
                  <a:cubicBezTo>
                    <a:pt x="128071" y="57790"/>
                    <a:pt x="128071" y="57790"/>
                    <a:pt x="127981" y="56188"/>
                  </a:cubicBezTo>
                  <a:cubicBezTo>
                    <a:pt x="127819" y="54738"/>
                    <a:pt x="127819" y="54738"/>
                    <a:pt x="127655" y="53258"/>
                  </a:cubicBezTo>
                  <a:cubicBezTo>
                    <a:pt x="127164" y="53013"/>
                    <a:pt x="126673" y="52767"/>
                    <a:pt x="126167" y="52514"/>
                  </a:cubicBezTo>
                  <a:cubicBezTo>
                    <a:pt x="126059" y="52054"/>
                    <a:pt x="125952" y="51593"/>
                    <a:pt x="125841" y="51119"/>
                  </a:cubicBezTo>
                  <a:cubicBezTo>
                    <a:pt x="125347" y="49253"/>
                    <a:pt x="124559" y="48615"/>
                    <a:pt x="123190" y="47305"/>
                  </a:cubicBezTo>
                  <a:cubicBezTo>
                    <a:pt x="123190" y="46814"/>
                    <a:pt x="123190" y="46323"/>
                    <a:pt x="123190" y="45817"/>
                  </a:cubicBezTo>
                  <a:cubicBezTo>
                    <a:pt x="122453" y="45571"/>
                    <a:pt x="121717" y="45326"/>
                    <a:pt x="120958" y="45073"/>
                  </a:cubicBezTo>
                  <a:cubicBezTo>
                    <a:pt x="120958" y="44336"/>
                    <a:pt x="120958" y="43599"/>
                    <a:pt x="120958" y="42840"/>
                  </a:cubicBezTo>
                  <a:cubicBezTo>
                    <a:pt x="120467" y="42718"/>
                    <a:pt x="119975" y="42595"/>
                    <a:pt x="119469" y="42468"/>
                  </a:cubicBezTo>
                  <a:cubicBezTo>
                    <a:pt x="118978" y="42345"/>
                    <a:pt x="118487" y="42223"/>
                    <a:pt x="117981" y="42096"/>
                  </a:cubicBezTo>
                  <a:cubicBezTo>
                    <a:pt x="117981" y="41359"/>
                    <a:pt x="117981" y="40623"/>
                    <a:pt x="117981" y="39864"/>
                  </a:cubicBezTo>
                  <a:cubicBezTo>
                    <a:pt x="117506" y="39898"/>
                    <a:pt x="117032" y="39933"/>
                    <a:pt x="116542" y="39968"/>
                  </a:cubicBezTo>
                  <a:cubicBezTo>
                    <a:pt x="115620" y="40009"/>
                    <a:pt x="115620" y="40009"/>
                    <a:pt x="114679" y="40050"/>
                  </a:cubicBezTo>
                  <a:cubicBezTo>
                    <a:pt x="114066" y="40084"/>
                    <a:pt x="113453" y="40119"/>
                    <a:pt x="112822" y="40154"/>
                  </a:cubicBezTo>
                  <a:cubicBezTo>
                    <a:pt x="112060" y="40011"/>
                    <a:pt x="112060" y="40011"/>
                    <a:pt x="111284" y="39864"/>
                  </a:cubicBezTo>
                  <a:cubicBezTo>
                    <a:pt x="111206" y="39376"/>
                    <a:pt x="111129" y="38889"/>
                    <a:pt x="111048" y="38387"/>
                  </a:cubicBezTo>
                  <a:cubicBezTo>
                    <a:pt x="110881" y="37892"/>
                    <a:pt x="110713" y="37397"/>
                    <a:pt x="110540" y="36887"/>
                  </a:cubicBezTo>
                  <a:cubicBezTo>
                    <a:pt x="108601" y="36615"/>
                    <a:pt x="106900" y="36504"/>
                    <a:pt x="104959" y="36515"/>
                  </a:cubicBezTo>
                  <a:cubicBezTo>
                    <a:pt x="103018" y="36526"/>
                    <a:pt x="101317" y="36415"/>
                    <a:pt x="99378" y="36143"/>
                  </a:cubicBezTo>
                  <a:cubicBezTo>
                    <a:pt x="99292" y="35653"/>
                    <a:pt x="99206" y="35163"/>
                    <a:pt x="99117" y="34658"/>
                  </a:cubicBezTo>
                  <a:cubicBezTo>
                    <a:pt x="98958" y="34166"/>
                    <a:pt x="98798" y="33673"/>
                    <a:pt x="98634" y="33166"/>
                  </a:cubicBezTo>
                  <a:cubicBezTo>
                    <a:pt x="96703" y="32700"/>
                    <a:pt x="96703" y="32700"/>
                    <a:pt x="94355" y="32771"/>
                  </a:cubicBezTo>
                  <a:cubicBezTo>
                    <a:pt x="93488" y="32767"/>
                    <a:pt x="92620" y="32763"/>
                    <a:pt x="91727" y="32760"/>
                  </a:cubicBezTo>
                  <a:cubicBezTo>
                    <a:pt x="90357" y="32777"/>
                    <a:pt x="90357" y="32777"/>
                    <a:pt x="88960" y="32794"/>
                  </a:cubicBezTo>
                  <a:cubicBezTo>
                    <a:pt x="88046" y="32783"/>
                    <a:pt x="87133" y="32771"/>
                    <a:pt x="86192" y="32760"/>
                  </a:cubicBezTo>
                  <a:cubicBezTo>
                    <a:pt x="85325" y="32763"/>
                    <a:pt x="84458" y="32767"/>
                    <a:pt x="83565" y="32771"/>
                  </a:cubicBezTo>
                  <a:cubicBezTo>
                    <a:pt x="82763" y="32775"/>
                    <a:pt x="81961" y="32778"/>
                    <a:pt x="81135" y="32781"/>
                  </a:cubicBezTo>
                  <a:cubicBezTo>
                    <a:pt x="80219" y="32972"/>
                    <a:pt x="80219" y="32972"/>
                    <a:pt x="79286" y="33166"/>
                  </a:cubicBezTo>
                  <a:cubicBezTo>
                    <a:pt x="78754" y="34638"/>
                    <a:pt x="78754" y="34638"/>
                    <a:pt x="78542" y="36143"/>
                  </a:cubicBezTo>
                  <a:cubicBezTo>
                    <a:pt x="76242" y="36492"/>
                    <a:pt x="76242" y="36492"/>
                    <a:pt x="73379" y="36515"/>
                  </a:cubicBezTo>
                  <a:cubicBezTo>
                    <a:pt x="70589" y="36473"/>
                    <a:pt x="70589" y="36473"/>
                    <a:pt x="68124" y="36887"/>
                  </a:cubicBezTo>
                  <a:cubicBezTo>
                    <a:pt x="67190" y="38342"/>
                    <a:pt x="67190" y="38342"/>
                    <a:pt x="66635" y="39864"/>
                  </a:cubicBezTo>
                  <a:cubicBezTo>
                    <a:pt x="63938" y="40050"/>
                    <a:pt x="63938" y="40050"/>
                    <a:pt x="61426" y="39864"/>
                  </a:cubicBezTo>
                  <a:cubicBezTo>
                    <a:pt x="61426" y="40846"/>
                    <a:pt x="61426" y="41828"/>
                    <a:pt x="61426" y="42840"/>
                  </a:cubicBezTo>
                  <a:cubicBezTo>
                    <a:pt x="60196" y="43132"/>
                    <a:pt x="58953" y="43377"/>
                    <a:pt x="57706" y="43584"/>
                  </a:cubicBezTo>
                  <a:cubicBezTo>
                    <a:pt x="57215" y="44321"/>
                    <a:pt x="56724" y="45058"/>
                    <a:pt x="56217" y="45817"/>
                  </a:cubicBezTo>
                  <a:cubicBezTo>
                    <a:pt x="55726" y="45817"/>
                    <a:pt x="55235" y="45817"/>
                    <a:pt x="54729" y="45817"/>
                  </a:cubicBezTo>
                  <a:cubicBezTo>
                    <a:pt x="54606" y="46431"/>
                    <a:pt x="54484" y="47045"/>
                    <a:pt x="54357" y="47677"/>
                  </a:cubicBezTo>
                  <a:cubicBezTo>
                    <a:pt x="54234" y="48291"/>
                    <a:pt x="54112" y="48905"/>
                    <a:pt x="53985" y="49538"/>
                  </a:cubicBezTo>
                  <a:cubicBezTo>
                    <a:pt x="53494" y="49538"/>
                    <a:pt x="53003" y="49538"/>
                    <a:pt x="52497" y="49538"/>
                  </a:cubicBezTo>
                  <a:cubicBezTo>
                    <a:pt x="52251" y="51502"/>
                    <a:pt x="52006" y="53467"/>
                    <a:pt x="51753" y="55491"/>
                  </a:cubicBezTo>
                  <a:cubicBezTo>
                    <a:pt x="51016" y="55491"/>
                    <a:pt x="50279" y="55491"/>
                    <a:pt x="49520" y="55491"/>
                  </a:cubicBezTo>
                  <a:cubicBezTo>
                    <a:pt x="49602" y="58700"/>
                    <a:pt x="49699" y="61909"/>
                    <a:pt x="49799" y="65118"/>
                  </a:cubicBezTo>
                  <a:cubicBezTo>
                    <a:pt x="49822" y="66035"/>
                    <a:pt x="49845" y="66951"/>
                    <a:pt x="49869" y="67895"/>
                  </a:cubicBezTo>
                  <a:cubicBezTo>
                    <a:pt x="49912" y="69201"/>
                    <a:pt x="49912" y="69201"/>
                    <a:pt x="49956" y="70533"/>
                  </a:cubicBezTo>
                  <a:cubicBezTo>
                    <a:pt x="49980" y="71340"/>
                    <a:pt x="50003" y="72147"/>
                    <a:pt x="50027" y="72978"/>
                  </a:cubicBezTo>
                  <a:cubicBezTo>
                    <a:pt x="50105" y="73592"/>
                    <a:pt x="50184" y="74206"/>
                    <a:pt x="50264" y="74838"/>
                  </a:cubicBezTo>
                  <a:cubicBezTo>
                    <a:pt x="51001" y="75207"/>
                    <a:pt x="51001" y="75207"/>
                    <a:pt x="51753" y="75582"/>
                  </a:cubicBezTo>
                  <a:cubicBezTo>
                    <a:pt x="51860" y="76411"/>
                    <a:pt x="51968" y="77240"/>
                    <a:pt x="52078" y="78094"/>
                  </a:cubicBezTo>
                  <a:cubicBezTo>
                    <a:pt x="52504" y="80836"/>
                    <a:pt x="52707" y="81353"/>
                    <a:pt x="54729" y="83024"/>
                  </a:cubicBezTo>
                  <a:cubicBezTo>
                    <a:pt x="54729" y="83515"/>
                    <a:pt x="54729" y="84006"/>
                    <a:pt x="54729" y="84512"/>
                  </a:cubicBezTo>
                  <a:cubicBezTo>
                    <a:pt x="55466" y="84512"/>
                    <a:pt x="56203" y="84512"/>
                    <a:pt x="56962" y="84512"/>
                  </a:cubicBezTo>
                  <a:cubicBezTo>
                    <a:pt x="56962" y="85494"/>
                    <a:pt x="56962" y="86477"/>
                    <a:pt x="56962" y="87489"/>
                  </a:cubicBezTo>
                  <a:cubicBezTo>
                    <a:pt x="57806" y="87427"/>
                    <a:pt x="58650" y="87366"/>
                    <a:pt x="59520" y="87303"/>
                  </a:cubicBezTo>
                  <a:cubicBezTo>
                    <a:pt x="60394" y="87364"/>
                    <a:pt x="61269" y="87425"/>
                    <a:pt x="62171" y="87489"/>
                  </a:cubicBezTo>
                  <a:cubicBezTo>
                    <a:pt x="62333" y="88218"/>
                    <a:pt x="62333" y="88218"/>
                    <a:pt x="62499" y="88962"/>
                  </a:cubicBezTo>
                  <a:cubicBezTo>
                    <a:pt x="62636" y="89458"/>
                    <a:pt x="62773" y="89954"/>
                    <a:pt x="62915" y="90465"/>
                  </a:cubicBezTo>
                  <a:cubicBezTo>
                    <a:pt x="64464" y="90908"/>
                    <a:pt x="64464" y="90908"/>
                    <a:pt x="66263" y="90884"/>
                  </a:cubicBezTo>
                  <a:cubicBezTo>
                    <a:pt x="68100" y="90933"/>
                    <a:pt x="68100" y="90933"/>
                    <a:pt x="69612" y="91209"/>
                  </a:cubicBezTo>
                  <a:cubicBezTo>
                    <a:pt x="69858" y="91946"/>
                    <a:pt x="70103" y="92683"/>
                    <a:pt x="70356" y="93442"/>
                  </a:cubicBezTo>
                  <a:cubicBezTo>
                    <a:pt x="72483" y="93762"/>
                    <a:pt x="74556" y="93769"/>
                    <a:pt x="76705" y="93811"/>
                  </a:cubicBezTo>
                  <a:cubicBezTo>
                    <a:pt x="77311" y="93935"/>
                    <a:pt x="77917" y="94059"/>
                    <a:pt x="78542" y="94186"/>
                  </a:cubicBezTo>
                  <a:cubicBezTo>
                    <a:pt x="78691" y="94924"/>
                    <a:pt x="78691" y="94924"/>
                    <a:pt x="78844" y="95677"/>
                  </a:cubicBezTo>
                  <a:cubicBezTo>
                    <a:pt x="78990" y="96167"/>
                    <a:pt x="79136" y="96658"/>
                    <a:pt x="79286" y="97163"/>
                  </a:cubicBezTo>
                  <a:cubicBezTo>
                    <a:pt x="81695" y="97580"/>
                    <a:pt x="81695" y="97580"/>
                    <a:pt x="84495" y="97535"/>
                  </a:cubicBezTo>
                  <a:cubicBezTo>
                    <a:pt x="87378" y="97558"/>
                    <a:pt x="87378" y="97558"/>
                    <a:pt x="89704" y="97907"/>
                  </a:cubicBezTo>
                  <a:cubicBezTo>
                    <a:pt x="89827" y="98406"/>
                    <a:pt x="89949" y="98904"/>
                    <a:pt x="90076" y="99418"/>
                  </a:cubicBezTo>
                  <a:cubicBezTo>
                    <a:pt x="90199" y="99902"/>
                    <a:pt x="90321" y="100385"/>
                    <a:pt x="90448" y="100883"/>
                  </a:cubicBezTo>
                  <a:cubicBezTo>
                    <a:pt x="92865" y="101133"/>
                    <a:pt x="92865" y="101133"/>
                    <a:pt x="95657" y="100883"/>
                  </a:cubicBezTo>
                  <a:cubicBezTo>
                    <a:pt x="98540" y="100697"/>
                    <a:pt x="98540" y="100697"/>
                    <a:pt x="100866" y="100883"/>
                  </a:cubicBezTo>
                  <a:cubicBezTo>
                    <a:pt x="101118" y="101875"/>
                    <a:pt x="101366" y="102867"/>
                    <a:pt x="101610" y="103860"/>
                  </a:cubicBezTo>
                  <a:cubicBezTo>
                    <a:pt x="104038" y="104391"/>
                    <a:pt x="104038" y="104391"/>
                    <a:pt x="106866" y="104418"/>
                  </a:cubicBezTo>
                  <a:cubicBezTo>
                    <a:pt x="107826" y="104460"/>
                    <a:pt x="108786" y="104502"/>
                    <a:pt x="109775" y="104546"/>
                  </a:cubicBezTo>
                  <a:cubicBezTo>
                    <a:pt x="110519" y="104565"/>
                    <a:pt x="111262" y="104584"/>
                    <a:pt x="112028" y="104604"/>
                  </a:cubicBezTo>
                  <a:cubicBezTo>
                    <a:pt x="112028" y="105586"/>
                    <a:pt x="112028" y="106569"/>
                    <a:pt x="112028" y="107581"/>
                  </a:cubicBezTo>
                  <a:cubicBezTo>
                    <a:pt x="112718" y="107600"/>
                    <a:pt x="113407" y="107619"/>
                    <a:pt x="114118" y="107639"/>
                  </a:cubicBezTo>
                  <a:cubicBezTo>
                    <a:pt x="115009" y="107681"/>
                    <a:pt x="115900" y="107723"/>
                    <a:pt x="116818" y="107767"/>
                  </a:cubicBezTo>
                  <a:cubicBezTo>
                    <a:pt x="117708" y="107801"/>
                    <a:pt x="118597" y="107836"/>
                    <a:pt x="119513" y="107871"/>
                  </a:cubicBezTo>
                  <a:cubicBezTo>
                    <a:pt x="120235" y="108021"/>
                    <a:pt x="120958" y="108171"/>
                    <a:pt x="121702" y="108325"/>
                  </a:cubicBezTo>
                  <a:cubicBezTo>
                    <a:pt x="122150" y="109848"/>
                    <a:pt x="122150" y="109848"/>
                    <a:pt x="122446" y="111301"/>
                  </a:cubicBezTo>
                  <a:cubicBezTo>
                    <a:pt x="124398" y="111522"/>
                    <a:pt x="126187" y="111295"/>
                    <a:pt x="128140" y="111115"/>
                  </a:cubicBezTo>
                  <a:cubicBezTo>
                    <a:pt x="128717" y="111177"/>
                    <a:pt x="129293" y="111238"/>
                    <a:pt x="129887" y="111301"/>
                  </a:cubicBezTo>
                  <a:cubicBezTo>
                    <a:pt x="130722" y="112755"/>
                    <a:pt x="130722" y="112755"/>
                    <a:pt x="131376" y="114278"/>
                  </a:cubicBezTo>
                  <a:cubicBezTo>
                    <a:pt x="133652" y="114885"/>
                    <a:pt x="133652" y="114885"/>
                    <a:pt x="135841" y="115022"/>
                  </a:cubicBezTo>
                  <a:cubicBezTo>
                    <a:pt x="135841" y="116004"/>
                    <a:pt x="135841" y="116986"/>
                    <a:pt x="135841" y="117999"/>
                  </a:cubicBezTo>
                  <a:cubicBezTo>
                    <a:pt x="136685" y="117937"/>
                    <a:pt x="137529" y="117876"/>
                    <a:pt x="138399" y="117812"/>
                  </a:cubicBezTo>
                  <a:cubicBezTo>
                    <a:pt x="139273" y="117874"/>
                    <a:pt x="140148" y="117935"/>
                    <a:pt x="141050" y="117999"/>
                  </a:cubicBezTo>
                  <a:cubicBezTo>
                    <a:pt x="141561" y="119440"/>
                    <a:pt x="141561" y="119440"/>
                    <a:pt x="141794" y="120975"/>
                  </a:cubicBezTo>
                  <a:cubicBezTo>
                    <a:pt x="142300" y="121098"/>
                    <a:pt x="142807" y="121221"/>
                    <a:pt x="143328" y="121347"/>
                  </a:cubicBezTo>
                  <a:cubicBezTo>
                    <a:pt x="143804" y="121470"/>
                    <a:pt x="144280" y="121593"/>
                    <a:pt x="144770" y="121719"/>
                  </a:cubicBezTo>
                  <a:cubicBezTo>
                    <a:pt x="144770" y="122701"/>
                    <a:pt x="144770" y="123684"/>
                    <a:pt x="144770" y="124696"/>
                  </a:cubicBezTo>
                  <a:cubicBezTo>
                    <a:pt x="145476" y="124757"/>
                    <a:pt x="146182" y="124819"/>
                    <a:pt x="146910" y="124882"/>
                  </a:cubicBezTo>
                  <a:cubicBezTo>
                    <a:pt x="149235" y="125440"/>
                    <a:pt x="149235" y="125440"/>
                    <a:pt x="150119" y="126835"/>
                  </a:cubicBezTo>
                  <a:cubicBezTo>
                    <a:pt x="150318" y="127357"/>
                    <a:pt x="150518" y="127879"/>
                    <a:pt x="150723" y="128416"/>
                  </a:cubicBezTo>
                  <a:cubicBezTo>
                    <a:pt x="151451" y="129177"/>
                    <a:pt x="152197" y="129919"/>
                    <a:pt x="152956" y="130649"/>
                  </a:cubicBezTo>
                  <a:cubicBezTo>
                    <a:pt x="154908" y="132888"/>
                    <a:pt x="156057" y="134454"/>
                    <a:pt x="156676" y="137346"/>
                  </a:cubicBezTo>
                  <a:cubicBezTo>
                    <a:pt x="157168" y="137592"/>
                    <a:pt x="157659" y="137837"/>
                    <a:pt x="158165" y="138090"/>
                  </a:cubicBezTo>
                  <a:cubicBezTo>
                    <a:pt x="158468" y="139818"/>
                    <a:pt x="158719" y="141556"/>
                    <a:pt x="158909" y="143299"/>
                  </a:cubicBezTo>
                  <a:cubicBezTo>
                    <a:pt x="159646" y="143299"/>
                    <a:pt x="160382" y="143299"/>
                    <a:pt x="161141" y="143299"/>
                  </a:cubicBezTo>
                  <a:cubicBezTo>
                    <a:pt x="161262" y="144825"/>
                    <a:pt x="161384" y="146351"/>
                    <a:pt x="161505" y="147877"/>
                  </a:cubicBezTo>
                  <a:cubicBezTo>
                    <a:pt x="161630" y="148331"/>
                    <a:pt x="161756" y="148785"/>
                    <a:pt x="161885" y="149252"/>
                  </a:cubicBezTo>
                  <a:cubicBezTo>
                    <a:pt x="162622" y="149498"/>
                    <a:pt x="163359" y="149744"/>
                    <a:pt x="164118" y="149997"/>
                  </a:cubicBezTo>
                  <a:cubicBezTo>
                    <a:pt x="164469" y="152701"/>
                    <a:pt x="164494" y="155364"/>
                    <a:pt x="164560" y="158089"/>
                  </a:cubicBezTo>
                  <a:cubicBezTo>
                    <a:pt x="164709" y="159240"/>
                    <a:pt x="164709" y="159240"/>
                    <a:pt x="164862" y="160415"/>
                  </a:cubicBezTo>
                  <a:cubicBezTo>
                    <a:pt x="165599" y="160660"/>
                    <a:pt x="166335" y="160906"/>
                    <a:pt x="167094" y="161159"/>
                  </a:cubicBezTo>
                  <a:cubicBezTo>
                    <a:pt x="167298" y="163034"/>
                    <a:pt x="167353" y="164728"/>
                    <a:pt x="167312" y="166603"/>
                  </a:cubicBezTo>
                  <a:cubicBezTo>
                    <a:pt x="167309" y="167147"/>
                    <a:pt x="167306" y="167691"/>
                    <a:pt x="167303" y="168252"/>
                  </a:cubicBezTo>
                  <a:cubicBezTo>
                    <a:pt x="167290" y="169996"/>
                    <a:pt x="167262" y="171739"/>
                    <a:pt x="167234" y="173483"/>
                  </a:cubicBezTo>
                  <a:cubicBezTo>
                    <a:pt x="167223" y="174663"/>
                    <a:pt x="167213" y="175843"/>
                    <a:pt x="167203" y="177023"/>
                  </a:cubicBezTo>
                  <a:cubicBezTo>
                    <a:pt x="167179" y="179920"/>
                    <a:pt x="167140" y="182818"/>
                    <a:pt x="167094" y="185715"/>
                  </a:cubicBezTo>
                  <a:cubicBezTo>
                    <a:pt x="166358" y="185470"/>
                    <a:pt x="165621" y="185224"/>
                    <a:pt x="164862" y="184971"/>
                  </a:cubicBezTo>
                  <a:cubicBezTo>
                    <a:pt x="164616" y="189146"/>
                    <a:pt x="164371" y="193320"/>
                    <a:pt x="164118" y="197622"/>
                  </a:cubicBezTo>
                  <a:cubicBezTo>
                    <a:pt x="163627" y="197622"/>
                    <a:pt x="163136" y="197622"/>
                    <a:pt x="162630" y="197622"/>
                  </a:cubicBezTo>
                  <a:cubicBezTo>
                    <a:pt x="162167" y="198945"/>
                    <a:pt x="162167" y="198945"/>
                    <a:pt x="161885" y="200552"/>
                  </a:cubicBezTo>
                  <a:cubicBezTo>
                    <a:pt x="161560" y="202200"/>
                    <a:pt x="161560" y="202200"/>
                    <a:pt x="161141" y="203575"/>
                  </a:cubicBezTo>
                  <a:cubicBezTo>
                    <a:pt x="160650" y="203820"/>
                    <a:pt x="160159" y="204066"/>
                    <a:pt x="159653" y="204319"/>
                  </a:cubicBezTo>
                  <a:cubicBezTo>
                    <a:pt x="159199" y="205701"/>
                    <a:pt x="159199" y="205701"/>
                    <a:pt x="158909" y="207295"/>
                  </a:cubicBezTo>
                  <a:cubicBezTo>
                    <a:pt x="158583" y="208923"/>
                    <a:pt x="158583" y="208923"/>
                    <a:pt x="158165" y="210272"/>
                  </a:cubicBezTo>
                  <a:cubicBezTo>
                    <a:pt x="157674" y="210517"/>
                    <a:pt x="157183" y="210763"/>
                    <a:pt x="156676" y="211016"/>
                  </a:cubicBezTo>
                  <a:cubicBezTo>
                    <a:pt x="156569" y="211599"/>
                    <a:pt x="156462" y="212183"/>
                    <a:pt x="156351" y="212783"/>
                  </a:cubicBezTo>
                  <a:cubicBezTo>
                    <a:pt x="155860" y="215074"/>
                    <a:pt x="155352" y="215383"/>
                    <a:pt x="153700" y="216969"/>
                  </a:cubicBezTo>
                  <a:cubicBezTo>
                    <a:pt x="152556" y="218323"/>
                    <a:pt x="151425" y="219689"/>
                    <a:pt x="150305" y="221062"/>
                  </a:cubicBezTo>
                  <a:cubicBezTo>
                    <a:pt x="149721" y="221776"/>
                    <a:pt x="149136" y="222489"/>
                    <a:pt x="148535" y="223225"/>
                  </a:cubicBezTo>
                  <a:cubicBezTo>
                    <a:pt x="146952" y="225163"/>
                    <a:pt x="146952" y="225163"/>
                    <a:pt x="145514" y="227387"/>
                  </a:cubicBezTo>
                  <a:cubicBezTo>
                    <a:pt x="145008" y="227510"/>
                    <a:pt x="144501" y="227633"/>
                    <a:pt x="143980" y="227759"/>
                  </a:cubicBezTo>
                  <a:cubicBezTo>
                    <a:pt x="143504" y="227882"/>
                    <a:pt x="143028" y="228005"/>
                    <a:pt x="142538" y="228131"/>
                  </a:cubicBezTo>
                  <a:cubicBezTo>
                    <a:pt x="142292" y="228868"/>
                    <a:pt x="142047" y="229605"/>
                    <a:pt x="141794" y="230364"/>
                  </a:cubicBezTo>
                  <a:cubicBezTo>
                    <a:pt x="140801" y="230860"/>
                    <a:pt x="139809" y="231356"/>
                    <a:pt x="138817" y="231852"/>
                  </a:cubicBezTo>
                  <a:cubicBezTo>
                    <a:pt x="138572" y="232589"/>
                    <a:pt x="138326" y="233325"/>
                    <a:pt x="138073" y="234084"/>
                  </a:cubicBezTo>
                  <a:cubicBezTo>
                    <a:pt x="137336" y="234192"/>
                    <a:pt x="136600" y="234299"/>
                    <a:pt x="135841" y="234410"/>
                  </a:cubicBezTo>
                  <a:cubicBezTo>
                    <a:pt x="135104" y="234548"/>
                    <a:pt x="134367" y="234686"/>
                    <a:pt x="133608" y="234829"/>
                  </a:cubicBezTo>
                  <a:cubicBezTo>
                    <a:pt x="133508" y="235320"/>
                    <a:pt x="133409" y="235811"/>
                    <a:pt x="133306" y="236317"/>
                  </a:cubicBezTo>
                  <a:cubicBezTo>
                    <a:pt x="133160" y="236808"/>
                    <a:pt x="133014" y="237299"/>
                    <a:pt x="132864" y="237805"/>
                  </a:cubicBezTo>
                  <a:cubicBezTo>
                    <a:pt x="131352" y="238180"/>
                    <a:pt x="131352" y="238180"/>
                    <a:pt x="129515" y="238224"/>
                  </a:cubicBezTo>
                  <a:cubicBezTo>
                    <a:pt x="127724" y="238225"/>
                    <a:pt x="127724" y="238225"/>
                    <a:pt x="126167" y="238549"/>
                  </a:cubicBezTo>
                  <a:cubicBezTo>
                    <a:pt x="125921" y="239286"/>
                    <a:pt x="125676" y="240023"/>
                    <a:pt x="125423" y="240782"/>
                  </a:cubicBezTo>
                  <a:cubicBezTo>
                    <a:pt x="123513" y="241102"/>
                    <a:pt x="121662" y="241109"/>
                    <a:pt x="119728" y="241151"/>
                  </a:cubicBezTo>
                  <a:cubicBezTo>
                    <a:pt x="119152" y="241275"/>
                    <a:pt x="118575" y="241398"/>
                    <a:pt x="117981" y="241526"/>
                  </a:cubicBezTo>
                  <a:cubicBezTo>
                    <a:pt x="117792" y="242018"/>
                    <a:pt x="117602" y="242510"/>
                    <a:pt x="117407" y="243016"/>
                  </a:cubicBezTo>
                  <a:cubicBezTo>
                    <a:pt x="117106" y="243507"/>
                    <a:pt x="116804" y="243997"/>
                    <a:pt x="116493" y="244502"/>
                  </a:cubicBezTo>
                  <a:cubicBezTo>
                    <a:pt x="114534" y="244860"/>
                    <a:pt x="114534" y="244860"/>
                    <a:pt x="112020" y="244840"/>
                  </a:cubicBezTo>
                  <a:cubicBezTo>
                    <a:pt x="111082" y="244840"/>
                    <a:pt x="110143" y="244840"/>
                    <a:pt x="109177" y="244840"/>
                  </a:cubicBezTo>
                  <a:cubicBezTo>
                    <a:pt x="108148" y="244824"/>
                    <a:pt x="107120" y="244809"/>
                    <a:pt x="106092" y="244793"/>
                  </a:cubicBezTo>
                  <a:cubicBezTo>
                    <a:pt x="105043" y="244788"/>
                    <a:pt x="103994" y="244783"/>
                    <a:pt x="102946" y="244780"/>
                  </a:cubicBezTo>
                  <a:cubicBezTo>
                    <a:pt x="100183" y="244769"/>
                    <a:pt x="97421" y="244740"/>
                    <a:pt x="94659" y="244707"/>
                  </a:cubicBezTo>
                  <a:cubicBezTo>
                    <a:pt x="91840" y="244676"/>
                    <a:pt x="89022" y="244663"/>
                    <a:pt x="86204" y="244648"/>
                  </a:cubicBezTo>
                  <a:cubicBezTo>
                    <a:pt x="80673" y="244616"/>
                    <a:pt x="75143" y="244565"/>
                    <a:pt x="69612" y="244502"/>
                  </a:cubicBezTo>
                  <a:cubicBezTo>
                    <a:pt x="69612" y="243520"/>
                    <a:pt x="69612" y="242538"/>
                    <a:pt x="69612" y="241526"/>
                  </a:cubicBezTo>
                  <a:cubicBezTo>
                    <a:pt x="68300" y="241549"/>
                    <a:pt x="68300" y="241549"/>
                    <a:pt x="66961" y="241572"/>
                  </a:cubicBezTo>
                  <a:cubicBezTo>
                    <a:pt x="64050" y="241578"/>
                    <a:pt x="61319" y="241260"/>
                    <a:pt x="58450" y="240782"/>
                  </a:cubicBezTo>
                  <a:cubicBezTo>
                    <a:pt x="58450" y="239799"/>
                    <a:pt x="58450" y="238817"/>
                    <a:pt x="58450" y="237805"/>
                  </a:cubicBezTo>
                  <a:cubicBezTo>
                    <a:pt x="56485" y="237805"/>
                    <a:pt x="54521" y="237805"/>
                    <a:pt x="52497" y="237805"/>
                  </a:cubicBezTo>
                  <a:cubicBezTo>
                    <a:pt x="52497" y="236823"/>
                    <a:pt x="52497" y="235841"/>
                    <a:pt x="52497" y="234829"/>
                  </a:cubicBezTo>
                  <a:cubicBezTo>
                    <a:pt x="51653" y="234752"/>
                    <a:pt x="50809" y="234675"/>
                    <a:pt x="49939" y="234596"/>
                  </a:cubicBezTo>
                  <a:cubicBezTo>
                    <a:pt x="49064" y="234427"/>
                    <a:pt x="48189" y="234258"/>
                    <a:pt x="47288" y="234084"/>
                  </a:cubicBezTo>
                  <a:cubicBezTo>
                    <a:pt x="46919" y="232979"/>
                    <a:pt x="46919" y="232979"/>
                    <a:pt x="46544" y="231852"/>
                  </a:cubicBezTo>
                  <a:cubicBezTo>
                    <a:pt x="45807" y="231606"/>
                    <a:pt x="45070" y="231361"/>
                    <a:pt x="44311" y="231108"/>
                  </a:cubicBezTo>
                  <a:cubicBezTo>
                    <a:pt x="43575" y="230862"/>
                    <a:pt x="42838" y="230617"/>
                    <a:pt x="42079" y="230364"/>
                  </a:cubicBezTo>
                  <a:cubicBezTo>
                    <a:pt x="41710" y="229259"/>
                    <a:pt x="41710" y="229259"/>
                    <a:pt x="41335" y="228131"/>
                  </a:cubicBezTo>
                  <a:cubicBezTo>
                    <a:pt x="40844" y="228024"/>
                    <a:pt x="40352" y="227916"/>
                    <a:pt x="39846" y="227806"/>
                  </a:cubicBezTo>
                  <a:cubicBezTo>
                    <a:pt x="39355" y="227668"/>
                    <a:pt x="38864" y="227529"/>
                    <a:pt x="38358" y="227387"/>
                  </a:cubicBezTo>
                  <a:cubicBezTo>
                    <a:pt x="38081" y="226403"/>
                    <a:pt x="37833" y="225410"/>
                    <a:pt x="37614" y="224411"/>
                  </a:cubicBezTo>
                  <a:cubicBezTo>
                    <a:pt x="36877" y="224165"/>
                    <a:pt x="36141" y="223919"/>
                    <a:pt x="35382" y="223666"/>
                  </a:cubicBezTo>
                  <a:cubicBezTo>
                    <a:pt x="35136" y="222930"/>
                    <a:pt x="34890" y="222193"/>
                    <a:pt x="34637" y="221434"/>
                  </a:cubicBezTo>
                  <a:cubicBezTo>
                    <a:pt x="33901" y="220943"/>
                    <a:pt x="33164" y="220452"/>
                    <a:pt x="32405" y="219946"/>
                  </a:cubicBezTo>
                  <a:cubicBezTo>
                    <a:pt x="32405" y="219209"/>
                    <a:pt x="32405" y="218472"/>
                    <a:pt x="32405" y="217713"/>
                  </a:cubicBezTo>
                  <a:cubicBezTo>
                    <a:pt x="31668" y="217713"/>
                    <a:pt x="30932" y="217713"/>
                    <a:pt x="30173" y="217713"/>
                  </a:cubicBezTo>
                  <a:cubicBezTo>
                    <a:pt x="29888" y="216481"/>
                    <a:pt x="29641" y="215239"/>
                    <a:pt x="29428" y="213993"/>
                  </a:cubicBezTo>
                  <a:cubicBezTo>
                    <a:pt x="28937" y="213747"/>
                    <a:pt x="28446" y="213501"/>
                    <a:pt x="27940" y="213248"/>
                  </a:cubicBezTo>
                  <a:cubicBezTo>
                    <a:pt x="27833" y="212619"/>
                    <a:pt x="27725" y="211990"/>
                    <a:pt x="27615" y="211342"/>
                  </a:cubicBezTo>
                  <a:cubicBezTo>
                    <a:pt x="27476" y="210743"/>
                    <a:pt x="27338" y="210144"/>
                    <a:pt x="27196" y="209528"/>
                  </a:cubicBezTo>
                  <a:cubicBezTo>
                    <a:pt x="26459" y="209528"/>
                    <a:pt x="25723" y="209528"/>
                    <a:pt x="24964" y="209528"/>
                  </a:cubicBezTo>
                  <a:cubicBezTo>
                    <a:pt x="24439" y="207800"/>
                    <a:pt x="23943" y="206063"/>
                    <a:pt x="23475" y="204319"/>
                  </a:cubicBezTo>
                  <a:cubicBezTo>
                    <a:pt x="22984" y="204319"/>
                    <a:pt x="22493" y="204319"/>
                    <a:pt x="21987" y="204319"/>
                  </a:cubicBezTo>
                  <a:cubicBezTo>
                    <a:pt x="21910" y="203475"/>
                    <a:pt x="21834" y="202631"/>
                    <a:pt x="21754" y="201761"/>
                  </a:cubicBezTo>
                  <a:cubicBezTo>
                    <a:pt x="21586" y="200886"/>
                    <a:pt x="21417" y="200011"/>
                    <a:pt x="21243" y="199110"/>
                  </a:cubicBezTo>
                  <a:cubicBezTo>
                    <a:pt x="20506" y="198864"/>
                    <a:pt x="19769" y="198619"/>
                    <a:pt x="19010" y="198366"/>
                  </a:cubicBezTo>
                  <a:cubicBezTo>
                    <a:pt x="18682" y="196691"/>
                    <a:pt x="18682" y="196691"/>
                    <a:pt x="18592" y="194645"/>
                  </a:cubicBezTo>
                  <a:cubicBezTo>
                    <a:pt x="18529" y="192656"/>
                    <a:pt x="18529" y="192656"/>
                    <a:pt x="18266" y="190924"/>
                  </a:cubicBezTo>
                  <a:cubicBezTo>
                    <a:pt x="17775" y="190679"/>
                    <a:pt x="17284" y="190433"/>
                    <a:pt x="16778" y="190180"/>
                  </a:cubicBezTo>
                  <a:cubicBezTo>
                    <a:pt x="16522" y="188233"/>
                    <a:pt x="16522" y="188233"/>
                    <a:pt x="16406" y="185808"/>
                  </a:cubicBezTo>
                  <a:cubicBezTo>
                    <a:pt x="16252" y="182184"/>
                    <a:pt x="16252" y="182184"/>
                    <a:pt x="14546" y="179018"/>
                  </a:cubicBezTo>
                  <a:cubicBezTo>
                    <a:pt x="14300" y="179018"/>
                    <a:pt x="14054" y="179018"/>
                    <a:pt x="13801" y="179018"/>
                  </a:cubicBezTo>
                  <a:cubicBezTo>
                    <a:pt x="13780" y="175809"/>
                    <a:pt x="13767" y="172600"/>
                    <a:pt x="13755" y="169391"/>
                  </a:cubicBezTo>
                  <a:cubicBezTo>
                    <a:pt x="13749" y="168474"/>
                    <a:pt x="13743" y="167558"/>
                    <a:pt x="13736" y="166613"/>
                  </a:cubicBezTo>
                  <a:cubicBezTo>
                    <a:pt x="13734" y="165743"/>
                    <a:pt x="13731" y="164872"/>
                    <a:pt x="13729" y="163975"/>
                  </a:cubicBezTo>
                  <a:cubicBezTo>
                    <a:pt x="13725" y="163169"/>
                    <a:pt x="13721" y="162362"/>
                    <a:pt x="13717" y="161531"/>
                  </a:cubicBezTo>
                  <a:cubicBezTo>
                    <a:pt x="13801" y="159670"/>
                    <a:pt x="13801" y="159670"/>
                    <a:pt x="14546" y="158926"/>
                  </a:cubicBezTo>
                  <a:cubicBezTo>
                    <a:pt x="16467" y="158851"/>
                    <a:pt x="18368" y="158822"/>
                    <a:pt x="20289" y="158827"/>
                  </a:cubicBezTo>
                  <a:cubicBezTo>
                    <a:pt x="20865" y="158827"/>
                    <a:pt x="21440" y="158826"/>
                    <a:pt x="22033" y="158825"/>
                  </a:cubicBezTo>
                  <a:cubicBezTo>
                    <a:pt x="23251" y="158825"/>
                    <a:pt x="24470" y="158826"/>
                    <a:pt x="25688" y="158829"/>
                  </a:cubicBezTo>
                  <a:cubicBezTo>
                    <a:pt x="27560" y="158833"/>
                    <a:pt x="29432" y="158829"/>
                    <a:pt x="31303" y="158824"/>
                  </a:cubicBezTo>
                  <a:cubicBezTo>
                    <a:pt x="32484" y="158825"/>
                    <a:pt x="33666" y="158826"/>
                    <a:pt x="34847" y="158827"/>
                  </a:cubicBezTo>
                  <a:cubicBezTo>
                    <a:pt x="35692" y="158825"/>
                    <a:pt x="35692" y="158825"/>
                    <a:pt x="36554" y="158823"/>
                  </a:cubicBezTo>
                  <a:cubicBezTo>
                    <a:pt x="40505" y="158841"/>
                    <a:pt x="40505" y="158841"/>
                    <a:pt x="41335" y="159670"/>
                  </a:cubicBezTo>
                  <a:cubicBezTo>
                    <a:pt x="41388" y="161049"/>
                    <a:pt x="41397" y="162430"/>
                    <a:pt x="41381" y="163810"/>
                  </a:cubicBezTo>
                  <a:cubicBezTo>
                    <a:pt x="41374" y="164563"/>
                    <a:pt x="41368" y="165316"/>
                    <a:pt x="41361" y="166091"/>
                  </a:cubicBezTo>
                  <a:cubicBezTo>
                    <a:pt x="41352" y="166674"/>
                    <a:pt x="41344" y="167256"/>
                    <a:pt x="41335" y="167856"/>
                  </a:cubicBezTo>
                  <a:cubicBezTo>
                    <a:pt x="42071" y="167856"/>
                    <a:pt x="42808" y="167856"/>
                    <a:pt x="43567" y="167856"/>
                  </a:cubicBezTo>
                  <a:cubicBezTo>
                    <a:pt x="43609" y="168945"/>
                    <a:pt x="43609" y="168945"/>
                    <a:pt x="43651" y="170056"/>
                  </a:cubicBezTo>
                  <a:cubicBezTo>
                    <a:pt x="43700" y="171003"/>
                    <a:pt x="43749" y="171950"/>
                    <a:pt x="43800" y="172925"/>
                  </a:cubicBezTo>
                  <a:cubicBezTo>
                    <a:pt x="43843" y="173866"/>
                    <a:pt x="43886" y="174807"/>
                    <a:pt x="43930" y="175777"/>
                  </a:cubicBezTo>
                  <a:cubicBezTo>
                    <a:pt x="44336" y="178437"/>
                    <a:pt x="44632" y="178830"/>
                    <a:pt x="46544" y="180506"/>
                  </a:cubicBezTo>
                  <a:cubicBezTo>
                    <a:pt x="46872" y="182000"/>
                    <a:pt x="46872" y="182000"/>
                    <a:pt x="46962" y="183576"/>
                  </a:cubicBezTo>
                  <a:cubicBezTo>
                    <a:pt x="47070" y="184527"/>
                    <a:pt x="47177" y="185479"/>
                    <a:pt x="47288" y="186459"/>
                  </a:cubicBezTo>
                  <a:cubicBezTo>
                    <a:pt x="47779" y="186705"/>
                    <a:pt x="48270" y="186951"/>
                    <a:pt x="48776" y="187204"/>
                  </a:cubicBezTo>
                  <a:cubicBezTo>
                    <a:pt x="49106" y="187866"/>
                    <a:pt x="49436" y="188529"/>
                    <a:pt x="49776" y="189212"/>
                  </a:cubicBezTo>
                  <a:cubicBezTo>
                    <a:pt x="51063" y="191776"/>
                    <a:pt x="52540" y="193780"/>
                    <a:pt x="54357" y="195994"/>
                  </a:cubicBezTo>
                  <a:cubicBezTo>
                    <a:pt x="54933" y="196705"/>
                    <a:pt x="55508" y="197415"/>
                    <a:pt x="56101" y="198148"/>
                  </a:cubicBezTo>
                  <a:cubicBezTo>
                    <a:pt x="57604" y="200016"/>
                    <a:pt x="57604" y="200016"/>
                    <a:pt x="59938" y="200598"/>
                  </a:cubicBezTo>
                  <a:cubicBezTo>
                    <a:pt x="60307" y="201703"/>
                    <a:pt x="60307" y="201703"/>
                    <a:pt x="60682" y="202831"/>
                  </a:cubicBezTo>
                  <a:cubicBezTo>
                    <a:pt x="61281" y="202938"/>
                    <a:pt x="61879" y="203045"/>
                    <a:pt x="62496" y="203156"/>
                  </a:cubicBezTo>
                  <a:cubicBezTo>
                    <a:pt x="63125" y="203294"/>
                    <a:pt x="63755" y="203432"/>
                    <a:pt x="64403" y="203575"/>
                  </a:cubicBezTo>
                  <a:cubicBezTo>
                    <a:pt x="64618" y="204066"/>
                    <a:pt x="64833" y="204557"/>
                    <a:pt x="65054" y="205063"/>
                  </a:cubicBezTo>
                  <a:cubicBezTo>
                    <a:pt x="65330" y="205554"/>
                    <a:pt x="65607" y="206045"/>
                    <a:pt x="65891" y="206551"/>
                  </a:cubicBezTo>
                  <a:cubicBezTo>
                    <a:pt x="67498" y="206989"/>
                    <a:pt x="67498" y="206989"/>
                    <a:pt x="69286" y="206970"/>
                  </a:cubicBezTo>
                  <a:cubicBezTo>
                    <a:pt x="71103" y="207019"/>
                    <a:pt x="71103" y="207019"/>
                    <a:pt x="72589" y="207295"/>
                  </a:cubicBezTo>
                  <a:cubicBezTo>
                    <a:pt x="72957" y="208400"/>
                    <a:pt x="72957" y="208400"/>
                    <a:pt x="73333" y="209528"/>
                  </a:cubicBezTo>
                  <a:cubicBezTo>
                    <a:pt x="75260" y="209820"/>
                    <a:pt x="77024" y="209978"/>
                    <a:pt x="78960" y="210039"/>
                  </a:cubicBezTo>
                  <a:cubicBezTo>
                    <a:pt x="79489" y="210065"/>
                    <a:pt x="80018" y="210090"/>
                    <a:pt x="80563" y="210116"/>
                  </a:cubicBezTo>
                  <a:cubicBezTo>
                    <a:pt x="81873" y="210178"/>
                    <a:pt x="83184" y="210226"/>
                    <a:pt x="84495" y="210272"/>
                  </a:cubicBezTo>
                  <a:cubicBezTo>
                    <a:pt x="84495" y="211500"/>
                    <a:pt x="84495" y="212728"/>
                    <a:pt x="84495" y="213993"/>
                  </a:cubicBezTo>
                  <a:cubicBezTo>
                    <a:pt x="87441" y="213954"/>
                    <a:pt x="90386" y="213883"/>
                    <a:pt x="93332" y="213807"/>
                  </a:cubicBezTo>
                  <a:cubicBezTo>
                    <a:pt x="94171" y="213796"/>
                    <a:pt x="95010" y="213786"/>
                    <a:pt x="95875" y="213775"/>
                  </a:cubicBezTo>
                  <a:cubicBezTo>
                    <a:pt x="96676" y="213751"/>
                    <a:pt x="97477" y="213727"/>
                    <a:pt x="98302" y="213702"/>
                  </a:cubicBezTo>
                  <a:cubicBezTo>
                    <a:pt x="99043" y="213686"/>
                    <a:pt x="99783" y="213671"/>
                    <a:pt x="100546" y="213655"/>
                  </a:cubicBezTo>
                  <a:cubicBezTo>
                    <a:pt x="101143" y="213521"/>
                    <a:pt x="101739" y="213387"/>
                    <a:pt x="102354" y="213248"/>
                  </a:cubicBezTo>
                  <a:cubicBezTo>
                    <a:pt x="103193" y="211774"/>
                    <a:pt x="103193" y="211774"/>
                    <a:pt x="103842" y="210272"/>
                  </a:cubicBezTo>
                  <a:cubicBezTo>
                    <a:pt x="105961" y="210048"/>
                    <a:pt x="107783" y="209991"/>
                    <a:pt x="109889" y="210086"/>
                  </a:cubicBezTo>
                  <a:cubicBezTo>
                    <a:pt x="110450" y="210099"/>
                    <a:pt x="111011" y="210113"/>
                    <a:pt x="111589" y="210127"/>
                  </a:cubicBezTo>
                  <a:cubicBezTo>
                    <a:pt x="112976" y="210162"/>
                    <a:pt x="114363" y="210215"/>
                    <a:pt x="115749" y="210272"/>
                  </a:cubicBezTo>
                  <a:cubicBezTo>
                    <a:pt x="115749" y="209290"/>
                    <a:pt x="115749" y="208307"/>
                    <a:pt x="115749" y="207295"/>
                  </a:cubicBezTo>
                  <a:cubicBezTo>
                    <a:pt x="116593" y="207234"/>
                    <a:pt x="117437" y="207173"/>
                    <a:pt x="118307" y="207109"/>
                  </a:cubicBezTo>
                  <a:cubicBezTo>
                    <a:pt x="119182" y="206925"/>
                    <a:pt x="120056" y="206741"/>
                    <a:pt x="120958" y="206551"/>
                  </a:cubicBezTo>
                  <a:cubicBezTo>
                    <a:pt x="121227" y="205565"/>
                    <a:pt x="121477" y="204572"/>
                    <a:pt x="121702" y="203575"/>
                  </a:cubicBezTo>
                  <a:cubicBezTo>
                    <a:pt x="123190" y="203575"/>
                    <a:pt x="124678" y="203575"/>
                    <a:pt x="126167" y="203575"/>
                  </a:cubicBezTo>
                  <a:cubicBezTo>
                    <a:pt x="126637" y="202259"/>
                    <a:pt x="126637" y="202259"/>
                    <a:pt x="126911" y="200598"/>
                  </a:cubicBezTo>
                  <a:cubicBezTo>
                    <a:pt x="128118" y="199326"/>
                    <a:pt x="129362" y="198088"/>
                    <a:pt x="130632" y="196877"/>
                  </a:cubicBezTo>
                  <a:cubicBezTo>
                    <a:pt x="133376" y="193980"/>
                    <a:pt x="134040" y="191924"/>
                    <a:pt x="134352" y="187948"/>
                  </a:cubicBezTo>
                  <a:cubicBezTo>
                    <a:pt x="135089" y="187948"/>
                    <a:pt x="135826" y="187948"/>
                    <a:pt x="136585" y="187948"/>
                  </a:cubicBezTo>
                  <a:cubicBezTo>
                    <a:pt x="136515" y="184464"/>
                    <a:pt x="136436" y="180980"/>
                    <a:pt x="136349" y="177497"/>
                  </a:cubicBezTo>
                  <a:cubicBezTo>
                    <a:pt x="136320" y="176311"/>
                    <a:pt x="136294" y="175125"/>
                    <a:pt x="136271" y="173939"/>
                  </a:cubicBezTo>
                  <a:cubicBezTo>
                    <a:pt x="136237" y="172238"/>
                    <a:pt x="136194" y="170537"/>
                    <a:pt x="136149" y="168836"/>
                  </a:cubicBezTo>
                  <a:cubicBezTo>
                    <a:pt x="136136" y="168036"/>
                    <a:pt x="136136" y="168036"/>
                    <a:pt x="136123" y="167219"/>
                  </a:cubicBezTo>
                  <a:cubicBezTo>
                    <a:pt x="136084" y="165940"/>
                    <a:pt x="135970" y="164664"/>
                    <a:pt x="135841" y="163391"/>
                  </a:cubicBezTo>
                  <a:cubicBezTo>
                    <a:pt x="135349" y="163146"/>
                    <a:pt x="134858" y="162900"/>
                    <a:pt x="134352" y="162647"/>
                  </a:cubicBezTo>
                  <a:cubicBezTo>
                    <a:pt x="134191" y="161772"/>
                    <a:pt x="134191" y="161772"/>
                    <a:pt x="134027" y="160880"/>
                  </a:cubicBezTo>
                  <a:cubicBezTo>
                    <a:pt x="133560" y="158703"/>
                    <a:pt x="132971" y="158150"/>
                    <a:pt x="131376" y="156694"/>
                  </a:cubicBezTo>
                  <a:cubicBezTo>
                    <a:pt x="131376" y="156203"/>
                    <a:pt x="131376" y="155712"/>
                    <a:pt x="131376" y="155206"/>
                  </a:cubicBezTo>
                  <a:cubicBezTo>
                    <a:pt x="130639" y="154960"/>
                    <a:pt x="129902" y="154714"/>
                    <a:pt x="129143" y="154461"/>
                  </a:cubicBezTo>
                  <a:cubicBezTo>
                    <a:pt x="129143" y="153725"/>
                    <a:pt x="129143" y="152988"/>
                    <a:pt x="129143" y="152229"/>
                  </a:cubicBezTo>
                  <a:cubicBezTo>
                    <a:pt x="128437" y="152290"/>
                    <a:pt x="127731" y="152352"/>
                    <a:pt x="127004" y="152415"/>
                  </a:cubicBezTo>
                  <a:cubicBezTo>
                    <a:pt x="126236" y="152354"/>
                    <a:pt x="125469" y="152292"/>
                    <a:pt x="124678" y="152229"/>
                  </a:cubicBezTo>
                  <a:cubicBezTo>
                    <a:pt x="124170" y="151243"/>
                    <a:pt x="123674" y="150251"/>
                    <a:pt x="123190" y="149252"/>
                  </a:cubicBezTo>
                  <a:cubicBezTo>
                    <a:pt x="120914" y="148645"/>
                    <a:pt x="120914" y="148645"/>
                    <a:pt x="118725" y="148508"/>
                  </a:cubicBezTo>
                  <a:cubicBezTo>
                    <a:pt x="118725" y="147526"/>
                    <a:pt x="118725" y="146544"/>
                    <a:pt x="118725" y="145532"/>
                  </a:cubicBezTo>
                  <a:cubicBezTo>
                    <a:pt x="118205" y="145566"/>
                    <a:pt x="117685" y="145601"/>
                    <a:pt x="117150" y="145636"/>
                  </a:cubicBezTo>
                  <a:cubicBezTo>
                    <a:pt x="116473" y="145663"/>
                    <a:pt x="115795" y="145690"/>
                    <a:pt x="115098" y="145718"/>
                  </a:cubicBezTo>
                  <a:cubicBezTo>
                    <a:pt x="114424" y="145752"/>
                    <a:pt x="113751" y="145787"/>
                    <a:pt x="113057" y="145822"/>
                  </a:cubicBezTo>
                  <a:cubicBezTo>
                    <a:pt x="112472" y="145726"/>
                    <a:pt x="111887" y="145631"/>
                    <a:pt x="111284" y="145532"/>
                  </a:cubicBezTo>
                  <a:cubicBezTo>
                    <a:pt x="110782" y="144542"/>
                    <a:pt x="110286" y="143550"/>
                    <a:pt x="109796" y="142555"/>
                  </a:cubicBezTo>
                  <a:cubicBezTo>
                    <a:pt x="108017" y="142116"/>
                    <a:pt x="108017" y="142116"/>
                    <a:pt x="106028" y="142137"/>
                  </a:cubicBezTo>
                  <a:cubicBezTo>
                    <a:pt x="104002" y="142087"/>
                    <a:pt x="104002" y="142087"/>
                    <a:pt x="102354" y="141811"/>
                  </a:cubicBezTo>
                  <a:cubicBezTo>
                    <a:pt x="102109" y="141074"/>
                    <a:pt x="101863" y="140338"/>
                    <a:pt x="101610" y="139579"/>
                  </a:cubicBezTo>
                  <a:cubicBezTo>
                    <a:pt x="98905" y="139257"/>
                    <a:pt x="96241" y="139251"/>
                    <a:pt x="93518" y="139209"/>
                  </a:cubicBezTo>
                  <a:cubicBezTo>
                    <a:pt x="92750" y="139086"/>
                    <a:pt x="91983" y="138962"/>
                    <a:pt x="91192" y="138834"/>
                  </a:cubicBezTo>
                  <a:cubicBezTo>
                    <a:pt x="90944" y="137842"/>
                    <a:pt x="90696" y="136850"/>
                    <a:pt x="90448" y="135858"/>
                  </a:cubicBezTo>
                  <a:cubicBezTo>
                    <a:pt x="88041" y="135412"/>
                    <a:pt x="88041" y="135412"/>
                    <a:pt x="85239" y="135439"/>
                  </a:cubicBezTo>
                  <a:cubicBezTo>
                    <a:pt x="82355" y="135390"/>
                    <a:pt x="82355" y="135390"/>
                    <a:pt x="80030" y="135114"/>
                  </a:cubicBezTo>
                  <a:cubicBezTo>
                    <a:pt x="79784" y="134377"/>
                    <a:pt x="79539" y="133640"/>
                    <a:pt x="79286" y="132881"/>
                  </a:cubicBezTo>
                  <a:cubicBezTo>
                    <a:pt x="76772" y="132591"/>
                    <a:pt x="74304" y="132601"/>
                    <a:pt x="71775" y="132585"/>
                  </a:cubicBezTo>
                  <a:cubicBezTo>
                    <a:pt x="71061" y="132437"/>
                    <a:pt x="70347" y="132289"/>
                    <a:pt x="69612" y="132137"/>
                  </a:cubicBezTo>
                  <a:cubicBezTo>
                    <a:pt x="69338" y="130902"/>
                    <a:pt x="69089" y="129662"/>
                    <a:pt x="68868" y="128416"/>
                  </a:cubicBezTo>
                  <a:cubicBezTo>
                    <a:pt x="66948" y="127962"/>
                    <a:pt x="66948" y="127962"/>
                    <a:pt x="64729" y="128184"/>
                  </a:cubicBezTo>
                  <a:cubicBezTo>
                    <a:pt x="63976" y="128218"/>
                    <a:pt x="63223" y="128251"/>
                    <a:pt x="62447" y="128286"/>
                  </a:cubicBezTo>
                  <a:cubicBezTo>
                    <a:pt x="61865" y="128329"/>
                    <a:pt x="61282" y="128372"/>
                    <a:pt x="60682" y="128416"/>
                  </a:cubicBezTo>
                  <a:cubicBezTo>
                    <a:pt x="60682" y="127434"/>
                    <a:pt x="60682" y="126452"/>
                    <a:pt x="60682" y="125440"/>
                  </a:cubicBezTo>
                  <a:cubicBezTo>
                    <a:pt x="60154" y="125412"/>
                    <a:pt x="59625" y="125384"/>
                    <a:pt x="59081" y="125356"/>
                  </a:cubicBezTo>
                  <a:cubicBezTo>
                    <a:pt x="58055" y="125282"/>
                    <a:pt x="58055" y="125282"/>
                    <a:pt x="57008" y="125207"/>
                  </a:cubicBezTo>
                  <a:cubicBezTo>
                    <a:pt x="55985" y="125143"/>
                    <a:pt x="55985" y="125143"/>
                    <a:pt x="54941" y="125077"/>
                  </a:cubicBezTo>
                  <a:cubicBezTo>
                    <a:pt x="54380" y="124951"/>
                    <a:pt x="53819" y="124825"/>
                    <a:pt x="53241" y="124696"/>
                  </a:cubicBezTo>
                  <a:cubicBezTo>
                    <a:pt x="52995" y="123959"/>
                    <a:pt x="52750" y="123222"/>
                    <a:pt x="52497" y="122463"/>
                  </a:cubicBezTo>
                  <a:cubicBezTo>
                    <a:pt x="51637" y="122356"/>
                    <a:pt x="50778" y="122248"/>
                    <a:pt x="49892" y="122138"/>
                  </a:cubicBezTo>
                  <a:cubicBezTo>
                    <a:pt x="49033" y="122000"/>
                    <a:pt x="48173" y="121862"/>
                    <a:pt x="47288" y="121719"/>
                  </a:cubicBezTo>
                  <a:cubicBezTo>
                    <a:pt x="47011" y="120735"/>
                    <a:pt x="46762" y="119742"/>
                    <a:pt x="46544" y="118743"/>
                  </a:cubicBezTo>
                  <a:cubicBezTo>
                    <a:pt x="45807" y="118620"/>
                    <a:pt x="45070" y="118497"/>
                    <a:pt x="44311" y="118371"/>
                  </a:cubicBezTo>
                  <a:cubicBezTo>
                    <a:pt x="43575" y="118248"/>
                    <a:pt x="42838" y="118125"/>
                    <a:pt x="42079" y="117999"/>
                  </a:cubicBezTo>
                  <a:cubicBezTo>
                    <a:pt x="41567" y="116510"/>
                    <a:pt x="41567" y="116510"/>
                    <a:pt x="41335" y="115022"/>
                  </a:cubicBezTo>
                  <a:cubicBezTo>
                    <a:pt x="40598" y="114776"/>
                    <a:pt x="39861" y="114531"/>
                    <a:pt x="39102" y="114278"/>
                  </a:cubicBezTo>
                  <a:cubicBezTo>
                    <a:pt x="38580" y="113299"/>
                    <a:pt x="38086" y="112305"/>
                    <a:pt x="37614" y="111301"/>
                  </a:cubicBezTo>
                  <a:cubicBezTo>
                    <a:pt x="37015" y="110703"/>
                    <a:pt x="37015" y="110703"/>
                    <a:pt x="36405" y="110092"/>
                  </a:cubicBezTo>
                  <a:cubicBezTo>
                    <a:pt x="35382" y="109069"/>
                    <a:pt x="35382" y="109069"/>
                    <a:pt x="35382" y="107581"/>
                  </a:cubicBezTo>
                  <a:cubicBezTo>
                    <a:pt x="34645" y="107581"/>
                    <a:pt x="33908" y="107581"/>
                    <a:pt x="33149" y="107581"/>
                  </a:cubicBezTo>
                  <a:cubicBezTo>
                    <a:pt x="32904" y="106844"/>
                    <a:pt x="32658" y="106107"/>
                    <a:pt x="32405" y="105348"/>
                  </a:cubicBezTo>
                  <a:cubicBezTo>
                    <a:pt x="31300" y="104611"/>
                    <a:pt x="31300" y="104611"/>
                    <a:pt x="30173" y="103860"/>
                  </a:cubicBezTo>
                  <a:cubicBezTo>
                    <a:pt x="29903" y="102873"/>
                    <a:pt x="29654" y="101881"/>
                    <a:pt x="29428" y="100883"/>
                  </a:cubicBezTo>
                  <a:cubicBezTo>
                    <a:pt x="28937" y="100638"/>
                    <a:pt x="28446" y="100392"/>
                    <a:pt x="27940" y="100139"/>
                  </a:cubicBezTo>
                  <a:cubicBezTo>
                    <a:pt x="27572" y="98827"/>
                    <a:pt x="27572" y="98827"/>
                    <a:pt x="27196" y="97488"/>
                  </a:cubicBezTo>
                  <a:cubicBezTo>
                    <a:pt x="26950" y="96644"/>
                    <a:pt x="26705" y="95800"/>
                    <a:pt x="26452" y="94930"/>
                  </a:cubicBezTo>
                  <a:cubicBezTo>
                    <a:pt x="25961" y="94930"/>
                    <a:pt x="25470" y="94930"/>
                    <a:pt x="24964" y="94930"/>
                  </a:cubicBezTo>
                  <a:cubicBezTo>
                    <a:pt x="24470" y="93202"/>
                    <a:pt x="24200" y="91468"/>
                    <a:pt x="23894" y="89698"/>
                  </a:cubicBezTo>
                  <a:cubicBezTo>
                    <a:pt x="23756" y="89214"/>
                    <a:pt x="23618" y="88731"/>
                    <a:pt x="23475" y="88233"/>
                  </a:cubicBezTo>
                  <a:cubicBezTo>
                    <a:pt x="22984" y="88233"/>
                    <a:pt x="22493" y="88233"/>
                    <a:pt x="21987" y="88233"/>
                  </a:cubicBezTo>
                  <a:cubicBezTo>
                    <a:pt x="21972" y="87816"/>
                    <a:pt x="21958" y="87400"/>
                    <a:pt x="21942" y="86970"/>
                  </a:cubicBezTo>
                  <a:cubicBezTo>
                    <a:pt x="21871" y="85081"/>
                    <a:pt x="21790" y="83192"/>
                    <a:pt x="21708" y="81303"/>
                  </a:cubicBezTo>
                  <a:cubicBezTo>
                    <a:pt x="21685" y="80647"/>
                    <a:pt x="21662" y="79992"/>
                    <a:pt x="21638" y="79316"/>
                  </a:cubicBezTo>
                  <a:cubicBezTo>
                    <a:pt x="21609" y="78686"/>
                    <a:pt x="21581" y="78055"/>
                    <a:pt x="21551" y="77405"/>
                  </a:cubicBezTo>
                  <a:cubicBezTo>
                    <a:pt x="21528" y="76824"/>
                    <a:pt x="21504" y="76244"/>
                    <a:pt x="21480" y="75646"/>
                  </a:cubicBezTo>
                  <a:cubicBezTo>
                    <a:pt x="21320" y="73870"/>
                    <a:pt x="21320" y="73870"/>
                    <a:pt x="19755" y="71862"/>
                  </a:cubicBezTo>
                  <a:cubicBezTo>
                    <a:pt x="19509" y="71862"/>
                    <a:pt x="19263" y="71862"/>
                    <a:pt x="19010" y="71862"/>
                  </a:cubicBezTo>
                  <a:cubicBezTo>
                    <a:pt x="19010" y="68669"/>
                    <a:pt x="19010" y="65477"/>
                    <a:pt x="19010" y="62188"/>
                  </a:cubicBezTo>
                  <a:cubicBezTo>
                    <a:pt x="19747" y="62188"/>
                    <a:pt x="20484" y="62188"/>
                    <a:pt x="21243" y="62188"/>
                  </a:cubicBezTo>
                  <a:cubicBezTo>
                    <a:pt x="21488" y="57031"/>
                    <a:pt x="21734" y="51874"/>
                    <a:pt x="21987" y="46561"/>
                  </a:cubicBezTo>
                  <a:cubicBezTo>
                    <a:pt x="22478" y="46561"/>
                    <a:pt x="22969" y="46561"/>
                    <a:pt x="23475" y="46561"/>
                  </a:cubicBezTo>
                  <a:cubicBezTo>
                    <a:pt x="23939" y="44894"/>
                    <a:pt x="23939" y="44894"/>
                    <a:pt x="24219" y="42887"/>
                  </a:cubicBezTo>
                  <a:cubicBezTo>
                    <a:pt x="24545" y="40820"/>
                    <a:pt x="24545" y="40820"/>
                    <a:pt x="24964" y="39120"/>
                  </a:cubicBezTo>
                  <a:cubicBezTo>
                    <a:pt x="25700" y="38751"/>
                    <a:pt x="25700" y="38751"/>
                    <a:pt x="26452" y="38375"/>
                  </a:cubicBezTo>
                  <a:cubicBezTo>
                    <a:pt x="26697" y="37639"/>
                    <a:pt x="26943" y="36902"/>
                    <a:pt x="27196" y="36143"/>
                  </a:cubicBezTo>
                  <a:cubicBezTo>
                    <a:pt x="27940" y="33911"/>
                    <a:pt x="27940" y="33911"/>
                    <a:pt x="29428" y="33166"/>
                  </a:cubicBezTo>
                  <a:cubicBezTo>
                    <a:pt x="29918" y="30912"/>
                    <a:pt x="29918" y="30912"/>
                    <a:pt x="30173" y="28702"/>
                  </a:cubicBezTo>
                  <a:cubicBezTo>
                    <a:pt x="30664" y="28702"/>
                    <a:pt x="31155" y="28702"/>
                    <a:pt x="31661" y="28702"/>
                  </a:cubicBezTo>
                  <a:cubicBezTo>
                    <a:pt x="31860" y="28164"/>
                    <a:pt x="32060" y="27627"/>
                    <a:pt x="32265" y="27074"/>
                  </a:cubicBezTo>
                  <a:cubicBezTo>
                    <a:pt x="33341" y="24528"/>
                    <a:pt x="34906" y="23174"/>
                    <a:pt x="36870" y="21260"/>
                  </a:cubicBezTo>
                  <a:cubicBezTo>
                    <a:pt x="37115" y="20524"/>
                    <a:pt x="37361" y="19787"/>
                    <a:pt x="37614" y="19028"/>
                  </a:cubicBezTo>
                  <a:cubicBezTo>
                    <a:pt x="38606" y="18780"/>
                    <a:pt x="39598" y="18532"/>
                    <a:pt x="40591" y="18284"/>
                  </a:cubicBezTo>
                  <a:cubicBezTo>
                    <a:pt x="40959" y="17179"/>
                    <a:pt x="40959" y="17179"/>
                    <a:pt x="41335" y="16051"/>
                  </a:cubicBezTo>
                  <a:cubicBezTo>
                    <a:pt x="42327" y="15555"/>
                    <a:pt x="43319" y="15059"/>
                    <a:pt x="44311" y="14563"/>
                  </a:cubicBezTo>
                  <a:cubicBezTo>
                    <a:pt x="44680" y="13458"/>
                    <a:pt x="44680" y="13458"/>
                    <a:pt x="45055" y="12331"/>
                  </a:cubicBezTo>
                  <a:cubicBezTo>
                    <a:pt x="45792" y="12223"/>
                    <a:pt x="46529" y="12116"/>
                    <a:pt x="47288" y="12005"/>
                  </a:cubicBezTo>
                  <a:cubicBezTo>
                    <a:pt x="48393" y="11798"/>
                    <a:pt x="48393" y="11798"/>
                    <a:pt x="49520" y="11586"/>
                  </a:cubicBezTo>
                  <a:cubicBezTo>
                    <a:pt x="49658" y="10850"/>
                    <a:pt x="49658" y="10850"/>
                    <a:pt x="49799" y="10098"/>
                  </a:cubicBezTo>
                  <a:cubicBezTo>
                    <a:pt x="49953" y="9607"/>
                    <a:pt x="50106" y="9116"/>
                    <a:pt x="50264" y="8610"/>
                  </a:cubicBezTo>
                  <a:cubicBezTo>
                    <a:pt x="51812" y="8282"/>
                    <a:pt x="53288" y="8190"/>
                    <a:pt x="54869" y="8142"/>
                  </a:cubicBezTo>
                  <a:cubicBezTo>
                    <a:pt x="55314" y="8051"/>
                    <a:pt x="55759" y="7960"/>
                    <a:pt x="56217" y="7866"/>
                  </a:cubicBezTo>
                  <a:cubicBezTo>
                    <a:pt x="56463" y="7129"/>
                    <a:pt x="56709" y="6392"/>
                    <a:pt x="56962" y="5633"/>
                  </a:cubicBezTo>
                  <a:cubicBezTo>
                    <a:pt x="59281" y="5313"/>
                    <a:pt x="61552" y="5306"/>
                    <a:pt x="63891" y="5264"/>
                  </a:cubicBezTo>
                  <a:cubicBezTo>
                    <a:pt x="64551" y="5140"/>
                    <a:pt x="65211" y="5017"/>
                    <a:pt x="65891" y="4889"/>
                  </a:cubicBezTo>
                  <a:cubicBezTo>
                    <a:pt x="65969" y="4398"/>
                    <a:pt x="66047" y="3907"/>
                    <a:pt x="66128" y="3401"/>
                  </a:cubicBezTo>
                  <a:cubicBezTo>
                    <a:pt x="66295" y="2910"/>
                    <a:pt x="66463" y="2419"/>
                    <a:pt x="66635" y="1913"/>
                  </a:cubicBezTo>
                  <a:close/>
                </a:path>
              </a:pathLst>
            </a:custGeom>
            <a:grpFill/>
            <a:ln w="744" cap="flat">
              <a:noFill/>
              <a:prstDash val="solid"/>
              <a:miter/>
            </a:ln>
          </p:spPr>
          <p:txBody>
            <a:bodyPr rtlCol="0" anchor="ctr"/>
            <a:lstStyle/>
            <a:p>
              <a:endParaRPr lang="zh-CN" altLang="en-US"/>
            </a:p>
          </p:txBody>
        </p:sp>
        <p:sp>
          <p:nvSpPr>
            <p:cNvPr id="189" name="任意多边形: 形状 188"/>
            <p:cNvSpPr/>
            <p:nvPr/>
          </p:nvSpPr>
          <p:spPr>
            <a:xfrm>
              <a:off x="9645900" y="1392981"/>
              <a:ext cx="145679" cy="236019"/>
            </a:xfrm>
            <a:custGeom>
              <a:avLst/>
              <a:gdLst>
                <a:gd name="connsiteX0" fmla="*/ 13806 w 145681"/>
                <a:gd name="connsiteY0" fmla="*/ 1504 h 236010"/>
                <a:gd name="connsiteX1" fmla="*/ 152961 w 145681"/>
                <a:gd name="connsiteY1" fmla="*/ 1504 h 236010"/>
                <a:gd name="connsiteX2" fmla="*/ 152961 w 145681"/>
                <a:gd name="connsiteY2" fmla="*/ 32014 h 236010"/>
                <a:gd name="connsiteX3" fmla="*/ 43572 w 145681"/>
                <a:gd name="connsiteY3" fmla="*/ 32014 h 236010"/>
                <a:gd name="connsiteX4" fmla="*/ 43572 w 145681"/>
                <a:gd name="connsiteY4" fmla="*/ 100475 h 236010"/>
                <a:gd name="connsiteX5" fmla="*/ 65983 w 145681"/>
                <a:gd name="connsiteY5" fmla="*/ 100422 h 236010"/>
                <a:gd name="connsiteX6" fmla="*/ 80003 w 145681"/>
                <a:gd name="connsiteY6" fmla="*/ 100402 h 236010"/>
                <a:gd name="connsiteX7" fmla="*/ 102276 w 145681"/>
                <a:gd name="connsiteY7" fmla="*/ 100362 h 236010"/>
                <a:gd name="connsiteX8" fmla="*/ 118496 w 145681"/>
                <a:gd name="connsiteY8" fmla="*/ 100335 h 236010"/>
                <a:gd name="connsiteX9" fmla="*/ 127088 w 145681"/>
                <a:gd name="connsiteY9" fmla="*/ 100317 h 236010"/>
                <a:gd name="connsiteX10" fmla="*/ 135168 w 145681"/>
                <a:gd name="connsiteY10" fmla="*/ 100306 h 236010"/>
                <a:gd name="connsiteX11" fmla="*/ 139561 w 145681"/>
                <a:gd name="connsiteY11" fmla="*/ 100290 h 236010"/>
                <a:gd name="connsiteX12" fmla="*/ 142186 w 145681"/>
                <a:gd name="connsiteY12" fmla="*/ 100296 h 236010"/>
                <a:gd name="connsiteX13" fmla="*/ 144476 w 145681"/>
                <a:gd name="connsiteY13" fmla="*/ 100292 h 236010"/>
                <a:gd name="connsiteX14" fmla="*/ 147752 w 145681"/>
                <a:gd name="connsiteY14" fmla="*/ 101963 h 236010"/>
                <a:gd name="connsiteX15" fmla="*/ 147949 w 145681"/>
                <a:gd name="connsiteY15" fmla="*/ 108079 h 236010"/>
                <a:gd name="connsiteX16" fmla="*/ 147954 w 145681"/>
                <a:gd name="connsiteY16" fmla="*/ 109914 h 236010"/>
                <a:gd name="connsiteX17" fmla="*/ 147946 w 145681"/>
                <a:gd name="connsiteY17" fmla="*/ 113757 h 236010"/>
                <a:gd name="connsiteX18" fmla="*/ 147955 w 145681"/>
                <a:gd name="connsiteY18" fmla="*/ 119651 h 236010"/>
                <a:gd name="connsiteX19" fmla="*/ 147949 w 145681"/>
                <a:gd name="connsiteY19" fmla="*/ 123380 h 236010"/>
                <a:gd name="connsiteX20" fmla="*/ 147958 w 145681"/>
                <a:gd name="connsiteY20" fmla="*/ 125168 h 236010"/>
                <a:gd name="connsiteX21" fmla="*/ 146263 w 145681"/>
                <a:gd name="connsiteY21" fmla="*/ 130984 h 236010"/>
                <a:gd name="connsiteX22" fmla="*/ 142186 w 145681"/>
                <a:gd name="connsiteY22" fmla="*/ 131163 h 236010"/>
                <a:gd name="connsiteX23" fmla="*/ 139561 w 145681"/>
                <a:gd name="connsiteY23" fmla="*/ 131170 h 236010"/>
                <a:gd name="connsiteX24" fmla="*/ 136668 w 145681"/>
                <a:gd name="connsiteY24" fmla="*/ 131153 h 236010"/>
                <a:gd name="connsiteX25" fmla="*/ 133632 w 145681"/>
                <a:gd name="connsiteY25" fmla="*/ 131154 h 236010"/>
                <a:gd name="connsiteX26" fmla="*/ 125376 w 145681"/>
                <a:gd name="connsiteY26" fmla="*/ 131135 h 236010"/>
                <a:gd name="connsiteX27" fmla="*/ 116753 w 145681"/>
                <a:gd name="connsiteY27" fmla="*/ 131123 h 236010"/>
                <a:gd name="connsiteX28" fmla="*/ 100419 w 145681"/>
                <a:gd name="connsiteY28" fmla="*/ 131092 h 236010"/>
                <a:gd name="connsiteX29" fmla="*/ 78351 w 145681"/>
                <a:gd name="connsiteY29" fmla="*/ 131055 h 236010"/>
                <a:gd name="connsiteX30" fmla="*/ 43572 w 145681"/>
                <a:gd name="connsiteY30" fmla="*/ 130984 h 236010"/>
                <a:gd name="connsiteX31" fmla="*/ 43572 w 145681"/>
                <a:gd name="connsiteY31" fmla="*/ 206143 h 236010"/>
                <a:gd name="connsiteX32" fmla="*/ 68425 w 145681"/>
                <a:gd name="connsiteY32" fmla="*/ 206064 h 236010"/>
                <a:gd name="connsiteX33" fmla="*/ 83971 w 145681"/>
                <a:gd name="connsiteY33" fmla="*/ 206034 h 236010"/>
                <a:gd name="connsiteX34" fmla="*/ 108670 w 145681"/>
                <a:gd name="connsiteY34" fmla="*/ 205974 h 236010"/>
                <a:gd name="connsiteX35" fmla="*/ 126655 w 145681"/>
                <a:gd name="connsiteY35" fmla="*/ 205933 h 236010"/>
                <a:gd name="connsiteX36" fmla="*/ 136183 w 145681"/>
                <a:gd name="connsiteY36" fmla="*/ 205907 h 236010"/>
                <a:gd name="connsiteX37" fmla="*/ 145143 w 145681"/>
                <a:gd name="connsiteY37" fmla="*/ 205890 h 236010"/>
                <a:gd name="connsiteX38" fmla="*/ 148438 w 145681"/>
                <a:gd name="connsiteY38" fmla="*/ 205877 h 236010"/>
                <a:gd name="connsiteX39" fmla="*/ 152924 w 145681"/>
                <a:gd name="connsiteY39" fmla="*/ 205874 h 236010"/>
                <a:gd name="connsiteX40" fmla="*/ 155464 w 145681"/>
                <a:gd name="connsiteY40" fmla="*/ 205868 h 236010"/>
                <a:gd name="connsiteX41" fmla="*/ 157425 w 145681"/>
                <a:gd name="connsiteY41" fmla="*/ 206143 h 236010"/>
                <a:gd name="connsiteX42" fmla="*/ 159085 w 145681"/>
                <a:gd name="connsiteY42" fmla="*/ 214401 h 236010"/>
                <a:gd name="connsiteX43" fmla="*/ 159084 w 145681"/>
                <a:gd name="connsiteY43" fmla="*/ 216182 h 236010"/>
                <a:gd name="connsiteX44" fmla="*/ 159067 w 145681"/>
                <a:gd name="connsiteY44" fmla="*/ 219907 h 236010"/>
                <a:gd name="connsiteX45" fmla="*/ 159052 w 145681"/>
                <a:gd name="connsiteY45" fmla="*/ 225620 h 236010"/>
                <a:gd name="connsiteX46" fmla="*/ 159039 w 145681"/>
                <a:gd name="connsiteY46" fmla="*/ 229237 h 236010"/>
                <a:gd name="connsiteX47" fmla="*/ 159036 w 145681"/>
                <a:gd name="connsiteY47" fmla="*/ 230968 h 236010"/>
                <a:gd name="connsiteX48" fmla="*/ 158170 w 145681"/>
                <a:gd name="connsiteY48" fmla="*/ 236652 h 236010"/>
                <a:gd name="connsiteX49" fmla="*/ 149600 w 145681"/>
                <a:gd name="connsiteY49" fmla="*/ 237491 h 236010"/>
                <a:gd name="connsiteX50" fmla="*/ 147886 w 145681"/>
                <a:gd name="connsiteY50" fmla="*/ 237495 h 236010"/>
                <a:gd name="connsiteX51" fmla="*/ 142197 w 145681"/>
                <a:gd name="connsiteY51" fmla="*/ 237493 h 236010"/>
                <a:gd name="connsiteX52" fmla="*/ 138119 w 145681"/>
                <a:gd name="connsiteY52" fmla="*/ 237497 h 236010"/>
                <a:gd name="connsiteX53" fmla="*/ 127040 w 145681"/>
                <a:gd name="connsiteY53" fmla="*/ 237497 h 236010"/>
                <a:gd name="connsiteX54" fmla="*/ 115454 w 145681"/>
                <a:gd name="connsiteY54" fmla="*/ 237498 h 236010"/>
                <a:gd name="connsiteX55" fmla="*/ 95997 w 145681"/>
                <a:gd name="connsiteY55" fmla="*/ 237494 h 236010"/>
                <a:gd name="connsiteX56" fmla="*/ 73490 w 145681"/>
                <a:gd name="connsiteY56" fmla="*/ 237495 h 236010"/>
                <a:gd name="connsiteX57" fmla="*/ 54179 w 145681"/>
                <a:gd name="connsiteY57" fmla="*/ 237497 h 236010"/>
                <a:gd name="connsiteX58" fmla="*/ 42640 w 145681"/>
                <a:gd name="connsiteY58" fmla="*/ 237498 h 236010"/>
                <a:gd name="connsiteX59" fmla="*/ 31792 w 145681"/>
                <a:gd name="connsiteY59" fmla="*/ 237494 h 236010"/>
                <a:gd name="connsiteX60" fmla="*/ 27807 w 145681"/>
                <a:gd name="connsiteY60" fmla="*/ 237495 h 236010"/>
                <a:gd name="connsiteX61" fmla="*/ 22375 w 145681"/>
                <a:gd name="connsiteY61" fmla="*/ 237491 h 236010"/>
                <a:gd name="connsiteX62" fmla="*/ 20776 w 145681"/>
                <a:gd name="connsiteY62" fmla="*/ 237496 h 236010"/>
                <a:gd name="connsiteX63" fmla="*/ 13806 w 145681"/>
                <a:gd name="connsiteY63" fmla="*/ 236652 h 236010"/>
                <a:gd name="connsiteX64" fmla="*/ 13440 w 145681"/>
                <a:gd name="connsiteY64" fmla="*/ 232888 h 236010"/>
                <a:gd name="connsiteX65" fmla="*/ 13422 w 145681"/>
                <a:gd name="connsiteY65" fmla="*/ 230402 h 236010"/>
                <a:gd name="connsiteX66" fmla="*/ 13448 w 145681"/>
                <a:gd name="connsiteY66" fmla="*/ 227636 h 236010"/>
                <a:gd name="connsiteX67" fmla="*/ 13441 w 145681"/>
                <a:gd name="connsiteY67" fmla="*/ 224724 h 236010"/>
                <a:gd name="connsiteX68" fmla="*/ 13461 w 145681"/>
                <a:gd name="connsiteY68" fmla="*/ 216686 h 236010"/>
                <a:gd name="connsiteX69" fmla="*/ 13467 w 145681"/>
                <a:gd name="connsiteY69" fmla="*/ 208032 h 236010"/>
                <a:gd name="connsiteX70" fmla="*/ 13492 w 145681"/>
                <a:gd name="connsiteY70" fmla="*/ 193025 h 236010"/>
                <a:gd name="connsiteX71" fmla="*/ 13527 w 145681"/>
                <a:gd name="connsiteY71" fmla="*/ 171328 h 236010"/>
                <a:gd name="connsiteX72" fmla="*/ 13582 w 145681"/>
                <a:gd name="connsiteY72" fmla="*/ 136130 h 236010"/>
                <a:gd name="connsiteX73" fmla="*/ 13643 w 145681"/>
                <a:gd name="connsiteY73" fmla="*/ 101929 h 236010"/>
                <a:gd name="connsiteX74" fmla="*/ 13645 w 145681"/>
                <a:gd name="connsiteY74" fmla="*/ 99780 h 236010"/>
                <a:gd name="connsiteX75" fmla="*/ 13663 w 145681"/>
                <a:gd name="connsiteY75" fmla="*/ 83138 h 236010"/>
                <a:gd name="connsiteX76" fmla="*/ 13806 w 145681"/>
                <a:gd name="connsiteY76" fmla="*/ 1504 h 23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45681" h="236010">
                  <a:moveTo>
                    <a:pt x="13806" y="1504"/>
                  </a:moveTo>
                  <a:cubicBezTo>
                    <a:pt x="59727" y="1504"/>
                    <a:pt x="105648" y="1504"/>
                    <a:pt x="152961" y="1504"/>
                  </a:cubicBezTo>
                  <a:cubicBezTo>
                    <a:pt x="152961" y="11572"/>
                    <a:pt x="152961" y="21640"/>
                    <a:pt x="152961" y="32014"/>
                  </a:cubicBezTo>
                  <a:cubicBezTo>
                    <a:pt x="116862" y="32014"/>
                    <a:pt x="80764" y="32014"/>
                    <a:pt x="43572" y="32014"/>
                  </a:cubicBezTo>
                  <a:cubicBezTo>
                    <a:pt x="43572" y="54606"/>
                    <a:pt x="43572" y="77198"/>
                    <a:pt x="43572" y="100475"/>
                  </a:cubicBezTo>
                  <a:cubicBezTo>
                    <a:pt x="50968" y="100457"/>
                    <a:pt x="58363" y="100440"/>
                    <a:pt x="65983" y="100422"/>
                  </a:cubicBezTo>
                  <a:cubicBezTo>
                    <a:pt x="70656" y="100415"/>
                    <a:pt x="75330" y="100408"/>
                    <a:pt x="80003" y="100402"/>
                  </a:cubicBezTo>
                  <a:cubicBezTo>
                    <a:pt x="87427" y="100393"/>
                    <a:pt x="94852" y="100383"/>
                    <a:pt x="102276" y="100362"/>
                  </a:cubicBezTo>
                  <a:cubicBezTo>
                    <a:pt x="107683" y="100348"/>
                    <a:pt x="113089" y="100338"/>
                    <a:pt x="118496" y="100335"/>
                  </a:cubicBezTo>
                  <a:cubicBezTo>
                    <a:pt x="121360" y="100333"/>
                    <a:pt x="124224" y="100328"/>
                    <a:pt x="127088" y="100317"/>
                  </a:cubicBezTo>
                  <a:cubicBezTo>
                    <a:pt x="129781" y="100307"/>
                    <a:pt x="132475" y="100304"/>
                    <a:pt x="135168" y="100306"/>
                  </a:cubicBezTo>
                  <a:cubicBezTo>
                    <a:pt x="136633" y="100306"/>
                    <a:pt x="138097" y="100298"/>
                    <a:pt x="139561" y="100290"/>
                  </a:cubicBezTo>
                  <a:cubicBezTo>
                    <a:pt x="140860" y="100293"/>
                    <a:pt x="140860" y="100293"/>
                    <a:pt x="142186" y="100296"/>
                  </a:cubicBezTo>
                  <a:cubicBezTo>
                    <a:pt x="142942" y="100294"/>
                    <a:pt x="143698" y="100293"/>
                    <a:pt x="144476" y="100292"/>
                  </a:cubicBezTo>
                  <a:cubicBezTo>
                    <a:pt x="146263" y="100475"/>
                    <a:pt x="146263" y="100475"/>
                    <a:pt x="147752" y="101963"/>
                  </a:cubicBezTo>
                  <a:cubicBezTo>
                    <a:pt x="147900" y="104027"/>
                    <a:pt x="147960" y="106015"/>
                    <a:pt x="147949" y="108079"/>
                  </a:cubicBezTo>
                  <a:cubicBezTo>
                    <a:pt x="147951" y="108684"/>
                    <a:pt x="147952" y="109290"/>
                    <a:pt x="147954" y="109914"/>
                  </a:cubicBezTo>
                  <a:cubicBezTo>
                    <a:pt x="147955" y="111195"/>
                    <a:pt x="147952" y="112476"/>
                    <a:pt x="147946" y="113757"/>
                  </a:cubicBezTo>
                  <a:cubicBezTo>
                    <a:pt x="147938" y="115722"/>
                    <a:pt x="147945" y="117686"/>
                    <a:pt x="147955" y="119651"/>
                  </a:cubicBezTo>
                  <a:cubicBezTo>
                    <a:pt x="147954" y="120894"/>
                    <a:pt x="147952" y="122137"/>
                    <a:pt x="147949" y="123380"/>
                  </a:cubicBezTo>
                  <a:cubicBezTo>
                    <a:pt x="147952" y="123970"/>
                    <a:pt x="147955" y="124560"/>
                    <a:pt x="147958" y="125168"/>
                  </a:cubicBezTo>
                  <a:cubicBezTo>
                    <a:pt x="147923" y="129325"/>
                    <a:pt x="147923" y="129325"/>
                    <a:pt x="146263" y="130984"/>
                  </a:cubicBezTo>
                  <a:cubicBezTo>
                    <a:pt x="144476" y="131168"/>
                    <a:pt x="144476" y="131168"/>
                    <a:pt x="142186" y="131163"/>
                  </a:cubicBezTo>
                  <a:cubicBezTo>
                    <a:pt x="140887" y="131166"/>
                    <a:pt x="140887" y="131166"/>
                    <a:pt x="139561" y="131170"/>
                  </a:cubicBezTo>
                  <a:cubicBezTo>
                    <a:pt x="138606" y="131164"/>
                    <a:pt x="137651" y="131159"/>
                    <a:pt x="136668" y="131153"/>
                  </a:cubicBezTo>
                  <a:cubicBezTo>
                    <a:pt x="135656" y="131153"/>
                    <a:pt x="134644" y="131153"/>
                    <a:pt x="133632" y="131154"/>
                  </a:cubicBezTo>
                  <a:cubicBezTo>
                    <a:pt x="130880" y="131155"/>
                    <a:pt x="128128" y="131146"/>
                    <a:pt x="125376" y="131135"/>
                  </a:cubicBezTo>
                  <a:cubicBezTo>
                    <a:pt x="122502" y="131126"/>
                    <a:pt x="119628" y="131125"/>
                    <a:pt x="116753" y="131123"/>
                  </a:cubicBezTo>
                  <a:cubicBezTo>
                    <a:pt x="111309" y="131119"/>
                    <a:pt x="105864" y="131107"/>
                    <a:pt x="100419" y="131092"/>
                  </a:cubicBezTo>
                  <a:cubicBezTo>
                    <a:pt x="93063" y="131072"/>
                    <a:pt x="85707" y="131064"/>
                    <a:pt x="78351" y="131055"/>
                  </a:cubicBezTo>
                  <a:cubicBezTo>
                    <a:pt x="66758" y="131041"/>
                    <a:pt x="55165" y="131012"/>
                    <a:pt x="43572" y="130984"/>
                  </a:cubicBezTo>
                  <a:cubicBezTo>
                    <a:pt x="43572" y="155787"/>
                    <a:pt x="43572" y="180589"/>
                    <a:pt x="43572" y="206143"/>
                  </a:cubicBezTo>
                  <a:cubicBezTo>
                    <a:pt x="51773" y="206117"/>
                    <a:pt x="59975" y="206091"/>
                    <a:pt x="68425" y="206064"/>
                  </a:cubicBezTo>
                  <a:cubicBezTo>
                    <a:pt x="73607" y="206053"/>
                    <a:pt x="78789" y="206042"/>
                    <a:pt x="83971" y="206034"/>
                  </a:cubicBezTo>
                  <a:cubicBezTo>
                    <a:pt x="92204" y="206020"/>
                    <a:pt x="100437" y="206005"/>
                    <a:pt x="108670" y="205974"/>
                  </a:cubicBezTo>
                  <a:cubicBezTo>
                    <a:pt x="114665" y="205952"/>
                    <a:pt x="120660" y="205938"/>
                    <a:pt x="126655" y="205933"/>
                  </a:cubicBezTo>
                  <a:cubicBezTo>
                    <a:pt x="129831" y="205930"/>
                    <a:pt x="133007" y="205923"/>
                    <a:pt x="136183" y="205907"/>
                  </a:cubicBezTo>
                  <a:cubicBezTo>
                    <a:pt x="139170" y="205892"/>
                    <a:pt x="142156" y="205887"/>
                    <a:pt x="145143" y="205890"/>
                  </a:cubicBezTo>
                  <a:cubicBezTo>
                    <a:pt x="146241" y="205890"/>
                    <a:pt x="147340" y="205885"/>
                    <a:pt x="148438" y="205877"/>
                  </a:cubicBezTo>
                  <a:cubicBezTo>
                    <a:pt x="149934" y="205865"/>
                    <a:pt x="151429" y="205869"/>
                    <a:pt x="152924" y="205874"/>
                  </a:cubicBezTo>
                  <a:cubicBezTo>
                    <a:pt x="153762" y="205872"/>
                    <a:pt x="154601" y="205870"/>
                    <a:pt x="155464" y="205868"/>
                  </a:cubicBezTo>
                  <a:cubicBezTo>
                    <a:pt x="156111" y="205959"/>
                    <a:pt x="156759" y="206049"/>
                    <a:pt x="157425" y="206143"/>
                  </a:cubicBezTo>
                  <a:cubicBezTo>
                    <a:pt x="159294" y="208946"/>
                    <a:pt x="159116" y="211156"/>
                    <a:pt x="159085" y="214401"/>
                  </a:cubicBezTo>
                  <a:cubicBezTo>
                    <a:pt x="159085" y="214989"/>
                    <a:pt x="159084" y="215577"/>
                    <a:pt x="159084" y="216182"/>
                  </a:cubicBezTo>
                  <a:cubicBezTo>
                    <a:pt x="159082" y="217424"/>
                    <a:pt x="159076" y="218666"/>
                    <a:pt x="159067" y="219907"/>
                  </a:cubicBezTo>
                  <a:cubicBezTo>
                    <a:pt x="159053" y="221811"/>
                    <a:pt x="159052" y="223715"/>
                    <a:pt x="159052" y="225620"/>
                  </a:cubicBezTo>
                  <a:cubicBezTo>
                    <a:pt x="159048" y="226825"/>
                    <a:pt x="159044" y="228031"/>
                    <a:pt x="159039" y="229237"/>
                  </a:cubicBezTo>
                  <a:cubicBezTo>
                    <a:pt x="159038" y="229808"/>
                    <a:pt x="159037" y="230380"/>
                    <a:pt x="159036" y="230968"/>
                  </a:cubicBezTo>
                  <a:cubicBezTo>
                    <a:pt x="159000" y="234991"/>
                    <a:pt x="159000" y="234991"/>
                    <a:pt x="158170" y="236652"/>
                  </a:cubicBezTo>
                  <a:cubicBezTo>
                    <a:pt x="155432" y="237713"/>
                    <a:pt x="152493" y="237500"/>
                    <a:pt x="149600" y="237491"/>
                  </a:cubicBezTo>
                  <a:cubicBezTo>
                    <a:pt x="149035" y="237492"/>
                    <a:pt x="148469" y="237493"/>
                    <a:pt x="147886" y="237495"/>
                  </a:cubicBezTo>
                  <a:cubicBezTo>
                    <a:pt x="145990" y="237498"/>
                    <a:pt x="144093" y="237495"/>
                    <a:pt x="142197" y="237493"/>
                  </a:cubicBezTo>
                  <a:cubicBezTo>
                    <a:pt x="140837" y="237494"/>
                    <a:pt x="139478" y="237495"/>
                    <a:pt x="138119" y="237497"/>
                  </a:cubicBezTo>
                  <a:cubicBezTo>
                    <a:pt x="134426" y="237500"/>
                    <a:pt x="130733" y="237499"/>
                    <a:pt x="127040" y="237497"/>
                  </a:cubicBezTo>
                  <a:cubicBezTo>
                    <a:pt x="123178" y="237495"/>
                    <a:pt x="119316" y="237496"/>
                    <a:pt x="115454" y="237498"/>
                  </a:cubicBezTo>
                  <a:cubicBezTo>
                    <a:pt x="108968" y="237499"/>
                    <a:pt x="102483" y="237497"/>
                    <a:pt x="95997" y="237494"/>
                  </a:cubicBezTo>
                  <a:cubicBezTo>
                    <a:pt x="88495" y="237490"/>
                    <a:pt x="80993" y="237491"/>
                    <a:pt x="73490" y="237495"/>
                  </a:cubicBezTo>
                  <a:cubicBezTo>
                    <a:pt x="67053" y="237498"/>
                    <a:pt x="60616" y="237499"/>
                    <a:pt x="54179" y="237497"/>
                  </a:cubicBezTo>
                  <a:cubicBezTo>
                    <a:pt x="50332" y="237496"/>
                    <a:pt x="46486" y="237496"/>
                    <a:pt x="42640" y="237498"/>
                  </a:cubicBezTo>
                  <a:cubicBezTo>
                    <a:pt x="39024" y="237500"/>
                    <a:pt x="35408" y="237499"/>
                    <a:pt x="31792" y="237494"/>
                  </a:cubicBezTo>
                  <a:cubicBezTo>
                    <a:pt x="30464" y="237493"/>
                    <a:pt x="29135" y="237494"/>
                    <a:pt x="27807" y="237495"/>
                  </a:cubicBezTo>
                  <a:cubicBezTo>
                    <a:pt x="25996" y="237497"/>
                    <a:pt x="24186" y="237495"/>
                    <a:pt x="22375" y="237491"/>
                  </a:cubicBezTo>
                  <a:cubicBezTo>
                    <a:pt x="21847" y="237493"/>
                    <a:pt x="21320" y="237494"/>
                    <a:pt x="20776" y="237496"/>
                  </a:cubicBezTo>
                  <a:cubicBezTo>
                    <a:pt x="15659" y="237476"/>
                    <a:pt x="15659" y="237476"/>
                    <a:pt x="13806" y="236652"/>
                  </a:cubicBezTo>
                  <a:cubicBezTo>
                    <a:pt x="13437" y="235052"/>
                    <a:pt x="13437" y="235052"/>
                    <a:pt x="13440" y="232888"/>
                  </a:cubicBezTo>
                  <a:cubicBezTo>
                    <a:pt x="13434" y="232068"/>
                    <a:pt x="13428" y="231247"/>
                    <a:pt x="13422" y="230402"/>
                  </a:cubicBezTo>
                  <a:cubicBezTo>
                    <a:pt x="13431" y="229489"/>
                    <a:pt x="13439" y="228576"/>
                    <a:pt x="13448" y="227636"/>
                  </a:cubicBezTo>
                  <a:cubicBezTo>
                    <a:pt x="13446" y="226675"/>
                    <a:pt x="13443" y="225714"/>
                    <a:pt x="13441" y="224724"/>
                  </a:cubicBezTo>
                  <a:cubicBezTo>
                    <a:pt x="13434" y="222045"/>
                    <a:pt x="13446" y="219365"/>
                    <a:pt x="13461" y="216686"/>
                  </a:cubicBezTo>
                  <a:cubicBezTo>
                    <a:pt x="13474" y="213801"/>
                    <a:pt x="13469" y="210916"/>
                    <a:pt x="13467" y="208032"/>
                  </a:cubicBezTo>
                  <a:cubicBezTo>
                    <a:pt x="13465" y="203029"/>
                    <a:pt x="13475" y="198027"/>
                    <a:pt x="13492" y="193025"/>
                  </a:cubicBezTo>
                  <a:cubicBezTo>
                    <a:pt x="13516" y="185793"/>
                    <a:pt x="13523" y="178561"/>
                    <a:pt x="13527" y="171328"/>
                  </a:cubicBezTo>
                  <a:cubicBezTo>
                    <a:pt x="13534" y="159595"/>
                    <a:pt x="13554" y="147863"/>
                    <a:pt x="13582" y="136130"/>
                  </a:cubicBezTo>
                  <a:cubicBezTo>
                    <a:pt x="13609" y="124730"/>
                    <a:pt x="13630" y="113330"/>
                    <a:pt x="13643" y="101929"/>
                  </a:cubicBezTo>
                  <a:cubicBezTo>
                    <a:pt x="13644" y="101220"/>
                    <a:pt x="13644" y="100511"/>
                    <a:pt x="13645" y="99780"/>
                  </a:cubicBezTo>
                  <a:cubicBezTo>
                    <a:pt x="13651" y="94232"/>
                    <a:pt x="13657" y="88685"/>
                    <a:pt x="13663" y="83138"/>
                  </a:cubicBezTo>
                  <a:cubicBezTo>
                    <a:pt x="13691" y="55927"/>
                    <a:pt x="13751" y="28715"/>
                    <a:pt x="13806" y="1504"/>
                  </a:cubicBezTo>
                  <a:close/>
                </a:path>
              </a:pathLst>
            </a:custGeom>
            <a:grpFill/>
            <a:ln w="744" cap="flat">
              <a:noFill/>
              <a:prstDash val="solid"/>
              <a:miter/>
            </a:ln>
          </p:spPr>
          <p:txBody>
            <a:bodyPr rtlCol="0" anchor="ctr"/>
            <a:lstStyle/>
            <a:p>
              <a:endParaRPr lang="zh-CN" altLang="en-US"/>
            </a:p>
          </p:txBody>
        </p:sp>
        <p:sp>
          <p:nvSpPr>
            <p:cNvPr id="190" name="任意多边形: 形状 189"/>
            <p:cNvSpPr/>
            <p:nvPr/>
          </p:nvSpPr>
          <p:spPr>
            <a:xfrm>
              <a:off x="7243844" y="1392981"/>
              <a:ext cx="145185" cy="236019"/>
            </a:xfrm>
            <a:custGeom>
              <a:avLst/>
              <a:gdLst>
                <a:gd name="connsiteX0" fmla="*/ 10578 w 145188"/>
                <a:gd name="connsiteY0" fmla="*/ 1504 h 236010"/>
                <a:gd name="connsiteX1" fmla="*/ 149733 w 145188"/>
                <a:gd name="connsiteY1" fmla="*/ 1504 h 236010"/>
                <a:gd name="connsiteX2" fmla="*/ 149733 w 145188"/>
                <a:gd name="connsiteY2" fmla="*/ 32014 h 236010"/>
                <a:gd name="connsiteX3" fmla="*/ 40344 w 145188"/>
                <a:gd name="connsiteY3" fmla="*/ 32758 h 236010"/>
                <a:gd name="connsiteX4" fmla="*/ 40344 w 145188"/>
                <a:gd name="connsiteY4" fmla="*/ 99731 h 236010"/>
                <a:gd name="connsiteX5" fmla="*/ 62592 w 145188"/>
                <a:gd name="connsiteY5" fmla="*/ 99867 h 236010"/>
                <a:gd name="connsiteX6" fmla="*/ 76510 w 145188"/>
                <a:gd name="connsiteY6" fmla="*/ 99959 h 236010"/>
                <a:gd name="connsiteX7" fmla="*/ 98622 w 145188"/>
                <a:gd name="connsiteY7" fmla="*/ 100101 h 236010"/>
                <a:gd name="connsiteX8" fmla="*/ 114724 w 145188"/>
                <a:gd name="connsiteY8" fmla="*/ 100204 h 236010"/>
                <a:gd name="connsiteX9" fmla="*/ 123254 w 145188"/>
                <a:gd name="connsiteY9" fmla="*/ 100258 h 236010"/>
                <a:gd name="connsiteX10" fmla="*/ 131275 w 145188"/>
                <a:gd name="connsiteY10" fmla="*/ 100311 h 236010"/>
                <a:gd name="connsiteX11" fmla="*/ 135636 w 145188"/>
                <a:gd name="connsiteY11" fmla="*/ 100335 h 236010"/>
                <a:gd name="connsiteX12" fmla="*/ 138242 w 145188"/>
                <a:gd name="connsiteY12" fmla="*/ 100357 h 236010"/>
                <a:gd name="connsiteX13" fmla="*/ 140516 w 145188"/>
                <a:gd name="connsiteY13" fmla="*/ 100371 h 236010"/>
                <a:gd name="connsiteX14" fmla="*/ 143779 w 145188"/>
                <a:gd name="connsiteY14" fmla="*/ 101219 h 236010"/>
                <a:gd name="connsiteX15" fmla="*/ 143977 w 145188"/>
                <a:gd name="connsiteY15" fmla="*/ 107614 h 236010"/>
                <a:gd name="connsiteX16" fmla="*/ 143981 w 145188"/>
                <a:gd name="connsiteY16" fmla="*/ 109557 h 236010"/>
                <a:gd name="connsiteX17" fmla="*/ 143973 w 145188"/>
                <a:gd name="connsiteY17" fmla="*/ 113633 h 236010"/>
                <a:gd name="connsiteX18" fmla="*/ 143983 w 145188"/>
                <a:gd name="connsiteY18" fmla="*/ 119895 h 236010"/>
                <a:gd name="connsiteX19" fmla="*/ 143977 w 145188"/>
                <a:gd name="connsiteY19" fmla="*/ 123845 h 236010"/>
                <a:gd name="connsiteX20" fmla="*/ 143986 w 145188"/>
                <a:gd name="connsiteY20" fmla="*/ 125750 h 236010"/>
                <a:gd name="connsiteX21" fmla="*/ 143779 w 145188"/>
                <a:gd name="connsiteY21" fmla="*/ 130240 h 236010"/>
                <a:gd name="connsiteX22" fmla="*/ 138242 w 145188"/>
                <a:gd name="connsiteY22" fmla="*/ 131102 h 236010"/>
                <a:gd name="connsiteX23" fmla="*/ 135636 w 145188"/>
                <a:gd name="connsiteY23" fmla="*/ 131124 h 236010"/>
                <a:gd name="connsiteX24" fmla="*/ 132764 w 145188"/>
                <a:gd name="connsiteY24" fmla="*/ 131137 h 236010"/>
                <a:gd name="connsiteX25" fmla="*/ 129750 w 145188"/>
                <a:gd name="connsiteY25" fmla="*/ 131160 h 236010"/>
                <a:gd name="connsiteX26" fmla="*/ 121554 w 145188"/>
                <a:gd name="connsiteY26" fmla="*/ 131210 h 236010"/>
                <a:gd name="connsiteX27" fmla="*/ 112994 w 145188"/>
                <a:gd name="connsiteY27" fmla="*/ 131267 h 236010"/>
                <a:gd name="connsiteX28" fmla="*/ 96778 w 145188"/>
                <a:gd name="connsiteY28" fmla="*/ 131369 h 236010"/>
                <a:gd name="connsiteX29" fmla="*/ 78320 w 145188"/>
                <a:gd name="connsiteY29" fmla="*/ 131488 h 236010"/>
                <a:gd name="connsiteX30" fmla="*/ 40344 w 145188"/>
                <a:gd name="connsiteY30" fmla="*/ 131729 h 236010"/>
                <a:gd name="connsiteX31" fmla="*/ 40349 w 145188"/>
                <a:gd name="connsiteY31" fmla="*/ 134454 h 236010"/>
                <a:gd name="connsiteX32" fmla="*/ 40382 w 145188"/>
                <a:gd name="connsiteY32" fmla="*/ 159847 h 236010"/>
                <a:gd name="connsiteX33" fmla="*/ 40400 w 145188"/>
                <a:gd name="connsiteY33" fmla="*/ 172902 h 236010"/>
                <a:gd name="connsiteX34" fmla="*/ 40414 w 145188"/>
                <a:gd name="connsiteY34" fmla="*/ 185496 h 236010"/>
                <a:gd name="connsiteX35" fmla="*/ 40423 w 145188"/>
                <a:gd name="connsiteY35" fmla="*/ 190306 h 236010"/>
                <a:gd name="connsiteX36" fmla="*/ 40428 w 145188"/>
                <a:gd name="connsiteY36" fmla="*/ 197031 h 236010"/>
                <a:gd name="connsiteX37" fmla="*/ 40436 w 145188"/>
                <a:gd name="connsiteY37" fmla="*/ 199052 h 236010"/>
                <a:gd name="connsiteX38" fmla="*/ 40433 w 145188"/>
                <a:gd name="connsiteY38" fmla="*/ 200901 h 236010"/>
                <a:gd name="connsiteX39" fmla="*/ 40435 w 145188"/>
                <a:gd name="connsiteY39" fmla="*/ 202508 h 236010"/>
                <a:gd name="connsiteX40" fmla="*/ 39600 w 145188"/>
                <a:gd name="connsiteY40" fmla="*/ 206143 h 236010"/>
                <a:gd name="connsiteX41" fmla="*/ 41387 w 145188"/>
                <a:gd name="connsiteY41" fmla="*/ 206141 h 236010"/>
                <a:gd name="connsiteX42" fmla="*/ 84386 w 145188"/>
                <a:gd name="connsiteY42" fmla="*/ 206104 h 236010"/>
                <a:gd name="connsiteX43" fmla="*/ 105180 w 145188"/>
                <a:gd name="connsiteY43" fmla="*/ 206087 h 236010"/>
                <a:gd name="connsiteX44" fmla="*/ 123297 w 145188"/>
                <a:gd name="connsiteY44" fmla="*/ 206073 h 236010"/>
                <a:gd name="connsiteX45" fmla="*/ 132896 w 145188"/>
                <a:gd name="connsiteY45" fmla="*/ 206064 h 236010"/>
                <a:gd name="connsiteX46" fmla="*/ 141920 w 145188"/>
                <a:gd name="connsiteY46" fmla="*/ 206058 h 236010"/>
                <a:gd name="connsiteX47" fmla="*/ 145242 w 145188"/>
                <a:gd name="connsiteY47" fmla="*/ 206054 h 236010"/>
                <a:gd name="connsiteX48" fmla="*/ 149757 w 145188"/>
                <a:gd name="connsiteY48" fmla="*/ 206053 h 236010"/>
                <a:gd name="connsiteX49" fmla="*/ 152316 w 145188"/>
                <a:gd name="connsiteY49" fmla="*/ 206051 h 236010"/>
                <a:gd name="connsiteX50" fmla="*/ 154942 w 145188"/>
                <a:gd name="connsiteY50" fmla="*/ 206887 h 236010"/>
                <a:gd name="connsiteX51" fmla="*/ 155202 w 145188"/>
                <a:gd name="connsiteY51" fmla="*/ 219619 h 236010"/>
                <a:gd name="connsiteX52" fmla="*/ 155263 w 145188"/>
                <a:gd name="connsiteY52" fmla="*/ 223920 h 236010"/>
                <a:gd name="connsiteX53" fmla="*/ 155331 w 145188"/>
                <a:gd name="connsiteY53" fmla="*/ 230095 h 236010"/>
                <a:gd name="connsiteX54" fmla="*/ 155382 w 145188"/>
                <a:gd name="connsiteY54" fmla="*/ 232049 h 236010"/>
                <a:gd name="connsiteX55" fmla="*/ 154942 w 145188"/>
                <a:gd name="connsiteY55" fmla="*/ 236652 h 236010"/>
                <a:gd name="connsiteX56" fmla="*/ 145567 w 145188"/>
                <a:gd name="connsiteY56" fmla="*/ 237491 h 236010"/>
                <a:gd name="connsiteX57" fmla="*/ 143860 w 145188"/>
                <a:gd name="connsiteY57" fmla="*/ 237495 h 236010"/>
                <a:gd name="connsiteX58" fmla="*/ 138208 w 145188"/>
                <a:gd name="connsiteY58" fmla="*/ 237493 h 236010"/>
                <a:gd name="connsiteX59" fmla="*/ 134152 w 145188"/>
                <a:gd name="connsiteY59" fmla="*/ 237497 h 236010"/>
                <a:gd name="connsiteX60" fmla="*/ 123143 w 145188"/>
                <a:gd name="connsiteY60" fmla="*/ 237497 h 236010"/>
                <a:gd name="connsiteX61" fmla="*/ 111625 w 145188"/>
                <a:gd name="connsiteY61" fmla="*/ 237498 h 236010"/>
                <a:gd name="connsiteX62" fmla="*/ 92286 w 145188"/>
                <a:gd name="connsiteY62" fmla="*/ 237494 h 236010"/>
                <a:gd name="connsiteX63" fmla="*/ 69918 w 145188"/>
                <a:gd name="connsiteY63" fmla="*/ 237495 h 236010"/>
                <a:gd name="connsiteX64" fmla="*/ 50720 w 145188"/>
                <a:gd name="connsiteY64" fmla="*/ 237497 h 236010"/>
                <a:gd name="connsiteX65" fmla="*/ 39251 w 145188"/>
                <a:gd name="connsiteY65" fmla="*/ 237498 h 236010"/>
                <a:gd name="connsiteX66" fmla="*/ 28471 w 145188"/>
                <a:gd name="connsiteY66" fmla="*/ 237494 h 236010"/>
                <a:gd name="connsiteX67" fmla="*/ 24511 w 145188"/>
                <a:gd name="connsiteY67" fmla="*/ 237495 h 236010"/>
                <a:gd name="connsiteX68" fmla="*/ 19114 w 145188"/>
                <a:gd name="connsiteY68" fmla="*/ 237491 h 236010"/>
                <a:gd name="connsiteX69" fmla="*/ 17525 w 145188"/>
                <a:gd name="connsiteY69" fmla="*/ 237496 h 236010"/>
                <a:gd name="connsiteX70" fmla="*/ 10578 w 145188"/>
                <a:gd name="connsiteY70" fmla="*/ 236652 h 236010"/>
                <a:gd name="connsiteX71" fmla="*/ 10212 w 145188"/>
                <a:gd name="connsiteY71" fmla="*/ 232888 h 236010"/>
                <a:gd name="connsiteX72" fmla="*/ 10194 w 145188"/>
                <a:gd name="connsiteY72" fmla="*/ 230402 h 236010"/>
                <a:gd name="connsiteX73" fmla="*/ 10220 w 145188"/>
                <a:gd name="connsiteY73" fmla="*/ 227636 h 236010"/>
                <a:gd name="connsiteX74" fmla="*/ 10213 w 145188"/>
                <a:gd name="connsiteY74" fmla="*/ 224724 h 236010"/>
                <a:gd name="connsiteX75" fmla="*/ 10233 w 145188"/>
                <a:gd name="connsiteY75" fmla="*/ 216686 h 236010"/>
                <a:gd name="connsiteX76" fmla="*/ 10239 w 145188"/>
                <a:gd name="connsiteY76" fmla="*/ 208032 h 236010"/>
                <a:gd name="connsiteX77" fmla="*/ 10264 w 145188"/>
                <a:gd name="connsiteY77" fmla="*/ 193025 h 236010"/>
                <a:gd name="connsiteX78" fmla="*/ 10299 w 145188"/>
                <a:gd name="connsiteY78" fmla="*/ 171328 h 236010"/>
                <a:gd name="connsiteX79" fmla="*/ 10354 w 145188"/>
                <a:gd name="connsiteY79" fmla="*/ 136130 h 236010"/>
                <a:gd name="connsiteX80" fmla="*/ 10415 w 145188"/>
                <a:gd name="connsiteY80" fmla="*/ 101929 h 236010"/>
                <a:gd name="connsiteX81" fmla="*/ 10417 w 145188"/>
                <a:gd name="connsiteY81" fmla="*/ 99780 h 236010"/>
                <a:gd name="connsiteX82" fmla="*/ 10435 w 145188"/>
                <a:gd name="connsiteY82" fmla="*/ 83138 h 236010"/>
                <a:gd name="connsiteX83" fmla="*/ 10578 w 145188"/>
                <a:gd name="connsiteY83" fmla="*/ 1504 h 23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45188" h="236010">
                  <a:moveTo>
                    <a:pt x="10578" y="1504"/>
                  </a:moveTo>
                  <a:cubicBezTo>
                    <a:pt x="56499" y="1504"/>
                    <a:pt x="102420" y="1504"/>
                    <a:pt x="149733" y="1504"/>
                  </a:cubicBezTo>
                  <a:cubicBezTo>
                    <a:pt x="149733" y="11572"/>
                    <a:pt x="149733" y="21640"/>
                    <a:pt x="149733" y="32014"/>
                  </a:cubicBezTo>
                  <a:cubicBezTo>
                    <a:pt x="113634" y="32259"/>
                    <a:pt x="77536" y="32505"/>
                    <a:pt x="40344" y="32758"/>
                  </a:cubicBezTo>
                  <a:cubicBezTo>
                    <a:pt x="40344" y="54859"/>
                    <a:pt x="40344" y="76960"/>
                    <a:pt x="40344" y="99731"/>
                  </a:cubicBezTo>
                  <a:cubicBezTo>
                    <a:pt x="51357" y="99798"/>
                    <a:pt x="51357" y="99798"/>
                    <a:pt x="62592" y="99867"/>
                  </a:cubicBezTo>
                  <a:cubicBezTo>
                    <a:pt x="67232" y="99897"/>
                    <a:pt x="71871" y="99928"/>
                    <a:pt x="76510" y="99959"/>
                  </a:cubicBezTo>
                  <a:cubicBezTo>
                    <a:pt x="83881" y="100008"/>
                    <a:pt x="91252" y="100057"/>
                    <a:pt x="98622" y="100101"/>
                  </a:cubicBezTo>
                  <a:cubicBezTo>
                    <a:pt x="103990" y="100133"/>
                    <a:pt x="109357" y="100167"/>
                    <a:pt x="114724" y="100204"/>
                  </a:cubicBezTo>
                  <a:cubicBezTo>
                    <a:pt x="117567" y="100224"/>
                    <a:pt x="120410" y="100243"/>
                    <a:pt x="123254" y="100258"/>
                  </a:cubicBezTo>
                  <a:cubicBezTo>
                    <a:pt x="125928" y="100273"/>
                    <a:pt x="128601" y="100291"/>
                    <a:pt x="131275" y="100311"/>
                  </a:cubicBezTo>
                  <a:cubicBezTo>
                    <a:pt x="132729" y="100322"/>
                    <a:pt x="134183" y="100328"/>
                    <a:pt x="135636" y="100335"/>
                  </a:cubicBezTo>
                  <a:cubicBezTo>
                    <a:pt x="136926" y="100346"/>
                    <a:pt x="136926" y="100346"/>
                    <a:pt x="138242" y="100357"/>
                  </a:cubicBezTo>
                  <a:cubicBezTo>
                    <a:pt x="138992" y="100362"/>
                    <a:pt x="139743" y="100367"/>
                    <a:pt x="140516" y="100371"/>
                  </a:cubicBezTo>
                  <a:cubicBezTo>
                    <a:pt x="142291" y="100475"/>
                    <a:pt x="142291" y="100475"/>
                    <a:pt x="143779" y="101219"/>
                  </a:cubicBezTo>
                  <a:cubicBezTo>
                    <a:pt x="143931" y="103374"/>
                    <a:pt x="143987" y="105457"/>
                    <a:pt x="143977" y="107614"/>
                  </a:cubicBezTo>
                  <a:cubicBezTo>
                    <a:pt x="143978" y="108255"/>
                    <a:pt x="143980" y="108896"/>
                    <a:pt x="143981" y="109557"/>
                  </a:cubicBezTo>
                  <a:cubicBezTo>
                    <a:pt x="143982" y="110916"/>
                    <a:pt x="143980" y="112275"/>
                    <a:pt x="143973" y="113633"/>
                  </a:cubicBezTo>
                  <a:cubicBezTo>
                    <a:pt x="143965" y="115721"/>
                    <a:pt x="143973" y="117808"/>
                    <a:pt x="143983" y="119895"/>
                  </a:cubicBezTo>
                  <a:cubicBezTo>
                    <a:pt x="143982" y="121212"/>
                    <a:pt x="143980" y="122529"/>
                    <a:pt x="143977" y="123845"/>
                  </a:cubicBezTo>
                  <a:cubicBezTo>
                    <a:pt x="143980" y="124474"/>
                    <a:pt x="143983" y="125103"/>
                    <a:pt x="143986" y="125750"/>
                  </a:cubicBezTo>
                  <a:cubicBezTo>
                    <a:pt x="143974" y="127249"/>
                    <a:pt x="143885" y="128746"/>
                    <a:pt x="143779" y="130240"/>
                  </a:cubicBezTo>
                  <a:cubicBezTo>
                    <a:pt x="141841" y="131210"/>
                    <a:pt x="140414" y="131088"/>
                    <a:pt x="138242" y="131102"/>
                  </a:cubicBezTo>
                  <a:cubicBezTo>
                    <a:pt x="136952" y="131113"/>
                    <a:pt x="136952" y="131113"/>
                    <a:pt x="135636" y="131124"/>
                  </a:cubicBezTo>
                  <a:cubicBezTo>
                    <a:pt x="134688" y="131129"/>
                    <a:pt x="133740" y="131133"/>
                    <a:pt x="132764" y="131137"/>
                  </a:cubicBezTo>
                  <a:cubicBezTo>
                    <a:pt x="131759" y="131144"/>
                    <a:pt x="130754" y="131152"/>
                    <a:pt x="129750" y="131160"/>
                  </a:cubicBezTo>
                  <a:cubicBezTo>
                    <a:pt x="127018" y="131180"/>
                    <a:pt x="124286" y="131195"/>
                    <a:pt x="121554" y="131210"/>
                  </a:cubicBezTo>
                  <a:cubicBezTo>
                    <a:pt x="118701" y="131226"/>
                    <a:pt x="115847" y="131247"/>
                    <a:pt x="112994" y="131267"/>
                  </a:cubicBezTo>
                  <a:cubicBezTo>
                    <a:pt x="107589" y="131304"/>
                    <a:pt x="102184" y="131337"/>
                    <a:pt x="96778" y="131369"/>
                  </a:cubicBezTo>
                  <a:cubicBezTo>
                    <a:pt x="90626" y="131406"/>
                    <a:pt x="84473" y="131447"/>
                    <a:pt x="78320" y="131488"/>
                  </a:cubicBezTo>
                  <a:cubicBezTo>
                    <a:pt x="65661" y="131573"/>
                    <a:pt x="53003" y="131653"/>
                    <a:pt x="40344" y="131729"/>
                  </a:cubicBezTo>
                  <a:cubicBezTo>
                    <a:pt x="40345" y="132628"/>
                    <a:pt x="40347" y="133527"/>
                    <a:pt x="40349" y="134454"/>
                  </a:cubicBezTo>
                  <a:cubicBezTo>
                    <a:pt x="40364" y="142918"/>
                    <a:pt x="40375" y="151383"/>
                    <a:pt x="40382" y="159847"/>
                  </a:cubicBezTo>
                  <a:cubicBezTo>
                    <a:pt x="40386" y="164199"/>
                    <a:pt x="40392" y="168551"/>
                    <a:pt x="40400" y="172902"/>
                  </a:cubicBezTo>
                  <a:cubicBezTo>
                    <a:pt x="40408" y="177100"/>
                    <a:pt x="40413" y="181298"/>
                    <a:pt x="40414" y="185496"/>
                  </a:cubicBezTo>
                  <a:cubicBezTo>
                    <a:pt x="40416" y="187099"/>
                    <a:pt x="40419" y="188703"/>
                    <a:pt x="40423" y="190306"/>
                  </a:cubicBezTo>
                  <a:cubicBezTo>
                    <a:pt x="40428" y="192548"/>
                    <a:pt x="40429" y="194789"/>
                    <a:pt x="40428" y="197031"/>
                  </a:cubicBezTo>
                  <a:cubicBezTo>
                    <a:pt x="40431" y="197698"/>
                    <a:pt x="40434" y="198365"/>
                    <a:pt x="40436" y="199052"/>
                  </a:cubicBezTo>
                  <a:cubicBezTo>
                    <a:pt x="40435" y="199662"/>
                    <a:pt x="40434" y="200273"/>
                    <a:pt x="40433" y="200901"/>
                  </a:cubicBezTo>
                  <a:cubicBezTo>
                    <a:pt x="40434" y="201432"/>
                    <a:pt x="40435" y="201962"/>
                    <a:pt x="40435" y="202508"/>
                  </a:cubicBezTo>
                  <a:cubicBezTo>
                    <a:pt x="40344" y="203910"/>
                    <a:pt x="40344" y="203910"/>
                    <a:pt x="39600" y="206143"/>
                  </a:cubicBezTo>
                  <a:cubicBezTo>
                    <a:pt x="40485" y="206142"/>
                    <a:pt x="40485" y="206142"/>
                    <a:pt x="41387" y="206141"/>
                  </a:cubicBezTo>
                  <a:cubicBezTo>
                    <a:pt x="55720" y="206124"/>
                    <a:pt x="70053" y="206112"/>
                    <a:pt x="84386" y="206104"/>
                  </a:cubicBezTo>
                  <a:cubicBezTo>
                    <a:pt x="91317" y="206100"/>
                    <a:pt x="98249" y="206095"/>
                    <a:pt x="105180" y="206087"/>
                  </a:cubicBezTo>
                  <a:cubicBezTo>
                    <a:pt x="111219" y="206079"/>
                    <a:pt x="117258" y="206074"/>
                    <a:pt x="123297" y="206073"/>
                  </a:cubicBezTo>
                  <a:cubicBezTo>
                    <a:pt x="126496" y="206072"/>
                    <a:pt x="129696" y="206069"/>
                    <a:pt x="132896" y="206064"/>
                  </a:cubicBezTo>
                  <a:cubicBezTo>
                    <a:pt x="135904" y="206059"/>
                    <a:pt x="138912" y="206057"/>
                    <a:pt x="141920" y="206058"/>
                  </a:cubicBezTo>
                  <a:cubicBezTo>
                    <a:pt x="143027" y="206058"/>
                    <a:pt x="144134" y="206057"/>
                    <a:pt x="145242" y="206054"/>
                  </a:cubicBezTo>
                  <a:cubicBezTo>
                    <a:pt x="146747" y="206050"/>
                    <a:pt x="148252" y="206052"/>
                    <a:pt x="149757" y="206053"/>
                  </a:cubicBezTo>
                  <a:cubicBezTo>
                    <a:pt x="150602" y="206052"/>
                    <a:pt x="151446" y="206052"/>
                    <a:pt x="152316" y="206051"/>
                  </a:cubicBezTo>
                  <a:cubicBezTo>
                    <a:pt x="154197" y="206143"/>
                    <a:pt x="154197" y="206143"/>
                    <a:pt x="154942" y="206887"/>
                  </a:cubicBezTo>
                  <a:cubicBezTo>
                    <a:pt x="155159" y="211129"/>
                    <a:pt x="155175" y="215372"/>
                    <a:pt x="155202" y="219619"/>
                  </a:cubicBezTo>
                  <a:cubicBezTo>
                    <a:pt x="155214" y="221053"/>
                    <a:pt x="155235" y="222487"/>
                    <a:pt x="155263" y="223920"/>
                  </a:cubicBezTo>
                  <a:cubicBezTo>
                    <a:pt x="155304" y="225978"/>
                    <a:pt x="155320" y="228036"/>
                    <a:pt x="155331" y="230095"/>
                  </a:cubicBezTo>
                  <a:cubicBezTo>
                    <a:pt x="155348" y="230740"/>
                    <a:pt x="155365" y="231384"/>
                    <a:pt x="155382" y="232049"/>
                  </a:cubicBezTo>
                  <a:cubicBezTo>
                    <a:pt x="155376" y="233847"/>
                    <a:pt x="155376" y="233847"/>
                    <a:pt x="154942" y="236652"/>
                  </a:cubicBezTo>
                  <a:cubicBezTo>
                    <a:pt x="151944" y="237710"/>
                    <a:pt x="148715" y="237501"/>
                    <a:pt x="145567" y="237491"/>
                  </a:cubicBezTo>
                  <a:cubicBezTo>
                    <a:pt x="145004" y="237492"/>
                    <a:pt x="144441" y="237493"/>
                    <a:pt x="143860" y="237495"/>
                  </a:cubicBezTo>
                  <a:cubicBezTo>
                    <a:pt x="141976" y="237498"/>
                    <a:pt x="140092" y="237495"/>
                    <a:pt x="138208" y="237493"/>
                  </a:cubicBezTo>
                  <a:cubicBezTo>
                    <a:pt x="136856" y="237494"/>
                    <a:pt x="135504" y="237495"/>
                    <a:pt x="134152" y="237497"/>
                  </a:cubicBezTo>
                  <a:cubicBezTo>
                    <a:pt x="130482" y="237500"/>
                    <a:pt x="126813" y="237499"/>
                    <a:pt x="123143" y="237497"/>
                  </a:cubicBezTo>
                  <a:cubicBezTo>
                    <a:pt x="119304" y="237495"/>
                    <a:pt x="115465" y="237496"/>
                    <a:pt x="111625" y="237498"/>
                  </a:cubicBezTo>
                  <a:cubicBezTo>
                    <a:pt x="105179" y="237499"/>
                    <a:pt x="98733" y="237497"/>
                    <a:pt x="92286" y="237494"/>
                  </a:cubicBezTo>
                  <a:cubicBezTo>
                    <a:pt x="84830" y="237490"/>
                    <a:pt x="77374" y="237491"/>
                    <a:pt x="69918" y="237495"/>
                  </a:cubicBezTo>
                  <a:cubicBezTo>
                    <a:pt x="63519" y="237498"/>
                    <a:pt x="57120" y="237499"/>
                    <a:pt x="50720" y="237497"/>
                  </a:cubicBezTo>
                  <a:cubicBezTo>
                    <a:pt x="46897" y="237496"/>
                    <a:pt x="43074" y="237496"/>
                    <a:pt x="39251" y="237498"/>
                  </a:cubicBezTo>
                  <a:cubicBezTo>
                    <a:pt x="35658" y="237500"/>
                    <a:pt x="32064" y="237499"/>
                    <a:pt x="28471" y="237494"/>
                  </a:cubicBezTo>
                  <a:cubicBezTo>
                    <a:pt x="27151" y="237493"/>
                    <a:pt x="25831" y="237494"/>
                    <a:pt x="24511" y="237495"/>
                  </a:cubicBezTo>
                  <a:cubicBezTo>
                    <a:pt x="22712" y="237497"/>
                    <a:pt x="20913" y="237495"/>
                    <a:pt x="19114" y="237491"/>
                  </a:cubicBezTo>
                  <a:cubicBezTo>
                    <a:pt x="18590" y="237493"/>
                    <a:pt x="18065" y="237494"/>
                    <a:pt x="17525" y="237496"/>
                  </a:cubicBezTo>
                  <a:cubicBezTo>
                    <a:pt x="12432" y="237476"/>
                    <a:pt x="12432" y="237476"/>
                    <a:pt x="10578" y="236652"/>
                  </a:cubicBezTo>
                  <a:cubicBezTo>
                    <a:pt x="10209" y="235052"/>
                    <a:pt x="10209" y="235052"/>
                    <a:pt x="10212" y="232888"/>
                  </a:cubicBezTo>
                  <a:cubicBezTo>
                    <a:pt x="10206" y="232068"/>
                    <a:pt x="10200" y="231247"/>
                    <a:pt x="10194" y="230402"/>
                  </a:cubicBezTo>
                  <a:cubicBezTo>
                    <a:pt x="10203" y="229489"/>
                    <a:pt x="10211" y="228576"/>
                    <a:pt x="10220" y="227636"/>
                  </a:cubicBezTo>
                  <a:cubicBezTo>
                    <a:pt x="10218" y="226675"/>
                    <a:pt x="10215" y="225714"/>
                    <a:pt x="10213" y="224724"/>
                  </a:cubicBezTo>
                  <a:cubicBezTo>
                    <a:pt x="10206" y="222045"/>
                    <a:pt x="10218" y="219365"/>
                    <a:pt x="10233" y="216686"/>
                  </a:cubicBezTo>
                  <a:cubicBezTo>
                    <a:pt x="10246" y="213801"/>
                    <a:pt x="10241" y="210916"/>
                    <a:pt x="10239" y="208032"/>
                  </a:cubicBezTo>
                  <a:cubicBezTo>
                    <a:pt x="10237" y="203029"/>
                    <a:pt x="10247" y="198027"/>
                    <a:pt x="10264" y="193025"/>
                  </a:cubicBezTo>
                  <a:cubicBezTo>
                    <a:pt x="10288" y="185793"/>
                    <a:pt x="10295" y="178561"/>
                    <a:pt x="10299" y="171328"/>
                  </a:cubicBezTo>
                  <a:cubicBezTo>
                    <a:pt x="10306" y="159595"/>
                    <a:pt x="10326" y="147863"/>
                    <a:pt x="10354" y="136130"/>
                  </a:cubicBezTo>
                  <a:cubicBezTo>
                    <a:pt x="10381" y="124730"/>
                    <a:pt x="10402" y="113330"/>
                    <a:pt x="10415" y="101929"/>
                  </a:cubicBezTo>
                  <a:cubicBezTo>
                    <a:pt x="10416" y="101220"/>
                    <a:pt x="10416" y="100511"/>
                    <a:pt x="10417" y="99780"/>
                  </a:cubicBezTo>
                  <a:cubicBezTo>
                    <a:pt x="10423" y="94232"/>
                    <a:pt x="10429" y="88685"/>
                    <a:pt x="10435" y="83138"/>
                  </a:cubicBezTo>
                  <a:cubicBezTo>
                    <a:pt x="10463" y="55927"/>
                    <a:pt x="10523" y="28715"/>
                    <a:pt x="10578" y="1504"/>
                  </a:cubicBezTo>
                  <a:close/>
                </a:path>
              </a:pathLst>
            </a:custGeom>
            <a:grpFill/>
            <a:ln w="744" cap="flat">
              <a:noFill/>
              <a:prstDash val="solid"/>
              <a:miter/>
            </a:ln>
          </p:spPr>
          <p:txBody>
            <a:bodyPr rtlCol="0" anchor="ctr"/>
            <a:lstStyle/>
            <a:p>
              <a:endParaRPr lang="zh-CN" altLang="en-US"/>
            </a:p>
          </p:txBody>
        </p:sp>
        <p:sp>
          <p:nvSpPr>
            <p:cNvPr id="191" name="任意多边形: 形状 190"/>
            <p:cNvSpPr/>
            <p:nvPr/>
          </p:nvSpPr>
          <p:spPr>
            <a:xfrm>
              <a:off x="10528341" y="1392776"/>
              <a:ext cx="150991" cy="236296"/>
            </a:xfrm>
            <a:custGeom>
              <a:avLst/>
              <a:gdLst>
                <a:gd name="connsiteX0" fmla="*/ 20333 w 150992"/>
                <a:gd name="connsiteY0" fmla="*/ 1608 h 236287"/>
                <a:gd name="connsiteX1" fmla="*/ 22238 w 150992"/>
                <a:gd name="connsiteY1" fmla="*/ 1612 h 236287"/>
                <a:gd name="connsiteX2" fmla="*/ 24181 w 150992"/>
                <a:gd name="connsiteY2" fmla="*/ 1610 h 236287"/>
                <a:gd name="connsiteX3" fmla="*/ 28257 w 150992"/>
                <a:gd name="connsiteY3" fmla="*/ 1614 h 236287"/>
                <a:gd name="connsiteX4" fmla="*/ 34519 w 150992"/>
                <a:gd name="connsiteY4" fmla="*/ 1609 h 236287"/>
                <a:gd name="connsiteX5" fmla="*/ 38469 w 150992"/>
                <a:gd name="connsiteY5" fmla="*/ 1612 h 236287"/>
                <a:gd name="connsiteX6" fmla="*/ 40374 w 150992"/>
                <a:gd name="connsiteY6" fmla="*/ 1608 h 236287"/>
                <a:gd name="connsiteX7" fmla="*/ 45609 w 150992"/>
                <a:gd name="connsiteY7" fmla="*/ 2455 h 236287"/>
                <a:gd name="connsiteX8" fmla="*/ 45698 w 150992"/>
                <a:gd name="connsiteY8" fmla="*/ 6133 h 236287"/>
                <a:gd name="connsiteX9" fmla="*/ 45701 w 150992"/>
                <a:gd name="connsiteY9" fmla="*/ 8545 h 236287"/>
                <a:gd name="connsiteX10" fmla="*/ 45693 w 150992"/>
                <a:gd name="connsiteY10" fmla="*/ 11215 h 236287"/>
                <a:gd name="connsiteX11" fmla="*/ 45693 w 150992"/>
                <a:gd name="connsiteY11" fmla="*/ 14009 h 236287"/>
                <a:gd name="connsiteX12" fmla="*/ 45684 w 150992"/>
                <a:gd name="connsiteY12" fmla="*/ 21614 h 236287"/>
                <a:gd name="connsiteX13" fmla="*/ 45678 w 150992"/>
                <a:gd name="connsiteY13" fmla="*/ 29555 h 236287"/>
                <a:gd name="connsiteX14" fmla="*/ 45662 w 150992"/>
                <a:gd name="connsiteY14" fmla="*/ 44600 h 236287"/>
                <a:gd name="connsiteX15" fmla="*/ 45644 w 150992"/>
                <a:gd name="connsiteY15" fmla="*/ 64925 h 236287"/>
                <a:gd name="connsiteX16" fmla="*/ 45609 w 150992"/>
                <a:gd name="connsiteY16" fmla="*/ 96961 h 236287"/>
                <a:gd name="connsiteX17" fmla="*/ 137882 w 150992"/>
                <a:gd name="connsiteY17" fmla="*/ 96961 h 236287"/>
                <a:gd name="connsiteX18" fmla="*/ 135650 w 150992"/>
                <a:gd name="connsiteY18" fmla="*/ 93985 h 236287"/>
                <a:gd name="connsiteX19" fmla="*/ 135461 w 150992"/>
                <a:gd name="connsiteY19" fmla="*/ 90425 h 236287"/>
                <a:gd name="connsiteX20" fmla="*/ 135448 w 150992"/>
                <a:gd name="connsiteY20" fmla="*/ 88092 h 236287"/>
                <a:gd name="connsiteX21" fmla="*/ 135457 w 150992"/>
                <a:gd name="connsiteY21" fmla="*/ 85510 h 236287"/>
                <a:gd name="connsiteX22" fmla="*/ 135449 w 150992"/>
                <a:gd name="connsiteY22" fmla="*/ 82808 h 236287"/>
                <a:gd name="connsiteX23" fmla="*/ 135450 w 150992"/>
                <a:gd name="connsiteY23" fmla="*/ 75451 h 236287"/>
                <a:gd name="connsiteX24" fmla="*/ 135448 w 150992"/>
                <a:gd name="connsiteY24" fmla="*/ 67768 h 236287"/>
                <a:gd name="connsiteX25" fmla="*/ 135456 w 150992"/>
                <a:gd name="connsiteY25" fmla="*/ 54864 h 236287"/>
                <a:gd name="connsiteX26" fmla="*/ 135453 w 150992"/>
                <a:gd name="connsiteY26" fmla="*/ 39924 h 236287"/>
                <a:gd name="connsiteX27" fmla="*/ 135449 w 150992"/>
                <a:gd name="connsiteY27" fmla="*/ 27120 h 236287"/>
                <a:gd name="connsiteX28" fmla="*/ 135447 w 150992"/>
                <a:gd name="connsiteY28" fmla="*/ 19462 h 236287"/>
                <a:gd name="connsiteX29" fmla="*/ 135457 w 150992"/>
                <a:gd name="connsiteY29" fmla="*/ 10930 h 236287"/>
                <a:gd name="connsiteX30" fmla="*/ 135448 w 150992"/>
                <a:gd name="connsiteY30" fmla="*/ 8348 h 236287"/>
                <a:gd name="connsiteX31" fmla="*/ 135461 w 150992"/>
                <a:gd name="connsiteY31" fmla="*/ 6015 h 236287"/>
                <a:gd name="connsiteX32" fmla="*/ 135462 w 150992"/>
                <a:gd name="connsiteY32" fmla="*/ 3974 h 236287"/>
                <a:gd name="connsiteX33" fmla="*/ 135650 w 150992"/>
                <a:gd name="connsiteY33" fmla="*/ 2455 h 236287"/>
                <a:gd name="connsiteX34" fmla="*/ 143469 w 150992"/>
                <a:gd name="connsiteY34" fmla="*/ 1639 h 236287"/>
                <a:gd name="connsiteX35" fmla="*/ 145364 w 150992"/>
                <a:gd name="connsiteY35" fmla="*/ 1642 h 236287"/>
                <a:gd name="connsiteX36" fmla="*/ 151370 w 150992"/>
                <a:gd name="connsiteY36" fmla="*/ 1665 h 236287"/>
                <a:gd name="connsiteX37" fmla="*/ 155436 w 150992"/>
                <a:gd name="connsiteY37" fmla="*/ 1675 h 236287"/>
                <a:gd name="connsiteX38" fmla="*/ 165415 w 150992"/>
                <a:gd name="connsiteY38" fmla="*/ 1711 h 236287"/>
                <a:gd name="connsiteX39" fmla="*/ 165491 w 150992"/>
                <a:gd name="connsiteY39" fmla="*/ 91543 h 236287"/>
                <a:gd name="connsiteX40" fmla="*/ 165497 w 150992"/>
                <a:gd name="connsiteY40" fmla="*/ 102137 h 236287"/>
                <a:gd name="connsiteX41" fmla="*/ 165498 w 150992"/>
                <a:gd name="connsiteY41" fmla="*/ 104267 h 236287"/>
                <a:gd name="connsiteX42" fmla="*/ 165530 w 150992"/>
                <a:gd name="connsiteY42" fmla="*/ 138464 h 236287"/>
                <a:gd name="connsiteX43" fmla="*/ 165555 w 150992"/>
                <a:gd name="connsiteY43" fmla="*/ 173527 h 236287"/>
                <a:gd name="connsiteX44" fmla="*/ 165576 w 150992"/>
                <a:gd name="connsiteY44" fmla="*/ 195180 h 236287"/>
                <a:gd name="connsiteX45" fmla="*/ 165584 w 150992"/>
                <a:gd name="connsiteY45" fmla="*/ 210008 h 236287"/>
                <a:gd name="connsiteX46" fmla="*/ 165593 w 150992"/>
                <a:gd name="connsiteY46" fmla="*/ 218576 h 236287"/>
                <a:gd name="connsiteX47" fmla="*/ 165594 w 150992"/>
                <a:gd name="connsiteY47" fmla="*/ 227843 h 236287"/>
                <a:gd name="connsiteX48" fmla="*/ 165607 w 150992"/>
                <a:gd name="connsiteY48" fmla="*/ 230609 h 236287"/>
                <a:gd name="connsiteX49" fmla="*/ 165598 w 150992"/>
                <a:gd name="connsiteY49" fmla="*/ 233096 h 236287"/>
                <a:gd name="connsiteX50" fmla="*/ 165600 w 150992"/>
                <a:gd name="connsiteY50" fmla="*/ 235259 h 236287"/>
                <a:gd name="connsiteX51" fmla="*/ 165415 w 150992"/>
                <a:gd name="connsiteY51" fmla="*/ 236860 h 236287"/>
                <a:gd name="connsiteX52" fmla="*/ 158541 w 150992"/>
                <a:gd name="connsiteY52" fmla="*/ 237729 h 236287"/>
                <a:gd name="connsiteX53" fmla="*/ 156922 w 150992"/>
                <a:gd name="connsiteY53" fmla="*/ 237736 h 236287"/>
                <a:gd name="connsiteX54" fmla="*/ 153527 w 150992"/>
                <a:gd name="connsiteY54" fmla="*/ 237742 h 236287"/>
                <a:gd name="connsiteX55" fmla="*/ 148354 w 150992"/>
                <a:gd name="connsiteY55" fmla="*/ 237771 h 236287"/>
                <a:gd name="connsiteX56" fmla="*/ 145053 w 150992"/>
                <a:gd name="connsiteY56" fmla="*/ 237775 h 236287"/>
                <a:gd name="connsiteX57" fmla="*/ 143498 w 150992"/>
                <a:gd name="connsiteY57" fmla="*/ 237791 h 236287"/>
                <a:gd name="connsiteX58" fmla="*/ 135650 w 150992"/>
                <a:gd name="connsiteY58" fmla="*/ 236115 h 236287"/>
                <a:gd name="connsiteX59" fmla="*/ 135192 w 150992"/>
                <a:gd name="connsiteY59" fmla="*/ 231958 h 236287"/>
                <a:gd name="connsiteX60" fmla="*/ 135170 w 150992"/>
                <a:gd name="connsiteY60" fmla="*/ 229280 h 236287"/>
                <a:gd name="connsiteX61" fmla="*/ 135204 w 150992"/>
                <a:gd name="connsiteY61" fmla="*/ 226327 h 236287"/>
                <a:gd name="connsiteX62" fmla="*/ 135195 w 150992"/>
                <a:gd name="connsiteY62" fmla="*/ 223228 h 236287"/>
                <a:gd name="connsiteX63" fmla="*/ 135223 w 150992"/>
                <a:gd name="connsiteY63" fmla="*/ 214802 h 236287"/>
                <a:gd name="connsiteX64" fmla="*/ 135239 w 150992"/>
                <a:gd name="connsiteY64" fmla="*/ 205999 h 236287"/>
                <a:gd name="connsiteX65" fmla="*/ 135287 w 150992"/>
                <a:gd name="connsiteY65" fmla="*/ 191216 h 236287"/>
                <a:gd name="connsiteX66" fmla="*/ 135334 w 150992"/>
                <a:gd name="connsiteY66" fmla="*/ 174101 h 236287"/>
                <a:gd name="connsiteX67" fmla="*/ 135369 w 150992"/>
                <a:gd name="connsiteY67" fmla="*/ 155912 h 236287"/>
                <a:gd name="connsiteX68" fmla="*/ 135378 w 150992"/>
                <a:gd name="connsiteY68" fmla="*/ 150656 h 236287"/>
                <a:gd name="connsiteX69" fmla="*/ 135413 w 150992"/>
                <a:gd name="connsiteY69" fmla="*/ 142413 h 236287"/>
                <a:gd name="connsiteX70" fmla="*/ 135423 w 150992"/>
                <a:gd name="connsiteY70" fmla="*/ 137926 h 236287"/>
                <a:gd name="connsiteX71" fmla="*/ 135446 w 150992"/>
                <a:gd name="connsiteY71" fmla="*/ 135254 h 236287"/>
                <a:gd name="connsiteX72" fmla="*/ 135456 w 150992"/>
                <a:gd name="connsiteY72" fmla="*/ 132918 h 236287"/>
                <a:gd name="connsiteX73" fmla="*/ 135650 w 150992"/>
                <a:gd name="connsiteY73" fmla="*/ 131192 h 236287"/>
                <a:gd name="connsiteX74" fmla="*/ 137138 w 150992"/>
                <a:gd name="connsiteY74" fmla="*/ 130448 h 236287"/>
                <a:gd name="connsiteX75" fmla="*/ 137882 w 150992"/>
                <a:gd name="connsiteY75" fmla="*/ 128215 h 236287"/>
                <a:gd name="connsiteX76" fmla="*/ 45609 w 150992"/>
                <a:gd name="connsiteY76" fmla="*/ 128215 h 236287"/>
                <a:gd name="connsiteX77" fmla="*/ 45687 w 150992"/>
                <a:gd name="connsiteY77" fmla="*/ 151955 h 236287"/>
                <a:gd name="connsiteX78" fmla="*/ 45718 w 150992"/>
                <a:gd name="connsiteY78" fmla="*/ 166799 h 236287"/>
                <a:gd name="connsiteX79" fmla="*/ 45777 w 150992"/>
                <a:gd name="connsiteY79" fmla="*/ 190386 h 236287"/>
                <a:gd name="connsiteX80" fmla="*/ 45819 w 150992"/>
                <a:gd name="connsiteY80" fmla="*/ 207561 h 236287"/>
                <a:gd name="connsiteX81" fmla="*/ 45845 w 150992"/>
                <a:gd name="connsiteY81" fmla="*/ 216660 h 236287"/>
                <a:gd name="connsiteX82" fmla="*/ 45861 w 150992"/>
                <a:gd name="connsiteY82" fmla="*/ 225216 h 236287"/>
                <a:gd name="connsiteX83" fmla="*/ 45875 w 150992"/>
                <a:gd name="connsiteY83" fmla="*/ 228365 h 236287"/>
                <a:gd name="connsiteX84" fmla="*/ 45877 w 150992"/>
                <a:gd name="connsiteY84" fmla="*/ 232646 h 236287"/>
                <a:gd name="connsiteX85" fmla="*/ 45883 w 150992"/>
                <a:gd name="connsiteY85" fmla="*/ 235071 h 236287"/>
                <a:gd name="connsiteX86" fmla="*/ 45609 w 150992"/>
                <a:gd name="connsiteY86" fmla="*/ 236860 h 236287"/>
                <a:gd name="connsiteX87" fmla="*/ 37917 w 150992"/>
                <a:gd name="connsiteY87" fmla="*/ 237703 h 236287"/>
                <a:gd name="connsiteX88" fmla="*/ 36302 w 150992"/>
                <a:gd name="connsiteY88" fmla="*/ 237705 h 236287"/>
                <a:gd name="connsiteX89" fmla="*/ 32920 w 150992"/>
                <a:gd name="connsiteY89" fmla="*/ 237701 h 236287"/>
                <a:gd name="connsiteX90" fmla="*/ 27767 w 150992"/>
                <a:gd name="connsiteY90" fmla="*/ 237706 h 236287"/>
                <a:gd name="connsiteX91" fmla="*/ 24476 w 150992"/>
                <a:gd name="connsiteY91" fmla="*/ 237703 h 236287"/>
                <a:gd name="connsiteX92" fmla="*/ 22928 w 150992"/>
                <a:gd name="connsiteY92" fmla="*/ 237707 h 236287"/>
                <a:gd name="connsiteX93" fmla="*/ 15099 w 150992"/>
                <a:gd name="connsiteY93" fmla="*/ 236860 h 236287"/>
                <a:gd name="connsiteX94" fmla="*/ 14639 w 150992"/>
                <a:gd name="connsiteY94" fmla="*/ 233109 h 236287"/>
                <a:gd name="connsiteX95" fmla="*/ 14615 w 150992"/>
                <a:gd name="connsiteY95" fmla="*/ 230632 h 236287"/>
                <a:gd name="connsiteX96" fmla="*/ 14646 w 150992"/>
                <a:gd name="connsiteY96" fmla="*/ 227876 h 236287"/>
                <a:gd name="connsiteX97" fmla="*/ 14635 w 150992"/>
                <a:gd name="connsiteY97" fmla="*/ 224975 h 236287"/>
                <a:gd name="connsiteX98" fmla="*/ 14656 w 150992"/>
                <a:gd name="connsiteY98" fmla="*/ 216967 h 236287"/>
                <a:gd name="connsiteX99" fmla="*/ 14659 w 150992"/>
                <a:gd name="connsiteY99" fmla="*/ 208345 h 236287"/>
                <a:gd name="connsiteX100" fmla="*/ 14690 w 150992"/>
                <a:gd name="connsiteY100" fmla="*/ 191439 h 236287"/>
                <a:gd name="connsiteX101" fmla="*/ 14719 w 150992"/>
                <a:gd name="connsiteY101" fmla="*/ 171773 h 236287"/>
                <a:gd name="connsiteX102" fmla="*/ 14777 w 150992"/>
                <a:gd name="connsiteY102" fmla="*/ 136696 h 236287"/>
                <a:gd name="connsiteX103" fmla="*/ 14838 w 150992"/>
                <a:gd name="connsiteY103" fmla="*/ 102619 h 236287"/>
                <a:gd name="connsiteX104" fmla="*/ 14840 w 150992"/>
                <a:gd name="connsiteY104" fmla="*/ 100499 h 236287"/>
                <a:gd name="connsiteX105" fmla="*/ 14846 w 150992"/>
                <a:gd name="connsiteY105" fmla="*/ 92065 h 236287"/>
                <a:gd name="connsiteX106" fmla="*/ 14892 w 150992"/>
                <a:gd name="connsiteY106" fmla="*/ 55735 h 236287"/>
                <a:gd name="connsiteX107" fmla="*/ 14901 w 150992"/>
                <a:gd name="connsiteY107" fmla="*/ 49839 h 236287"/>
                <a:gd name="connsiteX108" fmla="*/ 14942 w 150992"/>
                <a:gd name="connsiteY108" fmla="*/ 29208 h 236287"/>
                <a:gd name="connsiteX109" fmla="*/ 14960 w 150992"/>
                <a:gd name="connsiteY109" fmla="*/ 20671 h 236287"/>
                <a:gd name="connsiteX110" fmla="*/ 14984 w 150992"/>
                <a:gd name="connsiteY110" fmla="*/ 11439 h 236287"/>
                <a:gd name="connsiteX111" fmla="*/ 14985 w 150992"/>
                <a:gd name="connsiteY111" fmla="*/ 8683 h 236287"/>
                <a:gd name="connsiteX112" fmla="*/ 14997 w 150992"/>
                <a:gd name="connsiteY112" fmla="*/ 6206 h 236287"/>
                <a:gd name="connsiteX113" fmla="*/ 15002 w 150992"/>
                <a:gd name="connsiteY113" fmla="*/ 4050 h 236287"/>
                <a:gd name="connsiteX114" fmla="*/ 20333 w 150992"/>
                <a:gd name="connsiteY114" fmla="*/ 1608 h 23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50992" h="236287">
                  <a:moveTo>
                    <a:pt x="20333" y="1608"/>
                  </a:moveTo>
                  <a:cubicBezTo>
                    <a:pt x="20962" y="1609"/>
                    <a:pt x="21590" y="1611"/>
                    <a:pt x="22238" y="1612"/>
                  </a:cubicBezTo>
                  <a:cubicBezTo>
                    <a:pt x="22879" y="1612"/>
                    <a:pt x="23521" y="1611"/>
                    <a:pt x="24181" y="1610"/>
                  </a:cubicBezTo>
                  <a:cubicBezTo>
                    <a:pt x="25540" y="1610"/>
                    <a:pt x="26899" y="1611"/>
                    <a:pt x="28257" y="1614"/>
                  </a:cubicBezTo>
                  <a:cubicBezTo>
                    <a:pt x="30345" y="1618"/>
                    <a:pt x="32432" y="1614"/>
                    <a:pt x="34519" y="1609"/>
                  </a:cubicBezTo>
                  <a:cubicBezTo>
                    <a:pt x="35836" y="1610"/>
                    <a:pt x="37153" y="1611"/>
                    <a:pt x="38469" y="1612"/>
                  </a:cubicBezTo>
                  <a:cubicBezTo>
                    <a:pt x="39098" y="1611"/>
                    <a:pt x="39727" y="1609"/>
                    <a:pt x="40374" y="1608"/>
                  </a:cubicBezTo>
                  <a:cubicBezTo>
                    <a:pt x="44779" y="1626"/>
                    <a:pt x="44779" y="1626"/>
                    <a:pt x="45609" y="2455"/>
                  </a:cubicBezTo>
                  <a:cubicBezTo>
                    <a:pt x="45680" y="3679"/>
                    <a:pt x="45699" y="4907"/>
                    <a:pt x="45698" y="6133"/>
                  </a:cubicBezTo>
                  <a:cubicBezTo>
                    <a:pt x="45699" y="6929"/>
                    <a:pt x="45700" y="7725"/>
                    <a:pt x="45701" y="8545"/>
                  </a:cubicBezTo>
                  <a:cubicBezTo>
                    <a:pt x="45697" y="9867"/>
                    <a:pt x="45697" y="9867"/>
                    <a:pt x="45693" y="11215"/>
                  </a:cubicBezTo>
                  <a:cubicBezTo>
                    <a:pt x="45693" y="12137"/>
                    <a:pt x="45693" y="13059"/>
                    <a:pt x="45693" y="14009"/>
                  </a:cubicBezTo>
                  <a:cubicBezTo>
                    <a:pt x="45693" y="16544"/>
                    <a:pt x="45689" y="19079"/>
                    <a:pt x="45684" y="21614"/>
                  </a:cubicBezTo>
                  <a:cubicBezTo>
                    <a:pt x="45679" y="24261"/>
                    <a:pt x="45679" y="26908"/>
                    <a:pt x="45678" y="29555"/>
                  </a:cubicBezTo>
                  <a:cubicBezTo>
                    <a:pt x="45676" y="34570"/>
                    <a:pt x="45670" y="39585"/>
                    <a:pt x="45662" y="44600"/>
                  </a:cubicBezTo>
                  <a:cubicBezTo>
                    <a:pt x="45652" y="51375"/>
                    <a:pt x="45648" y="58150"/>
                    <a:pt x="45644" y="64925"/>
                  </a:cubicBezTo>
                  <a:cubicBezTo>
                    <a:pt x="45637" y="75603"/>
                    <a:pt x="45622" y="86282"/>
                    <a:pt x="45609" y="96961"/>
                  </a:cubicBezTo>
                  <a:cubicBezTo>
                    <a:pt x="76059" y="96961"/>
                    <a:pt x="106509" y="96961"/>
                    <a:pt x="137882" y="96961"/>
                  </a:cubicBezTo>
                  <a:cubicBezTo>
                    <a:pt x="137401" y="94641"/>
                    <a:pt x="137401" y="94641"/>
                    <a:pt x="135650" y="93985"/>
                  </a:cubicBezTo>
                  <a:cubicBezTo>
                    <a:pt x="135462" y="92466"/>
                    <a:pt x="135462" y="92466"/>
                    <a:pt x="135461" y="90425"/>
                  </a:cubicBezTo>
                  <a:cubicBezTo>
                    <a:pt x="135454" y="89270"/>
                    <a:pt x="135454" y="89270"/>
                    <a:pt x="135448" y="88092"/>
                  </a:cubicBezTo>
                  <a:cubicBezTo>
                    <a:pt x="135452" y="86814"/>
                    <a:pt x="135452" y="86814"/>
                    <a:pt x="135457" y="85510"/>
                  </a:cubicBezTo>
                  <a:cubicBezTo>
                    <a:pt x="135453" y="84172"/>
                    <a:pt x="135453" y="84172"/>
                    <a:pt x="135449" y="82808"/>
                  </a:cubicBezTo>
                  <a:cubicBezTo>
                    <a:pt x="135444" y="80356"/>
                    <a:pt x="135445" y="77904"/>
                    <a:pt x="135450" y="75451"/>
                  </a:cubicBezTo>
                  <a:cubicBezTo>
                    <a:pt x="135453" y="72890"/>
                    <a:pt x="135450" y="70329"/>
                    <a:pt x="135448" y="67768"/>
                  </a:cubicBezTo>
                  <a:cubicBezTo>
                    <a:pt x="135445" y="63467"/>
                    <a:pt x="135448" y="59165"/>
                    <a:pt x="135456" y="54864"/>
                  </a:cubicBezTo>
                  <a:cubicBezTo>
                    <a:pt x="135464" y="49884"/>
                    <a:pt x="135461" y="44904"/>
                    <a:pt x="135453" y="39924"/>
                  </a:cubicBezTo>
                  <a:cubicBezTo>
                    <a:pt x="135446" y="35656"/>
                    <a:pt x="135445" y="31388"/>
                    <a:pt x="135449" y="27120"/>
                  </a:cubicBezTo>
                  <a:cubicBezTo>
                    <a:pt x="135451" y="24567"/>
                    <a:pt x="135452" y="22015"/>
                    <a:pt x="135447" y="19462"/>
                  </a:cubicBezTo>
                  <a:cubicBezTo>
                    <a:pt x="135442" y="16618"/>
                    <a:pt x="135449" y="13774"/>
                    <a:pt x="135457" y="10930"/>
                  </a:cubicBezTo>
                  <a:cubicBezTo>
                    <a:pt x="135454" y="10078"/>
                    <a:pt x="135451" y="9226"/>
                    <a:pt x="135448" y="8348"/>
                  </a:cubicBezTo>
                  <a:cubicBezTo>
                    <a:pt x="135452" y="7578"/>
                    <a:pt x="135456" y="6808"/>
                    <a:pt x="135461" y="6015"/>
                  </a:cubicBezTo>
                  <a:cubicBezTo>
                    <a:pt x="135461" y="5005"/>
                    <a:pt x="135461" y="5005"/>
                    <a:pt x="135462" y="3974"/>
                  </a:cubicBezTo>
                  <a:cubicBezTo>
                    <a:pt x="135524" y="3473"/>
                    <a:pt x="135586" y="2972"/>
                    <a:pt x="135650" y="2455"/>
                  </a:cubicBezTo>
                  <a:cubicBezTo>
                    <a:pt x="138090" y="1235"/>
                    <a:pt x="140789" y="1622"/>
                    <a:pt x="143469" y="1639"/>
                  </a:cubicBezTo>
                  <a:cubicBezTo>
                    <a:pt x="144094" y="1640"/>
                    <a:pt x="144720" y="1641"/>
                    <a:pt x="145364" y="1642"/>
                  </a:cubicBezTo>
                  <a:cubicBezTo>
                    <a:pt x="147366" y="1646"/>
                    <a:pt x="149368" y="1655"/>
                    <a:pt x="151370" y="1665"/>
                  </a:cubicBezTo>
                  <a:cubicBezTo>
                    <a:pt x="152725" y="1668"/>
                    <a:pt x="154081" y="1672"/>
                    <a:pt x="155436" y="1675"/>
                  </a:cubicBezTo>
                  <a:cubicBezTo>
                    <a:pt x="158763" y="1683"/>
                    <a:pt x="162089" y="1696"/>
                    <a:pt x="165415" y="1711"/>
                  </a:cubicBezTo>
                  <a:cubicBezTo>
                    <a:pt x="165449" y="31655"/>
                    <a:pt x="165475" y="61599"/>
                    <a:pt x="165491" y="91543"/>
                  </a:cubicBezTo>
                  <a:cubicBezTo>
                    <a:pt x="165493" y="95074"/>
                    <a:pt x="165495" y="98605"/>
                    <a:pt x="165497" y="102137"/>
                  </a:cubicBezTo>
                  <a:cubicBezTo>
                    <a:pt x="165497" y="102840"/>
                    <a:pt x="165498" y="103543"/>
                    <a:pt x="165498" y="104267"/>
                  </a:cubicBezTo>
                  <a:cubicBezTo>
                    <a:pt x="165505" y="115666"/>
                    <a:pt x="165516" y="127065"/>
                    <a:pt x="165530" y="138464"/>
                  </a:cubicBezTo>
                  <a:cubicBezTo>
                    <a:pt x="165544" y="150152"/>
                    <a:pt x="165552" y="161839"/>
                    <a:pt x="165555" y="173527"/>
                  </a:cubicBezTo>
                  <a:cubicBezTo>
                    <a:pt x="165557" y="180745"/>
                    <a:pt x="165564" y="187963"/>
                    <a:pt x="165576" y="195180"/>
                  </a:cubicBezTo>
                  <a:cubicBezTo>
                    <a:pt x="165584" y="200123"/>
                    <a:pt x="165586" y="205066"/>
                    <a:pt x="165584" y="210008"/>
                  </a:cubicBezTo>
                  <a:cubicBezTo>
                    <a:pt x="165583" y="212864"/>
                    <a:pt x="165585" y="215720"/>
                    <a:pt x="165593" y="218576"/>
                  </a:cubicBezTo>
                  <a:cubicBezTo>
                    <a:pt x="165601" y="221665"/>
                    <a:pt x="165598" y="224754"/>
                    <a:pt x="165594" y="227843"/>
                  </a:cubicBezTo>
                  <a:cubicBezTo>
                    <a:pt x="165599" y="228756"/>
                    <a:pt x="165603" y="229669"/>
                    <a:pt x="165607" y="230609"/>
                  </a:cubicBezTo>
                  <a:cubicBezTo>
                    <a:pt x="165604" y="231430"/>
                    <a:pt x="165601" y="232250"/>
                    <a:pt x="165598" y="233096"/>
                  </a:cubicBezTo>
                  <a:cubicBezTo>
                    <a:pt x="165599" y="233810"/>
                    <a:pt x="165599" y="234524"/>
                    <a:pt x="165600" y="235259"/>
                  </a:cubicBezTo>
                  <a:cubicBezTo>
                    <a:pt x="165539" y="235787"/>
                    <a:pt x="165478" y="236316"/>
                    <a:pt x="165415" y="236860"/>
                  </a:cubicBezTo>
                  <a:cubicBezTo>
                    <a:pt x="163209" y="237963"/>
                    <a:pt x="160960" y="237725"/>
                    <a:pt x="158541" y="237729"/>
                  </a:cubicBezTo>
                  <a:cubicBezTo>
                    <a:pt x="158006" y="237731"/>
                    <a:pt x="157472" y="237734"/>
                    <a:pt x="156922" y="237736"/>
                  </a:cubicBezTo>
                  <a:cubicBezTo>
                    <a:pt x="155790" y="237740"/>
                    <a:pt x="154659" y="237742"/>
                    <a:pt x="153527" y="237742"/>
                  </a:cubicBezTo>
                  <a:cubicBezTo>
                    <a:pt x="151803" y="237743"/>
                    <a:pt x="150078" y="237757"/>
                    <a:pt x="148354" y="237771"/>
                  </a:cubicBezTo>
                  <a:cubicBezTo>
                    <a:pt x="147254" y="237773"/>
                    <a:pt x="146153" y="237775"/>
                    <a:pt x="145053" y="237775"/>
                  </a:cubicBezTo>
                  <a:cubicBezTo>
                    <a:pt x="144540" y="237781"/>
                    <a:pt x="144027" y="237786"/>
                    <a:pt x="143498" y="237791"/>
                  </a:cubicBezTo>
                  <a:cubicBezTo>
                    <a:pt x="140542" y="237778"/>
                    <a:pt x="138228" y="237601"/>
                    <a:pt x="135650" y="236115"/>
                  </a:cubicBezTo>
                  <a:cubicBezTo>
                    <a:pt x="135188" y="234296"/>
                    <a:pt x="135188" y="234296"/>
                    <a:pt x="135192" y="231958"/>
                  </a:cubicBezTo>
                  <a:cubicBezTo>
                    <a:pt x="135185" y="231074"/>
                    <a:pt x="135178" y="230191"/>
                    <a:pt x="135170" y="229280"/>
                  </a:cubicBezTo>
                  <a:cubicBezTo>
                    <a:pt x="135181" y="228305"/>
                    <a:pt x="135192" y="227331"/>
                    <a:pt x="135204" y="226327"/>
                  </a:cubicBezTo>
                  <a:cubicBezTo>
                    <a:pt x="135202" y="225294"/>
                    <a:pt x="135199" y="224261"/>
                    <a:pt x="135195" y="223228"/>
                  </a:cubicBezTo>
                  <a:cubicBezTo>
                    <a:pt x="135187" y="220419"/>
                    <a:pt x="135203" y="217611"/>
                    <a:pt x="135223" y="214802"/>
                  </a:cubicBezTo>
                  <a:cubicBezTo>
                    <a:pt x="135241" y="211868"/>
                    <a:pt x="135239" y="208933"/>
                    <a:pt x="135239" y="205999"/>
                  </a:cubicBezTo>
                  <a:cubicBezTo>
                    <a:pt x="135243" y="201071"/>
                    <a:pt x="135260" y="196143"/>
                    <a:pt x="135287" y="191216"/>
                  </a:cubicBezTo>
                  <a:cubicBezTo>
                    <a:pt x="135318" y="185511"/>
                    <a:pt x="135331" y="179806"/>
                    <a:pt x="135334" y="174101"/>
                  </a:cubicBezTo>
                  <a:cubicBezTo>
                    <a:pt x="135336" y="168038"/>
                    <a:pt x="135350" y="161975"/>
                    <a:pt x="135369" y="155912"/>
                  </a:cubicBezTo>
                  <a:cubicBezTo>
                    <a:pt x="135373" y="154160"/>
                    <a:pt x="135376" y="152408"/>
                    <a:pt x="135378" y="150656"/>
                  </a:cubicBezTo>
                  <a:cubicBezTo>
                    <a:pt x="135383" y="147908"/>
                    <a:pt x="135395" y="145161"/>
                    <a:pt x="135413" y="142413"/>
                  </a:cubicBezTo>
                  <a:cubicBezTo>
                    <a:pt x="135421" y="140917"/>
                    <a:pt x="135422" y="139422"/>
                    <a:pt x="135423" y="137926"/>
                  </a:cubicBezTo>
                  <a:cubicBezTo>
                    <a:pt x="135434" y="136604"/>
                    <a:pt x="135434" y="136604"/>
                    <a:pt x="135446" y="135254"/>
                  </a:cubicBezTo>
                  <a:cubicBezTo>
                    <a:pt x="135449" y="134483"/>
                    <a:pt x="135452" y="133712"/>
                    <a:pt x="135456" y="132918"/>
                  </a:cubicBezTo>
                  <a:cubicBezTo>
                    <a:pt x="135552" y="132063"/>
                    <a:pt x="135552" y="132063"/>
                    <a:pt x="135650" y="131192"/>
                  </a:cubicBezTo>
                  <a:cubicBezTo>
                    <a:pt x="136141" y="130946"/>
                    <a:pt x="136632" y="130701"/>
                    <a:pt x="137138" y="130448"/>
                  </a:cubicBezTo>
                  <a:cubicBezTo>
                    <a:pt x="137383" y="129711"/>
                    <a:pt x="137629" y="128974"/>
                    <a:pt x="137882" y="128215"/>
                  </a:cubicBezTo>
                  <a:cubicBezTo>
                    <a:pt x="107432" y="128215"/>
                    <a:pt x="76982" y="128215"/>
                    <a:pt x="45609" y="128215"/>
                  </a:cubicBezTo>
                  <a:cubicBezTo>
                    <a:pt x="45634" y="136049"/>
                    <a:pt x="45660" y="143883"/>
                    <a:pt x="45687" y="151955"/>
                  </a:cubicBezTo>
                  <a:cubicBezTo>
                    <a:pt x="45698" y="156903"/>
                    <a:pt x="45709" y="161851"/>
                    <a:pt x="45718" y="166799"/>
                  </a:cubicBezTo>
                  <a:cubicBezTo>
                    <a:pt x="45731" y="174661"/>
                    <a:pt x="45746" y="182523"/>
                    <a:pt x="45777" y="190386"/>
                  </a:cubicBezTo>
                  <a:cubicBezTo>
                    <a:pt x="45799" y="196111"/>
                    <a:pt x="45814" y="201836"/>
                    <a:pt x="45819" y="207561"/>
                  </a:cubicBezTo>
                  <a:cubicBezTo>
                    <a:pt x="45822" y="210594"/>
                    <a:pt x="45828" y="213627"/>
                    <a:pt x="45845" y="216660"/>
                  </a:cubicBezTo>
                  <a:cubicBezTo>
                    <a:pt x="45860" y="219512"/>
                    <a:pt x="45864" y="222364"/>
                    <a:pt x="45861" y="225216"/>
                  </a:cubicBezTo>
                  <a:cubicBezTo>
                    <a:pt x="45862" y="226265"/>
                    <a:pt x="45866" y="227315"/>
                    <a:pt x="45875" y="228365"/>
                  </a:cubicBezTo>
                  <a:cubicBezTo>
                    <a:pt x="45886" y="229791"/>
                    <a:pt x="45882" y="231219"/>
                    <a:pt x="45877" y="232646"/>
                  </a:cubicBezTo>
                  <a:cubicBezTo>
                    <a:pt x="45879" y="233446"/>
                    <a:pt x="45881" y="234247"/>
                    <a:pt x="45883" y="235071"/>
                  </a:cubicBezTo>
                  <a:cubicBezTo>
                    <a:pt x="45793" y="235661"/>
                    <a:pt x="45702" y="236252"/>
                    <a:pt x="45609" y="236860"/>
                  </a:cubicBezTo>
                  <a:cubicBezTo>
                    <a:pt x="42994" y="237731"/>
                    <a:pt x="40637" y="237711"/>
                    <a:pt x="37917" y="237703"/>
                  </a:cubicBezTo>
                  <a:cubicBezTo>
                    <a:pt x="37384" y="237703"/>
                    <a:pt x="36851" y="237704"/>
                    <a:pt x="36302" y="237705"/>
                  </a:cubicBezTo>
                  <a:cubicBezTo>
                    <a:pt x="35175" y="237705"/>
                    <a:pt x="34047" y="237704"/>
                    <a:pt x="32920" y="237701"/>
                  </a:cubicBezTo>
                  <a:cubicBezTo>
                    <a:pt x="31202" y="237697"/>
                    <a:pt x="29485" y="237701"/>
                    <a:pt x="27767" y="237706"/>
                  </a:cubicBezTo>
                  <a:cubicBezTo>
                    <a:pt x="26670" y="237705"/>
                    <a:pt x="25573" y="237704"/>
                    <a:pt x="24476" y="237703"/>
                  </a:cubicBezTo>
                  <a:cubicBezTo>
                    <a:pt x="23710" y="237705"/>
                    <a:pt x="23710" y="237705"/>
                    <a:pt x="22928" y="237707"/>
                  </a:cubicBezTo>
                  <a:cubicBezTo>
                    <a:pt x="17456" y="237681"/>
                    <a:pt x="17456" y="237681"/>
                    <a:pt x="15099" y="236860"/>
                  </a:cubicBezTo>
                  <a:cubicBezTo>
                    <a:pt x="14636" y="235265"/>
                    <a:pt x="14636" y="235265"/>
                    <a:pt x="14639" y="233109"/>
                  </a:cubicBezTo>
                  <a:cubicBezTo>
                    <a:pt x="14631" y="232292"/>
                    <a:pt x="14623" y="231474"/>
                    <a:pt x="14615" y="230632"/>
                  </a:cubicBezTo>
                  <a:cubicBezTo>
                    <a:pt x="14625" y="229723"/>
                    <a:pt x="14636" y="228813"/>
                    <a:pt x="14646" y="227876"/>
                  </a:cubicBezTo>
                  <a:cubicBezTo>
                    <a:pt x="14643" y="226919"/>
                    <a:pt x="14639" y="225962"/>
                    <a:pt x="14635" y="224975"/>
                  </a:cubicBezTo>
                  <a:cubicBezTo>
                    <a:pt x="14625" y="222306"/>
                    <a:pt x="14639" y="219637"/>
                    <a:pt x="14656" y="216967"/>
                  </a:cubicBezTo>
                  <a:cubicBezTo>
                    <a:pt x="14671" y="214093"/>
                    <a:pt x="14664" y="211219"/>
                    <a:pt x="14659" y="208345"/>
                  </a:cubicBezTo>
                  <a:cubicBezTo>
                    <a:pt x="14654" y="202709"/>
                    <a:pt x="14669" y="197074"/>
                    <a:pt x="14690" y="191439"/>
                  </a:cubicBezTo>
                  <a:cubicBezTo>
                    <a:pt x="14714" y="184883"/>
                    <a:pt x="14717" y="178328"/>
                    <a:pt x="14719" y="171773"/>
                  </a:cubicBezTo>
                  <a:cubicBezTo>
                    <a:pt x="14724" y="160081"/>
                    <a:pt x="14745" y="148388"/>
                    <a:pt x="14777" y="136696"/>
                  </a:cubicBezTo>
                  <a:cubicBezTo>
                    <a:pt x="14808" y="125337"/>
                    <a:pt x="14829" y="113978"/>
                    <a:pt x="14838" y="102619"/>
                  </a:cubicBezTo>
                  <a:cubicBezTo>
                    <a:pt x="14839" y="101919"/>
                    <a:pt x="14839" y="101220"/>
                    <a:pt x="14840" y="100499"/>
                  </a:cubicBezTo>
                  <a:cubicBezTo>
                    <a:pt x="14842" y="97688"/>
                    <a:pt x="14844" y="94876"/>
                    <a:pt x="14846" y="92065"/>
                  </a:cubicBezTo>
                  <a:cubicBezTo>
                    <a:pt x="14856" y="79955"/>
                    <a:pt x="14874" y="67845"/>
                    <a:pt x="14892" y="55735"/>
                  </a:cubicBezTo>
                  <a:cubicBezTo>
                    <a:pt x="14895" y="53770"/>
                    <a:pt x="14898" y="51804"/>
                    <a:pt x="14901" y="49839"/>
                  </a:cubicBezTo>
                  <a:cubicBezTo>
                    <a:pt x="14910" y="42962"/>
                    <a:pt x="14923" y="36085"/>
                    <a:pt x="14942" y="29208"/>
                  </a:cubicBezTo>
                  <a:cubicBezTo>
                    <a:pt x="14950" y="26362"/>
                    <a:pt x="14956" y="23517"/>
                    <a:pt x="14960" y="20671"/>
                  </a:cubicBezTo>
                  <a:cubicBezTo>
                    <a:pt x="14964" y="17594"/>
                    <a:pt x="14974" y="14516"/>
                    <a:pt x="14984" y="11439"/>
                  </a:cubicBezTo>
                  <a:cubicBezTo>
                    <a:pt x="14985" y="10529"/>
                    <a:pt x="14985" y="9620"/>
                    <a:pt x="14985" y="8683"/>
                  </a:cubicBezTo>
                  <a:cubicBezTo>
                    <a:pt x="14989" y="7865"/>
                    <a:pt x="14993" y="7048"/>
                    <a:pt x="14997" y="6206"/>
                  </a:cubicBezTo>
                  <a:cubicBezTo>
                    <a:pt x="14999" y="5494"/>
                    <a:pt x="15000" y="4783"/>
                    <a:pt x="15002" y="4050"/>
                  </a:cubicBezTo>
                  <a:cubicBezTo>
                    <a:pt x="15204" y="713"/>
                    <a:pt x="17524" y="1619"/>
                    <a:pt x="20333" y="1608"/>
                  </a:cubicBezTo>
                  <a:close/>
                </a:path>
              </a:pathLst>
            </a:custGeom>
            <a:grpFill/>
            <a:ln w="744" cap="flat">
              <a:noFill/>
              <a:prstDash val="solid"/>
              <a:miter/>
            </a:ln>
          </p:spPr>
          <p:txBody>
            <a:bodyPr rtlCol="0" anchor="ctr"/>
            <a:lstStyle/>
            <a:p>
              <a:endParaRPr lang="zh-CN" altLang="en-US"/>
            </a:p>
          </p:txBody>
        </p:sp>
        <p:sp>
          <p:nvSpPr>
            <p:cNvPr id="192" name="任意多边形: 形状 191"/>
            <p:cNvSpPr/>
            <p:nvPr/>
          </p:nvSpPr>
          <p:spPr>
            <a:xfrm>
              <a:off x="5525285" y="1392829"/>
              <a:ext cx="149763" cy="239416"/>
            </a:xfrm>
            <a:custGeom>
              <a:avLst/>
              <a:gdLst>
                <a:gd name="connsiteX0" fmla="*/ 7884 w 149764"/>
                <a:gd name="connsiteY0" fmla="*/ 1657 h 239409"/>
                <a:gd name="connsiteX1" fmla="*/ 37650 w 149764"/>
                <a:gd name="connsiteY1" fmla="*/ 1657 h 239409"/>
                <a:gd name="connsiteX2" fmla="*/ 37663 w 149764"/>
                <a:gd name="connsiteY2" fmla="*/ 7942 h 239409"/>
                <a:gd name="connsiteX3" fmla="*/ 37825 w 149764"/>
                <a:gd name="connsiteY3" fmla="*/ 66450 h 239409"/>
                <a:gd name="connsiteX4" fmla="*/ 37845 w 149764"/>
                <a:gd name="connsiteY4" fmla="*/ 72433 h 239409"/>
                <a:gd name="connsiteX5" fmla="*/ 37850 w 149764"/>
                <a:gd name="connsiteY5" fmla="*/ 73935 h 239409"/>
                <a:gd name="connsiteX6" fmla="*/ 37910 w 149764"/>
                <a:gd name="connsiteY6" fmla="*/ 98032 h 239409"/>
                <a:gd name="connsiteX7" fmla="*/ 37984 w 149764"/>
                <a:gd name="connsiteY7" fmla="*/ 122746 h 239409"/>
                <a:gd name="connsiteX8" fmla="*/ 38020 w 149764"/>
                <a:gd name="connsiteY8" fmla="*/ 136632 h 239409"/>
                <a:gd name="connsiteX9" fmla="*/ 38062 w 149764"/>
                <a:gd name="connsiteY9" fmla="*/ 149691 h 239409"/>
                <a:gd name="connsiteX10" fmla="*/ 38070 w 149764"/>
                <a:gd name="connsiteY10" fmla="*/ 154494 h 239409"/>
                <a:gd name="connsiteX11" fmla="*/ 38097 w 149764"/>
                <a:gd name="connsiteY11" fmla="*/ 161032 h 239409"/>
                <a:gd name="connsiteX12" fmla="*/ 38086 w 149764"/>
                <a:gd name="connsiteY12" fmla="*/ 162969 h 239409"/>
                <a:gd name="connsiteX13" fmla="*/ 39519 w 149764"/>
                <a:gd name="connsiteY13" fmla="*/ 168765 h 239409"/>
                <a:gd name="connsiteX14" fmla="*/ 40626 w 149764"/>
                <a:gd name="connsiteY14" fmla="*/ 169833 h 239409"/>
                <a:gd name="connsiteX15" fmla="*/ 40487 w 149764"/>
                <a:gd name="connsiteY15" fmla="*/ 176670 h 239409"/>
                <a:gd name="connsiteX16" fmla="*/ 42859 w 149764"/>
                <a:gd name="connsiteY16" fmla="*/ 180995 h 239409"/>
                <a:gd name="connsiteX17" fmla="*/ 43300 w 149764"/>
                <a:gd name="connsiteY17" fmla="*/ 186233 h 239409"/>
                <a:gd name="connsiteX18" fmla="*/ 43603 w 149764"/>
                <a:gd name="connsiteY18" fmla="*/ 187692 h 239409"/>
                <a:gd name="connsiteX19" fmla="*/ 45835 w 149764"/>
                <a:gd name="connsiteY19" fmla="*/ 188436 h 239409"/>
                <a:gd name="connsiteX20" fmla="*/ 45835 w 149764"/>
                <a:gd name="connsiteY20" fmla="*/ 192901 h 239409"/>
                <a:gd name="connsiteX21" fmla="*/ 48068 w 149764"/>
                <a:gd name="connsiteY21" fmla="*/ 192901 h 239409"/>
                <a:gd name="connsiteX22" fmla="*/ 49556 w 149764"/>
                <a:gd name="connsiteY22" fmla="*/ 195878 h 239409"/>
                <a:gd name="connsiteX23" fmla="*/ 54160 w 149764"/>
                <a:gd name="connsiteY23" fmla="*/ 199180 h 239409"/>
                <a:gd name="connsiteX24" fmla="*/ 55509 w 149764"/>
                <a:gd name="connsiteY24" fmla="*/ 199598 h 239409"/>
                <a:gd name="connsiteX25" fmla="*/ 55742 w 149764"/>
                <a:gd name="connsiteY25" fmla="*/ 201505 h 239409"/>
                <a:gd name="connsiteX26" fmla="*/ 56253 w 149764"/>
                <a:gd name="connsiteY26" fmla="*/ 203319 h 239409"/>
                <a:gd name="connsiteX27" fmla="*/ 61462 w 149764"/>
                <a:gd name="connsiteY27" fmla="*/ 203319 h 239409"/>
                <a:gd name="connsiteX28" fmla="*/ 61462 w 149764"/>
                <a:gd name="connsiteY28" fmla="*/ 206296 h 239409"/>
                <a:gd name="connsiteX29" fmla="*/ 72624 w 149764"/>
                <a:gd name="connsiteY29" fmla="*/ 206296 h 239409"/>
                <a:gd name="connsiteX30" fmla="*/ 72624 w 149764"/>
                <a:gd name="connsiteY30" fmla="*/ 210016 h 239409"/>
                <a:gd name="connsiteX31" fmla="*/ 92716 w 149764"/>
                <a:gd name="connsiteY31" fmla="*/ 210016 h 239409"/>
                <a:gd name="connsiteX32" fmla="*/ 92716 w 149764"/>
                <a:gd name="connsiteY32" fmla="*/ 206296 h 239409"/>
                <a:gd name="connsiteX33" fmla="*/ 95132 w 149764"/>
                <a:gd name="connsiteY33" fmla="*/ 206211 h 239409"/>
                <a:gd name="connsiteX34" fmla="*/ 98251 w 149764"/>
                <a:gd name="connsiteY34" fmla="*/ 206063 h 239409"/>
                <a:gd name="connsiteX35" fmla="*/ 99845 w 149764"/>
                <a:gd name="connsiteY35" fmla="*/ 206012 h 239409"/>
                <a:gd name="connsiteX36" fmla="*/ 103878 w 149764"/>
                <a:gd name="connsiteY36" fmla="*/ 205552 h 239409"/>
                <a:gd name="connsiteX37" fmla="*/ 104622 w 149764"/>
                <a:gd name="connsiteY37" fmla="*/ 203319 h 239409"/>
                <a:gd name="connsiteX38" fmla="*/ 109299 w 149764"/>
                <a:gd name="connsiteY38" fmla="*/ 202296 h 239409"/>
                <a:gd name="connsiteX39" fmla="*/ 110575 w 149764"/>
                <a:gd name="connsiteY39" fmla="*/ 201831 h 239409"/>
                <a:gd name="connsiteX40" fmla="*/ 110575 w 149764"/>
                <a:gd name="connsiteY40" fmla="*/ 199598 h 239409"/>
                <a:gd name="connsiteX41" fmla="*/ 112529 w 149764"/>
                <a:gd name="connsiteY41" fmla="*/ 199087 h 239409"/>
                <a:gd name="connsiteX42" fmla="*/ 118467 w 149764"/>
                <a:gd name="connsiteY42" fmla="*/ 193625 h 239409"/>
                <a:gd name="connsiteX43" fmla="*/ 120729 w 149764"/>
                <a:gd name="connsiteY43" fmla="*/ 191041 h 239409"/>
                <a:gd name="connsiteX44" fmla="*/ 122110 w 149764"/>
                <a:gd name="connsiteY44" fmla="*/ 186902 h 239409"/>
                <a:gd name="connsiteX45" fmla="*/ 122482 w 149764"/>
                <a:gd name="connsiteY45" fmla="*/ 183972 h 239409"/>
                <a:gd name="connsiteX46" fmla="*/ 124714 w 149764"/>
                <a:gd name="connsiteY46" fmla="*/ 182483 h 239409"/>
                <a:gd name="connsiteX47" fmla="*/ 124575 w 149764"/>
                <a:gd name="connsiteY47" fmla="*/ 176254 h 239409"/>
                <a:gd name="connsiteX48" fmla="*/ 125821 w 149764"/>
                <a:gd name="connsiteY48" fmla="*/ 173241 h 239409"/>
                <a:gd name="connsiteX49" fmla="*/ 127233 w 149764"/>
                <a:gd name="connsiteY49" fmla="*/ 165394 h 239409"/>
                <a:gd name="connsiteX50" fmla="*/ 127245 w 149764"/>
                <a:gd name="connsiteY50" fmla="*/ 163301 h 239409"/>
                <a:gd name="connsiteX51" fmla="*/ 127245 w 149764"/>
                <a:gd name="connsiteY51" fmla="*/ 156329 h 239409"/>
                <a:gd name="connsiteX52" fmla="*/ 127260 w 149764"/>
                <a:gd name="connsiteY52" fmla="*/ 151343 h 239409"/>
                <a:gd name="connsiteX53" fmla="*/ 127275 w 149764"/>
                <a:gd name="connsiteY53" fmla="*/ 140591 h 239409"/>
                <a:gd name="connsiteX54" fmla="*/ 127305 w 149764"/>
                <a:gd name="connsiteY54" fmla="*/ 123607 h 239409"/>
                <a:gd name="connsiteX55" fmla="*/ 127351 w 149764"/>
                <a:gd name="connsiteY55" fmla="*/ 99808 h 239409"/>
                <a:gd name="connsiteX56" fmla="*/ 127353 w 149764"/>
                <a:gd name="connsiteY56" fmla="*/ 98282 h 239409"/>
                <a:gd name="connsiteX57" fmla="*/ 127360 w 149764"/>
                <a:gd name="connsiteY57" fmla="*/ 92161 h 239409"/>
                <a:gd name="connsiteX58" fmla="*/ 127383 w 149764"/>
                <a:gd name="connsiteY58" fmla="*/ 75305 h 239409"/>
                <a:gd name="connsiteX59" fmla="*/ 127385 w 149764"/>
                <a:gd name="connsiteY59" fmla="*/ 73781 h 239409"/>
                <a:gd name="connsiteX60" fmla="*/ 127441 w 149764"/>
                <a:gd name="connsiteY60" fmla="*/ 48640 h 239409"/>
                <a:gd name="connsiteX61" fmla="*/ 127464 w 149764"/>
                <a:gd name="connsiteY61" fmla="*/ 31739 h 239409"/>
                <a:gd name="connsiteX62" fmla="*/ 127484 w 149764"/>
                <a:gd name="connsiteY62" fmla="*/ 21246 h 239409"/>
                <a:gd name="connsiteX63" fmla="*/ 127486 w 149764"/>
                <a:gd name="connsiteY63" fmla="*/ 16363 h 239409"/>
                <a:gd name="connsiteX64" fmla="*/ 127498 w 149764"/>
                <a:gd name="connsiteY64" fmla="*/ 9722 h 239409"/>
                <a:gd name="connsiteX65" fmla="*/ 127489 w 149764"/>
                <a:gd name="connsiteY65" fmla="*/ 7748 h 239409"/>
                <a:gd name="connsiteX66" fmla="*/ 129179 w 149764"/>
                <a:gd name="connsiteY66" fmla="*/ 1657 h 239409"/>
                <a:gd name="connsiteX67" fmla="*/ 135510 w 149764"/>
                <a:gd name="connsiteY67" fmla="*/ 1512 h 239409"/>
                <a:gd name="connsiteX68" fmla="*/ 137406 w 149764"/>
                <a:gd name="connsiteY68" fmla="*/ 1518 h 239409"/>
                <a:gd name="connsiteX69" fmla="*/ 143411 w 149764"/>
                <a:gd name="connsiteY69" fmla="*/ 1564 h 239409"/>
                <a:gd name="connsiteX70" fmla="*/ 147477 w 149764"/>
                <a:gd name="connsiteY70" fmla="*/ 1584 h 239409"/>
                <a:gd name="connsiteX71" fmla="*/ 157456 w 149764"/>
                <a:gd name="connsiteY71" fmla="*/ 1657 h 239409"/>
                <a:gd name="connsiteX72" fmla="*/ 157532 w 149764"/>
                <a:gd name="connsiteY72" fmla="*/ 67315 h 239409"/>
                <a:gd name="connsiteX73" fmla="*/ 157538 w 149764"/>
                <a:gd name="connsiteY73" fmla="*/ 75058 h 239409"/>
                <a:gd name="connsiteX74" fmla="*/ 157539 w 149764"/>
                <a:gd name="connsiteY74" fmla="*/ 76616 h 239409"/>
                <a:gd name="connsiteX75" fmla="*/ 157571 w 149764"/>
                <a:gd name="connsiteY75" fmla="*/ 101610 h 239409"/>
                <a:gd name="connsiteX76" fmla="*/ 157596 w 149764"/>
                <a:gd name="connsiteY76" fmla="*/ 127238 h 239409"/>
                <a:gd name="connsiteX77" fmla="*/ 157614 w 149764"/>
                <a:gd name="connsiteY77" fmla="*/ 141640 h 239409"/>
                <a:gd name="connsiteX78" fmla="*/ 157625 w 149764"/>
                <a:gd name="connsiteY78" fmla="*/ 155179 h 239409"/>
                <a:gd name="connsiteX79" fmla="*/ 157634 w 149764"/>
                <a:gd name="connsiteY79" fmla="*/ 160164 h 239409"/>
                <a:gd name="connsiteX80" fmla="*/ 157635 w 149764"/>
                <a:gd name="connsiteY80" fmla="*/ 166938 h 239409"/>
                <a:gd name="connsiteX81" fmla="*/ 157648 w 149764"/>
                <a:gd name="connsiteY81" fmla="*/ 168958 h 239409"/>
                <a:gd name="connsiteX82" fmla="*/ 157456 w 149764"/>
                <a:gd name="connsiteY82" fmla="*/ 173554 h 239409"/>
                <a:gd name="connsiteX83" fmla="*/ 155968 w 149764"/>
                <a:gd name="connsiteY83" fmla="*/ 174298 h 239409"/>
                <a:gd name="connsiteX84" fmla="*/ 155660 w 149764"/>
                <a:gd name="connsiteY84" fmla="*/ 177463 h 239409"/>
                <a:gd name="connsiteX85" fmla="*/ 155573 w 149764"/>
                <a:gd name="connsiteY85" fmla="*/ 179389 h 239409"/>
                <a:gd name="connsiteX86" fmla="*/ 155503 w 149764"/>
                <a:gd name="connsiteY86" fmla="*/ 181414 h 239409"/>
                <a:gd name="connsiteX87" fmla="*/ 155416 w 149764"/>
                <a:gd name="connsiteY87" fmla="*/ 183447 h 239409"/>
                <a:gd name="connsiteX88" fmla="*/ 155224 w 149764"/>
                <a:gd name="connsiteY88" fmla="*/ 188436 h 239409"/>
                <a:gd name="connsiteX89" fmla="*/ 152247 w 149764"/>
                <a:gd name="connsiteY89" fmla="*/ 188436 h 239409"/>
                <a:gd name="connsiteX90" fmla="*/ 152326 w 149764"/>
                <a:gd name="connsiteY90" fmla="*/ 190311 h 239409"/>
                <a:gd name="connsiteX91" fmla="*/ 152387 w 149764"/>
                <a:gd name="connsiteY91" fmla="*/ 192762 h 239409"/>
                <a:gd name="connsiteX92" fmla="*/ 152465 w 149764"/>
                <a:gd name="connsiteY92" fmla="*/ 195195 h 239409"/>
                <a:gd name="connsiteX93" fmla="*/ 150015 w 149764"/>
                <a:gd name="connsiteY93" fmla="*/ 199598 h 239409"/>
                <a:gd name="connsiteX94" fmla="*/ 149271 w 149764"/>
                <a:gd name="connsiteY94" fmla="*/ 203319 h 239409"/>
                <a:gd name="connsiteX95" fmla="*/ 147782 w 149764"/>
                <a:gd name="connsiteY95" fmla="*/ 204063 h 239409"/>
                <a:gd name="connsiteX96" fmla="*/ 147085 w 149764"/>
                <a:gd name="connsiteY96" fmla="*/ 206296 h 239409"/>
                <a:gd name="connsiteX97" fmla="*/ 146294 w 149764"/>
                <a:gd name="connsiteY97" fmla="*/ 208528 h 239409"/>
                <a:gd name="connsiteX98" fmla="*/ 144062 w 149764"/>
                <a:gd name="connsiteY98" fmla="*/ 209272 h 239409"/>
                <a:gd name="connsiteX99" fmla="*/ 144062 w 149764"/>
                <a:gd name="connsiteY99" fmla="*/ 212993 h 239409"/>
                <a:gd name="connsiteX100" fmla="*/ 141829 w 149764"/>
                <a:gd name="connsiteY100" fmla="*/ 212993 h 239409"/>
                <a:gd name="connsiteX101" fmla="*/ 141457 w 149764"/>
                <a:gd name="connsiteY101" fmla="*/ 214853 h 239409"/>
                <a:gd name="connsiteX102" fmla="*/ 141085 w 149764"/>
                <a:gd name="connsiteY102" fmla="*/ 216714 h 239409"/>
                <a:gd name="connsiteX103" fmla="*/ 138853 w 149764"/>
                <a:gd name="connsiteY103" fmla="*/ 216714 h 239409"/>
                <a:gd name="connsiteX104" fmla="*/ 138853 w 149764"/>
                <a:gd name="connsiteY104" fmla="*/ 219690 h 239409"/>
                <a:gd name="connsiteX105" fmla="*/ 135876 w 149764"/>
                <a:gd name="connsiteY105" fmla="*/ 219690 h 239409"/>
                <a:gd name="connsiteX106" fmla="*/ 134388 w 149764"/>
                <a:gd name="connsiteY106" fmla="*/ 223411 h 239409"/>
                <a:gd name="connsiteX107" fmla="*/ 132900 w 149764"/>
                <a:gd name="connsiteY107" fmla="*/ 224155 h 239409"/>
                <a:gd name="connsiteX108" fmla="*/ 132155 w 149764"/>
                <a:gd name="connsiteY108" fmla="*/ 226388 h 239409"/>
                <a:gd name="connsiteX109" fmla="*/ 130295 w 149764"/>
                <a:gd name="connsiteY109" fmla="*/ 226713 h 239409"/>
                <a:gd name="connsiteX110" fmla="*/ 128435 w 149764"/>
                <a:gd name="connsiteY110" fmla="*/ 227132 h 239409"/>
                <a:gd name="connsiteX111" fmla="*/ 127691 w 149764"/>
                <a:gd name="connsiteY111" fmla="*/ 230108 h 239409"/>
                <a:gd name="connsiteX112" fmla="*/ 123970 w 149764"/>
                <a:gd name="connsiteY112" fmla="*/ 231596 h 239409"/>
                <a:gd name="connsiteX113" fmla="*/ 123226 w 149764"/>
                <a:gd name="connsiteY113" fmla="*/ 233829 h 239409"/>
                <a:gd name="connsiteX114" fmla="*/ 118040 w 149764"/>
                <a:gd name="connsiteY114" fmla="*/ 234271 h 239409"/>
                <a:gd name="connsiteX115" fmla="*/ 116529 w 149764"/>
                <a:gd name="connsiteY115" fmla="*/ 234573 h 239409"/>
                <a:gd name="connsiteX116" fmla="*/ 115784 w 149764"/>
                <a:gd name="connsiteY116" fmla="*/ 236805 h 239409"/>
                <a:gd name="connsiteX117" fmla="*/ 111320 w 149764"/>
                <a:gd name="connsiteY117" fmla="*/ 237550 h 239409"/>
                <a:gd name="connsiteX118" fmla="*/ 107599 w 149764"/>
                <a:gd name="connsiteY118" fmla="*/ 238294 h 239409"/>
                <a:gd name="connsiteX119" fmla="*/ 106855 w 149764"/>
                <a:gd name="connsiteY119" fmla="*/ 240526 h 239409"/>
                <a:gd name="connsiteX120" fmla="*/ 102479 w 149764"/>
                <a:gd name="connsiteY120" fmla="*/ 240827 h 239409"/>
                <a:gd name="connsiteX121" fmla="*/ 99642 w 149764"/>
                <a:gd name="connsiteY121" fmla="*/ 240855 h 239409"/>
                <a:gd name="connsiteX122" fmla="*/ 96553 w 149764"/>
                <a:gd name="connsiteY122" fmla="*/ 240849 h 239409"/>
                <a:gd name="connsiteX123" fmla="*/ 93408 w 149764"/>
                <a:gd name="connsiteY123" fmla="*/ 240861 h 239409"/>
                <a:gd name="connsiteX124" fmla="*/ 86810 w 149764"/>
                <a:gd name="connsiteY124" fmla="*/ 240858 h 239409"/>
                <a:gd name="connsiteX125" fmla="*/ 78334 w 149764"/>
                <a:gd name="connsiteY125" fmla="*/ 240886 h 239409"/>
                <a:gd name="connsiteX126" fmla="*/ 71838 w 149764"/>
                <a:gd name="connsiteY126" fmla="*/ 240896 h 239409"/>
                <a:gd name="connsiteX127" fmla="*/ 68712 w 149764"/>
                <a:gd name="connsiteY127" fmla="*/ 240909 h 239409"/>
                <a:gd name="connsiteX128" fmla="*/ 64350 w 149764"/>
                <a:gd name="connsiteY128" fmla="*/ 240900 h 239409"/>
                <a:gd name="connsiteX129" fmla="*/ 61838 w 149764"/>
                <a:gd name="connsiteY129" fmla="*/ 240899 h 239409"/>
                <a:gd name="connsiteX130" fmla="*/ 59974 w 149764"/>
                <a:gd name="connsiteY130" fmla="*/ 240526 h 239409"/>
                <a:gd name="connsiteX131" fmla="*/ 59230 w 149764"/>
                <a:gd name="connsiteY131" fmla="*/ 237550 h 239409"/>
                <a:gd name="connsiteX132" fmla="*/ 54393 w 149764"/>
                <a:gd name="connsiteY132" fmla="*/ 237131 h 239409"/>
                <a:gd name="connsiteX133" fmla="*/ 49556 w 149764"/>
                <a:gd name="connsiteY133" fmla="*/ 236805 h 239409"/>
                <a:gd name="connsiteX134" fmla="*/ 48812 w 149764"/>
                <a:gd name="connsiteY134" fmla="*/ 234573 h 239409"/>
                <a:gd name="connsiteX135" fmla="*/ 45835 w 149764"/>
                <a:gd name="connsiteY135" fmla="*/ 234201 h 239409"/>
                <a:gd name="connsiteX136" fmla="*/ 42859 w 149764"/>
                <a:gd name="connsiteY136" fmla="*/ 233829 h 239409"/>
                <a:gd name="connsiteX137" fmla="*/ 42114 w 149764"/>
                <a:gd name="connsiteY137" fmla="*/ 231596 h 239409"/>
                <a:gd name="connsiteX138" fmla="*/ 39836 w 149764"/>
                <a:gd name="connsiteY138" fmla="*/ 230899 h 239409"/>
                <a:gd name="connsiteX139" fmla="*/ 37650 w 149764"/>
                <a:gd name="connsiteY139" fmla="*/ 230108 h 239409"/>
                <a:gd name="connsiteX140" fmla="*/ 37650 w 149764"/>
                <a:gd name="connsiteY140" fmla="*/ 227132 h 239409"/>
                <a:gd name="connsiteX141" fmla="*/ 35882 w 149764"/>
                <a:gd name="connsiteY141" fmla="*/ 227318 h 239409"/>
                <a:gd name="connsiteX142" fmla="*/ 33929 w 149764"/>
                <a:gd name="connsiteY142" fmla="*/ 227132 h 239409"/>
                <a:gd name="connsiteX143" fmla="*/ 32441 w 149764"/>
                <a:gd name="connsiteY143" fmla="*/ 224155 h 239409"/>
                <a:gd name="connsiteX144" fmla="*/ 30859 w 149764"/>
                <a:gd name="connsiteY144" fmla="*/ 222574 h 239409"/>
                <a:gd name="connsiteX145" fmla="*/ 29464 w 149764"/>
                <a:gd name="connsiteY145" fmla="*/ 219690 h 239409"/>
                <a:gd name="connsiteX146" fmla="*/ 27232 w 149764"/>
                <a:gd name="connsiteY146" fmla="*/ 219690 h 239409"/>
                <a:gd name="connsiteX147" fmla="*/ 26488 w 149764"/>
                <a:gd name="connsiteY147" fmla="*/ 215970 h 239409"/>
                <a:gd name="connsiteX148" fmla="*/ 24255 w 149764"/>
                <a:gd name="connsiteY148" fmla="*/ 215970 h 239409"/>
                <a:gd name="connsiteX149" fmla="*/ 23511 w 149764"/>
                <a:gd name="connsiteY149" fmla="*/ 212993 h 239409"/>
                <a:gd name="connsiteX150" fmla="*/ 21279 w 149764"/>
                <a:gd name="connsiteY150" fmla="*/ 212249 h 239409"/>
                <a:gd name="connsiteX151" fmla="*/ 20534 w 149764"/>
                <a:gd name="connsiteY151" fmla="*/ 207784 h 239409"/>
                <a:gd name="connsiteX152" fmla="*/ 18302 w 149764"/>
                <a:gd name="connsiteY152" fmla="*/ 207784 h 239409"/>
                <a:gd name="connsiteX153" fmla="*/ 18023 w 149764"/>
                <a:gd name="connsiteY153" fmla="*/ 205226 h 239409"/>
                <a:gd name="connsiteX154" fmla="*/ 17558 w 149764"/>
                <a:gd name="connsiteY154" fmla="*/ 202575 h 239409"/>
                <a:gd name="connsiteX155" fmla="*/ 16070 w 149764"/>
                <a:gd name="connsiteY155" fmla="*/ 201831 h 239409"/>
                <a:gd name="connsiteX156" fmla="*/ 15654 w 149764"/>
                <a:gd name="connsiteY156" fmla="*/ 197299 h 239409"/>
                <a:gd name="connsiteX157" fmla="*/ 13093 w 149764"/>
                <a:gd name="connsiteY157" fmla="*/ 194389 h 239409"/>
                <a:gd name="connsiteX158" fmla="*/ 12651 w 149764"/>
                <a:gd name="connsiteY158" fmla="*/ 186852 h 239409"/>
                <a:gd name="connsiteX159" fmla="*/ 12349 w 149764"/>
                <a:gd name="connsiteY159" fmla="*/ 184716 h 239409"/>
                <a:gd name="connsiteX160" fmla="*/ 10116 w 149764"/>
                <a:gd name="connsiteY160" fmla="*/ 183972 h 239409"/>
                <a:gd name="connsiteX161" fmla="*/ 9736 w 149764"/>
                <a:gd name="connsiteY161" fmla="*/ 179504 h 239409"/>
                <a:gd name="connsiteX162" fmla="*/ 9656 w 149764"/>
                <a:gd name="connsiteY162" fmla="*/ 176764 h 239409"/>
                <a:gd name="connsiteX163" fmla="*/ 9605 w 149764"/>
                <a:gd name="connsiteY163" fmla="*/ 173879 h 239409"/>
                <a:gd name="connsiteX164" fmla="*/ 9528 w 149764"/>
                <a:gd name="connsiteY164" fmla="*/ 170985 h 239409"/>
                <a:gd name="connsiteX165" fmla="*/ 9372 w 149764"/>
                <a:gd name="connsiteY165" fmla="*/ 163880 h 239409"/>
                <a:gd name="connsiteX166" fmla="*/ 7884 w 149764"/>
                <a:gd name="connsiteY166" fmla="*/ 163880 h 239409"/>
                <a:gd name="connsiteX167" fmla="*/ 7884 w 149764"/>
                <a:gd name="connsiteY167" fmla="*/ 1657 h 23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49764" h="239409">
                  <a:moveTo>
                    <a:pt x="7884" y="1657"/>
                  </a:moveTo>
                  <a:cubicBezTo>
                    <a:pt x="17707" y="1657"/>
                    <a:pt x="27529" y="1657"/>
                    <a:pt x="37650" y="1657"/>
                  </a:cubicBezTo>
                  <a:cubicBezTo>
                    <a:pt x="37654" y="3731"/>
                    <a:pt x="37658" y="5805"/>
                    <a:pt x="37663" y="7942"/>
                  </a:cubicBezTo>
                  <a:cubicBezTo>
                    <a:pt x="37705" y="27445"/>
                    <a:pt x="37759" y="46948"/>
                    <a:pt x="37825" y="66450"/>
                  </a:cubicBezTo>
                  <a:cubicBezTo>
                    <a:pt x="37832" y="68445"/>
                    <a:pt x="37838" y="70439"/>
                    <a:pt x="37845" y="72433"/>
                  </a:cubicBezTo>
                  <a:cubicBezTo>
                    <a:pt x="37847" y="72929"/>
                    <a:pt x="37848" y="73424"/>
                    <a:pt x="37850" y="73935"/>
                  </a:cubicBezTo>
                  <a:cubicBezTo>
                    <a:pt x="37876" y="81967"/>
                    <a:pt x="37895" y="89999"/>
                    <a:pt x="37910" y="98032"/>
                  </a:cubicBezTo>
                  <a:cubicBezTo>
                    <a:pt x="37927" y="106270"/>
                    <a:pt x="37951" y="114508"/>
                    <a:pt x="37984" y="122746"/>
                  </a:cubicBezTo>
                  <a:cubicBezTo>
                    <a:pt x="38001" y="127375"/>
                    <a:pt x="38015" y="132004"/>
                    <a:pt x="38020" y="136632"/>
                  </a:cubicBezTo>
                  <a:cubicBezTo>
                    <a:pt x="38024" y="140985"/>
                    <a:pt x="38039" y="145338"/>
                    <a:pt x="38062" y="149691"/>
                  </a:cubicBezTo>
                  <a:cubicBezTo>
                    <a:pt x="38069" y="151292"/>
                    <a:pt x="38071" y="152893"/>
                    <a:pt x="38070" y="154494"/>
                  </a:cubicBezTo>
                  <a:cubicBezTo>
                    <a:pt x="38069" y="156674"/>
                    <a:pt x="38081" y="158853"/>
                    <a:pt x="38097" y="161032"/>
                  </a:cubicBezTo>
                  <a:cubicBezTo>
                    <a:pt x="38093" y="161671"/>
                    <a:pt x="38090" y="162310"/>
                    <a:pt x="38086" y="162969"/>
                  </a:cubicBezTo>
                  <a:cubicBezTo>
                    <a:pt x="37981" y="166154"/>
                    <a:pt x="37981" y="166154"/>
                    <a:pt x="39519" y="168765"/>
                  </a:cubicBezTo>
                  <a:cubicBezTo>
                    <a:pt x="39884" y="169117"/>
                    <a:pt x="40250" y="169470"/>
                    <a:pt x="40626" y="169833"/>
                  </a:cubicBezTo>
                  <a:cubicBezTo>
                    <a:pt x="40780" y="172143"/>
                    <a:pt x="40623" y="174360"/>
                    <a:pt x="40487" y="176670"/>
                  </a:cubicBezTo>
                  <a:cubicBezTo>
                    <a:pt x="40651" y="179139"/>
                    <a:pt x="41120" y="179390"/>
                    <a:pt x="42859" y="180995"/>
                  </a:cubicBezTo>
                  <a:cubicBezTo>
                    <a:pt x="43180" y="182757"/>
                    <a:pt x="43231" y="184445"/>
                    <a:pt x="43300" y="186233"/>
                  </a:cubicBezTo>
                  <a:cubicBezTo>
                    <a:pt x="43400" y="186715"/>
                    <a:pt x="43500" y="187196"/>
                    <a:pt x="43603" y="187692"/>
                  </a:cubicBezTo>
                  <a:cubicBezTo>
                    <a:pt x="44339" y="187938"/>
                    <a:pt x="45076" y="188183"/>
                    <a:pt x="45835" y="188436"/>
                  </a:cubicBezTo>
                  <a:cubicBezTo>
                    <a:pt x="45975" y="190715"/>
                    <a:pt x="45975" y="190715"/>
                    <a:pt x="45835" y="192901"/>
                  </a:cubicBezTo>
                  <a:cubicBezTo>
                    <a:pt x="46572" y="192901"/>
                    <a:pt x="47309" y="192901"/>
                    <a:pt x="48068" y="192901"/>
                  </a:cubicBezTo>
                  <a:cubicBezTo>
                    <a:pt x="48591" y="193879"/>
                    <a:pt x="49082" y="194875"/>
                    <a:pt x="49556" y="195878"/>
                  </a:cubicBezTo>
                  <a:cubicBezTo>
                    <a:pt x="51465" y="198170"/>
                    <a:pt x="51465" y="198170"/>
                    <a:pt x="54160" y="199180"/>
                  </a:cubicBezTo>
                  <a:cubicBezTo>
                    <a:pt x="54605" y="199318"/>
                    <a:pt x="55050" y="199456"/>
                    <a:pt x="55509" y="199598"/>
                  </a:cubicBezTo>
                  <a:cubicBezTo>
                    <a:pt x="55586" y="200228"/>
                    <a:pt x="55662" y="200857"/>
                    <a:pt x="55742" y="201505"/>
                  </a:cubicBezTo>
                  <a:cubicBezTo>
                    <a:pt x="55910" y="202104"/>
                    <a:pt x="56079" y="202702"/>
                    <a:pt x="56253" y="203319"/>
                  </a:cubicBezTo>
                  <a:cubicBezTo>
                    <a:pt x="58889" y="203629"/>
                    <a:pt x="58889" y="203629"/>
                    <a:pt x="61462" y="203319"/>
                  </a:cubicBezTo>
                  <a:cubicBezTo>
                    <a:pt x="61462" y="204301"/>
                    <a:pt x="61462" y="205284"/>
                    <a:pt x="61462" y="206296"/>
                  </a:cubicBezTo>
                  <a:cubicBezTo>
                    <a:pt x="65146" y="206296"/>
                    <a:pt x="68829" y="206296"/>
                    <a:pt x="72624" y="206296"/>
                  </a:cubicBezTo>
                  <a:cubicBezTo>
                    <a:pt x="72624" y="207524"/>
                    <a:pt x="72624" y="208751"/>
                    <a:pt x="72624" y="210016"/>
                  </a:cubicBezTo>
                  <a:cubicBezTo>
                    <a:pt x="79255" y="210016"/>
                    <a:pt x="85885" y="210016"/>
                    <a:pt x="92716" y="210016"/>
                  </a:cubicBezTo>
                  <a:cubicBezTo>
                    <a:pt x="92716" y="208789"/>
                    <a:pt x="92716" y="207561"/>
                    <a:pt x="92716" y="206296"/>
                  </a:cubicBezTo>
                  <a:cubicBezTo>
                    <a:pt x="93513" y="206268"/>
                    <a:pt x="94310" y="206240"/>
                    <a:pt x="95132" y="206211"/>
                  </a:cubicBezTo>
                  <a:cubicBezTo>
                    <a:pt x="96171" y="206163"/>
                    <a:pt x="97211" y="206113"/>
                    <a:pt x="98251" y="206063"/>
                  </a:cubicBezTo>
                  <a:cubicBezTo>
                    <a:pt x="98777" y="206046"/>
                    <a:pt x="99303" y="206030"/>
                    <a:pt x="99845" y="206012"/>
                  </a:cubicBezTo>
                  <a:cubicBezTo>
                    <a:pt x="101536" y="205948"/>
                    <a:pt x="101536" y="205948"/>
                    <a:pt x="103878" y="205552"/>
                  </a:cubicBezTo>
                  <a:cubicBezTo>
                    <a:pt x="104124" y="204815"/>
                    <a:pt x="104369" y="204078"/>
                    <a:pt x="104622" y="203319"/>
                  </a:cubicBezTo>
                  <a:cubicBezTo>
                    <a:pt x="106170" y="202796"/>
                    <a:pt x="107690" y="202568"/>
                    <a:pt x="109299" y="202296"/>
                  </a:cubicBezTo>
                  <a:cubicBezTo>
                    <a:pt x="109931" y="202066"/>
                    <a:pt x="109931" y="202066"/>
                    <a:pt x="110575" y="201831"/>
                  </a:cubicBezTo>
                  <a:cubicBezTo>
                    <a:pt x="110575" y="201094"/>
                    <a:pt x="110575" y="200357"/>
                    <a:pt x="110575" y="199598"/>
                  </a:cubicBezTo>
                  <a:cubicBezTo>
                    <a:pt x="111542" y="199345"/>
                    <a:pt x="111542" y="199345"/>
                    <a:pt x="112529" y="199087"/>
                  </a:cubicBezTo>
                  <a:cubicBezTo>
                    <a:pt x="115654" y="197872"/>
                    <a:pt x="116629" y="196334"/>
                    <a:pt x="118467" y="193625"/>
                  </a:cubicBezTo>
                  <a:cubicBezTo>
                    <a:pt x="119505" y="192157"/>
                    <a:pt x="119505" y="192157"/>
                    <a:pt x="120729" y="191041"/>
                  </a:cubicBezTo>
                  <a:cubicBezTo>
                    <a:pt x="122008" y="189625"/>
                    <a:pt x="122025" y="188782"/>
                    <a:pt x="122110" y="186902"/>
                  </a:cubicBezTo>
                  <a:cubicBezTo>
                    <a:pt x="122232" y="185935"/>
                    <a:pt x="122355" y="184968"/>
                    <a:pt x="122482" y="183972"/>
                  </a:cubicBezTo>
                  <a:cubicBezTo>
                    <a:pt x="123218" y="183480"/>
                    <a:pt x="123955" y="182989"/>
                    <a:pt x="124714" y="182483"/>
                  </a:cubicBezTo>
                  <a:cubicBezTo>
                    <a:pt x="124872" y="180376"/>
                    <a:pt x="124709" y="178362"/>
                    <a:pt x="124575" y="176254"/>
                  </a:cubicBezTo>
                  <a:cubicBezTo>
                    <a:pt x="124714" y="174298"/>
                    <a:pt x="124714" y="174298"/>
                    <a:pt x="125821" y="173241"/>
                  </a:cubicBezTo>
                  <a:cubicBezTo>
                    <a:pt x="127824" y="171148"/>
                    <a:pt x="127253" y="168145"/>
                    <a:pt x="127233" y="165394"/>
                  </a:cubicBezTo>
                  <a:cubicBezTo>
                    <a:pt x="127237" y="164703"/>
                    <a:pt x="127241" y="164013"/>
                    <a:pt x="127245" y="163301"/>
                  </a:cubicBezTo>
                  <a:cubicBezTo>
                    <a:pt x="127255" y="160977"/>
                    <a:pt x="127250" y="158653"/>
                    <a:pt x="127245" y="156329"/>
                  </a:cubicBezTo>
                  <a:cubicBezTo>
                    <a:pt x="127249" y="154667"/>
                    <a:pt x="127254" y="153005"/>
                    <a:pt x="127260" y="151343"/>
                  </a:cubicBezTo>
                  <a:cubicBezTo>
                    <a:pt x="127272" y="147759"/>
                    <a:pt x="127276" y="144175"/>
                    <a:pt x="127275" y="140591"/>
                  </a:cubicBezTo>
                  <a:cubicBezTo>
                    <a:pt x="127273" y="134930"/>
                    <a:pt x="127288" y="129268"/>
                    <a:pt x="127305" y="123607"/>
                  </a:cubicBezTo>
                  <a:cubicBezTo>
                    <a:pt x="127327" y="115674"/>
                    <a:pt x="127342" y="107741"/>
                    <a:pt x="127351" y="99808"/>
                  </a:cubicBezTo>
                  <a:cubicBezTo>
                    <a:pt x="127352" y="99053"/>
                    <a:pt x="127352" y="99053"/>
                    <a:pt x="127353" y="98282"/>
                  </a:cubicBezTo>
                  <a:cubicBezTo>
                    <a:pt x="127355" y="96242"/>
                    <a:pt x="127357" y="94202"/>
                    <a:pt x="127360" y="92161"/>
                  </a:cubicBezTo>
                  <a:cubicBezTo>
                    <a:pt x="127366" y="86543"/>
                    <a:pt x="127374" y="80924"/>
                    <a:pt x="127383" y="75305"/>
                  </a:cubicBezTo>
                  <a:cubicBezTo>
                    <a:pt x="127384" y="74802"/>
                    <a:pt x="127385" y="74299"/>
                    <a:pt x="127385" y="73781"/>
                  </a:cubicBezTo>
                  <a:cubicBezTo>
                    <a:pt x="127399" y="65400"/>
                    <a:pt x="127418" y="57020"/>
                    <a:pt x="127441" y="48640"/>
                  </a:cubicBezTo>
                  <a:cubicBezTo>
                    <a:pt x="127456" y="43006"/>
                    <a:pt x="127463" y="37373"/>
                    <a:pt x="127464" y="31739"/>
                  </a:cubicBezTo>
                  <a:cubicBezTo>
                    <a:pt x="127466" y="28242"/>
                    <a:pt x="127474" y="24744"/>
                    <a:pt x="127484" y="21246"/>
                  </a:cubicBezTo>
                  <a:cubicBezTo>
                    <a:pt x="127487" y="19618"/>
                    <a:pt x="127488" y="17991"/>
                    <a:pt x="127486" y="16363"/>
                  </a:cubicBezTo>
                  <a:cubicBezTo>
                    <a:pt x="127483" y="14149"/>
                    <a:pt x="127490" y="11936"/>
                    <a:pt x="127498" y="9722"/>
                  </a:cubicBezTo>
                  <a:cubicBezTo>
                    <a:pt x="127495" y="9071"/>
                    <a:pt x="127493" y="8419"/>
                    <a:pt x="127489" y="7748"/>
                  </a:cubicBezTo>
                  <a:cubicBezTo>
                    <a:pt x="127521" y="3315"/>
                    <a:pt x="127521" y="3315"/>
                    <a:pt x="129179" y="1657"/>
                  </a:cubicBezTo>
                  <a:cubicBezTo>
                    <a:pt x="131314" y="1527"/>
                    <a:pt x="133376" y="1485"/>
                    <a:pt x="135510" y="1512"/>
                  </a:cubicBezTo>
                  <a:cubicBezTo>
                    <a:pt x="136135" y="1514"/>
                    <a:pt x="136761" y="1516"/>
                    <a:pt x="137406" y="1518"/>
                  </a:cubicBezTo>
                  <a:cubicBezTo>
                    <a:pt x="139407" y="1526"/>
                    <a:pt x="141409" y="1545"/>
                    <a:pt x="143411" y="1564"/>
                  </a:cubicBezTo>
                  <a:cubicBezTo>
                    <a:pt x="144766" y="1572"/>
                    <a:pt x="146122" y="1578"/>
                    <a:pt x="147477" y="1584"/>
                  </a:cubicBezTo>
                  <a:cubicBezTo>
                    <a:pt x="150804" y="1601"/>
                    <a:pt x="154130" y="1627"/>
                    <a:pt x="157456" y="1657"/>
                  </a:cubicBezTo>
                  <a:cubicBezTo>
                    <a:pt x="157490" y="23543"/>
                    <a:pt x="157517" y="45429"/>
                    <a:pt x="157532" y="67315"/>
                  </a:cubicBezTo>
                  <a:cubicBezTo>
                    <a:pt x="157534" y="69896"/>
                    <a:pt x="157536" y="72477"/>
                    <a:pt x="157538" y="75058"/>
                  </a:cubicBezTo>
                  <a:cubicBezTo>
                    <a:pt x="157538" y="75572"/>
                    <a:pt x="157539" y="76086"/>
                    <a:pt x="157539" y="76616"/>
                  </a:cubicBezTo>
                  <a:cubicBezTo>
                    <a:pt x="157546" y="84947"/>
                    <a:pt x="157557" y="93278"/>
                    <a:pt x="157571" y="101610"/>
                  </a:cubicBezTo>
                  <a:cubicBezTo>
                    <a:pt x="157585" y="110153"/>
                    <a:pt x="157593" y="118695"/>
                    <a:pt x="157596" y="127238"/>
                  </a:cubicBezTo>
                  <a:cubicBezTo>
                    <a:pt x="157598" y="132039"/>
                    <a:pt x="157603" y="136839"/>
                    <a:pt x="157614" y="141640"/>
                  </a:cubicBezTo>
                  <a:cubicBezTo>
                    <a:pt x="157624" y="146153"/>
                    <a:pt x="157627" y="150666"/>
                    <a:pt x="157625" y="155179"/>
                  </a:cubicBezTo>
                  <a:cubicBezTo>
                    <a:pt x="157625" y="156841"/>
                    <a:pt x="157628" y="158503"/>
                    <a:pt x="157634" y="160164"/>
                  </a:cubicBezTo>
                  <a:cubicBezTo>
                    <a:pt x="157641" y="162422"/>
                    <a:pt x="157639" y="164680"/>
                    <a:pt x="157635" y="166938"/>
                  </a:cubicBezTo>
                  <a:cubicBezTo>
                    <a:pt x="157640" y="167605"/>
                    <a:pt x="157644" y="168272"/>
                    <a:pt x="157648" y="168958"/>
                  </a:cubicBezTo>
                  <a:cubicBezTo>
                    <a:pt x="157641" y="170491"/>
                    <a:pt x="157557" y="172024"/>
                    <a:pt x="157456" y="173554"/>
                  </a:cubicBezTo>
                  <a:cubicBezTo>
                    <a:pt x="156965" y="173799"/>
                    <a:pt x="156474" y="174045"/>
                    <a:pt x="155968" y="174298"/>
                  </a:cubicBezTo>
                  <a:cubicBezTo>
                    <a:pt x="155690" y="175740"/>
                    <a:pt x="155690" y="175740"/>
                    <a:pt x="155660" y="177463"/>
                  </a:cubicBezTo>
                  <a:cubicBezTo>
                    <a:pt x="155617" y="178416"/>
                    <a:pt x="155617" y="178416"/>
                    <a:pt x="155573" y="179389"/>
                  </a:cubicBezTo>
                  <a:cubicBezTo>
                    <a:pt x="155550" y="180057"/>
                    <a:pt x="155527" y="180725"/>
                    <a:pt x="155503" y="181414"/>
                  </a:cubicBezTo>
                  <a:cubicBezTo>
                    <a:pt x="155460" y="182420"/>
                    <a:pt x="155460" y="182420"/>
                    <a:pt x="155416" y="183447"/>
                  </a:cubicBezTo>
                  <a:cubicBezTo>
                    <a:pt x="155345" y="185110"/>
                    <a:pt x="155282" y="186773"/>
                    <a:pt x="155224" y="188436"/>
                  </a:cubicBezTo>
                  <a:cubicBezTo>
                    <a:pt x="154242" y="188436"/>
                    <a:pt x="153259" y="188436"/>
                    <a:pt x="152247" y="188436"/>
                  </a:cubicBezTo>
                  <a:cubicBezTo>
                    <a:pt x="152273" y="189055"/>
                    <a:pt x="152299" y="189674"/>
                    <a:pt x="152326" y="190311"/>
                  </a:cubicBezTo>
                  <a:cubicBezTo>
                    <a:pt x="152346" y="191120"/>
                    <a:pt x="152366" y="191929"/>
                    <a:pt x="152387" y="192762"/>
                  </a:cubicBezTo>
                  <a:cubicBezTo>
                    <a:pt x="152413" y="193565"/>
                    <a:pt x="152439" y="194367"/>
                    <a:pt x="152465" y="195195"/>
                  </a:cubicBezTo>
                  <a:cubicBezTo>
                    <a:pt x="152220" y="197641"/>
                    <a:pt x="151831" y="198076"/>
                    <a:pt x="150015" y="199598"/>
                  </a:cubicBezTo>
                  <a:cubicBezTo>
                    <a:pt x="149750" y="200835"/>
                    <a:pt x="149500" y="202075"/>
                    <a:pt x="149271" y="203319"/>
                  </a:cubicBezTo>
                  <a:cubicBezTo>
                    <a:pt x="148780" y="203565"/>
                    <a:pt x="148288" y="203810"/>
                    <a:pt x="147782" y="204063"/>
                  </a:cubicBezTo>
                  <a:cubicBezTo>
                    <a:pt x="147552" y="204800"/>
                    <a:pt x="147322" y="205537"/>
                    <a:pt x="147085" y="206296"/>
                  </a:cubicBezTo>
                  <a:cubicBezTo>
                    <a:pt x="146824" y="207032"/>
                    <a:pt x="146563" y="207769"/>
                    <a:pt x="146294" y="208528"/>
                  </a:cubicBezTo>
                  <a:cubicBezTo>
                    <a:pt x="145557" y="208774"/>
                    <a:pt x="144821" y="209019"/>
                    <a:pt x="144062" y="209272"/>
                  </a:cubicBezTo>
                  <a:cubicBezTo>
                    <a:pt x="143876" y="211164"/>
                    <a:pt x="143876" y="211164"/>
                    <a:pt x="144062" y="212993"/>
                  </a:cubicBezTo>
                  <a:cubicBezTo>
                    <a:pt x="143325" y="212993"/>
                    <a:pt x="142588" y="212993"/>
                    <a:pt x="141829" y="212993"/>
                  </a:cubicBezTo>
                  <a:cubicBezTo>
                    <a:pt x="141707" y="213607"/>
                    <a:pt x="141584" y="214221"/>
                    <a:pt x="141457" y="214853"/>
                  </a:cubicBezTo>
                  <a:cubicBezTo>
                    <a:pt x="141334" y="215467"/>
                    <a:pt x="141212" y="216081"/>
                    <a:pt x="141085" y="216714"/>
                  </a:cubicBezTo>
                  <a:cubicBezTo>
                    <a:pt x="140348" y="216714"/>
                    <a:pt x="139612" y="216714"/>
                    <a:pt x="138853" y="216714"/>
                  </a:cubicBezTo>
                  <a:cubicBezTo>
                    <a:pt x="138853" y="217696"/>
                    <a:pt x="138853" y="218678"/>
                    <a:pt x="138853" y="219690"/>
                  </a:cubicBezTo>
                  <a:cubicBezTo>
                    <a:pt x="137870" y="219690"/>
                    <a:pt x="136888" y="219690"/>
                    <a:pt x="135876" y="219690"/>
                  </a:cubicBezTo>
                  <a:cubicBezTo>
                    <a:pt x="135006" y="221494"/>
                    <a:pt x="135006" y="221494"/>
                    <a:pt x="134388" y="223411"/>
                  </a:cubicBezTo>
                  <a:cubicBezTo>
                    <a:pt x="133897" y="223657"/>
                    <a:pt x="133406" y="223902"/>
                    <a:pt x="132900" y="224155"/>
                  </a:cubicBezTo>
                  <a:cubicBezTo>
                    <a:pt x="132654" y="224892"/>
                    <a:pt x="132408" y="225628"/>
                    <a:pt x="132155" y="226388"/>
                  </a:cubicBezTo>
                  <a:cubicBezTo>
                    <a:pt x="131542" y="226495"/>
                    <a:pt x="130928" y="226602"/>
                    <a:pt x="130295" y="226713"/>
                  </a:cubicBezTo>
                  <a:cubicBezTo>
                    <a:pt x="129681" y="226851"/>
                    <a:pt x="129067" y="226989"/>
                    <a:pt x="128435" y="227132"/>
                  </a:cubicBezTo>
                  <a:cubicBezTo>
                    <a:pt x="128179" y="228122"/>
                    <a:pt x="127932" y="229114"/>
                    <a:pt x="127691" y="230108"/>
                  </a:cubicBezTo>
                  <a:cubicBezTo>
                    <a:pt x="126461" y="230631"/>
                    <a:pt x="125221" y="231127"/>
                    <a:pt x="123970" y="231596"/>
                  </a:cubicBezTo>
                  <a:cubicBezTo>
                    <a:pt x="123724" y="232333"/>
                    <a:pt x="123479" y="233070"/>
                    <a:pt x="123226" y="233829"/>
                  </a:cubicBezTo>
                  <a:cubicBezTo>
                    <a:pt x="121486" y="234177"/>
                    <a:pt x="119811" y="234204"/>
                    <a:pt x="118040" y="234271"/>
                  </a:cubicBezTo>
                  <a:cubicBezTo>
                    <a:pt x="117541" y="234371"/>
                    <a:pt x="117042" y="234470"/>
                    <a:pt x="116529" y="234573"/>
                  </a:cubicBezTo>
                  <a:cubicBezTo>
                    <a:pt x="116283" y="235310"/>
                    <a:pt x="116037" y="236046"/>
                    <a:pt x="115784" y="236805"/>
                  </a:cubicBezTo>
                  <a:cubicBezTo>
                    <a:pt x="113738" y="237271"/>
                    <a:pt x="113738" y="237271"/>
                    <a:pt x="111320" y="237550"/>
                  </a:cubicBezTo>
                  <a:cubicBezTo>
                    <a:pt x="109285" y="237769"/>
                    <a:pt x="109285" y="237769"/>
                    <a:pt x="107599" y="238294"/>
                  </a:cubicBezTo>
                  <a:cubicBezTo>
                    <a:pt x="107353" y="239030"/>
                    <a:pt x="107108" y="239767"/>
                    <a:pt x="106855" y="240526"/>
                  </a:cubicBezTo>
                  <a:cubicBezTo>
                    <a:pt x="104990" y="240815"/>
                    <a:pt x="104990" y="240815"/>
                    <a:pt x="102479" y="240827"/>
                  </a:cubicBezTo>
                  <a:cubicBezTo>
                    <a:pt x="101074" y="240841"/>
                    <a:pt x="101074" y="240841"/>
                    <a:pt x="99642" y="240855"/>
                  </a:cubicBezTo>
                  <a:cubicBezTo>
                    <a:pt x="98612" y="240854"/>
                    <a:pt x="97583" y="240852"/>
                    <a:pt x="96553" y="240849"/>
                  </a:cubicBezTo>
                  <a:cubicBezTo>
                    <a:pt x="95505" y="240852"/>
                    <a:pt x="94457" y="240856"/>
                    <a:pt x="93408" y="240861"/>
                  </a:cubicBezTo>
                  <a:cubicBezTo>
                    <a:pt x="91209" y="240867"/>
                    <a:pt x="89009" y="240865"/>
                    <a:pt x="86810" y="240858"/>
                  </a:cubicBezTo>
                  <a:cubicBezTo>
                    <a:pt x="83984" y="240850"/>
                    <a:pt x="81159" y="240865"/>
                    <a:pt x="78334" y="240886"/>
                  </a:cubicBezTo>
                  <a:cubicBezTo>
                    <a:pt x="76169" y="240900"/>
                    <a:pt x="74003" y="240900"/>
                    <a:pt x="71838" y="240896"/>
                  </a:cubicBezTo>
                  <a:cubicBezTo>
                    <a:pt x="70796" y="240895"/>
                    <a:pt x="69754" y="240900"/>
                    <a:pt x="68712" y="240909"/>
                  </a:cubicBezTo>
                  <a:cubicBezTo>
                    <a:pt x="67258" y="240920"/>
                    <a:pt x="65804" y="240910"/>
                    <a:pt x="64350" y="240900"/>
                  </a:cubicBezTo>
                  <a:cubicBezTo>
                    <a:pt x="63521" y="240899"/>
                    <a:pt x="62692" y="240899"/>
                    <a:pt x="61838" y="240899"/>
                  </a:cubicBezTo>
                  <a:cubicBezTo>
                    <a:pt x="61223" y="240776"/>
                    <a:pt x="60608" y="240653"/>
                    <a:pt x="59974" y="240526"/>
                  </a:cubicBezTo>
                  <a:cubicBezTo>
                    <a:pt x="59463" y="239038"/>
                    <a:pt x="59463" y="239038"/>
                    <a:pt x="59230" y="237550"/>
                  </a:cubicBezTo>
                  <a:cubicBezTo>
                    <a:pt x="56994" y="237104"/>
                    <a:pt x="56994" y="237104"/>
                    <a:pt x="54393" y="237131"/>
                  </a:cubicBezTo>
                  <a:cubicBezTo>
                    <a:pt x="51719" y="237082"/>
                    <a:pt x="51719" y="237082"/>
                    <a:pt x="49556" y="236805"/>
                  </a:cubicBezTo>
                  <a:cubicBezTo>
                    <a:pt x="49188" y="235700"/>
                    <a:pt x="49188" y="235700"/>
                    <a:pt x="48812" y="234573"/>
                  </a:cubicBezTo>
                  <a:cubicBezTo>
                    <a:pt x="47428" y="234221"/>
                    <a:pt x="47428" y="234221"/>
                    <a:pt x="45835" y="234201"/>
                  </a:cubicBezTo>
                  <a:cubicBezTo>
                    <a:pt x="44207" y="234131"/>
                    <a:pt x="44207" y="234131"/>
                    <a:pt x="42859" y="233829"/>
                  </a:cubicBezTo>
                  <a:cubicBezTo>
                    <a:pt x="42490" y="232724"/>
                    <a:pt x="42490" y="232724"/>
                    <a:pt x="42114" y="231596"/>
                  </a:cubicBezTo>
                  <a:cubicBezTo>
                    <a:pt x="40986" y="231251"/>
                    <a:pt x="40986" y="231251"/>
                    <a:pt x="39836" y="230899"/>
                  </a:cubicBezTo>
                  <a:cubicBezTo>
                    <a:pt x="39114" y="230638"/>
                    <a:pt x="38393" y="230377"/>
                    <a:pt x="37650" y="230108"/>
                  </a:cubicBezTo>
                  <a:cubicBezTo>
                    <a:pt x="37650" y="229126"/>
                    <a:pt x="37650" y="228144"/>
                    <a:pt x="37650" y="227132"/>
                  </a:cubicBezTo>
                  <a:cubicBezTo>
                    <a:pt x="37066" y="227193"/>
                    <a:pt x="36483" y="227254"/>
                    <a:pt x="35882" y="227318"/>
                  </a:cubicBezTo>
                  <a:cubicBezTo>
                    <a:pt x="35238" y="227256"/>
                    <a:pt x="34593" y="227195"/>
                    <a:pt x="33929" y="227132"/>
                  </a:cubicBezTo>
                  <a:cubicBezTo>
                    <a:pt x="33138" y="225829"/>
                    <a:pt x="33138" y="225829"/>
                    <a:pt x="32441" y="224155"/>
                  </a:cubicBezTo>
                  <a:cubicBezTo>
                    <a:pt x="31919" y="223633"/>
                    <a:pt x="31397" y="223111"/>
                    <a:pt x="30859" y="222574"/>
                  </a:cubicBezTo>
                  <a:cubicBezTo>
                    <a:pt x="29464" y="221179"/>
                    <a:pt x="29464" y="221179"/>
                    <a:pt x="29464" y="219690"/>
                  </a:cubicBezTo>
                  <a:cubicBezTo>
                    <a:pt x="28727" y="219690"/>
                    <a:pt x="27991" y="219690"/>
                    <a:pt x="27232" y="219690"/>
                  </a:cubicBezTo>
                  <a:cubicBezTo>
                    <a:pt x="26984" y="218450"/>
                    <a:pt x="26736" y="217210"/>
                    <a:pt x="26488" y="215970"/>
                  </a:cubicBezTo>
                  <a:cubicBezTo>
                    <a:pt x="25751" y="215970"/>
                    <a:pt x="25014" y="215970"/>
                    <a:pt x="24255" y="215970"/>
                  </a:cubicBezTo>
                  <a:cubicBezTo>
                    <a:pt x="24000" y="214979"/>
                    <a:pt x="23752" y="213987"/>
                    <a:pt x="23511" y="212993"/>
                  </a:cubicBezTo>
                  <a:cubicBezTo>
                    <a:pt x="22774" y="212747"/>
                    <a:pt x="22038" y="212502"/>
                    <a:pt x="21279" y="212249"/>
                  </a:cubicBezTo>
                  <a:cubicBezTo>
                    <a:pt x="20767" y="209970"/>
                    <a:pt x="20767" y="209970"/>
                    <a:pt x="20534" y="207784"/>
                  </a:cubicBezTo>
                  <a:cubicBezTo>
                    <a:pt x="19798" y="207784"/>
                    <a:pt x="19061" y="207784"/>
                    <a:pt x="18302" y="207784"/>
                  </a:cubicBezTo>
                  <a:cubicBezTo>
                    <a:pt x="18210" y="206940"/>
                    <a:pt x="18118" y="206096"/>
                    <a:pt x="18023" y="205226"/>
                  </a:cubicBezTo>
                  <a:cubicBezTo>
                    <a:pt x="17869" y="204351"/>
                    <a:pt x="17716" y="203476"/>
                    <a:pt x="17558" y="202575"/>
                  </a:cubicBezTo>
                  <a:cubicBezTo>
                    <a:pt x="17067" y="202329"/>
                    <a:pt x="16576" y="202084"/>
                    <a:pt x="16070" y="201831"/>
                  </a:cubicBezTo>
                  <a:cubicBezTo>
                    <a:pt x="15902" y="200323"/>
                    <a:pt x="15739" y="198814"/>
                    <a:pt x="15654" y="197299"/>
                  </a:cubicBezTo>
                  <a:cubicBezTo>
                    <a:pt x="15427" y="195577"/>
                    <a:pt x="15427" y="195577"/>
                    <a:pt x="13093" y="194389"/>
                  </a:cubicBezTo>
                  <a:cubicBezTo>
                    <a:pt x="12752" y="191868"/>
                    <a:pt x="12718" y="189394"/>
                    <a:pt x="12651" y="186852"/>
                  </a:cubicBezTo>
                  <a:cubicBezTo>
                    <a:pt x="12551" y="186147"/>
                    <a:pt x="12452" y="185442"/>
                    <a:pt x="12349" y="184716"/>
                  </a:cubicBezTo>
                  <a:cubicBezTo>
                    <a:pt x="11612" y="184470"/>
                    <a:pt x="10875" y="184225"/>
                    <a:pt x="10116" y="183972"/>
                  </a:cubicBezTo>
                  <a:cubicBezTo>
                    <a:pt x="9795" y="182043"/>
                    <a:pt x="9795" y="182043"/>
                    <a:pt x="9736" y="179504"/>
                  </a:cubicBezTo>
                  <a:cubicBezTo>
                    <a:pt x="9709" y="178600"/>
                    <a:pt x="9683" y="177696"/>
                    <a:pt x="9656" y="176764"/>
                  </a:cubicBezTo>
                  <a:cubicBezTo>
                    <a:pt x="9631" y="175336"/>
                    <a:pt x="9631" y="175336"/>
                    <a:pt x="9605" y="173879"/>
                  </a:cubicBezTo>
                  <a:cubicBezTo>
                    <a:pt x="9579" y="172924"/>
                    <a:pt x="9554" y="171969"/>
                    <a:pt x="9528" y="170985"/>
                  </a:cubicBezTo>
                  <a:cubicBezTo>
                    <a:pt x="9466" y="168617"/>
                    <a:pt x="9415" y="166249"/>
                    <a:pt x="9372" y="163880"/>
                  </a:cubicBezTo>
                  <a:cubicBezTo>
                    <a:pt x="8881" y="163880"/>
                    <a:pt x="8390" y="163880"/>
                    <a:pt x="7884" y="163880"/>
                  </a:cubicBezTo>
                  <a:cubicBezTo>
                    <a:pt x="7884" y="110346"/>
                    <a:pt x="7884" y="56813"/>
                    <a:pt x="7884" y="1657"/>
                  </a:cubicBezTo>
                  <a:close/>
                </a:path>
              </a:pathLst>
            </a:custGeom>
            <a:grpFill/>
            <a:ln w="744" cap="flat">
              <a:noFill/>
              <a:prstDash val="solid"/>
              <a:miter/>
            </a:ln>
          </p:spPr>
          <p:txBody>
            <a:bodyPr rtlCol="0" anchor="ctr"/>
            <a:lstStyle/>
            <a:p>
              <a:endParaRPr lang="zh-CN" altLang="en-US"/>
            </a:p>
          </p:txBody>
        </p:sp>
        <p:sp>
          <p:nvSpPr>
            <p:cNvPr id="193" name="任意多边形: 形状 192"/>
            <p:cNvSpPr/>
            <p:nvPr/>
          </p:nvSpPr>
          <p:spPr>
            <a:xfrm>
              <a:off x="8881110" y="1388848"/>
              <a:ext cx="169257" cy="243424"/>
            </a:xfrm>
            <a:custGeom>
              <a:avLst/>
              <a:gdLst>
                <a:gd name="connsiteX0" fmla="*/ 81899 w 169259"/>
                <a:gd name="connsiteY0" fmla="*/ 1913 h 243416"/>
                <a:gd name="connsiteX1" fmla="*/ 85797 w 169259"/>
                <a:gd name="connsiteY1" fmla="*/ 1527 h 243416"/>
                <a:gd name="connsiteX2" fmla="*/ 88318 w 169259"/>
                <a:gd name="connsiteY2" fmla="*/ 1499 h 243416"/>
                <a:gd name="connsiteX3" fmla="*/ 91061 w 169259"/>
                <a:gd name="connsiteY3" fmla="*/ 1517 h 243416"/>
                <a:gd name="connsiteX4" fmla="*/ 93855 w 169259"/>
                <a:gd name="connsiteY4" fmla="*/ 1509 h 243416"/>
                <a:gd name="connsiteX5" fmla="*/ 99718 w 169259"/>
                <a:gd name="connsiteY5" fmla="*/ 1525 h 243416"/>
                <a:gd name="connsiteX6" fmla="*/ 107248 w 169259"/>
                <a:gd name="connsiteY6" fmla="*/ 1514 h 243416"/>
                <a:gd name="connsiteX7" fmla="*/ 114409 w 169259"/>
                <a:gd name="connsiteY7" fmla="*/ 1517 h 243416"/>
                <a:gd name="connsiteX8" fmla="*/ 117152 w 169259"/>
                <a:gd name="connsiteY8" fmla="*/ 1499 h 243416"/>
                <a:gd name="connsiteX9" fmla="*/ 119673 w 169259"/>
                <a:gd name="connsiteY9" fmla="*/ 1527 h 243416"/>
                <a:gd name="connsiteX10" fmla="*/ 121904 w 169259"/>
                <a:gd name="connsiteY10" fmla="*/ 1535 h 243416"/>
                <a:gd name="connsiteX11" fmla="*/ 123571 w 169259"/>
                <a:gd name="connsiteY11" fmla="*/ 1913 h 243416"/>
                <a:gd name="connsiteX12" fmla="*/ 124315 w 169259"/>
                <a:gd name="connsiteY12" fmla="*/ 4889 h 243416"/>
                <a:gd name="connsiteX13" fmla="*/ 129152 w 169259"/>
                <a:gd name="connsiteY13" fmla="*/ 5308 h 243416"/>
                <a:gd name="connsiteX14" fmla="*/ 133989 w 169259"/>
                <a:gd name="connsiteY14" fmla="*/ 5633 h 243416"/>
                <a:gd name="connsiteX15" fmla="*/ 134733 w 169259"/>
                <a:gd name="connsiteY15" fmla="*/ 7866 h 243416"/>
                <a:gd name="connsiteX16" fmla="*/ 137337 w 169259"/>
                <a:gd name="connsiteY16" fmla="*/ 8191 h 243416"/>
                <a:gd name="connsiteX17" fmla="*/ 139942 w 169259"/>
                <a:gd name="connsiteY17" fmla="*/ 8610 h 243416"/>
                <a:gd name="connsiteX18" fmla="*/ 140686 w 169259"/>
                <a:gd name="connsiteY18" fmla="*/ 11586 h 243416"/>
                <a:gd name="connsiteX19" fmla="*/ 145151 w 169259"/>
                <a:gd name="connsiteY19" fmla="*/ 12331 h 243416"/>
                <a:gd name="connsiteX20" fmla="*/ 146639 w 169259"/>
                <a:gd name="connsiteY20" fmla="*/ 15307 h 243416"/>
                <a:gd name="connsiteX21" fmla="*/ 148499 w 169259"/>
                <a:gd name="connsiteY21" fmla="*/ 15679 h 243416"/>
                <a:gd name="connsiteX22" fmla="*/ 150360 w 169259"/>
                <a:gd name="connsiteY22" fmla="*/ 16051 h 243416"/>
                <a:gd name="connsiteX23" fmla="*/ 151848 w 169259"/>
                <a:gd name="connsiteY23" fmla="*/ 19028 h 243416"/>
                <a:gd name="connsiteX24" fmla="*/ 153057 w 169259"/>
                <a:gd name="connsiteY24" fmla="*/ 20237 h 243416"/>
                <a:gd name="connsiteX25" fmla="*/ 154081 w 169259"/>
                <a:gd name="connsiteY25" fmla="*/ 22749 h 243416"/>
                <a:gd name="connsiteX26" fmla="*/ 156313 w 169259"/>
                <a:gd name="connsiteY26" fmla="*/ 22749 h 243416"/>
                <a:gd name="connsiteX27" fmla="*/ 157057 w 169259"/>
                <a:gd name="connsiteY27" fmla="*/ 26469 h 243416"/>
                <a:gd name="connsiteX28" fmla="*/ 159290 w 169259"/>
                <a:gd name="connsiteY28" fmla="*/ 26469 h 243416"/>
                <a:gd name="connsiteX29" fmla="*/ 160778 w 169259"/>
                <a:gd name="connsiteY29" fmla="*/ 29446 h 243416"/>
                <a:gd name="connsiteX30" fmla="*/ 162266 w 169259"/>
                <a:gd name="connsiteY30" fmla="*/ 30190 h 243416"/>
                <a:gd name="connsiteX31" fmla="*/ 163754 w 169259"/>
                <a:gd name="connsiteY31" fmla="*/ 33166 h 243416"/>
                <a:gd name="connsiteX32" fmla="*/ 165243 w 169259"/>
                <a:gd name="connsiteY32" fmla="*/ 33911 h 243416"/>
                <a:gd name="connsiteX33" fmla="*/ 165987 w 169259"/>
                <a:gd name="connsiteY33" fmla="*/ 38375 h 243416"/>
                <a:gd name="connsiteX34" fmla="*/ 168219 w 169259"/>
                <a:gd name="connsiteY34" fmla="*/ 38375 h 243416"/>
                <a:gd name="connsiteX35" fmla="*/ 168452 w 169259"/>
                <a:gd name="connsiteY35" fmla="*/ 40840 h 243416"/>
                <a:gd name="connsiteX36" fmla="*/ 171196 w 169259"/>
                <a:gd name="connsiteY36" fmla="*/ 45817 h 243416"/>
                <a:gd name="connsiteX37" fmla="*/ 171940 w 169259"/>
                <a:gd name="connsiteY37" fmla="*/ 48793 h 243416"/>
                <a:gd name="connsiteX38" fmla="*/ 173428 w 169259"/>
                <a:gd name="connsiteY38" fmla="*/ 49538 h 243416"/>
                <a:gd name="connsiteX39" fmla="*/ 173844 w 169259"/>
                <a:gd name="connsiteY39" fmla="*/ 54723 h 243416"/>
                <a:gd name="connsiteX40" fmla="*/ 174172 w 169259"/>
                <a:gd name="connsiteY40" fmla="*/ 56235 h 243416"/>
                <a:gd name="connsiteX41" fmla="*/ 176405 w 169259"/>
                <a:gd name="connsiteY41" fmla="*/ 56979 h 243416"/>
                <a:gd name="connsiteX42" fmla="*/ 176847 w 169259"/>
                <a:gd name="connsiteY42" fmla="*/ 62746 h 243416"/>
                <a:gd name="connsiteX43" fmla="*/ 177149 w 169259"/>
                <a:gd name="connsiteY43" fmla="*/ 64420 h 243416"/>
                <a:gd name="connsiteX44" fmla="*/ 179381 w 169259"/>
                <a:gd name="connsiteY44" fmla="*/ 65165 h 243416"/>
                <a:gd name="connsiteX45" fmla="*/ 179707 w 169259"/>
                <a:gd name="connsiteY45" fmla="*/ 68839 h 243416"/>
                <a:gd name="connsiteX46" fmla="*/ 179750 w 169259"/>
                <a:gd name="connsiteY46" fmla="*/ 70859 h 243416"/>
                <a:gd name="connsiteX47" fmla="*/ 178059 w 169259"/>
                <a:gd name="connsiteY47" fmla="*/ 73586 h 243416"/>
                <a:gd name="connsiteX48" fmla="*/ 173428 w 169259"/>
                <a:gd name="connsiteY48" fmla="*/ 74094 h 243416"/>
                <a:gd name="connsiteX49" fmla="*/ 173428 w 169259"/>
                <a:gd name="connsiteY49" fmla="*/ 77071 h 243416"/>
                <a:gd name="connsiteX50" fmla="*/ 162266 w 169259"/>
                <a:gd name="connsiteY50" fmla="*/ 77071 h 243416"/>
                <a:gd name="connsiteX51" fmla="*/ 162266 w 169259"/>
                <a:gd name="connsiteY51" fmla="*/ 80791 h 243416"/>
                <a:gd name="connsiteX52" fmla="*/ 155987 w 169259"/>
                <a:gd name="connsiteY52" fmla="*/ 80838 h 243416"/>
                <a:gd name="connsiteX53" fmla="*/ 154178 w 169259"/>
                <a:gd name="connsiteY53" fmla="*/ 80857 h 243416"/>
                <a:gd name="connsiteX54" fmla="*/ 149616 w 169259"/>
                <a:gd name="connsiteY54" fmla="*/ 80791 h 243416"/>
                <a:gd name="connsiteX55" fmla="*/ 148409 w 169259"/>
                <a:gd name="connsiteY55" fmla="*/ 73118 h 243416"/>
                <a:gd name="connsiteX56" fmla="*/ 148127 w 169259"/>
                <a:gd name="connsiteY56" fmla="*/ 71118 h 243416"/>
                <a:gd name="connsiteX57" fmla="*/ 146639 w 169259"/>
                <a:gd name="connsiteY57" fmla="*/ 70374 h 243416"/>
                <a:gd name="connsiteX58" fmla="*/ 146223 w 169259"/>
                <a:gd name="connsiteY58" fmla="*/ 65842 h 243416"/>
                <a:gd name="connsiteX59" fmla="*/ 143663 w 169259"/>
                <a:gd name="connsiteY59" fmla="*/ 62932 h 243416"/>
                <a:gd name="connsiteX60" fmla="*/ 143290 w 169259"/>
                <a:gd name="connsiteY60" fmla="*/ 60281 h 243416"/>
                <a:gd name="connsiteX61" fmla="*/ 142918 w 169259"/>
                <a:gd name="connsiteY61" fmla="*/ 57723 h 243416"/>
                <a:gd name="connsiteX62" fmla="*/ 140686 w 169259"/>
                <a:gd name="connsiteY62" fmla="*/ 56979 h 243416"/>
                <a:gd name="connsiteX63" fmla="*/ 140686 w 169259"/>
                <a:gd name="connsiteY63" fmla="*/ 53258 h 243416"/>
                <a:gd name="connsiteX64" fmla="*/ 138454 w 169259"/>
                <a:gd name="connsiteY64" fmla="*/ 52514 h 243416"/>
                <a:gd name="connsiteX65" fmla="*/ 138454 w 169259"/>
                <a:gd name="connsiteY65" fmla="*/ 49538 h 243416"/>
                <a:gd name="connsiteX66" fmla="*/ 136221 w 169259"/>
                <a:gd name="connsiteY66" fmla="*/ 48793 h 243416"/>
                <a:gd name="connsiteX67" fmla="*/ 135849 w 169259"/>
                <a:gd name="connsiteY67" fmla="*/ 47259 h 243416"/>
                <a:gd name="connsiteX68" fmla="*/ 135477 w 169259"/>
                <a:gd name="connsiteY68" fmla="*/ 45817 h 243416"/>
                <a:gd name="connsiteX69" fmla="*/ 133245 w 169259"/>
                <a:gd name="connsiteY69" fmla="*/ 45817 h 243416"/>
                <a:gd name="connsiteX70" fmla="*/ 133012 w 169259"/>
                <a:gd name="connsiteY70" fmla="*/ 44329 h 243416"/>
                <a:gd name="connsiteX71" fmla="*/ 132500 w 169259"/>
                <a:gd name="connsiteY71" fmla="*/ 42840 h 243416"/>
                <a:gd name="connsiteX72" fmla="*/ 130268 w 169259"/>
                <a:gd name="connsiteY72" fmla="*/ 42840 h 243416"/>
                <a:gd name="connsiteX73" fmla="*/ 128036 w 169259"/>
                <a:gd name="connsiteY73" fmla="*/ 42840 h 243416"/>
                <a:gd name="connsiteX74" fmla="*/ 127291 w 169259"/>
                <a:gd name="connsiteY74" fmla="*/ 39864 h 243416"/>
                <a:gd name="connsiteX75" fmla="*/ 125059 w 169259"/>
                <a:gd name="connsiteY75" fmla="*/ 39864 h 243416"/>
                <a:gd name="connsiteX76" fmla="*/ 122827 w 169259"/>
                <a:gd name="connsiteY76" fmla="*/ 39864 h 243416"/>
                <a:gd name="connsiteX77" fmla="*/ 122641 w 169259"/>
                <a:gd name="connsiteY77" fmla="*/ 38399 h 243416"/>
                <a:gd name="connsiteX78" fmla="*/ 122082 w 169259"/>
                <a:gd name="connsiteY78" fmla="*/ 36887 h 243416"/>
                <a:gd name="connsiteX79" fmla="*/ 116873 w 169259"/>
                <a:gd name="connsiteY79" fmla="*/ 36515 h 243416"/>
                <a:gd name="connsiteX80" fmla="*/ 111664 w 169259"/>
                <a:gd name="connsiteY80" fmla="*/ 36143 h 243416"/>
                <a:gd name="connsiteX81" fmla="*/ 111374 w 169259"/>
                <a:gd name="connsiteY81" fmla="*/ 34658 h 243416"/>
                <a:gd name="connsiteX82" fmla="*/ 110920 w 169259"/>
                <a:gd name="connsiteY82" fmla="*/ 33166 h 243416"/>
                <a:gd name="connsiteX83" fmla="*/ 107293 w 169259"/>
                <a:gd name="connsiteY83" fmla="*/ 32771 h 243416"/>
                <a:gd name="connsiteX84" fmla="*/ 105072 w 169259"/>
                <a:gd name="connsiteY84" fmla="*/ 32760 h 243416"/>
                <a:gd name="connsiteX85" fmla="*/ 102735 w 169259"/>
                <a:gd name="connsiteY85" fmla="*/ 32794 h 243416"/>
                <a:gd name="connsiteX86" fmla="*/ 100398 w 169259"/>
                <a:gd name="connsiteY86" fmla="*/ 32760 h 243416"/>
                <a:gd name="connsiteX87" fmla="*/ 98177 w 169259"/>
                <a:gd name="connsiteY87" fmla="*/ 32771 h 243416"/>
                <a:gd name="connsiteX88" fmla="*/ 96125 w 169259"/>
                <a:gd name="connsiteY88" fmla="*/ 32781 h 243416"/>
                <a:gd name="connsiteX89" fmla="*/ 94549 w 169259"/>
                <a:gd name="connsiteY89" fmla="*/ 33166 h 243416"/>
                <a:gd name="connsiteX90" fmla="*/ 93805 w 169259"/>
                <a:gd name="connsiteY90" fmla="*/ 36143 h 243416"/>
                <a:gd name="connsiteX91" fmla="*/ 86640 w 169259"/>
                <a:gd name="connsiteY91" fmla="*/ 36506 h 243416"/>
                <a:gd name="connsiteX92" fmla="*/ 82643 w 169259"/>
                <a:gd name="connsiteY92" fmla="*/ 36887 h 243416"/>
                <a:gd name="connsiteX93" fmla="*/ 81899 w 169259"/>
                <a:gd name="connsiteY93" fmla="*/ 39864 h 243416"/>
                <a:gd name="connsiteX94" fmla="*/ 76713 w 169259"/>
                <a:gd name="connsiteY94" fmla="*/ 39678 h 243416"/>
                <a:gd name="connsiteX95" fmla="*/ 75202 w 169259"/>
                <a:gd name="connsiteY95" fmla="*/ 39864 h 243416"/>
                <a:gd name="connsiteX96" fmla="*/ 74457 w 169259"/>
                <a:gd name="connsiteY96" fmla="*/ 42840 h 243416"/>
                <a:gd name="connsiteX97" fmla="*/ 69993 w 169259"/>
                <a:gd name="connsiteY97" fmla="*/ 43584 h 243416"/>
                <a:gd name="connsiteX98" fmla="*/ 69248 w 169259"/>
                <a:gd name="connsiteY98" fmla="*/ 46561 h 243416"/>
                <a:gd name="connsiteX99" fmla="*/ 67016 w 169259"/>
                <a:gd name="connsiteY99" fmla="*/ 47305 h 243416"/>
                <a:gd name="connsiteX100" fmla="*/ 65528 w 169259"/>
                <a:gd name="connsiteY100" fmla="*/ 49538 h 243416"/>
                <a:gd name="connsiteX101" fmla="*/ 64039 w 169259"/>
                <a:gd name="connsiteY101" fmla="*/ 49538 h 243416"/>
                <a:gd name="connsiteX102" fmla="*/ 63807 w 169259"/>
                <a:gd name="connsiteY102" fmla="*/ 50793 h 243416"/>
                <a:gd name="connsiteX103" fmla="*/ 59575 w 169259"/>
                <a:gd name="connsiteY103" fmla="*/ 56235 h 243416"/>
                <a:gd name="connsiteX104" fmla="*/ 58086 w 169259"/>
                <a:gd name="connsiteY104" fmla="*/ 59211 h 243416"/>
                <a:gd name="connsiteX105" fmla="*/ 56598 w 169259"/>
                <a:gd name="connsiteY105" fmla="*/ 59956 h 243416"/>
                <a:gd name="connsiteX106" fmla="*/ 56226 w 169259"/>
                <a:gd name="connsiteY106" fmla="*/ 61816 h 243416"/>
                <a:gd name="connsiteX107" fmla="*/ 55854 w 169259"/>
                <a:gd name="connsiteY107" fmla="*/ 63676 h 243416"/>
                <a:gd name="connsiteX108" fmla="*/ 54366 w 169259"/>
                <a:gd name="connsiteY108" fmla="*/ 64420 h 243416"/>
                <a:gd name="connsiteX109" fmla="*/ 53901 w 169259"/>
                <a:gd name="connsiteY109" fmla="*/ 67443 h 243416"/>
                <a:gd name="connsiteX110" fmla="*/ 53622 w 169259"/>
                <a:gd name="connsiteY110" fmla="*/ 70374 h 243416"/>
                <a:gd name="connsiteX111" fmla="*/ 51389 w 169259"/>
                <a:gd name="connsiteY111" fmla="*/ 70374 h 243416"/>
                <a:gd name="connsiteX112" fmla="*/ 51305 w 169259"/>
                <a:gd name="connsiteY112" fmla="*/ 72301 h 243416"/>
                <a:gd name="connsiteX113" fmla="*/ 51157 w 169259"/>
                <a:gd name="connsiteY113" fmla="*/ 74792 h 243416"/>
                <a:gd name="connsiteX114" fmla="*/ 51026 w 169259"/>
                <a:gd name="connsiteY114" fmla="*/ 77277 h 243416"/>
                <a:gd name="connsiteX115" fmla="*/ 50645 w 169259"/>
                <a:gd name="connsiteY115" fmla="*/ 79303 h 243416"/>
                <a:gd name="connsiteX116" fmla="*/ 48413 w 169259"/>
                <a:gd name="connsiteY116" fmla="*/ 80047 h 243416"/>
                <a:gd name="connsiteX117" fmla="*/ 47901 w 169259"/>
                <a:gd name="connsiteY117" fmla="*/ 85303 h 243416"/>
                <a:gd name="connsiteX118" fmla="*/ 47753 w 169259"/>
                <a:gd name="connsiteY118" fmla="*/ 88213 h 243416"/>
                <a:gd name="connsiteX119" fmla="*/ 47668 w 169259"/>
                <a:gd name="connsiteY119" fmla="*/ 90465 h 243416"/>
                <a:gd name="connsiteX120" fmla="*/ 46180 w 169259"/>
                <a:gd name="connsiteY120" fmla="*/ 90465 h 243416"/>
                <a:gd name="connsiteX121" fmla="*/ 46103 w 169259"/>
                <a:gd name="connsiteY121" fmla="*/ 115168 h 243416"/>
                <a:gd name="connsiteX122" fmla="*/ 46068 w 169259"/>
                <a:gd name="connsiteY122" fmla="*/ 126637 h 243416"/>
                <a:gd name="connsiteX123" fmla="*/ 46039 w 169259"/>
                <a:gd name="connsiteY123" fmla="*/ 137696 h 243416"/>
                <a:gd name="connsiteX124" fmla="*/ 46023 w 169259"/>
                <a:gd name="connsiteY124" fmla="*/ 141925 h 243416"/>
                <a:gd name="connsiteX125" fmla="*/ 46011 w 169259"/>
                <a:gd name="connsiteY125" fmla="*/ 147826 h 243416"/>
                <a:gd name="connsiteX126" fmla="*/ 45995 w 169259"/>
                <a:gd name="connsiteY126" fmla="*/ 149611 h 243416"/>
                <a:gd name="connsiteX127" fmla="*/ 46180 w 169259"/>
                <a:gd name="connsiteY127" fmla="*/ 153717 h 243416"/>
                <a:gd name="connsiteX128" fmla="*/ 47668 w 169259"/>
                <a:gd name="connsiteY128" fmla="*/ 154461 h 243416"/>
                <a:gd name="connsiteX129" fmla="*/ 48024 w 169259"/>
                <a:gd name="connsiteY129" fmla="*/ 162106 h 243416"/>
                <a:gd name="connsiteX130" fmla="*/ 48413 w 169259"/>
                <a:gd name="connsiteY130" fmla="*/ 166368 h 243416"/>
                <a:gd name="connsiteX131" fmla="*/ 50645 w 169259"/>
                <a:gd name="connsiteY131" fmla="*/ 167112 h 243416"/>
                <a:gd name="connsiteX132" fmla="*/ 51157 w 169259"/>
                <a:gd name="connsiteY132" fmla="*/ 171623 h 243416"/>
                <a:gd name="connsiteX133" fmla="*/ 51305 w 169259"/>
                <a:gd name="connsiteY133" fmla="*/ 174114 h 243416"/>
                <a:gd name="connsiteX134" fmla="*/ 51389 w 169259"/>
                <a:gd name="connsiteY134" fmla="*/ 176041 h 243416"/>
                <a:gd name="connsiteX135" fmla="*/ 53622 w 169259"/>
                <a:gd name="connsiteY135" fmla="*/ 176041 h 243416"/>
                <a:gd name="connsiteX136" fmla="*/ 53622 w 169259"/>
                <a:gd name="connsiteY136" fmla="*/ 182739 h 243416"/>
                <a:gd name="connsiteX137" fmla="*/ 55854 w 169259"/>
                <a:gd name="connsiteY137" fmla="*/ 182739 h 243416"/>
                <a:gd name="connsiteX138" fmla="*/ 56598 w 169259"/>
                <a:gd name="connsiteY138" fmla="*/ 186459 h 243416"/>
                <a:gd name="connsiteX139" fmla="*/ 58831 w 169259"/>
                <a:gd name="connsiteY139" fmla="*/ 188692 h 243416"/>
                <a:gd name="connsiteX140" fmla="*/ 63415 w 169259"/>
                <a:gd name="connsiteY140" fmla="*/ 195093 h 243416"/>
                <a:gd name="connsiteX141" fmla="*/ 66272 w 169259"/>
                <a:gd name="connsiteY141" fmla="*/ 197622 h 243416"/>
                <a:gd name="connsiteX142" fmla="*/ 67016 w 169259"/>
                <a:gd name="connsiteY142" fmla="*/ 199854 h 243416"/>
                <a:gd name="connsiteX143" fmla="*/ 68504 w 169259"/>
                <a:gd name="connsiteY143" fmla="*/ 200226 h 243416"/>
                <a:gd name="connsiteX144" fmla="*/ 69993 w 169259"/>
                <a:gd name="connsiteY144" fmla="*/ 200598 h 243416"/>
                <a:gd name="connsiteX145" fmla="*/ 70737 w 169259"/>
                <a:gd name="connsiteY145" fmla="*/ 202831 h 243416"/>
                <a:gd name="connsiteX146" fmla="*/ 72969 w 169259"/>
                <a:gd name="connsiteY146" fmla="*/ 203156 h 243416"/>
                <a:gd name="connsiteX147" fmla="*/ 75202 w 169259"/>
                <a:gd name="connsiteY147" fmla="*/ 203575 h 243416"/>
                <a:gd name="connsiteX148" fmla="*/ 75481 w 169259"/>
                <a:gd name="connsiteY148" fmla="*/ 205063 h 243416"/>
                <a:gd name="connsiteX149" fmla="*/ 75946 w 169259"/>
                <a:gd name="connsiteY149" fmla="*/ 206551 h 243416"/>
                <a:gd name="connsiteX150" fmla="*/ 80550 w 169259"/>
                <a:gd name="connsiteY150" fmla="*/ 207019 h 243416"/>
                <a:gd name="connsiteX151" fmla="*/ 81899 w 169259"/>
                <a:gd name="connsiteY151" fmla="*/ 207295 h 243416"/>
                <a:gd name="connsiteX152" fmla="*/ 82643 w 169259"/>
                <a:gd name="connsiteY152" fmla="*/ 209528 h 243416"/>
                <a:gd name="connsiteX153" fmla="*/ 90736 w 169259"/>
                <a:gd name="connsiteY153" fmla="*/ 209897 h 243416"/>
                <a:gd name="connsiteX154" fmla="*/ 93061 w 169259"/>
                <a:gd name="connsiteY154" fmla="*/ 210272 h 243416"/>
                <a:gd name="connsiteX155" fmla="*/ 93372 w 169259"/>
                <a:gd name="connsiteY155" fmla="*/ 211759 h 243416"/>
                <a:gd name="connsiteX156" fmla="*/ 93805 w 169259"/>
                <a:gd name="connsiteY156" fmla="*/ 213248 h 243416"/>
                <a:gd name="connsiteX157" fmla="*/ 97107 w 169259"/>
                <a:gd name="connsiteY157" fmla="*/ 213644 h 243416"/>
                <a:gd name="connsiteX158" fmla="*/ 99125 w 169259"/>
                <a:gd name="connsiteY158" fmla="*/ 213655 h 243416"/>
                <a:gd name="connsiteX159" fmla="*/ 101247 w 169259"/>
                <a:gd name="connsiteY159" fmla="*/ 213621 h 243416"/>
                <a:gd name="connsiteX160" fmla="*/ 103368 w 169259"/>
                <a:gd name="connsiteY160" fmla="*/ 213655 h 243416"/>
                <a:gd name="connsiteX161" fmla="*/ 105386 w 169259"/>
                <a:gd name="connsiteY161" fmla="*/ 213644 h 243416"/>
                <a:gd name="connsiteX162" fmla="*/ 107249 w 169259"/>
                <a:gd name="connsiteY162" fmla="*/ 213634 h 243416"/>
                <a:gd name="connsiteX163" fmla="*/ 108688 w 169259"/>
                <a:gd name="connsiteY163" fmla="*/ 213248 h 243416"/>
                <a:gd name="connsiteX164" fmla="*/ 109432 w 169259"/>
                <a:gd name="connsiteY164" fmla="*/ 210272 h 243416"/>
                <a:gd name="connsiteX165" fmla="*/ 114641 w 169259"/>
                <a:gd name="connsiteY165" fmla="*/ 209853 h 243416"/>
                <a:gd name="connsiteX166" fmla="*/ 119850 w 169259"/>
                <a:gd name="connsiteY166" fmla="*/ 209528 h 243416"/>
                <a:gd name="connsiteX167" fmla="*/ 120594 w 169259"/>
                <a:gd name="connsiteY167" fmla="*/ 207295 h 243416"/>
                <a:gd name="connsiteX168" fmla="*/ 125271 w 169259"/>
                <a:gd name="connsiteY168" fmla="*/ 206272 h 243416"/>
                <a:gd name="connsiteX169" fmla="*/ 126547 w 169259"/>
                <a:gd name="connsiteY169" fmla="*/ 205807 h 243416"/>
                <a:gd name="connsiteX170" fmla="*/ 126547 w 169259"/>
                <a:gd name="connsiteY170" fmla="*/ 203575 h 243416"/>
                <a:gd name="connsiteX171" fmla="*/ 130268 w 169259"/>
                <a:gd name="connsiteY171" fmla="*/ 202831 h 243416"/>
                <a:gd name="connsiteX172" fmla="*/ 131012 w 169259"/>
                <a:gd name="connsiteY172" fmla="*/ 200598 h 243416"/>
                <a:gd name="connsiteX173" fmla="*/ 134733 w 169259"/>
                <a:gd name="connsiteY173" fmla="*/ 199110 h 243416"/>
                <a:gd name="connsiteX174" fmla="*/ 135477 w 169259"/>
                <a:gd name="connsiteY174" fmla="*/ 196877 h 243416"/>
                <a:gd name="connsiteX175" fmla="*/ 137709 w 169259"/>
                <a:gd name="connsiteY175" fmla="*/ 196133 h 243416"/>
                <a:gd name="connsiteX176" fmla="*/ 138454 w 169259"/>
                <a:gd name="connsiteY176" fmla="*/ 193157 h 243416"/>
                <a:gd name="connsiteX177" fmla="*/ 139942 w 169259"/>
                <a:gd name="connsiteY177" fmla="*/ 192413 h 243416"/>
                <a:gd name="connsiteX178" fmla="*/ 140267 w 169259"/>
                <a:gd name="connsiteY178" fmla="*/ 191017 h 243416"/>
                <a:gd name="connsiteX179" fmla="*/ 142918 w 169259"/>
                <a:gd name="connsiteY179" fmla="*/ 187204 h 243416"/>
                <a:gd name="connsiteX180" fmla="*/ 143709 w 169259"/>
                <a:gd name="connsiteY180" fmla="*/ 185622 h 243416"/>
                <a:gd name="connsiteX181" fmla="*/ 145895 w 169259"/>
                <a:gd name="connsiteY181" fmla="*/ 183483 h 243416"/>
                <a:gd name="connsiteX182" fmla="*/ 146267 w 169259"/>
                <a:gd name="connsiteY182" fmla="*/ 180506 h 243416"/>
                <a:gd name="connsiteX183" fmla="*/ 146639 w 169259"/>
                <a:gd name="connsiteY183" fmla="*/ 177530 h 243416"/>
                <a:gd name="connsiteX184" fmla="*/ 148127 w 169259"/>
                <a:gd name="connsiteY184" fmla="*/ 176786 h 243416"/>
                <a:gd name="connsiteX185" fmla="*/ 148543 w 169259"/>
                <a:gd name="connsiteY185" fmla="*/ 170437 h 243416"/>
                <a:gd name="connsiteX186" fmla="*/ 148872 w 169259"/>
                <a:gd name="connsiteY186" fmla="*/ 168600 h 243416"/>
                <a:gd name="connsiteX187" fmla="*/ 151104 w 169259"/>
                <a:gd name="connsiteY187" fmla="*/ 167856 h 243416"/>
                <a:gd name="connsiteX188" fmla="*/ 151616 w 169259"/>
                <a:gd name="connsiteY188" fmla="*/ 161856 h 243416"/>
                <a:gd name="connsiteX189" fmla="*/ 151693 w 169259"/>
                <a:gd name="connsiteY189" fmla="*/ 160146 h 243416"/>
                <a:gd name="connsiteX190" fmla="*/ 151848 w 169259"/>
                <a:gd name="connsiteY190" fmla="*/ 155950 h 243416"/>
                <a:gd name="connsiteX191" fmla="*/ 158080 w 169259"/>
                <a:gd name="connsiteY191" fmla="*/ 155764 h 243416"/>
                <a:gd name="connsiteX192" fmla="*/ 159871 w 169259"/>
                <a:gd name="connsiteY192" fmla="*/ 155688 h 243416"/>
                <a:gd name="connsiteX193" fmla="*/ 164498 w 169259"/>
                <a:gd name="connsiteY193" fmla="*/ 155950 h 243416"/>
                <a:gd name="connsiteX194" fmla="*/ 165987 w 169259"/>
                <a:gd name="connsiteY194" fmla="*/ 158926 h 243416"/>
                <a:gd name="connsiteX195" fmla="*/ 170917 w 169259"/>
                <a:gd name="connsiteY195" fmla="*/ 159112 h 243416"/>
                <a:gd name="connsiteX196" fmla="*/ 173597 w 169259"/>
                <a:gd name="connsiteY196" fmla="*/ 159031 h 243416"/>
                <a:gd name="connsiteX197" fmla="*/ 175661 w 169259"/>
                <a:gd name="connsiteY197" fmla="*/ 158926 h 243416"/>
                <a:gd name="connsiteX198" fmla="*/ 175661 w 169259"/>
                <a:gd name="connsiteY198" fmla="*/ 162647 h 243416"/>
                <a:gd name="connsiteX199" fmla="*/ 181614 w 169259"/>
                <a:gd name="connsiteY199" fmla="*/ 162647 h 243416"/>
                <a:gd name="connsiteX200" fmla="*/ 181707 w 169259"/>
                <a:gd name="connsiteY200" fmla="*/ 168181 h 243416"/>
                <a:gd name="connsiteX201" fmla="*/ 181745 w 169259"/>
                <a:gd name="connsiteY201" fmla="*/ 169776 h 243416"/>
                <a:gd name="connsiteX202" fmla="*/ 181614 w 169259"/>
                <a:gd name="connsiteY202" fmla="*/ 173809 h 243416"/>
                <a:gd name="connsiteX203" fmla="*/ 180125 w 169259"/>
                <a:gd name="connsiteY203" fmla="*/ 174553 h 243416"/>
                <a:gd name="connsiteX204" fmla="*/ 179474 w 169259"/>
                <a:gd name="connsiteY204" fmla="*/ 181064 h 243416"/>
                <a:gd name="connsiteX205" fmla="*/ 179381 w 169259"/>
                <a:gd name="connsiteY205" fmla="*/ 183483 h 243416"/>
                <a:gd name="connsiteX206" fmla="*/ 177149 w 169259"/>
                <a:gd name="connsiteY206" fmla="*/ 184227 h 243416"/>
                <a:gd name="connsiteX207" fmla="*/ 176637 w 169259"/>
                <a:gd name="connsiteY207" fmla="*/ 187994 h 243416"/>
                <a:gd name="connsiteX208" fmla="*/ 176489 w 169259"/>
                <a:gd name="connsiteY208" fmla="*/ 190067 h 243416"/>
                <a:gd name="connsiteX209" fmla="*/ 176405 w 169259"/>
                <a:gd name="connsiteY209" fmla="*/ 191668 h 243416"/>
                <a:gd name="connsiteX210" fmla="*/ 174172 w 169259"/>
                <a:gd name="connsiteY210" fmla="*/ 191668 h 243416"/>
                <a:gd name="connsiteX211" fmla="*/ 173893 w 169259"/>
                <a:gd name="connsiteY211" fmla="*/ 194598 h 243416"/>
                <a:gd name="connsiteX212" fmla="*/ 173428 w 169259"/>
                <a:gd name="connsiteY212" fmla="*/ 197622 h 243416"/>
                <a:gd name="connsiteX213" fmla="*/ 171940 w 169259"/>
                <a:gd name="connsiteY213" fmla="*/ 198366 h 243416"/>
                <a:gd name="connsiteX214" fmla="*/ 170824 w 169259"/>
                <a:gd name="connsiteY214" fmla="*/ 201017 h 243416"/>
                <a:gd name="connsiteX215" fmla="*/ 169707 w 169259"/>
                <a:gd name="connsiteY215" fmla="*/ 203575 h 243416"/>
                <a:gd name="connsiteX216" fmla="*/ 168219 w 169259"/>
                <a:gd name="connsiteY216" fmla="*/ 203575 h 243416"/>
                <a:gd name="connsiteX217" fmla="*/ 168359 w 169259"/>
                <a:gd name="connsiteY217" fmla="*/ 205389 h 243416"/>
                <a:gd name="connsiteX218" fmla="*/ 168219 w 169259"/>
                <a:gd name="connsiteY218" fmla="*/ 207295 h 243416"/>
                <a:gd name="connsiteX219" fmla="*/ 165987 w 169259"/>
                <a:gd name="connsiteY219" fmla="*/ 208040 h 243416"/>
                <a:gd name="connsiteX220" fmla="*/ 164498 w 169259"/>
                <a:gd name="connsiteY220" fmla="*/ 213248 h 243416"/>
                <a:gd name="connsiteX221" fmla="*/ 163010 w 169259"/>
                <a:gd name="connsiteY221" fmla="*/ 213993 h 243416"/>
                <a:gd name="connsiteX222" fmla="*/ 162266 w 169259"/>
                <a:gd name="connsiteY222" fmla="*/ 216225 h 243416"/>
                <a:gd name="connsiteX223" fmla="*/ 160034 w 169259"/>
                <a:gd name="connsiteY223" fmla="*/ 217713 h 243416"/>
                <a:gd name="connsiteX224" fmla="*/ 159290 w 169259"/>
                <a:gd name="connsiteY224" fmla="*/ 219946 h 243416"/>
                <a:gd name="connsiteX225" fmla="*/ 157057 w 169259"/>
                <a:gd name="connsiteY225" fmla="*/ 222178 h 243416"/>
                <a:gd name="connsiteX226" fmla="*/ 155894 w 169259"/>
                <a:gd name="connsiteY226" fmla="*/ 223434 h 243416"/>
                <a:gd name="connsiteX227" fmla="*/ 153336 w 169259"/>
                <a:gd name="connsiteY227" fmla="*/ 224411 h 243416"/>
                <a:gd name="connsiteX228" fmla="*/ 153057 w 169259"/>
                <a:gd name="connsiteY228" fmla="*/ 225852 h 243416"/>
                <a:gd name="connsiteX229" fmla="*/ 152592 w 169259"/>
                <a:gd name="connsiteY229" fmla="*/ 227387 h 243416"/>
                <a:gd name="connsiteX230" fmla="*/ 149616 w 169259"/>
                <a:gd name="connsiteY230" fmla="*/ 228131 h 243416"/>
                <a:gd name="connsiteX231" fmla="*/ 149244 w 169259"/>
                <a:gd name="connsiteY231" fmla="*/ 229620 h 243416"/>
                <a:gd name="connsiteX232" fmla="*/ 148872 w 169259"/>
                <a:gd name="connsiteY232" fmla="*/ 231108 h 243416"/>
                <a:gd name="connsiteX233" fmla="*/ 145895 w 169259"/>
                <a:gd name="connsiteY233" fmla="*/ 231852 h 243416"/>
                <a:gd name="connsiteX234" fmla="*/ 145151 w 169259"/>
                <a:gd name="connsiteY234" fmla="*/ 234084 h 243416"/>
                <a:gd name="connsiteX235" fmla="*/ 142918 w 169259"/>
                <a:gd name="connsiteY235" fmla="*/ 234410 h 243416"/>
                <a:gd name="connsiteX236" fmla="*/ 140686 w 169259"/>
                <a:gd name="connsiteY236" fmla="*/ 234829 h 243416"/>
                <a:gd name="connsiteX237" fmla="*/ 140360 w 169259"/>
                <a:gd name="connsiteY237" fmla="*/ 236317 h 243416"/>
                <a:gd name="connsiteX238" fmla="*/ 139942 w 169259"/>
                <a:gd name="connsiteY238" fmla="*/ 237805 h 243416"/>
                <a:gd name="connsiteX239" fmla="*/ 134733 w 169259"/>
                <a:gd name="connsiteY239" fmla="*/ 238549 h 243416"/>
                <a:gd name="connsiteX240" fmla="*/ 133989 w 169259"/>
                <a:gd name="connsiteY240" fmla="*/ 240782 h 243416"/>
                <a:gd name="connsiteX241" fmla="*/ 126478 w 169259"/>
                <a:gd name="connsiteY241" fmla="*/ 241151 h 243416"/>
                <a:gd name="connsiteX242" fmla="*/ 124315 w 169259"/>
                <a:gd name="connsiteY242" fmla="*/ 241526 h 243416"/>
                <a:gd name="connsiteX243" fmla="*/ 124068 w 169259"/>
                <a:gd name="connsiteY243" fmla="*/ 243013 h 243416"/>
                <a:gd name="connsiteX244" fmla="*/ 123571 w 169259"/>
                <a:gd name="connsiteY244" fmla="*/ 244502 h 243416"/>
                <a:gd name="connsiteX245" fmla="*/ 119399 w 169259"/>
                <a:gd name="connsiteY245" fmla="*/ 244888 h 243416"/>
                <a:gd name="connsiteX246" fmla="*/ 116698 w 169259"/>
                <a:gd name="connsiteY246" fmla="*/ 244916 h 243416"/>
                <a:gd name="connsiteX247" fmla="*/ 113757 w 169259"/>
                <a:gd name="connsiteY247" fmla="*/ 244898 h 243416"/>
                <a:gd name="connsiteX248" fmla="*/ 110763 w 169259"/>
                <a:gd name="connsiteY248" fmla="*/ 244906 h 243416"/>
                <a:gd name="connsiteX249" fmla="*/ 104480 w 169259"/>
                <a:gd name="connsiteY249" fmla="*/ 244890 h 243416"/>
                <a:gd name="connsiteX250" fmla="*/ 96409 w 169259"/>
                <a:gd name="connsiteY250" fmla="*/ 244901 h 243416"/>
                <a:gd name="connsiteX251" fmla="*/ 90223 w 169259"/>
                <a:gd name="connsiteY251" fmla="*/ 244901 h 243416"/>
                <a:gd name="connsiteX252" fmla="*/ 85795 w 169259"/>
                <a:gd name="connsiteY252" fmla="*/ 244916 h 243416"/>
                <a:gd name="connsiteX253" fmla="*/ 83094 w 169259"/>
                <a:gd name="connsiteY253" fmla="*/ 244888 h 243416"/>
                <a:gd name="connsiteX254" fmla="*/ 80702 w 169259"/>
                <a:gd name="connsiteY254" fmla="*/ 244880 h 243416"/>
                <a:gd name="connsiteX255" fmla="*/ 78922 w 169259"/>
                <a:gd name="connsiteY255" fmla="*/ 244502 h 243416"/>
                <a:gd name="connsiteX256" fmla="*/ 78178 w 169259"/>
                <a:gd name="connsiteY256" fmla="*/ 241526 h 243416"/>
                <a:gd name="connsiteX257" fmla="*/ 73341 w 169259"/>
                <a:gd name="connsiteY257" fmla="*/ 241107 h 243416"/>
                <a:gd name="connsiteX258" fmla="*/ 68504 w 169259"/>
                <a:gd name="connsiteY258" fmla="*/ 240782 h 243416"/>
                <a:gd name="connsiteX259" fmla="*/ 67760 w 169259"/>
                <a:gd name="connsiteY259" fmla="*/ 238549 h 243416"/>
                <a:gd name="connsiteX260" fmla="*/ 64737 w 169259"/>
                <a:gd name="connsiteY260" fmla="*/ 238038 h 243416"/>
                <a:gd name="connsiteX261" fmla="*/ 61807 w 169259"/>
                <a:gd name="connsiteY261" fmla="*/ 237805 h 243416"/>
                <a:gd name="connsiteX262" fmla="*/ 61807 w 169259"/>
                <a:gd name="connsiteY262" fmla="*/ 234829 h 243416"/>
                <a:gd name="connsiteX263" fmla="*/ 59249 w 169259"/>
                <a:gd name="connsiteY263" fmla="*/ 234596 h 243416"/>
                <a:gd name="connsiteX264" fmla="*/ 56598 w 169259"/>
                <a:gd name="connsiteY264" fmla="*/ 234084 h 243416"/>
                <a:gd name="connsiteX265" fmla="*/ 55854 w 169259"/>
                <a:gd name="connsiteY265" fmla="*/ 231852 h 243416"/>
                <a:gd name="connsiteX266" fmla="*/ 53622 w 169259"/>
                <a:gd name="connsiteY266" fmla="*/ 231108 h 243416"/>
                <a:gd name="connsiteX267" fmla="*/ 51389 w 169259"/>
                <a:gd name="connsiteY267" fmla="*/ 230364 h 243416"/>
                <a:gd name="connsiteX268" fmla="*/ 50645 w 169259"/>
                <a:gd name="connsiteY268" fmla="*/ 228131 h 243416"/>
                <a:gd name="connsiteX269" fmla="*/ 48413 w 169259"/>
                <a:gd name="connsiteY269" fmla="*/ 227387 h 243416"/>
                <a:gd name="connsiteX270" fmla="*/ 46924 w 169259"/>
                <a:gd name="connsiteY270" fmla="*/ 224411 h 243416"/>
                <a:gd name="connsiteX271" fmla="*/ 44692 w 169259"/>
                <a:gd name="connsiteY271" fmla="*/ 223666 h 243416"/>
                <a:gd name="connsiteX272" fmla="*/ 43948 w 169259"/>
                <a:gd name="connsiteY272" fmla="*/ 221434 h 243416"/>
                <a:gd name="connsiteX273" fmla="*/ 42134 w 169259"/>
                <a:gd name="connsiteY273" fmla="*/ 219620 h 243416"/>
                <a:gd name="connsiteX274" fmla="*/ 38739 w 169259"/>
                <a:gd name="connsiteY274" fmla="*/ 214737 h 243416"/>
                <a:gd name="connsiteX275" fmla="*/ 37250 w 169259"/>
                <a:gd name="connsiteY275" fmla="*/ 214737 h 243416"/>
                <a:gd name="connsiteX276" fmla="*/ 36925 w 169259"/>
                <a:gd name="connsiteY276" fmla="*/ 212876 h 243416"/>
                <a:gd name="connsiteX277" fmla="*/ 36506 w 169259"/>
                <a:gd name="connsiteY277" fmla="*/ 211016 h 243416"/>
                <a:gd name="connsiteX278" fmla="*/ 34274 w 169259"/>
                <a:gd name="connsiteY278" fmla="*/ 211016 h 243416"/>
                <a:gd name="connsiteX279" fmla="*/ 34041 w 169259"/>
                <a:gd name="connsiteY279" fmla="*/ 208923 h 243416"/>
                <a:gd name="connsiteX280" fmla="*/ 31297 w 169259"/>
                <a:gd name="connsiteY280" fmla="*/ 204319 h 243416"/>
                <a:gd name="connsiteX281" fmla="*/ 30553 w 169259"/>
                <a:gd name="connsiteY281" fmla="*/ 202086 h 243416"/>
                <a:gd name="connsiteX282" fmla="*/ 29065 w 169259"/>
                <a:gd name="connsiteY282" fmla="*/ 201342 h 243416"/>
                <a:gd name="connsiteX283" fmla="*/ 27577 w 169259"/>
                <a:gd name="connsiteY283" fmla="*/ 196133 h 243416"/>
                <a:gd name="connsiteX284" fmla="*/ 26088 w 169259"/>
                <a:gd name="connsiteY284" fmla="*/ 195389 h 243416"/>
                <a:gd name="connsiteX285" fmla="*/ 25673 w 169259"/>
                <a:gd name="connsiteY285" fmla="*/ 190785 h 243416"/>
                <a:gd name="connsiteX286" fmla="*/ 25344 w 169259"/>
                <a:gd name="connsiteY286" fmla="*/ 189436 h 243416"/>
                <a:gd name="connsiteX287" fmla="*/ 23112 w 169259"/>
                <a:gd name="connsiteY287" fmla="*/ 188692 h 243416"/>
                <a:gd name="connsiteX288" fmla="*/ 22693 w 169259"/>
                <a:gd name="connsiteY288" fmla="*/ 185343 h 243416"/>
                <a:gd name="connsiteX289" fmla="*/ 22368 w 169259"/>
                <a:gd name="connsiteY289" fmla="*/ 181995 h 243416"/>
                <a:gd name="connsiteX290" fmla="*/ 20879 w 169259"/>
                <a:gd name="connsiteY290" fmla="*/ 181250 h 243416"/>
                <a:gd name="connsiteX291" fmla="*/ 20464 w 169259"/>
                <a:gd name="connsiteY291" fmla="*/ 174321 h 243416"/>
                <a:gd name="connsiteX292" fmla="*/ 20135 w 169259"/>
                <a:gd name="connsiteY292" fmla="*/ 172321 h 243416"/>
                <a:gd name="connsiteX293" fmla="*/ 17903 w 169259"/>
                <a:gd name="connsiteY293" fmla="*/ 171577 h 243416"/>
                <a:gd name="connsiteX294" fmla="*/ 17522 w 169259"/>
                <a:gd name="connsiteY294" fmla="*/ 168574 h 243416"/>
                <a:gd name="connsiteX295" fmla="*/ 17442 w 169259"/>
                <a:gd name="connsiteY295" fmla="*/ 166750 h 243416"/>
                <a:gd name="connsiteX296" fmla="*/ 17391 w 169259"/>
                <a:gd name="connsiteY296" fmla="*/ 164833 h 243416"/>
                <a:gd name="connsiteX297" fmla="*/ 17314 w 169259"/>
                <a:gd name="connsiteY297" fmla="*/ 162907 h 243416"/>
                <a:gd name="connsiteX298" fmla="*/ 17159 w 169259"/>
                <a:gd name="connsiteY298" fmla="*/ 158182 h 243416"/>
                <a:gd name="connsiteX299" fmla="*/ 14926 w 169259"/>
                <a:gd name="connsiteY299" fmla="*/ 158926 h 243416"/>
                <a:gd name="connsiteX300" fmla="*/ 14882 w 169259"/>
                <a:gd name="connsiteY300" fmla="*/ 157230 h 243416"/>
                <a:gd name="connsiteX301" fmla="*/ 14647 w 169259"/>
                <a:gd name="connsiteY301" fmla="*/ 149671 h 243416"/>
                <a:gd name="connsiteX302" fmla="*/ 14577 w 169259"/>
                <a:gd name="connsiteY302" fmla="*/ 147001 h 243416"/>
                <a:gd name="connsiteX303" fmla="*/ 14490 w 169259"/>
                <a:gd name="connsiteY303" fmla="*/ 144465 h 243416"/>
                <a:gd name="connsiteX304" fmla="*/ 14419 w 169259"/>
                <a:gd name="connsiteY304" fmla="*/ 142115 h 243416"/>
                <a:gd name="connsiteX305" fmla="*/ 14182 w 169259"/>
                <a:gd name="connsiteY305" fmla="*/ 140323 h 243416"/>
                <a:gd name="connsiteX306" fmla="*/ 12694 w 169259"/>
                <a:gd name="connsiteY306" fmla="*/ 139579 h 243416"/>
                <a:gd name="connsiteX307" fmla="*/ 12501 w 169259"/>
                <a:gd name="connsiteY307" fmla="*/ 136227 h 243416"/>
                <a:gd name="connsiteX308" fmla="*/ 12487 w 169259"/>
                <a:gd name="connsiteY308" fmla="*/ 134067 h 243416"/>
                <a:gd name="connsiteX309" fmla="*/ 12496 w 169259"/>
                <a:gd name="connsiteY309" fmla="*/ 131719 h 243416"/>
                <a:gd name="connsiteX310" fmla="*/ 12492 w 169259"/>
                <a:gd name="connsiteY310" fmla="*/ 129325 h 243416"/>
                <a:gd name="connsiteX311" fmla="*/ 12500 w 169259"/>
                <a:gd name="connsiteY311" fmla="*/ 124303 h 243416"/>
                <a:gd name="connsiteX312" fmla="*/ 12490 w 169259"/>
                <a:gd name="connsiteY312" fmla="*/ 116586 h 243416"/>
                <a:gd name="connsiteX313" fmla="*/ 12496 w 169259"/>
                <a:gd name="connsiteY313" fmla="*/ 111720 h 243416"/>
                <a:gd name="connsiteX314" fmla="*/ 12487 w 169259"/>
                <a:gd name="connsiteY314" fmla="*/ 109371 h 243416"/>
                <a:gd name="connsiteX315" fmla="*/ 12501 w 169259"/>
                <a:gd name="connsiteY315" fmla="*/ 107211 h 243416"/>
                <a:gd name="connsiteX316" fmla="*/ 12505 w 169259"/>
                <a:gd name="connsiteY316" fmla="*/ 105300 h 243416"/>
                <a:gd name="connsiteX317" fmla="*/ 12694 w 169259"/>
                <a:gd name="connsiteY317" fmla="*/ 103860 h 243416"/>
                <a:gd name="connsiteX318" fmla="*/ 14182 w 169259"/>
                <a:gd name="connsiteY318" fmla="*/ 103116 h 243416"/>
                <a:gd name="connsiteX319" fmla="*/ 14412 w 169259"/>
                <a:gd name="connsiteY319" fmla="*/ 99000 h 243416"/>
                <a:gd name="connsiteX320" fmla="*/ 14468 w 169259"/>
                <a:gd name="connsiteY320" fmla="*/ 96474 h 243416"/>
                <a:gd name="connsiteX321" fmla="*/ 14538 w 169259"/>
                <a:gd name="connsiteY321" fmla="*/ 91154 h 243416"/>
                <a:gd name="connsiteX322" fmla="*/ 14598 w 169259"/>
                <a:gd name="connsiteY322" fmla="*/ 88628 h 243416"/>
                <a:gd name="connsiteX323" fmla="*/ 14628 w 169259"/>
                <a:gd name="connsiteY323" fmla="*/ 86293 h 243416"/>
                <a:gd name="connsiteX324" fmla="*/ 14926 w 169259"/>
                <a:gd name="connsiteY324" fmla="*/ 84512 h 243416"/>
                <a:gd name="connsiteX325" fmla="*/ 17159 w 169259"/>
                <a:gd name="connsiteY325" fmla="*/ 83768 h 243416"/>
                <a:gd name="connsiteX326" fmla="*/ 17531 w 169259"/>
                <a:gd name="connsiteY326" fmla="*/ 78280 h 243416"/>
                <a:gd name="connsiteX327" fmla="*/ 19010 w 169259"/>
                <a:gd name="connsiteY327" fmla="*/ 71353 h 243416"/>
                <a:gd name="connsiteX328" fmla="*/ 20135 w 169259"/>
                <a:gd name="connsiteY328" fmla="*/ 70374 h 243416"/>
                <a:gd name="connsiteX329" fmla="*/ 20647 w 169259"/>
                <a:gd name="connsiteY329" fmla="*/ 66885 h 243416"/>
                <a:gd name="connsiteX330" fmla="*/ 20795 w 169259"/>
                <a:gd name="connsiteY330" fmla="*/ 65063 h 243416"/>
                <a:gd name="connsiteX331" fmla="*/ 20879 w 169259"/>
                <a:gd name="connsiteY331" fmla="*/ 63676 h 243416"/>
                <a:gd name="connsiteX332" fmla="*/ 23112 w 169259"/>
                <a:gd name="connsiteY332" fmla="*/ 63676 h 243416"/>
                <a:gd name="connsiteX333" fmla="*/ 22972 w 169259"/>
                <a:gd name="connsiteY333" fmla="*/ 60793 h 243416"/>
                <a:gd name="connsiteX334" fmla="*/ 23112 w 169259"/>
                <a:gd name="connsiteY334" fmla="*/ 57723 h 243416"/>
                <a:gd name="connsiteX335" fmla="*/ 25344 w 169259"/>
                <a:gd name="connsiteY335" fmla="*/ 56235 h 243416"/>
                <a:gd name="connsiteX336" fmla="*/ 25716 w 169259"/>
                <a:gd name="connsiteY336" fmla="*/ 53584 h 243416"/>
                <a:gd name="connsiteX337" fmla="*/ 26088 w 169259"/>
                <a:gd name="connsiteY337" fmla="*/ 51026 h 243416"/>
                <a:gd name="connsiteX338" fmla="*/ 28321 w 169259"/>
                <a:gd name="connsiteY338" fmla="*/ 50282 h 243416"/>
                <a:gd name="connsiteX339" fmla="*/ 29065 w 169259"/>
                <a:gd name="connsiteY339" fmla="*/ 45073 h 243416"/>
                <a:gd name="connsiteX340" fmla="*/ 31297 w 169259"/>
                <a:gd name="connsiteY340" fmla="*/ 42840 h 243416"/>
                <a:gd name="connsiteX341" fmla="*/ 32041 w 169259"/>
                <a:gd name="connsiteY341" fmla="*/ 40608 h 243416"/>
                <a:gd name="connsiteX342" fmla="*/ 35437 w 169259"/>
                <a:gd name="connsiteY342" fmla="*/ 37306 h 243416"/>
                <a:gd name="connsiteX343" fmla="*/ 37297 w 169259"/>
                <a:gd name="connsiteY343" fmla="*/ 34562 h 243416"/>
                <a:gd name="connsiteX344" fmla="*/ 39483 w 169259"/>
                <a:gd name="connsiteY344" fmla="*/ 32422 h 243416"/>
                <a:gd name="connsiteX345" fmla="*/ 40227 w 169259"/>
                <a:gd name="connsiteY345" fmla="*/ 30190 h 243416"/>
                <a:gd name="connsiteX346" fmla="*/ 42459 w 169259"/>
                <a:gd name="connsiteY346" fmla="*/ 28702 h 243416"/>
                <a:gd name="connsiteX347" fmla="*/ 43204 w 169259"/>
                <a:gd name="connsiteY347" fmla="*/ 26469 h 243416"/>
                <a:gd name="connsiteX348" fmla="*/ 45436 w 169259"/>
                <a:gd name="connsiteY348" fmla="*/ 24981 h 243416"/>
                <a:gd name="connsiteX349" fmla="*/ 46180 w 169259"/>
                <a:gd name="connsiteY349" fmla="*/ 22749 h 243416"/>
                <a:gd name="connsiteX350" fmla="*/ 49157 w 169259"/>
                <a:gd name="connsiteY350" fmla="*/ 21260 h 243416"/>
                <a:gd name="connsiteX351" fmla="*/ 49901 w 169259"/>
                <a:gd name="connsiteY351" fmla="*/ 19028 h 243416"/>
                <a:gd name="connsiteX352" fmla="*/ 53622 w 169259"/>
                <a:gd name="connsiteY352" fmla="*/ 18284 h 243416"/>
                <a:gd name="connsiteX353" fmla="*/ 54366 w 169259"/>
                <a:gd name="connsiteY353" fmla="*/ 16051 h 243416"/>
                <a:gd name="connsiteX354" fmla="*/ 56645 w 169259"/>
                <a:gd name="connsiteY354" fmla="*/ 15307 h 243416"/>
                <a:gd name="connsiteX355" fmla="*/ 58831 w 169259"/>
                <a:gd name="connsiteY355" fmla="*/ 14563 h 243416"/>
                <a:gd name="connsiteX356" fmla="*/ 58831 w 169259"/>
                <a:gd name="connsiteY356" fmla="*/ 12331 h 243416"/>
                <a:gd name="connsiteX357" fmla="*/ 61761 w 169259"/>
                <a:gd name="connsiteY357" fmla="*/ 12563 h 243416"/>
                <a:gd name="connsiteX358" fmla="*/ 64784 w 169259"/>
                <a:gd name="connsiteY358" fmla="*/ 12331 h 243416"/>
                <a:gd name="connsiteX359" fmla="*/ 65528 w 169259"/>
                <a:gd name="connsiteY359" fmla="*/ 8610 h 243416"/>
                <a:gd name="connsiteX360" fmla="*/ 70737 w 169259"/>
                <a:gd name="connsiteY360" fmla="*/ 7866 h 243416"/>
                <a:gd name="connsiteX361" fmla="*/ 71481 w 169259"/>
                <a:gd name="connsiteY361" fmla="*/ 5633 h 243416"/>
                <a:gd name="connsiteX362" fmla="*/ 78992 w 169259"/>
                <a:gd name="connsiteY362" fmla="*/ 5264 h 243416"/>
                <a:gd name="connsiteX363" fmla="*/ 81155 w 169259"/>
                <a:gd name="connsiteY363" fmla="*/ 4889 h 243416"/>
                <a:gd name="connsiteX364" fmla="*/ 81418 w 169259"/>
                <a:gd name="connsiteY364" fmla="*/ 3401 h 243416"/>
                <a:gd name="connsiteX365" fmla="*/ 81899 w 169259"/>
                <a:gd name="connsiteY365" fmla="*/ 1913 h 24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Lst>
              <a:rect l="l" t="t" r="r" b="b"/>
              <a:pathLst>
                <a:path w="169259" h="243416">
                  <a:moveTo>
                    <a:pt x="81899" y="1913"/>
                  </a:moveTo>
                  <a:cubicBezTo>
                    <a:pt x="83565" y="1535"/>
                    <a:pt x="83565" y="1535"/>
                    <a:pt x="85797" y="1527"/>
                  </a:cubicBezTo>
                  <a:cubicBezTo>
                    <a:pt x="86629" y="1518"/>
                    <a:pt x="87461" y="1509"/>
                    <a:pt x="88318" y="1499"/>
                  </a:cubicBezTo>
                  <a:cubicBezTo>
                    <a:pt x="89223" y="1505"/>
                    <a:pt x="90128" y="1511"/>
                    <a:pt x="91061" y="1517"/>
                  </a:cubicBezTo>
                  <a:cubicBezTo>
                    <a:pt x="92444" y="1513"/>
                    <a:pt x="92444" y="1513"/>
                    <a:pt x="93855" y="1509"/>
                  </a:cubicBezTo>
                  <a:cubicBezTo>
                    <a:pt x="95810" y="1507"/>
                    <a:pt x="97764" y="1511"/>
                    <a:pt x="99718" y="1525"/>
                  </a:cubicBezTo>
                  <a:cubicBezTo>
                    <a:pt x="102229" y="1541"/>
                    <a:pt x="104738" y="1532"/>
                    <a:pt x="107248" y="1514"/>
                  </a:cubicBezTo>
                  <a:cubicBezTo>
                    <a:pt x="109635" y="1501"/>
                    <a:pt x="112022" y="1510"/>
                    <a:pt x="114409" y="1517"/>
                  </a:cubicBezTo>
                  <a:cubicBezTo>
                    <a:pt x="115314" y="1511"/>
                    <a:pt x="116219" y="1505"/>
                    <a:pt x="117152" y="1499"/>
                  </a:cubicBezTo>
                  <a:cubicBezTo>
                    <a:pt x="118400" y="1513"/>
                    <a:pt x="118400" y="1513"/>
                    <a:pt x="119673" y="1527"/>
                  </a:cubicBezTo>
                  <a:cubicBezTo>
                    <a:pt x="120409" y="1530"/>
                    <a:pt x="121146" y="1532"/>
                    <a:pt x="121904" y="1535"/>
                  </a:cubicBezTo>
                  <a:cubicBezTo>
                    <a:pt x="122454" y="1659"/>
                    <a:pt x="123004" y="1784"/>
                    <a:pt x="123571" y="1913"/>
                  </a:cubicBezTo>
                  <a:cubicBezTo>
                    <a:pt x="124051" y="3401"/>
                    <a:pt x="124051" y="3401"/>
                    <a:pt x="124315" y="4889"/>
                  </a:cubicBezTo>
                  <a:cubicBezTo>
                    <a:pt x="126551" y="5334"/>
                    <a:pt x="126551" y="5334"/>
                    <a:pt x="129152" y="5308"/>
                  </a:cubicBezTo>
                  <a:cubicBezTo>
                    <a:pt x="131826" y="5357"/>
                    <a:pt x="131826" y="5357"/>
                    <a:pt x="133989" y="5633"/>
                  </a:cubicBezTo>
                  <a:cubicBezTo>
                    <a:pt x="134234" y="6370"/>
                    <a:pt x="134480" y="7107"/>
                    <a:pt x="134733" y="7866"/>
                  </a:cubicBezTo>
                  <a:cubicBezTo>
                    <a:pt x="135592" y="7973"/>
                    <a:pt x="136452" y="8081"/>
                    <a:pt x="137337" y="8191"/>
                  </a:cubicBezTo>
                  <a:cubicBezTo>
                    <a:pt x="138197" y="8329"/>
                    <a:pt x="139056" y="8468"/>
                    <a:pt x="139942" y="8610"/>
                  </a:cubicBezTo>
                  <a:cubicBezTo>
                    <a:pt x="140219" y="9594"/>
                    <a:pt x="140467" y="10587"/>
                    <a:pt x="140686" y="11586"/>
                  </a:cubicBezTo>
                  <a:cubicBezTo>
                    <a:pt x="142173" y="11840"/>
                    <a:pt x="143662" y="12087"/>
                    <a:pt x="145151" y="12331"/>
                  </a:cubicBezTo>
                  <a:cubicBezTo>
                    <a:pt x="145671" y="13310"/>
                    <a:pt x="146168" y="14303"/>
                    <a:pt x="146639" y="15307"/>
                  </a:cubicBezTo>
                  <a:cubicBezTo>
                    <a:pt x="147253" y="15430"/>
                    <a:pt x="147867" y="15553"/>
                    <a:pt x="148499" y="15679"/>
                  </a:cubicBezTo>
                  <a:cubicBezTo>
                    <a:pt x="149113" y="15802"/>
                    <a:pt x="149727" y="15925"/>
                    <a:pt x="150360" y="16051"/>
                  </a:cubicBezTo>
                  <a:cubicBezTo>
                    <a:pt x="151197" y="17447"/>
                    <a:pt x="151197" y="17447"/>
                    <a:pt x="151848" y="19028"/>
                  </a:cubicBezTo>
                  <a:cubicBezTo>
                    <a:pt x="152447" y="19626"/>
                    <a:pt x="152447" y="19626"/>
                    <a:pt x="153057" y="20237"/>
                  </a:cubicBezTo>
                  <a:cubicBezTo>
                    <a:pt x="154081" y="21260"/>
                    <a:pt x="154081" y="21260"/>
                    <a:pt x="154081" y="22749"/>
                  </a:cubicBezTo>
                  <a:cubicBezTo>
                    <a:pt x="154817" y="22749"/>
                    <a:pt x="155554" y="22749"/>
                    <a:pt x="156313" y="22749"/>
                  </a:cubicBezTo>
                  <a:cubicBezTo>
                    <a:pt x="156561" y="23989"/>
                    <a:pt x="156809" y="25229"/>
                    <a:pt x="157057" y="26469"/>
                  </a:cubicBezTo>
                  <a:cubicBezTo>
                    <a:pt x="157794" y="26469"/>
                    <a:pt x="158530" y="26469"/>
                    <a:pt x="159290" y="26469"/>
                  </a:cubicBezTo>
                  <a:cubicBezTo>
                    <a:pt x="160080" y="27911"/>
                    <a:pt x="160080" y="27911"/>
                    <a:pt x="160778" y="29446"/>
                  </a:cubicBezTo>
                  <a:cubicBezTo>
                    <a:pt x="161269" y="29691"/>
                    <a:pt x="161760" y="29937"/>
                    <a:pt x="162266" y="30190"/>
                  </a:cubicBezTo>
                  <a:cubicBezTo>
                    <a:pt x="162762" y="31182"/>
                    <a:pt x="163258" y="32174"/>
                    <a:pt x="163754" y="33166"/>
                  </a:cubicBezTo>
                  <a:cubicBezTo>
                    <a:pt x="164245" y="33412"/>
                    <a:pt x="164737" y="33658"/>
                    <a:pt x="165243" y="33911"/>
                  </a:cubicBezTo>
                  <a:cubicBezTo>
                    <a:pt x="165708" y="36190"/>
                    <a:pt x="165708" y="36190"/>
                    <a:pt x="165987" y="38375"/>
                  </a:cubicBezTo>
                  <a:cubicBezTo>
                    <a:pt x="166723" y="38375"/>
                    <a:pt x="167460" y="38375"/>
                    <a:pt x="168219" y="38375"/>
                  </a:cubicBezTo>
                  <a:cubicBezTo>
                    <a:pt x="168296" y="39189"/>
                    <a:pt x="168373" y="40002"/>
                    <a:pt x="168452" y="40840"/>
                  </a:cubicBezTo>
                  <a:cubicBezTo>
                    <a:pt x="168975" y="43647"/>
                    <a:pt x="169191" y="44063"/>
                    <a:pt x="171196" y="45817"/>
                  </a:cubicBezTo>
                  <a:cubicBezTo>
                    <a:pt x="171457" y="46806"/>
                    <a:pt x="171708" y="47797"/>
                    <a:pt x="171940" y="48793"/>
                  </a:cubicBezTo>
                  <a:cubicBezTo>
                    <a:pt x="172431" y="49039"/>
                    <a:pt x="172922" y="49285"/>
                    <a:pt x="173428" y="49538"/>
                  </a:cubicBezTo>
                  <a:cubicBezTo>
                    <a:pt x="173691" y="51268"/>
                    <a:pt x="173758" y="52976"/>
                    <a:pt x="173844" y="54723"/>
                  </a:cubicBezTo>
                  <a:cubicBezTo>
                    <a:pt x="173952" y="55222"/>
                    <a:pt x="174061" y="55721"/>
                    <a:pt x="174172" y="56235"/>
                  </a:cubicBezTo>
                  <a:cubicBezTo>
                    <a:pt x="174909" y="56480"/>
                    <a:pt x="175646" y="56726"/>
                    <a:pt x="176405" y="56979"/>
                  </a:cubicBezTo>
                  <a:cubicBezTo>
                    <a:pt x="176754" y="58911"/>
                    <a:pt x="176780" y="60785"/>
                    <a:pt x="176847" y="62746"/>
                  </a:cubicBezTo>
                  <a:cubicBezTo>
                    <a:pt x="176946" y="63299"/>
                    <a:pt x="177046" y="63851"/>
                    <a:pt x="177149" y="64420"/>
                  </a:cubicBezTo>
                  <a:cubicBezTo>
                    <a:pt x="177886" y="64666"/>
                    <a:pt x="178622" y="64912"/>
                    <a:pt x="179381" y="65165"/>
                  </a:cubicBezTo>
                  <a:cubicBezTo>
                    <a:pt x="179704" y="66813"/>
                    <a:pt x="179704" y="66813"/>
                    <a:pt x="179707" y="68839"/>
                  </a:cubicBezTo>
                  <a:cubicBezTo>
                    <a:pt x="179721" y="69505"/>
                    <a:pt x="179736" y="70172"/>
                    <a:pt x="179750" y="70859"/>
                  </a:cubicBezTo>
                  <a:cubicBezTo>
                    <a:pt x="179381" y="72606"/>
                    <a:pt x="179381" y="72606"/>
                    <a:pt x="178059" y="73586"/>
                  </a:cubicBezTo>
                  <a:cubicBezTo>
                    <a:pt x="176405" y="74094"/>
                    <a:pt x="176405" y="74094"/>
                    <a:pt x="173428" y="74094"/>
                  </a:cubicBezTo>
                  <a:cubicBezTo>
                    <a:pt x="173428" y="75076"/>
                    <a:pt x="173428" y="76059"/>
                    <a:pt x="173428" y="77071"/>
                  </a:cubicBezTo>
                  <a:cubicBezTo>
                    <a:pt x="169745" y="77071"/>
                    <a:pt x="166061" y="77071"/>
                    <a:pt x="162266" y="77071"/>
                  </a:cubicBezTo>
                  <a:cubicBezTo>
                    <a:pt x="162266" y="78299"/>
                    <a:pt x="162266" y="79526"/>
                    <a:pt x="162266" y="80791"/>
                  </a:cubicBezTo>
                  <a:cubicBezTo>
                    <a:pt x="160173" y="80811"/>
                    <a:pt x="158080" y="80826"/>
                    <a:pt x="155987" y="80838"/>
                  </a:cubicBezTo>
                  <a:cubicBezTo>
                    <a:pt x="155390" y="80844"/>
                    <a:pt x="154793" y="80850"/>
                    <a:pt x="154178" y="80857"/>
                  </a:cubicBezTo>
                  <a:cubicBezTo>
                    <a:pt x="152657" y="80863"/>
                    <a:pt x="151136" y="80830"/>
                    <a:pt x="149616" y="80791"/>
                  </a:cubicBezTo>
                  <a:cubicBezTo>
                    <a:pt x="147961" y="79137"/>
                    <a:pt x="148534" y="75358"/>
                    <a:pt x="148409" y="73118"/>
                  </a:cubicBezTo>
                  <a:cubicBezTo>
                    <a:pt x="148316" y="72458"/>
                    <a:pt x="148223" y="71798"/>
                    <a:pt x="148127" y="71118"/>
                  </a:cubicBezTo>
                  <a:cubicBezTo>
                    <a:pt x="147636" y="70872"/>
                    <a:pt x="147145" y="70627"/>
                    <a:pt x="146639" y="70374"/>
                  </a:cubicBezTo>
                  <a:cubicBezTo>
                    <a:pt x="146472" y="68866"/>
                    <a:pt x="146309" y="67356"/>
                    <a:pt x="146223" y="65842"/>
                  </a:cubicBezTo>
                  <a:cubicBezTo>
                    <a:pt x="145997" y="64120"/>
                    <a:pt x="145997" y="64120"/>
                    <a:pt x="143663" y="62932"/>
                  </a:cubicBezTo>
                  <a:cubicBezTo>
                    <a:pt x="143540" y="62057"/>
                    <a:pt x="143417" y="61182"/>
                    <a:pt x="143290" y="60281"/>
                  </a:cubicBezTo>
                  <a:cubicBezTo>
                    <a:pt x="143168" y="59437"/>
                    <a:pt x="143045" y="58593"/>
                    <a:pt x="142918" y="57723"/>
                  </a:cubicBezTo>
                  <a:cubicBezTo>
                    <a:pt x="142182" y="57478"/>
                    <a:pt x="141445" y="57232"/>
                    <a:pt x="140686" y="56979"/>
                  </a:cubicBezTo>
                  <a:cubicBezTo>
                    <a:pt x="140686" y="55739"/>
                    <a:pt x="140686" y="54499"/>
                    <a:pt x="140686" y="53258"/>
                  </a:cubicBezTo>
                  <a:cubicBezTo>
                    <a:pt x="139949" y="53013"/>
                    <a:pt x="139213" y="52767"/>
                    <a:pt x="138454" y="52514"/>
                  </a:cubicBezTo>
                  <a:cubicBezTo>
                    <a:pt x="138454" y="51532"/>
                    <a:pt x="138454" y="50550"/>
                    <a:pt x="138454" y="49538"/>
                  </a:cubicBezTo>
                  <a:cubicBezTo>
                    <a:pt x="137717" y="49292"/>
                    <a:pt x="136980" y="49046"/>
                    <a:pt x="136221" y="48793"/>
                  </a:cubicBezTo>
                  <a:cubicBezTo>
                    <a:pt x="136098" y="48287"/>
                    <a:pt x="135976" y="47780"/>
                    <a:pt x="135849" y="47259"/>
                  </a:cubicBezTo>
                  <a:cubicBezTo>
                    <a:pt x="135726" y="46783"/>
                    <a:pt x="135604" y="46307"/>
                    <a:pt x="135477" y="45817"/>
                  </a:cubicBezTo>
                  <a:cubicBezTo>
                    <a:pt x="134740" y="45817"/>
                    <a:pt x="134004" y="45817"/>
                    <a:pt x="133245" y="45817"/>
                  </a:cubicBezTo>
                  <a:cubicBezTo>
                    <a:pt x="133168" y="45326"/>
                    <a:pt x="133091" y="44835"/>
                    <a:pt x="133012" y="44329"/>
                  </a:cubicBezTo>
                  <a:cubicBezTo>
                    <a:pt x="132843" y="43837"/>
                    <a:pt x="132674" y="43346"/>
                    <a:pt x="132500" y="42840"/>
                  </a:cubicBezTo>
                  <a:cubicBezTo>
                    <a:pt x="131764" y="42840"/>
                    <a:pt x="131027" y="42840"/>
                    <a:pt x="130268" y="42840"/>
                  </a:cubicBezTo>
                  <a:cubicBezTo>
                    <a:pt x="129531" y="42840"/>
                    <a:pt x="128795" y="42840"/>
                    <a:pt x="128036" y="42840"/>
                  </a:cubicBezTo>
                  <a:cubicBezTo>
                    <a:pt x="127788" y="41848"/>
                    <a:pt x="127539" y="40856"/>
                    <a:pt x="127291" y="39864"/>
                  </a:cubicBezTo>
                  <a:cubicBezTo>
                    <a:pt x="126555" y="39864"/>
                    <a:pt x="125818" y="39864"/>
                    <a:pt x="125059" y="39864"/>
                  </a:cubicBezTo>
                  <a:cubicBezTo>
                    <a:pt x="124322" y="39864"/>
                    <a:pt x="123586" y="39864"/>
                    <a:pt x="122827" y="39864"/>
                  </a:cubicBezTo>
                  <a:cubicBezTo>
                    <a:pt x="122765" y="39380"/>
                    <a:pt x="122704" y="38897"/>
                    <a:pt x="122641" y="38399"/>
                  </a:cubicBezTo>
                  <a:cubicBezTo>
                    <a:pt x="122456" y="37900"/>
                    <a:pt x="122272" y="37401"/>
                    <a:pt x="122082" y="36887"/>
                  </a:cubicBezTo>
                  <a:cubicBezTo>
                    <a:pt x="119674" y="36470"/>
                    <a:pt x="119674" y="36470"/>
                    <a:pt x="116873" y="36515"/>
                  </a:cubicBezTo>
                  <a:cubicBezTo>
                    <a:pt x="113990" y="36492"/>
                    <a:pt x="113990" y="36492"/>
                    <a:pt x="111664" y="36143"/>
                  </a:cubicBezTo>
                  <a:cubicBezTo>
                    <a:pt x="111569" y="35653"/>
                    <a:pt x="111473" y="35163"/>
                    <a:pt x="111374" y="34658"/>
                  </a:cubicBezTo>
                  <a:cubicBezTo>
                    <a:pt x="111224" y="34166"/>
                    <a:pt x="111075" y="33673"/>
                    <a:pt x="110920" y="33166"/>
                  </a:cubicBezTo>
                  <a:cubicBezTo>
                    <a:pt x="109283" y="32701"/>
                    <a:pt x="109283" y="32701"/>
                    <a:pt x="107293" y="32771"/>
                  </a:cubicBezTo>
                  <a:cubicBezTo>
                    <a:pt x="106560" y="32767"/>
                    <a:pt x="105827" y="32763"/>
                    <a:pt x="105072" y="32760"/>
                  </a:cubicBezTo>
                  <a:cubicBezTo>
                    <a:pt x="104301" y="32771"/>
                    <a:pt x="103529" y="32783"/>
                    <a:pt x="102735" y="32794"/>
                  </a:cubicBezTo>
                  <a:cubicBezTo>
                    <a:pt x="101964" y="32783"/>
                    <a:pt x="101192" y="32771"/>
                    <a:pt x="100398" y="32760"/>
                  </a:cubicBezTo>
                  <a:cubicBezTo>
                    <a:pt x="99665" y="32763"/>
                    <a:pt x="98932" y="32767"/>
                    <a:pt x="98177" y="32771"/>
                  </a:cubicBezTo>
                  <a:cubicBezTo>
                    <a:pt x="97500" y="32775"/>
                    <a:pt x="96822" y="32778"/>
                    <a:pt x="96125" y="32781"/>
                  </a:cubicBezTo>
                  <a:cubicBezTo>
                    <a:pt x="95605" y="32908"/>
                    <a:pt x="95085" y="33036"/>
                    <a:pt x="94549" y="33166"/>
                  </a:cubicBezTo>
                  <a:cubicBezTo>
                    <a:pt x="94085" y="34646"/>
                    <a:pt x="94085" y="34646"/>
                    <a:pt x="93805" y="36143"/>
                  </a:cubicBezTo>
                  <a:cubicBezTo>
                    <a:pt x="91370" y="36484"/>
                    <a:pt x="89090" y="36520"/>
                    <a:pt x="86640" y="36506"/>
                  </a:cubicBezTo>
                  <a:cubicBezTo>
                    <a:pt x="84962" y="36512"/>
                    <a:pt x="84962" y="36512"/>
                    <a:pt x="82643" y="36887"/>
                  </a:cubicBezTo>
                  <a:cubicBezTo>
                    <a:pt x="82094" y="38370"/>
                    <a:pt x="82094" y="38370"/>
                    <a:pt x="81899" y="39864"/>
                  </a:cubicBezTo>
                  <a:cubicBezTo>
                    <a:pt x="80111" y="40084"/>
                    <a:pt x="78502" y="39859"/>
                    <a:pt x="76713" y="39678"/>
                  </a:cubicBezTo>
                  <a:cubicBezTo>
                    <a:pt x="76214" y="39739"/>
                    <a:pt x="75716" y="39800"/>
                    <a:pt x="75202" y="39864"/>
                  </a:cubicBezTo>
                  <a:cubicBezTo>
                    <a:pt x="74736" y="41325"/>
                    <a:pt x="74736" y="41325"/>
                    <a:pt x="74457" y="42840"/>
                  </a:cubicBezTo>
                  <a:cubicBezTo>
                    <a:pt x="72969" y="43088"/>
                    <a:pt x="71481" y="43336"/>
                    <a:pt x="69993" y="43584"/>
                  </a:cubicBezTo>
                  <a:cubicBezTo>
                    <a:pt x="69440" y="45051"/>
                    <a:pt x="69440" y="45051"/>
                    <a:pt x="69248" y="46561"/>
                  </a:cubicBezTo>
                  <a:cubicBezTo>
                    <a:pt x="68143" y="46929"/>
                    <a:pt x="68143" y="46929"/>
                    <a:pt x="67016" y="47305"/>
                  </a:cubicBezTo>
                  <a:cubicBezTo>
                    <a:pt x="66525" y="48042"/>
                    <a:pt x="66034" y="48779"/>
                    <a:pt x="65528" y="49538"/>
                  </a:cubicBezTo>
                  <a:cubicBezTo>
                    <a:pt x="65037" y="49538"/>
                    <a:pt x="64546" y="49538"/>
                    <a:pt x="64039" y="49538"/>
                  </a:cubicBezTo>
                  <a:cubicBezTo>
                    <a:pt x="63963" y="49952"/>
                    <a:pt x="63886" y="50366"/>
                    <a:pt x="63807" y="50793"/>
                  </a:cubicBezTo>
                  <a:cubicBezTo>
                    <a:pt x="63073" y="53263"/>
                    <a:pt x="61397" y="54457"/>
                    <a:pt x="59575" y="56235"/>
                  </a:cubicBezTo>
                  <a:cubicBezTo>
                    <a:pt x="59057" y="57216"/>
                    <a:pt x="58554" y="58205"/>
                    <a:pt x="58086" y="59211"/>
                  </a:cubicBezTo>
                  <a:cubicBezTo>
                    <a:pt x="57350" y="59580"/>
                    <a:pt x="57350" y="59580"/>
                    <a:pt x="56598" y="59956"/>
                  </a:cubicBezTo>
                  <a:cubicBezTo>
                    <a:pt x="56475" y="60569"/>
                    <a:pt x="56353" y="61183"/>
                    <a:pt x="56226" y="61816"/>
                  </a:cubicBezTo>
                  <a:cubicBezTo>
                    <a:pt x="56103" y="62430"/>
                    <a:pt x="55980" y="63044"/>
                    <a:pt x="55854" y="63676"/>
                  </a:cubicBezTo>
                  <a:cubicBezTo>
                    <a:pt x="55117" y="64045"/>
                    <a:pt x="55117" y="64045"/>
                    <a:pt x="54366" y="64420"/>
                  </a:cubicBezTo>
                  <a:cubicBezTo>
                    <a:pt x="54019" y="65831"/>
                    <a:pt x="54019" y="65831"/>
                    <a:pt x="53901" y="67443"/>
                  </a:cubicBezTo>
                  <a:cubicBezTo>
                    <a:pt x="53762" y="68894"/>
                    <a:pt x="53762" y="68894"/>
                    <a:pt x="53622" y="70374"/>
                  </a:cubicBezTo>
                  <a:cubicBezTo>
                    <a:pt x="52885" y="70374"/>
                    <a:pt x="52148" y="70374"/>
                    <a:pt x="51389" y="70374"/>
                  </a:cubicBezTo>
                  <a:cubicBezTo>
                    <a:pt x="51361" y="71009"/>
                    <a:pt x="51333" y="71645"/>
                    <a:pt x="51305" y="72301"/>
                  </a:cubicBezTo>
                  <a:cubicBezTo>
                    <a:pt x="51256" y="73123"/>
                    <a:pt x="51207" y="73945"/>
                    <a:pt x="51157" y="74792"/>
                  </a:cubicBezTo>
                  <a:cubicBezTo>
                    <a:pt x="51092" y="76022"/>
                    <a:pt x="51092" y="76022"/>
                    <a:pt x="51026" y="77277"/>
                  </a:cubicBezTo>
                  <a:cubicBezTo>
                    <a:pt x="50837" y="78280"/>
                    <a:pt x="50837" y="78280"/>
                    <a:pt x="50645" y="79303"/>
                  </a:cubicBezTo>
                  <a:cubicBezTo>
                    <a:pt x="49908" y="79549"/>
                    <a:pt x="49172" y="79794"/>
                    <a:pt x="48413" y="80047"/>
                  </a:cubicBezTo>
                  <a:cubicBezTo>
                    <a:pt x="47972" y="82481"/>
                    <a:pt x="47972" y="82481"/>
                    <a:pt x="47901" y="85303"/>
                  </a:cubicBezTo>
                  <a:cubicBezTo>
                    <a:pt x="47852" y="86263"/>
                    <a:pt x="47803" y="87223"/>
                    <a:pt x="47753" y="88213"/>
                  </a:cubicBezTo>
                  <a:cubicBezTo>
                    <a:pt x="47725" y="88956"/>
                    <a:pt x="47697" y="89699"/>
                    <a:pt x="47668" y="90465"/>
                  </a:cubicBezTo>
                  <a:cubicBezTo>
                    <a:pt x="47177" y="90465"/>
                    <a:pt x="46686" y="90465"/>
                    <a:pt x="46180" y="90465"/>
                  </a:cubicBezTo>
                  <a:cubicBezTo>
                    <a:pt x="46146" y="98699"/>
                    <a:pt x="46119" y="106934"/>
                    <a:pt x="46103" y="115168"/>
                  </a:cubicBezTo>
                  <a:cubicBezTo>
                    <a:pt x="46095" y="118991"/>
                    <a:pt x="46085" y="122814"/>
                    <a:pt x="46068" y="126637"/>
                  </a:cubicBezTo>
                  <a:cubicBezTo>
                    <a:pt x="46052" y="130323"/>
                    <a:pt x="46043" y="134009"/>
                    <a:pt x="46039" y="137696"/>
                  </a:cubicBezTo>
                  <a:cubicBezTo>
                    <a:pt x="46036" y="139105"/>
                    <a:pt x="46031" y="140515"/>
                    <a:pt x="46023" y="141925"/>
                  </a:cubicBezTo>
                  <a:cubicBezTo>
                    <a:pt x="46012" y="143892"/>
                    <a:pt x="46010" y="145859"/>
                    <a:pt x="46011" y="147826"/>
                  </a:cubicBezTo>
                  <a:cubicBezTo>
                    <a:pt x="46006" y="148415"/>
                    <a:pt x="46000" y="149004"/>
                    <a:pt x="45995" y="149611"/>
                  </a:cubicBezTo>
                  <a:cubicBezTo>
                    <a:pt x="46000" y="150981"/>
                    <a:pt x="46082" y="152351"/>
                    <a:pt x="46180" y="153717"/>
                  </a:cubicBezTo>
                  <a:cubicBezTo>
                    <a:pt x="46671" y="153963"/>
                    <a:pt x="47162" y="154208"/>
                    <a:pt x="47668" y="154461"/>
                  </a:cubicBezTo>
                  <a:cubicBezTo>
                    <a:pt x="47890" y="157018"/>
                    <a:pt x="47978" y="159543"/>
                    <a:pt x="48024" y="162106"/>
                  </a:cubicBezTo>
                  <a:cubicBezTo>
                    <a:pt x="48068" y="163895"/>
                    <a:pt x="48068" y="163895"/>
                    <a:pt x="48413" y="166368"/>
                  </a:cubicBezTo>
                  <a:cubicBezTo>
                    <a:pt x="49149" y="166613"/>
                    <a:pt x="49886" y="166859"/>
                    <a:pt x="50645" y="167112"/>
                  </a:cubicBezTo>
                  <a:cubicBezTo>
                    <a:pt x="51026" y="169138"/>
                    <a:pt x="51026" y="169138"/>
                    <a:pt x="51157" y="171623"/>
                  </a:cubicBezTo>
                  <a:cubicBezTo>
                    <a:pt x="51205" y="172445"/>
                    <a:pt x="51254" y="173267"/>
                    <a:pt x="51305" y="174114"/>
                  </a:cubicBezTo>
                  <a:cubicBezTo>
                    <a:pt x="51347" y="175068"/>
                    <a:pt x="51347" y="175068"/>
                    <a:pt x="51389" y="176041"/>
                  </a:cubicBezTo>
                  <a:cubicBezTo>
                    <a:pt x="52126" y="176041"/>
                    <a:pt x="52863" y="176041"/>
                    <a:pt x="53622" y="176041"/>
                  </a:cubicBezTo>
                  <a:cubicBezTo>
                    <a:pt x="53622" y="178252"/>
                    <a:pt x="53622" y="180462"/>
                    <a:pt x="53622" y="182739"/>
                  </a:cubicBezTo>
                  <a:cubicBezTo>
                    <a:pt x="54358" y="182739"/>
                    <a:pt x="55095" y="182739"/>
                    <a:pt x="55854" y="182739"/>
                  </a:cubicBezTo>
                  <a:cubicBezTo>
                    <a:pt x="56121" y="183975"/>
                    <a:pt x="56367" y="185216"/>
                    <a:pt x="56598" y="186459"/>
                  </a:cubicBezTo>
                  <a:cubicBezTo>
                    <a:pt x="57331" y="187215"/>
                    <a:pt x="58078" y="187956"/>
                    <a:pt x="58831" y="188692"/>
                  </a:cubicBezTo>
                  <a:cubicBezTo>
                    <a:pt x="60393" y="190802"/>
                    <a:pt x="61902" y="192946"/>
                    <a:pt x="63415" y="195093"/>
                  </a:cubicBezTo>
                  <a:cubicBezTo>
                    <a:pt x="64617" y="196930"/>
                    <a:pt x="64617" y="196930"/>
                    <a:pt x="66272" y="197622"/>
                  </a:cubicBezTo>
                  <a:cubicBezTo>
                    <a:pt x="66640" y="198727"/>
                    <a:pt x="66640" y="198727"/>
                    <a:pt x="67016" y="199854"/>
                  </a:cubicBezTo>
                  <a:cubicBezTo>
                    <a:pt x="67507" y="199977"/>
                    <a:pt x="67998" y="200100"/>
                    <a:pt x="68504" y="200226"/>
                  </a:cubicBezTo>
                  <a:cubicBezTo>
                    <a:pt x="68995" y="200349"/>
                    <a:pt x="69487" y="200472"/>
                    <a:pt x="69993" y="200598"/>
                  </a:cubicBezTo>
                  <a:cubicBezTo>
                    <a:pt x="70361" y="201703"/>
                    <a:pt x="70361" y="201703"/>
                    <a:pt x="70737" y="202831"/>
                  </a:cubicBezTo>
                  <a:cubicBezTo>
                    <a:pt x="71473" y="202938"/>
                    <a:pt x="72210" y="203045"/>
                    <a:pt x="72969" y="203156"/>
                  </a:cubicBezTo>
                  <a:cubicBezTo>
                    <a:pt x="73706" y="203294"/>
                    <a:pt x="74443" y="203432"/>
                    <a:pt x="75202" y="203575"/>
                  </a:cubicBezTo>
                  <a:cubicBezTo>
                    <a:pt x="75294" y="204066"/>
                    <a:pt x="75386" y="204557"/>
                    <a:pt x="75481" y="205063"/>
                  </a:cubicBezTo>
                  <a:cubicBezTo>
                    <a:pt x="75634" y="205554"/>
                    <a:pt x="75788" y="206045"/>
                    <a:pt x="75946" y="206551"/>
                  </a:cubicBezTo>
                  <a:cubicBezTo>
                    <a:pt x="77494" y="206879"/>
                    <a:pt x="78970" y="206971"/>
                    <a:pt x="80550" y="207019"/>
                  </a:cubicBezTo>
                  <a:cubicBezTo>
                    <a:pt x="80995" y="207110"/>
                    <a:pt x="81440" y="207201"/>
                    <a:pt x="81899" y="207295"/>
                  </a:cubicBezTo>
                  <a:cubicBezTo>
                    <a:pt x="82267" y="208400"/>
                    <a:pt x="82267" y="208400"/>
                    <a:pt x="82643" y="209528"/>
                  </a:cubicBezTo>
                  <a:cubicBezTo>
                    <a:pt x="85349" y="209849"/>
                    <a:pt x="88012" y="209856"/>
                    <a:pt x="90736" y="209897"/>
                  </a:cubicBezTo>
                  <a:cubicBezTo>
                    <a:pt x="91503" y="210021"/>
                    <a:pt x="92270" y="210144"/>
                    <a:pt x="93061" y="210272"/>
                  </a:cubicBezTo>
                  <a:cubicBezTo>
                    <a:pt x="93164" y="210763"/>
                    <a:pt x="93266" y="211253"/>
                    <a:pt x="93372" y="211759"/>
                  </a:cubicBezTo>
                  <a:cubicBezTo>
                    <a:pt x="93586" y="212496"/>
                    <a:pt x="93586" y="212496"/>
                    <a:pt x="93805" y="213248"/>
                  </a:cubicBezTo>
                  <a:cubicBezTo>
                    <a:pt x="95296" y="213713"/>
                    <a:pt x="95296" y="213713"/>
                    <a:pt x="97107" y="213644"/>
                  </a:cubicBezTo>
                  <a:cubicBezTo>
                    <a:pt x="97773" y="213648"/>
                    <a:pt x="98439" y="213651"/>
                    <a:pt x="99125" y="213655"/>
                  </a:cubicBezTo>
                  <a:cubicBezTo>
                    <a:pt x="99825" y="213644"/>
                    <a:pt x="100525" y="213632"/>
                    <a:pt x="101247" y="213621"/>
                  </a:cubicBezTo>
                  <a:cubicBezTo>
                    <a:pt x="101947" y="213632"/>
                    <a:pt x="102647" y="213644"/>
                    <a:pt x="103368" y="213655"/>
                  </a:cubicBezTo>
                  <a:cubicBezTo>
                    <a:pt x="104034" y="213652"/>
                    <a:pt x="104700" y="213648"/>
                    <a:pt x="105386" y="213644"/>
                  </a:cubicBezTo>
                  <a:cubicBezTo>
                    <a:pt x="106001" y="213640"/>
                    <a:pt x="106616" y="213637"/>
                    <a:pt x="107249" y="213634"/>
                  </a:cubicBezTo>
                  <a:cubicBezTo>
                    <a:pt x="107724" y="213507"/>
                    <a:pt x="108199" y="213379"/>
                    <a:pt x="108688" y="213248"/>
                  </a:cubicBezTo>
                  <a:cubicBezTo>
                    <a:pt x="109139" y="211769"/>
                    <a:pt x="109139" y="211769"/>
                    <a:pt x="109432" y="210272"/>
                  </a:cubicBezTo>
                  <a:cubicBezTo>
                    <a:pt x="111758" y="209897"/>
                    <a:pt x="111758" y="209897"/>
                    <a:pt x="114641" y="209853"/>
                  </a:cubicBezTo>
                  <a:cubicBezTo>
                    <a:pt x="117438" y="209854"/>
                    <a:pt x="117438" y="209854"/>
                    <a:pt x="119850" y="209528"/>
                  </a:cubicBezTo>
                  <a:cubicBezTo>
                    <a:pt x="120096" y="208791"/>
                    <a:pt x="120341" y="208054"/>
                    <a:pt x="120594" y="207295"/>
                  </a:cubicBezTo>
                  <a:cubicBezTo>
                    <a:pt x="122142" y="206772"/>
                    <a:pt x="123662" y="206544"/>
                    <a:pt x="125271" y="206272"/>
                  </a:cubicBezTo>
                  <a:cubicBezTo>
                    <a:pt x="125903" y="206042"/>
                    <a:pt x="125903" y="206042"/>
                    <a:pt x="126547" y="205807"/>
                  </a:cubicBezTo>
                  <a:cubicBezTo>
                    <a:pt x="126547" y="205070"/>
                    <a:pt x="126547" y="204334"/>
                    <a:pt x="126547" y="203575"/>
                  </a:cubicBezTo>
                  <a:cubicBezTo>
                    <a:pt x="127786" y="203321"/>
                    <a:pt x="129027" y="203073"/>
                    <a:pt x="130268" y="202831"/>
                  </a:cubicBezTo>
                  <a:cubicBezTo>
                    <a:pt x="130514" y="202094"/>
                    <a:pt x="130759" y="201357"/>
                    <a:pt x="131012" y="200598"/>
                  </a:cubicBezTo>
                  <a:cubicBezTo>
                    <a:pt x="132252" y="200102"/>
                    <a:pt x="133493" y="199606"/>
                    <a:pt x="134733" y="199110"/>
                  </a:cubicBezTo>
                  <a:cubicBezTo>
                    <a:pt x="134978" y="198373"/>
                    <a:pt x="135224" y="197636"/>
                    <a:pt x="135477" y="196877"/>
                  </a:cubicBezTo>
                  <a:cubicBezTo>
                    <a:pt x="136214" y="196632"/>
                    <a:pt x="136950" y="196386"/>
                    <a:pt x="137709" y="196133"/>
                  </a:cubicBezTo>
                  <a:cubicBezTo>
                    <a:pt x="137986" y="195149"/>
                    <a:pt x="138235" y="194156"/>
                    <a:pt x="138454" y="193157"/>
                  </a:cubicBezTo>
                  <a:cubicBezTo>
                    <a:pt x="138945" y="192911"/>
                    <a:pt x="139436" y="192666"/>
                    <a:pt x="139942" y="192413"/>
                  </a:cubicBezTo>
                  <a:cubicBezTo>
                    <a:pt x="140049" y="191952"/>
                    <a:pt x="140157" y="191492"/>
                    <a:pt x="140267" y="191017"/>
                  </a:cubicBezTo>
                  <a:cubicBezTo>
                    <a:pt x="140768" y="189126"/>
                    <a:pt x="141527" y="188539"/>
                    <a:pt x="142918" y="187204"/>
                  </a:cubicBezTo>
                  <a:cubicBezTo>
                    <a:pt x="143179" y="186682"/>
                    <a:pt x="143440" y="186160"/>
                    <a:pt x="143709" y="185622"/>
                  </a:cubicBezTo>
                  <a:cubicBezTo>
                    <a:pt x="144407" y="184227"/>
                    <a:pt x="144407" y="184227"/>
                    <a:pt x="145895" y="183483"/>
                  </a:cubicBezTo>
                  <a:cubicBezTo>
                    <a:pt x="146185" y="182095"/>
                    <a:pt x="146185" y="182095"/>
                    <a:pt x="146267" y="180506"/>
                  </a:cubicBezTo>
                  <a:cubicBezTo>
                    <a:pt x="146383" y="178879"/>
                    <a:pt x="146383" y="178879"/>
                    <a:pt x="146639" y="177530"/>
                  </a:cubicBezTo>
                  <a:cubicBezTo>
                    <a:pt x="147130" y="177284"/>
                    <a:pt x="147621" y="177039"/>
                    <a:pt x="148127" y="176786"/>
                  </a:cubicBezTo>
                  <a:cubicBezTo>
                    <a:pt x="148392" y="174668"/>
                    <a:pt x="148458" y="172569"/>
                    <a:pt x="148543" y="170437"/>
                  </a:cubicBezTo>
                  <a:cubicBezTo>
                    <a:pt x="148651" y="169831"/>
                    <a:pt x="148760" y="169225"/>
                    <a:pt x="148872" y="168600"/>
                  </a:cubicBezTo>
                  <a:cubicBezTo>
                    <a:pt x="149608" y="168354"/>
                    <a:pt x="150345" y="168109"/>
                    <a:pt x="151104" y="167856"/>
                  </a:cubicBezTo>
                  <a:cubicBezTo>
                    <a:pt x="151395" y="165808"/>
                    <a:pt x="151554" y="163913"/>
                    <a:pt x="151616" y="161856"/>
                  </a:cubicBezTo>
                  <a:cubicBezTo>
                    <a:pt x="151641" y="161292"/>
                    <a:pt x="151666" y="160727"/>
                    <a:pt x="151693" y="160146"/>
                  </a:cubicBezTo>
                  <a:cubicBezTo>
                    <a:pt x="151754" y="158747"/>
                    <a:pt x="151802" y="157349"/>
                    <a:pt x="151848" y="155950"/>
                  </a:cubicBezTo>
                  <a:cubicBezTo>
                    <a:pt x="153926" y="155870"/>
                    <a:pt x="156001" y="155810"/>
                    <a:pt x="158080" y="155764"/>
                  </a:cubicBezTo>
                  <a:cubicBezTo>
                    <a:pt x="158671" y="155739"/>
                    <a:pt x="159262" y="155714"/>
                    <a:pt x="159871" y="155688"/>
                  </a:cubicBezTo>
                  <a:cubicBezTo>
                    <a:pt x="161586" y="155659"/>
                    <a:pt x="161586" y="155659"/>
                    <a:pt x="164498" y="155950"/>
                  </a:cubicBezTo>
                  <a:cubicBezTo>
                    <a:pt x="165336" y="157438"/>
                    <a:pt x="165336" y="157438"/>
                    <a:pt x="165987" y="158926"/>
                  </a:cubicBezTo>
                  <a:cubicBezTo>
                    <a:pt x="168310" y="159289"/>
                    <a:pt x="168310" y="159289"/>
                    <a:pt x="170917" y="159112"/>
                  </a:cubicBezTo>
                  <a:cubicBezTo>
                    <a:pt x="171801" y="159085"/>
                    <a:pt x="172686" y="159059"/>
                    <a:pt x="173597" y="159031"/>
                  </a:cubicBezTo>
                  <a:cubicBezTo>
                    <a:pt x="174278" y="158996"/>
                    <a:pt x="174959" y="158962"/>
                    <a:pt x="175661" y="158926"/>
                  </a:cubicBezTo>
                  <a:cubicBezTo>
                    <a:pt x="175661" y="160154"/>
                    <a:pt x="175661" y="161382"/>
                    <a:pt x="175661" y="162647"/>
                  </a:cubicBezTo>
                  <a:cubicBezTo>
                    <a:pt x="177625" y="162647"/>
                    <a:pt x="179590" y="162647"/>
                    <a:pt x="181614" y="162647"/>
                  </a:cubicBezTo>
                  <a:cubicBezTo>
                    <a:pt x="181654" y="164492"/>
                    <a:pt x="181683" y="166336"/>
                    <a:pt x="181707" y="168181"/>
                  </a:cubicBezTo>
                  <a:cubicBezTo>
                    <a:pt x="181719" y="168708"/>
                    <a:pt x="181732" y="169234"/>
                    <a:pt x="181745" y="169776"/>
                  </a:cubicBezTo>
                  <a:cubicBezTo>
                    <a:pt x="181757" y="171121"/>
                    <a:pt x="181691" y="172466"/>
                    <a:pt x="181614" y="173809"/>
                  </a:cubicBezTo>
                  <a:cubicBezTo>
                    <a:pt x="181123" y="174055"/>
                    <a:pt x="180631" y="174300"/>
                    <a:pt x="180125" y="174553"/>
                  </a:cubicBezTo>
                  <a:cubicBezTo>
                    <a:pt x="179455" y="176833"/>
                    <a:pt x="179395" y="178673"/>
                    <a:pt x="179474" y="181064"/>
                  </a:cubicBezTo>
                  <a:cubicBezTo>
                    <a:pt x="179444" y="181863"/>
                    <a:pt x="179413" y="182661"/>
                    <a:pt x="179381" y="183483"/>
                  </a:cubicBezTo>
                  <a:cubicBezTo>
                    <a:pt x="178645" y="183728"/>
                    <a:pt x="177908" y="183974"/>
                    <a:pt x="177149" y="184227"/>
                  </a:cubicBezTo>
                  <a:cubicBezTo>
                    <a:pt x="176711" y="185974"/>
                    <a:pt x="176711" y="185974"/>
                    <a:pt x="176637" y="187994"/>
                  </a:cubicBezTo>
                  <a:cubicBezTo>
                    <a:pt x="176564" y="189020"/>
                    <a:pt x="176564" y="189020"/>
                    <a:pt x="176489" y="190067"/>
                  </a:cubicBezTo>
                  <a:cubicBezTo>
                    <a:pt x="176461" y="190595"/>
                    <a:pt x="176433" y="191124"/>
                    <a:pt x="176405" y="191668"/>
                  </a:cubicBezTo>
                  <a:cubicBezTo>
                    <a:pt x="175668" y="191668"/>
                    <a:pt x="174931" y="191668"/>
                    <a:pt x="174172" y="191668"/>
                  </a:cubicBezTo>
                  <a:cubicBezTo>
                    <a:pt x="174034" y="193119"/>
                    <a:pt x="174034" y="193119"/>
                    <a:pt x="173893" y="194598"/>
                  </a:cubicBezTo>
                  <a:cubicBezTo>
                    <a:pt x="173736" y="196247"/>
                    <a:pt x="173736" y="196247"/>
                    <a:pt x="173428" y="197622"/>
                  </a:cubicBezTo>
                  <a:cubicBezTo>
                    <a:pt x="172937" y="197867"/>
                    <a:pt x="172446" y="198113"/>
                    <a:pt x="171940" y="198366"/>
                  </a:cubicBezTo>
                  <a:cubicBezTo>
                    <a:pt x="171572" y="199241"/>
                    <a:pt x="171203" y="200115"/>
                    <a:pt x="170824" y="201017"/>
                  </a:cubicBezTo>
                  <a:cubicBezTo>
                    <a:pt x="170455" y="201861"/>
                    <a:pt x="170087" y="202705"/>
                    <a:pt x="169707" y="203575"/>
                  </a:cubicBezTo>
                  <a:cubicBezTo>
                    <a:pt x="169216" y="203575"/>
                    <a:pt x="168725" y="203575"/>
                    <a:pt x="168219" y="203575"/>
                  </a:cubicBezTo>
                  <a:cubicBezTo>
                    <a:pt x="168265" y="204173"/>
                    <a:pt x="168311" y="204772"/>
                    <a:pt x="168359" y="205389"/>
                  </a:cubicBezTo>
                  <a:cubicBezTo>
                    <a:pt x="168313" y="206018"/>
                    <a:pt x="168267" y="206647"/>
                    <a:pt x="168219" y="207295"/>
                  </a:cubicBezTo>
                  <a:cubicBezTo>
                    <a:pt x="167482" y="207541"/>
                    <a:pt x="166746" y="207787"/>
                    <a:pt x="165987" y="208040"/>
                  </a:cubicBezTo>
                  <a:cubicBezTo>
                    <a:pt x="165462" y="209767"/>
                    <a:pt x="164966" y="211504"/>
                    <a:pt x="164498" y="213248"/>
                  </a:cubicBezTo>
                  <a:cubicBezTo>
                    <a:pt x="164007" y="213494"/>
                    <a:pt x="163516" y="213740"/>
                    <a:pt x="163010" y="213993"/>
                  </a:cubicBezTo>
                  <a:cubicBezTo>
                    <a:pt x="162765" y="214729"/>
                    <a:pt x="162519" y="215466"/>
                    <a:pt x="162266" y="216225"/>
                  </a:cubicBezTo>
                  <a:cubicBezTo>
                    <a:pt x="161529" y="216716"/>
                    <a:pt x="160793" y="217207"/>
                    <a:pt x="160034" y="217713"/>
                  </a:cubicBezTo>
                  <a:cubicBezTo>
                    <a:pt x="159788" y="218450"/>
                    <a:pt x="159543" y="219187"/>
                    <a:pt x="159290" y="219946"/>
                  </a:cubicBezTo>
                  <a:cubicBezTo>
                    <a:pt x="158266" y="221062"/>
                    <a:pt x="158266" y="221062"/>
                    <a:pt x="157057" y="222178"/>
                  </a:cubicBezTo>
                  <a:cubicBezTo>
                    <a:pt x="156482" y="222800"/>
                    <a:pt x="156482" y="222800"/>
                    <a:pt x="155894" y="223434"/>
                  </a:cubicBezTo>
                  <a:cubicBezTo>
                    <a:pt x="154825" y="224411"/>
                    <a:pt x="154825" y="224411"/>
                    <a:pt x="153336" y="224411"/>
                  </a:cubicBezTo>
                  <a:cubicBezTo>
                    <a:pt x="153244" y="224886"/>
                    <a:pt x="153152" y="225362"/>
                    <a:pt x="153057" y="225852"/>
                  </a:cubicBezTo>
                  <a:cubicBezTo>
                    <a:pt x="152904" y="226359"/>
                    <a:pt x="152750" y="226865"/>
                    <a:pt x="152592" y="227387"/>
                  </a:cubicBezTo>
                  <a:cubicBezTo>
                    <a:pt x="151600" y="227635"/>
                    <a:pt x="150608" y="227883"/>
                    <a:pt x="149616" y="228131"/>
                  </a:cubicBezTo>
                  <a:cubicBezTo>
                    <a:pt x="149493" y="228622"/>
                    <a:pt x="149370" y="229114"/>
                    <a:pt x="149244" y="229620"/>
                  </a:cubicBezTo>
                  <a:cubicBezTo>
                    <a:pt x="149121" y="230111"/>
                    <a:pt x="148998" y="230602"/>
                    <a:pt x="148872" y="231108"/>
                  </a:cubicBezTo>
                  <a:cubicBezTo>
                    <a:pt x="147887" y="231385"/>
                    <a:pt x="146894" y="231633"/>
                    <a:pt x="145895" y="231852"/>
                  </a:cubicBezTo>
                  <a:cubicBezTo>
                    <a:pt x="145649" y="232589"/>
                    <a:pt x="145404" y="233325"/>
                    <a:pt x="145151" y="234084"/>
                  </a:cubicBezTo>
                  <a:cubicBezTo>
                    <a:pt x="144414" y="234192"/>
                    <a:pt x="143677" y="234299"/>
                    <a:pt x="142918" y="234410"/>
                  </a:cubicBezTo>
                  <a:cubicBezTo>
                    <a:pt x="142182" y="234548"/>
                    <a:pt x="141445" y="234686"/>
                    <a:pt x="140686" y="234829"/>
                  </a:cubicBezTo>
                  <a:cubicBezTo>
                    <a:pt x="140579" y="235320"/>
                    <a:pt x="140471" y="235811"/>
                    <a:pt x="140360" y="236317"/>
                  </a:cubicBezTo>
                  <a:cubicBezTo>
                    <a:pt x="140222" y="236808"/>
                    <a:pt x="140084" y="237299"/>
                    <a:pt x="139942" y="237805"/>
                  </a:cubicBezTo>
                  <a:cubicBezTo>
                    <a:pt x="138210" y="238083"/>
                    <a:pt x="136473" y="238332"/>
                    <a:pt x="134733" y="238549"/>
                  </a:cubicBezTo>
                  <a:cubicBezTo>
                    <a:pt x="134487" y="239286"/>
                    <a:pt x="134242" y="240023"/>
                    <a:pt x="133989" y="240782"/>
                  </a:cubicBezTo>
                  <a:cubicBezTo>
                    <a:pt x="131476" y="241103"/>
                    <a:pt x="129009" y="241110"/>
                    <a:pt x="126478" y="241151"/>
                  </a:cubicBezTo>
                  <a:cubicBezTo>
                    <a:pt x="125764" y="241275"/>
                    <a:pt x="125050" y="241398"/>
                    <a:pt x="124315" y="241526"/>
                  </a:cubicBezTo>
                  <a:cubicBezTo>
                    <a:pt x="124234" y="242017"/>
                    <a:pt x="124152" y="242508"/>
                    <a:pt x="124068" y="243013"/>
                  </a:cubicBezTo>
                  <a:cubicBezTo>
                    <a:pt x="123904" y="243505"/>
                    <a:pt x="123740" y="243996"/>
                    <a:pt x="123571" y="244502"/>
                  </a:cubicBezTo>
                  <a:cubicBezTo>
                    <a:pt x="121791" y="244880"/>
                    <a:pt x="121791" y="244880"/>
                    <a:pt x="119399" y="244888"/>
                  </a:cubicBezTo>
                  <a:cubicBezTo>
                    <a:pt x="118508" y="244897"/>
                    <a:pt x="117617" y="244906"/>
                    <a:pt x="116698" y="244916"/>
                  </a:cubicBezTo>
                  <a:cubicBezTo>
                    <a:pt x="115728" y="244910"/>
                    <a:pt x="114757" y="244904"/>
                    <a:pt x="113757" y="244898"/>
                  </a:cubicBezTo>
                  <a:cubicBezTo>
                    <a:pt x="112759" y="244900"/>
                    <a:pt x="111761" y="244903"/>
                    <a:pt x="110763" y="244906"/>
                  </a:cubicBezTo>
                  <a:cubicBezTo>
                    <a:pt x="108668" y="244911"/>
                    <a:pt x="106574" y="244904"/>
                    <a:pt x="104480" y="244890"/>
                  </a:cubicBezTo>
                  <a:cubicBezTo>
                    <a:pt x="101789" y="244873"/>
                    <a:pt x="99100" y="244883"/>
                    <a:pt x="96409" y="244901"/>
                  </a:cubicBezTo>
                  <a:cubicBezTo>
                    <a:pt x="94347" y="244912"/>
                    <a:pt x="92285" y="244908"/>
                    <a:pt x="90223" y="244901"/>
                  </a:cubicBezTo>
                  <a:cubicBezTo>
                    <a:pt x="88747" y="244898"/>
                    <a:pt x="87271" y="244907"/>
                    <a:pt x="85795" y="244916"/>
                  </a:cubicBezTo>
                  <a:cubicBezTo>
                    <a:pt x="84903" y="244907"/>
                    <a:pt x="84012" y="244897"/>
                    <a:pt x="83094" y="244888"/>
                  </a:cubicBezTo>
                  <a:cubicBezTo>
                    <a:pt x="82304" y="244885"/>
                    <a:pt x="81515" y="244883"/>
                    <a:pt x="80702" y="244880"/>
                  </a:cubicBezTo>
                  <a:cubicBezTo>
                    <a:pt x="79821" y="244693"/>
                    <a:pt x="79821" y="244693"/>
                    <a:pt x="78922" y="244502"/>
                  </a:cubicBezTo>
                  <a:cubicBezTo>
                    <a:pt x="78425" y="243013"/>
                    <a:pt x="78425" y="243013"/>
                    <a:pt x="78178" y="241526"/>
                  </a:cubicBezTo>
                  <a:cubicBezTo>
                    <a:pt x="75942" y="241081"/>
                    <a:pt x="75942" y="241081"/>
                    <a:pt x="73341" y="241107"/>
                  </a:cubicBezTo>
                  <a:cubicBezTo>
                    <a:pt x="70667" y="241058"/>
                    <a:pt x="70667" y="241058"/>
                    <a:pt x="68504" y="240782"/>
                  </a:cubicBezTo>
                  <a:cubicBezTo>
                    <a:pt x="68136" y="239677"/>
                    <a:pt x="68136" y="239677"/>
                    <a:pt x="67760" y="238549"/>
                  </a:cubicBezTo>
                  <a:cubicBezTo>
                    <a:pt x="66357" y="238114"/>
                    <a:pt x="66357" y="238114"/>
                    <a:pt x="64737" y="238038"/>
                  </a:cubicBezTo>
                  <a:cubicBezTo>
                    <a:pt x="63770" y="237961"/>
                    <a:pt x="62803" y="237884"/>
                    <a:pt x="61807" y="237805"/>
                  </a:cubicBezTo>
                  <a:cubicBezTo>
                    <a:pt x="61807" y="236823"/>
                    <a:pt x="61807" y="235841"/>
                    <a:pt x="61807" y="234829"/>
                  </a:cubicBezTo>
                  <a:cubicBezTo>
                    <a:pt x="60963" y="234752"/>
                    <a:pt x="60119" y="234675"/>
                    <a:pt x="59249" y="234596"/>
                  </a:cubicBezTo>
                  <a:cubicBezTo>
                    <a:pt x="58374" y="234427"/>
                    <a:pt x="57499" y="234258"/>
                    <a:pt x="56598" y="234084"/>
                  </a:cubicBezTo>
                  <a:cubicBezTo>
                    <a:pt x="56230" y="232979"/>
                    <a:pt x="56230" y="232979"/>
                    <a:pt x="55854" y="231852"/>
                  </a:cubicBezTo>
                  <a:cubicBezTo>
                    <a:pt x="55117" y="231606"/>
                    <a:pt x="54381" y="231361"/>
                    <a:pt x="53622" y="231108"/>
                  </a:cubicBezTo>
                  <a:cubicBezTo>
                    <a:pt x="52885" y="230862"/>
                    <a:pt x="52148" y="230617"/>
                    <a:pt x="51389" y="230364"/>
                  </a:cubicBezTo>
                  <a:cubicBezTo>
                    <a:pt x="51021" y="229259"/>
                    <a:pt x="51021" y="229259"/>
                    <a:pt x="50645" y="228131"/>
                  </a:cubicBezTo>
                  <a:cubicBezTo>
                    <a:pt x="49908" y="227886"/>
                    <a:pt x="49172" y="227640"/>
                    <a:pt x="48413" y="227387"/>
                  </a:cubicBezTo>
                  <a:cubicBezTo>
                    <a:pt x="47916" y="226395"/>
                    <a:pt x="47420" y="225403"/>
                    <a:pt x="46924" y="224411"/>
                  </a:cubicBezTo>
                  <a:cubicBezTo>
                    <a:pt x="46188" y="224165"/>
                    <a:pt x="45451" y="223919"/>
                    <a:pt x="44692" y="223666"/>
                  </a:cubicBezTo>
                  <a:cubicBezTo>
                    <a:pt x="44323" y="222561"/>
                    <a:pt x="44323" y="222561"/>
                    <a:pt x="43948" y="221434"/>
                  </a:cubicBezTo>
                  <a:cubicBezTo>
                    <a:pt x="43349" y="220835"/>
                    <a:pt x="42751" y="220237"/>
                    <a:pt x="42134" y="219620"/>
                  </a:cubicBezTo>
                  <a:cubicBezTo>
                    <a:pt x="40460" y="217947"/>
                    <a:pt x="39734" y="216804"/>
                    <a:pt x="38739" y="214737"/>
                  </a:cubicBezTo>
                  <a:cubicBezTo>
                    <a:pt x="38248" y="214737"/>
                    <a:pt x="37756" y="214737"/>
                    <a:pt x="37250" y="214737"/>
                  </a:cubicBezTo>
                  <a:cubicBezTo>
                    <a:pt x="37143" y="214123"/>
                    <a:pt x="37036" y="213509"/>
                    <a:pt x="36925" y="212876"/>
                  </a:cubicBezTo>
                  <a:cubicBezTo>
                    <a:pt x="36787" y="212262"/>
                    <a:pt x="36649" y="211649"/>
                    <a:pt x="36506" y="211016"/>
                  </a:cubicBezTo>
                  <a:cubicBezTo>
                    <a:pt x="35770" y="211016"/>
                    <a:pt x="35033" y="211016"/>
                    <a:pt x="34274" y="211016"/>
                  </a:cubicBezTo>
                  <a:cubicBezTo>
                    <a:pt x="34197" y="210325"/>
                    <a:pt x="34120" y="209635"/>
                    <a:pt x="34041" y="208923"/>
                  </a:cubicBezTo>
                  <a:cubicBezTo>
                    <a:pt x="33506" y="206439"/>
                    <a:pt x="33125" y="205918"/>
                    <a:pt x="31297" y="204319"/>
                  </a:cubicBezTo>
                  <a:cubicBezTo>
                    <a:pt x="31052" y="203582"/>
                    <a:pt x="30806" y="202845"/>
                    <a:pt x="30553" y="202086"/>
                  </a:cubicBezTo>
                  <a:cubicBezTo>
                    <a:pt x="30062" y="201841"/>
                    <a:pt x="29571" y="201595"/>
                    <a:pt x="29065" y="201342"/>
                  </a:cubicBezTo>
                  <a:cubicBezTo>
                    <a:pt x="28569" y="199606"/>
                    <a:pt x="28073" y="197870"/>
                    <a:pt x="27577" y="196133"/>
                  </a:cubicBezTo>
                  <a:cubicBezTo>
                    <a:pt x="27085" y="195888"/>
                    <a:pt x="26594" y="195642"/>
                    <a:pt x="26088" y="195389"/>
                  </a:cubicBezTo>
                  <a:cubicBezTo>
                    <a:pt x="25827" y="193853"/>
                    <a:pt x="25759" y="192340"/>
                    <a:pt x="25673" y="190785"/>
                  </a:cubicBezTo>
                  <a:cubicBezTo>
                    <a:pt x="25564" y="190340"/>
                    <a:pt x="25456" y="189895"/>
                    <a:pt x="25344" y="189436"/>
                  </a:cubicBezTo>
                  <a:cubicBezTo>
                    <a:pt x="24607" y="189190"/>
                    <a:pt x="23871" y="188945"/>
                    <a:pt x="23112" y="188692"/>
                  </a:cubicBezTo>
                  <a:cubicBezTo>
                    <a:pt x="22783" y="187180"/>
                    <a:pt x="22783" y="187180"/>
                    <a:pt x="22693" y="185343"/>
                  </a:cubicBezTo>
                  <a:cubicBezTo>
                    <a:pt x="22630" y="183555"/>
                    <a:pt x="22630" y="183555"/>
                    <a:pt x="22368" y="181995"/>
                  </a:cubicBezTo>
                  <a:cubicBezTo>
                    <a:pt x="21876" y="181749"/>
                    <a:pt x="21385" y="181503"/>
                    <a:pt x="20879" y="181250"/>
                  </a:cubicBezTo>
                  <a:cubicBezTo>
                    <a:pt x="20614" y="178940"/>
                    <a:pt x="20549" y="176645"/>
                    <a:pt x="20464" y="174321"/>
                  </a:cubicBezTo>
                  <a:cubicBezTo>
                    <a:pt x="20355" y="173661"/>
                    <a:pt x="20247" y="173001"/>
                    <a:pt x="20135" y="172321"/>
                  </a:cubicBezTo>
                  <a:cubicBezTo>
                    <a:pt x="19399" y="172075"/>
                    <a:pt x="18662" y="171830"/>
                    <a:pt x="17903" y="171577"/>
                  </a:cubicBezTo>
                  <a:cubicBezTo>
                    <a:pt x="17581" y="170263"/>
                    <a:pt x="17581" y="170263"/>
                    <a:pt x="17522" y="168574"/>
                  </a:cubicBezTo>
                  <a:cubicBezTo>
                    <a:pt x="17496" y="167972"/>
                    <a:pt x="17469" y="167370"/>
                    <a:pt x="17442" y="166750"/>
                  </a:cubicBezTo>
                  <a:cubicBezTo>
                    <a:pt x="17425" y="166117"/>
                    <a:pt x="17408" y="165485"/>
                    <a:pt x="17391" y="164833"/>
                  </a:cubicBezTo>
                  <a:cubicBezTo>
                    <a:pt x="17366" y="164197"/>
                    <a:pt x="17340" y="163562"/>
                    <a:pt x="17314" y="162907"/>
                  </a:cubicBezTo>
                  <a:cubicBezTo>
                    <a:pt x="17253" y="161332"/>
                    <a:pt x="17204" y="159757"/>
                    <a:pt x="17159" y="158182"/>
                  </a:cubicBezTo>
                  <a:cubicBezTo>
                    <a:pt x="16422" y="158428"/>
                    <a:pt x="15685" y="158673"/>
                    <a:pt x="14926" y="158926"/>
                  </a:cubicBezTo>
                  <a:cubicBezTo>
                    <a:pt x="14904" y="158087"/>
                    <a:pt x="14904" y="158087"/>
                    <a:pt x="14882" y="157230"/>
                  </a:cubicBezTo>
                  <a:cubicBezTo>
                    <a:pt x="14811" y="154710"/>
                    <a:pt x="14729" y="152191"/>
                    <a:pt x="14647" y="149671"/>
                  </a:cubicBezTo>
                  <a:cubicBezTo>
                    <a:pt x="14613" y="148349"/>
                    <a:pt x="14613" y="148349"/>
                    <a:pt x="14577" y="147001"/>
                  </a:cubicBezTo>
                  <a:cubicBezTo>
                    <a:pt x="14549" y="146164"/>
                    <a:pt x="14520" y="145327"/>
                    <a:pt x="14490" y="144465"/>
                  </a:cubicBezTo>
                  <a:cubicBezTo>
                    <a:pt x="14455" y="143302"/>
                    <a:pt x="14455" y="143302"/>
                    <a:pt x="14419" y="142115"/>
                  </a:cubicBezTo>
                  <a:cubicBezTo>
                    <a:pt x="14341" y="141524"/>
                    <a:pt x="14263" y="140932"/>
                    <a:pt x="14182" y="140323"/>
                  </a:cubicBezTo>
                  <a:cubicBezTo>
                    <a:pt x="13691" y="140077"/>
                    <a:pt x="13200" y="139832"/>
                    <a:pt x="12694" y="139579"/>
                  </a:cubicBezTo>
                  <a:cubicBezTo>
                    <a:pt x="12505" y="138138"/>
                    <a:pt x="12505" y="138138"/>
                    <a:pt x="12501" y="136227"/>
                  </a:cubicBezTo>
                  <a:cubicBezTo>
                    <a:pt x="12497" y="135514"/>
                    <a:pt x="12492" y="134802"/>
                    <a:pt x="12487" y="134067"/>
                  </a:cubicBezTo>
                  <a:cubicBezTo>
                    <a:pt x="12490" y="133292"/>
                    <a:pt x="12493" y="132517"/>
                    <a:pt x="12496" y="131719"/>
                  </a:cubicBezTo>
                  <a:cubicBezTo>
                    <a:pt x="12495" y="130929"/>
                    <a:pt x="12493" y="130139"/>
                    <a:pt x="12492" y="129325"/>
                  </a:cubicBezTo>
                  <a:cubicBezTo>
                    <a:pt x="12491" y="127651"/>
                    <a:pt x="12494" y="125977"/>
                    <a:pt x="12500" y="124303"/>
                  </a:cubicBezTo>
                  <a:cubicBezTo>
                    <a:pt x="12508" y="121730"/>
                    <a:pt x="12500" y="119158"/>
                    <a:pt x="12490" y="116586"/>
                  </a:cubicBezTo>
                  <a:cubicBezTo>
                    <a:pt x="12491" y="114964"/>
                    <a:pt x="12493" y="113342"/>
                    <a:pt x="12496" y="111720"/>
                  </a:cubicBezTo>
                  <a:cubicBezTo>
                    <a:pt x="12493" y="110945"/>
                    <a:pt x="12490" y="110170"/>
                    <a:pt x="12487" y="109371"/>
                  </a:cubicBezTo>
                  <a:cubicBezTo>
                    <a:pt x="12492" y="108658"/>
                    <a:pt x="12496" y="107946"/>
                    <a:pt x="12501" y="107211"/>
                  </a:cubicBezTo>
                  <a:cubicBezTo>
                    <a:pt x="12502" y="106581"/>
                    <a:pt x="12504" y="105950"/>
                    <a:pt x="12505" y="105300"/>
                  </a:cubicBezTo>
                  <a:cubicBezTo>
                    <a:pt x="12567" y="104825"/>
                    <a:pt x="12630" y="104350"/>
                    <a:pt x="12694" y="103860"/>
                  </a:cubicBezTo>
                  <a:cubicBezTo>
                    <a:pt x="13185" y="103614"/>
                    <a:pt x="13676" y="103369"/>
                    <a:pt x="14182" y="103116"/>
                  </a:cubicBezTo>
                  <a:cubicBezTo>
                    <a:pt x="14424" y="101247"/>
                    <a:pt x="14424" y="101247"/>
                    <a:pt x="14412" y="99000"/>
                  </a:cubicBezTo>
                  <a:cubicBezTo>
                    <a:pt x="14440" y="97749"/>
                    <a:pt x="14440" y="97749"/>
                    <a:pt x="14468" y="96474"/>
                  </a:cubicBezTo>
                  <a:cubicBezTo>
                    <a:pt x="14495" y="94701"/>
                    <a:pt x="14518" y="92927"/>
                    <a:pt x="14538" y="91154"/>
                  </a:cubicBezTo>
                  <a:cubicBezTo>
                    <a:pt x="14558" y="90321"/>
                    <a:pt x="14577" y="89487"/>
                    <a:pt x="14598" y="88628"/>
                  </a:cubicBezTo>
                  <a:cubicBezTo>
                    <a:pt x="14608" y="87857"/>
                    <a:pt x="14618" y="87087"/>
                    <a:pt x="14628" y="86293"/>
                  </a:cubicBezTo>
                  <a:cubicBezTo>
                    <a:pt x="14776" y="85411"/>
                    <a:pt x="14776" y="85411"/>
                    <a:pt x="14926" y="84512"/>
                  </a:cubicBezTo>
                  <a:cubicBezTo>
                    <a:pt x="16031" y="84144"/>
                    <a:pt x="16031" y="84144"/>
                    <a:pt x="17159" y="83768"/>
                  </a:cubicBezTo>
                  <a:cubicBezTo>
                    <a:pt x="17391" y="81895"/>
                    <a:pt x="17506" y="80158"/>
                    <a:pt x="17531" y="78280"/>
                  </a:cubicBezTo>
                  <a:cubicBezTo>
                    <a:pt x="17601" y="72947"/>
                    <a:pt x="17601" y="72947"/>
                    <a:pt x="19010" y="71353"/>
                  </a:cubicBezTo>
                  <a:cubicBezTo>
                    <a:pt x="19567" y="70868"/>
                    <a:pt x="19567" y="70868"/>
                    <a:pt x="20135" y="70374"/>
                  </a:cubicBezTo>
                  <a:cubicBezTo>
                    <a:pt x="20562" y="68683"/>
                    <a:pt x="20562" y="68683"/>
                    <a:pt x="20647" y="66885"/>
                  </a:cubicBezTo>
                  <a:cubicBezTo>
                    <a:pt x="20696" y="66284"/>
                    <a:pt x="20745" y="65682"/>
                    <a:pt x="20795" y="65063"/>
                  </a:cubicBezTo>
                  <a:cubicBezTo>
                    <a:pt x="20823" y="64605"/>
                    <a:pt x="20851" y="64148"/>
                    <a:pt x="20879" y="63676"/>
                  </a:cubicBezTo>
                  <a:cubicBezTo>
                    <a:pt x="21616" y="63676"/>
                    <a:pt x="22353" y="63676"/>
                    <a:pt x="23112" y="63676"/>
                  </a:cubicBezTo>
                  <a:cubicBezTo>
                    <a:pt x="23066" y="62725"/>
                    <a:pt x="23020" y="61773"/>
                    <a:pt x="22972" y="60793"/>
                  </a:cubicBezTo>
                  <a:cubicBezTo>
                    <a:pt x="22894" y="59171"/>
                    <a:pt x="22894" y="59171"/>
                    <a:pt x="23112" y="57723"/>
                  </a:cubicBezTo>
                  <a:cubicBezTo>
                    <a:pt x="24217" y="56986"/>
                    <a:pt x="24217" y="56986"/>
                    <a:pt x="25344" y="56235"/>
                  </a:cubicBezTo>
                  <a:cubicBezTo>
                    <a:pt x="25467" y="55360"/>
                    <a:pt x="25590" y="54485"/>
                    <a:pt x="25716" y="53584"/>
                  </a:cubicBezTo>
                  <a:cubicBezTo>
                    <a:pt x="25839" y="52740"/>
                    <a:pt x="25962" y="51896"/>
                    <a:pt x="26088" y="51026"/>
                  </a:cubicBezTo>
                  <a:cubicBezTo>
                    <a:pt x="27193" y="50658"/>
                    <a:pt x="27193" y="50658"/>
                    <a:pt x="28321" y="50282"/>
                  </a:cubicBezTo>
                  <a:cubicBezTo>
                    <a:pt x="28578" y="48547"/>
                    <a:pt x="28825" y="46810"/>
                    <a:pt x="29065" y="45073"/>
                  </a:cubicBezTo>
                  <a:cubicBezTo>
                    <a:pt x="30181" y="43770"/>
                    <a:pt x="30181" y="43770"/>
                    <a:pt x="31297" y="42840"/>
                  </a:cubicBezTo>
                  <a:cubicBezTo>
                    <a:pt x="31543" y="42104"/>
                    <a:pt x="31788" y="41367"/>
                    <a:pt x="32041" y="40608"/>
                  </a:cubicBezTo>
                  <a:cubicBezTo>
                    <a:pt x="33117" y="39435"/>
                    <a:pt x="34266" y="38383"/>
                    <a:pt x="35437" y="37306"/>
                  </a:cubicBezTo>
                  <a:cubicBezTo>
                    <a:pt x="36588" y="36162"/>
                    <a:pt x="36588" y="36162"/>
                    <a:pt x="37297" y="34562"/>
                  </a:cubicBezTo>
                  <a:cubicBezTo>
                    <a:pt x="37995" y="33166"/>
                    <a:pt x="37995" y="33166"/>
                    <a:pt x="39483" y="32422"/>
                  </a:cubicBezTo>
                  <a:cubicBezTo>
                    <a:pt x="39728" y="31686"/>
                    <a:pt x="39974" y="30949"/>
                    <a:pt x="40227" y="30190"/>
                  </a:cubicBezTo>
                  <a:cubicBezTo>
                    <a:pt x="40964" y="29699"/>
                    <a:pt x="41700" y="29208"/>
                    <a:pt x="42459" y="28702"/>
                  </a:cubicBezTo>
                  <a:cubicBezTo>
                    <a:pt x="42705" y="27965"/>
                    <a:pt x="42951" y="27228"/>
                    <a:pt x="43204" y="26469"/>
                  </a:cubicBezTo>
                  <a:cubicBezTo>
                    <a:pt x="43940" y="25978"/>
                    <a:pt x="44677" y="25487"/>
                    <a:pt x="45436" y="24981"/>
                  </a:cubicBezTo>
                  <a:cubicBezTo>
                    <a:pt x="45804" y="23876"/>
                    <a:pt x="45804" y="23876"/>
                    <a:pt x="46180" y="22749"/>
                  </a:cubicBezTo>
                  <a:cubicBezTo>
                    <a:pt x="47172" y="22252"/>
                    <a:pt x="48164" y="21756"/>
                    <a:pt x="49157" y="21260"/>
                  </a:cubicBezTo>
                  <a:cubicBezTo>
                    <a:pt x="49525" y="20155"/>
                    <a:pt x="49525" y="20155"/>
                    <a:pt x="49901" y="19028"/>
                  </a:cubicBezTo>
                  <a:cubicBezTo>
                    <a:pt x="51141" y="18780"/>
                    <a:pt x="52381" y="18532"/>
                    <a:pt x="53622" y="18284"/>
                  </a:cubicBezTo>
                  <a:cubicBezTo>
                    <a:pt x="53990" y="17179"/>
                    <a:pt x="53990" y="17179"/>
                    <a:pt x="54366" y="16051"/>
                  </a:cubicBezTo>
                  <a:cubicBezTo>
                    <a:pt x="55118" y="15806"/>
                    <a:pt x="55870" y="15560"/>
                    <a:pt x="56645" y="15307"/>
                  </a:cubicBezTo>
                  <a:cubicBezTo>
                    <a:pt x="57366" y="15062"/>
                    <a:pt x="58087" y="14816"/>
                    <a:pt x="58831" y="14563"/>
                  </a:cubicBezTo>
                  <a:cubicBezTo>
                    <a:pt x="58831" y="13826"/>
                    <a:pt x="58831" y="13090"/>
                    <a:pt x="58831" y="12331"/>
                  </a:cubicBezTo>
                  <a:cubicBezTo>
                    <a:pt x="60281" y="12446"/>
                    <a:pt x="60281" y="12446"/>
                    <a:pt x="61761" y="12563"/>
                  </a:cubicBezTo>
                  <a:cubicBezTo>
                    <a:pt x="63385" y="12626"/>
                    <a:pt x="63385" y="12626"/>
                    <a:pt x="64784" y="12331"/>
                  </a:cubicBezTo>
                  <a:cubicBezTo>
                    <a:pt x="65068" y="11098"/>
                    <a:pt x="65315" y="9857"/>
                    <a:pt x="65528" y="8610"/>
                  </a:cubicBezTo>
                  <a:cubicBezTo>
                    <a:pt x="67254" y="8302"/>
                    <a:pt x="68993" y="8053"/>
                    <a:pt x="70737" y="7866"/>
                  </a:cubicBezTo>
                  <a:cubicBezTo>
                    <a:pt x="70982" y="7129"/>
                    <a:pt x="71228" y="6392"/>
                    <a:pt x="71481" y="5633"/>
                  </a:cubicBezTo>
                  <a:cubicBezTo>
                    <a:pt x="73993" y="5312"/>
                    <a:pt x="76461" y="5305"/>
                    <a:pt x="78992" y="5264"/>
                  </a:cubicBezTo>
                  <a:cubicBezTo>
                    <a:pt x="79706" y="5140"/>
                    <a:pt x="80419" y="5017"/>
                    <a:pt x="81155" y="4889"/>
                  </a:cubicBezTo>
                  <a:cubicBezTo>
                    <a:pt x="81242" y="4398"/>
                    <a:pt x="81329" y="3907"/>
                    <a:pt x="81418" y="3401"/>
                  </a:cubicBezTo>
                  <a:cubicBezTo>
                    <a:pt x="81577" y="2910"/>
                    <a:pt x="81735" y="2419"/>
                    <a:pt x="81899" y="1913"/>
                  </a:cubicBezTo>
                  <a:close/>
                </a:path>
              </a:pathLst>
            </a:custGeom>
            <a:grpFill/>
            <a:ln w="744" cap="flat">
              <a:noFill/>
              <a:prstDash val="solid"/>
              <a:miter/>
            </a:ln>
          </p:spPr>
          <p:txBody>
            <a:bodyPr rtlCol="0" anchor="ctr"/>
            <a:lstStyle/>
            <a:p>
              <a:endParaRPr lang="zh-CN" altLang="en-US"/>
            </a:p>
          </p:txBody>
        </p:sp>
        <p:sp>
          <p:nvSpPr>
            <p:cNvPr id="194" name="任意多边形: 形状 193"/>
            <p:cNvSpPr/>
            <p:nvPr/>
          </p:nvSpPr>
          <p:spPr>
            <a:xfrm>
              <a:off x="10332195" y="1388764"/>
              <a:ext cx="169958" cy="243591"/>
            </a:xfrm>
            <a:custGeom>
              <a:avLst/>
              <a:gdLst>
                <a:gd name="connsiteX0" fmla="*/ 83821 w 169960"/>
                <a:gd name="connsiteY0" fmla="*/ 1997 h 243585"/>
                <a:gd name="connsiteX1" fmla="*/ 87719 w 169960"/>
                <a:gd name="connsiteY1" fmla="*/ 1600 h 243585"/>
                <a:gd name="connsiteX2" fmla="*/ 90240 w 169960"/>
                <a:gd name="connsiteY2" fmla="*/ 1564 h 243585"/>
                <a:gd name="connsiteX3" fmla="*/ 92983 w 169960"/>
                <a:gd name="connsiteY3" fmla="*/ 1575 h 243585"/>
                <a:gd name="connsiteX4" fmla="*/ 95778 w 169960"/>
                <a:gd name="connsiteY4" fmla="*/ 1561 h 243585"/>
                <a:gd name="connsiteX5" fmla="*/ 101640 w 169960"/>
                <a:gd name="connsiteY5" fmla="*/ 1568 h 243585"/>
                <a:gd name="connsiteX6" fmla="*/ 109170 w 169960"/>
                <a:gd name="connsiteY6" fmla="*/ 1537 h 243585"/>
                <a:gd name="connsiteX7" fmla="*/ 116331 w 169960"/>
                <a:gd name="connsiteY7" fmla="*/ 1529 h 243585"/>
                <a:gd name="connsiteX8" fmla="*/ 119074 w 169960"/>
                <a:gd name="connsiteY8" fmla="*/ 1499 h 243585"/>
                <a:gd name="connsiteX9" fmla="*/ 121595 w 169960"/>
                <a:gd name="connsiteY9" fmla="*/ 1527 h 243585"/>
                <a:gd name="connsiteX10" fmla="*/ 123826 w 169960"/>
                <a:gd name="connsiteY10" fmla="*/ 1529 h 243585"/>
                <a:gd name="connsiteX11" fmla="*/ 125493 w 169960"/>
                <a:gd name="connsiteY11" fmla="*/ 1997 h 243585"/>
                <a:gd name="connsiteX12" fmla="*/ 126237 w 169960"/>
                <a:gd name="connsiteY12" fmla="*/ 5718 h 243585"/>
                <a:gd name="connsiteX13" fmla="*/ 131493 w 169960"/>
                <a:gd name="connsiteY13" fmla="*/ 5950 h 243585"/>
                <a:gd name="connsiteX14" fmla="*/ 134402 w 169960"/>
                <a:gd name="connsiteY14" fmla="*/ 5848 h 243585"/>
                <a:gd name="connsiteX15" fmla="*/ 136655 w 169960"/>
                <a:gd name="connsiteY15" fmla="*/ 5718 h 243585"/>
                <a:gd name="connsiteX16" fmla="*/ 136655 w 169960"/>
                <a:gd name="connsiteY16" fmla="*/ 7950 h 243585"/>
                <a:gd name="connsiteX17" fmla="*/ 139213 w 169960"/>
                <a:gd name="connsiteY17" fmla="*/ 8136 h 243585"/>
                <a:gd name="connsiteX18" fmla="*/ 141864 w 169960"/>
                <a:gd name="connsiteY18" fmla="*/ 8694 h 243585"/>
                <a:gd name="connsiteX19" fmla="*/ 142608 w 169960"/>
                <a:gd name="connsiteY19" fmla="*/ 11671 h 243585"/>
                <a:gd name="connsiteX20" fmla="*/ 145213 w 169960"/>
                <a:gd name="connsiteY20" fmla="*/ 12043 h 243585"/>
                <a:gd name="connsiteX21" fmla="*/ 147817 w 169960"/>
                <a:gd name="connsiteY21" fmla="*/ 12415 h 243585"/>
                <a:gd name="connsiteX22" fmla="*/ 148561 w 169960"/>
                <a:gd name="connsiteY22" fmla="*/ 15391 h 243585"/>
                <a:gd name="connsiteX23" fmla="*/ 152282 w 169960"/>
                <a:gd name="connsiteY23" fmla="*/ 16136 h 243585"/>
                <a:gd name="connsiteX24" fmla="*/ 153026 w 169960"/>
                <a:gd name="connsiteY24" fmla="*/ 18368 h 243585"/>
                <a:gd name="connsiteX25" fmla="*/ 156003 w 169960"/>
                <a:gd name="connsiteY25" fmla="*/ 20972 h 243585"/>
                <a:gd name="connsiteX26" fmla="*/ 159723 w 169960"/>
                <a:gd name="connsiteY26" fmla="*/ 25809 h 243585"/>
                <a:gd name="connsiteX27" fmla="*/ 163119 w 169960"/>
                <a:gd name="connsiteY27" fmla="*/ 29112 h 243585"/>
                <a:gd name="connsiteX28" fmla="*/ 165677 w 169960"/>
                <a:gd name="connsiteY28" fmla="*/ 33251 h 243585"/>
                <a:gd name="connsiteX29" fmla="*/ 167165 w 169960"/>
                <a:gd name="connsiteY29" fmla="*/ 33995 h 243585"/>
                <a:gd name="connsiteX30" fmla="*/ 167909 w 169960"/>
                <a:gd name="connsiteY30" fmla="*/ 38460 h 243585"/>
                <a:gd name="connsiteX31" fmla="*/ 170141 w 169960"/>
                <a:gd name="connsiteY31" fmla="*/ 38460 h 243585"/>
                <a:gd name="connsiteX32" fmla="*/ 170374 w 169960"/>
                <a:gd name="connsiteY32" fmla="*/ 40971 h 243585"/>
                <a:gd name="connsiteX33" fmla="*/ 170886 w 169960"/>
                <a:gd name="connsiteY33" fmla="*/ 43669 h 243585"/>
                <a:gd name="connsiteX34" fmla="*/ 173118 w 169960"/>
                <a:gd name="connsiteY34" fmla="*/ 45157 h 243585"/>
                <a:gd name="connsiteX35" fmla="*/ 173862 w 169960"/>
                <a:gd name="connsiteY35" fmla="*/ 48878 h 243585"/>
                <a:gd name="connsiteX36" fmla="*/ 175350 w 169960"/>
                <a:gd name="connsiteY36" fmla="*/ 49622 h 243585"/>
                <a:gd name="connsiteX37" fmla="*/ 175815 w 169960"/>
                <a:gd name="connsiteY37" fmla="*/ 53389 h 243585"/>
                <a:gd name="connsiteX38" fmla="*/ 175984 w 169960"/>
                <a:gd name="connsiteY38" fmla="*/ 55462 h 243585"/>
                <a:gd name="connsiteX39" fmla="*/ 176094 w 169960"/>
                <a:gd name="connsiteY39" fmla="*/ 57063 h 243585"/>
                <a:gd name="connsiteX40" fmla="*/ 178327 w 169960"/>
                <a:gd name="connsiteY40" fmla="*/ 57063 h 243585"/>
                <a:gd name="connsiteX41" fmla="*/ 178411 w 169960"/>
                <a:gd name="connsiteY41" fmla="*/ 58665 h 243585"/>
                <a:gd name="connsiteX42" fmla="*/ 178559 w 169960"/>
                <a:gd name="connsiteY42" fmla="*/ 60737 h 243585"/>
                <a:gd name="connsiteX43" fmla="*/ 178690 w 169960"/>
                <a:gd name="connsiteY43" fmla="*/ 62804 h 243585"/>
                <a:gd name="connsiteX44" fmla="*/ 179071 w 169960"/>
                <a:gd name="connsiteY44" fmla="*/ 64505 h 243585"/>
                <a:gd name="connsiteX45" fmla="*/ 181303 w 169960"/>
                <a:gd name="connsiteY45" fmla="*/ 65249 h 243585"/>
                <a:gd name="connsiteX46" fmla="*/ 181443 w 169960"/>
                <a:gd name="connsiteY46" fmla="*/ 69388 h 243585"/>
                <a:gd name="connsiteX47" fmla="*/ 181382 w 169960"/>
                <a:gd name="connsiteY47" fmla="*/ 71670 h 243585"/>
                <a:gd name="connsiteX48" fmla="*/ 181303 w 169960"/>
                <a:gd name="connsiteY48" fmla="*/ 73434 h 243585"/>
                <a:gd name="connsiteX49" fmla="*/ 175350 w 169960"/>
                <a:gd name="connsiteY49" fmla="*/ 74179 h 243585"/>
                <a:gd name="connsiteX50" fmla="*/ 175350 w 169960"/>
                <a:gd name="connsiteY50" fmla="*/ 77155 h 243585"/>
                <a:gd name="connsiteX51" fmla="*/ 164188 w 169960"/>
                <a:gd name="connsiteY51" fmla="*/ 77155 h 243585"/>
                <a:gd name="connsiteX52" fmla="*/ 164188 w 169960"/>
                <a:gd name="connsiteY52" fmla="*/ 80876 h 243585"/>
                <a:gd name="connsiteX53" fmla="*/ 151538 w 169960"/>
                <a:gd name="connsiteY53" fmla="*/ 80876 h 243585"/>
                <a:gd name="connsiteX54" fmla="*/ 150050 w 169960"/>
                <a:gd name="connsiteY54" fmla="*/ 71202 h 243585"/>
                <a:gd name="connsiteX55" fmla="*/ 148561 w 169960"/>
                <a:gd name="connsiteY55" fmla="*/ 71202 h 243585"/>
                <a:gd name="connsiteX56" fmla="*/ 148477 w 169960"/>
                <a:gd name="connsiteY56" fmla="*/ 69600 h 243585"/>
                <a:gd name="connsiteX57" fmla="*/ 148329 w 169960"/>
                <a:gd name="connsiteY57" fmla="*/ 67528 h 243585"/>
                <a:gd name="connsiteX58" fmla="*/ 148198 w 169960"/>
                <a:gd name="connsiteY58" fmla="*/ 65461 h 243585"/>
                <a:gd name="connsiteX59" fmla="*/ 147817 w 169960"/>
                <a:gd name="connsiteY59" fmla="*/ 63761 h 243585"/>
                <a:gd name="connsiteX60" fmla="*/ 145585 w 169960"/>
                <a:gd name="connsiteY60" fmla="*/ 63016 h 243585"/>
                <a:gd name="connsiteX61" fmla="*/ 144841 w 169960"/>
                <a:gd name="connsiteY61" fmla="*/ 58552 h 243585"/>
                <a:gd name="connsiteX62" fmla="*/ 142608 w 169960"/>
                <a:gd name="connsiteY62" fmla="*/ 56319 h 243585"/>
                <a:gd name="connsiteX63" fmla="*/ 142608 w 169960"/>
                <a:gd name="connsiteY63" fmla="*/ 53343 h 243585"/>
                <a:gd name="connsiteX64" fmla="*/ 140376 w 169960"/>
                <a:gd name="connsiteY64" fmla="*/ 52598 h 243585"/>
                <a:gd name="connsiteX65" fmla="*/ 140376 w 169960"/>
                <a:gd name="connsiteY65" fmla="*/ 49622 h 243585"/>
                <a:gd name="connsiteX66" fmla="*/ 138143 w 169960"/>
                <a:gd name="connsiteY66" fmla="*/ 48878 h 243585"/>
                <a:gd name="connsiteX67" fmla="*/ 137771 w 169960"/>
                <a:gd name="connsiteY67" fmla="*/ 47343 h 243585"/>
                <a:gd name="connsiteX68" fmla="*/ 137399 w 169960"/>
                <a:gd name="connsiteY68" fmla="*/ 45901 h 243585"/>
                <a:gd name="connsiteX69" fmla="*/ 135167 w 169960"/>
                <a:gd name="connsiteY69" fmla="*/ 45901 h 243585"/>
                <a:gd name="connsiteX70" fmla="*/ 134423 w 169960"/>
                <a:gd name="connsiteY70" fmla="*/ 43669 h 243585"/>
                <a:gd name="connsiteX71" fmla="*/ 132190 w 169960"/>
                <a:gd name="connsiteY71" fmla="*/ 42925 h 243585"/>
                <a:gd name="connsiteX72" fmla="*/ 129958 w 169960"/>
                <a:gd name="connsiteY72" fmla="*/ 42180 h 243585"/>
                <a:gd name="connsiteX73" fmla="*/ 129214 w 169960"/>
                <a:gd name="connsiteY73" fmla="*/ 39948 h 243585"/>
                <a:gd name="connsiteX74" fmla="*/ 126981 w 169960"/>
                <a:gd name="connsiteY74" fmla="*/ 39995 h 243585"/>
                <a:gd name="connsiteX75" fmla="*/ 124749 w 169960"/>
                <a:gd name="connsiteY75" fmla="*/ 39948 h 243585"/>
                <a:gd name="connsiteX76" fmla="*/ 124563 w 169960"/>
                <a:gd name="connsiteY76" fmla="*/ 38480 h 243585"/>
                <a:gd name="connsiteX77" fmla="*/ 124005 w 169960"/>
                <a:gd name="connsiteY77" fmla="*/ 36971 h 243585"/>
                <a:gd name="connsiteX78" fmla="*/ 118796 w 169960"/>
                <a:gd name="connsiteY78" fmla="*/ 36599 h 243585"/>
                <a:gd name="connsiteX79" fmla="*/ 113587 w 169960"/>
                <a:gd name="connsiteY79" fmla="*/ 36227 h 243585"/>
                <a:gd name="connsiteX80" fmla="*/ 113296 w 169960"/>
                <a:gd name="connsiteY80" fmla="*/ 34742 h 243585"/>
                <a:gd name="connsiteX81" fmla="*/ 112843 w 169960"/>
                <a:gd name="connsiteY81" fmla="*/ 33251 h 243585"/>
                <a:gd name="connsiteX82" fmla="*/ 109215 w 169960"/>
                <a:gd name="connsiteY82" fmla="*/ 32855 h 243585"/>
                <a:gd name="connsiteX83" fmla="*/ 106994 w 169960"/>
                <a:gd name="connsiteY83" fmla="*/ 32844 h 243585"/>
                <a:gd name="connsiteX84" fmla="*/ 104657 w 169960"/>
                <a:gd name="connsiteY84" fmla="*/ 32879 h 243585"/>
                <a:gd name="connsiteX85" fmla="*/ 102320 w 169960"/>
                <a:gd name="connsiteY85" fmla="*/ 32844 h 243585"/>
                <a:gd name="connsiteX86" fmla="*/ 100099 w 169960"/>
                <a:gd name="connsiteY86" fmla="*/ 32855 h 243585"/>
                <a:gd name="connsiteX87" fmla="*/ 98047 w 169960"/>
                <a:gd name="connsiteY87" fmla="*/ 32866 h 243585"/>
                <a:gd name="connsiteX88" fmla="*/ 96471 w 169960"/>
                <a:gd name="connsiteY88" fmla="*/ 33251 h 243585"/>
                <a:gd name="connsiteX89" fmla="*/ 95727 w 169960"/>
                <a:gd name="connsiteY89" fmla="*/ 36227 h 243585"/>
                <a:gd name="connsiteX90" fmla="*/ 88562 w 169960"/>
                <a:gd name="connsiteY90" fmla="*/ 36046 h 243585"/>
                <a:gd name="connsiteX91" fmla="*/ 84565 w 169960"/>
                <a:gd name="connsiteY91" fmla="*/ 36227 h 243585"/>
                <a:gd name="connsiteX92" fmla="*/ 83821 w 169960"/>
                <a:gd name="connsiteY92" fmla="*/ 39948 h 243585"/>
                <a:gd name="connsiteX93" fmla="*/ 77124 w 169960"/>
                <a:gd name="connsiteY93" fmla="*/ 39204 h 243585"/>
                <a:gd name="connsiteX94" fmla="*/ 76984 w 169960"/>
                <a:gd name="connsiteY94" fmla="*/ 40971 h 243585"/>
                <a:gd name="connsiteX95" fmla="*/ 76380 w 169960"/>
                <a:gd name="connsiteY95" fmla="*/ 42925 h 243585"/>
                <a:gd name="connsiteX96" fmla="*/ 72659 w 169960"/>
                <a:gd name="connsiteY96" fmla="*/ 44413 h 243585"/>
                <a:gd name="connsiteX97" fmla="*/ 71171 w 169960"/>
                <a:gd name="connsiteY97" fmla="*/ 46645 h 243585"/>
                <a:gd name="connsiteX98" fmla="*/ 68938 w 169960"/>
                <a:gd name="connsiteY98" fmla="*/ 47389 h 243585"/>
                <a:gd name="connsiteX99" fmla="*/ 67450 w 169960"/>
                <a:gd name="connsiteY99" fmla="*/ 49622 h 243585"/>
                <a:gd name="connsiteX100" fmla="*/ 65962 w 169960"/>
                <a:gd name="connsiteY100" fmla="*/ 49622 h 243585"/>
                <a:gd name="connsiteX101" fmla="*/ 65590 w 169960"/>
                <a:gd name="connsiteY101" fmla="*/ 51110 h 243585"/>
                <a:gd name="connsiteX102" fmla="*/ 65218 w 169960"/>
                <a:gd name="connsiteY102" fmla="*/ 52598 h 243585"/>
                <a:gd name="connsiteX103" fmla="*/ 63729 w 169960"/>
                <a:gd name="connsiteY103" fmla="*/ 52598 h 243585"/>
                <a:gd name="connsiteX104" fmla="*/ 62985 w 169960"/>
                <a:gd name="connsiteY104" fmla="*/ 55575 h 243585"/>
                <a:gd name="connsiteX105" fmla="*/ 61497 w 169960"/>
                <a:gd name="connsiteY105" fmla="*/ 56319 h 243585"/>
                <a:gd name="connsiteX106" fmla="*/ 60753 w 169960"/>
                <a:gd name="connsiteY106" fmla="*/ 57807 h 243585"/>
                <a:gd name="connsiteX107" fmla="*/ 58520 w 169960"/>
                <a:gd name="connsiteY107" fmla="*/ 60040 h 243585"/>
                <a:gd name="connsiteX108" fmla="*/ 58148 w 169960"/>
                <a:gd name="connsiteY108" fmla="*/ 61900 h 243585"/>
                <a:gd name="connsiteX109" fmla="*/ 57776 w 169960"/>
                <a:gd name="connsiteY109" fmla="*/ 63761 h 243585"/>
                <a:gd name="connsiteX110" fmla="*/ 56288 w 169960"/>
                <a:gd name="connsiteY110" fmla="*/ 64505 h 243585"/>
                <a:gd name="connsiteX111" fmla="*/ 55823 w 169960"/>
                <a:gd name="connsiteY111" fmla="*/ 67900 h 243585"/>
                <a:gd name="connsiteX112" fmla="*/ 55654 w 169960"/>
                <a:gd name="connsiteY112" fmla="*/ 69763 h 243585"/>
                <a:gd name="connsiteX113" fmla="*/ 55544 w 169960"/>
                <a:gd name="connsiteY113" fmla="*/ 71202 h 243585"/>
                <a:gd name="connsiteX114" fmla="*/ 54055 w 169960"/>
                <a:gd name="connsiteY114" fmla="*/ 71202 h 243585"/>
                <a:gd name="connsiteX115" fmla="*/ 52893 w 169960"/>
                <a:gd name="connsiteY115" fmla="*/ 76132 h 243585"/>
                <a:gd name="connsiteX116" fmla="*/ 52704 w 169960"/>
                <a:gd name="connsiteY116" fmla="*/ 77975 h 243585"/>
                <a:gd name="connsiteX117" fmla="*/ 52567 w 169960"/>
                <a:gd name="connsiteY117" fmla="*/ 79388 h 243585"/>
                <a:gd name="connsiteX118" fmla="*/ 51079 w 169960"/>
                <a:gd name="connsiteY118" fmla="*/ 79388 h 243585"/>
                <a:gd name="connsiteX119" fmla="*/ 50428 w 169960"/>
                <a:gd name="connsiteY119" fmla="*/ 86178 h 243585"/>
                <a:gd name="connsiteX120" fmla="*/ 49230 w 169960"/>
                <a:gd name="connsiteY120" fmla="*/ 89560 h 243585"/>
                <a:gd name="connsiteX121" fmla="*/ 47825 w 169960"/>
                <a:gd name="connsiteY121" fmla="*/ 97358 h 243585"/>
                <a:gd name="connsiteX122" fmla="*/ 47817 w 169960"/>
                <a:gd name="connsiteY122" fmla="*/ 99203 h 243585"/>
                <a:gd name="connsiteX123" fmla="*/ 47832 w 169960"/>
                <a:gd name="connsiteY123" fmla="*/ 105232 h 243585"/>
                <a:gd name="connsiteX124" fmla="*/ 47831 w 169960"/>
                <a:gd name="connsiteY124" fmla="*/ 109418 h 243585"/>
                <a:gd name="connsiteX125" fmla="*/ 47852 w 169960"/>
                <a:gd name="connsiteY125" fmla="*/ 118184 h 243585"/>
                <a:gd name="connsiteX126" fmla="*/ 47864 w 169960"/>
                <a:gd name="connsiteY126" fmla="*/ 129445 h 243585"/>
                <a:gd name="connsiteX127" fmla="*/ 47874 w 169960"/>
                <a:gd name="connsiteY127" fmla="*/ 138084 h 243585"/>
                <a:gd name="connsiteX128" fmla="*/ 47877 w 169960"/>
                <a:gd name="connsiteY128" fmla="*/ 142238 h 243585"/>
                <a:gd name="connsiteX129" fmla="*/ 47898 w 169960"/>
                <a:gd name="connsiteY129" fmla="*/ 148026 h 243585"/>
                <a:gd name="connsiteX130" fmla="*/ 47892 w 169960"/>
                <a:gd name="connsiteY130" fmla="*/ 149775 h 243585"/>
                <a:gd name="connsiteX131" fmla="*/ 48102 w 169960"/>
                <a:gd name="connsiteY131" fmla="*/ 153802 h 243585"/>
                <a:gd name="connsiteX132" fmla="*/ 49591 w 169960"/>
                <a:gd name="connsiteY132" fmla="*/ 154546 h 243585"/>
                <a:gd name="connsiteX133" fmla="*/ 50381 w 169960"/>
                <a:gd name="connsiteY133" fmla="*/ 162127 h 243585"/>
                <a:gd name="connsiteX134" fmla="*/ 50361 w 169960"/>
                <a:gd name="connsiteY134" fmla="*/ 164996 h 243585"/>
                <a:gd name="connsiteX135" fmla="*/ 50335 w 169960"/>
                <a:gd name="connsiteY135" fmla="*/ 167196 h 243585"/>
                <a:gd name="connsiteX136" fmla="*/ 52567 w 169960"/>
                <a:gd name="connsiteY136" fmla="*/ 167196 h 243585"/>
                <a:gd name="connsiteX137" fmla="*/ 53311 w 169960"/>
                <a:gd name="connsiteY137" fmla="*/ 176126 h 243585"/>
                <a:gd name="connsiteX138" fmla="*/ 55544 w 169960"/>
                <a:gd name="connsiteY138" fmla="*/ 176126 h 243585"/>
                <a:gd name="connsiteX139" fmla="*/ 55980 w 169960"/>
                <a:gd name="connsiteY139" fmla="*/ 180704 h 243585"/>
                <a:gd name="connsiteX140" fmla="*/ 56288 w 169960"/>
                <a:gd name="connsiteY140" fmla="*/ 182079 h 243585"/>
                <a:gd name="connsiteX141" fmla="*/ 57776 w 169960"/>
                <a:gd name="connsiteY141" fmla="*/ 182823 h 243585"/>
                <a:gd name="connsiteX142" fmla="*/ 58102 w 169960"/>
                <a:gd name="connsiteY142" fmla="*/ 184637 h 243585"/>
                <a:gd name="connsiteX143" fmla="*/ 60753 w 169960"/>
                <a:gd name="connsiteY143" fmla="*/ 188032 h 243585"/>
                <a:gd name="connsiteX144" fmla="*/ 63008 w 169960"/>
                <a:gd name="connsiteY144" fmla="*/ 192000 h 243585"/>
                <a:gd name="connsiteX145" fmla="*/ 65962 w 169960"/>
                <a:gd name="connsiteY145" fmla="*/ 195473 h 243585"/>
                <a:gd name="connsiteX146" fmla="*/ 68938 w 169960"/>
                <a:gd name="connsiteY146" fmla="*/ 200682 h 243585"/>
                <a:gd name="connsiteX147" fmla="*/ 71915 w 169960"/>
                <a:gd name="connsiteY147" fmla="*/ 200682 h 243585"/>
                <a:gd name="connsiteX148" fmla="*/ 72659 w 169960"/>
                <a:gd name="connsiteY148" fmla="*/ 202915 h 243585"/>
                <a:gd name="connsiteX149" fmla="*/ 74891 w 169960"/>
                <a:gd name="connsiteY149" fmla="*/ 203240 h 243585"/>
                <a:gd name="connsiteX150" fmla="*/ 77124 w 169960"/>
                <a:gd name="connsiteY150" fmla="*/ 203659 h 243585"/>
                <a:gd name="connsiteX151" fmla="*/ 77423 w 169960"/>
                <a:gd name="connsiteY151" fmla="*/ 205139 h 243585"/>
                <a:gd name="connsiteX152" fmla="*/ 77868 w 169960"/>
                <a:gd name="connsiteY152" fmla="*/ 206636 h 243585"/>
                <a:gd name="connsiteX153" fmla="*/ 81263 w 169960"/>
                <a:gd name="connsiteY153" fmla="*/ 207194 h 243585"/>
                <a:gd name="connsiteX154" fmla="*/ 83126 w 169960"/>
                <a:gd name="connsiteY154" fmla="*/ 207322 h 243585"/>
                <a:gd name="connsiteX155" fmla="*/ 84565 w 169960"/>
                <a:gd name="connsiteY155" fmla="*/ 207380 h 243585"/>
                <a:gd name="connsiteX156" fmla="*/ 84565 w 169960"/>
                <a:gd name="connsiteY156" fmla="*/ 210356 h 243585"/>
                <a:gd name="connsiteX157" fmla="*/ 86818 w 169960"/>
                <a:gd name="connsiteY157" fmla="*/ 210225 h 243585"/>
                <a:gd name="connsiteX158" fmla="*/ 89728 w 169960"/>
                <a:gd name="connsiteY158" fmla="*/ 210124 h 243585"/>
                <a:gd name="connsiteX159" fmla="*/ 92632 w 169960"/>
                <a:gd name="connsiteY159" fmla="*/ 209993 h 243585"/>
                <a:gd name="connsiteX160" fmla="*/ 94983 w 169960"/>
                <a:gd name="connsiteY160" fmla="*/ 210356 h 243585"/>
                <a:gd name="connsiteX161" fmla="*/ 95727 w 169960"/>
                <a:gd name="connsiteY161" fmla="*/ 214077 h 243585"/>
                <a:gd name="connsiteX162" fmla="*/ 103122 w 169960"/>
                <a:gd name="connsiteY162" fmla="*/ 213891 h 243585"/>
                <a:gd name="connsiteX163" fmla="*/ 105254 w 169960"/>
                <a:gd name="connsiteY163" fmla="*/ 213859 h 243585"/>
                <a:gd name="connsiteX164" fmla="*/ 107282 w 169960"/>
                <a:gd name="connsiteY164" fmla="*/ 213786 h 243585"/>
                <a:gd name="connsiteX165" fmla="*/ 109159 w 169960"/>
                <a:gd name="connsiteY165" fmla="*/ 213739 h 243585"/>
                <a:gd name="connsiteX166" fmla="*/ 110610 w 169960"/>
                <a:gd name="connsiteY166" fmla="*/ 213333 h 243585"/>
                <a:gd name="connsiteX167" fmla="*/ 111354 w 169960"/>
                <a:gd name="connsiteY167" fmla="*/ 210356 h 243585"/>
                <a:gd name="connsiteX168" fmla="*/ 116563 w 169960"/>
                <a:gd name="connsiteY168" fmla="*/ 209938 h 243585"/>
                <a:gd name="connsiteX169" fmla="*/ 121772 w 169960"/>
                <a:gd name="connsiteY169" fmla="*/ 209612 h 243585"/>
                <a:gd name="connsiteX170" fmla="*/ 122516 w 169960"/>
                <a:gd name="connsiteY170" fmla="*/ 207380 h 243585"/>
                <a:gd name="connsiteX171" fmla="*/ 127121 w 169960"/>
                <a:gd name="connsiteY171" fmla="*/ 206356 h 243585"/>
                <a:gd name="connsiteX172" fmla="*/ 128469 w 169960"/>
                <a:gd name="connsiteY172" fmla="*/ 205891 h 243585"/>
                <a:gd name="connsiteX173" fmla="*/ 129214 w 169960"/>
                <a:gd name="connsiteY173" fmla="*/ 203659 h 243585"/>
                <a:gd name="connsiteX174" fmla="*/ 130609 w 169960"/>
                <a:gd name="connsiteY174" fmla="*/ 203333 h 243585"/>
                <a:gd name="connsiteX175" fmla="*/ 134423 w 169960"/>
                <a:gd name="connsiteY175" fmla="*/ 199938 h 243585"/>
                <a:gd name="connsiteX176" fmla="*/ 136655 w 169960"/>
                <a:gd name="connsiteY176" fmla="*/ 199194 h 243585"/>
                <a:gd name="connsiteX177" fmla="*/ 137399 w 169960"/>
                <a:gd name="connsiteY177" fmla="*/ 196962 h 243585"/>
                <a:gd name="connsiteX178" fmla="*/ 139632 w 169960"/>
                <a:gd name="connsiteY178" fmla="*/ 196218 h 243585"/>
                <a:gd name="connsiteX179" fmla="*/ 140376 w 169960"/>
                <a:gd name="connsiteY179" fmla="*/ 193241 h 243585"/>
                <a:gd name="connsiteX180" fmla="*/ 141864 w 169960"/>
                <a:gd name="connsiteY180" fmla="*/ 192497 h 243585"/>
                <a:gd name="connsiteX181" fmla="*/ 145259 w 169960"/>
                <a:gd name="connsiteY181" fmla="*/ 186358 h 243585"/>
                <a:gd name="connsiteX182" fmla="*/ 147817 w 169960"/>
                <a:gd name="connsiteY182" fmla="*/ 183567 h 243585"/>
                <a:gd name="connsiteX183" fmla="*/ 148282 w 169960"/>
                <a:gd name="connsiteY183" fmla="*/ 180544 h 243585"/>
                <a:gd name="connsiteX184" fmla="*/ 148561 w 169960"/>
                <a:gd name="connsiteY184" fmla="*/ 177614 h 243585"/>
                <a:gd name="connsiteX185" fmla="*/ 150794 w 169960"/>
                <a:gd name="connsiteY185" fmla="*/ 177614 h 243585"/>
                <a:gd name="connsiteX186" fmla="*/ 150768 w 169960"/>
                <a:gd name="connsiteY186" fmla="*/ 176201 h 243585"/>
                <a:gd name="connsiteX187" fmla="*/ 150747 w 169960"/>
                <a:gd name="connsiteY187" fmla="*/ 174358 h 243585"/>
                <a:gd name="connsiteX188" fmla="*/ 150721 w 169960"/>
                <a:gd name="connsiteY188" fmla="*/ 172527 h 243585"/>
                <a:gd name="connsiteX189" fmla="*/ 151538 w 169960"/>
                <a:gd name="connsiteY189" fmla="*/ 169429 h 243585"/>
                <a:gd name="connsiteX190" fmla="*/ 153026 w 169960"/>
                <a:gd name="connsiteY190" fmla="*/ 169429 h 243585"/>
                <a:gd name="connsiteX191" fmla="*/ 153770 w 169960"/>
                <a:gd name="connsiteY191" fmla="*/ 156034 h 243585"/>
                <a:gd name="connsiteX192" fmla="*/ 160002 w 169960"/>
                <a:gd name="connsiteY192" fmla="*/ 155848 h 243585"/>
                <a:gd name="connsiteX193" fmla="*/ 161963 w 169960"/>
                <a:gd name="connsiteY193" fmla="*/ 155766 h 243585"/>
                <a:gd name="connsiteX194" fmla="*/ 166421 w 169960"/>
                <a:gd name="connsiteY194" fmla="*/ 156034 h 243585"/>
                <a:gd name="connsiteX195" fmla="*/ 167909 w 169960"/>
                <a:gd name="connsiteY195" fmla="*/ 159011 h 243585"/>
                <a:gd name="connsiteX196" fmla="*/ 172792 w 169960"/>
                <a:gd name="connsiteY196" fmla="*/ 159011 h 243585"/>
                <a:gd name="connsiteX197" fmla="*/ 177583 w 169960"/>
                <a:gd name="connsiteY197" fmla="*/ 159011 h 243585"/>
                <a:gd name="connsiteX198" fmla="*/ 178327 w 169960"/>
                <a:gd name="connsiteY198" fmla="*/ 161987 h 243585"/>
                <a:gd name="connsiteX199" fmla="*/ 183536 w 169960"/>
                <a:gd name="connsiteY199" fmla="*/ 162731 h 243585"/>
                <a:gd name="connsiteX200" fmla="*/ 183536 w 169960"/>
                <a:gd name="connsiteY200" fmla="*/ 173893 h 243585"/>
                <a:gd name="connsiteX201" fmla="*/ 182048 w 169960"/>
                <a:gd name="connsiteY201" fmla="*/ 174637 h 243585"/>
                <a:gd name="connsiteX202" fmla="*/ 181583 w 169960"/>
                <a:gd name="connsiteY202" fmla="*/ 179149 h 243585"/>
                <a:gd name="connsiteX203" fmla="*/ 181414 w 169960"/>
                <a:gd name="connsiteY203" fmla="*/ 181640 h 243585"/>
                <a:gd name="connsiteX204" fmla="*/ 181303 w 169960"/>
                <a:gd name="connsiteY204" fmla="*/ 183567 h 243585"/>
                <a:gd name="connsiteX205" fmla="*/ 179071 w 169960"/>
                <a:gd name="connsiteY205" fmla="*/ 183567 h 243585"/>
                <a:gd name="connsiteX206" fmla="*/ 178327 w 169960"/>
                <a:gd name="connsiteY206" fmla="*/ 191753 h 243585"/>
                <a:gd name="connsiteX207" fmla="*/ 176094 w 169960"/>
                <a:gd name="connsiteY207" fmla="*/ 191753 h 243585"/>
                <a:gd name="connsiteX208" fmla="*/ 175350 w 169960"/>
                <a:gd name="connsiteY208" fmla="*/ 197706 h 243585"/>
                <a:gd name="connsiteX209" fmla="*/ 173862 w 169960"/>
                <a:gd name="connsiteY209" fmla="*/ 197706 h 243585"/>
                <a:gd name="connsiteX210" fmla="*/ 172374 w 169960"/>
                <a:gd name="connsiteY210" fmla="*/ 202915 h 243585"/>
                <a:gd name="connsiteX211" fmla="*/ 170886 w 169960"/>
                <a:gd name="connsiteY211" fmla="*/ 204403 h 243585"/>
                <a:gd name="connsiteX212" fmla="*/ 170560 w 169960"/>
                <a:gd name="connsiteY212" fmla="*/ 206217 h 243585"/>
                <a:gd name="connsiteX213" fmla="*/ 167909 w 169960"/>
                <a:gd name="connsiteY213" fmla="*/ 210356 h 243585"/>
                <a:gd name="connsiteX214" fmla="*/ 167537 w 169960"/>
                <a:gd name="connsiteY214" fmla="*/ 211938 h 243585"/>
                <a:gd name="connsiteX215" fmla="*/ 167165 w 169960"/>
                <a:gd name="connsiteY215" fmla="*/ 213333 h 243585"/>
                <a:gd name="connsiteX216" fmla="*/ 164932 w 169960"/>
                <a:gd name="connsiteY216" fmla="*/ 214077 h 243585"/>
                <a:gd name="connsiteX217" fmla="*/ 164188 w 169960"/>
                <a:gd name="connsiteY217" fmla="*/ 216309 h 243585"/>
                <a:gd name="connsiteX218" fmla="*/ 160793 w 169960"/>
                <a:gd name="connsiteY218" fmla="*/ 219611 h 243585"/>
                <a:gd name="connsiteX219" fmla="*/ 159075 w 169960"/>
                <a:gd name="connsiteY219" fmla="*/ 222184 h 243585"/>
                <a:gd name="connsiteX220" fmla="*/ 155631 w 169960"/>
                <a:gd name="connsiteY220" fmla="*/ 226169 h 243585"/>
                <a:gd name="connsiteX221" fmla="*/ 154259 w 169960"/>
                <a:gd name="connsiteY221" fmla="*/ 227344 h 243585"/>
                <a:gd name="connsiteX222" fmla="*/ 151538 w 169960"/>
                <a:gd name="connsiteY222" fmla="*/ 228216 h 243585"/>
                <a:gd name="connsiteX223" fmla="*/ 151259 w 169960"/>
                <a:gd name="connsiteY223" fmla="*/ 229657 h 243585"/>
                <a:gd name="connsiteX224" fmla="*/ 150794 w 169960"/>
                <a:gd name="connsiteY224" fmla="*/ 231192 h 243585"/>
                <a:gd name="connsiteX225" fmla="*/ 147817 w 169960"/>
                <a:gd name="connsiteY225" fmla="*/ 231936 h 243585"/>
                <a:gd name="connsiteX226" fmla="*/ 147073 w 169960"/>
                <a:gd name="connsiteY226" fmla="*/ 234169 h 243585"/>
                <a:gd name="connsiteX227" fmla="*/ 144841 w 169960"/>
                <a:gd name="connsiteY227" fmla="*/ 234494 h 243585"/>
                <a:gd name="connsiteX228" fmla="*/ 142608 w 169960"/>
                <a:gd name="connsiteY228" fmla="*/ 234913 h 243585"/>
                <a:gd name="connsiteX229" fmla="*/ 142283 w 169960"/>
                <a:gd name="connsiteY229" fmla="*/ 236401 h 243585"/>
                <a:gd name="connsiteX230" fmla="*/ 141864 w 169960"/>
                <a:gd name="connsiteY230" fmla="*/ 237889 h 243585"/>
                <a:gd name="connsiteX231" fmla="*/ 136655 w 169960"/>
                <a:gd name="connsiteY231" fmla="*/ 238634 h 243585"/>
                <a:gd name="connsiteX232" fmla="*/ 135911 w 169960"/>
                <a:gd name="connsiteY232" fmla="*/ 240866 h 243585"/>
                <a:gd name="connsiteX233" fmla="*/ 132702 w 169960"/>
                <a:gd name="connsiteY233" fmla="*/ 241424 h 243585"/>
                <a:gd name="connsiteX234" fmla="*/ 130943 w 169960"/>
                <a:gd name="connsiteY234" fmla="*/ 241599 h 243585"/>
                <a:gd name="connsiteX235" fmla="*/ 126237 w 169960"/>
                <a:gd name="connsiteY235" fmla="*/ 240866 h 243585"/>
                <a:gd name="connsiteX236" fmla="*/ 126126 w 169960"/>
                <a:gd name="connsiteY236" fmla="*/ 242697 h 243585"/>
                <a:gd name="connsiteX237" fmla="*/ 125493 w 169960"/>
                <a:gd name="connsiteY237" fmla="*/ 244587 h 243585"/>
                <a:gd name="connsiteX238" fmla="*/ 121322 w 169960"/>
                <a:gd name="connsiteY238" fmla="*/ 245056 h 243585"/>
                <a:gd name="connsiteX239" fmla="*/ 118620 w 169960"/>
                <a:gd name="connsiteY239" fmla="*/ 245085 h 243585"/>
                <a:gd name="connsiteX240" fmla="*/ 115680 w 169960"/>
                <a:gd name="connsiteY240" fmla="*/ 245055 h 243585"/>
                <a:gd name="connsiteX241" fmla="*/ 112685 w 169960"/>
                <a:gd name="connsiteY241" fmla="*/ 245060 h 243585"/>
                <a:gd name="connsiteX242" fmla="*/ 106402 w 169960"/>
                <a:gd name="connsiteY242" fmla="*/ 245031 h 243585"/>
                <a:gd name="connsiteX243" fmla="*/ 98331 w 169960"/>
                <a:gd name="connsiteY243" fmla="*/ 245024 h 243585"/>
                <a:gd name="connsiteX244" fmla="*/ 92146 w 169960"/>
                <a:gd name="connsiteY244" fmla="*/ 245014 h 243585"/>
                <a:gd name="connsiteX245" fmla="*/ 87717 w 169960"/>
                <a:gd name="connsiteY245" fmla="*/ 245019 h 243585"/>
                <a:gd name="connsiteX246" fmla="*/ 85016 w 169960"/>
                <a:gd name="connsiteY246" fmla="*/ 244984 h 243585"/>
                <a:gd name="connsiteX247" fmla="*/ 82624 w 169960"/>
                <a:gd name="connsiteY247" fmla="*/ 244970 h 243585"/>
                <a:gd name="connsiteX248" fmla="*/ 80844 w 169960"/>
                <a:gd name="connsiteY248" fmla="*/ 244587 h 243585"/>
                <a:gd name="connsiteX249" fmla="*/ 80100 w 169960"/>
                <a:gd name="connsiteY249" fmla="*/ 241610 h 243585"/>
                <a:gd name="connsiteX250" fmla="*/ 75263 w 169960"/>
                <a:gd name="connsiteY250" fmla="*/ 241192 h 243585"/>
                <a:gd name="connsiteX251" fmla="*/ 70427 w 169960"/>
                <a:gd name="connsiteY251" fmla="*/ 240866 h 243585"/>
                <a:gd name="connsiteX252" fmla="*/ 69682 w 169960"/>
                <a:gd name="connsiteY252" fmla="*/ 238634 h 243585"/>
                <a:gd name="connsiteX253" fmla="*/ 66706 w 169960"/>
                <a:gd name="connsiteY253" fmla="*/ 238308 h 243585"/>
                <a:gd name="connsiteX254" fmla="*/ 63729 w 169960"/>
                <a:gd name="connsiteY254" fmla="*/ 237889 h 243585"/>
                <a:gd name="connsiteX255" fmla="*/ 62985 w 169960"/>
                <a:gd name="connsiteY255" fmla="*/ 234913 h 243585"/>
                <a:gd name="connsiteX256" fmla="*/ 58520 w 169960"/>
                <a:gd name="connsiteY256" fmla="*/ 234169 h 243585"/>
                <a:gd name="connsiteX257" fmla="*/ 58520 w 169960"/>
                <a:gd name="connsiteY257" fmla="*/ 231192 h 243585"/>
                <a:gd name="connsiteX258" fmla="*/ 56753 w 169960"/>
                <a:gd name="connsiteY258" fmla="*/ 231285 h 243585"/>
                <a:gd name="connsiteX259" fmla="*/ 53311 w 169960"/>
                <a:gd name="connsiteY259" fmla="*/ 229704 h 243585"/>
                <a:gd name="connsiteX260" fmla="*/ 53311 w 169960"/>
                <a:gd name="connsiteY260" fmla="*/ 227471 h 243585"/>
                <a:gd name="connsiteX261" fmla="*/ 50335 w 169960"/>
                <a:gd name="connsiteY261" fmla="*/ 227471 h 243585"/>
                <a:gd name="connsiteX262" fmla="*/ 50335 w 169960"/>
                <a:gd name="connsiteY262" fmla="*/ 224495 h 243585"/>
                <a:gd name="connsiteX263" fmla="*/ 47358 w 169960"/>
                <a:gd name="connsiteY263" fmla="*/ 224495 h 243585"/>
                <a:gd name="connsiteX264" fmla="*/ 46614 w 169960"/>
                <a:gd name="connsiteY264" fmla="*/ 220774 h 243585"/>
                <a:gd name="connsiteX265" fmla="*/ 45265 w 169960"/>
                <a:gd name="connsiteY265" fmla="*/ 220449 h 243585"/>
                <a:gd name="connsiteX266" fmla="*/ 40661 w 169960"/>
                <a:gd name="connsiteY266" fmla="*/ 215565 h 243585"/>
                <a:gd name="connsiteX267" fmla="*/ 39173 w 169960"/>
                <a:gd name="connsiteY267" fmla="*/ 214821 h 243585"/>
                <a:gd name="connsiteX268" fmla="*/ 38847 w 169960"/>
                <a:gd name="connsiteY268" fmla="*/ 212914 h 243585"/>
                <a:gd name="connsiteX269" fmla="*/ 38428 w 169960"/>
                <a:gd name="connsiteY269" fmla="*/ 211100 h 243585"/>
                <a:gd name="connsiteX270" fmla="*/ 36196 w 169960"/>
                <a:gd name="connsiteY270" fmla="*/ 211100 h 243585"/>
                <a:gd name="connsiteX271" fmla="*/ 35917 w 169960"/>
                <a:gd name="connsiteY271" fmla="*/ 208914 h 243585"/>
                <a:gd name="connsiteX272" fmla="*/ 35452 w 169960"/>
                <a:gd name="connsiteY272" fmla="*/ 206636 h 243585"/>
                <a:gd name="connsiteX273" fmla="*/ 33964 w 169960"/>
                <a:gd name="connsiteY273" fmla="*/ 205891 h 243585"/>
                <a:gd name="connsiteX274" fmla="*/ 33219 w 169960"/>
                <a:gd name="connsiteY274" fmla="*/ 201427 h 243585"/>
                <a:gd name="connsiteX275" fmla="*/ 30987 w 169960"/>
                <a:gd name="connsiteY275" fmla="*/ 201427 h 243585"/>
                <a:gd name="connsiteX276" fmla="*/ 30755 w 169960"/>
                <a:gd name="connsiteY276" fmla="*/ 198869 h 243585"/>
                <a:gd name="connsiteX277" fmla="*/ 30243 w 169960"/>
                <a:gd name="connsiteY277" fmla="*/ 196218 h 243585"/>
                <a:gd name="connsiteX278" fmla="*/ 28011 w 169960"/>
                <a:gd name="connsiteY278" fmla="*/ 195473 h 243585"/>
                <a:gd name="connsiteX279" fmla="*/ 27592 w 169960"/>
                <a:gd name="connsiteY279" fmla="*/ 192497 h 243585"/>
                <a:gd name="connsiteX280" fmla="*/ 27266 w 169960"/>
                <a:gd name="connsiteY280" fmla="*/ 189520 h 243585"/>
                <a:gd name="connsiteX281" fmla="*/ 25778 w 169960"/>
                <a:gd name="connsiteY281" fmla="*/ 188776 h 243585"/>
                <a:gd name="connsiteX282" fmla="*/ 25362 w 169960"/>
                <a:gd name="connsiteY282" fmla="*/ 184244 h 243585"/>
                <a:gd name="connsiteX283" fmla="*/ 22802 w 169960"/>
                <a:gd name="connsiteY283" fmla="*/ 181335 h 243585"/>
                <a:gd name="connsiteX284" fmla="*/ 22360 w 169960"/>
                <a:gd name="connsiteY284" fmla="*/ 174379 h 243585"/>
                <a:gd name="connsiteX285" fmla="*/ 22057 w 169960"/>
                <a:gd name="connsiteY285" fmla="*/ 172405 h 243585"/>
                <a:gd name="connsiteX286" fmla="*/ 19825 w 169960"/>
                <a:gd name="connsiteY286" fmla="*/ 171661 h 243585"/>
                <a:gd name="connsiteX287" fmla="*/ 19406 w 169960"/>
                <a:gd name="connsiteY287" fmla="*/ 165336 h 243585"/>
                <a:gd name="connsiteX288" fmla="*/ 19081 w 169960"/>
                <a:gd name="connsiteY288" fmla="*/ 159011 h 243585"/>
                <a:gd name="connsiteX289" fmla="*/ 17593 w 169960"/>
                <a:gd name="connsiteY289" fmla="*/ 158266 h 243585"/>
                <a:gd name="connsiteX290" fmla="*/ 16968 w 169960"/>
                <a:gd name="connsiteY290" fmla="*/ 145026 h 243585"/>
                <a:gd name="connsiteX291" fmla="*/ 15360 w 169960"/>
                <a:gd name="connsiteY291" fmla="*/ 139663 h 243585"/>
                <a:gd name="connsiteX292" fmla="*/ 14616 w 169960"/>
                <a:gd name="connsiteY292" fmla="*/ 139663 h 243585"/>
                <a:gd name="connsiteX293" fmla="*/ 14534 w 169960"/>
                <a:gd name="connsiteY293" fmla="*/ 124443 h 243585"/>
                <a:gd name="connsiteX294" fmla="*/ 14504 w 169960"/>
                <a:gd name="connsiteY294" fmla="*/ 119261 h 243585"/>
                <a:gd name="connsiteX295" fmla="*/ 14471 w 169960"/>
                <a:gd name="connsiteY295" fmla="*/ 111830 h 243585"/>
                <a:gd name="connsiteX296" fmla="*/ 14447 w 169960"/>
                <a:gd name="connsiteY296" fmla="*/ 109474 h 243585"/>
                <a:gd name="connsiteX297" fmla="*/ 14447 w 169960"/>
                <a:gd name="connsiteY297" fmla="*/ 107307 h 243585"/>
                <a:gd name="connsiteX298" fmla="*/ 14437 w 169960"/>
                <a:gd name="connsiteY298" fmla="*/ 105390 h 243585"/>
                <a:gd name="connsiteX299" fmla="*/ 14616 w 169960"/>
                <a:gd name="connsiteY299" fmla="*/ 103944 h 243585"/>
                <a:gd name="connsiteX300" fmla="*/ 16104 w 169960"/>
                <a:gd name="connsiteY300" fmla="*/ 103200 h 243585"/>
                <a:gd name="connsiteX301" fmla="*/ 16848 w 169960"/>
                <a:gd name="connsiteY301" fmla="*/ 94317 h 243585"/>
                <a:gd name="connsiteX302" fmla="*/ 17593 w 169960"/>
                <a:gd name="connsiteY302" fmla="*/ 84596 h 243585"/>
                <a:gd name="connsiteX303" fmla="*/ 19081 w 169960"/>
                <a:gd name="connsiteY303" fmla="*/ 83852 h 243585"/>
                <a:gd name="connsiteX304" fmla="*/ 19437 w 169960"/>
                <a:gd name="connsiteY304" fmla="*/ 76207 h 243585"/>
                <a:gd name="connsiteX305" fmla="*/ 19825 w 169960"/>
                <a:gd name="connsiteY305" fmla="*/ 71946 h 243585"/>
                <a:gd name="connsiteX306" fmla="*/ 22057 w 169960"/>
                <a:gd name="connsiteY306" fmla="*/ 71202 h 243585"/>
                <a:gd name="connsiteX307" fmla="*/ 22569 w 169960"/>
                <a:gd name="connsiteY307" fmla="*/ 67435 h 243585"/>
                <a:gd name="connsiteX308" fmla="*/ 22717 w 169960"/>
                <a:gd name="connsiteY308" fmla="*/ 65362 h 243585"/>
                <a:gd name="connsiteX309" fmla="*/ 22802 w 169960"/>
                <a:gd name="connsiteY309" fmla="*/ 63761 h 243585"/>
                <a:gd name="connsiteX310" fmla="*/ 24290 w 169960"/>
                <a:gd name="connsiteY310" fmla="*/ 63761 h 243585"/>
                <a:gd name="connsiteX311" fmla="*/ 25287 w 169960"/>
                <a:gd name="connsiteY311" fmla="*/ 58528 h 243585"/>
                <a:gd name="connsiteX312" fmla="*/ 25778 w 169960"/>
                <a:gd name="connsiteY312" fmla="*/ 57063 h 243585"/>
                <a:gd name="connsiteX313" fmla="*/ 28011 w 169960"/>
                <a:gd name="connsiteY313" fmla="*/ 57063 h 243585"/>
                <a:gd name="connsiteX314" fmla="*/ 27871 w 169960"/>
                <a:gd name="connsiteY314" fmla="*/ 54133 h 243585"/>
                <a:gd name="connsiteX315" fmla="*/ 28011 w 169960"/>
                <a:gd name="connsiteY315" fmla="*/ 51110 h 243585"/>
                <a:gd name="connsiteX316" fmla="*/ 30243 w 169960"/>
                <a:gd name="connsiteY316" fmla="*/ 50366 h 243585"/>
                <a:gd name="connsiteX317" fmla="*/ 30987 w 169960"/>
                <a:gd name="connsiteY317" fmla="*/ 45157 h 243585"/>
                <a:gd name="connsiteX318" fmla="*/ 33219 w 169960"/>
                <a:gd name="connsiteY318" fmla="*/ 45157 h 243585"/>
                <a:gd name="connsiteX319" fmla="*/ 33452 w 169960"/>
                <a:gd name="connsiteY319" fmla="*/ 43018 h 243585"/>
                <a:gd name="connsiteX320" fmla="*/ 36196 w 169960"/>
                <a:gd name="connsiteY320" fmla="*/ 39204 h 243585"/>
                <a:gd name="connsiteX321" fmla="*/ 36940 w 169960"/>
                <a:gd name="connsiteY321" fmla="*/ 36971 h 243585"/>
                <a:gd name="connsiteX322" fmla="*/ 40382 w 169960"/>
                <a:gd name="connsiteY322" fmla="*/ 33623 h 243585"/>
                <a:gd name="connsiteX323" fmla="*/ 42149 w 169960"/>
                <a:gd name="connsiteY323" fmla="*/ 30274 h 243585"/>
                <a:gd name="connsiteX324" fmla="*/ 44382 w 169960"/>
                <a:gd name="connsiteY324" fmla="*/ 28786 h 243585"/>
                <a:gd name="connsiteX325" fmla="*/ 45126 w 169960"/>
                <a:gd name="connsiteY325" fmla="*/ 26554 h 243585"/>
                <a:gd name="connsiteX326" fmla="*/ 47358 w 169960"/>
                <a:gd name="connsiteY326" fmla="*/ 26554 h 243585"/>
                <a:gd name="connsiteX327" fmla="*/ 47684 w 169960"/>
                <a:gd name="connsiteY327" fmla="*/ 24786 h 243585"/>
                <a:gd name="connsiteX328" fmla="*/ 48102 w 169960"/>
                <a:gd name="connsiteY328" fmla="*/ 22833 h 243585"/>
                <a:gd name="connsiteX329" fmla="*/ 51079 w 169960"/>
                <a:gd name="connsiteY329" fmla="*/ 21345 h 243585"/>
                <a:gd name="connsiteX330" fmla="*/ 51823 w 169960"/>
                <a:gd name="connsiteY330" fmla="*/ 19112 h 243585"/>
                <a:gd name="connsiteX331" fmla="*/ 55544 w 169960"/>
                <a:gd name="connsiteY331" fmla="*/ 18368 h 243585"/>
                <a:gd name="connsiteX332" fmla="*/ 56288 w 169960"/>
                <a:gd name="connsiteY332" fmla="*/ 16136 h 243585"/>
                <a:gd name="connsiteX333" fmla="*/ 60753 w 169960"/>
                <a:gd name="connsiteY333" fmla="*/ 14647 h 243585"/>
                <a:gd name="connsiteX334" fmla="*/ 61497 w 169960"/>
                <a:gd name="connsiteY334" fmla="*/ 12415 h 243585"/>
                <a:gd name="connsiteX335" fmla="*/ 64101 w 169960"/>
                <a:gd name="connsiteY335" fmla="*/ 12089 h 243585"/>
                <a:gd name="connsiteX336" fmla="*/ 66706 w 169960"/>
                <a:gd name="connsiteY336" fmla="*/ 11671 h 243585"/>
                <a:gd name="connsiteX337" fmla="*/ 67078 w 169960"/>
                <a:gd name="connsiteY337" fmla="*/ 10182 h 243585"/>
                <a:gd name="connsiteX338" fmla="*/ 67450 w 169960"/>
                <a:gd name="connsiteY338" fmla="*/ 8694 h 243585"/>
                <a:gd name="connsiteX339" fmla="*/ 72659 w 169960"/>
                <a:gd name="connsiteY339" fmla="*/ 7950 h 243585"/>
                <a:gd name="connsiteX340" fmla="*/ 73403 w 169960"/>
                <a:gd name="connsiteY340" fmla="*/ 5718 h 243585"/>
                <a:gd name="connsiteX341" fmla="*/ 80914 w 169960"/>
                <a:gd name="connsiteY341" fmla="*/ 5348 h 243585"/>
                <a:gd name="connsiteX342" fmla="*/ 83077 w 169960"/>
                <a:gd name="connsiteY342" fmla="*/ 4973 h 243585"/>
                <a:gd name="connsiteX343" fmla="*/ 83341 w 169960"/>
                <a:gd name="connsiteY343" fmla="*/ 3487 h 243585"/>
                <a:gd name="connsiteX344" fmla="*/ 83821 w 169960"/>
                <a:gd name="connsiteY344" fmla="*/ 1997 h 2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69960" h="243585">
                  <a:moveTo>
                    <a:pt x="83821" y="1997"/>
                  </a:moveTo>
                  <a:cubicBezTo>
                    <a:pt x="85488" y="1614"/>
                    <a:pt x="85488" y="1614"/>
                    <a:pt x="87719" y="1600"/>
                  </a:cubicBezTo>
                  <a:cubicBezTo>
                    <a:pt x="88551" y="1588"/>
                    <a:pt x="89383" y="1576"/>
                    <a:pt x="90240" y="1564"/>
                  </a:cubicBezTo>
                  <a:cubicBezTo>
                    <a:pt x="91145" y="1568"/>
                    <a:pt x="92051" y="1572"/>
                    <a:pt x="92983" y="1575"/>
                  </a:cubicBezTo>
                  <a:cubicBezTo>
                    <a:pt x="94366" y="1568"/>
                    <a:pt x="94366" y="1568"/>
                    <a:pt x="95778" y="1561"/>
                  </a:cubicBezTo>
                  <a:cubicBezTo>
                    <a:pt x="97732" y="1556"/>
                    <a:pt x="99686" y="1557"/>
                    <a:pt x="101640" y="1568"/>
                  </a:cubicBezTo>
                  <a:cubicBezTo>
                    <a:pt x="104151" y="1581"/>
                    <a:pt x="106660" y="1563"/>
                    <a:pt x="109170" y="1537"/>
                  </a:cubicBezTo>
                  <a:cubicBezTo>
                    <a:pt x="111557" y="1517"/>
                    <a:pt x="113944" y="1524"/>
                    <a:pt x="116331" y="1529"/>
                  </a:cubicBezTo>
                  <a:cubicBezTo>
                    <a:pt x="117689" y="1514"/>
                    <a:pt x="117689" y="1514"/>
                    <a:pt x="119074" y="1499"/>
                  </a:cubicBezTo>
                  <a:cubicBezTo>
                    <a:pt x="119906" y="1508"/>
                    <a:pt x="120738" y="1518"/>
                    <a:pt x="121595" y="1527"/>
                  </a:cubicBezTo>
                  <a:cubicBezTo>
                    <a:pt x="122331" y="1528"/>
                    <a:pt x="123068" y="1529"/>
                    <a:pt x="123826" y="1529"/>
                  </a:cubicBezTo>
                  <a:cubicBezTo>
                    <a:pt x="124376" y="1684"/>
                    <a:pt x="124926" y="1838"/>
                    <a:pt x="125493" y="1997"/>
                  </a:cubicBezTo>
                  <a:cubicBezTo>
                    <a:pt x="125962" y="3864"/>
                    <a:pt x="125962" y="3864"/>
                    <a:pt x="126237" y="5718"/>
                  </a:cubicBezTo>
                  <a:cubicBezTo>
                    <a:pt x="128671" y="6173"/>
                    <a:pt x="128671" y="6173"/>
                    <a:pt x="131493" y="5950"/>
                  </a:cubicBezTo>
                  <a:cubicBezTo>
                    <a:pt x="132933" y="5900"/>
                    <a:pt x="132933" y="5900"/>
                    <a:pt x="134402" y="5848"/>
                  </a:cubicBezTo>
                  <a:cubicBezTo>
                    <a:pt x="135146" y="5805"/>
                    <a:pt x="135889" y="5762"/>
                    <a:pt x="136655" y="5718"/>
                  </a:cubicBezTo>
                  <a:cubicBezTo>
                    <a:pt x="136655" y="6454"/>
                    <a:pt x="136655" y="7191"/>
                    <a:pt x="136655" y="7950"/>
                  </a:cubicBezTo>
                  <a:cubicBezTo>
                    <a:pt x="137499" y="8011"/>
                    <a:pt x="138343" y="8073"/>
                    <a:pt x="139213" y="8136"/>
                  </a:cubicBezTo>
                  <a:cubicBezTo>
                    <a:pt x="140088" y="8320"/>
                    <a:pt x="140963" y="8504"/>
                    <a:pt x="141864" y="8694"/>
                  </a:cubicBezTo>
                  <a:cubicBezTo>
                    <a:pt x="142112" y="9686"/>
                    <a:pt x="142360" y="10679"/>
                    <a:pt x="142608" y="11671"/>
                  </a:cubicBezTo>
                  <a:cubicBezTo>
                    <a:pt x="143468" y="11794"/>
                    <a:pt x="144327" y="11916"/>
                    <a:pt x="145213" y="12043"/>
                  </a:cubicBezTo>
                  <a:cubicBezTo>
                    <a:pt x="146072" y="12166"/>
                    <a:pt x="146932" y="12288"/>
                    <a:pt x="147817" y="12415"/>
                  </a:cubicBezTo>
                  <a:cubicBezTo>
                    <a:pt x="148282" y="13903"/>
                    <a:pt x="148282" y="13903"/>
                    <a:pt x="148561" y="15391"/>
                  </a:cubicBezTo>
                  <a:cubicBezTo>
                    <a:pt x="149795" y="15669"/>
                    <a:pt x="151036" y="15918"/>
                    <a:pt x="152282" y="16136"/>
                  </a:cubicBezTo>
                  <a:cubicBezTo>
                    <a:pt x="152528" y="16872"/>
                    <a:pt x="152773" y="17609"/>
                    <a:pt x="153026" y="18368"/>
                  </a:cubicBezTo>
                  <a:cubicBezTo>
                    <a:pt x="154389" y="19692"/>
                    <a:pt x="154389" y="19692"/>
                    <a:pt x="156003" y="20972"/>
                  </a:cubicBezTo>
                  <a:cubicBezTo>
                    <a:pt x="158897" y="23329"/>
                    <a:pt x="158897" y="23329"/>
                    <a:pt x="159723" y="25809"/>
                  </a:cubicBezTo>
                  <a:cubicBezTo>
                    <a:pt x="160798" y="26982"/>
                    <a:pt x="161948" y="28035"/>
                    <a:pt x="163119" y="29112"/>
                  </a:cubicBezTo>
                  <a:cubicBezTo>
                    <a:pt x="164300" y="30395"/>
                    <a:pt x="164901" y="31699"/>
                    <a:pt x="165677" y="33251"/>
                  </a:cubicBezTo>
                  <a:cubicBezTo>
                    <a:pt x="166168" y="33496"/>
                    <a:pt x="166659" y="33742"/>
                    <a:pt x="167165" y="33995"/>
                  </a:cubicBezTo>
                  <a:cubicBezTo>
                    <a:pt x="167630" y="36274"/>
                    <a:pt x="167630" y="36274"/>
                    <a:pt x="167909" y="38460"/>
                  </a:cubicBezTo>
                  <a:cubicBezTo>
                    <a:pt x="168646" y="38460"/>
                    <a:pt x="169382" y="38460"/>
                    <a:pt x="170141" y="38460"/>
                  </a:cubicBezTo>
                  <a:cubicBezTo>
                    <a:pt x="170256" y="39703"/>
                    <a:pt x="170256" y="39703"/>
                    <a:pt x="170374" y="40971"/>
                  </a:cubicBezTo>
                  <a:cubicBezTo>
                    <a:pt x="170543" y="41861"/>
                    <a:pt x="170712" y="42752"/>
                    <a:pt x="170886" y="43669"/>
                  </a:cubicBezTo>
                  <a:cubicBezTo>
                    <a:pt x="171622" y="44160"/>
                    <a:pt x="172359" y="44651"/>
                    <a:pt x="173118" y="45157"/>
                  </a:cubicBezTo>
                  <a:cubicBezTo>
                    <a:pt x="173389" y="46392"/>
                    <a:pt x="173639" y="47633"/>
                    <a:pt x="173862" y="48878"/>
                  </a:cubicBezTo>
                  <a:cubicBezTo>
                    <a:pt x="174353" y="49123"/>
                    <a:pt x="174844" y="49369"/>
                    <a:pt x="175350" y="49622"/>
                  </a:cubicBezTo>
                  <a:cubicBezTo>
                    <a:pt x="175658" y="51322"/>
                    <a:pt x="175658" y="51322"/>
                    <a:pt x="175815" y="53389"/>
                  </a:cubicBezTo>
                  <a:cubicBezTo>
                    <a:pt x="175899" y="54415"/>
                    <a:pt x="175899" y="54415"/>
                    <a:pt x="175984" y="55462"/>
                  </a:cubicBezTo>
                  <a:cubicBezTo>
                    <a:pt x="176039" y="56254"/>
                    <a:pt x="176039" y="56254"/>
                    <a:pt x="176094" y="57063"/>
                  </a:cubicBezTo>
                  <a:cubicBezTo>
                    <a:pt x="176831" y="57063"/>
                    <a:pt x="177568" y="57063"/>
                    <a:pt x="178327" y="57063"/>
                  </a:cubicBezTo>
                  <a:cubicBezTo>
                    <a:pt x="178355" y="57592"/>
                    <a:pt x="178383" y="58120"/>
                    <a:pt x="178411" y="58665"/>
                  </a:cubicBezTo>
                  <a:cubicBezTo>
                    <a:pt x="178460" y="59349"/>
                    <a:pt x="178509" y="60033"/>
                    <a:pt x="178559" y="60737"/>
                  </a:cubicBezTo>
                  <a:cubicBezTo>
                    <a:pt x="178603" y="61420"/>
                    <a:pt x="178646" y="62102"/>
                    <a:pt x="178690" y="62804"/>
                  </a:cubicBezTo>
                  <a:cubicBezTo>
                    <a:pt x="178816" y="63365"/>
                    <a:pt x="178942" y="63927"/>
                    <a:pt x="179071" y="64505"/>
                  </a:cubicBezTo>
                  <a:cubicBezTo>
                    <a:pt x="179808" y="64750"/>
                    <a:pt x="180544" y="64996"/>
                    <a:pt x="181303" y="65249"/>
                  </a:cubicBezTo>
                  <a:cubicBezTo>
                    <a:pt x="181521" y="67112"/>
                    <a:pt x="181521" y="67112"/>
                    <a:pt x="181443" y="69388"/>
                  </a:cubicBezTo>
                  <a:cubicBezTo>
                    <a:pt x="181413" y="70518"/>
                    <a:pt x="181413" y="70518"/>
                    <a:pt x="181382" y="71670"/>
                  </a:cubicBezTo>
                  <a:cubicBezTo>
                    <a:pt x="181356" y="72252"/>
                    <a:pt x="181330" y="72834"/>
                    <a:pt x="181303" y="73434"/>
                  </a:cubicBezTo>
                  <a:cubicBezTo>
                    <a:pt x="179339" y="73680"/>
                    <a:pt x="177374" y="73926"/>
                    <a:pt x="175350" y="74179"/>
                  </a:cubicBezTo>
                  <a:cubicBezTo>
                    <a:pt x="175350" y="75161"/>
                    <a:pt x="175350" y="76143"/>
                    <a:pt x="175350" y="77155"/>
                  </a:cubicBezTo>
                  <a:cubicBezTo>
                    <a:pt x="171667" y="77155"/>
                    <a:pt x="167983" y="77155"/>
                    <a:pt x="164188" y="77155"/>
                  </a:cubicBezTo>
                  <a:cubicBezTo>
                    <a:pt x="164188" y="78383"/>
                    <a:pt x="164188" y="79611"/>
                    <a:pt x="164188" y="80876"/>
                  </a:cubicBezTo>
                  <a:cubicBezTo>
                    <a:pt x="160014" y="80876"/>
                    <a:pt x="155839" y="80876"/>
                    <a:pt x="151538" y="80876"/>
                  </a:cubicBezTo>
                  <a:cubicBezTo>
                    <a:pt x="151047" y="77683"/>
                    <a:pt x="150556" y="74491"/>
                    <a:pt x="150050" y="71202"/>
                  </a:cubicBezTo>
                  <a:cubicBezTo>
                    <a:pt x="149558" y="71202"/>
                    <a:pt x="149067" y="71202"/>
                    <a:pt x="148561" y="71202"/>
                  </a:cubicBezTo>
                  <a:cubicBezTo>
                    <a:pt x="148533" y="70673"/>
                    <a:pt x="148506" y="70145"/>
                    <a:pt x="148477" y="69600"/>
                  </a:cubicBezTo>
                  <a:cubicBezTo>
                    <a:pt x="148428" y="68916"/>
                    <a:pt x="148379" y="68232"/>
                    <a:pt x="148329" y="67528"/>
                  </a:cubicBezTo>
                  <a:cubicBezTo>
                    <a:pt x="148286" y="66846"/>
                    <a:pt x="148242" y="66164"/>
                    <a:pt x="148198" y="65461"/>
                  </a:cubicBezTo>
                  <a:cubicBezTo>
                    <a:pt x="148072" y="64900"/>
                    <a:pt x="147947" y="64339"/>
                    <a:pt x="147817" y="63761"/>
                  </a:cubicBezTo>
                  <a:cubicBezTo>
                    <a:pt x="147080" y="63515"/>
                    <a:pt x="146344" y="63269"/>
                    <a:pt x="145585" y="63016"/>
                  </a:cubicBezTo>
                  <a:cubicBezTo>
                    <a:pt x="145326" y="61530"/>
                    <a:pt x="145079" y="60041"/>
                    <a:pt x="144841" y="58552"/>
                  </a:cubicBezTo>
                  <a:cubicBezTo>
                    <a:pt x="144111" y="57793"/>
                    <a:pt x="143369" y="57047"/>
                    <a:pt x="142608" y="56319"/>
                  </a:cubicBezTo>
                  <a:cubicBezTo>
                    <a:pt x="142608" y="55337"/>
                    <a:pt x="142608" y="54355"/>
                    <a:pt x="142608" y="53343"/>
                  </a:cubicBezTo>
                  <a:cubicBezTo>
                    <a:pt x="141871" y="53097"/>
                    <a:pt x="141135" y="52851"/>
                    <a:pt x="140376" y="52598"/>
                  </a:cubicBezTo>
                  <a:cubicBezTo>
                    <a:pt x="140376" y="51616"/>
                    <a:pt x="140376" y="50634"/>
                    <a:pt x="140376" y="49622"/>
                  </a:cubicBezTo>
                  <a:cubicBezTo>
                    <a:pt x="139639" y="49376"/>
                    <a:pt x="138902" y="49131"/>
                    <a:pt x="138143" y="48878"/>
                  </a:cubicBezTo>
                  <a:cubicBezTo>
                    <a:pt x="138021" y="48371"/>
                    <a:pt x="137898" y="47865"/>
                    <a:pt x="137771" y="47343"/>
                  </a:cubicBezTo>
                  <a:cubicBezTo>
                    <a:pt x="137648" y="46867"/>
                    <a:pt x="137526" y="46391"/>
                    <a:pt x="137399" y="45901"/>
                  </a:cubicBezTo>
                  <a:cubicBezTo>
                    <a:pt x="136662" y="45901"/>
                    <a:pt x="135926" y="45901"/>
                    <a:pt x="135167" y="45901"/>
                  </a:cubicBezTo>
                  <a:cubicBezTo>
                    <a:pt x="134921" y="45164"/>
                    <a:pt x="134676" y="44428"/>
                    <a:pt x="134423" y="43669"/>
                  </a:cubicBezTo>
                  <a:cubicBezTo>
                    <a:pt x="133686" y="43423"/>
                    <a:pt x="132949" y="43178"/>
                    <a:pt x="132190" y="42925"/>
                  </a:cubicBezTo>
                  <a:cubicBezTo>
                    <a:pt x="131454" y="42679"/>
                    <a:pt x="130717" y="42433"/>
                    <a:pt x="129958" y="42180"/>
                  </a:cubicBezTo>
                  <a:cubicBezTo>
                    <a:pt x="129712" y="41444"/>
                    <a:pt x="129467" y="40707"/>
                    <a:pt x="129214" y="39948"/>
                  </a:cubicBezTo>
                  <a:cubicBezTo>
                    <a:pt x="128477" y="39963"/>
                    <a:pt x="127740" y="39979"/>
                    <a:pt x="126981" y="39995"/>
                  </a:cubicBezTo>
                  <a:cubicBezTo>
                    <a:pt x="126245" y="39979"/>
                    <a:pt x="125508" y="39964"/>
                    <a:pt x="124749" y="39948"/>
                  </a:cubicBezTo>
                  <a:cubicBezTo>
                    <a:pt x="124687" y="39464"/>
                    <a:pt x="124626" y="38979"/>
                    <a:pt x="124563" y="38480"/>
                  </a:cubicBezTo>
                  <a:cubicBezTo>
                    <a:pt x="124379" y="37982"/>
                    <a:pt x="124194" y="37484"/>
                    <a:pt x="124005" y="36971"/>
                  </a:cubicBezTo>
                  <a:cubicBezTo>
                    <a:pt x="121596" y="36555"/>
                    <a:pt x="121596" y="36555"/>
                    <a:pt x="118796" y="36599"/>
                  </a:cubicBezTo>
                  <a:cubicBezTo>
                    <a:pt x="115912" y="36576"/>
                    <a:pt x="115912" y="36576"/>
                    <a:pt x="113587" y="36227"/>
                  </a:cubicBezTo>
                  <a:cubicBezTo>
                    <a:pt x="113491" y="35737"/>
                    <a:pt x="113395" y="35247"/>
                    <a:pt x="113296" y="34742"/>
                  </a:cubicBezTo>
                  <a:cubicBezTo>
                    <a:pt x="113146" y="34250"/>
                    <a:pt x="112997" y="33758"/>
                    <a:pt x="112843" y="33251"/>
                  </a:cubicBezTo>
                  <a:cubicBezTo>
                    <a:pt x="111205" y="32786"/>
                    <a:pt x="111205" y="32786"/>
                    <a:pt x="109215" y="32855"/>
                  </a:cubicBezTo>
                  <a:cubicBezTo>
                    <a:pt x="108482" y="32852"/>
                    <a:pt x="107749" y="32848"/>
                    <a:pt x="106994" y="32844"/>
                  </a:cubicBezTo>
                  <a:cubicBezTo>
                    <a:pt x="106223" y="32855"/>
                    <a:pt x="105452" y="32867"/>
                    <a:pt x="104657" y="32879"/>
                  </a:cubicBezTo>
                  <a:cubicBezTo>
                    <a:pt x="103886" y="32867"/>
                    <a:pt x="103115" y="32856"/>
                    <a:pt x="102320" y="32844"/>
                  </a:cubicBezTo>
                  <a:cubicBezTo>
                    <a:pt x="101587" y="32848"/>
                    <a:pt x="100854" y="32852"/>
                    <a:pt x="100099" y="32855"/>
                  </a:cubicBezTo>
                  <a:cubicBezTo>
                    <a:pt x="99422" y="32859"/>
                    <a:pt x="98745" y="32862"/>
                    <a:pt x="98047" y="32866"/>
                  </a:cubicBezTo>
                  <a:cubicBezTo>
                    <a:pt x="97527" y="32993"/>
                    <a:pt x="97007" y="33120"/>
                    <a:pt x="96471" y="33251"/>
                  </a:cubicBezTo>
                  <a:cubicBezTo>
                    <a:pt x="96009" y="34738"/>
                    <a:pt x="96009" y="34738"/>
                    <a:pt x="95727" y="36227"/>
                  </a:cubicBezTo>
                  <a:cubicBezTo>
                    <a:pt x="93276" y="36385"/>
                    <a:pt x="91001" y="36254"/>
                    <a:pt x="88562" y="36046"/>
                  </a:cubicBezTo>
                  <a:cubicBezTo>
                    <a:pt x="86887" y="35921"/>
                    <a:pt x="86887" y="35921"/>
                    <a:pt x="84565" y="36227"/>
                  </a:cubicBezTo>
                  <a:cubicBezTo>
                    <a:pt x="83737" y="38046"/>
                    <a:pt x="83737" y="38046"/>
                    <a:pt x="83821" y="39948"/>
                  </a:cubicBezTo>
                  <a:cubicBezTo>
                    <a:pt x="81611" y="39702"/>
                    <a:pt x="79401" y="39457"/>
                    <a:pt x="77124" y="39204"/>
                  </a:cubicBezTo>
                  <a:cubicBezTo>
                    <a:pt x="77078" y="39787"/>
                    <a:pt x="77032" y="40370"/>
                    <a:pt x="76984" y="40971"/>
                  </a:cubicBezTo>
                  <a:cubicBezTo>
                    <a:pt x="76785" y="41616"/>
                    <a:pt x="76585" y="42260"/>
                    <a:pt x="76380" y="42925"/>
                  </a:cubicBezTo>
                  <a:cubicBezTo>
                    <a:pt x="74566" y="43762"/>
                    <a:pt x="74566" y="43762"/>
                    <a:pt x="72659" y="44413"/>
                  </a:cubicBezTo>
                  <a:cubicBezTo>
                    <a:pt x="72168" y="45150"/>
                    <a:pt x="71677" y="45886"/>
                    <a:pt x="71171" y="46645"/>
                  </a:cubicBezTo>
                  <a:cubicBezTo>
                    <a:pt x="70066" y="47014"/>
                    <a:pt x="70066" y="47014"/>
                    <a:pt x="68938" y="47389"/>
                  </a:cubicBezTo>
                  <a:cubicBezTo>
                    <a:pt x="68447" y="48126"/>
                    <a:pt x="67956" y="48863"/>
                    <a:pt x="67450" y="49622"/>
                  </a:cubicBezTo>
                  <a:cubicBezTo>
                    <a:pt x="66959" y="49622"/>
                    <a:pt x="66468" y="49622"/>
                    <a:pt x="65962" y="49622"/>
                  </a:cubicBezTo>
                  <a:cubicBezTo>
                    <a:pt x="65839" y="50113"/>
                    <a:pt x="65716" y="50604"/>
                    <a:pt x="65590" y="51110"/>
                  </a:cubicBezTo>
                  <a:cubicBezTo>
                    <a:pt x="65467" y="51601"/>
                    <a:pt x="65344" y="52092"/>
                    <a:pt x="65218" y="52598"/>
                  </a:cubicBezTo>
                  <a:cubicBezTo>
                    <a:pt x="64726" y="52598"/>
                    <a:pt x="64235" y="52598"/>
                    <a:pt x="63729" y="52598"/>
                  </a:cubicBezTo>
                  <a:cubicBezTo>
                    <a:pt x="63474" y="53589"/>
                    <a:pt x="63226" y="54581"/>
                    <a:pt x="62985" y="55575"/>
                  </a:cubicBezTo>
                  <a:cubicBezTo>
                    <a:pt x="62248" y="55943"/>
                    <a:pt x="62248" y="55943"/>
                    <a:pt x="61497" y="56319"/>
                  </a:cubicBezTo>
                  <a:cubicBezTo>
                    <a:pt x="61251" y="56810"/>
                    <a:pt x="61006" y="57301"/>
                    <a:pt x="60753" y="57807"/>
                  </a:cubicBezTo>
                  <a:cubicBezTo>
                    <a:pt x="60009" y="59296"/>
                    <a:pt x="60009" y="59296"/>
                    <a:pt x="58520" y="60040"/>
                  </a:cubicBezTo>
                  <a:cubicBezTo>
                    <a:pt x="58397" y="60654"/>
                    <a:pt x="58275" y="61268"/>
                    <a:pt x="58148" y="61900"/>
                  </a:cubicBezTo>
                  <a:cubicBezTo>
                    <a:pt x="58025" y="62514"/>
                    <a:pt x="57903" y="63128"/>
                    <a:pt x="57776" y="63761"/>
                  </a:cubicBezTo>
                  <a:cubicBezTo>
                    <a:pt x="57039" y="64129"/>
                    <a:pt x="57039" y="64129"/>
                    <a:pt x="56288" y="64505"/>
                  </a:cubicBezTo>
                  <a:cubicBezTo>
                    <a:pt x="55941" y="66087"/>
                    <a:pt x="55941" y="66087"/>
                    <a:pt x="55823" y="67900"/>
                  </a:cubicBezTo>
                  <a:cubicBezTo>
                    <a:pt x="55767" y="68515"/>
                    <a:pt x="55711" y="69130"/>
                    <a:pt x="55654" y="69763"/>
                  </a:cubicBezTo>
                  <a:cubicBezTo>
                    <a:pt x="55618" y="70238"/>
                    <a:pt x="55581" y="70713"/>
                    <a:pt x="55544" y="71202"/>
                  </a:cubicBezTo>
                  <a:cubicBezTo>
                    <a:pt x="55053" y="71202"/>
                    <a:pt x="54561" y="71202"/>
                    <a:pt x="54055" y="71202"/>
                  </a:cubicBezTo>
                  <a:cubicBezTo>
                    <a:pt x="53201" y="72911"/>
                    <a:pt x="53082" y="74236"/>
                    <a:pt x="52893" y="76132"/>
                  </a:cubicBezTo>
                  <a:cubicBezTo>
                    <a:pt x="52830" y="76740"/>
                    <a:pt x="52768" y="77348"/>
                    <a:pt x="52704" y="77975"/>
                  </a:cubicBezTo>
                  <a:cubicBezTo>
                    <a:pt x="52636" y="78674"/>
                    <a:pt x="52636" y="78674"/>
                    <a:pt x="52567" y="79388"/>
                  </a:cubicBezTo>
                  <a:cubicBezTo>
                    <a:pt x="52076" y="79388"/>
                    <a:pt x="51585" y="79388"/>
                    <a:pt x="51079" y="79388"/>
                  </a:cubicBezTo>
                  <a:cubicBezTo>
                    <a:pt x="50635" y="81719"/>
                    <a:pt x="50333" y="83799"/>
                    <a:pt x="50428" y="86178"/>
                  </a:cubicBezTo>
                  <a:cubicBezTo>
                    <a:pt x="50335" y="88317"/>
                    <a:pt x="50335" y="88317"/>
                    <a:pt x="49230" y="89560"/>
                  </a:cubicBezTo>
                  <a:cubicBezTo>
                    <a:pt x="47603" y="92061"/>
                    <a:pt x="47797" y="94471"/>
                    <a:pt x="47825" y="97358"/>
                  </a:cubicBezTo>
                  <a:cubicBezTo>
                    <a:pt x="47823" y="97967"/>
                    <a:pt x="47820" y="98576"/>
                    <a:pt x="47817" y="99203"/>
                  </a:cubicBezTo>
                  <a:cubicBezTo>
                    <a:pt x="47811" y="101213"/>
                    <a:pt x="47821" y="103222"/>
                    <a:pt x="47832" y="105232"/>
                  </a:cubicBezTo>
                  <a:cubicBezTo>
                    <a:pt x="47832" y="106627"/>
                    <a:pt x="47832" y="108023"/>
                    <a:pt x="47831" y="109418"/>
                  </a:cubicBezTo>
                  <a:cubicBezTo>
                    <a:pt x="47831" y="112340"/>
                    <a:pt x="47839" y="115262"/>
                    <a:pt x="47852" y="118184"/>
                  </a:cubicBezTo>
                  <a:cubicBezTo>
                    <a:pt x="47869" y="121937"/>
                    <a:pt x="47869" y="125691"/>
                    <a:pt x="47864" y="129445"/>
                  </a:cubicBezTo>
                  <a:cubicBezTo>
                    <a:pt x="47862" y="132324"/>
                    <a:pt x="47867" y="135204"/>
                    <a:pt x="47874" y="138084"/>
                  </a:cubicBezTo>
                  <a:cubicBezTo>
                    <a:pt x="47877" y="139468"/>
                    <a:pt x="47878" y="140853"/>
                    <a:pt x="47877" y="142238"/>
                  </a:cubicBezTo>
                  <a:cubicBezTo>
                    <a:pt x="47876" y="144167"/>
                    <a:pt x="47886" y="146097"/>
                    <a:pt x="47898" y="148026"/>
                  </a:cubicBezTo>
                  <a:cubicBezTo>
                    <a:pt x="47896" y="148603"/>
                    <a:pt x="47894" y="149181"/>
                    <a:pt x="47892" y="149775"/>
                  </a:cubicBezTo>
                  <a:cubicBezTo>
                    <a:pt x="47906" y="151119"/>
                    <a:pt x="47996" y="152462"/>
                    <a:pt x="48102" y="153802"/>
                  </a:cubicBezTo>
                  <a:cubicBezTo>
                    <a:pt x="48593" y="154047"/>
                    <a:pt x="49085" y="154293"/>
                    <a:pt x="49591" y="154546"/>
                  </a:cubicBezTo>
                  <a:cubicBezTo>
                    <a:pt x="50474" y="157195"/>
                    <a:pt x="50407" y="159337"/>
                    <a:pt x="50381" y="162127"/>
                  </a:cubicBezTo>
                  <a:cubicBezTo>
                    <a:pt x="50375" y="163073"/>
                    <a:pt x="50368" y="164020"/>
                    <a:pt x="50361" y="164996"/>
                  </a:cubicBezTo>
                  <a:cubicBezTo>
                    <a:pt x="50352" y="165722"/>
                    <a:pt x="50344" y="166448"/>
                    <a:pt x="50335" y="167196"/>
                  </a:cubicBezTo>
                  <a:cubicBezTo>
                    <a:pt x="51071" y="167196"/>
                    <a:pt x="51808" y="167196"/>
                    <a:pt x="52567" y="167196"/>
                  </a:cubicBezTo>
                  <a:cubicBezTo>
                    <a:pt x="52813" y="170143"/>
                    <a:pt x="53058" y="173090"/>
                    <a:pt x="53311" y="176126"/>
                  </a:cubicBezTo>
                  <a:cubicBezTo>
                    <a:pt x="54048" y="176126"/>
                    <a:pt x="54785" y="176126"/>
                    <a:pt x="55544" y="176126"/>
                  </a:cubicBezTo>
                  <a:cubicBezTo>
                    <a:pt x="55689" y="177652"/>
                    <a:pt x="55834" y="179178"/>
                    <a:pt x="55980" y="180704"/>
                  </a:cubicBezTo>
                  <a:cubicBezTo>
                    <a:pt x="56081" y="181158"/>
                    <a:pt x="56183" y="181611"/>
                    <a:pt x="56288" y="182079"/>
                  </a:cubicBezTo>
                  <a:cubicBezTo>
                    <a:pt x="56779" y="182324"/>
                    <a:pt x="57270" y="182570"/>
                    <a:pt x="57776" y="182823"/>
                  </a:cubicBezTo>
                  <a:cubicBezTo>
                    <a:pt x="57884" y="183422"/>
                    <a:pt x="57991" y="184020"/>
                    <a:pt x="58102" y="184637"/>
                  </a:cubicBezTo>
                  <a:cubicBezTo>
                    <a:pt x="58345" y="186800"/>
                    <a:pt x="58345" y="186800"/>
                    <a:pt x="60753" y="188032"/>
                  </a:cubicBezTo>
                  <a:cubicBezTo>
                    <a:pt x="61518" y="189347"/>
                    <a:pt x="62281" y="190664"/>
                    <a:pt x="63008" y="192000"/>
                  </a:cubicBezTo>
                  <a:cubicBezTo>
                    <a:pt x="63826" y="193408"/>
                    <a:pt x="64764" y="194376"/>
                    <a:pt x="65962" y="195473"/>
                  </a:cubicBezTo>
                  <a:cubicBezTo>
                    <a:pt x="68938" y="198960"/>
                    <a:pt x="68938" y="198960"/>
                    <a:pt x="68938" y="200682"/>
                  </a:cubicBezTo>
                  <a:cubicBezTo>
                    <a:pt x="69921" y="200682"/>
                    <a:pt x="70903" y="200682"/>
                    <a:pt x="71915" y="200682"/>
                  </a:cubicBezTo>
                  <a:cubicBezTo>
                    <a:pt x="72283" y="201787"/>
                    <a:pt x="72283" y="201787"/>
                    <a:pt x="72659" y="202915"/>
                  </a:cubicBezTo>
                  <a:cubicBezTo>
                    <a:pt x="73396" y="203022"/>
                    <a:pt x="74132" y="203130"/>
                    <a:pt x="74891" y="203240"/>
                  </a:cubicBezTo>
                  <a:cubicBezTo>
                    <a:pt x="75628" y="203379"/>
                    <a:pt x="76365" y="203517"/>
                    <a:pt x="77124" y="203659"/>
                  </a:cubicBezTo>
                  <a:cubicBezTo>
                    <a:pt x="77223" y="204147"/>
                    <a:pt x="77321" y="204635"/>
                    <a:pt x="77423" y="205139"/>
                  </a:cubicBezTo>
                  <a:cubicBezTo>
                    <a:pt x="77570" y="205633"/>
                    <a:pt x="77717" y="206127"/>
                    <a:pt x="77868" y="206636"/>
                  </a:cubicBezTo>
                  <a:cubicBezTo>
                    <a:pt x="79436" y="207162"/>
                    <a:pt x="79436" y="207162"/>
                    <a:pt x="81263" y="207194"/>
                  </a:cubicBezTo>
                  <a:cubicBezTo>
                    <a:pt x="81878" y="207236"/>
                    <a:pt x="82493" y="207278"/>
                    <a:pt x="83126" y="207322"/>
                  </a:cubicBezTo>
                  <a:cubicBezTo>
                    <a:pt x="83601" y="207341"/>
                    <a:pt x="84076" y="207360"/>
                    <a:pt x="84565" y="207380"/>
                  </a:cubicBezTo>
                  <a:cubicBezTo>
                    <a:pt x="84565" y="208362"/>
                    <a:pt x="84565" y="209344"/>
                    <a:pt x="84565" y="210356"/>
                  </a:cubicBezTo>
                  <a:cubicBezTo>
                    <a:pt x="85309" y="210313"/>
                    <a:pt x="86052" y="210270"/>
                    <a:pt x="86818" y="210225"/>
                  </a:cubicBezTo>
                  <a:cubicBezTo>
                    <a:pt x="88258" y="210175"/>
                    <a:pt x="88258" y="210175"/>
                    <a:pt x="89728" y="210124"/>
                  </a:cubicBezTo>
                  <a:cubicBezTo>
                    <a:pt x="90686" y="210081"/>
                    <a:pt x="91644" y="210037"/>
                    <a:pt x="92632" y="209993"/>
                  </a:cubicBezTo>
                  <a:cubicBezTo>
                    <a:pt x="93408" y="210113"/>
                    <a:pt x="94184" y="210233"/>
                    <a:pt x="94983" y="210356"/>
                  </a:cubicBezTo>
                  <a:cubicBezTo>
                    <a:pt x="95684" y="212231"/>
                    <a:pt x="95684" y="212231"/>
                    <a:pt x="95727" y="214077"/>
                  </a:cubicBezTo>
                  <a:cubicBezTo>
                    <a:pt x="98193" y="214039"/>
                    <a:pt x="100657" y="213968"/>
                    <a:pt x="103122" y="213891"/>
                  </a:cubicBezTo>
                  <a:cubicBezTo>
                    <a:pt x="103826" y="213880"/>
                    <a:pt x="104529" y="213870"/>
                    <a:pt x="105254" y="213859"/>
                  </a:cubicBezTo>
                  <a:cubicBezTo>
                    <a:pt x="106258" y="213823"/>
                    <a:pt x="106258" y="213823"/>
                    <a:pt x="107282" y="213786"/>
                  </a:cubicBezTo>
                  <a:cubicBezTo>
                    <a:pt x="107901" y="213771"/>
                    <a:pt x="108521" y="213755"/>
                    <a:pt x="109159" y="213739"/>
                  </a:cubicBezTo>
                  <a:cubicBezTo>
                    <a:pt x="109638" y="213605"/>
                    <a:pt x="110117" y="213471"/>
                    <a:pt x="110610" y="213333"/>
                  </a:cubicBezTo>
                  <a:cubicBezTo>
                    <a:pt x="111063" y="211851"/>
                    <a:pt x="111063" y="211851"/>
                    <a:pt x="111354" y="210356"/>
                  </a:cubicBezTo>
                  <a:cubicBezTo>
                    <a:pt x="113680" y="209981"/>
                    <a:pt x="113680" y="209981"/>
                    <a:pt x="116563" y="209938"/>
                  </a:cubicBezTo>
                  <a:cubicBezTo>
                    <a:pt x="119360" y="209938"/>
                    <a:pt x="119360" y="209938"/>
                    <a:pt x="121772" y="209612"/>
                  </a:cubicBezTo>
                  <a:cubicBezTo>
                    <a:pt x="122018" y="208875"/>
                    <a:pt x="122263" y="208139"/>
                    <a:pt x="122516" y="207380"/>
                  </a:cubicBezTo>
                  <a:cubicBezTo>
                    <a:pt x="124039" y="206855"/>
                    <a:pt x="125535" y="206628"/>
                    <a:pt x="127121" y="206356"/>
                  </a:cubicBezTo>
                  <a:cubicBezTo>
                    <a:pt x="127788" y="206126"/>
                    <a:pt x="127788" y="206126"/>
                    <a:pt x="128469" y="205891"/>
                  </a:cubicBezTo>
                  <a:cubicBezTo>
                    <a:pt x="128715" y="205155"/>
                    <a:pt x="128961" y="204418"/>
                    <a:pt x="129214" y="203659"/>
                  </a:cubicBezTo>
                  <a:cubicBezTo>
                    <a:pt x="129674" y="203552"/>
                    <a:pt x="130135" y="203444"/>
                    <a:pt x="130609" y="203333"/>
                  </a:cubicBezTo>
                  <a:cubicBezTo>
                    <a:pt x="132724" y="202774"/>
                    <a:pt x="133174" y="201675"/>
                    <a:pt x="134423" y="199938"/>
                  </a:cubicBezTo>
                  <a:cubicBezTo>
                    <a:pt x="135159" y="199693"/>
                    <a:pt x="135896" y="199447"/>
                    <a:pt x="136655" y="199194"/>
                  </a:cubicBezTo>
                  <a:cubicBezTo>
                    <a:pt x="136901" y="198457"/>
                    <a:pt x="137146" y="197721"/>
                    <a:pt x="137399" y="196962"/>
                  </a:cubicBezTo>
                  <a:cubicBezTo>
                    <a:pt x="138136" y="196716"/>
                    <a:pt x="138873" y="196471"/>
                    <a:pt x="139632" y="196218"/>
                  </a:cubicBezTo>
                  <a:cubicBezTo>
                    <a:pt x="139909" y="195233"/>
                    <a:pt x="140157" y="194240"/>
                    <a:pt x="140376" y="193241"/>
                  </a:cubicBezTo>
                  <a:cubicBezTo>
                    <a:pt x="140867" y="192995"/>
                    <a:pt x="141358" y="192750"/>
                    <a:pt x="141864" y="192497"/>
                  </a:cubicBezTo>
                  <a:cubicBezTo>
                    <a:pt x="143169" y="190511"/>
                    <a:pt x="144229" y="188500"/>
                    <a:pt x="145259" y="186358"/>
                  </a:cubicBezTo>
                  <a:cubicBezTo>
                    <a:pt x="146329" y="184311"/>
                    <a:pt x="146329" y="184311"/>
                    <a:pt x="147817" y="183567"/>
                  </a:cubicBezTo>
                  <a:cubicBezTo>
                    <a:pt x="148163" y="182157"/>
                    <a:pt x="148163" y="182157"/>
                    <a:pt x="148282" y="180544"/>
                  </a:cubicBezTo>
                  <a:cubicBezTo>
                    <a:pt x="148420" y="179094"/>
                    <a:pt x="148420" y="179094"/>
                    <a:pt x="148561" y="177614"/>
                  </a:cubicBezTo>
                  <a:cubicBezTo>
                    <a:pt x="149298" y="177614"/>
                    <a:pt x="150035" y="177614"/>
                    <a:pt x="150794" y="177614"/>
                  </a:cubicBezTo>
                  <a:cubicBezTo>
                    <a:pt x="150785" y="177148"/>
                    <a:pt x="150776" y="176682"/>
                    <a:pt x="150768" y="176201"/>
                  </a:cubicBezTo>
                  <a:cubicBezTo>
                    <a:pt x="150761" y="175593"/>
                    <a:pt x="150754" y="174985"/>
                    <a:pt x="150747" y="174358"/>
                  </a:cubicBezTo>
                  <a:cubicBezTo>
                    <a:pt x="150739" y="173754"/>
                    <a:pt x="150730" y="173150"/>
                    <a:pt x="150721" y="172527"/>
                  </a:cubicBezTo>
                  <a:cubicBezTo>
                    <a:pt x="150794" y="170917"/>
                    <a:pt x="150794" y="170917"/>
                    <a:pt x="151538" y="169429"/>
                  </a:cubicBezTo>
                  <a:cubicBezTo>
                    <a:pt x="152029" y="169429"/>
                    <a:pt x="152520" y="169429"/>
                    <a:pt x="153026" y="169429"/>
                  </a:cubicBezTo>
                  <a:cubicBezTo>
                    <a:pt x="153272" y="165008"/>
                    <a:pt x="153517" y="160588"/>
                    <a:pt x="153770" y="156034"/>
                  </a:cubicBezTo>
                  <a:cubicBezTo>
                    <a:pt x="155827" y="155973"/>
                    <a:pt x="157884" y="155911"/>
                    <a:pt x="160002" y="155848"/>
                  </a:cubicBezTo>
                  <a:cubicBezTo>
                    <a:pt x="160649" y="155821"/>
                    <a:pt x="161296" y="155794"/>
                    <a:pt x="161963" y="155766"/>
                  </a:cubicBezTo>
                  <a:cubicBezTo>
                    <a:pt x="163508" y="155743"/>
                    <a:pt x="163508" y="155743"/>
                    <a:pt x="166421" y="156034"/>
                  </a:cubicBezTo>
                  <a:cubicBezTo>
                    <a:pt x="167261" y="157534"/>
                    <a:pt x="167261" y="157534"/>
                    <a:pt x="167909" y="159011"/>
                  </a:cubicBezTo>
                  <a:cubicBezTo>
                    <a:pt x="170212" y="159259"/>
                    <a:pt x="170212" y="159259"/>
                    <a:pt x="172792" y="159011"/>
                  </a:cubicBezTo>
                  <a:cubicBezTo>
                    <a:pt x="175446" y="158825"/>
                    <a:pt x="175446" y="158825"/>
                    <a:pt x="177583" y="159011"/>
                  </a:cubicBezTo>
                  <a:cubicBezTo>
                    <a:pt x="178091" y="160473"/>
                    <a:pt x="178091" y="160473"/>
                    <a:pt x="178327" y="161987"/>
                  </a:cubicBezTo>
                  <a:cubicBezTo>
                    <a:pt x="180059" y="162265"/>
                    <a:pt x="181795" y="162514"/>
                    <a:pt x="183536" y="162731"/>
                  </a:cubicBezTo>
                  <a:cubicBezTo>
                    <a:pt x="184750" y="166373"/>
                    <a:pt x="184619" y="170210"/>
                    <a:pt x="183536" y="173893"/>
                  </a:cubicBezTo>
                  <a:cubicBezTo>
                    <a:pt x="183045" y="174139"/>
                    <a:pt x="182554" y="174384"/>
                    <a:pt x="182048" y="174637"/>
                  </a:cubicBezTo>
                  <a:cubicBezTo>
                    <a:pt x="181699" y="176733"/>
                    <a:pt x="181699" y="176733"/>
                    <a:pt x="181583" y="179149"/>
                  </a:cubicBezTo>
                  <a:cubicBezTo>
                    <a:pt x="181499" y="180382"/>
                    <a:pt x="181499" y="180382"/>
                    <a:pt x="181414" y="181640"/>
                  </a:cubicBezTo>
                  <a:cubicBezTo>
                    <a:pt x="181359" y="182594"/>
                    <a:pt x="181359" y="182594"/>
                    <a:pt x="181303" y="183567"/>
                  </a:cubicBezTo>
                  <a:cubicBezTo>
                    <a:pt x="180567" y="183567"/>
                    <a:pt x="179830" y="183567"/>
                    <a:pt x="179071" y="183567"/>
                  </a:cubicBezTo>
                  <a:cubicBezTo>
                    <a:pt x="178825" y="186268"/>
                    <a:pt x="178580" y="188970"/>
                    <a:pt x="178327" y="191753"/>
                  </a:cubicBezTo>
                  <a:cubicBezTo>
                    <a:pt x="177590" y="191753"/>
                    <a:pt x="176854" y="191753"/>
                    <a:pt x="176094" y="191753"/>
                  </a:cubicBezTo>
                  <a:cubicBezTo>
                    <a:pt x="175849" y="193717"/>
                    <a:pt x="175603" y="195682"/>
                    <a:pt x="175350" y="197706"/>
                  </a:cubicBezTo>
                  <a:cubicBezTo>
                    <a:pt x="174859" y="197706"/>
                    <a:pt x="174368" y="197706"/>
                    <a:pt x="173862" y="197706"/>
                  </a:cubicBezTo>
                  <a:cubicBezTo>
                    <a:pt x="173349" y="199437"/>
                    <a:pt x="172854" y="201174"/>
                    <a:pt x="172374" y="202915"/>
                  </a:cubicBezTo>
                  <a:cubicBezTo>
                    <a:pt x="171883" y="203406"/>
                    <a:pt x="171392" y="203897"/>
                    <a:pt x="170886" y="204403"/>
                  </a:cubicBezTo>
                  <a:cubicBezTo>
                    <a:pt x="170778" y="205002"/>
                    <a:pt x="170671" y="205600"/>
                    <a:pt x="170560" y="206217"/>
                  </a:cubicBezTo>
                  <a:cubicBezTo>
                    <a:pt x="170084" y="208385"/>
                    <a:pt x="169464" y="208866"/>
                    <a:pt x="167909" y="210356"/>
                  </a:cubicBezTo>
                  <a:cubicBezTo>
                    <a:pt x="167786" y="210878"/>
                    <a:pt x="167663" y="211400"/>
                    <a:pt x="167537" y="211938"/>
                  </a:cubicBezTo>
                  <a:cubicBezTo>
                    <a:pt x="167414" y="212398"/>
                    <a:pt x="167291" y="212858"/>
                    <a:pt x="167165" y="213333"/>
                  </a:cubicBezTo>
                  <a:cubicBezTo>
                    <a:pt x="166428" y="213578"/>
                    <a:pt x="165691" y="213824"/>
                    <a:pt x="164932" y="214077"/>
                  </a:cubicBezTo>
                  <a:cubicBezTo>
                    <a:pt x="164687" y="214814"/>
                    <a:pt x="164441" y="215550"/>
                    <a:pt x="164188" y="216309"/>
                  </a:cubicBezTo>
                  <a:cubicBezTo>
                    <a:pt x="163113" y="217482"/>
                    <a:pt x="161964" y="218535"/>
                    <a:pt x="160793" y="219611"/>
                  </a:cubicBezTo>
                  <a:cubicBezTo>
                    <a:pt x="159658" y="220725"/>
                    <a:pt x="159658" y="220725"/>
                    <a:pt x="159075" y="222184"/>
                  </a:cubicBezTo>
                  <a:cubicBezTo>
                    <a:pt x="158137" y="223934"/>
                    <a:pt x="157146" y="224898"/>
                    <a:pt x="155631" y="226169"/>
                  </a:cubicBezTo>
                  <a:cubicBezTo>
                    <a:pt x="155178" y="226557"/>
                    <a:pt x="154725" y="226944"/>
                    <a:pt x="154259" y="227344"/>
                  </a:cubicBezTo>
                  <a:cubicBezTo>
                    <a:pt x="153026" y="228216"/>
                    <a:pt x="153026" y="228216"/>
                    <a:pt x="151538" y="228216"/>
                  </a:cubicBezTo>
                  <a:cubicBezTo>
                    <a:pt x="151446" y="228691"/>
                    <a:pt x="151354" y="229167"/>
                    <a:pt x="151259" y="229657"/>
                  </a:cubicBezTo>
                  <a:cubicBezTo>
                    <a:pt x="151105" y="230164"/>
                    <a:pt x="150952" y="230670"/>
                    <a:pt x="150794" y="231192"/>
                  </a:cubicBezTo>
                  <a:cubicBezTo>
                    <a:pt x="149809" y="231469"/>
                    <a:pt x="148816" y="231718"/>
                    <a:pt x="147817" y="231936"/>
                  </a:cubicBezTo>
                  <a:cubicBezTo>
                    <a:pt x="147572" y="232673"/>
                    <a:pt x="147326" y="233410"/>
                    <a:pt x="147073" y="234169"/>
                  </a:cubicBezTo>
                  <a:cubicBezTo>
                    <a:pt x="146336" y="234276"/>
                    <a:pt x="145600" y="234384"/>
                    <a:pt x="144841" y="234494"/>
                  </a:cubicBezTo>
                  <a:cubicBezTo>
                    <a:pt x="144104" y="234632"/>
                    <a:pt x="143367" y="234771"/>
                    <a:pt x="142608" y="234913"/>
                  </a:cubicBezTo>
                  <a:cubicBezTo>
                    <a:pt x="142501" y="235404"/>
                    <a:pt x="142393" y="235895"/>
                    <a:pt x="142283" y="236401"/>
                  </a:cubicBezTo>
                  <a:cubicBezTo>
                    <a:pt x="142144" y="236892"/>
                    <a:pt x="142006" y="237383"/>
                    <a:pt x="141864" y="237889"/>
                  </a:cubicBezTo>
                  <a:cubicBezTo>
                    <a:pt x="140132" y="238168"/>
                    <a:pt x="138395" y="238416"/>
                    <a:pt x="136655" y="238634"/>
                  </a:cubicBezTo>
                  <a:cubicBezTo>
                    <a:pt x="136409" y="239370"/>
                    <a:pt x="136164" y="240107"/>
                    <a:pt x="135911" y="240866"/>
                  </a:cubicBezTo>
                  <a:cubicBezTo>
                    <a:pt x="134478" y="241273"/>
                    <a:pt x="134478" y="241273"/>
                    <a:pt x="132702" y="241424"/>
                  </a:cubicBezTo>
                  <a:cubicBezTo>
                    <a:pt x="132121" y="241482"/>
                    <a:pt x="131541" y="241539"/>
                    <a:pt x="130943" y="241599"/>
                  </a:cubicBezTo>
                  <a:cubicBezTo>
                    <a:pt x="129231" y="241610"/>
                    <a:pt x="127870" y="241359"/>
                    <a:pt x="126237" y="240866"/>
                  </a:cubicBezTo>
                  <a:cubicBezTo>
                    <a:pt x="126200" y="241470"/>
                    <a:pt x="126164" y="242074"/>
                    <a:pt x="126126" y="242697"/>
                  </a:cubicBezTo>
                  <a:cubicBezTo>
                    <a:pt x="125812" y="243632"/>
                    <a:pt x="125812" y="243632"/>
                    <a:pt x="125493" y="244587"/>
                  </a:cubicBezTo>
                  <a:cubicBezTo>
                    <a:pt x="123713" y="245054"/>
                    <a:pt x="123713" y="245054"/>
                    <a:pt x="121322" y="245056"/>
                  </a:cubicBezTo>
                  <a:cubicBezTo>
                    <a:pt x="120430" y="245066"/>
                    <a:pt x="119539" y="245075"/>
                    <a:pt x="118620" y="245085"/>
                  </a:cubicBezTo>
                  <a:cubicBezTo>
                    <a:pt x="117650" y="245075"/>
                    <a:pt x="116679" y="245065"/>
                    <a:pt x="115680" y="245055"/>
                  </a:cubicBezTo>
                  <a:cubicBezTo>
                    <a:pt x="114681" y="245055"/>
                    <a:pt x="113683" y="245057"/>
                    <a:pt x="112685" y="245060"/>
                  </a:cubicBezTo>
                  <a:cubicBezTo>
                    <a:pt x="110590" y="245062"/>
                    <a:pt x="108496" y="245051"/>
                    <a:pt x="106402" y="245031"/>
                  </a:cubicBezTo>
                  <a:cubicBezTo>
                    <a:pt x="103711" y="245006"/>
                    <a:pt x="101022" y="245010"/>
                    <a:pt x="98331" y="245024"/>
                  </a:cubicBezTo>
                  <a:cubicBezTo>
                    <a:pt x="96269" y="245032"/>
                    <a:pt x="94208" y="245025"/>
                    <a:pt x="92146" y="245014"/>
                  </a:cubicBezTo>
                  <a:cubicBezTo>
                    <a:pt x="90669" y="245008"/>
                    <a:pt x="89193" y="245014"/>
                    <a:pt x="87717" y="245019"/>
                  </a:cubicBezTo>
                  <a:cubicBezTo>
                    <a:pt x="86826" y="245008"/>
                    <a:pt x="85934" y="244996"/>
                    <a:pt x="85016" y="244984"/>
                  </a:cubicBezTo>
                  <a:cubicBezTo>
                    <a:pt x="83832" y="244977"/>
                    <a:pt x="83832" y="244977"/>
                    <a:pt x="82624" y="244970"/>
                  </a:cubicBezTo>
                  <a:cubicBezTo>
                    <a:pt x="82037" y="244843"/>
                    <a:pt x="81450" y="244717"/>
                    <a:pt x="80844" y="244587"/>
                  </a:cubicBezTo>
                  <a:cubicBezTo>
                    <a:pt x="80347" y="243097"/>
                    <a:pt x="80347" y="243097"/>
                    <a:pt x="80100" y="241610"/>
                  </a:cubicBezTo>
                  <a:cubicBezTo>
                    <a:pt x="77864" y="241165"/>
                    <a:pt x="77864" y="241165"/>
                    <a:pt x="75263" y="241192"/>
                  </a:cubicBezTo>
                  <a:cubicBezTo>
                    <a:pt x="72589" y="241142"/>
                    <a:pt x="72589" y="241142"/>
                    <a:pt x="70427" y="240866"/>
                  </a:cubicBezTo>
                  <a:cubicBezTo>
                    <a:pt x="70058" y="239761"/>
                    <a:pt x="70058" y="239761"/>
                    <a:pt x="69682" y="238634"/>
                  </a:cubicBezTo>
                  <a:cubicBezTo>
                    <a:pt x="68297" y="238310"/>
                    <a:pt x="68297" y="238310"/>
                    <a:pt x="66706" y="238308"/>
                  </a:cubicBezTo>
                  <a:cubicBezTo>
                    <a:pt x="65061" y="238171"/>
                    <a:pt x="65061" y="238171"/>
                    <a:pt x="63729" y="237889"/>
                  </a:cubicBezTo>
                  <a:cubicBezTo>
                    <a:pt x="63264" y="236401"/>
                    <a:pt x="63264" y="236401"/>
                    <a:pt x="62985" y="234913"/>
                  </a:cubicBezTo>
                  <a:cubicBezTo>
                    <a:pt x="60741" y="234301"/>
                    <a:pt x="60741" y="234301"/>
                    <a:pt x="58520" y="234169"/>
                  </a:cubicBezTo>
                  <a:cubicBezTo>
                    <a:pt x="58520" y="233186"/>
                    <a:pt x="58520" y="232204"/>
                    <a:pt x="58520" y="231192"/>
                  </a:cubicBezTo>
                  <a:cubicBezTo>
                    <a:pt x="57645" y="231238"/>
                    <a:pt x="57645" y="231238"/>
                    <a:pt x="56753" y="231285"/>
                  </a:cubicBezTo>
                  <a:cubicBezTo>
                    <a:pt x="54800" y="231192"/>
                    <a:pt x="54800" y="231192"/>
                    <a:pt x="53311" y="229704"/>
                  </a:cubicBezTo>
                  <a:cubicBezTo>
                    <a:pt x="53311" y="228967"/>
                    <a:pt x="53311" y="228230"/>
                    <a:pt x="53311" y="227471"/>
                  </a:cubicBezTo>
                  <a:cubicBezTo>
                    <a:pt x="52329" y="227471"/>
                    <a:pt x="51347" y="227471"/>
                    <a:pt x="50335" y="227471"/>
                  </a:cubicBezTo>
                  <a:cubicBezTo>
                    <a:pt x="50335" y="226489"/>
                    <a:pt x="50335" y="225507"/>
                    <a:pt x="50335" y="224495"/>
                  </a:cubicBezTo>
                  <a:cubicBezTo>
                    <a:pt x="49352" y="224495"/>
                    <a:pt x="48370" y="224495"/>
                    <a:pt x="47358" y="224495"/>
                  </a:cubicBezTo>
                  <a:cubicBezTo>
                    <a:pt x="47104" y="223256"/>
                    <a:pt x="46856" y="222016"/>
                    <a:pt x="46614" y="220774"/>
                  </a:cubicBezTo>
                  <a:cubicBezTo>
                    <a:pt x="46169" y="220667"/>
                    <a:pt x="45724" y="220559"/>
                    <a:pt x="45265" y="220449"/>
                  </a:cubicBezTo>
                  <a:cubicBezTo>
                    <a:pt x="42687" y="219786"/>
                    <a:pt x="42019" y="217739"/>
                    <a:pt x="40661" y="215565"/>
                  </a:cubicBezTo>
                  <a:cubicBezTo>
                    <a:pt x="40170" y="215320"/>
                    <a:pt x="39679" y="215074"/>
                    <a:pt x="39173" y="214821"/>
                  </a:cubicBezTo>
                  <a:cubicBezTo>
                    <a:pt x="39011" y="213877"/>
                    <a:pt x="39011" y="213877"/>
                    <a:pt x="38847" y="212914"/>
                  </a:cubicBezTo>
                  <a:cubicBezTo>
                    <a:pt x="38709" y="212316"/>
                    <a:pt x="38571" y="211717"/>
                    <a:pt x="38428" y="211100"/>
                  </a:cubicBezTo>
                  <a:cubicBezTo>
                    <a:pt x="37692" y="211100"/>
                    <a:pt x="36955" y="211100"/>
                    <a:pt x="36196" y="211100"/>
                  </a:cubicBezTo>
                  <a:cubicBezTo>
                    <a:pt x="36058" y="210018"/>
                    <a:pt x="36058" y="210018"/>
                    <a:pt x="35917" y="208914"/>
                  </a:cubicBezTo>
                  <a:cubicBezTo>
                    <a:pt x="35687" y="207786"/>
                    <a:pt x="35687" y="207786"/>
                    <a:pt x="35452" y="206636"/>
                  </a:cubicBezTo>
                  <a:cubicBezTo>
                    <a:pt x="34961" y="206390"/>
                    <a:pt x="34470" y="206144"/>
                    <a:pt x="33964" y="205891"/>
                  </a:cubicBezTo>
                  <a:cubicBezTo>
                    <a:pt x="33499" y="203612"/>
                    <a:pt x="33499" y="203612"/>
                    <a:pt x="33219" y="201427"/>
                  </a:cubicBezTo>
                  <a:cubicBezTo>
                    <a:pt x="32483" y="201427"/>
                    <a:pt x="31746" y="201427"/>
                    <a:pt x="30987" y="201427"/>
                  </a:cubicBezTo>
                  <a:cubicBezTo>
                    <a:pt x="30910" y="200582"/>
                    <a:pt x="30834" y="199738"/>
                    <a:pt x="30755" y="198869"/>
                  </a:cubicBezTo>
                  <a:cubicBezTo>
                    <a:pt x="30586" y="197994"/>
                    <a:pt x="30417" y="197119"/>
                    <a:pt x="30243" y="196218"/>
                  </a:cubicBezTo>
                  <a:cubicBezTo>
                    <a:pt x="29506" y="195972"/>
                    <a:pt x="28770" y="195726"/>
                    <a:pt x="28011" y="195473"/>
                  </a:cubicBezTo>
                  <a:cubicBezTo>
                    <a:pt x="27682" y="194125"/>
                    <a:pt x="27682" y="194125"/>
                    <a:pt x="27592" y="192497"/>
                  </a:cubicBezTo>
                  <a:cubicBezTo>
                    <a:pt x="27528" y="190909"/>
                    <a:pt x="27528" y="190909"/>
                    <a:pt x="27266" y="189520"/>
                  </a:cubicBezTo>
                  <a:cubicBezTo>
                    <a:pt x="26775" y="189275"/>
                    <a:pt x="26284" y="189029"/>
                    <a:pt x="25778" y="188776"/>
                  </a:cubicBezTo>
                  <a:cubicBezTo>
                    <a:pt x="25611" y="187269"/>
                    <a:pt x="25448" y="185759"/>
                    <a:pt x="25362" y="184244"/>
                  </a:cubicBezTo>
                  <a:cubicBezTo>
                    <a:pt x="25136" y="182522"/>
                    <a:pt x="25136" y="182522"/>
                    <a:pt x="22802" y="181335"/>
                  </a:cubicBezTo>
                  <a:cubicBezTo>
                    <a:pt x="22462" y="179006"/>
                    <a:pt x="22427" y="176730"/>
                    <a:pt x="22360" y="174379"/>
                  </a:cubicBezTo>
                  <a:cubicBezTo>
                    <a:pt x="22260" y="173727"/>
                    <a:pt x="22160" y="173076"/>
                    <a:pt x="22057" y="172405"/>
                  </a:cubicBezTo>
                  <a:cubicBezTo>
                    <a:pt x="21321" y="172160"/>
                    <a:pt x="20584" y="171914"/>
                    <a:pt x="19825" y="171661"/>
                  </a:cubicBezTo>
                  <a:cubicBezTo>
                    <a:pt x="19574" y="169511"/>
                    <a:pt x="19443" y="167490"/>
                    <a:pt x="19406" y="165336"/>
                  </a:cubicBezTo>
                  <a:cubicBezTo>
                    <a:pt x="19360" y="163210"/>
                    <a:pt x="19254" y="161133"/>
                    <a:pt x="19081" y="159011"/>
                  </a:cubicBezTo>
                  <a:cubicBezTo>
                    <a:pt x="18590" y="158765"/>
                    <a:pt x="18099" y="158519"/>
                    <a:pt x="17593" y="158266"/>
                  </a:cubicBezTo>
                  <a:cubicBezTo>
                    <a:pt x="16575" y="153892"/>
                    <a:pt x="16847" y="149493"/>
                    <a:pt x="16968" y="145026"/>
                  </a:cubicBezTo>
                  <a:cubicBezTo>
                    <a:pt x="16854" y="142751"/>
                    <a:pt x="16618" y="141533"/>
                    <a:pt x="15360" y="139663"/>
                  </a:cubicBezTo>
                  <a:cubicBezTo>
                    <a:pt x="15115" y="139663"/>
                    <a:pt x="14869" y="139663"/>
                    <a:pt x="14616" y="139663"/>
                  </a:cubicBezTo>
                  <a:cubicBezTo>
                    <a:pt x="14578" y="134590"/>
                    <a:pt x="14552" y="129516"/>
                    <a:pt x="14534" y="124443"/>
                  </a:cubicBezTo>
                  <a:cubicBezTo>
                    <a:pt x="14527" y="122716"/>
                    <a:pt x="14517" y="120988"/>
                    <a:pt x="14504" y="119261"/>
                  </a:cubicBezTo>
                  <a:cubicBezTo>
                    <a:pt x="14486" y="116784"/>
                    <a:pt x="14477" y="114307"/>
                    <a:pt x="14471" y="111830"/>
                  </a:cubicBezTo>
                  <a:cubicBezTo>
                    <a:pt x="14463" y="111053"/>
                    <a:pt x="14455" y="110275"/>
                    <a:pt x="14447" y="109474"/>
                  </a:cubicBezTo>
                  <a:cubicBezTo>
                    <a:pt x="14447" y="108759"/>
                    <a:pt x="14447" y="108044"/>
                    <a:pt x="14447" y="107307"/>
                  </a:cubicBezTo>
                  <a:cubicBezTo>
                    <a:pt x="14444" y="106675"/>
                    <a:pt x="14440" y="106042"/>
                    <a:pt x="14437" y="105390"/>
                  </a:cubicBezTo>
                  <a:cubicBezTo>
                    <a:pt x="14496" y="104913"/>
                    <a:pt x="14555" y="104436"/>
                    <a:pt x="14616" y="103944"/>
                  </a:cubicBezTo>
                  <a:cubicBezTo>
                    <a:pt x="15107" y="103699"/>
                    <a:pt x="15598" y="103453"/>
                    <a:pt x="16104" y="103200"/>
                  </a:cubicBezTo>
                  <a:cubicBezTo>
                    <a:pt x="16742" y="100200"/>
                    <a:pt x="16877" y="97379"/>
                    <a:pt x="16848" y="94317"/>
                  </a:cubicBezTo>
                  <a:cubicBezTo>
                    <a:pt x="16818" y="90990"/>
                    <a:pt x="16997" y="87874"/>
                    <a:pt x="17593" y="84596"/>
                  </a:cubicBezTo>
                  <a:cubicBezTo>
                    <a:pt x="18329" y="84228"/>
                    <a:pt x="18329" y="84228"/>
                    <a:pt x="19081" y="83852"/>
                  </a:cubicBezTo>
                  <a:cubicBezTo>
                    <a:pt x="19302" y="81296"/>
                    <a:pt x="19391" y="78771"/>
                    <a:pt x="19437" y="76207"/>
                  </a:cubicBezTo>
                  <a:cubicBezTo>
                    <a:pt x="19496" y="74597"/>
                    <a:pt x="19496" y="74597"/>
                    <a:pt x="19825" y="71946"/>
                  </a:cubicBezTo>
                  <a:cubicBezTo>
                    <a:pt x="20930" y="71578"/>
                    <a:pt x="20930" y="71578"/>
                    <a:pt x="22057" y="71202"/>
                  </a:cubicBezTo>
                  <a:cubicBezTo>
                    <a:pt x="22495" y="69455"/>
                    <a:pt x="22495" y="69455"/>
                    <a:pt x="22569" y="67435"/>
                  </a:cubicBezTo>
                  <a:cubicBezTo>
                    <a:pt x="22618" y="66751"/>
                    <a:pt x="22667" y="66067"/>
                    <a:pt x="22717" y="65362"/>
                  </a:cubicBezTo>
                  <a:cubicBezTo>
                    <a:pt x="22745" y="64834"/>
                    <a:pt x="22773" y="64305"/>
                    <a:pt x="22802" y="63761"/>
                  </a:cubicBezTo>
                  <a:cubicBezTo>
                    <a:pt x="23293" y="63761"/>
                    <a:pt x="23784" y="63761"/>
                    <a:pt x="24290" y="63761"/>
                  </a:cubicBezTo>
                  <a:cubicBezTo>
                    <a:pt x="24753" y="62031"/>
                    <a:pt x="25006" y="60296"/>
                    <a:pt x="25287" y="58528"/>
                  </a:cubicBezTo>
                  <a:cubicBezTo>
                    <a:pt x="25449" y="58045"/>
                    <a:pt x="25611" y="57561"/>
                    <a:pt x="25778" y="57063"/>
                  </a:cubicBezTo>
                  <a:cubicBezTo>
                    <a:pt x="26515" y="57063"/>
                    <a:pt x="27251" y="57063"/>
                    <a:pt x="28011" y="57063"/>
                  </a:cubicBezTo>
                  <a:cubicBezTo>
                    <a:pt x="27964" y="56096"/>
                    <a:pt x="27918" y="55129"/>
                    <a:pt x="27871" y="54133"/>
                  </a:cubicBezTo>
                  <a:cubicBezTo>
                    <a:pt x="27792" y="52485"/>
                    <a:pt x="27792" y="52485"/>
                    <a:pt x="28011" y="51110"/>
                  </a:cubicBezTo>
                  <a:cubicBezTo>
                    <a:pt x="29116" y="50742"/>
                    <a:pt x="29116" y="50742"/>
                    <a:pt x="30243" y="50366"/>
                  </a:cubicBezTo>
                  <a:cubicBezTo>
                    <a:pt x="30795" y="47743"/>
                    <a:pt x="30795" y="47743"/>
                    <a:pt x="30987" y="45157"/>
                  </a:cubicBezTo>
                  <a:cubicBezTo>
                    <a:pt x="31724" y="45157"/>
                    <a:pt x="32460" y="45157"/>
                    <a:pt x="33219" y="45157"/>
                  </a:cubicBezTo>
                  <a:cubicBezTo>
                    <a:pt x="33296" y="44451"/>
                    <a:pt x="33373" y="43745"/>
                    <a:pt x="33452" y="43018"/>
                  </a:cubicBezTo>
                  <a:cubicBezTo>
                    <a:pt x="33964" y="40692"/>
                    <a:pt x="33964" y="40692"/>
                    <a:pt x="36196" y="39204"/>
                  </a:cubicBezTo>
                  <a:cubicBezTo>
                    <a:pt x="36442" y="38467"/>
                    <a:pt x="36687" y="37731"/>
                    <a:pt x="36940" y="36971"/>
                  </a:cubicBezTo>
                  <a:cubicBezTo>
                    <a:pt x="38030" y="35783"/>
                    <a:pt x="39197" y="34716"/>
                    <a:pt x="40382" y="33623"/>
                  </a:cubicBezTo>
                  <a:cubicBezTo>
                    <a:pt x="41590" y="32457"/>
                    <a:pt x="41590" y="32457"/>
                    <a:pt x="42149" y="30274"/>
                  </a:cubicBezTo>
                  <a:cubicBezTo>
                    <a:pt x="42886" y="29783"/>
                    <a:pt x="43623" y="29292"/>
                    <a:pt x="44382" y="28786"/>
                  </a:cubicBezTo>
                  <a:cubicBezTo>
                    <a:pt x="44627" y="28049"/>
                    <a:pt x="44873" y="27313"/>
                    <a:pt x="45126" y="26554"/>
                  </a:cubicBezTo>
                  <a:cubicBezTo>
                    <a:pt x="45862" y="26554"/>
                    <a:pt x="46599" y="26554"/>
                    <a:pt x="47358" y="26554"/>
                  </a:cubicBezTo>
                  <a:cubicBezTo>
                    <a:pt x="47466" y="25970"/>
                    <a:pt x="47573" y="25387"/>
                    <a:pt x="47684" y="24786"/>
                  </a:cubicBezTo>
                  <a:cubicBezTo>
                    <a:pt x="47891" y="23819"/>
                    <a:pt x="47891" y="23819"/>
                    <a:pt x="48102" y="22833"/>
                  </a:cubicBezTo>
                  <a:cubicBezTo>
                    <a:pt x="49591" y="21996"/>
                    <a:pt x="49591" y="21996"/>
                    <a:pt x="51079" y="21345"/>
                  </a:cubicBezTo>
                  <a:cubicBezTo>
                    <a:pt x="51447" y="20239"/>
                    <a:pt x="51447" y="20239"/>
                    <a:pt x="51823" y="19112"/>
                  </a:cubicBezTo>
                  <a:cubicBezTo>
                    <a:pt x="53063" y="18864"/>
                    <a:pt x="54303" y="18616"/>
                    <a:pt x="55544" y="18368"/>
                  </a:cubicBezTo>
                  <a:cubicBezTo>
                    <a:pt x="55912" y="17263"/>
                    <a:pt x="55912" y="17263"/>
                    <a:pt x="56288" y="16136"/>
                  </a:cubicBezTo>
                  <a:cubicBezTo>
                    <a:pt x="57776" y="15639"/>
                    <a:pt x="59264" y="15143"/>
                    <a:pt x="60753" y="14647"/>
                  </a:cubicBezTo>
                  <a:cubicBezTo>
                    <a:pt x="61121" y="13542"/>
                    <a:pt x="61121" y="13542"/>
                    <a:pt x="61497" y="12415"/>
                  </a:cubicBezTo>
                  <a:cubicBezTo>
                    <a:pt x="62356" y="12307"/>
                    <a:pt x="63216" y="12200"/>
                    <a:pt x="64101" y="12089"/>
                  </a:cubicBezTo>
                  <a:cubicBezTo>
                    <a:pt x="65391" y="11882"/>
                    <a:pt x="65391" y="11882"/>
                    <a:pt x="66706" y="11671"/>
                  </a:cubicBezTo>
                  <a:cubicBezTo>
                    <a:pt x="66829" y="11180"/>
                    <a:pt x="66951" y="10688"/>
                    <a:pt x="67078" y="10182"/>
                  </a:cubicBezTo>
                  <a:cubicBezTo>
                    <a:pt x="67201" y="9691"/>
                    <a:pt x="67323" y="9200"/>
                    <a:pt x="67450" y="8694"/>
                  </a:cubicBezTo>
                  <a:cubicBezTo>
                    <a:pt x="69182" y="8416"/>
                    <a:pt x="70919" y="8168"/>
                    <a:pt x="72659" y="7950"/>
                  </a:cubicBezTo>
                  <a:cubicBezTo>
                    <a:pt x="72905" y="7213"/>
                    <a:pt x="73150" y="6477"/>
                    <a:pt x="73403" y="5718"/>
                  </a:cubicBezTo>
                  <a:cubicBezTo>
                    <a:pt x="75916" y="5397"/>
                    <a:pt x="78383" y="5390"/>
                    <a:pt x="80914" y="5348"/>
                  </a:cubicBezTo>
                  <a:cubicBezTo>
                    <a:pt x="81628" y="5225"/>
                    <a:pt x="82342" y="5101"/>
                    <a:pt x="83077" y="4973"/>
                  </a:cubicBezTo>
                  <a:cubicBezTo>
                    <a:pt x="83164" y="4483"/>
                    <a:pt x="83251" y="3992"/>
                    <a:pt x="83341" y="3487"/>
                  </a:cubicBezTo>
                  <a:cubicBezTo>
                    <a:pt x="83499" y="2995"/>
                    <a:pt x="83658" y="2503"/>
                    <a:pt x="83821" y="1997"/>
                  </a:cubicBezTo>
                  <a:close/>
                </a:path>
              </a:pathLst>
            </a:custGeom>
            <a:grpFill/>
            <a:ln w="744" cap="flat">
              <a:noFill/>
              <a:prstDash val="solid"/>
              <a:miter/>
            </a:ln>
          </p:spPr>
          <p:txBody>
            <a:bodyPr rtlCol="0" anchor="ctr"/>
            <a:lstStyle/>
            <a:p>
              <a:endParaRPr lang="zh-CN" altLang="en-US"/>
            </a:p>
          </p:txBody>
        </p:sp>
        <p:sp>
          <p:nvSpPr>
            <p:cNvPr id="195" name="任意多边形: 形状 194"/>
            <p:cNvSpPr/>
            <p:nvPr/>
          </p:nvSpPr>
          <p:spPr>
            <a:xfrm>
              <a:off x="10780340" y="1388916"/>
              <a:ext cx="169868" cy="243356"/>
            </a:xfrm>
            <a:custGeom>
              <a:avLst/>
              <a:gdLst>
                <a:gd name="connsiteX0" fmla="*/ 84244 w 169869"/>
                <a:gd name="connsiteY0" fmla="*/ 1844 h 243348"/>
                <a:gd name="connsiteX1" fmla="*/ 88222 w 169869"/>
                <a:gd name="connsiteY1" fmla="*/ 1506 h 243348"/>
                <a:gd name="connsiteX2" fmla="*/ 90795 w 169869"/>
                <a:gd name="connsiteY2" fmla="*/ 1507 h 243348"/>
                <a:gd name="connsiteX3" fmla="*/ 93595 w 169869"/>
                <a:gd name="connsiteY3" fmla="*/ 1553 h 243348"/>
                <a:gd name="connsiteX4" fmla="*/ 96445 w 169869"/>
                <a:gd name="connsiteY4" fmla="*/ 1566 h 243348"/>
                <a:gd name="connsiteX5" fmla="*/ 103958 w 169869"/>
                <a:gd name="connsiteY5" fmla="*/ 1639 h 243348"/>
                <a:gd name="connsiteX6" fmla="*/ 111619 w 169869"/>
                <a:gd name="connsiteY6" fmla="*/ 1699 h 243348"/>
                <a:gd name="connsiteX7" fmla="*/ 126660 w 169869"/>
                <a:gd name="connsiteY7" fmla="*/ 1844 h 243348"/>
                <a:gd name="connsiteX8" fmla="*/ 126660 w 169869"/>
                <a:gd name="connsiteY8" fmla="*/ 5565 h 243348"/>
                <a:gd name="connsiteX9" fmla="*/ 137078 w 169869"/>
                <a:gd name="connsiteY9" fmla="*/ 5565 h 243348"/>
                <a:gd name="connsiteX10" fmla="*/ 137078 w 169869"/>
                <a:gd name="connsiteY10" fmla="*/ 8541 h 243348"/>
                <a:gd name="connsiteX11" fmla="*/ 143031 w 169869"/>
                <a:gd name="connsiteY11" fmla="*/ 8541 h 243348"/>
                <a:gd name="connsiteX12" fmla="*/ 143031 w 169869"/>
                <a:gd name="connsiteY12" fmla="*/ 12262 h 243348"/>
                <a:gd name="connsiteX13" fmla="*/ 145589 w 169869"/>
                <a:gd name="connsiteY13" fmla="*/ 12076 h 243348"/>
                <a:gd name="connsiteX14" fmla="*/ 148240 w 169869"/>
                <a:gd name="connsiteY14" fmla="*/ 12262 h 243348"/>
                <a:gd name="connsiteX15" fmla="*/ 148984 w 169869"/>
                <a:gd name="connsiteY15" fmla="*/ 15238 h 243348"/>
                <a:gd name="connsiteX16" fmla="*/ 152705 w 169869"/>
                <a:gd name="connsiteY16" fmla="*/ 15983 h 243348"/>
                <a:gd name="connsiteX17" fmla="*/ 152705 w 169869"/>
                <a:gd name="connsiteY17" fmla="*/ 18215 h 243348"/>
                <a:gd name="connsiteX18" fmla="*/ 155682 w 169869"/>
                <a:gd name="connsiteY18" fmla="*/ 19703 h 243348"/>
                <a:gd name="connsiteX19" fmla="*/ 160146 w 169869"/>
                <a:gd name="connsiteY19" fmla="*/ 25656 h 243348"/>
                <a:gd name="connsiteX20" fmla="*/ 162379 w 169869"/>
                <a:gd name="connsiteY20" fmla="*/ 27145 h 243348"/>
                <a:gd name="connsiteX21" fmla="*/ 163123 w 169869"/>
                <a:gd name="connsiteY21" fmla="*/ 29377 h 243348"/>
                <a:gd name="connsiteX22" fmla="*/ 164286 w 169869"/>
                <a:gd name="connsiteY22" fmla="*/ 30540 h 243348"/>
                <a:gd name="connsiteX23" fmla="*/ 165355 w 169869"/>
                <a:gd name="connsiteY23" fmla="*/ 33098 h 243348"/>
                <a:gd name="connsiteX24" fmla="*/ 167588 w 169869"/>
                <a:gd name="connsiteY24" fmla="*/ 33842 h 243348"/>
                <a:gd name="connsiteX25" fmla="*/ 169076 w 169869"/>
                <a:gd name="connsiteY25" fmla="*/ 37563 h 243348"/>
                <a:gd name="connsiteX26" fmla="*/ 170564 w 169869"/>
                <a:gd name="connsiteY26" fmla="*/ 38307 h 243348"/>
                <a:gd name="connsiteX27" fmla="*/ 172053 w 169869"/>
                <a:gd name="connsiteY27" fmla="*/ 43516 h 243348"/>
                <a:gd name="connsiteX28" fmla="*/ 173541 w 169869"/>
                <a:gd name="connsiteY28" fmla="*/ 44260 h 243348"/>
                <a:gd name="connsiteX29" fmla="*/ 174285 w 169869"/>
                <a:gd name="connsiteY29" fmla="*/ 49469 h 243348"/>
                <a:gd name="connsiteX30" fmla="*/ 176518 w 169869"/>
                <a:gd name="connsiteY30" fmla="*/ 49469 h 243348"/>
                <a:gd name="connsiteX31" fmla="*/ 176518 w 169869"/>
                <a:gd name="connsiteY31" fmla="*/ 56910 h 243348"/>
                <a:gd name="connsiteX32" fmla="*/ 178750 w 169869"/>
                <a:gd name="connsiteY32" fmla="*/ 56910 h 243348"/>
                <a:gd name="connsiteX33" fmla="*/ 179494 w 169869"/>
                <a:gd name="connsiteY33" fmla="*/ 65096 h 243348"/>
                <a:gd name="connsiteX34" fmla="*/ 181727 w 169869"/>
                <a:gd name="connsiteY34" fmla="*/ 65096 h 243348"/>
                <a:gd name="connsiteX35" fmla="*/ 181727 w 169869"/>
                <a:gd name="connsiteY35" fmla="*/ 73281 h 243348"/>
                <a:gd name="connsiteX36" fmla="*/ 176518 w 169869"/>
                <a:gd name="connsiteY36" fmla="*/ 74770 h 243348"/>
                <a:gd name="connsiteX37" fmla="*/ 175773 w 169869"/>
                <a:gd name="connsiteY37" fmla="*/ 77002 h 243348"/>
                <a:gd name="connsiteX38" fmla="*/ 167681 w 169869"/>
                <a:gd name="connsiteY38" fmla="*/ 77371 h 243348"/>
                <a:gd name="connsiteX39" fmla="*/ 165355 w 169869"/>
                <a:gd name="connsiteY39" fmla="*/ 77746 h 243348"/>
                <a:gd name="connsiteX40" fmla="*/ 165030 w 169869"/>
                <a:gd name="connsiteY40" fmla="*/ 79246 h 243348"/>
                <a:gd name="connsiteX41" fmla="*/ 164611 w 169869"/>
                <a:gd name="connsiteY41" fmla="*/ 80723 h 243348"/>
                <a:gd name="connsiteX42" fmla="*/ 158658 w 169869"/>
                <a:gd name="connsiteY42" fmla="*/ 80955 h 243348"/>
                <a:gd name="connsiteX43" fmla="*/ 156966 w 169869"/>
                <a:gd name="connsiteY43" fmla="*/ 80933 h 243348"/>
                <a:gd name="connsiteX44" fmla="*/ 151961 w 169869"/>
                <a:gd name="connsiteY44" fmla="*/ 79979 h 243348"/>
                <a:gd name="connsiteX45" fmla="*/ 151499 w 169869"/>
                <a:gd name="connsiteY45" fmla="*/ 74284 h 243348"/>
                <a:gd name="connsiteX46" fmla="*/ 149728 w 169869"/>
                <a:gd name="connsiteY46" fmla="*/ 71049 h 243348"/>
                <a:gd name="connsiteX47" fmla="*/ 148984 w 169869"/>
                <a:gd name="connsiteY47" fmla="*/ 71049 h 243348"/>
                <a:gd name="connsiteX48" fmla="*/ 148874 w 169869"/>
                <a:gd name="connsiteY48" fmla="*/ 69447 h 243348"/>
                <a:gd name="connsiteX49" fmla="*/ 148705 w 169869"/>
                <a:gd name="connsiteY49" fmla="*/ 67375 h 243348"/>
                <a:gd name="connsiteX50" fmla="*/ 148548 w 169869"/>
                <a:gd name="connsiteY50" fmla="*/ 65308 h 243348"/>
                <a:gd name="connsiteX51" fmla="*/ 148240 w 169869"/>
                <a:gd name="connsiteY51" fmla="*/ 63608 h 243348"/>
                <a:gd name="connsiteX52" fmla="*/ 146752 w 169869"/>
                <a:gd name="connsiteY52" fmla="*/ 62863 h 243348"/>
                <a:gd name="connsiteX53" fmla="*/ 146008 w 169869"/>
                <a:gd name="connsiteY53" fmla="*/ 57654 h 243348"/>
                <a:gd name="connsiteX54" fmla="*/ 143775 w 169869"/>
                <a:gd name="connsiteY54" fmla="*/ 57654 h 243348"/>
                <a:gd name="connsiteX55" fmla="*/ 143031 w 169869"/>
                <a:gd name="connsiteY55" fmla="*/ 53934 h 243348"/>
                <a:gd name="connsiteX56" fmla="*/ 141543 w 169869"/>
                <a:gd name="connsiteY56" fmla="*/ 53190 h 243348"/>
                <a:gd name="connsiteX57" fmla="*/ 140055 w 169869"/>
                <a:gd name="connsiteY57" fmla="*/ 49469 h 243348"/>
                <a:gd name="connsiteX58" fmla="*/ 138566 w 169869"/>
                <a:gd name="connsiteY58" fmla="*/ 48725 h 243348"/>
                <a:gd name="connsiteX59" fmla="*/ 137822 w 169869"/>
                <a:gd name="connsiteY59" fmla="*/ 46492 h 243348"/>
                <a:gd name="connsiteX60" fmla="*/ 135590 w 169869"/>
                <a:gd name="connsiteY60" fmla="*/ 45748 h 243348"/>
                <a:gd name="connsiteX61" fmla="*/ 134846 w 169869"/>
                <a:gd name="connsiteY61" fmla="*/ 43516 h 243348"/>
                <a:gd name="connsiteX62" fmla="*/ 133032 w 169869"/>
                <a:gd name="connsiteY62" fmla="*/ 43190 h 243348"/>
                <a:gd name="connsiteX63" fmla="*/ 131125 w 169869"/>
                <a:gd name="connsiteY63" fmla="*/ 42772 h 243348"/>
                <a:gd name="connsiteX64" fmla="*/ 130427 w 169869"/>
                <a:gd name="connsiteY64" fmla="*/ 41237 h 243348"/>
                <a:gd name="connsiteX65" fmla="*/ 129637 w 169869"/>
                <a:gd name="connsiteY65" fmla="*/ 39795 h 243348"/>
                <a:gd name="connsiteX66" fmla="*/ 125172 w 169869"/>
                <a:gd name="connsiteY66" fmla="*/ 39795 h 243348"/>
                <a:gd name="connsiteX67" fmla="*/ 125172 w 169869"/>
                <a:gd name="connsiteY67" fmla="*/ 36074 h 243348"/>
                <a:gd name="connsiteX68" fmla="*/ 122756 w 169869"/>
                <a:gd name="connsiteY68" fmla="*/ 36179 h 243348"/>
                <a:gd name="connsiteX69" fmla="*/ 119637 w 169869"/>
                <a:gd name="connsiteY69" fmla="*/ 36260 h 243348"/>
                <a:gd name="connsiteX70" fmla="*/ 118043 w 169869"/>
                <a:gd name="connsiteY70" fmla="*/ 36336 h 243348"/>
                <a:gd name="connsiteX71" fmla="*/ 114010 w 169869"/>
                <a:gd name="connsiteY71" fmla="*/ 36074 h 243348"/>
                <a:gd name="connsiteX72" fmla="*/ 113707 w 169869"/>
                <a:gd name="connsiteY72" fmla="*/ 34593 h 243348"/>
                <a:gd name="connsiteX73" fmla="*/ 113266 w 169869"/>
                <a:gd name="connsiteY73" fmla="*/ 33098 h 243348"/>
                <a:gd name="connsiteX74" fmla="*/ 109638 w 169869"/>
                <a:gd name="connsiteY74" fmla="*/ 32702 h 243348"/>
                <a:gd name="connsiteX75" fmla="*/ 107417 w 169869"/>
                <a:gd name="connsiteY75" fmla="*/ 32691 h 243348"/>
                <a:gd name="connsiteX76" fmla="*/ 105080 w 169869"/>
                <a:gd name="connsiteY76" fmla="*/ 32726 h 243348"/>
                <a:gd name="connsiteX77" fmla="*/ 102743 w 169869"/>
                <a:gd name="connsiteY77" fmla="*/ 32691 h 243348"/>
                <a:gd name="connsiteX78" fmla="*/ 100522 w 169869"/>
                <a:gd name="connsiteY78" fmla="*/ 32702 h 243348"/>
                <a:gd name="connsiteX79" fmla="*/ 98470 w 169869"/>
                <a:gd name="connsiteY79" fmla="*/ 32713 h 243348"/>
                <a:gd name="connsiteX80" fmla="*/ 96894 w 169869"/>
                <a:gd name="connsiteY80" fmla="*/ 33098 h 243348"/>
                <a:gd name="connsiteX81" fmla="*/ 96150 w 169869"/>
                <a:gd name="connsiteY81" fmla="*/ 36074 h 243348"/>
                <a:gd name="connsiteX82" fmla="*/ 90988 w 169869"/>
                <a:gd name="connsiteY82" fmla="*/ 36446 h 243348"/>
                <a:gd name="connsiteX83" fmla="*/ 85732 w 169869"/>
                <a:gd name="connsiteY83" fmla="*/ 36818 h 243348"/>
                <a:gd name="connsiteX84" fmla="*/ 84244 w 169869"/>
                <a:gd name="connsiteY84" fmla="*/ 39795 h 243348"/>
                <a:gd name="connsiteX85" fmla="*/ 78291 w 169869"/>
                <a:gd name="connsiteY85" fmla="*/ 39795 h 243348"/>
                <a:gd name="connsiteX86" fmla="*/ 76803 w 169869"/>
                <a:gd name="connsiteY86" fmla="*/ 42772 h 243348"/>
                <a:gd name="connsiteX87" fmla="*/ 73082 w 169869"/>
                <a:gd name="connsiteY87" fmla="*/ 44260 h 243348"/>
                <a:gd name="connsiteX88" fmla="*/ 72338 w 169869"/>
                <a:gd name="connsiteY88" fmla="*/ 45748 h 243348"/>
                <a:gd name="connsiteX89" fmla="*/ 70105 w 169869"/>
                <a:gd name="connsiteY89" fmla="*/ 46492 h 243348"/>
                <a:gd name="connsiteX90" fmla="*/ 69454 w 169869"/>
                <a:gd name="connsiteY90" fmla="*/ 47795 h 243348"/>
                <a:gd name="connsiteX91" fmla="*/ 64896 w 169869"/>
                <a:gd name="connsiteY91" fmla="*/ 53190 h 243348"/>
                <a:gd name="connsiteX92" fmla="*/ 61176 w 169869"/>
                <a:gd name="connsiteY92" fmla="*/ 59143 h 243348"/>
                <a:gd name="connsiteX93" fmla="*/ 58943 w 169869"/>
                <a:gd name="connsiteY93" fmla="*/ 59143 h 243348"/>
                <a:gd name="connsiteX94" fmla="*/ 58943 w 169869"/>
                <a:gd name="connsiteY94" fmla="*/ 63608 h 243348"/>
                <a:gd name="connsiteX95" fmla="*/ 56711 w 169869"/>
                <a:gd name="connsiteY95" fmla="*/ 63608 h 243348"/>
                <a:gd name="connsiteX96" fmla="*/ 56600 w 169869"/>
                <a:gd name="connsiteY96" fmla="*/ 65046 h 243348"/>
                <a:gd name="connsiteX97" fmla="*/ 56432 w 169869"/>
                <a:gd name="connsiteY97" fmla="*/ 66910 h 243348"/>
                <a:gd name="connsiteX98" fmla="*/ 56275 w 169869"/>
                <a:gd name="connsiteY98" fmla="*/ 68767 h 243348"/>
                <a:gd name="connsiteX99" fmla="*/ 55967 w 169869"/>
                <a:gd name="connsiteY99" fmla="*/ 70305 h 243348"/>
                <a:gd name="connsiteX100" fmla="*/ 54478 w 169869"/>
                <a:gd name="connsiteY100" fmla="*/ 71049 h 243348"/>
                <a:gd name="connsiteX101" fmla="*/ 53734 w 169869"/>
                <a:gd name="connsiteY101" fmla="*/ 74770 h 243348"/>
                <a:gd name="connsiteX102" fmla="*/ 52990 w 169869"/>
                <a:gd name="connsiteY102" fmla="*/ 78490 h 243348"/>
                <a:gd name="connsiteX103" fmla="*/ 51502 w 169869"/>
                <a:gd name="connsiteY103" fmla="*/ 79234 h 243348"/>
                <a:gd name="connsiteX104" fmla="*/ 51037 w 169869"/>
                <a:gd name="connsiteY104" fmla="*/ 84862 h 243348"/>
                <a:gd name="connsiteX105" fmla="*/ 50950 w 169869"/>
                <a:gd name="connsiteY105" fmla="*/ 86465 h 243348"/>
                <a:gd name="connsiteX106" fmla="*/ 50758 w 169869"/>
                <a:gd name="connsiteY106" fmla="*/ 90397 h 243348"/>
                <a:gd name="connsiteX107" fmla="*/ 49269 w 169869"/>
                <a:gd name="connsiteY107" fmla="*/ 90397 h 243348"/>
                <a:gd name="connsiteX108" fmla="*/ 48441 w 169869"/>
                <a:gd name="connsiteY108" fmla="*/ 97792 h 243348"/>
                <a:gd name="connsiteX109" fmla="*/ 48441 w 169869"/>
                <a:gd name="connsiteY109" fmla="*/ 99640 h 243348"/>
                <a:gd name="connsiteX110" fmla="*/ 48453 w 169869"/>
                <a:gd name="connsiteY110" fmla="*/ 105704 h 243348"/>
                <a:gd name="connsiteX111" fmla="*/ 48456 w 169869"/>
                <a:gd name="connsiteY111" fmla="*/ 109902 h 243348"/>
                <a:gd name="connsiteX112" fmla="*/ 48474 w 169869"/>
                <a:gd name="connsiteY112" fmla="*/ 120963 h 243348"/>
                <a:gd name="connsiteX113" fmla="*/ 48489 w 169869"/>
                <a:gd name="connsiteY113" fmla="*/ 132246 h 243348"/>
                <a:gd name="connsiteX114" fmla="*/ 48525 w 169869"/>
                <a:gd name="connsiteY114" fmla="*/ 154393 h 243348"/>
                <a:gd name="connsiteX115" fmla="*/ 50758 w 169869"/>
                <a:gd name="connsiteY115" fmla="*/ 154393 h 243348"/>
                <a:gd name="connsiteX116" fmla="*/ 50758 w 169869"/>
                <a:gd name="connsiteY116" fmla="*/ 167043 h 243348"/>
                <a:gd name="connsiteX117" fmla="*/ 52990 w 169869"/>
                <a:gd name="connsiteY117" fmla="*/ 167043 h 243348"/>
                <a:gd name="connsiteX118" fmla="*/ 53316 w 169869"/>
                <a:gd name="connsiteY118" fmla="*/ 169462 h 243348"/>
                <a:gd name="connsiteX119" fmla="*/ 54478 w 169869"/>
                <a:gd name="connsiteY119" fmla="*/ 175229 h 243348"/>
                <a:gd name="connsiteX120" fmla="*/ 55967 w 169869"/>
                <a:gd name="connsiteY120" fmla="*/ 175973 h 243348"/>
                <a:gd name="connsiteX121" fmla="*/ 56432 w 169869"/>
                <a:gd name="connsiteY121" fmla="*/ 179368 h 243348"/>
                <a:gd name="connsiteX122" fmla="*/ 56600 w 169869"/>
                <a:gd name="connsiteY122" fmla="*/ 181231 h 243348"/>
                <a:gd name="connsiteX123" fmla="*/ 56711 w 169869"/>
                <a:gd name="connsiteY123" fmla="*/ 182670 h 243348"/>
                <a:gd name="connsiteX124" fmla="*/ 58943 w 169869"/>
                <a:gd name="connsiteY124" fmla="*/ 182670 h 243348"/>
                <a:gd name="connsiteX125" fmla="*/ 58804 w 169869"/>
                <a:gd name="connsiteY125" fmla="*/ 184856 h 243348"/>
                <a:gd name="connsiteX126" fmla="*/ 58943 w 169869"/>
                <a:gd name="connsiteY126" fmla="*/ 187135 h 243348"/>
                <a:gd name="connsiteX127" fmla="*/ 61176 w 169869"/>
                <a:gd name="connsiteY127" fmla="*/ 187879 h 243348"/>
                <a:gd name="connsiteX128" fmla="*/ 61920 w 169869"/>
                <a:gd name="connsiteY128" fmla="*/ 190111 h 243348"/>
                <a:gd name="connsiteX129" fmla="*/ 63083 w 169869"/>
                <a:gd name="connsiteY129" fmla="*/ 191274 h 243348"/>
                <a:gd name="connsiteX130" fmla="*/ 64152 w 169869"/>
                <a:gd name="connsiteY130" fmla="*/ 193832 h 243348"/>
                <a:gd name="connsiteX131" fmla="*/ 66385 w 169869"/>
                <a:gd name="connsiteY131" fmla="*/ 194576 h 243348"/>
                <a:gd name="connsiteX132" fmla="*/ 68199 w 169869"/>
                <a:gd name="connsiteY132" fmla="*/ 197134 h 243348"/>
                <a:gd name="connsiteX133" fmla="*/ 73082 w 169869"/>
                <a:gd name="connsiteY133" fmla="*/ 201274 h 243348"/>
                <a:gd name="connsiteX134" fmla="*/ 73826 w 169869"/>
                <a:gd name="connsiteY134" fmla="*/ 202762 h 243348"/>
                <a:gd name="connsiteX135" fmla="*/ 75733 w 169869"/>
                <a:gd name="connsiteY135" fmla="*/ 203041 h 243348"/>
                <a:gd name="connsiteX136" fmla="*/ 77547 w 169869"/>
                <a:gd name="connsiteY136" fmla="*/ 203506 h 243348"/>
                <a:gd name="connsiteX137" fmla="*/ 77547 w 169869"/>
                <a:gd name="connsiteY137" fmla="*/ 206482 h 243348"/>
                <a:gd name="connsiteX138" fmla="*/ 84988 w 169869"/>
                <a:gd name="connsiteY138" fmla="*/ 207227 h 243348"/>
                <a:gd name="connsiteX139" fmla="*/ 84988 w 169869"/>
                <a:gd name="connsiteY139" fmla="*/ 210203 h 243348"/>
                <a:gd name="connsiteX140" fmla="*/ 87404 w 169869"/>
                <a:gd name="connsiteY140" fmla="*/ 210099 h 243348"/>
                <a:gd name="connsiteX141" fmla="*/ 90523 w 169869"/>
                <a:gd name="connsiteY141" fmla="*/ 210017 h 243348"/>
                <a:gd name="connsiteX142" fmla="*/ 92117 w 169869"/>
                <a:gd name="connsiteY142" fmla="*/ 209942 h 243348"/>
                <a:gd name="connsiteX143" fmla="*/ 96150 w 169869"/>
                <a:gd name="connsiteY143" fmla="*/ 210203 h 243348"/>
                <a:gd name="connsiteX144" fmla="*/ 96483 w 169869"/>
                <a:gd name="connsiteY144" fmla="*/ 211685 h 243348"/>
                <a:gd name="connsiteX145" fmla="*/ 96894 w 169869"/>
                <a:gd name="connsiteY145" fmla="*/ 213180 h 243348"/>
                <a:gd name="connsiteX146" fmla="*/ 100034 w 169869"/>
                <a:gd name="connsiteY146" fmla="*/ 213575 h 243348"/>
                <a:gd name="connsiteX147" fmla="*/ 101949 w 169869"/>
                <a:gd name="connsiteY147" fmla="*/ 213587 h 243348"/>
                <a:gd name="connsiteX148" fmla="*/ 103964 w 169869"/>
                <a:gd name="connsiteY148" fmla="*/ 213552 h 243348"/>
                <a:gd name="connsiteX149" fmla="*/ 105978 w 169869"/>
                <a:gd name="connsiteY149" fmla="*/ 213587 h 243348"/>
                <a:gd name="connsiteX150" fmla="*/ 107894 w 169869"/>
                <a:gd name="connsiteY150" fmla="*/ 213575 h 243348"/>
                <a:gd name="connsiteX151" fmla="*/ 109663 w 169869"/>
                <a:gd name="connsiteY151" fmla="*/ 213565 h 243348"/>
                <a:gd name="connsiteX152" fmla="*/ 111033 w 169869"/>
                <a:gd name="connsiteY152" fmla="*/ 213180 h 243348"/>
                <a:gd name="connsiteX153" fmla="*/ 111777 w 169869"/>
                <a:gd name="connsiteY153" fmla="*/ 210203 h 243348"/>
                <a:gd name="connsiteX154" fmla="*/ 117405 w 169869"/>
                <a:gd name="connsiteY154" fmla="*/ 210017 h 243348"/>
                <a:gd name="connsiteX155" fmla="*/ 119008 w 169869"/>
                <a:gd name="connsiteY155" fmla="*/ 210058 h 243348"/>
                <a:gd name="connsiteX156" fmla="*/ 122939 w 169869"/>
                <a:gd name="connsiteY156" fmla="*/ 210203 h 243348"/>
                <a:gd name="connsiteX157" fmla="*/ 122939 w 169869"/>
                <a:gd name="connsiteY157" fmla="*/ 207227 h 243348"/>
                <a:gd name="connsiteX158" fmla="*/ 129637 w 169869"/>
                <a:gd name="connsiteY158" fmla="*/ 206482 h 243348"/>
                <a:gd name="connsiteX159" fmla="*/ 129637 w 169869"/>
                <a:gd name="connsiteY159" fmla="*/ 203506 h 243348"/>
                <a:gd name="connsiteX160" fmla="*/ 131451 w 169869"/>
                <a:gd name="connsiteY160" fmla="*/ 203692 h 243348"/>
                <a:gd name="connsiteX161" fmla="*/ 133357 w 169869"/>
                <a:gd name="connsiteY161" fmla="*/ 203506 h 243348"/>
                <a:gd name="connsiteX162" fmla="*/ 134102 w 169869"/>
                <a:gd name="connsiteY162" fmla="*/ 200529 h 243348"/>
                <a:gd name="connsiteX163" fmla="*/ 136008 w 169869"/>
                <a:gd name="connsiteY163" fmla="*/ 200157 h 243348"/>
                <a:gd name="connsiteX164" fmla="*/ 137822 w 169869"/>
                <a:gd name="connsiteY164" fmla="*/ 199785 h 243348"/>
                <a:gd name="connsiteX165" fmla="*/ 137822 w 169869"/>
                <a:gd name="connsiteY165" fmla="*/ 196809 h 243348"/>
                <a:gd name="connsiteX166" fmla="*/ 140799 w 169869"/>
                <a:gd name="connsiteY166" fmla="*/ 196809 h 243348"/>
                <a:gd name="connsiteX167" fmla="*/ 140799 w 169869"/>
                <a:gd name="connsiteY167" fmla="*/ 193088 h 243348"/>
                <a:gd name="connsiteX168" fmla="*/ 143031 w 169869"/>
                <a:gd name="connsiteY168" fmla="*/ 193088 h 243348"/>
                <a:gd name="connsiteX169" fmla="*/ 143775 w 169869"/>
                <a:gd name="connsiteY169" fmla="*/ 189367 h 243348"/>
                <a:gd name="connsiteX170" fmla="*/ 145264 w 169869"/>
                <a:gd name="connsiteY170" fmla="*/ 188623 h 243348"/>
                <a:gd name="connsiteX171" fmla="*/ 146008 w 169869"/>
                <a:gd name="connsiteY171" fmla="*/ 186391 h 243348"/>
                <a:gd name="connsiteX172" fmla="*/ 148240 w 169869"/>
                <a:gd name="connsiteY172" fmla="*/ 183414 h 243348"/>
                <a:gd name="connsiteX173" fmla="*/ 148656 w 169869"/>
                <a:gd name="connsiteY173" fmla="*/ 178810 h 243348"/>
                <a:gd name="connsiteX174" fmla="*/ 148984 w 169869"/>
                <a:gd name="connsiteY174" fmla="*/ 177461 h 243348"/>
                <a:gd name="connsiteX175" fmla="*/ 151217 w 169869"/>
                <a:gd name="connsiteY175" fmla="*/ 176717 h 243348"/>
                <a:gd name="connsiteX176" fmla="*/ 151635 w 169869"/>
                <a:gd name="connsiteY176" fmla="*/ 172996 h 243348"/>
                <a:gd name="connsiteX177" fmla="*/ 151961 w 169869"/>
                <a:gd name="connsiteY177" fmla="*/ 169275 h 243348"/>
                <a:gd name="connsiteX178" fmla="*/ 153449 w 169869"/>
                <a:gd name="connsiteY178" fmla="*/ 168531 h 243348"/>
                <a:gd name="connsiteX179" fmla="*/ 154193 w 169869"/>
                <a:gd name="connsiteY179" fmla="*/ 160532 h 243348"/>
                <a:gd name="connsiteX180" fmla="*/ 154937 w 169869"/>
                <a:gd name="connsiteY180" fmla="*/ 155881 h 243348"/>
                <a:gd name="connsiteX181" fmla="*/ 161263 w 169869"/>
                <a:gd name="connsiteY181" fmla="*/ 155555 h 243348"/>
                <a:gd name="connsiteX182" fmla="*/ 163062 w 169869"/>
                <a:gd name="connsiteY182" fmla="*/ 155510 h 243348"/>
                <a:gd name="connsiteX183" fmla="*/ 167588 w 169869"/>
                <a:gd name="connsiteY183" fmla="*/ 155881 h 243348"/>
                <a:gd name="connsiteX184" fmla="*/ 168332 w 169869"/>
                <a:gd name="connsiteY184" fmla="*/ 158857 h 243348"/>
                <a:gd name="connsiteX185" fmla="*/ 175843 w 169869"/>
                <a:gd name="connsiteY185" fmla="*/ 158599 h 243348"/>
                <a:gd name="connsiteX186" fmla="*/ 178006 w 169869"/>
                <a:gd name="connsiteY186" fmla="*/ 158857 h 243348"/>
                <a:gd name="connsiteX187" fmla="*/ 178308 w 169869"/>
                <a:gd name="connsiteY187" fmla="*/ 160721 h 243348"/>
                <a:gd name="connsiteX188" fmla="*/ 178750 w 169869"/>
                <a:gd name="connsiteY188" fmla="*/ 162578 h 243348"/>
                <a:gd name="connsiteX189" fmla="*/ 184703 w 169869"/>
                <a:gd name="connsiteY189" fmla="*/ 162578 h 243348"/>
                <a:gd name="connsiteX190" fmla="*/ 184843 w 169869"/>
                <a:gd name="connsiteY190" fmla="*/ 168485 h 243348"/>
                <a:gd name="connsiteX191" fmla="*/ 184899 w 169869"/>
                <a:gd name="connsiteY191" fmla="*/ 170187 h 243348"/>
                <a:gd name="connsiteX192" fmla="*/ 184703 w 169869"/>
                <a:gd name="connsiteY192" fmla="*/ 174484 h 243348"/>
                <a:gd name="connsiteX193" fmla="*/ 182471 w 169869"/>
                <a:gd name="connsiteY193" fmla="*/ 175229 h 243348"/>
                <a:gd name="connsiteX194" fmla="*/ 182052 w 169869"/>
                <a:gd name="connsiteY194" fmla="*/ 179321 h 243348"/>
                <a:gd name="connsiteX195" fmla="*/ 181727 w 169869"/>
                <a:gd name="connsiteY195" fmla="*/ 183414 h 243348"/>
                <a:gd name="connsiteX196" fmla="*/ 180238 w 169869"/>
                <a:gd name="connsiteY196" fmla="*/ 184158 h 243348"/>
                <a:gd name="connsiteX197" fmla="*/ 179494 w 169869"/>
                <a:gd name="connsiteY197" fmla="*/ 187879 h 243348"/>
                <a:gd name="connsiteX198" fmla="*/ 178750 w 169869"/>
                <a:gd name="connsiteY198" fmla="*/ 191600 h 243348"/>
                <a:gd name="connsiteX199" fmla="*/ 177262 w 169869"/>
                <a:gd name="connsiteY199" fmla="*/ 192344 h 243348"/>
                <a:gd name="connsiteX200" fmla="*/ 176846 w 169869"/>
                <a:gd name="connsiteY200" fmla="*/ 196948 h 243348"/>
                <a:gd name="connsiteX201" fmla="*/ 176518 w 169869"/>
                <a:gd name="connsiteY201" fmla="*/ 198297 h 243348"/>
                <a:gd name="connsiteX202" fmla="*/ 174285 w 169869"/>
                <a:gd name="connsiteY202" fmla="*/ 199041 h 243348"/>
                <a:gd name="connsiteX203" fmla="*/ 173541 w 169869"/>
                <a:gd name="connsiteY203" fmla="*/ 202762 h 243348"/>
                <a:gd name="connsiteX204" fmla="*/ 171309 w 169869"/>
                <a:gd name="connsiteY204" fmla="*/ 204994 h 243348"/>
                <a:gd name="connsiteX205" fmla="*/ 170564 w 169869"/>
                <a:gd name="connsiteY205" fmla="*/ 207971 h 243348"/>
                <a:gd name="connsiteX206" fmla="*/ 169076 w 169869"/>
                <a:gd name="connsiteY206" fmla="*/ 208715 h 243348"/>
                <a:gd name="connsiteX207" fmla="*/ 168378 w 169869"/>
                <a:gd name="connsiteY207" fmla="*/ 210994 h 243348"/>
                <a:gd name="connsiteX208" fmla="*/ 167588 w 169869"/>
                <a:gd name="connsiteY208" fmla="*/ 213180 h 243348"/>
                <a:gd name="connsiteX209" fmla="*/ 165355 w 169869"/>
                <a:gd name="connsiteY209" fmla="*/ 213180 h 243348"/>
                <a:gd name="connsiteX210" fmla="*/ 163867 w 169869"/>
                <a:gd name="connsiteY210" fmla="*/ 216900 h 243348"/>
                <a:gd name="connsiteX211" fmla="*/ 162379 w 169869"/>
                <a:gd name="connsiteY211" fmla="*/ 216900 h 243348"/>
                <a:gd name="connsiteX212" fmla="*/ 161635 w 169869"/>
                <a:gd name="connsiteY212" fmla="*/ 219877 h 243348"/>
                <a:gd name="connsiteX213" fmla="*/ 160146 w 169869"/>
                <a:gd name="connsiteY213" fmla="*/ 220621 h 243348"/>
                <a:gd name="connsiteX214" fmla="*/ 159867 w 169869"/>
                <a:gd name="connsiteY214" fmla="*/ 222063 h 243348"/>
                <a:gd name="connsiteX215" fmla="*/ 158100 w 169869"/>
                <a:gd name="connsiteY215" fmla="*/ 224295 h 243348"/>
                <a:gd name="connsiteX216" fmla="*/ 156426 w 169869"/>
                <a:gd name="connsiteY216" fmla="*/ 225086 h 243348"/>
                <a:gd name="connsiteX217" fmla="*/ 151217 w 169869"/>
                <a:gd name="connsiteY217" fmla="*/ 231039 h 243348"/>
                <a:gd name="connsiteX218" fmla="*/ 148240 w 169869"/>
                <a:gd name="connsiteY218" fmla="*/ 231039 h 243348"/>
                <a:gd name="connsiteX219" fmla="*/ 148240 w 169869"/>
                <a:gd name="connsiteY219" fmla="*/ 234016 h 243348"/>
                <a:gd name="connsiteX220" fmla="*/ 146054 w 169869"/>
                <a:gd name="connsiteY220" fmla="*/ 234202 h 243348"/>
                <a:gd name="connsiteX221" fmla="*/ 143775 w 169869"/>
                <a:gd name="connsiteY221" fmla="*/ 234760 h 243348"/>
                <a:gd name="connsiteX222" fmla="*/ 143496 w 169869"/>
                <a:gd name="connsiteY222" fmla="*/ 236248 h 243348"/>
                <a:gd name="connsiteX223" fmla="*/ 143031 w 169869"/>
                <a:gd name="connsiteY223" fmla="*/ 237736 h 243348"/>
                <a:gd name="connsiteX224" fmla="*/ 138427 w 169869"/>
                <a:gd name="connsiteY224" fmla="*/ 238204 h 243348"/>
                <a:gd name="connsiteX225" fmla="*/ 137078 w 169869"/>
                <a:gd name="connsiteY225" fmla="*/ 238481 h 243348"/>
                <a:gd name="connsiteX226" fmla="*/ 136334 w 169869"/>
                <a:gd name="connsiteY226" fmla="*/ 240713 h 243348"/>
                <a:gd name="connsiteX227" fmla="*/ 133078 w 169869"/>
                <a:gd name="connsiteY227" fmla="*/ 241225 h 243348"/>
                <a:gd name="connsiteX228" fmla="*/ 131294 w 169869"/>
                <a:gd name="connsiteY228" fmla="*/ 241373 h 243348"/>
                <a:gd name="connsiteX229" fmla="*/ 127404 w 169869"/>
                <a:gd name="connsiteY229" fmla="*/ 241457 h 243348"/>
                <a:gd name="connsiteX230" fmla="*/ 127158 w 169869"/>
                <a:gd name="connsiteY230" fmla="*/ 242921 h 243348"/>
                <a:gd name="connsiteX231" fmla="*/ 126660 w 169869"/>
                <a:gd name="connsiteY231" fmla="*/ 244434 h 243348"/>
                <a:gd name="connsiteX232" fmla="*/ 122421 w 169869"/>
                <a:gd name="connsiteY232" fmla="*/ 244819 h 243348"/>
                <a:gd name="connsiteX233" fmla="*/ 119674 w 169869"/>
                <a:gd name="connsiteY233" fmla="*/ 244847 h 243348"/>
                <a:gd name="connsiteX234" fmla="*/ 116684 w 169869"/>
                <a:gd name="connsiteY234" fmla="*/ 244829 h 243348"/>
                <a:gd name="connsiteX235" fmla="*/ 113639 w 169869"/>
                <a:gd name="connsiteY235" fmla="*/ 244838 h 243348"/>
                <a:gd name="connsiteX236" fmla="*/ 107251 w 169869"/>
                <a:gd name="connsiteY236" fmla="*/ 244822 h 243348"/>
                <a:gd name="connsiteX237" fmla="*/ 99045 w 169869"/>
                <a:gd name="connsiteY237" fmla="*/ 244832 h 243348"/>
                <a:gd name="connsiteX238" fmla="*/ 92756 w 169869"/>
                <a:gd name="connsiteY238" fmla="*/ 244832 h 243348"/>
                <a:gd name="connsiteX239" fmla="*/ 89730 w 169869"/>
                <a:gd name="connsiteY239" fmla="*/ 244839 h 243348"/>
                <a:gd name="connsiteX240" fmla="*/ 85507 w 169869"/>
                <a:gd name="connsiteY240" fmla="*/ 244819 h 243348"/>
                <a:gd name="connsiteX241" fmla="*/ 83075 w 169869"/>
                <a:gd name="connsiteY241" fmla="*/ 244812 h 243348"/>
                <a:gd name="connsiteX242" fmla="*/ 81268 w 169869"/>
                <a:gd name="connsiteY242" fmla="*/ 244434 h 243348"/>
                <a:gd name="connsiteX243" fmla="*/ 80523 w 169869"/>
                <a:gd name="connsiteY243" fmla="*/ 241457 h 243348"/>
                <a:gd name="connsiteX244" fmla="*/ 75640 w 169869"/>
                <a:gd name="connsiteY244" fmla="*/ 240899 h 243348"/>
                <a:gd name="connsiteX245" fmla="*/ 72940 w 169869"/>
                <a:gd name="connsiteY245" fmla="*/ 240771 h 243348"/>
                <a:gd name="connsiteX246" fmla="*/ 70850 w 169869"/>
                <a:gd name="connsiteY246" fmla="*/ 240713 h 243348"/>
                <a:gd name="connsiteX247" fmla="*/ 70850 w 169869"/>
                <a:gd name="connsiteY247" fmla="*/ 237736 h 243348"/>
                <a:gd name="connsiteX248" fmla="*/ 64896 w 169869"/>
                <a:gd name="connsiteY248" fmla="*/ 237736 h 243348"/>
                <a:gd name="connsiteX249" fmla="*/ 64896 w 169869"/>
                <a:gd name="connsiteY249" fmla="*/ 234760 h 243348"/>
                <a:gd name="connsiteX250" fmla="*/ 58943 w 169869"/>
                <a:gd name="connsiteY250" fmla="*/ 234016 h 243348"/>
                <a:gd name="connsiteX251" fmla="*/ 58943 w 169869"/>
                <a:gd name="connsiteY251" fmla="*/ 231039 h 243348"/>
                <a:gd name="connsiteX252" fmla="*/ 57176 w 169869"/>
                <a:gd name="connsiteY252" fmla="*/ 231225 h 243348"/>
                <a:gd name="connsiteX253" fmla="*/ 55223 w 169869"/>
                <a:gd name="connsiteY253" fmla="*/ 231039 h 243348"/>
                <a:gd name="connsiteX254" fmla="*/ 53734 w 169869"/>
                <a:gd name="connsiteY254" fmla="*/ 228063 h 243348"/>
                <a:gd name="connsiteX255" fmla="*/ 52153 w 169869"/>
                <a:gd name="connsiteY255" fmla="*/ 227690 h 243348"/>
                <a:gd name="connsiteX256" fmla="*/ 50758 w 169869"/>
                <a:gd name="connsiteY256" fmla="*/ 227318 h 243348"/>
                <a:gd name="connsiteX257" fmla="*/ 50758 w 169869"/>
                <a:gd name="connsiteY257" fmla="*/ 224342 h 243348"/>
                <a:gd name="connsiteX258" fmla="*/ 47781 w 169869"/>
                <a:gd name="connsiteY258" fmla="*/ 224342 h 243348"/>
                <a:gd name="connsiteX259" fmla="*/ 47037 w 169869"/>
                <a:gd name="connsiteY259" fmla="*/ 221365 h 243348"/>
                <a:gd name="connsiteX260" fmla="*/ 44805 w 169869"/>
                <a:gd name="connsiteY260" fmla="*/ 220621 h 243348"/>
                <a:gd name="connsiteX261" fmla="*/ 44060 w 169869"/>
                <a:gd name="connsiteY261" fmla="*/ 217645 h 243348"/>
                <a:gd name="connsiteX262" fmla="*/ 41828 w 169869"/>
                <a:gd name="connsiteY262" fmla="*/ 216900 h 243348"/>
                <a:gd name="connsiteX263" fmla="*/ 40293 w 169869"/>
                <a:gd name="connsiteY263" fmla="*/ 214296 h 243348"/>
                <a:gd name="connsiteX264" fmla="*/ 37363 w 169869"/>
                <a:gd name="connsiteY264" fmla="*/ 210947 h 243348"/>
                <a:gd name="connsiteX265" fmla="*/ 35875 w 169869"/>
                <a:gd name="connsiteY265" fmla="*/ 206482 h 243348"/>
                <a:gd name="connsiteX266" fmla="*/ 34387 w 169869"/>
                <a:gd name="connsiteY266" fmla="*/ 205738 h 243348"/>
                <a:gd name="connsiteX267" fmla="*/ 33643 w 169869"/>
                <a:gd name="connsiteY267" fmla="*/ 201274 h 243348"/>
                <a:gd name="connsiteX268" fmla="*/ 31410 w 169869"/>
                <a:gd name="connsiteY268" fmla="*/ 201274 h 243348"/>
                <a:gd name="connsiteX269" fmla="*/ 31131 w 169869"/>
                <a:gd name="connsiteY269" fmla="*/ 198716 h 243348"/>
                <a:gd name="connsiteX270" fmla="*/ 30666 w 169869"/>
                <a:gd name="connsiteY270" fmla="*/ 196065 h 243348"/>
                <a:gd name="connsiteX271" fmla="*/ 29178 w 169869"/>
                <a:gd name="connsiteY271" fmla="*/ 195320 h 243348"/>
                <a:gd name="connsiteX272" fmla="*/ 28713 w 169869"/>
                <a:gd name="connsiteY272" fmla="*/ 191925 h 243348"/>
                <a:gd name="connsiteX273" fmla="*/ 28544 w 169869"/>
                <a:gd name="connsiteY273" fmla="*/ 190062 h 243348"/>
                <a:gd name="connsiteX274" fmla="*/ 28434 w 169869"/>
                <a:gd name="connsiteY274" fmla="*/ 188623 h 243348"/>
                <a:gd name="connsiteX275" fmla="*/ 26201 w 169869"/>
                <a:gd name="connsiteY275" fmla="*/ 188623 h 243348"/>
                <a:gd name="connsiteX276" fmla="*/ 25457 w 169869"/>
                <a:gd name="connsiteY276" fmla="*/ 181182 h 243348"/>
                <a:gd name="connsiteX277" fmla="*/ 23225 w 169869"/>
                <a:gd name="connsiteY277" fmla="*/ 181926 h 243348"/>
                <a:gd name="connsiteX278" fmla="*/ 23114 w 169869"/>
                <a:gd name="connsiteY278" fmla="*/ 179836 h 243348"/>
                <a:gd name="connsiteX279" fmla="*/ 22945 w 169869"/>
                <a:gd name="connsiteY279" fmla="*/ 177135 h 243348"/>
                <a:gd name="connsiteX280" fmla="*/ 22789 w 169869"/>
                <a:gd name="connsiteY280" fmla="*/ 174441 h 243348"/>
                <a:gd name="connsiteX281" fmla="*/ 22480 w 169869"/>
                <a:gd name="connsiteY281" fmla="*/ 172252 h 243348"/>
                <a:gd name="connsiteX282" fmla="*/ 20992 w 169869"/>
                <a:gd name="connsiteY282" fmla="*/ 171508 h 243348"/>
                <a:gd name="connsiteX283" fmla="*/ 20091 w 169869"/>
                <a:gd name="connsiteY283" fmla="*/ 163383 h 243348"/>
                <a:gd name="connsiteX284" fmla="*/ 19504 w 169869"/>
                <a:gd name="connsiteY284" fmla="*/ 158857 h 243348"/>
                <a:gd name="connsiteX285" fmla="*/ 18016 w 169869"/>
                <a:gd name="connsiteY285" fmla="*/ 158113 h 243348"/>
                <a:gd name="connsiteX286" fmla="*/ 17760 w 169869"/>
                <a:gd name="connsiteY286" fmla="*/ 154349 h 243348"/>
                <a:gd name="connsiteX287" fmla="*/ 17693 w 169869"/>
                <a:gd name="connsiteY287" fmla="*/ 152037 h 243348"/>
                <a:gd name="connsiteX288" fmla="*/ 17643 w 169869"/>
                <a:gd name="connsiteY288" fmla="*/ 149602 h 243348"/>
                <a:gd name="connsiteX289" fmla="*/ 17527 w 169869"/>
                <a:gd name="connsiteY289" fmla="*/ 144861 h 243348"/>
                <a:gd name="connsiteX290" fmla="*/ 17485 w 169869"/>
                <a:gd name="connsiteY290" fmla="*/ 142726 h 243348"/>
                <a:gd name="connsiteX291" fmla="*/ 15783 w 169869"/>
                <a:gd name="connsiteY291" fmla="*/ 139510 h 243348"/>
                <a:gd name="connsiteX292" fmla="*/ 15039 w 169869"/>
                <a:gd name="connsiteY292" fmla="*/ 139510 h 243348"/>
                <a:gd name="connsiteX293" fmla="*/ 15039 w 169869"/>
                <a:gd name="connsiteY293" fmla="*/ 103791 h 243348"/>
                <a:gd name="connsiteX294" fmla="*/ 17271 w 169869"/>
                <a:gd name="connsiteY294" fmla="*/ 103791 h 243348"/>
                <a:gd name="connsiteX295" fmla="*/ 18016 w 169869"/>
                <a:gd name="connsiteY295" fmla="*/ 84443 h 243348"/>
                <a:gd name="connsiteX296" fmla="*/ 20248 w 169869"/>
                <a:gd name="connsiteY296" fmla="*/ 84443 h 243348"/>
                <a:gd name="connsiteX297" fmla="*/ 20358 w 169869"/>
                <a:gd name="connsiteY297" fmla="*/ 81865 h 243348"/>
                <a:gd name="connsiteX298" fmla="*/ 20527 w 169869"/>
                <a:gd name="connsiteY298" fmla="*/ 78537 h 243348"/>
                <a:gd name="connsiteX299" fmla="*/ 20597 w 169869"/>
                <a:gd name="connsiteY299" fmla="*/ 76835 h 243348"/>
                <a:gd name="connsiteX300" fmla="*/ 20992 w 169869"/>
                <a:gd name="connsiteY300" fmla="*/ 72537 h 243348"/>
                <a:gd name="connsiteX301" fmla="*/ 22480 w 169869"/>
                <a:gd name="connsiteY301" fmla="*/ 71793 h 243348"/>
                <a:gd name="connsiteX302" fmla="*/ 22896 w 169869"/>
                <a:gd name="connsiteY302" fmla="*/ 65445 h 243348"/>
                <a:gd name="connsiteX303" fmla="*/ 23225 w 169869"/>
                <a:gd name="connsiteY303" fmla="*/ 63608 h 243348"/>
                <a:gd name="connsiteX304" fmla="*/ 25457 w 169869"/>
                <a:gd name="connsiteY304" fmla="*/ 62863 h 243348"/>
                <a:gd name="connsiteX305" fmla="*/ 25969 w 169869"/>
                <a:gd name="connsiteY305" fmla="*/ 59840 h 243348"/>
                <a:gd name="connsiteX306" fmla="*/ 26201 w 169869"/>
                <a:gd name="connsiteY306" fmla="*/ 56910 h 243348"/>
                <a:gd name="connsiteX307" fmla="*/ 28434 w 169869"/>
                <a:gd name="connsiteY307" fmla="*/ 56910 h 243348"/>
                <a:gd name="connsiteX308" fmla="*/ 28666 w 169869"/>
                <a:gd name="connsiteY308" fmla="*/ 54073 h 243348"/>
                <a:gd name="connsiteX309" fmla="*/ 31410 w 169869"/>
                <a:gd name="connsiteY309" fmla="*/ 48725 h 243348"/>
                <a:gd name="connsiteX310" fmla="*/ 31410 w 169869"/>
                <a:gd name="connsiteY310" fmla="*/ 45004 h 243348"/>
                <a:gd name="connsiteX311" fmla="*/ 33643 w 169869"/>
                <a:gd name="connsiteY311" fmla="*/ 45004 h 243348"/>
                <a:gd name="connsiteX312" fmla="*/ 33875 w 169869"/>
                <a:gd name="connsiteY312" fmla="*/ 42818 h 243348"/>
                <a:gd name="connsiteX313" fmla="*/ 34387 w 169869"/>
                <a:gd name="connsiteY313" fmla="*/ 40539 h 243348"/>
                <a:gd name="connsiteX314" fmla="*/ 36619 w 169869"/>
                <a:gd name="connsiteY314" fmla="*/ 39795 h 243348"/>
                <a:gd name="connsiteX315" fmla="*/ 38107 w 169869"/>
                <a:gd name="connsiteY315" fmla="*/ 36818 h 243348"/>
                <a:gd name="connsiteX316" fmla="*/ 39596 w 169869"/>
                <a:gd name="connsiteY316" fmla="*/ 36818 h 243348"/>
                <a:gd name="connsiteX317" fmla="*/ 39921 w 169869"/>
                <a:gd name="connsiteY317" fmla="*/ 34958 h 243348"/>
                <a:gd name="connsiteX318" fmla="*/ 40340 w 169869"/>
                <a:gd name="connsiteY318" fmla="*/ 33098 h 243348"/>
                <a:gd name="connsiteX319" fmla="*/ 42572 w 169869"/>
                <a:gd name="connsiteY319" fmla="*/ 33098 h 243348"/>
                <a:gd name="connsiteX320" fmla="*/ 43316 w 169869"/>
                <a:gd name="connsiteY320" fmla="*/ 30121 h 243348"/>
                <a:gd name="connsiteX321" fmla="*/ 44805 w 169869"/>
                <a:gd name="connsiteY321" fmla="*/ 29377 h 243348"/>
                <a:gd name="connsiteX322" fmla="*/ 45549 w 169869"/>
                <a:gd name="connsiteY322" fmla="*/ 27889 h 243348"/>
                <a:gd name="connsiteX323" fmla="*/ 47781 w 169869"/>
                <a:gd name="connsiteY323" fmla="*/ 25656 h 243348"/>
                <a:gd name="connsiteX324" fmla="*/ 48432 w 169869"/>
                <a:gd name="connsiteY324" fmla="*/ 24168 h 243348"/>
                <a:gd name="connsiteX325" fmla="*/ 49269 w 169869"/>
                <a:gd name="connsiteY325" fmla="*/ 22680 h 243348"/>
                <a:gd name="connsiteX326" fmla="*/ 50851 w 169869"/>
                <a:gd name="connsiteY326" fmla="*/ 22308 h 243348"/>
                <a:gd name="connsiteX327" fmla="*/ 52246 w 169869"/>
                <a:gd name="connsiteY327" fmla="*/ 21936 h 243348"/>
                <a:gd name="connsiteX328" fmla="*/ 52246 w 169869"/>
                <a:gd name="connsiteY328" fmla="*/ 18959 h 243348"/>
                <a:gd name="connsiteX329" fmla="*/ 56711 w 169869"/>
                <a:gd name="connsiteY329" fmla="*/ 18959 h 243348"/>
                <a:gd name="connsiteX330" fmla="*/ 56711 w 169869"/>
                <a:gd name="connsiteY330" fmla="*/ 15983 h 243348"/>
                <a:gd name="connsiteX331" fmla="*/ 61920 w 169869"/>
                <a:gd name="connsiteY331" fmla="*/ 15238 h 243348"/>
                <a:gd name="connsiteX332" fmla="*/ 61920 w 169869"/>
                <a:gd name="connsiteY332" fmla="*/ 12262 h 243348"/>
                <a:gd name="connsiteX333" fmla="*/ 64478 w 169869"/>
                <a:gd name="connsiteY333" fmla="*/ 12076 h 243348"/>
                <a:gd name="connsiteX334" fmla="*/ 67129 w 169869"/>
                <a:gd name="connsiteY334" fmla="*/ 11518 h 243348"/>
                <a:gd name="connsiteX335" fmla="*/ 67454 w 169869"/>
                <a:gd name="connsiteY335" fmla="*/ 9983 h 243348"/>
                <a:gd name="connsiteX336" fmla="*/ 67873 w 169869"/>
                <a:gd name="connsiteY336" fmla="*/ 8541 h 243348"/>
                <a:gd name="connsiteX337" fmla="*/ 73826 w 169869"/>
                <a:gd name="connsiteY337" fmla="*/ 8541 h 243348"/>
                <a:gd name="connsiteX338" fmla="*/ 73826 w 169869"/>
                <a:gd name="connsiteY338" fmla="*/ 5565 h 243348"/>
                <a:gd name="connsiteX339" fmla="*/ 75916 w 169869"/>
                <a:gd name="connsiteY339" fmla="*/ 5506 h 243348"/>
                <a:gd name="connsiteX340" fmla="*/ 78617 w 169869"/>
                <a:gd name="connsiteY340" fmla="*/ 5379 h 243348"/>
                <a:gd name="connsiteX341" fmla="*/ 81311 w 169869"/>
                <a:gd name="connsiteY341" fmla="*/ 5274 h 243348"/>
                <a:gd name="connsiteX342" fmla="*/ 83500 w 169869"/>
                <a:gd name="connsiteY342" fmla="*/ 4820 h 243348"/>
                <a:gd name="connsiteX343" fmla="*/ 83760 w 169869"/>
                <a:gd name="connsiteY343" fmla="*/ 3325 h 243348"/>
                <a:gd name="connsiteX344" fmla="*/ 84244 w 169869"/>
                <a:gd name="connsiteY344" fmla="*/ 1844 h 24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69869" h="243348">
                  <a:moveTo>
                    <a:pt x="84244" y="1844"/>
                  </a:moveTo>
                  <a:cubicBezTo>
                    <a:pt x="85944" y="1486"/>
                    <a:pt x="85944" y="1486"/>
                    <a:pt x="88222" y="1506"/>
                  </a:cubicBezTo>
                  <a:cubicBezTo>
                    <a:pt x="89071" y="1506"/>
                    <a:pt x="89921" y="1506"/>
                    <a:pt x="90795" y="1507"/>
                  </a:cubicBezTo>
                  <a:cubicBezTo>
                    <a:pt x="92181" y="1530"/>
                    <a:pt x="92181" y="1530"/>
                    <a:pt x="93595" y="1553"/>
                  </a:cubicBezTo>
                  <a:cubicBezTo>
                    <a:pt x="95006" y="1559"/>
                    <a:pt x="95006" y="1559"/>
                    <a:pt x="96445" y="1566"/>
                  </a:cubicBezTo>
                  <a:cubicBezTo>
                    <a:pt x="98950" y="1580"/>
                    <a:pt x="101453" y="1607"/>
                    <a:pt x="103958" y="1639"/>
                  </a:cubicBezTo>
                  <a:cubicBezTo>
                    <a:pt x="106511" y="1670"/>
                    <a:pt x="109065" y="1683"/>
                    <a:pt x="111619" y="1699"/>
                  </a:cubicBezTo>
                  <a:cubicBezTo>
                    <a:pt x="116633" y="1731"/>
                    <a:pt x="121646" y="1781"/>
                    <a:pt x="126660" y="1844"/>
                  </a:cubicBezTo>
                  <a:cubicBezTo>
                    <a:pt x="126660" y="3072"/>
                    <a:pt x="126660" y="4300"/>
                    <a:pt x="126660" y="5565"/>
                  </a:cubicBezTo>
                  <a:cubicBezTo>
                    <a:pt x="130098" y="5565"/>
                    <a:pt x="133536" y="5565"/>
                    <a:pt x="137078" y="5565"/>
                  </a:cubicBezTo>
                  <a:cubicBezTo>
                    <a:pt x="137078" y="6547"/>
                    <a:pt x="137078" y="7529"/>
                    <a:pt x="137078" y="8541"/>
                  </a:cubicBezTo>
                  <a:cubicBezTo>
                    <a:pt x="139043" y="8541"/>
                    <a:pt x="141007" y="8541"/>
                    <a:pt x="143031" y="8541"/>
                  </a:cubicBezTo>
                  <a:cubicBezTo>
                    <a:pt x="143031" y="9769"/>
                    <a:pt x="143031" y="10997"/>
                    <a:pt x="143031" y="12262"/>
                  </a:cubicBezTo>
                  <a:cubicBezTo>
                    <a:pt x="144297" y="12170"/>
                    <a:pt x="144297" y="12170"/>
                    <a:pt x="145589" y="12076"/>
                  </a:cubicBezTo>
                  <a:cubicBezTo>
                    <a:pt x="146464" y="12137"/>
                    <a:pt x="147339" y="12199"/>
                    <a:pt x="148240" y="12262"/>
                  </a:cubicBezTo>
                  <a:cubicBezTo>
                    <a:pt x="148705" y="13704"/>
                    <a:pt x="148705" y="13704"/>
                    <a:pt x="148984" y="15238"/>
                  </a:cubicBezTo>
                  <a:cubicBezTo>
                    <a:pt x="150220" y="15510"/>
                    <a:pt x="151460" y="15759"/>
                    <a:pt x="152705" y="15983"/>
                  </a:cubicBezTo>
                  <a:cubicBezTo>
                    <a:pt x="152705" y="16719"/>
                    <a:pt x="152705" y="17456"/>
                    <a:pt x="152705" y="18215"/>
                  </a:cubicBezTo>
                  <a:cubicBezTo>
                    <a:pt x="153690" y="18726"/>
                    <a:pt x="154684" y="19218"/>
                    <a:pt x="155682" y="19703"/>
                  </a:cubicBezTo>
                  <a:cubicBezTo>
                    <a:pt x="159237" y="22928"/>
                    <a:pt x="159237" y="22928"/>
                    <a:pt x="160146" y="25656"/>
                  </a:cubicBezTo>
                  <a:cubicBezTo>
                    <a:pt x="160883" y="26147"/>
                    <a:pt x="161620" y="26639"/>
                    <a:pt x="162379" y="27145"/>
                  </a:cubicBezTo>
                  <a:cubicBezTo>
                    <a:pt x="162624" y="27881"/>
                    <a:pt x="162870" y="28618"/>
                    <a:pt x="163123" y="29377"/>
                  </a:cubicBezTo>
                  <a:cubicBezTo>
                    <a:pt x="163507" y="29761"/>
                    <a:pt x="163890" y="30144"/>
                    <a:pt x="164286" y="30540"/>
                  </a:cubicBezTo>
                  <a:cubicBezTo>
                    <a:pt x="165355" y="31609"/>
                    <a:pt x="165355" y="31609"/>
                    <a:pt x="165355" y="33098"/>
                  </a:cubicBezTo>
                  <a:cubicBezTo>
                    <a:pt x="166092" y="33343"/>
                    <a:pt x="166829" y="33589"/>
                    <a:pt x="167588" y="33842"/>
                  </a:cubicBezTo>
                  <a:cubicBezTo>
                    <a:pt x="168110" y="35071"/>
                    <a:pt x="168607" y="36312"/>
                    <a:pt x="169076" y="37563"/>
                  </a:cubicBezTo>
                  <a:cubicBezTo>
                    <a:pt x="169567" y="37808"/>
                    <a:pt x="170058" y="38054"/>
                    <a:pt x="170564" y="38307"/>
                  </a:cubicBezTo>
                  <a:cubicBezTo>
                    <a:pt x="171060" y="40043"/>
                    <a:pt x="171557" y="41779"/>
                    <a:pt x="172053" y="43516"/>
                  </a:cubicBezTo>
                  <a:cubicBezTo>
                    <a:pt x="172544" y="43761"/>
                    <a:pt x="173035" y="44007"/>
                    <a:pt x="173541" y="44260"/>
                  </a:cubicBezTo>
                  <a:cubicBezTo>
                    <a:pt x="173844" y="45987"/>
                    <a:pt x="174095" y="47725"/>
                    <a:pt x="174285" y="49469"/>
                  </a:cubicBezTo>
                  <a:cubicBezTo>
                    <a:pt x="175022" y="49469"/>
                    <a:pt x="175759" y="49469"/>
                    <a:pt x="176518" y="49469"/>
                  </a:cubicBezTo>
                  <a:cubicBezTo>
                    <a:pt x="176518" y="51925"/>
                    <a:pt x="176518" y="54380"/>
                    <a:pt x="176518" y="56910"/>
                  </a:cubicBezTo>
                  <a:cubicBezTo>
                    <a:pt x="177254" y="56910"/>
                    <a:pt x="177991" y="56910"/>
                    <a:pt x="178750" y="56910"/>
                  </a:cubicBezTo>
                  <a:cubicBezTo>
                    <a:pt x="178996" y="59611"/>
                    <a:pt x="179241" y="62313"/>
                    <a:pt x="179494" y="65096"/>
                  </a:cubicBezTo>
                  <a:cubicBezTo>
                    <a:pt x="180231" y="65096"/>
                    <a:pt x="180967" y="65096"/>
                    <a:pt x="181727" y="65096"/>
                  </a:cubicBezTo>
                  <a:cubicBezTo>
                    <a:pt x="182020" y="67878"/>
                    <a:pt x="182222" y="70517"/>
                    <a:pt x="181727" y="73281"/>
                  </a:cubicBezTo>
                  <a:cubicBezTo>
                    <a:pt x="179169" y="74398"/>
                    <a:pt x="179169" y="74398"/>
                    <a:pt x="176518" y="74770"/>
                  </a:cubicBezTo>
                  <a:cubicBezTo>
                    <a:pt x="176272" y="75506"/>
                    <a:pt x="176026" y="76243"/>
                    <a:pt x="175773" y="77002"/>
                  </a:cubicBezTo>
                  <a:cubicBezTo>
                    <a:pt x="173068" y="77323"/>
                    <a:pt x="170404" y="77330"/>
                    <a:pt x="167681" y="77371"/>
                  </a:cubicBezTo>
                  <a:cubicBezTo>
                    <a:pt x="166530" y="77557"/>
                    <a:pt x="166530" y="77557"/>
                    <a:pt x="165355" y="77746"/>
                  </a:cubicBezTo>
                  <a:cubicBezTo>
                    <a:pt x="165194" y="78489"/>
                    <a:pt x="165194" y="78489"/>
                    <a:pt x="165030" y="79246"/>
                  </a:cubicBezTo>
                  <a:cubicBezTo>
                    <a:pt x="164892" y="79733"/>
                    <a:pt x="164754" y="80221"/>
                    <a:pt x="164611" y="80723"/>
                  </a:cubicBezTo>
                  <a:cubicBezTo>
                    <a:pt x="162523" y="80972"/>
                    <a:pt x="160739" y="81036"/>
                    <a:pt x="158658" y="80955"/>
                  </a:cubicBezTo>
                  <a:cubicBezTo>
                    <a:pt x="158100" y="80948"/>
                    <a:pt x="157542" y="80941"/>
                    <a:pt x="156966" y="80933"/>
                  </a:cubicBezTo>
                  <a:cubicBezTo>
                    <a:pt x="152830" y="80848"/>
                    <a:pt x="152830" y="80848"/>
                    <a:pt x="151961" y="79979"/>
                  </a:cubicBezTo>
                  <a:cubicBezTo>
                    <a:pt x="151750" y="78083"/>
                    <a:pt x="151627" y="76187"/>
                    <a:pt x="151499" y="74284"/>
                  </a:cubicBezTo>
                  <a:cubicBezTo>
                    <a:pt x="151369" y="72399"/>
                    <a:pt x="151369" y="72399"/>
                    <a:pt x="149728" y="71049"/>
                  </a:cubicBezTo>
                  <a:cubicBezTo>
                    <a:pt x="149483" y="71049"/>
                    <a:pt x="149237" y="71049"/>
                    <a:pt x="148984" y="71049"/>
                  </a:cubicBezTo>
                  <a:cubicBezTo>
                    <a:pt x="148930" y="70256"/>
                    <a:pt x="148930" y="70256"/>
                    <a:pt x="148874" y="69447"/>
                  </a:cubicBezTo>
                  <a:cubicBezTo>
                    <a:pt x="148790" y="68421"/>
                    <a:pt x="148790" y="68421"/>
                    <a:pt x="148705" y="67375"/>
                  </a:cubicBezTo>
                  <a:cubicBezTo>
                    <a:pt x="148653" y="66693"/>
                    <a:pt x="148602" y="66011"/>
                    <a:pt x="148548" y="65308"/>
                  </a:cubicBezTo>
                  <a:cubicBezTo>
                    <a:pt x="148447" y="64747"/>
                    <a:pt x="148345" y="64186"/>
                    <a:pt x="148240" y="63608"/>
                  </a:cubicBezTo>
                  <a:cubicBezTo>
                    <a:pt x="147749" y="63362"/>
                    <a:pt x="147258" y="63116"/>
                    <a:pt x="146752" y="62863"/>
                  </a:cubicBezTo>
                  <a:cubicBezTo>
                    <a:pt x="146449" y="61136"/>
                    <a:pt x="146198" y="59398"/>
                    <a:pt x="146008" y="57654"/>
                  </a:cubicBezTo>
                  <a:cubicBezTo>
                    <a:pt x="145271" y="57654"/>
                    <a:pt x="144534" y="57654"/>
                    <a:pt x="143775" y="57654"/>
                  </a:cubicBezTo>
                  <a:cubicBezTo>
                    <a:pt x="143491" y="56422"/>
                    <a:pt x="143244" y="55180"/>
                    <a:pt x="143031" y="53934"/>
                  </a:cubicBezTo>
                  <a:cubicBezTo>
                    <a:pt x="142540" y="53688"/>
                    <a:pt x="142049" y="53443"/>
                    <a:pt x="141543" y="53190"/>
                  </a:cubicBezTo>
                  <a:cubicBezTo>
                    <a:pt x="141047" y="51949"/>
                    <a:pt x="140551" y="50709"/>
                    <a:pt x="140055" y="49469"/>
                  </a:cubicBezTo>
                  <a:cubicBezTo>
                    <a:pt x="139563" y="49223"/>
                    <a:pt x="139072" y="48978"/>
                    <a:pt x="138566" y="48725"/>
                  </a:cubicBezTo>
                  <a:cubicBezTo>
                    <a:pt x="138321" y="47988"/>
                    <a:pt x="138075" y="47251"/>
                    <a:pt x="137822" y="46492"/>
                  </a:cubicBezTo>
                  <a:cubicBezTo>
                    <a:pt x="137086" y="46247"/>
                    <a:pt x="136349" y="46001"/>
                    <a:pt x="135590" y="45748"/>
                  </a:cubicBezTo>
                  <a:cubicBezTo>
                    <a:pt x="135344" y="45011"/>
                    <a:pt x="135099" y="44275"/>
                    <a:pt x="134846" y="43516"/>
                  </a:cubicBezTo>
                  <a:cubicBezTo>
                    <a:pt x="134247" y="43408"/>
                    <a:pt x="133649" y="43301"/>
                    <a:pt x="133032" y="43190"/>
                  </a:cubicBezTo>
                  <a:cubicBezTo>
                    <a:pt x="132403" y="43052"/>
                    <a:pt x="131773" y="42914"/>
                    <a:pt x="131125" y="42772"/>
                  </a:cubicBezTo>
                  <a:cubicBezTo>
                    <a:pt x="130895" y="42265"/>
                    <a:pt x="130665" y="41759"/>
                    <a:pt x="130427" y="41237"/>
                  </a:cubicBezTo>
                  <a:cubicBezTo>
                    <a:pt x="130166" y="40761"/>
                    <a:pt x="129905" y="40285"/>
                    <a:pt x="129637" y="39795"/>
                  </a:cubicBezTo>
                  <a:cubicBezTo>
                    <a:pt x="127342" y="39547"/>
                    <a:pt x="127342" y="39547"/>
                    <a:pt x="125172" y="39795"/>
                  </a:cubicBezTo>
                  <a:cubicBezTo>
                    <a:pt x="125172" y="38567"/>
                    <a:pt x="125172" y="37339"/>
                    <a:pt x="125172" y="36074"/>
                  </a:cubicBezTo>
                  <a:cubicBezTo>
                    <a:pt x="124375" y="36109"/>
                    <a:pt x="123578" y="36143"/>
                    <a:pt x="122756" y="36179"/>
                  </a:cubicBezTo>
                  <a:cubicBezTo>
                    <a:pt x="121717" y="36207"/>
                    <a:pt x="120677" y="36234"/>
                    <a:pt x="119637" y="36260"/>
                  </a:cubicBezTo>
                  <a:cubicBezTo>
                    <a:pt x="119111" y="36285"/>
                    <a:pt x="118585" y="36310"/>
                    <a:pt x="118043" y="36336"/>
                  </a:cubicBezTo>
                  <a:cubicBezTo>
                    <a:pt x="116524" y="36365"/>
                    <a:pt x="116524" y="36365"/>
                    <a:pt x="114010" y="36074"/>
                  </a:cubicBezTo>
                  <a:cubicBezTo>
                    <a:pt x="113910" y="35585"/>
                    <a:pt x="113810" y="35096"/>
                    <a:pt x="113707" y="34593"/>
                  </a:cubicBezTo>
                  <a:cubicBezTo>
                    <a:pt x="113489" y="33853"/>
                    <a:pt x="113489" y="33853"/>
                    <a:pt x="113266" y="33098"/>
                  </a:cubicBezTo>
                  <a:cubicBezTo>
                    <a:pt x="111628" y="32633"/>
                    <a:pt x="111628" y="32633"/>
                    <a:pt x="109638" y="32702"/>
                  </a:cubicBezTo>
                  <a:cubicBezTo>
                    <a:pt x="108905" y="32699"/>
                    <a:pt x="108172" y="32695"/>
                    <a:pt x="107417" y="32691"/>
                  </a:cubicBezTo>
                  <a:cubicBezTo>
                    <a:pt x="106646" y="32702"/>
                    <a:pt x="105875" y="32714"/>
                    <a:pt x="105080" y="32726"/>
                  </a:cubicBezTo>
                  <a:cubicBezTo>
                    <a:pt x="104309" y="32714"/>
                    <a:pt x="103538" y="32703"/>
                    <a:pt x="102743" y="32691"/>
                  </a:cubicBezTo>
                  <a:cubicBezTo>
                    <a:pt x="102010" y="32695"/>
                    <a:pt x="101277" y="32698"/>
                    <a:pt x="100522" y="32702"/>
                  </a:cubicBezTo>
                  <a:cubicBezTo>
                    <a:pt x="99845" y="32706"/>
                    <a:pt x="99168" y="32709"/>
                    <a:pt x="98470" y="32713"/>
                  </a:cubicBezTo>
                  <a:cubicBezTo>
                    <a:pt x="97950" y="32840"/>
                    <a:pt x="97430" y="32967"/>
                    <a:pt x="96894" y="33098"/>
                  </a:cubicBezTo>
                  <a:cubicBezTo>
                    <a:pt x="96415" y="34575"/>
                    <a:pt x="96415" y="34575"/>
                    <a:pt x="96150" y="36074"/>
                  </a:cubicBezTo>
                  <a:cubicBezTo>
                    <a:pt x="93851" y="36423"/>
                    <a:pt x="93851" y="36423"/>
                    <a:pt x="90988" y="36446"/>
                  </a:cubicBezTo>
                  <a:cubicBezTo>
                    <a:pt x="88198" y="36404"/>
                    <a:pt x="88198" y="36404"/>
                    <a:pt x="85732" y="36818"/>
                  </a:cubicBezTo>
                  <a:cubicBezTo>
                    <a:pt x="84823" y="38288"/>
                    <a:pt x="84823" y="38288"/>
                    <a:pt x="84244" y="39795"/>
                  </a:cubicBezTo>
                  <a:cubicBezTo>
                    <a:pt x="82260" y="39795"/>
                    <a:pt x="80275" y="39795"/>
                    <a:pt x="78291" y="39795"/>
                  </a:cubicBezTo>
                  <a:cubicBezTo>
                    <a:pt x="77355" y="41172"/>
                    <a:pt x="77355" y="41172"/>
                    <a:pt x="76803" y="42772"/>
                  </a:cubicBezTo>
                  <a:cubicBezTo>
                    <a:pt x="75580" y="43309"/>
                    <a:pt x="74339" y="43809"/>
                    <a:pt x="73082" y="44260"/>
                  </a:cubicBezTo>
                  <a:cubicBezTo>
                    <a:pt x="72714" y="44997"/>
                    <a:pt x="72714" y="44997"/>
                    <a:pt x="72338" y="45748"/>
                  </a:cubicBezTo>
                  <a:cubicBezTo>
                    <a:pt x="71233" y="46116"/>
                    <a:pt x="71233" y="46116"/>
                    <a:pt x="70105" y="46492"/>
                  </a:cubicBezTo>
                  <a:cubicBezTo>
                    <a:pt x="69891" y="46922"/>
                    <a:pt x="69676" y="47352"/>
                    <a:pt x="69454" y="47795"/>
                  </a:cubicBezTo>
                  <a:cubicBezTo>
                    <a:pt x="68331" y="50041"/>
                    <a:pt x="66688" y="51440"/>
                    <a:pt x="64896" y="53190"/>
                  </a:cubicBezTo>
                  <a:cubicBezTo>
                    <a:pt x="63145" y="55233"/>
                    <a:pt x="62028" y="56585"/>
                    <a:pt x="61176" y="59143"/>
                  </a:cubicBezTo>
                  <a:cubicBezTo>
                    <a:pt x="60439" y="59143"/>
                    <a:pt x="59702" y="59143"/>
                    <a:pt x="58943" y="59143"/>
                  </a:cubicBezTo>
                  <a:cubicBezTo>
                    <a:pt x="58943" y="60616"/>
                    <a:pt x="58943" y="62089"/>
                    <a:pt x="58943" y="63608"/>
                  </a:cubicBezTo>
                  <a:cubicBezTo>
                    <a:pt x="58207" y="63608"/>
                    <a:pt x="57470" y="63608"/>
                    <a:pt x="56711" y="63608"/>
                  </a:cubicBezTo>
                  <a:cubicBezTo>
                    <a:pt x="56674" y="64082"/>
                    <a:pt x="56638" y="64557"/>
                    <a:pt x="56600" y="65046"/>
                  </a:cubicBezTo>
                  <a:cubicBezTo>
                    <a:pt x="56545" y="65661"/>
                    <a:pt x="56489" y="66276"/>
                    <a:pt x="56432" y="66910"/>
                  </a:cubicBezTo>
                  <a:cubicBezTo>
                    <a:pt x="56354" y="67829"/>
                    <a:pt x="56354" y="67829"/>
                    <a:pt x="56275" y="68767"/>
                  </a:cubicBezTo>
                  <a:cubicBezTo>
                    <a:pt x="56173" y="69275"/>
                    <a:pt x="56071" y="69782"/>
                    <a:pt x="55967" y="70305"/>
                  </a:cubicBezTo>
                  <a:cubicBezTo>
                    <a:pt x="55230" y="70673"/>
                    <a:pt x="55230" y="70673"/>
                    <a:pt x="54478" y="71049"/>
                  </a:cubicBezTo>
                  <a:cubicBezTo>
                    <a:pt x="54021" y="72774"/>
                    <a:pt x="54021" y="72774"/>
                    <a:pt x="53734" y="74770"/>
                  </a:cubicBezTo>
                  <a:cubicBezTo>
                    <a:pt x="53409" y="76816"/>
                    <a:pt x="53409" y="76816"/>
                    <a:pt x="52990" y="78490"/>
                  </a:cubicBezTo>
                  <a:cubicBezTo>
                    <a:pt x="52253" y="78859"/>
                    <a:pt x="52253" y="78859"/>
                    <a:pt x="51502" y="79234"/>
                  </a:cubicBezTo>
                  <a:cubicBezTo>
                    <a:pt x="51269" y="81132"/>
                    <a:pt x="51120" y="82958"/>
                    <a:pt x="51037" y="84862"/>
                  </a:cubicBezTo>
                  <a:cubicBezTo>
                    <a:pt x="50994" y="85656"/>
                    <a:pt x="50994" y="85656"/>
                    <a:pt x="50950" y="86465"/>
                  </a:cubicBezTo>
                  <a:cubicBezTo>
                    <a:pt x="50879" y="87775"/>
                    <a:pt x="50818" y="89086"/>
                    <a:pt x="50758" y="90397"/>
                  </a:cubicBezTo>
                  <a:cubicBezTo>
                    <a:pt x="50267" y="90397"/>
                    <a:pt x="49775" y="90397"/>
                    <a:pt x="49269" y="90397"/>
                  </a:cubicBezTo>
                  <a:cubicBezTo>
                    <a:pt x="48101" y="92733"/>
                    <a:pt x="48429" y="95227"/>
                    <a:pt x="48441" y="97792"/>
                  </a:cubicBezTo>
                  <a:cubicBezTo>
                    <a:pt x="48441" y="98402"/>
                    <a:pt x="48441" y="99012"/>
                    <a:pt x="48441" y="99640"/>
                  </a:cubicBezTo>
                  <a:cubicBezTo>
                    <a:pt x="48441" y="101661"/>
                    <a:pt x="48447" y="103683"/>
                    <a:pt x="48453" y="105704"/>
                  </a:cubicBezTo>
                  <a:cubicBezTo>
                    <a:pt x="48454" y="107103"/>
                    <a:pt x="48455" y="108502"/>
                    <a:pt x="48456" y="109902"/>
                  </a:cubicBezTo>
                  <a:cubicBezTo>
                    <a:pt x="48459" y="113589"/>
                    <a:pt x="48466" y="117276"/>
                    <a:pt x="48474" y="120963"/>
                  </a:cubicBezTo>
                  <a:cubicBezTo>
                    <a:pt x="48482" y="124724"/>
                    <a:pt x="48485" y="128485"/>
                    <a:pt x="48489" y="132246"/>
                  </a:cubicBezTo>
                  <a:cubicBezTo>
                    <a:pt x="48497" y="139628"/>
                    <a:pt x="48510" y="147010"/>
                    <a:pt x="48525" y="154393"/>
                  </a:cubicBezTo>
                  <a:cubicBezTo>
                    <a:pt x="49262" y="154393"/>
                    <a:pt x="49999" y="154393"/>
                    <a:pt x="50758" y="154393"/>
                  </a:cubicBezTo>
                  <a:cubicBezTo>
                    <a:pt x="50758" y="158567"/>
                    <a:pt x="50758" y="162742"/>
                    <a:pt x="50758" y="167043"/>
                  </a:cubicBezTo>
                  <a:cubicBezTo>
                    <a:pt x="51494" y="167043"/>
                    <a:pt x="52231" y="167043"/>
                    <a:pt x="52990" y="167043"/>
                  </a:cubicBezTo>
                  <a:cubicBezTo>
                    <a:pt x="53098" y="167841"/>
                    <a:pt x="53205" y="168639"/>
                    <a:pt x="53316" y="169462"/>
                  </a:cubicBezTo>
                  <a:cubicBezTo>
                    <a:pt x="53719" y="172391"/>
                    <a:pt x="53719" y="172391"/>
                    <a:pt x="54478" y="175229"/>
                  </a:cubicBezTo>
                  <a:cubicBezTo>
                    <a:pt x="54970" y="175474"/>
                    <a:pt x="55461" y="175720"/>
                    <a:pt x="55967" y="175973"/>
                  </a:cubicBezTo>
                  <a:cubicBezTo>
                    <a:pt x="56275" y="177510"/>
                    <a:pt x="56275" y="177510"/>
                    <a:pt x="56432" y="179368"/>
                  </a:cubicBezTo>
                  <a:cubicBezTo>
                    <a:pt x="56487" y="179983"/>
                    <a:pt x="56543" y="180598"/>
                    <a:pt x="56600" y="181231"/>
                  </a:cubicBezTo>
                  <a:cubicBezTo>
                    <a:pt x="56637" y="181706"/>
                    <a:pt x="56673" y="182181"/>
                    <a:pt x="56711" y="182670"/>
                  </a:cubicBezTo>
                  <a:cubicBezTo>
                    <a:pt x="57448" y="182670"/>
                    <a:pt x="58184" y="182670"/>
                    <a:pt x="58943" y="182670"/>
                  </a:cubicBezTo>
                  <a:cubicBezTo>
                    <a:pt x="58897" y="183391"/>
                    <a:pt x="58851" y="184113"/>
                    <a:pt x="58804" y="184856"/>
                  </a:cubicBezTo>
                  <a:cubicBezTo>
                    <a:pt x="58850" y="185608"/>
                    <a:pt x="58896" y="186360"/>
                    <a:pt x="58943" y="187135"/>
                  </a:cubicBezTo>
                  <a:cubicBezTo>
                    <a:pt x="59680" y="187380"/>
                    <a:pt x="60417" y="187626"/>
                    <a:pt x="61176" y="187879"/>
                  </a:cubicBezTo>
                  <a:cubicBezTo>
                    <a:pt x="61421" y="188616"/>
                    <a:pt x="61667" y="189352"/>
                    <a:pt x="61920" y="190111"/>
                  </a:cubicBezTo>
                  <a:cubicBezTo>
                    <a:pt x="62304" y="190495"/>
                    <a:pt x="62687" y="190879"/>
                    <a:pt x="63083" y="191274"/>
                  </a:cubicBezTo>
                  <a:cubicBezTo>
                    <a:pt x="64152" y="192344"/>
                    <a:pt x="64152" y="192344"/>
                    <a:pt x="64152" y="193832"/>
                  </a:cubicBezTo>
                  <a:cubicBezTo>
                    <a:pt x="64889" y="194078"/>
                    <a:pt x="65626" y="194323"/>
                    <a:pt x="66385" y="194576"/>
                  </a:cubicBezTo>
                  <a:cubicBezTo>
                    <a:pt x="67312" y="195736"/>
                    <a:pt x="67312" y="195736"/>
                    <a:pt x="68199" y="197134"/>
                  </a:cubicBezTo>
                  <a:cubicBezTo>
                    <a:pt x="69630" y="199253"/>
                    <a:pt x="70657" y="200321"/>
                    <a:pt x="73082" y="201274"/>
                  </a:cubicBezTo>
                  <a:cubicBezTo>
                    <a:pt x="73328" y="201765"/>
                    <a:pt x="73573" y="202256"/>
                    <a:pt x="73826" y="202762"/>
                  </a:cubicBezTo>
                  <a:cubicBezTo>
                    <a:pt x="74455" y="202854"/>
                    <a:pt x="75085" y="202946"/>
                    <a:pt x="75733" y="203041"/>
                  </a:cubicBezTo>
                  <a:cubicBezTo>
                    <a:pt x="76332" y="203194"/>
                    <a:pt x="76930" y="203348"/>
                    <a:pt x="77547" y="203506"/>
                  </a:cubicBezTo>
                  <a:cubicBezTo>
                    <a:pt x="77547" y="204488"/>
                    <a:pt x="77547" y="205470"/>
                    <a:pt x="77547" y="206482"/>
                  </a:cubicBezTo>
                  <a:cubicBezTo>
                    <a:pt x="80002" y="206728"/>
                    <a:pt x="82458" y="206974"/>
                    <a:pt x="84988" y="207227"/>
                  </a:cubicBezTo>
                  <a:cubicBezTo>
                    <a:pt x="84988" y="208209"/>
                    <a:pt x="84988" y="209191"/>
                    <a:pt x="84988" y="210203"/>
                  </a:cubicBezTo>
                  <a:cubicBezTo>
                    <a:pt x="85785" y="210169"/>
                    <a:pt x="86582" y="210134"/>
                    <a:pt x="87404" y="210099"/>
                  </a:cubicBezTo>
                  <a:cubicBezTo>
                    <a:pt x="88443" y="210071"/>
                    <a:pt x="89483" y="210044"/>
                    <a:pt x="90523" y="210017"/>
                  </a:cubicBezTo>
                  <a:cubicBezTo>
                    <a:pt x="91049" y="209992"/>
                    <a:pt x="91575" y="209967"/>
                    <a:pt x="92117" y="209942"/>
                  </a:cubicBezTo>
                  <a:cubicBezTo>
                    <a:pt x="93636" y="209913"/>
                    <a:pt x="93636" y="209913"/>
                    <a:pt x="96150" y="210203"/>
                  </a:cubicBezTo>
                  <a:cubicBezTo>
                    <a:pt x="96260" y="210692"/>
                    <a:pt x="96370" y="211181"/>
                    <a:pt x="96483" y="211685"/>
                  </a:cubicBezTo>
                  <a:cubicBezTo>
                    <a:pt x="96619" y="212178"/>
                    <a:pt x="96755" y="212672"/>
                    <a:pt x="96894" y="213180"/>
                  </a:cubicBezTo>
                  <a:cubicBezTo>
                    <a:pt x="98312" y="213643"/>
                    <a:pt x="98312" y="213643"/>
                    <a:pt x="100034" y="213575"/>
                  </a:cubicBezTo>
                  <a:cubicBezTo>
                    <a:pt x="100666" y="213579"/>
                    <a:pt x="101298" y="213583"/>
                    <a:pt x="101949" y="213587"/>
                  </a:cubicBezTo>
                  <a:cubicBezTo>
                    <a:pt x="102614" y="213575"/>
                    <a:pt x="103279" y="213564"/>
                    <a:pt x="103964" y="213552"/>
                  </a:cubicBezTo>
                  <a:cubicBezTo>
                    <a:pt x="104629" y="213563"/>
                    <a:pt x="105293" y="213575"/>
                    <a:pt x="105978" y="213587"/>
                  </a:cubicBezTo>
                  <a:cubicBezTo>
                    <a:pt x="106610" y="213583"/>
                    <a:pt x="107243" y="213579"/>
                    <a:pt x="107894" y="213575"/>
                  </a:cubicBezTo>
                  <a:cubicBezTo>
                    <a:pt x="108478" y="213572"/>
                    <a:pt x="109061" y="213568"/>
                    <a:pt x="109663" y="213565"/>
                  </a:cubicBezTo>
                  <a:cubicBezTo>
                    <a:pt x="110115" y="213438"/>
                    <a:pt x="110567" y="213311"/>
                    <a:pt x="111033" y="213180"/>
                  </a:cubicBezTo>
                  <a:cubicBezTo>
                    <a:pt x="111304" y="212194"/>
                    <a:pt x="111553" y="211201"/>
                    <a:pt x="111777" y="210203"/>
                  </a:cubicBezTo>
                  <a:cubicBezTo>
                    <a:pt x="113759" y="209974"/>
                    <a:pt x="115434" y="209924"/>
                    <a:pt x="117405" y="210017"/>
                  </a:cubicBezTo>
                  <a:cubicBezTo>
                    <a:pt x="117934" y="210031"/>
                    <a:pt x="118463" y="210044"/>
                    <a:pt x="119008" y="210058"/>
                  </a:cubicBezTo>
                  <a:cubicBezTo>
                    <a:pt x="120319" y="210093"/>
                    <a:pt x="121629" y="210146"/>
                    <a:pt x="122939" y="210203"/>
                  </a:cubicBezTo>
                  <a:cubicBezTo>
                    <a:pt x="122939" y="209221"/>
                    <a:pt x="122939" y="208239"/>
                    <a:pt x="122939" y="207227"/>
                  </a:cubicBezTo>
                  <a:cubicBezTo>
                    <a:pt x="125149" y="206981"/>
                    <a:pt x="127360" y="206735"/>
                    <a:pt x="129637" y="206482"/>
                  </a:cubicBezTo>
                  <a:cubicBezTo>
                    <a:pt x="129637" y="205500"/>
                    <a:pt x="129637" y="204518"/>
                    <a:pt x="129637" y="203506"/>
                  </a:cubicBezTo>
                  <a:cubicBezTo>
                    <a:pt x="130235" y="203567"/>
                    <a:pt x="130834" y="203629"/>
                    <a:pt x="131451" y="203692"/>
                  </a:cubicBezTo>
                  <a:cubicBezTo>
                    <a:pt x="132080" y="203631"/>
                    <a:pt x="132709" y="203569"/>
                    <a:pt x="133357" y="203506"/>
                  </a:cubicBezTo>
                  <a:cubicBezTo>
                    <a:pt x="133613" y="202516"/>
                    <a:pt x="133861" y="201523"/>
                    <a:pt x="134102" y="200529"/>
                  </a:cubicBezTo>
                  <a:cubicBezTo>
                    <a:pt x="134731" y="200407"/>
                    <a:pt x="135360" y="200284"/>
                    <a:pt x="136008" y="200157"/>
                  </a:cubicBezTo>
                  <a:cubicBezTo>
                    <a:pt x="136607" y="200035"/>
                    <a:pt x="137206" y="199912"/>
                    <a:pt x="137822" y="199785"/>
                  </a:cubicBezTo>
                  <a:cubicBezTo>
                    <a:pt x="137822" y="198803"/>
                    <a:pt x="137822" y="197821"/>
                    <a:pt x="137822" y="196809"/>
                  </a:cubicBezTo>
                  <a:cubicBezTo>
                    <a:pt x="138804" y="196809"/>
                    <a:pt x="139787" y="196809"/>
                    <a:pt x="140799" y="196809"/>
                  </a:cubicBezTo>
                  <a:cubicBezTo>
                    <a:pt x="140799" y="195581"/>
                    <a:pt x="140799" y="194353"/>
                    <a:pt x="140799" y="193088"/>
                  </a:cubicBezTo>
                  <a:cubicBezTo>
                    <a:pt x="141535" y="193088"/>
                    <a:pt x="142272" y="193088"/>
                    <a:pt x="143031" y="193088"/>
                  </a:cubicBezTo>
                  <a:cubicBezTo>
                    <a:pt x="143316" y="191856"/>
                    <a:pt x="143562" y="190614"/>
                    <a:pt x="143775" y="189367"/>
                  </a:cubicBezTo>
                  <a:cubicBezTo>
                    <a:pt x="144266" y="189122"/>
                    <a:pt x="144758" y="188876"/>
                    <a:pt x="145264" y="188623"/>
                  </a:cubicBezTo>
                  <a:cubicBezTo>
                    <a:pt x="145509" y="187886"/>
                    <a:pt x="145755" y="187150"/>
                    <a:pt x="146008" y="186391"/>
                  </a:cubicBezTo>
                  <a:cubicBezTo>
                    <a:pt x="146752" y="184158"/>
                    <a:pt x="146752" y="184158"/>
                    <a:pt x="148240" y="183414"/>
                  </a:cubicBezTo>
                  <a:cubicBezTo>
                    <a:pt x="148502" y="181878"/>
                    <a:pt x="148570" y="180365"/>
                    <a:pt x="148656" y="178810"/>
                  </a:cubicBezTo>
                  <a:cubicBezTo>
                    <a:pt x="148818" y="178142"/>
                    <a:pt x="148818" y="178142"/>
                    <a:pt x="148984" y="177461"/>
                  </a:cubicBezTo>
                  <a:cubicBezTo>
                    <a:pt x="149721" y="177215"/>
                    <a:pt x="150458" y="176970"/>
                    <a:pt x="151217" y="176717"/>
                  </a:cubicBezTo>
                  <a:cubicBezTo>
                    <a:pt x="151598" y="174992"/>
                    <a:pt x="151598" y="174992"/>
                    <a:pt x="151635" y="172996"/>
                  </a:cubicBezTo>
                  <a:cubicBezTo>
                    <a:pt x="151731" y="170950"/>
                    <a:pt x="151731" y="170950"/>
                    <a:pt x="151961" y="169275"/>
                  </a:cubicBezTo>
                  <a:cubicBezTo>
                    <a:pt x="152452" y="169030"/>
                    <a:pt x="152943" y="168784"/>
                    <a:pt x="153449" y="168531"/>
                  </a:cubicBezTo>
                  <a:cubicBezTo>
                    <a:pt x="153991" y="165824"/>
                    <a:pt x="154193" y="163294"/>
                    <a:pt x="154193" y="160532"/>
                  </a:cubicBezTo>
                  <a:cubicBezTo>
                    <a:pt x="154193" y="158113"/>
                    <a:pt x="154193" y="158113"/>
                    <a:pt x="154937" y="155881"/>
                  </a:cubicBezTo>
                  <a:cubicBezTo>
                    <a:pt x="157113" y="155631"/>
                    <a:pt x="159087" y="155536"/>
                    <a:pt x="161263" y="155555"/>
                  </a:cubicBezTo>
                  <a:cubicBezTo>
                    <a:pt x="161856" y="155541"/>
                    <a:pt x="162450" y="155526"/>
                    <a:pt x="163062" y="155510"/>
                  </a:cubicBezTo>
                  <a:cubicBezTo>
                    <a:pt x="164774" y="155512"/>
                    <a:pt x="164774" y="155512"/>
                    <a:pt x="167588" y="155881"/>
                  </a:cubicBezTo>
                  <a:cubicBezTo>
                    <a:pt x="167859" y="156867"/>
                    <a:pt x="168108" y="157860"/>
                    <a:pt x="168332" y="158857"/>
                  </a:cubicBezTo>
                  <a:cubicBezTo>
                    <a:pt x="170879" y="159046"/>
                    <a:pt x="173300" y="158801"/>
                    <a:pt x="175843" y="158599"/>
                  </a:cubicBezTo>
                  <a:cubicBezTo>
                    <a:pt x="176557" y="158684"/>
                    <a:pt x="177270" y="158770"/>
                    <a:pt x="178006" y="158857"/>
                  </a:cubicBezTo>
                  <a:cubicBezTo>
                    <a:pt x="178155" y="159780"/>
                    <a:pt x="178155" y="159780"/>
                    <a:pt x="178308" y="160721"/>
                  </a:cubicBezTo>
                  <a:cubicBezTo>
                    <a:pt x="178454" y="161334"/>
                    <a:pt x="178600" y="161947"/>
                    <a:pt x="178750" y="162578"/>
                  </a:cubicBezTo>
                  <a:cubicBezTo>
                    <a:pt x="180812" y="162954"/>
                    <a:pt x="182590" y="162746"/>
                    <a:pt x="184703" y="162578"/>
                  </a:cubicBezTo>
                  <a:cubicBezTo>
                    <a:pt x="184763" y="164548"/>
                    <a:pt x="184807" y="166515"/>
                    <a:pt x="184843" y="168485"/>
                  </a:cubicBezTo>
                  <a:cubicBezTo>
                    <a:pt x="184861" y="169046"/>
                    <a:pt x="184880" y="169608"/>
                    <a:pt x="184899" y="170187"/>
                  </a:cubicBezTo>
                  <a:cubicBezTo>
                    <a:pt x="184921" y="171807"/>
                    <a:pt x="184921" y="171807"/>
                    <a:pt x="184703" y="174484"/>
                  </a:cubicBezTo>
                  <a:cubicBezTo>
                    <a:pt x="183966" y="174730"/>
                    <a:pt x="183230" y="174976"/>
                    <a:pt x="182471" y="175229"/>
                  </a:cubicBezTo>
                  <a:cubicBezTo>
                    <a:pt x="182088" y="177125"/>
                    <a:pt x="182088" y="177125"/>
                    <a:pt x="182052" y="179321"/>
                  </a:cubicBezTo>
                  <a:cubicBezTo>
                    <a:pt x="181956" y="181577"/>
                    <a:pt x="181956" y="181577"/>
                    <a:pt x="181727" y="183414"/>
                  </a:cubicBezTo>
                  <a:cubicBezTo>
                    <a:pt x="181235" y="183660"/>
                    <a:pt x="180744" y="183905"/>
                    <a:pt x="180238" y="184158"/>
                  </a:cubicBezTo>
                  <a:cubicBezTo>
                    <a:pt x="179781" y="185884"/>
                    <a:pt x="179781" y="185884"/>
                    <a:pt x="179494" y="187879"/>
                  </a:cubicBezTo>
                  <a:cubicBezTo>
                    <a:pt x="179169" y="189925"/>
                    <a:pt x="179169" y="189925"/>
                    <a:pt x="178750" y="191600"/>
                  </a:cubicBezTo>
                  <a:cubicBezTo>
                    <a:pt x="178259" y="191845"/>
                    <a:pt x="177768" y="192091"/>
                    <a:pt x="177262" y="192344"/>
                  </a:cubicBezTo>
                  <a:cubicBezTo>
                    <a:pt x="177000" y="193880"/>
                    <a:pt x="176932" y="195393"/>
                    <a:pt x="176846" y="196948"/>
                  </a:cubicBezTo>
                  <a:cubicBezTo>
                    <a:pt x="176738" y="197393"/>
                    <a:pt x="176629" y="197838"/>
                    <a:pt x="176518" y="198297"/>
                  </a:cubicBezTo>
                  <a:cubicBezTo>
                    <a:pt x="175781" y="198543"/>
                    <a:pt x="175044" y="198788"/>
                    <a:pt x="174285" y="199041"/>
                  </a:cubicBezTo>
                  <a:cubicBezTo>
                    <a:pt x="174025" y="200279"/>
                    <a:pt x="173778" y="201519"/>
                    <a:pt x="173541" y="202762"/>
                  </a:cubicBezTo>
                  <a:cubicBezTo>
                    <a:pt x="172812" y="203521"/>
                    <a:pt x="172068" y="204266"/>
                    <a:pt x="171309" y="204994"/>
                  </a:cubicBezTo>
                  <a:cubicBezTo>
                    <a:pt x="171047" y="205983"/>
                    <a:pt x="170797" y="206975"/>
                    <a:pt x="170564" y="207971"/>
                  </a:cubicBezTo>
                  <a:cubicBezTo>
                    <a:pt x="170073" y="208216"/>
                    <a:pt x="169582" y="208462"/>
                    <a:pt x="169076" y="208715"/>
                  </a:cubicBezTo>
                  <a:cubicBezTo>
                    <a:pt x="168846" y="209467"/>
                    <a:pt x="168616" y="210219"/>
                    <a:pt x="168378" y="210994"/>
                  </a:cubicBezTo>
                  <a:cubicBezTo>
                    <a:pt x="168118" y="211715"/>
                    <a:pt x="167857" y="212437"/>
                    <a:pt x="167588" y="213180"/>
                  </a:cubicBezTo>
                  <a:cubicBezTo>
                    <a:pt x="166851" y="213180"/>
                    <a:pt x="166114" y="213180"/>
                    <a:pt x="165355" y="213180"/>
                  </a:cubicBezTo>
                  <a:cubicBezTo>
                    <a:pt x="164833" y="214409"/>
                    <a:pt x="164336" y="215650"/>
                    <a:pt x="163867" y="216900"/>
                  </a:cubicBezTo>
                  <a:cubicBezTo>
                    <a:pt x="163376" y="216900"/>
                    <a:pt x="162885" y="216900"/>
                    <a:pt x="162379" y="216900"/>
                  </a:cubicBezTo>
                  <a:cubicBezTo>
                    <a:pt x="162123" y="217891"/>
                    <a:pt x="161876" y="218883"/>
                    <a:pt x="161635" y="219877"/>
                  </a:cubicBezTo>
                  <a:cubicBezTo>
                    <a:pt x="161144" y="220123"/>
                    <a:pt x="160652" y="220368"/>
                    <a:pt x="160146" y="220621"/>
                  </a:cubicBezTo>
                  <a:cubicBezTo>
                    <a:pt x="160054" y="221097"/>
                    <a:pt x="159962" y="221573"/>
                    <a:pt x="159867" y="222063"/>
                  </a:cubicBezTo>
                  <a:cubicBezTo>
                    <a:pt x="159402" y="223598"/>
                    <a:pt x="159402" y="223598"/>
                    <a:pt x="158100" y="224295"/>
                  </a:cubicBezTo>
                  <a:cubicBezTo>
                    <a:pt x="157548" y="224556"/>
                    <a:pt x="156995" y="224817"/>
                    <a:pt x="156426" y="225086"/>
                  </a:cubicBezTo>
                  <a:cubicBezTo>
                    <a:pt x="154384" y="226981"/>
                    <a:pt x="152764" y="228718"/>
                    <a:pt x="151217" y="231039"/>
                  </a:cubicBezTo>
                  <a:cubicBezTo>
                    <a:pt x="150234" y="231039"/>
                    <a:pt x="149252" y="231039"/>
                    <a:pt x="148240" y="231039"/>
                  </a:cubicBezTo>
                  <a:cubicBezTo>
                    <a:pt x="148240" y="232021"/>
                    <a:pt x="148240" y="233004"/>
                    <a:pt x="148240" y="234016"/>
                  </a:cubicBezTo>
                  <a:cubicBezTo>
                    <a:pt x="147519" y="234077"/>
                    <a:pt x="146797" y="234138"/>
                    <a:pt x="146054" y="234202"/>
                  </a:cubicBezTo>
                  <a:cubicBezTo>
                    <a:pt x="145302" y="234386"/>
                    <a:pt x="144550" y="234570"/>
                    <a:pt x="143775" y="234760"/>
                  </a:cubicBezTo>
                  <a:cubicBezTo>
                    <a:pt x="143683" y="235251"/>
                    <a:pt x="143591" y="235742"/>
                    <a:pt x="143496" y="236248"/>
                  </a:cubicBezTo>
                  <a:cubicBezTo>
                    <a:pt x="143343" y="236739"/>
                    <a:pt x="143189" y="237230"/>
                    <a:pt x="143031" y="237736"/>
                  </a:cubicBezTo>
                  <a:cubicBezTo>
                    <a:pt x="141483" y="238064"/>
                    <a:pt x="140007" y="238156"/>
                    <a:pt x="138427" y="238204"/>
                  </a:cubicBezTo>
                  <a:cubicBezTo>
                    <a:pt x="137982" y="238296"/>
                    <a:pt x="137537" y="238387"/>
                    <a:pt x="137078" y="238481"/>
                  </a:cubicBezTo>
                  <a:cubicBezTo>
                    <a:pt x="136833" y="239217"/>
                    <a:pt x="136587" y="239954"/>
                    <a:pt x="136334" y="240713"/>
                  </a:cubicBezTo>
                  <a:cubicBezTo>
                    <a:pt x="134875" y="241094"/>
                    <a:pt x="134875" y="241094"/>
                    <a:pt x="133078" y="241225"/>
                  </a:cubicBezTo>
                  <a:cubicBezTo>
                    <a:pt x="132195" y="241298"/>
                    <a:pt x="132195" y="241298"/>
                    <a:pt x="131294" y="241373"/>
                  </a:cubicBezTo>
                  <a:cubicBezTo>
                    <a:pt x="129998" y="241439"/>
                    <a:pt x="128701" y="241457"/>
                    <a:pt x="127404" y="241457"/>
                  </a:cubicBezTo>
                  <a:cubicBezTo>
                    <a:pt x="127323" y="241940"/>
                    <a:pt x="127241" y="242423"/>
                    <a:pt x="127158" y="242921"/>
                  </a:cubicBezTo>
                  <a:cubicBezTo>
                    <a:pt x="126993" y="243420"/>
                    <a:pt x="126829" y="243919"/>
                    <a:pt x="126660" y="244434"/>
                  </a:cubicBezTo>
                  <a:cubicBezTo>
                    <a:pt x="124852" y="244812"/>
                    <a:pt x="124852" y="244812"/>
                    <a:pt x="122421" y="244819"/>
                  </a:cubicBezTo>
                  <a:cubicBezTo>
                    <a:pt x="121514" y="244828"/>
                    <a:pt x="120608" y="244838"/>
                    <a:pt x="119674" y="244847"/>
                  </a:cubicBezTo>
                  <a:cubicBezTo>
                    <a:pt x="118677" y="244842"/>
                    <a:pt x="117681" y="244836"/>
                    <a:pt x="116684" y="244829"/>
                  </a:cubicBezTo>
                  <a:cubicBezTo>
                    <a:pt x="115669" y="244831"/>
                    <a:pt x="114654" y="244834"/>
                    <a:pt x="113639" y="244838"/>
                  </a:cubicBezTo>
                  <a:cubicBezTo>
                    <a:pt x="111510" y="244842"/>
                    <a:pt x="109381" y="244836"/>
                    <a:pt x="107251" y="244822"/>
                  </a:cubicBezTo>
                  <a:cubicBezTo>
                    <a:pt x="104516" y="244805"/>
                    <a:pt x="101781" y="244815"/>
                    <a:pt x="99045" y="244832"/>
                  </a:cubicBezTo>
                  <a:cubicBezTo>
                    <a:pt x="96949" y="244843"/>
                    <a:pt x="94853" y="244840"/>
                    <a:pt x="92756" y="244832"/>
                  </a:cubicBezTo>
                  <a:cubicBezTo>
                    <a:pt x="91748" y="244830"/>
                    <a:pt x="90739" y="244832"/>
                    <a:pt x="89730" y="244839"/>
                  </a:cubicBezTo>
                  <a:cubicBezTo>
                    <a:pt x="88322" y="244847"/>
                    <a:pt x="86915" y="244833"/>
                    <a:pt x="85507" y="244819"/>
                  </a:cubicBezTo>
                  <a:cubicBezTo>
                    <a:pt x="84705" y="244816"/>
                    <a:pt x="83902" y="244814"/>
                    <a:pt x="83075" y="244812"/>
                  </a:cubicBezTo>
                  <a:cubicBezTo>
                    <a:pt x="82180" y="244625"/>
                    <a:pt x="82180" y="244625"/>
                    <a:pt x="81268" y="244434"/>
                  </a:cubicBezTo>
                  <a:cubicBezTo>
                    <a:pt x="80767" y="242950"/>
                    <a:pt x="80767" y="242950"/>
                    <a:pt x="80523" y="241457"/>
                  </a:cubicBezTo>
                  <a:cubicBezTo>
                    <a:pt x="78267" y="240927"/>
                    <a:pt x="78267" y="240927"/>
                    <a:pt x="75640" y="240899"/>
                  </a:cubicBezTo>
                  <a:cubicBezTo>
                    <a:pt x="74749" y="240857"/>
                    <a:pt x="73858" y="240815"/>
                    <a:pt x="72940" y="240771"/>
                  </a:cubicBezTo>
                  <a:cubicBezTo>
                    <a:pt x="72250" y="240752"/>
                    <a:pt x="71560" y="240733"/>
                    <a:pt x="70850" y="240713"/>
                  </a:cubicBezTo>
                  <a:cubicBezTo>
                    <a:pt x="70850" y="239731"/>
                    <a:pt x="70850" y="238748"/>
                    <a:pt x="70850" y="237736"/>
                  </a:cubicBezTo>
                  <a:cubicBezTo>
                    <a:pt x="68885" y="237736"/>
                    <a:pt x="66920" y="237736"/>
                    <a:pt x="64896" y="237736"/>
                  </a:cubicBezTo>
                  <a:cubicBezTo>
                    <a:pt x="64896" y="236754"/>
                    <a:pt x="64896" y="235772"/>
                    <a:pt x="64896" y="234760"/>
                  </a:cubicBezTo>
                  <a:cubicBezTo>
                    <a:pt x="62932" y="234514"/>
                    <a:pt x="60967" y="234269"/>
                    <a:pt x="58943" y="234016"/>
                  </a:cubicBezTo>
                  <a:cubicBezTo>
                    <a:pt x="58943" y="233033"/>
                    <a:pt x="58943" y="232051"/>
                    <a:pt x="58943" y="231039"/>
                  </a:cubicBezTo>
                  <a:cubicBezTo>
                    <a:pt x="58360" y="231101"/>
                    <a:pt x="57777" y="231162"/>
                    <a:pt x="57176" y="231225"/>
                  </a:cubicBezTo>
                  <a:cubicBezTo>
                    <a:pt x="56531" y="231164"/>
                    <a:pt x="55887" y="231102"/>
                    <a:pt x="55223" y="231039"/>
                  </a:cubicBezTo>
                  <a:cubicBezTo>
                    <a:pt x="54432" y="229597"/>
                    <a:pt x="54432" y="229597"/>
                    <a:pt x="53734" y="228063"/>
                  </a:cubicBezTo>
                  <a:cubicBezTo>
                    <a:pt x="53212" y="227940"/>
                    <a:pt x="52691" y="227817"/>
                    <a:pt x="52153" y="227690"/>
                  </a:cubicBezTo>
                  <a:cubicBezTo>
                    <a:pt x="51693" y="227568"/>
                    <a:pt x="51232" y="227445"/>
                    <a:pt x="50758" y="227318"/>
                  </a:cubicBezTo>
                  <a:cubicBezTo>
                    <a:pt x="50758" y="226336"/>
                    <a:pt x="50758" y="225354"/>
                    <a:pt x="50758" y="224342"/>
                  </a:cubicBezTo>
                  <a:cubicBezTo>
                    <a:pt x="49775" y="224342"/>
                    <a:pt x="48793" y="224342"/>
                    <a:pt x="47781" y="224342"/>
                  </a:cubicBezTo>
                  <a:cubicBezTo>
                    <a:pt x="47363" y="222900"/>
                    <a:pt x="47363" y="222900"/>
                    <a:pt x="47037" y="221365"/>
                  </a:cubicBezTo>
                  <a:cubicBezTo>
                    <a:pt x="46300" y="221120"/>
                    <a:pt x="45564" y="220874"/>
                    <a:pt x="44805" y="220621"/>
                  </a:cubicBezTo>
                  <a:cubicBezTo>
                    <a:pt x="44557" y="219629"/>
                    <a:pt x="44309" y="218637"/>
                    <a:pt x="44060" y="217645"/>
                  </a:cubicBezTo>
                  <a:cubicBezTo>
                    <a:pt x="43324" y="217399"/>
                    <a:pt x="42587" y="217153"/>
                    <a:pt x="41828" y="216900"/>
                  </a:cubicBezTo>
                  <a:cubicBezTo>
                    <a:pt x="41011" y="215714"/>
                    <a:pt x="41011" y="215714"/>
                    <a:pt x="40293" y="214296"/>
                  </a:cubicBezTo>
                  <a:cubicBezTo>
                    <a:pt x="39280" y="212190"/>
                    <a:pt x="39280" y="212190"/>
                    <a:pt x="37363" y="210947"/>
                  </a:cubicBezTo>
                  <a:cubicBezTo>
                    <a:pt x="36867" y="209459"/>
                    <a:pt x="36371" y="207971"/>
                    <a:pt x="35875" y="206482"/>
                  </a:cubicBezTo>
                  <a:cubicBezTo>
                    <a:pt x="35384" y="206237"/>
                    <a:pt x="34893" y="205991"/>
                    <a:pt x="34387" y="205738"/>
                  </a:cubicBezTo>
                  <a:cubicBezTo>
                    <a:pt x="33922" y="203459"/>
                    <a:pt x="33922" y="203459"/>
                    <a:pt x="33643" y="201274"/>
                  </a:cubicBezTo>
                  <a:cubicBezTo>
                    <a:pt x="32906" y="201274"/>
                    <a:pt x="32169" y="201274"/>
                    <a:pt x="31410" y="201274"/>
                  </a:cubicBezTo>
                  <a:cubicBezTo>
                    <a:pt x="31318" y="200429"/>
                    <a:pt x="31226" y="199585"/>
                    <a:pt x="31131" y="198716"/>
                  </a:cubicBezTo>
                  <a:cubicBezTo>
                    <a:pt x="30978" y="197841"/>
                    <a:pt x="30824" y="196966"/>
                    <a:pt x="30666" y="196065"/>
                  </a:cubicBezTo>
                  <a:cubicBezTo>
                    <a:pt x="30175" y="195819"/>
                    <a:pt x="29684" y="195573"/>
                    <a:pt x="29178" y="195320"/>
                  </a:cubicBezTo>
                  <a:cubicBezTo>
                    <a:pt x="28870" y="193783"/>
                    <a:pt x="28870" y="193783"/>
                    <a:pt x="28713" y="191925"/>
                  </a:cubicBezTo>
                  <a:cubicBezTo>
                    <a:pt x="28657" y="191310"/>
                    <a:pt x="28601" y="190695"/>
                    <a:pt x="28544" y="190062"/>
                  </a:cubicBezTo>
                  <a:cubicBezTo>
                    <a:pt x="28508" y="189587"/>
                    <a:pt x="28471" y="189112"/>
                    <a:pt x="28434" y="188623"/>
                  </a:cubicBezTo>
                  <a:cubicBezTo>
                    <a:pt x="27697" y="188623"/>
                    <a:pt x="26960" y="188623"/>
                    <a:pt x="26201" y="188623"/>
                  </a:cubicBezTo>
                  <a:cubicBezTo>
                    <a:pt x="25833" y="184940"/>
                    <a:pt x="25833" y="184940"/>
                    <a:pt x="25457" y="181182"/>
                  </a:cubicBezTo>
                  <a:cubicBezTo>
                    <a:pt x="24720" y="181427"/>
                    <a:pt x="23984" y="181673"/>
                    <a:pt x="23225" y="181926"/>
                  </a:cubicBezTo>
                  <a:cubicBezTo>
                    <a:pt x="23188" y="181236"/>
                    <a:pt x="23152" y="180546"/>
                    <a:pt x="23114" y="179836"/>
                  </a:cubicBezTo>
                  <a:cubicBezTo>
                    <a:pt x="23031" y="178499"/>
                    <a:pt x="23031" y="178499"/>
                    <a:pt x="22945" y="177135"/>
                  </a:cubicBezTo>
                  <a:cubicBezTo>
                    <a:pt x="22894" y="176246"/>
                    <a:pt x="22842" y="175357"/>
                    <a:pt x="22789" y="174441"/>
                  </a:cubicBezTo>
                  <a:cubicBezTo>
                    <a:pt x="22687" y="173719"/>
                    <a:pt x="22585" y="172996"/>
                    <a:pt x="22480" y="172252"/>
                  </a:cubicBezTo>
                  <a:cubicBezTo>
                    <a:pt x="21989" y="172006"/>
                    <a:pt x="21498" y="171761"/>
                    <a:pt x="20992" y="171508"/>
                  </a:cubicBezTo>
                  <a:cubicBezTo>
                    <a:pt x="20589" y="168799"/>
                    <a:pt x="20329" y="166110"/>
                    <a:pt x="20091" y="163383"/>
                  </a:cubicBezTo>
                  <a:cubicBezTo>
                    <a:pt x="19942" y="161869"/>
                    <a:pt x="19728" y="160362"/>
                    <a:pt x="19504" y="158857"/>
                  </a:cubicBezTo>
                  <a:cubicBezTo>
                    <a:pt x="19013" y="158612"/>
                    <a:pt x="18522" y="158366"/>
                    <a:pt x="18016" y="158113"/>
                  </a:cubicBezTo>
                  <a:cubicBezTo>
                    <a:pt x="17802" y="156481"/>
                    <a:pt x="17802" y="156481"/>
                    <a:pt x="17760" y="154349"/>
                  </a:cubicBezTo>
                  <a:cubicBezTo>
                    <a:pt x="17738" y="153586"/>
                    <a:pt x="17716" y="152823"/>
                    <a:pt x="17693" y="152037"/>
                  </a:cubicBezTo>
                  <a:cubicBezTo>
                    <a:pt x="17677" y="151233"/>
                    <a:pt x="17660" y="150430"/>
                    <a:pt x="17643" y="149602"/>
                  </a:cubicBezTo>
                  <a:cubicBezTo>
                    <a:pt x="17611" y="148022"/>
                    <a:pt x="17573" y="146441"/>
                    <a:pt x="17527" y="144861"/>
                  </a:cubicBezTo>
                  <a:cubicBezTo>
                    <a:pt x="17513" y="144157"/>
                    <a:pt x="17499" y="143452"/>
                    <a:pt x="17485" y="142726"/>
                  </a:cubicBezTo>
                  <a:cubicBezTo>
                    <a:pt x="17434" y="140855"/>
                    <a:pt x="17434" y="140855"/>
                    <a:pt x="15783" y="139510"/>
                  </a:cubicBezTo>
                  <a:cubicBezTo>
                    <a:pt x="15538" y="139510"/>
                    <a:pt x="15292" y="139510"/>
                    <a:pt x="15039" y="139510"/>
                  </a:cubicBezTo>
                  <a:cubicBezTo>
                    <a:pt x="15039" y="127723"/>
                    <a:pt x="15039" y="115935"/>
                    <a:pt x="15039" y="103791"/>
                  </a:cubicBezTo>
                  <a:cubicBezTo>
                    <a:pt x="15776" y="103791"/>
                    <a:pt x="16512" y="103791"/>
                    <a:pt x="17271" y="103791"/>
                  </a:cubicBezTo>
                  <a:cubicBezTo>
                    <a:pt x="17517" y="97406"/>
                    <a:pt x="17763" y="91022"/>
                    <a:pt x="18016" y="84443"/>
                  </a:cubicBezTo>
                  <a:cubicBezTo>
                    <a:pt x="18752" y="84443"/>
                    <a:pt x="19489" y="84443"/>
                    <a:pt x="20248" y="84443"/>
                  </a:cubicBezTo>
                  <a:cubicBezTo>
                    <a:pt x="20284" y="83593"/>
                    <a:pt x="20321" y="82742"/>
                    <a:pt x="20358" y="81865"/>
                  </a:cubicBezTo>
                  <a:cubicBezTo>
                    <a:pt x="20414" y="80756"/>
                    <a:pt x="20470" y="79646"/>
                    <a:pt x="20527" y="78537"/>
                  </a:cubicBezTo>
                  <a:cubicBezTo>
                    <a:pt x="20562" y="77694"/>
                    <a:pt x="20562" y="77694"/>
                    <a:pt x="20597" y="76835"/>
                  </a:cubicBezTo>
                  <a:cubicBezTo>
                    <a:pt x="20674" y="75398"/>
                    <a:pt x="20828" y="73966"/>
                    <a:pt x="20992" y="72537"/>
                  </a:cubicBezTo>
                  <a:cubicBezTo>
                    <a:pt x="21729" y="72169"/>
                    <a:pt x="21729" y="72169"/>
                    <a:pt x="22480" y="71793"/>
                  </a:cubicBezTo>
                  <a:cubicBezTo>
                    <a:pt x="22745" y="69676"/>
                    <a:pt x="22811" y="67576"/>
                    <a:pt x="22896" y="65445"/>
                  </a:cubicBezTo>
                  <a:cubicBezTo>
                    <a:pt x="23004" y="64838"/>
                    <a:pt x="23113" y="64232"/>
                    <a:pt x="23225" y="63608"/>
                  </a:cubicBezTo>
                  <a:cubicBezTo>
                    <a:pt x="24330" y="63239"/>
                    <a:pt x="24330" y="63239"/>
                    <a:pt x="25457" y="62863"/>
                  </a:cubicBezTo>
                  <a:cubicBezTo>
                    <a:pt x="25892" y="61460"/>
                    <a:pt x="25892" y="61460"/>
                    <a:pt x="25969" y="59840"/>
                  </a:cubicBezTo>
                  <a:cubicBezTo>
                    <a:pt x="26045" y="58873"/>
                    <a:pt x="26122" y="57906"/>
                    <a:pt x="26201" y="56910"/>
                  </a:cubicBezTo>
                  <a:cubicBezTo>
                    <a:pt x="26938" y="56910"/>
                    <a:pt x="27675" y="56910"/>
                    <a:pt x="28434" y="56910"/>
                  </a:cubicBezTo>
                  <a:cubicBezTo>
                    <a:pt x="28510" y="55974"/>
                    <a:pt x="28587" y="55038"/>
                    <a:pt x="28666" y="54073"/>
                  </a:cubicBezTo>
                  <a:cubicBezTo>
                    <a:pt x="28980" y="51443"/>
                    <a:pt x="29447" y="50517"/>
                    <a:pt x="31410" y="48725"/>
                  </a:cubicBezTo>
                  <a:cubicBezTo>
                    <a:pt x="31597" y="46771"/>
                    <a:pt x="31597" y="46771"/>
                    <a:pt x="31410" y="45004"/>
                  </a:cubicBezTo>
                  <a:cubicBezTo>
                    <a:pt x="32147" y="45004"/>
                    <a:pt x="32883" y="45004"/>
                    <a:pt x="33643" y="45004"/>
                  </a:cubicBezTo>
                  <a:cubicBezTo>
                    <a:pt x="33719" y="44283"/>
                    <a:pt x="33796" y="43561"/>
                    <a:pt x="33875" y="42818"/>
                  </a:cubicBezTo>
                  <a:cubicBezTo>
                    <a:pt x="34044" y="42066"/>
                    <a:pt x="34213" y="41314"/>
                    <a:pt x="34387" y="40539"/>
                  </a:cubicBezTo>
                  <a:cubicBezTo>
                    <a:pt x="35492" y="40171"/>
                    <a:pt x="35492" y="40171"/>
                    <a:pt x="36619" y="39795"/>
                  </a:cubicBezTo>
                  <a:cubicBezTo>
                    <a:pt x="37127" y="38809"/>
                    <a:pt x="37624" y="37817"/>
                    <a:pt x="38107" y="36818"/>
                  </a:cubicBezTo>
                  <a:cubicBezTo>
                    <a:pt x="38598" y="36818"/>
                    <a:pt x="39090" y="36818"/>
                    <a:pt x="39596" y="36818"/>
                  </a:cubicBezTo>
                  <a:cubicBezTo>
                    <a:pt x="39703" y="36205"/>
                    <a:pt x="39811" y="35591"/>
                    <a:pt x="39921" y="34958"/>
                  </a:cubicBezTo>
                  <a:cubicBezTo>
                    <a:pt x="40128" y="34037"/>
                    <a:pt x="40128" y="34037"/>
                    <a:pt x="40340" y="33098"/>
                  </a:cubicBezTo>
                  <a:cubicBezTo>
                    <a:pt x="41076" y="33098"/>
                    <a:pt x="41813" y="33098"/>
                    <a:pt x="42572" y="33098"/>
                  </a:cubicBezTo>
                  <a:cubicBezTo>
                    <a:pt x="43012" y="31650"/>
                    <a:pt x="43012" y="31650"/>
                    <a:pt x="43316" y="30121"/>
                  </a:cubicBezTo>
                  <a:cubicBezTo>
                    <a:pt x="43807" y="29876"/>
                    <a:pt x="44299" y="29630"/>
                    <a:pt x="44805" y="29377"/>
                  </a:cubicBezTo>
                  <a:cubicBezTo>
                    <a:pt x="45173" y="28640"/>
                    <a:pt x="45173" y="28640"/>
                    <a:pt x="45549" y="27889"/>
                  </a:cubicBezTo>
                  <a:cubicBezTo>
                    <a:pt x="46293" y="26400"/>
                    <a:pt x="46293" y="26400"/>
                    <a:pt x="47781" y="25656"/>
                  </a:cubicBezTo>
                  <a:cubicBezTo>
                    <a:pt x="47996" y="25165"/>
                    <a:pt x="48211" y="24674"/>
                    <a:pt x="48432" y="24168"/>
                  </a:cubicBezTo>
                  <a:cubicBezTo>
                    <a:pt x="48709" y="23677"/>
                    <a:pt x="48985" y="23186"/>
                    <a:pt x="49269" y="22680"/>
                  </a:cubicBezTo>
                  <a:cubicBezTo>
                    <a:pt x="50052" y="22496"/>
                    <a:pt x="50052" y="22496"/>
                    <a:pt x="50851" y="22308"/>
                  </a:cubicBezTo>
                  <a:cubicBezTo>
                    <a:pt x="51311" y="22185"/>
                    <a:pt x="51772" y="22062"/>
                    <a:pt x="52246" y="21936"/>
                  </a:cubicBezTo>
                  <a:cubicBezTo>
                    <a:pt x="52246" y="20953"/>
                    <a:pt x="52246" y="19971"/>
                    <a:pt x="52246" y="18959"/>
                  </a:cubicBezTo>
                  <a:cubicBezTo>
                    <a:pt x="53719" y="18959"/>
                    <a:pt x="55193" y="18959"/>
                    <a:pt x="56711" y="18959"/>
                  </a:cubicBezTo>
                  <a:cubicBezTo>
                    <a:pt x="56711" y="17977"/>
                    <a:pt x="56711" y="16995"/>
                    <a:pt x="56711" y="15983"/>
                  </a:cubicBezTo>
                  <a:cubicBezTo>
                    <a:pt x="58430" y="15737"/>
                    <a:pt x="60149" y="15491"/>
                    <a:pt x="61920" y="15238"/>
                  </a:cubicBezTo>
                  <a:cubicBezTo>
                    <a:pt x="61920" y="14256"/>
                    <a:pt x="61920" y="13274"/>
                    <a:pt x="61920" y="12262"/>
                  </a:cubicBezTo>
                  <a:cubicBezTo>
                    <a:pt x="62764" y="12200"/>
                    <a:pt x="63608" y="12139"/>
                    <a:pt x="64478" y="12076"/>
                  </a:cubicBezTo>
                  <a:cubicBezTo>
                    <a:pt x="65353" y="11892"/>
                    <a:pt x="66228" y="11707"/>
                    <a:pt x="67129" y="11518"/>
                  </a:cubicBezTo>
                  <a:cubicBezTo>
                    <a:pt x="67236" y="11011"/>
                    <a:pt x="67344" y="10505"/>
                    <a:pt x="67454" y="9983"/>
                  </a:cubicBezTo>
                  <a:cubicBezTo>
                    <a:pt x="67662" y="9269"/>
                    <a:pt x="67662" y="9269"/>
                    <a:pt x="67873" y="8541"/>
                  </a:cubicBezTo>
                  <a:cubicBezTo>
                    <a:pt x="69911" y="8248"/>
                    <a:pt x="71755" y="8410"/>
                    <a:pt x="73826" y="8541"/>
                  </a:cubicBezTo>
                  <a:cubicBezTo>
                    <a:pt x="73826" y="7559"/>
                    <a:pt x="73826" y="6577"/>
                    <a:pt x="73826" y="5565"/>
                  </a:cubicBezTo>
                  <a:cubicBezTo>
                    <a:pt x="74516" y="5545"/>
                    <a:pt x="75206" y="5526"/>
                    <a:pt x="75916" y="5506"/>
                  </a:cubicBezTo>
                  <a:cubicBezTo>
                    <a:pt x="76807" y="5464"/>
                    <a:pt x="77698" y="5422"/>
                    <a:pt x="78617" y="5379"/>
                  </a:cubicBezTo>
                  <a:cubicBezTo>
                    <a:pt x="79506" y="5344"/>
                    <a:pt x="80395" y="5309"/>
                    <a:pt x="81311" y="5274"/>
                  </a:cubicBezTo>
                  <a:cubicBezTo>
                    <a:pt x="82033" y="5124"/>
                    <a:pt x="82756" y="4975"/>
                    <a:pt x="83500" y="4820"/>
                  </a:cubicBezTo>
                  <a:cubicBezTo>
                    <a:pt x="83586" y="4327"/>
                    <a:pt x="83672" y="3833"/>
                    <a:pt x="83760" y="3325"/>
                  </a:cubicBezTo>
                  <a:cubicBezTo>
                    <a:pt x="83920" y="2836"/>
                    <a:pt x="84080" y="2347"/>
                    <a:pt x="84244" y="1844"/>
                  </a:cubicBezTo>
                  <a:close/>
                </a:path>
              </a:pathLst>
            </a:custGeom>
            <a:grpFill/>
            <a:ln w="744" cap="flat">
              <a:noFill/>
              <a:prstDash val="solid"/>
              <a:miter/>
            </a:ln>
          </p:spPr>
          <p:txBody>
            <a:bodyPr rtlCol="0" anchor="ctr"/>
            <a:lstStyle/>
            <a:p>
              <a:endParaRPr lang="zh-CN" altLang="en-US"/>
            </a:p>
          </p:txBody>
        </p:sp>
        <p:sp>
          <p:nvSpPr>
            <p:cNvPr id="196" name="任意多边形: 形状 195"/>
            <p:cNvSpPr/>
            <p:nvPr/>
          </p:nvSpPr>
          <p:spPr>
            <a:xfrm>
              <a:off x="5319808" y="733488"/>
              <a:ext cx="60466" cy="211506"/>
            </a:xfrm>
            <a:custGeom>
              <a:avLst/>
              <a:gdLst>
                <a:gd name="connsiteX0" fmla="*/ 12269 w 60467"/>
                <a:gd name="connsiteY0" fmla="*/ 681 h 211499"/>
                <a:gd name="connsiteX1" fmla="*/ 13923 w 60467"/>
                <a:gd name="connsiteY1" fmla="*/ 686 h 211499"/>
                <a:gd name="connsiteX2" fmla="*/ 15658 w 60467"/>
                <a:gd name="connsiteY2" fmla="*/ 682 h 211499"/>
                <a:gd name="connsiteX3" fmla="*/ 21361 w 60467"/>
                <a:gd name="connsiteY3" fmla="*/ 683 h 211499"/>
                <a:gd name="connsiteX4" fmla="*/ 25306 w 60467"/>
                <a:gd name="connsiteY4" fmla="*/ 681 h 211499"/>
                <a:gd name="connsiteX5" fmla="*/ 33586 w 60467"/>
                <a:gd name="connsiteY5" fmla="*/ 685 h 211499"/>
                <a:gd name="connsiteX6" fmla="*/ 44224 w 60467"/>
                <a:gd name="connsiteY6" fmla="*/ 682 h 211499"/>
                <a:gd name="connsiteX7" fmla="*/ 52375 w 60467"/>
                <a:gd name="connsiteY7" fmla="*/ 682 h 211499"/>
                <a:gd name="connsiteX8" fmla="*/ 56298 w 60467"/>
                <a:gd name="connsiteY8" fmla="*/ 680 h 211499"/>
                <a:gd name="connsiteX9" fmla="*/ 61772 w 60467"/>
                <a:gd name="connsiteY9" fmla="*/ 686 h 211499"/>
                <a:gd name="connsiteX10" fmla="*/ 63426 w 60467"/>
                <a:gd name="connsiteY10" fmla="*/ 681 h 211499"/>
                <a:gd name="connsiteX11" fmla="*/ 67986 w 60467"/>
                <a:gd name="connsiteY11" fmla="*/ 1526 h 211499"/>
                <a:gd name="connsiteX12" fmla="*/ 68077 w 60467"/>
                <a:gd name="connsiteY12" fmla="*/ 4906 h 211499"/>
                <a:gd name="connsiteX13" fmla="*/ 68082 w 60467"/>
                <a:gd name="connsiteY13" fmla="*/ 7134 h 211499"/>
                <a:gd name="connsiteX14" fmla="*/ 68075 w 60467"/>
                <a:gd name="connsiteY14" fmla="*/ 9610 h 211499"/>
                <a:gd name="connsiteX15" fmla="*/ 68077 w 60467"/>
                <a:gd name="connsiteY15" fmla="*/ 12218 h 211499"/>
                <a:gd name="connsiteX16" fmla="*/ 68072 w 60467"/>
                <a:gd name="connsiteY16" fmla="*/ 19416 h 211499"/>
                <a:gd name="connsiteX17" fmla="*/ 68070 w 60467"/>
                <a:gd name="connsiteY17" fmla="*/ 27167 h 211499"/>
                <a:gd name="connsiteX18" fmla="*/ 68064 w 60467"/>
                <a:gd name="connsiteY18" fmla="*/ 40605 h 211499"/>
                <a:gd name="connsiteX19" fmla="*/ 68055 w 60467"/>
                <a:gd name="connsiteY19" fmla="*/ 60036 h 211499"/>
                <a:gd name="connsiteX20" fmla="*/ 68042 w 60467"/>
                <a:gd name="connsiteY20" fmla="*/ 91557 h 211499"/>
                <a:gd name="connsiteX21" fmla="*/ 68026 w 60467"/>
                <a:gd name="connsiteY21" fmla="*/ 122184 h 211499"/>
                <a:gd name="connsiteX22" fmla="*/ 68026 w 60467"/>
                <a:gd name="connsiteY22" fmla="*/ 124090 h 211499"/>
                <a:gd name="connsiteX23" fmla="*/ 68023 w 60467"/>
                <a:gd name="connsiteY23" fmla="*/ 133553 h 211499"/>
                <a:gd name="connsiteX24" fmla="*/ 67986 w 60467"/>
                <a:gd name="connsiteY24" fmla="*/ 212118 h 211499"/>
                <a:gd name="connsiteX25" fmla="*/ 7710 w 60467"/>
                <a:gd name="connsiteY25" fmla="*/ 212118 h 211499"/>
                <a:gd name="connsiteX26" fmla="*/ 7672 w 60467"/>
                <a:gd name="connsiteY26" fmla="*/ 131671 h 211499"/>
                <a:gd name="connsiteX27" fmla="*/ 7669 w 60467"/>
                <a:gd name="connsiteY27" fmla="*/ 122184 h 211499"/>
                <a:gd name="connsiteX28" fmla="*/ 7669 w 60467"/>
                <a:gd name="connsiteY28" fmla="*/ 120276 h 211499"/>
                <a:gd name="connsiteX29" fmla="*/ 7653 w 60467"/>
                <a:gd name="connsiteY29" fmla="*/ 89652 h 211499"/>
                <a:gd name="connsiteX30" fmla="*/ 7640 w 60467"/>
                <a:gd name="connsiteY30" fmla="*/ 58252 h 211499"/>
                <a:gd name="connsiteX31" fmla="*/ 7630 w 60467"/>
                <a:gd name="connsiteY31" fmla="*/ 38861 h 211499"/>
                <a:gd name="connsiteX32" fmla="*/ 7626 w 60467"/>
                <a:gd name="connsiteY32" fmla="*/ 25582 h 211499"/>
                <a:gd name="connsiteX33" fmla="*/ 7621 w 60467"/>
                <a:gd name="connsiteY33" fmla="*/ 17909 h 211499"/>
                <a:gd name="connsiteX34" fmla="*/ 7621 w 60467"/>
                <a:gd name="connsiteY34" fmla="*/ 9610 h 211499"/>
                <a:gd name="connsiteX35" fmla="*/ 7614 w 60467"/>
                <a:gd name="connsiteY35" fmla="*/ 7134 h 211499"/>
                <a:gd name="connsiteX36" fmla="*/ 7619 w 60467"/>
                <a:gd name="connsiteY36" fmla="*/ 4906 h 211499"/>
                <a:gd name="connsiteX37" fmla="*/ 7618 w 60467"/>
                <a:gd name="connsiteY37" fmla="*/ 2969 h 211499"/>
                <a:gd name="connsiteX38" fmla="*/ 12269 w 60467"/>
                <a:gd name="connsiteY38" fmla="*/ 681 h 211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467" h="211499">
                  <a:moveTo>
                    <a:pt x="12269" y="681"/>
                  </a:moveTo>
                  <a:cubicBezTo>
                    <a:pt x="13088" y="683"/>
                    <a:pt x="13088" y="683"/>
                    <a:pt x="13923" y="686"/>
                  </a:cubicBezTo>
                  <a:cubicBezTo>
                    <a:pt x="14496" y="684"/>
                    <a:pt x="15068" y="683"/>
                    <a:pt x="15658" y="682"/>
                  </a:cubicBezTo>
                  <a:cubicBezTo>
                    <a:pt x="17559" y="678"/>
                    <a:pt x="19460" y="681"/>
                    <a:pt x="21361" y="683"/>
                  </a:cubicBezTo>
                  <a:cubicBezTo>
                    <a:pt x="22676" y="683"/>
                    <a:pt x="23991" y="682"/>
                    <a:pt x="25306" y="681"/>
                  </a:cubicBezTo>
                  <a:cubicBezTo>
                    <a:pt x="28066" y="680"/>
                    <a:pt x="30826" y="681"/>
                    <a:pt x="33586" y="685"/>
                  </a:cubicBezTo>
                  <a:cubicBezTo>
                    <a:pt x="37132" y="689"/>
                    <a:pt x="40678" y="687"/>
                    <a:pt x="44224" y="682"/>
                  </a:cubicBezTo>
                  <a:cubicBezTo>
                    <a:pt x="46941" y="680"/>
                    <a:pt x="49658" y="680"/>
                    <a:pt x="52375" y="682"/>
                  </a:cubicBezTo>
                  <a:cubicBezTo>
                    <a:pt x="53683" y="683"/>
                    <a:pt x="54990" y="682"/>
                    <a:pt x="56298" y="680"/>
                  </a:cubicBezTo>
                  <a:cubicBezTo>
                    <a:pt x="58123" y="679"/>
                    <a:pt x="59948" y="681"/>
                    <a:pt x="61772" y="686"/>
                  </a:cubicBezTo>
                  <a:cubicBezTo>
                    <a:pt x="62318" y="684"/>
                    <a:pt x="62864" y="683"/>
                    <a:pt x="63426" y="681"/>
                  </a:cubicBezTo>
                  <a:cubicBezTo>
                    <a:pt x="67156" y="697"/>
                    <a:pt x="67156" y="697"/>
                    <a:pt x="67986" y="1526"/>
                  </a:cubicBezTo>
                  <a:cubicBezTo>
                    <a:pt x="68058" y="2651"/>
                    <a:pt x="68078" y="3779"/>
                    <a:pt x="68077" y="4906"/>
                  </a:cubicBezTo>
                  <a:cubicBezTo>
                    <a:pt x="68079" y="5642"/>
                    <a:pt x="68080" y="6377"/>
                    <a:pt x="68082" y="7134"/>
                  </a:cubicBezTo>
                  <a:cubicBezTo>
                    <a:pt x="68079" y="7951"/>
                    <a:pt x="68077" y="8768"/>
                    <a:pt x="68075" y="9610"/>
                  </a:cubicBezTo>
                  <a:cubicBezTo>
                    <a:pt x="68076" y="10471"/>
                    <a:pt x="68076" y="11332"/>
                    <a:pt x="68077" y="12218"/>
                  </a:cubicBezTo>
                  <a:cubicBezTo>
                    <a:pt x="68078" y="14618"/>
                    <a:pt x="68076" y="17017"/>
                    <a:pt x="68072" y="19416"/>
                  </a:cubicBezTo>
                  <a:cubicBezTo>
                    <a:pt x="68069" y="22000"/>
                    <a:pt x="68070" y="24583"/>
                    <a:pt x="68070" y="27167"/>
                  </a:cubicBezTo>
                  <a:cubicBezTo>
                    <a:pt x="68071" y="31646"/>
                    <a:pt x="68068" y="36126"/>
                    <a:pt x="68064" y="40605"/>
                  </a:cubicBezTo>
                  <a:cubicBezTo>
                    <a:pt x="68058" y="47082"/>
                    <a:pt x="68056" y="53559"/>
                    <a:pt x="68055" y="60036"/>
                  </a:cubicBezTo>
                  <a:cubicBezTo>
                    <a:pt x="68054" y="70543"/>
                    <a:pt x="68049" y="81050"/>
                    <a:pt x="68042" y="91557"/>
                  </a:cubicBezTo>
                  <a:cubicBezTo>
                    <a:pt x="68035" y="101766"/>
                    <a:pt x="68030" y="111975"/>
                    <a:pt x="68026" y="122184"/>
                  </a:cubicBezTo>
                  <a:cubicBezTo>
                    <a:pt x="68026" y="122813"/>
                    <a:pt x="68026" y="123442"/>
                    <a:pt x="68026" y="124090"/>
                  </a:cubicBezTo>
                  <a:cubicBezTo>
                    <a:pt x="68025" y="127244"/>
                    <a:pt x="68024" y="130399"/>
                    <a:pt x="68023" y="133553"/>
                  </a:cubicBezTo>
                  <a:cubicBezTo>
                    <a:pt x="68015" y="159742"/>
                    <a:pt x="68002" y="185930"/>
                    <a:pt x="67986" y="212118"/>
                  </a:cubicBezTo>
                  <a:cubicBezTo>
                    <a:pt x="48095" y="212118"/>
                    <a:pt x="28204" y="212118"/>
                    <a:pt x="7710" y="212118"/>
                  </a:cubicBezTo>
                  <a:cubicBezTo>
                    <a:pt x="7694" y="185302"/>
                    <a:pt x="7680" y="158487"/>
                    <a:pt x="7672" y="131671"/>
                  </a:cubicBezTo>
                  <a:cubicBezTo>
                    <a:pt x="7671" y="128509"/>
                    <a:pt x="7670" y="125347"/>
                    <a:pt x="7669" y="122184"/>
                  </a:cubicBezTo>
                  <a:cubicBezTo>
                    <a:pt x="7669" y="121555"/>
                    <a:pt x="7669" y="120925"/>
                    <a:pt x="7669" y="120276"/>
                  </a:cubicBezTo>
                  <a:cubicBezTo>
                    <a:pt x="7665" y="110068"/>
                    <a:pt x="7660" y="99860"/>
                    <a:pt x="7653" y="89652"/>
                  </a:cubicBezTo>
                  <a:cubicBezTo>
                    <a:pt x="7646" y="79185"/>
                    <a:pt x="7642" y="68719"/>
                    <a:pt x="7640" y="58252"/>
                  </a:cubicBezTo>
                  <a:cubicBezTo>
                    <a:pt x="7639" y="51788"/>
                    <a:pt x="7636" y="45325"/>
                    <a:pt x="7630" y="38861"/>
                  </a:cubicBezTo>
                  <a:cubicBezTo>
                    <a:pt x="7626" y="34435"/>
                    <a:pt x="7625" y="30008"/>
                    <a:pt x="7626" y="25582"/>
                  </a:cubicBezTo>
                  <a:cubicBezTo>
                    <a:pt x="7626" y="23025"/>
                    <a:pt x="7625" y="20467"/>
                    <a:pt x="7621" y="17909"/>
                  </a:cubicBezTo>
                  <a:cubicBezTo>
                    <a:pt x="7618" y="15143"/>
                    <a:pt x="7619" y="12377"/>
                    <a:pt x="7621" y="9610"/>
                  </a:cubicBezTo>
                  <a:cubicBezTo>
                    <a:pt x="7619" y="8793"/>
                    <a:pt x="7616" y="7976"/>
                    <a:pt x="7614" y="7134"/>
                  </a:cubicBezTo>
                  <a:cubicBezTo>
                    <a:pt x="7616" y="6399"/>
                    <a:pt x="7617" y="5664"/>
                    <a:pt x="7619" y="4906"/>
                  </a:cubicBezTo>
                  <a:cubicBezTo>
                    <a:pt x="7618" y="4267"/>
                    <a:pt x="7618" y="3628"/>
                    <a:pt x="7618" y="2969"/>
                  </a:cubicBezTo>
                  <a:cubicBezTo>
                    <a:pt x="7808" y="-3"/>
                    <a:pt x="9748" y="692"/>
                    <a:pt x="12269" y="681"/>
                  </a:cubicBezTo>
                  <a:close/>
                </a:path>
              </a:pathLst>
            </a:custGeom>
            <a:grpFill/>
            <a:ln w="744" cap="flat">
              <a:noFill/>
              <a:prstDash val="solid"/>
              <a:miter/>
            </a:ln>
          </p:spPr>
          <p:txBody>
            <a:bodyPr rtlCol="0" anchor="ctr"/>
            <a:lstStyle/>
            <a:p>
              <a:endParaRPr lang="zh-CN" altLang="en-US"/>
            </a:p>
          </p:txBody>
        </p:sp>
        <p:sp>
          <p:nvSpPr>
            <p:cNvPr id="197" name="任意多边形: 形状 196"/>
            <p:cNvSpPr/>
            <p:nvPr/>
          </p:nvSpPr>
          <p:spPr>
            <a:xfrm>
              <a:off x="9487659" y="732907"/>
              <a:ext cx="186536" cy="140753"/>
            </a:xfrm>
            <a:custGeom>
              <a:avLst/>
              <a:gdLst>
                <a:gd name="connsiteX0" fmla="*/ 154305 w 186537"/>
                <a:gd name="connsiteY0" fmla="*/ 806 h 140750"/>
                <a:gd name="connsiteX1" fmla="*/ 156291 w 186537"/>
                <a:gd name="connsiteY1" fmla="*/ 958 h 140750"/>
                <a:gd name="connsiteX2" fmla="*/ 157886 w 186537"/>
                <a:gd name="connsiteY2" fmla="*/ 1364 h 140750"/>
                <a:gd name="connsiteX3" fmla="*/ 158631 w 186537"/>
                <a:gd name="connsiteY3" fmla="*/ 3597 h 140750"/>
                <a:gd name="connsiteX4" fmla="*/ 162351 w 186537"/>
                <a:gd name="connsiteY4" fmla="*/ 5085 h 140750"/>
                <a:gd name="connsiteX5" fmla="*/ 163840 w 186537"/>
                <a:gd name="connsiteY5" fmla="*/ 7318 h 140750"/>
                <a:gd name="connsiteX6" fmla="*/ 165746 w 186537"/>
                <a:gd name="connsiteY6" fmla="*/ 7690 h 140750"/>
                <a:gd name="connsiteX7" fmla="*/ 167560 w 186537"/>
                <a:gd name="connsiteY7" fmla="*/ 8062 h 140750"/>
                <a:gd name="connsiteX8" fmla="*/ 168304 w 186537"/>
                <a:gd name="connsiteY8" fmla="*/ 10294 h 140750"/>
                <a:gd name="connsiteX9" fmla="*/ 169793 w 186537"/>
                <a:gd name="connsiteY9" fmla="*/ 10992 h 140750"/>
                <a:gd name="connsiteX10" fmla="*/ 171281 w 186537"/>
                <a:gd name="connsiteY10" fmla="*/ 11782 h 140750"/>
                <a:gd name="connsiteX11" fmla="*/ 171560 w 186537"/>
                <a:gd name="connsiteY11" fmla="*/ 13364 h 140750"/>
                <a:gd name="connsiteX12" fmla="*/ 172025 w 186537"/>
                <a:gd name="connsiteY12" fmla="*/ 14759 h 140750"/>
                <a:gd name="connsiteX13" fmla="*/ 174257 w 186537"/>
                <a:gd name="connsiteY13" fmla="*/ 14759 h 140750"/>
                <a:gd name="connsiteX14" fmla="*/ 176490 w 186537"/>
                <a:gd name="connsiteY14" fmla="*/ 14759 h 140750"/>
                <a:gd name="connsiteX15" fmla="*/ 177234 w 186537"/>
                <a:gd name="connsiteY15" fmla="*/ 17736 h 140750"/>
                <a:gd name="connsiteX16" fmla="*/ 181699 w 186537"/>
                <a:gd name="connsiteY16" fmla="*/ 18480 h 140750"/>
                <a:gd name="connsiteX17" fmla="*/ 182443 w 186537"/>
                <a:gd name="connsiteY17" fmla="*/ 20712 h 140750"/>
                <a:gd name="connsiteX18" fmla="*/ 183931 w 186537"/>
                <a:gd name="connsiteY18" fmla="*/ 21456 h 140750"/>
                <a:gd name="connsiteX19" fmla="*/ 186164 w 186537"/>
                <a:gd name="connsiteY19" fmla="*/ 24433 h 140750"/>
                <a:gd name="connsiteX20" fmla="*/ 187978 w 186537"/>
                <a:gd name="connsiteY20" fmla="*/ 24758 h 140750"/>
                <a:gd name="connsiteX21" fmla="*/ 189884 w 186537"/>
                <a:gd name="connsiteY21" fmla="*/ 25177 h 140750"/>
                <a:gd name="connsiteX22" fmla="*/ 190629 w 186537"/>
                <a:gd name="connsiteY22" fmla="*/ 26712 h 140750"/>
                <a:gd name="connsiteX23" fmla="*/ 191373 w 186537"/>
                <a:gd name="connsiteY23" fmla="*/ 28154 h 140750"/>
                <a:gd name="connsiteX24" fmla="*/ 193280 w 186537"/>
                <a:gd name="connsiteY24" fmla="*/ 28107 h 140750"/>
                <a:gd name="connsiteX25" fmla="*/ 195093 w 186537"/>
                <a:gd name="connsiteY25" fmla="*/ 28154 h 140750"/>
                <a:gd name="connsiteX26" fmla="*/ 195838 w 186537"/>
                <a:gd name="connsiteY26" fmla="*/ 31874 h 140750"/>
                <a:gd name="connsiteX27" fmla="*/ 197744 w 186537"/>
                <a:gd name="connsiteY27" fmla="*/ 32107 h 140750"/>
                <a:gd name="connsiteX28" fmla="*/ 199558 w 186537"/>
                <a:gd name="connsiteY28" fmla="*/ 32618 h 140750"/>
                <a:gd name="connsiteX29" fmla="*/ 199558 w 186537"/>
                <a:gd name="connsiteY29" fmla="*/ 38571 h 140750"/>
                <a:gd name="connsiteX30" fmla="*/ 197326 w 186537"/>
                <a:gd name="connsiteY30" fmla="*/ 39316 h 140750"/>
                <a:gd name="connsiteX31" fmla="*/ 196582 w 186537"/>
                <a:gd name="connsiteY31" fmla="*/ 41548 h 140750"/>
                <a:gd name="connsiteX32" fmla="*/ 193605 w 186537"/>
                <a:gd name="connsiteY32" fmla="*/ 43036 h 140750"/>
                <a:gd name="connsiteX33" fmla="*/ 192024 w 186537"/>
                <a:gd name="connsiteY33" fmla="*/ 44618 h 140750"/>
                <a:gd name="connsiteX34" fmla="*/ 189140 w 186537"/>
                <a:gd name="connsiteY34" fmla="*/ 46013 h 140750"/>
                <a:gd name="connsiteX35" fmla="*/ 188861 w 186537"/>
                <a:gd name="connsiteY35" fmla="*/ 47501 h 140750"/>
                <a:gd name="connsiteX36" fmla="*/ 188396 w 186537"/>
                <a:gd name="connsiteY36" fmla="*/ 48989 h 140750"/>
                <a:gd name="connsiteX37" fmla="*/ 185420 w 186537"/>
                <a:gd name="connsiteY37" fmla="*/ 48989 h 140750"/>
                <a:gd name="connsiteX38" fmla="*/ 185420 w 186537"/>
                <a:gd name="connsiteY38" fmla="*/ 51966 h 140750"/>
                <a:gd name="connsiteX39" fmla="*/ 182443 w 186537"/>
                <a:gd name="connsiteY39" fmla="*/ 53454 h 140750"/>
                <a:gd name="connsiteX40" fmla="*/ 180955 w 186537"/>
                <a:gd name="connsiteY40" fmla="*/ 55687 h 140750"/>
                <a:gd name="connsiteX41" fmla="*/ 177978 w 186537"/>
                <a:gd name="connsiteY41" fmla="*/ 57175 h 140750"/>
                <a:gd name="connsiteX42" fmla="*/ 177978 w 186537"/>
                <a:gd name="connsiteY42" fmla="*/ 58663 h 140750"/>
                <a:gd name="connsiteX43" fmla="*/ 176583 w 186537"/>
                <a:gd name="connsiteY43" fmla="*/ 58942 h 140750"/>
                <a:gd name="connsiteX44" fmla="*/ 175002 w 186537"/>
                <a:gd name="connsiteY44" fmla="*/ 59407 h 140750"/>
                <a:gd name="connsiteX45" fmla="*/ 173513 w 186537"/>
                <a:gd name="connsiteY45" fmla="*/ 62384 h 140750"/>
                <a:gd name="connsiteX46" fmla="*/ 170537 w 186537"/>
                <a:gd name="connsiteY46" fmla="*/ 63872 h 140750"/>
                <a:gd name="connsiteX47" fmla="*/ 169048 w 186537"/>
                <a:gd name="connsiteY47" fmla="*/ 66105 h 140750"/>
                <a:gd name="connsiteX48" fmla="*/ 166816 w 186537"/>
                <a:gd name="connsiteY48" fmla="*/ 66105 h 140750"/>
                <a:gd name="connsiteX49" fmla="*/ 166118 w 186537"/>
                <a:gd name="connsiteY49" fmla="*/ 67500 h 140750"/>
                <a:gd name="connsiteX50" fmla="*/ 162351 w 186537"/>
                <a:gd name="connsiteY50" fmla="*/ 70570 h 140750"/>
                <a:gd name="connsiteX51" fmla="*/ 162351 w 186537"/>
                <a:gd name="connsiteY51" fmla="*/ 72802 h 140750"/>
                <a:gd name="connsiteX52" fmla="*/ 160165 w 186537"/>
                <a:gd name="connsiteY52" fmla="*/ 72616 h 140750"/>
                <a:gd name="connsiteX53" fmla="*/ 157886 w 186537"/>
                <a:gd name="connsiteY53" fmla="*/ 72802 h 140750"/>
                <a:gd name="connsiteX54" fmla="*/ 157142 w 186537"/>
                <a:gd name="connsiteY54" fmla="*/ 75779 h 140750"/>
                <a:gd name="connsiteX55" fmla="*/ 155235 w 186537"/>
                <a:gd name="connsiteY55" fmla="*/ 76151 h 140750"/>
                <a:gd name="connsiteX56" fmla="*/ 153422 w 186537"/>
                <a:gd name="connsiteY56" fmla="*/ 76523 h 140750"/>
                <a:gd name="connsiteX57" fmla="*/ 153422 w 186537"/>
                <a:gd name="connsiteY57" fmla="*/ 79499 h 140750"/>
                <a:gd name="connsiteX58" fmla="*/ 149701 w 186537"/>
                <a:gd name="connsiteY58" fmla="*/ 80243 h 140750"/>
                <a:gd name="connsiteX59" fmla="*/ 148957 w 186537"/>
                <a:gd name="connsiteY59" fmla="*/ 81778 h 140750"/>
                <a:gd name="connsiteX60" fmla="*/ 148213 w 186537"/>
                <a:gd name="connsiteY60" fmla="*/ 83220 h 140750"/>
                <a:gd name="connsiteX61" fmla="*/ 144492 w 186537"/>
                <a:gd name="connsiteY61" fmla="*/ 83220 h 140750"/>
                <a:gd name="connsiteX62" fmla="*/ 144492 w 186537"/>
                <a:gd name="connsiteY62" fmla="*/ 86196 h 140750"/>
                <a:gd name="connsiteX63" fmla="*/ 139283 w 186537"/>
                <a:gd name="connsiteY63" fmla="*/ 86941 h 140750"/>
                <a:gd name="connsiteX64" fmla="*/ 139283 w 186537"/>
                <a:gd name="connsiteY64" fmla="*/ 89917 h 140750"/>
                <a:gd name="connsiteX65" fmla="*/ 135562 w 186537"/>
                <a:gd name="connsiteY65" fmla="*/ 90661 h 140750"/>
                <a:gd name="connsiteX66" fmla="*/ 134818 w 186537"/>
                <a:gd name="connsiteY66" fmla="*/ 92894 h 140750"/>
                <a:gd name="connsiteX67" fmla="*/ 133004 w 186537"/>
                <a:gd name="connsiteY67" fmla="*/ 93219 h 140750"/>
                <a:gd name="connsiteX68" fmla="*/ 131097 w 186537"/>
                <a:gd name="connsiteY68" fmla="*/ 93638 h 140750"/>
                <a:gd name="connsiteX69" fmla="*/ 130353 w 186537"/>
                <a:gd name="connsiteY69" fmla="*/ 95126 h 140750"/>
                <a:gd name="connsiteX70" fmla="*/ 129609 w 186537"/>
                <a:gd name="connsiteY70" fmla="*/ 96614 h 140750"/>
                <a:gd name="connsiteX71" fmla="*/ 125888 w 186537"/>
                <a:gd name="connsiteY71" fmla="*/ 97359 h 140750"/>
                <a:gd name="connsiteX72" fmla="*/ 125191 w 186537"/>
                <a:gd name="connsiteY72" fmla="*/ 98893 h 140750"/>
                <a:gd name="connsiteX73" fmla="*/ 124400 w 186537"/>
                <a:gd name="connsiteY73" fmla="*/ 100335 h 140750"/>
                <a:gd name="connsiteX74" fmla="*/ 119935 w 186537"/>
                <a:gd name="connsiteY74" fmla="*/ 100335 h 140750"/>
                <a:gd name="connsiteX75" fmla="*/ 119935 w 186537"/>
                <a:gd name="connsiteY75" fmla="*/ 103312 h 140750"/>
                <a:gd name="connsiteX76" fmla="*/ 114726 w 186537"/>
                <a:gd name="connsiteY76" fmla="*/ 104056 h 140750"/>
                <a:gd name="connsiteX77" fmla="*/ 114726 w 186537"/>
                <a:gd name="connsiteY77" fmla="*/ 107032 h 140750"/>
                <a:gd name="connsiteX78" fmla="*/ 112540 w 186537"/>
                <a:gd name="connsiteY78" fmla="*/ 107265 h 140750"/>
                <a:gd name="connsiteX79" fmla="*/ 110261 w 186537"/>
                <a:gd name="connsiteY79" fmla="*/ 107777 h 140750"/>
                <a:gd name="connsiteX80" fmla="*/ 109517 w 186537"/>
                <a:gd name="connsiteY80" fmla="*/ 110009 h 140750"/>
                <a:gd name="connsiteX81" fmla="*/ 106866 w 186537"/>
                <a:gd name="connsiteY81" fmla="*/ 110753 h 140750"/>
                <a:gd name="connsiteX82" fmla="*/ 104308 w 186537"/>
                <a:gd name="connsiteY82" fmla="*/ 111497 h 140750"/>
                <a:gd name="connsiteX83" fmla="*/ 104308 w 186537"/>
                <a:gd name="connsiteY83" fmla="*/ 113730 h 140750"/>
                <a:gd name="connsiteX84" fmla="*/ 101797 w 186537"/>
                <a:gd name="connsiteY84" fmla="*/ 113916 h 140750"/>
                <a:gd name="connsiteX85" fmla="*/ 99099 w 186537"/>
                <a:gd name="connsiteY85" fmla="*/ 114474 h 140750"/>
                <a:gd name="connsiteX86" fmla="*/ 97611 w 186537"/>
                <a:gd name="connsiteY86" fmla="*/ 117450 h 140750"/>
                <a:gd name="connsiteX87" fmla="*/ 93890 w 186537"/>
                <a:gd name="connsiteY87" fmla="*/ 118195 h 140750"/>
                <a:gd name="connsiteX88" fmla="*/ 93146 w 186537"/>
                <a:gd name="connsiteY88" fmla="*/ 120427 h 140750"/>
                <a:gd name="connsiteX89" fmla="*/ 90542 w 186537"/>
                <a:gd name="connsiteY89" fmla="*/ 120753 h 140750"/>
                <a:gd name="connsiteX90" fmla="*/ 87937 w 186537"/>
                <a:gd name="connsiteY90" fmla="*/ 121171 h 140750"/>
                <a:gd name="connsiteX91" fmla="*/ 87612 w 186537"/>
                <a:gd name="connsiteY91" fmla="*/ 122706 h 140750"/>
                <a:gd name="connsiteX92" fmla="*/ 87193 w 186537"/>
                <a:gd name="connsiteY92" fmla="*/ 124148 h 140750"/>
                <a:gd name="connsiteX93" fmla="*/ 81240 w 186537"/>
                <a:gd name="connsiteY93" fmla="*/ 124148 h 140750"/>
                <a:gd name="connsiteX94" fmla="*/ 80496 w 186537"/>
                <a:gd name="connsiteY94" fmla="*/ 127124 h 140750"/>
                <a:gd name="connsiteX95" fmla="*/ 74543 w 186537"/>
                <a:gd name="connsiteY95" fmla="*/ 127868 h 140750"/>
                <a:gd name="connsiteX96" fmla="*/ 74543 w 186537"/>
                <a:gd name="connsiteY96" fmla="*/ 130845 h 140750"/>
                <a:gd name="connsiteX97" fmla="*/ 71659 w 186537"/>
                <a:gd name="connsiteY97" fmla="*/ 131031 h 140750"/>
                <a:gd name="connsiteX98" fmla="*/ 68589 w 186537"/>
                <a:gd name="connsiteY98" fmla="*/ 131589 h 140750"/>
                <a:gd name="connsiteX99" fmla="*/ 67845 w 186537"/>
                <a:gd name="connsiteY99" fmla="*/ 133124 h 140750"/>
                <a:gd name="connsiteX100" fmla="*/ 67101 w 186537"/>
                <a:gd name="connsiteY100" fmla="*/ 134566 h 140750"/>
                <a:gd name="connsiteX101" fmla="*/ 61148 w 186537"/>
                <a:gd name="connsiteY101" fmla="*/ 134566 h 140750"/>
                <a:gd name="connsiteX102" fmla="*/ 61148 w 186537"/>
                <a:gd name="connsiteY102" fmla="*/ 137542 h 140750"/>
                <a:gd name="connsiteX103" fmla="*/ 53707 w 186537"/>
                <a:gd name="connsiteY103" fmla="*/ 137542 h 140750"/>
                <a:gd name="connsiteX104" fmla="*/ 53707 w 186537"/>
                <a:gd name="connsiteY104" fmla="*/ 141263 h 140750"/>
                <a:gd name="connsiteX105" fmla="*/ 49242 w 186537"/>
                <a:gd name="connsiteY105" fmla="*/ 141263 h 140750"/>
                <a:gd name="connsiteX106" fmla="*/ 48498 w 186537"/>
                <a:gd name="connsiteY106" fmla="*/ 139030 h 140750"/>
                <a:gd name="connsiteX107" fmla="*/ 46265 w 186537"/>
                <a:gd name="connsiteY107" fmla="*/ 138286 h 140750"/>
                <a:gd name="connsiteX108" fmla="*/ 46265 w 186537"/>
                <a:gd name="connsiteY108" fmla="*/ 133821 h 140750"/>
                <a:gd name="connsiteX109" fmla="*/ 44033 w 186537"/>
                <a:gd name="connsiteY109" fmla="*/ 133821 h 140750"/>
                <a:gd name="connsiteX110" fmla="*/ 43289 w 186537"/>
                <a:gd name="connsiteY110" fmla="*/ 130845 h 140750"/>
                <a:gd name="connsiteX111" fmla="*/ 41056 w 186537"/>
                <a:gd name="connsiteY111" fmla="*/ 128612 h 140750"/>
                <a:gd name="connsiteX112" fmla="*/ 37336 w 186537"/>
                <a:gd name="connsiteY112" fmla="*/ 121915 h 140750"/>
                <a:gd name="connsiteX113" fmla="*/ 35847 w 186537"/>
                <a:gd name="connsiteY113" fmla="*/ 121915 h 140750"/>
                <a:gd name="connsiteX114" fmla="*/ 34359 w 186537"/>
                <a:gd name="connsiteY114" fmla="*/ 118939 h 140750"/>
                <a:gd name="connsiteX115" fmla="*/ 32871 w 186537"/>
                <a:gd name="connsiteY115" fmla="*/ 118195 h 140750"/>
                <a:gd name="connsiteX116" fmla="*/ 32545 w 186537"/>
                <a:gd name="connsiteY116" fmla="*/ 116334 h 140750"/>
                <a:gd name="connsiteX117" fmla="*/ 32127 w 186537"/>
                <a:gd name="connsiteY117" fmla="*/ 114474 h 140750"/>
                <a:gd name="connsiteX118" fmla="*/ 29894 w 186537"/>
                <a:gd name="connsiteY118" fmla="*/ 113730 h 140750"/>
                <a:gd name="connsiteX119" fmla="*/ 29150 w 186537"/>
                <a:gd name="connsiteY119" fmla="*/ 110753 h 140750"/>
                <a:gd name="connsiteX120" fmla="*/ 27662 w 186537"/>
                <a:gd name="connsiteY120" fmla="*/ 110009 h 140750"/>
                <a:gd name="connsiteX121" fmla="*/ 27336 w 186537"/>
                <a:gd name="connsiteY121" fmla="*/ 108567 h 140750"/>
                <a:gd name="connsiteX122" fmla="*/ 24685 w 186537"/>
                <a:gd name="connsiteY122" fmla="*/ 105544 h 140750"/>
                <a:gd name="connsiteX123" fmla="*/ 24685 w 186537"/>
                <a:gd name="connsiteY123" fmla="*/ 103312 h 140750"/>
                <a:gd name="connsiteX124" fmla="*/ 23383 w 186537"/>
                <a:gd name="connsiteY124" fmla="*/ 102754 h 140750"/>
                <a:gd name="connsiteX125" fmla="*/ 19497 w 186537"/>
                <a:gd name="connsiteY125" fmla="*/ 97847 h 140750"/>
                <a:gd name="connsiteX126" fmla="*/ 16500 w 186537"/>
                <a:gd name="connsiteY126" fmla="*/ 95126 h 140750"/>
                <a:gd name="connsiteX127" fmla="*/ 15011 w 186537"/>
                <a:gd name="connsiteY127" fmla="*/ 91405 h 140750"/>
                <a:gd name="connsiteX128" fmla="*/ 13523 w 186537"/>
                <a:gd name="connsiteY128" fmla="*/ 90661 h 140750"/>
                <a:gd name="connsiteX129" fmla="*/ 13430 w 186537"/>
                <a:gd name="connsiteY129" fmla="*/ 86894 h 140750"/>
                <a:gd name="connsiteX130" fmla="*/ 13471 w 186537"/>
                <a:gd name="connsiteY130" fmla="*/ 84822 h 140750"/>
                <a:gd name="connsiteX131" fmla="*/ 13523 w 186537"/>
                <a:gd name="connsiteY131" fmla="*/ 83220 h 140750"/>
                <a:gd name="connsiteX132" fmla="*/ 17988 w 186537"/>
                <a:gd name="connsiteY132" fmla="*/ 82476 h 140750"/>
                <a:gd name="connsiteX133" fmla="*/ 17988 w 186537"/>
                <a:gd name="connsiteY133" fmla="*/ 79499 h 140750"/>
                <a:gd name="connsiteX134" fmla="*/ 19590 w 186537"/>
                <a:gd name="connsiteY134" fmla="*/ 79604 h 140750"/>
                <a:gd name="connsiteX135" fmla="*/ 21662 w 186537"/>
                <a:gd name="connsiteY135" fmla="*/ 79685 h 140750"/>
                <a:gd name="connsiteX136" fmla="*/ 23729 w 186537"/>
                <a:gd name="connsiteY136" fmla="*/ 79790 h 140750"/>
                <a:gd name="connsiteX137" fmla="*/ 25429 w 186537"/>
                <a:gd name="connsiteY137" fmla="*/ 79499 h 140750"/>
                <a:gd name="connsiteX138" fmla="*/ 26173 w 186537"/>
                <a:gd name="connsiteY138" fmla="*/ 76523 h 140750"/>
                <a:gd name="connsiteX139" fmla="*/ 31359 w 186537"/>
                <a:gd name="connsiteY139" fmla="*/ 76127 h 140750"/>
                <a:gd name="connsiteX140" fmla="*/ 32871 w 186537"/>
                <a:gd name="connsiteY140" fmla="*/ 75779 h 140750"/>
                <a:gd name="connsiteX141" fmla="*/ 33615 w 186537"/>
                <a:gd name="connsiteY141" fmla="*/ 72802 h 140750"/>
                <a:gd name="connsiteX142" fmla="*/ 36917 w 186537"/>
                <a:gd name="connsiteY142" fmla="*/ 72430 h 140750"/>
                <a:gd name="connsiteX143" fmla="*/ 40312 w 186537"/>
                <a:gd name="connsiteY143" fmla="*/ 72058 h 140750"/>
                <a:gd name="connsiteX144" fmla="*/ 41800 w 186537"/>
                <a:gd name="connsiteY144" fmla="*/ 69081 h 140750"/>
                <a:gd name="connsiteX145" fmla="*/ 46265 w 186537"/>
                <a:gd name="connsiteY145" fmla="*/ 69081 h 140750"/>
                <a:gd name="connsiteX146" fmla="*/ 46916 w 186537"/>
                <a:gd name="connsiteY146" fmla="*/ 67639 h 140750"/>
                <a:gd name="connsiteX147" fmla="*/ 47754 w 186537"/>
                <a:gd name="connsiteY147" fmla="*/ 66105 h 140750"/>
                <a:gd name="connsiteX148" fmla="*/ 50730 w 186537"/>
                <a:gd name="connsiteY148" fmla="*/ 65733 h 140750"/>
                <a:gd name="connsiteX149" fmla="*/ 53707 w 186537"/>
                <a:gd name="connsiteY149" fmla="*/ 65361 h 140750"/>
                <a:gd name="connsiteX150" fmla="*/ 55195 w 186537"/>
                <a:gd name="connsiteY150" fmla="*/ 62384 h 140750"/>
                <a:gd name="connsiteX151" fmla="*/ 60404 w 186537"/>
                <a:gd name="connsiteY151" fmla="*/ 61640 h 140750"/>
                <a:gd name="connsiteX152" fmla="*/ 61148 w 186537"/>
                <a:gd name="connsiteY152" fmla="*/ 59407 h 140750"/>
                <a:gd name="connsiteX153" fmla="*/ 64543 w 186537"/>
                <a:gd name="connsiteY153" fmla="*/ 58896 h 140750"/>
                <a:gd name="connsiteX154" fmla="*/ 66406 w 186537"/>
                <a:gd name="connsiteY154" fmla="*/ 58748 h 140750"/>
                <a:gd name="connsiteX155" fmla="*/ 67845 w 186537"/>
                <a:gd name="connsiteY155" fmla="*/ 58663 h 140750"/>
                <a:gd name="connsiteX156" fmla="*/ 67845 w 186537"/>
                <a:gd name="connsiteY156" fmla="*/ 55687 h 140750"/>
                <a:gd name="connsiteX157" fmla="*/ 70403 w 186537"/>
                <a:gd name="connsiteY157" fmla="*/ 55454 h 140750"/>
                <a:gd name="connsiteX158" fmla="*/ 73054 w 186537"/>
                <a:gd name="connsiteY158" fmla="*/ 54943 h 140750"/>
                <a:gd name="connsiteX159" fmla="*/ 73798 w 186537"/>
                <a:gd name="connsiteY159" fmla="*/ 52710 h 140750"/>
                <a:gd name="connsiteX160" fmla="*/ 79007 w 186537"/>
                <a:gd name="connsiteY160" fmla="*/ 51222 h 140750"/>
                <a:gd name="connsiteX161" fmla="*/ 79752 w 186537"/>
                <a:gd name="connsiteY161" fmla="*/ 48989 h 140750"/>
                <a:gd name="connsiteX162" fmla="*/ 82356 w 186537"/>
                <a:gd name="connsiteY162" fmla="*/ 48664 h 140750"/>
                <a:gd name="connsiteX163" fmla="*/ 84961 w 186537"/>
                <a:gd name="connsiteY163" fmla="*/ 48245 h 140750"/>
                <a:gd name="connsiteX164" fmla="*/ 85333 w 186537"/>
                <a:gd name="connsiteY164" fmla="*/ 46711 h 140750"/>
                <a:gd name="connsiteX165" fmla="*/ 85705 w 186537"/>
                <a:gd name="connsiteY165" fmla="*/ 45269 h 140750"/>
                <a:gd name="connsiteX166" fmla="*/ 90914 w 186537"/>
                <a:gd name="connsiteY166" fmla="*/ 45269 h 140750"/>
                <a:gd name="connsiteX167" fmla="*/ 90914 w 186537"/>
                <a:gd name="connsiteY167" fmla="*/ 42292 h 140750"/>
                <a:gd name="connsiteX168" fmla="*/ 93100 w 186537"/>
                <a:gd name="connsiteY168" fmla="*/ 42106 h 140750"/>
                <a:gd name="connsiteX169" fmla="*/ 95379 w 186537"/>
                <a:gd name="connsiteY169" fmla="*/ 41548 h 140750"/>
                <a:gd name="connsiteX170" fmla="*/ 95704 w 186537"/>
                <a:gd name="connsiteY170" fmla="*/ 40060 h 140750"/>
                <a:gd name="connsiteX171" fmla="*/ 96123 w 186537"/>
                <a:gd name="connsiteY171" fmla="*/ 38571 h 140750"/>
                <a:gd name="connsiteX172" fmla="*/ 101332 w 186537"/>
                <a:gd name="connsiteY172" fmla="*/ 37827 h 140750"/>
                <a:gd name="connsiteX173" fmla="*/ 102076 w 186537"/>
                <a:gd name="connsiteY173" fmla="*/ 35595 h 140750"/>
                <a:gd name="connsiteX174" fmla="*/ 104308 w 186537"/>
                <a:gd name="connsiteY174" fmla="*/ 35269 h 140750"/>
                <a:gd name="connsiteX175" fmla="*/ 106541 w 186537"/>
                <a:gd name="connsiteY175" fmla="*/ 34851 h 140750"/>
                <a:gd name="connsiteX176" fmla="*/ 106913 w 186537"/>
                <a:gd name="connsiteY176" fmla="*/ 33316 h 140750"/>
                <a:gd name="connsiteX177" fmla="*/ 107285 w 186537"/>
                <a:gd name="connsiteY177" fmla="*/ 31874 h 140750"/>
                <a:gd name="connsiteX178" fmla="*/ 111750 w 186537"/>
                <a:gd name="connsiteY178" fmla="*/ 31874 h 140750"/>
                <a:gd name="connsiteX179" fmla="*/ 112494 w 186537"/>
                <a:gd name="connsiteY179" fmla="*/ 28898 h 140750"/>
                <a:gd name="connsiteX180" fmla="*/ 116959 w 186537"/>
                <a:gd name="connsiteY180" fmla="*/ 28154 h 140750"/>
                <a:gd name="connsiteX181" fmla="*/ 116959 w 186537"/>
                <a:gd name="connsiteY181" fmla="*/ 25177 h 140750"/>
                <a:gd name="connsiteX182" fmla="*/ 120679 w 186537"/>
                <a:gd name="connsiteY182" fmla="*/ 24433 h 140750"/>
                <a:gd name="connsiteX183" fmla="*/ 121005 w 186537"/>
                <a:gd name="connsiteY183" fmla="*/ 22945 h 140750"/>
                <a:gd name="connsiteX184" fmla="*/ 121423 w 186537"/>
                <a:gd name="connsiteY184" fmla="*/ 21456 h 140750"/>
                <a:gd name="connsiteX185" fmla="*/ 125888 w 186537"/>
                <a:gd name="connsiteY185" fmla="*/ 20712 h 140750"/>
                <a:gd name="connsiteX186" fmla="*/ 126632 w 186537"/>
                <a:gd name="connsiteY186" fmla="*/ 18480 h 140750"/>
                <a:gd name="connsiteX187" fmla="*/ 128539 w 186537"/>
                <a:gd name="connsiteY187" fmla="*/ 17736 h 140750"/>
                <a:gd name="connsiteX188" fmla="*/ 130353 w 186537"/>
                <a:gd name="connsiteY188" fmla="*/ 16991 h 140750"/>
                <a:gd name="connsiteX189" fmla="*/ 130353 w 186537"/>
                <a:gd name="connsiteY189" fmla="*/ 14759 h 140750"/>
                <a:gd name="connsiteX190" fmla="*/ 134074 w 186537"/>
                <a:gd name="connsiteY190" fmla="*/ 14015 h 140750"/>
                <a:gd name="connsiteX191" fmla="*/ 134818 w 186537"/>
                <a:gd name="connsiteY191" fmla="*/ 11782 h 140750"/>
                <a:gd name="connsiteX192" fmla="*/ 139283 w 186537"/>
                <a:gd name="connsiteY192" fmla="*/ 11038 h 140750"/>
                <a:gd name="connsiteX193" fmla="*/ 139283 w 186537"/>
                <a:gd name="connsiteY193" fmla="*/ 8062 h 140750"/>
                <a:gd name="connsiteX194" fmla="*/ 143004 w 186537"/>
                <a:gd name="connsiteY194" fmla="*/ 6573 h 140750"/>
                <a:gd name="connsiteX195" fmla="*/ 144492 w 186537"/>
                <a:gd name="connsiteY195" fmla="*/ 4341 h 140750"/>
                <a:gd name="connsiteX196" fmla="*/ 147468 w 186537"/>
                <a:gd name="connsiteY196" fmla="*/ 4341 h 140750"/>
                <a:gd name="connsiteX197" fmla="*/ 147468 w 186537"/>
                <a:gd name="connsiteY197" fmla="*/ 1364 h 140750"/>
                <a:gd name="connsiteX198" fmla="*/ 154305 w 186537"/>
                <a:gd name="connsiteY198" fmla="*/ 806 h 14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86537" h="140750">
                  <a:moveTo>
                    <a:pt x="154305" y="806"/>
                  </a:moveTo>
                  <a:cubicBezTo>
                    <a:pt x="155288" y="881"/>
                    <a:pt x="155288" y="881"/>
                    <a:pt x="156291" y="958"/>
                  </a:cubicBezTo>
                  <a:cubicBezTo>
                    <a:pt x="157080" y="1159"/>
                    <a:pt x="157080" y="1159"/>
                    <a:pt x="157886" y="1364"/>
                  </a:cubicBezTo>
                  <a:cubicBezTo>
                    <a:pt x="158132" y="2101"/>
                    <a:pt x="158378" y="2838"/>
                    <a:pt x="158631" y="3597"/>
                  </a:cubicBezTo>
                  <a:cubicBezTo>
                    <a:pt x="159866" y="4104"/>
                    <a:pt x="161107" y="4600"/>
                    <a:pt x="162351" y="5085"/>
                  </a:cubicBezTo>
                  <a:cubicBezTo>
                    <a:pt x="163088" y="6190"/>
                    <a:pt x="163088" y="6190"/>
                    <a:pt x="163840" y="7318"/>
                  </a:cubicBezTo>
                  <a:cubicBezTo>
                    <a:pt x="164469" y="7440"/>
                    <a:pt x="165098" y="7563"/>
                    <a:pt x="165746" y="7690"/>
                  </a:cubicBezTo>
                  <a:cubicBezTo>
                    <a:pt x="166644" y="7874"/>
                    <a:pt x="166644" y="7874"/>
                    <a:pt x="167560" y="8062"/>
                  </a:cubicBezTo>
                  <a:cubicBezTo>
                    <a:pt x="167806" y="8798"/>
                    <a:pt x="168051" y="9535"/>
                    <a:pt x="168304" y="10294"/>
                  </a:cubicBezTo>
                  <a:cubicBezTo>
                    <a:pt x="169041" y="10639"/>
                    <a:pt x="169041" y="10639"/>
                    <a:pt x="169793" y="10992"/>
                  </a:cubicBezTo>
                  <a:cubicBezTo>
                    <a:pt x="170284" y="11253"/>
                    <a:pt x="170775" y="11514"/>
                    <a:pt x="171281" y="11782"/>
                  </a:cubicBezTo>
                  <a:cubicBezTo>
                    <a:pt x="171373" y="12304"/>
                    <a:pt x="171465" y="12826"/>
                    <a:pt x="171560" y="13364"/>
                  </a:cubicBezTo>
                  <a:cubicBezTo>
                    <a:pt x="171713" y="13824"/>
                    <a:pt x="171867" y="14285"/>
                    <a:pt x="172025" y="14759"/>
                  </a:cubicBezTo>
                  <a:cubicBezTo>
                    <a:pt x="172762" y="14759"/>
                    <a:pt x="173498" y="14759"/>
                    <a:pt x="174257" y="14759"/>
                  </a:cubicBezTo>
                  <a:cubicBezTo>
                    <a:pt x="174994" y="14759"/>
                    <a:pt x="175731" y="14759"/>
                    <a:pt x="176490" y="14759"/>
                  </a:cubicBezTo>
                  <a:cubicBezTo>
                    <a:pt x="176745" y="15749"/>
                    <a:pt x="176993" y="16742"/>
                    <a:pt x="177234" y="17736"/>
                  </a:cubicBezTo>
                  <a:cubicBezTo>
                    <a:pt x="178717" y="18014"/>
                    <a:pt x="180206" y="18262"/>
                    <a:pt x="181699" y="18480"/>
                  </a:cubicBezTo>
                  <a:cubicBezTo>
                    <a:pt x="181944" y="19216"/>
                    <a:pt x="182190" y="19953"/>
                    <a:pt x="182443" y="20712"/>
                  </a:cubicBezTo>
                  <a:cubicBezTo>
                    <a:pt x="182934" y="20958"/>
                    <a:pt x="183425" y="21203"/>
                    <a:pt x="183931" y="21456"/>
                  </a:cubicBezTo>
                  <a:cubicBezTo>
                    <a:pt x="185420" y="22200"/>
                    <a:pt x="185420" y="22200"/>
                    <a:pt x="186164" y="24433"/>
                  </a:cubicBezTo>
                  <a:cubicBezTo>
                    <a:pt x="186762" y="24540"/>
                    <a:pt x="187361" y="24648"/>
                    <a:pt x="187978" y="24758"/>
                  </a:cubicBezTo>
                  <a:cubicBezTo>
                    <a:pt x="188607" y="24897"/>
                    <a:pt x="189236" y="25035"/>
                    <a:pt x="189884" y="25177"/>
                  </a:cubicBezTo>
                  <a:cubicBezTo>
                    <a:pt x="190130" y="25683"/>
                    <a:pt x="190376" y="26190"/>
                    <a:pt x="190629" y="26712"/>
                  </a:cubicBezTo>
                  <a:cubicBezTo>
                    <a:pt x="190874" y="27188"/>
                    <a:pt x="191120" y="27663"/>
                    <a:pt x="191373" y="28154"/>
                  </a:cubicBezTo>
                  <a:cubicBezTo>
                    <a:pt x="192002" y="28138"/>
                    <a:pt x="192631" y="28123"/>
                    <a:pt x="193280" y="28107"/>
                  </a:cubicBezTo>
                  <a:cubicBezTo>
                    <a:pt x="193878" y="28122"/>
                    <a:pt x="194477" y="28138"/>
                    <a:pt x="195093" y="28154"/>
                  </a:cubicBezTo>
                  <a:cubicBezTo>
                    <a:pt x="195348" y="29393"/>
                    <a:pt x="195595" y="30633"/>
                    <a:pt x="195838" y="31874"/>
                  </a:cubicBezTo>
                  <a:cubicBezTo>
                    <a:pt x="196467" y="31951"/>
                    <a:pt x="197096" y="32028"/>
                    <a:pt x="197744" y="32107"/>
                  </a:cubicBezTo>
                  <a:cubicBezTo>
                    <a:pt x="198642" y="32360"/>
                    <a:pt x="198642" y="32360"/>
                    <a:pt x="199558" y="32618"/>
                  </a:cubicBezTo>
                  <a:cubicBezTo>
                    <a:pt x="200046" y="34634"/>
                    <a:pt x="200078" y="36563"/>
                    <a:pt x="199558" y="38571"/>
                  </a:cubicBezTo>
                  <a:cubicBezTo>
                    <a:pt x="198822" y="38817"/>
                    <a:pt x="198085" y="39063"/>
                    <a:pt x="197326" y="39316"/>
                  </a:cubicBezTo>
                  <a:cubicBezTo>
                    <a:pt x="197080" y="40052"/>
                    <a:pt x="196835" y="40789"/>
                    <a:pt x="196582" y="41548"/>
                  </a:cubicBezTo>
                  <a:cubicBezTo>
                    <a:pt x="195596" y="42058"/>
                    <a:pt x="194603" y="42552"/>
                    <a:pt x="193605" y="43036"/>
                  </a:cubicBezTo>
                  <a:cubicBezTo>
                    <a:pt x="193083" y="43558"/>
                    <a:pt x="192561" y="44080"/>
                    <a:pt x="192024" y="44618"/>
                  </a:cubicBezTo>
                  <a:cubicBezTo>
                    <a:pt x="190629" y="46013"/>
                    <a:pt x="190629" y="46013"/>
                    <a:pt x="189140" y="46013"/>
                  </a:cubicBezTo>
                  <a:cubicBezTo>
                    <a:pt x="189048" y="46504"/>
                    <a:pt x="188956" y="46995"/>
                    <a:pt x="188861" y="47501"/>
                  </a:cubicBezTo>
                  <a:cubicBezTo>
                    <a:pt x="188708" y="47992"/>
                    <a:pt x="188554" y="48483"/>
                    <a:pt x="188396" y="48989"/>
                  </a:cubicBezTo>
                  <a:cubicBezTo>
                    <a:pt x="187414" y="48989"/>
                    <a:pt x="186432" y="48989"/>
                    <a:pt x="185420" y="48989"/>
                  </a:cubicBezTo>
                  <a:cubicBezTo>
                    <a:pt x="185420" y="49972"/>
                    <a:pt x="185420" y="50954"/>
                    <a:pt x="185420" y="51966"/>
                  </a:cubicBezTo>
                  <a:cubicBezTo>
                    <a:pt x="184024" y="52757"/>
                    <a:pt x="184024" y="52757"/>
                    <a:pt x="182443" y="53454"/>
                  </a:cubicBezTo>
                  <a:cubicBezTo>
                    <a:pt x="181952" y="54191"/>
                    <a:pt x="181461" y="54928"/>
                    <a:pt x="180955" y="55687"/>
                  </a:cubicBezTo>
                  <a:cubicBezTo>
                    <a:pt x="179963" y="56183"/>
                    <a:pt x="178970" y="56679"/>
                    <a:pt x="177978" y="57175"/>
                  </a:cubicBezTo>
                  <a:cubicBezTo>
                    <a:pt x="177978" y="57666"/>
                    <a:pt x="177978" y="58157"/>
                    <a:pt x="177978" y="58663"/>
                  </a:cubicBezTo>
                  <a:cubicBezTo>
                    <a:pt x="177288" y="58801"/>
                    <a:pt x="177288" y="58801"/>
                    <a:pt x="176583" y="58942"/>
                  </a:cubicBezTo>
                  <a:cubicBezTo>
                    <a:pt x="176061" y="59096"/>
                    <a:pt x="175539" y="59249"/>
                    <a:pt x="175002" y="59407"/>
                  </a:cubicBezTo>
                  <a:cubicBezTo>
                    <a:pt x="174493" y="60393"/>
                    <a:pt x="173997" y="61386"/>
                    <a:pt x="173513" y="62384"/>
                  </a:cubicBezTo>
                  <a:cubicBezTo>
                    <a:pt x="172534" y="62904"/>
                    <a:pt x="171541" y="63401"/>
                    <a:pt x="170537" y="63872"/>
                  </a:cubicBezTo>
                  <a:cubicBezTo>
                    <a:pt x="170046" y="64609"/>
                    <a:pt x="169555" y="65346"/>
                    <a:pt x="169048" y="66105"/>
                  </a:cubicBezTo>
                  <a:cubicBezTo>
                    <a:pt x="168312" y="66105"/>
                    <a:pt x="167575" y="66105"/>
                    <a:pt x="166816" y="66105"/>
                  </a:cubicBezTo>
                  <a:cubicBezTo>
                    <a:pt x="166586" y="66565"/>
                    <a:pt x="166356" y="67026"/>
                    <a:pt x="166118" y="67500"/>
                  </a:cubicBezTo>
                  <a:cubicBezTo>
                    <a:pt x="165147" y="69443"/>
                    <a:pt x="164237" y="69627"/>
                    <a:pt x="162351" y="70570"/>
                  </a:cubicBezTo>
                  <a:cubicBezTo>
                    <a:pt x="162351" y="71306"/>
                    <a:pt x="162351" y="72043"/>
                    <a:pt x="162351" y="72802"/>
                  </a:cubicBezTo>
                  <a:cubicBezTo>
                    <a:pt x="161630" y="72741"/>
                    <a:pt x="160909" y="72679"/>
                    <a:pt x="160165" y="72616"/>
                  </a:cubicBezTo>
                  <a:cubicBezTo>
                    <a:pt x="159413" y="72677"/>
                    <a:pt x="158661" y="72739"/>
                    <a:pt x="157886" y="72802"/>
                  </a:cubicBezTo>
                  <a:cubicBezTo>
                    <a:pt x="157447" y="74250"/>
                    <a:pt x="157447" y="74250"/>
                    <a:pt x="157142" y="75779"/>
                  </a:cubicBezTo>
                  <a:cubicBezTo>
                    <a:pt x="156513" y="75901"/>
                    <a:pt x="155884" y="76024"/>
                    <a:pt x="155235" y="76151"/>
                  </a:cubicBezTo>
                  <a:cubicBezTo>
                    <a:pt x="154637" y="76273"/>
                    <a:pt x="154038" y="76396"/>
                    <a:pt x="153422" y="76523"/>
                  </a:cubicBezTo>
                  <a:cubicBezTo>
                    <a:pt x="153422" y="77505"/>
                    <a:pt x="153422" y="78487"/>
                    <a:pt x="153422" y="79499"/>
                  </a:cubicBezTo>
                  <a:cubicBezTo>
                    <a:pt x="152184" y="79760"/>
                    <a:pt x="150943" y="80007"/>
                    <a:pt x="149701" y="80243"/>
                  </a:cubicBezTo>
                  <a:cubicBezTo>
                    <a:pt x="149455" y="80750"/>
                    <a:pt x="149210" y="81256"/>
                    <a:pt x="148957" y="81778"/>
                  </a:cubicBezTo>
                  <a:cubicBezTo>
                    <a:pt x="148711" y="82254"/>
                    <a:pt x="148466" y="82730"/>
                    <a:pt x="148213" y="83220"/>
                  </a:cubicBezTo>
                  <a:cubicBezTo>
                    <a:pt x="146259" y="83406"/>
                    <a:pt x="146259" y="83406"/>
                    <a:pt x="144492" y="83220"/>
                  </a:cubicBezTo>
                  <a:cubicBezTo>
                    <a:pt x="144492" y="84202"/>
                    <a:pt x="144492" y="85184"/>
                    <a:pt x="144492" y="86196"/>
                  </a:cubicBezTo>
                  <a:cubicBezTo>
                    <a:pt x="141913" y="86565"/>
                    <a:pt x="141913" y="86565"/>
                    <a:pt x="139283" y="86941"/>
                  </a:cubicBezTo>
                  <a:cubicBezTo>
                    <a:pt x="139283" y="87923"/>
                    <a:pt x="139283" y="88905"/>
                    <a:pt x="139283" y="89917"/>
                  </a:cubicBezTo>
                  <a:cubicBezTo>
                    <a:pt x="138050" y="90202"/>
                    <a:pt x="136809" y="90448"/>
                    <a:pt x="135562" y="90661"/>
                  </a:cubicBezTo>
                  <a:cubicBezTo>
                    <a:pt x="135317" y="91398"/>
                    <a:pt x="135071" y="92135"/>
                    <a:pt x="134818" y="92894"/>
                  </a:cubicBezTo>
                  <a:cubicBezTo>
                    <a:pt x="133920" y="93055"/>
                    <a:pt x="133920" y="93055"/>
                    <a:pt x="133004" y="93219"/>
                  </a:cubicBezTo>
                  <a:cubicBezTo>
                    <a:pt x="132375" y="93357"/>
                    <a:pt x="131746" y="93496"/>
                    <a:pt x="131097" y="93638"/>
                  </a:cubicBezTo>
                  <a:cubicBezTo>
                    <a:pt x="130852" y="94129"/>
                    <a:pt x="130606" y="94620"/>
                    <a:pt x="130353" y="95126"/>
                  </a:cubicBezTo>
                  <a:cubicBezTo>
                    <a:pt x="130108" y="95617"/>
                    <a:pt x="129862" y="96108"/>
                    <a:pt x="129609" y="96614"/>
                  </a:cubicBezTo>
                  <a:cubicBezTo>
                    <a:pt x="128369" y="96862"/>
                    <a:pt x="127129" y="97111"/>
                    <a:pt x="125888" y="97359"/>
                  </a:cubicBezTo>
                  <a:cubicBezTo>
                    <a:pt x="125658" y="97865"/>
                    <a:pt x="125428" y="98372"/>
                    <a:pt x="125191" y="98893"/>
                  </a:cubicBezTo>
                  <a:cubicBezTo>
                    <a:pt x="124930" y="99369"/>
                    <a:pt x="124669" y="99845"/>
                    <a:pt x="124400" y="100335"/>
                  </a:cubicBezTo>
                  <a:cubicBezTo>
                    <a:pt x="122075" y="100521"/>
                    <a:pt x="122075" y="100521"/>
                    <a:pt x="119935" y="100335"/>
                  </a:cubicBezTo>
                  <a:cubicBezTo>
                    <a:pt x="119935" y="101317"/>
                    <a:pt x="119935" y="102300"/>
                    <a:pt x="119935" y="103312"/>
                  </a:cubicBezTo>
                  <a:cubicBezTo>
                    <a:pt x="118216" y="103557"/>
                    <a:pt x="116497" y="103803"/>
                    <a:pt x="114726" y="104056"/>
                  </a:cubicBezTo>
                  <a:cubicBezTo>
                    <a:pt x="114726" y="105038"/>
                    <a:pt x="114726" y="106020"/>
                    <a:pt x="114726" y="107032"/>
                  </a:cubicBezTo>
                  <a:cubicBezTo>
                    <a:pt x="113644" y="107148"/>
                    <a:pt x="113644" y="107148"/>
                    <a:pt x="112540" y="107265"/>
                  </a:cubicBezTo>
                  <a:cubicBezTo>
                    <a:pt x="111788" y="107434"/>
                    <a:pt x="111036" y="107603"/>
                    <a:pt x="110261" y="107777"/>
                  </a:cubicBezTo>
                  <a:cubicBezTo>
                    <a:pt x="110016" y="108513"/>
                    <a:pt x="109770" y="109250"/>
                    <a:pt x="109517" y="110009"/>
                  </a:cubicBezTo>
                  <a:cubicBezTo>
                    <a:pt x="108642" y="110255"/>
                    <a:pt x="107768" y="110500"/>
                    <a:pt x="106866" y="110753"/>
                  </a:cubicBezTo>
                  <a:cubicBezTo>
                    <a:pt x="106022" y="110999"/>
                    <a:pt x="105178" y="111244"/>
                    <a:pt x="104308" y="111497"/>
                  </a:cubicBezTo>
                  <a:cubicBezTo>
                    <a:pt x="104308" y="112234"/>
                    <a:pt x="104308" y="112971"/>
                    <a:pt x="104308" y="113730"/>
                  </a:cubicBezTo>
                  <a:cubicBezTo>
                    <a:pt x="103479" y="113791"/>
                    <a:pt x="102651" y="113852"/>
                    <a:pt x="101797" y="113916"/>
                  </a:cubicBezTo>
                  <a:cubicBezTo>
                    <a:pt x="100462" y="114192"/>
                    <a:pt x="100462" y="114192"/>
                    <a:pt x="99099" y="114474"/>
                  </a:cubicBezTo>
                  <a:cubicBezTo>
                    <a:pt x="98243" y="115937"/>
                    <a:pt x="98243" y="115937"/>
                    <a:pt x="97611" y="117450"/>
                  </a:cubicBezTo>
                  <a:cubicBezTo>
                    <a:pt x="96376" y="117722"/>
                    <a:pt x="95135" y="117971"/>
                    <a:pt x="93890" y="118195"/>
                  </a:cubicBezTo>
                  <a:cubicBezTo>
                    <a:pt x="93645" y="118931"/>
                    <a:pt x="93399" y="119668"/>
                    <a:pt x="93146" y="120427"/>
                  </a:cubicBezTo>
                  <a:cubicBezTo>
                    <a:pt x="91857" y="120588"/>
                    <a:pt x="91857" y="120588"/>
                    <a:pt x="90542" y="120753"/>
                  </a:cubicBezTo>
                  <a:cubicBezTo>
                    <a:pt x="89682" y="120891"/>
                    <a:pt x="88823" y="121029"/>
                    <a:pt x="87937" y="121171"/>
                  </a:cubicBezTo>
                  <a:cubicBezTo>
                    <a:pt x="87776" y="121931"/>
                    <a:pt x="87776" y="121931"/>
                    <a:pt x="87612" y="122706"/>
                  </a:cubicBezTo>
                  <a:cubicBezTo>
                    <a:pt x="87404" y="123420"/>
                    <a:pt x="87404" y="123420"/>
                    <a:pt x="87193" y="124148"/>
                  </a:cubicBezTo>
                  <a:cubicBezTo>
                    <a:pt x="85209" y="124148"/>
                    <a:pt x="83224" y="124148"/>
                    <a:pt x="81240" y="124148"/>
                  </a:cubicBezTo>
                  <a:cubicBezTo>
                    <a:pt x="80984" y="125138"/>
                    <a:pt x="80737" y="126130"/>
                    <a:pt x="80496" y="127124"/>
                  </a:cubicBezTo>
                  <a:cubicBezTo>
                    <a:pt x="78496" y="127662"/>
                    <a:pt x="76624" y="127736"/>
                    <a:pt x="74543" y="127868"/>
                  </a:cubicBezTo>
                  <a:cubicBezTo>
                    <a:pt x="74543" y="128851"/>
                    <a:pt x="74543" y="129833"/>
                    <a:pt x="74543" y="130845"/>
                  </a:cubicBezTo>
                  <a:cubicBezTo>
                    <a:pt x="73591" y="130906"/>
                    <a:pt x="72639" y="130968"/>
                    <a:pt x="71659" y="131031"/>
                  </a:cubicBezTo>
                  <a:cubicBezTo>
                    <a:pt x="70022" y="131183"/>
                    <a:pt x="70022" y="131183"/>
                    <a:pt x="68589" y="131589"/>
                  </a:cubicBezTo>
                  <a:cubicBezTo>
                    <a:pt x="68344" y="132096"/>
                    <a:pt x="68098" y="132602"/>
                    <a:pt x="67845" y="133124"/>
                  </a:cubicBezTo>
                  <a:cubicBezTo>
                    <a:pt x="67600" y="133600"/>
                    <a:pt x="67354" y="134075"/>
                    <a:pt x="67101" y="134566"/>
                  </a:cubicBezTo>
                  <a:cubicBezTo>
                    <a:pt x="65059" y="134850"/>
                    <a:pt x="63222" y="134699"/>
                    <a:pt x="61148" y="134566"/>
                  </a:cubicBezTo>
                  <a:cubicBezTo>
                    <a:pt x="61148" y="135548"/>
                    <a:pt x="61148" y="136530"/>
                    <a:pt x="61148" y="137542"/>
                  </a:cubicBezTo>
                  <a:cubicBezTo>
                    <a:pt x="58692" y="137542"/>
                    <a:pt x="56237" y="137542"/>
                    <a:pt x="53707" y="137542"/>
                  </a:cubicBezTo>
                  <a:cubicBezTo>
                    <a:pt x="53707" y="138770"/>
                    <a:pt x="53707" y="139998"/>
                    <a:pt x="53707" y="141263"/>
                  </a:cubicBezTo>
                  <a:cubicBezTo>
                    <a:pt x="51521" y="141402"/>
                    <a:pt x="51521" y="141402"/>
                    <a:pt x="49242" y="141263"/>
                  </a:cubicBezTo>
                  <a:cubicBezTo>
                    <a:pt x="48996" y="140526"/>
                    <a:pt x="48751" y="139789"/>
                    <a:pt x="48498" y="139030"/>
                  </a:cubicBezTo>
                  <a:cubicBezTo>
                    <a:pt x="47761" y="138785"/>
                    <a:pt x="47024" y="138539"/>
                    <a:pt x="46265" y="138286"/>
                  </a:cubicBezTo>
                  <a:cubicBezTo>
                    <a:pt x="46126" y="136007"/>
                    <a:pt x="46126" y="136007"/>
                    <a:pt x="46265" y="133821"/>
                  </a:cubicBezTo>
                  <a:cubicBezTo>
                    <a:pt x="45529" y="133821"/>
                    <a:pt x="44792" y="133821"/>
                    <a:pt x="44033" y="133821"/>
                  </a:cubicBezTo>
                  <a:cubicBezTo>
                    <a:pt x="43761" y="132836"/>
                    <a:pt x="43517" y="131842"/>
                    <a:pt x="43289" y="130845"/>
                  </a:cubicBezTo>
                  <a:cubicBezTo>
                    <a:pt x="42297" y="129729"/>
                    <a:pt x="42297" y="129729"/>
                    <a:pt x="41056" y="128612"/>
                  </a:cubicBezTo>
                  <a:cubicBezTo>
                    <a:pt x="39099" y="126367"/>
                    <a:pt x="37978" y="124807"/>
                    <a:pt x="37336" y="121915"/>
                  </a:cubicBezTo>
                  <a:cubicBezTo>
                    <a:pt x="36844" y="121915"/>
                    <a:pt x="36353" y="121915"/>
                    <a:pt x="35847" y="121915"/>
                  </a:cubicBezTo>
                  <a:cubicBezTo>
                    <a:pt x="35339" y="120929"/>
                    <a:pt x="34843" y="119937"/>
                    <a:pt x="34359" y="118939"/>
                  </a:cubicBezTo>
                  <a:cubicBezTo>
                    <a:pt x="33868" y="118693"/>
                    <a:pt x="33377" y="118448"/>
                    <a:pt x="32871" y="118195"/>
                  </a:cubicBezTo>
                  <a:cubicBezTo>
                    <a:pt x="32763" y="117581"/>
                    <a:pt x="32656" y="116967"/>
                    <a:pt x="32545" y="116334"/>
                  </a:cubicBezTo>
                  <a:cubicBezTo>
                    <a:pt x="32407" y="115720"/>
                    <a:pt x="32269" y="115106"/>
                    <a:pt x="32127" y="114474"/>
                  </a:cubicBezTo>
                  <a:cubicBezTo>
                    <a:pt x="31390" y="114228"/>
                    <a:pt x="30653" y="113983"/>
                    <a:pt x="29894" y="113730"/>
                  </a:cubicBezTo>
                  <a:cubicBezTo>
                    <a:pt x="29617" y="112745"/>
                    <a:pt x="29369" y="111752"/>
                    <a:pt x="29150" y="110753"/>
                  </a:cubicBezTo>
                  <a:cubicBezTo>
                    <a:pt x="28659" y="110508"/>
                    <a:pt x="28168" y="110262"/>
                    <a:pt x="27662" y="110009"/>
                  </a:cubicBezTo>
                  <a:cubicBezTo>
                    <a:pt x="27554" y="109533"/>
                    <a:pt x="27447" y="109057"/>
                    <a:pt x="27336" y="108567"/>
                  </a:cubicBezTo>
                  <a:cubicBezTo>
                    <a:pt x="27021" y="106748"/>
                    <a:pt x="27021" y="106748"/>
                    <a:pt x="24685" y="105544"/>
                  </a:cubicBezTo>
                  <a:cubicBezTo>
                    <a:pt x="24685" y="104807"/>
                    <a:pt x="24685" y="104071"/>
                    <a:pt x="24685" y="103312"/>
                  </a:cubicBezTo>
                  <a:cubicBezTo>
                    <a:pt x="24041" y="103035"/>
                    <a:pt x="24041" y="103035"/>
                    <a:pt x="23383" y="102754"/>
                  </a:cubicBezTo>
                  <a:cubicBezTo>
                    <a:pt x="21182" y="101531"/>
                    <a:pt x="20589" y="100060"/>
                    <a:pt x="19497" y="97847"/>
                  </a:cubicBezTo>
                  <a:cubicBezTo>
                    <a:pt x="18697" y="96369"/>
                    <a:pt x="18697" y="96369"/>
                    <a:pt x="16500" y="95126"/>
                  </a:cubicBezTo>
                  <a:cubicBezTo>
                    <a:pt x="15988" y="93892"/>
                    <a:pt x="15491" y="92652"/>
                    <a:pt x="15011" y="91405"/>
                  </a:cubicBezTo>
                  <a:cubicBezTo>
                    <a:pt x="14520" y="91160"/>
                    <a:pt x="14029" y="90914"/>
                    <a:pt x="13523" y="90661"/>
                  </a:cubicBezTo>
                  <a:cubicBezTo>
                    <a:pt x="13378" y="88961"/>
                    <a:pt x="13378" y="88961"/>
                    <a:pt x="13430" y="86894"/>
                  </a:cubicBezTo>
                  <a:cubicBezTo>
                    <a:pt x="13444" y="86210"/>
                    <a:pt x="13457" y="85526"/>
                    <a:pt x="13471" y="84822"/>
                  </a:cubicBezTo>
                  <a:cubicBezTo>
                    <a:pt x="13488" y="84293"/>
                    <a:pt x="13505" y="83764"/>
                    <a:pt x="13523" y="83220"/>
                  </a:cubicBezTo>
                  <a:cubicBezTo>
                    <a:pt x="15733" y="82852"/>
                    <a:pt x="15733" y="82852"/>
                    <a:pt x="17988" y="82476"/>
                  </a:cubicBezTo>
                  <a:cubicBezTo>
                    <a:pt x="17988" y="81494"/>
                    <a:pt x="17988" y="80511"/>
                    <a:pt x="17988" y="79499"/>
                  </a:cubicBezTo>
                  <a:cubicBezTo>
                    <a:pt x="18516" y="79534"/>
                    <a:pt x="19045" y="79568"/>
                    <a:pt x="19590" y="79604"/>
                  </a:cubicBezTo>
                  <a:cubicBezTo>
                    <a:pt x="20274" y="79631"/>
                    <a:pt x="20957" y="79658"/>
                    <a:pt x="21662" y="79685"/>
                  </a:cubicBezTo>
                  <a:cubicBezTo>
                    <a:pt x="22344" y="79720"/>
                    <a:pt x="23026" y="79754"/>
                    <a:pt x="23729" y="79790"/>
                  </a:cubicBezTo>
                  <a:cubicBezTo>
                    <a:pt x="24290" y="79694"/>
                    <a:pt x="24851" y="79598"/>
                    <a:pt x="25429" y="79499"/>
                  </a:cubicBezTo>
                  <a:cubicBezTo>
                    <a:pt x="25696" y="78512"/>
                    <a:pt x="25944" y="77519"/>
                    <a:pt x="26173" y="76523"/>
                  </a:cubicBezTo>
                  <a:cubicBezTo>
                    <a:pt x="27930" y="76117"/>
                    <a:pt x="29559" y="76150"/>
                    <a:pt x="31359" y="76127"/>
                  </a:cubicBezTo>
                  <a:cubicBezTo>
                    <a:pt x="31858" y="76012"/>
                    <a:pt x="32357" y="75897"/>
                    <a:pt x="32871" y="75779"/>
                  </a:cubicBezTo>
                  <a:cubicBezTo>
                    <a:pt x="33121" y="74787"/>
                    <a:pt x="33369" y="73795"/>
                    <a:pt x="33615" y="72802"/>
                  </a:cubicBezTo>
                  <a:cubicBezTo>
                    <a:pt x="35100" y="72453"/>
                    <a:pt x="35100" y="72453"/>
                    <a:pt x="36917" y="72430"/>
                  </a:cubicBezTo>
                  <a:cubicBezTo>
                    <a:pt x="38704" y="72468"/>
                    <a:pt x="38704" y="72468"/>
                    <a:pt x="40312" y="72058"/>
                  </a:cubicBezTo>
                  <a:cubicBezTo>
                    <a:pt x="40840" y="71082"/>
                    <a:pt x="41338" y="70090"/>
                    <a:pt x="41800" y="69081"/>
                  </a:cubicBezTo>
                  <a:cubicBezTo>
                    <a:pt x="43289" y="69081"/>
                    <a:pt x="44777" y="69081"/>
                    <a:pt x="46265" y="69081"/>
                  </a:cubicBezTo>
                  <a:cubicBezTo>
                    <a:pt x="46480" y="68605"/>
                    <a:pt x="46695" y="68130"/>
                    <a:pt x="46916" y="67639"/>
                  </a:cubicBezTo>
                  <a:cubicBezTo>
                    <a:pt x="47193" y="67133"/>
                    <a:pt x="47469" y="66627"/>
                    <a:pt x="47754" y="66105"/>
                  </a:cubicBezTo>
                  <a:cubicBezTo>
                    <a:pt x="49108" y="65846"/>
                    <a:pt x="49108" y="65846"/>
                    <a:pt x="50730" y="65733"/>
                  </a:cubicBezTo>
                  <a:cubicBezTo>
                    <a:pt x="52317" y="65650"/>
                    <a:pt x="52317" y="65650"/>
                    <a:pt x="53707" y="65361"/>
                  </a:cubicBezTo>
                  <a:cubicBezTo>
                    <a:pt x="54227" y="64381"/>
                    <a:pt x="54724" y="63388"/>
                    <a:pt x="55195" y="62384"/>
                  </a:cubicBezTo>
                  <a:cubicBezTo>
                    <a:pt x="56927" y="62110"/>
                    <a:pt x="58664" y="61861"/>
                    <a:pt x="60404" y="61640"/>
                  </a:cubicBezTo>
                  <a:cubicBezTo>
                    <a:pt x="60772" y="60535"/>
                    <a:pt x="60772" y="60535"/>
                    <a:pt x="61148" y="59407"/>
                  </a:cubicBezTo>
                  <a:cubicBezTo>
                    <a:pt x="62686" y="59027"/>
                    <a:pt x="62686" y="59027"/>
                    <a:pt x="64543" y="58896"/>
                  </a:cubicBezTo>
                  <a:cubicBezTo>
                    <a:pt x="65158" y="58847"/>
                    <a:pt x="65773" y="58798"/>
                    <a:pt x="66406" y="58748"/>
                  </a:cubicBezTo>
                  <a:cubicBezTo>
                    <a:pt x="66881" y="58720"/>
                    <a:pt x="67356" y="58692"/>
                    <a:pt x="67845" y="58663"/>
                  </a:cubicBezTo>
                  <a:cubicBezTo>
                    <a:pt x="67845" y="57681"/>
                    <a:pt x="67845" y="56699"/>
                    <a:pt x="67845" y="55687"/>
                  </a:cubicBezTo>
                  <a:cubicBezTo>
                    <a:pt x="68689" y="55610"/>
                    <a:pt x="69534" y="55533"/>
                    <a:pt x="70403" y="55454"/>
                  </a:cubicBezTo>
                  <a:cubicBezTo>
                    <a:pt x="71278" y="55285"/>
                    <a:pt x="72153" y="55117"/>
                    <a:pt x="73054" y="54943"/>
                  </a:cubicBezTo>
                  <a:cubicBezTo>
                    <a:pt x="73423" y="53838"/>
                    <a:pt x="73423" y="53838"/>
                    <a:pt x="73798" y="52710"/>
                  </a:cubicBezTo>
                  <a:cubicBezTo>
                    <a:pt x="75535" y="52214"/>
                    <a:pt x="77271" y="51718"/>
                    <a:pt x="79007" y="51222"/>
                  </a:cubicBezTo>
                  <a:cubicBezTo>
                    <a:pt x="79376" y="50117"/>
                    <a:pt x="79376" y="50117"/>
                    <a:pt x="79752" y="48989"/>
                  </a:cubicBezTo>
                  <a:cubicBezTo>
                    <a:pt x="81041" y="48828"/>
                    <a:pt x="81041" y="48828"/>
                    <a:pt x="82356" y="48664"/>
                  </a:cubicBezTo>
                  <a:cubicBezTo>
                    <a:pt x="83216" y="48526"/>
                    <a:pt x="84075" y="48388"/>
                    <a:pt x="84961" y="48245"/>
                  </a:cubicBezTo>
                  <a:cubicBezTo>
                    <a:pt x="85083" y="47739"/>
                    <a:pt x="85206" y="47232"/>
                    <a:pt x="85333" y="46711"/>
                  </a:cubicBezTo>
                  <a:cubicBezTo>
                    <a:pt x="85455" y="46235"/>
                    <a:pt x="85578" y="45759"/>
                    <a:pt x="85705" y="45269"/>
                  </a:cubicBezTo>
                  <a:cubicBezTo>
                    <a:pt x="88356" y="45083"/>
                    <a:pt x="88356" y="45083"/>
                    <a:pt x="90914" y="45269"/>
                  </a:cubicBezTo>
                  <a:cubicBezTo>
                    <a:pt x="90914" y="44286"/>
                    <a:pt x="90914" y="43304"/>
                    <a:pt x="90914" y="42292"/>
                  </a:cubicBezTo>
                  <a:cubicBezTo>
                    <a:pt x="91635" y="42231"/>
                    <a:pt x="92356" y="42169"/>
                    <a:pt x="93100" y="42106"/>
                  </a:cubicBezTo>
                  <a:cubicBezTo>
                    <a:pt x="93852" y="41922"/>
                    <a:pt x="94604" y="41738"/>
                    <a:pt x="95379" y="41548"/>
                  </a:cubicBezTo>
                  <a:cubicBezTo>
                    <a:pt x="95540" y="40811"/>
                    <a:pt x="95540" y="40811"/>
                    <a:pt x="95704" y="40060"/>
                  </a:cubicBezTo>
                  <a:cubicBezTo>
                    <a:pt x="95842" y="39569"/>
                    <a:pt x="95980" y="39078"/>
                    <a:pt x="96123" y="38571"/>
                  </a:cubicBezTo>
                  <a:cubicBezTo>
                    <a:pt x="97854" y="38293"/>
                    <a:pt x="99591" y="38045"/>
                    <a:pt x="101332" y="37827"/>
                  </a:cubicBezTo>
                  <a:cubicBezTo>
                    <a:pt x="101577" y="37091"/>
                    <a:pt x="101823" y="36354"/>
                    <a:pt x="102076" y="35595"/>
                  </a:cubicBezTo>
                  <a:cubicBezTo>
                    <a:pt x="102813" y="35487"/>
                    <a:pt x="103549" y="35380"/>
                    <a:pt x="104308" y="35269"/>
                  </a:cubicBezTo>
                  <a:cubicBezTo>
                    <a:pt x="105045" y="35131"/>
                    <a:pt x="105782" y="34993"/>
                    <a:pt x="106541" y="34851"/>
                  </a:cubicBezTo>
                  <a:cubicBezTo>
                    <a:pt x="106663" y="34344"/>
                    <a:pt x="106786" y="33838"/>
                    <a:pt x="106913" y="33316"/>
                  </a:cubicBezTo>
                  <a:cubicBezTo>
                    <a:pt x="107036" y="32840"/>
                    <a:pt x="107158" y="32364"/>
                    <a:pt x="107285" y="31874"/>
                  </a:cubicBezTo>
                  <a:cubicBezTo>
                    <a:pt x="108773" y="31874"/>
                    <a:pt x="110261" y="31874"/>
                    <a:pt x="111750" y="31874"/>
                  </a:cubicBezTo>
                  <a:cubicBezTo>
                    <a:pt x="112005" y="30884"/>
                    <a:pt x="112253" y="29892"/>
                    <a:pt x="112494" y="28898"/>
                  </a:cubicBezTo>
                  <a:cubicBezTo>
                    <a:pt x="114773" y="28340"/>
                    <a:pt x="114773" y="28340"/>
                    <a:pt x="116959" y="28154"/>
                  </a:cubicBezTo>
                  <a:cubicBezTo>
                    <a:pt x="116959" y="27171"/>
                    <a:pt x="116959" y="26189"/>
                    <a:pt x="116959" y="25177"/>
                  </a:cubicBezTo>
                  <a:cubicBezTo>
                    <a:pt x="118198" y="24923"/>
                    <a:pt x="119438" y="24675"/>
                    <a:pt x="120679" y="24433"/>
                  </a:cubicBezTo>
                  <a:cubicBezTo>
                    <a:pt x="120787" y="23942"/>
                    <a:pt x="120894" y="23451"/>
                    <a:pt x="121005" y="22945"/>
                  </a:cubicBezTo>
                  <a:cubicBezTo>
                    <a:pt x="121143" y="22453"/>
                    <a:pt x="121281" y="21962"/>
                    <a:pt x="121423" y="21456"/>
                  </a:cubicBezTo>
                  <a:cubicBezTo>
                    <a:pt x="122906" y="21178"/>
                    <a:pt x="124395" y="20930"/>
                    <a:pt x="125888" y="20712"/>
                  </a:cubicBezTo>
                  <a:cubicBezTo>
                    <a:pt x="126134" y="19975"/>
                    <a:pt x="126379" y="19239"/>
                    <a:pt x="126632" y="18480"/>
                  </a:cubicBezTo>
                  <a:cubicBezTo>
                    <a:pt x="127262" y="18234"/>
                    <a:pt x="127891" y="17989"/>
                    <a:pt x="128539" y="17736"/>
                  </a:cubicBezTo>
                  <a:cubicBezTo>
                    <a:pt x="129437" y="17367"/>
                    <a:pt x="129437" y="17367"/>
                    <a:pt x="130353" y="16991"/>
                  </a:cubicBezTo>
                  <a:cubicBezTo>
                    <a:pt x="130353" y="16255"/>
                    <a:pt x="130353" y="15518"/>
                    <a:pt x="130353" y="14759"/>
                  </a:cubicBezTo>
                  <a:cubicBezTo>
                    <a:pt x="131592" y="14505"/>
                    <a:pt x="132832" y="14257"/>
                    <a:pt x="134074" y="14015"/>
                  </a:cubicBezTo>
                  <a:cubicBezTo>
                    <a:pt x="134319" y="13278"/>
                    <a:pt x="134565" y="12541"/>
                    <a:pt x="134818" y="11782"/>
                  </a:cubicBezTo>
                  <a:cubicBezTo>
                    <a:pt x="137097" y="11271"/>
                    <a:pt x="137097" y="11271"/>
                    <a:pt x="139283" y="11038"/>
                  </a:cubicBezTo>
                  <a:cubicBezTo>
                    <a:pt x="139283" y="10056"/>
                    <a:pt x="139283" y="9074"/>
                    <a:pt x="139283" y="8062"/>
                  </a:cubicBezTo>
                  <a:cubicBezTo>
                    <a:pt x="141050" y="7271"/>
                    <a:pt x="141050" y="7271"/>
                    <a:pt x="143004" y="6573"/>
                  </a:cubicBezTo>
                  <a:cubicBezTo>
                    <a:pt x="143495" y="5837"/>
                    <a:pt x="143986" y="5100"/>
                    <a:pt x="144492" y="4341"/>
                  </a:cubicBezTo>
                  <a:cubicBezTo>
                    <a:pt x="145474" y="4341"/>
                    <a:pt x="146456" y="4341"/>
                    <a:pt x="147468" y="4341"/>
                  </a:cubicBezTo>
                  <a:cubicBezTo>
                    <a:pt x="147468" y="3359"/>
                    <a:pt x="147468" y="2376"/>
                    <a:pt x="147468" y="1364"/>
                  </a:cubicBezTo>
                  <a:cubicBezTo>
                    <a:pt x="149691" y="349"/>
                    <a:pt x="151914" y="594"/>
                    <a:pt x="154305" y="806"/>
                  </a:cubicBezTo>
                  <a:close/>
                </a:path>
              </a:pathLst>
            </a:custGeom>
            <a:grpFill/>
            <a:ln w="744" cap="flat">
              <a:noFill/>
              <a:prstDash val="solid"/>
              <a:miter/>
            </a:ln>
          </p:spPr>
          <p:txBody>
            <a:bodyPr rtlCol="0" anchor="ctr"/>
            <a:lstStyle/>
            <a:p>
              <a:endParaRPr lang="zh-CN" altLang="en-US"/>
            </a:p>
          </p:txBody>
        </p:sp>
        <p:sp>
          <p:nvSpPr>
            <p:cNvPr id="198" name="任意多边形: 形状 197"/>
            <p:cNvSpPr/>
            <p:nvPr/>
          </p:nvSpPr>
          <p:spPr>
            <a:xfrm>
              <a:off x="5232739" y="753643"/>
              <a:ext cx="59735" cy="181117"/>
            </a:xfrm>
            <a:custGeom>
              <a:avLst/>
              <a:gdLst>
                <a:gd name="connsiteX0" fmla="*/ 12111 w 59736"/>
                <a:gd name="connsiteY0" fmla="*/ 646 h 181113"/>
                <a:gd name="connsiteX1" fmla="*/ 13744 w 59736"/>
                <a:gd name="connsiteY1" fmla="*/ 651 h 181113"/>
                <a:gd name="connsiteX2" fmla="*/ 15457 w 59736"/>
                <a:gd name="connsiteY2" fmla="*/ 647 h 181113"/>
                <a:gd name="connsiteX3" fmla="*/ 21087 w 59736"/>
                <a:gd name="connsiteY3" fmla="*/ 648 h 181113"/>
                <a:gd name="connsiteX4" fmla="*/ 24982 w 59736"/>
                <a:gd name="connsiteY4" fmla="*/ 646 h 181113"/>
                <a:gd name="connsiteX5" fmla="*/ 33158 w 59736"/>
                <a:gd name="connsiteY5" fmla="*/ 650 h 181113"/>
                <a:gd name="connsiteX6" fmla="*/ 43660 w 59736"/>
                <a:gd name="connsiteY6" fmla="*/ 647 h 181113"/>
                <a:gd name="connsiteX7" fmla="*/ 51708 w 59736"/>
                <a:gd name="connsiteY7" fmla="*/ 647 h 181113"/>
                <a:gd name="connsiteX8" fmla="*/ 55581 w 59736"/>
                <a:gd name="connsiteY8" fmla="*/ 645 h 181113"/>
                <a:gd name="connsiteX9" fmla="*/ 60986 w 59736"/>
                <a:gd name="connsiteY9" fmla="*/ 651 h 181113"/>
                <a:gd name="connsiteX10" fmla="*/ 62619 w 59736"/>
                <a:gd name="connsiteY10" fmla="*/ 646 h 181113"/>
                <a:gd name="connsiteX11" fmla="*/ 67131 w 59736"/>
                <a:gd name="connsiteY11" fmla="*/ 1491 h 181113"/>
                <a:gd name="connsiteX12" fmla="*/ 67225 w 59736"/>
                <a:gd name="connsiteY12" fmla="*/ 8351 h 181113"/>
                <a:gd name="connsiteX13" fmla="*/ 67229 w 59736"/>
                <a:gd name="connsiteY13" fmla="*/ 10559 h 181113"/>
                <a:gd name="connsiteX14" fmla="*/ 67227 w 59736"/>
                <a:gd name="connsiteY14" fmla="*/ 17946 h 181113"/>
                <a:gd name="connsiteX15" fmla="*/ 67231 w 59736"/>
                <a:gd name="connsiteY15" fmla="*/ 23218 h 181113"/>
                <a:gd name="connsiteX16" fmla="*/ 67231 w 59736"/>
                <a:gd name="connsiteY16" fmla="*/ 36086 h 181113"/>
                <a:gd name="connsiteX17" fmla="*/ 67230 w 59736"/>
                <a:gd name="connsiteY17" fmla="*/ 46542 h 181113"/>
                <a:gd name="connsiteX18" fmla="*/ 67231 w 59736"/>
                <a:gd name="connsiteY18" fmla="*/ 48042 h 181113"/>
                <a:gd name="connsiteX19" fmla="*/ 67231 w 59736"/>
                <a:gd name="connsiteY19" fmla="*/ 51059 h 181113"/>
                <a:gd name="connsiteX20" fmla="*/ 67227 w 59736"/>
                <a:gd name="connsiteY20" fmla="*/ 79385 h 181113"/>
                <a:gd name="connsiteX21" fmla="*/ 67228 w 59736"/>
                <a:gd name="connsiteY21" fmla="*/ 103710 h 181113"/>
                <a:gd name="connsiteX22" fmla="*/ 67231 w 59736"/>
                <a:gd name="connsiteY22" fmla="*/ 131927 h 181113"/>
                <a:gd name="connsiteX23" fmla="*/ 67230 w 59736"/>
                <a:gd name="connsiteY23" fmla="*/ 134934 h 181113"/>
                <a:gd name="connsiteX24" fmla="*/ 67230 w 59736"/>
                <a:gd name="connsiteY24" fmla="*/ 136429 h 181113"/>
                <a:gd name="connsiteX25" fmla="*/ 67232 w 59736"/>
                <a:gd name="connsiteY25" fmla="*/ 146875 h 181113"/>
                <a:gd name="connsiteX26" fmla="*/ 67229 w 59736"/>
                <a:gd name="connsiteY26" fmla="*/ 160927 h 181113"/>
                <a:gd name="connsiteX27" fmla="*/ 67229 w 59736"/>
                <a:gd name="connsiteY27" fmla="*/ 166099 h 181113"/>
                <a:gd name="connsiteX28" fmla="*/ 67225 w 59736"/>
                <a:gd name="connsiteY28" fmla="*/ 173131 h 181113"/>
                <a:gd name="connsiteX29" fmla="*/ 67230 w 59736"/>
                <a:gd name="connsiteY29" fmla="*/ 175222 h 181113"/>
                <a:gd name="connsiteX30" fmla="*/ 66387 w 59736"/>
                <a:gd name="connsiteY30" fmla="*/ 181573 h 181113"/>
                <a:gd name="connsiteX31" fmla="*/ 60986 w 59736"/>
                <a:gd name="connsiteY31" fmla="*/ 181754 h 181113"/>
                <a:gd name="connsiteX32" fmla="*/ 59274 w 59736"/>
                <a:gd name="connsiteY32" fmla="*/ 181758 h 181113"/>
                <a:gd name="connsiteX33" fmla="*/ 53643 w 59736"/>
                <a:gd name="connsiteY33" fmla="*/ 181745 h 181113"/>
                <a:gd name="connsiteX34" fmla="*/ 49748 w 59736"/>
                <a:gd name="connsiteY34" fmla="*/ 181743 h 181113"/>
                <a:gd name="connsiteX35" fmla="*/ 41573 w 59736"/>
                <a:gd name="connsiteY35" fmla="*/ 181726 h 181113"/>
                <a:gd name="connsiteX36" fmla="*/ 31070 w 59736"/>
                <a:gd name="connsiteY36" fmla="*/ 181711 h 181113"/>
                <a:gd name="connsiteX37" fmla="*/ 23023 w 59736"/>
                <a:gd name="connsiteY37" fmla="*/ 181702 h 181113"/>
                <a:gd name="connsiteX38" fmla="*/ 19149 w 59736"/>
                <a:gd name="connsiteY38" fmla="*/ 181697 h 181113"/>
                <a:gd name="connsiteX39" fmla="*/ 13744 w 59736"/>
                <a:gd name="connsiteY39" fmla="*/ 181681 h 181113"/>
                <a:gd name="connsiteX40" fmla="*/ 12111 w 59736"/>
                <a:gd name="connsiteY40" fmla="*/ 181682 h 181113"/>
                <a:gd name="connsiteX41" fmla="*/ 7599 w 59736"/>
                <a:gd name="connsiteY41" fmla="*/ 180829 h 181113"/>
                <a:gd name="connsiteX42" fmla="*/ 7505 w 59736"/>
                <a:gd name="connsiteY42" fmla="*/ 173936 h 181113"/>
                <a:gd name="connsiteX43" fmla="*/ 7501 w 59736"/>
                <a:gd name="connsiteY43" fmla="*/ 171717 h 181113"/>
                <a:gd name="connsiteX44" fmla="*/ 7503 w 59736"/>
                <a:gd name="connsiteY44" fmla="*/ 164294 h 181113"/>
                <a:gd name="connsiteX45" fmla="*/ 7499 w 59736"/>
                <a:gd name="connsiteY45" fmla="*/ 158996 h 181113"/>
                <a:gd name="connsiteX46" fmla="*/ 7499 w 59736"/>
                <a:gd name="connsiteY46" fmla="*/ 146066 h 181113"/>
                <a:gd name="connsiteX47" fmla="*/ 7500 w 59736"/>
                <a:gd name="connsiteY47" fmla="*/ 135561 h 181113"/>
                <a:gd name="connsiteX48" fmla="*/ 7500 w 59736"/>
                <a:gd name="connsiteY48" fmla="*/ 134054 h 181113"/>
                <a:gd name="connsiteX49" fmla="*/ 7499 w 59736"/>
                <a:gd name="connsiteY49" fmla="*/ 131023 h 181113"/>
                <a:gd name="connsiteX50" fmla="*/ 7503 w 59736"/>
                <a:gd name="connsiteY50" fmla="*/ 102569 h 181113"/>
                <a:gd name="connsiteX51" fmla="*/ 7502 w 59736"/>
                <a:gd name="connsiteY51" fmla="*/ 78128 h 181113"/>
                <a:gd name="connsiteX52" fmla="*/ 7499 w 59736"/>
                <a:gd name="connsiteY52" fmla="*/ 49779 h 181113"/>
                <a:gd name="connsiteX53" fmla="*/ 7500 w 59736"/>
                <a:gd name="connsiteY53" fmla="*/ 46758 h 181113"/>
                <a:gd name="connsiteX54" fmla="*/ 7500 w 59736"/>
                <a:gd name="connsiteY54" fmla="*/ 45257 h 181113"/>
                <a:gd name="connsiteX55" fmla="*/ 7498 w 59736"/>
                <a:gd name="connsiteY55" fmla="*/ 34760 h 181113"/>
                <a:gd name="connsiteX56" fmla="*/ 7502 w 59736"/>
                <a:gd name="connsiteY56" fmla="*/ 20643 h 181113"/>
                <a:gd name="connsiteX57" fmla="*/ 7501 w 59736"/>
                <a:gd name="connsiteY57" fmla="*/ 15446 h 181113"/>
                <a:gd name="connsiteX58" fmla="*/ 7505 w 59736"/>
                <a:gd name="connsiteY58" fmla="*/ 8384 h 181113"/>
                <a:gd name="connsiteX59" fmla="*/ 7500 w 59736"/>
                <a:gd name="connsiteY59" fmla="*/ 6277 h 181113"/>
                <a:gd name="connsiteX60" fmla="*/ 12111 w 59736"/>
                <a:gd name="connsiteY60" fmla="*/ 646 h 18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9736" h="181113">
                  <a:moveTo>
                    <a:pt x="12111" y="646"/>
                  </a:moveTo>
                  <a:cubicBezTo>
                    <a:pt x="12920" y="648"/>
                    <a:pt x="12920" y="648"/>
                    <a:pt x="13744" y="651"/>
                  </a:cubicBezTo>
                  <a:cubicBezTo>
                    <a:pt x="14592" y="649"/>
                    <a:pt x="14592" y="649"/>
                    <a:pt x="15457" y="647"/>
                  </a:cubicBezTo>
                  <a:cubicBezTo>
                    <a:pt x="17333" y="643"/>
                    <a:pt x="19210" y="646"/>
                    <a:pt x="21087" y="648"/>
                  </a:cubicBezTo>
                  <a:cubicBezTo>
                    <a:pt x="22386" y="648"/>
                    <a:pt x="23684" y="647"/>
                    <a:pt x="24982" y="646"/>
                  </a:cubicBezTo>
                  <a:cubicBezTo>
                    <a:pt x="27708" y="645"/>
                    <a:pt x="30432" y="646"/>
                    <a:pt x="33158" y="650"/>
                  </a:cubicBezTo>
                  <a:cubicBezTo>
                    <a:pt x="36658" y="654"/>
                    <a:pt x="40159" y="652"/>
                    <a:pt x="43660" y="647"/>
                  </a:cubicBezTo>
                  <a:cubicBezTo>
                    <a:pt x="46343" y="645"/>
                    <a:pt x="49025" y="645"/>
                    <a:pt x="51708" y="647"/>
                  </a:cubicBezTo>
                  <a:cubicBezTo>
                    <a:pt x="52999" y="648"/>
                    <a:pt x="54290" y="647"/>
                    <a:pt x="55581" y="645"/>
                  </a:cubicBezTo>
                  <a:cubicBezTo>
                    <a:pt x="57383" y="644"/>
                    <a:pt x="59184" y="646"/>
                    <a:pt x="60986" y="651"/>
                  </a:cubicBezTo>
                  <a:cubicBezTo>
                    <a:pt x="61525" y="649"/>
                    <a:pt x="62064" y="648"/>
                    <a:pt x="62619" y="646"/>
                  </a:cubicBezTo>
                  <a:cubicBezTo>
                    <a:pt x="66302" y="662"/>
                    <a:pt x="66302" y="662"/>
                    <a:pt x="67131" y="1491"/>
                  </a:cubicBezTo>
                  <a:cubicBezTo>
                    <a:pt x="67205" y="3783"/>
                    <a:pt x="67231" y="6058"/>
                    <a:pt x="67225" y="8351"/>
                  </a:cubicBezTo>
                  <a:cubicBezTo>
                    <a:pt x="67227" y="9444"/>
                    <a:pt x="67227" y="9444"/>
                    <a:pt x="67229" y="10559"/>
                  </a:cubicBezTo>
                  <a:cubicBezTo>
                    <a:pt x="67232" y="13022"/>
                    <a:pt x="67229" y="15484"/>
                    <a:pt x="67227" y="17946"/>
                  </a:cubicBezTo>
                  <a:cubicBezTo>
                    <a:pt x="67228" y="19703"/>
                    <a:pt x="67229" y="21461"/>
                    <a:pt x="67231" y="23218"/>
                  </a:cubicBezTo>
                  <a:cubicBezTo>
                    <a:pt x="67234" y="27507"/>
                    <a:pt x="67234" y="31797"/>
                    <a:pt x="67231" y="36086"/>
                  </a:cubicBezTo>
                  <a:cubicBezTo>
                    <a:pt x="67230" y="39572"/>
                    <a:pt x="67229" y="43057"/>
                    <a:pt x="67230" y="46542"/>
                  </a:cubicBezTo>
                  <a:cubicBezTo>
                    <a:pt x="67230" y="47037"/>
                    <a:pt x="67231" y="47532"/>
                    <a:pt x="67231" y="48042"/>
                  </a:cubicBezTo>
                  <a:cubicBezTo>
                    <a:pt x="67231" y="49048"/>
                    <a:pt x="67231" y="50054"/>
                    <a:pt x="67231" y="51059"/>
                  </a:cubicBezTo>
                  <a:cubicBezTo>
                    <a:pt x="67233" y="60501"/>
                    <a:pt x="67231" y="69943"/>
                    <a:pt x="67227" y="79385"/>
                  </a:cubicBezTo>
                  <a:cubicBezTo>
                    <a:pt x="67224" y="87493"/>
                    <a:pt x="67224" y="95602"/>
                    <a:pt x="67228" y="103710"/>
                  </a:cubicBezTo>
                  <a:cubicBezTo>
                    <a:pt x="67232" y="113116"/>
                    <a:pt x="67233" y="122522"/>
                    <a:pt x="67231" y="131927"/>
                  </a:cubicBezTo>
                  <a:cubicBezTo>
                    <a:pt x="67231" y="132930"/>
                    <a:pt x="67231" y="133932"/>
                    <a:pt x="67230" y="134934"/>
                  </a:cubicBezTo>
                  <a:cubicBezTo>
                    <a:pt x="67230" y="135674"/>
                    <a:pt x="67230" y="135674"/>
                    <a:pt x="67230" y="136429"/>
                  </a:cubicBezTo>
                  <a:cubicBezTo>
                    <a:pt x="67229" y="139911"/>
                    <a:pt x="67230" y="143393"/>
                    <a:pt x="67232" y="146875"/>
                  </a:cubicBezTo>
                  <a:cubicBezTo>
                    <a:pt x="67234" y="151559"/>
                    <a:pt x="67233" y="156243"/>
                    <a:pt x="67229" y="160927"/>
                  </a:cubicBezTo>
                  <a:cubicBezTo>
                    <a:pt x="67228" y="162651"/>
                    <a:pt x="67228" y="164375"/>
                    <a:pt x="67229" y="166099"/>
                  </a:cubicBezTo>
                  <a:cubicBezTo>
                    <a:pt x="67231" y="168443"/>
                    <a:pt x="67229" y="170787"/>
                    <a:pt x="67225" y="173131"/>
                  </a:cubicBezTo>
                  <a:cubicBezTo>
                    <a:pt x="67228" y="174166"/>
                    <a:pt x="67228" y="174166"/>
                    <a:pt x="67230" y="175222"/>
                  </a:cubicBezTo>
                  <a:cubicBezTo>
                    <a:pt x="67216" y="179915"/>
                    <a:pt x="67216" y="179915"/>
                    <a:pt x="66387" y="181573"/>
                  </a:cubicBezTo>
                  <a:cubicBezTo>
                    <a:pt x="64559" y="181720"/>
                    <a:pt x="62815" y="181768"/>
                    <a:pt x="60986" y="181754"/>
                  </a:cubicBezTo>
                  <a:cubicBezTo>
                    <a:pt x="60421" y="181755"/>
                    <a:pt x="59856" y="181757"/>
                    <a:pt x="59274" y="181758"/>
                  </a:cubicBezTo>
                  <a:cubicBezTo>
                    <a:pt x="57397" y="181761"/>
                    <a:pt x="55520" y="181753"/>
                    <a:pt x="53643" y="181745"/>
                  </a:cubicBezTo>
                  <a:cubicBezTo>
                    <a:pt x="52345" y="181744"/>
                    <a:pt x="51046" y="181743"/>
                    <a:pt x="49748" y="181743"/>
                  </a:cubicBezTo>
                  <a:cubicBezTo>
                    <a:pt x="47023" y="181742"/>
                    <a:pt x="44298" y="181736"/>
                    <a:pt x="41573" y="181726"/>
                  </a:cubicBezTo>
                  <a:cubicBezTo>
                    <a:pt x="38072" y="181714"/>
                    <a:pt x="34571" y="181711"/>
                    <a:pt x="31070" y="181711"/>
                  </a:cubicBezTo>
                  <a:cubicBezTo>
                    <a:pt x="28387" y="181711"/>
                    <a:pt x="25705" y="181707"/>
                    <a:pt x="23023" y="181702"/>
                  </a:cubicBezTo>
                  <a:cubicBezTo>
                    <a:pt x="21731" y="181699"/>
                    <a:pt x="20440" y="181698"/>
                    <a:pt x="19149" y="181697"/>
                  </a:cubicBezTo>
                  <a:cubicBezTo>
                    <a:pt x="17347" y="181696"/>
                    <a:pt x="15546" y="181689"/>
                    <a:pt x="13744" y="181681"/>
                  </a:cubicBezTo>
                  <a:cubicBezTo>
                    <a:pt x="13206" y="181681"/>
                    <a:pt x="12667" y="181682"/>
                    <a:pt x="12111" y="181682"/>
                  </a:cubicBezTo>
                  <a:cubicBezTo>
                    <a:pt x="8429" y="181658"/>
                    <a:pt x="8429" y="181658"/>
                    <a:pt x="7599" y="180829"/>
                  </a:cubicBezTo>
                  <a:cubicBezTo>
                    <a:pt x="7525" y="178526"/>
                    <a:pt x="7499" y="176239"/>
                    <a:pt x="7505" y="173936"/>
                  </a:cubicBezTo>
                  <a:cubicBezTo>
                    <a:pt x="7504" y="173204"/>
                    <a:pt x="7503" y="172471"/>
                    <a:pt x="7501" y="171717"/>
                  </a:cubicBezTo>
                  <a:cubicBezTo>
                    <a:pt x="7498" y="169242"/>
                    <a:pt x="7501" y="166768"/>
                    <a:pt x="7503" y="164294"/>
                  </a:cubicBezTo>
                  <a:cubicBezTo>
                    <a:pt x="7502" y="162528"/>
                    <a:pt x="7501" y="160762"/>
                    <a:pt x="7499" y="158996"/>
                  </a:cubicBezTo>
                  <a:cubicBezTo>
                    <a:pt x="7496" y="154686"/>
                    <a:pt x="7497" y="150376"/>
                    <a:pt x="7499" y="146066"/>
                  </a:cubicBezTo>
                  <a:cubicBezTo>
                    <a:pt x="7500" y="142564"/>
                    <a:pt x="7501" y="139063"/>
                    <a:pt x="7500" y="135561"/>
                  </a:cubicBezTo>
                  <a:cubicBezTo>
                    <a:pt x="7500" y="134815"/>
                    <a:pt x="7500" y="134815"/>
                    <a:pt x="7500" y="134054"/>
                  </a:cubicBezTo>
                  <a:cubicBezTo>
                    <a:pt x="7499" y="133044"/>
                    <a:pt x="7499" y="132034"/>
                    <a:pt x="7499" y="131023"/>
                  </a:cubicBezTo>
                  <a:cubicBezTo>
                    <a:pt x="7497" y="121538"/>
                    <a:pt x="7499" y="112054"/>
                    <a:pt x="7503" y="102569"/>
                  </a:cubicBezTo>
                  <a:cubicBezTo>
                    <a:pt x="7506" y="94422"/>
                    <a:pt x="7506" y="86275"/>
                    <a:pt x="7502" y="78128"/>
                  </a:cubicBezTo>
                  <a:cubicBezTo>
                    <a:pt x="7498" y="68678"/>
                    <a:pt x="7497" y="59228"/>
                    <a:pt x="7499" y="49779"/>
                  </a:cubicBezTo>
                  <a:cubicBezTo>
                    <a:pt x="7499" y="48772"/>
                    <a:pt x="7500" y="47765"/>
                    <a:pt x="7500" y="46758"/>
                  </a:cubicBezTo>
                  <a:cubicBezTo>
                    <a:pt x="7500" y="46015"/>
                    <a:pt x="7500" y="46015"/>
                    <a:pt x="7500" y="45257"/>
                  </a:cubicBezTo>
                  <a:cubicBezTo>
                    <a:pt x="7501" y="41758"/>
                    <a:pt x="7500" y="38259"/>
                    <a:pt x="7498" y="34760"/>
                  </a:cubicBezTo>
                  <a:cubicBezTo>
                    <a:pt x="7496" y="30054"/>
                    <a:pt x="7497" y="25349"/>
                    <a:pt x="7502" y="20643"/>
                  </a:cubicBezTo>
                  <a:cubicBezTo>
                    <a:pt x="7503" y="18911"/>
                    <a:pt x="7502" y="17178"/>
                    <a:pt x="7501" y="15446"/>
                  </a:cubicBezTo>
                  <a:cubicBezTo>
                    <a:pt x="7499" y="13092"/>
                    <a:pt x="7501" y="10738"/>
                    <a:pt x="7505" y="8384"/>
                  </a:cubicBezTo>
                  <a:cubicBezTo>
                    <a:pt x="7502" y="7341"/>
                    <a:pt x="7502" y="7341"/>
                    <a:pt x="7500" y="6277"/>
                  </a:cubicBezTo>
                  <a:cubicBezTo>
                    <a:pt x="7517" y="666"/>
                    <a:pt x="7517" y="666"/>
                    <a:pt x="12111" y="646"/>
                  </a:cubicBezTo>
                  <a:close/>
                </a:path>
              </a:pathLst>
            </a:custGeom>
            <a:grpFill/>
            <a:ln w="744" cap="flat">
              <a:noFill/>
              <a:prstDash val="solid"/>
              <a:miter/>
            </a:ln>
          </p:spPr>
          <p:txBody>
            <a:bodyPr rtlCol="0" anchor="ctr"/>
            <a:lstStyle/>
            <a:p>
              <a:endParaRPr lang="zh-CN" altLang="en-US"/>
            </a:p>
          </p:txBody>
        </p:sp>
        <p:sp>
          <p:nvSpPr>
            <p:cNvPr id="199" name="任意多边形: 形状 198"/>
            <p:cNvSpPr/>
            <p:nvPr/>
          </p:nvSpPr>
          <p:spPr>
            <a:xfrm>
              <a:off x="11433687" y="1392886"/>
              <a:ext cx="152733" cy="236098"/>
            </a:xfrm>
            <a:custGeom>
              <a:avLst/>
              <a:gdLst>
                <a:gd name="connsiteX0" fmla="*/ 15824 w 152736"/>
                <a:gd name="connsiteY0" fmla="*/ 1600 h 236091"/>
                <a:gd name="connsiteX1" fmla="*/ 75164 w 152736"/>
                <a:gd name="connsiteY1" fmla="*/ 1561 h 236091"/>
                <a:gd name="connsiteX2" fmla="*/ 102715 w 152736"/>
                <a:gd name="connsiteY2" fmla="*/ 1544 h 236091"/>
                <a:gd name="connsiteX3" fmla="*/ 126718 w 152736"/>
                <a:gd name="connsiteY3" fmla="*/ 1530 h 236091"/>
                <a:gd name="connsiteX4" fmla="*/ 139436 w 152736"/>
                <a:gd name="connsiteY4" fmla="*/ 1521 h 236091"/>
                <a:gd name="connsiteX5" fmla="*/ 151392 w 152736"/>
                <a:gd name="connsiteY5" fmla="*/ 1516 h 236091"/>
                <a:gd name="connsiteX6" fmla="*/ 155794 w 152736"/>
                <a:gd name="connsiteY6" fmla="*/ 1511 h 236091"/>
                <a:gd name="connsiteX7" fmla="*/ 161776 w 152736"/>
                <a:gd name="connsiteY7" fmla="*/ 1511 h 236091"/>
                <a:gd name="connsiteX8" fmla="*/ 163559 w 152736"/>
                <a:gd name="connsiteY8" fmla="*/ 1504 h 236091"/>
                <a:gd name="connsiteX9" fmla="*/ 168373 w 152736"/>
                <a:gd name="connsiteY9" fmla="*/ 2344 h 236091"/>
                <a:gd name="connsiteX10" fmla="*/ 168498 w 152736"/>
                <a:gd name="connsiteY10" fmla="*/ 8739 h 236091"/>
                <a:gd name="connsiteX11" fmla="*/ 168505 w 152736"/>
                <a:gd name="connsiteY11" fmla="*/ 10683 h 236091"/>
                <a:gd name="connsiteX12" fmla="*/ 168511 w 152736"/>
                <a:gd name="connsiteY12" fmla="*/ 14759 h 236091"/>
                <a:gd name="connsiteX13" fmla="*/ 168540 w 152736"/>
                <a:gd name="connsiteY13" fmla="*/ 21020 h 236091"/>
                <a:gd name="connsiteX14" fmla="*/ 168544 w 152736"/>
                <a:gd name="connsiteY14" fmla="*/ 24971 h 236091"/>
                <a:gd name="connsiteX15" fmla="*/ 168561 w 152736"/>
                <a:gd name="connsiteY15" fmla="*/ 26876 h 236091"/>
                <a:gd name="connsiteX16" fmla="*/ 168373 w 152736"/>
                <a:gd name="connsiteY16" fmla="*/ 31366 h 236091"/>
                <a:gd name="connsiteX17" fmla="*/ 161114 w 152736"/>
                <a:gd name="connsiteY17" fmla="*/ 32263 h 236091"/>
                <a:gd name="connsiteX18" fmla="*/ 159310 w 152736"/>
                <a:gd name="connsiteY18" fmla="*/ 32285 h 236091"/>
                <a:gd name="connsiteX19" fmla="*/ 153391 w 152736"/>
                <a:gd name="connsiteY19" fmla="*/ 32345 h 236091"/>
                <a:gd name="connsiteX20" fmla="*/ 149293 w 152736"/>
                <a:gd name="connsiteY20" fmla="*/ 32392 h 236091"/>
                <a:gd name="connsiteX21" fmla="*/ 138496 w 152736"/>
                <a:gd name="connsiteY21" fmla="*/ 32506 h 236091"/>
                <a:gd name="connsiteX22" fmla="*/ 127483 w 152736"/>
                <a:gd name="connsiteY22" fmla="*/ 32626 h 236091"/>
                <a:gd name="connsiteX23" fmla="*/ 105865 w 152736"/>
                <a:gd name="connsiteY23" fmla="*/ 32854 h 236091"/>
                <a:gd name="connsiteX24" fmla="*/ 105868 w 152736"/>
                <a:gd name="connsiteY24" fmla="*/ 34160 h 236091"/>
                <a:gd name="connsiteX25" fmla="*/ 105979 w 152736"/>
                <a:gd name="connsiteY25" fmla="*/ 110741 h 236091"/>
                <a:gd name="connsiteX26" fmla="*/ 105988 w 152736"/>
                <a:gd name="connsiteY26" fmla="*/ 119926 h 236091"/>
                <a:gd name="connsiteX27" fmla="*/ 105989 w 152736"/>
                <a:gd name="connsiteY27" fmla="*/ 121773 h 236091"/>
                <a:gd name="connsiteX28" fmla="*/ 106037 w 152736"/>
                <a:gd name="connsiteY28" fmla="*/ 151423 h 236091"/>
                <a:gd name="connsiteX29" fmla="*/ 106075 w 152736"/>
                <a:gd name="connsiteY29" fmla="*/ 181824 h 236091"/>
                <a:gd name="connsiteX30" fmla="*/ 106106 w 152736"/>
                <a:gd name="connsiteY30" fmla="*/ 200598 h 236091"/>
                <a:gd name="connsiteX31" fmla="*/ 106118 w 152736"/>
                <a:gd name="connsiteY31" fmla="*/ 213455 h 236091"/>
                <a:gd name="connsiteX32" fmla="*/ 106131 w 152736"/>
                <a:gd name="connsiteY32" fmla="*/ 220883 h 236091"/>
                <a:gd name="connsiteX33" fmla="*/ 106133 w 152736"/>
                <a:gd name="connsiteY33" fmla="*/ 228918 h 236091"/>
                <a:gd name="connsiteX34" fmla="*/ 106153 w 152736"/>
                <a:gd name="connsiteY34" fmla="*/ 231316 h 236091"/>
                <a:gd name="connsiteX35" fmla="*/ 106140 w 152736"/>
                <a:gd name="connsiteY35" fmla="*/ 233473 h 236091"/>
                <a:gd name="connsiteX36" fmla="*/ 106142 w 152736"/>
                <a:gd name="connsiteY36" fmla="*/ 235349 h 236091"/>
                <a:gd name="connsiteX37" fmla="*/ 105865 w 152736"/>
                <a:gd name="connsiteY37" fmla="*/ 236748 h 236091"/>
                <a:gd name="connsiteX38" fmla="*/ 98147 w 152736"/>
                <a:gd name="connsiteY38" fmla="*/ 237591 h 236091"/>
                <a:gd name="connsiteX39" fmla="*/ 96527 w 152736"/>
                <a:gd name="connsiteY39" fmla="*/ 237594 h 236091"/>
                <a:gd name="connsiteX40" fmla="*/ 93136 w 152736"/>
                <a:gd name="connsiteY40" fmla="*/ 237590 h 236091"/>
                <a:gd name="connsiteX41" fmla="*/ 87958 w 152736"/>
                <a:gd name="connsiteY41" fmla="*/ 237594 h 236091"/>
                <a:gd name="connsiteX42" fmla="*/ 84660 w 152736"/>
                <a:gd name="connsiteY42" fmla="*/ 237591 h 236091"/>
                <a:gd name="connsiteX43" fmla="*/ 83100 w 152736"/>
                <a:gd name="connsiteY43" fmla="*/ 237596 h 236091"/>
                <a:gd name="connsiteX44" fmla="*/ 76099 w 152736"/>
                <a:gd name="connsiteY44" fmla="*/ 236748 h 236091"/>
                <a:gd name="connsiteX45" fmla="*/ 75733 w 152736"/>
                <a:gd name="connsiteY45" fmla="*/ 233473 h 236091"/>
                <a:gd name="connsiteX46" fmla="*/ 75715 w 152736"/>
                <a:gd name="connsiteY46" fmla="*/ 231316 h 236091"/>
                <a:gd name="connsiteX47" fmla="*/ 75741 w 152736"/>
                <a:gd name="connsiteY47" fmla="*/ 228918 h 236091"/>
                <a:gd name="connsiteX48" fmla="*/ 75734 w 152736"/>
                <a:gd name="connsiteY48" fmla="*/ 226393 h 236091"/>
                <a:gd name="connsiteX49" fmla="*/ 75761 w 152736"/>
                <a:gd name="connsiteY49" fmla="*/ 217947 h 236091"/>
                <a:gd name="connsiteX50" fmla="*/ 75760 w 152736"/>
                <a:gd name="connsiteY50" fmla="*/ 211920 h 236091"/>
                <a:gd name="connsiteX51" fmla="*/ 75785 w 152736"/>
                <a:gd name="connsiteY51" fmla="*/ 198909 h 236091"/>
                <a:gd name="connsiteX52" fmla="*/ 75820 w 152736"/>
                <a:gd name="connsiteY52" fmla="*/ 180097 h 236091"/>
                <a:gd name="connsiteX53" fmla="*/ 75875 w 152736"/>
                <a:gd name="connsiteY53" fmla="*/ 149579 h 236091"/>
                <a:gd name="connsiteX54" fmla="*/ 75936 w 152736"/>
                <a:gd name="connsiteY54" fmla="*/ 119926 h 236091"/>
                <a:gd name="connsiteX55" fmla="*/ 75938 w 152736"/>
                <a:gd name="connsiteY55" fmla="*/ 118081 h 236091"/>
                <a:gd name="connsiteX56" fmla="*/ 75950 w 152736"/>
                <a:gd name="connsiteY56" fmla="*/ 108919 h 236091"/>
                <a:gd name="connsiteX57" fmla="*/ 76099 w 152736"/>
                <a:gd name="connsiteY57" fmla="*/ 32854 h 236091"/>
                <a:gd name="connsiteX58" fmla="*/ 15824 w 152736"/>
                <a:gd name="connsiteY58" fmla="*/ 32110 h 236091"/>
                <a:gd name="connsiteX59" fmla="*/ 15824 w 152736"/>
                <a:gd name="connsiteY59" fmla="*/ 1600 h 23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736" h="236091">
                  <a:moveTo>
                    <a:pt x="15824" y="1600"/>
                  </a:moveTo>
                  <a:cubicBezTo>
                    <a:pt x="35604" y="1583"/>
                    <a:pt x="55384" y="1570"/>
                    <a:pt x="75164" y="1561"/>
                  </a:cubicBezTo>
                  <a:cubicBezTo>
                    <a:pt x="84348" y="1558"/>
                    <a:pt x="93531" y="1552"/>
                    <a:pt x="102715" y="1544"/>
                  </a:cubicBezTo>
                  <a:cubicBezTo>
                    <a:pt x="110716" y="1537"/>
                    <a:pt x="118717" y="1532"/>
                    <a:pt x="126718" y="1530"/>
                  </a:cubicBezTo>
                  <a:cubicBezTo>
                    <a:pt x="130958" y="1529"/>
                    <a:pt x="135197" y="1527"/>
                    <a:pt x="139436" y="1521"/>
                  </a:cubicBezTo>
                  <a:cubicBezTo>
                    <a:pt x="143422" y="1516"/>
                    <a:pt x="147407" y="1515"/>
                    <a:pt x="151392" y="1516"/>
                  </a:cubicBezTo>
                  <a:cubicBezTo>
                    <a:pt x="152860" y="1516"/>
                    <a:pt x="154327" y="1514"/>
                    <a:pt x="155794" y="1511"/>
                  </a:cubicBezTo>
                  <a:cubicBezTo>
                    <a:pt x="157788" y="1508"/>
                    <a:pt x="159782" y="1509"/>
                    <a:pt x="161776" y="1511"/>
                  </a:cubicBezTo>
                  <a:cubicBezTo>
                    <a:pt x="162365" y="1508"/>
                    <a:pt x="162953" y="1506"/>
                    <a:pt x="163559" y="1504"/>
                  </a:cubicBezTo>
                  <a:cubicBezTo>
                    <a:pt x="167544" y="1515"/>
                    <a:pt x="167544" y="1515"/>
                    <a:pt x="168373" y="2344"/>
                  </a:cubicBezTo>
                  <a:cubicBezTo>
                    <a:pt x="168457" y="4482"/>
                    <a:pt x="168495" y="6601"/>
                    <a:pt x="168498" y="8739"/>
                  </a:cubicBezTo>
                  <a:cubicBezTo>
                    <a:pt x="168500" y="9380"/>
                    <a:pt x="168503" y="10022"/>
                    <a:pt x="168505" y="10683"/>
                  </a:cubicBezTo>
                  <a:cubicBezTo>
                    <a:pt x="168509" y="12041"/>
                    <a:pt x="168511" y="13400"/>
                    <a:pt x="168511" y="14759"/>
                  </a:cubicBezTo>
                  <a:cubicBezTo>
                    <a:pt x="168512" y="16846"/>
                    <a:pt x="168526" y="18933"/>
                    <a:pt x="168540" y="21020"/>
                  </a:cubicBezTo>
                  <a:cubicBezTo>
                    <a:pt x="168542" y="22337"/>
                    <a:pt x="168544" y="23654"/>
                    <a:pt x="168544" y="24971"/>
                  </a:cubicBezTo>
                  <a:cubicBezTo>
                    <a:pt x="168550" y="25599"/>
                    <a:pt x="168555" y="26228"/>
                    <a:pt x="168561" y="26876"/>
                  </a:cubicBezTo>
                  <a:cubicBezTo>
                    <a:pt x="168555" y="28374"/>
                    <a:pt x="168472" y="29871"/>
                    <a:pt x="168373" y="31366"/>
                  </a:cubicBezTo>
                  <a:cubicBezTo>
                    <a:pt x="166073" y="32516"/>
                    <a:pt x="163640" y="32243"/>
                    <a:pt x="161114" y="32263"/>
                  </a:cubicBezTo>
                  <a:cubicBezTo>
                    <a:pt x="160519" y="32270"/>
                    <a:pt x="159923" y="32277"/>
                    <a:pt x="159310" y="32285"/>
                  </a:cubicBezTo>
                  <a:cubicBezTo>
                    <a:pt x="157337" y="32308"/>
                    <a:pt x="155364" y="32327"/>
                    <a:pt x="153391" y="32345"/>
                  </a:cubicBezTo>
                  <a:cubicBezTo>
                    <a:pt x="152025" y="32361"/>
                    <a:pt x="150659" y="32376"/>
                    <a:pt x="149293" y="32392"/>
                  </a:cubicBezTo>
                  <a:cubicBezTo>
                    <a:pt x="145694" y="32433"/>
                    <a:pt x="142095" y="32470"/>
                    <a:pt x="138496" y="32506"/>
                  </a:cubicBezTo>
                  <a:cubicBezTo>
                    <a:pt x="134825" y="32543"/>
                    <a:pt x="131154" y="32585"/>
                    <a:pt x="127483" y="32626"/>
                  </a:cubicBezTo>
                  <a:cubicBezTo>
                    <a:pt x="120277" y="32706"/>
                    <a:pt x="113071" y="32781"/>
                    <a:pt x="105865" y="32854"/>
                  </a:cubicBezTo>
                  <a:cubicBezTo>
                    <a:pt x="105866" y="33285"/>
                    <a:pt x="105867" y="33716"/>
                    <a:pt x="105868" y="34160"/>
                  </a:cubicBezTo>
                  <a:cubicBezTo>
                    <a:pt x="105917" y="59687"/>
                    <a:pt x="105956" y="85214"/>
                    <a:pt x="105979" y="110741"/>
                  </a:cubicBezTo>
                  <a:cubicBezTo>
                    <a:pt x="105982" y="113803"/>
                    <a:pt x="105985" y="116864"/>
                    <a:pt x="105988" y="119926"/>
                  </a:cubicBezTo>
                  <a:cubicBezTo>
                    <a:pt x="105988" y="120536"/>
                    <a:pt x="105989" y="121145"/>
                    <a:pt x="105989" y="121773"/>
                  </a:cubicBezTo>
                  <a:cubicBezTo>
                    <a:pt x="105999" y="131657"/>
                    <a:pt x="106017" y="141540"/>
                    <a:pt x="106037" y="151423"/>
                  </a:cubicBezTo>
                  <a:cubicBezTo>
                    <a:pt x="106058" y="161557"/>
                    <a:pt x="106071" y="171691"/>
                    <a:pt x="106075" y="181824"/>
                  </a:cubicBezTo>
                  <a:cubicBezTo>
                    <a:pt x="106078" y="188082"/>
                    <a:pt x="106088" y="194340"/>
                    <a:pt x="106106" y="200598"/>
                  </a:cubicBezTo>
                  <a:cubicBezTo>
                    <a:pt x="106118" y="204884"/>
                    <a:pt x="106121" y="209169"/>
                    <a:pt x="106118" y="213455"/>
                  </a:cubicBezTo>
                  <a:cubicBezTo>
                    <a:pt x="106117" y="215931"/>
                    <a:pt x="106120" y="218407"/>
                    <a:pt x="106131" y="220883"/>
                  </a:cubicBezTo>
                  <a:cubicBezTo>
                    <a:pt x="106142" y="223562"/>
                    <a:pt x="106140" y="226240"/>
                    <a:pt x="106133" y="228918"/>
                  </a:cubicBezTo>
                  <a:cubicBezTo>
                    <a:pt x="106140" y="229710"/>
                    <a:pt x="106146" y="230501"/>
                    <a:pt x="106153" y="231316"/>
                  </a:cubicBezTo>
                  <a:cubicBezTo>
                    <a:pt x="106147" y="232383"/>
                    <a:pt x="106147" y="232383"/>
                    <a:pt x="106140" y="233473"/>
                  </a:cubicBezTo>
                  <a:cubicBezTo>
                    <a:pt x="106141" y="234092"/>
                    <a:pt x="106141" y="234711"/>
                    <a:pt x="106142" y="235349"/>
                  </a:cubicBezTo>
                  <a:cubicBezTo>
                    <a:pt x="106051" y="235811"/>
                    <a:pt x="105959" y="236273"/>
                    <a:pt x="105865" y="236748"/>
                  </a:cubicBezTo>
                  <a:cubicBezTo>
                    <a:pt x="103243" y="237623"/>
                    <a:pt x="100875" y="237599"/>
                    <a:pt x="98147" y="237591"/>
                  </a:cubicBezTo>
                  <a:cubicBezTo>
                    <a:pt x="97613" y="237592"/>
                    <a:pt x="97078" y="237593"/>
                    <a:pt x="96527" y="237594"/>
                  </a:cubicBezTo>
                  <a:cubicBezTo>
                    <a:pt x="95396" y="237594"/>
                    <a:pt x="94266" y="237593"/>
                    <a:pt x="93136" y="237590"/>
                  </a:cubicBezTo>
                  <a:cubicBezTo>
                    <a:pt x="91410" y="237586"/>
                    <a:pt x="89684" y="237590"/>
                    <a:pt x="87958" y="237594"/>
                  </a:cubicBezTo>
                  <a:cubicBezTo>
                    <a:pt x="86858" y="237594"/>
                    <a:pt x="85759" y="237593"/>
                    <a:pt x="84660" y="237591"/>
                  </a:cubicBezTo>
                  <a:cubicBezTo>
                    <a:pt x="84145" y="237593"/>
                    <a:pt x="83630" y="237594"/>
                    <a:pt x="83100" y="237596"/>
                  </a:cubicBezTo>
                  <a:cubicBezTo>
                    <a:pt x="78048" y="237572"/>
                    <a:pt x="78048" y="237572"/>
                    <a:pt x="76099" y="236748"/>
                  </a:cubicBezTo>
                  <a:cubicBezTo>
                    <a:pt x="75730" y="235349"/>
                    <a:pt x="75730" y="235349"/>
                    <a:pt x="75733" y="233473"/>
                  </a:cubicBezTo>
                  <a:cubicBezTo>
                    <a:pt x="75727" y="232761"/>
                    <a:pt x="75721" y="232049"/>
                    <a:pt x="75715" y="231316"/>
                  </a:cubicBezTo>
                  <a:cubicBezTo>
                    <a:pt x="75728" y="230129"/>
                    <a:pt x="75728" y="230129"/>
                    <a:pt x="75741" y="228918"/>
                  </a:cubicBezTo>
                  <a:cubicBezTo>
                    <a:pt x="75739" y="228085"/>
                    <a:pt x="75736" y="227252"/>
                    <a:pt x="75734" y="226393"/>
                  </a:cubicBezTo>
                  <a:cubicBezTo>
                    <a:pt x="75729" y="223578"/>
                    <a:pt x="75745" y="220763"/>
                    <a:pt x="75761" y="217947"/>
                  </a:cubicBezTo>
                  <a:cubicBezTo>
                    <a:pt x="75764" y="215938"/>
                    <a:pt x="75762" y="213929"/>
                    <a:pt x="75760" y="211920"/>
                  </a:cubicBezTo>
                  <a:cubicBezTo>
                    <a:pt x="75759" y="207583"/>
                    <a:pt x="75768" y="203246"/>
                    <a:pt x="75785" y="198909"/>
                  </a:cubicBezTo>
                  <a:cubicBezTo>
                    <a:pt x="75809" y="192639"/>
                    <a:pt x="75817" y="186368"/>
                    <a:pt x="75820" y="180097"/>
                  </a:cubicBezTo>
                  <a:cubicBezTo>
                    <a:pt x="75827" y="169925"/>
                    <a:pt x="75847" y="159752"/>
                    <a:pt x="75875" y="149579"/>
                  </a:cubicBezTo>
                  <a:cubicBezTo>
                    <a:pt x="75902" y="139695"/>
                    <a:pt x="75923" y="129811"/>
                    <a:pt x="75936" y="119926"/>
                  </a:cubicBezTo>
                  <a:cubicBezTo>
                    <a:pt x="75937" y="119013"/>
                    <a:pt x="75937" y="119013"/>
                    <a:pt x="75938" y="118081"/>
                  </a:cubicBezTo>
                  <a:cubicBezTo>
                    <a:pt x="75942" y="115027"/>
                    <a:pt x="75946" y="111973"/>
                    <a:pt x="75950" y="108919"/>
                  </a:cubicBezTo>
                  <a:cubicBezTo>
                    <a:pt x="75980" y="83564"/>
                    <a:pt x="76035" y="58209"/>
                    <a:pt x="76099" y="32854"/>
                  </a:cubicBezTo>
                  <a:cubicBezTo>
                    <a:pt x="56209" y="32608"/>
                    <a:pt x="36318" y="32363"/>
                    <a:pt x="15824" y="32110"/>
                  </a:cubicBezTo>
                  <a:cubicBezTo>
                    <a:pt x="15824" y="22042"/>
                    <a:pt x="15824" y="11973"/>
                    <a:pt x="15824" y="1600"/>
                  </a:cubicBezTo>
                  <a:close/>
                </a:path>
              </a:pathLst>
            </a:custGeom>
            <a:grpFill/>
            <a:ln w="744" cap="flat">
              <a:noFill/>
              <a:prstDash val="solid"/>
              <a:miter/>
            </a:ln>
          </p:spPr>
          <p:txBody>
            <a:bodyPr rtlCol="0" anchor="ctr"/>
            <a:lstStyle/>
            <a:p>
              <a:endParaRPr lang="zh-CN" altLang="en-US"/>
            </a:p>
          </p:txBody>
        </p:sp>
        <p:sp>
          <p:nvSpPr>
            <p:cNvPr id="200" name="任意多边形: 形状 199"/>
            <p:cNvSpPr/>
            <p:nvPr/>
          </p:nvSpPr>
          <p:spPr>
            <a:xfrm>
              <a:off x="7626602" y="979227"/>
              <a:ext cx="134422" cy="171381"/>
            </a:xfrm>
            <a:custGeom>
              <a:avLst/>
              <a:gdLst>
                <a:gd name="connsiteX0" fmla="*/ 58507 w 134424"/>
                <a:gd name="connsiteY0" fmla="*/ 948 h 171375"/>
                <a:gd name="connsiteX1" fmla="*/ 61483 w 134424"/>
                <a:gd name="connsiteY1" fmla="*/ 948 h 171375"/>
                <a:gd name="connsiteX2" fmla="*/ 62227 w 134424"/>
                <a:gd name="connsiteY2" fmla="*/ 4669 h 171375"/>
                <a:gd name="connsiteX3" fmla="*/ 65204 w 134424"/>
                <a:gd name="connsiteY3" fmla="*/ 5413 h 171375"/>
                <a:gd name="connsiteX4" fmla="*/ 65204 w 134424"/>
                <a:gd name="connsiteY4" fmla="*/ 8389 h 171375"/>
                <a:gd name="connsiteX5" fmla="*/ 67436 w 134424"/>
                <a:gd name="connsiteY5" fmla="*/ 9134 h 171375"/>
                <a:gd name="connsiteX6" fmla="*/ 68180 w 134424"/>
                <a:gd name="connsiteY6" fmla="*/ 12110 h 171375"/>
                <a:gd name="connsiteX7" fmla="*/ 70413 w 134424"/>
                <a:gd name="connsiteY7" fmla="*/ 12854 h 171375"/>
                <a:gd name="connsiteX8" fmla="*/ 74878 w 134424"/>
                <a:gd name="connsiteY8" fmla="*/ 20296 h 171375"/>
                <a:gd name="connsiteX9" fmla="*/ 77110 w 134424"/>
                <a:gd name="connsiteY9" fmla="*/ 22528 h 171375"/>
                <a:gd name="connsiteX10" fmla="*/ 82319 w 134424"/>
                <a:gd name="connsiteY10" fmla="*/ 31458 h 171375"/>
                <a:gd name="connsiteX11" fmla="*/ 84552 w 134424"/>
                <a:gd name="connsiteY11" fmla="*/ 32202 h 171375"/>
                <a:gd name="connsiteX12" fmla="*/ 84552 w 134424"/>
                <a:gd name="connsiteY12" fmla="*/ 35178 h 171375"/>
                <a:gd name="connsiteX13" fmla="*/ 86784 w 134424"/>
                <a:gd name="connsiteY13" fmla="*/ 35178 h 171375"/>
                <a:gd name="connsiteX14" fmla="*/ 87389 w 134424"/>
                <a:gd name="connsiteY14" fmla="*/ 36713 h 171375"/>
                <a:gd name="connsiteX15" fmla="*/ 90226 w 134424"/>
                <a:gd name="connsiteY15" fmla="*/ 41225 h 171375"/>
                <a:gd name="connsiteX16" fmla="*/ 98690 w 134424"/>
                <a:gd name="connsiteY16" fmla="*/ 52294 h 171375"/>
                <a:gd name="connsiteX17" fmla="*/ 99731 w 134424"/>
                <a:gd name="connsiteY17" fmla="*/ 53759 h 171375"/>
                <a:gd name="connsiteX18" fmla="*/ 101667 w 134424"/>
                <a:gd name="connsiteY18" fmla="*/ 58247 h 171375"/>
                <a:gd name="connsiteX19" fmla="*/ 103899 w 134424"/>
                <a:gd name="connsiteY19" fmla="*/ 58991 h 171375"/>
                <a:gd name="connsiteX20" fmla="*/ 103899 w 134424"/>
                <a:gd name="connsiteY20" fmla="*/ 62712 h 171375"/>
                <a:gd name="connsiteX21" fmla="*/ 106132 w 134424"/>
                <a:gd name="connsiteY21" fmla="*/ 62712 h 171375"/>
                <a:gd name="connsiteX22" fmla="*/ 106876 w 134424"/>
                <a:gd name="connsiteY22" fmla="*/ 65688 h 171375"/>
                <a:gd name="connsiteX23" fmla="*/ 109108 w 134424"/>
                <a:gd name="connsiteY23" fmla="*/ 67921 h 171375"/>
                <a:gd name="connsiteX24" fmla="*/ 112364 w 134424"/>
                <a:gd name="connsiteY24" fmla="*/ 71874 h 171375"/>
                <a:gd name="connsiteX25" fmla="*/ 115526 w 134424"/>
                <a:gd name="connsiteY25" fmla="*/ 76106 h 171375"/>
                <a:gd name="connsiteX26" fmla="*/ 118038 w 134424"/>
                <a:gd name="connsiteY26" fmla="*/ 82059 h 171375"/>
                <a:gd name="connsiteX27" fmla="*/ 120270 w 134424"/>
                <a:gd name="connsiteY27" fmla="*/ 82803 h 171375"/>
                <a:gd name="connsiteX28" fmla="*/ 120270 w 134424"/>
                <a:gd name="connsiteY28" fmla="*/ 86524 h 171375"/>
                <a:gd name="connsiteX29" fmla="*/ 122503 w 134424"/>
                <a:gd name="connsiteY29" fmla="*/ 86524 h 171375"/>
                <a:gd name="connsiteX30" fmla="*/ 123247 w 134424"/>
                <a:gd name="connsiteY30" fmla="*/ 90245 h 171375"/>
                <a:gd name="connsiteX31" fmla="*/ 124735 w 134424"/>
                <a:gd name="connsiteY31" fmla="*/ 90245 h 171375"/>
                <a:gd name="connsiteX32" fmla="*/ 125061 w 134424"/>
                <a:gd name="connsiteY32" fmla="*/ 92105 h 171375"/>
                <a:gd name="connsiteX33" fmla="*/ 125479 w 134424"/>
                <a:gd name="connsiteY33" fmla="*/ 93966 h 171375"/>
                <a:gd name="connsiteX34" fmla="*/ 127712 w 134424"/>
                <a:gd name="connsiteY34" fmla="*/ 93966 h 171375"/>
                <a:gd name="connsiteX35" fmla="*/ 129200 w 134424"/>
                <a:gd name="connsiteY35" fmla="*/ 97686 h 171375"/>
                <a:gd name="connsiteX36" fmla="*/ 130688 w 134424"/>
                <a:gd name="connsiteY36" fmla="*/ 98430 h 171375"/>
                <a:gd name="connsiteX37" fmla="*/ 132177 w 134424"/>
                <a:gd name="connsiteY37" fmla="*/ 102895 h 171375"/>
                <a:gd name="connsiteX38" fmla="*/ 133665 w 134424"/>
                <a:gd name="connsiteY38" fmla="*/ 103639 h 171375"/>
                <a:gd name="connsiteX39" fmla="*/ 134409 w 134424"/>
                <a:gd name="connsiteY39" fmla="*/ 106616 h 171375"/>
                <a:gd name="connsiteX40" fmla="*/ 135897 w 134424"/>
                <a:gd name="connsiteY40" fmla="*/ 107360 h 171375"/>
                <a:gd name="connsiteX41" fmla="*/ 137386 w 134424"/>
                <a:gd name="connsiteY41" fmla="*/ 111081 h 171375"/>
                <a:gd name="connsiteX42" fmla="*/ 138874 w 134424"/>
                <a:gd name="connsiteY42" fmla="*/ 111825 h 171375"/>
                <a:gd name="connsiteX43" fmla="*/ 140362 w 134424"/>
                <a:gd name="connsiteY43" fmla="*/ 115546 h 171375"/>
                <a:gd name="connsiteX44" fmla="*/ 141850 w 134424"/>
                <a:gd name="connsiteY44" fmla="*/ 116290 h 171375"/>
                <a:gd name="connsiteX45" fmla="*/ 142176 w 134424"/>
                <a:gd name="connsiteY45" fmla="*/ 118522 h 171375"/>
                <a:gd name="connsiteX46" fmla="*/ 142595 w 134424"/>
                <a:gd name="connsiteY46" fmla="*/ 120755 h 171375"/>
                <a:gd name="connsiteX47" fmla="*/ 144827 w 134424"/>
                <a:gd name="connsiteY47" fmla="*/ 121499 h 171375"/>
                <a:gd name="connsiteX48" fmla="*/ 145152 w 134424"/>
                <a:gd name="connsiteY48" fmla="*/ 125964 h 171375"/>
                <a:gd name="connsiteX49" fmla="*/ 145196 w 134424"/>
                <a:gd name="connsiteY49" fmla="*/ 128429 h 171375"/>
                <a:gd name="connsiteX50" fmla="*/ 144827 w 134424"/>
                <a:gd name="connsiteY50" fmla="*/ 130428 h 171375"/>
                <a:gd name="connsiteX51" fmla="*/ 141850 w 134424"/>
                <a:gd name="connsiteY51" fmla="*/ 131173 h 171375"/>
                <a:gd name="connsiteX52" fmla="*/ 141850 w 134424"/>
                <a:gd name="connsiteY52" fmla="*/ 134149 h 171375"/>
                <a:gd name="connsiteX53" fmla="*/ 138874 w 134424"/>
                <a:gd name="connsiteY53" fmla="*/ 134893 h 171375"/>
                <a:gd name="connsiteX54" fmla="*/ 138176 w 134424"/>
                <a:gd name="connsiteY54" fmla="*/ 136428 h 171375"/>
                <a:gd name="connsiteX55" fmla="*/ 137386 w 134424"/>
                <a:gd name="connsiteY55" fmla="*/ 137870 h 171375"/>
                <a:gd name="connsiteX56" fmla="*/ 133665 w 134424"/>
                <a:gd name="connsiteY56" fmla="*/ 137870 h 171375"/>
                <a:gd name="connsiteX57" fmla="*/ 133665 w 134424"/>
                <a:gd name="connsiteY57" fmla="*/ 140846 h 171375"/>
                <a:gd name="connsiteX58" fmla="*/ 130688 w 134424"/>
                <a:gd name="connsiteY58" fmla="*/ 141591 h 171375"/>
                <a:gd name="connsiteX59" fmla="*/ 129991 w 134424"/>
                <a:gd name="connsiteY59" fmla="*/ 143125 h 171375"/>
                <a:gd name="connsiteX60" fmla="*/ 129200 w 134424"/>
                <a:gd name="connsiteY60" fmla="*/ 144567 h 171375"/>
                <a:gd name="connsiteX61" fmla="*/ 125479 w 134424"/>
                <a:gd name="connsiteY61" fmla="*/ 144567 h 171375"/>
                <a:gd name="connsiteX62" fmla="*/ 125479 w 134424"/>
                <a:gd name="connsiteY62" fmla="*/ 147544 h 171375"/>
                <a:gd name="connsiteX63" fmla="*/ 122503 w 134424"/>
                <a:gd name="connsiteY63" fmla="*/ 148288 h 171375"/>
                <a:gd name="connsiteX64" fmla="*/ 121805 w 134424"/>
                <a:gd name="connsiteY64" fmla="*/ 149823 h 171375"/>
                <a:gd name="connsiteX65" fmla="*/ 121014 w 134424"/>
                <a:gd name="connsiteY65" fmla="*/ 151264 h 171375"/>
                <a:gd name="connsiteX66" fmla="*/ 117294 w 134424"/>
                <a:gd name="connsiteY66" fmla="*/ 151264 h 171375"/>
                <a:gd name="connsiteX67" fmla="*/ 117294 w 134424"/>
                <a:gd name="connsiteY67" fmla="*/ 154241 h 171375"/>
                <a:gd name="connsiteX68" fmla="*/ 113573 w 134424"/>
                <a:gd name="connsiteY68" fmla="*/ 154985 h 171375"/>
                <a:gd name="connsiteX69" fmla="*/ 113573 w 134424"/>
                <a:gd name="connsiteY69" fmla="*/ 157962 h 171375"/>
                <a:gd name="connsiteX70" fmla="*/ 109852 w 134424"/>
                <a:gd name="connsiteY70" fmla="*/ 158706 h 171375"/>
                <a:gd name="connsiteX71" fmla="*/ 109108 w 134424"/>
                <a:gd name="connsiteY71" fmla="*/ 160938 h 171375"/>
                <a:gd name="connsiteX72" fmla="*/ 106132 w 134424"/>
                <a:gd name="connsiteY72" fmla="*/ 162426 h 171375"/>
                <a:gd name="connsiteX73" fmla="*/ 105387 w 134424"/>
                <a:gd name="connsiteY73" fmla="*/ 164659 h 171375"/>
                <a:gd name="connsiteX74" fmla="*/ 103527 w 134424"/>
                <a:gd name="connsiteY74" fmla="*/ 164984 h 171375"/>
                <a:gd name="connsiteX75" fmla="*/ 101667 w 134424"/>
                <a:gd name="connsiteY75" fmla="*/ 165403 h 171375"/>
                <a:gd name="connsiteX76" fmla="*/ 100923 w 134424"/>
                <a:gd name="connsiteY76" fmla="*/ 168380 h 171375"/>
                <a:gd name="connsiteX77" fmla="*/ 97946 w 134424"/>
                <a:gd name="connsiteY77" fmla="*/ 169124 h 171375"/>
                <a:gd name="connsiteX78" fmla="*/ 97693 w 134424"/>
                <a:gd name="connsiteY78" fmla="*/ 170624 h 171375"/>
                <a:gd name="connsiteX79" fmla="*/ 97202 w 134424"/>
                <a:gd name="connsiteY79" fmla="*/ 172100 h 171375"/>
                <a:gd name="connsiteX80" fmla="*/ 90505 w 134424"/>
                <a:gd name="connsiteY80" fmla="*/ 172100 h 171375"/>
                <a:gd name="connsiteX81" fmla="*/ 89761 w 134424"/>
                <a:gd name="connsiteY81" fmla="*/ 165403 h 171375"/>
                <a:gd name="connsiteX82" fmla="*/ 87528 w 134424"/>
                <a:gd name="connsiteY82" fmla="*/ 165403 h 171375"/>
                <a:gd name="connsiteX83" fmla="*/ 86040 w 134424"/>
                <a:gd name="connsiteY83" fmla="*/ 160938 h 171375"/>
                <a:gd name="connsiteX84" fmla="*/ 84552 w 134424"/>
                <a:gd name="connsiteY84" fmla="*/ 160194 h 171375"/>
                <a:gd name="connsiteX85" fmla="*/ 84226 w 134424"/>
                <a:gd name="connsiteY85" fmla="*/ 158008 h 171375"/>
                <a:gd name="connsiteX86" fmla="*/ 83807 w 134424"/>
                <a:gd name="connsiteY86" fmla="*/ 155729 h 171375"/>
                <a:gd name="connsiteX87" fmla="*/ 81575 w 134424"/>
                <a:gd name="connsiteY87" fmla="*/ 154241 h 171375"/>
                <a:gd name="connsiteX88" fmla="*/ 81575 w 134424"/>
                <a:gd name="connsiteY88" fmla="*/ 150520 h 171375"/>
                <a:gd name="connsiteX89" fmla="*/ 79343 w 134424"/>
                <a:gd name="connsiteY89" fmla="*/ 149776 h 171375"/>
                <a:gd name="connsiteX90" fmla="*/ 77854 w 134424"/>
                <a:gd name="connsiteY90" fmla="*/ 146055 h 171375"/>
                <a:gd name="connsiteX91" fmla="*/ 76366 w 134424"/>
                <a:gd name="connsiteY91" fmla="*/ 146055 h 171375"/>
                <a:gd name="connsiteX92" fmla="*/ 76087 w 134424"/>
                <a:gd name="connsiteY92" fmla="*/ 143497 h 171375"/>
                <a:gd name="connsiteX93" fmla="*/ 75622 w 134424"/>
                <a:gd name="connsiteY93" fmla="*/ 140846 h 171375"/>
                <a:gd name="connsiteX94" fmla="*/ 74134 w 134424"/>
                <a:gd name="connsiteY94" fmla="*/ 140102 h 171375"/>
                <a:gd name="connsiteX95" fmla="*/ 71901 w 134424"/>
                <a:gd name="connsiteY95" fmla="*/ 136382 h 171375"/>
                <a:gd name="connsiteX96" fmla="*/ 71017 w 134424"/>
                <a:gd name="connsiteY96" fmla="*/ 134800 h 171375"/>
                <a:gd name="connsiteX97" fmla="*/ 70413 w 134424"/>
                <a:gd name="connsiteY97" fmla="*/ 131173 h 171375"/>
                <a:gd name="connsiteX98" fmla="*/ 68180 w 134424"/>
                <a:gd name="connsiteY98" fmla="*/ 131173 h 171375"/>
                <a:gd name="connsiteX99" fmla="*/ 68180 w 134424"/>
                <a:gd name="connsiteY99" fmla="*/ 126708 h 171375"/>
                <a:gd name="connsiteX100" fmla="*/ 65948 w 134424"/>
                <a:gd name="connsiteY100" fmla="*/ 126708 h 171375"/>
                <a:gd name="connsiteX101" fmla="*/ 65204 w 134424"/>
                <a:gd name="connsiteY101" fmla="*/ 122987 h 171375"/>
                <a:gd name="connsiteX102" fmla="*/ 62971 w 134424"/>
                <a:gd name="connsiteY102" fmla="*/ 122243 h 171375"/>
                <a:gd name="connsiteX103" fmla="*/ 61483 w 134424"/>
                <a:gd name="connsiteY103" fmla="*/ 118522 h 171375"/>
                <a:gd name="connsiteX104" fmla="*/ 59995 w 134424"/>
                <a:gd name="connsiteY104" fmla="*/ 117778 h 171375"/>
                <a:gd name="connsiteX105" fmla="*/ 59251 w 134424"/>
                <a:gd name="connsiteY105" fmla="*/ 114057 h 171375"/>
                <a:gd name="connsiteX106" fmla="*/ 57762 w 134424"/>
                <a:gd name="connsiteY106" fmla="*/ 113313 h 171375"/>
                <a:gd name="connsiteX107" fmla="*/ 57437 w 134424"/>
                <a:gd name="connsiteY107" fmla="*/ 111453 h 171375"/>
                <a:gd name="connsiteX108" fmla="*/ 57018 w 134424"/>
                <a:gd name="connsiteY108" fmla="*/ 109593 h 171375"/>
                <a:gd name="connsiteX109" fmla="*/ 54786 w 134424"/>
                <a:gd name="connsiteY109" fmla="*/ 108848 h 171375"/>
                <a:gd name="connsiteX110" fmla="*/ 52553 w 134424"/>
                <a:gd name="connsiteY110" fmla="*/ 105128 h 171375"/>
                <a:gd name="connsiteX111" fmla="*/ 48833 w 134424"/>
                <a:gd name="connsiteY111" fmla="*/ 100663 h 171375"/>
                <a:gd name="connsiteX112" fmla="*/ 48089 w 134424"/>
                <a:gd name="connsiteY112" fmla="*/ 96942 h 171375"/>
                <a:gd name="connsiteX113" fmla="*/ 46600 w 134424"/>
                <a:gd name="connsiteY113" fmla="*/ 96198 h 171375"/>
                <a:gd name="connsiteX114" fmla="*/ 46275 w 134424"/>
                <a:gd name="connsiteY114" fmla="*/ 94756 h 171375"/>
                <a:gd name="connsiteX115" fmla="*/ 43624 w 134424"/>
                <a:gd name="connsiteY115" fmla="*/ 91733 h 171375"/>
                <a:gd name="connsiteX116" fmla="*/ 42880 w 134424"/>
                <a:gd name="connsiteY116" fmla="*/ 89501 h 171375"/>
                <a:gd name="connsiteX117" fmla="*/ 41391 w 134424"/>
                <a:gd name="connsiteY117" fmla="*/ 88757 h 171375"/>
                <a:gd name="connsiteX118" fmla="*/ 40647 w 134424"/>
                <a:gd name="connsiteY118" fmla="*/ 86478 h 171375"/>
                <a:gd name="connsiteX119" fmla="*/ 39903 w 134424"/>
                <a:gd name="connsiteY119" fmla="*/ 84292 h 171375"/>
                <a:gd name="connsiteX120" fmla="*/ 38415 w 134424"/>
                <a:gd name="connsiteY120" fmla="*/ 84292 h 171375"/>
                <a:gd name="connsiteX121" fmla="*/ 36927 w 134424"/>
                <a:gd name="connsiteY121" fmla="*/ 81315 h 171375"/>
                <a:gd name="connsiteX122" fmla="*/ 35438 w 134424"/>
                <a:gd name="connsiteY122" fmla="*/ 80571 h 171375"/>
                <a:gd name="connsiteX123" fmla="*/ 34694 w 134424"/>
                <a:gd name="connsiteY123" fmla="*/ 76850 h 171375"/>
                <a:gd name="connsiteX124" fmla="*/ 33206 w 134424"/>
                <a:gd name="connsiteY124" fmla="*/ 76106 h 171375"/>
                <a:gd name="connsiteX125" fmla="*/ 31718 w 134424"/>
                <a:gd name="connsiteY125" fmla="*/ 72385 h 171375"/>
                <a:gd name="connsiteX126" fmla="*/ 30229 w 134424"/>
                <a:gd name="connsiteY126" fmla="*/ 71641 h 171375"/>
                <a:gd name="connsiteX127" fmla="*/ 29485 w 134424"/>
                <a:gd name="connsiteY127" fmla="*/ 69409 h 171375"/>
                <a:gd name="connsiteX128" fmla="*/ 27253 w 134424"/>
                <a:gd name="connsiteY128" fmla="*/ 67177 h 171375"/>
                <a:gd name="connsiteX129" fmla="*/ 24183 w 134424"/>
                <a:gd name="connsiteY129" fmla="*/ 63084 h 171375"/>
                <a:gd name="connsiteX130" fmla="*/ 22596 w 134424"/>
                <a:gd name="connsiteY130" fmla="*/ 60921 h 171375"/>
                <a:gd name="connsiteX131" fmla="*/ 20555 w 134424"/>
                <a:gd name="connsiteY131" fmla="*/ 56759 h 171375"/>
                <a:gd name="connsiteX132" fmla="*/ 18323 w 134424"/>
                <a:gd name="connsiteY132" fmla="*/ 54991 h 171375"/>
                <a:gd name="connsiteX133" fmla="*/ 15346 w 134424"/>
                <a:gd name="connsiteY133" fmla="*/ 49317 h 171375"/>
                <a:gd name="connsiteX134" fmla="*/ 13858 w 134424"/>
                <a:gd name="connsiteY134" fmla="*/ 48573 h 171375"/>
                <a:gd name="connsiteX135" fmla="*/ 12370 w 134424"/>
                <a:gd name="connsiteY135" fmla="*/ 45596 h 171375"/>
                <a:gd name="connsiteX136" fmla="*/ 10882 w 134424"/>
                <a:gd name="connsiteY136" fmla="*/ 44852 h 171375"/>
                <a:gd name="connsiteX137" fmla="*/ 10882 w 134424"/>
                <a:gd name="connsiteY137" fmla="*/ 38899 h 171375"/>
                <a:gd name="connsiteX138" fmla="*/ 13858 w 134424"/>
                <a:gd name="connsiteY138" fmla="*/ 38899 h 171375"/>
                <a:gd name="connsiteX139" fmla="*/ 14184 w 134424"/>
                <a:gd name="connsiteY139" fmla="*/ 37085 h 171375"/>
                <a:gd name="connsiteX140" fmla="*/ 14602 w 134424"/>
                <a:gd name="connsiteY140" fmla="*/ 35178 h 171375"/>
                <a:gd name="connsiteX141" fmla="*/ 18323 w 134424"/>
                <a:gd name="connsiteY141" fmla="*/ 34434 h 171375"/>
                <a:gd name="connsiteX142" fmla="*/ 19067 w 134424"/>
                <a:gd name="connsiteY142" fmla="*/ 32202 h 171375"/>
                <a:gd name="connsiteX143" fmla="*/ 20928 w 134424"/>
                <a:gd name="connsiteY143" fmla="*/ 31876 h 171375"/>
                <a:gd name="connsiteX144" fmla="*/ 22788 w 134424"/>
                <a:gd name="connsiteY144" fmla="*/ 31458 h 171375"/>
                <a:gd name="connsiteX145" fmla="*/ 23532 w 134424"/>
                <a:gd name="connsiteY145" fmla="*/ 28481 h 171375"/>
                <a:gd name="connsiteX146" fmla="*/ 26509 w 134424"/>
                <a:gd name="connsiteY146" fmla="*/ 27737 h 171375"/>
                <a:gd name="connsiteX147" fmla="*/ 27253 w 134424"/>
                <a:gd name="connsiteY147" fmla="*/ 25505 h 171375"/>
                <a:gd name="connsiteX148" fmla="*/ 30973 w 134424"/>
                <a:gd name="connsiteY148" fmla="*/ 24016 h 171375"/>
                <a:gd name="connsiteX149" fmla="*/ 31718 w 134424"/>
                <a:gd name="connsiteY149" fmla="*/ 21784 h 171375"/>
                <a:gd name="connsiteX150" fmla="*/ 33578 w 134424"/>
                <a:gd name="connsiteY150" fmla="*/ 21458 h 171375"/>
                <a:gd name="connsiteX151" fmla="*/ 35438 w 134424"/>
                <a:gd name="connsiteY151" fmla="*/ 21040 h 171375"/>
                <a:gd name="connsiteX152" fmla="*/ 35764 w 134424"/>
                <a:gd name="connsiteY152" fmla="*/ 19552 h 171375"/>
                <a:gd name="connsiteX153" fmla="*/ 36182 w 134424"/>
                <a:gd name="connsiteY153" fmla="*/ 18063 h 171375"/>
                <a:gd name="connsiteX154" fmla="*/ 40647 w 134424"/>
                <a:gd name="connsiteY154" fmla="*/ 17319 h 171375"/>
                <a:gd name="connsiteX155" fmla="*/ 41391 w 134424"/>
                <a:gd name="connsiteY155" fmla="*/ 15087 h 171375"/>
                <a:gd name="connsiteX156" fmla="*/ 44368 w 134424"/>
                <a:gd name="connsiteY156" fmla="*/ 13598 h 171375"/>
                <a:gd name="connsiteX157" fmla="*/ 45112 w 134424"/>
                <a:gd name="connsiteY157" fmla="*/ 11366 h 171375"/>
                <a:gd name="connsiteX158" fmla="*/ 49577 w 134424"/>
                <a:gd name="connsiteY158" fmla="*/ 11366 h 171375"/>
                <a:gd name="connsiteX159" fmla="*/ 49577 w 134424"/>
                <a:gd name="connsiteY159" fmla="*/ 8389 h 171375"/>
                <a:gd name="connsiteX160" fmla="*/ 54042 w 134424"/>
                <a:gd name="connsiteY160" fmla="*/ 7645 h 171375"/>
                <a:gd name="connsiteX161" fmla="*/ 54042 w 134424"/>
                <a:gd name="connsiteY161" fmla="*/ 4669 h 171375"/>
                <a:gd name="connsiteX162" fmla="*/ 55856 w 134424"/>
                <a:gd name="connsiteY162" fmla="*/ 4901 h 171375"/>
                <a:gd name="connsiteX163" fmla="*/ 57762 w 134424"/>
                <a:gd name="connsiteY163" fmla="*/ 4669 h 171375"/>
                <a:gd name="connsiteX164" fmla="*/ 58507 w 134424"/>
                <a:gd name="connsiteY164" fmla="*/ 948 h 17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4424" h="171375">
                  <a:moveTo>
                    <a:pt x="58507" y="948"/>
                  </a:moveTo>
                  <a:cubicBezTo>
                    <a:pt x="59489" y="948"/>
                    <a:pt x="60471" y="948"/>
                    <a:pt x="61483" y="948"/>
                  </a:cubicBezTo>
                  <a:cubicBezTo>
                    <a:pt x="61737" y="2187"/>
                    <a:pt x="61985" y="3427"/>
                    <a:pt x="62227" y="4669"/>
                  </a:cubicBezTo>
                  <a:cubicBezTo>
                    <a:pt x="63214" y="4938"/>
                    <a:pt x="64206" y="5188"/>
                    <a:pt x="65204" y="5413"/>
                  </a:cubicBezTo>
                  <a:cubicBezTo>
                    <a:pt x="65204" y="6395"/>
                    <a:pt x="65204" y="7377"/>
                    <a:pt x="65204" y="8389"/>
                  </a:cubicBezTo>
                  <a:cubicBezTo>
                    <a:pt x="65941" y="8635"/>
                    <a:pt x="66677" y="8881"/>
                    <a:pt x="67436" y="9134"/>
                  </a:cubicBezTo>
                  <a:cubicBezTo>
                    <a:pt x="67684" y="10126"/>
                    <a:pt x="67932" y="11118"/>
                    <a:pt x="68180" y="12110"/>
                  </a:cubicBezTo>
                  <a:cubicBezTo>
                    <a:pt x="68917" y="12356"/>
                    <a:pt x="69654" y="12601"/>
                    <a:pt x="70413" y="12854"/>
                  </a:cubicBezTo>
                  <a:cubicBezTo>
                    <a:pt x="73111" y="15062"/>
                    <a:pt x="73836" y="17032"/>
                    <a:pt x="74878" y="20296"/>
                  </a:cubicBezTo>
                  <a:cubicBezTo>
                    <a:pt x="75899" y="21425"/>
                    <a:pt x="75899" y="21425"/>
                    <a:pt x="77110" y="22528"/>
                  </a:cubicBezTo>
                  <a:cubicBezTo>
                    <a:pt x="79862" y="25417"/>
                    <a:pt x="81724" y="27409"/>
                    <a:pt x="82319" y="31458"/>
                  </a:cubicBezTo>
                  <a:cubicBezTo>
                    <a:pt x="83424" y="31826"/>
                    <a:pt x="83424" y="31826"/>
                    <a:pt x="84552" y="32202"/>
                  </a:cubicBezTo>
                  <a:cubicBezTo>
                    <a:pt x="84552" y="33184"/>
                    <a:pt x="84552" y="34166"/>
                    <a:pt x="84552" y="35178"/>
                  </a:cubicBezTo>
                  <a:cubicBezTo>
                    <a:pt x="85288" y="35178"/>
                    <a:pt x="86025" y="35178"/>
                    <a:pt x="86784" y="35178"/>
                  </a:cubicBezTo>
                  <a:cubicBezTo>
                    <a:pt x="87083" y="35938"/>
                    <a:pt x="87083" y="35938"/>
                    <a:pt x="87389" y="36713"/>
                  </a:cubicBezTo>
                  <a:cubicBezTo>
                    <a:pt x="88204" y="38730"/>
                    <a:pt x="88818" y="39650"/>
                    <a:pt x="90226" y="41225"/>
                  </a:cubicBezTo>
                  <a:cubicBezTo>
                    <a:pt x="93333" y="44705"/>
                    <a:pt x="95997" y="48489"/>
                    <a:pt x="98690" y="52294"/>
                  </a:cubicBezTo>
                  <a:cubicBezTo>
                    <a:pt x="99205" y="53019"/>
                    <a:pt x="99205" y="53019"/>
                    <a:pt x="99731" y="53759"/>
                  </a:cubicBezTo>
                  <a:cubicBezTo>
                    <a:pt x="101667" y="56560"/>
                    <a:pt x="101667" y="56560"/>
                    <a:pt x="101667" y="58247"/>
                  </a:cubicBezTo>
                  <a:cubicBezTo>
                    <a:pt x="102772" y="58615"/>
                    <a:pt x="102772" y="58615"/>
                    <a:pt x="103899" y="58991"/>
                  </a:cubicBezTo>
                  <a:cubicBezTo>
                    <a:pt x="104039" y="60898"/>
                    <a:pt x="104039" y="60898"/>
                    <a:pt x="103899" y="62712"/>
                  </a:cubicBezTo>
                  <a:cubicBezTo>
                    <a:pt x="104636" y="62712"/>
                    <a:pt x="105373" y="62712"/>
                    <a:pt x="106132" y="62712"/>
                  </a:cubicBezTo>
                  <a:cubicBezTo>
                    <a:pt x="106404" y="63698"/>
                    <a:pt x="106648" y="64691"/>
                    <a:pt x="106876" y="65688"/>
                  </a:cubicBezTo>
                  <a:cubicBezTo>
                    <a:pt x="107883" y="66882"/>
                    <a:pt x="107883" y="66882"/>
                    <a:pt x="109108" y="67921"/>
                  </a:cubicBezTo>
                  <a:cubicBezTo>
                    <a:pt x="110486" y="69184"/>
                    <a:pt x="111401" y="70255"/>
                    <a:pt x="112364" y="71874"/>
                  </a:cubicBezTo>
                  <a:cubicBezTo>
                    <a:pt x="113572" y="74004"/>
                    <a:pt x="113572" y="74004"/>
                    <a:pt x="115526" y="76106"/>
                  </a:cubicBezTo>
                  <a:cubicBezTo>
                    <a:pt x="117289" y="78333"/>
                    <a:pt x="117577" y="79370"/>
                    <a:pt x="118038" y="82059"/>
                  </a:cubicBezTo>
                  <a:cubicBezTo>
                    <a:pt x="118775" y="82305"/>
                    <a:pt x="119511" y="82550"/>
                    <a:pt x="120270" y="82803"/>
                  </a:cubicBezTo>
                  <a:cubicBezTo>
                    <a:pt x="120410" y="84710"/>
                    <a:pt x="120410" y="84710"/>
                    <a:pt x="120270" y="86524"/>
                  </a:cubicBezTo>
                  <a:cubicBezTo>
                    <a:pt x="121007" y="86524"/>
                    <a:pt x="121744" y="86524"/>
                    <a:pt x="122503" y="86524"/>
                  </a:cubicBezTo>
                  <a:cubicBezTo>
                    <a:pt x="122780" y="87758"/>
                    <a:pt x="123029" y="88999"/>
                    <a:pt x="123247" y="90245"/>
                  </a:cubicBezTo>
                  <a:cubicBezTo>
                    <a:pt x="123738" y="90245"/>
                    <a:pt x="124229" y="90245"/>
                    <a:pt x="124735" y="90245"/>
                  </a:cubicBezTo>
                  <a:cubicBezTo>
                    <a:pt x="124896" y="91166"/>
                    <a:pt x="124896" y="91166"/>
                    <a:pt x="125061" y="92105"/>
                  </a:cubicBezTo>
                  <a:cubicBezTo>
                    <a:pt x="125199" y="92719"/>
                    <a:pt x="125337" y="93333"/>
                    <a:pt x="125479" y="93966"/>
                  </a:cubicBezTo>
                  <a:cubicBezTo>
                    <a:pt x="126216" y="93966"/>
                    <a:pt x="126953" y="93966"/>
                    <a:pt x="127712" y="93966"/>
                  </a:cubicBezTo>
                  <a:cubicBezTo>
                    <a:pt x="128245" y="95190"/>
                    <a:pt x="128741" y="96432"/>
                    <a:pt x="129200" y="97686"/>
                  </a:cubicBezTo>
                  <a:cubicBezTo>
                    <a:pt x="129691" y="97932"/>
                    <a:pt x="130182" y="98177"/>
                    <a:pt x="130688" y="98430"/>
                  </a:cubicBezTo>
                  <a:cubicBezTo>
                    <a:pt x="131184" y="99919"/>
                    <a:pt x="131680" y="101407"/>
                    <a:pt x="132177" y="102895"/>
                  </a:cubicBezTo>
                  <a:cubicBezTo>
                    <a:pt x="132668" y="103141"/>
                    <a:pt x="133159" y="103386"/>
                    <a:pt x="133665" y="103639"/>
                  </a:cubicBezTo>
                  <a:cubicBezTo>
                    <a:pt x="133913" y="104632"/>
                    <a:pt x="134161" y="105624"/>
                    <a:pt x="134409" y="106616"/>
                  </a:cubicBezTo>
                  <a:cubicBezTo>
                    <a:pt x="134900" y="106862"/>
                    <a:pt x="135391" y="107107"/>
                    <a:pt x="135897" y="107360"/>
                  </a:cubicBezTo>
                  <a:cubicBezTo>
                    <a:pt x="136393" y="108600"/>
                    <a:pt x="136889" y="109841"/>
                    <a:pt x="137386" y="111081"/>
                  </a:cubicBezTo>
                  <a:cubicBezTo>
                    <a:pt x="137877" y="111326"/>
                    <a:pt x="138368" y="111572"/>
                    <a:pt x="138874" y="111825"/>
                  </a:cubicBezTo>
                  <a:cubicBezTo>
                    <a:pt x="139370" y="113065"/>
                    <a:pt x="139866" y="114305"/>
                    <a:pt x="140362" y="115546"/>
                  </a:cubicBezTo>
                  <a:cubicBezTo>
                    <a:pt x="140853" y="115791"/>
                    <a:pt x="141344" y="116037"/>
                    <a:pt x="141850" y="116290"/>
                  </a:cubicBezTo>
                  <a:cubicBezTo>
                    <a:pt x="141958" y="117026"/>
                    <a:pt x="142065" y="117763"/>
                    <a:pt x="142176" y="118522"/>
                  </a:cubicBezTo>
                  <a:cubicBezTo>
                    <a:pt x="142314" y="119259"/>
                    <a:pt x="142452" y="119996"/>
                    <a:pt x="142595" y="120755"/>
                  </a:cubicBezTo>
                  <a:cubicBezTo>
                    <a:pt x="143331" y="121000"/>
                    <a:pt x="144068" y="121246"/>
                    <a:pt x="144827" y="121499"/>
                  </a:cubicBezTo>
                  <a:cubicBezTo>
                    <a:pt x="145150" y="123499"/>
                    <a:pt x="145150" y="123499"/>
                    <a:pt x="145152" y="125964"/>
                  </a:cubicBezTo>
                  <a:cubicBezTo>
                    <a:pt x="145167" y="126777"/>
                    <a:pt x="145181" y="127590"/>
                    <a:pt x="145196" y="128429"/>
                  </a:cubicBezTo>
                  <a:cubicBezTo>
                    <a:pt x="145074" y="129089"/>
                    <a:pt x="144952" y="129748"/>
                    <a:pt x="144827" y="130428"/>
                  </a:cubicBezTo>
                  <a:cubicBezTo>
                    <a:pt x="143318" y="130894"/>
                    <a:pt x="143318" y="130894"/>
                    <a:pt x="141850" y="131173"/>
                  </a:cubicBezTo>
                  <a:cubicBezTo>
                    <a:pt x="141850" y="132155"/>
                    <a:pt x="141850" y="133137"/>
                    <a:pt x="141850" y="134149"/>
                  </a:cubicBezTo>
                  <a:cubicBezTo>
                    <a:pt x="140862" y="134413"/>
                    <a:pt x="139869" y="134659"/>
                    <a:pt x="138874" y="134893"/>
                  </a:cubicBezTo>
                  <a:cubicBezTo>
                    <a:pt x="138644" y="135400"/>
                    <a:pt x="138413" y="135906"/>
                    <a:pt x="138176" y="136428"/>
                  </a:cubicBezTo>
                  <a:cubicBezTo>
                    <a:pt x="137915" y="136904"/>
                    <a:pt x="137654" y="137380"/>
                    <a:pt x="137386" y="137870"/>
                  </a:cubicBezTo>
                  <a:cubicBezTo>
                    <a:pt x="135432" y="138056"/>
                    <a:pt x="135432" y="138056"/>
                    <a:pt x="133665" y="137870"/>
                  </a:cubicBezTo>
                  <a:cubicBezTo>
                    <a:pt x="133665" y="138852"/>
                    <a:pt x="133665" y="139834"/>
                    <a:pt x="133665" y="140846"/>
                  </a:cubicBezTo>
                  <a:cubicBezTo>
                    <a:pt x="132677" y="141110"/>
                    <a:pt x="131684" y="141356"/>
                    <a:pt x="130688" y="141591"/>
                  </a:cubicBezTo>
                  <a:cubicBezTo>
                    <a:pt x="130458" y="142097"/>
                    <a:pt x="130228" y="142604"/>
                    <a:pt x="129991" y="143125"/>
                  </a:cubicBezTo>
                  <a:cubicBezTo>
                    <a:pt x="129730" y="143601"/>
                    <a:pt x="129469" y="144077"/>
                    <a:pt x="129200" y="144567"/>
                  </a:cubicBezTo>
                  <a:cubicBezTo>
                    <a:pt x="127247" y="144753"/>
                    <a:pt x="127247" y="144753"/>
                    <a:pt x="125479" y="144567"/>
                  </a:cubicBezTo>
                  <a:cubicBezTo>
                    <a:pt x="125479" y="145549"/>
                    <a:pt x="125479" y="146532"/>
                    <a:pt x="125479" y="147544"/>
                  </a:cubicBezTo>
                  <a:cubicBezTo>
                    <a:pt x="124491" y="147807"/>
                    <a:pt x="123498" y="148054"/>
                    <a:pt x="122503" y="148288"/>
                  </a:cubicBezTo>
                  <a:cubicBezTo>
                    <a:pt x="122272" y="148794"/>
                    <a:pt x="122042" y="149301"/>
                    <a:pt x="121805" y="149823"/>
                  </a:cubicBezTo>
                  <a:cubicBezTo>
                    <a:pt x="121544" y="150298"/>
                    <a:pt x="121283" y="150774"/>
                    <a:pt x="121014" y="151264"/>
                  </a:cubicBezTo>
                  <a:cubicBezTo>
                    <a:pt x="119061" y="151450"/>
                    <a:pt x="119061" y="151450"/>
                    <a:pt x="117294" y="151264"/>
                  </a:cubicBezTo>
                  <a:cubicBezTo>
                    <a:pt x="117294" y="152247"/>
                    <a:pt x="117294" y="153229"/>
                    <a:pt x="117294" y="154241"/>
                  </a:cubicBezTo>
                  <a:cubicBezTo>
                    <a:pt x="116053" y="154489"/>
                    <a:pt x="114813" y="154737"/>
                    <a:pt x="113573" y="154985"/>
                  </a:cubicBezTo>
                  <a:cubicBezTo>
                    <a:pt x="113573" y="155967"/>
                    <a:pt x="113573" y="156950"/>
                    <a:pt x="113573" y="157962"/>
                  </a:cubicBezTo>
                  <a:cubicBezTo>
                    <a:pt x="112341" y="158246"/>
                    <a:pt x="111099" y="158493"/>
                    <a:pt x="109852" y="158706"/>
                  </a:cubicBezTo>
                  <a:cubicBezTo>
                    <a:pt x="109607" y="159442"/>
                    <a:pt x="109361" y="160179"/>
                    <a:pt x="109108" y="160938"/>
                  </a:cubicBezTo>
                  <a:cubicBezTo>
                    <a:pt x="108116" y="161434"/>
                    <a:pt x="107124" y="161930"/>
                    <a:pt x="106132" y="162426"/>
                  </a:cubicBezTo>
                  <a:cubicBezTo>
                    <a:pt x="105886" y="163163"/>
                    <a:pt x="105640" y="163900"/>
                    <a:pt x="105387" y="164659"/>
                  </a:cubicBezTo>
                  <a:cubicBezTo>
                    <a:pt x="104467" y="164820"/>
                    <a:pt x="104467" y="164820"/>
                    <a:pt x="103527" y="164984"/>
                  </a:cubicBezTo>
                  <a:cubicBezTo>
                    <a:pt x="102913" y="165123"/>
                    <a:pt x="102299" y="165261"/>
                    <a:pt x="101667" y="165403"/>
                  </a:cubicBezTo>
                  <a:cubicBezTo>
                    <a:pt x="101390" y="166388"/>
                    <a:pt x="101141" y="167381"/>
                    <a:pt x="100923" y="168380"/>
                  </a:cubicBezTo>
                  <a:cubicBezTo>
                    <a:pt x="99930" y="168628"/>
                    <a:pt x="98938" y="168876"/>
                    <a:pt x="97946" y="169124"/>
                  </a:cubicBezTo>
                  <a:cubicBezTo>
                    <a:pt x="97863" y="169619"/>
                    <a:pt x="97779" y="170114"/>
                    <a:pt x="97693" y="170624"/>
                  </a:cubicBezTo>
                  <a:cubicBezTo>
                    <a:pt x="97450" y="171355"/>
                    <a:pt x="97450" y="171355"/>
                    <a:pt x="97202" y="172100"/>
                  </a:cubicBezTo>
                  <a:cubicBezTo>
                    <a:pt x="94937" y="172528"/>
                    <a:pt x="92821" y="172231"/>
                    <a:pt x="90505" y="172100"/>
                  </a:cubicBezTo>
                  <a:cubicBezTo>
                    <a:pt x="90136" y="168785"/>
                    <a:pt x="90136" y="168785"/>
                    <a:pt x="89761" y="165403"/>
                  </a:cubicBezTo>
                  <a:cubicBezTo>
                    <a:pt x="89024" y="165403"/>
                    <a:pt x="88287" y="165403"/>
                    <a:pt x="87528" y="165403"/>
                  </a:cubicBezTo>
                  <a:cubicBezTo>
                    <a:pt x="86994" y="163928"/>
                    <a:pt x="86499" y="162438"/>
                    <a:pt x="86040" y="160938"/>
                  </a:cubicBezTo>
                  <a:cubicBezTo>
                    <a:pt x="85549" y="160693"/>
                    <a:pt x="85058" y="160447"/>
                    <a:pt x="84552" y="160194"/>
                  </a:cubicBezTo>
                  <a:cubicBezTo>
                    <a:pt x="84444" y="159473"/>
                    <a:pt x="84337" y="158751"/>
                    <a:pt x="84226" y="158008"/>
                  </a:cubicBezTo>
                  <a:cubicBezTo>
                    <a:pt x="84088" y="157256"/>
                    <a:pt x="83950" y="156504"/>
                    <a:pt x="83807" y="155729"/>
                  </a:cubicBezTo>
                  <a:cubicBezTo>
                    <a:pt x="82702" y="154993"/>
                    <a:pt x="82702" y="154993"/>
                    <a:pt x="81575" y="154241"/>
                  </a:cubicBezTo>
                  <a:cubicBezTo>
                    <a:pt x="81575" y="153001"/>
                    <a:pt x="81575" y="151760"/>
                    <a:pt x="81575" y="150520"/>
                  </a:cubicBezTo>
                  <a:cubicBezTo>
                    <a:pt x="80838" y="150275"/>
                    <a:pt x="80102" y="150029"/>
                    <a:pt x="79343" y="149776"/>
                  </a:cubicBezTo>
                  <a:cubicBezTo>
                    <a:pt x="78831" y="148542"/>
                    <a:pt x="78334" y="147302"/>
                    <a:pt x="77854" y="146055"/>
                  </a:cubicBezTo>
                  <a:cubicBezTo>
                    <a:pt x="77363" y="146055"/>
                    <a:pt x="76872" y="146055"/>
                    <a:pt x="76366" y="146055"/>
                  </a:cubicBezTo>
                  <a:cubicBezTo>
                    <a:pt x="76274" y="145211"/>
                    <a:pt x="76182" y="144367"/>
                    <a:pt x="76087" y="143497"/>
                  </a:cubicBezTo>
                  <a:cubicBezTo>
                    <a:pt x="75857" y="142185"/>
                    <a:pt x="75857" y="142185"/>
                    <a:pt x="75622" y="140846"/>
                  </a:cubicBezTo>
                  <a:cubicBezTo>
                    <a:pt x="75131" y="140601"/>
                    <a:pt x="74640" y="140355"/>
                    <a:pt x="74134" y="140102"/>
                  </a:cubicBezTo>
                  <a:cubicBezTo>
                    <a:pt x="73346" y="138889"/>
                    <a:pt x="72606" y="137645"/>
                    <a:pt x="71901" y="136382"/>
                  </a:cubicBezTo>
                  <a:cubicBezTo>
                    <a:pt x="71610" y="135860"/>
                    <a:pt x="71318" y="135338"/>
                    <a:pt x="71017" y="134800"/>
                  </a:cubicBezTo>
                  <a:cubicBezTo>
                    <a:pt x="70413" y="133405"/>
                    <a:pt x="70413" y="133405"/>
                    <a:pt x="70413" y="131173"/>
                  </a:cubicBezTo>
                  <a:cubicBezTo>
                    <a:pt x="69676" y="131173"/>
                    <a:pt x="68939" y="131173"/>
                    <a:pt x="68180" y="131173"/>
                  </a:cubicBezTo>
                  <a:cubicBezTo>
                    <a:pt x="68180" y="129699"/>
                    <a:pt x="68180" y="128226"/>
                    <a:pt x="68180" y="126708"/>
                  </a:cubicBezTo>
                  <a:cubicBezTo>
                    <a:pt x="67444" y="126708"/>
                    <a:pt x="66707" y="126708"/>
                    <a:pt x="65948" y="126708"/>
                  </a:cubicBezTo>
                  <a:cubicBezTo>
                    <a:pt x="65694" y="125469"/>
                    <a:pt x="65446" y="124228"/>
                    <a:pt x="65204" y="122987"/>
                  </a:cubicBezTo>
                  <a:cubicBezTo>
                    <a:pt x="64467" y="122741"/>
                    <a:pt x="63730" y="122496"/>
                    <a:pt x="62971" y="122243"/>
                  </a:cubicBezTo>
                  <a:cubicBezTo>
                    <a:pt x="62449" y="121014"/>
                    <a:pt x="61952" y="119773"/>
                    <a:pt x="61483" y="118522"/>
                  </a:cubicBezTo>
                  <a:cubicBezTo>
                    <a:pt x="60992" y="118277"/>
                    <a:pt x="60501" y="118031"/>
                    <a:pt x="59995" y="117778"/>
                  </a:cubicBezTo>
                  <a:cubicBezTo>
                    <a:pt x="59747" y="116538"/>
                    <a:pt x="59499" y="115298"/>
                    <a:pt x="59251" y="114057"/>
                  </a:cubicBezTo>
                  <a:cubicBezTo>
                    <a:pt x="58760" y="113812"/>
                    <a:pt x="58268" y="113566"/>
                    <a:pt x="57762" y="113313"/>
                  </a:cubicBezTo>
                  <a:cubicBezTo>
                    <a:pt x="57655" y="112699"/>
                    <a:pt x="57548" y="112085"/>
                    <a:pt x="57437" y="111453"/>
                  </a:cubicBezTo>
                  <a:cubicBezTo>
                    <a:pt x="57299" y="110839"/>
                    <a:pt x="57161" y="110225"/>
                    <a:pt x="57018" y="109593"/>
                  </a:cubicBezTo>
                  <a:cubicBezTo>
                    <a:pt x="56282" y="109347"/>
                    <a:pt x="55545" y="109101"/>
                    <a:pt x="54786" y="108848"/>
                  </a:cubicBezTo>
                  <a:cubicBezTo>
                    <a:pt x="53670" y="107174"/>
                    <a:pt x="53670" y="107174"/>
                    <a:pt x="52553" y="105128"/>
                  </a:cubicBezTo>
                  <a:cubicBezTo>
                    <a:pt x="51162" y="102412"/>
                    <a:pt x="51162" y="102412"/>
                    <a:pt x="48833" y="100663"/>
                  </a:cubicBezTo>
                  <a:cubicBezTo>
                    <a:pt x="48585" y="99423"/>
                    <a:pt x="48337" y="98182"/>
                    <a:pt x="48089" y="96942"/>
                  </a:cubicBezTo>
                  <a:cubicBezTo>
                    <a:pt x="47598" y="96697"/>
                    <a:pt x="47106" y="96451"/>
                    <a:pt x="46600" y="96198"/>
                  </a:cubicBezTo>
                  <a:cubicBezTo>
                    <a:pt x="46493" y="95722"/>
                    <a:pt x="46385" y="95246"/>
                    <a:pt x="46275" y="94756"/>
                  </a:cubicBezTo>
                  <a:cubicBezTo>
                    <a:pt x="45959" y="92937"/>
                    <a:pt x="45959" y="92937"/>
                    <a:pt x="43624" y="91733"/>
                  </a:cubicBezTo>
                  <a:cubicBezTo>
                    <a:pt x="43378" y="90996"/>
                    <a:pt x="43133" y="90260"/>
                    <a:pt x="42880" y="89501"/>
                  </a:cubicBezTo>
                  <a:cubicBezTo>
                    <a:pt x="42143" y="89132"/>
                    <a:pt x="42143" y="89132"/>
                    <a:pt x="41391" y="88757"/>
                  </a:cubicBezTo>
                  <a:cubicBezTo>
                    <a:pt x="41146" y="88005"/>
                    <a:pt x="40900" y="87252"/>
                    <a:pt x="40647" y="86478"/>
                  </a:cubicBezTo>
                  <a:cubicBezTo>
                    <a:pt x="40279" y="85396"/>
                    <a:pt x="40279" y="85396"/>
                    <a:pt x="39903" y="84292"/>
                  </a:cubicBezTo>
                  <a:cubicBezTo>
                    <a:pt x="39412" y="84292"/>
                    <a:pt x="38921" y="84292"/>
                    <a:pt x="38415" y="84292"/>
                  </a:cubicBezTo>
                  <a:cubicBezTo>
                    <a:pt x="37906" y="83306"/>
                    <a:pt x="37410" y="82313"/>
                    <a:pt x="36927" y="81315"/>
                  </a:cubicBezTo>
                  <a:cubicBezTo>
                    <a:pt x="36190" y="80947"/>
                    <a:pt x="36190" y="80947"/>
                    <a:pt x="35438" y="80571"/>
                  </a:cubicBezTo>
                  <a:cubicBezTo>
                    <a:pt x="35190" y="79331"/>
                    <a:pt x="34942" y="78091"/>
                    <a:pt x="34694" y="76850"/>
                  </a:cubicBezTo>
                  <a:cubicBezTo>
                    <a:pt x="34203" y="76605"/>
                    <a:pt x="33712" y="76359"/>
                    <a:pt x="33206" y="76106"/>
                  </a:cubicBezTo>
                  <a:cubicBezTo>
                    <a:pt x="32462" y="74246"/>
                    <a:pt x="32462" y="74246"/>
                    <a:pt x="31718" y="72385"/>
                  </a:cubicBezTo>
                  <a:cubicBezTo>
                    <a:pt x="31226" y="72140"/>
                    <a:pt x="30735" y="71894"/>
                    <a:pt x="30229" y="71641"/>
                  </a:cubicBezTo>
                  <a:cubicBezTo>
                    <a:pt x="29984" y="70905"/>
                    <a:pt x="29738" y="70168"/>
                    <a:pt x="29485" y="69409"/>
                  </a:cubicBezTo>
                  <a:cubicBezTo>
                    <a:pt x="28752" y="68654"/>
                    <a:pt x="28005" y="67912"/>
                    <a:pt x="27253" y="67177"/>
                  </a:cubicBezTo>
                  <a:cubicBezTo>
                    <a:pt x="26209" y="65828"/>
                    <a:pt x="25187" y="64462"/>
                    <a:pt x="24183" y="63084"/>
                  </a:cubicBezTo>
                  <a:cubicBezTo>
                    <a:pt x="23659" y="62370"/>
                    <a:pt x="23136" y="61656"/>
                    <a:pt x="22596" y="60921"/>
                  </a:cubicBezTo>
                  <a:cubicBezTo>
                    <a:pt x="21300" y="58991"/>
                    <a:pt x="21300" y="58991"/>
                    <a:pt x="20555" y="56759"/>
                  </a:cubicBezTo>
                  <a:cubicBezTo>
                    <a:pt x="19819" y="56175"/>
                    <a:pt x="19082" y="55592"/>
                    <a:pt x="18323" y="54991"/>
                  </a:cubicBezTo>
                  <a:cubicBezTo>
                    <a:pt x="15952" y="52916"/>
                    <a:pt x="15678" y="52305"/>
                    <a:pt x="15346" y="49317"/>
                  </a:cubicBezTo>
                  <a:cubicBezTo>
                    <a:pt x="14855" y="49072"/>
                    <a:pt x="14364" y="48826"/>
                    <a:pt x="13858" y="48573"/>
                  </a:cubicBezTo>
                  <a:cubicBezTo>
                    <a:pt x="13362" y="47581"/>
                    <a:pt x="12866" y="46589"/>
                    <a:pt x="12370" y="45596"/>
                  </a:cubicBezTo>
                  <a:cubicBezTo>
                    <a:pt x="11879" y="45351"/>
                    <a:pt x="11388" y="45105"/>
                    <a:pt x="10882" y="44852"/>
                  </a:cubicBezTo>
                  <a:cubicBezTo>
                    <a:pt x="10671" y="42857"/>
                    <a:pt x="10818" y="40910"/>
                    <a:pt x="10882" y="38899"/>
                  </a:cubicBezTo>
                  <a:cubicBezTo>
                    <a:pt x="11864" y="38899"/>
                    <a:pt x="12846" y="38899"/>
                    <a:pt x="13858" y="38899"/>
                  </a:cubicBezTo>
                  <a:cubicBezTo>
                    <a:pt x="13966" y="38301"/>
                    <a:pt x="14073" y="37702"/>
                    <a:pt x="14184" y="37085"/>
                  </a:cubicBezTo>
                  <a:cubicBezTo>
                    <a:pt x="14322" y="36456"/>
                    <a:pt x="14460" y="35827"/>
                    <a:pt x="14602" y="35178"/>
                  </a:cubicBezTo>
                  <a:cubicBezTo>
                    <a:pt x="16463" y="34713"/>
                    <a:pt x="16463" y="34713"/>
                    <a:pt x="18323" y="34434"/>
                  </a:cubicBezTo>
                  <a:cubicBezTo>
                    <a:pt x="18569" y="33698"/>
                    <a:pt x="18814" y="32961"/>
                    <a:pt x="19067" y="32202"/>
                  </a:cubicBezTo>
                  <a:cubicBezTo>
                    <a:pt x="19681" y="32094"/>
                    <a:pt x="20295" y="31987"/>
                    <a:pt x="20928" y="31876"/>
                  </a:cubicBezTo>
                  <a:cubicBezTo>
                    <a:pt x="21541" y="31738"/>
                    <a:pt x="22155" y="31600"/>
                    <a:pt x="22788" y="31458"/>
                  </a:cubicBezTo>
                  <a:cubicBezTo>
                    <a:pt x="23065" y="30473"/>
                    <a:pt x="23313" y="29480"/>
                    <a:pt x="23532" y="28481"/>
                  </a:cubicBezTo>
                  <a:cubicBezTo>
                    <a:pt x="24517" y="28204"/>
                    <a:pt x="25509" y="27956"/>
                    <a:pt x="26509" y="27737"/>
                  </a:cubicBezTo>
                  <a:cubicBezTo>
                    <a:pt x="26754" y="27000"/>
                    <a:pt x="27000" y="26264"/>
                    <a:pt x="27253" y="25505"/>
                  </a:cubicBezTo>
                  <a:cubicBezTo>
                    <a:pt x="28493" y="25009"/>
                    <a:pt x="29733" y="24512"/>
                    <a:pt x="30973" y="24016"/>
                  </a:cubicBezTo>
                  <a:cubicBezTo>
                    <a:pt x="31219" y="23280"/>
                    <a:pt x="31465" y="22543"/>
                    <a:pt x="31718" y="21784"/>
                  </a:cubicBezTo>
                  <a:cubicBezTo>
                    <a:pt x="32331" y="21676"/>
                    <a:pt x="32945" y="21569"/>
                    <a:pt x="33578" y="21458"/>
                  </a:cubicBezTo>
                  <a:cubicBezTo>
                    <a:pt x="34192" y="21320"/>
                    <a:pt x="34806" y="21182"/>
                    <a:pt x="35438" y="21040"/>
                  </a:cubicBezTo>
                  <a:cubicBezTo>
                    <a:pt x="35546" y="20549"/>
                    <a:pt x="35653" y="20058"/>
                    <a:pt x="35764" y="19552"/>
                  </a:cubicBezTo>
                  <a:cubicBezTo>
                    <a:pt x="35971" y="18815"/>
                    <a:pt x="35971" y="18815"/>
                    <a:pt x="36182" y="18063"/>
                  </a:cubicBezTo>
                  <a:cubicBezTo>
                    <a:pt x="37665" y="17785"/>
                    <a:pt x="39154" y="17537"/>
                    <a:pt x="40647" y="17319"/>
                  </a:cubicBezTo>
                  <a:cubicBezTo>
                    <a:pt x="41016" y="16214"/>
                    <a:pt x="41016" y="16214"/>
                    <a:pt x="41391" y="15087"/>
                  </a:cubicBezTo>
                  <a:cubicBezTo>
                    <a:pt x="42384" y="14591"/>
                    <a:pt x="43376" y="14094"/>
                    <a:pt x="44368" y="13598"/>
                  </a:cubicBezTo>
                  <a:cubicBezTo>
                    <a:pt x="44736" y="12493"/>
                    <a:pt x="44736" y="12493"/>
                    <a:pt x="45112" y="11366"/>
                  </a:cubicBezTo>
                  <a:cubicBezTo>
                    <a:pt x="47391" y="11226"/>
                    <a:pt x="47391" y="11226"/>
                    <a:pt x="49577" y="11366"/>
                  </a:cubicBezTo>
                  <a:cubicBezTo>
                    <a:pt x="49577" y="10384"/>
                    <a:pt x="49577" y="9401"/>
                    <a:pt x="49577" y="8389"/>
                  </a:cubicBezTo>
                  <a:cubicBezTo>
                    <a:pt x="51050" y="8144"/>
                    <a:pt x="52524" y="7898"/>
                    <a:pt x="54042" y="7645"/>
                  </a:cubicBezTo>
                  <a:cubicBezTo>
                    <a:pt x="54042" y="6663"/>
                    <a:pt x="54042" y="5681"/>
                    <a:pt x="54042" y="4669"/>
                  </a:cubicBezTo>
                  <a:cubicBezTo>
                    <a:pt x="54640" y="4745"/>
                    <a:pt x="55239" y="4822"/>
                    <a:pt x="55856" y="4901"/>
                  </a:cubicBezTo>
                  <a:cubicBezTo>
                    <a:pt x="56485" y="4825"/>
                    <a:pt x="57114" y="4748"/>
                    <a:pt x="57762" y="4669"/>
                  </a:cubicBezTo>
                  <a:cubicBezTo>
                    <a:pt x="58040" y="3435"/>
                    <a:pt x="58289" y="2194"/>
                    <a:pt x="58507" y="948"/>
                  </a:cubicBezTo>
                  <a:close/>
                </a:path>
              </a:pathLst>
            </a:custGeom>
            <a:grpFill/>
            <a:ln w="744" cap="flat">
              <a:noFill/>
              <a:prstDash val="solid"/>
              <a:miter/>
            </a:ln>
          </p:spPr>
          <p:txBody>
            <a:bodyPr rtlCol="0" anchor="ctr"/>
            <a:lstStyle/>
            <a:p>
              <a:endParaRPr lang="zh-CN" altLang="en-US"/>
            </a:p>
          </p:txBody>
        </p:sp>
        <p:sp>
          <p:nvSpPr>
            <p:cNvPr id="201" name="任意多边形: 形状 200"/>
            <p:cNvSpPr/>
            <p:nvPr/>
          </p:nvSpPr>
          <p:spPr>
            <a:xfrm>
              <a:off x="7330830" y="982731"/>
              <a:ext cx="139758" cy="167654"/>
            </a:xfrm>
            <a:custGeom>
              <a:avLst/>
              <a:gdLst>
                <a:gd name="connsiteX0" fmla="*/ 90501 w 139759"/>
                <a:gd name="connsiteY0" fmla="*/ 1171 h 167649"/>
                <a:gd name="connsiteX1" fmla="*/ 94919 w 139759"/>
                <a:gd name="connsiteY1" fmla="*/ 1031 h 167649"/>
                <a:gd name="connsiteX2" fmla="*/ 97405 w 139759"/>
                <a:gd name="connsiteY2" fmla="*/ 953 h 167649"/>
                <a:gd name="connsiteX3" fmla="*/ 99431 w 139759"/>
                <a:gd name="connsiteY3" fmla="*/ 1171 h 167649"/>
                <a:gd name="connsiteX4" fmla="*/ 100175 w 139759"/>
                <a:gd name="connsiteY4" fmla="*/ 3403 h 167649"/>
                <a:gd name="connsiteX5" fmla="*/ 106872 w 139759"/>
                <a:gd name="connsiteY5" fmla="*/ 4148 h 167649"/>
                <a:gd name="connsiteX6" fmla="*/ 106872 w 139759"/>
                <a:gd name="connsiteY6" fmla="*/ 7124 h 167649"/>
                <a:gd name="connsiteX7" fmla="*/ 108474 w 139759"/>
                <a:gd name="connsiteY7" fmla="*/ 7208 h 167649"/>
                <a:gd name="connsiteX8" fmla="*/ 110546 w 139759"/>
                <a:gd name="connsiteY8" fmla="*/ 7357 h 167649"/>
                <a:gd name="connsiteX9" fmla="*/ 112613 w 139759"/>
                <a:gd name="connsiteY9" fmla="*/ 7487 h 167649"/>
                <a:gd name="connsiteX10" fmla="*/ 114314 w 139759"/>
                <a:gd name="connsiteY10" fmla="*/ 7868 h 167649"/>
                <a:gd name="connsiteX11" fmla="*/ 115058 w 139759"/>
                <a:gd name="connsiteY11" fmla="*/ 10101 h 167649"/>
                <a:gd name="connsiteX12" fmla="*/ 118406 w 139759"/>
                <a:gd name="connsiteY12" fmla="*/ 10845 h 167649"/>
                <a:gd name="connsiteX13" fmla="*/ 121755 w 139759"/>
                <a:gd name="connsiteY13" fmla="*/ 11589 h 167649"/>
                <a:gd name="connsiteX14" fmla="*/ 122499 w 139759"/>
                <a:gd name="connsiteY14" fmla="*/ 13821 h 167649"/>
                <a:gd name="connsiteX15" fmla="*/ 125894 w 139759"/>
                <a:gd name="connsiteY15" fmla="*/ 14333 h 167649"/>
                <a:gd name="connsiteX16" fmla="*/ 127758 w 139759"/>
                <a:gd name="connsiteY16" fmla="*/ 14481 h 167649"/>
                <a:gd name="connsiteX17" fmla="*/ 129196 w 139759"/>
                <a:gd name="connsiteY17" fmla="*/ 14566 h 167649"/>
                <a:gd name="connsiteX18" fmla="*/ 129196 w 139759"/>
                <a:gd name="connsiteY18" fmla="*/ 16798 h 167649"/>
                <a:gd name="connsiteX19" fmla="*/ 132499 w 139759"/>
                <a:gd name="connsiteY19" fmla="*/ 17542 h 167649"/>
                <a:gd name="connsiteX20" fmla="*/ 135894 w 139759"/>
                <a:gd name="connsiteY20" fmla="*/ 18286 h 167649"/>
                <a:gd name="connsiteX21" fmla="*/ 136638 w 139759"/>
                <a:gd name="connsiteY21" fmla="*/ 20519 h 167649"/>
                <a:gd name="connsiteX22" fmla="*/ 142405 w 139759"/>
                <a:gd name="connsiteY22" fmla="*/ 20888 h 167649"/>
                <a:gd name="connsiteX23" fmla="*/ 144079 w 139759"/>
                <a:gd name="connsiteY23" fmla="*/ 21263 h 167649"/>
                <a:gd name="connsiteX24" fmla="*/ 144823 w 139759"/>
                <a:gd name="connsiteY24" fmla="*/ 24239 h 167649"/>
                <a:gd name="connsiteX25" fmla="*/ 150032 w 139759"/>
                <a:gd name="connsiteY25" fmla="*/ 24984 h 167649"/>
                <a:gd name="connsiteX26" fmla="*/ 150125 w 139759"/>
                <a:gd name="connsiteY26" fmla="*/ 29774 h 167649"/>
                <a:gd name="connsiteX27" fmla="*/ 150178 w 139759"/>
                <a:gd name="connsiteY27" fmla="*/ 32469 h 167649"/>
                <a:gd name="connsiteX28" fmla="*/ 150032 w 139759"/>
                <a:gd name="connsiteY28" fmla="*/ 34657 h 167649"/>
                <a:gd name="connsiteX29" fmla="*/ 148544 w 139759"/>
                <a:gd name="connsiteY29" fmla="*/ 35401 h 167649"/>
                <a:gd name="connsiteX30" fmla="*/ 147893 w 139759"/>
                <a:gd name="connsiteY30" fmla="*/ 37401 h 167649"/>
                <a:gd name="connsiteX31" fmla="*/ 142591 w 139759"/>
                <a:gd name="connsiteY31" fmla="*/ 45075 h 167649"/>
                <a:gd name="connsiteX32" fmla="*/ 142219 w 139759"/>
                <a:gd name="connsiteY32" fmla="*/ 46936 h 167649"/>
                <a:gd name="connsiteX33" fmla="*/ 141847 w 139759"/>
                <a:gd name="connsiteY33" fmla="*/ 48796 h 167649"/>
                <a:gd name="connsiteX34" fmla="*/ 140359 w 139759"/>
                <a:gd name="connsiteY34" fmla="*/ 49540 h 167649"/>
                <a:gd name="connsiteX35" fmla="*/ 139614 w 139759"/>
                <a:gd name="connsiteY35" fmla="*/ 51773 h 167649"/>
                <a:gd name="connsiteX36" fmla="*/ 137382 w 139759"/>
                <a:gd name="connsiteY36" fmla="*/ 54749 h 167649"/>
                <a:gd name="connsiteX37" fmla="*/ 137056 w 139759"/>
                <a:gd name="connsiteY37" fmla="*/ 56563 h 167649"/>
                <a:gd name="connsiteX38" fmla="*/ 134405 w 139759"/>
                <a:gd name="connsiteY38" fmla="*/ 59958 h 167649"/>
                <a:gd name="connsiteX39" fmla="*/ 134033 w 139759"/>
                <a:gd name="connsiteY39" fmla="*/ 61539 h 167649"/>
                <a:gd name="connsiteX40" fmla="*/ 133661 w 139759"/>
                <a:gd name="connsiteY40" fmla="*/ 62935 h 167649"/>
                <a:gd name="connsiteX41" fmla="*/ 131429 w 139759"/>
                <a:gd name="connsiteY41" fmla="*/ 62935 h 167649"/>
                <a:gd name="connsiteX42" fmla="*/ 131568 w 139759"/>
                <a:gd name="connsiteY42" fmla="*/ 64655 h 167649"/>
                <a:gd name="connsiteX43" fmla="*/ 129196 w 139759"/>
                <a:gd name="connsiteY43" fmla="*/ 68888 h 167649"/>
                <a:gd name="connsiteX44" fmla="*/ 128406 w 139759"/>
                <a:gd name="connsiteY44" fmla="*/ 70469 h 167649"/>
                <a:gd name="connsiteX45" fmla="*/ 126220 w 139759"/>
                <a:gd name="connsiteY45" fmla="*/ 72609 h 167649"/>
                <a:gd name="connsiteX46" fmla="*/ 125848 w 139759"/>
                <a:gd name="connsiteY46" fmla="*/ 74097 h 167649"/>
                <a:gd name="connsiteX47" fmla="*/ 125476 w 139759"/>
                <a:gd name="connsiteY47" fmla="*/ 75585 h 167649"/>
                <a:gd name="connsiteX48" fmla="*/ 123987 w 139759"/>
                <a:gd name="connsiteY48" fmla="*/ 76329 h 167649"/>
                <a:gd name="connsiteX49" fmla="*/ 123662 w 139759"/>
                <a:gd name="connsiteY49" fmla="*/ 78097 h 167649"/>
                <a:gd name="connsiteX50" fmla="*/ 121011 w 139759"/>
                <a:gd name="connsiteY50" fmla="*/ 82282 h 167649"/>
                <a:gd name="connsiteX51" fmla="*/ 117197 w 139759"/>
                <a:gd name="connsiteY51" fmla="*/ 87677 h 167649"/>
                <a:gd name="connsiteX52" fmla="*/ 115058 w 139759"/>
                <a:gd name="connsiteY52" fmla="*/ 89724 h 167649"/>
                <a:gd name="connsiteX53" fmla="*/ 114686 w 139759"/>
                <a:gd name="connsiteY53" fmla="*/ 91212 h 167649"/>
                <a:gd name="connsiteX54" fmla="*/ 114314 w 139759"/>
                <a:gd name="connsiteY54" fmla="*/ 92700 h 167649"/>
                <a:gd name="connsiteX55" fmla="*/ 112825 w 139759"/>
                <a:gd name="connsiteY55" fmla="*/ 93444 h 167649"/>
                <a:gd name="connsiteX56" fmla="*/ 112500 w 139759"/>
                <a:gd name="connsiteY56" fmla="*/ 94933 h 167649"/>
                <a:gd name="connsiteX57" fmla="*/ 112081 w 139759"/>
                <a:gd name="connsiteY57" fmla="*/ 96421 h 167649"/>
                <a:gd name="connsiteX58" fmla="*/ 109849 w 139759"/>
                <a:gd name="connsiteY58" fmla="*/ 97165 h 167649"/>
                <a:gd name="connsiteX59" fmla="*/ 109105 w 139759"/>
                <a:gd name="connsiteY59" fmla="*/ 100886 h 167649"/>
                <a:gd name="connsiteX60" fmla="*/ 107616 w 139759"/>
                <a:gd name="connsiteY60" fmla="*/ 100886 h 167649"/>
                <a:gd name="connsiteX61" fmla="*/ 107291 w 139759"/>
                <a:gd name="connsiteY61" fmla="*/ 102281 h 167649"/>
                <a:gd name="connsiteX62" fmla="*/ 104640 w 139759"/>
                <a:gd name="connsiteY62" fmla="*/ 105351 h 167649"/>
                <a:gd name="connsiteX63" fmla="*/ 103896 w 139759"/>
                <a:gd name="connsiteY63" fmla="*/ 107258 h 167649"/>
                <a:gd name="connsiteX64" fmla="*/ 103151 w 139759"/>
                <a:gd name="connsiteY64" fmla="*/ 109071 h 167649"/>
                <a:gd name="connsiteX65" fmla="*/ 100919 w 139759"/>
                <a:gd name="connsiteY65" fmla="*/ 109816 h 167649"/>
                <a:gd name="connsiteX66" fmla="*/ 98733 w 139759"/>
                <a:gd name="connsiteY66" fmla="*/ 114838 h 167649"/>
                <a:gd name="connsiteX67" fmla="*/ 97943 w 139759"/>
                <a:gd name="connsiteY67" fmla="*/ 116513 h 167649"/>
                <a:gd name="connsiteX68" fmla="*/ 95710 w 139759"/>
                <a:gd name="connsiteY68" fmla="*/ 116513 h 167649"/>
                <a:gd name="connsiteX69" fmla="*/ 94222 w 139759"/>
                <a:gd name="connsiteY69" fmla="*/ 120233 h 167649"/>
                <a:gd name="connsiteX70" fmla="*/ 92734 w 139759"/>
                <a:gd name="connsiteY70" fmla="*/ 120233 h 167649"/>
                <a:gd name="connsiteX71" fmla="*/ 92361 w 139759"/>
                <a:gd name="connsiteY71" fmla="*/ 122094 h 167649"/>
                <a:gd name="connsiteX72" fmla="*/ 91989 w 139759"/>
                <a:gd name="connsiteY72" fmla="*/ 123954 h 167649"/>
                <a:gd name="connsiteX73" fmla="*/ 90501 w 139759"/>
                <a:gd name="connsiteY73" fmla="*/ 123954 h 167649"/>
                <a:gd name="connsiteX74" fmla="*/ 90501 w 139759"/>
                <a:gd name="connsiteY74" fmla="*/ 127675 h 167649"/>
                <a:gd name="connsiteX75" fmla="*/ 88269 w 139759"/>
                <a:gd name="connsiteY75" fmla="*/ 127675 h 167649"/>
                <a:gd name="connsiteX76" fmla="*/ 87525 w 139759"/>
                <a:gd name="connsiteY76" fmla="*/ 130651 h 167649"/>
                <a:gd name="connsiteX77" fmla="*/ 85292 w 139759"/>
                <a:gd name="connsiteY77" fmla="*/ 131396 h 167649"/>
                <a:gd name="connsiteX78" fmla="*/ 83804 w 139759"/>
                <a:gd name="connsiteY78" fmla="*/ 134372 h 167649"/>
                <a:gd name="connsiteX79" fmla="*/ 82316 w 139759"/>
                <a:gd name="connsiteY79" fmla="*/ 135116 h 167649"/>
                <a:gd name="connsiteX80" fmla="*/ 81571 w 139759"/>
                <a:gd name="connsiteY80" fmla="*/ 137349 h 167649"/>
                <a:gd name="connsiteX81" fmla="*/ 80083 w 139759"/>
                <a:gd name="connsiteY81" fmla="*/ 138093 h 167649"/>
                <a:gd name="connsiteX82" fmla="*/ 79758 w 139759"/>
                <a:gd name="connsiteY82" fmla="*/ 139581 h 167649"/>
                <a:gd name="connsiteX83" fmla="*/ 79339 w 139759"/>
                <a:gd name="connsiteY83" fmla="*/ 141069 h 167649"/>
                <a:gd name="connsiteX84" fmla="*/ 77107 w 139759"/>
                <a:gd name="connsiteY84" fmla="*/ 141814 h 167649"/>
                <a:gd name="connsiteX85" fmla="*/ 76362 w 139759"/>
                <a:gd name="connsiteY85" fmla="*/ 144046 h 167649"/>
                <a:gd name="connsiteX86" fmla="*/ 74130 w 139759"/>
                <a:gd name="connsiteY86" fmla="*/ 145534 h 167649"/>
                <a:gd name="connsiteX87" fmla="*/ 73386 w 139759"/>
                <a:gd name="connsiteY87" fmla="*/ 147767 h 167649"/>
                <a:gd name="connsiteX88" fmla="*/ 71153 w 139759"/>
                <a:gd name="connsiteY88" fmla="*/ 147767 h 167649"/>
                <a:gd name="connsiteX89" fmla="*/ 71153 w 139759"/>
                <a:gd name="connsiteY89" fmla="*/ 151487 h 167649"/>
                <a:gd name="connsiteX90" fmla="*/ 68177 w 139759"/>
                <a:gd name="connsiteY90" fmla="*/ 151487 h 167649"/>
                <a:gd name="connsiteX91" fmla="*/ 68177 w 139759"/>
                <a:gd name="connsiteY91" fmla="*/ 154464 h 167649"/>
                <a:gd name="connsiteX92" fmla="*/ 65200 w 139759"/>
                <a:gd name="connsiteY92" fmla="*/ 154464 h 167649"/>
                <a:gd name="connsiteX93" fmla="*/ 64456 w 139759"/>
                <a:gd name="connsiteY93" fmla="*/ 157441 h 167649"/>
                <a:gd name="connsiteX94" fmla="*/ 62968 w 139759"/>
                <a:gd name="connsiteY94" fmla="*/ 157441 h 167649"/>
                <a:gd name="connsiteX95" fmla="*/ 62642 w 139759"/>
                <a:gd name="connsiteY95" fmla="*/ 159301 h 167649"/>
                <a:gd name="connsiteX96" fmla="*/ 62224 w 139759"/>
                <a:gd name="connsiteY96" fmla="*/ 161161 h 167649"/>
                <a:gd name="connsiteX97" fmla="*/ 59991 w 139759"/>
                <a:gd name="connsiteY97" fmla="*/ 161161 h 167649"/>
                <a:gd name="connsiteX98" fmla="*/ 58503 w 139759"/>
                <a:gd name="connsiteY98" fmla="*/ 164882 h 167649"/>
                <a:gd name="connsiteX99" fmla="*/ 57015 w 139759"/>
                <a:gd name="connsiteY99" fmla="*/ 165626 h 167649"/>
                <a:gd name="connsiteX100" fmla="*/ 56736 w 139759"/>
                <a:gd name="connsiteY100" fmla="*/ 167161 h 167649"/>
                <a:gd name="connsiteX101" fmla="*/ 56271 w 139759"/>
                <a:gd name="connsiteY101" fmla="*/ 168603 h 167649"/>
                <a:gd name="connsiteX102" fmla="*/ 53294 w 139759"/>
                <a:gd name="connsiteY102" fmla="*/ 168603 h 167649"/>
                <a:gd name="connsiteX103" fmla="*/ 52550 w 139759"/>
                <a:gd name="connsiteY103" fmla="*/ 165626 h 167649"/>
                <a:gd name="connsiteX104" fmla="*/ 51015 w 139759"/>
                <a:gd name="connsiteY104" fmla="*/ 165301 h 167649"/>
                <a:gd name="connsiteX105" fmla="*/ 49573 w 139759"/>
                <a:gd name="connsiteY105" fmla="*/ 164882 h 167649"/>
                <a:gd name="connsiteX106" fmla="*/ 49573 w 139759"/>
                <a:gd name="connsiteY106" fmla="*/ 161161 h 167649"/>
                <a:gd name="connsiteX107" fmla="*/ 47341 w 139759"/>
                <a:gd name="connsiteY107" fmla="*/ 160417 h 167649"/>
                <a:gd name="connsiteX108" fmla="*/ 43620 w 139759"/>
                <a:gd name="connsiteY108" fmla="*/ 155208 h 167649"/>
                <a:gd name="connsiteX109" fmla="*/ 41388 w 139759"/>
                <a:gd name="connsiteY109" fmla="*/ 154464 h 167649"/>
                <a:gd name="connsiteX110" fmla="*/ 39900 w 139759"/>
                <a:gd name="connsiteY110" fmla="*/ 151487 h 167649"/>
                <a:gd name="connsiteX111" fmla="*/ 38411 w 139759"/>
                <a:gd name="connsiteY111" fmla="*/ 151487 h 167649"/>
                <a:gd name="connsiteX112" fmla="*/ 38644 w 139759"/>
                <a:gd name="connsiteY112" fmla="*/ 149674 h 167649"/>
                <a:gd name="connsiteX113" fmla="*/ 38411 w 139759"/>
                <a:gd name="connsiteY113" fmla="*/ 147767 h 167649"/>
                <a:gd name="connsiteX114" fmla="*/ 36699 w 139759"/>
                <a:gd name="connsiteY114" fmla="*/ 147450 h 167649"/>
                <a:gd name="connsiteX115" fmla="*/ 32086 w 139759"/>
                <a:gd name="connsiteY115" fmla="*/ 144232 h 167649"/>
                <a:gd name="connsiteX116" fmla="*/ 27389 w 139759"/>
                <a:gd name="connsiteY116" fmla="*/ 139023 h 167649"/>
                <a:gd name="connsiteX117" fmla="*/ 24273 w 139759"/>
                <a:gd name="connsiteY117" fmla="*/ 134372 h 167649"/>
                <a:gd name="connsiteX118" fmla="*/ 22040 w 139759"/>
                <a:gd name="connsiteY118" fmla="*/ 133628 h 167649"/>
                <a:gd name="connsiteX119" fmla="*/ 21296 w 139759"/>
                <a:gd name="connsiteY119" fmla="*/ 131396 h 167649"/>
                <a:gd name="connsiteX120" fmla="*/ 19064 w 139759"/>
                <a:gd name="connsiteY120" fmla="*/ 130651 h 167649"/>
                <a:gd name="connsiteX121" fmla="*/ 18785 w 139759"/>
                <a:gd name="connsiteY121" fmla="*/ 129163 h 167649"/>
                <a:gd name="connsiteX122" fmla="*/ 18319 w 139759"/>
                <a:gd name="connsiteY122" fmla="*/ 127675 h 167649"/>
                <a:gd name="connsiteX123" fmla="*/ 14599 w 139759"/>
                <a:gd name="connsiteY123" fmla="*/ 126931 h 167649"/>
                <a:gd name="connsiteX124" fmla="*/ 13110 w 139759"/>
                <a:gd name="connsiteY124" fmla="*/ 123954 h 167649"/>
                <a:gd name="connsiteX125" fmla="*/ 10878 w 139759"/>
                <a:gd name="connsiteY125" fmla="*/ 123210 h 167649"/>
                <a:gd name="connsiteX126" fmla="*/ 10878 w 139759"/>
                <a:gd name="connsiteY126" fmla="*/ 115025 h 167649"/>
                <a:gd name="connsiteX127" fmla="*/ 16087 w 139759"/>
                <a:gd name="connsiteY127" fmla="*/ 112792 h 167649"/>
                <a:gd name="connsiteX128" fmla="*/ 16831 w 139759"/>
                <a:gd name="connsiteY128" fmla="*/ 110560 h 167649"/>
                <a:gd name="connsiteX129" fmla="*/ 19064 w 139759"/>
                <a:gd name="connsiteY129" fmla="*/ 110560 h 167649"/>
                <a:gd name="connsiteX130" fmla="*/ 19343 w 139759"/>
                <a:gd name="connsiteY130" fmla="*/ 109304 h 167649"/>
                <a:gd name="connsiteX131" fmla="*/ 23528 w 139759"/>
                <a:gd name="connsiteY131" fmla="*/ 103862 h 167649"/>
                <a:gd name="connsiteX132" fmla="*/ 25017 w 139759"/>
                <a:gd name="connsiteY132" fmla="*/ 103862 h 167649"/>
                <a:gd name="connsiteX133" fmla="*/ 25017 w 139759"/>
                <a:gd name="connsiteY133" fmla="*/ 100886 h 167649"/>
                <a:gd name="connsiteX134" fmla="*/ 27249 w 139759"/>
                <a:gd name="connsiteY134" fmla="*/ 99398 h 167649"/>
                <a:gd name="connsiteX135" fmla="*/ 27993 w 139759"/>
                <a:gd name="connsiteY135" fmla="*/ 97165 h 167649"/>
                <a:gd name="connsiteX136" fmla="*/ 30226 w 139759"/>
                <a:gd name="connsiteY136" fmla="*/ 97165 h 167649"/>
                <a:gd name="connsiteX137" fmla="*/ 31714 w 139759"/>
                <a:gd name="connsiteY137" fmla="*/ 93444 h 167649"/>
                <a:gd name="connsiteX138" fmla="*/ 33202 w 139759"/>
                <a:gd name="connsiteY138" fmla="*/ 93444 h 167649"/>
                <a:gd name="connsiteX139" fmla="*/ 34691 w 139759"/>
                <a:gd name="connsiteY139" fmla="*/ 90468 h 167649"/>
                <a:gd name="connsiteX140" fmla="*/ 37667 w 139759"/>
                <a:gd name="connsiteY140" fmla="*/ 86747 h 167649"/>
                <a:gd name="connsiteX141" fmla="*/ 38504 w 139759"/>
                <a:gd name="connsiteY141" fmla="*/ 85073 h 167649"/>
                <a:gd name="connsiteX142" fmla="*/ 40644 w 139759"/>
                <a:gd name="connsiteY142" fmla="*/ 83026 h 167649"/>
                <a:gd name="connsiteX143" fmla="*/ 41388 w 139759"/>
                <a:gd name="connsiteY143" fmla="*/ 81538 h 167649"/>
                <a:gd name="connsiteX144" fmla="*/ 43620 w 139759"/>
                <a:gd name="connsiteY144" fmla="*/ 79306 h 167649"/>
                <a:gd name="connsiteX145" fmla="*/ 44364 w 139759"/>
                <a:gd name="connsiteY145" fmla="*/ 77073 h 167649"/>
                <a:gd name="connsiteX146" fmla="*/ 47806 w 139759"/>
                <a:gd name="connsiteY146" fmla="*/ 73771 h 167649"/>
                <a:gd name="connsiteX147" fmla="*/ 49201 w 139759"/>
                <a:gd name="connsiteY147" fmla="*/ 70981 h 167649"/>
                <a:gd name="connsiteX148" fmla="*/ 49573 w 139759"/>
                <a:gd name="connsiteY148" fmla="*/ 69632 h 167649"/>
                <a:gd name="connsiteX149" fmla="*/ 51806 w 139759"/>
                <a:gd name="connsiteY149" fmla="*/ 69632 h 167649"/>
                <a:gd name="connsiteX150" fmla="*/ 51806 w 139759"/>
                <a:gd name="connsiteY150" fmla="*/ 65911 h 167649"/>
                <a:gd name="connsiteX151" fmla="*/ 54782 w 139759"/>
                <a:gd name="connsiteY151" fmla="*/ 65911 h 167649"/>
                <a:gd name="connsiteX152" fmla="*/ 54643 w 139759"/>
                <a:gd name="connsiteY152" fmla="*/ 64097 h 167649"/>
                <a:gd name="connsiteX153" fmla="*/ 54782 w 139759"/>
                <a:gd name="connsiteY153" fmla="*/ 62191 h 167649"/>
                <a:gd name="connsiteX154" fmla="*/ 57015 w 139759"/>
                <a:gd name="connsiteY154" fmla="*/ 61446 h 167649"/>
                <a:gd name="connsiteX155" fmla="*/ 57247 w 139759"/>
                <a:gd name="connsiteY155" fmla="*/ 59865 h 167649"/>
                <a:gd name="connsiteX156" fmla="*/ 61128 w 139759"/>
                <a:gd name="connsiteY156" fmla="*/ 53816 h 167649"/>
                <a:gd name="connsiteX157" fmla="*/ 63017 w 139759"/>
                <a:gd name="connsiteY157" fmla="*/ 50915 h 167649"/>
                <a:gd name="connsiteX158" fmla="*/ 65200 w 139759"/>
                <a:gd name="connsiteY158" fmla="*/ 48796 h 167649"/>
                <a:gd name="connsiteX159" fmla="*/ 65526 w 139759"/>
                <a:gd name="connsiteY159" fmla="*/ 47261 h 167649"/>
                <a:gd name="connsiteX160" fmla="*/ 65944 w 139759"/>
                <a:gd name="connsiteY160" fmla="*/ 45819 h 167649"/>
                <a:gd name="connsiteX161" fmla="*/ 68177 w 139759"/>
                <a:gd name="connsiteY161" fmla="*/ 45819 h 167649"/>
                <a:gd name="connsiteX162" fmla="*/ 68037 w 139759"/>
                <a:gd name="connsiteY162" fmla="*/ 43634 h 167649"/>
                <a:gd name="connsiteX163" fmla="*/ 68177 w 139759"/>
                <a:gd name="connsiteY163" fmla="*/ 41355 h 167649"/>
                <a:gd name="connsiteX164" fmla="*/ 70409 w 139759"/>
                <a:gd name="connsiteY164" fmla="*/ 40610 h 167649"/>
                <a:gd name="connsiteX165" fmla="*/ 71898 w 139759"/>
                <a:gd name="connsiteY165" fmla="*/ 36146 h 167649"/>
                <a:gd name="connsiteX166" fmla="*/ 73386 w 139759"/>
                <a:gd name="connsiteY166" fmla="*/ 35401 h 167649"/>
                <a:gd name="connsiteX167" fmla="*/ 73758 w 139759"/>
                <a:gd name="connsiteY167" fmla="*/ 33913 h 167649"/>
                <a:gd name="connsiteX168" fmla="*/ 74130 w 139759"/>
                <a:gd name="connsiteY168" fmla="*/ 32425 h 167649"/>
                <a:gd name="connsiteX169" fmla="*/ 75618 w 139759"/>
                <a:gd name="connsiteY169" fmla="*/ 31681 h 167649"/>
                <a:gd name="connsiteX170" fmla="*/ 77107 w 139759"/>
                <a:gd name="connsiteY170" fmla="*/ 27216 h 167649"/>
                <a:gd name="connsiteX171" fmla="*/ 78595 w 139759"/>
                <a:gd name="connsiteY171" fmla="*/ 25728 h 167649"/>
                <a:gd name="connsiteX172" fmla="*/ 78874 w 139759"/>
                <a:gd name="connsiteY172" fmla="*/ 24193 h 167649"/>
                <a:gd name="connsiteX173" fmla="*/ 79339 w 139759"/>
                <a:gd name="connsiteY173" fmla="*/ 22751 h 167649"/>
                <a:gd name="connsiteX174" fmla="*/ 80874 w 139759"/>
                <a:gd name="connsiteY174" fmla="*/ 22519 h 167649"/>
                <a:gd name="connsiteX175" fmla="*/ 82316 w 139759"/>
                <a:gd name="connsiteY175" fmla="*/ 22007 h 167649"/>
                <a:gd name="connsiteX176" fmla="*/ 82316 w 139759"/>
                <a:gd name="connsiteY176" fmla="*/ 16798 h 167649"/>
                <a:gd name="connsiteX177" fmla="*/ 83804 w 139759"/>
                <a:gd name="connsiteY177" fmla="*/ 16798 h 167649"/>
                <a:gd name="connsiteX178" fmla="*/ 85292 w 139759"/>
                <a:gd name="connsiteY178" fmla="*/ 11589 h 167649"/>
                <a:gd name="connsiteX179" fmla="*/ 86780 w 139759"/>
                <a:gd name="connsiteY179" fmla="*/ 10845 h 167649"/>
                <a:gd name="connsiteX180" fmla="*/ 87525 w 139759"/>
                <a:gd name="connsiteY180" fmla="*/ 6380 h 167649"/>
                <a:gd name="connsiteX181" fmla="*/ 89757 w 139759"/>
                <a:gd name="connsiteY181" fmla="*/ 6380 h 167649"/>
                <a:gd name="connsiteX182" fmla="*/ 90501 w 139759"/>
                <a:gd name="connsiteY182" fmla="*/ 1171 h 167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39759" h="167649">
                  <a:moveTo>
                    <a:pt x="90501" y="1171"/>
                  </a:moveTo>
                  <a:cubicBezTo>
                    <a:pt x="91973" y="1111"/>
                    <a:pt x="93446" y="1068"/>
                    <a:pt x="94919" y="1031"/>
                  </a:cubicBezTo>
                  <a:cubicBezTo>
                    <a:pt x="95740" y="1006"/>
                    <a:pt x="96560" y="980"/>
                    <a:pt x="97405" y="953"/>
                  </a:cubicBezTo>
                  <a:cubicBezTo>
                    <a:pt x="98073" y="1025"/>
                    <a:pt x="98742" y="1097"/>
                    <a:pt x="99431" y="1171"/>
                  </a:cubicBezTo>
                  <a:cubicBezTo>
                    <a:pt x="99799" y="2276"/>
                    <a:pt x="99799" y="2276"/>
                    <a:pt x="100175" y="3403"/>
                  </a:cubicBezTo>
                  <a:cubicBezTo>
                    <a:pt x="102554" y="4196"/>
                    <a:pt x="104385" y="4203"/>
                    <a:pt x="106872" y="4148"/>
                  </a:cubicBezTo>
                  <a:cubicBezTo>
                    <a:pt x="106872" y="5130"/>
                    <a:pt x="106872" y="6112"/>
                    <a:pt x="106872" y="7124"/>
                  </a:cubicBezTo>
                  <a:cubicBezTo>
                    <a:pt x="107665" y="7166"/>
                    <a:pt x="107665" y="7166"/>
                    <a:pt x="108474" y="7208"/>
                  </a:cubicBezTo>
                  <a:cubicBezTo>
                    <a:pt x="109500" y="7282"/>
                    <a:pt x="109500" y="7282"/>
                    <a:pt x="110546" y="7357"/>
                  </a:cubicBezTo>
                  <a:cubicBezTo>
                    <a:pt x="111228" y="7400"/>
                    <a:pt x="111910" y="7443"/>
                    <a:pt x="112613" y="7487"/>
                  </a:cubicBezTo>
                  <a:cubicBezTo>
                    <a:pt x="113174" y="7613"/>
                    <a:pt x="113735" y="7739"/>
                    <a:pt x="114314" y="7868"/>
                  </a:cubicBezTo>
                  <a:cubicBezTo>
                    <a:pt x="114559" y="8605"/>
                    <a:pt x="114805" y="9342"/>
                    <a:pt x="115058" y="10101"/>
                  </a:cubicBezTo>
                  <a:cubicBezTo>
                    <a:pt x="116605" y="10617"/>
                    <a:pt x="116605" y="10617"/>
                    <a:pt x="118406" y="10845"/>
                  </a:cubicBezTo>
                  <a:cubicBezTo>
                    <a:pt x="120243" y="11124"/>
                    <a:pt x="120243" y="11124"/>
                    <a:pt x="121755" y="11589"/>
                  </a:cubicBezTo>
                  <a:cubicBezTo>
                    <a:pt x="122001" y="12326"/>
                    <a:pt x="122246" y="13062"/>
                    <a:pt x="122499" y="13821"/>
                  </a:cubicBezTo>
                  <a:cubicBezTo>
                    <a:pt x="124075" y="14258"/>
                    <a:pt x="124075" y="14258"/>
                    <a:pt x="125894" y="14333"/>
                  </a:cubicBezTo>
                  <a:cubicBezTo>
                    <a:pt x="126509" y="14382"/>
                    <a:pt x="127124" y="14431"/>
                    <a:pt x="127758" y="14481"/>
                  </a:cubicBezTo>
                  <a:cubicBezTo>
                    <a:pt x="128470" y="14523"/>
                    <a:pt x="128470" y="14523"/>
                    <a:pt x="129196" y="14566"/>
                  </a:cubicBezTo>
                  <a:cubicBezTo>
                    <a:pt x="129196" y="15302"/>
                    <a:pt x="129196" y="16039"/>
                    <a:pt x="129196" y="16798"/>
                  </a:cubicBezTo>
                  <a:cubicBezTo>
                    <a:pt x="130685" y="17322"/>
                    <a:pt x="130685" y="17322"/>
                    <a:pt x="132499" y="17542"/>
                  </a:cubicBezTo>
                  <a:cubicBezTo>
                    <a:pt x="134356" y="17821"/>
                    <a:pt x="134356" y="17821"/>
                    <a:pt x="135894" y="18286"/>
                  </a:cubicBezTo>
                  <a:cubicBezTo>
                    <a:pt x="136139" y="19023"/>
                    <a:pt x="136385" y="19760"/>
                    <a:pt x="136638" y="20519"/>
                  </a:cubicBezTo>
                  <a:cubicBezTo>
                    <a:pt x="138572" y="20838"/>
                    <a:pt x="140447" y="20846"/>
                    <a:pt x="142405" y="20888"/>
                  </a:cubicBezTo>
                  <a:cubicBezTo>
                    <a:pt x="142957" y="21012"/>
                    <a:pt x="143510" y="21135"/>
                    <a:pt x="144079" y="21263"/>
                  </a:cubicBezTo>
                  <a:cubicBezTo>
                    <a:pt x="144518" y="22742"/>
                    <a:pt x="144518" y="22742"/>
                    <a:pt x="144823" y="24239"/>
                  </a:cubicBezTo>
                  <a:cubicBezTo>
                    <a:pt x="147442" y="24853"/>
                    <a:pt x="147442" y="24853"/>
                    <a:pt x="150032" y="24984"/>
                  </a:cubicBezTo>
                  <a:cubicBezTo>
                    <a:pt x="150072" y="26580"/>
                    <a:pt x="150101" y="28177"/>
                    <a:pt x="150125" y="29774"/>
                  </a:cubicBezTo>
                  <a:cubicBezTo>
                    <a:pt x="150143" y="30663"/>
                    <a:pt x="150160" y="31552"/>
                    <a:pt x="150178" y="32469"/>
                  </a:cubicBezTo>
                  <a:cubicBezTo>
                    <a:pt x="150130" y="33191"/>
                    <a:pt x="150082" y="33913"/>
                    <a:pt x="150032" y="34657"/>
                  </a:cubicBezTo>
                  <a:cubicBezTo>
                    <a:pt x="149296" y="35026"/>
                    <a:pt x="149296" y="35026"/>
                    <a:pt x="148544" y="35401"/>
                  </a:cubicBezTo>
                  <a:cubicBezTo>
                    <a:pt x="148329" y="36061"/>
                    <a:pt x="148114" y="36721"/>
                    <a:pt x="147893" y="37401"/>
                  </a:cubicBezTo>
                  <a:cubicBezTo>
                    <a:pt x="146863" y="40435"/>
                    <a:pt x="145569" y="43586"/>
                    <a:pt x="142591" y="45075"/>
                  </a:cubicBezTo>
                  <a:cubicBezTo>
                    <a:pt x="142468" y="45689"/>
                    <a:pt x="142345" y="46303"/>
                    <a:pt x="142219" y="46936"/>
                  </a:cubicBezTo>
                  <a:cubicBezTo>
                    <a:pt x="142096" y="47550"/>
                    <a:pt x="141973" y="48163"/>
                    <a:pt x="141847" y="48796"/>
                  </a:cubicBezTo>
                  <a:cubicBezTo>
                    <a:pt x="141110" y="49164"/>
                    <a:pt x="141110" y="49164"/>
                    <a:pt x="140359" y="49540"/>
                  </a:cubicBezTo>
                  <a:cubicBezTo>
                    <a:pt x="140113" y="50277"/>
                    <a:pt x="139867" y="51014"/>
                    <a:pt x="139614" y="51773"/>
                  </a:cubicBezTo>
                  <a:cubicBezTo>
                    <a:pt x="138870" y="54005"/>
                    <a:pt x="138870" y="54005"/>
                    <a:pt x="137382" y="54749"/>
                  </a:cubicBezTo>
                  <a:cubicBezTo>
                    <a:pt x="137221" y="55647"/>
                    <a:pt x="137221" y="55647"/>
                    <a:pt x="137056" y="56563"/>
                  </a:cubicBezTo>
                  <a:cubicBezTo>
                    <a:pt x="136638" y="58470"/>
                    <a:pt x="136638" y="58470"/>
                    <a:pt x="134405" y="59958"/>
                  </a:cubicBezTo>
                  <a:cubicBezTo>
                    <a:pt x="134283" y="60480"/>
                    <a:pt x="134160" y="61002"/>
                    <a:pt x="134033" y="61539"/>
                  </a:cubicBezTo>
                  <a:cubicBezTo>
                    <a:pt x="133911" y="62000"/>
                    <a:pt x="133788" y="62460"/>
                    <a:pt x="133661" y="62935"/>
                  </a:cubicBezTo>
                  <a:cubicBezTo>
                    <a:pt x="132925" y="62935"/>
                    <a:pt x="132188" y="62935"/>
                    <a:pt x="131429" y="62935"/>
                  </a:cubicBezTo>
                  <a:cubicBezTo>
                    <a:pt x="131475" y="63503"/>
                    <a:pt x="131521" y="64070"/>
                    <a:pt x="131568" y="64655"/>
                  </a:cubicBezTo>
                  <a:cubicBezTo>
                    <a:pt x="131401" y="67050"/>
                    <a:pt x="130933" y="67351"/>
                    <a:pt x="129196" y="68888"/>
                  </a:cubicBezTo>
                  <a:cubicBezTo>
                    <a:pt x="128935" y="69410"/>
                    <a:pt x="128675" y="69931"/>
                    <a:pt x="128406" y="70469"/>
                  </a:cubicBezTo>
                  <a:cubicBezTo>
                    <a:pt x="127708" y="71864"/>
                    <a:pt x="127708" y="71864"/>
                    <a:pt x="126220" y="72609"/>
                  </a:cubicBezTo>
                  <a:cubicBezTo>
                    <a:pt x="126097" y="73100"/>
                    <a:pt x="125974" y="73591"/>
                    <a:pt x="125848" y="74097"/>
                  </a:cubicBezTo>
                  <a:cubicBezTo>
                    <a:pt x="125725" y="74588"/>
                    <a:pt x="125602" y="75079"/>
                    <a:pt x="125476" y="75585"/>
                  </a:cubicBezTo>
                  <a:cubicBezTo>
                    <a:pt x="124739" y="75953"/>
                    <a:pt x="124739" y="75953"/>
                    <a:pt x="123987" y="76329"/>
                  </a:cubicBezTo>
                  <a:cubicBezTo>
                    <a:pt x="123880" y="76912"/>
                    <a:pt x="123773" y="77496"/>
                    <a:pt x="123662" y="78097"/>
                  </a:cubicBezTo>
                  <a:cubicBezTo>
                    <a:pt x="123181" y="80339"/>
                    <a:pt x="122684" y="80795"/>
                    <a:pt x="121011" y="82282"/>
                  </a:cubicBezTo>
                  <a:cubicBezTo>
                    <a:pt x="119532" y="84030"/>
                    <a:pt x="118223" y="85626"/>
                    <a:pt x="117197" y="87677"/>
                  </a:cubicBezTo>
                  <a:cubicBezTo>
                    <a:pt x="116546" y="88980"/>
                    <a:pt x="116546" y="88980"/>
                    <a:pt x="115058" y="89724"/>
                  </a:cubicBezTo>
                  <a:cubicBezTo>
                    <a:pt x="114935" y="90215"/>
                    <a:pt x="114812" y="90706"/>
                    <a:pt x="114686" y="91212"/>
                  </a:cubicBezTo>
                  <a:cubicBezTo>
                    <a:pt x="114563" y="91703"/>
                    <a:pt x="114440" y="92194"/>
                    <a:pt x="114314" y="92700"/>
                  </a:cubicBezTo>
                  <a:cubicBezTo>
                    <a:pt x="113577" y="93069"/>
                    <a:pt x="113577" y="93069"/>
                    <a:pt x="112825" y="93444"/>
                  </a:cubicBezTo>
                  <a:cubicBezTo>
                    <a:pt x="112718" y="93936"/>
                    <a:pt x="112610" y="94427"/>
                    <a:pt x="112500" y="94933"/>
                  </a:cubicBezTo>
                  <a:cubicBezTo>
                    <a:pt x="112362" y="95424"/>
                    <a:pt x="112223" y="95915"/>
                    <a:pt x="112081" y="96421"/>
                  </a:cubicBezTo>
                  <a:cubicBezTo>
                    <a:pt x="111344" y="96667"/>
                    <a:pt x="110608" y="96912"/>
                    <a:pt x="109849" y="97165"/>
                  </a:cubicBezTo>
                  <a:cubicBezTo>
                    <a:pt x="109578" y="98401"/>
                    <a:pt x="109328" y="99641"/>
                    <a:pt x="109105" y="100886"/>
                  </a:cubicBezTo>
                  <a:cubicBezTo>
                    <a:pt x="108613" y="100886"/>
                    <a:pt x="108122" y="100886"/>
                    <a:pt x="107616" y="100886"/>
                  </a:cubicBezTo>
                  <a:cubicBezTo>
                    <a:pt x="107509" y="101346"/>
                    <a:pt x="107401" y="101807"/>
                    <a:pt x="107291" y="102281"/>
                  </a:cubicBezTo>
                  <a:cubicBezTo>
                    <a:pt x="106872" y="103862"/>
                    <a:pt x="106872" y="103862"/>
                    <a:pt x="104640" y="105351"/>
                  </a:cubicBezTo>
                  <a:cubicBezTo>
                    <a:pt x="104394" y="105980"/>
                    <a:pt x="104149" y="106609"/>
                    <a:pt x="103896" y="107258"/>
                  </a:cubicBezTo>
                  <a:cubicBezTo>
                    <a:pt x="103527" y="108155"/>
                    <a:pt x="103527" y="108155"/>
                    <a:pt x="103151" y="109071"/>
                  </a:cubicBezTo>
                  <a:cubicBezTo>
                    <a:pt x="102415" y="109317"/>
                    <a:pt x="101678" y="109563"/>
                    <a:pt x="100919" y="109816"/>
                  </a:cubicBezTo>
                  <a:cubicBezTo>
                    <a:pt x="99933" y="111440"/>
                    <a:pt x="99347" y="113037"/>
                    <a:pt x="98733" y="114838"/>
                  </a:cubicBezTo>
                  <a:cubicBezTo>
                    <a:pt x="98472" y="115391"/>
                    <a:pt x="98211" y="115944"/>
                    <a:pt x="97943" y="116513"/>
                  </a:cubicBezTo>
                  <a:cubicBezTo>
                    <a:pt x="97206" y="116513"/>
                    <a:pt x="96469" y="116513"/>
                    <a:pt x="95710" y="116513"/>
                  </a:cubicBezTo>
                  <a:cubicBezTo>
                    <a:pt x="95188" y="117742"/>
                    <a:pt x="94691" y="118983"/>
                    <a:pt x="94222" y="120233"/>
                  </a:cubicBezTo>
                  <a:cubicBezTo>
                    <a:pt x="93731" y="120233"/>
                    <a:pt x="93240" y="120233"/>
                    <a:pt x="92734" y="120233"/>
                  </a:cubicBezTo>
                  <a:cubicBezTo>
                    <a:pt x="92611" y="120847"/>
                    <a:pt x="92488" y="121461"/>
                    <a:pt x="92361" y="122094"/>
                  </a:cubicBezTo>
                  <a:cubicBezTo>
                    <a:pt x="92239" y="122708"/>
                    <a:pt x="92116" y="123322"/>
                    <a:pt x="91989" y="123954"/>
                  </a:cubicBezTo>
                  <a:cubicBezTo>
                    <a:pt x="91498" y="123954"/>
                    <a:pt x="91007" y="123954"/>
                    <a:pt x="90501" y="123954"/>
                  </a:cubicBezTo>
                  <a:cubicBezTo>
                    <a:pt x="90501" y="125182"/>
                    <a:pt x="90501" y="126410"/>
                    <a:pt x="90501" y="127675"/>
                  </a:cubicBezTo>
                  <a:cubicBezTo>
                    <a:pt x="89764" y="127675"/>
                    <a:pt x="89028" y="127675"/>
                    <a:pt x="88269" y="127675"/>
                  </a:cubicBezTo>
                  <a:cubicBezTo>
                    <a:pt x="88013" y="128665"/>
                    <a:pt x="87765" y="129658"/>
                    <a:pt x="87525" y="130651"/>
                  </a:cubicBezTo>
                  <a:cubicBezTo>
                    <a:pt x="86788" y="130897"/>
                    <a:pt x="86051" y="131143"/>
                    <a:pt x="85292" y="131396"/>
                  </a:cubicBezTo>
                  <a:cubicBezTo>
                    <a:pt x="84772" y="132375"/>
                    <a:pt x="84275" y="133368"/>
                    <a:pt x="83804" y="134372"/>
                  </a:cubicBezTo>
                  <a:cubicBezTo>
                    <a:pt x="83313" y="134618"/>
                    <a:pt x="82822" y="134863"/>
                    <a:pt x="82316" y="135116"/>
                  </a:cubicBezTo>
                  <a:cubicBezTo>
                    <a:pt x="82070" y="135853"/>
                    <a:pt x="81824" y="136590"/>
                    <a:pt x="81571" y="137349"/>
                  </a:cubicBezTo>
                  <a:cubicBezTo>
                    <a:pt x="81080" y="137594"/>
                    <a:pt x="80589" y="137840"/>
                    <a:pt x="80083" y="138093"/>
                  </a:cubicBezTo>
                  <a:cubicBezTo>
                    <a:pt x="79976" y="138584"/>
                    <a:pt x="79868" y="139075"/>
                    <a:pt x="79758" y="139581"/>
                  </a:cubicBezTo>
                  <a:cubicBezTo>
                    <a:pt x="79550" y="140318"/>
                    <a:pt x="79550" y="140318"/>
                    <a:pt x="79339" y="141069"/>
                  </a:cubicBezTo>
                  <a:cubicBezTo>
                    <a:pt x="78602" y="141315"/>
                    <a:pt x="77866" y="141561"/>
                    <a:pt x="77107" y="141814"/>
                  </a:cubicBezTo>
                  <a:cubicBezTo>
                    <a:pt x="76861" y="142550"/>
                    <a:pt x="76615" y="143287"/>
                    <a:pt x="76362" y="144046"/>
                  </a:cubicBezTo>
                  <a:cubicBezTo>
                    <a:pt x="75626" y="144537"/>
                    <a:pt x="74889" y="145028"/>
                    <a:pt x="74130" y="145534"/>
                  </a:cubicBezTo>
                  <a:cubicBezTo>
                    <a:pt x="73884" y="146271"/>
                    <a:pt x="73639" y="147008"/>
                    <a:pt x="73386" y="147767"/>
                  </a:cubicBezTo>
                  <a:cubicBezTo>
                    <a:pt x="72649" y="147767"/>
                    <a:pt x="71912" y="147767"/>
                    <a:pt x="71153" y="147767"/>
                  </a:cubicBezTo>
                  <a:cubicBezTo>
                    <a:pt x="71153" y="148995"/>
                    <a:pt x="71153" y="150222"/>
                    <a:pt x="71153" y="151487"/>
                  </a:cubicBezTo>
                  <a:cubicBezTo>
                    <a:pt x="70171" y="151487"/>
                    <a:pt x="69189" y="151487"/>
                    <a:pt x="68177" y="151487"/>
                  </a:cubicBezTo>
                  <a:cubicBezTo>
                    <a:pt x="68177" y="152470"/>
                    <a:pt x="68177" y="153452"/>
                    <a:pt x="68177" y="154464"/>
                  </a:cubicBezTo>
                  <a:cubicBezTo>
                    <a:pt x="67195" y="154464"/>
                    <a:pt x="66212" y="154464"/>
                    <a:pt x="65200" y="154464"/>
                  </a:cubicBezTo>
                  <a:cubicBezTo>
                    <a:pt x="64708" y="155938"/>
                    <a:pt x="64708" y="155938"/>
                    <a:pt x="64456" y="157441"/>
                  </a:cubicBezTo>
                  <a:cubicBezTo>
                    <a:pt x="63965" y="157441"/>
                    <a:pt x="63474" y="157441"/>
                    <a:pt x="62968" y="157441"/>
                  </a:cubicBezTo>
                  <a:cubicBezTo>
                    <a:pt x="62807" y="158361"/>
                    <a:pt x="62807" y="158361"/>
                    <a:pt x="62642" y="159301"/>
                  </a:cubicBezTo>
                  <a:cubicBezTo>
                    <a:pt x="62504" y="159915"/>
                    <a:pt x="62366" y="160529"/>
                    <a:pt x="62224" y="161161"/>
                  </a:cubicBezTo>
                  <a:cubicBezTo>
                    <a:pt x="61487" y="161161"/>
                    <a:pt x="60750" y="161161"/>
                    <a:pt x="59991" y="161161"/>
                  </a:cubicBezTo>
                  <a:cubicBezTo>
                    <a:pt x="59458" y="162386"/>
                    <a:pt x="58962" y="163627"/>
                    <a:pt x="58503" y="164882"/>
                  </a:cubicBezTo>
                  <a:cubicBezTo>
                    <a:pt x="58012" y="165127"/>
                    <a:pt x="57521" y="165373"/>
                    <a:pt x="57015" y="165626"/>
                  </a:cubicBezTo>
                  <a:cubicBezTo>
                    <a:pt x="56923" y="166133"/>
                    <a:pt x="56831" y="166639"/>
                    <a:pt x="56736" y="167161"/>
                  </a:cubicBezTo>
                  <a:cubicBezTo>
                    <a:pt x="56582" y="167637"/>
                    <a:pt x="56429" y="168112"/>
                    <a:pt x="56271" y="168603"/>
                  </a:cubicBezTo>
                  <a:cubicBezTo>
                    <a:pt x="55288" y="168603"/>
                    <a:pt x="54306" y="168603"/>
                    <a:pt x="53294" y="168603"/>
                  </a:cubicBezTo>
                  <a:cubicBezTo>
                    <a:pt x="53039" y="167612"/>
                    <a:pt x="52791" y="166620"/>
                    <a:pt x="52550" y="165626"/>
                  </a:cubicBezTo>
                  <a:cubicBezTo>
                    <a:pt x="52043" y="165519"/>
                    <a:pt x="51537" y="165411"/>
                    <a:pt x="51015" y="165301"/>
                  </a:cubicBezTo>
                  <a:cubicBezTo>
                    <a:pt x="50539" y="165162"/>
                    <a:pt x="50064" y="165024"/>
                    <a:pt x="49573" y="164882"/>
                  </a:cubicBezTo>
                  <a:cubicBezTo>
                    <a:pt x="49542" y="163642"/>
                    <a:pt x="49542" y="162401"/>
                    <a:pt x="49573" y="161161"/>
                  </a:cubicBezTo>
                  <a:cubicBezTo>
                    <a:pt x="48837" y="160916"/>
                    <a:pt x="48100" y="160670"/>
                    <a:pt x="47341" y="160417"/>
                  </a:cubicBezTo>
                  <a:cubicBezTo>
                    <a:pt x="45374" y="158682"/>
                    <a:pt x="44459" y="157726"/>
                    <a:pt x="43620" y="155208"/>
                  </a:cubicBezTo>
                  <a:cubicBezTo>
                    <a:pt x="42884" y="154963"/>
                    <a:pt x="42147" y="154717"/>
                    <a:pt x="41388" y="154464"/>
                  </a:cubicBezTo>
                  <a:cubicBezTo>
                    <a:pt x="40880" y="153478"/>
                    <a:pt x="40383" y="152486"/>
                    <a:pt x="39900" y="151487"/>
                  </a:cubicBezTo>
                  <a:cubicBezTo>
                    <a:pt x="39408" y="151487"/>
                    <a:pt x="38917" y="151487"/>
                    <a:pt x="38411" y="151487"/>
                  </a:cubicBezTo>
                  <a:cubicBezTo>
                    <a:pt x="38488" y="150889"/>
                    <a:pt x="38565" y="150290"/>
                    <a:pt x="38644" y="149674"/>
                  </a:cubicBezTo>
                  <a:cubicBezTo>
                    <a:pt x="38567" y="149044"/>
                    <a:pt x="38490" y="148415"/>
                    <a:pt x="38411" y="147767"/>
                  </a:cubicBezTo>
                  <a:cubicBezTo>
                    <a:pt x="37564" y="147610"/>
                    <a:pt x="37564" y="147610"/>
                    <a:pt x="36699" y="147450"/>
                  </a:cubicBezTo>
                  <a:cubicBezTo>
                    <a:pt x="34235" y="146926"/>
                    <a:pt x="33634" y="146174"/>
                    <a:pt x="32086" y="144232"/>
                  </a:cubicBezTo>
                  <a:cubicBezTo>
                    <a:pt x="30569" y="142381"/>
                    <a:pt x="29106" y="140703"/>
                    <a:pt x="27389" y="139023"/>
                  </a:cubicBezTo>
                  <a:cubicBezTo>
                    <a:pt x="25888" y="137480"/>
                    <a:pt x="25215" y="136257"/>
                    <a:pt x="24273" y="134372"/>
                  </a:cubicBezTo>
                  <a:cubicBezTo>
                    <a:pt x="23536" y="134127"/>
                    <a:pt x="22799" y="133881"/>
                    <a:pt x="22040" y="133628"/>
                  </a:cubicBezTo>
                  <a:cubicBezTo>
                    <a:pt x="21795" y="132891"/>
                    <a:pt x="21549" y="132155"/>
                    <a:pt x="21296" y="131396"/>
                  </a:cubicBezTo>
                  <a:cubicBezTo>
                    <a:pt x="20559" y="131150"/>
                    <a:pt x="19823" y="130904"/>
                    <a:pt x="19064" y="130651"/>
                  </a:cubicBezTo>
                  <a:cubicBezTo>
                    <a:pt x="18925" y="129915"/>
                    <a:pt x="18925" y="129915"/>
                    <a:pt x="18785" y="129163"/>
                  </a:cubicBezTo>
                  <a:cubicBezTo>
                    <a:pt x="18631" y="128672"/>
                    <a:pt x="18478" y="128181"/>
                    <a:pt x="18319" y="127675"/>
                  </a:cubicBezTo>
                  <a:cubicBezTo>
                    <a:pt x="17080" y="127421"/>
                    <a:pt x="15840" y="127173"/>
                    <a:pt x="14599" y="126931"/>
                  </a:cubicBezTo>
                  <a:cubicBezTo>
                    <a:pt x="13762" y="125442"/>
                    <a:pt x="13762" y="125442"/>
                    <a:pt x="13110" y="123954"/>
                  </a:cubicBezTo>
                  <a:cubicBezTo>
                    <a:pt x="12374" y="123709"/>
                    <a:pt x="11637" y="123463"/>
                    <a:pt x="10878" y="123210"/>
                  </a:cubicBezTo>
                  <a:cubicBezTo>
                    <a:pt x="10255" y="120438"/>
                    <a:pt x="10274" y="117798"/>
                    <a:pt x="10878" y="115025"/>
                  </a:cubicBezTo>
                  <a:cubicBezTo>
                    <a:pt x="13436" y="113536"/>
                    <a:pt x="13436" y="113536"/>
                    <a:pt x="16087" y="112792"/>
                  </a:cubicBezTo>
                  <a:cubicBezTo>
                    <a:pt x="16333" y="112055"/>
                    <a:pt x="16578" y="111319"/>
                    <a:pt x="16831" y="110560"/>
                  </a:cubicBezTo>
                  <a:cubicBezTo>
                    <a:pt x="17568" y="110560"/>
                    <a:pt x="18305" y="110560"/>
                    <a:pt x="19064" y="110560"/>
                  </a:cubicBezTo>
                  <a:cubicBezTo>
                    <a:pt x="19156" y="110145"/>
                    <a:pt x="19248" y="109731"/>
                    <a:pt x="19343" y="109304"/>
                  </a:cubicBezTo>
                  <a:cubicBezTo>
                    <a:pt x="20028" y="106768"/>
                    <a:pt x="21590" y="105564"/>
                    <a:pt x="23528" y="103862"/>
                  </a:cubicBezTo>
                  <a:cubicBezTo>
                    <a:pt x="24020" y="103862"/>
                    <a:pt x="24511" y="103862"/>
                    <a:pt x="25017" y="103862"/>
                  </a:cubicBezTo>
                  <a:cubicBezTo>
                    <a:pt x="25017" y="102880"/>
                    <a:pt x="25017" y="101898"/>
                    <a:pt x="25017" y="100886"/>
                  </a:cubicBezTo>
                  <a:cubicBezTo>
                    <a:pt x="26122" y="100149"/>
                    <a:pt x="26122" y="100149"/>
                    <a:pt x="27249" y="99398"/>
                  </a:cubicBezTo>
                  <a:cubicBezTo>
                    <a:pt x="27495" y="98661"/>
                    <a:pt x="27740" y="97924"/>
                    <a:pt x="27993" y="97165"/>
                  </a:cubicBezTo>
                  <a:cubicBezTo>
                    <a:pt x="28730" y="97165"/>
                    <a:pt x="29467" y="97165"/>
                    <a:pt x="30226" y="97165"/>
                  </a:cubicBezTo>
                  <a:cubicBezTo>
                    <a:pt x="30748" y="95936"/>
                    <a:pt x="31245" y="94695"/>
                    <a:pt x="31714" y="93444"/>
                  </a:cubicBezTo>
                  <a:cubicBezTo>
                    <a:pt x="32205" y="93444"/>
                    <a:pt x="32696" y="93444"/>
                    <a:pt x="33202" y="93444"/>
                  </a:cubicBezTo>
                  <a:cubicBezTo>
                    <a:pt x="33713" y="92460"/>
                    <a:pt x="34205" y="91465"/>
                    <a:pt x="34691" y="90468"/>
                  </a:cubicBezTo>
                  <a:cubicBezTo>
                    <a:pt x="35683" y="89228"/>
                    <a:pt x="36675" y="87987"/>
                    <a:pt x="37667" y="86747"/>
                  </a:cubicBezTo>
                  <a:cubicBezTo>
                    <a:pt x="37943" y="86195"/>
                    <a:pt x="38220" y="85642"/>
                    <a:pt x="38504" y="85073"/>
                  </a:cubicBezTo>
                  <a:cubicBezTo>
                    <a:pt x="39155" y="83771"/>
                    <a:pt x="39155" y="83771"/>
                    <a:pt x="40644" y="83026"/>
                  </a:cubicBezTo>
                  <a:cubicBezTo>
                    <a:pt x="40889" y="82535"/>
                    <a:pt x="41135" y="82044"/>
                    <a:pt x="41388" y="81538"/>
                  </a:cubicBezTo>
                  <a:cubicBezTo>
                    <a:pt x="42132" y="80050"/>
                    <a:pt x="42132" y="80050"/>
                    <a:pt x="43620" y="79306"/>
                  </a:cubicBezTo>
                  <a:cubicBezTo>
                    <a:pt x="43989" y="78201"/>
                    <a:pt x="43989" y="78201"/>
                    <a:pt x="44364" y="77073"/>
                  </a:cubicBezTo>
                  <a:cubicBezTo>
                    <a:pt x="45450" y="75889"/>
                    <a:pt x="46603" y="74836"/>
                    <a:pt x="47806" y="73771"/>
                  </a:cubicBezTo>
                  <a:cubicBezTo>
                    <a:pt x="48956" y="72651"/>
                    <a:pt x="48956" y="72651"/>
                    <a:pt x="49201" y="70981"/>
                  </a:cubicBezTo>
                  <a:cubicBezTo>
                    <a:pt x="49385" y="70313"/>
                    <a:pt x="49385" y="70313"/>
                    <a:pt x="49573" y="69632"/>
                  </a:cubicBezTo>
                  <a:cubicBezTo>
                    <a:pt x="50310" y="69632"/>
                    <a:pt x="51047" y="69632"/>
                    <a:pt x="51806" y="69632"/>
                  </a:cubicBezTo>
                  <a:cubicBezTo>
                    <a:pt x="51806" y="68404"/>
                    <a:pt x="51806" y="67176"/>
                    <a:pt x="51806" y="65911"/>
                  </a:cubicBezTo>
                  <a:cubicBezTo>
                    <a:pt x="52788" y="65911"/>
                    <a:pt x="53770" y="65911"/>
                    <a:pt x="54782" y="65911"/>
                  </a:cubicBezTo>
                  <a:cubicBezTo>
                    <a:pt x="54736" y="65313"/>
                    <a:pt x="54690" y="64714"/>
                    <a:pt x="54643" y="64097"/>
                  </a:cubicBezTo>
                  <a:cubicBezTo>
                    <a:pt x="54712" y="63153"/>
                    <a:pt x="54712" y="63153"/>
                    <a:pt x="54782" y="62191"/>
                  </a:cubicBezTo>
                  <a:cubicBezTo>
                    <a:pt x="55519" y="61945"/>
                    <a:pt x="56256" y="61699"/>
                    <a:pt x="57015" y="61446"/>
                  </a:cubicBezTo>
                  <a:cubicBezTo>
                    <a:pt x="57092" y="60925"/>
                    <a:pt x="57168" y="60403"/>
                    <a:pt x="57247" y="59865"/>
                  </a:cubicBezTo>
                  <a:cubicBezTo>
                    <a:pt x="57899" y="57139"/>
                    <a:pt x="59238" y="55826"/>
                    <a:pt x="61128" y="53816"/>
                  </a:cubicBezTo>
                  <a:cubicBezTo>
                    <a:pt x="62290" y="52543"/>
                    <a:pt x="62290" y="52543"/>
                    <a:pt x="63017" y="50915"/>
                  </a:cubicBezTo>
                  <a:cubicBezTo>
                    <a:pt x="63712" y="49540"/>
                    <a:pt x="63712" y="49540"/>
                    <a:pt x="65200" y="48796"/>
                  </a:cubicBezTo>
                  <a:cubicBezTo>
                    <a:pt x="65308" y="48290"/>
                    <a:pt x="65415" y="47783"/>
                    <a:pt x="65526" y="47261"/>
                  </a:cubicBezTo>
                  <a:cubicBezTo>
                    <a:pt x="65733" y="46548"/>
                    <a:pt x="65733" y="46548"/>
                    <a:pt x="65944" y="45819"/>
                  </a:cubicBezTo>
                  <a:cubicBezTo>
                    <a:pt x="66681" y="45819"/>
                    <a:pt x="67418" y="45819"/>
                    <a:pt x="68177" y="45819"/>
                  </a:cubicBezTo>
                  <a:cubicBezTo>
                    <a:pt x="68131" y="45098"/>
                    <a:pt x="68085" y="44377"/>
                    <a:pt x="68037" y="43634"/>
                  </a:cubicBezTo>
                  <a:cubicBezTo>
                    <a:pt x="68083" y="42881"/>
                    <a:pt x="68129" y="42129"/>
                    <a:pt x="68177" y="41355"/>
                  </a:cubicBezTo>
                  <a:cubicBezTo>
                    <a:pt x="68914" y="41109"/>
                    <a:pt x="69650" y="40863"/>
                    <a:pt x="70409" y="40610"/>
                  </a:cubicBezTo>
                  <a:cubicBezTo>
                    <a:pt x="70933" y="39132"/>
                    <a:pt x="71430" y="37643"/>
                    <a:pt x="71898" y="36146"/>
                  </a:cubicBezTo>
                  <a:cubicBezTo>
                    <a:pt x="72389" y="35900"/>
                    <a:pt x="72880" y="35654"/>
                    <a:pt x="73386" y="35401"/>
                  </a:cubicBezTo>
                  <a:cubicBezTo>
                    <a:pt x="73509" y="34910"/>
                    <a:pt x="73631" y="34419"/>
                    <a:pt x="73758" y="33913"/>
                  </a:cubicBezTo>
                  <a:cubicBezTo>
                    <a:pt x="73881" y="33422"/>
                    <a:pt x="74003" y="32931"/>
                    <a:pt x="74130" y="32425"/>
                  </a:cubicBezTo>
                  <a:cubicBezTo>
                    <a:pt x="74621" y="32179"/>
                    <a:pt x="75112" y="31934"/>
                    <a:pt x="75618" y="31681"/>
                  </a:cubicBezTo>
                  <a:cubicBezTo>
                    <a:pt x="76124" y="30196"/>
                    <a:pt x="76620" y="28707"/>
                    <a:pt x="77107" y="27216"/>
                  </a:cubicBezTo>
                  <a:cubicBezTo>
                    <a:pt x="77843" y="26479"/>
                    <a:pt x="77843" y="26479"/>
                    <a:pt x="78595" y="25728"/>
                  </a:cubicBezTo>
                  <a:cubicBezTo>
                    <a:pt x="78733" y="24968"/>
                    <a:pt x="78733" y="24968"/>
                    <a:pt x="78874" y="24193"/>
                  </a:cubicBezTo>
                  <a:cubicBezTo>
                    <a:pt x="79027" y="23717"/>
                    <a:pt x="79181" y="23241"/>
                    <a:pt x="79339" y="22751"/>
                  </a:cubicBezTo>
                  <a:cubicBezTo>
                    <a:pt x="79845" y="22674"/>
                    <a:pt x="80352" y="22598"/>
                    <a:pt x="80874" y="22519"/>
                  </a:cubicBezTo>
                  <a:cubicBezTo>
                    <a:pt x="81350" y="22350"/>
                    <a:pt x="81825" y="22181"/>
                    <a:pt x="82316" y="22007"/>
                  </a:cubicBezTo>
                  <a:cubicBezTo>
                    <a:pt x="82564" y="19371"/>
                    <a:pt x="82564" y="19371"/>
                    <a:pt x="82316" y="16798"/>
                  </a:cubicBezTo>
                  <a:cubicBezTo>
                    <a:pt x="82807" y="16798"/>
                    <a:pt x="83298" y="16798"/>
                    <a:pt x="83804" y="16798"/>
                  </a:cubicBezTo>
                  <a:cubicBezTo>
                    <a:pt x="84308" y="15064"/>
                    <a:pt x="84804" y="13328"/>
                    <a:pt x="85292" y="11589"/>
                  </a:cubicBezTo>
                  <a:cubicBezTo>
                    <a:pt x="85783" y="11343"/>
                    <a:pt x="86274" y="11098"/>
                    <a:pt x="86780" y="10845"/>
                  </a:cubicBezTo>
                  <a:cubicBezTo>
                    <a:pt x="87270" y="8591"/>
                    <a:pt x="87270" y="8591"/>
                    <a:pt x="87525" y="6380"/>
                  </a:cubicBezTo>
                  <a:cubicBezTo>
                    <a:pt x="88261" y="6380"/>
                    <a:pt x="88998" y="6380"/>
                    <a:pt x="89757" y="6380"/>
                  </a:cubicBezTo>
                  <a:cubicBezTo>
                    <a:pt x="90003" y="4661"/>
                    <a:pt x="90248" y="2942"/>
                    <a:pt x="90501" y="1171"/>
                  </a:cubicBezTo>
                  <a:close/>
                </a:path>
              </a:pathLst>
            </a:custGeom>
            <a:grpFill/>
            <a:ln w="744" cap="flat">
              <a:noFill/>
              <a:prstDash val="solid"/>
              <a:miter/>
            </a:ln>
          </p:spPr>
          <p:txBody>
            <a:bodyPr rtlCol="0" anchor="ctr"/>
            <a:lstStyle/>
            <a:p>
              <a:endParaRPr lang="zh-CN" altLang="en-US"/>
            </a:p>
          </p:txBody>
        </p:sp>
        <p:sp>
          <p:nvSpPr>
            <p:cNvPr id="202" name="任意多边形: 形状 201"/>
            <p:cNvSpPr/>
            <p:nvPr/>
          </p:nvSpPr>
          <p:spPr>
            <a:xfrm>
              <a:off x="7476222" y="1392731"/>
              <a:ext cx="109856" cy="239131"/>
            </a:xfrm>
            <a:custGeom>
              <a:avLst/>
              <a:gdLst>
                <a:gd name="connsiteX0" fmla="*/ 89666 w 109858"/>
                <a:gd name="connsiteY0" fmla="*/ 1757 h 239122"/>
                <a:gd name="connsiteX1" fmla="*/ 101983 w 109858"/>
                <a:gd name="connsiteY1" fmla="*/ 1634 h 239122"/>
                <a:gd name="connsiteX2" fmla="*/ 106175 w 109858"/>
                <a:gd name="connsiteY2" fmla="*/ 1589 h 239122"/>
                <a:gd name="connsiteX3" fmla="*/ 112193 w 109858"/>
                <a:gd name="connsiteY3" fmla="*/ 1539 h 239122"/>
                <a:gd name="connsiteX4" fmla="*/ 114094 w 109858"/>
                <a:gd name="connsiteY4" fmla="*/ 1504 h 239122"/>
                <a:gd name="connsiteX5" fmla="*/ 118687 w 109858"/>
                <a:gd name="connsiteY5" fmla="*/ 1757 h 239122"/>
                <a:gd name="connsiteX6" fmla="*/ 120369 w 109858"/>
                <a:gd name="connsiteY6" fmla="*/ 10553 h 239122"/>
                <a:gd name="connsiteX7" fmla="*/ 120378 w 109858"/>
                <a:gd name="connsiteY7" fmla="*/ 12610 h 239122"/>
                <a:gd name="connsiteX8" fmla="*/ 120380 w 109858"/>
                <a:gd name="connsiteY8" fmla="*/ 19464 h 239122"/>
                <a:gd name="connsiteX9" fmla="*/ 120391 w 109858"/>
                <a:gd name="connsiteY9" fmla="*/ 24366 h 239122"/>
                <a:gd name="connsiteX10" fmla="*/ 120400 w 109858"/>
                <a:gd name="connsiteY10" fmla="*/ 37700 h 239122"/>
                <a:gd name="connsiteX11" fmla="*/ 120406 w 109858"/>
                <a:gd name="connsiteY11" fmla="*/ 48813 h 239122"/>
                <a:gd name="connsiteX12" fmla="*/ 120409 w 109858"/>
                <a:gd name="connsiteY12" fmla="*/ 76515 h 239122"/>
                <a:gd name="connsiteX13" fmla="*/ 120428 w 109858"/>
                <a:gd name="connsiteY13" fmla="*/ 100600 h 239122"/>
                <a:gd name="connsiteX14" fmla="*/ 120446 w 109858"/>
                <a:gd name="connsiteY14" fmla="*/ 125309 h 239122"/>
                <a:gd name="connsiteX15" fmla="*/ 120457 w 109858"/>
                <a:gd name="connsiteY15" fmla="*/ 139190 h 239122"/>
                <a:gd name="connsiteX16" fmla="*/ 120455 w 109858"/>
                <a:gd name="connsiteY16" fmla="*/ 152233 h 239122"/>
                <a:gd name="connsiteX17" fmla="*/ 120461 w 109858"/>
                <a:gd name="connsiteY17" fmla="*/ 157034 h 239122"/>
                <a:gd name="connsiteX18" fmla="*/ 120454 w 109858"/>
                <a:gd name="connsiteY18" fmla="*/ 163558 h 239122"/>
                <a:gd name="connsiteX19" fmla="*/ 120470 w 109858"/>
                <a:gd name="connsiteY19" fmla="*/ 165504 h 239122"/>
                <a:gd name="connsiteX20" fmla="*/ 120175 w 109858"/>
                <a:gd name="connsiteY20" fmla="*/ 169933 h 239122"/>
                <a:gd name="connsiteX21" fmla="*/ 117943 w 109858"/>
                <a:gd name="connsiteY21" fmla="*/ 170677 h 239122"/>
                <a:gd name="connsiteX22" fmla="*/ 117562 w 109858"/>
                <a:gd name="connsiteY22" fmla="*/ 176284 h 239122"/>
                <a:gd name="connsiteX23" fmla="*/ 117522 w 109858"/>
                <a:gd name="connsiteY23" fmla="*/ 177983 h 239122"/>
                <a:gd name="connsiteX24" fmla="*/ 117431 w 109858"/>
                <a:gd name="connsiteY24" fmla="*/ 183374 h 239122"/>
                <a:gd name="connsiteX25" fmla="*/ 117354 w 109858"/>
                <a:gd name="connsiteY25" fmla="*/ 187020 h 239122"/>
                <a:gd name="connsiteX26" fmla="*/ 117199 w 109858"/>
                <a:gd name="connsiteY26" fmla="*/ 195978 h 239122"/>
                <a:gd name="connsiteX27" fmla="*/ 115710 w 109858"/>
                <a:gd name="connsiteY27" fmla="*/ 195978 h 239122"/>
                <a:gd name="connsiteX28" fmla="*/ 114548 w 109858"/>
                <a:gd name="connsiteY28" fmla="*/ 202442 h 239122"/>
                <a:gd name="connsiteX29" fmla="*/ 114359 w 109858"/>
                <a:gd name="connsiteY29" fmla="*/ 204684 h 239122"/>
                <a:gd name="connsiteX30" fmla="*/ 114222 w 109858"/>
                <a:gd name="connsiteY30" fmla="*/ 206396 h 239122"/>
                <a:gd name="connsiteX31" fmla="*/ 112734 w 109858"/>
                <a:gd name="connsiteY31" fmla="*/ 206396 h 239122"/>
                <a:gd name="connsiteX32" fmla="*/ 111990 w 109858"/>
                <a:gd name="connsiteY32" fmla="*/ 209698 h 239122"/>
                <a:gd name="connsiteX33" fmla="*/ 111246 w 109858"/>
                <a:gd name="connsiteY33" fmla="*/ 213093 h 239122"/>
                <a:gd name="connsiteX34" fmla="*/ 109757 w 109858"/>
                <a:gd name="connsiteY34" fmla="*/ 213837 h 239122"/>
                <a:gd name="connsiteX35" fmla="*/ 109432 w 109858"/>
                <a:gd name="connsiteY35" fmla="*/ 216442 h 239122"/>
                <a:gd name="connsiteX36" fmla="*/ 109013 w 109858"/>
                <a:gd name="connsiteY36" fmla="*/ 219046 h 239122"/>
                <a:gd name="connsiteX37" fmla="*/ 106781 w 109858"/>
                <a:gd name="connsiteY37" fmla="*/ 219790 h 239122"/>
                <a:gd name="connsiteX38" fmla="*/ 105292 w 109858"/>
                <a:gd name="connsiteY38" fmla="*/ 222767 h 239122"/>
                <a:gd name="connsiteX39" fmla="*/ 103804 w 109858"/>
                <a:gd name="connsiteY39" fmla="*/ 223511 h 239122"/>
                <a:gd name="connsiteX40" fmla="*/ 103525 w 109858"/>
                <a:gd name="connsiteY40" fmla="*/ 224953 h 239122"/>
                <a:gd name="connsiteX41" fmla="*/ 103060 w 109858"/>
                <a:gd name="connsiteY41" fmla="*/ 226487 h 239122"/>
                <a:gd name="connsiteX42" fmla="*/ 100083 w 109858"/>
                <a:gd name="connsiteY42" fmla="*/ 227976 h 239122"/>
                <a:gd name="connsiteX43" fmla="*/ 99339 w 109858"/>
                <a:gd name="connsiteY43" fmla="*/ 230208 h 239122"/>
                <a:gd name="connsiteX44" fmla="*/ 94875 w 109858"/>
                <a:gd name="connsiteY44" fmla="*/ 230208 h 239122"/>
                <a:gd name="connsiteX45" fmla="*/ 94875 w 109858"/>
                <a:gd name="connsiteY45" fmla="*/ 233929 h 239122"/>
                <a:gd name="connsiteX46" fmla="*/ 92689 w 109858"/>
                <a:gd name="connsiteY46" fmla="*/ 234161 h 239122"/>
                <a:gd name="connsiteX47" fmla="*/ 90410 w 109858"/>
                <a:gd name="connsiteY47" fmla="*/ 234673 h 239122"/>
                <a:gd name="connsiteX48" fmla="*/ 89666 w 109858"/>
                <a:gd name="connsiteY48" fmla="*/ 236905 h 239122"/>
                <a:gd name="connsiteX49" fmla="*/ 85898 w 109858"/>
                <a:gd name="connsiteY49" fmla="*/ 237417 h 239122"/>
                <a:gd name="connsiteX50" fmla="*/ 83826 w 109858"/>
                <a:gd name="connsiteY50" fmla="*/ 237565 h 239122"/>
                <a:gd name="connsiteX51" fmla="*/ 82224 w 109858"/>
                <a:gd name="connsiteY51" fmla="*/ 237650 h 239122"/>
                <a:gd name="connsiteX52" fmla="*/ 82224 w 109858"/>
                <a:gd name="connsiteY52" fmla="*/ 240626 h 239122"/>
                <a:gd name="connsiteX53" fmla="*/ 46505 w 109858"/>
                <a:gd name="connsiteY53" fmla="*/ 240626 h 239122"/>
                <a:gd name="connsiteX54" fmla="*/ 46505 w 109858"/>
                <a:gd name="connsiteY54" fmla="*/ 237650 h 239122"/>
                <a:gd name="connsiteX55" fmla="*/ 44904 w 109858"/>
                <a:gd name="connsiteY55" fmla="*/ 237565 h 239122"/>
                <a:gd name="connsiteX56" fmla="*/ 42831 w 109858"/>
                <a:gd name="connsiteY56" fmla="*/ 237417 h 239122"/>
                <a:gd name="connsiteX57" fmla="*/ 40764 w 109858"/>
                <a:gd name="connsiteY57" fmla="*/ 237286 h 239122"/>
                <a:gd name="connsiteX58" fmla="*/ 39064 w 109858"/>
                <a:gd name="connsiteY58" fmla="*/ 236905 h 239122"/>
                <a:gd name="connsiteX59" fmla="*/ 38320 w 109858"/>
                <a:gd name="connsiteY59" fmla="*/ 234673 h 239122"/>
                <a:gd name="connsiteX60" fmla="*/ 35715 w 109858"/>
                <a:gd name="connsiteY60" fmla="*/ 234347 h 239122"/>
                <a:gd name="connsiteX61" fmla="*/ 33111 w 109858"/>
                <a:gd name="connsiteY61" fmla="*/ 233929 h 239122"/>
                <a:gd name="connsiteX62" fmla="*/ 32367 w 109858"/>
                <a:gd name="connsiteY62" fmla="*/ 230952 h 239122"/>
                <a:gd name="connsiteX63" fmla="*/ 30134 w 109858"/>
                <a:gd name="connsiteY63" fmla="*/ 230208 h 239122"/>
                <a:gd name="connsiteX64" fmla="*/ 29390 w 109858"/>
                <a:gd name="connsiteY64" fmla="*/ 227976 h 239122"/>
                <a:gd name="connsiteX65" fmla="*/ 27158 w 109858"/>
                <a:gd name="connsiteY65" fmla="*/ 227232 h 239122"/>
                <a:gd name="connsiteX66" fmla="*/ 26414 w 109858"/>
                <a:gd name="connsiteY66" fmla="*/ 224999 h 239122"/>
                <a:gd name="connsiteX67" fmla="*/ 24181 w 109858"/>
                <a:gd name="connsiteY67" fmla="*/ 223511 h 239122"/>
                <a:gd name="connsiteX68" fmla="*/ 23437 w 109858"/>
                <a:gd name="connsiteY68" fmla="*/ 220534 h 239122"/>
                <a:gd name="connsiteX69" fmla="*/ 21949 w 109858"/>
                <a:gd name="connsiteY69" fmla="*/ 219790 h 239122"/>
                <a:gd name="connsiteX70" fmla="*/ 21623 w 109858"/>
                <a:gd name="connsiteY70" fmla="*/ 218302 h 239122"/>
                <a:gd name="connsiteX71" fmla="*/ 21205 w 109858"/>
                <a:gd name="connsiteY71" fmla="*/ 216814 h 239122"/>
                <a:gd name="connsiteX72" fmla="*/ 18972 w 109858"/>
                <a:gd name="connsiteY72" fmla="*/ 216069 h 239122"/>
                <a:gd name="connsiteX73" fmla="*/ 18530 w 109858"/>
                <a:gd name="connsiteY73" fmla="*/ 210884 h 239122"/>
                <a:gd name="connsiteX74" fmla="*/ 18228 w 109858"/>
                <a:gd name="connsiteY74" fmla="*/ 209372 h 239122"/>
                <a:gd name="connsiteX75" fmla="*/ 15996 w 109858"/>
                <a:gd name="connsiteY75" fmla="*/ 208628 h 239122"/>
                <a:gd name="connsiteX76" fmla="*/ 15577 w 109858"/>
                <a:gd name="connsiteY76" fmla="*/ 205279 h 239122"/>
                <a:gd name="connsiteX77" fmla="*/ 15251 w 109858"/>
                <a:gd name="connsiteY77" fmla="*/ 201931 h 239122"/>
                <a:gd name="connsiteX78" fmla="*/ 13763 w 109858"/>
                <a:gd name="connsiteY78" fmla="*/ 201187 h 239122"/>
                <a:gd name="connsiteX79" fmla="*/ 13481 w 109858"/>
                <a:gd name="connsiteY79" fmla="*/ 197937 h 239122"/>
                <a:gd name="connsiteX80" fmla="*/ 13404 w 109858"/>
                <a:gd name="connsiteY80" fmla="*/ 195940 h 239122"/>
                <a:gd name="connsiteX81" fmla="*/ 13345 w 109858"/>
                <a:gd name="connsiteY81" fmla="*/ 193838 h 239122"/>
                <a:gd name="connsiteX82" fmla="*/ 13202 w 109858"/>
                <a:gd name="connsiteY82" fmla="*/ 189751 h 239122"/>
                <a:gd name="connsiteX83" fmla="*/ 13148 w 109858"/>
                <a:gd name="connsiteY83" fmla="*/ 187912 h 239122"/>
                <a:gd name="connsiteX84" fmla="*/ 12275 w 109858"/>
                <a:gd name="connsiteY84" fmla="*/ 184071 h 239122"/>
                <a:gd name="connsiteX85" fmla="*/ 10787 w 109858"/>
                <a:gd name="connsiteY85" fmla="*/ 183327 h 239122"/>
                <a:gd name="connsiteX86" fmla="*/ 10615 w 109858"/>
                <a:gd name="connsiteY86" fmla="*/ 179537 h 239122"/>
                <a:gd name="connsiteX87" fmla="*/ 10619 w 109858"/>
                <a:gd name="connsiteY87" fmla="*/ 177214 h 239122"/>
                <a:gd name="connsiteX88" fmla="*/ 10647 w 109858"/>
                <a:gd name="connsiteY88" fmla="*/ 174770 h 239122"/>
                <a:gd name="connsiteX89" fmla="*/ 10649 w 109858"/>
                <a:gd name="connsiteY89" fmla="*/ 172325 h 239122"/>
                <a:gd name="connsiteX90" fmla="*/ 11531 w 109858"/>
                <a:gd name="connsiteY90" fmla="*/ 165468 h 239122"/>
                <a:gd name="connsiteX91" fmla="*/ 17879 w 109858"/>
                <a:gd name="connsiteY91" fmla="*/ 165732 h 239122"/>
                <a:gd name="connsiteX92" fmla="*/ 19716 w 109858"/>
                <a:gd name="connsiteY92" fmla="*/ 165468 h 239122"/>
                <a:gd name="connsiteX93" fmla="*/ 19966 w 109858"/>
                <a:gd name="connsiteY93" fmla="*/ 163983 h 239122"/>
                <a:gd name="connsiteX94" fmla="*/ 20460 w 109858"/>
                <a:gd name="connsiteY94" fmla="*/ 162491 h 239122"/>
                <a:gd name="connsiteX95" fmla="*/ 24251 w 109858"/>
                <a:gd name="connsiteY95" fmla="*/ 162174 h 239122"/>
                <a:gd name="connsiteX96" fmla="*/ 26573 w 109858"/>
                <a:gd name="connsiteY96" fmla="*/ 162193 h 239122"/>
                <a:gd name="connsiteX97" fmla="*/ 29018 w 109858"/>
                <a:gd name="connsiteY97" fmla="*/ 162259 h 239122"/>
                <a:gd name="connsiteX98" fmla="*/ 31463 w 109858"/>
                <a:gd name="connsiteY98" fmla="*/ 162281 h 239122"/>
                <a:gd name="connsiteX99" fmla="*/ 38320 w 109858"/>
                <a:gd name="connsiteY99" fmla="*/ 163235 h 239122"/>
                <a:gd name="connsiteX100" fmla="*/ 38366 w 109858"/>
                <a:gd name="connsiteY100" fmla="*/ 169235 h 239122"/>
                <a:gd name="connsiteX101" fmla="*/ 38356 w 109858"/>
                <a:gd name="connsiteY101" fmla="*/ 170946 h 239122"/>
                <a:gd name="connsiteX102" fmla="*/ 38320 w 109858"/>
                <a:gd name="connsiteY102" fmla="*/ 175142 h 239122"/>
                <a:gd name="connsiteX103" fmla="*/ 40552 w 109858"/>
                <a:gd name="connsiteY103" fmla="*/ 175142 h 239122"/>
                <a:gd name="connsiteX104" fmla="*/ 40585 w 109858"/>
                <a:gd name="connsiteY104" fmla="*/ 176496 h 239122"/>
                <a:gd name="connsiteX105" fmla="*/ 40785 w 109858"/>
                <a:gd name="connsiteY105" fmla="*/ 182537 h 239122"/>
                <a:gd name="connsiteX106" fmla="*/ 40836 w 109858"/>
                <a:gd name="connsiteY106" fmla="*/ 184669 h 239122"/>
                <a:gd name="connsiteX107" fmla="*/ 40916 w 109858"/>
                <a:gd name="connsiteY107" fmla="*/ 186696 h 239122"/>
                <a:gd name="connsiteX108" fmla="*/ 40975 w 109858"/>
                <a:gd name="connsiteY108" fmla="*/ 188574 h 239122"/>
                <a:gd name="connsiteX109" fmla="*/ 41296 w 109858"/>
                <a:gd name="connsiteY109" fmla="*/ 190025 h 239122"/>
                <a:gd name="connsiteX110" fmla="*/ 43529 w 109858"/>
                <a:gd name="connsiteY110" fmla="*/ 190769 h 239122"/>
                <a:gd name="connsiteX111" fmla="*/ 43898 w 109858"/>
                <a:gd name="connsiteY111" fmla="*/ 195033 h 239122"/>
                <a:gd name="connsiteX112" fmla="*/ 50970 w 109858"/>
                <a:gd name="connsiteY112" fmla="*/ 204163 h 239122"/>
                <a:gd name="connsiteX113" fmla="*/ 50970 w 109858"/>
                <a:gd name="connsiteY113" fmla="*/ 206396 h 239122"/>
                <a:gd name="connsiteX114" fmla="*/ 52572 w 109858"/>
                <a:gd name="connsiteY114" fmla="*/ 206291 h 239122"/>
                <a:gd name="connsiteX115" fmla="*/ 54644 w 109858"/>
                <a:gd name="connsiteY115" fmla="*/ 206210 h 239122"/>
                <a:gd name="connsiteX116" fmla="*/ 56711 w 109858"/>
                <a:gd name="connsiteY116" fmla="*/ 206105 h 239122"/>
                <a:gd name="connsiteX117" fmla="*/ 58412 w 109858"/>
                <a:gd name="connsiteY117" fmla="*/ 206396 h 239122"/>
                <a:gd name="connsiteX118" fmla="*/ 58714 w 109858"/>
                <a:gd name="connsiteY118" fmla="*/ 207861 h 239122"/>
                <a:gd name="connsiteX119" fmla="*/ 59156 w 109858"/>
                <a:gd name="connsiteY119" fmla="*/ 209372 h 239122"/>
                <a:gd name="connsiteX120" fmla="*/ 64039 w 109858"/>
                <a:gd name="connsiteY120" fmla="*/ 209930 h 239122"/>
                <a:gd name="connsiteX121" fmla="*/ 66740 w 109858"/>
                <a:gd name="connsiteY121" fmla="*/ 210058 h 239122"/>
                <a:gd name="connsiteX122" fmla="*/ 68830 w 109858"/>
                <a:gd name="connsiteY122" fmla="*/ 210116 h 239122"/>
                <a:gd name="connsiteX123" fmla="*/ 68830 w 109858"/>
                <a:gd name="connsiteY123" fmla="*/ 206396 h 239122"/>
                <a:gd name="connsiteX124" fmla="*/ 70594 w 109858"/>
                <a:gd name="connsiteY124" fmla="*/ 206500 h 239122"/>
                <a:gd name="connsiteX125" fmla="*/ 72876 w 109858"/>
                <a:gd name="connsiteY125" fmla="*/ 206582 h 239122"/>
                <a:gd name="connsiteX126" fmla="*/ 75152 w 109858"/>
                <a:gd name="connsiteY126" fmla="*/ 206686 h 239122"/>
                <a:gd name="connsiteX127" fmla="*/ 77015 w 109858"/>
                <a:gd name="connsiteY127" fmla="*/ 206396 h 239122"/>
                <a:gd name="connsiteX128" fmla="*/ 77759 w 109858"/>
                <a:gd name="connsiteY128" fmla="*/ 203419 h 239122"/>
                <a:gd name="connsiteX129" fmla="*/ 79666 w 109858"/>
                <a:gd name="connsiteY129" fmla="*/ 203047 h 239122"/>
                <a:gd name="connsiteX130" fmla="*/ 81480 w 109858"/>
                <a:gd name="connsiteY130" fmla="*/ 202675 h 239122"/>
                <a:gd name="connsiteX131" fmla="*/ 81480 w 109858"/>
                <a:gd name="connsiteY131" fmla="*/ 199698 h 239122"/>
                <a:gd name="connsiteX132" fmla="*/ 83712 w 109858"/>
                <a:gd name="connsiteY132" fmla="*/ 198954 h 239122"/>
                <a:gd name="connsiteX133" fmla="*/ 84457 w 109858"/>
                <a:gd name="connsiteY133" fmla="*/ 194489 h 239122"/>
                <a:gd name="connsiteX134" fmla="*/ 86689 w 109858"/>
                <a:gd name="connsiteY134" fmla="*/ 193001 h 239122"/>
                <a:gd name="connsiteX135" fmla="*/ 87017 w 109858"/>
                <a:gd name="connsiteY135" fmla="*/ 189789 h 239122"/>
                <a:gd name="connsiteX136" fmla="*/ 87077 w 109858"/>
                <a:gd name="connsiteY136" fmla="*/ 187881 h 239122"/>
                <a:gd name="connsiteX137" fmla="*/ 87108 w 109858"/>
                <a:gd name="connsiteY137" fmla="*/ 185885 h 239122"/>
                <a:gd name="connsiteX138" fmla="*/ 87203 w 109858"/>
                <a:gd name="connsiteY138" fmla="*/ 181976 h 239122"/>
                <a:gd name="connsiteX139" fmla="*/ 87231 w 109858"/>
                <a:gd name="connsiteY139" fmla="*/ 180221 h 239122"/>
                <a:gd name="connsiteX140" fmla="*/ 87433 w 109858"/>
                <a:gd name="connsiteY140" fmla="*/ 178862 h 239122"/>
                <a:gd name="connsiteX141" fmla="*/ 88921 w 109858"/>
                <a:gd name="connsiteY141" fmla="*/ 178118 h 239122"/>
                <a:gd name="connsiteX142" fmla="*/ 89129 w 109858"/>
                <a:gd name="connsiteY142" fmla="*/ 171333 h 239122"/>
                <a:gd name="connsiteX143" fmla="*/ 89142 w 109858"/>
                <a:gd name="connsiteY143" fmla="*/ 169149 h 239122"/>
                <a:gd name="connsiteX144" fmla="*/ 89159 w 109858"/>
                <a:gd name="connsiteY144" fmla="*/ 161844 h 239122"/>
                <a:gd name="connsiteX145" fmla="*/ 89181 w 109858"/>
                <a:gd name="connsiteY145" fmla="*/ 156631 h 239122"/>
                <a:gd name="connsiteX146" fmla="*/ 89223 w 109858"/>
                <a:gd name="connsiteY146" fmla="*/ 142430 h 239122"/>
                <a:gd name="connsiteX147" fmla="*/ 89267 w 109858"/>
                <a:gd name="connsiteY147" fmla="*/ 129108 h 239122"/>
                <a:gd name="connsiteX148" fmla="*/ 89352 w 109858"/>
                <a:gd name="connsiteY148" fmla="*/ 102712 h 239122"/>
                <a:gd name="connsiteX149" fmla="*/ 89429 w 109858"/>
                <a:gd name="connsiteY149" fmla="*/ 77066 h 239122"/>
                <a:gd name="connsiteX150" fmla="*/ 89435 w 109858"/>
                <a:gd name="connsiteY150" fmla="*/ 75470 h 239122"/>
                <a:gd name="connsiteX151" fmla="*/ 89463 w 109858"/>
                <a:gd name="connsiteY151" fmla="*/ 67545 h 239122"/>
                <a:gd name="connsiteX152" fmla="*/ 89666 w 109858"/>
                <a:gd name="connsiteY152" fmla="*/ 1757 h 23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9858" h="239122">
                  <a:moveTo>
                    <a:pt x="89666" y="1757"/>
                  </a:moveTo>
                  <a:cubicBezTo>
                    <a:pt x="93771" y="1702"/>
                    <a:pt x="97877" y="1661"/>
                    <a:pt x="101983" y="1634"/>
                  </a:cubicBezTo>
                  <a:cubicBezTo>
                    <a:pt x="103381" y="1623"/>
                    <a:pt x="104778" y="1608"/>
                    <a:pt x="106175" y="1589"/>
                  </a:cubicBezTo>
                  <a:cubicBezTo>
                    <a:pt x="108181" y="1562"/>
                    <a:pt x="110187" y="1549"/>
                    <a:pt x="112193" y="1539"/>
                  </a:cubicBezTo>
                  <a:cubicBezTo>
                    <a:pt x="112820" y="1527"/>
                    <a:pt x="113447" y="1516"/>
                    <a:pt x="114094" y="1504"/>
                  </a:cubicBezTo>
                  <a:cubicBezTo>
                    <a:pt x="115854" y="1504"/>
                    <a:pt x="115854" y="1504"/>
                    <a:pt x="118687" y="1757"/>
                  </a:cubicBezTo>
                  <a:cubicBezTo>
                    <a:pt x="120636" y="4681"/>
                    <a:pt x="120384" y="7160"/>
                    <a:pt x="120369" y="10553"/>
                  </a:cubicBezTo>
                  <a:cubicBezTo>
                    <a:pt x="120372" y="11232"/>
                    <a:pt x="120375" y="11911"/>
                    <a:pt x="120378" y="12610"/>
                  </a:cubicBezTo>
                  <a:cubicBezTo>
                    <a:pt x="120386" y="14895"/>
                    <a:pt x="120383" y="17179"/>
                    <a:pt x="120380" y="19464"/>
                  </a:cubicBezTo>
                  <a:cubicBezTo>
                    <a:pt x="120383" y="21098"/>
                    <a:pt x="120387" y="22732"/>
                    <a:pt x="120391" y="24366"/>
                  </a:cubicBezTo>
                  <a:cubicBezTo>
                    <a:pt x="120401" y="28811"/>
                    <a:pt x="120402" y="33255"/>
                    <a:pt x="120400" y="37700"/>
                  </a:cubicBezTo>
                  <a:cubicBezTo>
                    <a:pt x="120399" y="41404"/>
                    <a:pt x="120403" y="45109"/>
                    <a:pt x="120406" y="48813"/>
                  </a:cubicBezTo>
                  <a:cubicBezTo>
                    <a:pt x="120415" y="58047"/>
                    <a:pt x="120414" y="67281"/>
                    <a:pt x="120409" y="76515"/>
                  </a:cubicBezTo>
                  <a:cubicBezTo>
                    <a:pt x="120406" y="84543"/>
                    <a:pt x="120414" y="92571"/>
                    <a:pt x="120428" y="100600"/>
                  </a:cubicBezTo>
                  <a:cubicBezTo>
                    <a:pt x="120442" y="108836"/>
                    <a:pt x="120448" y="117073"/>
                    <a:pt x="120446" y="125309"/>
                  </a:cubicBezTo>
                  <a:cubicBezTo>
                    <a:pt x="120445" y="129936"/>
                    <a:pt x="120447" y="134563"/>
                    <a:pt x="120457" y="139190"/>
                  </a:cubicBezTo>
                  <a:cubicBezTo>
                    <a:pt x="120466" y="143538"/>
                    <a:pt x="120465" y="147885"/>
                    <a:pt x="120455" y="152233"/>
                  </a:cubicBezTo>
                  <a:cubicBezTo>
                    <a:pt x="120453" y="153833"/>
                    <a:pt x="120455" y="155434"/>
                    <a:pt x="120461" y="157034"/>
                  </a:cubicBezTo>
                  <a:cubicBezTo>
                    <a:pt x="120469" y="159209"/>
                    <a:pt x="120463" y="161384"/>
                    <a:pt x="120454" y="163558"/>
                  </a:cubicBezTo>
                  <a:cubicBezTo>
                    <a:pt x="120459" y="164200"/>
                    <a:pt x="120465" y="164842"/>
                    <a:pt x="120470" y="165504"/>
                  </a:cubicBezTo>
                  <a:cubicBezTo>
                    <a:pt x="120454" y="167256"/>
                    <a:pt x="120454" y="167256"/>
                    <a:pt x="120175" y="169933"/>
                  </a:cubicBezTo>
                  <a:cubicBezTo>
                    <a:pt x="119439" y="170178"/>
                    <a:pt x="118702" y="170424"/>
                    <a:pt x="117943" y="170677"/>
                  </a:cubicBezTo>
                  <a:cubicBezTo>
                    <a:pt x="117686" y="172600"/>
                    <a:pt x="117579" y="174354"/>
                    <a:pt x="117562" y="176284"/>
                  </a:cubicBezTo>
                  <a:cubicBezTo>
                    <a:pt x="117549" y="176845"/>
                    <a:pt x="117535" y="177405"/>
                    <a:pt x="117522" y="177983"/>
                  </a:cubicBezTo>
                  <a:cubicBezTo>
                    <a:pt x="117481" y="179780"/>
                    <a:pt x="117456" y="181576"/>
                    <a:pt x="117431" y="183374"/>
                  </a:cubicBezTo>
                  <a:cubicBezTo>
                    <a:pt x="117407" y="184589"/>
                    <a:pt x="117381" y="185805"/>
                    <a:pt x="117354" y="187020"/>
                  </a:cubicBezTo>
                  <a:cubicBezTo>
                    <a:pt x="117291" y="190006"/>
                    <a:pt x="117241" y="192992"/>
                    <a:pt x="117199" y="195978"/>
                  </a:cubicBezTo>
                  <a:cubicBezTo>
                    <a:pt x="116708" y="195978"/>
                    <a:pt x="116216" y="195978"/>
                    <a:pt x="115710" y="195978"/>
                  </a:cubicBezTo>
                  <a:cubicBezTo>
                    <a:pt x="114964" y="198216"/>
                    <a:pt x="114741" y="200099"/>
                    <a:pt x="114548" y="202442"/>
                  </a:cubicBezTo>
                  <a:cubicBezTo>
                    <a:pt x="114485" y="203182"/>
                    <a:pt x="114423" y="203922"/>
                    <a:pt x="114359" y="204684"/>
                  </a:cubicBezTo>
                  <a:cubicBezTo>
                    <a:pt x="114314" y="205248"/>
                    <a:pt x="114269" y="205814"/>
                    <a:pt x="114222" y="206396"/>
                  </a:cubicBezTo>
                  <a:cubicBezTo>
                    <a:pt x="113731" y="206396"/>
                    <a:pt x="113240" y="206396"/>
                    <a:pt x="112734" y="206396"/>
                  </a:cubicBezTo>
                  <a:cubicBezTo>
                    <a:pt x="112270" y="207891"/>
                    <a:pt x="112270" y="207891"/>
                    <a:pt x="111990" y="209698"/>
                  </a:cubicBezTo>
                  <a:cubicBezTo>
                    <a:pt x="111664" y="211555"/>
                    <a:pt x="111664" y="211555"/>
                    <a:pt x="111246" y="213093"/>
                  </a:cubicBezTo>
                  <a:cubicBezTo>
                    <a:pt x="110754" y="213338"/>
                    <a:pt x="110263" y="213584"/>
                    <a:pt x="109757" y="213837"/>
                  </a:cubicBezTo>
                  <a:cubicBezTo>
                    <a:pt x="109596" y="215126"/>
                    <a:pt x="109596" y="215126"/>
                    <a:pt x="109432" y="216442"/>
                  </a:cubicBezTo>
                  <a:cubicBezTo>
                    <a:pt x="109294" y="217301"/>
                    <a:pt x="109155" y="218160"/>
                    <a:pt x="109013" y="219046"/>
                  </a:cubicBezTo>
                  <a:cubicBezTo>
                    <a:pt x="108276" y="219292"/>
                    <a:pt x="107540" y="219537"/>
                    <a:pt x="106781" y="219790"/>
                  </a:cubicBezTo>
                  <a:cubicBezTo>
                    <a:pt x="106260" y="220770"/>
                    <a:pt x="105763" y="221762"/>
                    <a:pt x="105292" y="222767"/>
                  </a:cubicBezTo>
                  <a:cubicBezTo>
                    <a:pt x="104801" y="223012"/>
                    <a:pt x="104310" y="223258"/>
                    <a:pt x="103804" y="223511"/>
                  </a:cubicBezTo>
                  <a:cubicBezTo>
                    <a:pt x="103712" y="223987"/>
                    <a:pt x="103620" y="224462"/>
                    <a:pt x="103525" y="224953"/>
                  </a:cubicBezTo>
                  <a:cubicBezTo>
                    <a:pt x="103372" y="225459"/>
                    <a:pt x="103218" y="225966"/>
                    <a:pt x="103060" y="226487"/>
                  </a:cubicBezTo>
                  <a:cubicBezTo>
                    <a:pt x="102080" y="227008"/>
                    <a:pt x="101088" y="227505"/>
                    <a:pt x="100083" y="227976"/>
                  </a:cubicBezTo>
                  <a:cubicBezTo>
                    <a:pt x="99838" y="228712"/>
                    <a:pt x="99592" y="229449"/>
                    <a:pt x="99339" y="230208"/>
                  </a:cubicBezTo>
                  <a:cubicBezTo>
                    <a:pt x="97060" y="230348"/>
                    <a:pt x="97060" y="230348"/>
                    <a:pt x="94875" y="230208"/>
                  </a:cubicBezTo>
                  <a:cubicBezTo>
                    <a:pt x="94875" y="231436"/>
                    <a:pt x="94875" y="232664"/>
                    <a:pt x="94875" y="233929"/>
                  </a:cubicBezTo>
                  <a:cubicBezTo>
                    <a:pt x="94153" y="234006"/>
                    <a:pt x="93432" y="234082"/>
                    <a:pt x="92689" y="234161"/>
                  </a:cubicBezTo>
                  <a:cubicBezTo>
                    <a:pt x="91561" y="234415"/>
                    <a:pt x="91561" y="234415"/>
                    <a:pt x="90410" y="234673"/>
                  </a:cubicBezTo>
                  <a:cubicBezTo>
                    <a:pt x="90164" y="235410"/>
                    <a:pt x="89919" y="236146"/>
                    <a:pt x="89666" y="236905"/>
                  </a:cubicBezTo>
                  <a:cubicBezTo>
                    <a:pt x="87965" y="237286"/>
                    <a:pt x="87965" y="237286"/>
                    <a:pt x="85898" y="237417"/>
                  </a:cubicBezTo>
                  <a:cubicBezTo>
                    <a:pt x="85214" y="237466"/>
                    <a:pt x="84530" y="237515"/>
                    <a:pt x="83826" y="237565"/>
                  </a:cubicBezTo>
                  <a:cubicBezTo>
                    <a:pt x="83297" y="237593"/>
                    <a:pt x="82769" y="237621"/>
                    <a:pt x="82224" y="237650"/>
                  </a:cubicBezTo>
                  <a:cubicBezTo>
                    <a:pt x="82224" y="238632"/>
                    <a:pt x="82224" y="239614"/>
                    <a:pt x="82224" y="240626"/>
                  </a:cubicBezTo>
                  <a:cubicBezTo>
                    <a:pt x="70437" y="240626"/>
                    <a:pt x="58650" y="240626"/>
                    <a:pt x="46505" y="240626"/>
                  </a:cubicBezTo>
                  <a:cubicBezTo>
                    <a:pt x="46505" y="239644"/>
                    <a:pt x="46505" y="238662"/>
                    <a:pt x="46505" y="237650"/>
                  </a:cubicBezTo>
                  <a:cubicBezTo>
                    <a:pt x="45977" y="237622"/>
                    <a:pt x="45448" y="237594"/>
                    <a:pt x="44904" y="237565"/>
                  </a:cubicBezTo>
                  <a:cubicBezTo>
                    <a:pt x="43878" y="237492"/>
                    <a:pt x="43878" y="237492"/>
                    <a:pt x="42831" y="237417"/>
                  </a:cubicBezTo>
                  <a:cubicBezTo>
                    <a:pt x="42149" y="237374"/>
                    <a:pt x="41467" y="237331"/>
                    <a:pt x="40764" y="237286"/>
                  </a:cubicBezTo>
                  <a:cubicBezTo>
                    <a:pt x="40203" y="237161"/>
                    <a:pt x="39642" y="237035"/>
                    <a:pt x="39064" y="236905"/>
                  </a:cubicBezTo>
                  <a:cubicBezTo>
                    <a:pt x="38696" y="235800"/>
                    <a:pt x="38696" y="235800"/>
                    <a:pt x="38320" y="234673"/>
                  </a:cubicBezTo>
                  <a:cubicBezTo>
                    <a:pt x="37460" y="234566"/>
                    <a:pt x="36601" y="234458"/>
                    <a:pt x="35715" y="234347"/>
                  </a:cubicBezTo>
                  <a:cubicBezTo>
                    <a:pt x="34856" y="234209"/>
                    <a:pt x="33996" y="234071"/>
                    <a:pt x="33111" y="233929"/>
                  </a:cubicBezTo>
                  <a:cubicBezTo>
                    <a:pt x="32553" y="232441"/>
                    <a:pt x="32553" y="232441"/>
                    <a:pt x="32367" y="230952"/>
                  </a:cubicBezTo>
                  <a:cubicBezTo>
                    <a:pt x="31630" y="230707"/>
                    <a:pt x="30893" y="230461"/>
                    <a:pt x="30134" y="230208"/>
                  </a:cubicBezTo>
                  <a:cubicBezTo>
                    <a:pt x="29889" y="229471"/>
                    <a:pt x="29643" y="228735"/>
                    <a:pt x="29390" y="227976"/>
                  </a:cubicBezTo>
                  <a:cubicBezTo>
                    <a:pt x="28653" y="227730"/>
                    <a:pt x="27917" y="227485"/>
                    <a:pt x="27158" y="227232"/>
                  </a:cubicBezTo>
                  <a:cubicBezTo>
                    <a:pt x="26912" y="226495"/>
                    <a:pt x="26667" y="225758"/>
                    <a:pt x="26414" y="224999"/>
                  </a:cubicBezTo>
                  <a:cubicBezTo>
                    <a:pt x="25677" y="224508"/>
                    <a:pt x="24940" y="224017"/>
                    <a:pt x="24181" y="223511"/>
                  </a:cubicBezTo>
                  <a:cubicBezTo>
                    <a:pt x="23912" y="222524"/>
                    <a:pt x="23662" y="221532"/>
                    <a:pt x="23437" y="220534"/>
                  </a:cubicBezTo>
                  <a:cubicBezTo>
                    <a:pt x="22946" y="220289"/>
                    <a:pt x="22455" y="220043"/>
                    <a:pt x="21949" y="219790"/>
                  </a:cubicBezTo>
                  <a:cubicBezTo>
                    <a:pt x="21841" y="219299"/>
                    <a:pt x="21734" y="218808"/>
                    <a:pt x="21623" y="218302"/>
                  </a:cubicBezTo>
                  <a:cubicBezTo>
                    <a:pt x="21485" y="217811"/>
                    <a:pt x="21347" y="217320"/>
                    <a:pt x="21205" y="216814"/>
                  </a:cubicBezTo>
                  <a:cubicBezTo>
                    <a:pt x="20468" y="216568"/>
                    <a:pt x="19731" y="216322"/>
                    <a:pt x="18972" y="216069"/>
                  </a:cubicBezTo>
                  <a:cubicBezTo>
                    <a:pt x="18624" y="214330"/>
                    <a:pt x="18598" y="212655"/>
                    <a:pt x="18530" y="210884"/>
                  </a:cubicBezTo>
                  <a:cubicBezTo>
                    <a:pt x="18431" y="210385"/>
                    <a:pt x="18331" y="209886"/>
                    <a:pt x="18228" y="209372"/>
                  </a:cubicBezTo>
                  <a:cubicBezTo>
                    <a:pt x="17491" y="209127"/>
                    <a:pt x="16755" y="208881"/>
                    <a:pt x="15996" y="208628"/>
                  </a:cubicBezTo>
                  <a:cubicBezTo>
                    <a:pt x="15667" y="207116"/>
                    <a:pt x="15667" y="207116"/>
                    <a:pt x="15577" y="205279"/>
                  </a:cubicBezTo>
                  <a:cubicBezTo>
                    <a:pt x="15514" y="203491"/>
                    <a:pt x="15514" y="203491"/>
                    <a:pt x="15251" y="201931"/>
                  </a:cubicBezTo>
                  <a:cubicBezTo>
                    <a:pt x="14760" y="201685"/>
                    <a:pt x="14269" y="201440"/>
                    <a:pt x="13763" y="201187"/>
                  </a:cubicBezTo>
                  <a:cubicBezTo>
                    <a:pt x="13538" y="199771"/>
                    <a:pt x="13538" y="199771"/>
                    <a:pt x="13481" y="197937"/>
                  </a:cubicBezTo>
                  <a:cubicBezTo>
                    <a:pt x="13456" y="197278"/>
                    <a:pt x="13430" y="196619"/>
                    <a:pt x="13404" y="195940"/>
                  </a:cubicBezTo>
                  <a:cubicBezTo>
                    <a:pt x="13385" y="195246"/>
                    <a:pt x="13365" y="194553"/>
                    <a:pt x="13345" y="193838"/>
                  </a:cubicBezTo>
                  <a:cubicBezTo>
                    <a:pt x="13300" y="192476"/>
                    <a:pt x="13253" y="191113"/>
                    <a:pt x="13202" y="189751"/>
                  </a:cubicBezTo>
                  <a:cubicBezTo>
                    <a:pt x="13184" y="189144"/>
                    <a:pt x="13167" y="188537"/>
                    <a:pt x="13148" y="187912"/>
                  </a:cubicBezTo>
                  <a:cubicBezTo>
                    <a:pt x="13073" y="186168"/>
                    <a:pt x="13073" y="186168"/>
                    <a:pt x="12275" y="184071"/>
                  </a:cubicBezTo>
                  <a:cubicBezTo>
                    <a:pt x="11784" y="183826"/>
                    <a:pt x="11293" y="183580"/>
                    <a:pt x="10787" y="183327"/>
                  </a:cubicBezTo>
                  <a:cubicBezTo>
                    <a:pt x="10606" y="181683"/>
                    <a:pt x="10606" y="181683"/>
                    <a:pt x="10615" y="179537"/>
                  </a:cubicBezTo>
                  <a:cubicBezTo>
                    <a:pt x="10617" y="178387"/>
                    <a:pt x="10617" y="178387"/>
                    <a:pt x="10619" y="177214"/>
                  </a:cubicBezTo>
                  <a:cubicBezTo>
                    <a:pt x="10629" y="176408"/>
                    <a:pt x="10638" y="175601"/>
                    <a:pt x="10647" y="174770"/>
                  </a:cubicBezTo>
                  <a:cubicBezTo>
                    <a:pt x="10648" y="173963"/>
                    <a:pt x="10648" y="173156"/>
                    <a:pt x="10649" y="172325"/>
                  </a:cubicBezTo>
                  <a:cubicBezTo>
                    <a:pt x="10682" y="166316"/>
                    <a:pt x="10682" y="166316"/>
                    <a:pt x="11531" y="165468"/>
                  </a:cubicBezTo>
                  <a:cubicBezTo>
                    <a:pt x="13651" y="165505"/>
                    <a:pt x="15762" y="165615"/>
                    <a:pt x="17879" y="165732"/>
                  </a:cubicBezTo>
                  <a:cubicBezTo>
                    <a:pt x="18789" y="165601"/>
                    <a:pt x="18789" y="165601"/>
                    <a:pt x="19716" y="165468"/>
                  </a:cubicBezTo>
                  <a:cubicBezTo>
                    <a:pt x="19799" y="164978"/>
                    <a:pt x="19881" y="164488"/>
                    <a:pt x="19966" y="163983"/>
                  </a:cubicBezTo>
                  <a:cubicBezTo>
                    <a:pt x="20129" y="163491"/>
                    <a:pt x="20292" y="162998"/>
                    <a:pt x="20460" y="162491"/>
                  </a:cubicBezTo>
                  <a:cubicBezTo>
                    <a:pt x="22104" y="162142"/>
                    <a:pt x="22104" y="162142"/>
                    <a:pt x="24251" y="162174"/>
                  </a:cubicBezTo>
                  <a:cubicBezTo>
                    <a:pt x="25017" y="162181"/>
                    <a:pt x="25784" y="162187"/>
                    <a:pt x="26573" y="162193"/>
                  </a:cubicBezTo>
                  <a:cubicBezTo>
                    <a:pt x="27380" y="162215"/>
                    <a:pt x="28187" y="162237"/>
                    <a:pt x="29018" y="162259"/>
                  </a:cubicBezTo>
                  <a:cubicBezTo>
                    <a:pt x="29825" y="162266"/>
                    <a:pt x="30632" y="162273"/>
                    <a:pt x="31463" y="162281"/>
                  </a:cubicBezTo>
                  <a:cubicBezTo>
                    <a:pt x="37451" y="162367"/>
                    <a:pt x="37451" y="162367"/>
                    <a:pt x="38320" y="163235"/>
                  </a:cubicBezTo>
                  <a:cubicBezTo>
                    <a:pt x="38374" y="165242"/>
                    <a:pt x="38389" y="167229"/>
                    <a:pt x="38366" y="169235"/>
                  </a:cubicBezTo>
                  <a:cubicBezTo>
                    <a:pt x="38363" y="169800"/>
                    <a:pt x="38360" y="170364"/>
                    <a:pt x="38356" y="170946"/>
                  </a:cubicBezTo>
                  <a:cubicBezTo>
                    <a:pt x="38347" y="172344"/>
                    <a:pt x="38334" y="173743"/>
                    <a:pt x="38320" y="175142"/>
                  </a:cubicBezTo>
                  <a:cubicBezTo>
                    <a:pt x="39057" y="175142"/>
                    <a:pt x="39793" y="175142"/>
                    <a:pt x="40552" y="175142"/>
                  </a:cubicBezTo>
                  <a:cubicBezTo>
                    <a:pt x="40563" y="175589"/>
                    <a:pt x="40574" y="176036"/>
                    <a:pt x="40585" y="176496"/>
                  </a:cubicBezTo>
                  <a:cubicBezTo>
                    <a:pt x="40640" y="178510"/>
                    <a:pt x="40712" y="180523"/>
                    <a:pt x="40785" y="182537"/>
                  </a:cubicBezTo>
                  <a:cubicBezTo>
                    <a:pt x="40810" y="183592"/>
                    <a:pt x="40810" y="183592"/>
                    <a:pt x="40836" y="184669"/>
                  </a:cubicBezTo>
                  <a:cubicBezTo>
                    <a:pt x="40862" y="185338"/>
                    <a:pt x="40888" y="186007"/>
                    <a:pt x="40916" y="186696"/>
                  </a:cubicBezTo>
                  <a:cubicBezTo>
                    <a:pt x="40935" y="187316"/>
                    <a:pt x="40955" y="187935"/>
                    <a:pt x="40975" y="188574"/>
                  </a:cubicBezTo>
                  <a:cubicBezTo>
                    <a:pt x="41081" y="189053"/>
                    <a:pt x="41187" y="189531"/>
                    <a:pt x="41296" y="190025"/>
                  </a:cubicBezTo>
                  <a:cubicBezTo>
                    <a:pt x="42033" y="190270"/>
                    <a:pt x="42770" y="190516"/>
                    <a:pt x="43529" y="190769"/>
                  </a:cubicBezTo>
                  <a:cubicBezTo>
                    <a:pt x="43653" y="192190"/>
                    <a:pt x="43778" y="193611"/>
                    <a:pt x="43898" y="195033"/>
                  </a:cubicBezTo>
                  <a:cubicBezTo>
                    <a:pt x="44771" y="198963"/>
                    <a:pt x="47714" y="201992"/>
                    <a:pt x="50970" y="204163"/>
                  </a:cubicBezTo>
                  <a:cubicBezTo>
                    <a:pt x="50970" y="204900"/>
                    <a:pt x="50970" y="205637"/>
                    <a:pt x="50970" y="206396"/>
                  </a:cubicBezTo>
                  <a:cubicBezTo>
                    <a:pt x="51499" y="206361"/>
                    <a:pt x="52027" y="206327"/>
                    <a:pt x="52572" y="206291"/>
                  </a:cubicBezTo>
                  <a:cubicBezTo>
                    <a:pt x="53256" y="206264"/>
                    <a:pt x="53940" y="206237"/>
                    <a:pt x="54644" y="206210"/>
                  </a:cubicBezTo>
                  <a:cubicBezTo>
                    <a:pt x="55326" y="206175"/>
                    <a:pt x="56008" y="206141"/>
                    <a:pt x="56711" y="206105"/>
                  </a:cubicBezTo>
                  <a:cubicBezTo>
                    <a:pt x="57553" y="206249"/>
                    <a:pt x="57553" y="206249"/>
                    <a:pt x="58412" y="206396"/>
                  </a:cubicBezTo>
                  <a:cubicBezTo>
                    <a:pt x="58511" y="206879"/>
                    <a:pt x="58611" y="207363"/>
                    <a:pt x="58714" y="207861"/>
                  </a:cubicBezTo>
                  <a:cubicBezTo>
                    <a:pt x="58860" y="208359"/>
                    <a:pt x="59006" y="208858"/>
                    <a:pt x="59156" y="209372"/>
                  </a:cubicBezTo>
                  <a:cubicBezTo>
                    <a:pt x="61412" y="209902"/>
                    <a:pt x="61412" y="209902"/>
                    <a:pt x="64039" y="209930"/>
                  </a:cubicBezTo>
                  <a:cubicBezTo>
                    <a:pt x="64930" y="209972"/>
                    <a:pt x="65821" y="210015"/>
                    <a:pt x="66740" y="210058"/>
                  </a:cubicBezTo>
                  <a:cubicBezTo>
                    <a:pt x="67429" y="210077"/>
                    <a:pt x="68119" y="210097"/>
                    <a:pt x="68830" y="210116"/>
                  </a:cubicBezTo>
                  <a:cubicBezTo>
                    <a:pt x="68830" y="208888"/>
                    <a:pt x="68830" y="207661"/>
                    <a:pt x="68830" y="206396"/>
                  </a:cubicBezTo>
                  <a:cubicBezTo>
                    <a:pt x="69412" y="206430"/>
                    <a:pt x="69994" y="206465"/>
                    <a:pt x="70594" y="206500"/>
                  </a:cubicBezTo>
                  <a:cubicBezTo>
                    <a:pt x="71347" y="206527"/>
                    <a:pt x="72100" y="206554"/>
                    <a:pt x="72876" y="206582"/>
                  </a:cubicBezTo>
                  <a:cubicBezTo>
                    <a:pt x="73627" y="206616"/>
                    <a:pt x="74378" y="206651"/>
                    <a:pt x="75152" y="206686"/>
                  </a:cubicBezTo>
                  <a:cubicBezTo>
                    <a:pt x="75767" y="206590"/>
                    <a:pt x="76382" y="206494"/>
                    <a:pt x="77015" y="206396"/>
                  </a:cubicBezTo>
                  <a:cubicBezTo>
                    <a:pt x="77570" y="204937"/>
                    <a:pt x="77570" y="204937"/>
                    <a:pt x="77759" y="203419"/>
                  </a:cubicBezTo>
                  <a:cubicBezTo>
                    <a:pt x="78389" y="203296"/>
                    <a:pt x="79018" y="203173"/>
                    <a:pt x="79666" y="203047"/>
                  </a:cubicBezTo>
                  <a:cubicBezTo>
                    <a:pt x="80265" y="202924"/>
                    <a:pt x="80863" y="202801"/>
                    <a:pt x="81480" y="202675"/>
                  </a:cubicBezTo>
                  <a:cubicBezTo>
                    <a:pt x="81480" y="201693"/>
                    <a:pt x="81480" y="200710"/>
                    <a:pt x="81480" y="199698"/>
                  </a:cubicBezTo>
                  <a:cubicBezTo>
                    <a:pt x="82217" y="199453"/>
                    <a:pt x="82953" y="199207"/>
                    <a:pt x="83712" y="198954"/>
                  </a:cubicBezTo>
                  <a:cubicBezTo>
                    <a:pt x="83966" y="197467"/>
                    <a:pt x="84213" y="195978"/>
                    <a:pt x="84457" y="194489"/>
                  </a:cubicBezTo>
                  <a:cubicBezTo>
                    <a:pt x="85193" y="193998"/>
                    <a:pt x="85930" y="193507"/>
                    <a:pt x="86689" y="193001"/>
                  </a:cubicBezTo>
                  <a:cubicBezTo>
                    <a:pt x="87042" y="191507"/>
                    <a:pt x="87042" y="191507"/>
                    <a:pt x="87017" y="189789"/>
                  </a:cubicBezTo>
                  <a:cubicBezTo>
                    <a:pt x="87047" y="188844"/>
                    <a:pt x="87047" y="188844"/>
                    <a:pt x="87077" y="187881"/>
                  </a:cubicBezTo>
                  <a:cubicBezTo>
                    <a:pt x="87092" y="186893"/>
                    <a:pt x="87092" y="186893"/>
                    <a:pt x="87108" y="185885"/>
                  </a:cubicBezTo>
                  <a:cubicBezTo>
                    <a:pt x="87133" y="184582"/>
                    <a:pt x="87165" y="183279"/>
                    <a:pt x="87203" y="181976"/>
                  </a:cubicBezTo>
                  <a:cubicBezTo>
                    <a:pt x="87213" y="181397"/>
                    <a:pt x="87222" y="180818"/>
                    <a:pt x="87231" y="180221"/>
                  </a:cubicBezTo>
                  <a:cubicBezTo>
                    <a:pt x="87298" y="179773"/>
                    <a:pt x="87364" y="179324"/>
                    <a:pt x="87433" y="178862"/>
                  </a:cubicBezTo>
                  <a:cubicBezTo>
                    <a:pt x="87924" y="178617"/>
                    <a:pt x="88415" y="178371"/>
                    <a:pt x="88921" y="178118"/>
                  </a:cubicBezTo>
                  <a:cubicBezTo>
                    <a:pt x="89078" y="175835"/>
                    <a:pt x="89133" y="173618"/>
                    <a:pt x="89129" y="171333"/>
                  </a:cubicBezTo>
                  <a:cubicBezTo>
                    <a:pt x="89133" y="170613"/>
                    <a:pt x="89137" y="169892"/>
                    <a:pt x="89142" y="169149"/>
                  </a:cubicBezTo>
                  <a:cubicBezTo>
                    <a:pt x="89154" y="166714"/>
                    <a:pt x="89156" y="164279"/>
                    <a:pt x="89159" y="161844"/>
                  </a:cubicBezTo>
                  <a:cubicBezTo>
                    <a:pt x="89166" y="160107"/>
                    <a:pt x="89173" y="158369"/>
                    <a:pt x="89181" y="156631"/>
                  </a:cubicBezTo>
                  <a:cubicBezTo>
                    <a:pt x="89202" y="151898"/>
                    <a:pt x="89213" y="147164"/>
                    <a:pt x="89223" y="142430"/>
                  </a:cubicBezTo>
                  <a:cubicBezTo>
                    <a:pt x="89233" y="137989"/>
                    <a:pt x="89250" y="133549"/>
                    <a:pt x="89267" y="129108"/>
                  </a:cubicBezTo>
                  <a:cubicBezTo>
                    <a:pt x="89301" y="120309"/>
                    <a:pt x="89328" y="111511"/>
                    <a:pt x="89352" y="102712"/>
                  </a:cubicBezTo>
                  <a:cubicBezTo>
                    <a:pt x="89374" y="94164"/>
                    <a:pt x="89400" y="85615"/>
                    <a:pt x="89429" y="77066"/>
                  </a:cubicBezTo>
                  <a:cubicBezTo>
                    <a:pt x="89431" y="76539"/>
                    <a:pt x="89433" y="76013"/>
                    <a:pt x="89435" y="75470"/>
                  </a:cubicBezTo>
                  <a:cubicBezTo>
                    <a:pt x="89444" y="72828"/>
                    <a:pt x="89453" y="70187"/>
                    <a:pt x="89463" y="67545"/>
                  </a:cubicBezTo>
                  <a:cubicBezTo>
                    <a:pt x="89540" y="45616"/>
                    <a:pt x="89606" y="23686"/>
                    <a:pt x="89666" y="1757"/>
                  </a:cubicBezTo>
                  <a:close/>
                </a:path>
              </a:pathLst>
            </a:custGeom>
            <a:grpFill/>
            <a:ln w="744" cap="flat">
              <a:noFill/>
              <a:prstDash val="solid"/>
              <a:miter/>
            </a:ln>
          </p:spPr>
          <p:txBody>
            <a:bodyPr rtlCol="0" anchor="ctr"/>
            <a:lstStyle/>
            <a:p>
              <a:endParaRPr lang="zh-CN" altLang="en-US"/>
            </a:p>
          </p:txBody>
        </p:sp>
        <p:sp>
          <p:nvSpPr>
            <p:cNvPr id="203" name="任意多边形: 形状 202"/>
            <p:cNvSpPr/>
            <p:nvPr/>
          </p:nvSpPr>
          <p:spPr>
            <a:xfrm>
              <a:off x="11321131" y="1392981"/>
              <a:ext cx="121098" cy="236015"/>
            </a:xfrm>
            <a:custGeom>
              <a:avLst/>
              <a:gdLst>
                <a:gd name="connsiteX0" fmla="*/ 15865 w 121099"/>
                <a:gd name="connsiteY0" fmla="*/ 1504 h 236009"/>
                <a:gd name="connsiteX1" fmla="*/ 43398 w 121099"/>
                <a:gd name="connsiteY1" fmla="*/ 1504 h 236009"/>
                <a:gd name="connsiteX2" fmla="*/ 43398 w 121099"/>
                <a:gd name="connsiteY2" fmla="*/ 206887 h 236009"/>
                <a:gd name="connsiteX3" fmla="*/ 44887 w 121099"/>
                <a:gd name="connsiteY3" fmla="*/ 206143 h 236009"/>
                <a:gd name="connsiteX4" fmla="*/ 48507 w 121099"/>
                <a:gd name="connsiteY4" fmla="*/ 206048 h 236009"/>
                <a:gd name="connsiteX5" fmla="*/ 50825 w 121099"/>
                <a:gd name="connsiteY5" fmla="*/ 206042 h 236009"/>
                <a:gd name="connsiteX6" fmla="*/ 53378 w 121099"/>
                <a:gd name="connsiteY6" fmla="*/ 206046 h 236009"/>
                <a:gd name="connsiteX7" fmla="*/ 56058 w 121099"/>
                <a:gd name="connsiteY7" fmla="*/ 206042 h 236009"/>
                <a:gd name="connsiteX8" fmla="*/ 63345 w 121099"/>
                <a:gd name="connsiteY8" fmla="*/ 206043 h 236009"/>
                <a:gd name="connsiteX9" fmla="*/ 70960 w 121099"/>
                <a:gd name="connsiteY9" fmla="*/ 206042 h 236009"/>
                <a:gd name="connsiteX10" fmla="*/ 83746 w 121099"/>
                <a:gd name="connsiteY10" fmla="*/ 206046 h 236009"/>
                <a:gd name="connsiteX11" fmla="*/ 98547 w 121099"/>
                <a:gd name="connsiteY11" fmla="*/ 206044 h 236009"/>
                <a:gd name="connsiteX12" fmla="*/ 111238 w 121099"/>
                <a:gd name="connsiteY12" fmla="*/ 206042 h 236009"/>
                <a:gd name="connsiteX13" fmla="*/ 118826 w 121099"/>
                <a:gd name="connsiteY13" fmla="*/ 206041 h 236009"/>
                <a:gd name="connsiteX14" fmla="*/ 127277 w 121099"/>
                <a:gd name="connsiteY14" fmla="*/ 206046 h 236009"/>
                <a:gd name="connsiteX15" fmla="*/ 129834 w 121099"/>
                <a:gd name="connsiteY15" fmla="*/ 206042 h 236009"/>
                <a:gd name="connsiteX16" fmla="*/ 132146 w 121099"/>
                <a:gd name="connsiteY16" fmla="*/ 206048 h 236009"/>
                <a:gd name="connsiteX17" fmla="*/ 134167 w 121099"/>
                <a:gd name="connsiteY17" fmla="*/ 206049 h 236009"/>
                <a:gd name="connsiteX18" fmla="*/ 136416 w 121099"/>
                <a:gd name="connsiteY18" fmla="*/ 206887 h 236009"/>
                <a:gd name="connsiteX19" fmla="*/ 136593 w 121099"/>
                <a:gd name="connsiteY19" fmla="*/ 213445 h 236009"/>
                <a:gd name="connsiteX20" fmla="*/ 136611 w 121099"/>
                <a:gd name="connsiteY20" fmla="*/ 215438 h 236009"/>
                <a:gd name="connsiteX21" fmla="*/ 136636 w 121099"/>
                <a:gd name="connsiteY21" fmla="*/ 219619 h 236009"/>
                <a:gd name="connsiteX22" fmla="*/ 136714 w 121099"/>
                <a:gd name="connsiteY22" fmla="*/ 226043 h 236009"/>
                <a:gd name="connsiteX23" fmla="*/ 136733 w 121099"/>
                <a:gd name="connsiteY23" fmla="*/ 230095 h 236009"/>
                <a:gd name="connsiteX24" fmla="*/ 136772 w 121099"/>
                <a:gd name="connsiteY24" fmla="*/ 232049 h 236009"/>
                <a:gd name="connsiteX25" fmla="*/ 136416 w 121099"/>
                <a:gd name="connsiteY25" fmla="*/ 236652 h 236009"/>
                <a:gd name="connsiteX26" fmla="*/ 128684 w 121099"/>
                <a:gd name="connsiteY26" fmla="*/ 237491 h 236009"/>
                <a:gd name="connsiteX27" fmla="*/ 125719 w 121099"/>
                <a:gd name="connsiteY27" fmla="*/ 237497 h 236009"/>
                <a:gd name="connsiteX28" fmla="*/ 122469 w 121099"/>
                <a:gd name="connsiteY28" fmla="*/ 237493 h 236009"/>
                <a:gd name="connsiteX29" fmla="*/ 119044 w 121099"/>
                <a:gd name="connsiteY29" fmla="*/ 237497 h 236009"/>
                <a:gd name="connsiteX30" fmla="*/ 109745 w 121099"/>
                <a:gd name="connsiteY30" fmla="*/ 237497 h 236009"/>
                <a:gd name="connsiteX31" fmla="*/ 100023 w 121099"/>
                <a:gd name="connsiteY31" fmla="*/ 237498 h 236009"/>
                <a:gd name="connsiteX32" fmla="*/ 83699 w 121099"/>
                <a:gd name="connsiteY32" fmla="*/ 237494 h 236009"/>
                <a:gd name="connsiteX33" fmla="*/ 64810 w 121099"/>
                <a:gd name="connsiteY33" fmla="*/ 237495 h 236009"/>
                <a:gd name="connsiteX34" fmla="*/ 48603 w 121099"/>
                <a:gd name="connsiteY34" fmla="*/ 237497 h 236009"/>
                <a:gd name="connsiteX35" fmla="*/ 38918 w 121099"/>
                <a:gd name="connsiteY35" fmla="*/ 237498 h 236009"/>
                <a:gd name="connsiteX36" fmla="*/ 29819 w 121099"/>
                <a:gd name="connsiteY36" fmla="*/ 237494 h 236009"/>
                <a:gd name="connsiteX37" fmla="*/ 26473 w 121099"/>
                <a:gd name="connsiteY37" fmla="*/ 237495 h 236009"/>
                <a:gd name="connsiteX38" fmla="*/ 21919 w 121099"/>
                <a:gd name="connsiteY38" fmla="*/ 237491 h 236009"/>
                <a:gd name="connsiteX39" fmla="*/ 19341 w 121099"/>
                <a:gd name="connsiteY39" fmla="*/ 237490 h 236009"/>
                <a:gd name="connsiteX40" fmla="*/ 15865 w 121099"/>
                <a:gd name="connsiteY40" fmla="*/ 236652 h 236009"/>
                <a:gd name="connsiteX41" fmla="*/ 15682 w 121099"/>
                <a:gd name="connsiteY41" fmla="*/ 232888 h 236009"/>
                <a:gd name="connsiteX42" fmla="*/ 15673 w 121099"/>
                <a:gd name="connsiteY42" fmla="*/ 230402 h 236009"/>
                <a:gd name="connsiteX43" fmla="*/ 15686 w 121099"/>
                <a:gd name="connsiteY43" fmla="*/ 227636 h 236009"/>
                <a:gd name="connsiteX44" fmla="*/ 15682 w 121099"/>
                <a:gd name="connsiteY44" fmla="*/ 224724 h 236009"/>
                <a:gd name="connsiteX45" fmla="*/ 15692 w 121099"/>
                <a:gd name="connsiteY45" fmla="*/ 216686 h 236009"/>
                <a:gd name="connsiteX46" fmla="*/ 15695 w 121099"/>
                <a:gd name="connsiteY46" fmla="*/ 208032 h 236009"/>
                <a:gd name="connsiteX47" fmla="*/ 15708 w 121099"/>
                <a:gd name="connsiteY47" fmla="*/ 193025 h 236009"/>
                <a:gd name="connsiteX48" fmla="*/ 15726 w 121099"/>
                <a:gd name="connsiteY48" fmla="*/ 171328 h 236009"/>
                <a:gd name="connsiteX49" fmla="*/ 15753 w 121099"/>
                <a:gd name="connsiteY49" fmla="*/ 136130 h 236009"/>
                <a:gd name="connsiteX50" fmla="*/ 15783 w 121099"/>
                <a:gd name="connsiteY50" fmla="*/ 101929 h 236009"/>
                <a:gd name="connsiteX51" fmla="*/ 15785 w 121099"/>
                <a:gd name="connsiteY51" fmla="*/ 99802 h 236009"/>
                <a:gd name="connsiteX52" fmla="*/ 15790 w 121099"/>
                <a:gd name="connsiteY52" fmla="*/ 89234 h 236009"/>
                <a:gd name="connsiteX53" fmla="*/ 15865 w 121099"/>
                <a:gd name="connsiteY53"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1099" h="236009">
                  <a:moveTo>
                    <a:pt x="15865" y="1504"/>
                  </a:moveTo>
                  <a:cubicBezTo>
                    <a:pt x="24951" y="1504"/>
                    <a:pt x="34037" y="1504"/>
                    <a:pt x="43398" y="1504"/>
                  </a:cubicBezTo>
                  <a:cubicBezTo>
                    <a:pt x="43398" y="69280"/>
                    <a:pt x="43398" y="137057"/>
                    <a:pt x="43398" y="206887"/>
                  </a:cubicBezTo>
                  <a:cubicBezTo>
                    <a:pt x="43889" y="206641"/>
                    <a:pt x="44381" y="206396"/>
                    <a:pt x="44887" y="206143"/>
                  </a:cubicBezTo>
                  <a:cubicBezTo>
                    <a:pt x="46092" y="206072"/>
                    <a:pt x="47300" y="206049"/>
                    <a:pt x="48507" y="206048"/>
                  </a:cubicBezTo>
                  <a:cubicBezTo>
                    <a:pt x="49272" y="206046"/>
                    <a:pt x="50037" y="206044"/>
                    <a:pt x="50825" y="206042"/>
                  </a:cubicBezTo>
                  <a:cubicBezTo>
                    <a:pt x="52088" y="206044"/>
                    <a:pt x="52088" y="206044"/>
                    <a:pt x="53378" y="206046"/>
                  </a:cubicBezTo>
                  <a:cubicBezTo>
                    <a:pt x="54262" y="206045"/>
                    <a:pt x="55147" y="206044"/>
                    <a:pt x="56058" y="206042"/>
                  </a:cubicBezTo>
                  <a:cubicBezTo>
                    <a:pt x="58487" y="206040"/>
                    <a:pt x="60916" y="206040"/>
                    <a:pt x="63345" y="206043"/>
                  </a:cubicBezTo>
                  <a:cubicBezTo>
                    <a:pt x="65883" y="206045"/>
                    <a:pt x="68421" y="206043"/>
                    <a:pt x="70960" y="206042"/>
                  </a:cubicBezTo>
                  <a:cubicBezTo>
                    <a:pt x="75222" y="206040"/>
                    <a:pt x="79484" y="206042"/>
                    <a:pt x="83746" y="206046"/>
                  </a:cubicBezTo>
                  <a:cubicBezTo>
                    <a:pt x="88679" y="206050"/>
                    <a:pt x="93613" y="206048"/>
                    <a:pt x="98547" y="206044"/>
                  </a:cubicBezTo>
                  <a:cubicBezTo>
                    <a:pt x="102777" y="206041"/>
                    <a:pt x="107008" y="206040"/>
                    <a:pt x="111238" y="206042"/>
                  </a:cubicBezTo>
                  <a:cubicBezTo>
                    <a:pt x="113767" y="206044"/>
                    <a:pt x="116296" y="206044"/>
                    <a:pt x="118826" y="206041"/>
                  </a:cubicBezTo>
                  <a:cubicBezTo>
                    <a:pt x="121643" y="206039"/>
                    <a:pt x="124460" y="206042"/>
                    <a:pt x="127277" y="206046"/>
                  </a:cubicBezTo>
                  <a:cubicBezTo>
                    <a:pt x="128121" y="206045"/>
                    <a:pt x="128965" y="206043"/>
                    <a:pt x="129834" y="206042"/>
                  </a:cubicBezTo>
                  <a:cubicBezTo>
                    <a:pt x="130597" y="206044"/>
                    <a:pt x="131360" y="206046"/>
                    <a:pt x="132146" y="206048"/>
                  </a:cubicBezTo>
                  <a:cubicBezTo>
                    <a:pt x="132813" y="206048"/>
                    <a:pt x="133479" y="206049"/>
                    <a:pt x="134167" y="206049"/>
                  </a:cubicBezTo>
                  <a:cubicBezTo>
                    <a:pt x="135672" y="206143"/>
                    <a:pt x="135672" y="206143"/>
                    <a:pt x="136416" y="206887"/>
                  </a:cubicBezTo>
                  <a:cubicBezTo>
                    <a:pt x="136519" y="209079"/>
                    <a:pt x="136575" y="211252"/>
                    <a:pt x="136593" y="213445"/>
                  </a:cubicBezTo>
                  <a:cubicBezTo>
                    <a:pt x="136602" y="214431"/>
                    <a:pt x="136602" y="214431"/>
                    <a:pt x="136611" y="215438"/>
                  </a:cubicBezTo>
                  <a:cubicBezTo>
                    <a:pt x="136622" y="216832"/>
                    <a:pt x="136630" y="218226"/>
                    <a:pt x="136636" y="219619"/>
                  </a:cubicBezTo>
                  <a:cubicBezTo>
                    <a:pt x="136648" y="221761"/>
                    <a:pt x="136681" y="223901"/>
                    <a:pt x="136714" y="226043"/>
                  </a:cubicBezTo>
                  <a:cubicBezTo>
                    <a:pt x="136721" y="227393"/>
                    <a:pt x="136728" y="228744"/>
                    <a:pt x="136733" y="230095"/>
                  </a:cubicBezTo>
                  <a:cubicBezTo>
                    <a:pt x="136746" y="230740"/>
                    <a:pt x="136759" y="231384"/>
                    <a:pt x="136772" y="232049"/>
                  </a:cubicBezTo>
                  <a:cubicBezTo>
                    <a:pt x="136766" y="233847"/>
                    <a:pt x="136766" y="233847"/>
                    <a:pt x="136416" y="236652"/>
                  </a:cubicBezTo>
                  <a:cubicBezTo>
                    <a:pt x="133998" y="237732"/>
                    <a:pt x="131290" y="237490"/>
                    <a:pt x="128684" y="237491"/>
                  </a:cubicBezTo>
                  <a:cubicBezTo>
                    <a:pt x="127706" y="237493"/>
                    <a:pt x="126727" y="237495"/>
                    <a:pt x="125719" y="237497"/>
                  </a:cubicBezTo>
                  <a:cubicBezTo>
                    <a:pt x="124635" y="237496"/>
                    <a:pt x="123552" y="237494"/>
                    <a:pt x="122469" y="237493"/>
                  </a:cubicBezTo>
                  <a:cubicBezTo>
                    <a:pt x="121327" y="237494"/>
                    <a:pt x="120185" y="237495"/>
                    <a:pt x="119044" y="237497"/>
                  </a:cubicBezTo>
                  <a:cubicBezTo>
                    <a:pt x="115944" y="237500"/>
                    <a:pt x="112845" y="237499"/>
                    <a:pt x="109745" y="237497"/>
                  </a:cubicBezTo>
                  <a:cubicBezTo>
                    <a:pt x="106504" y="237495"/>
                    <a:pt x="103264" y="237496"/>
                    <a:pt x="100023" y="237498"/>
                  </a:cubicBezTo>
                  <a:cubicBezTo>
                    <a:pt x="94581" y="237499"/>
                    <a:pt x="89140" y="237497"/>
                    <a:pt x="83699" y="237494"/>
                  </a:cubicBezTo>
                  <a:cubicBezTo>
                    <a:pt x="77403" y="237490"/>
                    <a:pt x="71106" y="237491"/>
                    <a:pt x="64810" y="237495"/>
                  </a:cubicBezTo>
                  <a:cubicBezTo>
                    <a:pt x="59407" y="237498"/>
                    <a:pt x="54005" y="237499"/>
                    <a:pt x="48603" y="237497"/>
                  </a:cubicBezTo>
                  <a:cubicBezTo>
                    <a:pt x="45375" y="237496"/>
                    <a:pt x="42147" y="237496"/>
                    <a:pt x="38918" y="237498"/>
                  </a:cubicBezTo>
                  <a:cubicBezTo>
                    <a:pt x="35885" y="237500"/>
                    <a:pt x="32852" y="237499"/>
                    <a:pt x="29819" y="237494"/>
                  </a:cubicBezTo>
                  <a:cubicBezTo>
                    <a:pt x="28704" y="237493"/>
                    <a:pt x="27588" y="237494"/>
                    <a:pt x="26473" y="237495"/>
                  </a:cubicBezTo>
                  <a:cubicBezTo>
                    <a:pt x="24955" y="237497"/>
                    <a:pt x="23437" y="237494"/>
                    <a:pt x="21919" y="237491"/>
                  </a:cubicBezTo>
                  <a:cubicBezTo>
                    <a:pt x="21069" y="237491"/>
                    <a:pt x="20218" y="237490"/>
                    <a:pt x="19341" y="237490"/>
                  </a:cubicBezTo>
                  <a:cubicBezTo>
                    <a:pt x="17353" y="237397"/>
                    <a:pt x="17353" y="237397"/>
                    <a:pt x="15865" y="236652"/>
                  </a:cubicBezTo>
                  <a:cubicBezTo>
                    <a:pt x="15680" y="235052"/>
                    <a:pt x="15680" y="235052"/>
                    <a:pt x="15682" y="232888"/>
                  </a:cubicBezTo>
                  <a:cubicBezTo>
                    <a:pt x="15679" y="232068"/>
                    <a:pt x="15676" y="231247"/>
                    <a:pt x="15673" y="230402"/>
                  </a:cubicBezTo>
                  <a:cubicBezTo>
                    <a:pt x="15677" y="229489"/>
                    <a:pt x="15682" y="228576"/>
                    <a:pt x="15686" y="227636"/>
                  </a:cubicBezTo>
                  <a:cubicBezTo>
                    <a:pt x="15685" y="226675"/>
                    <a:pt x="15684" y="225714"/>
                    <a:pt x="15682" y="224724"/>
                  </a:cubicBezTo>
                  <a:cubicBezTo>
                    <a:pt x="15679" y="222045"/>
                    <a:pt x="15685" y="219365"/>
                    <a:pt x="15692" y="216686"/>
                  </a:cubicBezTo>
                  <a:cubicBezTo>
                    <a:pt x="15699" y="213801"/>
                    <a:pt x="15697" y="210916"/>
                    <a:pt x="15695" y="208032"/>
                  </a:cubicBezTo>
                  <a:cubicBezTo>
                    <a:pt x="15695" y="203029"/>
                    <a:pt x="15699" y="198027"/>
                    <a:pt x="15708" y="193025"/>
                  </a:cubicBezTo>
                  <a:cubicBezTo>
                    <a:pt x="15720" y="185793"/>
                    <a:pt x="15724" y="178561"/>
                    <a:pt x="15726" y="171328"/>
                  </a:cubicBezTo>
                  <a:cubicBezTo>
                    <a:pt x="15729" y="159595"/>
                    <a:pt x="15739" y="147863"/>
                    <a:pt x="15753" y="136130"/>
                  </a:cubicBezTo>
                  <a:cubicBezTo>
                    <a:pt x="15766" y="124730"/>
                    <a:pt x="15777" y="113330"/>
                    <a:pt x="15783" y="101929"/>
                  </a:cubicBezTo>
                  <a:cubicBezTo>
                    <a:pt x="15784" y="100876"/>
                    <a:pt x="15784" y="100876"/>
                    <a:pt x="15785" y="99802"/>
                  </a:cubicBezTo>
                  <a:cubicBezTo>
                    <a:pt x="15786" y="96279"/>
                    <a:pt x="15788" y="92756"/>
                    <a:pt x="15790" y="89234"/>
                  </a:cubicBezTo>
                  <a:cubicBezTo>
                    <a:pt x="15806" y="59991"/>
                    <a:pt x="15832" y="30747"/>
                    <a:pt x="15865" y="1504"/>
                  </a:cubicBezTo>
                  <a:close/>
                </a:path>
              </a:pathLst>
            </a:custGeom>
            <a:grpFill/>
            <a:ln w="744" cap="flat">
              <a:noFill/>
              <a:prstDash val="solid"/>
              <a:miter/>
            </a:ln>
          </p:spPr>
          <p:txBody>
            <a:bodyPr rtlCol="0" anchor="ctr"/>
            <a:lstStyle/>
            <a:p>
              <a:endParaRPr lang="zh-CN" altLang="en-US"/>
            </a:p>
          </p:txBody>
        </p:sp>
        <p:sp>
          <p:nvSpPr>
            <p:cNvPr id="204" name="任意多边形: 形状 203"/>
            <p:cNvSpPr/>
            <p:nvPr/>
          </p:nvSpPr>
          <p:spPr>
            <a:xfrm>
              <a:off x="6377123" y="1392981"/>
              <a:ext cx="121098" cy="236015"/>
            </a:xfrm>
            <a:custGeom>
              <a:avLst/>
              <a:gdLst>
                <a:gd name="connsiteX0" fmla="*/ 9221 w 121099"/>
                <a:gd name="connsiteY0" fmla="*/ 1504 h 236009"/>
                <a:gd name="connsiteX1" fmla="*/ 36754 w 121099"/>
                <a:gd name="connsiteY1" fmla="*/ 1504 h 236009"/>
                <a:gd name="connsiteX2" fmla="*/ 36754 w 121099"/>
                <a:gd name="connsiteY2" fmla="*/ 206887 h 236009"/>
                <a:gd name="connsiteX3" fmla="*/ 38987 w 121099"/>
                <a:gd name="connsiteY3" fmla="*/ 206143 h 236009"/>
                <a:gd name="connsiteX4" fmla="*/ 42668 w 121099"/>
                <a:gd name="connsiteY4" fmla="*/ 206048 h 236009"/>
                <a:gd name="connsiteX5" fmla="*/ 44970 w 121099"/>
                <a:gd name="connsiteY5" fmla="*/ 206042 h 236009"/>
                <a:gd name="connsiteX6" fmla="*/ 47494 w 121099"/>
                <a:gd name="connsiteY6" fmla="*/ 206046 h 236009"/>
                <a:gd name="connsiteX7" fmla="*/ 50152 w 121099"/>
                <a:gd name="connsiteY7" fmla="*/ 206042 h 236009"/>
                <a:gd name="connsiteX8" fmla="*/ 57370 w 121099"/>
                <a:gd name="connsiteY8" fmla="*/ 206043 h 236009"/>
                <a:gd name="connsiteX9" fmla="*/ 64916 w 121099"/>
                <a:gd name="connsiteY9" fmla="*/ 206042 h 236009"/>
                <a:gd name="connsiteX10" fmla="*/ 77584 w 121099"/>
                <a:gd name="connsiteY10" fmla="*/ 206046 h 236009"/>
                <a:gd name="connsiteX11" fmla="*/ 92247 w 121099"/>
                <a:gd name="connsiteY11" fmla="*/ 206044 h 236009"/>
                <a:gd name="connsiteX12" fmla="*/ 104825 w 121099"/>
                <a:gd name="connsiteY12" fmla="*/ 206042 h 236009"/>
                <a:gd name="connsiteX13" fmla="*/ 112342 w 121099"/>
                <a:gd name="connsiteY13" fmla="*/ 206041 h 236009"/>
                <a:gd name="connsiteX14" fmla="*/ 120713 w 121099"/>
                <a:gd name="connsiteY14" fmla="*/ 206046 h 236009"/>
                <a:gd name="connsiteX15" fmla="*/ 123246 w 121099"/>
                <a:gd name="connsiteY15" fmla="*/ 206042 h 236009"/>
                <a:gd name="connsiteX16" fmla="*/ 125535 w 121099"/>
                <a:gd name="connsiteY16" fmla="*/ 206048 h 236009"/>
                <a:gd name="connsiteX17" fmla="*/ 127536 w 121099"/>
                <a:gd name="connsiteY17" fmla="*/ 206049 h 236009"/>
                <a:gd name="connsiteX18" fmla="*/ 129772 w 121099"/>
                <a:gd name="connsiteY18" fmla="*/ 206887 h 236009"/>
                <a:gd name="connsiteX19" fmla="*/ 129949 w 121099"/>
                <a:gd name="connsiteY19" fmla="*/ 213445 h 236009"/>
                <a:gd name="connsiteX20" fmla="*/ 129967 w 121099"/>
                <a:gd name="connsiteY20" fmla="*/ 215438 h 236009"/>
                <a:gd name="connsiteX21" fmla="*/ 129992 w 121099"/>
                <a:gd name="connsiteY21" fmla="*/ 219619 h 236009"/>
                <a:gd name="connsiteX22" fmla="*/ 130070 w 121099"/>
                <a:gd name="connsiteY22" fmla="*/ 226043 h 236009"/>
                <a:gd name="connsiteX23" fmla="*/ 130089 w 121099"/>
                <a:gd name="connsiteY23" fmla="*/ 230095 h 236009"/>
                <a:gd name="connsiteX24" fmla="*/ 130128 w 121099"/>
                <a:gd name="connsiteY24" fmla="*/ 232049 h 236009"/>
                <a:gd name="connsiteX25" fmla="*/ 129772 w 121099"/>
                <a:gd name="connsiteY25" fmla="*/ 236652 h 236009"/>
                <a:gd name="connsiteX26" fmla="*/ 122040 w 121099"/>
                <a:gd name="connsiteY26" fmla="*/ 237491 h 236009"/>
                <a:gd name="connsiteX27" fmla="*/ 119075 w 121099"/>
                <a:gd name="connsiteY27" fmla="*/ 237497 h 236009"/>
                <a:gd name="connsiteX28" fmla="*/ 115825 w 121099"/>
                <a:gd name="connsiteY28" fmla="*/ 237493 h 236009"/>
                <a:gd name="connsiteX29" fmla="*/ 112400 w 121099"/>
                <a:gd name="connsiteY29" fmla="*/ 237497 h 236009"/>
                <a:gd name="connsiteX30" fmla="*/ 103101 w 121099"/>
                <a:gd name="connsiteY30" fmla="*/ 237497 h 236009"/>
                <a:gd name="connsiteX31" fmla="*/ 93379 w 121099"/>
                <a:gd name="connsiteY31" fmla="*/ 237498 h 236009"/>
                <a:gd name="connsiteX32" fmla="*/ 77055 w 121099"/>
                <a:gd name="connsiteY32" fmla="*/ 237494 h 236009"/>
                <a:gd name="connsiteX33" fmla="*/ 58166 w 121099"/>
                <a:gd name="connsiteY33" fmla="*/ 237495 h 236009"/>
                <a:gd name="connsiteX34" fmla="*/ 41959 w 121099"/>
                <a:gd name="connsiteY34" fmla="*/ 237497 h 236009"/>
                <a:gd name="connsiteX35" fmla="*/ 32274 w 121099"/>
                <a:gd name="connsiteY35" fmla="*/ 237498 h 236009"/>
                <a:gd name="connsiteX36" fmla="*/ 23175 w 121099"/>
                <a:gd name="connsiteY36" fmla="*/ 237494 h 236009"/>
                <a:gd name="connsiteX37" fmla="*/ 19829 w 121099"/>
                <a:gd name="connsiteY37" fmla="*/ 237495 h 236009"/>
                <a:gd name="connsiteX38" fmla="*/ 15275 w 121099"/>
                <a:gd name="connsiteY38" fmla="*/ 237491 h 236009"/>
                <a:gd name="connsiteX39" fmla="*/ 12697 w 121099"/>
                <a:gd name="connsiteY39" fmla="*/ 237490 h 236009"/>
                <a:gd name="connsiteX40" fmla="*/ 9221 w 121099"/>
                <a:gd name="connsiteY40" fmla="*/ 236652 h 236009"/>
                <a:gd name="connsiteX41" fmla="*/ 9038 w 121099"/>
                <a:gd name="connsiteY41" fmla="*/ 232888 h 236009"/>
                <a:gd name="connsiteX42" fmla="*/ 9029 w 121099"/>
                <a:gd name="connsiteY42" fmla="*/ 230402 h 236009"/>
                <a:gd name="connsiteX43" fmla="*/ 9042 w 121099"/>
                <a:gd name="connsiteY43" fmla="*/ 227636 h 236009"/>
                <a:gd name="connsiteX44" fmla="*/ 9038 w 121099"/>
                <a:gd name="connsiteY44" fmla="*/ 224724 h 236009"/>
                <a:gd name="connsiteX45" fmla="*/ 9048 w 121099"/>
                <a:gd name="connsiteY45" fmla="*/ 216686 h 236009"/>
                <a:gd name="connsiteX46" fmla="*/ 9051 w 121099"/>
                <a:gd name="connsiteY46" fmla="*/ 208032 h 236009"/>
                <a:gd name="connsiteX47" fmla="*/ 9064 w 121099"/>
                <a:gd name="connsiteY47" fmla="*/ 193025 h 236009"/>
                <a:gd name="connsiteX48" fmla="*/ 9082 w 121099"/>
                <a:gd name="connsiteY48" fmla="*/ 171328 h 236009"/>
                <a:gd name="connsiteX49" fmla="*/ 9109 w 121099"/>
                <a:gd name="connsiteY49" fmla="*/ 136130 h 236009"/>
                <a:gd name="connsiteX50" fmla="*/ 9139 w 121099"/>
                <a:gd name="connsiteY50" fmla="*/ 101929 h 236009"/>
                <a:gd name="connsiteX51" fmla="*/ 9141 w 121099"/>
                <a:gd name="connsiteY51" fmla="*/ 99802 h 236009"/>
                <a:gd name="connsiteX52" fmla="*/ 9146 w 121099"/>
                <a:gd name="connsiteY52" fmla="*/ 89234 h 236009"/>
                <a:gd name="connsiteX53" fmla="*/ 9221 w 121099"/>
                <a:gd name="connsiteY53"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1099" h="236009">
                  <a:moveTo>
                    <a:pt x="9221" y="1504"/>
                  </a:moveTo>
                  <a:cubicBezTo>
                    <a:pt x="18307" y="1504"/>
                    <a:pt x="27393" y="1504"/>
                    <a:pt x="36754" y="1504"/>
                  </a:cubicBezTo>
                  <a:cubicBezTo>
                    <a:pt x="36754" y="69280"/>
                    <a:pt x="36754" y="137057"/>
                    <a:pt x="36754" y="206887"/>
                  </a:cubicBezTo>
                  <a:cubicBezTo>
                    <a:pt x="37491" y="206641"/>
                    <a:pt x="38228" y="206396"/>
                    <a:pt x="38987" y="206143"/>
                  </a:cubicBezTo>
                  <a:cubicBezTo>
                    <a:pt x="40212" y="206074"/>
                    <a:pt x="41441" y="206049"/>
                    <a:pt x="42668" y="206048"/>
                  </a:cubicBezTo>
                  <a:cubicBezTo>
                    <a:pt x="43428" y="206046"/>
                    <a:pt x="44188" y="206044"/>
                    <a:pt x="44970" y="206042"/>
                  </a:cubicBezTo>
                  <a:cubicBezTo>
                    <a:pt x="45803" y="206043"/>
                    <a:pt x="46636" y="206045"/>
                    <a:pt x="47494" y="206046"/>
                  </a:cubicBezTo>
                  <a:cubicBezTo>
                    <a:pt x="48371" y="206045"/>
                    <a:pt x="49249" y="206044"/>
                    <a:pt x="50152" y="206042"/>
                  </a:cubicBezTo>
                  <a:cubicBezTo>
                    <a:pt x="52558" y="206040"/>
                    <a:pt x="54964" y="206040"/>
                    <a:pt x="57370" y="206043"/>
                  </a:cubicBezTo>
                  <a:cubicBezTo>
                    <a:pt x="59886" y="206045"/>
                    <a:pt x="62401" y="206043"/>
                    <a:pt x="64916" y="206042"/>
                  </a:cubicBezTo>
                  <a:cubicBezTo>
                    <a:pt x="69139" y="206040"/>
                    <a:pt x="73361" y="206042"/>
                    <a:pt x="77584" y="206046"/>
                  </a:cubicBezTo>
                  <a:cubicBezTo>
                    <a:pt x="82472" y="206050"/>
                    <a:pt x="87359" y="206048"/>
                    <a:pt x="92247" y="206044"/>
                  </a:cubicBezTo>
                  <a:cubicBezTo>
                    <a:pt x="96440" y="206041"/>
                    <a:pt x="100632" y="206040"/>
                    <a:pt x="104825" y="206042"/>
                  </a:cubicBezTo>
                  <a:cubicBezTo>
                    <a:pt x="107330" y="206044"/>
                    <a:pt x="109836" y="206044"/>
                    <a:pt x="112342" y="206041"/>
                  </a:cubicBezTo>
                  <a:cubicBezTo>
                    <a:pt x="115132" y="206039"/>
                    <a:pt x="117923" y="206042"/>
                    <a:pt x="120713" y="206046"/>
                  </a:cubicBezTo>
                  <a:cubicBezTo>
                    <a:pt x="121549" y="206045"/>
                    <a:pt x="122385" y="206043"/>
                    <a:pt x="123246" y="206042"/>
                  </a:cubicBezTo>
                  <a:cubicBezTo>
                    <a:pt x="124001" y="206044"/>
                    <a:pt x="124757" y="206046"/>
                    <a:pt x="125535" y="206048"/>
                  </a:cubicBezTo>
                  <a:cubicBezTo>
                    <a:pt x="126195" y="206048"/>
                    <a:pt x="126856" y="206049"/>
                    <a:pt x="127536" y="206049"/>
                  </a:cubicBezTo>
                  <a:cubicBezTo>
                    <a:pt x="129028" y="206143"/>
                    <a:pt x="129028" y="206143"/>
                    <a:pt x="129772" y="206887"/>
                  </a:cubicBezTo>
                  <a:cubicBezTo>
                    <a:pt x="129875" y="209079"/>
                    <a:pt x="129931" y="211252"/>
                    <a:pt x="129949" y="213445"/>
                  </a:cubicBezTo>
                  <a:cubicBezTo>
                    <a:pt x="129958" y="214431"/>
                    <a:pt x="129958" y="214431"/>
                    <a:pt x="129967" y="215438"/>
                  </a:cubicBezTo>
                  <a:cubicBezTo>
                    <a:pt x="129978" y="216832"/>
                    <a:pt x="129986" y="218226"/>
                    <a:pt x="129992" y="219619"/>
                  </a:cubicBezTo>
                  <a:cubicBezTo>
                    <a:pt x="130004" y="221761"/>
                    <a:pt x="130037" y="223901"/>
                    <a:pt x="130070" y="226043"/>
                  </a:cubicBezTo>
                  <a:cubicBezTo>
                    <a:pt x="130077" y="227393"/>
                    <a:pt x="130084" y="228744"/>
                    <a:pt x="130089" y="230095"/>
                  </a:cubicBezTo>
                  <a:cubicBezTo>
                    <a:pt x="130102" y="230740"/>
                    <a:pt x="130115" y="231384"/>
                    <a:pt x="130128" y="232049"/>
                  </a:cubicBezTo>
                  <a:cubicBezTo>
                    <a:pt x="130122" y="233847"/>
                    <a:pt x="130122" y="233847"/>
                    <a:pt x="129772" y="236652"/>
                  </a:cubicBezTo>
                  <a:cubicBezTo>
                    <a:pt x="127354" y="237732"/>
                    <a:pt x="124646" y="237490"/>
                    <a:pt x="122040" y="237491"/>
                  </a:cubicBezTo>
                  <a:cubicBezTo>
                    <a:pt x="121062" y="237493"/>
                    <a:pt x="120083" y="237495"/>
                    <a:pt x="119075" y="237497"/>
                  </a:cubicBezTo>
                  <a:cubicBezTo>
                    <a:pt x="117991" y="237496"/>
                    <a:pt x="116908" y="237494"/>
                    <a:pt x="115825" y="237493"/>
                  </a:cubicBezTo>
                  <a:cubicBezTo>
                    <a:pt x="114683" y="237494"/>
                    <a:pt x="113541" y="237495"/>
                    <a:pt x="112400" y="237497"/>
                  </a:cubicBezTo>
                  <a:cubicBezTo>
                    <a:pt x="109300" y="237500"/>
                    <a:pt x="106201" y="237499"/>
                    <a:pt x="103101" y="237497"/>
                  </a:cubicBezTo>
                  <a:cubicBezTo>
                    <a:pt x="99860" y="237495"/>
                    <a:pt x="96620" y="237496"/>
                    <a:pt x="93379" y="237498"/>
                  </a:cubicBezTo>
                  <a:cubicBezTo>
                    <a:pt x="87937" y="237499"/>
                    <a:pt x="82496" y="237497"/>
                    <a:pt x="77055" y="237494"/>
                  </a:cubicBezTo>
                  <a:cubicBezTo>
                    <a:pt x="70759" y="237490"/>
                    <a:pt x="64462" y="237491"/>
                    <a:pt x="58166" y="237495"/>
                  </a:cubicBezTo>
                  <a:cubicBezTo>
                    <a:pt x="52763" y="237498"/>
                    <a:pt x="47361" y="237499"/>
                    <a:pt x="41959" y="237497"/>
                  </a:cubicBezTo>
                  <a:cubicBezTo>
                    <a:pt x="38731" y="237496"/>
                    <a:pt x="35503" y="237496"/>
                    <a:pt x="32274" y="237498"/>
                  </a:cubicBezTo>
                  <a:cubicBezTo>
                    <a:pt x="29241" y="237500"/>
                    <a:pt x="26208" y="237499"/>
                    <a:pt x="23175" y="237494"/>
                  </a:cubicBezTo>
                  <a:cubicBezTo>
                    <a:pt x="22060" y="237493"/>
                    <a:pt x="20944" y="237494"/>
                    <a:pt x="19829" y="237495"/>
                  </a:cubicBezTo>
                  <a:cubicBezTo>
                    <a:pt x="18311" y="237497"/>
                    <a:pt x="16793" y="237494"/>
                    <a:pt x="15275" y="237491"/>
                  </a:cubicBezTo>
                  <a:cubicBezTo>
                    <a:pt x="14425" y="237491"/>
                    <a:pt x="13574" y="237490"/>
                    <a:pt x="12697" y="237490"/>
                  </a:cubicBezTo>
                  <a:cubicBezTo>
                    <a:pt x="10709" y="237397"/>
                    <a:pt x="10709" y="237397"/>
                    <a:pt x="9221" y="236652"/>
                  </a:cubicBezTo>
                  <a:cubicBezTo>
                    <a:pt x="9036" y="235052"/>
                    <a:pt x="9036" y="235052"/>
                    <a:pt x="9038" y="232888"/>
                  </a:cubicBezTo>
                  <a:cubicBezTo>
                    <a:pt x="9035" y="232068"/>
                    <a:pt x="9032" y="231247"/>
                    <a:pt x="9029" y="230402"/>
                  </a:cubicBezTo>
                  <a:cubicBezTo>
                    <a:pt x="9033" y="229489"/>
                    <a:pt x="9038" y="228576"/>
                    <a:pt x="9042" y="227636"/>
                  </a:cubicBezTo>
                  <a:cubicBezTo>
                    <a:pt x="9041" y="226675"/>
                    <a:pt x="9040" y="225714"/>
                    <a:pt x="9038" y="224724"/>
                  </a:cubicBezTo>
                  <a:cubicBezTo>
                    <a:pt x="9035" y="222045"/>
                    <a:pt x="9041" y="219365"/>
                    <a:pt x="9048" y="216686"/>
                  </a:cubicBezTo>
                  <a:cubicBezTo>
                    <a:pt x="9055" y="213801"/>
                    <a:pt x="9053" y="210916"/>
                    <a:pt x="9051" y="208032"/>
                  </a:cubicBezTo>
                  <a:cubicBezTo>
                    <a:pt x="9051" y="203029"/>
                    <a:pt x="9055" y="198027"/>
                    <a:pt x="9064" y="193025"/>
                  </a:cubicBezTo>
                  <a:cubicBezTo>
                    <a:pt x="9076" y="185793"/>
                    <a:pt x="9080" y="178561"/>
                    <a:pt x="9082" y="171328"/>
                  </a:cubicBezTo>
                  <a:cubicBezTo>
                    <a:pt x="9085" y="159595"/>
                    <a:pt x="9095" y="147863"/>
                    <a:pt x="9109" y="136130"/>
                  </a:cubicBezTo>
                  <a:cubicBezTo>
                    <a:pt x="9122" y="124730"/>
                    <a:pt x="9133" y="113330"/>
                    <a:pt x="9139" y="101929"/>
                  </a:cubicBezTo>
                  <a:cubicBezTo>
                    <a:pt x="9140" y="100876"/>
                    <a:pt x="9140" y="100876"/>
                    <a:pt x="9141" y="99802"/>
                  </a:cubicBezTo>
                  <a:cubicBezTo>
                    <a:pt x="9142" y="96279"/>
                    <a:pt x="9144" y="92756"/>
                    <a:pt x="9146" y="89234"/>
                  </a:cubicBezTo>
                  <a:cubicBezTo>
                    <a:pt x="9162" y="59991"/>
                    <a:pt x="9188" y="30747"/>
                    <a:pt x="9221" y="1504"/>
                  </a:cubicBezTo>
                  <a:close/>
                </a:path>
              </a:pathLst>
            </a:custGeom>
            <a:grpFill/>
            <a:ln w="744" cap="flat">
              <a:noFill/>
              <a:prstDash val="solid"/>
              <a:miter/>
            </a:ln>
          </p:spPr>
          <p:txBody>
            <a:bodyPr rtlCol="0" anchor="ctr"/>
            <a:lstStyle/>
            <a:p>
              <a:endParaRPr lang="zh-CN" altLang="en-US"/>
            </a:p>
          </p:txBody>
        </p:sp>
        <p:sp>
          <p:nvSpPr>
            <p:cNvPr id="205" name="任意多边形: 形状 204"/>
            <p:cNvSpPr/>
            <p:nvPr/>
          </p:nvSpPr>
          <p:spPr>
            <a:xfrm>
              <a:off x="9252446" y="1392981"/>
              <a:ext cx="121098" cy="236015"/>
            </a:xfrm>
            <a:custGeom>
              <a:avLst/>
              <a:gdLst>
                <a:gd name="connsiteX0" fmla="*/ 13085 w 121099"/>
                <a:gd name="connsiteY0" fmla="*/ 1504 h 236009"/>
                <a:gd name="connsiteX1" fmla="*/ 40618 w 121099"/>
                <a:gd name="connsiteY1" fmla="*/ 1504 h 236009"/>
                <a:gd name="connsiteX2" fmla="*/ 40618 w 121099"/>
                <a:gd name="connsiteY2" fmla="*/ 206143 h 236009"/>
                <a:gd name="connsiteX3" fmla="*/ 132892 w 121099"/>
                <a:gd name="connsiteY3" fmla="*/ 206143 h 236009"/>
                <a:gd name="connsiteX4" fmla="*/ 133813 w 121099"/>
                <a:gd name="connsiteY4" fmla="*/ 213445 h 236009"/>
                <a:gd name="connsiteX5" fmla="*/ 133831 w 121099"/>
                <a:gd name="connsiteY5" fmla="*/ 215438 h 236009"/>
                <a:gd name="connsiteX6" fmla="*/ 133856 w 121099"/>
                <a:gd name="connsiteY6" fmla="*/ 219619 h 236009"/>
                <a:gd name="connsiteX7" fmla="*/ 133934 w 121099"/>
                <a:gd name="connsiteY7" fmla="*/ 226043 h 236009"/>
                <a:gd name="connsiteX8" fmla="*/ 133953 w 121099"/>
                <a:gd name="connsiteY8" fmla="*/ 230095 h 236009"/>
                <a:gd name="connsiteX9" fmla="*/ 133992 w 121099"/>
                <a:gd name="connsiteY9" fmla="*/ 232049 h 236009"/>
                <a:gd name="connsiteX10" fmla="*/ 133636 w 121099"/>
                <a:gd name="connsiteY10" fmla="*/ 236652 h 236009"/>
                <a:gd name="connsiteX11" fmla="*/ 125904 w 121099"/>
                <a:gd name="connsiteY11" fmla="*/ 237491 h 236009"/>
                <a:gd name="connsiteX12" fmla="*/ 122939 w 121099"/>
                <a:gd name="connsiteY12" fmla="*/ 237497 h 236009"/>
                <a:gd name="connsiteX13" fmla="*/ 119689 w 121099"/>
                <a:gd name="connsiteY13" fmla="*/ 237493 h 236009"/>
                <a:gd name="connsiteX14" fmla="*/ 116264 w 121099"/>
                <a:gd name="connsiteY14" fmla="*/ 237497 h 236009"/>
                <a:gd name="connsiteX15" fmla="*/ 106965 w 121099"/>
                <a:gd name="connsiteY15" fmla="*/ 237497 h 236009"/>
                <a:gd name="connsiteX16" fmla="*/ 97243 w 121099"/>
                <a:gd name="connsiteY16" fmla="*/ 237498 h 236009"/>
                <a:gd name="connsiteX17" fmla="*/ 80919 w 121099"/>
                <a:gd name="connsiteY17" fmla="*/ 237494 h 236009"/>
                <a:gd name="connsiteX18" fmla="*/ 62030 w 121099"/>
                <a:gd name="connsiteY18" fmla="*/ 237495 h 236009"/>
                <a:gd name="connsiteX19" fmla="*/ 45823 w 121099"/>
                <a:gd name="connsiteY19" fmla="*/ 237497 h 236009"/>
                <a:gd name="connsiteX20" fmla="*/ 36138 w 121099"/>
                <a:gd name="connsiteY20" fmla="*/ 237498 h 236009"/>
                <a:gd name="connsiteX21" fmla="*/ 27039 w 121099"/>
                <a:gd name="connsiteY21" fmla="*/ 237494 h 236009"/>
                <a:gd name="connsiteX22" fmla="*/ 23693 w 121099"/>
                <a:gd name="connsiteY22" fmla="*/ 237495 h 236009"/>
                <a:gd name="connsiteX23" fmla="*/ 19139 w 121099"/>
                <a:gd name="connsiteY23" fmla="*/ 237491 h 236009"/>
                <a:gd name="connsiteX24" fmla="*/ 16561 w 121099"/>
                <a:gd name="connsiteY24" fmla="*/ 237490 h 236009"/>
                <a:gd name="connsiteX25" fmla="*/ 13085 w 121099"/>
                <a:gd name="connsiteY25" fmla="*/ 236652 h 236009"/>
                <a:gd name="connsiteX26" fmla="*/ 12902 w 121099"/>
                <a:gd name="connsiteY26" fmla="*/ 232888 h 236009"/>
                <a:gd name="connsiteX27" fmla="*/ 12893 w 121099"/>
                <a:gd name="connsiteY27" fmla="*/ 230402 h 236009"/>
                <a:gd name="connsiteX28" fmla="*/ 12906 w 121099"/>
                <a:gd name="connsiteY28" fmla="*/ 227636 h 236009"/>
                <a:gd name="connsiteX29" fmla="*/ 12902 w 121099"/>
                <a:gd name="connsiteY29" fmla="*/ 224724 h 236009"/>
                <a:gd name="connsiteX30" fmla="*/ 12912 w 121099"/>
                <a:gd name="connsiteY30" fmla="*/ 216686 h 236009"/>
                <a:gd name="connsiteX31" fmla="*/ 12915 w 121099"/>
                <a:gd name="connsiteY31" fmla="*/ 208032 h 236009"/>
                <a:gd name="connsiteX32" fmla="*/ 12928 w 121099"/>
                <a:gd name="connsiteY32" fmla="*/ 193025 h 236009"/>
                <a:gd name="connsiteX33" fmla="*/ 12946 w 121099"/>
                <a:gd name="connsiteY33" fmla="*/ 171328 h 236009"/>
                <a:gd name="connsiteX34" fmla="*/ 12973 w 121099"/>
                <a:gd name="connsiteY34" fmla="*/ 136130 h 236009"/>
                <a:gd name="connsiteX35" fmla="*/ 13003 w 121099"/>
                <a:gd name="connsiteY35" fmla="*/ 101929 h 236009"/>
                <a:gd name="connsiteX36" fmla="*/ 13005 w 121099"/>
                <a:gd name="connsiteY36" fmla="*/ 99802 h 236009"/>
                <a:gd name="connsiteX37" fmla="*/ 13010 w 121099"/>
                <a:gd name="connsiteY37" fmla="*/ 89234 h 236009"/>
                <a:gd name="connsiteX38" fmla="*/ 13085 w 121099"/>
                <a:gd name="connsiteY38" fmla="*/ 1504 h 23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1099" h="236009">
                  <a:moveTo>
                    <a:pt x="13085" y="1504"/>
                  </a:moveTo>
                  <a:cubicBezTo>
                    <a:pt x="22171" y="1504"/>
                    <a:pt x="31257" y="1504"/>
                    <a:pt x="40618" y="1504"/>
                  </a:cubicBezTo>
                  <a:cubicBezTo>
                    <a:pt x="40618" y="69035"/>
                    <a:pt x="40618" y="136566"/>
                    <a:pt x="40618" y="206143"/>
                  </a:cubicBezTo>
                  <a:cubicBezTo>
                    <a:pt x="71069" y="206143"/>
                    <a:pt x="101519" y="206143"/>
                    <a:pt x="132892" y="206143"/>
                  </a:cubicBezTo>
                  <a:cubicBezTo>
                    <a:pt x="134474" y="207725"/>
                    <a:pt x="133795" y="211253"/>
                    <a:pt x="133813" y="213445"/>
                  </a:cubicBezTo>
                  <a:cubicBezTo>
                    <a:pt x="133822" y="214431"/>
                    <a:pt x="133822" y="214431"/>
                    <a:pt x="133831" y="215438"/>
                  </a:cubicBezTo>
                  <a:cubicBezTo>
                    <a:pt x="133842" y="216832"/>
                    <a:pt x="133850" y="218226"/>
                    <a:pt x="133856" y="219619"/>
                  </a:cubicBezTo>
                  <a:cubicBezTo>
                    <a:pt x="133868" y="221761"/>
                    <a:pt x="133901" y="223901"/>
                    <a:pt x="133934" y="226043"/>
                  </a:cubicBezTo>
                  <a:cubicBezTo>
                    <a:pt x="133941" y="227393"/>
                    <a:pt x="133948" y="228744"/>
                    <a:pt x="133953" y="230095"/>
                  </a:cubicBezTo>
                  <a:cubicBezTo>
                    <a:pt x="133966" y="230740"/>
                    <a:pt x="133979" y="231384"/>
                    <a:pt x="133992" y="232049"/>
                  </a:cubicBezTo>
                  <a:cubicBezTo>
                    <a:pt x="133986" y="233847"/>
                    <a:pt x="133986" y="233847"/>
                    <a:pt x="133636" y="236652"/>
                  </a:cubicBezTo>
                  <a:cubicBezTo>
                    <a:pt x="131218" y="237732"/>
                    <a:pt x="128510" y="237490"/>
                    <a:pt x="125904" y="237491"/>
                  </a:cubicBezTo>
                  <a:cubicBezTo>
                    <a:pt x="124926" y="237493"/>
                    <a:pt x="123947" y="237495"/>
                    <a:pt x="122939" y="237497"/>
                  </a:cubicBezTo>
                  <a:cubicBezTo>
                    <a:pt x="121855" y="237496"/>
                    <a:pt x="120772" y="237494"/>
                    <a:pt x="119689" y="237493"/>
                  </a:cubicBezTo>
                  <a:cubicBezTo>
                    <a:pt x="118547" y="237494"/>
                    <a:pt x="117405" y="237495"/>
                    <a:pt x="116264" y="237497"/>
                  </a:cubicBezTo>
                  <a:cubicBezTo>
                    <a:pt x="113164" y="237500"/>
                    <a:pt x="110065" y="237499"/>
                    <a:pt x="106965" y="237497"/>
                  </a:cubicBezTo>
                  <a:cubicBezTo>
                    <a:pt x="103724" y="237495"/>
                    <a:pt x="100484" y="237496"/>
                    <a:pt x="97243" y="237498"/>
                  </a:cubicBezTo>
                  <a:cubicBezTo>
                    <a:pt x="91801" y="237499"/>
                    <a:pt x="86360" y="237497"/>
                    <a:pt x="80919" y="237494"/>
                  </a:cubicBezTo>
                  <a:cubicBezTo>
                    <a:pt x="74623" y="237490"/>
                    <a:pt x="68326" y="237491"/>
                    <a:pt x="62030" y="237495"/>
                  </a:cubicBezTo>
                  <a:cubicBezTo>
                    <a:pt x="56627" y="237498"/>
                    <a:pt x="51225" y="237499"/>
                    <a:pt x="45823" y="237497"/>
                  </a:cubicBezTo>
                  <a:cubicBezTo>
                    <a:pt x="42595" y="237496"/>
                    <a:pt x="39367" y="237496"/>
                    <a:pt x="36138" y="237498"/>
                  </a:cubicBezTo>
                  <a:cubicBezTo>
                    <a:pt x="33105" y="237500"/>
                    <a:pt x="30072" y="237499"/>
                    <a:pt x="27039" y="237494"/>
                  </a:cubicBezTo>
                  <a:cubicBezTo>
                    <a:pt x="25924" y="237493"/>
                    <a:pt x="24808" y="237494"/>
                    <a:pt x="23693" y="237495"/>
                  </a:cubicBezTo>
                  <a:cubicBezTo>
                    <a:pt x="22175" y="237497"/>
                    <a:pt x="20657" y="237494"/>
                    <a:pt x="19139" y="237491"/>
                  </a:cubicBezTo>
                  <a:cubicBezTo>
                    <a:pt x="18289" y="237491"/>
                    <a:pt x="17438" y="237490"/>
                    <a:pt x="16561" y="237490"/>
                  </a:cubicBezTo>
                  <a:cubicBezTo>
                    <a:pt x="14573" y="237397"/>
                    <a:pt x="14573" y="237397"/>
                    <a:pt x="13085" y="236652"/>
                  </a:cubicBezTo>
                  <a:cubicBezTo>
                    <a:pt x="12900" y="235052"/>
                    <a:pt x="12900" y="235052"/>
                    <a:pt x="12902" y="232888"/>
                  </a:cubicBezTo>
                  <a:cubicBezTo>
                    <a:pt x="12899" y="232068"/>
                    <a:pt x="12896" y="231247"/>
                    <a:pt x="12893" y="230402"/>
                  </a:cubicBezTo>
                  <a:cubicBezTo>
                    <a:pt x="12897" y="229489"/>
                    <a:pt x="12902" y="228576"/>
                    <a:pt x="12906" y="227636"/>
                  </a:cubicBezTo>
                  <a:cubicBezTo>
                    <a:pt x="12905" y="226675"/>
                    <a:pt x="12904" y="225714"/>
                    <a:pt x="12902" y="224724"/>
                  </a:cubicBezTo>
                  <a:cubicBezTo>
                    <a:pt x="12899" y="222045"/>
                    <a:pt x="12905" y="219365"/>
                    <a:pt x="12912" y="216686"/>
                  </a:cubicBezTo>
                  <a:cubicBezTo>
                    <a:pt x="12919" y="213801"/>
                    <a:pt x="12917" y="210916"/>
                    <a:pt x="12915" y="208032"/>
                  </a:cubicBezTo>
                  <a:cubicBezTo>
                    <a:pt x="12915" y="203029"/>
                    <a:pt x="12919" y="198027"/>
                    <a:pt x="12928" y="193025"/>
                  </a:cubicBezTo>
                  <a:cubicBezTo>
                    <a:pt x="12940" y="185793"/>
                    <a:pt x="12944" y="178561"/>
                    <a:pt x="12946" y="171328"/>
                  </a:cubicBezTo>
                  <a:cubicBezTo>
                    <a:pt x="12949" y="159595"/>
                    <a:pt x="12959" y="147863"/>
                    <a:pt x="12973" y="136130"/>
                  </a:cubicBezTo>
                  <a:cubicBezTo>
                    <a:pt x="12986" y="124730"/>
                    <a:pt x="12997" y="113330"/>
                    <a:pt x="13003" y="101929"/>
                  </a:cubicBezTo>
                  <a:cubicBezTo>
                    <a:pt x="13004" y="100876"/>
                    <a:pt x="13004" y="100876"/>
                    <a:pt x="13005" y="99802"/>
                  </a:cubicBezTo>
                  <a:cubicBezTo>
                    <a:pt x="13006" y="96279"/>
                    <a:pt x="13008" y="92756"/>
                    <a:pt x="13010" y="89234"/>
                  </a:cubicBezTo>
                  <a:cubicBezTo>
                    <a:pt x="13026" y="59991"/>
                    <a:pt x="13052" y="30747"/>
                    <a:pt x="13085" y="1504"/>
                  </a:cubicBezTo>
                  <a:close/>
                </a:path>
              </a:pathLst>
            </a:custGeom>
            <a:grpFill/>
            <a:ln w="744" cap="flat">
              <a:noFill/>
              <a:prstDash val="solid"/>
              <a:miter/>
            </a:ln>
          </p:spPr>
          <p:txBody>
            <a:bodyPr rtlCol="0" anchor="ctr"/>
            <a:lstStyle/>
            <a:p>
              <a:endParaRPr lang="zh-CN" altLang="en-US"/>
            </a:p>
          </p:txBody>
        </p:sp>
        <p:sp>
          <p:nvSpPr>
            <p:cNvPr id="206" name="任意多边形: 形状 205"/>
            <p:cNvSpPr/>
            <p:nvPr/>
          </p:nvSpPr>
          <p:spPr>
            <a:xfrm>
              <a:off x="5379986" y="1392898"/>
              <a:ext cx="119996" cy="236087"/>
            </a:xfrm>
            <a:custGeom>
              <a:avLst/>
              <a:gdLst>
                <a:gd name="connsiteX0" fmla="*/ 7881 w 119998"/>
                <a:gd name="connsiteY0" fmla="*/ 1588 h 236079"/>
                <a:gd name="connsiteX1" fmla="*/ 19286 w 119998"/>
                <a:gd name="connsiteY1" fmla="*/ 1547 h 236079"/>
                <a:gd name="connsiteX2" fmla="*/ 23169 w 119998"/>
                <a:gd name="connsiteY2" fmla="*/ 1532 h 236079"/>
                <a:gd name="connsiteX3" fmla="*/ 28737 w 119998"/>
                <a:gd name="connsiteY3" fmla="*/ 1516 h 236079"/>
                <a:gd name="connsiteX4" fmla="*/ 30501 w 119998"/>
                <a:gd name="connsiteY4" fmla="*/ 1504 h 236079"/>
                <a:gd name="connsiteX5" fmla="*/ 34670 w 119998"/>
                <a:gd name="connsiteY5" fmla="*/ 1588 h 236079"/>
                <a:gd name="connsiteX6" fmla="*/ 35507 w 119998"/>
                <a:gd name="connsiteY6" fmla="*/ 3732 h 236079"/>
                <a:gd name="connsiteX7" fmla="*/ 35506 w 119998"/>
                <a:gd name="connsiteY7" fmla="*/ 5608 h 236079"/>
                <a:gd name="connsiteX8" fmla="*/ 35510 w 119998"/>
                <a:gd name="connsiteY8" fmla="*/ 7765 h 236079"/>
                <a:gd name="connsiteX9" fmla="*/ 35504 w 119998"/>
                <a:gd name="connsiteY9" fmla="*/ 10163 h 236079"/>
                <a:gd name="connsiteX10" fmla="*/ 35506 w 119998"/>
                <a:gd name="connsiteY10" fmla="*/ 12688 h 236079"/>
                <a:gd name="connsiteX11" fmla="*/ 35499 w 119998"/>
                <a:gd name="connsiteY11" fmla="*/ 21134 h 236079"/>
                <a:gd name="connsiteX12" fmla="*/ 35499 w 119998"/>
                <a:gd name="connsiteY12" fmla="*/ 27160 h 236079"/>
                <a:gd name="connsiteX13" fmla="*/ 35493 w 119998"/>
                <a:gd name="connsiteY13" fmla="*/ 40172 h 236079"/>
                <a:gd name="connsiteX14" fmla="*/ 35484 w 119998"/>
                <a:gd name="connsiteY14" fmla="*/ 58984 h 236079"/>
                <a:gd name="connsiteX15" fmla="*/ 35470 w 119998"/>
                <a:gd name="connsiteY15" fmla="*/ 89502 h 236079"/>
                <a:gd name="connsiteX16" fmla="*/ 35455 w 119998"/>
                <a:gd name="connsiteY16" fmla="*/ 119155 h 236079"/>
                <a:gd name="connsiteX17" fmla="*/ 35455 w 119998"/>
                <a:gd name="connsiteY17" fmla="*/ 121018 h 236079"/>
                <a:gd name="connsiteX18" fmla="*/ 35450 w 119998"/>
                <a:gd name="connsiteY18" fmla="*/ 135448 h 236079"/>
                <a:gd name="connsiteX19" fmla="*/ 35414 w 119998"/>
                <a:gd name="connsiteY19" fmla="*/ 206227 h 236079"/>
                <a:gd name="connsiteX20" fmla="*/ 127688 w 119998"/>
                <a:gd name="connsiteY20" fmla="*/ 206227 h 236079"/>
                <a:gd name="connsiteX21" fmla="*/ 127688 w 119998"/>
                <a:gd name="connsiteY21" fmla="*/ 236737 h 236079"/>
                <a:gd name="connsiteX22" fmla="*/ 119984 w 119998"/>
                <a:gd name="connsiteY22" fmla="*/ 237575 h 236079"/>
                <a:gd name="connsiteX23" fmla="*/ 117038 w 119998"/>
                <a:gd name="connsiteY23" fmla="*/ 237582 h 236079"/>
                <a:gd name="connsiteX24" fmla="*/ 113809 w 119998"/>
                <a:gd name="connsiteY24" fmla="*/ 237577 h 236079"/>
                <a:gd name="connsiteX25" fmla="*/ 110406 w 119998"/>
                <a:gd name="connsiteY25" fmla="*/ 237581 h 236079"/>
                <a:gd name="connsiteX26" fmla="*/ 101168 w 119998"/>
                <a:gd name="connsiteY26" fmla="*/ 237581 h 236079"/>
                <a:gd name="connsiteX27" fmla="*/ 91507 w 119998"/>
                <a:gd name="connsiteY27" fmla="*/ 237582 h 236079"/>
                <a:gd name="connsiteX28" fmla="*/ 75289 w 119998"/>
                <a:gd name="connsiteY28" fmla="*/ 237578 h 236079"/>
                <a:gd name="connsiteX29" fmla="*/ 56521 w 119998"/>
                <a:gd name="connsiteY29" fmla="*/ 237579 h 236079"/>
                <a:gd name="connsiteX30" fmla="*/ 40419 w 119998"/>
                <a:gd name="connsiteY30" fmla="*/ 237581 h 236079"/>
                <a:gd name="connsiteX31" fmla="*/ 30797 w 119998"/>
                <a:gd name="connsiteY31" fmla="*/ 237582 h 236079"/>
                <a:gd name="connsiteX32" fmla="*/ 21756 w 119998"/>
                <a:gd name="connsiteY32" fmla="*/ 237579 h 236079"/>
                <a:gd name="connsiteX33" fmla="*/ 18431 w 119998"/>
                <a:gd name="connsiteY33" fmla="*/ 237580 h 236079"/>
                <a:gd name="connsiteX34" fmla="*/ 13907 w 119998"/>
                <a:gd name="connsiteY34" fmla="*/ 237575 h 236079"/>
                <a:gd name="connsiteX35" fmla="*/ 11346 w 119998"/>
                <a:gd name="connsiteY35" fmla="*/ 237575 h 236079"/>
                <a:gd name="connsiteX36" fmla="*/ 7881 w 119998"/>
                <a:gd name="connsiteY36" fmla="*/ 236737 h 236079"/>
                <a:gd name="connsiteX37" fmla="*/ 7698 w 119998"/>
                <a:gd name="connsiteY37" fmla="*/ 232973 h 236079"/>
                <a:gd name="connsiteX38" fmla="*/ 7689 w 119998"/>
                <a:gd name="connsiteY38" fmla="*/ 230486 h 236079"/>
                <a:gd name="connsiteX39" fmla="*/ 7702 w 119998"/>
                <a:gd name="connsiteY39" fmla="*/ 227720 h 236079"/>
                <a:gd name="connsiteX40" fmla="*/ 7698 w 119998"/>
                <a:gd name="connsiteY40" fmla="*/ 224808 h 236079"/>
                <a:gd name="connsiteX41" fmla="*/ 7708 w 119998"/>
                <a:gd name="connsiteY41" fmla="*/ 216770 h 236079"/>
                <a:gd name="connsiteX42" fmla="*/ 7711 w 119998"/>
                <a:gd name="connsiteY42" fmla="*/ 208116 h 236079"/>
                <a:gd name="connsiteX43" fmla="*/ 7724 w 119998"/>
                <a:gd name="connsiteY43" fmla="*/ 193110 h 236079"/>
                <a:gd name="connsiteX44" fmla="*/ 7742 w 119998"/>
                <a:gd name="connsiteY44" fmla="*/ 171413 h 236079"/>
                <a:gd name="connsiteX45" fmla="*/ 7769 w 119998"/>
                <a:gd name="connsiteY45" fmla="*/ 136214 h 236079"/>
                <a:gd name="connsiteX46" fmla="*/ 7799 w 119998"/>
                <a:gd name="connsiteY46" fmla="*/ 102014 h 236079"/>
                <a:gd name="connsiteX47" fmla="*/ 7801 w 119998"/>
                <a:gd name="connsiteY47" fmla="*/ 99886 h 236079"/>
                <a:gd name="connsiteX48" fmla="*/ 7806 w 119998"/>
                <a:gd name="connsiteY48" fmla="*/ 89318 h 236079"/>
                <a:gd name="connsiteX49" fmla="*/ 7881 w 119998"/>
                <a:gd name="connsiteY49" fmla="*/ 1588 h 23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9998" h="236079">
                  <a:moveTo>
                    <a:pt x="7881" y="1588"/>
                  </a:moveTo>
                  <a:cubicBezTo>
                    <a:pt x="11683" y="1570"/>
                    <a:pt x="15484" y="1556"/>
                    <a:pt x="19286" y="1547"/>
                  </a:cubicBezTo>
                  <a:cubicBezTo>
                    <a:pt x="20580" y="1544"/>
                    <a:pt x="21874" y="1539"/>
                    <a:pt x="23169" y="1532"/>
                  </a:cubicBezTo>
                  <a:cubicBezTo>
                    <a:pt x="25025" y="1523"/>
                    <a:pt x="26881" y="1519"/>
                    <a:pt x="28737" y="1516"/>
                  </a:cubicBezTo>
                  <a:cubicBezTo>
                    <a:pt x="29320" y="1512"/>
                    <a:pt x="29902" y="1508"/>
                    <a:pt x="30501" y="1504"/>
                  </a:cubicBezTo>
                  <a:cubicBezTo>
                    <a:pt x="31891" y="1504"/>
                    <a:pt x="33281" y="1542"/>
                    <a:pt x="34670" y="1588"/>
                  </a:cubicBezTo>
                  <a:cubicBezTo>
                    <a:pt x="35414" y="2332"/>
                    <a:pt x="35414" y="2332"/>
                    <a:pt x="35507" y="3732"/>
                  </a:cubicBezTo>
                  <a:cubicBezTo>
                    <a:pt x="35506" y="4351"/>
                    <a:pt x="35506" y="4970"/>
                    <a:pt x="35506" y="5608"/>
                  </a:cubicBezTo>
                  <a:cubicBezTo>
                    <a:pt x="35507" y="6320"/>
                    <a:pt x="35509" y="7032"/>
                    <a:pt x="35510" y="7765"/>
                  </a:cubicBezTo>
                  <a:cubicBezTo>
                    <a:pt x="35507" y="8952"/>
                    <a:pt x="35507" y="8952"/>
                    <a:pt x="35504" y="10163"/>
                  </a:cubicBezTo>
                  <a:cubicBezTo>
                    <a:pt x="35504" y="10996"/>
                    <a:pt x="35505" y="11829"/>
                    <a:pt x="35506" y="12688"/>
                  </a:cubicBezTo>
                  <a:cubicBezTo>
                    <a:pt x="35507" y="15503"/>
                    <a:pt x="35503" y="18318"/>
                    <a:pt x="35499" y="21134"/>
                  </a:cubicBezTo>
                  <a:cubicBezTo>
                    <a:pt x="35498" y="23143"/>
                    <a:pt x="35499" y="25152"/>
                    <a:pt x="35499" y="27160"/>
                  </a:cubicBezTo>
                  <a:cubicBezTo>
                    <a:pt x="35500" y="31498"/>
                    <a:pt x="35497" y="35835"/>
                    <a:pt x="35493" y="40172"/>
                  </a:cubicBezTo>
                  <a:cubicBezTo>
                    <a:pt x="35487" y="46442"/>
                    <a:pt x="35485" y="52713"/>
                    <a:pt x="35484" y="58984"/>
                  </a:cubicBezTo>
                  <a:cubicBezTo>
                    <a:pt x="35482" y="69156"/>
                    <a:pt x="35477" y="79329"/>
                    <a:pt x="35470" y="89502"/>
                  </a:cubicBezTo>
                  <a:cubicBezTo>
                    <a:pt x="35464" y="99386"/>
                    <a:pt x="35458" y="109270"/>
                    <a:pt x="35455" y="119155"/>
                  </a:cubicBezTo>
                  <a:cubicBezTo>
                    <a:pt x="35455" y="119770"/>
                    <a:pt x="35455" y="120385"/>
                    <a:pt x="35455" y="121018"/>
                  </a:cubicBezTo>
                  <a:cubicBezTo>
                    <a:pt x="35453" y="125828"/>
                    <a:pt x="35452" y="130638"/>
                    <a:pt x="35450" y="135448"/>
                  </a:cubicBezTo>
                  <a:cubicBezTo>
                    <a:pt x="35443" y="159041"/>
                    <a:pt x="35428" y="182634"/>
                    <a:pt x="35414" y="206227"/>
                  </a:cubicBezTo>
                  <a:cubicBezTo>
                    <a:pt x="65865" y="206227"/>
                    <a:pt x="96315" y="206227"/>
                    <a:pt x="127688" y="206227"/>
                  </a:cubicBezTo>
                  <a:cubicBezTo>
                    <a:pt x="127688" y="216295"/>
                    <a:pt x="127688" y="226363"/>
                    <a:pt x="127688" y="236737"/>
                  </a:cubicBezTo>
                  <a:cubicBezTo>
                    <a:pt x="124916" y="237430"/>
                    <a:pt x="122819" y="237574"/>
                    <a:pt x="119984" y="237575"/>
                  </a:cubicBezTo>
                  <a:cubicBezTo>
                    <a:pt x="118526" y="237579"/>
                    <a:pt x="118526" y="237579"/>
                    <a:pt x="117038" y="237582"/>
                  </a:cubicBezTo>
                  <a:cubicBezTo>
                    <a:pt x="115961" y="237580"/>
                    <a:pt x="114885" y="237579"/>
                    <a:pt x="113809" y="237577"/>
                  </a:cubicBezTo>
                  <a:cubicBezTo>
                    <a:pt x="112674" y="237578"/>
                    <a:pt x="111540" y="237579"/>
                    <a:pt x="110406" y="237581"/>
                  </a:cubicBezTo>
                  <a:cubicBezTo>
                    <a:pt x="107326" y="237584"/>
                    <a:pt x="104247" y="237583"/>
                    <a:pt x="101168" y="237581"/>
                  </a:cubicBezTo>
                  <a:cubicBezTo>
                    <a:pt x="97947" y="237579"/>
                    <a:pt x="94727" y="237581"/>
                    <a:pt x="91507" y="237582"/>
                  </a:cubicBezTo>
                  <a:cubicBezTo>
                    <a:pt x="86101" y="237583"/>
                    <a:pt x="80695" y="237581"/>
                    <a:pt x="75289" y="237578"/>
                  </a:cubicBezTo>
                  <a:cubicBezTo>
                    <a:pt x="69033" y="237574"/>
                    <a:pt x="62777" y="237575"/>
                    <a:pt x="56521" y="237579"/>
                  </a:cubicBezTo>
                  <a:cubicBezTo>
                    <a:pt x="51154" y="237583"/>
                    <a:pt x="45786" y="237583"/>
                    <a:pt x="40419" y="237581"/>
                  </a:cubicBezTo>
                  <a:cubicBezTo>
                    <a:pt x="37212" y="237580"/>
                    <a:pt x="34004" y="237580"/>
                    <a:pt x="30797" y="237582"/>
                  </a:cubicBezTo>
                  <a:cubicBezTo>
                    <a:pt x="27783" y="237584"/>
                    <a:pt x="24769" y="237583"/>
                    <a:pt x="21756" y="237579"/>
                  </a:cubicBezTo>
                  <a:cubicBezTo>
                    <a:pt x="20648" y="237578"/>
                    <a:pt x="19540" y="237578"/>
                    <a:pt x="18431" y="237580"/>
                  </a:cubicBezTo>
                  <a:cubicBezTo>
                    <a:pt x="16923" y="237582"/>
                    <a:pt x="15415" y="237579"/>
                    <a:pt x="13907" y="237575"/>
                  </a:cubicBezTo>
                  <a:cubicBezTo>
                    <a:pt x="13062" y="237575"/>
                    <a:pt x="12216" y="237575"/>
                    <a:pt x="11346" y="237575"/>
                  </a:cubicBezTo>
                  <a:cubicBezTo>
                    <a:pt x="9369" y="237481"/>
                    <a:pt x="9369" y="237481"/>
                    <a:pt x="7881" y="236737"/>
                  </a:cubicBezTo>
                  <a:cubicBezTo>
                    <a:pt x="7696" y="235137"/>
                    <a:pt x="7696" y="235137"/>
                    <a:pt x="7698" y="232973"/>
                  </a:cubicBezTo>
                  <a:cubicBezTo>
                    <a:pt x="7695" y="232152"/>
                    <a:pt x="7692" y="231332"/>
                    <a:pt x="7689" y="230486"/>
                  </a:cubicBezTo>
                  <a:cubicBezTo>
                    <a:pt x="7693" y="229573"/>
                    <a:pt x="7698" y="228661"/>
                    <a:pt x="7702" y="227720"/>
                  </a:cubicBezTo>
                  <a:cubicBezTo>
                    <a:pt x="7701" y="226759"/>
                    <a:pt x="7700" y="225798"/>
                    <a:pt x="7698" y="224808"/>
                  </a:cubicBezTo>
                  <a:cubicBezTo>
                    <a:pt x="7695" y="222129"/>
                    <a:pt x="7701" y="219450"/>
                    <a:pt x="7708" y="216770"/>
                  </a:cubicBezTo>
                  <a:cubicBezTo>
                    <a:pt x="7715" y="213885"/>
                    <a:pt x="7713" y="211001"/>
                    <a:pt x="7711" y="208116"/>
                  </a:cubicBezTo>
                  <a:cubicBezTo>
                    <a:pt x="7711" y="203114"/>
                    <a:pt x="7715" y="198112"/>
                    <a:pt x="7724" y="193110"/>
                  </a:cubicBezTo>
                  <a:cubicBezTo>
                    <a:pt x="7736" y="185877"/>
                    <a:pt x="7740" y="178645"/>
                    <a:pt x="7742" y="171413"/>
                  </a:cubicBezTo>
                  <a:cubicBezTo>
                    <a:pt x="7745" y="159680"/>
                    <a:pt x="7755" y="147947"/>
                    <a:pt x="7769" y="136214"/>
                  </a:cubicBezTo>
                  <a:cubicBezTo>
                    <a:pt x="7782" y="124814"/>
                    <a:pt x="7793" y="113414"/>
                    <a:pt x="7799" y="102014"/>
                  </a:cubicBezTo>
                  <a:cubicBezTo>
                    <a:pt x="7800" y="100960"/>
                    <a:pt x="7800" y="100960"/>
                    <a:pt x="7801" y="99886"/>
                  </a:cubicBezTo>
                  <a:cubicBezTo>
                    <a:pt x="7802" y="96363"/>
                    <a:pt x="7804" y="92841"/>
                    <a:pt x="7806" y="89318"/>
                  </a:cubicBezTo>
                  <a:cubicBezTo>
                    <a:pt x="7822" y="60075"/>
                    <a:pt x="7848" y="30832"/>
                    <a:pt x="7881" y="1588"/>
                  </a:cubicBezTo>
                  <a:close/>
                </a:path>
              </a:pathLst>
            </a:custGeom>
            <a:grpFill/>
            <a:ln w="744" cap="flat">
              <a:noFill/>
              <a:prstDash val="solid"/>
              <a:miter/>
            </a:ln>
          </p:spPr>
          <p:txBody>
            <a:bodyPr rtlCol="0" anchor="ctr"/>
            <a:lstStyle/>
            <a:p>
              <a:endParaRPr lang="zh-CN" altLang="en-US"/>
            </a:p>
          </p:txBody>
        </p:sp>
        <p:sp>
          <p:nvSpPr>
            <p:cNvPr id="207" name="任意多边形: 形状 206"/>
            <p:cNvSpPr/>
            <p:nvPr/>
          </p:nvSpPr>
          <p:spPr>
            <a:xfrm>
              <a:off x="6232760" y="1392981"/>
              <a:ext cx="119996" cy="236000"/>
            </a:xfrm>
            <a:custGeom>
              <a:avLst/>
              <a:gdLst>
                <a:gd name="connsiteX0" fmla="*/ 9027 w 119998"/>
                <a:gd name="connsiteY0" fmla="*/ 1504 h 235994"/>
                <a:gd name="connsiteX1" fmla="*/ 35816 w 119998"/>
                <a:gd name="connsiteY1" fmla="*/ 1504 h 235994"/>
                <a:gd name="connsiteX2" fmla="*/ 36560 w 119998"/>
                <a:gd name="connsiteY2" fmla="*/ 206143 h 235994"/>
                <a:gd name="connsiteX3" fmla="*/ 128834 w 119998"/>
                <a:gd name="connsiteY3" fmla="*/ 206143 h 235994"/>
                <a:gd name="connsiteX4" fmla="*/ 128834 w 119998"/>
                <a:gd name="connsiteY4" fmla="*/ 236652 h 235994"/>
                <a:gd name="connsiteX5" fmla="*/ 121130 w 119998"/>
                <a:gd name="connsiteY5" fmla="*/ 237491 h 235994"/>
                <a:gd name="connsiteX6" fmla="*/ 118184 w 119998"/>
                <a:gd name="connsiteY6" fmla="*/ 237497 h 235994"/>
                <a:gd name="connsiteX7" fmla="*/ 114955 w 119998"/>
                <a:gd name="connsiteY7" fmla="*/ 237493 h 235994"/>
                <a:gd name="connsiteX8" fmla="*/ 111552 w 119998"/>
                <a:gd name="connsiteY8" fmla="*/ 237497 h 235994"/>
                <a:gd name="connsiteX9" fmla="*/ 102314 w 119998"/>
                <a:gd name="connsiteY9" fmla="*/ 237497 h 235994"/>
                <a:gd name="connsiteX10" fmla="*/ 92653 w 119998"/>
                <a:gd name="connsiteY10" fmla="*/ 237498 h 235994"/>
                <a:gd name="connsiteX11" fmla="*/ 76435 w 119998"/>
                <a:gd name="connsiteY11" fmla="*/ 237494 h 235994"/>
                <a:gd name="connsiteX12" fmla="*/ 57667 w 119998"/>
                <a:gd name="connsiteY12" fmla="*/ 237495 h 235994"/>
                <a:gd name="connsiteX13" fmla="*/ 41565 w 119998"/>
                <a:gd name="connsiteY13" fmla="*/ 237497 h 235994"/>
                <a:gd name="connsiteX14" fmla="*/ 31943 w 119998"/>
                <a:gd name="connsiteY14" fmla="*/ 237498 h 235994"/>
                <a:gd name="connsiteX15" fmla="*/ 22902 w 119998"/>
                <a:gd name="connsiteY15" fmla="*/ 237494 h 235994"/>
                <a:gd name="connsiteX16" fmla="*/ 19577 w 119998"/>
                <a:gd name="connsiteY16" fmla="*/ 237495 h 235994"/>
                <a:gd name="connsiteX17" fmla="*/ 15053 w 119998"/>
                <a:gd name="connsiteY17" fmla="*/ 237491 h 235994"/>
                <a:gd name="connsiteX18" fmla="*/ 12492 w 119998"/>
                <a:gd name="connsiteY18" fmla="*/ 237490 h 235994"/>
                <a:gd name="connsiteX19" fmla="*/ 9027 w 119998"/>
                <a:gd name="connsiteY19" fmla="*/ 236652 h 235994"/>
                <a:gd name="connsiteX20" fmla="*/ 8844 w 119998"/>
                <a:gd name="connsiteY20" fmla="*/ 232888 h 235994"/>
                <a:gd name="connsiteX21" fmla="*/ 8835 w 119998"/>
                <a:gd name="connsiteY21" fmla="*/ 230402 h 235994"/>
                <a:gd name="connsiteX22" fmla="*/ 8848 w 119998"/>
                <a:gd name="connsiteY22" fmla="*/ 227636 h 235994"/>
                <a:gd name="connsiteX23" fmla="*/ 8844 w 119998"/>
                <a:gd name="connsiteY23" fmla="*/ 224724 h 235994"/>
                <a:gd name="connsiteX24" fmla="*/ 8854 w 119998"/>
                <a:gd name="connsiteY24" fmla="*/ 216686 h 235994"/>
                <a:gd name="connsiteX25" fmla="*/ 8857 w 119998"/>
                <a:gd name="connsiteY25" fmla="*/ 208032 h 235994"/>
                <a:gd name="connsiteX26" fmla="*/ 8870 w 119998"/>
                <a:gd name="connsiteY26" fmla="*/ 193025 h 235994"/>
                <a:gd name="connsiteX27" fmla="*/ 8888 w 119998"/>
                <a:gd name="connsiteY27" fmla="*/ 171328 h 235994"/>
                <a:gd name="connsiteX28" fmla="*/ 8915 w 119998"/>
                <a:gd name="connsiteY28" fmla="*/ 136130 h 235994"/>
                <a:gd name="connsiteX29" fmla="*/ 8945 w 119998"/>
                <a:gd name="connsiteY29" fmla="*/ 101929 h 235994"/>
                <a:gd name="connsiteX30" fmla="*/ 8947 w 119998"/>
                <a:gd name="connsiteY30" fmla="*/ 99802 h 235994"/>
                <a:gd name="connsiteX31" fmla="*/ 8952 w 119998"/>
                <a:gd name="connsiteY31" fmla="*/ 89234 h 235994"/>
                <a:gd name="connsiteX32" fmla="*/ 9027 w 119998"/>
                <a:gd name="connsiteY32" fmla="*/ 1504 h 23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9998" h="235994">
                  <a:moveTo>
                    <a:pt x="9027" y="1504"/>
                  </a:moveTo>
                  <a:cubicBezTo>
                    <a:pt x="17868" y="1504"/>
                    <a:pt x="26708" y="1504"/>
                    <a:pt x="35816" y="1504"/>
                  </a:cubicBezTo>
                  <a:cubicBezTo>
                    <a:pt x="36062" y="69035"/>
                    <a:pt x="36307" y="136566"/>
                    <a:pt x="36560" y="206143"/>
                  </a:cubicBezTo>
                  <a:cubicBezTo>
                    <a:pt x="67011" y="206143"/>
                    <a:pt x="97461" y="206143"/>
                    <a:pt x="128834" y="206143"/>
                  </a:cubicBezTo>
                  <a:cubicBezTo>
                    <a:pt x="128834" y="216211"/>
                    <a:pt x="128834" y="226279"/>
                    <a:pt x="128834" y="236652"/>
                  </a:cubicBezTo>
                  <a:cubicBezTo>
                    <a:pt x="126062" y="237345"/>
                    <a:pt x="123965" y="237490"/>
                    <a:pt x="121130" y="237491"/>
                  </a:cubicBezTo>
                  <a:cubicBezTo>
                    <a:pt x="119672" y="237494"/>
                    <a:pt x="119672" y="237494"/>
                    <a:pt x="118184" y="237497"/>
                  </a:cubicBezTo>
                  <a:cubicBezTo>
                    <a:pt x="117107" y="237496"/>
                    <a:pt x="116031" y="237494"/>
                    <a:pt x="114955" y="237493"/>
                  </a:cubicBezTo>
                  <a:cubicBezTo>
                    <a:pt x="113820" y="237494"/>
                    <a:pt x="112686" y="237495"/>
                    <a:pt x="111552" y="237497"/>
                  </a:cubicBezTo>
                  <a:cubicBezTo>
                    <a:pt x="108472" y="237500"/>
                    <a:pt x="105393" y="237499"/>
                    <a:pt x="102314" y="237497"/>
                  </a:cubicBezTo>
                  <a:cubicBezTo>
                    <a:pt x="99093" y="237495"/>
                    <a:pt x="95873" y="237496"/>
                    <a:pt x="92653" y="237498"/>
                  </a:cubicBezTo>
                  <a:cubicBezTo>
                    <a:pt x="87247" y="237499"/>
                    <a:pt x="81841" y="237497"/>
                    <a:pt x="76435" y="237494"/>
                  </a:cubicBezTo>
                  <a:cubicBezTo>
                    <a:pt x="70179" y="237490"/>
                    <a:pt x="63923" y="237491"/>
                    <a:pt x="57667" y="237495"/>
                  </a:cubicBezTo>
                  <a:cubicBezTo>
                    <a:pt x="52300" y="237498"/>
                    <a:pt x="46932" y="237499"/>
                    <a:pt x="41565" y="237497"/>
                  </a:cubicBezTo>
                  <a:cubicBezTo>
                    <a:pt x="38358" y="237496"/>
                    <a:pt x="35150" y="237496"/>
                    <a:pt x="31943" y="237498"/>
                  </a:cubicBezTo>
                  <a:cubicBezTo>
                    <a:pt x="28929" y="237500"/>
                    <a:pt x="25915" y="237499"/>
                    <a:pt x="22902" y="237494"/>
                  </a:cubicBezTo>
                  <a:cubicBezTo>
                    <a:pt x="21794" y="237493"/>
                    <a:pt x="20686" y="237494"/>
                    <a:pt x="19577" y="237495"/>
                  </a:cubicBezTo>
                  <a:cubicBezTo>
                    <a:pt x="18069" y="237497"/>
                    <a:pt x="16561" y="237494"/>
                    <a:pt x="15053" y="237491"/>
                  </a:cubicBezTo>
                  <a:cubicBezTo>
                    <a:pt x="14208" y="237491"/>
                    <a:pt x="13362" y="237490"/>
                    <a:pt x="12492" y="237490"/>
                  </a:cubicBezTo>
                  <a:cubicBezTo>
                    <a:pt x="10515" y="237397"/>
                    <a:pt x="10515" y="237397"/>
                    <a:pt x="9027" y="236652"/>
                  </a:cubicBezTo>
                  <a:cubicBezTo>
                    <a:pt x="8842" y="235052"/>
                    <a:pt x="8842" y="235052"/>
                    <a:pt x="8844" y="232888"/>
                  </a:cubicBezTo>
                  <a:cubicBezTo>
                    <a:pt x="8841" y="232068"/>
                    <a:pt x="8838" y="231247"/>
                    <a:pt x="8835" y="230402"/>
                  </a:cubicBezTo>
                  <a:cubicBezTo>
                    <a:pt x="8839" y="229489"/>
                    <a:pt x="8844" y="228576"/>
                    <a:pt x="8848" y="227636"/>
                  </a:cubicBezTo>
                  <a:cubicBezTo>
                    <a:pt x="8847" y="226675"/>
                    <a:pt x="8846" y="225714"/>
                    <a:pt x="8844" y="224724"/>
                  </a:cubicBezTo>
                  <a:cubicBezTo>
                    <a:pt x="8841" y="222045"/>
                    <a:pt x="8847" y="219365"/>
                    <a:pt x="8854" y="216686"/>
                  </a:cubicBezTo>
                  <a:cubicBezTo>
                    <a:pt x="8861" y="213801"/>
                    <a:pt x="8859" y="210916"/>
                    <a:pt x="8857" y="208032"/>
                  </a:cubicBezTo>
                  <a:cubicBezTo>
                    <a:pt x="8857" y="203029"/>
                    <a:pt x="8861" y="198027"/>
                    <a:pt x="8870" y="193025"/>
                  </a:cubicBezTo>
                  <a:cubicBezTo>
                    <a:pt x="8882" y="185793"/>
                    <a:pt x="8886" y="178561"/>
                    <a:pt x="8888" y="171328"/>
                  </a:cubicBezTo>
                  <a:cubicBezTo>
                    <a:pt x="8891" y="159595"/>
                    <a:pt x="8901" y="147863"/>
                    <a:pt x="8915" y="136130"/>
                  </a:cubicBezTo>
                  <a:cubicBezTo>
                    <a:pt x="8928" y="124730"/>
                    <a:pt x="8939" y="113330"/>
                    <a:pt x="8945" y="101929"/>
                  </a:cubicBezTo>
                  <a:cubicBezTo>
                    <a:pt x="8946" y="100876"/>
                    <a:pt x="8946" y="100876"/>
                    <a:pt x="8947" y="99802"/>
                  </a:cubicBezTo>
                  <a:cubicBezTo>
                    <a:pt x="8948" y="96279"/>
                    <a:pt x="8950" y="92756"/>
                    <a:pt x="8952" y="89234"/>
                  </a:cubicBezTo>
                  <a:cubicBezTo>
                    <a:pt x="8968" y="59991"/>
                    <a:pt x="8994" y="30747"/>
                    <a:pt x="9027" y="1504"/>
                  </a:cubicBezTo>
                  <a:close/>
                </a:path>
              </a:pathLst>
            </a:custGeom>
            <a:grpFill/>
            <a:ln w="744" cap="flat">
              <a:noFill/>
              <a:prstDash val="solid"/>
              <a:miter/>
            </a:ln>
          </p:spPr>
          <p:txBody>
            <a:bodyPr rtlCol="0" anchor="ctr"/>
            <a:lstStyle/>
            <a:p>
              <a:endParaRPr lang="zh-CN" altLang="en-US"/>
            </a:p>
          </p:txBody>
        </p:sp>
        <p:sp>
          <p:nvSpPr>
            <p:cNvPr id="208" name="任意多边形: 形状 207"/>
            <p:cNvSpPr/>
            <p:nvPr/>
          </p:nvSpPr>
          <p:spPr>
            <a:xfrm>
              <a:off x="6978320" y="1392643"/>
              <a:ext cx="66552" cy="301317"/>
            </a:xfrm>
            <a:custGeom>
              <a:avLst/>
              <a:gdLst>
                <a:gd name="connsiteX0" fmla="*/ 57628 w 66554"/>
                <a:gd name="connsiteY0" fmla="*/ 1504 h 301308"/>
                <a:gd name="connsiteX1" fmla="*/ 60250 w 66554"/>
                <a:gd name="connsiteY1" fmla="*/ 1551 h 301308"/>
                <a:gd name="connsiteX2" fmla="*/ 63084 w 66554"/>
                <a:gd name="connsiteY2" fmla="*/ 1580 h 301308"/>
                <a:gd name="connsiteX3" fmla="*/ 66057 w 66554"/>
                <a:gd name="connsiteY3" fmla="*/ 1655 h 301308"/>
                <a:gd name="connsiteX4" fmla="*/ 69048 w 66554"/>
                <a:gd name="connsiteY4" fmla="*/ 1696 h 301308"/>
                <a:gd name="connsiteX5" fmla="*/ 76382 w 66554"/>
                <a:gd name="connsiteY5" fmla="*/ 1841 h 301308"/>
                <a:gd name="connsiteX6" fmla="*/ 76429 w 66554"/>
                <a:gd name="connsiteY6" fmla="*/ 5051 h 301308"/>
                <a:gd name="connsiteX7" fmla="*/ 76455 w 66554"/>
                <a:gd name="connsiteY7" fmla="*/ 6856 h 301308"/>
                <a:gd name="connsiteX8" fmla="*/ 74522 w 66554"/>
                <a:gd name="connsiteY8" fmla="*/ 11841 h 301308"/>
                <a:gd name="connsiteX9" fmla="*/ 72662 w 66554"/>
                <a:gd name="connsiteY9" fmla="*/ 15980 h 301308"/>
                <a:gd name="connsiteX10" fmla="*/ 71173 w 66554"/>
                <a:gd name="connsiteY10" fmla="*/ 16724 h 301308"/>
                <a:gd name="connsiteX11" fmla="*/ 70429 w 66554"/>
                <a:gd name="connsiteY11" fmla="*/ 21933 h 301308"/>
                <a:gd name="connsiteX12" fmla="*/ 68197 w 66554"/>
                <a:gd name="connsiteY12" fmla="*/ 21933 h 301308"/>
                <a:gd name="connsiteX13" fmla="*/ 67918 w 66554"/>
                <a:gd name="connsiteY13" fmla="*/ 24863 h 301308"/>
                <a:gd name="connsiteX14" fmla="*/ 67453 w 66554"/>
                <a:gd name="connsiteY14" fmla="*/ 27886 h 301308"/>
                <a:gd name="connsiteX15" fmla="*/ 65964 w 66554"/>
                <a:gd name="connsiteY15" fmla="*/ 28631 h 301308"/>
                <a:gd name="connsiteX16" fmla="*/ 65549 w 66554"/>
                <a:gd name="connsiteY16" fmla="*/ 33235 h 301308"/>
                <a:gd name="connsiteX17" fmla="*/ 65220 w 66554"/>
                <a:gd name="connsiteY17" fmla="*/ 34584 h 301308"/>
                <a:gd name="connsiteX18" fmla="*/ 62988 w 66554"/>
                <a:gd name="connsiteY18" fmla="*/ 35328 h 301308"/>
                <a:gd name="connsiteX19" fmla="*/ 62476 w 66554"/>
                <a:gd name="connsiteY19" fmla="*/ 38351 h 301308"/>
                <a:gd name="connsiteX20" fmla="*/ 62244 w 66554"/>
                <a:gd name="connsiteY20" fmla="*/ 41281 h 301308"/>
                <a:gd name="connsiteX21" fmla="*/ 60755 w 66554"/>
                <a:gd name="connsiteY21" fmla="*/ 41281 h 301308"/>
                <a:gd name="connsiteX22" fmla="*/ 60011 w 66554"/>
                <a:gd name="connsiteY22" fmla="*/ 44583 h 301308"/>
                <a:gd name="connsiteX23" fmla="*/ 59267 w 66554"/>
                <a:gd name="connsiteY23" fmla="*/ 47978 h 301308"/>
                <a:gd name="connsiteX24" fmla="*/ 57779 w 66554"/>
                <a:gd name="connsiteY24" fmla="*/ 48722 h 301308"/>
                <a:gd name="connsiteX25" fmla="*/ 57363 w 66554"/>
                <a:gd name="connsiteY25" fmla="*/ 53327 h 301308"/>
                <a:gd name="connsiteX26" fmla="*/ 57035 w 66554"/>
                <a:gd name="connsiteY26" fmla="*/ 54675 h 301308"/>
                <a:gd name="connsiteX27" fmla="*/ 54802 w 66554"/>
                <a:gd name="connsiteY27" fmla="*/ 55420 h 301308"/>
                <a:gd name="connsiteX28" fmla="*/ 54291 w 66554"/>
                <a:gd name="connsiteY28" fmla="*/ 59187 h 301308"/>
                <a:gd name="connsiteX29" fmla="*/ 54142 w 66554"/>
                <a:gd name="connsiteY29" fmla="*/ 61259 h 301308"/>
                <a:gd name="connsiteX30" fmla="*/ 54058 w 66554"/>
                <a:gd name="connsiteY30" fmla="*/ 62861 h 301308"/>
                <a:gd name="connsiteX31" fmla="*/ 51826 w 66554"/>
                <a:gd name="connsiteY31" fmla="*/ 62861 h 301308"/>
                <a:gd name="connsiteX32" fmla="*/ 51715 w 66554"/>
                <a:gd name="connsiteY32" fmla="*/ 64951 h 301308"/>
                <a:gd name="connsiteX33" fmla="*/ 51547 w 66554"/>
                <a:gd name="connsiteY33" fmla="*/ 67651 h 301308"/>
                <a:gd name="connsiteX34" fmla="*/ 51390 w 66554"/>
                <a:gd name="connsiteY34" fmla="*/ 70346 h 301308"/>
                <a:gd name="connsiteX35" fmla="*/ 51082 w 66554"/>
                <a:gd name="connsiteY35" fmla="*/ 72535 h 301308"/>
                <a:gd name="connsiteX36" fmla="*/ 49593 w 66554"/>
                <a:gd name="connsiteY36" fmla="*/ 73279 h 301308"/>
                <a:gd name="connsiteX37" fmla="*/ 49128 w 66554"/>
                <a:gd name="connsiteY37" fmla="*/ 78162 h 301308"/>
                <a:gd name="connsiteX38" fmla="*/ 48960 w 66554"/>
                <a:gd name="connsiteY38" fmla="*/ 80863 h 301308"/>
                <a:gd name="connsiteX39" fmla="*/ 48849 w 66554"/>
                <a:gd name="connsiteY39" fmla="*/ 82953 h 301308"/>
                <a:gd name="connsiteX40" fmla="*/ 46617 w 66554"/>
                <a:gd name="connsiteY40" fmla="*/ 82953 h 301308"/>
                <a:gd name="connsiteX41" fmla="*/ 46506 w 66554"/>
                <a:gd name="connsiteY41" fmla="*/ 85857 h 301308"/>
                <a:gd name="connsiteX42" fmla="*/ 46338 w 66554"/>
                <a:gd name="connsiteY42" fmla="*/ 89604 h 301308"/>
                <a:gd name="connsiteX43" fmla="*/ 46268 w 66554"/>
                <a:gd name="connsiteY43" fmla="*/ 91521 h 301308"/>
                <a:gd name="connsiteX44" fmla="*/ 46181 w 66554"/>
                <a:gd name="connsiteY44" fmla="*/ 93345 h 301308"/>
                <a:gd name="connsiteX45" fmla="*/ 46110 w 66554"/>
                <a:gd name="connsiteY45" fmla="*/ 95033 h 301308"/>
                <a:gd name="connsiteX46" fmla="*/ 45873 w 66554"/>
                <a:gd name="connsiteY46" fmla="*/ 96347 h 301308"/>
                <a:gd name="connsiteX47" fmla="*/ 44384 w 66554"/>
                <a:gd name="connsiteY47" fmla="*/ 97091 h 301308"/>
                <a:gd name="connsiteX48" fmla="*/ 43457 w 66554"/>
                <a:gd name="connsiteY48" fmla="*/ 103588 h 301308"/>
                <a:gd name="connsiteX49" fmla="*/ 43383 w 66554"/>
                <a:gd name="connsiteY49" fmla="*/ 105584 h 301308"/>
                <a:gd name="connsiteX50" fmla="*/ 43255 w 66554"/>
                <a:gd name="connsiteY50" fmla="*/ 109740 h 301308"/>
                <a:gd name="connsiteX51" fmla="*/ 43178 w 66554"/>
                <a:gd name="connsiteY51" fmla="*/ 111727 h 301308"/>
                <a:gd name="connsiteX52" fmla="*/ 43121 w 66554"/>
                <a:gd name="connsiteY52" fmla="*/ 113547 h 301308"/>
                <a:gd name="connsiteX53" fmla="*/ 42896 w 66554"/>
                <a:gd name="connsiteY53" fmla="*/ 114951 h 301308"/>
                <a:gd name="connsiteX54" fmla="*/ 41408 w 66554"/>
                <a:gd name="connsiteY54" fmla="*/ 115695 h 301308"/>
                <a:gd name="connsiteX55" fmla="*/ 41170 w 66554"/>
                <a:gd name="connsiteY55" fmla="*/ 122405 h 301308"/>
                <a:gd name="connsiteX56" fmla="*/ 41148 w 66554"/>
                <a:gd name="connsiteY56" fmla="*/ 124539 h 301308"/>
                <a:gd name="connsiteX57" fmla="*/ 41100 w 66554"/>
                <a:gd name="connsiteY57" fmla="*/ 131557 h 301308"/>
                <a:gd name="connsiteX58" fmla="*/ 41056 w 66554"/>
                <a:gd name="connsiteY58" fmla="*/ 136409 h 301308"/>
                <a:gd name="connsiteX59" fmla="*/ 40961 w 66554"/>
                <a:gd name="connsiteY59" fmla="*/ 149207 h 301308"/>
                <a:gd name="connsiteX60" fmla="*/ 40855 w 66554"/>
                <a:gd name="connsiteY60" fmla="*/ 162255 h 301308"/>
                <a:gd name="connsiteX61" fmla="*/ 40664 w 66554"/>
                <a:gd name="connsiteY61" fmla="*/ 187877 h 301308"/>
                <a:gd name="connsiteX62" fmla="*/ 42896 w 66554"/>
                <a:gd name="connsiteY62" fmla="*/ 187877 h 301308"/>
                <a:gd name="connsiteX63" fmla="*/ 42941 w 66554"/>
                <a:gd name="connsiteY63" fmla="*/ 189287 h 301308"/>
                <a:gd name="connsiteX64" fmla="*/ 43175 w 66554"/>
                <a:gd name="connsiteY64" fmla="*/ 195597 h 301308"/>
                <a:gd name="connsiteX65" fmla="*/ 43245 w 66554"/>
                <a:gd name="connsiteY65" fmla="*/ 197818 h 301308"/>
                <a:gd name="connsiteX66" fmla="*/ 43332 w 66554"/>
                <a:gd name="connsiteY66" fmla="*/ 199940 h 301308"/>
                <a:gd name="connsiteX67" fmla="*/ 43403 w 66554"/>
                <a:gd name="connsiteY67" fmla="*/ 201900 h 301308"/>
                <a:gd name="connsiteX68" fmla="*/ 45128 w 66554"/>
                <a:gd name="connsiteY68" fmla="*/ 204992 h 301308"/>
                <a:gd name="connsiteX69" fmla="*/ 45873 w 66554"/>
                <a:gd name="connsiteY69" fmla="*/ 204992 h 301308"/>
                <a:gd name="connsiteX70" fmla="*/ 46617 w 66554"/>
                <a:gd name="connsiteY70" fmla="*/ 219130 h 301308"/>
                <a:gd name="connsiteX71" fmla="*/ 48849 w 66554"/>
                <a:gd name="connsiteY71" fmla="*/ 219130 h 301308"/>
                <a:gd name="connsiteX72" fmla="*/ 48960 w 66554"/>
                <a:gd name="connsiteY72" fmla="*/ 221220 h 301308"/>
                <a:gd name="connsiteX73" fmla="*/ 49128 w 66554"/>
                <a:gd name="connsiteY73" fmla="*/ 223921 h 301308"/>
                <a:gd name="connsiteX74" fmla="*/ 49285 w 66554"/>
                <a:gd name="connsiteY74" fmla="*/ 226616 h 301308"/>
                <a:gd name="connsiteX75" fmla="*/ 49593 w 66554"/>
                <a:gd name="connsiteY75" fmla="*/ 228804 h 301308"/>
                <a:gd name="connsiteX76" fmla="*/ 51082 w 66554"/>
                <a:gd name="connsiteY76" fmla="*/ 229548 h 301308"/>
                <a:gd name="connsiteX77" fmla="*/ 51497 w 66554"/>
                <a:gd name="connsiteY77" fmla="*/ 235824 h 301308"/>
                <a:gd name="connsiteX78" fmla="*/ 51826 w 66554"/>
                <a:gd name="connsiteY78" fmla="*/ 237734 h 301308"/>
                <a:gd name="connsiteX79" fmla="*/ 54058 w 66554"/>
                <a:gd name="connsiteY79" fmla="*/ 239222 h 301308"/>
                <a:gd name="connsiteX80" fmla="*/ 54500 w 66554"/>
                <a:gd name="connsiteY80" fmla="*/ 245597 h 301308"/>
                <a:gd name="connsiteX81" fmla="*/ 54802 w 66554"/>
                <a:gd name="connsiteY81" fmla="*/ 247408 h 301308"/>
                <a:gd name="connsiteX82" fmla="*/ 57035 w 66554"/>
                <a:gd name="connsiteY82" fmla="*/ 248152 h 301308"/>
                <a:gd name="connsiteX83" fmla="*/ 57174 w 66554"/>
                <a:gd name="connsiteY83" fmla="*/ 251919 h 301308"/>
                <a:gd name="connsiteX84" fmla="*/ 57113 w 66554"/>
                <a:gd name="connsiteY84" fmla="*/ 253992 h 301308"/>
                <a:gd name="connsiteX85" fmla="*/ 57035 w 66554"/>
                <a:gd name="connsiteY85" fmla="*/ 255593 h 301308"/>
                <a:gd name="connsiteX86" fmla="*/ 59267 w 66554"/>
                <a:gd name="connsiteY86" fmla="*/ 255593 h 301308"/>
                <a:gd name="connsiteX87" fmla="*/ 60011 w 66554"/>
                <a:gd name="connsiteY87" fmla="*/ 263035 h 301308"/>
                <a:gd name="connsiteX88" fmla="*/ 62244 w 66554"/>
                <a:gd name="connsiteY88" fmla="*/ 263035 h 301308"/>
                <a:gd name="connsiteX89" fmla="*/ 62607 w 66554"/>
                <a:gd name="connsiteY89" fmla="*/ 267613 h 301308"/>
                <a:gd name="connsiteX90" fmla="*/ 62988 w 66554"/>
                <a:gd name="connsiteY90" fmla="*/ 268988 h 301308"/>
                <a:gd name="connsiteX91" fmla="*/ 65220 w 66554"/>
                <a:gd name="connsiteY91" fmla="*/ 269732 h 301308"/>
                <a:gd name="connsiteX92" fmla="*/ 65639 w 66554"/>
                <a:gd name="connsiteY92" fmla="*/ 272709 h 301308"/>
                <a:gd name="connsiteX93" fmla="*/ 65964 w 66554"/>
                <a:gd name="connsiteY93" fmla="*/ 275685 h 301308"/>
                <a:gd name="connsiteX94" fmla="*/ 67453 w 66554"/>
                <a:gd name="connsiteY94" fmla="*/ 276429 h 301308"/>
                <a:gd name="connsiteX95" fmla="*/ 68941 w 66554"/>
                <a:gd name="connsiteY95" fmla="*/ 281638 h 301308"/>
                <a:gd name="connsiteX96" fmla="*/ 70429 w 66554"/>
                <a:gd name="connsiteY96" fmla="*/ 282382 h 301308"/>
                <a:gd name="connsiteX97" fmla="*/ 71173 w 66554"/>
                <a:gd name="connsiteY97" fmla="*/ 288336 h 301308"/>
                <a:gd name="connsiteX98" fmla="*/ 73406 w 66554"/>
                <a:gd name="connsiteY98" fmla="*/ 288336 h 301308"/>
                <a:gd name="connsiteX99" fmla="*/ 73685 w 66554"/>
                <a:gd name="connsiteY99" fmla="*/ 290521 h 301308"/>
                <a:gd name="connsiteX100" fmla="*/ 74150 w 66554"/>
                <a:gd name="connsiteY100" fmla="*/ 292800 h 301308"/>
                <a:gd name="connsiteX101" fmla="*/ 75638 w 66554"/>
                <a:gd name="connsiteY101" fmla="*/ 293545 h 301308"/>
                <a:gd name="connsiteX102" fmla="*/ 76429 w 66554"/>
                <a:gd name="connsiteY102" fmla="*/ 299265 h 301308"/>
                <a:gd name="connsiteX103" fmla="*/ 76408 w 66554"/>
                <a:gd name="connsiteY103" fmla="*/ 301088 h 301308"/>
                <a:gd name="connsiteX104" fmla="*/ 76382 w 66554"/>
                <a:gd name="connsiteY104" fmla="*/ 302474 h 301308"/>
                <a:gd name="connsiteX105" fmla="*/ 66476 w 66554"/>
                <a:gd name="connsiteY105" fmla="*/ 302660 h 301308"/>
                <a:gd name="connsiteX106" fmla="*/ 63629 w 66554"/>
                <a:gd name="connsiteY106" fmla="*/ 302736 h 301308"/>
                <a:gd name="connsiteX107" fmla="*/ 60904 w 66554"/>
                <a:gd name="connsiteY107" fmla="*/ 302765 h 301308"/>
                <a:gd name="connsiteX108" fmla="*/ 58388 w 66554"/>
                <a:gd name="connsiteY108" fmla="*/ 302812 h 301308"/>
                <a:gd name="connsiteX109" fmla="*/ 54912 w 66554"/>
                <a:gd name="connsiteY109" fmla="*/ 301093 h 301308"/>
                <a:gd name="connsiteX110" fmla="*/ 53314 w 66554"/>
                <a:gd name="connsiteY110" fmla="*/ 295777 h 301308"/>
                <a:gd name="connsiteX111" fmla="*/ 51826 w 66554"/>
                <a:gd name="connsiteY111" fmla="*/ 295033 h 301308"/>
                <a:gd name="connsiteX112" fmla="*/ 51500 w 66554"/>
                <a:gd name="connsiteY112" fmla="*/ 293591 h 301308"/>
                <a:gd name="connsiteX113" fmla="*/ 48849 w 66554"/>
                <a:gd name="connsiteY113" fmla="*/ 290568 h 301308"/>
                <a:gd name="connsiteX114" fmla="*/ 47361 w 66554"/>
                <a:gd name="connsiteY114" fmla="*/ 286847 h 301308"/>
                <a:gd name="connsiteX115" fmla="*/ 45873 w 66554"/>
                <a:gd name="connsiteY115" fmla="*/ 286847 h 301308"/>
                <a:gd name="connsiteX116" fmla="*/ 45873 w 66554"/>
                <a:gd name="connsiteY116" fmla="*/ 280894 h 301308"/>
                <a:gd name="connsiteX117" fmla="*/ 43640 w 66554"/>
                <a:gd name="connsiteY117" fmla="*/ 280894 h 301308"/>
                <a:gd name="connsiteX118" fmla="*/ 42152 w 66554"/>
                <a:gd name="connsiteY118" fmla="*/ 275685 h 301308"/>
                <a:gd name="connsiteX119" fmla="*/ 40664 w 66554"/>
                <a:gd name="connsiteY119" fmla="*/ 274941 h 301308"/>
                <a:gd name="connsiteX120" fmla="*/ 40338 w 66554"/>
                <a:gd name="connsiteY120" fmla="*/ 273081 h 301308"/>
                <a:gd name="connsiteX121" fmla="*/ 39919 w 66554"/>
                <a:gd name="connsiteY121" fmla="*/ 271220 h 301308"/>
                <a:gd name="connsiteX122" fmla="*/ 37687 w 66554"/>
                <a:gd name="connsiteY122" fmla="*/ 270476 h 301308"/>
                <a:gd name="connsiteX123" fmla="*/ 37547 w 66554"/>
                <a:gd name="connsiteY123" fmla="*/ 267081 h 301308"/>
                <a:gd name="connsiteX124" fmla="*/ 37608 w 66554"/>
                <a:gd name="connsiteY124" fmla="*/ 265218 h 301308"/>
                <a:gd name="connsiteX125" fmla="*/ 37687 w 66554"/>
                <a:gd name="connsiteY125" fmla="*/ 263779 h 301308"/>
                <a:gd name="connsiteX126" fmla="*/ 35455 w 66554"/>
                <a:gd name="connsiteY126" fmla="*/ 263779 h 301308"/>
                <a:gd name="connsiteX127" fmla="*/ 34664 w 66554"/>
                <a:gd name="connsiteY127" fmla="*/ 260849 h 301308"/>
                <a:gd name="connsiteX128" fmla="*/ 33966 w 66554"/>
                <a:gd name="connsiteY128" fmla="*/ 257826 h 301308"/>
                <a:gd name="connsiteX129" fmla="*/ 32478 w 66554"/>
                <a:gd name="connsiteY129" fmla="*/ 257082 h 301308"/>
                <a:gd name="connsiteX130" fmla="*/ 32013 w 66554"/>
                <a:gd name="connsiteY130" fmla="*/ 253687 h 301308"/>
                <a:gd name="connsiteX131" fmla="*/ 31844 w 66554"/>
                <a:gd name="connsiteY131" fmla="*/ 251823 h 301308"/>
                <a:gd name="connsiteX132" fmla="*/ 31734 w 66554"/>
                <a:gd name="connsiteY132" fmla="*/ 250384 h 301308"/>
                <a:gd name="connsiteX133" fmla="*/ 29501 w 66554"/>
                <a:gd name="connsiteY133" fmla="*/ 250384 h 301308"/>
                <a:gd name="connsiteX134" fmla="*/ 29417 w 66554"/>
                <a:gd name="connsiteY134" fmla="*/ 248972 h 301308"/>
                <a:gd name="connsiteX135" fmla="*/ 29269 w 66554"/>
                <a:gd name="connsiteY135" fmla="*/ 247129 h 301308"/>
                <a:gd name="connsiteX136" fmla="*/ 29138 w 66554"/>
                <a:gd name="connsiteY136" fmla="*/ 245297 h 301308"/>
                <a:gd name="connsiteX137" fmla="*/ 26525 w 66554"/>
                <a:gd name="connsiteY137" fmla="*/ 242199 h 301308"/>
                <a:gd name="connsiteX138" fmla="*/ 26525 w 66554"/>
                <a:gd name="connsiteY138" fmla="*/ 237734 h 301308"/>
                <a:gd name="connsiteX139" fmla="*/ 25458 w 66554"/>
                <a:gd name="connsiteY139" fmla="*/ 236717 h 301308"/>
                <a:gd name="connsiteX140" fmla="*/ 23502 w 66554"/>
                <a:gd name="connsiteY140" fmla="*/ 231641 h 301308"/>
                <a:gd name="connsiteX141" fmla="*/ 22804 w 66554"/>
                <a:gd name="connsiteY141" fmla="*/ 228060 h 301308"/>
                <a:gd name="connsiteX142" fmla="*/ 21316 w 66554"/>
                <a:gd name="connsiteY142" fmla="*/ 228060 h 301308"/>
                <a:gd name="connsiteX143" fmla="*/ 21232 w 66554"/>
                <a:gd name="connsiteY143" fmla="*/ 226159 h 301308"/>
                <a:gd name="connsiteX144" fmla="*/ 21083 w 66554"/>
                <a:gd name="connsiteY144" fmla="*/ 223688 h 301308"/>
                <a:gd name="connsiteX145" fmla="*/ 20953 w 66554"/>
                <a:gd name="connsiteY145" fmla="*/ 221229 h 301308"/>
                <a:gd name="connsiteX146" fmla="*/ 20572 w 66554"/>
                <a:gd name="connsiteY146" fmla="*/ 219130 h 301308"/>
                <a:gd name="connsiteX147" fmla="*/ 18339 w 66554"/>
                <a:gd name="connsiteY147" fmla="*/ 217642 h 301308"/>
                <a:gd name="connsiteX148" fmla="*/ 17921 w 66554"/>
                <a:gd name="connsiteY148" fmla="*/ 212015 h 301308"/>
                <a:gd name="connsiteX149" fmla="*/ 17595 w 66554"/>
                <a:gd name="connsiteY149" fmla="*/ 206480 h 301308"/>
                <a:gd name="connsiteX150" fmla="*/ 16107 w 66554"/>
                <a:gd name="connsiteY150" fmla="*/ 205736 h 301308"/>
                <a:gd name="connsiteX151" fmla="*/ 15799 w 66554"/>
                <a:gd name="connsiteY151" fmla="*/ 202570 h 301308"/>
                <a:gd name="connsiteX152" fmla="*/ 15712 w 66554"/>
                <a:gd name="connsiteY152" fmla="*/ 200645 h 301308"/>
                <a:gd name="connsiteX153" fmla="*/ 15642 w 66554"/>
                <a:gd name="connsiteY153" fmla="*/ 198620 h 301308"/>
                <a:gd name="connsiteX154" fmla="*/ 15555 w 66554"/>
                <a:gd name="connsiteY154" fmla="*/ 196587 h 301308"/>
                <a:gd name="connsiteX155" fmla="*/ 15363 w 66554"/>
                <a:gd name="connsiteY155" fmla="*/ 191597 h 301308"/>
                <a:gd name="connsiteX156" fmla="*/ 13130 w 66554"/>
                <a:gd name="connsiteY156" fmla="*/ 192341 h 301308"/>
                <a:gd name="connsiteX157" fmla="*/ 12386 w 66554"/>
                <a:gd name="connsiteY157" fmla="*/ 166297 h 301308"/>
                <a:gd name="connsiteX158" fmla="*/ 10154 w 66554"/>
                <a:gd name="connsiteY158" fmla="*/ 166297 h 301308"/>
                <a:gd name="connsiteX159" fmla="*/ 10031 w 66554"/>
                <a:gd name="connsiteY159" fmla="*/ 154297 h 301308"/>
                <a:gd name="connsiteX160" fmla="*/ 9985 w 66554"/>
                <a:gd name="connsiteY160" fmla="*/ 150213 h 301308"/>
                <a:gd name="connsiteX161" fmla="*/ 9936 w 66554"/>
                <a:gd name="connsiteY161" fmla="*/ 144350 h 301308"/>
                <a:gd name="connsiteX162" fmla="*/ 9901 w 66554"/>
                <a:gd name="connsiteY162" fmla="*/ 142499 h 301308"/>
                <a:gd name="connsiteX163" fmla="*/ 10154 w 66554"/>
                <a:gd name="connsiteY163" fmla="*/ 138019 h 301308"/>
                <a:gd name="connsiteX164" fmla="*/ 12386 w 66554"/>
                <a:gd name="connsiteY164" fmla="*/ 136531 h 301308"/>
                <a:gd name="connsiteX165" fmla="*/ 12767 w 66554"/>
                <a:gd name="connsiteY165" fmla="*/ 130851 h 301308"/>
                <a:gd name="connsiteX166" fmla="*/ 12807 w 66554"/>
                <a:gd name="connsiteY166" fmla="*/ 129156 h 301308"/>
                <a:gd name="connsiteX167" fmla="*/ 12898 w 66554"/>
                <a:gd name="connsiteY167" fmla="*/ 123787 h 301308"/>
                <a:gd name="connsiteX168" fmla="*/ 12975 w 66554"/>
                <a:gd name="connsiteY168" fmla="*/ 120151 h 301308"/>
                <a:gd name="connsiteX169" fmla="*/ 13130 w 66554"/>
                <a:gd name="connsiteY169" fmla="*/ 111230 h 301308"/>
                <a:gd name="connsiteX170" fmla="*/ 15363 w 66554"/>
                <a:gd name="connsiteY170" fmla="*/ 111974 h 301308"/>
                <a:gd name="connsiteX171" fmla="*/ 16107 w 66554"/>
                <a:gd name="connsiteY171" fmla="*/ 95603 h 301308"/>
                <a:gd name="connsiteX172" fmla="*/ 17595 w 66554"/>
                <a:gd name="connsiteY172" fmla="*/ 95603 h 301308"/>
                <a:gd name="connsiteX173" fmla="*/ 18246 w 66554"/>
                <a:gd name="connsiteY173" fmla="*/ 88766 h 301308"/>
                <a:gd name="connsiteX174" fmla="*/ 18339 w 66554"/>
                <a:gd name="connsiteY174" fmla="*/ 85929 h 301308"/>
                <a:gd name="connsiteX175" fmla="*/ 20572 w 66554"/>
                <a:gd name="connsiteY175" fmla="*/ 84441 h 301308"/>
                <a:gd name="connsiteX176" fmla="*/ 21083 w 66554"/>
                <a:gd name="connsiteY176" fmla="*/ 79883 h 301308"/>
                <a:gd name="connsiteX177" fmla="*/ 21232 w 66554"/>
                <a:gd name="connsiteY177" fmla="*/ 77412 h 301308"/>
                <a:gd name="connsiteX178" fmla="*/ 21316 w 66554"/>
                <a:gd name="connsiteY178" fmla="*/ 75511 h 301308"/>
                <a:gd name="connsiteX179" fmla="*/ 23548 w 66554"/>
                <a:gd name="connsiteY179" fmla="*/ 75511 h 301308"/>
                <a:gd name="connsiteX180" fmla="*/ 23633 w 66554"/>
                <a:gd name="connsiteY180" fmla="*/ 73747 h 301308"/>
                <a:gd name="connsiteX181" fmla="*/ 23781 w 66554"/>
                <a:gd name="connsiteY181" fmla="*/ 71465 h 301308"/>
                <a:gd name="connsiteX182" fmla="*/ 23912 w 66554"/>
                <a:gd name="connsiteY182" fmla="*/ 69189 h 301308"/>
                <a:gd name="connsiteX183" fmla="*/ 24292 w 66554"/>
                <a:gd name="connsiteY183" fmla="*/ 67326 h 301308"/>
                <a:gd name="connsiteX184" fmla="*/ 26525 w 66554"/>
                <a:gd name="connsiteY184" fmla="*/ 66582 h 301308"/>
                <a:gd name="connsiteX185" fmla="*/ 26313 w 66554"/>
                <a:gd name="connsiteY185" fmla="*/ 61977 h 301308"/>
                <a:gd name="connsiteX186" fmla="*/ 26525 w 66554"/>
                <a:gd name="connsiteY186" fmla="*/ 60629 h 301308"/>
                <a:gd name="connsiteX187" fmla="*/ 28013 w 66554"/>
                <a:gd name="connsiteY187" fmla="*/ 60280 h 301308"/>
                <a:gd name="connsiteX188" fmla="*/ 29501 w 66554"/>
                <a:gd name="connsiteY188" fmla="*/ 59884 h 301308"/>
                <a:gd name="connsiteX189" fmla="*/ 29548 w 66554"/>
                <a:gd name="connsiteY189" fmla="*/ 56536 h 301308"/>
                <a:gd name="connsiteX190" fmla="*/ 29501 w 66554"/>
                <a:gd name="connsiteY190" fmla="*/ 53187 h 301308"/>
                <a:gd name="connsiteX191" fmla="*/ 31734 w 66554"/>
                <a:gd name="connsiteY191" fmla="*/ 52443 h 301308"/>
                <a:gd name="connsiteX192" fmla="*/ 32245 w 66554"/>
                <a:gd name="connsiteY192" fmla="*/ 49420 h 301308"/>
                <a:gd name="connsiteX193" fmla="*/ 32478 w 66554"/>
                <a:gd name="connsiteY193" fmla="*/ 46490 h 301308"/>
                <a:gd name="connsiteX194" fmla="*/ 34710 w 66554"/>
                <a:gd name="connsiteY194" fmla="*/ 46490 h 301308"/>
                <a:gd name="connsiteX195" fmla="*/ 34571 w 66554"/>
                <a:gd name="connsiteY195" fmla="*/ 44397 h 301308"/>
                <a:gd name="connsiteX196" fmla="*/ 35780 w 66554"/>
                <a:gd name="connsiteY196" fmla="*/ 41002 h 301308"/>
                <a:gd name="connsiteX197" fmla="*/ 37315 w 66554"/>
                <a:gd name="connsiteY197" fmla="*/ 36723 h 301308"/>
                <a:gd name="connsiteX198" fmla="*/ 37687 w 66554"/>
                <a:gd name="connsiteY198" fmla="*/ 33840 h 301308"/>
                <a:gd name="connsiteX199" fmla="*/ 39919 w 66554"/>
                <a:gd name="connsiteY199" fmla="*/ 33095 h 301308"/>
                <a:gd name="connsiteX200" fmla="*/ 40664 w 66554"/>
                <a:gd name="connsiteY200" fmla="*/ 28631 h 301308"/>
                <a:gd name="connsiteX201" fmla="*/ 42152 w 66554"/>
                <a:gd name="connsiteY201" fmla="*/ 27886 h 301308"/>
                <a:gd name="connsiteX202" fmla="*/ 42896 w 66554"/>
                <a:gd name="connsiteY202" fmla="*/ 25654 h 301308"/>
                <a:gd name="connsiteX203" fmla="*/ 45128 w 66554"/>
                <a:gd name="connsiteY203" fmla="*/ 22677 h 301308"/>
                <a:gd name="connsiteX204" fmla="*/ 45873 w 66554"/>
                <a:gd name="connsiteY204" fmla="*/ 18213 h 301308"/>
                <a:gd name="connsiteX205" fmla="*/ 48105 w 66554"/>
                <a:gd name="connsiteY205" fmla="*/ 18213 h 301308"/>
                <a:gd name="connsiteX206" fmla="*/ 48849 w 66554"/>
                <a:gd name="connsiteY206" fmla="*/ 13004 h 301308"/>
                <a:gd name="connsiteX207" fmla="*/ 51082 w 66554"/>
                <a:gd name="connsiteY207" fmla="*/ 13004 h 301308"/>
                <a:gd name="connsiteX208" fmla="*/ 51826 w 66554"/>
                <a:gd name="connsiteY208" fmla="*/ 8539 h 301308"/>
                <a:gd name="connsiteX209" fmla="*/ 54058 w 66554"/>
                <a:gd name="connsiteY209" fmla="*/ 8539 h 301308"/>
                <a:gd name="connsiteX210" fmla="*/ 53965 w 66554"/>
                <a:gd name="connsiteY210" fmla="*/ 6864 h 301308"/>
                <a:gd name="connsiteX211" fmla="*/ 57628 w 66554"/>
                <a:gd name="connsiteY211" fmla="*/ 1504 h 30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66554" h="301308">
                  <a:moveTo>
                    <a:pt x="57628" y="1504"/>
                  </a:moveTo>
                  <a:cubicBezTo>
                    <a:pt x="58493" y="1519"/>
                    <a:pt x="59358" y="1535"/>
                    <a:pt x="60250" y="1551"/>
                  </a:cubicBezTo>
                  <a:cubicBezTo>
                    <a:pt x="61652" y="1565"/>
                    <a:pt x="61652" y="1565"/>
                    <a:pt x="63084" y="1580"/>
                  </a:cubicBezTo>
                  <a:cubicBezTo>
                    <a:pt x="64065" y="1605"/>
                    <a:pt x="65046" y="1630"/>
                    <a:pt x="66057" y="1655"/>
                  </a:cubicBezTo>
                  <a:cubicBezTo>
                    <a:pt x="67054" y="1670"/>
                    <a:pt x="68051" y="1684"/>
                    <a:pt x="69048" y="1696"/>
                  </a:cubicBezTo>
                  <a:cubicBezTo>
                    <a:pt x="71494" y="1731"/>
                    <a:pt x="73938" y="1780"/>
                    <a:pt x="76382" y="1841"/>
                  </a:cubicBezTo>
                  <a:cubicBezTo>
                    <a:pt x="76402" y="2911"/>
                    <a:pt x="76417" y="3981"/>
                    <a:pt x="76429" y="5051"/>
                  </a:cubicBezTo>
                  <a:cubicBezTo>
                    <a:pt x="76437" y="5646"/>
                    <a:pt x="76446" y="6242"/>
                    <a:pt x="76455" y="6856"/>
                  </a:cubicBezTo>
                  <a:cubicBezTo>
                    <a:pt x="76363" y="8977"/>
                    <a:pt x="76082" y="10346"/>
                    <a:pt x="74522" y="11841"/>
                  </a:cubicBezTo>
                  <a:cubicBezTo>
                    <a:pt x="73216" y="13201"/>
                    <a:pt x="73082" y="14180"/>
                    <a:pt x="72662" y="15980"/>
                  </a:cubicBezTo>
                  <a:cubicBezTo>
                    <a:pt x="72170" y="16226"/>
                    <a:pt x="71679" y="16471"/>
                    <a:pt x="71173" y="16724"/>
                  </a:cubicBezTo>
                  <a:cubicBezTo>
                    <a:pt x="70870" y="18452"/>
                    <a:pt x="70619" y="20190"/>
                    <a:pt x="70429" y="21933"/>
                  </a:cubicBezTo>
                  <a:cubicBezTo>
                    <a:pt x="69692" y="21933"/>
                    <a:pt x="68956" y="21933"/>
                    <a:pt x="68197" y="21933"/>
                  </a:cubicBezTo>
                  <a:cubicBezTo>
                    <a:pt x="68059" y="23384"/>
                    <a:pt x="68059" y="23384"/>
                    <a:pt x="67918" y="24863"/>
                  </a:cubicBezTo>
                  <a:cubicBezTo>
                    <a:pt x="67761" y="26511"/>
                    <a:pt x="67761" y="26511"/>
                    <a:pt x="67453" y="27886"/>
                  </a:cubicBezTo>
                  <a:cubicBezTo>
                    <a:pt x="66716" y="28255"/>
                    <a:pt x="66716" y="28255"/>
                    <a:pt x="65964" y="28631"/>
                  </a:cubicBezTo>
                  <a:cubicBezTo>
                    <a:pt x="65703" y="30167"/>
                    <a:pt x="65635" y="31679"/>
                    <a:pt x="65549" y="33235"/>
                  </a:cubicBezTo>
                  <a:cubicBezTo>
                    <a:pt x="65386" y="33903"/>
                    <a:pt x="65386" y="33903"/>
                    <a:pt x="65220" y="34584"/>
                  </a:cubicBezTo>
                  <a:cubicBezTo>
                    <a:pt x="64115" y="34952"/>
                    <a:pt x="64115" y="34952"/>
                    <a:pt x="62988" y="35328"/>
                  </a:cubicBezTo>
                  <a:cubicBezTo>
                    <a:pt x="62552" y="36731"/>
                    <a:pt x="62552" y="36731"/>
                    <a:pt x="62476" y="38351"/>
                  </a:cubicBezTo>
                  <a:cubicBezTo>
                    <a:pt x="62399" y="39318"/>
                    <a:pt x="62323" y="40285"/>
                    <a:pt x="62244" y="41281"/>
                  </a:cubicBezTo>
                  <a:cubicBezTo>
                    <a:pt x="61752" y="41281"/>
                    <a:pt x="61261" y="41281"/>
                    <a:pt x="60755" y="41281"/>
                  </a:cubicBezTo>
                  <a:cubicBezTo>
                    <a:pt x="60292" y="42776"/>
                    <a:pt x="60292" y="42776"/>
                    <a:pt x="60011" y="44583"/>
                  </a:cubicBezTo>
                  <a:cubicBezTo>
                    <a:pt x="59686" y="46440"/>
                    <a:pt x="59686" y="46440"/>
                    <a:pt x="59267" y="47978"/>
                  </a:cubicBezTo>
                  <a:cubicBezTo>
                    <a:pt x="58530" y="48347"/>
                    <a:pt x="58530" y="48347"/>
                    <a:pt x="57779" y="48722"/>
                  </a:cubicBezTo>
                  <a:cubicBezTo>
                    <a:pt x="57517" y="50259"/>
                    <a:pt x="57449" y="51771"/>
                    <a:pt x="57363" y="53327"/>
                  </a:cubicBezTo>
                  <a:cubicBezTo>
                    <a:pt x="57255" y="53772"/>
                    <a:pt x="57146" y="54217"/>
                    <a:pt x="57035" y="54675"/>
                  </a:cubicBezTo>
                  <a:cubicBezTo>
                    <a:pt x="56298" y="54921"/>
                    <a:pt x="55561" y="55167"/>
                    <a:pt x="54802" y="55420"/>
                  </a:cubicBezTo>
                  <a:cubicBezTo>
                    <a:pt x="54364" y="57167"/>
                    <a:pt x="54364" y="57167"/>
                    <a:pt x="54291" y="59187"/>
                  </a:cubicBezTo>
                  <a:cubicBezTo>
                    <a:pt x="54242" y="59871"/>
                    <a:pt x="54193" y="60555"/>
                    <a:pt x="54142" y="61259"/>
                  </a:cubicBezTo>
                  <a:cubicBezTo>
                    <a:pt x="54115" y="61788"/>
                    <a:pt x="54087" y="62316"/>
                    <a:pt x="54058" y="62861"/>
                  </a:cubicBezTo>
                  <a:cubicBezTo>
                    <a:pt x="53321" y="62861"/>
                    <a:pt x="52585" y="62861"/>
                    <a:pt x="51826" y="62861"/>
                  </a:cubicBezTo>
                  <a:cubicBezTo>
                    <a:pt x="51789" y="63551"/>
                    <a:pt x="51753" y="64240"/>
                    <a:pt x="51715" y="64951"/>
                  </a:cubicBezTo>
                  <a:cubicBezTo>
                    <a:pt x="51660" y="65842"/>
                    <a:pt x="51604" y="66733"/>
                    <a:pt x="51547" y="67651"/>
                  </a:cubicBezTo>
                  <a:cubicBezTo>
                    <a:pt x="51495" y="68541"/>
                    <a:pt x="51443" y="69430"/>
                    <a:pt x="51390" y="70346"/>
                  </a:cubicBezTo>
                  <a:cubicBezTo>
                    <a:pt x="51288" y="71068"/>
                    <a:pt x="51186" y="71791"/>
                    <a:pt x="51082" y="72535"/>
                  </a:cubicBezTo>
                  <a:cubicBezTo>
                    <a:pt x="50345" y="72903"/>
                    <a:pt x="50345" y="72903"/>
                    <a:pt x="49593" y="73279"/>
                  </a:cubicBezTo>
                  <a:cubicBezTo>
                    <a:pt x="49244" y="75545"/>
                    <a:pt x="49244" y="75545"/>
                    <a:pt x="49128" y="78162"/>
                  </a:cubicBezTo>
                  <a:cubicBezTo>
                    <a:pt x="49072" y="79054"/>
                    <a:pt x="49017" y="79945"/>
                    <a:pt x="48960" y="80863"/>
                  </a:cubicBezTo>
                  <a:cubicBezTo>
                    <a:pt x="48923" y="81552"/>
                    <a:pt x="48887" y="82242"/>
                    <a:pt x="48849" y="82953"/>
                  </a:cubicBezTo>
                  <a:cubicBezTo>
                    <a:pt x="48112" y="82953"/>
                    <a:pt x="47376" y="82953"/>
                    <a:pt x="46617" y="82953"/>
                  </a:cubicBezTo>
                  <a:cubicBezTo>
                    <a:pt x="46580" y="83911"/>
                    <a:pt x="46544" y="84869"/>
                    <a:pt x="46506" y="85857"/>
                  </a:cubicBezTo>
                  <a:cubicBezTo>
                    <a:pt x="46450" y="87106"/>
                    <a:pt x="46394" y="88355"/>
                    <a:pt x="46338" y="89604"/>
                  </a:cubicBezTo>
                  <a:cubicBezTo>
                    <a:pt x="46315" y="90236"/>
                    <a:pt x="46292" y="90869"/>
                    <a:pt x="46268" y="91521"/>
                  </a:cubicBezTo>
                  <a:cubicBezTo>
                    <a:pt x="46239" y="92122"/>
                    <a:pt x="46210" y="92724"/>
                    <a:pt x="46181" y="93345"/>
                  </a:cubicBezTo>
                  <a:cubicBezTo>
                    <a:pt x="46157" y="93902"/>
                    <a:pt x="46134" y="94459"/>
                    <a:pt x="46110" y="95033"/>
                  </a:cubicBezTo>
                  <a:cubicBezTo>
                    <a:pt x="46031" y="95467"/>
                    <a:pt x="45953" y="95901"/>
                    <a:pt x="45873" y="96347"/>
                  </a:cubicBezTo>
                  <a:cubicBezTo>
                    <a:pt x="45136" y="96716"/>
                    <a:pt x="45136" y="96716"/>
                    <a:pt x="44384" y="97091"/>
                  </a:cubicBezTo>
                  <a:cubicBezTo>
                    <a:pt x="43641" y="99246"/>
                    <a:pt x="43524" y="101322"/>
                    <a:pt x="43457" y="103588"/>
                  </a:cubicBezTo>
                  <a:cubicBezTo>
                    <a:pt x="43433" y="104247"/>
                    <a:pt x="43408" y="104905"/>
                    <a:pt x="43383" y="105584"/>
                  </a:cubicBezTo>
                  <a:cubicBezTo>
                    <a:pt x="43337" y="106969"/>
                    <a:pt x="43294" y="108355"/>
                    <a:pt x="43255" y="109740"/>
                  </a:cubicBezTo>
                  <a:cubicBezTo>
                    <a:pt x="43230" y="110396"/>
                    <a:pt x="43204" y="111052"/>
                    <a:pt x="43178" y="111727"/>
                  </a:cubicBezTo>
                  <a:cubicBezTo>
                    <a:pt x="43150" y="112628"/>
                    <a:pt x="43150" y="112628"/>
                    <a:pt x="43121" y="113547"/>
                  </a:cubicBezTo>
                  <a:cubicBezTo>
                    <a:pt x="43047" y="114011"/>
                    <a:pt x="42973" y="114474"/>
                    <a:pt x="42896" y="114951"/>
                  </a:cubicBezTo>
                  <a:cubicBezTo>
                    <a:pt x="42405" y="115196"/>
                    <a:pt x="41914" y="115442"/>
                    <a:pt x="41408" y="115695"/>
                  </a:cubicBezTo>
                  <a:cubicBezTo>
                    <a:pt x="41242" y="117953"/>
                    <a:pt x="41176" y="120145"/>
                    <a:pt x="41170" y="122405"/>
                  </a:cubicBezTo>
                  <a:cubicBezTo>
                    <a:pt x="41159" y="123462"/>
                    <a:pt x="41159" y="123462"/>
                    <a:pt x="41148" y="124539"/>
                  </a:cubicBezTo>
                  <a:cubicBezTo>
                    <a:pt x="41125" y="126879"/>
                    <a:pt x="41112" y="129218"/>
                    <a:pt x="41100" y="131557"/>
                  </a:cubicBezTo>
                  <a:cubicBezTo>
                    <a:pt x="41086" y="133175"/>
                    <a:pt x="41071" y="134792"/>
                    <a:pt x="41056" y="136409"/>
                  </a:cubicBezTo>
                  <a:cubicBezTo>
                    <a:pt x="41018" y="140675"/>
                    <a:pt x="40988" y="144941"/>
                    <a:pt x="40961" y="149207"/>
                  </a:cubicBezTo>
                  <a:cubicBezTo>
                    <a:pt x="40931" y="153556"/>
                    <a:pt x="40893" y="157905"/>
                    <a:pt x="40855" y="162255"/>
                  </a:cubicBezTo>
                  <a:cubicBezTo>
                    <a:pt x="40783" y="170795"/>
                    <a:pt x="40720" y="179336"/>
                    <a:pt x="40664" y="187877"/>
                  </a:cubicBezTo>
                  <a:cubicBezTo>
                    <a:pt x="41400" y="187877"/>
                    <a:pt x="42137" y="187877"/>
                    <a:pt x="42896" y="187877"/>
                  </a:cubicBezTo>
                  <a:cubicBezTo>
                    <a:pt x="42918" y="188575"/>
                    <a:pt x="42918" y="188575"/>
                    <a:pt x="42941" y="189287"/>
                  </a:cubicBezTo>
                  <a:cubicBezTo>
                    <a:pt x="43011" y="191391"/>
                    <a:pt x="43093" y="193494"/>
                    <a:pt x="43175" y="195597"/>
                  </a:cubicBezTo>
                  <a:cubicBezTo>
                    <a:pt x="43198" y="196330"/>
                    <a:pt x="43221" y="197063"/>
                    <a:pt x="43245" y="197818"/>
                  </a:cubicBezTo>
                  <a:cubicBezTo>
                    <a:pt x="43288" y="198868"/>
                    <a:pt x="43288" y="198868"/>
                    <a:pt x="43332" y="199940"/>
                  </a:cubicBezTo>
                  <a:cubicBezTo>
                    <a:pt x="43355" y="200587"/>
                    <a:pt x="43379" y="201234"/>
                    <a:pt x="43403" y="201900"/>
                  </a:cubicBezTo>
                  <a:cubicBezTo>
                    <a:pt x="43500" y="203660"/>
                    <a:pt x="43500" y="203660"/>
                    <a:pt x="45128" y="204992"/>
                  </a:cubicBezTo>
                  <a:cubicBezTo>
                    <a:pt x="45374" y="204992"/>
                    <a:pt x="45620" y="204992"/>
                    <a:pt x="45873" y="204992"/>
                  </a:cubicBezTo>
                  <a:cubicBezTo>
                    <a:pt x="46118" y="209658"/>
                    <a:pt x="46364" y="214323"/>
                    <a:pt x="46617" y="219130"/>
                  </a:cubicBezTo>
                  <a:cubicBezTo>
                    <a:pt x="47353" y="219130"/>
                    <a:pt x="48090" y="219130"/>
                    <a:pt x="48849" y="219130"/>
                  </a:cubicBezTo>
                  <a:cubicBezTo>
                    <a:pt x="48886" y="219820"/>
                    <a:pt x="48922" y="220510"/>
                    <a:pt x="48960" y="221220"/>
                  </a:cubicBezTo>
                  <a:cubicBezTo>
                    <a:pt x="49015" y="222112"/>
                    <a:pt x="49071" y="223003"/>
                    <a:pt x="49128" y="223921"/>
                  </a:cubicBezTo>
                  <a:cubicBezTo>
                    <a:pt x="49206" y="225255"/>
                    <a:pt x="49206" y="225255"/>
                    <a:pt x="49285" y="226616"/>
                  </a:cubicBezTo>
                  <a:cubicBezTo>
                    <a:pt x="49387" y="227338"/>
                    <a:pt x="49488" y="228060"/>
                    <a:pt x="49593" y="228804"/>
                  </a:cubicBezTo>
                  <a:cubicBezTo>
                    <a:pt x="50084" y="229050"/>
                    <a:pt x="50575" y="229295"/>
                    <a:pt x="51082" y="229548"/>
                  </a:cubicBezTo>
                  <a:cubicBezTo>
                    <a:pt x="51347" y="231641"/>
                    <a:pt x="51412" y="233717"/>
                    <a:pt x="51497" y="235824"/>
                  </a:cubicBezTo>
                  <a:cubicBezTo>
                    <a:pt x="51606" y="236454"/>
                    <a:pt x="51714" y="237085"/>
                    <a:pt x="51826" y="237734"/>
                  </a:cubicBezTo>
                  <a:cubicBezTo>
                    <a:pt x="52562" y="238225"/>
                    <a:pt x="53299" y="238716"/>
                    <a:pt x="54058" y="239222"/>
                  </a:cubicBezTo>
                  <a:cubicBezTo>
                    <a:pt x="54396" y="241358"/>
                    <a:pt x="54432" y="243437"/>
                    <a:pt x="54500" y="245597"/>
                  </a:cubicBezTo>
                  <a:cubicBezTo>
                    <a:pt x="54600" y="246195"/>
                    <a:pt x="54699" y="246792"/>
                    <a:pt x="54802" y="247408"/>
                  </a:cubicBezTo>
                  <a:cubicBezTo>
                    <a:pt x="55539" y="247653"/>
                    <a:pt x="56276" y="247899"/>
                    <a:pt x="57035" y="248152"/>
                  </a:cubicBezTo>
                  <a:cubicBezTo>
                    <a:pt x="57253" y="249852"/>
                    <a:pt x="57253" y="249852"/>
                    <a:pt x="57174" y="251919"/>
                  </a:cubicBezTo>
                  <a:cubicBezTo>
                    <a:pt x="57154" y="252603"/>
                    <a:pt x="57134" y="253287"/>
                    <a:pt x="57113" y="253992"/>
                  </a:cubicBezTo>
                  <a:cubicBezTo>
                    <a:pt x="57087" y="254520"/>
                    <a:pt x="57061" y="255049"/>
                    <a:pt x="57035" y="255593"/>
                  </a:cubicBezTo>
                  <a:cubicBezTo>
                    <a:pt x="57771" y="255593"/>
                    <a:pt x="58508" y="255593"/>
                    <a:pt x="59267" y="255593"/>
                  </a:cubicBezTo>
                  <a:cubicBezTo>
                    <a:pt x="59635" y="259277"/>
                    <a:pt x="59635" y="259277"/>
                    <a:pt x="60011" y="263035"/>
                  </a:cubicBezTo>
                  <a:cubicBezTo>
                    <a:pt x="60748" y="263035"/>
                    <a:pt x="61485" y="263035"/>
                    <a:pt x="62244" y="263035"/>
                  </a:cubicBezTo>
                  <a:cubicBezTo>
                    <a:pt x="62365" y="264561"/>
                    <a:pt x="62486" y="266087"/>
                    <a:pt x="62607" y="267613"/>
                  </a:cubicBezTo>
                  <a:cubicBezTo>
                    <a:pt x="62733" y="268067"/>
                    <a:pt x="62858" y="268520"/>
                    <a:pt x="62988" y="268988"/>
                  </a:cubicBezTo>
                  <a:cubicBezTo>
                    <a:pt x="63724" y="269233"/>
                    <a:pt x="64461" y="269479"/>
                    <a:pt x="65220" y="269732"/>
                  </a:cubicBezTo>
                  <a:cubicBezTo>
                    <a:pt x="65549" y="271081"/>
                    <a:pt x="65549" y="271081"/>
                    <a:pt x="65639" y="272709"/>
                  </a:cubicBezTo>
                  <a:cubicBezTo>
                    <a:pt x="65702" y="274296"/>
                    <a:pt x="65702" y="274296"/>
                    <a:pt x="65964" y="275685"/>
                  </a:cubicBezTo>
                  <a:cubicBezTo>
                    <a:pt x="66455" y="275931"/>
                    <a:pt x="66947" y="276176"/>
                    <a:pt x="67453" y="276429"/>
                  </a:cubicBezTo>
                  <a:cubicBezTo>
                    <a:pt x="67949" y="278166"/>
                    <a:pt x="68445" y="279902"/>
                    <a:pt x="68941" y="281638"/>
                  </a:cubicBezTo>
                  <a:cubicBezTo>
                    <a:pt x="69432" y="281884"/>
                    <a:pt x="69923" y="282129"/>
                    <a:pt x="70429" y="282382"/>
                  </a:cubicBezTo>
                  <a:cubicBezTo>
                    <a:pt x="70871" y="284353"/>
                    <a:pt x="70981" y="286320"/>
                    <a:pt x="71173" y="288336"/>
                  </a:cubicBezTo>
                  <a:cubicBezTo>
                    <a:pt x="71910" y="288336"/>
                    <a:pt x="72647" y="288336"/>
                    <a:pt x="73406" y="288336"/>
                  </a:cubicBezTo>
                  <a:cubicBezTo>
                    <a:pt x="73544" y="289418"/>
                    <a:pt x="73544" y="289418"/>
                    <a:pt x="73685" y="290521"/>
                  </a:cubicBezTo>
                  <a:cubicBezTo>
                    <a:pt x="73915" y="291650"/>
                    <a:pt x="73915" y="291650"/>
                    <a:pt x="74150" y="292800"/>
                  </a:cubicBezTo>
                  <a:cubicBezTo>
                    <a:pt x="74641" y="293046"/>
                    <a:pt x="75132" y="293292"/>
                    <a:pt x="75638" y="293545"/>
                  </a:cubicBezTo>
                  <a:cubicBezTo>
                    <a:pt x="76353" y="295689"/>
                    <a:pt x="76461" y="297041"/>
                    <a:pt x="76429" y="299265"/>
                  </a:cubicBezTo>
                  <a:cubicBezTo>
                    <a:pt x="76422" y="299867"/>
                    <a:pt x="76415" y="300468"/>
                    <a:pt x="76408" y="301088"/>
                  </a:cubicBezTo>
                  <a:cubicBezTo>
                    <a:pt x="76400" y="301545"/>
                    <a:pt x="76391" y="302003"/>
                    <a:pt x="76382" y="302474"/>
                  </a:cubicBezTo>
                  <a:cubicBezTo>
                    <a:pt x="73080" y="302560"/>
                    <a:pt x="69779" y="302613"/>
                    <a:pt x="66476" y="302660"/>
                  </a:cubicBezTo>
                  <a:cubicBezTo>
                    <a:pt x="65536" y="302685"/>
                    <a:pt x="64597" y="302710"/>
                    <a:pt x="63629" y="302736"/>
                  </a:cubicBezTo>
                  <a:cubicBezTo>
                    <a:pt x="62729" y="302745"/>
                    <a:pt x="61830" y="302755"/>
                    <a:pt x="60904" y="302765"/>
                  </a:cubicBezTo>
                  <a:cubicBezTo>
                    <a:pt x="60074" y="302780"/>
                    <a:pt x="59243" y="302796"/>
                    <a:pt x="58388" y="302812"/>
                  </a:cubicBezTo>
                  <a:cubicBezTo>
                    <a:pt x="56290" y="302474"/>
                    <a:pt x="56290" y="302474"/>
                    <a:pt x="54912" y="301093"/>
                  </a:cubicBezTo>
                  <a:cubicBezTo>
                    <a:pt x="53966" y="299326"/>
                    <a:pt x="53684" y="297734"/>
                    <a:pt x="53314" y="295777"/>
                  </a:cubicBezTo>
                  <a:cubicBezTo>
                    <a:pt x="52823" y="295531"/>
                    <a:pt x="52332" y="295286"/>
                    <a:pt x="51826" y="295033"/>
                  </a:cubicBezTo>
                  <a:cubicBezTo>
                    <a:pt x="51718" y="294557"/>
                    <a:pt x="51611" y="294081"/>
                    <a:pt x="51500" y="293591"/>
                  </a:cubicBezTo>
                  <a:cubicBezTo>
                    <a:pt x="51184" y="291772"/>
                    <a:pt x="51184" y="291772"/>
                    <a:pt x="48849" y="290568"/>
                  </a:cubicBezTo>
                  <a:cubicBezTo>
                    <a:pt x="48348" y="289330"/>
                    <a:pt x="47851" y="288090"/>
                    <a:pt x="47361" y="286847"/>
                  </a:cubicBezTo>
                  <a:cubicBezTo>
                    <a:pt x="46870" y="286847"/>
                    <a:pt x="46379" y="286847"/>
                    <a:pt x="45873" y="286847"/>
                  </a:cubicBezTo>
                  <a:cubicBezTo>
                    <a:pt x="45873" y="284883"/>
                    <a:pt x="45873" y="282918"/>
                    <a:pt x="45873" y="280894"/>
                  </a:cubicBezTo>
                  <a:cubicBezTo>
                    <a:pt x="45136" y="280894"/>
                    <a:pt x="44399" y="280894"/>
                    <a:pt x="43640" y="280894"/>
                  </a:cubicBezTo>
                  <a:cubicBezTo>
                    <a:pt x="43107" y="279169"/>
                    <a:pt x="42611" y="277432"/>
                    <a:pt x="42152" y="275685"/>
                  </a:cubicBezTo>
                  <a:cubicBezTo>
                    <a:pt x="41661" y="275440"/>
                    <a:pt x="41170" y="275194"/>
                    <a:pt x="40664" y="274941"/>
                  </a:cubicBezTo>
                  <a:cubicBezTo>
                    <a:pt x="40556" y="274327"/>
                    <a:pt x="40449" y="273713"/>
                    <a:pt x="40338" y="273081"/>
                  </a:cubicBezTo>
                  <a:cubicBezTo>
                    <a:pt x="40200" y="272467"/>
                    <a:pt x="40062" y="271853"/>
                    <a:pt x="39919" y="271220"/>
                  </a:cubicBezTo>
                  <a:cubicBezTo>
                    <a:pt x="39183" y="270975"/>
                    <a:pt x="38446" y="270729"/>
                    <a:pt x="37687" y="270476"/>
                  </a:cubicBezTo>
                  <a:cubicBezTo>
                    <a:pt x="37469" y="268939"/>
                    <a:pt x="37469" y="268939"/>
                    <a:pt x="37547" y="267081"/>
                  </a:cubicBezTo>
                  <a:cubicBezTo>
                    <a:pt x="37578" y="266159"/>
                    <a:pt x="37578" y="266159"/>
                    <a:pt x="37608" y="265218"/>
                  </a:cubicBezTo>
                  <a:cubicBezTo>
                    <a:pt x="37634" y="264743"/>
                    <a:pt x="37660" y="264268"/>
                    <a:pt x="37687" y="263779"/>
                  </a:cubicBezTo>
                  <a:cubicBezTo>
                    <a:pt x="36950" y="263779"/>
                    <a:pt x="36214" y="263779"/>
                    <a:pt x="35455" y="263779"/>
                  </a:cubicBezTo>
                  <a:cubicBezTo>
                    <a:pt x="34963" y="262503"/>
                    <a:pt x="34963" y="262503"/>
                    <a:pt x="34664" y="260849"/>
                  </a:cubicBezTo>
                  <a:cubicBezTo>
                    <a:pt x="34392" y="259235"/>
                    <a:pt x="34392" y="259235"/>
                    <a:pt x="33966" y="257826"/>
                  </a:cubicBezTo>
                  <a:cubicBezTo>
                    <a:pt x="33475" y="257580"/>
                    <a:pt x="32984" y="257335"/>
                    <a:pt x="32478" y="257082"/>
                  </a:cubicBezTo>
                  <a:cubicBezTo>
                    <a:pt x="32170" y="255544"/>
                    <a:pt x="32170" y="255544"/>
                    <a:pt x="32013" y="253687"/>
                  </a:cubicBezTo>
                  <a:cubicBezTo>
                    <a:pt x="31957" y="253072"/>
                    <a:pt x="31902" y="252457"/>
                    <a:pt x="31844" y="251823"/>
                  </a:cubicBezTo>
                  <a:cubicBezTo>
                    <a:pt x="31808" y="251348"/>
                    <a:pt x="31771" y="250874"/>
                    <a:pt x="31734" y="250384"/>
                  </a:cubicBezTo>
                  <a:cubicBezTo>
                    <a:pt x="30997" y="250384"/>
                    <a:pt x="30260" y="250384"/>
                    <a:pt x="29501" y="250384"/>
                  </a:cubicBezTo>
                  <a:cubicBezTo>
                    <a:pt x="29474" y="249918"/>
                    <a:pt x="29446" y="249452"/>
                    <a:pt x="29417" y="248972"/>
                  </a:cubicBezTo>
                  <a:cubicBezTo>
                    <a:pt x="29344" y="248059"/>
                    <a:pt x="29344" y="248059"/>
                    <a:pt x="29269" y="247129"/>
                  </a:cubicBezTo>
                  <a:cubicBezTo>
                    <a:pt x="29226" y="246524"/>
                    <a:pt x="29183" y="245920"/>
                    <a:pt x="29138" y="245297"/>
                  </a:cubicBezTo>
                  <a:cubicBezTo>
                    <a:pt x="28884" y="243405"/>
                    <a:pt x="28884" y="243405"/>
                    <a:pt x="26525" y="242199"/>
                  </a:cubicBezTo>
                  <a:cubicBezTo>
                    <a:pt x="26525" y="240711"/>
                    <a:pt x="26525" y="239222"/>
                    <a:pt x="26525" y="237734"/>
                  </a:cubicBezTo>
                  <a:cubicBezTo>
                    <a:pt x="26173" y="237398"/>
                    <a:pt x="25821" y="237063"/>
                    <a:pt x="25458" y="236717"/>
                  </a:cubicBezTo>
                  <a:cubicBezTo>
                    <a:pt x="23910" y="235103"/>
                    <a:pt x="23827" y="233831"/>
                    <a:pt x="23502" y="231641"/>
                  </a:cubicBezTo>
                  <a:cubicBezTo>
                    <a:pt x="23241" y="229678"/>
                    <a:pt x="23241" y="229678"/>
                    <a:pt x="22804" y="228060"/>
                  </a:cubicBezTo>
                  <a:cubicBezTo>
                    <a:pt x="22313" y="228060"/>
                    <a:pt x="21822" y="228060"/>
                    <a:pt x="21316" y="228060"/>
                  </a:cubicBezTo>
                  <a:cubicBezTo>
                    <a:pt x="21288" y="227433"/>
                    <a:pt x="21260" y="226805"/>
                    <a:pt x="21232" y="226159"/>
                  </a:cubicBezTo>
                  <a:cubicBezTo>
                    <a:pt x="21183" y="225344"/>
                    <a:pt x="21134" y="224528"/>
                    <a:pt x="21083" y="223688"/>
                  </a:cubicBezTo>
                  <a:cubicBezTo>
                    <a:pt x="21040" y="222877"/>
                    <a:pt x="20997" y="222065"/>
                    <a:pt x="20953" y="221229"/>
                  </a:cubicBezTo>
                  <a:cubicBezTo>
                    <a:pt x="20827" y="220537"/>
                    <a:pt x="20701" y="219844"/>
                    <a:pt x="20572" y="219130"/>
                  </a:cubicBezTo>
                  <a:cubicBezTo>
                    <a:pt x="19835" y="218639"/>
                    <a:pt x="19098" y="218148"/>
                    <a:pt x="18339" y="217642"/>
                  </a:cubicBezTo>
                  <a:cubicBezTo>
                    <a:pt x="18093" y="215720"/>
                    <a:pt x="17958" y="213941"/>
                    <a:pt x="17921" y="212015"/>
                  </a:cubicBezTo>
                  <a:cubicBezTo>
                    <a:pt x="17874" y="210150"/>
                    <a:pt x="17769" y="208341"/>
                    <a:pt x="17595" y="206480"/>
                  </a:cubicBezTo>
                  <a:cubicBezTo>
                    <a:pt x="17104" y="206235"/>
                    <a:pt x="16613" y="205989"/>
                    <a:pt x="16107" y="205736"/>
                  </a:cubicBezTo>
                  <a:cubicBezTo>
                    <a:pt x="15870" y="204354"/>
                    <a:pt x="15870" y="204354"/>
                    <a:pt x="15799" y="202570"/>
                  </a:cubicBezTo>
                  <a:cubicBezTo>
                    <a:pt x="15770" y="201935"/>
                    <a:pt x="15741" y="201299"/>
                    <a:pt x="15712" y="200645"/>
                  </a:cubicBezTo>
                  <a:cubicBezTo>
                    <a:pt x="15689" y="199977"/>
                    <a:pt x="15666" y="199308"/>
                    <a:pt x="15642" y="198620"/>
                  </a:cubicBezTo>
                  <a:cubicBezTo>
                    <a:pt x="15599" y="197614"/>
                    <a:pt x="15599" y="197614"/>
                    <a:pt x="15555" y="196587"/>
                  </a:cubicBezTo>
                  <a:cubicBezTo>
                    <a:pt x="15484" y="194924"/>
                    <a:pt x="15421" y="193261"/>
                    <a:pt x="15363" y="191597"/>
                  </a:cubicBezTo>
                  <a:cubicBezTo>
                    <a:pt x="14626" y="191843"/>
                    <a:pt x="13889" y="192088"/>
                    <a:pt x="13130" y="192341"/>
                  </a:cubicBezTo>
                  <a:cubicBezTo>
                    <a:pt x="12762" y="179449"/>
                    <a:pt x="12762" y="179449"/>
                    <a:pt x="12386" y="166297"/>
                  </a:cubicBezTo>
                  <a:cubicBezTo>
                    <a:pt x="11649" y="166297"/>
                    <a:pt x="10913" y="166297"/>
                    <a:pt x="10154" y="166297"/>
                  </a:cubicBezTo>
                  <a:cubicBezTo>
                    <a:pt x="10099" y="162297"/>
                    <a:pt x="10058" y="158297"/>
                    <a:pt x="10031" y="154297"/>
                  </a:cubicBezTo>
                  <a:cubicBezTo>
                    <a:pt x="10020" y="152935"/>
                    <a:pt x="10005" y="151574"/>
                    <a:pt x="9985" y="150213"/>
                  </a:cubicBezTo>
                  <a:cubicBezTo>
                    <a:pt x="9958" y="148259"/>
                    <a:pt x="9946" y="146305"/>
                    <a:pt x="9936" y="144350"/>
                  </a:cubicBezTo>
                  <a:cubicBezTo>
                    <a:pt x="9924" y="143739"/>
                    <a:pt x="9913" y="143128"/>
                    <a:pt x="9901" y="142499"/>
                  </a:cubicBezTo>
                  <a:cubicBezTo>
                    <a:pt x="9900" y="140784"/>
                    <a:pt x="9900" y="140784"/>
                    <a:pt x="10154" y="138019"/>
                  </a:cubicBezTo>
                  <a:cubicBezTo>
                    <a:pt x="11259" y="137282"/>
                    <a:pt x="11259" y="137282"/>
                    <a:pt x="12386" y="136531"/>
                  </a:cubicBezTo>
                  <a:cubicBezTo>
                    <a:pt x="12638" y="134584"/>
                    <a:pt x="12750" y="132803"/>
                    <a:pt x="12767" y="130851"/>
                  </a:cubicBezTo>
                  <a:cubicBezTo>
                    <a:pt x="12780" y="130292"/>
                    <a:pt x="12794" y="129732"/>
                    <a:pt x="12807" y="129156"/>
                  </a:cubicBezTo>
                  <a:cubicBezTo>
                    <a:pt x="12848" y="127366"/>
                    <a:pt x="12873" y="125577"/>
                    <a:pt x="12898" y="123787"/>
                  </a:cubicBezTo>
                  <a:cubicBezTo>
                    <a:pt x="12922" y="122575"/>
                    <a:pt x="12948" y="121363"/>
                    <a:pt x="12975" y="120151"/>
                  </a:cubicBezTo>
                  <a:cubicBezTo>
                    <a:pt x="13038" y="117178"/>
                    <a:pt x="13088" y="114204"/>
                    <a:pt x="13130" y="111230"/>
                  </a:cubicBezTo>
                  <a:cubicBezTo>
                    <a:pt x="13867" y="111476"/>
                    <a:pt x="14604" y="111721"/>
                    <a:pt x="15363" y="111974"/>
                  </a:cubicBezTo>
                  <a:cubicBezTo>
                    <a:pt x="15608" y="106572"/>
                    <a:pt x="15854" y="101169"/>
                    <a:pt x="16107" y="95603"/>
                  </a:cubicBezTo>
                  <a:cubicBezTo>
                    <a:pt x="16598" y="95603"/>
                    <a:pt x="17089" y="95603"/>
                    <a:pt x="17595" y="95603"/>
                  </a:cubicBezTo>
                  <a:cubicBezTo>
                    <a:pt x="18320" y="93282"/>
                    <a:pt x="18334" y="91165"/>
                    <a:pt x="18246" y="88766"/>
                  </a:cubicBezTo>
                  <a:cubicBezTo>
                    <a:pt x="18277" y="87830"/>
                    <a:pt x="18308" y="86894"/>
                    <a:pt x="18339" y="85929"/>
                  </a:cubicBezTo>
                  <a:cubicBezTo>
                    <a:pt x="19444" y="85193"/>
                    <a:pt x="19444" y="85193"/>
                    <a:pt x="20572" y="84441"/>
                  </a:cubicBezTo>
                  <a:cubicBezTo>
                    <a:pt x="21007" y="82294"/>
                    <a:pt x="21007" y="82294"/>
                    <a:pt x="21083" y="79883"/>
                  </a:cubicBezTo>
                  <a:cubicBezTo>
                    <a:pt x="21132" y="79068"/>
                    <a:pt x="21181" y="78252"/>
                    <a:pt x="21232" y="77412"/>
                  </a:cubicBezTo>
                  <a:cubicBezTo>
                    <a:pt x="21259" y="76785"/>
                    <a:pt x="21287" y="76158"/>
                    <a:pt x="21316" y="75511"/>
                  </a:cubicBezTo>
                  <a:cubicBezTo>
                    <a:pt x="22053" y="75511"/>
                    <a:pt x="22789" y="75511"/>
                    <a:pt x="23548" y="75511"/>
                  </a:cubicBezTo>
                  <a:cubicBezTo>
                    <a:pt x="23576" y="74929"/>
                    <a:pt x="23604" y="74347"/>
                    <a:pt x="23633" y="73747"/>
                  </a:cubicBezTo>
                  <a:cubicBezTo>
                    <a:pt x="23682" y="72994"/>
                    <a:pt x="23730" y="72241"/>
                    <a:pt x="23781" y="71465"/>
                  </a:cubicBezTo>
                  <a:cubicBezTo>
                    <a:pt x="23824" y="70714"/>
                    <a:pt x="23867" y="69963"/>
                    <a:pt x="23912" y="69189"/>
                  </a:cubicBezTo>
                  <a:cubicBezTo>
                    <a:pt x="24037" y="68574"/>
                    <a:pt x="24163" y="67959"/>
                    <a:pt x="24292" y="67326"/>
                  </a:cubicBezTo>
                  <a:cubicBezTo>
                    <a:pt x="25397" y="66957"/>
                    <a:pt x="25397" y="66957"/>
                    <a:pt x="26525" y="66582"/>
                  </a:cubicBezTo>
                  <a:cubicBezTo>
                    <a:pt x="26657" y="65006"/>
                    <a:pt x="26473" y="63548"/>
                    <a:pt x="26313" y="61977"/>
                  </a:cubicBezTo>
                  <a:cubicBezTo>
                    <a:pt x="26383" y="61532"/>
                    <a:pt x="26453" y="61087"/>
                    <a:pt x="26525" y="60629"/>
                  </a:cubicBezTo>
                  <a:cubicBezTo>
                    <a:pt x="27016" y="60513"/>
                    <a:pt x="27507" y="60398"/>
                    <a:pt x="28013" y="60280"/>
                  </a:cubicBezTo>
                  <a:cubicBezTo>
                    <a:pt x="28504" y="60149"/>
                    <a:pt x="28995" y="60019"/>
                    <a:pt x="29501" y="59884"/>
                  </a:cubicBezTo>
                  <a:cubicBezTo>
                    <a:pt x="29779" y="58322"/>
                    <a:pt x="29779" y="58322"/>
                    <a:pt x="29548" y="56536"/>
                  </a:cubicBezTo>
                  <a:cubicBezTo>
                    <a:pt x="29388" y="54699"/>
                    <a:pt x="29388" y="54699"/>
                    <a:pt x="29501" y="53187"/>
                  </a:cubicBezTo>
                  <a:cubicBezTo>
                    <a:pt x="30606" y="52819"/>
                    <a:pt x="30606" y="52819"/>
                    <a:pt x="31734" y="52443"/>
                  </a:cubicBezTo>
                  <a:cubicBezTo>
                    <a:pt x="32169" y="51040"/>
                    <a:pt x="32169" y="51040"/>
                    <a:pt x="32245" y="49420"/>
                  </a:cubicBezTo>
                  <a:cubicBezTo>
                    <a:pt x="32322" y="48453"/>
                    <a:pt x="32399" y="47486"/>
                    <a:pt x="32478" y="46490"/>
                  </a:cubicBezTo>
                  <a:cubicBezTo>
                    <a:pt x="33215" y="46490"/>
                    <a:pt x="33951" y="46490"/>
                    <a:pt x="34710" y="46490"/>
                  </a:cubicBezTo>
                  <a:cubicBezTo>
                    <a:pt x="34664" y="45799"/>
                    <a:pt x="34618" y="45109"/>
                    <a:pt x="34571" y="44397"/>
                  </a:cubicBezTo>
                  <a:cubicBezTo>
                    <a:pt x="34710" y="42025"/>
                    <a:pt x="34710" y="42025"/>
                    <a:pt x="35780" y="41002"/>
                  </a:cubicBezTo>
                  <a:cubicBezTo>
                    <a:pt x="37225" y="39499"/>
                    <a:pt x="37145" y="38764"/>
                    <a:pt x="37315" y="36723"/>
                  </a:cubicBezTo>
                  <a:cubicBezTo>
                    <a:pt x="37438" y="35771"/>
                    <a:pt x="37560" y="34820"/>
                    <a:pt x="37687" y="33840"/>
                  </a:cubicBezTo>
                  <a:cubicBezTo>
                    <a:pt x="38424" y="33594"/>
                    <a:pt x="39160" y="33348"/>
                    <a:pt x="39919" y="33095"/>
                  </a:cubicBezTo>
                  <a:cubicBezTo>
                    <a:pt x="40197" y="31612"/>
                    <a:pt x="40446" y="30124"/>
                    <a:pt x="40664" y="28631"/>
                  </a:cubicBezTo>
                  <a:cubicBezTo>
                    <a:pt x="41155" y="28385"/>
                    <a:pt x="41646" y="28139"/>
                    <a:pt x="42152" y="27886"/>
                  </a:cubicBezTo>
                  <a:cubicBezTo>
                    <a:pt x="42397" y="27150"/>
                    <a:pt x="42643" y="26413"/>
                    <a:pt x="42896" y="25654"/>
                  </a:cubicBezTo>
                  <a:cubicBezTo>
                    <a:pt x="43640" y="23422"/>
                    <a:pt x="43640" y="23422"/>
                    <a:pt x="45128" y="22677"/>
                  </a:cubicBezTo>
                  <a:cubicBezTo>
                    <a:pt x="45618" y="20423"/>
                    <a:pt x="45618" y="20423"/>
                    <a:pt x="45873" y="18213"/>
                  </a:cubicBezTo>
                  <a:cubicBezTo>
                    <a:pt x="46609" y="18213"/>
                    <a:pt x="47346" y="18213"/>
                    <a:pt x="48105" y="18213"/>
                  </a:cubicBezTo>
                  <a:cubicBezTo>
                    <a:pt x="48351" y="16494"/>
                    <a:pt x="48596" y="14775"/>
                    <a:pt x="48849" y="13004"/>
                  </a:cubicBezTo>
                  <a:cubicBezTo>
                    <a:pt x="49586" y="13004"/>
                    <a:pt x="50322" y="13004"/>
                    <a:pt x="51082" y="13004"/>
                  </a:cubicBezTo>
                  <a:cubicBezTo>
                    <a:pt x="51327" y="11530"/>
                    <a:pt x="51573" y="10057"/>
                    <a:pt x="51826" y="8539"/>
                  </a:cubicBezTo>
                  <a:cubicBezTo>
                    <a:pt x="52562" y="8539"/>
                    <a:pt x="53299" y="8539"/>
                    <a:pt x="54058" y="8539"/>
                  </a:cubicBezTo>
                  <a:cubicBezTo>
                    <a:pt x="54027" y="7986"/>
                    <a:pt x="53997" y="7434"/>
                    <a:pt x="53965" y="6864"/>
                  </a:cubicBezTo>
                  <a:cubicBezTo>
                    <a:pt x="54106" y="3753"/>
                    <a:pt x="54313" y="2042"/>
                    <a:pt x="57628" y="1504"/>
                  </a:cubicBezTo>
                  <a:close/>
                </a:path>
              </a:pathLst>
            </a:custGeom>
            <a:grpFill/>
            <a:ln w="744" cap="flat">
              <a:noFill/>
              <a:prstDash val="solid"/>
              <a:miter/>
            </a:ln>
          </p:spPr>
          <p:txBody>
            <a:bodyPr rtlCol="0" anchor="ctr"/>
            <a:lstStyle/>
            <a:p>
              <a:endParaRPr lang="zh-CN" altLang="en-US"/>
            </a:p>
          </p:txBody>
        </p:sp>
        <p:sp>
          <p:nvSpPr>
            <p:cNvPr id="209" name="任意多边形: 形状 208"/>
            <p:cNvSpPr/>
            <p:nvPr/>
          </p:nvSpPr>
          <p:spPr>
            <a:xfrm>
              <a:off x="8076790" y="1392727"/>
              <a:ext cx="66347" cy="301552"/>
            </a:xfrm>
            <a:custGeom>
              <a:avLst/>
              <a:gdLst>
                <a:gd name="connsiteX0" fmla="*/ 11432 w 66347"/>
                <a:gd name="connsiteY0" fmla="*/ 1757 h 301542"/>
                <a:gd name="connsiteX1" fmla="*/ 21431 w 66347"/>
                <a:gd name="connsiteY1" fmla="*/ 1618 h 301542"/>
                <a:gd name="connsiteX2" fmla="*/ 24316 w 66347"/>
                <a:gd name="connsiteY2" fmla="*/ 1561 h 301542"/>
                <a:gd name="connsiteX3" fmla="*/ 27056 w 66347"/>
                <a:gd name="connsiteY3" fmla="*/ 1539 h 301542"/>
                <a:gd name="connsiteX4" fmla="*/ 29595 w 66347"/>
                <a:gd name="connsiteY4" fmla="*/ 1504 h 301542"/>
                <a:gd name="connsiteX5" fmla="*/ 31524 w 66347"/>
                <a:gd name="connsiteY5" fmla="*/ 1757 h 301542"/>
                <a:gd name="connsiteX6" fmla="*/ 32268 w 66347"/>
                <a:gd name="connsiteY6" fmla="*/ 3990 h 301542"/>
                <a:gd name="connsiteX7" fmla="*/ 33756 w 66347"/>
                <a:gd name="connsiteY7" fmla="*/ 4734 h 301542"/>
                <a:gd name="connsiteX8" fmla="*/ 34082 w 66347"/>
                <a:gd name="connsiteY8" fmla="*/ 6501 h 301542"/>
                <a:gd name="connsiteX9" fmla="*/ 37942 w 66347"/>
                <a:gd name="connsiteY9" fmla="*/ 11571 h 301542"/>
                <a:gd name="connsiteX10" fmla="*/ 39709 w 66347"/>
                <a:gd name="connsiteY10" fmla="*/ 18873 h 301542"/>
                <a:gd name="connsiteX11" fmla="*/ 41942 w 66347"/>
                <a:gd name="connsiteY11" fmla="*/ 18873 h 301542"/>
                <a:gd name="connsiteX12" fmla="*/ 42686 w 66347"/>
                <a:gd name="connsiteY12" fmla="*/ 22593 h 301542"/>
                <a:gd name="connsiteX13" fmla="*/ 44918 w 66347"/>
                <a:gd name="connsiteY13" fmla="*/ 24082 h 301542"/>
                <a:gd name="connsiteX14" fmla="*/ 45662 w 66347"/>
                <a:gd name="connsiteY14" fmla="*/ 28546 h 301542"/>
                <a:gd name="connsiteX15" fmla="*/ 47151 w 66347"/>
                <a:gd name="connsiteY15" fmla="*/ 29291 h 301542"/>
                <a:gd name="connsiteX16" fmla="*/ 47895 w 66347"/>
                <a:gd name="connsiteY16" fmla="*/ 34500 h 301542"/>
                <a:gd name="connsiteX17" fmla="*/ 50127 w 66347"/>
                <a:gd name="connsiteY17" fmla="*/ 34500 h 301542"/>
                <a:gd name="connsiteX18" fmla="*/ 50360 w 66347"/>
                <a:gd name="connsiteY18" fmla="*/ 37058 h 301542"/>
                <a:gd name="connsiteX19" fmla="*/ 50871 w 66347"/>
                <a:gd name="connsiteY19" fmla="*/ 39709 h 301542"/>
                <a:gd name="connsiteX20" fmla="*/ 53104 w 66347"/>
                <a:gd name="connsiteY20" fmla="*/ 40453 h 301542"/>
                <a:gd name="connsiteX21" fmla="*/ 53848 w 66347"/>
                <a:gd name="connsiteY21" fmla="*/ 45662 h 301542"/>
                <a:gd name="connsiteX22" fmla="*/ 55336 w 66347"/>
                <a:gd name="connsiteY22" fmla="*/ 46406 h 301542"/>
                <a:gd name="connsiteX23" fmla="*/ 55801 w 66347"/>
                <a:gd name="connsiteY23" fmla="*/ 49801 h 301542"/>
                <a:gd name="connsiteX24" fmla="*/ 55970 w 66347"/>
                <a:gd name="connsiteY24" fmla="*/ 51664 h 301542"/>
                <a:gd name="connsiteX25" fmla="*/ 56080 w 66347"/>
                <a:gd name="connsiteY25" fmla="*/ 53103 h 301542"/>
                <a:gd name="connsiteX26" fmla="*/ 58313 w 66347"/>
                <a:gd name="connsiteY26" fmla="*/ 53103 h 301542"/>
                <a:gd name="connsiteX27" fmla="*/ 58676 w 66347"/>
                <a:gd name="connsiteY27" fmla="*/ 57681 h 301542"/>
                <a:gd name="connsiteX28" fmla="*/ 59057 w 66347"/>
                <a:gd name="connsiteY28" fmla="*/ 59056 h 301542"/>
                <a:gd name="connsiteX29" fmla="*/ 61289 w 66347"/>
                <a:gd name="connsiteY29" fmla="*/ 59800 h 301542"/>
                <a:gd name="connsiteX30" fmla="*/ 61661 w 66347"/>
                <a:gd name="connsiteY30" fmla="*/ 63475 h 301542"/>
                <a:gd name="connsiteX31" fmla="*/ 62034 w 66347"/>
                <a:gd name="connsiteY31" fmla="*/ 67242 h 301542"/>
                <a:gd name="connsiteX32" fmla="*/ 64266 w 66347"/>
                <a:gd name="connsiteY32" fmla="*/ 68730 h 301542"/>
                <a:gd name="connsiteX33" fmla="*/ 64685 w 66347"/>
                <a:gd name="connsiteY33" fmla="*/ 72125 h 301542"/>
                <a:gd name="connsiteX34" fmla="*/ 65010 w 66347"/>
                <a:gd name="connsiteY34" fmla="*/ 75427 h 301542"/>
                <a:gd name="connsiteX35" fmla="*/ 66498 w 66347"/>
                <a:gd name="connsiteY35" fmla="*/ 76171 h 301542"/>
                <a:gd name="connsiteX36" fmla="*/ 66914 w 66347"/>
                <a:gd name="connsiteY36" fmla="*/ 82520 h 301542"/>
                <a:gd name="connsiteX37" fmla="*/ 67243 w 66347"/>
                <a:gd name="connsiteY37" fmla="*/ 84357 h 301542"/>
                <a:gd name="connsiteX38" fmla="*/ 69475 w 66347"/>
                <a:gd name="connsiteY38" fmla="*/ 85101 h 301542"/>
                <a:gd name="connsiteX39" fmla="*/ 69847 w 66347"/>
                <a:gd name="connsiteY39" fmla="*/ 91008 h 301542"/>
                <a:gd name="connsiteX40" fmla="*/ 70219 w 66347"/>
                <a:gd name="connsiteY40" fmla="*/ 97007 h 301542"/>
                <a:gd name="connsiteX41" fmla="*/ 72452 w 66347"/>
                <a:gd name="connsiteY41" fmla="*/ 98496 h 301542"/>
                <a:gd name="connsiteX42" fmla="*/ 72498 w 66347"/>
                <a:gd name="connsiteY42" fmla="*/ 104402 h 301542"/>
                <a:gd name="connsiteX43" fmla="*/ 73940 w 66347"/>
                <a:gd name="connsiteY43" fmla="*/ 112634 h 301542"/>
                <a:gd name="connsiteX44" fmla="*/ 74684 w 66347"/>
                <a:gd name="connsiteY44" fmla="*/ 112634 h 301542"/>
                <a:gd name="connsiteX45" fmla="*/ 75428 w 66347"/>
                <a:gd name="connsiteY45" fmla="*/ 140912 h 301542"/>
                <a:gd name="connsiteX46" fmla="*/ 77661 w 66347"/>
                <a:gd name="connsiteY46" fmla="*/ 140912 h 301542"/>
                <a:gd name="connsiteX47" fmla="*/ 77661 w 66347"/>
                <a:gd name="connsiteY47" fmla="*/ 163236 h 301542"/>
                <a:gd name="connsiteX48" fmla="*/ 76172 w 66347"/>
                <a:gd name="connsiteY48" fmla="*/ 163236 h 301542"/>
                <a:gd name="connsiteX49" fmla="*/ 75245 w 66347"/>
                <a:gd name="connsiteY49" fmla="*/ 170541 h 301542"/>
                <a:gd name="connsiteX50" fmla="*/ 75171 w 66347"/>
                <a:gd name="connsiteY50" fmla="*/ 174077 h 301542"/>
                <a:gd name="connsiteX51" fmla="*/ 75073 w 66347"/>
                <a:gd name="connsiteY51" fmla="*/ 179667 h 301542"/>
                <a:gd name="connsiteX52" fmla="*/ 74966 w 66347"/>
                <a:gd name="connsiteY52" fmla="*/ 185051 h 301542"/>
                <a:gd name="connsiteX53" fmla="*/ 74947 w 66347"/>
                <a:gd name="connsiteY53" fmla="*/ 186752 h 301542"/>
                <a:gd name="connsiteX54" fmla="*/ 74684 w 66347"/>
                <a:gd name="connsiteY54" fmla="*/ 190769 h 301542"/>
                <a:gd name="connsiteX55" fmla="*/ 73196 w 66347"/>
                <a:gd name="connsiteY55" fmla="*/ 191513 h 301542"/>
                <a:gd name="connsiteX56" fmla="*/ 72643 w 66347"/>
                <a:gd name="connsiteY56" fmla="*/ 202850 h 301542"/>
                <a:gd name="connsiteX57" fmla="*/ 72452 w 66347"/>
                <a:gd name="connsiteY57" fmla="*/ 204908 h 301542"/>
                <a:gd name="connsiteX58" fmla="*/ 70219 w 66347"/>
                <a:gd name="connsiteY58" fmla="*/ 205652 h 301542"/>
                <a:gd name="connsiteX59" fmla="*/ 69708 w 66347"/>
                <a:gd name="connsiteY59" fmla="*/ 210907 h 301542"/>
                <a:gd name="connsiteX60" fmla="*/ 69559 w 66347"/>
                <a:gd name="connsiteY60" fmla="*/ 213817 h 301542"/>
                <a:gd name="connsiteX61" fmla="*/ 69475 w 66347"/>
                <a:gd name="connsiteY61" fmla="*/ 216070 h 301542"/>
                <a:gd name="connsiteX62" fmla="*/ 67243 w 66347"/>
                <a:gd name="connsiteY62" fmla="*/ 216070 h 301542"/>
                <a:gd name="connsiteX63" fmla="*/ 66498 w 66347"/>
                <a:gd name="connsiteY63" fmla="*/ 226488 h 301542"/>
                <a:gd name="connsiteX64" fmla="*/ 64266 w 66347"/>
                <a:gd name="connsiteY64" fmla="*/ 226488 h 301542"/>
                <a:gd name="connsiteX65" fmla="*/ 64344 w 66347"/>
                <a:gd name="connsiteY65" fmla="*/ 228037 h 301542"/>
                <a:gd name="connsiteX66" fmla="*/ 64406 w 66347"/>
                <a:gd name="connsiteY66" fmla="*/ 230069 h 301542"/>
                <a:gd name="connsiteX67" fmla="*/ 64484 w 66347"/>
                <a:gd name="connsiteY67" fmla="*/ 232083 h 301542"/>
                <a:gd name="connsiteX68" fmla="*/ 62034 w 66347"/>
                <a:gd name="connsiteY68" fmla="*/ 236162 h 301542"/>
                <a:gd name="connsiteX69" fmla="*/ 61592 w 66347"/>
                <a:gd name="connsiteY69" fmla="*/ 241400 h 301542"/>
                <a:gd name="connsiteX70" fmla="*/ 61289 w 66347"/>
                <a:gd name="connsiteY70" fmla="*/ 242859 h 301542"/>
                <a:gd name="connsiteX71" fmla="*/ 59057 w 66347"/>
                <a:gd name="connsiteY71" fmla="*/ 243603 h 301542"/>
                <a:gd name="connsiteX72" fmla="*/ 58615 w 66347"/>
                <a:gd name="connsiteY72" fmla="*/ 248135 h 301542"/>
                <a:gd name="connsiteX73" fmla="*/ 56080 w 66347"/>
                <a:gd name="connsiteY73" fmla="*/ 251045 h 301542"/>
                <a:gd name="connsiteX74" fmla="*/ 56127 w 66347"/>
                <a:gd name="connsiteY74" fmla="*/ 253696 h 301542"/>
                <a:gd name="connsiteX75" fmla="*/ 56080 w 66347"/>
                <a:gd name="connsiteY75" fmla="*/ 256253 h 301542"/>
                <a:gd name="connsiteX76" fmla="*/ 54592 w 66347"/>
                <a:gd name="connsiteY76" fmla="*/ 256576 h 301542"/>
                <a:gd name="connsiteX77" fmla="*/ 53104 w 66347"/>
                <a:gd name="connsiteY77" fmla="*/ 256998 h 301542"/>
                <a:gd name="connsiteX78" fmla="*/ 53057 w 66347"/>
                <a:gd name="connsiteY78" fmla="*/ 260346 h 301542"/>
                <a:gd name="connsiteX79" fmla="*/ 53104 w 66347"/>
                <a:gd name="connsiteY79" fmla="*/ 263695 h 301542"/>
                <a:gd name="connsiteX80" fmla="*/ 50871 w 66347"/>
                <a:gd name="connsiteY80" fmla="*/ 264439 h 301542"/>
                <a:gd name="connsiteX81" fmla="*/ 50127 w 66347"/>
                <a:gd name="connsiteY81" fmla="*/ 269648 h 301542"/>
                <a:gd name="connsiteX82" fmla="*/ 47895 w 66347"/>
                <a:gd name="connsiteY82" fmla="*/ 271880 h 301542"/>
                <a:gd name="connsiteX83" fmla="*/ 47104 w 66347"/>
                <a:gd name="connsiteY83" fmla="*/ 273508 h 301542"/>
                <a:gd name="connsiteX84" fmla="*/ 46407 w 66347"/>
                <a:gd name="connsiteY84" fmla="*/ 274857 h 301542"/>
                <a:gd name="connsiteX85" fmla="*/ 44918 w 66347"/>
                <a:gd name="connsiteY85" fmla="*/ 274857 h 301542"/>
                <a:gd name="connsiteX86" fmla="*/ 45058 w 66347"/>
                <a:gd name="connsiteY86" fmla="*/ 277368 h 301542"/>
                <a:gd name="connsiteX87" fmla="*/ 44918 w 66347"/>
                <a:gd name="connsiteY87" fmla="*/ 280066 h 301542"/>
                <a:gd name="connsiteX88" fmla="*/ 42686 w 66347"/>
                <a:gd name="connsiteY88" fmla="*/ 281554 h 301542"/>
                <a:gd name="connsiteX89" fmla="*/ 41942 w 66347"/>
                <a:gd name="connsiteY89" fmla="*/ 285275 h 301542"/>
                <a:gd name="connsiteX90" fmla="*/ 40453 w 66347"/>
                <a:gd name="connsiteY90" fmla="*/ 286019 h 301542"/>
                <a:gd name="connsiteX91" fmla="*/ 39337 w 66347"/>
                <a:gd name="connsiteY91" fmla="*/ 288670 h 301542"/>
                <a:gd name="connsiteX92" fmla="*/ 38221 w 66347"/>
                <a:gd name="connsiteY92" fmla="*/ 291228 h 301542"/>
                <a:gd name="connsiteX93" fmla="*/ 36733 w 66347"/>
                <a:gd name="connsiteY93" fmla="*/ 291228 h 301542"/>
                <a:gd name="connsiteX94" fmla="*/ 35989 w 66347"/>
                <a:gd name="connsiteY94" fmla="*/ 294949 h 301542"/>
                <a:gd name="connsiteX95" fmla="*/ 34500 w 66347"/>
                <a:gd name="connsiteY95" fmla="*/ 295693 h 301542"/>
                <a:gd name="connsiteX96" fmla="*/ 33925 w 66347"/>
                <a:gd name="connsiteY96" fmla="*/ 299059 h 301542"/>
                <a:gd name="connsiteX97" fmla="*/ 32268 w 66347"/>
                <a:gd name="connsiteY97" fmla="*/ 302390 h 301542"/>
                <a:gd name="connsiteX98" fmla="*/ 22129 w 66347"/>
                <a:gd name="connsiteY98" fmla="*/ 302855 h 301542"/>
                <a:gd name="connsiteX99" fmla="*/ 19275 w 66347"/>
                <a:gd name="connsiteY99" fmla="*/ 302783 h 301542"/>
                <a:gd name="connsiteX100" fmla="*/ 11432 w 66347"/>
                <a:gd name="connsiteY100" fmla="*/ 301646 h 301542"/>
                <a:gd name="connsiteX101" fmla="*/ 12176 w 66347"/>
                <a:gd name="connsiteY101" fmla="*/ 293461 h 301542"/>
                <a:gd name="connsiteX102" fmla="*/ 14409 w 66347"/>
                <a:gd name="connsiteY102" fmla="*/ 291972 h 301542"/>
                <a:gd name="connsiteX103" fmla="*/ 15153 w 66347"/>
                <a:gd name="connsiteY103" fmla="*/ 288252 h 301542"/>
                <a:gd name="connsiteX104" fmla="*/ 16641 w 66347"/>
                <a:gd name="connsiteY104" fmla="*/ 287507 h 301542"/>
                <a:gd name="connsiteX105" fmla="*/ 16967 w 66347"/>
                <a:gd name="connsiteY105" fmla="*/ 284903 h 301542"/>
                <a:gd name="connsiteX106" fmla="*/ 17385 w 66347"/>
                <a:gd name="connsiteY106" fmla="*/ 282298 h 301542"/>
                <a:gd name="connsiteX107" fmla="*/ 19618 w 66347"/>
                <a:gd name="connsiteY107" fmla="*/ 281554 h 301542"/>
                <a:gd name="connsiteX108" fmla="*/ 19990 w 66347"/>
                <a:gd name="connsiteY108" fmla="*/ 278578 h 301542"/>
                <a:gd name="connsiteX109" fmla="*/ 20362 w 66347"/>
                <a:gd name="connsiteY109" fmla="*/ 275601 h 301542"/>
                <a:gd name="connsiteX110" fmla="*/ 22594 w 66347"/>
                <a:gd name="connsiteY110" fmla="*/ 274857 h 301542"/>
                <a:gd name="connsiteX111" fmla="*/ 23106 w 66347"/>
                <a:gd name="connsiteY111" fmla="*/ 271834 h 301542"/>
                <a:gd name="connsiteX112" fmla="*/ 23338 w 66347"/>
                <a:gd name="connsiteY112" fmla="*/ 268904 h 301542"/>
                <a:gd name="connsiteX113" fmla="*/ 25571 w 66347"/>
                <a:gd name="connsiteY113" fmla="*/ 268904 h 301542"/>
                <a:gd name="connsiteX114" fmla="*/ 25492 w 66347"/>
                <a:gd name="connsiteY114" fmla="*/ 267465 h 301542"/>
                <a:gd name="connsiteX115" fmla="*/ 25431 w 66347"/>
                <a:gd name="connsiteY115" fmla="*/ 265602 h 301542"/>
                <a:gd name="connsiteX116" fmla="*/ 25353 w 66347"/>
                <a:gd name="connsiteY116" fmla="*/ 263744 h 301542"/>
                <a:gd name="connsiteX117" fmla="*/ 25571 w 66347"/>
                <a:gd name="connsiteY117" fmla="*/ 262207 h 301542"/>
                <a:gd name="connsiteX118" fmla="*/ 27803 w 66347"/>
                <a:gd name="connsiteY118" fmla="*/ 261462 h 301542"/>
                <a:gd name="connsiteX119" fmla="*/ 28315 w 66347"/>
                <a:gd name="connsiteY119" fmla="*/ 258067 h 301542"/>
                <a:gd name="connsiteX120" fmla="*/ 28463 w 66347"/>
                <a:gd name="connsiteY120" fmla="*/ 256204 h 301542"/>
                <a:gd name="connsiteX121" fmla="*/ 28547 w 66347"/>
                <a:gd name="connsiteY121" fmla="*/ 254765 h 301542"/>
                <a:gd name="connsiteX122" fmla="*/ 30780 w 66347"/>
                <a:gd name="connsiteY122" fmla="*/ 254765 h 301542"/>
                <a:gd name="connsiteX123" fmla="*/ 30890 w 66347"/>
                <a:gd name="connsiteY123" fmla="*/ 253164 h 301542"/>
                <a:gd name="connsiteX124" fmla="*/ 31059 w 66347"/>
                <a:gd name="connsiteY124" fmla="*/ 251091 h 301542"/>
                <a:gd name="connsiteX125" fmla="*/ 31216 w 66347"/>
                <a:gd name="connsiteY125" fmla="*/ 249024 h 301542"/>
                <a:gd name="connsiteX126" fmla="*/ 31524 w 66347"/>
                <a:gd name="connsiteY126" fmla="*/ 247324 h 301542"/>
                <a:gd name="connsiteX127" fmla="*/ 33012 w 66347"/>
                <a:gd name="connsiteY127" fmla="*/ 246580 h 301542"/>
                <a:gd name="connsiteX128" fmla="*/ 33428 w 66347"/>
                <a:gd name="connsiteY128" fmla="*/ 240231 h 301542"/>
                <a:gd name="connsiteX129" fmla="*/ 33756 w 66347"/>
                <a:gd name="connsiteY129" fmla="*/ 238394 h 301542"/>
                <a:gd name="connsiteX130" fmla="*/ 35989 w 66347"/>
                <a:gd name="connsiteY130" fmla="*/ 237650 h 301542"/>
                <a:gd name="connsiteX131" fmla="*/ 36500 w 66347"/>
                <a:gd name="connsiteY131" fmla="*/ 233139 h 301542"/>
                <a:gd name="connsiteX132" fmla="*/ 36648 w 66347"/>
                <a:gd name="connsiteY132" fmla="*/ 230648 h 301542"/>
                <a:gd name="connsiteX133" fmla="*/ 36733 w 66347"/>
                <a:gd name="connsiteY133" fmla="*/ 228720 h 301542"/>
                <a:gd name="connsiteX134" fmla="*/ 38965 w 66347"/>
                <a:gd name="connsiteY134" fmla="*/ 228720 h 301542"/>
                <a:gd name="connsiteX135" fmla="*/ 39076 w 66347"/>
                <a:gd name="connsiteY135" fmla="*/ 226305 h 301542"/>
                <a:gd name="connsiteX136" fmla="*/ 39244 w 66347"/>
                <a:gd name="connsiteY136" fmla="*/ 223186 h 301542"/>
                <a:gd name="connsiteX137" fmla="*/ 39314 w 66347"/>
                <a:gd name="connsiteY137" fmla="*/ 221591 h 301542"/>
                <a:gd name="connsiteX138" fmla="*/ 39709 w 66347"/>
                <a:gd name="connsiteY138" fmla="*/ 217558 h 301542"/>
                <a:gd name="connsiteX139" fmla="*/ 41198 w 66347"/>
                <a:gd name="connsiteY139" fmla="*/ 216814 h 301542"/>
                <a:gd name="connsiteX140" fmla="*/ 41554 w 66347"/>
                <a:gd name="connsiteY140" fmla="*/ 209169 h 301542"/>
                <a:gd name="connsiteX141" fmla="*/ 41942 w 66347"/>
                <a:gd name="connsiteY141" fmla="*/ 204908 h 301542"/>
                <a:gd name="connsiteX142" fmla="*/ 44174 w 66347"/>
                <a:gd name="connsiteY142" fmla="*/ 204164 h 301542"/>
                <a:gd name="connsiteX143" fmla="*/ 44555 w 66347"/>
                <a:gd name="connsiteY143" fmla="*/ 200347 h 301542"/>
                <a:gd name="connsiteX144" fmla="*/ 44635 w 66347"/>
                <a:gd name="connsiteY144" fmla="*/ 198014 h 301542"/>
                <a:gd name="connsiteX145" fmla="*/ 44686 w 66347"/>
                <a:gd name="connsiteY145" fmla="*/ 195560 h 301542"/>
                <a:gd name="connsiteX146" fmla="*/ 44763 w 66347"/>
                <a:gd name="connsiteY146" fmla="*/ 193096 h 301542"/>
                <a:gd name="connsiteX147" fmla="*/ 44918 w 66347"/>
                <a:gd name="connsiteY147" fmla="*/ 187048 h 301542"/>
                <a:gd name="connsiteX148" fmla="*/ 46407 w 66347"/>
                <a:gd name="connsiteY148" fmla="*/ 187048 h 301542"/>
                <a:gd name="connsiteX149" fmla="*/ 47247 w 66347"/>
                <a:gd name="connsiteY149" fmla="*/ 177146 h 301542"/>
                <a:gd name="connsiteX150" fmla="*/ 47251 w 66347"/>
                <a:gd name="connsiteY150" fmla="*/ 175290 h 301542"/>
                <a:gd name="connsiteX151" fmla="*/ 47250 w 66347"/>
                <a:gd name="connsiteY151" fmla="*/ 169233 h 301542"/>
                <a:gd name="connsiteX152" fmla="*/ 47252 w 66347"/>
                <a:gd name="connsiteY152" fmla="*/ 165016 h 301542"/>
                <a:gd name="connsiteX153" fmla="*/ 47248 w 66347"/>
                <a:gd name="connsiteY153" fmla="*/ 156186 h 301542"/>
                <a:gd name="connsiteX154" fmla="*/ 47250 w 66347"/>
                <a:gd name="connsiteY154" fmla="*/ 144869 h 301542"/>
                <a:gd name="connsiteX155" fmla="*/ 47250 w 66347"/>
                <a:gd name="connsiteY155" fmla="*/ 136164 h 301542"/>
                <a:gd name="connsiteX156" fmla="*/ 47252 w 66347"/>
                <a:gd name="connsiteY156" fmla="*/ 131991 h 301542"/>
                <a:gd name="connsiteX157" fmla="*/ 47247 w 66347"/>
                <a:gd name="connsiteY157" fmla="*/ 126161 h 301542"/>
                <a:gd name="connsiteX158" fmla="*/ 47252 w 66347"/>
                <a:gd name="connsiteY158" fmla="*/ 124419 h 301542"/>
                <a:gd name="connsiteX159" fmla="*/ 46407 w 66347"/>
                <a:gd name="connsiteY159" fmla="*/ 117099 h 301542"/>
                <a:gd name="connsiteX160" fmla="*/ 44918 w 66347"/>
                <a:gd name="connsiteY160" fmla="*/ 116355 h 301542"/>
                <a:gd name="connsiteX161" fmla="*/ 44610 w 66347"/>
                <a:gd name="connsiteY161" fmla="*/ 112376 h 301542"/>
                <a:gd name="connsiteX162" fmla="*/ 44523 w 66347"/>
                <a:gd name="connsiteY162" fmla="*/ 109941 h 301542"/>
                <a:gd name="connsiteX163" fmla="*/ 44453 w 66347"/>
                <a:gd name="connsiteY163" fmla="*/ 107379 h 301542"/>
                <a:gd name="connsiteX164" fmla="*/ 44366 w 66347"/>
                <a:gd name="connsiteY164" fmla="*/ 104808 h 301542"/>
                <a:gd name="connsiteX165" fmla="*/ 44174 w 66347"/>
                <a:gd name="connsiteY165" fmla="*/ 98496 h 301542"/>
                <a:gd name="connsiteX166" fmla="*/ 41942 w 66347"/>
                <a:gd name="connsiteY166" fmla="*/ 99240 h 301542"/>
                <a:gd name="connsiteX167" fmla="*/ 41831 w 66347"/>
                <a:gd name="connsiteY167" fmla="*/ 96336 h 301542"/>
                <a:gd name="connsiteX168" fmla="*/ 41663 w 66347"/>
                <a:gd name="connsiteY168" fmla="*/ 92589 h 301542"/>
                <a:gd name="connsiteX169" fmla="*/ 41593 w 66347"/>
                <a:gd name="connsiteY169" fmla="*/ 90672 h 301542"/>
                <a:gd name="connsiteX170" fmla="*/ 41506 w 66347"/>
                <a:gd name="connsiteY170" fmla="*/ 88848 h 301542"/>
                <a:gd name="connsiteX171" fmla="*/ 41435 w 66347"/>
                <a:gd name="connsiteY171" fmla="*/ 87159 h 301542"/>
                <a:gd name="connsiteX172" fmla="*/ 41198 w 66347"/>
                <a:gd name="connsiteY172" fmla="*/ 85845 h 301542"/>
                <a:gd name="connsiteX173" fmla="*/ 39709 w 66347"/>
                <a:gd name="connsiteY173" fmla="*/ 85101 h 301542"/>
                <a:gd name="connsiteX174" fmla="*/ 39337 w 66347"/>
                <a:gd name="connsiteY174" fmla="*/ 80357 h 301542"/>
                <a:gd name="connsiteX175" fmla="*/ 37477 w 66347"/>
                <a:gd name="connsiteY175" fmla="*/ 73195 h 301542"/>
                <a:gd name="connsiteX176" fmla="*/ 36733 w 66347"/>
                <a:gd name="connsiteY176" fmla="*/ 73195 h 301542"/>
                <a:gd name="connsiteX177" fmla="*/ 35989 w 66347"/>
                <a:gd name="connsiteY177" fmla="*/ 63521 h 301542"/>
                <a:gd name="connsiteX178" fmla="*/ 33756 w 66347"/>
                <a:gd name="connsiteY178" fmla="*/ 63521 h 301542"/>
                <a:gd name="connsiteX179" fmla="*/ 33756 w 66347"/>
                <a:gd name="connsiteY179" fmla="*/ 55336 h 301542"/>
                <a:gd name="connsiteX180" fmla="*/ 31524 w 66347"/>
                <a:gd name="connsiteY180" fmla="*/ 55336 h 301542"/>
                <a:gd name="connsiteX181" fmla="*/ 30780 w 66347"/>
                <a:gd name="connsiteY181" fmla="*/ 47894 h 301542"/>
                <a:gd name="connsiteX182" fmla="*/ 28547 w 66347"/>
                <a:gd name="connsiteY182" fmla="*/ 47894 h 301542"/>
                <a:gd name="connsiteX183" fmla="*/ 28184 w 66347"/>
                <a:gd name="connsiteY183" fmla="*/ 43316 h 301542"/>
                <a:gd name="connsiteX184" fmla="*/ 27803 w 66347"/>
                <a:gd name="connsiteY184" fmla="*/ 41941 h 301542"/>
                <a:gd name="connsiteX185" fmla="*/ 25571 w 66347"/>
                <a:gd name="connsiteY185" fmla="*/ 41197 h 301542"/>
                <a:gd name="connsiteX186" fmla="*/ 25152 w 66347"/>
                <a:gd name="connsiteY186" fmla="*/ 38220 h 301542"/>
                <a:gd name="connsiteX187" fmla="*/ 24827 w 66347"/>
                <a:gd name="connsiteY187" fmla="*/ 35244 h 301542"/>
                <a:gd name="connsiteX188" fmla="*/ 23338 w 66347"/>
                <a:gd name="connsiteY188" fmla="*/ 34500 h 301542"/>
                <a:gd name="connsiteX189" fmla="*/ 22594 w 66347"/>
                <a:gd name="connsiteY189" fmla="*/ 28546 h 301542"/>
                <a:gd name="connsiteX190" fmla="*/ 20362 w 66347"/>
                <a:gd name="connsiteY190" fmla="*/ 28546 h 301542"/>
                <a:gd name="connsiteX191" fmla="*/ 19618 w 66347"/>
                <a:gd name="connsiteY191" fmla="*/ 22593 h 301542"/>
                <a:gd name="connsiteX192" fmla="*/ 17385 w 66347"/>
                <a:gd name="connsiteY192" fmla="*/ 22593 h 301542"/>
                <a:gd name="connsiteX193" fmla="*/ 17525 w 66347"/>
                <a:gd name="connsiteY193" fmla="*/ 20035 h 301542"/>
                <a:gd name="connsiteX194" fmla="*/ 17385 w 66347"/>
                <a:gd name="connsiteY194" fmla="*/ 17384 h 301542"/>
                <a:gd name="connsiteX195" fmla="*/ 15153 w 66347"/>
                <a:gd name="connsiteY195" fmla="*/ 16640 h 301542"/>
                <a:gd name="connsiteX196" fmla="*/ 14409 w 66347"/>
                <a:gd name="connsiteY196" fmla="*/ 10687 h 301542"/>
                <a:gd name="connsiteX197" fmla="*/ 12176 w 66347"/>
                <a:gd name="connsiteY197" fmla="*/ 10687 h 301542"/>
                <a:gd name="connsiteX198" fmla="*/ 11432 w 66347"/>
                <a:gd name="connsiteY198" fmla="*/ 1757 h 30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66347" h="301542">
                  <a:moveTo>
                    <a:pt x="11432" y="1757"/>
                  </a:moveTo>
                  <a:cubicBezTo>
                    <a:pt x="14765" y="1693"/>
                    <a:pt x="18098" y="1653"/>
                    <a:pt x="21431" y="1618"/>
                  </a:cubicBezTo>
                  <a:cubicBezTo>
                    <a:pt x="22383" y="1599"/>
                    <a:pt x="23335" y="1580"/>
                    <a:pt x="24316" y="1561"/>
                  </a:cubicBezTo>
                  <a:cubicBezTo>
                    <a:pt x="25220" y="1554"/>
                    <a:pt x="26125" y="1547"/>
                    <a:pt x="27056" y="1539"/>
                  </a:cubicBezTo>
                  <a:cubicBezTo>
                    <a:pt x="27894" y="1528"/>
                    <a:pt x="28732" y="1516"/>
                    <a:pt x="29595" y="1504"/>
                  </a:cubicBezTo>
                  <a:cubicBezTo>
                    <a:pt x="30231" y="1588"/>
                    <a:pt x="30868" y="1671"/>
                    <a:pt x="31524" y="1757"/>
                  </a:cubicBezTo>
                  <a:cubicBezTo>
                    <a:pt x="31769" y="2494"/>
                    <a:pt x="32015" y="3231"/>
                    <a:pt x="32268" y="3990"/>
                  </a:cubicBezTo>
                  <a:cubicBezTo>
                    <a:pt x="32759" y="4235"/>
                    <a:pt x="33250" y="4481"/>
                    <a:pt x="33756" y="4734"/>
                  </a:cubicBezTo>
                  <a:cubicBezTo>
                    <a:pt x="33864" y="5317"/>
                    <a:pt x="33971" y="5900"/>
                    <a:pt x="34082" y="6501"/>
                  </a:cubicBezTo>
                  <a:cubicBezTo>
                    <a:pt x="34643" y="9122"/>
                    <a:pt x="35836" y="10032"/>
                    <a:pt x="37942" y="11571"/>
                  </a:cubicBezTo>
                  <a:cubicBezTo>
                    <a:pt x="39616" y="13777"/>
                    <a:pt x="39486" y="16149"/>
                    <a:pt x="39709" y="18873"/>
                  </a:cubicBezTo>
                  <a:cubicBezTo>
                    <a:pt x="40446" y="18873"/>
                    <a:pt x="41183" y="18873"/>
                    <a:pt x="41942" y="18873"/>
                  </a:cubicBezTo>
                  <a:cubicBezTo>
                    <a:pt x="42202" y="20110"/>
                    <a:pt x="42449" y="21351"/>
                    <a:pt x="42686" y="22593"/>
                  </a:cubicBezTo>
                  <a:cubicBezTo>
                    <a:pt x="43423" y="23085"/>
                    <a:pt x="44159" y="23576"/>
                    <a:pt x="44918" y="24082"/>
                  </a:cubicBezTo>
                  <a:cubicBezTo>
                    <a:pt x="45191" y="25566"/>
                    <a:pt x="45440" y="27054"/>
                    <a:pt x="45662" y="28546"/>
                  </a:cubicBezTo>
                  <a:cubicBezTo>
                    <a:pt x="46399" y="28915"/>
                    <a:pt x="46399" y="28915"/>
                    <a:pt x="47151" y="29291"/>
                  </a:cubicBezTo>
                  <a:cubicBezTo>
                    <a:pt x="47454" y="31018"/>
                    <a:pt x="47705" y="32756"/>
                    <a:pt x="47895" y="34500"/>
                  </a:cubicBezTo>
                  <a:cubicBezTo>
                    <a:pt x="48632" y="34500"/>
                    <a:pt x="49368" y="34500"/>
                    <a:pt x="50127" y="34500"/>
                  </a:cubicBezTo>
                  <a:cubicBezTo>
                    <a:pt x="50242" y="35766"/>
                    <a:pt x="50242" y="35766"/>
                    <a:pt x="50360" y="37058"/>
                  </a:cubicBezTo>
                  <a:cubicBezTo>
                    <a:pt x="50529" y="37932"/>
                    <a:pt x="50698" y="38807"/>
                    <a:pt x="50871" y="39709"/>
                  </a:cubicBezTo>
                  <a:cubicBezTo>
                    <a:pt x="51608" y="39954"/>
                    <a:pt x="52345" y="40200"/>
                    <a:pt x="53104" y="40453"/>
                  </a:cubicBezTo>
                  <a:cubicBezTo>
                    <a:pt x="53382" y="42184"/>
                    <a:pt x="53630" y="43921"/>
                    <a:pt x="53848" y="45662"/>
                  </a:cubicBezTo>
                  <a:cubicBezTo>
                    <a:pt x="54585" y="46030"/>
                    <a:pt x="54585" y="46030"/>
                    <a:pt x="55336" y="46406"/>
                  </a:cubicBezTo>
                  <a:cubicBezTo>
                    <a:pt x="55644" y="47944"/>
                    <a:pt x="55644" y="47944"/>
                    <a:pt x="55801" y="49801"/>
                  </a:cubicBezTo>
                  <a:cubicBezTo>
                    <a:pt x="55857" y="50416"/>
                    <a:pt x="55913" y="51031"/>
                    <a:pt x="55970" y="51664"/>
                  </a:cubicBezTo>
                  <a:cubicBezTo>
                    <a:pt x="56006" y="52139"/>
                    <a:pt x="56043" y="52614"/>
                    <a:pt x="56080" y="53103"/>
                  </a:cubicBezTo>
                  <a:cubicBezTo>
                    <a:pt x="56817" y="53103"/>
                    <a:pt x="57554" y="53103"/>
                    <a:pt x="58313" y="53103"/>
                  </a:cubicBezTo>
                  <a:cubicBezTo>
                    <a:pt x="58434" y="54629"/>
                    <a:pt x="58555" y="56155"/>
                    <a:pt x="58676" y="57681"/>
                  </a:cubicBezTo>
                  <a:cubicBezTo>
                    <a:pt x="58865" y="58362"/>
                    <a:pt x="58865" y="58362"/>
                    <a:pt x="59057" y="59056"/>
                  </a:cubicBezTo>
                  <a:cubicBezTo>
                    <a:pt x="60162" y="59425"/>
                    <a:pt x="60162" y="59425"/>
                    <a:pt x="61289" y="59800"/>
                  </a:cubicBezTo>
                  <a:cubicBezTo>
                    <a:pt x="61592" y="61449"/>
                    <a:pt x="61592" y="61449"/>
                    <a:pt x="61661" y="63475"/>
                  </a:cubicBezTo>
                  <a:cubicBezTo>
                    <a:pt x="61684" y="65458"/>
                    <a:pt x="61684" y="65458"/>
                    <a:pt x="62034" y="67242"/>
                  </a:cubicBezTo>
                  <a:cubicBezTo>
                    <a:pt x="63139" y="67979"/>
                    <a:pt x="63139" y="67979"/>
                    <a:pt x="64266" y="68730"/>
                  </a:cubicBezTo>
                  <a:cubicBezTo>
                    <a:pt x="64594" y="70314"/>
                    <a:pt x="64594" y="70314"/>
                    <a:pt x="64685" y="72125"/>
                  </a:cubicBezTo>
                  <a:cubicBezTo>
                    <a:pt x="64747" y="73892"/>
                    <a:pt x="64747" y="73892"/>
                    <a:pt x="65010" y="75427"/>
                  </a:cubicBezTo>
                  <a:cubicBezTo>
                    <a:pt x="65501" y="75673"/>
                    <a:pt x="65992" y="75918"/>
                    <a:pt x="66498" y="76171"/>
                  </a:cubicBezTo>
                  <a:cubicBezTo>
                    <a:pt x="66763" y="78289"/>
                    <a:pt x="66829" y="80388"/>
                    <a:pt x="66914" y="82520"/>
                  </a:cubicBezTo>
                  <a:cubicBezTo>
                    <a:pt x="67077" y="83429"/>
                    <a:pt x="67077" y="83429"/>
                    <a:pt x="67243" y="84357"/>
                  </a:cubicBezTo>
                  <a:cubicBezTo>
                    <a:pt x="68348" y="84725"/>
                    <a:pt x="68348" y="84725"/>
                    <a:pt x="69475" y="85101"/>
                  </a:cubicBezTo>
                  <a:cubicBezTo>
                    <a:pt x="69706" y="87111"/>
                    <a:pt x="69823" y="88994"/>
                    <a:pt x="69847" y="91008"/>
                  </a:cubicBezTo>
                  <a:cubicBezTo>
                    <a:pt x="69872" y="93051"/>
                    <a:pt x="69993" y="94967"/>
                    <a:pt x="70219" y="97007"/>
                  </a:cubicBezTo>
                  <a:cubicBezTo>
                    <a:pt x="71324" y="97744"/>
                    <a:pt x="71324" y="97744"/>
                    <a:pt x="72452" y="98496"/>
                  </a:cubicBezTo>
                  <a:cubicBezTo>
                    <a:pt x="72577" y="100519"/>
                    <a:pt x="72592" y="102388"/>
                    <a:pt x="72498" y="104402"/>
                  </a:cubicBezTo>
                  <a:cubicBezTo>
                    <a:pt x="72212" y="108731"/>
                    <a:pt x="72212" y="108731"/>
                    <a:pt x="73940" y="112634"/>
                  </a:cubicBezTo>
                  <a:cubicBezTo>
                    <a:pt x="74185" y="112634"/>
                    <a:pt x="74431" y="112634"/>
                    <a:pt x="74684" y="112634"/>
                  </a:cubicBezTo>
                  <a:cubicBezTo>
                    <a:pt x="74930" y="121966"/>
                    <a:pt x="75175" y="131297"/>
                    <a:pt x="75428" y="140912"/>
                  </a:cubicBezTo>
                  <a:cubicBezTo>
                    <a:pt x="76165" y="140912"/>
                    <a:pt x="76901" y="140912"/>
                    <a:pt x="77661" y="140912"/>
                  </a:cubicBezTo>
                  <a:cubicBezTo>
                    <a:pt x="77661" y="148279"/>
                    <a:pt x="77661" y="155646"/>
                    <a:pt x="77661" y="163236"/>
                  </a:cubicBezTo>
                  <a:cubicBezTo>
                    <a:pt x="77169" y="163236"/>
                    <a:pt x="76678" y="163236"/>
                    <a:pt x="76172" y="163236"/>
                  </a:cubicBezTo>
                  <a:cubicBezTo>
                    <a:pt x="75017" y="165545"/>
                    <a:pt x="75280" y="168004"/>
                    <a:pt x="75245" y="170541"/>
                  </a:cubicBezTo>
                  <a:cubicBezTo>
                    <a:pt x="75220" y="171719"/>
                    <a:pt x="75196" y="172898"/>
                    <a:pt x="75171" y="174077"/>
                  </a:cubicBezTo>
                  <a:cubicBezTo>
                    <a:pt x="75135" y="175940"/>
                    <a:pt x="75102" y="177804"/>
                    <a:pt x="75073" y="179667"/>
                  </a:cubicBezTo>
                  <a:cubicBezTo>
                    <a:pt x="75044" y="181462"/>
                    <a:pt x="75005" y="183257"/>
                    <a:pt x="74966" y="185051"/>
                  </a:cubicBezTo>
                  <a:cubicBezTo>
                    <a:pt x="74960" y="185613"/>
                    <a:pt x="74953" y="186174"/>
                    <a:pt x="74947" y="186752"/>
                  </a:cubicBezTo>
                  <a:cubicBezTo>
                    <a:pt x="74915" y="188094"/>
                    <a:pt x="74807" y="189433"/>
                    <a:pt x="74684" y="190769"/>
                  </a:cubicBezTo>
                  <a:cubicBezTo>
                    <a:pt x="74193" y="191015"/>
                    <a:pt x="73702" y="191260"/>
                    <a:pt x="73196" y="191513"/>
                  </a:cubicBezTo>
                  <a:cubicBezTo>
                    <a:pt x="72095" y="195238"/>
                    <a:pt x="72497" y="199014"/>
                    <a:pt x="72643" y="202850"/>
                  </a:cubicBezTo>
                  <a:cubicBezTo>
                    <a:pt x="72580" y="203529"/>
                    <a:pt x="72517" y="204208"/>
                    <a:pt x="72452" y="204908"/>
                  </a:cubicBezTo>
                  <a:cubicBezTo>
                    <a:pt x="71715" y="205153"/>
                    <a:pt x="70978" y="205399"/>
                    <a:pt x="70219" y="205652"/>
                  </a:cubicBezTo>
                  <a:cubicBezTo>
                    <a:pt x="69779" y="208085"/>
                    <a:pt x="69779" y="208085"/>
                    <a:pt x="69708" y="210907"/>
                  </a:cubicBezTo>
                  <a:cubicBezTo>
                    <a:pt x="69659" y="211868"/>
                    <a:pt x="69610" y="212828"/>
                    <a:pt x="69559" y="213817"/>
                  </a:cubicBezTo>
                  <a:cubicBezTo>
                    <a:pt x="69531" y="214561"/>
                    <a:pt x="69504" y="215304"/>
                    <a:pt x="69475" y="216070"/>
                  </a:cubicBezTo>
                  <a:cubicBezTo>
                    <a:pt x="68738" y="216070"/>
                    <a:pt x="68002" y="216070"/>
                    <a:pt x="67243" y="216070"/>
                  </a:cubicBezTo>
                  <a:cubicBezTo>
                    <a:pt x="66997" y="219508"/>
                    <a:pt x="66751" y="222946"/>
                    <a:pt x="66498" y="226488"/>
                  </a:cubicBezTo>
                  <a:cubicBezTo>
                    <a:pt x="65762" y="226488"/>
                    <a:pt x="65025" y="226488"/>
                    <a:pt x="64266" y="226488"/>
                  </a:cubicBezTo>
                  <a:cubicBezTo>
                    <a:pt x="64305" y="227255"/>
                    <a:pt x="64305" y="227255"/>
                    <a:pt x="64344" y="228037"/>
                  </a:cubicBezTo>
                  <a:cubicBezTo>
                    <a:pt x="64365" y="228708"/>
                    <a:pt x="64385" y="229378"/>
                    <a:pt x="64406" y="230069"/>
                  </a:cubicBezTo>
                  <a:cubicBezTo>
                    <a:pt x="64444" y="231066"/>
                    <a:pt x="64444" y="231066"/>
                    <a:pt x="64484" y="232083"/>
                  </a:cubicBezTo>
                  <a:cubicBezTo>
                    <a:pt x="64221" y="234312"/>
                    <a:pt x="63597" y="234655"/>
                    <a:pt x="62034" y="236162"/>
                  </a:cubicBezTo>
                  <a:cubicBezTo>
                    <a:pt x="61712" y="237924"/>
                    <a:pt x="61661" y="239612"/>
                    <a:pt x="61592" y="241400"/>
                  </a:cubicBezTo>
                  <a:cubicBezTo>
                    <a:pt x="61492" y="241881"/>
                    <a:pt x="61392" y="242363"/>
                    <a:pt x="61289" y="242859"/>
                  </a:cubicBezTo>
                  <a:cubicBezTo>
                    <a:pt x="60553" y="243105"/>
                    <a:pt x="59816" y="243350"/>
                    <a:pt x="59057" y="243603"/>
                  </a:cubicBezTo>
                  <a:cubicBezTo>
                    <a:pt x="58866" y="245109"/>
                    <a:pt x="58681" y="246619"/>
                    <a:pt x="58615" y="248135"/>
                  </a:cubicBezTo>
                  <a:cubicBezTo>
                    <a:pt x="58313" y="249556"/>
                    <a:pt x="58313" y="249556"/>
                    <a:pt x="56080" y="251045"/>
                  </a:cubicBezTo>
                  <a:cubicBezTo>
                    <a:pt x="56096" y="251919"/>
                    <a:pt x="56111" y="252794"/>
                    <a:pt x="56127" y="253696"/>
                  </a:cubicBezTo>
                  <a:cubicBezTo>
                    <a:pt x="56112" y="254540"/>
                    <a:pt x="56096" y="255384"/>
                    <a:pt x="56080" y="256253"/>
                  </a:cubicBezTo>
                  <a:cubicBezTo>
                    <a:pt x="55589" y="256360"/>
                    <a:pt x="55098" y="256466"/>
                    <a:pt x="54592" y="256576"/>
                  </a:cubicBezTo>
                  <a:cubicBezTo>
                    <a:pt x="54101" y="256715"/>
                    <a:pt x="53610" y="256854"/>
                    <a:pt x="53104" y="256998"/>
                  </a:cubicBezTo>
                  <a:cubicBezTo>
                    <a:pt x="52826" y="258560"/>
                    <a:pt x="52826" y="258560"/>
                    <a:pt x="53057" y="260346"/>
                  </a:cubicBezTo>
                  <a:cubicBezTo>
                    <a:pt x="53217" y="262183"/>
                    <a:pt x="53217" y="262183"/>
                    <a:pt x="53104" y="263695"/>
                  </a:cubicBezTo>
                  <a:cubicBezTo>
                    <a:pt x="52367" y="263940"/>
                    <a:pt x="51630" y="264186"/>
                    <a:pt x="50871" y="264439"/>
                  </a:cubicBezTo>
                  <a:cubicBezTo>
                    <a:pt x="50614" y="266174"/>
                    <a:pt x="50367" y="267911"/>
                    <a:pt x="50127" y="269648"/>
                  </a:cubicBezTo>
                  <a:cubicBezTo>
                    <a:pt x="49058" y="270904"/>
                    <a:pt x="49058" y="270904"/>
                    <a:pt x="47895" y="271880"/>
                  </a:cubicBezTo>
                  <a:cubicBezTo>
                    <a:pt x="47634" y="272418"/>
                    <a:pt x="47373" y="272955"/>
                    <a:pt x="47104" y="273508"/>
                  </a:cubicBezTo>
                  <a:cubicBezTo>
                    <a:pt x="46874" y="273953"/>
                    <a:pt x="46644" y="274398"/>
                    <a:pt x="46407" y="274857"/>
                  </a:cubicBezTo>
                  <a:cubicBezTo>
                    <a:pt x="45915" y="274857"/>
                    <a:pt x="45424" y="274857"/>
                    <a:pt x="44918" y="274857"/>
                  </a:cubicBezTo>
                  <a:cubicBezTo>
                    <a:pt x="44964" y="275686"/>
                    <a:pt x="45010" y="276515"/>
                    <a:pt x="45058" y="277368"/>
                  </a:cubicBezTo>
                  <a:cubicBezTo>
                    <a:pt x="45012" y="278259"/>
                    <a:pt x="44966" y="279149"/>
                    <a:pt x="44918" y="280066"/>
                  </a:cubicBezTo>
                  <a:cubicBezTo>
                    <a:pt x="44182" y="280557"/>
                    <a:pt x="43445" y="281048"/>
                    <a:pt x="42686" y="281554"/>
                  </a:cubicBezTo>
                  <a:cubicBezTo>
                    <a:pt x="42415" y="282790"/>
                    <a:pt x="42165" y="284030"/>
                    <a:pt x="41942" y="285275"/>
                  </a:cubicBezTo>
                  <a:cubicBezTo>
                    <a:pt x="41451" y="285521"/>
                    <a:pt x="40960" y="285766"/>
                    <a:pt x="40453" y="286019"/>
                  </a:cubicBezTo>
                  <a:cubicBezTo>
                    <a:pt x="40085" y="286894"/>
                    <a:pt x="39717" y="287769"/>
                    <a:pt x="39337" y="288670"/>
                  </a:cubicBezTo>
                  <a:cubicBezTo>
                    <a:pt x="38969" y="289514"/>
                    <a:pt x="38601" y="290358"/>
                    <a:pt x="38221" y="291228"/>
                  </a:cubicBezTo>
                  <a:cubicBezTo>
                    <a:pt x="37730" y="291228"/>
                    <a:pt x="37239" y="291228"/>
                    <a:pt x="36733" y="291228"/>
                  </a:cubicBezTo>
                  <a:cubicBezTo>
                    <a:pt x="36479" y="292467"/>
                    <a:pt x="36231" y="293707"/>
                    <a:pt x="35989" y="294949"/>
                  </a:cubicBezTo>
                  <a:cubicBezTo>
                    <a:pt x="35498" y="295194"/>
                    <a:pt x="35006" y="295440"/>
                    <a:pt x="34500" y="295693"/>
                  </a:cubicBezTo>
                  <a:cubicBezTo>
                    <a:pt x="34296" y="296813"/>
                    <a:pt x="34107" y="297935"/>
                    <a:pt x="33925" y="299059"/>
                  </a:cubicBezTo>
                  <a:cubicBezTo>
                    <a:pt x="33347" y="300892"/>
                    <a:pt x="33347" y="300892"/>
                    <a:pt x="32268" y="302390"/>
                  </a:cubicBezTo>
                  <a:cubicBezTo>
                    <a:pt x="28892" y="303315"/>
                    <a:pt x="25599" y="303051"/>
                    <a:pt x="22129" y="302855"/>
                  </a:cubicBezTo>
                  <a:cubicBezTo>
                    <a:pt x="21187" y="302831"/>
                    <a:pt x="20245" y="302807"/>
                    <a:pt x="19275" y="302783"/>
                  </a:cubicBezTo>
                  <a:cubicBezTo>
                    <a:pt x="12353" y="302567"/>
                    <a:pt x="12353" y="302567"/>
                    <a:pt x="11432" y="301646"/>
                  </a:cubicBezTo>
                  <a:cubicBezTo>
                    <a:pt x="11212" y="295826"/>
                    <a:pt x="11212" y="295826"/>
                    <a:pt x="12176" y="293461"/>
                  </a:cubicBezTo>
                  <a:cubicBezTo>
                    <a:pt x="12913" y="292969"/>
                    <a:pt x="13650" y="292478"/>
                    <a:pt x="14409" y="291972"/>
                  </a:cubicBezTo>
                  <a:cubicBezTo>
                    <a:pt x="14680" y="290737"/>
                    <a:pt x="14929" y="289496"/>
                    <a:pt x="15153" y="288252"/>
                  </a:cubicBezTo>
                  <a:cubicBezTo>
                    <a:pt x="15644" y="288006"/>
                    <a:pt x="16135" y="287760"/>
                    <a:pt x="16641" y="287507"/>
                  </a:cubicBezTo>
                  <a:cubicBezTo>
                    <a:pt x="16748" y="286648"/>
                    <a:pt x="16856" y="285788"/>
                    <a:pt x="16967" y="284903"/>
                  </a:cubicBezTo>
                  <a:cubicBezTo>
                    <a:pt x="17105" y="284043"/>
                    <a:pt x="17243" y="283184"/>
                    <a:pt x="17385" y="282298"/>
                  </a:cubicBezTo>
                  <a:cubicBezTo>
                    <a:pt x="18122" y="282053"/>
                    <a:pt x="18859" y="281807"/>
                    <a:pt x="19618" y="281554"/>
                  </a:cubicBezTo>
                  <a:cubicBezTo>
                    <a:pt x="19969" y="280171"/>
                    <a:pt x="19969" y="280171"/>
                    <a:pt x="19990" y="278578"/>
                  </a:cubicBezTo>
                  <a:cubicBezTo>
                    <a:pt x="20059" y="276950"/>
                    <a:pt x="20059" y="276950"/>
                    <a:pt x="20362" y="275601"/>
                  </a:cubicBezTo>
                  <a:cubicBezTo>
                    <a:pt x="21098" y="275356"/>
                    <a:pt x="21835" y="275110"/>
                    <a:pt x="22594" y="274857"/>
                  </a:cubicBezTo>
                  <a:cubicBezTo>
                    <a:pt x="23030" y="273454"/>
                    <a:pt x="23030" y="273454"/>
                    <a:pt x="23106" y="271834"/>
                  </a:cubicBezTo>
                  <a:cubicBezTo>
                    <a:pt x="23182" y="270867"/>
                    <a:pt x="23259" y="269900"/>
                    <a:pt x="23338" y="268904"/>
                  </a:cubicBezTo>
                  <a:cubicBezTo>
                    <a:pt x="24075" y="268904"/>
                    <a:pt x="24812" y="268904"/>
                    <a:pt x="25571" y="268904"/>
                  </a:cubicBezTo>
                  <a:cubicBezTo>
                    <a:pt x="25545" y="268429"/>
                    <a:pt x="25519" y="267954"/>
                    <a:pt x="25492" y="267465"/>
                  </a:cubicBezTo>
                  <a:cubicBezTo>
                    <a:pt x="25472" y="266850"/>
                    <a:pt x="25452" y="266235"/>
                    <a:pt x="25431" y="265602"/>
                  </a:cubicBezTo>
                  <a:cubicBezTo>
                    <a:pt x="25405" y="264989"/>
                    <a:pt x="25379" y="264376"/>
                    <a:pt x="25353" y="263744"/>
                  </a:cubicBezTo>
                  <a:cubicBezTo>
                    <a:pt x="25425" y="263237"/>
                    <a:pt x="25497" y="262729"/>
                    <a:pt x="25571" y="262207"/>
                  </a:cubicBezTo>
                  <a:cubicBezTo>
                    <a:pt x="26307" y="261961"/>
                    <a:pt x="27044" y="261715"/>
                    <a:pt x="27803" y="261462"/>
                  </a:cubicBezTo>
                  <a:cubicBezTo>
                    <a:pt x="28240" y="259887"/>
                    <a:pt x="28240" y="259887"/>
                    <a:pt x="28315" y="258067"/>
                  </a:cubicBezTo>
                  <a:cubicBezTo>
                    <a:pt x="28364" y="257452"/>
                    <a:pt x="28413" y="256838"/>
                    <a:pt x="28463" y="256204"/>
                  </a:cubicBezTo>
                  <a:cubicBezTo>
                    <a:pt x="28491" y="255729"/>
                    <a:pt x="28519" y="255254"/>
                    <a:pt x="28547" y="254765"/>
                  </a:cubicBezTo>
                  <a:cubicBezTo>
                    <a:pt x="29284" y="254765"/>
                    <a:pt x="30021" y="254765"/>
                    <a:pt x="30780" y="254765"/>
                  </a:cubicBezTo>
                  <a:cubicBezTo>
                    <a:pt x="30816" y="254237"/>
                    <a:pt x="30853" y="253708"/>
                    <a:pt x="30890" y="253164"/>
                  </a:cubicBezTo>
                  <a:cubicBezTo>
                    <a:pt x="30946" y="252480"/>
                    <a:pt x="31001" y="251796"/>
                    <a:pt x="31059" y="251091"/>
                  </a:cubicBezTo>
                  <a:cubicBezTo>
                    <a:pt x="31111" y="250409"/>
                    <a:pt x="31162" y="249727"/>
                    <a:pt x="31216" y="249024"/>
                  </a:cubicBezTo>
                  <a:cubicBezTo>
                    <a:pt x="31317" y="248463"/>
                    <a:pt x="31419" y="247902"/>
                    <a:pt x="31524" y="247324"/>
                  </a:cubicBezTo>
                  <a:cubicBezTo>
                    <a:pt x="32015" y="247078"/>
                    <a:pt x="32506" y="246833"/>
                    <a:pt x="33012" y="246580"/>
                  </a:cubicBezTo>
                  <a:cubicBezTo>
                    <a:pt x="33277" y="244462"/>
                    <a:pt x="33343" y="242363"/>
                    <a:pt x="33428" y="240231"/>
                  </a:cubicBezTo>
                  <a:cubicBezTo>
                    <a:pt x="33590" y="239322"/>
                    <a:pt x="33590" y="239322"/>
                    <a:pt x="33756" y="238394"/>
                  </a:cubicBezTo>
                  <a:cubicBezTo>
                    <a:pt x="34493" y="238149"/>
                    <a:pt x="35230" y="237903"/>
                    <a:pt x="35989" y="237650"/>
                  </a:cubicBezTo>
                  <a:cubicBezTo>
                    <a:pt x="36428" y="235559"/>
                    <a:pt x="36428" y="235559"/>
                    <a:pt x="36500" y="233139"/>
                  </a:cubicBezTo>
                  <a:cubicBezTo>
                    <a:pt x="36549" y="232317"/>
                    <a:pt x="36598" y="231494"/>
                    <a:pt x="36648" y="230648"/>
                  </a:cubicBezTo>
                  <a:cubicBezTo>
                    <a:pt x="36690" y="229694"/>
                    <a:pt x="36690" y="229694"/>
                    <a:pt x="36733" y="228720"/>
                  </a:cubicBezTo>
                  <a:cubicBezTo>
                    <a:pt x="37469" y="228720"/>
                    <a:pt x="38206" y="228720"/>
                    <a:pt x="38965" y="228720"/>
                  </a:cubicBezTo>
                  <a:cubicBezTo>
                    <a:pt x="39002" y="227923"/>
                    <a:pt x="39038" y="227126"/>
                    <a:pt x="39076" y="226305"/>
                  </a:cubicBezTo>
                  <a:cubicBezTo>
                    <a:pt x="39131" y="225265"/>
                    <a:pt x="39188" y="224225"/>
                    <a:pt x="39244" y="223186"/>
                  </a:cubicBezTo>
                  <a:cubicBezTo>
                    <a:pt x="39267" y="222660"/>
                    <a:pt x="39290" y="222133"/>
                    <a:pt x="39314" y="221591"/>
                  </a:cubicBezTo>
                  <a:cubicBezTo>
                    <a:pt x="39391" y="220243"/>
                    <a:pt x="39545" y="218899"/>
                    <a:pt x="39709" y="217558"/>
                  </a:cubicBezTo>
                  <a:cubicBezTo>
                    <a:pt x="40200" y="217313"/>
                    <a:pt x="40692" y="217067"/>
                    <a:pt x="41198" y="216814"/>
                  </a:cubicBezTo>
                  <a:cubicBezTo>
                    <a:pt x="41419" y="214258"/>
                    <a:pt x="41507" y="211733"/>
                    <a:pt x="41554" y="209169"/>
                  </a:cubicBezTo>
                  <a:cubicBezTo>
                    <a:pt x="41613" y="207559"/>
                    <a:pt x="41613" y="207559"/>
                    <a:pt x="41942" y="204908"/>
                  </a:cubicBezTo>
                  <a:cubicBezTo>
                    <a:pt x="42678" y="204662"/>
                    <a:pt x="43415" y="204417"/>
                    <a:pt x="44174" y="204164"/>
                  </a:cubicBezTo>
                  <a:cubicBezTo>
                    <a:pt x="44557" y="202435"/>
                    <a:pt x="44557" y="202435"/>
                    <a:pt x="44555" y="200347"/>
                  </a:cubicBezTo>
                  <a:cubicBezTo>
                    <a:pt x="44581" y="199577"/>
                    <a:pt x="44608" y="198807"/>
                    <a:pt x="44635" y="198014"/>
                  </a:cubicBezTo>
                  <a:cubicBezTo>
                    <a:pt x="44652" y="197204"/>
                    <a:pt x="44668" y="196394"/>
                    <a:pt x="44686" y="195560"/>
                  </a:cubicBezTo>
                  <a:cubicBezTo>
                    <a:pt x="44711" y="194747"/>
                    <a:pt x="44737" y="193934"/>
                    <a:pt x="44763" y="193096"/>
                  </a:cubicBezTo>
                  <a:cubicBezTo>
                    <a:pt x="44824" y="191080"/>
                    <a:pt x="44876" y="189065"/>
                    <a:pt x="44918" y="187048"/>
                  </a:cubicBezTo>
                  <a:cubicBezTo>
                    <a:pt x="45409" y="187048"/>
                    <a:pt x="45901" y="187048"/>
                    <a:pt x="46407" y="187048"/>
                  </a:cubicBezTo>
                  <a:cubicBezTo>
                    <a:pt x="47409" y="183830"/>
                    <a:pt x="47256" y="180484"/>
                    <a:pt x="47247" y="177146"/>
                  </a:cubicBezTo>
                  <a:cubicBezTo>
                    <a:pt x="47248" y="176534"/>
                    <a:pt x="47250" y="175921"/>
                    <a:pt x="47251" y="175290"/>
                  </a:cubicBezTo>
                  <a:cubicBezTo>
                    <a:pt x="47254" y="173271"/>
                    <a:pt x="47252" y="171252"/>
                    <a:pt x="47250" y="169233"/>
                  </a:cubicBezTo>
                  <a:cubicBezTo>
                    <a:pt x="47250" y="167827"/>
                    <a:pt x="47251" y="166421"/>
                    <a:pt x="47252" y="165016"/>
                  </a:cubicBezTo>
                  <a:cubicBezTo>
                    <a:pt x="47253" y="162073"/>
                    <a:pt x="47251" y="159129"/>
                    <a:pt x="47248" y="156186"/>
                  </a:cubicBezTo>
                  <a:cubicBezTo>
                    <a:pt x="47244" y="152414"/>
                    <a:pt x="47246" y="148641"/>
                    <a:pt x="47250" y="144869"/>
                  </a:cubicBezTo>
                  <a:cubicBezTo>
                    <a:pt x="47253" y="141967"/>
                    <a:pt x="47252" y="139066"/>
                    <a:pt x="47250" y="136164"/>
                  </a:cubicBezTo>
                  <a:cubicBezTo>
                    <a:pt x="47250" y="134773"/>
                    <a:pt x="47250" y="133382"/>
                    <a:pt x="47252" y="131991"/>
                  </a:cubicBezTo>
                  <a:cubicBezTo>
                    <a:pt x="47254" y="130047"/>
                    <a:pt x="47251" y="128104"/>
                    <a:pt x="47247" y="126161"/>
                  </a:cubicBezTo>
                  <a:cubicBezTo>
                    <a:pt x="47249" y="125586"/>
                    <a:pt x="47250" y="125011"/>
                    <a:pt x="47252" y="124419"/>
                  </a:cubicBezTo>
                  <a:cubicBezTo>
                    <a:pt x="47293" y="120684"/>
                    <a:pt x="47293" y="120684"/>
                    <a:pt x="46407" y="117099"/>
                  </a:cubicBezTo>
                  <a:cubicBezTo>
                    <a:pt x="45915" y="116854"/>
                    <a:pt x="45424" y="116608"/>
                    <a:pt x="44918" y="116355"/>
                  </a:cubicBezTo>
                  <a:cubicBezTo>
                    <a:pt x="44681" y="114631"/>
                    <a:pt x="44681" y="114631"/>
                    <a:pt x="44610" y="112376"/>
                  </a:cubicBezTo>
                  <a:cubicBezTo>
                    <a:pt x="44567" y="111171"/>
                    <a:pt x="44567" y="111171"/>
                    <a:pt x="44523" y="109941"/>
                  </a:cubicBezTo>
                  <a:cubicBezTo>
                    <a:pt x="44500" y="109096"/>
                    <a:pt x="44477" y="108250"/>
                    <a:pt x="44453" y="107379"/>
                  </a:cubicBezTo>
                  <a:cubicBezTo>
                    <a:pt x="44410" y="106106"/>
                    <a:pt x="44410" y="106106"/>
                    <a:pt x="44366" y="104808"/>
                  </a:cubicBezTo>
                  <a:cubicBezTo>
                    <a:pt x="44296" y="102704"/>
                    <a:pt x="44232" y="100600"/>
                    <a:pt x="44174" y="98496"/>
                  </a:cubicBezTo>
                  <a:cubicBezTo>
                    <a:pt x="43437" y="98741"/>
                    <a:pt x="42701" y="98987"/>
                    <a:pt x="41942" y="99240"/>
                  </a:cubicBezTo>
                  <a:cubicBezTo>
                    <a:pt x="41905" y="98282"/>
                    <a:pt x="41869" y="97323"/>
                    <a:pt x="41831" y="96336"/>
                  </a:cubicBezTo>
                  <a:cubicBezTo>
                    <a:pt x="41775" y="95087"/>
                    <a:pt x="41719" y="93838"/>
                    <a:pt x="41663" y="92589"/>
                  </a:cubicBezTo>
                  <a:cubicBezTo>
                    <a:pt x="41640" y="91956"/>
                    <a:pt x="41617" y="91324"/>
                    <a:pt x="41593" y="90672"/>
                  </a:cubicBezTo>
                  <a:cubicBezTo>
                    <a:pt x="41550" y="89769"/>
                    <a:pt x="41550" y="89769"/>
                    <a:pt x="41506" y="88848"/>
                  </a:cubicBezTo>
                  <a:cubicBezTo>
                    <a:pt x="41482" y="88291"/>
                    <a:pt x="41459" y="87734"/>
                    <a:pt x="41435" y="87159"/>
                  </a:cubicBezTo>
                  <a:cubicBezTo>
                    <a:pt x="41357" y="86726"/>
                    <a:pt x="41278" y="86292"/>
                    <a:pt x="41198" y="85845"/>
                  </a:cubicBezTo>
                  <a:cubicBezTo>
                    <a:pt x="40461" y="85477"/>
                    <a:pt x="40461" y="85477"/>
                    <a:pt x="39709" y="85101"/>
                  </a:cubicBezTo>
                  <a:cubicBezTo>
                    <a:pt x="39454" y="82991"/>
                    <a:pt x="39454" y="82991"/>
                    <a:pt x="39337" y="80357"/>
                  </a:cubicBezTo>
                  <a:cubicBezTo>
                    <a:pt x="39215" y="76531"/>
                    <a:pt x="39215" y="76531"/>
                    <a:pt x="37477" y="73195"/>
                  </a:cubicBezTo>
                  <a:cubicBezTo>
                    <a:pt x="37231" y="73195"/>
                    <a:pt x="36986" y="73195"/>
                    <a:pt x="36733" y="73195"/>
                  </a:cubicBezTo>
                  <a:cubicBezTo>
                    <a:pt x="36487" y="70003"/>
                    <a:pt x="36242" y="66810"/>
                    <a:pt x="35989" y="63521"/>
                  </a:cubicBezTo>
                  <a:cubicBezTo>
                    <a:pt x="35252" y="63521"/>
                    <a:pt x="34515" y="63521"/>
                    <a:pt x="33756" y="63521"/>
                  </a:cubicBezTo>
                  <a:cubicBezTo>
                    <a:pt x="33756" y="60820"/>
                    <a:pt x="33756" y="58119"/>
                    <a:pt x="33756" y="55336"/>
                  </a:cubicBezTo>
                  <a:cubicBezTo>
                    <a:pt x="33020" y="55336"/>
                    <a:pt x="32283" y="55336"/>
                    <a:pt x="31524" y="55336"/>
                  </a:cubicBezTo>
                  <a:cubicBezTo>
                    <a:pt x="31155" y="51652"/>
                    <a:pt x="31155" y="51652"/>
                    <a:pt x="30780" y="47894"/>
                  </a:cubicBezTo>
                  <a:cubicBezTo>
                    <a:pt x="30043" y="47894"/>
                    <a:pt x="29306" y="47894"/>
                    <a:pt x="28547" y="47894"/>
                  </a:cubicBezTo>
                  <a:cubicBezTo>
                    <a:pt x="28426" y="46368"/>
                    <a:pt x="28305" y="44842"/>
                    <a:pt x="28184" y="43316"/>
                  </a:cubicBezTo>
                  <a:cubicBezTo>
                    <a:pt x="28058" y="42862"/>
                    <a:pt x="27933" y="42408"/>
                    <a:pt x="27803" y="41941"/>
                  </a:cubicBezTo>
                  <a:cubicBezTo>
                    <a:pt x="26698" y="41573"/>
                    <a:pt x="26698" y="41573"/>
                    <a:pt x="25571" y="41197"/>
                  </a:cubicBezTo>
                  <a:cubicBezTo>
                    <a:pt x="25242" y="39848"/>
                    <a:pt x="25242" y="39848"/>
                    <a:pt x="25152" y="38220"/>
                  </a:cubicBezTo>
                  <a:cubicBezTo>
                    <a:pt x="25088" y="36633"/>
                    <a:pt x="25088" y="36633"/>
                    <a:pt x="24827" y="35244"/>
                  </a:cubicBezTo>
                  <a:cubicBezTo>
                    <a:pt x="24335" y="34998"/>
                    <a:pt x="23844" y="34753"/>
                    <a:pt x="23338" y="34500"/>
                  </a:cubicBezTo>
                  <a:cubicBezTo>
                    <a:pt x="22897" y="32529"/>
                    <a:pt x="22786" y="30562"/>
                    <a:pt x="22594" y="28546"/>
                  </a:cubicBezTo>
                  <a:cubicBezTo>
                    <a:pt x="21857" y="28546"/>
                    <a:pt x="21121" y="28546"/>
                    <a:pt x="20362" y="28546"/>
                  </a:cubicBezTo>
                  <a:cubicBezTo>
                    <a:pt x="20116" y="26582"/>
                    <a:pt x="19871" y="24617"/>
                    <a:pt x="19618" y="22593"/>
                  </a:cubicBezTo>
                  <a:cubicBezTo>
                    <a:pt x="18881" y="22593"/>
                    <a:pt x="18144" y="22593"/>
                    <a:pt x="17385" y="22593"/>
                  </a:cubicBezTo>
                  <a:cubicBezTo>
                    <a:pt x="17431" y="21749"/>
                    <a:pt x="17477" y="20905"/>
                    <a:pt x="17525" y="20035"/>
                  </a:cubicBezTo>
                  <a:cubicBezTo>
                    <a:pt x="17479" y="19161"/>
                    <a:pt x="17433" y="18286"/>
                    <a:pt x="17385" y="17384"/>
                  </a:cubicBezTo>
                  <a:cubicBezTo>
                    <a:pt x="16648" y="17139"/>
                    <a:pt x="15912" y="16893"/>
                    <a:pt x="15153" y="16640"/>
                  </a:cubicBezTo>
                  <a:cubicBezTo>
                    <a:pt x="14607" y="14668"/>
                    <a:pt x="14571" y="12737"/>
                    <a:pt x="14409" y="10687"/>
                  </a:cubicBezTo>
                  <a:cubicBezTo>
                    <a:pt x="13672" y="10687"/>
                    <a:pt x="12935" y="10687"/>
                    <a:pt x="12176" y="10687"/>
                  </a:cubicBezTo>
                  <a:cubicBezTo>
                    <a:pt x="11202" y="7766"/>
                    <a:pt x="11414" y="4806"/>
                    <a:pt x="11432" y="1757"/>
                  </a:cubicBezTo>
                  <a:close/>
                </a:path>
              </a:pathLst>
            </a:custGeom>
            <a:grpFill/>
            <a:ln w="744" cap="flat">
              <a:noFill/>
              <a:prstDash val="solid"/>
              <a:miter/>
            </a:ln>
          </p:spPr>
          <p:txBody>
            <a:bodyPr rtlCol="0" anchor="ctr"/>
            <a:lstStyle/>
            <a:p>
              <a:endParaRPr lang="zh-CN" altLang="en-US"/>
            </a:p>
          </p:txBody>
        </p:sp>
        <p:sp>
          <p:nvSpPr>
            <p:cNvPr id="210" name="任意多边形: 形状 209"/>
            <p:cNvSpPr/>
            <p:nvPr/>
          </p:nvSpPr>
          <p:spPr>
            <a:xfrm>
              <a:off x="7621019" y="1392897"/>
              <a:ext cx="30441" cy="236171"/>
            </a:xfrm>
            <a:custGeom>
              <a:avLst/>
              <a:gdLst>
                <a:gd name="connsiteX0" fmla="*/ 14682 w 30441"/>
                <a:gd name="connsiteY0" fmla="*/ 1504 h 236164"/>
                <a:gd name="connsiteX1" fmla="*/ 18355 w 30441"/>
                <a:gd name="connsiteY1" fmla="*/ 1516 h 236164"/>
                <a:gd name="connsiteX2" fmla="*/ 20304 w 30441"/>
                <a:gd name="connsiteY2" fmla="*/ 1519 h 236164"/>
                <a:gd name="connsiteX3" fmla="*/ 26491 w 30441"/>
                <a:gd name="connsiteY3" fmla="*/ 1542 h 236164"/>
                <a:gd name="connsiteX4" fmla="*/ 30675 w 30441"/>
                <a:gd name="connsiteY4" fmla="*/ 1552 h 236164"/>
                <a:gd name="connsiteX5" fmla="*/ 40955 w 30441"/>
                <a:gd name="connsiteY5" fmla="*/ 1588 h 236164"/>
                <a:gd name="connsiteX6" fmla="*/ 41031 w 30441"/>
                <a:gd name="connsiteY6" fmla="*/ 91420 h 236164"/>
                <a:gd name="connsiteX7" fmla="*/ 41037 w 30441"/>
                <a:gd name="connsiteY7" fmla="*/ 102014 h 236164"/>
                <a:gd name="connsiteX8" fmla="*/ 41038 w 30441"/>
                <a:gd name="connsiteY8" fmla="*/ 104144 h 236164"/>
                <a:gd name="connsiteX9" fmla="*/ 41070 w 30441"/>
                <a:gd name="connsiteY9" fmla="*/ 138342 h 236164"/>
                <a:gd name="connsiteX10" fmla="*/ 41095 w 30441"/>
                <a:gd name="connsiteY10" fmla="*/ 173404 h 236164"/>
                <a:gd name="connsiteX11" fmla="*/ 41116 w 30441"/>
                <a:gd name="connsiteY11" fmla="*/ 195058 h 236164"/>
                <a:gd name="connsiteX12" fmla="*/ 41124 w 30441"/>
                <a:gd name="connsiteY12" fmla="*/ 209885 h 236164"/>
                <a:gd name="connsiteX13" fmla="*/ 41132 w 30441"/>
                <a:gd name="connsiteY13" fmla="*/ 218453 h 236164"/>
                <a:gd name="connsiteX14" fmla="*/ 41134 w 30441"/>
                <a:gd name="connsiteY14" fmla="*/ 227720 h 236164"/>
                <a:gd name="connsiteX15" fmla="*/ 41147 w 30441"/>
                <a:gd name="connsiteY15" fmla="*/ 230486 h 236164"/>
                <a:gd name="connsiteX16" fmla="*/ 41138 w 30441"/>
                <a:gd name="connsiteY16" fmla="*/ 232973 h 236164"/>
                <a:gd name="connsiteX17" fmla="*/ 41140 w 30441"/>
                <a:gd name="connsiteY17" fmla="*/ 235137 h 236164"/>
                <a:gd name="connsiteX18" fmla="*/ 40955 w 30441"/>
                <a:gd name="connsiteY18" fmla="*/ 236737 h 236164"/>
                <a:gd name="connsiteX19" fmla="*/ 34080 w 30441"/>
                <a:gd name="connsiteY19" fmla="*/ 237606 h 236164"/>
                <a:gd name="connsiteX20" fmla="*/ 32462 w 30441"/>
                <a:gd name="connsiteY20" fmla="*/ 237613 h 236164"/>
                <a:gd name="connsiteX21" fmla="*/ 29067 w 30441"/>
                <a:gd name="connsiteY21" fmla="*/ 237619 h 236164"/>
                <a:gd name="connsiteX22" fmla="*/ 23894 w 30441"/>
                <a:gd name="connsiteY22" fmla="*/ 237648 h 236164"/>
                <a:gd name="connsiteX23" fmla="*/ 20593 w 30441"/>
                <a:gd name="connsiteY23" fmla="*/ 237652 h 236164"/>
                <a:gd name="connsiteX24" fmla="*/ 19038 w 30441"/>
                <a:gd name="connsiteY24" fmla="*/ 237669 h 236164"/>
                <a:gd name="connsiteX25" fmla="*/ 11189 w 30441"/>
                <a:gd name="connsiteY25" fmla="*/ 235993 h 236164"/>
                <a:gd name="connsiteX26" fmla="*/ 10730 w 30441"/>
                <a:gd name="connsiteY26" fmla="*/ 232162 h 236164"/>
                <a:gd name="connsiteX27" fmla="*/ 10706 w 30441"/>
                <a:gd name="connsiteY27" fmla="*/ 229688 h 236164"/>
                <a:gd name="connsiteX28" fmla="*/ 10737 w 30441"/>
                <a:gd name="connsiteY28" fmla="*/ 226948 h 236164"/>
                <a:gd name="connsiteX29" fmla="*/ 10726 w 30441"/>
                <a:gd name="connsiteY29" fmla="*/ 224054 h 236164"/>
                <a:gd name="connsiteX30" fmla="*/ 10747 w 30441"/>
                <a:gd name="connsiteY30" fmla="*/ 216076 h 236164"/>
                <a:gd name="connsiteX31" fmla="*/ 10750 w 30441"/>
                <a:gd name="connsiteY31" fmla="*/ 207483 h 236164"/>
                <a:gd name="connsiteX32" fmla="*/ 10781 w 30441"/>
                <a:gd name="connsiteY32" fmla="*/ 190639 h 236164"/>
                <a:gd name="connsiteX33" fmla="*/ 10810 w 30441"/>
                <a:gd name="connsiteY33" fmla="*/ 171043 h 236164"/>
                <a:gd name="connsiteX34" fmla="*/ 10868 w 30441"/>
                <a:gd name="connsiteY34" fmla="*/ 136091 h 236164"/>
                <a:gd name="connsiteX35" fmla="*/ 10929 w 30441"/>
                <a:gd name="connsiteY35" fmla="*/ 102137 h 236164"/>
                <a:gd name="connsiteX36" fmla="*/ 10931 w 30441"/>
                <a:gd name="connsiteY36" fmla="*/ 100025 h 236164"/>
                <a:gd name="connsiteX37" fmla="*/ 10937 w 30441"/>
                <a:gd name="connsiteY37" fmla="*/ 91620 h 236164"/>
                <a:gd name="connsiteX38" fmla="*/ 10983 w 30441"/>
                <a:gd name="connsiteY38" fmla="*/ 55416 h 236164"/>
                <a:gd name="connsiteX39" fmla="*/ 10991 w 30441"/>
                <a:gd name="connsiteY39" fmla="*/ 49542 h 236164"/>
                <a:gd name="connsiteX40" fmla="*/ 11032 w 30441"/>
                <a:gd name="connsiteY40" fmla="*/ 28986 h 236164"/>
                <a:gd name="connsiteX41" fmla="*/ 11051 w 30441"/>
                <a:gd name="connsiteY41" fmla="*/ 20481 h 236164"/>
                <a:gd name="connsiteX42" fmla="*/ 11075 w 30441"/>
                <a:gd name="connsiteY42" fmla="*/ 11283 h 236164"/>
                <a:gd name="connsiteX43" fmla="*/ 11076 w 30441"/>
                <a:gd name="connsiteY43" fmla="*/ 8537 h 236164"/>
                <a:gd name="connsiteX44" fmla="*/ 11087 w 30441"/>
                <a:gd name="connsiteY44" fmla="*/ 6069 h 236164"/>
                <a:gd name="connsiteX45" fmla="*/ 11093 w 30441"/>
                <a:gd name="connsiteY45" fmla="*/ 3921 h 236164"/>
                <a:gd name="connsiteX46" fmla="*/ 14682 w 30441"/>
                <a:gd name="connsiteY46" fmla="*/ 1504 h 23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0441" h="236164">
                  <a:moveTo>
                    <a:pt x="14682" y="1504"/>
                  </a:moveTo>
                  <a:cubicBezTo>
                    <a:pt x="15906" y="1504"/>
                    <a:pt x="17131" y="1508"/>
                    <a:pt x="18355" y="1516"/>
                  </a:cubicBezTo>
                  <a:cubicBezTo>
                    <a:pt x="19319" y="1517"/>
                    <a:pt x="19319" y="1517"/>
                    <a:pt x="20304" y="1519"/>
                  </a:cubicBezTo>
                  <a:cubicBezTo>
                    <a:pt x="22366" y="1523"/>
                    <a:pt x="24428" y="1532"/>
                    <a:pt x="26491" y="1542"/>
                  </a:cubicBezTo>
                  <a:cubicBezTo>
                    <a:pt x="27886" y="1546"/>
                    <a:pt x="29280" y="1549"/>
                    <a:pt x="30675" y="1552"/>
                  </a:cubicBezTo>
                  <a:cubicBezTo>
                    <a:pt x="34102" y="1560"/>
                    <a:pt x="37528" y="1573"/>
                    <a:pt x="40955" y="1588"/>
                  </a:cubicBezTo>
                  <a:cubicBezTo>
                    <a:pt x="40989" y="31532"/>
                    <a:pt x="41015" y="61476"/>
                    <a:pt x="41031" y="91420"/>
                  </a:cubicBezTo>
                  <a:cubicBezTo>
                    <a:pt x="41033" y="94951"/>
                    <a:pt x="41035" y="98482"/>
                    <a:pt x="41037" y="102014"/>
                  </a:cubicBezTo>
                  <a:cubicBezTo>
                    <a:pt x="41037" y="102717"/>
                    <a:pt x="41038" y="103420"/>
                    <a:pt x="41038" y="104144"/>
                  </a:cubicBezTo>
                  <a:cubicBezTo>
                    <a:pt x="41044" y="115543"/>
                    <a:pt x="41056" y="126942"/>
                    <a:pt x="41070" y="138342"/>
                  </a:cubicBezTo>
                  <a:cubicBezTo>
                    <a:pt x="41084" y="150029"/>
                    <a:pt x="41092" y="161717"/>
                    <a:pt x="41095" y="173404"/>
                  </a:cubicBezTo>
                  <a:cubicBezTo>
                    <a:pt x="41097" y="180622"/>
                    <a:pt x="41104" y="187840"/>
                    <a:pt x="41116" y="195058"/>
                  </a:cubicBezTo>
                  <a:cubicBezTo>
                    <a:pt x="41124" y="200000"/>
                    <a:pt x="41126" y="204943"/>
                    <a:pt x="41124" y="209885"/>
                  </a:cubicBezTo>
                  <a:cubicBezTo>
                    <a:pt x="41123" y="212741"/>
                    <a:pt x="41125" y="215597"/>
                    <a:pt x="41132" y="218453"/>
                  </a:cubicBezTo>
                  <a:cubicBezTo>
                    <a:pt x="41141" y="221542"/>
                    <a:pt x="41138" y="224631"/>
                    <a:pt x="41134" y="227720"/>
                  </a:cubicBezTo>
                  <a:cubicBezTo>
                    <a:pt x="41138" y="228633"/>
                    <a:pt x="41143" y="229546"/>
                    <a:pt x="41147" y="230486"/>
                  </a:cubicBezTo>
                  <a:cubicBezTo>
                    <a:pt x="41144" y="231307"/>
                    <a:pt x="41141" y="232127"/>
                    <a:pt x="41138" y="232973"/>
                  </a:cubicBezTo>
                  <a:cubicBezTo>
                    <a:pt x="41139" y="233687"/>
                    <a:pt x="41139" y="234401"/>
                    <a:pt x="41140" y="235137"/>
                  </a:cubicBezTo>
                  <a:cubicBezTo>
                    <a:pt x="41079" y="235665"/>
                    <a:pt x="41018" y="236193"/>
                    <a:pt x="40955" y="236737"/>
                  </a:cubicBezTo>
                  <a:cubicBezTo>
                    <a:pt x="38749" y="237840"/>
                    <a:pt x="36499" y="237602"/>
                    <a:pt x="34080" y="237606"/>
                  </a:cubicBezTo>
                  <a:cubicBezTo>
                    <a:pt x="33546" y="237608"/>
                    <a:pt x="33012" y="237611"/>
                    <a:pt x="32462" y="237613"/>
                  </a:cubicBezTo>
                  <a:cubicBezTo>
                    <a:pt x="31330" y="237617"/>
                    <a:pt x="30199" y="237619"/>
                    <a:pt x="29067" y="237619"/>
                  </a:cubicBezTo>
                  <a:cubicBezTo>
                    <a:pt x="27343" y="237620"/>
                    <a:pt x="25618" y="237634"/>
                    <a:pt x="23894" y="237648"/>
                  </a:cubicBezTo>
                  <a:cubicBezTo>
                    <a:pt x="22793" y="237650"/>
                    <a:pt x="21693" y="237652"/>
                    <a:pt x="20593" y="237652"/>
                  </a:cubicBezTo>
                  <a:cubicBezTo>
                    <a:pt x="20080" y="237658"/>
                    <a:pt x="19566" y="237663"/>
                    <a:pt x="19038" y="237669"/>
                  </a:cubicBezTo>
                  <a:cubicBezTo>
                    <a:pt x="16081" y="237655"/>
                    <a:pt x="13779" y="237454"/>
                    <a:pt x="11189" y="235993"/>
                  </a:cubicBezTo>
                  <a:cubicBezTo>
                    <a:pt x="10726" y="234310"/>
                    <a:pt x="10726" y="234310"/>
                    <a:pt x="10730" y="232162"/>
                  </a:cubicBezTo>
                  <a:cubicBezTo>
                    <a:pt x="10722" y="231346"/>
                    <a:pt x="10714" y="230530"/>
                    <a:pt x="10706" y="229688"/>
                  </a:cubicBezTo>
                  <a:cubicBezTo>
                    <a:pt x="10721" y="228332"/>
                    <a:pt x="10721" y="228332"/>
                    <a:pt x="10737" y="226948"/>
                  </a:cubicBezTo>
                  <a:cubicBezTo>
                    <a:pt x="10733" y="225993"/>
                    <a:pt x="10730" y="225038"/>
                    <a:pt x="10726" y="224054"/>
                  </a:cubicBezTo>
                  <a:cubicBezTo>
                    <a:pt x="10716" y="221395"/>
                    <a:pt x="10729" y="218736"/>
                    <a:pt x="10747" y="216076"/>
                  </a:cubicBezTo>
                  <a:cubicBezTo>
                    <a:pt x="10761" y="213212"/>
                    <a:pt x="10754" y="210348"/>
                    <a:pt x="10750" y="207483"/>
                  </a:cubicBezTo>
                  <a:cubicBezTo>
                    <a:pt x="10745" y="201868"/>
                    <a:pt x="10760" y="196254"/>
                    <a:pt x="10781" y="190639"/>
                  </a:cubicBezTo>
                  <a:cubicBezTo>
                    <a:pt x="10804" y="184107"/>
                    <a:pt x="10808" y="177575"/>
                    <a:pt x="10810" y="171043"/>
                  </a:cubicBezTo>
                  <a:cubicBezTo>
                    <a:pt x="10814" y="159392"/>
                    <a:pt x="10836" y="147741"/>
                    <a:pt x="10868" y="136091"/>
                  </a:cubicBezTo>
                  <a:cubicBezTo>
                    <a:pt x="10899" y="124773"/>
                    <a:pt x="10920" y="113455"/>
                    <a:pt x="10929" y="102137"/>
                  </a:cubicBezTo>
                  <a:cubicBezTo>
                    <a:pt x="10929" y="101440"/>
                    <a:pt x="10930" y="100743"/>
                    <a:pt x="10931" y="100025"/>
                  </a:cubicBezTo>
                  <a:cubicBezTo>
                    <a:pt x="10933" y="97223"/>
                    <a:pt x="10935" y="94421"/>
                    <a:pt x="10937" y="91620"/>
                  </a:cubicBezTo>
                  <a:cubicBezTo>
                    <a:pt x="10947" y="79552"/>
                    <a:pt x="10964" y="67484"/>
                    <a:pt x="10983" y="55416"/>
                  </a:cubicBezTo>
                  <a:cubicBezTo>
                    <a:pt x="10986" y="53458"/>
                    <a:pt x="10989" y="51500"/>
                    <a:pt x="10991" y="49542"/>
                  </a:cubicBezTo>
                  <a:cubicBezTo>
                    <a:pt x="11001" y="42690"/>
                    <a:pt x="11013" y="35838"/>
                    <a:pt x="11032" y="28986"/>
                  </a:cubicBezTo>
                  <a:cubicBezTo>
                    <a:pt x="11040" y="26151"/>
                    <a:pt x="11047" y="23316"/>
                    <a:pt x="11051" y="20481"/>
                  </a:cubicBezTo>
                  <a:cubicBezTo>
                    <a:pt x="11055" y="17415"/>
                    <a:pt x="11064" y="14349"/>
                    <a:pt x="11075" y="11283"/>
                  </a:cubicBezTo>
                  <a:cubicBezTo>
                    <a:pt x="11075" y="10377"/>
                    <a:pt x="11076" y="9471"/>
                    <a:pt x="11076" y="8537"/>
                  </a:cubicBezTo>
                  <a:cubicBezTo>
                    <a:pt x="11080" y="7723"/>
                    <a:pt x="11084" y="6908"/>
                    <a:pt x="11087" y="6069"/>
                  </a:cubicBezTo>
                  <a:cubicBezTo>
                    <a:pt x="11089" y="5360"/>
                    <a:pt x="11091" y="4652"/>
                    <a:pt x="11093" y="3921"/>
                  </a:cubicBezTo>
                  <a:cubicBezTo>
                    <a:pt x="11260" y="1166"/>
                    <a:pt x="11792" y="1593"/>
                    <a:pt x="14682" y="1504"/>
                  </a:cubicBezTo>
                  <a:close/>
                </a:path>
              </a:pathLst>
            </a:custGeom>
            <a:grpFill/>
            <a:ln w="744" cap="flat">
              <a:noFill/>
              <a:prstDash val="solid"/>
              <a:miter/>
            </a:ln>
          </p:spPr>
          <p:txBody>
            <a:bodyPr rtlCol="0" anchor="ctr"/>
            <a:lstStyle/>
            <a:p>
              <a:endParaRPr lang="zh-CN" altLang="en-US"/>
            </a:p>
          </p:txBody>
        </p:sp>
        <p:sp>
          <p:nvSpPr>
            <p:cNvPr id="211" name="任意多边形: 形状 210"/>
            <p:cNvSpPr/>
            <p:nvPr/>
          </p:nvSpPr>
          <p:spPr>
            <a:xfrm>
              <a:off x="7418612" y="1392837"/>
              <a:ext cx="30444" cy="236231"/>
            </a:xfrm>
            <a:custGeom>
              <a:avLst/>
              <a:gdLst>
                <a:gd name="connsiteX0" fmla="*/ 18746 w 30444"/>
                <a:gd name="connsiteY0" fmla="*/ 1575 h 236224"/>
                <a:gd name="connsiteX1" fmla="*/ 20642 w 30444"/>
                <a:gd name="connsiteY1" fmla="*/ 1578 h 236224"/>
                <a:gd name="connsiteX2" fmla="*/ 26647 w 30444"/>
                <a:gd name="connsiteY2" fmla="*/ 1601 h 236224"/>
                <a:gd name="connsiteX3" fmla="*/ 30713 w 30444"/>
                <a:gd name="connsiteY3" fmla="*/ 1611 h 236224"/>
                <a:gd name="connsiteX4" fmla="*/ 40692 w 30444"/>
                <a:gd name="connsiteY4" fmla="*/ 1648 h 236224"/>
                <a:gd name="connsiteX5" fmla="*/ 40768 w 30444"/>
                <a:gd name="connsiteY5" fmla="*/ 91479 h 236224"/>
                <a:gd name="connsiteX6" fmla="*/ 40774 w 30444"/>
                <a:gd name="connsiteY6" fmla="*/ 102073 h 236224"/>
                <a:gd name="connsiteX7" fmla="*/ 40775 w 30444"/>
                <a:gd name="connsiteY7" fmla="*/ 104204 h 236224"/>
                <a:gd name="connsiteX8" fmla="*/ 40807 w 30444"/>
                <a:gd name="connsiteY8" fmla="*/ 138401 h 236224"/>
                <a:gd name="connsiteX9" fmla="*/ 40832 w 30444"/>
                <a:gd name="connsiteY9" fmla="*/ 173463 h 236224"/>
                <a:gd name="connsiteX10" fmla="*/ 40853 w 30444"/>
                <a:gd name="connsiteY10" fmla="*/ 195117 h 236224"/>
                <a:gd name="connsiteX11" fmla="*/ 40861 w 30444"/>
                <a:gd name="connsiteY11" fmla="*/ 209945 h 236224"/>
                <a:gd name="connsiteX12" fmla="*/ 40870 w 30444"/>
                <a:gd name="connsiteY12" fmla="*/ 218513 h 236224"/>
                <a:gd name="connsiteX13" fmla="*/ 40871 w 30444"/>
                <a:gd name="connsiteY13" fmla="*/ 227779 h 236224"/>
                <a:gd name="connsiteX14" fmla="*/ 40884 w 30444"/>
                <a:gd name="connsiteY14" fmla="*/ 230546 h 236224"/>
                <a:gd name="connsiteX15" fmla="*/ 40875 w 30444"/>
                <a:gd name="connsiteY15" fmla="*/ 233032 h 236224"/>
                <a:gd name="connsiteX16" fmla="*/ 40877 w 30444"/>
                <a:gd name="connsiteY16" fmla="*/ 235196 h 236224"/>
                <a:gd name="connsiteX17" fmla="*/ 40692 w 30444"/>
                <a:gd name="connsiteY17" fmla="*/ 236796 h 236224"/>
                <a:gd name="connsiteX18" fmla="*/ 33818 w 30444"/>
                <a:gd name="connsiteY18" fmla="*/ 237665 h 236224"/>
                <a:gd name="connsiteX19" fmla="*/ 32199 w 30444"/>
                <a:gd name="connsiteY19" fmla="*/ 237673 h 236224"/>
                <a:gd name="connsiteX20" fmla="*/ 28804 w 30444"/>
                <a:gd name="connsiteY20" fmla="*/ 237678 h 236224"/>
                <a:gd name="connsiteX21" fmla="*/ 23631 w 30444"/>
                <a:gd name="connsiteY21" fmla="*/ 237707 h 236224"/>
                <a:gd name="connsiteX22" fmla="*/ 20330 w 30444"/>
                <a:gd name="connsiteY22" fmla="*/ 237712 h 236224"/>
                <a:gd name="connsiteX23" fmla="*/ 18775 w 30444"/>
                <a:gd name="connsiteY23" fmla="*/ 237728 h 236224"/>
                <a:gd name="connsiteX24" fmla="*/ 10927 w 30444"/>
                <a:gd name="connsiteY24" fmla="*/ 236052 h 236224"/>
                <a:gd name="connsiteX25" fmla="*/ 10465 w 30444"/>
                <a:gd name="connsiteY25" fmla="*/ 232222 h 236224"/>
                <a:gd name="connsiteX26" fmla="*/ 10440 w 30444"/>
                <a:gd name="connsiteY26" fmla="*/ 229748 h 236224"/>
                <a:gd name="connsiteX27" fmla="*/ 10469 w 30444"/>
                <a:gd name="connsiteY27" fmla="*/ 227007 h 236224"/>
                <a:gd name="connsiteX28" fmla="*/ 10456 w 30444"/>
                <a:gd name="connsiteY28" fmla="*/ 224114 h 236224"/>
                <a:gd name="connsiteX29" fmla="*/ 10473 w 30444"/>
                <a:gd name="connsiteY29" fmla="*/ 216136 h 236224"/>
                <a:gd name="connsiteX30" fmla="*/ 10472 w 30444"/>
                <a:gd name="connsiteY30" fmla="*/ 207542 h 236224"/>
                <a:gd name="connsiteX31" fmla="*/ 10494 w 30444"/>
                <a:gd name="connsiteY31" fmla="*/ 190698 h 236224"/>
                <a:gd name="connsiteX32" fmla="*/ 10516 w 30444"/>
                <a:gd name="connsiteY32" fmla="*/ 171102 h 236224"/>
                <a:gd name="connsiteX33" fmla="*/ 10564 w 30444"/>
                <a:gd name="connsiteY33" fmla="*/ 136150 h 236224"/>
                <a:gd name="connsiteX34" fmla="*/ 10610 w 30444"/>
                <a:gd name="connsiteY34" fmla="*/ 102197 h 236224"/>
                <a:gd name="connsiteX35" fmla="*/ 10610 w 30444"/>
                <a:gd name="connsiteY35" fmla="*/ 100084 h 236224"/>
                <a:gd name="connsiteX36" fmla="*/ 10611 w 30444"/>
                <a:gd name="connsiteY36" fmla="*/ 97975 h 236224"/>
                <a:gd name="connsiteX37" fmla="*/ 10612 w 30444"/>
                <a:gd name="connsiteY37" fmla="*/ 93772 h 236224"/>
                <a:gd name="connsiteX38" fmla="*/ 10612 w 30444"/>
                <a:gd name="connsiteY38" fmla="*/ 91679 h 236224"/>
                <a:gd name="connsiteX39" fmla="*/ 10643 w 30444"/>
                <a:gd name="connsiteY39" fmla="*/ 59374 h 236224"/>
                <a:gd name="connsiteX40" fmla="*/ 10654 w 30444"/>
                <a:gd name="connsiteY40" fmla="*/ 47645 h 236224"/>
                <a:gd name="connsiteX41" fmla="*/ 10685 w 30444"/>
                <a:gd name="connsiteY41" fmla="*/ 29045 h 236224"/>
                <a:gd name="connsiteX42" fmla="*/ 10699 w 30444"/>
                <a:gd name="connsiteY42" fmla="*/ 20540 h 236224"/>
                <a:gd name="connsiteX43" fmla="*/ 10723 w 30444"/>
                <a:gd name="connsiteY43" fmla="*/ 11342 h 236224"/>
                <a:gd name="connsiteX44" fmla="*/ 10717 w 30444"/>
                <a:gd name="connsiteY44" fmla="*/ 8597 h 236224"/>
                <a:gd name="connsiteX45" fmla="*/ 10733 w 30444"/>
                <a:gd name="connsiteY45" fmla="*/ 6128 h 236224"/>
                <a:gd name="connsiteX46" fmla="*/ 10738 w 30444"/>
                <a:gd name="connsiteY46" fmla="*/ 3981 h 236224"/>
                <a:gd name="connsiteX47" fmla="*/ 10927 w 30444"/>
                <a:gd name="connsiteY47" fmla="*/ 2392 h 236224"/>
                <a:gd name="connsiteX48" fmla="*/ 18746 w 30444"/>
                <a:gd name="connsiteY48" fmla="*/ 1575 h 23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444" h="236224">
                  <a:moveTo>
                    <a:pt x="18746" y="1575"/>
                  </a:moveTo>
                  <a:cubicBezTo>
                    <a:pt x="19684" y="1577"/>
                    <a:pt x="19684" y="1577"/>
                    <a:pt x="20642" y="1578"/>
                  </a:cubicBezTo>
                  <a:cubicBezTo>
                    <a:pt x="22643" y="1582"/>
                    <a:pt x="24645" y="1592"/>
                    <a:pt x="26647" y="1601"/>
                  </a:cubicBezTo>
                  <a:cubicBezTo>
                    <a:pt x="28002" y="1605"/>
                    <a:pt x="29358" y="1608"/>
                    <a:pt x="30713" y="1611"/>
                  </a:cubicBezTo>
                  <a:cubicBezTo>
                    <a:pt x="34040" y="1620"/>
                    <a:pt x="37366" y="1632"/>
                    <a:pt x="40692" y="1648"/>
                  </a:cubicBezTo>
                  <a:cubicBezTo>
                    <a:pt x="40726" y="31592"/>
                    <a:pt x="40753" y="61535"/>
                    <a:pt x="40768" y="91479"/>
                  </a:cubicBezTo>
                  <a:cubicBezTo>
                    <a:pt x="40770" y="95011"/>
                    <a:pt x="40772" y="98542"/>
                    <a:pt x="40774" y="102073"/>
                  </a:cubicBezTo>
                  <a:cubicBezTo>
                    <a:pt x="40774" y="102776"/>
                    <a:pt x="40775" y="103479"/>
                    <a:pt x="40775" y="104204"/>
                  </a:cubicBezTo>
                  <a:cubicBezTo>
                    <a:pt x="40782" y="115603"/>
                    <a:pt x="40794" y="127002"/>
                    <a:pt x="40807" y="138401"/>
                  </a:cubicBezTo>
                  <a:cubicBezTo>
                    <a:pt x="40821" y="150088"/>
                    <a:pt x="40829" y="161776"/>
                    <a:pt x="40832" y="173463"/>
                  </a:cubicBezTo>
                  <a:cubicBezTo>
                    <a:pt x="40834" y="180681"/>
                    <a:pt x="40841" y="187899"/>
                    <a:pt x="40853" y="195117"/>
                  </a:cubicBezTo>
                  <a:cubicBezTo>
                    <a:pt x="40861" y="200060"/>
                    <a:pt x="40863" y="205002"/>
                    <a:pt x="40861" y="209945"/>
                  </a:cubicBezTo>
                  <a:cubicBezTo>
                    <a:pt x="40860" y="212801"/>
                    <a:pt x="40862" y="215657"/>
                    <a:pt x="40870" y="218513"/>
                  </a:cubicBezTo>
                  <a:cubicBezTo>
                    <a:pt x="40878" y="221602"/>
                    <a:pt x="40875" y="224691"/>
                    <a:pt x="40871" y="227779"/>
                  </a:cubicBezTo>
                  <a:cubicBezTo>
                    <a:pt x="40876" y="228692"/>
                    <a:pt x="40880" y="229605"/>
                    <a:pt x="40884" y="230546"/>
                  </a:cubicBezTo>
                  <a:cubicBezTo>
                    <a:pt x="40881" y="231366"/>
                    <a:pt x="40879" y="232187"/>
                    <a:pt x="40875" y="233032"/>
                  </a:cubicBezTo>
                  <a:cubicBezTo>
                    <a:pt x="40876" y="233746"/>
                    <a:pt x="40877" y="234460"/>
                    <a:pt x="40877" y="235196"/>
                  </a:cubicBezTo>
                  <a:cubicBezTo>
                    <a:pt x="40816" y="235724"/>
                    <a:pt x="40755" y="236252"/>
                    <a:pt x="40692" y="236796"/>
                  </a:cubicBezTo>
                  <a:cubicBezTo>
                    <a:pt x="38486" y="237899"/>
                    <a:pt x="36237" y="237661"/>
                    <a:pt x="33818" y="237665"/>
                  </a:cubicBezTo>
                  <a:cubicBezTo>
                    <a:pt x="33284" y="237668"/>
                    <a:pt x="32750" y="237670"/>
                    <a:pt x="32199" y="237673"/>
                  </a:cubicBezTo>
                  <a:cubicBezTo>
                    <a:pt x="31068" y="237677"/>
                    <a:pt x="29936" y="237678"/>
                    <a:pt x="28804" y="237678"/>
                  </a:cubicBezTo>
                  <a:cubicBezTo>
                    <a:pt x="27080" y="237680"/>
                    <a:pt x="25355" y="237693"/>
                    <a:pt x="23631" y="237707"/>
                  </a:cubicBezTo>
                  <a:cubicBezTo>
                    <a:pt x="22531" y="237710"/>
                    <a:pt x="21430" y="237711"/>
                    <a:pt x="20330" y="237712"/>
                  </a:cubicBezTo>
                  <a:cubicBezTo>
                    <a:pt x="19817" y="237717"/>
                    <a:pt x="19304" y="237722"/>
                    <a:pt x="18775" y="237728"/>
                  </a:cubicBezTo>
                  <a:cubicBezTo>
                    <a:pt x="15819" y="237714"/>
                    <a:pt x="13517" y="237513"/>
                    <a:pt x="10927" y="236052"/>
                  </a:cubicBezTo>
                  <a:cubicBezTo>
                    <a:pt x="10463" y="234370"/>
                    <a:pt x="10463" y="234370"/>
                    <a:pt x="10465" y="232222"/>
                  </a:cubicBezTo>
                  <a:cubicBezTo>
                    <a:pt x="10456" y="231405"/>
                    <a:pt x="10448" y="230589"/>
                    <a:pt x="10440" y="229748"/>
                  </a:cubicBezTo>
                  <a:cubicBezTo>
                    <a:pt x="10449" y="228843"/>
                    <a:pt x="10459" y="227939"/>
                    <a:pt x="10469" y="227007"/>
                  </a:cubicBezTo>
                  <a:cubicBezTo>
                    <a:pt x="10465" y="226052"/>
                    <a:pt x="10461" y="225098"/>
                    <a:pt x="10456" y="224114"/>
                  </a:cubicBezTo>
                  <a:cubicBezTo>
                    <a:pt x="10445" y="221454"/>
                    <a:pt x="10457" y="218795"/>
                    <a:pt x="10473" y="216136"/>
                  </a:cubicBezTo>
                  <a:cubicBezTo>
                    <a:pt x="10486" y="213271"/>
                    <a:pt x="10478" y="210407"/>
                    <a:pt x="10472" y="207542"/>
                  </a:cubicBezTo>
                  <a:cubicBezTo>
                    <a:pt x="10464" y="201928"/>
                    <a:pt x="10476" y="196313"/>
                    <a:pt x="10494" y="190698"/>
                  </a:cubicBezTo>
                  <a:cubicBezTo>
                    <a:pt x="10515" y="184166"/>
                    <a:pt x="10516" y="177634"/>
                    <a:pt x="10516" y="171102"/>
                  </a:cubicBezTo>
                  <a:cubicBezTo>
                    <a:pt x="10517" y="159451"/>
                    <a:pt x="10536" y="147801"/>
                    <a:pt x="10564" y="136150"/>
                  </a:cubicBezTo>
                  <a:cubicBezTo>
                    <a:pt x="10592" y="124832"/>
                    <a:pt x="10608" y="113515"/>
                    <a:pt x="10610" y="102197"/>
                  </a:cubicBezTo>
                  <a:cubicBezTo>
                    <a:pt x="10610" y="101499"/>
                    <a:pt x="10610" y="100802"/>
                    <a:pt x="10610" y="100084"/>
                  </a:cubicBezTo>
                  <a:cubicBezTo>
                    <a:pt x="10611" y="99388"/>
                    <a:pt x="10611" y="98692"/>
                    <a:pt x="10611" y="97975"/>
                  </a:cubicBezTo>
                  <a:cubicBezTo>
                    <a:pt x="10611" y="96574"/>
                    <a:pt x="10611" y="95173"/>
                    <a:pt x="10612" y="93772"/>
                  </a:cubicBezTo>
                  <a:cubicBezTo>
                    <a:pt x="10612" y="93082"/>
                    <a:pt x="10612" y="92391"/>
                    <a:pt x="10612" y="91679"/>
                  </a:cubicBezTo>
                  <a:cubicBezTo>
                    <a:pt x="10615" y="80911"/>
                    <a:pt x="10629" y="70142"/>
                    <a:pt x="10643" y="59374"/>
                  </a:cubicBezTo>
                  <a:cubicBezTo>
                    <a:pt x="10649" y="55464"/>
                    <a:pt x="10652" y="51555"/>
                    <a:pt x="10654" y="47645"/>
                  </a:cubicBezTo>
                  <a:cubicBezTo>
                    <a:pt x="10658" y="41445"/>
                    <a:pt x="10667" y="35245"/>
                    <a:pt x="10685" y="29045"/>
                  </a:cubicBezTo>
                  <a:cubicBezTo>
                    <a:pt x="10694" y="26210"/>
                    <a:pt x="10700" y="23375"/>
                    <a:pt x="10699" y="20540"/>
                  </a:cubicBezTo>
                  <a:cubicBezTo>
                    <a:pt x="10699" y="17474"/>
                    <a:pt x="10710" y="14408"/>
                    <a:pt x="10723" y="11342"/>
                  </a:cubicBezTo>
                  <a:cubicBezTo>
                    <a:pt x="10721" y="10436"/>
                    <a:pt x="10719" y="9530"/>
                    <a:pt x="10717" y="8597"/>
                  </a:cubicBezTo>
                  <a:cubicBezTo>
                    <a:pt x="10723" y="7782"/>
                    <a:pt x="10728" y="6968"/>
                    <a:pt x="10733" y="6128"/>
                  </a:cubicBezTo>
                  <a:cubicBezTo>
                    <a:pt x="10735" y="5420"/>
                    <a:pt x="10736" y="4711"/>
                    <a:pt x="10738" y="3981"/>
                  </a:cubicBezTo>
                  <a:cubicBezTo>
                    <a:pt x="10800" y="3456"/>
                    <a:pt x="10862" y="2932"/>
                    <a:pt x="10927" y="2392"/>
                  </a:cubicBezTo>
                  <a:cubicBezTo>
                    <a:pt x="13367" y="1172"/>
                    <a:pt x="16066" y="1558"/>
                    <a:pt x="18746" y="1575"/>
                  </a:cubicBezTo>
                  <a:close/>
                </a:path>
              </a:pathLst>
            </a:custGeom>
            <a:grpFill/>
            <a:ln w="744" cap="flat">
              <a:noFill/>
              <a:prstDash val="solid"/>
              <a:miter/>
            </a:ln>
          </p:spPr>
          <p:txBody>
            <a:bodyPr rtlCol="0" anchor="ctr"/>
            <a:lstStyle/>
            <a:p>
              <a:endParaRPr lang="zh-CN" altLang="en-US"/>
            </a:p>
          </p:txBody>
        </p:sp>
        <p:sp>
          <p:nvSpPr>
            <p:cNvPr id="212" name="任意多边形: 形状 211"/>
            <p:cNvSpPr/>
            <p:nvPr/>
          </p:nvSpPr>
          <p:spPr>
            <a:xfrm>
              <a:off x="8820557" y="1392837"/>
              <a:ext cx="30444" cy="236231"/>
            </a:xfrm>
            <a:custGeom>
              <a:avLst/>
              <a:gdLst>
                <a:gd name="connsiteX0" fmla="*/ 20630 w 30444"/>
                <a:gd name="connsiteY0" fmla="*/ 1575 h 236224"/>
                <a:gd name="connsiteX1" fmla="*/ 22526 w 30444"/>
                <a:gd name="connsiteY1" fmla="*/ 1578 h 236224"/>
                <a:gd name="connsiteX2" fmla="*/ 28531 w 30444"/>
                <a:gd name="connsiteY2" fmla="*/ 1601 h 236224"/>
                <a:gd name="connsiteX3" fmla="*/ 32597 w 30444"/>
                <a:gd name="connsiteY3" fmla="*/ 1611 h 236224"/>
                <a:gd name="connsiteX4" fmla="*/ 42576 w 30444"/>
                <a:gd name="connsiteY4" fmla="*/ 1648 h 236224"/>
                <a:gd name="connsiteX5" fmla="*/ 42652 w 30444"/>
                <a:gd name="connsiteY5" fmla="*/ 91479 h 236224"/>
                <a:gd name="connsiteX6" fmla="*/ 42658 w 30444"/>
                <a:gd name="connsiteY6" fmla="*/ 102073 h 236224"/>
                <a:gd name="connsiteX7" fmla="*/ 42659 w 30444"/>
                <a:gd name="connsiteY7" fmla="*/ 104204 h 236224"/>
                <a:gd name="connsiteX8" fmla="*/ 42691 w 30444"/>
                <a:gd name="connsiteY8" fmla="*/ 138401 h 236224"/>
                <a:gd name="connsiteX9" fmla="*/ 42716 w 30444"/>
                <a:gd name="connsiteY9" fmla="*/ 173463 h 236224"/>
                <a:gd name="connsiteX10" fmla="*/ 42737 w 30444"/>
                <a:gd name="connsiteY10" fmla="*/ 195117 h 236224"/>
                <a:gd name="connsiteX11" fmla="*/ 42745 w 30444"/>
                <a:gd name="connsiteY11" fmla="*/ 209945 h 236224"/>
                <a:gd name="connsiteX12" fmla="*/ 42754 w 30444"/>
                <a:gd name="connsiteY12" fmla="*/ 218513 h 236224"/>
                <a:gd name="connsiteX13" fmla="*/ 42755 w 30444"/>
                <a:gd name="connsiteY13" fmla="*/ 227779 h 236224"/>
                <a:gd name="connsiteX14" fmla="*/ 42768 w 30444"/>
                <a:gd name="connsiteY14" fmla="*/ 230546 h 236224"/>
                <a:gd name="connsiteX15" fmla="*/ 42759 w 30444"/>
                <a:gd name="connsiteY15" fmla="*/ 233032 h 236224"/>
                <a:gd name="connsiteX16" fmla="*/ 42761 w 30444"/>
                <a:gd name="connsiteY16" fmla="*/ 235196 h 236224"/>
                <a:gd name="connsiteX17" fmla="*/ 42576 w 30444"/>
                <a:gd name="connsiteY17" fmla="*/ 236796 h 236224"/>
                <a:gd name="connsiteX18" fmla="*/ 35702 w 30444"/>
                <a:gd name="connsiteY18" fmla="*/ 237665 h 236224"/>
                <a:gd name="connsiteX19" fmla="*/ 34083 w 30444"/>
                <a:gd name="connsiteY19" fmla="*/ 237673 h 236224"/>
                <a:gd name="connsiteX20" fmla="*/ 30688 w 30444"/>
                <a:gd name="connsiteY20" fmla="*/ 237678 h 236224"/>
                <a:gd name="connsiteX21" fmla="*/ 25515 w 30444"/>
                <a:gd name="connsiteY21" fmla="*/ 237707 h 236224"/>
                <a:gd name="connsiteX22" fmla="*/ 22214 w 30444"/>
                <a:gd name="connsiteY22" fmla="*/ 237712 h 236224"/>
                <a:gd name="connsiteX23" fmla="*/ 20659 w 30444"/>
                <a:gd name="connsiteY23" fmla="*/ 237728 h 236224"/>
                <a:gd name="connsiteX24" fmla="*/ 12811 w 30444"/>
                <a:gd name="connsiteY24" fmla="*/ 236052 h 236224"/>
                <a:gd name="connsiteX25" fmla="*/ 12349 w 30444"/>
                <a:gd name="connsiteY25" fmla="*/ 232222 h 236224"/>
                <a:gd name="connsiteX26" fmla="*/ 12324 w 30444"/>
                <a:gd name="connsiteY26" fmla="*/ 229748 h 236224"/>
                <a:gd name="connsiteX27" fmla="*/ 12353 w 30444"/>
                <a:gd name="connsiteY27" fmla="*/ 227007 h 236224"/>
                <a:gd name="connsiteX28" fmla="*/ 12340 w 30444"/>
                <a:gd name="connsiteY28" fmla="*/ 224114 h 236224"/>
                <a:gd name="connsiteX29" fmla="*/ 12357 w 30444"/>
                <a:gd name="connsiteY29" fmla="*/ 216136 h 236224"/>
                <a:gd name="connsiteX30" fmla="*/ 12356 w 30444"/>
                <a:gd name="connsiteY30" fmla="*/ 207542 h 236224"/>
                <a:gd name="connsiteX31" fmla="*/ 12378 w 30444"/>
                <a:gd name="connsiteY31" fmla="*/ 190698 h 236224"/>
                <a:gd name="connsiteX32" fmla="*/ 12400 w 30444"/>
                <a:gd name="connsiteY32" fmla="*/ 171102 h 236224"/>
                <a:gd name="connsiteX33" fmla="*/ 12448 w 30444"/>
                <a:gd name="connsiteY33" fmla="*/ 136150 h 236224"/>
                <a:gd name="connsiteX34" fmla="*/ 12494 w 30444"/>
                <a:gd name="connsiteY34" fmla="*/ 102197 h 236224"/>
                <a:gd name="connsiteX35" fmla="*/ 12494 w 30444"/>
                <a:gd name="connsiteY35" fmla="*/ 100084 h 236224"/>
                <a:gd name="connsiteX36" fmla="*/ 12495 w 30444"/>
                <a:gd name="connsiteY36" fmla="*/ 97975 h 236224"/>
                <a:gd name="connsiteX37" fmla="*/ 12496 w 30444"/>
                <a:gd name="connsiteY37" fmla="*/ 93772 h 236224"/>
                <a:gd name="connsiteX38" fmla="*/ 12496 w 30444"/>
                <a:gd name="connsiteY38" fmla="*/ 91679 h 236224"/>
                <a:gd name="connsiteX39" fmla="*/ 12527 w 30444"/>
                <a:gd name="connsiteY39" fmla="*/ 59374 h 236224"/>
                <a:gd name="connsiteX40" fmla="*/ 12538 w 30444"/>
                <a:gd name="connsiteY40" fmla="*/ 47645 h 236224"/>
                <a:gd name="connsiteX41" fmla="*/ 12569 w 30444"/>
                <a:gd name="connsiteY41" fmla="*/ 29045 h 236224"/>
                <a:gd name="connsiteX42" fmla="*/ 12583 w 30444"/>
                <a:gd name="connsiteY42" fmla="*/ 20540 h 236224"/>
                <a:gd name="connsiteX43" fmla="*/ 12607 w 30444"/>
                <a:gd name="connsiteY43" fmla="*/ 11342 h 236224"/>
                <a:gd name="connsiteX44" fmla="*/ 12601 w 30444"/>
                <a:gd name="connsiteY44" fmla="*/ 8597 h 236224"/>
                <a:gd name="connsiteX45" fmla="*/ 12617 w 30444"/>
                <a:gd name="connsiteY45" fmla="*/ 6128 h 236224"/>
                <a:gd name="connsiteX46" fmla="*/ 12622 w 30444"/>
                <a:gd name="connsiteY46" fmla="*/ 3981 h 236224"/>
                <a:gd name="connsiteX47" fmla="*/ 12811 w 30444"/>
                <a:gd name="connsiteY47" fmla="*/ 2392 h 236224"/>
                <a:gd name="connsiteX48" fmla="*/ 20630 w 30444"/>
                <a:gd name="connsiteY48" fmla="*/ 1575 h 23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0444" h="236224">
                  <a:moveTo>
                    <a:pt x="20630" y="1575"/>
                  </a:moveTo>
                  <a:cubicBezTo>
                    <a:pt x="21568" y="1577"/>
                    <a:pt x="21568" y="1577"/>
                    <a:pt x="22526" y="1578"/>
                  </a:cubicBezTo>
                  <a:cubicBezTo>
                    <a:pt x="24527" y="1582"/>
                    <a:pt x="26529" y="1592"/>
                    <a:pt x="28531" y="1601"/>
                  </a:cubicBezTo>
                  <a:cubicBezTo>
                    <a:pt x="29886" y="1605"/>
                    <a:pt x="31242" y="1608"/>
                    <a:pt x="32597" y="1611"/>
                  </a:cubicBezTo>
                  <a:cubicBezTo>
                    <a:pt x="35924" y="1620"/>
                    <a:pt x="39250" y="1632"/>
                    <a:pt x="42576" y="1648"/>
                  </a:cubicBezTo>
                  <a:cubicBezTo>
                    <a:pt x="42610" y="31592"/>
                    <a:pt x="42637" y="61535"/>
                    <a:pt x="42652" y="91479"/>
                  </a:cubicBezTo>
                  <a:cubicBezTo>
                    <a:pt x="42654" y="95011"/>
                    <a:pt x="42656" y="98542"/>
                    <a:pt x="42658" y="102073"/>
                  </a:cubicBezTo>
                  <a:cubicBezTo>
                    <a:pt x="42658" y="102776"/>
                    <a:pt x="42659" y="103479"/>
                    <a:pt x="42659" y="104204"/>
                  </a:cubicBezTo>
                  <a:cubicBezTo>
                    <a:pt x="42666" y="115603"/>
                    <a:pt x="42678" y="127002"/>
                    <a:pt x="42691" y="138401"/>
                  </a:cubicBezTo>
                  <a:cubicBezTo>
                    <a:pt x="42705" y="150088"/>
                    <a:pt x="42713" y="161776"/>
                    <a:pt x="42716" y="173463"/>
                  </a:cubicBezTo>
                  <a:cubicBezTo>
                    <a:pt x="42718" y="180681"/>
                    <a:pt x="42725" y="187899"/>
                    <a:pt x="42737" y="195117"/>
                  </a:cubicBezTo>
                  <a:cubicBezTo>
                    <a:pt x="42745" y="200060"/>
                    <a:pt x="42747" y="205002"/>
                    <a:pt x="42745" y="209945"/>
                  </a:cubicBezTo>
                  <a:cubicBezTo>
                    <a:pt x="42744" y="212801"/>
                    <a:pt x="42746" y="215657"/>
                    <a:pt x="42754" y="218513"/>
                  </a:cubicBezTo>
                  <a:cubicBezTo>
                    <a:pt x="42762" y="221602"/>
                    <a:pt x="42759" y="224691"/>
                    <a:pt x="42755" y="227779"/>
                  </a:cubicBezTo>
                  <a:cubicBezTo>
                    <a:pt x="42760" y="228692"/>
                    <a:pt x="42764" y="229605"/>
                    <a:pt x="42768" y="230546"/>
                  </a:cubicBezTo>
                  <a:cubicBezTo>
                    <a:pt x="42765" y="231366"/>
                    <a:pt x="42763" y="232187"/>
                    <a:pt x="42759" y="233032"/>
                  </a:cubicBezTo>
                  <a:cubicBezTo>
                    <a:pt x="42760" y="233746"/>
                    <a:pt x="42761" y="234460"/>
                    <a:pt x="42761" y="235196"/>
                  </a:cubicBezTo>
                  <a:cubicBezTo>
                    <a:pt x="42700" y="235724"/>
                    <a:pt x="42639" y="236252"/>
                    <a:pt x="42576" y="236796"/>
                  </a:cubicBezTo>
                  <a:cubicBezTo>
                    <a:pt x="40370" y="237899"/>
                    <a:pt x="38121" y="237661"/>
                    <a:pt x="35702" y="237665"/>
                  </a:cubicBezTo>
                  <a:cubicBezTo>
                    <a:pt x="35168" y="237668"/>
                    <a:pt x="34634" y="237670"/>
                    <a:pt x="34083" y="237673"/>
                  </a:cubicBezTo>
                  <a:cubicBezTo>
                    <a:pt x="32952" y="237677"/>
                    <a:pt x="31820" y="237678"/>
                    <a:pt x="30688" y="237678"/>
                  </a:cubicBezTo>
                  <a:cubicBezTo>
                    <a:pt x="28964" y="237680"/>
                    <a:pt x="27239" y="237693"/>
                    <a:pt x="25515" y="237707"/>
                  </a:cubicBezTo>
                  <a:cubicBezTo>
                    <a:pt x="24415" y="237710"/>
                    <a:pt x="23314" y="237711"/>
                    <a:pt x="22214" y="237712"/>
                  </a:cubicBezTo>
                  <a:cubicBezTo>
                    <a:pt x="21701" y="237717"/>
                    <a:pt x="21188" y="237722"/>
                    <a:pt x="20659" y="237728"/>
                  </a:cubicBezTo>
                  <a:cubicBezTo>
                    <a:pt x="17703" y="237714"/>
                    <a:pt x="15401" y="237513"/>
                    <a:pt x="12811" y="236052"/>
                  </a:cubicBezTo>
                  <a:cubicBezTo>
                    <a:pt x="12347" y="234370"/>
                    <a:pt x="12347" y="234370"/>
                    <a:pt x="12349" y="232222"/>
                  </a:cubicBezTo>
                  <a:cubicBezTo>
                    <a:pt x="12340" y="231405"/>
                    <a:pt x="12332" y="230589"/>
                    <a:pt x="12324" y="229748"/>
                  </a:cubicBezTo>
                  <a:cubicBezTo>
                    <a:pt x="12333" y="228843"/>
                    <a:pt x="12343" y="227939"/>
                    <a:pt x="12353" y="227007"/>
                  </a:cubicBezTo>
                  <a:cubicBezTo>
                    <a:pt x="12349" y="226052"/>
                    <a:pt x="12345" y="225098"/>
                    <a:pt x="12340" y="224114"/>
                  </a:cubicBezTo>
                  <a:cubicBezTo>
                    <a:pt x="12329" y="221454"/>
                    <a:pt x="12341" y="218795"/>
                    <a:pt x="12357" y="216136"/>
                  </a:cubicBezTo>
                  <a:cubicBezTo>
                    <a:pt x="12370" y="213271"/>
                    <a:pt x="12362" y="210407"/>
                    <a:pt x="12356" y="207542"/>
                  </a:cubicBezTo>
                  <a:cubicBezTo>
                    <a:pt x="12348" y="201928"/>
                    <a:pt x="12360" y="196313"/>
                    <a:pt x="12378" y="190698"/>
                  </a:cubicBezTo>
                  <a:cubicBezTo>
                    <a:pt x="12399" y="184166"/>
                    <a:pt x="12400" y="177634"/>
                    <a:pt x="12400" y="171102"/>
                  </a:cubicBezTo>
                  <a:cubicBezTo>
                    <a:pt x="12401" y="159451"/>
                    <a:pt x="12420" y="147801"/>
                    <a:pt x="12448" y="136150"/>
                  </a:cubicBezTo>
                  <a:cubicBezTo>
                    <a:pt x="12476" y="124832"/>
                    <a:pt x="12492" y="113515"/>
                    <a:pt x="12494" y="102197"/>
                  </a:cubicBezTo>
                  <a:cubicBezTo>
                    <a:pt x="12494" y="101499"/>
                    <a:pt x="12494" y="100802"/>
                    <a:pt x="12494" y="100084"/>
                  </a:cubicBezTo>
                  <a:cubicBezTo>
                    <a:pt x="12495" y="99388"/>
                    <a:pt x="12495" y="98692"/>
                    <a:pt x="12495" y="97975"/>
                  </a:cubicBezTo>
                  <a:cubicBezTo>
                    <a:pt x="12495" y="96574"/>
                    <a:pt x="12495" y="95173"/>
                    <a:pt x="12496" y="93772"/>
                  </a:cubicBezTo>
                  <a:cubicBezTo>
                    <a:pt x="12496" y="93082"/>
                    <a:pt x="12496" y="92391"/>
                    <a:pt x="12496" y="91679"/>
                  </a:cubicBezTo>
                  <a:cubicBezTo>
                    <a:pt x="12499" y="80911"/>
                    <a:pt x="12513" y="70142"/>
                    <a:pt x="12527" y="59374"/>
                  </a:cubicBezTo>
                  <a:cubicBezTo>
                    <a:pt x="12533" y="55464"/>
                    <a:pt x="12536" y="51555"/>
                    <a:pt x="12538" y="47645"/>
                  </a:cubicBezTo>
                  <a:cubicBezTo>
                    <a:pt x="12542" y="41445"/>
                    <a:pt x="12551" y="35245"/>
                    <a:pt x="12569" y="29045"/>
                  </a:cubicBezTo>
                  <a:cubicBezTo>
                    <a:pt x="12578" y="26210"/>
                    <a:pt x="12584" y="23375"/>
                    <a:pt x="12583" y="20540"/>
                  </a:cubicBezTo>
                  <a:cubicBezTo>
                    <a:pt x="12583" y="17474"/>
                    <a:pt x="12594" y="14408"/>
                    <a:pt x="12607" y="11342"/>
                  </a:cubicBezTo>
                  <a:cubicBezTo>
                    <a:pt x="12605" y="10436"/>
                    <a:pt x="12603" y="9530"/>
                    <a:pt x="12601" y="8597"/>
                  </a:cubicBezTo>
                  <a:cubicBezTo>
                    <a:pt x="12607" y="7782"/>
                    <a:pt x="12612" y="6968"/>
                    <a:pt x="12617" y="6128"/>
                  </a:cubicBezTo>
                  <a:cubicBezTo>
                    <a:pt x="12619" y="5420"/>
                    <a:pt x="12620" y="4711"/>
                    <a:pt x="12622" y="3981"/>
                  </a:cubicBezTo>
                  <a:cubicBezTo>
                    <a:pt x="12684" y="3456"/>
                    <a:pt x="12746" y="2932"/>
                    <a:pt x="12811" y="2392"/>
                  </a:cubicBezTo>
                  <a:cubicBezTo>
                    <a:pt x="15251" y="1172"/>
                    <a:pt x="17950" y="1558"/>
                    <a:pt x="20630" y="1575"/>
                  </a:cubicBezTo>
                  <a:close/>
                </a:path>
              </a:pathLst>
            </a:custGeom>
            <a:grpFill/>
            <a:ln w="744" cap="flat">
              <a:noFill/>
              <a:prstDash val="solid"/>
              <a:miter/>
            </a:ln>
          </p:spPr>
          <p:txBody>
            <a:bodyPr rtlCol="0" anchor="ctr"/>
            <a:lstStyle/>
            <a:p>
              <a:endParaRPr lang="zh-CN" altLang="en-US"/>
            </a:p>
          </p:txBody>
        </p:sp>
        <p:sp>
          <p:nvSpPr>
            <p:cNvPr id="213" name="任意多边形: 形状 212"/>
            <p:cNvSpPr/>
            <p:nvPr/>
          </p:nvSpPr>
          <p:spPr>
            <a:xfrm>
              <a:off x="6306496" y="787869"/>
              <a:ext cx="93312" cy="140013"/>
            </a:xfrm>
            <a:custGeom>
              <a:avLst/>
              <a:gdLst>
                <a:gd name="connsiteX0" fmla="*/ 51532 w 93313"/>
                <a:gd name="connsiteY0" fmla="*/ 800 h 140007"/>
                <a:gd name="connsiteX1" fmla="*/ 57485 w 93313"/>
                <a:gd name="connsiteY1" fmla="*/ 800 h 140007"/>
                <a:gd name="connsiteX2" fmla="*/ 58136 w 93313"/>
                <a:gd name="connsiteY2" fmla="*/ 5311 h 140007"/>
                <a:gd name="connsiteX3" fmla="*/ 58229 w 93313"/>
                <a:gd name="connsiteY3" fmla="*/ 8241 h 140007"/>
                <a:gd name="connsiteX4" fmla="*/ 60462 w 93313"/>
                <a:gd name="connsiteY4" fmla="*/ 8986 h 140007"/>
                <a:gd name="connsiteX5" fmla="*/ 61950 w 93313"/>
                <a:gd name="connsiteY5" fmla="*/ 12706 h 140007"/>
                <a:gd name="connsiteX6" fmla="*/ 63438 w 93313"/>
                <a:gd name="connsiteY6" fmla="*/ 13450 h 140007"/>
                <a:gd name="connsiteX7" fmla="*/ 63764 w 93313"/>
                <a:gd name="connsiteY7" fmla="*/ 15636 h 140007"/>
                <a:gd name="connsiteX8" fmla="*/ 64182 w 93313"/>
                <a:gd name="connsiteY8" fmla="*/ 17915 h 140007"/>
                <a:gd name="connsiteX9" fmla="*/ 66415 w 93313"/>
                <a:gd name="connsiteY9" fmla="*/ 19404 h 140007"/>
                <a:gd name="connsiteX10" fmla="*/ 67159 w 93313"/>
                <a:gd name="connsiteY10" fmla="*/ 23868 h 140007"/>
                <a:gd name="connsiteX11" fmla="*/ 69391 w 93313"/>
                <a:gd name="connsiteY11" fmla="*/ 25357 h 140007"/>
                <a:gd name="connsiteX12" fmla="*/ 69391 w 93313"/>
                <a:gd name="connsiteY12" fmla="*/ 29077 h 140007"/>
                <a:gd name="connsiteX13" fmla="*/ 71624 w 93313"/>
                <a:gd name="connsiteY13" fmla="*/ 29821 h 140007"/>
                <a:gd name="connsiteX14" fmla="*/ 73112 w 93313"/>
                <a:gd name="connsiteY14" fmla="*/ 35030 h 140007"/>
                <a:gd name="connsiteX15" fmla="*/ 74600 w 93313"/>
                <a:gd name="connsiteY15" fmla="*/ 35030 h 140007"/>
                <a:gd name="connsiteX16" fmla="*/ 74833 w 93313"/>
                <a:gd name="connsiteY16" fmla="*/ 37216 h 140007"/>
                <a:gd name="connsiteX17" fmla="*/ 75344 w 93313"/>
                <a:gd name="connsiteY17" fmla="*/ 39495 h 140007"/>
                <a:gd name="connsiteX18" fmla="*/ 77577 w 93313"/>
                <a:gd name="connsiteY18" fmla="*/ 40239 h 140007"/>
                <a:gd name="connsiteX19" fmla="*/ 77577 w 93313"/>
                <a:gd name="connsiteY19" fmla="*/ 46193 h 140007"/>
                <a:gd name="connsiteX20" fmla="*/ 79809 w 93313"/>
                <a:gd name="connsiteY20" fmla="*/ 46193 h 140007"/>
                <a:gd name="connsiteX21" fmla="*/ 80042 w 93313"/>
                <a:gd name="connsiteY21" fmla="*/ 48751 h 140007"/>
                <a:gd name="connsiteX22" fmla="*/ 80553 w 93313"/>
                <a:gd name="connsiteY22" fmla="*/ 51402 h 140007"/>
                <a:gd name="connsiteX23" fmla="*/ 82786 w 93313"/>
                <a:gd name="connsiteY23" fmla="*/ 52146 h 140007"/>
                <a:gd name="connsiteX24" fmla="*/ 83228 w 93313"/>
                <a:gd name="connsiteY24" fmla="*/ 56677 h 140007"/>
                <a:gd name="connsiteX25" fmla="*/ 85762 w 93313"/>
                <a:gd name="connsiteY25" fmla="*/ 59587 h 140007"/>
                <a:gd name="connsiteX26" fmla="*/ 86507 w 93313"/>
                <a:gd name="connsiteY26" fmla="*/ 63308 h 140007"/>
                <a:gd name="connsiteX27" fmla="*/ 87995 w 93313"/>
                <a:gd name="connsiteY27" fmla="*/ 64052 h 140007"/>
                <a:gd name="connsiteX28" fmla="*/ 88460 w 93313"/>
                <a:gd name="connsiteY28" fmla="*/ 67447 h 140007"/>
                <a:gd name="connsiteX29" fmla="*/ 88628 w 93313"/>
                <a:gd name="connsiteY29" fmla="*/ 69310 h 140007"/>
                <a:gd name="connsiteX30" fmla="*/ 88739 w 93313"/>
                <a:gd name="connsiteY30" fmla="*/ 70749 h 140007"/>
                <a:gd name="connsiteX31" fmla="*/ 90971 w 93313"/>
                <a:gd name="connsiteY31" fmla="*/ 70749 h 140007"/>
                <a:gd name="connsiteX32" fmla="*/ 91335 w 93313"/>
                <a:gd name="connsiteY32" fmla="*/ 75327 h 140007"/>
                <a:gd name="connsiteX33" fmla="*/ 91716 w 93313"/>
                <a:gd name="connsiteY33" fmla="*/ 76702 h 140007"/>
                <a:gd name="connsiteX34" fmla="*/ 93948 w 93313"/>
                <a:gd name="connsiteY34" fmla="*/ 77446 h 140007"/>
                <a:gd name="connsiteX35" fmla="*/ 94367 w 93313"/>
                <a:gd name="connsiteY35" fmla="*/ 80795 h 140007"/>
                <a:gd name="connsiteX36" fmla="*/ 94692 w 93313"/>
                <a:gd name="connsiteY36" fmla="*/ 84144 h 140007"/>
                <a:gd name="connsiteX37" fmla="*/ 96180 w 93313"/>
                <a:gd name="connsiteY37" fmla="*/ 84888 h 140007"/>
                <a:gd name="connsiteX38" fmla="*/ 97250 w 93313"/>
                <a:gd name="connsiteY38" fmla="*/ 90655 h 140007"/>
                <a:gd name="connsiteX39" fmla="*/ 97669 w 93313"/>
                <a:gd name="connsiteY39" fmla="*/ 92329 h 140007"/>
                <a:gd name="connsiteX40" fmla="*/ 99157 w 93313"/>
                <a:gd name="connsiteY40" fmla="*/ 93073 h 140007"/>
                <a:gd name="connsiteX41" fmla="*/ 99573 w 93313"/>
                <a:gd name="connsiteY41" fmla="*/ 98841 h 140007"/>
                <a:gd name="connsiteX42" fmla="*/ 99901 w 93313"/>
                <a:gd name="connsiteY42" fmla="*/ 100515 h 140007"/>
                <a:gd name="connsiteX43" fmla="*/ 102133 w 93313"/>
                <a:gd name="connsiteY43" fmla="*/ 101259 h 140007"/>
                <a:gd name="connsiteX44" fmla="*/ 102273 w 93313"/>
                <a:gd name="connsiteY44" fmla="*/ 107259 h 140007"/>
                <a:gd name="connsiteX45" fmla="*/ 102242 w 93313"/>
                <a:gd name="connsiteY45" fmla="*/ 108969 h 140007"/>
                <a:gd name="connsiteX46" fmla="*/ 102133 w 93313"/>
                <a:gd name="connsiteY46" fmla="*/ 113165 h 140007"/>
                <a:gd name="connsiteX47" fmla="*/ 96924 w 93313"/>
                <a:gd name="connsiteY47" fmla="*/ 113909 h 140007"/>
                <a:gd name="connsiteX48" fmla="*/ 96924 w 93313"/>
                <a:gd name="connsiteY48" fmla="*/ 116886 h 140007"/>
                <a:gd name="connsiteX49" fmla="*/ 94460 w 93313"/>
                <a:gd name="connsiteY49" fmla="*/ 117072 h 140007"/>
                <a:gd name="connsiteX50" fmla="*/ 89483 w 93313"/>
                <a:gd name="connsiteY50" fmla="*/ 120607 h 140007"/>
                <a:gd name="connsiteX51" fmla="*/ 85762 w 93313"/>
                <a:gd name="connsiteY51" fmla="*/ 121351 h 140007"/>
                <a:gd name="connsiteX52" fmla="*/ 85018 w 93313"/>
                <a:gd name="connsiteY52" fmla="*/ 123583 h 140007"/>
                <a:gd name="connsiteX53" fmla="*/ 82414 w 93313"/>
                <a:gd name="connsiteY53" fmla="*/ 123909 h 140007"/>
                <a:gd name="connsiteX54" fmla="*/ 79809 w 93313"/>
                <a:gd name="connsiteY54" fmla="*/ 124327 h 140007"/>
                <a:gd name="connsiteX55" fmla="*/ 79437 w 93313"/>
                <a:gd name="connsiteY55" fmla="*/ 125816 h 140007"/>
                <a:gd name="connsiteX56" fmla="*/ 79065 w 93313"/>
                <a:gd name="connsiteY56" fmla="*/ 127304 h 140007"/>
                <a:gd name="connsiteX57" fmla="*/ 73856 w 93313"/>
                <a:gd name="connsiteY57" fmla="*/ 128048 h 140007"/>
                <a:gd name="connsiteX58" fmla="*/ 73112 w 93313"/>
                <a:gd name="connsiteY58" fmla="*/ 130280 h 140007"/>
                <a:gd name="connsiteX59" fmla="*/ 68508 w 93313"/>
                <a:gd name="connsiteY59" fmla="*/ 131304 h 140007"/>
                <a:gd name="connsiteX60" fmla="*/ 67159 w 93313"/>
                <a:gd name="connsiteY60" fmla="*/ 131769 h 140007"/>
                <a:gd name="connsiteX61" fmla="*/ 66415 w 93313"/>
                <a:gd name="connsiteY61" fmla="*/ 134001 h 140007"/>
                <a:gd name="connsiteX62" fmla="*/ 61206 w 93313"/>
                <a:gd name="connsiteY62" fmla="*/ 134745 h 140007"/>
                <a:gd name="connsiteX63" fmla="*/ 61206 w 93313"/>
                <a:gd name="connsiteY63" fmla="*/ 137722 h 140007"/>
                <a:gd name="connsiteX64" fmla="*/ 57485 w 93313"/>
                <a:gd name="connsiteY64" fmla="*/ 138559 h 140007"/>
                <a:gd name="connsiteX65" fmla="*/ 53764 w 93313"/>
                <a:gd name="connsiteY65" fmla="*/ 139210 h 140007"/>
                <a:gd name="connsiteX66" fmla="*/ 53764 w 93313"/>
                <a:gd name="connsiteY66" fmla="*/ 140698 h 140007"/>
                <a:gd name="connsiteX67" fmla="*/ 50788 w 93313"/>
                <a:gd name="connsiteY67" fmla="*/ 139954 h 140007"/>
                <a:gd name="connsiteX68" fmla="*/ 49625 w 93313"/>
                <a:gd name="connsiteY68" fmla="*/ 132792 h 140007"/>
                <a:gd name="connsiteX69" fmla="*/ 49528 w 93313"/>
                <a:gd name="connsiteY69" fmla="*/ 131199 h 140007"/>
                <a:gd name="connsiteX70" fmla="*/ 49299 w 93313"/>
                <a:gd name="connsiteY70" fmla="*/ 127304 h 140007"/>
                <a:gd name="connsiteX71" fmla="*/ 47067 w 93313"/>
                <a:gd name="connsiteY71" fmla="*/ 127304 h 140007"/>
                <a:gd name="connsiteX72" fmla="*/ 46957 w 93313"/>
                <a:gd name="connsiteY72" fmla="*/ 125539 h 140007"/>
                <a:gd name="connsiteX73" fmla="*/ 46788 w 93313"/>
                <a:gd name="connsiteY73" fmla="*/ 123258 h 140007"/>
                <a:gd name="connsiteX74" fmla="*/ 46631 w 93313"/>
                <a:gd name="connsiteY74" fmla="*/ 120982 h 140007"/>
                <a:gd name="connsiteX75" fmla="*/ 46323 w 93313"/>
                <a:gd name="connsiteY75" fmla="*/ 119118 h 140007"/>
                <a:gd name="connsiteX76" fmla="*/ 44835 w 93313"/>
                <a:gd name="connsiteY76" fmla="*/ 118374 h 140007"/>
                <a:gd name="connsiteX77" fmla="*/ 43765 w 93313"/>
                <a:gd name="connsiteY77" fmla="*/ 112607 h 140007"/>
                <a:gd name="connsiteX78" fmla="*/ 43346 w 93313"/>
                <a:gd name="connsiteY78" fmla="*/ 110933 h 140007"/>
                <a:gd name="connsiteX79" fmla="*/ 41858 w 93313"/>
                <a:gd name="connsiteY79" fmla="*/ 110189 h 140007"/>
                <a:gd name="connsiteX80" fmla="*/ 41442 w 93313"/>
                <a:gd name="connsiteY80" fmla="*/ 105003 h 140007"/>
                <a:gd name="connsiteX81" fmla="*/ 41114 w 93313"/>
                <a:gd name="connsiteY81" fmla="*/ 103491 h 140007"/>
                <a:gd name="connsiteX82" fmla="*/ 38882 w 93313"/>
                <a:gd name="connsiteY82" fmla="*/ 102747 h 140007"/>
                <a:gd name="connsiteX83" fmla="*/ 38742 w 93313"/>
                <a:gd name="connsiteY83" fmla="*/ 99352 h 140007"/>
                <a:gd name="connsiteX84" fmla="*/ 38803 w 93313"/>
                <a:gd name="connsiteY84" fmla="*/ 97489 h 140007"/>
                <a:gd name="connsiteX85" fmla="*/ 38882 w 93313"/>
                <a:gd name="connsiteY85" fmla="*/ 96050 h 140007"/>
                <a:gd name="connsiteX86" fmla="*/ 36649 w 93313"/>
                <a:gd name="connsiteY86" fmla="*/ 96050 h 140007"/>
                <a:gd name="connsiteX87" fmla="*/ 35905 w 93313"/>
                <a:gd name="connsiteY87" fmla="*/ 89353 h 140007"/>
                <a:gd name="connsiteX88" fmla="*/ 33673 w 93313"/>
                <a:gd name="connsiteY88" fmla="*/ 89353 h 140007"/>
                <a:gd name="connsiteX89" fmla="*/ 33309 w 93313"/>
                <a:gd name="connsiteY89" fmla="*/ 84847 h 140007"/>
                <a:gd name="connsiteX90" fmla="*/ 30696 w 93313"/>
                <a:gd name="connsiteY90" fmla="*/ 81911 h 140007"/>
                <a:gd name="connsiteX91" fmla="*/ 30277 w 93313"/>
                <a:gd name="connsiteY91" fmla="*/ 78888 h 140007"/>
                <a:gd name="connsiteX92" fmla="*/ 29952 w 93313"/>
                <a:gd name="connsiteY92" fmla="*/ 75958 h 140007"/>
                <a:gd name="connsiteX93" fmla="*/ 28464 w 93313"/>
                <a:gd name="connsiteY93" fmla="*/ 75214 h 140007"/>
                <a:gd name="connsiteX94" fmla="*/ 27719 w 93313"/>
                <a:gd name="connsiteY94" fmla="*/ 69261 h 140007"/>
                <a:gd name="connsiteX95" fmla="*/ 25487 w 93313"/>
                <a:gd name="connsiteY95" fmla="*/ 69261 h 140007"/>
                <a:gd name="connsiteX96" fmla="*/ 25254 w 93313"/>
                <a:gd name="connsiteY96" fmla="*/ 67075 h 140007"/>
                <a:gd name="connsiteX97" fmla="*/ 24743 w 93313"/>
                <a:gd name="connsiteY97" fmla="*/ 64796 h 140007"/>
                <a:gd name="connsiteX98" fmla="*/ 22510 w 93313"/>
                <a:gd name="connsiteY98" fmla="*/ 64052 h 140007"/>
                <a:gd name="connsiteX99" fmla="*/ 22510 w 93313"/>
                <a:gd name="connsiteY99" fmla="*/ 59587 h 140007"/>
                <a:gd name="connsiteX100" fmla="*/ 20278 w 93313"/>
                <a:gd name="connsiteY100" fmla="*/ 57355 h 140007"/>
                <a:gd name="connsiteX101" fmla="*/ 18790 w 93313"/>
                <a:gd name="connsiteY101" fmla="*/ 52146 h 140007"/>
                <a:gd name="connsiteX102" fmla="*/ 17301 w 93313"/>
                <a:gd name="connsiteY102" fmla="*/ 51402 h 140007"/>
                <a:gd name="connsiteX103" fmla="*/ 16557 w 93313"/>
                <a:gd name="connsiteY103" fmla="*/ 46193 h 140007"/>
                <a:gd name="connsiteX104" fmla="*/ 14325 w 93313"/>
                <a:gd name="connsiteY104" fmla="*/ 46193 h 140007"/>
                <a:gd name="connsiteX105" fmla="*/ 14464 w 93313"/>
                <a:gd name="connsiteY105" fmla="*/ 43635 h 140007"/>
                <a:gd name="connsiteX106" fmla="*/ 14325 w 93313"/>
                <a:gd name="connsiteY106" fmla="*/ 40984 h 140007"/>
                <a:gd name="connsiteX107" fmla="*/ 12092 w 93313"/>
                <a:gd name="connsiteY107" fmla="*/ 40239 h 140007"/>
                <a:gd name="connsiteX108" fmla="*/ 10604 w 93313"/>
                <a:gd name="connsiteY108" fmla="*/ 35775 h 140007"/>
                <a:gd name="connsiteX109" fmla="*/ 9116 w 93313"/>
                <a:gd name="connsiteY109" fmla="*/ 35030 h 140007"/>
                <a:gd name="connsiteX110" fmla="*/ 9023 w 93313"/>
                <a:gd name="connsiteY110" fmla="*/ 29775 h 140007"/>
                <a:gd name="connsiteX111" fmla="*/ 9064 w 93313"/>
                <a:gd name="connsiteY111" fmla="*/ 26865 h 140007"/>
                <a:gd name="connsiteX112" fmla="*/ 9116 w 93313"/>
                <a:gd name="connsiteY112" fmla="*/ 24613 h 140007"/>
                <a:gd name="connsiteX113" fmla="*/ 12046 w 93313"/>
                <a:gd name="connsiteY113" fmla="*/ 24799 h 140007"/>
                <a:gd name="connsiteX114" fmla="*/ 15069 w 93313"/>
                <a:gd name="connsiteY114" fmla="*/ 24613 h 140007"/>
                <a:gd name="connsiteX115" fmla="*/ 15813 w 93313"/>
                <a:gd name="connsiteY115" fmla="*/ 21636 h 140007"/>
                <a:gd name="connsiteX116" fmla="*/ 20278 w 93313"/>
                <a:gd name="connsiteY116" fmla="*/ 20892 h 140007"/>
                <a:gd name="connsiteX117" fmla="*/ 20557 w 93313"/>
                <a:gd name="connsiteY117" fmla="*/ 19404 h 140007"/>
                <a:gd name="connsiteX118" fmla="*/ 21022 w 93313"/>
                <a:gd name="connsiteY118" fmla="*/ 17915 h 140007"/>
                <a:gd name="connsiteX119" fmla="*/ 25627 w 93313"/>
                <a:gd name="connsiteY119" fmla="*/ 17447 h 140007"/>
                <a:gd name="connsiteX120" fmla="*/ 26975 w 93313"/>
                <a:gd name="connsiteY120" fmla="*/ 17171 h 140007"/>
                <a:gd name="connsiteX121" fmla="*/ 27719 w 93313"/>
                <a:gd name="connsiteY121" fmla="*/ 14939 h 140007"/>
                <a:gd name="connsiteX122" fmla="*/ 30742 w 93313"/>
                <a:gd name="connsiteY122" fmla="*/ 14427 h 140007"/>
                <a:gd name="connsiteX123" fmla="*/ 33673 w 93313"/>
                <a:gd name="connsiteY123" fmla="*/ 14195 h 140007"/>
                <a:gd name="connsiteX124" fmla="*/ 33673 w 93313"/>
                <a:gd name="connsiteY124" fmla="*/ 11218 h 140007"/>
                <a:gd name="connsiteX125" fmla="*/ 36603 w 93313"/>
                <a:gd name="connsiteY125" fmla="*/ 11451 h 140007"/>
                <a:gd name="connsiteX126" fmla="*/ 39626 w 93313"/>
                <a:gd name="connsiteY126" fmla="*/ 11218 h 140007"/>
                <a:gd name="connsiteX127" fmla="*/ 40370 w 93313"/>
                <a:gd name="connsiteY127" fmla="*/ 7497 h 140007"/>
                <a:gd name="connsiteX128" fmla="*/ 45579 w 93313"/>
                <a:gd name="connsiteY128" fmla="*/ 6753 h 140007"/>
                <a:gd name="connsiteX129" fmla="*/ 46323 w 93313"/>
                <a:gd name="connsiteY129" fmla="*/ 4521 h 140007"/>
                <a:gd name="connsiteX130" fmla="*/ 48974 w 93313"/>
                <a:gd name="connsiteY130" fmla="*/ 3777 h 140007"/>
                <a:gd name="connsiteX131" fmla="*/ 51532 w 93313"/>
                <a:gd name="connsiteY131" fmla="*/ 3032 h 140007"/>
                <a:gd name="connsiteX132" fmla="*/ 51532 w 93313"/>
                <a:gd name="connsiteY132" fmla="*/ 800 h 1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3313" h="140007">
                  <a:moveTo>
                    <a:pt x="51532" y="800"/>
                  </a:moveTo>
                  <a:cubicBezTo>
                    <a:pt x="56110" y="655"/>
                    <a:pt x="56110" y="655"/>
                    <a:pt x="57485" y="800"/>
                  </a:cubicBezTo>
                  <a:cubicBezTo>
                    <a:pt x="58349" y="2529"/>
                    <a:pt x="58240" y="3406"/>
                    <a:pt x="58136" y="5311"/>
                  </a:cubicBezTo>
                  <a:cubicBezTo>
                    <a:pt x="58167" y="6278"/>
                    <a:pt x="58198" y="7245"/>
                    <a:pt x="58229" y="8241"/>
                  </a:cubicBezTo>
                  <a:cubicBezTo>
                    <a:pt x="58966" y="8487"/>
                    <a:pt x="59703" y="8733"/>
                    <a:pt x="60462" y="8986"/>
                  </a:cubicBezTo>
                  <a:cubicBezTo>
                    <a:pt x="60984" y="10215"/>
                    <a:pt x="61481" y="11456"/>
                    <a:pt x="61950" y="12706"/>
                  </a:cubicBezTo>
                  <a:cubicBezTo>
                    <a:pt x="62441" y="12952"/>
                    <a:pt x="62932" y="13197"/>
                    <a:pt x="63438" y="13450"/>
                  </a:cubicBezTo>
                  <a:cubicBezTo>
                    <a:pt x="63599" y="14532"/>
                    <a:pt x="63599" y="14532"/>
                    <a:pt x="63764" y="15636"/>
                  </a:cubicBezTo>
                  <a:cubicBezTo>
                    <a:pt x="63902" y="16388"/>
                    <a:pt x="64040" y="17140"/>
                    <a:pt x="64182" y="17915"/>
                  </a:cubicBezTo>
                  <a:cubicBezTo>
                    <a:pt x="64919" y="18406"/>
                    <a:pt x="65656" y="18898"/>
                    <a:pt x="66415" y="19404"/>
                  </a:cubicBezTo>
                  <a:cubicBezTo>
                    <a:pt x="66663" y="20892"/>
                    <a:pt x="66911" y="22380"/>
                    <a:pt x="67159" y="23868"/>
                  </a:cubicBezTo>
                  <a:cubicBezTo>
                    <a:pt x="67896" y="24359"/>
                    <a:pt x="68632" y="24851"/>
                    <a:pt x="69391" y="25357"/>
                  </a:cubicBezTo>
                  <a:cubicBezTo>
                    <a:pt x="69391" y="26597"/>
                    <a:pt x="69391" y="27837"/>
                    <a:pt x="69391" y="29077"/>
                  </a:cubicBezTo>
                  <a:cubicBezTo>
                    <a:pt x="70496" y="29446"/>
                    <a:pt x="70496" y="29446"/>
                    <a:pt x="71624" y="29821"/>
                  </a:cubicBezTo>
                  <a:cubicBezTo>
                    <a:pt x="72140" y="31552"/>
                    <a:pt x="72637" y="33288"/>
                    <a:pt x="73112" y="35030"/>
                  </a:cubicBezTo>
                  <a:cubicBezTo>
                    <a:pt x="73603" y="35030"/>
                    <a:pt x="74094" y="35030"/>
                    <a:pt x="74600" y="35030"/>
                  </a:cubicBezTo>
                  <a:cubicBezTo>
                    <a:pt x="74677" y="35752"/>
                    <a:pt x="74754" y="36473"/>
                    <a:pt x="74833" y="37216"/>
                  </a:cubicBezTo>
                  <a:cubicBezTo>
                    <a:pt x="75002" y="37968"/>
                    <a:pt x="75170" y="38720"/>
                    <a:pt x="75344" y="39495"/>
                  </a:cubicBezTo>
                  <a:cubicBezTo>
                    <a:pt x="76449" y="39864"/>
                    <a:pt x="76449" y="39864"/>
                    <a:pt x="77577" y="40239"/>
                  </a:cubicBezTo>
                  <a:cubicBezTo>
                    <a:pt x="77895" y="42247"/>
                    <a:pt x="77674" y="44152"/>
                    <a:pt x="77577" y="46193"/>
                  </a:cubicBezTo>
                  <a:cubicBezTo>
                    <a:pt x="78314" y="46193"/>
                    <a:pt x="79050" y="46193"/>
                    <a:pt x="79809" y="46193"/>
                  </a:cubicBezTo>
                  <a:cubicBezTo>
                    <a:pt x="79886" y="47037"/>
                    <a:pt x="79963" y="47881"/>
                    <a:pt x="80042" y="48751"/>
                  </a:cubicBezTo>
                  <a:cubicBezTo>
                    <a:pt x="80211" y="49625"/>
                    <a:pt x="80379" y="50500"/>
                    <a:pt x="80553" y="51402"/>
                  </a:cubicBezTo>
                  <a:cubicBezTo>
                    <a:pt x="81658" y="51770"/>
                    <a:pt x="81658" y="51770"/>
                    <a:pt x="82786" y="52146"/>
                  </a:cubicBezTo>
                  <a:cubicBezTo>
                    <a:pt x="82977" y="53651"/>
                    <a:pt x="83162" y="55161"/>
                    <a:pt x="83228" y="56677"/>
                  </a:cubicBezTo>
                  <a:cubicBezTo>
                    <a:pt x="83421" y="58402"/>
                    <a:pt x="83421" y="58402"/>
                    <a:pt x="85762" y="59587"/>
                  </a:cubicBezTo>
                  <a:cubicBezTo>
                    <a:pt x="86034" y="60822"/>
                    <a:pt x="86283" y="62063"/>
                    <a:pt x="86507" y="63308"/>
                  </a:cubicBezTo>
                  <a:cubicBezTo>
                    <a:pt x="86998" y="63553"/>
                    <a:pt x="87489" y="63799"/>
                    <a:pt x="87995" y="64052"/>
                  </a:cubicBezTo>
                  <a:cubicBezTo>
                    <a:pt x="88303" y="65590"/>
                    <a:pt x="88303" y="65590"/>
                    <a:pt x="88460" y="67447"/>
                  </a:cubicBezTo>
                  <a:cubicBezTo>
                    <a:pt x="88543" y="68369"/>
                    <a:pt x="88543" y="68369"/>
                    <a:pt x="88628" y="69310"/>
                  </a:cubicBezTo>
                  <a:cubicBezTo>
                    <a:pt x="88665" y="69785"/>
                    <a:pt x="88701" y="70260"/>
                    <a:pt x="88739" y="70749"/>
                  </a:cubicBezTo>
                  <a:cubicBezTo>
                    <a:pt x="89476" y="70749"/>
                    <a:pt x="90212" y="70749"/>
                    <a:pt x="90971" y="70749"/>
                  </a:cubicBezTo>
                  <a:cubicBezTo>
                    <a:pt x="91092" y="72275"/>
                    <a:pt x="91214" y="73801"/>
                    <a:pt x="91335" y="75327"/>
                  </a:cubicBezTo>
                  <a:cubicBezTo>
                    <a:pt x="91523" y="76008"/>
                    <a:pt x="91523" y="76008"/>
                    <a:pt x="91716" y="76702"/>
                  </a:cubicBezTo>
                  <a:cubicBezTo>
                    <a:pt x="92821" y="77071"/>
                    <a:pt x="92821" y="77071"/>
                    <a:pt x="93948" y="77446"/>
                  </a:cubicBezTo>
                  <a:cubicBezTo>
                    <a:pt x="94276" y="78958"/>
                    <a:pt x="94276" y="78958"/>
                    <a:pt x="94367" y="80795"/>
                  </a:cubicBezTo>
                  <a:cubicBezTo>
                    <a:pt x="94430" y="82584"/>
                    <a:pt x="94430" y="82584"/>
                    <a:pt x="94692" y="84144"/>
                  </a:cubicBezTo>
                  <a:cubicBezTo>
                    <a:pt x="95183" y="84389"/>
                    <a:pt x="95674" y="84635"/>
                    <a:pt x="96180" y="84888"/>
                  </a:cubicBezTo>
                  <a:cubicBezTo>
                    <a:pt x="96658" y="86798"/>
                    <a:pt x="96941" y="88711"/>
                    <a:pt x="97250" y="90655"/>
                  </a:cubicBezTo>
                  <a:cubicBezTo>
                    <a:pt x="97457" y="91484"/>
                    <a:pt x="97457" y="91484"/>
                    <a:pt x="97669" y="92329"/>
                  </a:cubicBezTo>
                  <a:cubicBezTo>
                    <a:pt x="98160" y="92575"/>
                    <a:pt x="98651" y="92820"/>
                    <a:pt x="99157" y="93073"/>
                  </a:cubicBezTo>
                  <a:cubicBezTo>
                    <a:pt x="99421" y="94997"/>
                    <a:pt x="99487" y="96901"/>
                    <a:pt x="99573" y="98841"/>
                  </a:cubicBezTo>
                  <a:cubicBezTo>
                    <a:pt x="99681" y="99393"/>
                    <a:pt x="99789" y="99946"/>
                    <a:pt x="99901" y="100515"/>
                  </a:cubicBezTo>
                  <a:cubicBezTo>
                    <a:pt x="100638" y="100760"/>
                    <a:pt x="101374" y="101006"/>
                    <a:pt x="102133" y="101259"/>
                  </a:cubicBezTo>
                  <a:cubicBezTo>
                    <a:pt x="102301" y="103317"/>
                    <a:pt x="102341" y="105206"/>
                    <a:pt x="102273" y="107259"/>
                  </a:cubicBezTo>
                  <a:cubicBezTo>
                    <a:pt x="102258" y="108105"/>
                    <a:pt x="102258" y="108105"/>
                    <a:pt x="102242" y="108969"/>
                  </a:cubicBezTo>
                  <a:cubicBezTo>
                    <a:pt x="102216" y="110368"/>
                    <a:pt x="102176" y="111767"/>
                    <a:pt x="102133" y="113165"/>
                  </a:cubicBezTo>
                  <a:cubicBezTo>
                    <a:pt x="100415" y="113411"/>
                    <a:pt x="98696" y="113656"/>
                    <a:pt x="96924" y="113909"/>
                  </a:cubicBezTo>
                  <a:cubicBezTo>
                    <a:pt x="96924" y="114892"/>
                    <a:pt x="96924" y="115874"/>
                    <a:pt x="96924" y="116886"/>
                  </a:cubicBezTo>
                  <a:cubicBezTo>
                    <a:pt x="96111" y="116947"/>
                    <a:pt x="95298" y="117009"/>
                    <a:pt x="94460" y="117072"/>
                  </a:cubicBezTo>
                  <a:cubicBezTo>
                    <a:pt x="91325" y="117709"/>
                    <a:pt x="91186" y="118129"/>
                    <a:pt x="89483" y="120607"/>
                  </a:cubicBezTo>
                  <a:cubicBezTo>
                    <a:pt x="88246" y="120872"/>
                    <a:pt x="87006" y="121122"/>
                    <a:pt x="85762" y="121351"/>
                  </a:cubicBezTo>
                  <a:cubicBezTo>
                    <a:pt x="85517" y="122087"/>
                    <a:pt x="85271" y="122824"/>
                    <a:pt x="85018" y="123583"/>
                  </a:cubicBezTo>
                  <a:cubicBezTo>
                    <a:pt x="83729" y="123744"/>
                    <a:pt x="83729" y="123744"/>
                    <a:pt x="82414" y="123909"/>
                  </a:cubicBezTo>
                  <a:cubicBezTo>
                    <a:pt x="81554" y="124047"/>
                    <a:pt x="80695" y="124185"/>
                    <a:pt x="79809" y="124327"/>
                  </a:cubicBezTo>
                  <a:cubicBezTo>
                    <a:pt x="79686" y="124818"/>
                    <a:pt x="79564" y="125310"/>
                    <a:pt x="79437" y="125816"/>
                  </a:cubicBezTo>
                  <a:cubicBezTo>
                    <a:pt x="79314" y="126307"/>
                    <a:pt x="79192" y="126798"/>
                    <a:pt x="79065" y="127304"/>
                  </a:cubicBezTo>
                  <a:cubicBezTo>
                    <a:pt x="77333" y="127582"/>
                    <a:pt x="75597" y="127830"/>
                    <a:pt x="73856" y="128048"/>
                  </a:cubicBezTo>
                  <a:cubicBezTo>
                    <a:pt x="73611" y="128785"/>
                    <a:pt x="73365" y="129521"/>
                    <a:pt x="73112" y="130280"/>
                  </a:cubicBezTo>
                  <a:cubicBezTo>
                    <a:pt x="71589" y="130806"/>
                    <a:pt x="70094" y="131032"/>
                    <a:pt x="68508" y="131304"/>
                  </a:cubicBezTo>
                  <a:cubicBezTo>
                    <a:pt x="68063" y="131457"/>
                    <a:pt x="67617" y="131611"/>
                    <a:pt x="67159" y="131769"/>
                  </a:cubicBezTo>
                  <a:cubicBezTo>
                    <a:pt x="66913" y="132505"/>
                    <a:pt x="66668" y="133242"/>
                    <a:pt x="66415" y="134001"/>
                  </a:cubicBezTo>
                  <a:cubicBezTo>
                    <a:pt x="63764" y="134513"/>
                    <a:pt x="63764" y="134513"/>
                    <a:pt x="61206" y="134745"/>
                  </a:cubicBezTo>
                  <a:cubicBezTo>
                    <a:pt x="61206" y="135728"/>
                    <a:pt x="61206" y="136710"/>
                    <a:pt x="61206" y="137722"/>
                  </a:cubicBezTo>
                  <a:cubicBezTo>
                    <a:pt x="59578" y="138286"/>
                    <a:pt x="59578" y="138286"/>
                    <a:pt x="57485" y="138559"/>
                  </a:cubicBezTo>
                  <a:cubicBezTo>
                    <a:pt x="55460" y="138804"/>
                    <a:pt x="55460" y="138804"/>
                    <a:pt x="53764" y="139210"/>
                  </a:cubicBezTo>
                  <a:cubicBezTo>
                    <a:pt x="53764" y="139701"/>
                    <a:pt x="53764" y="140192"/>
                    <a:pt x="53764" y="140698"/>
                  </a:cubicBezTo>
                  <a:cubicBezTo>
                    <a:pt x="52323" y="140419"/>
                    <a:pt x="52323" y="140419"/>
                    <a:pt x="50788" y="139954"/>
                  </a:cubicBezTo>
                  <a:cubicBezTo>
                    <a:pt x="49656" y="137691"/>
                    <a:pt x="49765" y="135281"/>
                    <a:pt x="49625" y="132792"/>
                  </a:cubicBezTo>
                  <a:cubicBezTo>
                    <a:pt x="49593" y="132266"/>
                    <a:pt x="49561" y="131741"/>
                    <a:pt x="49528" y="131199"/>
                  </a:cubicBezTo>
                  <a:cubicBezTo>
                    <a:pt x="49449" y="129901"/>
                    <a:pt x="49374" y="128602"/>
                    <a:pt x="49299" y="127304"/>
                  </a:cubicBezTo>
                  <a:cubicBezTo>
                    <a:pt x="48563" y="127304"/>
                    <a:pt x="47826" y="127304"/>
                    <a:pt x="47067" y="127304"/>
                  </a:cubicBezTo>
                  <a:cubicBezTo>
                    <a:pt x="47031" y="126722"/>
                    <a:pt x="46994" y="126139"/>
                    <a:pt x="46957" y="125539"/>
                  </a:cubicBezTo>
                  <a:cubicBezTo>
                    <a:pt x="46901" y="124786"/>
                    <a:pt x="46845" y="124033"/>
                    <a:pt x="46788" y="123258"/>
                  </a:cubicBezTo>
                  <a:cubicBezTo>
                    <a:pt x="46710" y="122131"/>
                    <a:pt x="46710" y="122131"/>
                    <a:pt x="46631" y="120982"/>
                  </a:cubicBezTo>
                  <a:cubicBezTo>
                    <a:pt x="46479" y="120059"/>
                    <a:pt x="46479" y="120059"/>
                    <a:pt x="46323" y="119118"/>
                  </a:cubicBezTo>
                  <a:cubicBezTo>
                    <a:pt x="45832" y="118873"/>
                    <a:pt x="45341" y="118627"/>
                    <a:pt x="44835" y="118374"/>
                  </a:cubicBezTo>
                  <a:cubicBezTo>
                    <a:pt x="44357" y="116464"/>
                    <a:pt x="44074" y="114551"/>
                    <a:pt x="43765" y="112607"/>
                  </a:cubicBezTo>
                  <a:cubicBezTo>
                    <a:pt x="43627" y="112055"/>
                    <a:pt x="43489" y="111502"/>
                    <a:pt x="43346" y="110933"/>
                  </a:cubicBezTo>
                  <a:cubicBezTo>
                    <a:pt x="42855" y="110687"/>
                    <a:pt x="42364" y="110442"/>
                    <a:pt x="41858" y="110189"/>
                  </a:cubicBezTo>
                  <a:cubicBezTo>
                    <a:pt x="41595" y="108459"/>
                    <a:pt x="41528" y="106750"/>
                    <a:pt x="41442" y="105003"/>
                  </a:cubicBezTo>
                  <a:cubicBezTo>
                    <a:pt x="41334" y="104504"/>
                    <a:pt x="41226" y="104005"/>
                    <a:pt x="41114" y="103491"/>
                  </a:cubicBezTo>
                  <a:cubicBezTo>
                    <a:pt x="40377" y="103246"/>
                    <a:pt x="39641" y="103000"/>
                    <a:pt x="38882" y="102747"/>
                  </a:cubicBezTo>
                  <a:cubicBezTo>
                    <a:pt x="38664" y="101210"/>
                    <a:pt x="38664" y="101210"/>
                    <a:pt x="38742" y="99352"/>
                  </a:cubicBezTo>
                  <a:cubicBezTo>
                    <a:pt x="38772" y="98430"/>
                    <a:pt x="38772" y="98430"/>
                    <a:pt x="38803" y="97489"/>
                  </a:cubicBezTo>
                  <a:cubicBezTo>
                    <a:pt x="38829" y="97014"/>
                    <a:pt x="38855" y="96539"/>
                    <a:pt x="38882" y="96050"/>
                  </a:cubicBezTo>
                  <a:cubicBezTo>
                    <a:pt x="38145" y="96050"/>
                    <a:pt x="37408" y="96050"/>
                    <a:pt x="36649" y="96050"/>
                  </a:cubicBezTo>
                  <a:cubicBezTo>
                    <a:pt x="36281" y="92735"/>
                    <a:pt x="36281" y="92735"/>
                    <a:pt x="35905" y="89353"/>
                  </a:cubicBezTo>
                  <a:cubicBezTo>
                    <a:pt x="35168" y="89353"/>
                    <a:pt x="34432" y="89353"/>
                    <a:pt x="33673" y="89353"/>
                  </a:cubicBezTo>
                  <a:cubicBezTo>
                    <a:pt x="33551" y="87851"/>
                    <a:pt x="33430" y="86349"/>
                    <a:pt x="33309" y="84847"/>
                  </a:cubicBezTo>
                  <a:cubicBezTo>
                    <a:pt x="33022" y="83106"/>
                    <a:pt x="33022" y="83106"/>
                    <a:pt x="30696" y="81911"/>
                  </a:cubicBezTo>
                  <a:cubicBezTo>
                    <a:pt x="30368" y="80490"/>
                    <a:pt x="30368" y="80490"/>
                    <a:pt x="30277" y="78888"/>
                  </a:cubicBezTo>
                  <a:cubicBezTo>
                    <a:pt x="30170" y="77921"/>
                    <a:pt x="30063" y="76954"/>
                    <a:pt x="29952" y="75958"/>
                  </a:cubicBezTo>
                  <a:cubicBezTo>
                    <a:pt x="29461" y="75713"/>
                    <a:pt x="28970" y="75467"/>
                    <a:pt x="28464" y="75214"/>
                  </a:cubicBezTo>
                  <a:cubicBezTo>
                    <a:pt x="28022" y="73243"/>
                    <a:pt x="27911" y="71276"/>
                    <a:pt x="27719" y="69261"/>
                  </a:cubicBezTo>
                  <a:cubicBezTo>
                    <a:pt x="26983" y="69261"/>
                    <a:pt x="26246" y="69261"/>
                    <a:pt x="25487" y="69261"/>
                  </a:cubicBezTo>
                  <a:cubicBezTo>
                    <a:pt x="25410" y="68540"/>
                    <a:pt x="25334" y="67818"/>
                    <a:pt x="25254" y="67075"/>
                  </a:cubicBezTo>
                  <a:cubicBezTo>
                    <a:pt x="25086" y="66323"/>
                    <a:pt x="24917" y="65571"/>
                    <a:pt x="24743" y="64796"/>
                  </a:cubicBezTo>
                  <a:cubicBezTo>
                    <a:pt x="23638" y="64428"/>
                    <a:pt x="23638" y="64428"/>
                    <a:pt x="22510" y="64052"/>
                  </a:cubicBezTo>
                  <a:cubicBezTo>
                    <a:pt x="22510" y="62564"/>
                    <a:pt x="22510" y="61075"/>
                    <a:pt x="22510" y="59587"/>
                  </a:cubicBezTo>
                  <a:cubicBezTo>
                    <a:pt x="21783" y="58827"/>
                    <a:pt x="21037" y="58084"/>
                    <a:pt x="20278" y="57355"/>
                  </a:cubicBezTo>
                  <a:cubicBezTo>
                    <a:pt x="19770" y="55622"/>
                    <a:pt x="19273" y="53886"/>
                    <a:pt x="18790" y="52146"/>
                  </a:cubicBezTo>
                  <a:cubicBezTo>
                    <a:pt x="18299" y="51900"/>
                    <a:pt x="17807" y="51655"/>
                    <a:pt x="17301" y="51402"/>
                  </a:cubicBezTo>
                  <a:cubicBezTo>
                    <a:pt x="16998" y="49674"/>
                    <a:pt x="16748" y="47936"/>
                    <a:pt x="16557" y="46193"/>
                  </a:cubicBezTo>
                  <a:cubicBezTo>
                    <a:pt x="15821" y="46193"/>
                    <a:pt x="15084" y="46193"/>
                    <a:pt x="14325" y="46193"/>
                  </a:cubicBezTo>
                  <a:cubicBezTo>
                    <a:pt x="14371" y="45348"/>
                    <a:pt x="14417" y="44504"/>
                    <a:pt x="14464" y="43635"/>
                  </a:cubicBezTo>
                  <a:cubicBezTo>
                    <a:pt x="14395" y="42322"/>
                    <a:pt x="14395" y="42322"/>
                    <a:pt x="14325" y="40984"/>
                  </a:cubicBezTo>
                  <a:cubicBezTo>
                    <a:pt x="13588" y="40738"/>
                    <a:pt x="12851" y="40492"/>
                    <a:pt x="12092" y="40239"/>
                  </a:cubicBezTo>
                  <a:cubicBezTo>
                    <a:pt x="11569" y="38761"/>
                    <a:pt x="11072" y="37272"/>
                    <a:pt x="10604" y="35775"/>
                  </a:cubicBezTo>
                  <a:cubicBezTo>
                    <a:pt x="10113" y="35529"/>
                    <a:pt x="9622" y="35283"/>
                    <a:pt x="9116" y="35030"/>
                  </a:cubicBezTo>
                  <a:cubicBezTo>
                    <a:pt x="8971" y="32679"/>
                    <a:pt x="8971" y="32679"/>
                    <a:pt x="9023" y="29775"/>
                  </a:cubicBezTo>
                  <a:cubicBezTo>
                    <a:pt x="9036" y="28815"/>
                    <a:pt x="9050" y="27855"/>
                    <a:pt x="9064" y="26865"/>
                  </a:cubicBezTo>
                  <a:cubicBezTo>
                    <a:pt x="9081" y="26122"/>
                    <a:pt x="9098" y="25378"/>
                    <a:pt x="9116" y="24613"/>
                  </a:cubicBezTo>
                  <a:cubicBezTo>
                    <a:pt x="10083" y="24674"/>
                    <a:pt x="11050" y="24735"/>
                    <a:pt x="12046" y="24799"/>
                  </a:cubicBezTo>
                  <a:cubicBezTo>
                    <a:pt x="13665" y="24848"/>
                    <a:pt x="13665" y="24848"/>
                    <a:pt x="15069" y="24613"/>
                  </a:cubicBezTo>
                  <a:cubicBezTo>
                    <a:pt x="15569" y="23172"/>
                    <a:pt x="15569" y="23172"/>
                    <a:pt x="15813" y="21636"/>
                  </a:cubicBezTo>
                  <a:cubicBezTo>
                    <a:pt x="17301" y="21388"/>
                    <a:pt x="18790" y="21140"/>
                    <a:pt x="20278" y="20892"/>
                  </a:cubicBezTo>
                  <a:cubicBezTo>
                    <a:pt x="20370" y="20401"/>
                    <a:pt x="20462" y="19910"/>
                    <a:pt x="20557" y="19404"/>
                  </a:cubicBezTo>
                  <a:cubicBezTo>
                    <a:pt x="20711" y="18912"/>
                    <a:pt x="20864" y="18421"/>
                    <a:pt x="21022" y="17915"/>
                  </a:cubicBezTo>
                  <a:cubicBezTo>
                    <a:pt x="22570" y="17587"/>
                    <a:pt x="24046" y="17495"/>
                    <a:pt x="25627" y="17447"/>
                  </a:cubicBezTo>
                  <a:cubicBezTo>
                    <a:pt x="26072" y="17356"/>
                    <a:pt x="26517" y="17265"/>
                    <a:pt x="26975" y="17171"/>
                  </a:cubicBezTo>
                  <a:cubicBezTo>
                    <a:pt x="27221" y="16434"/>
                    <a:pt x="27466" y="15698"/>
                    <a:pt x="27719" y="14939"/>
                  </a:cubicBezTo>
                  <a:cubicBezTo>
                    <a:pt x="29094" y="14558"/>
                    <a:pt x="29094" y="14558"/>
                    <a:pt x="30742" y="14427"/>
                  </a:cubicBezTo>
                  <a:cubicBezTo>
                    <a:pt x="31709" y="14350"/>
                    <a:pt x="32676" y="14274"/>
                    <a:pt x="33673" y="14195"/>
                  </a:cubicBezTo>
                  <a:cubicBezTo>
                    <a:pt x="33673" y="13212"/>
                    <a:pt x="33673" y="12230"/>
                    <a:pt x="33673" y="11218"/>
                  </a:cubicBezTo>
                  <a:cubicBezTo>
                    <a:pt x="34639" y="11295"/>
                    <a:pt x="35606" y="11371"/>
                    <a:pt x="36603" y="11451"/>
                  </a:cubicBezTo>
                  <a:cubicBezTo>
                    <a:pt x="38227" y="11513"/>
                    <a:pt x="38227" y="11513"/>
                    <a:pt x="39626" y="11218"/>
                  </a:cubicBezTo>
                  <a:cubicBezTo>
                    <a:pt x="39910" y="9986"/>
                    <a:pt x="40157" y="8744"/>
                    <a:pt x="40370" y="7497"/>
                  </a:cubicBezTo>
                  <a:cubicBezTo>
                    <a:pt x="42096" y="7189"/>
                    <a:pt x="43835" y="6940"/>
                    <a:pt x="45579" y="6753"/>
                  </a:cubicBezTo>
                  <a:cubicBezTo>
                    <a:pt x="45824" y="6016"/>
                    <a:pt x="46070" y="5280"/>
                    <a:pt x="46323" y="4521"/>
                  </a:cubicBezTo>
                  <a:cubicBezTo>
                    <a:pt x="47198" y="4275"/>
                    <a:pt x="48073" y="4030"/>
                    <a:pt x="48974" y="3777"/>
                  </a:cubicBezTo>
                  <a:cubicBezTo>
                    <a:pt x="49818" y="3531"/>
                    <a:pt x="50662" y="3285"/>
                    <a:pt x="51532" y="3032"/>
                  </a:cubicBezTo>
                  <a:cubicBezTo>
                    <a:pt x="51532" y="2296"/>
                    <a:pt x="51532" y="1559"/>
                    <a:pt x="51532" y="800"/>
                  </a:cubicBezTo>
                  <a:close/>
                </a:path>
              </a:pathLst>
            </a:custGeom>
            <a:grpFill/>
            <a:ln w="744" cap="flat">
              <a:noFill/>
              <a:prstDash val="solid"/>
              <a:miter/>
            </a:ln>
          </p:spPr>
          <p:txBody>
            <a:bodyPr rtlCol="0" anchor="ctr"/>
            <a:lstStyle/>
            <a:p>
              <a:endParaRPr lang="zh-CN" altLang="en-US"/>
            </a:p>
          </p:txBody>
        </p:sp>
        <p:sp>
          <p:nvSpPr>
            <p:cNvPr id="214" name="任意多边形: 形状 213"/>
            <p:cNvSpPr/>
            <p:nvPr/>
          </p:nvSpPr>
          <p:spPr>
            <a:xfrm>
              <a:off x="11253119" y="1597628"/>
              <a:ext cx="30251" cy="82318"/>
            </a:xfrm>
            <a:custGeom>
              <a:avLst/>
              <a:gdLst>
                <a:gd name="connsiteX0" fmla="*/ 16070 w 30253"/>
                <a:gd name="connsiteY0" fmla="*/ 1779 h 82317"/>
                <a:gd name="connsiteX1" fmla="*/ 45836 w 30253"/>
                <a:gd name="connsiteY1" fmla="*/ 1779 h 82317"/>
                <a:gd name="connsiteX2" fmla="*/ 45836 w 30253"/>
                <a:gd name="connsiteY2" fmla="*/ 54613 h 82317"/>
                <a:gd name="connsiteX3" fmla="*/ 43604 w 30253"/>
                <a:gd name="connsiteY3" fmla="*/ 54613 h 82317"/>
                <a:gd name="connsiteX4" fmla="*/ 43493 w 30253"/>
                <a:gd name="connsiteY4" fmla="*/ 56377 h 82317"/>
                <a:gd name="connsiteX5" fmla="*/ 43324 w 30253"/>
                <a:gd name="connsiteY5" fmla="*/ 58659 h 82317"/>
                <a:gd name="connsiteX6" fmla="*/ 43168 w 30253"/>
                <a:gd name="connsiteY6" fmla="*/ 60935 h 82317"/>
                <a:gd name="connsiteX7" fmla="*/ 42859 w 30253"/>
                <a:gd name="connsiteY7" fmla="*/ 62799 h 82317"/>
                <a:gd name="connsiteX8" fmla="*/ 41371 w 30253"/>
                <a:gd name="connsiteY8" fmla="*/ 63543 h 82317"/>
                <a:gd name="connsiteX9" fmla="*/ 40374 w 30253"/>
                <a:gd name="connsiteY9" fmla="*/ 68220 h 82317"/>
                <a:gd name="connsiteX10" fmla="*/ 39883 w 30253"/>
                <a:gd name="connsiteY10" fmla="*/ 69496 h 82317"/>
                <a:gd name="connsiteX11" fmla="*/ 37650 w 30253"/>
                <a:gd name="connsiteY11" fmla="*/ 69496 h 82317"/>
                <a:gd name="connsiteX12" fmla="*/ 37278 w 30253"/>
                <a:gd name="connsiteY12" fmla="*/ 71356 h 82317"/>
                <a:gd name="connsiteX13" fmla="*/ 36906 w 30253"/>
                <a:gd name="connsiteY13" fmla="*/ 73216 h 82317"/>
                <a:gd name="connsiteX14" fmla="*/ 34674 w 30253"/>
                <a:gd name="connsiteY14" fmla="*/ 73216 h 82317"/>
                <a:gd name="connsiteX15" fmla="*/ 33930 w 30253"/>
                <a:gd name="connsiteY15" fmla="*/ 76193 h 82317"/>
                <a:gd name="connsiteX16" fmla="*/ 31697 w 30253"/>
                <a:gd name="connsiteY16" fmla="*/ 76937 h 82317"/>
                <a:gd name="connsiteX17" fmla="*/ 30953 w 30253"/>
                <a:gd name="connsiteY17" fmla="*/ 79914 h 82317"/>
                <a:gd name="connsiteX18" fmla="*/ 28721 w 30253"/>
                <a:gd name="connsiteY18" fmla="*/ 81402 h 82317"/>
                <a:gd name="connsiteX19" fmla="*/ 27977 w 30253"/>
                <a:gd name="connsiteY19" fmla="*/ 83634 h 82317"/>
                <a:gd name="connsiteX20" fmla="*/ 19047 w 30253"/>
                <a:gd name="connsiteY20" fmla="*/ 83634 h 82317"/>
                <a:gd name="connsiteX21" fmla="*/ 17559 w 30253"/>
                <a:gd name="connsiteY21" fmla="*/ 78425 h 82317"/>
                <a:gd name="connsiteX22" fmla="*/ 16070 w 30253"/>
                <a:gd name="connsiteY22" fmla="*/ 77681 h 82317"/>
                <a:gd name="connsiteX23" fmla="*/ 15698 w 30253"/>
                <a:gd name="connsiteY23" fmla="*/ 72519 h 82317"/>
                <a:gd name="connsiteX24" fmla="*/ 15582 w 30253"/>
                <a:gd name="connsiteY24" fmla="*/ 69661 h 82317"/>
                <a:gd name="connsiteX25" fmla="*/ 16070 w 30253"/>
                <a:gd name="connsiteY25" fmla="*/ 67263 h 82317"/>
                <a:gd name="connsiteX26" fmla="*/ 20535 w 30253"/>
                <a:gd name="connsiteY26" fmla="*/ 65775 h 82317"/>
                <a:gd name="connsiteX27" fmla="*/ 21279 w 30253"/>
                <a:gd name="connsiteY27" fmla="*/ 62799 h 82317"/>
                <a:gd name="connsiteX28" fmla="*/ 22768 w 30253"/>
                <a:gd name="connsiteY28" fmla="*/ 62054 h 82317"/>
                <a:gd name="connsiteX29" fmla="*/ 23512 w 30253"/>
                <a:gd name="connsiteY29" fmla="*/ 59822 h 82317"/>
                <a:gd name="connsiteX30" fmla="*/ 25744 w 30253"/>
                <a:gd name="connsiteY30" fmla="*/ 56845 h 82317"/>
                <a:gd name="connsiteX31" fmla="*/ 26209 w 30253"/>
                <a:gd name="connsiteY31" fmla="*/ 50474 h 82317"/>
                <a:gd name="connsiteX32" fmla="*/ 26296 w 30253"/>
                <a:gd name="connsiteY32" fmla="*/ 48655 h 82317"/>
                <a:gd name="connsiteX33" fmla="*/ 26488 w 30253"/>
                <a:gd name="connsiteY33" fmla="*/ 44195 h 82317"/>
                <a:gd name="connsiteX34" fmla="*/ 28721 w 30253"/>
                <a:gd name="connsiteY34" fmla="*/ 44195 h 82317"/>
                <a:gd name="connsiteX35" fmla="*/ 29465 w 30253"/>
                <a:gd name="connsiteY35" fmla="*/ 32289 h 82317"/>
                <a:gd name="connsiteX36" fmla="*/ 26488 w 30253"/>
                <a:gd name="connsiteY36" fmla="*/ 33033 h 82317"/>
                <a:gd name="connsiteX37" fmla="*/ 22349 w 30253"/>
                <a:gd name="connsiteY37" fmla="*/ 33126 h 82317"/>
                <a:gd name="connsiteX38" fmla="*/ 20207 w 30253"/>
                <a:gd name="connsiteY38" fmla="*/ 33132 h 82317"/>
                <a:gd name="connsiteX39" fmla="*/ 16070 w 30253"/>
                <a:gd name="connsiteY39" fmla="*/ 32289 h 82317"/>
                <a:gd name="connsiteX40" fmla="*/ 15852 w 30253"/>
                <a:gd name="connsiteY40" fmla="*/ 25542 h 82317"/>
                <a:gd name="connsiteX41" fmla="*/ 15862 w 30253"/>
                <a:gd name="connsiteY41" fmla="*/ 23493 h 82317"/>
                <a:gd name="connsiteX42" fmla="*/ 15931 w 30253"/>
                <a:gd name="connsiteY42" fmla="*/ 16987 h 82317"/>
                <a:gd name="connsiteX43" fmla="*/ 15961 w 30253"/>
                <a:gd name="connsiteY43" fmla="*/ 12588 h 82317"/>
                <a:gd name="connsiteX44" fmla="*/ 16070 w 30253"/>
                <a:gd name="connsiteY44" fmla="*/ 1779 h 8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253" h="82317">
                  <a:moveTo>
                    <a:pt x="16070" y="1779"/>
                  </a:moveTo>
                  <a:cubicBezTo>
                    <a:pt x="25893" y="1779"/>
                    <a:pt x="35716" y="1779"/>
                    <a:pt x="45836" y="1779"/>
                  </a:cubicBezTo>
                  <a:cubicBezTo>
                    <a:pt x="45836" y="19214"/>
                    <a:pt x="45836" y="36649"/>
                    <a:pt x="45836" y="54613"/>
                  </a:cubicBezTo>
                  <a:cubicBezTo>
                    <a:pt x="45099" y="54613"/>
                    <a:pt x="44363" y="54613"/>
                    <a:pt x="43604" y="54613"/>
                  </a:cubicBezTo>
                  <a:cubicBezTo>
                    <a:pt x="43567" y="55195"/>
                    <a:pt x="43531" y="55777"/>
                    <a:pt x="43493" y="56377"/>
                  </a:cubicBezTo>
                  <a:cubicBezTo>
                    <a:pt x="43437" y="57130"/>
                    <a:pt x="43382" y="57883"/>
                    <a:pt x="43324" y="58659"/>
                  </a:cubicBezTo>
                  <a:cubicBezTo>
                    <a:pt x="43273" y="59410"/>
                    <a:pt x="43221" y="60161"/>
                    <a:pt x="43168" y="60935"/>
                  </a:cubicBezTo>
                  <a:cubicBezTo>
                    <a:pt x="43015" y="61858"/>
                    <a:pt x="43015" y="61858"/>
                    <a:pt x="42859" y="62799"/>
                  </a:cubicBezTo>
                  <a:cubicBezTo>
                    <a:pt x="42123" y="63167"/>
                    <a:pt x="42123" y="63167"/>
                    <a:pt x="41371" y="63543"/>
                  </a:cubicBezTo>
                  <a:cubicBezTo>
                    <a:pt x="40930" y="65089"/>
                    <a:pt x="40660" y="66638"/>
                    <a:pt x="40374" y="68220"/>
                  </a:cubicBezTo>
                  <a:cubicBezTo>
                    <a:pt x="40212" y="68641"/>
                    <a:pt x="40050" y="69062"/>
                    <a:pt x="39883" y="69496"/>
                  </a:cubicBezTo>
                  <a:cubicBezTo>
                    <a:pt x="39146" y="69496"/>
                    <a:pt x="38409" y="69496"/>
                    <a:pt x="37650" y="69496"/>
                  </a:cubicBezTo>
                  <a:cubicBezTo>
                    <a:pt x="37528" y="70110"/>
                    <a:pt x="37405" y="70724"/>
                    <a:pt x="37278" y="71356"/>
                  </a:cubicBezTo>
                  <a:cubicBezTo>
                    <a:pt x="37156" y="71970"/>
                    <a:pt x="37033" y="72584"/>
                    <a:pt x="36906" y="73216"/>
                  </a:cubicBezTo>
                  <a:cubicBezTo>
                    <a:pt x="36170" y="73216"/>
                    <a:pt x="35433" y="73216"/>
                    <a:pt x="34674" y="73216"/>
                  </a:cubicBezTo>
                  <a:cubicBezTo>
                    <a:pt x="34418" y="74207"/>
                    <a:pt x="34171" y="75199"/>
                    <a:pt x="33930" y="76193"/>
                  </a:cubicBezTo>
                  <a:cubicBezTo>
                    <a:pt x="32825" y="76561"/>
                    <a:pt x="32825" y="76561"/>
                    <a:pt x="31697" y="76937"/>
                  </a:cubicBezTo>
                  <a:cubicBezTo>
                    <a:pt x="31442" y="77927"/>
                    <a:pt x="31194" y="78920"/>
                    <a:pt x="30953" y="79914"/>
                  </a:cubicBezTo>
                  <a:cubicBezTo>
                    <a:pt x="29848" y="80650"/>
                    <a:pt x="29848" y="80650"/>
                    <a:pt x="28721" y="81402"/>
                  </a:cubicBezTo>
                  <a:cubicBezTo>
                    <a:pt x="28475" y="82139"/>
                    <a:pt x="28230" y="82875"/>
                    <a:pt x="27977" y="83634"/>
                  </a:cubicBezTo>
                  <a:cubicBezTo>
                    <a:pt x="24961" y="84247"/>
                    <a:pt x="22061" y="84253"/>
                    <a:pt x="19047" y="83634"/>
                  </a:cubicBezTo>
                  <a:cubicBezTo>
                    <a:pt x="17838" y="81076"/>
                    <a:pt x="17838" y="81076"/>
                    <a:pt x="17559" y="78425"/>
                  </a:cubicBezTo>
                  <a:cubicBezTo>
                    <a:pt x="17067" y="78180"/>
                    <a:pt x="16576" y="77934"/>
                    <a:pt x="16070" y="77681"/>
                  </a:cubicBezTo>
                  <a:cubicBezTo>
                    <a:pt x="15768" y="75382"/>
                    <a:pt x="15768" y="75382"/>
                    <a:pt x="15698" y="72519"/>
                  </a:cubicBezTo>
                  <a:cubicBezTo>
                    <a:pt x="15660" y="71576"/>
                    <a:pt x="15622" y="70633"/>
                    <a:pt x="15582" y="69661"/>
                  </a:cubicBezTo>
                  <a:cubicBezTo>
                    <a:pt x="15743" y="68870"/>
                    <a:pt x="15904" y="68079"/>
                    <a:pt x="16070" y="67263"/>
                  </a:cubicBezTo>
                  <a:cubicBezTo>
                    <a:pt x="18291" y="66287"/>
                    <a:pt x="18291" y="66287"/>
                    <a:pt x="20535" y="65775"/>
                  </a:cubicBezTo>
                  <a:cubicBezTo>
                    <a:pt x="21141" y="64283"/>
                    <a:pt x="21141" y="64283"/>
                    <a:pt x="21279" y="62799"/>
                  </a:cubicBezTo>
                  <a:cubicBezTo>
                    <a:pt x="22016" y="62430"/>
                    <a:pt x="22016" y="62430"/>
                    <a:pt x="22768" y="62054"/>
                  </a:cubicBezTo>
                  <a:cubicBezTo>
                    <a:pt x="23013" y="61318"/>
                    <a:pt x="23259" y="60581"/>
                    <a:pt x="23512" y="59822"/>
                  </a:cubicBezTo>
                  <a:cubicBezTo>
                    <a:pt x="24256" y="57590"/>
                    <a:pt x="24256" y="57590"/>
                    <a:pt x="25744" y="56845"/>
                  </a:cubicBezTo>
                  <a:cubicBezTo>
                    <a:pt x="25977" y="54703"/>
                    <a:pt x="26126" y="52623"/>
                    <a:pt x="26209" y="50474"/>
                  </a:cubicBezTo>
                  <a:cubicBezTo>
                    <a:pt x="26252" y="49574"/>
                    <a:pt x="26252" y="49574"/>
                    <a:pt x="26296" y="48655"/>
                  </a:cubicBezTo>
                  <a:cubicBezTo>
                    <a:pt x="26367" y="47169"/>
                    <a:pt x="26428" y="45682"/>
                    <a:pt x="26488" y="44195"/>
                  </a:cubicBezTo>
                  <a:cubicBezTo>
                    <a:pt x="27225" y="44195"/>
                    <a:pt x="27962" y="44195"/>
                    <a:pt x="28721" y="44195"/>
                  </a:cubicBezTo>
                  <a:cubicBezTo>
                    <a:pt x="28966" y="40266"/>
                    <a:pt x="29212" y="36337"/>
                    <a:pt x="29465" y="32289"/>
                  </a:cubicBezTo>
                  <a:cubicBezTo>
                    <a:pt x="27991" y="32657"/>
                    <a:pt x="27991" y="32657"/>
                    <a:pt x="26488" y="33033"/>
                  </a:cubicBezTo>
                  <a:cubicBezTo>
                    <a:pt x="25110" y="33101"/>
                    <a:pt x="23729" y="33130"/>
                    <a:pt x="22349" y="33126"/>
                  </a:cubicBezTo>
                  <a:cubicBezTo>
                    <a:pt x="21642" y="33128"/>
                    <a:pt x="20935" y="33130"/>
                    <a:pt x="20207" y="33132"/>
                  </a:cubicBezTo>
                  <a:cubicBezTo>
                    <a:pt x="18303" y="33033"/>
                    <a:pt x="18303" y="33033"/>
                    <a:pt x="16070" y="32289"/>
                  </a:cubicBezTo>
                  <a:cubicBezTo>
                    <a:pt x="15868" y="29990"/>
                    <a:pt x="15812" y="27840"/>
                    <a:pt x="15852" y="25542"/>
                  </a:cubicBezTo>
                  <a:cubicBezTo>
                    <a:pt x="15857" y="24528"/>
                    <a:pt x="15857" y="24528"/>
                    <a:pt x="15862" y="23493"/>
                  </a:cubicBezTo>
                  <a:cubicBezTo>
                    <a:pt x="15874" y="21324"/>
                    <a:pt x="15902" y="19156"/>
                    <a:pt x="15931" y="16987"/>
                  </a:cubicBezTo>
                  <a:cubicBezTo>
                    <a:pt x="15942" y="15521"/>
                    <a:pt x="15952" y="14054"/>
                    <a:pt x="15961" y="12588"/>
                  </a:cubicBezTo>
                  <a:cubicBezTo>
                    <a:pt x="15984" y="8985"/>
                    <a:pt x="16028" y="5382"/>
                    <a:pt x="16070" y="1779"/>
                  </a:cubicBezTo>
                  <a:close/>
                </a:path>
              </a:pathLst>
            </a:custGeom>
            <a:grpFill/>
            <a:ln w="744" cap="flat">
              <a:noFill/>
              <a:prstDash val="solid"/>
              <a:miter/>
            </a:ln>
          </p:spPr>
          <p:txBody>
            <a:bodyPr rtlCol="0" anchor="ctr"/>
            <a:lstStyle/>
            <a:p>
              <a:endParaRPr lang="zh-CN" altLang="en-US"/>
            </a:p>
          </p:txBody>
        </p:sp>
        <p:sp>
          <p:nvSpPr>
            <p:cNvPr id="215" name="任意多边形: 形状 214"/>
            <p:cNvSpPr/>
            <p:nvPr/>
          </p:nvSpPr>
          <p:spPr>
            <a:xfrm>
              <a:off x="11181842" y="1597408"/>
              <a:ext cx="25896" cy="31660"/>
            </a:xfrm>
            <a:custGeom>
              <a:avLst/>
              <a:gdLst>
                <a:gd name="connsiteX0" fmla="*/ 23074 w 33550"/>
                <a:gd name="connsiteY0" fmla="*/ 1842 h 31661"/>
                <a:gd name="connsiteX1" fmla="*/ 25057 w 33550"/>
                <a:gd name="connsiteY1" fmla="*/ 1834 h 31661"/>
                <a:gd name="connsiteX2" fmla="*/ 29220 w 33550"/>
                <a:gd name="connsiteY2" fmla="*/ 1829 h 31661"/>
                <a:gd name="connsiteX3" fmla="*/ 35594 w 33550"/>
                <a:gd name="connsiteY3" fmla="*/ 1799 h 31661"/>
                <a:gd name="connsiteX4" fmla="*/ 39631 w 33550"/>
                <a:gd name="connsiteY4" fmla="*/ 1795 h 31661"/>
                <a:gd name="connsiteX5" fmla="*/ 41562 w 33550"/>
                <a:gd name="connsiteY5" fmla="*/ 1779 h 31661"/>
                <a:gd name="connsiteX6" fmla="*/ 43361 w 33550"/>
                <a:gd name="connsiteY6" fmla="*/ 1786 h 31661"/>
                <a:gd name="connsiteX7" fmla="*/ 44941 w 33550"/>
                <a:gd name="connsiteY7" fmla="*/ 1783 h 31661"/>
                <a:gd name="connsiteX8" fmla="*/ 48567 w 33550"/>
                <a:gd name="connsiteY8" fmla="*/ 3455 h 31661"/>
                <a:gd name="connsiteX9" fmla="*/ 48916 w 33550"/>
                <a:gd name="connsiteY9" fmla="*/ 9734 h 31661"/>
                <a:gd name="connsiteX10" fmla="*/ 48933 w 33550"/>
                <a:gd name="connsiteY10" fmla="*/ 11618 h 31661"/>
                <a:gd name="connsiteX11" fmla="*/ 48940 w 33550"/>
                <a:gd name="connsiteY11" fmla="*/ 15567 h 31661"/>
                <a:gd name="connsiteX12" fmla="*/ 49003 w 33550"/>
                <a:gd name="connsiteY12" fmla="*/ 21622 h 31661"/>
                <a:gd name="connsiteX13" fmla="*/ 49009 w 33550"/>
                <a:gd name="connsiteY13" fmla="*/ 25453 h 31661"/>
                <a:gd name="connsiteX14" fmla="*/ 49046 w 33550"/>
                <a:gd name="connsiteY14" fmla="*/ 27290 h 31661"/>
                <a:gd name="connsiteX15" fmla="*/ 48567 w 33550"/>
                <a:gd name="connsiteY15" fmla="*/ 31732 h 31661"/>
                <a:gd name="connsiteX16" fmla="*/ 38890 w 33550"/>
                <a:gd name="connsiteY16" fmla="*/ 33392 h 31661"/>
                <a:gd name="connsiteX17" fmla="*/ 37176 w 33550"/>
                <a:gd name="connsiteY17" fmla="*/ 33391 h 31661"/>
                <a:gd name="connsiteX18" fmla="*/ 33601 w 33550"/>
                <a:gd name="connsiteY18" fmla="*/ 33374 h 31661"/>
                <a:gd name="connsiteX19" fmla="*/ 28139 w 33550"/>
                <a:gd name="connsiteY19" fmla="*/ 33359 h 31661"/>
                <a:gd name="connsiteX20" fmla="*/ 24659 w 33550"/>
                <a:gd name="connsiteY20" fmla="*/ 33345 h 31661"/>
                <a:gd name="connsiteX21" fmla="*/ 23014 w 33550"/>
                <a:gd name="connsiteY21" fmla="*/ 33343 h 31661"/>
                <a:gd name="connsiteX22" fmla="*/ 15825 w 33550"/>
                <a:gd name="connsiteY22" fmla="*/ 32476 h 31661"/>
                <a:gd name="connsiteX23" fmla="*/ 15508 w 33550"/>
                <a:gd name="connsiteY23" fmla="*/ 25919 h 31661"/>
                <a:gd name="connsiteX24" fmla="*/ 15515 w 33550"/>
                <a:gd name="connsiteY24" fmla="*/ 23925 h 31661"/>
                <a:gd name="connsiteX25" fmla="*/ 15559 w 33550"/>
                <a:gd name="connsiteY25" fmla="*/ 19744 h 31661"/>
                <a:gd name="connsiteX26" fmla="*/ 15614 w 33550"/>
                <a:gd name="connsiteY26" fmla="*/ 13320 h 31661"/>
                <a:gd name="connsiteX27" fmla="*/ 15647 w 33550"/>
                <a:gd name="connsiteY27" fmla="*/ 9268 h 31661"/>
                <a:gd name="connsiteX28" fmla="*/ 15664 w 33550"/>
                <a:gd name="connsiteY28" fmla="*/ 7314 h 31661"/>
                <a:gd name="connsiteX29" fmla="*/ 23074 w 33550"/>
                <a:gd name="connsiteY29" fmla="*/ 1842 h 3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550" h="31661">
                  <a:moveTo>
                    <a:pt x="23074" y="1842"/>
                  </a:moveTo>
                  <a:cubicBezTo>
                    <a:pt x="23729" y="1839"/>
                    <a:pt x="24383" y="1837"/>
                    <a:pt x="25057" y="1834"/>
                  </a:cubicBezTo>
                  <a:cubicBezTo>
                    <a:pt x="26445" y="1830"/>
                    <a:pt x="27832" y="1829"/>
                    <a:pt x="29220" y="1829"/>
                  </a:cubicBezTo>
                  <a:cubicBezTo>
                    <a:pt x="31345" y="1827"/>
                    <a:pt x="33469" y="1814"/>
                    <a:pt x="35594" y="1799"/>
                  </a:cubicBezTo>
                  <a:cubicBezTo>
                    <a:pt x="36940" y="1797"/>
                    <a:pt x="38286" y="1796"/>
                    <a:pt x="39631" y="1795"/>
                  </a:cubicBezTo>
                  <a:cubicBezTo>
                    <a:pt x="40269" y="1790"/>
                    <a:pt x="40906" y="1784"/>
                    <a:pt x="41562" y="1779"/>
                  </a:cubicBezTo>
                  <a:cubicBezTo>
                    <a:pt x="42453" y="1782"/>
                    <a:pt x="42453" y="1782"/>
                    <a:pt x="43361" y="1786"/>
                  </a:cubicBezTo>
                  <a:cubicBezTo>
                    <a:pt x="43882" y="1785"/>
                    <a:pt x="44404" y="1784"/>
                    <a:pt x="44941" y="1783"/>
                  </a:cubicBezTo>
                  <a:cubicBezTo>
                    <a:pt x="46335" y="1967"/>
                    <a:pt x="46335" y="1967"/>
                    <a:pt x="48567" y="3455"/>
                  </a:cubicBezTo>
                  <a:cubicBezTo>
                    <a:pt x="48812" y="5601"/>
                    <a:pt x="48915" y="7584"/>
                    <a:pt x="48916" y="9734"/>
                  </a:cubicBezTo>
                  <a:cubicBezTo>
                    <a:pt x="48924" y="10667"/>
                    <a:pt x="48924" y="10667"/>
                    <a:pt x="48933" y="11618"/>
                  </a:cubicBezTo>
                  <a:cubicBezTo>
                    <a:pt x="48941" y="12934"/>
                    <a:pt x="48943" y="14251"/>
                    <a:pt x="48940" y="15567"/>
                  </a:cubicBezTo>
                  <a:cubicBezTo>
                    <a:pt x="48939" y="17586"/>
                    <a:pt x="48970" y="19603"/>
                    <a:pt x="49003" y="21622"/>
                  </a:cubicBezTo>
                  <a:cubicBezTo>
                    <a:pt x="49007" y="22899"/>
                    <a:pt x="49009" y="24176"/>
                    <a:pt x="49009" y="25453"/>
                  </a:cubicBezTo>
                  <a:cubicBezTo>
                    <a:pt x="49027" y="26363"/>
                    <a:pt x="49027" y="26363"/>
                    <a:pt x="49046" y="27290"/>
                  </a:cubicBezTo>
                  <a:cubicBezTo>
                    <a:pt x="49025" y="28991"/>
                    <a:pt x="49025" y="28991"/>
                    <a:pt x="48567" y="31732"/>
                  </a:cubicBezTo>
                  <a:cubicBezTo>
                    <a:pt x="45776" y="33805"/>
                    <a:pt x="42253" y="33425"/>
                    <a:pt x="38890" y="33392"/>
                  </a:cubicBezTo>
                  <a:cubicBezTo>
                    <a:pt x="38324" y="33392"/>
                    <a:pt x="37759" y="33391"/>
                    <a:pt x="37176" y="33391"/>
                  </a:cubicBezTo>
                  <a:cubicBezTo>
                    <a:pt x="35984" y="33389"/>
                    <a:pt x="34793" y="33383"/>
                    <a:pt x="33601" y="33374"/>
                  </a:cubicBezTo>
                  <a:cubicBezTo>
                    <a:pt x="31781" y="33360"/>
                    <a:pt x="29960" y="33358"/>
                    <a:pt x="28139" y="33359"/>
                  </a:cubicBezTo>
                  <a:cubicBezTo>
                    <a:pt x="26979" y="33355"/>
                    <a:pt x="25819" y="33351"/>
                    <a:pt x="24659" y="33345"/>
                  </a:cubicBezTo>
                  <a:cubicBezTo>
                    <a:pt x="23845" y="33344"/>
                    <a:pt x="23845" y="33344"/>
                    <a:pt x="23014" y="33343"/>
                  </a:cubicBezTo>
                  <a:cubicBezTo>
                    <a:pt x="17859" y="33295"/>
                    <a:pt x="17859" y="33295"/>
                    <a:pt x="15825" y="32476"/>
                  </a:cubicBezTo>
                  <a:cubicBezTo>
                    <a:pt x="15541" y="30203"/>
                    <a:pt x="15462" y="28194"/>
                    <a:pt x="15508" y="25919"/>
                  </a:cubicBezTo>
                  <a:cubicBezTo>
                    <a:pt x="15510" y="25261"/>
                    <a:pt x="15513" y="24603"/>
                    <a:pt x="15515" y="23925"/>
                  </a:cubicBezTo>
                  <a:cubicBezTo>
                    <a:pt x="15523" y="22531"/>
                    <a:pt x="15538" y="21137"/>
                    <a:pt x="15559" y="19744"/>
                  </a:cubicBezTo>
                  <a:cubicBezTo>
                    <a:pt x="15592" y="17603"/>
                    <a:pt x="15605" y="15462"/>
                    <a:pt x="15614" y="13320"/>
                  </a:cubicBezTo>
                  <a:cubicBezTo>
                    <a:pt x="15624" y="11970"/>
                    <a:pt x="15635" y="10619"/>
                    <a:pt x="15647" y="9268"/>
                  </a:cubicBezTo>
                  <a:cubicBezTo>
                    <a:pt x="15653" y="8624"/>
                    <a:pt x="15658" y="7979"/>
                    <a:pt x="15664" y="7314"/>
                  </a:cubicBezTo>
                  <a:cubicBezTo>
                    <a:pt x="15765" y="1016"/>
                    <a:pt x="17346" y="1849"/>
                    <a:pt x="23074" y="1842"/>
                  </a:cubicBezTo>
                  <a:close/>
                </a:path>
              </a:pathLst>
            </a:custGeom>
            <a:grpFill/>
            <a:ln w="744" cap="flat">
              <a:noFill/>
              <a:prstDash val="solid"/>
              <a:miter/>
            </a:ln>
          </p:spPr>
          <p:txBody>
            <a:bodyPr rtlCol="0" anchor="ctr"/>
            <a:lstStyle/>
            <a:p>
              <a:endParaRPr lang="zh-CN" altLang="en-US"/>
            </a:p>
          </p:txBody>
        </p:sp>
        <p:sp>
          <p:nvSpPr>
            <p:cNvPr id="216" name="任意多边形: 形状 215"/>
            <p:cNvSpPr/>
            <p:nvPr/>
          </p:nvSpPr>
          <p:spPr>
            <a:xfrm>
              <a:off x="11796562" y="1597366"/>
              <a:ext cx="25896" cy="31690"/>
            </a:xfrm>
            <a:custGeom>
              <a:avLst/>
              <a:gdLst>
                <a:gd name="connsiteX0" fmla="*/ 17464 w 33608"/>
                <a:gd name="connsiteY0" fmla="*/ 1986 h 31688"/>
                <a:gd name="connsiteX1" fmla="*/ 24158 w 33608"/>
                <a:gd name="connsiteY1" fmla="*/ 1788 h 31688"/>
                <a:gd name="connsiteX2" fmla="*/ 26197 w 33608"/>
                <a:gd name="connsiteY2" fmla="*/ 1784 h 31688"/>
                <a:gd name="connsiteX3" fmla="*/ 30474 w 33608"/>
                <a:gd name="connsiteY3" fmla="*/ 1792 h 31688"/>
                <a:gd name="connsiteX4" fmla="*/ 37034 w 33608"/>
                <a:gd name="connsiteY4" fmla="*/ 1782 h 31688"/>
                <a:gd name="connsiteX5" fmla="*/ 41181 w 33608"/>
                <a:gd name="connsiteY5" fmla="*/ 1788 h 31688"/>
                <a:gd name="connsiteX6" fmla="*/ 43173 w 33608"/>
                <a:gd name="connsiteY6" fmla="*/ 1779 h 31688"/>
                <a:gd name="connsiteX7" fmla="*/ 49462 w 33608"/>
                <a:gd name="connsiteY7" fmla="*/ 3474 h 31688"/>
                <a:gd name="connsiteX8" fmla="*/ 49738 w 33608"/>
                <a:gd name="connsiteY8" fmla="*/ 9753 h 31688"/>
                <a:gd name="connsiteX9" fmla="*/ 49759 w 33608"/>
                <a:gd name="connsiteY9" fmla="*/ 11638 h 31688"/>
                <a:gd name="connsiteX10" fmla="*/ 49779 w 33608"/>
                <a:gd name="connsiteY10" fmla="*/ 15586 h 31688"/>
                <a:gd name="connsiteX11" fmla="*/ 49862 w 33608"/>
                <a:gd name="connsiteY11" fmla="*/ 21642 h 31688"/>
                <a:gd name="connsiteX12" fmla="*/ 49878 w 33608"/>
                <a:gd name="connsiteY12" fmla="*/ 25473 h 31688"/>
                <a:gd name="connsiteX13" fmla="*/ 49922 w 33608"/>
                <a:gd name="connsiteY13" fmla="*/ 27310 h 31688"/>
                <a:gd name="connsiteX14" fmla="*/ 49462 w 33608"/>
                <a:gd name="connsiteY14" fmla="*/ 31751 h 31688"/>
                <a:gd name="connsiteX15" fmla="*/ 39974 w 33608"/>
                <a:gd name="connsiteY15" fmla="*/ 33437 h 31688"/>
                <a:gd name="connsiteX16" fmla="*/ 38315 w 33608"/>
                <a:gd name="connsiteY16" fmla="*/ 33442 h 31688"/>
                <a:gd name="connsiteX17" fmla="*/ 34855 w 33608"/>
                <a:gd name="connsiteY17" fmla="*/ 33434 h 31688"/>
                <a:gd name="connsiteX18" fmla="*/ 29580 w 33608"/>
                <a:gd name="connsiteY18" fmla="*/ 33443 h 31688"/>
                <a:gd name="connsiteX19" fmla="*/ 26208 w 33608"/>
                <a:gd name="connsiteY19" fmla="*/ 33437 h 31688"/>
                <a:gd name="connsiteX20" fmla="*/ 24624 w 33608"/>
                <a:gd name="connsiteY20" fmla="*/ 33446 h 31688"/>
                <a:gd name="connsiteX21" fmla="*/ 16720 w 33608"/>
                <a:gd name="connsiteY21" fmla="*/ 31751 h 31688"/>
                <a:gd name="connsiteX22" fmla="*/ 16330 w 33608"/>
                <a:gd name="connsiteY22" fmla="*/ 25473 h 31688"/>
                <a:gd name="connsiteX23" fmla="*/ 16341 w 33608"/>
                <a:gd name="connsiteY23" fmla="*/ 23588 h 31688"/>
                <a:gd name="connsiteX24" fmla="*/ 16441 w 33608"/>
                <a:gd name="connsiteY24" fmla="*/ 17613 h 31688"/>
                <a:gd name="connsiteX25" fmla="*/ 16473 w 33608"/>
                <a:gd name="connsiteY25" fmla="*/ 13584 h 31688"/>
                <a:gd name="connsiteX26" fmla="*/ 17464 w 33608"/>
                <a:gd name="connsiteY26" fmla="*/ 1986 h 3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3608" h="31688">
                  <a:moveTo>
                    <a:pt x="17464" y="1986"/>
                  </a:moveTo>
                  <a:cubicBezTo>
                    <a:pt x="19718" y="1834"/>
                    <a:pt x="21903" y="1778"/>
                    <a:pt x="24158" y="1788"/>
                  </a:cubicBezTo>
                  <a:cubicBezTo>
                    <a:pt x="25167" y="1786"/>
                    <a:pt x="25167" y="1786"/>
                    <a:pt x="26197" y="1784"/>
                  </a:cubicBezTo>
                  <a:cubicBezTo>
                    <a:pt x="27622" y="1783"/>
                    <a:pt x="29048" y="1786"/>
                    <a:pt x="30474" y="1792"/>
                  </a:cubicBezTo>
                  <a:cubicBezTo>
                    <a:pt x="32661" y="1800"/>
                    <a:pt x="34847" y="1792"/>
                    <a:pt x="37034" y="1782"/>
                  </a:cubicBezTo>
                  <a:cubicBezTo>
                    <a:pt x="38416" y="1783"/>
                    <a:pt x="39798" y="1785"/>
                    <a:pt x="41181" y="1788"/>
                  </a:cubicBezTo>
                  <a:cubicBezTo>
                    <a:pt x="41838" y="1785"/>
                    <a:pt x="42495" y="1782"/>
                    <a:pt x="43173" y="1779"/>
                  </a:cubicBezTo>
                  <a:cubicBezTo>
                    <a:pt x="47803" y="1815"/>
                    <a:pt x="47803" y="1815"/>
                    <a:pt x="49462" y="3474"/>
                  </a:cubicBezTo>
                  <a:cubicBezTo>
                    <a:pt x="49638" y="5591"/>
                    <a:pt x="49724" y="7633"/>
                    <a:pt x="49738" y="9753"/>
                  </a:cubicBezTo>
                  <a:cubicBezTo>
                    <a:pt x="49748" y="10686"/>
                    <a:pt x="49748" y="10686"/>
                    <a:pt x="49759" y="11638"/>
                  </a:cubicBezTo>
                  <a:cubicBezTo>
                    <a:pt x="49769" y="12954"/>
                    <a:pt x="49776" y="14270"/>
                    <a:pt x="49779" y="15586"/>
                  </a:cubicBezTo>
                  <a:cubicBezTo>
                    <a:pt x="49788" y="17605"/>
                    <a:pt x="49824" y="19623"/>
                    <a:pt x="49862" y="21642"/>
                  </a:cubicBezTo>
                  <a:cubicBezTo>
                    <a:pt x="49869" y="22919"/>
                    <a:pt x="49874" y="24196"/>
                    <a:pt x="49878" y="25473"/>
                  </a:cubicBezTo>
                  <a:cubicBezTo>
                    <a:pt x="49892" y="26079"/>
                    <a:pt x="49907" y="26685"/>
                    <a:pt x="49922" y="27310"/>
                  </a:cubicBezTo>
                  <a:cubicBezTo>
                    <a:pt x="49908" y="29010"/>
                    <a:pt x="49908" y="29010"/>
                    <a:pt x="49462" y="31751"/>
                  </a:cubicBezTo>
                  <a:cubicBezTo>
                    <a:pt x="46710" y="33779"/>
                    <a:pt x="43287" y="33456"/>
                    <a:pt x="39974" y="33437"/>
                  </a:cubicBezTo>
                  <a:cubicBezTo>
                    <a:pt x="39153" y="33439"/>
                    <a:pt x="39153" y="33439"/>
                    <a:pt x="38315" y="33442"/>
                  </a:cubicBezTo>
                  <a:cubicBezTo>
                    <a:pt x="37162" y="33443"/>
                    <a:pt x="36009" y="33440"/>
                    <a:pt x="34855" y="33434"/>
                  </a:cubicBezTo>
                  <a:cubicBezTo>
                    <a:pt x="33097" y="33426"/>
                    <a:pt x="31338" y="33434"/>
                    <a:pt x="29580" y="33443"/>
                  </a:cubicBezTo>
                  <a:cubicBezTo>
                    <a:pt x="28456" y="33442"/>
                    <a:pt x="27332" y="33440"/>
                    <a:pt x="26208" y="33437"/>
                  </a:cubicBezTo>
                  <a:cubicBezTo>
                    <a:pt x="25685" y="33440"/>
                    <a:pt x="25163" y="33443"/>
                    <a:pt x="24624" y="33446"/>
                  </a:cubicBezTo>
                  <a:cubicBezTo>
                    <a:pt x="18945" y="33393"/>
                    <a:pt x="18945" y="33393"/>
                    <a:pt x="16720" y="31751"/>
                  </a:cubicBezTo>
                  <a:cubicBezTo>
                    <a:pt x="16366" y="29519"/>
                    <a:pt x="16268" y="27705"/>
                    <a:pt x="16330" y="25473"/>
                  </a:cubicBezTo>
                  <a:cubicBezTo>
                    <a:pt x="16334" y="24851"/>
                    <a:pt x="16337" y="24229"/>
                    <a:pt x="16341" y="23588"/>
                  </a:cubicBezTo>
                  <a:cubicBezTo>
                    <a:pt x="16357" y="21596"/>
                    <a:pt x="16399" y="19605"/>
                    <a:pt x="16441" y="17613"/>
                  </a:cubicBezTo>
                  <a:cubicBezTo>
                    <a:pt x="16453" y="16270"/>
                    <a:pt x="16464" y="14927"/>
                    <a:pt x="16473" y="13584"/>
                  </a:cubicBezTo>
                  <a:cubicBezTo>
                    <a:pt x="16574" y="3766"/>
                    <a:pt x="16574" y="3766"/>
                    <a:pt x="17464" y="1986"/>
                  </a:cubicBezTo>
                  <a:close/>
                </a:path>
              </a:pathLst>
            </a:custGeom>
            <a:grpFill/>
            <a:ln w="744" cap="flat">
              <a:noFill/>
              <a:prstDash val="solid"/>
              <a:miter/>
            </a:ln>
          </p:spPr>
          <p:txBody>
            <a:bodyPr rtlCol="0" anchor="ctr"/>
            <a:lstStyle/>
            <a:p>
              <a:endParaRPr lang="zh-CN" altLang="en-US"/>
            </a:p>
          </p:txBody>
        </p:sp>
      </p:grpSp>
      <p:pic>
        <p:nvPicPr>
          <p:cNvPr id="12" name="图片 11"/>
          <p:cNvPicPr>
            <a:picLocks noChangeAspect="1"/>
          </p:cNvPicPr>
          <p:nvPr userDrawn="1"/>
        </p:nvPicPr>
        <p:blipFill rotWithShape="1">
          <a:blip r:embed="rId2" cstate="print">
            <a:extLst>
              <a:ext uri="{28A0092B-C50C-407E-A947-70E740481C1C}">
                <a14:useLocalDpi xmlns:a14="http://schemas.microsoft.com/office/drawing/2010/main" val="0"/>
              </a:ext>
            </a:extLst>
          </a:blip>
          <a:srcRect l="582" t="7666" r="13897" b="5128"/>
          <a:stretch>
            <a:fillRect/>
          </a:stretch>
        </p:blipFill>
        <p:spPr>
          <a:xfrm>
            <a:off x="0" y="15077"/>
            <a:ext cx="12192001" cy="6827847"/>
          </a:xfrm>
          <a:prstGeom prst="rect">
            <a:avLst/>
          </a:prstGeom>
        </p:spPr>
      </p:pic>
      <p:pic>
        <p:nvPicPr>
          <p:cNvPr id="13" name="图片 1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205162" y="6416842"/>
            <a:ext cx="1805238" cy="264768"/>
          </a:xfrm>
          <a:prstGeom prst="rect">
            <a:avLst/>
          </a:prstGeom>
        </p:spPr>
      </p:pic>
      <p:grpSp>
        <p:nvGrpSpPr>
          <p:cNvPr id="14" name="组合 13"/>
          <p:cNvGrpSpPr/>
          <p:nvPr userDrawn="1"/>
        </p:nvGrpSpPr>
        <p:grpSpPr>
          <a:xfrm>
            <a:off x="2831805" y="2740458"/>
            <a:ext cx="6528390" cy="1431050"/>
            <a:chOff x="2361604" y="3866480"/>
            <a:chExt cx="3664535" cy="774490"/>
          </a:xfrm>
        </p:grpSpPr>
        <p:sp>
          <p:nvSpPr>
            <p:cNvPr id="15" name="矩形: 圆角 14"/>
            <p:cNvSpPr/>
            <p:nvPr/>
          </p:nvSpPr>
          <p:spPr>
            <a:xfrm>
              <a:off x="2916074" y="3896829"/>
              <a:ext cx="3110065" cy="699145"/>
            </a:xfrm>
            <a:prstGeom prst="roundRect">
              <a:avLst/>
            </a:prstGeom>
            <a:gradFill flip="none" rotWithShape="1">
              <a:gsLst>
                <a:gs pos="0">
                  <a:schemeClr val="accent1"/>
                </a:gs>
                <a:gs pos="48000">
                  <a:schemeClr val="accent3"/>
                </a:gs>
                <a:gs pos="100000">
                  <a:schemeClr val="accent1">
                    <a:lumMod val="60000"/>
                    <a:lumOff val="40000"/>
                  </a:schemeClr>
                </a:gs>
              </a:gsLst>
              <a:lin ang="16200000" scaled="1"/>
              <a:tileRect/>
            </a:gradFill>
            <a:ln>
              <a:noFill/>
            </a:ln>
            <a:effectLst>
              <a:outerShdw blurRad="101600" dist="38100" dir="2700000" algn="tl" rotWithShape="0">
                <a:prstClr val="black">
                  <a:alpha val="2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形状 15"/>
            <p:cNvSpPr/>
            <p:nvPr/>
          </p:nvSpPr>
          <p:spPr>
            <a:xfrm>
              <a:off x="2361604" y="3866480"/>
              <a:ext cx="801070" cy="774490"/>
            </a:xfrm>
            <a:custGeom>
              <a:avLst/>
              <a:gdLst>
                <a:gd name="connsiteX0" fmla="*/ 129084 w 801070"/>
                <a:gd name="connsiteY0" fmla="*/ 0 h 774490"/>
                <a:gd name="connsiteX1" fmla="*/ 801070 w 801070"/>
                <a:gd name="connsiteY1" fmla="*/ 0 h 774490"/>
                <a:gd name="connsiteX2" fmla="*/ 801070 w 801070"/>
                <a:gd name="connsiteY2" fmla="*/ 774490 h 774490"/>
                <a:gd name="connsiteX3" fmla="*/ 129084 w 801070"/>
                <a:gd name="connsiteY3" fmla="*/ 774490 h 774490"/>
                <a:gd name="connsiteX4" fmla="*/ 0 w 801070"/>
                <a:gd name="connsiteY4" fmla="*/ 645406 h 774490"/>
                <a:gd name="connsiteX5" fmla="*/ 0 w 801070"/>
                <a:gd name="connsiteY5" fmla="*/ 129084 h 774490"/>
                <a:gd name="connsiteX6" fmla="*/ 129084 w 801070"/>
                <a:gd name="connsiteY6" fmla="*/ 0 h 77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1070" h="774490">
                  <a:moveTo>
                    <a:pt x="129084" y="0"/>
                  </a:moveTo>
                  <a:lnTo>
                    <a:pt x="801070" y="0"/>
                  </a:lnTo>
                  <a:lnTo>
                    <a:pt x="801070" y="774490"/>
                  </a:lnTo>
                  <a:lnTo>
                    <a:pt x="129084" y="774490"/>
                  </a:lnTo>
                  <a:cubicBezTo>
                    <a:pt x="57793" y="774490"/>
                    <a:pt x="0" y="716697"/>
                    <a:pt x="0" y="645406"/>
                  </a:cubicBezTo>
                  <a:lnTo>
                    <a:pt x="0" y="129084"/>
                  </a:lnTo>
                  <a:cubicBezTo>
                    <a:pt x="0" y="57793"/>
                    <a:pt x="57793" y="0"/>
                    <a:pt x="129084" y="0"/>
                  </a:cubicBezTo>
                  <a:close/>
                </a:path>
              </a:pathLst>
            </a:custGeom>
            <a:gradFill>
              <a:gsLst>
                <a:gs pos="100000">
                  <a:schemeClr val="accent3"/>
                </a:gs>
                <a:gs pos="20000">
                  <a:schemeClr val="accent2"/>
                </a:gs>
              </a:gsLst>
              <a:lin ang="5400000" scaled="0"/>
            </a:gradFill>
            <a:ln>
              <a:noFill/>
            </a:ln>
            <a:effectLst>
              <a:outerShdw blurRad="1016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正文页">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06" y="0"/>
            <a:ext cx="12191187" cy="6858000"/>
          </a:xfrm>
          <a:prstGeom prst="rect">
            <a:avLst/>
          </a:prstGeom>
        </p:spPr>
      </p:pic>
      <p:pic>
        <p:nvPicPr>
          <p:cNvPr id="4" name="图片 3"/>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13" y="0"/>
            <a:ext cx="12191187" cy="6858000"/>
          </a:xfrm>
          <a:prstGeom prst="rect">
            <a:avLst/>
          </a:prstGeom>
        </p:spPr>
      </p:pic>
      <p:sp>
        <p:nvSpPr>
          <p:cNvPr id="2" name="矩形 1"/>
          <p:cNvSpPr/>
          <p:nvPr userDrawn="1"/>
        </p:nvSpPr>
        <p:spPr>
          <a:xfrm>
            <a:off x="0" y="0"/>
            <a:ext cx="9702266" cy="567890"/>
          </a:xfrm>
          <a:prstGeom prst="rect">
            <a:avLst/>
          </a:prstGeom>
          <a:gradFill flip="none" rotWithShape="1">
            <a:gsLst>
              <a:gs pos="100000">
                <a:schemeClr val="accent3"/>
              </a:gs>
              <a:gs pos="6000">
                <a:schemeClr val="accent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 name="组合 4"/>
          <p:cNvGrpSpPr/>
          <p:nvPr userDrawn="1"/>
        </p:nvGrpSpPr>
        <p:grpSpPr>
          <a:xfrm>
            <a:off x="236893" y="187818"/>
            <a:ext cx="1640034" cy="403708"/>
            <a:chOff x="3746465" y="5907735"/>
            <a:chExt cx="2815232" cy="692993"/>
          </a:xfrm>
          <a:solidFill>
            <a:schemeClr val="bg1"/>
          </a:solidFill>
        </p:grpSpPr>
        <p:sp>
          <p:nvSpPr>
            <p:cNvPr id="6" name="任意多边形: 形状 106"/>
            <p:cNvSpPr/>
            <p:nvPr/>
          </p:nvSpPr>
          <p:spPr>
            <a:xfrm>
              <a:off x="3769390" y="6154667"/>
              <a:ext cx="663990" cy="276414"/>
            </a:xfrm>
            <a:custGeom>
              <a:avLst/>
              <a:gdLst>
                <a:gd name="connsiteX0" fmla="*/ 856634 w 1219313"/>
                <a:gd name="connsiteY0" fmla="*/ 1263 h 640117"/>
                <a:gd name="connsiteX1" fmla="*/ 859616 w 1219313"/>
                <a:gd name="connsiteY1" fmla="*/ 886 h 640117"/>
                <a:gd name="connsiteX2" fmla="*/ 861517 w 1219313"/>
                <a:gd name="connsiteY2" fmla="*/ 862 h 640117"/>
                <a:gd name="connsiteX3" fmla="*/ 863617 w 1219313"/>
                <a:gd name="connsiteY3" fmla="*/ 880 h 640117"/>
                <a:gd name="connsiteX4" fmla="*/ 865838 w 1219313"/>
                <a:gd name="connsiteY4" fmla="*/ 865 h 640117"/>
                <a:gd name="connsiteX5" fmla="*/ 873254 w 1219313"/>
                <a:gd name="connsiteY5" fmla="*/ 866 h 640117"/>
                <a:gd name="connsiteX6" fmla="*/ 878552 w 1219313"/>
                <a:gd name="connsiteY6" fmla="*/ 847 h 640117"/>
                <a:gd name="connsiteX7" fmla="*/ 891475 w 1219313"/>
                <a:gd name="connsiteY7" fmla="*/ 837 h 640117"/>
                <a:gd name="connsiteX8" fmla="*/ 901972 w 1219313"/>
                <a:gd name="connsiteY8" fmla="*/ 836 h 640117"/>
                <a:gd name="connsiteX9" fmla="*/ 903479 w 1219313"/>
                <a:gd name="connsiteY9" fmla="*/ 834 h 640117"/>
                <a:gd name="connsiteX10" fmla="*/ 906510 w 1219313"/>
                <a:gd name="connsiteY10" fmla="*/ 830 h 640117"/>
                <a:gd name="connsiteX11" fmla="*/ 934949 w 1219313"/>
                <a:gd name="connsiteY11" fmla="*/ 836 h 640117"/>
                <a:gd name="connsiteX12" fmla="*/ 960997 w 1219313"/>
                <a:gd name="connsiteY12" fmla="*/ 815 h 640117"/>
                <a:gd name="connsiteX13" fmla="*/ 987715 w 1219313"/>
                <a:gd name="connsiteY13" fmla="*/ 792 h 640117"/>
                <a:gd name="connsiteX14" fmla="*/ 990734 w 1219313"/>
                <a:gd name="connsiteY14" fmla="*/ 794 h 640117"/>
                <a:gd name="connsiteX15" fmla="*/ 992234 w 1219313"/>
                <a:gd name="connsiteY15" fmla="*/ 795 h 640117"/>
                <a:gd name="connsiteX16" fmla="*/ 1002727 w 1219313"/>
                <a:gd name="connsiteY16" fmla="*/ 779 h 640117"/>
                <a:gd name="connsiteX17" fmla="*/ 1016834 w 1219313"/>
                <a:gd name="connsiteY17" fmla="*/ 788 h 640117"/>
                <a:gd name="connsiteX18" fmla="*/ 1022027 w 1219313"/>
                <a:gd name="connsiteY18" fmla="*/ 780 h 640117"/>
                <a:gd name="connsiteX19" fmla="*/ 1029085 w 1219313"/>
                <a:gd name="connsiteY19" fmla="*/ 796 h 640117"/>
                <a:gd name="connsiteX20" fmla="*/ 1031189 w 1219313"/>
                <a:gd name="connsiteY20" fmla="*/ 769 h 640117"/>
                <a:gd name="connsiteX21" fmla="*/ 1035972 w 1219313"/>
                <a:gd name="connsiteY21" fmla="*/ 1263 h 640117"/>
                <a:gd name="connsiteX22" fmla="*/ 1036716 w 1219313"/>
                <a:gd name="connsiteY22" fmla="*/ 4984 h 640117"/>
                <a:gd name="connsiteX23" fmla="*/ 1040205 w 1219313"/>
                <a:gd name="connsiteY23" fmla="*/ 5371 h 640117"/>
                <a:gd name="connsiteX24" fmla="*/ 1042455 w 1219313"/>
                <a:gd name="connsiteY24" fmla="*/ 5348 h 640117"/>
                <a:gd name="connsiteX25" fmla="*/ 1044902 w 1219313"/>
                <a:gd name="connsiteY25" fmla="*/ 5269 h 640117"/>
                <a:gd name="connsiteX26" fmla="*/ 1047396 w 1219313"/>
                <a:gd name="connsiteY26" fmla="*/ 5237 h 640117"/>
                <a:gd name="connsiteX27" fmla="*/ 1055320 w 1219313"/>
                <a:gd name="connsiteY27" fmla="*/ 5077 h 640117"/>
                <a:gd name="connsiteX28" fmla="*/ 1063244 w 1219313"/>
                <a:gd name="connsiteY28" fmla="*/ 4933 h 640117"/>
                <a:gd name="connsiteX29" fmla="*/ 1068186 w 1219313"/>
                <a:gd name="connsiteY29" fmla="*/ 4826 h 640117"/>
                <a:gd name="connsiteX30" fmla="*/ 1070435 w 1219313"/>
                <a:gd name="connsiteY30" fmla="*/ 4789 h 640117"/>
                <a:gd name="connsiteX31" fmla="*/ 1072427 w 1219313"/>
                <a:gd name="connsiteY31" fmla="*/ 4740 h 640117"/>
                <a:gd name="connsiteX32" fmla="*/ 1073924 w 1219313"/>
                <a:gd name="connsiteY32" fmla="*/ 4984 h 640117"/>
                <a:gd name="connsiteX33" fmla="*/ 1074668 w 1219313"/>
                <a:gd name="connsiteY33" fmla="*/ 7216 h 640117"/>
                <a:gd name="connsiteX34" fmla="*/ 1080574 w 1219313"/>
                <a:gd name="connsiteY34" fmla="*/ 7466 h 640117"/>
                <a:gd name="connsiteX35" fmla="*/ 1084219 w 1219313"/>
                <a:gd name="connsiteY35" fmla="*/ 7495 h 640117"/>
                <a:gd name="connsiteX36" fmla="*/ 1089996 w 1219313"/>
                <a:gd name="connsiteY36" fmla="*/ 7484 h 640117"/>
                <a:gd name="connsiteX37" fmla="*/ 1095550 w 1219313"/>
                <a:gd name="connsiteY37" fmla="*/ 7513 h 640117"/>
                <a:gd name="connsiteX38" fmla="*/ 1097307 w 1219313"/>
                <a:gd name="connsiteY38" fmla="*/ 7483 h 640117"/>
                <a:gd name="connsiteX39" fmla="*/ 1101457 w 1219313"/>
                <a:gd name="connsiteY39" fmla="*/ 7960 h 640117"/>
                <a:gd name="connsiteX40" fmla="*/ 1102201 w 1219313"/>
                <a:gd name="connsiteY40" fmla="*/ 11681 h 640117"/>
                <a:gd name="connsiteX41" fmla="*/ 1107430 w 1219313"/>
                <a:gd name="connsiteY41" fmla="*/ 11940 h 640117"/>
                <a:gd name="connsiteX42" fmla="*/ 1109018 w 1219313"/>
                <a:gd name="connsiteY42" fmla="*/ 11902 h 640117"/>
                <a:gd name="connsiteX43" fmla="*/ 1114061 w 1219313"/>
                <a:gd name="connsiteY43" fmla="*/ 11728 h 640117"/>
                <a:gd name="connsiteX44" fmla="*/ 1119095 w 1219313"/>
                <a:gd name="connsiteY44" fmla="*/ 11561 h 640117"/>
                <a:gd name="connsiteX45" fmla="*/ 1122233 w 1219313"/>
                <a:gd name="connsiteY45" fmla="*/ 11439 h 640117"/>
                <a:gd name="connsiteX46" fmla="*/ 1126013 w 1219313"/>
                <a:gd name="connsiteY46" fmla="*/ 11681 h 640117"/>
                <a:gd name="connsiteX47" fmla="*/ 1127502 w 1219313"/>
                <a:gd name="connsiteY47" fmla="*/ 14658 h 640117"/>
                <a:gd name="connsiteX48" fmla="*/ 1131150 w 1219313"/>
                <a:gd name="connsiteY48" fmla="*/ 14922 h 640117"/>
                <a:gd name="connsiteX49" fmla="*/ 1133343 w 1219313"/>
                <a:gd name="connsiteY49" fmla="*/ 14883 h 640117"/>
                <a:gd name="connsiteX50" fmla="*/ 1135641 w 1219313"/>
                <a:gd name="connsiteY50" fmla="*/ 14797 h 640117"/>
                <a:gd name="connsiteX51" fmla="*/ 1140126 w 1219313"/>
                <a:gd name="connsiteY51" fmla="*/ 14690 h 640117"/>
                <a:gd name="connsiteX52" fmla="*/ 1142140 w 1219313"/>
                <a:gd name="connsiteY52" fmla="*/ 14620 h 640117"/>
                <a:gd name="connsiteX53" fmla="*/ 1146105 w 1219313"/>
                <a:gd name="connsiteY53" fmla="*/ 15402 h 640117"/>
                <a:gd name="connsiteX54" fmla="*/ 1146849 w 1219313"/>
                <a:gd name="connsiteY54" fmla="*/ 17634 h 640117"/>
                <a:gd name="connsiteX55" fmla="*/ 1150803 w 1219313"/>
                <a:gd name="connsiteY55" fmla="*/ 17910 h 640117"/>
                <a:gd name="connsiteX56" fmla="*/ 1153227 w 1219313"/>
                <a:gd name="connsiteY56" fmla="*/ 17950 h 640117"/>
                <a:gd name="connsiteX57" fmla="*/ 1158331 w 1219313"/>
                <a:gd name="connsiteY57" fmla="*/ 17961 h 640117"/>
                <a:gd name="connsiteX58" fmla="*/ 1160755 w 1219313"/>
                <a:gd name="connsiteY58" fmla="*/ 18003 h 640117"/>
                <a:gd name="connsiteX59" fmla="*/ 1162997 w 1219313"/>
                <a:gd name="connsiteY59" fmla="*/ 18008 h 640117"/>
                <a:gd name="connsiteX60" fmla="*/ 1164709 w 1219313"/>
                <a:gd name="connsiteY60" fmla="*/ 18378 h 640117"/>
                <a:gd name="connsiteX61" fmla="*/ 1165453 w 1219313"/>
                <a:gd name="connsiteY61" fmla="*/ 21355 h 640117"/>
                <a:gd name="connsiteX62" fmla="*/ 1168944 w 1219313"/>
                <a:gd name="connsiteY62" fmla="*/ 21808 h 640117"/>
                <a:gd name="connsiteX63" fmla="*/ 1171073 w 1219313"/>
                <a:gd name="connsiteY63" fmla="*/ 21881 h 640117"/>
                <a:gd name="connsiteX64" fmla="*/ 1173313 w 1219313"/>
                <a:gd name="connsiteY64" fmla="*/ 21913 h 640117"/>
                <a:gd name="connsiteX65" fmla="*/ 1175561 w 1219313"/>
                <a:gd name="connsiteY65" fmla="*/ 21980 h 640117"/>
                <a:gd name="connsiteX66" fmla="*/ 1181080 w 1219313"/>
                <a:gd name="connsiteY66" fmla="*/ 22099 h 640117"/>
                <a:gd name="connsiteX67" fmla="*/ 1181080 w 1219313"/>
                <a:gd name="connsiteY67" fmla="*/ 25076 h 640117"/>
                <a:gd name="connsiteX68" fmla="*/ 1182491 w 1219313"/>
                <a:gd name="connsiteY68" fmla="*/ 25028 h 640117"/>
                <a:gd name="connsiteX69" fmla="*/ 1188800 w 1219313"/>
                <a:gd name="connsiteY69" fmla="*/ 24890 h 640117"/>
                <a:gd name="connsiteX70" fmla="*/ 1191021 w 1219313"/>
                <a:gd name="connsiteY70" fmla="*/ 24814 h 640117"/>
                <a:gd name="connsiteX71" fmla="*/ 1193143 w 1219313"/>
                <a:gd name="connsiteY71" fmla="*/ 24785 h 640117"/>
                <a:gd name="connsiteX72" fmla="*/ 1195103 w 1219313"/>
                <a:gd name="connsiteY72" fmla="*/ 24738 h 640117"/>
                <a:gd name="connsiteX73" fmla="*/ 1196707 w 1219313"/>
                <a:gd name="connsiteY73" fmla="*/ 25076 h 640117"/>
                <a:gd name="connsiteX74" fmla="*/ 1198195 w 1219313"/>
                <a:gd name="connsiteY74" fmla="*/ 28052 h 640117"/>
                <a:gd name="connsiteX75" fmla="*/ 1204520 w 1219313"/>
                <a:gd name="connsiteY75" fmla="*/ 28424 h 640117"/>
                <a:gd name="connsiteX76" fmla="*/ 1210845 w 1219313"/>
                <a:gd name="connsiteY76" fmla="*/ 28796 h 640117"/>
                <a:gd name="connsiteX77" fmla="*/ 1212334 w 1219313"/>
                <a:gd name="connsiteY77" fmla="*/ 31773 h 640117"/>
                <a:gd name="connsiteX78" fmla="*/ 1213839 w 1219313"/>
                <a:gd name="connsiteY78" fmla="*/ 32407 h 640117"/>
                <a:gd name="connsiteX79" fmla="*/ 1215310 w 1219313"/>
                <a:gd name="connsiteY79" fmla="*/ 33261 h 640117"/>
                <a:gd name="connsiteX80" fmla="*/ 1215575 w 1219313"/>
                <a:gd name="connsiteY80" fmla="*/ 36584 h 640117"/>
                <a:gd name="connsiteX81" fmla="*/ 1215536 w 1219313"/>
                <a:gd name="connsiteY81" fmla="*/ 38573 h 640117"/>
                <a:gd name="connsiteX82" fmla="*/ 1215450 w 1219313"/>
                <a:gd name="connsiteY82" fmla="*/ 40656 h 640117"/>
                <a:gd name="connsiteX83" fmla="*/ 1215342 w 1219313"/>
                <a:gd name="connsiteY83" fmla="*/ 44723 h 640117"/>
                <a:gd name="connsiteX84" fmla="*/ 1215273 w 1219313"/>
                <a:gd name="connsiteY84" fmla="*/ 46548 h 640117"/>
                <a:gd name="connsiteX85" fmla="*/ 1216054 w 1219313"/>
                <a:gd name="connsiteY85" fmla="*/ 50376 h 640117"/>
                <a:gd name="connsiteX86" fmla="*/ 1217543 w 1219313"/>
                <a:gd name="connsiteY86" fmla="*/ 51121 h 640117"/>
                <a:gd name="connsiteX87" fmla="*/ 1217851 w 1219313"/>
                <a:gd name="connsiteY87" fmla="*/ 57867 h 640117"/>
                <a:gd name="connsiteX88" fmla="*/ 1217894 w 1219313"/>
                <a:gd name="connsiteY88" fmla="*/ 59916 h 640117"/>
                <a:gd name="connsiteX89" fmla="*/ 1218008 w 1219313"/>
                <a:gd name="connsiteY89" fmla="*/ 66422 h 640117"/>
                <a:gd name="connsiteX90" fmla="*/ 1218095 w 1219313"/>
                <a:gd name="connsiteY90" fmla="*/ 70821 h 640117"/>
                <a:gd name="connsiteX91" fmla="*/ 1218287 w 1219313"/>
                <a:gd name="connsiteY91" fmla="*/ 81630 h 640117"/>
                <a:gd name="connsiteX92" fmla="*/ 1220519 w 1219313"/>
                <a:gd name="connsiteY92" fmla="*/ 81630 h 640117"/>
                <a:gd name="connsiteX93" fmla="*/ 1220519 w 1219313"/>
                <a:gd name="connsiteY93" fmla="*/ 198460 h 640117"/>
                <a:gd name="connsiteX94" fmla="*/ 1218287 w 1219313"/>
                <a:gd name="connsiteY94" fmla="*/ 198460 h 640117"/>
                <a:gd name="connsiteX95" fmla="*/ 1218242 w 1219313"/>
                <a:gd name="connsiteY95" fmla="*/ 201113 h 640117"/>
                <a:gd name="connsiteX96" fmla="*/ 1218051 w 1219313"/>
                <a:gd name="connsiteY96" fmla="*/ 210819 h 640117"/>
                <a:gd name="connsiteX97" fmla="*/ 1217973 w 1219313"/>
                <a:gd name="connsiteY97" fmla="*/ 215026 h 640117"/>
                <a:gd name="connsiteX98" fmla="*/ 1217851 w 1219313"/>
                <a:gd name="connsiteY98" fmla="*/ 221061 h 640117"/>
                <a:gd name="connsiteX99" fmla="*/ 1217825 w 1219313"/>
                <a:gd name="connsiteY99" fmla="*/ 222973 h 640117"/>
                <a:gd name="connsiteX100" fmla="*/ 1217543 w 1219313"/>
                <a:gd name="connsiteY100" fmla="*/ 227482 h 640117"/>
                <a:gd name="connsiteX101" fmla="*/ 1216054 w 1219313"/>
                <a:gd name="connsiteY101" fmla="*/ 228226 h 640117"/>
                <a:gd name="connsiteX102" fmla="*/ 1215825 w 1219313"/>
                <a:gd name="connsiteY102" fmla="*/ 232342 h 640117"/>
                <a:gd name="connsiteX103" fmla="*/ 1215768 w 1219313"/>
                <a:gd name="connsiteY103" fmla="*/ 234868 h 640117"/>
                <a:gd name="connsiteX104" fmla="*/ 1215698 w 1219313"/>
                <a:gd name="connsiteY104" fmla="*/ 240187 h 640117"/>
                <a:gd name="connsiteX105" fmla="*/ 1215639 w 1219313"/>
                <a:gd name="connsiteY105" fmla="*/ 242713 h 640117"/>
                <a:gd name="connsiteX106" fmla="*/ 1215608 w 1219313"/>
                <a:gd name="connsiteY106" fmla="*/ 245049 h 640117"/>
                <a:gd name="connsiteX107" fmla="*/ 1215310 w 1219313"/>
                <a:gd name="connsiteY107" fmla="*/ 246830 h 640117"/>
                <a:gd name="connsiteX108" fmla="*/ 1213078 w 1219313"/>
                <a:gd name="connsiteY108" fmla="*/ 247574 h 640117"/>
                <a:gd name="connsiteX109" fmla="*/ 1212697 w 1219313"/>
                <a:gd name="connsiteY109" fmla="*/ 251390 h 640117"/>
                <a:gd name="connsiteX110" fmla="*/ 1212617 w 1219313"/>
                <a:gd name="connsiteY110" fmla="*/ 253723 h 640117"/>
                <a:gd name="connsiteX111" fmla="*/ 1212566 w 1219313"/>
                <a:gd name="connsiteY111" fmla="*/ 256178 h 640117"/>
                <a:gd name="connsiteX112" fmla="*/ 1212489 w 1219313"/>
                <a:gd name="connsiteY112" fmla="*/ 258641 h 640117"/>
                <a:gd name="connsiteX113" fmla="*/ 1212334 w 1219313"/>
                <a:gd name="connsiteY113" fmla="*/ 264689 h 640117"/>
                <a:gd name="connsiteX114" fmla="*/ 1210101 w 1219313"/>
                <a:gd name="connsiteY114" fmla="*/ 264689 h 640117"/>
                <a:gd name="connsiteX115" fmla="*/ 1210068 w 1219313"/>
                <a:gd name="connsiteY115" fmla="*/ 266020 h 640117"/>
                <a:gd name="connsiteX116" fmla="*/ 1209869 w 1219313"/>
                <a:gd name="connsiteY116" fmla="*/ 271991 h 640117"/>
                <a:gd name="connsiteX117" fmla="*/ 1209818 w 1219313"/>
                <a:gd name="connsiteY117" fmla="*/ 274085 h 640117"/>
                <a:gd name="connsiteX118" fmla="*/ 1209738 w 1219313"/>
                <a:gd name="connsiteY118" fmla="*/ 276098 h 640117"/>
                <a:gd name="connsiteX119" fmla="*/ 1209679 w 1219313"/>
                <a:gd name="connsiteY119" fmla="*/ 277952 h 640117"/>
                <a:gd name="connsiteX120" fmla="*/ 1207125 w 1219313"/>
                <a:gd name="connsiteY120" fmla="*/ 281804 h 640117"/>
                <a:gd name="connsiteX121" fmla="*/ 1207125 w 1219313"/>
                <a:gd name="connsiteY121" fmla="*/ 287060 h 640117"/>
                <a:gd name="connsiteX122" fmla="*/ 1207125 w 1219313"/>
                <a:gd name="connsiteY122" fmla="*/ 292222 h 640117"/>
                <a:gd name="connsiteX123" fmla="*/ 1204892 w 1219313"/>
                <a:gd name="connsiteY123" fmla="*/ 293710 h 640117"/>
                <a:gd name="connsiteX124" fmla="*/ 1204381 w 1219313"/>
                <a:gd name="connsiteY124" fmla="*/ 300129 h 640117"/>
                <a:gd name="connsiteX125" fmla="*/ 1204304 w 1219313"/>
                <a:gd name="connsiteY125" fmla="*/ 301937 h 640117"/>
                <a:gd name="connsiteX126" fmla="*/ 1204148 w 1219313"/>
                <a:gd name="connsiteY126" fmla="*/ 306361 h 640117"/>
                <a:gd name="connsiteX127" fmla="*/ 1201916 w 1219313"/>
                <a:gd name="connsiteY127" fmla="*/ 305617 h 640117"/>
                <a:gd name="connsiteX128" fmla="*/ 1201805 w 1219313"/>
                <a:gd name="connsiteY128" fmla="*/ 308032 h 640117"/>
                <a:gd name="connsiteX129" fmla="*/ 1201637 w 1219313"/>
                <a:gd name="connsiteY129" fmla="*/ 311151 h 640117"/>
                <a:gd name="connsiteX130" fmla="*/ 1201567 w 1219313"/>
                <a:gd name="connsiteY130" fmla="*/ 312746 h 640117"/>
                <a:gd name="connsiteX131" fmla="*/ 1201172 w 1219313"/>
                <a:gd name="connsiteY131" fmla="*/ 316779 h 640117"/>
                <a:gd name="connsiteX132" fmla="*/ 1199683 w 1219313"/>
                <a:gd name="connsiteY132" fmla="*/ 317523 h 640117"/>
                <a:gd name="connsiteX133" fmla="*/ 1199032 w 1219313"/>
                <a:gd name="connsiteY133" fmla="*/ 324360 h 640117"/>
                <a:gd name="connsiteX134" fmla="*/ 1198939 w 1219313"/>
                <a:gd name="connsiteY134" fmla="*/ 327197 h 640117"/>
                <a:gd name="connsiteX135" fmla="*/ 1196707 w 1219313"/>
                <a:gd name="connsiteY135" fmla="*/ 328685 h 640117"/>
                <a:gd name="connsiteX136" fmla="*/ 1196265 w 1219313"/>
                <a:gd name="connsiteY136" fmla="*/ 336222 h 640117"/>
                <a:gd name="connsiteX137" fmla="*/ 1195963 w 1219313"/>
                <a:gd name="connsiteY137" fmla="*/ 338359 h 640117"/>
                <a:gd name="connsiteX138" fmla="*/ 1193730 w 1219313"/>
                <a:gd name="connsiteY138" fmla="*/ 339103 h 640117"/>
                <a:gd name="connsiteX139" fmla="*/ 1193219 w 1219313"/>
                <a:gd name="connsiteY139" fmla="*/ 343614 h 640117"/>
                <a:gd name="connsiteX140" fmla="*/ 1193070 w 1219313"/>
                <a:gd name="connsiteY140" fmla="*/ 346105 h 640117"/>
                <a:gd name="connsiteX141" fmla="*/ 1192986 w 1219313"/>
                <a:gd name="connsiteY141" fmla="*/ 348033 h 640117"/>
                <a:gd name="connsiteX142" fmla="*/ 1190754 w 1219313"/>
                <a:gd name="connsiteY142" fmla="*/ 348033 h 640117"/>
                <a:gd name="connsiteX143" fmla="*/ 1190832 w 1219313"/>
                <a:gd name="connsiteY143" fmla="*/ 349582 h 640117"/>
                <a:gd name="connsiteX144" fmla="*/ 1190893 w 1219313"/>
                <a:gd name="connsiteY144" fmla="*/ 351614 h 640117"/>
                <a:gd name="connsiteX145" fmla="*/ 1190972 w 1219313"/>
                <a:gd name="connsiteY145" fmla="*/ 353628 h 640117"/>
                <a:gd name="connsiteX146" fmla="*/ 1189652 w 1219313"/>
                <a:gd name="connsiteY146" fmla="*/ 356570 h 640117"/>
                <a:gd name="connsiteX147" fmla="*/ 1188079 w 1219313"/>
                <a:gd name="connsiteY147" fmla="*/ 364107 h 640117"/>
                <a:gd name="connsiteX148" fmla="*/ 1187777 w 1219313"/>
                <a:gd name="connsiteY148" fmla="*/ 365892 h 640117"/>
                <a:gd name="connsiteX149" fmla="*/ 1185545 w 1219313"/>
                <a:gd name="connsiteY149" fmla="*/ 366636 h 640117"/>
                <a:gd name="connsiteX150" fmla="*/ 1185175 w 1219313"/>
                <a:gd name="connsiteY150" fmla="*/ 372185 h 640117"/>
                <a:gd name="connsiteX151" fmla="*/ 1183806 w 1219313"/>
                <a:gd name="connsiteY151" fmla="*/ 375784 h 640117"/>
                <a:gd name="connsiteX152" fmla="*/ 1173499 w 1219313"/>
                <a:gd name="connsiteY152" fmla="*/ 377426 h 640117"/>
                <a:gd name="connsiteX153" fmla="*/ 1169002 w 1219313"/>
                <a:gd name="connsiteY153" fmla="*/ 377449 h 640117"/>
                <a:gd name="connsiteX154" fmla="*/ 1166993 w 1219313"/>
                <a:gd name="connsiteY154" fmla="*/ 377439 h 640117"/>
                <a:gd name="connsiteX155" fmla="*/ 1165453 w 1219313"/>
                <a:gd name="connsiteY155" fmla="*/ 377798 h 640117"/>
                <a:gd name="connsiteX156" fmla="*/ 1165086 w 1219313"/>
                <a:gd name="connsiteY156" fmla="*/ 379285 h 640117"/>
                <a:gd name="connsiteX157" fmla="*/ 1164709 w 1219313"/>
                <a:gd name="connsiteY157" fmla="*/ 380775 h 640117"/>
                <a:gd name="connsiteX158" fmla="*/ 1161081 w 1219313"/>
                <a:gd name="connsiteY158" fmla="*/ 381150 h 640117"/>
                <a:gd name="connsiteX159" fmla="*/ 1158860 w 1219313"/>
                <a:gd name="connsiteY159" fmla="*/ 381192 h 640117"/>
                <a:gd name="connsiteX160" fmla="*/ 1156523 w 1219313"/>
                <a:gd name="connsiteY160" fmla="*/ 381193 h 640117"/>
                <a:gd name="connsiteX161" fmla="*/ 1151965 w 1219313"/>
                <a:gd name="connsiteY161" fmla="*/ 381243 h 640117"/>
                <a:gd name="connsiteX162" fmla="*/ 1149913 w 1219313"/>
                <a:gd name="connsiteY162" fmla="*/ 381244 h 640117"/>
                <a:gd name="connsiteX163" fmla="*/ 1148338 w 1219313"/>
                <a:gd name="connsiteY163" fmla="*/ 381519 h 640117"/>
                <a:gd name="connsiteX164" fmla="*/ 1147593 w 1219313"/>
                <a:gd name="connsiteY164" fmla="*/ 383751 h 640117"/>
                <a:gd name="connsiteX165" fmla="*/ 1144318 w 1219313"/>
                <a:gd name="connsiteY165" fmla="*/ 384028 h 640117"/>
                <a:gd name="connsiteX166" fmla="*/ 1142310 w 1219313"/>
                <a:gd name="connsiteY166" fmla="*/ 384067 h 640117"/>
                <a:gd name="connsiteX167" fmla="*/ 1138096 w 1219313"/>
                <a:gd name="connsiteY167" fmla="*/ 384078 h 640117"/>
                <a:gd name="connsiteX168" fmla="*/ 1136085 w 1219313"/>
                <a:gd name="connsiteY168" fmla="*/ 384121 h 640117"/>
                <a:gd name="connsiteX169" fmla="*/ 1134234 w 1219313"/>
                <a:gd name="connsiteY169" fmla="*/ 384125 h 640117"/>
                <a:gd name="connsiteX170" fmla="*/ 1132711 w 1219313"/>
                <a:gd name="connsiteY170" fmla="*/ 384496 h 640117"/>
                <a:gd name="connsiteX171" fmla="*/ 1131999 w 1219313"/>
                <a:gd name="connsiteY171" fmla="*/ 385979 h 640117"/>
                <a:gd name="connsiteX172" fmla="*/ 1131222 w 1219313"/>
                <a:gd name="connsiteY172" fmla="*/ 387472 h 640117"/>
                <a:gd name="connsiteX173" fmla="*/ 1127333 w 1219313"/>
                <a:gd name="connsiteY173" fmla="*/ 387926 h 640117"/>
                <a:gd name="connsiteX174" fmla="*/ 1125008 w 1219313"/>
                <a:gd name="connsiteY174" fmla="*/ 387998 h 640117"/>
                <a:gd name="connsiteX175" fmla="*/ 1122572 w 1219313"/>
                <a:gd name="connsiteY175" fmla="*/ 388030 h 640117"/>
                <a:gd name="connsiteX176" fmla="*/ 1120118 w 1219313"/>
                <a:gd name="connsiteY176" fmla="*/ 388097 h 640117"/>
                <a:gd name="connsiteX177" fmla="*/ 1114107 w 1219313"/>
                <a:gd name="connsiteY177" fmla="*/ 388216 h 640117"/>
                <a:gd name="connsiteX178" fmla="*/ 1114107 w 1219313"/>
                <a:gd name="connsiteY178" fmla="*/ 390449 h 640117"/>
                <a:gd name="connsiteX179" fmla="*/ 1112833 w 1219313"/>
                <a:gd name="connsiteY179" fmla="*/ 390505 h 640117"/>
                <a:gd name="connsiteX180" fmla="*/ 1107131 w 1219313"/>
                <a:gd name="connsiteY180" fmla="*/ 390774 h 640117"/>
                <a:gd name="connsiteX181" fmla="*/ 1105125 w 1219313"/>
                <a:gd name="connsiteY181" fmla="*/ 390863 h 640117"/>
                <a:gd name="connsiteX182" fmla="*/ 1103207 w 1219313"/>
                <a:gd name="connsiteY182" fmla="*/ 390957 h 640117"/>
                <a:gd name="connsiteX183" fmla="*/ 1101435 w 1219313"/>
                <a:gd name="connsiteY183" fmla="*/ 391040 h 640117"/>
                <a:gd name="connsiteX184" fmla="*/ 1098480 w 1219313"/>
                <a:gd name="connsiteY184" fmla="*/ 391937 h 640117"/>
                <a:gd name="connsiteX185" fmla="*/ 1097736 w 1219313"/>
                <a:gd name="connsiteY185" fmla="*/ 394169 h 640117"/>
                <a:gd name="connsiteX186" fmla="*/ 1094082 w 1219313"/>
                <a:gd name="connsiteY186" fmla="*/ 394550 h 640117"/>
                <a:gd name="connsiteX187" fmla="*/ 1091851 w 1219313"/>
                <a:gd name="connsiteY187" fmla="*/ 394630 h 640117"/>
                <a:gd name="connsiteX188" fmla="*/ 1089504 w 1219313"/>
                <a:gd name="connsiteY188" fmla="*/ 394681 h 640117"/>
                <a:gd name="connsiteX189" fmla="*/ 1087148 w 1219313"/>
                <a:gd name="connsiteY189" fmla="*/ 394758 h 640117"/>
                <a:gd name="connsiteX190" fmla="*/ 1081365 w 1219313"/>
                <a:gd name="connsiteY190" fmla="*/ 394913 h 640117"/>
                <a:gd name="connsiteX191" fmla="*/ 1081365 w 1219313"/>
                <a:gd name="connsiteY191" fmla="*/ 397890 h 640117"/>
                <a:gd name="connsiteX192" fmla="*/ 1079942 w 1219313"/>
                <a:gd name="connsiteY192" fmla="*/ 397923 h 640117"/>
                <a:gd name="connsiteX193" fmla="*/ 1073598 w 1219313"/>
                <a:gd name="connsiteY193" fmla="*/ 398123 h 640117"/>
                <a:gd name="connsiteX194" fmla="*/ 1071358 w 1219313"/>
                <a:gd name="connsiteY194" fmla="*/ 398173 h 640117"/>
                <a:gd name="connsiteX195" fmla="*/ 1069229 w 1219313"/>
                <a:gd name="connsiteY195" fmla="*/ 398253 h 640117"/>
                <a:gd name="connsiteX196" fmla="*/ 1067257 w 1219313"/>
                <a:gd name="connsiteY196" fmla="*/ 398312 h 640117"/>
                <a:gd name="connsiteX197" fmla="*/ 1065738 w 1219313"/>
                <a:gd name="connsiteY197" fmla="*/ 398634 h 640117"/>
                <a:gd name="connsiteX198" fmla="*/ 1064994 w 1219313"/>
                <a:gd name="connsiteY198" fmla="*/ 400867 h 640117"/>
                <a:gd name="connsiteX199" fmla="*/ 1061718 w 1219313"/>
                <a:gd name="connsiteY199" fmla="*/ 401143 h 640117"/>
                <a:gd name="connsiteX200" fmla="*/ 1059711 w 1219313"/>
                <a:gd name="connsiteY200" fmla="*/ 401182 h 640117"/>
                <a:gd name="connsiteX201" fmla="*/ 1055496 w 1219313"/>
                <a:gd name="connsiteY201" fmla="*/ 401194 h 640117"/>
                <a:gd name="connsiteX202" fmla="*/ 1053486 w 1219313"/>
                <a:gd name="connsiteY202" fmla="*/ 401236 h 640117"/>
                <a:gd name="connsiteX203" fmla="*/ 1051634 w 1219313"/>
                <a:gd name="connsiteY203" fmla="*/ 401240 h 640117"/>
                <a:gd name="connsiteX204" fmla="*/ 1050111 w 1219313"/>
                <a:gd name="connsiteY204" fmla="*/ 401611 h 640117"/>
                <a:gd name="connsiteX205" fmla="*/ 1049377 w 1219313"/>
                <a:gd name="connsiteY205" fmla="*/ 403099 h 640117"/>
                <a:gd name="connsiteX206" fmla="*/ 1048623 w 1219313"/>
                <a:gd name="connsiteY206" fmla="*/ 404587 h 640117"/>
                <a:gd name="connsiteX207" fmla="*/ 1045085 w 1219313"/>
                <a:gd name="connsiteY207" fmla="*/ 404962 h 640117"/>
                <a:gd name="connsiteX208" fmla="*/ 1042973 w 1219313"/>
                <a:gd name="connsiteY208" fmla="*/ 405004 h 640117"/>
                <a:gd name="connsiteX209" fmla="*/ 1040763 w 1219313"/>
                <a:gd name="connsiteY209" fmla="*/ 405006 h 640117"/>
                <a:gd name="connsiteX210" fmla="*/ 1036435 w 1219313"/>
                <a:gd name="connsiteY210" fmla="*/ 405055 h 640117"/>
                <a:gd name="connsiteX211" fmla="*/ 1034491 w 1219313"/>
                <a:gd name="connsiteY211" fmla="*/ 405057 h 640117"/>
                <a:gd name="connsiteX212" fmla="*/ 1032996 w 1219313"/>
                <a:gd name="connsiteY212" fmla="*/ 405331 h 640117"/>
                <a:gd name="connsiteX213" fmla="*/ 1032252 w 1219313"/>
                <a:gd name="connsiteY213" fmla="*/ 407564 h 640117"/>
                <a:gd name="connsiteX214" fmla="*/ 1029138 w 1219313"/>
                <a:gd name="connsiteY214" fmla="*/ 407919 h 640117"/>
                <a:gd name="connsiteX215" fmla="*/ 1027233 w 1219313"/>
                <a:gd name="connsiteY215" fmla="*/ 407988 h 640117"/>
                <a:gd name="connsiteX216" fmla="*/ 1025229 w 1219313"/>
                <a:gd name="connsiteY216" fmla="*/ 408029 h 640117"/>
                <a:gd name="connsiteX217" fmla="*/ 1021325 w 1219313"/>
                <a:gd name="connsiteY217" fmla="*/ 408151 h 640117"/>
                <a:gd name="connsiteX218" fmla="*/ 1019568 w 1219313"/>
                <a:gd name="connsiteY218" fmla="*/ 408191 h 640117"/>
                <a:gd name="connsiteX219" fmla="*/ 1016625 w 1219313"/>
                <a:gd name="connsiteY219" fmla="*/ 409052 h 640117"/>
                <a:gd name="connsiteX220" fmla="*/ 1015881 w 1219313"/>
                <a:gd name="connsiteY220" fmla="*/ 411285 h 640117"/>
                <a:gd name="connsiteX221" fmla="*/ 1012578 w 1219313"/>
                <a:gd name="connsiteY221" fmla="*/ 411561 h 640117"/>
                <a:gd name="connsiteX222" fmla="*/ 1010561 w 1219313"/>
                <a:gd name="connsiteY222" fmla="*/ 411600 h 640117"/>
                <a:gd name="connsiteX223" fmla="*/ 1006317 w 1219313"/>
                <a:gd name="connsiteY223" fmla="*/ 411612 h 640117"/>
                <a:gd name="connsiteX224" fmla="*/ 1004300 w 1219313"/>
                <a:gd name="connsiteY224" fmla="*/ 411654 h 640117"/>
                <a:gd name="connsiteX225" fmla="*/ 1002437 w 1219313"/>
                <a:gd name="connsiteY225" fmla="*/ 411658 h 640117"/>
                <a:gd name="connsiteX226" fmla="*/ 1000998 w 1219313"/>
                <a:gd name="connsiteY226" fmla="*/ 412029 h 640117"/>
                <a:gd name="connsiteX227" fmla="*/ 1000636 w 1219313"/>
                <a:gd name="connsiteY227" fmla="*/ 413517 h 640117"/>
                <a:gd name="connsiteX228" fmla="*/ 1000254 w 1219313"/>
                <a:gd name="connsiteY228" fmla="*/ 415005 h 640117"/>
                <a:gd name="connsiteX229" fmla="*/ 996789 w 1219313"/>
                <a:gd name="connsiteY229" fmla="*/ 415380 h 640117"/>
                <a:gd name="connsiteX230" fmla="*/ 994670 w 1219313"/>
                <a:gd name="connsiteY230" fmla="*/ 415422 h 640117"/>
                <a:gd name="connsiteX231" fmla="*/ 992440 w 1219313"/>
                <a:gd name="connsiteY231" fmla="*/ 415424 h 640117"/>
                <a:gd name="connsiteX232" fmla="*/ 988092 w 1219313"/>
                <a:gd name="connsiteY232" fmla="*/ 415473 h 640117"/>
                <a:gd name="connsiteX233" fmla="*/ 986134 w 1219313"/>
                <a:gd name="connsiteY233" fmla="*/ 415475 h 640117"/>
                <a:gd name="connsiteX234" fmla="*/ 984627 w 1219313"/>
                <a:gd name="connsiteY234" fmla="*/ 415749 h 640117"/>
                <a:gd name="connsiteX235" fmla="*/ 983883 w 1219313"/>
                <a:gd name="connsiteY235" fmla="*/ 417982 h 640117"/>
                <a:gd name="connsiteX236" fmla="*/ 980418 w 1219313"/>
                <a:gd name="connsiteY236" fmla="*/ 418069 h 640117"/>
                <a:gd name="connsiteX237" fmla="*/ 978299 w 1219313"/>
                <a:gd name="connsiteY237" fmla="*/ 417996 h 640117"/>
                <a:gd name="connsiteX238" fmla="*/ 973840 w 1219313"/>
                <a:gd name="connsiteY238" fmla="*/ 417764 h 640117"/>
                <a:gd name="connsiteX239" fmla="*/ 971720 w 1219313"/>
                <a:gd name="connsiteY239" fmla="*/ 417697 h 640117"/>
                <a:gd name="connsiteX240" fmla="*/ 969763 w 1219313"/>
                <a:gd name="connsiteY240" fmla="*/ 417595 h 640117"/>
                <a:gd name="connsiteX241" fmla="*/ 968256 w 1219313"/>
                <a:gd name="connsiteY241" fmla="*/ 417982 h 640117"/>
                <a:gd name="connsiteX242" fmla="*/ 967511 w 1219313"/>
                <a:gd name="connsiteY242" fmla="*/ 421703 h 640117"/>
                <a:gd name="connsiteX243" fmla="*/ 964209 w 1219313"/>
                <a:gd name="connsiteY243" fmla="*/ 422150 h 640117"/>
                <a:gd name="connsiteX244" fmla="*/ 962192 w 1219313"/>
                <a:gd name="connsiteY244" fmla="*/ 422185 h 640117"/>
                <a:gd name="connsiteX245" fmla="*/ 960070 w 1219313"/>
                <a:gd name="connsiteY245" fmla="*/ 422168 h 640117"/>
                <a:gd name="connsiteX246" fmla="*/ 955931 w 1219313"/>
                <a:gd name="connsiteY246" fmla="*/ 422197 h 640117"/>
                <a:gd name="connsiteX247" fmla="*/ 954067 w 1219313"/>
                <a:gd name="connsiteY247" fmla="*/ 422184 h 640117"/>
                <a:gd name="connsiteX248" fmla="*/ 952629 w 1219313"/>
                <a:gd name="connsiteY248" fmla="*/ 422447 h 640117"/>
                <a:gd name="connsiteX249" fmla="*/ 951884 w 1219313"/>
                <a:gd name="connsiteY249" fmla="*/ 424679 h 640117"/>
                <a:gd name="connsiteX250" fmla="*/ 945234 w 1219313"/>
                <a:gd name="connsiteY250" fmla="*/ 425144 h 640117"/>
                <a:gd name="connsiteX251" fmla="*/ 941539 w 1219313"/>
                <a:gd name="connsiteY251" fmla="*/ 425266 h 640117"/>
                <a:gd name="connsiteX252" fmla="*/ 939877 w 1219313"/>
                <a:gd name="connsiteY252" fmla="*/ 425306 h 640117"/>
                <a:gd name="connsiteX253" fmla="*/ 937002 w 1219313"/>
                <a:gd name="connsiteY253" fmla="*/ 426167 h 640117"/>
                <a:gd name="connsiteX254" fmla="*/ 937002 w 1219313"/>
                <a:gd name="connsiteY254" fmla="*/ 428400 h 640117"/>
                <a:gd name="connsiteX255" fmla="*/ 935659 w 1219313"/>
                <a:gd name="connsiteY255" fmla="*/ 428421 h 640117"/>
                <a:gd name="connsiteX256" fmla="*/ 929653 w 1219313"/>
                <a:gd name="connsiteY256" fmla="*/ 428586 h 640117"/>
                <a:gd name="connsiteX257" fmla="*/ 927540 w 1219313"/>
                <a:gd name="connsiteY257" fmla="*/ 428618 h 640117"/>
                <a:gd name="connsiteX258" fmla="*/ 925520 w 1219313"/>
                <a:gd name="connsiteY258" fmla="*/ 428690 h 640117"/>
                <a:gd name="connsiteX259" fmla="*/ 923654 w 1219313"/>
                <a:gd name="connsiteY259" fmla="*/ 428738 h 640117"/>
                <a:gd name="connsiteX260" fmla="*/ 922119 w 1219313"/>
                <a:gd name="connsiteY260" fmla="*/ 429144 h 640117"/>
                <a:gd name="connsiteX261" fmla="*/ 920631 w 1219313"/>
                <a:gd name="connsiteY261" fmla="*/ 432121 h 640117"/>
                <a:gd name="connsiteX262" fmla="*/ 915096 w 1219313"/>
                <a:gd name="connsiteY262" fmla="*/ 432260 h 640117"/>
                <a:gd name="connsiteX263" fmla="*/ 907236 w 1219313"/>
                <a:gd name="connsiteY263" fmla="*/ 432865 h 640117"/>
                <a:gd name="connsiteX264" fmla="*/ 906492 w 1219313"/>
                <a:gd name="connsiteY264" fmla="*/ 435097 h 640117"/>
                <a:gd name="connsiteX265" fmla="*/ 903190 w 1219313"/>
                <a:gd name="connsiteY265" fmla="*/ 435373 h 640117"/>
                <a:gd name="connsiteX266" fmla="*/ 901172 w 1219313"/>
                <a:gd name="connsiteY266" fmla="*/ 435412 h 640117"/>
                <a:gd name="connsiteX267" fmla="*/ 896929 w 1219313"/>
                <a:gd name="connsiteY267" fmla="*/ 435424 h 640117"/>
                <a:gd name="connsiteX268" fmla="*/ 894911 w 1219313"/>
                <a:gd name="connsiteY268" fmla="*/ 435466 h 640117"/>
                <a:gd name="connsiteX269" fmla="*/ 893048 w 1219313"/>
                <a:gd name="connsiteY269" fmla="*/ 435470 h 640117"/>
                <a:gd name="connsiteX270" fmla="*/ 891609 w 1219313"/>
                <a:gd name="connsiteY270" fmla="*/ 435841 h 640117"/>
                <a:gd name="connsiteX271" fmla="*/ 891237 w 1219313"/>
                <a:gd name="connsiteY271" fmla="*/ 437329 h 640117"/>
                <a:gd name="connsiteX272" fmla="*/ 890865 w 1219313"/>
                <a:gd name="connsiteY272" fmla="*/ 438818 h 640117"/>
                <a:gd name="connsiteX273" fmla="*/ 887563 w 1219313"/>
                <a:gd name="connsiteY273" fmla="*/ 439193 h 640117"/>
                <a:gd name="connsiteX274" fmla="*/ 885545 w 1219313"/>
                <a:gd name="connsiteY274" fmla="*/ 439235 h 640117"/>
                <a:gd name="connsiteX275" fmla="*/ 883424 w 1219313"/>
                <a:gd name="connsiteY275" fmla="*/ 439236 h 640117"/>
                <a:gd name="connsiteX276" fmla="*/ 879284 w 1219313"/>
                <a:gd name="connsiteY276" fmla="*/ 439286 h 640117"/>
                <a:gd name="connsiteX277" fmla="*/ 877421 w 1219313"/>
                <a:gd name="connsiteY277" fmla="*/ 439287 h 640117"/>
                <a:gd name="connsiteX278" fmla="*/ 875982 w 1219313"/>
                <a:gd name="connsiteY278" fmla="*/ 439562 h 640117"/>
                <a:gd name="connsiteX279" fmla="*/ 875238 w 1219313"/>
                <a:gd name="connsiteY279" fmla="*/ 441794 h 640117"/>
                <a:gd name="connsiteX280" fmla="*/ 872261 w 1219313"/>
                <a:gd name="connsiteY280" fmla="*/ 442070 h 640117"/>
                <a:gd name="connsiteX281" fmla="*/ 870448 w 1219313"/>
                <a:gd name="connsiteY281" fmla="*/ 442110 h 640117"/>
                <a:gd name="connsiteX282" fmla="*/ 866634 w 1219313"/>
                <a:gd name="connsiteY282" fmla="*/ 442121 h 640117"/>
                <a:gd name="connsiteX283" fmla="*/ 864820 w 1219313"/>
                <a:gd name="connsiteY283" fmla="*/ 442164 h 640117"/>
                <a:gd name="connsiteX284" fmla="*/ 863146 w 1219313"/>
                <a:gd name="connsiteY284" fmla="*/ 442168 h 640117"/>
                <a:gd name="connsiteX285" fmla="*/ 861843 w 1219313"/>
                <a:gd name="connsiteY285" fmla="*/ 442538 h 640117"/>
                <a:gd name="connsiteX286" fmla="*/ 861493 w 1219313"/>
                <a:gd name="connsiteY286" fmla="*/ 444022 h 640117"/>
                <a:gd name="connsiteX287" fmla="*/ 861099 w 1219313"/>
                <a:gd name="connsiteY287" fmla="*/ 445515 h 640117"/>
                <a:gd name="connsiteX288" fmla="*/ 857771 w 1219313"/>
                <a:gd name="connsiteY288" fmla="*/ 445969 h 640117"/>
                <a:gd name="connsiteX289" fmla="*/ 855744 w 1219313"/>
                <a:gd name="connsiteY289" fmla="*/ 446041 h 640117"/>
                <a:gd name="connsiteX290" fmla="*/ 853611 w 1219313"/>
                <a:gd name="connsiteY290" fmla="*/ 446073 h 640117"/>
                <a:gd name="connsiteX291" fmla="*/ 851471 w 1219313"/>
                <a:gd name="connsiteY291" fmla="*/ 446140 h 640117"/>
                <a:gd name="connsiteX292" fmla="*/ 846216 w 1219313"/>
                <a:gd name="connsiteY292" fmla="*/ 446259 h 640117"/>
                <a:gd name="connsiteX293" fmla="*/ 846216 w 1219313"/>
                <a:gd name="connsiteY293" fmla="*/ 448492 h 640117"/>
                <a:gd name="connsiteX294" fmla="*/ 837874 w 1219313"/>
                <a:gd name="connsiteY294" fmla="*/ 449189 h 640117"/>
                <a:gd name="connsiteX295" fmla="*/ 832078 w 1219313"/>
                <a:gd name="connsiteY295" fmla="*/ 449980 h 640117"/>
                <a:gd name="connsiteX296" fmla="*/ 832078 w 1219313"/>
                <a:gd name="connsiteY296" fmla="*/ 452212 h 640117"/>
                <a:gd name="connsiteX297" fmla="*/ 830792 w 1219313"/>
                <a:gd name="connsiteY297" fmla="*/ 452153 h 640117"/>
                <a:gd name="connsiteX298" fmla="*/ 825055 w 1219313"/>
                <a:gd name="connsiteY298" fmla="*/ 451980 h 640117"/>
                <a:gd name="connsiteX299" fmla="*/ 823030 w 1219313"/>
                <a:gd name="connsiteY299" fmla="*/ 451885 h 640117"/>
                <a:gd name="connsiteX300" fmla="*/ 817939 w 1219313"/>
                <a:gd name="connsiteY300" fmla="*/ 452212 h 640117"/>
                <a:gd name="connsiteX301" fmla="*/ 817195 w 1219313"/>
                <a:gd name="connsiteY301" fmla="*/ 455933 h 640117"/>
                <a:gd name="connsiteX302" fmla="*/ 810498 w 1219313"/>
                <a:gd name="connsiteY302" fmla="*/ 456398 h 640117"/>
                <a:gd name="connsiteX303" fmla="*/ 806777 w 1219313"/>
                <a:gd name="connsiteY303" fmla="*/ 456427 h 640117"/>
                <a:gd name="connsiteX304" fmla="*/ 805103 w 1219313"/>
                <a:gd name="connsiteY304" fmla="*/ 456414 h 640117"/>
                <a:gd name="connsiteX305" fmla="*/ 803800 w 1219313"/>
                <a:gd name="connsiteY305" fmla="*/ 456677 h 640117"/>
                <a:gd name="connsiteX306" fmla="*/ 803056 w 1219313"/>
                <a:gd name="connsiteY306" fmla="*/ 458910 h 640117"/>
                <a:gd name="connsiteX307" fmla="*/ 797150 w 1219313"/>
                <a:gd name="connsiteY307" fmla="*/ 459375 h 640117"/>
                <a:gd name="connsiteX308" fmla="*/ 789662 w 1219313"/>
                <a:gd name="connsiteY308" fmla="*/ 460398 h 640117"/>
                <a:gd name="connsiteX309" fmla="*/ 788918 w 1219313"/>
                <a:gd name="connsiteY309" fmla="*/ 462630 h 640117"/>
                <a:gd name="connsiteX310" fmla="*/ 785589 w 1219313"/>
                <a:gd name="connsiteY310" fmla="*/ 463011 h 640117"/>
                <a:gd name="connsiteX311" fmla="*/ 783562 w 1219313"/>
                <a:gd name="connsiteY311" fmla="*/ 463091 h 640117"/>
                <a:gd name="connsiteX312" fmla="*/ 781430 w 1219313"/>
                <a:gd name="connsiteY312" fmla="*/ 463142 h 640117"/>
                <a:gd name="connsiteX313" fmla="*/ 779289 w 1219313"/>
                <a:gd name="connsiteY313" fmla="*/ 463219 h 640117"/>
                <a:gd name="connsiteX314" fmla="*/ 774035 w 1219313"/>
                <a:gd name="connsiteY314" fmla="*/ 463374 h 640117"/>
                <a:gd name="connsiteX315" fmla="*/ 774035 w 1219313"/>
                <a:gd name="connsiteY315" fmla="*/ 465607 h 640117"/>
                <a:gd name="connsiteX316" fmla="*/ 772023 w 1219313"/>
                <a:gd name="connsiteY316" fmla="*/ 465743 h 640117"/>
                <a:gd name="connsiteX317" fmla="*/ 769384 w 1219313"/>
                <a:gd name="connsiteY317" fmla="*/ 465932 h 640117"/>
                <a:gd name="connsiteX318" fmla="*/ 766768 w 1219313"/>
                <a:gd name="connsiteY318" fmla="*/ 466116 h 640117"/>
                <a:gd name="connsiteX319" fmla="*/ 761384 w 1219313"/>
                <a:gd name="connsiteY319" fmla="*/ 467095 h 640117"/>
                <a:gd name="connsiteX320" fmla="*/ 760640 w 1219313"/>
                <a:gd name="connsiteY320" fmla="*/ 469328 h 640117"/>
                <a:gd name="connsiteX321" fmla="*/ 752581 w 1219313"/>
                <a:gd name="connsiteY321" fmla="*/ 469655 h 640117"/>
                <a:gd name="connsiteX322" fmla="*/ 747990 w 1219313"/>
                <a:gd name="connsiteY322" fmla="*/ 470072 h 640117"/>
                <a:gd name="connsiteX323" fmla="*/ 747246 w 1219313"/>
                <a:gd name="connsiteY323" fmla="*/ 471560 h 640117"/>
                <a:gd name="connsiteX324" fmla="*/ 746502 w 1219313"/>
                <a:gd name="connsiteY324" fmla="*/ 473048 h 640117"/>
                <a:gd name="connsiteX325" fmla="*/ 740130 w 1219313"/>
                <a:gd name="connsiteY325" fmla="*/ 473467 h 640117"/>
                <a:gd name="connsiteX326" fmla="*/ 733851 w 1219313"/>
                <a:gd name="connsiteY326" fmla="*/ 473792 h 640117"/>
                <a:gd name="connsiteX327" fmla="*/ 733107 w 1219313"/>
                <a:gd name="connsiteY327" fmla="*/ 476025 h 640117"/>
                <a:gd name="connsiteX328" fmla="*/ 730104 w 1219313"/>
                <a:gd name="connsiteY328" fmla="*/ 476406 h 640117"/>
                <a:gd name="connsiteX329" fmla="*/ 728280 w 1219313"/>
                <a:gd name="connsiteY329" fmla="*/ 476486 h 640117"/>
                <a:gd name="connsiteX330" fmla="*/ 726363 w 1219313"/>
                <a:gd name="connsiteY330" fmla="*/ 476536 h 640117"/>
                <a:gd name="connsiteX331" fmla="*/ 724438 w 1219313"/>
                <a:gd name="connsiteY331" fmla="*/ 476613 h 640117"/>
                <a:gd name="connsiteX332" fmla="*/ 719713 w 1219313"/>
                <a:gd name="connsiteY332" fmla="*/ 476769 h 640117"/>
                <a:gd name="connsiteX333" fmla="*/ 719713 w 1219313"/>
                <a:gd name="connsiteY333" fmla="*/ 479746 h 640117"/>
                <a:gd name="connsiteX334" fmla="*/ 716971 w 1219313"/>
                <a:gd name="connsiteY334" fmla="*/ 479830 h 640117"/>
                <a:gd name="connsiteX335" fmla="*/ 713434 w 1219313"/>
                <a:gd name="connsiteY335" fmla="*/ 479978 h 640117"/>
                <a:gd name="connsiteX336" fmla="*/ 711624 w 1219313"/>
                <a:gd name="connsiteY336" fmla="*/ 480029 h 640117"/>
                <a:gd name="connsiteX337" fmla="*/ 707062 w 1219313"/>
                <a:gd name="connsiteY337" fmla="*/ 480490 h 640117"/>
                <a:gd name="connsiteX338" fmla="*/ 706318 w 1219313"/>
                <a:gd name="connsiteY338" fmla="*/ 482722 h 640117"/>
                <a:gd name="connsiteX339" fmla="*/ 699946 w 1219313"/>
                <a:gd name="connsiteY339" fmla="*/ 483234 h 640117"/>
                <a:gd name="connsiteX340" fmla="*/ 698128 w 1219313"/>
                <a:gd name="connsiteY340" fmla="*/ 483311 h 640117"/>
                <a:gd name="connsiteX341" fmla="*/ 693668 w 1219313"/>
                <a:gd name="connsiteY341" fmla="*/ 483466 h 640117"/>
                <a:gd name="connsiteX342" fmla="*/ 693668 w 1219313"/>
                <a:gd name="connsiteY342" fmla="*/ 486443 h 640117"/>
                <a:gd name="connsiteX343" fmla="*/ 690927 w 1219313"/>
                <a:gd name="connsiteY343" fmla="*/ 486501 h 640117"/>
                <a:gd name="connsiteX344" fmla="*/ 687389 w 1219313"/>
                <a:gd name="connsiteY344" fmla="*/ 486629 h 640117"/>
                <a:gd name="connsiteX345" fmla="*/ 685579 w 1219313"/>
                <a:gd name="connsiteY345" fmla="*/ 486661 h 640117"/>
                <a:gd name="connsiteX346" fmla="*/ 681017 w 1219313"/>
                <a:gd name="connsiteY346" fmla="*/ 487187 h 640117"/>
                <a:gd name="connsiteX347" fmla="*/ 680273 w 1219313"/>
                <a:gd name="connsiteY347" fmla="*/ 490163 h 640117"/>
                <a:gd name="connsiteX348" fmla="*/ 674739 w 1219313"/>
                <a:gd name="connsiteY348" fmla="*/ 490303 h 640117"/>
                <a:gd name="connsiteX349" fmla="*/ 667623 w 1219313"/>
                <a:gd name="connsiteY349" fmla="*/ 490908 h 640117"/>
                <a:gd name="connsiteX350" fmla="*/ 666879 w 1219313"/>
                <a:gd name="connsiteY350" fmla="*/ 493140 h 640117"/>
                <a:gd name="connsiteX351" fmla="*/ 661344 w 1219313"/>
                <a:gd name="connsiteY351" fmla="*/ 493605 h 640117"/>
                <a:gd name="connsiteX352" fmla="*/ 654228 w 1219313"/>
                <a:gd name="connsiteY352" fmla="*/ 494628 h 640117"/>
                <a:gd name="connsiteX353" fmla="*/ 654228 w 1219313"/>
                <a:gd name="connsiteY353" fmla="*/ 496861 h 640117"/>
                <a:gd name="connsiteX354" fmla="*/ 651650 w 1219313"/>
                <a:gd name="connsiteY354" fmla="*/ 496945 h 640117"/>
                <a:gd name="connsiteX355" fmla="*/ 648322 w 1219313"/>
                <a:gd name="connsiteY355" fmla="*/ 497093 h 640117"/>
                <a:gd name="connsiteX356" fmla="*/ 646620 w 1219313"/>
                <a:gd name="connsiteY356" fmla="*/ 497144 h 640117"/>
                <a:gd name="connsiteX357" fmla="*/ 642322 w 1219313"/>
                <a:gd name="connsiteY357" fmla="*/ 497605 h 640117"/>
                <a:gd name="connsiteX358" fmla="*/ 641578 w 1219313"/>
                <a:gd name="connsiteY358" fmla="*/ 499837 h 640117"/>
                <a:gd name="connsiteX359" fmla="*/ 633933 w 1219313"/>
                <a:gd name="connsiteY359" fmla="*/ 500164 h 640117"/>
                <a:gd name="connsiteX360" fmla="*/ 629672 w 1219313"/>
                <a:gd name="connsiteY360" fmla="*/ 500581 h 640117"/>
                <a:gd name="connsiteX361" fmla="*/ 628927 w 1219313"/>
                <a:gd name="connsiteY361" fmla="*/ 503558 h 640117"/>
                <a:gd name="connsiteX362" fmla="*/ 621348 w 1219313"/>
                <a:gd name="connsiteY362" fmla="*/ 503921 h 640117"/>
                <a:gd name="connsiteX363" fmla="*/ 617021 w 1219313"/>
                <a:gd name="connsiteY363" fmla="*/ 504302 h 640117"/>
                <a:gd name="connsiteX364" fmla="*/ 615533 w 1219313"/>
                <a:gd name="connsiteY364" fmla="*/ 507279 h 640117"/>
                <a:gd name="connsiteX365" fmla="*/ 610696 w 1219313"/>
                <a:gd name="connsiteY365" fmla="*/ 507418 h 640117"/>
                <a:gd name="connsiteX366" fmla="*/ 604371 w 1219313"/>
                <a:gd name="connsiteY366" fmla="*/ 508023 h 640117"/>
                <a:gd name="connsiteX367" fmla="*/ 603627 w 1219313"/>
                <a:gd name="connsiteY367" fmla="*/ 510255 h 640117"/>
                <a:gd name="connsiteX368" fmla="*/ 596461 w 1219313"/>
                <a:gd name="connsiteY368" fmla="*/ 510582 h 640117"/>
                <a:gd name="connsiteX369" fmla="*/ 592465 w 1219313"/>
                <a:gd name="connsiteY369" fmla="*/ 510999 h 640117"/>
                <a:gd name="connsiteX370" fmla="*/ 592116 w 1219313"/>
                <a:gd name="connsiteY370" fmla="*/ 512488 h 640117"/>
                <a:gd name="connsiteX371" fmla="*/ 591720 w 1219313"/>
                <a:gd name="connsiteY371" fmla="*/ 513976 h 640117"/>
                <a:gd name="connsiteX372" fmla="*/ 585767 w 1219313"/>
                <a:gd name="connsiteY372" fmla="*/ 514395 h 640117"/>
                <a:gd name="connsiteX373" fmla="*/ 579814 w 1219313"/>
                <a:gd name="connsiteY373" fmla="*/ 514720 h 640117"/>
                <a:gd name="connsiteX374" fmla="*/ 579070 w 1219313"/>
                <a:gd name="connsiteY374" fmla="*/ 516953 h 640117"/>
                <a:gd name="connsiteX375" fmla="*/ 573442 w 1219313"/>
                <a:gd name="connsiteY375" fmla="*/ 517464 h 640117"/>
                <a:gd name="connsiteX376" fmla="*/ 571839 w 1219313"/>
                <a:gd name="connsiteY376" fmla="*/ 517541 h 640117"/>
                <a:gd name="connsiteX377" fmla="*/ 567908 w 1219313"/>
                <a:gd name="connsiteY377" fmla="*/ 517697 h 640117"/>
                <a:gd name="connsiteX378" fmla="*/ 567908 w 1219313"/>
                <a:gd name="connsiteY378" fmla="*/ 520673 h 640117"/>
                <a:gd name="connsiteX379" fmla="*/ 565330 w 1219313"/>
                <a:gd name="connsiteY379" fmla="*/ 520758 h 640117"/>
                <a:gd name="connsiteX380" fmla="*/ 562001 w 1219313"/>
                <a:gd name="connsiteY380" fmla="*/ 520906 h 640117"/>
                <a:gd name="connsiteX381" fmla="*/ 560299 w 1219313"/>
                <a:gd name="connsiteY381" fmla="*/ 520957 h 640117"/>
                <a:gd name="connsiteX382" fmla="*/ 556002 w 1219313"/>
                <a:gd name="connsiteY382" fmla="*/ 521417 h 640117"/>
                <a:gd name="connsiteX383" fmla="*/ 555258 w 1219313"/>
                <a:gd name="connsiteY383" fmla="*/ 523650 h 640117"/>
                <a:gd name="connsiteX384" fmla="*/ 548839 w 1219313"/>
                <a:gd name="connsiteY384" fmla="*/ 524440 h 640117"/>
                <a:gd name="connsiteX385" fmla="*/ 546159 w 1219313"/>
                <a:gd name="connsiteY385" fmla="*/ 524420 h 640117"/>
                <a:gd name="connsiteX386" fmla="*/ 544095 w 1219313"/>
                <a:gd name="connsiteY386" fmla="*/ 524394 h 640117"/>
                <a:gd name="connsiteX387" fmla="*/ 544095 w 1219313"/>
                <a:gd name="connsiteY387" fmla="*/ 527371 h 640117"/>
                <a:gd name="connsiteX388" fmla="*/ 532189 w 1219313"/>
                <a:gd name="connsiteY388" fmla="*/ 528115 h 640117"/>
                <a:gd name="connsiteX389" fmla="*/ 532189 w 1219313"/>
                <a:gd name="connsiteY389" fmla="*/ 531091 h 640117"/>
                <a:gd name="connsiteX390" fmla="*/ 529774 w 1219313"/>
                <a:gd name="connsiteY390" fmla="*/ 531176 h 640117"/>
                <a:gd name="connsiteX391" fmla="*/ 526655 w 1219313"/>
                <a:gd name="connsiteY391" fmla="*/ 531324 h 640117"/>
                <a:gd name="connsiteX392" fmla="*/ 525060 w 1219313"/>
                <a:gd name="connsiteY392" fmla="*/ 531375 h 640117"/>
                <a:gd name="connsiteX393" fmla="*/ 521027 w 1219313"/>
                <a:gd name="connsiteY393" fmla="*/ 531835 h 640117"/>
                <a:gd name="connsiteX394" fmla="*/ 520283 w 1219313"/>
                <a:gd name="connsiteY394" fmla="*/ 534068 h 640117"/>
                <a:gd name="connsiteX395" fmla="*/ 512263 w 1219313"/>
                <a:gd name="connsiteY395" fmla="*/ 534437 h 640117"/>
                <a:gd name="connsiteX396" fmla="*/ 509865 w 1219313"/>
                <a:gd name="connsiteY396" fmla="*/ 534812 h 640117"/>
                <a:gd name="connsiteX397" fmla="*/ 509121 w 1219313"/>
                <a:gd name="connsiteY397" fmla="*/ 536300 h 640117"/>
                <a:gd name="connsiteX398" fmla="*/ 508377 w 1219313"/>
                <a:gd name="connsiteY398" fmla="*/ 537788 h 640117"/>
                <a:gd name="connsiteX399" fmla="*/ 503121 w 1219313"/>
                <a:gd name="connsiteY399" fmla="*/ 538207 h 640117"/>
                <a:gd name="connsiteX400" fmla="*/ 497959 w 1219313"/>
                <a:gd name="connsiteY400" fmla="*/ 538533 h 640117"/>
                <a:gd name="connsiteX401" fmla="*/ 497215 w 1219313"/>
                <a:gd name="connsiteY401" fmla="*/ 540765 h 640117"/>
                <a:gd name="connsiteX402" fmla="*/ 492843 w 1219313"/>
                <a:gd name="connsiteY402" fmla="*/ 541230 h 640117"/>
                <a:gd name="connsiteX403" fmla="*/ 486052 w 1219313"/>
                <a:gd name="connsiteY403" fmla="*/ 542253 h 640117"/>
                <a:gd name="connsiteX404" fmla="*/ 486052 w 1219313"/>
                <a:gd name="connsiteY404" fmla="*/ 544486 h 640117"/>
                <a:gd name="connsiteX405" fmla="*/ 474890 w 1219313"/>
                <a:gd name="connsiteY405" fmla="*/ 545230 h 640117"/>
                <a:gd name="connsiteX406" fmla="*/ 474890 w 1219313"/>
                <a:gd name="connsiteY406" fmla="*/ 548206 h 640117"/>
                <a:gd name="connsiteX407" fmla="*/ 472638 w 1219313"/>
                <a:gd name="connsiteY407" fmla="*/ 548291 h 640117"/>
                <a:gd name="connsiteX408" fmla="*/ 469728 w 1219313"/>
                <a:gd name="connsiteY408" fmla="*/ 548439 h 640117"/>
                <a:gd name="connsiteX409" fmla="*/ 466824 w 1219313"/>
                <a:gd name="connsiteY409" fmla="*/ 548570 h 640117"/>
                <a:gd name="connsiteX410" fmla="*/ 464472 w 1219313"/>
                <a:gd name="connsiteY410" fmla="*/ 548951 h 640117"/>
                <a:gd name="connsiteX411" fmla="*/ 463728 w 1219313"/>
                <a:gd name="connsiteY411" fmla="*/ 551183 h 640117"/>
                <a:gd name="connsiteX412" fmla="*/ 459310 w 1219313"/>
                <a:gd name="connsiteY412" fmla="*/ 551648 h 640117"/>
                <a:gd name="connsiteX413" fmla="*/ 453310 w 1219313"/>
                <a:gd name="connsiteY413" fmla="*/ 552671 h 640117"/>
                <a:gd name="connsiteX414" fmla="*/ 453310 w 1219313"/>
                <a:gd name="connsiteY414" fmla="*/ 554904 h 640117"/>
                <a:gd name="connsiteX415" fmla="*/ 451057 w 1219313"/>
                <a:gd name="connsiteY415" fmla="*/ 554988 h 640117"/>
                <a:gd name="connsiteX416" fmla="*/ 448148 w 1219313"/>
                <a:gd name="connsiteY416" fmla="*/ 555136 h 640117"/>
                <a:gd name="connsiteX417" fmla="*/ 445244 w 1219313"/>
                <a:gd name="connsiteY417" fmla="*/ 555267 h 640117"/>
                <a:gd name="connsiteX418" fmla="*/ 442892 w 1219313"/>
                <a:gd name="connsiteY418" fmla="*/ 555648 h 640117"/>
                <a:gd name="connsiteX419" fmla="*/ 442148 w 1219313"/>
                <a:gd name="connsiteY419" fmla="*/ 557880 h 640117"/>
                <a:gd name="connsiteX420" fmla="*/ 437730 w 1219313"/>
                <a:gd name="connsiteY420" fmla="*/ 558345 h 640117"/>
                <a:gd name="connsiteX421" fmla="*/ 431730 w 1219313"/>
                <a:gd name="connsiteY421" fmla="*/ 559369 h 640117"/>
                <a:gd name="connsiteX422" fmla="*/ 430986 w 1219313"/>
                <a:gd name="connsiteY422" fmla="*/ 561601 h 640117"/>
                <a:gd name="connsiteX423" fmla="*/ 423548 w 1219313"/>
                <a:gd name="connsiteY423" fmla="*/ 561970 h 640117"/>
                <a:gd name="connsiteX424" fmla="*/ 421312 w 1219313"/>
                <a:gd name="connsiteY424" fmla="*/ 562345 h 640117"/>
                <a:gd name="connsiteX425" fmla="*/ 420594 w 1219313"/>
                <a:gd name="connsiteY425" fmla="*/ 563848 h 640117"/>
                <a:gd name="connsiteX426" fmla="*/ 419824 w 1219313"/>
                <a:gd name="connsiteY426" fmla="*/ 565322 h 640117"/>
                <a:gd name="connsiteX427" fmla="*/ 414522 w 1219313"/>
                <a:gd name="connsiteY427" fmla="*/ 565508 h 640117"/>
                <a:gd name="connsiteX428" fmla="*/ 411633 w 1219313"/>
                <a:gd name="connsiteY428" fmla="*/ 565426 h 640117"/>
                <a:gd name="connsiteX429" fmla="*/ 409406 w 1219313"/>
                <a:gd name="connsiteY429" fmla="*/ 565322 h 640117"/>
                <a:gd name="connsiteX430" fmla="*/ 409406 w 1219313"/>
                <a:gd name="connsiteY430" fmla="*/ 568298 h 640117"/>
                <a:gd name="connsiteX431" fmla="*/ 407316 w 1219313"/>
                <a:gd name="connsiteY431" fmla="*/ 568356 h 640117"/>
                <a:gd name="connsiteX432" fmla="*/ 404616 w 1219313"/>
                <a:gd name="connsiteY432" fmla="*/ 568484 h 640117"/>
                <a:gd name="connsiteX433" fmla="*/ 401921 w 1219313"/>
                <a:gd name="connsiteY433" fmla="*/ 568589 h 640117"/>
                <a:gd name="connsiteX434" fmla="*/ 399732 w 1219313"/>
                <a:gd name="connsiteY434" fmla="*/ 569042 h 640117"/>
                <a:gd name="connsiteX435" fmla="*/ 399383 w 1219313"/>
                <a:gd name="connsiteY435" fmla="*/ 570554 h 640117"/>
                <a:gd name="connsiteX436" fmla="*/ 398988 w 1219313"/>
                <a:gd name="connsiteY436" fmla="*/ 572019 h 640117"/>
                <a:gd name="connsiteX437" fmla="*/ 393732 w 1219313"/>
                <a:gd name="connsiteY437" fmla="*/ 572205 h 640117"/>
                <a:gd name="connsiteX438" fmla="*/ 390823 w 1219313"/>
                <a:gd name="connsiteY438" fmla="*/ 572124 h 640117"/>
                <a:gd name="connsiteX439" fmla="*/ 388570 w 1219313"/>
                <a:gd name="connsiteY439" fmla="*/ 572019 h 640117"/>
                <a:gd name="connsiteX440" fmla="*/ 388570 w 1219313"/>
                <a:gd name="connsiteY440" fmla="*/ 574996 h 640117"/>
                <a:gd name="connsiteX441" fmla="*/ 378152 w 1219313"/>
                <a:gd name="connsiteY441" fmla="*/ 575740 h 640117"/>
                <a:gd name="connsiteX442" fmla="*/ 378152 w 1219313"/>
                <a:gd name="connsiteY442" fmla="*/ 578716 h 640117"/>
                <a:gd name="connsiteX443" fmla="*/ 366990 w 1219313"/>
                <a:gd name="connsiteY443" fmla="*/ 579460 h 640117"/>
                <a:gd name="connsiteX444" fmla="*/ 366990 w 1219313"/>
                <a:gd name="connsiteY444" fmla="*/ 582437 h 640117"/>
                <a:gd name="connsiteX445" fmla="*/ 365063 w 1219313"/>
                <a:gd name="connsiteY445" fmla="*/ 582521 h 640117"/>
                <a:gd name="connsiteX446" fmla="*/ 362572 w 1219313"/>
                <a:gd name="connsiteY446" fmla="*/ 582669 h 640117"/>
                <a:gd name="connsiteX447" fmla="*/ 360086 w 1219313"/>
                <a:gd name="connsiteY447" fmla="*/ 582800 h 640117"/>
                <a:gd name="connsiteX448" fmla="*/ 358060 w 1219313"/>
                <a:gd name="connsiteY448" fmla="*/ 583181 h 640117"/>
                <a:gd name="connsiteX449" fmla="*/ 357316 w 1219313"/>
                <a:gd name="connsiteY449" fmla="*/ 585413 h 640117"/>
                <a:gd name="connsiteX450" fmla="*/ 351689 w 1219313"/>
                <a:gd name="connsiteY450" fmla="*/ 585925 h 640117"/>
                <a:gd name="connsiteX451" fmla="*/ 350085 w 1219313"/>
                <a:gd name="connsiteY451" fmla="*/ 586002 h 640117"/>
                <a:gd name="connsiteX452" fmla="*/ 346154 w 1219313"/>
                <a:gd name="connsiteY452" fmla="*/ 586158 h 640117"/>
                <a:gd name="connsiteX453" fmla="*/ 346154 w 1219313"/>
                <a:gd name="connsiteY453" fmla="*/ 589134 h 640117"/>
                <a:gd name="connsiteX454" fmla="*/ 334992 w 1219313"/>
                <a:gd name="connsiteY454" fmla="*/ 589878 h 640117"/>
                <a:gd name="connsiteX455" fmla="*/ 334992 w 1219313"/>
                <a:gd name="connsiteY455" fmla="*/ 592111 h 640117"/>
                <a:gd name="connsiteX456" fmla="*/ 324574 w 1219313"/>
                <a:gd name="connsiteY456" fmla="*/ 592855 h 640117"/>
                <a:gd name="connsiteX457" fmla="*/ 324574 w 1219313"/>
                <a:gd name="connsiteY457" fmla="*/ 595831 h 640117"/>
                <a:gd name="connsiteX458" fmla="*/ 322158 w 1219313"/>
                <a:gd name="connsiteY458" fmla="*/ 595890 h 640117"/>
                <a:gd name="connsiteX459" fmla="*/ 319039 w 1219313"/>
                <a:gd name="connsiteY459" fmla="*/ 596017 h 640117"/>
                <a:gd name="connsiteX460" fmla="*/ 317445 w 1219313"/>
                <a:gd name="connsiteY460" fmla="*/ 596049 h 640117"/>
                <a:gd name="connsiteX461" fmla="*/ 313412 w 1219313"/>
                <a:gd name="connsiteY461" fmla="*/ 596576 h 640117"/>
                <a:gd name="connsiteX462" fmla="*/ 312668 w 1219313"/>
                <a:gd name="connsiteY462" fmla="*/ 599552 h 640117"/>
                <a:gd name="connsiteX463" fmla="*/ 309040 w 1219313"/>
                <a:gd name="connsiteY463" fmla="*/ 599692 h 640117"/>
                <a:gd name="connsiteX464" fmla="*/ 302994 w 1219313"/>
                <a:gd name="connsiteY464" fmla="*/ 600296 h 640117"/>
                <a:gd name="connsiteX465" fmla="*/ 302994 w 1219313"/>
                <a:gd name="connsiteY465" fmla="*/ 602529 h 640117"/>
                <a:gd name="connsiteX466" fmla="*/ 300578 w 1219313"/>
                <a:gd name="connsiteY466" fmla="*/ 602587 h 640117"/>
                <a:gd name="connsiteX467" fmla="*/ 297459 w 1219313"/>
                <a:gd name="connsiteY467" fmla="*/ 602715 h 640117"/>
                <a:gd name="connsiteX468" fmla="*/ 295865 w 1219313"/>
                <a:gd name="connsiteY468" fmla="*/ 602747 h 640117"/>
                <a:gd name="connsiteX469" fmla="*/ 291832 w 1219313"/>
                <a:gd name="connsiteY469" fmla="*/ 603273 h 640117"/>
                <a:gd name="connsiteX470" fmla="*/ 291483 w 1219313"/>
                <a:gd name="connsiteY470" fmla="*/ 604784 h 640117"/>
                <a:gd name="connsiteX471" fmla="*/ 291088 w 1219313"/>
                <a:gd name="connsiteY471" fmla="*/ 606249 h 640117"/>
                <a:gd name="connsiteX472" fmla="*/ 285088 w 1219313"/>
                <a:gd name="connsiteY472" fmla="*/ 606435 h 640117"/>
                <a:gd name="connsiteX473" fmla="*/ 283377 w 1219313"/>
                <a:gd name="connsiteY473" fmla="*/ 606395 h 640117"/>
                <a:gd name="connsiteX474" fmla="*/ 279181 w 1219313"/>
                <a:gd name="connsiteY474" fmla="*/ 606249 h 640117"/>
                <a:gd name="connsiteX475" fmla="*/ 279181 w 1219313"/>
                <a:gd name="connsiteY475" fmla="*/ 609226 h 640117"/>
                <a:gd name="connsiteX476" fmla="*/ 276929 w 1219313"/>
                <a:gd name="connsiteY476" fmla="*/ 609284 h 640117"/>
                <a:gd name="connsiteX477" fmla="*/ 274019 w 1219313"/>
                <a:gd name="connsiteY477" fmla="*/ 609412 h 640117"/>
                <a:gd name="connsiteX478" fmla="*/ 271115 w 1219313"/>
                <a:gd name="connsiteY478" fmla="*/ 609517 h 640117"/>
                <a:gd name="connsiteX479" fmla="*/ 268763 w 1219313"/>
                <a:gd name="connsiteY479" fmla="*/ 609970 h 640117"/>
                <a:gd name="connsiteX480" fmla="*/ 268412 w 1219313"/>
                <a:gd name="connsiteY480" fmla="*/ 611467 h 640117"/>
                <a:gd name="connsiteX481" fmla="*/ 268019 w 1219313"/>
                <a:gd name="connsiteY481" fmla="*/ 612947 h 640117"/>
                <a:gd name="connsiteX482" fmla="*/ 262438 w 1219313"/>
                <a:gd name="connsiteY482" fmla="*/ 613365 h 640117"/>
                <a:gd name="connsiteX483" fmla="*/ 256857 w 1219313"/>
                <a:gd name="connsiteY483" fmla="*/ 613691 h 640117"/>
                <a:gd name="connsiteX484" fmla="*/ 256113 w 1219313"/>
                <a:gd name="connsiteY484" fmla="*/ 615923 h 640117"/>
                <a:gd name="connsiteX485" fmla="*/ 251834 w 1219313"/>
                <a:gd name="connsiteY485" fmla="*/ 616435 h 640117"/>
                <a:gd name="connsiteX486" fmla="*/ 249474 w 1219313"/>
                <a:gd name="connsiteY486" fmla="*/ 616583 h 640117"/>
                <a:gd name="connsiteX487" fmla="*/ 243463 w 1219313"/>
                <a:gd name="connsiteY487" fmla="*/ 616667 h 640117"/>
                <a:gd name="connsiteX488" fmla="*/ 243463 w 1219313"/>
                <a:gd name="connsiteY488" fmla="*/ 619644 h 640117"/>
                <a:gd name="connsiteX489" fmla="*/ 231556 w 1219313"/>
                <a:gd name="connsiteY489" fmla="*/ 620388 h 640117"/>
                <a:gd name="connsiteX490" fmla="*/ 231556 w 1219313"/>
                <a:gd name="connsiteY490" fmla="*/ 623365 h 640117"/>
                <a:gd name="connsiteX491" fmla="*/ 228978 w 1219313"/>
                <a:gd name="connsiteY491" fmla="*/ 623449 h 640117"/>
                <a:gd name="connsiteX492" fmla="*/ 225650 w 1219313"/>
                <a:gd name="connsiteY492" fmla="*/ 623597 h 640117"/>
                <a:gd name="connsiteX493" fmla="*/ 223948 w 1219313"/>
                <a:gd name="connsiteY493" fmla="*/ 623648 h 640117"/>
                <a:gd name="connsiteX494" fmla="*/ 219650 w 1219313"/>
                <a:gd name="connsiteY494" fmla="*/ 624109 h 640117"/>
                <a:gd name="connsiteX495" fmla="*/ 218906 w 1219313"/>
                <a:gd name="connsiteY495" fmla="*/ 626341 h 640117"/>
                <a:gd name="connsiteX496" fmla="*/ 213371 w 1219313"/>
                <a:gd name="connsiteY496" fmla="*/ 626806 h 640117"/>
                <a:gd name="connsiteX497" fmla="*/ 206256 w 1219313"/>
                <a:gd name="connsiteY497" fmla="*/ 627829 h 640117"/>
                <a:gd name="connsiteX498" fmla="*/ 206256 w 1219313"/>
                <a:gd name="connsiteY498" fmla="*/ 630062 h 640117"/>
                <a:gd name="connsiteX499" fmla="*/ 203703 w 1219313"/>
                <a:gd name="connsiteY499" fmla="*/ 630146 h 640117"/>
                <a:gd name="connsiteX500" fmla="*/ 200395 w 1219313"/>
                <a:gd name="connsiteY500" fmla="*/ 630294 h 640117"/>
                <a:gd name="connsiteX501" fmla="*/ 198712 w 1219313"/>
                <a:gd name="connsiteY501" fmla="*/ 630345 h 640117"/>
                <a:gd name="connsiteX502" fmla="*/ 194349 w 1219313"/>
                <a:gd name="connsiteY502" fmla="*/ 630806 h 640117"/>
                <a:gd name="connsiteX503" fmla="*/ 192861 w 1219313"/>
                <a:gd name="connsiteY503" fmla="*/ 633038 h 640117"/>
                <a:gd name="connsiteX504" fmla="*/ 185725 w 1219313"/>
                <a:gd name="connsiteY504" fmla="*/ 633365 h 640117"/>
                <a:gd name="connsiteX505" fmla="*/ 181699 w 1219313"/>
                <a:gd name="connsiteY505" fmla="*/ 633783 h 640117"/>
                <a:gd name="connsiteX506" fmla="*/ 180987 w 1219313"/>
                <a:gd name="connsiteY506" fmla="*/ 635273 h 640117"/>
                <a:gd name="connsiteX507" fmla="*/ 180211 w 1219313"/>
                <a:gd name="connsiteY507" fmla="*/ 636759 h 640117"/>
                <a:gd name="connsiteX508" fmla="*/ 177161 w 1219313"/>
                <a:gd name="connsiteY508" fmla="*/ 637108 h 640117"/>
                <a:gd name="connsiteX509" fmla="*/ 175355 w 1219313"/>
                <a:gd name="connsiteY509" fmla="*/ 637140 h 640117"/>
                <a:gd name="connsiteX510" fmla="*/ 173467 w 1219313"/>
                <a:gd name="connsiteY510" fmla="*/ 637131 h 640117"/>
                <a:gd name="connsiteX511" fmla="*/ 166816 w 1219313"/>
                <a:gd name="connsiteY511" fmla="*/ 637503 h 640117"/>
                <a:gd name="connsiteX512" fmla="*/ 166497 w 1219313"/>
                <a:gd name="connsiteY512" fmla="*/ 638989 h 640117"/>
                <a:gd name="connsiteX513" fmla="*/ 166072 w 1219313"/>
                <a:gd name="connsiteY513" fmla="*/ 640480 h 640117"/>
                <a:gd name="connsiteX514" fmla="*/ 162281 w 1219313"/>
                <a:gd name="connsiteY514" fmla="*/ 640875 h 640117"/>
                <a:gd name="connsiteX515" fmla="*/ 159959 w 1219313"/>
                <a:gd name="connsiteY515" fmla="*/ 640887 h 640117"/>
                <a:gd name="connsiteX516" fmla="*/ 157514 w 1219313"/>
                <a:gd name="connsiteY516" fmla="*/ 640852 h 640117"/>
                <a:gd name="connsiteX517" fmla="*/ 155070 w 1219313"/>
                <a:gd name="connsiteY517" fmla="*/ 640887 h 640117"/>
                <a:gd name="connsiteX518" fmla="*/ 152747 w 1219313"/>
                <a:gd name="connsiteY518" fmla="*/ 640875 h 640117"/>
                <a:gd name="connsiteX519" fmla="*/ 150600 w 1219313"/>
                <a:gd name="connsiteY519" fmla="*/ 640865 h 640117"/>
                <a:gd name="connsiteX520" fmla="*/ 148957 w 1219313"/>
                <a:gd name="connsiteY520" fmla="*/ 640480 h 640117"/>
                <a:gd name="connsiteX521" fmla="*/ 148213 w 1219313"/>
                <a:gd name="connsiteY521" fmla="*/ 637503 h 640117"/>
                <a:gd name="connsiteX522" fmla="*/ 145236 w 1219313"/>
                <a:gd name="connsiteY522" fmla="*/ 636015 h 640117"/>
                <a:gd name="connsiteX523" fmla="*/ 138539 w 1219313"/>
                <a:gd name="connsiteY523" fmla="*/ 626341 h 640117"/>
                <a:gd name="connsiteX524" fmla="*/ 136306 w 1219313"/>
                <a:gd name="connsiteY524" fmla="*/ 625597 h 640117"/>
                <a:gd name="connsiteX525" fmla="*/ 135934 w 1219313"/>
                <a:gd name="connsiteY525" fmla="*/ 624062 h 640117"/>
                <a:gd name="connsiteX526" fmla="*/ 135562 w 1219313"/>
                <a:gd name="connsiteY526" fmla="*/ 622620 h 640117"/>
                <a:gd name="connsiteX527" fmla="*/ 133330 w 1219313"/>
                <a:gd name="connsiteY527" fmla="*/ 622620 h 640117"/>
                <a:gd name="connsiteX528" fmla="*/ 131841 w 1219313"/>
                <a:gd name="connsiteY528" fmla="*/ 619644 h 640117"/>
                <a:gd name="connsiteX529" fmla="*/ 130353 w 1219313"/>
                <a:gd name="connsiteY529" fmla="*/ 618900 h 640117"/>
                <a:gd name="connsiteX530" fmla="*/ 130353 w 1219313"/>
                <a:gd name="connsiteY530" fmla="*/ 615923 h 640117"/>
                <a:gd name="connsiteX531" fmla="*/ 128121 w 1219313"/>
                <a:gd name="connsiteY531" fmla="*/ 615923 h 640117"/>
                <a:gd name="connsiteX532" fmla="*/ 126632 w 1219313"/>
                <a:gd name="connsiteY532" fmla="*/ 612947 h 640117"/>
                <a:gd name="connsiteX533" fmla="*/ 125144 w 1219313"/>
                <a:gd name="connsiteY533" fmla="*/ 612203 h 640117"/>
                <a:gd name="connsiteX534" fmla="*/ 123656 w 1219313"/>
                <a:gd name="connsiteY534" fmla="*/ 609226 h 640117"/>
                <a:gd name="connsiteX535" fmla="*/ 122168 w 1219313"/>
                <a:gd name="connsiteY535" fmla="*/ 608482 h 640117"/>
                <a:gd name="connsiteX536" fmla="*/ 121423 w 1219313"/>
                <a:gd name="connsiteY536" fmla="*/ 606249 h 640117"/>
                <a:gd name="connsiteX537" fmla="*/ 119191 w 1219313"/>
                <a:gd name="connsiteY537" fmla="*/ 604017 h 640117"/>
                <a:gd name="connsiteX538" fmla="*/ 116215 w 1219313"/>
                <a:gd name="connsiteY538" fmla="*/ 599552 h 640117"/>
                <a:gd name="connsiteX539" fmla="*/ 113982 w 1219313"/>
                <a:gd name="connsiteY539" fmla="*/ 598064 h 640117"/>
                <a:gd name="connsiteX540" fmla="*/ 113238 w 1219313"/>
                <a:gd name="connsiteY540" fmla="*/ 595831 h 640117"/>
                <a:gd name="connsiteX541" fmla="*/ 112075 w 1219313"/>
                <a:gd name="connsiteY541" fmla="*/ 594669 h 640117"/>
                <a:gd name="connsiteX542" fmla="*/ 111006 w 1219313"/>
                <a:gd name="connsiteY542" fmla="*/ 592111 h 640117"/>
                <a:gd name="connsiteX543" fmla="*/ 108773 w 1219313"/>
                <a:gd name="connsiteY543" fmla="*/ 591367 h 640117"/>
                <a:gd name="connsiteX544" fmla="*/ 108029 w 1219313"/>
                <a:gd name="connsiteY544" fmla="*/ 589134 h 640117"/>
                <a:gd name="connsiteX545" fmla="*/ 105797 w 1219313"/>
                <a:gd name="connsiteY545" fmla="*/ 587646 h 640117"/>
                <a:gd name="connsiteX546" fmla="*/ 102820 w 1219313"/>
                <a:gd name="connsiteY546" fmla="*/ 581693 h 640117"/>
                <a:gd name="connsiteX547" fmla="*/ 100588 w 1219313"/>
                <a:gd name="connsiteY547" fmla="*/ 580949 h 640117"/>
                <a:gd name="connsiteX548" fmla="*/ 99099 w 1219313"/>
                <a:gd name="connsiteY548" fmla="*/ 577972 h 640117"/>
                <a:gd name="connsiteX549" fmla="*/ 97611 w 1219313"/>
                <a:gd name="connsiteY549" fmla="*/ 577228 h 640117"/>
                <a:gd name="connsiteX550" fmla="*/ 94634 w 1219313"/>
                <a:gd name="connsiteY550" fmla="*/ 571042 h 640117"/>
                <a:gd name="connsiteX551" fmla="*/ 91658 w 1219313"/>
                <a:gd name="connsiteY551" fmla="*/ 569042 h 640117"/>
                <a:gd name="connsiteX552" fmla="*/ 90914 w 1219313"/>
                <a:gd name="connsiteY552" fmla="*/ 565322 h 640117"/>
                <a:gd name="connsiteX553" fmla="*/ 89425 w 1219313"/>
                <a:gd name="connsiteY553" fmla="*/ 564578 h 640117"/>
                <a:gd name="connsiteX554" fmla="*/ 89100 w 1219313"/>
                <a:gd name="connsiteY554" fmla="*/ 563136 h 640117"/>
                <a:gd name="connsiteX555" fmla="*/ 86449 w 1219313"/>
                <a:gd name="connsiteY555" fmla="*/ 560113 h 640117"/>
                <a:gd name="connsiteX556" fmla="*/ 85705 w 1219313"/>
                <a:gd name="connsiteY556" fmla="*/ 557880 h 640117"/>
                <a:gd name="connsiteX557" fmla="*/ 84542 w 1219313"/>
                <a:gd name="connsiteY557" fmla="*/ 556718 h 640117"/>
                <a:gd name="connsiteX558" fmla="*/ 83472 w 1219313"/>
                <a:gd name="connsiteY558" fmla="*/ 554160 h 640117"/>
                <a:gd name="connsiteX559" fmla="*/ 81240 w 1219313"/>
                <a:gd name="connsiteY559" fmla="*/ 553415 h 640117"/>
                <a:gd name="connsiteX560" fmla="*/ 79752 w 1219313"/>
                <a:gd name="connsiteY560" fmla="*/ 549695 h 640117"/>
                <a:gd name="connsiteX561" fmla="*/ 78263 w 1219313"/>
                <a:gd name="connsiteY561" fmla="*/ 548951 h 640117"/>
                <a:gd name="connsiteX562" fmla="*/ 77519 w 1219313"/>
                <a:gd name="connsiteY562" fmla="*/ 545230 h 640117"/>
                <a:gd name="connsiteX563" fmla="*/ 76031 w 1219313"/>
                <a:gd name="connsiteY563" fmla="*/ 544486 h 640117"/>
                <a:gd name="connsiteX564" fmla="*/ 74543 w 1219313"/>
                <a:gd name="connsiteY564" fmla="*/ 540765 h 640117"/>
                <a:gd name="connsiteX565" fmla="*/ 73054 w 1219313"/>
                <a:gd name="connsiteY565" fmla="*/ 540021 h 640117"/>
                <a:gd name="connsiteX566" fmla="*/ 71566 w 1219313"/>
                <a:gd name="connsiteY566" fmla="*/ 537044 h 640117"/>
                <a:gd name="connsiteX567" fmla="*/ 70078 w 1219313"/>
                <a:gd name="connsiteY567" fmla="*/ 536300 h 640117"/>
                <a:gd name="connsiteX568" fmla="*/ 69334 w 1219313"/>
                <a:gd name="connsiteY568" fmla="*/ 531835 h 640117"/>
                <a:gd name="connsiteX569" fmla="*/ 67101 w 1219313"/>
                <a:gd name="connsiteY569" fmla="*/ 531835 h 640117"/>
                <a:gd name="connsiteX570" fmla="*/ 67101 w 1219313"/>
                <a:gd name="connsiteY570" fmla="*/ 527371 h 640117"/>
                <a:gd name="connsiteX571" fmla="*/ 64869 w 1219313"/>
                <a:gd name="connsiteY571" fmla="*/ 527371 h 640117"/>
                <a:gd name="connsiteX572" fmla="*/ 64636 w 1219313"/>
                <a:gd name="connsiteY572" fmla="*/ 525185 h 640117"/>
                <a:gd name="connsiteX573" fmla="*/ 64125 w 1219313"/>
                <a:gd name="connsiteY573" fmla="*/ 522906 h 640117"/>
                <a:gd name="connsiteX574" fmla="*/ 61892 w 1219313"/>
                <a:gd name="connsiteY574" fmla="*/ 522162 h 640117"/>
                <a:gd name="connsiteX575" fmla="*/ 61520 w 1219313"/>
                <a:gd name="connsiteY575" fmla="*/ 520255 h 640117"/>
                <a:gd name="connsiteX576" fmla="*/ 61148 w 1219313"/>
                <a:gd name="connsiteY576" fmla="*/ 518441 h 640117"/>
                <a:gd name="connsiteX577" fmla="*/ 58916 w 1219313"/>
                <a:gd name="connsiteY577" fmla="*/ 518441 h 640117"/>
                <a:gd name="connsiteX578" fmla="*/ 59055 w 1219313"/>
                <a:gd name="connsiteY578" fmla="*/ 515883 h 640117"/>
                <a:gd name="connsiteX579" fmla="*/ 58916 w 1219313"/>
                <a:gd name="connsiteY579" fmla="*/ 513232 h 640117"/>
                <a:gd name="connsiteX580" fmla="*/ 56683 w 1219313"/>
                <a:gd name="connsiteY580" fmla="*/ 512488 h 640117"/>
                <a:gd name="connsiteX581" fmla="*/ 55195 w 1219313"/>
                <a:gd name="connsiteY581" fmla="*/ 508767 h 640117"/>
                <a:gd name="connsiteX582" fmla="*/ 53707 w 1219313"/>
                <a:gd name="connsiteY582" fmla="*/ 508023 h 640117"/>
                <a:gd name="connsiteX583" fmla="*/ 52218 w 1219313"/>
                <a:gd name="connsiteY583" fmla="*/ 503558 h 640117"/>
                <a:gd name="connsiteX584" fmla="*/ 50730 w 1219313"/>
                <a:gd name="connsiteY584" fmla="*/ 502814 h 640117"/>
                <a:gd name="connsiteX585" fmla="*/ 50405 w 1219313"/>
                <a:gd name="connsiteY585" fmla="*/ 501047 h 640117"/>
                <a:gd name="connsiteX586" fmla="*/ 48823 w 1219313"/>
                <a:gd name="connsiteY586" fmla="*/ 497977 h 640117"/>
                <a:gd name="connsiteX587" fmla="*/ 47614 w 1219313"/>
                <a:gd name="connsiteY587" fmla="*/ 494861 h 640117"/>
                <a:gd name="connsiteX588" fmla="*/ 47754 w 1219313"/>
                <a:gd name="connsiteY588" fmla="*/ 493140 h 640117"/>
                <a:gd name="connsiteX589" fmla="*/ 45521 w 1219313"/>
                <a:gd name="connsiteY589" fmla="*/ 493140 h 640117"/>
                <a:gd name="connsiteX590" fmla="*/ 44033 w 1219313"/>
                <a:gd name="connsiteY590" fmla="*/ 488675 h 640117"/>
                <a:gd name="connsiteX591" fmla="*/ 42545 w 1219313"/>
                <a:gd name="connsiteY591" fmla="*/ 487931 h 640117"/>
                <a:gd name="connsiteX592" fmla="*/ 41800 w 1219313"/>
                <a:gd name="connsiteY592" fmla="*/ 483466 h 640117"/>
                <a:gd name="connsiteX593" fmla="*/ 40312 w 1219313"/>
                <a:gd name="connsiteY593" fmla="*/ 482722 h 640117"/>
                <a:gd name="connsiteX594" fmla="*/ 38824 w 1219313"/>
                <a:gd name="connsiteY594" fmla="*/ 478257 h 640117"/>
                <a:gd name="connsiteX595" fmla="*/ 37336 w 1219313"/>
                <a:gd name="connsiteY595" fmla="*/ 477513 h 640117"/>
                <a:gd name="connsiteX596" fmla="*/ 36591 w 1219313"/>
                <a:gd name="connsiteY596" fmla="*/ 472304 h 640117"/>
                <a:gd name="connsiteX597" fmla="*/ 34359 w 1219313"/>
                <a:gd name="connsiteY597" fmla="*/ 472304 h 640117"/>
                <a:gd name="connsiteX598" fmla="*/ 34126 w 1219313"/>
                <a:gd name="connsiteY598" fmla="*/ 469793 h 640117"/>
                <a:gd name="connsiteX599" fmla="*/ 33615 w 1219313"/>
                <a:gd name="connsiteY599" fmla="*/ 467095 h 640117"/>
                <a:gd name="connsiteX600" fmla="*/ 31382 w 1219313"/>
                <a:gd name="connsiteY600" fmla="*/ 465607 h 640117"/>
                <a:gd name="connsiteX601" fmla="*/ 31382 w 1219313"/>
                <a:gd name="connsiteY601" fmla="*/ 461142 h 640117"/>
                <a:gd name="connsiteX602" fmla="*/ 29150 w 1219313"/>
                <a:gd name="connsiteY602" fmla="*/ 461142 h 640117"/>
                <a:gd name="connsiteX603" fmla="*/ 28406 w 1219313"/>
                <a:gd name="connsiteY603" fmla="*/ 455189 h 640117"/>
                <a:gd name="connsiteX604" fmla="*/ 26173 w 1219313"/>
                <a:gd name="connsiteY604" fmla="*/ 455189 h 640117"/>
                <a:gd name="connsiteX605" fmla="*/ 25941 w 1219313"/>
                <a:gd name="connsiteY605" fmla="*/ 452677 h 640117"/>
                <a:gd name="connsiteX606" fmla="*/ 25429 w 1219313"/>
                <a:gd name="connsiteY606" fmla="*/ 449980 h 640117"/>
                <a:gd name="connsiteX607" fmla="*/ 23197 w 1219313"/>
                <a:gd name="connsiteY607" fmla="*/ 448492 h 640117"/>
                <a:gd name="connsiteX608" fmla="*/ 23197 w 1219313"/>
                <a:gd name="connsiteY608" fmla="*/ 443283 h 640117"/>
                <a:gd name="connsiteX609" fmla="*/ 20965 w 1219313"/>
                <a:gd name="connsiteY609" fmla="*/ 443283 h 640117"/>
                <a:gd name="connsiteX610" fmla="*/ 20732 w 1219313"/>
                <a:gd name="connsiteY610" fmla="*/ 440725 h 640117"/>
                <a:gd name="connsiteX611" fmla="*/ 20220 w 1219313"/>
                <a:gd name="connsiteY611" fmla="*/ 438074 h 640117"/>
                <a:gd name="connsiteX612" fmla="*/ 17988 w 1219313"/>
                <a:gd name="connsiteY612" fmla="*/ 437329 h 640117"/>
                <a:gd name="connsiteX613" fmla="*/ 17546 w 1219313"/>
                <a:gd name="connsiteY613" fmla="*/ 432725 h 640117"/>
                <a:gd name="connsiteX614" fmla="*/ 17244 w 1219313"/>
                <a:gd name="connsiteY614" fmla="*/ 431376 h 640117"/>
                <a:gd name="connsiteX615" fmla="*/ 15011 w 1219313"/>
                <a:gd name="connsiteY615" fmla="*/ 430632 h 640117"/>
                <a:gd name="connsiteX616" fmla="*/ 14872 w 1219313"/>
                <a:gd name="connsiteY616" fmla="*/ 427237 h 640117"/>
                <a:gd name="connsiteX617" fmla="*/ 14933 w 1219313"/>
                <a:gd name="connsiteY617" fmla="*/ 425374 h 640117"/>
                <a:gd name="connsiteX618" fmla="*/ 15011 w 1219313"/>
                <a:gd name="connsiteY618" fmla="*/ 423935 h 640117"/>
                <a:gd name="connsiteX619" fmla="*/ 12779 w 1219313"/>
                <a:gd name="connsiteY619" fmla="*/ 423935 h 640117"/>
                <a:gd name="connsiteX620" fmla="*/ 12416 w 1219313"/>
                <a:gd name="connsiteY620" fmla="*/ 419357 h 640117"/>
                <a:gd name="connsiteX621" fmla="*/ 12035 w 1219313"/>
                <a:gd name="connsiteY621" fmla="*/ 417982 h 640117"/>
                <a:gd name="connsiteX622" fmla="*/ 9802 w 1219313"/>
                <a:gd name="connsiteY622" fmla="*/ 417238 h 640117"/>
                <a:gd name="connsiteX623" fmla="*/ 9361 w 1219313"/>
                <a:gd name="connsiteY623" fmla="*/ 412052 h 640117"/>
                <a:gd name="connsiteX624" fmla="*/ 9058 w 1219313"/>
                <a:gd name="connsiteY624" fmla="*/ 410540 h 640117"/>
                <a:gd name="connsiteX625" fmla="*/ 6826 w 1219313"/>
                <a:gd name="connsiteY625" fmla="*/ 409796 h 640117"/>
                <a:gd name="connsiteX626" fmla="*/ 6407 w 1219313"/>
                <a:gd name="connsiteY626" fmla="*/ 406448 h 640117"/>
                <a:gd name="connsiteX627" fmla="*/ 6082 w 1219313"/>
                <a:gd name="connsiteY627" fmla="*/ 403099 h 640117"/>
                <a:gd name="connsiteX628" fmla="*/ 4593 w 1219313"/>
                <a:gd name="connsiteY628" fmla="*/ 402355 h 640117"/>
                <a:gd name="connsiteX629" fmla="*/ 3524 w 1219313"/>
                <a:gd name="connsiteY629" fmla="*/ 397096 h 640117"/>
                <a:gd name="connsiteX630" fmla="*/ 3105 w 1219313"/>
                <a:gd name="connsiteY630" fmla="*/ 395658 h 640117"/>
                <a:gd name="connsiteX631" fmla="*/ 1617 w 1219313"/>
                <a:gd name="connsiteY631" fmla="*/ 395658 h 640117"/>
                <a:gd name="connsiteX632" fmla="*/ 1338 w 1219313"/>
                <a:gd name="connsiteY632" fmla="*/ 390170 h 640117"/>
                <a:gd name="connsiteX633" fmla="*/ 1224 w 1219313"/>
                <a:gd name="connsiteY633" fmla="*/ 388594 h 640117"/>
                <a:gd name="connsiteX634" fmla="*/ 1617 w 1219313"/>
                <a:gd name="connsiteY634" fmla="*/ 384496 h 640117"/>
                <a:gd name="connsiteX635" fmla="*/ 6082 w 1219313"/>
                <a:gd name="connsiteY635" fmla="*/ 383007 h 640117"/>
                <a:gd name="connsiteX636" fmla="*/ 6826 w 1219313"/>
                <a:gd name="connsiteY636" fmla="*/ 380775 h 640117"/>
                <a:gd name="connsiteX637" fmla="*/ 9802 w 1219313"/>
                <a:gd name="connsiteY637" fmla="*/ 380031 h 640117"/>
                <a:gd name="connsiteX638" fmla="*/ 10547 w 1219313"/>
                <a:gd name="connsiteY638" fmla="*/ 377798 h 640117"/>
                <a:gd name="connsiteX639" fmla="*/ 13523 w 1219313"/>
                <a:gd name="connsiteY639" fmla="*/ 376310 h 640117"/>
                <a:gd name="connsiteX640" fmla="*/ 14267 w 1219313"/>
                <a:gd name="connsiteY640" fmla="*/ 374078 h 640117"/>
                <a:gd name="connsiteX641" fmla="*/ 17244 w 1219313"/>
                <a:gd name="connsiteY641" fmla="*/ 373333 h 640117"/>
                <a:gd name="connsiteX642" fmla="*/ 17988 w 1219313"/>
                <a:gd name="connsiteY642" fmla="*/ 371101 h 640117"/>
                <a:gd name="connsiteX643" fmla="*/ 20965 w 1219313"/>
                <a:gd name="connsiteY643" fmla="*/ 369613 h 640117"/>
                <a:gd name="connsiteX644" fmla="*/ 21709 w 1219313"/>
                <a:gd name="connsiteY644" fmla="*/ 367380 h 640117"/>
                <a:gd name="connsiteX645" fmla="*/ 25429 w 1219313"/>
                <a:gd name="connsiteY645" fmla="*/ 365892 h 640117"/>
                <a:gd name="connsiteX646" fmla="*/ 26173 w 1219313"/>
                <a:gd name="connsiteY646" fmla="*/ 363660 h 640117"/>
                <a:gd name="connsiteX647" fmla="*/ 29150 w 1219313"/>
                <a:gd name="connsiteY647" fmla="*/ 363660 h 640117"/>
                <a:gd name="connsiteX648" fmla="*/ 30638 w 1219313"/>
                <a:gd name="connsiteY648" fmla="*/ 359939 h 640117"/>
                <a:gd name="connsiteX649" fmla="*/ 32871 w 1219313"/>
                <a:gd name="connsiteY649" fmla="*/ 359195 h 640117"/>
                <a:gd name="connsiteX650" fmla="*/ 33615 w 1219313"/>
                <a:gd name="connsiteY650" fmla="*/ 356962 h 640117"/>
                <a:gd name="connsiteX651" fmla="*/ 35057 w 1219313"/>
                <a:gd name="connsiteY651" fmla="*/ 356637 h 640117"/>
                <a:gd name="connsiteX652" fmla="*/ 36591 w 1219313"/>
                <a:gd name="connsiteY652" fmla="*/ 356218 h 640117"/>
                <a:gd name="connsiteX653" fmla="*/ 38080 w 1219313"/>
                <a:gd name="connsiteY653" fmla="*/ 353242 h 640117"/>
                <a:gd name="connsiteX654" fmla="*/ 40312 w 1219313"/>
                <a:gd name="connsiteY654" fmla="*/ 352497 h 640117"/>
                <a:gd name="connsiteX655" fmla="*/ 41800 w 1219313"/>
                <a:gd name="connsiteY655" fmla="*/ 350963 h 640117"/>
                <a:gd name="connsiteX656" fmla="*/ 45521 w 1219313"/>
                <a:gd name="connsiteY656" fmla="*/ 349521 h 640117"/>
                <a:gd name="connsiteX657" fmla="*/ 45521 w 1219313"/>
                <a:gd name="connsiteY657" fmla="*/ 346544 h 640117"/>
                <a:gd name="connsiteX658" fmla="*/ 48498 w 1219313"/>
                <a:gd name="connsiteY658" fmla="*/ 345800 h 640117"/>
                <a:gd name="connsiteX659" fmla="*/ 49195 w 1219313"/>
                <a:gd name="connsiteY659" fmla="*/ 344265 h 640117"/>
                <a:gd name="connsiteX660" fmla="*/ 49986 w 1219313"/>
                <a:gd name="connsiteY660" fmla="*/ 342824 h 640117"/>
                <a:gd name="connsiteX661" fmla="*/ 53707 w 1219313"/>
                <a:gd name="connsiteY661" fmla="*/ 342824 h 640117"/>
                <a:gd name="connsiteX662" fmla="*/ 53707 w 1219313"/>
                <a:gd name="connsiteY662" fmla="*/ 339847 h 640117"/>
                <a:gd name="connsiteX663" fmla="*/ 56683 w 1219313"/>
                <a:gd name="connsiteY663" fmla="*/ 339103 h 640117"/>
                <a:gd name="connsiteX664" fmla="*/ 57427 w 1219313"/>
                <a:gd name="connsiteY664" fmla="*/ 337615 h 640117"/>
                <a:gd name="connsiteX665" fmla="*/ 58172 w 1219313"/>
                <a:gd name="connsiteY665" fmla="*/ 336126 h 640117"/>
                <a:gd name="connsiteX666" fmla="*/ 61148 w 1219313"/>
                <a:gd name="connsiteY666" fmla="*/ 335382 h 640117"/>
                <a:gd name="connsiteX667" fmla="*/ 61892 w 1219313"/>
                <a:gd name="connsiteY667" fmla="*/ 333150 h 640117"/>
                <a:gd name="connsiteX668" fmla="*/ 63753 w 1219313"/>
                <a:gd name="connsiteY668" fmla="*/ 332824 h 640117"/>
                <a:gd name="connsiteX669" fmla="*/ 65613 w 1219313"/>
                <a:gd name="connsiteY669" fmla="*/ 332406 h 640117"/>
                <a:gd name="connsiteX670" fmla="*/ 66357 w 1219313"/>
                <a:gd name="connsiteY670" fmla="*/ 329429 h 640117"/>
                <a:gd name="connsiteX671" fmla="*/ 69334 w 1219313"/>
                <a:gd name="connsiteY671" fmla="*/ 328685 h 640117"/>
                <a:gd name="connsiteX672" fmla="*/ 70078 w 1219313"/>
                <a:gd name="connsiteY672" fmla="*/ 326453 h 640117"/>
                <a:gd name="connsiteX673" fmla="*/ 71985 w 1219313"/>
                <a:gd name="connsiteY673" fmla="*/ 326127 h 640117"/>
                <a:gd name="connsiteX674" fmla="*/ 73798 w 1219313"/>
                <a:gd name="connsiteY674" fmla="*/ 325708 h 640117"/>
                <a:gd name="connsiteX675" fmla="*/ 73798 w 1219313"/>
                <a:gd name="connsiteY675" fmla="*/ 322732 h 640117"/>
                <a:gd name="connsiteX676" fmla="*/ 75938 w 1219313"/>
                <a:gd name="connsiteY676" fmla="*/ 322546 h 640117"/>
                <a:gd name="connsiteX677" fmla="*/ 78263 w 1219313"/>
                <a:gd name="connsiteY677" fmla="*/ 321988 h 640117"/>
                <a:gd name="connsiteX678" fmla="*/ 79752 w 1219313"/>
                <a:gd name="connsiteY678" fmla="*/ 319011 h 640117"/>
                <a:gd name="connsiteX679" fmla="*/ 82728 w 1219313"/>
                <a:gd name="connsiteY679" fmla="*/ 318267 h 640117"/>
                <a:gd name="connsiteX680" fmla="*/ 83472 w 1219313"/>
                <a:gd name="connsiteY680" fmla="*/ 316035 h 640117"/>
                <a:gd name="connsiteX681" fmla="*/ 84961 w 1219313"/>
                <a:gd name="connsiteY681" fmla="*/ 315709 h 640117"/>
                <a:gd name="connsiteX682" fmla="*/ 86449 w 1219313"/>
                <a:gd name="connsiteY682" fmla="*/ 315290 h 640117"/>
                <a:gd name="connsiteX683" fmla="*/ 86728 w 1219313"/>
                <a:gd name="connsiteY683" fmla="*/ 313756 h 640117"/>
                <a:gd name="connsiteX684" fmla="*/ 87193 w 1219313"/>
                <a:gd name="connsiteY684" fmla="*/ 312314 h 640117"/>
                <a:gd name="connsiteX685" fmla="*/ 91658 w 1219313"/>
                <a:gd name="connsiteY685" fmla="*/ 312314 h 640117"/>
                <a:gd name="connsiteX686" fmla="*/ 92402 w 1219313"/>
                <a:gd name="connsiteY686" fmla="*/ 309337 h 640117"/>
                <a:gd name="connsiteX687" fmla="*/ 95379 w 1219313"/>
                <a:gd name="connsiteY687" fmla="*/ 307849 h 640117"/>
                <a:gd name="connsiteX688" fmla="*/ 96123 w 1219313"/>
                <a:gd name="connsiteY688" fmla="*/ 305617 h 640117"/>
                <a:gd name="connsiteX689" fmla="*/ 97937 w 1219313"/>
                <a:gd name="connsiteY689" fmla="*/ 305291 h 640117"/>
                <a:gd name="connsiteX690" fmla="*/ 99843 w 1219313"/>
                <a:gd name="connsiteY690" fmla="*/ 304872 h 640117"/>
                <a:gd name="connsiteX691" fmla="*/ 101332 w 1219313"/>
                <a:gd name="connsiteY691" fmla="*/ 301896 h 640117"/>
                <a:gd name="connsiteX692" fmla="*/ 104308 w 1219313"/>
                <a:gd name="connsiteY692" fmla="*/ 301152 h 640117"/>
                <a:gd name="connsiteX693" fmla="*/ 105052 w 1219313"/>
                <a:gd name="connsiteY693" fmla="*/ 298919 h 640117"/>
                <a:gd name="connsiteX694" fmla="*/ 109517 w 1219313"/>
                <a:gd name="connsiteY694" fmla="*/ 298175 h 640117"/>
                <a:gd name="connsiteX695" fmla="*/ 109517 w 1219313"/>
                <a:gd name="connsiteY695" fmla="*/ 295199 h 640117"/>
                <a:gd name="connsiteX696" fmla="*/ 111703 w 1219313"/>
                <a:gd name="connsiteY696" fmla="*/ 295385 h 640117"/>
                <a:gd name="connsiteX697" fmla="*/ 113982 w 1219313"/>
                <a:gd name="connsiteY697" fmla="*/ 295199 h 640117"/>
                <a:gd name="connsiteX698" fmla="*/ 114726 w 1219313"/>
                <a:gd name="connsiteY698" fmla="*/ 292222 h 640117"/>
                <a:gd name="connsiteX699" fmla="*/ 118447 w 1219313"/>
                <a:gd name="connsiteY699" fmla="*/ 290734 h 640117"/>
                <a:gd name="connsiteX700" fmla="*/ 118447 w 1219313"/>
                <a:gd name="connsiteY700" fmla="*/ 288501 h 640117"/>
                <a:gd name="connsiteX701" fmla="*/ 122912 w 1219313"/>
                <a:gd name="connsiteY701" fmla="*/ 287013 h 640117"/>
                <a:gd name="connsiteX702" fmla="*/ 122912 w 1219313"/>
                <a:gd name="connsiteY702" fmla="*/ 284781 h 640117"/>
                <a:gd name="connsiteX703" fmla="*/ 128121 w 1219313"/>
                <a:gd name="connsiteY703" fmla="*/ 284781 h 640117"/>
                <a:gd name="connsiteX704" fmla="*/ 128121 w 1219313"/>
                <a:gd name="connsiteY704" fmla="*/ 281804 h 640117"/>
                <a:gd name="connsiteX705" fmla="*/ 132586 w 1219313"/>
                <a:gd name="connsiteY705" fmla="*/ 280316 h 640117"/>
                <a:gd name="connsiteX706" fmla="*/ 133330 w 1219313"/>
                <a:gd name="connsiteY706" fmla="*/ 278083 h 640117"/>
                <a:gd name="connsiteX707" fmla="*/ 137050 w 1219313"/>
                <a:gd name="connsiteY707" fmla="*/ 276595 h 640117"/>
                <a:gd name="connsiteX708" fmla="*/ 137795 w 1219313"/>
                <a:gd name="connsiteY708" fmla="*/ 275107 h 640117"/>
                <a:gd name="connsiteX709" fmla="*/ 139655 w 1219313"/>
                <a:gd name="connsiteY709" fmla="*/ 274409 h 640117"/>
                <a:gd name="connsiteX710" fmla="*/ 141515 w 1219313"/>
                <a:gd name="connsiteY710" fmla="*/ 273619 h 640117"/>
                <a:gd name="connsiteX711" fmla="*/ 142259 w 1219313"/>
                <a:gd name="connsiteY711" fmla="*/ 271386 h 640117"/>
                <a:gd name="connsiteX712" fmla="*/ 144492 w 1219313"/>
                <a:gd name="connsiteY712" fmla="*/ 271061 h 640117"/>
                <a:gd name="connsiteX713" fmla="*/ 146724 w 1219313"/>
                <a:gd name="connsiteY713" fmla="*/ 270642 h 640117"/>
                <a:gd name="connsiteX714" fmla="*/ 147096 w 1219313"/>
                <a:gd name="connsiteY714" fmla="*/ 269107 h 640117"/>
                <a:gd name="connsiteX715" fmla="*/ 147468 w 1219313"/>
                <a:gd name="connsiteY715" fmla="*/ 267665 h 640117"/>
                <a:gd name="connsiteX716" fmla="*/ 151933 w 1219313"/>
                <a:gd name="connsiteY716" fmla="*/ 267665 h 640117"/>
                <a:gd name="connsiteX717" fmla="*/ 151933 w 1219313"/>
                <a:gd name="connsiteY717" fmla="*/ 264689 h 640117"/>
                <a:gd name="connsiteX718" fmla="*/ 157142 w 1219313"/>
                <a:gd name="connsiteY718" fmla="*/ 263945 h 640117"/>
                <a:gd name="connsiteX719" fmla="*/ 157142 w 1219313"/>
                <a:gd name="connsiteY719" fmla="*/ 260968 h 640117"/>
                <a:gd name="connsiteX720" fmla="*/ 160863 w 1219313"/>
                <a:gd name="connsiteY720" fmla="*/ 260224 h 640117"/>
                <a:gd name="connsiteX721" fmla="*/ 161607 w 1219313"/>
                <a:gd name="connsiteY721" fmla="*/ 257992 h 640117"/>
                <a:gd name="connsiteX722" fmla="*/ 166072 w 1219313"/>
                <a:gd name="connsiteY722" fmla="*/ 256503 h 640117"/>
                <a:gd name="connsiteX723" fmla="*/ 166816 w 1219313"/>
                <a:gd name="connsiteY723" fmla="*/ 254271 h 640117"/>
                <a:gd name="connsiteX724" fmla="*/ 169002 w 1219313"/>
                <a:gd name="connsiteY724" fmla="*/ 253945 h 640117"/>
                <a:gd name="connsiteX725" fmla="*/ 171281 w 1219313"/>
                <a:gd name="connsiteY725" fmla="*/ 253527 h 640117"/>
                <a:gd name="connsiteX726" fmla="*/ 172769 w 1219313"/>
                <a:gd name="connsiteY726" fmla="*/ 250550 h 640117"/>
                <a:gd name="connsiteX727" fmla="*/ 176490 w 1219313"/>
                <a:gd name="connsiteY727" fmla="*/ 250550 h 640117"/>
                <a:gd name="connsiteX728" fmla="*/ 176769 w 1219313"/>
                <a:gd name="connsiteY728" fmla="*/ 249108 h 640117"/>
                <a:gd name="connsiteX729" fmla="*/ 177234 w 1219313"/>
                <a:gd name="connsiteY729" fmla="*/ 247574 h 640117"/>
                <a:gd name="connsiteX730" fmla="*/ 182443 w 1219313"/>
                <a:gd name="connsiteY730" fmla="*/ 246830 h 640117"/>
                <a:gd name="connsiteX731" fmla="*/ 182443 w 1219313"/>
                <a:gd name="connsiteY731" fmla="*/ 243853 h 640117"/>
                <a:gd name="connsiteX732" fmla="*/ 186908 w 1219313"/>
                <a:gd name="connsiteY732" fmla="*/ 242365 h 640117"/>
                <a:gd name="connsiteX733" fmla="*/ 186908 w 1219313"/>
                <a:gd name="connsiteY733" fmla="*/ 240876 h 640117"/>
                <a:gd name="connsiteX734" fmla="*/ 189466 w 1219313"/>
                <a:gd name="connsiteY734" fmla="*/ 240179 h 640117"/>
                <a:gd name="connsiteX735" fmla="*/ 192117 w 1219313"/>
                <a:gd name="connsiteY735" fmla="*/ 239388 h 640117"/>
                <a:gd name="connsiteX736" fmla="*/ 192861 w 1219313"/>
                <a:gd name="connsiteY736" fmla="*/ 237156 h 640117"/>
                <a:gd name="connsiteX737" fmla="*/ 195047 w 1219313"/>
                <a:gd name="connsiteY737" fmla="*/ 236830 h 640117"/>
                <a:gd name="connsiteX738" fmla="*/ 197326 w 1219313"/>
                <a:gd name="connsiteY738" fmla="*/ 236412 h 640117"/>
                <a:gd name="connsiteX739" fmla="*/ 198814 w 1219313"/>
                <a:gd name="connsiteY739" fmla="*/ 233435 h 640117"/>
                <a:gd name="connsiteX740" fmla="*/ 201791 w 1219313"/>
                <a:gd name="connsiteY740" fmla="*/ 232691 h 640117"/>
                <a:gd name="connsiteX741" fmla="*/ 202535 w 1219313"/>
                <a:gd name="connsiteY741" fmla="*/ 230458 h 640117"/>
                <a:gd name="connsiteX742" fmla="*/ 204767 w 1219313"/>
                <a:gd name="connsiteY742" fmla="*/ 230133 h 640117"/>
                <a:gd name="connsiteX743" fmla="*/ 207000 w 1219313"/>
                <a:gd name="connsiteY743" fmla="*/ 229714 h 640117"/>
                <a:gd name="connsiteX744" fmla="*/ 207325 w 1219313"/>
                <a:gd name="connsiteY744" fmla="*/ 228226 h 640117"/>
                <a:gd name="connsiteX745" fmla="*/ 207744 w 1219313"/>
                <a:gd name="connsiteY745" fmla="*/ 226738 h 640117"/>
                <a:gd name="connsiteX746" fmla="*/ 212953 w 1219313"/>
                <a:gd name="connsiteY746" fmla="*/ 225994 h 640117"/>
                <a:gd name="connsiteX747" fmla="*/ 213697 w 1219313"/>
                <a:gd name="connsiteY747" fmla="*/ 223761 h 640117"/>
                <a:gd name="connsiteX748" fmla="*/ 218906 w 1219313"/>
                <a:gd name="connsiteY748" fmla="*/ 223017 h 640117"/>
                <a:gd name="connsiteX749" fmla="*/ 218906 w 1219313"/>
                <a:gd name="connsiteY749" fmla="*/ 220040 h 640117"/>
                <a:gd name="connsiteX750" fmla="*/ 221045 w 1219313"/>
                <a:gd name="connsiteY750" fmla="*/ 219854 h 640117"/>
                <a:gd name="connsiteX751" fmla="*/ 223371 w 1219313"/>
                <a:gd name="connsiteY751" fmla="*/ 219296 h 640117"/>
                <a:gd name="connsiteX752" fmla="*/ 224115 w 1219313"/>
                <a:gd name="connsiteY752" fmla="*/ 217808 h 640117"/>
                <a:gd name="connsiteX753" fmla="*/ 224859 w 1219313"/>
                <a:gd name="connsiteY753" fmla="*/ 216320 h 640117"/>
                <a:gd name="connsiteX754" fmla="*/ 229324 w 1219313"/>
                <a:gd name="connsiteY754" fmla="*/ 215576 h 640117"/>
                <a:gd name="connsiteX755" fmla="*/ 230068 w 1219313"/>
                <a:gd name="connsiteY755" fmla="*/ 213343 h 640117"/>
                <a:gd name="connsiteX756" fmla="*/ 232300 w 1219313"/>
                <a:gd name="connsiteY756" fmla="*/ 213018 h 640117"/>
                <a:gd name="connsiteX757" fmla="*/ 234533 w 1219313"/>
                <a:gd name="connsiteY757" fmla="*/ 212599 h 640117"/>
                <a:gd name="connsiteX758" fmla="*/ 234812 w 1219313"/>
                <a:gd name="connsiteY758" fmla="*/ 211111 h 640117"/>
                <a:gd name="connsiteX759" fmla="*/ 235277 w 1219313"/>
                <a:gd name="connsiteY759" fmla="*/ 209622 h 640117"/>
                <a:gd name="connsiteX760" fmla="*/ 239881 w 1219313"/>
                <a:gd name="connsiteY760" fmla="*/ 209155 h 640117"/>
                <a:gd name="connsiteX761" fmla="*/ 241230 w 1219313"/>
                <a:gd name="connsiteY761" fmla="*/ 208878 h 640117"/>
                <a:gd name="connsiteX762" fmla="*/ 241974 w 1219313"/>
                <a:gd name="connsiteY762" fmla="*/ 206646 h 640117"/>
                <a:gd name="connsiteX763" fmla="*/ 247183 w 1219313"/>
                <a:gd name="connsiteY763" fmla="*/ 205902 h 640117"/>
                <a:gd name="connsiteX764" fmla="*/ 247183 w 1219313"/>
                <a:gd name="connsiteY764" fmla="*/ 202925 h 640117"/>
                <a:gd name="connsiteX765" fmla="*/ 252392 w 1219313"/>
                <a:gd name="connsiteY765" fmla="*/ 201437 h 640117"/>
                <a:gd name="connsiteX766" fmla="*/ 254625 w 1219313"/>
                <a:gd name="connsiteY766" fmla="*/ 199205 h 640117"/>
                <a:gd name="connsiteX767" fmla="*/ 256578 w 1219313"/>
                <a:gd name="connsiteY767" fmla="*/ 198832 h 640117"/>
                <a:gd name="connsiteX768" fmla="*/ 258345 w 1219313"/>
                <a:gd name="connsiteY768" fmla="*/ 198460 h 640117"/>
                <a:gd name="connsiteX769" fmla="*/ 259090 w 1219313"/>
                <a:gd name="connsiteY769" fmla="*/ 196228 h 640117"/>
                <a:gd name="connsiteX770" fmla="*/ 261322 w 1219313"/>
                <a:gd name="connsiteY770" fmla="*/ 195902 h 640117"/>
                <a:gd name="connsiteX771" fmla="*/ 263554 w 1219313"/>
                <a:gd name="connsiteY771" fmla="*/ 195484 h 640117"/>
                <a:gd name="connsiteX772" fmla="*/ 263833 w 1219313"/>
                <a:gd name="connsiteY772" fmla="*/ 193949 h 640117"/>
                <a:gd name="connsiteX773" fmla="*/ 264299 w 1219313"/>
                <a:gd name="connsiteY773" fmla="*/ 192507 h 640117"/>
                <a:gd name="connsiteX774" fmla="*/ 270252 w 1219313"/>
                <a:gd name="connsiteY774" fmla="*/ 192507 h 640117"/>
                <a:gd name="connsiteX775" fmla="*/ 270252 w 1219313"/>
                <a:gd name="connsiteY775" fmla="*/ 189531 h 640117"/>
                <a:gd name="connsiteX776" fmla="*/ 272810 w 1219313"/>
                <a:gd name="connsiteY776" fmla="*/ 189345 h 640117"/>
                <a:gd name="connsiteX777" fmla="*/ 275461 w 1219313"/>
                <a:gd name="connsiteY777" fmla="*/ 188787 h 640117"/>
                <a:gd name="connsiteX778" fmla="*/ 275833 w 1219313"/>
                <a:gd name="connsiteY778" fmla="*/ 187298 h 640117"/>
                <a:gd name="connsiteX779" fmla="*/ 276205 w 1219313"/>
                <a:gd name="connsiteY779" fmla="*/ 185810 h 640117"/>
                <a:gd name="connsiteX780" fmla="*/ 281414 w 1219313"/>
                <a:gd name="connsiteY780" fmla="*/ 185066 h 640117"/>
                <a:gd name="connsiteX781" fmla="*/ 282158 w 1219313"/>
                <a:gd name="connsiteY781" fmla="*/ 182833 h 640117"/>
                <a:gd name="connsiteX782" fmla="*/ 287367 w 1219313"/>
                <a:gd name="connsiteY782" fmla="*/ 181345 h 640117"/>
                <a:gd name="connsiteX783" fmla="*/ 288111 w 1219313"/>
                <a:gd name="connsiteY783" fmla="*/ 179113 h 640117"/>
                <a:gd name="connsiteX784" fmla="*/ 290669 w 1219313"/>
                <a:gd name="connsiteY784" fmla="*/ 178787 h 640117"/>
                <a:gd name="connsiteX785" fmla="*/ 293320 w 1219313"/>
                <a:gd name="connsiteY785" fmla="*/ 178369 h 640117"/>
                <a:gd name="connsiteX786" fmla="*/ 294064 w 1219313"/>
                <a:gd name="connsiteY786" fmla="*/ 176880 h 640117"/>
                <a:gd name="connsiteX787" fmla="*/ 294808 w 1219313"/>
                <a:gd name="connsiteY787" fmla="*/ 175392 h 640117"/>
                <a:gd name="connsiteX788" fmla="*/ 300017 w 1219313"/>
                <a:gd name="connsiteY788" fmla="*/ 174648 h 640117"/>
                <a:gd name="connsiteX789" fmla="*/ 300761 w 1219313"/>
                <a:gd name="connsiteY789" fmla="*/ 172415 h 640117"/>
                <a:gd name="connsiteX790" fmla="*/ 303784 w 1219313"/>
                <a:gd name="connsiteY790" fmla="*/ 171904 h 640117"/>
                <a:gd name="connsiteX791" fmla="*/ 306715 w 1219313"/>
                <a:gd name="connsiteY791" fmla="*/ 171671 h 640117"/>
                <a:gd name="connsiteX792" fmla="*/ 306715 w 1219313"/>
                <a:gd name="connsiteY792" fmla="*/ 168695 h 640117"/>
                <a:gd name="connsiteX793" fmla="*/ 311293 w 1219313"/>
                <a:gd name="connsiteY793" fmla="*/ 168331 h 640117"/>
                <a:gd name="connsiteX794" fmla="*/ 312668 w 1219313"/>
                <a:gd name="connsiteY794" fmla="*/ 167951 h 640117"/>
                <a:gd name="connsiteX795" fmla="*/ 313412 w 1219313"/>
                <a:gd name="connsiteY795" fmla="*/ 165718 h 640117"/>
                <a:gd name="connsiteX796" fmla="*/ 316016 w 1219313"/>
                <a:gd name="connsiteY796" fmla="*/ 165393 h 640117"/>
                <a:gd name="connsiteX797" fmla="*/ 318621 w 1219313"/>
                <a:gd name="connsiteY797" fmla="*/ 164974 h 640117"/>
                <a:gd name="connsiteX798" fmla="*/ 318920 w 1219313"/>
                <a:gd name="connsiteY798" fmla="*/ 163495 h 640117"/>
                <a:gd name="connsiteX799" fmla="*/ 319365 w 1219313"/>
                <a:gd name="connsiteY799" fmla="*/ 161998 h 640117"/>
                <a:gd name="connsiteX800" fmla="*/ 323132 w 1219313"/>
                <a:gd name="connsiteY800" fmla="*/ 161439 h 640117"/>
                <a:gd name="connsiteX801" fmla="*/ 325205 w 1219313"/>
                <a:gd name="connsiteY801" fmla="*/ 161312 h 640117"/>
                <a:gd name="connsiteX802" fmla="*/ 326806 w 1219313"/>
                <a:gd name="connsiteY802" fmla="*/ 161253 h 640117"/>
                <a:gd name="connsiteX803" fmla="*/ 326806 w 1219313"/>
                <a:gd name="connsiteY803" fmla="*/ 158277 h 640117"/>
                <a:gd name="connsiteX804" fmla="*/ 329364 w 1219313"/>
                <a:gd name="connsiteY804" fmla="*/ 158044 h 640117"/>
                <a:gd name="connsiteX805" fmla="*/ 332015 w 1219313"/>
                <a:gd name="connsiteY805" fmla="*/ 157533 h 640117"/>
                <a:gd name="connsiteX806" fmla="*/ 332759 w 1219313"/>
                <a:gd name="connsiteY806" fmla="*/ 155300 h 640117"/>
                <a:gd name="connsiteX807" fmla="*/ 335364 w 1219313"/>
                <a:gd name="connsiteY807" fmla="*/ 154975 h 640117"/>
                <a:gd name="connsiteX808" fmla="*/ 337968 w 1219313"/>
                <a:gd name="connsiteY808" fmla="*/ 154556 h 640117"/>
                <a:gd name="connsiteX809" fmla="*/ 338294 w 1219313"/>
                <a:gd name="connsiteY809" fmla="*/ 153068 h 640117"/>
                <a:gd name="connsiteX810" fmla="*/ 338713 w 1219313"/>
                <a:gd name="connsiteY810" fmla="*/ 151580 h 640117"/>
                <a:gd name="connsiteX811" fmla="*/ 343317 w 1219313"/>
                <a:gd name="connsiteY811" fmla="*/ 151112 h 640117"/>
                <a:gd name="connsiteX812" fmla="*/ 344666 w 1219313"/>
                <a:gd name="connsiteY812" fmla="*/ 150835 h 640117"/>
                <a:gd name="connsiteX813" fmla="*/ 345410 w 1219313"/>
                <a:gd name="connsiteY813" fmla="*/ 148603 h 640117"/>
                <a:gd name="connsiteX814" fmla="*/ 348386 w 1219313"/>
                <a:gd name="connsiteY814" fmla="*/ 148277 h 640117"/>
                <a:gd name="connsiteX815" fmla="*/ 351363 w 1219313"/>
                <a:gd name="connsiteY815" fmla="*/ 147859 h 640117"/>
                <a:gd name="connsiteX816" fmla="*/ 351735 w 1219313"/>
                <a:gd name="connsiteY816" fmla="*/ 146371 h 640117"/>
                <a:gd name="connsiteX817" fmla="*/ 352107 w 1219313"/>
                <a:gd name="connsiteY817" fmla="*/ 144882 h 640117"/>
                <a:gd name="connsiteX818" fmla="*/ 356682 w 1219313"/>
                <a:gd name="connsiteY818" fmla="*/ 144397 h 640117"/>
                <a:gd name="connsiteX819" fmla="*/ 358060 w 1219313"/>
                <a:gd name="connsiteY819" fmla="*/ 144138 h 640117"/>
                <a:gd name="connsiteX820" fmla="*/ 359549 w 1219313"/>
                <a:gd name="connsiteY820" fmla="*/ 141162 h 640117"/>
                <a:gd name="connsiteX821" fmla="*/ 364757 w 1219313"/>
                <a:gd name="connsiteY821" fmla="*/ 141162 h 640117"/>
                <a:gd name="connsiteX822" fmla="*/ 365449 w 1219313"/>
                <a:gd name="connsiteY822" fmla="*/ 139708 h 640117"/>
                <a:gd name="connsiteX823" fmla="*/ 366246 w 1219313"/>
                <a:gd name="connsiteY823" fmla="*/ 138185 h 640117"/>
                <a:gd name="connsiteX824" fmla="*/ 369687 w 1219313"/>
                <a:gd name="connsiteY824" fmla="*/ 137627 h 640117"/>
                <a:gd name="connsiteX825" fmla="*/ 371530 w 1219313"/>
                <a:gd name="connsiteY825" fmla="*/ 137499 h 640117"/>
                <a:gd name="connsiteX826" fmla="*/ 372943 w 1219313"/>
                <a:gd name="connsiteY826" fmla="*/ 137441 h 640117"/>
                <a:gd name="connsiteX827" fmla="*/ 372943 w 1219313"/>
                <a:gd name="connsiteY827" fmla="*/ 134464 h 640117"/>
                <a:gd name="connsiteX828" fmla="*/ 374382 w 1219313"/>
                <a:gd name="connsiteY828" fmla="*/ 134380 h 640117"/>
                <a:gd name="connsiteX829" fmla="*/ 376245 w 1219313"/>
                <a:gd name="connsiteY829" fmla="*/ 134232 h 640117"/>
                <a:gd name="connsiteX830" fmla="*/ 378103 w 1219313"/>
                <a:gd name="connsiteY830" fmla="*/ 134101 h 640117"/>
                <a:gd name="connsiteX831" fmla="*/ 379640 w 1219313"/>
                <a:gd name="connsiteY831" fmla="*/ 133720 h 640117"/>
                <a:gd name="connsiteX832" fmla="*/ 380384 w 1219313"/>
                <a:gd name="connsiteY832" fmla="*/ 131488 h 640117"/>
                <a:gd name="connsiteX833" fmla="*/ 385643 w 1219313"/>
                <a:gd name="connsiteY833" fmla="*/ 130465 h 640117"/>
                <a:gd name="connsiteX834" fmla="*/ 387082 w 1219313"/>
                <a:gd name="connsiteY834" fmla="*/ 129999 h 640117"/>
                <a:gd name="connsiteX835" fmla="*/ 387082 w 1219313"/>
                <a:gd name="connsiteY835" fmla="*/ 127767 h 640117"/>
                <a:gd name="connsiteX836" fmla="*/ 388494 w 1219313"/>
                <a:gd name="connsiteY836" fmla="*/ 127709 h 640117"/>
                <a:gd name="connsiteX837" fmla="*/ 390337 w 1219313"/>
                <a:gd name="connsiteY837" fmla="*/ 127581 h 640117"/>
                <a:gd name="connsiteX838" fmla="*/ 392169 w 1219313"/>
                <a:gd name="connsiteY838" fmla="*/ 127476 h 640117"/>
                <a:gd name="connsiteX839" fmla="*/ 393779 w 1219313"/>
                <a:gd name="connsiteY839" fmla="*/ 127023 h 640117"/>
                <a:gd name="connsiteX840" fmla="*/ 395267 w 1219313"/>
                <a:gd name="connsiteY840" fmla="*/ 124046 h 640117"/>
                <a:gd name="connsiteX841" fmla="*/ 400476 w 1219313"/>
                <a:gd name="connsiteY841" fmla="*/ 124046 h 640117"/>
                <a:gd name="connsiteX842" fmla="*/ 401145 w 1219313"/>
                <a:gd name="connsiteY842" fmla="*/ 122593 h 640117"/>
                <a:gd name="connsiteX843" fmla="*/ 401965 w 1219313"/>
                <a:gd name="connsiteY843" fmla="*/ 121070 h 640117"/>
                <a:gd name="connsiteX844" fmla="*/ 405778 w 1219313"/>
                <a:gd name="connsiteY844" fmla="*/ 120512 h 640117"/>
                <a:gd name="connsiteX845" fmla="*/ 407830 w 1219313"/>
                <a:gd name="connsiteY845" fmla="*/ 120384 h 640117"/>
                <a:gd name="connsiteX846" fmla="*/ 409406 w 1219313"/>
                <a:gd name="connsiteY846" fmla="*/ 120326 h 640117"/>
                <a:gd name="connsiteX847" fmla="*/ 409406 w 1219313"/>
                <a:gd name="connsiteY847" fmla="*/ 117349 h 640117"/>
                <a:gd name="connsiteX848" fmla="*/ 410845 w 1219313"/>
                <a:gd name="connsiteY848" fmla="*/ 117265 h 640117"/>
                <a:gd name="connsiteX849" fmla="*/ 412708 w 1219313"/>
                <a:gd name="connsiteY849" fmla="*/ 117117 h 640117"/>
                <a:gd name="connsiteX850" fmla="*/ 414565 w 1219313"/>
                <a:gd name="connsiteY850" fmla="*/ 116986 h 640117"/>
                <a:gd name="connsiteX851" fmla="*/ 416103 w 1219313"/>
                <a:gd name="connsiteY851" fmla="*/ 116605 h 640117"/>
                <a:gd name="connsiteX852" fmla="*/ 416847 w 1219313"/>
                <a:gd name="connsiteY852" fmla="*/ 114373 h 640117"/>
                <a:gd name="connsiteX853" fmla="*/ 420615 w 1219313"/>
                <a:gd name="connsiteY853" fmla="*/ 113861 h 640117"/>
                <a:gd name="connsiteX854" fmla="*/ 422687 w 1219313"/>
                <a:gd name="connsiteY854" fmla="*/ 113713 h 640117"/>
                <a:gd name="connsiteX855" fmla="*/ 424289 w 1219313"/>
                <a:gd name="connsiteY855" fmla="*/ 113628 h 640117"/>
                <a:gd name="connsiteX856" fmla="*/ 424289 w 1219313"/>
                <a:gd name="connsiteY856" fmla="*/ 110652 h 640117"/>
                <a:gd name="connsiteX857" fmla="*/ 425701 w 1219313"/>
                <a:gd name="connsiteY857" fmla="*/ 110594 h 640117"/>
                <a:gd name="connsiteX858" fmla="*/ 427544 w 1219313"/>
                <a:gd name="connsiteY858" fmla="*/ 110466 h 640117"/>
                <a:gd name="connsiteX859" fmla="*/ 429376 w 1219313"/>
                <a:gd name="connsiteY859" fmla="*/ 110361 h 640117"/>
                <a:gd name="connsiteX860" fmla="*/ 430986 w 1219313"/>
                <a:gd name="connsiteY860" fmla="*/ 109908 h 640117"/>
                <a:gd name="connsiteX861" fmla="*/ 431707 w 1219313"/>
                <a:gd name="connsiteY861" fmla="*/ 108396 h 640117"/>
                <a:gd name="connsiteX862" fmla="*/ 432474 w 1219313"/>
                <a:gd name="connsiteY862" fmla="*/ 106931 h 640117"/>
                <a:gd name="connsiteX863" fmla="*/ 436288 w 1219313"/>
                <a:gd name="connsiteY863" fmla="*/ 106745 h 640117"/>
                <a:gd name="connsiteX864" fmla="*/ 438340 w 1219313"/>
                <a:gd name="connsiteY864" fmla="*/ 106826 h 640117"/>
                <a:gd name="connsiteX865" fmla="*/ 439916 w 1219313"/>
                <a:gd name="connsiteY865" fmla="*/ 106931 h 640117"/>
                <a:gd name="connsiteX866" fmla="*/ 439916 w 1219313"/>
                <a:gd name="connsiteY866" fmla="*/ 103955 h 640117"/>
                <a:gd name="connsiteX867" fmla="*/ 441517 w 1219313"/>
                <a:gd name="connsiteY867" fmla="*/ 103896 h 640117"/>
                <a:gd name="connsiteX868" fmla="*/ 443590 w 1219313"/>
                <a:gd name="connsiteY868" fmla="*/ 103769 h 640117"/>
                <a:gd name="connsiteX869" fmla="*/ 445657 w 1219313"/>
                <a:gd name="connsiteY869" fmla="*/ 103664 h 640117"/>
                <a:gd name="connsiteX870" fmla="*/ 447357 w 1219313"/>
                <a:gd name="connsiteY870" fmla="*/ 103210 h 640117"/>
                <a:gd name="connsiteX871" fmla="*/ 447706 w 1219313"/>
                <a:gd name="connsiteY871" fmla="*/ 101699 h 640117"/>
                <a:gd name="connsiteX872" fmla="*/ 448101 w 1219313"/>
                <a:gd name="connsiteY872" fmla="*/ 100234 h 640117"/>
                <a:gd name="connsiteX873" fmla="*/ 452241 w 1219313"/>
                <a:gd name="connsiteY873" fmla="*/ 100048 h 640117"/>
                <a:gd name="connsiteX874" fmla="*/ 454522 w 1219313"/>
                <a:gd name="connsiteY874" fmla="*/ 100129 h 640117"/>
                <a:gd name="connsiteX875" fmla="*/ 456287 w 1219313"/>
                <a:gd name="connsiteY875" fmla="*/ 100234 h 640117"/>
                <a:gd name="connsiteX876" fmla="*/ 456287 w 1219313"/>
                <a:gd name="connsiteY876" fmla="*/ 97257 h 640117"/>
                <a:gd name="connsiteX877" fmla="*/ 457888 w 1219313"/>
                <a:gd name="connsiteY877" fmla="*/ 97199 h 640117"/>
                <a:gd name="connsiteX878" fmla="*/ 459961 w 1219313"/>
                <a:gd name="connsiteY878" fmla="*/ 97071 h 640117"/>
                <a:gd name="connsiteX879" fmla="*/ 462028 w 1219313"/>
                <a:gd name="connsiteY879" fmla="*/ 96967 h 640117"/>
                <a:gd name="connsiteX880" fmla="*/ 463728 w 1219313"/>
                <a:gd name="connsiteY880" fmla="*/ 96513 h 640117"/>
                <a:gd name="connsiteX881" fmla="*/ 464472 w 1219313"/>
                <a:gd name="connsiteY881" fmla="*/ 93537 h 640117"/>
                <a:gd name="connsiteX882" fmla="*/ 468193 w 1219313"/>
                <a:gd name="connsiteY882" fmla="*/ 93118 h 640117"/>
                <a:gd name="connsiteX883" fmla="*/ 471914 w 1219313"/>
                <a:gd name="connsiteY883" fmla="*/ 92792 h 640117"/>
                <a:gd name="connsiteX884" fmla="*/ 472658 w 1219313"/>
                <a:gd name="connsiteY884" fmla="*/ 90560 h 640117"/>
                <a:gd name="connsiteX885" fmla="*/ 476332 w 1219313"/>
                <a:gd name="connsiteY885" fmla="*/ 90048 h 640117"/>
                <a:gd name="connsiteX886" fmla="*/ 478352 w 1219313"/>
                <a:gd name="connsiteY886" fmla="*/ 89900 h 640117"/>
                <a:gd name="connsiteX887" fmla="*/ 481588 w 1219313"/>
                <a:gd name="connsiteY887" fmla="*/ 89816 h 640117"/>
                <a:gd name="connsiteX888" fmla="*/ 481588 w 1219313"/>
                <a:gd name="connsiteY888" fmla="*/ 86839 h 640117"/>
                <a:gd name="connsiteX889" fmla="*/ 490517 w 1219313"/>
                <a:gd name="connsiteY889" fmla="*/ 86095 h 640117"/>
                <a:gd name="connsiteX890" fmla="*/ 490517 w 1219313"/>
                <a:gd name="connsiteY890" fmla="*/ 83119 h 640117"/>
                <a:gd name="connsiteX891" fmla="*/ 492282 w 1219313"/>
                <a:gd name="connsiteY891" fmla="*/ 83034 h 640117"/>
                <a:gd name="connsiteX892" fmla="*/ 494564 w 1219313"/>
                <a:gd name="connsiteY892" fmla="*/ 82886 h 640117"/>
                <a:gd name="connsiteX893" fmla="*/ 496840 w 1219313"/>
                <a:gd name="connsiteY893" fmla="*/ 82755 h 640117"/>
                <a:gd name="connsiteX894" fmla="*/ 498703 w 1219313"/>
                <a:gd name="connsiteY894" fmla="*/ 82374 h 640117"/>
                <a:gd name="connsiteX895" fmla="*/ 499447 w 1219313"/>
                <a:gd name="connsiteY895" fmla="*/ 80142 h 640117"/>
                <a:gd name="connsiteX896" fmla="*/ 505795 w 1219313"/>
                <a:gd name="connsiteY896" fmla="*/ 79773 h 640117"/>
                <a:gd name="connsiteX897" fmla="*/ 507632 w 1219313"/>
                <a:gd name="connsiteY897" fmla="*/ 79398 h 640117"/>
                <a:gd name="connsiteX898" fmla="*/ 507955 w 1219313"/>
                <a:gd name="connsiteY898" fmla="*/ 77918 h 640117"/>
                <a:gd name="connsiteX899" fmla="*/ 508377 w 1219313"/>
                <a:gd name="connsiteY899" fmla="*/ 76421 h 640117"/>
                <a:gd name="connsiteX900" fmla="*/ 513260 w 1219313"/>
                <a:gd name="connsiteY900" fmla="*/ 75863 h 640117"/>
                <a:gd name="connsiteX901" fmla="*/ 515960 w 1219313"/>
                <a:gd name="connsiteY901" fmla="*/ 75735 h 640117"/>
                <a:gd name="connsiteX902" fmla="*/ 518050 w 1219313"/>
                <a:gd name="connsiteY902" fmla="*/ 75677 h 640117"/>
                <a:gd name="connsiteX903" fmla="*/ 518050 w 1219313"/>
                <a:gd name="connsiteY903" fmla="*/ 73445 h 640117"/>
                <a:gd name="connsiteX904" fmla="*/ 519789 w 1219313"/>
                <a:gd name="connsiteY904" fmla="*/ 73387 h 640117"/>
                <a:gd name="connsiteX905" fmla="*/ 522050 w 1219313"/>
                <a:gd name="connsiteY905" fmla="*/ 73259 h 640117"/>
                <a:gd name="connsiteX906" fmla="*/ 524300 w 1219313"/>
                <a:gd name="connsiteY906" fmla="*/ 73154 h 640117"/>
                <a:gd name="connsiteX907" fmla="*/ 526236 w 1219313"/>
                <a:gd name="connsiteY907" fmla="*/ 72701 h 640117"/>
                <a:gd name="connsiteX908" fmla="*/ 526963 w 1219313"/>
                <a:gd name="connsiteY908" fmla="*/ 71201 h 640117"/>
                <a:gd name="connsiteX909" fmla="*/ 527724 w 1219313"/>
                <a:gd name="connsiteY909" fmla="*/ 69724 h 640117"/>
                <a:gd name="connsiteX910" fmla="*/ 534608 w 1219313"/>
                <a:gd name="connsiteY910" fmla="*/ 69329 h 640117"/>
                <a:gd name="connsiteX911" fmla="*/ 536654 w 1219313"/>
                <a:gd name="connsiteY911" fmla="*/ 68980 h 640117"/>
                <a:gd name="connsiteX912" fmla="*/ 537395 w 1219313"/>
                <a:gd name="connsiteY912" fmla="*/ 67495 h 640117"/>
                <a:gd name="connsiteX913" fmla="*/ 538142 w 1219313"/>
                <a:gd name="connsiteY913" fmla="*/ 66003 h 640117"/>
                <a:gd name="connsiteX914" fmla="*/ 542654 w 1219313"/>
                <a:gd name="connsiteY914" fmla="*/ 65585 h 640117"/>
                <a:gd name="connsiteX915" fmla="*/ 547072 w 1219313"/>
                <a:gd name="connsiteY915" fmla="*/ 65259 h 640117"/>
                <a:gd name="connsiteX916" fmla="*/ 547816 w 1219313"/>
                <a:gd name="connsiteY916" fmla="*/ 63027 h 640117"/>
                <a:gd name="connsiteX917" fmla="*/ 554673 w 1219313"/>
                <a:gd name="connsiteY917" fmla="*/ 62658 h 640117"/>
                <a:gd name="connsiteX918" fmla="*/ 556746 w 1219313"/>
                <a:gd name="connsiteY918" fmla="*/ 62283 h 640117"/>
                <a:gd name="connsiteX919" fmla="*/ 557443 w 1219313"/>
                <a:gd name="connsiteY919" fmla="*/ 60768 h 640117"/>
                <a:gd name="connsiteX920" fmla="*/ 558234 w 1219313"/>
                <a:gd name="connsiteY920" fmla="*/ 59306 h 640117"/>
                <a:gd name="connsiteX921" fmla="*/ 563490 w 1219313"/>
                <a:gd name="connsiteY921" fmla="*/ 59306 h 640117"/>
                <a:gd name="connsiteX922" fmla="*/ 568652 w 1219313"/>
                <a:gd name="connsiteY922" fmla="*/ 59306 h 640117"/>
                <a:gd name="connsiteX923" fmla="*/ 569396 w 1219313"/>
                <a:gd name="connsiteY923" fmla="*/ 56330 h 640117"/>
                <a:gd name="connsiteX924" fmla="*/ 574652 w 1219313"/>
                <a:gd name="connsiteY924" fmla="*/ 55771 h 640117"/>
                <a:gd name="connsiteX925" fmla="*/ 577561 w 1219313"/>
                <a:gd name="connsiteY925" fmla="*/ 55644 h 640117"/>
                <a:gd name="connsiteX926" fmla="*/ 579814 w 1219313"/>
                <a:gd name="connsiteY926" fmla="*/ 55585 h 640117"/>
                <a:gd name="connsiteX927" fmla="*/ 579814 w 1219313"/>
                <a:gd name="connsiteY927" fmla="*/ 52609 h 640117"/>
                <a:gd name="connsiteX928" fmla="*/ 582392 w 1219313"/>
                <a:gd name="connsiteY928" fmla="*/ 52551 h 640117"/>
                <a:gd name="connsiteX929" fmla="*/ 585721 w 1219313"/>
                <a:gd name="connsiteY929" fmla="*/ 52423 h 640117"/>
                <a:gd name="connsiteX930" fmla="*/ 587423 w 1219313"/>
                <a:gd name="connsiteY930" fmla="*/ 52391 h 640117"/>
                <a:gd name="connsiteX931" fmla="*/ 591720 w 1219313"/>
                <a:gd name="connsiteY931" fmla="*/ 51865 h 640117"/>
                <a:gd name="connsiteX932" fmla="*/ 592465 w 1219313"/>
                <a:gd name="connsiteY932" fmla="*/ 48888 h 640117"/>
                <a:gd name="connsiteX933" fmla="*/ 597255 w 1219313"/>
                <a:gd name="connsiteY933" fmla="*/ 48749 h 640117"/>
                <a:gd name="connsiteX934" fmla="*/ 603627 w 1219313"/>
                <a:gd name="connsiteY934" fmla="*/ 48144 h 640117"/>
                <a:gd name="connsiteX935" fmla="*/ 604371 w 1219313"/>
                <a:gd name="connsiteY935" fmla="*/ 45912 h 640117"/>
                <a:gd name="connsiteX936" fmla="*/ 612391 w 1219313"/>
                <a:gd name="connsiteY936" fmla="*/ 45542 h 640117"/>
                <a:gd name="connsiteX937" fmla="*/ 614789 w 1219313"/>
                <a:gd name="connsiteY937" fmla="*/ 45167 h 640117"/>
                <a:gd name="connsiteX938" fmla="*/ 615486 w 1219313"/>
                <a:gd name="connsiteY938" fmla="*/ 43679 h 640117"/>
                <a:gd name="connsiteX939" fmla="*/ 616277 w 1219313"/>
                <a:gd name="connsiteY939" fmla="*/ 42191 h 640117"/>
                <a:gd name="connsiteX940" fmla="*/ 622277 w 1219313"/>
                <a:gd name="connsiteY940" fmla="*/ 41772 h 640117"/>
                <a:gd name="connsiteX941" fmla="*/ 628183 w 1219313"/>
                <a:gd name="connsiteY941" fmla="*/ 41447 h 640117"/>
                <a:gd name="connsiteX942" fmla="*/ 628927 w 1219313"/>
                <a:gd name="connsiteY942" fmla="*/ 39214 h 640117"/>
                <a:gd name="connsiteX943" fmla="*/ 637052 w 1219313"/>
                <a:gd name="connsiteY943" fmla="*/ 38887 h 640117"/>
                <a:gd name="connsiteX944" fmla="*/ 641578 w 1219313"/>
                <a:gd name="connsiteY944" fmla="*/ 38470 h 640117"/>
                <a:gd name="connsiteX945" fmla="*/ 641941 w 1219313"/>
                <a:gd name="connsiteY945" fmla="*/ 36980 h 640117"/>
                <a:gd name="connsiteX946" fmla="*/ 642322 w 1219313"/>
                <a:gd name="connsiteY946" fmla="*/ 35494 h 640117"/>
                <a:gd name="connsiteX947" fmla="*/ 650861 w 1219313"/>
                <a:gd name="connsiteY947" fmla="*/ 35130 h 640117"/>
                <a:gd name="connsiteX948" fmla="*/ 652667 w 1219313"/>
                <a:gd name="connsiteY948" fmla="*/ 35098 h 640117"/>
                <a:gd name="connsiteX949" fmla="*/ 654330 w 1219313"/>
                <a:gd name="connsiteY949" fmla="*/ 35108 h 640117"/>
                <a:gd name="connsiteX950" fmla="*/ 655716 w 1219313"/>
                <a:gd name="connsiteY950" fmla="*/ 34749 h 640117"/>
                <a:gd name="connsiteX951" fmla="*/ 656450 w 1219313"/>
                <a:gd name="connsiteY951" fmla="*/ 33263 h 640117"/>
                <a:gd name="connsiteX952" fmla="*/ 657205 w 1219313"/>
                <a:gd name="connsiteY952" fmla="*/ 31773 h 640117"/>
                <a:gd name="connsiteX953" fmla="*/ 660417 w 1219313"/>
                <a:gd name="connsiteY953" fmla="*/ 31398 h 640117"/>
                <a:gd name="connsiteX954" fmla="*/ 662325 w 1219313"/>
                <a:gd name="connsiteY954" fmla="*/ 31356 h 640117"/>
                <a:gd name="connsiteX955" fmla="*/ 664321 w 1219313"/>
                <a:gd name="connsiteY955" fmla="*/ 31354 h 640117"/>
                <a:gd name="connsiteX956" fmla="*/ 668230 w 1219313"/>
                <a:gd name="connsiteY956" fmla="*/ 31305 h 640117"/>
                <a:gd name="connsiteX957" fmla="*/ 669985 w 1219313"/>
                <a:gd name="connsiteY957" fmla="*/ 31303 h 640117"/>
                <a:gd name="connsiteX958" fmla="*/ 671343 w 1219313"/>
                <a:gd name="connsiteY958" fmla="*/ 31029 h 640117"/>
                <a:gd name="connsiteX959" fmla="*/ 672088 w 1219313"/>
                <a:gd name="connsiteY959" fmla="*/ 28796 h 640117"/>
                <a:gd name="connsiteX960" fmla="*/ 675416 w 1219313"/>
                <a:gd name="connsiteY960" fmla="*/ 28416 h 640117"/>
                <a:gd name="connsiteX961" fmla="*/ 677443 w 1219313"/>
                <a:gd name="connsiteY961" fmla="*/ 28336 h 640117"/>
                <a:gd name="connsiteX962" fmla="*/ 679576 w 1219313"/>
                <a:gd name="connsiteY962" fmla="*/ 28285 h 640117"/>
                <a:gd name="connsiteX963" fmla="*/ 681716 w 1219313"/>
                <a:gd name="connsiteY963" fmla="*/ 28208 h 640117"/>
                <a:gd name="connsiteX964" fmla="*/ 686970 w 1219313"/>
                <a:gd name="connsiteY964" fmla="*/ 28052 h 640117"/>
                <a:gd name="connsiteX965" fmla="*/ 686970 w 1219313"/>
                <a:gd name="connsiteY965" fmla="*/ 25076 h 640117"/>
                <a:gd name="connsiteX966" fmla="*/ 688530 w 1219313"/>
                <a:gd name="connsiteY966" fmla="*/ 25043 h 640117"/>
                <a:gd name="connsiteX967" fmla="*/ 695482 w 1219313"/>
                <a:gd name="connsiteY967" fmla="*/ 24843 h 640117"/>
                <a:gd name="connsiteX968" fmla="*/ 697936 w 1219313"/>
                <a:gd name="connsiteY968" fmla="*/ 24792 h 640117"/>
                <a:gd name="connsiteX969" fmla="*/ 700269 w 1219313"/>
                <a:gd name="connsiteY969" fmla="*/ 24712 h 640117"/>
                <a:gd name="connsiteX970" fmla="*/ 702430 w 1219313"/>
                <a:gd name="connsiteY970" fmla="*/ 24653 h 640117"/>
                <a:gd name="connsiteX971" fmla="*/ 704086 w 1219313"/>
                <a:gd name="connsiteY971" fmla="*/ 24332 h 640117"/>
                <a:gd name="connsiteX972" fmla="*/ 704830 w 1219313"/>
                <a:gd name="connsiteY972" fmla="*/ 22099 h 640117"/>
                <a:gd name="connsiteX973" fmla="*/ 708646 w 1219313"/>
                <a:gd name="connsiteY973" fmla="*/ 21718 h 640117"/>
                <a:gd name="connsiteX974" fmla="*/ 710979 w 1219313"/>
                <a:gd name="connsiteY974" fmla="*/ 21638 h 640117"/>
                <a:gd name="connsiteX975" fmla="*/ 713434 w 1219313"/>
                <a:gd name="connsiteY975" fmla="*/ 21587 h 640117"/>
                <a:gd name="connsiteX976" fmla="*/ 715897 w 1219313"/>
                <a:gd name="connsiteY976" fmla="*/ 21510 h 640117"/>
                <a:gd name="connsiteX977" fmla="*/ 721945 w 1219313"/>
                <a:gd name="connsiteY977" fmla="*/ 21355 h 640117"/>
                <a:gd name="connsiteX978" fmla="*/ 721945 w 1219313"/>
                <a:gd name="connsiteY978" fmla="*/ 18378 h 640117"/>
                <a:gd name="connsiteX979" fmla="*/ 723629 w 1219313"/>
                <a:gd name="connsiteY979" fmla="*/ 18345 h 640117"/>
                <a:gd name="connsiteX980" fmla="*/ 731154 w 1219313"/>
                <a:gd name="connsiteY980" fmla="*/ 18146 h 640117"/>
                <a:gd name="connsiteX981" fmla="*/ 733805 w 1219313"/>
                <a:gd name="connsiteY981" fmla="*/ 18095 h 640117"/>
                <a:gd name="connsiteX982" fmla="*/ 736334 w 1219313"/>
                <a:gd name="connsiteY982" fmla="*/ 18015 h 640117"/>
                <a:gd name="connsiteX983" fmla="*/ 738672 w 1219313"/>
                <a:gd name="connsiteY983" fmla="*/ 17956 h 640117"/>
                <a:gd name="connsiteX984" fmla="*/ 740549 w 1219313"/>
                <a:gd name="connsiteY984" fmla="*/ 17634 h 640117"/>
                <a:gd name="connsiteX985" fmla="*/ 742037 w 1219313"/>
                <a:gd name="connsiteY985" fmla="*/ 15402 h 640117"/>
                <a:gd name="connsiteX986" fmla="*/ 748833 w 1219313"/>
                <a:gd name="connsiteY986" fmla="*/ 14611 h 640117"/>
                <a:gd name="connsiteX987" fmla="*/ 751022 w 1219313"/>
                <a:gd name="connsiteY987" fmla="*/ 14629 h 640117"/>
                <a:gd name="connsiteX988" fmla="*/ 753292 w 1219313"/>
                <a:gd name="connsiteY988" fmla="*/ 14658 h 640117"/>
                <a:gd name="connsiteX989" fmla="*/ 757763 w 1219313"/>
                <a:gd name="connsiteY989" fmla="*/ 14704 h 640117"/>
                <a:gd name="connsiteX990" fmla="*/ 759760 w 1219313"/>
                <a:gd name="connsiteY990" fmla="*/ 14730 h 640117"/>
                <a:gd name="connsiteX991" fmla="*/ 762873 w 1219313"/>
                <a:gd name="connsiteY991" fmla="*/ 13914 h 640117"/>
                <a:gd name="connsiteX992" fmla="*/ 763617 w 1219313"/>
                <a:gd name="connsiteY992" fmla="*/ 11681 h 640117"/>
                <a:gd name="connsiteX993" fmla="*/ 769061 w 1219313"/>
                <a:gd name="connsiteY993" fmla="*/ 11300 h 640117"/>
                <a:gd name="connsiteX994" fmla="*/ 770710 w 1219313"/>
                <a:gd name="connsiteY994" fmla="*/ 11260 h 640117"/>
                <a:gd name="connsiteX995" fmla="*/ 775942 w 1219313"/>
                <a:gd name="connsiteY995" fmla="*/ 11170 h 640117"/>
                <a:gd name="connsiteX996" fmla="*/ 779481 w 1219313"/>
                <a:gd name="connsiteY996" fmla="*/ 11092 h 640117"/>
                <a:gd name="connsiteX997" fmla="*/ 788174 w 1219313"/>
                <a:gd name="connsiteY997" fmla="*/ 10937 h 640117"/>
                <a:gd name="connsiteX998" fmla="*/ 788174 w 1219313"/>
                <a:gd name="connsiteY998" fmla="*/ 7960 h 640117"/>
                <a:gd name="connsiteX999" fmla="*/ 817195 w 1219313"/>
                <a:gd name="connsiteY999" fmla="*/ 7960 h 640117"/>
                <a:gd name="connsiteX1000" fmla="*/ 817195 w 1219313"/>
                <a:gd name="connsiteY1000" fmla="*/ 4984 h 640117"/>
                <a:gd name="connsiteX1001" fmla="*/ 818626 w 1219313"/>
                <a:gd name="connsiteY1001" fmla="*/ 4976 h 640117"/>
                <a:gd name="connsiteX1002" fmla="*/ 833328 w 1219313"/>
                <a:gd name="connsiteY1002" fmla="*/ 4829 h 640117"/>
                <a:gd name="connsiteX1003" fmla="*/ 838819 w 1219313"/>
                <a:gd name="connsiteY1003" fmla="*/ 4782 h 640117"/>
                <a:gd name="connsiteX1004" fmla="*/ 846699 w 1219313"/>
                <a:gd name="connsiteY1004" fmla="*/ 4693 h 640117"/>
                <a:gd name="connsiteX1005" fmla="*/ 849191 w 1219313"/>
                <a:gd name="connsiteY1005" fmla="*/ 4690 h 640117"/>
                <a:gd name="connsiteX1006" fmla="*/ 851493 w 1219313"/>
                <a:gd name="connsiteY1006" fmla="*/ 4646 h 640117"/>
                <a:gd name="connsiteX1007" fmla="*/ 853526 w 1219313"/>
                <a:gd name="connsiteY1007" fmla="*/ 4626 h 640117"/>
                <a:gd name="connsiteX1008" fmla="*/ 855146 w 1219313"/>
                <a:gd name="connsiteY1008" fmla="*/ 4240 h 640117"/>
                <a:gd name="connsiteX1009" fmla="*/ 855805 w 1219313"/>
                <a:gd name="connsiteY1009" fmla="*/ 2751 h 640117"/>
                <a:gd name="connsiteX1010" fmla="*/ 856634 w 1219313"/>
                <a:gd name="connsiteY1010" fmla="*/ 1263 h 64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Lst>
              <a:rect l="l" t="t" r="r" b="b"/>
              <a:pathLst>
                <a:path w="1219313" h="640117">
                  <a:moveTo>
                    <a:pt x="856634" y="1263"/>
                  </a:moveTo>
                  <a:cubicBezTo>
                    <a:pt x="857968" y="889"/>
                    <a:pt x="857968" y="889"/>
                    <a:pt x="859616" y="886"/>
                  </a:cubicBezTo>
                  <a:cubicBezTo>
                    <a:pt x="860244" y="878"/>
                    <a:pt x="860871" y="870"/>
                    <a:pt x="861517" y="862"/>
                  </a:cubicBezTo>
                  <a:cubicBezTo>
                    <a:pt x="862210" y="868"/>
                    <a:pt x="862903" y="874"/>
                    <a:pt x="863617" y="880"/>
                  </a:cubicBezTo>
                  <a:cubicBezTo>
                    <a:pt x="864350" y="875"/>
                    <a:pt x="865083" y="870"/>
                    <a:pt x="865838" y="865"/>
                  </a:cubicBezTo>
                  <a:cubicBezTo>
                    <a:pt x="868310" y="851"/>
                    <a:pt x="870782" y="859"/>
                    <a:pt x="873254" y="866"/>
                  </a:cubicBezTo>
                  <a:cubicBezTo>
                    <a:pt x="875020" y="861"/>
                    <a:pt x="876786" y="854"/>
                    <a:pt x="878552" y="847"/>
                  </a:cubicBezTo>
                  <a:cubicBezTo>
                    <a:pt x="882859" y="832"/>
                    <a:pt x="887167" y="831"/>
                    <a:pt x="891475" y="837"/>
                  </a:cubicBezTo>
                  <a:cubicBezTo>
                    <a:pt x="894974" y="841"/>
                    <a:pt x="898473" y="841"/>
                    <a:pt x="901972" y="836"/>
                  </a:cubicBezTo>
                  <a:cubicBezTo>
                    <a:pt x="902470" y="835"/>
                    <a:pt x="902967" y="835"/>
                    <a:pt x="903479" y="834"/>
                  </a:cubicBezTo>
                  <a:cubicBezTo>
                    <a:pt x="904490" y="832"/>
                    <a:pt x="905500" y="831"/>
                    <a:pt x="906510" y="830"/>
                  </a:cubicBezTo>
                  <a:cubicBezTo>
                    <a:pt x="915990" y="817"/>
                    <a:pt x="925470" y="824"/>
                    <a:pt x="934949" y="836"/>
                  </a:cubicBezTo>
                  <a:cubicBezTo>
                    <a:pt x="943632" y="847"/>
                    <a:pt x="952315" y="836"/>
                    <a:pt x="960997" y="815"/>
                  </a:cubicBezTo>
                  <a:cubicBezTo>
                    <a:pt x="969903" y="793"/>
                    <a:pt x="978809" y="785"/>
                    <a:pt x="987715" y="792"/>
                  </a:cubicBezTo>
                  <a:cubicBezTo>
                    <a:pt x="988721" y="793"/>
                    <a:pt x="989728" y="794"/>
                    <a:pt x="990734" y="794"/>
                  </a:cubicBezTo>
                  <a:cubicBezTo>
                    <a:pt x="991229" y="795"/>
                    <a:pt x="991724" y="795"/>
                    <a:pt x="992234" y="795"/>
                  </a:cubicBezTo>
                  <a:cubicBezTo>
                    <a:pt x="995732" y="797"/>
                    <a:pt x="999229" y="790"/>
                    <a:pt x="1002727" y="779"/>
                  </a:cubicBezTo>
                  <a:cubicBezTo>
                    <a:pt x="1007429" y="765"/>
                    <a:pt x="1012131" y="769"/>
                    <a:pt x="1016834" y="788"/>
                  </a:cubicBezTo>
                  <a:cubicBezTo>
                    <a:pt x="1018565" y="792"/>
                    <a:pt x="1020296" y="789"/>
                    <a:pt x="1022027" y="780"/>
                  </a:cubicBezTo>
                  <a:cubicBezTo>
                    <a:pt x="1024380" y="768"/>
                    <a:pt x="1026732" y="779"/>
                    <a:pt x="1029085" y="796"/>
                  </a:cubicBezTo>
                  <a:cubicBezTo>
                    <a:pt x="1029779" y="787"/>
                    <a:pt x="1030474" y="778"/>
                    <a:pt x="1031189" y="769"/>
                  </a:cubicBezTo>
                  <a:cubicBezTo>
                    <a:pt x="1033084" y="797"/>
                    <a:pt x="1033084" y="797"/>
                    <a:pt x="1035972" y="1263"/>
                  </a:cubicBezTo>
                  <a:cubicBezTo>
                    <a:pt x="1036681" y="3126"/>
                    <a:pt x="1036681" y="3126"/>
                    <a:pt x="1036716" y="4984"/>
                  </a:cubicBezTo>
                  <a:cubicBezTo>
                    <a:pt x="1038273" y="5514"/>
                    <a:pt x="1038273" y="5514"/>
                    <a:pt x="1040205" y="5371"/>
                  </a:cubicBezTo>
                  <a:cubicBezTo>
                    <a:pt x="1040947" y="5363"/>
                    <a:pt x="1041690" y="5356"/>
                    <a:pt x="1042455" y="5348"/>
                  </a:cubicBezTo>
                  <a:cubicBezTo>
                    <a:pt x="1043262" y="5322"/>
                    <a:pt x="1044070" y="5296"/>
                    <a:pt x="1044902" y="5269"/>
                  </a:cubicBezTo>
                  <a:cubicBezTo>
                    <a:pt x="1046137" y="5253"/>
                    <a:pt x="1046137" y="5253"/>
                    <a:pt x="1047396" y="5237"/>
                  </a:cubicBezTo>
                  <a:cubicBezTo>
                    <a:pt x="1050038" y="5201"/>
                    <a:pt x="1052679" y="5141"/>
                    <a:pt x="1055320" y="5077"/>
                  </a:cubicBezTo>
                  <a:cubicBezTo>
                    <a:pt x="1057961" y="5021"/>
                    <a:pt x="1060602" y="4970"/>
                    <a:pt x="1063244" y="4933"/>
                  </a:cubicBezTo>
                  <a:cubicBezTo>
                    <a:pt x="1064891" y="4909"/>
                    <a:pt x="1066539" y="4874"/>
                    <a:pt x="1068186" y="4826"/>
                  </a:cubicBezTo>
                  <a:cubicBezTo>
                    <a:pt x="1068928" y="4814"/>
                    <a:pt x="1069670" y="4802"/>
                    <a:pt x="1070435" y="4789"/>
                  </a:cubicBezTo>
                  <a:cubicBezTo>
                    <a:pt x="1071092" y="4773"/>
                    <a:pt x="1071750" y="4757"/>
                    <a:pt x="1072427" y="4740"/>
                  </a:cubicBezTo>
                  <a:cubicBezTo>
                    <a:pt x="1072921" y="4821"/>
                    <a:pt x="1073415" y="4901"/>
                    <a:pt x="1073924" y="4984"/>
                  </a:cubicBezTo>
                  <a:cubicBezTo>
                    <a:pt x="1074169" y="5721"/>
                    <a:pt x="1074415" y="6457"/>
                    <a:pt x="1074668" y="7216"/>
                  </a:cubicBezTo>
                  <a:cubicBezTo>
                    <a:pt x="1076689" y="7426"/>
                    <a:pt x="1078552" y="7490"/>
                    <a:pt x="1080574" y="7466"/>
                  </a:cubicBezTo>
                  <a:cubicBezTo>
                    <a:pt x="1081789" y="7476"/>
                    <a:pt x="1083004" y="7485"/>
                    <a:pt x="1084219" y="7495"/>
                  </a:cubicBezTo>
                  <a:cubicBezTo>
                    <a:pt x="1086145" y="7498"/>
                    <a:pt x="1088070" y="7495"/>
                    <a:pt x="1089996" y="7484"/>
                  </a:cubicBezTo>
                  <a:cubicBezTo>
                    <a:pt x="1091848" y="7478"/>
                    <a:pt x="1093698" y="7494"/>
                    <a:pt x="1095550" y="7513"/>
                  </a:cubicBezTo>
                  <a:cubicBezTo>
                    <a:pt x="1096420" y="7498"/>
                    <a:pt x="1096420" y="7498"/>
                    <a:pt x="1097307" y="7483"/>
                  </a:cubicBezTo>
                  <a:cubicBezTo>
                    <a:pt x="1098925" y="7505"/>
                    <a:pt x="1098925" y="7505"/>
                    <a:pt x="1101457" y="7960"/>
                  </a:cubicBezTo>
                  <a:cubicBezTo>
                    <a:pt x="1101730" y="9195"/>
                    <a:pt x="1101979" y="10436"/>
                    <a:pt x="1102201" y="11681"/>
                  </a:cubicBezTo>
                  <a:cubicBezTo>
                    <a:pt x="1104103" y="11999"/>
                    <a:pt x="1105533" y="12045"/>
                    <a:pt x="1107430" y="11940"/>
                  </a:cubicBezTo>
                  <a:cubicBezTo>
                    <a:pt x="1107954" y="11927"/>
                    <a:pt x="1108478" y="11915"/>
                    <a:pt x="1109018" y="11902"/>
                  </a:cubicBezTo>
                  <a:cubicBezTo>
                    <a:pt x="1110700" y="11862"/>
                    <a:pt x="1112380" y="11797"/>
                    <a:pt x="1114061" y="11728"/>
                  </a:cubicBezTo>
                  <a:cubicBezTo>
                    <a:pt x="1115739" y="11662"/>
                    <a:pt x="1117416" y="11602"/>
                    <a:pt x="1119095" y="11561"/>
                  </a:cubicBezTo>
                  <a:cubicBezTo>
                    <a:pt x="1120142" y="11535"/>
                    <a:pt x="1121188" y="11495"/>
                    <a:pt x="1122233" y="11439"/>
                  </a:cubicBezTo>
                  <a:cubicBezTo>
                    <a:pt x="1123670" y="11402"/>
                    <a:pt x="1123670" y="11402"/>
                    <a:pt x="1126013" y="11681"/>
                  </a:cubicBezTo>
                  <a:cubicBezTo>
                    <a:pt x="1126863" y="13163"/>
                    <a:pt x="1126863" y="13163"/>
                    <a:pt x="1127502" y="14658"/>
                  </a:cubicBezTo>
                  <a:cubicBezTo>
                    <a:pt x="1129189" y="15058"/>
                    <a:pt x="1129189" y="15058"/>
                    <a:pt x="1131150" y="14922"/>
                  </a:cubicBezTo>
                  <a:cubicBezTo>
                    <a:pt x="1131873" y="14909"/>
                    <a:pt x="1132597" y="14896"/>
                    <a:pt x="1133343" y="14883"/>
                  </a:cubicBezTo>
                  <a:cubicBezTo>
                    <a:pt x="1134101" y="14855"/>
                    <a:pt x="1134859" y="14826"/>
                    <a:pt x="1135641" y="14797"/>
                  </a:cubicBezTo>
                  <a:cubicBezTo>
                    <a:pt x="1137136" y="14758"/>
                    <a:pt x="1138631" y="14722"/>
                    <a:pt x="1140126" y="14690"/>
                  </a:cubicBezTo>
                  <a:cubicBezTo>
                    <a:pt x="1140791" y="14667"/>
                    <a:pt x="1141455" y="14644"/>
                    <a:pt x="1142140" y="14620"/>
                  </a:cubicBezTo>
                  <a:cubicBezTo>
                    <a:pt x="1143873" y="14658"/>
                    <a:pt x="1143873" y="14658"/>
                    <a:pt x="1146105" y="15402"/>
                  </a:cubicBezTo>
                  <a:cubicBezTo>
                    <a:pt x="1146351" y="16139"/>
                    <a:pt x="1146596" y="16875"/>
                    <a:pt x="1146849" y="17634"/>
                  </a:cubicBezTo>
                  <a:cubicBezTo>
                    <a:pt x="1148641" y="17968"/>
                    <a:pt x="1148641" y="17968"/>
                    <a:pt x="1150803" y="17910"/>
                  </a:cubicBezTo>
                  <a:cubicBezTo>
                    <a:pt x="1151603" y="17923"/>
                    <a:pt x="1152403" y="17936"/>
                    <a:pt x="1153227" y="17950"/>
                  </a:cubicBezTo>
                  <a:cubicBezTo>
                    <a:pt x="1154928" y="17956"/>
                    <a:pt x="1156630" y="17960"/>
                    <a:pt x="1158331" y="17961"/>
                  </a:cubicBezTo>
                  <a:cubicBezTo>
                    <a:pt x="1159131" y="17975"/>
                    <a:pt x="1159931" y="17989"/>
                    <a:pt x="1160755" y="18003"/>
                  </a:cubicBezTo>
                  <a:cubicBezTo>
                    <a:pt x="1161495" y="18005"/>
                    <a:pt x="1162235" y="18006"/>
                    <a:pt x="1162997" y="18008"/>
                  </a:cubicBezTo>
                  <a:cubicBezTo>
                    <a:pt x="1163844" y="18191"/>
                    <a:pt x="1163844" y="18191"/>
                    <a:pt x="1164709" y="18378"/>
                  </a:cubicBezTo>
                  <a:cubicBezTo>
                    <a:pt x="1164976" y="19366"/>
                    <a:pt x="1165224" y="20358"/>
                    <a:pt x="1165453" y="21355"/>
                  </a:cubicBezTo>
                  <a:cubicBezTo>
                    <a:pt x="1167027" y="21840"/>
                    <a:pt x="1167027" y="21840"/>
                    <a:pt x="1168944" y="21808"/>
                  </a:cubicBezTo>
                  <a:cubicBezTo>
                    <a:pt x="1169647" y="21832"/>
                    <a:pt x="1170349" y="21856"/>
                    <a:pt x="1171073" y="21881"/>
                  </a:cubicBezTo>
                  <a:cubicBezTo>
                    <a:pt x="1172182" y="21897"/>
                    <a:pt x="1172182" y="21897"/>
                    <a:pt x="1173313" y="21913"/>
                  </a:cubicBezTo>
                  <a:cubicBezTo>
                    <a:pt x="1174426" y="21946"/>
                    <a:pt x="1174426" y="21946"/>
                    <a:pt x="1175561" y="21980"/>
                  </a:cubicBezTo>
                  <a:cubicBezTo>
                    <a:pt x="1177401" y="22033"/>
                    <a:pt x="1179240" y="22072"/>
                    <a:pt x="1181080" y="22099"/>
                  </a:cubicBezTo>
                  <a:cubicBezTo>
                    <a:pt x="1181080" y="23081"/>
                    <a:pt x="1181080" y="24064"/>
                    <a:pt x="1181080" y="25076"/>
                  </a:cubicBezTo>
                  <a:cubicBezTo>
                    <a:pt x="1181545" y="25060"/>
                    <a:pt x="1182011" y="25044"/>
                    <a:pt x="1182491" y="25028"/>
                  </a:cubicBezTo>
                  <a:cubicBezTo>
                    <a:pt x="1184594" y="24967"/>
                    <a:pt x="1186697" y="24928"/>
                    <a:pt x="1188800" y="24890"/>
                  </a:cubicBezTo>
                  <a:cubicBezTo>
                    <a:pt x="1189533" y="24865"/>
                    <a:pt x="1190266" y="24840"/>
                    <a:pt x="1191021" y="24814"/>
                  </a:cubicBezTo>
                  <a:cubicBezTo>
                    <a:pt x="1192071" y="24800"/>
                    <a:pt x="1192071" y="24800"/>
                    <a:pt x="1193143" y="24785"/>
                  </a:cubicBezTo>
                  <a:cubicBezTo>
                    <a:pt x="1193790" y="24769"/>
                    <a:pt x="1194437" y="24754"/>
                    <a:pt x="1195103" y="24738"/>
                  </a:cubicBezTo>
                  <a:cubicBezTo>
                    <a:pt x="1195632" y="24849"/>
                    <a:pt x="1196162" y="24961"/>
                    <a:pt x="1196707" y="25076"/>
                  </a:cubicBezTo>
                  <a:cubicBezTo>
                    <a:pt x="1197227" y="26055"/>
                    <a:pt x="1197724" y="27048"/>
                    <a:pt x="1198195" y="28052"/>
                  </a:cubicBezTo>
                  <a:cubicBezTo>
                    <a:pt x="1200375" y="28318"/>
                    <a:pt x="1202340" y="28435"/>
                    <a:pt x="1204520" y="28424"/>
                  </a:cubicBezTo>
                  <a:cubicBezTo>
                    <a:pt x="1206700" y="28414"/>
                    <a:pt x="1208666" y="28531"/>
                    <a:pt x="1210845" y="28796"/>
                  </a:cubicBezTo>
                  <a:cubicBezTo>
                    <a:pt x="1211799" y="30215"/>
                    <a:pt x="1211799" y="30215"/>
                    <a:pt x="1212334" y="31773"/>
                  </a:cubicBezTo>
                  <a:cubicBezTo>
                    <a:pt x="1213079" y="32087"/>
                    <a:pt x="1213079" y="32087"/>
                    <a:pt x="1213839" y="32407"/>
                  </a:cubicBezTo>
                  <a:cubicBezTo>
                    <a:pt x="1214567" y="32830"/>
                    <a:pt x="1214567" y="32830"/>
                    <a:pt x="1215310" y="33261"/>
                  </a:cubicBezTo>
                  <a:cubicBezTo>
                    <a:pt x="1215636" y="34761"/>
                    <a:pt x="1215636" y="34761"/>
                    <a:pt x="1215575" y="36584"/>
                  </a:cubicBezTo>
                  <a:cubicBezTo>
                    <a:pt x="1215562" y="37240"/>
                    <a:pt x="1215549" y="37897"/>
                    <a:pt x="1215536" y="38573"/>
                  </a:cubicBezTo>
                  <a:cubicBezTo>
                    <a:pt x="1215507" y="39261"/>
                    <a:pt x="1215479" y="39948"/>
                    <a:pt x="1215450" y="40656"/>
                  </a:cubicBezTo>
                  <a:cubicBezTo>
                    <a:pt x="1215411" y="42012"/>
                    <a:pt x="1215375" y="43367"/>
                    <a:pt x="1215342" y="44723"/>
                  </a:cubicBezTo>
                  <a:cubicBezTo>
                    <a:pt x="1215319" y="45325"/>
                    <a:pt x="1215297" y="45927"/>
                    <a:pt x="1215273" y="46548"/>
                  </a:cubicBezTo>
                  <a:cubicBezTo>
                    <a:pt x="1215235" y="48284"/>
                    <a:pt x="1215235" y="48284"/>
                    <a:pt x="1216054" y="50376"/>
                  </a:cubicBezTo>
                  <a:cubicBezTo>
                    <a:pt x="1216546" y="50622"/>
                    <a:pt x="1217037" y="50868"/>
                    <a:pt x="1217543" y="51121"/>
                  </a:cubicBezTo>
                  <a:cubicBezTo>
                    <a:pt x="1217729" y="53389"/>
                    <a:pt x="1217821" y="55595"/>
                    <a:pt x="1217851" y="57867"/>
                  </a:cubicBezTo>
                  <a:cubicBezTo>
                    <a:pt x="1217865" y="58543"/>
                    <a:pt x="1217880" y="59220"/>
                    <a:pt x="1217894" y="59916"/>
                  </a:cubicBezTo>
                  <a:cubicBezTo>
                    <a:pt x="1217939" y="62085"/>
                    <a:pt x="1217974" y="64253"/>
                    <a:pt x="1218008" y="66422"/>
                  </a:cubicBezTo>
                  <a:cubicBezTo>
                    <a:pt x="1218036" y="67888"/>
                    <a:pt x="1218065" y="69355"/>
                    <a:pt x="1218095" y="70821"/>
                  </a:cubicBezTo>
                  <a:cubicBezTo>
                    <a:pt x="1218167" y="74424"/>
                    <a:pt x="1218229" y="78027"/>
                    <a:pt x="1218287" y="81630"/>
                  </a:cubicBezTo>
                  <a:cubicBezTo>
                    <a:pt x="1219024" y="81630"/>
                    <a:pt x="1219760" y="81630"/>
                    <a:pt x="1220519" y="81630"/>
                  </a:cubicBezTo>
                  <a:cubicBezTo>
                    <a:pt x="1220519" y="120184"/>
                    <a:pt x="1220519" y="158738"/>
                    <a:pt x="1220519" y="198460"/>
                  </a:cubicBezTo>
                  <a:cubicBezTo>
                    <a:pt x="1219783" y="198460"/>
                    <a:pt x="1219046" y="198460"/>
                    <a:pt x="1218287" y="198460"/>
                  </a:cubicBezTo>
                  <a:cubicBezTo>
                    <a:pt x="1218272" y="199336"/>
                    <a:pt x="1218257" y="200211"/>
                    <a:pt x="1218242" y="201113"/>
                  </a:cubicBezTo>
                  <a:cubicBezTo>
                    <a:pt x="1218186" y="204348"/>
                    <a:pt x="1218120" y="207584"/>
                    <a:pt x="1218051" y="210819"/>
                  </a:cubicBezTo>
                  <a:cubicBezTo>
                    <a:pt x="1218022" y="212221"/>
                    <a:pt x="1217996" y="213624"/>
                    <a:pt x="1217973" y="215026"/>
                  </a:cubicBezTo>
                  <a:cubicBezTo>
                    <a:pt x="1217939" y="217038"/>
                    <a:pt x="1217896" y="219049"/>
                    <a:pt x="1217851" y="221061"/>
                  </a:cubicBezTo>
                  <a:cubicBezTo>
                    <a:pt x="1217842" y="221692"/>
                    <a:pt x="1217834" y="222323"/>
                    <a:pt x="1217825" y="222973"/>
                  </a:cubicBezTo>
                  <a:cubicBezTo>
                    <a:pt x="1217786" y="224478"/>
                    <a:pt x="1217672" y="225981"/>
                    <a:pt x="1217543" y="227482"/>
                  </a:cubicBezTo>
                  <a:cubicBezTo>
                    <a:pt x="1217052" y="227727"/>
                    <a:pt x="1216560" y="227973"/>
                    <a:pt x="1216054" y="228226"/>
                  </a:cubicBezTo>
                  <a:cubicBezTo>
                    <a:pt x="1215812" y="230095"/>
                    <a:pt x="1215812" y="230095"/>
                    <a:pt x="1215825" y="232342"/>
                  </a:cubicBezTo>
                  <a:cubicBezTo>
                    <a:pt x="1215806" y="233176"/>
                    <a:pt x="1215787" y="234009"/>
                    <a:pt x="1215768" y="234868"/>
                  </a:cubicBezTo>
                  <a:cubicBezTo>
                    <a:pt x="1215742" y="236641"/>
                    <a:pt x="1215719" y="238414"/>
                    <a:pt x="1215698" y="240187"/>
                  </a:cubicBezTo>
                  <a:cubicBezTo>
                    <a:pt x="1215669" y="241438"/>
                    <a:pt x="1215669" y="241438"/>
                    <a:pt x="1215639" y="242713"/>
                  </a:cubicBezTo>
                  <a:cubicBezTo>
                    <a:pt x="1215629" y="243484"/>
                    <a:pt x="1215619" y="244255"/>
                    <a:pt x="1215608" y="245049"/>
                  </a:cubicBezTo>
                  <a:cubicBezTo>
                    <a:pt x="1215510" y="245637"/>
                    <a:pt x="1215412" y="246224"/>
                    <a:pt x="1215310" y="246830"/>
                  </a:cubicBezTo>
                  <a:cubicBezTo>
                    <a:pt x="1214574" y="247075"/>
                    <a:pt x="1213837" y="247321"/>
                    <a:pt x="1213078" y="247574"/>
                  </a:cubicBezTo>
                  <a:cubicBezTo>
                    <a:pt x="1212695" y="249302"/>
                    <a:pt x="1212695" y="249302"/>
                    <a:pt x="1212697" y="251390"/>
                  </a:cubicBezTo>
                  <a:cubicBezTo>
                    <a:pt x="1212658" y="252545"/>
                    <a:pt x="1212658" y="252545"/>
                    <a:pt x="1212617" y="253723"/>
                  </a:cubicBezTo>
                  <a:cubicBezTo>
                    <a:pt x="1212600" y="254533"/>
                    <a:pt x="1212584" y="255343"/>
                    <a:pt x="1212566" y="256178"/>
                  </a:cubicBezTo>
                  <a:cubicBezTo>
                    <a:pt x="1212541" y="256991"/>
                    <a:pt x="1212515" y="257804"/>
                    <a:pt x="1212489" y="258641"/>
                  </a:cubicBezTo>
                  <a:cubicBezTo>
                    <a:pt x="1212428" y="260657"/>
                    <a:pt x="1212376" y="262673"/>
                    <a:pt x="1212334" y="264689"/>
                  </a:cubicBezTo>
                  <a:cubicBezTo>
                    <a:pt x="1211597" y="264689"/>
                    <a:pt x="1210860" y="264689"/>
                    <a:pt x="1210101" y="264689"/>
                  </a:cubicBezTo>
                  <a:cubicBezTo>
                    <a:pt x="1210090" y="265128"/>
                    <a:pt x="1210080" y="265567"/>
                    <a:pt x="1210068" y="266020"/>
                  </a:cubicBezTo>
                  <a:cubicBezTo>
                    <a:pt x="1210013" y="268011"/>
                    <a:pt x="1209941" y="270000"/>
                    <a:pt x="1209869" y="271991"/>
                  </a:cubicBezTo>
                  <a:cubicBezTo>
                    <a:pt x="1209852" y="272682"/>
                    <a:pt x="1209835" y="273373"/>
                    <a:pt x="1209818" y="274085"/>
                  </a:cubicBezTo>
                  <a:cubicBezTo>
                    <a:pt x="1209791" y="274749"/>
                    <a:pt x="1209765" y="275414"/>
                    <a:pt x="1209738" y="276098"/>
                  </a:cubicBezTo>
                  <a:cubicBezTo>
                    <a:pt x="1209718" y="276710"/>
                    <a:pt x="1209699" y="277322"/>
                    <a:pt x="1209679" y="277952"/>
                  </a:cubicBezTo>
                  <a:cubicBezTo>
                    <a:pt x="1209289" y="279915"/>
                    <a:pt x="1208541" y="280452"/>
                    <a:pt x="1207125" y="281804"/>
                  </a:cubicBezTo>
                  <a:cubicBezTo>
                    <a:pt x="1206938" y="284309"/>
                    <a:pt x="1206938" y="284309"/>
                    <a:pt x="1207125" y="287060"/>
                  </a:cubicBezTo>
                  <a:cubicBezTo>
                    <a:pt x="1207264" y="289876"/>
                    <a:pt x="1207264" y="289876"/>
                    <a:pt x="1207125" y="292222"/>
                  </a:cubicBezTo>
                  <a:cubicBezTo>
                    <a:pt x="1206388" y="292713"/>
                    <a:pt x="1205651" y="293204"/>
                    <a:pt x="1204892" y="293710"/>
                  </a:cubicBezTo>
                  <a:cubicBezTo>
                    <a:pt x="1204607" y="295895"/>
                    <a:pt x="1204443" y="297937"/>
                    <a:pt x="1204381" y="300129"/>
                  </a:cubicBezTo>
                  <a:cubicBezTo>
                    <a:pt x="1204343" y="301024"/>
                    <a:pt x="1204343" y="301024"/>
                    <a:pt x="1204304" y="301937"/>
                  </a:cubicBezTo>
                  <a:cubicBezTo>
                    <a:pt x="1204242" y="303411"/>
                    <a:pt x="1204194" y="304886"/>
                    <a:pt x="1204148" y="306361"/>
                  </a:cubicBezTo>
                  <a:cubicBezTo>
                    <a:pt x="1203411" y="306115"/>
                    <a:pt x="1202675" y="305870"/>
                    <a:pt x="1201916" y="305617"/>
                  </a:cubicBezTo>
                  <a:cubicBezTo>
                    <a:pt x="1201879" y="306414"/>
                    <a:pt x="1201843" y="307211"/>
                    <a:pt x="1201805" y="308032"/>
                  </a:cubicBezTo>
                  <a:cubicBezTo>
                    <a:pt x="1201749" y="309072"/>
                    <a:pt x="1201693" y="310112"/>
                    <a:pt x="1201637" y="311151"/>
                  </a:cubicBezTo>
                  <a:cubicBezTo>
                    <a:pt x="1201614" y="311677"/>
                    <a:pt x="1201591" y="312203"/>
                    <a:pt x="1201567" y="312746"/>
                  </a:cubicBezTo>
                  <a:cubicBezTo>
                    <a:pt x="1201489" y="314094"/>
                    <a:pt x="1201336" y="315438"/>
                    <a:pt x="1201172" y="316779"/>
                  </a:cubicBezTo>
                  <a:cubicBezTo>
                    <a:pt x="1200680" y="317024"/>
                    <a:pt x="1200189" y="317270"/>
                    <a:pt x="1199683" y="317523"/>
                  </a:cubicBezTo>
                  <a:cubicBezTo>
                    <a:pt x="1198977" y="319852"/>
                    <a:pt x="1198945" y="321956"/>
                    <a:pt x="1199032" y="324360"/>
                  </a:cubicBezTo>
                  <a:cubicBezTo>
                    <a:pt x="1199001" y="325296"/>
                    <a:pt x="1198971" y="326232"/>
                    <a:pt x="1198939" y="327197"/>
                  </a:cubicBezTo>
                  <a:cubicBezTo>
                    <a:pt x="1198202" y="327688"/>
                    <a:pt x="1197466" y="328179"/>
                    <a:pt x="1196707" y="328685"/>
                  </a:cubicBezTo>
                  <a:cubicBezTo>
                    <a:pt x="1196366" y="331206"/>
                    <a:pt x="1196332" y="333680"/>
                    <a:pt x="1196265" y="336222"/>
                  </a:cubicBezTo>
                  <a:cubicBezTo>
                    <a:pt x="1196115" y="337280"/>
                    <a:pt x="1196115" y="337280"/>
                    <a:pt x="1195963" y="338359"/>
                  </a:cubicBezTo>
                  <a:cubicBezTo>
                    <a:pt x="1195226" y="338604"/>
                    <a:pt x="1194489" y="338850"/>
                    <a:pt x="1193730" y="339103"/>
                  </a:cubicBezTo>
                  <a:cubicBezTo>
                    <a:pt x="1193291" y="341194"/>
                    <a:pt x="1193291" y="341194"/>
                    <a:pt x="1193219" y="343614"/>
                  </a:cubicBezTo>
                  <a:cubicBezTo>
                    <a:pt x="1193170" y="344436"/>
                    <a:pt x="1193121" y="345258"/>
                    <a:pt x="1193070" y="346105"/>
                  </a:cubicBezTo>
                  <a:cubicBezTo>
                    <a:pt x="1193043" y="346741"/>
                    <a:pt x="1193015" y="347377"/>
                    <a:pt x="1192986" y="348033"/>
                  </a:cubicBezTo>
                  <a:cubicBezTo>
                    <a:pt x="1192249" y="348033"/>
                    <a:pt x="1191513" y="348033"/>
                    <a:pt x="1190754" y="348033"/>
                  </a:cubicBezTo>
                  <a:cubicBezTo>
                    <a:pt x="1190780" y="348544"/>
                    <a:pt x="1190805" y="349055"/>
                    <a:pt x="1190832" y="349582"/>
                  </a:cubicBezTo>
                  <a:cubicBezTo>
                    <a:pt x="1190862" y="350588"/>
                    <a:pt x="1190862" y="350588"/>
                    <a:pt x="1190893" y="351614"/>
                  </a:cubicBezTo>
                  <a:cubicBezTo>
                    <a:pt x="1190919" y="352279"/>
                    <a:pt x="1190945" y="352943"/>
                    <a:pt x="1190972" y="353628"/>
                  </a:cubicBezTo>
                  <a:cubicBezTo>
                    <a:pt x="1190754" y="355474"/>
                    <a:pt x="1190754" y="355474"/>
                    <a:pt x="1189652" y="356570"/>
                  </a:cubicBezTo>
                  <a:cubicBezTo>
                    <a:pt x="1187642" y="358591"/>
                    <a:pt x="1188165" y="361389"/>
                    <a:pt x="1188079" y="364107"/>
                  </a:cubicBezTo>
                  <a:cubicBezTo>
                    <a:pt x="1187980" y="364696"/>
                    <a:pt x="1187880" y="365285"/>
                    <a:pt x="1187777" y="365892"/>
                  </a:cubicBezTo>
                  <a:cubicBezTo>
                    <a:pt x="1187040" y="366138"/>
                    <a:pt x="1186304" y="366383"/>
                    <a:pt x="1185545" y="366636"/>
                  </a:cubicBezTo>
                  <a:cubicBezTo>
                    <a:pt x="1185223" y="368497"/>
                    <a:pt x="1185217" y="370299"/>
                    <a:pt x="1185175" y="372185"/>
                  </a:cubicBezTo>
                  <a:cubicBezTo>
                    <a:pt x="1184801" y="374078"/>
                    <a:pt x="1184801" y="374078"/>
                    <a:pt x="1183806" y="375784"/>
                  </a:cubicBezTo>
                  <a:cubicBezTo>
                    <a:pt x="1180602" y="377837"/>
                    <a:pt x="1177222" y="377440"/>
                    <a:pt x="1173499" y="377426"/>
                  </a:cubicBezTo>
                  <a:cubicBezTo>
                    <a:pt x="1172000" y="377421"/>
                    <a:pt x="1170501" y="377428"/>
                    <a:pt x="1169002" y="377449"/>
                  </a:cubicBezTo>
                  <a:cubicBezTo>
                    <a:pt x="1168339" y="377446"/>
                    <a:pt x="1167676" y="377443"/>
                    <a:pt x="1166993" y="377439"/>
                  </a:cubicBezTo>
                  <a:cubicBezTo>
                    <a:pt x="1166485" y="377558"/>
                    <a:pt x="1165976" y="377676"/>
                    <a:pt x="1165453" y="377798"/>
                  </a:cubicBezTo>
                  <a:cubicBezTo>
                    <a:pt x="1165332" y="378289"/>
                    <a:pt x="1165211" y="378779"/>
                    <a:pt x="1165086" y="379285"/>
                  </a:cubicBezTo>
                  <a:cubicBezTo>
                    <a:pt x="1164961" y="379777"/>
                    <a:pt x="1164837" y="380268"/>
                    <a:pt x="1164709" y="380775"/>
                  </a:cubicBezTo>
                  <a:cubicBezTo>
                    <a:pt x="1163133" y="381146"/>
                    <a:pt x="1163133" y="381146"/>
                    <a:pt x="1161081" y="381150"/>
                  </a:cubicBezTo>
                  <a:cubicBezTo>
                    <a:pt x="1160348" y="381164"/>
                    <a:pt x="1159615" y="381178"/>
                    <a:pt x="1158860" y="381192"/>
                  </a:cubicBezTo>
                  <a:cubicBezTo>
                    <a:pt x="1157703" y="381193"/>
                    <a:pt x="1157703" y="381193"/>
                    <a:pt x="1156523" y="381193"/>
                  </a:cubicBezTo>
                  <a:cubicBezTo>
                    <a:pt x="1155004" y="381200"/>
                    <a:pt x="1153484" y="381216"/>
                    <a:pt x="1151965" y="381243"/>
                  </a:cubicBezTo>
                  <a:cubicBezTo>
                    <a:pt x="1150949" y="381244"/>
                    <a:pt x="1150949" y="381244"/>
                    <a:pt x="1149913" y="381244"/>
                  </a:cubicBezTo>
                  <a:cubicBezTo>
                    <a:pt x="1149393" y="381335"/>
                    <a:pt x="1148873" y="381426"/>
                    <a:pt x="1148338" y="381519"/>
                  </a:cubicBezTo>
                  <a:cubicBezTo>
                    <a:pt x="1148092" y="382256"/>
                    <a:pt x="1147846" y="382992"/>
                    <a:pt x="1147593" y="383751"/>
                  </a:cubicBezTo>
                  <a:cubicBezTo>
                    <a:pt x="1146166" y="384026"/>
                    <a:pt x="1146166" y="384026"/>
                    <a:pt x="1144318" y="384028"/>
                  </a:cubicBezTo>
                  <a:cubicBezTo>
                    <a:pt x="1143655" y="384040"/>
                    <a:pt x="1142993" y="384053"/>
                    <a:pt x="1142310" y="384067"/>
                  </a:cubicBezTo>
                  <a:cubicBezTo>
                    <a:pt x="1140905" y="384074"/>
                    <a:pt x="1139500" y="384077"/>
                    <a:pt x="1138096" y="384078"/>
                  </a:cubicBezTo>
                  <a:cubicBezTo>
                    <a:pt x="1137432" y="384092"/>
                    <a:pt x="1136769" y="384106"/>
                    <a:pt x="1136085" y="384121"/>
                  </a:cubicBezTo>
                  <a:cubicBezTo>
                    <a:pt x="1135474" y="384122"/>
                    <a:pt x="1134864" y="384123"/>
                    <a:pt x="1134234" y="384125"/>
                  </a:cubicBezTo>
                  <a:cubicBezTo>
                    <a:pt x="1133731" y="384247"/>
                    <a:pt x="1133229" y="384369"/>
                    <a:pt x="1132711" y="384496"/>
                  </a:cubicBezTo>
                  <a:cubicBezTo>
                    <a:pt x="1132476" y="384985"/>
                    <a:pt x="1132241" y="385475"/>
                    <a:pt x="1131999" y="385979"/>
                  </a:cubicBezTo>
                  <a:cubicBezTo>
                    <a:pt x="1131742" y="386472"/>
                    <a:pt x="1131486" y="386964"/>
                    <a:pt x="1131222" y="387472"/>
                  </a:cubicBezTo>
                  <a:cubicBezTo>
                    <a:pt x="1129482" y="387878"/>
                    <a:pt x="1129482" y="387878"/>
                    <a:pt x="1127333" y="387926"/>
                  </a:cubicBezTo>
                  <a:cubicBezTo>
                    <a:pt x="1126182" y="387962"/>
                    <a:pt x="1126182" y="387962"/>
                    <a:pt x="1125008" y="387998"/>
                  </a:cubicBezTo>
                  <a:cubicBezTo>
                    <a:pt x="1124204" y="388009"/>
                    <a:pt x="1123400" y="388019"/>
                    <a:pt x="1122572" y="388030"/>
                  </a:cubicBezTo>
                  <a:cubicBezTo>
                    <a:pt x="1121762" y="388052"/>
                    <a:pt x="1120953" y="388074"/>
                    <a:pt x="1120118" y="388097"/>
                  </a:cubicBezTo>
                  <a:cubicBezTo>
                    <a:pt x="1118115" y="388150"/>
                    <a:pt x="1116111" y="388189"/>
                    <a:pt x="1114107" y="388216"/>
                  </a:cubicBezTo>
                  <a:cubicBezTo>
                    <a:pt x="1114107" y="388953"/>
                    <a:pt x="1114107" y="389690"/>
                    <a:pt x="1114107" y="390449"/>
                  </a:cubicBezTo>
                  <a:cubicBezTo>
                    <a:pt x="1113476" y="390477"/>
                    <a:pt x="1113476" y="390477"/>
                    <a:pt x="1112833" y="390505"/>
                  </a:cubicBezTo>
                  <a:cubicBezTo>
                    <a:pt x="1110932" y="390591"/>
                    <a:pt x="1109031" y="390683"/>
                    <a:pt x="1107131" y="390774"/>
                  </a:cubicBezTo>
                  <a:cubicBezTo>
                    <a:pt x="1106469" y="390803"/>
                    <a:pt x="1105807" y="390833"/>
                    <a:pt x="1105125" y="390863"/>
                  </a:cubicBezTo>
                  <a:cubicBezTo>
                    <a:pt x="1104492" y="390894"/>
                    <a:pt x="1103859" y="390925"/>
                    <a:pt x="1103207" y="390957"/>
                  </a:cubicBezTo>
                  <a:cubicBezTo>
                    <a:pt x="1102330" y="390998"/>
                    <a:pt x="1102330" y="390998"/>
                    <a:pt x="1101435" y="391040"/>
                  </a:cubicBezTo>
                  <a:cubicBezTo>
                    <a:pt x="1099912" y="391112"/>
                    <a:pt x="1099912" y="391112"/>
                    <a:pt x="1098480" y="391937"/>
                  </a:cubicBezTo>
                  <a:cubicBezTo>
                    <a:pt x="1098235" y="392674"/>
                    <a:pt x="1097989" y="393410"/>
                    <a:pt x="1097736" y="394169"/>
                  </a:cubicBezTo>
                  <a:cubicBezTo>
                    <a:pt x="1096149" y="394491"/>
                    <a:pt x="1096149" y="394491"/>
                    <a:pt x="1094082" y="394550"/>
                  </a:cubicBezTo>
                  <a:cubicBezTo>
                    <a:pt x="1093346" y="394577"/>
                    <a:pt x="1092610" y="394603"/>
                    <a:pt x="1091851" y="394630"/>
                  </a:cubicBezTo>
                  <a:cubicBezTo>
                    <a:pt x="1090689" y="394655"/>
                    <a:pt x="1090689" y="394655"/>
                    <a:pt x="1089504" y="394681"/>
                  </a:cubicBezTo>
                  <a:cubicBezTo>
                    <a:pt x="1088727" y="394706"/>
                    <a:pt x="1087949" y="394732"/>
                    <a:pt x="1087148" y="394758"/>
                  </a:cubicBezTo>
                  <a:cubicBezTo>
                    <a:pt x="1085220" y="394820"/>
                    <a:pt x="1083293" y="394871"/>
                    <a:pt x="1081365" y="394913"/>
                  </a:cubicBezTo>
                  <a:cubicBezTo>
                    <a:pt x="1081365" y="395896"/>
                    <a:pt x="1081365" y="396878"/>
                    <a:pt x="1081365" y="397890"/>
                  </a:cubicBezTo>
                  <a:cubicBezTo>
                    <a:pt x="1080895" y="397901"/>
                    <a:pt x="1080426" y="397912"/>
                    <a:pt x="1079942" y="397923"/>
                  </a:cubicBezTo>
                  <a:cubicBezTo>
                    <a:pt x="1077827" y="397978"/>
                    <a:pt x="1075713" y="398050"/>
                    <a:pt x="1073598" y="398123"/>
                  </a:cubicBezTo>
                  <a:cubicBezTo>
                    <a:pt x="1072489" y="398148"/>
                    <a:pt x="1072489" y="398148"/>
                    <a:pt x="1071358" y="398173"/>
                  </a:cubicBezTo>
                  <a:cubicBezTo>
                    <a:pt x="1070656" y="398200"/>
                    <a:pt x="1069953" y="398226"/>
                    <a:pt x="1069229" y="398253"/>
                  </a:cubicBezTo>
                  <a:cubicBezTo>
                    <a:pt x="1068578" y="398273"/>
                    <a:pt x="1067928" y="398292"/>
                    <a:pt x="1067257" y="398312"/>
                  </a:cubicBezTo>
                  <a:cubicBezTo>
                    <a:pt x="1066756" y="398419"/>
                    <a:pt x="1066254" y="398525"/>
                    <a:pt x="1065738" y="398634"/>
                  </a:cubicBezTo>
                  <a:cubicBezTo>
                    <a:pt x="1065492" y="399371"/>
                    <a:pt x="1065247" y="400108"/>
                    <a:pt x="1064994" y="400867"/>
                  </a:cubicBezTo>
                  <a:cubicBezTo>
                    <a:pt x="1063567" y="401141"/>
                    <a:pt x="1063567" y="401141"/>
                    <a:pt x="1061718" y="401143"/>
                  </a:cubicBezTo>
                  <a:cubicBezTo>
                    <a:pt x="1061056" y="401156"/>
                    <a:pt x="1060393" y="401169"/>
                    <a:pt x="1059711" y="401182"/>
                  </a:cubicBezTo>
                  <a:cubicBezTo>
                    <a:pt x="1058306" y="401189"/>
                    <a:pt x="1056901" y="401193"/>
                    <a:pt x="1055496" y="401194"/>
                  </a:cubicBezTo>
                  <a:cubicBezTo>
                    <a:pt x="1054833" y="401208"/>
                    <a:pt x="1054169" y="401221"/>
                    <a:pt x="1053486" y="401236"/>
                  </a:cubicBezTo>
                  <a:cubicBezTo>
                    <a:pt x="1052875" y="401237"/>
                    <a:pt x="1052264" y="401239"/>
                    <a:pt x="1051634" y="401240"/>
                  </a:cubicBezTo>
                  <a:cubicBezTo>
                    <a:pt x="1051132" y="401362"/>
                    <a:pt x="1050629" y="401485"/>
                    <a:pt x="1050111" y="401611"/>
                  </a:cubicBezTo>
                  <a:cubicBezTo>
                    <a:pt x="1049869" y="402102"/>
                    <a:pt x="1049627" y="402593"/>
                    <a:pt x="1049377" y="403099"/>
                  </a:cubicBezTo>
                  <a:cubicBezTo>
                    <a:pt x="1049128" y="403590"/>
                    <a:pt x="1048879" y="404081"/>
                    <a:pt x="1048623" y="404587"/>
                  </a:cubicBezTo>
                  <a:cubicBezTo>
                    <a:pt x="1047031" y="404958"/>
                    <a:pt x="1047031" y="404958"/>
                    <a:pt x="1045085" y="404962"/>
                  </a:cubicBezTo>
                  <a:cubicBezTo>
                    <a:pt x="1044388" y="404976"/>
                    <a:pt x="1043691" y="404990"/>
                    <a:pt x="1042973" y="405004"/>
                  </a:cubicBezTo>
                  <a:cubicBezTo>
                    <a:pt x="1041879" y="405005"/>
                    <a:pt x="1041879" y="405005"/>
                    <a:pt x="1040763" y="405006"/>
                  </a:cubicBezTo>
                  <a:cubicBezTo>
                    <a:pt x="1039320" y="405013"/>
                    <a:pt x="1037877" y="405028"/>
                    <a:pt x="1036435" y="405055"/>
                  </a:cubicBezTo>
                  <a:cubicBezTo>
                    <a:pt x="1035793" y="405056"/>
                    <a:pt x="1035152" y="405056"/>
                    <a:pt x="1034491" y="405057"/>
                  </a:cubicBezTo>
                  <a:cubicBezTo>
                    <a:pt x="1033998" y="405148"/>
                    <a:pt x="1033504" y="405238"/>
                    <a:pt x="1032996" y="405331"/>
                  </a:cubicBezTo>
                  <a:cubicBezTo>
                    <a:pt x="1032750" y="406068"/>
                    <a:pt x="1032505" y="406805"/>
                    <a:pt x="1032252" y="407564"/>
                  </a:cubicBezTo>
                  <a:cubicBezTo>
                    <a:pt x="1030893" y="407874"/>
                    <a:pt x="1030893" y="407874"/>
                    <a:pt x="1029138" y="407919"/>
                  </a:cubicBezTo>
                  <a:cubicBezTo>
                    <a:pt x="1028510" y="407942"/>
                    <a:pt x="1027881" y="407965"/>
                    <a:pt x="1027233" y="407988"/>
                  </a:cubicBezTo>
                  <a:cubicBezTo>
                    <a:pt x="1026241" y="408008"/>
                    <a:pt x="1026241" y="408008"/>
                    <a:pt x="1025229" y="408029"/>
                  </a:cubicBezTo>
                  <a:cubicBezTo>
                    <a:pt x="1023927" y="408067"/>
                    <a:pt x="1022626" y="408107"/>
                    <a:pt x="1021325" y="408151"/>
                  </a:cubicBezTo>
                  <a:cubicBezTo>
                    <a:pt x="1020455" y="408171"/>
                    <a:pt x="1020455" y="408171"/>
                    <a:pt x="1019568" y="408191"/>
                  </a:cubicBezTo>
                  <a:cubicBezTo>
                    <a:pt x="1018054" y="408221"/>
                    <a:pt x="1018054" y="408221"/>
                    <a:pt x="1016625" y="409052"/>
                  </a:cubicBezTo>
                  <a:cubicBezTo>
                    <a:pt x="1016379" y="409789"/>
                    <a:pt x="1016134" y="410526"/>
                    <a:pt x="1015881" y="411285"/>
                  </a:cubicBezTo>
                  <a:cubicBezTo>
                    <a:pt x="1014442" y="411559"/>
                    <a:pt x="1014442" y="411559"/>
                    <a:pt x="1012578" y="411561"/>
                  </a:cubicBezTo>
                  <a:cubicBezTo>
                    <a:pt x="1011913" y="411574"/>
                    <a:pt x="1011247" y="411587"/>
                    <a:pt x="1010561" y="411600"/>
                  </a:cubicBezTo>
                  <a:cubicBezTo>
                    <a:pt x="1009146" y="411607"/>
                    <a:pt x="1007732" y="411611"/>
                    <a:pt x="1006317" y="411612"/>
                  </a:cubicBezTo>
                  <a:cubicBezTo>
                    <a:pt x="1005319" y="411632"/>
                    <a:pt x="1005319" y="411632"/>
                    <a:pt x="1004300" y="411654"/>
                  </a:cubicBezTo>
                  <a:cubicBezTo>
                    <a:pt x="1003685" y="411655"/>
                    <a:pt x="1003070" y="411657"/>
                    <a:pt x="1002437" y="411658"/>
                  </a:cubicBezTo>
                  <a:cubicBezTo>
                    <a:pt x="1001962" y="411780"/>
                    <a:pt x="1001487" y="411903"/>
                    <a:pt x="1000998" y="412029"/>
                  </a:cubicBezTo>
                  <a:cubicBezTo>
                    <a:pt x="1000878" y="412520"/>
                    <a:pt x="1000759" y="413011"/>
                    <a:pt x="1000636" y="413517"/>
                  </a:cubicBezTo>
                  <a:cubicBezTo>
                    <a:pt x="1000510" y="414008"/>
                    <a:pt x="1000384" y="414499"/>
                    <a:pt x="1000254" y="415005"/>
                  </a:cubicBezTo>
                  <a:cubicBezTo>
                    <a:pt x="998746" y="415376"/>
                    <a:pt x="998746" y="415376"/>
                    <a:pt x="996789" y="415380"/>
                  </a:cubicBezTo>
                  <a:cubicBezTo>
                    <a:pt x="996089" y="415394"/>
                    <a:pt x="995390" y="415408"/>
                    <a:pt x="994670" y="415422"/>
                  </a:cubicBezTo>
                  <a:cubicBezTo>
                    <a:pt x="993934" y="415423"/>
                    <a:pt x="993198" y="415423"/>
                    <a:pt x="992440" y="415424"/>
                  </a:cubicBezTo>
                  <a:cubicBezTo>
                    <a:pt x="990991" y="415430"/>
                    <a:pt x="989541" y="415446"/>
                    <a:pt x="988092" y="415473"/>
                  </a:cubicBezTo>
                  <a:cubicBezTo>
                    <a:pt x="987446" y="415474"/>
                    <a:pt x="986799" y="415474"/>
                    <a:pt x="986134" y="415475"/>
                  </a:cubicBezTo>
                  <a:cubicBezTo>
                    <a:pt x="985388" y="415611"/>
                    <a:pt x="985388" y="415611"/>
                    <a:pt x="984627" y="415749"/>
                  </a:cubicBezTo>
                  <a:cubicBezTo>
                    <a:pt x="984381" y="416486"/>
                    <a:pt x="984136" y="417223"/>
                    <a:pt x="983883" y="417982"/>
                  </a:cubicBezTo>
                  <a:cubicBezTo>
                    <a:pt x="982375" y="418176"/>
                    <a:pt x="982375" y="418176"/>
                    <a:pt x="980418" y="418069"/>
                  </a:cubicBezTo>
                  <a:cubicBezTo>
                    <a:pt x="979718" y="418045"/>
                    <a:pt x="979019" y="418021"/>
                    <a:pt x="978299" y="417996"/>
                  </a:cubicBezTo>
                  <a:cubicBezTo>
                    <a:pt x="976812" y="417925"/>
                    <a:pt x="975326" y="417847"/>
                    <a:pt x="973840" y="417764"/>
                  </a:cubicBezTo>
                  <a:cubicBezTo>
                    <a:pt x="973140" y="417742"/>
                    <a:pt x="972441" y="417720"/>
                    <a:pt x="971720" y="417697"/>
                  </a:cubicBezTo>
                  <a:cubicBezTo>
                    <a:pt x="971074" y="417663"/>
                    <a:pt x="970428" y="417630"/>
                    <a:pt x="969763" y="417595"/>
                  </a:cubicBezTo>
                  <a:cubicBezTo>
                    <a:pt x="969017" y="417786"/>
                    <a:pt x="969017" y="417786"/>
                    <a:pt x="968256" y="417982"/>
                  </a:cubicBezTo>
                  <a:cubicBezTo>
                    <a:pt x="968000" y="419221"/>
                    <a:pt x="967752" y="420461"/>
                    <a:pt x="967511" y="421703"/>
                  </a:cubicBezTo>
                  <a:cubicBezTo>
                    <a:pt x="966073" y="422158"/>
                    <a:pt x="966073" y="422158"/>
                    <a:pt x="964209" y="422150"/>
                  </a:cubicBezTo>
                  <a:cubicBezTo>
                    <a:pt x="963544" y="422162"/>
                    <a:pt x="962878" y="422173"/>
                    <a:pt x="962192" y="422185"/>
                  </a:cubicBezTo>
                  <a:cubicBezTo>
                    <a:pt x="961492" y="422179"/>
                    <a:pt x="960791" y="422174"/>
                    <a:pt x="960070" y="422168"/>
                  </a:cubicBezTo>
                  <a:cubicBezTo>
                    <a:pt x="958690" y="422168"/>
                    <a:pt x="957310" y="422177"/>
                    <a:pt x="955931" y="422197"/>
                  </a:cubicBezTo>
                  <a:cubicBezTo>
                    <a:pt x="955008" y="422190"/>
                    <a:pt x="955008" y="422190"/>
                    <a:pt x="954067" y="422184"/>
                  </a:cubicBezTo>
                  <a:cubicBezTo>
                    <a:pt x="953593" y="422271"/>
                    <a:pt x="953118" y="422357"/>
                    <a:pt x="952629" y="422447"/>
                  </a:cubicBezTo>
                  <a:cubicBezTo>
                    <a:pt x="952383" y="423183"/>
                    <a:pt x="952137" y="423920"/>
                    <a:pt x="951884" y="424679"/>
                  </a:cubicBezTo>
                  <a:cubicBezTo>
                    <a:pt x="949626" y="424951"/>
                    <a:pt x="947499" y="425096"/>
                    <a:pt x="945234" y="425144"/>
                  </a:cubicBezTo>
                  <a:cubicBezTo>
                    <a:pt x="944002" y="425182"/>
                    <a:pt x="942771" y="425223"/>
                    <a:pt x="941539" y="425266"/>
                  </a:cubicBezTo>
                  <a:cubicBezTo>
                    <a:pt x="940716" y="425286"/>
                    <a:pt x="940716" y="425286"/>
                    <a:pt x="939877" y="425306"/>
                  </a:cubicBezTo>
                  <a:cubicBezTo>
                    <a:pt x="938421" y="425343"/>
                    <a:pt x="938421" y="425343"/>
                    <a:pt x="937002" y="426167"/>
                  </a:cubicBezTo>
                  <a:cubicBezTo>
                    <a:pt x="937002" y="426904"/>
                    <a:pt x="937002" y="427641"/>
                    <a:pt x="937002" y="428400"/>
                  </a:cubicBezTo>
                  <a:cubicBezTo>
                    <a:pt x="936559" y="428407"/>
                    <a:pt x="936116" y="428414"/>
                    <a:pt x="935659" y="428421"/>
                  </a:cubicBezTo>
                  <a:cubicBezTo>
                    <a:pt x="933657" y="428461"/>
                    <a:pt x="931655" y="428523"/>
                    <a:pt x="929653" y="428586"/>
                  </a:cubicBezTo>
                  <a:cubicBezTo>
                    <a:pt x="928956" y="428596"/>
                    <a:pt x="928259" y="428607"/>
                    <a:pt x="927540" y="428618"/>
                  </a:cubicBezTo>
                  <a:cubicBezTo>
                    <a:pt x="926873" y="428642"/>
                    <a:pt x="926207" y="428666"/>
                    <a:pt x="925520" y="428690"/>
                  </a:cubicBezTo>
                  <a:cubicBezTo>
                    <a:pt x="924904" y="428706"/>
                    <a:pt x="924288" y="428722"/>
                    <a:pt x="923654" y="428738"/>
                  </a:cubicBezTo>
                  <a:cubicBezTo>
                    <a:pt x="922894" y="428939"/>
                    <a:pt x="922894" y="428939"/>
                    <a:pt x="922119" y="429144"/>
                  </a:cubicBezTo>
                  <a:cubicBezTo>
                    <a:pt x="921597" y="430123"/>
                    <a:pt x="921099" y="431115"/>
                    <a:pt x="920631" y="432121"/>
                  </a:cubicBezTo>
                  <a:cubicBezTo>
                    <a:pt x="918680" y="432326"/>
                    <a:pt x="917032" y="432368"/>
                    <a:pt x="915096" y="432260"/>
                  </a:cubicBezTo>
                  <a:cubicBezTo>
                    <a:pt x="911117" y="432060"/>
                    <a:pt x="911117" y="432060"/>
                    <a:pt x="907236" y="432865"/>
                  </a:cubicBezTo>
                  <a:cubicBezTo>
                    <a:pt x="906990" y="433601"/>
                    <a:pt x="906745" y="434338"/>
                    <a:pt x="906492" y="435097"/>
                  </a:cubicBezTo>
                  <a:cubicBezTo>
                    <a:pt x="905053" y="435372"/>
                    <a:pt x="905053" y="435372"/>
                    <a:pt x="903190" y="435373"/>
                  </a:cubicBezTo>
                  <a:cubicBezTo>
                    <a:pt x="902524" y="435386"/>
                    <a:pt x="901858" y="435399"/>
                    <a:pt x="901172" y="435412"/>
                  </a:cubicBezTo>
                  <a:cubicBezTo>
                    <a:pt x="899758" y="435419"/>
                    <a:pt x="898343" y="435423"/>
                    <a:pt x="896929" y="435424"/>
                  </a:cubicBezTo>
                  <a:cubicBezTo>
                    <a:pt x="895930" y="435445"/>
                    <a:pt x="895930" y="435445"/>
                    <a:pt x="894911" y="435466"/>
                  </a:cubicBezTo>
                  <a:cubicBezTo>
                    <a:pt x="894296" y="435468"/>
                    <a:pt x="893681" y="435469"/>
                    <a:pt x="893048" y="435470"/>
                  </a:cubicBezTo>
                  <a:cubicBezTo>
                    <a:pt x="892573" y="435593"/>
                    <a:pt x="892098" y="435715"/>
                    <a:pt x="891609" y="435841"/>
                  </a:cubicBezTo>
                  <a:cubicBezTo>
                    <a:pt x="891425" y="436578"/>
                    <a:pt x="891425" y="436578"/>
                    <a:pt x="891237" y="437329"/>
                  </a:cubicBezTo>
                  <a:cubicBezTo>
                    <a:pt x="891053" y="438066"/>
                    <a:pt x="891053" y="438066"/>
                    <a:pt x="890865" y="438818"/>
                  </a:cubicBezTo>
                  <a:cubicBezTo>
                    <a:pt x="889426" y="439189"/>
                    <a:pt x="889426" y="439189"/>
                    <a:pt x="887563" y="439193"/>
                  </a:cubicBezTo>
                  <a:cubicBezTo>
                    <a:pt x="886564" y="439214"/>
                    <a:pt x="886564" y="439214"/>
                    <a:pt x="885545" y="439235"/>
                  </a:cubicBezTo>
                  <a:cubicBezTo>
                    <a:pt x="884845" y="439235"/>
                    <a:pt x="884145" y="439236"/>
                    <a:pt x="883424" y="439236"/>
                  </a:cubicBezTo>
                  <a:cubicBezTo>
                    <a:pt x="882044" y="439243"/>
                    <a:pt x="880664" y="439259"/>
                    <a:pt x="879284" y="439286"/>
                  </a:cubicBezTo>
                  <a:cubicBezTo>
                    <a:pt x="878362" y="439287"/>
                    <a:pt x="878362" y="439287"/>
                    <a:pt x="877421" y="439287"/>
                  </a:cubicBezTo>
                  <a:cubicBezTo>
                    <a:pt x="876709" y="439423"/>
                    <a:pt x="876709" y="439423"/>
                    <a:pt x="875982" y="439562"/>
                  </a:cubicBezTo>
                  <a:cubicBezTo>
                    <a:pt x="875737" y="440299"/>
                    <a:pt x="875491" y="441035"/>
                    <a:pt x="875238" y="441794"/>
                  </a:cubicBezTo>
                  <a:cubicBezTo>
                    <a:pt x="873936" y="442069"/>
                    <a:pt x="873936" y="442069"/>
                    <a:pt x="872261" y="442070"/>
                  </a:cubicBezTo>
                  <a:cubicBezTo>
                    <a:pt x="871663" y="442083"/>
                    <a:pt x="871064" y="442096"/>
                    <a:pt x="870448" y="442110"/>
                  </a:cubicBezTo>
                  <a:cubicBezTo>
                    <a:pt x="869176" y="442116"/>
                    <a:pt x="867905" y="442120"/>
                    <a:pt x="866634" y="442121"/>
                  </a:cubicBezTo>
                  <a:cubicBezTo>
                    <a:pt x="866035" y="442135"/>
                    <a:pt x="865437" y="442149"/>
                    <a:pt x="864820" y="442164"/>
                  </a:cubicBezTo>
                  <a:cubicBezTo>
                    <a:pt x="864267" y="442165"/>
                    <a:pt x="863715" y="442166"/>
                    <a:pt x="863146" y="442168"/>
                  </a:cubicBezTo>
                  <a:cubicBezTo>
                    <a:pt x="862716" y="442290"/>
                    <a:pt x="862286" y="442412"/>
                    <a:pt x="861843" y="442538"/>
                  </a:cubicBezTo>
                  <a:cubicBezTo>
                    <a:pt x="861670" y="443273"/>
                    <a:pt x="861670" y="443273"/>
                    <a:pt x="861493" y="444022"/>
                  </a:cubicBezTo>
                  <a:cubicBezTo>
                    <a:pt x="861363" y="444515"/>
                    <a:pt x="861233" y="445007"/>
                    <a:pt x="861099" y="445515"/>
                  </a:cubicBezTo>
                  <a:cubicBezTo>
                    <a:pt x="859649" y="445921"/>
                    <a:pt x="859649" y="445921"/>
                    <a:pt x="857771" y="445969"/>
                  </a:cubicBezTo>
                  <a:cubicBezTo>
                    <a:pt x="857102" y="445992"/>
                    <a:pt x="856433" y="446016"/>
                    <a:pt x="855744" y="446041"/>
                  </a:cubicBezTo>
                  <a:cubicBezTo>
                    <a:pt x="855040" y="446052"/>
                    <a:pt x="854336" y="446062"/>
                    <a:pt x="853611" y="446073"/>
                  </a:cubicBezTo>
                  <a:cubicBezTo>
                    <a:pt x="852552" y="446106"/>
                    <a:pt x="852552" y="446106"/>
                    <a:pt x="851471" y="446140"/>
                  </a:cubicBezTo>
                  <a:cubicBezTo>
                    <a:pt x="849719" y="446193"/>
                    <a:pt x="847968" y="446232"/>
                    <a:pt x="846216" y="446259"/>
                  </a:cubicBezTo>
                  <a:cubicBezTo>
                    <a:pt x="846216" y="446996"/>
                    <a:pt x="846216" y="447733"/>
                    <a:pt x="846216" y="448492"/>
                  </a:cubicBezTo>
                  <a:cubicBezTo>
                    <a:pt x="843362" y="449443"/>
                    <a:pt x="840860" y="449255"/>
                    <a:pt x="837874" y="449189"/>
                  </a:cubicBezTo>
                  <a:cubicBezTo>
                    <a:pt x="835815" y="449235"/>
                    <a:pt x="834043" y="449351"/>
                    <a:pt x="832078" y="449980"/>
                  </a:cubicBezTo>
                  <a:cubicBezTo>
                    <a:pt x="832078" y="450717"/>
                    <a:pt x="832078" y="451453"/>
                    <a:pt x="832078" y="452212"/>
                  </a:cubicBezTo>
                  <a:cubicBezTo>
                    <a:pt x="831653" y="452193"/>
                    <a:pt x="831229" y="452173"/>
                    <a:pt x="830792" y="452153"/>
                  </a:cubicBezTo>
                  <a:cubicBezTo>
                    <a:pt x="828880" y="452076"/>
                    <a:pt x="826968" y="452028"/>
                    <a:pt x="825055" y="451980"/>
                  </a:cubicBezTo>
                  <a:cubicBezTo>
                    <a:pt x="824387" y="451949"/>
                    <a:pt x="823719" y="451917"/>
                    <a:pt x="823030" y="451885"/>
                  </a:cubicBezTo>
                  <a:cubicBezTo>
                    <a:pt x="821262" y="451852"/>
                    <a:pt x="819667" y="451825"/>
                    <a:pt x="817939" y="452212"/>
                  </a:cubicBezTo>
                  <a:cubicBezTo>
                    <a:pt x="817672" y="453449"/>
                    <a:pt x="817424" y="454689"/>
                    <a:pt x="817195" y="455933"/>
                  </a:cubicBezTo>
                  <a:cubicBezTo>
                    <a:pt x="814995" y="456518"/>
                    <a:pt x="812762" y="456419"/>
                    <a:pt x="810498" y="456398"/>
                  </a:cubicBezTo>
                  <a:cubicBezTo>
                    <a:pt x="809257" y="456398"/>
                    <a:pt x="808017" y="456407"/>
                    <a:pt x="806777" y="456427"/>
                  </a:cubicBezTo>
                  <a:cubicBezTo>
                    <a:pt x="806225" y="456423"/>
                    <a:pt x="805672" y="456419"/>
                    <a:pt x="805103" y="456414"/>
                  </a:cubicBezTo>
                  <a:cubicBezTo>
                    <a:pt x="804673" y="456501"/>
                    <a:pt x="804243" y="456588"/>
                    <a:pt x="803800" y="456677"/>
                  </a:cubicBezTo>
                  <a:cubicBezTo>
                    <a:pt x="803555" y="457414"/>
                    <a:pt x="803309" y="458151"/>
                    <a:pt x="803056" y="458910"/>
                  </a:cubicBezTo>
                  <a:cubicBezTo>
                    <a:pt x="801041" y="459182"/>
                    <a:pt x="799172" y="459326"/>
                    <a:pt x="797150" y="459375"/>
                  </a:cubicBezTo>
                  <a:cubicBezTo>
                    <a:pt x="793288" y="459345"/>
                    <a:pt x="793288" y="459345"/>
                    <a:pt x="789662" y="460398"/>
                  </a:cubicBezTo>
                  <a:cubicBezTo>
                    <a:pt x="789416" y="461135"/>
                    <a:pt x="789171" y="461871"/>
                    <a:pt x="788918" y="462630"/>
                  </a:cubicBezTo>
                  <a:cubicBezTo>
                    <a:pt x="787467" y="462952"/>
                    <a:pt x="787467" y="462952"/>
                    <a:pt x="785589" y="463011"/>
                  </a:cubicBezTo>
                  <a:cubicBezTo>
                    <a:pt x="784920" y="463037"/>
                    <a:pt x="784251" y="463064"/>
                    <a:pt x="783562" y="463091"/>
                  </a:cubicBezTo>
                  <a:cubicBezTo>
                    <a:pt x="782506" y="463116"/>
                    <a:pt x="782506" y="463116"/>
                    <a:pt x="781430" y="463142"/>
                  </a:cubicBezTo>
                  <a:cubicBezTo>
                    <a:pt x="780370" y="463180"/>
                    <a:pt x="780370" y="463180"/>
                    <a:pt x="779289" y="463219"/>
                  </a:cubicBezTo>
                  <a:cubicBezTo>
                    <a:pt x="777538" y="463280"/>
                    <a:pt x="775787" y="463332"/>
                    <a:pt x="774035" y="463374"/>
                  </a:cubicBezTo>
                  <a:cubicBezTo>
                    <a:pt x="774035" y="464111"/>
                    <a:pt x="774035" y="464848"/>
                    <a:pt x="774035" y="465607"/>
                  </a:cubicBezTo>
                  <a:cubicBezTo>
                    <a:pt x="773371" y="465652"/>
                    <a:pt x="772707" y="465697"/>
                    <a:pt x="772023" y="465743"/>
                  </a:cubicBezTo>
                  <a:cubicBezTo>
                    <a:pt x="771152" y="465806"/>
                    <a:pt x="770281" y="465868"/>
                    <a:pt x="769384" y="465932"/>
                  </a:cubicBezTo>
                  <a:cubicBezTo>
                    <a:pt x="768521" y="465993"/>
                    <a:pt x="767657" y="466053"/>
                    <a:pt x="766768" y="466116"/>
                  </a:cubicBezTo>
                  <a:cubicBezTo>
                    <a:pt x="764011" y="466345"/>
                    <a:pt x="764011" y="466345"/>
                    <a:pt x="761384" y="467095"/>
                  </a:cubicBezTo>
                  <a:cubicBezTo>
                    <a:pt x="761139" y="467832"/>
                    <a:pt x="760893" y="468569"/>
                    <a:pt x="760640" y="469328"/>
                  </a:cubicBezTo>
                  <a:cubicBezTo>
                    <a:pt x="757933" y="469596"/>
                    <a:pt x="755298" y="469652"/>
                    <a:pt x="752581" y="469655"/>
                  </a:cubicBezTo>
                  <a:cubicBezTo>
                    <a:pt x="750673" y="469672"/>
                    <a:pt x="750673" y="469672"/>
                    <a:pt x="747990" y="470072"/>
                  </a:cubicBezTo>
                  <a:cubicBezTo>
                    <a:pt x="747744" y="470563"/>
                    <a:pt x="747499" y="471054"/>
                    <a:pt x="747246" y="471560"/>
                  </a:cubicBezTo>
                  <a:cubicBezTo>
                    <a:pt x="747000" y="472051"/>
                    <a:pt x="746755" y="472542"/>
                    <a:pt x="746502" y="473048"/>
                  </a:cubicBezTo>
                  <a:cubicBezTo>
                    <a:pt x="744304" y="473334"/>
                    <a:pt x="742329" y="473465"/>
                    <a:pt x="740130" y="473467"/>
                  </a:cubicBezTo>
                  <a:cubicBezTo>
                    <a:pt x="737998" y="473479"/>
                    <a:pt x="735981" y="473581"/>
                    <a:pt x="733851" y="473792"/>
                  </a:cubicBezTo>
                  <a:cubicBezTo>
                    <a:pt x="733606" y="474529"/>
                    <a:pt x="733360" y="475266"/>
                    <a:pt x="733107" y="476025"/>
                  </a:cubicBezTo>
                  <a:cubicBezTo>
                    <a:pt x="731793" y="476347"/>
                    <a:pt x="731793" y="476347"/>
                    <a:pt x="730104" y="476406"/>
                  </a:cubicBezTo>
                  <a:cubicBezTo>
                    <a:pt x="729502" y="476432"/>
                    <a:pt x="728901" y="476458"/>
                    <a:pt x="728280" y="476486"/>
                  </a:cubicBezTo>
                  <a:cubicBezTo>
                    <a:pt x="727648" y="476502"/>
                    <a:pt x="727015" y="476519"/>
                    <a:pt x="726363" y="476536"/>
                  </a:cubicBezTo>
                  <a:cubicBezTo>
                    <a:pt x="725410" y="476575"/>
                    <a:pt x="725410" y="476575"/>
                    <a:pt x="724438" y="476613"/>
                  </a:cubicBezTo>
                  <a:cubicBezTo>
                    <a:pt x="722863" y="476675"/>
                    <a:pt x="721288" y="476723"/>
                    <a:pt x="719713" y="476769"/>
                  </a:cubicBezTo>
                  <a:cubicBezTo>
                    <a:pt x="719713" y="477751"/>
                    <a:pt x="719713" y="478733"/>
                    <a:pt x="719713" y="479746"/>
                  </a:cubicBezTo>
                  <a:cubicBezTo>
                    <a:pt x="718808" y="479773"/>
                    <a:pt x="717903" y="479801"/>
                    <a:pt x="716971" y="479830"/>
                  </a:cubicBezTo>
                  <a:cubicBezTo>
                    <a:pt x="715792" y="479879"/>
                    <a:pt x="714613" y="479928"/>
                    <a:pt x="713434" y="479978"/>
                  </a:cubicBezTo>
                  <a:cubicBezTo>
                    <a:pt x="712538" y="480003"/>
                    <a:pt x="712538" y="480003"/>
                    <a:pt x="711624" y="480029"/>
                  </a:cubicBezTo>
                  <a:cubicBezTo>
                    <a:pt x="709710" y="480093"/>
                    <a:pt x="709710" y="480093"/>
                    <a:pt x="707062" y="480490"/>
                  </a:cubicBezTo>
                  <a:cubicBezTo>
                    <a:pt x="706817" y="481226"/>
                    <a:pt x="706571" y="481963"/>
                    <a:pt x="706318" y="482722"/>
                  </a:cubicBezTo>
                  <a:cubicBezTo>
                    <a:pt x="704148" y="483013"/>
                    <a:pt x="702124" y="483172"/>
                    <a:pt x="699946" y="483234"/>
                  </a:cubicBezTo>
                  <a:cubicBezTo>
                    <a:pt x="699346" y="483259"/>
                    <a:pt x="698746" y="483284"/>
                    <a:pt x="698128" y="483311"/>
                  </a:cubicBezTo>
                  <a:cubicBezTo>
                    <a:pt x="696642" y="483372"/>
                    <a:pt x="695155" y="483420"/>
                    <a:pt x="693668" y="483466"/>
                  </a:cubicBezTo>
                  <a:cubicBezTo>
                    <a:pt x="693668" y="484448"/>
                    <a:pt x="693668" y="485431"/>
                    <a:pt x="693668" y="486443"/>
                  </a:cubicBezTo>
                  <a:cubicBezTo>
                    <a:pt x="692763" y="486462"/>
                    <a:pt x="691859" y="486481"/>
                    <a:pt x="690927" y="486501"/>
                  </a:cubicBezTo>
                  <a:cubicBezTo>
                    <a:pt x="689747" y="486543"/>
                    <a:pt x="688568" y="486585"/>
                    <a:pt x="687389" y="486629"/>
                  </a:cubicBezTo>
                  <a:cubicBezTo>
                    <a:pt x="686792" y="486639"/>
                    <a:pt x="686195" y="486650"/>
                    <a:pt x="685579" y="486661"/>
                  </a:cubicBezTo>
                  <a:cubicBezTo>
                    <a:pt x="683662" y="486708"/>
                    <a:pt x="683662" y="486708"/>
                    <a:pt x="681017" y="487187"/>
                  </a:cubicBezTo>
                  <a:cubicBezTo>
                    <a:pt x="680756" y="488176"/>
                    <a:pt x="680508" y="489168"/>
                    <a:pt x="680273" y="490163"/>
                  </a:cubicBezTo>
                  <a:cubicBezTo>
                    <a:pt x="678326" y="490373"/>
                    <a:pt x="676674" y="490408"/>
                    <a:pt x="674739" y="490303"/>
                  </a:cubicBezTo>
                  <a:cubicBezTo>
                    <a:pt x="671075" y="489990"/>
                    <a:pt x="671075" y="489990"/>
                    <a:pt x="667623" y="490908"/>
                  </a:cubicBezTo>
                  <a:cubicBezTo>
                    <a:pt x="667377" y="491644"/>
                    <a:pt x="667132" y="492381"/>
                    <a:pt x="666879" y="493140"/>
                  </a:cubicBezTo>
                  <a:cubicBezTo>
                    <a:pt x="664985" y="493413"/>
                    <a:pt x="663246" y="493556"/>
                    <a:pt x="661344" y="493605"/>
                  </a:cubicBezTo>
                  <a:cubicBezTo>
                    <a:pt x="657674" y="493600"/>
                    <a:pt x="657674" y="493600"/>
                    <a:pt x="654228" y="494628"/>
                  </a:cubicBezTo>
                  <a:cubicBezTo>
                    <a:pt x="654228" y="495365"/>
                    <a:pt x="654228" y="496102"/>
                    <a:pt x="654228" y="496861"/>
                  </a:cubicBezTo>
                  <a:cubicBezTo>
                    <a:pt x="653377" y="496889"/>
                    <a:pt x="652527" y="496916"/>
                    <a:pt x="651650" y="496945"/>
                  </a:cubicBezTo>
                  <a:cubicBezTo>
                    <a:pt x="650540" y="496994"/>
                    <a:pt x="649431" y="497043"/>
                    <a:pt x="648322" y="497093"/>
                  </a:cubicBezTo>
                  <a:cubicBezTo>
                    <a:pt x="647479" y="497118"/>
                    <a:pt x="647479" y="497118"/>
                    <a:pt x="646620" y="497144"/>
                  </a:cubicBezTo>
                  <a:cubicBezTo>
                    <a:pt x="644817" y="497208"/>
                    <a:pt x="644817" y="497208"/>
                    <a:pt x="642322" y="497605"/>
                  </a:cubicBezTo>
                  <a:cubicBezTo>
                    <a:pt x="642076" y="498342"/>
                    <a:pt x="641831" y="499078"/>
                    <a:pt x="641578" y="499837"/>
                  </a:cubicBezTo>
                  <a:cubicBezTo>
                    <a:pt x="639007" y="500105"/>
                    <a:pt x="636514" y="500162"/>
                    <a:pt x="633933" y="500164"/>
                  </a:cubicBezTo>
                  <a:cubicBezTo>
                    <a:pt x="632142" y="500181"/>
                    <a:pt x="632142" y="500181"/>
                    <a:pt x="629672" y="500581"/>
                  </a:cubicBezTo>
                  <a:cubicBezTo>
                    <a:pt x="629422" y="501573"/>
                    <a:pt x="629174" y="502565"/>
                    <a:pt x="628927" y="503558"/>
                  </a:cubicBezTo>
                  <a:cubicBezTo>
                    <a:pt x="626357" y="503900"/>
                    <a:pt x="623933" y="503935"/>
                    <a:pt x="621348" y="503921"/>
                  </a:cubicBezTo>
                  <a:cubicBezTo>
                    <a:pt x="619552" y="503929"/>
                    <a:pt x="619552" y="503929"/>
                    <a:pt x="617021" y="504302"/>
                  </a:cubicBezTo>
                  <a:cubicBezTo>
                    <a:pt x="616491" y="505277"/>
                    <a:pt x="615993" y="506269"/>
                    <a:pt x="615533" y="507279"/>
                  </a:cubicBezTo>
                  <a:cubicBezTo>
                    <a:pt x="613324" y="507543"/>
                    <a:pt x="613324" y="507543"/>
                    <a:pt x="610696" y="507418"/>
                  </a:cubicBezTo>
                  <a:cubicBezTo>
                    <a:pt x="607415" y="507138"/>
                    <a:pt x="607415" y="507138"/>
                    <a:pt x="604371" y="508023"/>
                  </a:cubicBezTo>
                  <a:cubicBezTo>
                    <a:pt x="604125" y="508760"/>
                    <a:pt x="603880" y="509496"/>
                    <a:pt x="603627" y="510255"/>
                  </a:cubicBezTo>
                  <a:cubicBezTo>
                    <a:pt x="601214" y="510523"/>
                    <a:pt x="598884" y="510580"/>
                    <a:pt x="596461" y="510582"/>
                  </a:cubicBezTo>
                  <a:cubicBezTo>
                    <a:pt x="594782" y="510599"/>
                    <a:pt x="594782" y="510599"/>
                    <a:pt x="592465" y="510999"/>
                  </a:cubicBezTo>
                  <a:cubicBezTo>
                    <a:pt x="592349" y="511491"/>
                    <a:pt x="592234" y="511982"/>
                    <a:pt x="592116" y="512488"/>
                  </a:cubicBezTo>
                  <a:cubicBezTo>
                    <a:pt x="591985" y="512979"/>
                    <a:pt x="591855" y="513470"/>
                    <a:pt x="591720" y="513976"/>
                  </a:cubicBezTo>
                  <a:cubicBezTo>
                    <a:pt x="589658" y="514268"/>
                    <a:pt x="587833" y="514393"/>
                    <a:pt x="585767" y="514395"/>
                  </a:cubicBezTo>
                  <a:cubicBezTo>
                    <a:pt x="583742" y="514407"/>
                    <a:pt x="581837" y="514509"/>
                    <a:pt x="579814" y="514720"/>
                  </a:cubicBezTo>
                  <a:cubicBezTo>
                    <a:pt x="579569" y="515457"/>
                    <a:pt x="579323" y="516193"/>
                    <a:pt x="579070" y="516953"/>
                  </a:cubicBezTo>
                  <a:cubicBezTo>
                    <a:pt x="577143" y="517244"/>
                    <a:pt x="575378" y="517402"/>
                    <a:pt x="573442" y="517464"/>
                  </a:cubicBezTo>
                  <a:cubicBezTo>
                    <a:pt x="572649" y="517502"/>
                    <a:pt x="572649" y="517502"/>
                    <a:pt x="571839" y="517541"/>
                  </a:cubicBezTo>
                  <a:cubicBezTo>
                    <a:pt x="570529" y="517603"/>
                    <a:pt x="569219" y="517651"/>
                    <a:pt x="567908" y="517697"/>
                  </a:cubicBezTo>
                  <a:cubicBezTo>
                    <a:pt x="567908" y="518679"/>
                    <a:pt x="567908" y="519661"/>
                    <a:pt x="567908" y="520673"/>
                  </a:cubicBezTo>
                  <a:cubicBezTo>
                    <a:pt x="567057" y="520701"/>
                    <a:pt x="566206" y="520729"/>
                    <a:pt x="565330" y="520758"/>
                  </a:cubicBezTo>
                  <a:cubicBezTo>
                    <a:pt x="564220" y="520806"/>
                    <a:pt x="563111" y="520856"/>
                    <a:pt x="562001" y="520906"/>
                  </a:cubicBezTo>
                  <a:cubicBezTo>
                    <a:pt x="561159" y="520931"/>
                    <a:pt x="561159" y="520931"/>
                    <a:pt x="560299" y="520957"/>
                  </a:cubicBezTo>
                  <a:cubicBezTo>
                    <a:pt x="558496" y="521021"/>
                    <a:pt x="558496" y="521021"/>
                    <a:pt x="556002" y="521417"/>
                  </a:cubicBezTo>
                  <a:cubicBezTo>
                    <a:pt x="555756" y="522154"/>
                    <a:pt x="555511" y="522891"/>
                    <a:pt x="555258" y="523650"/>
                  </a:cubicBezTo>
                  <a:cubicBezTo>
                    <a:pt x="553111" y="524723"/>
                    <a:pt x="551226" y="524464"/>
                    <a:pt x="548839" y="524440"/>
                  </a:cubicBezTo>
                  <a:cubicBezTo>
                    <a:pt x="547955" y="524434"/>
                    <a:pt x="547070" y="524427"/>
                    <a:pt x="546159" y="524420"/>
                  </a:cubicBezTo>
                  <a:cubicBezTo>
                    <a:pt x="545478" y="524411"/>
                    <a:pt x="544797" y="524403"/>
                    <a:pt x="544095" y="524394"/>
                  </a:cubicBezTo>
                  <a:cubicBezTo>
                    <a:pt x="544095" y="525376"/>
                    <a:pt x="544095" y="526358"/>
                    <a:pt x="544095" y="527371"/>
                  </a:cubicBezTo>
                  <a:cubicBezTo>
                    <a:pt x="540166" y="527616"/>
                    <a:pt x="536237" y="527862"/>
                    <a:pt x="532189" y="528115"/>
                  </a:cubicBezTo>
                  <a:cubicBezTo>
                    <a:pt x="532189" y="529097"/>
                    <a:pt x="532189" y="530079"/>
                    <a:pt x="532189" y="531091"/>
                  </a:cubicBezTo>
                  <a:cubicBezTo>
                    <a:pt x="531392" y="531119"/>
                    <a:pt x="530595" y="531147"/>
                    <a:pt x="529774" y="531176"/>
                  </a:cubicBezTo>
                  <a:cubicBezTo>
                    <a:pt x="528734" y="531224"/>
                    <a:pt x="527694" y="531274"/>
                    <a:pt x="526655" y="531324"/>
                  </a:cubicBezTo>
                  <a:cubicBezTo>
                    <a:pt x="525865" y="531349"/>
                    <a:pt x="525865" y="531349"/>
                    <a:pt x="525060" y="531375"/>
                  </a:cubicBezTo>
                  <a:cubicBezTo>
                    <a:pt x="523369" y="531439"/>
                    <a:pt x="523369" y="531439"/>
                    <a:pt x="521027" y="531835"/>
                  </a:cubicBezTo>
                  <a:cubicBezTo>
                    <a:pt x="520781" y="532572"/>
                    <a:pt x="520536" y="533309"/>
                    <a:pt x="520283" y="534068"/>
                  </a:cubicBezTo>
                  <a:cubicBezTo>
                    <a:pt x="517602" y="534390"/>
                    <a:pt x="514962" y="534396"/>
                    <a:pt x="512263" y="534437"/>
                  </a:cubicBezTo>
                  <a:cubicBezTo>
                    <a:pt x="511472" y="534561"/>
                    <a:pt x="510680" y="534684"/>
                    <a:pt x="509865" y="534812"/>
                  </a:cubicBezTo>
                  <a:cubicBezTo>
                    <a:pt x="509619" y="535303"/>
                    <a:pt x="509374" y="535794"/>
                    <a:pt x="509121" y="536300"/>
                  </a:cubicBezTo>
                  <a:cubicBezTo>
                    <a:pt x="508875" y="536791"/>
                    <a:pt x="508630" y="537282"/>
                    <a:pt x="508377" y="537788"/>
                  </a:cubicBezTo>
                  <a:cubicBezTo>
                    <a:pt x="505979" y="538163"/>
                    <a:pt x="505979" y="538163"/>
                    <a:pt x="503121" y="538207"/>
                  </a:cubicBezTo>
                  <a:cubicBezTo>
                    <a:pt x="500346" y="538206"/>
                    <a:pt x="500346" y="538206"/>
                    <a:pt x="497959" y="538533"/>
                  </a:cubicBezTo>
                  <a:cubicBezTo>
                    <a:pt x="497713" y="539269"/>
                    <a:pt x="497468" y="540006"/>
                    <a:pt x="497215" y="540765"/>
                  </a:cubicBezTo>
                  <a:cubicBezTo>
                    <a:pt x="495267" y="541120"/>
                    <a:pt x="495267" y="541120"/>
                    <a:pt x="492843" y="541230"/>
                  </a:cubicBezTo>
                  <a:cubicBezTo>
                    <a:pt x="490357" y="541356"/>
                    <a:pt x="488420" y="541464"/>
                    <a:pt x="486052" y="542253"/>
                  </a:cubicBezTo>
                  <a:cubicBezTo>
                    <a:pt x="486052" y="542990"/>
                    <a:pt x="486052" y="543727"/>
                    <a:pt x="486052" y="544486"/>
                  </a:cubicBezTo>
                  <a:cubicBezTo>
                    <a:pt x="482369" y="544731"/>
                    <a:pt x="478685" y="544977"/>
                    <a:pt x="474890" y="545230"/>
                  </a:cubicBezTo>
                  <a:cubicBezTo>
                    <a:pt x="474890" y="546212"/>
                    <a:pt x="474890" y="547194"/>
                    <a:pt x="474890" y="548206"/>
                  </a:cubicBezTo>
                  <a:cubicBezTo>
                    <a:pt x="474147" y="548234"/>
                    <a:pt x="473403" y="548262"/>
                    <a:pt x="472638" y="548291"/>
                  </a:cubicBezTo>
                  <a:cubicBezTo>
                    <a:pt x="471677" y="548340"/>
                    <a:pt x="470717" y="548389"/>
                    <a:pt x="469728" y="548439"/>
                  </a:cubicBezTo>
                  <a:cubicBezTo>
                    <a:pt x="468290" y="548504"/>
                    <a:pt x="468290" y="548504"/>
                    <a:pt x="466824" y="548570"/>
                  </a:cubicBezTo>
                  <a:cubicBezTo>
                    <a:pt x="466048" y="548695"/>
                    <a:pt x="465272" y="548821"/>
                    <a:pt x="464472" y="548951"/>
                  </a:cubicBezTo>
                  <a:cubicBezTo>
                    <a:pt x="464227" y="549687"/>
                    <a:pt x="463981" y="550424"/>
                    <a:pt x="463728" y="551183"/>
                  </a:cubicBezTo>
                  <a:cubicBezTo>
                    <a:pt x="461754" y="551538"/>
                    <a:pt x="461754" y="551538"/>
                    <a:pt x="459310" y="551648"/>
                  </a:cubicBezTo>
                  <a:cubicBezTo>
                    <a:pt x="456195" y="551713"/>
                    <a:pt x="456195" y="551713"/>
                    <a:pt x="453310" y="552671"/>
                  </a:cubicBezTo>
                  <a:cubicBezTo>
                    <a:pt x="453310" y="553408"/>
                    <a:pt x="453310" y="554145"/>
                    <a:pt x="453310" y="554904"/>
                  </a:cubicBezTo>
                  <a:cubicBezTo>
                    <a:pt x="452567" y="554932"/>
                    <a:pt x="451823" y="554959"/>
                    <a:pt x="451057" y="554988"/>
                  </a:cubicBezTo>
                  <a:cubicBezTo>
                    <a:pt x="450097" y="555037"/>
                    <a:pt x="449137" y="555086"/>
                    <a:pt x="448148" y="555136"/>
                  </a:cubicBezTo>
                  <a:cubicBezTo>
                    <a:pt x="446710" y="555201"/>
                    <a:pt x="446710" y="555201"/>
                    <a:pt x="445244" y="555267"/>
                  </a:cubicBezTo>
                  <a:cubicBezTo>
                    <a:pt x="444468" y="555393"/>
                    <a:pt x="443692" y="555518"/>
                    <a:pt x="442892" y="555648"/>
                  </a:cubicBezTo>
                  <a:cubicBezTo>
                    <a:pt x="442647" y="556385"/>
                    <a:pt x="442401" y="557121"/>
                    <a:pt x="442148" y="557880"/>
                  </a:cubicBezTo>
                  <a:cubicBezTo>
                    <a:pt x="440174" y="558235"/>
                    <a:pt x="440174" y="558235"/>
                    <a:pt x="437730" y="558345"/>
                  </a:cubicBezTo>
                  <a:cubicBezTo>
                    <a:pt x="434615" y="558411"/>
                    <a:pt x="434615" y="558411"/>
                    <a:pt x="431730" y="559369"/>
                  </a:cubicBezTo>
                  <a:cubicBezTo>
                    <a:pt x="431485" y="560105"/>
                    <a:pt x="431239" y="560842"/>
                    <a:pt x="430986" y="561601"/>
                  </a:cubicBezTo>
                  <a:cubicBezTo>
                    <a:pt x="428498" y="561923"/>
                    <a:pt x="426055" y="561929"/>
                    <a:pt x="423548" y="561970"/>
                  </a:cubicBezTo>
                  <a:cubicBezTo>
                    <a:pt x="422810" y="562094"/>
                    <a:pt x="422072" y="562218"/>
                    <a:pt x="421312" y="562345"/>
                  </a:cubicBezTo>
                  <a:cubicBezTo>
                    <a:pt x="421075" y="562841"/>
                    <a:pt x="420838" y="563337"/>
                    <a:pt x="420594" y="563848"/>
                  </a:cubicBezTo>
                  <a:cubicBezTo>
                    <a:pt x="420340" y="564334"/>
                    <a:pt x="420086" y="564821"/>
                    <a:pt x="419824" y="565322"/>
                  </a:cubicBezTo>
                  <a:cubicBezTo>
                    <a:pt x="417400" y="565612"/>
                    <a:pt x="417400" y="565612"/>
                    <a:pt x="414522" y="565508"/>
                  </a:cubicBezTo>
                  <a:cubicBezTo>
                    <a:pt x="413568" y="565481"/>
                    <a:pt x="412615" y="565454"/>
                    <a:pt x="411633" y="565426"/>
                  </a:cubicBezTo>
                  <a:cubicBezTo>
                    <a:pt x="410530" y="565375"/>
                    <a:pt x="410530" y="565375"/>
                    <a:pt x="409406" y="565322"/>
                  </a:cubicBezTo>
                  <a:cubicBezTo>
                    <a:pt x="409406" y="566304"/>
                    <a:pt x="409406" y="567286"/>
                    <a:pt x="409406" y="568298"/>
                  </a:cubicBezTo>
                  <a:cubicBezTo>
                    <a:pt x="408716" y="568317"/>
                    <a:pt x="408027" y="568337"/>
                    <a:pt x="407316" y="568356"/>
                  </a:cubicBezTo>
                  <a:cubicBezTo>
                    <a:pt x="406425" y="568399"/>
                    <a:pt x="405534" y="568441"/>
                    <a:pt x="404616" y="568484"/>
                  </a:cubicBezTo>
                  <a:cubicBezTo>
                    <a:pt x="403726" y="568519"/>
                    <a:pt x="402837" y="568553"/>
                    <a:pt x="401921" y="568589"/>
                  </a:cubicBezTo>
                  <a:cubicBezTo>
                    <a:pt x="401199" y="568739"/>
                    <a:pt x="400476" y="568888"/>
                    <a:pt x="399732" y="569042"/>
                  </a:cubicBezTo>
                  <a:cubicBezTo>
                    <a:pt x="399559" y="569791"/>
                    <a:pt x="399559" y="569791"/>
                    <a:pt x="399383" y="570554"/>
                  </a:cubicBezTo>
                  <a:cubicBezTo>
                    <a:pt x="399188" y="571279"/>
                    <a:pt x="399188" y="571279"/>
                    <a:pt x="398988" y="572019"/>
                  </a:cubicBezTo>
                  <a:cubicBezTo>
                    <a:pt x="396636" y="572310"/>
                    <a:pt x="396636" y="572310"/>
                    <a:pt x="393732" y="572205"/>
                  </a:cubicBezTo>
                  <a:cubicBezTo>
                    <a:pt x="392772" y="572178"/>
                    <a:pt x="391812" y="572151"/>
                    <a:pt x="390823" y="572124"/>
                  </a:cubicBezTo>
                  <a:cubicBezTo>
                    <a:pt x="389708" y="572072"/>
                    <a:pt x="389708" y="572072"/>
                    <a:pt x="388570" y="572019"/>
                  </a:cubicBezTo>
                  <a:cubicBezTo>
                    <a:pt x="388570" y="573001"/>
                    <a:pt x="388570" y="573983"/>
                    <a:pt x="388570" y="574996"/>
                  </a:cubicBezTo>
                  <a:cubicBezTo>
                    <a:pt x="385132" y="575241"/>
                    <a:pt x="381694" y="575487"/>
                    <a:pt x="378152" y="575740"/>
                  </a:cubicBezTo>
                  <a:cubicBezTo>
                    <a:pt x="378152" y="576722"/>
                    <a:pt x="378152" y="577704"/>
                    <a:pt x="378152" y="578716"/>
                  </a:cubicBezTo>
                  <a:cubicBezTo>
                    <a:pt x="374469" y="578962"/>
                    <a:pt x="370785" y="579207"/>
                    <a:pt x="366990" y="579460"/>
                  </a:cubicBezTo>
                  <a:cubicBezTo>
                    <a:pt x="366990" y="580443"/>
                    <a:pt x="366990" y="581425"/>
                    <a:pt x="366990" y="582437"/>
                  </a:cubicBezTo>
                  <a:cubicBezTo>
                    <a:pt x="366354" y="582465"/>
                    <a:pt x="365718" y="582493"/>
                    <a:pt x="365063" y="582521"/>
                  </a:cubicBezTo>
                  <a:cubicBezTo>
                    <a:pt x="364241" y="582570"/>
                    <a:pt x="363419" y="582619"/>
                    <a:pt x="362572" y="582669"/>
                  </a:cubicBezTo>
                  <a:cubicBezTo>
                    <a:pt x="361751" y="582713"/>
                    <a:pt x="360931" y="582756"/>
                    <a:pt x="360086" y="582800"/>
                  </a:cubicBezTo>
                  <a:cubicBezTo>
                    <a:pt x="359418" y="582926"/>
                    <a:pt x="358749" y="583052"/>
                    <a:pt x="358060" y="583181"/>
                  </a:cubicBezTo>
                  <a:cubicBezTo>
                    <a:pt x="357815" y="583918"/>
                    <a:pt x="357569" y="584654"/>
                    <a:pt x="357316" y="585413"/>
                  </a:cubicBezTo>
                  <a:cubicBezTo>
                    <a:pt x="355389" y="585705"/>
                    <a:pt x="353624" y="585863"/>
                    <a:pt x="351689" y="585925"/>
                  </a:cubicBezTo>
                  <a:cubicBezTo>
                    <a:pt x="350895" y="585963"/>
                    <a:pt x="350895" y="585963"/>
                    <a:pt x="350085" y="586002"/>
                  </a:cubicBezTo>
                  <a:cubicBezTo>
                    <a:pt x="348775" y="586064"/>
                    <a:pt x="347465" y="586112"/>
                    <a:pt x="346154" y="586158"/>
                  </a:cubicBezTo>
                  <a:cubicBezTo>
                    <a:pt x="346154" y="587140"/>
                    <a:pt x="346154" y="588122"/>
                    <a:pt x="346154" y="589134"/>
                  </a:cubicBezTo>
                  <a:cubicBezTo>
                    <a:pt x="342470" y="589380"/>
                    <a:pt x="338787" y="589625"/>
                    <a:pt x="334992" y="589878"/>
                  </a:cubicBezTo>
                  <a:cubicBezTo>
                    <a:pt x="334992" y="590615"/>
                    <a:pt x="334992" y="591352"/>
                    <a:pt x="334992" y="592111"/>
                  </a:cubicBezTo>
                  <a:cubicBezTo>
                    <a:pt x="331554" y="592356"/>
                    <a:pt x="328116" y="592602"/>
                    <a:pt x="324574" y="592855"/>
                  </a:cubicBezTo>
                  <a:cubicBezTo>
                    <a:pt x="324574" y="593837"/>
                    <a:pt x="324574" y="594819"/>
                    <a:pt x="324574" y="595831"/>
                  </a:cubicBezTo>
                  <a:cubicBezTo>
                    <a:pt x="323777" y="595851"/>
                    <a:pt x="322980" y="595870"/>
                    <a:pt x="322158" y="595890"/>
                  </a:cubicBezTo>
                  <a:cubicBezTo>
                    <a:pt x="321119" y="595931"/>
                    <a:pt x="320079" y="595974"/>
                    <a:pt x="319039" y="596017"/>
                  </a:cubicBezTo>
                  <a:cubicBezTo>
                    <a:pt x="318513" y="596028"/>
                    <a:pt x="317987" y="596039"/>
                    <a:pt x="317445" y="596049"/>
                  </a:cubicBezTo>
                  <a:cubicBezTo>
                    <a:pt x="315750" y="596098"/>
                    <a:pt x="315750" y="596098"/>
                    <a:pt x="313412" y="596576"/>
                  </a:cubicBezTo>
                  <a:cubicBezTo>
                    <a:pt x="312882" y="598063"/>
                    <a:pt x="312882" y="598063"/>
                    <a:pt x="312668" y="599552"/>
                  </a:cubicBezTo>
                  <a:cubicBezTo>
                    <a:pt x="311046" y="599817"/>
                    <a:pt x="311046" y="599817"/>
                    <a:pt x="309040" y="599692"/>
                  </a:cubicBezTo>
                  <a:cubicBezTo>
                    <a:pt x="306654" y="599563"/>
                    <a:pt x="305292" y="599530"/>
                    <a:pt x="302994" y="600296"/>
                  </a:cubicBezTo>
                  <a:cubicBezTo>
                    <a:pt x="302994" y="601033"/>
                    <a:pt x="302994" y="601770"/>
                    <a:pt x="302994" y="602529"/>
                  </a:cubicBezTo>
                  <a:cubicBezTo>
                    <a:pt x="302197" y="602548"/>
                    <a:pt x="301400" y="602567"/>
                    <a:pt x="300578" y="602587"/>
                  </a:cubicBezTo>
                  <a:cubicBezTo>
                    <a:pt x="299539" y="602629"/>
                    <a:pt x="298499" y="602671"/>
                    <a:pt x="297459" y="602715"/>
                  </a:cubicBezTo>
                  <a:cubicBezTo>
                    <a:pt x="296933" y="602725"/>
                    <a:pt x="296407" y="602736"/>
                    <a:pt x="295865" y="602747"/>
                  </a:cubicBezTo>
                  <a:cubicBezTo>
                    <a:pt x="294170" y="602795"/>
                    <a:pt x="294170" y="602795"/>
                    <a:pt x="291832" y="603273"/>
                  </a:cubicBezTo>
                  <a:cubicBezTo>
                    <a:pt x="291717" y="603772"/>
                    <a:pt x="291601" y="604270"/>
                    <a:pt x="291483" y="604784"/>
                  </a:cubicBezTo>
                  <a:cubicBezTo>
                    <a:pt x="291352" y="605268"/>
                    <a:pt x="291222" y="605751"/>
                    <a:pt x="291088" y="606249"/>
                  </a:cubicBezTo>
                  <a:cubicBezTo>
                    <a:pt x="288988" y="606477"/>
                    <a:pt x="287178" y="606528"/>
                    <a:pt x="285088" y="606435"/>
                  </a:cubicBezTo>
                  <a:cubicBezTo>
                    <a:pt x="284523" y="606422"/>
                    <a:pt x="283959" y="606409"/>
                    <a:pt x="283377" y="606395"/>
                  </a:cubicBezTo>
                  <a:cubicBezTo>
                    <a:pt x="281978" y="606360"/>
                    <a:pt x="280580" y="606306"/>
                    <a:pt x="279181" y="606249"/>
                  </a:cubicBezTo>
                  <a:cubicBezTo>
                    <a:pt x="279181" y="607232"/>
                    <a:pt x="279181" y="608214"/>
                    <a:pt x="279181" y="609226"/>
                  </a:cubicBezTo>
                  <a:cubicBezTo>
                    <a:pt x="278438" y="609245"/>
                    <a:pt x="277694" y="609264"/>
                    <a:pt x="276929" y="609284"/>
                  </a:cubicBezTo>
                  <a:cubicBezTo>
                    <a:pt x="275968" y="609326"/>
                    <a:pt x="275008" y="609369"/>
                    <a:pt x="274019" y="609412"/>
                  </a:cubicBezTo>
                  <a:cubicBezTo>
                    <a:pt x="273061" y="609447"/>
                    <a:pt x="272102" y="609481"/>
                    <a:pt x="271115" y="609517"/>
                  </a:cubicBezTo>
                  <a:cubicBezTo>
                    <a:pt x="270339" y="609666"/>
                    <a:pt x="269563" y="609816"/>
                    <a:pt x="268763" y="609970"/>
                  </a:cubicBezTo>
                  <a:cubicBezTo>
                    <a:pt x="268647" y="610464"/>
                    <a:pt x="268531" y="610958"/>
                    <a:pt x="268412" y="611467"/>
                  </a:cubicBezTo>
                  <a:cubicBezTo>
                    <a:pt x="268217" y="612199"/>
                    <a:pt x="268217" y="612199"/>
                    <a:pt x="268019" y="612947"/>
                  </a:cubicBezTo>
                  <a:cubicBezTo>
                    <a:pt x="266077" y="613239"/>
                    <a:pt x="264385" y="613363"/>
                    <a:pt x="262438" y="613365"/>
                  </a:cubicBezTo>
                  <a:cubicBezTo>
                    <a:pt x="260534" y="613377"/>
                    <a:pt x="258758" y="613480"/>
                    <a:pt x="256857" y="613691"/>
                  </a:cubicBezTo>
                  <a:cubicBezTo>
                    <a:pt x="256612" y="614428"/>
                    <a:pt x="256366" y="615164"/>
                    <a:pt x="256113" y="615923"/>
                  </a:cubicBezTo>
                  <a:cubicBezTo>
                    <a:pt x="254218" y="616304"/>
                    <a:pt x="254218" y="616304"/>
                    <a:pt x="251834" y="616435"/>
                  </a:cubicBezTo>
                  <a:cubicBezTo>
                    <a:pt x="251055" y="616484"/>
                    <a:pt x="250276" y="616533"/>
                    <a:pt x="249474" y="616583"/>
                  </a:cubicBezTo>
                  <a:cubicBezTo>
                    <a:pt x="247467" y="616657"/>
                    <a:pt x="245470" y="616686"/>
                    <a:pt x="243463" y="616667"/>
                  </a:cubicBezTo>
                  <a:cubicBezTo>
                    <a:pt x="243463" y="617650"/>
                    <a:pt x="243463" y="618632"/>
                    <a:pt x="243463" y="619644"/>
                  </a:cubicBezTo>
                  <a:cubicBezTo>
                    <a:pt x="239533" y="619890"/>
                    <a:pt x="235604" y="620135"/>
                    <a:pt x="231556" y="620388"/>
                  </a:cubicBezTo>
                  <a:cubicBezTo>
                    <a:pt x="231556" y="621370"/>
                    <a:pt x="231556" y="622353"/>
                    <a:pt x="231556" y="623365"/>
                  </a:cubicBezTo>
                  <a:cubicBezTo>
                    <a:pt x="230705" y="623392"/>
                    <a:pt x="229855" y="623420"/>
                    <a:pt x="228978" y="623449"/>
                  </a:cubicBezTo>
                  <a:cubicBezTo>
                    <a:pt x="227869" y="623498"/>
                    <a:pt x="226759" y="623547"/>
                    <a:pt x="225650" y="623597"/>
                  </a:cubicBezTo>
                  <a:cubicBezTo>
                    <a:pt x="224807" y="623622"/>
                    <a:pt x="224807" y="623622"/>
                    <a:pt x="223948" y="623648"/>
                  </a:cubicBezTo>
                  <a:cubicBezTo>
                    <a:pt x="222145" y="623712"/>
                    <a:pt x="222145" y="623712"/>
                    <a:pt x="219650" y="624109"/>
                  </a:cubicBezTo>
                  <a:cubicBezTo>
                    <a:pt x="219404" y="624845"/>
                    <a:pt x="219159" y="625582"/>
                    <a:pt x="218906" y="626341"/>
                  </a:cubicBezTo>
                  <a:cubicBezTo>
                    <a:pt x="217012" y="626614"/>
                    <a:pt x="215273" y="626757"/>
                    <a:pt x="213371" y="626806"/>
                  </a:cubicBezTo>
                  <a:cubicBezTo>
                    <a:pt x="209701" y="626801"/>
                    <a:pt x="209701" y="626801"/>
                    <a:pt x="206256" y="627829"/>
                  </a:cubicBezTo>
                  <a:cubicBezTo>
                    <a:pt x="206256" y="628566"/>
                    <a:pt x="206256" y="629303"/>
                    <a:pt x="206256" y="630062"/>
                  </a:cubicBezTo>
                  <a:cubicBezTo>
                    <a:pt x="204992" y="630104"/>
                    <a:pt x="204992" y="630104"/>
                    <a:pt x="203703" y="630146"/>
                  </a:cubicBezTo>
                  <a:cubicBezTo>
                    <a:pt x="202601" y="630195"/>
                    <a:pt x="201498" y="630244"/>
                    <a:pt x="200395" y="630294"/>
                  </a:cubicBezTo>
                  <a:cubicBezTo>
                    <a:pt x="199840" y="630311"/>
                    <a:pt x="199285" y="630328"/>
                    <a:pt x="198712" y="630345"/>
                  </a:cubicBezTo>
                  <a:cubicBezTo>
                    <a:pt x="197252" y="630418"/>
                    <a:pt x="195798" y="630605"/>
                    <a:pt x="194349" y="630806"/>
                  </a:cubicBezTo>
                  <a:cubicBezTo>
                    <a:pt x="193858" y="631543"/>
                    <a:pt x="193367" y="632279"/>
                    <a:pt x="192861" y="633038"/>
                  </a:cubicBezTo>
                  <a:cubicBezTo>
                    <a:pt x="190457" y="633300"/>
                    <a:pt x="188138" y="633363"/>
                    <a:pt x="185725" y="633365"/>
                  </a:cubicBezTo>
                  <a:cubicBezTo>
                    <a:pt x="184053" y="633383"/>
                    <a:pt x="184053" y="633383"/>
                    <a:pt x="181699" y="633783"/>
                  </a:cubicBezTo>
                  <a:cubicBezTo>
                    <a:pt x="181464" y="634274"/>
                    <a:pt x="181229" y="634766"/>
                    <a:pt x="180987" y="635273"/>
                  </a:cubicBezTo>
                  <a:cubicBezTo>
                    <a:pt x="180731" y="635763"/>
                    <a:pt x="180475" y="636254"/>
                    <a:pt x="180211" y="636759"/>
                  </a:cubicBezTo>
                  <a:cubicBezTo>
                    <a:pt x="178824" y="637118"/>
                    <a:pt x="178824" y="637118"/>
                    <a:pt x="177161" y="637108"/>
                  </a:cubicBezTo>
                  <a:cubicBezTo>
                    <a:pt x="176565" y="637119"/>
                    <a:pt x="175969" y="637129"/>
                    <a:pt x="175355" y="637140"/>
                  </a:cubicBezTo>
                  <a:cubicBezTo>
                    <a:pt x="174732" y="637137"/>
                    <a:pt x="174109" y="637134"/>
                    <a:pt x="173467" y="637131"/>
                  </a:cubicBezTo>
                  <a:cubicBezTo>
                    <a:pt x="171181" y="637121"/>
                    <a:pt x="169100" y="637233"/>
                    <a:pt x="166816" y="637503"/>
                  </a:cubicBezTo>
                  <a:cubicBezTo>
                    <a:pt x="166711" y="637993"/>
                    <a:pt x="166605" y="638484"/>
                    <a:pt x="166497" y="638989"/>
                  </a:cubicBezTo>
                  <a:cubicBezTo>
                    <a:pt x="166356" y="639481"/>
                    <a:pt x="166216" y="639973"/>
                    <a:pt x="166072" y="640480"/>
                  </a:cubicBezTo>
                  <a:cubicBezTo>
                    <a:pt x="164428" y="640865"/>
                    <a:pt x="164428" y="640865"/>
                    <a:pt x="162281" y="640875"/>
                  </a:cubicBezTo>
                  <a:cubicBezTo>
                    <a:pt x="161515" y="640879"/>
                    <a:pt x="160749" y="640883"/>
                    <a:pt x="159959" y="640887"/>
                  </a:cubicBezTo>
                  <a:cubicBezTo>
                    <a:pt x="159152" y="640875"/>
                    <a:pt x="158345" y="640864"/>
                    <a:pt x="157514" y="640852"/>
                  </a:cubicBezTo>
                  <a:cubicBezTo>
                    <a:pt x="156708" y="640863"/>
                    <a:pt x="155901" y="640875"/>
                    <a:pt x="155070" y="640887"/>
                  </a:cubicBezTo>
                  <a:cubicBezTo>
                    <a:pt x="153920" y="640881"/>
                    <a:pt x="153920" y="640881"/>
                    <a:pt x="152747" y="640875"/>
                  </a:cubicBezTo>
                  <a:cubicBezTo>
                    <a:pt x="152039" y="640872"/>
                    <a:pt x="151330" y="640868"/>
                    <a:pt x="150600" y="640865"/>
                  </a:cubicBezTo>
                  <a:cubicBezTo>
                    <a:pt x="150058" y="640738"/>
                    <a:pt x="149516" y="640611"/>
                    <a:pt x="148957" y="640480"/>
                  </a:cubicBezTo>
                  <a:cubicBezTo>
                    <a:pt x="148429" y="639010"/>
                    <a:pt x="148429" y="639010"/>
                    <a:pt x="148213" y="637503"/>
                  </a:cubicBezTo>
                  <a:cubicBezTo>
                    <a:pt x="147235" y="636979"/>
                    <a:pt x="146239" y="636489"/>
                    <a:pt x="145236" y="636015"/>
                  </a:cubicBezTo>
                  <a:cubicBezTo>
                    <a:pt x="142062" y="633151"/>
                    <a:pt x="139895" y="630409"/>
                    <a:pt x="138539" y="626341"/>
                  </a:cubicBezTo>
                  <a:cubicBezTo>
                    <a:pt x="137802" y="626096"/>
                    <a:pt x="137065" y="625850"/>
                    <a:pt x="136306" y="625597"/>
                  </a:cubicBezTo>
                  <a:cubicBezTo>
                    <a:pt x="136122" y="624837"/>
                    <a:pt x="136122" y="624837"/>
                    <a:pt x="135934" y="624062"/>
                  </a:cubicBezTo>
                  <a:cubicBezTo>
                    <a:pt x="135811" y="623586"/>
                    <a:pt x="135689" y="623111"/>
                    <a:pt x="135562" y="622620"/>
                  </a:cubicBezTo>
                  <a:cubicBezTo>
                    <a:pt x="134825" y="622620"/>
                    <a:pt x="134089" y="622620"/>
                    <a:pt x="133330" y="622620"/>
                  </a:cubicBezTo>
                  <a:cubicBezTo>
                    <a:pt x="132539" y="621179"/>
                    <a:pt x="132539" y="621179"/>
                    <a:pt x="131841" y="619644"/>
                  </a:cubicBezTo>
                  <a:cubicBezTo>
                    <a:pt x="131350" y="619398"/>
                    <a:pt x="130859" y="619153"/>
                    <a:pt x="130353" y="618900"/>
                  </a:cubicBezTo>
                  <a:cubicBezTo>
                    <a:pt x="130353" y="617918"/>
                    <a:pt x="130353" y="616935"/>
                    <a:pt x="130353" y="615923"/>
                  </a:cubicBezTo>
                  <a:cubicBezTo>
                    <a:pt x="129616" y="615923"/>
                    <a:pt x="128880" y="615923"/>
                    <a:pt x="128121" y="615923"/>
                  </a:cubicBezTo>
                  <a:cubicBezTo>
                    <a:pt x="127330" y="614481"/>
                    <a:pt x="127330" y="614481"/>
                    <a:pt x="126632" y="612947"/>
                  </a:cubicBezTo>
                  <a:cubicBezTo>
                    <a:pt x="126141" y="612701"/>
                    <a:pt x="125650" y="612456"/>
                    <a:pt x="125144" y="612203"/>
                  </a:cubicBezTo>
                  <a:cubicBezTo>
                    <a:pt x="124648" y="611210"/>
                    <a:pt x="124152" y="610218"/>
                    <a:pt x="123656" y="609226"/>
                  </a:cubicBezTo>
                  <a:cubicBezTo>
                    <a:pt x="123165" y="608980"/>
                    <a:pt x="122674" y="608735"/>
                    <a:pt x="122168" y="608482"/>
                  </a:cubicBezTo>
                  <a:cubicBezTo>
                    <a:pt x="121922" y="607745"/>
                    <a:pt x="121677" y="607008"/>
                    <a:pt x="121423" y="606249"/>
                  </a:cubicBezTo>
                  <a:cubicBezTo>
                    <a:pt x="120400" y="605102"/>
                    <a:pt x="120400" y="605102"/>
                    <a:pt x="119191" y="604017"/>
                  </a:cubicBezTo>
                  <a:cubicBezTo>
                    <a:pt x="117480" y="602438"/>
                    <a:pt x="116979" y="601847"/>
                    <a:pt x="116215" y="599552"/>
                  </a:cubicBezTo>
                  <a:cubicBezTo>
                    <a:pt x="115478" y="599061"/>
                    <a:pt x="114741" y="598570"/>
                    <a:pt x="113982" y="598064"/>
                  </a:cubicBezTo>
                  <a:cubicBezTo>
                    <a:pt x="113737" y="597327"/>
                    <a:pt x="113491" y="596590"/>
                    <a:pt x="113238" y="595831"/>
                  </a:cubicBezTo>
                  <a:cubicBezTo>
                    <a:pt x="112854" y="595448"/>
                    <a:pt x="112471" y="595064"/>
                    <a:pt x="112075" y="594669"/>
                  </a:cubicBezTo>
                  <a:cubicBezTo>
                    <a:pt x="111006" y="593599"/>
                    <a:pt x="111006" y="593599"/>
                    <a:pt x="111006" y="592111"/>
                  </a:cubicBezTo>
                  <a:cubicBezTo>
                    <a:pt x="110269" y="591865"/>
                    <a:pt x="109532" y="591620"/>
                    <a:pt x="108773" y="591367"/>
                  </a:cubicBezTo>
                  <a:cubicBezTo>
                    <a:pt x="108528" y="590630"/>
                    <a:pt x="108282" y="589893"/>
                    <a:pt x="108029" y="589134"/>
                  </a:cubicBezTo>
                  <a:cubicBezTo>
                    <a:pt x="107292" y="588643"/>
                    <a:pt x="106556" y="588152"/>
                    <a:pt x="105797" y="587646"/>
                  </a:cubicBezTo>
                  <a:cubicBezTo>
                    <a:pt x="104475" y="585664"/>
                    <a:pt x="103575" y="583957"/>
                    <a:pt x="102820" y="581693"/>
                  </a:cubicBezTo>
                  <a:cubicBezTo>
                    <a:pt x="102083" y="581447"/>
                    <a:pt x="101347" y="581202"/>
                    <a:pt x="100588" y="580949"/>
                  </a:cubicBezTo>
                  <a:cubicBezTo>
                    <a:pt x="100067" y="579969"/>
                    <a:pt x="99570" y="578977"/>
                    <a:pt x="99099" y="577972"/>
                  </a:cubicBezTo>
                  <a:cubicBezTo>
                    <a:pt x="98608" y="577726"/>
                    <a:pt x="98117" y="577481"/>
                    <a:pt x="97611" y="577228"/>
                  </a:cubicBezTo>
                  <a:cubicBezTo>
                    <a:pt x="96529" y="575199"/>
                    <a:pt x="95547" y="573153"/>
                    <a:pt x="94634" y="571042"/>
                  </a:cubicBezTo>
                  <a:cubicBezTo>
                    <a:pt x="93921" y="569526"/>
                    <a:pt x="93921" y="569526"/>
                    <a:pt x="91658" y="569042"/>
                  </a:cubicBezTo>
                  <a:cubicBezTo>
                    <a:pt x="91380" y="567808"/>
                    <a:pt x="91132" y="566568"/>
                    <a:pt x="90914" y="565322"/>
                  </a:cubicBezTo>
                  <a:cubicBezTo>
                    <a:pt x="90423" y="565076"/>
                    <a:pt x="89932" y="564831"/>
                    <a:pt x="89425" y="564578"/>
                  </a:cubicBezTo>
                  <a:cubicBezTo>
                    <a:pt x="89318" y="564102"/>
                    <a:pt x="89211" y="563626"/>
                    <a:pt x="89100" y="563136"/>
                  </a:cubicBezTo>
                  <a:cubicBezTo>
                    <a:pt x="88784" y="561317"/>
                    <a:pt x="88784" y="561317"/>
                    <a:pt x="86449" y="560113"/>
                  </a:cubicBezTo>
                  <a:cubicBezTo>
                    <a:pt x="86081" y="559008"/>
                    <a:pt x="86081" y="559008"/>
                    <a:pt x="85705" y="557880"/>
                  </a:cubicBezTo>
                  <a:cubicBezTo>
                    <a:pt x="85321" y="557497"/>
                    <a:pt x="84937" y="557113"/>
                    <a:pt x="84542" y="556718"/>
                  </a:cubicBezTo>
                  <a:cubicBezTo>
                    <a:pt x="83472" y="555648"/>
                    <a:pt x="83472" y="555648"/>
                    <a:pt x="83472" y="554160"/>
                  </a:cubicBezTo>
                  <a:cubicBezTo>
                    <a:pt x="82736" y="553914"/>
                    <a:pt x="81999" y="553668"/>
                    <a:pt x="81240" y="553415"/>
                  </a:cubicBezTo>
                  <a:cubicBezTo>
                    <a:pt x="80717" y="552186"/>
                    <a:pt x="80221" y="550945"/>
                    <a:pt x="79752" y="549695"/>
                  </a:cubicBezTo>
                  <a:cubicBezTo>
                    <a:pt x="79260" y="549449"/>
                    <a:pt x="78769" y="549204"/>
                    <a:pt x="78263" y="548951"/>
                  </a:cubicBezTo>
                  <a:cubicBezTo>
                    <a:pt x="78015" y="547710"/>
                    <a:pt x="77767" y="546470"/>
                    <a:pt x="77519" y="545230"/>
                  </a:cubicBezTo>
                  <a:cubicBezTo>
                    <a:pt x="77028" y="544984"/>
                    <a:pt x="76537" y="544739"/>
                    <a:pt x="76031" y="544486"/>
                  </a:cubicBezTo>
                  <a:cubicBezTo>
                    <a:pt x="75535" y="543245"/>
                    <a:pt x="75039" y="542005"/>
                    <a:pt x="74543" y="540765"/>
                  </a:cubicBezTo>
                  <a:cubicBezTo>
                    <a:pt x="74051" y="540519"/>
                    <a:pt x="73560" y="540274"/>
                    <a:pt x="73054" y="540021"/>
                  </a:cubicBezTo>
                  <a:cubicBezTo>
                    <a:pt x="72558" y="539029"/>
                    <a:pt x="72062" y="538037"/>
                    <a:pt x="71566" y="537044"/>
                  </a:cubicBezTo>
                  <a:cubicBezTo>
                    <a:pt x="71075" y="536799"/>
                    <a:pt x="70584" y="536553"/>
                    <a:pt x="70078" y="536300"/>
                  </a:cubicBezTo>
                  <a:cubicBezTo>
                    <a:pt x="69613" y="534021"/>
                    <a:pt x="69613" y="534021"/>
                    <a:pt x="69334" y="531835"/>
                  </a:cubicBezTo>
                  <a:cubicBezTo>
                    <a:pt x="68597" y="531835"/>
                    <a:pt x="67860" y="531835"/>
                    <a:pt x="67101" y="531835"/>
                  </a:cubicBezTo>
                  <a:cubicBezTo>
                    <a:pt x="67101" y="530362"/>
                    <a:pt x="67101" y="528889"/>
                    <a:pt x="67101" y="527371"/>
                  </a:cubicBezTo>
                  <a:cubicBezTo>
                    <a:pt x="66365" y="527371"/>
                    <a:pt x="65628" y="527371"/>
                    <a:pt x="64869" y="527371"/>
                  </a:cubicBezTo>
                  <a:cubicBezTo>
                    <a:pt x="64792" y="526649"/>
                    <a:pt x="64715" y="525928"/>
                    <a:pt x="64636" y="525185"/>
                  </a:cubicBezTo>
                  <a:cubicBezTo>
                    <a:pt x="64467" y="524433"/>
                    <a:pt x="64299" y="523680"/>
                    <a:pt x="64125" y="522906"/>
                  </a:cubicBezTo>
                  <a:cubicBezTo>
                    <a:pt x="63388" y="522660"/>
                    <a:pt x="62651" y="522415"/>
                    <a:pt x="61892" y="522162"/>
                  </a:cubicBezTo>
                  <a:cubicBezTo>
                    <a:pt x="61769" y="521532"/>
                    <a:pt x="61647" y="520903"/>
                    <a:pt x="61520" y="520255"/>
                  </a:cubicBezTo>
                  <a:cubicBezTo>
                    <a:pt x="61397" y="519656"/>
                    <a:pt x="61275" y="519058"/>
                    <a:pt x="61148" y="518441"/>
                  </a:cubicBezTo>
                  <a:cubicBezTo>
                    <a:pt x="60411" y="518441"/>
                    <a:pt x="59675" y="518441"/>
                    <a:pt x="58916" y="518441"/>
                  </a:cubicBezTo>
                  <a:cubicBezTo>
                    <a:pt x="58985" y="517175"/>
                    <a:pt x="58985" y="517175"/>
                    <a:pt x="59055" y="515883"/>
                  </a:cubicBezTo>
                  <a:cubicBezTo>
                    <a:pt x="59009" y="515008"/>
                    <a:pt x="58963" y="514133"/>
                    <a:pt x="58916" y="513232"/>
                  </a:cubicBezTo>
                  <a:cubicBezTo>
                    <a:pt x="58179" y="512986"/>
                    <a:pt x="57442" y="512741"/>
                    <a:pt x="56683" y="512488"/>
                  </a:cubicBezTo>
                  <a:cubicBezTo>
                    <a:pt x="56161" y="511258"/>
                    <a:pt x="55664" y="510018"/>
                    <a:pt x="55195" y="508767"/>
                  </a:cubicBezTo>
                  <a:cubicBezTo>
                    <a:pt x="54704" y="508521"/>
                    <a:pt x="54213" y="508276"/>
                    <a:pt x="53707" y="508023"/>
                  </a:cubicBezTo>
                  <a:cubicBezTo>
                    <a:pt x="53211" y="506535"/>
                    <a:pt x="52714" y="505046"/>
                    <a:pt x="52218" y="503558"/>
                  </a:cubicBezTo>
                  <a:cubicBezTo>
                    <a:pt x="51727" y="503312"/>
                    <a:pt x="51236" y="503067"/>
                    <a:pt x="50730" y="502814"/>
                  </a:cubicBezTo>
                  <a:cubicBezTo>
                    <a:pt x="50623" y="502231"/>
                    <a:pt x="50515" y="501647"/>
                    <a:pt x="50405" y="501047"/>
                  </a:cubicBezTo>
                  <a:cubicBezTo>
                    <a:pt x="50170" y="499061"/>
                    <a:pt x="50170" y="499061"/>
                    <a:pt x="48823" y="497977"/>
                  </a:cubicBezTo>
                  <a:cubicBezTo>
                    <a:pt x="47754" y="496861"/>
                    <a:pt x="47754" y="496861"/>
                    <a:pt x="47614" y="494861"/>
                  </a:cubicBezTo>
                  <a:cubicBezTo>
                    <a:pt x="47660" y="494293"/>
                    <a:pt x="47706" y="493725"/>
                    <a:pt x="47754" y="493140"/>
                  </a:cubicBezTo>
                  <a:cubicBezTo>
                    <a:pt x="47017" y="493140"/>
                    <a:pt x="46280" y="493140"/>
                    <a:pt x="45521" y="493140"/>
                  </a:cubicBezTo>
                  <a:cubicBezTo>
                    <a:pt x="44988" y="491665"/>
                    <a:pt x="44492" y="490175"/>
                    <a:pt x="44033" y="488675"/>
                  </a:cubicBezTo>
                  <a:cubicBezTo>
                    <a:pt x="43542" y="488430"/>
                    <a:pt x="43051" y="488184"/>
                    <a:pt x="42545" y="487931"/>
                  </a:cubicBezTo>
                  <a:cubicBezTo>
                    <a:pt x="42297" y="486443"/>
                    <a:pt x="42049" y="484954"/>
                    <a:pt x="41800" y="483466"/>
                  </a:cubicBezTo>
                  <a:cubicBezTo>
                    <a:pt x="41309" y="483221"/>
                    <a:pt x="40818" y="482975"/>
                    <a:pt x="40312" y="482722"/>
                  </a:cubicBezTo>
                  <a:cubicBezTo>
                    <a:pt x="39816" y="481234"/>
                    <a:pt x="39320" y="479746"/>
                    <a:pt x="38824" y="478257"/>
                  </a:cubicBezTo>
                  <a:cubicBezTo>
                    <a:pt x="38333" y="478012"/>
                    <a:pt x="37842" y="477766"/>
                    <a:pt x="37336" y="477513"/>
                  </a:cubicBezTo>
                  <a:cubicBezTo>
                    <a:pt x="37032" y="475785"/>
                    <a:pt x="36782" y="474048"/>
                    <a:pt x="36591" y="472304"/>
                  </a:cubicBezTo>
                  <a:cubicBezTo>
                    <a:pt x="35855" y="472304"/>
                    <a:pt x="35118" y="472304"/>
                    <a:pt x="34359" y="472304"/>
                  </a:cubicBezTo>
                  <a:cubicBezTo>
                    <a:pt x="34282" y="471475"/>
                    <a:pt x="34206" y="470647"/>
                    <a:pt x="34126" y="469793"/>
                  </a:cubicBezTo>
                  <a:cubicBezTo>
                    <a:pt x="33958" y="468902"/>
                    <a:pt x="33789" y="468012"/>
                    <a:pt x="33615" y="467095"/>
                  </a:cubicBezTo>
                  <a:cubicBezTo>
                    <a:pt x="32878" y="466604"/>
                    <a:pt x="32142" y="466113"/>
                    <a:pt x="31382" y="465607"/>
                  </a:cubicBezTo>
                  <a:cubicBezTo>
                    <a:pt x="31243" y="463281"/>
                    <a:pt x="31243" y="463281"/>
                    <a:pt x="31382" y="461142"/>
                  </a:cubicBezTo>
                  <a:cubicBezTo>
                    <a:pt x="30646" y="461142"/>
                    <a:pt x="29909" y="461142"/>
                    <a:pt x="29150" y="461142"/>
                  </a:cubicBezTo>
                  <a:cubicBezTo>
                    <a:pt x="28905" y="459177"/>
                    <a:pt x="28659" y="457213"/>
                    <a:pt x="28406" y="455189"/>
                  </a:cubicBezTo>
                  <a:cubicBezTo>
                    <a:pt x="27669" y="455189"/>
                    <a:pt x="26933" y="455189"/>
                    <a:pt x="26173" y="455189"/>
                  </a:cubicBezTo>
                  <a:cubicBezTo>
                    <a:pt x="26097" y="454360"/>
                    <a:pt x="26020" y="453531"/>
                    <a:pt x="25941" y="452677"/>
                  </a:cubicBezTo>
                  <a:cubicBezTo>
                    <a:pt x="25772" y="451787"/>
                    <a:pt x="25603" y="450897"/>
                    <a:pt x="25429" y="449980"/>
                  </a:cubicBezTo>
                  <a:cubicBezTo>
                    <a:pt x="24693" y="449489"/>
                    <a:pt x="23956" y="448998"/>
                    <a:pt x="23197" y="448492"/>
                  </a:cubicBezTo>
                  <a:cubicBezTo>
                    <a:pt x="23057" y="445794"/>
                    <a:pt x="23057" y="445794"/>
                    <a:pt x="23197" y="443283"/>
                  </a:cubicBezTo>
                  <a:cubicBezTo>
                    <a:pt x="22460" y="443283"/>
                    <a:pt x="21724" y="443283"/>
                    <a:pt x="20965" y="443283"/>
                  </a:cubicBezTo>
                  <a:cubicBezTo>
                    <a:pt x="20849" y="442016"/>
                    <a:pt x="20849" y="442016"/>
                    <a:pt x="20732" y="440725"/>
                  </a:cubicBezTo>
                  <a:cubicBezTo>
                    <a:pt x="20563" y="439850"/>
                    <a:pt x="20394" y="438975"/>
                    <a:pt x="20220" y="438074"/>
                  </a:cubicBezTo>
                  <a:cubicBezTo>
                    <a:pt x="19484" y="437828"/>
                    <a:pt x="18747" y="437583"/>
                    <a:pt x="17988" y="437329"/>
                  </a:cubicBezTo>
                  <a:cubicBezTo>
                    <a:pt x="17641" y="435782"/>
                    <a:pt x="17614" y="434307"/>
                    <a:pt x="17546" y="432725"/>
                  </a:cubicBezTo>
                  <a:cubicBezTo>
                    <a:pt x="17397" y="432057"/>
                    <a:pt x="17397" y="432057"/>
                    <a:pt x="17244" y="431376"/>
                  </a:cubicBezTo>
                  <a:cubicBezTo>
                    <a:pt x="16507" y="431131"/>
                    <a:pt x="15770" y="430885"/>
                    <a:pt x="15011" y="430632"/>
                  </a:cubicBezTo>
                  <a:cubicBezTo>
                    <a:pt x="14793" y="429095"/>
                    <a:pt x="14793" y="429095"/>
                    <a:pt x="14872" y="427237"/>
                  </a:cubicBezTo>
                  <a:cubicBezTo>
                    <a:pt x="14892" y="426622"/>
                    <a:pt x="14912" y="426007"/>
                    <a:pt x="14933" y="425374"/>
                  </a:cubicBezTo>
                  <a:cubicBezTo>
                    <a:pt x="14959" y="424899"/>
                    <a:pt x="14985" y="424424"/>
                    <a:pt x="15011" y="423935"/>
                  </a:cubicBezTo>
                  <a:cubicBezTo>
                    <a:pt x="14275" y="423935"/>
                    <a:pt x="13538" y="423935"/>
                    <a:pt x="12779" y="423935"/>
                  </a:cubicBezTo>
                  <a:cubicBezTo>
                    <a:pt x="12658" y="422409"/>
                    <a:pt x="12537" y="420883"/>
                    <a:pt x="12416" y="419357"/>
                  </a:cubicBezTo>
                  <a:cubicBezTo>
                    <a:pt x="12290" y="418903"/>
                    <a:pt x="12164" y="418449"/>
                    <a:pt x="12035" y="417982"/>
                  </a:cubicBezTo>
                  <a:cubicBezTo>
                    <a:pt x="11298" y="417736"/>
                    <a:pt x="10561" y="417491"/>
                    <a:pt x="9802" y="417238"/>
                  </a:cubicBezTo>
                  <a:cubicBezTo>
                    <a:pt x="9454" y="415498"/>
                    <a:pt x="9428" y="413823"/>
                    <a:pt x="9361" y="412052"/>
                  </a:cubicBezTo>
                  <a:cubicBezTo>
                    <a:pt x="9211" y="411304"/>
                    <a:pt x="9211" y="411304"/>
                    <a:pt x="9058" y="410540"/>
                  </a:cubicBezTo>
                  <a:cubicBezTo>
                    <a:pt x="8322" y="410295"/>
                    <a:pt x="7585" y="410049"/>
                    <a:pt x="6826" y="409796"/>
                  </a:cubicBezTo>
                  <a:cubicBezTo>
                    <a:pt x="6497" y="408285"/>
                    <a:pt x="6497" y="408285"/>
                    <a:pt x="6407" y="406448"/>
                  </a:cubicBezTo>
                  <a:cubicBezTo>
                    <a:pt x="6344" y="404659"/>
                    <a:pt x="6344" y="404659"/>
                    <a:pt x="6082" y="403099"/>
                  </a:cubicBezTo>
                  <a:cubicBezTo>
                    <a:pt x="5591" y="402853"/>
                    <a:pt x="5099" y="402608"/>
                    <a:pt x="4593" y="402355"/>
                  </a:cubicBezTo>
                  <a:cubicBezTo>
                    <a:pt x="4120" y="400615"/>
                    <a:pt x="3834" y="398872"/>
                    <a:pt x="3524" y="397096"/>
                  </a:cubicBezTo>
                  <a:cubicBezTo>
                    <a:pt x="3317" y="396384"/>
                    <a:pt x="3317" y="396384"/>
                    <a:pt x="3105" y="395658"/>
                  </a:cubicBezTo>
                  <a:cubicBezTo>
                    <a:pt x="2614" y="395658"/>
                    <a:pt x="2123" y="395658"/>
                    <a:pt x="1617" y="395658"/>
                  </a:cubicBezTo>
                  <a:cubicBezTo>
                    <a:pt x="1497" y="393826"/>
                    <a:pt x="1408" y="392003"/>
                    <a:pt x="1338" y="390170"/>
                  </a:cubicBezTo>
                  <a:cubicBezTo>
                    <a:pt x="1300" y="389650"/>
                    <a:pt x="1263" y="389130"/>
                    <a:pt x="1224" y="388594"/>
                  </a:cubicBezTo>
                  <a:cubicBezTo>
                    <a:pt x="1181" y="387083"/>
                    <a:pt x="1181" y="387083"/>
                    <a:pt x="1617" y="384496"/>
                  </a:cubicBezTo>
                  <a:cubicBezTo>
                    <a:pt x="3820" y="383536"/>
                    <a:pt x="3820" y="383536"/>
                    <a:pt x="6082" y="383007"/>
                  </a:cubicBezTo>
                  <a:cubicBezTo>
                    <a:pt x="6327" y="382271"/>
                    <a:pt x="6573" y="381534"/>
                    <a:pt x="6826" y="380775"/>
                  </a:cubicBezTo>
                  <a:cubicBezTo>
                    <a:pt x="7818" y="380527"/>
                    <a:pt x="8810" y="380279"/>
                    <a:pt x="9802" y="380031"/>
                  </a:cubicBezTo>
                  <a:cubicBezTo>
                    <a:pt x="10048" y="379294"/>
                    <a:pt x="10294" y="378557"/>
                    <a:pt x="10547" y="377798"/>
                  </a:cubicBezTo>
                  <a:cubicBezTo>
                    <a:pt x="11539" y="377302"/>
                    <a:pt x="12531" y="376806"/>
                    <a:pt x="13523" y="376310"/>
                  </a:cubicBezTo>
                  <a:cubicBezTo>
                    <a:pt x="13769" y="375573"/>
                    <a:pt x="14014" y="374837"/>
                    <a:pt x="14267" y="374078"/>
                  </a:cubicBezTo>
                  <a:cubicBezTo>
                    <a:pt x="15259" y="373830"/>
                    <a:pt x="16252" y="373581"/>
                    <a:pt x="17244" y="373333"/>
                  </a:cubicBezTo>
                  <a:cubicBezTo>
                    <a:pt x="17489" y="372597"/>
                    <a:pt x="17735" y="371860"/>
                    <a:pt x="17988" y="371101"/>
                  </a:cubicBezTo>
                  <a:cubicBezTo>
                    <a:pt x="18980" y="370605"/>
                    <a:pt x="19972" y="370109"/>
                    <a:pt x="20965" y="369613"/>
                  </a:cubicBezTo>
                  <a:cubicBezTo>
                    <a:pt x="21210" y="368876"/>
                    <a:pt x="21456" y="368139"/>
                    <a:pt x="21709" y="367380"/>
                  </a:cubicBezTo>
                  <a:cubicBezTo>
                    <a:pt x="22949" y="366884"/>
                    <a:pt x="24189" y="366388"/>
                    <a:pt x="25429" y="365892"/>
                  </a:cubicBezTo>
                  <a:cubicBezTo>
                    <a:pt x="25675" y="365155"/>
                    <a:pt x="25921" y="364419"/>
                    <a:pt x="26173" y="363660"/>
                  </a:cubicBezTo>
                  <a:cubicBezTo>
                    <a:pt x="27156" y="363660"/>
                    <a:pt x="28138" y="363660"/>
                    <a:pt x="29150" y="363660"/>
                  </a:cubicBezTo>
                  <a:cubicBezTo>
                    <a:pt x="29684" y="362435"/>
                    <a:pt x="30179" y="361193"/>
                    <a:pt x="30638" y="359939"/>
                  </a:cubicBezTo>
                  <a:cubicBezTo>
                    <a:pt x="31375" y="359693"/>
                    <a:pt x="32112" y="359448"/>
                    <a:pt x="32871" y="359195"/>
                  </a:cubicBezTo>
                  <a:cubicBezTo>
                    <a:pt x="33116" y="358458"/>
                    <a:pt x="33362" y="357721"/>
                    <a:pt x="33615" y="356962"/>
                  </a:cubicBezTo>
                  <a:cubicBezTo>
                    <a:pt x="34091" y="356855"/>
                    <a:pt x="34567" y="356747"/>
                    <a:pt x="35057" y="356637"/>
                  </a:cubicBezTo>
                  <a:cubicBezTo>
                    <a:pt x="35563" y="356499"/>
                    <a:pt x="36070" y="356361"/>
                    <a:pt x="36591" y="356218"/>
                  </a:cubicBezTo>
                  <a:cubicBezTo>
                    <a:pt x="37112" y="355239"/>
                    <a:pt x="37609" y="354246"/>
                    <a:pt x="38080" y="353242"/>
                  </a:cubicBezTo>
                  <a:cubicBezTo>
                    <a:pt x="38816" y="352996"/>
                    <a:pt x="39553" y="352750"/>
                    <a:pt x="40312" y="352497"/>
                  </a:cubicBezTo>
                  <a:cubicBezTo>
                    <a:pt x="40803" y="351991"/>
                    <a:pt x="41294" y="351485"/>
                    <a:pt x="41800" y="350963"/>
                  </a:cubicBezTo>
                  <a:cubicBezTo>
                    <a:pt x="43289" y="349521"/>
                    <a:pt x="43289" y="349521"/>
                    <a:pt x="45521" y="349521"/>
                  </a:cubicBezTo>
                  <a:cubicBezTo>
                    <a:pt x="45521" y="348539"/>
                    <a:pt x="45521" y="347556"/>
                    <a:pt x="45521" y="346544"/>
                  </a:cubicBezTo>
                  <a:cubicBezTo>
                    <a:pt x="46509" y="346281"/>
                    <a:pt x="47502" y="346034"/>
                    <a:pt x="48498" y="345800"/>
                  </a:cubicBezTo>
                  <a:cubicBezTo>
                    <a:pt x="48728" y="345294"/>
                    <a:pt x="48958" y="344787"/>
                    <a:pt x="49195" y="344265"/>
                  </a:cubicBezTo>
                  <a:cubicBezTo>
                    <a:pt x="49456" y="343790"/>
                    <a:pt x="49717" y="343314"/>
                    <a:pt x="49986" y="342824"/>
                  </a:cubicBezTo>
                  <a:cubicBezTo>
                    <a:pt x="51939" y="342638"/>
                    <a:pt x="51939" y="342638"/>
                    <a:pt x="53707" y="342824"/>
                  </a:cubicBezTo>
                  <a:cubicBezTo>
                    <a:pt x="53707" y="341841"/>
                    <a:pt x="53707" y="340859"/>
                    <a:pt x="53707" y="339847"/>
                  </a:cubicBezTo>
                  <a:cubicBezTo>
                    <a:pt x="54695" y="339584"/>
                    <a:pt x="55688" y="339337"/>
                    <a:pt x="56683" y="339103"/>
                  </a:cubicBezTo>
                  <a:cubicBezTo>
                    <a:pt x="56929" y="338612"/>
                    <a:pt x="57174" y="338121"/>
                    <a:pt x="57427" y="337615"/>
                  </a:cubicBezTo>
                  <a:cubicBezTo>
                    <a:pt x="57673" y="337124"/>
                    <a:pt x="57919" y="336632"/>
                    <a:pt x="58172" y="336126"/>
                  </a:cubicBezTo>
                  <a:cubicBezTo>
                    <a:pt x="59158" y="335857"/>
                    <a:pt x="60151" y="335608"/>
                    <a:pt x="61148" y="335382"/>
                  </a:cubicBezTo>
                  <a:cubicBezTo>
                    <a:pt x="61394" y="334646"/>
                    <a:pt x="61639" y="333909"/>
                    <a:pt x="61892" y="333150"/>
                  </a:cubicBezTo>
                  <a:cubicBezTo>
                    <a:pt x="62506" y="333042"/>
                    <a:pt x="63120" y="332935"/>
                    <a:pt x="63753" y="332824"/>
                  </a:cubicBezTo>
                  <a:cubicBezTo>
                    <a:pt x="64366" y="332686"/>
                    <a:pt x="64980" y="332548"/>
                    <a:pt x="65613" y="332406"/>
                  </a:cubicBezTo>
                  <a:cubicBezTo>
                    <a:pt x="65890" y="331421"/>
                    <a:pt x="66139" y="330428"/>
                    <a:pt x="66357" y="329429"/>
                  </a:cubicBezTo>
                  <a:cubicBezTo>
                    <a:pt x="67342" y="329152"/>
                    <a:pt x="68335" y="328904"/>
                    <a:pt x="69334" y="328685"/>
                  </a:cubicBezTo>
                  <a:cubicBezTo>
                    <a:pt x="69579" y="327948"/>
                    <a:pt x="69825" y="327212"/>
                    <a:pt x="70078" y="326453"/>
                  </a:cubicBezTo>
                  <a:cubicBezTo>
                    <a:pt x="70707" y="326345"/>
                    <a:pt x="71336" y="326238"/>
                    <a:pt x="71985" y="326127"/>
                  </a:cubicBezTo>
                  <a:cubicBezTo>
                    <a:pt x="72583" y="325989"/>
                    <a:pt x="73182" y="325851"/>
                    <a:pt x="73798" y="325708"/>
                  </a:cubicBezTo>
                  <a:cubicBezTo>
                    <a:pt x="73798" y="324726"/>
                    <a:pt x="73798" y="323744"/>
                    <a:pt x="73798" y="322732"/>
                  </a:cubicBezTo>
                  <a:cubicBezTo>
                    <a:pt x="74504" y="322670"/>
                    <a:pt x="75210" y="322609"/>
                    <a:pt x="75938" y="322546"/>
                  </a:cubicBezTo>
                  <a:cubicBezTo>
                    <a:pt x="76705" y="322362"/>
                    <a:pt x="77473" y="322177"/>
                    <a:pt x="78263" y="321988"/>
                  </a:cubicBezTo>
                  <a:cubicBezTo>
                    <a:pt x="79119" y="320524"/>
                    <a:pt x="79119" y="320524"/>
                    <a:pt x="79752" y="319011"/>
                  </a:cubicBezTo>
                  <a:cubicBezTo>
                    <a:pt x="80738" y="318742"/>
                    <a:pt x="81731" y="318492"/>
                    <a:pt x="82728" y="318267"/>
                  </a:cubicBezTo>
                  <a:cubicBezTo>
                    <a:pt x="82974" y="317530"/>
                    <a:pt x="83219" y="316794"/>
                    <a:pt x="83472" y="316035"/>
                  </a:cubicBezTo>
                  <a:cubicBezTo>
                    <a:pt x="83963" y="315927"/>
                    <a:pt x="84455" y="315820"/>
                    <a:pt x="84961" y="315709"/>
                  </a:cubicBezTo>
                  <a:cubicBezTo>
                    <a:pt x="85452" y="315571"/>
                    <a:pt x="85943" y="315433"/>
                    <a:pt x="86449" y="315290"/>
                  </a:cubicBezTo>
                  <a:cubicBezTo>
                    <a:pt x="86541" y="314784"/>
                    <a:pt x="86633" y="314278"/>
                    <a:pt x="86728" y="313756"/>
                  </a:cubicBezTo>
                  <a:cubicBezTo>
                    <a:pt x="86881" y="313280"/>
                    <a:pt x="87035" y="312804"/>
                    <a:pt x="87193" y="312314"/>
                  </a:cubicBezTo>
                  <a:cubicBezTo>
                    <a:pt x="88681" y="312314"/>
                    <a:pt x="90170" y="312314"/>
                    <a:pt x="91658" y="312314"/>
                  </a:cubicBezTo>
                  <a:cubicBezTo>
                    <a:pt x="92165" y="310906"/>
                    <a:pt x="92165" y="310906"/>
                    <a:pt x="92402" y="309337"/>
                  </a:cubicBezTo>
                  <a:cubicBezTo>
                    <a:pt x="93382" y="308817"/>
                    <a:pt x="94374" y="308320"/>
                    <a:pt x="95379" y="307849"/>
                  </a:cubicBezTo>
                  <a:cubicBezTo>
                    <a:pt x="95624" y="307112"/>
                    <a:pt x="95870" y="306376"/>
                    <a:pt x="96123" y="305617"/>
                  </a:cubicBezTo>
                  <a:cubicBezTo>
                    <a:pt x="96721" y="305509"/>
                    <a:pt x="97320" y="305402"/>
                    <a:pt x="97937" y="305291"/>
                  </a:cubicBezTo>
                  <a:cubicBezTo>
                    <a:pt x="98566" y="305153"/>
                    <a:pt x="99195" y="305015"/>
                    <a:pt x="99843" y="304872"/>
                  </a:cubicBezTo>
                  <a:cubicBezTo>
                    <a:pt x="100364" y="303893"/>
                    <a:pt x="100861" y="302900"/>
                    <a:pt x="101332" y="301896"/>
                  </a:cubicBezTo>
                  <a:cubicBezTo>
                    <a:pt x="102318" y="301627"/>
                    <a:pt x="103311" y="301377"/>
                    <a:pt x="104308" y="301152"/>
                  </a:cubicBezTo>
                  <a:cubicBezTo>
                    <a:pt x="104554" y="300415"/>
                    <a:pt x="104799" y="299678"/>
                    <a:pt x="105052" y="298919"/>
                  </a:cubicBezTo>
                  <a:cubicBezTo>
                    <a:pt x="107331" y="298408"/>
                    <a:pt x="107331" y="298408"/>
                    <a:pt x="109517" y="298175"/>
                  </a:cubicBezTo>
                  <a:cubicBezTo>
                    <a:pt x="109517" y="297193"/>
                    <a:pt x="109517" y="296211"/>
                    <a:pt x="109517" y="295199"/>
                  </a:cubicBezTo>
                  <a:cubicBezTo>
                    <a:pt x="110239" y="295260"/>
                    <a:pt x="110960" y="295321"/>
                    <a:pt x="111703" y="295385"/>
                  </a:cubicBezTo>
                  <a:cubicBezTo>
                    <a:pt x="112455" y="295323"/>
                    <a:pt x="113207" y="295262"/>
                    <a:pt x="113982" y="295199"/>
                  </a:cubicBezTo>
                  <a:cubicBezTo>
                    <a:pt x="114429" y="293783"/>
                    <a:pt x="114429" y="293783"/>
                    <a:pt x="114726" y="292222"/>
                  </a:cubicBezTo>
                  <a:cubicBezTo>
                    <a:pt x="115960" y="291710"/>
                    <a:pt x="117200" y="291213"/>
                    <a:pt x="118447" y="290734"/>
                  </a:cubicBezTo>
                  <a:cubicBezTo>
                    <a:pt x="118447" y="289997"/>
                    <a:pt x="118447" y="289260"/>
                    <a:pt x="118447" y="288501"/>
                  </a:cubicBezTo>
                  <a:cubicBezTo>
                    <a:pt x="119935" y="288005"/>
                    <a:pt x="121423" y="287509"/>
                    <a:pt x="122912" y="287013"/>
                  </a:cubicBezTo>
                  <a:cubicBezTo>
                    <a:pt x="122912" y="286276"/>
                    <a:pt x="122912" y="285540"/>
                    <a:pt x="122912" y="284781"/>
                  </a:cubicBezTo>
                  <a:cubicBezTo>
                    <a:pt x="124631" y="284781"/>
                    <a:pt x="126350" y="284781"/>
                    <a:pt x="128121" y="284781"/>
                  </a:cubicBezTo>
                  <a:cubicBezTo>
                    <a:pt x="128121" y="283798"/>
                    <a:pt x="128121" y="282816"/>
                    <a:pt x="128121" y="281804"/>
                  </a:cubicBezTo>
                  <a:cubicBezTo>
                    <a:pt x="129596" y="281271"/>
                    <a:pt x="131086" y="280775"/>
                    <a:pt x="132586" y="280316"/>
                  </a:cubicBezTo>
                  <a:cubicBezTo>
                    <a:pt x="132831" y="279579"/>
                    <a:pt x="133077" y="278842"/>
                    <a:pt x="133330" y="278083"/>
                  </a:cubicBezTo>
                  <a:cubicBezTo>
                    <a:pt x="134559" y="277561"/>
                    <a:pt x="135800" y="277064"/>
                    <a:pt x="137050" y="276595"/>
                  </a:cubicBezTo>
                  <a:cubicBezTo>
                    <a:pt x="137296" y="276104"/>
                    <a:pt x="137542" y="275613"/>
                    <a:pt x="137795" y="275107"/>
                  </a:cubicBezTo>
                  <a:cubicBezTo>
                    <a:pt x="138715" y="274762"/>
                    <a:pt x="138715" y="274762"/>
                    <a:pt x="139655" y="274409"/>
                  </a:cubicBezTo>
                  <a:cubicBezTo>
                    <a:pt x="140269" y="274148"/>
                    <a:pt x="140883" y="273887"/>
                    <a:pt x="141515" y="273619"/>
                  </a:cubicBezTo>
                  <a:cubicBezTo>
                    <a:pt x="141761" y="272882"/>
                    <a:pt x="142006" y="272145"/>
                    <a:pt x="142259" y="271386"/>
                  </a:cubicBezTo>
                  <a:cubicBezTo>
                    <a:pt x="142996" y="271279"/>
                    <a:pt x="143733" y="271171"/>
                    <a:pt x="144492" y="271061"/>
                  </a:cubicBezTo>
                  <a:cubicBezTo>
                    <a:pt x="145229" y="270922"/>
                    <a:pt x="145965" y="270784"/>
                    <a:pt x="146724" y="270642"/>
                  </a:cubicBezTo>
                  <a:cubicBezTo>
                    <a:pt x="146847" y="270136"/>
                    <a:pt x="146970" y="269629"/>
                    <a:pt x="147096" y="269107"/>
                  </a:cubicBezTo>
                  <a:cubicBezTo>
                    <a:pt x="147219" y="268631"/>
                    <a:pt x="147342" y="268156"/>
                    <a:pt x="147468" y="267665"/>
                  </a:cubicBezTo>
                  <a:cubicBezTo>
                    <a:pt x="149747" y="267479"/>
                    <a:pt x="149747" y="267479"/>
                    <a:pt x="151933" y="267665"/>
                  </a:cubicBezTo>
                  <a:cubicBezTo>
                    <a:pt x="151933" y="266683"/>
                    <a:pt x="151933" y="265701"/>
                    <a:pt x="151933" y="264689"/>
                  </a:cubicBezTo>
                  <a:cubicBezTo>
                    <a:pt x="153652" y="264443"/>
                    <a:pt x="155371" y="264198"/>
                    <a:pt x="157142" y="263945"/>
                  </a:cubicBezTo>
                  <a:cubicBezTo>
                    <a:pt x="157142" y="262962"/>
                    <a:pt x="157142" y="261980"/>
                    <a:pt x="157142" y="260968"/>
                  </a:cubicBezTo>
                  <a:cubicBezTo>
                    <a:pt x="158375" y="260684"/>
                    <a:pt x="159616" y="260437"/>
                    <a:pt x="160863" y="260224"/>
                  </a:cubicBezTo>
                  <a:cubicBezTo>
                    <a:pt x="161109" y="259487"/>
                    <a:pt x="161354" y="258751"/>
                    <a:pt x="161607" y="257992"/>
                  </a:cubicBezTo>
                  <a:cubicBezTo>
                    <a:pt x="163095" y="257496"/>
                    <a:pt x="164584" y="256999"/>
                    <a:pt x="166072" y="256503"/>
                  </a:cubicBezTo>
                  <a:cubicBezTo>
                    <a:pt x="166318" y="255767"/>
                    <a:pt x="166563" y="255030"/>
                    <a:pt x="166816" y="254271"/>
                  </a:cubicBezTo>
                  <a:cubicBezTo>
                    <a:pt x="167537" y="254163"/>
                    <a:pt x="168259" y="254056"/>
                    <a:pt x="169002" y="253945"/>
                  </a:cubicBezTo>
                  <a:cubicBezTo>
                    <a:pt x="169754" y="253807"/>
                    <a:pt x="170506" y="253669"/>
                    <a:pt x="171281" y="253527"/>
                  </a:cubicBezTo>
                  <a:cubicBezTo>
                    <a:pt x="171789" y="252541"/>
                    <a:pt x="172286" y="251549"/>
                    <a:pt x="172769" y="250550"/>
                  </a:cubicBezTo>
                  <a:cubicBezTo>
                    <a:pt x="174009" y="250550"/>
                    <a:pt x="175250" y="250550"/>
                    <a:pt x="176490" y="250550"/>
                  </a:cubicBezTo>
                  <a:cubicBezTo>
                    <a:pt x="176582" y="250074"/>
                    <a:pt x="176674" y="249599"/>
                    <a:pt x="176769" y="249108"/>
                  </a:cubicBezTo>
                  <a:cubicBezTo>
                    <a:pt x="176922" y="248602"/>
                    <a:pt x="177076" y="248096"/>
                    <a:pt x="177234" y="247574"/>
                  </a:cubicBezTo>
                  <a:cubicBezTo>
                    <a:pt x="179885" y="247016"/>
                    <a:pt x="179885" y="247016"/>
                    <a:pt x="182443" y="246830"/>
                  </a:cubicBezTo>
                  <a:cubicBezTo>
                    <a:pt x="182443" y="245847"/>
                    <a:pt x="182443" y="244865"/>
                    <a:pt x="182443" y="243853"/>
                  </a:cubicBezTo>
                  <a:cubicBezTo>
                    <a:pt x="184675" y="243016"/>
                    <a:pt x="184675" y="243016"/>
                    <a:pt x="186908" y="242365"/>
                  </a:cubicBezTo>
                  <a:cubicBezTo>
                    <a:pt x="186908" y="241874"/>
                    <a:pt x="186908" y="241382"/>
                    <a:pt x="186908" y="240876"/>
                  </a:cubicBezTo>
                  <a:cubicBezTo>
                    <a:pt x="188174" y="240531"/>
                    <a:pt x="188174" y="240531"/>
                    <a:pt x="189466" y="240179"/>
                  </a:cubicBezTo>
                  <a:cubicBezTo>
                    <a:pt x="190341" y="239918"/>
                    <a:pt x="191216" y="239657"/>
                    <a:pt x="192117" y="239388"/>
                  </a:cubicBezTo>
                  <a:cubicBezTo>
                    <a:pt x="192362" y="238651"/>
                    <a:pt x="192608" y="237915"/>
                    <a:pt x="192861" y="237156"/>
                  </a:cubicBezTo>
                  <a:cubicBezTo>
                    <a:pt x="193582" y="237048"/>
                    <a:pt x="194304" y="236941"/>
                    <a:pt x="195047" y="236830"/>
                  </a:cubicBezTo>
                  <a:cubicBezTo>
                    <a:pt x="195799" y="236692"/>
                    <a:pt x="196551" y="236554"/>
                    <a:pt x="197326" y="236412"/>
                  </a:cubicBezTo>
                  <a:cubicBezTo>
                    <a:pt x="198182" y="234948"/>
                    <a:pt x="198182" y="234948"/>
                    <a:pt x="198814" y="233435"/>
                  </a:cubicBezTo>
                  <a:cubicBezTo>
                    <a:pt x="199801" y="233166"/>
                    <a:pt x="200793" y="232916"/>
                    <a:pt x="201791" y="232691"/>
                  </a:cubicBezTo>
                  <a:cubicBezTo>
                    <a:pt x="202036" y="231954"/>
                    <a:pt x="202282" y="231217"/>
                    <a:pt x="202535" y="230458"/>
                  </a:cubicBezTo>
                  <a:cubicBezTo>
                    <a:pt x="203272" y="230351"/>
                    <a:pt x="204008" y="230244"/>
                    <a:pt x="204767" y="230133"/>
                  </a:cubicBezTo>
                  <a:cubicBezTo>
                    <a:pt x="205504" y="229995"/>
                    <a:pt x="206241" y="229857"/>
                    <a:pt x="207000" y="229714"/>
                  </a:cubicBezTo>
                  <a:cubicBezTo>
                    <a:pt x="207107" y="229223"/>
                    <a:pt x="207215" y="228732"/>
                    <a:pt x="207325" y="228226"/>
                  </a:cubicBezTo>
                  <a:cubicBezTo>
                    <a:pt x="207463" y="227735"/>
                    <a:pt x="207602" y="227244"/>
                    <a:pt x="207744" y="226738"/>
                  </a:cubicBezTo>
                  <a:cubicBezTo>
                    <a:pt x="209476" y="226459"/>
                    <a:pt x="211212" y="226211"/>
                    <a:pt x="212953" y="225994"/>
                  </a:cubicBezTo>
                  <a:cubicBezTo>
                    <a:pt x="213198" y="225257"/>
                    <a:pt x="213444" y="224520"/>
                    <a:pt x="213697" y="223761"/>
                  </a:cubicBezTo>
                  <a:cubicBezTo>
                    <a:pt x="216348" y="223250"/>
                    <a:pt x="216348" y="223250"/>
                    <a:pt x="218906" y="223017"/>
                  </a:cubicBezTo>
                  <a:cubicBezTo>
                    <a:pt x="218906" y="222035"/>
                    <a:pt x="218906" y="221052"/>
                    <a:pt x="218906" y="220040"/>
                  </a:cubicBezTo>
                  <a:cubicBezTo>
                    <a:pt x="219612" y="219979"/>
                    <a:pt x="220318" y="219918"/>
                    <a:pt x="221045" y="219854"/>
                  </a:cubicBezTo>
                  <a:cubicBezTo>
                    <a:pt x="221813" y="219670"/>
                    <a:pt x="222580" y="219486"/>
                    <a:pt x="223371" y="219296"/>
                  </a:cubicBezTo>
                  <a:cubicBezTo>
                    <a:pt x="223616" y="218805"/>
                    <a:pt x="223862" y="218314"/>
                    <a:pt x="224115" y="217808"/>
                  </a:cubicBezTo>
                  <a:cubicBezTo>
                    <a:pt x="224360" y="217317"/>
                    <a:pt x="224606" y="216826"/>
                    <a:pt x="224859" y="216320"/>
                  </a:cubicBezTo>
                  <a:cubicBezTo>
                    <a:pt x="226343" y="216047"/>
                    <a:pt x="227832" y="215798"/>
                    <a:pt x="229324" y="215576"/>
                  </a:cubicBezTo>
                  <a:cubicBezTo>
                    <a:pt x="229569" y="214839"/>
                    <a:pt x="229815" y="214102"/>
                    <a:pt x="230068" y="213343"/>
                  </a:cubicBezTo>
                  <a:cubicBezTo>
                    <a:pt x="230805" y="213236"/>
                    <a:pt x="231541" y="213128"/>
                    <a:pt x="232300" y="213018"/>
                  </a:cubicBezTo>
                  <a:cubicBezTo>
                    <a:pt x="233037" y="212879"/>
                    <a:pt x="233774" y="212741"/>
                    <a:pt x="234533" y="212599"/>
                  </a:cubicBezTo>
                  <a:cubicBezTo>
                    <a:pt x="234625" y="212108"/>
                    <a:pt x="234717" y="211617"/>
                    <a:pt x="234812" y="211111"/>
                  </a:cubicBezTo>
                  <a:cubicBezTo>
                    <a:pt x="235042" y="210374"/>
                    <a:pt x="235042" y="210374"/>
                    <a:pt x="235277" y="209622"/>
                  </a:cubicBezTo>
                  <a:cubicBezTo>
                    <a:pt x="236825" y="209295"/>
                    <a:pt x="238301" y="209202"/>
                    <a:pt x="239881" y="209155"/>
                  </a:cubicBezTo>
                  <a:cubicBezTo>
                    <a:pt x="240326" y="209063"/>
                    <a:pt x="240772" y="208972"/>
                    <a:pt x="241230" y="208878"/>
                  </a:cubicBezTo>
                  <a:cubicBezTo>
                    <a:pt x="241476" y="208142"/>
                    <a:pt x="241721" y="207405"/>
                    <a:pt x="241974" y="206646"/>
                  </a:cubicBezTo>
                  <a:cubicBezTo>
                    <a:pt x="244625" y="206134"/>
                    <a:pt x="244625" y="206134"/>
                    <a:pt x="247183" y="205902"/>
                  </a:cubicBezTo>
                  <a:cubicBezTo>
                    <a:pt x="247183" y="204920"/>
                    <a:pt x="247183" y="203937"/>
                    <a:pt x="247183" y="202925"/>
                  </a:cubicBezTo>
                  <a:cubicBezTo>
                    <a:pt x="248903" y="202374"/>
                    <a:pt x="250642" y="201882"/>
                    <a:pt x="252392" y="201437"/>
                  </a:cubicBezTo>
                  <a:cubicBezTo>
                    <a:pt x="253151" y="200708"/>
                    <a:pt x="253897" y="199965"/>
                    <a:pt x="254625" y="199205"/>
                  </a:cubicBezTo>
                  <a:cubicBezTo>
                    <a:pt x="255269" y="199082"/>
                    <a:pt x="255914" y="198959"/>
                    <a:pt x="256578" y="198832"/>
                  </a:cubicBezTo>
                  <a:cubicBezTo>
                    <a:pt x="257161" y="198710"/>
                    <a:pt x="257744" y="198587"/>
                    <a:pt x="258345" y="198460"/>
                  </a:cubicBezTo>
                  <a:cubicBezTo>
                    <a:pt x="258591" y="197724"/>
                    <a:pt x="258836" y="196987"/>
                    <a:pt x="259090" y="196228"/>
                  </a:cubicBezTo>
                  <a:cubicBezTo>
                    <a:pt x="259826" y="196121"/>
                    <a:pt x="260563" y="196013"/>
                    <a:pt x="261322" y="195902"/>
                  </a:cubicBezTo>
                  <a:cubicBezTo>
                    <a:pt x="262059" y="195764"/>
                    <a:pt x="262795" y="195626"/>
                    <a:pt x="263554" y="195484"/>
                  </a:cubicBezTo>
                  <a:cubicBezTo>
                    <a:pt x="263646" y="194977"/>
                    <a:pt x="263739" y="194471"/>
                    <a:pt x="263833" y="193949"/>
                  </a:cubicBezTo>
                  <a:cubicBezTo>
                    <a:pt x="263987" y="193473"/>
                    <a:pt x="264140" y="192997"/>
                    <a:pt x="264299" y="192507"/>
                  </a:cubicBezTo>
                  <a:cubicBezTo>
                    <a:pt x="266337" y="192215"/>
                    <a:pt x="268180" y="192376"/>
                    <a:pt x="270252" y="192507"/>
                  </a:cubicBezTo>
                  <a:cubicBezTo>
                    <a:pt x="270252" y="191525"/>
                    <a:pt x="270252" y="190543"/>
                    <a:pt x="270252" y="189531"/>
                  </a:cubicBezTo>
                  <a:cubicBezTo>
                    <a:pt x="271096" y="189469"/>
                    <a:pt x="271940" y="189408"/>
                    <a:pt x="272810" y="189345"/>
                  </a:cubicBezTo>
                  <a:cubicBezTo>
                    <a:pt x="273684" y="189160"/>
                    <a:pt x="274559" y="188976"/>
                    <a:pt x="275461" y="188787"/>
                  </a:cubicBezTo>
                  <a:cubicBezTo>
                    <a:pt x="275583" y="188295"/>
                    <a:pt x="275706" y="187804"/>
                    <a:pt x="275833" y="187298"/>
                  </a:cubicBezTo>
                  <a:cubicBezTo>
                    <a:pt x="275955" y="186807"/>
                    <a:pt x="276078" y="186316"/>
                    <a:pt x="276205" y="185810"/>
                  </a:cubicBezTo>
                  <a:cubicBezTo>
                    <a:pt x="277936" y="185532"/>
                    <a:pt x="279673" y="185283"/>
                    <a:pt x="281414" y="185066"/>
                  </a:cubicBezTo>
                  <a:cubicBezTo>
                    <a:pt x="281659" y="184329"/>
                    <a:pt x="281905" y="183592"/>
                    <a:pt x="282158" y="182833"/>
                  </a:cubicBezTo>
                  <a:cubicBezTo>
                    <a:pt x="283894" y="182337"/>
                    <a:pt x="285631" y="181841"/>
                    <a:pt x="287367" y="181345"/>
                  </a:cubicBezTo>
                  <a:cubicBezTo>
                    <a:pt x="287612" y="180608"/>
                    <a:pt x="287858" y="179872"/>
                    <a:pt x="288111" y="179113"/>
                  </a:cubicBezTo>
                  <a:cubicBezTo>
                    <a:pt x="289377" y="178952"/>
                    <a:pt x="289377" y="178952"/>
                    <a:pt x="290669" y="178787"/>
                  </a:cubicBezTo>
                  <a:cubicBezTo>
                    <a:pt x="291544" y="178649"/>
                    <a:pt x="292419" y="178511"/>
                    <a:pt x="293320" y="178369"/>
                  </a:cubicBezTo>
                  <a:cubicBezTo>
                    <a:pt x="293566" y="177877"/>
                    <a:pt x="293811" y="177386"/>
                    <a:pt x="294064" y="176880"/>
                  </a:cubicBezTo>
                  <a:cubicBezTo>
                    <a:pt x="294310" y="176389"/>
                    <a:pt x="294555" y="175898"/>
                    <a:pt x="294808" y="175392"/>
                  </a:cubicBezTo>
                  <a:cubicBezTo>
                    <a:pt x="296541" y="175118"/>
                    <a:pt x="298277" y="174869"/>
                    <a:pt x="300017" y="174648"/>
                  </a:cubicBezTo>
                  <a:cubicBezTo>
                    <a:pt x="300263" y="173911"/>
                    <a:pt x="300508" y="173174"/>
                    <a:pt x="300761" y="172415"/>
                  </a:cubicBezTo>
                  <a:cubicBezTo>
                    <a:pt x="302136" y="172035"/>
                    <a:pt x="302136" y="172035"/>
                    <a:pt x="303784" y="171904"/>
                  </a:cubicBezTo>
                  <a:cubicBezTo>
                    <a:pt x="304751" y="171827"/>
                    <a:pt x="305718" y="171750"/>
                    <a:pt x="306715" y="171671"/>
                  </a:cubicBezTo>
                  <a:cubicBezTo>
                    <a:pt x="306715" y="170689"/>
                    <a:pt x="306715" y="169707"/>
                    <a:pt x="306715" y="168695"/>
                  </a:cubicBezTo>
                  <a:cubicBezTo>
                    <a:pt x="308241" y="168574"/>
                    <a:pt x="309767" y="168453"/>
                    <a:pt x="311293" y="168331"/>
                  </a:cubicBezTo>
                  <a:cubicBezTo>
                    <a:pt x="311746" y="168206"/>
                    <a:pt x="312200" y="168080"/>
                    <a:pt x="312668" y="167951"/>
                  </a:cubicBezTo>
                  <a:cubicBezTo>
                    <a:pt x="312913" y="167214"/>
                    <a:pt x="313159" y="166477"/>
                    <a:pt x="313412" y="165718"/>
                  </a:cubicBezTo>
                  <a:cubicBezTo>
                    <a:pt x="314271" y="165611"/>
                    <a:pt x="315131" y="165503"/>
                    <a:pt x="316016" y="165393"/>
                  </a:cubicBezTo>
                  <a:cubicBezTo>
                    <a:pt x="316876" y="165255"/>
                    <a:pt x="317735" y="165116"/>
                    <a:pt x="318621" y="164974"/>
                  </a:cubicBezTo>
                  <a:cubicBezTo>
                    <a:pt x="318720" y="164486"/>
                    <a:pt x="318818" y="163998"/>
                    <a:pt x="318920" y="163495"/>
                  </a:cubicBezTo>
                  <a:cubicBezTo>
                    <a:pt x="319067" y="163000"/>
                    <a:pt x="319214" y="162506"/>
                    <a:pt x="319365" y="161998"/>
                  </a:cubicBezTo>
                  <a:cubicBezTo>
                    <a:pt x="321065" y="161544"/>
                    <a:pt x="321065" y="161544"/>
                    <a:pt x="323132" y="161439"/>
                  </a:cubicBezTo>
                  <a:cubicBezTo>
                    <a:pt x="323816" y="161397"/>
                    <a:pt x="324500" y="161355"/>
                    <a:pt x="325205" y="161312"/>
                  </a:cubicBezTo>
                  <a:cubicBezTo>
                    <a:pt x="325998" y="161283"/>
                    <a:pt x="325998" y="161283"/>
                    <a:pt x="326806" y="161253"/>
                  </a:cubicBezTo>
                  <a:cubicBezTo>
                    <a:pt x="326806" y="160271"/>
                    <a:pt x="326806" y="159289"/>
                    <a:pt x="326806" y="158277"/>
                  </a:cubicBezTo>
                  <a:cubicBezTo>
                    <a:pt x="327650" y="158200"/>
                    <a:pt x="328495" y="158123"/>
                    <a:pt x="329364" y="158044"/>
                  </a:cubicBezTo>
                  <a:cubicBezTo>
                    <a:pt x="330677" y="157791"/>
                    <a:pt x="330677" y="157791"/>
                    <a:pt x="332015" y="157533"/>
                  </a:cubicBezTo>
                  <a:cubicBezTo>
                    <a:pt x="332261" y="156796"/>
                    <a:pt x="332506" y="156059"/>
                    <a:pt x="332759" y="155300"/>
                  </a:cubicBezTo>
                  <a:cubicBezTo>
                    <a:pt x="333619" y="155193"/>
                    <a:pt x="334478" y="155085"/>
                    <a:pt x="335364" y="154975"/>
                  </a:cubicBezTo>
                  <a:cubicBezTo>
                    <a:pt x="336223" y="154837"/>
                    <a:pt x="337083" y="154698"/>
                    <a:pt x="337968" y="154556"/>
                  </a:cubicBezTo>
                  <a:cubicBezTo>
                    <a:pt x="338076" y="154065"/>
                    <a:pt x="338183" y="153574"/>
                    <a:pt x="338294" y="153068"/>
                  </a:cubicBezTo>
                  <a:cubicBezTo>
                    <a:pt x="338432" y="152577"/>
                    <a:pt x="338570" y="152086"/>
                    <a:pt x="338713" y="151580"/>
                  </a:cubicBezTo>
                  <a:cubicBezTo>
                    <a:pt x="340260" y="151251"/>
                    <a:pt x="341736" y="151160"/>
                    <a:pt x="343317" y="151112"/>
                  </a:cubicBezTo>
                  <a:cubicBezTo>
                    <a:pt x="343985" y="150975"/>
                    <a:pt x="343985" y="150975"/>
                    <a:pt x="344666" y="150835"/>
                  </a:cubicBezTo>
                  <a:cubicBezTo>
                    <a:pt x="344911" y="150099"/>
                    <a:pt x="345157" y="149362"/>
                    <a:pt x="345410" y="148603"/>
                  </a:cubicBezTo>
                  <a:cubicBezTo>
                    <a:pt x="346759" y="148327"/>
                    <a:pt x="346759" y="148327"/>
                    <a:pt x="348386" y="148277"/>
                  </a:cubicBezTo>
                  <a:cubicBezTo>
                    <a:pt x="349992" y="148180"/>
                    <a:pt x="349992" y="148180"/>
                    <a:pt x="351363" y="147859"/>
                  </a:cubicBezTo>
                  <a:cubicBezTo>
                    <a:pt x="351486" y="147368"/>
                    <a:pt x="351609" y="146877"/>
                    <a:pt x="351735" y="146371"/>
                  </a:cubicBezTo>
                  <a:cubicBezTo>
                    <a:pt x="351858" y="145879"/>
                    <a:pt x="351981" y="145388"/>
                    <a:pt x="352107" y="144882"/>
                  </a:cubicBezTo>
                  <a:cubicBezTo>
                    <a:pt x="353629" y="144689"/>
                    <a:pt x="355152" y="144502"/>
                    <a:pt x="356682" y="144397"/>
                  </a:cubicBezTo>
                  <a:cubicBezTo>
                    <a:pt x="357137" y="144311"/>
                    <a:pt x="357592" y="144226"/>
                    <a:pt x="358060" y="144138"/>
                  </a:cubicBezTo>
                  <a:cubicBezTo>
                    <a:pt x="358568" y="143152"/>
                    <a:pt x="359065" y="142160"/>
                    <a:pt x="359549" y="141162"/>
                  </a:cubicBezTo>
                  <a:cubicBezTo>
                    <a:pt x="361285" y="141162"/>
                    <a:pt x="363021" y="141162"/>
                    <a:pt x="364757" y="141162"/>
                  </a:cubicBezTo>
                  <a:cubicBezTo>
                    <a:pt x="364986" y="140682"/>
                    <a:pt x="365214" y="140202"/>
                    <a:pt x="365449" y="139708"/>
                  </a:cubicBezTo>
                  <a:cubicBezTo>
                    <a:pt x="365712" y="139206"/>
                    <a:pt x="365975" y="138703"/>
                    <a:pt x="366246" y="138185"/>
                  </a:cubicBezTo>
                  <a:cubicBezTo>
                    <a:pt x="367856" y="137732"/>
                    <a:pt x="367856" y="137732"/>
                    <a:pt x="369687" y="137627"/>
                  </a:cubicBezTo>
                  <a:cubicBezTo>
                    <a:pt x="370296" y="137585"/>
                    <a:pt x="370904" y="137542"/>
                    <a:pt x="371530" y="137499"/>
                  </a:cubicBezTo>
                  <a:cubicBezTo>
                    <a:pt x="371997" y="137480"/>
                    <a:pt x="372463" y="137461"/>
                    <a:pt x="372943" y="137441"/>
                  </a:cubicBezTo>
                  <a:cubicBezTo>
                    <a:pt x="372943" y="136459"/>
                    <a:pt x="372943" y="135476"/>
                    <a:pt x="372943" y="134464"/>
                  </a:cubicBezTo>
                  <a:cubicBezTo>
                    <a:pt x="373418" y="134436"/>
                    <a:pt x="373893" y="134409"/>
                    <a:pt x="374382" y="134380"/>
                  </a:cubicBezTo>
                  <a:cubicBezTo>
                    <a:pt x="374997" y="134331"/>
                    <a:pt x="375612" y="134282"/>
                    <a:pt x="376245" y="134232"/>
                  </a:cubicBezTo>
                  <a:cubicBezTo>
                    <a:pt x="377165" y="134167"/>
                    <a:pt x="377165" y="134167"/>
                    <a:pt x="378103" y="134101"/>
                  </a:cubicBezTo>
                  <a:cubicBezTo>
                    <a:pt x="378610" y="133975"/>
                    <a:pt x="379117" y="133850"/>
                    <a:pt x="379640" y="133720"/>
                  </a:cubicBezTo>
                  <a:cubicBezTo>
                    <a:pt x="379886" y="132983"/>
                    <a:pt x="380131" y="132247"/>
                    <a:pt x="380384" y="131488"/>
                  </a:cubicBezTo>
                  <a:cubicBezTo>
                    <a:pt x="382127" y="130961"/>
                    <a:pt x="383844" y="130734"/>
                    <a:pt x="385643" y="130465"/>
                  </a:cubicBezTo>
                  <a:cubicBezTo>
                    <a:pt x="386118" y="130311"/>
                    <a:pt x="386593" y="130158"/>
                    <a:pt x="387082" y="129999"/>
                  </a:cubicBezTo>
                  <a:cubicBezTo>
                    <a:pt x="387082" y="129263"/>
                    <a:pt x="387082" y="128526"/>
                    <a:pt x="387082" y="127767"/>
                  </a:cubicBezTo>
                  <a:cubicBezTo>
                    <a:pt x="387781" y="127738"/>
                    <a:pt x="387781" y="127738"/>
                    <a:pt x="388494" y="127709"/>
                  </a:cubicBezTo>
                  <a:cubicBezTo>
                    <a:pt x="389103" y="127667"/>
                    <a:pt x="389711" y="127624"/>
                    <a:pt x="390337" y="127581"/>
                  </a:cubicBezTo>
                  <a:cubicBezTo>
                    <a:pt x="390942" y="127546"/>
                    <a:pt x="391546" y="127512"/>
                    <a:pt x="392169" y="127476"/>
                  </a:cubicBezTo>
                  <a:cubicBezTo>
                    <a:pt x="392700" y="127327"/>
                    <a:pt x="393231" y="127177"/>
                    <a:pt x="393779" y="127023"/>
                  </a:cubicBezTo>
                  <a:cubicBezTo>
                    <a:pt x="394293" y="126040"/>
                    <a:pt x="394790" y="125048"/>
                    <a:pt x="395267" y="124046"/>
                  </a:cubicBezTo>
                  <a:cubicBezTo>
                    <a:pt x="397004" y="124046"/>
                    <a:pt x="398740" y="124046"/>
                    <a:pt x="400476" y="124046"/>
                  </a:cubicBezTo>
                  <a:cubicBezTo>
                    <a:pt x="400697" y="123567"/>
                    <a:pt x="400917" y="123087"/>
                    <a:pt x="401145" y="122593"/>
                  </a:cubicBezTo>
                  <a:cubicBezTo>
                    <a:pt x="401415" y="122090"/>
                    <a:pt x="401686" y="121588"/>
                    <a:pt x="401965" y="121070"/>
                  </a:cubicBezTo>
                  <a:cubicBezTo>
                    <a:pt x="403738" y="120616"/>
                    <a:pt x="403738" y="120616"/>
                    <a:pt x="405778" y="120512"/>
                  </a:cubicBezTo>
                  <a:cubicBezTo>
                    <a:pt x="406455" y="120469"/>
                    <a:pt x="407133" y="120427"/>
                    <a:pt x="407830" y="120384"/>
                  </a:cubicBezTo>
                  <a:cubicBezTo>
                    <a:pt x="408610" y="120355"/>
                    <a:pt x="408610" y="120355"/>
                    <a:pt x="409406" y="120326"/>
                  </a:cubicBezTo>
                  <a:cubicBezTo>
                    <a:pt x="409406" y="119343"/>
                    <a:pt x="409406" y="118361"/>
                    <a:pt x="409406" y="117349"/>
                  </a:cubicBezTo>
                  <a:cubicBezTo>
                    <a:pt x="410118" y="117307"/>
                    <a:pt x="410118" y="117307"/>
                    <a:pt x="410845" y="117265"/>
                  </a:cubicBezTo>
                  <a:cubicBezTo>
                    <a:pt x="411460" y="117216"/>
                    <a:pt x="412075" y="117167"/>
                    <a:pt x="412708" y="117117"/>
                  </a:cubicBezTo>
                  <a:cubicBezTo>
                    <a:pt x="413628" y="117052"/>
                    <a:pt x="413628" y="117052"/>
                    <a:pt x="414565" y="116986"/>
                  </a:cubicBezTo>
                  <a:cubicBezTo>
                    <a:pt x="415073" y="116860"/>
                    <a:pt x="415580" y="116734"/>
                    <a:pt x="416103" y="116605"/>
                  </a:cubicBezTo>
                  <a:cubicBezTo>
                    <a:pt x="416349" y="115868"/>
                    <a:pt x="416594" y="115132"/>
                    <a:pt x="416847" y="114373"/>
                  </a:cubicBezTo>
                  <a:cubicBezTo>
                    <a:pt x="418548" y="113992"/>
                    <a:pt x="418548" y="113992"/>
                    <a:pt x="420615" y="113861"/>
                  </a:cubicBezTo>
                  <a:cubicBezTo>
                    <a:pt x="421640" y="113788"/>
                    <a:pt x="421640" y="113788"/>
                    <a:pt x="422687" y="113713"/>
                  </a:cubicBezTo>
                  <a:cubicBezTo>
                    <a:pt x="423216" y="113685"/>
                    <a:pt x="423744" y="113657"/>
                    <a:pt x="424289" y="113628"/>
                  </a:cubicBezTo>
                  <a:cubicBezTo>
                    <a:pt x="424289" y="112646"/>
                    <a:pt x="424289" y="111664"/>
                    <a:pt x="424289" y="110652"/>
                  </a:cubicBezTo>
                  <a:cubicBezTo>
                    <a:pt x="424988" y="110623"/>
                    <a:pt x="424988" y="110623"/>
                    <a:pt x="425701" y="110594"/>
                  </a:cubicBezTo>
                  <a:cubicBezTo>
                    <a:pt x="426310" y="110551"/>
                    <a:pt x="426918" y="110509"/>
                    <a:pt x="427544" y="110466"/>
                  </a:cubicBezTo>
                  <a:cubicBezTo>
                    <a:pt x="428149" y="110431"/>
                    <a:pt x="428753" y="110397"/>
                    <a:pt x="429376" y="110361"/>
                  </a:cubicBezTo>
                  <a:cubicBezTo>
                    <a:pt x="429907" y="110211"/>
                    <a:pt x="430438" y="110062"/>
                    <a:pt x="430986" y="109908"/>
                  </a:cubicBezTo>
                  <a:cubicBezTo>
                    <a:pt x="431224" y="109409"/>
                    <a:pt x="431462" y="108910"/>
                    <a:pt x="431707" y="108396"/>
                  </a:cubicBezTo>
                  <a:cubicBezTo>
                    <a:pt x="431960" y="107913"/>
                    <a:pt x="432213" y="107429"/>
                    <a:pt x="432474" y="106931"/>
                  </a:cubicBezTo>
                  <a:cubicBezTo>
                    <a:pt x="434247" y="106640"/>
                    <a:pt x="434247" y="106640"/>
                    <a:pt x="436288" y="106745"/>
                  </a:cubicBezTo>
                  <a:cubicBezTo>
                    <a:pt x="436965" y="106772"/>
                    <a:pt x="437642" y="106799"/>
                    <a:pt x="438340" y="106826"/>
                  </a:cubicBezTo>
                  <a:cubicBezTo>
                    <a:pt x="438860" y="106861"/>
                    <a:pt x="439380" y="106896"/>
                    <a:pt x="439916" y="106931"/>
                  </a:cubicBezTo>
                  <a:cubicBezTo>
                    <a:pt x="439916" y="105949"/>
                    <a:pt x="439916" y="104967"/>
                    <a:pt x="439916" y="103955"/>
                  </a:cubicBezTo>
                  <a:cubicBezTo>
                    <a:pt x="440709" y="103926"/>
                    <a:pt x="440709" y="103926"/>
                    <a:pt x="441517" y="103896"/>
                  </a:cubicBezTo>
                  <a:cubicBezTo>
                    <a:pt x="442201" y="103854"/>
                    <a:pt x="442885" y="103812"/>
                    <a:pt x="443590" y="103769"/>
                  </a:cubicBezTo>
                  <a:cubicBezTo>
                    <a:pt x="444272" y="103734"/>
                    <a:pt x="444954" y="103699"/>
                    <a:pt x="445657" y="103664"/>
                  </a:cubicBezTo>
                  <a:cubicBezTo>
                    <a:pt x="446218" y="103514"/>
                    <a:pt x="446779" y="103365"/>
                    <a:pt x="447357" y="103210"/>
                  </a:cubicBezTo>
                  <a:cubicBezTo>
                    <a:pt x="447530" y="102462"/>
                    <a:pt x="447530" y="102462"/>
                    <a:pt x="447706" y="101699"/>
                  </a:cubicBezTo>
                  <a:cubicBezTo>
                    <a:pt x="447902" y="100974"/>
                    <a:pt x="447902" y="100974"/>
                    <a:pt x="448101" y="100234"/>
                  </a:cubicBezTo>
                  <a:cubicBezTo>
                    <a:pt x="449965" y="99943"/>
                    <a:pt x="449965" y="99943"/>
                    <a:pt x="452241" y="100048"/>
                  </a:cubicBezTo>
                  <a:cubicBezTo>
                    <a:pt x="452994" y="100075"/>
                    <a:pt x="453747" y="100102"/>
                    <a:pt x="454522" y="100129"/>
                  </a:cubicBezTo>
                  <a:cubicBezTo>
                    <a:pt x="455105" y="100164"/>
                    <a:pt x="455687" y="100198"/>
                    <a:pt x="456287" y="100234"/>
                  </a:cubicBezTo>
                  <a:cubicBezTo>
                    <a:pt x="456287" y="99252"/>
                    <a:pt x="456287" y="98269"/>
                    <a:pt x="456287" y="97257"/>
                  </a:cubicBezTo>
                  <a:cubicBezTo>
                    <a:pt x="457080" y="97229"/>
                    <a:pt x="457080" y="97229"/>
                    <a:pt x="457888" y="97199"/>
                  </a:cubicBezTo>
                  <a:cubicBezTo>
                    <a:pt x="458572" y="97157"/>
                    <a:pt x="459256" y="97115"/>
                    <a:pt x="459961" y="97071"/>
                  </a:cubicBezTo>
                  <a:cubicBezTo>
                    <a:pt x="460643" y="97037"/>
                    <a:pt x="461325" y="97002"/>
                    <a:pt x="462028" y="96967"/>
                  </a:cubicBezTo>
                  <a:cubicBezTo>
                    <a:pt x="462589" y="96817"/>
                    <a:pt x="463150" y="96667"/>
                    <a:pt x="463728" y="96513"/>
                  </a:cubicBezTo>
                  <a:cubicBezTo>
                    <a:pt x="463977" y="95521"/>
                    <a:pt x="464225" y="94529"/>
                    <a:pt x="464472" y="93537"/>
                  </a:cubicBezTo>
                  <a:cubicBezTo>
                    <a:pt x="466147" y="93162"/>
                    <a:pt x="466147" y="93162"/>
                    <a:pt x="468193" y="93118"/>
                  </a:cubicBezTo>
                  <a:cubicBezTo>
                    <a:pt x="470186" y="93117"/>
                    <a:pt x="470186" y="93117"/>
                    <a:pt x="471914" y="92792"/>
                  </a:cubicBezTo>
                  <a:cubicBezTo>
                    <a:pt x="472159" y="92056"/>
                    <a:pt x="472405" y="91319"/>
                    <a:pt x="472658" y="90560"/>
                  </a:cubicBezTo>
                  <a:cubicBezTo>
                    <a:pt x="474306" y="90179"/>
                    <a:pt x="474306" y="90179"/>
                    <a:pt x="476332" y="90048"/>
                  </a:cubicBezTo>
                  <a:cubicBezTo>
                    <a:pt x="476999" y="89999"/>
                    <a:pt x="477665" y="89951"/>
                    <a:pt x="478352" y="89900"/>
                  </a:cubicBezTo>
                  <a:cubicBezTo>
                    <a:pt x="479430" y="89848"/>
                    <a:pt x="480509" y="89816"/>
                    <a:pt x="481588" y="89816"/>
                  </a:cubicBezTo>
                  <a:cubicBezTo>
                    <a:pt x="481588" y="88834"/>
                    <a:pt x="481588" y="87851"/>
                    <a:pt x="481588" y="86839"/>
                  </a:cubicBezTo>
                  <a:cubicBezTo>
                    <a:pt x="484534" y="86594"/>
                    <a:pt x="487481" y="86348"/>
                    <a:pt x="490517" y="86095"/>
                  </a:cubicBezTo>
                  <a:cubicBezTo>
                    <a:pt x="490517" y="85113"/>
                    <a:pt x="490517" y="84131"/>
                    <a:pt x="490517" y="83119"/>
                  </a:cubicBezTo>
                  <a:cubicBezTo>
                    <a:pt x="491100" y="83091"/>
                    <a:pt x="491682" y="83063"/>
                    <a:pt x="492282" y="83034"/>
                  </a:cubicBezTo>
                  <a:cubicBezTo>
                    <a:pt x="493035" y="82985"/>
                    <a:pt x="493788" y="82936"/>
                    <a:pt x="494564" y="82886"/>
                  </a:cubicBezTo>
                  <a:cubicBezTo>
                    <a:pt x="495315" y="82843"/>
                    <a:pt x="496066" y="82800"/>
                    <a:pt x="496840" y="82755"/>
                  </a:cubicBezTo>
                  <a:cubicBezTo>
                    <a:pt x="497762" y="82567"/>
                    <a:pt x="497762" y="82567"/>
                    <a:pt x="498703" y="82374"/>
                  </a:cubicBezTo>
                  <a:cubicBezTo>
                    <a:pt x="498948" y="81638"/>
                    <a:pt x="499194" y="80901"/>
                    <a:pt x="499447" y="80142"/>
                  </a:cubicBezTo>
                  <a:cubicBezTo>
                    <a:pt x="501574" y="79822"/>
                    <a:pt x="503647" y="79814"/>
                    <a:pt x="505795" y="79773"/>
                  </a:cubicBezTo>
                  <a:cubicBezTo>
                    <a:pt x="506402" y="79649"/>
                    <a:pt x="507008" y="79525"/>
                    <a:pt x="507632" y="79398"/>
                  </a:cubicBezTo>
                  <a:cubicBezTo>
                    <a:pt x="507792" y="78666"/>
                    <a:pt x="507792" y="78666"/>
                    <a:pt x="507955" y="77918"/>
                  </a:cubicBezTo>
                  <a:cubicBezTo>
                    <a:pt x="508164" y="77177"/>
                    <a:pt x="508164" y="77177"/>
                    <a:pt x="508377" y="76421"/>
                  </a:cubicBezTo>
                  <a:cubicBezTo>
                    <a:pt x="510565" y="75968"/>
                    <a:pt x="510565" y="75968"/>
                    <a:pt x="513260" y="75863"/>
                  </a:cubicBezTo>
                  <a:cubicBezTo>
                    <a:pt x="514151" y="75821"/>
                    <a:pt x="515042" y="75779"/>
                    <a:pt x="515960" y="75735"/>
                  </a:cubicBezTo>
                  <a:cubicBezTo>
                    <a:pt x="516650" y="75716"/>
                    <a:pt x="517340" y="75697"/>
                    <a:pt x="518050" y="75677"/>
                  </a:cubicBezTo>
                  <a:cubicBezTo>
                    <a:pt x="518050" y="74941"/>
                    <a:pt x="518050" y="74204"/>
                    <a:pt x="518050" y="73445"/>
                  </a:cubicBezTo>
                  <a:cubicBezTo>
                    <a:pt x="518624" y="73426"/>
                    <a:pt x="519198" y="73406"/>
                    <a:pt x="519789" y="73387"/>
                  </a:cubicBezTo>
                  <a:cubicBezTo>
                    <a:pt x="520535" y="73344"/>
                    <a:pt x="521281" y="73302"/>
                    <a:pt x="522050" y="73259"/>
                  </a:cubicBezTo>
                  <a:cubicBezTo>
                    <a:pt x="522793" y="73224"/>
                    <a:pt x="523535" y="73190"/>
                    <a:pt x="524300" y="73154"/>
                  </a:cubicBezTo>
                  <a:cubicBezTo>
                    <a:pt x="524939" y="73004"/>
                    <a:pt x="525578" y="72855"/>
                    <a:pt x="526236" y="72701"/>
                  </a:cubicBezTo>
                  <a:cubicBezTo>
                    <a:pt x="526476" y="72206"/>
                    <a:pt x="526716" y="71711"/>
                    <a:pt x="526963" y="71201"/>
                  </a:cubicBezTo>
                  <a:cubicBezTo>
                    <a:pt x="527214" y="70713"/>
                    <a:pt x="527465" y="70226"/>
                    <a:pt x="527724" y="69724"/>
                  </a:cubicBezTo>
                  <a:cubicBezTo>
                    <a:pt x="530043" y="69329"/>
                    <a:pt x="532258" y="69351"/>
                    <a:pt x="534608" y="69329"/>
                  </a:cubicBezTo>
                  <a:cubicBezTo>
                    <a:pt x="535283" y="69214"/>
                    <a:pt x="535958" y="69099"/>
                    <a:pt x="536654" y="68980"/>
                  </a:cubicBezTo>
                  <a:cubicBezTo>
                    <a:pt x="536899" y="68490"/>
                    <a:pt x="537143" y="68000"/>
                    <a:pt x="537395" y="67495"/>
                  </a:cubicBezTo>
                  <a:cubicBezTo>
                    <a:pt x="537642" y="67002"/>
                    <a:pt x="537888" y="66510"/>
                    <a:pt x="538142" y="66003"/>
                  </a:cubicBezTo>
                  <a:cubicBezTo>
                    <a:pt x="540215" y="65628"/>
                    <a:pt x="540215" y="65628"/>
                    <a:pt x="542654" y="65585"/>
                  </a:cubicBezTo>
                  <a:cubicBezTo>
                    <a:pt x="545027" y="65585"/>
                    <a:pt x="545027" y="65585"/>
                    <a:pt x="547072" y="65259"/>
                  </a:cubicBezTo>
                  <a:cubicBezTo>
                    <a:pt x="547318" y="64523"/>
                    <a:pt x="547563" y="63786"/>
                    <a:pt x="547816" y="63027"/>
                  </a:cubicBezTo>
                  <a:cubicBezTo>
                    <a:pt x="550111" y="62706"/>
                    <a:pt x="552357" y="62699"/>
                    <a:pt x="554673" y="62658"/>
                  </a:cubicBezTo>
                  <a:cubicBezTo>
                    <a:pt x="555357" y="62534"/>
                    <a:pt x="556041" y="62410"/>
                    <a:pt x="556746" y="62283"/>
                  </a:cubicBezTo>
                  <a:cubicBezTo>
                    <a:pt x="556976" y="61783"/>
                    <a:pt x="557206" y="61283"/>
                    <a:pt x="557443" y="60768"/>
                  </a:cubicBezTo>
                  <a:cubicBezTo>
                    <a:pt x="557704" y="60286"/>
                    <a:pt x="557965" y="59803"/>
                    <a:pt x="558234" y="59306"/>
                  </a:cubicBezTo>
                  <a:cubicBezTo>
                    <a:pt x="560632" y="59120"/>
                    <a:pt x="560632" y="59120"/>
                    <a:pt x="563490" y="59306"/>
                  </a:cubicBezTo>
                  <a:cubicBezTo>
                    <a:pt x="566260" y="59556"/>
                    <a:pt x="566260" y="59556"/>
                    <a:pt x="568652" y="59306"/>
                  </a:cubicBezTo>
                  <a:cubicBezTo>
                    <a:pt x="568902" y="58314"/>
                    <a:pt x="569150" y="57322"/>
                    <a:pt x="569396" y="56330"/>
                  </a:cubicBezTo>
                  <a:cubicBezTo>
                    <a:pt x="571748" y="55876"/>
                    <a:pt x="571748" y="55876"/>
                    <a:pt x="574652" y="55771"/>
                  </a:cubicBezTo>
                  <a:cubicBezTo>
                    <a:pt x="575612" y="55729"/>
                    <a:pt x="576572" y="55687"/>
                    <a:pt x="577561" y="55644"/>
                  </a:cubicBezTo>
                  <a:cubicBezTo>
                    <a:pt x="578305" y="55624"/>
                    <a:pt x="579048" y="55605"/>
                    <a:pt x="579814" y="55585"/>
                  </a:cubicBezTo>
                  <a:cubicBezTo>
                    <a:pt x="579814" y="54603"/>
                    <a:pt x="579814" y="53621"/>
                    <a:pt x="579814" y="52609"/>
                  </a:cubicBezTo>
                  <a:cubicBezTo>
                    <a:pt x="580665" y="52590"/>
                    <a:pt x="581516" y="52570"/>
                    <a:pt x="582392" y="52551"/>
                  </a:cubicBezTo>
                  <a:cubicBezTo>
                    <a:pt x="583502" y="52509"/>
                    <a:pt x="584611" y="52466"/>
                    <a:pt x="585721" y="52423"/>
                  </a:cubicBezTo>
                  <a:cubicBezTo>
                    <a:pt x="586282" y="52412"/>
                    <a:pt x="586844" y="52402"/>
                    <a:pt x="587423" y="52391"/>
                  </a:cubicBezTo>
                  <a:cubicBezTo>
                    <a:pt x="589229" y="52343"/>
                    <a:pt x="589229" y="52343"/>
                    <a:pt x="591720" y="51865"/>
                  </a:cubicBezTo>
                  <a:cubicBezTo>
                    <a:pt x="592186" y="50370"/>
                    <a:pt x="592186" y="50370"/>
                    <a:pt x="592465" y="48888"/>
                  </a:cubicBezTo>
                  <a:cubicBezTo>
                    <a:pt x="594601" y="48624"/>
                    <a:pt x="594601" y="48624"/>
                    <a:pt x="597255" y="48749"/>
                  </a:cubicBezTo>
                  <a:cubicBezTo>
                    <a:pt x="600560" y="49032"/>
                    <a:pt x="600560" y="49032"/>
                    <a:pt x="603627" y="48144"/>
                  </a:cubicBezTo>
                  <a:cubicBezTo>
                    <a:pt x="603872" y="47407"/>
                    <a:pt x="604118" y="46671"/>
                    <a:pt x="604371" y="45912"/>
                  </a:cubicBezTo>
                  <a:cubicBezTo>
                    <a:pt x="607052" y="45590"/>
                    <a:pt x="609691" y="45584"/>
                    <a:pt x="612391" y="45542"/>
                  </a:cubicBezTo>
                  <a:cubicBezTo>
                    <a:pt x="613182" y="45419"/>
                    <a:pt x="613973" y="45295"/>
                    <a:pt x="614789" y="45167"/>
                  </a:cubicBezTo>
                  <a:cubicBezTo>
                    <a:pt x="615019" y="44676"/>
                    <a:pt x="615249" y="44185"/>
                    <a:pt x="615486" y="43679"/>
                  </a:cubicBezTo>
                  <a:cubicBezTo>
                    <a:pt x="615747" y="43188"/>
                    <a:pt x="616008" y="42697"/>
                    <a:pt x="616277" y="42191"/>
                  </a:cubicBezTo>
                  <a:cubicBezTo>
                    <a:pt x="618355" y="41905"/>
                    <a:pt x="620197" y="41774"/>
                    <a:pt x="622277" y="41772"/>
                  </a:cubicBezTo>
                  <a:cubicBezTo>
                    <a:pt x="624287" y="41760"/>
                    <a:pt x="626176" y="41658"/>
                    <a:pt x="628183" y="41447"/>
                  </a:cubicBezTo>
                  <a:cubicBezTo>
                    <a:pt x="628429" y="40710"/>
                    <a:pt x="628674" y="39973"/>
                    <a:pt x="628927" y="39214"/>
                  </a:cubicBezTo>
                  <a:cubicBezTo>
                    <a:pt x="631657" y="38946"/>
                    <a:pt x="634313" y="38890"/>
                    <a:pt x="637052" y="38887"/>
                  </a:cubicBezTo>
                  <a:cubicBezTo>
                    <a:pt x="638954" y="38871"/>
                    <a:pt x="638954" y="38871"/>
                    <a:pt x="641578" y="38470"/>
                  </a:cubicBezTo>
                  <a:cubicBezTo>
                    <a:pt x="641698" y="37979"/>
                    <a:pt x="641818" y="37487"/>
                    <a:pt x="641941" y="36980"/>
                  </a:cubicBezTo>
                  <a:cubicBezTo>
                    <a:pt x="642130" y="36244"/>
                    <a:pt x="642130" y="36244"/>
                    <a:pt x="642322" y="35494"/>
                  </a:cubicBezTo>
                  <a:cubicBezTo>
                    <a:pt x="645207" y="35152"/>
                    <a:pt x="647962" y="35117"/>
                    <a:pt x="650861" y="35130"/>
                  </a:cubicBezTo>
                  <a:cubicBezTo>
                    <a:pt x="651457" y="35120"/>
                    <a:pt x="652053" y="35109"/>
                    <a:pt x="652667" y="35098"/>
                  </a:cubicBezTo>
                  <a:cubicBezTo>
                    <a:pt x="653216" y="35102"/>
                    <a:pt x="653765" y="35105"/>
                    <a:pt x="654330" y="35108"/>
                  </a:cubicBezTo>
                  <a:cubicBezTo>
                    <a:pt x="654787" y="34990"/>
                    <a:pt x="655245" y="34872"/>
                    <a:pt x="655716" y="34749"/>
                  </a:cubicBezTo>
                  <a:cubicBezTo>
                    <a:pt x="655959" y="34259"/>
                    <a:pt x="656201" y="33768"/>
                    <a:pt x="656450" y="33263"/>
                  </a:cubicBezTo>
                  <a:cubicBezTo>
                    <a:pt x="656699" y="32771"/>
                    <a:pt x="656948" y="32279"/>
                    <a:pt x="657205" y="31773"/>
                  </a:cubicBezTo>
                  <a:cubicBezTo>
                    <a:pt x="658660" y="31402"/>
                    <a:pt x="658660" y="31402"/>
                    <a:pt x="660417" y="31398"/>
                  </a:cubicBezTo>
                  <a:cubicBezTo>
                    <a:pt x="661047" y="31384"/>
                    <a:pt x="661676" y="31370"/>
                    <a:pt x="662325" y="31356"/>
                  </a:cubicBezTo>
                  <a:cubicBezTo>
                    <a:pt x="662984" y="31355"/>
                    <a:pt x="663642" y="31355"/>
                    <a:pt x="664321" y="31354"/>
                  </a:cubicBezTo>
                  <a:cubicBezTo>
                    <a:pt x="665624" y="31348"/>
                    <a:pt x="666927" y="31332"/>
                    <a:pt x="668230" y="31305"/>
                  </a:cubicBezTo>
                  <a:cubicBezTo>
                    <a:pt x="668809" y="31304"/>
                    <a:pt x="669388" y="31304"/>
                    <a:pt x="669985" y="31303"/>
                  </a:cubicBezTo>
                  <a:cubicBezTo>
                    <a:pt x="670433" y="31213"/>
                    <a:pt x="670881" y="31122"/>
                    <a:pt x="671343" y="31029"/>
                  </a:cubicBezTo>
                  <a:cubicBezTo>
                    <a:pt x="671589" y="30292"/>
                    <a:pt x="671835" y="29555"/>
                    <a:pt x="672088" y="28796"/>
                  </a:cubicBezTo>
                  <a:cubicBezTo>
                    <a:pt x="673538" y="28475"/>
                    <a:pt x="673538" y="28475"/>
                    <a:pt x="675416" y="28416"/>
                  </a:cubicBezTo>
                  <a:cubicBezTo>
                    <a:pt x="676085" y="28389"/>
                    <a:pt x="676754" y="28363"/>
                    <a:pt x="677443" y="28336"/>
                  </a:cubicBezTo>
                  <a:cubicBezTo>
                    <a:pt x="678147" y="28319"/>
                    <a:pt x="678851" y="28302"/>
                    <a:pt x="679576" y="28285"/>
                  </a:cubicBezTo>
                  <a:cubicBezTo>
                    <a:pt x="680282" y="28259"/>
                    <a:pt x="680988" y="28234"/>
                    <a:pt x="681716" y="28208"/>
                  </a:cubicBezTo>
                  <a:cubicBezTo>
                    <a:pt x="683468" y="28146"/>
                    <a:pt x="685219" y="28095"/>
                    <a:pt x="686970" y="28052"/>
                  </a:cubicBezTo>
                  <a:cubicBezTo>
                    <a:pt x="686970" y="27070"/>
                    <a:pt x="686970" y="26088"/>
                    <a:pt x="686970" y="25076"/>
                  </a:cubicBezTo>
                  <a:cubicBezTo>
                    <a:pt x="687485" y="25065"/>
                    <a:pt x="688000" y="25054"/>
                    <a:pt x="688530" y="25043"/>
                  </a:cubicBezTo>
                  <a:cubicBezTo>
                    <a:pt x="690847" y="24988"/>
                    <a:pt x="693164" y="24916"/>
                    <a:pt x="695482" y="24843"/>
                  </a:cubicBezTo>
                  <a:cubicBezTo>
                    <a:pt x="696292" y="24826"/>
                    <a:pt x="697102" y="24810"/>
                    <a:pt x="697936" y="24792"/>
                  </a:cubicBezTo>
                  <a:cubicBezTo>
                    <a:pt x="698706" y="24766"/>
                    <a:pt x="699476" y="24739"/>
                    <a:pt x="700269" y="24712"/>
                  </a:cubicBezTo>
                  <a:cubicBezTo>
                    <a:pt x="701339" y="24683"/>
                    <a:pt x="701339" y="24683"/>
                    <a:pt x="702430" y="24653"/>
                  </a:cubicBezTo>
                  <a:cubicBezTo>
                    <a:pt x="702976" y="24547"/>
                    <a:pt x="703523" y="24441"/>
                    <a:pt x="704086" y="24332"/>
                  </a:cubicBezTo>
                  <a:cubicBezTo>
                    <a:pt x="704331" y="23595"/>
                    <a:pt x="704577" y="22858"/>
                    <a:pt x="704830" y="22099"/>
                  </a:cubicBezTo>
                  <a:cubicBezTo>
                    <a:pt x="706485" y="21777"/>
                    <a:pt x="706485" y="21777"/>
                    <a:pt x="708646" y="21718"/>
                  </a:cubicBezTo>
                  <a:cubicBezTo>
                    <a:pt x="709416" y="21692"/>
                    <a:pt x="710186" y="21666"/>
                    <a:pt x="710979" y="21638"/>
                  </a:cubicBezTo>
                  <a:cubicBezTo>
                    <a:pt x="711789" y="21622"/>
                    <a:pt x="712599" y="21605"/>
                    <a:pt x="713434" y="21587"/>
                  </a:cubicBezTo>
                  <a:cubicBezTo>
                    <a:pt x="714247" y="21562"/>
                    <a:pt x="715060" y="21537"/>
                    <a:pt x="715897" y="21510"/>
                  </a:cubicBezTo>
                  <a:cubicBezTo>
                    <a:pt x="717913" y="21449"/>
                    <a:pt x="719929" y="21397"/>
                    <a:pt x="721945" y="21355"/>
                  </a:cubicBezTo>
                  <a:cubicBezTo>
                    <a:pt x="721945" y="20373"/>
                    <a:pt x="721945" y="19390"/>
                    <a:pt x="721945" y="18378"/>
                  </a:cubicBezTo>
                  <a:cubicBezTo>
                    <a:pt x="722779" y="18362"/>
                    <a:pt x="722779" y="18362"/>
                    <a:pt x="723629" y="18345"/>
                  </a:cubicBezTo>
                  <a:cubicBezTo>
                    <a:pt x="726138" y="18290"/>
                    <a:pt x="728646" y="18218"/>
                    <a:pt x="731154" y="18146"/>
                  </a:cubicBezTo>
                  <a:cubicBezTo>
                    <a:pt x="732029" y="18129"/>
                    <a:pt x="732903" y="18112"/>
                    <a:pt x="733805" y="18095"/>
                  </a:cubicBezTo>
                  <a:cubicBezTo>
                    <a:pt x="734639" y="18069"/>
                    <a:pt x="735474" y="18042"/>
                    <a:pt x="736334" y="18015"/>
                  </a:cubicBezTo>
                  <a:cubicBezTo>
                    <a:pt x="737491" y="17986"/>
                    <a:pt x="737491" y="17986"/>
                    <a:pt x="738672" y="17956"/>
                  </a:cubicBezTo>
                  <a:cubicBezTo>
                    <a:pt x="739601" y="17797"/>
                    <a:pt x="739601" y="17797"/>
                    <a:pt x="740549" y="17634"/>
                  </a:cubicBezTo>
                  <a:cubicBezTo>
                    <a:pt x="741040" y="16898"/>
                    <a:pt x="741531" y="16161"/>
                    <a:pt x="742037" y="15402"/>
                  </a:cubicBezTo>
                  <a:cubicBezTo>
                    <a:pt x="744288" y="14549"/>
                    <a:pt x="746446" y="14580"/>
                    <a:pt x="748833" y="14611"/>
                  </a:cubicBezTo>
                  <a:cubicBezTo>
                    <a:pt x="749555" y="14617"/>
                    <a:pt x="750278" y="14623"/>
                    <a:pt x="751022" y="14629"/>
                  </a:cubicBezTo>
                  <a:cubicBezTo>
                    <a:pt x="751771" y="14638"/>
                    <a:pt x="752520" y="14648"/>
                    <a:pt x="753292" y="14658"/>
                  </a:cubicBezTo>
                  <a:cubicBezTo>
                    <a:pt x="754782" y="14677"/>
                    <a:pt x="756272" y="14692"/>
                    <a:pt x="757763" y="14704"/>
                  </a:cubicBezTo>
                  <a:cubicBezTo>
                    <a:pt x="758422" y="14713"/>
                    <a:pt x="759081" y="14721"/>
                    <a:pt x="759760" y="14730"/>
                  </a:cubicBezTo>
                  <a:cubicBezTo>
                    <a:pt x="761419" y="14766"/>
                    <a:pt x="761419" y="14766"/>
                    <a:pt x="762873" y="13914"/>
                  </a:cubicBezTo>
                  <a:cubicBezTo>
                    <a:pt x="763118" y="13177"/>
                    <a:pt x="763364" y="12440"/>
                    <a:pt x="763617" y="11681"/>
                  </a:cubicBezTo>
                  <a:cubicBezTo>
                    <a:pt x="765487" y="11424"/>
                    <a:pt x="767184" y="11317"/>
                    <a:pt x="769061" y="11300"/>
                  </a:cubicBezTo>
                  <a:cubicBezTo>
                    <a:pt x="769605" y="11287"/>
                    <a:pt x="770149" y="11274"/>
                    <a:pt x="770710" y="11260"/>
                  </a:cubicBezTo>
                  <a:cubicBezTo>
                    <a:pt x="772454" y="11219"/>
                    <a:pt x="774198" y="11194"/>
                    <a:pt x="775942" y="11170"/>
                  </a:cubicBezTo>
                  <a:cubicBezTo>
                    <a:pt x="777121" y="11145"/>
                    <a:pt x="778301" y="11119"/>
                    <a:pt x="779481" y="11092"/>
                  </a:cubicBezTo>
                  <a:cubicBezTo>
                    <a:pt x="782378" y="11029"/>
                    <a:pt x="785276" y="10979"/>
                    <a:pt x="788174" y="10937"/>
                  </a:cubicBezTo>
                  <a:cubicBezTo>
                    <a:pt x="788174" y="9955"/>
                    <a:pt x="788174" y="8972"/>
                    <a:pt x="788174" y="7960"/>
                  </a:cubicBezTo>
                  <a:cubicBezTo>
                    <a:pt x="797751" y="7960"/>
                    <a:pt x="807328" y="7960"/>
                    <a:pt x="817195" y="7960"/>
                  </a:cubicBezTo>
                  <a:cubicBezTo>
                    <a:pt x="817195" y="6978"/>
                    <a:pt x="817195" y="5996"/>
                    <a:pt x="817195" y="4984"/>
                  </a:cubicBezTo>
                  <a:cubicBezTo>
                    <a:pt x="817667" y="4981"/>
                    <a:pt x="818139" y="4978"/>
                    <a:pt x="818626" y="4976"/>
                  </a:cubicBezTo>
                  <a:cubicBezTo>
                    <a:pt x="823527" y="4945"/>
                    <a:pt x="828427" y="4893"/>
                    <a:pt x="833328" y="4829"/>
                  </a:cubicBezTo>
                  <a:cubicBezTo>
                    <a:pt x="835158" y="4808"/>
                    <a:pt x="836989" y="4793"/>
                    <a:pt x="838819" y="4782"/>
                  </a:cubicBezTo>
                  <a:cubicBezTo>
                    <a:pt x="841446" y="4766"/>
                    <a:pt x="844072" y="4732"/>
                    <a:pt x="846699" y="4693"/>
                  </a:cubicBezTo>
                  <a:cubicBezTo>
                    <a:pt x="847933" y="4692"/>
                    <a:pt x="847933" y="4692"/>
                    <a:pt x="849191" y="4690"/>
                  </a:cubicBezTo>
                  <a:cubicBezTo>
                    <a:pt x="850331" y="4668"/>
                    <a:pt x="850331" y="4668"/>
                    <a:pt x="851493" y="4646"/>
                  </a:cubicBezTo>
                  <a:cubicBezTo>
                    <a:pt x="852164" y="4639"/>
                    <a:pt x="852835" y="4633"/>
                    <a:pt x="853526" y="4626"/>
                  </a:cubicBezTo>
                  <a:cubicBezTo>
                    <a:pt x="854061" y="4498"/>
                    <a:pt x="854595" y="4371"/>
                    <a:pt x="855146" y="4240"/>
                  </a:cubicBezTo>
                  <a:cubicBezTo>
                    <a:pt x="855364" y="3748"/>
                    <a:pt x="855581" y="3257"/>
                    <a:pt x="855805" y="2751"/>
                  </a:cubicBezTo>
                  <a:cubicBezTo>
                    <a:pt x="856079" y="2260"/>
                    <a:pt x="856353" y="1769"/>
                    <a:pt x="856634" y="1263"/>
                  </a:cubicBezTo>
                  <a:close/>
                </a:path>
              </a:pathLst>
            </a:custGeom>
            <a:grpFill/>
            <a:ln w="744" cap="flat">
              <a:noFill/>
              <a:prstDash val="solid"/>
              <a:miter/>
            </a:ln>
          </p:spPr>
          <p:txBody>
            <a:bodyPr rtlCol="0" anchor="ctr"/>
            <a:lstStyle/>
            <a:p>
              <a:endParaRPr lang="zh-CN" altLang="en-US"/>
            </a:p>
          </p:txBody>
        </p:sp>
        <p:sp>
          <p:nvSpPr>
            <p:cNvPr id="7" name="任意多边形: 形状 107"/>
            <p:cNvSpPr/>
            <p:nvPr/>
          </p:nvSpPr>
          <p:spPr>
            <a:xfrm>
              <a:off x="3746465" y="5971887"/>
              <a:ext cx="660271" cy="300923"/>
            </a:xfrm>
            <a:custGeom>
              <a:avLst/>
              <a:gdLst>
                <a:gd name="connsiteX0" fmla="*/ 946421 w 1212484"/>
                <a:gd name="connsiteY0" fmla="*/ 558 h 696873"/>
                <a:gd name="connsiteX1" fmla="*/ 963808 w 1212484"/>
                <a:gd name="connsiteY1" fmla="*/ 404 h 696873"/>
                <a:gd name="connsiteX2" fmla="*/ 971881 w 1212484"/>
                <a:gd name="connsiteY2" fmla="*/ 333 h 696873"/>
                <a:gd name="connsiteX3" fmla="*/ 979669 w 1212484"/>
                <a:gd name="connsiteY3" fmla="*/ 276 h 696873"/>
                <a:gd name="connsiteX4" fmla="*/ 984094 w 1212484"/>
                <a:gd name="connsiteY4" fmla="*/ 221 h 696873"/>
                <a:gd name="connsiteX5" fmla="*/ 986802 w 1212484"/>
                <a:gd name="connsiteY5" fmla="*/ 220 h 696873"/>
                <a:gd name="connsiteX6" fmla="*/ 989196 w 1212484"/>
                <a:gd name="connsiteY6" fmla="*/ 200 h 696873"/>
                <a:gd name="connsiteX7" fmla="*/ 991070 w 1212484"/>
                <a:gd name="connsiteY7" fmla="*/ 558 h 696873"/>
                <a:gd name="connsiteX8" fmla="*/ 992558 w 1212484"/>
                <a:gd name="connsiteY8" fmla="*/ 3535 h 696873"/>
                <a:gd name="connsiteX9" fmla="*/ 994790 w 1212484"/>
                <a:gd name="connsiteY9" fmla="*/ 4279 h 696873"/>
                <a:gd name="connsiteX10" fmla="*/ 994790 w 1212484"/>
                <a:gd name="connsiteY10" fmla="*/ 7255 h 696873"/>
                <a:gd name="connsiteX11" fmla="*/ 996558 w 1212484"/>
                <a:gd name="connsiteY11" fmla="*/ 7069 h 696873"/>
                <a:gd name="connsiteX12" fmla="*/ 998511 w 1212484"/>
                <a:gd name="connsiteY12" fmla="*/ 7255 h 696873"/>
                <a:gd name="connsiteX13" fmla="*/ 999999 w 1212484"/>
                <a:gd name="connsiteY13" fmla="*/ 10232 h 696873"/>
                <a:gd name="connsiteX14" fmla="*/ 1001581 w 1212484"/>
                <a:gd name="connsiteY14" fmla="*/ 10604 h 696873"/>
                <a:gd name="connsiteX15" fmla="*/ 1002976 w 1212484"/>
                <a:gd name="connsiteY15" fmla="*/ 10976 h 696873"/>
                <a:gd name="connsiteX16" fmla="*/ 1002976 w 1212484"/>
                <a:gd name="connsiteY16" fmla="*/ 13952 h 696873"/>
                <a:gd name="connsiteX17" fmla="*/ 1005952 w 1212484"/>
                <a:gd name="connsiteY17" fmla="*/ 13952 h 696873"/>
                <a:gd name="connsiteX18" fmla="*/ 1006278 w 1212484"/>
                <a:gd name="connsiteY18" fmla="*/ 15394 h 696873"/>
                <a:gd name="connsiteX19" fmla="*/ 1006697 w 1212484"/>
                <a:gd name="connsiteY19" fmla="*/ 16929 h 696873"/>
                <a:gd name="connsiteX20" fmla="*/ 1008557 w 1212484"/>
                <a:gd name="connsiteY20" fmla="*/ 17301 h 696873"/>
                <a:gd name="connsiteX21" fmla="*/ 1010417 w 1212484"/>
                <a:gd name="connsiteY21" fmla="*/ 17673 h 696873"/>
                <a:gd name="connsiteX22" fmla="*/ 1011161 w 1212484"/>
                <a:gd name="connsiteY22" fmla="*/ 20650 h 696873"/>
                <a:gd name="connsiteX23" fmla="*/ 1014138 w 1212484"/>
                <a:gd name="connsiteY23" fmla="*/ 20650 h 696873"/>
                <a:gd name="connsiteX24" fmla="*/ 1014138 w 1212484"/>
                <a:gd name="connsiteY24" fmla="*/ 23626 h 696873"/>
                <a:gd name="connsiteX25" fmla="*/ 1017859 w 1212484"/>
                <a:gd name="connsiteY25" fmla="*/ 24370 h 696873"/>
                <a:gd name="connsiteX26" fmla="*/ 1019347 w 1212484"/>
                <a:gd name="connsiteY26" fmla="*/ 27347 h 696873"/>
                <a:gd name="connsiteX27" fmla="*/ 1021579 w 1212484"/>
                <a:gd name="connsiteY27" fmla="*/ 28091 h 696873"/>
                <a:gd name="connsiteX28" fmla="*/ 1021579 w 1212484"/>
                <a:gd name="connsiteY28" fmla="*/ 31068 h 696873"/>
                <a:gd name="connsiteX29" fmla="*/ 1026044 w 1212484"/>
                <a:gd name="connsiteY29" fmla="*/ 31068 h 696873"/>
                <a:gd name="connsiteX30" fmla="*/ 1026044 w 1212484"/>
                <a:gd name="connsiteY30" fmla="*/ 34044 h 696873"/>
                <a:gd name="connsiteX31" fmla="*/ 1029021 w 1212484"/>
                <a:gd name="connsiteY31" fmla="*/ 34788 h 696873"/>
                <a:gd name="connsiteX32" fmla="*/ 1030509 w 1212484"/>
                <a:gd name="connsiteY32" fmla="*/ 37765 h 696873"/>
                <a:gd name="connsiteX33" fmla="*/ 1032742 w 1212484"/>
                <a:gd name="connsiteY33" fmla="*/ 39253 h 696873"/>
                <a:gd name="connsiteX34" fmla="*/ 1032742 w 1212484"/>
                <a:gd name="connsiteY34" fmla="*/ 41486 h 696873"/>
                <a:gd name="connsiteX35" fmla="*/ 1035718 w 1212484"/>
                <a:gd name="connsiteY35" fmla="*/ 41486 h 696873"/>
                <a:gd name="connsiteX36" fmla="*/ 1036462 w 1212484"/>
                <a:gd name="connsiteY36" fmla="*/ 43718 h 696873"/>
                <a:gd name="connsiteX37" fmla="*/ 1038276 w 1212484"/>
                <a:gd name="connsiteY37" fmla="*/ 44416 h 696873"/>
                <a:gd name="connsiteX38" fmla="*/ 1041671 w 1212484"/>
                <a:gd name="connsiteY38" fmla="*/ 48183 h 696873"/>
                <a:gd name="connsiteX39" fmla="*/ 1043159 w 1212484"/>
                <a:gd name="connsiteY39" fmla="*/ 48927 h 696873"/>
                <a:gd name="connsiteX40" fmla="*/ 1043904 w 1212484"/>
                <a:gd name="connsiteY40" fmla="*/ 51160 h 696873"/>
                <a:gd name="connsiteX41" fmla="*/ 1046136 w 1212484"/>
                <a:gd name="connsiteY41" fmla="*/ 51904 h 696873"/>
                <a:gd name="connsiteX42" fmla="*/ 1046462 w 1212484"/>
                <a:gd name="connsiteY42" fmla="*/ 53438 h 696873"/>
                <a:gd name="connsiteX43" fmla="*/ 1046880 w 1212484"/>
                <a:gd name="connsiteY43" fmla="*/ 54880 h 696873"/>
                <a:gd name="connsiteX44" fmla="*/ 1049857 w 1212484"/>
                <a:gd name="connsiteY44" fmla="*/ 54880 h 696873"/>
                <a:gd name="connsiteX45" fmla="*/ 1050601 w 1212484"/>
                <a:gd name="connsiteY45" fmla="*/ 57857 h 696873"/>
                <a:gd name="connsiteX46" fmla="*/ 1053577 w 1212484"/>
                <a:gd name="connsiteY46" fmla="*/ 59345 h 696873"/>
                <a:gd name="connsiteX47" fmla="*/ 1058042 w 1212484"/>
                <a:gd name="connsiteY47" fmla="*/ 65298 h 696873"/>
                <a:gd name="connsiteX48" fmla="*/ 1060275 w 1212484"/>
                <a:gd name="connsiteY48" fmla="*/ 66042 h 696873"/>
                <a:gd name="connsiteX49" fmla="*/ 1061019 w 1212484"/>
                <a:gd name="connsiteY49" fmla="*/ 68275 h 696873"/>
                <a:gd name="connsiteX50" fmla="*/ 1063251 w 1212484"/>
                <a:gd name="connsiteY50" fmla="*/ 69763 h 696873"/>
                <a:gd name="connsiteX51" fmla="*/ 1063251 w 1212484"/>
                <a:gd name="connsiteY51" fmla="*/ 71995 h 696873"/>
                <a:gd name="connsiteX52" fmla="*/ 1066228 w 1212484"/>
                <a:gd name="connsiteY52" fmla="*/ 71995 h 696873"/>
                <a:gd name="connsiteX53" fmla="*/ 1066972 w 1212484"/>
                <a:gd name="connsiteY53" fmla="*/ 74228 h 696873"/>
                <a:gd name="connsiteX54" fmla="*/ 1068693 w 1212484"/>
                <a:gd name="connsiteY54" fmla="*/ 75577 h 696873"/>
                <a:gd name="connsiteX55" fmla="*/ 1073669 w 1212484"/>
                <a:gd name="connsiteY55" fmla="*/ 81669 h 696873"/>
                <a:gd name="connsiteX56" fmla="*/ 1075344 w 1212484"/>
                <a:gd name="connsiteY56" fmla="*/ 82925 h 696873"/>
                <a:gd name="connsiteX57" fmla="*/ 1076646 w 1212484"/>
                <a:gd name="connsiteY57" fmla="*/ 83902 h 696873"/>
                <a:gd name="connsiteX58" fmla="*/ 1076646 w 1212484"/>
                <a:gd name="connsiteY58" fmla="*/ 86134 h 696873"/>
                <a:gd name="connsiteX59" fmla="*/ 1078878 w 1212484"/>
                <a:gd name="connsiteY59" fmla="*/ 86878 h 696873"/>
                <a:gd name="connsiteX60" fmla="*/ 1079622 w 1212484"/>
                <a:gd name="connsiteY60" fmla="*/ 89111 h 696873"/>
                <a:gd name="connsiteX61" fmla="*/ 1081855 w 1212484"/>
                <a:gd name="connsiteY61" fmla="*/ 89855 h 696873"/>
                <a:gd name="connsiteX62" fmla="*/ 1082599 w 1212484"/>
                <a:gd name="connsiteY62" fmla="*/ 92087 h 696873"/>
                <a:gd name="connsiteX63" fmla="*/ 1084831 w 1212484"/>
                <a:gd name="connsiteY63" fmla="*/ 92831 h 696873"/>
                <a:gd name="connsiteX64" fmla="*/ 1084831 w 1212484"/>
                <a:gd name="connsiteY64" fmla="*/ 95808 h 696873"/>
                <a:gd name="connsiteX65" fmla="*/ 1086506 w 1212484"/>
                <a:gd name="connsiteY65" fmla="*/ 96087 h 696873"/>
                <a:gd name="connsiteX66" fmla="*/ 1090273 w 1212484"/>
                <a:gd name="connsiteY66" fmla="*/ 98738 h 696873"/>
                <a:gd name="connsiteX67" fmla="*/ 1091529 w 1212484"/>
                <a:gd name="connsiteY67" fmla="*/ 102505 h 696873"/>
                <a:gd name="connsiteX68" fmla="*/ 1093761 w 1212484"/>
                <a:gd name="connsiteY68" fmla="*/ 103249 h 696873"/>
                <a:gd name="connsiteX69" fmla="*/ 1093761 w 1212484"/>
                <a:gd name="connsiteY69" fmla="*/ 105482 h 696873"/>
                <a:gd name="connsiteX70" fmla="*/ 1096738 w 1212484"/>
                <a:gd name="connsiteY70" fmla="*/ 106970 h 696873"/>
                <a:gd name="connsiteX71" fmla="*/ 1099156 w 1212484"/>
                <a:gd name="connsiteY71" fmla="*/ 109575 h 696873"/>
                <a:gd name="connsiteX72" fmla="*/ 1100330 w 1212484"/>
                <a:gd name="connsiteY72" fmla="*/ 110947 h 696873"/>
                <a:gd name="connsiteX73" fmla="*/ 1101202 w 1212484"/>
                <a:gd name="connsiteY73" fmla="*/ 113667 h 696873"/>
                <a:gd name="connsiteX74" fmla="*/ 1103435 w 1212484"/>
                <a:gd name="connsiteY74" fmla="*/ 114411 h 696873"/>
                <a:gd name="connsiteX75" fmla="*/ 1106830 w 1212484"/>
                <a:gd name="connsiteY75" fmla="*/ 118690 h 696873"/>
                <a:gd name="connsiteX76" fmla="*/ 1108812 w 1212484"/>
                <a:gd name="connsiteY76" fmla="*/ 121324 h 696873"/>
                <a:gd name="connsiteX77" fmla="*/ 1109839 w 1212484"/>
                <a:gd name="connsiteY77" fmla="*/ 122699 h 696873"/>
                <a:gd name="connsiteX78" fmla="*/ 1114923 w 1212484"/>
                <a:gd name="connsiteY78" fmla="*/ 129387 h 696873"/>
                <a:gd name="connsiteX79" fmla="*/ 1115853 w 1212484"/>
                <a:gd name="connsiteY79" fmla="*/ 130613 h 696873"/>
                <a:gd name="connsiteX80" fmla="*/ 1119623 w 1212484"/>
                <a:gd name="connsiteY80" fmla="*/ 135026 h 696873"/>
                <a:gd name="connsiteX81" fmla="*/ 1120922 w 1212484"/>
                <a:gd name="connsiteY81" fmla="*/ 137945 h 696873"/>
                <a:gd name="connsiteX82" fmla="*/ 1121294 w 1212484"/>
                <a:gd name="connsiteY82" fmla="*/ 139712 h 696873"/>
                <a:gd name="connsiteX83" fmla="*/ 1123527 w 1212484"/>
                <a:gd name="connsiteY83" fmla="*/ 140456 h 696873"/>
                <a:gd name="connsiteX84" fmla="*/ 1124271 w 1212484"/>
                <a:gd name="connsiteY84" fmla="*/ 143433 h 696873"/>
                <a:gd name="connsiteX85" fmla="*/ 1126503 w 1212484"/>
                <a:gd name="connsiteY85" fmla="*/ 144177 h 696873"/>
                <a:gd name="connsiteX86" fmla="*/ 1126503 w 1212484"/>
                <a:gd name="connsiteY86" fmla="*/ 146409 h 696873"/>
                <a:gd name="connsiteX87" fmla="*/ 1129480 w 1212484"/>
                <a:gd name="connsiteY87" fmla="*/ 147898 h 696873"/>
                <a:gd name="connsiteX88" fmla="*/ 1132456 w 1212484"/>
                <a:gd name="connsiteY88" fmla="*/ 153851 h 696873"/>
                <a:gd name="connsiteX89" fmla="*/ 1133945 w 1212484"/>
                <a:gd name="connsiteY89" fmla="*/ 154595 h 696873"/>
                <a:gd name="connsiteX90" fmla="*/ 1134689 w 1212484"/>
                <a:gd name="connsiteY90" fmla="*/ 156827 h 696873"/>
                <a:gd name="connsiteX91" fmla="*/ 1136177 w 1212484"/>
                <a:gd name="connsiteY91" fmla="*/ 157572 h 696873"/>
                <a:gd name="connsiteX92" fmla="*/ 1136503 w 1212484"/>
                <a:gd name="connsiteY92" fmla="*/ 159432 h 696873"/>
                <a:gd name="connsiteX93" fmla="*/ 1136921 w 1212484"/>
                <a:gd name="connsiteY93" fmla="*/ 161292 h 696873"/>
                <a:gd name="connsiteX94" fmla="*/ 1139154 w 1212484"/>
                <a:gd name="connsiteY94" fmla="*/ 162036 h 696873"/>
                <a:gd name="connsiteX95" fmla="*/ 1139898 w 1212484"/>
                <a:gd name="connsiteY95" fmla="*/ 164269 h 696873"/>
                <a:gd name="connsiteX96" fmla="*/ 1142130 w 1212484"/>
                <a:gd name="connsiteY96" fmla="*/ 165757 h 696873"/>
                <a:gd name="connsiteX97" fmla="*/ 1142874 w 1212484"/>
                <a:gd name="connsiteY97" fmla="*/ 167990 h 696873"/>
                <a:gd name="connsiteX98" fmla="*/ 1143991 w 1212484"/>
                <a:gd name="connsiteY98" fmla="*/ 169013 h 696873"/>
                <a:gd name="connsiteX99" fmla="*/ 1145479 w 1212484"/>
                <a:gd name="connsiteY99" fmla="*/ 172175 h 696873"/>
                <a:gd name="connsiteX100" fmla="*/ 1145851 w 1212484"/>
                <a:gd name="connsiteY100" fmla="*/ 173943 h 696873"/>
                <a:gd name="connsiteX101" fmla="*/ 1148083 w 1212484"/>
                <a:gd name="connsiteY101" fmla="*/ 174687 h 696873"/>
                <a:gd name="connsiteX102" fmla="*/ 1148083 w 1212484"/>
                <a:gd name="connsiteY102" fmla="*/ 177663 h 696873"/>
                <a:gd name="connsiteX103" fmla="*/ 1150316 w 1212484"/>
                <a:gd name="connsiteY103" fmla="*/ 177663 h 696873"/>
                <a:gd name="connsiteX104" fmla="*/ 1151804 w 1212484"/>
                <a:gd name="connsiteY104" fmla="*/ 181384 h 696873"/>
                <a:gd name="connsiteX105" fmla="*/ 1155525 w 1212484"/>
                <a:gd name="connsiteY105" fmla="*/ 185849 h 696873"/>
                <a:gd name="connsiteX106" fmla="*/ 1157757 w 1212484"/>
                <a:gd name="connsiteY106" fmla="*/ 189570 h 696873"/>
                <a:gd name="connsiteX107" fmla="*/ 1159757 w 1212484"/>
                <a:gd name="connsiteY107" fmla="*/ 192174 h 696873"/>
                <a:gd name="connsiteX108" fmla="*/ 1161478 w 1212484"/>
                <a:gd name="connsiteY108" fmla="*/ 198499 h 696873"/>
                <a:gd name="connsiteX109" fmla="*/ 1163710 w 1212484"/>
                <a:gd name="connsiteY109" fmla="*/ 199243 h 696873"/>
                <a:gd name="connsiteX110" fmla="*/ 1164454 w 1212484"/>
                <a:gd name="connsiteY110" fmla="*/ 202964 h 696873"/>
                <a:gd name="connsiteX111" fmla="*/ 1166687 w 1212484"/>
                <a:gd name="connsiteY111" fmla="*/ 203708 h 696873"/>
                <a:gd name="connsiteX112" fmla="*/ 1168175 w 1212484"/>
                <a:gd name="connsiteY112" fmla="*/ 207429 h 696873"/>
                <a:gd name="connsiteX113" fmla="*/ 1169663 w 1212484"/>
                <a:gd name="connsiteY113" fmla="*/ 208173 h 696873"/>
                <a:gd name="connsiteX114" fmla="*/ 1170408 w 1212484"/>
                <a:gd name="connsiteY114" fmla="*/ 211894 h 696873"/>
                <a:gd name="connsiteX115" fmla="*/ 1171896 w 1212484"/>
                <a:gd name="connsiteY115" fmla="*/ 212638 h 696873"/>
                <a:gd name="connsiteX116" fmla="*/ 1173384 w 1212484"/>
                <a:gd name="connsiteY116" fmla="*/ 216359 h 696873"/>
                <a:gd name="connsiteX117" fmla="*/ 1174872 w 1212484"/>
                <a:gd name="connsiteY117" fmla="*/ 217103 h 696873"/>
                <a:gd name="connsiteX118" fmla="*/ 1175617 w 1212484"/>
                <a:gd name="connsiteY118" fmla="*/ 222312 h 696873"/>
                <a:gd name="connsiteX119" fmla="*/ 1177849 w 1212484"/>
                <a:gd name="connsiteY119" fmla="*/ 222312 h 696873"/>
                <a:gd name="connsiteX120" fmla="*/ 1178593 w 1212484"/>
                <a:gd name="connsiteY120" fmla="*/ 226033 h 696873"/>
                <a:gd name="connsiteX121" fmla="*/ 1180826 w 1212484"/>
                <a:gd name="connsiteY121" fmla="*/ 228265 h 696873"/>
                <a:gd name="connsiteX122" fmla="*/ 1181570 w 1212484"/>
                <a:gd name="connsiteY122" fmla="*/ 231242 h 696873"/>
                <a:gd name="connsiteX123" fmla="*/ 1183058 w 1212484"/>
                <a:gd name="connsiteY123" fmla="*/ 231986 h 696873"/>
                <a:gd name="connsiteX124" fmla="*/ 1183383 w 1212484"/>
                <a:gd name="connsiteY124" fmla="*/ 234218 h 696873"/>
                <a:gd name="connsiteX125" fmla="*/ 1183802 w 1212484"/>
                <a:gd name="connsiteY125" fmla="*/ 236450 h 696873"/>
                <a:gd name="connsiteX126" fmla="*/ 1186035 w 1212484"/>
                <a:gd name="connsiteY126" fmla="*/ 237195 h 696873"/>
                <a:gd name="connsiteX127" fmla="*/ 1187523 w 1212484"/>
                <a:gd name="connsiteY127" fmla="*/ 241659 h 696873"/>
                <a:gd name="connsiteX128" fmla="*/ 1189011 w 1212484"/>
                <a:gd name="connsiteY128" fmla="*/ 241659 h 696873"/>
                <a:gd name="connsiteX129" fmla="*/ 1189290 w 1212484"/>
                <a:gd name="connsiteY129" fmla="*/ 244217 h 696873"/>
                <a:gd name="connsiteX130" fmla="*/ 1189755 w 1212484"/>
                <a:gd name="connsiteY130" fmla="*/ 246868 h 696873"/>
                <a:gd name="connsiteX131" fmla="*/ 1191243 w 1212484"/>
                <a:gd name="connsiteY131" fmla="*/ 247613 h 696873"/>
                <a:gd name="connsiteX132" fmla="*/ 1191988 w 1212484"/>
                <a:gd name="connsiteY132" fmla="*/ 252822 h 696873"/>
                <a:gd name="connsiteX133" fmla="*/ 1194220 w 1212484"/>
                <a:gd name="connsiteY133" fmla="*/ 252822 h 696873"/>
                <a:gd name="connsiteX134" fmla="*/ 1194453 w 1212484"/>
                <a:gd name="connsiteY134" fmla="*/ 254961 h 696873"/>
                <a:gd name="connsiteX135" fmla="*/ 1197197 w 1212484"/>
                <a:gd name="connsiteY135" fmla="*/ 258775 h 696873"/>
                <a:gd name="connsiteX136" fmla="*/ 1197941 w 1212484"/>
                <a:gd name="connsiteY136" fmla="*/ 263240 h 696873"/>
                <a:gd name="connsiteX137" fmla="*/ 1199429 w 1212484"/>
                <a:gd name="connsiteY137" fmla="*/ 263984 h 696873"/>
                <a:gd name="connsiteX138" fmla="*/ 1200173 w 1212484"/>
                <a:gd name="connsiteY138" fmla="*/ 269937 h 696873"/>
                <a:gd name="connsiteX139" fmla="*/ 1202406 w 1212484"/>
                <a:gd name="connsiteY139" fmla="*/ 269937 h 696873"/>
                <a:gd name="connsiteX140" fmla="*/ 1203894 w 1212484"/>
                <a:gd name="connsiteY140" fmla="*/ 275146 h 696873"/>
                <a:gd name="connsiteX141" fmla="*/ 1205382 w 1212484"/>
                <a:gd name="connsiteY141" fmla="*/ 275146 h 696873"/>
                <a:gd name="connsiteX142" fmla="*/ 1205818 w 1212484"/>
                <a:gd name="connsiteY142" fmla="*/ 279724 h 696873"/>
                <a:gd name="connsiteX143" fmla="*/ 1206126 w 1212484"/>
                <a:gd name="connsiteY143" fmla="*/ 281099 h 696873"/>
                <a:gd name="connsiteX144" fmla="*/ 1207615 w 1212484"/>
                <a:gd name="connsiteY144" fmla="*/ 281843 h 696873"/>
                <a:gd name="connsiteX145" fmla="*/ 1207940 w 1212484"/>
                <a:gd name="connsiteY145" fmla="*/ 284401 h 696873"/>
                <a:gd name="connsiteX146" fmla="*/ 1208359 w 1212484"/>
                <a:gd name="connsiteY146" fmla="*/ 287052 h 696873"/>
                <a:gd name="connsiteX147" fmla="*/ 1210591 w 1212484"/>
                <a:gd name="connsiteY147" fmla="*/ 288540 h 696873"/>
                <a:gd name="connsiteX148" fmla="*/ 1210963 w 1212484"/>
                <a:gd name="connsiteY148" fmla="*/ 291191 h 696873"/>
                <a:gd name="connsiteX149" fmla="*/ 1211335 w 1212484"/>
                <a:gd name="connsiteY149" fmla="*/ 293749 h 696873"/>
                <a:gd name="connsiteX150" fmla="*/ 1213568 w 1212484"/>
                <a:gd name="connsiteY150" fmla="*/ 294493 h 696873"/>
                <a:gd name="connsiteX151" fmla="*/ 1213707 w 1212484"/>
                <a:gd name="connsiteY151" fmla="*/ 299377 h 696873"/>
                <a:gd name="connsiteX152" fmla="*/ 1213646 w 1212484"/>
                <a:gd name="connsiteY152" fmla="*/ 302077 h 696873"/>
                <a:gd name="connsiteX153" fmla="*/ 1213568 w 1212484"/>
                <a:gd name="connsiteY153" fmla="*/ 304167 h 696873"/>
                <a:gd name="connsiteX154" fmla="*/ 1211369 w 1212484"/>
                <a:gd name="connsiteY154" fmla="*/ 304176 h 696873"/>
                <a:gd name="connsiteX155" fmla="*/ 1190903 w 1212484"/>
                <a:gd name="connsiteY155" fmla="*/ 304304 h 696873"/>
                <a:gd name="connsiteX156" fmla="*/ 1180380 w 1212484"/>
                <a:gd name="connsiteY156" fmla="*/ 304369 h 696873"/>
                <a:gd name="connsiteX157" fmla="*/ 1170233 w 1212484"/>
                <a:gd name="connsiteY157" fmla="*/ 304441 h 696873"/>
                <a:gd name="connsiteX158" fmla="*/ 1166353 w 1212484"/>
                <a:gd name="connsiteY158" fmla="*/ 304459 h 696873"/>
                <a:gd name="connsiteX159" fmla="*/ 1160937 w 1212484"/>
                <a:gd name="connsiteY159" fmla="*/ 304505 h 696873"/>
                <a:gd name="connsiteX160" fmla="*/ 1159301 w 1212484"/>
                <a:gd name="connsiteY160" fmla="*/ 304494 h 696873"/>
                <a:gd name="connsiteX161" fmla="*/ 1155525 w 1212484"/>
                <a:gd name="connsiteY161" fmla="*/ 304911 h 696873"/>
                <a:gd name="connsiteX162" fmla="*/ 1154781 w 1212484"/>
                <a:gd name="connsiteY162" fmla="*/ 307888 h 696873"/>
                <a:gd name="connsiteX163" fmla="*/ 1149710 w 1212484"/>
                <a:gd name="connsiteY163" fmla="*/ 308294 h 696873"/>
                <a:gd name="connsiteX164" fmla="*/ 1148104 w 1212484"/>
                <a:gd name="connsiteY164" fmla="*/ 308318 h 696873"/>
                <a:gd name="connsiteX165" fmla="*/ 1142825 w 1212484"/>
                <a:gd name="connsiteY165" fmla="*/ 308341 h 696873"/>
                <a:gd name="connsiteX166" fmla="*/ 1139174 w 1212484"/>
                <a:gd name="connsiteY166" fmla="*/ 308379 h 696873"/>
                <a:gd name="connsiteX167" fmla="*/ 1129548 w 1212484"/>
                <a:gd name="connsiteY167" fmla="*/ 308437 h 696873"/>
                <a:gd name="connsiteX168" fmla="*/ 1119732 w 1212484"/>
                <a:gd name="connsiteY168" fmla="*/ 308513 h 696873"/>
                <a:gd name="connsiteX169" fmla="*/ 1100458 w 1212484"/>
                <a:gd name="connsiteY169" fmla="*/ 308632 h 696873"/>
                <a:gd name="connsiteX170" fmla="*/ 1100458 w 1212484"/>
                <a:gd name="connsiteY170" fmla="*/ 310865 h 696873"/>
                <a:gd name="connsiteX171" fmla="*/ 1092980 w 1212484"/>
                <a:gd name="connsiteY171" fmla="*/ 311726 h 696873"/>
                <a:gd name="connsiteX172" fmla="*/ 1090776 w 1212484"/>
                <a:gd name="connsiteY172" fmla="*/ 311749 h 696873"/>
                <a:gd name="connsiteX173" fmla="*/ 1088424 w 1212484"/>
                <a:gd name="connsiteY173" fmla="*/ 311766 h 696873"/>
                <a:gd name="connsiteX174" fmla="*/ 1083486 w 1212484"/>
                <a:gd name="connsiteY174" fmla="*/ 311830 h 696873"/>
                <a:gd name="connsiteX175" fmla="*/ 1075705 w 1212484"/>
                <a:gd name="connsiteY175" fmla="*/ 311907 h 696873"/>
                <a:gd name="connsiteX176" fmla="*/ 1068193 w 1212484"/>
                <a:gd name="connsiteY176" fmla="*/ 311998 h 696873"/>
                <a:gd name="connsiteX177" fmla="*/ 1065823 w 1212484"/>
                <a:gd name="connsiteY177" fmla="*/ 312006 h 696873"/>
                <a:gd name="connsiteX178" fmla="*/ 1063647 w 1212484"/>
                <a:gd name="connsiteY178" fmla="*/ 312043 h 696873"/>
                <a:gd name="connsiteX179" fmla="*/ 1061723 w 1212484"/>
                <a:gd name="connsiteY179" fmla="*/ 312061 h 696873"/>
                <a:gd name="connsiteX180" fmla="*/ 1060275 w 1212484"/>
                <a:gd name="connsiteY180" fmla="*/ 312353 h 696873"/>
                <a:gd name="connsiteX181" fmla="*/ 1059531 w 1212484"/>
                <a:gd name="connsiteY181" fmla="*/ 314585 h 696873"/>
                <a:gd name="connsiteX182" fmla="*/ 1056440 w 1212484"/>
                <a:gd name="connsiteY182" fmla="*/ 314839 h 696873"/>
                <a:gd name="connsiteX183" fmla="*/ 1054454 w 1212484"/>
                <a:gd name="connsiteY183" fmla="*/ 314838 h 696873"/>
                <a:gd name="connsiteX184" fmla="*/ 1052296 w 1212484"/>
                <a:gd name="connsiteY184" fmla="*/ 314803 h 696873"/>
                <a:gd name="connsiteX185" fmla="*/ 1050096 w 1212484"/>
                <a:gd name="connsiteY185" fmla="*/ 314794 h 696873"/>
                <a:gd name="connsiteX186" fmla="*/ 1043113 w 1212484"/>
                <a:gd name="connsiteY186" fmla="*/ 314725 h 696873"/>
                <a:gd name="connsiteX187" fmla="*/ 1038391 w 1212484"/>
                <a:gd name="connsiteY187" fmla="*/ 314694 h 696873"/>
                <a:gd name="connsiteX188" fmla="*/ 1026788 w 1212484"/>
                <a:gd name="connsiteY188" fmla="*/ 314585 h 696873"/>
                <a:gd name="connsiteX189" fmla="*/ 1026788 w 1212484"/>
                <a:gd name="connsiteY189" fmla="*/ 318306 h 696873"/>
                <a:gd name="connsiteX190" fmla="*/ 1024136 w 1212484"/>
                <a:gd name="connsiteY190" fmla="*/ 318339 h 696873"/>
                <a:gd name="connsiteX191" fmla="*/ 1014430 w 1212484"/>
                <a:gd name="connsiteY191" fmla="*/ 318501 h 696873"/>
                <a:gd name="connsiteX192" fmla="*/ 1010222 w 1212484"/>
                <a:gd name="connsiteY192" fmla="*/ 318564 h 696873"/>
                <a:gd name="connsiteX193" fmla="*/ 1004188 w 1212484"/>
                <a:gd name="connsiteY193" fmla="*/ 318669 h 696873"/>
                <a:gd name="connsiteX194" fmla="*/ 1002276 w 1212484"/>
                <a:gd name="connsiteY194" fmla="*/ 318684 h 696873"/>
                <a:gd name="connsiteX195" fmla="*/ 997767 w 1212484"/>
                <a:gd name="connsiteY195" fmla="*/ 319050 h 696873"/>
                <a:gd name="connsiteX196" fmla="*/ 997023 w 1212484"/>
                <a:gd name="connsiteY196" fmla="*/ 321283 h 696873"/>
                <a:gd name="connsiteX197" fmla="*/ 991631 w 1212484"/>
                <a:gd name="connsiteY197" fmla="*/ 321637 h 696873"/>
                <a:gd name="connsiteX198" fmla="*/ 989993 w 1212484"/>
                <a:gd name="connsiteY198" fmla="*/ 321672 h 696873"/>
                <a:gd name="connsiteX199" fmla="*/ 984791 w 1212484"/>
                <a:gd name="connsiteY199" fmla="*/ 321748 h 696873"/>
                <a:gd name="connsiteX200" fmla="*/ 979597 w 1212484"/>
                <a:gd name="connsiteY200" fmla="*/ 321839 h 696873"/>
                <a:gd name="connsiteX201" fmla="*/ 976360 w 1212484"/>
                <a:gd name="connsiteY201" fmla="*/ 321886 h 696873"/>
                <a:gd name="connsiteX202" fmla="*/ 970978 w 1212484"/>
                <a:gd name="connsiteY202" fmla="*/ 322771 h 696873"/>
                <a:gd name="connsiteX203" fmla="*/ 970978 w 1212484"/>
                <a:gd name="connsiteY203" fmla="*/ 325003 h 696873"/>
                <a:gd name="connsiteX204" fmla="*/ 968804 w 1212484"/>
                <a:gd name="connsiteY204" fmla="*/ 324956 h 696873"/>
                <a:gd name="connsiteX205" fmla="*/ 960845 w 1212484"/>
                <a:gd name="connsiteY205" fmla="*/ 324840 h 696873"/>
                <a:gd name="connsiteX206" fmla="*/ 957395 w 1212484"/>
                <a:gd name="connsiteY206" fmla="*/ 324779 h 696873"/>
                <a:gd name="connsiteX207" fmla="*/ 952447 w 1212484"/>
                <a:gd name="connsiteY207" fmla="*/ 324713 h 696873"/>
                <a:gd name="connsiteX208" fmla="*/ 950880 w 1212484"/>
                <a:gd name="connsiteY208" fmla="*/ 324666 h 696873"/>
                <a:gd name="connsiteX209" fmla="*/ 947165 w 1212484"/>
                <a:gd name="connsiteY209" fmla="*/ 325003 h 696873"/>
                <a:gd name="connsiteX210" fmla="*/ 946421 w 1212484"/>
                <a:gd name="connsiteY210" fmla="*/ 327980 h 696873"/>
                <a:gd name="connsiteX211" fmla="*/ 942006 w 1212484"/>
                <a:gd name="connsiteY211" fmla="*/ 328329 h 696873"/>
                <a:gd name="connsiteX212" fmla="*/ 939286 w 1212484"/>
                <a:gd name="connsiteY212" fmla="*/ 328361 h 696873"/>
                <a:gd name="connsiteX213" fmla="*/ 933566 w 1212484"/>
                <a:gd name="connsiteY213" fmla="*/ 328343 h 696873"/>
                <a:gd name="connsiteX214" fmla="*/ 930844 w 1212484"/>
                <a:gd name="connsiteY214" fmla="*/ 328375 h 696873"/>
                <a:gd name="connsiteX215" fmla="*/ 928331 w 1212484"/>
                <a:gd name="connsiteY215" fmla="*/ 328365 h 696873"/>
                <a:gd name="connsiteX216" fmla="*/ 926329 w 1212484"/>
                <a:gd name="connsiteY216" fmla="*/ 328724 h 696873"/>
                <a:gd name="connsiteX217" fmla="*/ 925595 w 1212484"/>
                <a:gd name="connsiteY217" fmla="*/ 330212 h 696873"/>
                <a:gd name="connsiteX218" fmla="*/ 924841 w 1212484"/>
                <a:gd name="connsiteY218" fmla="*/ 331700 h 696873"/>
                <a:gd name="connsiteX219" fmla="*/ 920164 w 1212484"/>
                <a:gd name="connsiteY219" fmla="*/ 332049 h 696873"/>
                <a:gd name="connsiteX220" fmla="*/ 917340 w 1212484"/>
                <a:gd name="connsiteY220" fmla="*/ 332081 h 696873"/>
                <a:gd name="connsiteX221" fmla="*/ 914377 w 1212484"/>
                <a:gd name="connsiteY221" fmla="*/ 332073 h 696873"/>
                <a:gd name="connsiteX222" fmla="*/ 908583 w 1212484"/>
                <a:gd name="connsiteY222" fmla="*/ 332096 h 696873"/>
                <a:gd name="connsiteX223" fmla="*/ 905979 w 1212484"/>
                <a:gd name="connsiteY223" fmla="*/ 332086 h 696873"/>
                <a:gd name="connsiteX224" fmla="*/ 904005 w 1212484"/>
                <a:gd name="connsiteY224" fmla="*/ 332445 h 696873"/>
                <a:gd name="connsiteX225" fmla="*/ 903261 w 1212484"/>
                <a:gd name="connsiteY225" fmla="*/ 335421 h 696873"/>
                <a:gd name="connsiteX226" fmla="*/ 899119 w 1212484"/>
                <a:gd name="connsiteY226" fmla="*/ 335875 h 696873"/>
                <a:gd name="connsiteX227" fmla="*/ 896583 w 1212484"/>
                <a:gd name="connsiteY227" fmla="*/ 335947 h 696873"/>
                <a:gd name="connsiteX228" fmla="*/ 893913 w 1212484"/>
                <a:gd name="connsiteY228" fmla="*/ 335979 h 696873"/>
                <a:gd name="connsiteX229" fmla="*/ 891234 w 1212484"/>
                <a:gd name="connsiteY229" fmla="*/ 336046 h 696873"/>
                <a:gd name="connsiteX230" fmla="*/ 884658 w 1212484"/>
                <a:gd name="connsiteY230" fmla="*/ 336165 h 696873"/>
                <a:gd name="connsiteX231" fmla="*/ 884658 w 1212484"/>
                <a:gd name="connsiteY231" fmla="*/ 338398 h 696873"/>
                <a:gd name="connsiteX232" fmla="*/ 883110 w 1212484"/>
                <a:gd name="connsiteY232" fmla="*/ 338454 h 696873"/>
                <a:gd name="connsiteX233" fmla="*/ 876193 w 1212484"/>
                <a:gd name="connsiteY233" fmla="*/ 338723 h 696873"/>
                <a:gd name="connsiteX234" fmla="*/ 873757 w 1212484"/>
                <a:gd name="connsiteY234" fmla="*/ 338812 h 696873"/>
                <a:gd name="connsiteX235" fmla="*/ 871432 w 1212484"/>
                <a:gd name="connsiteY235" fmla="*/ 338906 h 696873"/>
                <a:gd name="connsiteX236" fmla="*/ 869282 w 1212484"/>
                <a:gd name="connsiteY236" fmla="*/ 338989 h 696873"/>
                <a:gd name="connsiteX237" fmla="*/ 866054 w 1212484"/>
                <a:gd name="connsiteY237" fmla="*/ 339886 h 696873"/>
                <a:gd name="connsiteX238" fmla="*/ 866054 w 1212484"/>
                <a:gd name="connsiteY238" fmla="*/ 342118 h 696873"/>
                <a:gd name="connsiteX239" fmla="*/ 864495 w 1212484"/>
                <a:gd name="connsiteY239" fmla="*/ 342151 h 696873"/>
                <a:gd name="connsiteX240" fmla="*/ 857543 w 1212484"/>
                <a:gd name="connsiteY240" fmla="*/ 342351 h 696873"/>
                <a:gd name="connsiteX241" fmla="*/ 855088 w 1212484"/>
                <a:gd name="connsiteY241" fmla="*/ 342402 h 696873"/>
                <a:gd name="connsiteX242" fmla="*/ 852755 w 1212484"/>
                <a:gd name="connsiteY242" fmla="*/ 342482 h 696873"/>
                <a:gd name="connsiteX243" fmla="*/ 850594 w 1212484"/>
                <a:gd name="connsiteY243" fmla="*/ 342541 h 696873"/>
                <a:gd name="connsiteX244" fmla="*/ 848939 w 1212484"/>
                <a:gd name="connsiteY244" fmla="*/ 342863 h 696873"/>
                <a:gd name="connsiteX245" fmla="*/ 848195 w 1212484"/>
                <a:gd name="connsiteY245" fmla="*/ 345095 h 696873"/>
                <a:gd name="connsiteX246" fmla="*/ 844919 w 1212484"/>
                <a:gd name="connsiteY246" fmla="*/ 345371 h 696873"/>
                <a:gd name="connsiteX247" fmla="*/ 842912 w 1212484"/>
                <a:gd name="connsiteY247" fmla="*/ 345410 h 696873"/>
                <a:gd name="connsiteX248" fmla="*/ 838697 w 1212484"/>
                <a:gd name="connsiteY248" fmla="*/ 345422 h 696873"/>
                <a:gd name="connsiteX249" fmla="*/ 836687 w 1212484"/>
                <a:gd name="connsiteY249" fmla="*/ 345464 h 696873"/>
                <a:gd name="connsiteX250" fmla="*/ 834835 w 1212484"/>
                <a:gd name="connsiteY250" fmla="*/ 345468 h 696873"/>
                <a:gd name="connsiteX251" fmla="*/ 833312 w 1212484"/>
                <a:gd name="connsiteY251" fmla="*/ 345839 h 696873"/>
                <a:gd name="connsiteX252" fmla="*/ 832578 w 1212484"/>
                <a:gd name="connsiteY252" fmla="*/ 347329 h 696873"/>
                <a:gd name="connsiteX253" fmla="*/ 831824 w 1212484"/>
                <a:gd name="connsiteY253" fmla="*/ 348816 h 696873"/>
                <a:gd name="connsiteX254" fmla="*/ 828286 w 1212484"/>
                <a:gd name="connsiteY254" fmla="*/ 349165 h 696873"/>
                <a:gd name="connsiteX255" fmla="*/ 826174 w 1212484"/>
                <a:gd name="connsiteY255" fmla="*/ 349197 h 696873"/>
                <a:gd name="connsiteX256" fmla="*/ 823964 w 1212484"/>
                <a:gd name="connsiteY256" fmla="*/ 349188 h 696873"/>
                <a:gd name="connsiteX257" fmla="*/ 819635 w 1212484"/>
                <a:gd name="connsiteY257" fmla="*/ 349211 h 696873"/>
                <a:gd name="connsiteX258" fmla="*/ 817692 w 1212484"/>
                <a:gd name="connsiteY258" fmla="*/ 349201 h 696873"/>
                <a:gd name="connsiteX259" fmla="*/ 816197 w 1212484"/>
                <a:gd name="connsiteY259" fmla="*/ 349560 h 696873"/>
                <a:gd name="connsiteX260" fmla="*/ 815452 w 1212484"/>
                <a:gd name="connsiteY260" fmla="*/ 352536 h 696873"/>
                <a:gd name="connsiteX261" fmla="*/ 812150 w 1212484"/>
                <a:gd name="connsiteY261" fmla="*/ 352911 h 696873"/>
                <a:gd name="connsiteX262" fmla="*/ 810133 w 1212484"/>
                <a:gd name="connsiteY262" fmla="*/ 352954 h 696873"/>
                <a:gd name="connsiteX263" fmla="*/ 808011 w 1212484"/>
                <a:gd name="connsiteY263" fmla="*/ 352955 h 696873"/>
                <a:gd name="connsiteX264" fmla="*/ 803872 w 1212484"/>
                <a:gd name="connsiteY264" fmla="*/ 353004 h 696873"/>
                <a:gd name="connsiteX265" fmla="*/ 802008 w 1212484"/>
                <a:gd name="connsiteY265" fmla="*/ 353006 h 696873"/>
                <a:gd name="connsiteX266" fmla="*/ 800570 w 1212484"/>
                <a:gd name="connsiteY266" fmla="*/ 353281 h 696873"/>
                <a:gd name="connsiteX267" fmla="*/ 799825 w 1212484"/>
                <a:gd name="connsiteY267" fmla="*/ 355513 h 696873"/>
                <a:gd name="connsiteX268" fmla="*/ 796849 w 1212484"/>
                <a:gd name="connsiteY268" fmla="*/ 355789 h 696873"/>
                <a:gd name="connsiteX269" fmla="*/ 795035 w 1212484"/>
                <a:gd name="connsiteY269" fmla="*/ 355828 h 696873"/>
                <a:gd name="connsiteX270" fmla="*/ 791221 w 1212484"/>
                <a:gd name="connsiteY270" fmla="*/ 355840 h 696873"/>
                <a:gd name="connsiteX271" fmla="*/ 789408 w 1212484"/>
                <a:gd name="connsiteY271" fmla="*/ 355882 h 696873"/>
                <a:gd name="connsiteX272" fmla="*/ 787733 w 1212484"/>
                <a:gd name="connsiteY272" fmla="*/ 355886 h 696873"/>
                <a:gd name="connsiteX273" fmla="*/ 786431 w 1212484"/>
                <a:gd name="connsiteY273" fmla="*/ 356257 h 696873"/>
                <a:gd name="connsiteX274" fmla="*/ 786081 w 1212484"/>
                <a:gd name="connsiteY274" fmla="*/ 357740 h 696873"/>
                <a:gd name="connsiteX275" fmla="*/ 785687 w 1212484"/>
                <a:gd name="connsiteY275" fmla="*/ 359234 h 696873"/>
                <a:gd name="connsiteX276" fmla="*/ 782359 w 1212484"/>
                <a:gd name="connsiteY276" fmla="*/ 359687 h 696873"/>
                <a:gd name="connsiteX277" fmla="*/ 780331 w 1212484"/>
                <a:gd name="connsiteY277" fmla="*/ 359760 h 696873"/>
                <a:gd name="connsiteX278" fmla="*/ 778199 w 1212484"/>
                <a:gd name="connsiteY278" fmla="*/ 359792 h 696873"/>
                <a:gd name="connsiteX279" fmla="*/ 776058 w 1212484"/>
                <a:gd name="connsiteY279" fmla="*/ 359859 h 696873"/>
                <a:gd name="connsiteX280" fmla="*/ 770804 w 1212484"/>
                <a:gd name="connsiteY280" fmla="*/ 359978 h 696873"/>
                <a:gd name="connsiteX281" fmla="*/ 770804 w 1212484"/>
                <a:gd name="connsiteY281" fmla="*/ 362210 h 696873"/>
                <a:gd name="connsiteX282" fmla="*/ 768415 w 1212484"/>
                <a:gd name="connsiteY282" fmla="*/ 362347 h 696873"/>
                <a:gd name="connsiteX283" fmla="*/ 765316 w 1212484"/>
                <a:gd name="connsiteY283" fmla="*/ 362536 h 696873"/>
                <a:gd name="connsiteX284" fmla="*/ 763740 w 1212484"/>
                <a:gd name="connsiteY284" fmla="*/ 362624 h 696873"/>
                <a:gd name="connsiteX285" fmla="*/ 758154 w 1212484"/>
                <a:gd name="connsiteY285" fmla="*/ 363699 h 696873"/>
                <a:gd name="connsiteX286" fmla="*/ 757409 w 1212484"/>
                <a:gd name="connsiteY286" fmla="*/ 365931 h 696873"/>
                <a:gd name="connsiteX287" fmla="*/ 749416 w 1212484"/>
                <a:gd name="connsiteY287" fmla="*/ 366258 h 696873"/>
                <a:gd name="connsiteX288" fmla="*/ 744759 w 1212484"/>
                <a:gd name="connsiteY288" fmla="*/ 366675 h 696873"/>
                <a:gd name="connsiteX289" fmla="*/ 742527 w 1212484"/>
                <a:gd name="connsiteY289" fmla="*/ 369652 h 696873"/>
                <a:gd name="connsiteX290" fmla="*/ 736806 w 1212484"/>
                <a:gd name="connsiteY290" fmla="*/ 369838 h 696873"/>
                <a:gd name="connsiteX291" fmla="*/ 735223 w 1212484"/>
                <a:gd name="connsiteY291" fmla="*/ 369797 h 696873"/>
                <a:gd name="connsiteX292" fmla="*/ 731365 w 1212484"/>
                <a:gd name="connsiteY292" fmla="*/ 369652 h 696873"/>
                <a:gd name="connsiteX293" fmla="*/ 731365 w 1212484"/>
                <a:gd name="connsiteY293" fmla="*/ 372628 h 696873"/>
                <a:gd name="connsiteX294" fmla="*/ 728812 w 1212484"/>
                <a:gd name="connsiteY294" fmla="*/ 372686 h 696873"/>
                <a:gd name="connsiteX295" fmla="*/ 725504 w 1212484"/>
                <a:gd name="connsiteY295" fmla="*/ 372814 h 696873"/>
                <a:gd name="connsiteX296" fmla="*/ 723821 w 1212484"/>
                <a:gd name="connsiteY296" fmla="*/ 372846 h 696873"/>
                <a:gd name="connsiteX297" fmla="*/ 719458 w 1212484"/>
                <a:gd name="connsiteY297" fmla="*/ 373372 h 696873"/>
                <a:gd name="connsiteX298" fmla="*/ 717970 w 1212484"/>
                <a:gd name="connsiteY298" fmla="*/ 376349 h 696873"/>
                <a:gd name="connsiteX299" fmla="*/ 712342 w 1212484"/>
                <a:gd name="connsiteY299" fmla="*/ 376767 h 696873"/>
                <a:gd name="connsiteX300" fmla="*/ 706808 w 1212484"/>
                <a:gd name="connsiteY300" fmla="*/ 377093 h 696873"/>
                <a:gd name="connsiteX301" fmla="*/ 706064 w 1212484"/>
                <a:gd name="connsiteY301" fmla="*/ 379325 h 696873"/>
                <a:gd name="connsiteX302" fmla="*/ 701273 w 1212484"/>
                <a:gd name="connsiteY302" fmla="*/ 379791 h 696873"/>
                <a:gd name="connsiteX303" fmla="*/ 694902 w 1212484"/>
                <a:gd name="connsiteY303" fmla="*/ 380814 h 696873"/>
                <a:gd name="connsiteX304" fmla="*/ 694902 w 1212484"/>
                <a:gd name="connsiteY304" fmla="*/ 383046 h 696873"/>
                <a:gd name="connsiteX305" fmla="*/ 692565 w 1212484"/>
                <a:gd name="connsiteY305" fmla="*/ 383104 h 696873"/>
                <a:gd name="connsiteX306" fmla="*/ 689507 w 1212484"/>
                <a:gd name="connsiteY306" fmla="*/ 383232 h 696873"/>
                <a:gd name="connsiteX307" fmla="*/ 687969 w 1212484"/>
                <a:gd name="connsiteY307" fmla="*/ 383264 h 696873"/>
                <a:gd name="connsiteX308" fmla="*/ 680763 w 1212484"/>
                <a:gd name="connsiteY308" fmla="*/ 386767 h 696873"/>
                <a:gd name="connsiteX309" fmla="*/ 675740 w 1212484"/>
                <a:gd name="connsiteY309" fmla="*/ 386953 h 696873"/>
                <a:gd name="connsiteX310" fmla="*/ 673101 w 1212484"/>
                <a:gd name="connsiteY310" fmla="*/ 386872 h 696873"/>
                <a:gd name="connsiteX311" fmla="*/ 671089 w 1212484"/>
                <a:gd name="connsiteY311" fmla="*/ 386767 h 696873"/>
                <a:gd name="connsiteX312" fmla="*/ 671089 w 1212484"/>
                <a:gd name="connsiteY312" fmla="*/ 389743 h 696873"/>
                <a:gd name="connsiteX313" fmla="*/ 668836 w 1212484"/>
                <a:gd name="connsiteY313" fmla="*/ 389802 h 696873"/>
                <a:gd name="connsiteX314" fmla="*/ 665927 w 1212484"/>
                <a:gd name="connsiteY314" fmla="*/ 389929 h 696873"/>
                <a:gd name="connsiteX315" fmla="*/ 663023 w 1212484"/>
                <a:gd name="connsiteY315" fmla="*/ 390034 h 696873"/>
                <a:gd name="connsiteX316" fmla="*/ 660671 w 1212484"/>
                <a:gd name="connsiteY316" fmla="*/ 390488 h 696873"/>
                <a:gd name="connsiteX317" fmla="*/ 659927 w 1212484"/>
                <a:gd name="connsiteY317" fmla="*/ 393464 h 696873"/>
                <a:gd name="connsiteX318" fmla="*/ 654718 w 1212484"/>
                <a:gd name="connsiteY318" fmla="*/ 393883 h 696873"/>
                <a:gd name="connsiteX319" fmla="*/ 649509 w 1212484"/>
                <a:gd name="connsiteY319" fmla="*/ 394208 h 696873"/>
                <a:gd name="connsiteX320" fmla="*/ 648765 w 1212484"/>
                <a:gd name="connsiteY320" fmla="*/ 396441 h 696873"/>
                <a:gd name="connsiteX321" fmla="*/ 643882 w 1212484"/>
                <a:gd name="connsiteY321" fmla="*/ 396952 h 696873"/>
                <a:gd name="connsiteX322" fmla="*/ 641181 w 1212484"/>
                <a:gd name="connsiteY322" fmla="*/ 397101 h 696873"/>
                <a:gd name="connsiteX323" fmla="*/ 639091 w 1212484"/>
                <a:gd name="connsiteY323" fmla="*/ 397185 h 696873"/>
                <a:gd name="connsiteX324" fmla="*/ 639091 w 1212484"/>
                <a:gd name="connsiteY324" fmla="*/ 400161 h 696873"/>
                <a:gd name="connsiteX325" fmla="*/ 628673 w 1212484"/>
                <a:gd name="connsiteY325" fmla="*/ 400906 h 696873"/>
                <a:gd name="connsiteX326" fmla="*/ 628673 w 1212484"/>
                <a:gd name="connsiteY326" fmla="*/ 403138 h 696873"/>
                <a:gd name="connsiteX327" fmla="*/ 618999 w 1212484"/>
                <a:gd name="connsiteY327" fmla="*/ 403882 h 696873"/>
                <a:gd name="connsiteX328" fmla="*/ 618999 w 1212484"/>
                <a:gd name="connsiteY328" fmla="*/ 406859 h 696873"/>
                <a:gd name="connsiteX329" fmla="*/ 616909 w 1212484"/>
                <a:gd name="connsiteY329" fmla="*/ 406917 h 696873"/>
                <a:gd name="connsiteX330" fmla="*/ 614209 w 1212484"/>
                <a:gd name="connsiteY330" fmla="*/ 407045 h 696873"/>
                <a:gd name="connsiteX331" fmla="*/ 611514 w 1212484"/>
                <a:gd name="connsiteY331" fmla="*/ 407149 h 696873"/>
                <a:gd name="connsiteX332" fmla="*/ 609325 w 1212484"/>
                <a:gd name="connsiteY332" fmla="*/ 407603 h 696873"/>
                <a:gd name="connsiteX333" fmla="*/ 608581 w 1212484"/>
                <a:gd name="connsiteY333" fmla="*/ 410579 h 696873"/>
                <a:gd name="connsiteX334" fmla="*/ 604117 w 1212484"/>
                <a:gd name="connsiteY334" fmla="*/ 410998 h 696873"/>
                <a:gd name="connsiteX335" fmla="*/ 599652 w 1212484"/>
                <a:gd name="connsiteY335" fmla="*/ 411324 h 696873"/>
                <a:gd name="connsiteX336" fmla="*/ 598908 w 1212484"/>
                <a:gd name="connsiteY336" fmla="*/ 413556 h 696873"/>
                <a:gd name="connsiteX337" fmla="*/ 591978 w 1212484"/>
                <a:gd name="connsiteY337" fmla="*/ 413925 h 696873"/>
                <a:gd name="connsiteX338" fmla="*/ 589978 w 1212484"/>
                <a:gd name="connsiteY338" fmla="*/ 414300 h 696873"/>
                <a:gd name="connsiteX339" fmla="*/ 589234 w 1212484"/>
                <a:gd name="connsiteY339" fmla="*/ 417277 h 696873"/>
                <a:gd name="connsiteX340" fmla="*/ 585141 w 1212484"/>
                <a:gd name="connsiteY340" fmla="*/ 417695 h 696873"/>
                <a:gd name="connsiteX341" fmla="*/ 581048 w 1212484"/>
                <a:gd name="connsiteY341" fmla="*/ 418021 h 696873"/>
                <a:gd name="connsiteX342" fmla="*/ 580304 w 1212484"/>
                <a:gd name="connsiteY342" fmla="*/ 420253 h 696873"/>
                <a:gd name="connsiteX343" fmla="*/ 575421 w 1212484"/>
                <a:gd name="connsiteY343" fmla="*/ 420765 h 696873"/>
                <a:gd name="connsiteX344" fmla="*/ 572720 w 1212484"/>
                <a:gd name="connsiteY344" fmla="*/ 420913 h 696873"/>
                <a:gd name="connsiteX345" fmla="*/ 570630 w 1212484"/>
                <a:gd name="connsiteY345" fmla="*/ 420997 h 696873"/>
                <a:gd name="connsiteX346" fmla="*/ 570630 w 1212484"/>
                <a:gd name="connsiteY346" fmla="*/ 423974 h 696873"/>
                <a:gd name="connsiteX347" fmla="*/ 568866 w 1212484"/>
                <a:gd name="connsiteY347" fmla="*/ 424032 h 696873"/>
                <a:gd name="connsiteX348" fmla="*/ 566584 w 1212484"/>
                <a:gd name="connsiteY348" fmla="*/ 424160 h 696873"/>
                <a:gd name="connsiteX349" fmla="*/ 564308 w 1212484"/>
                <a:gd name="connsiteY349" fmla="*/ 424265 h 696873"/>
                <a:gd name="connsiteX350" fmla="*/ 562445 w 1212484"/>
                <a:gd name="connsiteY350" fmla="*/ 424718 h 696873"/>
                <a:gd name="connsiteX351" fmla="*/ 561700 w 1212484"/>
                <a:gd name="connsiteY351" fmla="*/ 427695 h 696873"/>
                <a:gd name="connsiteX352" fmla="*/ 557241 w 1212484"/>
                <a:gd name="connsiteY352" fmla="*/ 427727 h 696873"/>
                <a:gd name="connsiteX353" fmla="*/ 553515 w 1212484"/>
                <a:gd name="connsiteY353" fmla="*/ 428439 h 696873"/>
                <a:gd name="connsiteX354" fmla="*/ 552771 w 1212484"/>
                <a:gd name="connsiteY354" fmla="*/ 430671 h 696873"/>
                <a:gd name="connsiteX355" fmla="*/ 549469 w 1212484"/>
                <a:gd name="connsiteY355" fmla="*/ 431136 h 696873"/>
                <a:gd name="connsiteX356" fmla="*/ 544585 w 1212484"/>
                <a:gd name="connsiteY356" fmla="*/ 432159 h 696873"/>
                <a:gd name="connsiteX357" fmla="*/ 544585 w 1212484"/>
                <a:gd name="connsiteY357" fmla="*/ 434392 h 696873"/>
                <a:gd name="connsiteX358" fmla="*/ 535656 w 1212484"/>
                <a:gd name="connsiteY358" fmla="*/ 435136 h 696873"/>
                <a:gd name="connsiteX359" fmla="*/ 535656 w 1212484"/>
                <a:gd name="connsiteY359" fmla="*/ 437368 h 696873"/>
                <a:gd name="connsiteX360" fmla="*/ 534243 w 1212484"/>
                <a:gd name="connsiteY360" fmla="*/ 437505 h 696873"/>
                <a:gd name="connsiteX361" fmla="*/ 532400 w 1212484"/>
                <a:gd name="connsiteY361" fmla="*/ 437694 h 696873"/>
                <a:gd name="connsiteX362" fmla="*/ 530569 w 1212484"/>
                <a:gd name="connsiteY362" fmla="*/ 437877 h 696873"/>
                <a:gd name="connsiteX363" fmla="*/ 527470 w 1212484"/>
                <a:gd name="connsiteY363" fmla="*/ 438857 h 696873"/>
                <a:gd name="connsiteX364" fmla="*/ 526726 w 1212484"/>
                <a:gd name="connsiteY364" fmla="*/ 441089 h 696873"/>
                <a:gd name="connsiteX365" fmla="*/ 520959 w 1212484"/>
                <a:gd name="connsiteY365" fmla="*/ 441458 h 696873"/>
                <a:gd name="connsiteX366" fmla="*/ 519284 w 1212484"/>
                <a:gd name="connsiteY366" fmla="*/ 441833 h 696873"/>
                <a:gd name="connsiteX367" fmla="*/ 518912 w 1212484"/>
                <a:gd name="connsiteY367" fmla="*/ 443322 h 696873"/>
                <a:gd name="connsiteX368" fmla="*/ 518540 w 1212484"/>
                <a:gd name="connsiteY368" fmla="*/ 444810 h 696873"/>
                <a:gd name="connsiteX369" fmla="*/ 514820 w 1212484"/>
                <a:gd name="connsiteY369" fmla="*/ 445228 h 696873"/>
                <a:gd name="connsiteX370" fmla="*/ 511099 w 1212484"/>
                <a:gd name="connsiteY370" fmla="*/ 445554 h 696873"/>
                <a:gd name="connsiteX371" fmla="*/ 510355 w 1212484"/>
                <a:gd name="connsiteY371" fmla="*/ 447786 h 696873"/>
                <a:gd name="connsiteX372" fmla="*/ 506215 w 1212484"/>
                <a:gd name="connsiteY372" fmla="*/ 448298 h 696873"/>
                <a:gd name="connsiteX373" fmla="*/ 503934 w 1212484"/>
                <a:gd name="connsiteY373" fmla="*/ 448446 h 696873"/>
                <a:gd name="connsiteX374" fmla="*/ 502169 w 1212484"/>
                <a:gd name="connsiteY374" fmla="*/ 448531 h 696873"/>
                <a:gd name="connsiteX375" fmla="*/ 502169 w 1212484"/>
                <a:gd name="connsiteY375" fmla="*/ 451507 h 696873"/>
                <a:gd name="connsiteX376" fmla="*/ 500730 w 1212484"/>
                <a:gd name="connsiteY376" fmla="*/ 451591 h 696873"/>
                <a:gd name="connsiteX377" fmla="*/ 498867 w 1212484"/>
                <a:gd name="connsiteY377" fmla="*/ 451740 h 696873"/>
                <a:gd name="connsiteX378" fmla="*/ 497010 w 1212484"/>
                <a:gd name="connsiteY378" fmla="*/ 451870 h 696873"/>
                <a:gd name="connsiteX379" fmla="*/ 495472 w 1212484"/>
                <a:gd name="connsiteY379" fmla="*/ 452251 h 696873"/>
                <a:gd name="connsiteX380" fmla="*/ 494728 w 1212484"/>
                <a:gd name="connsiteY380" fmla="*/ 454484 h 696873"/>
                <a:gd name="connsiteX381" fmla="*/ 488961 w 1212484"/>
                <a:gd name="connsiteY381" fmla="*/ 455507 h 696873"/>
                <a:gd name="connsiteX382" fmla="*/ 487286 w 1212484"/>
                <a:gd name="connsiteY382" fmla="*/ 455972 h 696873"/>
                <a:gd name="connsiteX383" fmla="*/ 486542 w 1212484"/>
                <a:gd name="connsiteY383" fmla="*/ 458204 h 696873"/>
                <a:gd name="connsiteX384" fmla="*/ 481357 w 1212484"/>
                <a:gd name="connsiteY384" fmla="*/ 458646 h 696873"/>
                <a:gd name="connsiteX385" fmla="*/ 479845 w 1212484"/>
                <a:gd name="connsiteY385" fmla="*/ 458949 h 696873"/>
                <a:gd name="connsiteX386" fmla="*/ 479101 w 1212484"/>
                <a:gd name="connsiteY386" fmla="*/ 461181 h 696873"/>
                <a:gd name="connsiteX387" fmla="*/ 471659 w 1212484"/>
                <a:gd name="connsiteY387" fmla="*/ 461925 h 696873"/>
                <a:gd name="connsiteX388" fmla="*/ 471659 w 1212484"/>
                <a:gd name="connsiteY388" fmla="*/ 464902 h 696873"/>
                <a:gd name="connsiteX389" fmla="*/ 470221 w 1212484"/>
                <a:gd name="connsiteY389" fmla="*/ 464960 h 696873"/>
                <a:gd name="connsiteX390" fmla="*/ 468357 w 1212484"/>
                <a:gd name="connsiteY390" fmla="*/ 465088 h 696873"/>
                <a:gd name="connsiteX391" fmla="*/ 466500 w 1212484"/>
                <a:gd name="connsiteY391" fmla="*/ 465192 h 696873"/>
                <a:gd name="connsiteX392" fmla="*/ 464962 w 1212484"/>
                <a:gd name="connsiteY392" fmla="*/ 465646 h 696873"/>
                <a:gd name="connsiteX393" fmla="*/ 464218 w 1212484"/>
                <a:gd name="connsiteY393" fmla="*/ 468622 h 696873"/>
                <a:gd name="connsiteX394" fmla="*/ 460869 w 1212484"/>
                <a:gd name="connsiteY394" fmla="*/ 469041 h 696873"/>
                <a:gd name="connsiteX395" fmla="*/ 457521 w 1212484"/>
                <a:gd name="connsiteY395" fmla="*/ 469366 h 696873"/>
                <a:gd name="connsiteX396" fmla="*/ 456777 w 1212484"/>
                <a:gd name="connsiteY396" fmla="*/ 471599 h 696873"/>
                <a:gd name="connsiteX397" fmla="*/ 452245 w 1212484"/>
                <a:gd name="connsiteY397" fmla="*/ 471968 h 696873"/>
                <a:gd name="connsiteX398" fmla="*/ 450824 w 1212484"/>
                <a:gd name="connsiteY398" fmla="*/ 472343 h 696873"/>
                <a:gd name="connsiteX399" fmla="*/ 450129 w 1212484"/>
                <a:gd name="connsiteY399" fmla="*/ 473846 h 696873"/>
                <a:gd name="connsiteX400" fmla="*/ 449335 w 1212484"/>
                <a:gd name="connsiteY400" fmla="*/ 475320 h 696873"/>
                <a:gd name="connsiteX401" fmla="*/ 445522 w 1212484"/>
                <a:gd name="connsiteY401" fmla="*/ 475506 h 696873"/>
                <a:gd name="connsiteX402" fmla="*/ 443469 w 1212484"/>
                <a:gd name="connsiteY402" fmla="*/ 475424 h 696873"/>
                <a:gd name="connsiteX403" fmla="*/ 441894 w 1212484"/>
                <a:gd name="connsiteY403" fmla="*/ 475320 h 696873"/>
                <a:gd name="connsiteX404" fmla="*/ 441894 w 1212484"/>
                <a:gd name="connsiteY404" fmla="*/ 478296 h 696873"/>
                <a:gd name="connsiteX405" fmla="*/ 438545 w 1212484"/>
                <a:gd name="connsiteY405" fmla="*/ 479087 h 696873"/>
                <a:gd name="connsiteX406" fmla="*/ 435197 w 1212484"/>
                <a:gd name="connsiteY406" fmla="*/ 479784 h 696873"/>
                <a:gd name="connsiteX407" fmla="*/ 435197 w 1212484"/>
                <a:gd name="connsiteY407" fmla="*/ 482017 h 696873"/>
                <a:gd name="connsiteX408" fmla="*/ 427011 w 1212484"/>
                <a:gd name="connsiteY408" fmla="*/ 482761 h 696873"/>
                <a:gd name="connsiteX409" fmla="*/ 427011 w 1212484"/>
                <a:gd name="connsiteY409" fmla="*/ 485738 h 696873"/>
                <a:gd name="connsiteX410" fmla="*/ 422505 w 1212484"/>
                <a:gd name="connsiteY410" fmla="*/ 485447 h 696873"/>
                <a:gd name="connsiteX411" fmla="*/ 421058 w 1212484"/>
                <a:gd name="connsiteY411" fmla="*/ 485738 h 696873"/>
                <a:gd name="connsiteX412" fmla="*/ 420337 w 1212484"/>
                <a:gd name="connsiteY412" fmla="*/ 487203 h 696873"/>
                <a:gd name="connsiteX413" fmla="*/ 419570 w 1212484"/>
                <a:gd name="connsiteY413" fmla="*/ 488714 h 696873"/>
                <a:gd name="connsiteX414" fmla="*/ 416128 w 1212484"/>
                <a:gd name="connsiteY414" fmla="*/ 489272 h 696873"/>
                <a:gd name="connsiteX415" fmla="*/ 414285 w 1212484"/>
                <a:gd name="connsiteY415" fmla="*/ 489400 h 696873"/>
                <a:gd name="connsiteX416" fmla="*/ 412872 w 1212484"/>
                <a:gd name="connsiteY416" fmla="*/ 489458 h 696873"/>
                <a:gd name="connsiteX417" fmla="*/ 412872 w 1212484"/>
                <a:gd name="connsiteY417" fmla="*/ 492435 h 696873"/>
                <a:gd name="connsiteX418" fmla="*/ 406175 w 1212484"/>
                <a:gd name="connsiteY418" fmla="*/ 492435 h 696873"/>
                <a:gd name="connsiteX419" fmla="*/ 406175 w 1212484"/>
                <a:gd name="connsiteY419" fmla="*/ 495411 h 696873"/>
                <a:gd name="connsiteX420" fmla="*/ 398734 w 1212484"/>
                <a:gd name="connsiteY420" fmla="*/ 496156 h 696873"/>
                <a:gd name="connsiteX421" fmla="*/ 398734 w 1212484"/>
                <a:gd name="connsiteY421" fmla="*/ 499132 h 696873"/>
                <a:gd name="connsiteX422" fmla="*/ 395850 w 1212484"/>
                <a:gd name="connsiteY422" fmla="*/ 499318 h 696873"/>
                <a:gd name="connsiteX423" fmla="*/ 392781 w 1212484"/>
                <a:gd name="connsiteY423" fmla="*/ 499876 h 696873"/>
                <a:gd name="connsiteX424" fmla="*/ 392060 w 1212484"/>
                <a:gd name="connsiteY424" fmla="*/ 501388 h 696873"/>
                <a:gd name="connsiteX425" fmla="*/ 391292 w 1212484"/>
                <a:gd name="connsiteY425" fmla="*/ 502853 h 696873"/>
                <a:gd name="connsiteX426" fmla="*/ 387851 w 1212484"/>
                <a:gd name="connsiteY426" fmla="*/ 503039 h 696873"/>
                <a:gd name="connsiteX427" fmla="*/ 386008 w 1212484"/>
                <a:gd name="connsiteY427" fmla="*/ 502957 h 696873"/>
                <a:gd name="connsiteX428" fmla="*/ 384595 w 1212484"/>
                <a:gd name="connsiteY428" fmla="*/ 502853 h 696873"/>
                <a:gd name="connsiteX429" fmla="*/ 384595 w 1212484"/>
                <a:gd name="connsiteY429" fmla="*/ 505829 h 696873"/>
                <a:gd name="connsiteX430" fmla="*/ 381246 w 1212484"/>
                <a:gd name="connsiteY430" fmla="*/ 506620 h 696873"/>
                <a:gd name="connsiteX431" fmla="*/ 377898 w 1212484"/>
                <a:gd name="connsiteY431" fmla="*/ 507318 h 696873"/>
                <a:gd name="connsiteX432" fmla="*/ 377898 w 1212484"/>
                <a:gd name="connsiteY432" fmla="*/ 509550 h 696873"/>
                <a:gd name="connsiteX433" fmla="*/ 376459 w 1212484"/>
                <a:gd name="connsiteY433" fmla="*/ 509634 h 696873"/>
                <a:gd name="connsiteX434" fmla="*/ 374596 w 1212484"/>
                <a:gd name="connsiteY434" fmla="*/ 509783 h 696873"/>
                <a:gd name="connsiteX435" fmla="*/ 372738 w 1212484"/>
                <a:gd name="connsiteY435" fmla="*/ 509913 h 696873"/>
                <a:gd name="connsiteX436" fmla="*/ 371200 w 1212484"/>
                <a:gd name="connsiteY436" fmla="*/ 510294 h 696873"/>
                <a:gd name="connsiteX437" fmla="*/ 370456 w 1212484"/>
                <a:gd name="connsiteY437" fmla="*/ 512527 h 696873"/>
                <a:gd name="connsiteX438" fmla="*/ 366689 w 1212484"/>
                <a:gd name="connsiteY438" fmla="*/ 513038 h 696873"/>
                <a:gd name="connsiteX439" fmla="*/ 364617 w 1212484"/>
                <a:gd name="connsiteY439" fmla="*/ 513186 h 696873"/>
                <a:gd name="connsiteX440" fmla="*/ 363015 w 1212484"/>
                <a:gd name="connsiteY440" fmla="*/ 513271 h 696873"/>
                <a:gd name="connsiteX441" fmla="*/ 363015 w 1212484"/>
                <a:gd name="connsiteY441" fmla="*/ 516247 h 696873"/>
                <a:gd name="connsiteX442" fmla="*/ 360085 w 1212484"/>
                <a:gd name="connsiteY442" fmla="*/ 516015 h 696873"/>
                <a:gd name="connsiteX443" fmla="*/ 357062 w 1212484"/>
                <a:gd name="connsiteY443" fmla="*/ 516247 h 696873"/>
                <a:gd name="connsiteX444" fmla="*/ 356736 w 1212484"/>
                <a:gd name="connsiteY444" fmla="*/ 518108 h 696873"/>
                <a:gd name="connsiteX445" fmla="*/ 356318 w 1212484"/>
                <a:gd name="connsiteY445" fmla="*/ 519968 h 696873"/>
                <a:gd name="connsiteX446" fmla="*/ 349620 w 1212484"/>
                <a:gd name="connsiteY446" fmla="*/ 519968 h 696873"/>
                <a:gd name="connsiteX447" fmla="*/ 349620 w 1212484"/>
                <a:gd name="connsiteY447" fmla="*/ 522945 h 696873"/>
                <a:gd name="connsiteX448" fmla="*/ 345042 w 1212484"/>
                <a:gd name="connsiteY448" fmla="*/ 523235 h 696873"/>
                <a:gd name="connsiteX449" fmla="*/ 343667 w 1212484"/>
                <a:gd name="connsiteY449" fmla="*/ 523689 h 696873"/>
                <a:gd name="connsiteX450" fmla="*/ 343316 w 1212484"/>
                <a:gd name="connsiteY450" fmla="*/ 525186 h 696873"/>
                <a:gd name="connsiteX451" fmla="*/ 342923 w 1212484"/>
                <a:gd name="connsiteY451" fmla="*/ 526665 h 696873"/>
                <a:gd name="connsiteX452" fmla="*/ 339574 w 1212484"/>
                <a:gd name="connsiteY452" fmla="*/ 527084 h 696873"/>
                <a:gd name="connsiteX453" fmla="*/ 336226 w 1212484"/>
                <a:gd name="connsiteY453" fmla="*/ 527409 h 696873"/>
                <a:gd name="connsiteX454" fmla="*/ 335482 w 1212484"/>
                <a:gd name="connsiteY454" fmla="*/ 529642 h 696873"/>
                <a:gd name="connsiteX455" fmla="*/ 332924 w 1212484"/>
                <a:gd name="connsiteY455" fmla="*/ 529967 h 696873"/>
                <a:gd name="connsiteX456" fmla="*/ 330273 w 1212484"/>
                <a:gd name="connsiteY456" fmla="*/ 530386 h 696873"/>
                <a:gd name="connsiteX457" fmla="*/ 329575 w 1212484"/>
                <a:gd name="connsiteY457" fmla="*/ 531874 h 696873"/>
                <a:gd name="connsiteX458" fmla="*/ 328784 w 1212484"/>
                <a:gd name="connsiteY458" fmla="*/ 533363 h 696873"/>
                <a:gd name="connsiteX459" fmla="*/ 324186 w 1212484"/>
                <a:gd name="connsiteY459" fmla="*/ 533848 h 696873"/>
                <a:gd name="connsiteX460" fmla="*/ 322831 w 1212484"/>
                <a:gd name="connsiteY460" fmla="*/ 534107 h 696873"/>
                <a:gd name="connsiteX461" fmla="*/ 321343 w 1212484"/>
                <a:gd name="connsiteY461" fmla="*/ 537083 h 696873"/>
                <a:gd name="connsiteX462" fmla="*/ 316878 w 1212484"/>
                <a:gd name="connsiteY462" fmla="*/ 537083 h 696873"/>
                <a:gd name="connsiteX463" fmla="*/ 316227 w 1212484"/>
                <a:gd name="connsiteY463" fmla="*/ 538525 h 696873"/>
                <a:gd name="connsiteX464" fmla="*/ 315390 w 1212484"/>
                <a:gd name="connsiteY464" fmla="*/ 540060 h 696873"/>
                <a:gd name="connsiteX465" fmla="*/ 312367 w 1212484"/>
                <a:gd name="connsiteY465" fmla="*/ 540432 h 696873"/>
                <a:gd name="connsiteX466" fmla="*/ 309437 w 1212484"/>
                <a:gd name="connsiteY466" fmla="*/ 540804 h 696873"/>
                <a:gd name="connsiteX467" fmla="*/ 309065 w 1212484"/>
                <a:gd name="connsiteY467" fmla="*/ 542292 h 696873"/>
                <a:gd name="connsiteX468" fmla="*/ 308693 w 1212484"/>
                <a:gd name="connsiteY468" fmla="*/ 543781 h 696873"/>
                <a:gd name="connsiteX469" fmla="*/ 304088 w 1212484"/>
                <a:gd name="connsiteY469" fmla="*/ 544249 h 696873"/>
                <a:gd name="connsiteX470" fmla="*/ 302740 w 1212484"/>
                <a:gd name="connsiteY470" fmla="*/ 544525 h 696873"/>
                <a:gd name="connsiteX471" fmla="*/ 301995 w 1212484"/>
                <a:gd name="connsiteY471" fmla="*/ 546757 h 696873"/>
                <a:gd name="connsiteX472" fmla="*/ 297391 w 1212484"/>
                <a:gd name="connsiteY472" fmla="*/ 547780 h 696873"/>
                <a:gd name="connsiteX473" fmla="*/ 296042 w 1212484"/>
                <a:gd name="connsiteY473" fmla="*/ 548245 h 696873"/>
                <a:gd name="connsiteX474" fmla="*/ 295298 w 1212484"/>
                <a:gd name="connsiteY474" fmla="*/ 550478 h 696873"/>
                <a:gd name="connsiteX475" fmla="*/ 290694 w 1212484"/>
                <a:gd name="connsiteY475" fmla="*/ 550920 h 696873"/>
                <a:gd name="connsiteX476" fmla="*/ 289345 w 1212484"/>
                <a:gd name="connsiteY476" fmla="*/ 551222 h 696873"/>
                <a:gd name="connsiteX477" fmla="*/ 288601 w 1212484"/>
                <a:gd name="connsiteY477" fmla="*/ 553454 h 696873"/>
                <a:gd name="connsiteX478" fmla="*/ 281904 w 1212484"/>
                <a:gd name="connsiteY478" fmla="*/ 554199 h 696873"/>
                <a:gd name="connsiteX479" fmla="*/ 281904 w 1212484"/>
                <a:gd name="connsiteY479" fmla="*/ 557175 h 696873"/>
                <a:gd name="connsiteX480" fmla="*/ 278974 w 1212484"/>
                <a:gd name="connsiteY480" fmla="*/ 557361 h 696873"/>
                <a:gd name="connsiteX481" fmla="*/ 275950 w 1212484"/>
                <a:gd name="connsiteY481" fmla="*/ 557919 h 696873"/>
                <a:gd name="connsiteX482" fmla="*/ 275578 w 1212484"/>
                <a:gd name="connsiteY482" fmla="*/ 559407 h 696873"/>
                <a:gd name="connsiteX483" fmla="*/ 275206 w 1212484"/>
                <a:gd name="connsiteY483" fmla="*/ 560896 h 696873"/>
                <a:gd name="connsiteX484" fmla="*/ 270602 w 1212484"/>
                <a:gd name="connsiteY484" fmla="*/ 561364 h 696873"/>
                <a:gd name="connsiteX485" fmla="*/ 269253 w 1212484"/>
                <a:gd name="connsiteY485" fmla="*/ 561640 h 696873"/>
                <a:gd name="connsiteX486" fmla="*/ 268509 w 1212484"/>
                <a:gd name="connsiteY486" fmla="*/ 563872 h 696873"/>
                <a:gd name="connsiteX487" fmla="*/ 265114 w 1212484"/>
                <a:gd name="connsiteY487" fmla="*/ 564384 h 696873"/>
                <a:gd name="connsiteX488" fmla="*/ 263251 w 1212484"/>
                <a:gd name="connsiteY488" fmla="*/ 564532 h 696873"/>
                <a:gd name="connsiteX489" fmla="*/ 261812 w 1212484"/>
                <a:gd name="connsiteY489" fmla="*/ 564616 h 696873"/>
                <a:gd name="connsiteX490" fmla="*/ 261812 w 1212484"/>
                <a:gd name="connsiteY490" fmla="*/ 567593 h 696873"/>
                <a:gd name="connsiteX491" fmla="*/ 259254 w 1212484"/>
                <a:gd name="connsiteY491" fmla="*/ 567826 h 696873"/>
                <a:gd name="connsiteX492" fmla="*/ 256603 w 1212484"/>
                <a:gd name="connsiteY492" fmla="*/ 568337 h 696873"/>
                <a:gd name="connsiteX493" fmla="*/ 255859 w 1212484"/>
                <a:gd name="connsiteY493" fmla="*/ 570570 h 696873"/>
                <a:gd name="connsiteX494" fmla="*/ 252464 w 1212484"/>
                <a:gd name="connsiteY494" fmla="*/ 571081 h 696873"/>
                <a:gd name="connsiteX495" fmla="*/ 250600 w 1212484"/>
                <a:gd name="connsiteY495" fmla="*/ 571229 h 696873"/>
                <a:gd name="connsiteX496" fmla="*/ 249161 w 1212484"/>
                <a:gd name="connsiteY496" fmla="*/ 571314 h 696873"/>
                <a:gd name="connsiteX497" fmla="*/ 249161 w 1212484"/>
                <a:gd name="connsiteY497" fmla="*/ 574290 h 696873"/>
                <a:gd name="connsiteX498" fmla="*/ 242464 w 1212484"/>
                <a:gd name="connsiteY498" fmla="*/ 574290 h 696873"/>
                <a:gd name="connsiteX499" fmla="*/ 242464 w 1212484"/>
                <a:gd name="connsiteY499" fmla="*/ 578011 h 696873"/>
                <a:gd name="connsiteX500" fmla="*/ 236511 w 1212484"/>
                <a:gd name="connsiteY500" fmla="*/ 578011 h 696873"/>
                <a:gd name="connsiteX501" fmla="*/ 236511 w 1212484"/>
                <a:gd name="connsiteY501" fmla="*/ 580988 h 696873"/>
                <a:gd name="connsiteX502" fmla="*/ 229814 w 1212484"/>
                <a:gd name="connsiteY502" fmla="*/ 581732 h 696873"/>
                <a:gd name="connsiteX503" fmla="*/ 229814 w 1212484"/>
                <a:gd name="connsiteY503" fmla="*/ 584708 h 696873"/>
                <a:gd name="connsiteX504" fmla="*/ 225236 w 1212484"/>
                <a:gd name="connsiteY504" fmla="*/ 585072 h 696873"/>
                <a:gd name="connsiteX505" fmla="*/ 223861 w 1212484"/>
                <a:gd name="connsiteY505" fmla="*/ 585452 h 696873"/>
                <a:gd name="connsiteX506" fmla="*/ 223116 w 1212484"/>
                <a:gd name="connsiteY506" fmla="*/ 587685 h 696873"/>
                <a:gd name="connsiteX507" fmla="*/ 218439 w 1212484"/>
                <a:gd name="connsiteY507" fmla="*/ 588708 h 696873"/>
                <a:gd name="connsiteX508" fmla="*/ 217163 w 1212484"/>
                <a:gd name="connsiteY508" fmla="*/ 589173 h 696873"/>
                <a:gd name="connsiteX509" fmla="*/ 217163 w 1212484"/>
                <a:gd name="connsiteY509" fmla="*/ 591406 h 696873"/>
                <a:gd name="connsiteX510" fmla="*/ 215724 w 1212484"/>
                <a:gd name="connsiteY510" fmla="*/ 591275 h 696873"/>
                <a:gd name="connsiteX511" fmla="*/ 210466 w 1212484"/>
                <a:gd name="connsiteY511" fmla="*/ 591406 h 696873"/>
                <a:gd name="connsiteX512" fmla="*/ 209722 w 1212484"/>
                <a:gd name="connsiteY512" fmla="*/ 595126 h 696873"/>
                <a:gd name="connsiteX513" fmla="*/ 205257 w 1212484"/>
                <a:gd name="connsiteY513" fmla="*/ 595126 h 696873"/>
                <a:gd name="connsiteX514" fmla="*/ 204606 w 1212484"/>
                <a:gd name="connsiteY514" fmla="*/ 596568 h 696873"/>
                <a:gd name="connsiteX515" fmla="*/ 203769 w 1212484"/>
                <a:gd name="connsiteY515" fmla="*/ 598103 h 696873"/>
                <a:gd name="connsiteX516" fmla="*/ 197816 w 1212484"/>
                <a:gd name="connsiteY516" fmla="*/ 598847 h 696873"/>
                <a:gd name="connsiteX517" fmla="*/ 197816 w 1212484"/>
                <a:gd name="connsiteY517" fmla="*/ 601823 h 696873"/>
                <a:gd name="connsiteX518" fmla="*/ 191118 w 1212484"/>
                <a:gd name="connsiteY518" fmla="*/ 601823 h 696873"/>
                <a:gd name="connsiteX519" fmla="*/ 191118 w 1212484"/>
                <a:gd name="connsiteY519" fmla="*/ 604800 h 696873"/>
                <a:gd name="connsiteX520" fmla="*/ 188560 w 1212484"/>
                <a:gd name="connsiteY520" fmla="*/ 604986 h 696873"/>
                <a:gd name="connsiteX521" fmla="*/ 185909 w 1212484"/>
                <a:gd name="connsiteY521" fmla="*/ 605544 h 696873"/>
                <a:gd name="connsiteX522" fmla="*/ 185584 w 1212484"/>
                <a:gd name="connsiteY522" fmla="*/ 607032 h 696873"/>
                <a:gd name="connsiteX523" fmla="*/ 185165 w 1212484"/>
                <a:gd name="connsiteY523" fmla="*/ 608521 h 696873"/>
                <a:gd name="connsiteX524" fmla="*/ 180587 w 1212484"/>
                <a:gd name="connsiteY524" fmla="*/ 609006 h 696873"/>
                <a:gd name="connsiteX525" fmla="*/ 179212 w 1212484"/>
                <a:gd name="connsiteY525" fmla="*/ 609265 h 696873"/>
                <a:gd name="connsiteX526" fmla="*/ 178468 w 1212484"/>
                <a:gd name="connsiteY526" fmla="*/ 610800 h 696873"/>
                <a:gd name="connsiteX527" fmla="*/ 177724 w 1212484"/>
                <a:gd name="connsiteY527" fmla="*/ 612241 h 696873"/>
                <a:gd name="connsiteX528" fmla="*/ 171771 w 1212484"/>
                <a:gd name="connsiteY528" fmla="*/ 612241 h 696873"/>
                <a:gd name="connsiteX529" fmla="*/ 171771 w 1212484"/>
                <a:gd name="connsiteY529" fmla="*/ 615218 h 696873"/>
                <a:gd name="connsiteX530" fmla="*/ 169213 w 1212484"/>
                <a:gd name="connsiteY530" fmla="*/ 615404 h 696873"/>
                <a:gd name="connsiteX531" fmla="*/ 166562 w 1212484"/>
                <a:gd name="connsiteY531" fmla="*/ 615962 h 696873"/>
                <a:gd name="connsiteX532" fmla="*/ 166190 w 1212484"/>
                <a:gd name="connsiteY532" fmla="*/ 617450 h 696873"/>
                <a:gd name="connsiteX533" fmla="*/ 165818 w 1212484"/>
                <a:gd name="connsiteY533" fmla="*/ 618939 h 696873"/>
                <a:gd name="connsiteX534" fmla="*/ 160609 w 1212484"/>
                <a:gd name="connsiteY534" fmla="*/ 619683 h 696873"/>
                <a:gd name="connsiteX535" fmla="*/ 159865 w 1212484"/>
                <a:gd name="connsiteY535" fmla="*/ 621915 h 696873"/>
                <a:gd name="connsiteX536" fmla="*/ 155260 w 1212484"/>
                <a:gd name="connsiteY536" fmla="*/ 622938 h 696873"/>
                <a:gd name="connsiteX537" fmla="*/ 153911 w 1212484"/>
                <a:gd name="connsiteY537" fmla="*/ 623404 h 696873"/>
                <a:gd name="connsiteX538" fmla="*/ 153167 w 1212484"/>
                <a:gd name="connsiteY538" fmla="*/ 625636 h 696873"/>
                <a:gd name="connsiteX539" fmla="*/ 148598 w 1212484"/>
                <a:gd name="connsiteY539" fmla="*/ 626095 h 696873"/>
                <a:gd name="connsiteX540" fmla="*/ 147214 w 1212484"/>
                <a:gd name="connsiteY540" fmla="*/ 626380 h 696873"/>
                <a:gd name="connsiteX541" fmla="*/ 145726 w 1212484"/>
                <a:gd name="connsiteY541" fmla="*/ 629357 h 696873"/>
                <a:gd name="connsiteX542" fmla="*/ 142005 w 1212484"/>
                <a:gd name="connsiteY542" fmla="*/ 629357 h 696873"/>
                <a:gd name="connsiteX543" fmla="*/ 141354 w 1212484"/>
                <a:gd name="connsiteY543" fmla="*/ 630798 h 696873"/>
                <a:gd name="connsiteX544" fmla="*/ 140517 w 1212484"/>
                <a:gd name="connsiteY544" fmla="*/ 632333 h 696873"/>
                <a:gd name="connsiteX545" fmla="*/ 135308 w 1212484"/>
                <a:gd name="connsiteY545" fmla="*/ 633077 h 696873"/>
                <a:gd name="connsiteX546" fmla="*/ 134564 w 1212484"/>
                <a:gd name="connsiteY546" fmla="*/ 634566 h 696873"/>
                <a:gd name="connsiteX547" fmla="*/ 133820 w 1212484"/>
                <a:gd name="connsiteY547" fmla="*/ 636054 h 696873"/>
                <a:gd name="connsiteX548" fmla="*/ 128611 w 1212484"/>
                <a:gd name="connsiteY548" fmla="*/ 636798 h 696873"/>
                <a:gd name="connsiteX549" fmla="*/ 127866 w 1212484"/>
                <a:gd name="connsiteY549" fmla="*/ 639031 h 696873"/>
                <a:gd name="connsiteX550" fmla="*/ 125262 w 1212484"/>
                <a:gd name="connsiteY550" fmla="*/ 639356 h 696873"/>
                <a:gd name="connsiteX551" fmla="*/ 122657 w 1212484"/>
                <a:gd name="connsiteY551" fmla="*/ 639775 h 696873"/>
                <a:gd name="connsiteX552" fmla="*/ 122332 w 1212484"/>
                <a:gd name="connsiteY552" fmla="*/ 641263 h 696873"/>
                <a:gd name="connsiteX553" fmla="*/ 121913 w 1212484"/>
                <a:gd name="connsiteY553" fmla="*/ 642751 h 696873"/>
                <a:gd name="connsiteX554" fmla="*/ 117309 w 1212484"/>
                <a:gd name="connsiteY554" fmla="*/ 643219 h 696873"/>
                <a:gd name="connsiteX555" fmla="*/ 115960 w 1212484"/>
                <a:gd name="connsiteY555" fmla="*/ 643495 h 696873"/>
                <a:gd name="connsiteX556" fmla="*/ 115216 w 1212484"/>
                <a:gd name="connsiteY556" fmla="*/ 645728 h 696873"/>
                <a:gd name="connsiteX557" fmla="*/ 110539 w 1212484"/>
                <a:gd name="connsiteY557" fmla="*/ 646751 h 696873"/>
                <a:gd name="connsiteX558" fmla="*/ 109263 w 1212484"/>
                <a:gd name="connsiteY558" fmla="*/ 647216 h 696873"/>
                <a:gd name="connsiteX559" fmla="*/ 109263 w 1212484"/>
                <a:gd name="connsiteY559" fmla="*/ 649448 h 696873"/>
                <a:gd name="connsiteX560" fmla="*/ 106333 w 1212484"/>
                <a:gd name="connsiteY560" fmla="*/ 649216 h 696873"/>
                <a:gd name="connsiteX561" fmla="*/ 103310 w 1212484"/>
                <a:gd name="connsiteY561" fmla="*/ 649448 h 696873"/>
                <a:gd name="connsiteX562" fmla="*/ 102566 w 1212484"/>
                <a:gd name="connsiteY562" fmla="*/ 653169 h 696873"/>
                <a:gd name="connsiteX563" fmla="*/ 97357 w 1212484"/>
                <a:gd name="connsiteY563" fmla="*/ 653913 h 696873"/>
                <a:gd name="connsiteX564" fmla="*/ 96613 w 1212484"/>
                <a:gd name="connsiteY564" fmla="*/ 656146 h 696873"/>
                <a:gd name="connsiteX565" fmla="*/ 93589 w 1212484"/>
                <a:gd name="connsiteY565" fmla="*/ 656657 h 696873"/>
                <a:gd name="connsiteX566" fmla="*/ 90659 w 1212484"/>
                <a:gd name="connsiteY566" fmla="*/ 656890 h 696873"/>
                <a:gd name="connsiteX567" fmla="*/ 90659 w 1212484"/>
                <a:gd name="connsiteY567" fmla="*/ 659866 h 696873"/>
                <a:gd name="connsiteX568" fmla="*/ 83962 w 1212484"/>
                <a:gd name="connsiteY568" fmla="*/ 659866 h 696873"/>
                <a:gd name="connsiteX569" fmla="*/ 83962 w 1212484"/>
                <a:gd name="connsiteY569" fmla="*/ 662843 h 696873"/>
                <a:gd name="connsiteX570" fmla="*/ 78009 w 1212484"/>
                <a:gd name="connsiteY570" fmla="*/ 663587 h 696873"/>
                <a:gd name="connsiteX571" fmla="*/ 78009 w 1212484"/>
                <a:gd name="connsiteY571" fmla="*/ 666564 h 696873"/>
                <a:gd name="connsiteX572" fmla="*/ 71312 w 1212484"/>
                <a:gd name="connsiteY572" fmla="*/ 667308 h 696873"/>
                <a:gd name="connsiteX573" fmla="*/ 71312 w 1212484"/>
                <a:gd name="connsiteY573" fmla="*/ 670284 h 696873"/>
                <a:gd name="connsiteX574" fmla="*/ 64615 w 1212484"/>
                <a:gd name="connsiteY574" fmla="*/ 670284 h 696873"/>
                <a:gd name="connsiteX575" fmla="*/ 64615 w 1212484"/>
                <a:gd name="connsiteY575" fmla="*/ 673261 h 696873"/>
                <a:gd name="connsiteX576" fmla="*/ 62057 w 1212484"/>
                <a:gd name="connsiteY576" fmla="*/ 673447 h 696873"/>
                <a:gd name="connsiteX577" fmla="*/ 59406 w 1212484"/>
                <a:gd name="connsiteY577" fmla="*/ 674005 h 696873"/>
                <a:gd name="connsiteX578" fmla="*/ 59077 w 1212484"/>
                <a:gd name="connsiteY578" fmla="*/ 675502 h 696873"/>
                <a:gd name="connsiteX579" fmla="*/ 58661 w 1212484"/>
                <a:gd name="connsiteY579" fmla="*/ 676982 h 696873"/>
                <a:gd name="connsiteX580" fmla="*/ 55313 w 1212484"/>
                <a:gd name="connsiteY580" fmla="*/ 677400 h 696873"/>
                <a:gd name="connsiteX581" fmla="*/ 51964 w 1212484"/>
                <a:gd name="connsiteY581" fmla="*/ 677726 h 696873"/>
                <a:gd name="connsiteX582" fmla="*/ 51220 w 1212484"/>
                <a:gd name="connsiteY582" fmla="*/ 679958 h 696873"/>
                <a:gd name="connsiteX583" fmla="*/ 48615 w 1212484"/>
                <a:gd name="connsiteY583" fmla="*/ 679865 h 696873"/>
                <a:gd name="connsiteX584" fmla="*/ 46011 w 1212484"/>
                <a:gd name="connsiteY584" fmla="*/ 679958 h 696873"/>
                <a:gd name="connsiteX585" fmla="*/ 45685 w 1212484"/>
                <a:gd name="connsiteY585" fmla="*/ 681772 h 696873"/>
                <a:gd name="connsiteX586" fmla="*/ 45267 w 1212484"/>
                <a:gd name="connsiteY586" fmla="*/ 683679 h 696873"/>
                <a:gd name="connsiteX587" fmla="*/ 40662 w 1212484"/>
                <a:gd name="connsiteY587" fmla="*/ 684173 h 696873"/>
                <a:gd name="connsiteX588" fmla="*/ 39314 w 1212484"/>
                <a:gd name="connsiteY588" fmla="*/ 684423 h 696873"/>
                <a:gd name="connsiteX589" fmla="*/ 38570 w 1212484"/>
                <a:gd name="connsiteY589" fmla="*/ 686656 h 696873"/>
                <a:gd name="connsiteX590" fmla="*/ 35547 w 1212484"/>
                <a:gd name="connsiteY590" fmla="*/ 687167 h 696873"/>
                <a:gd name="connsiteX591" fmla="*/ 32616 w 1212484"/>
                <a:gd name="connsiteY591" fmla="*/ 687400 h 696873"/>
                <a:gd name="connsiteX592" fmla="*/ 32616 w 1212484"/>
                <a:gd name="connsiteY592" fmla="*/ 690376 h 696873"/>
                <a:gd name="connsiteX593" fmla="*/ 28038 w 1212484"/>
                <a:gd name="connsiteY593" fmla="*/ 690667 h 696873"/>
                <a:gd name="connsiteX594" fmla="*/ 26663 w 1212484"/>
                <a:gd name="connsiteY594" fmla="*/ 691120 h 696873"/>
                <a:gd name="connsiteX595" fmla="*/ 26312 w 1212484"/>
                <a:gd name="connsiteY595" fmla="*/ 692617 h 696873"/>
                <a:gd name="connsiteX596" fmla="*/ 25919 w 1212484"/>
                <a:gd name="connsiteY596" fmla="*/ 694097 h 696873"/>
                <a:gd name="connsiteX597" fmla="*/ 22571 w 1212484"/>
                <a:gd name="connsiteY597" fmla="*/ 694516 h 696873"/>
                <a:gd name="connsiteX598" fmla="*/ 19222 w 1212484"/>
                <a:gd name="connsiteY598" fmla="*/ 694841 h 696873"/>
                <a:gd name="connsiteX599" fmla="*/ 18478 w 1212484"/>
                <a:gd name="connsiteY599" fmla="*/ 697073 h 696873"/>
                <a:gd name="connsiteX600" fmla="*/ 11036 w 1212484"/>
                <a:gd name="connsiteY600" fmla="*/ 697073 h 696873"/>
                <a:gd name="connsiteX601" fmla="*/ 10292 w 1212484"/>
                <a:gd name="connsiteY601" fmla="*/ 681447 h 696873"/>
                <a:gd name="connsiteX602" fmla="*/ 8060 w 1212484"/>
                <a:gd name="connsiteY602" fmla="*/ 681447 h 696873"/>
                <a:gd name="connsiteX603" fmla="*/ 8015 w 1212484"/>
                <a:gd name="connsiteY603" fmla="*/ 679751 h 696873"/>
                <a:gd name="connsiteX604" fmla="*/ 7781 w 1212484"/>
                <a:gd name="connsiteY604" fmla="*/ 672191 h 696873"/>
                <a:gd name="connsiteX605" fmla="*/ 7711 w 1212484"/>
                <a:gd name="connsiteY605" fmla="*/ 669521 h 696873"/>
                <a:gd name="connsiteX606" fmla="*/ 7624 w 1212484"/>
                <a:gd name="connsiteY606" fmla="*/ 666985 h 696873"/>
                <a:gd name="connsiteX607" fmla="*/ 7553 w 1212484"/>
                <a:gd name="connsiteY607" fmla="*/ 664635 h 696873"/>
                <a:gd name="connsiteX608" fmla="*/ 7316 w 1212484"/>
                <a:gd name="connsiteY608" fmla="*/ 662843 h 696873"/>
                <a:gd name="connsiteX609" fmla="*/ 5827 w 1212484"/>
                <a:gd name="connsiteY609" fmla="*/ 662099 h 696873"/>
                <a:gd name="connsiteX610" fmla="*/ 5598 w 1212484"/>
                <a:gd name="connsiteY610" fmla="*/ 657872 h 696873"/>
                <a:gd name="connsiteX611" fmla="*/ 5541 w 1212484"/>
                <a:gd name="connsiteY611" fmla="*/ 655265 h 696873"/>
                <a:gd name="connsiteX612" fmla="*/ 5471 w 1212484"/>
                <a:gd name="connsiteY612" fmla="*/ 649789 h 696873"/>
                <a:gd name="connsiteX613" fmla="*/ 5412 w 1212484"/>
                <a:gd name="connsiteY613" fmla="*/ 647175 h 696873"/>
                <a:gd name="connsiteX614" fmla="*/ 5381 w 1212484"/>
                <a:gd name="connsiteY614" fmla="*/ 644769 h 696873"/>
                <a:gd name="connsiteX615" fmla="*/ 3964 w 1212484"/>
                <a:gd name="connsiteY615" fmla="*/ 641734 h 696873"/>
                <a:gd name="connsiteX616" fmla="*/ 2597 w 1212484"/>
                <a:gd name="connsiteY616" fmla="*/ 636918 h 696873"/>
                <a:gd name="connsiteX617" fmla="*/ 2598 w 1212484"/>
                <a:gd name="connsiteY617" fmla="*/ 634707 h 696873"/>
                <a:gd name="connsiteX618" fmla="*/ 2633 w 1212484"/>
                <a:gd name="connsiteY618" fmla="*/ 632325 h 696873"/>
                <a:gd name="connsiteX619" fmla="*/ 2642 w 1212484"/>
                <a:gd name="connsiteY619" fmla="*/ 629882 h 696873"/>
                <a:gd name="connsiteX620" fmla="*/ 2711 w 1212484"/>
                <a:gd name="connsiteY620" fmla="*/ 622148 h 696873"/>
                <a:gd name="connsiteX621" fmla="*/ 2742 w 1212484"/>
                <a:gd name="connsiteY621" fmla="*/ 616908 h 696873"/>
                <a:gd name="connsiteX622" fmla="*/ 2851 w 1212484"/>
                <a:gd name="connsiteY622" fmla="*/ 604056 h 696873"/>
                <a:gd name="connsiteX623" fmla="*/ 1363 w 1212484"/>
                <a:gd name="connsiteY623" fmla="*/ 604056 h 696873"/>
                <a:gd name="connsiteX624" fmla="*/ 1324 w 1212484"/>
                <a:gd name="connsiteY624" fmla="*/ 571786 h 696873"/>
                <a:gd name="connsiteX625" fmla="*/ 1306 w 1212484"/>
                <a:gd name="connsiteY625" fmla="*/ 556803 h 696873"/>
                <a:gd name="connsiteX626" fmla="*/ 1292 w 1212484"/>
                <a:gd name="connsiteY626" fmla="*/ 542357 h 696873"/>
                <a:gd name="connsiteX627" fmla="*/ 1284 w 1212484"/>
                <a:gd name="connsiteY627" fmla="*/ 536832 h 696873"/>
                <a:gd name="connsiteX628" fmla="*/ 1278 w 1212484"/>
                <a:gd name="connsiteY628" fmla="*/ 529123 h 696873"/>
                <a:gd name="connsiteX629" fmla="*/ 1270 w 1212484"/>
                <a:gd name="connsiteY629" fmla="*/ 526791 h 696873"/>
                <a:gd name="connsiteX630" fmla="*/ 1273 w 1212484"/>
                <a:gd name="connsiteY630" fmla="*/ 524682 h 696873"/>
                <a:gd name="connsiteX631" fmla="*/ 1271 w 1212484"/>
                <a:gd name="connsiteY631" fmla="*/ 522838 h 696873"/>
                <a:gd name="connsiteX632" fmla="*/ 2107 w 1212484"/>
                <a:gd name="connsiteY632" fmla="*/ 520712 h 696873"/>
                <a:gd name="connsiteX633" fmla="*/ 2224 w 1212484"/>
                <a:gd name="connsiteY633" fmla="*/ 517316 h 696873"/>
                <a:gd name="connsiteX634" fmla="*/ 2247 w 1212484"/>
                <a:gd name="connsiteY634" fmla="*/ 515126 h 696873"/>
                <a:gd name="connsiteX635" fmla="*/ 2264 w 1212484"/>
                <a:gd name="connsiteY635" fmla="*/ 512742 h 696873"/>
                <a:gd name="connsiteX636" fmla="*/ 2328 w 1212484"/>
                <a:gd name="connsiteY636" fmla="*/ 507794 h 696873"/>
                <a:gd name="connsiteX637" fmla="*/ 2405 w 1212484"/>
                <a:gd name="connsiteY637" fmla="*/ 499955 h 696873"/>
                <a:gd name="connsiteX638" fmla="*/ 2496 w 1212484"/>
                <a:gd name="connsiteY638" fmla="*/ 492417 h 696873"/>
                <a:gd name="connsiteX639" fmla="*/ 2504 w 1212484"/>
                <a:gd name="connsiteY639" fmla="*/ 490042 h 696873"/>
                <a:gd name="connsiteX640" fmla="*/ 2541 w 1212484"/>
                <a:gd name="connsiteY640" fmla="*/ 487838 h 696873"/>
                <a:gd name="connsiteX641" fmla="*/ 2559 w 1212484"/>
                <a:gd name="connsiteY641" fmla="*/ 485897 h 696873"/>
                <a:gd name="connsiteX642" fmla="*/ 5083 w 1212484"/>
                <a:gd name="connsiteY642" fmla="*/ 482017 h 696873"/>
                <a:gd name="connsiteX643" fmla="*/ 5412 w 1212484"/>
                <a:gd name="connsiteY643" fmla="*/ 477267 h 696873"/>
                <a:gd name="connsiteX644" fmla="*/ 5471 w 1212484"/>
                <a:gd name="connsiteY644" fmla="*/ 474450 h 696873"/>
                <a:gd name="connsiteX645" fmla="*/ 5502 w 1212484"/>
                <a:gd name="connsiteY645" fmla="*/ 471506 h 696873"/>
                <a:gd name="connsiteX646" fmla="*/ 5598 w 1212484"/>
                <a:gd name="connsiteY646" fmla="*/ 465733 h 696873"/>
                <a:gd name="connsiteX647" fmla="*/ 5626 w 1212484"/>
                <a:gd name="connsiteY647" fmla="*/ 463143 h 696873"/>
                <a:gd name="connsiteX648" fmla="*/ 5827 w 1212484"/>
                <a:gd name="connsiteY648" fmla="*/ 461181 h 696873"/>
                <a:gd name="connsiteX649" fmla="*/ 7316 w 1212484"/>
                <a:gd name="connsiteY649" fmla="*/ 460437 h 696873"/>
                <a:gd name="connsiteX650" fmla="*/ 7545 w 1212484"/>
                <a:gd name="connsiteY650" fmla="*/ 456484 h 696873"/>
                <a:gd name="connsiteX651" fmla="*/ 7602 w 1212484"/>
                <a:gd name="connsiteY651" fmla="*/ 454059 h 696873"/>
                <a:gd name="connsiteX652" fmla="*/ 7672 w 1212484"/>
                <a:gd name="connsiteY652" fmla="*/ 448955 h 696873"/>
                <a:gd name="connsiteX653" fmla="*/ 7731 w 1212484"/>
                <a:gd name="connsiteY653" fmla="*/ 446531 h 696873"/>
                <a:gd name="connsiteX654" fmla="*/ 7762 w 1212484"/>
                <a:gd name="connsiteY654" fmla="*/ 444290 h 696873"/>
                <a:gd name="connsiteX655" fmla="*/ 8060 w 1212484"/>
                <a:gd name="connsiteY655" fmla="*/ 442577 h 696873"/>
                <a:gd name="connsiteX656" fmla="*/ 10292 w 1212484"/>
                <a:gd name="connsiteY656" fmla="*/ 441833 h 696873"/>
                <a:gd name="connsiteX657" fmla="*/ 10488 w 1212484"/>
                <a:gd name="connsiteY657" fmla="*/ 433295 h 696873"/>
                <a:gd name="connsiteX658" fmla="*/ 11036 w 1212484"/>
                <a:gd name="connsiteY658" fmla="*/ 428439 h 696873"/>
                <a:gd name="connsiteX659" fmla="*/ 15501 w 1212484"/>
                <a:gd name="connsiteY659" fmla="*/ 426950 h 696873"/>
                <a:gd name="connsiteX660" fmla="*/ 16245 w 1212484"/>
                <a:gd name="connsiteY660" fmla="*/ 423974 h 696873"/>
                <a:gd name="connsiteX661" fmla="*/ 19222 w 1212484"/>
                <a:gd name="connsiteY661" fmla="*/ 423974 h 696873"/>
                <a:gd name="connsiteX662" fmla="*/ 19222 w 1212484"/>
                <a:gd name="connsiteY662" fmla="*/ 420997 h 696873"/>
                <a:gd name="connsiteX663" fmla="*/ 22199 w 1212484"/>
                <a:gd name="connsiteY663" fmla="*/ 420997 h 696873"/>
                <a:gd name="connsiteX664" fmla="*/ 23687 w 1212484"/>
                <a:gd name="connsiteY664" fmla="*/ 417277 h 696873"/>
                <a:gd name="connsiteX665" fmla="*/ 26663 w 1212484"/>
                <a:gd name="connsiteY665" fmla="*/ 416532 h 696873"/>
                <a:gd name="connsiteX666" fmla="*/ 27035 w 1212484"/>
                <a:gd name="connsiteY666" fmla="*/ 414998 h 696873"/>
                <a:gd name="connsiteX667" fmla="*/ 27407 w 1212484"/>
                <a:gd name="connsiteY667" fmla="*/ 413556 h 696873"/>
                <a:gd name="connsiteX668" fmla="*/ 30384 w 1212484"/>
                <a:gd name="connsiteY668" fmla="*/ 413556 h 696873"/>
                <a:gd name="connsiteX669" fmla="*/ 30384 w 1212484"/>
                <a:gd name="connsiteY669" fmla="*/ 410579 h 696873"/>
                <a:gd name="connsiteX670" fmla="*/ 33361 w 1212484"/>
                <a:gd name="connsiteY670" fmla="*/ 410579 h 696873"/>
                <a:gd name="connsiteX671" fmla="*/ 33686 w 1212484"/>
                <a:gd name="connsiteY671" fmla="*/ 409138 h 696873"/>
                <a:gd name="connsiteX672" fmla="*/ 34105 w 1212484"/>
                <a:gd name="connsiteY672" fmla="*/ 407603 h 696873"/>
                <a:gd name="connsiteX673" fmla="*/ 36012 w 1212484"/>
                <a:gd name="connsiteY673" fmla="*/ 407231 h 696873"/>
                <a:gd name="connsiteX674" fmla="*/ 37825 w 1212484"/>
                <a:gd name="connsiteY674" fmla="*/ 406859 h 696873"/>
                <a:gd name="connsiteX675" fmla="*/ 37825 w 1212484"/>
                <a:gd name="connsiteY675" fmla="*/ 403882 h 696873"/>
                <a:gd name="connsiteX676" fmla="*/ 40802 w 1212484"/>
                <a:gd name="connsiteY676" fmla="*/ 403138 h 696873"/>
                <a:gd name="connsiteX677" fmla="*/ 41546 w 1212484"/>
                <a:gd name="connsiteY677" fmla="*/ 400906 h 696873"/>
                <a:gd name="connsiteX678" fmla="*/ 42988 w 1212484"/>
                <a:gd name="connsiteY678" fmla="*/ 400208 h 696873"/>
                <a:gd name="connsiteX679" fmla="*/ 45267 w 1212484"/>
                <a:gd name="connsiteY679" fmla="*/ 397882 h 696873"/>
                <a:gd name="connsiteX680" fmla="*/ 46011 w 1212484"/>
                <a:gd name="connsiteY680" fmla="*/ 396441 h 696873"/>
                <a:gd name="connsiteX681" fmla="*/ 48988 w 1212484"/>
                <a:gd name="connsiteY681" fmla="*/ 395697 h 696873"/>
                <a:gd name="connsiteX682" fmla="*/ 49732 w 1212484"/>
                <a:gd name="connsiteY682" fmla="*/ 393464 h 696873"/>
                <a:gd name="connsiteX683" fmla="*/ 51964 w 1212484"/>
                <a:gd name="connsiteY683" fmla="*/ 392720 h 696873"/>
                <a:gd name="connsiteX684" fmla="*/ 52708 w 1212484"/>
                <a:gd name="connsiteY684" fmla="*/ 390488 h 696873"/>
                <a:gd name="connsiteX685" fmla="*/ 56429 w 1212484"/>
                <a:gd name="connsiteY685" fmla="*/ 388999 h 696873"/>
                <a:gd name="connsiteX686" fmla="*/ 57173 w 1212484"/>
                <a:gd name="connsiteY686" fmla="*/ 386767 h 696873"/>
                <a:gd name="connsiteX687" fmla="*/ 58615 w 1212484"/>
                <a:gd name="connsiteY687" fmla="*/ 386441 h 696873"/>
                <a:gd name="connsiteX688" fmla="*/ 60150 w 1212484"/>
                <a:gd name="connsiteY688" fmla="*/ 386023 h 696873"/>
                <a:gd name="connsiteX689" fmla="*/ 61638 w 1212484"/>
                <a:gd name="connsiteY689" fmla="*/ 383046 h 696873"/>
                <a:gd name="connsiteX690" fmla="*/ 64615 w 1212484"/>
                <a:gd name="connsiteY690" fmla="*/ 381558 h 696873"/>
                <a:gd name="connsiteX691" fmla="*/ 65359 w 1212484"/>
                <a:gd name="connsiteY691" fmla="*/ 379325 h 696873"/>
                <a:gd name="connsiteX692" fmla="*/ 68335 w 1212484"/>
                <a:gd name="connsiteY692" fmla="*/ 379325 h 696873"/>
                <a:gd name="connsiteX693" fmla="*/ 69079 w 1212484"/>
                <a:gd name="connsiteY693" fmla="*/ 376349 h 696873"/>
                <a:gd name="connsiteX694" fmla="*/ 71312 w 1212484"/>
                <a:gd name="connsiteY694" fmla="*/ 375605 h 696873"/>
                <a:gd name="connsiteX695" fmla="*/ 71963 w 1212484"/>
                <a:gd name="connsiteY695" fmla="*/ 374070 h 696873"/>
                <a:gd name="connsiteX696" fmla="*/ 72800 w 1212484"/>
                <a:gd name="connsiteY696" fmla="*/ 372628 h 696873"/>
                <a:gd name="connsiteX697" fmla="*/ 76521 w 1212484"/>
                <a:gd name="connsiteY697" fmla="*/ 372628 h 696873"/>
                <a:gd name="connsiteX698" fmla="*/ 76521 w 1212484"/>
                <a:gd name="connsiteY698" fmla="*/ 369652 h 696873"/>
                <a:gd name="connsiteX699" fmla="*/ 79497 w 1212484"/>
                <a:gd name="connsiteY699" fmla="*/ 368908 h 696873"/>
                <a:gd name="connsiteX700" fmla="*/ 80195 w 1212484"/>
                <a:gd name="connsiteY700" fmla="*/ 367373 h 696873"/>
                <a:gd name="connsiteX701" fmla="*/ 80986 w 1212484"/>
                <a:gd name="connsiteY701" fmla="*/ 365931 h 696873"/>
                <a:gd name="connsiteX702" fmla="*/ 84706 w 1212484"/>
                <a:gd name="connsiteY702" fmla="*/ 365931 h 696873"/>
                <a:gd name="connsiteX703" fmla="*/ 84706 w 1212484"/>
                <a:gd name="connsiteY703" fmla="*/ 362954 h 696873"/>
                <a:gd name="connsiteX704" fmla="*/ 87683 w 1212484"/>
                <a:gd name="connsiteY704" fmla="*/ 362954 h 696873"/>
                <a:gd name="connsiteX705" fmla="*/ 87962 w 1212484"/>
                <a:gd name="connsiteY705" fmla="*/ 361141 h 696873"/>
                <a:gd name="connsiteX706" fmla="*/ 88427 w 1212484"/>
                <a:gd name="connsiteY706" fmla="*/ 359234 h 696873"/>
                <a:gd name="connsiteX707" fmla="*/ 92892 w 1212484"/>
                <a:gd name="connsiteY707" fmla="*/ 358490 h 696873"/>
                <a:gd name="connsiteX708" fmla="*/ 92892 w 1212484"/>
                <a:gd name="connsiteY708" fmla="*/ 356257 h 696873"/>
                <a:gd name="connsiteX709" fmla="*/ 95868 w 1212484"/>
                <a:gd name="connsiteY709" fmla="*/ 354769 h 696873"/>
                <a:gd name="connsiteX710" fmla="*/ 96613 w 1212484"/>
                <a:gd name="connsiteY710" fmla="*/ 352536 h 696873"/>
                <a:gd name="connsiteX711" fmla="*/ 100333 w 1212484"/>
                <a:gd name="connsiteY711" fmla="*/ 351048 h 696873"/>
                <a:gd name="connsiteX712" fmla="*/ 101822 w 1212484"/>
                <a:gd name="connsiteY712" fmla="*/ 348816 h 696873"/>
                <a:gd name="connsiteX713" fmla="*/ 104054 w 1212484"/>
                <a:gd name="connsiteY713" fmla="*/ 348072 h 696873"/>
                <a:gd name="connsiteX714" fmla="*/ 104798 w 1212484"/>
                <a:gd name="connsiteY714" fmla="*/ 345839 h 696873"/>
                <a:gd name="connsiteX715" fmla="*/ 108519 w 1212484"/>
                <a:gd name="connsiteY715" fmla="*/ 344351 h 696873"/>
                <a:gd name="connsiteX716" fmla="*/ 109263 w 1212484"/>
                <a:gd name="connsiteY716" fmla="*/ 342118 h 696873"/>
                <a:gd name="connsiteX717" fmla="*/ 110658 w 1212484"/>
                <a:gd name="connsiteY717" fmla="*/ 341793 h 696873"/>
                <a:gd name="connsiteX718" fmla="*/ 113356 w 1212484"/>
                <a:gd name="connsiteY718" fmla="*/ 339840 h 696873"/>
                <a:gd name="connsiteX719" fmla="*/ 114472 w 1212484"/>
                <a:gd name="connsiteY719" fmla="*/ 338398 h 696873"/>
                <a:gd name="connsiteX720" fmla="*/ 117449 w 1212484"/>
                <a:gd name="connsiteY720" fmla="*/ 338398 h 696873"/>
                <a:gd name="connsiteX721" fmla="*/ 118193 w 1212484"/>
                <a:gd name="connsiteY721" fmla="*/ 335421 h 696873"/>
                <a:gd name="connsiteX722" fmla="*/ 120425 w 1212484"/>
                <a:gd name="connsiteY722" fmla="*/ 334677 h 696873"/>
                <a:gd name="connsiteX723" fmla="*/ 121076 w 1212484"/>
                <a:gd name="connsiteY723" fmla="*/ 333142 h 696873"/>
                <a:gd name="connsiteX724" fmla="*/ 121913 w 1212484"/>
                <a:gd name="connsiteY724" fmla="*/ 331700 h 696873"/>
                <a:gd name="connsiteX725" fmla="*/ 125634 w 1212484"/>
                <a:gd name="connsiteY725" fmla="*/ 331700 h 696873"/>
                <a:gd name="connsiteX726" fmla="*/ 126378 w 1212484"/>
                <a:gd name="connsiteY726" fmla="*/ 328724 h 696873"/>
                <a:gd name="connsiteX727" fmla="*/ 129355 w 1212484"/>
                <a:gd name="connsiteY727" fmla="*/ 327236 h 696873"/>
                <a:gd name="connsiteX728" fmla="*/ 130099 w 1212484"/>
                <a:gd name="connsiteY728" fmla="*/ 325003 h 696873"/>
                <a:gd name="connsiteX729" fmla="*/ 134564 w 1212484"/>
                <a:gd name="connsiteY729" fmla="*/ 325003 h 696873"/>
                <a:gd name="connsiteX730" fmla="*/ 134564 w 1212484"/>
                <a:gd name="connsiteY730" fmla="*/ 322027 h 696873"/>
                <a:gd name="connsiteX731" fmla="*/ 139029 w 1212484"/>
                <a:gd name="connsiteY731" fmla="*/ 321283 h 696873"/>
                <a:gd name="connsiteX732" fmla="*/ 139029 w 1212484"/>
                <a:gd name="connsiteY732" fmla="*/ 318306 h 696873"/>
                <a:gd name="connsiteX733" fmla="*/ 140842 w 1212484"/>
                <a:gd name="connsiteY733" fmla="*/ 318538 h 696873"/>
                <a:gd name="connsiteX734" fmla="*/ 142749 w 1212484"/>
                <a:gd name="connsiteY734" fmla="*/ 318306 h 696873"/>
                <a:gd name="connsiteX735" fmla="*/ 143493 w 1212484"/>
                <a:gd name="connsiteY735" fmla="*/ 314585 h 696873"/>
                <a:gd name="connsiteX736" fmla="*/ 147214 w 1212484"/>
                <a:gd name="connsiteY736" fmla="*/ 313841 h 696873"/>
                <a:gd name="connsiteX737" fmla="*/ 147958 w 1212484"/>
                <a:gd name="connsiteY737" fmla="*/ 311609 h 696873"/>
                <a:gd name="connsiteX738" fmla="*/ 149865 w 1212484"/>
                <a:gd name="connsiteY738" fmla="*/ 311283 h 696873"/>
                <a:gd name="connsiteX739" fmla="*/ 151679 w 1212484"/>
                <a:gd name="connsiteY739" fmla="*/ 310865 h 696873"/>
                <a:gd name="connsiteX740" fmla="*/ 151679 w 1212484"/>
                <a:gd name="connsiteY740" fmla="*/ 307888 h 696873"/>
                <a:gd name="connsiteX741" fmla="*/ 153865 w 1212484"/>
                <a:gd name="connsiteY741" fmla="*/ 308074 h 696873"/>
                <a:gd name="connsiteX742" fmla="*/ 156144 w 1212484"/>
                <a:gd name="connsiteY742" fmla="*/ 307888 h 696873"/>
                <a:gd name="connsiteX743" fmla="*/ 156888 w 1212484"/>
                <a:gd name="connsiteY743" fmla="*/ 304911 h 696873"/>
                <a:gd name="connsiteX744" fmla="*/ 160609 w 1212484"/>
                <a:gd name="connsiteY744" fmla="*/ 303423 h 696873"/>
                <a:gd name="connsiteX745" fmla="*/ 160609 w 1212484"/>
                <a:gd name="connsiteY745" fmla="*/ 301191 h 696873"/>
                <a:gd name="connsiteX746" fmla="*/ 165074 w 1212484"/>
                <a:gd name="connsiteY746" fmla="*/ 299702 h 696873"/>
                <a:gd name="connsiteX747" fmla="*/ 165818 w 1212484"/>
                <a:gd name="connsiteY747" fmla="*/ 297470 h 696873"/>
                <a:gd name="connsiteX748" fmla="*/ 169538 w 1212484"/>
                <a:gd name="connsiteY748" fmla="*/ 296726 h 696873"/>
                <a:gd name="connsiteX749" fmla="*/ 170282 w 1212484"/>
                <a:gd name="connsiteY749" fmla="*/ 294493 h 696873"/>
                <a:gd name="connsiteX750" fmla="*/ 174747 w 1212484"/>
                <a:gd name="connsiteY750" fmla="*/ 293749 h 696873"/>
                <a:gd name="connsiteX751" fmla="*/ 174747 w 1212484"/>
                <a:gd name="connsiteY751" fmla="*/ 290773 h 696873"/>
                <a:gd name="connsiteX752" fmla="*/ 178468 w 1212484"/>
                <a:gd name="connsiteY752" fmla="*/ 290029 h 696873"/>
                <a:gd name="connsiteX753" fmla="*/ 179212 w 1212484"/>
                <a:gd name="connsiteY753" fmla="*/ 287796 h 696873"/>
                <a:gd name="connsiteX754" fmla="*/ 181073 w 1212484"/>
                <a:gd name="connsiteY754" fmla="*/ 287471 h 696873"/>
                <a:gd name="connsiteX755" fmla="*/ 182933 w 1212484"/>
                <a:gd name="connsiteY755" fmla="*/ 287052 h 696873"/>
                <a:gd name="connsiteX756" fmla="*/ 183258 w 1212484"/>
                <a:gd name="connsiteY756" fmla="*/ 285564 h 696873"/>
                <a:gd name="connsiteX757" fmla="*/ 183677 w 1212484"/>
                <a:gd name="connsiteY757" fmla="*/ 284075 h 696873"/>
                <a:gd name="connsiteX758" fmla="*/ 188142 w 1212484"/>
                <a:gd name="connsiteY758" fmla="*/ 283331 h 696873"/>
                <a:gd name="connsiteX759" fmla="*/ 188886 w 1212484"/>
                <a:gd name="connsiteY759" fmla="*/ 281099 h 696873"/>
                <a:gd name="connsiteX760" fmla="*/ 191863 w 1212484"/>
                <a:gd name="connsiteY760" fmla="*/ 279611 h 696873"/>
                <a:gd name="connsiteX761" fmla="*/ 192607 w 1212484"/>
                <a:gd name="connsiteY761" fmla="*/ 277378 h 696873"/>
                <a:gd name="connsiteX762" fmla="*/ 194839 w 1212484"/>
                <a:gd name="connsiteY762" fmla="*/ 277053 h 696873"/>
                <a:gd name="connsiteX763" fmla="*/ 197072 w 1212484"/>
                <a:gd name="connsiteY763" fmla="*/ 276634 h 696873"/>
                <a:gd name="connsiteX764" fmla="*/ 197444 w 1212484"/>
                <a:gd name="connsiteY764" fmla="*/ 275099 h 696873"/>
                <a:gd name="connsiteX765" fmla="*/ 197816 w 1212484"/>
                <a:gd name="connsiteY765" fmla="*/ 273658 h 696873"/>
                <a:gd name="connsiteX766" fmla="*/ 202281 w 1212484"/>
                <a:gd name="connsiteY766" fmla="*/ 273658 h 696873"/>
                <a:gd name="connsiteX767" fmla="*/ 202281 w 1212484"/>
                <a:gd name="connsiteY767" fmla="*/ 270681 h 696873"/>
                <a:gd name="connsiteX768" fmla="*/ 206745 w 1212484"/>
                <a:gd name="connsiteY768" fmla="*/ 269193 h 696873"/>
                <a:gd name="connsiteX769" fmla="*/ 207490 w 1212484"/>
                <a:gd name="connsiteY769" fmla="*/ 266960 h 696873"/>
                <a:gd name="connsiteX770" fmla="*/ 209350 w 1212484"/>
                <a:gd name="connsiteY770" fmla="*/ 266635 h 696873"/>
                <a:gd name="connsiteX771" fmla="*/ 211210 w 1212484"/>
                <a:gd name="connsiteY771" fmla="*/ 266216 h 696873"/>
                <a:gd name="connsiteX772" fmla="*/ 211582 w 1212484"/>
                <a:gd name="connsiteY772" fmla="*/ 264681 h 696873"/>
                <a:gd name="connsiteX773" fmla="*/ 211954 w 1212484"/>
                <a:gd name="connsiteY773" fmla="*/ 263240 h 696873"/>
                <a:gd name="connsiteX774" fmla="*/ 215675 w 1212484"/>
                <a:gd name="connsiteY774" fmla="*/ 263240 h 696873"/>
                <a:gd name="connsiteX775" fmla="*/ 216373 w 1212484"/>
                <a:gd name="connsiteY775" fmla="*/ 261798 h 696873"/>
                <a:gd name="connsiteX776" fmla="*/ 217163 w 1212484"/>
                <a:gd name="connsiteY776" fmla="*/ 260263 h 696873"/>
                <a:gd name="connsiteX777" fmla="*/ 219442 w 1212484"/>
                <a:gd name="connsiteY777" fmla="*/ 259891 h 696873"/>
                <a:gd name="connsiteX778" fmla="*/ 221628 w 1212484"/>
                <a:gd name="connsiteY778" fmla="*/ 259519 h 696873"/>
                <a:gd name="connsiteX779" fmla="*/ 222000 w 1212484"/>
                <a:gd name="connsiteY779" fmla="*/ 257984 h 696873"/>
                <a:gd name="connsiteX780" fmla="*/ 222372 w 1212484"/>
                <a:gd name="connsiteY780" fmla="*/ 256542 h 696873"/>
                <a:gd name="connsiteX781" fmla="*/ 226837 w 1212484"/>
                <a:gd name="connsiteY781" fmla="*/ 256542 h 696873"/>
                <a:gd name="connsiteX782" fmla="*/ 227581 w 1212484"/>
                <a:gd name="connsiteY782" fmla="*/ 253566 h 696873"/>
                <a:gd name="connsiteX783" fmla="*/ 232046 w 1212484"/>
                <a:gd name="connsiteY783" fmla="*/ 252822 h 696873"/>
                <a:gd name="connsiteX784" fmla="*/ 232046 w 1212484"/>
                <a:gd name="connsiteY784" fmla="*/ 249845 h 696873"/>
                <a:gd name="connsiteX785" fmla="*/ 236511 w 1212484"/>
                <a:gd name="connsiteY785" fmla="*/ 248357 h 696873"/>
                <a:gd name="connsiteX786" fmla="*/ 237999 w 1212484"/>
                <a:gd name="connsiteY786" fmla="*/ 246124 h 696873"/>
                <a:gd name="connsiteX787" fmla="*/ 241720 w 1212484"/>
                <a:gd name="connsiteY787" fmla="*/ 246124 h 696873"/>
                <a:gd name="connsiteX788" fmla="*/ 241720 w 1212484"/>
                <a:gd name="connsiteY788" fmla="*/ 243148 h 696873"/>
                <a:gd name="connsiteX789" fmla="*/ 243906 w 1212484"/>
                <a:gd name="connsiteY789" fmla="*/ 242962 h 696873"/>
                <a:gd name="connsiteX790" fmla="*/ 246185 w 1212484"/>
                <a:gd name="connsiteY790" fmla="*/ 242404 h 696873"/>
                <a:gd name="connsiteX791" fmla="*/ 246510 w 1212484"/>
                <a:gd name="connsiteY791" fmla="*/ 240869 h 696873"/>
                <a:gd name="connsiteX792" fmla="*/ 246929 w 1212484"/>
                <a:gd name="connsiteY792" fmla="*/ 239427 h 696873"/>
                <a:gd name="connsiteX793" fmla="*/ 252138 w 1212484"/>
                <a:gd name="connsiteY793" fmla="*/ 239427 h 696873"/>
                <a:gd name="connsiteX794" fmla="*/ 252138 w 1212484"/>
                <a:gd name="connsiteY794" fmla="*/ 236450 h 696873"/>
                <a:gd name="connsiteX795" fmla="*/ 257347 w 1212484"/>
                <a:gd name="connsiteY795" fmla="*/ 234962 h 696873"/>
                <a:gd name="connsiteX796" fmla="*/ 258091 w 1212484"/>
                <a:gd name="connsiteY796" fmla="*/ 232730 h 696873"/>
                <a:gd name="connsiteX797" fmla="*/ 261812 w 1212484"/>
                <a:gd name="connsiteY797" fmla="*/ 231986 h 696873"/>
                <a:gd name="connsiteX798" fmla="*/ 262556 w 1212484"/>
                <a:gd name="connsiteY798" fmla="*/ 229753 h 696873"/>
                <a:gd name="connsiteX799" fmla="*/ 267765 w 1212484"/>
                <a:gd name="connsiteY799" fmla="*/ 228265 h 696873"/>
                <a:gd name="connsiteX800" fmla="*/ 268509 w 1212484"/>
                <a:gd name="connsiteY800" fmla="*/ 226033 h 696873"/>
                <a:gd name="connsiteX801" fmla="*/ 270741 w 1212484"/>
                <a:gd name="connsiteY801" fmla="*/ 225707 h 696873"/>
                <a:gd name="connsiteX802" fmla="*/ 272974 w 1212484"/>
                <a:gd name="connsiteY802" fmla="*/ 225288 h 696873"/>
                <a:gd name="connsiteX803" fmla="*/ 273299 w 1212484"/>
                <a:gd name="connsiteY803" fmla="*/ 223754 h 696873"/>
                <a:gd name="connsiteX804" fmla="*/ 273718 w 1212484"/>
                <a:gd name="connsiteY804" fmla="*/ 222312 h 696873"/>
                <a:gd name="connsiteX805" fmla="*/ 278927 w 1212484"/>
                <a:gd name="connsiteY805" fmla="*/ 222312 h 696873"/>
                <a:gd name="connsiteX806" fmla="*/ 278927 w 1212484"/>
                <a:gd name="connsiteY806" fmla="*/ 219335 h 696873"/>
                <a:gd name="connsiteX807" fmla="*/ 284136 w 1212484"/>
                <a:gd name="connsiteY807" fmla="*/ 217847 h 696873"/>
                <a:gd name="connsiteX808" fmla="*/ 284880 w 1212484"/>
                <a:gd name="connsiteY808" fmla="*/ 215615 h 696873"/>
                <a:gd name="connsiteX809" fmla="*/ 289345 w 1212484"/>
                <a:gd name="connsiteY809" fmla="*/ 214870 h 696873"/>
                <a:gd name="connsiteX810" fmla="*/ 290089 w 1212484"/>
                <a:gd name="connsiteY810" fmla="*/ 212638 h 696873"/>
                <a:gd name="connsiteX811" fmla="*/ 295298 w 1212484"/>
                <a:gd name="connsiteY811" fmla="*/ 211894 h 696873"/>
                <a:gd name="connsiteX812" fmla="*/ 295298 w 1212484"/>
                <a:gd name="connsiteY812" fmla="*/ 208917 h 696873"/>
                <a:gd name="connsiteX813" fmla="*/ 297856 w 1212484"/>
                <a:gd name="connsiteY813" fmla="*/ 209150 h 696873"/>
                <a:gd name="connsiteX814" fmla="*/ 300507 w 1212484"/>
                <a:gd name="connsiteY814" fmla="*/ 208917 h 696873"/>
                <a:gd name="connsiteX815" fmla="*/ 301251 w 1212484"/>
                <a:gd name="connsiteY815" fmla="*/ 205197 h 696873"/>
                <a:gd name="connsiteX816" fmla="*/ 305716 w 1212484"/>
                <a:gd name="connsiteY816" fmla="*/ 204452 h 696873"/>
                <a:gd name="connsiteX817" fmla="*/ 306460 w 1212484"/>
                <a:gd name="connsiteY817" fmla="*/ 202220 h 696873"/>
                <a:gd name="connsiteX818" fmla="*/ 309111 w 1212484"/>
                <a:gd name="connsiteY818" fmla="*/ 201476 h 696873"/>
                <a:gd name="connsiteX819" fmla="*/ 311669 w 1212484"/>
                <a:gd name="connsiteY819" fmla="*/ 200732 h 696873"/>
                <a:gd name="connsiteX820" fmla="*/ 311669 w 1212484"/>
                <a:gd name="connsiteY820" fmla="*/ 198499 h 696873"/>
                <a:gd name="connsiteX821" fmla="*/ 314553 w 1212484"/>
                <a:gd name="connsiteY821" fmla="*/ 198732 h 696873"/>
                <a:gd name="connsiteX822" fmla="*/ 317622 w 1212484"/>
                <a:gd name="connsiteY822" fmla="*/ 198499 h 696873"/>
                <a:gd name="connsiteX823" fmla="*/ 319111 w 1212484"/>
                <a:gd name="connsiteY823" fmla="*/ 194779 h 696873"/>
                <a:gd name="connsiteX824" fmla="*/ 322831 w 1212484"/>
                <a:gd name="connsiteY824" fmla="*/ 194034 h 696873"/>
                <a:gd name="connsiteX825" fmla="*/ 323575 w 1212484"/>
                <a:gd name="connsiteY825" fmla="*/ 191802 h 696873"/>
                <a:gd name="connsiteX826" fmla="*/ 326180 w 1212484"/>
                <a:gd name="connsiteY826" fmla="*/ 191476 h 696873"/>
                <a:gd name="connsiteX827" fmla="*/ 328784 w 1212484"/>
                <a:gd name="connsiteY827" fmla="*/ 191058 h 696873"/>
                <a:gd name="connsiteX828" fmla="*/ 329157 w 1212484"/>
                <a:gd name="connsiteY828" fmla="*/ 189570 h 696873"/>
                <a:gd name="connsiteX829" fmla="*/ 329529 w 1212484"/>
                <a:gd name="connsiteY829" fmla="*/ 188081 h 696873"/>
                <a:gd name="connsiteX830" fmla="*/ 334738 w 1212484"/>
                <a:gd name="connsiteY830" fmla="*/ 187337 h 696873"/>
                <a:gd name="connsiteX831" fmla="*/ 335482 w 1212484"/>
                <a:gd name="connsiteY831" fmla="*/ 185105 h 696873"/>
                <a:gd name="connsiteX832" fmla="*/ 338505 w 1212484"/>
                <a:gd name="connsiteY832" fmla="*/ 184593 h 696873"/>
                <a:gd name="connsiteX833" fmla="*/ 341435 w 1212484"/>
                <a:gd name="connsiteY833" fmla="*/ 184361 h 696873"/>
                <a:gd name="connsiteX834" fmla="*/ 341435 w 1212484"/>
                <a:gd name="connsiteY834" fmla="*/ 181384 h 696873"/>
                <a:gd name="connsiteX835" fmla="*/ 343993 w 1212484"/>
                <a:gd name="connsiteY835" fmla="*/ 181152 h 696873"/>
                <a:gd name="connsiteX836" fmla="*/ 346644 w 1212484"/>
                <a:gd name="connsiteY836" fmla="*/ 180640 h 696873"/>
                <a:gd name="connsiteX837" fmla="*/ 347388 w 1212484"/>
                <a:gd name="connsiteY837" fmla="*/ 178408 h 696873"/>
                <a:gd name="connsiteX838" fmla="*/ 349992 w 1212484"/>
                <a:gd name="connsiteY838" fmla="*/ 178082 h 696873"/>
                <a:gd name="connsiteX839" fmla="*/ 352597 w 1212484"/>
                <a:gd name="connsiteY839" fmla="*/ 177663 h 696873"/>
                <a:gd name="connsiteX840" fmla="*/ 352969 w 1212484"/>
                <a:gd name="connsiteY840" fmla="*/ 176175 h 696873"/>
                <a:gd name="connsiteX841" fmla="*/ 353341 w 1212484"/>
                <a:gd name="connsiteY841" fmla="*/ 174687 h 696873"/>
                <a:gd name="connsiteX842" fmla="*/ 358550 w 1212484"/>
                <a:gd name="connsiteY842" fmla="*/ 173943 h 696873"/>
                <a:gd name="connsiteX843" fmla="*/ 358876 w 1212484"/>
                <a:gd name="connsiteY843" fmla="*/ 172454 h 696873"/>
                <a:gd name="connsiteX844" fmla="*/ 359294 w 1212484"/>
                <a:gd name="connsiteY844" fmla="*/ 170966 h 696873"/>
                <a:gd name="connsiteX845" fmla="*/ 363899 w 1212484"/>
                <a:gd name="connsiteY845" fmla="*/ 170498 h 696873"/>
                <a:gd name="connsiteX846" fmla="*/ 365247 w 1212484"/>
                <a:gd name="connsiteY846" fmla="*/ 170222 h 696873"/>
                <a:gd name="connsiteX847" fmla="*/ 365991 w 1212484"/>
                <a:gd name="connsiteY847" fmla="*/ 167990 h 696873"/>
                <a:gd name="connsiteX848" fmla="*/ 368596 w 1212484"/>
                <a:gd name="connsiteY848" fmla="*/ 167664 h 696873"/>
                <a:gd name="connsiteX849" fmla="*/ 371200 w 1212484"/>
                <a:gd name="connsiteY849" fmla="*/ 167245 h 696873"/>
                <a:gd name="connsiteX850" fmla="*/ 371526 w 1212484"/>
                <a:gd name="connsiteY850" fmla="*/ 165711 h 696873"/>
                <a:gd name="connsiteX851" fmla="*/ 371945 w 1212484"/>
                <a:gd name="connsiteY851" fmla="*/ 164269 h 696873"/>
                <a:gd name="connsiteX852" fmla="*/ 377898 w 1212484"/>
                <a:gd name="connsiteY852" fmla="*/ 164269 h 696873"/>
                <a:gd name="connsiteX853" fmla="*/ 378642 w 1212484"/>
                <a:gd name="connsiteY853" fmla="*/ 161292 h 696873"/>
                <a:gd name="connsiteX854" fmla="*/ 381618 w 1212484"/>
                <a:gd name="connsiteY854" fmla="*/ 160502 h 696873"/>
                <a:gd name="connsiteX855" fmla="*/ 384595 w 1212484"/>
                <a:gd name="connsiteY855" fmla="*/ 159804 h 696873"/>
                <a:gd name="connsiteX856" fmla="*/ 385339 w 1212484"/>
                <a:gd name="connsiteY856" fmla="*/ 157572 h 696873"/>
                <a:gd name="connsiteX857" fmla="*/ 387944 w 1212484"/>
                <a:gd name="connsiteY857" fmla="*/ 157246 h 696873"/>
                <a:gd name="connsiteX858" fmla="*/ 390548 w 1212484"/>
                <a:gd name="connsiteY858" fmla="*/ 156827 h 696873"/>
                <a:gd name="connsiteX859" fmla="*/ 391292 w 1212484"/>
                <a:gd name="connsiteY859" fmla="*/ 153851 h 696873"/>
                <a:gd name="connsiteX860" fmla="*/ 395757 w 1212484"/>
                <a:gd name="connsiteY860" fmla="*/ 153851 h 696873"/>
                <a:gd name="connsiteX861" fmla="*/ 397990 w 1212484"/>
                <a:gd name="connsiteY861" fmla="*/ 150874 h 696873"/>
                <a:gd name="connsiteX862" fmla="*/ 400966 w 1212484"/>
                <a:gd name="connsiteY862" fmla="*/ 150549 h 696873"/>
                <a:gd name="connsiteX863" fmla="*/ 403943 w 1212484"/>
                <a:gd name="connsiteY863" fmla="*/ 150130 h 696873"/>
                <a:gd name="connsiteX864" fmla="*/ 404315 w 1212484"/>
                <a:gd name="connsiteY864" fmla="*/ 148642 h 696873"/>
                <a:gd name="connsiteX865" fmla="*/ 404687 w 1212484"/>
                <a:gd name="connsiteY865" fmla="*/ 147154 h 696873"/>
                <a:gd name="connsiteX866" fmla="*/ 409291 w 1212484"/>
                <a:gd name="connsiteY866" fmla="*/ 146686 h 696873"/>
                <a:gd name="connsiteX867" fmla="*/ 410640 w 1212484"/>
                <a:gd name="connsiteY867" fmla="*/ 146409 h 696873"/>
                <a:gd name="connsiteX868" fmla="*/ 411384 w 1212484"/>
                <a:gd name="connsiteY868" fmla="*/ 144177 h 696873"/>
                <a:gd name="connsiteX869" fmla="*/ 415988 w 1212484"/>
                <a:gd name="connsiteY869" fmla="*/ 143154 h 696873"/>
                <a:gd name="connsiteX870" fmla="*/ 417337 w 1212484"/>
                <a:gd name="connsiteY870" fmla="*/ 142689 h 696873"/>
                <a:gd name="connsiteX871" fmla="*/ 418081 w 1212484"/>
                <a:gd name="connsiteY871" fmla="*/ 140456 h 696873"/>
                <a:gd name="connsiteX872" fmla="*/ 422613 w 1212484"/>
                <a:gd name="connsiteY872" fmla="*/ 140087 h 696873"/>
                <a:gd name="connsiteX873" fmla="*/ 424034 w 1212484"/>
                <a:gd name="connsiteY873" fmla="*/ 139712 h 696873"/>
                <a:gd name="connsiteX874" fmla="*/ 424752 w 1212484"/>
                <a:gd name="connsiteY874" fmla="*/ 138209 h 696873"/>
                <a:gd name="connsiteX875" fmla="*/ 425523 w 1212484"/>
                <a:gd name="connsiteY875" fmla="*/ 136736 h 696873"/>
                <a:gd name="connsiteX876" fmla="*/ 428964 w 1212484"/>
                <a:gd name="connsiteY876" fmla="*/ 136550 h 696873"/>
                <a:gd name="connsiteX877" fmla="*/ 430807 w 1212484"/>
                <a:gd name="connsiteY877" fmla="*/ 136631 h 696873"/>
                <a:gd name="connsiteX878" fmla="*/ 432220 w 1212484"/>
                <a:gd name="connsiteY878" fmla="*/ 136736 h 696873"/>
                <a:gd name="connsiteX879" fmla="*/ 432220 w 1212484"/>
                <a:gd name="connsiteY879" fmla="*/ 133759 h 696873"/>
                <a:gd name="connsiteX880" fmla="*/ 436798 w 1212484"/>
                <a:gd name="connsiteY880" fmla="*/ 133468 h 696873"/>
                <a:gd name="connsiteX881" fmla="*/ 438173 w 1212484"/>
                <a:gd name="connsiteY881" fmla="*/ 133015 h 696873"/>
                <a:gd name="connsiteX882" fmla="*/ 438499 w 1212484"/>
                <a:gd name="connsiteY882" fmla="*/ 131503 h 696873"/>
                <a:gd name="connsiteX883" fmla="*/ 438917 w 1212484"/>
                <a:gd name="connsiteY883" fmla="*/ 130038 h 696873"/>
                <a:gd name="connsiteX884" fmla="*/ 442684 w 1212484"/>
                <a:gd name="connsiteY884" fmla="*/ 129852 h 696873"/>
                <a:gd name="connsiteX885" fmla="*/ 444757 w 1212484"/>
                <a:gd name="connsiteY885" fmla="*/ 129934 h 696873"/>
                <a:gd name="connsiteX886" fmla="*/ 446359 w 1212484"/>
                <a:gd name="connsiteY886" fmla="*/ 130038 h 696873"/>
                <a:gd name="connsiteX887" fmla="*/ 446359 w 1212484"/>
                <a:gd name="connsiteY887" fmla="*/ 127062 h 696873"/>
                <a:gd name="connsiteX888" fmla="*/ 449707 w 1212484"/>
                <a:gd name="connsiteY888" fmla="*/ 126271 h 696873"/>
                <a:gd name="connsiteX889" fmla="*/ 453056 w 1212484"/>
                <a:gd name="connsiteY889" fmla="*/ 125574 h 696873"/>
                <a:gd name="connsiteX890" fmla="*/ 453056 w 1212484"/>
                <a:gd name="connsiteY890" fmla="*/ 123341 h 696873"/>
                <a:gd name="connsiteX891" fmla="*/ 454658 w 1212484"/>
                <a:gd name="connsiteY891" fmla="*/ 123257 h 696873"/>
                <a:gd name="connsiteX892" fmla="*/ 456730 w 1212484"/>
                <a:gd name="connsiteY892" fmla="*/ 123109 h 696873"/>
                <a:gd name="connsiteX893" fmla="*/ 458797 w 1212484"/>
                <a:gd name="connsiteY893" fmla="*/ 122978 h 696873"/>
                <a:gd name="connsiteX894" fmla="*/ 460497 w 1212484"/>
                <a:gd name="connsiteY894" fmla="*/ 122597 h 696873"/>
                <a:gd name="connsiteX895" fmla="*/ 461241 w 1212484"/>
                <a:gd name="connsiteY895" fmla="*/ 120365 h 696873"/>
                <a:gd name="connsiteX896" fmla="*/ 464962 w 1212484"/>
                <a:gd name="connsiteY896" fmla="*/ 119620 h 696873"/>
                <a:gd name="connsiteX897" fmla="*/ 467939 w 1212484"/>
                <a:gd name="connsiteY897" fmla="*/ 118876 h 696873"/>
                <a:gd name="connsiteX898" fmla="*/ 468683 w 1212484"/>
                <a:gd name="connsiteY898" fmla="*/ 116644 h 696873"/>
                <a:gd name="connsiteX899" fmla="*/ 472450 w 1212484"/>
                <a:gd name="connsiteY899" fmla="*/ 116132 h 696873"/>
                <a:gd name="connsiteX900" fmla="*/ 474523 w 1212484"/>
                <a:gd name="connsiteY900" fmla="*/ 115984 h 696873"/>
                <a:gd name="connsiteX901" fmla="*/ 476124 w 1212484"/>
                <a:gd name="connsiteY901" fmla="*/ 115900 h 696873"/>
                <a:gd name="connsiteX902" fmla="*/ 476124 w 1212484"/>
                <a:gd name="connsiteY902" fmla="*/ 112923 h 696873"/>
                <a:gd name="connsiteX903" fmla="*/ 477563 w 1212484"/>
                <a:gd name="connsiteY903" fmla="*/ 112839 h 696873"/>
                <a:gd name="connsiteX904" fmla="*/ 479426 w 1212484"/>
                <a:gd name="connsiteY904" fmla="*/ 112691 h 696873"/>
                <a:gd name="connsiteX905" fmla="*/ 481284 w 1212484"/>
                <a:gd name="connsiteY905" fmla="*/ 112560 h 696873"/>
                <a:gd name="connsiteX906" fmla="*/ 482822 w 1212484"/>
                <a:gd name="connsiteY906" fmla="*/ 112179 h 696873"/>
                <a:gd name="connsiteX907" fmla="*/ 483566 w 1212484"/>
                <a:gd name="connsiteY907" fmla="*/ 109947 h 696873"/>
                <a:gd name="connsiteX908" fmla="*/ 487705 w 1212484"/>
                <a:gd name="connsiteY908" fmla="*/ 109435 h 696873"/>
                <a:gd name="connsiteX909" fmla="*/ 489987 w 1212484"/>
                <a:gd name="connsiteY909" fmla="*/ 109287 h 696873"/>
                <a:gd name="connsiteX910" fmla="*/ 491751 w 1212484"/>
                <a:gd name="connsiteY910" fmla="*/ 109202 h 696873"/>
                <a:gd name="connsiteX911" fmla="*/ 491751 w 1212484"/>
                <a:gd name="connsiteY911" fmla="*/ 106226 h 696873"/>
                <a:gd name="connsiteX912" fmla="*/ 493190 w 1212484"/>
                <a:gd name="connsiteY912" fmla="*/ 106142 h 696873"/>
                <a:gd name="connsiteX913" fmla="*/ 495053 w 1212484"/>
                <a:gd name="connsiteY913" fmla="*/ 105993 h 696873"/>
                <a:gd name="connsiteX914" fmla="*/ 496911 w 1212484"/>
                <a:gd name="connsiteY914" fmla="*/ 105863 h 696873"/>
                <a:gd name="connsiteX915" fmla="*/ 498449 w 1212484"/>
                <a:gd name="connsiteY915" fmla="*/ 105482 h 696873"/>
                <a:gd name="connsiteX916" fmla="*/ 499193 w 1212484"/>
                <a:gd name="connsiteY916" fmla="*/ 103249 h 696873"/>
                <a:gd name="connsiteX917" fmla="*/ 504306 w 1212484"/>
                <a:gd name="connsiteY917" fmla="*/ 102880 h 696873"/>
                <a:gd name="connsiteX918" fmla="*/ 505890 w 1212484"/>
                <a:gd name="connsiteY918" fmla="*/ 102505 h 696873"/>
                <a:gd name="connsiteX919" fmla="*/ 506611 w 1212484"/>
                <a:gd name="connsiteY919" fmla="*/ 101014 h 696873"/>
                <a:gd name="connsiteX920" fmla="*/ 507378 w 1212484"/>
                <a:gd name="connsiteY920" fmla="*/ 99529 h 696873"/>
                <a:gd name="connsiteX921" fmla="*/ 513171 w 1212484"/>
                <a:gd name="connsiteY921" fmla="*/ 99133 h 696873"/>
                <a:gd name="connsiteX922" fmla="*/ 514820 w 1212484"/>
                <a:gd name="connsiteY922" fmla="*/ 98784 h 696873"/>
                <a:gd name="connsiteX923" fmla="*/ 515189 w 1212484"/>
                <a:gd name="connsiteY923" fmla="*/ 97299 h 696873"/>
                <a:gd name="connsiteX924" fmla="*/ 515564 w 1212484"/>
                <a:gd name="connsiteY924" fmla="*/ 95808 h 696873"/>
                <a:gd name="connsiteX925" fmla="*/ 519284 w 1212484"/>
                <a:gd name="connsiteY925" fmla="*/ 95389 h 696873"/>
                <a:gd name="connsiteX926" fmla="*/ 523005 w 1212484"/>
                <a:gd name="connsiteY926" fmla="*/ 95064 h 696873"/>
                <a:gd name="connsiteX927" fmla="*/ 523749 w 1212484"/>
                <a:gd name="connsiteY927" fmla="*/ 92831 h 696873"/>
                <a:gd name="connsiteX928" fmla="*/ 528261 w 1212484"/>
                <a:gd name="connsiteY928" fmla="*/ 92320 h 696873"/>
                <a:gd name="connsiteX929" fmla="*/ 530752 w 1212484"/>
                <a:gd name="connsiteY929" fmla="*/ 92172 h 696873"/>
                <a:gd name="connsiteX930" fmla="*/ 532679 w 1212484"/>
                <a:gd name="connsiteY930" fmla="*/ 92087 h 696873"/>
                <a:gd name="connsiteX931" fmla="*/ 532679 w 1212484"/>
                <a:gd name="connsiteY931" fmla="*/ 89111 h 696873"/>
                <a:gd name="connsiteX932" fmla="*/ 534281 w 1212484"/>
                <a:gd name="connsiteY932" fmla="*/ 89026 h 696873"/>
                <a:gd name="connsiteX933" fmla="*/ 536353 w 1212484"/>
                <a:gd name="connsiteY933" fmla="*/ 88878 h 696873"/>
                <a:gd name="connsiteX934" fmla="*/ 538420 w 1212484"/>
                <a:gd name="connsiteY934" fmla="*/ 88747 h 696873"/>
                <a:gd name="connsiteX935" fmla="*/ 540120 w 1212484"/>
                <a:gd name="connsiteY935" fmla="*/ 88367 h 696873"/>
                <a:gd name="connsiteX936" fmla="*/ 540865 w 1212484"/>
                <a:gd name="connsiteY936" fmla="*/ 86134 h 696873"/>
                <a:gd name="connsiteX937" fmla="*/ 545376 w 1212484"/>
                <a:gd name="connsiteY937" fmla="*/ 85623 h 696873"/>
                <a:gd name="connsiteX938" fmla="*/ 547867 w 1212484"/>
                <a:gd name="connsiteY938" fmla="*/ 85474 h 696873"/>
                <a:gd name="connsiteX939" fmla="*/ 549794 w 1212484"/>
                <a:gd name="connsiteY939" fmla="*/ 85390 h 696873"/>
                <a:gd name="connsiteX940" fmla="*/ 549794 w 1212484"/>
                <a:gd name="connsiteY940" fmla="*/ 82413 h 696873"/>
                <a:gd name="connsiteX941" fmla="*/ 551721 w 1212484"/>
                <a:gd name="connsiteY941" fmla="*/ 82355 h 696873"/>
                <a:gd name="connsiteX942" fmla="*/ 554213 w 1212484"/>
                <a:gd name="connsiteY942" fmla="*/ 82227 h 696873"/>
                <a:gd name="connsiteX943" fmla="*/ 556698 w 1212484"/>
                <a:gd name="connsiteY943" fmla="*/ 82123 h 696873"/>
                <a:gd name="connsiteX944" fmla="*/ 558724 w 1212484"/>
                <a:gd name="connsiteY944" fmla="*/ 81669 h 696873"/>
                <a:gd name="connsiteX945" fmla="*/ 559468 w 1212484"/>
                <a:gd name="connsiteY945" fmla="*/ 78693 h 696873"/>
                <a:gd name="connsiteX946" fmla="*/ 563561 w 1212484"/>
                <a:gd name="connsiteY946" fmla="*/ 78274 h 696873"/>
                <a:gd name="connsiteX947" fmla="*/ 567654 w 1212484"/>
                <a:gd name="connsiteY947" fmla="*/ 77949 h 696873"/>
                <a:gd name="connsiteX948" fmla="*/ 568398 w 1212484"/>
                <a:gd name="connsiteY948" fmla="*/ 75716 h 696873"/>
                <a:gd name="connsiteX949" fmla="*/ 575328 w 1212484"/>
                <a:gd name="connsiteY949" fmla="*/ 75347 h 696873"/>
                <a:gd name="connsiteX950" fmla="*/ 577327 w 1212484"/>
                <a:gd name="connsiteY950" fmla="*/ 74972 h 696873"/>
                <a:gd name="connsiteX951" fmla="*/ 578072 w 1212484"/>
                <a:gd name="connsiteY951" fmla="*/ 71995 h 696873"/>
                <a:gd name="connsiteX952" fmla="*/ 582164 w 1212484"/>
                <a:gd name="connsiteY952" fmla="*/ 71577 h 696873"/>
                <a:gd name="connsiteX953" fmla="*/ 586257 w 1212484"/>
                <a:gd name="connsiteY953" fmla="*/ 71251 h 696873"/>
                <a:gd name="connsiteX954" fmla="*/ 587001 w 1212484"/>
                <a:gd name="connsiteY954" fmla="*/ 69019 h 696873"/>
                <a:gd name="connsiteX955" fmla="*/ 592257 w 1212484"/>
                <a:gd name="connsiteY955" fmla="*/ 68507 h 696873"/>
                <a:gd name="connsiteX956" fmla="*/ 595166 w 1212484"/>
                <a:gd name="connsiteY956" fmla="*/ 68359 h 696873"/>
                <a:gd name="connsiteX957" fmla="*/ 597419 w 1212484"/>
                <a:gd name="connsiteY957" fmla="*/ 68275 h 696873"/>
                <a:gd name="connsiteX958" fmla="*/ 597419 w 1212484"/>
                <a:gd name="connsiteY958" fmla="*/ 65298 h 696873"/>
                <a:gd name="connsiteX959" fmla="*/ 599483 w 1212484"/>
                <a:gd name="connsiteY959" fmla="*/ 65240 h 696873"/>
                <a:gd name="connsiteX960" fmla="*/ 602163 w 1212484"/>
                <a:gd name="connsiteY960" fmla="*/ 65112 h 696873"/>
                <a:gd name="connsiteX961" fmla="*/ 604832 w 1212484"/>
                <a:gd name="connsiteY961" fmla="*/ 65007 h 696873"/>
                <a:gd name="connsiteX962" fmla="*/ 607093 w 1212484"/>
                <a:gd name="connsiteY962" fmla="*/ 64554 h 696873"/>
                <a:gd name="connsiteX963" fmla="*/ 607814 w 1212484"/>
                <a:gd name="connsiteY963" fmla="*/ 63042 h 696873"/>
                <a:gd name="connsiteX964" fmla="*/ 608581 w 1212484"/>
                <a:gd name="connsiteY964" fmla="*/ 61577 h 696873"/>
                <a:gd name="connsiteX965" fmla="*/ 613883 w 1212484"/>
                <a:gd name="connsiteY965" fmla="*/ 61391 h 696873"/>
                <a:gd name="connsiteX966" fmla="*/ 616773 w 1212484"/>
                <a:gd name="connsiteY966" fmla="*/ 61473 h 696873"/>
                <a:gd name="connsiteX967" fmla="*/ 618999 w 1212484"/>
                <a:gd name="connsiteY967" fmla="*/ 61577 h 696873"/>
                <a:gd name="connsiteX968" fmla="*/ 618999 w 1212484"/>
                <a:gd name="connsiteY968" fmla="*/ 58601 h 696873"/>
                <a:gd name="connsiteX969" fmla="*/ 621252 w 1212484"/>
                <a:gd name="connsiteY969" fmla="*/ 58732 h 696873"/>
                <a:gd name="connsiteX970" fmla="*/ 624162 w 1212484"/>
                <a:gd name="connsiteY970" fmla="*/ 58833 h 696873"/>
                <a:gd name="connsiteX971" fmla="*/ 627066 w 1212484"/>
                <a:gd name="connsiteY971" fmla="*/ 58964 h 696873"/>
                <a:gd name="connsiteX972" fmla="*/ 629417 w 1212484"/>
                <a:gd name="connsiteY972" fmla="*/ 58601 h 696873"/>
                <a:gd name="connsiteX973" fmla="*/ 629789 w 1212484"/>
                <a:gd name="connsiteY973" fmla="*/ 56741 h 696873"/>
                <a:gd name="connsiteX974" fmla="*/ 630161 w 1212484"/>
                <a:gd name="connsiteY974" fmla="*/ 54880 h 696873"/>
                <a:gd name="connsiteX975" fmla="*/ 635417 w 1212484"/>
                <a:gd name="connsiteY975" fmla="*/ 54648 h 696873"/>
                <a:gd name="connsiteX976" fmla="*/ 638327 w 1212484"/>
                <a:gd name="connsiteY976" fmla="*/ 54749 h 696873"/>
                <a:gd name="connsiteX977" fmla="*/ 640579 w 1212484"/>
                <a:gd name="connsiteY977" fmla="*/ 54880 h 696873"/>
                <a:gd name="connsiteX978" fmla="*/ 640579 w 1212484"/>
                <a:gd name="connsiteY978" fmla="*/ 51904 h 696873"/>
                <a:gd name="connsiteX979" fmla="*/ 642832 w 1212484"/>
                <a:gd name="connsiteY979" fmla="*/ 51846 h 696873"/>
                <a:gd name="connsiteX980" fmla="*/ 645742 w 1212484"/>
                <a:gd name="connsiteY980" fmla="*/ 51718 h 696873"/>
                <a:gd name="connsiteX981" fmla="*/ 648646 w 1212484"/>
                <a:gd name="connsiteY981" fmla="*/ 51613 h 696873"/>
                <a:gd name="connsiteX982" fmla="*/ 650997 w 1212484"/>
                <a:gd name="connsiteY982" fmla="*/ 51160 h 696873"/>
                <a:gd name="connsiteX983" fmla="*/ 651335 w 1212484"/>
                <a:gd name="connsiteY983" fmla="*/ 49660 h 696873"/>
                <a:gd name="connsiteX984" fmla="*/ 651742 w 1212484"/>
                <a:gd name="connsiteY984" fmla="*/ 48183 h 696873"/>
                <a:gd name="connsiteX985" fmla="*/ 659190 w 1212484"/>
                <a:gd name="connsiteY985" fmla="*/ 47820 h 696873"/>
                <a:gd name="connsiteX986" fmla="*/ 665255 w 1212484"/>
                <a:gd name="connsiteY986" fmla="*/ 45936 h 696873"/>
                <a:gd name="connsiteX987" fmla="*/ 666624 w 1212484"/>
                <a:gd name="connsiteY987" fmla="*/ 44462 h 696873"/>
                <a:gd name="connsiteX988" fmla="*/ 670810 w 1212484"/>
                <a:gd name="connsiteY988" fmla="*/ 44323 h 696873"/>
                <a:gd name="connsiteX989" fmla="*/ 676298 w 1212484"/>
                <a:gd name="connsiteY989" fmla="*/ 43718 h 696873"/>
                <a:gd name="connsiteX990" fmla="*/ 676298 w 1212484"/>
                <a:gd name="connsiteY990" fmla="*/ 41486 h 696873"/>
                <a:gd name="connsiteX991" fmla="*/ 679039 w 1212484"/>
                <a:gd name="connsiteY991" fmla="*/ 41428 h 696873"/>
                <a:gd name="connsiteX992" fmla="*/ 682577 w 1212484"/>
                <a:gd name="connsiteY992" fmla="*/ 41300 h 696873"/>
                <a:gd name="connsiteX993" fmla="*/ 684386 w 1212484"/>
                <a:gd name="connsiteY993" fmla="*/ 41268 h 696873"/>
                <a:gd name="connsiteX994" fmla="*/ 688949 w 1212484"/>
                <a:gd name="connsiteY994" fmla="*/ 40742 h 696873"/>
                <a:gd name="connsiteX995" fmla="*/ 689312 w 1212484"/>
                <a:gd name="connsiteY995" fmla="*/ 39248 h 696873"/>
                <a:gd name="connsiteX996" fmla="*/ 689693 w 1212484"/>
                <a:gd name="connsiteY996" fmla="*/ 37765 h 696873"/>
                <a:gd name="connsiteX997" fmla="*/ 692669 w 1212484"/>
                <a:gd name="connsiteY997" fmla="*/ 37390 h 696873"/>
                <a:gd name="connsiteX998" fmla="*/ 694483 w 1212484"/>
                <a:gd name="connsiteY998" fmla="*/ 37348 h 696873"/>
                <a:gd name="connsiteX999" fmla="*/ 696390 w 1212484"/>
                <a:gd name="connsiteY999" fmla="*/ 37346 h 696873"/>
                <a:gd name="connsiteX1000" fmla="*/ 700111 w 1212484"/>
                <a:gd name="connsiteY1000" fmla="*/ 37297 h 696873"/>
                <a:gd name="connsiteX1001" fmla="*/ 701785 w 1212484"/>
                <a:gd name="connsiteY1001" fmla="*/ 37295 h 696873"/>
                <a:gd name="connsiteX1002" fmla="*/ 703087 w 1212484"/>
                <a:gd name="connsiteY1002" fmla="*/ 37021 h 696873"/>
                <a:gd name="connsiteX1003" fmla="*/ 703831 w 1212484"/>
                <a:gd name="connsiteY1003" fmla="*/ 34788 h 696873"/>
                <a:gd name="connsiteX1004" fmla="*/ 710110 w 1212484"/>
                <a:gd name="connsiteY1004" fmla="*/ 34323 h 696873"/>
                <a:gd name="connsiteX1005" fmla="*/ 717970 w 1212484"/>
                <a:gd name="connsiteY1005" fmla="*/ 33300 h 696873"/>
                <a:gd name="connsiteX1006" fmla="*/ 717970 w 1212484"/>
                <a:gd name="connsiteY1006" fmla="*/ 31068 h 696873"/>
                <a:gd name="connsiteX1007" fmla="*/ 719324 w 1212484"/>
                <a:gd name="connsiteY1007" fmla="*/ 31035 h 696873"/>
                <a:gd name="connsiteX1008" fmla="*/ 725365 w 1212484"/>
                <a:gd name="connsiteY1008" fmla="*/ 30835 h 696873"/>
                <a:gd name="connsiteX1009" fmla="*/ 727497 w 1212484"/>
                <a:gd name="connsiteY1009" fmla="*/ 30784 h 696873"/>
                <a:gd name="connsiteX1010" fmla="*/ 729525 w 1212484"/>
                <a:gd name="connsiteY1010" fmla="*/ 30704 h 696873"/>
                <a:gd name="connsiteX1011" fmla="*/ 731402 w 1212484"/>
                <a:gd name="connsiteY1011" fmla="*/ 30645 h 696873"/>
                <a:gd name="connsiteX1012" fmla="*/ 732853 w 1212484"/>
                <a:gd name="connsiteY1012" fmla="*/ 30324 h 696873"/>
                <a:gd name="connsiteX1013" fmla="*/ 733597 w 1212484"/>
                <a:gd name="connsiteY1013" fmla="*/ 28091 h 696873"/>
                <a:gd name="connsiteX1014" fmla="*/ 739736 w 1212484"/>
                <a:gd name="connsiteY1014" fmla="*/ 27580 h 696873"/>
                <a:gd name="connsiteX1015" fmla="*/ 741460 w 1212484"/>
                <a:gd name="connsiteY1015" fmla="*/ 27503 h 696873"/>
                <a:gd name="connsiteX1016" fmla="*/ 749968 w 1212484"/>
                <a:gd name="connsiteY1016" fmla="*/ 27347 h 696873"/>
                <a:gd name="connsiteX1017" fmla="*/ 749968 w 1212484"/>
                <a:gd name="connsiteY1017" fmla="*/ 24370 h 696873"/>
                <a:gd name="connsiteX1018" fmla="*/ 751379 w 1212484"/>
                <a:gd name="connsiteY1018" fmla="*/ 24349 h 696873"/>
                <a:gd name="connsiteX1019" fmla="*/ 757689 w 1212484"/>
                <a:gd name="connsiteY1019" fmla="*/ 24184 h 696873"/>
                <a:gd name="connsiteX1020" fmla="*/ 759909 w 1212484"/>
                <a:gd name="connsiteY1020" fmla="*/ 24152 h 696873"/>
                <a:gd name="connsiteX1021" fmla="*/ 762031 w 1212484"/>
                <a:gd name="connsiteY1021" fmla="*/ 24080 h 696873"/>
                <a:gd name="connsiteX1022" fmla="*/ 763992 w 1212484"/>
                <a:gd name="connsiteY1022" fmla="*/ 24033 h 696873"/>
                <a:gd name="connsiteX1023" fmla="*/ 765595 w 1212484"/>
                <a:gd name="connsiteY1023" fmla="*/ 23626 h 696873"/>
                <a:gd name="connsiteX1024" fmla="*/ 766298 w 1212484"/>
                <a:gd name="connsiteY1024" fmla="*/ 22128 h 696873"/>
                <a:gd name="connsiteX1025" fmla="*/ 767083 w 1212484"/>
                <a:gd name="connsiteY1025" fmla="*/ 20650 h 696873"/>
                <a:gd name="connsiteX1026" fmla="*/ 771298 w 1212484"/>
                <a:gd name="connsiteY1026" fmla="*/ 20359 h 696873"/>
                <a:gd name="connsiteX1027" fmla="*/ 773827 w 1212484"/>
                <a:gd name="connsiteY1027" fmla="*/ 20388 h 696873"/>
                <a:gd name="connsiteX1028" fmla="*/ 776478 w 1212484"/>
                <a:gd name="connsiteY1028" fmla="*/ 20464 h 696873"/>
                <a:gd name="connsiteX1029" fmla="*/ 779147 w 1212484"/>
                <a:gd name="connsiteY1029" fmla="*/ 20504 h 696873"/>
                <a:gd name="connsiteX1030" fmla="*/ 785687 w 1212484"/>
                <a:gd name="connsiteY1030" fmla="*/ 20650 h 696873"/>
                <a:gd name="connsiteX1031" fmla="*/ 785687 w 1212484"/>
                <a:gd name="connsiteY1031" fmla="*/ 17673 h 696873"/>
                <a:gd name="connsiteX1032" fmla="*/ 787439 w 1212484"/>
                <a:gd name="connsiteY1032" fmla="*/ 17617 h 696873"/>
                <a:gd name="connsiteX1033" fmla="*/ 795268 w 1212484"/>
                <a:gd name="connsiteY1033" fmla="*/ 17348 h 696873"/>
                <a:gd name="connsiteX1034" fmla="*/ 798026 w 1212484"/>
                <a:gd name="connsiteY1034" fmla="*/ 17259 h 696873"/>
                <a:gd name="connsiteX1035" fmla="*/ 800657 w 1212484"/>
                <a:gd name="connsiteY1035" fmla="*/ 17164 h 696873"/>
                <a:gd name="connsiteX1036" fmla="*/ 803089 w 1212484"/>
                <a:gd name="connsiteY1036" fmla="*/ 17082 h 696873"/>
                <a:gd name="connsiteX1037" fmla="*/ 806523 w 1212484"/>
                <a:gd name="connsiteY1037" fmla="*/ 16185 h 696873"/>
                <a:gd name="connsiteX1038" fmla="*/ 806523 w 1212484"/>
                <a:gd name="connsiteY1038" fmla="*/ 13952 h 696873"/>
                <a:gd name="connsiteX1039" fmla="*/ 808560 w 1212484"/>
                <a:gd name="connsiteY1039" fmla="*/ 13920 h 696873"/>
                <a:gd name="connsiteX1040" fmla="*/ 816020 w 1212484"/>
                <a:gd name="connsiteY1040" fmla="*/ 13757 h 696873"/>
                <a:gd name="connsiteX1041" fmla="*/ 819253 w 1212484"/>
                <a:gd name="connsiteY1041" fmla="*/ 13695 h 696873"/>
                <a:gd name="connsiteX1042" fmla="*/ 823891 w 1212484"/>
                <a:gd name="connsiteY1042" fmla="*/ 13589 h 696873"/>
                <a:gd name="connsiteX1043" fmla="*/ 826713 w 1212484"/>
                <a:gd name="connsiteY1043" fmla="*/ 13530 h 696873"/>
                <a:gd name="connsiteX1044" fmla="*/ 828847 w 1212484"/>
                <a:gd name="connsiteY1044" fmla="*/ 13208 h 696873"/>
                <a:gd name="connsiteX1045" fmla="*/ 829591 w 1212484"/>
                <a:gd name="connsiteY1045" fmla="*/ 10976 h 696873"/>
                <a:gd name="connsiteX1046" fmla="*/ 835309 w 1212484"/>
                <a:gd name="connsiteY1046" fmla="*/ 10621 h 696873"/>
                <a:gd name="connsiteX1047" fmla="*/ 837047 w 1212484"/>
                <a:gd name="connsiteY1047" fmla="*/ 10586 h 696873"/>
                <a:gd name="connsiteX1048" fmla="*/ 842567 w 1212484"/>
                <a:gd name="connsiteY1048" fmla="*/ 10511 h 696873"/>
                <a:gd name="connsiteX1049" fmla="*/ 848079 w 1212484"/>
                <a:gd name="connsiteY1049" fmla="*/ 10420 h 696873"/>
                <a:gd name="connsiteX1050" fmla="*/ 851516 w 1212484"/>
                <a:gd name="connsiteY1050" fmla="*/ 10372 h 696873"/>
                <a:gd name="connsiteX1051" fmla="*/ 857124 w 1212484"/>
                <a:gd name="connsiteY1051" fmla="*/ 9488 h 696873"/>
                <a:gd name="connsiteX1052" fmla="*/ 857868 w 1212484"/>
                <a:gd name="connsiteY1052" fmla="*/ 7255 h 696873"/>
                <a:gd name="connsiteX1053" fmla="*/ 861015 w 1212484"/>
                <a:gd name="connsiteY1053" fmla="*/ 6981 h 696873"/>
                <a:gd name="connsiteX1054" fmla="*/ 863039 w 1212484"/>
                <a:gd name="connsiteY1054" fmla="*/ 6965 h 696873"/>
                <a:gd name="connsiteX1055" fmla="*/ 865240 w 1212484"/>
                <a:gd name="connsiteY1055" fmla="*/ 6979 h 696873"/>
                <a:gd name="connsiteX1056" fmla="*/ 869801 w 1212484"/>
                <a:gd name="connsiteY1056" fmla="*/ 6940 h 696873"/>
                <a:gd name="connsiteX1057" fmla="*/ 877033 w 1212484"/>
                <a:gd name="connsiteY1057" fmla="*/ 6931 h 696873"/>
                <a:gd name="connsiteX1058" fmla="*/ 883983 w 1212484"/>
                <a:gd name="connsiteY1058" fmla="*/ 6886 h 696873"/>
                <a:gd name="connsiteX1059" fmla="*/ 886184 w 1212484"/>
                <a:gd name="connsiteY1059" fmla="*/ 6904 h 696873"/>
                <a:gd name="connsiteX1060" fmla="*/ 888208 w 1212484"/>
                <a:gd name="connsiteY1060" fmla="*/ 6882 h 696873"/>
                <a:gd name="connsiteX1061" fmla="*/ 889999 w 1212484"/>
                <a:gd name="connsiteY1061" fmla="*/ 6882 h 696873"/>
                <a:gd name="connsiteX1062" fmla="*/ 891355 w 1212484"/>
                <a:gd name="connsiteY1062" fmla="*/ 6511 h 696873"/>
                <a:gd name="connsiteX1063" fmla="*/ 891607 w 1212484"/>
                <a:gd name="connsiteY1063" fmla="*/ 5025 h 696873"/>
                <a:gd name="connsiteX1064" fmla="*/ 892099 w 1212484"/>
                <a:gd name="connsiteY1064" fmla="*/ 3535 h 696873"/>
                <a:gd name="connsiteX1065" fmla="*/ 897170 w 1212484"/>
                <a:gd name="connsiteY1065" fmla="*/ 3128 h 696873"/>
                <a:gd name="connsiteX1066" fmla="*/ 898776 w 1212484"/>
                <a:gd name="connsiteY1066" fmla="*/ 3105 h 696873"/>
                <a:gd name="connsiteX1067" fmla="*/ 904055 w 1212484"/>
                <a:gd name="connsiteY1067" fmla="*/ 3081 h 696873"/>
                <a:gd name="connsiteX1068" fmla="*/ 907705 w 1212484"/>
                <a:gd name="connsiteY1068" fmla="*/ 3044 h 696873"/>
                <a:gd name="connsiteX1069" fmla="*/ 917332 w 1212484"/>
                <a:gd name="connsiteY1069" fmla="*/ 2985 h 696873"/>
                <a:gd name="connsiteX1070" fmla="*/ 927148 w 1212484"/>
                <a:gd name="connsiteY1070" fmla="*/ 2910 h 696873"/>
                <a:gd name="connsiteX1071" fmla="*/ 946421 w 1212484"/>
                <a:gd name="connsiteY1071" fmla="*/ 2790 h 696873"/>
                <a:gd name="connsiteX1072" fmla="*/ 946421 w 1212484"/>
                <a:gd name="connsiteY1072" fmla="*/ 558 h 6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Lst>
              <a:rect l="l" t="t" r="r" b="b"/>
              <a:pathLst>
                <a:path w="1212484" h="696873">
                  <a:moveTo>
                    <a:pt x="946421" y="558"/>
                  </a:moveTo>
                  <a:cubicBezTo>
                    <a:pt x="952217" y="489"/>
                    <a:pt x="958012" y="436"/>
                    <a:pt x="963808" y="404"/>
                  </a:cubicBezTo>
                  <a:cubicBezTo>
                    <a:pt x="966500" y="388"/>
                    <a:pt x="969190" y="367"/>
                    <a:pt x="971881" y="333"/>
                  </a:cubicBezTo>
                  <a:cubicBezTo>
                    <a:pt x="974477" y="301"/>
                    <a:pt x="977073" y="283"/>
                    <a:pt x="979669" y="276"/>
                  </a:cubicBezTo>
                  <a:cubicBezTo>
                    <a:pt x="981144" y="267"/>
                    <a:pt x="982619" y="244"/>
                    <a:pt x="984094" y="221"/>
                  </a:cubicBezTo>
                  <a:cubicBezTo>
                    <a:pt x="984987" y="220"/>
                    <a:pt x="985881" y="220"/>
                    <a:pt x="986802" y="220"/>
                  </a:cubicBezTo>
                  <a:cubicBezTo>
                    <a:pt x="987592" y="213"/>
                    <a:pt x="988382" y="207"/>
                    <a:pt x="989196" y="200"/>
                  </a:cubicBezTo>
                  <a:cubicBezTo>
                    <a:pt x="990123" y="377"/>
                    <a:pt x="990123" y="377"/>
                    <a:pt x="991070" y="558"/>
                  </a:cubicBezTo>
                  <a:cubicBezTo>
                    <a:pt x="991941" y="2021"/>
                    <a:pt x="991941" y="2021"/>
                    <a:pt x="992558" y="3535"/>
                  </a:cubicBezTo>
                  <a:cubicBezTo>
                    <a:pt x="993295" y="3780"/>
                    <a:pt x="994031" y="4026"/>
                    <a:pt x="994790" y="4279"/>
                  </a:cubicBezTo>
                  <a:cubicBezTo>
                    <a:pt x="994790" y="5261"/>
                    <a:pt x="994790" y="6243"/>
                    <a:pt x="994790" y="7255"/>
                  </a:cubicBezTo>
                  <a:cubicBezTo>
                    <a:pt x="995665" y="7163"/>
                    <a:pt x="995665" y="7163"/>
                    <a:pt x="996558" y="7069"/>
                  </a:cubicBezTo>
                  <a:cubicBezTo>
                    <a:pt x="997202" y="7131"/>
                    <a:pt x="997847" y="7192"/>
                    <a:pt x="998511" y="7255"/>
                  </a:cubicBezTo>
                  <a:cubicBezTo>
                    <a:pt x="999302" y="8697"/>
                    <a:pt x="999302" y="8697"/>
                    <a:pt x="999999" y="10232"/>
                  </a:cubicBezTo>
                  <a:cubicBezTo>
                    <a:pt x="1000521" y="10355"/>
                    <a:pt x="1001043" y="10477"/>
                    <a:pt x="1001581" y="10604"/>
                  </a:cubicBezTo>
                  <a:cubicBezTo>
                    <a:pt x="1002041" y="10727"/>
                    <a:pt x="1002501" y="10849"/>
                    <a:pt x="1002976" y="10976"/>
                  </a:cubicBezTo>
                  <a:cubicBezTo>
                    <a:pt x="1002976" y="11958"/>
                    <a:pt x="1002976" y="12940"/>
                    <a:pt x="1002976" y="13952"/>
                  </a:cubicBezTo>
                  <a:cubicBezTo>
                    <a:pt x="1003958" y="13952"/>
                    <a:pt x="1004940" y="13952"/>
                    <a:pt x="1005952" y="13952"/>
                  </a:cubicBezTo>
                  <a:cubicBezTo>
                    <a:pt x="1006060" y="14428"/>
                    <a:pt x="1006167" y="14904"/>
                    <a:pt x="1006278" y="15394"/>
                  </a:cubicBezTo>
                  <a:cubicBezTo>
                    <a:pt x="1006416" y="15901"/>
                    <a:pt x="1006554" y="16407"/>
                    <a:pt x="1006697" y="16929"/>
                  </a:cubicBezTo>
                  <a:cubicBezTo>
                    <a:pt x="1007310" y="17052"/>
                    <a:pt x="1007924" y="17175"/>
                    <a:pt x="1008557" y="17301"/>
                  </a:cubicBezTo>
                  <a:cubicBezTo>
                    <a:pt x="1009171" y="17424"/>
                    <a:pt x="1009785" y="17547"/>
                    <a:pt x="1010417" y="17673"/>
                  </a:cubicBezTo>
                  <a:cubicBezTo>
                    <a:pt x="1010686" y="18660"/>
                    <a:pt x="1010936" y="19652"/>
                    <a:pt x="1011161" y="20650"/>
                  </a:cubicBezTo>
                  <a:cubicBezTo>
                    <a:pt x="1012144" y="20650"/>
                    <a:pt x="1013126" y="20650"/>
                    <a:pt x="1014138" y="20650"/>
                  </a:cubicBezTo>
                  <a:cubicBezTo>
                    <a:pt x="1014138" y="21632"/>
                    <a:pt x="1014138" y="22614"/>
                    <a:pt x="1014138" y="23626"/>
                  </a:cubicBezTo>
                  <a:cubicBezTo>
                    <a:pt x="1015376" y="23887"/>
                    <a:pt x="1016616" y="24134"/>
                    <a:pt x="1017859" y="24370"/>
                  </a:cubicBezTo>
                  <a:cubicBezTo>
                    <a:pt x="1018696" y="25859"/>
                    <a:pt x="1018696" y="25859"/>
                    <a:pt x="1019347" y="27347"/>
                  </a:cubicBezTo>
                  <a:cubicBezTo>
                    <a:pt x="1020084" y="27593"/>
                    <a:pt x="1020820" y="27838"/>
                    <a:pt x="1021579" y="28091"/>
                  </a:cubicBezTo>
                  <a:cubicBezTo>
                    <a:pt x="1021579" y="29073"/>
                    <a:pt x="1021579" y="30056"/>
                    <a:pt x="1021579" y="31068"/>
                  </a:cubicBezTo>
                  <a:cubicBezTo>
                    <a:pt x="1023053" y="31068"/>
                    <a:pt x="1024526" y="31068"/>
                    <a:pt x="1026044" y="31068"/>
                  </a:cubicBezTo>
                  <a:cubicBezTo>
                    <a:pt x="1026044" y="32050"/>
                    <a:pt x="1026044" y="33032"/>
                    <a:pt x="1026044" y="34044"/>
                  </a:cubicBezTo>
                  <a:cubicBezTo>
                    <a:pt x="1027032" y="34308"/>
                    <a:pt x="1028025" y="34554"/>
                    <a:pt x="1029021" y="34788"/>
                  </a:cubicBezTo>
                  <a:cubicBezTo>
                    <a:pt x="1029811" y="36230"/>
                    <a:pt x="1029811" y="36230"/>
                    <a:pt x="1030509" y="37765"/>
                  </a:cubicBezTo>
                  <a:cubicBezTo>
                    <a:pt x="1031246" y="38256"/>
                    <a:pt x="1031982" y="38747"/>
                    <a:pt x="1032742" y="39253"/>
                  </a:cubicBezTo>
                  <a:cubicBezTo>
                    <a:pt x="1032742" y="39990"/>
                    <a:pt x="1032742" y="40727"/>
                    <a:pt x="1032742" y="41486"/>
                  </a:cubicBezTo>
                  <a:cubicBezTo>
                    <a:pt x="1033724" y="41486"/>
                    <a:pt x="1034706" y="41486"/>
                    <a:pt x="1035718" y="41486"/>
                  </a:cubicBezTo>
                  <a:cubicBezTo>
                    <a:pt x="1035964" y="42222"/>
                    <a:pt x="1036209" y="42959"/>
                    <a:pt x="1036462" y="43718"/>
                  </a:cubicBezTo>
                  <a:cubicBezTo>
                    <a:pt x="1037061" y="43948"/>
                    <a:pt x="1037659" y="44179"/>
                    <a:pt x="1038276" y="44416"/>
                  </a:cubicBezTo>
                  <a:cubicBezTo>
                    <a:pt x="1040538" y="45354"/>
                    <a:pt x="1040756" y="46001"/>
                    <a:pt x="1041671" y="48183"/>
                  </a:cubicBezTo>
                  <a:cubicBezTo>
                    <a:pt x="1042162" y="48429"/>
                    <a:pt x="1042653" y="48674"/>
                    <a:pt x="1043159" y="48927"/>
                  </a:cubicBezTo>
                  <a:cubicBezTo>
                    <a:pt x="1043405" y="49664"/>
                    <a:pt x="1043651" y="50400"/>
                    <a:pt x="1043904" y="51160"/>
                  </a:cubicBezTo>
                  <a:cubicBezTo>
                    <a:pt x="1044640" y="51405"/>
                    <a:pt x="1045377" y="51651"/>
                    <a:pt x="1046136" y="51904"/>
                  </a:cubicBezTo>
                  <a:cubicBezTo>
                    <a:pt x="1046243" y="52410"/>
                    <a:pt x="1046351" y="52917"/>
                    <a:pt x="1046462" y="53438"/>
                  </a:cubicBezTo>
                  <a:cubicBezTo>
                    <a:pt x="1046600" y="53914"/>
                    <a:pt x="1046738" y="54390"/>
                    <a:pt x="1046880" y="54880"/>
                  </a:cubicBezTo>
                  <a:cubicBezTo>
                    <a:pt x="1047862" y="54880"/>
                    <a:pt x="1048845" y="54880"/>
                    <a:pt x="1049857" y="54880"/>
                  </a:cubicBezTo>
                  <a:cubicBezTo>
                    <a:pt x="1050120" y="55868"/>
                    <a:pt x="1050367" y="56861"/>
                    <a:pt x="1050601" y="57857"/>
                  </a:cubicBezTo>
                  <a:cubicBezTo>
                    <a:pt x="1051579" y="58381"/>
                    <a:pt x="1052574" y="58871"/>
                    <a:pt x="1053577" y="59345"/>
                  </a:cubicBezTo>
                  <a:cubicBezTo>
                    <a:pt x="1057133" y="62570"/>
                    <a:pt x="1057133" y="62570"/>
                    <a:pt x="1058042" y="65298"/>
                  </a:cubicBezTo>
                  <a:cubicBezTo>
                    <a:pt x="1058779" y="65544"/>
                    <a:pt x="1059516" y="65789"/>
                    <a:pt x="1060275" y="66042"/>
                  </a:cubicBezTo>
                  <a:cubicBezTo>
                    <a:pt x="1060520" y="66779"/>
                    <a:pt x="1060766" y="67516"/>
                    <a:pt x="1061019" y="68275"/>
                  </a:cubicBezTo>
                  <a:cubicBezTo>
                    <a:pt x="1061756" y="68766"/>
                    <a:pt x="1062492" y="69257"/>
                    <a:pt x="1063251" y="69763"/>
                  </a:cubicBezTo>
                  <a:cubicBezTo>
                    <a:pt x="1063251" y="70500"/>
                    <a:pt x="1063251" y="71236"/>
                    <a:pt x="1063251" y="71995"/>
                  </a:cubicBezTo>
                  <a:cubicBezTo>
                    <a:pt x="1064234" y="71995"/>
                    <a:pt x="1065216" y="71995"/>
                    <a:pt x="1066228" y="71995"/>
                  </a:cubicBezTo>
                  <a:cubicBezTo>
                    <a:pt x="1066473" y="72732"/>
                    <a:pt x="1066719" y="73469"/>
                    <a:pt x="1066972" y="74228"/>
                  </a:cubicBezTo>
                  <a:cubicBezTo>
                    <a:pt x="1067824" y="74895"/>
                    <a:pt x="1067824" y="74895"/>
                    <a:pt x="1068693" y="75577"/>
                  </a:cubicBezTo>
                  <a:cubicBezTo>
                    <a:pt x="1070912" y="77383"/>
                    <a:pt x="1072102" y="79294"/>
                    <a:pt x="1073669" y="81669"/>
                  </a:cubicBezTo>
                  <a:cubicBezTo>
                    <a:pt x="1074222" y="82084"/>
                    <a:pt x="1074774" y="82498"/>
                    <a:pt x="1075344" y="82925"/>
                  </a:cubicBezTo>
                  <a:cubicBezTo>
                    <a:pt x="1075773" y="83247"/>
                    <a:pt x="1076203" y="83570"/>
                    <a:pt x="1076646" y="83902"/>
                  </a:cubicBezTo>
                  <a:cubicBezTo>
                    <a:pt x="1076646" y="84638"/>
                    <a:pt x="1076646" y="85375"/>
                    <a:pt x="1076646" y="86134"/>
                  </a:cubicBezTo>
                  <a:cubicBezTo>
                    <a:pt x="1077383" y="86380"/>
                    <a:pt x="1078119" y="86625"/>
                    <a:pt x="1078878" y="86878"/>
                  </a:cubicBezTo>
                  <a:cubicBezTo>
                    <a:pt x="1079124" y="87615"/>
                    <a:pt x="1079369" y="88352"/>
                    <a:pt x="1079622" y="89111"/>
                  </a:cubicBezTo>
                  <a:cubicBezTo>
                    <a:pt x="1080359" y="89356"/>
                    <a:pt x="1081096" y="89602"/>
                    <a:pt x="1081855" y="89855"/>
                  </a:cubicBezTo>
                  <a:cubicBezTo>
                    <a:pt x="1082100" y="90592"/>
                    <a:pt x="1082346" y="91328"/>
                    <a:pt x="1082599" y="92087"/>
                  </a:cubicBezTo>
                  <a:cubicBezTo>
                    <a:pt x="1083336" y="92333"/>
                    <a:pt x="1084072" y="92578"/>
                    <a:pt x="1084831" y="92831"/>
                  </a:cubicBezTo>
                  <a:cubicBezTo>
                    <a:pt x="1084831" y="93814"/>
                    <a:pt x="1084831" y="94796"/>
                    <a:pt x="1084831" y="95808"/>
                  </a:cubicBezTo>
                  <a:cubicBezTo>
                    <a:pt x="1085384" y="95900"/>
                    <a:pt x="1085936" y="95992"/>
                    <a:pt x="1086506" y="96087"/>
                  </a:cubicBezTo>
                  <a:cubicBezTo>
                    <a:pt x="1088552" y="96552"/>
                    <a:pt x="1088552" y="96552"/>
                    <a:pt x="1090273" y="98738"/>
                  </a:cubicBezTo>
                  <a:cubicBezTo>
                    <a:pt x="1091529" y="101017"/>
                    <a:pt x="1091529" y="101017"/>
                    <a:pt x="1091529" y="102505"/>
                  </a:cubicBezTo>
                  <a:cubicBezTo>
                    <a:pt x="1092265" y="102751"/>
                    <a:pt x="1093002" y="102996"/>
                    <a:pt x="1093761" y="103249"/>
                  </a:cubicBezTo>
                  <a:cubicBezTo>
                    <a:pt x="1093761" y="103986"/>
                    <a:pt x="1093761" y="104723"/>
                    <a:pt x="1093761" y="105482"/>
                  </a:cubicBezTo>
                  <a:cubicBezTo>
                    <a:pt x="1094737" y="106008"/>
                    <a:pt x="1095733" y="106500"/>
                    <a:pt x="1096738" y="106970"/>
                  </a:cubicBezTo>
                  <a:cubicBezTo>
                    <a:pt x="1098005" y="108203"/>
                    <a:pt x="1098005" y="108203"/>
                    <a:pt x="1099156" y="109575"/>
                  </a:cubicBezTo>
                  <a:cubicBezTo>
                    <a:pt x="1099737" y="110254"/>
                    <a:pt x="1099737" y="110254"/>
                    <a:pt x="1100330" y="110947"/>
                  </a:cubicBezTo>
                  <a:cubicBezTo>
                    <a:pt x="1101202" y="112179"/>
                    <a:pt x="1101202" y="112179"/>
                    <a:pt x="1101202" y="113667"/>
                  </a:cubicBezTo>
                  <a:cubicBezTo>
                    <a:pt x="1101939" y="113913"/>
                    <a:pt x="1102676" y="114158"/>
                    <a:pt x="1103435" y="114411"/>
                  </a:cubicBezTo>
                  <a:cubicBezTo>
                    <a:pt x="1104636" y="115813"/>
                    <a:pt x="1105738" y="117207"/>
                    <a:pt x="1106830" y="118690"/>
                  </a:cubicBezTo>
                  <a:cubicBezTo>
                    <a:pt x="1107491" y="119568"/>
                    <a:pt x="1108152" y="120446"/>
                    <a:pt x="1108812" y="121324"/>
                  </a:cubicBezTo>
                  <a:cubicBezTo>
                    <a:pt x="1109151" y="121778"/>
                    <a:pt x="1109490" y="122232"/>
                    <a:pt x="1109839" y="122699"/>
                  </a:cubicBezTo>
                  <a:cubicBezTo>
                    <a:pt x="1111517" y="124942"/>
                    <a:pt x="1113219" y="127165"/>
                    <a:pt x="1114923" y="129387"/>
                  </a:cubicBezTo>
                  <a:cubicBezTo>
                    <a:pt x="1115230" y="129792"/>
                    <a:pt x="1115537" y="130196"/>
                    <a:pt x="1115853" y="130613"/>
                  </a:cubicBezTo>
                  <a:cubicBezTo>
                    <a:pt x="1117044" y="132171"/>
                    <a:pt x="1118214" y="133659"/>
                    <a:pt x="1119623" y="135026"/>
                  </a:cubicBezTo>
                  <a:cubicBezTo>
                    <a:pt x="1120550" y="135992"/>
                    <a:pt x="1120550" y="135992"/>
                    <a:pt x="1120922" y="137945"/>
                  </a:cubicBezTo>
                  <a:cubicBezTo>
                    <a:pt x="1121106" y="138820"/>
                    <a:pt x="1121106" y="138820"/>
                    <a:pt x="1121294" y="139712"/>
                  </a:cubicBezTo>
                  <a:cubicBezTo>
                    <a:pt x="1122031" y="139958"/>
                    <a:pt x="1122768" y="140203"/>
                    <a:pt x="1123527" y="140456"/>
                  </a:cubicBezTo>
                  <a:cubicBezTo>
                    <a:pt x="1123775" y="141449"/>
                    <a:pt x="1124023" y="142441"/>
                    <a:pt x="1124271" y="143433"/>
                  </a:cubicBezTo>
                  <a:cubicBezTo>
                    <a:pt x="1125008" y="143678"/>
                    <a:pt x="1125744" y="143924"/>
                    <a:pt x="1126503" y="144177"/>
                  </a:cubicBezTo>
                  <a:cubicBezTo>
                    <a:pt x="1126503" y="144914"/>
                    <a:pt x="1126503" y="145650"/>
                    <a:pt x="1126503" y="146409"/>
                  </a:cubicBezTo>
                  <a:cubicBezTo>
                    <a:pt x="1127880" y="147191"/>
                    <a:pt x="1127880" y="147191"/>
                    <a:pt x="1129480" y="147898"/>
                  </a:cubicBezTo>
                  <a:cubicBezTo>
                    <a:pt x="1131733" y="149650"/>
                    <a:pt x="1131952" y="151111"/>
                    <a:pt x="1132456" y="153851"/>
                  </a:cubicBezTo>
                  <a:cubicBezTo>
                    <a:pt x="1132948" y="154096"/>
                    <a:pt x="1133439" y="154342"/>
                    <a:pt x="1133945" y="154595"/>
                  </a:cubicBezTo>
                  <a:cubicBezTo>
                    <a:pt x="1134190" y="155332"/>
                    <a:pt x="1134436" y="156068"/>
                    <a:pt x="1134689" y="156827"/>
                  </a:cubicBezTo>
                  <a:cubicBezTo>
                    <a:pt x="1135180" y="157073"/>
                    <a:pt x="1135671" y="157319"/>
                    <a:pt x="1136177" y="157572"/>
                  </a:cubicBezTo>
                  <a:cubicBezTo>
                    <a:pt x="1136285" y="158186"/>
                    <a:pt x="1136392" y="158799"/>
                    <a:pt x="1136503" y="159432"/>
                  </a:cubicBezTo>
                  <a:cubicBezTo>
                    <a:pt x="1136641" y="160046"/>
                    <a:pt x="1136779" y="160660"/>
                    <a:pt x="1136921" y="161292"/>
                  </a:cubicBezTo>
                  <a:cubicBezTo>
                    <a:pt x="1137658" y="161538"/>
                    <a:pt x="1138395" y="161783"/>
                    <a:pt x="1139154" y="162036"/>
                  </a:cubicBezTo>
                  <a:cubicBezTo>
                    <a:pt x="1139399" y="162773"/>
                    <a:pt x="1139645" y="163510"/>
                    <a:pt x="1139898" y="164269"/>
                  </a:cubicBezTo>
                  <a:cubicBezTo>
                    <a:pt x="1140634" y="164760"/>
                    <a:pt x="1141371" y="165251"/>
                    <a:pt x="1142130" y="165757"/>
                  </a:cubicBezTo>
                  <a:cubicBezTo>
                    <a:pt x="1142376" y="166494"/>
                    <a:pt x="1142621" y="167231"/>
                    <a:pt x="1142874" y="167990"/>
                  </a:cubicBezTo>
                  <a:cubicBezTo>
                    <a:pt x="1143243" y="168327"/>
                    <a:pt x="1143611" y="168665"/>
                    <a:pt x="1143991" y="169013"/>
                  </a:cubicBezTo>
                  <a:cubicBezTo>
                    <a:pt x="1145107" y="170222"/>
                    <a:pt x="1145107" y="170222"/>
                    <a:pt x="1145479" y="172175"/>
                  </a:cubicBezTo>
                  <a:cubicBezTo>
                    <a:pt x="1145663" y="173050"/>
                    <a:pt x="1145663" y="173050"/>
                    <a:pt x="1145851" y="173943"/>
                  </a:cubicBezTo>
                  <a:cubicBezTo>
                    <a:pt x="1146588" y="174188"/>
                    <a:pt x="1147324" y="174434"/>
                    <a:pt x="1148083" y="174687"/>
                  </a:cubicBezTo>
                  <a:cubicBezTo>
                    <a:pt x="1148083" y="175669"/>
                    <a:pt x="1148083" y="176651"/>
                    <a:pt x="1148083" y="177663"/>
                  </a:cubicBezTo>
                  <a:cubicBezTo>
                    <a:pt x="1148820" y="177663"/>
                    <a:pt x="1149557" y="177663"/>
                    <a:pt x="1150316" y="177663"/>
                  </a:cubicBezTo>
                  <a:cubicBezTo>
                    <a:pt x="1151060" y="179291"/>
                    <a:pt x="1151060" y="179291"/>
                    <a:pt x="1151804" y="181384"/>
                  </a:cubicBezTo>
                  <a:cubicBezTo>
                    <a:pt x="1153174" y="184111"/>
                    <a:pt x="1153174" y="184111"/>
                    <a:pt x="1155525" y="185849"/>
                  </a:cubicBezTo>
                  <a:cubicBezTo>
                    <a:pt x="1156285" y="187079"/>
                    <a:pt x="1157025" y="188322"/>
                    <a:pt x="1157757" y="189570"/>
                  </a:cubicBezTo>
                  <a:cubicBezTo>
                    <a:pt x="1158421" y="190440"/>
                    <a:pt x="1159088" y="191308"/>
                    <a:pt x="1159757" y="192174"/>
                  </a:cubicBezTo>
                  <a:cubicBezTo>
                    <a:pt x="1161401" y="194408"/>
                    <a:pt x="1161642" y="195702"/>
                    <a:pt x="1161478" y="198499"/>
                  </a:cubicBezTo>
                  <a:cubicBezTo>
                    <a:pt x="1162215" y="198745"/>
                    <a:pt x="1162951" y="198990"/>
                    <a:pt x="1163710" y="199243"/>
                  </a:cubicBezTo>
                  <a:cubicBezTo>
                    <a:pt x="1163958" y="200484"/>
                    <a:pt x="1164206" y="201724"/>
                    <a:pt x="1164454" y="202964"/>
                  </a:cubicBezTo>
                  <a:cubicBezTo>
                    <a:pt x="1165191" y="203210"/>
                    <a:pt x="1165928" y="203455"/>
                    <a:pt x="1166687" y="203708"/>
                  </a:cubicBezTo>
                  <a:cubicBezTo>
                    <a:pt x="1167209" y="204938"/>
                    <a:pt x="1167706" y="206178"/>
                    <a:pt x="1168175" y="207429"/>
                  </a:cubicBezTo>
                  <a:cubicBezTo>
                    <a:pt x="1168666" y="207675"/>
                    <a:pt x="1169157" y="207920"/>
                    <a:pt x="1169663" y="208173"/>
                  </a:cubicBezTo>
                  <a:cubicBezTo>
                    <a:pt x="1169911" y="209413"/>
                    <a:pt x="1170159" y="210654"/>
                    <a:pt x="1170408" y="211894"/>
                  </a:cubicBezTo>
                  <a:cubicBezTo>
                    <a:pt x="1170899" y="212139"/>
                    <a:pt x="1171390" y="212385"/>
                    <a:pt x="1171896" y="212638"/>
                  </a:cubicBezTo>
                  <a:cubicBezTo>
                    <a:pt x="1172392" y="213878"/>
                    <a:pt x="1172888" y="215118"/>
                    <a:pt x="1173384" y="216359"/>
                  </a:cubicBezTo>
                  <a:cubicBezTo>
                    <a:pt x="1173875" y="216604"/>
                    <a:pt x="1174366" y="216850"/>
                    <a:pt x="1174872" y="217103"/>
                  </a:cubicBezTo>
                  <a:cubicBezTo>
                    <a:pt x="1175175" y="218830"/>
                    <a:pt x="1175426" y="220568"/>
                    <a:pt x="1175617" y="222312"/>
                  </a:cubicBezTo>
                  <a:cubicBezTo>
                    <a:pt x="1176353" y="222312"/>
                    <a:pt x="1177090" y="222312"/>
                    <a:pt x="1177849" y="222312"/>
                  </a:cubicBezTo>
                  <a:cubicBezTo>
                    <a:pt x="1178116" y="223548"/>
                    <a:pt x="1178362" y="224789"/>
                    <a:pt x="1178593" y="226033"/>
                  </a:cubicBezTo>
                  <a:cubicBezTo>
                    <a:pt x="1179322" y="226792"/>
                    <a:pt x="1180066" y="227537"/>
                    <a:pt x="1180826" y="228265"/>
                  </a:cubicBezTo>
                  <a:cubicBezTo>
                    <a:pt x="1181087" y="229254"/>
                    <a:pt x="1181337" y="230246"/>
                    <a:pt x="1181570" y="231242"/>
                  </a:cubicBezTo>
                  <a:cubicBezTo>
                    <a:pt x="1182061" y="231487"/>
                    <a:pt x="1182552" y="231733"/>
                    <a:pt x="1183058" y="231986"/>
                  </a:cubicBezTo>
                  <a:cubicBezTo>
                    <a:pt x="1183165" y="232722"/>
                    <a:pt x="1183273" y="233459"/>
                    <a:pt x="1183383" y="234218"/>
                  </a:cubicBezTo>
                  <a:cubicBezTo>
                    <a:pt x="1183522" y="234955"/>
                    <a:pt x="1183660" y="235691"/>
                    <a:pt x="1183802" y="236450"/>
                  </a:cubicBezTo>
                  <a:cubicBezTo>
                    <a:pt x="1184539" y="236696"/>
                    <a:pt x="1185275" y="236942"/>
                    <a:pt x="1186035" y="237195"/>
                  </a:cubicBezTo>
                  <a:cubicBezTo>
                    <a:pt x="1186549" y="238677"/>
                    <a:pt x="1187046" y="240165"/>
                    <a:pt x="1187523" y="241659"/>
                  </a:cubicBezTo>
                  <a:cubicBezTo>
                    <a:pt x="1188014" y="241659"/>
                    <a:pt x="1188505" y="241659"/>
                    <a:pt x="1189011" y="241659"/>
                  </a:cubicBezTo>
                  <a:cubicBezTo>
                    <a:pt x="1189149" y="242926"/>
                    <a:pt x="1189149" y="242926"/>
                    <a:pt x="1189290" y="244217"/>
                  </a:cubicBezTo>
                  <a:cubicBezTo>
                    <a:pt x="1189444" y="245092"/>
                    <a:pt x="1189597" y="245967"/>
                    <a:pt x="1189755" y="246868"/>
                  </a:cubicBezTo>
                  <a:cubicBezTo>
                    <a:pt x="1190246" y="247114"/>
                    <a:pt x="1190737" y="247360"/>
                    <a:pt x="1191243" y="247613"/>
                  </a:cubicBezTo>
                  <a:cubicBezTo>
                    <a:pt x="1191547" y="249340"/>
                    <a:pt x="1191797" y="251078"/>
                    <a:pt x="1191988" y="252822"/>
                  </a:cubicBezTo>
                  <a:cubicBezTo>
                    <a:pt x="1192724" y="252822"/>
                    <a:pt x="1193461" y="252822"/>
                    <a:pt x="1194220" y="252822"/>
                  </a:cubicBezTo>
                  <a:cubicBezTo>
                    <a:pt x="1194297" y="253528"/>
                    <a:pt x="1194374" y="254234"/>
                    <a:pt x="1194453" y="254961"/>
                  </a:cubicBezTo>
                  <a:cubicBezTo>
                    <a:pt x="1194730" y="257503"/>
                    <a:pt x="1194730" y="257503"/>
                    <a:pt x="1197197" y="258775"/>
                  </a:cubicBezTo>
                  <a:cubicBezTo>
                    <a:pt x="1197469" y="260259"/>
                    <a:pt x="1197718" y="261747"/>
                    <a:pt x="1197941" y="263240"/>
                  </a:cubicBezTo>
                  <a:cubicBezTo>
                    <a:pt x="1198432" y="263485"/>
                    <a:pt x="1198923" y="263731"/>
                    <a:pt x="1199429" y="263984"/>
                  </a:cubicBezTo>
                  <a:cubicBezTo>
                    <a:pt x="1199871" y="265955"/>
                    <a:pt x="1199981" y="267922"/>
                    <a:pt x="1200173" y="269937"/>
                  </a:cubicBezTo>
                  <a:cubicBezTo>
                    <a:pt x="1200910" y="269937"/>
                    <a:pt x="1201647" y="269937"/>
                    <a:pt x="1202406" y="269937"/>
                  </a:cubicBezTo>
                  <a:cubicBezTo>
                    <a:pt x="1202930" y="271665"/>
                    <a:pt x="1203427" y="273401"/>
                    <a:pt x="1203894" y="275146"/>
                  </a:cubicBezTo>
                  <a:cubicBezTo>
                    <a:pt x="1204385" y="275146"/>
                    <a:pt x="1204876" y="275146"/>
                    <a:pt x="1205382" y="275146"/>
                  </a:cubicBezTo>
                  <a:cubicBezTo>
                    <a:pt x="1205527" y="276672"/>
                    <a:pt x="1205673" y="278198"/>
                    <a:pt x="1205818" y="279724"/>
                  </a:cubicBezTo>
                  <a:cubicBezTo>
                    <a:pt x="1205920" y="280178"/>
                    <a:pt x="1206022" y="280631"/>
                    <a:pt x="1206126" y="281099"/>
                  </a:cubicBezTo>
                  <a:cubicBezTo>
                    <a:pt x="1206617" y="281344"/>
                    <a:pt x="1207109" y="281590"/>
                    <a:pt x="1207615" y="281843"/>
                  </a:cubicBezTo>
                  <a:cubicBezTo>
                    <a:pt x="1207722" y="282687"/>
                    <a:pt x="1207829" y="283531"/>
                    <a:pt x="1207940" y="284401"/>
                  </a:cubicBezTo>
                  <a:cubicBezTo>
                    <a:pt x="1208078" y="285276"/>
                    <a:pt x="1208216" y="286151"/>
                    <a:pt x="1208359" y="287052"/>
                  </a:cubicBezTo>
                  <a:cubicBezTo>
                    <a:pt x="1209095" y="287543"/>
                    <a:pt x="1209832" y="288034"/>
                    <a:pt x="1210591" y="288540"/>
                  </a:cubicBezTo>
                  <a:cubicBezTo>
                    <a:pt x="1210714" y="289415"/>
                    <a:pt x="1210837" y="290290"/>
                    <a:pt x="1210963" y="291191"/>
                  </a:cubicBezTo>
                  <a:cubicBezTo>
                    <a:pt x="1211147" y="292458"/>
                    <a:pt x="1211147" y="292458"/>
                    <a:pt x="1211335" y="293749"/>
                  </a:cubicBezTo>
                  <a:cubicBezTo>
                    <a:pt x="1212072" y="293995"/>
                    <a:pt x="1212809" y="294240"/>
                    <a:pt x="1213568" y="294493"/>
                  </a:cubicBezTo>
                  <a:cubicBezTo>
                    <a:pt x="1213786" y="296682"/>
                    <a:pt x="1213786" y="296682"/>
                    <a:pt x="1213707" y="299377"/>
                  </a:cubicBezTo>
                  <a:cubicBezTo>
                    <a:pt x="1213687" y="300268"/>
                    <a:pt x="1213667" y="301159"/>
                    <a:pt x="1213646" y="302077"/>
                  </a:cubicBezTo>
                  <a:cubicBezTo>
                    <a:pt x="1213620" y="302767"/>
                    <a:pt x="1213594" y="303457"/>
                    <a:pt x="1213568" y="304167"/>
                  </a:cubicBezTo>
                  <a:cubicBezTo>
                    <a:pt x="1212842" y="304170"/>
                    <a:pt x="1212117" y="304173"/>
                    <a:pt x="1211369" y="304176"/>
                  </a:cubicBezTo>
                  <a:cubicBezTo>
                    <a:pt x="1204547" y="304203"/>
                    <a:pt x="1197725" y="304246"/>
                    <a:pt x="1190903" y="304304"/>
                  </a:cubicBezTo>
                  <a:cubicBezTo>
                    <a:pt x="1187395" y="304334"/>
                    <a:pt x="1183887" y="304357"/>
                    <a:pt x="1180380" y="304369"/>
                  </a:cubicBezTo>
                  <a:cubicBezTo>
                    <a:pt x="1176997" y="304380"/>
                    <a:pt x="1173615" y="304406"/>
                    <a:pt x="1170233" y="304441"/>
                  </a:cubicBezTo>
                  <a:cubicBezTo>
                    <a:pt x="1168939" y="304452"/>
                    <a:pt x="1167646" y="304458"/>
                    <a:pt x="1166353" y="304459"/>
                  </a:cubicBezTo>
                  <a:cubicBezTo>
                    <a:pt x="1164547" y="304461"/>
                    <a:pt x="1162743" y="304481"/>
                    <a:pt x="1160937" y="304505"/>
                  </a:cubicBezTo>
                  <a:cubicBezTo>
                    <a:pt x="1160397" y="304501"/>
                    <a:pt x="1159857" y="304498"/>
                    <a:pt x="1159301" y="304494"/>
                  </a:cubicBezTo>
                  <a:cubicBezTo>
                    <a:pt x="1157674" y="304492"/>
                    <a:pt x="1157674" y="304492"/>
                    <a:pt x="1155525" y="304911"/>
                  </a:cubicBezTo>
                  <a:cubicBezTo>
                    <a:pt x="1155263" y="305900"/>
                    <a:pt x="1155015" y="306893"/>
                    <a:pt x="1154781" y="307888"/>
                  </a:cubicBezTo>
                  <a:cubicBezTo>
                    <a:pt x="1152629" y="308274"/>
                    <a:pt x="1152629" y="308274"/>
                    <a:pt x="1149710" y="308294"/>
                  </a:cubicBezTo>
                  <a:cubicBezTo>
                    <a:pt x="1149180" y="308302"/>
                    <a:pt x="1148650" y="308310"/>
                    <a:pt x="1148104" y="308318"/>
                  </a:cubicBezTo>
                  <a:cubicBezTo>
                    <a:pt x="1146344" y="308340"/>
                    <a:pt x="1144585" y="308341"/>
                    <a:pt x="1142825" y="308341"/>
                  </a:cubicBezTo>
                  <a:cubicBezTo>
                    <a:pt x="1141608" y="308353"/>
                    <a:pt x="1140391" y="308365"/>
                    <a:pt x="1139174" y="308379"/>
                  </a:cubicBezTo>
                  <a:cubicBezTo>
                    <a:pt x="1135965" y="308411"/>
                    <a:pt x="1132757" y="308426"/>
                    <a:pt x="1129548" y="308437"/>
                  </a:cubicBezTo>
                  <a:cubicBezTo>
                    <a:pt x="1126276" y="308452"/>
                    <a:pt x="1123004" y="308483"/>
                    <a:pt x="1119732" y="308513"/>
                  </a:cubicBezTo>
                  <a:cubicBezTo>
                    <a:pt x="1113307" y="308569"/>
                    <a:pt x="1106883" y="308606"/>
                    <a:pt x="1100458" y="308632"/>
                  </a:cubicBezTo>
                  <a:cubicBezTo>
                    <a:pt x="1100458" y="309369"/>
                    <a:pt x="1100458" y="310106"/>
                    <a:pt x="1100458" y="310865"/>
                  </a:cubicBezTo>
                  <a:cubicBezTo>
                    <a:pt x="1097985" y="311632"/>
                    <a:pt x="1095556" y="311707"/>
                    <a:pt x="1092980" y="311726"/>
                  </a:cubicBezTo>
                  <a:cubicBezTo>
                    <a:pt x="1092253" y="311734"/>
                    <a:pt x="1091525" y="311741"/>
                    <a:pt x="1090776" y="311749"/>
                  </a:cubicBezTo>
                  <a:cubicBezTo>
                    <a:pt x="1089612" y="311757"/>
                    <a:pt x="1089612" y="311757"/>
                    <a:pt x="1088424" y="311766"/>
                  </a:cubicBezTo>
                  <a:cubicBezTo>
                    <a:pt x="1086778" y="311787"/>
                    <a:pt x="1085132" y="311808"/>
                    <a:pt x="1083486" y="311830"/>
                  </a:cubicBezTo>
                  <a:cubicBezTo>
                    <a:pt x="1080892" y="311860"/>
                    <a:pt x="1078299" y="311888"/>
                    <a:pt x="1075705" y="311907"/>
                  </a:cubicBezTo>
                  <a:cubicBezTo>
                    <a:pt x="1073201" y="311928"/>
                    <a:pt x="1070697" y="311962"/>
                    <a:pt x="1068193" y="311998"/>
                  </a:cubicBezTo>
                  <a:cubicBezTo>
                    <a:pt x="1067020" y="312002"/>
                    <a:pt x="1067020" y="312002"/>
                    <a:pt x="1065823" y="312006"/>
                  </a:cubicBezTo>
                  <a:cubicBezTo>
                    <a:pt x="1064746" y="312024"/>
                    <a:pt x="1064746" y="312024"/>
                    <a:pt x="1063647" y="312043"/>
                  </a:cubicBezTo>
                  <a:cubicBezTo>
                    <a:pt x="1063012" y="312049"/>
                    <a:pt x="1062378" y="312055"/>
                    <a:pt x="1061723" y="312061"/>
                  </a:cubicBezTo>
                  <a:cubicBezTo>
                    <a:pt x="1061245" y="312157"/>
                    <a:pt x="1060767" y="312254"/>
                    <a:pt x="1060275" y="312353"/>
                  </a:cubicBezTo>
                  <a:cubicBezTo>
                    <a:pt x="1060029" y="313090"/>
                    <a:pt x="1059784" y="313826"/>
                    <a:pt x="1059531" y="314585"/>
                  </a:cubicBezTo>
                  <a:cubicBezTo>
                    <a:pt x="1058198" y="314854"/>
                    <a:pt x="1058198" y="314854"/>
                    <a:pt x="1056440" y="314839"/>
                  </a:cubicBezTo>
                  <a:cubicBezTo>
                    <a:pt x="1055785" y="314839"/>
                    <a:pt x="1055130" y="314838"/>
                    <a:pt x="1054454" y="314838"/>
                  </a:cubicBezTo>
                  <a:cubicBezTo>
                    <a:pt x="1053386" y="314821"/>
                    <a:pt x="1053386" y="314821"/>
                    <a:pt x="1052296" y="314803"/>
                  </a:cubicBezTo>
                  <a:cubicBezTo>
                    <a:pt x="1051570" y="314800"/>
                    <a:pt x="1050844" y="314797"/>
                    <a:pt x="1050096" y="314794"/>
                  </a:cubicBezTo>
                  <a:cubicBezTo>
                    <a:pt x="1047768" y="314781"/>
                    <a:pt x="1045441" y="314753"/>
                    <a:pt x="1043113" y="314725"/>
                  </a:cubicBezTo>
                  <a:cubicBezTo>
                    <a:pt x="1041539" y="314714"/>
                    <a:pt x="1039965" y="314703"/>
                    <a:pt x="1038391" y="314694"/>
                  </a:cubicBezTo>
                  <a:cubicBezTo>
                    <a:pt x="1034523" y="314670"/>
                    <a:pt x="1030656" y="314632"/>
                    <a:pt x="1026788" y="314585"/>
                  </a:cubicBezTo>
                  <a:cubicBezTo>
                    <a:pt x="1026788" y="315813"/>
                    <a:pt x="1026788" y="317041"/>
                    <a:pt x="1026788" y="318306"/>
                  </a:cubicBezTo>
                  <a:cubicBezTo>
                    <a:pt x="1025476" y="318322"/>
                    <a:pt x="1025476" y="318322"/>
                    <a:pt x="1024136" y="318339"/>
                  </a:cubicBezTo>
                  <a:cubicBezTo>
                    <a:pt x="1020900" y="318382"/>
                    <a:pt x="1017665" y="318439"/>
                    <a:pt x="1014430" y="318501"/>
                  </a:cubicBezTo>
                  <a:cubicBezTo>
                    <a:pt x="1013027" y="318526"/>
                    <a:pt x="1011625" y="318547"/>
                    <a:pt x="1010222" y="318564"/>
                  </a:cubicBezTo>
                  <a:cubicBezTo>
                    <a:pt x="1008211" y="318589"/>
                    <a:pt x="1006199" y="318628"/>
                    <a:pt x="1004188" y="318669"/>
                  </a:cubicBezTo>
                  <a:cubicBezTo>
                    <a:pt x="1003242" y="318676"/>
                    <a:pt x="1003242" y="318676"/>
                    <a:pt x="1002276" y="318684"/>
                  </a:cubicBezTo>
                  <a:cubicBezTo>
                    <a:pt x="1000346" y="318706"/>
                    <a:pt x="1000346" y="318706"/>
                    <a:pt x="997767" y="319050"/>
                  </a:cubicBezTo>
                  <a:cubicBezTo>
                    <a:pt x="997521" y="319787"/>
                    <a:pt x="997276" y="320524"/>
                    <a:pt x="997023" y="321283"/>
                  </a:cubicBezTo>
                  <a:cubicBezTo>
                    <a:pt x="995169" y="321531"/>
                    <a:pt x="993490" y="321629"/>
                    <a:pt x="991631" y="321637"/>
                  </a:cubicBezTo>
                  <a:cubicBezTo>
                    <a:pt x="990820" y="321655"/>
                    <a:pt x="990820" y="321655"/>
                    <a:pt x="989993" y="321672"/>
                  </a:cubicBezTo>
                  <a:cubicBezTo>
                    <a:pt x="988259" y="321708"/>
                    <a:pt x="986525" y="321728"/>
                    <a:pt x="984791" y="321748"/>
                  </a:cubicBezTo>
                  <a:cubicBezTo>
                    <a:pt x="983060" y="321775"/>
                    <a:pt x="981328" y="321805"/>
                    <a:pt x="979597" y="321839"/>
                  </a:cubicBezTo>
                  <a:cubicBezTo>
                    <a:pt x="978518" y="321859"/>
                    <a:pt x="977439" y="321875"/>
                    <a:pt x="976360" y="321886"/>
                  </a:cubicBezTo>
                  <a:cubicBezTo>
                    <a:pt x="973576" y="321889"/>
                    <a:pt x="973576" y="321889"/>
                    <a:pt x="970978" y="322771"/>
                  </a:cubicBezTo>
                  <a:cubicBezTo>
                    <a:pt x="970978" y="323507"/>
                    <a:pt x="970978" y="324244"/>
                    <a:pt x="970978" y="325003"/>
                  </a:cubicBezTo>
                  <a:cubicBezTo>
                    <a:pt x="969902" y="324980"/>
                    <a:pt x="969902" y="324980"/>
                    <a:pt x="968804" y="324956"/>
                  </a:cubicBezTo>
                  <a:cubicBezTo>
                    <a:pt x="966151" y="324902"/>
                    <a:pt x="963498" y="324868"/>
                    <a:pt x="960845" y="324840"/>
                  </a:cubicBezTo>
                  <a:cubicBezTo>
                    <a:pt x="959695" y="324825"/>
                    <a:pt x="958545" y="324804"/>
                    <a:pt x="957395" y="324779"/>
                  </a:cubicBezTo>
                  <a:cubicBezTo>
                    <a:pt x="955746" y="324743"/>
                    <a:pt x="954097" y="324726"/>
                    <a:pt x="952447" y="324713"/>
                  </a:cubicBezTo>
                  <a:cubicBezTo>
                    <a:pt x="951930" y="324697"/>
                    <a:pt x="951413" y="324682"/>
                    <a:pt x="950880" y="324666"/>
                  </a:cubicBezTo>
                  <a:cubicBezTo>
                    <a:pt x="949291" y="324630"/>
                    <a:pt x="949291" y="324630"/>
                    <a:pt x="947165" y="325003"/>
                  </a:cubicBezTo>
                  <a:cubicBezTo>
                    <a:pt x="946883" y="325986"/>
                    <a:pt x="946634" y="326980"/>
                    <a:pt x="946421" y="327980"/>
                  </a:cubicBezTo>
                  <a:cubicBezTo>
                    <a:pt x="944516" y="328339"/>
                    <a:pt x="944516" y="328339"/>
                    <a:pt x="942006" y="328329"/>
                  </a:cubicBezTo>
                  <a:cubicBezTo>
                    <a:pt x="941108" y="328339"/>
                    <a:pt x="940211" y="328350"/>
                    <a:pt x="939286" y="328361"/>
                  </a:cubicBezTo>
                  <a:cubicBezTo>
                    <a:pt x="937380" y="328355"/>
                    <a:pt x="935473" y="328349"/>
                    <a:pt x="933566" y="328343"/>
                  </a:cubicBezTo>
                  <a:cubicBezTo>
                    <a:pt x="932668" y="328354"/>
                    <a:pt x="931769" y="328364"/>
                    <a:pt x="930844" y="328375"/>
                  </a:cubicBezTo>
                  <a:cubicBezTo>
                    <a:pt x="930014" y="328372"/>
                    <a:pt x="929185" y="328368"/>
                    <a:pt x="928331" y="328365"/>
                  </a:cubicBezTo>
                  <a:cubicBezTo>
                    <a:pt x="927670" y="328483"/>
                    <a:pt x="927010" y="328602"/>
                    <a:pt x="926329" y="328724"/>
                  </a:cubicBezTo>
                  <a:cubicBezTo>
                    <a:pt x="925966" y="329461"/>
                    <a:pt x="925966" y="329461"/>
                    <a:pt x="925595" y="330212"/>
                  </a:cubicBezTo>
                  <a:cubicBezTo>
                    <a:pt x="925222" y="330949"/>
                    <a:pt x="925222" y="330949"/>
                    <a:pt x="924841" y="331700"/>
                  </a:cubicBezTo>
                  <a:cubicBezTo>
                    <a:pt x="922771" y="332059"/>
                    <a:pt x="922771" y="332059"/>
                    <a:pt x="920164" y="332049"/>
                  </a:cubicBezTo>
                  <a:cubicBezTo>
                    <a:pt x="919232" y="332060"/>
                    <a:pt x="918300" y="332070"/>
                    <a:pt x="917340" y="332081"/>
                  </a:cubicBezTo>
                  <a:cubicBezTo>
                    <a:pt x="916362" y="332078"/>
                    <a:pt x="915384" y="332076"/>
                    <a:pt x="914377" y="332073"/>
                  </a:cubicBezTo>
                  <a:cubicBezTo>
                    <a:pt x="912446" y="332067"/>
                    <a:pt x="910514" y="332074"/>
                    <a:pt x="908583" y="332096"/>
                  </a:cubicBezTo>
                  <a:cubicBezTo>
                    <a:pt x="907294" y="332091"/>
                    <a:pt x="907294" y="332091"/>
                    <a:pt x="905979" y="332086"/>
                  </a:cubicBezTo>
                  <a:cubicBezTo>
                    <a:pt x="905327" y="332204"/>
                    <a:pt x="904676" y="332323"/>
                    <a:pt x="904005" y="332445"/>
                  </a:cubicBezTo>
                  <a:cubicBezTo>
                    <a:pt x="903739" y="333432"/>
                    <a:pt x="903491" y="334425"/>
                    <a:pt x="903261" y="335421"/>
                  </a:cubicBezTo>
                  <a:cubicBezTo>
                    <a:pt x="901469" y="335827"/>
                    <a:pt x="901469" y="335827"/>
                    <a:pt x="899119" y="335875"/>
                  </a:cubicBezTo>
                  <a:cubicBezTo>
                    <a:pt x="898282" y="335899"/>
                    <a:pt x="897445" y="335923"/>
                    <a:pt x="896583" y="335947"/>
                  </a:cubicBezTo>
                  <a:cubicBezTo>
                    <a:pt x="895702" y="335958"/>
                    <a:pt x="894821" y="335968"/>
                    <a:pt x="893913" y="335979"/>
                  </a:cubicBezTo>
                  <a:cubicBezTo>
                    <a:pt x="892587" y="336012"/>
                    <a:pt x="892587" y="336012"/>
                    <a:pt x="891234" y="336046"/>
                  </a:cubicBezTo>
                  <a:cubicBezTo>
                    <a:pt x="889042" y="336099"/>
                    <a:pt x="886850" y="336138"/>
                    <a:pt x="884658" y="336165"/>
                  </a:cubicBezTo>
                  <a:cubicBezTo>
                    <a:pt x="884658" y="336902"/>
                    <a:pt x="884658" y="337639"/>
                    <a:pt x="884658" y="338398"/>
                  </a:cubicBezTo>
                  <a:cubicBezTo>
                    <a:pt x="884147" y="338416"/>
                    <a:pt x="883636" y="338435"/>
                    <a:pt x="883110" y="338454"/>
                  </a:cubicBezTo>
                  <a:cubicBezTo>
                    <a:pt x="880804" y="338540"/>
                    <a:pt x="878499" y="338632"/>
                    <a:pt x="876193" y="338723"/>
                  </a:cubicBezTo>
                  <a:cubicBezTo>
                    <a:pt x="875389" y="338753"/>
                    <a:pt x="874585" y="338782"/>
                    <a:pt x="873757" y="338812"/>
                  </a:cubicBezTo>
                  <a:cubicBezTo>
                    <a:pt x="872990" y="338843"/>
                    <a:pt x="872222" y="338874"/>
                    <a:pt x="871432" y="338906"/>
                  </a:cubicBezTo>
                  <a:cubicBezTo>
                    <a:pt x="870722" y="338934"/>
                    <a:pt x="870013" y="338961"/>
                    <a:pt x="869282" y="338989"/>
                  </a:cubicBezTo>
                  <a:cubicBezTo>
                    <a:pt x="867526" y="339036"/>
                    <a:pt x="867526" y="339036"/>
                    <a:pt x="866054" y="339886"/>
                  </a:cubicBezTo>
                  <a:cubicBezTo>
                    <a:pt x="866054" y="340623"/>
                    <a:pt x="866054" y="341359"/>
                    <a:pt x="866054" y="342118"/>
                  </a:cubicBezTo>
                  <a:cubicBezTo>
                    <a:pt x="865282" y="342135"/>
                    <a:pt x="865282" y="342135"/>
                    <a:pt x="864495" y="342151"/>
                  </a:cubicBezTo>
                  <a:cubicBezTo>
                    <a:pt x="862177" y="342207"/>
                    <a:pt x="859860" y="342279"/>
                    <a:pt x="857543" y="342351"/>
                  </a:cubicBezTo>
                  <a:cubicBezTo>
                    <a:pt x="856733" y="342368"/>
                    <a:pt x="855923" y="342385"/>
                    <a:pt x="855088" y="342402"/>
                  </a:cubicBezTo>
                  <a:cubicBezTo>
                    <a:pt x="853933" y="342441"/>
                    <a:pt x="853933" y="342441"/>
                    <a:pt x="852755" y="342482"/>
                  </a:cubicBezTo>
                  <a:cubicBezTo>
                    <a:pt x="852042" y="342501"/>
                    <a:pt x="851329" y="342521"/>
                    <a:pt x="850594" y="342541"/>
                  </a:cubicBezTo>
                  <a:cubicBezTo>
                    <a:pt x="850048" y="342647"/>
                    <a:pt x="849502" y="342753"/>
                    <a:pt x="848939" y="342863"/>
                  </a:cubicBezTo>
                  <a:cubicBezTo>
                    <a:pt x="848693" y="343599"/>
                    <a:pt x="848448" y="344336"/>
                    <a:pt x="848195" y="345095"/>
                  </a:cubicBezTo>
                  <a:cubicBezTo>
                    <a:pt x="846768" y="345370"/>
                    <a:pt x="846768" y="345370"/>
                    <a:pt x="844919" y="345371"/>
                  </a:cubicBezTo>
                  <a:cubicBezTo>
                    <a:pt x="844256" y="345384"/>
                    <a:pt x="843594" y="345397"/>
                    <a:pt x="842912" y="345410"/>
                  </a:cubicBezTo>
                  <a:cubicBezTo>
                    <a:pt x="841507" y="345417"/>
                    <a:pt x="840102" y="345421"/>
                    <a:pt x="838697" y="345422"/>
                  </a:cubicBezTo>
                  <a:cubicBezTo>
                    <a:pt x="838033" y="345436"/>
                    <a:pt x="837370" y="345450"/>
                    <a:pt x="836687" y="345464"/>
                  </a:cubicBezTo>
                  <a:cubicBezTo>
                    <a:pt x="835770" y="345466"/>
                    <a:pt x="835770" y="345466"/>
                    <a:pt x="834835" y="345468"/>
                  </a:cubicBezTo>
                  <a:cubicBezTo>
                    <a:pt x="834332" y="345591"/>
                    <a:pt x="833830" y="345713"/>
                    <a:pt x="833312" y="345839"/>
                  </a:cubicBezTo>
                  <a:cubicBezTo>
                    <a:pt x="832948" y="346577"/>
                    <a:pt x="832948" y="346577"/>
                    <a:pt x="832578" y="347329"/>
                  </a:cubicBezTo>
                  <a:cubicBezTo>
                    <a:pt x="832329" y="347820"/>
                    <a:pt x="832080" y="348310"/>
                    <a:pt x="831824" y="348816"/>
                  </a:cubicBezTo>
                  <a:cubicBezTo>
                    <a:pt x="830232" y="349175"/>
                    <a:pt x="830232" y="349175"/>
                    <a:pt x="828286" y="349165"/>
                  </a:cubicBezTo>
                  <a:cubicBezTo>
                    <a:pt x="827589" y="349175"/>
                    <a:pt x="826892" y="349186"/>
                    <a:pt x="826174" y="349197"/>
                  </a:cubicBezTo>
                  <a:cubicBezTo>
                    <a:pt x="825080" y="349192"/>
                    <a:pt x="825080" y="349192"/>
                    <a:pt x="823964" y="349188"/>
                  </a:cubicBezTo>
                  <a:cubicBezTo>
                    <a:pt x="822521" y="349182"/>
                    <a:pt x="821078" y="349189"/>
                    <a:pt x="819635" y="349211"/>
                  </a:cubicBezTo>
                  <a:cubicBezTo>
                    <a:pt x="818994" y="349208"/>
                    <a:pt x="818353" y="349204"/>
                    <a:pt x="817692" y="349201"/>
                  </a:cubicBezTo>
                  <a:cubicBezTo>
                    <a:pt x="816952" y="349379"/>
                    <a:pt x="816952" y="349379"/>
                    <a:pt x="816197" y="349560"/>
                  </a:cubicBezTo>
                  <a:cubicBezTo>
                    <a:pt x="815943" y="350551"/>
                    <a:pt x="815695" y="351543"/>
                    <a:pt x="815452" y="352536"/>
                  </a:cubicBezTo>
                  <a:cubicBezTo>
                    <a:pt x="814014" y="352907"/>
                    <a:pt x="814014" y="352907"/>
                    <a:pt x="812150" y="352911"/>
                  </a:cubicBezTo>
                  <a:cubicBezTo>
                    <a:pt x="811152" y="352932"/>
                    <a:pt x="811152" y="352932"/>
                    <a:pt x="810133" y="352954"/>
                  </a:cubicBezTo>
                  <a:cubicBezTo>
                    <a:pt x="809433" y="352954"/>
                    <a:pt x="808732" y="352954"/>
                    <a:pt x="808011" y="352955"/>
                  </a:cubicBezTo>
                  <a:cubicBezTo>
                    <a:pt x="806631" y="352962"/>
                    <a:pt x="805251" y="352978"/>
                    <a:pt x="803872" y="353004"/>
                  </a:cubicBezTo>
                  <a:cubicBezTo>
                    <a:pt x="802949" y="353005"/>
                    <a:pt x="802949" y="353005"/>
                    <a:pt x="802008" y="353006"/>
                  </a:cubicBezTo>
                  <a:cubicBezTo>
                    <a:pt x="801534" y="353097"/>
                    <a:pt x="801059" y="353187"/>
                    <a:pt x="800570" y="353281"/>
                  </a:cubicBezTo>
                  <a:cubicBezTo>
                    <a:pt x="800324" y="354017"/>
                    <a:pt x="800078" y="354754"/>
                    <a:pt x="799825" y="355513"/>
                  </a:cubicBezTo>
                  <a:cubicBezTo>
                    <a:pt x="798523" y="355787"/>
                    <a:pt x="798523" y="355787"/>
                    <a:pt x="796849" y="355789"/>
                  </a:cubicBezTo>
                  <a:cubicBezTo>
                    <a:pt x="796250" y="355802"/>
                    <a:pt x="795652" y="355815"/>
                    <a:pt x="795035" y="355828"/>
                  </a:cubicBezTo>
                  <a:cubicBezTo>
                    <a:pt x="793764" y="355835"/>
                    <a:pt x="792493" y="355839"/>
                    <a:pt x="791221" y="355840"/>
                  </a:cubicBezTo>
                  <a:cubicBezTo>
                    <a:pt x="790623" y="355854"/>
                    <a:pt x="790024" y="355868"/>
                    <a:pt x="789408" y="355882"/>
                  </a:cubicBezTo>
                  <a:cubicBezTo>
                    <a:pt x="788855" y="355884"/>
                    <a:pt x="788302" y="355885"/>
                    <a:pt x="787733" y="355886"/>
                  </a:cubicBezTo>
                  <a:cubicBezTo>
                    <a:pt x="787303" y="356009"/>
                    <a:pt x="786874" y="356131"/>
                    <a:pt x="786431" y="356257"/>
                  </a:cubicBezTo>
                  <a:cubicBezTo>
                    <a:pt x="786258" y="356991"/>
                    <a:pt x="786258" y="356991"/>
                    <a:pt x="786081" y="357740"/>
                  </a:cubicBezTo>
                  <a:cubicBezTo>
                    <a:pt x="785951" y="358233"/>
                    <a:pt x="785821" y="358726"/>
                    <a:pt x="785687" y="359234"/>
                  </a:cubicBezTo>
                  <a:cubicBezTo>
                    <a:pt x="784236" y="359640"/>
                    <a:pt x="784236" y="359640"/>
                    <a:pt x="782359" y="359687"/>
                  </a:cubicBezTo>
                  <a:cubicBezTo>
                    <a:pt x="781689" y="359711"/>
                    <a:pt x="781020" y="359735"/>
                    <a:pt x="780331" y="359760"/>
                  </a:cubicBezTo>
                  <a:cubicBezTo>
                    <a:pt x="779627" y="359770"/>
                    <a:pt x="778924" y="359781"/>
                    <a:pt x="778199" y="359792"/>
                  </a:cubicBezTo>
                  <a:cubicBezTo>
                    <a:pt x="777139" y="359825"/>
                    <a:pt x="777139" y="359825"/>
                    <a:pt x="776058" y="359859"/>
                  </a:cubicBezTo>
                  <a:cubicBezTo>
                    <a:pt x="774307" y="359911"/>
                    <a:pt x="772556" y="359951"/>
                    <a:pt x="770804" y="359978"/>
                  </a:cubicBezTo>
                  <a:cubicBezTo>
                    <a:pt x="770804" y="360715"/>
                    <a:pt x="770804" y="361451"/>
                    <a:pt x="770804" y="362210"/>
                  </a:cubicBezTo>
                  <a:cubicBezTo>
                    <a:pt x="770015" y="362255"/>
                    <a:pt x="769227" y="362300"/>
                    <a:pt x="768415" y="362347"/>
                  </a:cubicBezTo>
                  <a:cubicBezTo>
                    <a:pt x="767382" y="362410"/>
                    <a:pt x="766349" y="362473"/>
                    <a:pt x="765316" y="362536"/>
                  </a:cubicBezTo>
                  <a:cubicBezTo>
                    <a:pt x="764796" y="362565"/>
                    <a:pt x="764276" y="362594"/>
                    <a:pt x="763740" y="362624"/>
                  </a:cubicBezTo>
                  <a:cubicBezTo>
                    <a:pt x="760852" y="362763"/>
                    <a:pt x="760852" y="362763"/>
                    <a:pt x="758154" y="363699"/>
                  </a:cubicBezTo>
                  <a:cubicBezTo>
                    <a:pt x="757908" y="364435"/>
                    <a:pt x="757662" y="365172"/>
                    <a:pt x="757409" y="365931"/>
                  </a:cubicBezTo>
                  <a:cubicBezTo>
                    <a:pt x="754723" y="366200"/>
                    <a:pt x="752111" y="366256"/>
                    <a:pt x="749416" y="366258"/>
                  </a:cubicBezTo>
                  <a:cubicBezTo>
                    <a:pt x="747816" y="366298"/>
                    <a:pt x="746327" y="366348"/>
                    <a:pt x="744759" y="366675"/>
                  </a:cubicBezTo>
                  <a:cubicBezTo>
                    <a:pt x="744001" y="367657"/>
                    <a:pt x="743256" y="368649"/>
                    <a:pt x="742527" y="369652"/>
                  </a:cubicBezTo>
                  <a:cubicBezTo>
                    <a:pt x="740508" y="369872"/>
                    <a:pt x="738808" y="369935"/>
                    <a:pt x="736806" y="369838"/>
                  </a:cubicBezTo>
                  <a:cubicBezTo>
                    <a:pt x="736284" y="369824"/>
                    <a:pt x="735761" y="369811"/>
                    <a:pt x="735223" y="369797"/>
                  </a:cubicBezTo>
                  <a:cubicBezTo>
                    <a:pt x="733937" y="369762"/>
                    <a:pt x="732650" y="369709"/>
                    <a:pt x="731365" y="369652"/>
                  </a:cubicBezTo>
                  <a:cubicBezTo>
                    <a:pt x="731365" y="370634"/>
                    <a:pt x="731365" y="371616"/>
                    <a:pt x="731365" y="372628"/>
                  </a:cubicBezTo>
                  <a:cubicBezTo>
                    <a:pt x="730522" y="372647"/>
                    <a:pt x="729680" y="372667"/>
                    <a:pt x="728812" y="372686"/>
                  </a:cubicBezTo>
                  <a:cubicBezTo>
                    <a:pt x="727710" y="372728"/>
                    <a:pt x="726607" y="372771"/>
                    <a:pt x="725504" y="372814"/>
                  </a:cubicBezTo>
                  <a:cubicBezTo>
                    <a:pt x="724949" y="372825"/>
                    <a:pt x="724394" y="372835"/>
                    <a:pt x="723821" y="372846"/>
                  </a:cubicBezTo>
                  <a:cubicBezTo>
                    <a:pt x="722010" y="372896"/>
                    <a:pt x="722010" y="372896"/>
                    <a:pt x="719458" y="373372"/>
                  </a:cubicBezTo>
                  <a:cubicBezTo>
                    <a:pt x="718951" y="374359"/>
                    <a:pt x="718454" y="375351"/>
                    <a:pt x="717970" y="376349"/>
                  </a:cubicBezTo>
                  <a:cubicBezTo>
                    <a:pt x="716011" y="376636"/>
                    <a:pt x="714302" y="376766"/>
                    <a:pt x="712342" y="376767"/>
                  </a:cubicBezTo>
                  <a:cubicBezTo>
                    <a:pt x="710454" y="376780"/>
                    <a:pt x="708694" y="376882"/>
                    <a:pt x="706808" y="377093"/>
                  </a:cubicBezTo>
                  <a:cubicBezTo>
                    <a:pt x="706562" y="377830"/>
                    <a:pt x="706317" y="378566"/>
                    <a:pt x="706064" y="379325"/>
                  </a:cubicBezTo>
                  <a:cubicBezTo>
                    <a:pt x="703927" y="379680"/>
                    <a:pt x="703927" y="379680"/>
                    <a:pt x="701273" y="379791"/>
                  </a:cubicBezTo>
                  <a:cubicBezTo>
                    <a:pt x="697968" y="379830"/>
                    <a:pt x="697968" y="379830"/>
                    <a:pt x="694902" y="380814"/>
                  </a:cubicBezTo>
                  <a:cubicBezTo>
                    <a:pt x="694902" y="381550"/>
                    <a:pt x="694902" y="382287"/>
                    <a:pt x="694902" y="383046"/>
                  </a:cubicBezTo>
                  <a:cubicBezTo>
                    <a:pt x="694130" y="383065"/>
                    <a:pt x="693359" y="383085"/>
                    <a:pt x="692565" y="383104"/>
                  </a:cubicBezTo>
                  <a:cubicBezTo>
                    <a:pt x="691545" y="383146"/>
                    <a:pt x="690526" y="383189"/>
                    <a:pt x="689507" y="383232"/>
                  </a:cubicBezTo>
                  <a:cubicBezTo>
                    <a:pt x="688999" y="383243"/>
                    <a:pt x="688492" y="383253"/>
                    <a:pt x="687969" y="383264"/>
                  </a:cubicBezTo>
                  <a:cubicBezTo>
                    <a:pt x="684340" y="383440"/>
                    <a:pt x="683224" y="384266"/>
                    <a:pt x="680763" y="386767"/>
                  </a:cubicBezTo>
                  <a:cubicBezTo>
                    <a:pt x="678356" y="387058"/>
                    <a:pt x="678356" y="387058"/>
                    <a:pt x="675740" y="386953"/>
                  </a:cubicBezTo>
                  <a:cubicBezTo>
                    <a:pt x="674869" y="386926"/>
                    <a:pt x="673998" y="386899"/>
                    <a:pt x="673101" y="386872"/>
                  </a:cubicBezTo>
                  <a:cubicBezTo>
                    <a:pt x="672437" y="386837"/>
                    <a:pt x="671773" y="386802"/>
                    <a:pt x="671089" y="386767"/>
                  </a:cubicBezTo>
                  <a:cubicBezTo>
                    <a:pt x="671089" y="387749"/>
                    <a:pt x="671089" y="388731"/>
                    <a:pt x="671089" y="389743"/>
                  </a:cubicBezTo>
                  <a:cubicBezTo>
                    <a:pt x="670346" y="389763"/>
                    <a:pt x="669602" y="389782"/>
                    <a:pt x="668836" y="389802"/>
                  </a:cubicBezTo>
                  <a:cubicBezTo>
                    <a:pt x="667876" y="389844"/>
                    <a:pt x="666916" y="389886"/>
                    <a:pt x="665927" y="389929"/>
                  </a:cubicBezTo>
                  <a:cubicBezTo>
                    <a:pt x="664968" y="389964"/>
                    <a:pt x="664010" y="389999"/>
                    <a:pt x="663023" y="390034"/>
                  </a:cubicBezTo>
                  <a:cubicBezTo>
                    <a:pt x="662247" y="390184"/>
                    <a:pt x="661471" y="390333"/>
                    <a:pt x="660671" y="390488"/>
                  </a:cubicBezTo>
                  <a:cubicBezTo>
                    <a:pt x="660423" y="391480"/>
                    <a:pt x="660175" y="392472"/>
                    <a:pt x="659927" y="393464"/>
                  </a:cubicBezTo>
                  <a:cubicBezTo>
                    <a:pt x="657602" y="393839"/>
                    <a:pt x="657602" y="393839"/>
                    <a:pt x="654718" y="393883"/>
                  </a:cubicBezTo>
                  <a:cubicBezTo>
                    <a:pt x="651922" y="393882"/>
                    <a:pt x="651922" y="393882"/>
                    <a:pt x="649509" y="394208"/>
                  </a:cubicBezTo>
                  <a:cubicBezTo>
                    <a:pt x="649264" y="394945"/>
                    <a:pt x="649018" y="395682"/>
                    <a:pt x="648765" y="396441"/>
                  </a:cubicBezTo>
                  <a:cubicBezTo>
                    <a:pt x="646576" y="396821"/>
                    <a:pt x="646576" y="396821"/>
                    <a:pt x="643882" y="396952"/>
                  </a:cubicBezTo>
                  <a:cubicBezTo>
                    <a:pt x="642990" y="397001"/>
                    <a:pt x="642099" y="397050"/>
                    <a:pt x="641181" y="397101"/>
                  </a:cubicBezTo>
                  <a:cubicBezTo>
                    <a:pt x="640491" y="397128"/>
                    <a:pt x="639802" y="397156"/>
                    <a:pt x="639091" y="397185"/>
                  </a:cubicBezTo>
                  <a:cubicBezTo>
                    <a:pt x="639091" y="398167"/>
                    <a:pt x="639091" y="399149"/>
                    <a:pt x="639091" y="400161"/>
                  </a:cubicBezTo>
                  <a:cubicBezTo>
                    <a:pt x="635653" y="400407"/>
                    <a:pt x="632215" y="400653"/>
                    <a:pt x="628673" y="400906"/>
                  </a:cubicBezTo>
                  <a:cubicBezTo>
                    <a:pt x="628673" y="401642"/>
                    <a:pt x="628673" y="402379"/>
                    <a:pt x="628673" y="403138"/>
                  </a:cubicBezTo>
                  <a:cubicBezTo>
                    <a:pt x="625481" y="403384"/>
                    <a:pt x="622288" y="403629"/>
                    <a:pt x="618999" y="403882"/>
                  </a:cubicBezTo>
                  <a:cubicBezTo>
                    <a:pt x="618999" y="404864"/>
                    <a:pt x="618999" y="405847"/>
                    <a:pt x="618999" y="406859"/>
                  </a:cubicBezTo>
                  <a:cubicBezTo>
                    <a:pt x="618310" y="406878"/>
                    <a:pt x="617620" y="406897"/>
                    <a:pt x="616909" y="406917"/>
                  </a:cubicBezTo>
                  <a:cubicBezTo>
                    <a:pt x="616018" y="406959"/>
                    <a:pt x="615127" y="407001"/>
                    <a:pt x="614209" y="407045"/>
                  </a:cubicBezTo>
                  <a:cubicBezTo>
                    <a:pt x="613320" y="407079"/>
                    <a:pt x="612430" y="407114"/>
                    <a:pt x="611514" y="407149"/>
                  </a:cubicBezTo>
                  <a:cubicBezTo>
                    <a:pt x="610792" y="407299"/>
                    <a:pt x="610070" y="407449"/>
                    <a:pt x="609325" y="407603"/>
                  </a:cubicBezTo>
                  <a:cubicBezTo>
                    <a:pt x="609063" y="408591"/>
                    <a:pt x="608814" y="409584"/>
                    <a:pt x="608581" y="410579"/>
                  </a:cubicBezTo>
                  <a:cubicBezTo>
                    <a:pt x="606581" y="410954"/>
                    <a:pt x="606581" y="410954"/>
                    <a:pt x="604117" y="410998"/>
                  </a:cubicBezTo>
                  <a:cubicBezTo>
                    <a:pt x="601722" y="410998"/>
                    <a:pt x="601722" y="410998"/>
                    <a:pt x="599652" y="411324"/>
                  </a:cubicBezTo>
                  <a:cubicBezTo>
                    <a:pt x="599406" y="412060"/>
                    <a:pt x="599161" y="412797"/>
                    <a:pt x="598908" y="413556"/>
                  </a:cubicBezTo>
                  <a:cubicBezTo>
                    <a:pt x="596588" y="413876"/>
                    <a:pt x="594318" y="413884"/>
                    <a:pt x="591978" y="413925"/>
                  </a:cubicBezTo>
                  <a:cubicBezTo>
                    <a:pt x="590988" y="414111"/>
                    <a:pt x="590988" y="414111"/>
                    <a:pt x="589978" y="414300"/>
                  </a:cubicBezTo>
                  <a:cubicBezTo>
                    <a:pt x="589715" y="415289"/>
                    <a:pt x="589467" y="416281"/>
                    <a:pt x="589234" y="417277"/>
                  </a:cubicBezTo>
                  <a:cubicBezTo>
                    <a:pt x="587397" y="417652"/>
                    <a:pt x="587397" y="417652"/>
                    <a:pt x="585141" y="417695"/>
                  </a:cubicBezTo>
                  <a:cubicBezTo>
                    <a:pt x="582948" y="417696"/>
                    <a:pt x="582948" y="417696"/>
                    <a:pt x="581048" y="418021"/>
                  </a:cubicBezTo>
                  <a:cubicBezTo>
                    <a:pt x="580803" y="418757"/>
                    <a:pt x="580557" y="419494"/>
                    <a:pt x="580304" y="420253"/>
                  </a:cubicBezTo>
                  <a:cubicBezTo>
                    <a:pt x="578115" y="420634"/>
                    <a:pt x="578115" y="420634"/>
                    <a:pt x="575421" y="420765"/>
                  </a:cubicBezTo>
                  <a:cubicBezTo>
                    <a:pt x="574529" y="420814"/>
                    <a:pt x="573638" y="420863"/>
                    <a:pt x="572720" y="420913"/>
                  </a:cubicBezTo>
                  <a:cubicBezTo>
                    <a:pt x="572030" y="420941"/>
                    <a:pt x="571341" y="420969"/>
                    <a:pt x="570630" y="420997"/>
                  </a:cubicBezTo>
                  <a:cubicBezTo>
                    <a:pt x="570630" y="421980"/>
                    <a:pt x="570630" y="422962"/>
                    <a:pt x="570630" y="423974"/>
                  </a:cubicBezTo>
                  <a:cubicBezTo>
                    <a:pt x="570048" y="423993"/>
                    <a:pt x="569466" y="424012"/>
                    <a:pt x="568866" y="424032"/>
                  </a:cubicBezTo>
                  <a:cubicBezTo>
                    <a:pt x="568113" y="424074"/>
                    <a:pt x="567360" y="424116"/>
                    <a:pt x="566584" y="424160"/>
                  </a:cubicBezTo>
                  <a:cubicBezTo>
                    <a:pt x="565457" y="424212"/>
                    <a:pt x="565457" y="424212"/>
                    <a:pt x="564308" y="424265"/>
                  </a:cubicBezTo>
                  <a:cubicBezTo>
                    <a:pt x="563693" y="424414"/>
                    <a:pt x="563078" y="424564"/>
                    <a:pt x="562445" y="424718"/>
                  </a:cubicBezTo>
                  <a:cubicBezTo>
                    <a:pt x="561975" y="426213"/>
                    <a:pt x="561975" y="426213"/>
                    <a:pt x="561700" y="427695"/>
                  </a:cubicBezTo>
                  <a:cubicBezTo>
                    <a:pt x="558817" y="427834"/>
                    <a:pt x="558817" y="427834"/>
                    <a:pt x="557241" y="427727"/>
                  </a:cubicBezTo>
                  <a:cubicBezTo>
                    <a:pt x="555592" y="427607"/>
                    <a:pt x="555592" y="427607"/>
                    <a:pt x="553515" y="428439"/>
                  </a:cubicBezTo>
                  <a:cubicBezTo>
                    <a:pt x="553269" y="429175"/>
                    <a:pt x="553024" y="429912"/>
                    <a:pt x="552771" y="430671"/>
                  </a:cubicBezTo>
                  <a:cubicBezTo>
                    <a:pt x="551285" y="431026"/>
                    <a:pt x="551285" y="431026"/>
                    <a:pt x="549469" y="431136"/>
                  </a:cubicBezTo>
                  <a:cubicBezTo>
                    <a:pt x="546931" y="431282"/>
                    <a:pt x="546931" y="431282"/>
                    <a:pt x="544585" y="432159"/>
                  </a:cubicBezTo>
                  <a:cubicBezTo>
                    <a:pt x="544585" y="432896"/>
                    <a:pt x="544585" y="433633"/>
                    <a:pt x="544585" y="434392"/>
                  </a:cubicBezTo>
                  <a:cubicBezTo>
                    <a:pt x="541638" y="434637"/>
                    <a:pt x="538692" y="434883"/>
                    <a:pt x="535656" y="435136"/>
                  </a:cubicBezTo>
                  <a:cubicBezTo>
                    <a:pt x="535656" y="435873"/>
                    <a:pt x="535656" y="436609"/>
                    <a:pt x="535656" y="437368"/>
                  </a:cubicBezTo>
                  <a:cubicBezTo>
                    <a:pt x="535189" y="437414"/>
                    <a:pt x="534723" y="437459"/>
                    <a:pt x="534243" y="437505"/>
                  </a:cubicBezTo>
                  <a:cubicBezTo>
                    <a:pt x="533635" y="437567"/>
                    <a:pt x="533027" y="437630"/>
                    <a:pt x="532400" y="437694"/>
                  </a:cubicBezTo>
                  <a:cubicBezTo>
                    <a:pt x="531796" y="437754"/>
                    <a:pt x="531191" y="437815"/>
                    <a:pt x="530569" y="437877"/>
                  </a:cubicBezTo>
                  <a:cubicBezTo>
                    <a:pt x="528927" y="438031"/>
                    <a:pt x="528927" y="438031"/>
                    <a:pt x="527470" y="438857"/>
                  </a:cubicBezTo>
                  <a:cubicBezTo>
                    <a:pt x="527224" y="439593"/>
                    <a:pt x="526979" y="440330"/>
                    <a:pt x="526726" y="441089"/>
                  </a:cubicBezTo>
                  <a:cubicBezTo>
                    <a:pt x="524792" y="441408"/>
                    <a:pt x="522917" y="441417"/>
                    <a:pt x="520959" y="441458"/>
                  </a:cubicBezTo>
                  <a:cubicBezTo>
                    <a:pt x="520406" y="441582"/>
                    <a:pt x="519854" y="441706"/>
                    <a:pt x="519284" y="441833"/>
                  </a:cubicBezTo>
                  <a:cubicBezTo>
                    <a:pt x="519162" y="442324"/>
                    <a:pt x="519039" y="442816"/>
                    <a:pt x="518912" y="443322"/>
                  </a:cubicBezTo>
                  <a:cubicBezTo>
                    <a:pt x="518790" y="443813"/>
                    <a:pt x="518667" y="444304"/>
                    <a:pt x="518540" y="444810"/>
                  </a:cubicBezTo>
                  <a:cubicBezTo>
                    <a:pt x="516866" y="445185"/>
                    <a:pt x="516866" y="445185"/>
                    <a:pt x="514820" y="445228"/>
                  </a:cubicBezTo>
                  <a:cubicBezTo>
                    <a:pt x="512827" y="445229"/>
                    <a:pt x="512827" y="445229"/>
                    <a:pt x="511099" y="445554"/>
                  </a:cubicBezTo>
                  <a:cubicBezTo>
                    <a:pt x="510853" y="446291"/>
                    <a:pt x="510608" y="447027"/>
                    <a:pt x="510355" y="447786"/>
                  </a:cubicBezTo>
                  <a:cubicBezTo>
                    <a:pt x="508492" y="448167"/>
                    <a:pt x="508492" y="448167"/>
                    <a:pt x="506215" y="448298"/>
                  </a:cubicBezTo>
                  <a:cubicBezTo>
                    <a:pt x="505462" y="448347"/>
                    <a:pt x="504709" y="448396"/>
                    <a:pt x="503934" y="448446"/>
                  </a:cubicBezTo>
                  <a:cubicBezTo>
                    <a:pt x="503351" y="448474"/>
                    <a:pt x="502769" y="448502"/>
                    <a:pt x="502169" y="448531"/>
                  </a:cubicBezTo>
                  <a:cubicBezTo>
                    <a:pt x="502169" y="449513"/>
                    <a:pt x="502169" y="450495"/>
                    <a:pt x="502169" y="451507"/>
                  </a:cubicBezTo>
                  <a:cubicBezTo>
                    <a:pt x="501694" y="451535"/>
                    <a:pt x="501220" y="451563"/>
                    <a:pt x="500730" y="451591"/>
                  </a:cubicBezTo>
                  <a:cubicBezTo>
                    <a:pt x="500115" y="451640"/>
                    <a:pt x="499501" y="451689"/>
                    <a:pt x="498867" y="451740"/>
                  </a:cubicBezTo>
                  <a:cubicBezTo>
                    <a:pt x="498254" y="451783"/>
                    <a:pt x="497641" y="451826"/>
                    <a:pt x="497010" y="451870"/>
                  </a:cubicBezTo>
                  <a:cubicBezTo>
                    <a:pt x="496502" y="451996"/>
                    <a:pt x="495995" y="452122"/>
                    <a:pt x="495472" y="452251"/>
                  </a:cubicBezTo>
                  <a:cubicBezTo>
                    <a:pt x="495226" y="452988"/>
                    <a:pt x="494981" y="453725"/>
                    <a:pt x="494728" y="454484"/>
                  </a:cubicBezTo>
                  <a:cubicBezTo>
                    <a:pt x="492816" y="455015"/>
                    <a:pt x="490926" y="455239"/>
                    <a:pt x="488961" y="455507"/>
                  </a:cubicBezTo>
                  <a:cubicBezTo>
                    <a:pt x="488408" y="455660"/>
                    <a:pt x="487856" y="455814"/>
                    <a:pt x="487286" y="455972"/>
                  </a:cubicBezTo>
                  <a:cubicBezTo>
                    <a:pt x="487041" y="456709"/>
                    <a:pt x="486795" y="457445"/>
                    <a:pt x="486542" y="458204"/>
                  </a:cubicBezTo>
                  <a:cubicBezTo>
                    <a:pt x="484803" y="458552"/>
                    <a:pt x="483128" y="458579"/>
                    <a:pt x="481357" y="458646"/>
                  </a:cubicBezTo>
                  <a:cubicBezTo>
                    <a:pt x="480858" y="458746"/>
                    <a:pt x="480359" y="458846"/>
                    <a:pt x="479845" y="458949"/>
                  </a:cubicBezTo>
                  <a:cubicBezTo>
                    <a:pt x="479599" y="459685"/>
                    <a:pt x="479354" y="460422"/>
                    <a:pt x="479101" y="461181"/>
                  </a:cubicBezTo>
                  <a:cubicBezTo>
                    <a:pt x="476613" y="461941"/>
                    <a:pt x="474246" y="461999"/>
                    <a:pt x="471659" y="461925"/>
                  </a:cubicBezTo>
                  <a:cubicBezTo>
                    <a:pt x="471659" y="462907"/>
                    <a:pt x="471659" y="463890"/>
                    <a:pt x="471659" y="464902"/>
                  </a:cubicBezTo>
                  <a:cubicBezTo>
                    <a:pt x="471185" y="464921"/>
                    <a:pt x="470710" y="464940"/>
                    <a:pt x="470221" y="464960"/>
                  </a:cubicBezTo>
                  <a:cubicBezTo>
                    <a:pt x="469606" y="465002"/>
                    <a:pt x="468991" y="465044"/>
                    <a:pt x="468357" y="465088"/>
                  </a:cubicBezTo>
                  <a:cubicBezTo>
                    <a:pt x="467744" y="465122"/>
                    <a:pt x="467131" y="465157"/>
                    <a:pt x="466500" y="465192"/>
                  </a:cubicBezTo>
                  <a:cubicBezTo>
                    <a:pt x="465992" y="465342"/>
                    <a:pt x="465485" y="465492"/>
                    <a:pt x="464962" y="465646"/>
                  </a:cubicBezTo>
                  <a:cubicBezTo>
                    <a:pt x="464714" y="466638"/>
                    <a:pt x="464466" y="467630"/>
                    <a:pt x="464218" y="468622"/>
                  </a:cubicBezTo>
                  <a:cubicBezTo>
                    <a:pt x="462707" y="468997"/>
                    <a:pt x="462707" y="468997"/>
                    <a:pt x="460869" y="469041"/>
                  </a:cubicBezTo>
                  <a:cubicBezTo>
                    <a:pt x="459078" y="469042"/>
                    <a:pt x="459078" y="469042"/>
                    <a:pt x="457521" y="469366"/>
                  </a:cubicBezTo>
                  <a:cubicBezTo>
                    <a:pt x="457275" y="470103"/>
                    <a:pt x="457030" y="470840"/>
                    <a:pt x="456777" y="471599"/>
                  </a:cubicBezTo>
                  <a:cubicBezTo>
                    <a:pt x="455270" y="471766"/>
                    <a:pt x="453760" y="471927"/>
                    <a:pt x="452245" y="471968"/>
                  </a:cubicBezTo>
                  <a:cubicBezTo>
                    <a:pt x="451776" y="472092"/>
                    <a:pt x="451307" y="472216"/>
                    <a:pt x="450824" y="472343"/>
                  </a:cubicBezTo>
                  <a:cubicBezTo>
                    <a:pt x="450594" y="472839"/>
                    <a:pt x="450365" y="473335"/>
                    <a:pt x="450129" y="473846"/>
                  </a:cubicBezTo>
                  <a:cubicBezTo>
                    <a:pt x="449867" y="474332"/>
                    <a:pt x="449605" y="474819"/>
                    <a:pt x="449335" y="475320"/>
                  </a:cubicBezTo>
                  <a:cubicBezTo>
                    <a:pt x="447562" y="475610"/>
                    <a:pt x="447562" y="475610"/>
                    <a:pt x="445522" y="475506"/>
                  </a:cubicBezTo>
                  <a:cubicBezTo>
                    <a:pt x="444844" y="475479"/>
                    <a:pt x="444167" y="475452"/>
                    <a:pt x="443469" y="475424"/>
                  </a:cubicBezTo>
                  <a:cubicBezTo>
                    <a:pt x="442949" y="475390"/>
                    <a:pt x="442429" y="475355"/>
                    <a:pt x="441894" y="475320"/>
                  </a:cubicBezTo>
                  <a:cubicBezTo>
                    <a:pt x="441894" y="476302"/>
                    <a:pt x="441894" y="477284"/>
                    <a:pt x="441894" y="478296"/>
                  </a:cubicBezTo>
                  <a:cubicBezTo>
                    <a:pt x="440429" y="478834"/>
                    <a:pt x="440429" y="478834"/>
                    <a:pt x="438545" y="479087"/>
                  </a:cubicBezTo>
                  <a:cubicBezTo>
                    <a:pt x="436713" y="479289"/>
                    <a:pt x="436713" y="479289"/>
                    <a:pt x="435197" y="479784"/>
                  </a:cubicBezTo>
                  <a:cubicBezTo>
                    <a:pt x="435197" y="480521"/>
                    <a:pt x="435197" y="481258"/>
                    <a:pt x="435197" y="482017"/>
                  </a:cubicBezTo>
                  <a:cubicBezTo>
                    <a:pt x="432495" y="482262"/>
                    <a:pt x="429794" y="482508"/>
                    <a:pt x="427011" y="482761"/>
                  </a:cubicBezTo>
                  <a:cubicBezTo>
                    <a:pt x="427011" y="483743"/>
                    <a:pt x="427011" y="484726"/>
                    <a:pt x="427011" y="485738"/>
                  </a:cubicBezTo>
                  <a:cubicBezTo>
                    <a:pt x="425509" y="485641"/>
                    <a:pt x="424007" y="485544"/>
                    <a:pt x="422505" y="485447"/>
                  </a:cubicBezTo>
                  <a:cubicBezTo>
                    <a:pt x="422028" y="485543"/>
                    <a:pt x="421550" y="485639"/>
                    <a:pt x="421058" y="485738"/>
                  </a:cubicBezTo>
                  <a:cubicBezTo>
                    <a:pt x="420820" y="486221"/>
                    <a:pt x="420582" y="486704"/>
                    <a:pt x="420337" y="487203"/>
                  </a:cubicBezTo>
                  <a:cubicBezTo>
                    <a:pt x="420084" y="487701"/>
                    <a:pt x="419831" y="488200"/>
                    <a:pt x="419570" y="488714"/>
                  </a:cubicBezTo>
                  <a:cubicBezTo>
                    <a:pt x="417959" y="489168"/>
                    <a:pt x="417959" y="489168"/>
                    <a:pt x="416128" y="489272"/>
                  </a:cubicBezTo>
                  <a:cubicBezTo>
                    <a:pt x="415520" y="489314"/>
                    <a:pt x="414912" y="489357"/>
                    <a:pt x="414285" y="489400"/>
                  </a:cubicBezTo>
                  <a:cubicBezTo>
                    <a:pt x="413819" y="489419"/>
                    <a:pt x="413353" y="489439"/>
                    <a:pt x="412872" y="489458"/>
                  </a:cubicBezTo>
                  <a:cubicBezTo>
                    <a:pt x="412872" y="490441"/>
                    <a:pt x="412872" y="491423"/>
                    <a:pt x="412872" y="492435"/>
                  </a:cubicBezTo>
                  <a:cubicBezTo>
                    <a:pt x="410662" y="492435"/>
                    <a:pt x="408452" y="492435"/>
                    <a:pt x="406175" y="492435"/>
                  </a:cubicBezTo>
                  <a:cubicBezTo>
                    <a:pt x="406175" y="493417"/>
                    <a:pt x="406175" y="494399"/>
                    <a:pt x="406175" y="495411"/>
                  </a:cubicBezTo>
                  <a:cubicBezTo>
                    <a:pt x="403719" y="495657"/>
                    <a:pt x="401264" y="495903"/>
                    <a:pt x="398734" y="496156"/>
                  </a:cubicBezTo>
                  <a:cubicBezTo>
                    <a:pt x="398734" y="497138"/>
                    <a:pt x="398734" y="498120"/>
                    <a:pt x="398734" y="499132"/>
                  </a:cubicBezTo>
                  <a:cubicBezTo>
                    <a:pt x="397306" y="499224"/>
                    <a:pt x="397306" y="499224"/>
                    <a:pt x="395850" y="499318"/>
                  </a:cubicBezTo>
                  <a:cubicBezTo>
                    <a:pt x="394234" y="499358"/>
                    <a:pt x="394234" y="499358"/>
                    <a:pt x="392781" y="499876"/>
                  </a:cubicBezTo>
                  <a:cubicBezTo>
                    <a:pt x="392543" y="500375"/>
                    <a:pt x="392305" y="500874"/>
                    <a:pt x="392060" y="501388"/>
                  </a:cubicBezTo>
                  <a:cubicBezTo>
                    <a:pt x="391806" y="501871"/>
                    <a:pt x="391553" y="502355"/>
                    <a:pt x="391292" y="502853"/>
                  </a:cubicBezTo>
                  <a:cubicBezTo>
                    <a:pt x="389682" y="503143"/>
                    <a:pt x="389682" y="503143"/>
                    <a:pt x="387851" y="503039"/>
                  </a:cubicBezTo>
                  <a:cubicBezTo>
                    <a:pt x="387242" y="503012"/>
                    <a:pt x="386634" y="502985"/>
                    <a:pt x="386008" y="502957"/>
                  </a:cubicBezTo>
                  <a:cubicBezTo>
                    <a:pt x="385308" y="502906"/>
                    <a:pt x="385308" y="502906"/>
                    <a:pt x="384595" y="502853"/>
                  </a:cubicBezTo>
                  <a:cubicBezTo>
                    <a:pt x="384595" y="503835"/>
                    <a:pt x="384595" y="504817"/>
                    <a:pt x="384595" y="505829"/>
                  </a:cubicBezTo>
                  <a:cubicBezTo>
                    <a:pt x="383130" y="506367"/>
                    <a:pt x="383130" y="506367"/>
                    <a:pt x="381246" y="506620"/>
                  </a:cubicBezTo>
                  <a:cubicBezTo>
                    <a:pt x="379414" y="506822"/>
                    <a:pt x="379414" y="506822"/>
                    <a:pt x="377898" y="507318"/>
                  </a:cubicBezTo>
                  <a:cubicBezTo>
                    <a:pt x="377898" y="508054"/>
                    <a:pt x="377898" y="508791"/>
                    <a:pt x="377898" y="509550"/>
                  </a:cubicBezTo>
                  <a:cubicBezTo>
                    <a:pt x="377185" y="509592"/>
                    <a:pt x="377185" y="509592"/>
                    <a:pt x="376459" y="509634"/>
                  </a:cubicBezTo>
                  <a:cubicBezTo>
                    <a:pt x="375844" y="509683"/>
                    <a:pt x="375229" y="509732"/>
                    <a:pt x="374596" y="509783"/>
                  </a:cubicBezTo>
                  <a:cubicBezTo>
                    <a:pt x="373983" y="509826"/>
                    <a:pt x="373370" y="509869"/>
                    <a:pt x="372738" y="509913"/>
                  </a:cubicBezTo>
                  <a:cubicBezTo>
                    <a:pt x="372231" y="510039"/>
                    <a:pt x="371723" y="510165"/>
                    <a:pt x="371200" y="510294"/>
                  </a:cubicBezTo>
                  <a:cubicBezTo>
                    <a:pt x="370955" y="511031"/>
                    <a:pt x="370709" y="511768"/>
                    <a:pt x="370456" y="512527"/>
                  </a:cubicBezTo>
                  <a:cubicBezTo>
                    <a:pt x="368756" y="512907"/>
                    <a:pt x="368756" y="512907"/>
                    <a:pt x="366689" y="513038"/>
                  </a:cubicBezTo>
                  <a:cubicBezTo>
                    <a:pt x="366005" y="513087"/>
                    <a:pt x="365321" y="513136"/>
                    <a:pt x="364617" y="513186"/>
                  </a:cubicBezTo>
                  <a:cubicBezTo>
                    <a:pt x="364088" y="513214"/>
                    <a:pt x="363559" y="513242"/>
                    <a:pt x="363015" y="513271"/>
                  </a:cubicBezTo>
                  <a:cubicBezTo>
                    <a:pt x="363015" y="514253"/>
                    <a:pt x="363015" y="515235"/>
                    <a:pt x="363015" y="516247"/>
                  </a:cubicBezTo>
                  <a:cubicBezTo>
                    <a:pt x="362048" y="516171"/>
                    <a:pt x="361081" y="516094"/>
                    <a:pt x="360085" y="516015"/>
                  </a:cubicBezTo>
                  <a:cubicBezTo>
                    <a:pt x="358457" y="515948"/>
                    <a:pt x="358457" y="515948"/>
                    <a:pt x="357062" y="516247"/>
                  </a:cubicBezTo>
                  <a:cubicBezTo>
                    <a:pt x="356954" y="516861"/>
                    <a:pt x="356847" y="517475"/>
                    <a:pt x="356736" y="518108"/>
                  </a:cubicBezTo>
                  <a:cubicBezTo>
                    <a:pt x="356598" y="518722"/>
                    <a:pt x="356460" y="519336"/>
                    <a:pt x="356318" y="519968"/>
                  </a:cubicBezTo>
                  <a:cubicBezTo>
                    <a:pt x="354066" y="520335"/>
                    <a:pt x="351884" y="520174"/>
                    <a:pt x="349620" y="519968"/>
                  </a:cubicBezTo>
                  <a:cubicBezTo>
                    <a:pt x="349620" y="520950"/>
                    <a:pt x="349620" y="521933"/>
                    <a:pt x="349620" y="522945"/>
                  </a:cubicBezTo>
                  <a:cubicBezTo>
                    <a:pt x="348094" y="523041"/>
                    <a:pt x="346568" y="523138"/>
                    <a:pt x="345042" y="523235"/>
                  </a:cubicBezTo>
                  <a:cubicBezTo>
                    <a:pt x="344588" y="523385"/>
                    <a:pt x="344135" y="523535"/>
                    <a:pt x="343667" y="523689"/>
                  </a:cubicBezTo>
                  <a:cubicBezTo>
                    <a:pt x="343551" y="524183"/>
                    <a:pt x="343435" y="524677"/>
                    <a:pt x="343316" y="525186"/>
                  </a:cubicBezTo>
                  <a:cubicBezTo>
                    <a:pt x="343121" y="525918"/>
                    <a:pt x="343121" y="525918"/>
                    <a:pt x="342923" y="526665"/>
                  </a:cubicBezTo>
                  <a:cubicBezTo>
                    <a:pt x="341412" y="527040"/>
                    <a:pt x="341412" y="527040"/>
                    <a:pt x="339574" y="527084"/>
                  </a:cubicBezTo>
                  <a:cubicBezTo>
                    <a:pt x="337783" y="527085"/>
                    <a:pt x="337783" y="527085"/>
                    <a:pt x="336226" y="527409"/>
                  </a:cubicBezTo>
                  <a:cubicBezTo>
                    <a:pt x="335980" y="528146"/>
                    <a:pt x="335735" y="528883"/>
                    <a:pt x="335482" y="529642"/>
                  </a:cubicBezTo>
                  <a:cubicBezTo>
                    <a:pt x="334638" y="529749"/>
                    <a:pt x="333793" y="529857"/>
                    <a:pt x="332924" y="529967"/>
                  </a:cubicBezTo>
                  <a:cubicBezTo>
                    <a:pt x="332049" y="530106"/>
                    <a:pt x="331174" y="530244"/>
                    <a:pt x="330273" y="530386"/>
                  </a:cubicBezTo>
                  <a:cubicBezTo>
                    <a:pt x="330043" y="530877"/>
                    <a:pt x="329812" y="531368"/>
                    <a:pt x="329575" y="531874"/>
                  </a:cubicBezTo>
                  <a:cubicBezTo>
                    <a:pt x="329184" y="532611"/>
                    <a:pt x="329184" y="532611"/>
                    <a:pt x="328784" y="533363"/>
                  </a:cubicBezTo>
                  <a:cubicBezTo>
                    <a:pt x="327251" y="533653"/>
                    <a:pt x="325742" y="533739"/>
                    <a:pt x="324186" y="533848"/>
                  </a:cubicBezTo>
                  <a:cubicBezTo>
                    <a:pt x="323515" y="533976"/>
                    <a:pt x="323515" y="533976"/>
                    <a:pt x="322831" y="534107"/>
                  </a:cubicBezTo>
                  <a:cubicBezTo>
                    <a:pt x="321988" y="535607"/>
                    <a:pt x="321988" y="535607"/>
                    <a:pt x="321343" y="537083"/>
                  </a:cubicBezTo>
                  <a:cubicBezTo>
                    <a:pt x="319855" y="537083"/>
                    <a:pt x="318366" y="537083"/>
                    <a:pt x="316878" y="537083"/>
                  </a:cubicBezTo>
                  <a:cubicBezTo>
                    <a:pt x="316556" y="537797"/>
                    <a:pt x="316556" y="537797"/>
                    <a:pt x="316227" y="538525"/>
                  </a:cubicBezTo>
                  <a:cubicBezTo>
                    <a:pt x="315813" y="539285"/>
                    <a:pt x="315813" y="539285"/>
                    <a:pt x="315390" y="540060"/>
                  </a:cubicBezTo>
                  <a:cubicBezTo>
                    <a:pt x="314009" y="540319"/>
                    <a:pt x="314009" y="540319"/>
                    <a:pt x="312367" y="540432"/>
                  </a:cubicBezTo>
                  <a:cubicBezTo>
                    <a:pt x="311400" y="540555"/>
                    <a:pt x="310433" y="540677"/>
                    <a:pt x="309437" y="540804"/>
                  </a:cubicBezTo>
                  <a:cubicBezTo>
                    <a:pt x="309314" y="541295"/>
                    <a:pt x="309191" y="541786"/>
                    <a:pt x="309065" y="542292"/>
                  </a:cubicBezTo>
                  <a:cubicBezTo>
                    <a:pt x="308942" y="542783"/>
                    <a:pt x="308819" y="543275"/>
                    <a:pt x="308693" y="543781"/>
                  </a:cubicBezTo>
                  <a:cubicBezTo>
                    <a:pt x="307145" y="544110"/>
                    <a:pt x="305669" y="544201"/>
                    <a:pt x="304088" y="544249"/>
                  </a:cubicBezTo>
                  <a:cubicBezTo>
                    <a:pt x="303643" y="544340"/>
                    <a:pt x="303198" y="544431"/>
                    <a:pt x="302740" y="544525"/>
                  </a:cubicBezTo>
                  <a:cubicBezTo>
                    <a:pt x="302494" y="545261"/>
                    <a:pt x="302248" y="545998"/>
                    <a:pt x="301995" y="546757"/>
                  </a:cubicBezTo>
                  <a:cubicBezTo>
                    <a:pt x="300472" y="547282"/>
                    <a:pt x="298977" y="547508"/>
                    <a:pt x="297391" y="547780"/>
                  </a:cubicBezTo>
                  <a:cubicBezTo>
                    <a:pt x="296946" y="547934"/>
                    <a:pt x="296501" y="548087"/>
                    <a:pt x="296042" y="548245"/>
                  </a:cubicBezTo>
                  <a:cubicBezTo>
                    <a:pt x="295797" y="548982"/>
                    <a:pt x="295551" y="549719"/>
                    <a:pt x="295298" y="550478"/>
                  </a:cubicBezTo>
                  <a:cubicBezTo>
                    <a:pt x="293751" y="550825"/>
                    <a:pt x="292276" y="550852"/>
                    <a:pt x="290694" y="550920"/>
                  </a:cubicBezTo>
                  <a:cubicBezTo>
                    <a:pt x="290249" y="551019"/>
                    <a:pt x="289804" y="551119"/>
                    <a:pt x="289345" y="551222"/>
                  </a:cubicBezTo>
                  <a:cubicBezTo>
                    <a:pt x="289099" y="551959"/>
                    <a:pt x="288854" y="552695"/>
                    <a:pt x="288601" y="553454"/>
                  </a:cubicBezTo>
                  <a:cubicBezTo>
                    <a:pt x="286310" y="554002"/>
                    <a:pt x="284258" y="554199"/>
                    <a:pt x="281904" y="554199"/>
                  </a:cubicBezTo>
                  <a:cubicBezTo>
                    <a:pt x="281904" y="555181"/>
                    <a:pt x="281904" y="556163"/>
                    <a:pt x="281904" y="557175"/>
                  </a:cubicBezTo>
                  <a:cubicBezTo>
                    <a:pt x="280453" y="557267"/>
                    <a:pt x="280453" y="557267"/>
                    <a:pt x="278974" y="557361"/>
                  </a:cubicBezTo>
                  <a:cubicBezTo>
                    <a:pt x="277342" y="557514"/>
                    <a:pt x="277342" y="557514"/>
                    <a:pt x="275950" y="557919"/>
                  </a:cubicBezTo>
                  <a:cubicBezTo>
                    <a:pt x="275828" y="558410"/>
                    <a:pt x="275705" y="558901"/>
                    <a:pt x="275578" y="559407"/>
                  </a:cubicBezTo>
                  <a:cubicBezTo>
                    <a:pt x="275456" y="559899"/>
                    <a:pt x="275333" y="560390"/>
                    <a:pt x="275206" y="560896"/>
                  </a:cubicBezTo>
                  <a:cubicBezTo>
                    <a:pt x="273659" y="561225"/>
                    <a:pt x="272182" y="561316"/>
                    <a:pt x="270602" y="561364"/>
                  </a:cubicBezTo>
                  <a:cubicBezTo>
                    <a:pt x="270157" y="561455"/>
                    <a:pt x="269712" y="561546"/>
                    <a:pt x="269253" y="561640"/>
                  </a:cubicBezTo>
                  <a:cubicBezTo>
                    <a:pt x="269008" y="562377"/>
                    <a:pt x="268762" y="563113"/>
                    <a:pt x="268509" y="563872"/>
                  </a:cubicBezTo>
                  <a:cubicBezTo>
                    <a:pt x="266971" y="564253"/>
                    <a:pt x="266971" y="564253"/>
                    <a:pt x="265114" y="564384"/>
                  </a:cubicBezTo>
                  <a:cubicBezTo>
                    <a:pt x="264499" y="564433"/>
                    <a:pt x="263884" y="564482"/>
                    <a:pt x="263251" y="564532"/>
                  </a:cubicBezTo>
                  <a:cubicBezTo>
                    <a:pt x="262538" y="564574"/>
                    <a:pt x="262538" y="564574"/>
                    <a:pt x="261812" y="564616"/>
                  </a:cubicBezTo>
                  <a:cubicBezTo>
                    <a:pt x="261812" y="565599"/>
                    <a:pt x="261812" y="566581"/>
                    <a:pt x="261812" y="567593"/>
                  </a:cubicBezTo>
                  <a:cubicBezTo>
                    <a:pt x="260546" y="567708"/>
                    <a:pt x="260546" y="567708"/>
                    <a:pt x="259254" y="567826"/>
                  </a:cubicBezTo>
                  <a:cubicBezTo>
                    <a:pt x="258379" y="567994"/>
                    <a:pt x="257504" y="568163"/>
                    <a:pt x="256603" y="568337"/>
                  </a:cubicBezTo>
                  <a:cubicBezTo>
                    <a:pt x="256357" y="569074"/>
                    <a:pt x="256112" y="569811"/>
                    <a:pt x="255859" y="570570"/>
                  </a:cubicBezTo>
                  <a:cubicBezTo>
                    <a:pt x="254321" y="570950"/>
                    <a:pt x="254321" y="570950"/>
                    <a:pt x="252464" y="571081"/>
                  </a:cubicBezTo>
                  <a:cubicBezTo>
                    <a:pt x="251849" y="571130"/>
                    <a:pt x="251234" y="571179"/>
                    <a:pt x="250600" y="571229"/>
                  </a:cubicBezTo>
                  <a:cubicBezTo>
                    <a:pt x="249888" y="571271"/>
                    <a:pt x="249888" y="571271"/>
                    <a:pt x="249161" y="571314"/>
                  </a:cubicBezTo>
                  <a:cubicBezTo>
                    <a:pt x="249161" y="572296"/>
                    <a:pt x="249161" y="573278"/>
                    <a:pt x="249161" y="574290"/>
                  </a:cubicBezTo>
                  <a:cubicBezTo>
                    <a:pt x="246951" y="574290"/>
                    <a:pt x="244741" y="574290"/>
                    <a:pt x="242464" y="574290"/>
                  </a:cubicBezTo>
                  <a:cubicBezTo>
                    <a:pt x="242464" y="575518"/>
                    <a:pt x="242464" y="576746"/>
                    <a:pt x="242464" y="578011"/>
                  </a:cubicBezTo>
                  <a:cubicBezTo>
                    <a:pt x="240500" y="578011"/>
                    <a:pt x="238535" y="578011"/>
                    <a:pt x="236511" y="578011"/>
                  </a:cubicBezTo>
                  <a:cubicBezTo>
                    <a:pt x="236511" y="578993"/>
                    <a:pt x="236511" y="579976"/>
                    <a:pt x="236511" y="580988"/>
                  </a:cubicBezTo>
                  <a:cubicBezTo>
                    <a:pt x="234301" y="581233"/>
                    <a:pt x="232091" y="581479"/>
                    <a:pt x="229814" y="581732"/>
                  </a:cubicBezTo>
                  <a:cubicBezTo>
                    <a:pt x="229814" y="582714"/>
                    <a:pt x="229814" y="583696"/>
                    <a:pt x="229814" y="584708"/>
                  </a:cubicBezTo>
                  <a:cubicBezTo>
                    <a:pt x="228288" y="584829"/>
                    <a:pt x="226762" y="584950"/>
                    <a:pt x="225236" y="585072"/>
                  </a:cubicBezTo>
                  <a:cubicBezTo>
                    <a:pt x="224782" y="585197"/>
                    <a:pt x="224328" y="585323"/>
                    <a:pt x="223861" y="585452"/>
                  </a:cubicBezTo>
                  <a:cubicBezTo>
                    <a:pt x="223615" y="586189"/>
                    <a:pt x="223370" y="586926"/>
                    <a:pt x="223116" y="587685"/>
                  </a:cubicBezTo>
                  <a:cubicBezTo>
                    <a:pt x="221569" y="588208"/>
                    <a:pt x="220049" y="588436"/>
                    <a:pt x="218439" y="588708"/>
                  </a:cubicBezTo>
                  <a:cubicBezTo>
                    <a:pt x="218018" y="588861"/>
                    <a:pt x="217597" y="589015"/>
                    <a:pt x="217163" y="589173"/>
                  </a:cubicBezTo>
                  <a:cubicBezTo>
                    <a:pt x="217163" y="589910"/>
                    <a:pt x="217163" y="590646"/>
                    <a:pt x="217163" y="591406"/>
                  </a:cubicBezTo>
                  <a:cubicBezTo>
                    <a:pt x="216451" y="591341"/>
                    <a:pt x="216451" y="591341"/>
                    <a:pt x="215724" y="591275"/>
                  </a:cubicBezTo>
                  <a:cubicBezTo>
                    <a:pt x="213911" y="591176"/>
                    <a:pt x="212260" y="591114"/>
                    <a:pt x="210466" y="591406"/>
                  </a:cubicBezTo>
                  <a:cubicBezTo>
                    <a:pt x="209912" y="593248"/>
                    <a:pt x="209912" y="593248"/>
                    <a:pt x="209722" y="595126"/>
                  </a:cubicBezTo>
                  <a:cubicBezTo>
                    <a:pt x="208234" y="595158"/>
                    <a:pt x="206745" y="595157"/>
                    <a:pt x="205257" y="595126"/>
                  </a:cubicBezTo>
                  <a:cubicBezTo>
                    <a:pt x="204935" y="595840"/>
                    <a:pt x="204935" y="595840"/>
                    <a:pt x="204606" y="596568"/>
                  </a:cubicBezTo>
                  <a:cubicBezTo>
                    <a:pt x="204192" y="597328"/>
                    <a:pt x="204192" y="597328"/>
                    <a:pt x="203769" y="598103"/>
                  </a:cubicBezTo>
                  <a:cubicBezTo>
                    <a:pt x="201765" y="598620"/>
                    <a:pt x="199896" y="598713"/>
                    <a:pt x="197816" y="598847"/>
                  </a:cubicBezTo>
                  <a:cubicBezTo>
                    <a:pt x="197816" y="599829"/>
                    <a:pt x="197816" y="600811"/>
                    <a:pt x="197816" y="601823"/>
                  </a:cubicBezTo>
                  <a:cubicBezTo>
                    <a:pt x="195606" y="601823"/>
                    <a:pt x="193395" y="601823"/>
                    <a:pt x="191118" y="601823"/>
                  </a:cubicBezTo>
                  <a:cubicBezTo>
                    <a:pt x="191118" y="602806"/>
                    <a:pt x="191118" y="603788"/>
                    <a:pt x="191118" y="604800"/>
                  </a:cubicBezTo>
                  <a:cubicBezTo>
                    <a:pt x="189852" y="604892"/>
                    <a:pt x="189852" y="604892"/>
                    <a:pt x="188560" y="604986"/>
                  </a:cubicBezTo>
                  <a:cubicBezTo>
                    <a:pt x="187686" y="605170"/>
                    <a:pt x="186811" y="605354"/>
                    <a:pt x="185909" y="605544"/>
                  </a:cubicBezTo>
                  <a:cubicBezTo>
                    <a:pt x="185802" y="606035"/>
                    <a:pt x="185695" y="606526"/>
                    <a:pt x="185584" y="607032"/>
                  </a:cubicBezTo>
                  <a:cubicBezTo>
                    <a:pt x="185377" y="607769"/>
                    <a:pt x="185377" y="607769"/>
                    <a:pt x="185165" y="608521"/>
                  </a:cubicBezTo>
                  <a:cubicBezTo>
                    <a:pt x="183643" y="608714"/>
                    <a:pt x="182118" y="608901"/>
                    <a:pt x="180587" y="609006"/>
                  </a:cubicBezTo>
                  <a:cubicBezTo>
                    <a:pt x="179907" y="609134"/>
                    <a:pt x="179907" y="609134"/>
                    <a:pt x="179212" y="609265"/>
                  </a:cubicBezTo>
                  <a:cubicBezTo>
                    <a:pt x="178967" y="609771"/>
                    <a:pt x="178721" y="610278"/>
                    <a:pt x="178468" y="610800"/>
                  </a:cubicBezTo>
                  <a:cubicBezTo>
                    <a:pt x="178223" y="611276"/>
                    <a:pt x="177977" y="611751"/>
                    <a:pt x="177724" y="612241"/>
                  </a:cubicBezTo>
                  <a:cubicBezTo>
                    <a:pt x="175682" y="612525"/>
                    <a:pt x="173845" y="612375"/>
                    <a:pt x="171771" y="612241"/>
                  </a:cubicBezTo>
                  <a:cubicBezTo>
                    <a:pt x="171771" y="613224"/>
                    <a:pt x="171771" y="614206"/>
                    <a:pt x="171771" y="615218"/>
                  </a:cubicBezTo>
                  <a:cubicBezTo>
                    <a:pt x="170505" y="615310"/>
                    <a:pt x="170505" y="615310"/>
                    <a:pt x="169213" y="615404"/>
                  </a:cubicBezTo>
                  <a:cubicBezTo>
                    <a:pt x="168338" y="615588"/>
                    <a:pt x="167463" y="615772"/>
                    <a:pt x="166562" y="615962"/>
                  </a:cubicBezTo>
                  <a:cubicBezTo>
                    <a:pt x="166439" y="616453"/>
                    <a:pt x="166316" y="616944"/>
                    <a:pt x="166190" y="617450"/>
                  </a:cubicBezTo>
                  <a:cubicBezTo>
                    <a:pt x="166067" y="617942"/>
                    <a:pt x="165944" y="618433"/>
                    <a:pt x="165818" y="618939"/>
                  </a:cubicBezTo>
                  <a:cubicBezTo>
                    <a:pt x="164086" y="619217"/>
                    <a:pt x="162349" y="619465"/>
                    <a:pt x="160609" y="619683"/>
                  </a:cubicBezTo>
                  <a:cubicBezTo>
                    <a:pt x="160363" y="620420"/>
                    <a:pt x="160118" y="621156"/>
                    <a:pt x="159865" y="621915"/>
                  </a:cubicBezTo>
                  <a:cubicBezTo>
                    <a:pt x="158342" y="622440"/>
                    <a:pt x="156846" y="622667"/>
                    <a:pt x="155260" y="622938"/>
                  </a:cubicBezTo>
                  <a:cubicBezTo>
                    <a:pt x="154815" y="623092"/>
                    <a:pt x="154370" y="623245"/>
                    <a:pt x="153911" y="623404"/>
                  </a:cubicBezTo>
                  <a:cubicBezTo>
                    <a:pt x="153666" y="624140"/>
                    <a:pt x="153420" y="624877"/>
                    <a:pt x="153167" y="625636"/>
                  </a:cubicBezTo>
                  <a:cubicBezTo>
                    <a:pt x="151646" y="625805"/>
                    <a:pt x="150124" y="625971"/>
                    <a:pt x="148598" y="626095"/>
                  </a:cubicBezTo>
                  <a:cubicBezTo>
                    <a:pt x="147913" y="626236"/>
                    <a:pt x="147913" y="626236"/>
                    <a:pt x="147214" y="626380"/>
                  </a:cubicBezTo>
                  <a:cubicBezTo>
                    <a:pt x="146315" y="627869"/>
                    <a:pt x="146315" y="627869"/>
                    <a:pt x="145726" y="629357"/>
                  </a:cubicBezTo>
                  <a:cubicBezTo>
                    <a:pt x="144486" y="629357"/>
                    <a:pt x="143245" y="629357"/>
                    <a:pt x="142005" y="629357"/>
                  </a:cubicBezTo>
                  <a:cubicBezTo>
                    <a:pt x="141683" y="630070"/>
                    <a:pt x="141683" y="630070"/>
                    <a:pt x="141354" y="630798"/>
                  </a:cubicBezTo>
                  <a:cubicBezTo>
                    <a:pt x="141078" y="631305"/>
                    <a:pt x="140801" y="631811"/>
                    <a:pt x="140517" y="632333"/>
                  </a:cubicBezTo>
                  <a:cubicBezTo>
                    <a:pt x="138781" y="632581"/>
                    <a:pt x="137044" y="632829"/>
                    <a:pt x="135308" y="633077"/>
                  </a:cubicBezTo>
                  <a:cubicBezTo>
                    <a:pt x="135062" y="633569"/>
                    <a:pt x="134817" y="634060"/>
                    <a:pt x="134564" y="634566"/>
                  </a:cubicBezTo>
                  <a:cubicBezTo>
                    <a:pt x="134318" y="635057"/>
                    <a:pt x="134073" y="635548"/>
                    <a:pt x="133820" y="636054"/>
                  </a:cubicBezTo>
                  <a:cubicBezTo>
                    <a:pt x="132087" y="636328"/>
                    <a:pt x="130351" y="636577"/>
                    <a:pt x="128611" y="636798"/>
                  </a:cubicBezTo>
                  <a:cubicBezTo>
                    <a:pt x="128365" y="637535"/>
                    <a:pt x="128119" y="638271"/>
                    <a:pt x="127866" y="639031"/>
                  </a:cubicBezTo>
                  <a:cubicBezTo>
                    <a:pt x="127007" y="639138"/>
                    <a:pt x="126147" y="639245"/>
                    <a:pt x="125262" y="639356"/>
                  </a:cubicBezTo>
                  <a:cubicBezTo>
                    <a:pt x="124402" y="639494"/>
                    <a:pt x="123543" y="639632"/>
                    <a:pt x="122657" y="639775"/>
                  </a:cubicBezTo>
                  <a:cubicBezTo>
                    <a:pt x="122550" y="640266"/>
                    <a:pt x="122443" y="640757"/>
                    <a:pt x="122332" y="641263"/>
                  </a:cubicBezTo>
                  <a:cubicBezTo>
                    <a:pt x="122125" y="642000"/>
                    <a:pt x="122125" y="642000"/>
                    <a:pt x="121913" y="642751"/>
                  </a:cubicBezTo>
                  <a:cubicBezTo>
                    <a:pt x="120366" y="643080"/>
                    <a:pt x="118890" y="643171"/>
                    <a:pt x="117309" y="643219"/>
                  </a:cubicBezTo>
                  <a:cubicBezTo>
                    <a:pt x="116641" y="643356"/>
                    <a:pt x="116641" y="643356"/>
                    <a:pt x="115960" y="643495"/>
                  </a:cubicBezTo>
                  <a:cubicBezTo>
                    <a:pt x="115715" y="644232"/>
                    <a:pt x="115469" y="644969"/>
                    <a:pt x="115216" y="645728"/>
                  </a:cubicBezTo>
                  <a:cubicBezTo>
                    <a:pt x="113668" y="646251"/>
                    <a:pt x="112149" y="646479"/>
                    <a:pt x="110539" y="646751"/>
                  </a:cubicBezTo>
                  <a:cubicBezTo>
                    <a:pt x="110118" y="646904"/>
                    <a:pt x="109697" y="647058"/>
                    <a:pt x="109263" y="647216"/>
                  </a:cubicBezTo>
                  <a:cubicBezTo>
                    <a:pt x="109263" y="647953"/>
                    <a:pt x="109263" y="648689"/>
                    <a:pt x="109263" y="649448"/>
                  </a:cubicBezTo>
                  <a:cubicBezTo>
                    <a:pt x="108296" y="649372"/>
                    <a:pt x="107329" y="649295"/>
                    <a:pt x="106333" y="649216"/>
                  </a:cubicBezTo>
                  <a:cubicBezTo>
                    <a:pt x="104709" y="649153"/>
                    <a:pt x="104709" y="649153"/>
                    <a:pt x="103310" y="649448"/>
                  </a:cubicBezTo>
                  <a:cubicBezTo>
                    <a:pt x="103025" y="650681"/>
                    <a:pt x="102779" y="651922"/>
                    <a:pt x="102566" y="653169"/>
                  </a:cubicBezTo>
                  <a:cubicBezTo>
                    <a:pt x="100839" y="653478"/>
                    <a:pt x="99101" y="653726"/>
                    <a:pt x="97357" y="653913"/>
                  </a:cubicBezTo>
                  <a:cubicBezTo>
                    <a:pt x="97111" y="654650"/>
                    <a:pt x="96866" y="655387"/>
                    <a:pt x="96613" y="656146"/>
                  </a:cubicBezTo>
                  <a:cubicBezTo>
                    <a:pt x="95238" y="656527"/>
                    <a:pt x="95238" y="656527"/>
                    <a:pt x="93589" y="656657"/>
                  </a:cubicBezTo>
                  <a:cubicBezTo>
                    <a:pt x="92139" y="656772"/>
                    <a:pt x="92139" y="656772"/>
                    <a:pt x="90659" y="656890"/>
                  </a:cubicBezTo>
                  <a:cubicBezTo>
                    <a:pt x="90659" y="657872"/>
                    <a:pt x="90659" y="658854"/>
                    <a:pt x="90659" y="659866"/>
                  </a:cubicBezTo>
                  <a:cubicBezTo>
                    <a:pt x="88449" y="659866"/>
                    <a:pt x="86239" y="659866"/>
                    <a:pt x="83962" y="659866"/>
                  </a:cubicBezTo>
                  <a:cubicBezTo>
                    <a:pt x="83962" y="660849"/>
                    <a:pt x="83962" y="661831"/>
                    <a:pt x="83962" y="662843"/>
                  </a:cubicBezTo>
                  <a:cubicBezTo>
                    <a:pt x="81998" y="663089"/>
                    <a:pt x="80033" y="663334"/>
                    <a:pt x="78009" y="663587"/>
                  </a:cubicBezTo>
                  <a:cubicBezTo>
                    <a:pt x="78009" y="664569"/>
                    <a:pt x="78009" y="665552"/>
                    <a:pt x="78009" y="666564"/>
                  </a:cubicBezTo>
                  <a:cubicBezTo>
                    <a:pt x="75799" y="666809"/>
                    <a:pt x="73589" y="667055"/>
                    <a:pt x="71312" y="667308"/>
                  </a:cubicBezTo>
                  <a:cubicBezTo>
                    <a:pt x="71312" y="668290"/>
                    <a:pt x="71312" y="669272"/>
                    <a:pt x="71312" y="670284"/>
                  </a:cubicBezTo>
                  <a:cubicBezTo>
                    <a:pt x="69102" y="670284"/>
                    <a:pt x="66892" y="670284"/>
                    <a:pt x="64615" y="670284"/>
                  </a:cubicBezTo>
                  <a:cubicBezTo>
                    <a:pt x="64615" y="671267"/>
                    <a:pt x="64615" y="672249"/>
                    <a:pt x="64615" y="673261"/>
                  </a:cubicBezTo>
                  <a:cubicBezTo>
                    <a:pt x="63348" y="673353"/>
                    <a:pt x="63348" y="673353"/>
                    <a:pt x="62057" y="673447"/>
                  </a:cubicBezTo>
                  <a:cubicBezTo>
                    <a:pt x="61182" y="673631"/>
                    <a:pt x="60307" y="673815"/>
                    <a:pt x="59406" y="674005"/>
                  </a:cubicBezTo>
                  <a:cubicBezTo>
                    <a:pt x="59297" y="674499"/>
                    <a:pt x="59189" y="674993"/>
                    <a:pt x="59077" y="675502"/>
                  </a:cubicBezTo>
                  <a:cubicBezTo>
                    <a:pt x="58940" y="675990"/>
                    <a:pt x="58803" y="676479"/>
                    <a:pt x="58661" y="676982"/>
                  </a:cubicBezTo>
                  <a:cubicBezTo>
                    <a:pt x="57150" y="677357"/>
                    <a:pt x="57150" y="677357"/>
                    <a:pt x="55313" y="677400"/>
                  </a:cubicBezTo>
                  <a:cubicBezTo>
                    <a:pt x="53521" y="677402"/>
                    <a:pt x="53521" y="677402"/>
                    <a:pt x="51964" y="677726"/>
                  </a:cubicBezTo>
                  <a:cubicBezTo>
                    <a:pt x="51719" y="678463"/>
                    <a:pt x="51473" y="679199"/>
                    <a:pt x="51220" y="679958"/>
                  </a:cubicBezTo>
                  <a:cubicBezTo>
                    <a:pt x="50360" y="679928"/>
                    <a:pt x="49501" y="679897"/>
                    <a:pt x="48615" y="679865"/>
                  </a:cubicBezTo>
                  <a:cubicBezTo>
                    <a:pt x="47326" y="679911"/>
                    <a:pt x="47326" y="679911"/>
                    <a:pt x="46011" y="679958"/>
                  </a:cubicBezTo>
                  <a:cubicBezTo>
                    <a:pt x="45904" y="680557"/>
                    <a:pt x="45796" y="681155"/>
                    <a:pt x="45685" y="681772"/>
                  </a:cubicBezTo>
                  <a:cubicBezTo>
                    <a:pt x="45547" y="682401"/>
                    <a:pt x="45409" y="683031"/>
                    <a:pt x="45267" y="683679"/>
                  </a:cubicBezTo>
                  <a:cubicBezTo>
                    <a:pt x="43708" y="684071"/>
                    <a:pt x="42268" y="684144"/>
                    <a:pt x="40662" y="684173"/>
                  </a:cubicBezTo>
                  <a:cubicBezTo>
                    <a:pt x="39995" y="684297"/>
                    <a:pt x="39995" y="684297"/>
                    <a:pt x="39314" y="684423"/>
                  </a:cubicBezTo>
                  <a:cubicBezTo>
                    <a:pt x="39068" y="685160"/>
                    <a:pt x="38823" y="685896"/>
                    <a:pt x="38570" y="686656"/>
                  </a:cubicBezTo>
                  <a:cubicBezTo>
                    <a:pt x="37195" y="687036"/>
                    <a:pt x="37195" y="687036"/>
                    <a:pt x="35547" y="687167"/>
                  </a:cubicBezTo>
                  <a:cubicBezTo>
                    <a:pt x="34096" y="687282"/>
                    <a:pt x="34096" y="687282"/>
                    <a:pt x="32616" y="687400"/>
                  </a:cubicBezTo>
                  <a:cubicBezTo>
                    <a:pt x="32616" y="688382"/>
                    <a:pt x="32616" y="689364"/>
                    <a:pt x="32616" y="690376"/>
                  </a:cubicBezTo>
                  <a:cubicBezTo>
                    <a:pt x="31090" y="690473"/>
                    <a:pt x="29564" y="690570"/>
                    <a:pt x="28038" y="690667"/>
                  </a:cubicBezTo>
                  <a:cubicBezTo>
                    <a:pt x="27585" y="690817"/>
                    <a:pt x="27131" y="690966"/>
                    <a:pt x="26663" y="691120"/>
                  </a:cubicBezTo>
                  <a:cubicBezTo>
                    <a:pt x="26547" y="691614"/>
                    <a:pt x="26431" y="692108"/>
                    <a:pt x="26312" y="692617"/>
                  </a:cubicBezTo>
                  <a:cubicBezTo>
                    <a:pt x="26182" y="693106"/>
                    <a:pt x="26053" y="693594"/>
                    <a:pt x="25919" y="694097"/>
                  </a:cubicBezTo>
                  <a:cubicBezTo>
                    <a:pt x="24408" y="694472"/>
                    <a:pt x="24408" y="694472"/>
                    <a:pt x="22571" y="694516"/>
                  </a:cubicBezTo>
                  <a:cubicBezTo>
                    <a:pt x="20779" y="694517"/>
                    <a:pt x="20779" y="694517"/>
                    <a:pt x="19222" y="694841"/>
                  </a:cubicBezTo>
                  <a:cubicBezTo>
                    <a:pt x="18976" y="695578"/>
                    <a:pt x="18731" y="696314"/>
                    <a:pt x="18478" y="697073"/>
                  </a:cubicBezTo>
                  <a:cubicBezTo>
                    <a:pt x="16022" y="697073"/>
                    <a:pt x="13566" y="697073"/>
                    <a:pt x="11036" y="697073"/>
                  </a:cubicBezTo>
                  <a:cubicBezTo>
                    <a:pt x="10791" y="691917"/>
                    <a:pt x="10545" y="686760"/>
                    <a:pt x="10292" y="681447"/>
                  </a:cubicBezTo>
                  <a:cubicBezTo>
                    <a:pt x="9556" y="681447"/>
                    <a:pt x="8819" y="681447"/>
                    <a:pt x="8060" y="681447"/>
                  </a:cubicBezTo>
                  <a:cubicBezTo>
                    <a:pt x="8045" y="680887"/>
                    <a:pt x="8030" y="680327"/>
                    <a:pt x="8015" y="679751"/>
                  </a:cubicBezTo>
                  <a:cubicBezTo>
                    <a:pt x="7945" y="677231"/>
                    <a:pt x="7863" y="674711"/>
                    <a:pt x="7781" y="672191"/>
                  </a:cubicBezTo>
                  <a:cubicBezTo>
                    <a:pt x="7746" y="670870"/>
                    <a:pt x="7746" y="670870"/>
                    <a:pt x="7711" y="669521"/>
                  </a:cubicBezTo>
                  <a:cubicBezTo>
                    <a:pt x="7682" y="668684"/>
                    <a:pt x="7653" y="667848"/>
                    <a:pt x="7624" y="666985"/>
                  </a:cubicBezTo>
                  <a:cubicBezTo>
                    <a:pt x="7600" y="666210"/>
                    <a:pt x="7577" y="665434"/>
                    <a:pt x="7553" y="664635"/>
                  </a:cubicBezTo>
                  <a:cubicBezTo>
                    <a:pt x="7475" y="664044"/>
                    <a:pt x="7396" y="663452"/>
                    <a:pt x="7316" y="662843"/>
                  </a:cubicBezTo>
                  <a:cubicBezTo>
                    <a:pt x="6825" y="662597"/>
                    <a:pt x="6333" y="662352"/>
                    <a:pt x="5827" y="662099"/>
                  </a:cubicBezTo>
                  <a:cubicBezTo>
                    <a:pt x="5626" y="660274"/>
                    <a:pt x="5626" y="660274"/>
                    <a:pt x="5598" y="657872"/>
                  </a:cubicBezTo>
                  <a:cubicBezTo>
                    <a:pt x="5579" y="657012"/>
                    <a:pt x="5560" y="656152"/>
                    <a:pt x="5541" y="655265"/>
                  </a:cubicBezTo>
                  <a:cubicBezTo>
                    <a:pt x="5515" y="653440"/>
                    <a:pt x="5492" y="651614"/>
                    <a:pt x="5471" y="649789"/>
                  </a:cubicBezTo>
                  <a:cubicBezTo>
                    <a:pt x="5442" y="648495"/>
                    <a:pt x="5442" y="648495"/>
                    <a:pt x="5412" y="647175"/>
                  </a:cubicBezTo>
                  <a:cubicBezTo>
                    <a:pt x="5402" y="646381"/>
                    <a:pt x="5392" y="645587"/>
                    <a:pt x="5381" y="644769"/>
                  </a:cubicBezTo>
                  <a:cubicBezTo>
                    <a:pt x="5298" y="642731"/>
                    <a:pt x="5298" y="642731"/>
                    <a:pt x="3964" y="641734"/>
                  </a:cubicBezTo>
                  <a:cubicBezTo>
                    <a:pt x="2459" y="640091"/>
                    <a:pt x="2580" y="639123"/>
                    <a:pt x="2597" y="636918"/>
                  </a:cubicBezTo>
                  <a:cubicBezTo>
                    <a:pt x="2598" y="636188"/>
                    <a:pt x="2598" y="635458"/>
                    <a:pt x="2598" y="634707"/>
                  </a:cubicBezTo>
                  <a:cubicBezTo>
                    <a:pt x="2609" y="633920"/>
                    <a:pt x="2621" y="633134"/>
                    <a:pt x="2633" y="632325"/>
                  </a:cubicBezTo>
                  <a:cubicBezTo>
                    <a:pt x="2636" y="631518"/>
                    <a:pt x="2639" y="630712"/>
                    <a:pt x="2642" y="629882"/>
                  </a:cubicBezTo>
                  <a:cubicBezTo>
                    <a:pt x="2655" y="627303"/>
                    <a:pt x="2683" y="624726"/>
                    <a:pt x="2711" y="622148"/>
                  </a:cubicBezTo>
                  <a:cubicBezTo>
                    <a:pt x="2722" y="620401"/>
                    <a:pt x="2733" y="618655"/>
                    <a:pt x="2742" y="616908"/>
                  </a:cubicBezTo>
                  <a:cubicBezTo>
                    <a:pt x="2766" y="612624"/>
                    <a:pt x="2804" y="608340"/>
                    <a:pt x="2851" y="604056"/>
                  </a:cubicBezTo>
                  <a:cubicBezTo>
                    <a:pt x="2360" y="604056"/>
                    <a:pt x="1869" y="604056"/>
                    <a:pt x="1363" y="604056"/>
                  </a:cubicBezTo>
                  <a:cubicBezTo>
                    <a:pt x="1345" y="593299"/>
                    <a:pt x="1332" y="582542"/>
                    <a:pt x="1324" y="571786"/>
                  </a:cubicBezTo>
                  <a:cubicBezTo>
                    <a:pt x="1320" y="566791"/>
                    <a:pt x="1315" y="561797"/>
                    <a:pt x="1306" y="556803"/>
                  </a:cubicBezTo>
                  <a:cubicBezTo>
                    <a:pt x="1298" y="551988"/>
                    <a:pt x="1294" y="547172"/>
                    <a:pt x="1292" y="542357"/>
                  </a:cubicBezTo>
                  <a:cubicBezTo>
                    <a:pt x="1291" y="540515"/>
                    <a:pt x="1288" y="538674"/>
                    <a:pt x="1284" y="536832"/>
                  </a:cubicBezTo>
                  <a:cubicBezTo>
                    <a:pt x="1279" y="534262"/>
                    <a:pt x="1278" y="531693"/>
                    <a:pt x="1278" y="529123"/>
                  </a:cubicBezTo>
                  <a:cubicBezTo>
                    <a:pt x="1275" y="528353"/>
                    <a:pt x="1273" y="527584"/>
                    <a:pt x="1270" y="526791"/>
                  </a:cubicBezTo>
                  <a:cubicBezTo>
                    <a:pt x="1271" y="526095"/>
                    <a:pt x="1272" y="525399"/>
                    <a:pt x="1273" y="524682"/>
                  </a:cubicBezTo>
                  <a:cubicBezTo>
                    <a:pt x="1272" y="524073"/>
                    <a:pt x="1272" y="523465"/>
                    <a:pt x="1271" y="522838"/>
                  </a:cubicBezTo>
                  <a:cubicBezTo>
                    <a:pt x="1363" y="521456"/>
                    <a:pt x="1363" y="521456"/>
                    <a:pt x="2107" y="520712"/>
                  </a:cubicBezTo>
                  <a:cubicBezTo>
                    <a:pt x="2186" y="519582"/>
                    <a:pt x="2216" y="518449"/>
                    <a:pt x="2224" y="517316"/>
                  </a:cubicBezTo>
                  <a:cubicBezTo>
                    <a:pt x="2232" y="516593"/>
                    <a:pt x="2239" y="515870"/>
                    <a:pt x="2247" y="515126"/>
                  </a:cubicBezTo>
                  <a:cubicBezTo>
                    <a:pt x="2253" y="514339"/>
                    <a:pt x="2258" y="513552"/>
                    <a:pt x="2264" y="512742"/>
                  </a:cubicBezTo>
                  <a:cubicBezTo>
                    <a:pt x="2285" y="511093"/>
                    <a:pt x="2306" y="509443"/>
                    <a:pt x="2328" y="507794"/>
                  </a:cubicBezTo>
                  <a:cubicBezTo>
                    <a:pt x="2358" y="505181"/>
                    <a:pt x="2386" y="502569"/>
                    <a:pt x="2405" y="499955"/>
                  </a:cubicBezTo>
                  <a:cubicBezTo>
                    <a:pt x="2426" y="497443"/>
                    <a:pt x="2460" y="494930"/>
                    <a:pt x="2496" y="492417"/>
                  </a:cubicBezTo>
                  <a:cubicBezTo>
                    <a:pt x="2499" y="491634"/>
                    <a:pt x="2501" y="490850"/>
                    <a:pt x="2504" y="490042"/>
                  </a:cubicBezTo>
                  <a:cubicBezTo>
                    <a:pt x="2516" y="489315"/>
                    <a:pt x="2528" y="488588"/>
                    <a:pt x="2541" y="487838"/>
                  </a:cubicBezTo>
                  <a:cubicBezTo>
                    <a:pt x="2547" y="487198"/>
                    <a:pt x="2553" y="486557"/>
                    <a:pt x="2559" y="485897"/>
                  </a:cubicBezTo>
                  <a:cubicBezTo>
                    <a:pt x="2913" y="483896"/>
                    <a:pt x="3621" y="483363"/>
                    <a:pt x="5083" y="482017"/>
                  </a:cubicBezTo>
                  <a:cubicBezTo>
                    <a:pt x="5436" y="479796"/>
                    <a:pt x="5436" y="479796"/>
                    <a:pt x="5412" y="477267"/>
                  </a:cubicBezTo>
                  <a:cubicBezTo>
                    <a:pt x="5431" y="476338"/>
                    <a:pt x="5451" y="475408"/>
                    <a:pt x="5471" y="474450"/>
                  </a:cubicBezTo>
                  <a:cubicBezTo>
                    <a:pt x="5481" y="473479"/>
                    <a:pt x="5491" y="472507"/>
                    <a:pt x="5502" y="471506"/>
                  </a:cubicBezTo>
                  <a:cubicBezTo>
                    <a:pt x="5527" y="469581"/>
                    <a:pt x="5559" y="467657"/>
                    <a:pt x="5598" y="465733"/>
                  </a:cubicBezTo>
                  <a:cubicBezTo>
                    <a:pt x="5607" y="464878"/>
                    <a:pt x="5616" y="464023"/>
                    <a:pt x="5626" y="463143"/>
                  </a:cubicBezTo>
                  <a:cubicBezTo>
                    <a:pt x="5692" y="462495"/>
                    <a:pt x="5759" y="461848"/>
                    <a:pt x="5827" y="461181"/>
                  </a:cubicBezTo>
                  <a:cubicBezTo>
                    <a:pt x="6319" y="460935"/>
                    <a:pt x="6810" y="460690"/>
                    <a:pt x="7316" y="460437"/>
                  </a:cubicBezTo>
                  <a:cubicBezTo>
                    <a:pt x="7558" y="458641"/>
                    <a:pt x="7558" y="458641"/>
                    <a:pt x="7545" y="456484"/>
                  </a:cubicBezTo>
                  <a:cubicBezTo>
                    <a:pt x="7564" y="455684"/>
                    <a:pt x="7583" y="454884"/>
                    <a:pt x="7602" y="454059"/>
                  </a:cubicBezTo>
                  <a:cubicBezTo>
                    <a:pt x="7628" y="452358"/>
                    <a:pt x="7651" y="450656"/>
                    <a:pt x="7672" y="448955"/>
                  </a:cubicBezTo>
                  <a:cubicBezTo>
                    <a:pt x="7691" y="448155"/>
                    <a:pt x="7711" y="447355"/>
                    <a:pt x="7731" y="446531"/>
                  </a:cubicBezTo>
                  <a:cubicBezTo>
                    <a:pt x="7741" y="445791"/>
                    <a:pt x="7751" y="445052"/>
                    <a:pt x="7762" y="444290"/>
                  </a:cubicBezTo>
                  <a:cubicBezTo>
                    <a:pt x="7909" y="443442"/>
                    <a:pt x="7909" y="443442"/>
                    <a:pt x="8060" y="442577"/>
                  </a:cubicBezTo>
                  <a:cubicBezTo>
                    <a:pt x="8797" y="442332"/>
                    <a:pt x="9533" y="442086"/>
                    <a:pt x="10292" y="441833"/>
                  </a:cubicBezTo>
                  <a:cubicBezTo>
                    <a:pt x="10510" y="438966"/>
                    <a:pt x="10544" y="436166"/>
                    <a:pt x="10488" y="433295"/>
                  </a:cubicBezTo>
                  <a:cubicBezTo>
                    <a:pt x="10515" y="431573"/>
                    <a:pt x="10550" y="430092"/>
                    <a:pt x="11036" y="428439"/>
                  </a:cubicBezTo>
                  <a:cubicBezTo>
                    <a:pt x="13272" y="427372"/>
                    <a:pt x="13272" y="427372"/>
                    <a:pt x="15501" y="426950"/>
                  </a:cubicBezTo>
                  <a:cubicBezTo>
                    <a:pt x="15979" y="425411"/>
                    <a:pt x="15979" y="425411"/>
                    <a:pt x="16245" y="423974"/>
                  </a:cubicBezTo>
                  <a:cubicBezTo>
                    <a:pt x="17228" y="423974"/>
                    <a:pt x="18210" y="423974"/>
                    <a:pt x="19222" y="423974"/>
                  </a:cubicBezTo>
                  <a:cubicBezTo>
                    <a:pt x="19222" y="422992"/>
                    <a:pt x="19222" y="422009"/>
                    <a:pt x="19222" y="420997"/>
                  </a:cubicBezTo>
                  <a:cubicBezTo>
                    <a:pt x="20204" y="420997"/>
                    <a:pt x="21186" y="420997"/>
                    <a:pt x="22199" y="420997"/>
                  </a:cubicBezTo>
                  <a:cubicBezTo>
                    <a:pt x="22705" y="419762"/>
                    <a:pt x="23201" y="418521"/>
                    <a:pt x="23687" y="417277"/>
                  </a:cubicBezTo>
                  <a:cubicBezTo>
                    <a:pt x="24673" y="417008"/>
                    <a:pt x="25666" y="416758"/>
                    <a:pt x="26663" y="416532"/>
                  </a:cubicBezTo>
                  <a:cubicBezTo>
                    <a:pt x="26786" y="416026"/>
                    <a:pt x="26909" y="415520"/>
                    <a:pt x="27035" y="414998"/>
                  </a:cubicBezTo>
                  <a:cubicBezTo>
                    <a:pt x="27220" y="414284"/>
                    <a:pt x="27220" y="414284"/>
                    <a:pt x="27407" y="413556"/>
                  </a:cubicBezTo>
                  <a:cubicBezTo>
                    <a:pt x="28390" y="413556"/>
                    <a:pt x="29372" y="413556"/>
                    <a:pt x="30384" y="413556"/>
                  </a:cubicBezTo>
                  <a:cubicBezTo>
                    <a:pt x="30384" y="412574"/>
                    <a:pt x="30384" y="411591"/>
                    <a:pt x="30384" y="410579"/>
                  </a:cubicBezTo>
                  <a:cubicBezTo>
                    <a:pt x="31366" y="410579"/>
                    <a:pt x="32349" y="410579"/>
                    <a:pt x="33361" y="410579"/>
                  </a:cubicBezTo>
                  <a:cubicBezTo>
                    <a:pt x="33522" y="409866"/>
                    <a:pt x="33522" y="409866"/>
                    <a:pt x="33686" y="409138"/>
                  </a:cubicBezTo>
                  <a:cubicBezTo>
                    <a:pt x="33824" y="408631"/>
                    <a:pt x="33962" y="408125"/>
                    <a:pt x="34105" y="407603"/>
                  </a:cubicBezTo>
                  <a:cubicBezTo>
                    <a:pt x="34734" y="407480"/>
                    <a:pt x="35363" y="407357"/>
                    <a:pt x="36012" y="407231"/>
                  </a:cubicBezTo>
                  <a:cubicBezTo>
                    <a:pt x="36610" y="407108"/>
                    <a:pt x="37209" y="406985"/>
                    <a:pt x="37825" y="406859"/>
                  </a:cubicBezTo>
                  <a:cubicBezTo>
                    <a:pt x="37825" y="405876"/>
                    <a:pt x="37825" y="404894"/>
                    <a:pt x="37825" y="403882"/>
                  </a:cubicBezTo>
                  <a:cubicBezTo>
                    <a:pt x="39267" y="403464"/>
                    <a:pt x="39267" y="403464"/>
                    <a:pt x="40802" y="403138"/>
                  </a:cubicBezTo>
                  <a:cubicBezTo>
                    <a:pt x="41048" y="402401"/>
                    <a:pt x="41293" y="401665"/>
                    <a:pt x="41546" y="400906"/>
                  </a:cubicBezTo>
                  <a:cubicBezTo>
                    <a:pt x="42022" y="400675"/>
                    <a:pt x="42498" y="400445"/>
                    <a:pt x="42988" y="400208"/>
                  </a:cubicBezTo>
                  <a:cubicBezTo>
                    <a:pt x="44650" y="399546"/>
                    <a:pt x="44650" y="399546"/>
                    <a:pt x="45267" y="397882"/>
                  </a:cubicBezTo>
                  <a:cubicBezTo>
                    <a:pt x="45635" y="397169"/>
                    <a:pt x="45635" y="397169"/>
                    <a:pt x="46011" y="396441"/>
                  </a:cubicBezTo>
                  <a:cubicBezTo>
                    <a:pt x="46998" y="396172"/>
                    <a:pt x="47990" y="395922"/>
                    <a:pt x="48988" y="395697"/>
                  </a:cubicBezTo>
                  <a:cubicBezTo>
                    <a:pt x="49233" y="394960"/>
                    <a:pt x="49479" y="394223"/>
                    <a:pt x="49732" y="393464"/>
                  </a:cubicBezTo>
                  <a:cubicBezTo>
                    <a:pt x="50468" y="393219"/>
                    <a:pt x="51205" y="392973"/>
                    <a:pt x="51964" y="392720"/>
                  </a:cubicBezTo>
                  <a:cubicBezTo>
                    <a:pt x="52210" y="391983"/>
                    <a:pt x="52455" y="391247"/>
                    <a:pt x="52708" y="390488"/>
                  </a:cubicBezTo>
                  <a:cubicBezTo>
                    <a:pt x="53948" y="389991"/>
                    <a:pt x="55189" y="389495"/>
                    <a:pt x="56429" y="388999"/>
                  </a:cubicBezTo>
                  <a:cubicBezTo>
                    <a:pt x="56675" y="388263"/>
                    <a:pt x="56920" y="387526"/>
                    <a:pt x="57173" y="386767"/>
                  </a:cubicBezTo>
                  <a:cubicBezTo>
                    <a:pt x="57649" y="386659"/>
                    <a:pt x="58125" y="386552"/>
                    <a:pt x="58615" y="386441"/>
                  </a:cubicBezTo>
                  <a:cubicBezTo>
                    <a:pt x="59121" y="386303"/>
                    <a:pt x="59628" y="386165"/>
                    <a:pt x="60150" y="386023"/>
                  </a:cubicBezTo>
                  <a:cubicBezTo>
                    <a:pt x="60658" y="385037"/>
                    <a:pt x="61154" y="384044"/>
                    <a:pt x="61638" y="383046"/>
                  </a:cubicBezTo>
                  <a:cubicBezTo>
                    <a:pt x="62624" y="382538"/>
                    <a:pt x="63616" y="382041"/>
                    <a:pt x="64615" y="381558"/>
                  </a:cubicBezTo>
                  <a:cubicBezTo>
                    <a:pt x="64860" y="380821"/>
                    <a:pt x="65106" y="380084"/>
                    <a:pt x="65359" y="379325"/>
                  </a:cubicBezTo>
                  <a:cubicBezTo>
                    <a:pt x="66341" y="379325"/>
                    <a:pt x="67323" y="379325"/>
                    <a:pt x="68335" y="379325"/>
                  </a:cubicBezTo>
                  <a:cubicBezTo>
                    <a:pt x="68775" y="377877"/>
                    <a:pt x="68775" y="377877"/>
                    <a:pt x="69079" y="376349"/>
                  </a:cubicBezTo>
                  <a:cubicBezTo>
                    <a:pt x="69816" y="376103"/>
                    <a:pt x="70553" y="375858"/>
                    <a:pt x="71312" y="375605"/>
                  </a:cubicBezTo>
                  <a:cubicBezTo>
                    <a:pt x="71527" y="375098"/>
                    <a:pt x="71742" y="374592"/>
                    <a:pt x="71963" y="374070"/>
                  </a:cubicBezTo>
                  <a:cubicBezTo>
                    <a:pt x="72239" y="373594"/>
                    <a:pt x="72515" y="373118"/>
                    <a:pt x="72800" y="372628"/>
                  </a:cubicBezTo>
                  <a:cubicBezTo>
                    <a:pt x="74753" y="372442"/>
                    <a:pt x="74753" y="372442"/>
                    <a:pt x="76521" y="372628"/>
                  </a:cubicBezTo>
                  <a:cubicBezTo>
                    <a:pt x="76521" y="371646"/>
                    <a:pt x="76521" y="370664"/>
                    <a:pt x="76521" y="369652"/>
                  </a:cubicBezTo>
                  <a:cubicBezTo>
                    <a:pt x="77509" y="369388"/>
                    <a:pt x="78502" y="369142"/>
                    <a:pt x="79497" y="368908"/>
                  </a:cubicBezTo>
                  <a:cubicBezTo>
                    <a:pt x="79728" y="368401"/>
                    <a:pt x="79958" y="367895"/>
                    <a:pt x="80195" y="367373"/>
                  </a:cubicBezTo>
                  <a:cubicBezTo>
                    <a:pt x="80456" y="366897"/>
                    <a:pt x="80717" y="366421"/>
                    <a:pt x="80986" y="365931"/>
                  </a:cubicBezTo>
                  <a:cubicBezTo>
                    <a:pt x="82939" y="365745"/>
                    <a:pt x="82939" y="365745"/>
                    <a:pt x="84706" y="365931"/>
                  </a:cubicBezTo>
                  <a:cubicBezTo>
                    <a:pt x="84706" y="364949"/>
                    <a:pt x="84706" y="363966"/>
                    <a:pt x="84706" y="362954"/>
                  </a:cubicBezTo>
                  <a:cubicBezTo>
                    <a:pt x="85689" y="362954"/>
                    <a:pt x="86671" y="362954"/>
                    <a:pt x="87683" y="362954"/>
                  </a:cubicBezTo>
                  <a:cubicBezTo>
                    <a:pt x="87821" y="362057"/>
                    <a:pt x="87821" y="362057"/>
                    <a:pt x="87962" y="361141"/>
                  </a:cubicBezTo>
                  <a:cubicBezTo>
                    <a:pt x="88115" y="360511"/>
                    <a:pt x="88269" y="359882"/>
                    <a:pt x="88427" y="359234"/>
                  </a:cubicBezTo>
                  <a:cubicBezTo>
                    <a:pt x="90706" y="358629"/>
                    <a:pt x="90706" y="358629"/>
                    <a:pt x="92892" y="358490"/>
                  </a:cubicBezTo>
                  <a:cubicBezTo>
                    <a:pt x="92892" y="357753"/>
                    <a:pt x="92892" y="357016"/>
                    <a:pt x="92892" y="356257"/>
                  </a:cubicBezTo>
                  <a:cubicBezTo>
                    <a:pt x="93878" y="355748"/>
                    <a:pt x="94870" y="355253"/>
                    <a:pt x="95868" y="354769"/>
                  </a:cubicBezTo>
                  <a:cubicBezTo>
                    <a:pt x="96114" y="354032"/>
                    <a:pt x="96360" y="353295"/>
                    <a:pt x="96613" y="352536"/>
                  </a:cubicBezTo>
                  <a:cubicBezTo>
                    <a:pt x="97848" y="352029"/>
                    <a:pt x="99089" y="351534"/>
                    <a:pt x="100333" y="351048"/>
                  </a:cubicBezTo>
                  <a:cubicBezTo>
                    <a:pt x="100824" y="350311"/>
                    <a:pt x="101315" y="349575"/>
                    <a:pt x="101822" y="348816"/>
                  </a:cubicBezTo>
                  <a:cubicBezTo>
                    <a:pt x="102558" y="348570"/>
                    <a:pt x="103295" y="348325"/>
                    <a:pt x="104054" y="348072"/>
                  </a:cubicBezTo>
                  <a:cubicBezTo>
                    <a:pt x="104300" y="347335"/>
                    <a:pt x="104545" y="346598"/>
                    <a:pt x="104798" y="345839"/>
                  </a:cubicBezTo>
                  <a:cubicBezTo>
                    <a:pt x="106038" y="345343"/>
                    <a:pt x="107279" y="344847"/>
                    <a:pt x="108519" y="344351"/>
                  </a:cubicBezTo>
                  <a:cubicBezTo>
                    <a:pt x="108764" y="343614"/>
                    <a:pt x="109010" y="342877"/>
                    <a:pt x="109263" y="342118"/>
                  </a:cubicBezTo>
                  <a:cubicBezTo>
                    <a:pt x="109723" y="342011"/>
                    <a:pt x="110184" y="341904"/>
                    <a:pt x="110658" y="341793"/>
                  </a:cubicBezTo>
                  <a:cubicBezTo>
                    <a:pt x="112385" y="341514"/>
                    <a:pt x="112385" y="341514"/>
                    <a:pt x="113356" y="339840"/>
                  </a:cubicBezTo>
                  <a:cubicBezTo>
                    <a:pt x="113724" y="339364"/>
                    <a:pt x="114092" y="338888"/>
                    <a:pt x="114472" y="338398"/>
                  </a:cubicBezTo>
                  <a:cubicBezTo>
                    <a:pt x="115454" y="338398"/>
                    <a:pt x="116436" y="338398"/>
                    <a:pt x="117449" y="338398"/>
                  </a:cubicBezTo>
                  <a:cubicBezTo>
                    <a:pt x="117888" y="336950"/>
                    <a:pt x="117888" y="336950"/>
                    <a:pt x="118193" y="335421"/>
                  </a:cubicBezTo>
                  <a:cubicBezTo>
                    <a:pt x="118929" y="335176"/>
                    <a:pt x="119666" y="334930"/>
                    <a:pt x="120425" y="334677"/>
                  </a:cubicBezTo>
                  <a:cubicBezTo>
                    <a:pt x="120640" y="334171"/>
                    <a:pt x="120855" y="333664"/>
                    <a:pt x="121076" y="333142"/>
                  </a:cubicBezTo>
                  <a:cubicBezTo>
                    <a:pt x="121352" y="332666"/>
                    <a:pt x="121629" y="332191"/>
                    <a:pt x="121913" y="331700"/>
                  </a:cubicBezTo>
                  <a:cubicBezTo>
                    <a:pt x="123154" y="331700"/>
                    <a:pt x="124394" y="331700"/>
                    <a:pt x="125634" y="331700"/>
                  </a:cubicBezTo>
                  <a:cubicBezTo>
                    <a:pt x="126081" y="330285"/>
                    <a:pt x="126081" y="330285"/>
                    <a:pt x="126378" y="328724"/>
                  </a:cubicBezTo>
                  <a:cubicBezTo>
                    <a:pt x="127358" y="328203"/>
                    <a:pt x="128350" y="327706"/>
                    <a:pt x="129355" y="327236"/>
                  </a:cubicBezTo>
                  <a:cubicBezTo>
                    <a:pt x="129600" y="326499"/>
                    <a:pt x="129846" y="325762"/>
                    <a:pt x="130099" y="325003"/>
                  </a:cubicBezTo>
                  <a:cubicBezTo>
                    <a:pt x="132378" y="324864"/>
                    <a:pt x="132378" y="324864"/>
                    <a:pt x="134564" y="325003"/>
                  </a:cubicBezTo>
                  <a:cubicBezTo>
                    <a:pt x="134564" y="324021"/>
                    <a:pt x="134564" y="323039"/>
                    <a:pt x="134564" y="322027"/>
                  </a:cubicBezTo>
                  <a:cubicBezTo>
                    <a:pt x="136037" y="321781"/>
                    <a:pt x="137511" y="321536"/>
                    <a:pt x="139029" y="321283"/>
                  </a:cubicBezTo>
                  <a:cubicBezTo>
                    <a:pt x="139029" y="320300"/>
                    <a:pt x="139029" y="319318"/>
                    <a:pt x="139029" y="318306"/>
                  </a:cubicBezTo>
                  <a:cubicBezTo>
                    <a:pt x="139627" y="318383"/>
                    <a:pt x="140226" y="318459"/>
                    <a:pt x="140842" y="318538"/>
                  </a:cubicBezTo>
                  <a:cubicBezTo>
                    <a:pt x="141472" y="318462"/>
                    <a:pt x="142101" y="318385"/>
                    <a:pt x="142749" y="318306"/>
                  </a:cubicBezTo>
                  <a:cubicBezTo>
                    <a:pt x="143003" y="317067"/>
                    <a:pt x="143251" y="315827"/>
                    <a:pt x="143493" y="314585"/>
                  </a:cubicBezTo>
                  <a:cubicBezTo>
                    <a:pt x="145354" y="314120"/>
                    <a:pt x="145354" y="314120"/>
                    <a:pt x="147214" y="313841"/>
                  </a:cubicBezTo>
                  <a:cubicBezTo>
                    <a:pt x="147460" y="313104"/>
                    <a:pt x="147705" y="312368"/>
                    <a:pt x="147958" y="311609"/>
                  </a:cubicBezTo>
                  <a:cubicBezTo>
                    <a:pt x="148588" y="311501"/>
                    <a:pt x="149217" y="311394"/>
                    <a:pt x="149865" y="311283"/>
                  </a:cubicBezTo>
                  <a:cubicBezTo>
                    <a:pt x="150464" y="311145"/>
                    <a:pt x="151062" y="311007"/>
                    <a:pt x="151679" y="310865"/>
                  </a:cubicBezTo>
                  <a:cubicBezTo>
                    <a:pt x="151679" y="309882"/>
                    <a:pt x="151679" y="308900"/>
                    <a:pt x="151679" y="307888"/>
                  </a:cubicBezTo>
                  <a:cubicBezTo>
                    <a:pt x="152400" y="307949"/>
                    <a:pt x="153122" y="308011"/>
                    <a:pt x="153865" y="308074"/>
                  </a:cubicBezTo>
                  <a:cubicBezTo>
                    <a:pt x="154617" y="308013"/>
                    <a:pt x="155369" y="307951"/>
                    <a:pt x="156144" y="307888"/>
                  </a:cubicBezTo>
                  <a:cubicBezTo>
                    <a:pt x="156591" y="306473"/>
                    <a:pt x="156591" y="306473"/>
                    <a:pt x="156888" y="304911"/>
                  </a:cubicBezTo>
                  <a:cubicBezTo>
                    <a:pt x="158122" y="304400"/>
                    <a:pt x="159362" y="303903"/>
                    <a:pt x="160609" y="303423"/>
                  </a:cubicBezTo>
                  <a:cubicBezTo>
                    <a:pt x="160609" y="302686"/>
                    <a:pt x="160609" y="301950"/>
                    <a:pt x="160609" y="301191"/>
                  </a:cubicBezTo>
                  <a:cubicBezTo>
                    <a:pt x="162094" y="300685"/>
                    <a:pt x="163582" y="300189"/>
                    <a:pt x="165074" y="299702"/>
                  </a:cubicBezTo>
                  <a:cubicBezTo>
                    <a:pt x="165319" y="298966"/>
                    <a:pt x="165565" y="298229"/>
                    <a:pt x="165818" y="297470"/>
                  </a:cubicBezTo>
                  <a:cubicBezTo>
                    <a:pt x="167058" y="297222"/>
                    <a:pt x="168298" y="296974"/>
                    <a:pt x="169538" y="296726"/>
                  </a:cubicBezTo>
                  <a:cubicBezTo>
                    <a:pt x="169784" y="295989"/>
                    <a:pt x="170030" y="295252"/>
                    <a:pt x="170282" y="294493"/>
                  </a:cubicBezTo>
                  <a:cubicBezTo>
                    <a:pt x="172561" y="293982"/>
                    <a:pt x="172561" y="293982"/>
                    <a:pt x="174747" y="293749"/>
                  </a:cubicBezTo>
                  <a:cubicBezTo>
                    <a:pt x="174747" y="292767"/>
                    <a:pt x="174747" y="291785"/>
                    <a:pt x="174747" y="290773"/>
                  </a:cubicBezTo>
                  <a:cubicBezTo>
                    <a:pt x="175980" y="290488"/>
                    <a:pt x="177221" y="290241"/>
                    <a:pt x="178468" y="290029"/>
                  </a:cubicBezTo>
                  <a:cubicBezTo>
                    <a:pt x="178714" y="289292"/>
                    <a:pt x="178959" y="288555"/>
                    <a:pt x="179212" y="287796"/>
                  </a:cubicBezTo>
                  <a:cubicBezTo>
                    <a:pt x="179826" y="287689"/>
                    <a:pt x="180440" y="287581"/>
                    <a:pt x="181073" y="287471"/>
                  </a:cubicBezTo>
                  <a:cubicBezTo>
                    <a:pt x="181686" y="287332"/>
                    <a:pt x="182300" y="287194"/>
                    <a:pt x="182933" y="287052"/>
                  </a:cubicBezTo>
                  <a:cubicBezTo>
                    <a:pt x="183040" y="286561"/>
                    <a:pt x="183148" y="286070"/>
                    <a:pt x="183258" y="285564"/>
                  </a:cubicBezTo>
                  <a:cubicBezTo>
                    <a:pt x="183397" y="285073"/>
                    <a:pt x="183535" y="284582"/>
                    <a:pt x="183677" y="284075"/>
                  </a:cubicBezTo>
                  <a:cubicBezTo>
                    <a:pt x="185160" y="283797"/>
                    <a:pt x="186649" y="283549"/>
                    <a:pt x="188142" y="283331"/>
                  </a:cubicBezTo>
                  <a:cubicBezTo>
                    <a:pt x="188387" y="282595"/>
                    <a:pt x="188633" y="281858"/>
                    <a:pt x="188886" y="281099"/>
                  </a:cubicBezTo>
                  <a:cubicBezTo>
                    <a:pt x="189878" y="280603"/>
                    <a:pt x="190870" y="280107"/>
                    <a:pt x="191863" y="279611"/>
                  </a:cubicBezTo>
                  <a:cubicBezTo>
                    <a:pt x="192108" y="278874"/>
                    <a:pt x="192354" y="278137"/>
                    <a:pt x="192607" y="277378"/>
                  </a:cubicBezTo>
                  <a:cubicBezTo>
                    <a:pt x="193343" y="277271"/>
                    <a:pt x="194080" y="277163"/>
                    <a:pt x="194839" y="277053"/>
                  </a:cubicBezTo>
                  <a:cubicBezTo>
                    <a:pt x="195576" y="276915"/>
                    <a:pt x="196313" y="276776"/>
                    <a:pt x="197072" y="276634"/>
                  </a:cubicBezTo>
                  <a:cubicBezTo>
                    <a:pt x="197194" y="276128"/>
                    <a:pt x="197317" y="275621"/>
                    <a:pt x="197444" y="275099"/>
                  </a:cubicBezTo>
                  <a:cubicBezTo>
                    <a:pt x="197566" y="274624"/>
                    <a:pt x="197689" y="274148"/>
                    <a:pt x="197816" y="273658"/>
                  </a:cubicBezTo>
                  <a:cubicBezTo>
                    <a:pt x="200095" y="273471"/>
                    <a:pt x="200095" y="273471"/>
                    <a:pt x="202281" y="273658"/>
                  </a:cubicBezTo>
                  <a:cubicBezTo>
                    <a:pt x="202281" y="272675"/>
                    <a:pt x="202281" y="271693"/>
                    <a:pt x="202281" y="270681"/>
                  </a:cubicBezTo>
                  <a:cubicBezTo>
                    <a:pt x="203756" y="270147"/>
                    <a:pt x="205245" y="269652"/>
                    <a:pt x="206745" y="269193"/>
                  </a:cubicBezTo>
                  <a:cubicBezTo>
                    <a:pt x="206991" y="268456"/>
                    <a:pt x="207236" y="267719"/>
                    <a:pt x="207490" y="266960"/>
                  </a:cubicBezTo>
                  <a:cubicBezTo>
                    <a:pt x="208103" y="266853"/>
                    <a:pt x="208717" y="266745"/>
                    <a:pt x="209350" y="266635"/>
                  </a:cubicBezTo>
                  <a:cubicBezTo>
                    <a:pt x="209964" y="266497"/>
                    <a:pt x="210578" y="266358"/>
                    <a:pt x="211210" y="266216"/>
                  </a:cubicBezTo>
                  <a:cubicBezTo>
                    <a:pt x="211333" y="265710"/>
                    <a:pt x="211456" y="265203"/>
                    <a:pt x="211582" y="264681"/>
                  </a:cubicBezTo>
                  <a:cubicBezTo>
                    <a:pt x="211705" y="264206"/>
                    <a:pt x="211828" y="263730"/>
                    <a:pt x="211954" y="263240"/>
                  </a:cubicBezTo>
                  <a:cubicBezTo>
                    <a:pt x="213195" y="263240"/>
                    <a:pt x="214435" y="263240"/>
                    <a:pt x="215675" y="263240"/>
                  </a:cubicBezTo>
                  <a:cubicBezTo>
                    <a:pt x="215905" y="262764"/>
                    <a:pt x="216136" y="262288"/>
                    <a:pt x="216373" y="261798"/>
                  </a:cubicBezTo>
                  <a:cubicBezTo>
                    <a:pt x="216634" y="261291"/>
                    <a:pt x="216895" y="260785"/>
                    <a:pt x="217163" y="260263"/>
                  </a:cubicBezTo>
                  <a:cubicBezTo>
                    <a:pt x="217915" y="260140"/>
                    <a:pt x="218667" y="260017"/>
                    <a:pt x="219442" y="259891"/>
                  </a:cubicBezTo>
                  <a:cubicBezTo>
                    <a:pt x="220164" y="259768"/>
                    <a:pt x="220885" y="259645"/>
                    <a:pt x="221628" y="259519"/>
                  </a:cubicBezTo>
                  <a:cubicBezTo>
                    <a:pt x="221751" y="259012"/>
                    <a:pt x="221874" y="258506"/>
                    <a:pt x="222000" y="257984"/>
                  </a:cubicBezTo>
                  <a:cubicBezTo>
                    <a:pt x="222123" y="257508"/>
                    <a:pt x="222246" y="257032"/>
                    <a:pt x="222372" y="256542"/>
                  </a:cubicBezTo>
                  <a:cubicBezTo>
                    <a:pt x="223861" y="256542"/>
                    <a:pt x="225349" y="256542"/>
                    <a:pt x="226837" y="256542"/>
                  </a:cubicBezTo>
                  <a:cubicBezTo>
                    <a:pt x="227093" y="255552"/>
                    <a:pt x="227340" y="254560"/>
                    <a:pt x="227581" y="253566"/>
                  </a:cubicBezTo>
                  <a:cubicBezTo>
                    <a:pt x="229860" y="253008"/>
                    <a:pt x="229860" y="253008"/>
                    <a:pt x="232046" y="252822"/>
                  </a:cubicBezTo>
                  <a:cubicBezTo>
                    <a:pt x="232046" y="251839"/>
                    <a:pt x="232046" y="250857"/>
                    <a:pt x="232046" y="249845"/>
                  </a:cubicBezTo>
                  <a:cubicBezTo>
                    <a:pt x="233518" y="249301"/>
                    <a:pt x="235008" y="248808"/>
                    <a:pt x="236511" y="248357"/>
                  </a:cubicBezTo>
                  <a:cubicBezTo>
                    <a:pt x="237002" y="247620"/>
                    <a:pt x="237493" y="246883"/>
                    <a:pt x="237999" y="246124"/>
                  </a:cubicBezTo>
                  <a:cubicBezTo>
                    <a:pt x="239953" y="245985"/>
                    <a:pt x="239953" y="245985"/>
                    <a:pt x="241720" y="246124"/>
                  </a:cubicBezTo>
                  <a:cubicBezTo>
                    <a:pt x="241720" y="245142"/>
                    <a:pt x="241720" y="244160"/>
                    <a:pt x="241720" y="243148"/>
                  </a:cubicBezTo>
                  <a:cubicBezTo>
                    <a:pt x="242441" y="243086"/>
                    <a:pt x="243163" y="243025"/>
                    <a:pt x="243906" y="242962"/>
                  </a:cubicBezTo>
                  <a:cubicBezTo>
                    <a:pt x="244658" y="242778"/>
                    <a:pt x="245410" y="242593"/>
                    <a:pt x="246185" y="242404"/>
                  </a:cubicBezTo>
                  <a:cubicBezTo>
                    <a:pt x="246292" y="241897"/>
                    <a:pt x="246400" y="241391"/>
                    <a:pt x="246510" y="240869"/>
                  </a:cubicBezTo>
                  <a:cubicBezTo>
                    <a:pt x="246649" y="240393"/>
                    <a:pt x="246787" y="239917"/>
                    <a:pt x="246929" y="239427"/>
                  </a:cubicBezTo>
                  <a:cubicBezTo>
                    <a:pt x="249580" y="239241"/>
                    <a:pt x="249580" y="239241"/>
                    <a:pt x="252138" y="239427"/>
                  </a:cubicBezTo>
                  <a:cubicBezTo>
                    <a:pt x="252138" y="238445"/>
                    <a:pt x="252138" y="237463"/>
                    <a:pt x="252138" y="236450"/>
                  </a:cubicBezTo>
                  <a:cubicBezTo>
                    <a:pt x="253863" y="235917"/>
                    <a:pt x="255601" y="235422"/>
                    <a:pt x="257347" y="234962"/>
                  </a:cubicBezTo>
                  <a:cubicBezTo>
                    <a:pt x="257593" y="234226"/>
                    <a:pt x="257838" y="233489"/>
                    <a:pt x="258091" y="232730"/>
                  </a:cubicBezTo>
                  <a:cubicBezTo>
                    <a:pt x="259331" y="232482"/>
                    <a:pt x="260572" y="232234"/>
                    <a:pt x="261812" y="231986"/>
                  </a:cubicBezTo>
                  <a:cubicBezTo>
                    <a:pt x="262057" y="231249"/>
                    <a:pt x="262303" y="230512"/>
                    <a:pt x="262556" y="229753"/>
                  </a:cubicBezTo>
                  <a:cubicBezTo>
                    <a:pt x="264292" y="229257"/>
                    <a:pt x="266029" y="228761"/>
                    <a:pt x="267765" y="228265"/>
                  </a:cubicBezTo>
                  <a:cubicBezTo>
                    <a:pt x="268011" y="227528"/>
                    <a:pt x="268256" y="226792"/>
                    <a:pt x="268509" y="226033"/>
                  </a:cubicBezTo>
                  <a:cubicBezTo>
                    <a:pt x="269246" y="225925"/>
                    <a:pt x="269982" y="225818"/>
                    <a:pt x="270741" y="225707"/>
                  </a:cubicBezTo>
                  <a:cubicBezTo>
                    <a:pt x="271478" y="225569"/>
                    <a:pt x="272215" y="225431"/>
                    <a:pt x="272974" y="225288"/>
                  </a:cubicBezTo>
                  <a:cubicBezTo>
                    <a:pt x="273081" y="224782"/>
                    <a:pt x="273189" y="224275"/>
                    <a:pt x="273299" y="223754"/>
                  </a:cubicBezTo>
                  <a:cubicBezTo>
                    <a:pt x="273438" y="223278"/>
                    <a:pt x="273576" y="222802"/>
                    <a:pt x="273718" y="222312"/>
                  </a:cubicBezTo>
                  <a:cubicBezTo>
                    <a:pt x="276369" y="222126"/>
                    <a:pt x="276369" y="222126"/>
                    <a:pt x="278927" y="222312"/>
                  </a:cubicBezTo>
                  <a:cubicBezTo>
                    <a:pt x="278927" y="221330"/>
                    <a:pt x="278927" y="220347"/>
                    <a:pt x="278927" y="219335"/>
                  </a:cubicBezTo>
                  <a:cubicBezTo>
                    <a:pt x="280652" y="218802"/>
                    <a:pt x="282390" y="218307"/>
                    <a:pt x="284136" y="217847"/>
                  </a:cubicBezTo>
                  <a:cubicBezTo>
                    <a:pt x="284382" y="217110"/>
                    <a:pt x="284627" y="216374"/>
                    <a:pt x="284880" y="215615"/>
                  </a:cubicBezTo>
                  <a:cubicBezTo>
                    <a:pt x="286368" y="215367"/>
                    <a:pt x="287857" y="215118"/>
                    <a:pt x="289345" y="214870"/>
                  </a:cubicBezTo>
                  <a:cubicBezTo>
                    <a:pt x="289591" y="214134"/>
                    <a:pt x="289836" y="213397"/>
                    <a:pt x="290089" y="212638"/>
                  </a:cubicBezTo>
                  <a:cubicBezTo>
                    <a:pt x="292740" y="212126"/>
                    <a:pt x="292740" y="212126"/>
                    <a:pt x="295298" y="211894"/>
                  </a:cubicBezTo>
                  <a:cubicBezTo>
                    <a:pt x="295298" y="210912"/>
                    <a:pt x="295298" y="209929"/>
                    <a:pt x="295298" y="208917"/>
                  </a:cubicBezTo>
                  <a:cubicBezTo>
                    <a:pt x="296142" y="208994"/>
                    <a:pt x="296986" y="209071"/>
                    <a:pt x="297856" y="209150"/>
                  </a:cubicBezTo>
                  <a:cubicBezTo>
                    <a:pt x="298731" y="209073"/>
                    <a:pt x="299606" y="208996"/>
                    <a:pt x="300507" y="208917"/>
                  </a:cubicBezTo>
                  <a:cubicBezTo>
                    <a:pt x="300792" y="207685"/>
                    <a:pt x="301038" y="206443"/>
                    <a:pt x="301251" y="205197"/>
                  </a:cubicBezTo>
                  <a:cubicBezTo>
                    <a:pt x="303484" y="204732"/>
                    <a:pt x="303484" y="204732"/>
                    <a:pt x="305716" y="204452"/>
                  </a:cubicBezTo>
                  <a:cubicBezTo>
                    <a:pt x="305962" y="203716"/>
                    <a:pt x="306207" y="202979"/>
                    <a:pt x="306460" y="202220"/>
                  </a:cubicBezTo>
                  <a:cubicBezTo>
                    <a:pt x="307335" y="201974"/>
                    <a:pt x="308210" y="201729"/>
                    <a:pt x="309111" y="201476"/>
                  </a:cubicBezTo>
                  <a:cubicBezTo>
                    <a:pt x="309955" y="201230"/>
                    <a:pt x="310799" y="200985"/>
                    <a:pt x="311669" y="200732"/>
                  </a:cubicBezTo>
                  <a:cubicBezTo>
                    <a:pt x="311669" y="199995"/>
                    <a:pt x="311669" y="199258"/>
                    <a:pt x="311669" y="198499"/>
                  </a:cubicBezTo>
                  <a:cubicBezTo>
                    <a:pt x="312621" y="198576"/>
                    <a:pt x="313572" y="198653"/>
                    <a:pt x="314553" y="198732"/>
                  </a:cubicBezTo>
                  <a:cubicBezTo>
                    <a:pt x="316178" y="198792"/>
                    <a:pt x="316178" y="198792"/>
                    <a:pt x="317622" y="198499"/>
                  </a:cubicBezTo>
                  <a:cubicBezTo>
                    <a:pt x="318550" y="196706"/>
                    <a:pt x="318550" y="196706"/>
                    <a:pt x="319111" y="194779"/>
                  </a:cubicBezTo>
                  <a:cubicBezTo>
                    <a:pt x="321017" y="194314"/>
                    <a:pt x="321017" y="194314"/>
                    <a:pt x="322831" y="194034"/>
                  </a:cubicBezTo>
                  <a:cubicBezTo>
                    <a:pt x="323077" y="193298"/>
                    <a:pt x="323322" y="192561"/>
                    <a:pt x="323575" y="191802"/>
                  </a:cubicBezTo>
                  <a:cubicBezTo>
                    <a:pt x="324435" y="191695"/>
                    <a:pt x="325294" y="191587"/>
                    <a:pt x="326180" y="191476"/>
                  </a:cubicBezTo>
                  <a:cubicBezTo>
                    <a:pt x="327039" y="191338"/>
                    <a:pt x="327899" y="191200"/>
                    <a:pt x="328784" y="191058"/>
                  </a:cubicBezTo>
                  <a:cubicBezTo>
                    <a:pt x="328907" y="190567"/>
                    <a:pt x="329030" y="190076"/>
                    <a:pt x="329157" y="189570"/>
                  </a:cubicBezTo>
                  <a:cubicBezTo>
                    <a:pt x="329279" y="189079"/>
                    <a:pt x="329402" y="188587"/>
                    <a:pt x="329529" y="188081"/>
                  </a:cubicBezTo>
                  <a:cubicBezTo>
                    <a:pt x="331260" y="187803"/>
                    <a:pt x="332997" y="187555"/>
                    <a:pt x="334738" y="187337"/>
                  </a:cubicBezTo>
                  <a:cubicBezTo>
                    <a:pt x="334983" y="186601"/>
                    <a:pt x="335229" y="185864"/>
                    <a:pt x="335482" y="185105"/>
                  </a:cubicBezTo>
                  <a:cubicBezTo>
                    <a:pt x="336857" y="184724"/>
                    <a:pt x="336857" y="184724"/>
                    <a:pt x="338505" y="184593"/>
                  </a:cubicBezTo>
                  <a:cubicBezTo>
                    <a:pt x="339472" y="184516"/>
                    <a:pt x="340439" y="184440"/>
                    <a:pt x="341435" y="184361"/>
                  </a:cubicBezTo>
                  <a:cubicBezTo>
                    <a:pt x="341435" y="183378"/>
                    <a:pt x="341435" y="182396"/>
                    <a:pt x="341435" y="181384"/>
                  </a:cubicBezTo>
                  <a:cubicBezTo>
                    <a:pt x="342279" y="181307"/>
                    <a:pt x="343123" y="181231"/>
                    <a:pt x="343993" y="181152"/>
                  </a:cubicBezTo>
                  <a:cubicBezTo>
                    <a:pt x="345305" y="180898"/>
                    <a:pt x="345305" y="180898"/>
                    <a:pt x="346644" y="180640"/>
                  </a:cubicBezTo>
                  <a:cubicBezTo>
                    <a:pt x="346889" y="179903"/>
                    <a:pt x="347135" y="179167"/>
                    <a:pt x="347388" y="178408"/>
                  </a:cubicBezTo>
                  <a:cubicBezTo>
                    <a:pt x="348247" y="178300"/>
                    <a:pt x="349107" y="178193"/>
                    <a:pt x="349992" y="178082"/>
                  </a:cubicBezTo>
                  <a:cubicBezTo>
                    <a:pt x="350852" y="177944"/>
                    <a:pt x="351711" y="177806"/>
                    <a:pt x="352597" y="177663"/>
                  </a:cubicBezTo>
                  <a:cubicBezTo>
                    <a:pt x="352720" y="177172"/>
                    <a:pt x="352843" y="176681"/>
                    <a:pt x="352969" y="176175"/>
                  </a:cubicBezTo>
                  <a:cubicBezTo>
                    <a:pt x="353092" y="175684"/>
                    <a:pt x="353215" y="175193"/>
                    <a:pt x="353341" y="174687"/>
                  </a:cubicBezTo>
                  <a:cubicBezTo>
                    <a:pt x="355077" y="174439"/>
                    <a:pt x="356814" y="174191"/>
                    <a:pt x="358550" y="173943"/>
                  </a:cubicBezTo>
                  <a:cubicBezTo>
                    <a:pt x="358657" y="173452"/>
                    <a:pt x="358765" y="172960"/>
                    <a:pt x="358876" y="172454"/>
                  </a:cubicBezTo>
                  <a:cubicBezTo>
                    <a:pt x="359014" y="171963"/>
                    <a:pt x="359152" y="171472"/>
                    <a:pt x="359294" y="170966"/>
                  </a:cubicBezTo>
                  <a:cubicBezTo>
                    <a:pt x="360842" y="170638"/>
                    <a:pt x="362318" y="170546"/>
                    <a:pt x="363899" y="170498"/>
                  </a:cubicBezTo>
                  <a:cubicBezTo>
                    <a:pt x="364566" y="170361"/>
                    <a:pt x="364566" y="170361"/>
                    <a:pt x="365247" y="170222"/>
                  </a:cubicBezTo>
                  <a:cubicBezTo>
                    <a:pt x="365493" y="169485"/>
                    <a:pt x="365738" y="168749"/>
                    <a:pt x="365991" y="167990"/>
                  </a:cubicBezTo>
                  <a:cubicBezTo>
                    <a:pt x="366851" y="167882"/>
                    <a:pt x="367710" y="167775"/>
                    <a:pt x="368596" y="167664"/>
                  </a:cubicBezTo>
                  <a:cubicBezTo>
                    <a:pt x="369455" y="167526"/>
                    <a:pt x="370315" y="167388"/>
                    <a:pt x="371200" y="167245"/>
                  </a:cubicBezTo>
                  <a:cubicBezTo>
                    <a:pt x="371308" y="166739"/>
                    <a:pt x="371415" y="166232"/>
                    <a:pt x="371526" y="165711"/>
                  </a:cubicBezTo>
                  <a:cubicBezTo>
                    <a:pt x="371664" y="165235"/>
                    <a:pt x="371802" y="164759"/>
                    <a:pt x="371945" y="164269"/>
                  </a:cubicBezTo>
                  <a:cubicBezTo>
                    <a:pt x="373929" y="164269"/>
                    <a:pt x="375913" y="164269"/>
                    <a:pt x="377898" y="164269"/>
                  </a:cubicBezTo>
                  <a:cubicBezTo>
                    <a:pt x="378154" y="163279"/>
                    <a:pt x="378401" y="162286"/>
                    <a:pt x="378642" y="161292"/>
                  </a:cubicBezTo>
                  <a:cubicBezTo>
                    <a:pt x="379991" y="160755"/>
                    <a:pt x="379991" y="160755"/>
                    <a:pt x="381618" y="160502"/>
                  </a:cubicBezTo>
                  <a:cubicBezTo>
                    <a:pt x="383218" y="160291"/>
                    <a:pt x="383218" y="160291"/>
                    <a:pt x="384595" y="159804"/>
                  </a:cubicBezTo>
                  <a:cubicBezTo>
                    <a:pt x="384841" y="159067"/>
                    <a:pt x="385086" y="158331"/>
                    <a:pt x="385339" y="157572"/>
                  </a:cubicBezTo>
                  <a:cubicBezTo>
                    <a:pt x="386199" y="157464"/>
                    <a:pt x="387058" y="157357"/>
                    <a:pt x="387944" y="157246"/>
                  </a:cubicBezTo>
                  <a:cubicBezTo>
                    <a:pt x="388803" y="157108"/>
                    <a:pt x="389663" y="156970"/>
                    <a:pt x="390548" y="156827"/>
                  </a:cubicBezTo>
                  <a:cubicBezTo>
                    <a:pt x="390817" y="155841"/>
                    <a:pt x="391067" y="154849"/>
                    <a:pt x="391292" y="153851"/>
                  </a:cubicBezTo>
                  <a:cubicBezTo>
                    <a:pt x="393478" y="153711"/>
                    <a:pt x="393478" y="153711"/>
                    <a:pt x="395757" y="153851"/>
                  </a:cubicBezTo>
                  <a:cubicBezTo>
                    <a:pt x="397509" y="153194"/>
                    <a:pt x="397509" y="153194"/>
                    <a:pt x="397990" y="150874"/>
                  </a:cubicBezTo>
                  <a:cubicBezTo>
                    <a:pt x="399338" y="150598"/>
                    <a:pt x="399338" y="150598"/>
                    <a:pt x="400966" y="150549"/>
                  </a:cubicBezTo>
                  <a:cubicBezTo>
                    <a:pt x="402572" y="150451"/>
                    <a:pt x="402572" y="150451"/>
                    <a:pt x="403943" y="150130"/>
                  </a:cubicBezTo>
                  <a:cubicBezTo>
                    <a:pt x="404065" y="149639"/>
                    <a:pt x="404188" y="149148"/>
                    <a:pt x="404315" y="148642"/>
                  </a:cubicBezTo>
                  <a:cubicBezTo>
                    <a:pt x="404437" y="148151"/>
                    <a:pt x="404560" y="147660"/>
                    <a:pt x="404687" y="147154"/>
                  </a:cubicBezTo>
                  <a:cubicBezTo>
                    <a:pt x="406234" y="146824"/>
                    <a:pt x="407711" y="146734"/>
                    <a:pt x="409291" y="146686"/>
                  </a:cubicBezTo>
                  <a:cubicBezTo>
                    <a:pt x="409959" y="146549"/>
                    <a:pt x="409959" y="146549"/>
                    <a:pt x="410640" y="146409"/>
                  </a:cubicBezTo>
                  <a:cubicBezTo>
                    <a:pt x="410886" y="145673"/>
                    <a:pt x="411131" y="144936"/>
                    <a:pt x="411384" y="144177"/>
                  </a:cubicBezTo>
                  <a:cubicBezTo>
                    <a:pt x="412907" y="143652"/>
                    <a:pt x="414402" y="143426"/>
                    <a:pt x="415988" y="143154"/>
                  </a:cubicBezTo>
                  <a:cubicBezTo>
                    <a:pt x="416434" y="143000"/>
                    <a:pt x="416879" y="142847"/>
                    <a:pt x="417337" y="142689"/>
                  </a:cubicBezTo>
                  <a:cubicBezTo>
                    <a:pt x="417583" y="141952"/>
                    <a:pt x="417828" y="141215"/>
                    <a:pt x="418081" y="140456"/>
                  </a:cubicBezTo>
                  <a:cubicBezTo>
                    <a:pt x="419588" y="140289"/>
                    <a:pt x="421098" y="140128"/>
                    <a:pt x="422613" y="140087"/>
                  </a:cubicBezTo>
                  <a:cubicBezTo>
                    <a:pt x="423082" y="139963"/>
                    <a:pt x="423551" y="139840"/>
                    <a:pt x="424034" y="139712"/>
                  </a:cubicBezTo>
                  <a:cubicBezTo>
                    <a:pt x="424271" y="139216"/>
                    <a:pt x="424508" y="138720"/>
                    <a:pt x="424752" y="138209"/>
                  </a:cubicBezTo>
                  <a:cubicBezTo>
                    <a:pt x="425007" y="137723"/>
                    <a:pt x="425261" y="137237"/>
                    <a:pt x="425523" y="136736"/>
                  </a:cubicBezTo>
                  <a:cubicBezTo>
                    <a:pt x="427133" y="136445"/>
                    <a:pt x="427133" y="136445"/>
                    <a:pt x="428964" y="136550"/>
                  </a:cubicBezTo>
                  <a:cubicBezTo>
                    <a:pt x="429573" y="136576"/>
                    <a:pt x="430181" y="136603"/>
                    <a:pt x="430807" y="136631"/>
                  </a:cubicBezTo>
                  <a:cubicBezTo>
                    <a:pt x="431273" y="136666"/>
                    <a:pt x="431740" y="136700"/>
                    <a:pt x="432220" y="136736"/>
                  </a:cubicBezTo>
                  <a:cubicBezTo>
                    <a:pt x="432220" y="135753"/>
                    <a:pt x="432220" y="134771"/>
                    <a:pt x="432220" y="133759"/>
                  </a:cubicBezTo>
                  <a:cubicBezTo>
                    <a:pt x="433746" y="133662"/>
                    <a:pt x="435272" y="133565"/>
                    <a:pt x="436798" y="133468"/>
                  </a:cubicBezTo>
                  <a:cubicBezTo>
                    <a:pt x="437252" y="133319"/>
                    <a:pt x="437706" y="133169"/>
                    <a:pt x="438173" y="133015"/>
                  </a:cubicBezTo>
                  <a:cubicBezTo>
                    <a:pt x="438281" y="132516"/>
                    <a:pt x="438388" y="132017"/>
                    <a:pt x="438499" y="131503"/>
                  </a:cubicBezTo>
                  <a:cubicBezTo>
                    <a:pt x="438637" y="131020"/>
                    <a:pt x="438775" y="130537"/>
                    <a:pt x="438917" y="130038"/>
                  </a:cubicBezTo>
                  <a:cubicBezTo>
                    <a:pt x="440618" y="129748"/>
                    <a:pt x="440618" y="129748"/>
                    <a:pt x="442684" y="129852"/>
                  </a:cubicBezTo>
                  <a:cubicBezTo>
                    <a:pt x="443368" y="129879"/>
                    <a:pt x="444052" y="129906"/>
                    <a:pt x="444757" y="129934"/>
                  </a:cubicBezTo>
                  <a:cubicBezTo>
                    <a:pt x="445286" y="129968"/>
                    <a:pt x="445814" y="130003"/>
                    <a:pt x="446359" y="130038"/>
                  </a:cubicBezTo>
                  <a:cubicBezTo>
                    <a:pt x="446359" y="129056"/>
                    <a:pt x="446359" y="128074"/>
                    <a:pt x="446359" y="127062"/>
                  </a:cubicBezTo>
                  <a:cubicBezTo>
                    <a:pt x="447824" y="126524"/>
                    <a:pt x="447824" y="126524"/>
                    <a:pt x="449707" y="126271"/>
                  </a:cubicBezTo>
                  <a:cubicBezTo>
                    <a:pt x="451540" y="126069"/>
                    <a:pt x="451540" y="126069"/>
                    <a:pt x="453056" y="125574"/>
                  </a:cubicBezTo>
                  <a:cubicBezTo>
                    <a:pt x="453056" y="124837"/>
                    <a:pt x="453056" y="124100"/>
                    <a:pt x="453056" y="123341"/>
                  </a:cubicBezTo>
                  <a:cubicBezTo>
                    <a:pt x="453584" y="123313"/>
                    <a:pt x="454113" y="123285"/>
                    <a:pt x="454658" y="123257"/>
                  </a:cubicBezTo>
                  <a:cubicBezTo>
                    <a:pt x="455684" y="123183"/>
                    <a:pt x="455684" y="123183"/>
                    <a:pt x="456730" y="123109"/>
                  </a:cubicBezTo>
                  <a:cubicBezTo>
                    <a:pt x="457753" y="123044"/>
                    <a:pt x="457753" y="123044"/>
                    <a:pt x="458797" y="122978"/>
                  </a:cubicBezTo>
                  <a:cubicBezTo>
                    <a:pt x="459358" y="122852"/>
                    <a:pt x="459919" y="122726"/>
                    <a:pt x="460497" y="122597"/>
                  </a:cubicBezTo>
                  <a:cubicBezTo>
                    <a:pt x="460743" y="121860"/>
                    <a:pt x="460988" y="121124"/>
                    <a:pt x="461241" y="120365"/>
                  </a:cubicBezTo>
                  <a:cubicBezTo>
                    <a:pt x="462962" y="119899"/>
                    <a:pt x="462962" y="119899"/>
                    <a:pt x="464962" y="119620"/>
                  </a:cubicBezTo>
                  <a:cubicBezTo>
                    <a:pt x="466597" y="119399"/>
                    <a:pt x="466597" y="119399"/>
                    <a:pt x="467939" y="118876"/>
                  </a:cubicBezTo>
                  <a:cubicBezTo>
                    <a:pt x="468184" y="118140"/>
                    <a:pt x="468430" y="117403"/>
                    <a:pt x="468683" y="116644"/>
                  </a:cubicBezTo>
                  <a:cubicBezTo>
                    <a:pt x="470383" y="116263"/>
                    <a:pt x="470383" y="116263"/>
                    <a:pt x="472450" y="116132"/>
                  </a:cubicBezTo>
                  <a:cubicBezTo>
                    <a:pt x="473476" y="116059"/>
                    <a:pt x="473476" y="116059"/>
                    <a:pt x="474523" y="115984"/>
                  </a:cubicBezTo>
                  <a:cubicBezTo>
                    <a:pt x="475051" y="115956"/>
                    <a:pt x="475580" y="115928"/>
                    <a:pt x="476124" y="115900"/>
                  </a:cubicBezTo>
                  <a:cubicBezTo>
                    <a:pt x="476124" y="114917"/>
                    <a:pt x="476124" y="113935"/>
                    <a:pt x="476124" y="112923"/>
                  </a:cubicBezTo>
                  <a:cubicBezTo>
                    <a:pt x="476837" y="112881"/>
                    <a:pt x="476837" y="112881"/>
                    <a:pt x="477563" y="112839"/>
                  </a:cubicBezTo>
                  <a:cubicBezTo>
                    <a:pt x="478178" y="112790"/>
                    <a:pt x="478793" y="112741"/>
                    <a:pt x="479426" y="112691"/>
                  </a:cubicBezTo>
                  <a:cubicBezTo>
                    <a:pt x="480346" y="112626"/>
                    <a:pt x="480346" y="112626"/>
                    <a:pt x="481284" y="112560"/>
                  </a:cubicBezTo>
                  <a:cubicBezTo>
                    <a:pt x="481791" y="112434"/>
                    <a:pt x="482299" y="112308"/>
                    <a:pt x="482822" y="112179"/>
                  </a:cubicBezTo>
                  <a:cubicBezTo>
                    <a:pt x="483067" y="111442"/>
                    <a:pt x="483313" y="110706"/>
                    <a:pt x="483566" y="109947"/>
                  </a:cubicBezTo>
                  <a:cubicBezTo>
                    <a:pt x="485429" y="109566"/>
                    <a:pt x="485429" y="109566"/>
                    <a:pt x="487705" y="109435"/>
                  </a:cubicBezTo>
                  <a:cubicBezTo>
                    <a:pt x="488458" y="109386"/>
                    <a:pt x="489211" y="109337"/>
                    <a:pt x="489987" y="109287"/>
                  </a:cubicBezTo>
                  <a:cubicBezTo>
                    <a:pt x="490569" y="109259"/>
                    <a:pt x="491151" y="109231"/>
                    <a:pt x="491751" y="109202"/>
                  </a:cubicBezTo>
                  <a:cubicBezTo>
                    <a:pt x="491751" y="108220"/>
                    <a:pt x="491751" y="107238"/>
                    <a:pt x="491751" y="106226"/>
                  </a:cubicBezTo>
                  <a:cubicBezTo>
                    <a:pt x="492464" y="106184"/>
                    <a:pt x="492464" y="106184"/>
                    <a:pt x="493190" y="106142"/>
                  </a:cubicBezTo>
                  <a:cubicBezTo>
                    <a:pt x="493805" y="106093"/>
                    <a:pt x="494420" y="106044"/>
                    <a:pt x="495053" y="105993"/>
                  </a:cubicBezTo>
                  <a:cubicBezTo>
                    <a:pt x="495973" y="105929"/>
                    <a:pt x="495973" y="105929"/>
                    <a:pt x="496911" y="105863"/>
                  </a:cubicBezTo>
                  <a:cubicBezTo>
                    <a:pt x="497418" y="105737"/>
                    <a:pt x="497926" y="105611"/>
                    <a:pt x="498449" y="105482"/>
                  </a:cubicBezTo>
                  <a:cubicBezTo>
                    <a:pt x="498694" y="104745"/>
                    <a:pt x="498940" y="104008"/>
                    <a:pt x="499193" y="103249"/>
                  </a:cubicBezTo>
                  <a:cubicBezTo>
                    <a:pt x="500910" y="102930"/>
                    <a:pt x="502561" y="102922"/>
                    <a:pt x="504306" y="102880"/>
                  </a:cubicBezTo>
                  <a:cubicBezTo>
                    <a:pt x="505090" y="102695"/>
                    <a:pt x="505090" y="102695"/>
                    <a:pt x="505890" y="102505"/>
                  </a:cubicBezTo>
                  <a:cubicBezTo>
                    <a:pt x="506128" y="102013"/>
                    <a:pt x="506366" y="101521"/>
                    <a:pt x="506611" y="101014"/>
                  </a:cubicBezTo>
                  <a:cubicBezTo>
                    <a:pt x="506991" y="100279"/>
                    <a:pt x="506991" y="100279"/>
                    <a:pt x="507378" y="99529"/>
                  </a:cubicBezTo>
                  <a:cubicBezTo>
                    <a:pt x="509339" y="99137"/>
                    <a:pt x="511175" y="99156"/>
                    <a:pt x="513171" y="99133"/>
                  </a:cubicBezTo>
                  <a:cubicBezTo>
                    <a:pt x="513715" y="99018"/>
                    <a:pt x="514259" y="98903"/>
                    <a:pt x="514820" y="98784"/>
                  </a:cubicBezTo>
                  <a:cubicBezTo>
                    <a:pt x="514941" y="98294"/>
                    <a:pt x="515063" y="97804"/>
                    <a:pt x="515189" y="97299"/>
                  </a:cubicBezTo>
                  <a:cubicBezTo>
                    <a:pt x="515374" y="96561"/>
                    <a:pt x="515374" y="96561"/>
                    <a:pt x="515564" y="95808"/>
                  </a:cubicBezTo>
                  <a:cubicBezTo>
                    <a:pt x="517238" y="95433"/>
                    <a:pt x="517238" y="95433"/>
                    <a:pt x="519284" y="95389"/>
                  </a:cubicBezTo>
                  <a:cubicBezTo>
                    <a:pt x="521277" y="95389"/>
                    <a:pt x="521277" y="95389"/>
                    <a:pt x="523005" y="95064"/>
                  </a:cubicBezTo>
                  <a:cubicBezTo>
                    <a:pt x="523251" y="94327"/>
                    <a:pt x="523496" y="93590"/>
                    <a:pt x="523749" y="92831"/>
                  </a:cubicBezTo>
                  <a:cubicBezTo>
                    <a:pt x="525775" y="92451"/>
                    <a:pt x="525775" y="92451"/>
                    <a:pt x="528261" y="92320"/>
                  </a:cubicBezTo>
                  <a:cubicBezTo>
                    <a:pt x="529083" y="92271"/>
                    <a:pt x="529905" y="92222"/>
                    <a:pt x="530752" y="92172"/>
                  </a:cubicBezTo>
                  <a:cubicBezTo>
                    <a:pt x="531388" y="92144"/>
                    <a:pt x="532024" y="92116"/>
                    <a:pt x="532679" y="92087"/>
                  </a:cubicBezTo>
                  <a:cubicBezTo>
                    <a:pt x="532679" y="91105"/>
                    <a:pt x="532679" y="90123"/>
                    <a:pt x="532679" y="89111"/>
                  </a:cubicBezTo>
                  <a:cubicBezTo>
                    <a:pt x="533208" y="89083"/>
                    <a:pt x="533736" y="89055"/>
                    <a:pt x="534281" y="89026"/>
                  </a:cubicBezTo>
                  <a:cubicBezTo>
                    <a:pt x="534965" y="88977"/>
                    <a:pt x="535649" y="88929"/>
                    <a:pt x="536353" y="88878"/>
                  </a:cubicBezTo>
                  <a:cubicBezTo>
                    <a:pt x="537035" y="88835"/>
                    <a:pt x="537717" y="88792"/>
                    <a:pt x="538420" y="88747"/>
                  </a:cubicBezTo>
                  <a:cubicBezTo>
                    <a:pt x="538981" y="88622"/>
                    <a:pt x="539542" y="88496"/>
                    <a:pt x="540120" y="88367"/>
                  </a:cubicBezTo>
                  <a:cubicBezTo>
                    <a:pt x="540366" y="87630"/>
                    <a:pt x="540612" y="86893"/>
                    <a:pt x="540865" y="86134"/>
                  </a:cubicBezTo>
                  <a:cubicBezTo>
                    <a:pt x="542891" y="85753"/>
                    <a:pt x="542891" y="85753"/>
                    <a:pt x="545376" y="85623"/>
                  </a:cubicBezTo>
                  <a:cubicBezTo>
                    <a:pt x="546198" y="85574"/>
                    <a:pt x="547020" y="85525"/>
                    <a:pt x="547867" y="85474"/>
                  </a:cubicBezTo>
                  <a:cubicBezTo>
                    <a:pt x="548503" y="85446"/>
                    <a:pt x="549139" y="85419"/>
                    <a:pt x="549794" y="85390"/>
                  </a:cubicBezTo>
                  <a:cubicBezTo>
                    <a:pt x="549794" y="84408"/>
                    <a:pt x="549794" y="83425"/>
                    <a:pt x="549794" y="82413"/>
                  </a:cubicBezTo>
                  <a:cubicBezTo>
                    <a:pt x="550430" y="82394"/>
                    <a:pt x="551066" y="82375"/>
                    <a:pt x="551721" y="82355"/>
                  </a:cubicBezTo>
                  <a:cubicBezTo>
                    <a:pt x="552544" y="82313"/>
                    <a:pt x="553366" y="82271"/>
                    <a:pt x="554213" y="82227"/>
                  </a:cubicBezTo>
                  <a:cubicBezTo>
                    <a:pt x="555033" y="82193"/>
                    <a:pt x="555853" y="82158"/>
                    <a:pt x="556698" y="82123"/>
                  </a:cubicBezTo>
                  <a:cubicBezTo>
                    <a:pt x="557366" y="81973"/>
                    <a:pt x="558035" y="81823"/>
                    <a:pt x="558724" y="81669"/>
                  </a:cubicBezTo>
                  <a:cubicBezTo>
                    <a:pt x="558987" y="80681"/>
                    <a:pt x="559235" y="79689"/>
                    <a:pt x="559468" y="78693"/>
                  </a:cubicBezTo>
                  <a:cubicBezTo>
                    <a:pt x="561305" y="78318"/>
                    <a:pt x="561305" y="78318"/>
                    <a:pt x="563561" y="78274"/>
                  </a:cubicBezTo>
                  <a:cubicBezTo>
                    <a:pt x="565754" y="78274"/>
                    <a:pt x="565754" y="78274"/>
                    <a:pt x="567654" y="77949"/>
                  </a:cubicBezTo>
                  <a:cubicBezTo>
                    <a:pt x="567899" y="77212"/>
                    <a:pt x="568145" y="76475"/>
                    <a:pt x="568398" y="75716"/>
                  </a:cubicBezTo>
                  <a:cubicBezTo>
                    <a:pt x="570717" y="75396"/>
                    <a:pt x="572988" y="75388"/>
                    <a:pt x="575328" y="75347"/>
                  </a:cubicBezTo>
                  <a:cubicBezTo>
                    <a:pt x="575988" y="75223"/>
                    <a:pt x="576647" y="75099"/>
                    <a:pt x="577327" y="74972"/>
                  </a:cubicBezTo>
                  <a:cubicBezTo>
                    <a:pt x="577590" y="73984"/>
                    <a:pt x="577838" y="72991"/>
                    <a:pt x="578072" y="71995"/>
                  </a:cubicBezTo>
                  <a:cubicBezTo>
                    <a:pt x="579909" y="71620"/>
                    <a:pt x="579909" y="71620"/>
                    <a:pt x="582164" y="71577"/>
                  </a:cubicBezTo>
                  <a:cubicBezTo>
                    <a:pt x="584358" y="71577"/>
                    <a:pt x="584358" y="71577"/>
                    <a:pt x="586257" y="71251"/>
                  </a:cubicBezTo>
                  <a:cubicBezTo>
                    <a:pt x="586503" y="70515"/>
                    <a:pt x="586748" y="69778"/>
                    <a:pt x="587001" y="69019"/>
                  </a:cubicBezTo>
                  <a:cubicBezTo>
                    <a:pt x="589353" y="68638"/>
                    <a:pt x="589353" y="68638"/>
                    <a:pt x="592257" y="68507"/>
                  </a:cubicBezTo>
                  <a:cubicBezTo>
                    <a:pt x="593217" y="68458"/>
                    <a:pt x="594177" y="68409"/>
                    <a:pt x="595166" y="68359"/>
                  </a:cubicBezTo>
                  <a:cubicBezTo>
                    <a:pt x="596282" y="68317"/>
                    <a:pt x="596282" y="68317"/>
                    <a:pt x="597419" y="68275"/>
                  </a:cubicBezTo>
                  <a:cubicBezTo>
                    <a:pt x="597419" y="67292"/>
                    <a:pt x="597419" y="66310"/>
                    <a:pt x="597419" y="65298"/>
                  </a:cubicBezTo>
                  <a:cubicBezTo>
                    <a:pt x="598100" y="65279"/>
                    <a:pt x="598781" y="65260"/>
                    <a:pt x="599483" y="65240"/>
                  </a:cubicBezTo>
                  <a:cubicBezTo>
                    <a:pt x="600810" y="65177"/>
                    <a:pt x="600810" y="65177"/>
                    <a:pt x="602163" y="65112"/>
                  </a:cubicBezTo>
                  <a:cubicBezTo>
                    <a:pt x="603044" y="65078"/>
                    <a:pt x="603924" y="65043"/>
                    <a:pt x="604832" y="65007"/>
                  </a:cubicBezTo>
                  <a:cubicBezTo>
                    <a:pt x="605578" y="64858"/>
                    <a:pt x="606324" y="64708"/>
                    <a:pt x="607093" y="64554"/>
                  </a:cubicBezTo>
                  <a:cubicBezTo>
                    <a:pt x="607450" y="63806"/>
                    <a:pt x="607450" y="63806"/>
                    <a:pt x="607814" y="63042"/>
                  </a:cubicBezTo>
                  <a:cubicBezTo>
                    <a:pt x="608067" y="62559"/>
                    <a:pt x="608320" y="62076"/>
                    <a:pt x="608581" y="61577"/>
                  </a:cubicBezTo>
                  <a:cubicBezTo>
                    <a:pt x="611006" y="61287"/>
                    <a:pt x="611006" y="61287"/>
                    <a:pt x="613883" y="61391"/>
                  </a:cubicBezTo>
                  <a:cubicBezTo>
                    <a:pt x="614837" y="61418"/>
                    <a:pt x="615790" y="61445"/>
                    <a:pt x="616773" y="61473"/>
                  </a:cubicBezTo>
                  <a:cubicBezTo>
                    <a:pt x="617507" y="61507"/>
                    <a:pt x="618242" y="61542"/>
                    <a:pt x="618999" y="61577"/>
                  </a:cubicBezTo>
                  <a:cubicBezTo>
                    <a:pt x="618999" y="60595"/>
                    <a:pt x="618999" y="59613"/>
                    <a:pt x="618999" y="58601"/>
                  </a:cubicBezTo>
                  <a:cubicBezTo>
                    <a:pt x="619743" y="58644"/>
                    <a:pt x="620486" y="58687"/>
                    <a:pt x="621252" y="58732"/>
                  </a:cubicBezTo>
                  <a:cubicBezTo>
                    <a:pt x="622692" y="58782"/>
                    <a:pt x="622692" y="58782"/>
                    <a:pt x="624162" y="58833"/>
                  </a:cubicBezTo>
                  <a:cubicBezTo>
                    <a:pt x="625120" y="58877"/>
                    <a:pt x="626078" y="58920"/>
                    <a:pt x="627066" y="58964"/>
                  </a:cubicBezTo>
                  <a:cubicBezTo>
                    <a:pt x="628230" y="58784"/>
                    <a:pt x="628230" y="58784"/>
                    <a:pt x="629417" y="58601"/>
                  </a:cubicBezTo>
                  <a:cubicBezTo>
                    <a:pt x="629540" y="57987"/>
                    <a:pt x="629663" y="57373"/>
                    <a:pt x="629789" y="56741"/>
                  </a:cubicBezTo>
                  <a:cubicBezTo>
                    <a:pt x="629912" y="56127"/>
                    <a:pt x="630035" y="55513"/>
                    <a:pt x="630161" y="54880"/>
                  </a:cubicBezTo>
                  <a:cubicBezTo>
                    <a:pt x="632513" y="54517"/>
                    <a:pt x="632513" y="54517"/>
                    <a:pt x="635417" y="54648"/>
                  </a:cubicBezTo>
                  <a:cubicBezTo>
                    <a:pt x="636857" y="54698"/>
                    <a:pt x="636857" y="54698"/>
                    <a:pt x="638327" y="54749"/>
                  </a:cubicBezTo>
                  <a:cubicBezTo>
                    <a:pt x="639070" y="54793"/>
                    <a:pt x="639813" y="54836"/>
                    <a:pt x="640579" y="54880"/>
                  </a:cubicBezTo>
                  <a:cubicBezTo>
                    <a:pt x="640579" y="53898"/>
                    <a:pt x="640579" y="52916"/>
                    <a:pt x="640579" y="51904"/>
                  </a:cubicBezTo>
                  <a:cubicBezTo>
                    <a:pt x="641323" y="51884"/>
                    <a:pt x="642066" y="51865"/>
                    <a:pt x="642832" y="51846"/>
                  </a:cubicBezTo>
                  <a:cubicBezTo>
                    <a:pt x="643792" y="51803"/>
                    <a:pt x="644753" y="51761"/>
                    <a:pt x="645742" y="51718"/>
                  </a:cubicBezTo>
                  <a:cubicBezTo>
                    <a:pt x="646700" y="51683"/>
                    <a:pt x="647658" y="51649"/>
                    <a:pt x="648646" y="51613"/>
                  </a:cubicBezTo>
                  <a:cubicBezTo>
                    <a:pt x="649810" y="51388"/>
                    <a:pt x="649810" y="51388"/>
                    <a:pt x="650997" y="51160"/>
                  </a:cubicBezTo>
                  <a:cubicBezTo>
                    <a:pt x="651164" y="50417"/>
                    <a:pt x="651164" y="50417"/>
                    <a:pt x="651335" y="49660"/>
                  </a:cubicBezTo>
                  <a:cubicBezTo>
                    <a:pt x="651469" y="49172"/>
                    <a:pt x="651603" y="48685"/>
                    <a:pt x="651742" y="48183"/>
                  </a:cubicBezTo>
                  <a:cubicBezTo>
                    <a:pt x="654268" y="47840"/>
                    <a:pt x="656648" y="47806"/>
                    <a:pt x="659190" y="47820"/>
                  </a:cubicBezTo>
                  <a:cubicBezTo>
                    <a:pt x="662558" y="47780"/>
                    <a:pt x="662558" y="47780"/>
                    <a:pt x="665255" y="45936"/>
                  </a:cubicBezTo>
                  <a:cubicBezTo>
                    <a:pt x="665933" y="45206"/>
                    <a:pt x="665933" y="45206"/>
                    <a:pt x="666624" y="44462"/>
                  </a:cubicBezTo>
                  <a:cubicBezTo>
                    <a:pt x="668653" y="44198"/>
                    <a:pt x="668653" y="44198"/>
                    <a:pt x="670810" y="44323"/>
                  </a:cubicBezTo>
                  <a:cubicBezTo>
                    <a:pt x="673664" y="44562"/>
                    <a:pt x="673664" y="44562"/>
                    <a:pt x="676298" y="43718"/>
                  </a:cubicBezTo>
                  <a:cubicBezTo>
                    <a:pt x="676298" y="42981"/>
                    <a:pt x="676298" y="42245"/>
                    <a:pt x="676298" y="41486"/>
                  </a:cubicBezTo>
                  <a:cubicBezTo>
                    <a:pt x="677655" y="41457"/>
                    <a:pt x="677655" y="41457"/>
                    <a:pt x="679039" y="41428"/>
                  </a:cubicBezTo>
                  <a:cubicBezTo>
                    <a:pt x="680218" y="41386"/>
                    <a:pt x="681398" y="41343"/>
                    <a:pt x="682577" y="41300"/>
                  </a:cubicBezTo>
                  <a:cubicBezTo>
                    <a:pt x="683473" y="41284"/>
                    <a:pt x="683473" y="41284"/>
                    <a:pt x="684386" y="41268"/>
                  </a:cubicBezTo>
                  <a:cubicBezTo>
                    <a:pt x="686304" y="41220"/>
                    <a:pt x="686304" y="41220"/>
                    <a:pt x="688949" y="40742"/>
                  </a:cubicBezTo>
                  <a:cubicBezTo>
                    <a:pt x="689069" y="40249"/>
                    <a:pt x="689188" y="39756"/>
                    <a:pt x="689312" y="39248"/>
                  </a:cubicBezTo>
                  <a:cubicBezTo>
                    <a:pt x="689500" y="38514"/>
                    <a:pt x="689500" y="38514"/>
                    <a:pt x="689693" y="37765"/>
                  </a:cubicBezTo>
                  <a:cubicBezTo>
                    <a:pt x="690995" y="37394"/>
                    <a:pt x="690995" y="37394"/>
                    <a:pt x="692669" y="37390"/>
                  </a:cubicBezTo>
                  <a:cubicBezTo>
                    <a:pt x="693567" y="37369"/>
                    <a:pt x="693567" y="37369"/>
                    <a:pt x="694483" y="37348"/>
                  </a:cubicBezTo>
                  <a:cubicBezTo>
                    <a:pt x="695112" y="37347"/>
                    <a:pt x="695742" y="37347"/>
                    <a:pt x="696390" y="37346"/>
                  </a:cubicBezTo>
                  <a:cubicBezTo>
                    <a:pt x="697630" y="37340"/>
                    <a:pt x="698871" y="37324"/>
                    <a:pt x="700111" y="37297"/>
                  </a:cubicBezTo>
                  <a:cubicBezTo>
                    <a:pt x="700663" y="37296"/>
                    <a:pt x="701216" y="37296"/>
                    <a:pt x="701785" y="37295"/>
                  </a:cubicBezTo>
                  <a:cubicBezTo>
                    <a:pt x="702215" y="37205"/>
                    <a:pt x="702644" y="37114"/>
                    <a:pt x="703087" y="37021"/>
                  </a:cubicBezTo>
                  <a:cubicBezTo>
                    <a:pt x="703333" y="36284"/>
                    <a:pt x="703578" y="35547"/>
                    <a:pt x="703831" y="34788"/>
                  </a:cubicBezTo>
                  <a:cubicBezTo>
                    <a:pt x="705968" y="34517"/>
                    <a:pt x="707966" y="34372"/>
                    <a:pt x="710110" y="34323"/>
                  </a:cubicBezTo>
                  <a:cubicBezTo>
                    <a:pt x="714164" y="34377"/>
                    <a:pt x="714164" y="34377"/>
                    <a:pt x="717970" y="33300"/>
                  </a:cubicBezTo>
                  <a:cubicBezTo>
                    <a:pt x="717970" y="32563"/>
                    <a:pt x="717970" y="31827"/>
                    <a:pt x="717970" y="31068"/>
                  </a:cubicBezTo>
                  <a:cubicBezTo>
                    <a:pt x="718417" y="31057"/>
                    <a:pt x="718864" y="31046"/>
                    <a:pt x="719324" y="31035"/>
                  </a:cubicBezTo>
                  <a:cubicBezTo>
                    <a:pt x="721338" y="30980"/>
                    <a:pt x="723351" y="30908"/>
                    <a:pt x="725365" y="30835"/>
                  </a:cubicBezTo>
                  <a:cubicBezTo>
                    <a:pt x="726069" y="30818"/>
                    <a:pt x="726772" y="30802"/>
                    <a:pt x="727497" y="30784"/>
                  </a:cubicBezTo>
                  <a:cubicBezTo>
                    <a:pt x="728166" y="30758"/>
                    <a:pt x="728835" y="30732"/>
                    <a:pt x="729525" y="30704"/>
                  </a:cubicBezTo>
                  <a:cubicBezTo>
                    <a:pt x="730144" y="30685"/>
                    <a:pt x="730764" y="30665"/>
                    <a:pt x="731402" y="30645"/>
                  </a:cubicBezTo>
                  <a:cubicBezTo>
                    <a:pt x="731881" y="30539"/>
                    <a:pt x="732360" y="30433"/>
                    <a:pt x="732853" y="30324"/>
                  </a:cubicBezTo>
                  <a:cubicBezTo>
                    <a:pt x="733098" y="29587"/>
                    <a:pt x="733344" y="28850"/>
                    <a:pt x="733597" y="28091"/>
                  </a:cubicBezTo>
                  <a:cubicBezTo>
                    <a:pt x="735691" y="27797"/>
                    <a:pt x="737633" y="27640"/>
                    <a:pt x="739736" y="27580"/>
                  </a:cubicBezTo>
                  <a:cubicBezTo>
                    <a:pt x="740305" y="27554"/>
                    <a:pt x="740874" y="27529"/>
                    <a:pt x="741460" y="27503"/>
                  </a:cubicBezTo>
                  <a:cubicBezTo>
                    <a:pt x="744297" y="27382"/>
                    <a:pt x="747128" y="27319"/>
                    <a:pt x="749968" y="27347"/>
                  </a:cubicBezTo>
                  <a:cubicBezTo>
                    <a:pt x="749968" y="26365"/>
                    <a:pt x="749968" y="25382"/>
                    <a:pt x="749968" y="24370"/>
                  </a:cubicBezTo>
                  <a:cubicBezTo>
                    <a:pt x="750434" y="24363"/>
                    <a:pt x="750899" y="24357"/>
                    <a:pt x="751379" y="24349"/>
                  </a:cubicBezTo>
                  <a:cubicBezTo>
                    <a:pt x="753483" y="24309"/>
                    <a:pt x="755585" y="24247"/>
                    <a:pt x="757689" y="24184"/>
                  </a:cubicBezTo>
                  <a:cubicBezTo>
                    <a:pt x="758421" y="24174"/>
                    <a:pt x="759154" y="24163"/>
                    <a:pt x="759909" y="24152"/>
                  </a:cubicBezTo>
                  <a:cubicBezTo>
                    <a:pt x="760610" y="24128"/>
                    <a:pt x="761310" y="24104"/>
                    <a:pt x="762031" y="24080"/>
                  </a:cubicBezTo>
                  <a:cubicBezTo>
                    <a:pt x="762678" y="24064"/>
                    <a:pt x="763325" y="24049"/>
                    <a:pt x="763992" y="24033"/>
                  </a:cubicBezTo>
                  <a:cubicBezTo>
                    <a:pt x="764785" y="23831"/>
                    <a:pt x="764785" y="23831"/>
                    <a:pt x="765595" y="23626"/>
                  </a:cubicBezTo>
                  <a:cubicBezTo>
                    <a:pt x="765827" y="23132"/>
                    <a:pt x="766059" y="22637"/>
                    <a:pt x="766298" y="22128"/>
                  </a:cubicBezTo>
                  <a:cubicBezTo>
                    <a:pt x="766557" y="21640"/>
                    <a:pt x="766816" y="21152"/>
                    <a:pt x="767083" y="20650"/>
                  </a:cubicBezTo>
                  <a:cubicBezTo>
                    <a:pt x="768960" y="20312"/>
                    <a:pt x="768960" y="20312"/>
                    <a:pt x="771298" y="20359"/>
                  </a:cubicBezTo>
                  <a:cubicBezTo>
                    <a:pt x="772133" y="20369"/>
                    <a:pt x="772967" y="20378"/>
                    <a:pt x="773827" y="20388"/>
                  </a:cubicBezTo>
                  <a:cubicBezTo>
                    <a:pt x="775139" y="20426"/>
                    <a:pt x="775139" y="20426"/>
                    <a:pt x="776478" y="20464"/>
                  </a:cubicBezTo>
                  <a:cubicBezTo>
                    <a:pt x="777799" y="20484"/>
                    <a:pt x="777799" y="20484"/>
                    <a:pt x="779147" y="20504"/>
                  </a:cubicBezTo>
                  <a:cubicBezTo>
                    <a:pt x="781327" y="20540"/>
                    <a:pt x="783507" y="20589"/>
                    <a:pt x="785687" y="20650"/>
                  </a:cubicBezTo>
                  <a:cubicBezTo>
                    <a:pt x="785687" y="19667"/>
                    <a:pt x="785687" y="18685"/>
                    <a:pt x="785687" y="17673"/>
                  </a:cubicBezTo>
                  <a:cubicBezTo>
                    <a:pt x="786265" y="17655"/>
                    <a:pt x="786843" y="17636"/>
                    <a:pt x="787439" y="17617"/>
                  </a:cubicBezTo>
                  <a:cubicBezTo>
                    <a:pt x="790049" y="17531"/>
                    <a:pt x="792658" y="17439"/>
                    <a:pt x="795268" y="17348"/>
                  </a:cubicBezTo>
                  <a:cubicBezTo>
                    <a:pt x="796178" y="17318"/>
                    <a:pt x="797088" y="17289"/>
                    <a:pt x="798026" y="17259"/>
                  </a:cubicBezTo>
                  <a:cubicBezTo>
                    <a:pt x="799328" y="17212"/>
                    <a:pt x="799328" y="17212"/>
                    <a:pt x="800657" y="17164"/>
                  </a:cubicBezTo>
                  <a:cubicBezTo>
                    <a:pt x="801460" y="17137"/>
                    <a:pt x="802262" y="17110"/>
                    <a:pt x="803089" y="17082"/>
                  </a:cubicBezTo>
                  <a:cubicBezTo>
                    <a:pt x="805020" y="17053"/>
                    <a:pt x="805020" y="17053"/>
                    <a:pt x="806523" y="16185"/>
                  </a:cubicBezTo>
                  <a:cubicBezTo>
                    <a:pt x="806523" y="15448"/>
                    <a:pt x="806523" y="14711"/>
                    <a:pt x="806523" y="13952"/>
                  </a:cubicBezTo>
                  <a:cubicBezTo>
                    <a:pt x="807195" y="13942"/>
                    <a:pt x="807867" y="13931"/>
                    <a:pt x="808560" y="13920"/>
                  </a:cubicBezTo>
                  <a:cubicBezTo>
                    <a:pt x="811047" y="13874"/>
                    <a:pt x="813533" y="13819"/>
                    <a:pt x="816020" y="13757"/>
                  </a:cubicBezTo>
                  <a:cubicBezTo>
                    <a:pt x="817097" y="13732"/>
                    <a:pt x="818175" y="13712"/>
                    <a:pt x="819253" y="13695"/>
                  </a:cubicBezTo>
                  <a:cubicBezTo>
                    <a:pt x="820799" y="13670"/>
                    <a:pt x="822345" y="13631"/>
                    <a:pt x="823891" y="13589"/>
                  </a:cubicBezTo>
                  <a:cubicBezTo>
                    <a:pt x="825288" y="13560"/>
                    <a:pt x="825288" y="13560"/>
                    <a:pt x="826713" y="13530"/>
                  </a:cubicBezTo>
                  <a:cubicBezTo>
                    <a:pt x="827417" y="13424"/>
                    <a:pt x="828121" y="13318"/>
                    <a:pt x="828847" y="13208"/>
                  </a:cubicBezTo>
                  <a:cubicBezTo>
                    <a:pt x="829093" y="12472"/>
                    <a:pt x="829338" y="11735"/>
                    <a:pt x="829591" y="10976"/>
                  </a:cubicBezTo>
                  <a:cubicBezTo>
                    <a:pt x="831550" y="10728"/>
                    <a:pt x="833344" y="10630"/>
                    <a:pt x="835309" y="10621"/>
                  </a:cubicBezTo>
                  <a:cubicBezTo>
                    <a:pt x="835882" y="10610"/>
                    <a:pt x="836456" y="10598"/>
                    <a:pt x="837047" y="10586"/>
                  </a:cubicBezTo>
                  <a:cubicBezTo>
                    <a:pt x="838887" y="10551"/>
                    <a:pt x="840727" y="10530"/>
                    <a:pt x="842567" y="10511"/>
                  </a:cubicBezTo>
                  <a:cubicBezTo>
                    <a:pt x="844405" y="10484"/>
                    <a:pt x="846242" y="10453"/>
                    <a:pt x="848079" y="10420"/>
                  </a:cubicBezTo>
                  <a:cubicBezTo>
                    <a:pt x="849225" y="10399"/>
                    <a:pt x="850370" y="10383"/>
                    <a:pt x="851516" y="10372"/>
                  </a:cubicBezTo>
                  <a:cubicBezTo>
                    <a:pt x="854415" y="10385"/>
                    <a:pt x="854415" y="10385"/>
                    <a:pt x="857124" y="9488"/>
                  </a:cubicBezTo>
                  <a:cubicBezTo>
                    <a:pt x="857370" y="8751"/>
                    <a:pt x="857615" y="8014"/>
                    <a:pt x="857868" y="7255"/>
                  </a:cubicBezTo>
                  <a:cubicBezTo>
                    <a:pt x="859224" y="6979"/>
                    <a:pt x="859224" y="6979"/>
                    <a:pt x="861015" y="6981"/>
                  </a:cubicBezTo>
                  <a:cubicBezTo>
                    <a:pt x="861683" y="6976"/>
                    <a:pt x="862351" y="6970"/>
                    <a:pt x="863039" y="6965"/>
                  </a:cubicBezTo>
                  <a:cubicBezTo>
                    <a:pt x="864129" y="6972"/>
                    <a:pt x="864129" y="6972"/>
                    <a:pt x="865240" y="6979"/>
                  </a:cubicBezTo>
                  <a:cubicBezTo>
                    <a:pt x="866760" y="6966"/>
                    <a:pt x="868281" y="6953"/>
                    <a:pt x="869801" y="6940"/>
                  </a:cubicBezTo>
                  <a:cubicBezTo>
                    <a:pt x="872211" y="6932"/>
                    <a:pt x="874622" y="6930"/>
                    <a:pt x="877033" y="6931"/>
                  </a:cubicBezTo>
                  <a:cubicBezTo>
                    <a:pt x="879350" y="6928"/>
                    <a:pt x="881666" y="6908"/>
                    <a:pt x="883983" y="6886"/>
                  </a:cubicBezTo>
                  <a:cubicBezTo>
                    <a:pt x="884709" y="6892"/>
                    <a:pt x="885436" y="6898"/>
                    <a:pt x="886184" y="6904"/>
                  </a:cubicBezTo>
                  <a:cubicBezTo>
                    <a:pt x="886852" y="6897"/>
                    <a:pt x="887520" y="6890"/>
                    <a:pt x="888208" y="6882"/>
                  </a:cubicBezTo>
                  <a:cubicBezTo>
                    <a:pt x="889095" y="6882"/>
                    <a:pt x="889095" y="6882"/>
                    <a:pt x="889999" y="6882"/>
                  </a:cubicBezTo>
                  <a:cubicBezTo>
                    <a:pt x="890446" y="6760"/>
                    <a:pt x="890894" y="6637"/>
                    <a:pt x="891355" y="6511"/>
                  </a:cubicBezTo>
                  <a:cubicBezTo>
                    <a:pt x="891438" y="6021"/>
                    <a:pt x="891521" y="5530"/>
                    <a:pt x="891607" y="5025"/>
                  </a:cubicBezTo>
                  <a:cubicBezTo>
                    <a:pt x="891769" y="4533"/>
                    <a:pt x="891932" y="4041"/>
                    <a:pt x="892099" y="3535"/>
                  </a:cubicBezTo>
                  <a:cubicBezTo>
                    <a:pt x="894251" y="3148"/>
                    <a:pt x="894251" y="3148"/>
                    <a:pt x="897170" y="3128"/>
                  </a:cubicBezTo>
                  <a:cubicBezTo>
                    <a:pt x="897700" y="3121"/>
                    <a:pt x="898230" y="3113"/>
                    <a:pt x="898776" y="3105"/>
                  </a:cubicBezTo>
                  <a:cubicBezTo>
                    <a:pt x="900536" y="3083"/>
                    <a:pt x="902295" y="3082"/>
                    <a:pt x="904055" y="3081"/>
                  </a:cubicBezTo>
                  <a:cubicBezTo>
                    <a:pt x="905271" y="3070"/>
                    <a:pt x="906488" y="3057"/>
                    <a:pt x="907705" y="3044"/>
                  </a:cubicBezTo>
                  <a:cubicBezTo>
                    <a:pt x="910914" y="3011"/>
                    <a:pt x="914123" y="2996"/>
                    <a:pt x="917332" y="2985"/>
                  </a:cubicBezTo>
                  <a:cubicBezTo>
                    <a:pt x="920604" y="2971"/>
                    <a:pt x="923876" y="2939"/>
                    <a:pt x="927148" y="2910"/>
                  </a:cubicBezTo>
                  <a:cubicBezTo>
                    <a:pt x="933572" y="2853"/>
                    <a:pt x="939997" y="2816"/>
                    <a:pt x="946421" y="2790"/>
                  </a:cubicBezTo>
                  <a:cubicBezTo>
                    <a:pt x="946421" y="2054"/>
                    <a:pt x="946421" y="1317"/>
                    <a:pt x="946421" y="558"/>
                  </a:cubicBezTo>
                  <a:close/>
                </a:path>
              </a:pathLst>
            </a:custGeom>
            <a:grpFill/>
            <a:ln w="744" cap="flat">
              <a:noFill/>
              <a:prstDash val="solid"/>
              <a:miter/>
            </a:ln>
          </p:spPr>
          <p:txBody>
            <a:bodyPr rtlCol="0" anchor="ctr"/>
            <a:lstStyle/>
            <a:p>
              <a:endParaRPr lang="zh-CN" altLang="en-US"/>
            </a:p>
          </p:txBody>
        </p:sp>
        <p:sp>
          <p:nvSpPr>
            <p:cNvPr id="8" name="任意多边形: 形状 108"/>
            <p:cNvSpPr/>
            <p:nvPr/>
          </p:nvSpPr>
          <p:spPr>
            <a:xfrm>
              <a:off x="6153734" y="6052960"/>
              <a:ext cx="179133" cy="437193"/>
            </a:xfrm>
            <a:custGeom>
              <a:avLst/>
              <a:gdLst>
                <a:gd name="connsiteX0" fmla="*/ 243215 w 328950"/>
                <a:gd name="connsiteY0" fmla="*/ 92159 h 1012446"/>
                <a:gd name="connsiteX1" fmla="*/ 241287 w 328950"/>
                <a:gd name="connsiteY1" fmla="*/ 92175 h 1012446"/>
                <a:gd name="connsiteX2" fmla="*/ 234779 w 328950"/>
                <a:gd name="connsiteY2" fmla="*/ 92205 h 1012446"/>
                <a:gd name="connsiteX3" fmla="*/ 229997 w 328950"/>
                <a:gd name="connsiteY3" fmla="*/ 92231 h 1012446"/>
                <a:gd name="connsiteX4" fmla="*/ 216997 w 328950"/>
                <a:gd name="connsiteY4" fmla="*/ 92295 h 1012446"/>
                <a:gd name="connsiteX5" fmla="*/ 203173 w 328950"/>
                <a:gd name="connsiteY5" fmla="*/ 92366 h 1012446"/>
                <a:gd name="connsiteX6" fmla="*/ 178570 w 328950"/>
                <a:gd name="connsiteY6" fmla="*/ 92490 h 1012446"/>
                <a:gd name="connsiteX7" fmla="*/ 154582 w 328950"/>
                <a:gd name="connsiteY7" fmla="*/ 92614 h 1012446"/>
                <a:gd name="connsiteX8" fmla="*/ 153086 w 328950"/>
                <a:gd name="connsiteY8" fmla="*/ 92621 h 1012446"/>
                <a:gd name="connsiteX9" fmla="*/ 147130 w 328950"/>
                <a:gd name="connsiteY9" fmla="*/ 92650 h 1012446"/>
                <a:gd name="connsiteX10" fmla="*/ 82628 w 328950"/>
                <a:gd name="connsiteY10" fmla="*/ 92980 h 1012446"/>
                <a:gd name="connsiteX11" fmla="*/ 82617 w 328950"/>
                <a:gd name="connsiteY11" fmla="*/ 167358 h 1012446"/>
                <a:gd name="connsiteX12" fmla="*/ 82616 w 328950"/>
                <a:gd name="connsiteY12" fmla="*/ 168860 h 1012446"/>
                <a:gd name="connsiteX13" fmla="*/ 82597 w 328950"/>
                <a:gd name="connsiteY13" fmla="*/ 327643 h 1012446"/>
                <a:gd name="connsiteX14" fmla="*/ 82596 w 328950"/>
                <a:gd name="connsiteY14" fmla="*/ 331170 h 1012446"/>
                <a:gd name="connsiteX15" fmla="*/ 82590 w 328950"/>
                <a:gd name="connsiteY15" fmla="*/ 405209 h 1012446"/>
                <a:gd name="connsiteX16" fmla="*/ 82588 w 328950"/>
                <a:gd name="connsiteY16" fmla="*/ 442418 h 1012446"/>
                <a:gd name="connsiteX17" fmla="*/ 82587 w 328950"/>
                <a:gd name="connsiteY17" fmla="*/ 448033 h 1012446"/>
                <a:gd name="connsiteX18" fmla="*/ 82577 w 328950"/>
                <a:gd name="connsiteY18" fmla="*/ 534543 h 1012446"/>
                <a:gd name="connsiteX19" fmla="*/ 82577 w 328950"/>
                <a:gd name="connsiteY19" fmla="*/ 536424 h 1012446"/>
                <a:gd name="connsiteX20" fmla="*/ 82572 w 328950"/>
                <a:gd name="connsiteY20" fmla="*/ 566443 h 1012446"/>
                <a:gd name="connsiteX21" fmla="*/ 82560 w 328950"/>
                <a:gd name="connsiteY21" fmla="*/ 652923 h 1012446"/>
                <a:gd name="connsiteX22" fmla="*/ 82560 w 328950"/>
                <a:gd name="connsiteY22" fmla="*/ 654717 h 1012446"/>
                <a:gd name="connsiteX23" fmla="*/ 82558 w 328950"/>
                <a:gd name="connsiteY23" fmla="*/ 693732 h 1012446"/>
                <a:gd name="connsiteX24" fmla="*/ 82558 w 328950"/>
                <a:gd name="connsiteY24" fmla="*/ 709425 h 1012446"/>
                <a:gd name="connsiteX25" fmla="*/ 82558 w 328950"/>
                <a:gd name="connsiteY25" fmla="*/ 711161 h 1012446"/>
                <a:gd name="connsiteX26" fmla="*/ 82549 w 328950"/>
                <a:gd name="connsiteY26" fmla="*/ 766533 h 1012446"/>
                <a:gd name="connsiteX27" fmla="*/ 82543 w 328950"/>
                <a:gd name="connsiteY27" fmla="*/ 822428 h 1012446"/>
                <a:gd name="connsiteX28" fmla="*/ 82544 w 328950"/>
                <a:gd name="connsiteY28" fmla="*/ 830142 h 1012446"/>
                <a:gd name="connsiteX29" fmla="*/ 82544 w 328950"/>
                <a:gd name="connsiteY29" fmla="*/ 831670 h 1012446"/>
                <a:gd name="connsiteX30" fmla="*/ 82539 w 328950"/>
                <a:gd name="connsiteY30" fmla="*/ 855662 h 1012446"/>
                <a:gd name="connsiteX31" fmla="*/ 82537 w 328950"/>
                <a:gd name="connsiteY31" fmla="*/ 878012 h 1012446"/>
                <a:gd name="connsiteX32" fmla="*/ 82537 w 328950"/>
                <a:gd name="connsiteY32" fmla="*/ 890744 h 1012446"/>
                <a:gd name="connsiteX33" fmla="*/ 82534 w 328950"/>
                <a:gd name="connsiteY33" fmla="*/ 902485 h 1012446"/>
                <a:gd name="connsiteX34" fmla="*/ 82537 w 328950"/>
                <a:gd name="connsiteY34" fmla="*/ 906717 h 1012446"/>
                <a:gd name="connsiteX35" fmla="*/ 82533 w 328950"/>
                <a:gd name="connsiteY35" fmla="*/ 912584 h 1012446"/>
                <a:gd name="connsiteX36" fmla="*/ 82536 w 328950"/>
                <a:gd name="connsiteY36" fmla="*/ 914327 h 1012446"/>
                <a:gd name="connsiteX37" fmla="*/ 82628 w 328950"/>
                <a:gd name="connsiteY37" fmla="*/ 919720 h 1012446"/>
                <a:gd name="connsiteX38" fmla="*/ 87743 w 328950"/>
                <a:gd name="connsiteY38" fmla="*/ 920557 h 1012446"/>
                <a:gd name="connsiteX39" fmla="*/ 89662 w 328950"/>
                <a:gd name="connsiteY39" fmla="*/ 920549 h 1012446"/>
                <a:gd name="connsiteX40" fmla="*/ 96098 w 328950"/>
                <a:gd name="connsiteY40" fmla="*/ 920543 h 1012446"/>
                <a:gd name="connsiteX41" fmla="*/ 100835 w 328950"/>
                <a:gd name="connsiteY41" fmla="*/ 920535 h 1012446"/>
                <a:gd name="connsiteX42" fmla="*/ 111006 w 328950"/>
                <a:gd name="connsiteY42" fmla="*/ 920525 h 1012446"/>
                <a:gd name="connsiteX43" fmla="*/ 127395 w 328950"/>
                <a:gd name="connsiteY43" fmla="*/ 920504 h 1012446"/>
                <a:gd name="connsiteX44" fmla="*/ 163646 w 328950"/>
                <a:gd name="connsiteY44" fmla="*/ 920466 h 1012446"/>
                <a:gd name="connsiteX45" fmla="*/ 200083 w 328950"/>
                <a:gd name="connsiteY45" fmla="*/ 920426 h 1012446"/>
                <a:gd name="connsiteX46" fmla="*/ 216551 w 328950"/>
                <a:gd name="connsiteY46" fmla="*/ 920408 h 1012446"/>
                <a:gd name="connsiteX47" fmla="*/ 226977 w 328950"/>
                <a:gd name="connsiteY47" fmla="*/ 920395 h 1012446"/>
                <a:gd name="connsiteX48" fmla="*/ 231813 w 328950"/>
                <a:gd name="connsiteY48" fmla="*/ 920392 h 1012446"/>
                <a:gd name="connsiteX49" fmla="*/ 238575 w 328950"/>
                <a:gd name="connsiteY49" fmla="*/ 920379 h 1012446"/>
                <a:gd name="connsiteX50" fmla="*/ 240605 w 328950"/>
                <a:gd name="connsiteY50" fmla="*/ 920380 h 1012446"/>
                <a:gd name="connsiteX51" fmla="*/ 247083 w 328950"/>
                <a:gd name="connsiteY51" fmla="*/ 920464 h 1012446"/>
                <a:gd name="connsiteX52" fmla="*/ 249316 w 328950"/>
                <a:gd name="connsiteY52" fmla="*/ 921208 h 1012446"/>
                <a:gd name="connsiteX53" fmla="*/ 250160 w 328950"/>
                <a:gd name="connsiteY53" fmla="*/ 915875 h 1012446"/>
                <a:gd name="connsiteX54" fmla="*/ 250155 w 328950"/>
                <a:gd name="connsiteY54" fmla="*/ 914235 h 1012446"/>
                <a:gd name="connsiteX55" fmla="*/ 250160 w 328950"/>
                <a:gd name="connsiteY55" fmla="*/ 908671 h 1012446"/>
                <a:gd name="connsiteX56" fmla="*/ 250159 w 328950"/>
                <a:gd name="connsiteY56" fmla="*/ 904541 h 1012446"/>
                <a:gd name="connsiteX57" fmla="*/ 250165 w 328950"/>
                <a:gd name="connsiteY57" fmla="*/ 893120 h 1012446"/>
                <a:gd name="connsiteX58" fmla="*/ 250169 w 328950"/>
                <a:gd name="connsiteY58" fmla="*/ 880539 h 1012446"/>
                <a:gd name="connsiteX59" fmla="*/ 250179 w 328950"/>
                <a:gd name="connsiteY59" fmla="*/ 855583 h 1012446"/>
                <a:gd name="connsiteX60" fmla="*/ 250184 w 328950"/>
                <a:gd name="connsiteY60" fmla="*/ 833122 h 1012446"/>
                <a:gd name="connsiteX61" fmla="*/ 250185 w 328950"/>
                <a:gd name="connsiteY61" fmla="*/ 831599 h 1012446"/>
                <a:gd name="connsiteX62" fmla="*/ 250188 w 328950"/>
                <a:gd name="connsiteY62" fmla="*/ 825458 h 1012446"/>
                <a:gd name="connsiteX63" fmla="*/ 250209 w 328950"/>
                <a:gd name="connsiteY63" fmla="*/ 752651 h 1012446"/>
                <a:gd name="connsiteX64" fmla="*/ 250216 w 328950"/>
                <a:gd name="connsiteY64" fmla="*/ 716314 h 1012446"/>
                <a:gd name="connsiteX65" fmla="*/ 250236 w 328950"/>
                <a:gd name="connsiteY65" fmla="*/ 599965 h 1012446"/>
                <a:gd name="connsiteX66" fmla="*/ 250237 w 328950"/>
                <a:gd name="connsiteY66" fmla="*/ 594400 h 1012446"/>
                <a:gd name="connsiteX67" fmla="*/ 250237 w 328950"/>
                <a:gd name="connsiteY67" fmla="*/ 583238 h 1012446"/>
                <a:gd name="connsiteX68" fmla="*/ 250238 w 328950"/>
                <a:gd name="connsiteY68" fmla="*/ 570169 h 1012446"/>
                <a:gd name="connsiteX69" fmla="*/ 250239 w 328950"/>
                <a:gd name="connsiteY69" fmla="*/ 566427 h 1012446"/>
                <a:gd name="connsiteX70" fmla="*/ 250269 w 328950"/>
                <a:gd name="connsiteY70" fmla="*/ 446176 h 1012446"/>
                <a:gd name="connsiteX71" fmla="*/ 250297 w 328950"/>
                <a:gd name="connsiteY71" fmla="*/ 359709 h 1012446"/>
                <a:gd name="connsiteX72" fmla="*/ 250297 w 328950"/>
                <a:gd name="connsiteY72" fmla="*/ 357915 h 1012446"/>
                <a:gd name="connsiteX73" fmla="*/ 250300 w 328950"/>
                <a:gd name="connsiteY73" fmla="*/ 318907 h 1012446"/>
                <a:gd name="connsiteX74" fmla="*/ 250300 w 328950"/>
                <a:gd name="connsiteY74" fmla="*/ 304954 h 1012446"/>
                <a:gd name="connsiteX75" fmla="*/ 250301 w 328950"/>
                <a:gd name="connsiteY75" fmla="*/ 301482 h 1012446"/>
                <a:gd name="connsiteX76" fmla="*/ 250319 w 328950"/>
                <a:gd name="connsiteY76" fmla="*/ 246122 h 1012446"/>
                <a:gd name="connsiteX77" fmla="*/ 250329 w 328950"/>
                <a:gd name="connsiteY77" fmla="*/ 190242 h 1012446"/>
                <a:gd name="connsiteX78" fmla="*/ 250326 w 328950"/>
                <a:gd name="connsiteY78" fmla="*/ 182531 h 1012446"/>
                <a:gd name="connsiteX79" fmla="*/ 250326 w 328950"/>
                <a:gd name="connsiteY79" fmla="*/ 181003 h 1012446"/>
                <a:gd name="connsiteX80" fmla="*/ 250336 w 328950"/>
                <a:gd name="connsiteY80" fmla="*/ 157018 h 1012446"/>
                <a:gd name="connsiteX81" fmla="*/ 250341 w 328950"/>
                <a:gd name="connsiteY81" fmla="*/ 134675 h 1012446"/>
                <a:gd name="connsiteX82" fmla="*/ 250337 w 328950"/>
                <a:gd name="connsiteY82" fmla="*/ 121947 h 1012446"/>
                <a:gd name="connsiteX83" fmla="*/ 250345 w 328950"/>
                <a:gd name="connsiteY83" fmla="*/ 110210 h 1012446"/>
                <a:gd name="connsiteX84" fmla="*/ 250337 w 328950"/>
                <a:gd name="connsiteY84" fmla="*/ 105979 h 1012446"/>
                <a:gd name="connsiteX85" fmla="*/ 250347 w 328950"/>
                <a:gd name="connsiteY85" fmla="*/ 100114 h 1012446"/>
                <a:gd name="connsiteX86" fmla="*/ 250338 w 328950"/>
                <a:gd name="connsiteY86" fmla="*/ 98372 h 1012446"/>
                <a:gd name="connsiteX87" fmla="*/ 250060 w 328950"/>
                <a:gd name="connsiteY87" fmla="*/ 92980 h 1012446"/>
                <a:gd name="connsiteX88" fmla="*/ 243215 w 328950"/>
                <a:gd name="connsiteY88" fmla="*/ 92159 h 1012446"/>
                <a:gd name="connsiteX89" fmla="*/ 50775 w 328950"/>
                <a:gd name="connsiteY89" fmla="*/ 8 h 1012446"/>
                <a:gd name="connsiteX90" fmla="*/ 59461 w 328950"/>
                <a:gd name="connsiteY90" fmla="*/ 21 h 1012446"/>
                <a:gd name="connsiteX91" fmla="*/ 68820 w 328950"/>
                <a:gd name="connsiteY91" fmla="*/ 12 h 1012446"/>
                <a:gd name="connsiteX92" fmla="*/ 87161 w 328950"/>
                <a:gd name="connsiteY92" fmla="*/ 26 h 1012446"/>
                <a:gd name="connsiteX93" fmla="*/ 108499 w 328950"/>
                <a:gd name="connsiteY93" fmla="*/ 41 h 1012446"/>
                <a:gd name="connsiteX94" fmla="*/ 146557 w 328950"/>
                <a:gd name="connsiteY94" fmla="*/ 82 h 1012446"/>
                <a:gd name="connsiteX95" fmla="*/ 183527 w 328950"/>
                <a:gd name="connsiteY95" fmla="*/ 113 h 1012446"/>
                <a:gd name="connsiteX96" fmla="*/ 223746 w 328950"/>
                <a:gd name="connsiteY96" fmla="*/ 121 h 1012446"/>
                <a:gd name="connsiteX97" fmla="*/ 228030 w 328950"/>
                <a:gd name="connsiteY97" fmla="*/ 126 h 1012446"/>
                <a:gd name="connsiteX98" fmla="*/ 230159 w 328950"/>
                <a:gd name="connsiteY98" fmla="*/ 129 h 1012446"/>
                <a:gd name="connsiteX99" fmla="*/ 245051 w 328950"/>
                <a:gd name="connsiteY99" fmla="*/ 131 h 1012446"/>
                <a:gd name="connsiteX100" fmla="*/ 263183 w 328950"/>
                <a:gd name="connsiteY100" fmla="*/ 158 h 1012446"/>
                <a:gd name="connsiteX101" fmla="*/ 272443 w 328950"/>
                <a:gd name="connsiteY101" fmla="*/ 168 h 1012446"/>
                <a:gd name="connsiteX102" fmla="*/ 280905 w 328950"/>
                <a:gd name="connsiteY102" fmla="*/ 188 h 1012446"/>
                <a:gd name="connsiteX103" fmla="*/ 283980 w 328950"/>
                <a:gd name="connsiteY103" fmla="*/ 186 h 1012446"/>
                <a:gd name="connsiteX104" fmla="*/ 288133 w 328950"/>
                <a:gd name="connsiteY104" fmla="*/ 204 h 1012446"/>
                <a:gd name="connsiteX105" fmla="*/ 290471 w 328950"/>
                <a:gd name="connsiteY105" fmla="*/ 208 h 1012446"/>
                <a:gd name="connsiteX106" fmla="*/ 292193 w 328950"/>
                <a:gd name="connsiteY106" fmla="*/ 583 h 1012446"/>
                <a:gd name="connsiteX107" fmla="*/ 292937 w 328950"/>
                <a:gd name="connsiteY107" fmla="*/ 3559 h 1012446"/>
                <a:gd name="connsiteX108" fmla="*/ 295170 w 328950"/>
                <a:gd name="connsiteY108" fmla="*/ 5048 h 1012446"/>
                <a:gd name="connsiteX109" fmla="*/ 295914 w 328950"/>
                <a:gd name="connsiteY109" fmla="*/ 7280 h 1012446"/>
                <a:gd name="connsiteX110" fmla="*/ 298146 w 328950"/>
                <a:gd name="connsiteY110" fmla="*/ 8768 h 1012446"/>
                <a:gd name="connsiteX111" fmla="*/ 298890 w 328950"/>
                <a:gd name="connsiteY111" fmla="*/ 11001 h 1012446"/>
                <a:gd name="connsiteX112" fmla="*/ 301123 w 328950"/>
                <a:gd name="connsiteY112" fmla="*/ 11745 h 1012446"/>
                <a:gd name="connsiteX113" fmla="*/ 301867 w 328950"/>
                <a:gd name="connsiteY113" fmla="*/ 13977 h 1012446"/>
                <a:gd name="connsiteX114" fmla="*/ 304099 w 328950"/>
                <a:gd name="connsiteY114" fmla="*/ 14721 h 1012446"/>
                <a:gd name="connsiteX115" fmla="*/ 304843 w 328950"/>
                <a:gd name="connsiteY115" fmla="*/ 17698 h 1012446"/>
                <a:gd name="connsiteX116" fmla="*/ 307076 w 328950"/>
                <a:gd name="connsiteY116" fmla="*/ 19930 h 1012446"/>
                <a:gd name="connsiteX117" fmla="*/ 307076 w 328950"/>
                <a:gd name="connsiteY117" fmla="*/ 21419 h 1012446"/>
                <a:gd name="connsiteX118" fmla="*/ 310052 w 328950"/>
                <a:gd name="connsiteY118" fmla="*/ 21419 h 1012446"/>
                <a:gd name="connsiteX119" fmla="*/ 313029 w 328950"/>
                <a:gd name="connsiteY119" fmla="*/ 27372 h 1012446"/>
                <a:gd name="connsiteX120" fmla="*/ 315261 w 328950"/>
                <a:gd name="connsiteY120" fmla="*/ 28116 h 1012446"/>
                <a:gd name="connsiteX121" fmla="*/ 316006 w 328950"/>
                <a:gd name="connsiteY121" fmla="*/ 30348 h 1012446"/>
                <a:gd name="connsiteX122" fmla="*/ 317866 w 328950"/>
                <a:gd name="connsiteY122" fmla="*/ 31418 h 1012446"/>
                <a:gd name="connsiteX123" fmla="*/ 320238 w 328950"/>
                <a:gd name="connsiteY123" fmla="*/ 34209 h 1012446"/>
                <a:gd name="connsiteX124" fmla="*/ 320470 w 328950"/>
                <a:gd name="connsiteY124" fmla="*/ 35557 h 1012446"/>
                <a:gd name="connsiteX125" fmla="*/ 321959 w 328950"/>
                <a:gd name="connsiteY125" fmla="*/ 35557 h 1012446"/>
                <a:gd name="connsiteX126" fmla="*/ 322284 w 328950"/>
                <a:gd name="connsiteY126" fmla="*/ 36999 h 1012446"/>
                <a:gd name="connsiteX127" fmla="*/ 322703 w 328950"/>
                <a:gd name="connsiteY127" fmla="*/ 38534 h 1012446"/>
                <a:gd name="connsiteX128" fmla="*/ 324935 w 328950"/>
                <a:gd name="connsiteY128" fmla="*/ 39278 h 1012446"/>
                <a:gd name="connsiteX129" fmla="*/ 325261 w 328950"/>
                <a:gd name="connsiteY129" fmla="*/ 40813 h 1012446"/>
                <a:gd name="connsiteX130" fmla="*/ 325679 w 328950"/>
                <a:gd name="connsiteY130" fmla="*/ 42255 h 1012446"/>
                <a:gd name="connsiteX131" fmla="*/ 328656 w 328950"/>
                <a:gd name="connsiteY131" fmla="*/ 42255 h 1012446"/>
                <a:gd name="connsiteX132" fmla="*/ 328691 w 328950"/>
                <a:gd name="connsiteY132" fmla="*/ 127425 h 1012446"/>
                <a:gd name="connsiteX133" fmla="*/ 328692 w 328950"/>
                <a:gd name="connsiteY133" fmla="*/ 129108 h 1012446"/>
                <a:gd name="connsiteX134" fmla="*/ 328750 w 328950"/>
                <a:gd name="connsiteY134" fmla="*/ 307625 h 1012446"/>
                <a:gd name="connsiteX135" fmla="*/ 328751 w 328950"/>
                <a:gd name="connsiteY135" fmla="*/ 311589 h 1012446"/>
                <a:gd name="connsiteX136" fmla="*/ 328770 w 328950"/>
                <a:gd name="connsiteY136" fmla="*/ 394784 h 1012446"/>
                <a:gd name="connsiteX137" fmla="*/ 328778 w 328950"/>
                <a:gd name="connsiteY137" fmla="*/ 436573 h 1012446"/>
                <a:gd name="connsiteX138" fmla="*/ 328779 w 328950"/>
                <a:gd name="connsiteY138" fmla="*/ 442877 h 1012446"/>
                <a:gd name="connsiteX139" fmla="*/ 328809 w 328950"/>
                <a:gd name="connsiteY139" fmla="*/ 539987 h 1012446"/>
                <a:gd name="connsiteX140" fmla="*/ 328810 w 328950"/>
                <a:gd name="connsiteY140" fmla="*/ 542098 h 1012446"/>
                <a:gd name="connsiteX141" fmla="*/ 328825 w 328950"/>
                <a:gd name="connsiteY141" fmla="*/ 575782 h 1012446"/>
                <a:gd name="connsiteX142" fmla="*/ 328859 w 328950"/>
                <a:gd name="connsiteY142" fmla="*/ 672764 h 1012446"/>
                <a:gd name="connsiteX143" fmla="*/ 328860 w 328950"/>
                <a:gd name="connsiteY143" fmla="*/ 674777 h 1012446"/>
                <a:gd name="connsiteX144" fmla="*/ 328866 w 328950"/>
                <a:gd name="connsiteY144" fmla="*/ 718518 h 1012446"/>
                <a:gd name="connsiteX145" fmla="*/ 328868 w 328950"/>
                <a:gd name="connsiteY145" fmla="*/ 736117 h 1012446"/>
                <a:gd name="connsiteX146" fmla="*/ 328868 w 328950"/>
                <a:gd name="connsiteY146" fmla="*/ 738062 h 1012446"/>
                <a:gd name="connsiteX147" fmla="*/ 328893 w 328950"/>
                <a:gd name="connsiteY147" fmla="*/ 800196 h 1012446"/>
                <a:gd name="connsiteX148" fmla="*/ 328910 w 328950"/>
                <a:gd name="connsiteY148" fmla="*/ 862749 h 1012446"/>
                <a:gd name="connsiteX149" fmla="*/ 328908 w 328950"/>
                <a:gd name="connsiteY149" fmla="*/ 871379 h 1012446"/>
                <a:gd name="connsiteX150" fmla="*/ 328908 w 328950"/>
                <a:gd name="connsiteY150" fmla="*/ 873088 h 1012446"/>
                <a:gd name="connsiteX151" fmla="*/ 328924 w 328950"/>
                <a:gd name="connsiteY151" fmla="*/ 899954 h 1012446"/>
                <a:gd name="connsiteX152" fmla="*/ 328928 w 328950"/>
                <a:gd name="connsiteY152" fmla="*/ 926326 h 1012446"/>
                <a:gd name="connsiteX153" fmla="*/ 328935 w 328950"/>
                <a:gd name="connsiteY153" fmla="*/ 940453 h 1012446"/>
                <a:gd name="connsiteX154" fmla="*/ 328933 w 328950"/>
                <a:gd name="connsiteY154" fmla="*/ 953273 h 1012446"/>
                <a:gd name="connsiteX155" fmla="*/ 328940 w 328950"/>
                <a:gd name="connsiteY155" fmla="*/ 957912 h 1012446"/>
                <a:gd name="connsiteX156" fmla="*/ 328933 w 328950"/>
                <a:gd name="connsiteY156" fmla="*/ 964155 h 1012446"/>
                <a:gd name="connsiteX157" fmla="*/ 328950 w 328950"/>
                <a:gd name="connsiteY157" fmla="*/ 966004 h 1012446"/>
                <a:gd name="connsiteX158" fmla="*/ 328656 w 328950"/>
                <a:gd name="connsiteY158" fmla="*/ 970198 h 1012446"/>
                <a:gd name="connsiteX159" fmla="*/ 326424 w 328950"/>
                <a:gd name="connsiteY159" fmla="*/ 970942 h 1012446"/>
                <a:gd name="connsiteX160" fmla="*/ 325772 w 328950"/>
                <a:gd name="connsiteY160" fmla="*/ 972244 h 1012446"/>
                <a:gd name="connsiteX161" fmla="*/ 323261 w 328950"/>
                <a:gd name="connsiteY161" fmla="*/ 975546 h 1012446"/>
                <a:gd name="connsiteX162" fmla="*/ 317886 w 328950"/>
                <a:gd name="connsiteY162" fmla="*/ 982857 h 1012446"/>
                <a:gd name="connsiteX163" fmla="*/ 313773 w 328950"/>
                <a:gd name="connsiteY163" fmla="*/ 985825 h 1012446"/>
                <a:gd name="connsiteX164" fmla="*/ 312285 w 328950"/>
                <a:gd name="connsiteY164" fmla="*/ 988801 h 1012446"/>
                <a:gd name="connsiteX165" fmla="*/ 308564 w 328950"/>
                <a:gd name="connsiteY165" fmla="*/ 992522 h 1012446"/>
                <a:gd name="connsiteX166" fmla="*/ 307076 w 328950"/>
                <a:gd name="connsiteY166" fmla="*/ 994754 h 1012446"/>
                <a:gd name="connsiteX167" fmla="*/ 304843 w 328950"/>
                <a:gd name="connsiteY167" fmla="*/ 995499 h 1012446"/>
                <a:gd name="connsiteX168" fmla="*/ 304471 w 328950"/>
                <a:gd name="connsiteY168" fmla="*/ 996987 h 1012446"/>
                <a:gd name="connsiteX169" fmla="*/ 304099 w 328950"/>
                <a:gd name="connsiteY169" fmla="*/ 998475 h 1012446"/>
                <a:gd name="connsiteX170" fmla="*/ 301867 w 328950"/>
                <a:gd name="connsiteY170" fmla="*/ 999219 h 1012446"/>
                <a:gd name="connsiteX171" fmla="*/ 301123 w 328950"/>
                <a:gd name="connsiteY171" fmla="*/ 1001452 h 1012446"/>
                <a:gd name="connsiteX172" fmla="*/ 297100 w 328950"/>
                <a:gd name="connsiteY172" fmla="*/ 1004800 h 1012446"/>
                <a:gd name="connsiteX173" fmla="*/ 295170 w 328950"/>
                <a:gd name="connsiteY173" fmla="*/ 1008149 h 1012446"/>
                <a:gd name="connsiteX174" fmla="*/ 292937 w 328950"/>
                <a:gd name="connsiteY174" fmla="*/ 1008149 h 1012446"/>
                <a:gd name="connsiteX175" fmla="*/ 292937 w 328950"/>
                <a:gd name="connsiteY175" fmla="*/ 1011870 h 1012446"/>
                <a:gd name="connsiteX176" fmla="*/ 195825 w 328950"/>
                <a:gd name="connsiteY176" fmla="*/ 1012098 h 1012446"/>
                <a:gd name="connsiteX177" fmla="*/ 184368 w 328950"/>
                <a:gd name="connsiteY177" fmla="*/ 1012115 h 1012446"/>
                <a:gd name="connsiteX178" fmla="*/ 182064 w 328950"/>
                <a:gd name="connsiteY178" fmla="*/ 1012118 h 1012446"/>
                <a:gd name="connsiteX179" fmla="*/ 145100 w 328950"/>
                <a:gd name="connsiteY179" fmla="*/ 1012214 h 1012446"/>
                <a:gd name="connsiteX180" fmla="*/ 107189 w 328950"/>
                <a:gd name="connsiteY180" fmla="*/ 1012290 h 1012446"/>
                <a:gd name="connsiteX181" fmla="*/ 83784 w 328950"/>
                <a:gd name="connsiteY181" fmla="*/ 1012352 h 1012446"/>
                <a:gd name="connsiteX182" fmla="*/ 67748 w 328950"/>
                <a:gd name="connsiteY182" fmla="*/ 1012376 h 1012446"/>
                <a:gd name="connsiteX183" fmla="*/ 58488 w 328950"/>
                <a:gd name="connsiteY183" fmla="*/ 1012402 h 1012446"/>
                <a:gd name="connsiteX184" fmla="*/ 50016 w 328950"/>
                <a:gd name="connsiteY184" fmla="*/ 1012409 h 1012446"/>
                <a:gd name="connsiteX185" fmla="*/ 45486 w 328950"/>
                <a:gd name="connsiteY185" fmla="*/ 1012446 h 1012446"/>
                <a:gd name="connsiteX186" fmla="*/ 37166 w 328950"/>
                <a:gd name="connsiteY186" fmla="*/ 1010892 h 1012446"/>
                <a:gd name="connsiteX187" fmla="*/ 35465 w 328950"/>
                <a:gd name="connsiteY187" fmla="*/ 1005916 h 1012446"/>
                <a:gd name="connsiteX188" fmla="*/ 33651 w 328950"/>
                <a:gd name="connsiteY188" fmla="*/ 1005265 h 1012446"/>
                <a:gd name="connsiteX189" fmla="*/ 31744 w 328950"/>
                <a:gd name="connsiteY189" fmla="*/ 1004428 h 1012446"/>
                <a:gd name="connsiteX190" fmla="*/ 31000 w 328950"/>
                <a:gd name="connsiteY190" fmla="*/ 1001452 h 1012446"/>
                <a:gd name="connsiteX191" fmla="*/ 28767 w 328950"/>
                <a:gd name="connsiteY191" fmla="*/ 1000708 h 1012446"/>
                <a:gd name="connsiteX192" fmla="*/ 28023 w 328950"/>
                <a:gd name="connsiteY192" fmla="*/ 997731 h 1012446"/>
                <a:gd name="connsiteX193" fmla="*/ 26535 w 328950"/>
                <a:gd name="connsiteY193" fmla="*/ 997731 h 1012446"/>
                <a:gd name="connsiteX194" fmla="*/ 22070 w 328950"/>
                <a:gd name="connsiteY194" fmla="*/ 991778 h 1012446"/>
                <a:gd name="connsiteX195" fmla="*/ 20582 w 328950"/>
                <a:gd name="connsiteY195" fmla="*/ 991034 h 1012446"/>
                <a:gd name="connsiteX196" fmla="*/ 20024 w 328950"/>
                <a:gd name="connsiteY196" fmla="*/ 989731 h 1012446"/>
                <a:gd name="connsiteX197" fmla="*/ 14629 w 328950"/>
                <a:gd name="connsiteY197" fmla="*/ 984336 h 1012446"/>
                <a:gd name="connsiteX198" fmla="*/ 13884 w 328950"/>
                <a:gd name="connsiteY198" fmla="*/ 982104 h 1012446"/>
                <a:gd name="connsiteX199" fmla="*/ 11652 w 328950"/>
                <a:gd name="connsiteY199" fmla="*/ 981360 h 1012446"/>
                <a:gd name="connsiteX200" fmla="*/ 11326 w 328950"/>
                <a:gd name="connsiteY200" fmla="*/ 979872 h 1012446"/>
                <a:gd name="connsiteX201" fmla="*/ 10908 w 328950"/>
                <a:gd name="connsiteY201" fmla="*/ 978383 h 1012446"/>
                <a:gd name="connsiteX202" fmla="*/ 7931 w 328950"/>
                <a:gd name="connsiteY202" fmla="*/ 977639 h 1012446"/>
                <a:gd name="connsiteX203" fmla="*/ 7187 w 328950"/>
                <a:gd name="connsiteY203" fmla="*/ 975407 h 1012446"/>
                <a:gd name="connsiteX204" fmla="*/ 5699 w 328950"/>
                <a:gd name="connsiteY204" fmla="*/ 974663 h 1012446"/>
                <a:gd name="connsiteX205" fmla="*/ 4955 w 328950"/>
                <a:gd name="connsiteY205" fmla="*/ 972430 h 1012446"/>
                <a:gd name="connsiteX206" fmla="*/ 3792 w 328950"/>
                <a:gd name="connsiteY206" fmla="*/ 971267 h 1012446"/>
                <a:gd name="connsiteX207" fmla="*/ 2722 w 328950"/>
                <a:gd name="connsiteY207" fmla="*/ 968709 h 1012446"/>
                <a:gd name="connsiteX208" fmla="*/ 490 w 328950"/>
                <a:gd name="connsiteY208" fmla="*/ 968709 h 1012446"/>
                <a:gd name="connsiteX209" fmla="*/ 431 w 328950"/>
                <a:gd name="connsiteY209" fmla="*/ 883928 h 1012446"/>
                <a:gd name="connsiteX210" fmla="*/ 430 w 328950"/>
                <a:gd name="connsiteY210" fmla="*/ 882252 h 1012446"/>
                <a:gd name="connsiteX211" fmla="*/ 332 w 328950"/>
                <a:gd name="connsiteY211" fmla="*/ 704529 h 1012446"/>
                <a:gd name="connsiteX212" fmla="*/ 331 w 328950"/>
                <a:gd name="connsiteY212" fmla="*/ 700583 h 1012446"/>
                <a:gd name="connsiteX213" fmla="*/ 301 w 328950"/>
                <a:gd name="connsiteY213" fmla="*/ 617746 h 1012446"/>
                <a:gd name="connsiteX214" fmla="*/ 286 w 328950"/>
                <a:gd name="connsiteY214" fmla="*/ 576135 h 1012446"/>
                <a:gd name="connsiteX215" fmla="*/ 284 w 328950"/>
                <a:gd name="connsiteY215" fmla="*/ 569858 h 1012446"/>
                <a:gd name="connsiteX216" fmla="*/ 234 w 328950"/>
                <a:gd name="connsiteY216" fmla="*/ 473177 h 1012446"/>
                <a:gd name="connsiteX217" fmla="*/ 233 w 328950"/>
                <a:gd name="connsiteY217" fmla="*/ 471076 h 1012446"/>
                <a:gd name="connsiteX218" fmla="*/ 208 w 328950"/>
                <a:gd name="connsiteY218" fmla="*/ 437547 h 1012446"/>
                <a:gd name="connsiteX219" fmla="*/ 151 w 328950"/>
                <a:gd name="connsiteY219" fmla="*/ 341000 h 1012446"/>
                <a:gd name="connsiteX220" fmla="*/ 150 w 328950"/>
                <a:gd name="connsiteY220" fmla="*/ 338996 h 1012446"/>
                <a:gd name="connsiteX221" fmla="*/ 140 w 328950"/>
                <a:gd name="connsiteY221" fmla="*/ 295437 h 1012446"/>
                <a:gd name="connsiteX222" fmla="*/ 137 w 328950"/>
                <a:gd name="connsiteY222" fmla="*/ 277912 h 1012446"/>
                <a:gd name="connsiteX223" fmla="*/ 137 w 328950"/>
                <a:gd name="connsiteY223" fmla="*/ 275975 h 1012446"/>
                <a:gd name="connsiteX224" fmla="*/ 94 w 328950"/>
                <a:gd name="connsiteY224" fmla="*/ 214124 h 1012446"/>
                <a:gd name="connsiteX225" fmla="*/ 67 w 328950"/>
                <a:gd name="connsiteY225" fmla="*/ 151844 h 1012446"/>
                <a:gd name="connsiteX226" fmla="*/ 69 w 328950"/>
                <a:gd name="connsiteY226" fmla="*/ 143246 h 1012446"/>
                <a:gd name="connsiteX227" fmla="*/ 69 w 328950"/>
                <a:gd name="connsiteY227" fmla="*/ 141544 h 1012446"/>
                <a:gd name="connsiteX228" fmla="*/ 43 w 328950"/>
                <a:gd name="connsiteY228" fmla="*/ 114807 h 1012446"/>
                <a:gd name="connsiteX229" fmla="*/ 37 w 328950"/>
                <a:gd name="connsiteY229" fmla="*/ 88545 h 1012446"/>
                <a:gd name="connsiteX230" fmla="*/ 25 w 328950"/>
                <a:gd name="connsiteY230" fmla="*/ 74485 h 1012446"/>
                <a:gd name="connsiteX231" fmla="*/ 28 w 328950"/>
                <a:gd name="connsiteY231" fmla="*/ 61714 h 1012446"/>
                <a:gd name="connsiteX232" fmla="*/ 17 w 328950"/>
                <a:gd name="connsiteY232" fmla="*/ 57103 h 1012446"/>
                <a:gd name="connsiteX233" fmla="*/ 28 w 328950"/>
                <a:gd name="connsiteY233" fmla="*/ 50875 h 1012446"/>
                <a:gd name="connsiteX234" fmla="*/ 0 w 328950"/>
                <a:gd name="connsiteY234" fmla="*/ 49057 h 1012446"/>
                <a:gd name="connsiteX235" fmla="*/ 2286 w 328950"/>
                <a:gd name="connsiteY235" fmla="*/ 42367 h 1012446"/>
                <a:gd name="connsiteX236" fmla="*/ 4211 w 328950"/>
                <a:gd name="connsiteY236" fmla="*/ 40766 h 1012446"/>
                <a:gd name="connsiteX237" fmla="*/ 5699 w 328950"/>
                <a:gd name="connsiteY237" fmla="*/ 38534 h 1012446"/>
                <a:gd name="connsiteX238" fmla="*/ 8675 w 328950"/>
                <a:gd name="connsiteY238" fmla="*/ 38534 h 1012446"/>
                <a:gd name="connsiteX239" fmla="*/ 10164 w 328950"/>
                <a:gd name="connsiteY239" fmla="*/ 34813 h 1012446"/>
                <a:gd name="connsiteX240" fmla="*/ 11652 w 328950"/>
                <a:gd name="connsiteY240" fmla="*/ 34813 h 1012446"/>
                <a:gd name="connsiteX241" fmla="*/ 11652 w 328950"/>
                <a:gd name="connsiteY241" fmla="*/ 31837 h 1012446"/>
                <a:gd name="connsiteX242" fmla="*/ 13884 w 328950"/>
                <a:gd name="connsiteY242" fmla="*/ 31092 h 1012446"/>
                <a:gd name="connsiteX243" fmla="*/ 14629 w 328950"/>
                <a:gd name="connsiteY243" fmla="*/ 28860 h 1012446"/>
                <a:gd name="connsiteX244" fmla="*/ 16861 w 328950"/>
                <a:gd name="connsiteY244" fmla="*/ 28116 h 1012446"/>
                <a:gd name="connsiteX245" fmla="*/ 18349 w 328950"/>
                <a:gd name="connsiteY245" fmla="*/ 25139 h 1012446"/>
                <a:gd name="connsiteX246" fmla="*/ 19838 w 328950"/>
                <a:gd name="connsiteY246" fmla="*/ 25139 h 1012446"/>
                <a:gd name="connsiteX247" fmla="*/ 20442 w 328950"/>
                <a:gd name="connsiteY247" fmla="*/ 23511 h 1012446"/>
                <a:gd name="connsiteX248" fmla="*/ 25047 w 328950"/>
                <a:gd name="connsiteY248" fmla="*/ 17698 h 1012446"/>
                <a:gd name="connsiteX249" fmla="*/ 28767 w 328950"/>
                <a:gd name="connsiteY249" fmla="*/ 11745 h 1012446"/>
                <a:gd name="connsiteX250" fmla="*/ 32488 w 328950"/>
                <a:gd name="connsiteY250" fmla="*/ 9512 h 1012446"/>
                <a:gd name="connsiteX251" fmla="*/ 33232 w 328950"/>
                <a:gd name="connsiteY251" fmla="*/ 7280 h 1012446"/>
                <a:gd name="connsiteX252" fmla="*/ 34255 w 328950"/>
                <a:gd name="connsiteY252" fmla="*/ 6303 h 1012446"/>
                <a:gd name="connsiteX253" fmla="*/ 36036 w 328950"/>
                <a:gd name="connsiteY253" fmla="*/ 2771 h 1012446"/>
                <a:gd name="connsiteX254" fmla="*/ 39569 w 328950"/>
                <a:gd name="connsiteY254" fmla="*/ 167 h 1012446"/>
                <a:gd name="connsiteX255" fmla="*/ 47622 w 328950"/>
                <a:gd name="connsiteY255" fmla="*/ 26 h 1012446"/>
                <a:gd name="connsiteX256" fmla="*/ 50775 w 328950"/>
                <a:gd name="connsiteY256" fmla="*/ 8 h 1012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328950" h="1012446">
                  <a:moveTo>
                    <a:pt x="243215" y="92159"/>
                  </a:moveTo>
                  <a:cubicBezTo>
                    <a:pt x="242560" y="92165"/>
                    <a:pt x="241924" y="92170"/>
                    <a:pt x="241287" y="92175"/>
                  </a:cubicBezTo>
                  <a:cubicBezTo>
                    <a:pt x="239118" y="92182"/>
                    <a:pt x="236948" y="92191"/>
                    <a:pt x="234779" y="92205"/>
                  </a:cubicBezTo>
                  <a:cubicBezTo>
                    <a:pt x="233185" y="92215"/>
                    <a:pt x="231591" y="92224"/>
                    <a:pt x="229997" y="92231"/>
                  </a:cubicBezTo>
                  <a:cubicBezTo>
                    <a:pt x="225664" y="92249"/>
                    <a:pt x="221331" y="92270"/>
                    <a:pt x="216997" y="92295"/>
                  </a:cubicBezTo>
                  <a:cubicBezTo>
                    <a:pt x="212389" y="92321"/>
                    <a:pt x="207781" y="92344"/>
                    <a:pt x="203173" y="92366"/>
                  </a:cubicBezTo>
                  <a:cubicBezTo>
                    <a:pt x="194972" y="92405"/>
                    <a:pt x="186771" y="92446"/>
                    <a:pt x="178570" y="92490"/>
                  </a:cubicBezTo>
                  <a:cubicBezTo>
                    <a:pt x="170574" y="92533"/>
                    <a:pt x="162578" y="92575"/>
                    <a:pt x="154582" y="92614"/>
                  </a:cubicBezTo>
                  <a:cubicBezTo>
                    <a:pt x="153826" y="92618"/>
                    <a:pt x="153826" y="92618"/>
                    <a:pt x="153086" y="92621"/>
                  </a:cubicBezTo>
                  <a:cubicBezTo>
                    <a:pt x="151101" y="92631"/>
                    <a:pt x="149116" y="92641"/>
                    <a:pt x="147130" y="92650"/>
                  </a:cubicBezTo>
                  <a:cubicBezTo>
                    <a:pt x="125630" y="92755"/>
                    <a:pt x="104129" y="92866"/>
                    <a:pt x="82628" y="92980"/>
                  </a:cubicBezTo>
                  <a:cubicBezTo>
                    <a:pt x="82624" y="117773"/>
                    <a:pt x="82620" y="142566"/>
                    <a:pt x="82617" y="167358"/>
                  </a:cubicBezTo>
                  <a:cubicBezTo>
                    <a:pt x="82616" y="168117"/>
                    <a:pt x="82616" y="168117"/>
                    <a:pt x="82616" y="168860"/>
                  </a:cubicBezTo>
                  <a:cubicBezTo>
                    <a:pt x="82608" y="221788"/>
                    <a:pt x="82601" y="274716"/>
                    <a:pt x="82597" y="327643"/>
                  </a:cubicBezTo>
                  <a:cubicBezTo>
                    <a:pt x="82597" y="328819"/>
                    <a:pt x="82597" y="329994"/>
                    <a:pt x="82596" y="331170"/>
                  </a:cubicBezTo>
                  <a:cubicBezTo>
                    <a:pt x="82594" y="355849"/>
                    <a:pt x="82592" y="380529"/>
                    <a:pt x="82590" y="405209"/>
                  </a:cubicBezTo>
                  <a:cubicBezTo>
                    <a:pt x="82589" y="417612"/>
                    <a:pt x="82589" y="430015"/>
                    <a:pt x="82588" y="442418"/>
                  </a:cubicBezTo>
                  <a:cubicBezTo>
                    <a:pt x="82587" y="444290"/>
                    <a:pt x="82587" y="446161"/>
                    <a:pt x="82587" y="448033"/>
                  </a:cubicBezTo>
                  <a:cubicBezTo>
                    <a:pt x="82585" y="476870"/>
                    <a:pt x="82582" y="505706"/>
                    <a:pt x="82577" y="534543"/>
                  </a:cubicBezTo>
                  <a:cubicBezTo>
                    <a:pt x="82577" y="535183"/>
                    <a:pt x="82577" y="535803"/>
                    <a:pt x="82577" y="536424"/>
                  </a:cubicBezTo>
                  <a:cubicBezTo>
                    <a:pt x="82575" y="546430"/>
                    <a:pt x="82574" y="556436"/>
                    <a:pt x="82572" y="566443"/>
                  </a:cubicBezTo>
                  <a:cubicBezTo>
                    <a:pt x="82567" y="595269"/>
                    <a:pt x="82562" y="624096"/>
                    <a:pt x="82560" y="652923"/>
                  </a:cubicBezTo>
                  <a:cubicBezTo>
                    <a:pt x="82560" y="653533"/>
                    <a:pt x="82560" y="654125"/>
                    <a:pt x="82560" y="654717"/>
                  </a:cubicBezTo>
                  <a:cubicBezTo>
                    <a:pt x="82559" y="667722"/>
                    <a:pt x="82559" y="680727"/>
                    <a:pt x="82558" y="693732"/>
                  </a:cubicBezTo>
                  <a:cubicBezTo>
                    <a:pt x="82558" y="698963"/>
                    <a:pt x="82558" y="704194"/>
                    <a:pt x="82558" y="709425"/>
                  </a:cubicBezTo>
                  <a:cubicBezTo>
                    <a:pt x="82558" y="710015"/>
                    <a:pt x="82558" y="710588"/>
                    <a:pt x="82558" y="711161"/>
                  </a:cubicBezTo>
                  <a:cubicBezTo>
                    <a:pt x="82557" y="729618"/>
                    <a:pt x="82554" y="748075"/>
                    <a:pt x="82549" y="766533"/>
                  </a:cubicBezTo>
                  <a:cubicBezTo>
                    <a:pt x="82545" y="785164"/>
                    <a:pt x="82542" y="803796"/>
                    <a:pt x="82543" y="822428"/>
                  </a:cubicBezTo>
                  <a:cubicBezTo>
                    <a:pt x="82544" y="824999"/>
                    <a:pt x="82544" y="827570"/>
                    <a:pt x="82544" y="830142"/>
                  </a:cubicBezTo>
                  <a:cubicBezTo>
                    <a:pt x="82544" y="830661"/>
                    <a:pt x="82544" y="831165"/>
                    <a:pt x="82544" y="831670"/>
                  </a:cubicBezTo>
                  <a:cubicBezTo>
                    <a:pt x="82544" y="839667"/>
                    <a:pt x="82543" y="847665"/>
                    <a:pt x="82539" y="855662"/>
                  </a:cubicBezTo>
                  <a:cubicBezTo>
                    <a:pt x="82536" y="863112"/>
                    <a:pt x="82535" y="870562"/>
                    <a:pt x="82537" y="878012"/>
                  </a:cubicBezTo>
                  <a:cubicBezTo>
                    <a:pt x="82538" y="882256"/>
                    <a:pt x="82540" y="886500"/>
                    <a:pt x="82537" y="890744"/>
                  </a:cubicBezTo>
                  <a:cubicBezTo>
                    <a:pt x="82534" y="894657"/>
                    <a:pt x="82532" y="898571"/>
                    <a:pt x="82534" y="902485"/>
                  </a:cubicBezTo>
                  <a:cubicBezTo>
                    <a:pt x="82535" y="903895"/>
                    <a:pt x="82536" y="905306"/>
                    <a:pt x="82537" y="906717"/>
                  </a:cubicBezTo>
                  <a:cubicBezTo>
                    <a:pt x="82534" y="908673"/>
                    <a:pt x="82531" y="910628"/>
                    <a:pt x="82533" y="912584"/>
                  </a:cubicBezTo>
                  <a:cubicBezTo>
                    <a:pt x="82534" y="913177"/>
                    <a:pt x="82535" y="913752"/>
                    <a:pt x="82536" y="914327"/>
                  </a:cubicBezTo>
                  <a:cubicBezTo>
                    <a:pt x="82529" y="916132"/>
                    <a:pt x="82554" y="917915"/>
                    <a:pt x="82628" y="919720"/>
                  </a:cubicBezTo>
                  <a:cubicBezTo>
                    <a:pt x="83457" y="920549"/>
                    <a:pt x="83457" y="920549"/>
                    <a:pt x="87743" y="920557"/>
                  </a:cubicBezTo>
                  <a:cubicBezTo>
                    <a:pt x="88395" y="920554"/>
                    <a:pt x="89029" y="920551"/>
                    <a:pt x="89662" y="920549"/>
                  </a:cubicBezTo>
                  <a:cubicBezTo>
                    <a:pt x="91807" y="920549"/>
                    <a:pt x="93953" y="920548"/>
                    <a:pt x="96098" y="920543"/>
                  </a:cubicBezTo>
                  <a:cubicBezTo>
                    <a:pt x="97677" y="920539"/>
                    <a:pt x="99256" y="920536"/>
                    <a:pt x="100835" y="920535"/>
                  </a:cubicBezTo>
                  <a:cubicBezTo>
                    <a:pt x="104225" y="920533"/>
                    <a:pt x="107615" y="920531"/>
                    <a:pt x="111006" y="920525"/>
                  </a:cubicBezTo>
                  <a:cubicBezTo>
                    <a:pt x="116469" y="920515"/>
                    <a:pt x="121932" y="920508"/>
                    <a:pt x="127395" y="920504"/>
                  </a:cubicBezTo>
                  <a:cubicBezTo>
                    <a:pt x="139479" y="920496"/>
                    <a:pt x="151563" y="920482"/>
                    <a:pt x="163646" y="920466"/>
                  </a:cubicBezTo>
                  <a:cubicBezTo>
                    <a:pt x="175792" y="920450"/>
                    <a:pt x="187938" y="920435"/>
                    <a:pt x="200083" y="920426"/>
                  </a:cubicBezTo>
                  <a:cubicBezTo>
                    <a:pt x="205573" y="920423"/>
                    <a:pt x="211062" y="920418"/>
                    <a:pt x="216551" y="920408"/>
                  </a:cubicBezTo>
                  <a:cubicBezTo>
                    <a:pt x="220027" y="920402"/>
                    <a:pt x="223502" y="920397"/>
                    <a:pt x="226977" y="920395"/>
                  </a:cubicBezTo>
                  <a:cubicBezTo>
                    <a:pt x="228589" y="920394"/>
                    <a:pt x="230201" y="920393"/>
                    <a:pt x="231813" y="920392"/>
                  </a:cubicBezTo>
                  <a:cubicBezTo>
                    <a:pt x="234067" y="920386"/>
                    <a:pt x="236321" y="920380"/>
                    <a:pt x="238575" y="920379"/>
                  </a:cubicBezTo>
                  <a:cubicBezTo>
                    <a:pt x="239265" y="920380"/>
                    <a:pt x="239935" y="920380"/>
                    <a:pt x="240605" y="920380"/>
                  </a:cubicBezTo>
                  <a:cubicBezTo>
                    <a:pt x="242770" y="920371"/>
                    <a:pt x="244918" y="920396"/>
                    <a:pt x="247083" y="920464"/>
                  </a:cubicBezTo>
                  <a:cubicBezTo>
                    <a:pt x="247842" y="920717"/>
                    <a:pt x="248579" y="920963"/>
                    <a:pt x="249316" y="921208"/>
                  </a:cubicBezTo>
                  <a:cubicBezTo>
                    <a:pt x="250145" y="919550"/>
                    <a:pt x="250145" y="919550"/>
                    <a:pt x="250160" y="915875"/>
                  </a:cubicBezTo>
                  <a:cubicBezTo>
                    <a:pt x="250157" y="915047"/>
                    <a:pt x="250157" y="915047"/>
                    <a:pt x="250155" y="914235"/>
                  </a:cubicBezTo>
                  <a:cubicBezTo>
                    <a:pt x="250159" y="912380"/>
                    <a:pt x="250161" y="910526"/>
                    <a:pt x="250160" y="908671"/>
                  </a:cubicBezTo>
                  <a:cubicBezTo>
                    <a:pt x="250158" y="907294"/>
                    <a:pt x="250158" y="905918"/>
                    <a:pt x="250159" y="904541"/>
                  </a:cubicBezTo>
                  <a:cubicBezTo>
                    <a:pt x="250164" y="900734"/>
                    <a:pt x="250167" y="896927"/>
                    <a:pt x="250165" y="893120"/>
                  </a:cubicBezTo>
                  <a:cubicBezTo>
                    <a:pt x="250164" y="888926"/>
                    <a:pt x="250166" y="884733"/>
                    <a:pt x="250169" y="880539"/>
                  </a:cubicBezTo>
                  <a:cubicBezTo>
                    <a:pt x="250175" y="872221"/>
                    <a:pt x="250178" y="863902"/>
                    <a:pt x="250179" y="855583"/>
                  </a:cubicBezTo>
                  <a:cubicBezTo>
                    <a:pt x="250179" y="848096"/>
                    <a:pt x="250180" y="840609"/>
                    <a:pt x="250184" y="833122"/>
                  </a:cubicBezTo>
                  <a:cubicBezTo>
                    <a:pt x="250184" y="832604"/>
                    <a:pt x="250185" y="832102"/>
                    <a:pt x="250185" y="831599"/>
                  </a:cubicBezTo>
                  <a:cubicBezTo>
                    <a:pt x="250186" y="829552"/>
                    <a:pt x="250187" y="827505"/>
                    <a:pt x="250188" y="825458"/>
                  </a:cubicBezTo>
                  <a:cubicBezTo>
                    <a:pt x="250200" y="801189"/>
                    <a:pt x="250205" y="776920"/>
                    <a:pt x="250209" y="752651"/>
                  </a:cubicBezTo>
                  <a:cubicBezTo>
                    <a:pt x="250210" y="740538"/>
                    <a:pt x="250213" y="728426"/>
                    <a:pt x="250216" y="716314"/>
                  </a:cubicBezTo>
                  <a:cubicBezTo>
                    <a:pt x="250225" y="677531"/>
                    <a:pt x="250234" y="638748"/>
                    <a:pt x="250236" y="599965"/>
                  </a:cubicBezTo>
                  <a:cubicBezTo>
                    <a:pt x="250236" y="598110"/>
                    <a:pt x="250237" y="596255"/>
                    <a:pt x="250237" y="594400"/>
                  </a:cubicBezTo>
                  <a:cubicBezTo>
                    <a:pt x="250237" y="590679"/>
                    <a:pt x="250237" y="586959"/>
                    <a:pt x="250237" y="583238"/>
                  </a:cubicBezTo>
                  <a:cubicBezTo>
                    <a:pt x="250238" y="578882"/>
                    <a:pt x="250238" y="574525"/>
                    <a:pt x="250238" y="570169"/>
                  </a:cubicBezTo>
                  <a:cubicBezTo>
                    <a:pt x="250238" y="568922"/>
                    <a:pt x="250238" y="567674"/>
                    <a:pt x="250239" y="566427"/>
                  </a:cubicBezTo>
                  <a:cubicBezTo>
                    <a:pt x="250241" y="526343"/>
                    <a:pt x="250252" y="486260"/>
                    <a:pt x="250269" y="446176"/>
                  </a:cubicBezTo>
                  <a:cubicBezTo>
                    <a:pt x="250282" y="417354"/>
                    <a:pt x="250294" y="388532"/>
                    <a:pt x="250297" y="359709"/>
                  </a:cubicBezTo>
                  <a:cubicBezTo>
                    <a:pt x="250297" y="359099"/>
                    <a:pt x="250297" y="358507"/>
                    <a:pt x="250297" y="357915"/>
                  </a:cubicBezTo>
                  <a:cubicBezTo>
                    <a:pt x="250299" y="344912"/>
                    <a:pt x="250300" y="331910"/>
                    <a:pt x="250300" y="318907"/>
                  </a:cubicBezTo>
                  <a:cubicBezTo>
                    <a:pt x="250300" y="314256"/>
                    <a:pt x="250300" y="309605"/>
                    <a:pt x="250300" y="304954"/>
                  </a:cubicBezTo>
                  <a:cubicBezTo>
                    <a:pt x="250300" y="303797"/>
                    <a:pt x="250300" y="302639"/>
                    <a:pt x="250301" y="301482"/>
                  </a:cubicBezTo>
                  <a:cubicBezTo>
                    <a:pt x="250301" y="283028"/>
                    <a:pt x="250308" y="264575"/>
                    <a:pt x="250319" y="246122"/>
                  </a:cubicBezTo>
                  <a:cubicBezTo>
                    <a:pt x="250329" y="227495"/>
                    <a:pt x="250335" y="208869"/>
                    <a:pt x="250329" y="190242"/>
                  </a:cubicBezTo>
                  <a:cubicBezTo>
                    <a:pt x="250328" y="187672"/>
                    <a:pt x="250327" y="185101"/>
                    <a:pt x="250326" y="182531"/>
                  </a:cubicBezTo>
                  <a:cubicBezTo>
                    <a:pt x="250326" y="182012"/>
                    <a:pt x="250326" y="181507"/>
                    <a:pt x="250326" y="181003"/>
                  </a:cubicBezTo>
                  <a:cubicBezTo>
                    <a:pt x="250324" y="173008"/>
                    <a:pt x="250327" y="165013"/>
                    <a:pt x="250336" y="157018"/>
                  </a:cubicBezTo>
                  <a:cubicBezTo>
                    <a:pt x="250344" y="149570"/>
                    <a:pt x="250346" y="142123"/>
                    <a:pt x="250341" y="134675"/>
                  </a:cubicBezTo>
                  <a:cubicBezTo>
                    <a:pt x="250336" y="130432"/>
                    <a:pt x="250330" y="126190"/>
                    <a:pt x="250337" y="121947"/>
                  </a:cubicBezTo>
                  <a:cubicBezTo>
                    <a:pt x="250346" y="118035"/>
                    <a:pt x="250353" y="114123"/>
                    <a:pt x="250345" y="110210"/>
                  </a:cubicBezTo>
                  <a:cubicBezTo>
                    <a:pt x="250341" y="108800"/>
                    <a:pt x="250338" y="107389"/>
                    <a:pt x="250337" y="105979"/>
                  </a:cubicBezTo>
                  <a:cubicBezTo>
                    <a:pt x="250345" y="104024"/>
                    <a:pt x="250354" y="102069"/>
                    <a:pt x="250347" y="100114"/>
                  </a:cubicBezTo>
                  <a:cubicBezTo>
                    <a:pt x="250344" y="99522"/>
                    <a:pt x="250341" y="98947"/>
                    <a:pt x="250338" y="98372"/>
                  </a:cubicBezTo>
                  <a:cubicBezTo>
                    <a:pt x="250357" y="96511"/>
                    <a:pt x="250288" y="94836"/>
                    <a:pt x="250060" y="92980"/>
                  </a:cubicBezTo>
                  <a:cubicBezTo>
                    <a:pt x="247694" y="92192"/>
                    <a:pt x="245691" y="92155"/>
                    <a:pt x="243215" y="92159"/>
                  </a:cubicBezTo>
                  <a:close/>
                  <a:moveTo>
                    <a:pt x="50775" y="8"/>
                  </a:moveTo>
                  <a:cubicBezTo>
                    <a:pt x="53671" y="-8"/>
                    <a:pt x="56566" y="4"/>
                    <a:pt x="59461" y="21"/>
                  </a:cubicBezTo>
                  <a:cubicBezTo>
                    <a:pt x="62581" y="34"/>
                    <a:pt x="65700" y="21"/>
                    <a:pt x="68820" y="12"/>
                  </a:cubicBezTo>
                  <a:cubicBezTo>
                    <a:pt x="74933" y="-2"/>
                    <a:pt x="81047" y="8"/>
                    <a:pt x="87161" y="26"/>
                  </a:cubicBezTo>
                  <a:cubicBezTo>
                    <a:pt x="94273" y="46"/>
                    <a:pt x="101386" y="44"/>
                    <a:pt x="108499" y="41"/>
                  </a:cubicBezTo>
                  <a:cubicBezTo>
                    <a:pt x="121185" y="36"/>
                    <a:pt x="133871" y="53"/>
                    <a:pt x="146557" y="82"/>
                  </a:cubicBezTo>
                  <a:cubicBezTo>
                    <a:pt x="158880" y="111"/>
                    <a:pt x="171204" y="121"/>
                    <a:pt x="183527" y="113"/>
                  </a:cubicBezTo>
                  <a:cubicBezTo>
                    <a:pt x="196933" y="104"/>
                    <a:pt x="210340" y="104"/>
                    <a:pt x="223746" y="121"/>
                  </a:cubicBezTo>
                  <a:cubicBezTo>
                    <a:pt x="225174" y="123"/>
                    <a:pt x="226602" y="125"/>
                    <a:pt x="228030" y="126"/>
                  </a:cubicBezTo>
                  <a:cubicBezTo>
                    <a:pt x="229084" y="128"/>
                    <a:pt x="229084" y="128"/>
                    <a:pt x="230159" y="129"/>
                  </a:cubicBezTo>
                  <a:cubicBezTo>
                    <a:pt x="235123" y="135"/>
                    <a:pt x="240087" y="134"/>
                    <a:pt x="245051" y="131"/>
                  </a:cubicBezTo>
                  <a:cubicBezTo>
                    <a:pt x="251095" y="128"/>
                    <a:pt x="257139" y="136"/>
                    <a:pt x="263183" y="158"/>
                  </a:cubicBezTo>
                  <a:cubicBezTo>
                    <a:pt x="266269" y="169"/>
                    <a:pt x="269356" y="175"/>
                    <a:pt x="272443" y="168"/>
                  </a:cubicBezTo>
                  <a:cubicBezTo>
                    <a:pt x="275264" y="162"/>
                    <a:pt x="278084" y="169"/>
                    <a:pt x="280905" y="188"/>
                  </a:cubicBezTo>
                  <a:cubicBezTo>
                    <a:pt x="281930" y="192"/>
                    <a:pt x="282955" y="192"/>
                    <a:pt x="283980" y="186"/>
                  </a:cubicBezTo>
                  <a:cubicBezTo>
                    <a:pt x="285365" y="178"/>
                    <a:pt x="286749" y="190"/>
                    <a:pt x="288133" y="204"/>
                  </a:cubicBezTo>
                  <a:cubicBezTo>
                    <a:pt x="289291" y="206"/>
                    <a:pt x="289291" y="206"/>
                    <a:pt x="290471" y="208"/>
                  </a:cubicBezTo>
                  <a:cubicBezTo>
                    <a:pt x="291040" y="332"/>
                    <a:pt x="291608" y="455"/>
                    <a:pt x="292193" y="583"/>
                  </a:cubicBezTo>
                  <a:cubicBezTo>
                    <a:pt x="292679" y="2002"/>
                    <a:pt x="292679" y="2002"/>
                    <a:pt x="292937" y="3559"/>
                  </a:cubicBezTo>
                  <a:cubicBezTo>
                    <a:pt x="293674" y="4050"/>
                    <a:pt x="294411" y="4541"/>
                    <a:pt x="295170" y="5048"/>
                  </a:cubicBezTo>
                  <a:cubicBezTo>
                    <a:pt x="295415" y="5784"/>
                    <a:pt x="295661" y="6521"/>
                    <a:pt x="295914" y="7280"/>
                  </a:cubicBezTo>
                  <a:cubicBezTo>
                    <a:pt x="296650" y="7771"/>
                    <a:pt x="297387" y="8262"/>
                    <a:pt x="298146" y="8768"/>
                  </a:cubicBezTo>
                  <a:cubicBezTo>
                    <a:pt x="298392" y="9505"/>
                    <a:pt x="298637" y="10242"/>
                    <a:pt x="298890" y="11001"/>
                  </a:cubicBezTo>
                  <a:cubicBezTo>
                    <a:pt x="299627" y="11246"/>
                    <a:pt x="300364" y="11492"/>
                    <a:pt x="301123" y="11745"/>
                  </a:cubicBezTo>
                  <a:cubicBezTo>
                    <a:pt x="301368" y="12481"/>
                    <a:pt x="301614" y="13218"/>
                    <a:pt x="301867" y="13977"/>
                  </a:cubicBezTo>
                  <a:cubicBezTo>
                    <a:pt x="302604" y="14223"/>
                    <a:pt x="303340" y="14468"/>
                    <a:pt x="304099" y="14721"/>
                  </a:cubicBezTo>
                  <a:cubicBezTo>
                    <a:pt x="304363" y="15710"/>
                    <a:pt x="304609" y="16702"/>
                    <a:pt x="304843" y="17698"/>
                  </a:cubicBezTo>
                  <a:cubicBezTo>
                    <a:pt x="305573" y="18456"/>
                    <a:pt x="306315" y="19203"/>
                    <a:pt x="307076" y="19930"/>
                  </a:cubicBezTo>
                  <a:cubicBezTo>
                    <a:pt x="307076" y="20421"/>
                    <a:pt x="307076" y="20913"/>
                    <a:pt x="307076" y="21419"/>
                  </a:cubicBezTo>
                  <a:cubicBezTo>
                    <a:pt x="308058" y="21419"/>
                    <a:pt x="309040" y="21419"/>
                    <a:pt x="310052" y="21419"/>
                  </a:cubicBezTo>
                  <a:cubicBezTo>
                    <a:pt x="313029" y="25222"/>
                    <a:pt x="313029" y="25222"/>
                    <a:pt x="313029" y="27372"/>
                  </a:cubicBezTo>
                  <a:cubicBezTo>
                    <a:pt x="313766" y="27617"/>
                    <a:pt x="314502" y="27863"/>
                    <a:pt x="315261" y="28116"/>
                  </a:cubicBezTo>
                  <a:cubicBezTo>
                    <a:pt x="315507" y="28853"/>
                    <a:pt x="315753" y="29589"/>
                    <a:pt x="316006" y="30348"/>
                  </a:cubicBezTo>
                  <a:cubicBezTo>
                    <a:pt x="316619" y="30701"/>
                    <a:pt x="317233" y="31054"/>
                    <a:pt x="317866" y="31418"/>
                  </a:cubicBezTo>
                  <a:cubicBezTo>
                    <a:pt x="319726" y="32581"/>
                    <a:pt x="319726" y="32581"/>
                    <a:pt x="320238" y="34209"/>
                  </a:cubicBezTo>
                  <a:cubicBezTo>
                    <a:pt x="320315" y="34654"/>
                    <a:pt x="320391" y="35099"/>
                    <a:pt x="320470" y="35557"/>
                  </a:cubicBezTo>
                  <a:cubicBezTo>
                    <a:pt x="320962" y="35557"/>
                    <a:pt x="321453" y="35557"/>
                    <a:pt x="321959" y="35557"/>
                  </a:cubicBezTo>
                  <a:cubicBezTo>
                    <a:pt x="322066" y="36033"/>
                    <a:pt x="322174" y="36509"/>
                    <a:pt x="322284" y="36999"/>
                  </a:cubicBezTo>
                  <a:cubicBezTo>
                    <a:pt x="322422" y="37506"/>
                    <a:pt x="322560" y="38012"/>
                    <a:pt x="322703" y="38534"/>
                  </a:cubicBezTo>
                  <a:cubicBezTo>
                    <a:pt x="323440" y="38779"/>
                    <a:pt x="324176" y="39025"/>
                    <a:pt x="324935" y="39278"/>
                  </a:cubicBezTo>
                  <a:cubicBezTo>
                    <a:pt x="325043" y="39784"/>
                    <a:pt x="325150" y="40291"/>
                    <a:pt x="325261" y="40813"/>
                  </a:cubicBezTo>
                  <a:cubicBezTo>
                    <a:pt x="325399" y="41289"/>
                    <a:pt x="325537" y="41764"/>
                    <a:pt x="325679" y="42255"/>
                  </a:cubicBezTo>
                  <a:cubicBezTo>
                    <a:pt x="326662" y="42255"/>
                    <a:pt x="327644" y="42255"/>
                    <a:pt x="328656" y="42255"/>
                  </a:cubicBezTo>
                  <a:cubicBezTo>
                    <a:pt x="328668" y="70645"/>
                    <a:pt x="328680" y="99035"/>
                    <a:pt x="328691" y="127425"/>
                  </a:cubicBezTo>
                  <a:cubicBezTo>
                    <a:pt x="328692" y="127981"/>
                    <a:pt x="328692" y="128536"/>
                    <a:pt x="328692" y="129108"/>
                  </a:cubicBezTo>
                  <a:cubicBezTo>
                    <a:pt x="328716" y="188614"/>
                    <a:pt x="328736" y="248119"/>
                    <a:pt x="328750" y="307625"/>
                  </a:cubicBezTo>
                  <a:cubicBezTo>
                    <a:pt x="328751" y="308946"/>
                    <a:pt x="328751" y="310267"/>
                    <a:pt x="328751" y="311589"/>
                  </a:cubicBezTo>
                  <a:cubicBezTo>
                    <a:pt x="328758" y="339320"/>
                    <a:pt x="328764" y="367052"/>
                    <a:pt x="328770" y="394784"/>
                  </a:cubicBezTo>
                  <a:cubicBezTo>
                    <a:pt x="328772" y="408713"/>
                    <a:pt x="328775" y="422643"/>
                    <a:pt x="328778" y="436573"/>
                  </a:cubicBezTo>
                  <a:cubicBezTo>
                    <a:pt x="328779" y="438674"/>
                    <a:pt x="328779" y="440776"/>
                    <a:pt x="328779" y="442877"/>
                  </a:cubicBezTo>
                  <a:cubicBezTo>
                    <a:pt x="328786" y="475247"/>
                    <a:pt x="328795" y="507617"/>
                    <a:pt x="328809" y="539987"/>
                  </a:cubicBezTo>
                  <a:cubicBezTo>
                    <a:pt x="328810" y="541032"/>
                    <a:pt x="328810" y="541032"/>
                    <a:pt x="328810" y="542098"/>
                  </a:cubicBezTo>
                  <a:cubicBezTo>
                    <a:pt x="328815" y="553326"/>
                    <a:pt x="328820" y="564554"/>
                    <a:pt x="328825" y="575782"/>
                  </a:cubicBezTo>
                  <a:cubicBezTo>
                    <a:pt x="328840" y="608109"/>
                    <a:pt x="328854" y="640436"/>
                    <a:pt x="328859" y="672764"/>
                  </a:cubicBezTo>
                  <a:cubicBezTo>
                    <a:pt x="328860" y="673428"/>
                    <a:pt x="328860" y="674092"/>
                    <a:pt x="328860" y="674777"/>
                  </a:cubicBezTo>
                  <a:cubicBezTo>
                    <a:pt x="328862" y="689357"/>
                    <a:pt x="328864" y="703938"/>
                    <a:pt x="328866" y="718518"/>
                  </a:cubicBezTo>
                  <a:cubicBezTo>
                    <a:pt x="328866" y="724384"/>
                    <a:pt x="328867" y="730250"/>
                    <a:pt x="328868" y="736117"/>
                  </a:cubicBezTo>
                  <a:cubicBezTo>
                    <a:pt x="328868" y="736759"/>
                    <a:pt x="328868" y="737401"/>
                    <a:pt x="328868" y="738062"/>
                  </a:cubicBezTo>
                  <a:cubicBezTo>
                    <a:pt x="328870" y="758773"/>
                    <a:pt x="328880" y="779485"/>
                    <a:pt x="328893" y="800196"/>
                  </a:cubicBezTo>
                  <a:cubicBezTo>
                    <a:pt x="328906" y="821047"/>
                    <a:pt x="328913" y="841898"/>
                    <a:pt x="328910" y="862749"/>
                  </a:cubicBezTo>
                  <a:cubicBezTo>
                    <a:pt x="328909" y="865625"/>
                    <a:pt x="328909" y="868502"/>
                    <a:pt x="328908" y="871379"/>
                  </a:cubicBezTo>
                  <a:cubicBezTo>
                    <a:pt x="328908" y="871943"/>
                    <a:pt x="328908" y="872507"/>
                    <a:pt x="328908" y="873088"/>
                  </a:cubicBezTo>
                  <a:cubicBezTo>
                    <a:pt x="328907" y="882043"/>
                    <a:pt x="328914" y="890999"/>
                    <a:pt x="328924" y="899954"/>
                  </a:cubicBezTo>
                  <a:cubicBezTo>
                    <a:pt x="328933" y="908745"/>
                    <a:pt x="328935" y="917535"/>
                    <a:pt x="328928" y="926326"/>
                  </a:cubicBezTo>
                  <a:cubicBezTo>
                    <a:pt x="328925" y="931035"/>
                    <a:pt x="328925" y="935744"/>
                    <a:pt x="328935" y="940453"/>
                  </a:cubicBezTo>
                  <a:cubicBezTo>
                    <a:pt x="328944" y="944726"/>
                    <a:pt x="328943" y="949000"/>
                    <a:pt x="328933" y="953273"/>
                  </a:cubicBezTo>
                  <a:cubicBezTo>
                    <a:pt x="328931" y="954819"/>
                    <a:pt x="328934" y="956365"/>
                    <a:pt x="328940" y="957912"/>
                  </a:cubicBezTo>
                  <a:cubicBezTo>
                    <a:pt x="328948" y="959993"/>
                    <a:pt x="328942" y="962074"/>
                    <a:pt x="328933" y="964155"/>
                  </a:cubicBezTo>
                  <a:cubicBezTo>
                    <a:pt x="328939" y="964765"/>
                    <a:pt x="328944" y="965375"/>
                    <a:pt x="328950" y="966004"/>
                  </a:cubicBezTo>
                  <a:cubicBezTo>
                    <a:pt x="328934" y="967664"/>
                    <a:pt x="328934" y="967664"/>
                    <a:pt x="328656" y="970198"/>
                  </a:cubicBezTo>
                  <a:cubicBezTo>
                    <a:pt x="327919" y="970443"/>
                    <a:pt x="327183" y="970689"/>
                    <a:pt x="326424" y="970942"/>
                  </a:cubicBezTo>
                  <a:cubicBezTo>
                    <a:pt x="326209" y="971372"/>
                    <a:pt x="325994" y="971801"/>
                    <a:pt x="325772" y="972244"/>
                  </a:cubicBezTo>
                  <a:cubicBezTo>
                    <a:pt x="324935" y="973918"/>
                    <a:pt x="324935" y="973918"/>
                    <a:pt x="323261" y="975546"/>
                  </a:cubicBezTo>
                  <a:cubicBezTo>
                    <a:pt x="321047" y="977810"/>
                    <a:pt x="319522" y="980161"/>
                    <a:pt x="317886" y="982857"/>
                  </a:cubicBezTo>
                  <a:cubicBezTo>
                    <a:pt x="316635" y="984486"/>
                    <a:pt x="315618" y="984995"/>
                    <a:pt x="313773" y="985825"/>
                  </a:cubicBezTo>
                  <a:cubicBezTo>
                    <a:pt x="313263" y="986810"/>
                    <a:pt x="312770" y="987803"/>
                    <a:pt x="312285" y="988801"/>
                  </a:cubicBezTo>
                  <a:cubicBezTo>
                    <a:pt x="311060" y="990057"/>
                    <a:pt x="309820" y="991298"/>
                    <a:pt x="308564" y="992522"/>
                  </a:cubicBezTo>
                  <a:cubicBezTo>
                    <a:pt x="308073" y="993259"/>
                    <a:pt x="307582" y="993995"/>
                    <a:pt x="307076" y="994754"/>
                  </a:cubicBezTo>
                  <a:cubicBezTo>
                    <a:pt x="306339" y="995000"/>
                    <a:pt x="305602" y="995246"/>
                    <a:pt x="304843" y="995499"/>
                  </a:cubicBezTo>
                  <a:cubicBezTo>
                    <a:pt x="304721" y="995990"/>
                    <a:pt x="304598" y="996481"/>
                    <a:pt x="304471" y="996987"/>
                  </a:cubicBezTo>
                  <a:cubicBezTo>
                    <a:pt x="304349" y="997478"/>
                    <a:pt x="304226" y="997969"/>
                    <a:pt x="304099" y="998475"/>
                  </a:cubicBezTo>
                  <a:cubicBezTo>
                    <a:pt x="303363" y="998721"/>
                    <a:pt x="302626" y="998966"/>
                    <a:pt x="301867" y="999219"/>
                  </a:cubicBezTo>
                  <a:cubicBezTo>
                    <a:pt x="301621" y="999956"/>
                    <a:pt x="301376" y="1000693"/>
                    <a:pt x="301123" y="1001452"/>
                  </a:cubicBezTo>
                  <a:cubicBezTo>
                    <a:pt x="299842" y="1002657"/>
                    <a:pt x="298482" y="1003713"/>
                    <a:pt x="297100" y="1004800"/>
                  </a:cubicBezTo>
                  <a:cubicBezTo>
                    <a:pt x="295714" y="1005928"/>
                    <a:pt x="295714" y="1005928"/>
                    <a:pt x="295170" y="1008149"/>
                  </a:cubicBezTo>
                  <a:cubicBezTo>
                    <a:pt x="294433" y="1008149"/>
                    <a:pt x="293696" y="1008149"/>
                    <a:pt x="292937" y="1008149"/>
                  </a:cubicBezTo>
                  <a:cubicBezTo>
                    <a:pt x="292937" y="1009377"/>
                    <a:pt x="292937" y="1010605"/>
                    <a:pt x="292937" y="1011870"/>
                  </a:cubicBezTo>
                  <a:cubicBezTo>
                    <a:pt x="260567" y="1011972"/>
                    <a:pt x="228196" y="1012050"/>
                    <a:pt x="195825" y="1012098"/>
                  </a:cubicBezTo>
                  <a:cubicBezTo>
                    <a:pt x="192006" y="1012103"/>
                    <a:pt x="188187" y="1012109"/>
                    <a:pt x="184368" y="1012115"/>
                  </a:cubicBezTo>
                  <a:cubicBezTo>
                    <a:pt x="183608" y="1012116"/>
                    <a:pt x="182848" y="1012117"/>
                    <a:pt x="182064" y="1012118"/>
                  </a:cubicBezTo>
                  <a:cubicBezTo>
                    <a:pt x="169743" y="1012138"/>
                    <a:pt x="157421" y="1012173"/>
                    <a:pt x="145100" y="1012214"/>
                  </a:cubicBezTo>
                  <a:cubicBezTo>
                    <a:pt x="132463" y="1012256"/>
                    <a:pt x="119826" y="1012281"/>
                    <a:pt x="107189" y="1012290"/>
                  </a:cubicBezTo>
                  <a:cubicBezTo>
                    <a:pt x="99387" y="1012296"/>
                    <a:pt x="91586" y="1012315"/>
                    <a:pt x="83784" y="1012352"/>
                  </a:cubicBezTo>
                  <a:cubicBezTo>
                    <a:pt x="78439" y="1012375"/>
                    <a:pt x="73094" y="1012382"/>
                    <a:pt x="67748" y="1012376"/>
                  </a:cubicBezTo>
                  <a:cubicBezTo>
                    <a:pt x="64661" y="1012374"/>
                    <a:pt x="61575" y="1012378"/>
                    <a:pt x="58488" y="1012402"/>
                  </a:cubicBezTo>
                  <a:cubicBezTo>
                    <a:pt x="55664" y="1012424"/>
                    <a:pt x="52840" y="1012425"/>
                    <a:pt x="50016" y="1012409"/>
                  </a:cubicBezTo>
                  <a:cubicBezTo>
                    <a:pt x="48506" y="1012407"/>
                    <a:pt x="46996" y="1012426"/>
                    <a:pt x="45486" y="1012446"/>
                  </a:cubicBezTo>
                  <a:cubicBezTo>
                    <a:pt x="39110" y="1012382"/>
                    <a:pt x="39110" y="1012382"/>
                    <a:pt x="37166" y="1010892"/>
                  </a:cubicBezTo>
                  <a:cubicBezTo>
                    <a:pt x="36038" y="1009286"/>
                    <a:pt x="35465" y="1007890"/>
                    <a:pt x="35465" y="1005916"/>
                  </a:cubicBezTo>
                  <a:cubicBezTo>
                    <a:pt x="34866" y="1005702"/>
                    <a:pt x="34267" y="1005487"/>
                    <a:pt x="33651" y="1005265"/>
                  </a:cubicBezTo>
                  <a:cubicBezTo>
                    <a:pt x="33021" y="1004989"/>
                    <a:pt x="32392" y="1004713"/>
                    <a:pt x="31744" y="1004428"/>
                  </a:cubicBezTo>
                  <a:cubicBezTo>
                    <a:pt x="31279" y="1002893"/>
                    <a:pt x="31279" y="1002893"/>
                    <a:pt x="31000" y="1001452"/>
                  </a:cubicBezTo>
                  <a:cubicBezTo>
                    <a:pt x="30263" y="1001206"/>
                    <a:pt x="29526" y="1000961"/>
                    <a:pt x="28767" y="1000708"/>
                  </a:cubicBezTo>
                  <a:cubicBezTo>
                    <a:pt x="28498" y="999721"/>
                    <a:pt x="28248" y="998729"/>
                    <a:pt x="28023" y="997731"/>
                  </a:cubicBezTo>
                  <a:cubicBezTo>
                    <a:pt x="27532" y="997731"/>
                    <a:pt x="27041" y="997731"/>
                    <a:pt x="26535" y="997731"/>
                  </a:cubicBezTo>
                  <a:cubicBezTo>
                    <a:pt x="22987" y="994529"/>
                    <a:pt x="22987" y="994529"/>
                    <a:pt x="22070" y="991778"/>
                  </a:cubicBezTo>
                  <a:cubicBezTo>
                    <a:pt x="21579" y="991532"/>
                    <a:pt x="21088" y="991287"/>
                    <a:pt x="20582" y="991034"/>
                  </a:cubicBezTo>
                  <a:cubicBezTo>
                    <a:pt x="20398" y="990604"/>
                    <a:pt x="20213" y="990174"/>
                    <a:pt x="20024" y="989731"/>
                  </a:cubicBezTo>
                  <a:cubicBezTo>
                    <a:pt x="18709" y="987364"/>
                    <a:pt x="16697" y="986053"/>
                    <a:pt x="14629" y="984336"/>
                  </a:cubicBezTo>
                  <a:cubicBezTo>
                    <a:pt x="14383" y="983600"/>
                    <a:pt x="14137" y="982863"/>
                    <a:pt x="13884" y="982104"/>
                  </a:cubicBezTo>
                  <a:cubicBezTo>
                    <a:pt x="13148" y="981858"/>
                    <a:pt x="12411" y="981613"/>
                    <a:pt x="11652" y="981360"/>
                  </a:cubicBezTo>
                  <a:cubicBezTo>
                    <a:pt x="11545" y="980869"/>
                    <a:pt x="11437" y="980378"/>
                    <a:pt x="11326" y="979872"/>
                  </a:cubicBezTo>
                  <a:cubicBezTo>
                    <a:pt x="11188" y="979381"/>
                    <a:pt x="11050" y="978889"/>
                    <a:pt x="10908" y="978383"/>
                  </a:cubicBezTo>
                  <a:cubicBezTo>
                    <a:pt x="9923" y="978106"/>
                    <a:pt x="8930" y="977858"/>
                    <a:pt x="7931" y="977639"/>
                  </a:cubicBezTo>
                  <a:cubicBezTo>
                    <a:pt x="7563" y="976534"/>
                    <a:pt x="7563" y="976534"/>
                    <a:pt x="7187" y="975407"/>
                  </a:cubicBezTo>
                  <a:cubicBezTo>
                    <a:pt x="6696" y="975161"/>
                    <a:pt x="6205" y="974916"/>
                    <a:pt x="5699" y="974663"/>
                  </a:cubicBezTo>
                  <a:cubicBezTo>
                    <a:pt x="5331" y="973558"/>
                    <a:pt x="5331" y="973558"/>
                    <a:pt x="4955" y="972430"/>
                  </a:cubicBezTo>
                  <a:cubicBezTo>
                    <a:pt x="4571" y="972046"/>
                    <a:pt x="4187" y="971663"/>
                    <a:pt x="3792" y="971267"/>
                  </a:cubicBezTo>
                  <a:cubicBezTo>
                    <a:pt x="2722" y="970198"/>
                    <a:pt x="2722" y="970198"/>
                    <a:pt x="2722" y="968709"/>
                  </a:cubicBezTo>
                  <a:cubicBezTo>
                    <a:pt x="1986" y="968709"/>
                    <a:pt x="1249" y="968709"/>
                    <a:pt x="490" y="968709"/>
                  </a:cubicBezTo>
                  <a:cubicBezTo>
                    <a:pt x="469" y="940449"/>
                    <a:pt x="450" y="912188"/>
                    <a:pt x="431" y="883928"/>
                  </a:cubicBezTo>
                  <a:cubicBezTo>
                    <a:pt x="430" y="883375"/>
                    <a:pt x="430" y="882822"/>
                    <a:pt x="430" y="882252"/>
                  </a:cubicBezTo>
                  <a:cubicBezTo>
                    <a:pt x="390" y="823011"/>
                    <a:pt x="356" y="763770"/>
                    <a:pt x="332" y="704529"/>
                  </a:cubicBezTo>
                  <a:cubicBezTo>
                    <a:pt x="332" y="703214"/>
                    <a:pt x="331" y="701898"/>
                    <a:pt x="331" y="700583"/>
                  </a:cubicBezTo>
                  <a:cubicBezTo>
                    <a:pt x="320" y="672970"/>
                    <a:pt x="310" y="645358"/>
                    <a:pt x="301" y="617746"/>
                  </a:cubicBezTo>
                  <a:cubicBezTo>
                    <a:pt x="296" y="603875"/>
                    <a:pt x="291" y="590005"/>
                    <a:pt x="286" y="576135"/>
                  </a:cubicBezTo>
                  <a:cubicBezTo>
                    <a:pt x="286" y="574043"/>
                    <a:pt x="285" y="571951"/>
                    <a:pt x="284" y="569858"/>
                  </a:cubicBezTo>
                  <a:cubicBezTo>
                    <a:pt x="273" y="537631"/>
                    <a:pt x="258" y="505404"/>
                    <a:pt x="234" y="473177"/>
                  </a:cubicBezTo>
                  <a:cubicBezTo>
                    <a:pt x="234" y="472484"/>
                    <a:pt x="233" y="471791"/>
                    <a:pt x="233" y="471076"/>
                  </a:cubicBezTo>
                  <a:cubicBezTo>
                    <a:pt x="225" y="459900"/>
                    <a:pt x="216" y="448724"/>
                    <a:pt x="208" y="437547"/>
                  </a:cubicBezTo>
                  <a:cubicBezTo>
                    <a:pt x="183" y="405365"/>
                    <a:pt x="160" y="373182"/>
                    <a:pt x="151" y="341000"/>
                  </a:cubicBezTo>
                  <a:cubicBezTo>
                    <a:pt x="151" y="340339"/>
                    <a:pt x="150" y="339677"/>
                    <a:pt x="150" y="338996"/>
                  </a:cubicBezTo>
                  <a:cubicBezTo>
                    <a:pt x="146" y="324476"/>
                    <a:pt x="143" y="309957"/>
                    <a:pt x="140" y="295437"/>
                  </a:cubicBezTo>
                  <a:cubicBezTo>
                    <a:pt x="139" y="289596"/>
                    <a:pt x="138" y="283754"/>
                    <a:pt x="137" y="277912"/>
                  </a:cubicBezTo>
                  <a:cubicBezTo>
                    <a:pt x="137" y="277273"/>
                    <a:pt x="137" y="276634"/>
                    <a:pt x="137" y="275975"/>
                  </a:cubicBezTo>
                  <a:cubicBezTo>
                    <a:pt x="132" y="255358"/>
                    <a:pt x="117" y="234741"/>
                    <a:pt x="94" y="214124"/>
                  </a:cubicBezTo>
                  <a:cubicBezTo>
                    <a:pt x="72" y="193364"/>
                    <a:pt x="62" y="172604"/>
                    <a:pt x="67" y="151844"/>
                  </a:cubicBezTo>
                  <a:cubicBezTo>
                    <a:pt x="68" y="148978"/>
                    <a:pt x="69" y="146112"/>
                    <a:pt x="69" y="143246"/>
                  </a:cubicBezTo>
                  <a:cubicBezTo>
                    <a:pt x="69" y="142404"/>
                    <a:pt x="69" y="142404"/>
                    <a:pt x="69" y="141544"/>
                  </a:cubicBezTo>
                  <a:cubicBezTo>
                    <a:pt x="71" y="132632"/>
                    <a:pt x="60" y="123719"/>
                    <a:pt x="43" y="114807"/>
                  </a:cubicBezTo>
                  <a:cubicBezTo>
                    <a:pt x="28" y="106053"/>
                    <a:pt x="25" y="97299"/>
                    <a:pt x="37" y="88545"/>
                  </a:cubicBezTo>
                  <a:cubicBezTo>
                    <a:pt x="42" y="83859"/>
                    <a:pt x="42" y="79172"/>
                    <a:pt x="25" y="74485"/>
                  </a:cubicBezTo>
                  <a:cubicBezTo>
                    <a:pt x="10" y="70228"/>
                    <a:pt x="12" y="65971"/>
                    <a:pt x="28" y="61714"/>
                  </a:cubicBezTo>
                  <a:cubicBezTo>
                    <a:pt x="31" y="60177"/>
                    <a:pt x="27" y="58640"/>
                    <a:pt x="17" y="57103"/>
                  </a:cubicBezTo>
                  <a:cubicBezTo>
                    <a:pt x="3" y="55027"/>
                    <a:pt x="13" y="52952"/>
                    <a:pt x="28" y="50875"/>
                  </a:cubicBezTo>
                  <a:cubicBezTo>
                    <a:pt x="18" y="50275"/>
                    <a:pt x="9" y="49675"/>
                    <a:pt x="0" y="49057"/>
                  </a:cubicBezTo>
                  <a:cubicBezTo>
                    <a:pt x="47" y="46042"/>
                    <a:pt x="309" y="44700"/>
                    <a:pt x="2286" y="42367"/>
                  </a:cubicBezTo>
                  <a:cubicBezTo>
                    <a:pt x="2921" y="41839"/>
                    <a:pt x="3556" y="41310"/>
                    <a:pt x="4211" y="40766"/>
                  </a:cubicBezTo>
                  <a:cubicBezTo>
                    <a:pt x="4702" y="40030"/>
                    <a:pt x="5193" y="39293"/>
                    <a:pt x="5699" y="38534"/>
                  </a:cubicBezTo>
                  <a:cubicBezTo>
                    <a:pt x="6681" y="38534"/>
                    <a:pt x="7663" y="38534"/>
                    <a:pt x="8675" y="38534"/>
                  </a:cubicBezTo>
                  <a:cubicBezTo>
                    <a:pt x="9535" y="36695"/>
                    <a:pt x="9535" y="36695"/>
                    <a:pt x="10164" y="34813"/>
                  </a:cubicBezTo>
                  <a:cubicBezTo>
                    <a:pt x="10655" y="34813"/>
                    <a:pt x="11146" y="34813"/>
                    <a:pt x="11652" y="34813"/>
                  </a:cubicBezTo>
                  <a:cubicBezTo>
                    <a:pt x="11652" y="33831"/>
                    <a:pt x="11652" y="32849"/>
                    <a:pt x="11652" y="31837"/>
                  </a:cubicBezTo>
                  <a:cubicBezTo>
                    <a:pt x="12757" y="31468"/>
                    <a:pt x="12757" y="31468"/>
                    <a:pt x="13884" y="31092"/>
                  </a:cubicBezTo>
                  <a:cubicBezTo>
                    <a:pt x="14130" y="30356"/>
                    <a:pt x="14376" y="29619"/>
                    <a:pt x="14629" y="28860"/>
                  </a:cubicBezTo>
                  <a:cubicBezTo>
                    <a:pt x="15734" y="28492"/>
                    <a:pt x="15734" y="28492"/>
                    <a:pt x="16861" y="28116"/>
                  </a:cubicBezTo>
                  <a:cubicBezTo>
                    <a:pt x="17369" y="27130"/>
                    <a:pt x="17866" y="26138"/>
                    <a:pt x="18349" y="25139"/>
                  </a:cubicBezTo>
                  <a:cubicBezTo>
                    <a:pt x="18840" y="25139"/>
                    <a:pt x="19332" y="25139"/>
                    <a:pt x="19838" y="25139"/>
                  </a:cubicBezTo>
                  <a:cubicBezTo>
                    <a:pt x="20037" y="24602"/>
                    <a:pt x="20237" y="24065"/>
                    <a:pt x="20442" y="23511"/>
                  </a:cubicBezTo>
                  <a:cubicBezTo>
                    <a:pt x="21528" y="20939"/>
                    <a:pt x="23034" y="19615"/>
                    <a:pt x="25047" y="17698"/>
                  </a:cubicBezTo>
                  <a:cubicBezTo>
                    <a:pt x="26798" y="15655"/>
                    <a:pt x="27915" y="14303"/>
                    <a:pt x="28767" y="11745"/>
                  </a:cubicBezTo>
                  <a:cubicBezTo>
                    <a:pt x="30007" y="11001"/>
                    <a:pt x="31248" y="10256"/>
                    <a:pt x="32488" y="9512"/>
                  </a:cubicBezTo>
                  <a:cubicBezTo>
                    <a:pt x="32734" y="8776"/>
                    <a:pt x="32979" y="8039"/>
                    <a:pt x="33232" y="7280"/>
                  </a:cubicBezTo>
                  <a:cubicBezTo>
                    <a:pt x="33570" y="6958"/>
                    <a:pt x="33907" y="6635"/>
                    <a:pt x="34255" y="6303"/>
                  </a:cubicBezTo>
                  <a:cubicBezTo>
                    <a:pt x="35665" y="5048"/>
                    <a:pt x="35665" y="5048"/>
                    <a:pt x="36036" y="2771"/>
                  </a:cubicBezTo>
                  <a:cubicBezTo>
                    <a:pt x="37697" y="583"/>
                    <a:pt x="37697" y="583"/>
                    <a:pt x="39569" y="167"/>
                  </a:cubicBezTo>
                  <a:cubicBezTo>
                    <a:pt x="42259" y="6"/>
                    <a:pt x="44930" y="-5"/>
                    <a:pt x="47622" y="26"/>
                  </a:cubicBezTo>
                  <a:cubicBezTo>
                    <a:pt x="48673" y="22"/>
                    <a:pt x="49724" y="16"/>
                    <a:pt x="50775" y="8"/>
                  </a:cubicBezTo>
                  <a:close/>
                </a:path>
              </a:pathLst>
            </a:custGeom>
            <a:grpFill/>
            <a:ln w="744" cap="flat">
              <a:noFill/>
              <a:prstDash val="solid"/>
              <a:miter/>
            </a:ln>
          </p:spPr>
          <p:txBody>
            <a:bodyPr rtlCol="0" anchor="ctr"/>
            <a:lstStyle/>
            <a:p>
              <a:endParaRPr lang="zh-CN" altLang="en-US"/>
            </a:p>
          </p:txBody>
        </p:sp>
        <p:sp>
          <p:nvSpPr>
            <p:cNvPr id="9" name="任意多边形: 形状 109"/>
            <p:cNvSpPr/>
            <p:nvPr/>
          </p:nvSpPr>
          <p:spPr>
            <a:xfrm>
              <a:off x="5415058" y="6053213"/>
              <a:ext cx="169547" cy="436693"/>
            </a:xfrm>
            <a:custGeom>
              <a:avLst/>
              <a:gdLst>
                <a:gd name="connsiteX0" fmla="*/ 78985 w 311346"/>
                <a:gd name="connsiteY0" fmla="*/ 550659 h 1011287"/>
                <a:gd name="connsiteX1" fmla="*/ 78985 w 311346"/>
                <a:gd name="connsiteY1" fmla="*/ 921241 h 1011287"/>
                <a:gd name="connsiteX2" fmla="*/ 86199 w 311346"/>
                <a:gd name="connsiteY2" fmla="*/ 920397 h 1011287"/>
                <a:gd name="connsiteX3" fmla="*/ 87908 w 311346"/>
                <a:gd name="connsiteY3" fmla="*/ 920402 h 1011287"/>
                <a:gd name="connsiteX4" fmla="*/ 93707 w 311346"/>
                <a:gd name="connsiteY4" fmla="*/ 920398 h 1011287"/>
                <a:gd name="connsiteX5" fmla="*/ 97962 w 311346"/>
                <a:gd name="connsiteY5" fmla="*/ 920399 h 1011287"/>
                <a:gd name="connsiteX6" fmla="*/ 109540 w 311346"/>
                <a:gd name="connsiteY6" fmla="*/ 920395 h 1011287"/>
                <a:gd name="connsiteX7" fmla="*/ 121851 w 311346"/>
                <a:gd name="connsiteY7" fmla="*/ 920397 h 1011287"/>
                <a:gd name="connsiteX8" fmla="*/ 142442 w 311346"/>
                <a:gd name="connsiteY8" fmla="*/ 920398 h 1011287"/>
                <a:gd name="connsiteX9" fmla="*/ 166458 w 311346"/>
                <a:gd name="connsiteY9" fmla="*/ 920400 h 1011287"/>
                <a:gd name="connsiteX10" fmla="*/ 187217 w 311346"/>
                <a:gd name="connsiteY10" fmla="*/ 920396 h 1011287"/>
                <a:gd name="connsiteX11" fmla="*/ 199572 w 311346"/>
                <a:gd name="connsiteY11" fmla="*/ 920397 h 1011287"/>
                <a:gd name="connsiteX12" fmla="*/ 211398 w 311346"/>
                <a:gd name="connsiteY12" fmla="*/ 920397 h 1011287"/>
                <a:gd name="connsiteX13" fmla="*/ 215739 w 311346"/>
                <a:gd name="connsiteY13" fmla="*/ 920401 h 1011287"/>
                <a:gd name="connsiteX14" fmla="*/ 221820 w 311346"/>
                <a:gd name="connsiteY14" fmla="*/ 920399 h 1011287"/>
                <a:gd name="connsiteX15" fmla="*/ 223638 w 311346"/>
                <a:gd name="connsiteY15" fmla="*/ 920402 h 1011287"/>
                <a:gd name="connsiteX16" fmla="*/ 229301 w 311346"/>
                <a:gd name="connsiteY16" fmla="*/ 920497 h 1011287"/>
                <a:gd name="connsiteX17" fmla="*/ 232278 w 311346"/>
                <a:gd name="connsiteY17" fmla="*/ 921241 h 1011287"/>
                <a:gd name="connsiteX18" fmla="*/ 232467 w 311346"/>
                <a:gd name="connsiteY18" fmla="*/ 791987 h 1011287"/>
                <a:gd name="connsiteX19" fmla="*/ 232481 w 311346"/>
                <a:gd name="connsiteY19" fmla="*/ 776583 h 1011287"/>
                <a:gd name="connsiteX20" fmla="*/ 232482 w 311346"/>
                <a:gd name="connsiteY20" fmla="*/ 775034 h 1011287"/>
                <a:gd name="connsiteX21" fmla="*/ 232559 w 311346"/>
                <a:gd name="connsiteY21" fmla="*/ 725241 h 1011287"/>
                <a:gd name="connsiteX22" fmla="*/ 232627 w 311346"/>
                <a:gd name="connsiteY22" fmla="*/ 673997 h 1011287"/>
                <a:gd name="connsiteX23" fmla="*/ 232671 w 311346"/>
                <a:gd name="connsiteY23" fmla="*/ 642408 h 1011287"/>
                <a:gd name="connsiteX24" fmla="*/ 232702 w 311346"/>
                <a:gd name="connsiteY24" fmla="*/ 620561 h 1011287"/>
                <a:gd name="connsiteX25" fmla="*/ 232710 w 311346"/>
                <a:gd name="connsiteY25" fmla="*/ 607962 h 1011287"/>
                <a:gd name="connsiteX26" fmla="*/ 232735 w 311346"/>
                <a:gd name="connsiteY26" fmla="*/ 596259 h 1011287"/>
                <a:gd name="connsiteX27" fmla="*/ 232725 w 311346"/>
                <a:gd name="connsiteY27" fmla="*/ 592021 h 1011287"/>
                <a:gd name="connsiteX28" fmla="*/ 232749 w 311346"/>
                <a:gd name="connsiteY28" fmla="*/ 586128 h 1011287"/>
                <a:gd name="connsiteX29" fmla="*/ 232736 w 311346"/>
                <a:gd name="connsiteY29" fmla="*/ 584374 h 1011287"/>
                <a:gd name="connsiteX30" fmla="*/ 232278 w 311346"/>
                <a:gd name="connsiteY30" fmla="*/ 578936 h 1011287"/>
                <a:gd name="connsiteX31" fmla="*/ 230389 w 311346"/>
                <a:gd name="connsiteY31" fmla="*/ 578364 h 1011287"/>
                <a:gd name="connsiteX32" fmla="*/ 228557 w 311346"/>
                <a:gd name="connsiteY32" fmla="*/ 578192 h 1011287"/>
                <a:gd name="connsiteX33" fmla="*/ 228557 w 311346"/>
                <a:gd name="connsiteY33" fmla="*/ 575960 h 1011287"/>
                <a:gd name="connsiteX34" fmla="*/ 223767 w 311346"/>
                <a:gd name="connsiteY34" fmla="*/ 571495 h 1011287"/>
                <a:gd name="connsiteX35" fmla="*/ 219508 w 311346"/>
                <a:gd name="connsiteY35" fmla="*/ 567681 h 1011287"/>
                <a:gd name="connsiteX36" fmla="*/ 218139 w 311346"/>
                <a:gd name="connsiteY36" fmla="*/ 567030 h 1011287"/>
                <a:gd name="connsiteX37" fmla="*/ 214419 w 311346"/>
                <a:gd name="connsiteY37" fmla="*/ 562984 h 1011287"/>
                <a:gd name="connsiteX38" fmla="*/ 211442 w 311346"/>
                <a:gd name="connsiteY38" fmla="*/ 560333 h 1011287"/>
                <a:gd name="connsiteX39" fmla="*/ 210698 w 311346"/>
                <a:gd name="connsiteY39" fmla="*/ 558100 h 1011287"/>
                <a:gd name="connsiteX40" fmla="*/ 207721 w 311346"/>
                <a:gd name="connsiteY40" fmla="*/ 557356 h 1011287"/>
                <a:gd name="connsiteX41" fmla="*/ 207721 w 311346"/>
                <a:gd name="connsiteY41" fmla="*/ 555124 h 1011287"/>
                <a:gd name="connsiteX42" fmla="*/ 205861 w 311346"/>
                <a:gd name="connsiteY42" fmla="*/ 554752 h 1011287"/>
                <a:gd name="connsiteX43" fmla="*/ 204001 w 311346"/>
                <a:gd name="connsiteY43" fmla="*/ 554380 h 1011287"/>
                <a:gd name="connsiteX44" fmla="*/ 204001 w 311346"/>
                <a:gd name="connsiteY44" fmla="*/ 552147 h 1011287"/>
                <a:gd name="connsiteX45" fmla="*/ 78985 w 311346"/>
                <a:gd name="connsiteY45" fmla="*/ 550659 h 1011287"/>
                <a:gd name="connsiteX46" fmla="*/ 79730 w 311346"/>
                <a:gd name="connsiteY46" fmla="*/ 90907 h 1011287"/>
                <a:gd name="connsiteX47" fmla="*/ 78888 w 311346"/>
                <a:gd name="connsiteY47" fmla="*/ 95702 h 1011287"/>
                <a:gd name="connsiteX48" fmla="*/ 78894 w 311346"/>
                <a:gd name="connsiteY48" fmla="*/ 97484 h 1011287"/>
                <a:gd name="connsiteX49" fmla="*/ 78893 w 311346"/>
                <a:gd name="connsiteY49" fmla="*/ 103491 h 1011287"/>
                <a:gd name="connsiteX50" fmla="*/ 78896 w 311346"/>
                <a:gd name="connsiteY50" fmla="*/ 107941 h 1011287"/>
                <a:gd name="connsiteX51" fmla="*/ 78897 w 311346"/>
                <a:gd name="connsiteY51" fmla="*/ 120183 h 1011287"/>
                <a:gd name="connsiteX52" fmla="*/ 78901 w 311346"/>
                <a:gd name="connsiteY52" fmla="*/ 133580 h 1011287"/>
                <a:gd name="connsiteX53" fmla="*/ 78906 w 311346"/>
                <a:gd name="connsiteY53" fmla="*/ 158283 h 1011287"/>
                <a:gd name="connsiteX54" fmla="*/ 78915 w 311346"/>
                <a:gd name="connsiteY54" fmla="*/ 182885 h 1011287"/>
                <a:gd name="connsiteX55" fmla="*/ 78915 w 311346"/>
                <a:gd name="connsiteY55" fmla="*/ 184425 h 1011287"/>
                <a:gd name="connsiteX56" fmla="*/ 78916 w 311346"/>
                <a:gd name="connsiteY56" fmla="*/ 192174 h 1011287"/>
                <a:gd name="connsiteX57" fmla="*/ 78929 w 311346"/>
                <a:gd name="connsiteY57" fmla="*/ 247102 h 1011287"/>
                <a:gd name="connsiteX58" fmla="*/ 78944 w 311346"/>
                <a:gd name="connsiteY58" fmla="*/ 300575 h 1011287"/>
                <a:gd name="connsiteX59" fmla="*/ 78945 w 311346"/>
                <a:gd name="connsiteY59" fmla="*/ 302239 h 1011287"/>
                <a:gd name="connsiteX60" fmla="*/ 78947 w 311346"/>
                <a:gd name="connsiteY60" fmla="*/ 318802 h 1011287"/>
                <a:gd name="connsiteX61" fmla="*/ 78954 w 311346"/>
                <a:gd name="connsiteY61" fmla="*/ 352579 h 1011287"/>
                <a:gd name="connsiteX62" fmla="*/ 78954 w 311346"/>
                <a:gd name="connsiteY62" fmla="*/ 354149 h 1011287"/>
                <a:gd name="connsiteX63" fmla="*/ 78985 w 311346"/>
                <a:gd name="connsiteY63" fmla="*/ 459257 h 1011287"/>
                <a:gd name="connsiteX64" fmla="*/ 83385 w 311346"/>
                <a:gd name="connsiteY64" fmla="*/ 459247 h 1011287"/>
                <a:gd name="connsiteX65" fmla="*/ 86086 w 311346"/>
                <a:gd name="connsiteY65" fmla="*/ 459233 h 1011287"/>
                <a:gd name="connsiteX66" fmla="*/ 90859 w 311346"/>
                <a:gd name="connsiteY66" fmla="*/ 459209 h 1011287"/>
                <a:gd name="connsiteX67" fmla="*/ 92594 w 311346"/>
                <a:gd name="connsiteY67" fmla="*/ 459200 h 1011287"/>
                <a:gd name="connsiteX68" fmla="*/ 126643 w 311346"/>
                <a:gd name="connsiteY68" fmla="*/ 459016 h 1011287"/>
                <a:gd name="connsiteX69" fmla="*/ 148563 w 311346"/>
                <a:gd name="connsiteY69" fmla="*/ 458897 h 1011287"/>
                <a:gd name="connsiteX70" fmla="*/ 167846 w 311346"/>
                <a:gd name="connsiteY70" fmla="*/ 458795 h 1011287"/>
                <a:gd name="connsiteX71" fmla="*/ 178018 w 311346"/>
                <a:gd name="connsiteY71" fmla="*/ 458738 h 1011287"/>
                <a:gd name="connsiteX72" fmla="*/ 187755 w 311346"/>
                <a:gd name="connsiteY72" fmla="*/ 458688 h 1011287"/>
                <a:gd name="connsiteX73" fmla="*/ 191329 w 311346"/>
                <a:gd name="connsiteY73" fmla="*/ 458665 h 1011287"/>
                <a:gd name="connsiteX74" fmla="*/ 196335 w 311346"/>
                <a:gd name="connsiteY74" fmla="*/ 458641 h 1011287"/>
                <a:gd name="connsiteX75" fmla="*/ 197834 w 311346"/>
                <a:gd name="connsiteY75" fmla="*/ 458630 h 1011287"/>
                <a:gd name="connsiteX76" fmla="*/ 203257 w 311346"/>
                <a:gd name="connsiteY76" fmla="*/ 457768 h 1011287"/>
                <a:gd name="connsiteX77" fmla="*/ 204001 w 311346"/>
                <a:gd name="connsiteY77" fmla="*/ 454792 h 1011287"/>
                <a:gd name="connsiteX78" fmla="*/ 206978 w 311346"/>
                <a:gd name="connsiteY78" fmla="*/ 454792 h 1011287"/>
                <a:gd name="connsiteX79" fmla="*/ 209210 w 311346"/>
                <a:gd name="connsiteY79" fmla="*/ 451815 h 1011287"/>
                <a:gd name="connsiteX80" fmla="*/ 210698 w 311346"/>
                <a:gd name="connsiteY80" fmla="*/ 448839 h 1011287"/>
                <a:gd name="connsiteX81" fmla="*/ 212931 w 311346"/>
                <a:gd name="connsiteY81" fmla="*/ 448094 h 1011287"/>
                <a:gd name="connsiteX82" fmla="*/ 213349 w 311346"/>
                <a:gd name="connsiteY82" fmla="*/ 446560 h 1011287"/>
                <a:gd name="connsiteX83" fmla="*/ 213675 w 311346"/>
                <a:gd name="connsiteY83" fmla="*/ 445118 h 1011287"/>
                <a:gd name="connsiteX84" fmla="*/ 215163 w 311346"/>
                <a:gd name="connsiteY84" fmla="*/ 445118 h 1011287"/>
                <a:gd name="connsiteX85" fmla="*/ 216207 w 311346"/>
                <a:gd name="connsiteY85" fmla="*/ 444057 h 1011287"/>
                <a:gd name="connsiteX86" fmla="*/ 220791 w 311346"/>
                <a:gd name="connsiteY86" fmla="*/ 438735 h 1011287"/>
                <a:gd name="connsiteX87" fmla="*/ 224837 w 311346"/>
                <a:gd name="connsiteY87" fmla="*/ 433956 h 1011287"/>
                <a:gd name="connsiteX88" fmla="*/ 226325 w 311346"/>
                <a:gd name="connsiteY88" fmla="*/ 430979 h 1011287"/>
                <a:gd name="connsiteX89" fmla="*/ 229302 w 311346"/>
                <a:gd name="connsiteY89" fmla="*/ 430979 h 1011287"/>
                <a:gd name="connsiteX90" fmla="*/ 229302 w 311346"/>
                <a:gd name="connsiteY90" fmla="*/ 90907 h 1011287"/>
                <a:gd name="connsiteX91" fmla="*/ 222971 w 311346"/>
                <a:gd name="connsiteY91" fmla="*/ 91751 h 1011287"/>
                <a:gd name="connsiteX92" fmla="*/ 221274 w 311346"/>
                <a:gd name="connsiteY92" fmla="*/ 91746 h 1011287"/>
                <a:gd name="connsiteX93" fmla="*/ 215538 w 311346"/>
                <a:gd name="connsiteY93" fmla="*/ 91750 h 1011287"/>
                <a:gd name="connsiteX94" fmla="*/ 211325 w 311346"/>
                <a:gd name="connsiteY94" fmla="*/ 91749 h 1011287"/>
                <a:gd name="connsiteX95" fmla="*/ 199868 w 311346"/>
                <a:gd name="connsiteY95" fmla="*/ 91753 h 1011287"/>
                <a:gd name="connsiteX96" fmla="*/ 187681 w 311346"/>
                <a:gd name="connsiteY96" fmla="*/ 91751 h 1011287"/>
                <a:gd name="connsiteX97" fmla="*/ 167296 w 311346"/>
                <a:gd name="connsiteY97" fmla="*/ 91750 h 1011287"/>
                <a:gd name="connsiteX98" fmla="*/ 143522 w 311346"/>
                <a:gd name="connsiteY98" fmla="*/ 91748 h 1011287"/>
                <a:gd name="connsiteX99" fmla="*/ 122977 w 311346"/>
                <a:gd name="connsiteY99" fmla="*/ 91752 h 1011287"/>
                <a:gd name="connsiteX100" fmla="*/ 110747 w 311346"/>
                <a:gd name="connsiteY100" fmla="*/ 91751 h 1011287"/>
                <a:gd name="connsiteX101" fmla="*/ 99041 w 311346"/>
                <a:gd name="connsiteY101" fmla="*/ 91751 h 1011287"/>
                <a:gd name="connsiteX102" fmla="*/ 94740 w 311346"/>
                <a:gd name="connsiteY102" fmla="*/ 91747 h 1011287"/>
                <a:gd name="connsiteX103" fmla="*/ 88723 w 311346"/>
                <a:gd name="connsiteY103" fmla="*/ 91749 h 1011287"/>
                <a:gd name="connsiteX104" fmla="*/ 86919 w 311346"/>
                <a:gd name="connsiteY104" fmla="*/ 91746 h 1011287"/>
                <a:gd name="connsiteX105" fmla="*/ 81218 w 311346"/>
                <a:gd name="connsiteY105" fmla="*/ 91651 h 1011287"/>
                <a:gd name="connsiteX106" fmla="*/ 79730 w 311346"/>
                <a:gd name="connsiteY106" fmla="*/ 90907 h 1011287"/>
                <a:gd name="connsiteX107" fmla="*/ 0 w 311346"/>
                <a:gd name="connsiteY107" fmla="*/ 0 h 1011287"/>
                <a:gd name="connsiteX108" fmla="*/ 272355 w 311346"/>
                <a:gd name="connsiteY108" fmla="*/ 0 h 1011287"/>
                <a:gd name="connsiteX109" fmla="*/ 273100 w 311346"/>
                <a:gd name="connsiteY109" fmla="*/ 4465 h 1011287"/>
                <a:gd name="connsiteX110" fmla="*/ 274588 w 311346"/>
                <a:gd name="connsiteY110" fmla="*/ 4465 h 1011287"/>
                <a:gd name="connsiteX111" fmla="*/ 276820 w 311346"/>
                <a:gd name="connsiteY111" fmla="*/ 7395 h 1011287"/>
                <a:gd name="connsiteX112" fmla="*/ 280541 w 311346"/>
                <a:gd name="connsiteY112" fmla="*/ 11162 h 1011287"/>
                <a:gd name="connsiteX113" fmla="*/ 282029 w 311346"/>
                <a:gd name="connsiteY113" fmla="*/ 14139 h 1011287"/>
                <a:gd name="connsiteX114" fmla="*/ 283518 w 311346"/>
                <a:gd name="connsiteY114" fmla="*/ 14883 h 1011287"/>
                <a:gd name="connsiteX115" fmla="*/ 284262 w 311346"/>
                <a:gd name="connsiteY115" fmla="*/ 17115 h 1011287"/>
                <a:gd name="connsiteX116" fmla="*/ 286494 w 311346"/>
                <a:gd name="connsiteY116" fmla="*/ 17859 h 1011287"/>
                <a:gd name="connsiteX117" fmla="*/ 287238 w 311346"/>
                <a:gd name="connsiteY117" fmla="*/ 20092 h 1011287"/>
                <a:gd name="connsiteX118" fmla="*/ 289471 w 311346"/>
                <a:gd name="connsiteY118" fmla="*/ 20836 h 1011287"/>
                <a:gd name="connsiteX119" fmla="*/ 290215 w 311346"/>
                <a:gd name="connsiteY119" fmla="*/ 23812 h 1011287"/>
                <a:gd name="connsiteX120" fmla="*/ 291703 w 311346"/>
                <a:gd name="connsiteY120" fmla="*/ 24557 h 1011287"/>
                <a:gd name="connsiteX121" fmla="*/ 292447 w 311346"/>
                <a:gd name="connsiteY121" fmla="*/ 26789 h 1011287"/>
                <a:gd name="connsiteX122" fmla="*/ 293936 w 311346"/>
                <a:gd name="connsiteY122" fmla="*/ 27161 h 1011287"/>
                <a:gd name="connsiteX123" fmla="*/ 295424 w 311346"/>
                <a:gd name="connsiteY123" fmla="*/ 27533 h 1011287"/>
                <a:gd name="connsiteX124" fmla="*/ 296168 w 311346"/>
                <a:gd name="connsiteY124" fmla="*/ 29766 h 1011287"/>
                <a:gd name="connsiteX125" fmla="*/ 298400 w 311346"/>
                <a:gd name="connsiteY125" fmla="*/ 31998 h 1011287"/>
                <a:gd name="connsiteX126" fmla="*/ 302403 w 311346"/>
                <a:gd name="connsiteY126" fmla="*/ 36655 h 1011287"/>
                <a:gd name="connsiteX127" fmla="*/ 305098 w 311346"/>
                <a:gd name="connsiteY127" fmla="*/ 38695 h 1011287"/>
                <a:gd name="connsiteX128" fmla="*/ 305842 w 311346"/>
                <a:gd name="connsiteY128" fmla="*/ 40928 h 1011287"/>
                <a:gd name="connsiteX129" fmla="*/ 307353 w 311346"/>
                <a:gd name="connsiteY129" fmla="*/ 41399 h 1011287"/>
                <a:gd name="connsiteX130" fmla="*/ 308818 w 311346"/>
                <a:gd name="connsiteY130" fmla="*/ 42416 h 1011287"/>
                <a:gd name="connsiteX131" fmla="*/ 309191 w 311346"/>
                <a:gd name="connsiteY131" fmla="*/ 49012 h 1011287"/>
                <a:gd name="connsiteX132" fmla="*/ 309203 w 311346"/>
                <a:gd name="connsiteY132" fmla="*/ 51118 h 1011287"/>
                <a:gd name="connsiteX133" fmla="*/ 309191 w 311346"/>
                <a:gd name="connsiteY133" fmla="*/ 58184 h 1011287"/>
                <a:gd name="connsiteX134" fmla="*/ 309204 w 311346"/>
                <a:gd name="connsiteY134" fmla="*/ 63269 h 1011287"/>
                <a:gd name="connsiteX135" fmla="*/ 309197 w 311346"/>
                <a:gd name="connsiteY135" fmla="*/ 77305 h 1011287"/>
                <a:gd name="connsiteX136" fmla="*/ 309202 w 311346"/>
                <a:gd name="connsiteY136" fmla="*/ 90868 h 1011287"/>
                <a:gd name="connsiteX137" fmla="*/ 309199 w 311346"/>
                <a:gd name="connsiteY137" fmla="*/ 120333 h 1011287"/>
                <a:gd name="connsiteX138" fmla="*/ 309188 w 311346"/>
                <a:gd name="connsiteY138" fmla="*/ 146116 h 1011287"/>
                <a:gd name="connsiteX139" fmla="*/ 309188 w 311346"/>
                <a:gd name="connsiteY139" fmla="*/ 147841 h 1011287"/>
                <a:gd name="connsiteX140" fmla="*/ 309190 w 311346"/>
                <a:gd name="connsiteY140" fmla="*/ 154773 h 1011287"/>
                <a:gd name="connsiteX141" fmla="*/ 309164 w 311346"/>
                <a:gd name="connsiteY141" fmla="*/ 219845 h 1011287"/>
                <a:gd name="connsiteX142" fmla="*/ 309150 w 311346"/>
                <a:gd name="connsiteY142" fmla="*/ 277709 h 1011287"/>
                <a:gd name="connsiteX143" fmla="*/ 309156 w 311346"/>
                <a:gd name="connsiteY143" fmla="*/ 292526 h 1011287"/>
                <a:gd name="connsiteX144" fmla="*/ 309157 w 311346"/>
                <a:gd name="connsiteY144" fmla="*/ 294368 h 1011287"/>
                <a:gd name="connsiteX145" fmla="*/ 309149 w 311346"/>
                <a:gd name="connsiteY145" fmla="*/ 342663 h 1011287"/>
                <a:gd name="connsiteX146" fmla="*/ 309147 w 311346"/>
                <a:gd name="connsiteY146" fmla="*/ 347856 h 1011287"/>
                <a:gd name="connsiteX147" fmla="*/ 309145 w 311346"/>
                <a:gd name="connsiteY147" fmla="*/ 351302 h 1011287"/>
                <a:gd name="connsiteX148" fmla="*/ 309145 w 311346"/>
                <a:gd name="connsiteY148" fmla="*/ 377076 h 1011287"/>
                <a:gd name="connsiteX149" fmla="*/ 309130 w 311346"/>
                <a:gd name="connsiteY149" fmla="*/ 406369 h 1011287"/>
                <a:gd name="connsiteX150" fmla="*/ 309125 w 311346"/>
                <a:gd name="connsiteY150" fmla="*/ 421330 h 1011287"/>
                <a:gd name="connsiteX151" fmla="*/ 309111 w 311346"/>
                <a:gd name="connsiteY151" fmla="*/ 435002 h 1011287"/>
                <a:gd name="connsiteX152" fmla="*/ 309114 w 311346"/>
                <a:gd name="connsiteY152" fmla="*/ 439971 h 1011287"/>
                <a:gd name="connsiteX153" fmla="*/ 309101 w 311346"/>
                <a:gd name="connsiteY153" fmla="*/ 446679 h 1011287"/>
                <a:gd name="connsiteX154" fmla="*/ 309117 w 311346"/>
                <a:gd name="connsiteY154" fmla="*/ 448669 h 1011287"/>
                <a:gd name="connsiteX155" fmla="*/ 308818 w 311346"/>
                <a:gd name="connsiteY155" fmla="*/ 453182 h 1011287"/>
                <a:gd name="connsiteX156" fmla="*/ 306586 w 311346"/>
                <a:gd name="connsiteY156" fmla="*/ 453926 h 1011287"/>
                <a:gd name="connsiteX157" fmla="*/ 306214 w 311346"/>
                <a:gd name="connsiteY157" fmla="*/ 457274 h 1011287"/>
                <a:gd name="connsiteX158" fmla="*/ 305842 w 311346"/>
                <a:gd name="connsiteY158" fmla="*/ 460623 h 1011287"/>
                <a:gd name="connsiteX159" fmla="*/ 303609 w 311346"/>
                <a:gd name="connsiteY159" fmla="*/ 461367 h 1011287"/>
                <a:gd name="connsiteX160" fmla="*/ 303098 w 311346"/>
                <a:gd name="connsiteY160" fmla="*/ 464390 h 1011287"/>
                <a:gd name="connsiteX161" fmla="*/ 302865 w 311346"/>
                <a:gd name="connsiteY161" fmla="*/ 467320 h 1011287"/>
                <a:gd name="connsiteX162" fmla="*/ 300633 w 311346"/>
                <a:gd name="connsiteY162" fmla="*/ 467320 h 1011287"/>
                <a:gd name="connsiteX163" fmla="*/ 300819 w 311346"/>
                <a:gd name="connsiteY163" fmla="*/ 470250 h 1011287"/>
                <a:gd name="connsiteX164" fmla="*/ 300633 w 311346"/>
                <a:gd name="connsiteY164" fmla="*/ 473273 h 1011287"/>
                <a:gd name="connsiteX165" fmla="*/ 299145 w 311346"/>
                <a:gd name="connsiteY165" fmla="*/ 473599 h 1011287"/>
                <a:gd name="connsiteX166" fmla="*/ 297656 w 311346"/>
                <a:gd name="connsiteY166" fmla="*/ 474018 h 1011287"/>
                <a:gd name="connsiteX167" fmla="*/ 297470 w 311346"/>
                <a:gd name="connsiteY167" fmla="*/ 477785 h 1011287"/>
                <a:gd name="connsiteX168" fmla="*/ 297552 w 311346"/>
                <a:gd name="connsiteY168" fmla="*/ 479857 h 1011287"/>
                <a:gd name="connsiteX169" fmla="*/ 297656 w 311346"/>
                <a:gd name="connsiteY169" fmla="*/ 481459 h 1011287"/>
                <a:gd name="connsiteX170" fmla="*/ 294680 w 311346"/>
                <a:gd name="connsiteY170" fmla="*/ 481459 h 1011287"/>
                <a:gd name="connsiteX171" fmla="*/ 293191 w 311346"/>
                <a:gd name="connsiteY171" fmla="*/ 485180 h 1011287"/>
                <a:gd name="connsiteX172" fmla="*/ 291703 w 311346"/>
                <a:gd name="connsiteY172" fmla="*/ 485180 h 1011287"/>
                <a:gd name="connsiteX173" fmla="*/ 290959 w 311346"/>
                <a:gd name="connsiteY173" fmla="*/ 488156 h 1011287"/>
                <a:gd name="connsiteX174" fmla="*/ 289471 w 311346"/>
                <a:gd name="connsiteY174" fmla="*/ 488900 h 1011287"/>
                <a:gd name="connsiteX175" fmla="*/ 288820 w 311346"/>
                <a:gd name="connsiteY175" fmla="*/ 490342 h 1011287"/>
                <a:gd name="connsiteX176" fmla="*/ 285006 w 311346"/>
                <a:gd name="connsiteY176" fmla="*/ 493365 h 1011287"/>
                <a:gd name="connsiteX177" fmla="*/ 283518 w 311346"/>
                <a:gd name="connsiteY177" fmla="*/ 496342 h 1011287"/>
                <a:gd name="connsiteX178" fmla="*/ 282029 w 311346"/>
                <a:gd name="connsiteY178" fmla="*/ 496342 h 1011287"/>
                <a:gd name="connsiteX179" fmla="*/ 280541 w 311346"/>
                <a:gd name="connsiteY179" fmla="*/ 500062 h 1011287"/>
                <a:gd name="connsiteX180" fmla="*/ 276820 w 311346"/>
                <a:gd name="connsiteY180" fmla="*/ 503039 h 1011287"/>
                <a:gd name="connsiteX181" fmla="*/ 281285 w 311346"/>
                <a:gd name="connsiteY181" fmla="*/ 506760 h 1011287"/>
                <a:gd name="connsiteX182" fmla="*/ 282029 w 311346"/>
                <a:gd name="connsiteY182" fmla="*/ 508992 h 1011287"/>
                <a:gd name="connsiteX183" fmla="*/ 284262 w 311346"/>
                <a:gd name="connsiteY183" fmla="*/ 508992 h 1011287"/>
                <a:gd name="connsiteX184" fmla="*/ 285750 w 311346"/>
                <a:gd name="connsiteY184" fmla="*/ 511969 h 1011287"/>
                <a:gd name="connsiteX185" fmla="*/ 288773 w 311346"/>
                <a:gd name="connsiteY185" fmla="*/ 514620 h 1011287"/>
                <a:gd name="connsiteX186" fmla="*/ 292447 w 311346"/>
                <a:gd name="connsiteY186" fmla="*/ 519410 h 1011287"/>
                <a:gd name="connsiteX187" fmla="*/ 294680 w 311346"/>
                <a:gd name="connsiteY187" fmla="*/ 520154 h 1011287"/>
                <a:gd name="connsiteX188" fmla="*/ 295424 w 311346"/>
                <a:gd name="connsiteY188" fmla="*/ 522387 h 1011287"/>
                <a:gd name="connsiteX189" fmla="*/ 297656 w 311346"/>
                <a:gd name="connsiteY189" fmla="*/ 523131 h 1011287"/>
                <a:gd name="connsiteX190" fmla="*/ 298400 w 311346"/>
                <a:gd name="connsiteY190" fmla="*/ 527596 h 1011287"/>
                <a:gd name="connsiteX191" fmla="*/ 300633 w 311346"/>
                <a:gd name="connsiteY191" fmla="*/ 529084 h 1011287"/>
                <a:gd name="connsiteX192" fmla="*/ 301377 w 311346"/>
                <a:gd name="connsiteY192" fmla="*/ 534293 h 1011287"/>
                <a:gd name="connsiteX193" fmla="*/ 302865 w 311346"/>
                <a:gd name="connsiteY193" fmla="*/ 535037 h 1011287"/>
                <a:gd name="connsiteX194" fmla="*/ 303191 w 311346"/>
                <a:gd name="connsiteY194" fmla="*/ 537642 h 1011287"/>
                <a:gd name="connsiteX195" fmla="*/ 303609 w 311346"/>
                <a:gd name="connsiteY195" fmla="*/ 540246 h 1011287"/>
                <a:gd name="connsiteX196" fmla="*/ 305842 w 311346"/>
                <a:gd name="connsiteY196" fmla="*/ 540990 h 1011287"/>
                <a:gd name="connsiteX197" fmla="*/ 306214 w 311346"/>
                <a:gd name="connsiteY197" fmla="*/ 544246 h 1011287"/>
                <a:gd name="connsiteX198" fmla="*/ 307699 w 311346"/>
                <a:gd name="connsiteY198" fmla="*/ 548897 h 1011287"/>
                <a:gd name="connsiteX199" fmla="*/ 308818 w 311346"/>
                <a:gd name="connsiteY199" fmla="*/ 549920 h 1011287"/>
                <a:gd name="connsiteX200" fmla="*/ 309563 w 311346"/>
                <a:gd name="connsiteY200" fmla="*/ 553641 h 1011287"/>
                <a:gd name="connsiteX201" fmla="*/ 311051 w 311346"/>
                <a:gd name="connsiteY201" fmla="*/ 554385 h 1011287"/>
                <a:gd name="connsiteX202" fmla="*/ 311240 w 311346"/>
                <a:gd name="connsiteY202" fmla="*/ 560959 h 1011287"/>
                <a:gd name="connsiteX203" fmla="*/ 311247 w 311346"/>
                <a:gd name="connsiteY203" fmla="*/ 563085 h 1011287"/>
                <a:gd name="connsiteX204" fmla="*/ 311245 w 311346"/>
                <a:gd name="connsiteY204" fmla="*/ 570233 h 1011287"/>
                <a:gd name="connsiteX205" fmla="*/ 311253 w 311346"/>
                <a:gd name="connsiteY205" fmla="*/ 575372 h 1011287"/>
                <a:gd name="connsiteX206" fmla="*/ 311256 w 311346"/>
                <a:gd name="connsiteY206" fmla="*/ 589565 h 1011287"/>
                <a:gd name="connsiteX207" fmla="*/ 311265 w 311346"/>
                <a:gd name="connsiteY207" fmla="*/ 603277 h 1011287"/>
                <a:gd name="connsiteX208" fmla="*/ 311276 w 311346"/>
                <a:gd name="connsiteY208" fmla="*/ 634803 h 1011287"/>
                <a:gd name="connsiteX209" fmla="*/ 311279 w 311346"/>
                <a:gd name="connsiteY209" fmla="*/ 659140 h 1011287"/>
                <a:gd name="connsiteX210" fmla="*/ 311280 w 311346"/>
                <a:gd name="connsiteY210" fmla="*/ 662631 h 1011287"/>
                <a:gd name="connsiteX211" fmla="*/ 311282 w 311346"/>
                <a:gd name="connsiteY211" fmla="*/ 667891 h 1011287"/>
                <a:gd name="connsiteX212" fmla="*/ 311289 w 311346"/>
                <a:gd name="connsiteY212" fmla="*/ 716825 h 1011287"/>
                <a:gd name="connsiteX213" fmla="*/ 311288 w 311346"/>
                <a:gd name="connsiteY213" fmla="*/ 718690 h 1011287"/>
                <a:gd name="connsiteX214" fmla="*/ 311286 w 311346"/>
                <a:gd name="connsiteY214" fmla="*/ 728049 h 1011287"/>
                <a:gd name="connsiteX215" fmla="*/ 311286 w 311346"/>
                <a:gd name="connsiteY215" fmla="*/ 729927 h 1011287"/>
                <a:gd name="connsiteX216" fmla="*/ 311285 w 311346"/>
                <a:gd name="connsiteY216" fmla="*/ 733686 h 1011287"/>
                <a:gd name="connsiteX217" fmla="*/ 311301 w 311346"/>
                <a:gd name="connsiteY217" fmla="*/ 792194 h 1011287"/>
                <a:gd name="connsiteX218" fmla="*/ 311321 w 311346"/>
                <a:gd name="connsiteY218" fmla="*/ 857865 h 1011287"/>
                <a:gd name="connsiteX219" fmla="*/ 311321 w 311346"/>
                <a:gd name="connsiteY219" fmla="*/ 864860 h 1011287"/>
                <a:gd name="connsiteX220" fmla="*/ 311320 w 311346"/>
                <a:gd name="connsiteY220" fmla="*/ 866600 h 1011287"/>
                <a:gd name="connsiteX221" fmla="*/ 311332 w 311346"/>
                <a:gd name="connsiteY221" fmla="*/ 892660 h 1011287"/>
                <a:gd name="connsiteX222" fmla="*/ 311333 w 311346"/>
                <a:gd name="connsiteY222" fmla="*/ 922279 h 1011287"/>
                <a:gd name="connsiteX223" fmla="*/ 311337 w 311346"/>
                <a:gd name="connsiteY223" fmla="*/ 937408 h 1011287"/>
                <a:gd name="connsiteX224" fmla="*/ 311332 w 311346"/>
                <a:gd name="connsiteY224" fmla="*/ 951233 h 1011287"/>
                <a:gd name="connsiteX225" fmla="*/ 311338 w 311346"/>
                <a:gd name="connsiteY225" fmla="*/ 956258 h 1011287"/>
                <a:gd name="connsiteX226" fmla="*/ 311330 w 311346"/>
                <a:gd name="connsiteY226" fmla="*/ 963041 h 1011287"/>
                <a:gd name="connsiteX227" fmla="*/ 311346 w 311346"/>
                <a:gd name="connsiteY227" fmla="*/ 965053 h 1011287"/>
                <a:gd name="connsiteX228" fmla="*/ 311051 w 311346"/>
                <a:gd name="connsiteY228" fmla="*/ 969615 h 1011287"/>
                <a:gd name="connsiteX229" fmla="*/ 308818 w 311346"/>
                <a:gd name="connsiteY229" fmla="*/ 970359 h 1011287"/>
                <a:gd name="connsiteX230" fmla="*/ 307330 w 311346"/>
                <a:gd name="connsiteY230" fmla="*/ 973336 h 1011287"/>
                <a:gd name="connsiteX231" fmla="*/ 305098 w 311346"/>
                <a:gd name="connsiteY231" fmla="*/ 975568 h 1011287"/>
                <a:gd name="connsiteX232" fmla="*/ 303935 w 311346"/>
                <a:gd name="connsiteY232" fmla="*/ 976777 h 1011287"/>
                <a:gd name="connsiteX233" fmla="*/ 301377 w 311346"/>
                <a:gd name="connsiteY233" fmla="*/ 978545 h 1011287"/>
                <a:gd name="connsiteX234" fmla="*/ 300633 w 311346"/>
                <a:gd name="connsiteY234" fmla="*/ 980080 h 1011287"/>
                <a:gd name="connsiteX235" fmla="*/ 299889 w 311346"/>
                <a:gd name="connsiteY235" fmla="*/ 981521 h 1011287"/>
                <a:gd name="connsiteX236" fmla="*/ 298400 w 311346"/>
                <a:gd name="connsiteY236" fmla="*/ 981521 h 1011287"/>
                <a:gd name="connsiteX237" fmla="*/ 298075 w 311346"/>
                <a:gd name="connsiteY237" fmla="*/ 983010 h 1011287"/>
                <a:gd name="connsiteX238" fmla="*/ 297656 w 311346"/>
                <a:gd name="connsiteY238" fmla="*/ 984498 h 1011287"/>
                <a:gd name="connsiteX239" fmla="*/ 295424 w 311346"/>
                <a:gd name="connsiteY239" fmla="*/ 984498 h 1011287"/>
                <a:gd name="connsiteX240" fmla="*/ 295052 w 311346"/>
                <a:gd name="connsiteY240" fmla="*/ 985986 h 1011287"/>
                <a:gd name="connsiteX241" fmla="*/ 294680 w 311346"/>
                <a:gd name="connsiteY241" fmla="*/ 987474 h 1011287"/>
                <a:gd name="connsiteX242" fmla="*/ 292447 w 311346"/>
                <a:gd name="connsiteY242" fmla="*/ 987474 h 1011287"/>
                <a:gd name="connsiteX243" fmla="*/ 292447 w 311346"/>
                <a:gd name="connsiteY243" fmla="*/ 991195 h 1011287"/>
                <a:gd name="connsiteX244" fmla="*/ 289471 w 311346"/>
                <a:gd name="connsiteY244" fmla="*/ 991195 h 1011287"/>
                <a:gd name="connsiteX245" fmla="*/ 289471 w 311346"/>
                <a:gd name="connsiteY245" fmla="*/ 994172 h 1011287"/>
                <a:gd name="connsiteX246" fmla="*/ 286494 w 311346"/>
                <a:gd name="connsiteY246" fmla="*/ 994172 h 1011287"/>
                <a:gd name="connsiteX247" fmla="*/ 285750 w 311346"/>
                <a:gd name="connsiteY247" fmla="*/ 997148 h 1011287"/>
                <a:gd name="connsiteX248" fmla="*/ 284262 w 311346"/>
                <a:gd name="connsiteY248" fmla="*/ 997892 h 1011287"/>
                <a:gd name="connsiteX249" fmla="*/ 283518 w 311346"/>
                <a:gd name="connsiteY249" fmla="*/ 999381 h 1011287"/>
                <a:gd name="connsiteX250" fmla="*/ 281285 w 311346"/>
                <a:gd name="connsiteY250" fmla="*/ 1001613 h 1011287"/>
                <a:gd name="connsiteX251" fmla="*/ 280541 w 311346"/>
                <a:gd name="connsiteY251" fmla="*/ 1003846 h 1011287"/>
                <a:gd name="connsiteX252" fmla="*/ 278727 w 311346"/>
                <a:gd name="connsiteY252" fmla="*/ 1005613 h 1011287"/>
                <a:gd name="connsiteX253" fmla="*/ 275332 w 311346"/>
                <a:gd name="connsiteY253" fmla="*/ 1011287 h 1011287"/>
                <a:gd name="connsiteX254" fmla="*/ 0 w 311346"/>
                <a:gd name="connsiteY254" fmla="*/ 1011287 h 1011287"/>
                <a:gd name="connsiteX255" fmla="*/ 0 w 311346"/>
                <a:gd name="connsiteY25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311346" h="1011287">
                  <a:moveTo>
                    <a:pt x="78985" y="550659"/>
                  </a:moveTo>
                  <a:cubicBezTo>
                    <a:pt x="78985" y="676657"/>
                    <a:pt x="78985" y="798949"/>
                    <a:pt x="78985" y="921241"/>
                  </a:cubicBezTo>
                  <a:cubicBezTo>
                    <a:pt x="81520" y="920607"/>
                    <a:pt x="83610" y="920407"/>
                    <a:pt x="86199" y="920397"/>
                  </a:cubicBezTo>
                  <a:cubicBezTo>
                    <a:pt x="86780" y="920399"/>
                    <a:pt x="87344" y="920401"/>
                    <a:pt x="87908" y="920402"/>
                  </a:cubicBezTo>
                  <a:cubicBezTo>
                    <a:pt x="89841" y="920399"/>
                    <a:pt x="91774" y="920396"/>
                    <a:pt x="93707" y="920398"/>
                  </a:cubicBezTo>
                  <a:cubicBezTo>
                    <a:pt x="95125" y="920400"/>
                    <a:pt x="96543" y="920400"/>
                    <a:pt x="97962" y="920399"/>
                  </a:cubicBezTo>
                  <a:cubicBezTo>
                    <a:pt x="101821" y="920395"/>
                    <a:pt x="105681" y="920393"/>
                    <a:pt x="109540" y="920395"/>
                  </a:cubicBezTo>
                  <a:cubicBezTo>
                    <a:pt x="113644" y="920398"/>
                    <a:pt x="117747" y="920398"/>
                    <a:pt x="121851" y="920397"/>
                  </a:cubicBezTo>
                  <a:cubicBezTo>
                    <a:pt x="128714" y="920395"/>
                    <a:pt x="135578" y="920395"/>
                    <a:pt x="142442" y="920398"/>
                  </a:cubicBezTo>
                  <a:cubicBezTo>
                    <a:pt x="150447" y="920403"/>
                    <a:pt x="158453" y="920404"/>
                    <a:pt x="166458" y="920400"/>
                  </a:cubicBezTo>
                  <a:cubicBezTo>
                    <a:pt x="173378" y="920396"/>
                    <a:pt x="180298" y="920394"/>
                    <a:pt x="187217" y="920396"/>
                  </a:cubicBezTo>
                  <a:cubicBezTo>
                    <a:pt x="191335" y="920397"/>
                    <a:pt x="195454" y="920399"/>
                    <a:pt x="199572" y="920397"/>
                  </a:cubicBezTo>
                  <a:cubicBezTo>
                    <a:pt x="203514" y="920395"/>
                    <a:pt x="207456" y="920393"/>
                    <a:pt x="211398" y="920397"/>
                  </a:cubicBezTo>
                  <a:cubicBezTo>
                    <a:pt x="212845" y="920398"/>
                    <a:pt x="214292" y="920400"/>
                    <a:pt x="215739" y="920401"/>
                  </a:cubicBezTo>
                  <a:cubicBezTo>
                    <a:pt x="217766" y="920398"/>
                    <a:pt x="219793" y="920396"/>
                    <a:pt x="221820" y="920399"/>
                  </a:cubicBezTo>
                  <a:cubicBezTo>
                    <a:pt x="222738" y="920401"/>
                    <a:pt x="222738" y="920401"/>
                    <a:pt x="223638" y="920402"/>
                  </a:cubicBezTo>
                  <a:cubicBezTo>
                    <a:pt x="225533" y="920397"/>
                    <a:pt x="227407" y="920422"/>
                    <a:pt x="229301" y="920497"/>
                  </a:cubicBezTo>
                  <a:cubicBezTo>
                    <a:pt x="230046" y="921241"/>
                    <a:pt x="230046" y="921241"/>
                    <a:pt x="232278" y="921241"/>
                  </a:cubicBezTo>
                  <a:cubicBezTo>
                    <a:pt x="232362" y="878156"/>
                    <a:pt x="232428" y="835072"/>
                    <a:pt x="232467" y="791987"/>
                  </a:cubicBezTo>
                  <a:cubicBezTo>
                    <a:pt x="232471" y="786853"/>
                    <a:pt x="232476" y="781718"/>
                    <a:pt x="232481" y="776583"/>
                  </a:cubicBezTo>
                  <a:cubicBezTo>
                    <a:pt x="232481" y="776056"/>
                    <a:pt x="232482" y="775545"/>
                    <a:pt x="232482" y="775034"/>
                  </a:cubicBezTo>
                  <a:cubicBezTo>
                    <a:pt x="232498" y="758436"/>
                    <a:pt x="232525" y="741838"/>
                    <a:pt x="232559" y="725241"/>
                  </a:cubicBezTo>
                  <a:cubicBezTo>
                    <a:pt x="232594" y="708159"/>
                    <a:pt x="232619" y="691078"/>
                    <a:pt x="232627" y="673997"/>
                  </a:cubicBezTo>
                  <a:cubicBezTo>
                    <a:pt x="232631" y="663467"/>
                    <a:pt x="232641" y="652938"/>
                    <a:pt x="232671" y="642408"/>
                  </a:cubicBezTo>
                  <a:cubicBezTo>
                    <a:pt x="232692" y="635126"/>
                    <a:pt x="232704" y="627843"/>
                    <a:pt x="232702" y="620561"/>
                  </a:cubicBezTo>
                  <a:cubicBezTo>
                    <a:pt x="232699" y="616361"/>
                    <a:pt x="232694" y="612162"/>
                    <a:pt x="232710" y="607962"/>
                  </a:cubicBezTo>
                  <a:cubicBezTo>
                    <a:pt x="232728" y="604061"/>
                    <a:pt x="232743" y="600160"/>
                    <a:pt x="232735" y="596259"/>
                  </a:cubicBezTo>
                  <a:cubicBezTo>
                    <a:pt x="232730" y="594846"/>
                    <a:pt x="232727" y="593434"/>
                    <a:pt x="232725" y="592021"/>
                  </a:cubicBezTo>
                  <a:cubicBezTo>
                    <a:pt x="232742" y="590056"/>
                    <a:pt x="232759" y="588093"/>
                    <a:pt x="232749" y="586128"/>
                  </a:cubicBezTo>
                  <a:cubicBezTo>
                    <a:pt x="232742" y="585242"/>
                    <a:pt x="232742" y="585242"/>
                    <a:pt x="232736" y="584374"/>
                  </a:cubicBezTo>
                  <a:cubicBezTo>
                    <a:pt x="232771" y="582400"/>
                    <a:pt x="232674" y="580896"/>
                    <a:pt x="232278" y="578936"/>
                  </a:cubicBezTo>
                  <a:cubicBezTo>
                    <a:pt x="231636" y="578742"/>
                    <a:pt x="231012" y="578553"/>
                    <a:pt x="230389" y="578364"/>
                  </a:cubicBezTo>
                  <a:cubicBezTo>
                    <a:pt x="229766" y="578306"/>
                    <a:pt x="229162" y="578249"/>
                    <a:pt x="228557" y="578192"/>
                  </a:cubicBezTo>
                  <a:cubicBezTo>
                    <a:pt x="228557" y="577433"/>
                    <a:pt x="228557" y="576696"/>
                    <a:pt x="228557" y="575960"/>
                  </a:cubicBezTo>
                  <a:cubicBezTo>
                    <a:pt x="226473" y="574571"/>
                    <a:pt x="225338" y="573398"/>
                    <a:pt x="223767" y="571495"/>
                  </a:cubicBezTo>
                  <a:cubicBezTo>
                    <a:pt x="222401" y="569833"/>
                    <a:pt x="221423" y="568679"/>
                    <a:pt x="219508" y="567681"/>
                  </a:cubicBezTo>
                  <a:cubicBezTo>
                    <a:pt x="219043" y="567460"/>
                    <a:pt x="218591" y="567245"/>
                    <a:pt x="218139" y="567030"/>
                  </a:cubicBezTo>
                  <a:cubicBezTo>
                    <a:pt x="217321" y="565394"/>
                    <a:pt x="217321" y="565394"/>
                    <a:pt x="214419" y="562984"/>
                  </a:cubicBezTo>
                  <a:cubicBezTo>
                    <a:pt x="212803" y="561683"/>
                    <a:pt x="212803" y="561683"/>
                    <a:pt x="211442" y="560333"/>
                  </a:cubicBezTo>
                  <a:cubicBezTo>
                    <a:pt x="211189" y="559574"/>
                    <a:pt x="210943" y="558837"/>
                    <a:pt x="210698" y="558100"/>
                  </a:cubicBezTo>
                  <a:cubicBezTo>
                    <a:pt x="209704" y="557859"/>
                    <a:pt x="208712" y="557612"/>
                    <a:pt x="207721" y="557356"/>
                  </a:cubicBezTo>
                  <a:cubicBezTo>
                    <a:pt x="207721" y="556597"/>
                    <a:pt x="207721" y="555861"/>
                    <a:pt x="207721" y="555124"/>
                  </a:cubicBezTo>
                  <a:cubicBezTo>
                    <a:pt x="207089" y="554997"/>
                    <a:pt x="206475" y="554875"/>
                    <a:pt x="205861" y="554752"/>
                  </a:cubicBezTo>
                  <a:cubicBezTo>
                    <a:pt x="205228" y="554625"/>
                    <a:pt x="204615" y="554502"/>
                    <a:pt x="204001" y="554380"/>
                  </a:cubicBezTo>
                  <a:cubicBezTo>
                    <a:pt x="204001" y="553621"/>
                    <a:pt x="204001" y="552884"/>
                    <a:pt x="204001" y="552147"/>
                  </a:cubicBezTo>
                  <a:cubicBezTo>
                    <a:pt x="201768" y="550659"/>
                    <a:pt x="201768" y="550659"/>
                    <a:pt x="78985" y="550659"/>
                  </a:cubicBezTo>
                  <a:close/>
                  <a:moveTo>
                    <a:pt x="79730" y="90907"/>
                  </a:moveTo>
                  <a:cubicBezTo>
                    <a:pt x="78901" y="91736"/>
                    <a:pt x="78901" y="91736"/>
                    <a:pt x="78888" y="95702"/>
                  </a:cubicBezTo>
                  <a:cubicBezTo>
                    <a:pt x="78890" y="96308"/>
                    <a:pt x="78892" y="96896"/>
                    <a:pt x="78894" y="97484"/>
                  </a:cubicBezTo>
                  <a:cubicBezTo>
                    <a:pt x="78891" y="99486"/>
                    <a:pt x="78890" y="101488"/>
                    <a:pt x="78893" y="103491"/>
                  </a:cubicBezTo>
                  <a:cubicBezTo>
                    <a:pt x="78895" y="104974"/>
                    <a:pt x="78896" y="106457"/>
                    <a:pt x="78896" y="107941"/>
                  </a:cubicBezTo>
                  <a:cubicBezTo>
                    <a:pt x="78893" y="112022"/>
                    <a:pt x="78893" y="116103"/>
                    <a:pt x="78897" y="120183"/>
                  </a:cubicBezTo>
                  <a:cubicBezTo>
                    <a:pt x="78901" y="124649"/>
                    <a:pt x="78902" y="129115"/>
                    <a:pt x="78901" y="133580"/>
                  </a:cubicBezTo>
                  <a:cubicBezTo>
                    <a:pt x="78900" y="141814"/>
                    <a:pt x="78902" y="150049"/>
                    <a:pt x="78906" y="158283"/>
                  </a:cubicBezTo>
                  <a:cubicBezTo>
                    <a:pt x="78910" y="166483"/>
                    <a:pt x="78914" y="174684"/>
                    <a:pt x="78915" y="182885"/>
                  </a:cubicBezTo>
                  <a:cubicBezTo>
                    <a:pt x="78915" y="183408"/>
                    <a:pt x="78915" y="183917"/>
                    <a:pt x="78915" y="184425"/>
                  </a:cubicBezTo>
                  <a:cubicBezTo>
                    <a:pt x="78915" y="187008"/>
                    <a:pt x="78915" y="189591"/>
                    <a:pt x="78916" y="192174"/>
                  </a:cubicBezTo>
                  <a:cubicBezTo>
                    <a:pt x="78917" y="210483"/>
                    <a:pt x="78922" y="228792"/>
                    <a:pt x="78929" y="247102"/>
                  </a:cubicBezTo>
                  <a:cubicBezTo>
                    <a:pt x="78936" y="264926"/>
                    <a:pt x="78941" y="282750"/>
                    <a:pt x="78944" y="300575"/>
                  </a:cubicBezTo>
                  <a:cubicBezTo>
                    <a:pt x="78944" y="301141"/>
                    <a:pt x="78945" y="301690"/>
                    <a:pt x="78945" y="302239"/>
                  </a:cubicBezTo>
                  <a:cubicBezTo>
                    <a:pt x="78946" y="307760"/>
                    <a:pt x="78947" y="313281"/>
                    <a:pt x="78947" y="318802"/>
                  </a:cubicBezTo>
                  <a:cubicBezTo>
                    <a:pt x="78949" y="330061"/>
                    <a:pt x="78951" y="341320"/>
                    <a:pt x="78954" y="352579"/>
                  </a:cubicBezTo>
                  <a:cubicBezTo>
                    <a:pt x="78954" y="353113"/>
                    <a:pt x="78954" y="353631"/>
                    <a:pt x="78954" y="354149"/>
                  </a:cubicBezTo>
                  <a:cubicBezTo>
                    <a:pt x="78961" y="389185"/>
                    <a:pt x="78973" y="424221"/>
                    <a:pt x="78985" y="459257"/>
                  </a:cubicBezTo>
                  <a:cubicBezTo>
                    <a:pt x="80452" y="459257"/>
                    <a:pt x="81918" y="459253"/>
                    <a:pt x="83385" y="459247"/>
                  </a:cubicBezTo>
                  <a:cubicBezTo>
                    <a:pt x="84303" y="459242"/>
                    <a:pt x="85195" y="459238"/>
                    <a:pt x="86086" y="459233"/>
                  </a:cubicBezTo>
                  <a:cubicBezTo>
                    <a:pt x="87677" y="459225"/>
                    <a:pt x="89268" y="459217"/>
                    <a:pt x="90859" y="459209"/>
                  </a:cubicBezTo>
                  <a:cubicBezTo>
                    <a:pt x="91449" y="459206"/>
                    <a:pt x="92022" y="459203"/>
                    <a:pt x="92594" y="459200"/>
                  </a:cubicBezTo>
                  <a:cubicBezTo>
                    <a:pt x="103944" y="459142"/>
                    <a:pt x="115293" y="459080"/>
                    <a:pt x="126643" y="459016"/>
                  </a:cubicBezTo>
                  <a:cubicBezTo>
                    <a:pt x="133950" y="458975"/>
                    <a:pt x="141256" y="458934"/>
                    <a:pt x="148563" y="458897"/>
                  </a:cubicBezTo>
                  <a:cubicBezTo>
                    <a:pt x="154991" y="458865"/>
                    <a:pt x="161418" y="458832"/>
                    <a:pt x="167846" y="458795"/>
                  </a:cubicBezTo>
                  <a:cubicBezTo>
                    <a:pt x="171237" y="458775"/>
                    <a:pt x="174627" y="458754"/>
                    <a:pt x="178018" y="458738"/>
                  </a:cubicBezTo>
                  <a:cubicBezTo>
                    <a:pt x="181264" y="458723"/>
                    <a:pt x="184509" y="458708"/>
                    <a:pt x="187755" y="458688"/>
                  </a:cubicBezTo>
                  <a:cubicBezTo>
                    <a:pt x="188946" y="458680"/>
                    <a:pt x="190138" y="458672"/>
                    <a:pt x="191329" y="458665"/>
                  </a:cubicBezTo>
                  <a:cubicBezTo>
                    <a:pt x="192998" y="458659"/>
                    <a:pt x="194667" y="458653"/>
                    <a:pt x="196335" y="458641"/>
                  </a:cubicBezTo>
                  <a:cubicBezTo>
                    <a:pt x="196845" y="458638"/>
                    <a:pt x="197339" y="458634"/>
                    <a:pt x="197834" y="458630"/>
                  </a:cubicBezTo>
                  <a:cubicBezTo>
                    <a:pt x="199669" y="458620"/>
                    <a:pt x="201887" y="459138"/>
                    <a:pt x="203257" y="457768"/>
                  </a:cubicBezTo>
                  <a:cubicBezTo>
                    <a:pt x="203441" y="456225"/>
                    <a:pt x="203441" y="456225"/>
                    <a:pt x="204001" y="454792"/>
                  </a:cubicBezTo>
                  <a:cubicBezTo>
                    <a:pt x="205013" y="454792"/>
                    <a:pt x="205995" y="454792"/>
                    <a:pt x="206978" y="454792"/>
                  </a:cubicBezTo>
                  <a:cubicBezTo>
                    <a:pt x="208187" y="453489"/>
                    <a:pt x="208187" y="453489"/>
                    <a:pt x="209210" y="451815"/>
                  </a:cubicBezTo>
                  <a:cubicBezTo>
                    <a:pt x="209917" y="450215"/>
                    <a:pt x="209917" y="450215"/>
                    <a:pt x="210698" y="448839"/>
                  </a:cubicBezTo>
                  <a:cubicBezTo>
                    <a:pt x="211457" y="448586"/>
                    <a:pt x="212194" y="448340"/>
                    <a:pt x="212931" y="448094"/>
                  </a:cubicBezTo>
                  <a:cubicBezTo>
                    <a:pt x="213073" y="447573"/>
                    <a:pt x="213211" y="447066"/>
                    <a:pt x="213349" y="446560"/>
                  </a:cubicBezTo>
                  <a:cubicBezTo>
                    <a:pt x="213460" y="446069"/>
                    <a:pt x="213568" y="445594"/>
                    <a:pt x="213675" y="445118"/>
                  </a:cubicBezTo>
                  <a:cubicBezTo>
                    <a:pt x="214181" y="445118"/>
                    <a:pt x="214672" y="445118"/>
                    <a:pt x="215163" y="445118"/>
                  </a:cubicBezTo>
                  <a:cubicBezTo>
                    <a:pt x="215690" y="444582"/>
                    <a:pt x="215690" y="444582"/>
                    <a:pt x="216207" y="444057"/>
                  </a:cubicBezTo>
                  <a:cubicBezTo>
                    <a:pt x="217690" y="442234"/>
                    <a:pt x="219137" y="440405"/>
                    <a:pt x="220791" y="438735"/>
                  </a:cubicBezTo>
                  <a:cubicBezTo>
                    <a:pt x="222294" y="437248"/>
                    <a:pt x="223563" y="435641"/>
                    <a:pt x="224837" y="433956"/>
                  </a:cubicBezTo>
                  <a:cubicBezTo>
                    <a:pt x="225518" y="432280"/>
                    <a:pt x="225518" y="432280"/>
                    <a:pt x="226325" y="430979"/>
                  </a:cubicBezTo>
                  <a:cubicBezTo>
                    <a:pt x="227337" y="430979"/>
                    <a:pt x="228320" y="430979"/>
                    <a:pt x="229302" y="430979"/>
                  </a:cubicBezTo>
                  <a:cubicBezTo>
                    <a:pt x="229302" y="315355"/>
                    <a:pt x="229302" y="203131"/>
                    <a:pt x="229302" y="90907"/>
                  </a:cubicBezTo>
                  <a:cubicBezTo>
                    <a:pt x="227087" y="91645"/>
                    <a:pt x="225286" y="91742"/>
                    <a:pt x="222971" y="91751"/>
                  </a:cubicBezTo>
                  <a:cubicBezTo>
                    <a:pt x="222114" y="91748"/>
                    <a:pt x="222114" y="91748"/>
                    <a:pt x="221274" y="91746"/>
                  </a:cubicBezTo>
                  <a:cubicBezTo>
                    <a:pt x="219362" y="91749"/>
                    <a:pt x="217450" y="91752"/>
                    <a:pt x="215538" y="91750"/>
                  </a:cubicBezTo>
                  <a:cubicBezTo>
                    <a:pt x="214134" y="91748"/>
                    <a:pt x="212730" y="91748"/>
                    <a:pt x="211325" y="91749"/>
                  </a:cubicBezTo>
                  <a:cubicBezTo>
                    <a:pt x="207506" y="91753"/>
                    <a:pt x="203687" y="91755"/>
                    <a:pt x="199868" y="91753"/>
                  </a:cubicBezTo>
                  <a:cubicBezTo>
                    <a:pt x="195806" y="91750"/>
                    <a:pt x="191743" y="91750"/>
                    <a:pt x="187681" y="91751"/>
                  </a:cubicBezTo>
                  <a:cubicBezTo>
                    <a:pt x="180886" y="91753"/>
                    <a:pt x="174091" y="91753"/>
                    <a:pt x="167296" y="91750"/>
                  </a:cubicBezTo>
                  <a:cubicBezTo>
                    <a:pt x="159372" y="91745"/>
                    <a:pt x="151447" y="91744"/>
                    <a:pt x="143522" y="91748"/>
                  </a:cubicBezTo>
                  <a:cubicBezTo>
                    <a:pt x="136674" y="91752"/>
                    <a:pt x="129826" y="91753"/>
                    <a:pt x="122977" y="91752"/>
                  </a:cubicBezTo>
                  <a:cubicBezTo>
                    <a:pt x="118901" y="91751"/>
                    <a:pt x="114824" y="91749"/>
                    <a:pt x="110747" y="91751"/>
                  </a:cubicBezTo>
                  <a:cubicBezTo>
                    <a:pt x="106845" y="91753"/>
                    <a:pt x="102943" y="91755"/>
                    <a:pt x="99041" y="91751"/>
                  </a:cubicBezTo>
                  <a:cubicBezTo>
                    <a:pt x="97607" y="91750"/>
                    <a:pt x="96174" y="91748"/>
                    <a:pt x="94740" y="91747"/>
                  </a:cubicBezTo>
                  <a:cubicBezTo>
                    <a:pt x="92734" y="91750"/>
                    <a:pt x="90729" y="91752"/>
                    <a:pt x="88723" y="91749"/>
                  </a:cubicBezTo>
                  <a:cubicBezTo>
                    <a:pt x="87812" y="91747"/>
                    <a:pt x="87812" y="91747"/>
                    <a:pt x="86919" y="91746"/>
                  </a:cubicBezTo>
                  <a:cubicBezTo>
                    <a:pt x="85012" y="91751"/>
                    <a:pt x="83125" y="91724"/>
                    <a:pt x="81218" y="91651"/>
                  </a:cubicBezTo>
                  <a:cubicBezTo>
                    <a:pt x="80712" y="91398"/>
                    <a:pt x="80221" y="91153"/>
                    <a:pt x="79730" y="90907"/>
                  </a:cubicBezTo>
                  <a:close/>
                  <a:moveTo>
                    <a:pt x="0" y="0"/>
                  </a:moveTo>
                  <a:cubicBezTo>
                    <a:pt x="89877" y="0"/>
                    <a:pt x="179755" y="0"/>
                    <a:pt x="272355" y="0"/>
                  </a:cubicBezTo>
                  <a:cubicBezTo>
                    <a:pt x="272601" y="1473"/>
                    <a:pt x="272847" y="2947"/>
                    <a:pt x="273100" y="4465"/>
                  </a:cubicBezTo>
                  <a:cubicBezTo>
                    <a:pt x="273591" y="4465"/>
                    <a:pt x="274082" y="4465"/>
                    <a:pt x="274588" y="4465"/>
                  </a:cubicBezTo>
                  <a:cubicBezTo>
                    <a:pt x="275658" y="5741"/>
                    <a:pt x="275658" y="5741"/>
                    <a:pt x="276820" y="7395"/>
                  </a:cubicBezTo>
                  <a:cubicBezTo>
                    <a:pt x="278344" y="9664"/>
                    <a:pt x="278344" y="9664"/>
                    <a:pt x="280541" y="11162"/>
                  </a:cubicBezTo>
                  <a:cubicBezTo>
                    <a:pt x="281037" y="12154"/>
                    <a:pt x="281533" y="13146"/>
                    <a:pt x="282029" y="14139"/>
                  </a:cubicBezTo>
                  <a:cubicBezTo>
                    <a:pt x="282520" y="14384"/>
                    <a:pt x="283012" y="14630"/>
                    <a:pt x="283518" y="14883"/>
                  </a:cubicBezTo>
                  <a:cubicBezTo>
                    <a:pt x="283763" y="15620"/>
                    <a:pt x="284009" y="16356"/>
                    <a:pt x="284262" y="17115"/>
                  </a:cubicBezTo>
                  <a:cubicBezTo>
                    <a:pt x="284998" y="17361"/>
                    <a:pt x="285735" y="17606"/>
                    <a:pt x="286494" y="17859"/>
                  </a:cubicBezTo>
                  <a:cubicBezTo>
                    <a:pt x="286740" y="18596"/>
                    <a:pt x="286985" y="19333"/>
                    <a:pt x="287238" y="20092"/>
                  </a:cubicBezTo>
                  <a:cubicBezTo>
                    <a:pt x="287975" y="20337"/>
                    <a:pt x="288712" y="20583"/>
                    <a:pt x="289471" y="20836"/>
                  </a:cubicBezTo>
                  <a:cubicBezTo>
                    <a:pt x="289748" y="21820"/>
                    <a:pt x="289996" y="22813"/>
                    <a:pt x="290215" y="23812"/>
                  </a:cubicBezTo>
                  <a:cubicBezTo>
                    <a:pt x="290706" y="24058"/>
                    <a:pt x="291197" y="24304"/>
                    <a:pt x="291703" y="24557"/>
                  </a:cubicBezTo>
                  <a:cubicBezTo>
                    <a:pt x="291949" y="25293"/>
                    <a:pt x="292194" y="26030"/>
                    <a:pt x="292447" y="26789"/>
                  </a:cubicBezTo>
                  <a:cubicBezTo>
                    <a:pt x="292938" y="26912"/>
                    <a:pt x="293430" y="27035"/>
                    <a:pt x="293936" y="27161"/>
                  </a:cubicBezTo>
                  <a:cubicBezTo>
                    <a:pt x="294427" y="27284"/>
                    <a:pt x="294918" y="27407"/>
                    <a:pt x="295424" y="27533"/>
                  </a:cubicBezTo>
                  <a:cubicBezTo>
                    <a:pt x="295669" y="28270"/>
                    <a:pt x="295915" y="29007"/>
                    <a:pt x="296168" y="29766"/>
                  </a:cubicBezTo>
                  <a:cubicBezTo>
                    <a:pt x="296888" y="30533"/>
                    <a:pt x="297636" y="31275"/>
                    <a:pt x="298400" y="31998"/>
                  </a:cubicBezTo>
                  <a:cubicBezTo>
                    <a:pt x="299747" y="33540"/>
                    <a:pt x="301076" y="35096"/>
                    <a:pt x="302403" y="36655"/>
                  </a:cubicBezTo>
                  <a:cubicBezTo>
                    <a:pt x="303534" y="38022"/>
                    <a:pt x="303534" y="38022"/>
                    <a:pt x="305098" y="38695"/>
                  </a:cubicBezTo>
                  <a:cubicBezTo>
                    <a:pt x="305343" y="39432"/>
                    <a:pt x="305589" y="40169"/>
                    <a:pt x="305842" y="40928"/>
                  </a:cubicBezTo>
                  <a:cubicBezTo>
                    <a:pt x="306341" y="41083"/>
                    <a:pt x="306839" y="41239"/>
                    <a:pt x="307353" y="41399"/>
                  </a:cubicBezTo>
                  <a:cubicBezTo>
                    <a:pt x="307837" y="41735"/>
                    <a:pt x="308320" y="42070"/>
                    <a:pt x="308818" y="42416"/>
                  </a:cubicBezTo>
                  <a:cubicBezTo>
                    <a:pt x="309120" y="44701"/>
                    <a:pt x="309216" y="46723"/>
                    <a:pt x="309191" y="49012"/>
                  </a:cubicBezTo>
                  <a:cubicBezTo>
                    <a:pt x="309197" y="50055"/>
                    <a:pt x="309197" y="50055"/>
                    <a:pt x="309203" y="51118"/>
                  </a:cubicBezTo>
                  <a:cubicBezTo>
                    <a:pt x="309214" y="53474"/>
                    <a:pt x="309202" y="55829"/>
                    <a:pt x="309191" y="58184"/>
                  </a:cubicBezTo>
                  <a:cubicBezTo>
                    <a:pt x="309194" y="59879"/>
                    <a:pt x="309198" y="61574"/>
                    <a:pt x="309204" y="63269"/>
                  </a:cubicBezTo>
                  <a:cubicBezTo>
                    <a:pt x="309215" y="67948"/>
                    <a:pt x="309207" y="72627"/>
                    <a:pt x="309197" y="77305"/>
                  </a:cubicBezTo>
                  <a:cubicBezTo>
                    <a:pt x="309189" y="81826"/>
                    <a:pt x="309196" y="86347"/>
                    <a:pt x="309202" y="90868"/>
                  </a:cubicBezTo>
                  <a:cubicBezTo>
                    <a:pt x="309215" y="100689"/>
                    <a:pt x="309211" y="110511"/>
                    <a:pt x="309199" y="120333"/>
                  </a:cubicBezTo>
                  <a:cubicBezTo>
                    <a:pt x="309190" y="128927"/>
                    <a:pt x="309186" y="137522"/>
                    <a:pt x="309188" y="146116"/>
                  </a:cubicBezTo>
                  <a:cubicBezTo>
                    <a:pt x="309188" y="146970"/>
                    <a:pt x="309188" y="146970"/>
                    <a:pt x="309188" y="147841"/>
                  </a:cubicBezTo>
                  <a:cubicBezTo>
                    <a:pt x="309189" y="150151"/>
                    <a:pt x="309189" y="152462"/>
                    <a:pt x="309190" y="154773"/>
                  </a:cubicBezTo>
                  <a:cubicBezTo>
                    <a:pt x="309195" y="176463"/>
                    <a:pt x="309183" y="198154"/>
                    <a:pt x="309164" y="219845"/>
                  </a:cubicBezTo>
                  <a:cubicBezTo>
                    <a:pt x="309147" y="239133"/>
                    <a:pt x="309143" y="258421"/>
                    <a:pt x="309150" y="277709"/>
                  </a:cubicBezTo>
                  <a:cubicBezTo>
                    <a:pt x="309152" y="282648"/>
                    <a:pt x="309154" y="287587"/>
                    <a:pt x="309156" y="292526"/>
                  </a:cubicBezTo>
                  <a:cubicBezTo>
                    <a:pt x="309156" y="293134"/>
                    <a:pt x="309156" y="293742"/>
                    <a:pt x="309157" y="294368"/>
                  </a:cubicBezTo>
                  <a:cubicBezTo>
                    <a:pt x="309162" y="310466"/>
                    <a:pt x="309158" y="326565"/>
                    <a:pt x="309149" y="342663"/>
                  </a:cubicBezTo>
                  <a:cubicBezTo>
                    <a:pt x="309149" y="344394"/>
                    <a:pt x="309148" y="346125"/>
                    <a:pt x="309147" y="347856"/>
                  </a:cubicBezTo>
                  <a:cubicBezTo>
                    <a:pt x="309146" y="349005"/>
                    <a:pt x="309146" y="350154"/>
                    <a:pt x="309145" y="351302"/>
                  </a:cubicBezTo>
                  <a:cubicBezTo>
                    <a:pt x="309141" y="359894"/>
                    <a:pt x="309142" y="368485"/>
                    <a:pt x="309145" y="377076"/>
                  </a:cubicBezTo>
                  <a:cubicBezTo>
                    <a:pt x="309149" y="386840"/>
                    <a:pt x="309145" y="396605"/>
                    <a:pt x="309130" y="406369"/>
                  </a:cubicBezTo>
                  <a:cubicBezTo>
                    <a:pt x="309122" y="411356"/>
                    <a:pt x="309119" y="416343"/>
                    <a:pt x="309125" y="421330"/>
                  </a:cubicBezTo>
                  <a:cubicBezTo>
                    <a:pt x="309130" y="425887"/>
                    <a:pt x="309125" y="430444"/>
                    <a:pt x="309111" y="435002"/>
                  </a:cubicBezTo>
                  <a:cubicBezTo>
                    <a:pt x="309108" y="436658"/>
                    <a:pt x="309109" y="438315"/>
                    <a:pt x="309114" y="439971"/>
                  </a:cubicBezTo>
                  <a:cubicBezTo>
                    <a:pt x="309120" y="442207"/>
                    <a:pt x="309113" y="444443"/>
                    <a:pt x="309101" y="446679"/>
                  </a:cubicBezTo>
                  <a:cubicBezTo>
                    <a:pt x="309106" y="447336"/>
                    <a:pt x="309111" y="447992"/>
                    <a:pt x="309117" y="448669"/>
                  </a:cubicBezTo>
                  <a:cubicBezTo>
                    <a:pt x="309099" y="450457"/>
                    <a:pt x="309099" y="450457"/>
                    <a:pt x="308818" y="453182"/>
                  </a:cubicBezTo>
                  <a:cubicBezTo>
                    <a:pt x="308082" y="453427"/>
                    <a:pt x="307345" y="453673"/>
                    <a:pt x="306586" y="453926"/>
                  </a:cubicBezTo>
                  <a:cubicBezTo>
                    <a:pt x="306233" y="455481"/>
                    <a:pt x="306233" y="455481"/>
                    <a:pt x="306214" y="457274"/>
                  </a:cubicBezTo>
                  <a:cubicBezTo>
                    <a:pt x="306144" y="459111"/>
                    <a:pt x="306144" y="459111"/>
                    <a:pt x="305842" y="460623"/>
                  </a:cubicBezTo>
                  <a:cubicBezTo>
                    <a:pt x="305105" y="460869"/>
                    <a:pt x="304368" y="461114"/>
                    <a:pt x="303609" y="461367"/>
                  </a:cubicBezTo>
                  <a:cubicBezTo>
                    <a:pt x="303174" y="462771"/>
                    <a:pt x="303174" y="462771"/>
                    <a:pt x="303098" y="464390"/>
                  </a:cubicBezTo>
                  <a:cubicBezTo>
                    <a:pt x="303021" y="465357"/>
                    <a:pt x="302944" y="466324"/>
                    <a:pt x="302865" y="467320"/>
                  </a:cubicBezTo>
                  <a:cubicBezTo>
                    <a:pt x="302129" y="467320"/>
                    <a:pt x="301392" y="467320"/>
                    <a:pt x="300633" y="467320"/>
                  </a:cubicBezTo>
                  <a:cubicBezTo>
                    <a:pt x="300694" y="468287"/>
                    <a:pt x="300756" y="469254"/>
                    <a:pt x="300819" y="470250"/>
                  </a:cubicBezTo>
                  <a:cubicBezTo>
                    <a:pt x="300924" y="471898"/>
                    <a:pt x="300924" y="471898"/>
                    <a:pt x="300633" y="473273"/>
                  </a:cubicBezTo>
                  <a:cubicBezTo>
                    <a:pt x="300142" y="473381"/>
                    <a:pt x="299651" y="473488"/>
                    <a:pt x="299145" y="473599"/>
                  </a:cubicBezTo>
                  <a:cubicBezTo>
                    <a:pt x="298653" y="473737"/>
                    <a:pt x="298162" y="473875"/>
                    <a:pt x="297656" y="474018"/>
                  </a:cubicBezTo>
                  <a:cubicBezTo>
                    <a:pt x="297293" y="475771"/>
                    <a:pt x="297293" y="475771"/>
                    <a:pt x="297470" y="477785"/>
                  </a:cubicBezTo>
                  <a:cubicBezTo>
                    <a:pt x="297497" y="478469"/>
                    <a:pt x="297524" y="479153"/>
                    <a:pt x="297552" y="479857"/>
                  </a:cubicBezTo>
                  <a:cubicBezTo>
                    <a:pt x="297586" y="480386"/>
                    <a:pt x="297621" y="480914"/>
                    <a:pt x="297656" y="481459"/>
                  </a:cubicBezTo>
                  <a:cubicBezTo>
                    <a:pt x="296674" y="481459"/>
                    <a:pt x="295692" y="481459"/>
                    <a:pt x="294680" y="481459"/>
                  </a:cubicBezTo>
                  <a:cubicBezTo>
                    <a:pt x="293820" y="483298"/>
                    <a:pt x="293820" y="483298"/>
                    <a:pt x="293191" y="485180"/>
                  </a:cubicBezTo>
                  <a:cubicBezTo>
                    <a:pt x="292700" y="485180"/>
                    <a:pt x="292209" y="485180"/>
                    <a:pt x="291703" y="485180"/>
                  </a:cubicBezTo>
                  <a:cubicBezTo>
                    <a:pt x="291448" y="486170"/>
                    <a:pt x="291200" y="487162"/>
                    <a:pt x="290959" y="488156"/>
                  </a:cubicBezTo>
                  <a:cubicBezTo>
                    <a:pt x="290468" y="488402"/>
                    <a:pt x="289977" y="488647"/>
                    <a:pt x="289471" y="488900"/>
                  </a:cubicBezTo>
                  <a:cubicBezTo>
                    <a:pt x="289148" y="489614"/>
                    <a:pt x="289148" y="489614"/>
                    <a:pt x="288820" y="490342"/>
                  </a:cubicBezTo>
                  <a:cubicBezTo>
                    <a:pt x="287793" y="492224"/>
                    <a:pt x="286880" y="492428"/>
                    <a:pt x="285006" y="493365"/>
                  </a:cubicBezTo>
                  <a:cubicBezTo>
                    <a:pt x="284487" y="494346"/>
                    <a:pt x="283987" y="495337"/>
                    <a:pt x="283518" y="496342"/>
                  </a:cubicBezTo>
                  <a:cubicBezTo>
                    <a:pt x="283026" y="496342"/>
                    <a:pt x="282535" y="496342"/>
                    <a:pt x="282029" y="496342"/>
                  </a:cubicBezTo>
                  <a:cubicBezTo>
                    <a:pt x="281499" y="497568"/>
                    <a:pt x="281007" y="498811"/>
                    <a:pt x="280541" y="500062"/>
                  </a:cubicBezTo>
                  <a:cubicBezTo>
                    <a:pt x="279053" y="502295"/>
                    <a:pt x="279053" y="502295"/>
                    <a:pt x="276820" y="503039"/>
                  </a:cubicBezTo>
                  <a:cubicBezTo>
                    <a:pt x="278841" y="505178"/>
                    <a:pt x="278841" y="505178"/>
                    <a:pt x="281285" y="506760"/>
                  </a:cubicBezTo>
                  <a:cubicBezTo>
                    <a:pt x="281531" y="507496"/>
                    <a:pt x="281776" y="508233"/>
                    <a:pt x="282029" y="508992"/>
                  </a:cubicBezTo>
                  <a:cubicBezTo>
                    <a:pt x="282766" y="508992"/>
                    <a:pt x="283503" y="508992"/>
                    <a:pt x="284262" y="508992"/>
                  </a:cubicBezTo>
                  <a:cubicBezTo>
                    <a:pt x="284778" y="509974"/>
                    <a:pt x="285270" y="510969"/>
                    <a:pt x="285750" y="511969"/>
                  </a:cubicBezTo>
                  <a:cubicBezTo>
                    <a:pt x="287167" y="513351"/>
                    <a:pt x="287167" y="513351"/>
                    <a:pt x="288773" y="514620"/>
                  </a:cubicBezTo>
                  <a:cubicBezTo>
                    <a:pt x="291621" y="516932"/>
                    <a:pt x="291621" y="516932"/>
                    <a:pt x="292447" y="519410"/>
                  </a:cubicBezTo>
                  <a:cubicBezTo>
                    <a:pt x="293184" y="519656"/>
                    <a:pt x="293921" y="519901"/>
                    <a:pt x="294680" y="520154"/>
                  </a:cubicBezTo>
                  <a:cubicBezTo>
                    <a:pt x="294925" y="520891"/>
                    <a:pt x="295171" y="521628"/>
                    <a:pt x="295424" y="522387"/>
                  </a:cubicBezTo>
                  <a:cubicBezTo>
                    <a:pt x="296161" y="522632"/>
                    <a:pt x="296897" y="522878"/>
                    <a:pt x="297656" y="523131"/>
                  </a:cubicBezTo>
                  <a:cubicBezTo>
                    <a:pt x="297909" y="524618"/>
                    <a:pt x="298157" y="526107"/>
                    <a:pt x="298400" y="527596"/>
                  </a:cubicBezTo>
                  <a:cubicBezTo>
                    <a:pt x="299137" y="528087"/>
                    <a:pt x="299874" y="528578"/>
                    <a:pt x="300633" y="529084"/>
                  </a:cubicBezTo>
                  <a:cubicBezTo>
                    <a:pt x="300906" y="530816"/>
                    <a:pt x="301156" y="532553"/>
                    <a:pt x="301377" y="534293"/>
                  </a:cubicBezTo>
                  <a:cubicBezTo>
                    <a:pt x="301868" y="534538"/>
                    <a:pt x="302359" y="534784"/>
                    <a:pt x="302865" y="535037"/>
                  </a:cubicBezTo>
                  <a:cubicBezTo>
                    <a:pt x="302973" y="535897"/>
                    <a:pt x="303080" y="536756"/>
                    <a:pt x="303191" y="537642"/>
                  </a:cubicBezTo>
                  <a:cubicBezTo>
                    <a:pt x="303329" y="538501"/>
                    <a:pt x="303467" y="539361"/>
                    <a:pt x="303609" y="540246"/>
                  </a:cubicBezTo>
                  <a:cubicBezTo>
                    <a:pt x="304346" y="540492"/>
                    <a:pt x="305083" y="540737"/>
                    <a:pt x="305842" y="540990"/>
                  </a:cubicBezTo>
                  <a:cubicBezTo>
                    <a:pt x="306144" y="542449"/>
                    <a:pt x="306144" y="542449"/>
                    <a:pt x="306214" y="544246"/>
                  </a:cubicBezTo>
                  <a:cubicBezTo>
                    <a:pt x="306274" y="546838"/>
                    <a:pt x="306274" y="546838"/>
                    <a:pt x="307699" y="548897"/>
                  </a:cubicBezTo>
                  <a:cubicBezTo>
                    <a:pt x="308253" y="549403"/>
                    <a:pt x="308253" y="549403"/>
                    <a:pt x="308818" y="549920"/>
                  </a:cubicBezTo>
                  <a:cubicBezTo>
                    <a:pt x="309083" y="551157"/>
                    <a:pt x="309333" y="552397"/>
                    <a:pt x="309563" y="553641"/>
                  </a:cubicBezTo>
                  <a:cubicBezTo>
                    <a:pt x="310054" y="553886"/>
                    <a:pt x="310545" y="554132"/>
                    <a:pt x="311051" y="554385"/>
                  </a:cubicBezTo>
                  <a:cubicBezTo>
                    <a:pt x="311201" y="556598"/>
                    <a:pt x="311251" y="558744"/>
                    <a:pt x="311240" y="560959"/>
                  </a:cubicBezTo>
                  <a:cubicBezTo>
                    <a:pt x="311243" y="561661"/>
                    <a:pt x="311245" y="562362"/>
                    <a:pt x="311247" y="563085"/>
                  </a:cubicBezTo>
                  <a:cubicBezTo>
                    <a:pt x="311254" y="565468"/>
                    <a:pt x="311249" y="567850"/>
                    <a:pt x="311245" y="570233"/>
                  </a:cubicBezTo>
                  <a:cubicBezTo>
                    <a:pt x="311247" y="571946"/>
                    <a:pt x="311250" y="573659"/>
                    <a:pt x="311253" y="575372"/>
                  </a:cubicBezTo>
                  <a:cubicBezTo>
                    <a:pt x="311261" y="580103"/>
                    <a:pt x="311259" y="584834"/>
                    <a:pt x="311256" y="589565"/>
                  </a:cubicBezTo>
                  <a:cubicBezTo>
                    <a:pt x="311254" y="594136"/>
                    <a:pt x="311260" y="598706"/>
                    <a:pt x="311265" y="603277"/>
                  </a:cubicBezTo>
                  <a:cubicBezTo>
                    <a:pt x="311276" y="613786"/>
                    <a:pt x="311278" y="624294"/>
                    <a:pt x="311276" y="634803"/>
                  </a:cubicBezTo>
                  <a:cubicBezTo>
                    <a:pt x="311274" y="642915"/>
                    <a:pt x="311276" y="651028"/>
                    <a:pt x="311279" y="659140"/>
                  </a:cubicBezTo>
                  <a:cubicBezTo>
                    <a:pt x="311279" y="660304"/>
                    <a:pt x="311280" y="661467"/>
                    <a:pt x="311280" y="662631"/>
                  </a:cubicBezTo>
                  <a:cubicBezTo>
                    <a:pt x="311281" y="664385"/>
                    <a:pt x="311282" y="666138"/>
                    <a:pt x="311282" y="667891"/>
                  </a:cubicBezTo>
                  <a:cubicBezTo>
                    <a:pt x="311289" y="684203"/>
                    <a:pt x="311292" y="700514"/>
                    <a:pt x="311289" y="716825"/>
                  </a:cubicBezTo>
                  <a:cubicBezTo>
                    <a:pt x="311289" y="717441"/>
                    <a:pt x="311288" y="718056"/>
                    <a:pt x="311288" y="718690"/>
                  </a:cubicBezTo>
                  <a:cubicBezTo>
                    <a:pt x="311288" y="721810"/>
                    <a:pt x="311287" y="724929"/>
                    <a:pt x="311286" y="728049"/>
                  </a:cubicBezTo>
                  <a:cubicBezTo>
                    <a:pt x="311286" y="728978"/>
                    <a:pt x="311286" y="728978"/>
                    <a:pt x="311286" y="729927"/>
                  </a:cubicBezTo>
                  <a:cubicBezTo>
                    <a:pt x="311286" y="731180"/>
                    <a:pt x="311286" y="732433"/>
                    <a:pt x="311285" y="733686"/>
                  </a:cubicBezTo>
                  <a:cubicBezTo>
                    <a:pt x="311281" y="753188"/>
                    <a:pt x="311287" y="772691"/>
                    <a:pt x="311301" y="792194"/>
                  </a:cubicBezTo>
                  <a:cubicBezTo>
                    <a:pt x="311316" y="814084"/>
                    <a:pt x="311324" y="835975"/>
                    <a:pt x="311321" y="857865"/>
                  </a:cubicBezTo>
                  <a:cubicBezTo>
                    <a:pt x="311321" y="860196"/>
                    <a:pt x="311321" y="862528"/>
                    <a:pt x="311321" y="864860"/>
                  </a:cubicBezTo>
                  <a:cubicBezTo>
                    <a:pt x="311320" y="865434"/>
                    <a:pt x="311320" y="866008"/>
                    <a:pt x="311320" y="866600"/>
                  </a:cubicBezTo>
                  <a:cubicBezTo>
                    <a:pt x="311319" y="875287"/>
                    <a:pt x="311324" y="883973"/>
                    <a:pt x="311332" y="892660"/>
                  </a:cubicBezTo>
                  <a:cubicBezTo>
                    <a:pt x="311341" y="902533"/>
                    <a:pt x="311342" y="912406"/>
                    <a:pt x="311333" y="922279"/>
                  </a:cubicBezTo>
                  <a:cubicBezTo>
                    <a:pt x="311329" y="927322"/>
                    <a:pt x="311328" y="932365"/>
                    <a:pt x="311337" y="937408"/>
                  </a:cubicBezTo>
                  <a:cubicBezTo>
                    <a:pt x="311345" y="942016"/>
                    <a:pt x="311343" y="946624"/>
                    <a:pt x="311332" y="951233"/>
                  </a:cubicBezTo>
                  <a:cubicBezTo>
                    <a:pt x="311330" y="952908"/>
                    <a:pt x="311332" y="954583"/>
                    <a:pt x="311338" y="956258"/>
                  </a:cubicBezTo>
                  <a:cubicBezTo>
                    <a:pt x="311345" y="958519"/>
                    <a:pt x="311339" y="960780"/>
                    <a:pt x="311330" y="963041"/>
                  </a:cubicBezTo>
                  <a:cubicBezTo>
                    <a:pt x="311335" y="963705"/>
                    <a:pt x="311341" y="964369"/>
                    <a:pt x="311346" y="965053"/>
                  </a:cubicBezTo>
                  <a:cubicBezTo>
                    <a:pt x="311330" y="966861"/>
                    <a:pt x="311330" y="966861"/>
                    <a:pt x="311051" y="969615"/>
                  </a:cubicBezTo>
                  <a:cubicBezTo>
                    <a:pt x="310314" y="969861"/>
                    <a:pt x="309577" y="970106"/>
                    <a:pt x="308818" y="970359"/>
                  </a:cubicBezTo>
                  <a:cubicBezTo>
                    <a:pt x="308296" y="971338"/>
                    <a:pt x="307802" y="972332"/>
                    <a:pt x="307330" y="973336"/>
                  </a:cubicBezTo>
                  <a:cubicBezTo>
                    <a:pt x="306260" y="974499"/>
                    <a:pt x="306260" y="974499"/>
                    <a:pt x="305098" y="975568"/>
                  </a:cubicBezTo>
                  <a:cubicBezTo>
                    <a:pt x="304714" y="975967"/>
                    <a:pt x="304330" y="976366"/>
                    <a:pt x="303935" y="976777"/>
                  </a:cubicBezTo>
                  <a:cubicBezTo>
                    <a:pt x="302865" y="977801"/>
                    <a:pt x="302865" y="977801"/>
                    <a:pt x="301377" y="978545"/>
                  </a:cubicBezTo>
                  <a:cubicBezTo>
                    <a:pt x="301009" y="979305"/>
                    <a:pt x="301009" y="979305"/>
                    <a:pt x="300633" y="980080"/>
                  </a:cubicBezTo>
                  <a:cubicBezTo>
                    <a:pt x="300387" y="980555"/>
                    <a:pt x="300142" y="981031"/>
                    <a:pt x="299889" y="981521"/>
                  </a:cubicBezTo>
                  <a:cubicBezTo>
                    <a:pt x="299398" y="981521"/>
                    <a:pt x="298906" y="981521"/>
                    <a:pt x="298400" y="981521"/>
                  </a:cubicBezTo>
                  <a:cubicBezTo>
                    <a:pt x="298293" y="982013"/>
                    <a:pt x="298186" y="982504"/>
                    <a:pt x="298075" y="983010"/>
                  </a:cubicBezTo>
                  <a:cubicBezTo>
                    <a:pt x="297937" y="983501"/>
                    <a:pt x="297799" y="983992"/>
                    <a:pt x="297656" y="984498"/>
                  </a:cubicBezTo>
                  <a:cubicBezTo>
                    <a:pt x="296920" y="984498"/>
                    <a:pt x="296183" y="984498"/>
                    <a:pt x="295424" y="984498"/>
                  </a:cubicBezTo>
                  <a:cubicBezTo>
                    <a:pt x="295301" y="984989"/>
                    <a:pt x="295178" y="985480"/>
                    <a:pt x="295052" y="985986"/>
                  </a:cubicBezTo>
                  <a:cubicBezTo>
                    <a:pt x="294929" y="986477"/>
                    <a:pt x="294806" y="986968"/>
                    <a:pt x="294680" y="987474"/>
                  </a:cubicBezTo>
                  <a:cubicBezTo>
                    <a:pt x="293943" y="987474"/>
                    <a:pt x="293206" y="987474"/>
                    <a:pt x="292447" y="987474"/>
                  </a:cubicBezTo>
                  <a:cubicBezTo>
                    <a:pt x="292447" y="988702"/>
                    <a:pt x="292447" y="989930"/>
                    <a:pt x="292447" y="991195"/>
                  </a:cubicBezTo>
                  <a:cubicBezTo>
                    <a:pt x="291465" y="991195"/>
                    <a:pt x="290483" y="991195"/>
                    <a:pt x="289471" y="991195"/>
                  </a:cubicBezTo>
                  <a:cubicBezTo>
                    <a:pt x="289471" y="992177"/>
                    <a:pt x="289471" y="993160"/>
                    <a:pt x="289471" y="994172"/>
                  </a:cubicBezTo>
                  <a:cubicBezTo>
                    <a:pt x="288488" y="994172"/>
                    <a:pt x="287506" y="994172"/>
                    <a:pt x="286494" y="994172"/>
                  </a:cubicBezTo>
                  <a:cubicBezTo>
                    <a:pt x="285994" y="995613"/>
                    <a:pt x="285994" y="995613"/>
                    <a:pt x="285750" y="997148"/>
                  </a:cubicBezTo>
                  <a:cubicBezTo>
                    <a:pt x="285259" y="997394"/>
                    <a:pt x="284768" y="997639"/>
                    <a:pt x="284262" y="997892"/>
                  </a:cubicBezTo>
                  <a:cubicBezTo>
                    <a:pt x="284016" y="998384"/>
                    <a:pt x="283771" y="998875"/>
                    <a:pt x="283518" y="999381"/>
                  </a:cubicBezTo>
                  <a:cubicBezTo>
                    <a:pt x="282773" y="1000869"/>
                    <a:pt x="282773" y="1000869"/>
                    <a:pt x="281285" y="1001613"/>
                  </a:cubicBezTo>
                  <a:cubicBezTo>
                    <a:pt x="281040" y="1002350"/>
                    <a:pt x="280794" y="1003087"/>
                    <a:pt x="280541" y="1003846"/>
                  </a:cubicBezTo>
                  <a:cubicBezTo>
                    <a:pt x="279942" y="1004429"/>
                    <a:pt x="279344" y="1005012"/>
                    <a:pt x="278727" y="1005613"/>
                  </a:cubicBezTo>
                  <a:cubicBezTo>
                    <a:pt x="276523" y="1007622"/>
                    <a:pt x="276523" y="1007622"/>
                    <a:pt x="275332" y="1011287"/>
                  </a:cubicBezTo>
                  <a:cubicBezTo>
                    <a:pt x="184472" y="1011287"/>
                    <a:pt x="93613"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10" name="任意多边形: 形状 110"/>
            <p:cNvSpPr/>
            <p:nvPr/>
          </p:nvSpPr>
          <p:spPr>
            <a:xfrm>
              <a:off x="4640029" y="6053213"/>
              <a:ext cx="168338" cy="436693"/>
            </a:xfrm>
            <a:custGeom>
              <a:avLst/>
              <a:gdLst>
                <a:gd name="connsiteX0" fmla="*/ 78985 w 309126"/>
                <a:gd name="connsiteY0" fmla="*/ 550659 h 1011287"/>
                <a:gd name="connsiteX1" fmla="*/ 78985 w 309126"/>
                <a:gd name="connsiteY1" fmla="*/ 920497 h 1011287"/>
                <a:gd name="connsiteX2" fmla="*/ 86137 w 309126"/>
                <a:gd name="connsiteY2" fmla="*/ 920493 h 1011287"/>
                <a:gd name="connsiteX3" fmla="*/ 136301 w 309126"/>
                <a:gd name="connsiteY3" fmla="*/ 920459 h 1011287"/>
                <a:gd name="connsiteX4" fmla="*/ 162502 w 309126"/>
                <a:gd name="connsiteY4" fmla="*/ 920443 h 1011287"/>
                <a:gd name="connsiteX5" fmla="*/ 185554 w 309126"/>
                <a:gd name="connsiteY5" fmla="*/ 920427 h 1011287"/>
                <a:gd name="connsiteX6" fmla="*/ 197715 w 309126"/>
                <a:gd name="connsiteY6" fmla="*/ 920421 h 1011287"/>
                <a:gd name="connsiteX7" fmla="*/ 209352 w 309126"/>
                <a:gd name="connsiteY7" fmla="*/ 920412 h 1011287"/>
                <a:gd name="connsiteX8" fmla="*/ 213627 w 309126"/>
                <a:gd name="connsiteY8" fmla="*/ 920412 h 1011287"/>
                <a:gd name="connsiteX9" fmla="*/ 219608 w 309126"/>
                <a:gd name="connsiteY9" fmla="*/ 920405 h 1011287"/>
                <a:gd name="connsiteX10" fmla="*/ 221401 w 309126"/>
                <a:gd name="connsiteY10" fmla="*/ 920407 h 1011287"/>
                <a:gd name="connsiteX11" fmla="*/ 227069 w 309126"/>
                <a:gd name="connsiteY11" fmla="*/ 920497 h 1011287"/>
                <a:gd name="connsiteX12" fmla="*/ 228557 w 309126"/>
                <a:gd name="connsiteY12" fmla="*/ 921241 h 1011287"/>
                <a:gd name="connsiteX13" fmla="*/ 230242 w 309126"/>
                <a:gd name="connsiteY13" fmla="*/ 915914 h 1011287"/>
                <a:gd name="connsiteX14" fmla="*/ 230231 w 309126"/>
                <a:gd name="connsiteY14" fmla="*/ 914278 h 1011287"/>
                <a:gd name="connsiteX15" fmla="*/ 230236 w 309126"/>
                <a:gd name="connsiteY15" fmla="*/ 908741 h 1011287"/>
                <a:gd name="connsiteX16" fmla="*/ 230231 w 309126"/>
                <a:gd name="connsiteY16" fmla="*/ 904643 h 1011287"/>
                <a:gd name="connsiteX17" fmla="*/ 230233 w 309126"/>
                <a:gd name="connsiteY17" fmla="*/ 893360 h 1011287"/>
                <a:gd name="connsiteX18" fmla="*/ 230229 w 309126"/>
                <a:gd name="connsiteY18" fmla="*/ 881016 h 1011287"/>
                <a:gd name="connsiteX19" fmla="*/ 230226 w 309126"/>
                <a:gd name="connsiteY19" fmla="*/ 856844 h 1011287"/>
                <a:gd name="connsiteX20" fmla="*/ 230216 w 309126"/>
                <a:gd name="connsiteY20" fmla="*/ 828443 h 1011287"/>
                <a:gd name="connsiteX21" fmla="*/ 230199 w 309126"/>
                <a:gd name="connsiteY21" fmla="*/ 774827 h 1011287"/>
                <a:gd name="connsiteX22" fmla="*/ 230183 w 309126"/>
                <a:gd name="connsiteY22" fmla="*/ 727078 h 1011287"/>
                <a:gd name="connsiteX23" fmla="*/ 230183 w 309126"/>
                <a:gd name="connsiteY23" fmla="*/ 724011 h 1011287"/>
                <a:gd name="connsiteX24" fmla="*/ 230184 w 309126"/>
                <a:gd name="connsiteY24" fmla="*/ 722479 h 1011287"/>
                <a:gd name="connsiteX25" fmla="*/ 230184 w 309126"/>
                <a:gd name="connsiteY25" fmla="*/ 714842 h 1011287"/>
                <a:gd name="connsiteX26" fmla="*/ 230184 w 309126"/>
                <a:gd name="connsiteY26" fmla="*/ 713321 h 1011287"/>
                <a:gd name="connsiteX27" fmla="*/ 230174 w 309126"/>
                <a:gd name="connsiteY27" fmla="*/ 666222 h 1011287"/>
                <a:gd name="connsiteX28" fmla="*/ 230170 w 309126"/>
                <a:gd name="connsiteY28" fmla="*/ 646360 h 1011287"/>
                <a:gd name="connsiteX29" fmla="*/ 230161 w 309126"/>
                <a:gd name="connsiteY29" fmla="*/ 621912 h 1011287"/>
                <a:gd name="connsiteX30" fmla="*/ 230154 w 309126"/>
                <a:gd name="connsiteY30" fmla="*/ 609436 h 1011287"/>
                <a:gd name="connsiteX31" fmla="*/ 230150 w 309126"/>
                <a:gd name="connsiteY31" fmla="*/ 597858 h 1011287"/>
                <a:gd name="connsiteX32" fmla="*/ 230145 w 309126"/>
                <a:gd name="connsiteY32" fmla="*/ 593655 h 1011287"/>
                <a:gd name="connsiteX33" fmla="*/ 230145 w 309126"/>
                <a:gd name="connsiteY33" fmla="*/ 587831 h 1011287"/>
                <a:gd name="connsiteX34" fmla="*/ 230141 w 309126"/>
                <a:gd name="connsiteY34" fmla="*/ 586086 h 1011287"/>
                <a:gd name="connsiteX35" fmla="*/ 229301 w 309126"/>
                <a:gd name="connsiteY35" fmla="*/ 577448 h 1011287"/>
                <a:gd name="connsiteX36" fmla="*/ 227813 w 309126"/>
                <a:gd name="connsiteY36" fmla="*/ 577448 h 1011287"/>
                <a:gd name="connsiteX37" fmla="*/ 227069 w 309126"/>
                <a:gd name="connsiteY37" fmla="*/ 575216 h 1011287"/>
                <a:gd name="connsiteX38" fmla="*/ 224092 w 309126"/>
                <a:gd name="connsiteY38" fmla="*/ 574471 h 1011287"/>
                <a:gd name="connsiteX39" fmla="*/ 224092 w 309126"/>
                <a:gd name="connsiteY39" fmla="*/ 571495 h 1011287"/>
                <a:gd name="connsiteX40" fmla="*/ 222651 w 309126"/>
                <a:gd name="connsiteY40" fmla="*/ 571076 h 1011287"/>
                <a:gd name="connsiteX41" fmla="*/ 221116 w 309126"/>
                <a:gd name="connsiteY41" fmla="*/ 570751 h 1011287"/>
                <a:gd name="connsiteX42" fmla="*/ 218883 w 309126"/>
                <a:gd name="connsiteY42" fmla="*/ 567774 h 1011287"/>
                <a:gd name="connsiteX43" fmla="*/ 217395 w 309126"/>
                <a:gd name="connsiteY43" fmla="*/ 567030 h 1011287"/>
                <a:gd name="connsiteX44" fmla="*/ 216651 w 309126"/>
                <a:gd name="connsiteY44" fmla="*/ 564798 h 1011287"/>
                <a:gd name="connsiteX45" fmla="*/ 213674 w 309126"/>
                <a:gd name="connsiteY45" fmla="*/ 564054 h 1011287"/>
                <a:gd name="connsiteX46" fmla="*/ 212930 w 309126"/>
                <a:gd name="connsiteY46" fmla="*/ 561077 h 1011287"/>
                <a:gd name="connsiteX47" fmla="*/ 209954 w 309126"/>
                <a:gd name="connsiteY47" fmla="*/ 561077 h 1011287"/>
                <a:gd name="connsiteX48" fmla="*/ 209954 w 309126"/>
                <a:gd name="connsiteY48" fmla="*/ 558100 h 1011287"/>
                <a:gd name="connsiteX49" fmla="*/ 208093 w 309126"/>
                <a:gd name="connsiteY49" fmla="*/ 557635 h 1011287"/>
                <a:gd name="connsiteX50" fmla="*/ 206233 w 309126"/>
                <a:gd name="connsiteY50" fmla="*/ 557356 h 1011287"/>
                <a:gd name="connsiteX51" fmla="*/ 205210 w 309126"/>
                <a:gd name="connsiteY51" fmla="*/ 554845 h 1011287"/>
                <a:gd name="connsiteX52" fmla="*/ 204001 w 309126"/>
                <a:gd name="connsiteY52" fmla="*/ 553636 h 1011287"/>
                <a:gd name="connsiteX53" fmla="*/ 202512 w 309126"/>
                <a:gd name="connsiteY53" fmla="*/ 550659 h 1011287"/>
                <a:gd name="connsiteX54" fmla="*/ 78985 w 309126"/>
                <a:gd name="connsiteY54" fmla="*/ 550659 h 1011287"/>
                <a:gd name="connsiteX55" fmla="*/ 79730 w 309126"/>
                <a:gd name="connsiteY55" fmla="*/ 90907 h 1011287"/>
                <a:gd name="connsiteX56" fmla="*/ 78887 w 309126"/>
                <a:gd name="connsiteY56" fmla="*/ 96527 h 1011287"/>
                <a:gd name="connsiteX57" fmla="*/ 78892 w 309126"/>
                <a:gd name="connsiteY57" fmla="*/ 98294 h 1011287"/>
                <a:gd name="connsiteX58" fmla="*/ 78888 w 309126"/>
                <a:gd name="connsiteY58" fmla="*/ 104276 h 1011287"/>
                <a:gd name="connsiteX59" fmla="*/ 78890 w 309126"/>
                <a:gd name="connsiteY59" fmla="*/ 108703 h 1011287"/>
                <a:gd name="connsiteX60" fmla="*/ 78887 w 309126"/>
                <a:gd name="connsiteY60" fmla="*/ 120891 h 1011287"/>
                <a:gd name="connsiteX61" fmla="*/ 78887 w 309126"/>
                <a:gd name="connsiteY61" fmla="*/ 134225 h 1011287"/>
                <a:gd name="connsiteX62" fmla="*/ 78884 w 309126"/>
                <a:gd name="connsiteY62" fmla="*/ 160333 h 1011287"/>
                <a:gd name="connsiteX63" fmla="*/ 78886 w 309126"/>
                <a:gd name="connsiteY63" fmla="*/ 183302 h 1011287"/>
                <a:gd name="connsiteX64" fmla="*/ 78886 w 309126"/>
                <a:gd name="connsiteY64" fmla="*/ 184836 h 1011287"/>
                <a:gd name="connsiteX65" fmla="*/ 78885 w 309126"/>
                <a:gd name="connsiteY65" fmla="*/ 191003 h 1011287"/>
                <a:gd name="connsiteX66" fmla="*/ 78889 w 309126"/>
                <a:gd name="connsiteY66" fmla="*/ 248889 h 1011287"/>
                <a:gd name="connsiteX67" fmla="*/ 78889 w 309126"/>
                <a:gd name="connsiteY67" fmla="*/ 300459 h 1011287"/>
                <a:gd name="connsiteX68" fmla="*/ 78885 w 309126"/>
                <a:gd name="connsiteY68" fmla="*/ 358457 h 1011287"/>
                <a:gd name="connsiteX69" fmla="*/ 78886 w 309126"/>
                <a:gd name="connsiteY69" fmla="*/ 364634 h 1011287"/>
                <a:gd name="connsiteX70" fmla="*/ 78886 w 309126"/>
                <a:gd name="connsiteY70" fmla="*/ 366172 h 1011287"/>
                <a:gd name="connsiteX71" fmla="*/ 78885 w 309126"/>
                <a:gd name="connsiteY71" fmla="*/ 389152 h 1011287"/>
                <a:gd name="connsiteX72" fmla="*/ 78885 w 309126"/>
                <a:gd name="connsiteY72" fmla="*/ 414029 h 1011287"/>
                <a:gd name="connsiteX73" fmla="*/ 78888 w 309126"/>
                <a:gd name="connsiteY73" fmla="*/ 427495 h 1011287"/>
                <a:gd name="connsiteX74" fmla="*/ 78888 w 309126"/>
                <a:gd name="connsiteY74" fmla="*/ 440004 h 1011287"/>
                <a:gd name="connsiteX75" fmla="*/ 78891 w 309126"/>
                <a:gd name="connsiteY75" fmla="*/ 444534 h 1011287"/>
                <a:gd name="connsiteX76" fmla="*/ 78889 w 309126"/>
                <a:gd name="connsiteY76" fmla="*/ 450833 h 1011287"/>
                <a:gd name="connsiteX77" fmla="*/ 78892 w 309126"/>
                <a:gd name="connsiteY77" fmla="*/ 452707 h 1011287"/>
                <a:gd name="connsiteX78" fmla="*/ 78986 w 309126"/>
                <a:gd name="connsiteY78" fmla="*/ 458512 h 1011287"/>
                <a:gd name="connsiteX79" fmla="*/ 81737 w 309126"/>
                <a:gd name="connsiteY79" fmla="*/ 459345 h 1011287"/>
                <a:gd name="connsiteX80" fmla="*/ 84476 w 309126"/>
                <a:gd name="connsiteY80" fmla="*/ 459338 h 1011287"/>
                <a:gd name="connsiteX81" fmla="*/ 89309 w 309126"/>
                <a:gd name="connsiteY81" fmla="*/ 459328 h 1011287"/>
                <a:gd name="connsiteX82" fmla="*/ 92865 w 309126"/>
                <a:gd name="connsiteY82" fmla="*/ 459316 h 1011287"/>
                <a:gd name="connsiteX83" fmla="*/ 102525 w 309126"/>
                <a:gd name="connsiteY83" fmla="*/ 459288 h 1011287"/>
                <a:gd name="connsiteX84" fmla="*/ 108683 w 309126"/>
                <a:gd name="connsiteY84" fmla="*/ 459263 h 1011287"/>
                <a:gd name="connsiteX85" fmla="*/ 127779 w 309126"/>
                <a:gd name="connsiteY85" fmla="*/ 459181 h 1011287"/>
                <a:gd name="connsiteX86" fmla="*/ 150039 w 309126"/>
                <a:gd name="connsiteY86" fmla="*/ 459096 h 1011287"/>
                <a:gd name="connsiteX87" fmla="*/ 167358 w 309126"/>
                <a:gd name="connsiteY87" fmla="*/ 459035 h 1011287"/>
                <a:gd name="connsiteX88" fmla="*/ 177669 w 309126"/>
                <a:gd name="connsiteY88" fmla="*/ 458989 h 1011287"/>
                <a:gd name="connsiteX89" fmla="*/ 187543 w 309126"/>
                <a:gd name="connsiteY89" fmla="*/ 458957 h 1011287"/>
                <a:gd name="connsiteX90" fmla="*/ 191169 w 309126"/>
                <a:gd name="connsiteY90" fmla="*/ 458930 h 1011287"/>
                <a:gd name="connsiteX91" fmla="*/ 196247 w 309126"/>
                <a:gd name="connsiteY91" fmla="*/ 458922 h 1011287"/>
                <a:gd name="connsiteX92" fmla="*/ 197767 w 309126"/>
                <a:gd name="connsiteY92" fmla="*/ 458904 h 1011287"/>
                <a:gd name="connsiteX93" fmla="*/ 202513 w 309126"/>
                <a:gd name="connsiteY93" fmla="*/ 458512 h 1011287"/>
                <a:gd name="connsiteX94" fmla="*/ 203089 w 309126"/>
                <a:gd name="connsiteY94" fmla="*/ 457000 h 1011287"/>
                <a:gd name="connsiteX95" fmla="*/ 203257 w 309126"/>
                <a:gd name="connsiteY95" fmla="*/ 455536 h 1011287"/>
                <a:gd name="connsiteX96" fmla="*/ 204745 w 309126"/>
                <a:gd name="connsiteY96" fmla="*/ 455536 h 1011287"/>
                <a:gd name="connsiteX97" fmla="*/ 206234 w 309126"/>
                <a:gd name="connsiteY97" fmla="*/ 452559 h 1011287"/>
                <a:gd name="connsiteX98" fmla="*/ 211071 w 309126"/>
                <a:gd name="connsiteY98" fmla="*/ 448048 h 1011287"/>
                <a:gd name="connsiteX99" fmla="*/ 212931 w 309126"/>
                <a:gd name="connsiteY99" fmla="*/ 445118 h 1011287"/>
                <a:gd name="connsiteX100" fmla="*/ 215908 w 309126"/>
                <a:gd name="connsiteY100" fmla="*/ 444374 h 1011287"/>
                <a:gd name="connsiteX101" fmla="*/ 215908 w 309126"/>
                <a:gd name="connsiteY101" fmla="*/ 441397 h 1011287"/>
                <a:gd name="connsiteX102" fmla="*/ 218140 w 309126"/>
                <a:gd name="connsiteY102" fmla="*/ 441397 h 1011287"/>
                <a:gd name="connsiteX103" fmla="*/ 218512 w 309126"/>
                <a:gd name="connsiteY103" fmla="*/ 439909 h 1011287"/>
                <a:gd name="connsiteX104" fmla="*/ 218884 w 309126"/>
                <a:gd name="connsiteY104" fmla="*/ 438421 h 1011287"/>
                <a:gd name="connsiteX105" fmla="*/ 221116 w 309126"/>
                <a:gd name="connsiteY105" fmla="*/ 438421 h 1011287"/>
                <a:gd name="connsiteX106" fmla="*/ 221489 w 309126"/>
                <a:gd name="connsiteY106" fmla="*/ 436560 h 1011287"/>
                <a:gd name="connsiteX107" fmla="*/ 221861 w 309126"/>
                <a:gd name="connsiteY107" fmla="*/ 434700 h 1011287"/>
                <a:gd name="connsiteX108" fmla="*/ 224093 w 309126"/>
                <a:gd name="connsiteY108" fmla="*/ 434700 h 1011287"/>
                <a:gd name="connsiteX109" fmla="*/ 224465 w 309126"/>
                <a:gd name="connsiteY109" fmla="*/ 433258 h 1011287"/>
                <a:gd name="connsiteX110" fmla="*/ 224837 w 309126"/>
                <a:gd name="connsiteY110" fmla="*/ 431723 h 1011287"/>
                <a:gd name="connsiteX111" fmla="*/ 227070 w 309126"/>
                <a:gd name="connsiteY111" fmla="*/ 430979 h 1011287"/>
                <a:gd name="connsiteX112" fmla="*/ 227362 w 309126"/>
                <a:gd name="connsiteY112" fmla="*/ 427240 h 1011287"/>
                <a:gd name="connsiteX113" fmla="*/ 227344 w 309126"/>
                <a:gd name="connsiteY113" fmla="*/ 425600 h 1011287"/>
                <a:gd name="connsiteX114" fmla="*/ 227348 w 309126"/>
                <a:gd name="connsiteY114" fmla="*/ 420067 h 1011287"/>
                <a:gd name="connsiteX115" fmla="*/ 227340 w 309126"/>
                <a:gd name="connsiteY115" fmla="*/ 415969 h 1011287"/>
                <a:gd name="connsiteX116" fmla="*/ 227336 w 309126"/>
                <a:gd name="connsiteY116" fmla="*/ 404692 h 1011287"/>
                <a:gd name="connsiteX117" fmla="*/ 227323 w 309126"/>
                <a:gd name="connsiteY117" fmla="*/ 392354 h 1011287"/>
                <a:gd name="connsiteX118" fmla="*/ 227311 w 309126"/>
                <a:gd name="connsiteY118" fmla="*/ 371002 h 1011287"/>
                <a:gd name="connsiteX119" fmla="*/ 227280 w 309126"/>
                <a:gd name="connsiteY119" fmla="*/ 339819 h 1011287"/>
                <a:gd name="connsiteX120" fmla="*/ 227240 w 309126"/>
                <a:gd name="connsiteY120" fmla="*/ 287797 h 1011287"/>
                <a:gd name="connsiteX121" fmla="*/ 227193 w 309126"/>
                <a:gd name="connsiteY121" fmla="*/ 238546 h 1011287"/>
                <a:gd name="connsiteX122" fmla="*/ 227192 w 309126"/>
                <a:gd name="connsiteY122" fmla="*/ 237013 h 1011287"/>
                <a:gd name="connsiteX123" fmla="*/ 227184 w 309126"/>
                <a:gd name="connsiteY123" fmla="*/ 221758 h 1011287"/>
                <a:gd name="connsiteX124" fmla="*/ 227070 w 309126"/>
                <a:gd name="connsiteY124" fmla="*/ 92395 h 1011287"/>
                <a:gd name="connsiteX125" fmla="*/ 172707 w 309126"/>
                <a:gd name="connsiteY125" fmla="*/ 92155 h 1011287"/>
                <a:gd name="connsiteX126" fmla="*/ 146285 w 309126"/>
                <a:gd name="connsiteY126" fmla="*/ 92036 h 1011287"/>
                <a:gd name="connsiteX127" fmla="*/ 123072 w 309126"/>
                <a:gd name="connsiteY127" fmla="*/ 91933 h 1011287"/>
                <a:gd name="connsiteX128" fmla="*/ 110821 w 309126"/>
                <a:gd name="connsiteY128" fmla="*/ 91877 h 1011287"/>
                <a:gd name="connsiteX129" fmla="*/ 99087 w 309126"/>
                <a:gd name="connsiteY129" fmla="*/ 91826 h 1011287"/>
                <a:gd name="connsiteX130" fmla="*/ 94776 w 309126"/>
                <a:gd name="connsiteY130" fmla="*/ 91804 h 1011287"/>
                <a:gd name="connsiteX131" fmla="*/ 88743 w 309126"/>
                <a:gd name="connsiteY131" fmla="*/ 91780 h 1011287"/>
                <a:gd name="connsiteX132" fmla="*/ 86934 w 309126"/>
                <a:gd name="connsiteY132" fmla="*/ 91769 h 1011287"/>
                <a:gd name="connsiteX133" fmla="*/ 81218 w 309126"/>
                <a:gd name="connsiteY133" fmla="*/ 91651 h 1011287"/>
                <a:gd name="connsiteX134" fmla="*/ 79730 w 309126"/>
                <a:gd name="connsiteY134" fmla="*/ 90907 h 1011287"/>
                <a:gd name="connsiteX135" fmla="*/ 0 w 309126"/>
                <a:gd name="connsiteY135" fmla="*/ 0 h 1011287"/>
                <a:gd name="connsiteX136" fmla="*/ 270123 w 309126"/>
                <a:gd name="connsiteY136" fmla="*/ 0 h 1011287"/>
                <a:gd name="connsiteX137" fmla="*/ 270867 w 309126"/>
                <a:gd name="connsiteY137" fmla="*/ 2977 h 1011287"/>
                <a:gd name="connsiteX138" fmla="*/ 273844 w 309126"/>
                <a:gd name="connsiteY138" fmla="*/ 3721 h 1011287"/>
                <a:gd name="connsiteX139" fmla="*/ 274588 w 309126"/>
                <a:gd name="connsiteY139" fmla="*/ 5953 h 1011287"/>
                <a:gd name="connsiteX140" fmla="*/ 276076 w 309126"/>
                <a:gd name="connsiteY140" fmla="*/ 6697 h 1011287"/>
                <a:gd name="connsiteX141" fmla="*/ 276820 w 309126"/>
                <a:gd name="connsiteY141" fmla="*/ 8930 h 1011287"/>
                <a:gd name="connsiteX142" fmla="*/ 279053 w 309126"/>
                <a:gd name="connsiteY142" fmla="*/ 10418 h 1011287"/>
                <a:gd name="connsiteX143" fmla="*/ 279797 w 309126"/>
                <a:gd name="connsiteY143" fmla="*/ 12650 h 1011287"/>
                <a:gd name="connsiteX144" fmla="*/ 281564 w 309126"/>
                <a:gd name="connsiteY144" fmla="*/ 13674 h 1011287"/>
                <a:gd name="connsiteX145" fmla="*/ 286494 w 309126"/>
                <a:gd name="connsiteY145" fmla="*/ 20836 h 1011287"/>
                <a:gd name="connsiteX146" fmla="*/ 288727 w 309126"/>
                <a:gd name="connsiteY146" fmla="*/ 21580 h 1011287"/>
                <a:gd name="connsiteX147" fmla="*/ 289099 w 309126"/>
                <a:gd name="connsiteY147" fmla="*/ 23115 h 1011287"/>
                <a:gd name="connsiteX148" fmla="*/ 289471 w 309126"/>
                <a:gd name="connsiteY148" fmla="*/ 24557 h 1011287"/>
                <a:gd name="connsiteX149" fmla="*/ 291703 w 309126"/>
                <a:gd name="connsiteY149" fmla="*/ 24557 h 1011287"/>
                <a:gd name="connsiteX150" fmla="*/ 292447 w 309126"/>
                <a:gd name="connsiteY150" fmla="*/ 27533 h 1011287"/>
                <a:gd name="connsiteX151" fmla="*/ 294680 w 309126"/>
                <a:gd name="connsiteY151" fmla="*/ 29021 h 1011287"/>
                <a:gd name="connsiteX152" fmla="*/ 294680 w 309126"/>
                <a:gd name="connsiteY152" fmla="*/ 31254 h 1011287"/>
                <a:gd name="connsiteX153" fmla="*/ 297656 w 309126"/>
                <a:gd name="connsiteY153" fmla="*/ 31254 h 1011287"/>
                <a:gd name="connsiteX154" fmla="*/ 297656 w 309126"/>
                <a:gd name="connsiteY154" fmla="*/ 34230 h 1011287"/>
                <a:gd name="connsiteX155" fmla="*/ 300633 w 309126"/>
                <a:gd name="connsiteY155" fmla="*/ 34230 h 1011287"/>
                <a:gd name="connsiteX156" fmla="*/ 300633 w 309126"/>
                <a:gd name="connsiteY156" fmla="*/ 37951 h 1011287"/>
                <a:gd name="connsiteX157" fmla="*/ 302865 w 309126"/>
                <a:gd name="connsiteY157" fmla="*/ 37951 h 1011287"/>
                <a:gd name="connsiteX158" fmla="*/ 302865 w 309126"/>
                <a:gd name="connsiteY158" fmla="*/ 40928 h 1011287"/>
                <a:gd name="connsiteX159" fmla="*/ 306586 w 309126"/>
                <a:gd name="connsiteY159" fmla="*/ 41672 h 1011287"/>
                <a:gd name="connsiteX160" fmla="*/ 308818 w 309126"/>
                <a:gd name="connsiteY160" fmla="*/ 43160 h 1011287"/>
                <a:gd name="connsiteX161" fmla="*/ 309093 w 309126"/>
                <a:gd name="connsiteY161" fmla="*/ 49712 h 1011287"/>
                <a:gd name="connsiteX162" fmla="*/ 309101 w 309126"/>
                <a:gd name="connsiteY162" fmla="*/ 51803 h 1011287"/>
                <a:gd name="connsiteX163" fmla="*/ 309087 w 309126"/>
                <a:gd name="connsiteY163" fmla="*/ 58820 h 1011287"/>
                <a:gd name="connsiteX164" fmla="*/ 309093 w 309126"/>
                <a:gd name="connsiteY164" fmla="*/ 63870 h 1011287"/>
                <a:gd name="connsiteX165" fmla="*/ 309077 w 309126"/>
                <a:gd name="connsiteY165" fmla="*/ 77809 h 1011287"/>
                <a:gd name="connsiteX166" fmla="*/ 309072 w 309126"/>
                <a:gd name="connsiteY166" fmla="*/ 91277 h 1011287"/>
                <a:gd name="connsiteX167" fmla="*/ 309054 w 309126"/>
                <a:gd name="connsiteY167" fmla="*/ 118838 h 1011287"/>
                <a:gd name="connsiteX168" fmla="*/ 309030 w 309126"/>
                <a:gd name="connsiteY168" fmla="*/ 146138 h 1011287"/>
                <a:gd name="connsiteX169" fmla="*/ 309030 w 309126"/>
                <a:gd name="connsiteY169" fmla="*/ 147851 h 1011287"/>
                <a:gd name="connsiteX170" fmla="*/ 309028 w 309126"/>
                <a:gd name="connsiteY170" fmla="*/ 156462 h 1011287"/>
                <a:gd name="connsiteX171" fmla="*/ 308987 w 309126"/>
                <a:gd name="connsiteY171" fmla="*/ 217499 h 1011287"/>
                <a:gd name="connsiteX172" fmla="*/ 308941 w 309126"/>
                <a:gd name="connsiteY172" fmla="*/ 276805 h 1011287"/>
                <a:gd name="connsiteX173" fmla="*/ 308940 w 309126"/>
                <a:gd name="connsiteY173" fmla="*/ 278650 h 1011287"/>
                <a:gd name="connsiteX174" fmla="*/ 308932 w 309126"/>
                <a:gd name="connsiteY174" fmla="*/ 296999 h 1011287"/>
                <a:gd name="connsiteX175" fmla="*/ 308913 w 309126"/>
                <a:gd name="connsiteY175" fmla="*/ 334380 h 1011287"/>
                <a:gd name="connsiteX176" fmla="*/ 308912 w 309126"/>
                <a:gd name="connsiteY176" fmla="*/ 336116 h 1011287"/>
                <a:gd name="connsiteX177" fmla="*/ 308818 w 309126"/>
                <a:gd name="connsiteY177" fmla="*/ 450949 h 1011287"/>
                <a:gd name="connsiteX178" fmla="*/ 306586 w 309126"/>
                <a:gd name="connsiteY178" fmla="*/ 450205 h 1011287"/>
                <a:gd name="connsiteX179" fmla="*/ 305842 w 309126"/>
                <a:gd name="connsiteY179" fmla="*/ 457646 h 1011287"/>
                <a:gd name="connsiteX180" fmla="*/ 303609 w 309126"/>
                <a:gd name="connsiteY180" fmla="*/ 457646 h 1011287"/>
                <a:gd name="connsiteX181" fmla="*/ 303499 w 309126"/>
                <a:gd name="connsiteY181" fmla="*/ 459085 h 1011287"/>
                <a:gd name="connsiteX182" fmla="*/ 303330 w 309126"/>
                <a:gd name="connsiteY182" fmla="*/ 460949 h 1011287"/>
                <a:gd name="connsiteX183" fmla="*/ 303173 w 309126"/>
                <a:gd name="connsiteY183" fmla="*/ 462806 h 1011287"/>
                <a:gd name="connsiteX184" fmla="*/ 302865 w 309126"/>
                <a:gd name="connsiteY184" fmla="*/ 464344 h 1011287"/>
                <a:gd name="connsiteX185" fmla="*/ 301377 w 309126"/>
                <a:gd name="connsiteY185" fmla="*/ 465088 h 1011287"/>
                <a:gd name="connsiteX186" fmla="*/ 300961 w 309126"/>
                <a:gd name="connsiteY186" fmla="*/ 469692 h 1011287"/>
                <a:gd name="connsiteX187" fmla="*/ 300633 w 309126"/>
                <a:gd name="connsiteY187" fmla="*/ 471041 h 1011287"/>
                <a:gd name="connsiteX188" fmla="*/ 298400 w 309126"/>
                <a:gd name="connsiteY188" fmla="*/ 471785 h 1011287"/>
                <a:gd name="connsiteX189" fmla="*/ 297889 w 309126"/>
                <a:gd name="connsiteY189" fmla="*/ 476302 h 1011287"/>
                <a:gd name="connsiteX190" fmla="*/ 295424 w 309126"/>
                <a:gd name="connsiteY190" fmla="*/ 479971 h 1011287"/>
                <a:gd name="connsiteX191" fmla="*/ 295145 w 309126"/>
                <a:gd name="connsiteY191" fmla="*/ 481366 h 1011287"/>
                <a:gd name="connsiteX192" fmla="*/ 290959 w 309126"/>
                <a:gd name="connsiteY192" fmla="*/ 486668 h 1011287"/>
                <a:gd name="connsiteX193" fmla="*/ 290215 w 309126"/>
                <a:gd name="connsiteY193" fmla="*/ 488900 h 1011287"/>
                <a:gd name="connsiteX194" fmla="*/ 287238 w 309126"/>
                <a:gd name="connsiteY194" fmla="*/ 489644 h 1011287"/>
                <a:gd name="connsiteX195" fmla="*/ 286494 w 309126"/>
                <a:gd name="connsiteY195" fmla="*/ 491877 h 1011287"/>
                <a:gd name="connsiteX196" fmla="*/ 284262 w 309126"/>
                <a:gd name="connsiteY196" fmla="*/ 491877 h 1011287"/>
                <a:gd name="connsiteX197" fmla="*/ 284262 w 309126"/>
                <a:gd name="connsiteY197" fmla="*/ 495598 h 1011287"/>
                <a:gd name="connsiteX198" fmla="*/ 281285 w 309126"/>
                <a:gd name="connsiteY198" fmla="*/ 495598 h 1011287"/>
                <a:gd name="connsiteX199" fmla="*/ 280541 w 309126"/>
                <a:gd name="connsiteY199" fmla="*/ 498574 h 1011287"/>
                <a:gd name="connsiteX200" fmla="*/ 276820 w 309126"/>
                <a:gd name="connsiteY200" fmla="*/ 502295 h 1011287"/>
                <a:gd name="connsiteX201" fmla="*/ 276820 w 309126"/>
                <a:gd name="connsiteY201" fmla="*/ 504527 h 1011287"/>
                <a:gd name="connsiteX202" fmla="*/ 280541 w 309126"/>
                <a:gd name="connsiteY202" fmla="*/ 506760 h 1011287"/>
                <a:gd name="connsiteX203" fmla="*/ 281285 w 309126"/>
                <a:gd name="connsiteY203" fmla="*/ 508992 h 1011287"/>
                <a:gd name="connsiteX204" fmla="*/ 283518 w 309126"/>
                <a:gd name="connsiteY204" fmla="*/ 509736 h 1011287"/>
                <a:gd name="connsiteX205" fmla="*/ 283843 w 309126"/>
                <a:gd name="connsiteY205" fmla="*/ 511271 h 1011287"/>
                <a:gd name="connsiteX206" fmla="*/ 284262 w 309126"/>
                <a:gd name="connsiteY206" fmla="*/ 512713 h 1011287"/>
                <a:gd name="connsiteX207" fmla="*/ 287238 w 309126"/>
                <a:gd name="connsiteY207" fmla="*/ 512713 h 1011287"/>
                <a:gd name="connsiteX208" fmla="*/ 287238 w 309126"/>
                <a:gd name="connsiteY208" fmla="*/ 515689 h 1011287"/>
                <a:gd name="connsiteX209" fmla="*/ 290959 w 309126"/>
                <a:gd name="connsiteY209" fmla="*/ 516434 h 1011287"/>
                <a:gd name="connsiteX210" fmla="*/ 292447 w 309126"/>
                <a:gd name="connsiteY210" fmla="*/ 519410 h 1011287"/>
                <a:gd name="connsiteX211" fmla="*/ 294680 w 309126"/>
                <a:gd name="connsiteY211" fmla="*/ 520154 h 1011287"/>
                <a:gd name="connsiteX212" fmla="*/ 295424 w 309126"/>
                <a:gd name="connsiteY212" fmla="*/ 524619 h 1011287"/>
                <a:gd name="connsiteX213" fmla="*/ 297656 w 309126"/>
                <a:gd name="connsiteY213" fmla="*/ 524619 h 1011287"/>
                <a:gd name="connsiteX214" fmla="*/ 298400 w 309126"/>
                <a:gd name="connsiteY214" fmla="*/ 530572 h 1011287"/>
                <a:gd name="connsiteX215" fmla="*/ 300633 w 309126"/>
                <a:gd name="connsiteY215" fmla="*/ 530572 h 1011287"/>
                <a:gd name="connsiteX216" fmla="*/ 300743 w 309126"/>
                <a:gd name="connsiteY216" fmla="*/ 532011 h 1011287"/>
                <a:gd name="connsiteX217" fmla="*/ 300912 w 309126"/>
                <a:gd name="connsiteY217" fmla="*/ 533874 h 1011287"/>
                <a:gd name="connsiteX218" fmla="*/ 301069 w 309126"/>
                <a:gd name="connsiteY218" fmla="*/ 535732 h 1011287"/>
                <a:gd name="connsiteX219" fmla="*/ 301377 w 309126"/>
                <a:gd name="connsiteY219" fmla="*/ 537269 h 1011287"/>
                <a:gd name="connsiteX220" fmla="*/ 302865 w 309126"/>
                <a:gd name="connsiteY220" fmla="*/ 538014 h 1011287"/>
                <a:gd name="connsiteX221" fmla="*/ 303609 w 309126"/>
                <a:gd name="connsiteY221" fmla="*/ 543967 h 1011287"/>
                <a:gd name="connsiteX222" fmla="*/ 305842 w 309126"/>
                <a:gd name="connsiteY222" fmla="*/ 543967 h 1011287"/>
                <a:gd name="connsiteX223" fmla="*/ 306205 w 309126"/>
                <a:gd name="connsiteY223" fmla="*/ 548545 h 1011287"/>
                <a:gd name="connsiteX224" fmla="*/ 306586 w 309126"/>
                <a:gd name="connsiteY224" fmla="*/ 549920 h 1011287"/>
                <a:gd name="connsiteX225" fmla="*/ 308818 w 309126"/>
                <a:gd name="connsiteY225" fmla="*/ 550664 h 1011287"/>
                <a:gd name="connsiteX226" fmla="*/ 309099 w 309126"/>
                <a:gd name="connsiteY226" fmla="*/ 557308 h 1011287"/>
                <a:gd name="connsiteX227" fmla="*/ 309109 w 309126"/>
                <a:gd name="connsiteY227" fmla="*/ 559457 h 1011287"/>
                <a:gd name="connsiteX228" fmla="*/ 309102 w 309126"/>
                <a:gd name="connsiteY228" fmla="*/ 566682 h 1011287"/>
                <a:gd name="connsiteX229" fmla="*/ 309112 w 309126"/>
                <a:gd name="connsiteY229" fmla="*/ 571876 h 1011287"/>
                <a:gd name="connsiteX230" fmla="*/ 309112 w 309126"/>
                <a:gd name="connsiteY230" fmla="*/ 584714 h 1011287"/>
                <a:gd name="connsiteX231" fmla="*/ 309117 w 309126"/>
                <a:gd name="connsiteY231" fmla="*/ 600081 h 1011287"/>
                <a:gd name="connsiteX232" fmla="*/ 309122 w 309126"/>
                <a:gd name="connsiteY232" fmla="*/ 630194 h 1011287"/>
                <a:gd name="connsiteX233" fmla="*/ 309117 w 309126"/>
                <a:gd name="connsiteY233" fmla="*/ 656545 h 1011287"/>
                <a:gd name="connsiteX234" fmla="*/ 309118 w 309126"/>
                <a:gd name="connsiteY234" fmla="*/ 658308 h 1011287"/>
                <a:gd name="connsiteX235" fmla="*/ 309120 w 309126"/>
                <a:gd name="connsiteY235" fmla="*/ 665391 h 1011287"/>
                <a:gd name="connsiteX236" fmla="*/ 309108 w 309126"/>
                <a:gd name="connsiteY236" fmla="*/ 731893 h 1011287"/>
                <a:gd name="connsiteX237" fmla="*/ 309109 w 309126"/>
                <a:gd name="connsiteY237" fmla="*/ 791031 h 1011287"/>
                <a:gd name="connsiteX238" fmla="*/ 309119 w 309126"/>
                <a:gd name="connsiteY238" fmla="*/ 857408 h 1011287"/>
                <a:gd name="connsiteX239" fmla="*/ 309117 w 309126"/>
                <a:gd name="connsiteY239" fmla="*/ 864478 h 1011287"/>
                <a:gd name="connsiteX240" fmla="*/ 309117 w 309126"/>
                <a:gd name="connsiteY240" fmla="*/ 866237 h 1011287"/>
                <a:gd name="connsiteX241" fmla="*/ 309123 w 309126"/>
                <a:gd name="connsiteY241" fmla="*/ 892577 h 1011287"/>
                <a:gd name="connsiteX242" fmla="*/ 309115 w 309126"/>
                <a:gd name="connsiteY242" fmla="*/ 922515 h 1011287"/>
                <a:gd name="connsiteX243" fmla="*/ 309115 w 309126"/>
                <a:gd name="connsiteY243" fmla="*/ 937806 h 1011287"/>
                <a:gd name="connsiteX244" fmla="*/ 309106 w 309126"/>
                <a:gd name="connsiteY244" fmla="*/ 951780 h 1011287"/>
                <a:gd name="connsiteX245" fmla="*/ 309110 w 309126"/>
                <a:gd name="connsiteY245" fmla="*/ 956859 h 1011287"/>
                <a:gd name="connsiteX246" fmla="*/ 309099 w 309126"/>
                <a:gd name="connsiteY246" fmla="*/ 963715 h 1011287"/>
                <a:gd name="connsiteX247" fmla="*/ 309115 w 309126"/>
                <a:gd name="connsiteY247" fmla="*/ 965749 h 1011287"/>
                <a:gd name="connsiteX248" fmla="*/ 308818 w 309126"/>
                <a:gd name="connsiteY248" fmla="*/ 970359 h 1011287"/>
                <a:gd name="connsiteX249" fmla="*/ 306586 w 309126"/>
                <a:gd name="connsiteY249" fmla="*/ 971103 h 1011287"/>
                <a:gd name="connsiteX250" fmla="*/ 305098 w 309126"/>
                <a:gd name="connsiteY250" fmla="*/ 974080 h 1011287"/>
                <a:gd name="connsiteX251" fmla="*/ 303609 w 309126"/>
                <a:gd name="connsiteY251" fmla="*/ 974824 h 1011287"/>
                <a:gd name="connsiteX252" fmla="*/ 302865 w 309126"/>
                <a:gd name="connsiteY252" fmla="*/ 977057 h 1011287"/>
                <a:gd name="connsiteX253" fmla="*/ 298842 w 309126"/>
                <a:gd name="connsiteY253" fmla="*/ 980405 h 1011287"/>
                <a:gd name="connsiteX254" fmla="*/ 296912 w 309126"/>
                <a:gd name="connsiteY254" fmla="*/ 983754 h 1011287"/>
                <a:gd name="connsiteX255" fmla="*/ 295424 w 309126"/>
                <a:gd name="connsiteY255" fmla="*/ 984498 h 1011287"/>
                <a:gd name="connsiteX256" fmla="*/ 294680 w 309126"/>
                <a:gd name="connsiteY256" fmla="*/ 986730 h 1011287"/>
                <a:gd name="connsiteX257" fmla="*/ 293191 w 309126"/>
                <a:gd name="connsiteY257" fmla="*/ 987056 h 1011287"/>
                <a:gd name="connsiteX258" fmla="*/ 291703 w 309126"/>
                <a:gd name="connsiteY258" fmla="*/ 987474 h 1011287"/>
                <a:gd name="connsiteX259" fmla="*/ 290959 w 309126"/>
                <a:gd name="connsiteY259" fmla="*/ 990451 h 1011287"/>
                <a:gd name="connsiteX260" fmla="*/ 289471 w 309126"/>
                <a:gd name="connsiteY260" fmla="*/ 990451 h 1011287"/>
                <a:gd name="connsiteX261" fmla="*/ 289145 w 309126"/>
                <a:gd name="connsiteY261" fmla="*/ 991800 h 1011287"/>
                <a:gd name="connsiteX262" fmla="*/ 286494 w 309126"/>
                <a:gd name="connsiteY262" fmla="*/ 995660 h 1011287"/>
                <a:gd name="connsiteX263" fmla="*/ 285006 w 309126"/>
                <a:gd name="connsiteY263" fmla="*/ 997892 h 1011287"/>
                <a:gd name="connsiteX264" fmla="*/ 282773 w 309126"/>
                <a:gd name="connsiteY264" fmla="*/ 998637 h 1011287"/>
                <a:gd name="connsiteX265" fmla="*/ 281285 w 309126"/>
                <a:gd name="connsiteY265" fmla="*/ 1001613 h 1011287"/>
                <a:gd name="connsiteX266" fmla="*/ 279797 w 309126"/>
                <a:gd name="connsiteY266" fmla="*/ 1002357 h 1011287"/>
                <a:gd name="connsiteX267" fmla="*/ 279053 w 309126"/>
                <a:gd name="connsiteY267" fmla="*/ 1003892 h 1011287"/>
                <a:gd name="connsiteX268" fmla="*/ 278309 w 309126"/>
                <a:gd name="connsiteY268" fmla="*/ 1005334 h 1011287"/>
                <a:gd name="connsiteX269" fmla="*/ 276820 w 309126"/>
                <a:gd name="connsiteY269" fmla="*/ 1005334 h 1011287"/>
                <a:gd name="connsiteX270" fmla="*/ 276541 w 309126"/>
                <a:gd name="connsiteY270" fmla="*/ 1006822 h 1011287"/>
                <a:gd name="connsiteX271" fmla="*/ 276076 w 309126"/>
                <a:gd name="connsiteY271" fmla="*/ 1008310 h 1011287"/>
                <a:gd name="connsiteX272" fmla="*/ 273100 w 309126"/>
                <a:gd name="connsiteY272" fmla="*/ 1008310 h 1011287"/>
                <a:gd name="connsiteX273" fmla="*/ 273100 w 309126"/>
                <a:gd name="connsiteY273" fmla="*/ 1011287 h 1011287"/>
                <a:gd name="connsiteX274" fmla="*/ 0 w 309126"/>
                <a:gd name="connsiteY274" fmla="*/ 1011287 h 1011287"/>
                <a:gd name="connsiteX275" fmla="*/ 0 w 309126"/>
                <a:gd name="connsiteY275" fmla="*/ 0 h 101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309126" h="1011287">
                  <a:moveTo>
                    <a:pt x="78985" y="550659"/>
                  </a:moveTo>
                  <a:cubicBezTo>
                    <a:pt x="78985" y="676404"/>
                    <a:pt x="78985" y="798450"/>
                    <a:pt x="78985" y="920497"/>
                  </a:cubicBezTo>
                  <a:cubicBezTo>
                    <a:pt x="81369" y="920497"/>
                    <a:pt x="83753" y="920496"/>
                    <a:pt x="86137" y="920493"/>
                  </a:cubicBezTo>
                  <a:cubicBezTo>
                    <a:pt x="102858" y="920478"/>
                    <a:pt x="119579" y="920467"/>
                    <a:pt x="136301" y="920459"/>
                  </a:cubicBezTo>
                  <a:cubicBezTo>
                    <a:pt x="145034" y="920456"/>
                    <a:pt x="153768" y="920452"/>
                    <a:pt x="162502" y="920443"/>
                  </a:cubicBezTo>
                  <a:cubicBezTo>
                    <a:pt x="170186" y="920436"/>
                    <a:pt x="177870" y="920430"/>
                    <a:pt x="185554" y="920427"/>
                  </a:cubicBezTo>
                  <a:cubicBezTo>
                    <a:pt x="189607" y="920426"/>
                    <a:pt x="193661" y="920426"/>
                    <a:pt x="197715" y="920421"/>
                  </a:cubicBezTo>
                  <a:cubicBezTo>
                    <a:pt x="201594" y="920416"/>
                    <a:pt x="205473" y="920412"/>
                    <a:pt x="209352" y="920412"/>
                  </a:cubicBezTo>
                  <a:cubicBezTo>
                    <a:pt x="210777" y="920412"/>
                    <a:pt x="212202" y="920413"/>
                    <a:pt x="213627" y="920412"/>
                  </a:cubicBezTo>
                  <a:cubicBezTo>
                    <a:pt x="215621" y="920408"/>
                    <a:pt x="217614" y="920404"/>
                    <a:pt x="219608" y="920405"/>
                  </a:cubicBezTo>
                  <a:cubicBezTo>
                    <a:pt x="220218" y="920406"/>
                    <a:pt x="220809" y="920407"/>
                    <a:pt x="221401" y="920407"/>
                  </a:cubicBezTo>
                  <a:cubicBezTo>
                    <a:pt x="223297" y="920400"/>
                    <a:pt x="225173" y="920426"/>
                    <a:pt x="227069" y="920497"/>
                  </a:cubicBezTo>
                  <a:cubicBezTo>
                    <a:pt x="227575" y="920750"/>
                    <a:pt x="228066" y="920995"/>
                    <a:pt x="228557" y="921241"/>
                  </a:cubicBezTo>
                  <a:cubicBezTo>
                    <a:pt x="230215" y="919583"/>
                    <a:pt x="230215" y="919583"/>
                    <a:pt x="230242" y="915914"/>
                  </a:cubicBezTo>
                  <a:cubicBezTo>
                    <a:pt x="230236" y="915088"/>
                    <a:pt x="230236" y="915088"/>
                    <a:pt x="230231" y="914278"/>
                  </a:cubicBezTo>
                  <a:cubicBezTo>
                    <a:pt x="230237" y="912432"/>
                    <a:pt x="230241" y="910587"/>
                    <a:pt x="230236" y="908741"/>
                  </a:cubicBezTo>
                  <a:cubicBezTo>
                    <a:pt x="230232" y="907375"/>
                    <a:pt x="230230" y="906009"/>
                    <a:pt x="230231" y="904643"/>
                  </a:cubicBezTo>
                  <a:cubicBezTo>
                    <a:pt x="230238" y="900882"/>
                    <a:pt x="230239" y="897121"/>
                    <a:pt x="230233" y="893360"/>
                  </a:cubicBezTo>
                  <a:cubicBezTo>
                    <a:pt x="230227" y="889245"/>
                    <a:pt x="230227" y="885131"/>
                    <a:pt x="230229" y="881016"/>
                  </a:cubicBezTo>
                  <a:cubicBezTo>
                    <a:pt x="230234" y="872959"/>
                    <a:pt x="230232" y="864901"/>
                    <a:pt x="230226" y="856844"/>
                  </a:cubicBezTo>
                  <a:cubicBezTo>
                    <a:pt x="230218" y="847377"/>
                    <a:pt x="230216" y="837910"/>
                    <a:pt x="230216" y="828443"/>
                  </a:cubicBezTo>
                  <a:cubicBezTo>
                    <a:pt x="230217" y="810571"/>
                    <a:pt x="230210" y="792699"/>
                    <a:pt x="230199" y="774827"/>
                  </a:cubicBezTo>
                  <a:cubicBezTo>
                    <a:pt x="230189" y="758911"/>
                    <a:pt x="230183" y="742994"/>
                    <a:pt x="230183" y="727078"/>
                  </a:cubicBezTo>
                  <a:cubicBezTo>
                    <a:pt x="230183" y="726056"/>
                    <a:pt x="230183" y="725033"/>
                    <a:pt x="230183" y="724011"/>
                  </a:cubicBezTo>
                  <a:cubicBezTo>
                    <a:pt x="230184" y="723490"/>
                    <a:pt x="230184" y="722984"/>
                    <a:pt x="230184" y="722479"/>
                  </a:cubicBezTo>
                  <a:cubicBezTo>
                    <a:pt x="230184" y="719933"/>
                    <a:pt x="230184" y="717388"/>
                    <a:pt x="230184" y="714842"/>
                  </a:cubicBezTo>
                  <a:cubicBezTo>
                    <a:pt x="230184" y="714074"/>
                    <a:pt x="230184" y="714074"/>
                    <a:pt x="230184" y="713321"/>
                  </a:cubicBezTo>
                  <a:cubicBezTo>
                    <a:pt x="230184" y="697621"/>
                    <a:pt x="230180" y="681921"/>
                    <a:pt x="230174" y="666222"/>
                  </a:cubicBezTo>
                  <a:cubicBezTo>
                    <a:pt x="230172" y="659601"/>
                    <a:pt x="230170" y="652981"/>
                    <a:pt x="230170" y="646360"/>
                  </a:cubicBezTo>
                  <a:cubicBezTo>
                    <a:pt x="230169" y="638211"/>
                    <a:pt x="230167" y="630061"/>
                    <a:pt x="230161" y="621912"/>
                  </a:cubicBezTo>
                  <a:cubicBezTo>
                    <a:pt x="230158" y="617753"/>
                    <a:pt x="230154" y="613595"/>
                    <a:pt x="230154" y="609436"/>
                  </a:cubicBezTo>
                  <a:cubicBezTo>
                    <a:pt x="230155" y="605577"/>
                    <a:pt x="230155" y="601718"/>
                    <a:pt x="230150" y="597858"/>
                  </a:cubicBezTo>
                  <a:cubicBezTo>
                    <a:pt x="230148" y="596457"/>
                    <a:pt x="230146" y="595056"/>
                    <a:pt x="230145" y="593655"/>
                  </a:cubicBezTo>
                  <a:cubicBezTo>
                    <a:pt x="230147" y="591714"/>
                    <a:pt x="230149" y="589772"/>
                    <a:pt x="230145" y="587831"/>
                  </a:cubicBezTo>
                  <a:cubicBezTo>
                    <a:pt x="230144" y="587238"/>
                    <a:pt x="230143" y="586662"/>
                    <a:pt x="230141" y="586086"/>
                  </a:cubicBezTo>
                  <a:cubicBezTo>
                    <a:pt x="230150" y="583188"/>
                    <a:pt x="230406" y="580178"/>
                    <a:pt x="229301" y="577448"/>
                  </a:cubicBezTo>
                  <a:cubicBezTo>
                    <a:pt x="228795" y="577448"/>
                    <a:pt x="228304" y="577448"/>
                    <a:pt x="227813" y="577448"/>
                  </a:cubicBezTo>
                  <a:cubicBezTo>
                    <a:pt x="227560" y="576689"/>
                    <a:pt x="227315" y="575952"/>
                    <a:pt x="227069" y="575216"/>
                  </a:cubicBezTo>
                  <a:cubicBezTo>
                    <a:pt x="225541" y="574911"/>
                    <a:pt x="225541" y="574911"/>
                    <a:pt x="224092" y="574471"/>
                  </a:cubicBezTo>
                  <a:cubicBezTo>
                    <a:pt x="224092" y="573459"/>
                    <a:pt x="224092" y="572477"/>
                    <a:pt x="224092" y="571495"/>
                  </a:cubicBezTo>
                  <a:cubicBezTo>
                    <a:pt x="223602" y="571353"/>
                    <a:pt x="223126" y="571214"/>
                    <a:pt x="222651" y="571076"/>
                  </a:cubicBezTo>
                  <a:cubicBezTo>
                    <a:pt x="222129" y="570966"/>
                    <a:pt x="221622" y="570858"/>
                    <a:pt x="221116" y="570751"/>
                  </a:cubicBezTo>
                  <a:cubicBezTo>
                    <a:pt x="220372" y="568518"/>
                    <a:pt x="220372" y="568518"/>
                    <a:pt x="218883" y="567774"/>
                  </a:cubicBezTo>
                  <a:cubicBezTo>
                    <a:pt x="218377" y="567521"/>
                    <a:pt x="217886" y="567276"/>
                    <a:pt x="217395" y="567030"/>
                  </a:cubicBezTo>
                  <a:cubicBezTo>
                    <a:pt x="217142" y="566271"/>
                    <a:pt x="216897" y="565534"/>
                    <a:pt x="216651" y="564798"/>
                  </a:cubicBezTo>
                  <a:cubicBezTo>
                    <a:pt x="215652" y="564579"/>
                    <a:pt x="214659" y="564330"/>
                    <a:pt x="213674" y="564054"/>
                  </a:cubicBezTo>
                  <a:cubicBezTo>
                    <a:pt x="213434" y="563060"/>
                    <a:pt x="213186" y="562067"/>
                    <a:pt x="212930" y="561077"/>
                  </a:cubicBezTo>
                  <a:cubicBezTo>
                    <a:pt x="211918" y="561077"/>
                    <a:pt x="210936" y="561077"/>
                    <a:pt x="209954" y="561077"/>
                  </a:cubicBezTo>
                  <a:cubicBezTo>
                    <a:pt x="209954" y="560065"/>
                    <a:pt x="209954" y="559083"/>
                    <a:pt x="209954" y="558100"/>
                  </a:cubicBezTo>
                  <a:cubicBezTo>
                    <a:pt x="209321" y="557942"/>
                    <a:pt x="208707" y="557789"/>
                    <a:pt x="208093" y="557635"/>
                  </a:cubicBezTo>
                  <a:cubicBezTo>
                    <a:pt x="207461" y="557540"/>
                    <a:pt x="206847" y="557448"/>
                    <a:pt x="206233" y="557356"/>
                  </a:cubicBezTo>
                  <a:cubicBezTo>
                    <a:pt x="206233" y="555868"/>
                    <a:pt x="206233" y="555868"/>
                    <a:pt x="205210" y="554845"/>
                  </a:cubicBezTo>
                  <a:cubicBezTo>
                    <a:pt x="204599" y="554234"/>
                    <a:pt x="204599" y="554234"/>
                    <a:pt x="204001" y="553636"/>
                  </a:cubicBezTo>
                  <a:cubicBezTo>
                    <a:pt x="203249" y="552132"/>
                    <a:pt x="203249" y="552132"/>
                    <a:pt x="202512" y="550659"/>
                  </a:cubicBezTo>
                  <a:cubicBezTo>
                    <a:pt x="160513" y="550659"/>
                    <a:pt x="119749" y="550659"/>
                    <a:pt x="78985" y="550659"/>
                  </a:cubicBezTo>
                  <a:close/>
                  <a:moveTo>
                    <a:pt x="79730" y="90907"/>
                  </a:moveTo>
                  <a:cubicBezTo>
                    <a:pt x="78901" y="92565"/>
                    <a:pt x="78901" y="92565"/>
                    <a:pt x="78887" y="96527"/>
                  </a:cubicBezTo>
                  <a:cubicBezTo>
                    <a:pt x="78889" y="97128"/>
                    <a:pt x="78890" y="97711"/>
                    <a:pt x="78892" y="98294"/>
                  </a:cubicBezTo>
                  <a:cubicBezTo>
                    <a:pt x="78889" y="100288"/>
                    <a:pt x="78886" y="102282"/>
                    <a:pt x="78888" y="104276"/>
                  </a:cubicBezTo>
                  <a:cubicBezTo>
                    <a:pt x="78890" y="105752"/>
                    <a:pt x="78891" y="107228"/>
                    <a:pt x="78890" y="108703"/>
                  </a:cubicBezTo>
                  <a:cubicBezTo>
                    <a:pt x="78886" y="112766"/>
                    <a:pt x="78885" y="116829"/>
                    <a:pt x="78887" y="120891"/>
                  </a:cubicBezTo>
                  <a:cubicBezTo>
                    <a:pt x="78889" y="125336"/>
                    <a:pt x="78889" y="129780"/>
                    <a:pt x="78887" y="134225"/>
                  </a:cubicBezTo>
                  <a:cubicBezTo>
                    <a:pt x="78883" y="142928"/>
                    <a:pt x="78882" y="151630"/>
                    <a:pt x="78884" y="160333"/>
                  </a:cubicBezTo>
                  <a:cubicBezTo>
                    <a:pt x="78886" y="167989"/>
                    <a:pt x="78887" y="175646"/>
                    <a:pt x="78886" y="183302"/>
                  </a:cubicBezTo>
                  <a:cubicBezTo>
                    <a:pt x="78886" y="184076"/>
                    <a:pt x="78886" y="184076"/>
                    <a:pt x="78886" y="184836"/>
                  </a:cubicBezTo>
                  <a:cubicBezTo>
                    <a:pt x="78886" y="186891"/>
                    <a:pt x="78886" y="188947"/>
                    <a:pt x="78885" y="191003"/>
                  </a:cubicBezTo>
                  <a:cubicBezTo>
                    <a:pt x="78883" y="210298"/>
                    <a:pt x="78885" y="229593"/>
                    <a:pt x="78889" y="248889"/>
                  </a:cubicBezTo>
                  <a:cubicBezTo>
                    <a:pt x="78892" y="266079"/>
                    <a:pt x="78892" y="283269"/>
                    <a:pt x="78889" y="300459"/>
                  </a:cubicBezTo>
                  <a:cubicBezTo>
                    <a:pt x="78885" y="319792"/>
                    <a:pt x="78883" y="339124"/>
                    <a:pt x="78885" y="358457"/>
                  </a:cubicBezTo>
                  <a:cubicBezTo>
                    <a:pt x="78885" y="360516"/>
                    <a:pt x="78886" y="362575"/>
                    <a:pt x="78886" y="364634"/>
                  </a:cubicBezTo>
                  <a:cubicBezTo>
                    <a:pt x="78886" y="365157"/>
                    <a:pt x="78886" y="365664"/>
                    <a:pt x="78886" y="366172"/>
                  </a:cubicBezTo>
                  <a:cubicBezTo>
                    <a:pt x="78887" y="373832"/>
                    <a:pt x="78886" y="381492"/>
                    <a:pt x="78885" y="389152"/>
                  </a:cubicBezTo>
                  <a:cubicBezTo>
                    <a:pt x="78883" y="397444"/>
                    <a:pt x="78882" y="405737"/>
                    <a:pt x="78885" y="414029"/>
                  </a:cubicBezTo>
                  <a:cubicBezTo>
                    <a:pt x="78887" y="418518"/>
                    <a:pt x="78890" y="423006"/>
                    <a:pt x="78888" y="427495"/>
                  </a:cubicBezTo>
                  <a:cubicBezTo>
                    <a:pt x="78886" y="431665"/>
                    <a:pt x="78884" y="435835"/>
                    <a:pt x="78888" y="440004"/>
                  </a:cubicBezTo>
                  <a:cubicBezTo>
                    <a:pt x="78889" y="441514"/>
                    <a:pt x="78890" y="443024"/>
                    <a:pt x="78891" y="444534"/>
                  </a:cubicBezTo>
                  <a:cubicBezTo>
                    <a:pt x="78889" y="446633"/>
                    <a:pt x="78886" y="448733"/>
                    <a:pt x="78889" y="450833"/>
                  </a:cubicBezTo>
                  <a:cubicBezTo>
                    <a:pt x="78890" y="451470"/>
                    <a:pt x="78891" y="452089"/>
                    <a:pt x="78892" y="452707"/>
                  </a:cubicBezTo>
                  <a:cubicBezTo>
                    <a:pt x="78886" y="454649"/>
                    <a:pt x="78911" y="456571"/>
                    <a:pt x="78986" y="458512"/>
                  </a:cubicBezTo>
                  <a:cubicBezTo>
                    <a:pt x="79730" y="459257"/>
                    <a:pt x="79730" y="459257"/>
                    <a:pt x="81737" y="459345"/>
                  </a:cubicBezTo>
                  <a:cubicBezTo>
                    <a:pt x="82668" y="459342"/>
                    <a:pt x="83572" y="459340"/>
                    <a:pt x="84476" y="459338"/>
                  </a:cubicBezTo>
                  <a:cubicBezTo>
                    <a:pt x="86087" y="459337"/>
                    <a:pt x="87698" y="459335"/>
                    <a:pt x="89309" y="459328"/>
                  </a:cubicBezTo>
                  <a:cubicBezTo>
                    <a:pt x="90494" y="459323"/>
                    <a:pt x="91679" y="459319"/>
                    <a:pt x="92865" y="459316"/>
                  </a:cubicBezTo>
                  <a:cubicBezTo>
                    <a:pt x="96085" y="459310"/>
                    <a:pt x="99305" y="459301"/>
                    <a:pt x="102525" y="459288"/>
                  </a:cubicBezTo>
                  <a:cubicBezTo>
                    <a:pt x="104577" y="459280"/>
                    <a:pt x="106630" y="459271"/>
                    <a:pt x="108683" y="459263"/>
                  </a:cubicBezTo>
                  <a:cubicBezTo>
                    <a:pt x="115048" y="459239"/>
                    <a:pt x="121414" y="459213"/>
                    <a:pt x="127779" y="459181"/>
                  </a:cubicBezTo>
                  <a:cubicBezTo>
                    <a:pt x="135199" y="459143"/>
                    <a:pt x="142619" y="459111"/>
                    <a:pt x="150039" y="459096"/>
                  </a:cubicBezTo>
                  <a:cubicBezTo>
                    <a:pt x="155812" y="459084"/>
                    <a:pt x="161585" y="459065"/>
                    <a:pt x="167358" y="459035"/>
                  </a:cubicBezTo>
                  <a:cubicBezTo>
                    <a:pt x="170795" y="459015"/>
                    <a:pt x="174232" y="458994"/>
                    <a:pt x="177669" y="458989"/>
                  </a:cubicBezTo>
                  <a:cubicBezTo>
                    <a:pt x="180960" y="458987"/>
                    <a:pt x="184252" y="458981"/>
                    <a:pt x="187543" y="458957"/>
                  </a:cubicBezTo>
                  <a:cubicBezTo>
                    <a:pt x="188752" y="458947"/>
                    <a:pt x="189961" y="458938"/>
                    <a:pt x="191169" y="458930"/>
                  </a:cubicBezTo>
                  <a:cubicBezTo>
                    <a:pt x="192862" y="458935"/>
                    <a:pt x="194555" y="458939"/>
                    <a:pt x="196247" y="458922"/>
                  </a:cubicBezTo>
                  <a:cubicBezTo>
                    <a:pt x="196764" y="458916"/>
                    <a:pt x="197266" y="458910"/>
                    <a:pt x="197767" y="458904"/>
                  </a:cubicBezTo>
                  <a:cubicBezTo>
                    <a:pt x="200506" y="458892"/>
                    <a:pt x="200506" y="458892"/>
                    <a:pt x="202513" y="458512"/>
                  </a:cubicBezTo>
                  <a:cubicBezTo>
                    <a:pt x="202709" y="457998"/>
                    <a:pt x="202899" y="457499"/>
                    <a:pt x="203089" y="457000"/>
                  </a:cubicBezTo>
                  <a:cubicBezTo>
                    <a:pt x="203146" y="456502"/>
                    <a:pt x="203202" y="456019"/>
                    <a:pt x="203257" y="455536"/>
                  </a:cubicBezTo>
                  <a:cubicBezTo>
                    <a:pt x="203763" y="455536"/>
                    <a:pt x="204254" y="455536"/>
                    <a:pt x="204745" y="455536"/>
                  </a:cubicBezTo>
                  <a:cubicBezTo>
                    <a:pt x="205215" y="454531"/>
                    <a:pt x="205715" y="453540"/>
                    <a:pt x="206234" y="452559"/>
                  </a:cubicBezTo>
                  <a:cubicBezTo>
                    <a:pt x="208778" y="451391"/>
                    <a:pt x="209737" y="450530"/>
                    <a:pt x="211071" y="448048"/>
                  </a:cubicBezTo>
                  <a:cubicBezTo>
                    <a:pt x="211878" y="446439"/>
                    <a:pt x="211878" y="446439"/>
                    <a:pt x="212931" y="445118"/>
                  </a:cubicBezTo>
                  <a:cubicBezTo>
                    <a:pt x="213928" y="444889"/>
                    <a:pt x="214921" y="444643"/>
                    <a:pt x="215908" y="444374"/>
                  </a:cubicBezTo>
                  <a:cubicBezTo>
                    <a:pt x="215908" y="443362"/>
                    <a:pt x="215908" y="442379"/>
                    <a:pt x="215908" y="441397"/>
                  </a:cubicBezTo>
                  <a:cubicBezTo>
                    <a:pt x="216667" y="441397"/>
                    <a:pt x="217403" y="441397"/>
                    <a:pt x="218140" y="441397"/>
                  </a:cubicBezTo>
                  <a:cubicBezTo>
                    <a:pt x="218266" y="440891"/>
                    <a:pt x="218389" y="440400"/>
                    <a:pt x="218512" y="439909"/>
                  </a:cubicBezTo>
                  <a:cubicBezTo>
                    <a:pt x="218639" y="439403"/>
                    <a:pt x="218761" y="438912"/>
                    <a:pt x="218884" y="438421"/>
                  </a:cubicBezTo>
                  <a:cubicBezTo>
                    <a:pt x="219643" y="438421"/>
                    <a:pt x="220380" y="438421"/>
                    <a:pt x="221116" y="438421"/>
                  </a:cubicBezTo>
                  <a:cubicBezTo>
                    <a:pt x="221243" y="437788"/>
                    <a:pt x="221366" y="437174"/>
                    <a:pt x="221489" y="436560"/>
                  </a:cubicBezTo>
                  <a:cubicBezTo>
                    <a:pt x="221615" y="435928"/>
                    <a:pt x="221738" y="435314"/>
                    <a:pt x="221861" y="434700"/>
                  </a:cubicBezTo>
                  <a:cubicBezTo>
                    <a:pt x="222620" y="434700"/>
                    <a:pt x="223356" y="434700"/>
                    <a:pt x="224093" y="434700"/>
                  </a:cubicBezTo>
                  <a:cubicBezTo>
                    <a:pt x="224220" y="434210"/>
                    <a:pt x="224342" y="433734"/>
                    <a:pt x="224465" y="433258"/>
                  </a:cubicBezTo>
                  <a:cubicBezTo>
                    <a:pt x="224592" y="432736"/>
                    <a:pt x="224714" y="432230"/>
                    <a:pt x="224837" y="431723"/>
                  </a:cubicBezTo>
                  <a:cubicBezTo>
                    <a:pt x="225596" y="431470"/>
                    <a:pt x="226333" y="431225"/>
                    <a:pt x="227070" y="430979"/>
                  </a:cubicBezTo>
                  <a:cubicBezTo>
                    <a:pt x="227347" y="428716"/>
                    <a:pt x="227347" y="428716"/>
                    <a:pt x="227362" y="427240"/>
                  </a:cubicBezTo>
                  <a:cubicBezTo>
                    <a:pt x="227356" y="426682"/>
                    <a:pt x="227350" y="426141"/>
                    <a:pt x="227344" y="425600"/>
                  </a:cubicBezTo>
                  <a:cubicBezTo>
                    <a:pt x="227353" y="423755"/>
                    <a:pt x="227357" y="421911"/>
                    <a:pt x="227348" y="420067"/>
                  </a:cubicBezTo>
                  <a:cubicBezTo>
                    <a:pt x="227341" y="418701"/>
                    <a:pt x="227339" y="417335"/>
                    <a:pt x="227340" y="415969"/>
                  </a:cubicBezTo>
                  <a:cubicBezTo>
                    <a:pt x="227347" y="412210"/>
                    <a:pt x="227347" y="408451"/>
                    <a:pt x="227336" y="404692"/>
                  </a:cubicBezTo>
                  <a:cubicBezTo>
                    <a:pt x="227324" y="400580"/>
                    <a:pt x="227322" y="396467"/>
                    <a:pt x="227323" y="392354"/>
                  </a:cubicBezTo>
                  <a:cubicBezTo>
                    <a:pt x="227326" y="385236"/>
                    <a:pt x="227322" y="378119"/>
                    <a:pt x="227311" y="371002"/>
                  </a:cubicBezTo>
                  <a:cubicBezTo>
                    <a:pt x="227292" y="360608"/>
                    <a:pt x="227283" y="350213"/>
                    <a:pt x="227280" y="339819"/>
                  </a:cubicBezTo>
                  <a:cubicBezTo>
                    <a:pt x="227275" y="322478"/>
                    <a:pt x="227262" y="305137"/>
                    <a:pt x="227240" y="287797"/>
                  </a:cubicBezTo>
                  <a:cubicBezTo>
                    <a:pt x="227219" y="271380"/>
                    <a:pt x="227203" y="254963"/>
                    <a:pt x="227193" y="238546"/>
                  </a:cubicBezTo>
                  <a:cubicBezTo>
                    <a:pt x="227193" y="238025"/>
                    <a:pt x="227193" y="237519"/>
                    <a:pt x="227192" y="237013"/>
                  </a:cubicBezTo>
                  <a:cubicBezTo>
                    <a:pt x="227189" y="231928"/>
                    <a:pt x="227186" y="226843"/>
                    <a:pt x="227184" y="221758"/>
                  </a:cubicBezTo>
                  <a:cubicBezTo>
                    <a:pt x="227160" y="178637"/>
                    <a:pt x="227121" y="135516"/>
                    <a:pt x="227070" y="92395"/>
                  </a:cubicBezTo>
                  <a:cubicBezTo>
                    <a:pt x="208949" y="92319"/>
                    <a:pt x="190828" y="92240"/>
                    <a:pt x="172707" y="92155"/>
                  </a:cubicBezTo>
                  <a:cubicBezTo>
                    <a:pt x="163899" y="92114"/>
                    <a:pt x="155092" y="92073"/>
                    <a:pt x="146285" y="92036"/>
                  </a:cubicBezTo>
                  <a:cubicBezTo>
                    <a:pt x="138547" y="92004"/>
                    <a:pt x="130810" y="91971"/>
                    <a:pt x="123072" y="91933"/>
                  </a:cubicBezTo>
                  <a:cubicBezTo>
                    <a:pt x="118988" y="91913"/>
                    <a:pt x="114904" y="91893"/>
                    <a:pt x="110821" y="91877"/>
                  </a:cubicBezTo>
                  <a:cubicBezTo>
                    <a:pt x="106909" y="91862"/>
                    <a:pt x="102998" y="91846"/>
                    <a:pt x="99087" y="91826"/>
                  </a:cubicBezTo>
                  <a:cubicBezTo>
                    <a:pt x="97650" y="91819"/>
                    <a:pt x="96213" y="91811"/>
                    <a:pt x="94776" y="91804"/>
                  </a:cubicBezTo>
                  <a:cubicBezTo>
                    <a:pt x="92765" y="91798"/>
                    <a:pt x="90754" y="91791"/>
                    <a:pt x="88743" y="91780"/>
                  </a:cubicBezTo>
                  <a:cubicBezTo>
                    <a:pt x="87829" y="91774"/>
                    <a:pt x="87829" y="91774"/>
                    <a:pt x="86934" y="91769"/>
                  </a:cubicBezTo>
                  <a:cubicBezTo>
                    <a:pt x="85022" y="91766"/>
                    <a:pt x="83130" y="91731"/>
                    <a:pt x="81218" y="91651"/>
                  </a:cubicBezTo>
                  <a:cubicBezTo>
                    <a:pt x="80712" y="91398"/>
                    <a:pt x="80221" y="91153"/>
                    <a:pt x="79730" y="90907"/>
                  </a:cubicBezTo>
                  <a:close/>
                  <a:moveTo>
                    <a:pt x="0" y="0"/>
                  </a:moveTo>
                  <a:cubicBezTo>
                    <a:pt x="89141" y="0"/>
                    <a:pt x="178281" y="0"/>
                    <a:pt x="270123" y="0"/>
                  </a:cubicBezTo>
                  <a:cubicBezTo>
                    <a:pt x="270369" y="982"/>
                    <a:pt x="270614" y="1965"/>
                    <a:pt x="270867" y="2977"/>
                  </a:cubicBezTo>
                  <a:cubicBezTo>
                    <a:pt x="271852" y="3253"/>
                    <a:pt x="272845" y="3502"/>
                    <a:pt x="273844" y="3721"/>
                  </a:cubicBezTo>
                  <a:cubicBezTo>
                    <a:pt x="274089" y="4457"/>
                    <a:pt x="274335" y="5194"/>
                    <a:pt x="274588" y="5953"/>
                  </a:cubicBezTo>
                  <a:cubicBezTo>
                    <a:pt x="275079" y="6199"/>
                    <a:pt x="275570" y="6444"/>
                    <a:pt x="276076" y="6697"/>
                  </a:cubicBezTo>
                  <a:cubicBezTo>
                    <a:pt x="276322" y="7434"/>
                    <a:pt x="276567" y="8171"/>
                    <a:pt x="276820" y="8930"/>
                  </a:cubicBezTo>
                  <a:cubicBezTo>
                    <a:pt x="277557" y="9421"/>
                    <a:pt x="278294" y="9912"/>
                    <a:pt x="279053" y="10418"/>
                  </a:cubicBezTo>
                  <a:cubicBezTo>
                    <a:pt x="279298" y="11155"/>
                    <a:pt x="279544" y="11891"/>
                    <a:pt x="279797" y="12650"/>
                  </a:cubicBezTo>
                  <a:cubicBezTo>
                    <a:pt x="280672" y="13157"/>
                    <a:pt x="280672" y="13157"/>
                    <a:pt x="281564" y="13674"/>
                  </a:cubicBezTo>
                  <a:cubicBezTo>
                    <a:pt x="284469" y="15472"/>
                    <a:pt x="285436" y="17660"/>
                    <a:pt x="286494" y="20836"/>
                  </a:cubicBezTo>
                  <a:cubicBezTo>
                    <a:pt x="287231" y="21082"/>
                    <a:pt x="287968" y="21327"/>
                    <a:pt x="288727" y="21580"/>
                  </a:cubicBezTo>
                  <a:cubicBezTo>
                    <a:pt x="288849" y="22087"/>
                    <a:pt x="288972" y="22593"/>
                    <a:pt x="289099" y="23115"/>
                  </a:cubicBezTo>
                  <a:cubicBezTo>
                    <a:pt x="289221" y="23591"/>
                    <a:pt x="289344" y="24066"/>
                    <a:pt x="289471" y="24557"/>
                  </a:cubicBezTo>
                  <a:cubicBezTo>
                    <a:pt x="290207" y="24557"/>
                    <a:pt x="290944" y="24557"/>
                    <a:pt x="291703" y="24557"/>
                  </a:cubicBezTo>
                  <a:cubicBezTo>
                    <a:pt x="291967" y="25545"/>
                    <a:pt x="292213" y="26538"/>
                    <a:pt x="292447" y="27533"/>
                  </a:cubicBezTo>
                  <a:cubicBezTo>
                    <a:pt x="293184" y="28024"/>
                    <a:pt x="293921" y="28515"/>
                    <a:pt x="294680" y="29021"/>
                  </a:cubicBezTo>
                  <a:cubicBezTo>
                    <a:pt x="294680" y="29758"/>
                    <a:pt x="294680" y="30495"/>
                    <a:pt x="294680" y="31254"/>
                  </a:cubicBezTo>
                  <a:cubicBezTo>
                    <a:pt x="295662" y="31254"/>
                    <a:pt x="296644" y="31254"/>
                    <a:pt x="297656" y="31254"/>
                  </a:cubicBezTo>
                  <a:cubicBezTo>
                    <a:pt x="297656" y="32236"/>
                    <a:pt x="297656" y="33218"/>
                    <a:pt x="297656" y="34230"/>
                  </a:cubicBezTo>
                  <a:cubicBezTo>
                    <a:pt x="298639" y="34230"/>
                    <a:pt x="299621" y="34230"/>
                    <a:pt x="300633" y="34230"/>
                  </a:cubicBezTo>
                  <a:cubicBezTo>
                    <a:pt x="300633" y="35458"/>
                    <a:pt x="300633" y="36686"/>
                    <a:pt x="300633" y="37951"/>
                  </a:cubicBezTo>
                  <a:cubicBezTo>
                    <a:pt x="301370" y="37951"/>
                    <a:pt x="302106" y="37951"/>
                    <a:pt x="302865" y="37951"/>
                  </a:cubicBezTo>
                  <a:cubicBezTo>
                    <a:pt x="302865" y="38933"/>
                    <a:pt x="302865" y="39916"/>
                    <a:pt x="302865" y="40928"/>
                  </a:cubicBezTo>
                  <a:cubicBezTo>
                    <a:pt x="304617" y="41440"/>
                    <a:pt x="304617" y="41440"/>
                    <a:pt x="306586" y="41672"/>
                  </a:cubicBezTo>
                  <a:cubicBezTo>
                    <a:pt x="307323" y="42163"/>
                    <a:pt x="308059" y="42654"/>
                    <a:pt x="308818" y="43160"/>
                  </a:cubicBezTo>
                  <a:cubicBezTo>
                    <a:pt x="309040" y="45394"/>
                    <a:pt x="309113" y="47475"/>
                    <a:pt x="309093" y="49712"/>
                  </a:cubicBezTo>
                  <a:cubicBezTo>
                    <a:pt x="309096" y="50402"/>
                    <a:pt x="309098" y="51092"/>
                    <a:pt x="309101" y="51803"/>
                  </a:cubicBezTo>
                  <a:cubicBezTo>
                    <a:pt x="309107" y="54143"/>
                    <a:pt x="309097" y="56481"/>
                    <a:pt x="309087" y="58820"/>
                  </a:cubicBezTo>
                  <a:cubicBezTo>
                    <a:pt x="309088" y="60504"/>
                    <a:pt x="309090" y="62187"/>
                    <a:pt x="309093" y="63870"/>
                  </a:cubicBezTo>
                  <a:cubicBezTo>
                    <a:pt x="309098" y="68516"/>
                    <a:pt x="309089" y="73162"/>
                    <a:pt x="309077" y="77809"/>
                  </a:cubicBezTo>
                  <a:cubicBezTo>
                    <a:pt x="309069" y="82298"/>
                    <a:pt x="309071" y="86787"/>
                    <a:pt x="309072" y="91277"/>
                  </a:cubicBezTo>
                  <a:cubicBezTo>
                    <a:pt x="309075" y="100464"/>
                    <a:pt x="309068" y="109651"/>
                    <a:pt x="309054" y="118838"/>
                  </a:cubicBezTo>
                  <a:cubicBezTo>
                    <a:pt x="309041" y="127938"/>
                    <a:pt x="309033" y="137038"/>
                    <a:pt x="309030" y="146138"/>
                  </a:cubicBezTo>
                  <a:cubicBezTo>
                    <a:pt x="309030" y="146704"/>
                    <a:pt x="309030" y="147269"/>
                    <a:pt x="309030" y="147851"/>
                  </a:cubicBezTo>
                  <a:cubicBezTo>
                    <a:pt x="309029" y="150722"/>
                    <a:pt x="309028" y="153592"/>
                    <a:pt x="309028" y="156462"/>
                  </a:cubicBezTo>
                  <a:cubicBezTo>
                    <a:pt x="309023" y="176808"/>
                    <a:pt x="309008" y="197153"/>
                    <a:pt x="308987" y="217499"/>
                  </a:cubicBezTo>
                  <a:cubicBezTo>
                    <a:pt x="308966" y="237267"/>
                    <a:pt x="308950" y="257036"/>
                    <a:pt x="308941" y="276805"/>
                  </a:cubicBezTo>
                  <a:cubicBezTo>
                    <a:pt x="308941" y="277718"/>
                    <a:pt x="308941" y="277718"/>
                    <a:pt x="308940" y="278650"/>
                  </a:cubicBezTo>
                  <a:cubicBezTo>
                    <a:pt x="308937" y="284767"/>
                    <a:pt x="308934" y="290883"/>
                    <a:pt x="308932" y="296999"/>
                  </a:cubicBezTo>
                  <a:cubicBezTo>
                    <a:pt x="308926" y="309460"/>
                    <a:pt x="308920" y="321920"/>
                    <a:pt x="308913" y="334380"/>
                  </a:cubicBezTo>
                  <a:cubicBezTo>
                    <a:pt x="308913" y="334953"/>
                    <a:pt x="308912" y="335526"/>
                    <a:pt x="308912" y="336116"/>
                  </a:cubicBezTo>
                  <a:cubicBezTo>
                    <a:pt x="308891" y="374394"/>
                    <a:pt x="308856" y="412672"/>
                    <a:pt x="308818" y="450949"/>
                  </a:cubicBezTo>
                  <a:cubicBezTo>
                    <a:pt x="308082" y="450704"/>
                    <a:pt x="307345" y="450458"/>
                    <a:pt x="306586" y="450205"/>
                  </a:cubicBezTo>
                  <a:cubicBezTo>
                    <a:pt x="306340" y="452661"/>
                    <a:pt x="306095" y="455116"/>
                    <a:pt x="305842" y="457646"/>
                  </a:cubicBezTo>
                  <a:cubicBezTo>
                    <a:pt x="305105" y="457646"/>
                    <a:pt x="304368" y="457646"/>
                    <a:pt x="303609" y="457646"/>
                  </a:cubicBezTo>
                  <a:cubicBezTo>
                    <a:pt x="303573" y="458121"/>
                    <a:pt x="303536" y="458596"/>
                    <a:pt x="303499" y="459085"/>
                  </a:cubicBezTo>
                  <a:cubicBezTo>
                    <a:pt x="303443" y="459700"/>
                    <a:pt x="303388" y="460315"/>
                    <a:pt x="303330" y="460949"/>
                  </a:cubicBezTo>
                  <a:cubicBezTo>
                    <a:pt x="303279" y="461562"/>
                    <a:pt x="303227" y="462174"/>
                    <a:pt x="303173" y="462806"/>
                  </a:cubicBezTo>
                  <a:cubicBezTo>
                    <a:pt x="303072" y="463313"/>
                    <a:pt x="302970" y="463821"/>
                    <a:pt x="302865" y="464344"/>
                  </a:cubicBezTo>
                  <a:cubicBezTo>
                    <a:pt x="302374" y="464589"/>
                    <a:pt x="301883" y="464835"/>
                    <a:pt x="301377" y="465088"/>
                  </a:cubicBezTo>
                  <a:cubicBezTo>
                    <a:pt x="301115" y="466624"/>
                    <a:pt x="301047" y="468137"/>
                    <a:pt x="300961" y="469692"/>
                  </a:cubicBezTo>
                  <a:cubicBezTo>
                    <a:pt x="300853" y="470137"/>
                    <a:pt x="300745" y="470582"/>
                    <a:pt x="300633" y="471041"/>
                  </a:cubicBezTo>
                  <a:cubicBezTo>
                    <a:pt x="299896" y="471287"/>
                    <a:pt x="299159" y="471532"/>
                    <a:pt x="298400" y="471785"/>
                  </a:cubicBezTo>
                  <a:cubicBezTo>
                    <a:pt x="298206" y="473288"/>
                    <a:pt x="298018" y="474792"/>
                    <a:pt x="297889" y="476302"/>
                  </a:cubicBezTo>
                  <a:cubicBezTo>
                    <a:pt x="297589" y="478152"/>
                    <a:pt x="296837" y="478793"/>
                    <a:pt x="295424" y="479971"/>
                  </a:cubicBezTo>
                  <a:cubicBezTo>
                    <a:pt x="295332" y="480431"/>
                    <a:pt x="295240" y="480892"/>
                    <a:pt x="295145" y="481366"/>
                  </a:cubicBezTo>
                  <a:cubicBezTo>
                    <a:pt x="294445" y="483745"/>
                    <a:pt x="292707" y="484963"/>
                    <a:pt x="290959" y="486668"/>
                  </a:cubicBezTo>
                  <a:cubicBezTo>
                    <a:pt x="290713" y="487405"/>
                    <a:pt x="290468" y="488141"/>
                    <a:pt x="290215" y="488900"/>
                  </a:cubicBezTo>
                  <a:cubicBezTo>
                    <a:pt x="289223" y="489148"/>
                    <a:pt x="288230" y="489396"/>
                    <a:pt x="287238" y="489644"/>
                  </a:cubicBezTo>
                  <a:cubicBezTo>
                    <a:pt x="286993" y="490381"/>
                    <a:pt x="286747" y="491118"/>
                    <a:pt x="286494" y="491877"/>
                  </a:cubicBezTo>
                  <a:cubicBezTo>
                    <a:pt x="285757" y="491877"/>
                    <a:pt x="285021" y="491877"/>
                    <a:pt x="284262" y="491877"/>
                  </a:cubicBezTo>
                  <a:cubicBezTo>
                    <a:pt x="284262" y="493105"/>
                    <a:pt x="284262" y="494333"/>
                    <a:pt x="284262" y="495598"/>
                  </a:cubicBezTo>
                  <a:cubicBezTo>
                    <a:pt x="283279" y="495598"/>
                    <a:pt x="282297" y="495598"/>
                    <a:pt x="281285" y="495598"/>
                  </a:cubicBezTo>
                  <a:cubicBezTo>
                    <a:pt x="281029" y="496588"/>
                    <a:pt x="280783" y="497580"/>
                    <a:pt x="280541" y="498574"/>
                  </a:cubicBezTo>
                  <a:cubicBezTo>
                    <a:pt x="279301" y="499814"/>
                    <a:pt x="278061" y="501055"/>
                    <a:pt x="276820" y="502295"/>
                  </a:cubicBezTo>
                  <a:cubicBezTo>
                    <a:pt x="276820" y="503032"/>
                    <a:pt x="276820" y="503768"/>
                    <a:pt x="276820" y="504527"/>
                  </a:cubicBezTo>
                  <a:cubicBezTo>
                    <a:pt x="278052" y="505285"/>
                    <a:pt x="279293" y="506029"/>
                    <a:pt x="280541" y="506760"/>
                  </a:cubicBezTo>
                  <a:cubicBezTo>
                    <a:pt x="280787" y="507496"/>
                    <a:pt x="281032" y="508233"/>
                    <a:pt x="281285" y="508992"/>
                  </a:cubicBezTo>
                  <a:cubicBezTo>
                    <a:pt x="282022" y="509238"/>
                    <a:pt x="282759" y="509483"/>
                    <a:pt x="283518" y="509736"/>
                  </a:cubicBezTo>
                  <a:cubicBezTo>
                    <a:pt x="283625" y="510243"/>
                    <a:pt x="283732" y="510749"/>
                    <a:pt x="283843" y="511271"/>
                  </a:cubicBezTo>
                  <a:cubicBezTo>
                    <a:pt x="283981" y="511747"/>
                    <a:pt x="284119" y="512223"/>
                    <a:pt x="284262" y="512713"/>
                  </a:cubicBezTo>
                  <a:cubicBezTo>
                    <a:pt x="285244" y="512713"/>
                    <a:pt x="286226" y="512713"/>
                    <a:pt x="287238" y="512713"/>
                  </a:cubicBezTo>
                  <a:cubicBezTo>
                    <a:pt x="287238" y="513695"/>
                    <a:pt x="287238" y="514677"/>
                    <a:pt x="287238" y="515689"/>
                  </a:cubicBezTo>
                  <a:cubicBezTo>
                    <a:pt x="288476" y="515950"/>
                    <a:pt x="289717" y="516197"/>
                    <a:pt x="290959" y="516434"/>
                  </a:cubicBezTo>
                  <a:cubicBezTo>
                    <a:pt x="291796" y="517922"/>
                    <a:pt x="291796" y="517922"/>
                    <a:pt x="292447" y="519410"/>
                  </a:cubicBezTo>
                  <a:cubicBezTo>
                    <a:pt x="293184" y="519656"/>
                    <a:pt x="293921" y="519901"/>
                    <a:pt x="294680" y="520154"/>
                  </a:cubicBezTo>
                  <a:cubicBezTo>
                    <a:pt x="295191" y="522433"/>
                    <a:pt x="295191" y="522433"/>
                    <a:pt x="295424" y="524619"/>
                  </a:cubicBezTo>
                  <a:cubicBezTo>
                    <a:pt x="296161" y="524619"/>
                    <a:pt x="296897" y="524619"/>
                    <a:pt x="297656" y="524619"/>
                  </a:cubicBezTo>
                  <a:cubicBezTo>
                    <a:pt x="297902" y="526584"/>
                    <a:pt x="298147" y="528548"/>
                    <a:pt x="298400" y="530572"/>
                  </a:cubicBezTo>
                  <a:cubicBezTo>
                    <a:pt x="299137" y="530572"/>
                    <a:pt x="299874" y="530572"/>
                    <a:pt x="300633" y="530572"/>
                  </a:cubicBezTo>
                  <a:cubicBezTo>
                    <a:pt x="300669" y="531047"/>
                    <a:pt x="300706" y="531522"/>
                    <a:pt x="300743" y="532011"/>
                  </a:cubicBezTo>
                  <a:cubicBezTo>
                    <a:pt x="300827" y="532933"/>
                    <a:pt x="300827" y="532933"/>
                    <a:pt x="300912" y="533874"/>
                  </a:cubicBezTo>
                  <a:cubicBezTo>
                    <a:pt x="300964" y="534487"/>
                    <a:pt x="301015" y="535100"/>
                    <a:pt x="301069" y="535732"/>
                  </a:cubicBezTo>
                  <a:cubicBezTo>
                    <a:pt x="301171" y="536239"/>
                    <a:pt x="301272" y="536747"/>
                    <a:pt x="301377" y="537269"/>
                  </a:cubicBezTo>
                  <a:cubicBezTo>
                    <a:pt x="301868" y="537515"/>
                    <a:pt x="302359" y="537761"/>
                    <a:pt x="302865" y="538014"/>
                  </a:cubicBezTo>
                  <a:cubicBezTo>
                    <a:pt x="303307" y="539985"/>
                    <a:pt x="303417" y="541952"/>
                    <a:pt x="303609" y="543967"/>
                  </a:cubicBezTo>
                  <a:cubicBezTo>
                    <a:pt x="304346" y="543967"/>
                    <a:pt x="305083" y="543967"/>
                    <a:pt x="305842" y="543967"/>
                  </a:cubicBezTo>
                  <a:cubicBezTo>
                    <a:pt x="305963" y="545493"/>
                    <a:pt x="306084" y="547019"/>
                    <a:pt x="306205" y="548545"/>
                  </a:cubicBezTo>
                  <a:cubicBezTo>
                    <a:pt x="306331" y="548999"/>
                    <a:pt x="306456" y="549452"/>
                    <a:pt x="306586" y="549920"/>
                  </a:cubicBezTo>
                  <a:cubicBezTo>
                    <a:pt x="307323" y="550165"/>
                    <a:pt x="308059" y="550411"/>
                    <a:pt x="308818" y="550664"/>
                  </a:cubicBezTo>
                  <a:cubicBezTo>
                    <a:pt x="309046" y="552927"/>
                    <a:pt x="309117" y="555041"/>
                    <a:pt x="309099" y="557308"/>
                  </a:cubicBezTo>
                  <a:cubicBezTo>
                    <a:pt x="309103" y="558017"/>
                    <a:pt x="309106" y="558727"/>
                    <a:pt x="309109" y="559457"/>
                  </a:cubicBezTo>
                  <a:cubicBezTo>
                    <a:pt x="309117" y="561865"/>
                    <a:pt x="309109" y="564273"/>
                    <a:pt x="309102" y="566682"/>
                  </a:cubicBezTo>
                  <a:cubicBezTo>
                    <a:pt x="309104" y="568413"/>
                    <a:pt x="309108" y="570144"/>
                    <a:pt x="309112" y="571876"/>
                  </a:cubicBezTo>
                  <a:cubicBezTo>
                    <a:pt x="309121" y="576155"/>
                    <a:pt x="309119" y="580434"/>
                    <a:pt x="309112" y="584714"/>
                  </a:cubicBezTo>
                  <a:cubicBezTo>
                    <a:pt x="309105" y="589836"/>
                    <a:pt x="309111" y="594959"/>
                    <a:pt x="309117" y="600081"/>
                  </a:cubicBezTo>
                  <a:cubicBezTo>
                    <a:pt x="309129" y="610119"/>
                    <a:pt x="309128" y="620156"/>
                    <a:pt x="309122" y="630194"/>
                  </a:cubicBezTo>
                  <a:cubicBezTo>
                    <a:pt x="309116" y="638978"/>
                    <a:pt x="309114" y="647761"/>
                    <a:pt x="309117" y="656545"/>
                  </a:cubicBezTo>
                  <a:cubicBezTo>
                    <a:pt x="309117" y="657418"/>
                    <a:pt x="309117" y="657418"/>
                    <a:pt x="309118" y="658308"/>
                  </a:cubicBezTo>
                  <a:cubicBezTo>
                    <a:pt x="309118" y="660669"/>
                    <a:pt x="309119" y="663030"/>
                    <a:pt x="309120" y="665391"/>
                  </a:cubicBezTo>
                  <a:cubicBezTo>
                    <a:pt x="309127" y="687558"/>
                    <a:pt x="309120" y="709725"/>
                    <a:pt x="309108" y="731893"/>
                  </a:cubicBezTo>
                  <a:cubicBezTo>
                    <a:pt x="309098" y="751605"/>
                    <a:pt x="309099" y="771318"/>
                    <a:pt x="309109" y="791031"/>
                  </a:cubicBezTo>
                  <a:cubicBezTo>
                    <a:pt x="309121" y="813156"/>
                    <a:pt x="309126" y="835282"/>
                    <a:pt x="309119" y="857408"/>
                  </a:cubicBezTo>
                  <a:cubicBezTo>
                    <a:pt x="309119" y="859764"/>
                    <a:pt x="309118" y="862121"/>
                    <a:pt x="309117" y="864478"/>
                  </a:cubicBezTo>
                  <a:cubicBezTo>
                    <a:pt x="309117" y="865349"/>
                    <a:pt x="309117" y="865349"/>
                    <a:pt x="309117" y="866237"/>
                  </a:cubicBezTo>
                  <a:cubicBezTo>
                    <a:pt x="309114" y="875017"/>
                    <a:pt x="309117" y="883797"/>
                    <a:pt x="309123" y="892577"/>
                  </a:cubicBezTo>
                  <a:cubicBezTo>
                    <a:pt x="309129" y="902557"/>
                    <a:pt x="309127" y="912536"/>
                    <a:pt x="309115" y="922515"/>
                  </a:cubicBezTo>
                  <a:cubicBezTo>
                    <a:pt x="309109" y="927612"/>
                    <a:pt x="309107" y="932709"/>
                    <a:pt x="309115" y="937806"/>
                  </a:cubicBezTo>
                  <a:cubicBezTo>
                    <a:pt x="309121" y="942464"/>
                    <a:pt x="309118" y="947122"/>
                    <a:pt x="309106" y="951780"/>
                  </a:cubicBezTo>
                  <a:cubicBezTo>
                    <a:pt x="309103" y="953473"/>
                    <a:pt x="309104" y="955166"/>
                    <a:pt x="309110" y="956859"/>
                  </a:cubicBezTo>
                  <a:cubicBezTo>
                    <a:pt x="309117" y="959145"/>
                    <a:pt x="309110" y="961430"/>
                    <a:pt x="309099" y="963715"/>
                  </a:cubicBezTo>
                  <a:cubicBezTo>
                    <a:pt x="309105" y="964386"/>
                    <a:pt x="309110" y="965058"/>
                    <a:pt x="309115" y="965749"/>
                  </a:cubicBezTo>
                  <a:cubicBezTo>
                    <a:pt x="309098" y="967577"/>
                    <a:pt x="309098" y="967577"/>
                    <a:pt x="308818" y="970359"/>
                  </a:cubicBezTo>
                  <a:cubicBezTo>
                    <a:pt x="308082" y="970605"/>
                    <a:pt x="307345" y="970850"/>
                    <a:pt x="306586" y="971103"/>
                  </a:cubicBezTo>
                  <a:cubicBezTo>
                    <a:pt x="306066" y="972083"/>
                    <a:pt x="305569" y="973076"/>
                    <a:pt x="305098" y="974080"/>
                  </a:cubicBezTo>
                  <a:cubicBezTo>
                    <a:pt x="304607" y="974325"/>
                    <a:pt x="304115" y="974571"/>
                    <a:pt x="303609" y="974824"/>
                  </a:cubicBezTo>
                  <a:cubicBezTo>
                    <a:pt x="303364" y="975561"/>
                    <a:pt x="303118" y="976297"/>
                    <a:pt x="302865" y="977057"/>
                  </a:cubicBezTo>
                  <a:cubicBezTo>
                    <a:pt x="301584" y="978262"/>
                    <a:pt x="300224" y="979318"/>
                    <a:pt x="298842" y="980405"/>
                  </a:cubicBezTo>
                  <a:cubicBezTo>
                    <a:pt x="297457" y="981533"/>
                    <a:pt x="297457" y="981533"/>
                    <a:pt x="296912" y="983754"/>
                  </a:cubicBezTo>
                  <a:cubicBezTo>
                    <a:pt x="296421" y="983999"/>
                    <a:pt x="295930" y="984245"/>
                    <a:pt x="295424" y="984498"/>
                  </a:cubicBezTo>
                  <a:cubicBezTo>
                    <a:pt x="295178" y="985235"/>
                    <a:pt x="294933" y="985971"/>
                    <a:pt x="294680" y="986730"/>
                  </a:cubicBezTo>
                  <a:cubicBezTo>
                    <a:pt x="294189" y="986838"/>
                    <a:pt x="293697" y="986945"/>
                    <a:pt x="293191" y="987056"/>
                  </a:cubicBezTo>
                  <a:cubicBezTo>
                    <a:pt x="292700" y="987194"/>
                    <a:pt x="292209" y="987332"/>
                    <a:pt x="291703" y="987474"/>
                  </a:cubicBezTo>
                  <a:cubicBezTo>
                    <a:pt x="291218" y="988981"/>
                    <a:pt x="291218" y="988981"/>
                    <a:pt x="290959" y="990451"/>
                  </a:cubicBezTo>
                  <a:cubicBezTo>
                    <a:pt x="290468" y="990451"/>
                    <a:pt x="289977" y="990451"/>
                    <a:pt x="289471" y="990451"/>
                  </a:cubicBezTo>
                  <a:cubicBezTo>
                    <a:pt x="289363" y="990896"/>
                    <a:pt x="289256" y="991341"/>
                    <a:pt x="289145" y="991800"/>
                  </a:cubicBezTo>
                  <a:cubicBezTo>
                    <a:pt x="288649" y="993727"/>
                    <a:pt x="287937" y="994333"/>
                    <a:pt x="286494" y="995660"/>
                  </a:cubicBezTo>
                  <a:cubicBezTo>
                    <a:pt x="286003" y="996397"/>
                    <a:pt x="285512" y="997133"/>
                    <a:pt x="285006" y="997892"/>
                  </a:cubicBezTo>
                  <a:cubicBezTo>
                    <a:pt x="284269" y="998138"/>
                    <a:pt x="283532" y="998384"/>
                    <a:pt x="282773" y="998637"/>
                  </a:cubicBezTo>
                  <a:cubicBezTo>
                    <a:pt x="282253" y="999616"/>
                    <a:pt x="281756" y="1000609"/>
                    <a:pt x="281285" y="1001613"/>
                  </a:cubicBezTo>
                  <a:cubicBezTo>
                    <a:pt x="280794" y="1001859"/>
                    <a:pt x="280303" y="1002104"/>
                    <a:pt x="279797" y="1002357"/>
                  </a:cubicBezTo>
                  <a:cubicBezTo>
                    <a:pt x="279429" y="1003117"/>
                    <a:pt x="279429" y="1003117"/>
                    <a:pt x="279053" y="1003892"/>
                  </a:cubicBezTo>
                  <a:cubicBezTo>
                    <a:pt x="278807" y="1004368"/>
                    <a:pt x="278562" y="1004844"/>
                    <a:pt x="278309" y="1005334"/>
                  </a:cubicBezTo>
                  <a:cubicBezTo>
                    <a:pt x="277817" y="1005334"/>
                    <a:pt x="277326" y="1005334"/>
                    <a:pt x="276820" y="1005334"/>
                  </a:cubicBezTo>
                  <a:cubicBezTo>
                    <a:pt x="276728" y="1005825"/>
                    <a:pt x="276636" y="1006316"/>
                    <a:pt x="276541" y="1006822"/>
                  </a:cubicBezTo>
                  <a:cubicBezTo>
                    <a:pt x="276388" y="1007313"/>
                    <a:pt x="276234" y="1007804"/>
                    <a:pt x="276076" y="1008310"/>
                  </a:cubicBezTo>
                  <a:cubicBezTo>
                    <a:pt x="275094" y="1008310"/>
                    <a:pt x="274112" y="1008310"/>
                    <a:pt x="273100" y="1008310"/>
                  </a:cubicBezTo>
                  <a:cubicBezTo>
                    <a:pt x="273100" y="1009293"/>
                    <a:pt x="273100" y="1010275"/>
                    <a:pt x="273100" y="1011287"/>
                  </a:cubicBezTo>
                  <a:cubicBezTo>
                    <a:pt x="182977" y="1011287"/>
                    <a:pt x="92854" y="1011287"/>
                    <a:pt x="0" y="1011287"/>
                  </a:cubicBezTo>
                  <a:cubicBezTo>
                    <a:pt x="0" y="677562"/>
                    <a:pt x="0" y="343838"/>
                    <a:pt x="0" y="0"/>
                  </a:cubicBezTo>
                  <a:close/>
                </a:path>
              </a:pathLst>
            </a:custGeom>
            <a:grpFill/>
            <a:ln w="744" cap="flat">
              <a:noFill/>
              <a:prstDash val="solid"/>
              <a:miter/>
            </a:ln>
          </p:spPr>
          <p:txBody>
            <a:bodyPr rtlCol="0" anchor="ctr"/>
            <a:lstStyle/>
            <a:p>
              <a:endParaRPr lang="zh-CN" altLang="en-US"/>
            </a:p>
          </p:txBody>
        </p:sp>
        <p:sp>
          <p:nvSpPr>
            <p:cNvPr id="11" name="任意多边形: 形状 111"/>
            <p:cNvSpPr/>
            <p:nvPr/>
          </p:nvSpPr>
          <p:spPr>
            <a:xfrm>
              <a:off x="3871927" y="6396695"/>
              <a:ext cx="485846" cy="204033"/>
            </a:xfrm>
            <a:custGeom>
              <a:avLst/>
              <a:gdLst>
                <a:gd name="connsiteX0" fmla="*/ 697400 w 892181"/>
                <a:gd name="connsiteY0" fmla="*/ 1868 h 472497"/>
                <a:gd name="connsiteX1" fmla="*/ 703974 w 892181"/>
                <a:gd name="connsiteY1" fmla="*/ 1530 h 472497"/>
                <a:gd name="connsiteX2" fmla="*/ 706064 w 892181"/>
                <a:gd name="connsiteY2" fmla="*/ 1529 h 472497"/>
                <a:gd name="connsiteX3" fmla="*/ 712937 w 892181"/>
                <a:gd name="connsiteY3" fmla="*/ 1578 h 472497"/>
                <a:gd name="connsiteX4" fmla="*/ 717689 w 892181"/>
                <a:gd name="connsiteY4" fmla="*/ 1590 h 472497"/>
                <a:gd name="connsiteX5" fmla="*/ 730222 w 892181"/>
                <a:gd name="connsiteY5" fmla="*/ 1664 h 472497"/>
                <a:gd name="connsiteX6" fmla="*/ 743001 w 892181"/>
                <a:gd name="connsiteY6" fmla="*/ 1723 h 472497"/>
                <a:gd name="connsiteX7" fmla="*/ 768094 w 892181"/>
                <a:gd name="connsiteY7" fmla="*/ 1868 h 472497"/>
                <a:gd name="connsiteX8" fmla="*/ 768094 w 892181"/>
                <a:gd name="connsiteY8" fmla="*/ 4101 h 472497"/>
                <a:gd name="connsiteX9" fmla="*/ 772840 w 892181"/>
                <a:gd name="connsiteY9" fmla="*/ 4963 h 472497"/>
                <a:gd name="connsiteX10" fmla="*/ 774914 w 892181"/>
                <a:gd name="connsiteY10" fmla="*/ 4985 h 472497"/>
                <a:gd name="connsiteX11" fmla="*/ 777197 w 892181"/>
                <a:gd name="connsiteY11" fmla="*/ 4998 h 472497"/>
                <a:gd name="connsiteX12" fmla="*/ 779595 w 892181"/>
                <a:gd name="connsiteY12" fmla="*/ 5020 h 472497"/>
                <a:gd name="connsiteX13" fmla="*/ 787470 w 892181"/>
                <a:gd name="connsiteY13" fmla="*/ 5080 h 472497"/>
                <a:gd name="connsiteX14" fmla="*/ 792920 w 892181"/>
                <a:gd name="connsiteY14" fmla="*/ 5127 h 472497"/>
                <a:gd name="connsiteX15" fmla="*/ 807284 w 892181"/>
                <a:gd name="connsiteY15" fmla="*/ 5241 h 472497"/>
                <a:gd name="connsiteX16" fmla="*/ 821933 w 892181"/>
                <a:gd name="connsiteY16" fmla="*/ 5361 h 472497"/>
                <a:gd name="connsiteX17" fmla="*/ 850693 w 892181"/>
                <a:gd name="connsiteY17" fmla="*/ 5589 h 472497"/>
                <a:gd name="connsiteX18" fmla="*/ 850693 w 892181"/>
                <a:gd name="connsiteY18" fmla="*/ 8566 h 472497"/>
                <a:gd name="connsiteX19" fmla="*/ 852270 w 892181"/>
                <a:gd name="connsiteY19" fmla="*/ 8556 h 472497"/>
                <a:gd name="connsiteX20" fmla="*/ 866955 w 892181"/>
                <a:gd name="connsiteY20" fmla="*/ 8488 h 472497"/>
                <a:gd name="connsiteX21" fmla="*/ 874505 w 892181"/>
                <a:gd name="connsiteY21" fmla="*/ 8453 h 472497"/>
                <a:gd name="connsiteX22" fmla="*/ 883177 w 892181"/>
                <a:gd name="connsiteY22" fmla="*/ 8420 h 472497"/>
                <a:gd name="connsiteX23" fmla="*/ 885927 w 892181"/>
                <a:gd name="connsiteY23" fmla="*/ 8397 h 472497"/>
                <a:gd name="connsiteX24" fmla="*/ 888455 w 892181"/>
                <a:gd name="connsiteY24" fmla="*/ 8397 h 472497"/>
                <a:gd name="connsiteX25" fmla="*/ 890694 w 892181"/>
                <a:gd name="connsiteY25" fmla="*/ 8387 h 472497"/>
                <a:gd name="connsiteX26" fmla="*/ 892365 w 892181"/>
                <a:gd name="connsiteY26" fmla="*/ 8566 h 472497"/>
                <a:gd name="connsiteX27" fmla="*/ 893342 w 892181"/>
                <a:gd name="connsiteY27" fmla="*/ 14147 h 472497"/>
                <a:gd name="connsiteX28" fmla="*/ 893426 w 892181"/>
                <a:gd name="connsiteY28" fmla="*/ 16356 h 472497"/>
                <a:gd name="connsiteX29" fmla="*/ 893109 w 892181"/>
                <a:gd name="connsiteY29" fmla="*/ 18239 h 472497"/>
                <a:gd name="connsiteX30" fmla="*/ 890133 w 892181"/>
                <a:gd name="connsiteY30" fmla="*/ 19728 h 472497"/>
                <a:gd name="connsiteX31" fmla="*/ 889388 w 892181"/>
                <a:gd name="connsiteY31" fmla="*/ 21960 h 472497"/>
                <a:gd name="connsiteX32" fmla="*/ 887900 w 892181"/>
                <a:gd name="connsiteY32" fmla="*/ 22704 h 472497"/>
                <a:gd name="connsiteX33" fmla="*/ 887575 w 892181"/>
                <a:gd name="connsiteY33" fmla="*/ 24239 h 472497"/>
                <a:gd name="connsiteX34" fmla="*/ 887156 w 892181"/>
                <a:gd name="connsiteY34" fmla="*/ 25681 h 472497"/>
                <a:gd name="connsiteX35" fmla="*/ 884924 w 892181"/>
                <a:gd name="connsiteY35" fmla="*/ 25681 h 472497"/>
                <a:gd name="connsiteX36" fmla="*/ 884924 w 892181"/>
                <a:gd name="connsiteY36" fmla="*/ 29402 h 472497"/>
                <a:gd name="connsiteX37" fmla="*/ 881947 w 892181"/>
                <a:gd name="connsiteY37" fmla="*/ 29402 h 472497"/>
                <a:gd name="connsiteX38" fmla="*/ 882087 w 892181"/>
                <a:gd name="connsiteY38" fmla="*/ 31215 h 472497"/>
                <a:gd name="connsiteX39" fmla="*/ 881947 w 892181"/>
                <a:gd name="connsiteY39" fmla="*/ 33122 h 472497"/>
                <a:gd name="connsiteX40" fmla="*/ 879715 w 892181"/>
                <a:gd name="connsiteY40" fmla="*/ 33866 h 472497"/>
                <a:gd name="connsiteX41" fmla="*/ 878971 w 892181"/>
                <a:gd name="connsiteY41" fmla="*/ 36843 h 472497"/>
                <a:gd name="connsiteX42" fmla="*/ 877482 w 892181"/>
                <a:gd name="connsiteY42" fmla="*/ 37587 h 472497"/>
                <a:gd name="connsiteX43" fmla="*/ 876738 w 892181"/>
                <a:gd name="connsiteY43" fmla="*/ 39819 h 472497"/>
                <a:gd name="connsiteX44" fmla="*/ 874506 w 892181"/>
                <a:gd name="connsiteY44" fmla="*/ 42052 h 472497"/>
                <a:gd name="connsiteX45" fmla="*/ 871204 w 892181"/>
                <a:gd name="connsiteY45" fmla="*/ 46052 h 472497"/>
                <a:gd name="connsiteX46" fmla="*/ 869486 w 892181"/>
                <a:gd name="connsiteY46" fmla="*/ 48162 h 472497"/>
                <a:gd name="connsiteX47" fmla="*/ 866201 w 892181"/>
                <a:gd name="connsiteY47" fmla="*/ 52359 h 472497"/>
                <a:gd name="connsiteX48" fmla="*/ 864832 w 892181"/>
                <a:gd name="connsiteY48" fmla="*/ 53958 h 472497"/>
                <a:gd name="connsiteX49" fmla="*/ 863344 w 892181"/>
                <a:gd name="connsiteY49" fmla="*/ 53958 h 472497"/>
                <a:gd name="connsiteX50" fmla="*/ 862972 w 892181"/>
                <a:gd name="connsiteY50" fmla="*/ 55446 h 472497"/>
                <a:gd name="connsiteX51" fmla="*/ 862599 w 892181"/>
                <a:gd name="connsiteY51" fmla="*/ 56935 h 472497"/>
                <a:gd name="connsiteX52" fmla="*/ 861111 w 892181"/>
                <a:gd name="connsiteY52" fmla="*/ 56935 h 472497"/>
                <a:gd name="connsiteX53" fmla="*/ 860460 w 892181"/>
                <a:gd name="connsiteY53" fmla="*/ 58609 h 472497"/>
                <a:gd name="connsiteX54" fmla="*/ 856646 w 892181"/>
                <a:gd name="connsiteY54" fmla="*/ 63632 h 472497"/>
                <a:gd name="connsiteX55" fmla="*/ 854414 w 892181"/>
                <a:gd name="connsiteY55" fmla="*/ 63632 h 472497"/>
                <a:gd name="connsiteX56" fmla="*/ 854414 w 892181"/>
                <a:gd name="connsiteY56" fmla="*/ 66609 h 472497"/>
                <a:gd name="connsiteX57" fmla="*/ 852181 w 892181"/>
                <a:gd name="connsiteY57" fmla="*/ 67353 h 472497"/>
                <a:gd name="connsiteX58" fmla="*/ 851809 w 892181"/>
                <a:gd name="connsiteY58" fmla="*/ 68887 h 472497"/>
                <a:gd name="connsiteX59" fmla="*/ 851437 w 892181"/>
                <a:gd name="connsiteY59" fmla="*/ 70329 h 472497"/>
                <a:gd name="connsiteX60" fmla="*/ 849205 w 892181"/>
                <a:gd name="connsiteY60" fmla="*/ 70329 h 472497"/>
                <a:gd name="connsiteX61" fmla="*/ 849205 w 892181"/>
                <a:gd name="connsiteY61" fmla="*/ 73306 h 472497"/>
                <a:gd name="connsiteX62" fmla="*/ 846228 w 892181"/>
                <a:gd name="connsiteY62" fmla="*/ 73306 h 472497"/>
                <a:gd name="connsiteX63" fmla="*/ 845484 w 892181"/>
                <a:gd name="connsiteY63" fmla="*/ 76282 h 472497"/>
                <a:gd name="connsiteX64" fmla="*/ 843996 w 892181"/>
                <a:gd name="connsiteY64" fmla="*/ 77027 h 472497"/>
                <a:gd name="connsiteX65" fmla="*/ 843670 w 892181"/>
                <a:gd name="connsiteY65" fmla="*/ 78515 h 472497"/>
                <a:gd name="connsiteX66" fmla="*/ 843252 w 892181"/>
                <a:gd name="connsiteY66" fmla="*/ 80003 h 472497"/>
                <a:gd name="connsiteX67" fmla="*/ 841019 w 892181"/>
                <a:gd name="connsiteY67" fmla="*/ 80747 h 472497"/>
                <a:gd name="connsiteX68" fmla="*/ 838325 w 892181"/>
                <a:gd name="connsiteY68" fmla="*/ 85279 h 472497"/>
                <a:gd name="connsiteX69" fmla="*/ 834322 w 892181"/>
                <a:gd name="connsiteY69" fmla="*/ 88189 h 472497"/>
                <a:gd name="connsiteX70" fmla="*/ 832834 w 892181"/>
                <a:gd name="connsiteY70" fmla="*/ 91165 h 472497"/>
                <a:gd name="connsiteX71" fmla="*/ 830601 w 892181"/>
                <a:gd name="connsiteY71" fmla="*/ 91909 h 472497"/>
                <a:gd name="connsiteX72" fmla="*/ 829857 w 892181"/>
                <a:gd name="connsiteY72" fmla="*/ 94142 h 472497"/>
                <a:gd name="connsiteX73" fmla="*/ 827625 w 892181"/>
                <a:gd name="connsiteY73" fmla="*/ 94886 h 472497"/>
                <a:gd name="connsiteX74" fmla="*/ 826881 w 892181"/>
                <a:gd name="connsiteY74" fmla="*/ 97118 h 472497"/>
                <a:gd name="connsiteX75" fmla="*/ 824648 w 892181"/>
                <a:gd name="connsiteY75" fmla="*/ 97862 h 472497"/>
                <a:gd name="connsiteX76" fmla="*/ 823160 w 892181"/>
                <a:gd name="connsiteY76" fmla="*/ 100839 h 472497"/>
                <a:gd name="connsiteX77" fmla="*/ 821672 w 892181"/>
                <a:gd name="connsiteY77" fmla="*/ 101583 h 472497"/>
                <a:gd name="connsiteX78" fmla="*/ 820928 w 892181"/>
                <a:gd name="connsiteY78" fmla="*/ 103816 h 472497"/>
                <a:gd name="connsiteX79" fmla="*/ 817951 w 892181"/>
                <a:gd name="connsiteY79" fmla="*/ 105304 h 472497"/>
                <a:gd name="connsiteX80" fmla="*/ 816463 w 892181"/>
                <a:gd name="connsiteY80" fmla="*/ 107536 h 472497"/>
                <a:gd name="connsiteX81" fmla="*/ 814230 w 892181"/>
                <a:gd name="connsiteY81" fmla="*/ 108280 h 472497"/>
                <a:gd name="connsiteX82" fmla="*/ 813486 w 892181"/>
                <a:gd name="connsiteY82" fmla="*/ 110513 h 472497"/>
                <a:gd name="connsiteX83" fmla="*/ 811254 w 892181"/>
                <a:gd name="connsiteY83" fmla="*/ 111257 h 472497"/>
                <a:gd name="connsiteX84" fmla="*/ 809765 w 892181"/>
                <a:gd name="connsiteY84" fmla="*/ 114234 h 472497"/>
                <a:gd name="connsiteX85" fmla="*/ 807533 w 892181"/>
                <a:gd name="connsiteY85" fmla="*/ 116466 h 472497"/>
                <a:gd name="connsiteX86" fmla="*/ 806370 w 892181"/>
                <a:gd name="connsiteY86" fmla="*/ 117675 h 472497"/>
                <a:gd name="connsiteX87" fmla="*/ 803812 w 892181"/>
                <a:gd name="connsiteY87" fmla="*/ 119443 h 472497"/>
                <a:gd name="connsiteX88" fmla="*/ 803068 w 892181"/>
                <a:gd name="connsiteY88" fmla="*/ 121675 h 472497"/>
                <a:gd name="connsiteX89" fmla="*/ 800092 w 892181"/>
                <a:gd name="connsiteY89" fmla="*/ 121675 h 472497"/>
                <a:gd name="connsiteX90" fmla="*/ 799347 w 892181"/>
                <a:gd name="connsiteY90" fmla="*/ 124651 h 472497"/>
                <a:gd name="connsiteX91" fmla="*/ 797115 w 892181"/>
                <a:gd name="connsiteY91" fmla="*/ 125396 h 472497"/>
                <a:gd name="connsiteX92" fmla="*/ 796371 w 892181"/>
                <a:gd name="connsiteY92" fmla="*/ 126884 h 472497"/>
                <a:gd name="connsiteX93" fmla="*/ 793394 w 892181"/>
                <a:gd name="connsiteY93" fmla="*/ 129116 h 472497"/>
                <a:gd name="connsiteX94" fmla="*/ 791162 w 892181"/>
                <a:gd name="connsiteY94" fmla="*/ 132093 h 472497"/>
                <a:gd name="connsiteX95" fmla="*/ 789674 w 892181"/>
                <a:gd name="connsiteY95" fmla="*/ 132093 h 472497"/>
                <a:gd name="connsiteX96" fmla="*/ 789395 w 892181"/>
                <a:gd name="connsiteY96" fmla="*/ 133581 h 472497"/>
                <a:gd name="connsiteX97" fmla="*/ 788930 w 892181"/>
                <a:gd name="connsiteY97" fmla="*/ 135069 h 472497"/>
                <a:gd name="connsiteX98" fmla="*/ 785953 w 892181"/>
                <a:gd name="connsiteY98" fmla="*/ 135069 h 472497"/>
                <a:gd name="connsiteX99" fmla="*/ 785209 w 892181"/>
                <a:gd name="connsiteY99" fmla="*/ 138046 h 472497"/>
                <a:gd name="connsiteX100" fmla="*/ 782651 w 892181"/>
                <a:gd name="connsiteY100" fmla="*/ 140464 h 472497"/>
                <a:gd name="connsiteX101" fmla="*/ 781258 w 892181"/>
                <a:gd name="connsiteY101" fmla="*/ 141639 h 472497"/>
                <a:gd name="connsiteX102" fmla="*/ 778512 w 892181"/>
                <a:gd name="connsiteY102" fmla="*/ 142511 h 472497"/>
                <a:gd name="connsiteX103" fmla="*/ 778232 w 892181"/>
                <a:gd name="connsiteY103" fmla="*/ 143999 h 472497"/>
                <a:gd name="connsiteX104" fmla="*/ 777767 w 892181"/>
                <a:gd name="connsiteY104" fmla="*/ 145487 h 472497"/>
                <a:gd name="connsiteX105" fmla="*/ 774791 w 892181"/>
                <a:gd name="connsiteY105" fmla="*/ 145487 h 472497"/>
                <a:gd name="connsiteX106" fmla="*/ 774047 w 892181"/>
                <a:gd name="connsiteY106" fmla="*/ 148464 h 472497"/>
                <a:gd name="connsiteX107" fmla="*/ 772558 w 892181"/>
                <a:gd name="connsiteY107" fmla="*/ 149208 h 472497"/>
                <a:gd name="connsiteX108" fmla="*/ 771907 w 892181"/>
                <a:gd name="connsiteY108" fmla="*/ 150696 h 472497"/>
                <a:gd name="connsiteX109" fmla="*/ 771070 w 892181"/>
                <a:gd name="connsiteY109" fmla="*/ 152185 h 472497"/>
                <a:gd name="connsiteX110" fmla="*/ 769535 w 892181"/>
                <a:gd name="connsiteY110" fmla="*/ 152557 h 472497"/>
                <a:gd name="connsiteX111" fmla="*/ 768094 w 892181"/>
                <a:gd name="connsiteY111" fmla="*/ 152929 h 472497"/>
                <a:gd name="connsiteX112" fmla="*/ 767722 w 892181"/>
                <a:gd name="connsiteY112" fmla="*/ 154464 h 472497"/>
                <a:gd name="connsiteX113" fmla="*/ 767349 w 892181"/>
                <a:gd name="connsiteY113" fmla="*/ 155905 h 472497"/>
                <a:gd name="connsiteX114" fmla="*/ 764373 w 892181"/>
                <a:gd name="connsiteY114" fmla="*/ 155905 h 472497"/>
                <a:gd name="connsiteX115" fmla="*/ 764373 w 892181"/>
                <a:gd name="connsiteY115" fmla="*/ 158882 h 472497"/>
                <a:gd name="connsiteX116" fmla="*/ 761396 w 892181"/>
                <a:gd name="connsiteY116" fmla="*/ 158882 h 472497"/>
                <a:gd name="connsiteX117" fmla="*/ 760652 w 892181"/>
                <a:gd name="connsiteY117" fmla="*/ 161859 h 472497"/>
                <a:gd name="connsiteX118" fmla="*/ 757676 w 892181"/>
                <a:gd name="connsiteY118" fmla="*/ 163347 h 472497"/>
                <a:gd name="connsiteX119" fmla="*/ 756931 w 892181"/>
                <a:gd name="connsiteY119" fmla="*/ 165579 h 472497"/>
                <a:gd name="connsiteX120" fmla="*/ 753955 w 892181"/>
                <a:gd name="connsiteY120" fmla="*/ 166323 h 472497"/>
                <a:gd name="connsiteX121" fmla="*/ 753211 w 892181"/>
                <a:gd name="connsiteY121" fmla="*/ 168556 h 472497"/>
                <a:gd name="connsiteX122" fmla="*/ 751722 w 892181"/>
                <a:gd name="connsiteY122" fmla="*/ 168881 h 472497"/>
                <a:gd name="connsiteX123" fmla="*/ 750234 w 892181"/>
                <a:gd name="connsiteY123" fmla="*/ 169300 h 472497"/>
                <a:gd name="connsiteX124" fmla="*/ 749929 w 892181"/>
                <a:gd name="connsiteY124" fmla="*/ 170663 h 472497"/>
                <a:gd name="connsiteX125" fmla="*/ 746932 w 892181"/>
                <a:gd name="connsiteY125" fmla="*/ 174695 h 472497"/>
                <a:gd name="connsiteX126" fmla="*/ 745540 w 892181"/>
                <a:gd name="connsiteY126" fmla="*/ 175869 h 472497"/>
                <a:gd name="connsiteX127" fmla="*/ 742793 w 892181"/>
                <a:gd name="connsiteY127" fmla="*/ 176741 h 472497"/>
                <a:gd name="connsiteX128" fmla="*/ 742514 w 892181"/>
                <a:gd name="connsiteY128" fmla="*/ 178230 h 472497"/>
                <a:gd name="connsiteX129" fmla="*/ 742049 w 892181"/>
                <a:gd name="connsiteY129" fmla="*/ 179718 h 472497"/>
                <a:gd name="connsiteX130" fmla="*/ 739072 w 892181"/>
                <a:gd name="connsiteY130" fmla="*/ 179718 h 472497"/>
                <a:gd name="connsiteX131" fmla="*/ 738328 w 892181"/>
                <a:gd name="connsiteY131" fmla="*/ 182694 h 472497"/>
                <a:gd name="connsiteX132" fmla="*/ 736840 w 892181"/>
                <a:gd name="connsiteY132" fmla="*/ 183439 h 472497"/>
                <a:gd name="connsiteX133" fmla="*/ 736189 w 892181"/>
                <a:gd name="connsiteY133" fmla="*/ 184927 h 472497"/>
                <a:gd name="connsiteX134" fmla="*/ 735351 w 892181"/>
                <a:gd name="connsiteY134" fmla="*/ 186415 h 472497"/>
                <a:gd name="connsiteX135" fmla="*/ 733817 w 892181"/>
                <a:gd name="connsiteY135" fmla="*/ 186787 h 472497"/>
                <a:gd name="connsiteX136" fmla="*/ 732375 w 892181"/>
                <a:gd name="connsiteY136" fmla="*/ 187159 h 472497"/>
                <a:gd name="connsiteX137" fmla="*/ 732003 w 892181"/>
                <a:gd name="connsiteY137" fmla="*/ 188694 h 472497"/>
                <a:gd name="connsiteX138" fmla="*/ 731631 w 892181"/>
                <a:gd name="connsiteY138" fmla="*/ 190136 h 472497"/>
                <a:gd name="connsiteX139" fmla="*/ 728654 w 892181"/>
                <a:gd name="connsiteY139" fmla="*/ 190136 h 472497"/>
                <a:gd name="connsiteX140" fmla="*/ 728654 w 892181"/>
                <a:gd name="connsiteY140" fmla="*/ 193112 h 472497"/>
                <a:gd name="connsiteX141" fmla="*/ 725678 w 892181"/>
                <a:gd name="connsiteY141" fmla="*/ 193112 h 472497"/>
                <a:gd name="connsiteX142" fmla="*/ 724189 w 892181"/>
                <a:gd name="connsiteY142" fmla="*/ 196833 h 472497"/>
                <a:gd name="connsiteX143" fmla="*/ 721957 w 892181"/>
                <a:gd name="connsiteY143" fmla="*/ 197577 h 472497"/>
                <a:gd name="connsiteX144" fmla="*/ 721213 w 892181"/>
                <a:gd name="connsiteY144" fmla="*/ 199810 h 472497"/>
                <a:gd name="connsiteX145" fmla="*/ 718236 w 892181"/>
                <a:gd name="connsiteY145" fmla="*/ 200554 h 472497"/>
                <a:gd name="connsiteX146" fmla="*/ 717492 w 892181"/>
                <a:gd name="connsiteY146" fmla="*/ 202786 h 472497"/>
                <a:gd name="connsiteX147" fmla="*/ 715260 w 892181"/>
                <a:gd name="connsiteY147" fmla="*/ 204275 h 472497"/>
                <a:gd name="connsiteX148" fmla="*/ 714515 w 892181"/>
                <a:gd name="connsiteY148" fmla="*/ 206507 h 472497"/>
                <a:gd name="connsiteX149" fmla="*/ 712283 w 892181"/>
                <a:gd name="connsiteY149" fmla="*/ 207251 h 472497"/>
                <a:gd name="connsiteX150" fmla="*/ 708426 w 892181"/>
                <a:gd name="connsiteY150" fmla="*/ 212509 h 472497"/>
                <a:gd name="connsiteX151" fmla="*/ 707074 w 892181"/>
                <a:gd name="connsiteY151" fmla="*/ 213948 h 472497"/>
                <a:gd name="connsiteX152" fmla="*/ 704097 w 892181"/>
                <a:gd name="connsiteY152" fmla="*/ 213948 h 472497"/>
                <a:gd name="connsiteX153" fmla="*/ 704097 w 892181"/>
                <a:gd name="connsiteY153" fmla="*/ 216925 h 472497"/>
                <a:gd name="connsiteX154" fmla="*/ 701121 w 892181"/>
                <a:gd name="connsiteY154" fmla="*/ 216925 h 472497"/>
                <a:gd name="connsiteX155" fmla="*/ 699633 w 892181"/>
                <a:gd name="connsiteY155" fmla="*/ 220646 h 472497"/>
                <a:gd name="connsiteX156" fmla="*/ 695912 w 892181"/>
                <a:gd name="connsiteY156" fmla="*/ 224366 h 472497"/>
                <a:gd name="connsiteX157" fmla="*/ 693680 w 892181"/>
                <a:gd name="connsiteY157" fmla="*/ 224366 h 472497"/>
                <a:gd name="connsiteX158" fmla="*/ 693680 w 892181"/>
                <a:gd name="connsiteY158" fmla="*/ 227343 h 472497"/>
                <a:gd name="connsiteX159" fmla="*/ 690703 w 892181"/>
                <a:gd name="connsiteY159" fmla="*/ 228087 h 472497"/>
                <a:gd name="connsiteX160" fmla="*/ 689959 w 892181"/>
                <a:gd name="connsiteY160" fmla="*/ 230319 h 472497"/>
                <a:gd name="connsiteX161" fmla="*/ 688471 w 892181"/>
                <a:gd name="connsiteY161" fmla="*/ 230645 h 472497"/>
                <a:gd name="connsiteX162" fmla="*/ 686982 w 892181"/>
                <a:gd name="connsiteY162" fmla="*/ 231064 h 472497"/>
                <a:gd name="connsiteX163" fmla="*/ 686610 w 892181"/>
                <a:gd name="connsiteY163" fmla="*/ 232552 h 472497"/>
                <a:gd name="connsiteX164" fmla="*/ 686238 w 892181"/>
                <a:gd name="connsiteY164" fmla="*/ 234040 h 472497"/>
                <a:gd name="connsiteX165" fmla="*/ 683262 w 892181"/>
                <a:gd name="connsiteY165" fmla="*/ 234784 h 472497"/>
                <a:gd name="connsiteX166" fmla="*/ 682889 w 892181"/>
                <a:gd name="connsiteY166" fmla="*/ 236319 h 472497"/>
                <a:gd name="connsiteX167" fmla="*/ 682517 w 892181"/>
                <a:gd name="connsiteY167" fmla="*/ 237761 h 472497"/>
                <a:gd name="connsiteX168" fmla="*/ 679541 w 892181"/>
                <a:gd name="connsiteY168" fmla="*/ 237761 h 472497"/>
                <a:gd name="connsiteX169" fmla="*/ 679541 w 892181"/>
                <a:gd name="connsiteY169" fmla="*/ 240737 h 472497"/>
                <a:gd name="connsiteX170" fmla="*/ 676564 w 892181"/>
                <a:gd name="connsiteY170" fmla="*/ 240737 h 472497"/>
                <a:gd name="connsiteX171" fmla="*/ 676564 w 892181"/>
                <a:gd name="connsiteY171" fmla="*/ 243714 h 472497"/>
                <a:gd name="connsiteX172" fmla="*/ 673588 w 892181"/>
                <a:gd name="connsiteY172" fmla="*/ 244458 h 472497"/>
                <a:gd name="connsiteX173" fmla="*/ 672844 w 892181"/>
                <a:gd name="connsiteY173" fmla="*/ 247435 h 472497"/>
                <a:gd name="connsiteX174" fmla="*/ 669867 w 892181"/>
                <a:gd name="connsiteY174" fmla="*/ 248923 h 472497"/>
                <a:gd name="connsiteX175" fmla="*/ 669123 w 892181"/>
                <a:gd name="connsiteY175" fmla="*/ 251155 h 472497"/>
                <a:gd name="connsiteX176" fmla="*/ 666146 w 892181"/>
                <a:gd name="connsiteY176" fmla="*/ 251155 h 472497"/>
                <a:gd name="connsiteX177" fmla="*/ 666146 w 892181"/>
                <a:gd name="connsiteY177" fmla="*/ 254876 h 472497"/>
                <a:gd name="connsiteX178" fmla="*/ 663170 w 892181"/>
                <a:gd name="connsiteY178" fmla="*/ 254876 h 472497"/>
                <a:gd name="connsiteX179" fmla="*/ 663170 w 892181"/>
                <a:gd name="connsiteY179" fmla="*/ 257853 h 472497"/>
                <a:gd name="connsiteX180" fmla="*/ 660193 w 892181"/>
                <a:gd name="connsiteY180" fmla="*/ 257853 h 472497"/>
                <a:gd name="connsiteX181" fmla="*/ 658705 w 892181"/>
                <a:gd name="connsiteY181" fmla="*/ 261573 h 472497"/>
                <a:gd name="connsiteX182" fmla="*/ 657217 w 892181"/>
                <a:gd name="connsiteY182" fmla="*/ 261573 h 472497"/>
                <a:gd name="connsiteX183" fmla="*/ 656938 w 892181"/>
                <a:gd name="connsiteY183" fmla="*/ 263015 h 472497"/>
                <a:gd name="connsiteX184" fmla="*/ 656472 w 892181"/>
                <a:gd name="connsiteY184" fmla="*/ 264550 h 472497"/>
                <a:gd name="connsiteX185" fmla="*/ 653496 w 892181"/>
                <a:gd name="connsiteY185" fmla="*/ 265294 h 472497"/>
                <a:gd name="connsiteX186" fmla="*/ 653124 w 892181"/>
                <a:gd name="connsiteY186" fmla="*/ 266829 h 472497"/>
                <a:gd name="connsiteX187" fmla="*/ 652752 w 892181"/>
                <a:gd name="connsiteY187" fmla="*/ 268271 h 472497"/>
                <a:gd name="connsiteX188" fmla="*/ 649775 w 892181"/>
                <a:gd name="connsiteY188" fmla="*/ 268271 h 472497"/>
                <a:gd name="connsiteX189" fmla="*/ 649031 w 892181"/>
                <a:gd name="connsiteY189" fmla="*/ 271247 h 472497"/>
                <a:gd name="connsiteX190" fmla="*/ 646799 w 892181"/>
                <a:gd name="connsiteY190" fmla="*/ 272735 h 472497"/>
                <a:gd name="connsiteX191" fmla="*/ 646055 w 892181"/>
                <a:gd name="connsiteY191" fmla="*/ 274968 h 472497"/>
                <a:gd name="connsiteX192" fmla="*/ 643822 w 892181"/>
                <a:gd name="connsiteY192" fmla="*/ 274968 h 472497"/>
                <a:gd name="connsiteX193" fmla="*/ 643078 w 892181"/>
                <a:gd name="connsiteY193" fmla="*/ 277944 h 472497"/>
                <a:gd name="connsiteX194" fmla="*/ 641590 w 892181"/>
                <a:gd name="connsiteY194" fmla="*/ 278689 h 472497"/>
                <a:gd name="connsiteX195" fmla="*/ 640939 w 892181"/>
                <a:gd name="connsiteY195" fmla="*/ 280130 h 472497"/>
                <a:gd name="connsiteX196" fmla="*/ 638706 w 892181"/>
                <a:gd name="connsiteY196" fmla="*/ 282270 h 472497"/>
                <a:gd name="connsiteX197" fmla="*/ 635683 w 892181"/>
                <a:gd name="connsiteY197" fmla="*/ 285804 h 472497"/>
                <a:gd name="connsiteX198" fmla="*/ 634148 w 892181"/>
                <a:gd name="connsiteY198" fmla="*/ 288362 h 472497"/>
                <a:gd name="connsiteX199" fmla="*/ 630428 w 892181"/>
                <a:gd name="connsiteY199" fmla="*/ 289107 h 472497"/>
                <a:gd name="connsiteX200" fmla="*/ 630428 w 892181"/>
                <a:gd name="connsiteY200" fmla="*/ 292083 h 472497"/>
                <a:gd name="connsiteX201" fmla="*/ 628195 w 892181"/>
                <a:gd name="connsiteY201" fmla="*/ 292827 h 472497"/>
                <a:gd name="connsiteX202" fmla="*/ 627451 w 892181"/>
                <a:gd name="connsiteY202" fmla="*/ 295060 h 472497"/>
                <a:gd name="connsiteX203" fmla="*/ 625219 w 892181"/>
                <a:gd name="connsiteY203" fmla="*/ 295804 h 472497"/>
                <a:gd name="connsiteX204" fmla="*/ 623730 w 892181"/>
                <a:gd name="connsiteY204" fmla="*/ 298780 h 472497"/>
                <a:gd name="connsiteX205" fmla="*/ 622242 w 892181"/>
                <a:gd name="connsiteY205" fmla="*/ 298780 h 472497"/>
                <a:gd name="connsiteX206" fmla="*/ 621637 w 892181"/>
                <a:gd name="connsiteY206" fmla="*/ 300408 h 472497"/>
                <a:gd name="connsiteX207" fmla="*/ 617033 w 892181"/>
                <a:gd name="connsiteY207" fmla="*/ 306222 h 472497"/>
                <a:gd name="connsiteX208" fmla="*/ 613405 w 892181"/>
                <a:gd name="connsiteY208" fmla="*/ 310873 h 472497"/>
                <a:gd name="connsiteX209" fmla="*/ 612434 w 892181"/>
                <a:gd name="connsiteY209" fmla="*/ 312146 h 472497"/>
                <a:gd name="connsiteX210" fmla="*/ 608005 w 892181"/>
                <a:gd name="connsiteY210" fmla="*/ 318015 h 472497"/>
                <a:gd name="connsiteX211" fmla="*/ 606615 w 892181"/>
                <a:gd name="connsiteY211" fmla="*/ 319849 h 472497"/>
                <a:gd name="connsiteX212" fmla="*/ 605406 w 892181"/>
                <a:gd name="connsiteY212" fmla="*/ 321468 h 472497"/>
                <a:gd name="connsiteX213" fmla="*/ 604383 w 892181"/>
                <a:gd name="connsiteY213" fmla="*/ 322593 h 472497"/>
                <a:gd name="connsiteX214" fmla="*/ 602894 w 892181"/>
                <a:gd name="connsiteY214" fmla="*/ 322593 h 472497"/>
                <a:gd name="connsiteX215" fmla="*/ 602150 w 892181"/>
                <a:gd name="connsiteY215" fmla="*/ 325569 h 472497"/>
                <a:gd name="connsiteX216" fmla="*/ 600662 w 892181"/>
                <a:gd name="connsiteY216" fmla="*/ 326314 h 472497"/>
                <a:gd name="connsiteX217" fmla="*/ 599918 w 892181"/>
                <a:gd name="connsiteY217" fmla="*/ 327848 h 472497"/>
                <a:gd name="connsiteX218" fmla="*/ 599174 w 892181"/>
                <a:gd name="connsiteY218" fmla="*/ 329290 h 472497"/>
                <a:gd name="connsiteX219" fmla="*/ 597685 w 892181"/>
                <a:gd name="connsiteY219" fmla="*/ 329290 h 472497"/>
                <a:gd name="connsiteX220" fmla="*/ 595499 w 892181"/>
                <a:gd name="connsiteY220" fmla="*/ 334267 h 472497"/>
                <a:gd name="connsiteX221" fmla="*/ 594709 w 892181"/>
                <a:gd name="connsiteY221" fmla="*/ 335987 h 472497"/>
                <a:gd name="connsiteX222" fmla="*/ 592476 w 892181"/>
                <a:gd name="connsiteY222" fmla="*/ 336732 h 472497"/>
                <a:gd name="connsiteX223" fmla="*/ 590988 w 892181"/>
                <a:gd name="connsiteY223" fmla="*/ 339708 h 472497"/>
                <a:gd name="connsiteX224" fmla="*/ 589500 w 892181"/>
                <a:gd name="connsiteY224" fmla="*/ 339708 h 472497"/>
                <a:gd name="connsiteX225" fmla="*/ 588756 w 892181"/>
                <a:gd name="connsiteY225" fmla="*/ 343429 h 472497"/>
                <a:gd name="connsiteX226" fmla="*/ 587267 w 892181"/>
                <a:gd name="connsiteY226" fmla="*/ 344173 h 472497"/>
                <a:gd name="connsiteX227" fmla="*/ 586895 w 892181"/>
                <a:gd name="connsiteY227" fmla="*/ 346033 h 472497"/>
                <a:gd name="connsiteX228" fmla="*/ 586523 w 892181"/>
                <a:gd name="connsiteY228" fmla="*/ 347894 h 472497"/>
                <a:gd name="connsiteX229" fmla="*/ 585035 w 892181"/>
                <a:gd name="connsiteY229" fmla="*/ 348638 h 472497"/>
                <a:gd name="connsiteX230" fmla="*/ 584291 w 892181"/>
                <a:gd name="connsiteY230" fmla="*/ 350498 h 472497"/>
                <a:gd name="connsiteX231" fmla="*/ 582058 w 892181"/>
                <a:gd name="connsiteY231" fmla="*/ 353103 h 472497"/>
                <a:gd name="connsiteX232" fmla="*/ 580942 w 892181"/>
                <a:gd name="connsiteY232" fmla="*/ 355010 h 472497"/>
                <a:gd name="connsiteX233" fmla="*/ 579826 w 892181"/>
                <a:gd name="connsiteY233" fmla="*/ 356823 h 472497"/>
                <a:gd name="connsiteX234" fmla="*/ 578338 w 892181"/>
                <a:gd name="connsiteY234" fmla="*/ 356823 h 472497"/>
                <a:gd name="connsiteX235" fmla="*/ 578338 w 892181"/>
                <a:gd name="connsiteY235" fmla="*/ 361288 h 472497"/>
                <a:gd name="connsiteX236" fmla="*/ 576849 w 892181"/>
                <a:gd name="connsiteY236" fmla="*/ 361288 h 472497"/>
                <a:gd name="connsiteX237" fmla="*/ 575361 w 892181"/>
                <a:gd name="connsiteY237" fmla="*/ 366497 h 472497"/>
                <a:gd name="connsiteX238" fmla="*/ 573873 w 892181"/>
                <a:gd name="connsiteY238" fmla="*/ 367241 h 472497"/>
                <a:gd name="connsiteX239" fmla="*/ 573547 w 892181"/>
                <a:gd name="connsiteY239" fmla="*/ 369148 h 472497"/>
                <a:gd name="connsiteX240" fmla="*/ 573129 w 892181"/>
                <a:gd name="connsiteY240" fmla="*/ 370962 h 472497"/>
                <a:gd name="connsiteX241" fmla="*/ 570896 w 892181"/>
                <a:gd name="connsiteY241" fmla="*/ 370962 h 472497"/>
                <a:gd name="connsiteX242" fmla="*/ 570664 w 892181"/>
                <a:gd name="connsiteY242" fmla="*/ 373473 h 472497"/>
                <a:gd name="connsiteX243" fmla="*/ 570152 w 892181"/>
                <a:gd name="connsiteY243" fmla="*/ 376171 h 472497"/>
                <a:gd name="connsiteX244" fmla="*/ 567920 w 892181"/>
                <a:gd name="connsiteY244" fmla="*/ 377659 h 472497"/>
                <a:gd name="connsiteX245" fmla="*/ 567920 w 892181"/>
                <a:gd name="connsiteY245" fmla="*/ 379892 h 472497"/>
                <a:gd name="connsiteX246" fmla="*/ 567920 w 892181"/>
                <a:gd name="connsiteY246" fmla="*/ 382124 h 472497"/>
                <a:gd name="connsiteX247" fmla="*/ 565687 w 892181"/>
                <a:gd name="connsiteY247" fmla="*/ 383612 h 472497"/>
                <a:gd name="connsiteX248" fmla="*/ 564943 w 892181"/>
                <a:gd name="connsiteY248" fmla="*/ 388077 h 472497"/>
                <a:gd name="connsiteX249" fmla="*/ 562711 w 892181"/>
                <a:gd name="connsiteY249" fmla="*/ 388077 h 472497"/>
                <a:gd name="connsiteX250" fmla="*/ 562600 w 892181"/>
                <a:gd name="connsiteY250" fmla="*/ 389516 h 472497"/>
                <a:gd name="connsiteX251" fmla="*/ 562432 w 892181"/>
                <a:gd name="connsiteY251" fmla="*/ 391379 h 472497"/>
                <a:gd name="connsiteX252" fmla="*/ 562275 w 892181"/>
                <a:gd name="connsiteY252" fmla="*/ 393237 h 472497"/>
                <a:gd name="connsiteX253" fmla="*/ 561967 w 892181"/>
                <a:gd name="connsiteY253" fmla="*/ 394775 h 472497"/>
                <a:gd name="connsiteX254" fmla="*/ 560478 w 892181"/>
                <a:gd name="connsiteY254" fmla="*/ 395519 h 472497"/>
                <a:gd name="connsiteX255" fmla="*/ 559316 w 892181"/>
                <a:gd name="connsiteY255" fmla="*/ 398867 h 472497"/>
                <a:gd name="connsiteX256" fmla="*/ 557502 w 892181"/>
                <a:gd name="connsiteY256" fmla="*/ 402960 h 472497"/>
                <a:gd name="connsiteX257" fmla="*/ 557083 w 892181"/>
                <a:gd name="connsiteY257" fmla="*/ 405983 h 472497"/>
                <a:gd name="connsiteX258" fmla="*/ 556758 w 892181"/>
                <a:gd name="connsiteY258" fmla="*/ 408913 h 472497"/>
                <a:gd name="connsiteX259" fmla="*/ 554525 w 892181"/>
                <a:gd name="connsiteY259" fmla="*/ 408913 h 472497"/>
                <a:gd name="connsiteX260" fmla="*/ 553781 w 892181"/>
                <a:gd name="connsiteY260" fmla="*/ 417099 h 472497"/>
                <a:gd name="connsiteX261" fmla="*/ 551549 w 892181"/>
                <a:gd name="connsiteY261" fmla="*/ 417099 h 472497"/>
                <a:gd name="connsiteX262" fmla="*/ 551595 w 892181"/>
                <a:gd name="connsiteY262" fmla="*/ 419982 h 472497"/>
                <a:gd name="connsiteX263" fmla="*/ 550805 w 892181"/>
                <a:gd name="connsiteY263" fmla="*/ 424540 h 472497"/>
                <a:gd name="connsiteX264" fmla="*/ 549316 w 892181"/>
                <a:gd name="connsiteY264" fmla="*/ 424540 h 472497"/>
                <a:gd name="connsiteX265" fmla="*/ 548572 w 892181"/>
                <a:gd name="connsiteY265" fmla="*/ 433470 h 472497"/>
                <a:gd name="connsiteX266" fmla="*/ 546340 w 892181"/>
                <a:gd name="connsiteY266" fmla="*/ 433470 h 472497"/>
                <a:gd name="connsiteX267" fmla="*/ 545596 w 892181"/>
                <a:gd name="connsiteY267" fmla="*/ 442400 h 472497"/>
                <a:gd name="connsiteX268" fmla="*/ 544107 w 892181"/>
                <a:gd name="connsiteY268" fmla="*/ 442400 h 472497"/>
                <a:gd name="connsiteX269" fmla="*/ 544023 w 892181"/>
                <a:gd name="connsiteY269" fmla="*/ 443949 h 472497"/>
                <a:gd name="connsiteX270" fmla="*/ 543875 w 892181"/>
                <a:gd name="connsiteY270" fmla="*/ 445981 h 472497"/>
                <a:gd name="connsiteX271" fmla="*/ 543744 w 892181"/>
                <a:gd name="connsiteY271" fmla="*/ 447995 h 472497"/>
                <a:gd name="connsiteX272" fmla="*/ 541131 w 892181"/>
                <a:gd name="connsiteY272" fmla="*/ 452073 h 472497"/>
                <a:gd name="connsiteX273" fmla="*/ 540666 w 892181"/>
                <a:gd name="connsiteY273" fmla="*/ 455515 h 472497"/>
                <a:gd name="connsiteX274" fmla="*/ 539642 w 892181"/>
                <a:gd name="connsiteY274" fmla="*/ 459515 h 472497"/>
                <a:gd name="connsiteX275" fmla="*/ 534198 w 892181"/>
                <a:gd name="connsiteY275" fmla="*/ 459750 h 472497"/>
                <a:gd name="connsiteX276" fmla="*/ 532549 w 892181"/>
                <a:gd name="connsiteY276" fmla="*/ 459797 h 472497"/>
                <a:gd name="connsiteX277" fmla="*/ 527318 w 892181"/>
                <a:gd name="connsiteY277" fmla="*/ 459933 h 472497"/>
                <a:gd name="connsiteX278" fmla="*/ 523779 w 892181"/>
                <a:gd name="connsiteY278" fmla="*/ 460031 h 472497"/>
                <a:gd name="connsiteX279" fmla="*/ 515086 w 892181"/>
                <a:gd name="connsiteY279" fmla="*/ 460259 h 472497"/>
                <a:gd name="connsiteX280" fmla="*/ 515086 w 892181"/>
                <a:gd name="connsiteY280" fmla="*/ 463235 h 472497"/>
                <a:gd name="connsiteX281" fmla="*/ 512843 w 892181"/>
                <a:gd name="connsiteY281" fmla="*/ 463268 h 472497"/>
                <a:gd name="connsiteX282" fmla="*/ 504635 w 892181"/>
                <a:gd name="connsiteY282" fmla="*/ 463431 h 472497"/>
                <a:gd name="connsiteX283" fmla="*/ 501077 w 892181"/>
                <a:gd name="connsiteY283" fmla="*/ 463493 h 472497"/>
                <a:gd name="connsiteX284" fmla="*/ 495974 w 892181"/>
                <a:gd name="connsiteY284" fmla="*/ 463599 h 472497"/>
                <a:gd name="connsiteX285" fmla="*/ 494357 w 892181"/>
                <a:gd name="connsiteY285" fmla="*/ 463613 h 472497"/>
                <a:gd name="connsiteX286" fmla="*/ 490529 w 892181"/>
                <a:gd name="connsiteY286" fmla="*/ 463980 h 472497"/>
                <a:gd name="connsiteX287" fmla="*/ 489785 w 892181"/>
                <a:gd name="connsiteY287" fmla="*/ 466212 h 472497"/>
                <a:gd name="connsiteX288" fmla="*/ 484250 w 892181"/>
                <a:gd name="connsiteY288" fmla="*/ 466724 h 472497"/>
                <a:gd name="connsiteX289" fmla="*/ 482558 w 892181"/>
                <a:gd name="connsiteY289" fmla="*/ 466801 h 472497"/>
                <a:gd name="connsiteX290" fmla="*/ 468124 w 892181"/>
                <a:gd name="connsiteY290" fmla="*/ 466929 h 472497"/>
                <a:gd name="connsiteX291" fmla="*/ 460763 w 892181"/>
                <a:gd name="connsiteY291" fmla="*/ 467700 h 472497"/>
                <a:gd name="connsiteX292" fmla="*/ 460763 w 892181"/>
                <a:gd name="connsiteY292" fmla="*/ 469933 h 472497"/>
                <a:gd name="connsiteX293" fmla="*/ 422068 w 892181"/>
                <a:gd name="connsiteY293" fmla="*/ 470677 h 472497"/>
                <a:gd name="connsiteX294" fmla="*/ 422068 w 892181"/>
                <a:gd name="connsiteY294" fmla="*/ 473653 h 472497"/>
                <a:gd name="connsiteX295" fmla="*/ 372625 w 892181"/>
                <a:gd name="connsiteY295" fmla="*/ 473808 h 472497"/>
                <a:gd name="connsiteX296" fmla="*/ 349669 w 892181"/>
                <a:gd name="connsiteY296" fmla="*/ 473878 h 472497"/>
                <a:gd name="connsiteX297" fmla="*/ 329668 w 892181"/>
                <a:gd name="connsiteY297" fmla="*/ 473933 h 472497"/>
                <a:gd name="connsiteX298" fmla="*/ 319071 w 892181"/>
                <a:gd name="connsiteY298" fmla="*/ 473968 h 472497"/>
                <a:gd name="connsiteX299" fmla="*/ 309109 w 892181"/>
                <a:gd name="connsiteY299" fmla="*/ 473990 h 472497"/>
                <a:gd name="connsiteX300" fmla="*/ 305441 w 892181"/>
                <a:gd name="connsiteY300" fmla="*/ 474008 h 472497"/>
                <a:gd name="connsiteX301" fmla="*/ 300456 w 892181"/>
                <a:gd name="connsiteY301" fmla="*/ 474011 h 472497"/>
                <a:gd name="connsiteX302" fmla="*/ 297631 w 892181"/>
                <a:gd name="connsiteY302" fmla="*/ 474020 h 472497"/>
                <a:gd name="connsiteX303" fmla="*/ 295564 w 892181"/>
                <a:gd name="connsiteY303" fmla="*/ 473653 h 472497"/>
                <a:gd name="connsiteX304" fmla="*/ 294820 w 892181"/>
                <a:gd name="connsiteY304" fmla="*/ 470677 h 472497"/>
                <a:gd name="connsiteX305" fmla="*/ 289864 w 892181"/>
                <a:gd name="connsiteY305" fmla="*/ 470223 h 472497"/>
                <a:gd name="connsiteX306" fmla="*/ 288366 w 892181"/>
                <a:gd name="connsiteY306" fmla="*/ 470186 h 472497"/>
                <a:gd name="connsiteX307" fmla="*/ 283612 w 892181"/>
                <a:gd name="connsiteY307" fmla="*/ 470119 h 472497"/>
                <a:gd name="connsiteX308" fmla="*/ 280395 w 892181"/>
                <a:gd name="connsiteY308" fmla="*/ 470052 h 472497"/>
                <a:gd name="connsiteX309" fmla="*/ 272496 w 892181"/>
                <a:gd name="connsiteY309" fmla="*/ 469933 h 472497"/>
                <a:gd name="connsiteX310" fmla="*/ 272412 w 892181"/>
                <a:gd name="connsiteY310" fmla="*/ 468168 h 472497"/>
                <a:gd name="connsiteX311" fmla="*/ 272263 w 892181"/>
                <a:gd name="connsiteY311" fmla="*/ 465886 h 472497"/>
                <a:gd name="connsiteX312" fmla="*/ 272133 w 892181"/>
                <a:gd name="connsiteY312" fmla="*/ 463610 h 472497"/>
                <a:gd name="connsiteX313" fmla="*/ 271752 w 892181"/>
                <a:gd name="connsiteY313" fmla="*/ 461747 h 472497"/>
                <a:gd name="connsiteX314" fmla="*/ 269519 w 892181"/>
                <a:gd name="connsiteY314" fmla="*/ 461003 h 472497"/>
                <a:gd name="connsiteX315" fmla="*/ 269659 w 892181"/>
                <a:gd name="connsiteY315" fmla="*/ 455381 h 472497"/>
                <a:gd name="connsiteX316" fmla="*/ 267287 w 892181"/>
                <a:gd name="connsiteY316" fmla="*/ 451329 h 472497"/>
                <a:gd name="connsiteX317" fmla="*/ 266775 w 892181"/>
                <a:gd name="connsiteY317" fmla="*/ 447097 h 472497"/>
                <a:gd name="connsiteX318" fmla="*/ 266627 w 892181"/>
                <a:gd name="connsiteY318" fmla="*/ 444856 h 472497"/>
                <a:gd name="connsiteX319" fmla="*/ 266543 w 892181"/>
                <a:gd name="connsiteY319" fmla="*/ 443144 h 472497"/>
                <a:gd name="connsiteX320" fmla="*/ 264310 w 892181"/>
                <a:gd name="connsiteY320" fmla="*/ 443144 h 472497"/>
                <a:gd name="connsiteX321" fmla="*/ 264310 w 892181"/>
                <a:gd name="connsiteY321" fmla="*/ 434958 h 472497"/>
                <a:gd name="connsiteX322" fmla="*/ 261334 w 892181"/>
                <a:gd name="connsiteY322" fmla="*/ 434958 h 472497"/>
                <a:gd name="connsiteX323" fmla="*/ 261334 w 892181"/>
                <a:gd name="connsiteY323" fmla="*/ 427517 h 472497"/>
                <a:gd name="connsiteX324" fmla="*/ 259101 w 892181"/>
                <a:gd name="connsiteY324" fmla="*/ 427517 h 472497"/>
                <a:gd name="connsiteX325" fmla="*/ 257613 w 892181"/>
                <a:gd name="connsiteY325" fmla="*/ 419331 h 472497"/>
                <a:gd name="connsiteX326" fmla="*/ 256125 w 892181"/>
                <a:gd name="connsiteY326" fmla="*/ 419331 h 472497"/>
                <a:gd name="connsiteX327" fmla="*/ 256041 w 892181"/>
                <a:gd name="connsiteY327" fmla="*/ 417729 h 472497"/>
                <a:gd name="connsiteX328" fmla="*/ 255892 w 892181"/>
                <a:gd name="connsiteY328" fmla="*/ 415657 h 472497"/>
                <a:gd name="connsiteX329" fmla="*/ 255761 w 892181"/>
                <a:gd name="connsiteY329" fmla="*/ 413590 h 472497"/>
                <a:gd name="connsiteX330" fmla="*/ 255381 w 892181"/>
                <a:gd name="connsiteY330" fmla="*/ 411890 h 472497"/>
                <a:gd name="connsiteX331" fmla="*/ 253148 w 892181"/>
                <a:gd name="connsiteY331" fmla="*/ 411146 h 472497"/>
                <a:gd name="connsiteX332" fmla="*/ 252730 w 892181"/>
                <a:gd name="connsiteY332" fmla="*/ 408169 h 472497"/>
                <a:gd name="connsiteX333" fmla="*/ 252404 w 892181"/>
                <a:gd name="connsiteY333" fmla="*/ 405192 h 472497"/>
                <a:gd name="connsiteX334" fmla="*/ 250916 w 892181"/>
                <a:gd name="connsiteY334" fmla="*/ 404448 h 472497"/>
                <a:gd name="connsiteX335" fmla="*/ 250172 w 892181"/>
                <a:gd name="connsiteY335" fmla="*/ 398495 h 472497"/>
                <a:gd name="connsiteX336" fmla="*/ 247939 w 892181"/>
                <a:gd name="connsiteY336" fmla="*/ 398495 h 472497"/>
                <a:gd name="connsiteX337" fmla="*/ 247195 w 892181"/>
                <a:gd name="connsiteY337" fmla="*/ 392542 h 472497"/>
                <a:gd name="connsiteX338" fmla="*/ 244963 w 892181"/>
                <a:gd name="connsiteY338" fmla="*/ 392542 h 472497"/>
                <a:gd name="connsiteX339" fmla="*/ 244684 w 892181"/>
                <a:gd name="connsiteY339" fmla="*/ 389984 h 472497"/>
                <a:gd name="connsiteX340" fmla="*/ 244219 w 892181"/>
                <a:gd name="connsiteY340" fmla="*/ 387333 h 472497"/>
                <a:gd name="connsiteX341" fmla="*/ 242730 w 892181"/>
                <a:gd name="connsiteY341" fmla="*/ 386589 h 472497"/>
                <a:gd name="connsiteX342" fmla="*/ 241986 w 892181"/>
                <a:gd name="connsiteY342" fmla="*/ 380636 h 472497"/>
                <a:gd name="connsiteX343" fmla="*/ 239754 w 892181"/>
                <a:gd name="connsiteY343" fmla="*/ 380636 h 472497"/>
                <a:gd name="connsiteX344" fmla="*/ 238265 w 892181"/>
                <a:gd name="connsiteY344" fmla="*/ 376171 h 472497"/>
                <a:gd name="connsiteX345" fmla="*/ 236777 w 892181"/>
                <a:gd name="connsiteY345" fmla="*/ 375427 h 472497"/>
                <a:gd name="connsiteX346" fmla="*/ 236824 w 892181"/>
                <a:gd name="connsiteY346" fmla="*/ 373194 h 472497"/>
                <a:gd name="connsiteX347" fmla="*/ 236777 w 892181"/>
                <a:gd name="connsiteY347" fmla="*/ 370962 h 472497"/>
                <a:gd name="connsiteX348" fmla="*/ 234545 w 892181"/>
                <a:gd name="connsiteY348" fmla="*/ 370218 h 472497"/>
                <a:gd name="connsiteX349" fmla="*/ 233801 w 892181"/>
                <a:gd name="connsiteY349" fmla="*/ 367241 h 472497"/>
                <a:gd name="connsiteX350" fmla="*/ 231568 w 892181"/>
                <a:gd name="connsiteY350" fmla="*/ 365753 h 472497"/>
                <a:gd name="connsiteX351" fmla="*/ 230080 w 892181"/>
                <a:gd name="connsiteY351" fmla="*/ 362032 h 472497"/>
                <a:gd name="connsiteX352" fmla="*/ 228592 w 892181"/>
                <a:gd name="connsiteY352" fmla="*/ 361288 h 472497"/>
                <a:gd name="connsiteX353" fmla="*/ 227847 w 892181"/>
                <a:gd name="connsiteY353" fmla="*/ 357567 h 472497"/>
                <a:gd name="connsiteX354" fmla="*/ 226359 w 892181"/>
                <a:gd name="connsiteY354" fmla="*/ 356823 h 472497"/>
                <a:gd name="connsiteX355" fmla="*/ 226034 w 892181"/>
                <a:gd name="connsiteY355" fmla="*/ 355428 h 472497"/>
                <a:gd name="connsiteX356" fmla="*/ 223383 w 892181"/>
                <a:gd name="connsiteY356" fmla="*/ 351614 h 472497"/>
                <a:gd name="connsiteX357" fmla="*/ 220080 w 892181"/>
                <a:gd name="connsiteY357" fmla="*/ 346405 h 472497"/>
                <a:gd name="connsiteX358" fmla="*/ 217848 w 892181"/>
                <a:gd name="connsiteY358" fmla="*/ 343150 h 472497"/>
                <a:gd name="connsiteX359" fmla="*/ 214453 w 892181"/>
                <a:gd name="connsiteY359" fmla="*/ 336732 h 472497"/>
                <a:gd name="connsiteX360" fmla="*/ 212221 w 892181"/>
                <a:gd name="connsiteY360" fmla="*/ 336732 h 472497"/>
                <a:gd name="connsiteX361" fmla="*/ 211476 w 892181"/>
                <a:gd name="connsiteY361" fmla="*/ 333755 h 472497"/>
                <a:gd name="connsiteX362" fmla="*/ 209988 w 892181"/>
                <a:gd name="connsiteY362" fmla="*/ 333011 h 472497"/>
                <a:gd name="connsiteX363" fmla="*/ 209244 w 892181"/>
                <a:gd name="connsiteY363" fmla="*/ 330778 h 472497"/>
                <a:gd name="connsiteX364" fmla="*/ 207012 w 892181"/>
                <a:gd name="connsiteY364" fmla="*/ 330034 h 472497"/>
                <a:gd name="connsiteX365" fmla="*/ 206267 w 892181"/>
                <a:gd name="connsiteY365" fmla="*/ 327058 h 472497"/>
                <a:gd name="connsiteX366" fmla="*/ 204035 w 892181"/>
                <a:gd name="connsiteY366" fmla="*/ 326314 h 472497"/>
                <a:gd name="connsiteX367" fmla="*/ 203291 w 892181"/>
                <a:gd name="connsiteY367" fmla="*/ 323337 h 472497"/>
                <a:gd name="connsiteX368" fmla="*/ 201803 w 892181"/>
                <a:gd name="connsiteY368" fmla="*/ 322593 h 472497"/>
                <a:gd name="connsiteX369" fmla="*/ 201058 w 892181"/>
                <a:gd name="connsiteY369" fmla="*/ 320360 h 472497"/>
                <a:gd name="connsiteX370" fmla="*/ 198826 w 892181"/>
                <a:gd name="connsiteY370" fmla="*/ 319616 h 472497"/>
                <a:gd name="connsiteX371" fmla="*/ 198500 w 892181"/>
                <a:gd name="connsiteY371" fmla="*/ 318128 h 472497"/>
                <a:gd name="connsiteX372" fmla="*/ 198082 w 892181"/>
                <a:gd name="connsiteY372" fmla="*/ 316640 h 472497"/>
                <a:gd name="connsiteX373" fmla="*/ 195105 w 892181"/>
                <a:gd name="connsiteY373" fmla="*/ 315896 h 472497"/>
                <a:gd name="connsiteX374" fmla="*/ 195105 w 892181"/>
                <a:gd name="connsiteY374" fmla="*/ 313663 h 472497"/>
                <a:gd name="connsiteX375" fmla="*/ 192873 w 892181"/>
                <a:gd name="connsiteY375" fmla="*/ 312919 h 472497"/>
                <a:gd name="connsiteX376" fmla="*/ 192129 w 892181"/>
                <a:gd name="connsiteY376" fmla="*/ 310687 h 472497"/>
                <a:gd name="connsiteX377" fmla="*/ 189896 w 892181"/>
                <a:gd name="connsiteY377" fmla="*/ 309198 h 472497"/>
                <a:gd name="connsiteX378" fmla="*/ 189152 w 892181"/>
                <a:gd name="connsiteY378" fmla="*/ 306966 h 472497"/>
                <a:gd name="connsiteX379" fmla="*/ 187431 w 892181"/>
                <a:gd name="connsiteY379" fmla="*/ 306036 h 472497"/>
                <a:gd name="connsiteX380" fmla="*/ 183850 w 892181"/>
                <a:gd name="connsiteY380" fmla="*/ 302036 h 472497"/>
                <a:gd name="connsiteX381" fmla="*/ 180222 w 892181"/>
                <a:gd name="connsiteY381" fmla="*/ 298780 h 472497"/>
                <a:gd name="connsiteX382" fmla="*/ 179478 w 892181"/>
                <a:gd name="connsiteY382" fmla="*/ 295060 h 472497"/>
                <a:gd name="connsiteX383" fmla="*/ 177246 w 892181"/>
                <a:gd name="connsiteY383" fmla="*/ 294316 h 472497"/>
                <a:gd name="connsiteX384" fmla="*/ 177246 w 892181"/>
                <a:gd name="connsiteY384" fmla="*/ 292083 h 472497"/>
                <a:gd name="connsiteX385" fmla="*/ 174269 w 892181"/>
                <a:gd name="connsiteY385" fmla="*/ 292083 h 472497"/>
                <a:gd name="connsiteX386" fmla="*/ 174269 w 892181"/>
                <a:gd name="connsiteY386" fmla="*/ 289107 h 472497"/>
                <a:gd name="connsiteX387" fmla="*/ 172688 w 892181"/>
                <a:gd name="connsiteY387" fmla="*/ 288921 h 472497"/>
                <a:gd name="connsiteX388" fmla="*/ 167148 w 892181"/>
                <a:gd name="connsiteY388" fmla="*/ 283831 h 472497"/>
                <a:gd name="connsiteX389" fmla="*/ 163851 w 892181"/>
                <a:gd name="connsiteY389" fmla="*/ 280921 h 472497"/>
                <a:gd name="connsiteX390" fmla="*/ 163851 w 892181"/>
                <a:gd name="connsiteY390" fmla="*/ 278689 h 472497"/>
                <a:gd name="connsiteX391" fmla="*/ 160875 w 892181"/>
                <a:gd name="connsiteY391" fmla="*/ 277944 h 472497"/>
                <a:gd name="connsiteX392" fmla="*/ 160131 w 892181"/>
                <a:gd name="connsiteY392" fmla="*/ 275712 h 472497"/>
                <a:gd name="connsiteX393" fmla="*/ 157898 w 892181"/>
                <a:gd name="connsiteY393" fmla="*/ 274968 h 472497"/>
                <a:gd name="connsiteX394" fmla="*/ 157898 w 892181"/>
                <a:gd name="connsiteY394" fmla="*/ 271991 h 472497"/>
                <a:gd name="connsiteX395" fmla="*/ 156317 w 892181"/>
                <a:gd name="connsiteY395" fmla="*/ 271759 h 472497"/>
                <a:gd name="connsiteX396" fmla="*/ 149713 w 892181"/>
                <a:gd name="connsiteY396" fmla="*/ 266038 h 472497"/>
                <a:gd name="connsiteX397" fmla="*/ 149713 w 892181"/>
                <a:gd name="connsiteY397" fmla="*/ 264550 h 472497"/>
                <a:gd name="connsiteX398" fmla="*/ 147480 w 892181"/>
                <a:gd name="connsiteY398" fmla="*/ 263806 h 472497"/>
                <a:gd name="connsiteX399" fmla="*/ 145248 w 892181"/>
                <a:gd name="connsiteY399" fmla="*/ 261248 h 472497"/>
                <a:gd name="connsiteX400" fmla="*/ 140783 w 892181"/>
                <a:gd name="connsiteY400" fmla="*/ 257109 h 472497"/>
                <a:gd name="connsiteX401" fmla="*/ 140783 w 892181"/>
                <a:gd name="connsiteY401" fmla="*/ 254876 h 472497"/>
                <a:gd name="connsiteX402" fmla="*/ 139460 w 892181"/>
                <a:gd name="connsiteY402" fmla="*/ 254551 h 472497"/>
                <a:gd name="connsiteX403" fmla="*/ 135155 w 892181"/>
                <a:gd name="connsiteY403" fmla="*/ 251155 h 472497"/>
                <a:gd name="connsiteX404" fmla="*/ 130365 w 892181"/>
                <a:gd name="connsiteY404" fmla="*/ 247435 h 472497"/>
                <a:gd name="connsiteX405" fmla="*/ 130365 w 892181"/>
                <a:gd name="connsiteY405" fmla="*/ 244458 h 472497"/>
                <a:gd name="connsiteX406" fmla="*/ 128737 w 892181"/>
                <a:gd name="connsiteY406" fmla="*/ 244179 h 472497"/>
                <a:gd name="connsiteX407" fmla="*/ 122924 w 892181"/>
                <a:gd name="connsiteY407" fmla="*/ 239249 h 472497"/>
                <a:gd name="connsiteX408" fmla="*/ 122924 w 892181"/>
                <a:gd name="connsiteY408" fmla="*/ 237761 h 472497"/>
                <a:gd name="connsiteX409" fmla="*/ 121435 w 892181"/>
                <a:gd name="connsiteY409" fmla="*/ 237063 h 472497"/>
                <a:gd name="connsiteX410" fmla="*/ 119947 w 892181"/>
                <a:gd name="connsiteY410" fmla="*/ 236273 h 472497"/>
                <a:gd name="connsiteX411" fmla="*/ 119947 w 892181"/>
                <a:gd name="connsiteY411" fmla="*/ 234040 h 472497"/>
                <a:gd name="connsiteX412" fmla="*/ 116970 w 892181"/>
                <a:gd name="connsiteY412" fmla="*/ 234040 h 472497"/>
                <a:gd name="connsiteX413" fmla="*/ 116970 w 892181"/>
                <a:gd name="connsiteY413" fmla="*/ 231064 h 472497"/>
                <a:gd name="connsiteX414" fmla="*/ 113250 w 892181"/>
                <a:gd name="connsiteY414" fmla="*/ 230319 h 472497"/>
                <a:gd name="connsiteX415" fmla="*/ 113250 w 892181"/>
                <a:gd name="connsiteY415" fmla="*/ 228087 h 472497"/>
                <a:gd name="connsiteX416" fmla="*/ 111436 w 892181"/>
                <a:gd name="connsiteY416" fmla="*/ 227389 h 472497"/>
                <a:gd name="connsiteX417" fmla="*/ 109529 w 892181"/>
                <a:gd name="connsiteY417" fmla="*/ 226599 h 472497"/>
                <a:gd name="connsiteX418" fmla="*/ 108785 w 892181"/>
                <a:gd name="connsiteY418" fmla="*/ 223622 h 472497"/>
                <a:gd name="connsiteX419" fmla="*/ 105808 w 892181"/>
                <a:gd name="connsiteY419" fmla="*/ 223622 h 472497"/>
                <a:gd name="connsiteX420" fmla="*/ 105808 w 892181"/>
                <a:gd name="connsiteY420" fmla="*/ 220646 h 472497"/>
                <a:gd name="connsiteX421" fmla="*/ 102832 w 892181"/>
                <a:gd name="connsiteY421" fmla="*/ 220646 h 472497"/>
                <a:gd name="connsiteX422" fmla="*/ 102832 w 892181"/>
                <a:gd name="connsiteY422" fmla="*/ 217669 h 472497"/>
                <a:gd name="connsiteX423" fmla="*/ 99111 w 892181"/>
                <a:gd name="connsiteY423" fmla="*/ 216925 h 472497"/>
                <a:gd name="connsiteX424" fmla="*/ 97623 w 892181"/>
                <a:gd name="connsiteY424" fmla="*/ 213948 h 472497"/>
                <a:gd name="connsiteX425" fmla="*/ 95390 w 892181"/>
                <a:gd name="connsiteY425" fmla="*/ 212460 h 472497"/>
                <a:gd name="connsiteX426" fmla="*/ 95390 w 892181"/>
                <a:gd name="connsiteY426" fmla="*/ 210228 h 472497"/>
                <a:gd name="connsiteX427" fmla="*/ 92414 w 892181"/>
                <a:gd name="connsiteY427" fmla="*/ 210228 h 472497"/>
                <a:gd name="connsiteX428" fmla="*/ 92414 w 892181"/>
                <a:gd name="connsiteY428" fmla="*/ 207251 h 472497"/>
                <a:gd name="connsiteX429" fmla="*/ 88693 w 892181"/>
                <a:gd name="connsiteY429" fmla="*/ 206507 h 472497"/>
                <a:gd name="connsiteX430" fmla="*/ 88693 w 892181"/>
                <a:gd name="connsiteY430" fmla="*/ 204275 h 472497"/>
                <a:gd name="connsiteX431" fmla="*/ 86879 w 892181"/>
                <a:gd name="connsiteY431" fmla="*/ 203577 h 472497"/>
                <a:gd name="connsiteX432" fmla="*/ 84972 w 892181"/>
                <a:gd name="connsiteY432" fmla="*/ 202786 h 472497"/>
                <a:gd name="connsiteX433" fmla="*/ 84228 w 892181"/>
                <a:gd name="connsiteY433" fmla="*/ 199810 h 472497"/>
                <a:gd name="connsiteX434" fmla="*/ 81252 w 892181"/>
                <a:gd name="connsiteY434" fmla="*/ 199810 h 472497"/>
                <a:gd name="connsiteX435" fmla="*/ 81252 w 892181"/>
                <a:gd name="connsiteY435" fmla="*/ 196833 h 472497"/>
                <a:gd name="connsiteX436" fmla="*/ 77531 w 892181"/>
                <a:gd name="connsiteY436" fmla="*/ 196089 h 472497"/>
                <a:gd name="connsiteX437" fmla="*/ 77531 w 892181"/>
                <a:gd name="connsiteY437" fmla="*/ 193857 h 472497"/>
                <a:gd name="connsiteX438" fmla="*/ 74554 w 892181"/>
                <a:gd name="connsiteY438" fmla="*/ 192368 h 472497"/>
                <a:gd name="connsiteX439" fmla="*/ 73066 w 892181"/>
                <a:gd name="connsiteY439" fmla="*/ 190136 h 472497"/>
                <a:gd name="connsiteX440" fmla="*/ 70834 w 892181"/>
                <a:gd name="connsiteY440" fmla="*/ 189392 h 472497"/>
                <a:gd name="connsiteX441" fmla="*/ 70834 w 892181"/>
                <a:gd name="connsiteY441" fmla="*/ 186415 h 472497"/>
                <a:gd name="connsiteX442" fmla="*/ 67857 w 892181"/>
                <a:gd name="connsiteY442" fmla="*/ 185671 h 472497"/>
                <a:gd name="connsiteX443" fmla="*/ 67113 w 892181"/>
                <a:gd name="connsiteY443" fmla="*/ 183439 h 472497"/>
                <a:gd name="connsiteX444" fmla="*/ 65253 w 892181"/>
                <a:gd name="connsiteY444" fmla="*/ 183067 h 472497"/>
                <a:gd name="connsiteX445" fmla="*/ 63392 w 892181"/>
                <a:gd name="connsiteY445" fmla="*/ 182694 h 472497"/>
                <a:gd name="connsiteX446" fmla="*/ 62648 w 892181"/>
                <a:gd name="connsiteY446" fmla="*/ 180462 h 472497"/>
                <a:gd name="connsiteX447" fmla="*/ 61113 w 892181"/>
                <a:gd name="connsiteY447" fmla="*/ 178927 h 472497"/>
                <a:gd name="connsiteX448" fmla="*/ 59672 w 892181"/>
                <a:gd name="connsiteY448" fmla="*/ 175997 h 472497"/>
                <a:gd name="connsiteX449" fmla="*/ 56695 w 892181"/>
                <a:gd name="connsiteY449" fmla="*/ 175997 h 472497"/>
                <a:gd name="connsiteX450" fmla="*/ 56695 w 892181"/>
                <a:gd name="connsiteY450" fmla="*/ 173021 h 472497"/>
                <a:gd name="connsiteX451" fmla="*/ 52974 w 892181"/>
                <a:gd name="connsiteY451" fmla="*/ 172276 h 472497"/>
                <a:gd name="connsiteX452" fmla="*/ 52230 w 892181"/>
                <a:gd name="connsiteY452" fmla="*/ 170044 h 472497"/>
                <a:gd name="connsiteX453" fmla="*/ 50742 w 892181"/>
                <a:gd name="connsiteY453" fmla="*/ 169300 h 472497"/>
                <a:gd name="connsiteX454" fmla="*/ 48510 w 892181"/>
                <a:gd name="connsiteY454" fmla="*/ 166323 h 472497"/>
                <a:gd name="connsiteX455" fmla="*/ 46277 w 892181"/>
                <a:gd name="connsiteY455" fmla="*/ 165579 h 472497"/>
                <a:gd name="connsiteX456" fmla="*/ 45952 w 892181"/>
                <a:gd name="connsiteY456" fmla="*/ 164044 h 472497"/>
                <a:gd name="connsiteX457" fmla="*/ 45533 w 892181"/>
                <a:gd name="connsiteY457" fmla="*/ 162603 h 472497"/>
                <a:gd name="connsiteX458" fmla="*/ 42556 w 892181"/>
                <a:gd name="connsiteY458" fmla="*/ 162603 h 472497"/>
                <a:gd name="connsiteX459" fmla="*/ 42231 w 892181"/>
                <a:gd name="connsiteY459" fmla="*/ 161207 h 472497"/>
                <a:gd name="connsiteX460" fmla="*/ 41812 w 892181"/>
                <a:gd name="connsiteY460" fmla="*/ 159626 h 472497"/>
                <a:gd name="connsiteX461" fmla="*/ 38092 w 892181"/>
                <a:gd name="connsiteY461" fmla="*/ 158138 h 472497"/>
                <a:gd name="connsiteX462" fmla="*/ 37347 w 892181"/>
                <a:gd name="connsiteY462" fmla="*/ 155905 h 472497"/>
                <a:gd name="connsiteX463" fmla="*/ 35115 w 892181"/>
                <a:gd name="connsiteY463" fmla="*/ 154417 h 472497"/>
                <a:gd name="connsiteX464" fmla="*/ 35115 w 892181"/>
                <a:gd name="connsiteY464" fmla="*/ 152185 h 472497"/>
                <a:gd name="connsiteX465" fmla="*/ 31394 w 892181"/>
                <a:gd name="connsiteY465" fmla="*/ 152185 h 472497"/>
                <a:gd name="connsiteX466" fmla="*/ 31394 w 892181"/>
                <a:gd name="connsiteY466" fmla="*/ 149952 h 472497"/>
                <a:gd name="connsiteX467" fmla="*/ 29627 w 892181"/>
                <a:gd name="connsiteY467" fmla="*/ 149255 h 472497"/>
                <a:gd name="connsiteX468" fmla="*/ 26790 w 892181"/>
                <a:gd name="connsiteY468" fmla="*/ 146929 h 472497"/>
                <a:gd name="connsiteX469" fmla="*/ 26185 w 892181"/>
                <a:gd name="connsiteY469" fmla="*/ 145487 h 472497"/>
                <a:gd name="connsiteX470" fmla="*/ 24697 w 892181"/>
                <a:gd name="connsiteY470" fmla="*/ 144743 h 472497"/>
                <a:gd name="connsiteX471" fmla="*/ 23953 w 892181"/>
                <a:gd name="connsiteY471" fmla="*/ 142511 h 472497"/>
                <a:gd name="connsiteX472" fmla="*/ 21720 w 892181"/>
                <a:gd name="connsiteY472" fmla="*/ 141767 h 472497"/>
                <a:gd name="connsiteX473" fmla="*/ 21395 w 892181"/>
                <a:gd name="connsiteY473" fmla="*/ 140232 h 472497"/>
                <a:gd name="connsiteX474" fmla="*/ 20976 w 892181"/>
                <a:gd name="connsiteY474" fmla="*/ 138790 h 472497"/>
                <a:gd name="connsiteX475" fmla="*/ 18000 w 892181"/>
                <a:gd name="connsiteY475" fmla="*/ 138790 h 472497"/>
                <a:gd name="connsiteX476" fmla="*/ 16512 w 892181"/>
                <a:gd name="connsiteY476" fmla="*/ 135814 h 472497"/>
                <a:gd name="connsiteX477" fmla="*/ 13535 w 892181"/>
                <a:gd name="connsiteY477" fmla="*/ 134325 h 472497"/>
                <a:gd name="connsiteX478" fmla="*/ 12791 w 892181"/>
                <a:gd name="connsiteY478" fmla="*/ 132093 h 472497"/>
                <a:gd name="connsiteX479" fmla="*/ 10558 w 892181"/>
                <a:gd name="connsiteY479" fmla="*/ 131349 h 472497"/>
                <a:gd name="connsiteX480" fmla="*/ 9814 w 892181"/>
                <a:gd name="connsiteY480" fmla="*/ 129116 h 472497"/>
                <a:gd name="connsiteX481" fmla="*/ 8326 w 892181"/>
                <a:gd name="connsiteY481" fmla="*/ 128744 h 472497"/>
                <a:gd name="connsiteX482" fmla="*/ 6838 w 892181"/>
                <a:gd name="connsiteY482" fmla="*/ 128372 h 472497"/>
                <a:gd name="connsiteX483" fmla="*/ 6094 w 892181"/>
                <a:gd name="connsiteY483" fmla="*/ 126140 h 472497"/>
                <a:gd name="connsiteX484" fmla="*/ 3815 w 892181"/>
                <a:gd name="connsiteY484" fmla="*/ 125163 h 472497"/>
                <a:gd name="connsiteX485" fmla="*/ 1629 w 892181"/>
                <a:gd name="connsiteY485" fmla="*/ 123907 h 472497"/>
                <a:gd name="connsiteX486" fmla="*/ 1629 w 892181"/>
                <a:gd name="connsiteY486" fmla="*/ 119443 h 472497"/>
                <a:gd name="connsiteX487" fmla="*/ 6838 w 892181"/>
                <a:gd name="connsiteY487" fmla="*/ 117210 h 472497"/>
                <a:gd name="connsiteX488" fmla="*/ 6838 w 892181"/>
                <a:gd name="connsiteY488" fmla="*/ 114978 h 472497"/>
                <a:gd name="connsiteX489" fmla="*/ 17256 w 892181"/>
                <a:gd name="connsiteY489" fmla="*/ 114234 h 472497"/>
                <a:gd name="connsiteX490" fmla="*/ 17256 w 892181"/>
                <a:gd name="connsiteY490" fmla="*/ 111257 h 472497"/>
                <a:gd name="connsiteX491" fmla="*/ 19346 w 892181"/>
                <a:gd name="connsiteY491" fmla="*/ 111173 h 472497"/>
                <a:gd name="connsiteX492" fmla="*/ 22046 w 892181"/>
                <a:gd name="connsiteY492" fmla="*/ 111024 h 472497"/>
                <a:gd name="connsiteX493" fmla="*/ 24741 w 892181"/>
                <a:gd name="connsiteY493" fmla="*/ 110894 h 472497"/>
                <a:gd name="connsiteX494" fmla="*/ 26929 w 892181"/>
                <a:gd name="connsiteY494" fmla="*/ 110513 h 472497"/>
                <a:gd name="connsiteX495" fmla="*/ 27674 w 892181"/>
                <a:gd name="connsiteY495" fmla="*/ 108280 h 472497"/>
                <a:gd name="connsiteX496" fmla="*/ 32883 w 892181"/>
                <a:gd name="connsiteY496" fmla="*/ 107536 h 472497"/>
                <a:gd name="connsiteX497" fmla="*/ 37347 w 892181"/>
                <a:gd name="connsiteY497" fmla="*/ 106792 h 472497"/>
                <a:gd name="connsiteX498" fmla="*/ 38092 w 892181"/>
                <a:gd name="connsiteY498" fmla="*/ 104560 h 472497"/>
                <a:gd name="connsiteX499" fmla="*/ 45603 w 892181"/>
                <a:gd name="connsiteY499" fmla="*/ 104191 h 472497"/>
                <a:gd name="connsiteX500" fmla="*/ 47765 w 892181"/>
                <a:gd name="connsiteY500" fmla="*/ 103816 h 472497"/>
                <a:gd name="connsiteX501" fmla="*/ 48114 w 892181"/>
                <a:gd name="connsiteY501" fmla="*/ 102327 h 472497"/>
                <a:gd name="connsiteX502" fmla="*/ 48510 w 892181"/>
                <a:gd name="connsiteY502" fmla="*/ 100839 h 472497"/>
                <a:gd name="connsiteX503" fmla="*/ 53719 w 892181"/>
                <a:gd name="connsiteY503" fmla="*/ 100420 h 472497"/>
                <a:gd name="connsiteX504" fmla="*/ 58928 w 892181"/>
                <a:gd name="connsiteY504" fmla="*/ 100095 h 472497"/>
                <a:gd name="connsiteX505" fmla="*/ 59672 w 892181"/>
                <a:gd name="connsiteY505" fmla="*/ 97862 h 472497"/>
                <a:gd name="connsiteX506" fmla="*/ 65299 w 892181"/>
                <a:gd name="connsiteY506" fmla="*/ 97351 h 472497"/>
                <a:gd name="connsiteX507" fmla="*/ 66902 w 892181"/>
                <a:gd name="connsiteY507" fmla="*/ 97274 h 472497"/>
                <a:gd name="connsiteX508" fmla="*/ 70834 w 892181"/>
                <a:gd name="connsiteY508" fmla="*/ 97118 h 472497"/>
                <a:gd name="connsiteX509" fmla="*/ 70834 w 892181"/>
                <a:gd name="connsiteY509" fmla="*/ 94142 h 472497"/>
                <a:gd name="connsiteX510" fmla="*/ 73249 w 892181"/>
                <a:gd name="connsiteY510" fmla="*/ 94057 h 472497"/>
                <a:gd name="connsiteX511" fmla="*/ 76368 w 892181"/>
                <a:gd name="connsiteY511" fmla="*/ 93909 h 472497"/>
                <a:gd name="connsiteX512" fmla="*/ 77963 w 892181"/>
                <a:gd name="connsiteY512" fmla="*/ 93858 h 472497"/>
                <a:gd name="connsiteX513" fmla="*/ 81996 w 892181"/>
                <a:gd name="connsiteY513" fmla="*/ 93398 h 472497"/>
                <a:gd name="connsiteX514" fmla="*/ 82740 w 892181"/>
                <a:gd name="connsiteY514" fmla="*/ 91165 h 472497"/>
                <a:gd name="connsiteX515" fmla="*/ 87112 w 892181"/>
                <a:gd name="connsiteY515" fmla="*/ 90700 h 472497"/>
                <a:gd name="connsiteX516" fmla="*/ 93902 w 892181"/>
                <a:gd name="connsiteY516" fmla="*/ 89677 h 472497"/>
                <a:gd name="connsiteX517" fmla="*/ 94646 w 892181"/>
                <a:gd name="connsiteY517" fmla="*/ 87444 h 472497"/>
                <a:gd name="connsiteX518" fmla="*/ 102291 w 892181"/>
                <a:gd name="connsiteY518" fmla="*/ 87117 h 472497"/>
                <a:gd name="connsiteX519" fmla="*/ 106553 w 892181"/>
                <a:gd name="connsiteY519" fmla="*/ 86700 h 472497"/>
                <a:gd name="connsiteX520" fmla="*/ 107297 w 892181"/>
                <a:gd name="connsiteY520" fmla="*/ 83724 h 472497"/>
                <a:gd name="connsiteX521" fmla="*/ 112878 w 892181"/>
                <a:gd name="connsiteY521" fmla="*/ 83305 h 472497"/>
                <a:gd name="connsiteX522" fmla="*/ 118459 w 892181"/>
                <a:gd name="connsiteY522" fmla="*/ 82980 h 472497"/>
                <a:gd name="connsiteX523" fmla="*/ 119203 w 892181"/>
                <a:gd name="connsiteY523" fmla="*/ 80747 h 472497"/>
                <a:gd name="connsiteX524" fmla="*/ 122206 w 892181"/>
                <a:gd name="connsiteY524" fmla="*/ 80366 h 472497"/>
                <a:gd name="connsiteX525" fmla="*/ 124030 w 892181"/>
                <a:gd name="connsiteY525" fmla="*/ 80286 h 472497"/>
                <a:gd name="connsiteX526" fmla="*/ 125947 w 892181"/>
                <a:gd name="connsiteY526" fmla="*/ 80236 h 472497"/>
                <a:gd name="connsiteX527" fmla="*/ 127872 w 892181"/>
                <a:gd name="connsiteY527" fmla="*/ 80159 h 472497"/>
                <a:gd name="connsiteX528" fmla="*/ 132597 w 892181"/>
                <a:gd name="connsiteY528" fmla="*/ 80003 h 472497"/>
                <a:gd name="connsiteX529" fmla="*/ 132597 w 892181"/>
                <a:gd name="connsiteY529" fmla="*/ 77027 h 472497"/>
                <a:gd name="connsiteX530" fmla="*/ 135339 w 892181"/>
                <a:gd name="connsiteY530" fmla="*/ 77131 h 472497"/>
                <a:gd name="connsiteX531" fmla="*/ 138876 w 892181"/>
                <a:gd name="connsiteY531" fmla="*/ 77213 h 472497"/>
                <a:gd name="connsiteX532" fmla="*/ 140686 w 892181"/>
                <a:gd name="connsiteY532" fmla="*/ 77288 h 472497"/>
                <a:gd name="connsiteX533" fmla="*/ 145248 w 892181"/>
                <a:gd name="connsiteY533" fmla="*/ 77027 h 472497"/>
                <a:gd name="connsiteX534" fmla="*/ 145992 w 892181"/>
                <a:gd name="connsiteY534" fmla="*/ 74050 h 472497"/>
                <a:gd name="connsiteX535" fmla="*/ 153571 w 892181"/>
                <a:gd name="connsiteY535" fmla="*/ 73687 h 472497"/>
                <a:gd name="connsiteX536" fmla="*/ 157898 w 892181"/>
                <a:gd name="connsiteY536" fmla="*/ 73306 h 472497"/>
                <a:gd name="connsiteX537" fmla="*/ 158610 w 892181"/>
                <a:gd name="connsiteY537" fmla="*/ 71824 h 472497"/>
                <a:gd name="connsiteX538" fmla="*/ 159387 w 892181"/>
                <a:gd name="connsiteY538" fmla="*/ 70329 h 472497"/>
                <a:gd name="connsiteX539" fmla="*/ 162625 w 892181"/>
                <a:gd name="connsiteY539" fmla="*/ 69876 h 472497"/>
                <a:gd name="connsiteX540" fmla="*/ 164543 w 892181"/>
                <a:gd name="connsiteY540" fmla="*/ 69803 h 472497"/>
                <a:gd name="connsiteX541" fmla="*/ 166549 w 892181"/>
                <a:gd name="connsiteY541" fmla="*/ 69771 h 472497"/>
                <a:gd name="connsiteX542" fmla="*/ 168572 w 892181"/>
                <a:gd name="connsiteY542" fmla="*/ 69704 h 472497"/>
                <a:gd name="connsiteX543" fmla="*/ 173525 w 892181"/>
                <a:gd name="connsiteY543" fmla="*/ 69585 h 472497"/>
                <a:gd name="connsiteX544" fmla="*/ 173525 w 892181"/>
                <a:gd name="connsiteY544" fmla="*/ 66609 h 472497"/>
                <a:gd name="connsiteX545" fmla="*/ 174880 w 892181"/>
                <a:gd name="connsiteY545" fmla="*/ 66576 h 472497"/>
                <a:gd name="connsiteX546" fmla="*/ 180920 w 892181"/>
                <a:gd name="connsiteY546" fmla="*/ 66376 h 472497"/>
                <a:gd name="connsiteX547" fmla="*/ 183052 w 892181"/>
                <a:gd name="connsiteY547" fmla="*/ 66325 h 472497"/>
                <a:gd name="connsiteX548" fmla="*/ 185080 w 892181"/>
                <a:gd name="connsiteY548" fmla="*/ 66245 h 472497"/>
                <a:gd name="connsiteX549" fmla="*/ 186957 w 892181"/>
                <a:gd name="connsiteY549" fmla="*/ 66186 h 472497"/>
                <a:gd name="connsiteX550" fmla="*/ 188408 w 892181"/>
                <a:gd name="connsiteY550" fmla="*/ 65864 h 472497"/>
                <a:gd name="connsiteX551" fmla="*/ 189152 w 892181"/>
                <a:gd name="connsiteY551" fmla="*/ 63632 h 472497"/>
                <a:gd name="connsiteX552" fmla="*/ 195431 w 892181"/>
                <a:gd name="connsiteY552" fmla="*/ 63167 h 472497"/>
                <a:gd name="connsiteX553" fmla="*/ 203291 w 892181"/>
                <a:gd name="connsiteY553" fmla="*/ 62144 h 472497"/>
                <a:gd name="connsiteX554" fmla="*/ 203291 w 892181"/>
                <a:gd name="connsiteY554" fmla="*/ 59911 h 472497"/>
                <a:gd name="connsiteX555" fmla="*/ 204714 w 892181"/>
                <a:gd name="connsiteY555" fmla="*/ 59878 h 472497"/>
                <a:gd name="connsiteX556" fmla="*/ 211058 w 892181"/>
                <a:gd name="connsiteY556" fmla="*/ 59679 h 472497"/>
                <a:gd name="connsiteX557" fmla="*/ 213297 w 892181"/>
                <a:gd name="connsiteY557" fmla="*/ 59628 h 472497"/>
                <a:gd name="connsiteX558" fmla="*/ 215427 w 892181"/>
                <a:gd name="connsiteY558" fmla="*/ 59548 h 472497"/>
                <a:gd name="connsiteX559" fmla="*/ 217399 w 892181"/>
                <a:gd name="connsiteY559" fmla="*/ 59489 h 472497"/>
                <a:gd name="connsiteX560" fmla="*/ 218918 w 892181"/>
                <a:gd name="connsiteY560" fmla="*/ 59167 h 472497"/>
                <a:gd name="connsiteX561" fmla="*/ 219662 w 892181"/>
                <a:gd name="connsiteY561" fmla="*/ 56935 h 472497"/>
                <a:gd name="connsiteX562" fmla="*/ 222964 w 892181"/>
                <a:gd name="connsiteY562" fmla="*/ 56659 h 472497"/>
                <a:gd name="connsiteX563" fmla="*/ 224981 w 892181"/>
                <a:gd name="connsiteY563" fmla="*/ 56619 h 472497"/>
                <a:gd name="connsiteX564" fmla="*/ 229225 w 892181"/>
                <a:gd name="connsiteY564" fmla="*/ 56608 h 472497"/>
                <a:gd name="connsiteX565" fmla="*/ 231243 w 892181"/>
                <a:gd name="connsiteY565" fmla="*/ 56566 h 472497"/>
                <a:gd name="connsiteX566" fmla="*/ 233106 w 892181"/>
                <a:gd name="connsiteY566" fmla="*/ 56561 h 472497"/>
                <a:gd name="connsiteX567" fmla="*/ 234545 w 892181"/>
                <a:gd name="connsiteY567" fmla="*/ 56191 h 472497"/>
                <a:gd name="connsiteX568" fmla="*/ 234900 w 892181"/>
                <a:gd name="connsiteY568" fmla="*/ 54701 h 472497"/>
                <a:gd name="connsiteX569" fmla="*/ 235289 w 892181"/>
                <a:gd name="connsiteY569" fmla="*/ 53214 h 472497"/>
                <a:gd name="connsiteX570" fmla="*/ 238864 w 892181"/>
                <a:gd name="connsiteY570" fmla="*/ 52865 h 472497"/>
                <a:gd name="connsiteX571" fmla="*/ 241065 w 892181"/>
                <a:gd name="connsiteY571" fmla="*/ 52833 h 472497"/>
                <a:gd name="connsiteX572" fmla="*/ 245681 w 892181"/>
                <a:gd name="connsiteY572" fmla="*/ 52851 h 472497"/>
                <a:gd name="connsiteX573" fmla="*/ 247887 w 892181"/>
                <a:gd name="connsiteY573" fmla="*/ 52819 h 472497"/>
                <a:gd name="connsiteX574" fmla="*/ 249916 w 892181"/>
                <a:gd name="connsiteY574" fmla="*/ 52829 h 472497"/>
                <a:gd name="connsiteX575" fmla="*/ 253892 w 892181"/>
                <a:gd name="connsiteY575" fmla="*/ 49493 h 472497"/>
                <a:gd name="connsiteX576" fmla="*/ 257476 w 892181"/>
                <a:gd name="connsiteY576" fmla="*/ 49307 h 472497"/>
                <a:gd name="connsiteX577" fmla="*/ 259571 w 892181"/>
                <a:gd name="connsiteY577" fmla="*/ 49377 h 472497"/>
                <a:gd name="connsiteX578" fmla="*/ 261752 w 892181"/>
                <a:gd name="connsiteY578" fmla="*/ 49493 h 472497"/>
                <a:gd name="connsiteX579" fmla="*/ 266034 w 892181"/>
                <a:gd name="connsiteY579" fmla="*/ 49679 h 472497"/>
                <a:gd name="connsiteX580" fmla="*/ 267951 w 892181"/>
                <a:gd name="connsiteY580" fmla="*/ 49784 h 472497"/>
                <a:gd name="connsiteX581" fmla="*/ 269519 w 892181"/>
                <a:gd name="connsiteY581" fmla="*/ 49493 h 472497"/>
                <a:gd name="connsiteX582" fmla="*/ 270218 w 892181"/>
                <a:gd name="connsiteY582" fmla="*/ 48022 h 472497"/>
                <a:gd name="connsiteX583" fmla="*/ 271008 w 892181"/>
                <a:gd name="connsiteY583" fmla="*/ 46517 h 472497"/>
                <a:gd name="connsiteX584" fmla="*/ 275222 w 892181"/>
                <a:gd name="connsiteY584" fmla="*/ 46063 h 472497"/>
                <a:gd name="connsiteX585" fmla="*/ 277751 w 892181"/>
                <a:gd name="connsiteY585" fmla="*/ 45991 h 472497"/>
                <a:gd name="connsiteX586" fmla="*/ 280402 w 892181"/>
                <a:gd name="connsiteY586" fmla="*/ 45959 h 472497"/>
                <a:gd name="connsiteX587" fmla="*/ 283071 w 892181"/>
                <a:gd name="connsiteY587" fmla="*/ 45892 h 472497"/>
                <a:gd name="connsiteX588" fmla="*/ 289611 w 892181"/>
                <a:gd name="connsiteY588" fmla="*/ 45773 h 472497"/>
                <a:gd name="connsiteX589" fmla="*/ 289611 w 892181"/>
                <a:gd name="connsiteY589" fmla="*/ 42796 h 472497"/>
                <a:gd name="connsiteX590" fmla="*/ 291307 w 892181"/>
                <a:gd name="connsiteY590" fmla="*/ 42763 h 472497"/>
                <a:gd name="connsiteX591" fmla="*/ 298866 w 892181"/>
                <a:gd name="connsiteY591" fmla="*/ 42563 h 472497"/>
                <a:gd name="connsiteX592" fmla="*/ 301536 w 892181"/>
                <a:gd name="connsiteY592" fmla="*/ 42513 h 472497"/>
                <a:gd name="connsiteX593" fmla="*/ 304072 w 892181"/>
                <a:gd name="connsiteY593" fmla="*/ 42433 h 472497"/>
                <a:gd name="connsiteX594" fmla="*/ 306422 w 892181"/>
                <a:gd name="connsiteY594" fmla="*/ 42374 h 472497"/>
                <a:gd name="connsiteX595" fmla="*/ 308215 w 892181"/>
                <a:gd name="connsiteY595" fmla="*/ 42052 h 472497"/>
                <a:gd name="connsiteX596" fmla="*/ 308959 w 892181"/>
                <a:gd name="connsiteY596" fmla="*/ 39819 h 472497"/>
                <a:gd name="connsiteX597" fmla="*/ 313075 w 892181"/>
                <a:gd name="connsiteY597" fmla="*/ 39543 h 472497"/>
                <a:gd name="connsiteX598" fmla="*/ 315601 w 892181"/>
                <a:gd name="connsiteY598" fmla="*/ 39504 h 472497"/>
                <a:gd name="connsiteX599" fmla="*/ 320920 w 892181"/>
                <a:gd name="connsiteY599" fmla="*/ 39492 h 472497"/>
                <a:gd name="connsiteX600" fmla="*/ 323446 w 892181"/>
                <a:gd name="connsiteY600" fmla="*/ 39450 h 472497"/>
                <a:gd name="connsiteX601" fmla="*/ 325782 w 892181"/>
                <a:gd name="connsiteY601" fmla="*/ 39446 h 472497"/>
                <a:gd name="connsiteX602" fmla="*/ 327562 w 892181"/>
                <a:gd name="connsiteY602" fmla="*/ 39075 h 472497"/>
                <a:gd name="connsiteX603" fmla="*/ 327894 w 892181"/>
                <a:gd name="connsiteY603" fmla="*/ 37574 h 472497"/>
                <a:gd name="connsiteX604" fmla="*/ 328306 w 892181"/>
                <a:gd name="connsiteY604" fmla="*/ 36099 h 472497"/>
                <a:gd name="connsiteX605" fmla="*/ 333074 w 892181"/>
                <a:gd name="connsiteY605" fmla="*/ 35939 h 472497"/>
                <a:gd name="connsiteX606" fmla="*/ 336007 w 892181"/>
                <a:gd name="connsiteY606" fmla="*/ 36019 h 472497"/>
                <a:gd name="connsiteX607" fmla="*/ 340651 w 892181"/>
                <a:gd name="connsiteY607" fmla="*/ 36216 h 472497"/>
                <a:gd name="connsiteX608" fmla="*/ 345119 w 892181"/>
                <a:gd name="connsiteY608" fmla="*/ 36357 h 472497"/>
                <a:gd name="connsiteX609" fmla="*/ 347833 w 892181"/>
                <a:gd name="connsiteY609" fmla="*/ 36474 h 472497"/>
                <a:gd name="connsiteX610" fmla="*/ 349887 w 892181"/>
                <a:gd name="connsiteY610" fmla="*/ 36099 h 472497"/>
                <a:gd name="connsiteX611" fmla="*/ 350257 w 892181"/>
                <a:gd name="connsiteY611" fmla="*/ 34245 h 472497"/>
                <a:gd name="connsiteX612" fmla="*/ 350631 w 892181"/>
                <a:gd name="connsiteY612" fmla="*/ 32378 h 472497"/>
                <a:gd name="connsiteX613" fmla="*/ 355424 w 892181"/>
                <a:gd name="connsiteY613" fmla="*/ 32015 h 472497"/>
                <a:gd name="connsiteX614" fmla="*/ 358367 w 892181"/>
                <a:gd name="connsiteY614" fmla="*/ 32051 h 472497"/>
                <a:gd name="connsiteX615" fmla="*/ 361467 w 892181"/>
                <a:gd name="connsiteY615" fmla="*/ 32146 h 472497"/>
                <a:gd name="connsiteX616" fmla="*/ 364576 w 892181"/>
                <a:gd name="connsiteY616" fmla="*/ 32196 h 472497"/>
                <a:gd name="connsiteX617" fmla="*/ 372211 w 892181"/>
                <a:gd name="connsiteY617" fmla="*/ 32378 h 472497"/>
                <a:gd name="connsiteX618" fmla="*/ 372211 w 892181"/>
                <a:gd name="connsiteY618" fmla="*/ 29402 h 472497"/>
                <a:gd name="connsiteX619" fmla="*/ 396023 w 892181"/>
                <a:gd name="connsiteY619" fmla="*/ 28657 h 472497"/>
                <a:gd name="connsiteX620" fmla="*/ 396023 w 892181"/>
                <a:gd name="connsiteY620" fmla="*/ 25681 h 472497"/>
                <a:gd name="connsiteX621" fmla="*/ 421324 w 892181"/>
                <a:gd name="connsiteY621" fmla="*/ 25681 h 472497"/>
                <a:gd name="connsiteX622" fmla="*/ 421324 w 892181"/>
                <a:gd name="connsiteY622" fmla="*/ 22704 h 472497"/>
                <a:gd name="connsiteX623" fmla="*/ 448857 w 892181"/>
                <a:gd name="connsiteY623" fmla="*/ 21960 h 472497"/>
                <a:gd name="connsiteX624" fmla="*/ 448857 w 892181"/>
                <a:gd name="connsiteY624" fmla="*/ 18984 h 472497"/>
                <a:gd name="connsiteX625" fmla="*/ 451566 w 892181"/>
                <a:gd name="connsiteY625" fmla="*/ 18951 h 472497"/>
                <a:gd name="connsiteX626" fmla="*/ 461493 w 892181"/>
                <a:gd name="connsiteY626" fmla="*/ 18788 h 472497"/>
                <a:gd name="connsiteX627" fmla="*/ 465793 w 892181"/>
                <a:gd name="connsiteY627" fmla="*/ 18726 h 472497"/>
                <a:gd name="connsiteX628" fmla="*/ 471966 w 892181"/>
                <a:gd name="connsiteY628" fmla="*/ 18620 h 472497"/>
                <a:gd name="connsiteX629" fmla="*/ 473916 w 892181"/>
                <a:gd name="connsiteY629" fmla="*/ 18606 h 472497"/>
                <a:gd name="connsiteX630" fmla="*/ 478623 w 892181"/>
                <a:gd name="connsiteY630" fmla="*/ 18239 h 472497"/>
                <a:gd name="connsiteX631" fmla="*/ 480111 w 892181"/>
                <a:gd name="connsiteY631" fmla="*/ 16007 h 472497"/>
                <a:gd name="connsiteX632" fmla="*/ 492453 w 892181"/>
                <a:gd name="connsiteY632" fmla="*/ 15295 h 472497"/>
                <a:gd name="connsiteX633" fmla="*/ 496037 w 892181"/>
                <a:gd name="connsiteY633" fmla="*/ 15343 h 472497"/>
                <a:gd name="connsiteX634" fmla="*/ 501623 w 892181"/>
                <a:gd name="connsiteY634" fmla="*/ 15447 h 472497"/>
                <a:gd name="connsiteX635" fmla="*/ 507057 w 892181"/>
                <a:gd name="connsiteY635" fmla="*/ 15527 h 472497"/>
                <a:gd name="connsiteX636" fmla="*/ 508753 w 892181"/>
                <a:gd name="connsiteY636" fmla="*/ 15581 h 472497"/>
                <a:gd name="connsiteX637" fmla="*/ 512853 w 892181"/>
                <a:gd name="connsiteY637" fmla="*/ 15263 h 472497"/>
                <a:gd name="connsiteX638" fmla="*/ 513515 w 892181"/>
                <a:gd name="connsiteY638" fmla="*/ 13780 h 472497"/>
                <a:gd name="connsiteX639" fmla="*/ 514342 w 892181"/>
                <a:gd name="connsiteY639" fmla="*/ 12286 h 472497"/>
                <a:gd name="connsiteX640" fmla="*/ 518199 w 892181"/>
                <a:gd name="connsiteY640" fmla="*/ 11880 h 472497"/>
                <a:gd name="connsiteX641" fmla="*/ 520637 w 892181"/>
                <a:gd name="connsiteY641" fmla="*/ 11836 h 472497"/>
                <a:gd name="connsiteX642" fmla="*/ 523277 w 892181"/>
                <a:gd name="connsiteY642" fmla="*/ 11833 h 472497"/>
                <a:gd name="connsiteX643" fmla="*/ 525974 w 892181"/>
                <a:gd name="connsiteY643" fmla="*/ 11796 h 472497"/>
                <a:gd name="connsiteX644" fmla="*/ 534526 w 892181"/>
                <a:gd name="connsiteY644" fmla="*/ 11728 h 472497"/>
                <a:gd name="connsiteX645" fmla="*/ 540314 w 892181"/>
                <a:gd name="connsiteY645" fmla="*/ 11661 h 472497"/>
                <a:gd name="connsiteX646" fmla="*/ 554525 w 892181"/>
                <a:gd name="connsiteY646" fmla="*/ 11542 h 472497"/>
                <a:gd name="connsiteX647" fmla="*/ 554525 w 892181"/>
                <a:gd name="connsiteY647" fmla="*/ 8566 h 472497"/>
                <a:gd name="connsiteX648" fmla="*/ 604383 w 892181"/>
                <a:gd name="connsiteY648" fmla="*/ 8566 h 472497"/>
                <a:gd name="connsiteX649" fmla="*/ 604383 w 892181"/>
                <a:gd name="connsiteY649" fmla="*/ 5589 h 472497"/>
                <a:gd name="connsiteX650" fmla="*/ 605822 w 892181"/>
                <a:gd name="connsiteY650" fmla="*/ 5586 h 472497"/>
                <a:gd name="connsiteX651" fmla="*/ 640437 w 892181"/>
                <a:gd name="connsiteY651" fmla="*/ 5452 h 472497"/>
                <a:gd name="connsiteX652" fmla="*/ 657176 w 892181"/>
                <a:gd name="connsiteY652" fmla="*/ 5387 h 472497"/>
                <a:gd name="connsiteX653" fmla="*/ 671761 w 892181"/>
                <a:gd name="connsiteY653" fmla="*/ 5325 h 472497"/>
                <a:gd name="connsiteX654" fmla="*/ 679489 w 892181"/>
                <a:gd name="connsiteY654" fmla="*/ 5297 h 472497"/>
                <a:gd name="connsiteX655" fmla="*/ 688101 w 892181"/>
                <a:gd name="connsiteY655" fmla="*/ 5251 h 472497"/>
                <a:gd name="connsiteX656" fmla="*/ 690708 w 892181"/>
                <a:gd name="connsiteY656" fmla="*/ 5262 h 472497"/>
                <a:gd name="connsiteX657" fmla="*/ 693064 w 892181"/>
                <a:gd name="connsiteY657" fmla="*/ 5231 h 472497"/>
                <a:gd name="connsiteX658" fmla="*/ 695123 w 892181"/>
                <a:gd name="connsiteY658" fmla="*/ 5223 h 472497"/>
                <a:gd name="connsiteX659" fmla="*/ 696656 w 892181"/>
                <a:gd name="connsiteY659" fmla="*/ 4845 h 472497"/>
                <a:gd name="connsiteX660" fmla="*/ 697400 w 892181"/>
                <a:gd name="connsiteY660" fmla="*/ 1868 h 47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Lst>
              <a:rect l="l" t="t" r="r" b="b"/>
              <a:pathLst>
                <a:path w="892181" h="472497">
                  <a:moveTo>
                    <a:pt x="697400" y="1868"/>
                  </a:moveTo>
                  <a:cubicBezTo>
                    <a:pt x="699677" y="1574"/>
                    <a:pt x="701693" y="1493"/>
                    <a:pt x="703974" y="1530"/>
                  </a:cubicBezTo>
                  <a:cubicBezTo>
                    <a:pt x="704664" y="1530"/>
                    <a:pt x="705353" y="1530"/>
                    <a:pt x="706064" y="1529"/>
                  </a:cubicBezTo>
                  <a:cubicBezTo>
                    <a:pt x="708355" y="1531"/>
                    <a:pt x="710646" y="1554"/>
                    <a:pt x="712937" y="1578"/>
                  </a:cubicBezTo>
                  <a:cubicBezTo>
                    <a:pt x="714521" y="1583"/>
                    <a:pt x="716105" y="1587"/>
                    <a:pt x="717689" y="1590"/>
                  </a:cubicBezTo>
                  <a:cubicBezTo>
                    <a:pt x="721867" y="1602"/>
                    <a:pt x="726044" y="1631"/>
                    <a:pt x="730222" y="1664"/>
                  </a:cubicBezTo>
                  <a:cubicBezTo>
                    <a:pt x="734482" y="1694"/>
                    <a:pt x="738741" y="1708"/>
                    <a:pt x="743001" y="1723"/>
                  </a:cubicBezTo>
                  <a:cubicBezTo>
                    <a:pt x="751365" y="1755"/>
                    <a:pt x="759729" y="1806"/>
                    <a:pt x="768094" y="1868"/>
                  </a:cubicBezTo>
                  <a:cubicBezTo>
                    <a:pt x="768094" y="2605"/>
                    <a:pt x="768094" y="3342"/>
                    <a:pt x="768094" y="4101"/>
                  </a:cubicBezTo>
                  <a:cubicBezTo>
                    <a:pt x="769841" y="4974"/>
                    <a:pt x="770892" y="4947"/>
                    <a:pt x="772840" y="4963"/>
                  </a:cubicBezTo>
                  <a:cubicBezTo>
                    <a:pt x="773525" y="4970"/>
                    <a:pt x="774209" y="4977"/>
                    <a:pt x="774914" y="4985"/>
                  </a:cubicBezTo>
                  <a:cubicBezTo>
                    <a:pt x="775668" y="4989"/>
                    <a:pt x="776421" y="4993"/>
                    <a:pt x="777197" y="4998"/>
                  </a:cubicBezTo>
                  <a:cubicBezTo>
                    <a:pt x="777988" y="5005"/>
                    <a:pt x="778779" y="5012"/>
                    <a:pt x="779595" y="5020"/>
                  </a:cubicBezTo>
                  <a:cubicBezTo>
                    <a:pt x="782220" y="5044"/>
                    <a:pt x="784845" y="5062"/>
                    <a:pt x="787470" y="5080"/>
                  </a:cubicBezTo>
                  <a:cubicBezTo>
                    <a:pt x="789287" y="5096"/>
                    <a:pt x="791103" y="5111"/>
                    <a:pt x="792920" y="5127"/>
                  </a:cubicBezTo>
                  <a:cubicBezTo>
                    <a:pt x="797708" y="5168"/>
                    <a:pt x="802496" y="5205"/>
                    <a:pt x="807284" y="5241"/>
                  </a:cubicBezTo>
                  <a:cubicBezTo>
                    <a:pt x="812167" y="5278"/>
                    <a:pt x="817050" y="5320"/>
                    <a:pt x="821933" y="5361"/>
                  </a:cubicBezTo>
                  <a:cubicBezTo>
                    <a:pt x="831520" y="5441"/>
                    <a:pt x="841107" y="5517"/>
                    <a:pt x="850693" y="5589"/>
                  </a:cubicBezTo>
                  <a:cubicBezTo>
                    <a:pt x="850693" y="6571"/>
                    <a:pt x="850693" y="7554"/>
                    <a:pt x="850693" y="8566"/>
                  </a:cubicBezTo>
                  <a:cubicBezTo>
                    <a:pt x="851214" y="8562"/>
                    <a:pt x="851734" y="8559"/>
                    <a:pt x="852270" y="8556"/>
                  </a:cubicBezTo>
                  <a:cubicBezTo>
                    <a:pt x="857165" y="8526"/>
                    <a:pt x="862060" y="8503"/>
                    <a:pt x="866955" y="8488"/>
                  </a:cubicBezTo>
                  <a:cubicBezTo>
                    <a:pt x="869471" y="8481"/>
                    <a:pt x="871988" y="8470"/>
                    <a:pt x="874505" y="8453"/>
                  </a:cubicBezTo>
                  <a:cubicBezTo>
                    <a:pt x="877395" y="8434"/>
                    <a:pt x="880286" y="8427"/>
                    <a:pt x="883177" y="8420"/>
                  </a:cubicBezTo>
                  <a:cubicBezTo>
                    <a:pt x="884084" y="8413"/>
                    <a:pt x="884992" y="8405"/>
                    <a:pt x="885927" y="8397"/>
                  </a:cubicBezTo>
                  <a:cubicBezTo>
                    <a:pt x="887179" y="8397"/>
                    <a:pt x="887179" y="8397"/>
                    <a:pt x="888455" y="8397"/>
                  </a:cubicBezTo>
                  <a:cubicBezTo>
                    <a:pt x="889194" y="8393"/>
                    <a:pt x="889933" y="8390"/>
                    <a:pt x="890694" y="8387"/>
                  </a:cubicBezTo>
                  <a:cubicBezTo>
                    <a:pt x="891521" y="8475"/>
                    <a:pt x="891521" y="8475"/>
                    <a:pt x="892365" y="8566"/>
                  </a:cubicBezTo>
                  <a:cubicBezTo>
                    <a:pt x="893328" y="10491"/>
                    <a:pt x="893288" y="11998"/>
                    <a:pt x="893342" y="14147"/>
                  </a:cubicBezTo>
                  <a:cubicBezTo>
                    <a:pt x="893370" y="14876"/>
                    <a:pt x="893397" y="15605"/>
                    <a:pt x="893426" y="16356"/>
                  </a:cubicBezTo>
                  <a:cubicBezTo>
                    <a:pt x="893321" y="16977"/>
                    <a:pt x="893217" y="17599"/>
                    <a:pt x="893109" y="18239"/>
                  </a:cubicBezTo>
                  <a:cubicBezTo>
                    <a:pt x="891653" y="19100"/>
                    <a:pt x="891653" y="19100"/>
                    <a:pt x="890133" y="19728"/>
                  </a:cubicBezTo>
                  <a:cubicBezTo>
                    <a:pt x="889887" y="20464"/>
                    <a:pt x="889641" y="21201"/>
                    <a:pt x="889388" y="21960"/>
                  </a:cubicBezTo>
                  <a:cubicBezTo>
                    <a:pt x="888897" y="22206"/>
                    <a:pt x="888406" y="22451"/>
                    <a:pt x="887900" y="22704"/>
                  </a:cubicBezTo>
                  <a:cubicBezTo>
                    <a:pt x="887793" y="23211"/>
                    <a:pt x="887685" y="23717"/>
                    <a:pt x="887575" y="24239"/>
                  </a:cubicBezTo>
                  <a:cubicBezTo>
                    <a:pt x="887437" y="24715"/>
                    <a:pt x="887298" y="25191"/>
                    <a:pt x="887156" y="25681"/>
                  </a:cubicBezTo>
                  <a:cubicBezTo>
                    <a:pt x="886419" y="25681"/>
                    <a:pt x="885683" y="25681"/>
                    <a:pt x="884924" y="25681"/>
                  </a:cubicBezTo>
                  <a:cubicBezTo>
                    <a:pt x="884924" y="26909"/>
                    <a:pt x="884924" y="28136"/>
                    <a:pt x="884924" y="29402"/>
                  </a:cubicBezTo>
                  <a:cubicBezTo>
                    <a:pt x="883941" y="29402"/>
                    <a:pt x="882959" y="29402"/>
                    <a:pt x="881947" y="29402"/>
                  </a:cubicBezTo>
                  <a:cubicBezTo>
                    <a:pt x="881993" y="30000"/>
                    <a:pt x="882039" y="30599"/>
                    <a:pt x="882087" y="31215"/>
                  </a:cubicBezTo>
                  <a:cubicBezTo>
                    <a:pt x="882041" y="31845"/>
                    <a:pt x="881995" y="32474"/>
                    <a:pt x="881947" y="33122"/>
                  </a:cubicBezTo>
                  <a:cubicBezTo>
                    <a:pt x="880842" y="33491"/>
                    <a:pt x="880842" y="33491"/>
                    <a:pt x="879715" y="33866"/>
                  </a:cubicBezTo>
                  <a:cubicBezTo>
                    <a:pt x="879438" y="34851"/>
                    <a:pt x="879189" y="35844"/>
                    <a:pt x="878971" y="36843"/>
                  </a:cubicBezTo>
                  <a:cubicBezTo>
                    <a:pt x="878479" y="37088"/>
                    <a:pt x="877988" y="37334"/>
                    <a:pt x="877482" y="37587"/>
                  </a:cubicBezTo>
                  <a:cubicBezTo>
                    <a:pt x="877237" y="38324"/>
                    <a:pt x="876991" y="39060"/>
                    <a:pt x="876738" y="39819"/>
                  </a:cubicBezTo>
                  <a:cubicBezTo>
                    <a:pt x="876013" y="40582"/>
                    <a:pt x="875264" y="41323"/>
                    <a:pt x="874506" y="42052"/>
                  </a:cubicBezTo>
                  <a:cubicBezTo>
                    <a:pt x="873393" y="43375"/>
                    <a:pt x="872294" y="44710"/>
                    <a:pt x="871204" y="46052"/>
                  </a:cubicBezTo>
                  <a:cubicBezTo>
                    <a:pt x="870637" y="46748"/>
                    <a:pt x="870070" y="47444"/>
                    <a:pt x="869486" y="48162"/>
                  </a:cubicBezTo>
                  <a:cubicBezTo>
                    <a:pt x="868369" y="49544"/>
                    <a:pt x="867274" y="50943"/>
                    <a:pt x="866201" y="52359"/>
                  </a:cubicBezTo>
                  <a:cubicBezTo>
                    <a:pt x="865749" y="52887"/>
                    <a:pt x="865297" y="53415"/>
                    <a:pt x="864832" y="53958"/>
                  </a:cubicBezTo>
                  <a:cubicBezTo>
                    <a:pt x="864341" y="53958"/>
                    <a:pt x="863850" y="53958"/>
                    <a:pt x="863344" y="53958"/>
                  </a:cubicBezTo>
                  <a:cubicBezTo>
                    <a:pt x="863221" y="54449"/>
                    <a:pt x="863098" y="54940"/>
                    <a:pt x="862972" y="55446"/>
                  </a:cubicBezTo>
                  <a:cubicBezTo>
                    <a:pt x="862849" y="55938"/>
                    <a:pt x="862726" y="56429"/>
                    <a:pt x="862599" y="56935"/>
                  </a:cubicBezTo>
                  <a:cubicBezTo>
                    <a:pt x="862108" y="56935"/>
                    <a:pt x="861617" y="56935"/>
                    <a:pt x="861111" y="56935"/>
                  </a:cubicBezTo>
                  <a:cubicBezTo>
                    <a:pt x="860896" y="57487"/>
                    <a:pt x="860681" y="58040"/>
                    <a:pt x="860460" y="58609"/>
                  </a:cubicBezTo>
                  <a:cubicBezTo>
                    <a:pt x="859524" y="60897"/>
                    <a:pt x="858551" y="62074"/>
                    <a:pt x="856646" y="63632"/>
                  </a:cubicBezTo>
                  <a:cubicBezTo>
                    <a:pt x="855910" y="63632"/>
                    <a:pt x="855173" y="63632"/>
                    <a:pt x="854414" y="63632"/>
                  </a:cubicBezTo>
                  <a:cubicBezTo>
                    <a:pt x="854414" y="64614"/>
                    <a:pt x="854414" y="65597"/>
                    <a:pt x="854414" y="66609"/>
                  </a:cubicBezTo>
                  <a:cubicBezTo>
                    <a:pt x="853309" y="66977"/>
                    <a:pt x="853309" y="66977"/>
                    <a:pt x="852181" y="67353"/>
                  </a:cubicBezTo>
                  <a:cubicBezTo>
                    <a:pt x="852059" y="67859"/>
                    <a:pt x="851936" y="68366"/>
                    <a:pt x="851809" y="68887"/>
                  </a:cubicBezTo>
                  <a:cubicBezTo>
                    <a:pt x="851687" y="69363"/>
                    <a:pt x="851564" y="69839"/>
                    <a:pt x="851437" y="70329"/>
                  </a:cubicBezTo>
                  <a:cubicBezTo>
                    <a:pt x="850701" y="70329"/>
                    <a:pt x="849964" y="70329"/>
                    <a:pt x="849205" y="70329"/>
                  </a:cubicBezTo>
                  <a:cubicBezTo>
                    <a:pt x="849205" y="71312"/>
                    <a:pt x="849205" y="72294"/>
                    <a:pt x="849205" y="73306"/>
                  </a:cubicBezTo>
                  <a:cubicBezTo>
                    <a:pt x="848223" y="73306"/>
                    <a:pt x="847240" y="73306"/>
                    <a:pt x="846228" y="73306"/>
                  </a:cubicBezTo>
                  <a:cubicBezTo>
                    <a:pt x="845729" y="74747"/>
                    <a:pt x="845729" y="74747"/>
                    <a:pt x="845484" y="76282"/>
                  </a:cubicBezTo>
                  <a:cubicBezTo>
                    <a:pt x="844993" y="76528"/>
                    <a:pt x="844502" y="76773"/>
                    <a:pt x="843996" y="77027"/>
                  </a:cubicBezTo>
                  <a:cubicBezTo>
                    <a:pt x="843888" y="77518"/>
                    <a:pt x="843781" y="78009"/>
                    <a:pt x="843670" y="78515"/>
                  </a:cubicBezTo>
                  <a:cubicBezTo>
                    <a:pt x="843532" y="79006"/>
                    <a:pt x="843394" y="79497"/>
                    <a:pt x="843252" y="80003"/>
                  </a:cubicBezTo>
                  <a:cubicBezTo>
                    <a:pt x="842147" y="80371"/>
                    <a:pt x="842147" y="80371"/>
                    <a:pt x="841019" y="80747"/>
                  </a:cubicBezTo>
                  <a:cubicBezTo>
                    <a:pt x="839999" y="82203"/>
                    <a:pt x="839181" y="83722"/>
                    <a:pt x="838325" y="85279"/>
                  </a:cubicBezTo>
                  <a:cubicBezTo>
                    <a:pt x="837145" y="86913"/>
                    <a:pt x="836126" y="87361"/>
                    <a:pt x="834322" y="88189"/>
                  </a:cubicBezTo>
                  <a:cubicBezTo>
                    <a:pt x="833814" y="89175"/>
                    <a:pt x="833317" y="90167"/>
                    <a:pt x="832834" y="91165"/>
                  </a:cubicBezTo>
                  <a:cubicBezTo>
                    <a:pt x="831729" y="91534"/>
                    <a:pt x="831729" y="91534"/>
                    <a:pt x="830601" y="91909"/>
                  </a:cubicBezTo>
                  <a:cubicBezTo>
                    <a:pt x="830356" y="92646"/>
                    <a:pt x="830110" y="93383"/>
                    <a:pt x="829857" y="94142"/>
                  </a:cubicBezTo>
                  <a:cubicBezTo>
                    <a:pt x="828752" y="94510"/>
                    <a:pt x="828752" y="94510"/>
                    <a:pt x="827625" y="94886"/>
                  </a:cubicBezTo>
                  <a:cubicBezTo>
                    <a:pt x="827379" y="95623"/>
                    <a:pt x="827134" y="96359"/>
                    <a:pt x="826881" y="97118"/>
                  </a:cubicBezTo>
                  <a:cubicBezTo>
                    <a:pt x="826144" y="97364"/>
                    <a:pt x="825407" y="97609"/>
                    <a:pt x="824648" y="97862"/>
                  </a:cubicBezTo>
                  <a:cubicBezTo>
                    <a:pt x="824128" y="98842"/>
                    <a:pt x="823631" y="99835"/>
                    <a:pt x="823160" y="100839"/>
                  </a:cubicBezTo>
                  <a:cubicBezTo>
                    <a:pt x="822669" y="101085"/>
                    <a:pt x="822178" y="101330"/>
                    <a:pt x="821672" y="101583"/>
                  </a:cubicBezTo>
                  <a:cubicBezTo>
                    <a:pt x="821426" y="102320"/>
                    <a:pt x="821181" y="103057"/>
                    <a:pt x="820928" y="103816"/>
                  </a:cubicBezTo>
                  <a:cubicBezTo>
                    <a:pt x="819942" y="104324"/>
                    <a:pt x="818949" y="104820"/>
                    <a:pt x="817951" y="105304"/>
                  </a:cubicBezTo>
                  <a:cubicBezTo>
                    <a:pt x="817460" y="106041"/>
                    <a:pt x="816969" y="106777"/>
                    <a:pt x="816463" y="107536"/>
                  </a:cubicBezTo>
                  <a:cubicBezTo>
                    <a:pt x="815726" y="107782"/>
                    <a:pt x="814989" y="108027"/>
                    <a:pt x="814230" y="108280"/>
                  </a:cubicBezTo>
                  <a:cubicBezTo>
                    <a:pt x="813985" y="109017"/>
                    <a:pt x="813739" y="109754"/>
                    <a:pt x="813486" y="110513"/>
                  </a:cubicBezTo>
                  <a:cubicBezTo>
                    <a:pt x="812749" y="110758"/>
                    <a:pt x="812013" y="111004"/>
                    <a:pt x="811254" y="111257"/>
                  </a:cubicBezTo>
                  <a:cubicBezTo>
                    <a:pt x="810732" y="112236"/>
                    <a:pt x="810238" y="113230"/>
                    <a:pt x="809765" y="114234"/>
                  </a:cubicBezTo>
                  <a:cubicBezTo>
                    <a:pt x="808696" y="115396"/>
                    <a:pt x="808696" y="115396"/>
                    <a:pt x="807533" y="116466"/>
                  </a:cubicBezTo>
                  <a:cubicBezTo>
                    <a:pt x="806957" y="117065"/>
                    <a:pt x="806957" y="117065"/>
                    <a:pt x="806370" y="117675"/>
                  </a:cubicBezTo>
                  <a:cubicBezTo>
                    <a:pt x="805301" y="118698"/>
                    <a:pt x="805301" y="118698"/>
                    <a:pt x="803812" y="119443"/>
                  </a:cubicBezTo>
                  <a:cubicBezTo>
                    <a:pt x="803567" y="120179"/>
                    <a:pt x="803321" y="120916"/>
                    <a:pt x="803068" y="121675"/>
                  </a:cubicBezTo>
                  <a:cubicBezTo>
                    <a:pt x="802086" y="121675"/>
                    <a:pt x="801104" y="121675"/>
                    <a:pt x="800092" y="121675"/>
                  </a:cubicBezTo>
                  <a:cubicBezTo>
                    <a:pt x="799652" y="123123"/>
                    <a:pt x="799652" y="123123"/>
                    <a:pt x="799347" y="124651"/>
                  </a:cubicBezTo>
                  <a:cubicBezTo>
                    <a:pt x="798611" y="124897"/>
                    <a:pt x="797874" y="125143"/>
                    <a:pt x="797115" y="125396"/>
                  </a:cubicBezTo>
                  <a:cubicBezTo>
                    <a:pt x="796869" y="125887"/>
                    <a:pt x="796624" y="126378"/>
                    <a:pt x="796371" y="126884"/>
                  </a:cubicBezTo>
                  <a:cubicBezTo>
                    <a:pt x="795627" y="128372"/>
                    <a:pt x="795627" y="128372"/>
                    <a:pt x="793394" y="129116"/>
                  </a:cubicBezTo>
                  <a:cubicBezTo>
                    <a:pt x="792645" y="130105"/>
                    <a:pt x="791901" y="131097"/>
                    <a:pt x="791162" y="132093"/>
                  </a:cubicBezTo>
                  <a:cubicBezTo>
                    <a:pt x="790671" y="132093"/>
                    <a:pt x="790180" y="132093"/>
                    <a:pt x="789674" y="132093"/>
                  </a:cubicBezTo>
                  <a:cubicBezTo>
                    <a:pt x="789582" y="132584"/>
                    <a:pt x="789489" y="133075"/>
                    <a:pt x="789395" y="133581"/>
                  </a:cubicBezTo>
                  <a:cubicBezTo>
                    <a:pt x="789241" y="134072"/>
                    <a:pt x="789088" y="134563"/>
                    <a:pt x="788930" y="135069"/>
                  </a:cubicBezTo>
                  <a:cubicBezTo>
                    <a:pt x="787947" y="135069"/>
                    <a:pt x="786965" y="135069"/>
                    <a:pt x="785953" y="135069"/>
                  </a:cubicBezTo>
                  <a:cubicBezTo>
                    <a:pt x="785523" y="136447"/>
                    <a:pt x="785523" y="136447"/>
                    <a:pt x="785209" y="138046"/>
                  </a:cubicBezTo>
                  <a:cubicBezTo>
                    <a:pt x="784049" y="139313"/>
                    <a:pt x="784049" y="139313"/>
                    <a:pt x="782651" y="140464"/>
                  </a:cubicBezTo>
                  <a:cubicBezTo>
                    <a:pt x="781962" y="141046"/>
                    <a:pt x="781962" y="141046"/>
                    <a:pt x="781258" y="141639"/>
                  </a:cubicBezTo>
                  <a:cubicBezTo>
                    <a:pt x="780000" y="142511"/>
                    <a:pt x="780000" y="142511"/>
                    <a:pt x="778512" y="142511"/>
                  </a:cubicBezTo>
                  <a:cubicBezTo>
                    <a:pt x="778419" y="143002"/>
                    <a:pt x="778327" y="143493"/>
                    <a:pt x="778232" y="143999"/>
                  </a:cubicBezTo>
                  <a:cubicBezTo>
                    <a:pt x="778079" y="144490"/>
                    <a:pt x="777926" y="144981"/>
                    <a:pt x="777767" y="145487"/>
                  </a:cubicBezTo>
                  <a:cubicBezTo>
                    <a:pt x="776785" y="145487"/>
                    <a:pt x="775803" y="145487"/>
                    <a:pt x="774791" y="145487"/>
                  </a:cubicBezTo>
                  <a:cubicBezTo>
                    <a:pt x="774291" y="146928"/>
                    <a:pt x="774291" y="146928"/>
                    <a:pt x="774047" y="148464"/>
                  </a:cubicBezTo>
                  <a:cubicBezTo>
                    <a:pt x="773556" y="148710"/>
                    <a:pt x="773064" y="148955"/>
                    <a:pt x="772558" y="149208"/>
                  </a:cubicBezTo>
                  <a:cubicBezTo>
                    <a:pt x="772344" y="149699"/>
                    <a:pt x="772129" y="150190"/>
                    <a:pt x="771907" y="150696"/>
                  </a:cubicBezTo>
                  <a:cubicBezTo>
                    <a:pt x="771631" y="151188"/>
                    <a:pt x="771355" y="151679"/>
                    <a:pt x="771070" y="152185"/>
                  </a:cubicBezTo>
                  <a:cubicBezTo>
                    <a:pt x="770310" y="152369"/>
                    <a:pt x="770310" y="152369"/>
                    <a:pt x="769535" y="152557"/>
                  </a:cubicBezTo>
                  <a:cubicBezTo>
                    <a:pt x="769060" y="152680"/>
                    <a:pt x="768584" y="152802"/>
                    <a:pt x="768094" y="152929"/>
                  </a:cubicBezTo>
                  <a:cubicBezTo>
                    <a:pt x="767909" y="153689"/>
                    <a:pt x="767909" y="153689"/>
                    <a:pt x="767722" y="154464"/>
                  </a:cubicBezTo>
                  <a:cubicBezTo>
                    <a:pt x="767599" y="154939"/>
                    <a:pt x="767476" y="155415"/>
                    <a:pt x="767349" y="155905"/>
                  </a:cubicBezTo>
                  <a:cubicBezTo>
                    <a:pt x="766367" y="155905"/>
                    <a:pt x="765385" y="155905"/>
                    <a:pt x="764373" y="155905"/>
                  </a:cubicBezTo>
                  <a:cubicBezTo>
                    <a:pt x="764373" y="156888"/>
                    <a:pt x="764373" y="157870"/>
                    <a:pt x="764373" y="158882"/>
                  </a:cubicBezTo>
                  <a:cubicBezTo>
                    <a:pt x="763391" y="158882"/>
                    <a:pt x="762408" y="158882"/>
                    <a:pt x="761396" y="158882"/>
                  </a:cubicBezTo>
                  <a:cubicBezTo>
                    <a:pt x="761133" y="159870"/>
                    <a:pt x="760886" y="160863"/>
                    <a:pt x="760652" y="161859"/>
                  </a:cubicBezTo>
                  <a:cubicBezTo>
                    <a:pt x="759673" y="162379"/>
                    <a:pt x="758680" y="162876"/>
                    <a:pt x="757676" y="163347"/>
                  </a:cubicBezTo>
                  <a:cubicBezTo>
                    <a:pt x="757430" y="164084"/>
                    <a:pt x="757184" y="164820"/>
                    <a:pt x="756931" y="165579"/>
                  </a:cubicBezTo>
                  <a:cubicBezTo>
                    <a:pt x="755939" y="165827"/>
                    <a:pt x="754947" y="166075"/>
                    <a:pt x="753955" y="166323"/>
                  </a:cubicBezTo>
                  <a:cubicBezTo>
                    <a:pt x="753709" y="167060"/>
                    <a:pt x="753464" y="167797"/>
                    <a:pt x="753211" y="168556"/>
                  </a:cubicBezTo>
                  <a:cubicBezTo>
                    <a:pt x="752720" y="168663"/>
                    <a:pt x="752228" y="168771"/>
                    <a:pt x="751722" y="168881"/>
                  </a:cubicBezTo>
                  <a:cubicBezTo>
                    <a:pt x="750986" y="169089"/>
                    <a:pt x="750986" y="169089"/>
                    <a:pt x="750234" y="169300"/>
                  </a:cubicBezTo>
                  <a:cubicBezTo>
                    <a:pt x="750083" y="169975"/>
                    <a:pt x="750083" y="169975"/>
                    <a:pt x="749929" y="170663"/>
                  </a:cubicBezTo>
                  <a:cubicBezTo>
                    <a:pt x="749375" y="172699"/>
                    <a:pt x="748546" y="173366"/>
                    <a:pt x="746932" y="174695"/>
                  </a:cubicBezTo>
                  <a:cubicBezTo>
                    <a:pt x="746243" y="175276"/>
                    <a:pt x="746243" y="175276"/>
                    <a:pt x="745540" y="175869"/>
                  </a:cubicBezTo>
                  <a:cubicBezTo>
                    <a:pt x="744281" y="176741"/>
                    <a:pt x="744281" y="176741"/>
                    <a:pt x="742793" y="176741"/>
                  </a:cubicBezTo>
                  <a:cubicBezTo>
                    <a:pt x="742701" y="177232"/>
                    <a:pt x="742609" y="177724"/>
                    <a:pt x="742514" y="178230"/>
                  </a:cubicBezTo>
                  <a:cubicBezTo>
                    <a:pt x="742360" y="178721"/>
                    <a:pt x="742207" y="179212"/>
                    <a:pt x="742049" y="179718"/>
                  </a:cubicBezTo>
                  <a:cubicBezTo>
                    <a:pt x="741066" y="179718"/>
                    <a:pt x="740084" y="179718"/>
                    <a:pt x="739072" y="179718"/>
                  </a:cubicBezTo>
                  <a:cubicBezTo>
                    <a:pt x="738572" y="181159"/>
                    <a:pt x="738572" y="181159"/>
                    <a:pt x="738328" y="182694"/>
                  </a:cubicBezTo>
                  <a:cubicBezTo>
                    <a:pt x="737837" y="182940"/>
                    <a:pt x="737346" y="183186"/>
                    <a:pt x="736840" y="183439"/>
                  </a:cubicBezTo>
                  <a:cubicBezTo>
                    <a:pt x="736625" y="183930"/>
                    <a:pt x="736410" y="184421"/>
                    <a:pt x="736189" y="184927"/>
                  </a:cubicBezTo>
                  <a:cubicBezTo>
                    <a:pt x="735912" y="185418"/>
                    <a:pt x="735636" y="185909"/>
                    <a:pt x="735351" y="186415"/>
                  </a:cubicBezTo>
                  <a:cubicBezTo>
                    <a:pt x="734592" y="186599"/>
                    <a:pt x="734592" y="186599"/>
                    <a:pt x="733817" y="186787"/>
                  </a:cubicBezTo>
                  <a:cubicBezTo>
                    <a:pt x="733341" y="186910"/>
                    <a:pt x="732865" y="187033"/>
                    <a:pt x="732375" y="187159"/>
                  </a:cubicBezTo>
                  <a:cubicBezTo>
                    <a:pt x="732252" y="187666"/>
                    <a:pt x="732129" y="188172"/>
                    <a:pt x="732003" y="188694"/>
                  </a:cubicBezTo>
                  <a:cubicBezTo>
                    <a:pt x="731880" y="189170"/>
                    <a:pt x="731757" y="189646"/>
                    <a:pt x="731631" y="190136"/>
                  </a:cubicBezTo>
                  <a:cubicBezTo>
                    <a:pt x="730648" y="190136"/>
                    <a:pt x="729666" y="190136"/>
                    <a:pt x="728654" y="190136"/>
                  </a:cubicBezTo>
                  <a:cubicBezTo>
                    <a:pt x="728654" y="191118"/>
                    <a:pt x="728654" y="192100"/>
                    <a:pt x="728654" y="193112"/>
                  </a:cubicBezTo>
                  <a:cubicBezTo>
                    <a:pt x="727672" y="193112"/>
                    <a:pt x="726690" y="193112"/>
                    <a:pt x="725678" y="193112"/>
                  </a:cubicBezTo>
                  <a:cubicBezTo>
                    <a:pt x="725144" y="194337"/>
                    <a:pt x="724648" y="195579"/>
                    <a:pt x="724189" y="196833"/>
                  </a:cubicBezTo>
                  <a:cubicBezTo>
                    <a:pt x="723453" y="197079"/>
                    <a:pt x="722716" y="197324"/>
                    <a:pt x="721957" y="197577"/>
                  </a:cubicBezTo>
                  <a:cubicBezTo>
                    <a:pt x="721711" y="198314"/>
                    <a:pt x="721466" y="199051"/>
                    <a:pt x="721213" y="199810"/>
                  </a:cubicBezTo>
                  <a:cubicBezTo>
                    <a:pt x="720221" y="200058"/>
                    <a:pt x="719228" y="200306"/>
                    <a:pt x="718236" y="200554"/>
                  </a:cubicBezTo>
                  <a:cubicBezTo>
                    <a:pt x="717991" y="201291"/>
                    <a:pt x="717745" y="202027"/>
                    <a:pt x="717492" y="202786"/>
                  </a:cubicBezTo>
                  <a:cubicBezTo>
                    <a:pt x="716755" y="203277"/>
                    <a:pt x="716019" y="203769"/>
                    <a:pt x="715260" y="204275"/>
                  </a:cubicBezTo>
                  <a:cubicBezTo>
                    <a:pt x="715014" y="205011"/>
                    <a:pt x="714768" y="205748"/>
                    <a:pt x="714515" y="206507"/>
                  </a:cubicBezTo>
                  <a:cubicBezTo>
                    <a:pt x="713779" y="206753"/>
                    <a:pt x="713042" y="206998"/>
                    <a:pt x="712283" y="207251"/>
                  </a:cubicBezTo>
                  <a:cubicBezTo>
                    <a:pt x="710903" y="208945"/>
                    <a:pt x="709676" y="210717"/>
                    <a:pt x="708426" y="212509"/>
                  </a:cubicBezTo>
                  <a:cubicBezTo>
                    <a:pt x="707980" y="212984"/>
                    <a:pt x="707534" y="213459"/>
                    <a:pt x="707074" y="213948"/>
                  </a:cubicBezTo>
                  <a:cubicBezTo>
                    <a:pt x="706092" y="213948"/>
                    <a:pt x="705110" y="213948"/>
                    <a:pt x="704097" y="213948"/>
                  </a:cubicBezTo>
                  <a:cubicBezTo>
                    <a:pt x="704097" y="214931"/>
                    <a:pt x="704097" y="215913"/>
                    <a:pt x="704097" y="216925"/>
                  </a:cubicBezTo>
                  <a:cubicBezTo>
                    <a:pt x="703115" y="216925"/>
                    <a:pt x="702133" y="216925"/>
                    <a:pt x="701121" y="216925"/>
                  </a:cubicBezTo>
                  <a:cubicBezTo>
                    <a:pt x="700595" y="218153"/>
                    <a:pt x="700105" y="219396"/>
                    <a:pt x="699633" y="220646"/>
                  </a:cubicBezTo>
                  <a:cubicBezTo>
                    <a:pt x="697819" y="222739"/>
                    <a:pt x="697819" y="222739"/>
                    <a:pt x="695912" y="224366"/>
                  </a:cubicBezTo>
                  <a:cubicBezTo>
                    <a:pt x="695175" y="224366"/>
                    <a:pt x="694439" y="224366"/>
                    <a:pt x="693680" y="224366"/>
                  </a:cubicBezTo>
                  <a:cubicBezTo>
                    <a:pt x="693680" y="225349"/>
                    <a:pt x="693680" y="226331"/>
                    <a:pt x="693680" y="227343"/>
                  </a:cubicBezTo>
                  <a:cubicBezTo>
                    <a:pt x="692238" y="227761"/>
                    <a:pt x="692238" y="227761"/>
                    <a:pt x="690703" y="228087"/>
                  </a:cubicBezTo>
                  <a:cubicBezTo>
                    <a:pt x="690457" y="228824"/>
                    <a:pt x="690212" y="229560"/>
                    <a:pt x="689959" y="230319"/>
                  </a:cubicBezTo>
                  <a:cubicBezTo>
                    <a:pt x="689468" y="230427"/>
                    <a:pt x="688977" y="230534"/>
                    <a:pt x="688471" y="230645"/>
                  </a:cubicBezTo>
                  <a:cubicBezTo>
                    <a:pt x="687979" y="230783"/>
                    <a:pt x="687488" y="230921"/>
                    <a:pt x="686982" y="231064"/>
                  </a:cubicBezTo>
                  <a:cubicBezTo>
                    <a:pt x="686859" y="231555"/>
                    <a:pt x="686737" y="232046"/>
                    <a:pt x="686610" y="232552"/>
                  </a:cubicBezTo>
                  <a:cubicBezTo>
                    <a:pt x="686487" y="233043"/>
                    <a:pt x="686365" y="233534"/>
                    <a:pt x="686238" y="234040"/>
                  </a:cubicBezTo>
                  <a:cubicBezTo>
                    <a:pt x="685246" y="234288"/>
                    <a:pt x="684254" y="234536"/>
                    <a:pt x="683262" y="234784"/>
                  </a:cubicBezTo>
                  <a:cubicBezTo>
                    <a:pt x="683139" y="235291"/>
                    <a:pt x="683016" y="235797"/>
                    <a:pt x="682889" y="236319"/>
                  </a:cubicBezTo>
                  <a:cubicBezTo>
                    <a:pt x="682767" y="236795"/>
                    <a:pt x="682644" y="237271"/>
                    <a:pt x="682517" y="237761"/>
                  </a:cubicBezTo>
                  <a:cubicBezTo>
                    <a:pt x="681535" y="237761"/>
                    <a:pt x="680553" y="237761"/>
                    <a:pt x="679541" y="237761"/>
                  </a:cubicBezTo>
                  <a:cubicBezTo>
                    <a:pt x="679541" y="238743"/>
                    <a:pt x="679541" y="239725"/>
                    <a:pt x="679541" y="240737"/>
                  </a:cubicBezTo>
                  <a:cubicBezTo>
                    <a:pt x="678559" y="240737"/>
                    <a:pt x="677576" y="240737"/>
                    <a:pt x="676564" y="240737"/>
                  </a:cubicBezTo>
                  <a:cubicBezTo>
                    <a:pt x="676564" y="241720"/>
                    <a:pt x="676564" y="242702"/>
                    <a:pt x="676564" y="243714"/>
                  </a:cubicBezTo>
                  <a:cubicBezTo>
                    <a:pt x="675574" y="243970"/>
                    <a:pt x="674582" y="244217"/>
                    <a:pt x="673588" y="244458"/>
                  </a:cubicBezTo>
                  <a:cubicBezTo>
                    <a:pt x="673332" y="245448"/>
                    <a:pt x="673085" y="246441"/>
                    <a:pt x="672844" y="247435"/>
                  </a:cubicBezTo>
                  <a:cubicBezTo>
                    <a:pt x="671864" y="247955"/>
                    <a:pt x="670871" y="248452"/>
                    <a:pt x="669867" y="248923"/>
                  </a:cubicBezTo>
                  <a:cubicBezTo>
                    <a:pt x="669621" y="249660"/>
                    <a:pt x="669376" y="250396"/>
                    <a:pt x="669123" y="251155"/>
                  </a:cubicBezTo>
                  <a:cubicBezTo>
                    <a:pt x="668141" y="251155"/>
                    <a:pt x="667158" y="251155"/>
                    <a:pt x="666146" y="251155"/>
                  </a:cubicBezTo>
                  <a:cubicBezTo>
                    <a:pt x="666146" y="252383"/>
                    <a:pt x="666146" y="253611"/>
                    <a:pt x="666146" y="254876"/>
                  </a:cubicBezTo>
                  <a:cubicBezTo>
                    <a:pt x="665164" y="254876"/>
                    <a:pt x="664182" y="254876"/>
                    <a:pt x="663170" y="254876"/>
                  </a:cubicBezTo>
                  <a:cubicBezTo>
                    <a:pt x="663170" y="255858"/>
                    <a:pt x="663170" y="256841"/>
                    <a:pt x="663170" y="257853"/>
                  </a:cubicBezTo>
                  <a:cubicBezTo>
                    <a:pt x="662187" y="257853"/>
                    <a:pt x="661205" y="257853"/>
                    <a:pt x="660193" y="257853"/>
                  </a:cubicBezTo>
                  <a:cubicBezTo>
                    <a:pt x="659334" y="259692"/>
                    <a:pt x="659334" y="259692"/>
                    <a:pt x="658705" y="261573"/>
                  </a:cubicBezTo>
                  <a:cubicBezTo>
                    <a:pt x="658214" y="261573"/>
                    <a:pt x="657723" y="261573"/>
                    <a:pt x="657217" y="261573"/>
                  </a:cubicBezTo>
                  <a:cubicBezTo>
                    <a:pt x="657078" y="262287"/>
                    <a:pt x="657078" y="262287"/>
                    <a:pt x="656938" y="263015"/>
                  </a:cubicBezTo>
                  <a:cubicBezTo>
                    <a:pt x="656784" y="263522"/>
                    <a:pt x="656631" y="264028"/>
                    <a:pt x="656472" y="264550"/>
                  </a:cubicBezTo>
                  <a:cubicBezTo>
                    <a:pt x="655480" y="264798"/>
                    <a:pt x="654488" y="265046"/>
                    <a:pt x="653496" y="265294"/>
                  </a:cubicBezTo>
                  <a:cubicBezTo>
                    <a:pt x="653373" y="265801"/>
                    <a:pt x="653250" y="266307"/>
                    <a:pt x="653124" y="266829"/>
                  </a:cubicBezTo>
                  <a:cubicBezTo>
                    <a:pt x="653001" y="267305"/>
                    <a:pt x="652878" y="267780"/>
                    <a:pt x="652752" y="268271"/>
                  </a:cubicBezTo>
                  <a:cubicBezTo>
                    <a:pt x="651770" y="268271"/>
                    <a:pt x="650787" y="268271"/>
                    <a:pt x="649775" y="268271"/>
                  </a:cubicBezTo>
                  <a:cubicBezTo>
                    <a:pt x="649328" y="269686"/>
                    <a:pt x="649328" y="269686"/>
                    <a:pt x="649031" y="271247"/>
                  </a:cubicBezTo>
                  <a:cubicBezTo>
                    <a:pt x="648294" y="271738"/>
                    <a:pt x="647558" y="272229"/>
                    <a:pt x="646799" y="272735"/>
                  </a:cubicBezTo>
                  <a:cubicBezTo>
                    <a:pt x="646553" y="273472"/>
                    <a:pt x="646308" y="274209"/>
                    <a:pt x="646055" y="274968"/>
                  </a:cubicBezTo>
                  <a:cubicBezTo>
                    <a:pt x="645318" y="274968"/>
                    <a:pt x="644581" y="274968"/>
                    <a:pt x="643822" y="274968"/>
                  </a:cubicBezTo>
                  <a:cubicBezTo>
                    <a:pt x="643383" y="276416"/>
                    <a:pt x="643383" y="276416"/>
                    <a:pt x="643078" y="277944"/>
                  </a:cubicBezTo>
                  <a:cubicBezTo>
                    <a:pt x="642341" y="278313"/>
                    <a:pt x="642341" y="278313"/>
                    <a:pt x="641590" y="278689"/>
                  </a:cubicBezTo>
                  <a:cubicBezTo>
                    <a:pt x="641375" y="279164"/>
                    <a:pt x="641160" y="279640"/>
                    <a:pt x="640939" y="280130"/>
                  </a:cubicBezTo>
                  <a:cubicBezTo>
                    <a:pt x="640101" y="281665"/>
                    <a:pt x="640101" y="281665"/>
                    <a:pt x="638706" y="282270"/>
                  </a:cubicBezTo>
                  <a:cubicBezTo>
                    <a:pt x="636868" y="283297"/>
                    <a:pt x="636608" y="283963"/>
                    <a:pt x="635683" y="285804"/>
                  </a:cubicBezTo>
                  <a:cubicBezTo>
                    <a:pt x="634953" y="287217"/>
                    <a:pt x="634953" y="287217"/>
                    <a:pt x="634148" y="288362"/>
                  </a:cubicBezTo>
                  <a:cubicBezTo>
                    <a:pt x="632102" y="288874"/>
                    <a:pt x="632102" y="288874"/>
                    <a:pt x="630428" y="289107"/>
                  </a:cubicBezTo>
                  <a:cubicBezTo>
                    <a:pt x="630428" y="290089"/>
                    <a:pt x="630428" y="291071"/>
                    <a:pt x="630428" y="292083"/>
                  </a:cubicBezTo>
                  <a:cubicBezTo>
                    <a:pt x="629691" y="292329"/>
                    <a:pt x="628954" y="292574"/>
                    <a:pt x="628195" y="292827"/>
                  </a:cubicBezTo>
                  <a:cubicBezTo>
                    <a:pt x="627950" y="293564"/>
                    <a:pt x="627704" y="294301"/>
                    <a:pt x="627451" y="295060"/>
                  </a:cubicBezTo>
                  <a:cubicBezTo>
                    <a:pt x="626714" y="295305"/>
                    <a:pt x="625978" y="295551"/>
                    <a:pt x="625219" y="295804"/>
                  </a:cubicBezTo>
                  <a:cubicBezTo>
                    <a:pt x="624711" y="296790"/>
                    <a:pt x="624213" y="297782"/>
                    <a:pt x="623730" y="298780"/>
                  </a:cubicBezTo>
                  <a:cubicBezTo>
                    <a:pt x="623239" y="298780"/>
                    <a:pt x="622748" y="298780"/>
                    <a:pt x="622242" y="298780"/>
                  </a:cubicBezTo>
                  <a:cubicBezTo>
                    <a:pt x="622042" y="299318"/>
                    <a:pt x="621843" y="299855"/>
                    <a:pt x="621637" y="300408"/>
                  </a:cubicBezTo>
                  <a:cubicBezTo>
                    <a:pt x="620550" y="302985"/>
                    <a:pt x="619015" y="304251"/>
                    <a:pt x="617033" y="306222"/>
                  </a:cubicBezTo>
                  <a:cubicBezTo>
                    <a:pt x="615795" y="307758"/>
                    <a:pt x="614589" y="309296"/>
                    <a:pt x="613405" y="310873"/>
                  </a:cubicBezTo>
                  <a:cubicBezTo>
                    <a:pt x="613085" y="311293"/>
                    <a:pt x="612765" y="311713"/>
                    <a:pt x="612434" y="312146"/>
                  </a:cubicBezTo>
                  <a:cubicBezTo>
                    <a:pt x="610949" y="314096"/>
                    <a:pt x="609474" y="316053"/>
                    <a:pt x="608005" y="318015"/>
                  </a:cubicBezTo>
                  <a:cubicBezTo>
                    <a:pt x="607546" y="318620"/>
                    <a:pt x="607087" y="319225"/>
                    <a:pt x="606615" y="319849"/>
                  </a:cubicBezTo>
                  <a:cubicBezTo>
                    <a:pt x="606016" y="320650"/>
                    <a:pt x="606016" y="320650"/>
                    <a:pt x="605406" y="321468"/>
                  </a:cubicBezTo>
                  <a:cubicBezTo>
                    <a:pt x="605068" y="321839"/>
                    <a:pt x="604731" y="322210"/>
                    <a:pt x="604383" y="322593"/>
                  </a:cubicBezTo>
                  <a:cubicBezTo>
                    <a:pt x="603891" y="322593"/>
                    <a:pt x="603400" y="322593"/>
                    <a:pt x="602894" y="322593"/>
                  </a:cubicBezTo>
                  <a:cubicBezTo>
                    <a:pt x="602639" y="323583"/>
                    <a:pt x="602391" y="324575"/>
                    <a:pt x="602150" y="325569"/>
                  </a:cubicBezTo>
                  <a:cubicBezTo>
                    <a:pt x="601414" y="325938"/>
                    <a:pt x="601414" y="325938"/>
                    <a:pt x="600662" y="326314"/>
                  </a:cubicBezTo>
                  <a:cubicBezTo>
                    <a:pt x="600416" y="326820"/>
                    <a:pt x="600171" y="327327"/>
                    <a:pt x="599918" y="327848"/>
                  </a:cubicBezTo>
                  <a:cubicBezTo>
                    <a:pt x="599672" y="328324"/>
                    <a:pt x="599427" y="328800"/>
                    <a:pt x="599174" y="329290"/>
                  </a:cubicBezTo>
                  <a:cubicBezTo>
                    <a:pt x="598683" y="329290"/>
                    <a:pt x="598191" y="329290"/>
                    <a:pt x="597685" y="329290"/>
                  </a:cubicBezTo>
                  <a:cubicBezTo>
                    <a:pt x="596732" y="330899"/>
                    <a:pt x="596116" y="332500"/>
                    <a:pt x="595499" y="334267"/>
                  </a:cubicBezTo>
                  <a:cubicBezTo>
                    <a:pt x="595239" y="334834"/>
                    <a:pt x="594978" y="335402"/>
                    <a:pt x="594709" y="335987"/>
                  </a:cubicBezTo>
                  <a:cubicBezTo>
                    <a:pt x="593972" y="336233"/>
                    <a:pt x="593235" y="336479"/>
                    <a:pt x="592476" y="336732"/>
                  </a:cubicBezTo>
                  <a:cubicBezTo>
                    <a:pt x="591968" y="337718"/>
                    <a:pt x="591471" y="338710"/>
                    <a:pt x="590988" y="339708"/>
                  </a:cubicBezTo>
                  <a:cubicBezTo>
                    <a:pt x="590497" y="339708"/>
                    <a:pt x="590006" y="339708"/>
                    <a:pt x="589500" y="339708"/>
                  </a:cubicBezTo>
                  <a:cubicBezTo>
                    <a:pt x="589246" y="340947"/>
                    <a:pt x="588998" y="342187"/>
                    <a:pt x="588756" y="343429"/>
                  </a:cubicBezTo>
                  <a:cubicBezTo>
                    <a:pt x="588019" y="343797"/>
                    <a:pt x="588019" y="343797"/>
                    <a:pt x="587267" y="344173"/>
                  </a:cubicBezTo>
                  <a:cubicBezTo>
                    <a:pt x="587145" y="344787"/>
                    <a:pt x="587022" y="345401"/>
                    <a:pt x="586895" y="346033"/>
                  </a:cubicBezTo>
                  <a:cubicBezTo>
                    <a:pt x="586773" y="346647"/>
                    <a:pt x="586650" y="347261"/>
                    <a:pt x="586523" y="347894"/>
                  </a:cubicBezTo>
                  <a:cubicBezTo>
                    <a:pt x="585787" y="348262"/>
                    <a:pt x="585787" y="348262"/>
                    <a:pt x="585035" y="348638"/>
                  </a:cubicBezTo>
                  <a:cubicBezTo>
                    <a:pt x="584789" y="349252"/>
                    <a:pt x="584544" y="349866"/>
                    <a:pt x="584291" y="350498"/>
                  </a:cubicBezTo>
                  <a:cubicBezTo>
                    <a:pt x="583547" y="352359"/>
                    <a:pt x="583547" y="352359"/>
                    <a:pt x="582058" y="353103"/>
                  </a:cubicBezTo>
                  <a:cubicBezTo>
                    <a:pt x="581690" y="353732"/>
                    <a:pt x="581322" y="354361"/>
                    <a:pt x="580942" y="355010"/>
                  </a:cubicBezTo>
                  <a:cubicBezTo>
                    <a:pt x="580390" y="355907"/>
                    <a:pt x="580390" y="355907"/>
                    <a:pt x="579826" y="356823"/>
                  </a:cubicBezTo>
                  <a:cubicBezTo>
                    <a:pt x="579335" y="356823"/>
                    <a:pt x="578844" y="356823"/>
                    <a:pt x="578338" y="356823"/>
                  </a:cubicBezTo>
                  <a:cubicBezTo>
                    <a:pt x="578338" y="358297"/>
                    <a:pt x="578338" y="359770"/>
                    <a:pt x="578338" y="361288"/>
                  </a:cubicBezTo>
                  <a:cubicBezTo>
                    <a:pt x="577847" y="361288"/>
                    <a:pt x="577355" y="361288"/>
                    <a:pt x="576849" y="361288"/>
                  </a:cubicBezTo>
                  <a:cubicBezTo>
                    <a:pt x="576345" y="363022"/>
                    <a:pt x="575849" y="364759"/>
                    <a:pt x="575361" y="366497"/>
                  </a:cubicBezTo>
                  <a:cubicBezTo>
                    <a:pt x="574624" y="366866"/>
                    <a:pt x="574624" y="366866"/>
                    <a:pt x="573873" y="367241"/>
                  </a:cubicBezTo>
                  <a:cubicBezTo>
                    <a:pt x="573765" y="367871"/>
                    <a:pt x="573658" y="368500"/>
                    <a:pt x="573547" y="369148"/>
                  </a:cubicBezTo>
                  <a:cubicBezTo>
                    <a:pt x="573409" y="369747"/>
                    <a:pt x="573271" y="370345"/>
                    <a:pt x="573129" y="370962"/>
                  </a:cubicBezTo>
                  <a:cubicBezTo>
                    <a:pt x="572392" y="370962"/>
                    <a:pt x="571655" y="370962"/>
                    <a:pt x="570896" y="370962"/>
                  </a:cubicBezTo>
                  <a:cubicBezTo>
                    <a:pt x="570781" y="372205"/>
                    <a:pt x="570781" y="372205"/>
                    <a:pt x="570664" y="373473"/>
                  </a:cubicBezTo>
                  <a:cubicBezTo>
                    <a:pt x="570495" y="374364"/>
                    <a:pt x="570326" y="375254"/>
                    <a:pt x="570152" y="376171"/>
                  </a:cubicBezTo>
                  <a:cubicBezTo>
                    <a:pt x="569415" y="376662"/>
                    <a:pt x="568679" y="377153"/>
                    <a:pt x="567920" y="377659"/>
                  </a:cubicBezTo>
                  <a:cubicBezTo>
                    <a:pt x="567920" y="378396"/>
                    <a:pt x="567920" y="379133"/>
                    <a:pt x="567920" y="379892"/>
                  </a:cubicBezTo>
                  <a:cubicBezTo>
                    <a:pt x="567920" y="380628"/>
                    <a:pt x="567920" y="381365"/>
                    <a:pt x="567920" y="382124"/>
                  </a:cubicBezTo>
                  <a:cubicBezTo>
                    <a:pt x="567183" y="382615"/>
                    <a:pt x="566446" y="383106"/>
                    <a:pt x="565687" y="383612"/>
                  </a:cubicBezTo>
                  <a:cubicBezTo>
                    <a:pt x="565142" y="385894"/>
                    <a:pt x="565142" y="385894"/>
                    <a:pt x="564943" y="388077"/>
                  </a:cubicBezTo>
                  <a:cubicBezTo>
                    <a:pt x="564206" y="388077"/>
                    <a:pt x="563470" y="388077"/>
                    <a:pt x="562711" y="388077"/>
                  </a:cubicBezTo>
                  <a:cubicBezTo>
                    <a:pt x="562674" y="388552"/>
                    <a:pt x="562638" y="389027"/>
                    <a:pt x="562600" y="389516"/>
                  </a:cubicBezTo>
                  <a:cubicBezTo>
                    <a:pt x="562545" y="390131"/>
                    <a:pt x="562489" y="390746"/>
                    <a:pt x="562432" y="391379"/>
                  </a:cubicBezTo>
                  <a:cubicBezTo>
                    <a:pt x="562354" y="392299"/>
                    <a:pt x="562354" y="392299"/>
                    <a:pt x="562275" y="393237"/>
                  </a:cubicBezTo>
                  <a:cubicBezTo>
                    <a:pt x="562173" y="393744"/>
                    <a:pt x="562071" y="394252"/>
                    <a:pt x="561967" y="394775"/>
                  </a:cubicBezTo>
                  <a:cubicBezTo>
                    <a:pt x="561475" y="395020"/>
                    <a:pt x="560984" y="395266"/>
                    <a:pt x="560478" y="395519"/>
                  </a:cubicBezTo>
                  <a:cubicBezTo>
                    <a:pt x="559830" y="397067"/>
                    <a:pt x="559830" y="397067"/>
                    <a:pt x="559316" y="398867"/>
                  </a:cubicBezTo>
                  <a:cubicBezTo>
                    <a:pt x="558314" y="402148"/>
                    <a:pt x="558314" y="402148"/>
                    <a:pt x="557502" y="402960"/>
                  </a:cubicBezTo>
                  <a:cubicBezTo>
                    <a:pt x="557330" y="403963"/>
                    <a:pt x="557196" y="404972"/>
                    <a:pt x="557083" y="405983"/>
                  </a:cubicBezTo>
                  <a:cubicBezTo>
                    <a:pt x="556976" y="406950"/>
                    <a:pt x="556868" y="407917"/>
                    <a:pt x="556758" y="408913"/>
                  </a:cubicBezTo>
                  <a:cubicBezTo>
                    <a:pt x="556021" y="408913"/>
                    <a:pt x="555284" y="408913"/>
                    <a:pt x="554525" y="408913"/>
                  </a:cubicBezTo>
                  <a:cubicBezTo>
                    <a:pt x="554280" y="411614"/>
                    <a:pt x="554034" y="414316"/>
                    <a:pt x="553781" y="417099"/>
                  </a:cubicBezTo>
                  <a:cubicBezTo>
                    <a:pt x="553044" y="417099"/>
                    <a:pt x="552308" y="417099"/>
                    <a:pt x="551549" y="417099"/>
                  </a:cubicBezTo>
                  <a:cubicBezTo>
                    <a:pt x="551572" y="418526"/>
                    <a:pt x="551572" y="418526"/>
                    <a:pt x="551595" y="419982"/>
                  </a:cubicBezTo>
                  <a:cubicBezTo>
                    <a:pt x="551642" y="422866"/>
                    <a:pt x="551642" y="422866"/>
                    <a:pt x="550805" y="424540"/>
                  </a:cubicBezTo>
                  <a:cubicBezTo>
                    <a:pt x="550313" y="424540"/>
                    <a:pt x="549822" y="424540"/>
                    <a:pt x="549316" y="424540"/>
                  </a:cubicBezTo>
                  <a:cubicBezTo>
                    <a:pt x="549071" y="427487"/>
                    <a:pt x="548825" y="430434"/>
                    <a:pt x="548572" y="433470"/>
                  </a:cubicBezTo>
                  <a:cubicBezTo>
                    <a:pt x="547835" y="433470"/>
                    <a:pt x="547099" y="433470"/>
                    <a:pt x="546340" y="433470"/>
                  </a:cubicBezTo>
                  <a:cubicBezTo>
                    <a:pt x="546094" y="436417"/>
                    <a:pt x="545849" y="439363"/>
                    <a:pt x="545596" y="442400"/>
                  </a:cubicBezTo>
                  <a:cubicBezTo>
                    <a:pt x="545104" y="442400"/>
                    <a:pt x="544613" y="442400"/>
                    <a:pt x="544107" y="442400"/>
                  </a:cubicBezTo>
                  <a:cubicBezTo>
                    <a:pt x="544066" y="443166"/>
                    <a:pt x="544066" y="443166"/>
                    <a:pt x="544023" y="443949"/>
                  </a:cubicBezTo>
                  <a:cubicBezTo>
                    <a:pt x="543974" y="444619"/>
                    <a:pt x="543925" y="445290"/>
                    <a:pt x="543875" y="445981"/>
                  </a:cubicBezTo>
                  <a:cubicBezTo>
                    <a:pt x="543810" y="446978"/>
                    <a:pt x="543810" y="446978"/>
                    <a:pt x="543744" y="447995"/>
                  </a:cubicBezTo>
                  <a:cubicBezTo>
                    <a:pt x="543302" y="450135"/>
                    <a:pt x="542647" y="450589"/>
                    <a:pt x="541131" y="452073"/>
                  </a:cubicBezTo>
                  <a:cubicBezTo>
                    <a:pt x="540731" y="453740"/>
                    <a:pt x="540731" y="453740"/>
                    <a:pt x="540666" y="455515"/>
                  </a:cubicBezTo>
                  <a:cubicBezTo>
                    <a:pt x="540449" y="458709"/>
                    <a:pt x="540449" y="458709"/>
                    <a:pt x="539642" y="459515"/>
                  </a:cubicBezTo>
                  <a:cubicBezTo>
                    <a:pt x="537822" y="459634"/>
                    <a:pt x="536020" y="459708"/>
                    <a:pt x="534198" y="459750"/>
                  </a:cubicBezTo>
                  <a:cubicBezTo>
                    <a:pt x="533654" y="459766"/>
                    <a:pt x="533110" y="459781"/>
                    <a:pt x="532549" y="459797"/>
                  </a:cubicBezTo>
                  <a:cubicBezTo>
                    <a:pt x="530806" y="459846"/>
                    <a:pt x="529062" y="459890"/>
                    <a:pt x="527318" y="459933"/>
                  </a:cubicBezTo>
                  <a:cubicBezTo>
                    <a:pt x="526138" y="459965"/>
                    <a:pt x="524958" y="459998"/>
                    <a:pt x="523779" y="460031"/>
                  </a:cubicBezTo>
                  <a:cubicBezTo>
                    <a:pt x="520881" y="460111"/>
                    <a:pt x="517983" y="460186"/>
                    <a:pt x="515086" y="460259"/>
                  </a:cubicBezTo>
                  <a:cubicBezTo>
                    <a:pt x="515086" y="461241"/>
                    <a:pt x="515086" y="462223"/>
                    <a:pt x="515086" y="463235"/>
                  </a:cubicBezTo>
                  <a:cubicBezTo>
                    <a:pt x="513976" y="463252"/>
                    <a:pt x="513976" y="463252"/>
                    <a:pt x="512843" y="463268"/>
                  </a:cubicBezTo>
                  <a:cubicBezTo>
                    <a:pt x="510107" y="463311"/>
                    <a:pt x="507371" y="463369"/>
                    <a:pt x="504635" y="463431"/>
                  </a:cubicBezTo>
                  <a:cubicBezTo>
                    <a:pt x="503449" y="463456"/>
                    <a:pt x="502263" y="463476"/>
                    <a:pt x="501077" y="463493"/>
                  </a:cubicBezTo>
                  <a:cubicBezTo>
                    <a:pt x="499375" y="463518"/>
                    <a:pt x="497675" y="463557"/>
                    <a:pt x="495974" y="463599"/>
                  </a:cubicBezTo>
                  <a:cubicBezTo>
                    <a:pt x="495440" y="463604"/>
                    <a:pt x="494907" y="463608"/>
                    <a:pt x="494357" y="463613"/>
                  </a:cubicBezTo>
                  <a:cubicBezTo>
                    <a:pt x="492721" y="463636"/>
                    <a:pt x="492721" y="463636"/>
                    <a:pt x="490529" y="463980"/>
                  </a:cubicBezTo>
                  <a:cubicBezTo>
                    <a:pt x="490284" y="464716"/>
                    <a:pt x="490038" y="465453"/>
                    <a:pt x="489785" y="466212"/>
                  </a:cubicBezTo>
                  <a:cubicBezTo>
                    <a:pt x="487886" y="466517"/>
                    <a:pt x="486162" y="466665"/>
                    <a:pt x="484250" y="466724"/>
                  </a:cubicBezTo>
                  <a:cubicBezTo>
                    <a:pt x="483692" y="466749"/>
                    <a:pt x="483134" y="466774"/>
                    <a:pt x="482558" y="466801"/>
                  </a:cubicBezTo>
                  <a:cubicBezTo>
                    <a:pt x="477749" y="466996"/>
                    <a:pt x="472936" y="467005"/>
                    <a:pt x="468124" y="466929"/>
                  </a:cubicBezTo>
                  <a:cubicBezTo>
                    <a:pt x="464349" y="466767"/>
                    <a:pt x="464349" y="466767"/>
                    <a:pt x="460763" y="467700"/>
                  </a:cubicBezTo>
                  <a:cubicBezTo>
                    <a:pt x="460763" y="468437"/>
                    <a:pt x="460763" y="469174"/>
                    <a:pt x="460763" y="469933"/>
                  </a:cubicBezTo>
                  <a:cubicBezTo>
                    <a:pt x="447994" y="470178"/>
                    <a:pt x="435225" y="470424"/>
                    <a:pt x="422068" y="470677"/>
                  </a:cubicBezTo>
                  <a:cubicBezTo>
                    <a:pt x="422068" y="471659"/>
                    <a:pt x="422068" y="472641"/>
                    <a:pt x="422068" y="473653"/>
                  </a:cubicBezTo>
                  <a:cubicBezTo>
                    <a:pt x="405587" y="473723"/>
                    <a:pt x="389106" y="473775"/>
                    <a:pt x="372625" y="473808"/>
                  </a:cubicBezTo>
                  <a:cubicBezTo>
                    <a:pt x="364973" y="473823"/>
                    <a:pt x="357321" y="473844"/>
                    <a:pt x="349669" y="473878"/>
                  </a:cubicBezTo>
                  <a:cubicBezTo>
                    <a:pt x="343002" y="473908"/>
                    <a:pt x="336335" y="473927"/>
                    <a:pt x="329668" y="473933"/>
                  </a:cubicBezTo>
                  <a:cubicBezTo>
                    <a:pt x="326136" y="473937"/>
                    <a:pt x="322603" y="473947"/>
                    <a:pt x="319071" y="473968"/>
                  </a:cubicBezTo>
                  <a:cubicBezTo>
                    <a:pt x="315750" y="473988"/>
                    <a:pt x="312430" y="473995"/>
                    <a:pt x="309109" y="473990"/>
                  </a:cubicBezTo>
                  <a:cubicBezTo>
                    <a:pt x="307886" y="473991"/>
                    <a:pt x="306664" y="473997"/>
                    <a:pt x="305441" y="474008"/>
                  </a:cubicBezTo>
                  <a:cubicBezTo>
                    <a:pt x="303779" y="474023"/>
                    <a:pt x="302118" y="474020"/>
                    <a:pt x="300456" y="474011"/>
                  </a:cubicBezTo>
                  <a:cubicBezTo>
                    <a:pt x="299524" y="474014"/>
                    <a:pt x="298592" y="474017"/>
                    <a:pt x="297631" y="474020"/>
                  </a:cubicBezTo>
                  <a:cubicBezTo>
                    <a:pt x="296949" y="473899"/>
                    <a:pt x="296267" y="473778"/>
                    <a:pt x="295564" y="473653"/>
                  </a:cubicBezTo>
                  <a:cubicBezTo>
                    <a:pt x="295020" y="472168"/>
                    <a:pt x="295020" y="472168"/>
                    <a:pt x="294820" y="470677"/>
                  </a:cubicBezTo>
                  <a:cubicBezTo>
                    <a:pt x="292586" y="470189"/>
                    <a:pt x="292586" y="470189"/>
                    <a:pt x="289864" y="470223"/>
                  </a:cubicBezTo>
                  <a:cubicBezTo>
                    <a:pt x="289122" y="470205"/>
                    <a:pt x="289122" y="470205"/>
                    <a:pt x="288366" y="470186"/>
                  </a:cubicBezTo>
                  <a:cubicBezTo>
                    <a:pt x="286781" y="470150"/>
                    <a:pt x="285197" y="470134"/>
                    <a:pt x="283612" y="470119"/>
                  </a:cubicBezTo>
                  <a:cubicBezTo>
                    <a:pt x="282539" y="470098"/>
                    <a:pt x="281467" y="470076"/>
                    <a:pt x="280395" y="470052"/>
                  </a:cubicBezTo>
                  <a:cubicBezTo>
                    <a:pt x="277762" y="469997"/>
                    <a:pt x="275129" y="469960"/>
                    <a:pt x="272496" y="469933"/>
                  </a:cubicBezTo>
                  <a:cubicBezTo>
                    <a:pt x="272468" y="469350"/>
                    <a:pt x="272440" y="468768"/>
                    <a:pt x="272412" y="468168"/>
                  </a:cubicBezTo>
                  <a:cubicBezTo>
                    <a:pt x="272363" y="467415"/>
                    <a:pt x="272314" y="466662"/>
                    <a:pt x="272263" y="465886"/>
                  </a:cubicBezTo>
                  <a:cubicBezTo>
                    <a:pt x="272220" y="465135"/>
                    <a:pt x="272177" y="464384"/>
                    <a:pt x="272133" y="463610"/>
                  </a:cubicBezTo>
                  <a:cubicBezTo>
                    <a:pt x="272007" y="462996"/>
                    <a:pt x="271881" y="462381"/>
                    <a:pt x="271752" y="461747"/>
                  </a:cubicBezTo>
                  <a:cubicBezTo>
                    <a:pt x="271015" y="461502"/>
                    <a:pt x="270278" y="461256"/>
                    <a:pt x="269519" y="461003"/>
                  </a:cubicBezTo>
                  <a:cubicBezTo>
                    <a:pt x="269355" y="459098"/>
                    <a:pt x="269526" y="457287"/>
                    <a:pt x="269659" y="455381"/>
                  </a:cubicBezTo>
                  <a:cubicBezTo>
                    <a:pt x="269486" y="453123"/>
                    <a:pt x="268839" y="452873"/>
                    <a:pt x="267287" y="451329"/>
                  </a:cubicBezTo>
                  <a:cubicBezTo>
                    <a:pt x="266906" y="449321"/>
                    <a:pt x="266906" y="449321"/>
                    <a:pt x="266775" y="447097"/>
                  </a:cubicBezTo>
                  <a:cubicBezTo>
                    <a:pt x="266726" y="446357"/>
                    <a:pt x="266677" y="445618"/>
                    <a:pt x="266627" y="444856"/>
                  </a:cubicBezTo>
                  <a:cubicBezTo>
                    <a:pt x="266599" y="444291"/>
                    <a:pt x="266571" y="443726"/>
                    <a:pt x="266543" y="443144"/>
                  </a:cubicBezTo>
                  <a:cubicBezTo>
                    <a:pt x="265806" y="443144"/>
                    <a:pt x="265069" y="443144"/>
                    <a:pt x="264310" y="443144"/>
                  </a:cubicBezTo>
                  <a:cubicBezTo>
                    <a:pt x="264310" y="440442"/>
                    <a:pt x="264310" y="437741"/>
                    <a:pt x="264310" y="434958"/>
                  </a:cubicBezTo>
                  <a:cubicBezTo>
                    <a:pt x="263328" y="434958"/>
                    <a:pt x="262346" y="434958"/>
                    <a:pt x="261334" y="434958"/>
                  </a:cubicBezTo>
                  <a:cubicBezTo>
                    <a:pt x="261334" y="432502"/>
                    <a:pt x="261334" y="430047"/>
                    <a:pt x="261334" y="427517"/>
                  </a:cubicBezTo>
                  <a:cubicBezTo>
                    <a:pt x="260597" y="427517"/>
                    <a:pt x="259860" y="427517"/>
                    <a:pt x="259101" y="427517"/>
                  </a:cubicBezTo>
                  <a:cubicBezTo>
                    <a:pt x="258610" y="424815"/>
                    <a:pt x="258119" y="422114"/>
                    <a:pt x="257613" y="419331"/>
                  </a:cubicBezTo>
                  <a:cubicBezTo>
                    <a:pt x="257122" y="419331"/>
                    <a:pt x="256631" y="419331"/>
                    <a:pt x="256125" y="419331"/>
                  </a:cubicBezTo>
                  <a:cubicBezTo>
                    <a:pt x="256097" y="418803"/>
                    <a:pt x="256069" y="418274"/>
                    <a:pt x="256041" y="417729"/>
                  </a:cubicBezTo>
                  <a:cubicBezTo>
                    <a:pt x="255967" y="416704"/>
                    <a:pt x="255967" y="416704"/>
                    <a:pt x="255892" y="415657"/>
                  </a:cubicBezTo>
                  <a:cubicBezTo>
                    <a:pt x="255849" y="414975"/>
                    <a:pt x="255806" y="414293"/>
                    <a:pt x="255761" y="413590"/>
                  </a:cubicBezTo>
                  <a:cubicBezTo>
                    <a:pt x="255636" y="413029"/>
                    <a:pt x="255510" y="412468"/>
                    <a:pt x="255381" y="411890"/>
                  </a:cubicBezTo>
                  <a:cubicBezTo>
                    <a:pt x="254644" y="411644"/>
                    <a:pt x="253907" y="411399"/>
                    <a:pt x="253148" y="411146"/>
                  </a:cubicBezTo>
                  <a:cubicBezTo>
                    <a:pt x="252820" y="409797"/>
                    <a:pt x="252820" y="409797"/>
                    <a:pt x="252730" y="408169"/>
                  </a:cubicBezTo>
                  <a:cubicBezTo>
                    <a:pt x="252666" y="406582"/>
                    <a:pt x="252666" y="406582"/>
                    <a:pt x="252404" y="405192"/>
                  </a:cubicBezTo>
                  <a:cubicBezTo>
                    <a:pt x="251913" y="404947"/>
                    <a:pt x="251422" y="404701"/>
                    <a:pt x="250916" y="404448"/>
                  </a:cubicBezTo>
                  <a:cubicBezTo>
                    <a:pt x="250474" y="402477"/>
                    <a:pt x="250364" y="400510"/>
                    <a:pt x="250172" y="398495"/>
                  </a:cubicBezTo>
                  <a:cubicBezTo>
                    <a:pt x="249435" y="398495"/>
                    <a:pt x="248698" y="398495"/>
                    <a:pt x="247939" y="398495"/>
                  </a:cubicBezTo>
                  <a:cubicBezTo>
                    <a:pt x="247694" y="396531"/>
                    <a:pt x="247448" y="394566"/>
                    <a:pt x="247195" y="392542"/>
                  </a:cubicBezTo>
                  <a:cubicBezTo>
                    <a:pt x="246458" y="392542"/>
                    <a:pt x="245722" y="392542"/>
                    <a:pt x="244963" y="392542"/>
                  </a:cubicBezTo>
                  <a:cubicBezTo>
                    <a:pt x="244871" y="391698"/>
                    <a:pt x="244779" y="390854"/>
                    <a:pt x="244684" y="389984"/>
                  </a:cubicBezTo>
                  <a:cubicBezTo>
                    <a:pt x="244530" y="389109"/>
                    <a:pt x="244377" y="388234"/>
                    <a:pt x="244219" y="387333"/>
                  </a:cubicBezTo>
                  <a:cubicBezTo>
                    <a:pt x="243727" y="387088"/>
                    <a:pt x="243236" y="386842"/>
                    <a:pt x="242730" y="386589"/>
                  </a:cubicBezTo>
                  <a:cubicBezTo>
                    <a:pt x="242289" y="384618"/>
                    <a:pt x="242178" y="382651"/>
                    <a:pt x="241986" y="380636"/>
                  </a:cubicBezTo>
                  <a:cubicBezTo>
                    <a:pt x="241249" y="380636"/>
                    <a:pt x="240513" y="380636"/>
                    <a:pt x="239754" y="380636"/>
                  </a:cubicBezTo>
                  <a:cubicBezTo>
                    <a:pt x="239220" y="379161"/>
                    <a:pt x="238725" y="377671"/>
                    <a:pt x="238265" y="376171"/>
                  </a:cubicBezTo>
                  <a:cubicBezTo>
                    <a:pt x="237774" y="375925"/>
                    <a:pt x="237283" y="375680"/>
                    <a:pt x="236777" y="375427"/>
                  </a:cubicBezTo>
                  <a:cubicBezTo>
                    <a:pt x="236792" y="374690"/>
                    <a:pt x="236808" y="373953"/>
                    <a:pt x="236824" y="373194"/>
                  </a:cubicBezTo>
                  <a:cubicBezTo>
                    <a:pt x="236801" y="372089"/>
                    <a:pt x="236801" y="372089"/>
                    <a:pt x="236777" y="370962"/>
                  </a:cubicBezTo>
                  <a:cubicBezTo>
                    <a:pt x="236040" y="370716"/>
                    <a:pt x="235304" y="370471"/>
                    <a:pt x="234545" y="370218"/>
                  </a:cubicBezTo>
                  <a:cubicBezTo>
                    <a:pt x="234289" y="369228"/>
                    <a:pt x="234042" y="368235"/>
                    <a:pt x="233801" y="367241"/>
                  </a:cubicBezTo>
                  <a:cubicBezTo>
                    <a:pt x="233064" y="366750"/>
                    <a:pt x="232327" y="366259"/>
                    <a:pt x="231568" y="365753"/>
                  </a:cubicBezTo>
                  <a:cubicBezTo>
                    <a:pt x="231057" y="364519"/>
                    <a:pt x="230559" y="363279"/>
                    <a:pt x="230080" y="362032"/>
                  </a:cubicBezTo>
                  <a:cubicBezTo>
                    <a:pt x="229589" y="361787"/>
                    <a:pt x="229098" y="361541"/>
                    <a:pt x="228592" y="361288"/>
                  </a:cubicBezTo>
                  <a:cubicBezTo>
                    <a:pt x="228344" y="360048"/>
                    <a:pt x="228095" y="358808"/>
                    <a:pt x="227847" y="357567"/>
                  </a:cubicBezTo>
                  <a:cubicBezTo>
                    <a:pt x="227356" y="357322"/>
                    <a:pt x="226865" y="357076"/>
                    <a:pt x="226359" y="356823"/>
                  </a:cubicBezTo>
                  <a:cubicBezTo>
                    <a:pt x="226252" y="356363"/>
                    <a:pt x="226144" y="355902"/>
                    <a:pt x="226034" y="355428"/>
                  </a:cubicBezTo>
                  <a:cubicBezTo>
                    <a:pt x="225525" y="353508"/>
                    <a:pt x="224828" y="352953"/>
                    <a:pt x="223383" y="351614"/>
                  </a:cubicBezTo>
                  <a:cubicBezTo>
                    <a:pt x="220496" y="348303"/>
                    <a:pt x="220496" y="348303"/>
                    <a:pt x="220080" y="346405"/>
                  </a:cubicBezTo>
                  <a:cubicBezTo>
                    <a:pt x="219732" y="344691"/>
                    <a:pt x="219732" y="344691"/>
                    <a:pt x="217848" y="343150"/>
                  </a:cubicBezTo>
                  <a:cubicBezTo>
                    <a:pt x="215783" y="341034"/>
                    <a:pt x="215349" y="339484"/>
                    <a:pt x="214453" y="336732"/>
                  </a:cubicBezTo>
                  <a:cubicBezTo>
                    <a:pt x="213716" y="336732"/>
                    <a:pt x="212980" y="336732"/>
                    <a:pt x="212221" y="336732"/>
                  </a:cubicBezTo>
                  <a:cubicBezTo>
                    <a:pt x="211802" y="335290"/>
                    <a:pt x="211802" y="335290"/>
                    <a:pt x="211476" y="333755"/>
                  </a:cubicBezTo>
                  <a:cubicBezTo>
                    <a:pt x="210985" y="333509"/>
                    <a:pt x="210494" y="333264"/>
                    <a:pt x="209988" y="333011"/>
                  </a:cubicBezTo>
                  <a:cubicBezTo>
                    <a:pt x="209743" y="332274"/>
                    <a:pt x="209497" y="331537"/>
                    <a:pt x="209244" y="330778"/>
                  </a:cubicBezTo>
                  <a:cubicBezTo>
                    <a:pt x="208507" y="330533"/>
                    <a:pt x="207771" y="330287"/>
                    <a:pt x="207012" y="330034"/>
                  </a:cubicBezTo>
                  <a:cubicBezTo>
                    <a:pt x="206763" y="329042"/>
                    <a:pt x="206515" y="328050"/>
                    <a:pt x="206267" y="327058"/>
                  </a:cubicBezTo>
                  <a:cubicBezTo>
                    <a:pt x="205531" y="326812"/>
                    <a:pt x="204794" y="326567"/>
                    <a:pt x="204035" y="326314"/>
                  </a:cubicBezTo>
                  <a:cubicBezTo>
                    <a:pt x="203758" y="325329"/>
                    <a:pt x="203509" y="324336"/>
                    <a:pt x="203291" y="323337"/>
                  </a:cubicBezTo>
                  <a:cubicBezTo>
                    <a:pt x="202800" y="323091"/>
                    <a:pt x="202309" y="322846"/>
                    <a:pt x="201803" y="322593"/>
                  </a:cubicBezTo>
                  <a:cubicBezTo>
                    <a:pt x="201557" y="321856"/>
                    <a:pt x="201311" y="321119"/>
                    <a:pt x="201058" y="320360"/>
                  </a:cubicBezTo>
                  <a:cubicBezTo>
                    <a:pt x="200322" y="320115"/>
                    <a:pt x="199585" y="319869"/>
                    <a:pt x="198826" y="319616"/>
                  </a:cubicBezTo>
                  <a:cubicBezTo>
                    <a:pt x="198719" y="319125"/>
                    <a:pt x="198611" y="318634"/>
                    <a:pt x="198500" y="318128"/>
                  </a:cubicBezTo>
                  <a:cubicBezTo>
                    <a:pt x="198362" y="317637"/>
                    <a:pt x="198224" y="317146"/>
                    <a:pt x="198082" y="316640"/>
                  </a:cubicBezTo>
                  <a:cubicBezTo>
                    <a:pt x="197095" y="316371"/>
                    <a:pt x="196103" y="316121"/>
                    <a:pt x="195105" y="315896"/>
                  </a:cubicBezTo>
                  <a:cubicBezTo>
                    <a:pt x="195105" y="315159"/>
                    <a:pt x="195105" y="314422"/>
                    <a:pt x="195105" y="313663"/>
                  </a:cubicBezTo>
                  <a:cubicBezTo>
                    <a:pt x="194369" y="313418"/>
                    <a:pt x="193632" y="313172"/>
                    <a:pt x="192873" y="312919"/>
                  </a:cubicBezTo>
                  <a:cubicBezTo>
                    <a:pt x="192627" y="312182"/>
                    <a:pt x="192382" y="311446"/>
                    <a:pt x="192129" y="310687"/>
                  </a:cubicBezTo>
                  <a:cubicBezTo>
                    <a:pt x="191392" y="310195"/>
                    <a:pt x="190655" y="309704"/>
                    <a:pt x="189896" y="309198"/>
                  </a:cubicBezTo>
                  <a:cubicBezTo>
                    <a:pt x="189651" y="308462"/>
                    <a:pt x="189405" y="307725"/>
                    <a:pt x="189152" y="306966"/>
                  </a:cubicBezTo>
                  <a:cubicBezTo>
                    <a:pt x="188584" y="306659"/>
                    <a:pt x="188016" y="306352"/>
                    <a:pt x="187431" y="306036"/>
                  </a:cubicBezTo>
                  <a:cubicBezTo>
                    <a:pt x="185398" y="304712"/>
                    <a:pt x="184939" y="304096"/>
                    <a:pt x="183850" y="302036"/>
                  </a:cubicBezTo>
                  <a:cubicBezTo>
                    <a:pt x="182719" y="299333"/>
                    <a:pt x="182719" y="299333"/>
                    <a:pt x="180222" y="298780"/>
                  </a:cubicBezTo>
                  <a:cubicBezTo>
                    <a:pt x="179974" y="297540"/>
                    <a:pt x="179726" y="296300"/>
                    <a:pt x="179478" y="295060"/>
                  </a:cubicBezTo>
                  <a:cubicBezTo>
                    <a:pt x="178742" y="294814"/>
                    <a:pt x="178005" y="294569"/>
                    <a:pt x="177246" y="294316"/>
                  </a:cubicBezTo>
                  <a:cubicBezTo>
                    <a:pt x="177246" y="293579"/>
                    <a:pt x="177246" y="292842"/>
                    <a:pt x="177246" y="292083"/>
                  </a:cubicBezTo>
                  <a:cubicBezTo>
                    <a:pt x="176264" y="292083"/>
                    <a:pt x="175281" y="292083"/>
                    <a:pt x="174269" y="292083"/>
                  </a:cubicBezTo>
                  <a:cubicBezTo>
                    <a:pt x="174269" y="291101"/>
                    <a:pt x="174269" y="290119"/>
                    <a:pt x="174269" y="289107"/>
                  </a:cubicBezTo>
                  <a:cubicBezTo>
                    <a:pt x="173748" y="289045"/>
                    <a:pt x="173226" y="288984"/>
                    <a:pt x="172688" y="288921"/>
                  </a:cubicBezTo>
                  <a:cubicBezTo>
                    <a:pt x="169676" y="288135"/>
                    <a:pt x="168835" y="286343"/>
                    <a:pt x="167148" y="283831"/>
                  </a:cubicBezTo>
                  <a:cubicBezTo>
                    <a:pt x="166062" y="282215"/>
                    <a:pt x="166062" y="282215"/>
                    <a:pt x="163851" y="280921"/>
                  </a:cubicBezTo>
                  <a:cubicBezTo>
                    <a:pt x="163851" y="280184"/>
                    <a:pt x="163851" y="279448"/>
                    <a:pt x="163851" y="278689"/>
                  </a:cubicBezTo>
                  <a:cubicBezTo>
                    <a:pt x="162861" y="278433"/>
                    <a:pt x="161869" y="278185"/>
                    <a:pt x="160875" y="277944"/>
                  </a:cubicBezTo>
                  <a:cubicBezTo>
                    <a:pt x="160629" y="277208"/>
                    <a:pt x="160384" y="276471"/>
                    <a:pt x="160131" y="275712"/>
                  </a:cubicBezTo>
                  <a:cubicBezTo>
                    <a:pt x="159394" y="275466"/>
                    <a:pt x="158657" y="275221"/>
                    <a:pt x="157898" y="274968"/>
                  </a:cubicBezTo>
                  <a:cubicBezTo>
                    <a:pt x="157898" y="273986"/>
                    <a:pt x="157898" y="273003"/>
                    <a:pt x="157898" y="271991"/>
                  </a:cubicBezTo>
                  <a:cubicBezTo>
                    <a:pt x="157376" y="271915"/>
                    <a:pt x="156855" y="271838"/>
                    <a:pt x="156317" y="271759"/>
                  </a:cubicBezTo>
                  <a:cubicBezTo>
                    <a:pt x="153117" y="270994"/>
                    <a:pt x="151511" y="268714"/>
                    <a:pt x="149713" y="266038"/>
                  </a:cubicBezTo>
                  <a:cubicBezTo>
                    <a:pt x="149713" y="265547"/>
                    <a:pt x="149713" y="265056"/>
                    <a:pt x="149713" y="264550"/>
                  </a:cubicBezTo>
                  <a:cubicBezTo>
                    <a:pt x="148976" y="264304"/>
                    <a:pt x="148239" y="264059"/>
                    <a:pt x="147480" y="263806"/>
                  </a:cubicBezTo>
                  <a:cubicBezTo>
                    <a:pt x="146364" y="262646"/>
                    <a:pt x="146364" y="262646"/>
                    <a:pt x="145248" y="261248"/>
                  </a:cubicBezTo>
                  <a:cubicBezTo>
                    <a:pt x="143786" y="259424"/>
                    <a:pt x="142777" y="258438"/>
                    <a:pt x="140783" y="257109"/>
                  </a:cubicBezTo>
                  <a:cubicBezTo>
                    <a:pt x="140783" y="256372"/>
                    <a:pt x="140783" y="255635"/>
                    <a:pt x="140783" y="254876"/>
                  </a:cubicBezTo>
                  <a:cubicBezTo>
                    <a:pt x="140347" y="254769"/>
                    <a:pt x="139910" y="254661"/>
                    <a:pt x="139460" y="254551"/>
                  </a:cubicBezTo>
                  <a:cubicBezTo>
                    <a:pt x="137239" y="253988"/>
                    <a:pt x="136569" y="252927"/>
                    <a:pt x="135155" y="251155"/>
                  </a:cubicBezTo>
                  <a:cubicBezTo>
                    <a:pt x="133215" y="248687"/>
                    <a:pt x="133215" y="248687"/>
                    <a:pt x="130365" y="247435"/>
                  </a:cubicBezTo>
                  <a:cubicBezTo>
                    <a:pt x="130365" y="246452"/>
                    <a:pt x="130365" y="245470"/>
                    <a:pt x="130365" y="244458"/>
                  </a:cubicBezTo>
                  <a:cubicBezTo>
                    <a:pt x="129828" y="244366"/>
                    <a:pt x="129291" y="244274"/>
                    <a:pt x="128737" y="244179"/>
                  </a:cubicBezTo>
                  <a:cubicBezTo>
                    <a:pt x="125605" y="243483"/>
                    <a:pt x="124765" y="241828"/>
                    <a:pt x="122924" y="239249"/>
                  </a:cubicBezTo>
                  <a:cubicBezTo>
                    <a:pt x="122924" y="238758"/>
                    <a:pt x="122924" y="238267"/>
                    <a:pt x="122924" y="237761"/>
                  </a:cubicBezTo>
                  <a:cubicBezTo>
                    <a:pt x="122433" y="237531"/>
                    <a:pt x="121941" y="237300"/>
                    <a:pt x="121435" y="237063"/>
                  </a:cubicBezTo>
                  <a:cubicBezTo>
                    <a:pt x="120944" y="236802"/>
                    <a:pt x="120453" y="236541"/>
                    <a:pt x="119947" y="236273"/>
                  </a:cubicBezTo>
                  <a:cubicBezTo>
                    <a:pt x="119947" y="235536"/>
                    <a:pt x="119947" y="234799"/>
                    <a:pt x="119947" y="234040"/>
                  </a:cubicBezTo>
                  <a:cubicBezTo>
                    <a:pt x="118965" y="234040"/>
                    <a:pt x="117983" y="234040"/>
                    <a:pt x="116970" y="234040"/>
                  </a:cubicBezTo>
                  <a:cubicBezTo>
                    <a:pt x="116970" y="233058"/>
                    <a:pt x="116970" y="232076"/>
                    <a:pt x="116970" y="231064"/>
                  </a:cubicBezTo>
                  <a:cubicBezTo>
                    <a:pt x="115737" y="230786"/>
                    <a:pt x="114496" y="230537"/>
                    <a:pt x="113250" y="230319"/>
                  </a:cubicBezTo>
                  <a:cubicBezTo>
                    <a:pt x="113250" y="229583"/>
                    <a:pt x="113250" y="228846"/>
                    <a:pt x="113250" y="228087"/>
                  </a:cubicBezTo>
                  <a:cubicBezTo>
                    <a:pt x="112651" y="227857"/>
                    <a:pt x="112053" y="227627"/>
                    <a:pt x="111436" y="227389"/>
                  </a:cubicBezTo>
                  <a:cubicBezTo>
                    <a:pt x="110807" y="227128"/>
                    <a:pt x="110177" y="226868"/>
                    <a:pt x="109529" y="226599"/>
                  </a:cubicBezTo>
                  <a:cubicBezTo>
                    <a:pt x="109267" y="225610"/>
                    <a:pt x="109017" y="224618"/>
                    <a:pt x="108785" y="223622"/>
                  </a:cubicBezTo>
                  <a:cubicBezTo>
                    <a:pt x="107803" y="223622"/>
                    <a:pt x="106820" y="223622"/>
                    <a:pt x="105808" y="223622"/>
                  </a:cubicBezTo>
                  <a:cubicBezTo>
                    <a:pt x="105808" y="222640"/>
                    <a:pt x="105808" y="221658"/>
                    <a:pt x="105808" y="220646"/>
                  </a:cubicBezTo>
                  <a:cubicBezTo>
                    <a:pt x="104826" y="220646"/>
                    <a:pt x="103844" y="220646"/>
                    <a:pt x="102832" y="220646"/>
                  </a:cubicBezTo>
                  <a:cubicBezTo>
                    <a:pt x="102832" y="219663"/>
                    <a:pt x="102832" y="218681"/>
                    <a:pt x="102832" y="217669"/>
                  </a:cubicBezTo>
                  <a:cubicBezTo>
                    <a:pt x="101594" y="217408"/>
                    <a:pt x="100354" y="217162"/>
                    <a:pt x="99111" y="216925"/>
                  </a:cubicBezTo>
                  <a:cubicBezTo>
                    <a:pt x="98274" y="215483"/>
                    <a:pt x="98274" y="215483"/>
                    <a:pt x="97623" y="213948"/>
                  </a:cubicBezTo>
                  <a:cubicBezTo>
                    <a:pt x="96886" y="213457"/>
                    <a:pt x="96149" y="212966"/>
                    <a:pt x="95390" y="212460"/>
                  </a:cubicBezTo>
                  <a:cubicBezTo>
                    <a:pt x="95390" y="211723"/>
                    <a:pt x="95390" y="210987"/>
                    <a:pt x="95390" y="210228"/>
                  </a:cubicBezTo>
                  <a:cubicBezTo>
                    <a:pt x="94408" y="210228"/>
                    <a:pt x="93426" y="210228"/>
                    <a:pt x="92414" y="210228"/>
                  </a:cubicBezTo>
                  <a:cubicBezTo>
                    <a:pt x="92414" y="209245"/>
                    <a:pt x="92414" y="208263"/>
                    <a:pt x="92414" y="207251"/>
                  </a:cubicBezTo>
                  <a:cubicBezTo>
                    <a:pt x="91180" y="206973"/>
                    <a:pt x="89939" y="206725"/>
                    <a:pt x="88693" y="206507"/>
                  </a:cubicBezTo>
                  <a:cubicBezTo>
                    <a:pt x="88693" y="205770"/>
                    <a:pt x="88693" y="205034"/>
                    <a:pt x="88693" y="204275"/>
                  </a:cubicBezTo>
                  <a:cubicBezTo>
                    <a:pt x="87795" y="203929"/>
                    <a:pt x="87795" y="203929"/>
                    <a:pt x="86879" y="203577"/>
                  </a:cubicBezTo>
                  <a:cubicBezTo>
                    <a:pt x="86250" y="203316"/>
                    <a:pt x="85621" y="203055"/>
                    <a:pt x="84972" y="202786"/>
                  </a:cubicBezTo>
                  <a:cubicBezTo>
                    <a:pt x="84711" y="201798"/>
                    <a:pt x="84461" y="200806"/>
                    <a:pt x="84228" y="199810"/>
                  </a:cubicBezTo>
                  <a:cubicBezTo>
                    <a:pt x="83246" y="199810"/>
                    <a:pt x="82264" y="199810"/>
                    <a:pt x="81252" y="199810"/>
                  </a:cubicBezTo>
                  <a:cubicBezTo>
                    <a:pt x="81252" y="198827"/>
                    <a:pt x="81252" y="197845"/>
                    <a:pt x="81252" y="196833"/>
                  </a:cubicBezTo>
                  <a:cubicBezTo>
                    <a:pt x="80018" y="196555"/>
                    <a:pt x="78777" y="196307"/>
                    <a:pt x="77531" y="196089"/>
                  </a:cubicBezTo>
                  <a:cubicBezTo>
                    <a:pt x="77531" y="195352"/>
                    <a:pt x="77531" y="194616"/>
                    <a:pt x="77531" y="193857"/>
                  </a:cubicBezTo>
                  <a:cubicBezTo>
                    <a:pt x="76552" y="193335"/>
                    <a:pt x="75558" y="192841"/>
                    <a:pt x="74554" y="192368"/>
                  </a:cubicBezTo>
                  <a:cubicBezTo>
                    <a:pt x="74063" y="191632"/>
                    <a:pt x="73572" y="190895"/>
                    <a:pt x="73066" y="190136"/>
                  </a:cubicBezTo>
                  <a:cubicBezTo>
                    <a:pt x="72330" y="189890"/>
                    <a:pt x="71593" y="189645"/>
                    <a:pt x="70834" y="189392"/>
                  </a:cubicBezTo>
                  <a:cubicBezTo>
                    <a:pt x="70834" y="188409"/>
                    <a:pt x="70834" y="187427"/>
                    <a:pt x="70834" y="186415"/>
                  </a:cubicBezTo>
                  <a:cubicBezTo>
                    <a:pt x="69386" y="185976"/>
                    <a:pt x="69386" y="185976"/>
                    <a:pt x="67857" y="185671"/>
                  </a:cubicBezTo>
                  <a:cubicBezTo>
                    <a:pt x="67612" y="184934"/>
                    <a:pt x="67366" y="184198"/>
                    <a:pt x="67113" y="183439"/>
                  </a:cubicBezTo>
                  <a:cubicBezTo>
                    <a:pt x="66499" y="183316"/>
                    <a:pt x="65885" y="183193"/>
                    <a:pt x="65253" y="183067"/>
                  </a:cubicBezTo>
                  <a:cubicBezTo>
                    <a:pt x="64639" y="182944"/>
                    <a:pt x="64025" y="182821"/>
                    <a:pt x="63392" y="182694"/>
                  </a:cubicBezTo>
                  <a:cubicBezTo>
                    <a:pt x="63147" y="181958"/>
                    <a:pt x="62901" y="181221"/>
                    <a:pt x="62648" y="180462"/>
                  </a:cubicBezTo>
                  <a:cubicBezTo>
                    <a:pt x="62142" y="179956"/>
                    <a:pt x="61635" y="179449"/>
                    <a:pt x="61113" y="178927"/>
                  </a:cubicBezTo>
                  <a:cubicBezTo>
                    <a:pt x="59672" y="177485"/>
                    <a:pt x="59672" y="177485"/>
                    <a:pt x="59672" y="175997"/>
                  </a:cubicBezTo>
                  <a:cubicBezTo>
                    <a:pt x="58689" y="175997"/>
                    <a:pt x="57707" y="175997"/>
                    <a:pt x="56695" y="175997"/>
                  </a:cubicBezTo>
                  <a:cubicBezTo>
                    <a:pt x="56695" y="175015"/>
                    <a:pt x="56695" y="174033"/>
                    <a:pt x="56695" y="173021"/>
                  </a:cubicBezTo>
                  <a:cubicBezTo>
                    <a:pt x="55463" y="172736"/>
                    <a:pt x="54221" y="172489"/>
                    <a:pt x="52974" y="172276"/>
                  </a:cubicBezTo>
                  <a:cubicBezTo>
                    <a:pt x="52729" y="171540"/>
                    <a:pt x="52483" y="170803"/>
                    <a:pt x="52230" y="170044"/>
                  </a:cubicBezTo>
                  <a:cubicBezTo>
                    <a:pt x="51739" y="169799"/>
                    <a:pt x="51248" y="169553"/>
                    <a:pt x="50742" y="169300"/>
                  </a:cubicBezTo>
                  <a:cubicBezTo>
                    <a:pt x="49254" y="168556"/>
                    <a:pt x="49254" y="168556"/>
                    <a:pt x="48510" y="166323"/>
                  </a:cubicBezTo>
                  <a:cubicBezTo>
                    <a:pt x="47773" y="166078"/>
                    <a:pt x="47036" y="165832"/>
                    <a:pt x="46277" y="165579"/>
                  </a:cubicBezTo>
                  <a:cubicBezTo>
                    <a:pt x="46170" y="165073"/>
                    <a:pt x="46062" y="164566"/>
                    <a:pt x="45952" y="164044"/>
                  </a:cubicBezTo>
                  <a:cubicBezTo>
                    <a:pt x="45813" y="163569"/>
                    <a:pt x="45675" y="163093"/>
                    <a:pt x="45533" y="162603"/>
                  </a:cubicBezTo>
                  <a:cubicBezTo>
                    <a:pt x="44551" y="162603"/>
                    <a:pt x="43568" y="162603"/>
                    <a:pt x="42556" y="162603"/>
                  </a:cubicBezTo>
                  <a:cubicBezTo>
                    <a:pt x="42449" y="162142"/>
                    <a:pt x="42342" y="161682"/>
                    <a:pt x="42231" y="161207"/>
                  </a:cubicBezTo>
                  <a:cubicBezTo>
                    <a:pt x="42093" y="160686"/>
                    <a:pt x="41955" y="160164"/>
                    <a:pt x="41812" y="159626"/>
                  </a:cubicBezTo>
                  <a:cubicBezTo>
                    <a:pt x="40583" y="159104"/>
                    <a:pt x="39342" y="158607"/>
                    <a:pt x="38092" y="158138"/>
                  </a:cubicBezTo>
                  <a:cubicBezTo>
                    <a:pt x="37846" y="157401"/>
                    <a:pt x="37600" y="156664"/>
                    <a:pt x="37347" y="155905"/>
                  </a:cubicBezTo>
                  <a:cubicBezTo>
                    <a:pt x="36611" y="155414"/>
                    <a:pt x="35874" y="154923"/>
                    <a:pt x="35115" y="154417"/>
                  </a:cubicBezTo>
                  <a:cubicBezTo>
                    <a:pt x="35115" y="153680"/>
                    <a:pt x="35115" y="152944"/>
                    <a:pt x="35115" y="152185"/>
                  </a:cubicBezTo>
                  <a:cubicBezTo>
                    <a:pt x="33887" y="152185"/>
                    <a:pt x="32659" y="152185"/>
                    <a:pt x="31394" y="152185"/>
                  </a:cubicBezTo>
                  <a:cubicBezTo>
                    <a:pt x="31394" y="151448"/>
                    <a:pt x="31394" y="150711"/>
                    <a:pt x="31394" y="149952"/>
                  </a:cubicBezTo>
                  <a:cubicBezTo>
                    <a:pt x="30811" y="149722"/>
                    <a:pt x="30228" y="149492"/>
                    <a:pt x="29627" y="149255"/>
                  </a:cubicBezTo>
                  <a:cubicBezTo>
                    <a:pt x="27674" y="148464"/>
                    <a:pt x="27674" y="148464"/>
                    <a:pt x="26790" y="146929"/>
                  </a:cubicBezTo>
                  <a:cubicBezTo>
                    <a:pt x="26590" y="146453"/>
                    <a:pt x="26391" y="145978"/>
                    <a:pt x="26185" y="145487"/>
                  </a:cubicBezTo>
                  <a:cubicBezTo>
                    <a:pt x="25694" y="145242"/>
                    <a:pt x="25203" y="144996"/>
                    <a:pt x="24697" y="144743"/>
                  </a:cubicBezTo>
                  <a:cubicBezTo>
                    <a:pt x="24451" y="144007"/>
                    <a:pt x="24206" y="143270"/>
                    <a:pt x="23953" y="142511"/>
                  </a:cubicBezTo>
                  <a:cubicBezTo>
                    <a:pt x="23216" y="142265"/>
                    <a:pt x="22480" y="142020"/>
                    <a:pt x="21720" y="141767"/>
                  </a:cubicBezTo>
                  <a:cubicBezTo>
                    <a:pt x="21613" y="141260"/>
                    <a:pt x="21506" y="140754"/>
                    <a:pt x="21395" y="140232"/>
                  </a:cubicBezTo>
                  <a:cubicBezTo>
                    <a:pt x="21257" y="139756"/>
                    <a:pt x="21119" y="139280"/>
                    <a:pt x="20976" y="138790"/>
                  </a:cubicBezTo>
                  <a:cubicBezTo>
                    <a:pt x="19994" y="138790"/>
                    <a:pt x="19012" y="138790"/>
                    <a:pt x="18000" y="138790"/>
                  </a:cubicBezTo>
                  <a:cubicBezTo>
                    <a:pt x="17478" y="137811"/>
                    <a:pt x="16984" y="136817"/>
                    <a:pt x="16512" y="135814"/>
                  </a:cubicBezTo>
                  <a:cubicBezTo>
                    <a:pt x="15525" y="135306"/>
                    <a:pt x="14533" y="134808"/>
                    <a:pt x="13535" y="134325"/>
                  </a:cubicBezTo>
                  <a:cubicBezTo>
                    <a:pt x="13289" y="133589"/>
                    <a:pt x="13044" y="132852"/>
                    <a:pt x="12791" y="132093"/>
                  </a:cubicBezTo>
                  <a:cubicBezTo>
                    <a:pt x="12054" y="131847"/>
                    <a:pt x="11317" y="131602"/>
                    <a:pt x="10558" y="131349"/>
                  </a:cubicBezTo>
                  <a:cubicBezTo>
                    <a:pt x="10313" y="130612"/>
                    <a:pt x="10067" y="129875"/>
                    <a:pt x="9814" y="129116"/>
                  </a:cubicBezTo>
                  <a:cubicBezTo>
                    <a:pt x="9323" y="128994"/>
                    <a:pt x="8832" y="128871"/>
                    <a:pt x="8326" y="128744"/>
                  </a:cubicBezTo>
                  <a:cubicBezTo>
                    <a:pt x="7835" y="128621"/>
                    <a:pt x="7344" y="128499"/>
                    <a:pt x="6838" y="128372"/>
                  </a:cubicBezTo>
                  <a:cubicBezTo>
                    <a:pt x="6592" y="127635"/>
                    <a:pt x="6347" y="126899"/>
                    <a:pt x="6094" y="126140"/>
                  </a:cubicBezTo>
                  <a:cubicBezTo>
                    <a:pt x="5341" y="125817"/>
                    <a:pt x="4589" y="125495"/>
                    <a:pt x="3815" y="125163"/>
                  </a:cubicBezTo>
                  <a:cubicBezTo>
                    <a:pt x="3093" y="124749"/>
                    <a:pt x="2372" y="124334"/>
                    <a:pt x="1629" y="123907"/>
                  </a:cubicBezTo>
                  <a:cubicBezTo>
                    <a:pt x="1117" y="121675"/>
                    <a:pt x="1117" y="121675"/>
                    <a:pt x="1629" y="119443"/>
                  </a:cubicBezTo>
                  <a:cubicBezTo>
                    <a:pt x="3406" y="118039"/>
                    <a:pt x="4545" y="117210"/>
                    <a:pt x="6838" y="117210"/>
                  </a:cubicBezTo>
                  <a:cubicBezTo>
                    <a:pt x="6838" y="116473"/>
                    <a:pt x="6838" y="115737"/>
                    <a:pt x="6838" y="114978"/>
                  </a:cubicBezTo>
                  <a:cubicBezTo>
                    <a:pt x="10276" y="114732"/>
                    <a:pt x="13714" y="114487"/>
                    <a:pt x="17256" y="114234"/>
                  </a:cubicBezTo>
                  <a:cubicBezTo>
                    <a:pt x="17256" y="113251"/>
                    <a:pt x="17256" y="112269"/>
                    <a:pt x="17256" y="111257"/>
                  </a:cubicBezTo>
                  <a:cubicBezTo>
                    <a:pt x="17945" y="111229"/>
                    <a:pt x="18635" y="111201"/>
                    <a:pt x="19346" y="111173"/>
                  </a:cubicBezTo>
                  <a:cubicBezTo>
                    <a:pt x="20237" y="111124"/>
                    <a:pt x="21128" y="111075"/>
                    <a:pt x="22046" y="111024"/>
                  </a:cubicBezTo>
                  <a:cubicBezTo>
                    <a:pt x="23380" y="110960"/>
                    <a:pt x="23380" y="110960"/>
                    <a:pt x="24741" y="110894"/>
                  </a:cubicBezTo>
                  <a:cubicBezTo>
                    <a:pt x="25463" y="110768"/>
                    <a:pt x="26185" y="110642"/>
                    <a:pt x="26929" y="110513"/>
                  </a:cubicBezTo>
                  <a:cubicBezTo>
                    <a:pt x="27175" y="109776"/>
                    <a:pt x="27421" y="109039"/>
                    <a:pt x="27674" y="108280"/>
                  </a:cubicBezTo>
                  <a:cubicBezTo>
                    <a:pt x="30046" y="107815"/>
                    <a:pt x="30046" y="107815"/>
                    <a:pt x="32883" y="107536"/>
                  </a:cubicBezTo>
                  <a:cubicBezTo>
                    <a:pt x="35317" y="107318"/>
                    <a:pt x="35317" y="107318"/>
                    <a:pt x="37347" y="106792"/>
                  </a:cubicBezTo>
                  <a:cubicBezTo>
                    <a:pt x="37593" y="106055"/>
                    <a:pt x="37839" y="105319"/>
                    <a:pt x="38092" y="104560"/>
                  </a:cubicBezTo>
                  <a:cubicBezTo>
                    <a:pt x="40604" y="104239"/>
                    <a:pt x="43071" y="104232"/>
                    <a:pt x="45603" y="104191"/>
                  </a:cubicBezTo>
                  <a:cubicBezTo>
                    <a:pt x="46673" y="104005"/>
                    <a:pt x="46673" y="104005"/>
                    <a:pt x="47765" y="103816"/>
                  </a:cubicBezTo>
                  <a:cubicBezTo>
                    <a:pt x="47938" y="103079"/>
                    <a:pt x="47938" y="103079"/>
                    <a:pt x="48114" y="102327"/>
                  </a:cubicBezTo>
                  <a:cubicBezTo>
                    <a:pt x="48245" y="101836"/>
                    <a:pt x="48375" y="101345"/>
                    <a:pt x="48510" y="100839"/>
                  </a:cubicBezTo>
                  <a:cubicBezTo>
                    <a:pt x="50835" y="100464"/>
                    <a:pt x="50835" y="100464"/>
                    <a:pt x="53719" y="100420"/>
                  </a:cubicBezTo>
                  <a:cubicBezTo>
                    <a:pt x="56515" y="100421"/>
                    <a:pt x="56515" y="100421"/>
                    <a:pt x="58928" y="100095"/>
                  </a:cubicBezTo>
                  <a:cubicBezTo>
                    <a:pt x="59173" y="99358"/>
                    <a:pt x="59419" y="98621"/>
                    <a:pt x="59672" y="97862"/>
                  </a:cubicBezTo>
                  <a:cubicBezTo>
                    <a:pt x="61599" y="97571"/>
                    <a:pt x="63363" y="97413"/>
                    <a:pt x="65299" y="97351"/>
                  </a:cubicBezTo>
                  <a:cubicBezTo>
                    <a:pt x="65828" y="97325"/>
                    <a:pt x="66357" y="97300"/>
                    <a:pt x="66902" y="97274"/>
                  </a:cubicBezTo>
                  <a:cubicBezTo>
                    <a:pt x="68212" y="97212"/>
                    <a:pt x="69523" y="97164"/>
                    <a:pt x="70834" y="97118"/>
                  </a:cubicBezTo>
                  <a:cubicBezTo>
                    <a:pt x="70834" y="96136"/>
                    <a:pt x="70834" y="95154"/>
                    <a:pt x="70834" y="94142"/>
                  </a:cubicBezTo>
                  <a:cubicBezTo>
                    <a:pt x="71631" y="94114"/>
                    <a:pt x="72428" y="94086"/>
                    <a:pt x="73249" y="94057"/>
                  </a:cubicBezTo>
                  <a:cubicBezTo>
                    <a:pt x="74289" y="94009"/>
                    <a:pt x="75329" y="93959"/>
                    <a:pt x="76368" y="93909"/>
                  </a:cubicBezTo>
                  <a:cubicBezTo>
                    <a:pt x="76894" y="93892"/>
                    <a:pt x="77421" y="93876"/>
                    <a:pt x="77963" y="93858"/>
                  </a:cubicBezTo>
                  <a:cubicBezTo>
                    <a:pt x="79654" y="93794"/>
                    <a:pt x="79654" y="93794"/>
                    <a:pt x="81996" y="93398"/>
                  </a:cubicBezTo>
                  <a:cubicBezTo>
                    <a:pt x="82364" y="92293"/>
                    <a:pt x="82364" y="92293"/>
                    <a:pt x="82740" y="91165"/>
                  </a:cubicBezTo>
                  <a:cubicBezTo>
                    <a:pt x="84688" y="90811"/>
                    <a:pt x="84688" y="90811"/>
                    <a:pt x="87112" y="90700"/>
                  </a:cubicBezTo>
                  <a:cubicBezTo>
                    <a:pt x="89598" y="90574"/>
                    <a:pt x="91534" y="90466"/>
                    <a:pt x="93902" y="89677"/>
                  </a:cubicBezTo>
                  <a:cubicBezTo>
                    <a:pt x="94270" y="88572"/>
                    <a:pt x="94270" y="88572"/>
                    <a:pt x="94646" y="87444"/>
                  </a:cubicBezTo>
                  <a:cubicBezTo>
                    <a:pt x="97217" y="87177"/>
                    <a:pt x="99710" y="87120"/>
                    <a:pt x="102291" y="87117"/>
                  </a:cubicBezTo>
                  <a:cubicBezTo>
                    <a:pt x="104082" y="87101"/>
                    <a:pt x="104082" y="87101"/>
                    <a:pt x="106553" y="86700"/>
                  </a:cubicBezTo>
                  <a:cubicBezTo>
                    <a:pt x="106815" y="85712"/>
                    <a:pt x="107063" y="84720"/>
                    <a:pt x="107297" y="83724"/>
                  </a:cubicBezTo>
                  <a:cubicBezTo>
                    <a:pt x="109239" y="83431"/>
                    <a:pt x="110931" y="83307"/>
                    <a:pt x="112878" y="83305"/>
                  </a:cubicBezTo>
                  <a:cubicBezTo>
                    <a:pt x="114782" y="83293"/>
                    <a:pt x="116558" y="83191"/>
                    <a:pt x="118459" y="82980"/>
                  </a:cubicBezTo>
                  <a:cubicBezTo>
                    <a:pt x="118704" y="82243"/>
                    <a:pt x="118950" y="81506"/>
                    <a:pt x="119203" y="80747"/>
                  </a:cubicBezTo>
                  <a:cubicBezTo>
                    <a:pt x="120517" y="80425"/>
                    <a:pt x="120517" y="80425"/>
                    <a:pt x="122206" y="80366"/>
                  </a:cubicBezTo>
                  <a:cubicBezTo>
                    <a:pt x="122808" y="80340"/>
                    <a:pt x="123410" y="80314"/>
                    <a:pt x="124030" y="80286"/>
                  </a:cubicBezTo>
                  <a:cubicBezTo>
                    <a:pt x="124662" y="80270"/>
                    <a:pt x="125295" y="80253"/>
                    <a:pt x="125947" y="80236"/>
                  </a:cubicBezTo>
                  <a:cubicBezTo>
                    <a:pt x="126582" y="80210"/>
                    <a:pt x="127218" y="80185"/>
                    <a:pt x="127872" y="80159"/>
                  </a:cubicBezTo>
                  <a:cubicBezTo>
                    <a:pt x="129447" y="80097"/>
                    <a:pt x="131022" y="80049"/>
                    <a:pt x="132597" y="80003"/>
                  </a:cubicBezTo>
                  <a:cubicBezTo>
                    <a:pt x="132597" y="79021"/>
                    <a:pt x="132597" y="78039"/>
                    <a:pt x="132597" y="77027"/>
                  </a:cubicBezTo>
                  <a:cubicBezTo>
                    <a:pt x="133502" y="77061"/>
                    <a:pt x="134407" y="77096"/>
                    <a:pt x="135339" y="77131"/>
                  </a:cubicBezTo>
                  <a:cubicBezTo>
                    <a:pt x="136518" y="77159"/>
                    <a:pt x="137697" y="77186"/>
                    <a:pt x="138876" y="77213"/>
                  </a:cubicBezTo>
                  <a:cubicBezTo>
                    <a:pt x="139473" y="77237"/>
                    <a:pt x="140070" y="77262"/>
                    <a:pt x="140686" y="77288"/>
                  </a:cubicBezTo>
                  <a:cubicBezTo>
                    <a:pt x="142598" y="77354"/>
                    <a:pt x="142598" y="77354"/>
                    <a:pt x="145248" y="77027"/>
                  </a:cubicBezTo>
                  <a:cubicBezTo>
                    <a:pt x="145505" y="76037"/>
                    <a:pt x="145753" y="75044"/>
                    <a:pt x="145992" y="74050"/>
                  </a:cubicBezTo>
                  <a:cubicBezTo>
                    <a:pt x="148562" y="73708"/>
                    <a:pt x="150987" y="73673"/>
                    <a:pt x="153571" y="73687"/>
                  </a:cubicBezTo>
                  <a:cubicBezTo>
                    <a:pt x="155367" y="73679"/>
                    <a:pt x="155367" y="73679"/>
                    <a:pt x="157898" y="73306"/>
                  </a:cubicBezTo>
                  <a:cubicBezTo>
                    <a:pt x="158133" y="72817"/>
                    <a:pt x="158368" y="72328"/>
                    <a:pt x="158610" y="71824"/>
                  </a:cubicBezTo>
                  <a:cubicBezTo>
                    <a:pt x="158866" y="71331"/>
                    <a:pt x="159123" y="70837"/>
                    <a:pt x="159387" y="70329"/>
                  </a:cubicBezTo>
                  <a:cubicBezTo>
                    <a:pt x="160853" y="69923"/>
                    <a:pt x="160853" y="69923"/>
                    <a:pt x="162625" y="69876"/>
                  </a:cubicBezTo>
                  <a:cubicBezTo>
                    <a:pt x="163258" y="69852"/>
                    <a:pt x="163891" y="69828"/>
                    <a:pt x="164543" y="69803"/>
                  </a:cubicBezTo>
                  <a:cubicBezTo>
                    <a:pt x="165205" y="69793"/>
                    <a:pt x="165867" y="69782"/>
                    <a:pt x="166549" y="69771"/>
                  </a:cubicBezTo>
                  <a:cubicBezTo>
                    <a:pt x="167217" y="69749"/>
                    <a:pt x="167884" y="69727"/>
                    <a:pt x="168572" y="69704"/>
                  </a:cubicBezTo>
                  <a:cubicBezTo>
                    <a:pt x="170223" y="69652"/>
                    <a:pt x="171873" y="69612"/>
                    <a:pt x="173525" y="69585"/>
                  </a:cubicBezTo>
                  <a:cubicBezTo>
                    <a:pt x="173525" y="68603"/>
                    <a:pt x="173525" y="67621"/>
                    <a:pt x="173525" y="66609"/>
                  </a:cubicBezTo>
                  <a:cubicBezTo>
                    <a:pt x="173972" y="66598"/>
                    <a:pt x="174419" y="66587"/>
                    <a:pt x="174880" y="66576"/>
                  </a:cubicBezTo>
                  <a:cubicBezTo>
                    <a:pt x="176894" y="66520"/>
                    <a:pt x="178907" y="66448"/>
                    <a:pt x="180920" y="66376"/>
                  </a:cubicBezTo>
                  <a:cubicBezTo>
                    <a:pt x="181624" y="66359"/>
                    <a:pt x="182327" y="66342"/>
                    <a:pt x="183052" y="66325"/>
                  </a:cubicBezTo>
                  <a:cubicBezTo>
                    <a:pt x="183721" y="66299"/>
                    <a:pt x="184390" y="66272"/>
                    <a:pt x="185080" y="66245"/>
                  </a:cubicBezTo>
                  <a:cubicBezTo>
                    <a:pt x="185699" y="66226"/>
                    <a:pt x="186319" y="66206"/>
                    <a:pt x="186957" y="66186"/>
                  </a:cubicBezTo>
                  <a:cubicBezTo>
                    <a:pt x="187436" y="66080"/>
                    <a:pt x="187915" y="65974"/>
                    <a:pt x="188408" y="65864"/>
                  </a:cubicBezTo>
                  <a:cubicBezTo>
                    <a:pt x="188654" y="65128"/>
                    <a:pt x="188899" y="64391"/>
                    <a:pt x="189152" y="63632"/>
                  </a:cubicBezTo>
                  <a:cubicBezTo>
                    <a:pt x="191289" y="63360"/>
                    <a:pt x="193287" y="63216"/>
                    <a:pt x="195431" y="63167"/>
                  </a:cubicBezTo>
                  <a:cubicBezTo>
                    <a:pt x="199485" y="63221"/>
                    <a:pt x="199485" y="63221"/>
                    <a:pt x="203291" y="62144"/>
                  </a:cubicBezTo>
                  <a:cubicBezTo>
                    <a:pt x="203291" y="61407"/>
                    <a:pt x="203291" y="60670"/>
                    <a:pt x="203291" y="59911"/>
                  </a:cubicBezTo>
                  <a:cubicBezTo>
                    <a:pt x="203760" y="59900"/>
                    <a:pt x="204230" y="59890"/>
                    <a:pt x="204714" y="59878"/>
                  </a:cubicBezTo>
                  <a:cubicBezTo>
                    <a:pt x="206829" y="59823"/>
                    <a:pt x="208943" y="59751"/>
                    <a:pt x="211058" y="59679"/>
                  </a:cubicBezTo>
                  <a:cubicBezTo>
                    <a:pt x="211797" y="59662"/>
                    <a:pt x="212536" y="59645"/>
                    <a:pt x="213297" y="59628"/>
                  </a:cubicBezTo>
                  <a:cubicBezTo>
                    <a:pt x="214351" y="59588"/>
                    <a:pt x="214351" y="59588"/>
                    <a:pt x="215427" y="59548"/>
                  </a:cubicBezTo>
                  <a:cubicBezTo>
                    <a:pt x="216078" y="59528"/>
                    <a:pt x="216728" y="59509"/>
                    <a:pt x="217399" y="59489"/>
                  </a:cubicBezTo>
                  <a:cubicBezTo>
                    <a:pt x="217900" y="59383"/>
                    <a:pt x="218401" y="59277"/>
                    <a:pt x="218918" y="59167"/>
                  </a:cubicBezTo>
                  <a:cubicBezTo>
                    <a:pt x="219163" y="58430"/>
                    <a:pt x="219409" y="57694"/>
                    <a:pt x="219662" y="56935"/>
                  </a:cubicBezTo>
                  <a:cubicBezTo>
                    <a:pt x="221101" y="56660"/>
                    <a:pt x="221101" y="56660"/>
                    <a:pt x="222964" y="56659"/>
                  </a:cubicBezTo>
                  <a:cubicBezTo>
                    <a:pt x="223630" y="56646"/>
                    <a:pt x="224295" y="56633"/>
                    <a:pt x="224981" y="56619"/>
                  </a:cubicBezTo>
                  <a:cubicBezTo>
                    <a:pt x="226396" y="56613"/>
                    <a:pt x="227811" y="56609"/>
                    <a:pt x="229225" y="56608"/>
                  </a:cubicBezTo>
                  <a:cubicBezTo>
                    <a:pt x="230224" y="56587"/>
                    <a:pt x="230224" y="56587"/>
                    <a:pt x="231243" y="56566"/>
                  </a:cubicBezTo>
                  <a:cubicBezTo>
                    <a:pt x="232165" y="56563"/>
                    <a:pt x="232165" y="56563"/>
                    <a:pt x="233106" y="56561"/>
                  </a:cubicBezTo>
                  <a:cubicBezTo>
                    <a:pt x="233818" y="56378"/>
                    <a:pt x="233818" y="56378"/>
                    <a:pt x="234545" y="56191"/>
                  </a:cubicBezTo>
                  <a:cubicBezTo>
                    <a:pt x="234662" y="55699"/>
                    <a:pt x="234779" y="55207"/>
                    <a:pt x="234900" y="54701"/>
                  </a:cubicBezTo>
                  <a:cubicBezTo>
                    <a:pt x="235028" y="54210"/>
                    <a:pt x="235157" y="53719"/>
                    <a:pt x="235289" y="53214"/>
                  </a:cubicBezTo>
                  <a:cubicBezTo>
                    <a:pt x="236841" y="52855"/>
                    <a:pt x="236841" y="52855"/>
                    <a:pt x="238864" y="52865"/>
                  </a:cubicBezTo>
                  <a:cubicBezTo>
                    <a:pt x="239590" y="52855"/>
                    <a:pt x="240317" y="52844"/>
                    <a:pt x="241065" y="52833"/>
                  </a:cubicBezTo>
                  <a:cubicBezTo>
                    <a:pt x="242603" y="52839"/>
                    <a:pt x="244142" y="52845"/>
                    <a:pt x="245681" y="52851"/>
                  </a:cubicBezTo>
                  <a:cubicBezTo>
                    <a:pt x="246409" y="52840"/>
                    <a:pt x="247137" y="52830"/>
                    <a:pt x="247887" y="52819"/>
                  </a:cubicBezTo>
                  <a:cubicBezTo>
                    <a:pt x="248556" y="52822"/>
                    <a:pt x="249226" y="52825"/>
                    <a:pt x="249916" y="52829"/>
                  </a:cubicBezTo>
                  <a:cubicBezTo>
                    <a:pt x="252215" y="52356"/>
                    <a:pt x="252526" y="51322"/>
                    <a:pt x="253892" y="49493"/>
                  </a:cubicBezTo>
                  <a:cubicBezTo>
                    <a:pt x="255557" y="49203"/>
                    <a:pt x="255557" y="49203"/>
                    <a:pt x="257476" y="49307"/>
                  </a:cubicBezTo>
                  <a:cubicBezTo>
                    <a:pt x="258513" y="49342"/>
                    <a:pt x="258513" y="49342"/>
                    <a:pt x="259571" y="49377"/>
                  </a:cubicBezTo>
                  <a:cubicBezTo>
                    <a:pt x="260291" y="49415"/>
                    <a:pt x="261011" y="49454"/>
                    <a:pt x="261752" y="49493"/>
                  </a:cubicBezTo>
                  <a:cubicBezTo>
                    <a:pt x="263179" y="49569"/>
                    <a:pt x="264606" y="49632"/>
                    <a:pt x="266034" y="49679"/>
                  </a:cubicBezTo>
                  <a:cubicBezTo>
                    <a:pt x="266667" y="49714"/>
                    <a:pt x="267299" y="49748"/>
                    <a:pt x="267951" y="49784"/>
                  </a:cubicBezTo>
                  <a:cubicBezTo>
                    <a:pt x="268469" y="49688"/>
                    <a:pt x="268986" y="49592"/>
                    <a:pt x="269519" y="49493"/>
                  </a:cubicBezTo>
                  <a:cubicBezTo>
                    <a:pt x="269750" y="49008"/>
                    <a:pt x="269980" y="48522"/>
                    <a:pt x="270218" y="48022"/>
                  </a:cubicBezTo>
                  <a:cubicBezTo>
                    <a:pt x="270609" y="47277"/>
                    <a:pt x="270609" y="47277"/>
                    <a:pt x="271008" y="46517"/>
                  </a:cubicBezTo>
                  <a:cubicBezTo>
                    <a:pt x="272884" y="46111"/>
                    <a:pt x="272884" y="46111"/>
                    <a:pt x="275222" y="46063"/>
                  </a:cubicBezTo>
                  <a:cubicBezTo>
                    <a:pt x="276474" y="46027"/>
                    <a:pt x="276474" y="46027"/>
                    <a:pt x="277751" y="45991"/>
                  </a:cubicBezTo>
                  <a:cubicBezTo>
                    <a:pt x="279064" y="45975"/>
                    <a:pt x="279064" y="45975"/>
                    <a:pt x="280402" y="45959"/>
                  </a:cubicBezTo>
                  <a:cubicBezTo>
                    <a:pt x="281723" y="45926"/>
                    <a:pt x="281723" y="45926"/>
                    <a:pt x="283071" y="45892"/>
                  </a:cubicBezTo>
                  <a:cubicBezTo>
                    <a:pt x="285251" y="45839"/>
                    <a:pt x="287431" y="45800"/>
                    <a:pt x="289611" y="45773"/>
                  </a:cubicBezTo>
                  <a:cubicBezTo>
                    <a:pt x="289611" y="44790"/>
                    <a:pt x="289611" y="43808"/>
                    <a:pt x="289611" y="42796"/>
                  </a:cubicBezTo>
                  <a:cubicBezTo>
                    <a:pt x="290171" y="42785"/>
                    <a:pt x="290730" y="42774"/>
                    <a:pt x="291307" y="42763"/>
                  </a:cubicBezTo>
                  <a:cubicBezTo>
                    <a:pt x="293827" y="42708"/>
                    <a:pt x="296347" y="42636"/>
                    <a:pt x="298866" y="42563"/>
                  </a:cubicBezTo>
                  <a:cubicBezTo>
                    <a:pt x="300188" y="42538"/>
                    <a:pt x="300188" y="42538"/>
                    <a:pt x="301536" y="42513"/>
                  </a:cubicBezTo>
                  <a:cubicBezTo>
                    <a:pt x="302373" y="42486"/>
                    <a:pt x="303210" y="42460"/>
                    <a:pt x="304072" y="42433"/>
                  </a:cubicBezTo>
                  <a:cubicBezTo>
                    <a:pt x="304848" y="42413"/>
                    <a:pt x="305623" y="42394"/>
                    <a:pt x="306422" y="42374"/>
                  </a:cubicBezTo>
                  <a:cubicBezTo>
                    <a:pt x="307014" y="42267"/>
                    <a:pt x="307605" y="42161"/>
                    <a:pt x="308215" y="42052"/>
                  </a:cubicBezTo>
                  <a:cubicBezTo>
                    <a:pt x="308460" y="41315"/>
                    <a:pt x="308706" y="40579"/>
                    <a:pt x="308959" y="39819"/>
                  </a:cubicBezTo>
                  <a:cubicBezTo>
                    <a:pt x="310739" y="39545"/>
                    <a:pt x="310739" y="39545"/>
                    <a:pt x="313075" y="39543"/>
                  </a:cubicBezTo>
                  <a:cubicBezTo>
                    <a:pt x="314325" y="39524"/>
                    <a:pt x="314325" y="39524"/>
                    <a:pt x="315601" y="39504"/>
                  </a:cubicBezTo>
                  <a:cubicBezTo>
                    <a:pt x="317374" y="39497"/>
                    <a:pt x="319147" y="39493"/>
                    <a:pt x="320920" y="39492"/>
                  </a:cubicBezTo>
                  <a:cubicBezTo>
                    <a:pt x="321754" y="39479"/>
                    <a:pt x="322587" y="39465"/>
                    <a:pt x="323446" y="39450"/>
                  </a:cubicBezTo>
                  <a:cubicBezTo>
                    <a:pt x="324602" y="39448"/>
                    <a:pt x="324602" y="39448"/>
                    <a:pt x="325782" y="39446"/>
                  </a:cubicBezTo>
                  <a:cubicBezTo>
                    <a:pt x="326663" y="39263"/>
                    <a:pt x="326663" y="39263"/>
                    <a:pt x="327562" y="39075"/>
                  </a:cubicBezTo>
                  <a:cubicBezTo>
                    <a:pt x="327672" y="38580"/>
                    <a:pt x="327781" y="38084"/>
                    <a:pt x="327894" y="37574"/>
                  </a:cubicBezTo>
                  <a:cubicBezTo>
                    <a:pt x="328098" y="36844"/>
                    <a:pt x="328098" y="36844"/>
                    <a:pt x="328306" y="36099"/>
                  </a:cubicBezTo>
                  <a:cubicBezTo>
                    <a:pt x="330360" y="35820"/>
                    <a:pt x="330360" y="35820"/>
                    <a:pt x="333074" y="35939"/>
                  </a:cubicBezTo>
                  <a:cubicBezTo>
                    <a:pt x="334041" y="35965"/>
                    <a:pt x="335009" y="35992"/>
                    <a:pt x="336007" y="36019"/>
                  </a:cubicBezTo>
                  <a:cubicBezTo>
                    <a:pt x="337555" y="36079"/>
                    <a:pt x="339103" y="36146"/>
                    <a:pt x="340651" y="36216"/>
                  </a:cubicBezTo>
                  <a:cubicBezTo>
                    <a:pt x="342140" y="36279"/>
                    <a:pt x="343630" y="36318"/>
                    <a:pt x="345119" y="36357"/>
                  </a:cubicBezTo>
                  <a:cubicBezTo>
                    <a:pt x="346015" y="36396"/>
                    <a:pt x="346910" y="36434"/>
                    <a:pt x="347833" y="36474"/>
                  </a:cubicBezTo>
                  <a:cubicBezTo>
                    <a:pt x="348511" y="36350"/>
                    <a:pt x="349188" y="36226"/>
                    <a:pt x="349887" y="36099"/>
                  </a:cubicBezTo>
                  <a:cubicBezTo>
                    <a:pt x="350009" y="35487"/>
                    <a:pt x="350131" y="34875"/>
                    <a:pt x="350257" y="34245"/>
                  </a:cubicBezTo>
                  <a:cubicBezTo>
                    <a:pt x="350380" y="33629"/>
                    <a:pt x="350504" y="33013"/>
                    <a:pt x="350631" y="32378"/>
                  </a:cubicBezTo>
                  <a:cubicBezTo>
                    <a:pt x="352696" y="31956"/>
                    <a:pt x="352696" y="31956"/>
                    <a:pt x="355424" y="32015"/>
                  </a:cubicBezTo>
                  <a:cubicBezTo>
                    <a:pt x="356395" y="32027"/>
                    <a:pt x="357366" y="32039"/>
                    <a:pt x="358367" y="32051"/>
                  </a:cubicBezTo>
                  <a:cubicBezTo>
                    <a:pt x="359401" y="32082"/>
                    <a:pt x="360434" y="32114"/>
                    <a:pt x="361467" y="32146"/>
                  </a:cubicBezTo>
                  <a:cubicBezTo>
                    <a:pt x="362503" y="32164"/>
                    <a:pt x="363540" y="32181"/>
                    <a:pt x="364576" y="32196"/>
                  </a:cubicBezTo>
                  <a:cubicBezTo>
                    <a:pt x="367122" y="32240"/>
                    <a:pt x="369666" y="32302"/>
                    <a:pt x="372211" y="32378"/>
                  </a:cubicBezTo>
                  <a:cubicBezTo>
                    <a:pt x="372211" y="31396"/>
                    <a:pt x="372211" y="30414"/>
                    <a:pt x="372211" y="29402"/>
                  </a:cubicBezTo>
                  <a:cubicBezTo>
                    <a:pt x="380069" y="29156"/>
                    <a:pt x="387927" y="28910"/>
                    <a:pt x="396023" y="28657"/>
                  </a:cubicBezTo>
                  <a:cubicBezTo>
                    <a:pt x="396023" y="27675"/>
                    <a:pt x="396023" y="26693"/>
                    <a:pt x="396023" y="25681"/>
                  </a:cubicBezTo>
                  <a:cubicBezTo>
                    <a:pt x="404373" y="25681"/>
                    <a:pt x="412722" y="25681"/>
                    <a:pt x="421324" y="25681"/>
                  </a:cubicBezTo>
                  <a:cubicBezTo>
                    <a:pt x="421324" y="24699"/>
                    <a:pt x="421324" y="23716"/>
                    <a:pt x="421324" y="22704"/>
                  </a:cubicBezTo>
                  <a:cubicBezTo>
                    <a:pt x="434953" y="22336"/>
                    <a:pt x="434953" y="22336"/>
                    <a:pt x="448857" y="21960"/>
                  </a:cubicBezTo>
                  <a:cubicBezTo>
                    <a:pt x="448857" y="20978"/>
                    <a:pt x="448857" y="19996"/>
                    <a:pt x="448857" y="18984"/>
                  </a:cubicBezTo>
                  <a:cubicBezTo>
                    <a:pt x="449751" y="18973"/>
                    <a:pt x="450645" y="18962"/>
                    <a:pt x="451566" y="18951"/>
                  </a:cubicBezTo>
                  <a:cubicBezTo>
                    <a:pt x="454875" y="18908"/>
                    <a:pt x="458184" y="18850"/>
                    <a:pt x="461493" y="18788"/>
                  </a:cubicBezTo>
                  <a:cubicBezTo>
                    <a:pt x="462926" y="18763"/>
                    <a:pt x="464360" y="18743"/>
                    <a:pt x="465793" y="18726"/>
                  </a:cubicBezTo>
                  <a:cubicBezTo>
                    <a:pt x="467851" y="18701"/>
                    <a:pt x="469909" y="18662"/>
                    <a:pt x="471966" y="18620"/>
                  </a:cubicBezTo>
                  <a:cubicBezTo>
                    <a:pt x="472610" y="18615"/>
                    <a:pt x="473253" y="18611"/>
                    <a:pt x="473916" y="18606"/>
                  </a:cubicBezTo>
                  <a:cubicBezTo>
                    <a:pt x="475909" y="18582"/>
                    <a:pt x="475909" y="18582"/>
                    <a:pt x="478623" y="18239"/>
                  </a:cubicBezTo>
                  <a:cubicBezTo>
                    <a:pt x="479114" y="17503"/>
                    <a:pt x="479605" y="16766"/>
                    <a:pt x="480111" y="16007"/>
                  </a:cubicBezTo>
                  <a:cubicBezTo>
                    <a:pt x="484242" y="15212"/>
                    <a:pt x="488262" y="15194"/>
                    <a:pt x="492453" y="15295"/>
                  </a:cubicBezTo>
                  <a:cubicBezTo>
                    <a:pt x="493648" y="15311"/>
                    <a:pt x="494843" y="15327"/>
                    <a:pt x="496037" y="15343"/>
                  </a:cubicBezTo>
                  <a:cubicBezTo>
                    <a:pt x="497899" y="15371"/>
                    <a:pt x="499761" y="15403"/>
                    <a:pt x="501623" y="15447"/>
                  </a:cubicBezTo>
                  <a:cubicBezTo>
                    <a:pt x="503434" y="15487"/>
                    <a:pt x="505245" y="15509"/>
                    <a:pt x="507057" y="15527"/>
                  </a:cubicBezTo>
                  <a:cubicBezTo>
                    <a:pt x="507617" y="15545"/>
                    <a:pt x="508176" y="15563"/>
                    <a:pt x="508753" y="15581"/>
                  </a:cubicBezTo>
                  <a:cubicBezTo>
                    <a:pt x="510486" y="15624"/>
                    <a:pt x="510486" y="15624"/>
                    <a:pt x="512853" y="15263"/>
                  </a:cubicBezTo>
                  <a:cubicBezTo>
                    <a:pt x="513072" y="14773"/>
                    <a:pt x="513290" y="14284"/>
                    <a:pt x="513515" y="13780"/>
                  </a:cubicBezTo>
                  <a:cubicBezTo>
                    <a:pt x="513924" y="13040"/>
                    <a:pt x="513924" y="13040"/>
                    <a:pt x="514342" y="12286"/>
                  </a:cubicBezTo>
                  <a:cubicBezTo>
                    <a:pt x="516046" y="11900"/>
                    <a:pt x="516046" y="11900"/>
                    <a:pt x="518199" y="11880"/>
                  </a:cubicBezTo>
                  <a:cubicBezTo>
                    <a:pt x="519406" y="11858"/>
                    <a:pt x="519406" y="11858"/>
                    <a:pt x="520637" y="11836"/>
                  </a:cubicBezTo>
                  <a:cubicBezTo>
                    <a:pt x="521944" y="11834"/>
                    <a:pt x="521944" y="11834"/>
                    <a:pt x="523277" y="11833"/>
                  </a:cubicBezTo>
                  <a:cubicBezTo>
                    <a:pt x="524167" y="11821"/>
                    <a:pt x="525057" y="11808"/>
                    <a:pt x="525974" y="11796"/>
                  </a:cubicBezTo>
                  <a:cubicBezTo>
                    <a:pt x="528825" y="11759"/>
                    <a:pt x="531675" y="11744"/>
                    <a:pt x="534526" y="11728"/>
                  </a:cubicBezTo>
                  <a:cubicBezTo>
                    <a:pt x="536456" y="11707"/>
                    <a:pt x="538385" y="11685"/>
                    <a:pt x="540314" y="11661"/>
                  </a:cubicBezTo>
                  <a:cubicBezTo>
                    <a:pt x="545051" y="11606"/>
                    <a:pt x="549788" y="11568"/>
                    <a:pt x="554525" y="11542"/>
                  </a:cubicBezTo>
                  <a:cubicBezTo>
                    <a:pt x="554525" y="10560"/>
                    <a:pt x="554525" y="9578"/>
                    <a:pt x="554525" y="8566"/>
                  </a:cubicBezTo>
                  <a:cubicBezTo>
                    <a:pt x="570978" y="8566"/>
                    <a:pt x="587431" y="8566"/>
                    <a:pt x="604383" y="8566"/>
                  </a:cubicBezTo>
                  <a:cubicBezTo>
                    <a:pt x="604383" y="7583"/>
                    <a:pt x="604383" y="6601"/>
                    <a:pt x="604383" y="5589"/>
                  </a:cubicBezTo>
                  <a:cubicBezTo>
                    <a:pt x="604857" y="5588"/>
                    <a:pt x="605332" y="5587"/>
                    <a:pt x="605822" y="5586"/>
                  </a:cubicBezTo>
                  <a:cubicBezTo>
                    <a:pt x="617360" y="5558"/>
                    <a:pt x="628899" y="5514"/>
                    <a:pt x="640437" y="5452"/>
                  </a:cubicBezTo>
                  <a:cubicBezTo>
                    <a:pt x="646017" y="5423"/>
                    <a:pt x="651597" y="5398"/>
                    <a:pt x="657176" y="5387"/>
                  </a:cubicBezTo>
                  <a:cubicBezTo>
                    <a:pt x="662038" y="5378"/>
                    <a:pt x="666900" y="5358"/>
                    <a:pt x="671761" y="5325"/>
                  </a:cubicBezTo>
                  <a:cubicBezTo>
                    <a:pt x="674337" y="5308"/>
                    <a:pt x="676913" y="5297"/>
                    <a:pt x="679489" y="5297"/>
                  </a:cubicBezTo>
                  <a:cubicBezTo>
                    <a:pt x="682360" y="5298"/>
                    <a:pt x="685230" y="5276"/>
                    <a:pt x="688101" y="5251"/>
                  </a:cubicBezTo>
                  <a:cubicBezTo>
                    <a:pt x="688961" y="5255"/>
                    <a:pt x="689821" y="5259"/>
                    <a:pt x="690708" y="5262"/>
                  </a:cubicBezTo>
                  <a:cubicBezTo>
                    <a:pt x="691874" y="5247"/>
                    <a:pt x="691874" y="5247"/>
                    <a:pt x="693064" y="5231"/>
                  </a:cubicBezTo>
                  <a:cubicBezTo>
                    <a:pt x="693743" y="5228"/>
                    <a:pt x="694423" y="5226"/>
                    <a:pt x="695123" y="5223"/>
                  </a:cubicBezTo>
                  <a:cubicBezTo>
                    <a:pt x="695629" y="5098"/>
                    <a:pt x="696135" y="4973"/>
                    <a:pt x="696656" y="4845"/>
                  </a:cubicBezTo>
                  <a:cubicBezTo>
                    <a:pt x="696936" y="3861"/>
                    <a:pt x="697184" y="2868"/>
                    <a:pt x="697400" y="1868"/>
                  </a:cubicBezTo>
                  <a:close/>
                </a:path>
              </a:pathLst>
            </a:custGeom>
            <a:grpFill/>
            <a:ln w="744" cap="flat">
              <a:noFill/>
              <a:prstDash val="solid"/>
              <a:miter/>
            </a:ln>
          </p:spPr>
          <p:txBody>
            <a:bodyPr rtlCol="0" anchor="ctr"/>
            <a:lstStyle/>
            <a:p>
              <a:endParaRPr lang="zh-CN" altLang="en-US"/>
            </a:p>
          </p:txBody>
        </p:sp>
        <p:sp>
          <p:nvSpPr>
            <p:cNvPr id="12" name="任意多边形: 形状 112"/>
            <p:cNvSpPr/>
            <p:nvPr/>
          </p:nvSpPr>
          <p:spPr>
            <a:xfrm>
              <a:off x="5630944" y="6052875"/>
              <a:ext cx="198355" cy="438669"/>
            </a:xfrm>
            <a:custGeom>
              <a:avLst/>
              <a:gdLst>
                <a:gd name="connsiteX0" fmla="*/ 224261 w 364247"/>
                <a:gd name="connsiteY0" fmla="*/ 91688 h 1015864"/>
                <a:gd name="connsiteX1" fmla="*/ 220694 w 364247"/>
                <a:gd name="connsiteY1" fmla="*/ 92535 h 1015864"/>
                <a:gd name="connsiteX2" fmla="*/ 218916 w 364247"/>
                <a:gd name="connsiteY2" fmla="*/ 92550 h 1015864"/>
                <a:gd name="connsiteX3" fmla="*/ 216883 w 364247"/>
                <a:gd name="connsiteY3" fmla="*/ 92572 h 1015864"/>
                <a:gd name="connsiteX4" fmla="*/ 214635 w 364247"/>
                <a:gd name="connsiteY4" fmla="*/ 92585 h 1015864"/>
                <a:gd name="connsiteX5" fmla="*/ 207204 w 364247"/>
                <a:gd name="connsiteY5" fmla="*/ 92649 h 1015864"/>
                <a:gd name="connsiteX6" fmla="*/ 201879 w 364247"/>
                <a:gd name="connsiteY6" fmla="*/ 92690 h 1015864"/>
                <a:gd name="connsiteX7" fmla="*/ 187954 w 364247"/>
                <a:gd name="connsiteY7" fmla="*/ 92806 h 1015864"/>
                <a:gd name="connsiteX8" fmla="*/ 173512 w 364247"/>
                <a:gd name="connsiteY8" fmla="*/ 92924 h 1015864"/>
                <a:gd name="connsiteX9" fmla="*/ 143647 w 364247"/>
                <a:gd name="connsiteY9" fmla="*/ 93167 h 1015864"/>
                <a:gd name="connsiteX10" fmla="*/ 142406 w 364247"/>
                <a:gd name="connsiteY10" fmla="*/ 93176 h 1015864"/>
                <a:gd name="connsiteX11" fmla="*/ 142406 w 364247"/>
                <a:gd name="connsiteY11" fmla="*/ 99129 h 1015864"/>
                <a:gd name="connsiteX12" fmla="*/ 140917 w 364247"/>
                <a:gd name="connsiteY12" fmla="*/ 99129 h 1015864"/>
                <a:gd name="connsiteX13" fmla="*/ 139265 w 364247"/>
                <a:gd name="connsiteY13" fmla="*/ 104705 h 1015864"/>
                <a:gd name="connsiteX14" fmla="*/ 139296 w 364247"/>
                <a:gd name="connsiteY14" fmla="*/ 106676 h 1015864"/>
                <a:gd name="connsiteX15" fmla="*/ 139318 w 364247"/>
                <a:gd name="connsiteY15" fmla="*/ 108925 h 1015864"/>
                <a:gd name="connsiteX16" fmla="*/ 139385 w 364247"/>
                <a:gd name="connsiteY16" fmla="*/ 113808 h 1015864"/>
                <a:gd name="connsiteX17" fmla="*/ 139476 w 364247"/>
                <a:gd name="connsiteY17" fmla="*/ 121640 h 1015864"/>
                <a:gd name="connsiteX18" fmla="*/ 139575 w 364247"/>
                <a:gd name="connsiteY18" fmla="*/ 129504 h 1015864"/>
                <a:gd name="connsiteX19" fmla="*/ 139595 w 364247"/>
                <a:gd name="connsiteY19" fmla="*/ 131976 h 1015864"/>
                <a:gd name="connsiteX20" fmla="*/ 139644 w 364247"/>
                <a:gd name="connsiteY20" fmla="*/ 134395 h 1015864"/>
                <a:gd name="connsiteX21" fmla="*/ 139659 w 364247"/>
                <a:gd name="connsiteY21" fmla="*/ 136616 h 1015864"/>
                <a:gd name="connsiteX22" fmla="*/ 139429 w 364247"/>
                <a:gd name="connsiteY22" fmla="*/ 140057 h 1015864"/>
                <a:gd name="connsiteX23" fmla="*/ 137197 w 364247"/>
                <a:gd name="connsiteY23" fmla="*/ 140801 h 1015864"/>
                <a:gd name="connsiteX24" fmla="*/ 136915 w 364247"/>
                <a:gd name="connsiteY24" fmla="*/ 142378 h 1015864"/>
                <a:gd name="connsiteX25" fmla="*/ 136910 w 364247"/>
                <a:gd name="connsiteY25" fmla="*/ 144483 h 1015864"/>
                <a:gd name="connsiteX26" fmla="*/ 136888 w 364247"/>
                <a:gd name="connsiteY26" fmla="*/ 146861 h 1015864"/>
                <a:gd name="connsiteX27" fmla="*/ 136894 w 364247"/>
                <a:gd name="connsiteY27" fmla="*/ 149449 h 1015864"/>
                <a:gd name="connsiteX28" fmla="*/ 136833 w 364247"/>
                <a:gd name="connsiteY28" fmla="*/ 157626 h 1015864"/>
                <a:gd name="connsiteX29" fmla="*/ 136779 w 364247"/>
                <a:gd name="connsiteY29" fmla="*/ 168853 h 1015864"/>
                <a:gd name="connsiteX30" fmla="*/ 136755 w 364247"/>
                <a:gd name="connsiteY30" fmla="*/ 171494 h 1015864"/>
                <a:gd name="connsiteX31" fmla="*/ 136762 w 364247"/>
                <a:gd name="connsiteY31" fmla="*/ 174078 h 1015864"/>
                <a:gd name="connsiteX32" fmla="*/ 136739 w 364247"/>
                <a:gd name="connsiteY32" fmla="*/ 176463 h 1015864"/>
                <a:gd name="connsiteX33" fmla="*/ 136453 w 364247"/>
                <a:gd name="connsiteY33" fmla="*/ 180241 h 1015864"/>
                <a:gd name="connsiteX34" fmla="*/ 134220 w 364247"/>
                <a:gd name="connsiteY34" fmla="*/ 181729 h 1015864"/>
                <a:gd name="connsiteX35" fmla="*/ 133972 w 364247"/>
                <a:gd name="connsiteY35" fmla="*/ 183428 h 1015864"/>
                <a:gd name="connsiteX36" fmla="*/ 134014 w 364247"/>
                <a:gd name="connsiteY36" fmla="*/ 185575 h 1015864"/>
                <a:gd name="connsiteX37" fmla="*/ 134044 w 364247"/>
                <a:gd name="connsiteY37" fmla="*/ 188005 h 1015864"/>
                <a:gd name="connsiteX38" fmla="*/ 134138 w 364247"/>
                <a:gd name="connsiteY38" fmla="*/ 193329 h 1015864"/>
                <a:gd name="connsiteX39" fmla="*/ 134267 w 364247"/>
                <a:gd name="connsiteY39" fmla="*/ 201867 h 1015864"/>
                <a:gd name="connsiteX40" fmla="*/ 134404 w 364247"/>
                <a:gd name="connsiteY40" fmla="*/ 210413 h 1015864"/>
                <a:gd name="connsiteX41" fmla="*/ 134432 w 364247"/>
                <a:gd name="connsiteY41" fmla="*/ 213102 h 1015864"/>
                <a:gd name="connsiteX42" fmla="*/ 134500 w 364247"/>
                <a:gd name="connsiteY42" fmla="*/ 215740 h 1015864"/>
                <a:gd name="connsiteX43" fmla="*/ 134523 w 364247"/>
                <a:gd name="connsiteY43" fmla="*/ 218163 h 1015864"/>
                <a:gd name="connsiteX44" fmla="*/ 134220 w 364247"/>
                <a:gd name="connsiteY44" fmla="*/ 221913 h 1015864"/>
                <a:gd name="connsiteX45" fmla="*/ 131244 w 364247"/>
                <a:gd name="connsiteY45" fmla="*/ 222657 h 1015864"/>
                <a:gd name="connsiteX46" fmla="*/ 130886 w 364247"/>
                <a:gd name="connsiteY46" fmla="*/ 224272 h 1015864"/>
                <a:gd name="connsiteX47" fmla="*/ 130906 w 364247"/>
                <a:gd name="connsiteY47" fmla="*/ 226430 h 1015864"/>
                <a:gd name="connsiteX48" fmla="*/ 130906 w 364247"/>
                <a:gd name="connsiteY48" fmla="*/ 228868 h 1015864"/>
                <a:gd name="connsiteX49" fmla="*/ 130953 w 364247"/>
                <a:gd name="connsiteY49" fmla="*/ 231520 h 1015864"/>
                <a:gd name="connsiteX50" fmla="*/ 131019 w 364247"/>
                <a:gd name="connsiteY50" fmla="*/ 239881 h 1015864"/>
                <a:gd name="connsiteX51" fmla="*/ 131080 w 364247"/>
                <a:gd name="connsiteY51" fmla="*/ 245713 h 1015864"/>
                <a:gd name="connsiteX52" fmla="*/ 131224 w 364247"/>
                <a:gd name="connsiteY52" fmla="*/ 261320 h 1015864"/>
                <a:gd name="connsiteX53" fmla="*/ 131244 w 364247"/>
                <a:gd name="connsiteY53" fmla="*/ 262840 h 1015864"/>
                <a:gd name="connsiteX54" fmla="*/ 129011 w 364247"/>
                <a:gd name="connsiteY54" fmla="*/ 262840 h 1015864"/>
                <a:gd name="connsiteX55" fmla="*/ 129157 w 364247"/>
                <a:gd name="connsiteY55" fmla="*/ 277353 h 1015864"/>
                <a:gd name="connsiteX56" fmla="*/ 129197 w 364247"/>
                <a:gd name="connsiteY56" fmla="*/ 283258 h 1015864"/>
                <a:gd name="connsiteX57" fmla="*/ 129289 w 364247"/>
                <a:gd name="connsiteY57" fmla="*/ 291993 h 1015864"/>
                <a:gd name="connsiteX58" fmla="*/ 129302 w 364247"/>
                <a:gd name="connsiteY58" fmla="*/ 294742 h 1015864"/>
                <a:gd name="connsiteX59" fmla="*/ 129348 w 364247"/>
                <a:gd name="connsiteY59" fmla="*/ 297444 h 1015864"/>
                <a:gd name="connsiteX60" fmla="*/ 129349 w 364247"/>
                <a:gd name="connsiteY60" fmla="*/ 299927 h 1015864"/>
                <a:gd name="connsiteX61" fmla="*/ 129011 w 364247"/>
                <a:gd name="connsiteY61" fmla="*/ 303768 h 1015864"/>
                <a:gd name="connsiteX62" fmla="*/ 127523 w 364247"/>
                <a:gd name="connsiteY62" fmla="*/ 304144 h 1015864"/>
                <a:gd name="connsiteX63" fmla="*/ 126035 w 364247"/>
                <a:gd name="connsiteY63" fmla="*/ 304512 h 1015864"/>
                <a:gd name="connsiteX64" fmla="*/ 125677 w 364247"/>
                <a:gd name="connsiteY64" fmla="*/ 306127 h 1015864"/>
                <a:gd name="connsiteX65" fmla="*/ 125697 w 364247"/>
                <a:gd name="connsiteY65" fmla="*/ 308285 h 1015864"/>
                <a:gd name="connsiteX66" fmla="*/ 125697 w 364247"/>
                <a:gd name="connsiteY66" fmla="*/ 310723 h 1015864"/>
                <a:gd name="connsiteX67" fmla="*/ 125744 w 364247"/>
                <a:gd name="connsiteY67" fmla="*/ 313375 h 1015864"/>
                <a:gd name="connsiteX68" fmla="*/ 125810 w 364247"/>
                <a:gd name="connsiteY68" fmla="*/ 321737 h 1015864"/>
                <a:gd name="connsiteX69" fmla="*/ 125871 w 364247"/>
                <a:gd name="connsiteY69" fmla="*/ 327568 h 1015864"/>
                <a:gd name="connsiteX70" fmla="*/ 126015 w 364247"/>
                <a:gd name="connsiteY70" fmla="*/ 343175 h 1015864"/>
                <a:gd name="connsiteX71" fmla="*/ 126035 w 364247"/>
                <a:gd name="connsiteY71" fmla="*/ 344696 h 1015864"/>
                <a:gd name="connsiteX72" fmla="*/ 123802 w 364247"/>
                <a:gd name="connsiteY72" fmla="*/ 344696 h 1015864"/>
                <a:gd name="connsiteX73" fmla="*/ 122984 w 364247"/>
                <a:gd name="connsiteY73" fmla="*/ 347855 h 1015864"/>
                <a:gd name="connsiteX74" fmla="*/ 123009 w 364247"/>
                <a:gd name="connsiteY74" fmla="*/ 349962 h 1015864"/>
                <a:gd name="connsiteX75" fmla="*/ 123031 w 364247"/>
                <a:gd name="connsiteY75" fmla="*/ 352347 h 1015864"/>
                <a:gd name="connsiteX76" fmla="*/ 123083 w 364247"/>
                <a:gd name="connsiteY76" fmla="*/ 357572 h 1015864"/>
                <a:gd name="connsiteX77" fmla="*/ 123151 w 364247"/>
                <a:gd name="connsiteY77" fmla="*/ 365950 h 1015864"/>
                <a:gd name="connsiteX78" fmla="*/ 123235 w 364247"/>
                <a:gd name="connsiteY78" fmla="*/ 374337 h 1015864"/>
                <a:gd name="connsiteX79" fmla="*/ 123250 w 364247"/>
                <a:gd name="connsiteY79" fmla="*/ 376976 h 1015864"/>
                <a:gd name="connsiteX80" fmla="*/ 123292 w 364247"/>
                <a:gd name="connsiteY80" fmla="*/ 379564 h 1015864"/>
                <a:gd name="connsiteX81" fmla="*/ 123300 w 364247"/>
                <a:gd name="connsiteY81" fmla="*/ 381942 h 1015864"/>
                <a:gd name="connsiteX82" fmla="*/ 123058 w 364247"/>
                <a:gd name="connsiteY82" fmla="*/ 385624 h 1015864"/>
                <a:gd name="connsiteX83" fmla="*/ 120826 w 364247"/>
                <a:gd name="connsiteY83" fmla="*/ 386368 h 1015864"/>
                <a:gd name="connsiteX84" fmla="*/ 120577 w 364247"/>
                <a:gd name="connsiteY84" fmla="*/ 387978 h 1015864"/>
                <a:gd name="connsiteX85" fmla="*/ 120619 w 364247"/>
                <a:gd name="connsiteY85" fmla="*/ 390129 h 1015864"/>
                <a:gd name="connsiteX86" fmla="*/ 120649 w 364247"/>
                <a:gd name="connsiteY86" fmla="*/ 392559 h 1015864"/>
                <a:gd name="connsiteX87" fmla="*/ 120743 w 364247"/>
                <a:gd name="connsiteY87" fmla="*/ 397899 h 1015864"/>
                <a:gd name="connsiteX88" fmla="*/ 120872 w 364247"/>
                <a:gd name="connsiteY88" fmla="*/ 406459 h 1015864"/>
                <a:gd name="connsiteX89" fmla="*/ 121009 w 364247"/>
                <a:gd name="connsiteY89" fmla="*/ 415020 h 1015864"/>
                <a:gd name="connsiteX90" fmla="*/ 121038 w 364247"/>
                <a:gd name="connsiteY90" fmla="*/ 417715 h 1015864"/>
                <a:gd name="connsiteX91" fmla="*/ 121106 w 364247"/>
                <a:gd name="connsiteY91" fmla="*/ 420359 h 1015864"/>
                <a:gd name="connsiteX92" fmla="*/ 121128 w 364247"/>
                <a:gd name="connsiteY92" fmla="*/ 422790 h 1015864"/>
                <a:gd name="connsiteX93" fmla="*/ 120826 w 364247"/>
                <a:gd name="connsiteY93" fmla="*/ 426551 h 1015864"/>
                <a:gd name="connsiteX94" fmla="*/ 117849 w 364247"/>
                <a:gd name="connsiteY94" fmla="*/ 427295 h 1015864"/>
                <a:gd name="connsiteX95" fmla="*/ 117491 w 364247"/>
                <a:gd name="connsiteY95" fmla="*/ 428910 h 1015864"/>
                <a:gd name="connsiteX96" fmla="*/ 117511 w 364247"/>
                <a:gd name="connsiteY96" fmla="*/ 431069 h 1015864"/>
                <a:gd name="connsiteX97" fmla="*/ 117512 w 364247"/>
                <a:gd name="connsiteY97" fmla="*/ 433506 h 1015864"/>
                <a:gd name="connsiteX98" fmla="*/ 117558 w 364247"/>
                <a:gd name="connsiteY98" fmla="*/ 436158 h 1015864"/>
                <a:gd name="connsiteX99" fmla="*/ 117625 w 364247"/>
                <a:gd name="connsiteY99" fmla="*/ 444520 h 1015864"/>
                <a:gd name="connsiteX100" fmla="*/ 117686 w 364247"/>
                <a:gd name="connsiteY100" fmla="*/ 450352 h 1015864"/>
                <a:gd name="connsiteX101" fmla="*/ 117829 w 364247"/>
                <a:gd name="connsiteY101" fmla="*/ 465958 h 1015864"/>
                <a:gd name="connsiteX102" fmla="*/ 117849 w 364247"/>
                <a:gd name="connsiteY102" fmla="*/ 467479 h 1015864"/>
                <a:gd name="connsiteX103" fmla="*/ 115617 w 364247"/>
                <a:gd name="connsiteY103" fmla="*/ 467479 h 1015864"/>
                <a:gd name="connsiteX104" fmla="*/ 114798 w 364247"/>
                <a:gd name="connsiteY104" fmla="*/ 470638 h 1015864"/>
                <a:gd name="connsiteX105" fmla="*/ 114823 w 364247"/>
                <a:gd name="connsiteY105" fmla="*/ 472745 h 1015864"/>
                <a:gd name="connsiteX106" fmla="*/ 114845 w 364247"/>
                <a:gd name="connsiteY106" fmla="*/ 475130 h 1015864"/>
                <a:gd name="connsiteX107" fmla="*/ 114898 w 364247"/>
                <a:gd name="connsiteY107" fmla="*/ 480355 h 1015864"/>
                <a:gd name="connsiteX108" fmla="*/ 114966 w 364247"/>
                <a:gd name="connsiteY108" fmla="*/ 488733 h 1015864"/>
                <a:gd name="connsiteX109" fmla="*/ 115049 w 364247"/>
                <a:gd name="connsiteY109" fmla="*/ 497120 h 1015864"/>
                <a:gd name="connsiteX110" fmla="*/ 115064 w 364247"/>
                <a:gd name="connsiteY110" fmla="*/ 499759 h 1015864"/>
                <a:gd name="connsiteX111" fmla="*/ 115106 w 364247"/>
                <a:gd name="connsiteY111" fmla="*/ 502347 h 1015864"/>
                <a:gd name="connsiteX112" fmla="*/ 115114 w 364247"/>
                <a:gd name="connsiteY112" fmla="*/ 504725 h 1015864"/>
                <a:gd name="connsiteX113" fmla="*/ 114872 w 364247"/>
                <a:gd name="connsiteY113" fmla="*/ 508407 h 1015864"/>
                <a:gd name="connsiteX114" fmla="*/ 112640 w 364247"/>
                <a:gd name="connsiteY114" fmla="*/ 509151 h 1015864"/>
                <a:gd name="connsiteX115" fmla="*/ 112358 w 364247"/>
                <a:gd name="connsiteY115" fmla="*/ 510761 h 1015864"/>
                <a:gd name="connsiteX116" fmla="*/ 112354 w 364247"/>
                <a:gd name="connsiteY116" fmla="*/ 512912 h 1015864"/>
                <a:gd name="connsiteX117" fmla="*/ 112331 w 364247"/>
                <a:gd name="connsiteY117" fmla="*/ 515343 h 1015864"/>
                <a:gd name="connsiteX118" fmla="*/ 112338 w 364247"/>
                <a:gd name="connsiteY118" fmla="*/ 517988 h 1015864"/>
                <a:gd name="connsiteX119" fmla="*/ 112268 w 364247"/>
                <a:gd name="connsiteY119" fmla="*/ 529243 h 1015864"/>
                <a:gd name="connsiteX120" fmla="*/ 112223 w 364247"/>
                <a:gd name="connsiteY120" fmla="*/ 537804 h 1015864"/>
                <a:gd name="connsiteX121" fmla="*/ 112198 w 364247"/>
                <a:gd name="connsiteY121" fmla="*/ 540498 h 1015864"/>
                <a:gd name="connsiteX122" fmla="*/ 112205 w 364247"/>
                <a:gd name="connsiteY122" fmla="*/ 543143 h 1015864"/>
                <a:gd name="connsiteX123" fmla="*/ 112182 w 364247"/>
                <a:gd name="connsiteY123" fmla="*/ 545573 h 1015864"/>
                <a:gd name="connsiteX124" fmla="*/ 111896 w 364247"/>
                <a:gd name="connsiteY124" fmla="*/ 549334 h 1015864"/>
                <a:gd name="connsiteX125" fmla="*/ 109664 w 364247"/>
                <a:gd name="connsiteY125" fmla="*/ 550079 h 1015864"/>
                <a:gd name="connsiteX126" fmla="*/ 109664 w 364247"/>
                <a:gd name="connsiteY126" fmla="*/ 556032 h 1015864"/>
                <a:gd name="connsiteX127" fmla="*/ 115865 w 364247"/>
                <a:gd name="connsiteY127" fmla="*/ 555172 h 1015864"/>
                <a:gd name="connsiteX128" fmla="*/ 117504 w 364247"/>
                <a:gd name="connsiteY128" fmla="*/ 555170 h 1015864"/>
                <a:gd name="connsiteX129" fmla="*/ 123044 w 364247"/>
                <a:gd name="connsiteY129" fmla="*/ 555141 h 1015864"/>
                <a:gd name="connsiteX130" fmla="*/ 127113 w 364247"/>
                <a:gd name="connsiteY130" fmla="*/ 555124 h 1015864"/>
                <a:gd name="connsiteX131" fmla="*/ 138178 w 364247"/>
                <a:gd name="connsiteY131" fmla="*/ 555071 h 1015864"/>
                <a:gd name="connsiteX132" fmla="*/ 149943 w 364247"/>
                <a:gd name="connsiteY132" fmla="*/ 555017 h 1015864"/>
                <a:gd name="connsiteX133" fmla="*/ 172153 w 364247"/>
                <a:gd name="connsiteY133" fmla="*/ 554913 h 1015864"/>
                <a:gd name="connsiteX134" fmla="*/ 197642 w 364247"/>
                <a:gd name="connsiteY134" fmla="*/ 554796 h 1015864"/>
                <a:gd name="connsiteX135" fmla="*/ 252539 w 364247"/>
                <a:gd name="connsiteY135" fmla="*/ 554543 h 1015864"/>
                <a:gd name="connsiteX136" fmla="*/ 252539 w 364247"/>
                <a:gd name="connsiteY136" fmla="*/ 556032 h 1015864"/>
                <a:gd name="connsiteX137" fmla="*/ 254771 w 364247"/>
                <a:gd name="connsiteY137" fmla="*/ 555288 h 1015864"/>
                <a:gd name="connsiteX138" fmla="*/ 254027 w 364247"/>
                <a:gd name="connsiteY138" fmla="*/ 551567 h 1015864"/>
                <a:gd name="connsiteX139" fmla="*/ 251794 w 364247"/>
                <a:gd name="connsiteY139" fmla="*/ 551567 h 1015864"/>
                <a:gd name="connsiteX140" fmla="*/ 251831 w 364247"/>
                <a:gd name="connsiteY140" fmla="*/ 537091 h 1015864"/>
                <a:gd name="connsiteX141" fmla="*/ 251841 w 364247"/>
                <a:gd name="connsiteY141" fmla="*/ 531196 h 1015864"/>
                <a:gd name="connsiteX142" fmla="*/ 251864 w 364247"/>
                <a:gd name="connsiteY142" fmla="*/ 522484 h 1015864"/>
                <a:gd name="connsiteX143" fmla="*/ 251867 w 364247"/>
                <a:gd name="connsiteY143" fmla="*/ 519737 h 1015864"/>
                <a:gd name="connsiteX144" fmla="*/ 251879 w 364247"/>
                <a:gd name="connsiteY144" fmla="*/ 517048 h 1015864"/>
                <a:gd name="connsiteX145" fmla="*/ 251879 w 364247"/>
                <a:gd name="connsiteY145" fmla="*/ 514565 h 1015864"/>
                <a:gd name="connsiteX146" fmla="*/ 251050 w 364247"/>
                <a:gd name="connsiteY146" fmla="*/ 509151 h 1015864"/>
                <a:gd name="connsiteX147" fmla="*/ 248818 w 364247"/>
                <a:gd name="connsiteY147" fmla="*/ 509151 h 1015864"/>
                <a:gd name="connsiteX148" fmla="*/ 249119 w 364247"/>
                <a:gd name="connsiteY148" fmla="*/ 495505 h 1015864"/>
                <a:gd name="connsiteX149" fmla="*/ 249236 w 364247"/>
                <a:gd name="connsiteY149" fmla="*/ 489943 h 1015864"/>
                <a:gd name="connsiteX150" fmla="*/ 249419 w 364247"/>
                <a:gd name="connsiteY150" fmla="*/ 481731 h 1015864"/>
                <a:gd name="connsiteX151" fmla="*/ 249472 w 364247"/>
                <a:gd name="connsiteY151" fmla="*/ 479138 h 1015864"/>
                <a:gd name="connsiteX152" fmla="*/ 249533 w 364247"/>
                <a:gd name="connsiteY152" fmla="*/ 476608 h 1015864"/>
                <a:gd name="connsiteX153" fmla="*/ 249578 w 364247"/>
                <a:gd name="connsiteY153" fmla="*/ 474261 h 1015864"/>
                <a:gd name="connsiteX154" fmla="*/ 248818 w 364247"/>
                <a:gd name="connsiteY154" fmla="*/ 468223 h 1015864"/>
                <a:gd name="connsiteX155" fmla="*/ 246585 w 364247"/>
                <a:gd name="connsiteY155" fmla="*/ 467479 h 1015864"/>
                <a:gd name="connsiteX156" fmla="*/ 246332 w 364247"/>
                <a:gd name="connsiteY156" fmla="*/ 465879 h 1015864"/>
                <a:gd name="connsiteX157" fmla="*/ 246367 w 364247"/>
                <a:gd name="connsiteY157" fmla="*/ 463741 h 1015864"/>
                <a:gd name="connsiteX158" fmla="*/ 246390 w 364247"/>
                <a:gd name="connsiteY158" fmla="*/ 461325 h 1015864"/>
                <a:gd name="connsiteX159" fmla="*/ 246446 w 364247"/>
                <a:gd name="connsiteY159" fmla="*/ 458695 h 1015864"/>
                <a:gd name="connsiteX160" fmla="*/ 246585 w 364247"/>
                <a:gd name="connsiteY160" fmla="*/ 447480 h 1015864"/>
                <a:gd name="connsiteX161" fmla="*/ 246699 w 364247"/>
                <a:gd name="connsiteY161" fmla="*/ 438965 h 1015864"/>
                <a:gd name="connsiteX162" fmla="*/ 246725 w 364247"/>
                <a:gd name="connsiteY162" fmla="*/ 436277 h 1015864"/>
                <a:gd name="connsiteX163" fmla="*/ 246781 w 364247"/>
                <a:gd name="connsiteY163" fmla="*/ 433656 h 1015864"/>
                <a:gd name="connsiteX164" fmla="*/ 246803 w 364247"/>
                <a:gd name="connsiteY164" fmla="*/ 431226 h 1015864"/>
                <a:gd name="connsiteX165" fmla="*/ 246839 w 364247"/>
                <a:gd name="connsiteY165" fmla="*/ 429084 h 1015864"/>
                <a:gd name="connsiteX166" fmla="*/ 245475 w 364247"/>
                <a:gd name="connsiteY166" fmla="*/ 426183 h 1015864"/>
                <a:gd name="connsiteX167" fmla="*/ 244061 w 364247"/>
                <a:gd name="connsiteY167" fmla="*/ 423251 h 1015864"/>
                <a:gd name="connsiteX168" fmla="*/ 244043 w 364247"/>
                <a:gd name="connsiteY168" fmla="*/ 421076 h 1015864"/>
                <a:gd name="connsiteX169" fmla="*/ 244006 w 364247"/>
                <a:gd name="connsiteY169" fmla="*/ 418608 h 1015864"/>
                <a:gd name="connsiteX170" fmla="*/ 243998 w 364247"/>
                <a:gd name="connsiteY170" fmla="*/ 415944 h 1015864"/>
                <a:gd name="connsiteX171" fmla="*/ 243908 w 364247"/>
                <a:gd name="connsiteY171" fmla="*/ 407490 h 1015864"/>
                <a:gd name="connsiteX172" fmla="*/ 243830 w 364247"/>
                <a:gd name="connsiteY172" fmla="*/ 398706 h 1015864"/>
                <a:gd name="connsiteX173" fmla="*/ 243766 w 364247"/>
                <a:gd name="connsiteY173" fmla="*/ 393155 h 1015864"/>
                <a:gd name="connsiteX174" fmla="*/ 243749 w 364247"/>
                <a:gd name="connsiteY174" fmla="*/ 390487 h 1015864"/>
                <a:gd name="connsiteX175" fmla="*/ 243726 w 364247"/>
                <a:gd name="connsiteY175" fmla="*/ 388026 h 1015864"/>
                <a:gd name="connsiteX176" fmla="*/ 242865 w 364247"/>
                <a:gd name="connsiteY176" fmla="*/ 382647 h 1015864"/>
                <a:gd name="connsiteX177" fmla="*/ 240632 w 364247"/>
                <a:gd name="connsiteY177" fmla="*/ 382647 h 1015864"/>
                <a:gd name="connsiteX178" fmla="*/ 240741 w 364247"/>
                <a:gd name="connsiteY178" fmla="*/ 368135 h 1015864"/>
                <a:gd name="connsiteX179" fmla="*/ 240772 w 364247"/>
                <a:gd name="connsiteY179" fmla="*/ 362230 h 1015864"/>
                <a:gd name="connsiteX180" fmla="*/ 240841 w 364247"/>
                <a:gd name="connsiteY180" fmla="*/ 353494 h 1015864"/>
                <a:gd name="connsiteX181" fmla="*/ 240850 w 364247"/>
                <a:gd name="connsiteY181" fmla="*/ 350745 h 1015864"/>
                <a:gd name="connsiteX182" fmla="*/ 240885 w 364247"/>
                <a:gd name="connsiteY182" fmla="*/ 348044 h 1015864"/>
                <a:gd name="connsiteX183" fmla="*/ 240886 w 364247"/>
                <a:gd name="connsiteY183" fmla="*/ 345561 h 1015864"/>
                <a:gd name="connsiteX184" fmla="*/ 240632 w 364247"/>
                <a:gd name="connsiteY184" fmla="*/ 341719 h 1015864"/>
                <a:gd name="connsiteX185" fmla="*/ 238400 w 364247"/>
                <a:gd name="connsiteY185" fmla="*/ 340975 h 1015864"/>
                <a:gd name="connsiteX186" fmla="*/ 238146 w 364247"/>
                <a:gd name="connsiteY186" fmla="*/ 339370 h 1015864"/>
                <a:gd name="connsiteX187" fmla="*/ 238182 w 364247"/>
                <a:gd name="connsiteY187" fmla="*/ 337225 h 1015864"/>
                <a:gd name="connsiteX188" fmla="*/ 238204 w 364247"/>
                <a:gd name="connsiteY188" fmla="*/ 334802 h 1015864"/>
                <a:gd name="connsiteX189" fmla="*/ 238260 w 364247"/>
                <a:gd name="connsiteY189" fmla="*/ 332165 h 1015864"/>
                <a:gd name="connsiteX190" fmla="*/ 238400 w 364247"/>
                <a:gd name="connsiteY190" fmla="*/ 320930 h 1015864"/>
                <a:gd name="connsiteX191" fmla="*/ 238514 w 364247"/>
                <a:gd name="connsiteY191" fmla="*/ 312392 h 1015864"/>
                <a:gd name="connsiteX192" fmla="*/ 238539 w 364247"/>
                <a:gd name="connsiteY192" fmla="*/ 309701 h 1015864"/>
                <a:gd name="connsiteX193" fmla="*/ 238596 w 364247"/>
                <a:gd name="connsiteY193" fmla="*/ 307068 h 1015864"/>
                <a:gd name="connsiteX194" fmla="*/ 238618 w 364247"/>
                <a:gd name="connsiteY194" fmla="*/ 304637 h 1015864"/>
                <a:gd name="connsiteX195" fmla="*/ 238400 w 364247"/>
                <a:gd name="connsiteY195" fmla="*/ 300791 h 1015864"/>
                <a:gd name="connsiteX196" fmla="*/ 236167 w 364247"/>
                <a:gd name="connsiteY196" fmla="*/ 299303 h 1015864"/>
                <a:gd name="connsiteX197" fmla="*/ 235876 w 364247"/>
                <a:gd name="connsiteY197" fmla="*/ 297609 h 1015864"/>
                <a:gd name="connsiteX198" fmla="*/ 235857 w 364247"/>
                <a:gd name="connsiteY198" fmla="*/ 295469 h 1015864"/>
                <a:gd name="connsiteX199" fmla="*/ 235820 w 364247"/>
                <a:gd name="connsiteY199" fmla="*/ 293046 h 1015864"/>
                <a:gd name="connsiteX200" fmla="*/ 235813 w 364247"/>
                <a:gd name="connsiteY200" fmla="*/ 290420 h 1015864"/>
                <a:gd name="connsiteX201" fmla="*/ 235722 w 364247"/>
                <a:gd name="connsiteY201" fmla="*/ 282104 h 1015864"/>
                <a:gd name="connsiteX202" fmla="*/ 235644 w 364247"/>
                <a:gd name="connsiteY202" fmla="*/ 273462 h 1015864"/>
                <a:gd name="connsiteX203" fmla="*/ 235580 w 364247"/>
                <a:gd name="connsiteY203" fmla="*/ 268003 h 1015864"/>
                <a:gd name="connsiteX204" fmla="*/ 235564 w 364247"/>
                <a:gd name="connsiteY204" fmla="*/ 265377 h 1015864"/>
                <a:gd name="connsiteX205" fmla="*/ 235541 w 364247"/>
                <a:gd name="connsiteY205" fmla="*/ 262954 h 1015864"/>
                <a:gd name="connsiteX206" fmla="*/ 234679 w 364247"/>
                <a:gd name="connsiteY206" fmla="*/ 257631 h 1015864"/>
                <a:gd name="connsiteX207" fmla="*/ 232447 w 364247"/>
                <a:gd name="connsiteY207" fmla="*/ 257631 h 1015864"/>
                <a:gd name="connsiteX208" fmla="*/ 232556 w 364247"/>
                <a:gd name="connsiteY208" fmla="*/ 242590 h 1015864"/>
                <a:gd name="connsiteX209" fmla="*/ 232600 w 364247"/>
                <a:gd name="connsiteY209" fmla="*/ 234929 h 1015864"/>
                <a:gd name="connsiteX210" fmla="*/ 232655 w 364247"/>
                <a:gd name="connsiteY210" fmla="*/ 227416 h 1015864"/>
                <a:gd name="connsiteX211" fmla="*/ 232665 w 364247"/>
                <a:gd name="connsiteY211" fmla="*/ 224567 h 1015864"/>
                <a:gd name="connsiteX212" fmla="*/ 232700 w 364247"/>
                <a:gd name="connsiteY212" fmla="*/ 221767 h 1015864"/>
                <a:gd name="connsiteX213" fmla="*/ 232700 w 364247"/>
                <a:gd name="connsiteY213" fmla="*/ 219193 h 1015864"/>
                <a:gd name="connsiteX214" fmla="*/ 232447 w 364247"/>
                <a:gd name="connsiteY214" fmla="*/ 215215 h 1015864"/>
                <a:gd name="connsiteX215" fmla="*/ 230214 w 364247"/>
                <a:gd name="connsiteY215" fmla="*/ 214471 h 1015864"/>
                <a:gd name="connsiteX216" fmla="*/ 229951 w 364247"/>
                <a:gd name="connsiteY216" fmla="*/ 212894 h 1015864"/>
                <a:gd name="connsiteX217" fmla="*/ 229973 w 364247"/>
                <a:gd name="connsiteY217" fmla="*/ 210790 h 1015864"/>
                <a:gd name="connsiteX218" fmla="*/ 229980 w 364247"/>
                <a:gd name="connsiteY218" fmla="*/ 208412 h 1015864"/>
                <a:gd name="connsiteX219" fmla="*/ 230022 w 364247"/>
                <a:gd name="connsiteY219" fmla="*/ 205823 h 1015864"/>
                <a:gd name="connsiteX220" fmla="*/ 230087 w 364247"/>
                <a:gd name="connsiteY220" fmla="*/ 197646 h 1015864"/>
                <a:gd name="connsiteX221" fmla="*/ 230171 w 364247"/>
                <a:gd name="connsiteY221" fmla="*/ 189146 h 1015864"/>
                <a:gd name="connsiteX222" fmla="*/ 230208 w 364247"/>
                <a:gd name="connsiteY222" fmla="*/ 183778 h 1015864"/>
                <a:gd name="connsiteX223" fmla="*/ 230241 w 364247"/>
                <a:gd name="connsiteY223" fmla="*/ 181194 h 1015864"/>
                <a:gd name="connsiteX224" fmla="*/ 230263 w 364247"/>
                <a:gd name="connsiteY224" fmla="*/ 178809 h 1015864"/>
                <a:gd name="connsiteX225" fmla="*/ 229470 w 364247"/>
                <a:gd name="connsiteY225" fmla="*/ 173543 h 1015864"/>
                <a:gd name="connsiteX226" fmla="*/ 227238 w 364247"/>
                <a:gd name="connsiteY226" fmla="*/ 173543 h 1015864"/>
                <a:gd name="connsiteX227" fmla="*/ 227274 w 364247"/>
                <a:gd name="connsiteY227" fmla="*/ 159068 h 1015864"/>
                <a:gd name="connsiteX228" fmla="*/ 227284 w 364247"/>
                <a:gd name="connsiteY228" fmla="*/ 153173 h 1015864"/>
                <a:gd name="connsiteX229" fmla="*/ 227307 w 364247"/>
                <a:gd name="connsiteY229" fmla="*/ 144460 h 1015864"/>
                <a:gd name="connsiteX230" fmla="*/ 227310 w 364247"/>
                <a:gd name="connsiteY230" fmla="*/ 141714 h 1015864"/>
                <a:gd name="connsiteX231" fmla="*/ 227322 w 364247"/>
                <a:gd name="connsiteY231" fmla="*/ 139024 h 1015864"/>
                <a:gd name="connsiteX232" fmla="*/ 227322 w 364247"/>
                <a:gd name="connsiteY232" fmla="*/ 136542 h 1015864"/>
                <a:gd name="connsiteX233" fmla="*/ 226494 w 364247"/>
                <a:gd name="connsiteY233" fmla="*/ 131127 h 1015864"/>
                <a:gd name="connsiteX234" fmla="*/ 224261 w 364247"/>
                <a:gd name="connsiteY234" fmla="*/ 131127 h 1015864"/>
                <a:gd name="connsiteX235" fmla="*/ 224261 w 364247"/>
                <a:gd name="connsiteY235" fmla="*/ 91688 h 1015864"/>
                <a:gd name="connsiteX236" fmla="*/ 109156 w 364247"/>
                <a:gd name="connsiteY236" fmla="*/ 10 h 1015864"/>
                <a:gd name="connsiteX237" fmla="*/ 115900 w 364247"/>
                <a:gd name="connsiteY237" fmla="*/ 34 h 1015864"/>
                <a:gd name="connsiteX238" fmla="*/ 120729 w 364247"/>
                <a:gd name="connsiteY238" fmla="*/ 10 h 1015864"/>
                <a:gd name="connsiteX239" fmla="*/ 133856 w 364247"/>
                <a:gd name="connsiteY239" fmla="*/ 30 h 1015864"/>
                <a:gd name="connsiteX240" fmla="*/ 147576 w 364247"/>
                <a:gd name="connsiteY240" fmla="*/ 36 h 1015864"/>
                <a:gd name="connsiteX241" fmla="*/ 170616 w 364247"/>
                <a:gd name="connsiteY241" fmla="*/ 86 h 1015864"/>
                <a:gd name="connsiteX242" fmla="*/ 197279 w 364247"/>
                <a:gd name="connsiteY242" fmla="*/ 111 h 1015864"/>
                <a:gd name="connsiteX243" fmla="*/ 222899 w 364247"/>
                <a:gd name="connsiteY243" fmla="*/ 125 h 1015864"/>
                <a:gd name="connsiteX244" fmla="*/ 233817 w 364247"/>
                <a:gd name="connsiteY244" fmla="*/ 127 h 1015864"/>
                <a:gd name="connsiteX245" fmla="*/ 246663 w 364247"/>
                <a:gd name="connsiteY245" fmla="*/ 167 h 1015864"/>
                <a:gd name="connsiteX246" fmla="*/ 251387 w 364247"/>
                <a:gd name="connsiteY246" fmla="*/ 168 h 1015864"/>
                <a:gd name="connsiteX247" fmla="*/ 257817 w 364247"/>
                <a:gd name="connsiteY247" fmla="*/ 204 h 1015864"/>
                <a:gd name="connsiteX248" fmla="*/ 259721 w 364247"/>
                <a:gd name="connsiteY248" fmla="*/ 177 h 1015864"/>
                <a:gd name="connsiteX249" fmla="*/ 264280 w 364247"/>
                <a:gd name="connsiteY249" fmla="*/ 781 h 1015864"/>
                <a:gd name="connsiteX250" fmla="*/ 266513 w 364247"/>
                <a:gd name="connsiteY250" fmla="*/ 5246 h 1015864"/>
                <a:gd name="connsiteX251" fmla="*/ 270233 w 364247"/>
                <a:gd name="connsiteY251" fmla="*/ 8222 h 1015864"/>
                <a:gd name="connsiteX252" fmla="*/ 270978 w 364247"/>
                <a:gd name="connsiteY252" fmla="*/ 11199 h 1015864"/>
                <a:gd name="connsiteX253" fmla="*/ 273210 w 364247"/>
                <a:gd name="connsiteY253" fmla="*/ 11943 h 1015864"/>
                <a:gd name="connsiteX254" fmla="*/ 273954 w 364247"/>
                <a:gd name="connsiteY254" fmla="*/ 14175 h 1015864"/>
                <a:gd name="connsiteX255" fmla="*/ 276187 w 364247"/>
                <a:gd name="connsiteY255" fmla="*/ 14919 h 1015864"/>
                <a:gd name="connsiteX256" fmla="*/ 276931 w 364247"/>
                <a:gd name="connsiteY256" fmla="*/ 17152 h 1015864"/>
                <a:gd name="connsiteX257" fmla="*/ 279163 w 364247"/>
                <a:gd name="connsiteY257" fmla="*/ 17896 h 1015864"/>
                <a:gd name="connsiteX258" fmla="*/ 279907 w 364247"/>
                <a:gd name="connsiteY258" fmla="*/ 20128 h 1015864"/>
                <a:gd name="connsiteX259" fmla="*/ 281768 w 364247"/>
                <a:gd name="connsiteY259" fmla="*/ 21245 h 1015864"/>
                <a:gd name="connsiteX260" fmla="*/ 284372 w 364247"/>
                <a:gd name="connsiteY260" fmla="*/ 24593 h 1015864"/>
                <a:gd name="connsiteX261" fmla="*/ 286605 w 364247"/>
                <a:gd name="connsiteY261" fmla="*/ 26082 h 1015864"/>
                <a:gd name="connsiteX262" fmla="*/ 286605 w 364247"/>
                <a:gd name="connsiteY262" fmla="*/ 28314 h 1015864"/>
                <a:gd name="connsiteX263" fmla="*/ 289581 w 364247"/>
                <a:gd name="connsiteY263" fmla="*/ 29058 h 1015864"/>
                <a:gd name="connsiteX264" fmla="*/ 290325 w 364247"/>
                <a:gd name="connsiteY264" fmla="*/ 31290 h 1015864"/>
                <a:gd name="connsiteX265" fmla="*/ 292558 w 364247"/>
                <a:gd name="connsiteY265" fmla="*/ 32035 h 1015864"/>
                <a:gd name="connsiteX266" fmla="*/ 292558 w 364247"/>
                <a:gd name="connsiteY266" fmla="*/ 35011 h 1015864"/>
                <a:gd name="connsiteX267" fmla="*/ 296278 w 364247"/>
                <a:gd name="connsiteY267" fmla="*/ 35755 h 1015864"/>
                <a:gd name="connsiteX268" fmla="*/ 296278 w 364247"/>
                <a:gd name="connsiteY268" fmla="*/ 37988 h 1015864"/>
                <a:gd name="connsiteX269" fmla="*/ 298478 w 364247"/>
                <a:gd name="connsiteY269" fmla="*/ 38447 h 1015864"/>
                <a:gd name="connsiteX270" fmla="*/ 300743 w 364247"/>
                <a:gd name="connsiteY270" fmla="*/ 39476 h 1015864"/>
                <a:gd name="connsiteX271" fmla="*/ 301264 w 364247"/>
                <a:gd name="connsiteY271" fmla="*/ 46269 h 1015864"/>
                <a:gd name="connsiteX272" fmla="*/ 301278 w 364247"/>
                <a:gd name="connsiteY272" fmla="*/ 48310 h 1015864"/>
                <a:gd name="connsiteX273" fmla="*/ 301255 w 364247"/>
                <a:gd name="connsiteY273" fmla="*/ 54777 h 1015864"/>
                <a:gd name="connsiteX274" fmla="*/ 301255 w 364247"/>
                <a:gd name="connsiteY274" fmla="*/ 61253 h 1015864"/>
                <a:gd name="connsiteX275" fmla="*/ 301236 w 364247"/>
                <a:gd name="connsiteY275" fmla="*/ 65288 h 1015864"/>
                <a:gd name="connsiteX276" fmla="*/ 301487 w 364247"/>
                <a:gd name="connsiteY276" fmla="*/ 69986 h 1015864"/>
                <a:gd name="connsiteX277" fmla="*/ 303720 w 364247"/>
                <a:gd name="connsiteY277" fmla="*/ 70730 h 1015864"/>
                <a:gd name="connsiteX278" fmla="*/ 304018 w 364247"/>
                <a:gd name="connsiteY278" fmla="*/ 74560 h 1015864"/>
                <a:gd name="connsiteX279" fmla="*/ 304048 w 364247"/>
                <a:gd name="connsiteY279" fmla="*/ 77035 h 1015864"/>
                <a:gd name="connsiteX280" fmla="*/ 304048 w 364247"/>
                <a:gd name="connsiteY280" fmla="*/ 79729 h 1015864"/>
                <a:gd name="connsiteX281" fmla="*/ 304078 w 364247"/>
                <a:gd name="connsiteY281" fmla="*/ 82474 h 1015864"/>
                <a:gd name="connsiteX282" fmla="*/ 304138 w 364247"/>
                <a:gd name="connsiteY282" fmla="*/ 91194 h 1015864"/>
                <a:gd name="connsiteX283" fmla="*/ 304207 w 364247"/>
                <a:gd name="connsiteY283" fmla="*/ 99914 h 1015864"/>
                <a:gd name="connsiteX284" fmla="*/ 304239 w 364247"/>
                <a:gd name="connsiteY284" fmla="*/ 105352 h 1015864"/>
                <a:gd name="connsiteX285" fmla="*/ 304262 w 364247"/>
                <a:gd name="connsiteY285" fmla="*/ 107828 h 1015864"/>
                <a:gd name="connsiteX286" fmla="*/ 304272 w 364247"/>
                <a:gd name="connsiteY286" fmla="*/ 110019 h 1015864"/>
                <a:gd name="connsiteX287" fmla="*/ 304464 w 364247"/>
                <a:gd name="connsiteY287" fmla="*/ 111658 h 1015864"/>
                <a:gd name="connsiteX288" fmla="*/ 305952 w 364247"/>
                <a:gd name="connsiteY288" fmla="*/ 112402 h 1015864"/>
                <a:gd name="connsiteX289" fmla="*/ 306166 w 364247"/>
                <a:gd name="connsiteY289" fmla="*/ 115991 h 1015864"/>
                <a:gd name="connsiteX290" fmla="*/ 306196 w 364247"/>
                <a:gd name="connsiteY290" fmla="*/ 118309 h 1015864"/>
                <a:gd name="connsiteX291" fmla="*/ 306208 w 364247"/>
                <a:gd name="connsiteY291" fmla="*/ 120834 h 1015864"/>
                <a:gd name="connsiteX292" fmla="*/ 306241 w 364247"/>
                <a:gd name="connsiteY292" fmla="*/ 123413 h 1015864"/>
                <a:gd name="connsiteX293" fmla="*/ 306324 w 364247"/>
                <a:gd name="connsiteY293" fmla="*/ 131610 h 1015864"/>
                <a:gd name="connsiteX294" fmla="*/ 306441 w 364247"/>
                <a:gd name="connsiteY294" fmla="*/ 142368 h 1015864"/>
                <a:gd name="connsiteX295" fmla="*/ 306452 w 364247"/>
                <a:gd name="connsiteY295" fmla="*/ 144879 h 1015864"/>
                <a:gd name="connsiteX296" fmla="*/ 306483 w 364247"/>
                <a:gd name="connsiteY296" fmla="*/ 147219 h 1015864"/>
                <a:gd name="connsiteX297" fmla="*/ 306499 w 364247"/>
                <a:gd name="connsiteY297" fmla="*/ 149275 h 1015864"/>
                <a:gd name="connsiteX298" fmla="*/ 308185 w 364247"/>
                <a:gd name="connsiteY298" fmla="*/ 154074 h 1015864"/>
                <a:gd name="connsiteX299" fmla="*/ 308929 w 364247"/>
                <a:gd name="connsiteY299" fmla="*/ 154074 h 1015864"/>
                <a:gd name="connsiteX300" fmla="*/ 309673 w 364247"/>
                <a:gd name="connsiteY300" fmla="*/ 196490 h 1015864"/>
                <a:gd name="connsiteX301" fmla="*/ 311905 w 364247"/>
                <a:gd name="connsiteY301" fmla="*/ 196490 h 1015864"/>
                <a:gd name="connsiteX302" fmla="*/ 311924 w 364247"/>
                <a:gd name="connsiteY302" fmla="*/ 198038 h 1015864"/>
                <a:gd name="connsiteX303" fmla="*/ 312142 w 364247"/>
                <a:gd name="connsiteY303" fmla="*/ 213935 h 1015864"/>
                <a:gd name="connsiteX304" fmla="*/ 312219 w 364247"/>
                <a:gd name="connsiteY304" fmla="*/ 219875 h 1015864"/>
                <a:gd name="connsiteX305" fmla="*/ 312341 w 364247"/>
                <a:gd name="connsiteY305" fmla="*/ 228392 h 1015864"/>
                <a:gd name="connsiteX306" fmla="*/ 312367 w 364247"/>
                <a:gd name="connsiteY306" fmla="*/ 231093 h 1015864"/>
                <a:gd name="connsiteX307" fmla="*/ 312412 w 364247"/>
                <a:gd name="connsiteY307" fmla="*/ 233576 h 1015864"/>
                <a:gd name="connsiteX308" fmla="*/ 312442 w 364247"/>
                <a:gd name="connsiteY308" fmla="*/ 235774 h 1015864"/>
                <a:gd name="connsiteX309" fmla="*/ 312649 w 364247"/>
                <a:gd name="connsiteY309" fmla="*/ 237417 h 1015864"/>
                <a:gd name="connsiteX310" fmla="*/ 314138 w 364247"/>
                <a:gd name="connsiteY310" fmla="*/ 238162 h 1015864"/>
                <a:gd name="connsiteX311" fmla="*/ 314446 w 364247"/>
                <a:gd name="connsiteY311" fmla="*/ 241760 h 1015864"/>
                <a:gd name="connsiteX312" fmla="*/ 314533 w 364247"/>
                <a:gd name="connsiteY312" fmla="*/ 244088 h 1015864"/>
                <a:gd name="connsiteX313" fmla="*/ 314603 w 364247"/>
                <a:gd name="connsiteY313" fmla="*/ 246626 h 1015864"/>
                <a:gd name="connsiteX314" fmla="*/ 314693 w 364247"/>
                <a:gd name="connsiteY314" fmla="*/ 249218 h 1015864"/>
                <a:gd name="connsiteX315" fmla="*/ 314847 w 364247"/>
                <a:gd name="connsiteY315" fmla="*/ 263186 h 1015864"/>
                <a:gd name="connsiteX316" fmla="*/ 314822 w 364247"/>
                <a:gd name="connsiteY316" fmla="*/ 265945 h 1015864"/>
                <a:gd name="connsiteX317" fmla="*/ 314724 w 364247"/>
                <a:gd name="connsiteY317" fmla="*/ 271241 h 1015864"/>
                <a:gd name="connsiteX318" fmla="*/ 314690 w 364247"/>
                <a:gd name="connsiteY318" fmla="*/ 273668 h 1015864"/>
                <a:gd name="connsiteX319" fmla="*/ 314640 w 364247"/>
                <a:gd name="connsiteY319" fmla="*/ 275810 h 1015864"/>
                <a:gd name="connsiteX320" fmla="*/ 315995 w 364247"/>
                <a:gd name="connsiteY320" fmla="*/ 278584 h 1015864"/>
                <a:gd name="connsiteX321" fmla="*/ 317412 w 364247"/>
                <a:gd name="connsiteY321" fmla="*/ 283752 h 1015864"/>
                <a:gd name="connsiteX322" fmla="*/ 317443 w 364247"/>
                <a:gd name="connsiteY322" fmla="*/ 286175 h 1015864"/>
                <a:gd name="connsiteX323" fmla="*/ 317443 w 364247"/>
                <a:gd name="connsiteY323" fmla="*/ 288789 h 1015864"/>
                <a:gd name="connsiteX324" fmla="*/ 317473 w 364247"/>
                <a:gd name="connsiteY324" fmla="*/ 291472 h 1015864"/>
                <a:gd name="connsiteX325" fmla="*/ 317533 w 364247"/>
                <a:gd name="connsiteY325" fmla="*/ 299972 h 1015864"/>
                <a:gd name="connsiteX326" fmla="*/ 317601 w 364247"/>
                <a:gd name="connsiteY326" fmla="*/ 308480 h 1015864"/>
                <a:gd name="connsiteX327" fmla="*/ 317634 w 364247"/>
                <a:gd name="connsiteY327" fmla="*/ 313779 h 1015864"/>
                <a:gd name="connsiteX328" fmla="*/ 317657 w 364247"/>
                <a:gd name="connsiteY328" fmla="*/ 316195 h 1015864"/>
                <a:gd name="connsiteX329" fmla="*/ 317666 w 364247"/>
                <a:gd name="connsiteY329" fmla="*/ 318328 h 1015864"/>
                <a:gd name="connsiteX330" fmla="*/ 319347 w 364247"/>
                <a:gd name="connsiteY330" fmla="*/ 321505 h 1015864"/>
                <a:gd name="connsiteX331" fmla="*/ 320091 w 364247"/>
                <a:gd name="connsiteY331" fmla="*/ 321505 h 1015864"/>
                <a:gd name="connsiteX332" fmla="*/ 320109 w 364247"/>
                <a:gd name="connsiteY332" fmla="*/ 323082 h 1015864"/>
                <a:gd name="connsiteX333" fmla="*/ 320305 w 364247"/>
                <a:gd name="connsiteY333" fmla="*/ 337767 h 1015864"/>
                <a:gd name="connsiteX334" fmla="*/ 320405 w 364247"/>
                <a:gd name="connsiteY334" fmla="*/ 345317 h 1015864"/>
                <a:gd name="connsiteX335" fmla="*/ 320527 w 364247"/>
                <a:gd name="connsiteY335" fmla="*/ 353989 h 1015864"/>
                <a:gd name="connsiteX336" fmla="*/ 320553 w 364247"/>
                <a:gd name="connsiteY336" fmla="*/ 356739 h 1015864"/>
                <a:gd name="connsiteX337" fmla="*/ 320598 w 364247"/>
                <a:gd name="connsiteY337" fmla="*/ 359267 h 1015864"/>
                <a:gd name="connsiteX338" fmla="*/ 320628 w 364247"/>
                <a:gd name="connsiteY338" fmla="*/ 361506 h 1015864"/>
                <a:gd name="connsiteX339" fmla="*/ 320835 w 364247"/>
                <a:gd name="connsiteY339" fmla="*/ 363177 h 1015864"/>
                <a:gd name="connsiteX340" fmla="*/ 322323 w 364247"/>
                <a:gd name="connsiteY340" fmla="*/ 363921 h 1015864"/>
                <a:gd name="connsiteX341" fmla="*/ 322788 w 364247"/>
                <a:gd name="connsiteY341" fmla="*/ 370991 h 1015864"/>
                <a:gd name="connsiteX342" fmla="*/ 322874 w 364247"/>
                <a:gd name="connsiteY342" fmla="*/ 373225 h 1015864"/>
                <a:gd name="connsiteX343" fmla="*/ 323067 w 364247"/>
                <a:gd name="connsiteY343" fmla="*/ 405593 h 1015864"/>
                <a:gd name="connsiteX344" fmla="*/ 325300 w 364247"/>
                <a:gd name="connsiteY344" fmla="*/ 405593 h 1015864"/>
                <a:gd name="connsiteX345" fmla="*/ 326044 w 364247"/>
                <a:gd name="connsiteY345" fmla="*/ 447265 h 1015864"/>
                <a:gd name="connsiteX346" fmla="*/ 328276 w 364247"/>
                <a:gd name="connsiteY346" fmla="*/ 447265 h 1015864"/>
                <a:gd name="connsiteX347" fmla="*/ 328295 w 364247"/>
                <a:gd name="connsiteY347" fmla="*/ 448814 h 1015864"/>
                <a:gd name="connsiteX348" fmla="*/ 328513 w 364247"/>
                <a:gd name="connsiteY348" fmla="*/ 464710 h 1015864"/>
                <a:gd name="connsiteX349" fmla="*/ 328590 w 364247"/>
                <a:gd name="connsiteY349" fmla="*/ 470650 h 1015864"/>
                <a:gd name="connsiteX350" fmla="*/ 328712 w 364247"/>
                <a:gd name="connsiteY350" fmla="*/ 479167 h 1015864"/>
                <a:gd name="connsiteX351" fmla="*/ 328739 w 364247"/>
                <a:gd name="connsiteY351" fmla="*/ 481868 h 1015864"/>
                <a:gd name="connsiteX352" fmla="*/ 328783 w 364247"/>
                <a:gd name="connsiteY352" fmla="*/ 484351 h 1015864"/>
                <a:gd name="connsiteX353" fmla="*/ 328813 w 364247"/>
                <a:gd name="connsiteY353" fmla="*/ 486550 h 1015864"/>
                <a:gd name="connsiteX354" fmla="*/ 329021 w 364247"/>
                <a:gd name="connsiteY354" fmla="*/ 488193 h 1015864"/>
                <a:gd name="connsiteX355" fmla="*/ 330509 w 364247"/>
                <a:gd name="connsiteY355" fmla="*/ 488937 h 1015864"/>
                <a:gd name="connsiteX356" fmla="*/ 331326 w 364247"/>
                <a:gd name="connsiteY356" fmla="*/ 505410 h 1015864"/>
                <a:gd name="connsiteX357" fmla="*/ 331322 w 364247"/>
                <a:gd name="connsiteY357" fmla="*/ 507677 h 1015864"/>
                <a:gd name="connsiteX358" fmla="*/ 331300 w 364247"/>
                <a:gd name="connsiteY358" fmla="*/ 514749 h 1015864"/>
                <a:gd name="connsiteX359" fmla="*/ 331289 w 364247"/>
                <a:gd name="connsiteY359" fmla="*/ 519585 h 1015864"/>
                <a:gd name="connsiteX360" fmla="*/ 331253 w 364247"/>
                <a:gd name="connsiteY360" fmla="*/ 531353 h 1015864"/>
                <a:gd name="connsiteX361" fmla="*/ 333485 w 364247"/>
                <a:gd name="connsiteY361" fmla="*/ 531353 h 1015864"/>
                <a:gd name="connsiteX362" fmla="*/ 333499 w 364247"/>
                <a:gd name="connsiteY362" fmla="*/ 532902 h 1015864"/>
                <a:gd name="connsiteX363" fmla="*/ 333681 w 364247"/>
                <a:gd name="connsiteY363" fmla="*/ 548798 h 1015864"/>
                <a:gd name="connsiteX364" fmla="*/ 333743 w 364247"/>
                <a:gd name="connsiteY364" fmla="*/ 554738 h 1015864"/>
                <a:gd name="connsiteX365" fmla="*/ 333849 w 364247"/>
                <a:gd name="connsiteY365" fmla="*/ 563255 h 1015864"/>
                <a:gd name="connsiteX366" fmla="*/ 333863 w 364247"/>
                <a:gd name="connsiteY366" fmla="*/ 565956 h 1015864"/>
                <a:gd name="connsiteX367" fmla="*/ 333908 w 364247"/>
                <a:gd name="connsiteY367" fmla="*/ 568439 h 1015864"/>
                <a:gd name="connsiteX368" fmla="*/ 333933 w 364247"/>
                <a:gd name="connsiteY368" fmla="*/ 570637 h 1015864"/>
                <a:gd name="connsiteX369" fmla="*/ 334230 w 364247"/>
                <a:gd name="connsiteY369" fmla="*/ 572281 h 1015864"/>
                <a:gd name="connsiteX370" fmla="*/ 336462 w 364247"/>
                <a:gd name="connsiteY370" fmla="*/ 573025 h 1015864"/>
                <a:gd name="connsiteX371" fmla="*/ 336748 w 364247"/>
                <a:gd name="connsiteY371" fmla="*/ 576831 h 1015864"/>
                <a:gd name="connsiteX372" fmla="*/ 336771 w 364247"/>
                <a:gd name="connsiteY372" fmla="*/ 579292 h 1015864"/>
                <a:gd name="connsiteX373" fmla="*/ 336764 w 364247"/>
                <a:gd name="connsiteY373" fmla="*/ 581972 h 1015864"/>
                <a:gd name="connsiteX374" fmla="*/ 336789 w 364247"/>
                <a:gd name="connsiteY374" fmla="*/ 584706 h 1015864"/>
                <a:gd name="connsiteX375" fmla="*/ 336834 w 364247"/>
                <a:gd name="connsiteY375" fmla="*/ 593396 h 1015864"/>
                <a:gd name="connsiteX376" fmla="*/ 336904 w 364247"/>
                <a:gd name="connsiteY376" fmla="*/ 604808 h 1015864"/>
                <a:gd name="connsiteX377" fmla="*/ 336897 w 364247"/>
                <a:gd name="connsiteY377" fmla="*/ 607479 h 1015864"/>
                <a:gd name="connsiteX378" fmla="*/ 336920 w 364247"/>
                <a:gd name="connsiteY378" fmla="*/ 609954 h 1015864"/>
                <a:gd name="connsiteX379" fmla="*/ 336924 w 364247"/>
                <a:gd name="connsiteY379" fmla="*/ 612135 h 1015864"/>
                <a:gd name="connsiteX380" fmla="*/ 339439 w 364247"/>
                <a:gd name="connsiteY380" fmla="*/ 616185 h 1015864"/>
                <a:gd name="connsiteX381" fmla="*/ 339737 w 364247"/>
                <a:gd name="connsiteY381" fmla="*/ 620047 h 1015864"/>
                <a:gd name="connsiteX382" fmla="*/ 339767 w 364247"/>
                <a:gd name="connsiteY382" fmla="*/ 622432 h 1015864"/>
                <a:gd name="connsiteX383" fmla="*/ 339767 w 364247"/>
                <a:gd name="connsiteY383" fmla="*/ 625004 h 1015864"/>
                <a:gd name="connsiteX384" fmla="*/ 339797 w 364247"/>
                <a:gd name="connsiteY384" fmla="*/ 627642 h 1015864"/>
                <a:gd name="connsiteX385" fmla="*/ 339857 w 364247"/>
                <a:gd name="connsiteY385" fmla="*/ 635998 h 1015864"/>
                <a:gd name="connsiteX386" fmla="*/ 339925 w 364247"/>
                <a:gd name="connsiteY386" fmla="*/ 644369 h 1015864"/>
                <a:gd name="connsiteX387" fmla="*/ 339958 w 364247"/>
                <a:gd name="connsiteY387" fmla="*/ 649584 h 1015864"/>
                <a:gd name="connsiteX388" fmla="*/ 339981 w 364247"/>
                <a:gd name="connsiteY388" fmla="*/ 651955 h 1015864"/>
                <a:gd name="connsiteX389" fmla="*/ 339990 w 364247"/>
                <a:gd name="connsiteY389" fmla="*/ 654053 h 1015864"/>
                <a:gd name="connsiteX390" fmla="*/ 340183 w 364247"/>
                <a:gd name="connsiteY390" fmla="*/ 655624 h 1015864"/>
                <a:gd name="connsiteX391" fmla="*/ 341671 w 364247"/>
                <a:gd name="connsiteY391" fmla="*/ 656369 h 1015864"/>
                <a:gd name="connsiteX392" fmla="*/ 341908 w 364247"/>
                <a:gd name="connsiteY392" fmla="*/ 660347 h 1015864"/>
                <a:gd name="connsiteX393" fmla="*/ 341953 w 364247"/>
                <a:gd name="connsiteY393" fmla="*/ 662920 h 1015864"/>
                <a:gd name="connsiteX394" fmla="*/ 341979 w 364247"/>
                <a:gd name="connsiteY394" fmla="*/ 665720 h 1015864"/>
                <a:gd name="connsiteX395" fmla="*/ 342023 w 364247"/>
                <a:gd name="connsiteY395" fmla="*/ 668569 h 1015864"/>
                <a:gd name="connsiteX396" fmla="*/ 342118 w 364247"/>
                <a:gd name="connsiteY396" fmla="*/ 676082 h 1015864"/>
                <a:gd name="connsiteX397" fmla="*/ 342223 w 364247"/>
                <a:gd name="connsiteY397" fmla="*/ 683743 h 1015864"/>
                <a:gd name="connsiteX398" fmla="*/ 342415 w 364247"/>
                <a:gd name="connsiteY398" fmla="*/ 698785 h 1015864"/>
                <a:gd name="connsiteX399" fmla="*/ 344648 w 364247"/>
                <a:gd name="connsiteY399" fmla="*/ 698785 h 1015864"/>
                <a:gd name="connsiteX400" fmla="*/ 344661 w 364247"/>
                <a:gd name="connsiteY400" fmla="*/ 700328 h 1015864"/>
                <a:gd name="connsiteX401" fmla="*/ 344843 w 364247"/>
                <a:gd name="connsiteY401" fmla="*/ 716189 h 1015864"/>
                <a:gd name="connsiteX402" fmla="*/ 344905 w 364247"/>
                <a:gd name="connsiteY402" fmla="*/ 722114 h 1015864"/>
                <a:gd name="connsiteX403" fmla="*/ 345011 w 364247"/>
                <a:gd name="connsiteY403" fmla="*/ 730614 h 1015864"/>
                <a:gd name="connsiteX404" fmla="*/ 345025 w 364247"/>
                <a:gd name="connsiteY404" fmla="*/ 733304 h 1015864"/>
                <a:gd name="connsiteX405" fmla="*/ 345070 w 364247"/>
                <a:gd name="connsiteY405" fmla="*/ 735786 h 1015864"/>
                <a:gd name="connsiteX406" fmla="*/ 345095 w 364247"/>
                <a:gd name="connsiteY406" fmla="*/ 737980 h 1015864"/>
                <a:gd name="connsiteX407" fmla="*/ 345392 w 364247"/>
                <a:gd name="connsiteY407" fmla="*/ 739712 h 1015864"/>
                <a:gd name="connsiteX408" fmla="*/ 347624 w 364247"/>
                <a:gd name="connsiteY408" fmla="*/ 741201 h 1015864"/>
                <a:gd name="connsiteX409" fmla="*/ 347866 w 364247"/>
                <a:gd name="connsiteY409" fmla="*/ 744818 h 1015864"/>
                <a:gd name="connsiteX410" fmla="*/ 347858 w 364247"/>
                <a:gd name="connsiteY410" fmla="*/ 747098 h 1015864"/>
                <a:gd name="connsiteX411" fmla="*/ 347816 w 364247"/>
                <a:gd name="connsiteY411" fmla="*/ 749569 h 1015864"/>
                <a:gd name="connsiteX412" fmla="*/ 347801 w 364247"/>
                <a:gd name="connsiteY412" fmla="*/ 752099 h 1015864"/>
                <a:gd name="connsiteX413" fmla="*/ 347717 w 364247"/>
                <a:gd name="connsiteY413" fmla="*/ 760130 h 1015864"/>
                <a:gd name="connsiteX414" fmla="*/ 347649 w 364247"/>
                <a:gd name="connsiteY414" fmla="*/ 768152 h 1015864"/>
                <a:gd name="connsiteX415" fmla="*/ 347597 w 364247"/>
                <a:gd name="connsiteY415" fmla="*/ 773151 h 1015864"/>
                <a:gd name="connsiteX416" fmla="*/ 347575 w 364247"/>
                <a:gd name="connsiteY416" fmla="*/ 775438 h 1015864"/>
                <a:gd name="connsiteX417" fmla="*/ 347550 w 364247"/>
                <a:gd name="connsiteY417" fmla="*/ 777453 h 1015864"/>
                <a:gd name="connsiteX418" fmla="*/ 348368 w 364247"/>
                <a:gd name="connsiteY418" fmla="*/ 781384 h 1015864"/>
                <a:gd name="connsiteX419" fmla="*/ 349857 w 364247"/>
                <a:gd name="connsiteY419" fmla="*/ 782128 h 1015864"/>
                <a:gd name="connsiteX420" fmla="*/ 350070 w 364247"/>
                <a:gd name="connsiteY420" fmla="*/ 785878 h 1015864"/>
                <a:gd name="connsiteX421" fmla="*/ 350100 w 364247"/>
                <a:gd name="connsiteY421" fmla="*/ 788301 h 1015864"/>
                <a:gd name="connsiteX422" fmla="*/ 350112 w 364247"/>
                <a:gd name="connsiteY422" fmla="*/ 790939 h 1015864"/>
                <a:gd name="connsiteX423" fmla="*/ 350145 w 364247"/>
                <a:gd name="connsiteY423" fmla="*/ 793628 h 1015864"/>
                <a:gd name="connsiteX424" fmla="*/ 350229 w 364247"/>
                <a:gd name="connsiteY424" fmla="*/ 802174 h 1015864"/>
                <a:gd name="connsiteX425" fmla="*/ 350345 w 364247"/>
                <a:gd name="connsiteY425" fmla="*/ 813403 h 1015864"/>
                <a:gd name="connsiteX426" fmla="*/ 350357 w 364247"/>
                <a:gd name="connsiteY426" fmla="*/ 816036 h 1015864"/>
                <a:gd name="connsiteX427" fmla="*/ 350387 w 364247"/>
                <a:gd name="connsiteY427" fmla="*/ 818466 h 1015864"/>
                <a:gd name="connsiteX428" fmla="*/ 350403 w 364247"/>
                <a:gd name="connsiteY428" fmla="*/ 820612 h 1015864"/>
                <a:gd name="connsiteX429" fmla="*/ 352089 w 364247"/>
                <a:gd name="connsiteY429" fmla="*/ 823800 h 1015864"/>
                <a:gd name="connsiteX430" fmla="*/ 352833 w 364247"/>
                <a:gd name="connsiteY430" fmla="*/ 823800 h 1015864"/>
                <a:gd name="connsiteX431" fmla="*/ 352846 w 364247"/>
                <a:gd name="connsiteY431" fmla="*/ 825372 h 1015864"/>
                <a:gd name="connsiteX432" fmla="*/ 353008 w 364247"/>
                <a:gd name="connsiteY432" fmla="*/ 840023 h 1015864"/>
                <a:gd name="connsiteX433" fmla="*/ 353091 w 364247"/>
                <a:gd name="connsiteY433" fmla="*/ 847556 h 1015864"/>
                <a:gd name="connsiteX434" fmla="*/ 353196 w 364247"/>
                <a:gd name="connsiteY434" fmla="*/ 856211 h 1015864"/>
                <a:gd name="connsiteX435" fmla="*/ 353211 w 364247"/>
                <a:gd name="connsiteY435" fmla="*/ 858950 h 1015864"/>
                <a:gd name="connsiteX436" fmla="*/ 353255 w 364247"/>
                <a:gd name="connsiteY436" fmla="*/ 861478 h 1015864"/>
                <a:gd name="connsiteX437" fmla="*/ 353281 w 364247"/>
                <a:gd name="connsiteY437" fmla="*/ 863711 h 1015864"/>
                <a:gd name="connsiteX438" fmla="*/ 353577 w 364247"/>
                <a:gd name="connsiteY438" fmla="*/ 865472 h 1015864"/>
                <a:gd name="connsiteX439" fmla="*/ 355810 w 364247"/>
                <a:gd name="connsiteY439" fmla="*/ 866960 h 1015864"/>
                <a:gd name="connsiteX440" fmla="*/ 356063 w 364247"/>
                <a:gd name="connsiteY440" fmla="*/ 870886 h 1015864"/>
                <a:gd name="connsiteX441" fmla="*/ 356063 w 364247"/>
                <a:gd name="connsiteY441" fmla="*/ 873369 h 1015864"/>
                <a:gd name="connsiteX442" fmla="*/ 356028 w 364247"/>
                <a:gd name="connsiteY442" fmla="*/ 876059 h 1015864"/>
                <a:gd name="connsiteX443" fmla="*/ 356018 w 364247"/>
                <a:gd name="connsiteY443" fmla="*/ 878805 h 1015864"/>
                <a:gd name="connsiteX444" fmla="*/ 355949 w 364247"/>
                <a:gd name="connsiteY444" fmla="*/ 887517 h 1015864"/>
                <a:gd name="connsiteX445" fmla="*/ 355919 w 364247"/>
                <a:gd name="connsiteY445" fmla="*/ 893412 h 1015864"/>
                <a:gd name="connsiteX446" fmla="*/ 355810 w 364247"/>
                <a:gd name="connsiteY446" fmla="*/ 907888 h 1015864"/>
                <a:gd name="connsiteX447" fmla="*/ 358042 w 364247"/>
                <a:gd name="connsiteY447" fmla="*/ 907888 h 1015864"/>
                <a:gd name="connsiteX448" fmla="*/ 358786 w 364247"/>
                <a:gd name="connsiteY448" fmla="*/ 949560 h 1015864"/>
                <a:gd name="connsiteX449" fmla="*/ 361019 w 364247"/>
                <a:gd name="connsiteY449" fmla="*/ 948816 h 1015864"/>
                <a:gd name="connsiteX450" fmla="*/ 361032 w 364247"/>
                <a:gd name="connsiteY450" fmla="*/ 950388 h 1015864"/>
                <a:gd name="connsiteX451" fmla="*/ 361194 w 364247"/>
                <a:gd name="connsiteY451" fmla="*/ 965039 h 1015864"/>
                <a:gd name="connsiteX452" fmla="*/ 361276 w 364247"/>
                <a:gd name="connsiteY452" fmla="*/ 972571 h 1015864"/>
                <a:gd name="connsiteX453" fmla="*/ 361382 w 364247"/>
                <a:gd name="connsiteY453" fmla="*/ 981227 h 1015864"/>
                <a:gd name="connsiteX454" fmla="*/ 361396 w 364247"/>
                <a:gd name="connsiteY454" fmla="*/ 983965 h 1015864"/>
                <a:gd name="connsiteX455" fmla="*/ 361441 w 364247"/>
                <a:gd name="connsiteY455" fmla="*/ 986493 h 1015864"/>
                <a:gd name="connsiteX456" fmla="*/ 361466 w 364247"/>
                <a:gd name="connsiteY456" fmla="*/ 988727 h 1015864"/>
                <a:gd name="connsiteX457" fmla="*/ 361763 w 364247"/>
                <a:gd name="connsiteY457" fmla="*/ 990488 h 1015864"/>
                <a:gd name="connsiteX458" fmla="*/ 363995 w 364247"/>
                <a:gd name="connsiteY458" fmla="*/ 991976 h 1015864"/>
                <a:gd name="connsiteX459" fmla="*/ 364239 w 364247"/>
                <a:gd name="connsiteY459" fmla="*/ 995676 h 1015864"/>
                <a:gd name="connsiteX460" fmla="*/ 364228 w 364247"/>
                <a:gd name="connsiteY460" fmla="*/ 997890 h 1015864"/>
                <a:gd name="connsiteX461" fmla="*/ 364181 w 364247"/>
                <a:gd name="connsiteY461" fmla="*/ 1000208 h 1015864"/>
                <a:gd name="connsiteX462" fmla="*/ 364170 w 364247"/>
                <a:gd name="connsiteY462" fmla="*/ 1002535 h 1015864"/>
                <a:gd name="connsiteX463" fmla="*/ 363251 w 364247"/>
                <a:gd name="connsiteY463" fmla="*/ 1009091 h 1015864"/>
                <a:gd name="connsiteX464" fmla="*/ 357484 w 364247"/>
                <a:gd name="connsiteY464" fmla="*/ 1009481 h 1015864"/>
                <a:gd name="connsiteX465" fmla="*/ 355810 w 364247"/>
                <a:gd name="connsiteY465" fmla="*/ 1009835 h 1015864"/>
                <a:gd name="connsiteX466" fmla="*/ 355065 w 364247"/>
                <a:gd name="connsiteY466" fmla="*/ 1012068 h 1015864"/>
                <a:gd name="connsiteX467" fmla="*/ 351361 w 364247"/>
                <a:gd name="connsiteY467" fmla="*/ 1012389 h 1015864"/>
                <a:gd name="connsiteX468" fmla="*/ 348968 w 364247"/>
                <a:gd name="connsiteY468" fmla="*/ 1012434 h 1015864"/>
                <a:gd name="connsiteX469" fmla="*/ 346365 w 364247"/>
                <a:gd name="connsiteY469" fmla="*/ 1012448 h 1015864"/>
                <a:gd name="connsiteX470" fmla="*/ 343716 w 364247"/>
                <a:gd name="connsiteY470" fmla="*/ 1012489 h 1015864"/>
                <a:gd name="connsiteX471" fmla="*/ 335299 w 364247"/>
                <a:gd name="connsiteY471" fmla="*/ 1012579 h 1015864"/>
                <a:gd name="connsiteX472" fmla="*/ 329609 w 364247"/>
                <a:gd name="connsiteY472" fmla="*/ 1012656 h 1015864"/>
                <a:gd name="connsiteX473" fmla="*/ 315626 w 364247"/>
                <a:gd name="connsiteY473" fmla="*/ 1012812 h 1015864"/>
                <a:gd name="connsiteX474" fmla="*/ 315626 w 364247"/>
                <a:gd name="connsiteY474" fmla="*/ 1015788 h 1015864"/>
                <a:gd name="connsiteX475" fmla="*/ 284372 w 364247"/>
                <a:gd name="connsiteY475" fmla="*/ 1015788 h 1015864"/>
                <a:gd name="connsiteX476" fmla="*/ 283628 w 364247"/>
                <a:gd name="connsiteY476" fmla="*/ 1011324 h 1015864"/>
                <a:gd name="connsiteX477" fmla="*/ 282140 w 364247"/>
                <a:gd name="connsiteY477" fmla="*/ 1010579 h 1015864"/>
                <a:gd name="connsiteX478" fmla="*/ 281467 w 364247"/>
                <a:gd name="connsiteY478" fmla="*/ 984279 h 1015864"/>
                <a:gd name="connsiteX479" fmla="*/ 281515 w 364247"/>
                <a:gd name="connsiteY479" fmla="*/ 978299 h 1015864"/>
                <a:gd name="connsiteX480" fmla="*/ 281545 w 364247"/>
                <a:gd name="connsiteY480" fmla="*/ 976446 h 1015864"/>
                <a:gd name="connsiteX481" fmla="*/ 279907 w 364247"/>
                <a:gd name="connsiteY481" fmla="*/ 969652 h 1015864"/>
                <a:gd name="connsiteX482" fmla="*/ 279163 w 364247"/>
                <a:gd name="connsiteY482" fmla="*/ 969652 h 1015864"/>
                <a:gd name="connsiteX483" fmla="*/ 279150 w 364247"/>
                <a:gd name="connsiteY483" fmla="*/ 968131 h 1015864"/>
                <a:gd name="connsiteX484" fmla="*/ 278968 w 364247"/>
                <a:gd name="connsiteY484" fmla="*/ 952524 h 1015864"/>
                <a:gd name="connsiteX485" fmla="*/ 278905 w 364247"/>
                <a:gd name="connsiteY485" fmla="*/ 946693 h 1015864"/>
                <a:gd name="connsiteX486" fmla="*/ 278800 w 364247"/>
                <a:gd name="connsiteY486" fmla="*/ 938331 h 1015864"/>
                <a:gd name="connsiteX487" fmla="*/ 278785 w 364247"/>
                <a:gd name="connsiteY487" fmla="*/ 935679 h 1015864"/>
                <a:gd name="connsiteX488" fmla="*/ 278741 w 364247"/>
                <a:gd name="connsiteY488" fmla="*/ 933241 h 1015864"/>
                <a:gd name="connsiteX489" fmla="*/ 278716 w 364247"/>
                <a:gd name="connsiteY489" fmla="*/ 931083 h 1015864"/>
                <a:gd name="connsiteX490" fmla="*/ 278419 w 364247"/>
                <a:gd name="connsiteY490" fmla="*/ 929468 h 1015864"/>
                <a:gd name="connsiteX491" fmla="*/ 276187 w 364247"/>
                <a:gd name="connsiteY491" fmla="*/ 928724 h 1015864"/>
                <a:gd name="connsiteX492" fmla="*/ 275900 w 364247"/>
                <a:gd name="connsiteY492" fmla="*/ 924974 h 1015864"/>
                <a:gd name="connsiteX493" fmla="*/ 275877 w 364247"/>
                <a:gd name="connsiteY493" fmla="*/ 922551 h 1015864"/>
                <a:gd name="connsiteX494" fmla="*/ 275884 w 364247"/>
                <a:gd name="connsiteY494" fmla="*/ 919913 h 1015864"/>
                <a:gd name="connsiteX495" fmla="*/ 275860 w 364247"/>
                <a:gd name="connsiteY495" fmla="*/ 917225 h 1015864"/>
                <a:gd name="connsiteX496" fmla="*/ 275815 w 364247"/>
                <a:gd name="connsiteY496" fmla="*/ 908679 h 1015864"/>
                <a:gd name="connsiteX497" fmla="*/ 275745 w 364247"/>
                <a:gd name="connsiteY497" fmla="*/ 897450 h 1015864"/>
                <a:gd name="connsiteX498" fmla="*/ 275752 w 364247"/>
                <a:gd name="connsiteY498" fmla="*/ 894817 h 1015864"/>
                <a:gd name="connsiteX499" fmla="*/ 275729 w 364247"/>
                <a:gd name="connsiteY499" fmla="*/ 892386 h 1015864"/>
                <a:gd name="connsiteX500" fmla="*/ 275724 w 364247"/>
                <a:gd name="connsiteY500" fmla="*/ 890240 h 1015864"/>
                <a:gd name="connsiteX501" fmla="*/ 275442 w 364247"/>
                <a:gd name="connsiteY501" fmla="*/ 888540 h 1015864"/>
                <a:gd name="connsiteX502" fmla="*/ 273210 w 364247"/>
                <a:gd name="connsiteY502" fmla="*/ 887052 h 1015864"/>
                <a:gd name="connsiteX503" fmla="*/ 272957 w 364247"/>
                <a:gd name="connsiteY503" fmla="*/ 883194 h 1015864"/>
                <a:gd name="connsiteX504" fmla="*/ 272957 w 364247"/>
                <a:gd name="connsiteY504" fmla="*/ 880757 h 1015864"/>
                <a:gd name="connsiteX505" fmla="*/ 272992 w 364247"/>
                <a:gd name="connsiteY505" fmla="*/ 878117 h 1015864"/>
                <a:gd name="connsiteX506" fmla="*/ 273002 w 364247"/>
                <a:gd name="connsiteY506" fmla="*/ 875420 h 1015864"/>
                <a:gd name="connsiteX507" fmla="*/ 273070 w 364247"/>
                <a:gd name="connsiteY507" fmla="*/ 866867 h 1015864"/>
                <a:gd name="connsiteX508" fmla="*/ 273101 w 364247"/>
                <a:gd name="connsiteY508" fmla="*/ 861080 h 1015864"/>
                <a:gd name="connsiteX509" fmla="*/ 273210 w 364247"/>
                <a:gd name="connsiteY509" fmla="*/ 846869 h 1015864"/>
                <a:gd name="connsiteX510" fmla="*/ 270978 w 364247"/>
                <a:gd name="connsiteY510" fmla="*/ 846869 h 1015864"/>
                <a:gd name="connsiteX511" fmla="*/ 270959 w 364247"/>
                <a:gd name="connsiteY511" fmla="*/ 845409 h 1015864"/>
                <a:gd name="connsiteX512" fmla="*/ 270741 w 364247"/>
                <a:gd name="connsiteY512" fmla="*/ 830418 h 1015864"/>
                <a:gd name="connsiteX513" fmla="*/ 270664 w 364247"/>
                <a:gd name="connsiteY513" fmla="*/ 824818 h 1015864"/>
                <a:gd name="connsiteX514" fmla="*/ 270542 w 364247"/>
                <a:gd name="connsiteY514" fmla="*/ 816783 h 1015864"/>
                <a:gd name="connsiteX515" fmla="*/ 270516 w 364247"/>
                <a:gd name="connsiteY515" fmla="*/ 814242 h 1015864"/>
                <a:gd name="connsiteX516" fmla="*/ 270471 w 364247"/>
                <a:gd name="connsiteY516" fmla="*/ 811894 h 1015864"/>
                <a:gd name="connsiteX517" fmla="*/ 270441 w 364247"/>
                <a:gd name="connsiteY517" fmla="*/ 809821 h 1015864"/>
                <a:gd name="connsiteX518" fmla="*/ 268745 w 364247"/>
                <a:gd name="connsiteY518" fmla="*/ 806685 h 1015864"/>
                <a:gd name="connsiteX519" fmla="*/ 268001 w 364247"/>
                <a:gd name="connsiteY519" fmla="*/ 806685 h 1015864"/>
                <a:gd name="connsiteX520" fmla="*/ 267988 w 364247"/>
                <a:gd name="connsiteY520" fmla="*/ 805174 h 1015864"/>
                <a:gd name="connsiteX521" fmla="*/ 267806 w 364247"/>
                <a:gd name="connsiteY521" fmla="*/ 789639 h 1015864"/>
                <a:gd name="connsiteX522" fmla="*/ 267743 w 364247"/>
                <a:gd name="connsiteY522" fmla="*/ 783838 h 1015864"/>
                <a:gd name="connsiteX523" fmla="*/ 267638 w 364247"/>
                <a:gd name="connsiteY523" fmla="*/ 775510 h 1015864"/>
                <a:gd name="connsiteX524" fmla="*/ 267623 w 364247"/>
                <a:gd name="connsiteY524" fmla="*/ 772881 h 1015864"/>
                <a:gd name="connsiteX525" fmla="*/ 267579 w 364247"/>
                <a:gd name="connsiteY525" fmla="*/ 770443 h 1015864"/>
                <a:gd name="connsiteX526" fmla="*/ 267554 w 364247"/>
                <a:gd name="connsiteY526" fmla="*/ 768295 h 1015864"/>
                <a:gd name="connsiteX527" fmla="*/ 265024 w 364247"/>
                <a:gd name="connsiteY527" fmla="*/ 764269 h 1015864"/>
                <a:gd name="connsiteX528" fmla="*/ 264726 w 364247"/>
                <a:gd name="connsiteY528" fmla="*/ 760543 h 1015864"/>
                <a:gd name="connsiteX529" fmla="*/ 264696 w 364247"/>
                <a:gd name="connsiteY529" fmla="*/ 758249 h 1015864"/>
                <a:gd name="connsiteX530" fmla="*/ 264696 w 364247"/>
                <a:gd name="connsiteY530" fmla="*/ 755775 h 1015864"/>
                <a:gd name="connsiteX531" fmla="*/ 264666 w 364247"/>
                <a:gd name="connsiteY531" fmla="*/ 753238 h 1015864"/>
                <a:gd name="connsiteX532" fmla="*/ 264606 w 364247"/>
                <a:gd name="connsiteY532" fmla="*/ 745200 h 1015864"/>
                <a:gd name="connsiteX533" fmla="*/ 264538 w 364247"/>
                <a:gd name="connsiteY533" fmla="*/ 737147 h 1015864"/>
                <a:gd name="connsiteX534" fmla="*/ 264505 w 364247"/>
                <a:gd name="connsiteY534" fmla="*/ 732131 h 1015864"/>
                <a:gd name="connsiteX535" fmla="*/ 264482 w 364247"/>
                <a:gd name="connsiteY535" fmla="*/ 729851 h 1015864"/>
                <a:gd name="connsiteX536" fmla="*/ 264473 w 364247"/>
                <a:gd name="connsiteY536" fmla="*/ 727833 h 1015864"/>
                <a:gd name="connsiteX537" fmla="*/ 264280 w 364247"/>
                <a:gd name="connsiteY537" fmla="*/ 726318 h 1015864"/>
                <a:gd name="connsiteX538" fmla="*/ 262792 w 364247"/>
                <a:gd name="connsiteY538" fmla="*/ 725574 h 1015864"/>
                <a:gd name="connsiteX539" fmla="*/ 262555 w 364247"/>
                <a:gd name="connsiteY539" fmla="*/ 721732 h 1015864"/>
                <a:gd name="connsiteX540" fmla="*/ 262510 w 364247"/>
                <a:gd name="connsiteY540" fmla="*/ 719249 h 1015864"/>
                <a:gd name="connsiteX541" fmla="*/ 262484 w 364247"/>
                <a:gd name="connsiteY541" fmla="*/ 716548 h 1015864"/>
                <a:gd name="connsiteX542" fmla="*/ 262440 w 364247"/>
                <a:gd name="connsiteY542" fmla="*/ 713798 h 1015864"/>
                <a:gd name="connsiteX543" fmla="*/ 262327 w 364247"/>
                <a:gd name="connsiteY543" fmla="*/ 705063 h 1015864"/>
                <a:gd name="connsiteX544" fmla="*/ 262240 w 364247"/>
                <a:gd name="connsiteY544" fmla="*/ 699158 h 1015864"/>
                <a:gd name="connsiteX545" fmla="*/ 262048 w 364247"/>
                <a:gd name="connsiteY545" fmla="*/ 684646 h 1015864"/>
                <a:gd name="connsiteX546" fmla="*/ 259815 w 364247"/>
                <a:gd name="connsiteY546" fmla="*/ 685390 h 1015864"/>
                <a:gd name="connsiteX547" fmla="*/ 259815 w 364247"/>
                <a:gd name="connsiteY547" fmla="*/ 646695 h 1015864"/>
                <a:gd name="connsiteX548" fmla="*/ 103546 w 364247"/>
                <a:gd name="connsiteY548" fmla="*/ 646695 h 1015864"/>
                <a:gd name="connsiteX549" fmla="*/ 104290 w 364247"/>
                <a:gd name="connsiteY549" fmla="*/ 649671 h 1015864"/>
                <a:gd name="connsiteX550" fmla="*/ 104469 w 364247"/>
                <a:gd name="connsiteY550" fmla="*/ 659393 h 1015864"/>
                <a:gd name="connsiteX551" fmla="*/ 104523 w 364247"/>
                <a:gd name="connsiteY551" fmla="*/ 664140 h 1015864"/>
                <a:gd name="connsiteX552" fmla="*/ 104534 w 364247"/>
                <a:gd name="connsiteY552" fmla="*/ 667144 h 1015864"/>
                <a:gd name="connsiteX553" fmla="*/ 104555 w 364247"/>
                <a:gd name="connsiteY553" fmla="*/ 669909 h 1015864"/>
                <a:gd name="connsiteX554" fmla="*/ 104290 w 364247"/>
                <a:gd name="connsiteY554" fmla="*/ 671995 h 1015864"/>
                <a:gd name="connsiteX555" fmla="*/ 102058 w 364247"/>
                <a:gd name="connsiteY555" fmla="*/ 672740 h 1015864"/>
                <a:gd name="connsiteX556" fmla="*/ 101771 w 364247"/>
                <a:gd name="connsiteY556" fmla="*/ 676569 h 1015864"/>
                <a:gd name="connsiteX557" fmla="*/ 101749 w 364247"/>
                <a:gd name="connsiteY557" fmla="*/ 679045 h 1015864"/>
                <a:gd name="connsiteX558" fmla="*/ 101755 w 364247"/>
                <a:gd name="connsiteY558" fmla="*/ 681739 h 1015864"/>
                <a:gd name="connsiteX559" fmla="*/ 101731 w 364247"/>
                <a:gd name="connsiteY559" fmla="*/ 684483 h 1015864"/>
                <a:gd name="connsiteX560" fmla="*/ 101686 w 364247"/>
                <a:gd name="connsiteY560" fmla="*/ 693203 h 1015864"/>
                <a:gd name="connsiteX561" fmla="*/ 101616 w 364247"/>
                <a:gd name="connsiteY561" fmla="*/ 704668 h 1015864"/>
                <a:gd name="connsiteX562" fmla="*/ 101623 w 364247"/>
                <a:gd name="connsiteY562" fmla="*/ 707362 h 1015864"/>
                <a:gd name="connsiteX563" fmla="*/ 101600 w 364247"/>
                <a:gd name="connsiteY563" fmla="*/ 709838 h 1015864"/>
                <a:gd name="connsiteX564" fmla="*/ 101595 w 364247"/>
                <a:gd name="connsiteY564" fmla="*/ 712029 h 1015864"/>
                <a:gd name="connsiteX565" fmla="*/ 101314 w 364247"/>
                <a:gd name="connsiteY565" fmla="*/ 713667 h 1015864"/>
                <a:gd name="connsiteX566" fmla="*/ 99081 w 364247"/>
                <a:gd name="connsiteY566" fmla="*/ 714411 h 1015864"/>
                <a:gd name="connsiteX567" fmla="*/ 98783 w 364247"/>
                <a:gd name="connsiteY567" fmla="*/ 718241 h 1015864"/>
                <a:gd name="connsiteX568" fmla="*/ 98753 w 364247"/>
                <a:gd name="connsiteY568" fmla="*/ 720717 h 1015864"/>
                <a:gd name="connsiteX569" fmla="*/ 98753 w 364247"/>
                <a:gd name="connsiteY569" fmla="*/ 723411 h 1015864"/>
                <a:gd name="connsiteX570" fmla="*/ 98723 w 364247"/>
                <a:gd name="connsiteY570" fmla="*/ 726155 h 1015864"/>
                <a:gd name="connsiteX571" fmla="*/ 98663 w 364247"/>
                <a:gd name="connsiteY571" fmla="*/ 734875 h 1015864"/>
                <a:gd name="connsiteX572" fmla="*/ 98594 w 364247"/>
                <a:gd name="connsiteY572" fmla="*/ 743595 h 1015864"/>
                <a:gd name="connsiteX573" fmla="*/ 98562 w 364247"/>
                <a:gd name="connsiteY573" fmla="*/ 749034 h 1015864"/>
                <a:gd name="connsiteX574" fmla="*/ 98539 w 364247"/>
                <a:gd name="connsiteY574" fmla="*/ 751510 h 1015864"/>
                <a:gd name="connsiteX575" fmla="*/ 98529 w 364247"/>
                <a:gd name="connsiteY575" fmla="*/ 753701 h 1015864"/>
                <a:gd name="connsiteX576" fmla="*/ 98337 w 364247"/>
                <a:gd name="connsiteY576" fmla="*/ 755339 h 1015864"/>
                <a:gd name="connsiteX577" fmla="*/ 96849 w 364247"/>
                <a:gd name="connsiteY577" fmla="*/ 756083 h 1015864"/>
                <a:gd name="connsiteX578" fmla="*/ 96647 w 364247"/>
                <a:gd name="connsiteY578" fmla="*/ 759981 h 1015864"/>
                <a:gd name="connsiteX579" fmla="*/ 96624 w 364247"/>
                <a:gd name="connsiteY579" fmla="*/ 762502 h 1015864"/>
                <a:gd name="connsiteX580" fmla="*/ 96619 w 364247"/>
                <a:gd name="connsiteY580" fmla="*/ 765246 h 1015864"/>
                <a:gd name="connsiteX581" fmla="*/ 96562 w 364247"/>
                <a:gd name="connsiteY581" fmla="*/ 770925 h 1015864"/>
                <a:gd name="connsiteX582" fmla="*/ 96509 w 364247"/>
                <a:gd name="connsiteY582" fmla="*/ 779936 h 1015864"/>
                <a:gd name="connsiteX583" fmla="*/ 96433 w 364247"/>
                <a:gd name="connsiteY583" fmla="*/ 788593 h 1015864"/>
                <a:gd name="connsiteX584" fmla="*/ 96433 w 364247"/>
                <a:gd name="connsiteY584" fmla="*/ 791336 h 1015864"/>
                <a:gd name="connsiteX585" fmla="*/ 96403 w 364247"/>
                <a:gd name="connsiteY585" fmla="*/ 793857 h 1015864"/>
                <a:gd name="connsiteX586" fmla="*/ 96391 w 364247"/>
                <a:gd name="connsiteY586" fmla="*/ 796089 h 1015864"/>
                <a:gd name="connsiteX587" fmla="*/ 96105 w 364247"/>
                <a:gd name="connsiteY587" fmla="*/ 797755 h 1015864"/>
                <a:gd name="connsiteX588" fmla="*/ 93872 w 364247"/>
                <a:gd name="connsiteY588" fmla="*/ 798499 h 1015864"/>
                <a:gd name="connsiteX589" fmla="*/ 93550 w 364247"/>
                <a:gd name="connsiteY589" fmla="*/ 802341 h 1015864"/>
                <a:gd name="connsiteX590" fmla="*/ 93506 w 364247"/>
                <a:gd name="connsiteY590" fmla="*/ 804824 h 1015864"/>
                <a:gd name="connsiteX591" fmla="*/ 93491 w 364247"/>
                <a:gd name="connsiteY591" fmla="*/ 807525 h 1015864"/>
                <a:gd name="connsiteX592" fmla="*/ 93451 w 364247"/>
                <a:gd name="connsiteY592" fmla="*/ 810275 h 1015864"/>
                <a:gd name="connsiteX593" fmla="*/ 93361 w 364247"/>
                <a:gd name="connsiteY593" fmla="*/ 819010 h 1015864"/>
                <a:gd name="connsiteX594" fmla="*/ 93283 w 364247"/>
                <a:gd name="connsiteY594" fmla="*/ 824915 h 1015864"/>
                <a:gd name="connsiteX595" fmla="*/ 93128 w 364247"/>
                <a:gd name="connsiteY595" fmla="*/ 839427 h 1015864"/>
                <a:gd name="connsiteX596" fmla="*/ 90896 w 364247"/>
                <a:gd name="connsiteY596" fmla="*/ 839427 h 1015864"/>
                <a:gd name="connsiteX597" fmla="*/ 90151 w 364247"/>
                <a:gd name="connsiteY597" fmla="*/ 881099 h 1015864"/>
                <a:gd name="connsiteX598" fmla="*/ 87919 w 364247"/>
                <a:gd name="connsiteY598" fmla="*/ 881099 h 1015864"/>
                <a:gd name="connsiteX599" fmla="*/ 87934 w 364247"/>
                <a:gd name="connsiteY599" fmla="*/ 882699 h 1015864"/>
                <a:gd name="connsiteX600" fmla="*/ 88035 w 364247"/>
                <a:gd name="connsiteY600" fmla="*/ 897613 h 1015864"/>
                <a:gd name="connsiteX601" fmla="*/ 88087 w 364247"/>
                <a:gd name="connsiteY601" fmla="*/ 905281 h 1015864"/>
                <a:gd name="connsiteX602" fmla="*/ 88137 w 364247"/>
                <a:gd name="connsiteY602" fmla="*/ 914091 h 1015864"/>
                <a:gd name="connsiteX603" fmla="*/ 88172 w 364247"/>
                <a:gd name="connsiteY603" fmla="*/ 916879 h 1015864"/>
                <a:gd name="connsiteX604" fmla="*/ 88172 w 364247"/>
                <a:gd name="connsiteY604" fmla="*/ 919452 h 1015864"/>
                <a:gd name="connsiteX605" fmla="*/ 88187 w 364247"/>
                <a:gd name="connsiteY605" fmla="*/ 921726 h 1015864"/>
                <a:gd name="connsiteX606" fmla="*/ 87919 w 364247"/>
                <a:gd name="connsiteY606" fmla="*/ 923515 h 1015864"/>
                <a:gd name="connsiteX607" fmla="*/ 85687 w 364247"/>
                <a:gd name="connsiteY607" fmla="*/ 925003 h 1015864"/>
                <a:gd name="connsiteX608" fmla="*/ 85365 w 364247"/>
                <a:gd name="connsiteY608" fmla="*/ 928929 h 1015864"/>
                <a:gd name="connsiteX609" fmla="*/ 85320 w 364247"/>
                <a:gd name="connsiteY609" fmla="*/ 931412 h 1015864"/>
                <a:gd name="connsiteX610" fmla="*/ 85306 w 364247"/>
                <a:gd name="connsiteY610" fmla="*/ 934102 h 1015864"/>
                <a:gd name="connsiteX611" fmla="*/ 85265 w 364247"/>
                <a:gd name="connsiteY611" fmla="*/ 936848 h 1015864"/>
                <a:gd name="connsiteX612" fmla="*/ 85175 w 364247"/>
                <a:gd name="connsiteY612" fmla="*/ 945560 h 1015864"/>
                <a:gd name="connsiteX613" fmla="*/ 85098 w 364247"/>
                <a:gd name="connsiteY613" fmla="*/ 951455 h 1015864"/>
                <a:gd name="connsiteX614" fmla="*/ 84942 w 364247"/>
                <a:gd name="connsiteY614" fmla="*/ 965931 h 1015864"/>
                <a:gd name="connsiteX615" fmla="*/ 82710 w 364247"/>
                <a:gd name="connsiteY615" fmla="*/ 965931 h 1015864"/>
                <a:gd name="connsiteX616" fmla="*/ 81966 w 364247"/>
                <a:gd name="connsiteY616" fmla="*/ 1007603 h 1015864"/>
                <a:gd name="connsiteX617" fmla="*/ 79733 w 364247"/>
                <a:gd name="connsiteY617" fmla="*/ 1007603 h 1015864"/>
                <a:gd name="connsiteX618" fmla="*/ 79760 w 364247"/>
                <a:gd name="connsiteY618" fmla="*/ 1009204 h 1015864"/>
                <a:gd name="connsiteX619" fmla="*/ 79780 w 364247"/>
                <a:gd name="connsiteY619" fmla="*/ 1011277 h 1015864"/>
                <a:gd name="connsiteX620" fmla="*/ 79806 w 364247"/>
                <a:gd name="connsiteY620" fmla="*/ 1013344 h 1015864"/>
                <a:gd name="connsiteX621" fmla="*/ 78989 w 364247"/>
                <a:gd name="connsiteY621" fmla="*/ 1015788 h 1015864"/>
                <a:gd name="connsiteX622" fmla="*/ 72243 w 364247"/>
                <a:gd name="connsiteY622" fmla="*/ 1015861 h 1015864"/>
                <a:gd name="connsiteX623" fmla="*/ 70194 w 364247"/>
                <a:gd name="connsiteY623" fmla="*/ 1015858 h 1015864"/>
                <a:gd name="connsiteX624" fmla="*/ 63688 w 364247"/>
                <a:gd name="connsiteY624" fmla="*/ 1015835 h 1015864"/>
                <a:gd name="connsiteX625" fmla="*/ 59288 w 364247"/>
                <a:gd name="connsiteY625" fmla="*/ 1015825 h 1015864"/>
                <a:gd name="connsiteX626" fmla="*/ 48480 w 364247"/>
                <a:gd name="connsiteY626" fmla="*/ 1015788 h 1015864"/>
                <a:gd name="connsiteX627" fmla="*/ 48480 w 364247"/>
                <a:gd name="connsiteY627" fmla="*/ 1013556 h 1015864"/>
                <a:gd name="connsiteX628" fmla="*/ 43419 w 364247"/>
                <a:gd name="connsiteY628" fmla="*/ 1012694 h 1015864"/>
                <a:gd name="connsiteX629" fmla="*/ 41169 w 364247"/>
                <a:gd name="connsiteY629" fmla="*/ 1012671 h 1015864"/>
                <a:gd name="connsiteX630" fmla="*/ 38733 w 364247"/>
                <a:gd name="connsiteY630" fmla="*/ 1012655 h 1015864"/>
                <a:gd name="connsiteX631" fmla="*/ 33671 w 364247"/>
                <a:gd name="connsiteY631" fmla="*/ 1012591 h 1015864"/>
                <a:gd name="connsiteX632" fmla="*/ 25655 w 364247"/>
                <a:gd name="connsiteY632" fmla="*/ 1012513 h 1015864"/>
                <a:gd name="connsiteX633" fmla="*/ 17944 w 364247"/>
                <a:gd name="connsiteY633" fmla="*/ 1012422 h 1015864"/>
                <a:gd name="connsiteX634" fmla="*/ 15503 w 364247"/>
                <a:gd name="connsiteY634" fmla="*/ 1012415 h 1015864"/>
                <a:gd name="connsiteX635" fmla="*/ 13261 w 364247"/>
                <a:gd name="connsiteY635" fmla="*/ 1012378 h 1015864"/>
                <a:gd name="connsiteX636" fmla="*/ 11276 w 364247"/>
                <a:gd name="connsiteY636" fmla="*/ 1012359 h 1015864"/>
                <a:gd name="connsiteX637" fmla="*/ 9784 w 364247"/>
                <a:gd name="connsiteY637" fmla="*/ 1012068 h 1015864"/>
                <a:gd name="connsiteX638" fmla="*/ 9040 w 364247"/>
                <a:gd name="connsiteY638" fmla="*/ 1009835 h 1015864"/>
                <a:gd name="connsiteX639" fmla="*/ 5366 w 364247"/>
                <a:gd name="connsiteY639" fmla="*/ 1009370 h 1015864"/>
                <a:gd name="connsiteX640" fmla="*/ 110 w 364247"/>
                <a:gd name="connsiteY640" fmla="*/ 1008347 h 1015864"/>
                <a:gd name="connsiteX641" fmla="*/ 110 w 364247"/>
                <a:gd name="connsiteY641" fmla="*/ 1002394 h 1015864"/>
                <a:gd name="connsiteX642" fmla="*/ 2343 w 364247"/>
                <a:gd name="connsiteY642" fmla="*/ 1003138 h 1015864"/>
                <a:gd name="connsiteX643" fmla="*/ 2361 w 364247"/>
                <a:gd name="connsiteY643" fmla="*/ 1001533 h 1015864"/>
                <a:gd name="connsiteX644" fmla="*/ 2557 w 364247"/>
                <a:gd name="connsiteY644" fmla="*/ 986586 h 1015864"/>
                <a:gd name="connsiteX645" fmla="*/ 2657 w 364247"/>
                <a:gd name="connsiteY645" fmla="*/ 978900 h 1015864"/>
                <a:gd name="connsiteX646" fmla="*/ 2779 w 364247"/>
                <a:gd name="connsiteY646" fmla="*/ 970073 h 1015864"/>
                <a:gd name="connsiteX647" fmla="*/ 2805 w 364247"/>
                <a:gd name="connsiteY647" fmla="*/ 967273 h 1015864"/>
                <a:gd name="connsiteX648" fmla="*/ 2850 w 364247"/>
                <a:gd name="connsiteY648" fmla="*/ 964700 h 1015864"/>
                <a:gd name="connsiteX649" fmla="*/ 2880 w 364247"/>
                <a:gd name="connsiteY649" fmla="*/ 962422 h 1015864"/>
                <a:gd name="connsiteX650" fmla="*/ 3087 w 364247"/>
                <a:gd name="connsiteY650" fmla="*/ 960722 h 1015864"/>
                <a:gd name="connsiteX651" fmla="*/ 4575 w 364247"/>
                <a:gd name="connsiteY651" fmla="*/ 959978 h 1015864"/>
                <a:gd name="connsiteX652" fmla="*/ 5449 w 364247"/>
                <a:gd name="connsiteY652" fmla="*/ 953952 h 1015864"/>
                <a:gd name="connsiteX653" fmla="*/ 5479 w 364247"/>
                <a:gd name="connsiteY653" fmla="*/ 951612 h 1015864"/>
                <a:gd name="connsiteX654" fmla="*/ 5503 w 364247"/>
                <a:gd name="connsiteY654" fmla="*/ 949089 h 1015864"/>
                <a:gd name="connsiteX655" fmla="*/ 5577 w 364247"/>
                <a:gd name="connsiteY655" fmla="*/ 943831 h 1015864"/>
                <a:gd name="connsiteX656" fmla="*/ 5674 w 364247"/>
                <a:gd name="connsiteY656" fmla="*/ 935516 h 1015864"/>
                <a:gd name="connsiteX657" fmla="*/ 5782 w 364247"/>
                <a:gd name="connsiteY657" fmla="*/ 927509 h 1015864"/>
                <a:gd name="connsiteX658" fmla="*/ 5801 w 364247"/>
                <a:gd name="connsiteY658" fmla="*/ 924977 h 1015864"/>
                <a:gd name="connsiteX659" fmla="*/ 5838 w 364247"/>
                <a:gd name="connsiteY659" fmla="*/ 922651 h 1015864"/>
                <a:gd name="connsiteX660" fmla="*/ 5861 w 364247"/>
                <a:gd name="connsiteY660" fmla="*/ 920594 h 1015864"/>
                <a:gd name="connsiteX661" fmla="*/ 6064 w 364247"/>
                <a:gd name="connsiteY661" fmla="*/ 919050 h 1015864"/>
                <a:gd name="connsiteX662" fmla="*/ 7552 w 364247"/>
                <a:gd name="connsiteY662" fmla="*/ 918306 h 1015864"/>
                <a:gd name="connsiteX663" fmla="*/ 7754 w 364247"/>
                <a:gd name="connsiteY663" fmla="*/ 914476 h 1015864"/>
                <a:gd name="connsiteX664" fmla="*/ 7777 w 364247"/>
                <a:gd name="connsiteY664" fmla="*/ 912001 h 1015864"/>
                <a:gd name="connsiteX665" fmla="*/ 7781 w 364247"/>
                <a:gd name="connsiteY665" fmla="*/ 909307 h 1015864"/>
                <a:gd name="connsiteX666" fmla="*/ 7838 w 364247"/>
                <a:gd name="connsiteY666" fmla="*/ 903728 h 1015864"/>
                <a:gd name="connsiteX667" fmla="*/ 7891 w 364247"/>
                <a:gd name="connsiteY667" fmla="*/ 894880 h 1015864"/>
                <a:gd name="connsiteX668" fmla="*/ 7967 w 364247"/>
                <a:gd name="connsiteY668" fmla="*/ 886378 h 1015864"/>
                <a:gd name="connsiteX669" fmla="*/ 7968 w 364247"/>
                <a:gd name="connsiteY669" fmla="*/ 883684 h 1015864"/>
                <a:gd name="connsiteX670" fmla="*/ 7998 w 364247"/>
                <a:gd name="connsiteY670" fmla="*/ 881208 h 1015864"/>
                <a:gd name="connsiteX671" fmla="*/ 8009 w 364247"/>
                <a:gd name="connsiteY671" fmla="*/ 879017 h 1015864"/>
                <a:gd name="connsiteX672" fmla="*/ 8296 w 364247"/>
                <a:gd name="connsiteY672" fmla="*/ 877378 h 1015864"/>
                <a:gd name="connsiteX673" fmla="*/ 10528 w 364247"/>
                <a:gd name="connsiteY673" fmla="*/ 876634 h 1015864"/>
                <a:gd name="connsiteX674" fmla="*/ 10826 w 364247"/>
                <a:gd name="connsiteY674" fmla="*/ 872804 h 1015864"/>
                <a:gd name="connsiteX675" fmla="*/ 10857 w 364247"/>
                <a:gd name="connsiteY675" fmla="*/ 870329 h 1015864"/>
                <a:gd name="connsiteX676" fmla="*/ 10857 w 364247"/>
                <a:gd name="connsiteY676" fmla="*/ 867635 h 1015864"/>
                <a:gd name="connsiteX677" fmla="*/ 10887 w 364247"/>
                <a:gd name="connsiteY677" fmla="*/ 864890 h 1015864"/>
                <a:gd name="connsiteX678" fmla="*/ 10947 w 364247"/>
                <a:gd name="connsiteY678" fmla="*/ 856170 h 1015864"/>
                <a:gd name="connsiteX679" fmla="*/ 11015 w 364247"/>
                <a:gd name="connsiteY679" fmla="*/ 847450 h 1015864"/>
                <a:gd name="connsiteX680" fmla="*/ 11048 w 364247"/>
                <a:gd name="connsiteY680" fmla="*/ 842012 h 1015864"/>
                <a:gd name="connsiteX681" fmla="*/ 11071 w 364247"/>
                <a:gd name="connsiteY681" fmla="*/ 839536 h 1015864"/>
                <a:gd name="connsiteX682" fmla="*/ 11080 w 364247"/>
                <a:gd name="connsiteY682" fmla="*/ 837345 h 1015864"/>
                <a:gd name="connsiteX683" fmla="*/ 11273 w 364247"/>
                <a:gd name="connsiteY683" fmla="*/ 835706 h 1015864"/>
                <a:gd name="connsiteX684" fmla="*/ 12761 w 364247"/>
                <a:gd name="connsiteY684" fmla="*/ 834962 h 1015864"/>
                <a:gd name="connsiteX685" fmla="*/ 13634 w 364247"/>
                <a:gd name="connsiteY685" fmla="*/ 828107 h 1015864"/>
                <a:gd name="connsiteX686" fmla="*/ 13665 w 364247"/>
                <a:gd name="connsiteY686" fmla="*/ 825768 h 1015864"/>
                <a:gd name="connsiteX687" fmla="*/ 13688 w 364247"/>
                <a:gd name="connsiteY687" fmla="*/ 823257 h 1015864"/>
                <a:gd name="connsiteX688" fmla="*/ 13762 w 364247"/>
                <a:gd name="connsiteY688" fmla="*/ 818005 h 1015864"/>
                <a:gd name="connsiteX689" fmla="*/ 13860 w 364247"/>
                <a:gd name="connsiteY689" fmla="*/ 809715 h 1015864"/>
                <a:gd name="connsiteX690" fmla="*/ 13967 w 364247"/>
                <a:gd name="connsiteY690" fmla="*/ 801723 h 1015864"/>
                <a:gd name="connsiteX691" fmla="*/ 13986 w 364247"/>
                <a:gd name="connsiteY691" fmla="*/ 799198 h 1015864"/>
                <a:gd name="connsiteX692" fmla="*/ 14024 w 364247"/>
                <a:gd name="connsiteY692" fmla="*/ 796880 h 1015864"/>
                <a:gd name="connsiteX693" fmla="*/ 14047 w 364247"/>
                <a:gd name="connsiteY693" fmla="*/ 794829 h 1015864"/>
                <a:gd name="connsiteX694" fmla="*/ 14249 w 364247"/>
                <a:gd name="connsiteY694" fmla="*/ 793290 h 1015864"/>
                <a:gd name="connsiteX695" fmla="*/ 15737 w 364247"/>
                <a:gd name="connsiteY695" fmla="*/ 792546 h 1015864"/>
                <a:gd name="connsiteX696" fmla="*/ 15939 w 364247"/>
                <a:gd name="connsiteY696" fmla="*/ 788648 h 1015864"/>
                <a:gd name="connsiteX697" fmla="*/ 15962 w 364247"/>
                <a:gd name="connsiteY697" fmla="*/ 786127 h 1015864"/>
                <a:gd name="connsiteX698" fmla="*/ 15967 w 364247"/>
                <a:gd name="connsiteY698" fmla="*/ 783384 h 1015864"/>
                <a:gd name="connsiteX699" fmla="*/ 16024 w 364247"/>
                <a:gd name="connsiteY699" fmla="*/ 777704 h 1015864"/>
                <a:gd name="connsiteX700" fmla="*/ 16077 w 364247"/>
                <a:gd name="connsiteY700" fmla="*/ 768694 h 1015864"/>
                <a:gd name="connsiteX701" fmla="*/ 16153 w 364247"/>
                <a:gd name="connsiteY701" fmla="*/ 760037 h 1015864"/>
                <a:gd name="connsiteX702" fmla="*/ 16153 w 364247"/>
                <a:gd name="connsiteY702" fmla="*/ 757293 h 1015864"/>
                <a:gd name="connsiteX703" fmla="*/ 16183 w 364247"/>
                <a:gd name="connsiteY703" fmla="*/ 754772 h 1015864"/>
                <a:gd name="connsiteX704" fmla="*/ 16195 w 364247"/>
                <a:gd name="connsiteY704" fmla="*/ 752541 h 1015864"/>
                <a:gd name="connsiteX705" fmla="*/ 16481 w 364247"/>
                <a:gd name="connsiteY705" fmla="*/ 750874 h 1015864"/>
                <a:gd name="connsiteX706" fmla="*/ 18714 w 364247"/>
                <a:gd name="connsiteY706" fmla="*/ 750130 h 1015864"/>
                <a:gd name="connsiteX707" fmla="*/ 19000 w 364247"/>
                <a:gd name="connsiteY707" fmla="*/ 746381 h 1015864"/>
                <a:gd name="connsiteX708" fmla="*/ 19023 w 364247"/>
                <a:gd name="connsiteY708" fmla="*/ 743957 h 1015864"/>
                <a:gd name="connsiteX709" fmla="*/ 19016 w 364247"/>
                <a:gd name="connsiteY709" fmla="*/ 741320 h 1015864"/>
                <a:gd name="connsiteX710" fmla="*/ 19041 w 364247"/>
                <a:gd name="connsiteY710" fmla="*/ 738631 h 1015864"/>
                <a:gd name="connsiteX711" fmla="*/ 19086 w 364247"/>
                <a:gd name="connsiteY711" fmla="*/ 730085 h 1015864"/>
                <a:gd name="connsiteX712" fmla="*/ 19156 w 364247"/>
                <a:gd name="connsiteY712" fmla="*/ 718856 h 1015864"/>
                <a:gd name="connsiteX713" fmla="*/ 19149 w 364247"/>
                <a:gd name="connsiteY713" fmla="*/ 716223 h 1015864"/>
                <a:gd name="connsiteX714" fmla="*/ 19172 w 364247"/>
                <a:gd name="connsiteY714" fmla="*/ 713793 h 1015864"/>
                <a:gd name="connsiteX715" fmla="*/ 19176 w 364247"/>
                <a:gd name="connsiteY715" fmla="*/ 711646 h 1015864"/>
                <a:gd name="connsiteX716" fmla="*/ 19458 w 364247"/>
                <a:gd name="connsiteY716" fmla="*/ 709947 h 1015864"/>
                <a:gd name="connsiteX717" fmla="*/ 21690 w 364247"/>
                <a:gd name="connsiteY717" fmla="*/ 708458 h 1015864"/>
                <a:gd name="connsiteX718" fmla="*/ 21989 w 364247"/>
                <a:gd name="connsiteY718" fmla="*/ 704612 h 1015864"/>
                <a:gd name="connsiteX719" fmla="*/ 22019 w 364247"/>
                <a:gd name="connsiteY719" fmla="*/ 702182 h 1015864"/>
                <a:gd name="connsiteX720" fmla="*/ 22019 w 364247"/>
                <a:gd name="connsiteY720" fmla="*/ 699549 h 1015864"/>
                <a:gd name="connsiteX721" fmla="*/ 22049 w 364247"/>
                <a:gd name="connsiteY721" fmla="*/ 696858 h 1015864"/>
                <a:gd name="connsiteX722" fmla="*/ 22109 w 364247"/>
                <a:gd name="connsiteY722" fmla="*/ 688320 h 1015864"/>
                <a:gd name="connsiteX723" fmla="*/ 22177 w 364247"/>
                <a:gd name="connsiteY723" fmla="*/ 679774 h 1015864"/>
                <a:gd name="connsiteX724" fmla="*/ 22210 w 364247"/>
                <a:gd name="connsiteY724" fmla="*/ 674448 h 1015864"/>
                <a:gd name="connsiteX725" fmla="*/ 22233 w 364247"/>
                <a:gd name="connsiteY725" fmla="*/ 672024 h 1015864"/>
                <a:gd name="connsiteX726" fmla="*/ 22242 w 364247"/>
                <a:gd name="connsiteY726" fmla="*/ 669880 h 1015864"/>
                <a:gd name="connsiteX727" fmla="*/ 22435 w 364247"/>
                <a:gd name="connsiteY727" fmla="*/ 668275 h 1015864"/>
                <a:gd name="connsiteX728" fmla="*/ 23923 w 364247"/>
                <a:gd name="connsiteY728" fmla="*/ 667531 h 1015864"/>
                <a:gd name="connsiteX729" fmla="*/ 24160 w 364247"/>
                <a:gd name="connsiteY729" fmla="*/ 663553 h 1015864"/>
                <a:gd name="connsiteX730" fmla="*/ 24205 w 364247"/>
                <a:gd name="connsiteY730" fmla="*/ 660979 h 1015864"/>
                <a:gd name="connsiteX731" fmla="*/ 24231 w 364247"/>
                <a:gd name="connsiteY731" fmla="*/ 658179 h 1015864"/>
                <a:gd name="connsiteX732" fmla="*/ 24275 w 364247"/>
                <a:gd name="connsiteY732" fmla="*/ 655330 h 1015864"/>
                <a:gd name="connsiteX733" fmla="*/ 24370 w 364247"/>
                <a:gd name="connsiteY733" fmla="*/ 647817 h 1015864"/>
                <a:gd name="connsiteX734" fmla="*/ 24475 w 364247"/>
                <a:gd name="connsiteY734" fmla="*/ 640156 h 1015864"/>
                <a:gd name="connsiteX735" fmla="*/ 24667 w 364247"/>
                <a:gd name="connsiteY735" fmla="*/ 625115 h 1015864"/>
                <a:gd name="connsiteX736" fmla="*/ 26899 w 364247"/>
                <a:gd name="connsiteY736" fmla="*/ 625859 h 1015864"/>
                <a:gd name="connsiteX737" fmla="*/ 27644 w 364247"/>
                <a:gd name="connsiteY737" fmla="*/ 583443 h 1015864"/>
                <a:gd name="connsiteX738" fmla="*/ 29132 w 364247"/>
                <a:gd name="connsiteY738" fmla="*/ 583443 h 1015864"/>
                <a:gd name="connsiteX739" fmla="*/ 30005 w 364247"/>
                <a:gd name="connsiteY739" fmla="*/ 578177 h 1015864"/>
                <a:gd name="connsiteX740" fmla="*/ 30036 w 364247"/>
                <a:gd name="connsiteY740" fmla="*/ 575792 h 1015864"/>
                <a:gd name="connsiteX741" fmla="*/ 30059 w 364247"/>
                <a:gd name="connsiteY741" fmla="*/ 573208 h 1015864"/>
                <a:gd name="connsiteX742" fmla="*/ 30133 w 364247"/>
                <a:gd name="connsiteY742" fmla="*/ 567841 h 1015864"/>
                <a:gd name="connsiteX743" fmla="*/ 30231 w 364247"/>
                <a:gd name="connsiteY743" fmla="*/ 559340 h 1015864"/>
                <a:gd name="connsiteX744" fmla="*/ 30338 w 364247"/>
                <a:gd name="connsiteY744" fmla="*/ 551163 h 1015864"/>
                <a:gd name="connsiteX745" fmla="*/ 30357 w 364247"/>
                <a:gd name="connsiteY745" fmla="*/ 548574 h 1015864"/>
                <a:gd name="connsiteX746" fmla="*/ 30395 w 364247"/>
                <a:gd name="connsiteY746" fmla="*/ 546196 h 1015864"/>
                <a:gd name="connsiteX747" fmla="*/ 30418 w 364247"/>
                <a:gd name="connsiteY747" fmla="*/ 544092 h 1015864"/>
                <a:gd name="connsiteX748" fmla="*/ 30620 w 364247"/>
                <a:gd name="connsiteY748" fmla="*/ 542515 h 1015864"/>
                <a:gd name="connsiteX749" fmla="*/ 32108 w 364247"/>
                <a:gd name="connsiteY749" fmla="*/ 541771 h 1015864"/>
                <a:gd name="connsiteX750" fmla="*/ 32346 w 364247"/>
                <a:gd name="connsiteY750" fmla="*/ 537861 h 1015864"/>
                <a:gd name="connsiteX751" fmla="*/ 32391 w 364247"/>
                <a:gd name="connsiteY751" fmla="*/ 535333 h 1015864"/>
                <a:gd name="connsiteX752" fmla="*/ 32417 w 364247"/>
                <a:gd name="connsiteY752" fmla="*/ 532583 h 1015864"/>
                <a:gd name="connsiteX753" fmla="*/ 32460 w 364247"/>
                <a:gd name="connsiteY753" fmla="*/ 529783 h 1015864"/>
                <a:gd name="connsiteX754" fmla="*/ 32556 w 364247"/>
                <a:gd name="connsiteY754" fmla="*/ 522402 h 1015864"/>
                <a:gd name="connsiteX755" fmla="*/ 32661 w 364247"/>
                <a:gd name="connsiteY755" fmla="*/ 514876 h 1015864"/>
                <a:gd name="connsiteX756" fmla="*/ 32853 w 364247"/>
                <a:gd name="connsiteY756" fmla="*/ 500099 h 1015864"/>
                <a:gd name="connsiteX757" fmla="*/ 35085 w 364247"/>
                <a:gd name="connsiteY757" fmla="*/ 500843 h 1015864"/>
                <a:gd name="connsiteX758" fmla="*/ 35098 w 364247"/>
                <a:gd name="connsiteY758" fmla="*/ 499248 h 1015864"/>
                <a:gd name="connsiteX759" fmla="*/ 35260 w 364247"/>
                <a:gd name="connsiteY759" fmla="*/ 484368 h 1015864"/>
                <a:gd name="connsiteX760" fmla="*/ 35343 w 364247"/>
                <a:gd name="connsiteY760" fmla="*/ 476718 h 1015864"/>
                <a:gd name="connsiteX761" fmla="*/ 35448 w 364247"/>
                <a:gd name="connsiteY761" fmla="*/ 467924 h 1015864"/>
                <a:gd name="connsiteX762" fmla="*/ 35463 w 364247"/>
                <a:gd name="connsiteY762" fmla="*/ 465147 h 1015864"/>
                <a:gd name="connsiteX763" fmla="*/ 35507 w 364247"/>
                <a:gd name="connsiteY763" fmla="*/ 462574 h 1015864"/>
                <a:gd name="connsiteX764" fmla="*/ 35532 w 364247"/>
                <a:gd name="connsiteY764" fmla="*/ 460306 h 1015864"/>
                <a:gd name="connsiteX765" fmla="*/ 38062 w 364247"/>
                <a:gd name="connsiteY765" fmla="*/ 456195 h 1015864"/>
                <a:gd name="connsiteX766" fmla="*/ 38360 w 364247"/>
                <a:gd name="connsiteY766" fmla="*/ 452264 h 1015864"/>
                <a:gd name="connsiteX767" fmla="*/ 38390 w 364247"/>
                <a:gd name="connsiteY767" fmla="*/ 449834 h 1015864"/>
                <a:gd name="connsiteX768" fmla="*/ 38390 w 364247"/>
                <a:gd name="connsiteY768" fmla="*/ 447213 h 1015864"/>
                <a:gd name="connsiteX769" fmla="*/ 38420 w 364247"/>
                <a:gd name="connsiteY769" fmla="*/ 444525 h 1015864"/>
                <a:gd name="connsiteX770" fmla="*/ 38480 w 364247"/>
                <a:gd name="connsiteY770" fmla="*/ 436010 h 1015864"/>
                <a:gd name="connsiteX771" fmla="*/ 38548 w 364247"/>
                <a:gd name="connsiteY771" fmla="*/ 427479 h 1015864"/>
                <a:gd name="connsiteX772" fmla="*/ 38581 w 364247"/>
                <a:gd name="connsiteY772" fmla="*/ 422165 h 1015864"/>
                <a:gd name="connsiteX773" fmla="*/ 38604 w 364247"/>
                <a:gd name="connsiteY773" fmla="*/ 419749 h 1015864"/>
                <a:gd name="connsiteX774" fmla="*/ 38614 w 364247"/>
                <a:gd name="connsiteY774" fmla="*/ 417611 h 1015864"/>
                <a:gd name="connsiteX775" fmla="*/ 38806 w 364247"/>
                <a:gd name="connsiteY775" fmla="*/ 416011 h 1015864"/>
                <a:gd name="connsiteX776" fmla="*/ 40294 w 364247"/>
                <a:gd name="connsiteY776" fmla="*/ 415267 h 1015864"/>
                <a:gd name="connsiteX777" fmla="*/ 40531 w 364247"/>
                <a:gd name="connsiteY777" fmla="*/ 411425 h 1015864"/>
                <a:gd name="connsiteX778" fmla="*/ 40576 w 364247"/>
                <a:gd name="connsiteY778" fmla="*/ 408943 h 1015864"/>
                <a:gd name="connsiteX779" fmla="*/ 40602 w 364247"/>
                <a:gd name="connsiteY779" fmla="*/ 406241 h 1015864"/>
                <a:gd name="connsiteX780" fmla="*/ 40646 w 364247"/>
                <a:gd name="connsiteY780" fmla="*/ 403492 h 1015864"/>
                <a:gd name="connsiteX781" fmla="*/ 40759 w 364247"/>
                <a:gd name="connsiteY781" fmla="*/ 394757 h 1015864"/>
                <a:gd name="connsiteX782" fmla="*/ 40846 w 364247"/>
                <a:gd name="connsiteY782" fmla="*/ 388851 h 1015864"/>
                <a:gd name="connsiteX783" fmla="*/ 41038 w 364247"/>
                <a:gd name="connsiteY783" fmla="*/ 374339 h 1015864"/>
                <a:gd name="connsiteX784" fmla="*/ 43271 w 364247"/>
                <a:gd name="connsiteY784" fmla="*/ 374339 h 1015864"/>
                <a:gd name="connsiteX785" fmla="*/ 44015 w 364247"/>
                <a:gd name="connsiteY785" fmla="*/ 331923 h 1015864"/>
                <a:gd name="connsiteX786" fmla="*/ 46247 w 364247"/>
                <a:gd name="connsiteY786" fmla="*/ 331923 h 1015864"/>
                <a:gd name="connsiteX787" fmla="*/ 46265 w 364247"/>
                <a:gd name="connsiteY787" fmla="*/ 330346 h 1015864"/>
                <a:gd name="connsiteX788" fmla="*/ 46461 w 364247"/>
                <a:gd name="connsiteY788" fmla="*/ 315662 h 1015864"/>
                <a:gd name="connsiteX789" fmla="*/ 46561 w 364247"/>
                <a:gd name="connsiteY789" fmla="*/ 308112 h 1015864"/>
                <a:gd name="connsiteX790" fmla="*/ 46683 w 364247"/>
                <a:gd name="connsiteY790" fmla="*/ 299440 h 1015864"/>
                <a:gd name="connsiteX791" fmla="*/ 46709 w 364247"/>
                <a:gd name="connsiteY791" fmla="*/ 296689 h 1015864"/>
                <a:gd name="connsiteX792" fmla="*/ 46754 w 364247"/>
                <a:gd name="connsiteY792" fmla="*/ 294161 h 1015864"/>
                <a:gd name="connsiteX793" fmla="*/ 46784 w 364247"/>
                <a:gd name="connsiteY793" fmla="*/ 291923 h 1015864"/>
                <a:gd name="connsiteX794" fmla="*/ 46991 w 364247"/>
                <a:gd name="connsiteY794" fmla="*/ 290251 h 1015864"/>
                <a:gd name="connsiteX795" fmla="*/ 48480 w 364247"/>
                <a:gd name="connsiteY795" fmla="*/ 289507 h 1015864"/>
                <a:gd name="connsiteX796" fmla="*/ 48681 w 364247"/>
                <a:gd name="connsiteY796" fmla="*/ 285678 h 1015864"/>
                <a:gd name="connsiteX797" fmla="*/ 48704 w 364247"/>
                <a:gd name="connsiteY797" fmla="*/ 283202 h 1015864"/>
                <a:gd name="connsiteX798" fmla="*/ 48709 w 364247"/>
                <a:gd name="connsiteY798" fmla="*/ 280508 h 1015864"/>
                <a:gd name="connsiteX799" fmla="*/ 48766 w 364247"/>
                <a:gd name="connsiteY799" fmla="*/ 274930 h 1015864"/>
                <a:gd name="connsiteX800" fmla="*/ 48819 w 364247"/>
                <a:gd name="connsiteY800" fmla="*/ 266081 h 1015864"/>
                <a:gd name="connsiteX801" fmla="*/ 48895 w 364247"/>
                <a:gd name="connsiteY801" fmla="*/ 257579 h 1015864"/>
                <a:gd name="connsiteX802" fmla="*/ 48895 w 364247"/>
                <a:gd name="connsiteY802" fmla="*/ 254885 h 1015864"/>
                <a:gd name="connsiteX803" fmla="*/ 48926 w 364247"/>
                <a:gd name="connsiteY803" fmla="*/ 252409 h 1015864"/>
                <a:gd name="connsiteX804" fmla="*/ 48937 w 364247"/>
                <a:gd name="connsiteY804" fmla="*/ 250218 h 1015864"/>
                <a:gd name="connsiteX805" fmla="*/ 49224 w 364247"/>
                <a:gd name="connsiteY805" fmla="*/ 248580 h 1015864"/>
                <a:gd name="connsiteX806" fmla="*/ 51456 w 364247"/>
                <a:gd name="connsiteY806" fmla="*/ 247835 h 1015864"/>
                <a:gd name="connsiteX807" fmla="*/ 51778 w 364247"/>
                <a:gd name="connsiteY807" fmla="*/ 243994 h 1015864"/>
                <a:gd name="connsiteX808" fmla="*/ 51822 w 364247"/>
                <a:gd name="connsiteY808" fmla="*/ 241511 h 1015864"/>
                <a:gd name="connsiteX809" fmla="*/ 51837 w 364247"/>
                <a:gd name="connsiteY809" fmla="*/ 238810 h 1015864"/>
                <a:gd name="connsiteX810" fmla="*/ 51877 w 364247"/>
                <a:gd name="connsiteY810" fmla="*/ 236060 h 1015864"/>
                <a:gd name="connsiteX811" fmla="*/ 51968 w 364247"/>
                <a:gd name="connsiteY811" fmla="*/ 227325 h 1015864"/>
                <a:gd name="connsiteX812" fmla="*/ 52045 w 364247"/>
                <a:gd name="connsiteY812" fmla="*/ 221420 h 1015864"/>
                <a:gd name="connsiteX813" fmla="*/ 52200 w 364247"/>
                <a:gd name="connsiteY813" fmla="*/ 206908 h 1015864"/>
                <a:gd name="connsiteX814" fmla="*/ 54433 w 364247"/>
                <a:gd name="connsiteY814" fmla="*/ 206908 h 1015864"/>
                <a:gd name="connsiteX815" fmla="*/ 54451 w 364247"/>
                <a:gd name="connsiteY815" fmla="*/ 205302 h 1015864"/>
                <a:gd name="connsiteX816" fmla="*/ 54647 w 364247"/>
                <a:gd name="connsiteY816" fmla="*/ 190355 h 1015864"/>
                <a:gd name="connsiteX817" fmla="*/ 54747 w 364247"/>
                <a:gd name="connsiteY817" fmla="*/ 182670 h 1015864"/>
                <a:gd name="connsiteX818" fmla="*/ 54869 w 364247"/>
                <a:gd name="connsiteY818" fmla="*/ 173843 h 1015864"/>
                <a:gd name="connsiteX819" fmla="*/ 54895 w 364247"/>
                <a:gd name="connsiteY819" fmla="*/ 171043 h 1015864"/>
                <a:gd name="connsiteX820" fmla="*/ 54940 w 364247"/>
                <a:gd name="connsiteY820" fmla="*/ 168470 h 1015864"/>
                <a:gd name="connsiteX821" fmla="*/ 54970 w 364247"/>
                <a:gd name="connsiteY821" fmla="*/ 166191 h 1015864"/>
                <a:gd name="connsiteX822" fmla="*/ 55177 w 364247"/>
                <a:gd name="connsiteY822" fmla="*/ 164492 h 1015864"/>
                <a:gd name="connsiteX823" fmla="*/ 56665 w 364247"/>
                <a:gd name="connsiteY823" fmla="*/ 163748 h 1015864"/>
                <a:gd name="connsiteX824" fmla="*/ 56902 w 364247"/>
                <a:gd name="connsiteY824" fmla="*/ 159838 h 1015864"/>
                <a:gd name="connsiteX825" fmla="*/ 56947 w 364247"/>
                <a:gd name="connsiteY825" fmla="*/ 157310 h 1015864"/>
                <a:gd name="connsiteX826" fmla="*/ 56973 w 364247"/>
                <a:gd name="connsiteY826" fmla="*/ 154559 h 1015864"/>
                <a:gd name="connsiteX827" fmla="*/ 57017 w 364247"/>
                <a:gd name="connsiteY827" fmla="*/ 151759 h 1015864"/>
                <a:gd name="connsiteX828" fmla="*/ 57112 w 364247"/>
                <a:gd name="connsiteY828" fmla="*/ 144379 h 1015864"/>
                <a:gd name="connsiteX829" fmla="*/ 57217 w 364247"/>
                <a:gd name="connsiteY829" fmla="*/ 136852 h 1015864"/>
                <a:gd name="connsiteX830" fmla="*/ 57409 w 364247"/>
                <a:gd name="connsiteY830" fmla="*/ 122076 h 1015864"/>
                <a:gd name="connsiteX831" fmla="*/ 59642 w 364247"/>
                <a:gd name="connsiteY831" fmla="*/ 122820 h 1015864"/>
                <a:gd name="connsiteX832" fmla="*/ 60386 w 364247"/>
                <a:gd name="connsiteY832" fmla="*/ 81148 h 1015864"/>
                <a:gd name="connsiteX833" fmla="*/ 62618 w 364247"/>
                <a:gd name="connsiteY833" fmla="*/ 81148 h 1015864"/>
                <a:gd name="connsiteX834" fmla="*/ 62616 w 364247"/>
                <a:gd name="connsiteY834" fmla="*/ 79609 h 1015864"/>
                <a:gd name="connsiteX835" fmla="*/ 62691 w 364247"/>
                <a:gd name="connsiteY835" fmla="*/ 63784 h 1015864"/>
                <a:gd name="connsiteX836" fmla="*/ 62708 w 364247"/>
                <a:gd name="connsiteY836" fmla="*/ 57875 h 1015864"/>
                <a:gd name="connsiteX837" fmla="*/ 62764 w 364247"/>
                <a:gd name="connsiteY837" fmla="*/ 49391 h 1015864"/>
                <a:gd name="connsiteX838" fmla="*/ 62743 w 364247"/>
                <a:gd name="connsiteY838" fmla="*/ 46713 h 1015864"/>
                <a:gd name="connsiteX839" fmla="*/ 63362 w 364247"/>
                <a:gd name="connsiteY839" fmla="*/ 40220 h 1015864"/>
                <a:gd name="connsiteX840" fmla="*/ 67827 w 364247"/>
                <a:gd name="connsiteY840" fmla="*/ 37988 h 1015864"/>
                <a:gd name="connsiteX841" fmla="*/ 68571 w 364247"/>
                <a:gd name="connsiteY841" fmla="*/ 35755 h 1015864"/>
                <a:gd name="connsiteX842" fmla="*/ 70804 w 364247"/>
                <a:gd name="connsiteY842" fmla="*/ 35011 h 1015864"/>
                <a:gd name="connsiteX843" fmla="*/ 71455 w 364247"/>
                <a:gd name="connsiteY843" fmla="*/ 33709 h 1015864"/>
                <a:gd name="connsiteX844" fmla="*/ 76013 w 364247"/>
                <a:gd name="connsiteY844" fmla="*/ 28314 h 1015864"/>
                <a:gd name="connsiteX845" fmla="*/ 77501 w 364247"/>
                <a:gd name="connsiteY845" fmla="*/ 28314 h 1015864"/>
                <a:gd name="connsiteX846" fmla="*/ 77780 w 364247"/>
                <a:gd name="connsiteY846" fmla="*/ 26872 h 1015864"/>
                <a:gd name="connsiteX847" fmla="*/ 78245 w 364247"/>
                <a:gd name="connsiteY847" fmla="*/ 25337 h 1015864"/>
                <a:gd name="connsiteX848" fmla="*/ 81222 w 364247"/>
                <a:gd name="connsiteY848" fmla="*/ 24593 h 1015864"/>
                <a:gd name="connsiteX849" fmla="*/ 81594 w 364247"/>
                <a:gd name="connsiteY849" fmla="*/ 23058 h 1015864"/>
                <a:gd name="connsiteX850" fmla="*/ 81966 w 364247"/>
                <a:gd name="connsiteY850" fmla="*/ 21617 h 1015864"/>
                <a:gd name="connsiteX851" fmla="*/ 84942 w 364247"/>
                <a:gd name="connsiteY851" fmla="*/ 21617 h 1015864"/>
                <a:gd name="connsiteX852" fmla="*/ 84942 w 364247"/>
                <a:gd name="connsiteY852" fmla="*/ 17896 h 1015864"/>
                <a:gd name="connsiteX853" fmla="*/ 87919 w 364247"/>
                <a:gd name="connsiteY853" fmla="*/ 17896 h 1015864"/>
                <a:gd name="connsiteX854" fmla="*/ 88663 w 364247"/>
                <a:gd name="connsiteY854" fmla="*/ 14919 h 1015864"/>
                <a:gd name="connsiteX855" fmla="*/ 90151 w 364247"/>
                <a:gd name="connsiteY855" fmla="*/ 14175 h 1015864"/>
                <a:gd name="connsiteX856" fmla="*/ 90896 w 364247"/>
                <a:gd name="connsiteY856" fmla="*/ 11943 h 1015864"/>
                <a:gd name="connsiteX857" fmla="*/ 92384 w 364247"/>
                <a:gd name="connsiteY857" fmla="*/ 11617 h 1015864"/>
                <a:gd name="connsiteX858" fmla="*/ 93872 w 364247"/>
                <a:gd name="connsiteY858" fmla="*/ 11199 h 1015864"/>
                <a:gd name="connsiteX859" fmla="*/ 94616 w 364247"/>
                <a:gd name="connsiteY859" fmla="*/ 8222 h 1015864"/>
                <a:gd name="connsiteX860" fmla="*/ 96049 w 364247"/>
                <a:gd name="connsiteY860" fmla="*/ 7571 h 1015864"/>
                <a:gd name="connsiteX861" fmla="*/ 98857 w 364247"/>
                <a:gd name="connsiteY861" fmla="*/ 3711 h 1015864"/>
                <a:gd name="connsiteX862" fmla="*/ 101907 w 364247"/>
                <a:gd name="connsiteY862" fmla="*/ 225 h 1015864"/>
                <a:gd name="connsiteX863" fmla="*/ 107127 w 364247"/>
                <a:gd name="connsiteY863" fmla="*/ 35 h 1015864"/>
                <a:gd name="connsiteX864" fmla="*/ 109156 w 364247"/>
                <a:gd name="connsiteY864" fmla="*/ 10 h 101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Lst>
              <a:rect l="l" t="t" r="r" b="b"/>
              <a:pathLst>
                <a:path w="364247" h="1015864">
                  <a:moveTo>
                    <a:pt x="224261" y="91688"/>
                  </a:moveTo>
                  <a:cubicBezTo>
                    <a:pt x="222466" y="91688"/>
                    <a:pt x="222425" y="92402"/>
                    <a:pt x="220694" y="92535"/>
                  </a:cubicBezTo>
                  <a:cubicBezTo>
                    <a:pt x="220089" y="92540"/>
                    <a:pt x="219503" y="92545"/>
                    <a:pt x="218916" y="92550"/>
                  </a:cubicBezTo>
                  <a:cubicBezTo>
                    <a:pt x="217890" y="92561"/>
                    <a:pt x="217890" y="92561"/>
                    <a:pt x="216883" y="92572"/>
                  </a:cubicBezTo>
                  <a:cubicBezTo>
                    <a:pt x="216119" y="92576"/>
                    <a:pt x="215377" y="92581"/>
                    <a:pt x="214635" y="92585"/>
                  </a:cubicBezTo>
                  <a:cubicBezTo>
                    <a:pt x="212158" y="92608"/>
                    <a:pt x="209681" y="92631"/>
                    <a:pt x="207204" y="92649"/>
                  </a:cubicBezTo>
                  <a:cubicBezTo>
                    <a:pt x="205429" y="92661"/>
                    <a:pt x="203654" y="92675"/>
                    <a:pt x="201879" y="92690"/>
                  </a:cubicBezTo>
                  <a:cubicBezTo>
                    <a:pt x="197237" y="92732"/>
                    <a:pt x="192596" y="92771"/>
                    <a:pt x="187954" y="92806"/>
                  </a:cubicBezTo>
                  <a:cubicBezTo>
                    <a:pt x="183140" y="92843"/>
                    <a:pt x="178326" y="92883"/>
                    <a:pt x="173512" y="92924"/>
                  </a:cubicBezTo>
                  <a:cubicBezTo>
                    <a:pt x="163557" y="93009"/>
                    <a:pt x="153602" y="93090"/>
                    <a:pt x="143647" y="93167"/>
                  </a:cubicBezTo>
                  <a:cubicBezTo>
                    <a:pt x="143020" y="93172"/>
                    <a:pt x="143020" y="93172"/>
                    <a:pt x="142406" y="93176"/>
                  </a:cubicBezTo>
                  <a:cubicBezTo>
                    <a:pt x="142406" y="95200"/>
                    <a:pt x="142406" y="97165"/>
                    <a:pt x="142406" y="99129"/>
                  </a:cubicBezTo>
                  <a:cubicBezTo>
                    <a:pt x="141900" y="99129"/>
                    <a:pt x="141409" y="99129"/>
                    <a:pt x="140917" y="99129"/>
                  </a:cubicBezTo>
                  <a:cubicBezTo>
                    <a:pt x="139952" y="101017"/>
                    <a:pt x="139452" y="102591"/>
                    <a:pt x="139265" y="104705"/>
                  </a:cubicBezTo>
                  <a:cubicBezTo>
                    <a:pt x="139276" y="105375"/>
                    <a:pt x="139286" y="106026"/>
                    <a:pt x="139296" y="106676"/>
                  </a:cubicBezTo>
                  <a:cubicBezTo>
                    <a:pt x="139303" y="107441"/>
                    <a:pt x="139310" y="108183"/>
                    <a:pt x="139318" y="108925"/>
                  </a:cubicBezTo>
                  <a:cubicBezTo>
                    <a:pt x="139348" y="110553"/>
                    <a:pt x="139370" y="112180"/>
                    <a:pt x="139385" y="113808"/>
                  </a:cubicBezTo>
                  <a:cubicBezTo>
                    <a:pt x="139408" y="116418"/>
                    <a:pt x="139440" y="119029"/>
                    <a:pt x="139476" y="121640"/>
                  </a:cubicBezTo>
                  <a:cubicBezTo>
                    <a:pt x="139515" y="124261"/>
                    <a:pt x="139552" y="126882"/>
                    <a:pt x="139575" y="129504"/>
                  </a:cubicBezTo>
                  <a:cubicBezTo>
                    <a:pt x="139581" y="130344"/>
                    <a:pt x="139588" y="131160"/>
                    <a:pt x="139595" y="131976"/>
                  </a:cubicBezTo>
                  <a:cubicBezTo>
                    <a:pt x="139612" y="132799"/>
                    <a:pt x="139628" y="133597"/>
                    <a:pt x="139644" y="134395"/>
                  </a:cubicBezTo>
                  <a:cubicBezTo>
                    <a:pt x="139649" y="135151"/>
                    <a:pt x="139654" y="135883"/>
                    <a:pt x="139659" y="136616"/>
                  </a:cubicBezTo>
                  <a:cubicBezTo>
                    <a:pt x="139748" y="138508"/>
                    <a:pt x="139748" y="138508"/>
                    <a:pt x="139429" y="140057"/>
                  </a:cubicBezTo>
                  <a:cubicBezTo>
                    <a:pt x="138670" y="140310"/>
                    <a:pt x="137933" y="140556"/>
                    <a:pt x="137197" y="140801"/>
                  </a:cubicBezTo>
                  <a:cubicBezTo>
                    <a:pt x="137101" y="141337"/>
                    <a:pt x="137008" y="141858"/>
                    <a:pt x="136915" y="142378"/>
                  </a:cubicBezTo>
                  <a:cubicBezTo>
                    <a:pt x="136913" y="143094"/>
                    <a:pt x="136912" y="143788"/>
                    <a:pt x="136910" y="144483"/>
                  </a:cubicBezTo>
                  <a:cubicBezTo>
                    <a:pt x="136903" y="145291"/>
                    <a:pt x="136895" y="146076"/>
                    <a:pt x="136888" y="146861"/>
                  </a:cubicBezTo>
                  <a:cubicBezTo>
                    <a:pt x="136890" y="147741"/>
                    <a:pt x="136892" y="148595"/>
                    <a:pt x="136894" y="149449"/>
                  </a:cubicBezTo>
                  <a:cubicBezTo>
                    <a:pt x="136869" y="152175"/>
                    <a:pt x="136845" y="154900"/>
                    <a:pt x="136833" y="157626"/>
                  </a:cubicBezTo>
                  <a:cubicBezTo>
                    <a:pt x="136822" y="161368"/>
                    <a:pt x="136814" y="165111"/>
                    <a:pt x="136779" y="168853"/>
                  </a:cubicBezTo>
                  <a:cubicBezTo>
                    <a:pt x="136771" y="169751"/>
                    <a:pt x="136763" y="170623"/>
                    <a:pt x="136755" y="171494"/>
                  </a:cubicBezTo>
                  <a:cubicBezTo>
                    <a:pt x="136757" y="172373"/>
                    <a:pt x="136759" y="173225"/>
                    <a:pt x="136762" y="174078"/>
                  </a:cubicBezTo>
                  <a:cubicBezTo>
                    <a:pt x="136754" y="174889"/>
                    <a:pt x="136746" y="175676"/>
                    <a:pt x="136739" y="176463"/>
                  </a:cubicBezTo>
                  <a:cubicBezTo>
                    <a:pt x="136792" y="178506"/>
                    <a:pt x="136792" y="178506"/>
                    <a:pt x="136453" y="180241"/>
                  </a:cubicBezTo>
                  <a:cubicBezTo>
                    <a:pt x="135694" y="180747"/>
                    <a:pt x="134957" y="181238"/>
                    <a:pt x="134220" y="181729"/>
                  </a:cubicBezTo>
                  <a:cubicBezTo>
                    <a:pt x="134136" y="182307"/>
                    <a:pt x="134054" y="182868"/>
                    <a:pt x="133972" y="183428"/>
                  </a:cubicBezTo>
                  <a:cubicBezTo>
                    <a:pt x="133986" y="184158"/>
                    <a:pt x="134000" y="184867"/>
                    <a:pt x="134014" y="185575"/>
                  </a:cubicBezTo>
                  <a:cubicBezTo>
                    <a:pt x="134024" y="186401"/>
                    <a:pt x="134034" y="187203"/>
                    <a:pt x="134044" y="188005"/>
                  </a:cubicBezTo>
                  <a:cubicBezTo>
                    <a:pt x="134086" y="189780"/>
                    <a:pt x="134117" y="191554"/>
                    <a:pt x="134138" y="193329"/>
                  </a:cubicBezTo>
                  <a:cubicBezTo>
                    <a:pt x="134170" y="196176"/>
                    <a:pt x="134216" y="199021"/>
                    <a:pt x="134267" y="201867"/>
                  </a:cubicBezTo>
                  <a:cubicBezTo>
                    <a:pt x="134321" y="204716"/>
                    <a:pt x="134372" y="207564"/>
                    <a:pt x="134404" y="210413"/>
                  </a:cubicBezTo>
                  <a:cubicBezTo>
                    <a:pt x="134418" y="211771"/>
                    <a:pt x="134418" y="211771"/>
                    <a:pt x="134432" y="213102"/>
                  </a:cubicBezTo>
                  <a:cubicBezTo>
                    <a:pt x="134455" y="213999"/>
                    <a:pt x="134478" y="214869"/>
                    <a:pt x="134500" y="215740"/>
                  </a:cubicBezTo>
                  <a:cubicBezTo>
                    <a:pt x="134508" y="216564"/>
                    <a:pt x="134515" y="217363"/>
                    <a:pt x="134523" y="218163"/>
                  </a:cubicBezTo>
                  <a:cubicBezTo>
                    <a:pt x="134643" y="220231"/>
                    <a:pt x="134643" y="220231"/>
                    <a:pt x="134220" y="221913"/>
                  </a:cubicBezTo>
                  <a:cubicBezTo>
                    <a:pt x="133228" y="222160"/>
                    <a:pt x="132236" y="222408"/>
                    <a:pt x="131244" y="222657"/>
                  </a:cubicBezTo>
                  <a:cubicBezTo>
                    <a:pt x="131122" y="223206"/>
                    <a:pt x="131004" y="223739"/>
                    <a:pt x="130886" y="224272"/>
                  </a:cubicBezTo>
                  <a:cubicBezTo>
                    <a:pt x="130892" y="225006"/>
                    <a:pt x="130899" y="225718"/>
                    <a:pt x="130906" y="226430"/>
                  </a:cubicBezTo>
                  <a:cubicBezTo>
                    <a:pt x="130906" y="227259"/>
                    <a:pt x="130906" y="228063"/>
                    <a:pt x="130906" y="228868"/>
                  </a:cubicBezTo>
                  <a:cubicBezTo>
                    <a:pt x="130922" y="229769"/>
                    <a:pt x="130938" y="230644"/>
                    <a:pt x="130953" y="231520"/>
                  </a:cubicBezTo>
                  <a:cubicBezTo>
                    <a:pt x="130966" y="234307"/>
                    <a:pt x="130983" y="237094"/>
                    <a:pt x="131019" y="239881"/>
                  </a:cubicBezTo>
                  <a:cubicBezTo>
                    <a:pt x="131045" y="241825"/>
                    <a:pt x="131065" y="243769"/>
                    <a:pt x="131080" y="245713"/>
                  </a:cubicBezTo>
                  <a:cubicBezTo>
                    <a:pt x="131113" y="250915"/>
                    <a:pt x="131158" y="256118"/>
                    <a:pt x="131224" y="261320"/>
                  </a:cubicBezTo>
                  <a:cubicBezTo>
                    <a:pt x="131230" y="261837"/>
                    <a:pt x="131237" y="262339"/>
                    <a:pt x="131244" y="262840"/>
                  </a:cubicBezTo>
                  <a:cubicBezTo>
                    <a:pt x="130485" y="262840"/>
                    <a:pt x="129748" y="262840"/>
                    <a:pt x="129011" y="262840"/>
                  </a:cubicBezTo>
                  <a:cubicBezTo>
                    <a:pt x="129074" y="267678"/>
                    <a:pt x="129124" y="272515"/>
                    <a:pt x="129157" y="277353"/>
                  </a:cubicBezTo>
                  <a:cubicBezTo>
                    <a:pt x="129169" y="279321"/>
                    <a:pt x="129182" y="281289"/>
                    <a:pt x="129197" y="283258"/>
                  </a:cubicBezTo>
                  <a:cubicBezTo>
                    <a:pt x="129235" y="286169"/>
                    <a:pt x="129272" y="289081"/>
                    <a:pt x="129289" y="291993"/>
                  </a:cubicBezTo>
                  <a:cubicBezTo>
                    <a:pt x="129293" y="292928"/>
                    <a:pt x="129298" y="293835"/>
                    <a:pt x="129302" y="294742"/>
                  </a:cubicBezTo>
                  <a:cubicBezTo>
                    <a:pt x="129325" y="296107"/>
                    <a:pt x="129325" y="296107"/>
                    <a:pt x="129348" y="297444"/>
                  </a:cubicBezTo>
                  <a:cubicBezTo>
                    <a:pt x="129349" y="298288"/>
                    <a:pt x="129349" y="299107"/>
                    <a:pt x="129349" y="299927"/>
                  </a:cubicBezTo>
                  <a:cubicBezTo>
                    <a:pt x="129450" y="302047"/>
                    <a:pt x="129450" y="302047"/>
                    <a:pt x="129011" y="303768"/>
                  </a:cubicBezTo>
                  <a:cubicBezTo>
                    <a:pt x="128260" y="303958"/>
                    <a:pt x="128260" y="303958"/>
                    <a:pt x="127523" y="304144"/>
                  </a:cubicBezTo>
                  <a:cubicBezTo>
                    <a:pt x="126771" y="304330"/>
                    <a:pt x="126771" y="304330"/>
                    <a:pt x="126035" y="304512"/>
                  </a:cubicBezTo>
                  <a:cubicBezTo>
                    <a:pt x="125913" y="305061"/>
                    <a:pt x="125795" y="305594"/>
                    <a:pt x="125677" y="306127"/>
                  </a:cubicBezTo>
                  <a:cubicBezTo>
                    <a:pt x="125683" y="306861"/>
                    <a:pt x="125690" y="307573"/>
                    <a:pt x="125697" y="308285"/>
                  </a:cubicBezTo>
                  <a:cubicBezTo>
                    <a:pt x="125697" y="309114"/>
                    <a:pt x="125697" y="309919"/>
                    <a:pt x="125697" y="310723"/>
                  </a:cubicBezTo>
                  <a:cubicBezTo>
                    <a:pt x="125713" y="311625"/>
                    <a:pt x="125729" y="312500"/>
                    <a:pt x="125744" y="313375"/>
                  </a:cubicBezTo>
                  <a:cubicBezTo>
                    <a:pt x="125757" y="316162"/>
                    <a:pt x="125774" y="318949"/>
                    <a:pt x="125810" y="321737"/>
                  </a:cubicBezTo>
                  <a:cubicBezTo>
                    <a:pt x="125836" y="323680"/>
                    <a:pt x="125856" y="325624"/>
                    <a:pt x="125871" y="327568"/>
                  </a:cubicBezTo>
                  <a:cubicBezTo>
                    <a:pt x="125904" y="332771"/>
                    <a:pt x="125949" y="337973"/>
                    <a:pt x="126015" y="343175"/>
                  </a:cubicBezTo>
                  <a:cubicBezTo>
                    <a:pt x="126021" y="343692"/>
                    <a:pt x="126028" y="344194"/>
                    <a:pt x="126035" y="344696"/>
                  </a:cubicBezTo>
                  <a:cubicBezTo>
                    <a:pt x="125276" y="344696"/>
                    <a:pt x="124539" y="344696"/>
                    <a:pt x="123802" y="344696"/>
                  </a:cubicBezTo>
                  <a:cubicBezTo>
                    <a:pt x="123058" y="346184"/>
                    <a:pt x="123058" y="346184"/>
                    <a:pt x="122984" y="347855"/>
                  </a:cubicBezTo>
                  <a:cubicBezTo>
                    <a:pt x="122992" y="348571"/>
                    <a:pt x="123001" y="349267"/>
                    <a:pt x="123009" y="349962"/>
                  </a:cubicBezTo>
                  <a:cubicBezTo>
                    <a:pt x="123016" y="350773"/>
                    <a:pt x="123024" y="351560"/>
                    <a:pt x="123031" y="352347"/>
                  </a:cubicBezTo>
                  <a:cubicBezTo>
                    <a:pt x="123053" y="354088"/>
                    <a:pt x="123070" y="355830"/>
                    <a:pt x="123083" y="357572"/>
                  </a:cubicBezTo>
                  <a:cubicBezTo>
                    <a:pt x="123102" y="360365"/>
                    <a:pt x="123125" y="363157"/>
                    <a:pt x="123151" y="365950"/>
                  </a:cubicBezTo>
                  <a:cubicBezTo>
                    <a:pt x="123185" y="368746"/>
                    <a:pt x="123217" y="371541"/>
                    <a:pt x="123235" y="374337"/>
                  </a:cubicBezTo>
                  <a:cubicBezTo>
                    <a:pt x="123240" y="375234"/>
                    <a:pt x="123245" y="376105"/>
                    <a:pt x="123250" y="376976"/>
                  </a:cubicBezTo>
                  <a:cubicBezTo>
                    <a:pt x="123264" y="377856"/>
                    <a:pt x="123278" y="378710"/>
                    <a:pt x="123292" y="379564"/>
                  </a:cubicBezTo>
                  <a:cubicBezTo>
                    <a:pt x="123295" y="380373"/>
                    <a:pt x="123297" y="381157"/>
                    <a:pt x="123300" y="381942"/>
                  </a:cubicBezTo>
                  <a:cubicBezTo>
                    <a:pt x="123382" y="383967"/>
                    <a:pt x="123382" y="383967"/>
                    <a:pt x="123058" y="385624"/>
                  </a:cubicBezTo>
                  <a:cubicBezTo>
                    <a:pt x="122299" y="385877"/>
                    <a:pt x="121562" y="386122"/>
                    <a:pt x="120826" y="386368"/>
                  </a:cubicBezTo>
                  <a:cubicBezTo>
                    <a:pt x="120700" y="387181"/>
                    <a:pt x="120700" y="387181"/>
                    <a:pt x="120577" y="387978"/>
                  </a:cubicBezTo>
                  <a:cubicBezTo>
                    <a:pt x="120599" y="389064"/>
                    <a:pt x="120599" y="389064"/>
                    <a:pt x="120619" y="390129"/>
                  </a:cubicBezTo>
                  <a:cubicBezTo>
                    <a:pt x="120629" y="390955"/>
                    <a:pt x="120639" y="391757"/>
                    <a:pt x="120649" y="392559"/>
                  </a:cubicBezTo>
                  <a:cubicBezTo>
                    <a:pt x="120692" y="394339"/>
                    <a:pt x="120723" y="396119"/>
                    <a:pt x="120743" y="397899"/>
                  </a:cubicBezTo>
                  <a:cubicBezTo>
                    <a:pt x="120776" y="400752"/>
                    <a:pt x="120822" y="403606"/>
                    <a:pt x="120872" y="406459"/>
                  </a:cubicBezTo>
                  <a:cubicBezTo>
                    <a:pt x="120926" y="409313"/>
                    <a:pt x="120977" y="412166"/>
                    <a:pt x="121009" y="415020"/>
                  </a:cubicBezTo>
                  <a:cubicBezTo>
                    <a:pt x="121019" y="415936"/>
                    <a:pt x="121028" y="416825"/>
                    <a:pt x="121038" y="417715"/>
                  </a:cubicBezTo>
                  <a:cubicBezTo>
                    <a:pt x="121061" y="418614"/>
                    <a:pt x="121083" y="419487"/>
                    <a:pt x="121106" y="420359"/>
                  </a:cubicBezTo>
                  <a:cubicBezTo>
                    <a:pt x="121113" y="421186"/>
                    <a:pt x="121121" y="421988"/>
                    <a:pt x="121128" y="422790"/>
                  </a:cubicBezTo>
                  <a:cubicBezTo>
                    <a:pt x="121248" y="424865"/>
                    <a:pt x="121248" y="424865"/>
                    <a:pt x="120826" y="426551"/>
                  </a:cubicBezTo>
                  <a:cubicBezTo>
                    <a:pt x="119833" y="426799"/>
                    <a:pt x="118841" y="427047"/>
                    <a:pt x="117849" y="427295"/>
                  </a:cubicBezTo>
                  <a:cubicBezTo>
                    <a:pt x="117668" y="428111"/>
                    <a:pt x="117668" y="428111"/>
                    <a:pt x="117491" y="428910"/>
                  </a:cubicBezTo>
                  <a:cubicBezTo>
                    <a:pt x="117498" y="429644"/>
                    <a:pt x="117505" y="430356"/>
                    <a:pt x="117511" y="431069"/>
                  </a:cubicBezTo>
                  <a:cubicBezTo>
                    <a:pt x="117511" y="431897"/>
                    <a:pt x="117512" y="432702"/>
                    <a:pt x="117512" y="433506"/>
                  </a:cubicBezTo>
                  <a:cubicBezTo>
                    <a:pt x="117528" y="434408"/>
                    <a:pt x="117543" y="435283"/>
                    <a:pt x="117558" y="436158"/>
                  </a:cubicBezTo>
                  <a:cubicBezTo>
                    <a:pt x="117572" y="438946"/>
                    <a:pt x="117589" y="441733"/>
                    <a:pt x="117625" y="444520"/>
                  </a:cubicBezTo>
                  <a:cubicBezTo>
                    <a:pt x="117650" y="446464"/>
                    <a:pt x="117671" y="448408"/>
                    <a:pt x="117686" y="450352"/>
                  </a:cubicBezTo>
                  <a:cubicBezTo>
                    <a:pt x="117718" y="455554"/>
                    <a:pt x="117763" y="460756"/>
                    <a:pt x="117829" y="465958"/>
                  </a:cubicBezTo>
                  <a:cubicBezTo>
                    <a:pt x="117836" y="466475"/>
                    <a:pt x="117842" y="466977"/>
                    <a:pt x="117849" y="467479"/>
                  </a:cubicBezTo>
                  <a:cubicBezTo>
                    <a:pt x="117090" y="467479"/>
                    <a:pt x="116353" y="467479"/>
                    <a:pt x="115617" y="467479"/>
                  </a:cubicBezTo>
                  <a:cubicBezTo>
                    <a:pt x="114872" y="468967"/>
                    <a:pt x="114872" y="468967"/>
                    <a:pt x="114798" y="470638"/>
                  </a:cubicBezTo>
                  <a:cubicBezTo>
                    <a:pt x="114811" y="471702"/>
                    <a:pt x="114811" y="471702"/>
                    <a:pt x="114823" y="472745"/>
                  </a:cubicBezTo>
                  <a:cubicBezTo>
                    <a:pt x="114831" y="473556"/>
                    <a:pt x="114838" y="474343"/>
                    <a:pt x="114845" y="475130"/>
                  </a:cubicBezTo>
                  <a:cubicBezTo>
                    <a:pt x="114868" y="476872"/>
                    <a:pt x="114885" y="478613"/>
                    <a:pt x="114898" y="480355"/>
                  </a:cubicBezTo>
                  <a:cubicBezTo>
                    <a:pt x="114917" y="483148"/>
                    <a:pt x="114939" y="485941"/>
                    <a:pt x="114966" y="488733"/>
                  </a:cubicBezTo>
                  <a:cubicBezTo>
                    <a:pt x="114999" y="491529"/>
                    <a:pt x="115032" y="494324"/>
                    <a:pt x="115049" y="497120"/>
                  </a:cubicBezTo>
                  <a:cubicBezTo>
                    <a:pt x="115054" y="498017"/>
                    <a:pt x="115059" y="498888"/>
                    <a:pt x="115064" y="499759"/>
                  </a:cubicBezTo>
                  <a:cubicBezTo>
                    <a:pt x="115086" y="501066"/>
                    <a:pt x="115086" y="501066"/>
                    <a:pt x="115106" y="502347"/>
                  </a:cubicBezTo>
                  <a:cubicBezTo>
                    <a:pt x="115109" y="503156"/>
                    <a:pt x="115112" y="503941"/>
                    <a:pt x="115114" y="504725"/>
                  </a:cubicBezTo>
                  <a:cubicBezTo>
                    <a:pt x="115197" y="506750"/>
                    <a:pt x="115197" y="506750"/>
                    <a:pt x="114872" y="508407"/>
                  </a:cubicBezTo>
                  <a:cubicBezTo>
                    <a:pt x="114113" y="508660"/>
                    <a:pt x="113377" y="508905"/>
                    <a:pt x="112640" y="509151"/>
                  </a:cubicBezTo>
                  <a:cubicBezTo>
                    <a:pt x="112544" y="509698"/>
                    <a:pt x="112451" y="510230"/>
                    <a:pt x="112358" y="510761"/>
                  </a:cubicBezTo>
                  <a:cubicBezTo>
                    <a:pt x="112357" y="511492"/>
                    <a:pt x="112355" y="512202"/>
                    <a:pt x="112354" y="512912"/>
                  </a:cubicBezTo>
                  <a:cubicBezTo>
                    <a:pt x="112346" y="513739"/>
                    <a:pt x="112338" y="514541"/>
                    <a:pt x="112331" y="515343"/>
                  </a:cubicBezTo>
                  <a:cubicBezTo>
                    <a:pt x="112333" y="516242"/>
                    <a:pt x="112336" y="517115"/>
                    <a:pt x="112338" y="517988"/>
                  </a:cubicBezTo>
                  <a:cubicBezTo>
                    <a:pt x="112304" y="521739"/>
                    <a:pt x="112279" y="525491"/>
                    <a:pt x="112268" y="529243"/>
                  </a:cubicBezTo>
                  <a:cubicBezTo>
                    <a:pt x="112260" y="532096"/>
                    <a:pt x="112248" y="534950"/>
                    <a:pt x="112223" y="537804"/>
                  </a:cubicBezTo>
                  <a:cubicBezTo>
                    <a:pt x="112214" y="538720"/>
                    <a:pt x="112206" y="539609"/>
                    <a:pt x="112198" y="540498"/>
                  </a:cubicBezTo>
                  <a:cubicBezTo>
                    <a:pt x="112201" y="541397"/>
                    <a:pt x="112203" y="542270"/>
                    <a:pt x="112205" y="543143"/>
                  </a:cubicBezTo>
                  <a:cubicBezTo>
                    <a:pt x="112197" y="543969"/>
                    <a:pt x="112190" y="544771"/>
                    <a:pt x="112182" y="545573"/>
                  </a:cubicBezTo>
                  <a:cubicBezTo>
                    <a:pt x="112239" y="547644"/>
                    <a:pt x="112239" y="547644"/>
                    <a:pt x="111896" y="549334"/>
                  </a:cubicBezTo>
                  <a:cubicBezTo>
                    <a:pt x="111137" y="549587"/>
                    <a:pt x="110400" y="549833"/>
                    <a:pt x="109664" y="550079"/>
                  </a:cubicBezTo>
                  <a:cubicBezTo>
                    <a:pt x="109445" y="551453"/>
                    <a:pt x="109445" y="551453"/>
                    <a:pt x="109664" y="556032"/>
                  </a:cubicBezTo>
                  <a:cubicBezTo>
                    <a:pt x="111838" y="555307"/>
                    <a:pt x="113593" y="555191"/>
                    <a:pt x="115865" y="555172"/>
                  </a:cubicBezTo>
                  <a:cubicBezTo>
                    <a:pt x="116422" y="555171"/>
                    <a:pt x="116963" y="555171"/>
                    <a:pt x="117504" y="555170"/>
                  </a:cubicBezTo>
                  <a:cubicBezTo>
                    <a:pt x="119351" y="555158"/>
                    <a:pt x="121197" y="555147"/>
                    <a:pt x="123044" y="555141"/>
                  </a:cubicBezTo>
                  <a:cubicBezTo>
                    <a:pt x="124401" y="555137"/>
                    <a:pt x="125757" y="555131"/>
                    <a:pt x="127113" y="555124"/>
                  </a:cubicBezTo>
                  <a:cubicBezTo>
                    <a:pt x="130801" y="555104"/>
                    <a:pt x="134490" y="555086"/>
                    <a:pt x="138178" y="555071"/>
                  </a:cubicBezTo>
                  <a:cubicBezTo>
                    <a:pt x="142100" y="555056"/>
                    <a:pt x="146022" y="555037"/>
                    <a:pt x="149943" y="555017"/>
                  </a:cubicBezTo>
                  <a:cubicBezTo>
                    <a:pt x="157347" y="554980"/>
                    <a:pt x="164750" y="554945"/>
                    <a:pt x="172153" y="554913"/>
                  </a:cubicBezTo>
                  <a:cubicBezTo>
                    <a:pt x="180649" y="554877"/>
                    <a:pt x="189146" y="554837"/>
                    <a:pt x="197642" y="554796"/>
                  </a:cubicBezTo>
                  <a:cubicBezTo>
                    <a:pt x="215941" y="554707"/>
                    <a:pt x="234240" y="554623"/>
                    <a:pt x="252539" y="554543"/>
                  </a:cubicBezTo>
                  <a:cubicBezTo>
                    <a:pt x="252539" y="555049"/>
                    <a:pt x="252539" y="555541"/>
                    <a:pt x="252539" y="556032"/>
                  </a:cubicBezTo>
                  <a:cubicBezTo>
                    <a:pt x="253298" y="555779"/>
                    <a:pt x="254034" y="555533"/>
                    <a:pt x="254771" y="555288"/>
                  </a:cubicBezTo>
                  <a:cubicBezTo>
                    <a:pt x="254538" y="553427"/>
                    <a:pt x="254538" y="553427"/>
                    <a:pt x="254027" y="551567"/>
                  </a:cubicBezTo>
                  <a:cubicBezTo>
                    <a:pt x="253268" y="551567"/>
                    <a:pt x="252531" y="551567"/>
                    <a:pt x="251794" y="551567"/>
                  </a:cubicBezTo>
                  <a:cubicBezTo>
                    <a:pt x="251810" y="546742"/>
                    <a:pt x="251822" y="541916"/>
                    <a:pt x="251831" y="537091"/>
                  </a:cubicBezTo>
                  <a:cubicBezTo>
                    <a:pt x="251834" y="535126"/>
                    <a:pt x="251837" y="533161"/>
                    <a:pt x="251841" y="531196"/>
                  </a:cubicBezTo>
                  <a:cubicBezTo>
                    <a:pt x="251850" y="528292"/>
                    <a:pt x="251860" y="525388"/>
                    <a:pt x="251864" y="522484"/>
                  </a:cubicBezTo>
                  <a:cubicBezTo>
                    <a:pt x="251865" y="521097"/>
                    <a:pt x="251865" y="521097"/>
                    <a:pt x="251867" y="519737"/>
                  </a:cubicBezTo>
                  <a:cubicBezTo>
                    <a:pt x="251871" y="518823"/>
                    <a:pt x="251875" y="517935"/>
                    <a:pt x="251879" y="517048"/>
                  </a:cubicBezTo>
                  <a:cubicBezTo>
                    <a:pt x="251879" y="516204"/>
                    <a:pt x="251879" y="515384"/>
                    <a:pt x="251879" y="514565"/>
                  </a:cubicBezTo>
                  <a:cubicBezTo>
                    <a:pt x="251884" y="512423"/>
                    <a:pt x="252007" y="511064"/>
                    <a:pt x="251050" y="509151"/>
                  </a:cubicBezTo>
                  <a:cubicBezTo>
                    <a:pt x="250291" y="509151"/>
                    <a:pt x="249555" y="509151"/>
                    <a:pt x="248818" y="509151"/>
                  </a:cubicBezTo>
                  <a:cubicBezTo>
                    <a:pt x="248922" y="504602"/>
                    <a:pt x="249023" y="500054"/>
                    <a:pt x="249119" y="495505"/>
                  </a:cubicBezTo>
                  <a:cubicBezTo>
                    <a:pt x="249158" y="493651"/>
                    <a:pt x="249197" y="491797"/>
                    <a:pt x="249236" y="489943"/>
                  </a:cubicBezTo>
                  <a:cubicBezTo>
                    <a:pt x="249299" y="487206"/>
                    <a:pt x="249362" y="484468"/>
                    <a:pt x="249419" y="481731"/>
                  </a:cubicBezTo>
                  <a:cubicBezTo>
                    <a:pt x="249437" y="480850"/>
                    <a:pt x="249454" y="479994"/>
                    <a:pt x="249472" y="479138"/>
                  </a:cubicBezTo>
                  <a:cubicBezTo>
                    <a:pt x="249493" y="478278"/>
                    <a:pt x="249513" y="477443"/>
                    <a:pt x="249533" y="476608"/>
                  </a:cubicBezTo>
                  <a:cubicBezTo>
                    <a:pt x="249548" y="475810"/>
                    <a:pt x="249563" y="475036"/>
                    <a:pt x="249578" y="474261"/>
                  </a:cubicBezTo>
                  <a:cubicBezTo>
                    <a:pt x="249630" y="471902"/>
                    <a:pt x="249572" y="470485"/>
                    <a:pt x="248818" y="468223"/>
                  </a:cubicBezTo>
                  <a:cubicBezTo>
                    <a:pt x="248059" y="467970"/>
                    <a:pt x="247322" y="467725"/>
                    <a:pt x="246585" y="467479"/>
                  </a:cubicBezTo>
                  <a:cubicBezTo>
                    <a:pt x="246457" y="466671"/>
                    <a:pt x="246457" y="466671"/>
                    <a:pt x="246332" y="465879"/>
                  </a:cubicBezTo>
                  <a:cubicBezTo>
                    <a:pt x="246344" y="465152"/>
                    <a:pt x="246356" y="464447"/>
                    <a:pt x="246367" y="463741"/>
                  </a:cubicBezTo>
                  <a:cubicBezTo>
                    <a:pt x="246375" y="462920"/>
                    <a:pt x="246382" y="462123"/>
                    <a:pt x="246390" y="461325"/>
                  </a:cubicBezTo>
                  <a:cubicBezTo>
                    <a:pt x="246418" y="459997"/>
                    <a:pt x="246418" y="459997"/>
                    <a:pt x="246446" y="458695"/>
                  </a:cubicBezTo>
                  <a:cubicBezTo>
                    <a:pt x="246482" y="454956"/>
                    <a:pt x="246526" y="451218"/>
                    <a:pt x="246585" y="447480"/>
                  </a:cubicBezTo>
                  <a:cubicBezTo>
                    <a:pt x="246630" y="444642"/>
                    <a:pt x="246672" y="441804"/>
                    <a:pt x="246699" y="438965"/>
                  </a:cubicBezTo>
                  <a:cubicBezTo>
                    <a:pt x="246712" y="437608"/>
                    <a:pt x="246712" y="437608"/>
                    <a:pt x="246725" y="436277"/>
                  </a:cubicBezTo>
                  <a:cubicBezTo>
                    <a:pt x="246753" y="434954"/>
                    <a:pt x="246753" y="434954"/>
                    <a:pt x="246781" y="433656"/>
                  </a:cubicBezTo>
                  <a:cubicBezTo>
                    <a:pt x="246789" y="432830"/>
                    <a:pt x="246796" y="432028"/>
                    <a:pt x="246803" y="431226"/>
                  </a:cubicBezTo>
                  <a:cubicBezTo>
                    <a:pt x="246815" y="430498"/>
                    <a:pt x="246827" y="429791"/>
                    <a:pt x="246839" y="429084"/>
                  </a:cubicBezTo>
                  <a:cubicBezTo>
                    <a:pt x="246585" y="427295"/>
                    <a:pt x="246585" y="427295"/>
                    <a:pt x="245475" y="426183"/>
                  </a:cubicBezTo>
                  <a:cubicBezTo>
                    <a:pt x="244178" y="425108"/>
                    <a:pt x="244178" y="425108"/>
                    <a:pt x="244061" y="423251"/>
                  </a:cubicBezTo>
                  <a:cubicBezTo>
                    <a:pt x="244055" y="422511"/>
                    <a:pt x="244049" y="421794"/>
                    <a:pt x="244043" y="421076"/>
                  </a:cubicBezTo>
                  <a:cubicBezTo>
                    <a:pt x="244030" y="420237"/>
                    <a:pt x="244018" y="419423"/>
                    <a:pt x="244006" y="418608"/>
                  </a:cubicBezTo>
                  <a:cubicBezTo>
                    <a:pt x="244003" y="417702"/>
                    <a:pt x="244001" y="416823"/>
                    <a:pt x="243998" y="415944"/>
                  </a:cubicBezTo>
                  <a:cubicBezTo>
                    <a:pt x="243962" y="413126"/>
                    <a:pt x="243928" y="410308"/>
                    <a:pt x="243908" y="407490"/>
                  </a:cubicBezTo>
                  <a:cubicBezTo>
                    <a:pt x="243888" y="404562"/>
                    <a:pt x="243861" y="401634"/>
                    <a:pt x="243830" y="398706"/>
                  </a:cubicBezTo>
                  <a:cubicBezTo>
                    <a:pt x="243808" y="396855"/>
                    <a:pt x="243787" y="395005"/>
                    <a:pt x="243766" y="393155"/>
                  </a:cubicBezTo>
                  <a:cubicBezTo>
                    <a:pt x="243760" y="392248"/>
                    <a:pt x="243755" y="391367"/>
                    <a:pt x="243749" y="390487"/>
                  </a:cubicBezTo>
                  <a:cubicBezTo>
                    <a:pt x="243741" y="389650"/>
                    <a:pt x="243734" y="388838"/>
                    <a:pt x="243726" y="388026"/>
                  </a:cubicBezTo>
                  <a:cubicBezTo>
                    <a:pt x="243712" y="385900"/>
                    <a:pt x="243814" y="384546"/>
                    <a:pt x="242865" y="382647"/>
                  </a:cubicBezTo>
                  <a:cubicBezTo>
                    <a:pt x="242106" y="382647"/>
                    <a:pt x="241369" y="382647"/>
                    <a:pt x="240632" y="382647"/>
                  </a:cubicBezTo>
                  <a:cubicBezTo>
                    <a:pt x="240679" y="377810"/>
                    <a:pt x="240717" y="372972"/>
                    <a:pt x="240741" y="368135"/>
                  </a:cubicBezTo>
                  <a:cubicBezTo>
                    <a:pt x="240750" y="366166"/>
                    <a:pt x="240761" y="364198"/>
                    <a:pt x="240772" y="362230"/>
                  </a:cubicBezTo>
                  <a:cubicBezTo>
                    <a:pt x="240800" y="359318"/>
                    <a:pt x="240828" y="356406"/>
                    <a:pt x="240841" y="353494"/>
                  </a:cubicBezTo>
                  <a:cubicBezTo>
                    <a:pt x="240844" y="352560"/>
                    <a:pt x="240847" y="351652"/>
                    <a:pt x="240850" y="350745"/>
                  </a:cubicBezTo>
                  <a:cubicBezTo>
                    <a:pt x="240862" y="349826"/>
                    <a:pt x="240874" y="348935"/>
                    <a:pt x="240885" y="348044"/>
                  </a:cubicBezTo>
                  <a:cubicBezTo>
                    <a:pt x="240885" y="347199"/>
                    <a:pt x="240886" y="346380"/>
                    <a:pt x="240886" y="345561"/>
                  </a:cubicBezTo>
                  <a:cubicBezTo>
                    <a:pt x="240901" y="343362"/>
                    <a:pt x="240901" y="343362"/>
                    <a:pt x="240632" y="341719"/>
                  </a:cubicBezTo>
                  <a:cubicBezTo>
                    <a:pt x="239873" y="341466"/>
                    <a:pt x="239137" y="341221"/>
                    <a:pt x="238400" y="340975"/>
                  </a:cubicBezTo>
                  <a:cubicBezTo>
                    <a:pt x="238272" y="340165"/>
                    <a:pt x="238272" y="340165"/>
                    <a:pt x="238146" y="339370"/>
                  </a:cubicBezTo>
                  <a:cubicBezTo>
                    <a:pt x="238158" y="338641"/>
                    <a:pt x="238170" y="337933"/>
                    <a:pt x="238182" y="337225"/>
                  </a:cubicBezTo>
                  <a:cubicBezTo>
                    <a:pt x="238189" y="336402"/>
                    <a:pt x="238197" y="335602"/>
                    <a:pt x="238204" y="334802"/>
                  </a:cubicBezTo>
                  <a:cubicBezTo>
                    <a:pt x="238233" y="333470"/>
                    <a:pt x="238233" y="333470"/>
                    <a:pt x="238260" y="332165"/>
                  </a:cubicBezTo>
                  <a:cubicBezTo>
                    <a:pt x="238296" y="328419"/>
                    <a:pt x="238341" y="324675"/>
                    <a:pt x="238400" y="320930"/>
                  </a:cubicBezTo>
                  <a:cubicBezTo>
                    <a:pt x="238445" y="318084"/>
                    <a:pt x="238486" y="315238"/>
                    <a:pt x="238514" y="312392"/>
                  </a:cubicBezTo>
                  <a:cubicBezTo>
                    <a:pt x="238527" y="311033"/>
                    <a:pt x="238527" y="311033"/>
                    <a:pt x="238539" y="309701"/>
                  </a:cubicBezTo>
                  <a:cubicBezTo>
                    <a:pt x="238568" y="308371"/>
                    <a:pt x="238568" y="308371"/>
                    <a:pt x="238596" y="307068"/>
                  </a:cubicBezTo>
                  <a:cubicBezTo>
                    <a:pt x="238603" y="306241"/>
                    <a:pt x="238610" y="305439"/>
                    <a:pt x="238618" y="304637"/>
                  </a:cubicBezTo>
                  <a:cubicBezTo>
                    <a:pt x="238653" y="302491"/>
                    <a:pt x="238653" y="302491"/>
                    <a:pt x="238400" y="300791"/>
                  </a:cubicBezTo>
                  <a:cubicBezTo>
                    <a:pt x="237641" y="300285"/>
                    <a:pt x="236904" y="299794"/>
                    <a:pt x="236167" y="299303"/>
                  </a:cubicBezTo>
                  <a:cubicBezTo>
                    <a:pt x="236068" y="298727"/>
                    <a:pt x="235972" y="298168"/>
                    <a:pt x="235876" y="297609"/>
                  </a:cubicBezTo>
                  <a:cubicBezTo>
                    <a:pt x="235870" y="296881"/>
                    <a:pt x="235864" y="296175"/>
                    <a:pt x="235857" y="295469"/>
                  </a:cubicBezTo>
                  <a:cubicBezTo>
                    <a:pt x="235845" y="294645"/>
                    <a:pt x="235832" y="293846"/>
                    <a:pt x="235820" y="293046"/>
                  </a:cubicBezTo>
                  <a:cubicBezTo>
                    <a:pt x="235816" y="291720"/>
                    <a:pt x="235816" y="291720"/>
                    <a:pt x="235813" y="290420"/>
                  </a:cubicBezTo>
                  <a:cubicBezTo>
                    <a:pt x="235777" y="287648"/>
                    <a:pt x="235742" y="284876"/>
                    <a:pt x="235722" y="282104"/>
                  </a:cubicBezTo>
                  <a:cubicBezTo>
                    <a:pt x="235702" y="279223"/>
                    <a:pt x="235675" y="276343"/>
                    <a:pt x="235644" y="273462"/>
                  </a:cubicBezTo>
                  <a:cubicBezTo>
                    <a:pt x="235622" y="271642"/>
                    <a:pt x="235601" y="269822"/>
                    <a:pt x="235580" y="268003"/>
                  </a:cubicBezTo>
                  <a:cubicBezTo>
                    <a:pt x="235575" y="267110"/>
                    <a:pt x="235569" y="266243"/>
                    <a:pt x="235564" y="265377"/>
                  </a:cubicBezTo>
                  <a:cubicBezTo>
                    <a:pt x="235556" y="264553"/>
                    <a:pt x="235548" y="263753"/>
                    <a:pt x="235541" y="262954"/>
                  </a:cubicBezTo>
                  <a:cubicBezTo>
                    <a:pt x="235526" y="260844"/>
                    <a:pt x="235622" y="259516"/>
                    <a:pt x="234679" y="257631"/>
                  </a:cubicBezTo>
                  <a:cubicBezTo>
                    <a:pt x="233920" y="257631"/>
                    <a:pt x="233183" y="257631"/>
                    <a:pt x="232447" y="257631"/>
                  </a:cubicBezTo>
                  <a:cubicBezTo>
                    <a:pt x="232494" y="252618"/>
                    <a:pt x="232531" y="247604"/>
                    <a:pt x="232556" y="242590"/>
                  </a:cubicBezTo>
                  <a:cubicBezTo>
                    <a:pt x="232567" y="240036"/>
                    <a:pt x="232577" y="237483"/>
                    <a:pt x="232600" y="234929"/>
                  </a:cubicBezTo>
                  <a:cubicBezTo>
                    <a:pt x="232625" y="232425"/>
                    <a:pt x="232645" y="229921"/>
                    <a:pt x="232655" y="227416"/>
                  </a:cubicBezTo>
                  <a:cubicBezTo>
                    <a:pt x="232658" y="226447"/>
                    <a:pt x="232662" y="225507"/>
                    <a:pt x="232665" y="224567"/>
                  </a:cubicBezTo>
                  <a:cubicBezTo>
                    <a:pt x="232677" y="223615"/>
                    <a:pt x="232688" y="222691"/>
                    <a:pt x="232700" y="221767"/>
                  </a:cubicBezTo>
                  <a:cubicBezTo>
                    <a:pt x="232700" y="220892"/>
                    <a:pt x="232700" y="220043"/>
                    <a:pt x="232700" y="219193"/>
                  </a:cubicBezTo>
                  <a:cubicBezTo>
                    <a:pt x="232715" y="216915"/>
                    <a:pt x="232715" y="216915"/>
                    <a:pt x="232447" y="215215"/>
                  </a:cubicBezTo>
                  <a:cubicBezTo>
                    <a:pt x="231688" y="214962"/>
                    <a:pt x="230951" y="214717"/>
                    <a:pt x="230214" y="214471"/>
                  </a:cubicBezTo>
                  <a:cubicBezTo>
                    <a:pt x="230125" y="213935"/>
                    <a:pt x="230038" y="213415"/>
                    <a:pt x="229951" y="212894"/>
                  </a:cubicBezTo>
                  <a:cubicBezTo>
                    <a:pt x="229958" y="212179"/>
                    <a:pt x="229965" y="211484"/>
                    <a:pt x="229973" y="210790"/>
                  </a:cubicBezTo>
                  <a:cubicBezTo>
                    <a:pt x="229975" y="209981"/>
                    <a:pt x="229978" y="209197"/>
                    <a:pt x="229980" y="208412"/>
                  </a:cubicBezTo>
                  <a:cubicBezTo>
                    <a:pt x="229995" y="207532"/>
                    <a:pt x="230009" y="206678"/>
                    <a:pt x="230022" y="205823"/>
                  </a:cubicBezTo>
                  <a:cubicBezTo>
                    <a:pt x="230038" y="203098"/>
                    <a:pt x="230055" y="200372"/>
                    <a:pt x="230087" y="197646"/>
                  </a:cubicBezTo>
                  <a:cubicBezTo>
                    <a:pt x="230121" y="194813"/>
                    <a:pt x="230148" y="191979"/>
                    <a:pt x="230171" y="189146"/>
                  </a:cubicBezTo>
                  <a:cubicBezTo>
                    <a:pt x="230183" y="187357"/>
                    <a:pt x="230195" y="185567"/>
                    <a:pt x="230208" y="183778"/>
                  </a:cubicBezTo>
                  <a:cubicBezTo>
                    <a:pt x="230220" y="182900"/>
                    <a:pt x="230230" y="182047"/>
                    <a:pt x="230241" y="181194"/>
                  </a:cubicBezTo>
                  <a:cubicBezTo>
                    <a:pt x="230249" y="180383"/>
                    <a:pt x="230256" y="179596"/>
                    <a:pt x="230263" y="178809"/>
                  </a:cubicBezTo>
                  <a:cubicBezTo>
                    <a:pt x="230289" y="176700"/>
                    <a:pt x="230413" y="175428"/>
                    <a:pt x="229470" y="173543"/>
                  </a:cubicBezTo>
                  <a:cubicBezTo>
                    <a:pt x="228711" y="173543"/>
                    <a:pt x="227974" y="173543"/>
                    <a:pt x="227238" y="173543"/>
                  </a:cubicBezTo>
                  <a:cubicBezTo>
                    <a:pt x="227253" y="168718"/>
                    <a:pt x="227266" y="163893"/>
                    <a:pt x="227274" y="159068"/>
                  </a:cubicBezTo>
                  <a:cubicBezTo>
                    <a:pt x="227277" y="157103"/>
                    <a:pt x="227281" y="155138"/>
                    <a:pt x="227284" y="153173"/>
                  </a:cubicBezTo>
                  <a:cubicBezTo>
                    <a:pt x="227294" y="150269"/>
                    <a:pt x="227303" y="147365"/>
                    <a:pt x="227307" y="144460"/>
                  </a:cubicBezTo>
                  <a:cubicBezTo>
                    <a:pt x="227309" y="143074"/>
                    <a:pt x="227309" y="143074"/>
                    <a:pt x="227310" y="141714"/>
                  </a:cubicBezTo>
                  <a:cubicBezTo>
                    <a:pt x="227314" y="140800"/>
                    <a:pt x="227318" y="139912"/>
                    <a:pt x="227322" y="139024"/>
                  </a:cubicBezTo>
                  <a:cubicBezTo>
                    <a:pt x="227322" y="138180"/>
                    <a:pt x="227322" y="137361"/>
                    <a:pt x="227322" y="136542"/>
                  </a:cubicBezTo>
                  <a:cubicBezTo>
                    <a:pt x="227327" y="134400"/>
                    <a:pt x="227450" y="133041"/>
                    <a:pt x="226494" y="131127"/>
                  </a:cubicBezTo>
                  <a:cubicBezTo>
                    <a:pt x="225735" y="131127"/>
                    <a:pt x="224998" y="131127"/>
                    <a:pt x="224261" y="131127"/>
                  </a:cubicBezTo>
                  <a:cubicBezTo>
                    <a:pt x="224261" y="117718"/>
                    <a:pt x="224261" y="104703"/>
                    <a:pt x="224261" y="91688"/>
                  </a:cubicBezTo>
                  <a:close/>
                  <a:moveTo>
                    <a:pt x="109156" y="10"/>
                  </a:moveTo>
                  <a:cubicBezTo>
                    <a:pt x="111405" y="-10"/>
                    <a:pt x="113651" y="12"/>
                    <a:pt x="115900" y="34"/>
                  </a:cubicBezTo>
                  <a:cubicBezTo>
                    <a:pt x="117510" y="28"/>
                    <a:pt x="119119" y="20"/>
                    <a:pt x="120729" y="10"/>
                  </a:cubicBezTo>
                  <a:cubicBezTo>
                    <a:pt x="125105" y="-11"/>
                    <a:pt x="129480" y="6"/>
                    <a:pt x="133856" y="30"/>
                  </a:cubicBezTo>
                  <a:cubicBezTo>
                    <a:pt x="138429" y="51"/>
                    <a:pt x="143002" y="41"/>
                    <a:pt x="147576" y="36"/>
                  </a:cubicBezTo>
                  <a:cubicBezTo>
                    <a:pt x="155256" y="32"/>
                    <a:pt x="162936" y="52"/>
                    <a:pt x="170616" y="86"/>
                  </a:cubicBezTo>
                  <a:cubicBezTo>
                    <a:pt x="179504" y="126"/>
                    <a:pt x="188391" y="129"/>
                    <a:pt x="197279" y="111"/>
                  </a:cubicBezTo>
                  <a:cubicBezTo>
                    <a:pt x="205819" y="95"/>
                    <a:pt x="214359" y="104"/>
                    <a:pt x="222899" y="125"/>
                  </a:cubicBezTo>
                  <a:cubicBezTo>
                    <a:pt x="226539" y="134"/>
                    <a:pt x="230178" y="134"/>
                    <a:pt x="233817" y="127"/>
                  </a:cubicBezTo>
                  <a:cubicBezTo>
                    <a:pt x="238099" y="120"/>
                    <a:pt x="242381" y="135"/>
                    <a:pt x="246663" y="167"/>
                  </a:cubicBezTo>
                  <a:cubicBezTo>
                    <a:pt x="248238" y="175"/>
                    <a:pt x="249812" y="176"/>
                    <a:pt x="251387" y="168"/>
                  </a:cubicBezTo>
                  <a:cubicBezTo>
                    <a:pt x="253531" y="160"/>
                    <a:pt x="255673" y="178"/>
                    <a:pt x="257817" y="204"/>
                  </a:cubicBezTo>
                  <a:cubicBezTo>
                    <a:pt x="258445" y="195"/>
                    <a:pt x="259074" y="186"/>
                    <a:pt x="259721" y="177"/>
                  </a:cubicBezTo>
                  <a:cubicBezTo>
                    <a:pt x="261457" y="215"/>
                    <a:pt x="261457" y="215"/>
                    <a:pt x="264280" y="781"/>
                  </a:cubicBezTo>
                  <a:cubicBezTo>
                    <a:pt x="265708" y="2910"/>
                    <a:pt x="265708" y="2910"/>
                    <a:pt x="266513" y="5246"/>
                  </a:cubicBezTo>
                  <a:cubicBezTo>
                    <a:pt x="267794" y="7663"/>
                    <a:pt x="267794" y="7663"/>
                    <a:pt x="270233" y="8222"/>
                  </a:cubicBezTo>
                  <a:cubicBezTo>
                    <a:pt x="270482" y="9214"/>
                    <a:pt x="270730" y="10207"/>
                    <a:pt x="270978" y="11199"/>
                  </a:cubicBezTo>
                  <a:cubicBezTo>
                    <a:pt x="271714" y="11444"/>
                    <a:pt x="272451" y="11690"/>
                    <a:pt x="273210" y="11943"/>
                  </a:cubicBezTo>
                  <a:cubicBezTo>
                    <a:pt x="273456" y="12680"/>
                    <a:pt x="273701" y="13416"/>
                    <a:pt x="273954" y="14175"/>
                  </a:cubicBezTo>
                  <a:cubicBezTo>
                    <a:pt x="274691" y="14421"/>
                    <a:pt x="275428" y="14666"/>
                    <a:pt x="276187" y="14919"/>
                  </a:cubicBezTo>
                  <a:cubicBezTo>
                    <a:pt x="276432" y="15656"/>
                    <a:pt x="276678" y="16393"/>
                    <a:pt x="276931" y="17152"/>
                  </a:cubicBezTo>
                  <a:cubicBezTo>
                    <a:pt x="277667" y="17397"/>
                    <a:pt x="278404" y="17643"/>
                    <a:pt x="279163" y="17896"/>
                  </a:cubicBezTo>
                  <a:cubicBezTo>
                    <a:pt x="279409" y="18633"/>
                    <a:pt x="279654" y="19369"/>
                    <a:pt x="279907" y="20128"/>
                  </a:cubicBezTo>
                  <a:cubicBezTo>
                    <a:pt x="280521" y="20497"/>
                    <a:pt x="281135" y="20865"/>
                    <a:pt x="281768" y="21245"/>
                  </a:cubicBezTo>
                  <a:cubicBezTo>
                    <a:pt x="283628" y="22361"/>
                    <a:pt x="283628" y="22361"/>
                    <a:pt x="284372" y="24593"/>
                  </a:cubicBezTo>
                  <a:cubicBezTo>
                    <a:pt x="285109" y="25084"/>
                    <a:pt x="285846" y="25575"/>
                    <a:pt x="286605" y="26082"/>
                  </a:cubicBezTo>
                  <a:cubicBezTo>
                    <a:pt x="286605" y="26818"/>
                    <a:pt x="286605" y="27555"/>
                    <a:pt x="286605" y="28314"/>
                  </a:cubicBezTo>
                  <a:cubicBezTo>
                    <a:pt x="287595" y="28569"/>
                    <a:pt x="288587" y="28817"/>
                    <a:pt x="289581" y="29058"/>
                  </a:cubicBezTo>
                  <a:cubicBezTo>
                    <a:pt x="289827" y="29795"/>
                    <a:pt x="290072" y="30531"/>
                    <a:pt x="290325" y="31290"/>
                  </a:cubicBezTo>
                  <a:cubicBezTo>
                    <a:pt x="291062" y="31536"/>
                    <a:pt x="291799" y="31782"/>
                    <a:pt x="292558" y="32035"/>
                  </a:cubicBezTo>
                  <a:cubicBezTo>
                    <a:pt x="292558" y="33017"/>
                    <a:pt x="292558" y="33999"/>
                    <a:pt x="292558" y="35011"/>
                  </a:cubicBezTo>
                  <a:cubicBezTo>
                    <a:pt x="293792" y="35289"/>
                    <a:pt x="295033" y="35537"/>
                    <a:pt x="296278" y="35755"/>
                  </a:cubicBezTo>
                  <a:cubicBezTo>
                    <a:pt x="296278" y="36492"/>
                    <a:pt x="296278" y="37229"/>
                    <a:pt x="296278" y="37988"/>
                  </a:cubicBezTo>
                  <a:cubicBezTo>
                    <a:pt x="297367" y="38215"/>
                    <a:pt x="297367" y="38215"/>
                    <a:pt x="298478" y="38447"/>
                  </a:cubicBezTo>
                  <a:cubicBezTo>
                    <a:pt x="299226" y="38786"/>
                    <a:pt x="299973" y="39126"/>
                    <a:pt x="300743" y="39476"/>
                  </a:cubicBezTo>
                  <a:cubicBezTo>
                    <a:pt x="301450" y="41708"/>
                    <a:pt x="301312" y="43947"/>
                    <a:pt x="301264" y="46269"/>
                  </a:cubicBezTo>
                  <a:cubicBezTo>
                    <a:pt x="301268" y="46943"/>
                    <a:pt x="301273" y="47616"/>
                    <a:pt x="301278" y="48310"/>
                  </a:cubicBezTo>
                  <a:cubicBezTo>
                    <a:pt x="301291" y="50466"/>
                    <a:pt x="301275" y="52621"/>
                    <a:pt x="301255" y="54777"/>
                  </a:cubicBezTo>
                  <a:cubicBezTo>
                    <a:pt x="301246" y="56936"/>
                    <a:pt x="301244" y="59094"/>
                    <a:pt x="301255" y="61253"/>
                  </a:cubicBezTo>
                  <a:cubicBezTo>
                    <a:pt x="301261" y="62598"/>
                    <a:pt x="301254" y="63943"/>
                    <a:pt x="301236" y="65288"/>
                  </a:cubicBezTo>
                  <a:cubicBezTo>
                    <a:pt x="301210" y="67298"/>
                    <a:pt x="301210" y="67298"/>
                    <a:pt x="301487" y="69986"/>
                  </a:cubicBezTo>
                  <a:cubicBezTo>
                    <a:pt x="302224" y="70231"/>
                    <a:pt x="302961" y="70477"/>
                    <a:pt x="303720" y="70730"/>
                  </a:cubicBezTo>
                  <a:cubicBezTo>
                    <a:pt x="304006" y="72368"/>
                    <a:pt x="304006" y="72368"/>
                    <a:pt x="304018" y="74560"/>
                  </a:cubicBezTo>
                  <a:cubicBezTo>
                    <a:pt x="304028" y="75377"/>
                    <a:pt x="304038" y="76194"/>
                    <a:pt x="304048" y="77035"/>
                  </a:cubicBezTo>
                  <a:cubicBezTo>
                    <a:pt x="304048" y="78369"/>
                    <a:pt x="304048" y="78369"/>
                    <a:pt x="304048" y="79729"/>
                  </a:cubicBezTo>
                  <a:cubicBezTo>
                    <a:pt x="304063" y="81088"/>
                    <a:pt x="304063" y="81088"/>
                    <a:pt x="304078" y="82474"/>
                  </a:cubicBezTo>
                  <a:cubicBezTo>
                    <a:pt x="304109" y="85380"/>
                    <a:pt x="304125" y="88287"/>
                    <a:pt x="304138" y="91194"/>
                  </a:cubicBezTo>
                  <a:cubicBezTo>
                    <a:pt x="304156" y="94101"/>
                    <a:pt x="304177" y="97007"/>
                    <a:pt x="304207" y="99914"/>
                  </a:cubicBezTo>
                  <a:cubicBezTo>
                    <a:pt x="304225" y="101727"/>
                    <a:pt x="304236" y="103540"/>
                    <a:pt x="304239" y="105352"/>
                  </a:cubicBezTo>
                  <a:cubicBezTo>
                    <a:pt x="304250" y="106578"/>
                    <a:pt x="304250" y="106578"/>
                    <a:pt x="304262" y="107828"/>
                  </a:cubicBezTo>
                  <a:cubicBezTo>
                    <a:pt x="304265" y="108551"/>
                    <a:pt x="304268" y="109274"/>
                    <a:pt x="304272" y="110019"/>
                  </a:cubicBezTo>
                  <a:cubicBezTo>
                    <a:pt x="304335" y="110560"/>
                    <a:pt x="304399" y="111101"/>
                    <a:pt x="304464" y="111658"/>
                  </a:cubicBezTo>
                  <a:cubicBezTo>
                    <a:pt x="304955" y="111903"/>
                    <a:pt x="305446" y="112149"/>
                    <a:pt x="305952" y="112402"/>
                  </a:cubicBezTo>
                  <a:cubicBezTo>
                    <a:pt x="306149" y="113940"/>
                    <a:pt x="306149" y="113940"/>
                    <a:pt x="306166" y="115991"/>
                  </a:cubicBezTo>
                  <a:cubicBezTo>
                    <a:pt x="306176" y="116756"/>
                    <a:pt x="306186" y="117521"/>
                    <a:pt x="306196" y="118309"/>
                  </a:cubicBezTo>
                  <a:cubicBezTo>
                    <a:pt x="306202" y="119559"/>
                    <a:pt x="306202" y="119559"/>
                    <a:pt x="306208" y="120834"/>
                  </a:cubicBezTo>
                  <a:cubicBezTo>
                    <a:pt x="306219" y="121685"/>
                    <a:pt x="306230" y="122536"/>
                    <a:pt x="306241" y="123413"/>
                  </a:cubicBezTo>
                  <a:cubicBezTo>
                    <a:pt x="306276" y="126145"/>
                    <a:pt x="306301" y="128877"/>
                    <a:pt x="306324" y="131610"/>
                  </a:cubicBezTo>
                  <a:cubicBezTo>
                    <a:pt x="306355" y="135196"/>
                    <a:pt x="306395" y="138782"/>
                    <a:pt x="306441" y="142368"/>
                  </a:cubicBezTo>
                  <a:cubicBezTo>
                    <a:pt x="306446" y="143611"/>
                    <a:pt x="306446" y="143611"/>
                    <a:pt x="306452" y="144879"/>
                  </a:cubicBezTo>
                  <a:cubicBezTo>
                    <a:pt x="306462" y="145651"/>
                    <a:pt x="306472" y="146423"/>
                    <a:pt x="306483" y="147219"/>
                  </a:cubicBezTo>
                  <a:cubicBezTo>
                    <a:pt x="306491" y="148237"/>
                    <a:pt x="306491" y="148237"/>
                    <a:pt x="306499" y="149275"/>
                  </a:cubicBezTo>
                  <a:cubicBezTo>
                    <a:pt x="306708" y="151202"/>
                    <a:pt x="307163" y="152436"/>
                    <a:pt x="308185" y="154074"/>
                  </a:cubicBezTo>
                  <a:cubicBezTo>
                    <a:pt x="308430" y="154074"/>
                    <a:pt x="308676" y="154074"/>
                    <a:pt x="308929" y="154074"/>
                  </a:cubicBezTo>
                  <a:cubicBezTo>
                    <a:pt x="309174" y="168071"/>
                    <a:pt x="309420" y="182068"/>
                    <a:pt x="309673" y="196490"/>
                  </a:cubicBezTo>
                  <a:cubicBezTo>
                    <a:pt x="310410" y="196490"/>
                    <a:pt x="311146" y="196490"/>
                    <a:pt x="311905" y="196490"/>
                  </a:cubicBezTo>
                  <a:cubicBezTo>
                    <a:pt x="311914" y="197256"/>
                    <a:pt x="311914" y="197256"/>
                    <a:pt x="311924" y="198038"/>
                  </a:cubicBezTo>
                  <a:cubicBezTo>
                    <a:pt x="311987" y="203337"/>
                    <a:pt x="312061" y="208636"/>
                    <a:pt x="312142" y="213935"/>
                  </a:cubicBezTo>
                  <a:cubicBezTo>
                    <a:pt x="312170" y="215915"/>
                    <a:pt x="312196" y="217895"/>
                    <a:pt x="312219" y="219875"/>
                  </a:cubicBezTo>
                  <a:cubicBezTo>
                    <a:pt x="312253" y="222714"/>
                    <a:pt x="312296" y="225553"/>
                    <a:pt x="312341" y="228392"/>
                  </a:cubicBezTo>
                  <a:cubicBezTo>
                    <a:pt x="312350" y="229283"/>
                    <a:pt x="312359" y="230175"/>
                    <a:pt x="312367" y="231093"/>
                  </a:cubicBezTo>
                  <a:cubicBezTo>
                    <a:pt x="312390" y="232322"/>
                    <a:pt x="312390" y="232322"/>
                    <a:pt x="312412" y="233576"/>
                  </a:cubicBezTo>
                  <a:cubicBezTo>
                    <a:pt x="312422" y="234301"/>
                    <a:pt x="312432" y="235027"/>
                    <a:pt x="312442" y="235774"/>
                  </a:cubicBezTo>
                  <a:cubicBezTo>
                    <a:pt x="312511" y="236316"/>
                    <a:pt x="312579" y="236859"/>
                    <a:pt x="312649" y="237417"/>
                  </a:cubicBezTo>
                  <a:cubicBezTo>
                    <a:pt x="313141" y="237663"/>
                    <a:pt x="313632" y="237909"/>
                    <a:pt x="314138" y="238162"/>
                  </a:cubicBezTo>
                  <a:cubicBezTo>
                    <a:pt x="314375" y="239703"/>
                    <a:pt x="314375" y="239703"/>
                    <a:pt x="314446" y="241760"/>
                  </a:cubicBezTo>
                  <a:cubicBezTo>
                    <a:pt x="314489" y="242913"/>
                    <a:pt x="314489" y="242913"/>
                    <a:pt x="314533" y="244088"/>
                  </a:cubicBezTo>
                  <a:cubicBezTo>
                    <a:pt x="314556" y="244926"/>
                    <a:pt x="314579" y="245763"/>
                    <a:pt x="314603" y="246626"/>
                  </a:cubicBezTo>
                  <a:cubicBezTo>
                    <a:pt x="314633" y="247481"/>
                    <a:pt x="314663" y="248337"/>
                    <a:pt x="314693" y="249218"/>
                  </a:cubicBezTo>
                  <a:cubicBezTo>
                    <a:pt x="314839" y="253876"/>
                    <a:pt x="314893" y="258525"/>
                    <a:pt x="314847" y="263186"/>
                  </a:cubicBezTo>
                  <a:cubicBezTo>
                    <a:pt x="314839" y="264097"/>
                    <a:pt x="314830" y="265007"/>
                    <a:pt x="314822" y="265945"/>
                  </a:cubicBezTo>
                  <a:cubicBezTo>
                    <a:pt x="314800" y="267710"/>
                    <a:pt x="314768" y="269476"/>
                    <a:pt x="314724" y="271241"/>
                  </a:cubicBezTo>
                  <a:cubicBezTo>
                    <a:pt x="314713" y="272042"/>
                    <a:pt x="314702" y="272843"/>
                    <a:pt x="314690" y="273668"/>
                  </a:cubicBezTo>
                  <a:cubicBezTo>
                    <a:pt x="314674" y="274375"/>
                    <a:pt x="314657" y="275082"/>
                    <a:pt x="314640" y="275810"/>
                  </a:cubicBezTo>
                  <a:cubicBezTo>
                    <a:pt x="314689" y="277647"/>
                    <a:pt x="314689" y="277647"/>
                    <a:pt x="315995" y="278584"/>
                  </a:cubicBezTo>
                  <a:cubicBezTo>
                    <a:pt x="317547" y="280316"/>
                    <a:pt x="317400" y="281449"/>
                    <a:pt x="317412" y="283752"/>
                  </a:cubicBezTo>
                  <a:cubicBezTo>
                    <a:pt x="317422" y="284552"/>
                    <a:pt x="317432" y="285351"/>
                    <a:pt x="317443" y="286175"/>
                  </a:cubicBezTo>
                  <a:cubicBezTo>
                    <a:pt x="317443" y="287469"/>
                    <a:pt x="317443" y="287469"/>
                    <a:pt x="317443" y="288789"/>
                  </a:cubicBezTo>
                  <a:cubicBezTo>
                    <a:pt x="317458" y="290117"/>
                    <a:pt x="317458" y="290117"/>
                    <a:pt x="317473" y="291472"/>
                  </a:cubicBezTo>
                  <a:cubicBezTo>
                    <a:pt x="317503" y="294305"/>
                    <a:pt x="317519" y="297138"/>
                    <a:pt x="317533" y="299972"/>
                  </a:cubicBezTo>
                  <a:cubicBezTo>
                    <a:pt x="317551" y="302808"/>
                    <a:pt x="317571" y="305644"/>
                    <a:pt x="317601" y="308480"/>
                  </a:cubicBezTo>
                  <a:cubicBezTo>
                    <a:pt x="317619" y="310246"/>
                    <a:pt x="317630" y="312013"/>
                    <a:pt x="317634" y="313779"/>
                  </a:cubicBezTo>
                  <a:cubicBezTo>
                    <a:pt x="317645" y="314975"/>
                    <a:pt x="317645" y="314975"/>
                    <a:pt x="317657" y="316195"/>
                  </a:cubicBezTo>
                  <a:cubicBezTo>
                    <a:pt x="317660" y="316899"/>
                    <a:pt x="317663" y="317602"/>
                    <a:pt x="317666" y="318328"/>
                  </a:cubicBezTo>
                  <a:cubicBezTo>
                    <a:pt x="317698" y="320165"/>
                    <a:pt x="317698" y="320165"/>
                    <a:pt x="319347" y="321505"/>
                  </a:cubicBezTo>
                  <a:cubicBezTo>
                    <a:pt x="319592" y="321505"/>
                    <a:pt x="319838" y="321505"/>
                    <a:pt x="320091" y="321505"/>
                  </a:cubicBezTo>
                  <a:cubicBezTo>
                    <a:pt x="320097" y="322026"/>
                    <a:pt x="320103" y="322546"/>
                    <a:pt x="320109" y="323082"/>
                  </a:cubicBezTo>
                  <a:cubicBezTo>
                    <a:pt x="320167" y="327977"/>
                    <a:pt x="320232" y="332872"/>
                    <a:pt x="320305" y="337767"/>
                  </a:cubicBezTo>
                  <a:cubicBezTo>
                    <a:pt x="320342" y="340283"/>
                    <a:pt x="320377" y="342800"/>
                    <a:pt x="320405" y="345317"/>
                  </a:cubicBezTo>
                  <a:cubicBezTo>
                    <a:pt x="320437" y="348208"/>
                    <a:pt x="320482" y="351098"/>
                    <a:pt x="320527" y="353989"/>
                  </a:cubicBezTo>
                  <a:cubicBezTo>
                    <a:pt x="320540" y="355350"/>
                    <a:pt x="320540" y="355350"/>
                    <a:pt x="320553" y="356739"/>
                  </a:cubicBezTo>
                  <a:cubicBezTo>
                    <a:pt x="320568" y="357574"/>
                    <a:pt x="320583" y="358408"/>
                    <a:pt x="320598" y="359267"/>
                  </a:cubicBezTo>
                  <a:cubicBezTo>
                    <a:pt x="320613" y="360375"/>
                    <a:pt x="320613" y="360375"/>
                    <a:pt x="320628" y="361506"/>
                  </a:cubicBezTo>
                  <a:cubicBezTo>
                    <a:pt x="320696" y="362057"/>
                    <a:pt x="320765" y="362609"/>
                    <a:pt x="320835" y="363177"/>
                  </a:cubicBezTo>
                  <a:cubicBezTo>
                    <a:pt x="321326" y="363423"/>
                    <a:pt x="321817" y="363668"/>
                    <a:pt x="322323" y="363921"/>
                  </a:cubicBezTo>
                  <a:cubicBezTo>
                    <a:pt x="322571" y="366297"/>
                    <a:pt x="322712" y="368607"/>
                    <a:pt x="322788" y="370991"/>
                  </a:cubicBezTo>
                  <a:cubicBezTo>
                    <a:pt x="322817" y="371728"/>
                    <a:pt x="322845" y="372465"/>
                    <a:pt x="322874" y="373225"/>
                  </a:cubicBezTo>
                  <a:cubicBezTo>
                    <a:pt x="323234" y="384008"/>
                    <a:pt x="323132" y="394805"/>
                    <a:pt x="323067" y="405593"/>
                  </a:cubicBezTo>
                  <a:cubicBezTo>
                    <a:pt x="323804" y="405593"/>
                    <a:pt x="324541" y="405593"/>
                    <a:pt x="325300" y="405593"/>
                  </a:cubicBezTo>
                  <a:cubicBezTo>
                    <a:pt x="325545" y="419345"/>
                    <a:pt x="325791" y="433097"/>
                    <a:pt x="326044" y="447265"/>
                  </a:cubicBezTo>
                  <a:cubicBezTo>
                    <a:pt x="326781" y="447265"/>
                    <a:pt x="327517" y="447265"/>
                    <a:pt x="328276" y="447265"/>
                  </a:cubicBezTo>
                  <a:cubicBezTo>
                    <a:pt x="328282" y="447776"/>
                    <a:pt x="328288" y="448287"/>
                    <a:pt x="328295" y="448814"/>
                  </a:cubicBezTo>
                  <a:cubicBezTo>
                    <a:pt x="328359" y="454113"/>
                    <a:pt x="328433" y="459412"/>
                    <a:pt x="328513" y="464710"/>
                  </a:cubicBezTo>
                  <a:cubicBezTo>
                    <a:pt x="328541" y="466690"/>
                    <a:pt x="328567" y="468670"/>
                    <a:pt x="328590" y="470650"/>
                  </a:cubicBezTo>
                  <a:cubicBezTo>
                    <a:pt x="328624" y="473489"/>
                    <a:pt x="328667" y="476328"/>
                    <a:pt x="328712" y="479167"/>
                  </a:cubicBezTo>
                  <a:cubicBezTo>
                    <a:pt x="328725" y="480504"/>
                    <a:pt x="328725" y="480504"/>
                    <a:pt x="328739" y="481868"/>
                  </a:cubicBezTo>
                  <a:cubicBezTo>
                    <a:pt x="328753" y="482688"/>
                    <a:pt x="328768" y="483507"/>
                    <a:pt x="328783" y="484351"/>
                  </a:cubicBezTo>
                  <a:cubicBezTo>
                    <a:pt x="328798" y="485439"/>
                    <a:pt x="328798" y="485439"/>
                    <a:pt x="328813" y="486550"/>
                  </a:cubicBezTo>
                  <a:cubicBezTo>
                    <a:pt x="328882" y="487092"/>
                    <a:pt x="328950" y="487634"/>
                    <a:pt x="329021" y="488193"/>
                  </a:cubicBezTo>
                  <a:cubicBezTo>
                    <a:pt x="329512" y="488438"/>
                    <a:pt x="330003" y="488684"/>
                    <a:pt x="330509" y="488937"/>
                  </a:cubicBezTo>
                  <a:cubicBezTo>
                    <a:pt x="331551" y="494300"/>
                    <a:pt x="331355" y="499965"/>
                    <a:pt x="331326" y="505410"/>
                  </a:cubicBezTo>
                  <a:cubicBezTo>
                    <a:pt x="331324" y="506532"/>
                    <a:pt x="331324" y="506532"/>
                    <a:pt x="331322" y="507677"/>
                  </a:cubicBezTo>
                  <a:cubicBezTo>
                    <a:pt x="331318" y="510034"/>
                    <a:pt x="331309" y="512392"/>
                    <a:pt x="331300" y="514749"/>
                  </a:cubicBezTo>
                  <a:cubicBezTo>
                    <a:pt x="331296" y="516361"/>
                    <a:pt x="331292" y="517973"/>
                    <a:pt x="331289" y="519585"/>
                  </a:cubicBezTo>
                  <a:cubicBezTo>
                    <a:pt x="331281" y="523508"/>
                    <a:pt x="331269" y="527430"/>
                    <a:pt x="331253" y="531353"/>
                  </a:cubicBezTo>
                  <a:cubicBezTo>
                    <a:pt x="331990" y="531353"/>
                    <a:pt x="332726" y="531353"/>
                    <a:pt x="333485" y="531353"/>
                  </a:cubicBezTo>
                  <a:cubicBezTo>
                    <a:pt x="333492" y="532120"/>
                    <a:pt x="333492" y="532120"/>
                    <a:pt x="333499" y="532902"/>
                  </a:cubicBezTo>
                  <a:cubicBezTo>
                    <a:pt x="333546" y="538201"/>
                    <a:pt x="333609" y="543499"/>
                    <a:pt x="333681" y="548798"/>
                  </a:cubicBezTo>
                  <a:cubicBezTo>
                    <a:pt x="333706" y="550778"/>
                    <a:pt x="333726" y="552758"/>
                    <a:pt x="333743" y="554738"/>
                  </a:cubicBezTo>
                  <a:cubicBezTo>
                    <a:pt x="333768" y="557577"/>
                    <a:pt x="333807" y="560416"/>
                    <a:pt x="333849" y="563255"/>
                  </a:cubicBezTo>
                  <a:cubicBezTo>
                    <a:pt x="333856" y="564592"/>
                    <a:pt x="333856" y="564592"/>
                    <a:pt x="333863" y="565956"/>
                  </a:cubicBezTo>
                  <a:cubicBezTo>
                    <a:pt x="333885" y="567185"/>
                    <a:pt x="333885" y="567185"/>
                    <a:pt x="333908" y="568439"/>
                  </a:cubicBezTo>
                  <a:cubicBezTo>
                    <a:pt x="333916" y="569165"/>
                    <a:pt x="333924" y="569890"/>
                    <a:pt x="333933" y="570637"/>
                  </a:cubicBezTo>
                  <a:cubicBezTo>
                    <a:pt x="334031" y="571180"/>
                    <a:pt x="334129" y="571722"/>
                    <a:pt x="334230" y="572281"/>
                  </a:cubicBezTo>
                  <a:cubicBezTo>
                    <a:pt x="334966" y="572526"/>
                    <a:pt x="335703" y="572772"/>
                    <a:pt x="336462" y="573025"/>
                  </a:cubicBezTo>
                  <a:cubicBezTo>
                    <a:pt x="336744" y="574653"/>
                    <a:pt x="336744" y="574653"/>
                    <a:pt x="336748" y="576831"/>
                  </a:cubicBezTo>
                  <a:cubicBezTo>
                    <a:pt x="336756" y="577643"/>
                    <a:pt x="336763" y="578455"/>
                    <a:pt x="336771" y="579292"/>
                  </a:cubicBezTo>
                  <a:cubicBezTo>
                    <a:pt x="336769" y="580176"/>
                    <a:pt x="336767" y="581061"/>
                    <a:pt x="336764" y="581972"/>
                  </a:cubicBezTo>
                  <a:cubicBezTo>
                    <a:pt x="336772" y="582874"/>
                    <a:pt x="336780" y="583776"/>
                    <a:pt x="336789" y="584706"/>
                  </a:cubicBezTo>
                  <a:cubicBezTo>
                    <a:pt x="336814" y="587602"/>
                    <a:pt x="336826" y="590499"/>
                    <a:pt x="336834" y="593396"/>
                  </a:cubicBezTo>
                  <a:cubicBezTo>
                    <a:pt x="336845" y="597200"/>
                    <a:pt x="336870" y="601004"/>
                    <a:pt x="336904" y="604808"/>
                  </a:cubicBezTo>
                  <a:cubicBezTo>
                    <a:pt x="336900" y="606130"/>
                    <a:pt x="336900" y="606130"/>
                    <a:pt x="336897" y="607479"/>
                  </a:cubicBezTo>
                  <a:cubicBezTo>
                    <a:pt x="336908" y="608704"/>
                    <a:pt x="336908" y="608704"/>
                    <a:pt x="336920" y="609954"/>
                  </a:cubicBezTo>
                  <a:cubicBezTo>
                    <a:pt x="336921" y="610674"/>
                    <a:pt x="336923" y="611394"/>
                    <a:pt x="336924" y="612135"/>
                  </a:cubicBezTo>
                  <a:cubicBezTo>
                    <a:pt x="337261" y="614310"/>
                    <a:pt x="337924" y="614683"/>
                    <a:pt x="339439" y="616185"/>
                  </a:cubicBezTo>
                  <a:cubicBezTo>
                    <a:pt x="339725" y="617946"/>
                    <a:pt x="339725" y="617946"/>
                    <a:pt x="339737" y="620047"/>
                  </a:cubicBezTo>
                  <a:cubicBezTo>
                    <a:pt x="339747" y="620834"/>
                    <a:pt x="339757" y="621621"/>
                    <a:pt x="339767" y="622432"/>
                  </a:cubicBezTo>
                  <a:cubicBezTo>
                    <a:pt x="339767" y="623705"/>
                    <a:pt x="339767" y="623705"/>
                    <a:pt x="339767" y="625004"/>
                  </a:cubicBezTo>
                  <a:cubicBezTo>
                    <a:pt x="339782" y="626310"/>
                    <a:pt x="339782" y="626310"/>
                    <a:pt x="339797" y="627642"/>
                  </a:cubicBezTo>
                  <a:cubicBezTo>
                    <a:pt x="339827" y="630427"/>
                    <a:pt x="339843" y="633212"/>
                    <a:pt x="339857" y="635998"/>
                  </a:cubicBezTo>
                  <a:cubicBezTo>
                    <a:pt x="339875" y="638788"/>
                    <a:pt x="339896" y="641579"/>
                    <a:pt x="339925" y="644369"/>
                  </a:cubicBezTo>
                  <a:cubicBezTo>
                    <a:pt x="339944" y="646108"/>
                    <a:pt x="339955" y="647846"/>
                    <a:pt x="339958" y="649584"/>
                  </a:cubicBezTo>
                  <a:cubicBezTo>
                    <a:pt x="339969" y="650758"/>
                    <a:pt x="339969" y="650758"/>
                    <a:pt x="339981" y="651955"/>
                  </a:cubicBezTo>
                  <a:cubicBezTo>
                    <a:pt x="339984" y="652647"/>
                    <a:pt x="339987" y="653339"/>
                    <a:pt x="339990" y="654053"/>
                  </a:cubicBezTo>
                  <a:cubicBezTo>
                    <a:pt x="340054" y="654571"/>
                    <a:pt x="340117" y="655090"/>
                    <a:pt x="340183" y="655624"/>
                  </a:cubicBezTo>
                  <a:cubicBezTo>
                    <a:pt x="340674" y="655870"/>
                    <a:pt x="341165" y="656116"/>
                    <a:pt x="341671" y="656369"/>
                  </a:cubicBezTo>
                  <a:cubicBezTo>
                    <a:pt x="341878" y="658068"/>
                    <a:pt x="341878" y="658068"/>
                    <a:pt x="341908" y="660347"/>
                  </a:cubicBezTo>
                  <a:cubicBezTo>
                    <a:pt x="341930" y="661620"/>
                    <a:pt x="341930" y="661620"/>
                    <a:pt x="341953" y="662920"/>
                  </a:cubicBezTo>
                  <a:cubicBezTo>
                    <a:pt x="341966" y="664306"/>
                    <a:pt x="341966" y="664306"/>
                    <a:pt x="341979" y="665720"/>
                  </a:cubicBezTo>
                  <a:cubicBezTo>
                    <a:pt x="342001" y="667130"/>
                    <a:pt x="342001" y="667130"/>
                    <a:pt x="342023" y="668569"/>
                  </a:cubicBezTo>
                  <a:cubicBezTo>
                    <a:pt x="342060" y="671074"/>
                    <a:pt x="342090" y="673578"/>
                    <a:pt x="342118" y="676082"/>
                  </a:cubicBezTo>
                  <a:cubicBezTo>
                    <a:pt x="342148" y="678636"/>
                    <a:pt x="342186" y="681190"/>
                    <a:pt x="342223" y="683743"/>
                  </a:cubicBezTo>
                  <a:cubicBezTo>
                    <a:pt x="342295" y="688757"/>
                    <a:pt x="342358" y="693771"/>
                    <a:pt x="342415" y="698785"/>
                  </a:cubicBezTo>
                  <a:cubicBezTo>
                    <a:pt x="343152" y="698785"/>
                    <a:pt x="343889" y="698785"/>
                    <a:pt x="344648" y="698785"/>
                  </a:cubicBezTo>
                  <a:cubicBezTo>
                    <a:pt x="344654" y="699549"/>
                    <a:pt x="344654" y="699549"/>
                    <a:pt x="344661" y="700328"/>
                  </a:cubicBezTo>
                  <a:cubicBezTo>
                    <a:pt x="344708" y="705615"/>
                    <a:pt x="344771" y="710902"/>
                    <a:pt x="344843" y="716189"/>
                  </a:cubicBezTo>
                  <a:cubicBezTo>
                    <a:pt x="344868" y="718164"/>
                    <a:pt x="344888" y="720139"/>
                    <a:pt x="344905" y="722114"/>
                  </a:cubicBezTo>
                  <a:cubicBezTo>
                    <a:pt x="344930" y="724947"/>
                    <a:pt x="344969" y="727781"/>
                    <a:pt x="345011" y="730614"/>
                  </a:cubicBezTo>
                  <a:cubicBezTo>
                    <a:pt x="345018" y="731945"/>
                    <a:pt x="345018" y="731945"/>
                    <a:pt x="345025" y="733304"/>
                  </a:cubicBezTo>
                  <a:cubicBezTo>
                    <a:pt x="345040" y="734123"/>
                    <a:pt x="345055" y="734942"/>
                    <a:pt x="345070" y="735786"/>
                  </a:cubicBezTo>
                  <a:cubicBezTo>
                    <a:pt x="345078" y="736510"/>
                    <a:pt x="345086" y="737234"/>
                    <a:pt x="345095" y="737980"/>
                  </a:cubicBezTo>
                  <a:cubicBezTo>
                    <a:pt x="345193" y="738551"/>
                    <a:pt x="345291" y="739123"/>
                    <a:pt x="345392" y="739712"/>
                  </a:cubicBezTo>
                  <a:cubicBezTo>
                    <a:pt x="346128" y="740203"/>
                    <a:pt x="346865" y="740695"/>
                    <a:pt x="347624" y="741201"/>
                  </a:cubicBezTo>
                  <a:cubicBezTo>
                    <a:pt x="347888" y="742805"/>
                    <a:pt x="347888" y="742805"/>
                    <a:pt x="347866" y="744818"/>
                  </a:cubicBezTo>
                  <a:cubicBezTo>
                    <a:pt x="347863" y="745570"/>
                    <a:pt x="347861" y="746323"/>
                    <a:pt x="347858" y="747098"/>
                  </a:cubicBezTo>
                  <a:cubicBezTo>
                    <a:pt x="347844" y="747914"/>
                    <a:pt x="347830" y="748729"/>
                    <a:pt x="347816" y="749569"/>
                  </a:cubicBezTo>
                  <a:cubicBezTo>
                    <a:pt x="347811" y="750404"/>
                    <a:pt x="347806" y="751239"/>
                    <a:pt x="347801" y="752099"/>
                  </a:cubicBezTo>
                  <a:cubicBezTo>
                    <a:pt x="347784" y="754776"/>
                    <a:pt x="347751" y="757453"/>
                    <a:pt x="347717" y="760130"/>
                  </a:cubicBezTo>
                  <a:cubicBezTo>
                    <a:pt x="347691" y="762804"/>
                    <a:pt x="347668" y="765478"/>
                    <a:pt x="347649" y="768152"/>
                  </a:cubicBezTo>
                  <a:cubicBezTo>
                    <a:pt x="347636" y="769818"/>
                    <a:pt x="347619" y="771484"/>
                    <a:pt x="347597" y="773151"/>
                  </a:cubicBezTo>
                  <a:cubicBezTo>
                    <a:pt x="347590" y="773906"/>
                    <a:pt x="347583" y="774660"/>
                    <a:pt x="347575" y="775438"/>
                  </a:cubicBezTo>
                  <a:cubicBezTo>
                    <a:pt x="347567" y="776103"/>
                    <a:pt x="347558" y="776768"/>
                    <a:pt x="347550" y="777453"/>
                  </a:cubicBezTo>
                  <a:cubicBezTo>
                    <a:pt x="347552" y="779275"/>
                    <a:pt x="347552" y="779275"/>
                    <a:pt x="348368" y="781384"/>
                  </a:cubicBezTo>
                  <a:cubicBezTo>
                    <a:pt x="348859" y="781630"/>
                    <a:pt x="349351" y="781875"/>
                    <a:pt x="349857" y="782128"/>
                  </a:cubicBezTo>
                  <a:cubicBezTo>
                    <a:pt x="350054" y="783733"/>
                    <a:pt x="350054" y="783733"/>
                    <a:pt x="350070" y="785878"/>
                  </a:cubicBezTo>
                  <a:cubicBezTo>
                    <a:pt x="350080" y="786678"/>
                    <a:pt x="350090" y="787477"/>
                    <a:pt x="350100" y="788301"/>
                  </a:cubicBezTo>
                  <a:cubicBezTo>
                    <a:pt x="350104" y="789172"/>
                    <a:pt x="350108" y="790042"/>
                    <a:pt x="350112" y="790939"/>
                  </a:cubicBezTo>
                  <a:cubicBezTo>
                    <a:pt x="350123" y="791826"/>
                    <a:pt x="350134" y="792713"/>
                    <a:pt x="350145" y="793628"/>
                  </a:cubicBezTo>
                  <a:cubicBezTo>
                    <a:pt x="350180" y="796476"/>
                    <a:pt x="350205" y="799325"/>
                    <a:pt x="350229" y="802174"/>
                  </a:cubicBezTo>
                  <a:cubicBezTo>
                    <a:pt x="350259" y="805917"/>
                    <a:pt x="350299" y="809660"/>
                    <a:pt x="350345" y="813403"/>
                  </a:cubicBezTo>
                  <a:cubicBezTo>
                    <a:pt x="350351" y="814706"/>
                    <a:pt x="350351" y="814706"/>
                    <a:pt x="350357" y="816036"/>
                  </a:cubicBezTo>
                  <a:cubicBezTo>
                    <a:pt x="350367" y="816838"/>
                    <a:pt x="350377" y="817640"/>
                    <a:pt x="350387" y="818466"/>
                  </a:cubicBezTo>
                  <a:cubicBezTo>
                    <a:pt x="350392" y="819174"/>
                    <a:pt x="350398" y="819883"/>
                    <a:pt x="350403" y="820612"/>
                  </a:cubicBezTo>
                  <a:cubicBezTo>
                    <a:pt x="350439" y="822459"/>
                    <a:pt x="350439" y="822459"/>
                    <a:pt x="352089" y="823800"/>
                  </a:cubicBezTo>
                  <a:cubicBezTo>
                    <a:pt x="352334" y="823800"/>
                    <a:pt x="352580" y="823800"/>
                    <a:pt x="352833" y="823800"/>
                  </a:cubicBezTo>
                  <a:cubicBezTo>
                    <a:pt x="352837" y="824319"/>
                    <a:pt x="352842" y="824838"/>
                    <a:pt x="352846" y="825372"/>
                  </a:cubicBezTo>
                  <a:cubicBezTo>
                    <a:pt x="352889" y="830256"/>
                    <a:pt x="352943" y="835139"/>
                    <a:pt x="353008" y="840023"/>
                  </a:cubicBezTo>
                  <a:cubicBezTo>
                    <a:pt x="353042" y="842534"/>
                    <a:pt x="353071" y="845045"/>
                    <a:pt x="353091" y="847556"/>
                  </a:cubicBezTo>
                  <a:cubicBezTo>
                    <a:pt x="353116" y="850441"/>
                    <a:pt x="353155" y="853326"/>
                    <a:pt x="353196" y="856211"/>
                  </a:cubicBezTo>
                  <a:cubicBezTo>
                    <a:pt x="353201" y="857115"/>
                    <a:pt x="353206" y="858019"/>
                    <a:pt x="353211" y="858950"/>
                  </a:cubicBezTo>
                  <a:cubicBezTo>
                    <a:pt x="353226" y="859784"/>
                    <a:pt x="353240" y="860618"/>
                    <a:pt x="353255" y="861478"/>
                  </a:cubicBezTo>
                  <a:cubicBezTo>
                    <a:pt x="353264" y="862215"/>
                    <a:pt x="353272" y="862952"/>
                    <a:pt x="353281" y="863711"/>
                  </a:cubicBezTo>
                  <a:cubicBezTo>
                    <a:pt x="353427" y="864583"/>
                    <a:pt x="353427" y="864583"/>
                    <a:pt x="353577" y="865472"/>
                  </a:cubicBezTo>
                  <a:cubicBezTo>
                    <a:pt x="354314" y="865963"/>
                    <a:pt x="355051" y="866454"/>
                    <a:pt x="355810" y="866960"/>
                  </a:cubicBezTo>
                  <a:cubicBezTo>
                    <a:pt x="356078" y="868693"/>
                    <a:pt x="356078" y="868693"/>
                    <a:pt x="356063" y="870886"/>
                  </a:cubicBezTo>
                  <a:cubicBezTo>
                    <a:pt x="356063" y="871706"/>
                    <a:pt x="356063" y="872525"/>
                    <a:pt x="356063" y="873369"/>
                  </a:cubicBezTo>
                  <a:cubicBezTo>
                    <a:pt x="356051" y="874257"/>
                    <a:pt x="356040" y="875144"/>
                    <a:pt x="356028" y="876059"/>
                  </a:cubicBezTo>
                  <a:cubicBezTo>
                    <a:pt x="356024" y="876965"/>
                    <a:pt x="356021" y="877871"/>
                    <a:pt x="356018" y="878805"/>
                  </a:cubicBezTo>
                  <a:cubicBezTo>
                    <a:pt x="356006" y="881709"/>
                    <a:pt x="355978" y="884613"/>
                    <a:pt x="355949" y="887517"/>
                  </a:cubicBezTo>
                  <a:cubicBezTo>
                    <a:pt x="355938" y="889482"/>
                    <a:pt x="355928" y="891447"/>
                    <a:pt x="355919" y="893412"/>
                  </a:cubicBezTo>
                  <a:cubicBezTo>
                    <a:pt x="355894" y="898238"/>
                    <a:pt x="355857" y="903063"/>
                    <a:pt x="355810" y="907888"/>
                  </a:cubicBezTo>
                  <a:cubicBezTo>
                    <a:pt x="356546" y="907888"/>
                    <a:pt x="357283" y="907888"/>
                    <a:pt x="358042" y="907888"/>
                  </a:cubicBezTo>
                  <a:cubicBezTo>
                    <a:pt x="358288" y="921640"/>
                    <a:pt x="358533" y="935391"/>
                    <a:pt x="358786" y="949560"/>
                  </a:cubicBezTo>
                  <a:cubicBezTo>
                    <a:pt x="359523" y="949314"/>
                    <a:pt x="360260" y="949069"/>
                    <a:pt x="361019" y="948816"/>
                  </a:cubicBezTo>
                  <a:cubicBezTo>
                    <a:pt x="361023" y="949335"/>
                    <a:pt x="361027" y="949853"/>
                    <a:pt x="361032" y="950388"/>
                  </a:cubicBezTo>
                  <a:cubicBezTo>
                    <a:pt x="361075" y="955272"/>
                    <a:pt x="361129" y="960155"/>
                    <a:pt x="361194" y="965039"/>
                  </a:cubicBezTo>
                  <a:cubicBezTo>
                    <a:pt x="361227" y="967550"/>
                    <a:pt x="361257" y="970060"/>
                    <a:pt x="361276" y="972571"/>
                  </a:cubicBezTo>
                  <a:cubicBezTo>
                    <a:pt x="361301" y="975457"/>
                    <a:pt x="361340" y="978341"/>
                    <a:pt x="361382" y="981227"/>
                  </a:cubicBezTo>
                  <a:cubicBezTo>
                    <a:pt x="361387" y="982130"/>
                    <a:pt x="361391" y="983034"/>
                    <a:pt x="361396" y="983965"/>
                  </a:cubicBezTo>
                  <a:cubicBezTo>
                    <a:pt x="361411" y="984800"/>
                    <a:pt x="361426" y="985634"/>
                    <a:pt x="361441" y="986493"/>
                  </a:cubicBezTo>
                  <a:cubicBezTo>
                    <a:pt x="361449" y="987230"/>
                    <a:pt x="361458" y="987967"/>
                    <a:pt x="361466" y="988727"/>
                  </a:cubicBezTo>
                  <a:cubicBezTo>
                    <a:pt x="361613" y="989598"/>
                    <a:pt x="361613" y="989598"/>
                    <a:pt x="361763" y="990488"/>
                  </a:cubicBezTo>
                  <a:cubicBezTo>
                    <a:pt x="362499" y="990979"/>
                    <a:pt x="363236" y="991470"/>
                    <a:pt x="363995" y="991976"/>
                  </a:cubicBezTo>
                  <a:cubicBezTo>
                    <a:pt x="364260" y="993636"/>
                    <a:pt x="364260" y="993636"/>
                    <a:pt x="364239" y="995676"/>
                  </a:cubicBezTo>
                  <a:cubicBezTo>
                    <a:pt x="364236" y="996407"/>
                    <a:pt x="364232" y="997137"/>
                    <a:pt x="364228" y="997890"/>
                  </a:cubicBezTo>
                  <a:cubicBezTo>
                    <a:pt x="364212" y="998655"/>
                    <a:pt x="364197" y="999420"/>
                    <a:pt x="364181" y="1000208"/>
                  </a:cubicBezTo>
                  <a:cubicBezTo>
                    <a:pt x="364177" y="1000976"/>
                    <a:pt x="364174" y="1001744"/>
                    <a:pt x="364170" y="1002535"/>
                  </a:cubicBezTo>
                  <a:cubicBezTo>
                    <a:pt x="364110" y="1008233"/>
                    <a:pt x="364110" y="1008233"/>
                    <a:pt x="363251" y="1009091"/>
                  </a:cubicBezTo>
                  <a:cubicBezTo>
                    <a:pt x="361330" y="1009271"/>
                    <a:pt x="359410" y="1009377"/>
                    <a:pt x="357484" y="1009481"/>
                  </a:cubicBezTo>
                  <a:cubicBezTo>
                    <a:pt x="356931" y="1009598"/>
                    <a:pt x="356379" y="1009715"/>
                    <a:pt x="355810" y="1009835"/>
                  </a:cubicBezTo>
                  <a:cubicBezTo>
                    <a:pt x="355564" y="1010572"/>
                    <a:pt x="355319" y="1011309"/>
                    <a:pt x="355065" y="1012068"/>
                  </a:cubicBezTo>
                  <a:cubicBezTo>
                    <a:pt x="353479" y="1012364"/>
                    <a:pt x="353479" y="1012364"/>
                    <a:pt x="351361" y="1012389"/>
                  </a:cubicBezTo>
                  <a:cubicBezTo>
                    <a:pt x="350571" y="1012404"/>
                    <a:pt x="349782" y="1012419"/>
                    <a:pt x="348968" y="1012434"/>
                  </a:cubicBezTo>
                  <a:cubicBezTo>
                    <a:pt x="348109" y="1012439"/>
                    <a:pt x="347250" y="1012444"/>
                    <a:pt x="346365" y="1012448"/>
                  </a:cubicBezTo>
                  <a:cubicBezTo>
                    <a:pt x="345491" y="1012462"/>
                    <a:pt x="344617" y="1012475"/>
                    <a:pt x="343716" y="1012489"/>
                  </a:cubicBezTo>
                  <a:cubicBezTo>
                    <a:pt x="340910" y="1012529"/>
                    <a:pt x="338105" y="1012554"/>
                    <a:pt x="335299" y="1012579"/>
                  </a:cubicBezTo>
                  <a:cubicBezTo>
                    <a:pt x="333403" y="1012604"/>
                    <a:pt x="331506" y="1012630"/>
                    <a:pt x="329609" y="1012656"/>
                  </a:cubicBezTo>
                  <a:cubicBezTo>
                    <a:pt x="324948" y="1012720"/>
                    <a:pt x="320287" y="1012771"/>
                    <a:pt x="315626" y="1012812"/>
                  </a:cubicBezTo>
                  <a:cubicBezTo>
                    <a:pt x="315626" y="1013794"/>
                    <a:pt x="315626" y="1014776"/>
                    <a:pt x="315626" y="1015788"/>
                  </a:cubicBezTo>
                  <a:cubicBezTo>
                    <a:pt x="305312" y="1015788"/>
                    <a:pt x="294998" y="1015788"/>
                    <a:pt x="284372" y="1015788"/>
                  </a:cubicBezTo>
                  <a:cubicBezTo>
                    <a:pt x="284127" y="1014315"/>
                    <a:pt x="283881" y="1012842"/>
                    <a:pt x="283628" y="1011324"/>
                  </a:cubicBezTo>
                  <a:cubicBezTo>
                    <a:pt x="283137" y="1011078"/>
                    <a:pt x="282646" y="1010832"/>
                    <a:pt x="282140" y="1010579"/>
                  </a:cubicBezTo>
                  <a:cubicBezTo>
                    <a:pt x="280393" y="1002189"/>
                    <a:pt x="281364" y="992813"/>
                    <a:pt x="281467" y="984279"/>
                  </a:cubicBezTo>
                  <a:cubicBezTo>
                    <a:pt x="281489" y="982286"/>
                    <a:pt x="281503" y="980293"/>
                    <a:pt x="281515" y="978299"/>
                  </a:cubicBezTo>
                  <a:cubicBezTo>
                    <a:pt x="281525" y="977688"/>
                    <a:pt x="281535" y="977076"/>
                    <a:pt x="281545" y="976446"/>
                  </a:cubicBezTo>
                  <a:cubicBezTo>
                    <a:pt x="281558" y="973536"/>
                    <a:pt x="281560" y="972130"/>
                    <a:pt x="279907" y="969652"/>
                  </a:cubicBezTo>
                  <a:cubicBezTo>
                    <a:pt x="279662" y="969652"/>
                    <a:pt x="279416" y="969652"/>
                    <a:pt x="279163" y="969652"/>
                  </a:cubicBezTo>
                  <a:cubicBezTo>
                    <a:pt x="279157" y="968899"/>
                    <a:pt x="279157" y="968899"/>
                    <a:pt x="279150" y="968131"/>
                  </a:cubicBezTo>
                  <a:cubicBezTo>
                    <a:pt x="279103" y="962929"/>
                    <a:pt x="279040" y="957727"/>
                    <a:pt x="278968" y="952524"/>
                  </a:cubicBezTo>
                  <a:cubicBezTo>
                    <a:pt x="278943" y="950580"/>
                    <a:pt x="278922" y="948637"/>
                    <a:pt x="278905" y="946693"/>
                  </a:cubicBezTo>
                  <a:cubicBezTo>
                    <a:pt x="278881" y="943905"/>
                    <a:pt x="278842" y="941118"/>
                    <a:pt x="278800" y="938331"/>
                  </a:cubicBezTo>
                  <a:cubicBezTo>
                    <a:pt x="278793" y="937018"/>
                    <a:pt x="278793" y="937018"/>
                    <a:pt x="278785" y="935679"/>
                  </a:cubicBezTo>
                  <a:cubicBezTo>
                    <a:pt x="278763" y="934472"/>
                    <a:pt x="278763" y="934472"/>
                    <a:pt x="278741" y="933241"/>
                  </a:cubicBezTo>
                  <a:cubicBezTo>
                    <a:pt x="278732" y="932529"/>
                    <a:pt x="278724" y="931817"/>
                    <a:pt x="278716" y="931083"/>
                  </a:cubicBezTo>
                  <a:cubicBezTo>
                    <a:pt x="278618" y="930550"/>
                    <a:pt x="278520" y="930017"/>
                    <a:pt x="278419" y="929468"/>
                  </a:cubicBezTo>
                  <a:cubicBezTo>
                    <a:pt x="277682" y="929223"/>
                    <a:pt x="276946" y="928977"/>
                    <a:pt x="276187" y="928724"/>
                  </a:cubicBezTo>
                  <a:cubicBezTo>
                    <a:pt x="275905" y="927119"/>
                    <a:pt x="275905" y="927119"/>
                    <a:pt x="275900" y="924974"/>
                  </a:cubicBezTo>
                  <a:cubicBezTo>
                    <a:pt x="275893" y="924175"/>
                    <a:pt x="275885" y="923375"/>
                    <a:pt x="275877" y="922551"/>
                  </a:cubicBezTo>
                  <a:cubicBezTo>
                    <a:pt x="275880" y="921681"/>
                    <a:pt x="275882" y="920810"/>
                    <a:pt x="275884" y="919913"/>
                  </a:cubicBezTo>
                  <a:cubicBezTo>
                    <a:pt x="275876" y="919026"/>
                    <a:pt x="275868" y="918139"/>
                    <a:pt x="275860" y="917225"/>
                  </a:cubicBezTo>
                  <a:cubicBezTo>
                    <a:pt x="275834" y="914376"/>
                    <a:pt x="275823" y="911527"/>
                    <a:pt x="275815" y="908679"/>
                  </a:cubicBezTo>
                  <a:cubicBezTo>
                    <a:pt x="275804" y="904935"/>
                    <a:pt x="275779" y="901193"/>
                    <a:pt x="275745" y="897450"/>
                  </a:cubicBezTo>
                  <a:cubicBezTo>
                    <a:pt x="275747" y="896581"/>
                    <a:pt x="275749" y="895712"/>
                    <a:pt x="275752" y="894817"/>
                  </a:cubicBezTo>
                  <a:cubicBezTo>
                    <a:pt x="275744" y="894015"/>
                    <a:pt x="275737" y="893213"/>
                    <a:pt x="275729" y="892386"/>
                  </a:cubicBezTo>
                  <a:cubicBezTo>
                    <a:pt x="275727" y="891678"/>
                    <a:pt x="275726" y="890970"/>
                    <a:pt x="275724" y="890240"/>
                  </a:cubicBezTo>
                  <a:cubicBezTo>
                    <a:pt x="275631" y="889679"/>
                    <a:pt x="275538" y="889118"/>
                    <a:pt x="275442" y="888540"/>
                  </a:cubicBezTo>
                  <a:cubicBezTo>
                    <a:pt x="274706" y="888049"/>
                    <a:pt x="273969" y="887558"/>
                    <a:pt x="273210" y="887052"/>
                  </a:cubicBezTo>
                  <a:cubicBezTo>
                    <a:pt x="272942" y="885348"/>
                    <a:pt x="272942" y="885348"/>
                    <a:pt x="272957" y="883194"/>
                  </a:cubicBezTo>
                  <a:cubicBezTo>
                    <a:pt x="272957" y="882390"/>
                    <a:pt x="272957" y="881586"/>
                    <a:pt x="272957" y="880757"/>
                  </a:cubicBezTo>
                  <a:cubicBezTo>
                    <a:pt x="272969" y="879886"/>
                    <a:pt x="272980" y="879014"/>
                    <a:pt x="272992" y="878117"/>
                  </a:cubicBezTo>
                  <a:cubicBezTo>
                    <a:pt x="272995" y="877227"/>
                    <a:pt x="272998" y="876337"/>
                    <a:pt x="273002" y="875420"/>
                  </a:cubicBezTo>
                  <a:cubicBezTo>
                    <a:pt x="273014" y="872569"/>
                    <a:pt x="273042" y="869718"/>
                    <a:pt x="273070" y="866867"/>
                  </a:cubicBezTo>
                  <a:cubicBezTo>
                    <a:pt x="273082" y="864938"/>
                    <a:pt x="273092" y="863009"/>
                    <a:pt x="273101" y="861080"/>
                  </a:cubicBezTo>
                  <a:cubicBezTo>
                    <a:pt x="273126" y="856343"/>
                    <a:pt x="273163" y="851606"/>
                    <a:pt x="273210" y="846869"/>
                  </a:cubicBezTo>
                  <a:cubicBezTo>
                    <a:pt x="272473" y="846869"/>
                    <a:pt x="271737" y="846869"/>
                    <a:pt x="270978" y="846869"/>
                  </a:cubicBezTo>
                  <a:cubicBezTo>
                    <a:pt x="270972" y="846387"/>
                    <a:pt x="270966" y="845906"/>
                    <a:pt x="270959" y="845409"/>
                  </a:cubicBezTo>
                  <a:cubicBezTo>
                    <a:pt x="270895" y="840412"/>
                    <a:pt x="270821" y="835415"/>
                    <a:pt x="270741" y="830418"/>
                  </a:cubicBezTo>
                  <a:cubicBezTo>
                    <a:pt x="270713" y="828551"/>
                    <a:pt x="270687" y="826685"/>
                    <a:pt x="270664" y="824818"/>
                  </a:cubicBezTo>
                  <a:cubicBezTo>
                    <a:pt x="270630" y="822139"/>
                    <a:pt x="270587" y="819461"/>
                    <a:pt x="270542" y="816783"/>
                  </a:cubicBezTo>
                  <a:cubicBezTo>
                    <a:pt x="270533" y="815944"/>
                    <a:pt x="270524" y="815106"/>
                    <a:pt x="270516" y="814242"/>
                  </a:cubicBezTo>
                  <a:cubicBezTo>
                    <a:pt x="270501" y="813467"/>
                    <a:pt x="270486" y="812692"/>
                    <a:pt x="270471" y="811894"/>
                  </a:cubicBezTo>
                  <a:cubicBezTo>
                    <a:pt x="270456" y="810868"/>
                    <a:pt x="270456" y="810868"/>
                    <a:pt x="270441" y="809821"/>
                  </a:cubicBezTo>
                  <a:cubicBezTo>
                    <a:pt x="270385" y="808021"/>
                    <a:pt x="270385" y="808021"/>
                    <a:pt x="268745" y="806685"/>
                  </a:cubicBezTo>
                  <a:cubicBezTo>
                    <a:pt x="268500" y="806685"/>
                    <a:pt x="268254" y="806685"/>
                    <a:pt x="268001" y="806685"/>
                  </a:cubicBezTo>
                  <a:cubicBezTo>
                    <a:pt x="267994" y="805937"/>
                    <a:pt x="267994" y="805937"/>
                    <a:pt x="267988" y="805174"/>
                  </a:cubicBezTo>
                  <a:cubicBezTo>
                    <a:pt x="267940" y="799996"/>
                    <a:pt x="267878" y="794818"/>
                    <a:pt x="267806" y="789639"/>
                  </a:cubicBezTo>
                  <a:cubicBezTo>
                    <a:pt x="267781" y="787706"/>
                    <a:pt x="267760" y="785772"/>
                    <a:pt x="267743" y="783838"/>
                  </a:cubicBezTo>
                  <a:cubicBezTo>
                    <a:pt x="267718" y="781062"/>
                    <a:pt x="267679" y="778286"/>
                    <a:pt x="267638" y="775510"/>
                  </a:cubicBezTo>
                  <a:cubicBezTo>
                    <a:pt x="267631" y="774208"/>
                    <a:pt x="267631" y="774208"/>
                    <a:pt x="267623" y="772881"/>
                  </a:cubicBezTo>
                  <a:cubicBezTo>
                    <a:pt x="267609" y="772077"/>
                    <a:pt x="267594" y="771272"/>
                    <a:pt x="267579" y="770443"/>
                  </a:cubicBezTo>
                  <a:cubicBezTo>
                    <a:pt x="267570" y="769735"/>
                    <a:pt x="267562" y="769026"/>
                    <a:pt x="267554" y="768295"/>
                  </a:cubicBezTo>
                  <a:cubicBezTo>
                    <a:pt x="267199" y="766152"/>
                    <a:pt x="266524" y="765752"/>
                    <a:pt x="265024" y="764269"/>
                  </a:cubicBezTo>
                  <a:cubicBezTo>
                    <a:pt x="264738" y="762565"/>
                    <a:pt x="264738" y="762565"/>
                    <a:pt x="264726" y="760543"/>
                  </a:cubicBezTo>
                  <a:cubicBezTo>
                    <a:pt x="264716" y="759786"/>
                    <a:pt x="264707" y="759029"/>
                    <a:pt x="264696" y="758249"/>
                  </a:cubicBezTo>
                  <a:cubicBezTo>
                    <a:pt x="264696" y="757024"/>
                    <a:pt x="264696" y="757024"/>
                    <a:pt x="264696" y="755775"/>
                  </a:cubicBezTo>
                  <a:cubicBezTo>
                    <a:pt x="264686" y="754938"/>
                    <a:pt x="264676" y="754100"/>
                    <a:pt x="264666" y="753238"/>
                  </a:cubicBezTo>
                  <a:cubicBezTo>
                    <a:pt x="264636" y="750558"/>
                    <a:pt x="264620" y="747880"/>
                    <a:pt x="264606" y="745200"/>
                  </a:cubicBezTo>
                  <a:cubicBezTo>
                    <a:pt x="264588" y="742516"/>
                    <a:pt x="264567" y="739832"/>
                    <a:pt x="264538" y="737147"/>
                  </a:cubicBezTo>
                  <a:cubicBezTo>
                    <a:pt x="264519" y="735475"/>
                    <a:pt x="264508" y="733803"/>
                    <a:pt x="264505" y="732131"/>
                  </a:cubicBezTo>
                  <a:cubicBezTo>
                    <a:pt x="264494" y="731002"/>
                    <a:pt x="264494" y="731002"/>
                    <a:pt x="264482" y="729851"/>
                  </a:cubicBezTo>
                  <a:cubicBezTo>
                    <a:pt x="264479" y="729185"/>
                    <a:pt x="264476" y="728519"/>
                    <a:pt x="264473" y="727833"/>
                  </a:cubicBezTo>
                  <a:cubicBezTo>
                    <a:pt x="264409" y="727333"/>
                    <a:pt x="264346" y="726833"/>
                    <a:pt x="264280" y="726318"/>
                  </a:cubicBezTo>
                  <a:cubicBezTo>
                    <a:pt x="263789" y="726072"/>
                    <a:pt x="263298" y="725827"/>
                    <a:pt x="262792" y="725574"/>
                  </a:cubicBezTo>
                  <a:cubicBezTo>
                    <a:pt x="262585" y="723930"/>
                    <a:pt x="262585" y="723930"/>
                    <a:pt x="262555" y="721732"/>
                  </a:cubicBezTo>
                  <a:cubicBezTo>
                    <a:pt x="262540" y="720913"/>
                    <a:pt x="262525" y="720093"/>
                    <a:pt x="262510" y="719249"/>
                  </a:cubicBezTo>
                  <a:cubicBezTo>
                    <a:pt x="262497" y="717912"/>
                    <a:pt x="262497" y="717912"/>
                    <a:pt x="262484" y="716548"/>
                  </a:cubicBezTo>
                  <a:cubicBezTo>
                    <a:pt x="262462" y="715187"/>
                    <a:pt x="262462" y="715187"/>
                    <a:pt x="262440" y="713798"/>
                  </a:cubicBezTo>
                  <a:cubicBezTo>
                    <a:pt x="262396" y="710887"/>
                    <a:pt x="262361" y="707975"/>
                    <a:pt x="262327" y="705063"/>
                  </a:cubicBezTo>
                  <a:cubicBezTo>
                    <a:pt x="262299" y="703095"/>
                    <a:pt x="262270" y="701126"/>
                    <a:pt x="262240" y="699158"/>
                  </a:cubicBezTo>
                  <a:cubicBezTo>
                    <a:pt x="262168" y="694321"/>
                    <a:pt x="262105" y="689483"/>
                    <a:pt x="262048" y="684646"/>
                  </a:cubicBezTo>
                  <a:cubicBezTo>
                    <a:pt x="261311" y="684891"/>
                    <a:pt x="260575" y="685137"/>
                    <a:pt x="259815" y="685390"/>
                  </a:cubicBezTo>
                  <a:cubicBezTo>
                    <a:pt x="259815" y="672621"/>
                    <a:pt x="259815" y="659851"/>
                    <a:pt x="259815" y="646695"/>
                  </a:cubicBezTo>
                  <a:cubicBezTo>
                    <a:pt x="208247" y="646695"/>
                    <a:pt x="156678" y="646695"/>
                    <a:pt x="103546" y="646695"/>
                  </a:cubicBezTo>
                  <a:cubicBezTo>
                    <a:pt x="103792" y="647677"/>
                    <a:pt x="104037" y="648659"/>
                    <a:pt x="104290" y="649671"/>
                  </a:cubicBezTo>
                  <a:cubicBezTo>
                    <a:pt x="104454" y="652910"/>
                    <a:pt x="104460" y="656150"/>
                    <a:pt x="104469" y="659393"/>
                  </a:cubicBezTo>
                  <a:cubicBezTo>
                    <a:pt x="104476" y="660975"/>
                    <a:pt x="104499" y="662557"/>
                    <a:pt x="104523" y="664140"/>
                  </a:cubicBezTo>
                  <a:cubicBezTo>
                    <a:pt x="104527" y="665141"/>
                    <a:pt x="104531" y="666143"/>
                    <a:pt x="104534" y="667144"/>
                  </a:cubicBezTo>
                  <a:cubicBezTo>
                    <a:pt x="104541" y="668056"/>
                    <a:pt x="104548" y="668969"/>
                    <a:pt x="104555" y="669909"/>
                  </a:cubicBezTo>
                  <a:cubicBezTo>
                    <a:pt x="104468" y="670597"/>
                    <a:pt x="104380" y="671286"/>
                    <a:pt x="104290" y="671995"/>
                  </a:cubicBezTo>
                  <a:cubicBezTo>
                    <a:pt x="103553" y="672241"/>
                    <a:pt x="102817" y="672487"/>
                    <a:pt x="102058" y="672740"/>
                  </a:cubicBezTo>
                  <a:cubicBezTo>
                    <a:pt x="101715" y="674461"/>
                    <a:pt x="101715" y="674461"/>
                    <a:pt x="101771" y="676569"/>
                  </a:cubicBezTo>
                  <a:cubicBezTo>
                    <a:pt x="101764" y="677386"/>
                    <a:pt x="101756" y="678203"/>
                    <a:pt x="101749" y="679045"/>
                  </a:cubicBezTo>
                  <a:cubicBezTo>
                    <a:pt x="101751" y="679934"/>
                    <a:pt x="101753" y="680823"/>
                    <a:pt x="101755" y="681739"/>
                  </a:cubicBezTo>
                  <a:cubicBezTo>
                    <a:pt x="101743" y="683098"/>
                    <a:pt x="101743" y="683098"/>
                    <a:pt x="101731" y="684483"/>
                  </a:cubicBezTo>
                  <a:cubicBezTo>
                    <a:pt x="101705" y="687390"/>
                    <a:pt x="101694" y="690297"/>
                    <a:pt x="101686" y="693203"/>
                  </a:cubicBezTo>
                  <a:cubicBezTo>
                    <a:pt x="101675" y="697025"/>
                    <a:pt x="101650" y="700846"/>
                    <a:pt x="101616" y="704668"/>
                  </a:cubicBezTo>
                  <a:cubicBezTo>
                    <a:pt x="101618" y="705557"/>
                    <a:pt x="101620" y="706446"/>
                    <a:pt x="101623" y="707362"/>
                  </a:cubicBezTo>
                  <a:cubicBezTo>
                    <a:pt x="101615" y="708179"/>
                    <a:pt x="101608" y="708996"/>
                    <a:pt x="101600" y="709838"/>
                  </a:cubicBezTo>
                  <a:cubicBezTo>
                    <a:pt x="101598" y="710561"/>
                    <a:pt x="101597" y="711284"/>
                    <a:pt x="101595" y="712029"/>
                  </a:cubicBezTo>
                  <a:cubicBezTo>
                    <a:pt x="101502" y="712570"/>
                    <a:pt x="101409" y="713110"/>
                    <a:pt x="101314" y="713667"/>
                  </a:cubicBezTo>
                  <a:cubicBezTo>
                    <a:pt x="100577" y="713913"/>
                    <a:pt x="99840" y="714159"/>
                    <a:pt x="99081" y="714411"/>
                  </a:cubicBezTo>
                  <a:cubicBezTo>
                    <a:pt x="98733" y="716132"/>
                    <a:pt x="98733" y="716132"/>
                    <a:pt x="98783" y="718241"/>
                  </a:cubicBezTo>
                  <a:cubicBezTo>
                    <a:pt x="98773" y="719058"/>
                    <a:pt x="98763" y="719875"/>
                    <a:pt x="98753" y="720717"/>
                  </a:cubicBezTo>
                  <a:cubicBezTo>
                    <a:pt x="98753" y="721606"/>
                    <a:pt x="98753" y="722495"/>
                    <a:pt x="98753" y="723411"/>
                  </a:cubicBezTo>
                  <a:cubicBezTo>
                    <a:pt x="98743" y="724317"/>
                    <a:pt x="98733" y="725222"/>
                    <a:pt x="98723" y="726155"/>
                  </a:cubicBezTo>
                  <a:cubicBezTo>
                    <a:pt x="98692" y="729062"/>
                    <a:pt x="98676" y="731969"/>
                    <a:pt x="98663" y="734875"/>
                  </a:cubicBezTo>
                  <a:cubicBezTo>
                    <a:pt x="98645" y="737782"/>
                    <a:pt x="98624" y="740689"/>
                    <a:pt x="98594" y="743595"/>
                  </a:cubicBezTo>
                  <a:cubicBezTo>
                    <a:pt x="98576" y="745408"/>
                    <a:pt x="98565" y="747221"/>
                    <a:pt x="98562" y="749034"/>
                  </a:cubicBezTo>
                  <a:cubicBezTo>
                    <a:pt x="98554" y="749851"/>
                    <a:pt x="98547" y="750668"/>
                    <a:pt x="98539" y="751510"/>
                  </a:cubicBezTo>
                  <a:cubicBezTo>
                    <a:pt x="98536" y="752233"/>
                    <a:pt x="98532" y="752956"/>
                    <a:pt x="98529" y="753701"/>
                  </a:cubicBezTo>
                  <a:cubicBezTo>
                    <a:pt x="98434" y="754512"/>
                    <a:pt x="98434" y="754512"/>
                    <a:pt x="98337" y="755339"/>
                  </a:cubicBezTo>
                  <a:cubicBezTo>
                    <a:pt x="97846" y="755585"/>
                    <a:pt x="97355" y="755830"/>
                    <a:pt x="96849" y="756083"/>
                  </a:cubicBezTo>
                  <a:cubicBezTo>
                    <a:pt x="96615" y="757840"/>
                    <a:pt x="96615" y="757840"/>
                    <a:pt x="96647" y="759981"/>
                  </a:cubicBezTo>
                  <a:cubicBezTo>
                    <a:pt x="96639" y="760813"/>
                    <a:pt x="96632" y="761645"/>
                    <a:pt x="96624" y="762502"/>
                  </a:cubicBezTo>
                  <a:cubicBezTo>
                    <a:pt x="96622" y="763407"/>
                    <a:pt x="96621" y="764313"/>
                    <a:pt x="96619" y="765246"/>
                  </a:cubicBezTo>
                  <a:cubicBezTo>
                    <a:pt x="96600" y="767139"/>
                    <a:pt x="96581" y="769032"/>
                    <a:pt x="96562" y="770925"/>
                  </a:cubicBezTo>
                  <a:cubicBezTo>
                    <a:pt x="96539" y="773929"/>
                    <a:pt x="96523" y="776932"/>
                    <a:pt x="96509" y="779936"/>
                  </a:cubicBezTo>
                  <a:cubicBezTo>
                    <a:pt x="96495" y="782822"/>
                    <a:pt x="96464" y="785707"/>
                    <a:pt x="96433" y="788593"/>
                  </a:cubicBezTo>
                  <a:cubicBezTo>
                    <a:pt x="96433" y="789498"/>
                    <a:pt x="96433" y="790404"/>
                    <a:pt x="96433" y="791336"/>
                  </a:cubicBezTo>
                  <a:cubicBezTo>
                    <a:pt x="96423" y="792168"/>
                    <a:pt x="96413" y="793000"/>
                    <a:pt x="96403" y="793857"/>
                  </a:cubicBezTo>
                  <a:cubicBezTo>
                    <a:pt x="96399" y="794594"/>
                    <a:pt x="96395" y="795330"/>
                    <a:pt x="96391" y="796089"/>
                  </a:cubicBezTo>
                  <a:cubicBezTo>
                    <a:pt x="96249" y="796914"/>
                    <a:pt x="96249" y="796914"/>
                    <a:pt x="96105" y="797755"/>
                  </a:cubicBezTo>
                  <a:cubicBezTo>
                    <a:pt x="95368" y="798001"/>
                    <a:pt x="94631" y="798246"/>
                    <a:pt x="93872" y="798499"/>
                  </a:cubicBezTo>
                  <a:cubicBezTo>
                    <a:pt x="93513" y="800225"/>
                    <a:pt x="93513" y="800225"/>
                    <a:pt x="93550" y="802341"/>
                  </a:cubicBezTo>
                  <a:cubicBezTo>
                    <a:pt x="93536" y="803160"/>
                    <a:pt x="93521" y="803980"/>
                    <a:pt x="93506" y="804824"/>
                  </a:cubicBezTo>
                  <a:cubicBezTo>
                    <a:pt x="93501" y="805715"/>
                    <a:pt x="93496" y="806607"/>
                    <a:pt x="93491" y="807525"/>
                  </a:cubicBezTo>
                  <a:cubicBezTo>
                    <a:pt x="93471" y="808886"/>
                    <a:pt x="93471" y="808886"/>
                    <a:pt x="93451" y="810275"/>
                  </a:cubicBezTo>
                  <a:cubicBezTo>
                    <a:pt x="93410" y="813186"/>
                    <a:pt x="93385" y="816098"/>
                    <a:pt x="93361" y="819010"/>
                  </a:cubicBezTo>
                  <a:cubicBezTo>
                    <a:pt x="93336" y="820978"/>
                    <a:pt x="93310" y="822947"/>
                    <a:pt x="93283" y="824915"/>
                  </a:cubicBezTo>
                  <a:cubicBezTo>
                    <a:pt x="93220" y="829752"/>
                    <a:pt x="93169" y="834590"/>
                    <a:pt x="93128" y="839427"/>
                  </a:cubicBezTo>
                  <a:cubicBezTo>
                    <a:pt x="92391" y="839427"/>
                    <a:pt x="91655" y="839427"/>
                    <a:pt x="90896" y="839427"/>
                  </a:cubicBezTo>
                  <a:cubicBezTo>
                    <a:pt x="90650" y="853179"/>
                    <a:pt x="90404" y="866931"/>
                    <a:pt x="90151" y="881099"/>
                  </a:cubicBezTo>
                  <a:cubicBezTo>
                    <a:pt x="89415" y="881099"/>
                    <a:pt x="88678" y="881099"/>
                    <a:pt x="87919" y="881099"/>
                  </a:cubicBezTo>
                  <a:cubicBezTo>
                    <a:pt x="87926" y="881891"/>
                    <a:pt x="87926" y="881891"/>
                    <a:pt x="87934" y="882699"/>
                  </a:cubicBezTo>
                  <a:cubicBezTo>
                    <a:pt x="87979" y="887670"/>
                    <a:pt x="88013" y="892642"/>
                    <a:pt x="88035" y="897613"/>
                  </a:cubicBezTo>
                  <a:cubicBezTo>
                    <a:pt x="88046" y="900169"/>
                    <a:pt x="88062" y="902725"/>
                    <a:pt x="88087" y="905281"/>
                  </a:cubicBezTo>
                  <a:cubicBezTo>
                    <a:pt x="88116" y="908217"/>
                    <a:pt x="88127" y="911154"/>
                    <a:pt x="88137" y="914091"/>
                  </a:cubicBezTo>
                  <a:cubicBezTo>
                    <a:pt x="88149" y="915011"/>
                    <a:pt x="88160" y="915931"/>
                    <a:pt x="88172" y="916879"/>
                  </a:cubicBezTo>
                  <a:cubicBezTo>
                    <a:pt x="88172" y="917728"/>
                    <a:pt x="88172" y="918578"/>
                    <a:pt x="88172" y="919452"/>
                  </a:cubicBezTo>
                  <a:cubicBezTo>
                    <a:pt x="88177" y="920203"/>
                    <a:pt x="88182" y="920953"/>
                    <a:pt x="88187" y="921726"/>
                  </a:cubicBezTo>
                  <a:cubicBezTo>
                    <a:pt x="88099" y="922316"/>
                    <a:pt x="88010" y="922907"/>
                    <a:pt x="87919" y="923515"/>
                  </a:cubicBezTo>
                  <a:cubicBezTo>
                    <a:pt x="87182" y="924006"/>
                    <a:pt x="86446" y="924497"/>
                    <a:pt x="85687" y="925003"/>
                  </a:cubicBezTo>
                  <a:cubicBezTo>
                    <a:pt x="85332" y="926803"/>
                    <a:pt x="85332" y="926803"/>
                    <a:pt x="85365" y="928929"/>
                  </a:cubicBezTo>
                  <a:cubicBezTo>
                    <a:pt x="85350" y="929749"/>
                    <a:pt x="85335" y="930568"/>
                    <a:pt x="85320" y="931412"/>
                  </a:cubicBezTo>
                  <a:cubicBezTo>
                    <a:pt x="85315" y="932300"/>
                    <a:pt x="85311" y="933187"/>
                    <a:pt x="85306" y="934102"/>
                  </a:cubicBezTo>
                  <a:cubicBezTo>
                    <a:pt x="85292" y="935008"/>
                    <a:pt x="85279" y="935914"/>
                    <a:pt x="85265" y="936848"/>
                  </a:cubicBezTo>
                  <a:cubicBezTo>
                    <a:pt x="85225" y="939752"/>
                    <a:pt x="85200" y="942656"/>
                    <a:pt x="85175" y="945560"/>
                  </a:cubicBezTo>
                  <a:cubicBezTo>
                    <a:pt x="85150" y="947525"/>
                    <a:pt x="85125" y="949490"/>
                    <a:pt x="85098" y="951455"/>
                  </a:cubicBezTo>
                  <a:cubicBezTo>
                    <a:pt x="85035" y="956280"/>
                    <a:pt x="84984" y="961106"/>
                    <a:pt x="84942" y="965931"/>
                  </a:cubicBezTo>
                  <a:cubicBezTo>
                    <a:pt x="84206" y="965931"/>
                    <a:pt x="83469" y="965931"/>
                    <a:pt x="82710" y="965931"/>
                  </a:cubicBezTo>
                  <a:cubicBezTo>
                    <a:pt x="82464" y="979683"/>
                    <a:pt x="82219" y="993434"/>
                    <a:pt x="81966" y="1007603"/>
                  </a:cubicBezTo>
                  <a:cubicBezTo>
                    <a:pt x="81229" y="1007603"/>
                    <a:pt x="80492" y="1007603"/>
                    <a:pt x="79733" y="1007603"/>
                  </a:cubicBezTo>
                  <a:cubicBezTo>
                    <a:pt x="79742" y="1008131"/>
                    <a:pt x="79751" y="1008660"/>
                    <a:pt x="79760" y="1009204"/>
                  </a:cubicBezTo>
                  <a:cubicBezTo>
                    <a:pt x="79766" y="1009888"/>
                    <a:pt x="79773" y="1010572"/>
                    <a:pt x="79780" y="1011277"/>
                  </a:cubicBezTo>
                  <a:cubicBezTo>
                    <a:pt x="79789" y="1011959"/>
                    <a:pt x="79797" y="1012641"/>
                    <a:pt x="79806" y="1013344"/>
                  </a:cubicBezTo>
                  <a:cubicBezTo>
                    <a:pt x="79733" y="1015044"/>
                    <a:pt x="79733" y="1015044"/>
                    <a:pt x="78989" y="1015788"/>
                  </a:cubicBezTo>
                  <a:cubicBezTo>
                    <a:pt x="76735" y="1015854"/>
                    <a:pt x="74497" y="1015874"/>
                    <a:pt x="72243" y="1015861"/>
                  </a:cubicBezTo>
                  <a:cubicBezTo>
                    <a:pt x="71566" y="1015860"/>
                    <a:pt x="70890" y="1015859"/>
                    <a:pt x="70194" y="1015858"/>
                  </a:cubicBezTo>
                  <a:cubicBezTo>
                    <a:pt x="68025" y="1015854"/>
                    <a:pt x="65857" y="1015844"/>
                    <a:pt x="63688" y="1015835"/>
                  </a:cubicBezTo>
                  <a:cubicBezTo>
                    <a:pt x="62221" y="1015831"/>
                    <a:pt x="60755" y="1015828"/>
                    <a:pt x="59288" y="1015825"/>
                  </a:cubicBezTo>
                  <a:cubicBezTo>
                    <a:pt x="55685" y="1015817"/>
                    <a:pt x="52083" y="1015804"/>
                    <a:pt x="48480" y="1015788"/>
                  </a:cubicBezTo>
                  <a:cubicBezTo>
                    <a:pt x="48480" y="1015052"/>
                    <a:pt x="48480" y="1014315"/>
                    <a:pt x="48480" y="1013556"/>
                  </a:cubicBezTo>
                  <a:cubicBezTo>
                    <a:pt x="46658" y="1012645"/>
                    <a:pt x="45455" y="1012709"/>
                    <a:pt x="43419" y="1012694"/>
                  </a:cubicBezTo>
                  <a:cubicBezTo>
                    <a:pt x="42676" y="1012687"/>
                    <a:pt x="41934" y="1012679"/>
                    <a:pt x="41169" y="1012671"/>
                  </a:cubicBezTo>
                  <a:cubicBezTo>
                    <a:pt x="39963" y="1012663"/>
                    <a:pt x="39963" y="1012663"/>
                    <a:pt x="38733" y="1012655"/>
                  </a:cubicBezTo>
                  <a:cubicBezTo>
                    <a:pt x="37046" y="1012634"/>
                    <a:pt x="35358" y="1012613"/>
                    <a:pt x="33671" y="1012591"/>
                  </a:cubicBezTo>
                  <a:cubicBezTo>
                    <a:pt x="30999" y="1012560"/>
                    <a:pt x="28327" y="1012533"/>
                    <a:pt x="25655" y="1012513"/>
                  </a:cubicBezTo>
                  <a:cubicBezTo>
                    <a:pt x="23084" y="1012493"/>
                    <a:pt x="20514" y="1012459"/>
                    <a:pt x="17944" y="1012422"/>
                  </a:cubicBezTo>
                  <a:cubicBezTo>
                    <a:pt x="17138" y="1012420"/>
                    <a:pt x="16333" y="1012418"/>
                    <a:pt x="15503" y="1012415"/>
                  </a:cubicBezTo>
                  <a:cubicBezTo>
                    <a:pt x="14393" y="1012397"/>
                    <a:pt x="14393" y="1012397"/>
                    <a:pt x="13261" y="1012378"/>
                  </a:cubicBezTo>
                  <a:cubicBezTo>
                    <a:pt x="12606" y="1012372"/>
                    <a:pt x="11951" y="1012366"/>
                    <a:pt x="11276" y="1012359"/>
                  </a:cubicBezTo>
                  <a:cubicBezTo>
                    <a:pt x="10538" y="1012215"/>
                    <a:pt x="10538" y="1012215"/>
                    <a:pt x="9784" y="1012068"/>
                  </a:cubicBezTo>
                  <a:cubicBezTo>
                    <a:pt x="9416" y="1010963"/>
                    <a:pt x="9416" y="1010963"/>
                    <a:pt x="9040" y="1009835"/>
                  </a:cubicBezTo>
                  <a:cubicBezTo>
                    <a:pt x="7342" y="1009425"/>
                    <a:pt x="7342" y="1009425"/>
                    <a:pt x="5366" y="1009370"/>
                  </a:cubicBezTo>
                  <a:cubicBezTo>
                    <a:pt x="1716" y="1009150"/>
                    <a:pt x="1716" y="1009150"/>
                    <a:pt x="110" y="1008347"/>
                  </a:cubicBezTo>
                  <a:cubicBezTo>
                    <a:pt x="-101" y="1006352"/>
                    <a:pt x="47" y="1004404"/>
                    <a:pt x="110" y="1002394"/>
                  </a:cubicBezTo>
                  <a:cubicBezTo>
                    <a:pt x="847" y="1002639"/>
                    <a:pt x="1584" y="1002885"/>
                    <a:pt x="2343" y="1003138"/>
                  </a:cubicBezTo>
                  <a:cubicBezTo>
                    <a:pt x="2349" y="1002608"/>
                    <a:pt x="2355" y="1002079"/>
                    <a:pt x="2361" y="1001533"/>
                  </a:cubicBezTo>
                  <a:cubicBezTo>
                    <a:pt x="2419" y="996550"/>
                    <a:pt x="2484" y="991568"/>
                    <a:pt x="2557" y="986586"/>
                  </a:cubicBezTo>
                  <a:cubicBezTo>
                    <a:pt x="2594" y="984024"/>
                    <a:pt x="2628" y="981462"/>
                    <a:pt x="2657" y="978900"/>
                  </a:cubicBezTo>
                  <a:cubicBezTo>
                    <a:pt x="2689" y="975958"/>
                    <a:pt x="2734" y="973015"/>
                    <a:pt x="2779" y="970073"/>
                  </a:cubicBezTo>
                  <a:cubicBezTo>
                    <a:pt x="2787" y="969149"/>
                    <a:pt x="2796" y="968225"/>
                    <a:pt x="2805" y="967273"/>
                  </a:cubicBezTo>
                  <a:cubicBezTo>
                    <a:pt x="2820" y="966424"/>
                    <a:pt x="2834" y="965575"/>
                    <a:pt x="2850" y="964700"/>
                  </a:cubicBezTo>
                  <a:cubicBezTo>
                    <a:pt x="2860" y="963948"/>
                    <a:pt x="2870" y="963196"/>
                    <a:pt x="2880" y="962422"/>
                  </a:cubicBezTo>
                  <a:cubicBezTo>
                    <a:pt x="2948" y="961861"/>
                    <a:pt x="3017" y="961300"/>
                    <a:pt x="3087" y="960722"/>
                  </a:cubicBezTo>
                  <a:cubicBezTo>
                    <a:pt x="3578" y="960476"/>
                    <a:pt x="4069" y="960231"/>
                    <a:pt x="4575" y="959978"/>
                  </a:cubicBezTo>
                  <a:cubicBezTo>
                    <a:pt x="5314" y="957763"/>
                    <a:pt x="5424" y="956265"/>
                    <a:pt x="5449" y="953952"/>
                  </a:cubicBezTo>
                  <a:cubicBezTo>
                    <a:pt x="5459" y="953180"/>
                    <a:pt x="5469" y="952407"/>
                    <a:pt x="5479" y="951612"/>
                  </a:cubicBezTo>
                  <a:cubicBezTo>
                    <a:pt x="5487" y="950779"/>
                    <a:pt x="5495" y="949947"/>
                    <a:pt x="5503" y="949089"/>
                  </a:cubicBezTo>
                  <a:cubicBezTo>
                    <a:pt x="5527" y="947336"/>
                    <a:pt x="5552" y="945583"/>
                    <a:pt x="5577" y="943831"/>
                  </a:cubicBezTo>
                  <a:cubicBezTo>
                    <a:pt x="5612" y="941059"/>
                    <a:pt x="5645" y="938288"/>
                    <a:pt x="5674" y="935516"/>
                  </a:cubicBezTo>
                  <a:cubicBezTo>
                    <a:pt x="5704" y="932847"/>
                    <a:pt x="5742" y="930178"/>
                    <a:pt x="5782" y="927509"/>
                  </a:cubicBezTo>
                  <a:cubicBezTo>
                    <a:pt x="5788" y="926673"/>
                    <a:pt x="5794" y="925838"/>
                    <a:pt x="5801" y="924977"/>
                  </a:cubicBezTo>
                  <a:cubicBezTo>
                    <a:pt x="5813" y="924209"/>
                    <a:pt x="5825" y="923442"/>
                    <a:pt x="5838" y="922651"/>
                  </a:cubicBezTo>
                  <a:cubicBezTo>
                    <a:pt x="5846" y="921972"/>
                    <a:pt x="5853" y="921293"/>
                    <a:pt x="5861" y="920594"/>
                  </a:cubicBezTo>
                  <a:cubicBezTo>
                    <a:pt x="5961" y="919830"/>
                    <a:pt x="5961" y="919830"/>
                    <a:pt x="6064" y="919050"/>
                  </a:cubicBezTo>
                  <a:cubicBezTo>
                    <a:pt x="6555" y="918805"/>
                    <a:pt x="7046" y="918559"/>
                    <a:pt x="7552" y="918306"/>
                  </a:cubicBezTo>
                  <a:cubicBezTo>
                    <a:pt x="7785" y="916580"/>
                    <a:pt x="7785" y="916580"/>
                    <a:pt x="7754" y="914476"/>
                  </a:cubicBezTo>
                  <a:cubicBezTo>
                    <a:pt x="7761" y="913659"/>
                    <a:pt x="7769" y="912842"/>
                    <a:pt x="7777" y="912001"/>
                  </a:cubicBezTo>
                  <a:cubicBezTo>
                    <a:pt x="7778" y="911112"/>
                    <a:pt x="7780" y="910223"/>
                    <a:pt x="7781" y="909307"/>
                  </a:cubicBezTo>
                  <a:cubicBezTo>
                    <a:pt x="7800" y="907447"/>
                    <a:pt x="7819" y="905588"/>
                    <a:pt x="7838" y="903728"/>
                  </a:cubicBezTo>
                  <a:cubicBezTo>
                    <a:pt x="7860" y="900779"/>
                    <a:pt x="7877" y="897829"/>
                    <a:pt x="7891" y="894880"/>
                  </a:cubicBezTo>
                  <a:cubicBezTo>
                    <a:pt x="7907" y="892046"/>
                    <a:pt x="7937" y="889212"/>
                    <a:pt x="7967" y="886378"/>
                  </a:cubicBezTo>
                  <a:cubicBezTo>
                    <a:pt x="7968" y="885489"/>
                    <a:pt x="7968" y="884600"/>
                    <a:pt x="7968" y="883684"/>
                  </a:cubicBezTo>
                  <a:cubicBezTo>
                    <a:pt x="7983" y="882458"/>
                    <a:pt x="7983" y="882458"/>
                    <a:pt x="7998" y="881208"/>
                  </a:cubicBezTo>
                  <a:cubicBezTo>
                    <a:pt x="8002" y="880485"/>
                    <a:pt x="8005" y="879762"/>
                    <a:pt x="8009" y="879017"/>
                  </a:cubicBezTo>
                  <a:cubicBezTo>
                    <a:pt x="8104" y="878476"/>
                    <a:pt x="8198" y="877935"/>
                    <a:pt x="8296" y="877378"/>
                  </a:cubicBezTo>
                  <a:cubicBezTo>
                    <a:pt x="9033" y="877133"/>
                    <a:pt x="9769" y="876887"/>
                    <a:pt x="10528" y="876634"/>
                  </a:cubicBezTo>
                  <a:cubicBezTo>
                    <a:pt x="10877" y="874913"/>
                    <a:pt x="10877" y="874913"/>
                    <a:pt x="10826" y="872804"/>
                  </a:cubicBezTo>
                  <a:cubicBezTo>
                    <a:pt x="10841" y="871579"/>
                    <a:pt x="10841" y="871579"/>
                    <a:pt x="10857" y="870329"/>
                  </a:cubicBezTo>
                  <a:cubicBezTo>
                    <a:pt x="10857" y="869440"/>
                    <a:pt x="10857" y="868551"/>
                    <a:pt x="10857" y="867635"/>
                  </a:cubicBezTo>
                  <a:cubicBezTo>
                    <a:pt x="10867" y="866729"/>
                    <a:pt x="10876" y="865823"/>
                    <a:pt x="10887" y="864890"/>
                  </a:cubicBezTo>
                  <a:cubicBezTo>
                    <a:pt x="10917" y="861984"/>
                    <a:pt x="10933" y="859077"/>
                    <a:pt x="10947" y="856170"/>
                  </a:cubicBezTo>
                  <a:cubicBezTo>
                    <a:pt x="10965" y="853263"/>
                    <a:pt x="10985" y="850357"/>
                    <a:pt x="11015" y="847450"/>
                  </a:cubicBezTo>
                  <a:cubicBezTo>
                    <a:pt x="11033" y="845637"/>
                    <a:pt x="11044" y="843825"/>
                    <a:pt x="11048" y="842012"/>
                  </a:cubicBezTo>
                  <a:cubicBezTo>
                    <a:pt x="11055" y="841195"/>
                    <a:pt x="11063" y="840378"/>
                    <a:pt x="11071" y="839536"/>
                  </a:cubicBezTo>
                  <a:cubicBezTo>
                    <a:pt x="11075" y="838451"/>
                    <a:pt x="11075" y="838451"/>
                    <a:pt x="11080" y="837345"/>
                  </a:cubicBezTo>
                  <a:cubicBezTo>
                    <a:pt x="11144" y="836804"/>
                    <a:pt x="11207" y="836263"/>
                    <a:pt x="11273" y="835706"/>
                  </a:cubicBezTo>
                  <a:cubicBezTo>
                    <a:pt x="11764" y="835461"/>
                    <a:pt x="12255" y="835215"/>
                    <a:pt x="12761" y="834962"/>
                  </a:cubicBezTo>
                  <a:cubicBezTo>
                    <a:pt x="13565" y="832689"/>
                    <a:pt x="13609" y="830503"/>
                    <a:pt x="13634" y="828107"/>
                  </a:cubicBezTo>
                  <a:cubicBezTo>
                    <a:pt x="13644" y="827335"/>
                    <a:pt x="13654" y="826563"/>
                    <a:pt x="13665" y="825768"/>
                  </a:cubicBezTo>
                  <a:cubicBezTo>
                    <a:pt x="13672" y="824939"/>
                    <a:pt x="13680" y="824110"/>
                    <a:pt x="13688" y="823257"/>
                  </a:cubicBezTo>
                  <a:cubicBezTo>
                    <a:pt x="13713" y="821506"/>
                    <a:pt x="13737" y="819756"/>
                    <a:pt x="13762" y="818005"/>
                  </a:cubicBezTo>
                  <a:cubicBezTo>
                    <a:pt x="13798" y="815242"/>
                    <a:pt x="13831" y="812479"/>
                    <a:pt x="13860" y="809715"/>
                  </a:cubicBezTo>
                  <a:cubicBezTo>
                    <a:pt x="13889" y="807051"/>
                    <a:pt x="13928" y="804387"/>
                    <a:pt x="13967" y="801723"/>
                  </a:cubicBezTo>
                  <a:cubicBezTo>
                    <a:pt x="13973" y="800890"/>
                    <a:pt x="13980" y="800057"/>
                    <a:pt x="13986" y="799198"/>
                  </a:cubicBezTo>
                  <a:cubicBezTo>
                    <a:pt x="13998" y="798433"/>
                    <a:pt x="14011" y="797668"/>
                    <a:pt x="14024" y="796880"/>
                  </a:cubicBezTo>
                  <a:cubicBezTo>
                    <a:pt x="14031" y="796203"/>
                    <a:pt x="14039" y="795526"/>
                    <a:pt x="14047" y="794829"/>
                  </a:cubicBezTo>
                  <a:cubicBezTo>
                    <a:pt x="14147" y="794067"/>
                    <a:pt x="14147" y="794067"/>
                    <a:pt x="14249" y="793290"/>
                  </a:cubicBezTo>
                  <a:cubicBezTo>
                    <a:pt x="14740" y="793045"/>
                    <a:pt x="15231" y="792799"/>
                    <a:pt x="15737" y="792546"/>
                  </a:cubicBezTo>
                  <a:cubicBezTo>
                    <a:pt x="15971" y="790790"/>
                    <a:pt x="15971" y="790790"/>
                    <a:pt x="15939" y="788648"/>
                  </a:cubicBezTo>
                  <a:cubicBezTo>
                    <a:pt x="15947" y="787816"/>
                    <a:pt x="15954" y="786985"/>
                    <a:pt x="15962" y="786127"/>
                  </a:cubicBezTo>
                  <a:cubicBezTo>
                    <a:pt x="15964" y="785222"/>
                    <a:pt x="15965" y="784317"/>
                    <a:pt x="15967" y="783384"/>
                  </a:cubicBezTo>
                  <a:cubicBezTo>
                    <a:pt x="15986" y="781491"/>
                    <a:pt x="16005" y="779597"/>
                    <a:pt x="16024" y="777704"/>
                  </a:cubicBezTo>
                  <a:cubicBezTo>
                    <a:pt x="16047" y="774701"/>
                    <a:pt x="16063" y="771697"/>
                    <a:pt x="16077" y="768694"/>
                  </a:cubicBezTo>
                  <a:cubicBezTo>
                    <a:pt x="16091" y="765808"/>
                    <a:pt x="16122" y="762922"/>
                    <a:pt x="16153" y="760037"/>
                  </a:cubicBezTo>
                  <a:cubicBezTo>
                    <a:pt x="16153" y="759131"/>
                    <a:pt x="16153" y="758226"/>
                    <a:pt x="16153" y="757293"/>
                  </a:cubicBezTo>
                  <a:cubicBezTo>
                    <a:pt x="16163" y="756461"/>
                    <a:pt x="16173" y="755629"/>
                    <a:pt x="16183" y="754772"/>
                  </a:cubicBezTo>
                  <a:cubicBezTo>
                    <a:pt x="16189" y="753668"/>
                    <a:pt x="16189" y="753668"/>
                    <a:pt x="16195" y="752541"/>
                  </a:cubicBezTo>
                  <a:cubicBezTo>
                    <a:pt x="16289" y="751991"/>
                    <a:pt x="16384" y="751441"/>
                    <a:pt x="16481" y="750874"/>
                  </a:cubicBezTo>
                  <a:cubicBezTo>
                    <a:pt x="17218" y="750629"/>
                    <a:pt x="17955" y="750383"/>
                    <a:pt x="18714" y="750130"/>
                  </a:cubicBezTo>
                  <a:cubicBezTo>
                    <a:pt x="19057" y="748445"/>
                    <a:pt x="19057" y="748445"/>
                    <a:pt x="19000" y="746381"/>
                  </a:cubicBezTo>
                  <a:cubicBezTo>
                    <a:pt x="19008" y="745581"/>
                    <a:pt x="19015" y="744781"/>
                    <a:pt x="19023" y="743957"/>
                  </a:cubicBezTo>
                  <a:cubicBezTo>
                    <a:pt x="19021" y="743087"/>
                    <a:pt x="19019" y="742217"/>
                    <a:pt x="19016" y="741320"/>
                  </a:cubicBezTo>
                  <a:cubicBezTo>
                    <a:pt x="19024" y="740432"/>
                    <a:pt x="19032" y="739545"/>
                    <a:pt x="19041" y="738631"/>
                  </a:cubicBezTo>
                  <a:cubicBezTo>
                    <a:pt x="19066" y="735782"/>
                    <a:pt x="19078" y="732934"/>
                    <a:pt x="19086" y="730085"/>
                  </a:cubicBezTo>
                  <a:cubicBezTo>
                    <a:pt x="19097" y="726342"/>
                    <a:pt x="19122" y="722599"/>
                    <a:pt x="19156" y="718856"/>
                  </a:cubicBezTo>
                  <a:cubicBezTo>
                    <a:pt x="19152" y="717553"/>
                    <a:pt x="19152" y="717553"/>
                    <a:pt x="19149" y="716223"/>
                  </a:cubicBezTo>
                  <a:cubicBezTo>
                    <a:pt x="19156" y="715421"/>
                    <a:pt x="19164" y="714619"/>
                    <a:pt x="19172" y="713793"/>
                  </a:cubicBezTo>
                  <a:cubicBezTo>
                    <a:pt x="19173" y="713084"/>
                    <a:pt x="19175" y="712376"/>
                    <a:pt x="19176" y="711646"/>
                  </a:cubicBezTo>
                  <a:cubicBezTo>
                    <a:pt x="19269" y="711085"/>
                    <a:pt x="19362" y="710524"/>
                    <a:pt x="19458" y="709947"/>
                  </a:cubicBezTo>
                  <a:cubicBezTo>
                    <a:pt x="20195" y="709456"/>
                    <a:pt x="20931" y="708964"/>
                    <a:pt x="21690" y="708458"/>
                  </a:cubicBezTo>
                  <a:cubicBezTo>
                    <a:pt x="22035" y="706693"/>
                    <a:pt x="22035" y="706693"/>
                    <a:pt x="21989" y="704612"/>
                  </a:cubicBezTo>
                  <a:cubicBezTo>
                    <a:pt x="21999" y="703810"/>
                    <a:pt x="22008" y="703009"/>
                    <a:pt x="22019" y="702182"/>
                  </a:cubicBezTo>
                  <a:cubicBezTo>
                    <a:pt x="22019" y="701313"/>
                    <a:pt x="22019" y="700444"/>
                    <a:pt x="22019" y="699549"/>
                  </a:cubicBezTo>
                  <a:cubicBezTo>
                    <a:pt x="22034" y="698217"/>
                    <a:pt x="22034" y="698217"/>
                    <a:pt x="22049" y="696858"/>
                  </a:cubicBezTo>
                  <a:cubicBezTo>
                    <a:pt x="22079" y="694012"/>
                    <a:pt x="22095" y="691166"/>
                    <a:pt x="22109" y="688320"/>
                  </a:cubicBezTo>
                  <a:cubicBezTo>
                    <a:pt x="22127" y="685471"/>
                    <a:pt x="22148" y="682623"/>
                    <a:pt x="22177" y="679774"/>
                  </a:cubicBezTo>
                  <a:cubicBezTo>
                    <a:pt x="22196" y="677999"/>
                    <a:pt x="22207" y="676223"/>
                    <a:pt x="22210" y="674448"/>
                  </a:cubicBezTo>
                  <a:cubicBezTo>
                    <a:pt x="22217" y="673648"/>
                    <a:pt x="22225" y="672848"/>
                    <a:pt x="22233" y="672024"/>
                  </a:cubicBezTo>
                  <a:cubicBezTo>
                    <a:pt x="22236" y="671317"/>
                    <a:pt x="22239" y="670609"/>
                    <a:pt x="22242" y="669880"/>
                  </a:cubicBezTo>
                  <a:cubicBezTo>
                    <a:pt x="22338" y="669085"/>
                    <a:pt x="22338" y="669085"/>
                    <a:pt x="22435" y="668275"/>
                  </a:cubicBezTo>
                  <a:cubicBezTo>
                    <a:pt x="22926" y="668029"/>
                    <a:pt x="23417" y="667784"/>
                    <a:pt x="23923" y="667531"/>
                  </a:cubicBezTo>
                  <a:cubicBezTo>
                    <a:pt x="24172" y="665739"/>
                    <a:pt x="24172" y="665739"/>
                    <a:pt x="24160" y="663553"/>
                  </a:cubicBezTo>
                  <a:cubicBezTo>
                    <a:pt x="24175" y="662703"/>
                    <a:pt x="24190" y="661854"/>
                    <a:pt x="24205" y="660979"/>
                  </a:cubicBezTo>
                  <a:cubicBezTo>
                    <a:pt x="24214" y="660055"/>
                    <a:pt x="24222" y="659131"/>
                    <a:pt x="24231" y="658179"/>
                  </a:cubicBezTo>
                  <a:cubicBezTo>
                    <a:pt x="24245" y="657239"/>
                    <a:pt x="24260" y="656299"/>
                    <a:pt x="24275" y="655330"/>
                  </a:cubicBezTo>
                  <a:cubicBezTo>
                    <a:pt x="24312" y="652826"/>
                    <a:pt x="24342" y="650321"/>
                    <a:pt x="24370" y="647817"/>
                  </a:cubicBezTo>
                  <a:cubicBezTo>
                    <a:pt x="24400" y="645263"/>
                    <a:pt x="24438" y="642710"/>
                    <a:pt x="24475" y="640156"/>
                  </a:cubicBezTo>
                  <a:cubicBezTo>
                    <a:pt x="24547" y="635142"/>
                    <a:pt x="24610" y="630129"/>
                    <a:pt x="24667" y="625115"/>
                  </a:cubicBezTo>
                  <a:cubicBezTo>
                    <a:pt x="25404" y="625360"/>
                    <a:pt x="26140" y="625606"/>
                    <a:pt x="26899" y="625859"/>
                  </a:cubicBezTo>
                  <a:cubicBezTo>
                    <a:pt x="27145" y="611861"/>
                    <a:pt x="27391" y="597864"/>
                    <a:pt x="27644" y="583443"/>
                  </a:cubicBezTo>
                  <a:cubicBezTo>
                    <a:pt x="28135" y="583443"/>
                    <a:pt x="28626" y="583443"/>
                    <a:pt x="29132" y="583443"/>
                  </a:cubicBezTo>
                  <a:cubicBezTo>
                    <a:pt x="30066" y="581574"/>
                    <a:pt x="29984" y="580269"/>
                    <a:pt x="30005" y="578177"/>
                  </a:cubicBezTo>
                  <a:cubicBezTo>
                    <a:pt x="30015" y="577390"/>
                    <a:pt x="30025" y="576603"/>
                    <a:pt x="30036" y="575792"/>
                  </a:cubicBezTo>
                  <a:cubicBezTo>
                    <a:pt x="30043" y="574939"/>
                    <a:pt x="30051" y="574086"/>
                    <a:pt x="30059" y="573208"/>
                  </a:cubicBezTo>
                  <a:cubicBezTo>
                    <a:pt x="30084" y="571419"/>
                    <a:pt x="30108" y="569630"/>
                    <a:pt x="30133" y="567841"/>
                  </a:cubicBezTo>
                  <a:cubicBezTo>
                    <a:pt x="30169" y="565007"/>
                    <a:pt x="30202" y="562173"/>
                    <a:pt x="30231" y="559340"/>
                  </a:cubicBezTo>
                  <a:cubicBezTo>
                    <a:pt x="30260" y="556614"/>
                    <a:pt x="30299" y="553888"/>
                    <a:pt x="30338" y="551163"/>
                  </a:cubicBezTo>
                  <a:cubicBezTo>
                    <a:pt x="30344" y="550309"/>
                    <a:pt x="30351" y="549454"/>
                    <a:pt x="30357" y="548574"/>
                  </a:cubicBezTo>
                  <a:cubicBezTo>
                    <a:pt x="30376" y="547397"/>
                    <a:pt x="30376" y="547397"/>
                    <a:pt x="30395" y="546196"/>
                  </a:cubicBezTo>
                  <a:cubicBezTo>
                    <a:pt x="30402" y="545502"/>
                    <a:pt x="30410" y="544807"/>
                    <a:pt x="30418" y="544092"/>
                  </a:cubicBezTo>
                  <a:cubicBezTo>
                    <a:pt x="30485" y="543571"/>
                    <a:pt x="30551" y="543051"/>
                    <a:pt x="30620" y="542515"/>
                  </a:cubicBezTo>
                  <a:cubicBezTo>
                    <a:pt x="31111" y="542269"/>
                    <a:pt x="31602" y="542024"/>
                    <a:pt x="32108" y="541771"/>
                  </a:cubicBezTo>
                  <a:cubicBezTo>
                    <a:pt x="32358" y="540010"/>
                    <a:pt x="32358" y="540010"/>
                    <a:pt x="32346" y="537861"/>
                  </a:cubicBezTo>
                  <a:cubicBezTo>
                    <a:pt x="32361" y="537027"/>
                    <a:pt x="32375" y="536193"/>
                    <a:pt x="32391" y="535333"/>
                  </a:cubicBezTo>
                  <a:cubicBezTo>
                    <a:pt x="32403" y="533972"/>
                    <a:pt x="32403" y="533972"/>
                    <a:pt x="32417" y="532583"/>
                  </a:cubicBezTo>
                  <a:cubicBezTo>
                    <a:pt x="32431" y="531659"/>
                    <a:pt x="32445" y="530735"/>
                    <a:pt x="32460" y="529783"/>
                  </a:cubicBezTo>
                  <a:cubicBezTo>
                    <a:pt x="32497" y="527323"/>
                    <a:pt x="32528" y="524863"/>
                    <a:pt x="32556" y="522402"/>
                  </a:cubicBezTo>
                  <a:cubicBezTo>
                    <a:pt x="32585" y="519893"/>
                    <a:pt x="32623" y="517385"/>
                    <a:pt x="32661" y="514876"/>
                  </a:cubicBezTo>
                  <a:cubicBezTo>
                    <a:pt x="32732" y="509950"/>
                    <a:pt x="32796" y="505025"/>
                    <a:pt x="32853" y="500099"/>
                  </a:cubicBezTo>
                  <a:cubicBezTo>
                    <a:pt x="33589" y="500345"/>
                    <a:pt x="34326" y="500590"/>
                    <a:pt x="35085" y="500843"/>
                  </a:cubicBezTo>
                  <a:cubicBezTo>
                    <a:pt x="35089" y="500317"/>
                    <a:pt x="35094" y="499790"/>
                    <a:pt x="35098" y="499248"/>
                  </a:cubicBezTo>
                  <a:cubicBezTo>
                    <a:pt x="35141" y="494288"/>
                    <a:pt x="35195" y="489328"/>
                    <a:pt x="35260" y="484368"/>
                  </a:cubicBezTo>
                  <a:cubicBezTo>
                    <a:pt x="35294" y="481818"/>
                    <a:pt x="35323" y="479268"/>
                    <a:pt x="35343" y="476718"/>
                  </a:cubicBezTo>
                  <a:cubicBezTo>
                    <a:pt x="35366" y="473786"/>
                    <a:pt x="35407" y="470855"/>
                    <a:pt x="35448" y="467924"/>
                  </a:cubicBezTo>
                  <a:cubicBezTo>
                    <a:pt x="35455" y="466549"/>
                    <a:pt x="35455" y="466549"/>
                    <a:pt x="35463" y="465147"/>
                  </a:cubicBezTo>
                  <a:cubicBezTo>
                    <a:pt x="35478" y="464298"/>
                    <a:pt x="35492" y="463449"/>
                    <a:pt x="35507" y="462574"/>
                  </a:cubicBezTo>
                  <a:cubicBezTo>
                    <a:pt x="35516" y="461826"/>
                    <a:pt x="35524" y="461077"/>
                    <a:pt x="35532" y="460306"/>
                  </a:cubicBezTo>
                  <a:cubicBezTo>
                    <a:pt x="35883" y="458085"/>
                    <a:pt x="36516" y="457724"/>
                    <a:pt x="38062" y="456195"/>
                  </a:cubicBezTo>
                  <a:cubicBezTo>
                    <a:pt x="38403" y="454355"/>
                    <a:pt x="38403" y="454355"/>
                    <a:pt x="38360" y="452264"/>
                  </a:cubicBezTo>
                  <a:cubicBezTo>
                    <a:pt x="38375" y="451061"/>
                    <a:pt x="38375" y="451061"/>
                    <a:pt x="38390" y="449834"/>
                  </a:cubicBezTo>
                  <a:cubicBezTo>
                    <a:pt x="38390" y="448969"/>
                    <a:pt x="38390" y="448104"/>
                    <a:pt x="38390" y="447213"/>
                  </a:cubicBezTo>
                  <a:cubicBezTo>
                    <a:pt x="38400" y="446326"/>
                    <a:pt x="38410" y="445439"/>
                    <a:pt x="38420" y="444525"/>
                  </a:cubicBezTo>
                  <a:cubicBezTo>
                    <a:pt x="38450" y="441687"/>
                    <a:pt x="38466" y="438848"/>
                    <a:pt x="38480" y="436010"/>
                  </a:cubicBezTo>
                  <a:cubicBezTo>
                    <a:pt x="38498" y="433166"/>
                    <a:pt x="38519" y="430323"/>
                    <a:pt x="38548" y="427479"/>
                  </a:cubicBezTo>
                  <a:cubicBezTo>
                    <a:pt x="38567" y="425708"/>
                    <a:pt x="38578" y="423936"/>
                    <a:pt x="38581" y="422165"/>
                  </a:cubicBezTo>
                  <a:cubicBezTo>
                    <a:pt x="38588" y="421368"/>
                    <a:pt x="38596" y="420570"/>
                    <a:pt x="38604" y="419749"/>
                  </a:cubicBezTo>
                  <a:cubicBezTo>
                    <a:pt x="38607" y="419043"/>
                    <a:pt x="38610" y="418338"/>
                    <a:pt x="38614" y="417611"/>
                  </a:cubicBezTo>
                  <a:cubicBezTo>
                    <a:pt x="38677" y="417083"/>
                    <a:pt x="38740" y="416555"/>
                    <a:pt x="38806" y="416011"/>
                  </a:cubicBezTo>
                  <a:cubicBezTo>
                    <a:pt x="39297" y="415766"/>
                    <a:pt x="39788" y="415520"/>
                    <a:pt x="40294" y="415267"/>
                  </a:cubicBezTo>
                  <a:cubicBezTo>
                    <a:pt x="40543" y="413536"/>
                    <a:pt x="40543" y="413536"/>
                    <a:pt x="40531" y="411425"/>
                  </a:cubicBezTo>
                  <a:cubicBezTo>
                    <a:pt x="40546" y="410606"/>
                    <a:pt x="40561" y="409787"/>
                    <a:pt x="40576" y="408943"/>
                  </a:cubicBezTo>
                  <a:cubicBezTo>
                    <a:pt x="40585" y="408051"/>
                    <a:pt x="40593" y="407160"/>
                    <a:pt x="40602" y="406241"/>
                  </a:cubicBezTo>
                  <a:cubicBezTo>
                    <a:pt x="40617" y="405334"/>
                    <a:pt x="40631" y="404427"/>
                    <a:pt x="40646" y="403492"/>
                  </a:cubicBezTo>
                  <a:cubicBezTo>
                    <a:pt x="40690" y="400580"/>
                    <a:pt x="40725" y="397668"/>
                    <a:pt x="40759" y="394757"/>
                  </a:cubicBezTo>
                  <a:cubicBezTo>
                    <a:pt x="40787" y="392788"/>
                    <a:pt x="40817" y="390820"/>
                    <a:pt x="40846" y="388851"/>
                  </a:cubicBezTo>
                  <a:cubicBezTo>
                    <a:pt x="40918" y="384014"/>
                    <a:pt x="40981" y="379177"/>
                    <a:pt x="41038" y="374339"/>
                  </a:cubicBezTo>
                  <a:cubicBezTo>
                    <a:pt x="41775" y="374339"/>
                    <a:pt x="42512" y="374339"/>
                    <a:pt x="43271" y="374339"/>
                  </a:cubicBezTo>
                  <a:cubicBezTo>
                    <a:pt x="43516" y="360342"/>
                    <a:pt x="43762" y="346345"/>
                    <a:pt x="44015" y="331923"/>
                  </a:cubicBezTo>
                  <a:cubicBezTo>
                    <a:pt x="44751" y="331923"/>
                    <a:pt x="45488" y="331923"/>
                    <a:pt x="46247" y="331923"/>
                  </a:cubicBezTo>
                  <a:cubicBezTo>
                    <a:pt x="46253" y="331403"/>
                    <a:pt x="46259" y="330882"/>
                    <a:pt x="46265" y="330346"/>
                  </a:cubicBezTo>
                  <a:cubicBezTo>
                    <a:pt x="46323" y="325451"/>
                    <a:pt x="46388" y="320557"/>
                    <a:pt x="46461" y="315662"/>
                  </a:cubicBezTo>
                  <a:cubicBezTo>
                    <a:pt x="46498" y="313145"/>
                    <a:pt x="46533" y="310628"/>
                    <a:pt x="46561" y="308112"/>
                  </a:cubicBezTo>
                  <a:cubicBezTo>
                    <a:pt x="46594" y="305221"/>
                    <a:pt x="46638" y="302330"/>
                    <a:pt x="46683" y="299440"/>
                  </a:cubicBezTo>
                  <a:cubicBezTo>
                    <a:pt x="46692" y="298532"/>
                    <a:pt x="46700" y="297624"/>
                    <a:pt x="46709" y="296689"/>
                  </a:cubicBezTo>
                  <a:cubicBezTo>
                    <a:pt x="46724" y="295855"/>
                    <a:pt x="46739" y="295021"/>
                    <a:pt x="46754" y="294161"/>
                  </a:cubicBezTo>
                  <a:cubicBezTo>
                    <a:pt x="46764" y="293423"/>
                    <a:pt x="46774" y="292684"/>
                    <a:pt x="46784" y="291923"/>
                  </a:cubicBezTo>
                  <a:cubicBezTo>
                    <a:pt x="46852" y="291371"/>
                    <a:pt x="46921" y="290820"/>
                    <a:pt x="46991" y="290251"/>
                  </a:cubicBezTo>
                  <a:cubicBezTo>
                    <a:pt x="47482" y="290006"/>
                    <a:pt x="47974" y="289760"/>
                    <a:pt x="48480" y="289507"/>
                  </a:cubicBezTo>
                  <a:cubicBezTo>
                    <a:pt x="48713" y="287781"/>
                    <a:pt x="48713" y="287781"/>
                    <a:pt x="48681" y="285678"/>
                  </a:cubicBezTo>
                  <a:cubicBezTo>
                    <a:pt x="48689" y="284861"/>
                    <a:pt x="48697" y="284044"/>
                    <a:pt x="48704" y="283202"/>
                  </a:cubicBezTo>
                  <a:cubicBezTo>
                    <a:pt x="48706" y="282313"/>
                    <a:pt x="48708" y="281424"/>
                    <a:pt x="48709" y="280508"/>
                  </a:cubicBezTo>
                  <a:cubicBezTo>
                    <a:pt x="48728" y="278648"/>
                    <a:pt x="48747" y="276789"/>
                    <a:pt x="48766" y="274930"/>
                  </a:cubicBezTo>
                  <a:cubicBezTo>
                    <a:pt x="48787" y="271980"/>
                    <a:pt x="48805" y="269031"/>
                    <a:pt x="48819" y="266081"/>
                  </a:cubicBezTo>
                  <a:cubicBezTo>
                    <a:pt x="48835" y="263247"/>
                    <a:pt x="48864" y="260413"/>
                    <a:pt x="48895" y="257579"/>
                  </a:cubicBezTo>
                  <a:cubicBezTo>
                    <a:pt x="48895" y="256690"/>
                    <a:pt x="48895" y="255801"/>
                    <a:pt x="48895" y="254885"/>
                  </a:cubicBezTo>
                  <a:cubicBezTo>
                    <a:pt x="48905" y="254068"/>
                    <a:pt x="48915" y="253251"/>
                    <a:pt x="48926" y="252409"/>
                  </a:cubicBezTo>
                  <a:cubicBezTo>
                    <a:pt x="48929" y="251686"/>
                    <a:pt x="48933" y="250963"/>
                    <a:pt x="48937" y="250218"/>
                  </a:cubicBezTo>
                  <a:cubicBezTo>
                    <a:pt x="49032" y="249677"/>
                    <a:pt x="49126" y="249137"/>
                    <a:pt x="49224" y="248580"/>
                  </a:cubicBezTo>
                  <a:cubicBezTo>
                    <a:pt x="49960" y="248334"/>
                    <a:pt x="50697" y="248088"/>
                    <a:pt x="51456" y="247835"/>
                  </a:cubicBezTo>
                  <a:cubicBezTo>
                    <a:pt x="51815" y="246110"/>
                    <a:pt x="51815" y="246110"/>
                    <a:pt x="51778" y="243994"/>
                  </a:cubicBezTo>
                  <a:cubicBezTo>
                    <a:pt x="51793" y="243175"/>
                    <a:pt x="51807" y="242355"/>
                    <a:pt x="51822" y="241511"/>
                  </a:cubicBezTo>
                  <a:cubicBezTo>
                    <a:pt x="51827" y="240620"/>
                    <a:pt x="51832" y="239728"/>
                    <a:pt x="51837" y="238810"/>
                  </a:cubicBezTo>
                  <a:cubicBezTo>
                    <a:pt x="51850" y="237902"/>
                    <a:pt x="51864" y="236995"/>
                    <a:pt x="51877" y="236060"/>
                  </a:cubicBezTo>
                  <a:cubicBezTo>
                    <a:pt x="51918" y="233148"/>
                    <a:pt x="51943" y="230237"/>
                    <a:pt x="51968" y="227325"/>
                  </a:cubicBezTo>
                  <a:cubicBezTo>
                    <a:pt x="51992" y="225357"/>
                    <a:pt x="52018" y="223388"/>
                    <a:pt x="52045" y="221420"/>
                  </a:cubicBezTo>
                  <a:cubicBezTo>
                    <a:pt x="52108" y="216583"/>
                    <a:pt x="52159" y="211745"/>
                    <a:pt x="52200" y="206908"/>
                  </a:cubicBezTo>
                  <a:cubicBezTo>
                    <a:pt x="52937" y="206908"/>
                    <a:pt x="53674" y="206908"/>
                    <a:pt x="54433" y="206908"/>
                  </a:cubicBezTo>
                  <a:cubicBezTo>
                    <a:pt x="54439" y="206378"/>
                    <a:pt x="54445" y="205848"/>
                    <a:pt x="54451" y="205302"/>
                  </a:cubicBezTo>
                  <a:cubicBezTo>
                    <a:pt x="54509" y="200320"/>
                    <a:pt x="54574" y="195337"/>
                    <a:pt x="54647" y="190355"/>
                  </a:cubicBezTo>
                  <a:cubicBezTo>
                    <a:pt x="54684" y="187793"/>
                    <a:pt x="54718" y="185232"/>
                    <a:pt x="54747" y="182670"/>
                  </a:cubicBezTo>
                  <a:cubicBezTo>
                    <a:pt x="54779" y="179727"/>
                    <a:pt x="54824" y="176785"/>
                    <a:pt x="54869" y="173843"/>
                  </a:cubicBezTo>
                  <a:cubicBezTo>
                    <a:pt x="54877" y="172919"/>
                    <a:pt x="54886" y="171995"/>
                    <a:pt x="54895" y="171043"/>
                  </a:cubicBezTo>
                  <a:cubicBezTo>
                    <a:pt x="54910" y="170194"/>
                    <a:pt x="54924" y="169345"/>
                    <a:pt x="54940" y="168470"/>
                  </a:cubicBezTo>
                  <a:cubicBezTo>
                    <a:pt x="54949" y="167718"/>
                    <a:pt x="54959" y="166966"/>
                    <a:pt x="54970" y="166191"/>
                  </a:cubicBezTo>
                  <a:cubicBezTo>
                    <a:pt x="55038" y="165630"/>
                    <a:pt x="55106" y="165070"/>
                    <a:pt x="55177" y="164492"/>
                  </a:cubicBezTo>
                  <a:cubicBezTo>
                    <a:pt x="55668" y="164246"/>
                    <a:pt x="56159" y="164001"/>
                    <a:pt x="56665" y="163748"/>
                  </a:cubicBezTo>
                  <a:cubicBezTo>
                    <a:pt x="56914" y="161986"/>
                    <a:pt x="56914" y="161986"/>
                    <a:pt x="56902" y="159838"/>
                  </a:cubicBezTo>
                  <a:cubicBezTo>
                    <a:pt x="56917" y="159003"/>
                    <a:pt x="56932" y="158169"/>
                    <a:pt x="56947" y="157310"/>
                  </a:cubicBezTo>
                  <a:cubicBezTo>
                    <a:pt x="56956" y="156402"/>
                    <a:pt x="56964" y="155494"/>
                    <a:pt x="56973" y="154559"/>
                  </a:cubicBezTo>
                  <a:cubicBezTo>
                    <a:pt x="56988" y="153635"/>
                    <a:pt x="57002" y="152711"/>
                    <a:pt x="57017" y="151759"/>
                  </a:cubicBezTo>
                  <a:cubicBezTo>
                    <a:pt x="57054" y="149299"/>
                    <a:pt x="57085" y="146839"/>
                    <a:pt x="57112" y="144379"/>
                  </a:cubicBezTo>
                  <a:cubicBezTo>
                    <a:pt x="57142" y="141870"/>
                    <a:pt x="57180" y="139361"/>
                    <a:pt x="57217" y="136852"/>
                  </a:cubicBezTo>
                  <a:cubicBezTo>
                    <a:pt x="57289" y="131927"/>
                    <a:pt x="57352" y="127001"/>
                    <a:pt x="57409" y="122076"/>
                  </a:cubicBezTo>
                  <a:cubicBezTo>
                    <a:pt x="58146" y="122321"/>
                    <a:pt x="58883" y="122567"/>
                    <a:pt x="59642" y="122820"/>
                  </a:cubicBezTo>
                  <a:cubicBezTo>
                    <a:pt x="59887" y="109068"/>
                    <a:pt x="60133" y="95316"/>
                    <a:pt x="60386" y="81148"/>
                  </a:cubicBezTo>
                  <a:cubicBezTo>
                    <a:pt x="61122" y="81148"/>
                    <a:pt x="61859" y="81148"/>
                    <a:pt x="62618" y="81148"/>
                  </a:cubicBezTo>
                  <a:cubicBezTo>
                    <a:pt x="62618" y="80640"/>
                    <a:pt x="62617" y="80132"/>
                    <a:pt x="62616" y="79609"/>
                  </a:cubicBezTo>
                  <a:cubicBezTo>
                    <a:pt x="62615" y="74334"/>
                    <a:pt x="62644" y="69059"/>
                    <a:pt x="62691" y="63784"/>
                  </a:cubicBezTo>
                  <a:cubicBezTo>
                    <a:pt x="62704" y="61815"/>
                    <a:pt x="62710" y="59845"/>
                    <a:pt x="62708" y="57875"/>
                  </a:cubicBezTo>
                  <a:cubicBezTo>
                    <a:pt x="62705" y="55046"/>
                    <a:pt x="62732" y="52219"/>
                    <a:pt x="62764" y="49391"/>
                  </a:cubicBezTo>
                  <a:cubicBezTo>
                    <a:pt x="62757" y="48507"/>
                    <a:pt x="62750" y="47624"/>
                    <a:pt x="62743" y="46713"/>
                  </a:cubicBezTo>
                  <a:cubicBezTo>
                    <a:pt x="62783" y="44458"/>
                    <a:pt x="62838" y="42414"/>
                    <a:pt x="63362" y="40220"/>
                  </a:cubicBezTo>
                  <a:cubicBezTo>
                    <a:pt x="65586" y="38670"/>
                    <a:pt x="65586" y="38670"/>
                    <a:pt x="67827" y="37988"/>
                  </a:cubicBezTo>
                  <a:cubicBezTo>
                    <a:pt x="68073" y="37251"/>
                    <a:pt x="68318" y="36514"/>
                    <a:pt x="68571" y="35755"/>
                  </a:cubicBezTo>
                  <a:cubicBezTo>
                    <a:pt x="69308" y="35510"/>
                    <a:pt x="70045" y="35264"/>
                    <a:pt x="70804" y="35011"/>
                  </a:cubicBezTo>
                  <a:cubicBezTo>
                    <a:pt x="71019" y="34581"/>
                    <a:pt x="71234" y="34152"/>
                    <a:pt x="71455" y="33709"/>
                  </a:cubicBezTo>
                  <a:cubicBezTo>
                    <a:pt x="72587" y="31445"/>
                    <a:pt x="74143" y="29997"/>
                    <a:pt x="76013" y="28314"/>
                  </a:cubicBezTo>
                  <a:cubicBezTo>
                    <a:pt x="76504" y="28314"/>
                    <a:pt x="76995" y="28314"/>
                    <a:pt x="77501" y="28314"/>
                  </a:cubicBezTo>
                  <a:cubicBezTo>
                    <a:pt x="77639" y="27600"/>
                    <a:pt x="77639" y="27600"/>
                    <a:pt x="77780" y="26872"/>
                  </a:cubicBezTo>
                  <a:cubicBezTo>
                    <a:pt x="77934" y="26366"/>
                    <a:pt x="78087" y="25859"/>
                    <a:pt x="78245" y="25337"/>
                  </a:cubicBezTo>
                  <a:cubicBezTo>
                    <a:pt x="79237" y="25089"/>
                    <a:pt x="80230" y="24841"/>
                    <a:pt x="81222" y="24593"/>
                  </a:cubicBezTo>
                  <a:cubicBezTo>
                    <a:pt x="81345" y="24087"/>
                    <a:pt x="81467" y="23580"/>
                    <a:pt x="81594" y="23058"/>
                  </a:cubicBezTo>
                  <a:cubicBezTo>
                    <a:pt x="81717" y="22583"/>
                    <a:pt x="81839" y="22107"/>
                    <a:pt x="81966" y="21617"/>
                  </a:cubicBezTo>
                  <a:cubicBezTo>
                    <a:pt x="82948" y="21617"/>
                    <a:pt x="83930" y="21617"/>
                    <a:pt x="84942" y="21617"/>
                  </a:cubicBezTo>
                  <a:cubicBezTo>
                    <a:pt x="84942" y="20389"/>
                    <a:pt x="84942" y="19161"/>
                    <a:pt x="84942" y="17896"/>
                  </a:cubicBezTo>
                  <a:cubicBezTo>
                    <a:pt x="85925" y="17896"/>
                    <a:pt x="86907" y="17896"/>
                    <a:pt x="87919" y="17896"/>
                  </a:cubicBezTo>
                  <a:cubicBezTo>
                    <a:pt x="88419" y="16455"/>
                    <a:pt x="88419" y="16455"/>
                    <a:pt x="88663" y="14919"/>
                  </a:cubicBezTo>
                  <a:cubicBezTo>
                    <a:pt x="89400" y="14551"/>
                    <a:pt x="89400" y="14551"/>
                    <a:pt x="90151" y="14175"/>
                  </a:cubicBezTo>
                  <a:cubicBezTo>
                    <a:pt x="90520" y="13070"/>
                    <a:pt x="90520" y="13070"/>
                    <a:pt x="90896" y="11943"/>
                  </a:cubicBezTo>
                  <a:cubicBezTo>
                    <a:pt x="91387" y="11835"/>
                    <a:pt x="91878" y="11728"/>
                    <a:pt x="92384" y="11617"/>
                  </a:cubicBezTo>
                  <a:cubicBezTo>
                    <a:pt x="92875" y="11479"/>
                    <a:pt x="93366" y="11341"/>
                    <a:pt x="93872" y="11199"/>
                  </a:cubicBezTo>
                  <a:cubicBezTo>
                    <a:pt x="94128" y="10208"/>
                    <a:pt x="94375" y="9216"/>
                    <a:pt x="94616" y="8222"/>
                  </a:cubicBezTo>
                  <a:cubicBezTo>
                    <a:pt x="95325" y="7900"/>
                    <a:pt x="95325" y="7900"/>
                    <a:pt x="96049" y="7571"/>
                  </a:cubicBezTo>
                  <a:cubicBezTo>
                    <a:pt x="97987" y="6520"/>
                    <a:pt x="98151" y="5755"/>
                    <a:pt x="98857" y="3711"/>
                  </a:cubicBezTo>
                  <a:cubicBezTo>
                    <a:pt x="100147" y="956"/>
                    <a:pt x="100147" y="956"/>
                    <a:pt x="101907" y="225"/>
                  </a:cubicBezTo>
                  <a:cubicBezTo>
                    <a:pt x="103670" y="14"/>
                    <a:pt x="105352" y="-6"/>
                    <a:pt x="107127" y="35"/>
                  </a:cubicBezTo>
                  <a:cubicBezTo>
                    <a:pt x="108132" y="22"/>
                    <a:pt x="108132" y="22"/>
                    <a:pt x="109156" y="10"/>
                  </a:cubicBezTo>
                  <a:close/>
                </a:path>
              </a:pathLst>
            </a:custGeom>
            <a:grpFill/>
            <a:ln w="744" cap="flat">
              <a:noFill/>
              <a:prstDash val="solid"/>
              <a:miter/>
            </a:ln>
          </p:spPr>
          <p:txBody>
            <a:bodyPr rtlCol="0" anchor="ctr"/>
            <a:lstStyle/>
            <a:p>
              <a:endParaRPr lang="zh-CN" altLang="en-US"/>
            </a:p>
          </p:txBody>
        </p:sp>
        <p:sp>
          <p:nvSpPr>
            <p:cNvPr id="13" name="任意多边形: 形状 113"/>
            <p:cNvSpPr/>
            <p:nvPr/>
          </p:nvSpPr>
          <p:spPr>
            <a:xfrm>
              <a:off x="6378428" y="6047089"/>
              <a:ext cx="183269" cy="448922"/>
            </a:xfrm>
            <a:custGeom>
              <a:avLst/>
              <a:gdLst>
                <a:gd name="connsiteX0" fmla="*/ 78872 w 336545"/>
                <a:gd name="connsiteY0" fmla="*/ 767 h 1039608"/>
                <a:gd name="connsiteX1" fmla="*/ 84825 w 336545"/>
                <a:gd name="connsiteY1" fmla="*/ 767 h 1039608"/>
                <a:gd name="connsiteX2" fmla="*/ 86801 w 336545"/>
                <a:gd name="connsiteY2" fmla="*/ 9982 h 1039608"/>
                <a:gd name="connsiteX3" fmla="*/ 87057 w 336545"/>
                <a:gd name="connsiteY3" fmla="*/ 11929 h 1039608"/>
                <a:gd name="connsiteX4" fmla="*/ 88546 w 336545"/>
                <a:gd name="connsiteY4" fmla="*/ 12673 h 1039608"/>
                <a:gd name="connsiteX5" fmla="*/ 88961 w 336545"/>
                <a:gd name="connsiteY5" fmla="*/ 19603 h 1039608"/>
                <a:gd name="connsiteX6" fmla="*/ 89290 w 336545"/>
                <a:gd name="connsiteY6" fmla="*/ 21603 h 1039608"/>
                <a:gd name="connsiteX7" fmla="*/ 91522 w 336545"/>
                <a:gd name="connsiteY7" fmla="*/ 22347 h 1039608"/>
                <a:gd name="connsiteX8" fmla="*/ 91964 w 336545"/>
                <a:gd name="connsiteY8" fmla="*/ 30440 h 1039608"/>
                <a:gd name="connsiteX9" fmla="*/ 92266 w 336545"/>
                <a:gd name="connsiteY9" fmla="*/ 32765 h 1039608"/>
                <a:gd name="connsiteX10" fmla="*/ 94499 w 336545"/>
                <a:gd name="connsiteY10" fmla="*/ 33509 h 1039608"/>
                <a:gd name="connsiteX11" fmla="*/ 94917 w 336545"/>
                <a:gd name="connsiteY11" fmla="*/ 38346 h 1039608"/>
                <a:gd name="connsiteX12" fmla="*/ 95243 w 336545"/>
                <a:gd name="connsiteY12" fmla="*/ 43183 h 1039608"/>
                <a:gd name="connsiteX13" fmla="*/ 96731 w 336545"/>
                <a:gd name="connsiteY13" fmla="*/ 43927 h 1039608"/>
                <a:gd name="connsiteX14" fmla="*/ 97196 w 336545"/>
                <a:gd name="connsiteY14" fmla="*/ 49555 h 1039608"/>
                <a:gd name="connsiteX15" fmla="*/ 97283 w 336545"/>
                <a:gd name="connsiteY15" fmla="*/ 51158 h 1039608"/>
                <a:gd name="connsiteX16" fmla="*/ 97475 w 336545"/>
                <a:gd name="connsiteY16" fmla="*/ 55089 h 1039608"/>
                <a:gd name="connsiteX17" fmla="*/ 99708 w 336545"/>
                <a:gd name="connsiteY17" fmla="*/ 55089 h 1039608"/>
                <a:gd name="connsiteX18" fmla="*/ 99792 w 336545"/>
                <a:gd name="connsiteY18" fmla="*/ 57342 h 1039608"/>
                <a:gd name="connsiteX19" fmla="*/ 99940 w 336545"/>
                <a:gd name="connsiteY19" fmla="*/ 60252 h 1039608"/>
                <a:gd name="connsiteX20" fmla="*/ 100071 w 336545"/>
                <a:gd name="connsiteY20" fmla="*/ 63156 h 1039608"/>
                <a:gd name="connsiteX21" fmla="*/ 100452 w 336545"/>
                <a:gd name="connsiteY21" fmla="*/ 65507 h 1039608"/>
                <a:gd name="connsiteX22" fmla="*/ 102684 w 336545"/>
                <a:gd name="connsiteY22" fmla="*/ 66251 h 1039608"/>
                <a:gd name="connsiteX23" fmla="*/ 103103 w 336545"/>
                <a:gd name="connsiteY23" fmla="*/ 71088 h 1039608"/>
                <a:gd name="connsiteX24" fmla="*/ 103428 w 336545"/>
                <a:gd name="connsiteY24" fmla="*/ 75925 h 1039608"/>
                <a:gd name="connsiteX25" fmla="*/ 104917 w 336545"/>
                <a:gd name="connsiteY25" fmla="*/ 76669 h 1039608"/>
                <a:gd name="connsiteX26" fmla="*/ 105332 w 336545"/>
                <a:gd name="connsiteY26" fmla="*/ 84181 h 1039608"/>
                <a:gd name="connsiteX27" fmla="*/ 105661 w 336545"/>
                <a:gd name="connsiteY27" fmla="*/ 86343 h 1039608"/>
                <a:gd name="connsiteX28" fmla="*/ 107893 w 336545"/>
                <a:gd name="connsiteY28" fmla="*/ 87087 h 1039608"/>
                <a:gd name="connsiteX29" fmla="*/ 108335 w 336545"/>
                <a:gd name="connsiteY29" fmla="*/ 94599 h 1039608"/>
                <a:gd name="connsiteX30" fmla="*/ 108637 w 336545"/>
                <a:gd name="connsiteY30" fmla="*/ 96761 h 1039608"/>
                <a:gd name="connsiteX31" fmla="*/ 110870 w 336545"/>
                <a:gd name="connsiteY31" fmla="*/ 97505 h 1039608"/>
                <a:gd name="connsiteX32" fmla="*/ 111288 w 336545"/>
                <a:gd name="connsiteY32" fmla="*/ 102714 h 1039608"/>
                <a:gd name="connsiteX33" fmla="*/ 111614 w 336545"/>
                <a:gd name="connsiteY33" fmla="*/ 107923 h 1039608"/>
                <a:gd name="connsiteX34" fmla="*/ 113102 w 336545"/>
                <a:gd name="connsiteY34" fmla="*/ 108667 h 1039608"/>
                <a:gd name="connsiteX35" fmla="*/ 113567 w 336545"/>
                <a:gd name="connsiteY35" fmla="*/ 113923 h 1039608"/>
                <a:gd name="connsiteX36" fmla="*/ 113736 w 336545"/>
                <a:gd name="connsiteY36" fmla="*/ 116833 h 1039608"/>
                <a:gd name="connsiteX37" fmla="*/ 113846 w 336545"/>
                <a:gd name="connsiteY37" fmla="*/ 119085 h 1039608"/>
                <a:gd name="connsiteX38" fmla="*/ 116079 w 336545"/>
                <a:gd name="connsiteY38" fmla="*/ 119085 h 1039608"/>
                <a:gd name="connsiteX39" fmla="*/ 116823 w 336545"/>
                <a:gd name="connsiteY39" fmla="*/ 130248 h 1039608"/>
                <a:gd name="connsiteX40" fmla="*/ 119055 w 336545"/>
                <a:gd name="connsiteY40" fmla="*/ 130248 h 1039608"/>
                <a:gd name="connsiteX41" fmla="*/ 119166 w 336545"/>
                <a:gd name="connsiteY41" fmla="*/ 132338 h 1039608"/>
                <a:gd name="connsiteX42" fmla="*/ 119334 w 336545"/>
                <a:gd name="connsiteY42" fmla="*/ 135038 h 1039608"/>
                <a:gd name="connsiteX43" fmla="*/ 119491 w 336545"/>
                <a:gd name="connsiteY43" fmla="*/ 137733 h 1039608"/>
                <a:gd name="connsiteX44" fmla="*/ 119799 w 336545"/>
                <a:gd name="connsiteY44" fmla="*/ 139921 h 1039608"/>
                <a:gd name="connsiteX45" fmla="*/ 121288 w 336545"/>
                <a:gd name="connsiteY45" fmla="*/ 140665 h 1039608"/>
                <a:gd name="connsiteX46" fmla="*/ 121753 w 336545"/>
                <a:gd name="connsiteY46" fmla="*/ 146293 h 1039608"/>
                <a:gd name="connsiteX47" fmla="*/ 121840 w 336545"/>
                <a:gd name="connsiteY47" fmla="*/ 147896 h 1039608"/>
                <a:gd name="connsiteX48" fmla="*/ 122032 w 336545"/>
                <a:gd name="connsiteY48" fmla="*/ 151828 h 1039608"/>
                <a:gd name="connsiteX49" fmla="*/ 124264 w 336545"/>
                <a:gd name="connsiteY49" fmla="*/ 151828 h 1039608"/>
                <a:gd name="connsiteX50" fmla="*/ 125008 w 336545"/>
                <a:gd name="connsiteY50" fmla="*/ 162246 h 1039608"/>
                <a:gd name="connsiteX51" fmla="*/ 127241 w 336545"/>
                <a:gd name="connsiteY51" fmla="*/ 162246 h 1039608"/>
                <a:gd name="connsiteX52" fmla="*/ 127241 w 336545"/>
                <a:gd name="connsiteY52" fmla="*/ 172664 h 1039608"/>
                <a:gd name="connsiteX53" fmla="*/ 129473 w 336545"/>
                <a:gd name="connsiteY53" fmla="*/ 172664 h 1039608"/>
                <a:gd name="connsiteX54" fmla="*/ 129584 w 336545"/>
                <a:gd name="connsiteY54" fmla="*/ 174538 h 1039608"/>
                <a:gd name="connsiteX55" fmla="*/ 129752 w 336545"/>
                <a:gd name="connsiteY55" fmla="*/ 176989 h 1039608"/>
                <a:gd name="connsiteX56" fmla="*/ 129909 w 336545"/>
                <a:gd name="connsiteY56" fmla="*/ 179422 h 1039608"/>
                <a:gd name="connsiteX57" fmla="*/ 131706 w 336545"/>
                <a:gd name="connsiteY57" fmla="*/ 183826 h 1039608"/>
                <a:gd name="connsiteX58" fmla="*/ 132450 w 336545"/>
                <a:gd name="connsiteY58" fmla="*/ 183826 h 1039608"/>
                <a:gd name="connsiteX59" fmla="*/ 133194 w 336545"/>
                <a:gd name="connsiteY59" fmla="*/ 194244 h 1039608"/>
                <a:gd name="connsiteX60" fmla="*/ 135426 w 336545"/>
                <a:gd name="connsiteY60" fmla="*/ 194244 h 1039608"/>
                <a:gd name="connsiteX61" fmla="*/ 135537 w 336545"/>
                <a:gd name="connsiteY61" fmla="*/ 196496 h 1039608"/>
                <a:gd name="connsiteX62" fmla="*/ 135705 w 336545"/>
                <a:gd name="connsiteY62" fmla="*/ 199406 h 1039608"/>
                <a:gd name="connsiteX63" fmla="*/ 135862 w 336545"/>
                <a:gd name="connsiteY63" fmla="*/ 202310 h 1039608"/>
                <a:gd name="connsiteX64" fmla="*/ 136171 w 336545"/>
                <a:gd name="connsiteY64" fmla="*/ 204662 h 1039608"/>
                <a:gd name="connsiteX65" fmla="*/ 137659 w 336545"/>
                <a:gd name="connsiteY65" fmla="*/ 205406 h 1039608"/>
                <a:gd name="connsiteX66" fmla="*/ 138729 w 336545"/>
                <a:gd name="connsiteY66" fmla="*/ 212917 h 1039608"/>
                <a:gd name="connsiteX67" fmla="*/ 139147 w 336545"/>
                <a:gd name="connsiteY67" fmla="*/ 215080 h 1039608"/>
                <a:gd name="connsiteX68" fmla="*/ 140635 w 336545"/>
                <a:gd name="connsiteY68" fmla="*/ 215824 h 1039608"/>
                <a:gd name="connsiteX69" fmla="*/ 141100 w 336545"/>
                <a:gd name="connsiteY69" fmla="*/ 221451 h 1039608"/>
                <a:gd name="connsiteX70" fmla="*/ 141188 w 336545"/>
                <a:gd name="connsiteY70" fmla="*/ 223054 h 1039608"/>
                <a:gd name="connsiteX71" fmla="*/ 141380 w 336545"/>
                <a:gd name="connsiteY71" fmla="*/ 226986 h 1039608"/>
                <a:gd name="connsiteX72" fmla="*/ 143612 w 336545"/>
                <a:gd name="connsiteY72" fmla="*/ 226986 h 1039608"/>
                <a:gd name="connsiteX73" fmla="*/ 143722 w 336545"/>
                <a:gd name="connsiteY73" fmla="*/ 229076 h 1039608"/>
                <a:gd name="connsiteX74" fmla="*/ 143891 w 336545"/>
                <a:gd name="connsiteY74" fmla="*/ 231776 h 1039608"/>
                <a:gd name="connsiteX75" fmla="*/ 144048 w 336545"/>
                <a:gd name="connsiteY75" fmla="*/ 234471 h 1039608"/>
                <a:gd name="connsiteX76" fmla="*/ 144356 w 336545"/>
                <a:gd name="connsiteY76" fmla="*/ 236660 h 1039608"/>
                <a:gd name="connsiteX77" fmla="*/ 145844 w 336545"/>
                <a:gd name="connsiteY77" fmla="*/ 237404 h 1039608"/>
                <a:gd name="connsiteX78" fmla="*/ 146309 w 336545"/>
                <a:gd name="connsiteY78" fmla="*/ 241822 h 1039608"/>
                <a:gd name="connsiteX79" fmla="*/ 146478 w 336545"/>
                <a:gd name="connsiteY79" fmla="*/ 244261 h 1039608"/>
                <a:gd name="connsiteX80" fmla="*/ 146589 w 336545"/>
                <a:gd name="connsiteY80" fmla="*/ 247822 h 1039608"/>
                <a:gd name="connsiteX81" fmla="*/ 148821 w 336545"/>
                <a:gd name="connsiteY81" fmla="*/ 247822 h 1039608"/>
                <a:gd name="connsiteX82" fmla="*/ 148905 w 336545"/>
                <a:gd name="connsiteY82" fmla="*/ 250074 h 1039608"/>
                <a:gd name="connsiteX83" fmla="*/ 149053 w 336545"/>
                <a:gd name="connsiteY83" fmla="*/ 252984 h 1039608"/>
                <a:gd name="connsiteX84" fmla="*/ 149184 w 336545"/>
                <a:gd name="connsiteY84" fmla="*/ 255888 h 1039608"/>
                <a:gd name="connsiteX85" fmla="*/ 149565 w 336545"/>
                <a:gd name="connsiteY85" fmla="*/ 258240 h 1039608"/>
                <a:gd name="connsiteX86" fmla="*/ 151798 w 336545"/>
                <a:gd name="connsiteY86" fmla="*/ 258984 h 1039608"/>
                <a:gd name="connsiteX87" fmla="*/ 152216 w 336545"/>
                <a:gd name="connsiteY87" fmla="*/ 263821 h 1039608"/>
                <a:gd name="connsiteX88" fmla="*/ 152542 w 336545"/>
                <a:gd name="connsiteY88" fmla="*/ 268658 h 1039608"/>
                <a:gd name="connsiteX89" fmla="*/ 154030 w 336545"/>
                <a:gd name="connsiteY89" fmla="*/ 269402 h 1039608"/>
                <a:gd name="connsiteX90" fmla="*/ 154449 w 336545"/>
                <a:gd name="connsiteY90" fmla="*/ 273402 h 1039608"/>
                <a:gd name="connsiteX91" fmla="*/ 155518 w 336545"/>
                <a:gd name="connsiteY91" fmla="*/ 279820 h 1039608"/>
                <a:gd name="connsiteX92" fmla="*/ 157006 w 336545"/>
                <a:gd name="connsiteY92" fmla="*/ 280564 h 1039608"/>
                <a:gd name="connsiteX93" fmla="*/ 157472 w 336545"/>
                <a:gd name="connsiteY93" fmla="*/ 285819 h 1039608"/>
                <a:gd name="connsiteX94" fmla="*/ 157640 w 336545"/>
                <a:gd name="connsiteY94" fmla="*/ 288729 h 1039608"/>
                <a:gd name="connsiteX95" fmla="*/ 157751 w 336545"/>
                <a:gd name="connsiteY95" fmla="*/ 290982 h 1039608"/>
                <a:gd name="connsiteX96" fmla="*/ 159983 w 336545"/>
                <a:gd name="connsiteY96" fmla="*/ 290238 h 1039608"/>
                <a:gd name="connsiteX97" fmla="*/ 160067 w 336545"/>
                <a:gd name="connsiteY97" fmla="*/ 292601 h 1039608"/>
                <a:gd name="connsiteX98" fmla="*/ 160216 w 336545"/>
                <a:gd name="connsiteY98" fmla="*/ 295679 h 1039608"/>
                <a:gd name="connsiteX99" fmla="*/ 160266 w 336545"/>
                <a:gd name="connsiteY99" fmla="*/ 297236 h 1039608"/>
                <a:gd name="connsiteX100" fmla="*/ 162960 w 336545"/>
                <a:gd name="connsiteY100" fmla="*/ 303632 h 1039608"/>
                <a:gd name="connsiteX101" fmla="*/ 163378 w 336545"/>
                <a:gd name="connsiteY101" fmla="*/ 307818 h 1039608"/>
                <a:gd name="connsiteX102" fmla="*/ 163704 w 336545"/>
                <a:gd name="connsiteY102" fmla="*/ 311818 h 1039608"/>
                <a:gd name="connsiteX103" fmla="*/ 165192 w 336545"/>
                <a:gd name="connsiteY103" fmla="*/ 312562 h 1039608"/>
                <a:gd name="connsiteX104" fmla="*/ 165608 w 336545"/>
                <a:gd name="connsiteY104" fmla="*/ 320073 h 1039608"/>
                <a:gd name="connsiteX105" fmla="*/ 165936 w 336545"/>
                <a:gd name="connsiteY105" fmla="*/ 322236 h 1039608"/>
                <a:gd name="connsiteX106" fmla="*/ 168169 w 336545"/>
                <a:gd name="connsiteY106" fmla="*/ 322980 h 1039608"/>
                <a:gd name="connsiteX107" fmla="*/ 168541 w 336545"/>
                <a:gd name="connsiteY107" fmla="*/ 328096 h 1039608"/>
                <a:gd name="connsiteX108" fmla="*/ 171145 w 336545"/>
                <a:gd name="connsiteY108" fmla="*/ 335630 h 1039608"/>
                <a:gd name="connsiteX109" fmla="*/ 171285 w 336545"/>
                <a:gd name="connsiteY109" fmla="*/ 340235 h 1039608"/>
                <a:gd name="connsiteX110" fmla="*/ 171224 w 336545"/>
                <a:gd name="connsiteY110" fmla="*/ 342685 h 1039608"/>
                <a:gd name="connsiteX111" fmla="*/ 171145 w 336545"/>
                <a:gd name="connsiteY111" fmla="*/ 344560 h 1039608"/>
                <a:gd name="connsiteX112" fmla="*/ 173378 w 336545"/>
                <a:gd name="connsiteY112" fmla="*/ 344560 h 1039608"/>
                <a:gd name="connsiteX113" fmla="*/ 174122 w 336545"/>
                <a:gd name="connsiteY113" fmla="*/ 355722 h 1039608"/>
                <a:gd name="connsiteX114" fmla="*/ 176354 w 336545"/>
                <a:gd name="connsiteY114" fmla="*/ 355722 h 1039608"/>
                <a:gd name="connsiteX115" fmla="*/ 176438 w 336545"/>
                <a:gd name="connsiteY115" fmla="*/ 357975 h 1039608"/>
                <a:gd name="connsiteX116" fmla="*/ 176587 w 336545"/>
                <a:gd name="connsiteY116" fmla="*/ 360885 h 1039608"/>
                <a:gd name="connsiteX117" fmla="*/ 176717 w 336545"/>
                <a:gd name="connsiteY117" fmla="*/ 363788 h 1039608"/>
                <a:gd name="connsiteX118" fmla="*/ 177098 w 336545"/>
                <a:gd name="connsiteY118" fmla="*/ 366140 h 1039608"/>
                <a:gd name="connsiteX119" fmla="*/ 179331 w 336545"/>
                <a:gd name="connsiteY119" fmla="*/ 366884 h 1039608"/>
                <a:gd name="connsiteX120" fmla="*/ 179749 w 336545"/>
                <a:gd name="connsiteY120" fmla="*/ 371721 h 1039608"/>
                <a:gd name="connsiteX121" fmla="*/ 180075 w 336545"/>
                <a:gd name="connsiteY121" fmla="*/ 376558 h 1039608"/>
                <a:gd name="connsiteX122" fmla="*/ 181563 w 336545"/>
                <a:gd name="connsiteY122" fmla="*/ 377302 h 1039608"/>
                <a:gd name="connsiteX123" fmla="*/ 181979 w 336545"/>
                <a:gd name="connsiteY123" fmla="*/ 384232 h 1039608"/>
                <a:gd name="connsiteX124" fmla="*/ 182307 w 336545"/>
                <a:gd name="connsiteY124" fmla="*/ 386232 h 1039608"/>
                <a:gd name="connsiteX125" fmla="*/ 184540 w 336545"/>
                <a:gd name="connsiteY125" fmla="*/ 386976 h 1039608"/>
                <a:gd name="connsiteX126" fmla="*/ 184387 w 336545"/>
                <a:gd name="connsiteY126" fmla="*/ 394141 h 1039608"/>
                <a:gd name="connsiteX127" fmla="*/ 184540 w 336545"/>
                <a:gd name="connsiteY127" fmla="*/ 398138 h 1039608"/>
                <a:gd name="connsiteX128" fmla="*/ 187516 w 336545"/>
                <a:gd name="connsiteY128" fmla="*/ 398882 h 1039608"/>
                <a:gd name="connsiteX129" fmla="*/ 187702 w 336545"/>
                <a:gd name="connsiteY129" fmla="*/ 403766 h 1039608"/>
                <a:gd name="connsiteX130" fmla="*/ 187621 w 336545"/>
                <a:gd name="connsiteY130" fmla="*/ 406466 h 1039608"/>
                <a:gd name="connsiteX131" fmla="*/ 187516 w 336545"/>
                <a:gd name="connsiteY131" fmla="*/ 408556 h 1039608"/>
                <a:gd name="connsiteX132" fmla="*/ 189749 w 336545"/>
                <a:gd name="connsiteY132" fmla="*/ 408556 h 1039608"/>
                <a:gd name="connsiteX133" fmla="*/ 190493 w 336545"/>
                <a:gd name="connsiteY133" fmla="*/ 419718 h 1039608"/>
                <a:gd name="connsiteX134" fmla="*/ 192725 w 336545"/>
                <a:gd name="connsiteY134" fmla="*/ 419718 h 1039608"/>
                <a:gd name="connsiteX135" fmla="*/ 192810 w 336545"/>
                <a:gd name="connsiteY135" fmla="*/ 421808 h 1039608"/>
                <a:gd name="connsiteX136" fmla="*/ 192958 w 336545"/>
                <a:gd name="connsiteY136" fmla="*/ 424509 h 1039608"/>
                <a:gd name="connsiteX137" fmla="*/ 193089 w 336545"/>
                <a:gd name="connsiteY137" fmla="*/ 427203 h 1039608"/>
                <a:gd name="connsiteX138" fmla="*/ 193469 w 336545"/>
                <a:gd name="connsiteY138" fmla="*/ 429392 h 1039608"/>
                <a:gd name="connsiteX139" fmla="*/ 195702 w 336545"/>
                <a:gd name="connsiteY139" fmla="*/ 430136 h 1039608"/>
                <a:gd name="connsiteX140" fmla="*/ 196120 w 336545"/>
                <a:gd name="connsiteY140" fmla="*/ 435345 h 1039608"/>
                <a:gd name="connsiteX141" fmla="*/ 196446 w 336545"/>
                <a:gd name="connsiteY141" fmla="*/ 440554 h 1039608"/>
                <a:gd name="connsiteX142" fmla="*/ 197934 w 336545"/>
                <a:gd name="connsiteY142" fmla="*/ 441298 h 1039608"/>
                <a:gd name="connsiteX143" fmla="*/ 198399 w 336545"/>
                <a:gd name="connsiteY143" fmla="*/ 446926 h 1039608"/>
                <a:gd name="connsiteX144" fmla="*/ 198487 w 336545"/>
                <a:gd name="connsiteY144" fmla="*/ 448529 h 1039608"/>
                <a:gd name="connsiteX145" fmla="*/ 198678 w 336545"/>
                <a:gd name="connsiteY145" fmla="*/ 452460 h 1039608"/>
                <a:gd name="connsiteX146" fmla="*/ 200911 w 336545"/>
                <a:gd name="connsiteY146" fmla="*/ 452460 h 1039608"/>
                <a:gd name="connsiteX147" fmla="*/ 200995 w 336545"/>
                <a:gd name="connsiteY147" fmla="*/ 454550 h 1039608"/>
                <a:gd name="connsiteX148" fmla="*/ 201143 w 336545"/>
                <a:gd name="connsiteY148" fmla="*/ 457251 h 1039608"/>
                <a:gd name="connsiteX149" fmla="*/ 201274 w 336545"/>
                <a:gd name="connsiteY149" fmla="*/ 459945 h 1039608"/>
                <a:gd name="connsiteX150" fmla="*/ 201655 w 336545"/>
                <a:gd name="connsiteY150" fmla="*/ 462134 h 1039608"/>
                <a:gd name="connsiteX151" fmla="*/ 203887 w 336545"/>
                <a:gd name="connsiteY151" fmla="*/ 462878 h 1039608"/>
                <a:gd name="connsiteX152" fmla="*/ 203934 w 336545"/>
                <a:gd name="connsiteY152" fmla="*/ 467297 h 1039608"/>
                <a:gd name="connsiteX153" fmla="*/ 203887 w 336545"/>
                <a:gd name="connsiteY153" fmla="*/ 471808 h 1039608"/>
                <a:gd name="connsiteX154" fmla="*/ 206120 w 336545"/>
                <a:gd name="connsiteY154" fmla="*/ 473296 h 1039608"/>
                <a:gd name="connsiteX155" fmla="*/ 206204 w 336545"/>
                <a:gd name="connsiteY155" fmla="*/ 475386 h 1039608"/>
                <a:gd name="connsiteX156" fmla="*/ 206352 w 336545"/>
                <a:gd name="connsiteY156" fmla="*/ 478087 h 1039608"/>
                <a:gd name="connsiteX157" fmla="*/ 206483 w 336545"/>
                <a:gd name="connsiteY157" fmla="*/ 480781 h 1039608"/>
                <a:gd name="connsiteX158" fmla="*/ 206864 w 336545"/>
                <a:gd name="connsiteY158" fmla="*/ 482970 h 1039608"/>
                <a:gd name="connsiteX159" fmla="*/ 209096 w 336545"/>
                <a:gd name="connsiteY159" fmla="*/ 483714 h 1039608"/>
                <a:gd name="connsiteX160" fmla="*/ 209538 w 336545"/>
                <a:gd name="connsiteY160" fmla="*/ 491807 h 1039608"/>
                <a:gd name="connsiteX161" fmla="*/ 209840 w 336545"/>
                <a:gd name="connsiteY161" fmla="*/ 494132 h 1039608"/>
                <a:gd name="connsiteX162" fmla="*/ 212073 w 336545"/>
                <a:gd name="connsiteY162" fmla="*/ 494876 h 1039608"/>
                <a:gd name="connsiteX163" fmla="*/ 212491 w 336545"/>
                <a:gd name="connsiteY163" fmla="*/ 499713 h 1039608"/>
                <a:gd name="connsiteX164" fmla="*/ 212817 w 336545"/>
                <a:gd name="connsiteY164" fmla="*/ 504550 h 1039608"/>
                <a:gd name="connsiteX165" fmla="*/ 214305 w 336545"/>
                <a:gd name="connsiteY165" fmla="*/ 505294 h 1039608"/>
                <a:gd name="connsiteX166" fmla="*/ 214721 w 336545"/>
                <a:gd name="connsiteY166" fmla="*/ 512079 h 1039608"/>
                <a:gd name="connsiteX167" fmla="*/ 216169 w 336545"/>
                <a:gd name="connsiteY167" fmla="*/ 515343 h 1039608"/>
                <a:gd name="connsiteX168" fmla="*/ 217724 w 336545"/>
                <a:gd name="connsiteY168" fmla="*/ 523366 h 1039608"/>
                <a:gd name="connsiteX169" fmla="*/ 218026 w 336545"/>
                <a:gd name="connsiteY169" fmla="*/ 525386 h 1039608"/>
                <a:gd name="connsiteX170" fmla="*/ 220258 w 336545"/>
                <a:gd name="connsiteY170" fmla="*/ 526874 h 1039608"/>
                <a:gd name="connsiteX171" fmla="*/ 220677 w 336545"/>
                <a:gd name="connsiteY171" fmla="*/ 532130 h 1039608"/>
                <a:gd name="connsiteX172" fmla="*/ 221003 w 336545"/>
                <a:gd name="connsiteY172" fmla="*/ 537292 h 1039608"/>
                <a:gd name="connsiteX173" fmla="*/ 222491 w 336545"/>
                <a:gd name="connsiteY173" fmla="*/ 538037 h 1039608"/>
                <a:gd name="connsiteX174" fmla="*/ 222907 w 336545"/>
                <a:gd name="connsiteY174" fmla="*/ 545548 h 1039608"/>
                <a:gd name="connsiteX175" fmla="*/ 223235 w 336545"/>
                <a:gd name="connsiteY175" fmla="*/ 547710 h 1039608"/>
                <a:gd name="connsiteX176" fmla="*/ 225467 w 336545"/>
                <a:gd name="connsiteY176" fmla="*/ 548455 h 1039608"/>
                <a:gd name="connsiteX177" fmla="*/ 225909 w 336545"/>
                <a:gd name="connsiteY177" fmla="*/ 555966 h 1039608"/>
                <a:gd name="connsiteX178" fmla="*/ 226212 w 336545"/>
                <a:gd name="connsiteY178" fmla="*/ 558128 h 1039608"/>
                <a:gd name="connsiteX179" fmla="*/ 228444 w 336545"/>
                <a:gd name="connsiteY179" fmla="*/ 558872 h 1039608"/>
                <a:gd name="connsiteX180" fmla="*/ 228863 w 336545"/>
                <a:gd name="connsiteY180" fmla="*/ 564081 h 1039608"/>
                <a:gd name="connsiteX181" fmla="*/ 229188 w 336545"/>
                <a:gd name="connsiteY181" fmla="*/ 569290 h 1039608"/>
                <a:gd name="connsiteX182" fmla="*/ 230676 w 336545"/>
                <a:gd name="connsiteY182" fmla="*/ 570035 h 1039608"/>
                <a:gd name="connsiteX183" fmla="*/ 231141 w 336545"/>
                <a:gd name="connsiteY183" fmla="*/ 575290 h 1039608"/>
                <a:gd name="connsiteX184" fmla="*/ 231310 w 336545"/>
                <a:gd name="connsiteY184" fmla="*/ 578200 h 1039608"/>
                <a:gd name="connsiteX185" fmla="*/ 231421 w 336545"/>
                <a:gd name="connsiteY185" fmla="*/ 580453 h 1039608"/>
                <a:gd name="connsiteX186" fmla="*/ 233653 w 336545"/>
                <a:gd name="connsiteY186" fmla="*/ 580453 h 1039608"/>
                <a:gd name="connsiteX187" fmla="*/ 234397 w 336545"/>
                <a:gd name="connsiteY187" fmla="*/ 591615 h 1039608"/>
                <a:gd name="connsiteX188" fmla="*/ 236630 w 336545"/>
                <a:gd name="connsiteY188" fmla="*/ 591615 h 1039608"/>
                <a:gd name="connsiteX189" fmla="*/ 236740 w 336545"/>
                <a:gd name="connsiteY189" fmla="*/ 593705 h 1039608"/>
                <a:gd name="connsiteX190" fmla="*/ 236909 w 336545"/>
                <a:gd name="connsiteY190" fmla="*/ 596405 h 1039608"/>
                <a:gd name="connsiteX191" fmla="*/ 237066 w 336545"/>
                <a:gd name="connsiteY191" fmla="*/ 599100 h 1039608"/>
                <a:gd name="connsiteX192" fmla="*/ 237374 w 336545"/>
                <a:gd name="connsiteY192" fmla="*/ 601288 h 1039608"/>
                <a:gd name="connsiteX193" fmla="*/ 238862 w 336545"/>
                <a:gd name="connsiteY193" fmla="*/ 602033 h 1039608"/>
                <a:gd name="connsiteX194" fmla="*/ 239278 w 336545"/>
                <a:gd name="connsiteY194" fmla="*/ 608817 h 1039608"/>
                <a:gd name="connsiteX195" fmla="*/ 240716 w 336545"/>
                <a:gd name="connsiteY195" fmla="*/ 612029 h 1039608"/>
                <a:gd name="connsiteX196" fmla="*/ 242350 w 336545"/>
                <a:gd name="connsiteY196" fmla="*/ 618543 h 1039608"/>
                <a:gd name="connsiteX197" fmla="*/ 242498 w 336545"/>
                <a:gd name="connsiteY197" fmla="*/ 621412 h 1039608"/>
                <a:gd name="connsiteX198" fmla="*/ 242583 w 336545"/>
                <a:gd name="connsiteY198" fmla="*/ 623613 h 1039608"/>
                <a:gd name="connsiteX199" fmla="*/ 244815 w 336545"/>
                <a:gd name="connsiteY199" fmla="*/ 622869 h 1039608"/>
                <a:gd name="connsiteX200" fmla="*/ 244815 w 336545"/>
                <a:gd name="connsiteY200" fmla="*/ 634031 h 1039608"/>
                <a:gd name="connsiteX201" fmla="*/ 247048 w 336545"/>
                <a:gd name="connsiteY201" fmla="*/ 634031 h 1039608"/>
                <a:gd name="connsiteX202" fmla="*/ 247792 w 336545"/>
                <a:gd name="connsiteY202" fmla="*/ 645193 h 1039608"/>
                <a:gd name="connsiteX203" fmla="*/ 250024 w 336545"/>
                <a:gd name="connsiteY203" fmla="*/ 645193 h 1039608"/>
                <a:gd name="connsiteX204" fmla="*/ 250108 w 336545"/>
                <a:gd name="connsiteY204" fmla="*/ 647283 h 1039608"/>
                <a:gd name="connsiteX205" fmla="*/ 250257 w 336545"/>
                <a:gd name="connsiteY205" fmla="*/ 649983 h 1039608"/>
                <a:gd name="connsiteX206" fmla="*/ 250387 w 336545"/>
                <a:gd name="connsiteY206" fmla="*/ 652678 h 1039608"/>
                <a:gd name="connsiteX207" fmla="*/ 250768 w 336545"/>
                <a:gd name="connsiteY207" fmla="*/ 654867 h 1039608"/>
                <a:gd name="connsiteX208" fmla="*/ 253001 w 336545"/>
                <a:gd name="connsiteY208" fmla="*/ 655611 h 1039608"/>
                <a:gd name="connsiteX209" fmla="*/ 253419 w 336545"/>
                <a:gd name="connsiteY209" fmla="*/ 660820 h 1039608"/>
                <a:gd name="connsiteX210" fmla="*/ 253745 w 336545"/>
                <a:gd name="connsiteY210" fmla="*/ 666029 h 1039608"/>
                <a:gd name="connsiteX211" fmla="*/ 255233 w 336545"/>
                <a:gd name="connsiteY211" fmla="*/ 666773 h 1039608"/>
                <a:gd name="connsiteX212" fmla="*/ 256070 w 336545"/>
                <a:gd name="connsiteY212" fmla="*/ 671656 h 1039608"/>
                <a:gd name="connsiteX213" fmla="*/ 256448 w 336545"/>
                <a:gd name="connsiteY213" fmla="*/ 674357 h 1039608"/>
                <a:gd name="connsiteX214" fmla="*/ 256721 w 336545"/>
                <a:gd name="connsiteY214" fmla="*/ 676447 h 1039608"/>
                <a:gd name="connsiteX215" fmla="*/ 258210 w 336545"/>
                <a:gd name="connsiteY215" fmla="*/ 676447 h 1039608"/>
                <a:gd name="connsiteX216" fmla="*/ 258954 w 336545"/>
                <a:gd name="connsiteY216" fmla="*/ 688353 h 1039608"/>
                <a:gd name="connsiteX217" fmla="*/ 261186 w 336545"/>
                <a:gd name="connsiteY217" fmla="*/ 687609 h 1039608"/>
                <a:gd name="connsiteX218" fmla="*/ 261323 w 336545"/>
                <a:gd name="connsiteY218" fmla="*/ 689835 h 1039608"/>
                <a:gd name="connsiteX219" fmla="*/ 261512 w 336545"/>
                <a:gd name="connsiteY219" fmla="*/ 692725 h 1039608"/>
                <a:gd name="connsiteX220" fmla="*/ 261695 w 336545"/>
                <a:gd name="connsiteY220" fmla="*/ 695602 h 1039608"/>
                <a:gd name="connsiteX221" fmla="*/ 262674 w 336545"/>
                <a:gd name="connsiteY221" fmla="*/ 699515 h 1039608"/>
                <a:gd name="connsiteX222" fmla="*/ 262676 w 336545"/>
                <a:gd name="connsiteY222" fmla="*/ 697717 h 1039608"/>
                <a:gd name="connsiteX223" fmla="*/ 262856 w 336545"/>
                <a:gd name="connsiteY223" fmla="*/ 503985 h 1039608"/>
                <a:gd name="connsiteX224" fmla="*/ 262859 w 336545"/>
                <a:gd name="connsiteY224" fmla="*/ 501064 h 1039608"/>
                <a:gd name="connsiteX225" fmla="*/ 262919 w 336545"/>
                <a:gd name="connsiteY225" fmla="*/ 439760 h 1039608"/>
                <a:gd name="connsiteX226" fmla="*/ 262950 w 336545"/>
                <a:gd name="connsiteY226" fmla="*/ 408966 h 1039608"/>
                <a:gd name="connsiteX227" fmla="*/ 262955 w 336545"/>
                <a:gd name="connsiteY227" fmla="*/ 404321 h 1039608"/>
                <a:gd name="connsiteX228" fmla="*/ 262999 w 336545"/>
                <a:gd name="connsiteY228" fmla="*/ 359233 h 1039608"/>
                <a:gd name="connsiteX229" fmla="*/ 263000 w 336545"/>
                <a:gd name="connsiteY229" fmla="*/ 357675 h 1039608"/>
                <a:gd name="connsiteX230" fmla="*/ 263023 w 336545"/>
                <a:gd name="connsiteY230" fmla="*/ 332766 h 1039608"/>
                <a:gd name="connsiteX231" fmla="*/ 263024 w 336545"/>
                <a:gd name="connsiteY231" fmla="*/ 331211 h 1039608"/>
                <a:gd name="connsiteX232" fmla="*/ 263046 w 336545"/>
                <a:gd name="connsiteY232" fmla="*/ 306393 h 1039608"/>
                <a:gd name="connsiteX233" fmla="*/ 263145 w 336545"/>
                <a:gd name="connsiteY233" fmla="*/ 202665 h 1039608"/>
                <a:gd name="connsiteX234" fmla="*/ 263160 w 336545"/>
                <a:gd name="connsiteY234" fmla="*/ 188250 h 1039608"/>
                <a:gd name="connsiteX235" fmla="*/ 263163 w 336545"/>
                <a:gd name="connsiteY235" fmla="*/ 185384 h 1039608"/>
                <a:gd name="connsiteX236" fmla="*/ 263204 w 336545"/>
                <a:gd name="connsiteY236" fmla="*/ 139618 h 1039608"/>
                <a:gd name="connsiteX237" fmla="*/ 263249 w 336545"/>
                <a:gd name="connsiteY237" fmla="*/ 93663 h 1039608"/>
                <a:gd name="connsiteX238" fmla="*/ 263274 w 336545"/>
                <a:gd name="connsiteY238" fmla="*/ 66325 h 1039608"/>
                <a:gd name="connsiteX239" fmla="*/ 263293 w 336545"/>
                <a:gd name="connsiteY239" fmla="*/ 48096 h 1039608"/>
                <a:gd name="connsiteX240" fmla="*/ 263302 w 336545"/>
                <a:gd name="connsiteY240" fmla="*/ 37689 h 1039608"/>
                <a:gd name="connsiteX241" fmla="*/ 263313 w 336545"/>
                <a:gd name="connsiteY241" fmla="*/ 28240 h 1039608"/>
                <a:gd name="connsiteX242" fmla="*/ 263314 w 336545"/>
                <a:gd name="connsiteY242" fmla="*/ 24824 h 1039608"/>
                <a:gd name="connsiteX243" fmla="*/ 263321 w 336545"/>
                <a:gd name="connsiteY243" fmla="*/ 20220 h 1039608"/>
                <a:gd name="connsiteX244" fmla="*/ 263324 w 336545"/>
                <a:gd name="connsiteY244" fmla="*/ 17634 h 1039608"/>
                <a:gd name="connsiteX245" fmla="*/ 264163 w 336545"/>
                <a:gd name="connsiteY245" fmla="*/ 14162 h 1039608"/>
                <a:gd name="connsiteX246" fmla="*/ 267214 w 336545"/>
                <a:gd name="connsiteY246" fmla="*/ 13978 h 1039608"/>
                <a:gd name="connsiteX247" fmla="*/ 269206 w 336545"/>
                <a:gd name="connsiteY247" fmla="*/ 13968 h 1039608"/>
                <a:gd name="connsiteX248" fmla="*/ 271408 w 336545"/>
                <a:gd name="connsiteY248" fmla="*/ 13981 h 1039608"/>
                <a:gd name="connsiteX249" fmla="*/ 273714 w 336545"/>
                <a:gd name="connsiteY249" fmla="*/ 13977 h 1039608"/>
                <a:gd name="connsiteX250" fmla="*/ 281301 w 336545"/>
                <a:gd name="connsiteY250" fmla="*/ 13990 h 1039608"/>
                <a:gd name="connsiteX251" fmla="*/ 286548 w 336545"/>
                <a:gd name="connsiteY251" fmla="*/ 13991 h 1039608"/>
                <a:gd name="connsiteX252" fmla="*/ 297561 w 336545"/>
                <a:gd name="connsiteY252" fmla="*/ 14008 h 1039608"/>
                <a:gd name="connsiteX253" fmla="*/ 311712 w 336545"/>
                <a:gd name="connsiteY253" fmla="*/ 14023 h 1039608"/>
                <a:gd name="connsiteX254" fmla="*/ 322552 w 336545"/>
                <a:gd name="connsiteY254" fmla="*/ 14033 h 1039608"/>
                <a:gd name="connsiteX255" fmla="*/ 327771 w 336545"/>
                <a:gd name="connsiteY255" fmla="*/ 14037 h 1039608"/>
                <a:gd name="connsiteX256" fmla="*/ 335052 w 336545"/>
                <a:gd name="connsiteY256" fmla="*/ 14053 h 1039608"/>
                <a:gd name="connsiteX257" fmla="*/ 337255 w 336545"/>
                <a:gd name="connsiteY257" fmla="*/ 14052 h 1039608"/>
                <a:gd name="connsiteX258" fmla="*/ 339247 w 336545"/>
                <a:gd name="connsiteY258" fmla="*/ 14062 h 1039608"/>
                <a:gd name="connsiteX259" fmla="*/ 340988 w 336545"/>
                <a:gd name="connsiteY259" fmla="*/ 14066 h 1039608"/>
                <a:gd name="connsiteX260" fmla="*/ 343042 w 336545"/>
                <a:gd name="connsiteY260" fmla="*/ 14906 h 1039608"/>
                <a:gd name="connsiteX261" fmla="*/ 343134 w 336545"/>
                <a:gd name="connsiteY261" fmla="*/ 21478 h 1039608"/>
                <a:gd name="connsiteX262" fmla="*/ 343137 w 336545"/>
                <a:gd name="connsiteY262" fmla="*/ 23607 h 1039608"/>
                <a:gd name="connsiteX263" fmla="*/ 343133 w 336545"/>
                <a:gd name="connsiteY263" fmla="*/ 30779 h 1039608"/>
                <a:gd name="connsiteX264" fmla="*/ 343136 w 336545"/>
                <a:gd name="connsiteY264" fmla="*/ 35952 h 1039608"/>
                <a:gd name="connsiteX265" fmla="*/ 343134 w 336545"/>
                <a:gd name="connsiteY265" fmla="*/ 48791 h 1039608"/>
                <a:gd name="connsiteX266" fmla="*/ 343133 w 336545"/>
                <a:gd name="connsiteY266" fmla="*/ 64264 h 1039608"/>
                <a:gd name="connsiteX267" fmla="*/ 343130 w 336545"/>
                <a:gd name="connsiteY267" fmla="*/ 93186 h 1039608"/>
                <a:gd name="connsiteX268" fmla="*/ 343126 w 336545"/>
                <a:gd name="connsiteY268" fmla="*/ 122513 h 1039608"/>
                <a:gd name="connsiteX269" fmla="*/ 343126 w 336545"/>
                <a:gd name="connsiteY269" fmla="*/ 124381 h 1039608"/>
                <a:gd name="connsiteX270" fmla="*/ 343126 w 336545"/>
                <a:gd name="connsiteY270" fmla="*/ 133809 h 1039608"/>
                <a:gd name="connsiteX271" fmla="*/ 343120 w 336545"/>
                <a:gd name="connsiteY271" fmla="*/ 202133 h 1039608"/>
                <a:gd name="connsiteX272" fmla="*/ 343112 w 336545"/>
                <a:gd name="connsiteY272" fmla="*/ 269817 h 1039608"/>
                <a:gd name="connsiteX273" fmla="*/ 343112 w 336545"/>
                <a:gd name="connsiteY273" fmla="*/ 271939 h 1039608"/>
                <a:gd name="connsiteX274" fmla="*/ 343112 w 336545"/>
                <a:gd name="connsiteY274" fmla="*/ 291120 h 1039608"/>
                <a:gd name="connsiteX275" fmla="*/ 343109 w 336545"/>
                <a:gd name="connsiteY275" fmla="*/ 338810 h 1039608"/>
                <a:gd name="connsiteX276" fmla="*/ 343109 w 336545"/>
                <a:gd name="connsiteY276" fmla="*/ 341003 h 1039608"/>
                <a:gd name="connsiteX277" fmla="*/ 343098 w 336545"/>
                <a:gd name="connsiteY277" fmla="*/ 446712 h 1039608"/>
                <a:gd name="connsiteX278" fmla="*/ 343093 w 336545"/>
                <a:gd name="connsiteY278" fmla="*/ 483406 h 1039608"/>
                <a:gd name="connsiteX279" fmla="*/ 343092 w 336545"/>
                <a:gd name="connsiteY279" fmla="*/ 485705 h 1039608"/>
                <a:gd name="connsiteX280" fmla="*/ 343083 w 336545"/>
                <a:gd name="connsiteY280" fmla="*/ 591451 h 1039608"/>
                <a:gd name="connsiteX281" fmla="*/ 343082 w 336545"/>
                <a:gd name="connsiteY281" fmla="*/ 598314 h 1039608"/>
                <a:gd name="connsiteX282" fmla="*/ 343079 w 336545"/>
                <a:gd name="connsiteY282" fmla="*/ 643796 h 1039608"/>
                <a:gd name="connsiteX283" fmla="*/ 343073 w 336545"/>
                <a:gd name="connsiteY283" fmla="*/ 734297 h 1039608"/>
                <a:gd name="connsiteX284" fmla="*/ 343073 w 336545"/>
                <a:gd name="connsiteY284" fmla="*/ 738607 h 1039608"/>
                <a:gd name="connsiteX285" fmla="*/ 343053 w 336545"/>
                <a:gd name="connsiteY285" fmla="*/ 932696 h 1039608"/>
                <a:gd name="connsiteX286" fmla="*/ 343053 w 336545"/>
                <a:gd name="connsiteY286" fmla="*/ 934532 h 1039608"/>
                <a:gd name="connsiteX287" fmla="*/ 343042 w 336545"/>
                <a:gd name="connsiteY287" fmla="*/ 1025449 h 1039608"/>
                <a:gd name="connsiteX288" fmla="*/ 338434 w 336545"/>
                <a:gd name="connsiteY288" fmla="*/ 1025883 h 1039608"/>
                <a:gd name="connsiteX289" fmla="*/ 337089 w 336545"/>
                <a:gd name="connsiteY289" fmla="*/ 1026193 h 1039608"/>
                <a:gd name="connsiteX290" fmla="*/ 336344 w 336545"/>
                <a:gd name="connsiteY290" fmla="*/ 1029169 h 1039608"/>
                <a:gd name="connsiteX291" fmla="*/ 331551 w 336545"/>
                <a:gd name="connsiteY291" fmla="*/ 1029623 h 1039608"/>
                <a:gd name="connsiteX292" fmla="*/ 328608 w 336545"/>
                <a:gd name="connsiteY292" fmla="*/ 1029695 h 1039608"/>
                <a:gd name="connsiteX293" fmla="*/ 325508 w 336545"/>
                <a:gd name="connsiteY293" fmla="*/ 1029727 h 1039608"/>
                <a:gd name="connsiteX294" fmla="*/ 322399 w 336545"/>
                <a:gd name="connsiteY294" fmla="*/ 1029794 h 1039608"/>
                <a:gd name="connsiteX295" fmla="*/ 314764 w 336545"/>
                <a:gd name="connsiteY295" fmla="*/ 1029913 h 1039608"/>
                <a:gd name="connsiteX296" fmla="*/ 314764 w 336545"/>
                <a:gd name="connsiteY296" fmla="*/ 1032146 h 1039608"/>
                <a:gd name="connsiteX297" fmla="*/ 299140 w 336545"/>
                <a:gd name="connsiteY297" fmla="*/ 1032843 h 1039608"/>
                <a:gd name="connsiteX298" fmla="*/ 294673 w 336545"/>
                <a:gd name="connsiteY298" fmla="*/ 1033634 h 1039608"/>
                <a:gd name="connsiteX299" fmla="*/ 294673 w 336545"/>
                <a:gd name="connsiteY299" fmla="*/ 1035867 h 1039608"/>
                <a:gd name="connsiteX300" fmla="*/ 292772 w 336545"/>
                <a:gd name="connsiteY300" fmla="*/ 1035888 h 1039608"/>
                <a:gd name="connsiteX301" fmla="*/ 285811 w 336545"/>
                <a:gd name="connsiteY301" fmla="*/ 1036021 h 1039608"/>
                <a:gd name="connsiteX302" fmla="*/ 282795 w 336545"/>
                <a:gd name="connsiteY302" fmla="*/ 1036068 h 1039608"/>
                <a:gd name="connsiteX303" fmla="*/ 278467 w 336545"/>
                <a:gd name="connsiteY303" fmla="*/ 1036157 h 1039608"/>
                <a:gd name="connsiteX304" fmla="*/ 275834 w 336545"/>
                <a:gd name="connsiteY304" fmla="*/ 1036204 h 1039608"/>
                <a:gd name="connsiteX305" fmla="*/ 273837 w 336545"/>
                <a:gd name="connsiteY305" fmla="*/ 1036611 h 1039608"/>
                <a:gd name="connsiteX306" fmla="*/ 273092 w 336545"/>
                <a:gd name="connsiteY306" fmla="*/ 1039587 h 1039608"/>
                <a:gd name="connsiteX307" fmla="*/ 267139 w 336545"/>
                <a:gd name="connsiteY307" fmla="*/ 1039587 h 1039608"/>
                <a:gd name="connsiteX308" fmla="*/ 265651 w 336545"/>
                <a:gd name="connsiteY308" fmla="*/ 1035122 h 1039608"/>
                <a:gd name="connsiteX309" fmla="*/ 264163 w 336545"/>
                <a:gd name="connsiteY309" fmla="*/ 1034378 h 1039608"/>
                <a:gd name="connsiteX310" fmla="*/ 263419 w 336545"/>
                <a:gd name="connsiteY310" fmla="*/ 1028425 h 1039608"/>
                <a:gd name="connsiteX311" fmla="*/ 262674 w 336545"/>
                <a:gd name="connsiteY311" fmla="*/ 1023960 h 1039608"/>
                <a:gd name="connsiteX312" fmla="*/ 261186 w 336545"/>
                <a:gd name="connsiteY312" fmla="*/ 1023216 h 1039608"/>
                <a:gd name="connsiteX313" fmla="*/ 260814 w 336545"/>
                <a:gd name="connsiteY313" fmla="*/ 1018798 h 1039608"/>
                <a:gd name="connsiteX314" fmla="*/ 258954 w 336545"/>
                <a:gd name="connsiteY314" fmla="*/ 1012798 h 1039608"/>
                <a:gd name="connsiteX315" fmla="*/ 258210 w 336545"/>
                <a:gd name="connsiteY315" fmla="*/ 1012798 h 1039608"/>
                <a:gd name="connsiteX316" fmla="*/ 258125 w 336545"/>
                <a:gd name="connsiteY316" fmla="*/ 1010761 h 1039608"/>
                <a:gd name="connsiteX317" fmla="*/ 257977 w 336545"/>
                <a:gd name="connsiteY317" fmla="*/ 1008101 h 1039608"/>
                <a:gd name="connsiteX318" fmla="*/ 257846 w 336545"/>
                <a:gd name="connsiteY318" fmla="*/ 1005459 h 1039608"/>
                <a:gd name="connsiteX319" fmla="*/ 256349 w 336545"/>
                <a:gd name="connsiteY319" fmla="*/ 1002008 h 1039608"/>
                <a:gd name="connsiteX320" fmla="*/ 254721 w 336545"/>
                <a:gd name="connsiteY320" fmla="*/ 995915 h 1039608"/>
                <a:gd name="connsiteX321" fmla="*/ 254573 w 336545"/>
                <a:gd name="connsiteY321" fmla="*/ 993256 h 1039608"/>
                <a:gd name="connsiteX322" fmla="*/ 254489 w 336545"/>
                <a:gd name="connsiteY322" fmla="*/ 991218 h 1039608"/>
                <a:gd name="connsiteX323" fmla="*/ 253001 w 336545"/>
                <a:gd name="connsiteY323" fmla="*/ 991218 h 1039608"/>
                <a:gd name="connsiteX324" fmla="*/ 252256 w 336545"/>
                <a:gd name="connsiteY324" fmla="*/ 980800 h 1039608"/>
                <a:gd name="connsiteX325" fmla="*/ 250024 w 336545"/>
                <a:gd name="connsiteY325" fmla="*/ 980800 h 1039608"/>
                <a:gd name="connsiteX326" fmla="*/ 249940 w 336545"/>
                <a:gd name="connsiteY326" fmla="*/ 978574 h 1039608"/>
                <a:gd name="connsiteX327" fmla="*/ 249792 w 336545"/>
                <a:gd name="connsiteY327" fmla="*/ 975684 h 1039608"/>
                <a:gd name="connsiteX328" fmla="*/ 249661 w 336545"/>
                <a:gd name="connsiteY328" fmla="*/ 972806 h 1039608"/>
                <a:gd name="connsiteX329" fmla="*/ 249280 w 336545"/>
                <a:gd name="connsiteY329" fmla="*/ 970382 h 1039608"/>
                <a:gd name="connsiteX330" fmla="*/ 247048 w 336545"/>
                <a:gd name="connsiteY330" fmla="*/ 968894 h 1039608"/>
                <a:gd name="connsiteX331" fmla="*/ 246908 w 336545"/>
                <a:gd name="connsiteY331" fmla="*/ 963964 h 1039608"/>
                <a:gd name="connsiteX332" fmla="*/ 246969 w 336545"/>
                <a:gd name="connsiteY332" fmla="*/ 961284 h 1039608"/>
                <a:gd name="connsiteX333" fmla="*/ 247048 w 336545"/>
                <a:gd name="connsiteY333" fmla="*/ 959220 h 1039608"/>
                <a:gd name="connsiteX334" fmla="*/ 244815 w 336545"/>
                <a:gd name="connsiteY334" fmla="*/ 959220 h 1039608"/>
                <a:gd name="connsiteX335" fmla="*/ 244071 w 336545"/>
                <a:gd name="connsiteY335" fmla="*/ 948058 h 1039608"/>
                <a:gd name="connsiteX336" fmla="*/ 241839 w 336545"/>
                <a:gd name="connsiteY336" fmla="*/ 948058 h 1039608"/>
                <a:gd name="connsiteX337" fmla="*/ 241754 w 336545"/>
                <a:gd name="connsiteY337" fmla="*/ 946157 h 1039608"/>
                <a:gd name="connsiteX338" fmla="*/ 241606 w 336545"/>
                <a:gd name="connsiteY338" fmla="*/ 943686 h 1039608"/>
                <a:gd name="connsiteX339" fmla="*/ 241475 w 336545"/>
                <a:gd name="connsiteY339" fmla="*/ 941227 h 1039608"/>
                <a:gd name="connsiteX340" fmla="*/ 241094 w 336545"/>
                <a:gd name="connsiteY340" fmla="*/ 939128 h 1039608"/>
                <a:gd name="connsiteX341" fmla="*/ 238862 w 336545"/>
                <a:gd name="connsiteY341" fmla="*/ 937640 h 1039608"/>
                <a:gd name="connsiteX342" fmla="*/ 238769 w 336545"/>
                <a:gd name="connsiteY342" fmla="*/ 934431 h 1039608"/>
                <a:gd name="connsiteX343" fmla="*/ 238118 w 336545"/>
                <a:gd name="connsiteY343" fmla="*/ 927222 h 1039608"/>
                <a:gd name="connsiteX344" fmla="*/ 236630 w 336545"/>
                <a:gd name="connsiteY344" fmla="*/ 927222 h 1039608"/>
                <a:gd name="connsiteX345" fmla="*/ 236519 w 336545"/>
                <a:gd name="connsiteY345" fmla="*/ 925158 h 1039608"/>
                <a:gd name="connsiteX346" fmla="*/ 236350 w 336545"/>
                <a:gd name="connsiteY346" fmla="*/ 922478 h 1039608"/>
                <a:gd name="connsiteX347" fmla="*/ 236194 w 336545"/>
                <a:gd name="connsiteY347" fmla="*/ 919810 h 1039608"/>
                <a:gd name="connsiteX348" fmla="*/ 234397 w 336545"/>
                <a:gd name="connsiteY348" fmla="*/ 916060 h 1039608"/>
                <a:gd name="connsiteX349" fmla="*/ 233653 w 336545"/>
                <a:gd name="connsiteY349" fmla="*/ 916060 h 1039608"/>
                <a:gd name="connsiteX350" fmla="*/ 233569 w 336545"/>
                <a:gd name="connsiteY350" fmla="*/ 913996 h 1039608"/>
                <a:gd name="connsiteX351" fmla="*/ 233420 w 336545"/>
                <a:gd name="connsiteY351" fmla="*/ 911316 h 1039608"/>
                <a:gd name="connsiteX352" fmla="*/ 233290 w 336545"/>
                <a:gd name="connsiteY352" fmla="*/ 908648 h 1039608"/>
                <a:gd name="connsiteX353" fmla="*/ 232909 w 336545"/>
                <a:gd name="connsiteY353" fmla="*/ 906386 h 1039608"/>
                <a:gd name="connsiteX354" fmla="*/ 230676 w 336545"/>
                <a:gd name="connsiteY354" fmla="*/ 904898 h 1039608"/>
                <a:gd name="connsiteX355" fmla="*/ 230537 w 336545"/>
                <a:gd name="connsiteY355" fmla="*/ 899596 h 1039608"/>
                <a:gd name="connsiteX356" fmla="*/ 230598 w 336545"/>
                <a:gd name="connsiteY356" fmla="*/ 896706 h 1039608"/>
                <a:gd name="connsiteX357" fmla="*/ 230676 w 336545"/>
                <a:gd name="connsiteY357" fmla="*/ 894480 h 1039608"/>
                <a:gd name="connsiteX358" fmla="*/ 228444 w 336545"/>
                <a:gd name="connsiteY358" fmla="*/ 894480 h 1039608"/>
                <a:gd name="connsiteX359" fmla="*/ 227700 w 336545"/>
                <a:gd name="connsiteY359" fmla="*/ 884062 h 1039608"/>
                <a:gd name="connsiteX360" fmla="*/ 225467 w 336545"/>
                <a:gd name="connsiteY360" fmla="*/ 884062 h 1039608"/>
                <a:gd name="connsiteX361" fmla="*/ 225383 w 336545"/>
                <a:gd name="connsiteY361" fmla="*/ 881809 h 1039608"/>
                <a:gd name="connsiteX362" fmla="*/ 225235 w 336545"/>
                <a:gd name="connsiteY362" fmla="*/ 878899 h 1039608"/>
                <a:gd name="connsiteX363" fmla="*/ 225104 w 336545"/>
                <a:gd name="connsiteY363" fmla="*/ 875995 h 1039608"/>
                <a:gd name="connsiteX364" fmla="*/ 224723 w 336545"/>
                <a:gd name="connsiteY364" fmla="*/ 873644 h 1039608"/>
                <a:gd name="connsiteX365" fmla="*/ 222491 w 336545"/>
                <a:gd name="connsiteY365" fmla="*/ 872900 h 1039608"/>
                <a:gd name="connsiteX366" fmla="*/ 221979 w 336545"/>
                <a:gd name="connsiteY366" fmla="*/ 868016 h 1039608"/>
                <a:gd name="connsiteX367" fmla="*/ 221831 w 336545"/>
                <a:gd name="connsiteY367" fmla="*/ 865316 h 1039608"/>
                <a:gd name="connsiteX368" fmla="*/ 221747 w 336545"/>
                <a:gd name="connsiteY368" fmla="*/ 863226 h 1039608"/>
                <a:gd name="connsiteX369" fmla="*/ 220258 w 336545"/>
                <a:gd name="connsiteY369" fmla="*/ 863226 h 1039608"/>
                <a:gd name="connsiteX370" fmla="*/ 220148 w 336545"/>
                <a:gd name="connsiteY370" fmla="*/ 861162 h 1039608"/>
                <a:gd name="connsiteX371" fmla="*/ 219979 w 336545"/>
                <a:gd name="connsiteY371" fmla="*/ 858482 h 1039608"/>
                <a:gd name="connsiteX372" fmla="*/ 219822 w 336545"/>
                <a:gd name="connsiteY372" fmla="*/ 855814 h 1039608"/>
                <a:gd name="connsiteX373" fmla="*/ 218026 w 336545"/>
                <a:gd name="connsiteY373" fmla="*/ 852064 h 1039608"/>
                <a:gd name="connsiteX374" fmla="*/ 217282 w 336545"/>
                <a:gd name="connsiteY374" fmla="*/ 852064 h 1039608"/>
                <a:gd name="connsiteX375" fmla="*/ 217198 w 336545"/>
                <a:gd name="connsiteY375" fmla="*/ 849974 h 1039608"/>
                <a:gd name="connsiteX376" fmla="*/ 217049 w 336545"/>
                <a:gd name="connsiteY376" fmla="*/ 847273 h 1039608"/>
                <a:gd name="connsiteX377" fmla="*/ 216919 w 336545"/>
                <a:gd name="connsiteY377" fmla="*/ 844579 h 1039608"/>
                <a:gd name="connsiteX378" fmla="*/ 216538 w 336545"/>
                <a:gd name="connsiteY378" fmla="*/ 842390 h 1039608"/>
                <a:gd name="connsiteX379" fmla="*/ 214305 w 336545"/>
                <a:gd name="connsiteY379" fmla="*/ 841646 h 1039608"/>
                <a:gd name="connsiteX380" fmla="*/ 214166 w 336545"/>
                <a:gd name="connsiteY380" fmla="*/ 836018 h 1039608"/>
                <a:gd name="connsiteX381" fmla="*/ 214196 w 336545"/>
                <a:gd name="connsiteY381" fmla="*/ 834415 h 1039608"/>
                <a:gd name="connsiteX382" fmla="*/ 214305 w 336545"/>
                <a:gd name="connsiteY382" fmla="*/ 830484 h 1039608"/>
                <a:gd name="connsiteX383" fmla="*/ 212073 w 336545"/>
                <a:gd name="connsiteY383" fmla="*/ 830484 h 1039608"/>
                <a:gd name="connsiteX384" fmla="*/ 211329 w 336545"/>
                <a:gd name="connsiteY384" fmla="*/ 820066 h 1039608"/>
                <a:gd name="connsiteX385" fmla="*/ 209096 w 336545"/>
                <a:gd name="connsiteY385" fmla="*/ 820066 h 1039608"/>
                <a:gd name="connsiteX386" fmla="*/ 209012 w 336545"/>
                <a:gd name="connsiteY386" fmla="*/ 817813 h 1039608"/>
                <a:gd name="connsiteX387" fmla="*/ 208864 w 336545"/>
                <a:gd name="connsiteY387" fmla="*/ 814903 h 1039608"/>
                <a:gd name="connsiteX388" fmla="*/ 208733 w 336545"/>
                <a:gd name="connsiteY388" fmla="*/ 811999 h 1039608"/>
                <a:gd name="connsiteX389" fmla="*/ 208352 w 336545"/>
                <a:gd name="connsiteY389" fmla="*/ 809648 h 1039608"/>
                <a:gd name="connsiteX390" fmla="*/ 206120 w 336545"/>
                <a:gd name="connsiteY390" fmla="*/ 808904 h 1039608"/>
                <a:gd name="connsiteX391" fmla="*/ 205701 w 336545"/>
                <a:gd name="connsiteY391" fmla="*/ 804067 h 1039608"/>
                <a:gd name="connsiteX392" fmla="*/ 205376 w 336545"/>
                <a:gd name="connsiteY392" fmla="*/ 799230 h 1039608"/>
                <a:gd name="connsiteX393" fmla="*/ 203887 w 336545"/>
                <a:gd name="connsiteY393" fmla="*/ 798486 h 1039608"/>
                <a:gd name="connsiteX394" fmla="*/ 203515 w 336545"/>
                <a:gd name="connsiteY394" fmla="*/ 794067 h 1039608"/>
                <a:gd name="connsiteX395" fmla="*/ 201655 w 336545"/>
                <a:gd name="connsiteY395" fmla="*/ 788068 h 1039608"/>
                <a:gd name="connsiteX396" fmla="*/ 200911 w 336545"/>
                <a:gd name="connsiteY396" fmla="*/ 788068 h 1039608"/>
                <a:gd name="connsiteX397" fmla="*/ 200826 w 336545"/>
                <a:gd name="connsiteY397" fmla="*/ 785815 h 1039608"/>
                <a:gd name="connsiteX398" fmla="*/ 200678 w 336545"/>
                <a:gd name="connsiteY398" fmla="*/ 782905 h 1039608"/>
                <a:gd name="connsiteX399" fmla="*/ 200547 w 336545"/>
                <a:gd name="connsiteY399" fmla="*/ 780001 h 1039608"/>
                <a:gd name="connsiteX400" fmla="*/ 200167 w 336545"/>
                <a:gd name="connsiteY400" fmla="*/ 777650 h 1039608"/>
                <a:gd name="connsiteX401" fmla="*/ 197934 w 336545"/>
                <a:gd name="connsiteY401" fmla="*/ 776906 h 1039608"/>
                <a:gd name="connsiteX402" fmla="*/ 197516 w 336545"/>
                <a:gd name="connsiteY402" fmla="*/ 772069 h 1039608"/>
                <a:gd name="connsiteX403" fmla="*/ 197190 w 336545"/>
                <a:gd name="connsiteY403" fmla="*/ 767232 h 1039608"/>
                <a:gd name="connsiteX404" fmla="*/ 195702 w 336545"/>
                <a:gd name="connsiteY404" fmla="*/ 766488 h 1039608"/>
                <a:gd name="connsiteX405" fmla="*/ 195237 w 336545"/>
                <a:gd name="connsiteY405" fmla="*/ 760860 h 1039608"/>
                <a:gd name="connsiteX406" fmla="*/ 195150 w 336545"/>
                <a:gd name="connsiteY406" fmla="*/ 759257 h 1039608"/>
                <a:gd name="connsiteX407" fmla="*/ 194958 w 336545"/>
                <a:gd name="connsiteY407" fmla="*/ 755326 h 1039608"/>
                <a:gd name="connsiteX408" fmla="*/ 192725 w 336545"/>
                <a:gd name="connsiteY408" fmla="*/ 755326 h 1039608"/>
                <a:gd name="connsiteX409" fmla="*/ 192641 w 336545"/>
                <a:gd name="connsiteY409" fmla="*/ 753236 h 1039608"/>
                <a:gd name="connsiteX410" fmla="*/ 192493 w 336545"/>
                <a:gd name="connsiteY410" fmla="*/ 750535 h 1039608"/>
                <a:gd name="connsiteX411" fmla="*/ 192362 w 336545"/>
                <a:gd name="connsiteY411" fmla="*/ 747841 h 1039608"/>
                <a:gd name="connsiteX412" fmla="*/ 191981 w 336545"/>
                <a:gd name="connsiteY412" fmla="*/ 745652 h 1039608"/>
                <a:gd name="connsiteX413" fmla="*/ 189749 w 336545"/>
                <a:gd name="connsiteY413" fmla="*/ 744908 h 1039608"/>
                <a:gd name="connsiteX414" fmla="*/ 189330 w 336545"/>
                <a:gd name="connsiteY414" fmla="*/ 739699 h 1039608"/>
                <a:gd name="connsiteX415" fmla="*/ 189005 w 336545"/>
                <a:gd name="connsiteY415" fmla="*/ 734490 h 1039608"/>
                <a:gd name="connsiteX416" fmla="*/ 187516 w 336545"/>
                <a:gd name="connsiteY416" fmla="*/ 733745 h 1039608"/>
                <a:gd name="connsiteX417" fmla="*/ 187101 w 336545"/>
                <a:gd name="connsiteY417" fmla="*/ 726816 h 1039608"/>
                <a:gd name="connsiteX418" fmla="*/ 186772 w 336545"/>
                <a:gd name="connsiteY418" fmla="*/ 724816 h 1039608"/>
                <a:gd name="connsiteX419" fmla="*/ 184540 w 336545"/>
                <a:gd name="connsiteY419" fmla="*/ 724072 h 1039608"/>
                <a:gd name="connsiteX420" fmla="*/ 184098 w 336545"/>
                <a:gd name="connsiteY420" fmla="*/ 715979 h 1039608"/>
                <a:gd name="connsiteX421" fmla="*/ 183796 w 336545"/>
                <a:gd name="connsiteY421" fmla="*/ 713654 h 1039608"/>
                <a:gd name="connsiteX422" fmla="*/ 181563 w 336545"/>
                <a:gd name="connsiteY422" fmla="*/ 712910 h 1039608"/>
                <a:gd name="connsiteX423" fmla="*/ 181145 w 336545"/>
                <a:gd name="connsiteY423" fmla="*/ 708073 h 1039608"/>
                <a:gd name="connsiteX424" fmla="*/ 180819 w 336545"/>
                <a:gd name="connsiteY424" fmla="*/ 703236 h 1039608"/>
                <a:gd name="connsiteX425" fmla="*/ 179331 w 336545"/>
                <a:gd name="connsiteY425" fmla="*/ 702492 h 1039608"/>
                <a:gd name="connsiteX426" fmla="*/ 178866 w 336545"/>
                <a:gd name="connsiteY426" fmla="*/ 696864 h 1039608"/>
                <a:gd name="connsiteX427" fmla="*/ 178778 w 336545"/>
                <a:gd name="connsiteY427" fmla="*/ 695261 h 1039608"/>
                <a:gd name="connsiteX428" fmla="*/ 178587 w 336545"/>
                <a:gd name="connsiteY428" fmla="*/ 691329 h 1039608"/>
                <a:gd name="connsiteX429" fmla="*/ 176354 w 336545"/>
                <a:gd name="connsiteY429" fmla="*/ 691329 h 1039608"/>
                <a:gd name="connsiteX430" fmla="*/ 175610 w 336545"/>
                <a:gd name="connsiteY430" fmla="*/ 680912 h 1039608"/>
                <a:gd name="connsiteX431" fmla="*/ 173378 w 336545"/>
                <a:gd name="connsiteY431" fmla="*/ 680912 h 1039608"/>
                <a:gd name="connsiteX432" fmla="*/ 173267 w 336545"/>
                <a:gd name="connsiteY432" fmla="*/ 678659 h 1039608"/>
                <a:gd name="connsiteX433" fmla="*/ 173099 w 336545"/>
                <a:gd name="connsiteY433" fmla="*/ 675749 h 1039608"/>
                <a:gd name="connsiteX434" fmla="*/ 172942 w 336545"/>
                <a:gd name="connsiteY434" fmla="*/ 672845 h 1039608"/>
                <a:gd name="connsiteX435" fmla="*/ 172633 w 336545"/>
                <a:gd name="connsiteY435" fmla="*/ 670494 h 1039608"/>
                <a:gd name="connsiteX436" fmla="*/ 171145 w 336545"/>
                <a:gd name="connsiteY436" fmla="*/ 669749 h 1039608"/>
                <a:gd name="connsiteX437" fmla="*/ 170680 w 336545"/>
                <a:gd name="connsiteY437" fmla="*/ 664494 h 1039608"/>
                <a:gd name="connsiteX438" fmla="*/ 170511 w 336545"/>
                <a:gd name="connsiteY438" fmla="*/ 661584 h 1039608"/>
                <a:gd name="connsiteX439" fmla="*/ 170401 w 336545"/>
                <a:gd name="connsiteY439" fmla="*/ 659331 h 1039608"/>
                <a:gd name="connsiteX440" fmla="*/ 168169 w 336545"/>
                <a:gd name="connsiteY440" fmla="*/ 659331 h 1039608"/>
                <a:gd name="connsiteX441" fmla="*/ 167424 w 336545"/>
                <a:gd name="connsiteY441" fmla="*/ 648913 h 1039608"/>
                <a:gd name="connsiteX442" fmla="*/ 165192 w 336545"/>
                <a:gd name="connsiteY442" fmla="*/ 648913 h 1039608"/>
                <a:gd name="connsiteX443" fmla="*/ 165082 w 336545"/>
                <a:gd name="connsiteY443" fmla="*/ 646498 h 1039608"/>
                <a:gd name="connsiteX444" fmla="*/ 164913 w 336545"/>
                <a:gd name="connsiteY444" fmla="*/ 643379 h 1039608"/>
                <a:gd name="connsiteX445" fmla="*/ 164843 w 336545"/>
                <a:gd name="connsiteY445" fmla="*/ 641785 h 1039608"/>
                <a:gd name="connsiteX446" fmla="*/ 164448 w 336545"/>
                <a:gd name="connsiteY446" fmla="*/ 637751 h 1039608"/>
                <a:gd name="connsiteX447" fmla="*/ 162960 w 336545"/>
                <a:gd name="connsiteY447" fmla="*/ 637007 h 1039608"/>
                <a:gd name="connsiteX448" fmla="*/ 162588 w 336545"/>
                <a:gd name="connsiteY448" fmla="*/ 632961 h 1039608"/>
                <a:gd name="connsiteX449" fmla="*/ 160727 w 336545"/>
                <a:gd name="connsiteY449" fmla="*/ 627333 h 1039608"/>
                <a:gd name="connsiteX450" fmla="*/ 159983 w 336545"/>
                <a:gd name="connsiteY450" fmla="*/ 627333 h 1039608"/>
                <a:gd name="connsiteX451" fmla="*/ 159239 w 336545"/>
                <a:gd name="connsiteY451" fmla="*/ 616171 h 1039608"/>
                <a:gd name="connsiteX452" fmla="*/ 157006 w 336545"/>
                <a:gd name="connsiteY452" fmla="*/ 616171 h 1039608"/>
                <a:gd name="connsiteX453" fmla="*/ 156896 w 336545"/>
                <a:gd name="connsiteY453" fmla="*/ 614081 h 1039608"/>
                <a:gd name="connsiteX454" fmla="*/ 156727 w 336545"/>
                <a:gd name="connsiteY454" fmla="*/ 611381 h 1039608"/>
                <a:gd name="connsiteX455" fmla="*/ 156570 w 336545"/>
                <a:gd name="connsiteY455" fmla="*/ 608686 h 1039608"/>
                <a:gd name="connsiteX456" fmla="*/ 156262 w 336545"/>
                <a:gd name="connsiteY456" fmla="*/ 606497 h 1039608"/>
                <a:gd name="connsiteX457" fmla="*/ 154774 w 336545"/>
                <a:gd name="connsiteY457" fmla="*/ 605753 h 1039608"/>
                <a:gd name="connsiteX458" fmla="*/ 154309 w 336545"/>
                <a:gd name="connsiteY458" fmla="*/ 600126 h 1039608"/>
                <a:gd name="connsiteX459" fmla="*/ 154222 w 336545"/>
                <a:gd name="connsiteY459" fmla="*/ 598523 h 1039608"/>
                <a:gd name="connsiteX460" fmla="*/ 154030 w 336545"/>
                <a:gd name="connsiteY460" fmla="*/ 594591 h 1039608"/>
                <a:gd name="connsiteX461" fmla="*/ 151798 w 336545"/>
                <a:gd name="connsiteY461" fmla="*/ 594591 h 1039608"/>
                <a:gd name="connsiteX462" fmla="*/ 151053 w 336545"/>
                <a:gd name="connsiteY462" fmla="*/ 584173 h 1039608"/>
                <a:gd name="connsiteX463" fmla="*/ 148821 w 336545"/>
                <a:gd name="connsiteY463" fmla="*/ 584173 h 1039608"/>
                <a:gd name="connsiteX464" fmla="*/ 148710 w 336545"/>
                <a:gd name="connsiteY464" fmla="*/ 581920 h 1039608"/>
                <a:gd name="connsiteX465" fmla="*/ 148542 w 336545"/>
                <a:gd name="connsiteY465" fmla="*/ 579011 h 1039608"/>
                <a:gd name="connsiteX466" fmla="*/ 148385 w 336545"/>
                <a:gd name="connsiteY466" fmla="*/ 576107 h 1039608"/>
                <a:gd name="connsiteX467" fmla="*/ 148077 w 336545"/>
                <a:gd name="connsiteY467" fmla="*/ 573755 h 1039608"/>
                <a:gd name="connsiteX468" fmla="*/ 146589 w 336545"/>
                <a:gd name="connsiteY468" fmla="*/ 573011 h 1039608"/>
                <a:gd name="connsiteX469" fmla="*/ 146173 w 336545"/>
                <a:gd name="connsiteY469" fmla="*/ 566081 h 1039608"/>
                <a:gd name="connsiteX470" fmla="*/ 145844 w 336545"/>
                <a:gd name="connsiteY470" fmla="*/ 564081 h 1039608"/>
                <a:gd name="connsiteX471" fmla="*/ 143612 w 336545"/>
                <a:gd name="connsiteY471" fmla="*/ 563337 h 1039608"/>
                <a:gd name="connsiteX472" fmla="*/ 143170 w 336545"/>
                <a:gd name="connsiteY472" fmla="*/ 555245 h 1039608"/>
                <a:gd name="connsiteX473" fmla="*/ 142868 w 336545"/>
                <a:gd name="connsiteY473" fmla="*/ 552919 h 1039608"/>
                <a:gd name="connsiteX474" fmla="*/ 140635 w 336545"/>
                <a:gd name="connsiteY474" fmla="*/ 552175 h 1039608"/>
                <a:gd name="connsiteX475" fmla="*/ 140217 w 336545"/>
                <a:gd name="connsiteY475" fmla="*/ 547338 h 1039608"/>
                <a:gd name="connsiteX476" fmla="*/ 139891 w 336545"/>
                <a:gd name="connsiteY476" fmla="*/ 542501 h 1039608"/>
                <a:gd name="connsiteX477" fmla="*/ 138403 w 336545"/>
                <a:gd name="connsiteY477" fmla="*/ 541757 h 1039608"/>
                <a:gd name="connsiteX478" fmla="*/ 137984 w 336545"/>
                <a:gd name="connsiteY478" fmla="*/ 537757 h 1039608"/>
                <a:gd name="connsiteX479" fmla="*/ 136915 w 336545"/>
                <a:gd name="connsiteY479" fmla="*/ 531339 h 1039608"/>
                <a:gd name="connsiteX480" fmla="*/ 135426 w 336545"/>
                <a:gd name="connsiteY480" fmla="*/ 530595 h 1039608"/>
                <a:gd name="connsiteX481" fmla="*/ 134961 w 336545"/>
                <a:gd name="connsiteY481" fmla="*/ 524968 h 1039608"/>
                <a:gd name="connsiteX482" fmla="*/ 134874 w 336545"/>
                <a:gd name="connsiteY482" fmla="*/ 523364 h 1039608"/>
                <a:gd name="connsiteX483" fmla="*/ 134682 w 336545"/>
                <a:gd name="connsiteY483" fmla="*/ 519433 h 1039608"/>
                <a:gd name="connsiteX484" fmla="*/ 132450 w 336545"/>
                <a:gd name="connsiteY484" fmla="*/ 519433 h 1039608"/>
                <a:gd name="connsiteX485" fmla="*/ 132339 w 336545"/>
                <a:gd name="connsiteY485" fmla="*/ 517343 h 1039608"/>
                <a:gd name="connsiteX486" fmla="*/ 132171 w 336545"/>
                <a:gd name="connsiteY486" fmla="*/ 514643 h 1039608"/>
                <a:gd name="connsiteX487" fmla="*/ 132014 w 336545"/>
                <a:gd name="connsiteY487" fmla="*/ 511948 h 1039608"/>
                <a:gd name="connsiteX488" fmla="*/ 131706 w 336545"/>
                <a:gd name="connsiteY488" fmla="*/ 509759 h 1039608"/>
                <a:gd name="connsiteX489" fmla="*/ 130217 w 336545"/>
                <a:gd name="connsiteY489" fmla="*/ 509015 h 1039608"/>
                <a:gd name="connsiteX490" fmla="*/ 129566 w 336545"/>
                <a:gd name="connsiteY490" fmla="*/ 500923 h 1039608"/>
                <a:gd name="connsiteX491" fmla="*/ 129473 w 336545"/>
                <a:gd name="connsiteY491" fmla="*/ 499341 h 1039608"/>
                <a:gd name="connsiteX492" fmla="*/ 127241 w 336545"/>
                <a:gd name="connsiteY492" fmla="*/ 497853 h 1039608"/>
                <a:gd name="connsiteX493" fmla="*/ 126799 w 336545"/>
                <a:gd name="connsiteY493" fmla="*/ 490897 h 1039608"/>
                <a:gd name="connsiteX494" fmla="*/ 126497 w 336545"/>
                <a:gd name="connsiteY494" fmla="*/ 488923 h 1039608"/>
                <a:gd name="connsiteX495" fmla="*/ 124264 w 336545"/>
                <a:gd name="connsiteY495" fmla="*/ 488179 h 1039608"/>
                <a:gd name="connsiteX496" fmla="*/ 123846 w 336545"/>
                <a:gd name="connsiteY496" fmla="*/ 483017 h 1039608"/>
                <a:gd name="connsiteX497" fmla="*/ 122032 w 336545"/>
                <a:gd name="connsiteY497" fmla="*/ 476273 h 1039608"/>
                <a:gd name="connsiteX498" fmla="*/ 121567 w 336545"/>
                <a:gd name="connsiteY498" fmla="*/ 472599 h 1039608"/>
                <a:gd name="connsiteX499" fmla="*/ 121398 w 336545"/>
                <a:gd name="connsiteY499" fmla="*/ 470625 h 1039608"/>
                <a:gd name="connsiteX500" fmla="*/ 121288 w 336545"/>
                <a:gd name="connsiteY500" fmla="*/ 466599 h 1039608"/>
                <a:gd name="connsiteX501" fmla="*/ 119055 w 336545"/>
                <a:gd name="connsiteY501" fmla="*/ 466599 h 1039608"/>
                <a:gd name="connsiteX502" fmla="*/ 118311 w 336545"/>
                <a:gd name="connsiteY502" fmla="*/ 455437 h 1039608"/>
                <a:gd name="connsiteX503" fmla="*/ 116079 w 336545"/>
                <a:gd name="connsiteY503" fmla="*/ 455437 h 1039608"/>
                <a:gd name="connsiteX504" fmla="*/ 115994 w 336545"/>
                <a:gd name="connsiteY504" fmla="*/ 453399 h 1039608"/>
                <a:gd name="connsiteX505" fmla="*/ 115846 w 336545"/>
                <a:gd name="connsiteY505" fmla="*/ 450740 h 1039608"/>
                <a:gd name="connsiteX506" fmla="*/ 115715 w 336545"/>
                <a:gd name="connsiteY506" fmla="*/ 448097 h 1039608"/>
                <a:gd name="connsiteX507" fmla="*/ 113102 w 336545"/>
                <a:gd name="connsiteY507" fmla="*/ 443531 h 1039608"/>
                <a:gd name="connsiteX508" fmla="*/ 113102 w 336545"/>
                <a:gd name="connsiteY508" fmla="*/ 438322 h 1039608"/>
                <a:gd name="connsiteX509" fmla="*/ 112358 w 336545"/>
                <a:gd name="connsiteY509" fmla="*/ 434601 h 1039608"/>
                <a:gd name="connsiteX510" fmla="*/ 110870 w 336545"/>
                <a:gd name="connsiteY510" fmla="*/ 433857 h 1039608"/>
                <a:gd name="connsiteX511" fmla="*/ 110405 w 336545"/>
                <a:gd name="connsiteY511" fmla="*/ 428601 h 1039608"/>
                <a:gd name="connsiteX512" fmla="*/ 110236 w 336545"/>
                <a:gd name="connsiteY512" fmla="*/ 425692 h 1039608"/>
                <a:gd name="connsiteX513" fmla="*/ 110126 w 336545"/>
                <a:gd name="connsiteY513" fmla="*/ 423439 h 1039608"/>
                <a:gd name="connsiteX514" fmla="*/ 107893 w 336545"/>
                <a:gd name="connsiteY514" fmla="*/ 423439 h 1039608"/>
                <a:gd name="connsiteX515" fmla="*/ 107998 w 336545"/>
                <a:gd name="connsiteY515" fmla="*/ 421186 h 1039608"/>
                <a:gd name="connsiteX516" fmla="*/ 108079 w 336545"/>
                <a:gd name="connsiteY516" fmla="*/ 418276 h 1039608"/>
                <a:gd name="connsiteX517" fmla="*/ 108184 w 336545"/>
                <a:gd name="connsiteY517" fmla="*/ 415373 h 1039608"/>
                <a:gd name="connsiteX518" fmla="*/ 107893 w 336545"/>
                <a:gd name="connsiteY518" fmla="*/ 413021 h 1039608"/>
                <a:gd name="connsiteX519" fmla="*/ 104917 w 336545"/>
                <a:gd name="connsiteY519" fmla="*/ 412277 h 1039608"/>
                <a:gd name="connsiteX520" fmla="*/ 104870 w 336545"/>
                <a:gd name="connsiteY520" fmla="*/ 408277 h 1039608"/>
                <a:gd name="connsiteX521" fmla="*/ 104917 w 336545"/>
                <a:gd name="connsiteY521" fmla="*/ 404091 h 1039608"/>
                <a:gd name="connsiteX522" fmla="*/ 103835 w 336545"/>
                <a:gd name="connsiteY522" fmla="*/ 403048 h 1039608"/>
                <a:gd name="connsiteX523" fmla="*/ 102173 w 336545"/>
                <a:gd name="connsiteY523" fmla="*/ 396510 h 1039608"/>
                <a:gd name="connsiteX524" fmla="*/ 102024 w 336545"/>
                <a:gd name="connsiteY524" fmla="*/ 393641 h 1039608"/>
                <a:gd name="connsiteX525" fmla="*/ 101940 w 336545"/>
                <a:gd name="connsiteY525" fmla="*/ 391441 h 1039608"/>
                <a:gd name="connsiteX526" fmla="*/ 99708 w 336545"/>
                <a:gd name="connsiteY526" fmla="*/ 391441 h 1039608"/>
                <a:gd name="connsiteX527" fmla="*/ 99623 w 336545"/>
                <a:gd name="connsiteY527" fmla="*/ 389240 h 1039608"/>
                <a:gd name="connsiteX528" fmla="*/ 99475 w 336545"/>
                <a:gd name="connsiteY528" fmla="*/ 386371 h 1039608"/>
                <a:gd name="connsiteX529" fmla="*/ 99344 w 336545"/>
                <a:gd name="connsiteY529" fmla="*/ 383520 h 1039608"/>
                <a:gd name="connsiteX530" fmla="*/ 96731 w 336545"/>
                <a:gd name="connsiteY530" fmla="*/ 378790 h 1039608"/>
                <a:gd name="connsiteX531" fmla="*/ 96731 w 336545"/>
                <a:gd name="connsiteY531" fmla="*/ 373581 h 1039608"/>
                <a:gd name="connsiteX532" fmla="*/ 95987 w 336545"/>
                <a:gd name="connsiteY532" fmla="*/ 370605 h 1039608"/>
                <a:gd name="connsiteX533" fmla="*/ 94499 w 336545"/>
                <a:gd name="connsiteY533" fmla="*/ 369861 h 1039608"/>
                <a:gd name="connsiteX534" fmla="*/ 94034 w 336545"/>
                <a:gd name="connsiteY534" fmla="*/ 364233 h 1039608"/>
                <a:gd name="connsiteX535" fmla="*/ 93946 w 336545"/>
                <a:gd name="connsiteY535" fmla="*/ 362630 h 1039608"/>
                <a:gd name="connsiteX536" fmla="*/ 93755 w 336545"/>
                <a:gd name="connsiteY536" fmla="*/ 358699 h 1039608"/>
                <a:gd name="connsiteX537" fmla="*/ 91522 w 336545"/>
                <a:gd name="connsiteY537" fmla="*/ 358699 h 1039608"/>
                <a:gd name="connsiteX538" fmla="*/ 91438 w 336545"/>
                <a:gd name="connsiteY538" fmla="*/ 356609 h 1039608"/>
                <a:gd name="connsiteX539" fmla="*/ 91290 w 336545"/>
                <a:gd name="connsiteY539" fmla="*/ 353908 h 1039608"/>
                <a:gd name="connsiteX540" fmla="*/ 91159 w 336545"/>
                <a:gd name="connsiteY540" fmla="*/ 351214 h 1039608"/>
                <a:gd name="connsiteX541" fmla="*/ 90778 w 336545"/>
                <a:gd name="connsiteY541" fmla="*/ 349025 h 1039608"/>
                <a:gd name="connsiteX542" fmla="*/ 88546 w 336545"/>
                <a:gd name="connsiteY542" fmla="*/ 348281 h 1039608"/>
                <a:gd name="connsiteX543" fmla="*/ 88499 w 336545"/>
                <a:gd name="connsiteY543" fmla="*/ 343955 h 1039608"/>
                <a:gd name="connsiteX544" fmla="*/ 87057 w 336545"/>
                <a:gd name="connsiteY544" fmla="*/ 336374 h 1039608"/>
                <a:gd name="connsiteX545" fmla="*/ 86313 w 336545"/>
                <a:gd name="connsiteY545" fmla="*/ 1025449 h 1039608"/>
                <a:gd name="connsiteX546" fmla="*/ 6690 w 336545"/>
                <a:gd name="connsiteY546" fmla="*/ 1025449 h 1039608"/>
                <a:gd name="connsiteX547" fmla="*/ 6682 w 336545"/>
                <a:gd name="connsiteY547" fmla="*/ 961326 h 1039608"/>
                <a:gd name="connsiteX548" fmla="*/ 6682 w 336545"/>
                <a:gd name="connsiteY548" fmla="*/ 959659 h 1039608"/>
                <a:gd name="connsiteX549" fmla="*/ 6678 w 336545"/>
                <a:gd name="connsiteY549" fmla="*/ 932696 h 1039608"/>
                <a:gd name="connsiteX550" fmla="*/ 6678 w 336545"/>
                <a:gd name="connsiteY550" fmla="*/ 930862 h 1039608"/>
                <a:gd name="connsiteX551" fmla="*/ 6659 w 336545"/>
                <a:gd name="connsiteY551" fmla="*/ 736454 h 1039608"/>
                <a:gd name="connsiteX552" fmla="*/ 6658 w 336545"/>
                <a:gd name="connsiteY552" fmla="*/ 732137 h 1039608"/>
                <a:gd name="connsiteX553" fmla="*/ 6652 w 336545"/>
                <a:gd name="connsiteY553" fmla="*/ 641536 h 1039608"/>
                <a:gd name="connsiteX554" fmla="*/ 6649 w 336545"/>
                <a:gd name="connsiteY554" fmla="*/ 596027 h 1039608"/>
                <a:gd name="connsiteX555" fmla="*/ 6649 w 336545"/>
                <a:gd name="connsiteY555" fmla="*/ 589162 h 1039608"/>
                <a:gd name="connsiteX556" fmla="*/ 6639 w 336545"/>
                <a:gd name="connsiteY556" fmla="*/ 483406 h 1039608"/>
                <a:gd name="connsiteX557" fmla="*/ 6639 w 336545"/>
                <a:gd name="connsiteY557" fmla="*/ 481108 h 1039608"/>
                <a:gd name="connsiteX558" fmla="*/ 6634 w 336545"/>
                <a:gd name="connsiteY558" fmla="*/ 444425 h 1039608"/>
                <a:gd name="connsiteX559" fmla="*/ 6622 w 336545"/>
                <a:gd name="connsiteY559" fmla="*/ 338810 h 1039608"/>
                <a:gd name="connsiteX560" fmla="*/ 6622 w 336545"/>
                <a:gd name="connsiteY560" fmla="*/ 336617 h 1039608"/>
                <a:gd name="connsiteX561" fmla="*/ 6620 w 336545"/>
                <a:gd name="connsiteY561" fmla="*/ 288982 h 1039608"/>
                <a:gd name="connsiteX562" fmla="*/ 6619 w 336545"/>
                <a:gd name="connsiteY562" fmla="*/ 269817 h 1039608"/>
                <a:gd name="connsiteX563" fmla="*/ 6619 w 336545"/>
                <a:gd name="connsiteY563" fmla="*/ 267698 h 1039608"/>
                <a:gd name="connsiteX564" fmla="*/ 6611 w 336545"/>
                <a:gd name="connsiteY564" fmla="*/ 200033 h 1039608"/>
                <a:gd name="connsiteX565" fmla="*/ 6606 w 336545"/>
                <a:gd name="connsiteY565" fmla="*/ 131912 h 1039608"/>
                <a:gd name="connsiteX566" fmla="*/ 6606 w 336545"/>
                <a:gd name="connsiteY566" fmla="*/ 122513 h 1039608"/>
                <a:gd name="connsiteX567" fmla="*/ 6606 w 336545"/>
                <a:gd name="connsiteY567" fmla="*/ 120652 h 1039608"/>
                <a:gd name="connsiteX568" fmla="*/ 6601 w 336545"/>
                <a:gd name="connsiteY568" fmla="*/ 91395 h 1039608"/>
                <a:gd name="connsiteX569" fmla="*/ 6599 w 336545"/>
                <a:gd name="connsiteY569" fmla="*/ 62674 h 1039608"/>
                <a:gd name="connsiteX570" fmla="*/ 6597 w 336545"/>
                <a:gd name="connsiteY570" fmla="*/ 47290 h 1039608"/>
                <a:gd name="connsiteX571" fmla="*/ 6598 w 336545"/>
                <a:gd name="connsiteY571" fmla="*/ 33329 h 1039608"/>
                <a:gd name="connsiteX572" fmla="*/ 6595 w 336545"/>
                <a:gd name="connsiteY572" fmla="*/ 28277 h 1039608"/>
                <a:gd name="connsiteX573" fmla="*/ 6598 w 336545"/>
                <a:gd name="connsiteY573" fmla="*/ 21478 h 1039608"/>
                <a:gd name="connsiteX574" fmla="*/ 6592 w 336545"/>
                <a:gd name="connsiteY574" fmla="*/ 19465 h 1039608"/>
                <a:gd name="connsiteX575" fmla="*/ 7434 w 336545"/>
                <a:gd name="connsiteY575" fmla="*/ 14162 h 1039608"/>
                <a:gd name="connsiteX576" fmla="*/ 13201 w 336545"/>
                <a:gd name="connsiteY576" fmla="*/ 13772 h 1039608"/>
                <a:gd name="connsiteX577" fmla="*/ 14876 w 336545"/>
                <a:gd name="connsiteY577" fmla="*/ 13417 h 1039608"/>
                <a:gd name="connsiteX578" fmla="*/ 15620 w 336545"/>
                <a:gd name="connsiteY578" fmla="*/ 11185 h 1039608"/>
                <a:gd name="connsiteX579" fmla="*/ 20250 w 336545"/>
                <a:gd name="connsiteY579" fmla="*/ 10804 h 1039608"/>
                <a:gd name="connsiteX580" fmla="*/ 23092 w 336545"/>
                <a:gd name="connsiteY580" fmla="*/ 10724 h 1039608"/>
                <a:gd name="connsiteX581" fmla="*/ 26084 w 336545"/>
                <a:gd name="connsiteY581" fmla="*/ 10673 h 1039608"/>
                <a:gd name="connsiteX582" fmla="*/ 29086 w 336545"/>
                <a:gd name="connsiteY582" fmla="*/ 10596 h 1039608"/>
                <a:gd name="connsiteX583" fmla="*/ 36456 w 336545"/>
                <a:gd name="connsiteY583" fmla="*/ 10441 h 1039608"/>
                <a:gd name="connsiteX584" fmla="*/ 36456 w 336545"/>
                <a:gd name="connsiteY584" fmla="*/ 7464 h 1039608"/>
                <a:gd name="connsiteX585" fmla="*/ 57292 w 336545"/>
                <a:gd name="connsiteY585" fmla="*/ 7464 h 1039608"/>
                <a:gd name="connsiteX586" fmla="*/ 57292 w 336545"/>
                <a:gd name="connsiteY586" fmla="*/ 4488 h 1039608"/>
                <a:gd name="connsiteX587" fmla="*/ 59193 w 336545"/>
                <a:gd name="connsiteY587" fmla="*/ 4467 h 1039608"/>
                <a:gd name="connsiteX588" fmla="*/ 66153 w 336545"/>
                <a:gd name="connsiteY588" fmla="*/ 4333 h 1039608"/>
                <a:gd name="connsiteX589" fmla="*/ 69169 w 336545"/>
                <a:gd name="connsiteY589" fmla="*/ 4286 h 1039608"/>
                <a:gd name="connsiteX590" fmla="*/ 73497 w 336545"/>
                <a:gd name="connsiteY590" fmla="*/ 4197 h 1039608"/>
                <a:gd name="connsiteX591" fmla="*/ 76130 w 336545"/>
                <a:gd name="connsiteY591" fmla="*/ 4150 h 1039608"/>
                <a:gd name="connsiteX592" fmla="*/ 78128 w 336545"/>
                <a:gd name="connsiteY592" fmla="*/ 3744 h 1039608"/>
                <a:gd name="connsiteX593" fmla="*/ 78872 w 336545"/>
                <a:gd name="connsiteY593" fmla="*/ 767 h 103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Lst>
              <a:rect l="l" t="t" r="r" b="b"/>
              <a:pathLst>
                <a:path w="336545" h="1039608">
                  <a:moveTo>
                    <a:pt x="78872" y="767"/>
                  </a:moveTo>
                  <a:cubicBezTo>
                    <a:pt x="82868" y="323"/>
                    <a:pt x="82868" y="323"/>
                    <a:pt x="84825" y="767"/>
                  </a:cubicBezTo>
                  <a:cubicBezTo>
                    <a:pt x="86848" y="3802"/>
                    <a:pt x="86630" y="6404"/>
                    <a:pt x="86801" y="9982"/>
                  </a:cubicBezTo>
                  <a:cubicBezTo>
                    <a:pt x="86886" y="10624"/>
                    <a:pt x="86970" y="11267"/>
                    <a:pt x="87057" y="11929"/>
                  </a:cubicBezTo>
                  <a:cubicBezTo>
                    <a:pt x="87794" y="12298"/>
                    <a:pt x="87794" y="12298"/>
                    <a:pt x="88546" y="12673"/>
                  </a:cubicBezTo>
                  <a:cubicBezTo>
                    <a:pt x="88811" y="14984"/>
                    <a:pt x="88876" y="17279"/>
                    <a:pt x="88961" y="19603"/>
                  </a:cubicBezTo>
                  <a:cubicBezTo>
                    <a:pt x="89070" y="20263"/>
                    <a:pt x="89178" y="20923"/>
                    <a:pt x="89290" y="21603"/>
                  </a:cubicBezTo>
                  <a:cubicBezTo>
                    <a:pt x="90395" y="21971"/>
                    <a:pt x="90395" y="21971"/>
                    <a:pt x="91522" y="22347"/>
                  </a:cubicBezTo>
                  <a:cubicBezTo>
                    <a:pt x="91874" y="25051"/>
                    <a:pt x="91898" y="27715"/>
                    <a:pt x="91964" y="30440"/>
                  </a:cubicBezTo>
                  <a:cubicBezTo>
                    <a:pt x="92114" y="31591"/>
                    <a:pt x="92114" y="31591"/>
                    <a:pt x="92266" y="32765"/>
                  </a:cubicBezTo>
                  <a:cubicBezTo>
                    <a:pt x="93371" y="33133"/>
                    <a:pt x="93371" y="33133"/>
                    <a:pt x="94499" y="33509"/>
                  </a:cubicBezTo>
                  <a:cubicBezTo>
                    <a:pt x="94827" y="35672"/>
                    <a:pt x="94827" y="35672"/>
                    <a:pt x="94917" y="38346"/>
                  </a:cubicBezTo>
                  <a:cubicBezTo>
                    <a:pt x="94975" y="39961"/>
                    <a:pt x="95072" y="41576"/>
                    <a:pt x="95243" y="43183"/>
                  </a:cubicBezTo>
                  <a:cubicBezTo>
                    <a:pt x="95734" y="43429"/>
                    <a:pt x="96225" y="43674"/>
                    <a:pt x="96731" y="43927"/>
                  </a:cubicBezTo>
                  <a:cubicBezTo>
                    <a:pt x="96964" y="45824"/>
                    <a:pt x="97113" y="47651"/>
                    <a:pt x="97196" y="49555"/>
                  </a:cubicBezTo>
                  <a:cubicBezTo>
                    <a:pt x="97225" y="50084"/>
                    <a:pt x="97254" y="50613"/>
                    <a:pt x="97283" y="51158"/>
                  </a:cubicBezTo>
                  <a:cubicBezTo>
                    <a:pt x="97354" y="52468"/>
                    <a:pt x="97415" y="53779"/>
                    <a:pt x="97475" y="55089"/>
                  </a:cubicBezTo>
                  <a:cubicBezTo>
                    <a:pt x="98212" y="55089"/>
                    <a:pt x="98949" y="55089"/>
                    <a:pt x="99708" y="55089"/>
                  </a:cubicBezTo>
                  <a:cubicBezTo>
                    <a:pt x="99749" y="56204"/>
                    <a:pt x="99749" y="56204"/>
                    <a:pt x="99792" y="57342"/>
                  </a:cubicBezTo>
                  <a:cubicBezTo>
                    <a:pt x="99841" y="58302"/>
                    <a:pt x="99890" y="59262"/>
                    <a:pt x="99940" y="60252"/>
                  </a:cubicBezTo>
                  <a:cubicBezTo>
                    <a:pt x="99983" y="61210"/>
                    <a:pt x="100027" y="62168"/>
                    <a:pt x="100071" y="63156"/>
                  </a:cubicBezTo>
                  <a:cubicBezTo>
                    <a:pt x="100197" y="63932"/>
                    <a:pt x="100322" y="64708"/>
                    <a:pt x="100452" y="65507"/>
                  </a:cubicBezTo>
                  <a:cubicBezTo>
                    <a:pt x="101557" y="65876"/>
                    <a:pt x="101557" y="65876"/>
                    <a:pt x="102684" y="66251"/>
                  </a:cubicBezTo>
                  <a:cubicBezTo>
                    <a:pt x="103013" y="68414"/>
                    <a:pt x="103013" y="68414"/>
                    <a:pt x="103103" y="71088"/>
                  </a:cubicBezTo>
                  <a:cubicBezTo>
                    <a:pt x="103161" y="72703"/>
                    <a:pt x="103258" y="74318"/>
                    <a:pt x="103428" y="75925"/>
                  </a:cubicBezTo>
                  <a:cubicBezTo>
                    <a:pt x="103919" y="76171"/>
                    <a:pt x="104411" y="76416"/>
                    <a:pt x="104917" y="76669"/>
                  </a:cubicBezTo>
                  <a:cubicBezTo>
                    <a:pt x="105183" y="79174"/>
                    <a:pt x="105248" y="81664"/>
                    <a:pt x="105332" y="84181"/>
                  </a:cubicBezTo>
                  <a:cubicBezTo>
                    <a:pt x="105441" y="84894"/>
                    <a:pt x="105549" y="85608"/>
                    <a:pt x="105661" y="86343"/>
                  </a:cubicBezTo>
                  <a:cubicBezTo>
                    <a:pt x="106397" y="86589"/>
                    <a:pt x="107134" y="86834"/>
                    <a:pt x="107893" y="87087"/>
                  </a:cubicBezTo>
                  <a:cubicBezTo>
                    <a:pt x="108244" y="89598"/>
                    <a:pt x="108269" y="92065"/>
                    <a:pt x="108335" y="94599"/>
                  </a:cubicBezTo>
                  <a:cubicBezTo>
                    <a:pt x="108485" y="95669"/>
                    <a:pt x="108485" y="95669"/>
                    <a:pt x="108637" y="96761"/>
                  </a:cubicBezTo>
                  <a:cubicBezTo>
                    <a:pt x="109374" y="97007"/>
                    <a:pt x="110111" y="97252"/>
                    <a:pt x="110870" y="97505"/>
                  </a:cubicBezTo>
                  <a:cubicBezTo>
                    <a:pt x="111198" y="99831"/>
                    <a:pt x="111198" y="99831"/>
                    <a:pt x="111288" y="102714"/>
                  </a:cubicBezTo>
                  <a:cubicBezTo>
                    <a:pt x="111346" y="104453"/>
                    <a:pt x="111443" y="106192"/>
                    <a:pt x="111614" y="107923"/>
                  </a:cubicBezTo>
                  <a:cubicBezTo>
                    <a:pt x="112105" y="108169"/>
                    <a:pt x="112596" y="108414"/>
                    <a:pt x="113102" y="108667"/>
                  </a:cubicBezTo>
                  <a:cubicBezTo>
                    <a:pt x="113410" y="111019"/>
                    <a:pt x="113410" y="111019"/>
                    <a:pt x="113567" y="113923"/>
                  </a:cubicBezTo>
                  <a:cubicBezTo>
                    <a:pt x="113651" y="115363"/>
                    <a:pt x="113651" y="115363"/>
                    <a:pt x="113736" y="116833"/>
                  </a:cubicBezTo>
                  <a:cubicBezTo>
                    <a:pt x="113772" y="117576"/>
                    <a:pt x="113809" y="118319"/>
                    <a:pt x="113846" y="119085"/>
                  </a:cubicBezTo>
                  <a:cubicBezTo>
                    <a:pt x="114583" y="119085"/>
                    <a:pt x="115320" y="119085"/>
                    <a:pt x="116079" y="119085"/>
                  </a:cubicBezTo>
                  <a:cubicBezTo>
                    <a:pt x="116324" y="122769"/>
                    <a:pt x="116570" y="126452"/>
                    <a:pt x="116823" y="130248"/>
                  </a:cubicBezTo>
                  <a:cubicBezTo>
                    <a:pt x="117560" y="130248"/>
                    <a:pt x="118296" y="130248"/>
                    <a:pt x="119055" y="130248"/>
                  </a:cubicBezTo>
                  <a:cubicBezTo>
                    <a:pt x="119092" y="130937"/>
                    <a:pt x="119128" y="131627"/>
                    <a:pt x="119166" y="132338"/>
                  </a:cubicBezTo>
                  <a:cubicBezTo>
                    <a:pt x="119249" y="133674"/>
                    <a:pt x="119249" y="133674"/>
                    <a:pt x="119334" y="135038"/>
                  </a:cubicBezTo>
                  <a:cubicBezTo>
                    <a:pt x="119386" y="135927"/>
                    <a:pt x="119438" y="136816"/>
                    <a:pt x="119491" y="137733"/>
                  </a:cubicBezTo>
                  <a:cubicBezTo>
                    <a:pt x="119593" y="138455"/>
                    <a:pt x="119695" y="139177"/>
                    <a:pt x="119799" y="139921"/>
                  </a:cubicBezTo>
                  <a:cubicBezTo>
                    <a:pt x="120291" y="140167"/>
                    <a:pt x="120782" y="140412"/>
                    <a:pt x="121288" y="140665"/>
                  </a:cubicBezTo>
                  <a:cubicBezTo>
                    <a:pt x="121520" y="142563"/>
                    <a:pt x="121670" y="144389"/>
                    <a:pt x="121753" y="146293"/>
                  </a:cubicBezTo>
                  <a:cubicBezTo>
                    <a:pt x="121796" y="147087"/>
                    <a:pt x="121796" y="147087"/>
                    <a:pt x="121840" y="147896"/>
                  </a:cubicBezTo>
                  <a:cubicBezTo>
                    <a:pt x="121910" y="149206"/>
                    <a:pt x="121972" y="150517"/>
                    <a:pt x="122032" y="151828"/>
                  </a:cubicBezTo>
                  <a:cubicBezTo>
                    <a:pt x="122769" y="151828"/>
                    <a:pt x="123505" y="151828"/>
                    <a:pt x="124264" y="151828"/>
                  </a:cubicBezTo>
                  <a:cubicBezTo>
                    <a:pt x="124510" y="155266"/>
                    <a:pt x="124755" y="158703"/>
                    <a:pt x="125008" y="162246"/>
                  </a:cubicBezTo>
                  <a:cubicBezTo>
                    <a:pt x="125745" y="162246"/>
                    <a:pt x="126482" y="162246"/>
                    <a:pt x="127241" y="162246"/>
                  </a:cubicBezTo>
                  <a:cubicBezTo>
                    <a:pt x="127241" y="165683"/>
                    <a:pt x="127241" y="169121"/>
                    <a:pt x="127241" y="172664"/>
                  </a:cubicBezTo>
                  <a:cubicBezTo>
                    <a:pt x="127978" y="172664"/>
                    <a:pt x="128714" y="172664"/>
                    <a:pt x="129473" y="172664"/>
                  </a:cubicBezTo>
                  <a:cubicBezTo>
                    <a:pt x="129510" y="173282"/>
                    <a:pt x="129546" y="173901"/>
                    <a:pt x="129584" y="174538"/>
                  </a:cubicBezTo>
                  <a:cubicBezTo>
                    <a:pt x="129639" y="175347"/>
                    <a:pt x="129695" y="176156"/>
                    <a:pt x="129752" y="176989"/>
                  </a:cubicBezTo>
                  <a:cubicBezTo>
                    <a:pt x="129830" y="178193"/>
                    <a:pt x="129830" y="178193"/>
                    <a:pt x="129909" y="179422"/>
                  </a:cubicBezTo>
                  <a:cubicBezTo>
                    <a:pt x="130077" y="181732"/>
                    <a:pt x="130077" y="181732"/>
                    <a:pt x="131706" y="183826"/>
                  </a:cubicBezTo>
                  <a:cubicBezTo>
                    <a:pt x="131951" y="183826"/>
                    <a:pt x="132197" y="183826"/>
                    <a:pt x="132450" y="183826"/>
                  </a:cubicBezTo>
                  <a:cubicBezTo>
                    <a:pt x="132695" y="187264"/>
                    <a:pt x="132941" y="190701"/>
                    <a:pt x="133194" y="194244"/>
                  </a:cubicBezTo>
                  <a:cubicBezTo>
                    <a:pt x="133931" y="194244"/>
                    <a:pt x="134667" y="194244"/>
                    <a:pt x="135426" y="194244"/>
                  </a:cubicBezTo>
                  <a:cubicBezTo>
                    <a:pt x="135463" y="194987"/>
                    <a:pt x="135499" y="195730"/>
                    <a:pt x="135537" y="196496"/>
                  </a:cubicBezTo>
                  <a:cubicBezTo>
                    <a:pt x="135620" y="197937"/>
                    <a:pt x="135620" y="197937"/>
                    <a:pt x="135705" y="199406"/>
                  </a:cubicBezTo>
                  <a:cubicBezTo>
                    <a:pt x="135783" y="200844"/>
                    <a:pt x="135783" y="200844"/>
                    <a:pt x="135862" y="202310"/>
                  </a:cubicBezTo>
                  <a:cubicBezTo>
                    <a:pt x="135964" y="203086"/>
                    <a:pt x="136066" y="203862"/>
                    <a:pt x="136171" y="204662"/>
                  </a:cubicBezTo>
                  <a:cubicBezTo>
                    <a:pt x="136662" y="204907"/>
                    <a:pt x="137153" y="205153"/>
                    <a:pt x="137659" y="205406"/>
                  </a:cubicBezTo>
                  <a:cubicBezTo>
                    <a:pt x="138141" y="207899"/>
                    <a:pt x="138422" y="210396"/>
                    <a:pt x="138729" y="212917"/>
                  </a:cubicBezTo>
                  <a:cubicBezTo>
                    <a:pt x="138867" y="213631"/>
                    <a:pt x="139005" y="214344"/>
                    <a:pt x="139147" y="215080"/>
                  </a:cubicBezTo>
                  <a:cubicBezTo>
                    <a:pt x="139638" y="215325"/>
                    <a:pt x="140129" y="215571"/>
                    <a:pt x="140635" y="215824"/>
                  </a:cubicBezTo>
                  <a:cubicBezTo>
                    <a:pt x="140868" y="217721"/>
                    <a:pt x="141017" y="219547"/>
                    <a:pt x="141100" y="221451"/>
                  </a:cubicBezTo>
                  <a:cubicBezTo>
                    <a:pt x="141129" y="221980"/>
                    <a:pt x="141158" y="222509"/>
                    <a:pt x="141188" y="223054"/>
                  </a:cubicBezTo>
                  <a:cubicBezTo>
                    <a:pt x="141258" y="224364"/>
                    <a:pt x="141320" y="225675"/>
                    <a:pt x="141380" y="226986"/>
                  </a:cubicBezTo>
                  <a:cubicBezTo>
                    <a:pt x="142116" y="226986"/>
                    <a:pt x="142853" y="226986"/>
                    <a:pt x="143612" y="226986"/>
                  </a:cubicBezTo>
                  <a:cubicBezTo>
                    <a:pt x="143667" y="228020"/>
                    <a:pt x="143667" y="228020"/>
                    <a:pt x="143722" y="229076"/>
                  </a:cubicBezTo>
                  <a:cubicBezTo>
                    <a:pt x="143778" y="229967"/>
                    <a:pt x="143834" y="230858"/>
                    <a:pt x="143891" y="231776"/>
                  </a:cubicBezTo>
                  <a:cubicBezTo>
                    <a:pt x="143969" y="233110"/>
                    <a:pt x="143969" y="233110"/>
                    <a:pt x="144048" y="234471"/>
                  </a:cubicBezTo>
                  <a:cubicBezTo>
                    <a:pt x="144150" y="235193"/>
                    <a:pt x="144251" y="235915"/>
                    <a:pt x="144356" y="236660"/>
                  </a:cubicBezTo>
                  <a:cubicBezTo>
                    <a:pt x="144847" y="236905"/>
                    <a:pt x="145338" y="237151"/>
                    <a:pt x="145844" y="237404"/>
                  </a:cubicBezTo>
                  <a:cubicBezTo>
                    <a:pt x="146153" y="239377"/>
                    <a:pt x="146153" y="239377"/>
                    <a:pt x="146309" y="241822"/>
                  </a:cubicBezTo>
                  <a:cubicBezTo>
                    <a:pt x="146393" y="243029"/>
                    <a:pt x="146393" y="243029"/>
                    <a:pt x="146478" y="244261"/>
                  </a:cubicBezTo>
                  <a:cubicBezTo>
                    <a:pt x="146541" y="245447"/>
                    <a:pt x="146589" y="246634"/>
                    <a:pt x="146589" y="247822"/>
                  </a:cubicBezTo>
                  <a:cubicBezTo>
                    <a:pt x="147325" y="247822"/>
                    <a:pt x="148062" y="247822"/>
                    <a:pt x="148821" y="247822"/>
                  </a:cubicBezTo>
                  <a:cubicBezTo>
                    <a:pt x="148863" y="248937"/>
                    <a:pt x="148863" y="248937"/>
                    <a:pt x="148905" y="250074"/>
                  </a:cubicBezTo>
                  <a:cubicBezTo>
                    <a:pt x="148954" y="251035"/>
                    <a:pt x="149003" y="251995"/>
                    <a:pt x="149053" y="252984"/>
                  </a:cubicBezTo>
                  <a:cubicBezTo>
                    <a:pt x="149118" y="254422"/>
                    <a:pt x="149118" y="254422"/>
                    <a:pt x="149184" y="255888"/>
                  </a:cubicBezTo>
                  <a:cubicBezTo>
                    <a:pt x="149310" y="256664"/>
                    <a:pt x="149436" y="257440"/>
                    <a:pt x="149565" y="258240"/>
                  </a:cubicBezTo>
                  <a:cubicBezTo>
                    <a:pt x="150302" y="258485"/>
                    <a:pt x="151038" y="258731"/>
                    <a:pt x="151798" y="258984"/>
                  </a:cubicBezTo>
                  <a:cubicBezTo>
                    <a:pt x="152126" y="261146"/>
                    <a:pt x="152126" y="261146"/>
                    <a:pt x="152216" y="263821"/>
                  </a:cubicBezTo>
                  <a:cubicBezTo>
                    <a:pt x="152274" y="265436"/>
                    <a:pt x="152371" y="267051"/>
                    <a:pt x="152542" y="268658"/>
                  </a:cubicBezTo>
                  <a:cubicBezTo>
                    <a:pt x="153033" y="268903"/>
                    <a:pt x="153524" y="269149"/>
                    <a:pt x="154030" y="269402"/>
                  </a:cubicBezTo>
                  <a:cubicBezTo>
                    <a:pt x="154312" y="271187"/>
                    <a:pt x="154312" y="271187"/>
                    <a:pt x="154449" y="273402"/>
                  </a:cubicBezTo>
                  <a:cubicBezTo>
                    <a:pt x="154601" y="275754"/>
                    <a:pt x="154769" y="277573"/>
                    <a:pt x="155518" y="279820"/>
                  </a:cubicBezTo>
                  <a:cubicBezTo>
                    <a:pt x="156009" y="280065"/>
                    <a:pt x="156500" y="280311"/>
                    <a:pt x="157006" y="280564"/>
                  </a:cubicBezTo>
                  <a:cubicBezTo>
                    <a:pt x="157315" y="282916"/>
                    <a:pt x="157315" y="282916"/>
                    <a:pt x="157472" y="285819"/>
                  </a:cubicBezTo>
                  <a:cubicBezTo>
                    <a:pt x="157555" y="287260"/>
                    <a:pt x="157555" y="287260"/>
                    <a:pt x="157640" y="288729"/>
                  </a:cubicBezTo>
                  <a:cubicBezTo>
                    <a:pt x="157677" y="289473"/>
                    <a:pt x="157713" y="290216"/>
                    <a:pt x="157751" y="290982"/>
                  </a:cubicBezTo>
                  <a:cubicBezTo>
                    <a:pt x="158487" y="290736"/>
                    <a:pt x="159224" y="290491"/>
                    <a:pt x="159983" y="290238"/>
                  </a:cubicBezTo>
                  <a:cubicBezTo>
                    <a:pt x="160025" y="291408"/>
                    <a:pt x="160025" y="291408"/>
                    <a:pt x="160067" y="292601"/>
                  </a:cubicBezTo>
                  <a:cubicBezTo>
                    <a:pt x="160116" y="293627"/>
                    <a:pt x="160166" y="294653"/>
                    <a:pt x="160216" y="295679"/>
                  </a:cubicBezTo>
                  <a:cubicBezTo>
                    <a:pt x="160232" y="296193"/>
                    <a:pt x="160249" y="296707"/>
                    <a:pt x="160266" y="297236"/>
                  </a:cubicBezTo>
                  <a:cubicBezTo>
                    <a:pt x="160429" y="300301"/>
                    <a:pt x="160735" y="301588"/>
                    <a:pt x="162960" y="303632"/>
                  </a:cubicBezTo>
                  <a:cubicBezTo>
                    <a:pt x="163288" y="305615"/>
                    <a:pt x="163288" y="305615"/>
                    <a:pt x="163378" y="307818"/>
                  </a:cubicBezTo>
                  <a:cubicBezTo>
                    <a:pt x="163440" y="309966"/>
                    <a:pt x="163440" y="309966"/>
                    <a:pt x="163704" y="311818"/>
                  </a:cubicBezTo>
                  <a:cubicBezTo>
                    <a:pt x="164195" y="312063"/>
                    <a:pt x="164686" y="312309"/>
                    <a:pt x="165192" y="312562"/>
                  </a:cubicBezTo>
                  <a:cubicBezTo>
                    <a:pt x="165458" y="315067"/>
                    <a:pt x="165523" y="317556"/>
                    <a:pt x="165608" y="320073"/>
                  </a:cubicBezTo>
                  <a:cubicBezTo>
                    <a:pt x="165770" y="321144"/>
                    <a:pt x="165770" y="321144"/>
                    <a:pt x="165936" y="322236"/>
                  </a:cubicBezTo>
                  <a:cubicBezTo>
                    <a:pt x="166673" y="322481"/>
                    <a:pt x="167410" y="322727"/>
                    <a:pt x="168169" y="322980"/>
                  </a:cubicBezTo>
                  <a:cubicBezTo>
                    <a:pt x="168471" y="325253"/>
                    <a:pt x="168471" y="325253"/>
                    <a:pt x="168541" y="328096"/>
                  </a:cubicBezTo>
                  <a:cubicBezTo>
                    <a:pt x="168615" y="332435"/>
                    <a:pt x="168615" y="332435"/>
                    <a:pt x="171145" y="335630"/>
                  </a:cubicBezTo>
                  <a:cubicBezTo>
                    <a:pt x="171363" y="337802"/>
                    <a:pt x="171363" y="337802"/>
                    <a:pt x="171285" y="340235"/>
                  </a:cubicBezTo>
                  <a:cubicBezTo>
                    <a:pt x="171254" y="341448"/>
                    <a:pt x="171254" y="341448"/>
                    <a:pt x="171224" y="342685"/>
                  </a:cubicBezTo>
                  <a:cubicBezTo>
                    <a:pt x="171198" y="343304"/>
                    <a:pt x="171172" y="343923"/>
                    <a:pt x="171145" y="344560"/>
                  </a:cubicBezTo>
                  <a:cubicBezTo>
                    <a:pt x="171882" y="344560"/>
                    <a:pt x="172619" y="344560"/>
                    <a:pt x="173378" y="344560"/>
                  </a:cubicBezTo>
                  <a:cubicBezTo>
                    <a:pt x="173623" y="348243"/>
                    <a:pt x="173869" y="351927"/>
                    <a:pt x="174122" y="355722"/>
                  </a:cubicBezTo>
                  <a:cubicBezTo>
                    <a:pt x="174858" y="355722"/>
                    <a:pt x="175595" y="355722"/>
                    <a:pt x="176354" y="355722"/>
                  </a:cubicBezTo>
                  <a:cubicBezTo>
                    <a:pt x="176396" y="356837"/>
                    <a:pt x="176396" y="356837"/>
                    <a:pt x="176438" y="357975"/>
                  </a:cubicBezTo>
                  <a:cubicBezTo>
                    <a:pt x="176487" y="358935"/>
                    <a:pt x="176536" y="359895"/>
                    <a:pt x="176587" y="360885"/>
                  </a:cubicBezTo>
                  <a:cubicBezTo>
                    <a:pt x="176651" y="362322"/>
                    <a:pt x="176651" y="362322"/>
                    <a:pt x="176717" y="363788"/>
                  </a:cubicBezTo>
                  <a:cubicBezTo>
                    <a:pt x="176843" y="364564"/>
                    <a:pt x="176969" y="365341"/>
                    <a:pt x="177098" y="366140"/>
                  </a:cubicBezTo>
                  <a:cubicBezTo>
                    <a:pt x="177835" y="366386"/>
                    <a:pt x="178572" y="366631"/>
                    <a:pt x="179331" y="366884"/>
                  </a:cubicBezTo>
                  <a:cubicBezTo>
                    <a:pt x="179659" y="369047"/>
                    <a:pt x="179659" y="369047"/>
                    <a:pt x="179749" y="371721"/>
                  </a:cubicBezTo>
                  <a:cubicBezTo>
                    <a:pt x="179807" y="373336"/>
                    <a:pt x="179904" y="374951"/>
                    <a:pt x="180075" y="376558"/>
                  </a:cubicBezTo>
                  <a:cubicBezTo>
                    <a:pt x="180566" y="376804"/>
                    <a:pt x="181057" y="377049"/>
                    <a:pt x="181563" y="377302"/>
                  </a:cubicBezTo>
                  <a:cubicBezTo>
                    <a:pt x="181828" y="379613"/>
                    <a:pt x="181894" y="381908"/>
                    <a:pt x="181979" y="384232"/>
                  </a:cubicBezTo>
                  <a:cubicBezTo>
                    <a:pt x="182087" y="384892"/>
                    <a:pt x="182196" y="385552"/>
                    <a:pt x="182307" y="386232"/>
                  </a:cubicBezTo>
                  <a:cubicBezTo>
                    <a:pt x="183044" y="386477"/>
                    <a:pt x="183781" y="386723"/>
                    <a:pt x="184540" y="386976"/>
                  </a:cubicBezTo>
                  <a:cubicBezTo>
                    <a:pt x="184650" y="389400"/>
                    <a:pt x="184549" y="391724"/>
                    <a:pt x="184387" y="394141"/>
                  </a:cubicBezTo>
                  <a:cubicBezTo>
                    <a:pt x="184290" y="395815"/>
                    <a:pt x="184290" y="395815"/>
                    <a:pt x="184540" y="398138"/>
                  </a:cubicBezTo>
                  <a:cubicBezTo>
                    <a:pt x="185524" y="398415"/>
                    <a:pt x="186517" y="398663"/>
                    <a:pt x="187516" y="398882"/>
                  </a:cubicBezTo>
                  <a:cubicBezTo>
                    <a:pt x="187807" y="401071"/>
                    <a:pt x="187807" y="401071"/>
                    <a:pt x="187702" y="403766"/>
                  </a:cubicBezTo>
                  <a:cubicBezTo>
                    <a:pt x="187675" y="404657"/>
                    <a:pt x="187649" y="405548"/>
                    <a:pt x="187621" y="406466"/>
                  </a:cubicBezTo>
                  <a:cubicBezTo>
                    <a:pt x="187586" y="407156"/>
                    <a:pt x="187552" y="407845"/>
                    <a:pt x="187516" y="408556"/>
                  </a:cubicBezTo>
                  <a:cubicBezTo>
                    <a:pt x="188253" y="408556"/>
                    <a:pt x="188990" y="408556"/>
                    <a:pt x="189749" y="408556"/>
                  </a:cubicBezTo>
                  <a:cubicBezTo>
                    <a:pt x="189994" y="412240"/>
                    <a:pt x="190240" y="415923"/>
                    <a:pt x="190493" y="419718"/>
                  </a:cubicBezTo>
                  <a:cubicBezTo>
                    <a:pt x="191230" y="419718"/>
                    <a:pt x="191966" y="419718"/>
                    <a:pt x="192725" y="419718"/>
                  </a:cubicBezTo>
                  <a:cubicBezTo>
                    <a:pt x="192753" y="420408"/>
                    <a:pt x="192781" y="421098"/>
                    <a:pt x="192810" y="421808"/>
                  </a:cubicBezTo>
                  <a:cubicBezTo>
                    <a:pt x="192858" y="422699"/>
                    <a:pt x="192907" y="423590"/>
                    <a:pt x="192958" y="424509"/>
                  </a:cubicBezTo>
                  <a:cubicBezTo>
                    <a:pt x="193023" y="425842"/>
                    <a:pt x="193023" y="425842"/>
                    <a:pt x="193089" y="427203"/>
                  </a:cubicBezTo>
                  <a:cubicBezTo>
                    <a:pt x="193214" y="427925"/>
                    <a:pt x="193340" y="428648"/>
                    <a:pt x="193469" y="429392"/>
                  </a:cubicBezTo>
                  <a:cubicBezTo>
                    <a:pt x="194206" y="429638"/>
                    <a:pt x="194943" y="429883"/>
                    <a:pt x="195702" y="430136"/>
                  </a:cubicBezTo>
                  <a:cubicBezTo>
                    <a:pt x="196030" y="432462"/>
                    <a:pt x="196030" y="432462"/>
                    <a:pt x="196120" y="435345"/>
                  </a:cubicBezTo>
                  <a:cubicBezTo>
                    <a:pt x="196178" y="437084"/>
                    <a:pt x="196275" y="438823"/>
                    <a:pt x="196446" y="440554"/>
                  </a:cubicBezTo>
                  <a:cubicBezTo>
                    <a:pt x="196937" y="440800"/>
                    <a:pt x="197428" y="441045"/>
                    <a:pt x="197934" y="441298"/>
                  </a:cubicBezTo>
                  <a:cubicBezTo>
                    <a:pt x="198167" y="443195"/>
                    <a:pt x="198316" y="445022"/>
                    <a:pt x="198399" y="446926"/>
                  </a:cubicBezTo>
                  <a:cubicBezTo>
                    <a:pt x="198428" y="447455"/>
                    <a:pt x="198457" y="447984"/>
                    <a:pt x="198487" y="448529"/>
                  </a:cubicBezTo>
                  <a:cubicBezTo>
                    <a:pt x="198557" y="449839"/>
                    <a:pt x="198618" y="451150"/>
                    <a:pt x="198678" y="452460"/>
                  </a:cubicBezTo>
                  <a:cubicBezTo>
                    <a:pt x="199415" y="452460"/>
                    <a:pt x="200152" y="452460"/>
                    <a:pt x="200911" y="452460"/>
                  </a:cubicBezTo>
                  <a:cubicBezTo>
                    <a:pt x="200939" y="453150"/>
                    <a:pt x="200966" y="453840"/>
                    <a:pt x="200995" y="454550"/>
                  </a:cubicBezTo>
                  <a:cubicBezTo>
                    <a:pt x="201044" y="455441"/>
                    <a:pt x="201093" y="456333"/>
                    <a:pt x="201143" y="457251"/>
                  </a:cubicBezTo>
                  <a:cubicBezTo>
                    <a:pt x="201187" y="458140"/>
                    <a:pt x="201230" y="459029"/>
                    <a:pt x="201274" y="459945"/>
                  </a:cubicBezTo>
                  <a:cubicBezTo>
                    <a:pt x="201400" y="460668"/>
                    <a:pt x="201525" y="461390"/>
                    <a:pt x="201655" y="462134"/>
                  </a:cubicBezTo>
                  <a:cubicBezTo>
                    <a:pt x="202392" y="462380"/>
                    <a:pt x="203128" y="462625"/>
                    <a:pt x="203887" y="462878"/>
                  </a:cubicBezTo>
                  <a:cubicBezTo>
                    <a:pt x="204053" y="464852"/>
                    <a:pt x="204053" y="464852"/>
                    <a:pt x="203934" y="467297"/>
                  </a:cubicBezTo>
                  <a:cubicBezTo>
                    <a:pt x="203791" y="469674"/>
                    <a:pt x="203791" y="469674"/>
                    <a:pt x="203887" y="471808"/>
                  </a:cubicBezTo>
                  <a:cubicBezTo>
                    <a:pt x="205113" y="473384"/>
                    <a:pt x="205113" y="473384"/>
                    <a:pt x="206120" y="473296"/>
                  </a:cubicBezTo>
                  <a:cubicBezTo>
                    <a:pt x="206148" y="473986"/>
                    <a:pt x="206175" y="474676"/>
                    <a:pt x="206204" y="475386"/>
                  </a:cubicBezTo>
                  <a:cubicBezTo>
                    <a:pt x="206253" y="476277"/>
                    <a:pt x="206302" y="477169"/>
                    <a:pt x="206352" y="478087"/>
                  </a:cubicBezTo>
                  <a:cubicBezTo>
                    <a:pt x="206395" y="478976"/>
                    <a:pt x="206439" y="479865"/>
                    <a:pt x="206483" y="480781"/>
                  </a:cubicBezTo>
                  <a:cubicBezTo>
                    <a:pt x="206609" y="481504"/>
                    <a:pt x="206734" y="482226"/>
                    <a:pt x="206864" y="482970"/>
                  </a:cubicBezTo>
                  <a:cubicBezTo>
                    <a:pt x="207601" y="483216"/>
                    <a:pt x="208337" y="483461"/>
                    <a:pt x="209096" y="483714"/>
                  </a:cubicBezTo>
                  <a:cubicBezTo>
                    <a:pt x="209448" y="486418"/>
                    <a:pt x="209472" y="489082"/>
                    <a:pt x="209538" y="491807"/>
                  </a:cubicBezTo>
                  <a:cubicBezTo>
                    <a:pt x="209638" y="492574"/>
                    <a:pt x="209738" y="493342"/>
                    <a:pt x="209840" y="494132"/>
                  </a:cubicBezTo>
                  <a:cubicBezTo>
                    <a:pt x="210577" y="494378"/>
                    <a:pt x="211314" y="494623"/>
                    <a:pt x="212073" y="494876"/>
                  </a:cubicBezTo>
                  <a:cubicBezTo>
                    <a:pt x="212401" y="497039"/>
                    <a:pt x="212401" y="497039"/>
                    <a:pt x="212491" y="499713"/>
                  </a:cubicBezTo>
                  <a:cubicBezTo>
                    <a:pt x="212549" y="501328"/>
                    <a:pt x="212646" y="502943"/>
                    <a:pt x="212817" y="504550"/>
                  </a:cubicBezTo>
                  <a:cubicBezTo>
                    <a:pt x="213308" y="504796"/>
                    <a:pt x="213799" y="505041"/>
                    <a:pt x="214305" y="505294"/>
                  </a:cubicBezTo>
                  <a:cubicBezTo>
                    <a:pt x="214572" y="507557"/>
                    <a:pt x="214636" y="509803"/>
                    <a:pt x="214721" y="512079"/>
                  </a:cubicBezTo>
                  <a:cubicBezTo>
                    <a:pt x="214834" y="514229"/>
                    <a:pt x="214834" y="514229"/>
                    <a:pt x="216169" y="515343"/>
                  </a:cubicBezTo>
                  <a:cubicBezTo>
                    <a:pt x="218244" y="517419"/>
                    <a:pt x="217643" y="520574"/>
                    <a:pt x="217724" y="523366"/>
                  </a:cubicBezTo>
                  <a:cubicBezTo>
                    <a:pt x="217823" y="524033"/>
                    <a:pt x="217923" y="524699"/>
                    <a:pt x="218026" y="525386"/>
                  </a:cubicBezTo>
                  <a:cubicBezTo>
                    <a:pt x="218763" y="525877"/>
                    <a:pt x="219499" y="526368"/>
                    <a:pt x="220258" y="526874"/>
                  </a:cubicBezTo>
                  <a:cubicBezTo>
                    <a:pt x="220587" y="529273"/>
                    <a:pt x="220587" y="529273"/>
                    <a:pt x="220677" y="532130"/>
                  </a:cubicBezTo>
                  <a:cubicBezTo>
                    <a:pt x="220735" y="533853"/>
                    <a:pt x="220831" y="535577"/>
                    <a:pt x="221003" y="537292"/>
                  </a:cubicBezTo>
                  <a:cubicBezTo>
                    <a:pt x="221494" y="537538"/>
                    <a:pt x="221985" y="537784"/>
                    <a:pt x="222491" y="538037"/>
                  </a:cubicBezTo>
                  <a:cubicBezTo>
                    <a:pt x="222757" y="540541"/>
                    <a:pt x="222822" y="543031"/>
                    <a:pt x="222907" y="545548"/>
                  </a:cubicBezTo>
                  <a:cubicBezTo>
                    <a:pt x="223015" y="546261"/>
                    <a:pt x="223123" y="546975"/>
                    <a:pt x="223235" y="547710"/>
                  </a:cubicBezTo>
                  <a:cubicBezTo>
                    <a:pt x="223972" y="547956"/>
                    <a:pt x="224708" y="548201"/>
                    <a:pt x="225467" y="548455"/>
                  </a:cubicBezTo>
                  <a:cubicBezTo>
                    <a:pt x="225818" y="550965"/>
                    <a:pt x="225843" y="553432"/>
                    <a:pt x="225909" y="555966"/>
                  </a:cubicBezTo>
                  <a:cubicBezTo>
                    <a:pt x="226009" y="556679"/>
                    <a:pt x="226109" y="557393"/>
                    <a:pt x="226212" y="558128"/>
                  </a:cubicBezTo>
                  <a:cubicBezTo>
                    <a:pt x="226948" y="558374"/>
                    <a:pt x="227685" y="558619"/>
                    <a:pt x="228444" y="558872"/>
                  </a:cubicBezTo>
                  <a:cubicBezTo>
                    <a:pt x="228772" y="561198"/>
                    <a:pt x="228772" y="561198"/>
                    <a:pt x="228863" y="564081"/>
                  </a:cubicBezTo>
                  <a:cubicBezTo>
                    <a:pt x="228920" y="565820"/>
                    <a:pt x="229017" y="567559"/>
                    <a:pt x="229188" y="569290"/>
                  </a:cubicBezTo>
                  <a:cubicBezTo>
                    <a:pt x="229679" y="569536"/>
                    <a:pt x="230170" y="569782"/>
                    <a:pt x="230676" y="570035"/>
                  </a:cubicBezTo>
                  <a:cubicBezTo>
                    <a:pt x="230985" y="572386"/>
                    <a:pt x="230985" y="572386"/>
                    <a:pt x="231141" y="575290"/>
                  </a:cubicBezTo>
                  <a:cubicBezTo>
                    <a:pt x="231197" y="576250"/>
                    <a:pt x="231253" y="577210"/>
                    <a:pt x="231310" y="578200"/>
                  </a:cubicBezTo>
                  <a:cubicBezTo>
                    <a:pt x="231347" y="578943"/>
                    <a:pt x="231383" y="579687"/>
                    <a:pt x="231421" y="580453"/>
                  </a:cubicBezTo>
                  <a:cubicBezTo>
                    <a:pt x="232157" y="580453"/>
                    <a:pt x="232894" y="580453"/>
                    <a:pt x="233653" y="580453"/>
                  </a:cubicBezTo>
                  <a:cubicBezTo>
                    <a:pt x="233899" y="584136"/>
                    <a:pt x="234144" y="587820"/>
                    <a:pt x="234397" y="591615"/>
                  </a:cubicBezTo>
                  <a:cubicBezTo>
                    <a:pt x="235134" y="591615"/>
                    <a:pt x="235871" y="591615"/>
                    <a:pt x="236630" y="591615"/>
                  </a:cubicBezTo>
                  <a:cubicBezTo>
                    <a:pt x="236666" y="592304"/>
                    <a:pt x="236702" y="592994"/>
                    <a:pt x="236740" y="593705"/>
                  </a:cubicBezTo>
                  <a:cubicBezTo>
                    <a:pt x="236823" y="595041"/>
                    <a:pt x="236823" y="595041"/>
                    <a:pt x="236909" y="596405"/>
                  </a:cubicBezTo>
                  <a:cubicBezTo>
                    <a:pt x="236960" y="597294"/>
                    <a:pt x="237012" y="598183"/>
                    <a:pt x="237066" y="599100"/>
                  </a:cubicBezTo>
                  <a:cubicBezTo>
                    <a:pt x="237167" y="599822"/>
                    <a:pt x="237269" y="600544"/>
                    <a:pt x="237374" y="601288"/>
                  </a:cubicBezTo>
                  <a:cubicBezTo>
                    <a:pt x="237865" y="601534"/>
                    <a:pt x="238356" y="601780"/>
                    <a:pt x="238862" y="602033"/>
                  </a:cubicBezTo>
                  <a:cubicBezTo>
                    <a:pt x="239129" y="604295"/>
                    <a:pt x="239193" y="606541"/>
                    <a:pt x="239278" y="608817"/>
                  </a:cubicBezTo>
                  <a:cubicBezTo>
                    <a:pt x="239384" y="610965"/>
                    <a:pt x="239384" y="610965"/>
                    <a:pt x="240716" y="612029"/>
                  </a:cubicBezTo>
                  <a:cubicBezTo>
                    <a:pt x="242540" y="613923"/>
                    <a:pt x="242233" y="615991"/>
                    <a:pt x="242350" y="618543"/>
                  </a:cubicBezTo>
                  <a:cubicBezTo>
                    <a:pt x="242399" y="619490"/>
                    <a:pt x="242448" y="620437"/>
                    <a:pt x="242498" y="621412"/>
                  </a:cubicBezTo>
                  <a:cubicBezTo>
                    <a:pt x="242526" y="622138"/>
                    <a:pt x="242554" y="622865"/>
                    <a:pt x="242583" y="623613"/>
                  </a:cubicBezTo>
                  <a:cubicBezTo>
                    <a:pt x="243319" y="623367"/>
                    <a:pt x="244056" y="623122"/>
                    <a:pt x="244815" y="622869"/>
                  </a:cubicBezTo>
                  <a:cubicBezTo>
                    <a:pt x="244815" y="626552"/>
                    <a:pt x="244815" y="630236"/>
                    <a:pt x="244815" y="634031"/>
                  </a:cubicBezTo>
                  <a:cubicBezTo>
                    <a:pt x="245552" y="634031"/>
                    <a:pt x="246288" y="634031"/>
                    <a:pt x="247048" y="634031"/>
                  </a:cubicBezTo>
                  <a:cubicBezTo>
                    <a:pt x="247293" y="637714"/>
                    <a:pt x="247539" y="641398"/>
                    <a:pt x="247792" y="645193"/>
                  </a:cubicBezTo>
                  <a:cubicBezTo>
                    <a:pt x="248528" y="645193"/>
                    <a:pt x="249265" y="645193"/>
                    <a:pt x="250024" y="645193"/>
                  </a:cubicBezTo>
                  <a:cubicBezTo>
                    <a:pt x="250052" y="645882"/>
                    <a:pt x="250080" y="646572"/>
                    <a:pt x="250108" y="647283"/>
                  </a:cubicBezTo>
                  <a:cubicBezTo>
                    <a:pt x="250157" y="648174"/>
                    <a:pt x="250206" y="649065"/>
                    <a:pt x="250257" y="649983"/>
                  </a:cubicBezTo>
                  <a:cubicBezTo>
                    <a:pt x="250300" y="650872"/>
                    <a:pt x="250343" y="651762"/>
                    <a:pt x="250387" y="652678"/>
                  </a:cubicBezTo>
                  <a:cubicBezTo>
                    <a:pt x="250513" y="653400"/>
                    <a:pt x="250639" y="654122"/>
                    <a:pt x="250768" y="654867"/>
                  </a:cubicBezTo>
                  <a:cubicBezTo>
                    <a:pt x="251505" y="655112"/>
                    <a:pt x="252242" y="655358"/>
                    <a:pt x="253001" y="655611"/>
                  </a:cubicBezTo>
                  <a:cubicBezTo>
                    <a:pt x="253329" y="657936"/>
                    <a:pt x="253329" y="657936"/>
                    <a:pt x="253419" y="660820"/>
                  </a:cubicBezTo>
                  <a:cubicBezTo>
                    <a:pt x="253477" y="662558"/>
                    <a:pt x="253574" y="664297"/>
                    <a:pt x="253745" y="666029"/>
                  </a:cubicBezTo>
                  <a:cubicBezTo>
                    <a:pt x="254236" y="666274"/>
                    <a:pt x="254727" y="666520"/>
                    <a:pt x="255233" y="666773"/>
                  </a:cubicBezTo>
                  <a:cubicBezTo>
                    <a:pt x="255704" y="668962"/>
                    <a:pt x="255704" y="668962"/>
                    <a:pt x="256070" y="671656"/>
                  </a:cubicBezTo>
                  <a:cubicBezTo>
                    <a:pt x="256195" y="672547"/>
                    <a:pt x="256320" y="673439"/>
                    <a:pt x="256448" y="674357"/>
                  </a:cubicBezTo>
                  <a:cubicBezTo>
                    <a:pt x="256538" y="675046"/>
                    <a:pt x="256628" y="675736"/>
                    <a:pt x="256721" y="676447"/>
                  </a:cubicBezTo>
                  <a:cubicBezTo>
                    <a:pt x="257212" y="676447"/>
                    <a:pt x="257704" y="676447"/>
                    <a:pt x="258210" y="676447"/>
                  </a:cubicBezTo>
                  <a:cubicBezTo>
                    <a:pt x="258455" y="680376"/>
                    <a:pt x="258701" y="684305"/>
                    <a:pt x="258954" y="688353"/>
                  </a:cubicBezTo>
                  <a:cubicBezTo>
                    <a:pt x="259690" y="688107"/>
                    <a:pt x="260427" y="687862"/>
                    <a:pt x="261186" y="687609"/>
                  </a:cubicBezTo>
                  <a:cubicBezTo>
                    <a:pt x="261231" y="688344"/>
                    <a:pt x="261276" y="689078"/>
                    <a:pt x="261323" y="689835"/>
                  </a:cubicBezTo>
                  <a:cubicBezTo>
                    <a:pt x="261416" y="691266"/>
                    <a:pt x="261416" y="691266"/>
                    <a:pt x="261512" y="692725"/>
                  </a:cubicBezTo>
                  <a:cubicBezTo>
                    <a:pt x="261572" y="693674"/>
                    <a:pt x="261633" y="694624"/>
                    <a:pt x="261695" y="695602"/>
                  </a:cubicBezTo>
                  <a:cubicBezTo>
                    <a:pt x="261776" y="697940"/>
                    <a:pt x="261776" y="697940"/>
                    <a:pt x="262674" y="699515"/>
                  </a:cubicBezTo>
                  <a:cubicBezTo>
                    <a:pt x="262675" y="698922"/>
                    <a:pt x="262676" y="698328"/>
                    <a:pt x="262676" y="697717"/>
                  </a:cubicBezTo>
                  <a:cubicBezTo>
                    <a:pt x="262734" y="633140"/>
                    <a:pt x="262792" y="568562"/>
                    <a:pt x="262856" y="503985"/>
                  </a:cubicBezTo>
                  <a:cubicBezTo>
                    <a:pt x="262857" y="502539"/>
                    <a:pt x="262857" y="502539"/>
                    <a:pt x="262859" y="501064"/>
                  </a:cubicBezTo>
                  <a:cubicBezTo>
                    <a:pt x="262879" y="480630"/>
                    <a:pt x="262899" y="460195"/>
                    <a:pt x="262919" y="439760"/>
                  </a:cubicBezTo>
                  <a:cubicBezTo>
                    <a:pt x="262930" y="429495"/>
                    <a:pt x="262940" y="419231"/>
                    <a:pt x="262950" y="408966"/>
                  </a:cubicBezTo>
                  <a:cubicBezTo>
                    <a:pt x="262952" y="407418"/>
                    <a:pt x="262953" y="405869"/>
                    <a:pt x="262955" y="404321"/>
                  </a:cubicBezTo>
                  <a:cubicBezTo>
                    <a:pt x="262970" y="389292"/>
                    <a:pt x="262984" y="374262"/>
                    <a:pt x="262999" y="359233"/>
                  </a:cubicBezTo>
                  <a:cubicBezTo>
                    <a:pt x="262999" y="358719"/>
                    <a:pt x="263000" y="358205"/>
                    <a:pt x="263000" y="357675"/>
                  </a:cubicBezTo>
                  <a:cubicBezTo>
                    <a:pt x="263008" y="349372"/>
                    <a:pt x="263015" y="341069"/>
                    <a:pt x="263023" y="332766"/>
                  </a:cubicBezTo>
                  <a:cubicBezTo>
                    <a:pt x="263023" y="332253"/>
                    <a:pt x="263023" y="331740"/>
                    <a:pt x="263024" y="331211"/>
                  </a:cubicBezTo>
                  <a:cubicBezTo>
                    <a:pt x="263031" y="322939"/>
                    <a:pt x="263039" y="314666"/>
                    <a:pt x="263046" y="306393"/>
                  </a:cubicBezTo>
                  <a:cubicBezTo>
                    <a:pt x="263076" y="271817"/>
                    <a:pt x="263109" y="237241"/>
                    <a:pt x="263145" y="202665"/>
                  </a:cubicBezTo>
                  <a:cubicBezTo>
                    <a:pt x="263150" y="197860"/>
                    <a:pt x="263155" y="193055"/>
                    <a:pt x="263160" y="188250"/>
                  </a:cubicBezTo>
                  <a:cubicBezTo>
                    <a:pt x="263161" y="187304"/>
                    <a:pt x="263162" y="186358"/>
                    <a:pt x="263163" y="185384"/>
                  </a:cubicBezTo>
                  <a:cubicBezTo>
                    <a:pt x="263179" y="170128"/>
                    <a:pt x="263192" y="154873"/>
                    <a:pt x="263204" y="139618"/>
                  </a:cubicBezTo>
                  <a:cubicBezTo>
                    <a:pt x="263217" y="124300"/>
                    <a:pt x="263232" y="108981"/>
                    <a:pt x="263249" y="93663"/>
                  </a:cubicBezTo>
                  <a:cubicBezTo>
                    <a:pt x="263260" y="84551"/>
                    <a:pt x="263268" y="75438"/>
                    <a:pt x="263274" y="66325"/>
                  </a:cubicBezTo>
                  <a:cubicBezTo>
                    <a:pt x="263278" y="60249"/>
                    <a:pt x="263284" y="54172"/>
                    <a:pt x="263293" y="48096"/>
                  </a:cubicBezTo>
                  <a:cubicBezTo>
                    <a:pt x="263298" y="44627"/>
                    <a:pt x="263301" y="41158"/>
                    <a:pt x="263302" y="37689"/>
                  </a:cubicBezTo>
                  <a:cubicBezTo>
                    <a:pt x="263302" y="34539"/>
                    <a:pt x="263306" y="31389"/>
                    <a:pt x="263313" y="28240"/>
                  </a:cubicBezTo>
                  <a:cubicBezTo>
                    <a:pt x="263315" y="27101"/>
                    <a:pt x="263315" y="25963"/>
                    <a:pt x="263314" y="24824"/>
                  </a:cubicBezTo>
                  <a:cubicBezTo>
                    <a:pt x="263313" y="23289"/>
                    <a:pt x="263317" y="21754"/>
                    <a:pt x="263321" y="20220"/>
                  </a:cubicBezTo>
                  <a:cubicBezTo>
                    <a:pt x="263323" y="18940"/>
                    <a:pt x="263323" y="18940"/>
                    <a:pt x="263324" y="17634"/>
                  </a:cubicBezTo>
                  <a:cubicBezTo>
                    <a:pt x="263419" y="15650"/>
                    <a:pt x="263419" y="15650"/>
                    <a:pt x="264163" y="14162"/>
                  </a:cubicBezTo>
                  <a:cubicBezTo>
                    <a:pt x="265472" y="13976"/>
                    <a:pt x="265472" y="13976"/>
                    <a:pt x="267214" y="13978"/>
                  </a:cubicBezTo>
                  <a:cubicBezTo>
                    <a:pt x="268200" y="13973"/>
                    <a:pt x="268200" y="13973"/>
                    <a:pt x="269206" y="13968"/>
                  </a:cubicBezTo>
                  <a:cubicBezTo>
                    <a:pt x="270296" y="13974"/>
                    <a:pt x="270296" y="13974"/>
                    <a:pt x="271408" y="13981"/>
                  </a:cubicBezTo>
                  <a:cubicBezTo>
                    <a:pt x="272169" y="13979"/>
                    <a:pt x="272930" y="13978"/>
                    <a:pt x="273714" y="13977"/>
                  </a:cubicBezTo>
                  <a:cubicBezTo>
                    <a:pt x="276243" y="13974"/>
                    <a:pt x="278772" y="13982"/>
                    <a:pt x="281301" y="13990"/>
                  </a:cubicBezTo>
                  <a:cubicBezTo>
                    <a:pt x="283050" y="13991"/>
                    <a:pt x="284799" y="13991"/>
                    <a:pt x="286548" y="13991"/>
                  </a:cubicBezTo>
                  <a:cubicBezTo>
                    <a:pt x="290219" y="13992"/>
                    <a:pt x="293890" y="13998"/>
                    <a:pt x="297561" y="14008"/>
                  </a:cubicBezTo>
                  <a:cubicBezTo>
                    <a:pt x="302278" y="14021"/>
                    <a:pt x="306995" y="14024"/>
                    <a:pt x="311712" y="14023"/>
                  </a:cubicBezTo>
                  <a:cubicBezTo>
                    <a:pt x="315326" y="14024"/>
                    <a:pt x="318939" y="14028"/>
                    <a:pt x="322552" y="14033"/>
                  </a:cubicBezTo>
                  <a:cubicBezTo>
                    <a:pt x="324292" y="14035"/>
                    <a:pt x="326031" y="14037"/>
                    <a:pt x="327771" y="14037"/>
                  </a:cubicBezTo>
                  <a:cubicBezTo>
                    <a:pt x="330198" y="14039"/>
                    <a:pt x="332625" y="14046"/>
                    <a:pt x="335052" y="14053"/>
                  </a:cubicBezTo>
                  <a:cubicBezTo>
                    <a:pt x="335779" y="14053"/>
                    <a:pt x="336506" y="14053"/>
                    <a:pt x="337255" y="14052"/>
                  </a:cubicBezTo>
                  <a:cubicBezTo>
                    <a:pt x="337912" y="14056"/>
                    <a:pt x="338569" y="14059"/>
                    <a:pt x="339247" y="14062"/>
                  </a:cubicBezTo>
                  <a:cubicBezTo>
                    <a:pt x="339821" y="14063"/>
                    <a:pt x="340396" y="14065"/>
                    <a:pt x="340988" y="14066"/>
                  </a:cubicBezTo>
                  <a:cubicBezTo>
                    <a:pt x="342298" y="14162"/>
                    <a:pt x="342298" y="14162"/>
                    <a:pt x="343042" y="14906"/>
                  </a:cubicBezTo>
                  <a:cubicBezTo>
                    <a:pt x="343116" y="17102"/>
                    <a:pt x="343140" y="19281"/>
                    <a:pt x="343134" y="21478"/>
                  </a:cubicBezTo>
                  <a:cubicBezTo>
                    <a:pt x="343136" y="22532"/>
                    <a:pt x="343136" y="22532"/>
                    <a:pt x="343137" y="23607"/>
                  </a:cubicBezTo>
                  <a:cubicBezTo>
                    <a:pt x="343139" y="25998"/>
                    <a:pt x="343136" y="28389"/>
                    <a:pt x="343133" y="30779"/>
                  </a:cubicBezTo>
                  <a:cubicBezTo>
                    <a:pt x="343134" y="32504"/>
                    <a:pt x="343135" y="34228"/>
                    <a:pt x="343136" y="35952"/>
                  </a:cubicBezTo>
                  <a:cubicBezTo>
                    <a:pt x="343138" y="40232"/>
                    <a:pt x="343136" y="44511"/>
                    <a:pt x="343134" y="48791"/>
                  </a:cubicBezTo>
                  <a:cubicBezTo>
                    <a:pt x="343130" y="53949"/>
                    <a:pt x="343131" y="59106"/>
                    <a:pt x="343133" y="64264"/>
                  </a:cubicBezTo>
                  <a:cubicBezTo>
                    <a:pt x="343135" y="73905"/>
                    <a:pt x="343134" y="83545"/>
                    <a:pt x="343130" y="93186"/>
                  </a:cubicBezTo>
                  <a:cubicBezTo>
                    <a:pt x="343127" y="102961"/>
                    <a:pt x="343125" y="112737"/>
                    <a:pt x="343126" y="122513"/>
                  </a:cubicBezTo>
                  <a:cubicBezTo>
                    <a:pt x="343126" y="123130"/>
                    <a:pt x="343126" y="123746"/>
                    <a:pt x="343126" y="124381"/>
                  </a:cubicBezTo>
                  <a:cubicBezTo>
                    <a:pt x="343126" y="127524"/>
                    <a:pt x="343126" y="130666"/>
                    <a:pt x="343126" y="133809"/>
                  </a:cubicBezTo>
                  <a:cubicBezTo>
                    <a:pt x="343127" y="156584"/>
                    <a:pt x="343125" y="179358"/>
                    <a:pt x="343120" y="202133"/>
                  </a:cubicBezTo>
                  <a:cubicBezTo>
                    <a:pt x="343116" y="224694"/>
                    <a:pt x="343113" y="247256"/>
                    <a:pt x="343112" y="269817"/>
                  </a:cubicBezTo>
                  <a:cubicBezTo>
                    <a:pt x="343112" y="270867"/>
                    <a:pt x="343112" y="270867"/>
                    <a:pt x="343112" y="271939"/>
                  </a:cubicBezTo>
                  <a:cubicBezTo>
                    <a:pt x="343112" y="278333"/>
                    <a:pt x="343112" y="284727"/>
                    <a:pt x="343112" y="291120"/>
                  </a:cubicBezTo>
                  <a:cubicBezTo>
                    <a:pt x="343111" y="307017"/>
                    <a:pt x="343110" y="322913"/>
                    <a:pt x="343109" y="338810"/>
                  </a:cubicBezTo>
                  <a:cubicBezTo>
                    <a:pt x="343109" y="339534"/>
                    <a:pt x="343109" y="340257"/>
                    <a:pt x="343109" y="341003"/>
                  </a:cubicBezTo>
                  <a:cubicBezTo>
                    <a:pt x="343107" y="376240"/>
                    <a:pt x="343103" y="411476"/>
                    <a:pt x="343098" y="446712"/>
                  </a:cubicBezTo>
                  <a:cubicBezTo>
                    <a:pt x="343096" y="458944"/>
                    <a:pt x="343094" y="471175"/>
                    <a:pt x="343093" y="483406"/>
                  </a:cubicBezTo>
                  <a:cubicBezTo>
                    <a:pt x="343093" y="484544"/>
                    <a:pt x="343093" y="484544"/>
                    <a:pt x="343092" y="485705"/>
                  </a:cubicBezTo>
                  <a:cubicBezTo>
                    <a:pt x="343088" y="520953"/>
                    <a:pt x="343085" y="556202"/>
                    <a:pt x="343083" y="591451"/>
                  </a:cubicBezTo>
                  <a:cubicBezTo>
                    <a:pt x="343083" y="593738"/>
                    <a:pt x="343082" y="596026"/>
                    <a:pt x="343082" y="598314"/>
                  </a:cubicBezTo>
                  <a:cubicBezTo>
                    <a:pt x="343081" y="613474"/>
                    <a:pt x="343080" y="628635"/>
                    <a:pt x="343079" y="643796"/>
                  </a:cubicBezTo>
                  <a:cubicBezTo>
                    <a:pt x="343078" y="673963"/>
                    <a:pt x="343075" y="704130"/>
                    <a:pt x="343073" y="734297"/>
                  </a:cubicBezTo>
                  <a:cubicBezTo>
                    <a:pt x="343073" y="735734"/>
                    <a:pt x="343073" y="737171"/>
                    <a:pt x="343073" y="738607"/>
                  </a:cubicBezTo>
                  <a:cubicBezTo>
                    <a:pt x="343068" y="803303"/>
                    <a:pt x="343061" y="868000"/>
                    <a:pt x="343053" y="932696"/>
                  </a:cubicBezTo>
                  <a:cubicBezTo>
                    <a:pt x="343053" y="933302"/>
                    <a:pt x="343053" y="933908"/>
                    <a:pt x="343053" y="934532"/>
                  </a:cubicBezTo>
                  <a:cubicBezTo>
                    <a:pt x="343050" y="964837"/>
                    <a:pt x="343046" y="995143"/>
                    <a:pt x="343042" y="1025449"/>
                  </a:cubicBezTo>
                  <a:cubicBezTo>
                    <a:pt x="341506" y="1025593"/>
                    <a:pt x="339970" y="1025738"/>
                    <a:pt x="338434" y="1025883"/>
                  </a:cubicBezTo>
                  <a:cubicBezTo>
                    <a:pt x="337990" y="1025985"/>
                    <a:pt x="337546" y="1026087"/>
                    <a:pt x="337089" y="1026193"/>
                  </a:cubicBezTo>
                  <a:cubicBezTo>
                    <a:pt x="336625" y="1027682"/>
                    <a:pt x="336625" y="1027682"/>
                    <a:pt x="336344" y="1029169"/>
                  </a:cubicBezTo>
                  <a:cubicBezTo>
                    <a:pt x="334279" y="1029575"/>
                    <a:pt x="334279" y="1029575"/>
                    <a:pt x="331551" y="1029623"/>
                  </a:cubicBezTo>
                  <a:cubicBezTo>
                    <a:pt x="330580" y="1029647"/>
                    <a:pt x="329609" y="1029671"/>
                    <a:pt x="328608" y="1029695"/>
                  </a:cubicBezTo>
                  <a:cubicBezTo>
                    <a:pt x="327575" y="1029706"/>
                    <a:pt x="326541" y="1029717"/>
                    <a:pt x="325508" y="1029727"/>
                  </a:cubicBezTo>
                  <a:cubicBezTo>
                    <a:pt x="324472" y="1029748"/>
                    <a:pt x="323435" y="1029771"/>
                    <a:pt x="322399" y="1029794"/>
                  </a:cubicBezTo>
                  <a:cubicBezTo>
                    <a:pt x="319854" y="1029847"/>
                    <a:pt x="317310" y="1029886"/>
                    <a:pt x="314764" y="1029913"/>
                  </a:cubicBezTo>
                  <a:cubicBezTo>
                    <a:pt x="314764" y="1030650"/>
                    <a:pt x="314764" y="1031387"/>
                    <a:pt x="314764" y="1032146"/>
                  </a:cubicBezTo>
                  <a:cubicBezTo>
                    <a:pt x="309534" y="1032821"/>
                    <a:pt x="304412" y="1032936"/>
                    <a:pt x="299140" y="1032843"/>
                  </a:cubicBezTo>
                  <a:cubicBezTo>
                    <a:pt x="296866" y="1032780"/>
                    <a:pt x="296866" y="1032780"/>
                    <a:pt x="294673" y="1033634"/>
                  </a:cubicBezTo>
                  <a:cubicBezTo>
                    <a:pt x="294673" y="1034371"/>
                    <a:pt x="294673" y="1035107"/>
                    <a:pt x="294673" y="1035867"/>
                  </a:cubicBezTo>
                  <a:cubicBezTo>
                    <a:pt x="294045" y="1035874"/>
                    <a:pt x="293418" y="1035880"/>
                    <a:pt x="292772" y="1035888"/>
                  </a:cubicBezTo>
                  <a:cubicBezTo>
                    <a:pt x="290451" y="1035920"/>
                    <a:pt x="288131" y="1035966"/>
                    <a:pt x="285811" y="1036021"/>
                  </a:cubicBezTo>
                  <a:cubicBezTo>
                    <a:pt x="284806" y="1036042"/>
                    <a:pt x="283800" y="1036058"/>
                    <a:pt x="282795" y="1036068"/>
                  </a:cubicBezTo>
                  <a:cubicBezTo>
                    <a:pt x="281352" y="1036084"/>
                    <a:pt x="279909" y="1036120"/>
                    <a:pt x="278467" y="1036157"/>
                  </a:cubicBezTo>
                  <a:cubicBezTo>
                    <a:pt x="277164" y="1036181"/>
                    <a:pt x="277164" y="1036181"/>
                    <a:pt x="275834" y="1036204"/>
                  </a:cubicBezTo>
                  <a:cubicBezTo>
                    <a:pt x="274845" y="1036406"/>
                    <a:pt x="274845" y="1036406"/>
                    <a:pt x="273837" y="1036611"/>
                  </a:cubicBezTo>
                  <a:cubicBezTo>
                    <a:pt x="273327" y="1038082"/>
                    <a:pt x="273327" y="1038082"/>
                    <a:pt x="273092" y="1039587"/>
                  </a:cubicBezTo>
                  <a:cubicBezTo>
                    <a:pt x="269264" y="1040195"/>
                    <a:pt x="269264" y="1040195"/>
                    <a:pt x="267139" y="1039587"/>
                  </a:cubicBezTo>
                  <a:cubicBezTo>
                    <a:pt x="266116" y="1037401"/>
                    <a:pt x="266116" y="1037401"/>
                    <a:pt x="265651" y="1035122"/>
                  </a:cubicBezTo>
                  <a:cubicBezTo>
                    <a:pt x="265160" y="1034877"/>
                    <a:pt x="264669" y="1034631"/>
                    <a:pt x="264163" y="1034378"/>
                  </a:cubicBezTo>
                  <a:cubicBezTo>
                    <a:pt x="263859" y="1032386"/>
                    <a:pt x="263616" y="1030428"/>
                    <a:pt x="263419" y="1028425"/>
                  </a:cubicBezTo>
                  <a:cubicBezTo>
                    <a:pt x="263144" y="1025964"/>
                    <a:pt x="263144" y="1025964"/>
                    <a:pt x="262674" y="1023960"/>
                  </a:cubicBezTo>
                  <a:cubicBezTo>
                    <a:pt x="262183" y="1023715"/>
                    <a:pt x="261692" y="1023469"/>
                    <a:pt x="261186" y="1023216"/>
                  </a:cubicBezTo>
                  <a:cubicBezTo>
                    <a:pt x="260930" y="1021242"/>
                    <a:pt x="260930" y="1021242"/>
                    <a:pt x="260814" y="1018798"/>
                  </a:cubicBezTo>
                  <a:cubicBezTo>
                    <a:pt x="260816" y="1015406"/>
                    <a:pt x="260816" y="1015406"/>
                    <a:pt x="258954" y="1012798"/>
                  </a:cubicBezTo>
                  <a:cubicBezTo>
                    <a:pt x="258708" y="1012798"/>
                    <a:pt x="258463" y="1012798"/>
                    <a:pt x="258210" y="1012798"/>
                  </a:cubicBezTo>
                  <a:cubicBezTo>
                    <a:pt x="258182" y="1012126"/>
                    <a:pt x="258154" y="1011453"/>
                    <a:pt x="258125" y="1010761"/>
                  </a:cubicBezTo>
                  <a:cubicBezTo>
                    <a:pt x="258076" y="1009883"/>
                    <a:pt x="258027" y="1009005"/>
                    <a:pt x="257977" y="1008101"/>
                  </a:cubicBezTo>
                  <a:cubicBezTo>
                    <a:pt x="257934" y="1007229"/>
                    <a:pt x="257891" y="1006357"/>
                    <a:pt x="257846" y="1005459"/>
                  </a:cubicBezTo>
                  <a:cubicBezTo>
                    <a:pt x="257702" y="1003143"/>
                    <a:pt x="257702" y="1003143"/>
                    <a:pt x="256349" y="1002008"/>
                  </a:cubicBezTo>
                  <a:cubicBezTo>
                    <a:pt x="254572" y="1000231"/>
                    <a:pt x="254842" y="998357"/>
                    <a:pt x="254721" y="995915"/>
                  </a:cubicBezTo>
                  <a:cubicBezTo>
                    <a:pt x="254673" y="995038"/>
                    <a:pt x="254624" y="994160"/>
                    <a:pt x="254573" y="993256"/>
                  </a:cubicBezTo>
                  <a:cubicBezTo>
                    <a:pt x="254545" y="992583"/>
                    <a:pt x="254518" y="991911"/>
                    <a:pt x="254489" y="991218"/>
                  </a:cubicBezTo>
                  <a:cubicBezTo>
                    <a:pt x="253998" y="991218"/>
                    <a:pt x="253507" y="991218"/>
                    <a:pt x="253001" y="991218"/>
                  </a:cubicBezTo>
                  <a:cubicBezTo>
                    <a:pt x="252755" y="987780"/>
                    <a:pt x="252509" y="984342"/>
                    <a:pt x="252256" y="980800"/>
                  </a:cubicBezTo>
                  <a:cubicBezTo>
                    <a:pt x="251520" y="980800"/>
                    <a:pt x="250783" y="980800"/>
                    <a:pt x="250024" y="980800"/>
                  </a:cubicBezTo>
                  <a:cubicBezTo>
                    <a:pt x="249996" y="980065"/>
                    <a:pt x="249968" y="979331"/>
                    <a:pt x="249940" y="978574"/>
                  </a:cubicBezTo>
                  <a:cubicBezTo>
                    <a:pt x="249866" y="977143"/>
                    <a:pt x="249866" y="977143"/>
                    <a:pt x="249792" y="975684"/>
                  </a:cubicBezTo>
                  <a:cubicBezTo>
                    <a:pt x="249748" y="974735"/>
                    <a:pt x="249705" y="973785"/>
                    <a:pt x="249661" y="972806"/>
                  </a:cubicBezTo>
                  <a:cubicBezTo>
                    <a:pt x="249472" y="971606"/>
                    <a:pt x="249472" y="971606"/>
                    <a:pt x="249280" y="970382"/>
                  </a:cubicBezTo>
                  <a:cubicBezTo>
                    <a:pt x="248543" y="969891"/>
                    <a:pt x="247807" y="969400"/>
                    <a:pt x="247048" y="968894"/>
                  </a:cubicBezTo>
                  <a:cubicBezTo>
                    <a:pt x="246829" y="966632"/>
                    <a:pt x="246829" y="966632"/>
                    <a:pt x="246908" y="963964"/>
                  </a:cubicBezTo>
                  <a:cubicBezTo>
                    <a:pt x="246928" y="963080"/>
                    <a:pt x="246948" y="962195"/>
                    <a:pt x="246969" y="961284"/>
                  </a:cubicBezTo>
                  <a:cubicBezTo>
                    <a:pt x="247008" y="960262"/>
                    <a:pt x="247008" y="960262"/>
                    <a:pt x="247048" y="959220"/>
                  </a:cubicBezTo>
                  <a:cubicBezTo>
                    <a:pt x="246311" y="959220"/>
                    <a:pt x="245574" y="959220"/>
                    <a:pt x="244815" y="959220"/>
                  </a:cubicBezTo>
                  <a:cubicBezTo>
                    <a:pt x="244570" y="955537"/>
                    <a:pt x="244324" y="951853"/>
                    <a:pt x="244071" y="948058"/>
                  </a:cubicBezTo>
                  <a:cubicBezTo>
                    <a:pt x="243334" y="948058"/>
                    <a:pt x="242598" y="948058"/>
                    <a:pt x="241839" y="948058"/>
                  </a:cubicBezTo>
                  <a:cubicBezTo>
                    <a:pt x="241811" y="947431"/>
                    <a:pt x="241783" y="946803"/>
                    <a:pt x="241754" y="946157"/>
                  </a:cubicBezTo>
                  <a:cubicBezTo>
                    <a:pt x="241705" y="945342"/>
                    <a:pt x="241656" y="944526"/>
                    <a:pt x="241606" y="943686"/>
                  </a:cubicBezTo>
                  <a:cubicBezTo>
                    <a:pt x="241563" y="942875"/>
                    <a:pt x="241520" y="942063"/>
                    <a:pt x="241475" y="941227"/>
                  </a:cubicBezTo>
                  <a:cubicBezTo>
                    <a:pt x="241350" y="940534"/>
                    <a:pt x="241224" y="939842"/>
                    <a:pt x="241094" y="939128"/>
                  </a:cubicBezTo>
                  <a:cubicBezTo>
                    <a:pt x="240358" y="938637"/>
                    <a:pt x="239621" y="938146"/>
                    <a:pt x="238862" y="937640"/>
                  </a:cubicBezTo>
                  <a:cubicBezTo>
                    <a:pt x="238670" y="936160"/>
                    <a:pt x="238670" y="936160"/>
                    <a:pt x="238769" y="934431"/>
                  </a:cubicBezTo>
                  <a:cubicBezTo>
                    <a:pt x="238850" y="931911"/>
                    <a:pt x="238902" y="929654"/>
                    <a:pt x="238118" y="927222"/>
                  </a:cubicBezTo>
                  <a:cubicBezTo>
                    <a:pt x="237627" y="927222"/>
                    <a:pt x="237136" y="927222"/>
                    <a:pt x="236630" y="927222"/>
                  </a:cubicBezTo>
                  <a:cubicBezTo>
                    <a:pt x="236593" y="926541"/>
                    <a:pt x="236557" y="925860"/>
                    <a:pt x="236519" y="925158"/>
                  </a:cubicBezTo>
                  <a:cubicBezTo>
                    <a:pt x="236436" y="923832"/>
                    <a:pt x="236436" y="923832"/>
                    <a:pt x="236350" y="922478"/>
                  </a:cubicBezTo>
                  <a:cubicBezTo>
                    <a:pt x="236299" y="921598"/>
                    <a:pt x="236247" y="920717"/>
                    <a:pt x="236194" y="919810"/>
                  </a:cubicBezTo>
                  <a:cubicBezTo>
                    <a:pt x="236107" y="917470"/>
                    <a:pt x="236107" y="917470"/>
                    <a:pt x="234397" y="916060"/>
                  </a:cubicBezTo>
                  <a:cubicBezTo>
                    <a:pt x="234152" y="916060"/>
                    <a:pt x="233906" y="916060"/>
                    <a:pt x="233653" y="916060"/>
                  </a:cubicBezTo>
                  <a:cubicBezTo>
                    <a:pt x="233625" y="915379"/>
                    <a:pt x="233597" y="914698"/>
                    <a:pt x="233569" y="913996"/>
                  </a:cubicBezTo>
                  <a:cubicBezTo>
                    <a:pt x="233520" y="913112"/>
                    <a:pt x="233471" y="912227"/>
                    <a:pt x="233420" y="911316"/>
                  </a:cubicBezTo>
                  <a:cubicBezTo>
                    <a:pt x="233377" y="910435"/>
                    <a:pt x="233334" y="909555"/>
                    <a:pt x="233290" y="908648"/>
                  </a:cubicBezTo>
                  <a:cubicBezTo>
                    <a:pt x="233164" y="907901"/>
                    <a:pt x="233038" y="907155"/>
                    <a:pt x="232909" y="906386"/>
                  </a:cubicBezTo>
                  <a:cubicBezTo>
                    <a:pt x="232172" y="905895"/>
                    <a:pt x="231435" y="905404"/>
                    <a:pt x="230676" y="904898"/>
                  </a:cubicBezTo>
                  <a:cubicBezTo>
                    <a:pt x="230458" y="902474"/>
                    <a:pt x="230458" y="902474"/>
                    <a:pt x="230537" y="899596"/>
                  </a:cubicBezTo>
                  <a:cubicBezTo>
                    <a:pt x="230557" y="898642"/>
                    <a:pt x="230577" y="897689"/>
                    <a:pt x="230598" y="896706"/>
                  </a:cubicBezTo>
                  <a:cubicBezTo>
                    <a:pt x="230637" y="895604"/>
                    <a:pt x="230637" y="895604"/>
                    <a:pt x="230676" y="894480"/>
                  </a:cubicBezTo>
                  <a:cubicBezTo>
                    <a:pt x="229940" y="894480"/>
                    <a:pt x="229203" y="894480"/>
                    <a:pt x="228444" y="894480"/>
                  </a:cubicBezTo>
                  <a:cubicBezTo>
                    <a:pt x="228198" y="891042"/>
                    <a:pt x="227953" y="887604"/>
                    <a:pt x="227700" y="884062"/>
                  </a:cubicBezTo>
                  <a:cubicBezTo>
                    <a:pt x="226963" y="884062"/>
                    <a:pt x="226226" y="884062"/>
                    <a:pt x="225467" y="884062"/>
                  </a:cubicBezTo>
                  <a:cubicBezTo>
                    <a:pt x="225440" y="883318"/>
                    <a:pt x="225412" y="882575"/>
                    <a:pt x="225383" y="881809"/>
                  </a:cubicBezTo>
                  <a:cubicBezTo>
                    <a:pt x="225310" y="880369"/>
                    <a:pt x="225310" y="880369"/>
                    <a:pt x="225235" y="878899"/>
                  </a:cubicBezTo>
                  <a:cubicBezTo>
                    <a:pt x="225192" y="877941"/>
                    <a:pt x="225149" y="876983"/>
                    <a:pt x="225104" y="875995"/>
                  </a:cubicBezTo>
                  <a:cubicBezTo>
                    <a:pt x="224916" y="874831"/>
                    <a:pt x="224916" y="874831"/>
                    <a:pt x="224723" y="873644"/>
                  </a:cubicBezTo>
                  <a:cubicBezTo>
                    <a:pt x="223987" y="873398"/>
                    <a:pt x="223250" y="873153"/>
                    <a:pt x="222491" y="872900"/>
                  </a:cubicBezTo>
                  <a:cubicBezTo>
                    <a:pt x="222110" y="870711"/>
                    <a:pt x="222110" y="870711"/>
                    <a:pt x="221979" y="868016"/>
                  </a:cubicBezTo>
                  <a:cubicBezTo>
                    <a:pt x="221930" y="867125"/>
                    <a:pt x="221881" y="866234"/>
                    <a:pt x="221831" y="865316"/>
                  </a:cubicBezTo>
                  <a:cubicBezTo>
                    <a:pt x="221803" y="864626"/>
                    <a:pt x="221775" y="863937"/>
                    <a:pt x="221747" y="863226"/>
                  </a:cubicBezTo>
                  <a:cubicBezTo>
                    <a:pt x="221256" y="863226"/>
                    <a:pt x="220764" y="863226"/>
                    <a:pt x="220258" y="863226"/>
                  </a:cubicBezTo>
                  <a:cubicBezTo>
                    <a:pt x="220222" y="862545"/>
                    <a:pt x="220186" y="861864"/>
                    <a:pt x="220148" y="861162"/>
                  </a:cubicBezTo>
                  <a:cubicBezTo>
                    <a:pt x="220065" y="859836"/>
                    <a:pt x="220065" y="859836"/>
                    <a:pt x="219979" y="858482"/>
                  </a:cubicBezTo>
                  <a:cubicBezTo>
                    <a:pt x="219928" y="857601"/>
                    <a:pt x="219876" y="856721"/>
                    <a:pt x="219822" y="855814"/>
                  </a:cubicBezTo>
                  <a:cubicBezTo>
                    <a:pt x="219736" y="853474"/>
                    <a:pt x="219736" y="853474"/>
                    <a:pt x="218026" y="852064"/>
                  </a:cubicBezTo>
                  <a:cubicBezTo>
                    <a:pt x="217780" y="852064"/>
                    <a:pt x="217535" y="852064"/>
                    <a:pt x="217282" y="852064"/>
                  </a:cubicBezTo>
                  <a:cubicBezTo>
                    <a:pt x="217254" y="851374"/>
                    <a:pt x="217226" y="850684"/>
                    <a:pt x="217198" y="849974"/>
                  </a:cubicBezTo>
                  <a:cubicBezTo>
                    <a:pt x="217149" y="849083"/>
                    <a:pt x="217100" y="848192"/>
                    <a:pt x="217049" y="847273"/>
                  </a:cubicBezTo>
                  <a:cubicBezTo>
                    <a:pt x="217006" y="846384"/>
                    <a:pt x="216963" y="845495"/>
                    <a:pt x="216919" y="844579"/>
                  </a:cubicBezTo>
                  <a:cubicBezTo>
                    <a:pt x="216793" y="843856"/>
                    <a:pt x="216667" y="843134"/>
                    <a:pt x="216538" y="842390"/>
                  </a:cubicBezTo>
                  <a:cubicBezTo>
                    <a:pt x="215801" y="842144"/>
                    <a:pt x="215064" y="841899"/>
                    <a:pt x="214305" y="841646"/>
                  </a:cubicBezTo>
                  <a:cubicBezTo>
                    <a:pt x="214137" y="839708"/>
                    <a:pt x="214097" y="837950"/>
                    <a:pt x="214166" y="836018"/>
                  </a:cubicBezTo>
                  <a:cubicBezTo>
                    <a:pt x="214176" y="835489"/>
                    <a:pt x="214186" y="834960"/>
                    <a:pt x="214196" y="834415"/>
                  </a:cubicBezTo>
                  <a:cubicBezTo>
                    <a:pt x="214223" y="833105"/>
                    <a:pt x="214263" y="831794"/>
                    <a:pt x="214305" y="830484"/>
                  </a:cubicBezTo>
                  <a:cubicBezTo>
                    <a:pt x="213569" y="830484"/>
                    <a:pt x="212832" y="830484"/>
                    <a:pt x="212073" y="830484"/>
                  </a:cubicBezTo>
                  <a:cubicBezTo>
                    <a:pt x="211827" y="827046"/>
                    <a:pt x="211582" y="823608"/>
                    <a:pt x="211329" y="820066"/>
                  </a:cubicBezTo>
                  <a:cubicBezTo>
                    <a:pt x="210592" y="820066"/>
                    <a:pt x="209855" y="820066"/>
                    <a:pt x="209096" y="820066"/>
                  </a:cubicBezTo>
                  <a:cubicBezTo>
                    <a:pt x="209069" y="819322"/>
                    <a:pt x="209041" y="818579"/>
                    <a:pt x="209012" y="817813"/>
                  </a:cubicBezTo>
                  <a:cubicBezTo>
                    <a:pt x="208939" y="816373"/>
                    <a:pt x="208939" y="816373"/>
                    <a:pt x="208864" y="814903"/>
                  </a:cubicBezTo>
                  <a:cubicBezTo>
                    <a:pt x="208821" y="813945"/>
                    <a:pt x="208777" y="812987"/>
                    <a:pt x="208733" y="811999"/>
                  </a:cubicBezTo>
                  <a:cubicBezTo>
                    <a:pt x="208544" y="810835"/>
                    <a:pt x="208544" y="810835"/>
                    <a:pt x="208352" y="809648"/>
                  </a:cubicBezTo>
                  <a:cubicBezTo>
                    <a:pt x="207615" y="809402"/>
                    <a:pt x="206879" y="809157"/>
                    <a:pt x="206120" y="808904"/>
                  </a:cubicBezTo>
                  <a:cubicBezTo>
                    <a:pt x="205791" y="806741"/>
                    <a:pt x="205791" y="806741"/>
                    <a:pt x="205701" y="804067"/>
                  </a:cubicBezTo>
                  <a:cubicBezTo>
                    <a:pt x="205643" y="802452"/>
                    <a:pt x="205546" y="800837"/>
                    <a:pt x="205376" y="799230"/>
                  </a:cubicBezTo>
                  <a:cubicBezTo>
                    <a:pt x="204884" y="798984"/>
                    <a:pt x="204393" y="798739"/>
                    <a:pt x="203887" y="798486"/>
                  </a:cubicBezTo>
                  <a:cubicBezTo>
                    <a:pt x="203632" y="796512"/>
                    <a:pt x="203632" y="796512"/>
                    <a:pt x="203515" y="794067"/>
                  </a:cubicBezTo>
                  <a:cubicBezTo>
                    <a:pt x="203517" y="790676"/>
                    <a:pt x="203517" y="790676"/>
                    <a:pt x="201655" y="788068"/>
                  </a:cubicBezTo>
                  <a:cubicBezTo>
                    <a:pt x="201409" y="788068"/>
                    <a:pt x="201164" y="788068"/>
                    <a:pt x="200911" y="788068"/>
                  </a:cubicBezTo>
                  <a:cubicBezTo>
                    <a:pt x="200883" y="787324"/>
                    <a:pt x="200855" y="786581"/>
                    <a:pt x="200826" y="785815"/>
                  </a:cubicBezTo>
                  <a:cubicBezTo>
                    <a:pt x="200753" y="784375"/>
                    <a:pt x="200753" y="784375"/>
                    <a:pt x="200678" y="782905"/>
                  </a:cubicBezTo>
                  <a:cubicBezTo>
                    <a:pt x="200635" y="781947"/>
                    <a:pt x="200592" y="780989"/>
                    <a:pt x="200547" y="780001"/>
                  </a:cubicBezTo>
                  <a:cubicBezTo>
                    <a:pt x="200359" y="778837"/>
                    <a:pt x="200359" y="778837"/>
                    <a:pt x="200167" y="777650"/>
                  </a:cubicBezTo>
                  <a:cubicBezTo>
                    <a:pt x="199430" y="777404"/>
                    <a:pt x="198693" y="777159"/>
                    <a:pt x="197934" y="776906"/>
                  </a:cubicBezTo>
                  <a:cubicBezTo>
                    <a:pt x="197606" y="774743"/>
                    <a:pt x="197606" y="774743"/>
                    <a:pt x="197516" y="772069"/>
                  </a:cubicBezTo>
                  <a:cubicBezTo>
                    <a:pt x="197458" y="770454"/>
                    <a:pt x="197361" y="768839"/>
                    <a:pt x="197190" y="767232"/>
                  </a:cubicBezTo>
                  <a:cubicBezTo>
                    <a:pt x="196699" y="766986"/>
                    <a:pt x="196208" y="766741"/>
                    <a:pt x="195702" y="766488"/>
                  </a:cubicBezTo>
                  <a:cubicBezTo>
                    <a:pt x="195469" y="764591"/>
                    <a:pt x="195320" y="762764"/>
                    <a:pt x="195237" y="760860"/>
                  </a:cubicBezTo>
                  <a:cubicBezTo>
                    <a:pt x="195208" y="760331"/>
                    <a:pt x="195179" y="759802"/>
                    <a:pt x="195150" y="759257"/>
                  </a:cubicBezTo>
                  <a:cubicBezTo>
                    <a:pt x="195079" y="757947"/>
                    <a:pt x="195018" y="756636"/>
                    <a:pt x="194958" y="755326"/>
                  </a:cubicBezTo>
                  <a:cubicBezTo>
                    <a:pt x="194221" y="755326"/>
                    <a:pt x="193484" y="755326"/>
                    <a:pt x="192725" y="755326"/>
                  </a:cubicBezTo>
                  <a:cubicBezTo>
                    <a:pt x="192697" y="754636"/>
                    <a:pt x="192670" y="753946"/>
                    <a:pt x="192641" y="753236"/>
                  </a:cubicBezTo>
                  <a:cubicBezTo>
                    <a:pt x="192592" y="752344"/>
                    <a:pt x="192543" y="751453"/>
                    <a:pt x="192493" y="750535"/>
                  </a:cubicBezTo>
                  <a:cubicBezTo>
                    <a:pt x="192428" y="749201"/>
                    <a:pt x="192428" y="749201"/>
                    <a:pt x="192362" y="747841"/>
                  </a:cubicBezTo>
                  <a:cubicBezTo>
                    <a:pt x="192236" y="747118"/>
                    <a:pt x="192111" y="746396"/>
                    <a:pt x="191981" y="745652"/>
                  </a:cubicBezTo>
                  <a:cubicBezTo>
                    <a:pt x="191244" y="745406"/>
                    <a:pt x="190508" y="745161"/>
                    <a:pt x="189749" y="744908"/>
                  </a:cubicBezTo>
                  <a:cubicBezTo>
                    <a:pt x="189420" y="742582"/>
                    <a:pt x="189420" y="742582"/>
                    <a:pt x="189330" y="739699"/>
                  </a:cubicBezTo>
                  <a:cubicBezTo>
                    <a:pt x="189272" y="737960"/>
                    <a:pt x="189176" y="736221"/>
                    <a:pt x="189005" y="734490"/>
                  </a:cubicBezTo>
                  <a:cubicBezTo>
                    <a:pt x="188513" y="734244"/>
                    <a:pt x="188022" y="733999"/>
                    <a:pt x="187516" y="733745"/>
                  </a:cubicBezTo>
                  <a:cubicBezTo>
                    <a:pt x="187251" y="731435"/>
                    <a:pt x="187186" y="729140"/>
                    <a:pt x="187101" y="726816"/>
                  </a:cubicBezTo>
                  <a:cubicBezTo>
                    <a:pt x="186992" y="726156"/>
                    <a:pt x="186884" y="725496"/>
                    <a:pt x="186772" y="724816"/>
                  </a:cubicBezTo>
                  <a:cubicBezTo>
                    <a:pt x="186035" y="724570"/>
                    <a:pt x="185299" y="724325"/>
                    <a:pt x="184540" y="724072"/>
                  </a:cubicBezTo>
                  <a:cubicBezTo>
                    <a:pt x="184188" y="721367"/>
                    <a:pt x="184164" y="718704"/>
                    <a:pt x="184098" y="715979"/>
                  </a:cubicBezTo>
                  <a:cubicBezTo>
                    <a:pt x="183948" y="714828"/>
                    <a:pt x="183948" y="714828"/>
                    <a:pt x="183796" y="713654"/>
                  </a:cubicBezTo>
                  <a:cubicBezTo>
                    <a:pt x="183059" y="713408"/>
                    <a:pt x="182322" y="713163"/>
                    <a:pt x="181563" y="712910"/>
                  </a:cubicBezTo>
                  <a:cubicBezTo>
                    <a:pt x="181235" y="710747"/>
                    <a:pt x="181235" y="710747"/>
                    <a:pt x="181145" y="708073"/>
                  </a:cubicBezTo>
                  <a:cubicBezTo>
                    <a:pt x="181087" y="706458"/>
                    <a:pt x="180990" y="704843"/>
                    <a:pt x="180819" y="703236"/>
                  </a:cubicBezTo>
                  <a:cubicBezTo>
                    <a:pt x="180328" y="702990"/>
                    <a:pt x="179837" y="702745"/>
                    <a:pt x="179331" y="702492"/>
                  </a:cubicBezTo>
                  <a:cubicBezTo>
                    <a:pt x="179098" y="700594"/>
                    <a:pt x="178949" y="698768"/>
                    <a:pt x="178866" y="696864"/>
                  </a:cubicBezTo>
                  <a:cubicBezTo>
                    <a:pt x="178837" y="696335"/>
                    <a:pt x="178808" y="695806"/>
                    <a:pt x="178778" y="695261"/>
                  </a:cubicBezTo>
                  <a:cubicBezTo>
                    <a:pt x="178708" y="693951"/>
                    <a:pt x="178646" y="692640"/>
                    <a:pt x="178587" y="691329"/>
                  </a:cubicBezTo>
                  <a:cubicBezTo>
                    <a:pt x="177850" y="691329"/>
                    <a:pt x="177113" y="691329"/>
                    <a:pt x="176354" y="691329"/>
                  </a:cubicBezTo>
                  <a:cubicBezTo>
                    <a:pt x="176109" y="687892"/>
                    <a:pt x="175863" y="684454"/>
                    <a:pt x="175610" y="680912"/>
                  </a:cubicBezTo>
                  <a:cubicBezTo>
                    <a:pt x="174873" y="680912"/>
                    <a:pt x="174137" y="680912"/>
                    <a:pt x="173378" y="680912"/>
                  </a:cubicBezTo>
                  <a:cubicBezTo>
                    <a:pt x="173341" y="680168"/>
                    <a:pt x="173305" y="679425"/>
                    <a:pt x="173267" y="678659"/>
                  </a:cubicBezTo>
                  <a:cubicBezTo>
                    <a:pt x="173211" y="677699"/>
                    <a:pt x="173156" y="676738"/>
                    <a:pt x="173099" y="675749"/>
                  </a:cubicBezTo>
                  <a:cubicBezTo>
                    <a:pt x="173047" y="674791"/>
                    <a:pt x="172995" y="673832"/>
                    <a:pt x="172942" y="672845"/>
                  </a:cubicBezTo>
                  <a:cubicBezTo>
                    <a:pt x="172840" y="672069"/>
                    <a:pt x="172738" y="671293"/>
                    <a:pt x="172633" y="670494"/>
                  </a:cubicBezTo>
                  <a:cubicBezTo>
                    <a:pt x="172142" y="670248"/>
                    <a:pt x="171651" y="670002"/>
                    <a:pt x="171145" y="669749"/>
                  </a:cubicBezTo>
                  <a:cubicBezTo>
                    <a:pt x="170837" y="667398"/>
                    <a:pt x="170837" y="667398"/>
                    <a:pt x="170680" y="664494"/>
                  </a:cubicBezTo>
                  <a:cubicBezTo>
                    <a:pt x="170624" y="663534"/>
                    <a:pt x="170569" y="662574"/>
                    <a:pt x="170511" y="661584"/>
                  </a:cubicBezTo>
                  <a:cubicBezTo>
                    <a:pt x="170475" y="660841"/>
                    <a:pt x="170439" y="660097"/>
                    <a:pt x="170401" y="659331"/>
                  </a:cubicBezTo>
                  <a:cubicBezTo>
                    <a:pt x="169664" y="659331"/>
                    <a:pt x="168928" y="659331"/>
                    <a:pt x="168169" y="659331"/>
                  </a:cubicBezTo>
                  <a:cubicBezTo>
                    <a:pt x="167923" y="655894"/>
                    <a:pt x="167677" y="652456"/>
                    <a:pt x="167424" y="648913"/>
                  </a:cubicBezTo>
                  <a:cubicBezTo>
                    <a:pt x="166688" y="648913"/>
                    <a:pt x="165951" y="648913"/>
                    <a:pt x="165192" y="648913"/>
                  </a:cubicBezTo>
                  <a:cubicBezTo>
                    <a:pt x="165137" y="647718"/>
                    <a:pt x="165137" y="647718"/>
                    <a:pt x="165082" y="646498"/>
                  </a:cubicBezTo>
                  <a:cubicBezTo>
                    <a:pt x="165026" y="645458"/>
                    <a:pt x="164970" y="644419"/>
                    <a:pt x="164913" y="643379"/>
                  </a:cubicBezTo>
                  <a:cubicBezTo>
                    <a:pt x="164878" y="642590"/>
                    <a:pt x="164878" y="642590"/>
                    <a:pt x="164843" y="641785"/>
                  </a:cubicBezTo>
                  <a:cubicBezTo>
                    <a:pt x="164766" y="640436"/>
                    <a:pt x="164612" y="639092"/>
                    <a:pt x="164448" y="637751"/>
                  </a:cubicBezTo>
                  <a:cubicBezTo>
                    <a:pt x="163957" y="637506"/>
                    <a:pt x="163466" y="637260"/>
                    <a:pt x="162960" y="637007"/>
                  </a:cubicBezTo>
                  <a:cubicBezTo>
                    <a:pt x="162704" y="635196"/>
                    <a:pt x="162704" y="635196"/>
                    <a:pt x="162588" y="632961"/>
                  </a:cubicBezTo>
                  <a:cubicBezTo>
                    <a:pt x="162553" y="629772"/>
                    <a:pt x="162553" y="629772"/>
                    <a:pt x="160727" y="627333"/>
                  </a:cubicBezTo>
                  <a:cubicBezTo>
                    <a:pt x="160482" y="627333"/>
                    <a:pt x="160236" y="627333"/>
                    <a:pt x="159983" y="627333"/>
                  </a:cubicBezTo>
                  <a:cubicBezTo>
                    <a:pt x="159737" y="623650"/>
                    <a:pt x="159492" y="619966"/>
                    <a:pt x="159239" y="616171"/>
                  </a:cubicBezTo>
                  <a:cubicBezTo>
                    <a:pt x="158502" y="616171"/>
                    <a:pt x="157766" y="616171"/>
                    <a:pt x="157006" y="616171"/>
                  </a:cubicBezTo>
                  <a:cubicBezTo>
                    <a:pt x="156970" y="615482"/>
                    <a:pt x="156934" y="614792"/>
                    <a:pt x="156896" y="614081"/>
                  </a:cubicBezTo>
                  <a:cubicBezTo>
                    <a:pt x="156813" y="612745"/>
                    <a:pt x="156813" y="612745"/>
                    <a:pt x="156727" y="611381"/>
                  </a:cubicBezTo>
                  <a:cubicBezTo>
                    <a:pt x="156650" y="610047"/>
                    <a:pt x="156650" y="610047"/>
                    <a:pt x="156570" y="608686"/>
                  </a:cubicBezTo>
                  <a:cubicBezTo>
                    <a:pt x="156469" y="607964"/>
                    <a:pt x="156367" y="607242"/>
                    <a:pt x="156262" y="606497"/>
                  </a:cubicBezTo>
                  <a:cubicBezTo>
                    <a:pt x="155771" y="606252"/>
                    <a:pt x="155280" y="606006"/>
                    <a:pt x="154774" y="605753"/>
                  </a:cubicBezTo>
                  <a:cubicBezTo>
                    <a:pt x="154542" y="603856"/>
                    <a:pt x="154392" y="602030"/>
                    <a:pt x="154309" y="600126"/>
                  </a:cubicBezTo>
                  <a:cubicBezTo>
                    <a:pt x="154280" y="599597"/>
                    <a:pt x="154251" y="599068"/>
                    <a:pt x="154222" y="598523"/>
                  </a:cubicBezTo>
                  <a:cubicBezTo>
                    <a:pt x="154151" y="597213"/>
                    <a:pt x="154090" y="595902"/>
                    <a:pt x="154030" y="594591"/>
                  </a:cubicBezTo>
                  <a:cubicBezTo>
                    <a:pt x="153293" y="594591"/>
                    <a:pt x="152557" y="594591"/>
                    <a:pt x="151798" y="594591"/>
                  </a:cubicBezTo>
                  <a:cubicBezTo>
                    <a:pt x="151552" y="591153"/>
                    <a:pt x="151306" y="587715"/>
                    <a:pt x="151053" y="584173"/>
                  </a:cubicBezTo>
                  <a:cubicBezTo>
                    <a:pt x="150317" y="584173"/>
                    <a:pt x="149580" y="584173"/>
                    <a:pt x="148821" y="584173"/>
                  </a:cubicBezTo>
                  <a:cubicBezTo>
                    <a:pt x="148784" y="583430"/>
                    <a:pt x="148748" y="582686"/>
                    <a:pt x="148710" y="581920"/>
                  </a:cubicBezTo>
                  <a:cubicBezTo>
                    <a:pt x="148655" y="580960"/>
                    <a:pt x="148599" y="580000"/>
                    <a:pt x="148542" y="579011"/>
                  </a:cubicBezTo>
                  <a:cubicBezTo>
                    <a:pt x="148490" y="578052"/>
                    <a:pt x="148438" y="577094"/>
                    <a:pt x="148385" y="576107"/>
                  </a:cubicBezTo>
                  <a:cubicBezTo>
                    <a:pt x="148283" y="575331"/>
                    <a:pt x="148182" y="574555"/>
                    <a:pt x="148077" y="573755"/>
                  </a:cubicBezTo>
                  <a:cubicBezTo>
                    <a:pt x="147586" y="573510"/>
                    <a:pt x="147095" y="573264"/>
                    <a:pt x="146589" y="573011"/>
                  </a:cubicBezTo>
                  <a:cubicBezTo>
                    <a:pt x="146323" y="570700"/>
                    <a:pt x="146258" y="568405"/>
                    <a:pt x="146173" y="566081"/>
                  </a:cubicBezTo>
                  <a:cubicBezTo>
                    <a:pt x="146064" y="565421"/>
                    <a:pt x="145956" y="564761"/>
                    <a:pt x="145844" y="564081"/>
                  </a:cubicBezTo>
                  <a:cubicBezTo>
                    <a:pt x="145108" y="563836"/>
                    <a:pt x="144371" y="563590"/>
                    <a:pt x="143612" y="563337"/>
                  </a:cubicBezTo>
                  <a:cubicBezTo>
                    <a:pt x="143260" y="560633"/>
                    <a:pt x="143236" y="557970"/>
                    <a:pt x="143170" y="555245"/>
                  </a:cubicBezTo>
                  <a:cubicBezTo>
                    <a:pt x="143020" y="554094"/>
                    <a:pt x="143020" y="554094"/>
                    <a:pt x="142868" y="552919"/>
                  </a:cubicBezTo>
                  <a:cubicBezTo>
                    <a:pt x="142131" y="552674"/>
                    <a:pt x="141394" y="552428"/>
                    <a:pt x="140635" y="552175"/>
                  </a:cubicBezTo>
                  <a:cubicBezTo>
                    <a:pt x="140307" y="550013"/>
                    <a:pt x="140307" y="550013"/>
                    <a:pt x="140217" y="547338"/>
                  </a:cubicBezTo>
                  <a:cubicBezTo>
                    <a:pt x="140159" y="545723"/>
                    <a:pt x="140062" y="544108"/>
                    <a:pt x="139891" y="542501"/>
                  </a:cubicBezTo>
                  <a:cubicBezTo>
                    <a:pt x="139400" y="542256"/>
                    <a:pt x="138909" y="542010"/>
                    <a:pt x="138403" y="541757"/>
                  </a:cubicBezTo>
                  <a:cubicBezTo>
                    <a:pt x="138121" y="539972"/>
                    <a:pt x="138121" y="539972"/>
                    <a:pt x="137984" y="537757"/>
                  </a:cubicBezTo>
                  <a:cubicBezTo>
                    <a:pt x="137832" y="535405"/>
                    <a:pt x="137663" y="533586"/>
                    <a:pt x="136915" y="531339"/>
                  </a:cubicBezTo>
                  <a:cubicBezTo>
                    <a:pt x="136424" y="531094"/>
                    <a:pt x="135932" y="530848"/>
                    <a:pt x="135426" y="530595"/>
                  </a:cubicBezTo>
                  <a:cubicBezTo>
                    <a:pt x="135194" y="528698"/>
                    <a:pt x="135045" y="526872"/>
                    <a:pt x="134961" y="524968"/>
                  </a:cubicBezTo>
                  <a:cubicBezTo>
                    <a:pt x="134933" y="524439"/>
                    <a:pt x="134904" y="523910"/>
                    <a:pt x="134874" y="523364"/>
                  </a:cubicBezTo>
                  <a:cubicBezTo>
                    <a:pt x="134804" y="522054"/>
                    <a:pt x="134742" y="520744"/>
                    <a:pt x="134682" y="519433"/>
                  </a:cubicBezTo>
                  <a:cubicBezTo>
                    <a:pt x="133946" y="519433"/>
                    <a:pt x="133209" y="519433"/>
                    <a:pt x="132450" y="519433"/>
                  </a:cubicBezTo>
                  <a:cubicBezTo>
                    <a:pt x="132413" y="518743"/>
                    <a:pt x="132377" y="518054"/>
                    <a:pt x="132339" y="517343"/>
                  </a:cubicBezTo>
                  <a:cubicBezTo>
                    <a:pt x="132256" y="516006"/>
                    <a:pt x="132256" y="516006"/>
                    <a:pt x="132171" y="514643"/>
                  </a:cubicBezTo>
                  <a:cubicBezTo>
                    <a:pt x="132093" y="513309"/>
                    <a:pt x="132093" y="513309"/>
                    <a:pt x="132014" y="511948"/>
                  </a:cubicBezTo>
                  <a:cubicBezTo>
                    <a:pt x="131912" y="511226"/>
                    <a:pt x="131810" y="510503"/>
                    <a:pt x="131706" y="509759"/>
                  </a:cubicBezTo>
                  <a:cubicBezTo>
                    <a:pt x="131215" y="509514"/>
                    <a:pt x="130723" y="509268"/>
                    <a:pt x="130217" y="509015"/>
                  </a:cubicBezTo>
                  <a:cubicBezTo>
                    <a:pt x="129755" y="506239"/>
                    <a:pt x="129444" y="503730"/>
                    <a:pt x="129566" y="500923"/>
                  </a:cubicBezTo>
                  <a:cubicBezTo>
                    <a:pt x="129536" y="500401"/>
                    <a:pt x="129505" y="499879"/>
                    <a:pt x="129473" y="499341"/>
                  </a:cubicBezTo>
                  <a:cubicBezTo>
                    <a:pt x="128737" y="498850"/>
                    <a:pt x="128000" y="498359"/>
                    <a:pt x="127241" y="497853"/>
                  </a:cubicBezTo>
                  <a:cubicBezTo>
                    <a:pt x="126901" y="495525"/>
                    <a:pt x="126866" y="493248"/>
                    <a:pt x="126799" y="490897"/>
                  </a:cubicBezTo>
                  <a:cubicBezTo>
                    <a:pt x="126649" y="489920"/>
                    <a:pt x="126649" y="489920"/>
                    <a:pt x="126497" y="488923"/>
                  </a:cubicBezTo>
                  <a:cubicBezTo>
                    <a:pt x="125760" y="488678"/>
                    <a:pt x="125023" y="488432"/>
                    <a:pt x="124264" y="488179"/>
                  </a:cubicBezTo>
                  <a:cubicBezTo>
                    <a:pt x="123936" y="485880"/>
                    <a:pt x="123936" y="485880"/>
                    <a:pt x="123846" y="483017"/>
                  </a:cubicBezTo>
                  <a:cubicBezTo>
                    <a:pt x="123953" y="479228"/>
                    <a:pt x="123953" y="479228"/>
                    <a:pt x="122032" y="476273"/>
                  </a:cubicBezTo>
                  <a:cubicBezTo>
                    <a:pt x="121724" y="474578"/>
                    <a:pt x="121724" y="474578"/>
                    <a:pt x="121567" y="472599"/>
                  </a:cubicBezTo>
                  <a:cubicBezTo>
                    <a:pt x="121483" y="471622"/>
                    <a:pt x="121483" y="471622"/>
                    <a:pt x="121398" y="470625"/>
                  </a:cubicBezTo>
                  <a:cubicBezTo>
                    <a:pt x="121316" y="469285"/>
                    <a:pt x="121288" y="467942"/>
                    <a:pt x="121288" y="466599"/>
                  </a:cubicBezTo>
                  <a:cubicBezTo>
                    <a:pt x="120551" y="466599"/>
                    <a:pt x="119814" y="466599"/>
                    <a:pt x="119055" y="466599"/>
                  </a:cubicBezTo>
                  <a:cubicBezTo>
                    <a:pt x="118810" y="462916"/>
                    <a:pt x="118564" y="459232"/>
                    <a:pt x="118311" y="455437"/>
                  </a:cubicBezTo>
                  <a:cubicBezTo>
                    <a:pt x="117574" y="455437"/>
                    <a:pt x="116838" y="455437"/>
                    <a:pt x="116079" y="455437"/>
                  </a:cubicBezTo>
                  <a:cubicBezTo>
                    <a:pt x="116051" y="454764"/>
                    <a:pt x="116023" y="454092"/>
                    <a:pt x="115994" y="453399"/>
                  </a:cubicBezTo>
                  <a:cubicBezTo>
                    <a:pt x="115921" y="452083"/>
                    <a:pt x="115921" y="452083"/>
                    <a:pt x="115846" y="450740"/>
                  </a:cubicBezTo>
                  <a:cubicBezTo>
                    <a:pt x="115781" y="449432"/>
                    <a:pt x="115781" y="449432"/>
                    <a:pt x="115715" y="448097"/>
                  </a:cubicBezTo>
                  <a:cubicBezTo>
                    <a:pt x="115305" y="445581"/>
                    <a:pt x="114925" y="445140"/>
                    <a:pt x="113102" y="443531"/>
                  </a:cubicBezTo>
                  <a:cubicBezTo>
                    <a:pt x="113009" y="441019"/>
                    <a:pt x="113009" y="441019"/>
                    <a:pt x="113102" y="438322"/>
                  </a:cubicBezTo>
                  <a:cubicBezTo>
                    <a:pt x="112889" y="436255"/>
                    <a:pt x="112889" y="436255"/>
                    <a:pt x="112358" y="434601"/>
                  </a:cubicBezTo>
                  <a:cubicBezTo>
                    <a:pt x="111867" y="434355"/>
                    <a:pt x="111376" y="434110"/>
                    <a:pt x="110870" y="433857"/>
                  </a:cubicBezTo>
                  <a:cubicBezTo>
                    <a:pt x="110562" y="431505"/>
                    <a:pt x="110562" y="431505"/>
                    <a:pt x="110405" y="428601"/>
                  </a:cubicBezTo>
                  <a:cubicBezTo>
                    <a:pt x="110349" y="427641"/>
                    <a:pt x="110293" y="426681"/>
                    <a:pt x="110236" y="425692"/>
                  </a:cubicBezTo>
                  <a:cubicBezTo>
                    <a:pt x="110200" y="424948"/>
                    <a:pt x="110163" y="424205"/>
                    <a:pt x="110126" y="423439"/>
                  </a:cubicBezTo>
                  <a:cubicBezTo>
                    <a:pt x="109389" y="423439"/>
                    <a:pt x="108652" y="423439"/>
                    <a:pt x="107893" y="423439"/>
                  </a:cubicBezTo>
                  <a:cubicBezTo>
                    <a:pt x="107928" y="422695"/>
                    <a:pt x="107962" y="421952"/>
                    <a:pt x="107998" y="421186"/>
                  </a:cubicBezTo>
                  <a:cubicBezTo>
                    <a:pt x="108025" y="420226"/>
                    <a:pt x="108052" y="419266"/>
                    <a:pt x="108079" y="418276"/>
                  </a:cubicBezTo>
                  <a:cubicBezTo>
                    <a:pt x="108114" y="417318"/>
                    <a:pt x="108148" y="416360"/>
                    <a:pt x="108184" y="415373"/>
                  </a:cubicBezTo>
                  <a:cubicBezTo>
                    <a:pt x="108088" y="414596"/>
                    <a:pt x="107992" y="413820"/>
                    <a:pt x="107893" y="413021"/>
                  </a:cubicBezTo>
                  <a:cubicBezTo>
                    <a:pt x="106411" y="412549"/>
                    <a:pt x="106411" y="412549"/>
                    <a:pt x="104917" y="412277"/>
                  </a:cubicBezTo>
                  <a:cubicBezTo>
                    <a:pt x="104704" y="410492"/>
                    <a:pt x="104704" y="410492"/>
                    <a:pt x="104870" y="408277"/>
                  </a:cubicBezTo>
                  <a:cubicBezTo>
                    <a:pt x="105075" y="406111"/>
                    <a:pt x="105075" y="406111"/>
                    <a:pt x="104917" y="404091"/>
                  </a:cubicBezTo>
                  <a:cubicBezTo>
                    <a:pt x="104560" y="403747"/>
                    <a:pt x="104203" y="403402"/>
                    <a:pt x="103835" y="403048"/>
                  </a:cubicBezTo>
                  <a:cubicBezTo>
                    <a:pt x="101986" y="401137"/>
                    <a:pt x="102291" y="399094"/>
                    <a:pt x="102173" y="396510"/>
                  </a:cubicBezTo>
                  <a:cubicBezTo>
                    <a:pt x="102124" y="395564"/>
                    <a:pt x="102075" y="394617"/>
                    <a:pt x="102024" y="393641"/>
                  </a:cubicBezTo>
                  <a:cubicBezTo>
                    <a:pt x="101983" y="392552"/>
                    <a:pt x="101983" y="392552"/>
                    <a:pt x="101940" y="391441"/>
                  </a:cubicBezTo>
                  <a:cubicBezTo>
                    <a:pt x="101203" y="391441"/>
                    <a:pt x="100467" y="391441"/>
                    <a:pt x="99708" y="391441"/>
                  </a:cubicBezTo>
                  <a:cubicBezTo>
                    <a:pt x="99666" y="390352"/>
                    <a:pt x="99666" y="390352"/>
                    <a:pt x="99623" y="389240"/>
                  </a:cubicBezTo>
                  <a:cubicBezTo>
                    <a:pt x="99574" y="388294"/>
                    <a:pt x="99526" y="387347"/>
                    <a:pt x="99475" y="386371"/>
                  </a:cubicBezTo>
                  <a:cubicBezTo>
                    <a:pt x="99432" y="385430"/>
                    <a:pt x="99389" y="384489"/>
                    <a:pt x="99344" y="383520"/>
                  </a:cubicBezTo>
                  <a:cubicBezTo>
                    <a:pt x="98942" y="380880"/>
                    <a:pt x="98646" y="380445"/>
                    <a:pt x="96731" y="378790"/>
                  </a:cubicBezTo>
                  <a:cubicBezTo>
                    <a:pt x="96638" y="376232"/>
                    <a:pt x="96638" y="376232"/>
                    <a:pt x="96731" y="373581"/>
                  </a:cubicBezTo>
                  <a:cubicBezTo>
                    <a:pt x="96525" y="371879"/>
                    <a:pt x="96525" y="371879"/>
                    <a:pt x="95987" y="370605"/>
                  </a:cubicBezTo>
                  <a:cubicBezTo>
                    <a:pt x="95496" y="370359"/>
                    <a:pt x="95005" y="370114"/>
                    <a:pt x="94499" y="369861"/>
                  </a:cubicBezTo>
                  <a:cubicBezTo>
                    <a:pt x="94266" y="367964"/>
                    <a:pt x="94117" y="366137"/>
                    <a:pt x="94034" y="364233"/>
                  </a:cubicBezTo>
                  <a:cubicBezTo>
                    <a:pt x="94005" y="363704"/>
                    <a:pt x="93976" y="363175"/>
                    <a:pt x="93946" y="362630"/>
                  </a:cubicBezTo>
                  <a:cubicBezTo>
                    <a:pt x="93876" y="361320"/>
                    <a:pt x="93814" y="360009"/>
                    <a:pt x="93755" y="358699"/>
                  </a:cubicBezTo>
                  <a:cubicBezTo>
                    <a:pt x="93018" y="358699"/>
                    <a:pt x="92281" y="358699"/>
                    <a:pt x="91522" y="358699"/>
                  </a:cubicBezTo>
                  <a:cubicBezTo>
                    <a:pt x="91494" y="358009"/>
                    <a:pt x="91466" y="357319"/>
                    <a:pt x="91438" y="356609"/>
                  </a:cubicBezTo>
                  <a:cubicBezTo>
                    <a:pt x="91389" y="355718"/>
                    <a:pt x="91340" y="354826"/>
                    <a:pt x="91290" y="353908"/>
                  </a:cubicBezTo>
                  <a:cubicBezTo>
                    <a:pt x="91246" y="353019"/>
                    <a:pt x="91203" y="352130"/>
                    <a:pt x="91159" y="351214"/>
                  </a:cubicBezTo>
                  <a:cubicBezTo>
                    <a:pt x="91033" y="350491"/>
                    <a:pt x="90907" y="349769"/>
                    <a:pt x="90778" y="349025"/>
                  </a:cubicBezTo>
                  <a:cubicBezTo>
                    <a:pt x="90041" y="348779"/>
                    <a:pt x="89305" y="348534"/>
                    <a:pt x="88546" y="348281"/>
                  </a:cubicBezTo>
                  <a:cubicBezTo>
                    <a:pt x="88380" y="346359"/>
                    <a:pt x="88380" y="346359"/>
                    <a:pt x="88499" y="343955"/>
                  </a:cubicBezTo>
                  <a:cubicBezTo>
                    <a:pt x="88658" y="340611"/>
                    <a:pt x="88609" y="339478"/>
                    <a:pt x="87057" y="336374"/>
                  </a:cubicBezTo>
                  <a:cubicBezTo>
                    <a:pt x="86812" y="563769"/>
                    <a:pt x="86566" y="791163"/>
                    <a:pt x="86313" y="1025449"/>
                  </a:cubicBezTo>
                  <a:cubicBezTo>
                    <a:pt x="60038" y="1025449"/>
                    <a:pt x="33762" y="1025449"/>
                    <a:pt x="6690" y="1025449"/>
                  </a:cubicBezTo>
                  <a:cubicBezTo>
                    <a:pt x="6684" y="979153"/>
                    <a:pt x="6684" y="979153"/>
                    <a:pt x="6682" y="961326"/>
                  </a:cubicBezTo>
                  <a:cubicBezTo>
                    <a:pt x="6682" y="960776"/>
                    <a:pt x="6682" y="960226"/>
                    <a:pt x="6682" y="959659"/>
                  </a:cubicBezTo>
                  <a:cubicBezTo>
                    <a:pt x="6680" y="950672"/>
                    <a:pt x="6679" y="941684"/>
                    <a:pt x="6678" y="932696"/>
                  </a:cubicBezTo>
                  <a:cubicBezTo>
                    <a:pt x="6678" y="932091"/>
                    <a:pt x="6678" y="931486"/>
                    <a:pt x="6678" y="930862"/>
                  </a:cubicBezTo>
                  <a:cubicBezTo>
                    <a:pt x="6670" y="866060"/>
                    <a:pt x="6663" y="801257"/>
                    <a:pt x="6659" y="736454"/>
                  </a:cubicBezTo>
                  <a:cubicBezTo>
                    <a:pt x="6658" y="735015"/>
                    <a:pt x="6658" y="733576"/>
                    <a:pt x="6658" y="732137"/>
                  </a:cubicBezTo>
                  <a:cubicBezTo>
                    <a:pt x="6656" y="701937"/>
                    <a:pt x="6654" y="671737"/>
                    <a:pt x="6652" y="641536"/>
                  </a:cubicBezTo>
                  <a:cubicBezTo>
                    <a:pt x="6651" y="626366"/>
                    <a:pt x="6650" y="611197"/>
                    <a:pt x="6649" y="596027"/>
                  </a:cubicBezTo>
                  <a:cubicBezTo>
                    <a:pt x="6649" y="593738"/>
                    <a:pt x="6649" y="591450"/>
                    <a:pt x="6649" y="589162"/>
                  </a:cubicBezTo>
                  <a:cubicBezTo>
                    <a:pt x="6647" y="553910"/>
                    <a:pt x="6644" y="518658"/>
                    <a:pt x="6639" y="483406"/>
                  </a:cubicBezTo>
                  <a:cubicBezTo>
                    <a:pt x="6639" y="482648"/>
                    <a:pt x="6639" y="481889"/>
                    <a:pt x="6639" y="481108"/>
                  </a:cubicBezTo>
                  <a:cubicBezTo>
                    <a:pt x="6637" y="468880"/>
                    <a:pt x="6635" y="456652"/>
                    <a:pt x="6634" y="444425"/>
                  </a:cubicBezTo>
                  <a:cubicBezTo>
                    <a:pt x="6629" y="409220"/>
                    <a:pt x="6624" y="374015"/>
                    <a:pt x="6622" y="338810"/>
                  </a:cubicBezTo>
                  <a:cubicBezTo>
                    <a:pt x="6622" y="338086"/>
                    <a:pt x="6622" y="337363"/>
                    <a:pt x="6622" y="336617"/>
                  </a:cubicBezTo>
                  <a:cubicBezTo>
                    <a:pt x="6621" y="320739"/>
                    <a:pt x="6621" y="304860"/>
                    <a:pt x="6620" y="288982"/>
                  </a:cubicBezTo>
                  <a:cubicBezTo>
                    <a:pt x="6620" y="282594"/>
                    <a:pt x="6620" y="276205"/>
                    <a:pt x="6619" y="269817"/>
                  </a:cubicBezTo>
                  <a:cubicBezTo>
                    <a:pt x="6619" y="269118"/>
                    <a:pt x="6619" y="268419"/>
                    <a:pt x="6619" y="267698"/>
                  </a:cubicBezTo>
                  <a:cubicBezTo>
                    <a:pt x="6619" y="245143"/>
                    <a:pt x="6615" y="222588"/>
                    <a:pt x="6611" y="200033"/>
                  </a:cubicBezTo>
                  <a:cubicBezTo>
                    <a:pt x="6607" y="177326"/>
                    <a:pt x="6604" y="154619"/>
                    <a:pt x="6606" y="131912"/>
                  </a:cubicBezTo>
                  <a:cubicBezTo>
                    <a:pt x="6606" y="128779"/>
                    <a:pt x="6606" y="125646"/>
                    <a:pt x="6606" y="122513"/>
                  </a:cubicBezTo>
                  <a:cubicBezTo>
                    <a:pt x="6606" y="121899"/>
                    <a:pt x="6606" y="121285"/>
                    <a:pt x="6606" y="120652"/>
                  </a:cubicBezTo>
                  <a:cubicBezTo>
                    <a:pt x="6606" y="110899"/>
                    <a:pt x="6604" y="101147"/>
                    <a:pt x="6601" y="91395"/>
                  </a:cubicBezTo>
                  <a:cubicBezTo>
                    <a:pt x="6598" y="81821"/>
                    <a:pt x="6597" y="72248"/>
                    <a:pt x="6599" y="62674"/>
                  </a:cubicBezTo>
                  <a:cubicBezTo>
                    <a:pt x="6601" y="57546"/>
                    <a:pt x="6601" y="52418"/>
                    <a:pt x="6597" y="47290"/>
                  </a:cubicBezTo>
                  <a:cubicBezTo>
                    <a:pt x="6594" y="42637"/>
                    <a:pt x="6595" y="37983"/>
                    <a:pt x="6598" y="33329"/>
                  </a:cubicBezTo>
                  <a:cubicBezTo>
                    <a:pt x="6598" y="31645"/>
                    <a:pt x="6597" y="29961"/>
                    <a:pt x="6595" y="28277"/>
                  </a:cubicBezTo>
                  <a:cubicBezTo>
                    <a:pt x="6593" y="26011"/>
                    <a:pt x="6595" y="23744"/>
                    <a:pt x="6598" y="21478"/>
                  </a:cubicBezTo>
                  <a:cubicBezTo>
                    <a:pt x="6596" y="20813"/>
                    <a:pt x="6594" y="20149"/>
                    <a:pt x="6592" y="19465"/>
                  </a:cubicBezTo>
                  <a:cubicBezTo>
                    <a:pt x="6605" y="14991"/>
                    <a:pt x="6605" y="14991"/>
                    <a:pt x="7434" y="14162"/>
                  </a:cubicBezTo>
                  <a:cubicBezTo>
                    <a:pt x="9355" y="13982"/>
                    <a:pt x="11275" y="13876"/>
                    <a:pt x="13201" y="13772"/>
                  </a:cubicBezTo>
                  <a:cubicBezTo>
                    <a:pt x="13754" y="13655"/>
                    <a:pt x="14306" y="13538"/>
                    <a:pt x="14876" y="13417"/>
                  </a:cubicBezTo>
                  <a:cubicBezTo>
                    <a:pt x="15121" y="12681"/>
                    <a:pt x="15367" y="11944"/>
                    <a:pt x="15620" y="11185"/>
                  </a:cubicBezTo>
                  <a:cubicBezTo>
                    <a:pt x="17617" y="10863"/>
                    <a:pt x="17617" y="10863"/>
                    <a:pt x="20250" y="10804"/>
                  </a:cubicBezTo>
                  <a:cubicBezTo>
                    <a:pt x="21188" y="10778"/>
                    <a:pt x="22126" y="10751"/>
                    <a:pt x="23092" y="10724"/>
                  </a:cubicBezTo>
                  <a:cubicBezTo>
                    <a:pt x="24089" y="10707"/>
                    <a:pt x="25087" y="10690"/>
                    <a:pt x="26084" y="10673"/>
                  </a:cubicBezTo>
                  <a:cubicBezTo>
                    <a:pt x="27085" y="10649"/>
                    <a:pt x="28085" y="10623"/>
                    <a:pt x="29086" y="10596"/>
                  </a:cubicBezTo>
                  <a:cubicBezTo>
                    <a:pt x="31542" y="10535"/>
                    <a:pt x="33999" y="10483"/>
                    <a:pt x="36456" y="10441"/>
                  </a:cubicBezTo>
                  <a:cubicBezTo>
                    <a:pt x="36456" y="9459"/>
                    <a:pt x="36456" y="8476"/>
                    <a:pt x="36456" y="7464"/>
                  </a:cubicBezTo>
                  <a:cubicBezTo>
                    <a:pt x="43332" y="7464"/>
                    <a:pt x="50207" y="7464"/>
                    <a:pt x="57292" y="7464"/>
                  </a:cubicBezTo>
                  <a:cubicBezTo>
                    <a:pt x="57292" y="6482"/>
                    <a:pt x="57292" y="5500"/>
                    <a:pt x="57292" y="4488"/>
                  </a:cubicBezTo>
                  <a:cubicBezTo>
                    <a:pt x="58233" y="4477"/>
                    <a:pt x="58233" y="4477"/>
                    <a:pt x="59193" y="4467"/>
                  </a:cubicBezTo>
                  <a:cubicBezTo>
                    <a:pt x="61513" y="4434"/>
                    <a:pt x="63833" y="4388"/>
                    <a:pt x="66153" y="4333"/>
                  </a:cubicBezTo>
                  <a:cubicBezTo>
                    <a:pt x="67158" y="4312"/>
                    <a:pt x="68164" y="4297"/>
                    <a:pt x="69169" y="4286"/>
                  </a:cubicBezTo>
                  <a:cubicBezTo>
                    <a:pt x="70612" y="4270"/>
                    <a:pt x="72055" y="4234"/>
                    <a:pt x="73497" y="4197"/>
                  </a:cubicBezTo>
                  <a:cubicBezTo>
                    <a:pt x="74366" y="4181"/>
                    <a:pt x="75235" y="4166"/>
                    <a:pt x="76130" y="4150"/>
                  </a:cubicBezTo>
                  <a:cubicBezTo>
                    <a:pt x="76789" y="4016"/>
                    <a:pt x="77449" y="3882"/>
                    <a:pt x="78128" y="3744"/>
                  </a:cubicBezTo>
                  <a:cubicBezTo>
                    <a:pt x="78636" y="2266"/>
                    <a:pt x="78636" y="2266"/>
                    <a:pt x="78872" y="767"/>
                  </a:cubicBezTo>
                  <a:close/>
                </a:path>
              </a:pathLst>
            </a:custGeom>
            <a:grpFill/>
            <a:ln w="744" cap="flat">
              <a:noFill/>
              <a:prstDash val="solid"/>
              <a:miter/>
            </a:ln>
          </p:spPr>
          <p:txBody>
            <a:bodyPr rtlCol="0" anchor="ctr"/>
            <a:lstStyle/>
            <a:p>
              <a:endParaRPr lang="zh-CN" altLang="en-US"/>
            </a:p>
          </p:txBody>
        </p:sp>
        <p:sp>
          <p:nvSpPr>
            <p:cNvPr id="14" name="任意多边形: 形状 114"/>
            <p:cNvSpPr/>
            <p:nvPr/>
          </p:nvSpPr>
          <p:spPr>
            <a:xfrm>
              <a:off x="4997301" y="6052934"/>
              <a:ext cx="168488" cy="436776"/>
            </a:xfrm>
            <a:custGeom>
              <a:avLst/>
              <a:gdLst>
                <a:gd name="connsiteX0" fmla="*/ 3375 w 309401"/>
                <a:gd name="connsiteY0" fmla="*/ 645 h 1011480"/>
                <a:gd name="connsiteX1" fmla="*/ 82254 w 309401"/>
                <a:gd name="connsiteY1" fmla="*/ 645 h 1011480"/>
                <a:gd name="connsiteX2" fmla="*/ 82998 w 309401"/>
                <a:gd name="connsiteY2" fmla="*/ 920403 h 1011480"/>
                <a:gd name="connsiteX3" fmla="*/ 85231 w 309401"/>
                <a:gd name="connsiteY3" fmla="*/ 919659 h 1011480"/>
                <a:gd name="connsiteX4" fmla="*/ 90993 w 309401"/>
                <a:gd name="connsiteY4" fmla="*/ 919570 h 1011480"/>
                <a:gd name="connsiteX5" fmla="*/ 92790 w 309401"/>
                <a:gd name="connsiteY5" fmla="*/ 919568 h 1011480"/>
                <a:gd name="connsiteX6" fmla="*/ 98769 w 309401"/>
                <a:gd name="connsiteY6" fmla="*/ 919575 h 1011480"/>
                <a:gd name="connsiteX7" fmla="*/ 103048 w 309401"/>
                <a:gd name="connsiteY7" fmla="*/ 919574 h 1011480"/>
                <a:gd name="connsiteX8" fmla="*/ 114685 w 309401"/>
                <a:gd name="connsiteY8" fmla="*/ 919584 h 1011480"/>
                <a:gd name="connsiteX9" fmla="*/ 126847 w 309401"/>
                <a:gd name="connsiteY9" fmla="*/ 919589 h 1011480"/>
                <a:gd name="connsiteX10" fmla="*/ 149894 w 309401"/>
                <a:gd name="connsiteY10" fmla="*/ 919605 h 1011480"/>
                <a:gd name="connsiteX11" fmla="*/ 176100 w 309401"/>
                <a:gd name="connsiteY11" fmla="*/ 919622 h 1011480"/>
                <a:gd name="connsiteX12" fmla="*/ 226263 w 309401"/>
                <a:gd name="connsiteY12" fmla="*/ 919656 h 1011480"/>
                <a:gd name="connsiteX13" fmla="*/ 232571 w 309401"/>
                <a:gd name="connsiteY13" fmla="*/ 919659 h 1011480"/>
                <a:gd name="connsiteX14" fmla="*/ 232570 w 309401"/>
                <a:gd name="connsiteY14" fmla="*/ 917246 h 1011480"/>
                <a:gd name="connsiteX15" fmla="*/ 232559 w 309401"/>
                <a:gd name="connsiteY15" fmla="*/ 835457 h 1011480"/>
                <a:gd name="connsiteX16" fmla="*/ 232559 w 309401"/>
                <a:gd name="connsiteY16" fmla="*/ 833792 h 1011480"/>
                <a:gd name="connsiteX17" fmla="*/ 232539 w 309401"/>
                <a:gd name="connsiteY17" fmla="*/ 657300 h 1011480"/>
                <a:gd name="connsiteX18" fmla="*/ 232539 w 309401"/>
                <a:gd name="connsiteY18" fmla="*/ 653381 h 1011480"/>
                <a:gd name="connsiteX19" fmla="*/ 232533 w 309401"/>
                <a:gd name="connsiteY19" fmla="*/ 571126 h 1011480"/>
                <a:gd name="connsiteX20" fmla="*/ 232530 w 309401"/>
                <a:gd name="connsiteY20" fmla="*/ 529809 h 1011480"/>
                <a:gd name="connsiteX21" fmla="*/ 232529 w 309401"/>
                <a:gd name="connsiteY21" fmla="*/ 523576 h 1011480"/>
                <a:gd name="connsiteX22" fmla="*/ 232524 w 309401"/>
                <a:gd name="connsiteY22" fmla="*/ 463080 h 1011480"/>
                <a:gd name="connsiteX23" fmla="*/ 232524 w 309401"/>
                <a:gd name="connsiteY23" fmla="*/ 460989 h 1011480"/>
                <a:gd name="connsiteX24" fmla="*/ 232520 w 309401"/>
                <a:gd name="connsiteY24" fmla="*/ 427566 h 1011480"/>
                <a:gd name="connsiteX25" fmla="*/ 232519 w 309401"/>
                <a:gd name="connsiteY25" fmla="*/ 425480 h 1011480"/>
                <a:gd name="connsiteX26" fmla="*/ 232514 w 309401"/>
                <a:gd name="connsiteY26" fmla="*/ 392178 h 1011480"/>
                <a:gd name="connsiteX27" fmla="*/ 232503 w 309401"/>
                <a:gd name="connsiteY27" fmla="*/ 296297 h 1011480"/>
                <a:gd name="connsiteX28" fmla="*/ 232503 w 309401"/>
                <a:gd name="connsiteY28" fmla="*/ 294307 h 1011480"/>
                <a:gd name="connsiteX29" fmla="*/ 232501 w 309401"/>
                <a:gd name="connsiteY29" fmla="*/ 251058 h 1011480"/>
                <a:gd name="connsiteX30" fmla="*/ 232500 w 309401"/>
                <a:gd name="connsiteY30" fmla="*/ 233658 h 1011480"/>
                <a:gd name="connsiteX31" fmla="*/ 232500 w 309401"/>
                <a:gd name="connsiteY31" fmla="*/ 231735 h 1011480"/>
                <a:gd name="connsiteX32" fmla="*/ 232492 w 309401"/>
                <a:gd name="connsiteY32" fmla="*/ 170307 h 1011480"/>
                <a:gd name="connsiteX33" fmla="*/ 232486 w 309401"/>
                <a:gd name="connsiteY33" fmla="*/ 108462 h 1011480"/>
                <a:gd name="connsiteX34" fmla="*/ 232486 w 309401"/>
                <a:gd name="connsiteY34" fmla="*/ 99928 h 1011480"/>
                <a:gd name="connsiteX35" fmla="*/ 232487 w 309401"/>
                <a:gd name="connsiteY35" fmla="*/ 98238 h 1011480"/>
                <a:gd name="connsiteX36" fmla="*/ 232481 w 309401"/>
                <a:gd name="connsiteY36" fmla="*/ 71679 h 1011480"/>
                <a:gd name="connsiteX37" fmla="*/ 232480 w 309401"/>
                <a:gd name="connsiteY37" fmla="*/ 45604 h 1011480"/>
                <a:gd name="connsiteX38" fmla="*/ 232478 w 309401"/>
                <a:gd name="connsiteY38" fmla="*/ 31639 h 1011480"/>
                <a:gd name="connsiteX39" fmla="*/ 232478 w 309401"/>
                <a:gd name="connsiteY39" fmla="*/ 18962 h 1011480"/>
                <a:gd name="connsiteX40" fmla="*/ 232476 w 309401"/>
                <a:gd name="connsiteY40" fmla="*/ 14378 h 1011480"/>
                <a:gd name="connsiteX41" fmla="*/ 232478 w 309401"/>
                <a:gd name="connsiteY41" fmla="*/ 8202 h 1011480"/>
                <a:gd name="connsiteX42" fmla="*/ 232473 w 309401"/>
                <a:gd name="connsiteY42" fmla="*/ 6380 h 1011480"/>
                <a:gd name="connsiteX43" fmla="*/ 233315 w 309401"/>
                <a:gd name="connsiteY43" fmla="*/ 645 h 1011480"/>
                <a:gd name="connsiteX44" fmla="*/ 236366 w 309401"/>
                <a:gd name="connsiteY44" fmla="*/ 461 h 1011480"/>
                <a:gd name="connsiteX45" fmla="*/ 238358 w 309401"/>
                <a:gd name="connsiteY45" fmla="*/ 452 h 1011480"/>
                <a:gd name="connsiteX46" fmla="*/ 240560 w 309401"/>
                <a:gd name="connsiteY46" fmla="*/ 465 h 1011480"/>
                <a:gd name="connsiteX47" fmla="*/ 242866 w 309401"/>
                <a:gd name="connsiteY47" fmla="*/ 460 h 1011480"/>
                <a:gd name="connsiteX48" fmla="*/ 250453 w 309401"/>
                <a:gd name="connsiteY48" fmla="*/ 474 h 1011480"/>
                <a:gd name="connsiteX49" fmla="*/ 255700 w 309401"/>
                <a:gd name="connsiteY49" fmla="*/ 475 h 1011480"/>
                <a:gd name="connsiteX50" fmla="*/ 266713 w 309401"/>
                <a:gd name="connsiteY50" fmla="*/ 492 h 1011480"/>
                <a:gd name="connsiteX51" fmla="*/ 280864 w 309401"/>
                <a:gd name="connsiteY51" fmla="*/ 507 h 1011480"/>
                <a:gd name="connsiteX52" fmla="*/ 291704 w 309401"/>
                <a:gd name="connsiteY52" fmla="*/ 517 h 1011480"/>
                <a:gd name="connsiteX53" fmla="*/ 296923 w 309401"/>
                <a:gd name="connsiteY53" fmla="*/ 521 h 1011480"/>
                <a:gd name="connsiteX54" fmla="*/ 304204 w 309401"/>
                <a:gd name="connsiteY54" fmla="*/ 537 h 1011480"/>
                <a:gd name="connsiteX55" fmla="*/ 306407 w 309401"/>
                <a:gd name="connsiteY55" fmla="*/ 536 h 1011480"/>
                <a:gd name="connsiteX56" fmla="*/ 308399 w 309401"/>
                <a:gd name="connsiteY56" fmla="*/ 546 h 1011480"/>
                <a:gd name="connsiteX57" fmla="*/ 310140 w 309401"/>
                <a:gd name="connsiteY57" fmla="*/ 550 h 1011480"/>
                <a:gd name="connsiteX58" fmla="*/ 312194 w 309401"/>
                <a:gd name="connsiteY58" fmla="*/ 1390 h 1011480"/>
                <a:gd name="connsiteX59" fmla="*/ 312289 w 309401"/>
                <a:gd name="connsiteY59" fmla="*/ 7698 h 1011480"/>
                <a:gd name="connsiteX60" fmla="*/ 312292 w 309401"/>
                <a:gd name="connsiteY60" fmla="*/ 9741 h 1011480"/>
                <a:gd name="connsiteX61" fmla="*/ 312292 w 309401"/>
                <a:gd name="connsiteY61" fmla="*/ 16622 h 1011480"/>
                <a:gd name="connsiteX62" fmla="*/ 312296 w 309401"/>
                <a:gd name="connsiteY62" fmla="*/ 21585 h 1011480"/>
                <a:gd name="connsiteX63" fmla="*/ 312299 w 309401"/>
                <a:gd name="connsiteY63" fmla="*/ 35354 h 1011480"/>
                <a:gd name="connsiteX64" fmla="*/ 312304 w 309401"/>
                <a:gd name="connsiteY64" fmla="*/ 48746 h 1011480"/>
                <a:gd name="connsiteX65" fmla="*/ 312312 w 309401"/>
                <a:gd name="connsiteY65" fmla="*/ 76493 h 1011480"/>
                <a:gd name="connsiteX66" fmla="*/ 312319 w 309401"/>
                <a:gd name="connsiteY66" fmla="*/ 104629 h 1011480"/>
                <a:gd name="connsiteX67" fmla="*/ 312319 w 309401"/>
                <a:gd name="connsiteY67" fmla="*/ 106421 h 1011480"/>
                <a:gd name="connsiteX68" fmla="*/ 312322 w 309401"/>
                <a:gd name="connsiteY68" fmla="*/ 113645 h 1011480"/>
                <a:gd name="connsiteX69" fmla="*/ 312343 w 309401"/>
                <a:gd name="connsiteY69" fmla="*/ 199271 h 1011480"/>
                <a:gd name="connsiteX70" fmla="*/ 312350 w 309401"/>
                <a:gd name="connsiteY70" fmla="*/ 241887 h 1011480"/>
                <a:gd name="connsiteX71" fmla="*/ 312370 w 309401"/>
                <a:gd name="connsiteY71" fmla="*/ 378502 h 1011480"/>
                <a:gd name="connsiteX72" fmla="*/ 312371 w 309401"/>
                <a:gd name="connsiteY72" fmla="*/ 385035 h 1011480"/>
                <a:gd name="connsiteX73" fmla="*/ 312371 w 309401"/>
                <a:gd name="connsiteY73" fmla="*/ 398135 h 1011480"/>
                <a:gd name="connsiteX74" fmla="*/ 312372 w 309401"/>
                <a:gd name="connsiteY74" fmla="*/ 413474 h 1011480"/>
                <a:gd name="connsiteX75" fmla="*/ 312373 w 309401"/>
                <a:gd name="connsiteY75" fmla="*/ 417864 h 1011480"/>
                <a:gd name="connsiteX76" fmla="*/ 312404 w 309401"/>
                <a:gd name="connsiteY76" fmla="*/ 558920 h 1011480"/>
                <a:gd name="connsiteX77" fmla="*/ 312431 w 309401"/>
                <a:gd name="connsiteY77" fmla="*/ 660250 h 1011480"/>
                <a:gd name="connsiteX78" fmla="*/ 312431 w 309401"/>
                <a:gd name="connsiteY78" fmla="*/ 662354 h 1011480"/>
                <a:gd name="connsiteX79" fmla="*/ 312434 w 309401"/>
                <a:gd name="connsiteY79" fmla="*/ 708056 h 1011480"/>
                <a:gd name="connsiteX80" fmla="*/ 312434 w 309401"/>
                <a:gd name="connsiteY80" fmla="*/ 724408 h 1011480"/>
                <a:gd name="connsiteX81" fmla="*/ 312435 w 309401"/>
                <a:gd name="connsiteY81" fmla="*/ 728476 h 1011480"/>
                <a:gd name="connsiteX82" fmla="*/ 312454 w 309401"/>
                <a:gd name="connsiteY82" fmla="*/ 793395 h 1011480"/>
                <a:gd name="connsiteX83" fmla="*/ 312462 w 309401"/>
                <a:gd name="connsiteY83" fmla="*/ 858749 h 1011480"/>
                <a:gd name="connsiteX84" fmla="*/ 312460 w 309401"/>
                <a:gd name="connsiteY84" fmla="*/ 867766 h 1011480"/>
                <a:gd name="connsiteX85" fmla="*/ 312459 w 309401"/>
                <a:gd name="connsiteY85" fmla="*/ 869551 h 1011480"/>
                <a:gd name="connsiteX86" fmla="*/ 312471 w 309401"/>
                <a:gd name="connsiteY86" fmla="*/ 897620 h 1011480"/>
                <a:gd name="connsiteX87" fmla="*/ 312472 w 309401"/>
                <a:gd name="connsiteY87" fmla="*/ 925173 h 1011480"/>
                <a:gd name="connsiteX88" fmla="*/ 312477 w 309401"/>
                <a:gd name="connsiteY88" fmla="*/ 939932 h 1011480"/>
                <a:gd name="connsiteX89" fmla="*/ 312473 w 309401"/>
                <a:gd name="connsiteY89" fmla="*/ 953326 h 1011480"/>
                <a:gd name="connsiteX90" fmla="*/ 312480 w 309401"/>
                <a:gd name="connsiteY90" fmla="*/ 958173 h 1011480"/>
                <a:gd name="connsiteX91" fmla="*/ 312472 w 309401"/>
                <a:gd name="connsiteY91" fmla="*/ 964696 h 1011480"/>
                <a:gd name="connsiteX92" fmla="*/ 312489 w 309401"/>
                <a:gd name="connsiteY92" fmla="*/ 966627 h 1011480"/>
                <a:gd name="connsiteX93" fmla="*/ 312194 w 309401"/>
                <a:gd name="connsiteY93" fmla="*/ 971005 h 1011480"/>
                <a:gd name="connsiteX94" fmla="*/ 309961 w 309401"/>
                <a:gd name="connsiteY94" fmla="*/ 971749 h 1011480"/>
                <a:gd name="connsiteX95" fmla="*/ 309217 w 309401"/>
                <a:gd name="connsiteY95" fmla="*/ 973981 h 1011480"/>
                <a:gd name="connsiteX96" fmla="*/ 306985 w 309401"/>
                <a:gd name="connsiteY96" fmla="*/ 974725 h 1011480"/>
                <a:gd name="connsiteX97" fmla="*/ 305496 w 309401"/>
                <a:gd name="connsiteY97" fmla="*/ 977702 h 1011480"/>
                <a:gd name="connsiteX98" fmla="*/ 304008 w 309401"/>
                <a:gd name="connsiteY98" fmla="*/ 978446 h 1011480"/>
                <a:gd name="connsiteX99" fmla="*/ 303264 w 309401"/>
                <a:gd name="connsiteY99" fmla="*/ 980679 h 1011480"/>
                <a:gd name="connsiteX100" fmla="*/ 301032 w 309401"/>
                <a:gd name="connsiteY100" fmla="*/ 982167 h 1011480"/>
                <a:gd name="connsiteX101" fmla="*/ 300287 w 309401"/>
                <a:gd name="connsiteY101" fmla="*/ 984399 h 1011480"/>
                <a:gd name="connsiteX102" fmla="*/ 296567 w 309401"/>
                <a:gd name="connsiteY102" fmla="*/ 988120 h 1011480"/>
                <a:gd name="connsiteX103" fmla="*/ 295078 w 309401"/>
                <a:gd name="connsiteY103" fmla="*/ 989980 h 1011480"/>
                <a:gd name="connsiteX104" fmla="*/ 289869 w 309401"/>
                <a:gd name="connsiteY104" fmla="*/ 995561 h 1011480"/>
                <a:gd name="connsiteX105" fmla="*/ 288381 w 309401"/>
                <a:gd name="connsiteY105" fmla="*/ 995561 h 1011480"/>
                <a:gd name="connsiteX106" fmla="*/ 286893 w 309401"/>
                <a:gd name="connsiteY106" fmla="*/ 999282 h 1011480"/>
                <a:gd name="connsiteX107" fmla="*/ 285405 w 309401"/>
                <a:gd name="connsiteY107" fmla="*/ 1001514 h 1011480"/>
                <a:gd name="connsiteX108" fmla="*/ 282428 w 309401"/>
                <a:gd name="connsiteY108" fmla="*/ 1001514 h 1011480"/>
                <a:gd name="connsiteX109" fmla="*/ 281684 w 309401"/>
                <a:gd name="connsiteY109" fmla="*/ 1005235 h 1011480"/>
                <a:gd name="connsiteX110" fmla="*/ 279452 w 309401"/>
                <a:gd name="connsiteY110" fmla="*/ 1005235 h 1011480"/>
                <a:gd name="connsiteX111" fmla="*/ 279452 w 309401"/>
                <a:gd name="connsiteY111" fmla="*/ 1008956 h 1011480"/>
                <a:gd name="connsiteX112" fmla="*/ 276475 w 309401"/>
                <a:gd name="connsiteY112" fmla="*/ 1008956 h 1011480"/>
                <a:gd name="connsiteX113" fmla="*/ 276475 w 309401"/>
                <a:gd name="connsiteY113" fmla="*/ 1011932 h 1011480"/>
                <a:gd name="connsiteX114" fmla="*/ 39094 w 309401"/>
                <a:gd name="connsiteY114" fmla="*/ 1011932 h 1011480"/>
                <a:gd name="connsiteX115" fmla="*/ 39094 w 309401"/>
                <a:gd name="connsiteY115" fmla="*/ 1008956 h 1011480"/>
                <a:gd name="connsiteX116" fmla="*/ 36118 w 309401"/>
                <a:gd name="connsiteY116" fmla="*/ 1008956 h 1011480"/>
                <a:gd name="connsiteX117" fmla="*/ 36350 w 309401"/>
                <a:gd name="connsiteY117" fmla="*/ 1007142 h 1011480"/>
                <a:gd name="connsiteX118" fmla="*/ 36118 w 309401"/>
                <a:gd name="connsiteY118" fmla="*/ 1005235 h 1011480"/>
                <a:gd name="connsiteX119" fmla="*/ 34420 w 309401"/>
                <a:gd name="connsiteY119" fmla="*/ 1004947 h 1011480"/>
                <a:gd name="connsiteX120" fmla="*/ 29560 w 309401"/>
                <a:gd name="connsiteY120" fmla="*/ 1001235 h 1011480"/>
                <a:gd name="connsiteX121" fmla="*/ 28196 w 309401"/>
                <a:gd name="connsiteY121" fmla="*/ 999451 h 1011480"/>
                <a:gd name="connsiteX122" fmla="*/ 27188 w 309401"/>
                <a:gd name="connsiteY122" fmla="*/ 995561 h 1011480"/>
                <a:gd name="connsiteX123" fmla="*/ 25467 w 309401"/>
                <a:gd name="connsiteY123" fmla="*/ 995247 h 1011480"/>
                <a:gd name="connsiteX124" fmla="*/ 22258 w 309401"/>
                <a:gd name="connsiteY124" fmla="*/ 993410 h 1011480"/>
                <a:gd name="connsiteX125" fmla="*/ 21235 w 309401"/>
                <a:gd name="connsiteY125" fmla="*/ 991655 h 1011480"/>
                <a:gd name="connsiteX126" fmla="*/ 15282 w 309401"/>
                <a:gd name="connsiteY126" fmla="*/ 984399 h 1011480"/>
                <a:gd name="connsiteX127" fmla="*/ 13793 w 309401"/>
                <a:gd name="connsiteY127" fmla="*/ 981423 h 1011480"/>
                <a:gd name="connsiteX128" fmla="*/ 12584 w 309401"/>
                <a:gd name="connsiteY128" fmla="*/ 980213 h 1011480"/>
                <a:gd name="connsiteX129" fmla="*/ 11561 w 309401"/>
                <a:gd name="connsiteY129" fmla="*/ 977702 h 1011480"/>
                <a:gd name="connsiteX130" fmla="*/ 9328 w 309401"/>
                <a:gd name="connsiteY130" fmla="*/ 977702 h 1011480"/>
                <a:gd name="connsiteX131" fmla="*/ 8584 w 309401"/>
                <a:gd name="connsiteY131" fmla="*/ 974725 h 1011480"/>
                <a:gd name="connsiteX132" fmla="*/ 6352 w 309401"/>
                <a:gd name="connsiteY132" fmla="*/ 974725 h 1011480"/>
                <a:gd name="connsiteX133" fmla="*/ 5608 w 309401"/>
                <a:gd name="connsiteY133" fmla="*/ 971749 h 1011480"/>
                <a:gd name="connsiteX134" fmla="*/ 3375 w 309401"/>
                <a:gd name="connsiteY134" fmla="*/ 971005 h 1011480"/>
                <a:gd name="connsiteX135" fmla="*/ 3098 w 309401"/>
                <a:gd name="connsiteY135" fmla="*/ 964690 h 1011480"/>
                <a:gd name="connsiteX136" fmla="*/ 3089 w 309401"/>
                <a:gd name="connsiteY136" fmla="*/ 962645 h 1011480"/>
                <a:gd name="connsiteX137" fmla="*/ 3101 w 309401"/>
                <a:gd name="connsiteY137" fmla="*/ 955759 h 1011480"/>
                <a:gd name="connsiteX138" fmla="*/ 3093 w 309401"/>
                <a:gd name="connsiteY138" fmla="*/ 950791 h 1011480"/>
                <a:gd name="connsiteX139" fmla="*/ 3102 w 309401"/>
                <a:gd name="connsiteY139" fmla="*/ 937010 h 1011480"/>
                <a:gd name="connsiteX140" fmla="*/ 3102 w 309401"/>
                <a:gd name="connsiteY140" fmla="*/ 923605 h 1011480"/>
                <a:gd name="connsiteX141" fmla="*/ 3109 w 309401"/>
                <a:gd name="connsiteY141" fmla="*/ 895834 h 1011480"/>
                <a:gd name="connsiteX142" fmla="*/ 3123 w 309401"/>
                <a:gd name="connsiteY142" fmla="*/ 867673 h 1011480"/>
                <a:gd name="connsiteX143" fmla="*/ 3123 w 309401"/>
                <a:gd name="connsiteY143" fmla="*/ 865879 h 1011480"/>
                <a:gd name="connsiteX144" fmla="*/ 3121 w 309401"/>
                <a:gd name="connsiteY144" fmla="*/ 856826 h 1011480"/>
                <a:gd name="connsiteX145" fmla="*/ 3139 w 309401"/>
                <a:gd name="connsiteY145" fmla="*/ 791219 h 1011480"/>
                <a:gd name="connsiteX146" fmla="*/ 3164 w 309401"/>
                <a:gd name="connsiteY146" fmla="*/ 726227 h 1011480"/>
                <a:gd name="connsiteX147" fmla="*/ 3164 w 309401"/>
                <a:gd name="connsiteY147" fmla="*/ 724190 h 1011480"/>
                <a:gd name="connsiteX148" fmla="*/ 3166 w 309401"/>
                <a:gd name="connsiteY148" fmla="*/ 705771 h 1011480"/>
                <a:gd name="connsiteX149" fmla="*/ 3172 w 309401"/>
                <a:gd name="connsiteY149" fmla="*/ 659978 h 1011480"/>
                <a:gd name="connsiteX150" fmla="*/ 3172 w 309401"/>
                <a:gd name="connsiteY150" fmla="*/ 657871 h 1011480"/>
                <a:gd name="connsiteX151" fmla="*/ 3207 w 309401"/>
                <a:gd name="connsiteY151" fmla="*/ 556366 h 1011480"/>
                <a:gd name="connsiteX152" fmla="*/ 3222 w 309401"/>
                <a:gd name="connsiteY152" fmla="*/ 521132 h 1011480"/>
                <a:gd name="connsiteX153" fmla="*/ 3223 w 309401"/>
                <a:gd name="connsiteY153" fmla="*/ 518925 h 1011480"/>
                <a:gd name="connsiteX154" fmla="*/ 3252 w 309401"/>
                <a:gd name="connsiteY154" fmla="*/ 417384 h 1011480"/>
                <a:gd name="connsiteX155" fmla="*/ 3254 w 309401"/>
                <a:gd name="connsiteY155" fmla="*/ 410794 h 1011480"/>
                <a:gd name="connsiteX156" fmla="*/ 3262 w 309401"/>
                <a:gd name="connsiteY156" fmla="*/ 367121 h 1011480"/>
                <a:gd name="connsiteX157" fmla="*/ 3280 w 309401"/>
                <a:gd name="connsiteY157" fmla="*/ 280218 h 1011480"/>
                <a:gd name="connsiteX158" fmla="*/ 3281 w 309401"/>
                <a:gd name="connsiteY158" fmla="*/ 276079 h 1011480"/>
                <a:gd name="connsiteX159" fmla="*/ 3340 w 309401"/>
                <a:gd name="connsiteY159" fmla="*/ 89710 h 1011480"/>
                <a:gd name="connsiteX160" fmla="*/ 3341 w 309401"/>
                <a:gd name="connsiteY160" fmla="*/ 87946 h 1011480"/>
                <a:gd name="connsiteX161" fmla="*/ 3351 w 309401"/>
                <a:gd name="connsiteY161" fmla="*/ 62217 h 1011480"/>
                <a:gd name="connsiteX162" fmla="*/ 3351 w 309401"/>
                <a:gd name="connsiteY162" fmla="*/ 60692 h 1011480"/>
                <a:gd name="connsiteX163" fmla="*/ 3375 w 309401"/>
                <a:gd name="connsiteY163" fmla="*/ 645 h 10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09401" h="1011480">
                  <a:moveTo>
                    <a:pt x="3375" y="645"/>
                  </a:moveTo>
                  <a:cubicBezTo>
                    <a:pt x="29405" y="645"/>
                    <a:pt x="55435" y="645"/>
                    <a:pt x="82254" y="645"/>
                  </a:cubicBezTo>
                  <a:cubicBezTo>
                    <a:pt x="82500" y="304165"/>
                    <a:pt x="82745" y="607686"/>
                    <a:pt x="82998" y="920403"/>
                  </a:cubicBezTo>
                  <a:cubicBezTo>
                    <a:pt x="83735" y="920158"/>
                    <a:pt x="84472" y="919912"/>
                    <a:pt x="85231" y="919659"/>
                  </a:cubicBezTo>
                  <a:cubicBezTo>
                    <a:pt x="87158" y="919589"/>
                    <a:pt x="89066" y="919562"/>
                    <a:pt x="90993" y="919570"/>
                  </a:cubicBezTo>
                  <a:cubicBezTo>
                    <a:pt x="91586" y="919569"/>
                    <a:pt x="92179" y="919568"/>
                    <a:pt x="92790" y="919568"/>
                  </a:cubicBezTo>
                  <a:cubicBezTo>
                    <a:pt x="94783" y="919566"/>
                    <a:pt x="96776" y="919570"/>
                    <a:pt x="98769" y="919575"/>
                  </a:cubicBezTo>
                  <a:cubicBezTo>
                    <a:pt x="100196" y="919575"/>
                    <a:pt x="101622" y="919575"/>
                    <a:pt x="103048" y="919574"/>
                  </a:cubicBezTo>
                  <a:cubicBezTo>
                    <a:pt x="106927" y="919574"/>
                    <a:pt x="110806" y="919578"/>
                    <a:pt x="114685" y="919584"/>
                  </a:cubicBezTo>
                  <a:cubicBezTo>
                    <a:pt x="118739" y="919588"/>
                    <a:pt x="122793" y="919589"/>
                    <a:pt x="126847" y="919589"/>
                  </a:cubicBezTo>
                  <a:cubicBezTo>
                    <a:pt x="134529" y="919592"/>
                    <a:pt x="142211" y="919598"/>
                    <a:pt x="149894" y="919605"/>
                  </a:cubicBezTo>
                  <a:cubicBezTo>
                    <a:pt x="158629" y="919614"/>
                    <a:pt x="167365" y="919618"/>
                    <a:pt x="176100" y="919622"/>
                  </a:cubicBezTo>
                  <a:cubicBezTo>
                    <a:pt x="192821" y="919629"/>
                    <a:pt x="209542" y="919640"/>
                    <a:pt x="226263" y="919656"/>
                  </a:cubicBezTo>
                  <a:cubicBezTo>
                    <a:pt x="228365" y="919657"/>
                    <a:pt x="230468" y="919659"/>
                    <a:pt x="232571" y="919659"/>
                  </a:cubicBezTo>
                  <a:cubicBezTo>
                    <a:pt x="232571" y="918863"/>
                    <a:pt x="232570" y="918066"/>
                    <a:pt x="232570" y="917246"/>
                  </a:cubicBezTo>
                  <a:cubicBezTo>
                    <a:pt x="232566" y="889983"/>
                    <a:pt x="232563" y="862720"/>
                    <a:pt x="232559" y="835457"/>
                  </a:cubicBezTo>
                  <a:cubicBezTo>
                    <a:pt x="232559" y="834907"/>
                    <a:pt x="232559" y="834358"/>
                    <a:pt x="232559" y="833792"/>
                  </a:cubicBezTo>
                  <a:cubicBezTo>
                    <a:pt x="232551" y="774962"/>
                    <a:pt x="232544" y="716131"/>
                    <a:pt x="232539" y="657300"/>
                  </a:cubicBezTo>
                  <a:cubicBezTo>
                    <a:pt x="232539" y="655994"/>
                    <a:pt x="232539" y="654687"/>
                    <a:pt x="232539" y="653381"/>
                  </a:cubicBezTo>
                  <a:cubicBezTo>
                    <a:pt x="232537" y="625963"/>
                    <a:pt x="232535" y="598544"/>
                    <a:pt x="232533" y="571126"/>
                  </a:cubicBezTo>
                  <a:cubicBezTo>
                    <a:pt x="232532" y="557354"/>
                    <a:pt x="232531" y="543581"/>
                    <a:pt x="232530" y="529809"/>
                  </a:cubicBezTo>
                  <a:cubicBezTo>
                    <a:pt x="232530" y="527731"/>
                    <a:pt x="232530" y="525654"/>
                    <a:pt x="232529" y="523576"/>
                  </a:cubicBezTo>
                  <a:cubicBezTo>
                    <a:pt x="232528" y="503411"/>
                    <a:pt x="232527" y="483245"/>
                    <a:pt x="232524" y="463080"/>
                  </a:cubicBezTo>
                  <a:cubicBezTo>
                    <a:pt x="232524" y="462045"/>
                    <a:pt x="232524" y="462045"/>
                    <a:pt x="232524" y="460989"/>
                  </a:cubicBezTo>
                  <a:cubicBezTo>
                    <a:pt x="232523" y="449848"/>
                    <a:pt x="232521" y="438707"/>
                    <a:pt x="232520" y="427566"/>
                  </a:cubicBezTo>
                  <a:cubicBezTo>
                    <a:pt x="232519" y="426877"/>
                    <a:pt x="232519" y="426189"/>
                    <a:pt x="232519" y="425480"/>
                  </a:cubicBezTo>
                  <a:cubicBezTo>
                    <a:pt x="232518" y="414379"/>
                    <a:pt x="232516" y="403279"/>
                    <a:pt x="232514" y="392178"/>
                  </a:cubicBezTo>
                  <a:cubicBezTo>
                    <a:pt x="232509" y="360218"/>
                    <a:pt x="232505" y="328258"/>
                    <a:pt x="232503" y="296297"/>
                  </a:cubicBezTo>
                  <a:cubicBezTo>
                    <a:pt x="232503" y="295312"/>
                    <a:pt x="232503" y="295312"/>
                    <a:pt x="232503" y="294307"/>
                  </a:cubicBezTo>
                  <a:cubicBezTo>
                    <a:pt x="232502" y="279891"/>
                    <a:pt x="232501" y="265474"/>
                    <a:pt x="232501" y="251058"/>
                  </a:cubicBezTo>
                  <a:cubicBezTo>
                    <a:pt x="232501" y="245258"/>
                    <a:pt x="232500" y="239458"/>
                    <a:pt x="232500" y="233658"/>
                  </a:cubicBezTo>
                  <a:cubicBezTo>
                    <a:pt x="232500" y="233023"/>
                    <a:pt x="232500" y="232389"/>
                    <a:pt x="232500" y="231735"/>
                  </a:cubicBezTo>
                  <a:cubicBezTo>
                    <a:pt x="232499" y="211259"/>
                    <a:pt x="232496" y="190783"/>
                    <a:pt x="232492" y="170307"/>
                  </a:cubicBezTo>
                  <a:cubicBezTo>
                    <a:pt x="232487" y="149692"/>
                    <a:pt x="232485" y="129077"/>
                    <a:pt x="232486" y="108462"/>
                  </a:cubicBezTo>
                  <a:cubicBezTo>
                    <a:pt x="232486" y="105617"/>
                    <a:pt x="232486" y="102773"/>
                    <a:pt x="232486" y="99928"/>
                  </a:cubicBezTo>
                  <a:cubicBezTo>
                    <a:pt x="232487" y="99370"/>
                    <a:pt x="232487" y="98813"/>
                    <a:pt x="232487" y="98238"/>
                  </a:cubicBezTo>
                  <a:cubicBezTo>
                    <a:pt x="232487" y="89385"/>
                    <a:pt x="232485" y="80532"/>
                    <a:pt x="232481" y="71679"/>
                  </a:cubicBezTo>
                  <a:cubicBezTo>
                    <a:pt x="232478" y="62988"/>
                    <a:pt x="232478" y="54296"/>
                    <a:pt x="232480" y="45604"/>
                  </a:cubicBezTo>
                  <a:cubicBezTo>
                    <a:pt x="232481" y="40949"/>
                    <a:pt x="232481" y="36294"/>
                    <a:pt x="232478" y="31639"/>
                  </a:cubicBezTo>
                  <a:cubicBezTo>
                    <a:pt x="232475" y="27413"/>
                    <a:pt x="232475" y="23188"/>
                    <a:pt x="232478" y="18962"/>
                  </a:cubicBezTo>
                  <a:cubicBezTo>
                    <a:pt x="232479" y="17434"/>
                    <a:pt x="232478" y="15906"/>
                    <a:pt x="232476" y="14378"/>
                  </a:cubicBezTo>
                  <a:cubicBezTo>
                    <a:pt x="232473" y="12319"/>
                    <a:pt x="232475" y="10260"/>
                    <a:pt x="232478" y="8202"/>
                  </a:cubicBezTo>
                  <a:cubicBezTo>
                    <a:pt x="232476" y="7601"/>
                    <a:pt x="232475" y="6999"/>
                    <a:pt x="232473" y="6380"/>
                  </a:cubicBezTo>
                  <a:cubicBezTo>
                    <a:pt x="232486" y="2304"/>
                    <a:pt x="232486" y="2304"/>
                    <a:pt x="233315" y="645"/>
                  </a:cubicBezTo>
                  <a:cubicBezTo>
                    <a:pt x="234625" y="460"/>
                    <a:pt x="234625" y="460"/>
                    <a:pt x="236366" y="461"/>
                  </a:cubicBezTo>
                  <a:cubicBezTo>
                    <a:pt x="237023" y="458"/>
                    <a:pt x="237680" y="455"/>
                    <a:pt x="238358" y="452"/>
                  </a:cubicBezTo>
                  <a:cubicBezTo>
                    <a:pt x="239448" y="458"/>
                    <a:pt x="239448" y="458"/>
                    <a:pt x="240560" y="465"/>
                  </a:cubicBezTo>
                  <a:cubicBezTo>
                    <a:pt x="241321" y="463"/>
                    <a:pt x="242082" y="462"/>
                    <a:pt x="242866" y="460"/>
                  </a:cubicBezTo>
                  <a:cubicBezTo>
                    <a:pt x="245395" y="458"/>
                    <a:pt x="247924" y="466"/>
                    <a:pt x="250453" y="474"/>
                  </a:cubicBezTo>
                  <a:cubicBezTo>
                    <a:pt x="252202" y="475"/>
                    <a:pt x="253951" y="475"/>
                    <a:pt x="255700" y="475"/>
                  </a:cubicBezTo>
                  <a:cubicBezTo>
                    <a:pt x="259371" y="476"/>
                    <a:pt x="263042" y="482"/>
                    <a:pt x="266713" y="492"/>
                  </a:cubicBezTo>
                  <a:cubicBezTo>
                    <a:pt x="271430" y="505"/>
                    <a:pt x="276147" y="508"/>
                    <a:pt x="280864" y="507"/>
                  </a:cubicBezTo>
                  <a:cubicBezTo>
                    <a:pt x="284478" y="507"/>
                    <a:pt x="288091" y="511"/>
                    <a:pt x="291704" y="517"/>
                  </a:cubicBezTo>
                  <a:cubicBezTo>
                    <a:pt x="293444" y="519"/>
                    <a:pt x="295184" y="521"/>
                    <a:pt x="296923" y="521"/>
                  </a:cubicBezTo>
                  <a:cubicBezTo>
                    <a:pt x="299350" y="523"/>
                    <a:pt x="301777" y="529"/>
                    <a:pt x="304204" y="537"/>
                  </a:cubicBezTo>
                  <a:cubicBezTo>
                    <a:pt x="304931" y="537"/>
                    <a:pt x="305658" y="537"/>
                    <a:pt x="306407" y="536"/>
                  </a:cubicBezTo>
                  <a:cubicBezTo>
                    <a:pt x="307064" y="539"/>
                    <a:pt x="307721" y="543"/>
                    <a:pt x="308399" y="546"/>
                  </a:cubicBezTo>
                  <a:cubicBezTo>
                    <a:pt x="308973" y="547"/>
                    <a:pt x="309548" y="548"/>
                    <a:pt x="310140" y="550"/>
                  </a:cubicBezTo>
                  <a:cubicBezTo>
                    <a:pt x="311450" y="645"/>
                    <a:pt x="311450" y="645"/>
                    <a:pt x="312194" y="1390"/>
                  </a:cubicBezTo>
                  <a:cubicBezTo>
                    <a:pt x="312269" y="3498"/>
                    <a:pt x="312294" y="5589"/>
                    <a:pt x="312289" y="7698"/>
                  </a:cubicBezTo>
                  <a:cubicBezTo>
                    <a:pt x="312290" y="8373"/>
                    <a:pt x="312291" y="9047"/>
                    <a:pt x="312292" y="9741"/>
                  </a:cubicBezTo>
                  <a:cubicBezTo>
                    <a:pt x="312296" y="12035"/>
                    <a:pt x="312294" y="14328"/>
                    <a:pt x="312292" y="16622"/>
                  </a:cubicBezTo>
                  <a:cubicBezTo>
                    <a:pt x="312293" y="18276"/>
                    <a:pt x="312294" y="19930"/>
                    <a:pt x="312296" y="21585"/>
                  </a:cubicBezTo>
                  <a:cubicBezTo>
                    <a:pt x="312300" y="26174"/>
                    <a:pt x="312300" y="30764"/>
                    <a:pt x="312299" y="35354"/>
                  </a:cubicBezTo>
                  <a:cubicBezTo>
                    <a:pt x="312298" y="39818"/>
                    <a:pt x="312301" y="44282"/>
                    <a:pt x="312304" y="48746"/>
                  </a:cubicBezTo>
                  <a:cubicBezTo>
                    <a:pt x="312310" y="57995"/>
                    <a:pt x="312312" y="67244"/>
                    <a:pt x="312312" y="76493"/>
                  </a:cubicBezTo>
                  <a:cubicBezTo>
                    <a:pt x="312313" y="85871"/>
                    <a:pt x="312315" y="95250"/>
                    <a:pt x="312319" y="104629"/>
                  </a:cubicBezTo>
                  <a:cubicBezTo>
                    <a:pt x="312319" y="105220"/>
                    <a:pt x="312319" y="105811"/>
                    <a:pt x="312319" y="106421"/>
                  </a:cubicBezTo>
                  <a:cubicBezTo>
                    <a:pt x="312320" y="108829"/>
                    <a:pt x="312321" y="111237"/>
                    <a:pt x="312322" y="113645"/>
                  </a:cubicBezTo>
                  <a:cubicBezTo>
                    <a:pt x="312335" y="142187"/>
                    <a:pt x="312339" y="170729"/>
                    <a:pt x="312343" y="199271"/>
                  </a:cubicBezTo>
                  <a:cubicBezTo>
                    <a:pt x="312345" y="213477"/>
                    <a:pt x="312347" y="227682"/>
                    <a:pt x="312350" y="241887"/>
                  </a:cubicBezTo>
                  <a:cubicBezTo>
                    <a:pt x="312360" y="287426"/>
                    <a:pt x="312368" y="332964"/>
                    <a:pt x="312370" y="378502"/>
                  </a:cubicBezTo>
                  <a:cubicBezTo>
                    <a:pt x="312371" y="380680"/>
                    <a:pt x="312371" y="382857"/>
                    <a:pt x="312371" y="385035"/>
                  </a:cubicBezTo>
                  <a:cubicBezTo>
                    <a:pt x="312371" y="389402"/>
                    <a:pt x="312371" y="393769"/>
                    <a:pt x="312371" y="398135"/>
                  </a:cubicBezTo>
                  <a:cubicBezTo>
                    <a:pt x="312372" y="403248"/>
                    <a:pt x="312372" y="408361"/>
                    <a:pt x="312372" y="413474"/>
                  </a:cubicBezTo>
                  <a:cubicBezTo>
                    <a:pt x="312372" y="414938"/>
                    <a:pt x="312373" y="416401"/>
                    <a:pt x="312373" y="417864"/>
                  </a:cubicBezTo>
                  <a:cubicBezTo>
                    <a:pt x="312375" y="464883"/>
                    <a:pt x="312386" y="511901"/>
                    <a:pt x="312404" y="558920"/>
                  </a:cubicBezTo>
                  <a:cubicBezTo>
                    <a:pt x="312416" y="592697"/>
                    <a:pt x="312428" y="626474"/>
                    <a:pt x="312431" y="660250"/>
                  </a:cubicBezTo>
                  <a:cubicBezTo>
                    <a:pt x="312431" y="660945"/>
                    <a:pt x="312431" y="661639"/>
                    <a:pt x="312431" y="662354"/>
                  </a:cubicBezTo>
                  <a:cubicBezTo>
                    <a:pt x="312433" y="677588"/>
                    <a:pt x="312434" y="692822"/>
                    <a:pt x="312434" y="708056"/>
                  </a:cubicBezTo>
                  <a:cubicBezTo>
                    <a:pt x="312434" y="713507"/>
                    <a:pt x="312434" y="718958"/>
                    <a:pt x="312434" y="724408"/>
                  </a:cubicBezTo>
                  <a:cubicBezTo>
                    <a:pt x="312434" y="725764"/>
                    <a:pt x="312435" y="727120"/>
                    <a:pt x="312435" y="728476"/>
                  </a:cubicBezTo>
                  <a:cubicBezTo>
                    <a:pt x="312435" y="750116"/>
                    <a:pt x="312443" y="771755"/>
                    <a:pt x="312454" y="793395"/>
                  </a:cubicBezTo>
                  <a:cubicBezTo>
                    <a:pt x="312464" y="815179"/>
                    <a:pt x="312468" y="836964"/>
                    <a:pt x="312462" y="858749"/>
                  </a:cubicBezTo>
                  <a:cubicBezTo>
                    <a:pt x="312461" y="861754"/>
                    <a:pt x="312461" y="864760"/>
                    <a:pt x="312460" y="867766"/>
                  </a:cubicBezTo>
                  <a:cubicBezTo>
                    <a:pt x="312460" y="868649"/>
                    <a:pt x="312460" y="868649"/>
                    <a:pt x="312459" y="869551"/>
                  </a:cubicBezTo>
                  <a:cubicBezTo>
                    <a:pt x="312457" y="878907"/>
                    <a:pt x="312463" y="888264"/>
                    <a:pt x="312471" y="897620"/>
                  </a:cubicBezTo>
                  <a:cubicBezTo>
                    <a:pt x="312480" y="906804"/>
                    <a:pt x="312480" y="915989"/>
                    <a:pt x="312472" y="925173"/>
                  </a:cubicBezTo>
                  <a:cubicBezTo>
                    <a:pt x="312468" y="930093"/>
                    <a:pt x="312467" y="935013"/>
                    <a:pt x="312477" y="939932"/>
                  </a:cubicBezTo>
                  <a:cubicBezTo>
                    <a:pt x="312485" y="944397"/>
                    <a:pt x="312483" y="948862"/>
                    <a:pt x="312473" y="953326"/>
                  </a:cubicBezTo>
                  <a:cubicBezTo>
                    <a:pt x="312471" y="954942"/>
                    <a:pt x="312473" y="956557"/>
                    <a:pt x="312480" y="958173"/>
                  </a:cubicBezTo>
                  <a:cubicBezTo>
                    <a:pt x="312487" y="960347"/>
                    <a:pt x="312481" y="962521"/>
                    <a:pt x="312472" y="964696"/>
                  </a:cubicBezTo>
                  <a:cubicBezTo>
                    <a:pt x="312477" y="965333"/>
                    <a:pt x="312483" y="965970"/>
                    <a:pt x="312489" y="966627"/>
                  </a:cubicBezTo>
                  <a:cubicBezTo>
                    <a:pt x="312472" y="968361"/>
                    <a:pt x="312472" y="968361"/>
                    <a:pt x="312194" y="971005"/>
                  </a:cubicBezTo>
                  <a:cubicBezTo>
                    <a:pt x="311457" y="971250"/>
                    <a:pt x="310720" y="971496"/>
                    <a:pt x="309961" y="971749"/>
                  </a:cubicBezTo>
                  <a:cubicBezTo>
                    <a:pt x="309716" y="972486"/>
                    <a:pt x="309470" y="973222"/>
                    <a:pt x="309217" y="973981"/>
                  </a:cubicBezTo>
                  <a:cubicBezTo>
                    <a:pt x="308480" y="974227"/>
                    <a:pt x="307744" y="974472"/>
                    <a:pt x="306985" y="974725"/>
                  </a:cubicBezTo>
                  <a:cubicBezTo>
                    <a:pt x="306464" y="975705"/>
                    <a:pt x="305967" y="976698"/>
                    <a:pt x="305496" y="977702"/>
                  </a:cubicBezTo>
                  <a:cubicBezTo>
                    <a:pt x="305005" y="977947"/>
                    <a:pt x="304514" y="978193"/>
                    <a:pt x="304008" y="978446"/>
                  </a:cubicBezTo>
                  <a:cubicBezTo>
                    <a:pt x="303763" y="979183"/>
                    <a:pt x="303517" y="979919"/>
                    <a:pt x="303264" y="980679"/>
                  </a:cubicBezTo>
                  <a:cubicBezTo>
                    <a:pt x="302527" y="981170"/>
                    <a:pt x="301791" y="981661"/>
                    <a:pt x="301032" y="982167"/>
                  </a:cubicBezTo>
                  <a:cubicBezTo>
                    <a:pt x="300786" y="982903"/>
                    <a:pt x="300540" y="983640"/>
                    <a:pt x="300287" y="984399"/>
                  </a:cubicBezTo>
                  <a:cubicBezTo>
                    <a:pt x="299064" y="985656"/>
                    <a:pt x="297821" y="986894"/>
                    <a:pt x="296567" y="988120"/>
                  </a:cubicBezTo>
                  <a:cubicBezTo>
                    <a:pt x="295830" y="989041"/>
                    <a:pt x="295830" y="989041"/>
                    <a:pt x="295078" y="989980"/>
                  </a:cubicBezTo>
                  <a:cubicBezTo>
                    <a:pt x="293462" y="992001"/>
                    <a:pt x="291773" y="993808"/>
                    <a:pt x="289869" y="995561"/>
                  </a:cubicBezTo>
                  <a:cubicBezTo>
                    <a:pt x="289378" y="995561"/>
                    <a:pt x="288887" y="995561"/>
                    <a:pt x="288381" y="995561"/>
                  </a:cubicBezTo>
                  <a:cubicBezTo>
                    <a:pt x="287851" y="996787"/>
                    <a:pt x="287359" y="998030"/>
                    <a:pt x="286893" y="999282"/>
                  </a:cubicBezTo>
                  <a:cubicBezTo>
                    <a:pt x="286402" y="1000019"/>
                    <a:pt x="285911" y="1000755"/>
                    <a:pt x="285405" y="1001514"/>
                  </a:cubicBezTo>
                  <a:cubicBezTo>
                    <a:pt x="284422" y="1001514"/>
                    <a:pt x="283440" y="1001514"/>
                    <a:pt x="282428" y="1001514"/>
                  </a:cubicBezTo>
                  <a:cubicBezTo>
                    <a:pt x="282150" y="1002748"/>
                    <a:pt x="281902" y="1003989"/>
                    <a:pt x="281684" y="1005235"/>
                  </a:cubicBezTo>
                  <a:cubicBezTo>
                    <a:pt x="280947" y="1005235"/>
                    <a:pt x="280211" y="1005235"/>
                    <a:pt x="279452" y="1005235"/>
                  </a:cubicBezTo>
                  <a:cubicBezTo>
                    <a:pt x="279452" y="1006463"/>
                    <a:pt x="279452" y="1007691"/>
                    <a:pt x="279452" y="1008956"/>
                  </a:cubicBezTo>
                  <a:cubicBezTo>
                    <a:pt x="278469" y="1008956"/>
                    <a:pt x="277487" y="1008956"/>
                    <a:pt x="276475" y="1008956"/>
                  </a:cubicBezTo>
                  <a:cubicBezTo>
                    <a:pt x="276475" y="1009938"/>
                    <a:pt x="276475" y="1010920"/>
                    <a:pt x="276475" y="1011932"/>
                  </a:cubicBezTo>
                  <a:cubicBezTo>
                    <a:pt x="198139" y="1011932"/>
                    <a:pt x="119804" y="1011932"/>
                    <a:pt x="39094" y="1011932"/>
                  </a:cubicBezTo>
                  <a:cubicBezTo>
                    <a:pt x="39094" y="1010950"/>
                    <a:pt x="39094" y="1009968"/>
                    <a:pt x="39094" y="1008956"/>
                  </a:cubicBezTo>
                  <a:cubicBezTo>
                    <a:pt x="38112" y="1008956"/>
                    <a:pt x="37130" y="1008956"/>
                    <a:pt x="36118" y="1008956"/>
                  </a:cubicBezTo>
                  <a:cubicBezTo>
                    <a:pt x="36194" y="1008357"/>
                    <a:pt x="36271" y="1007759"/>
                    <a:pt x="36350" y="1007142"/>
                  </a:cubicBezTo>
                  <a:cubicBezTo>
                    <a:pt x="36273" y="1006513"/>
                    <a:pt x="36197" y="1005883"/>
                    <a:pt x="36118" y="1005235"/>
                  </a:cubicBezTo>
                  <a:cubicBezTo>
                    <a:pt x="35557" y="1005140"/>
                    <a:pt x="34997" y="1005045"/>
                    <a:pt x="34420" y="1004947"/>
                  </a:cubicBezTo>
                  <a:cubicBezTo>
                    <a:pt x="31799" y="1004356"/>
                    <a:pt x="31141" y="1003365"/>
                    <a:pt x="29560" y="1001235"/>
                  </a:cubicBezTo>
                  <a:cubicBezTo>
                    <a:pt x="29110" y="1000646"/>
                    <a:pt x="28660" y="1000057"/>
                    <a:pt x="28196" y="999451"/>
                  </a:cubicBezTo>
                  <a:cubicBezTo>
                    <a:pt x="27188" y="997794"/>
                    <a:pt x="27188" y="997794"/>
                    <a:pt x="27188" y="995561"/>
                  </a:cubicBezTo>
                  <a:cubicBezTo>
                    <a:pt x="26336" y="995406"/>
                    <a:pt x="26336" y="995406"/>
                    <a:pt x="25467" y="995247"/>
                  </a:cubicBezTo>
                  <a:cubicBezTo>
                    <a:pt x="23467" y="994817"/>
                    <a:pt x="23467" y="994817"/>
                    <a:pt x="22258" y="993410"/>
                  </a:cubicBezTo>
                  <a:cubicBezTo>
                    <a:pt x="21751" y="992541"/>
                    <a:pt x="21751" y="992541"/>
                    <a:pt x="21235" y="991655"/>
                  </a:cubicBezTo>
                  <a:cubicBezTo>
                    <a:pt x="19508" y="988846"/>
                    <a:pt x="17653" y="986704"/>
                    <a:pt x="15282" y="984399"/>
                  </a:cubicBezTo>
                  <a:cubicBezTo>
                    <a:pt x="14763" y="983419"/>
                    <a:pt x="14262" y="982428"/>
                    <a:pt x="13793" y="981423"/>
                  </a:cubicBezTo>
                  <a:cubicBezTo>
                    <a:pt x="13394" y="981024"/>
                    <a:pt x="12995" y="980625"/>
                    <a:pt x="12584" y="980213"/>
                  </a:cubicBezTo>
                  <a:cubicBezTo>
                    <a:pt x="11561" y="979190"/>
                    <a:pt x="11561" y="979190"/>
                    <a:pt x="11561" y="977702"/>
                  </a:cubicBezTo>
                  <a:cubicBezTo>
                    <a:pt x="10824" y="977702"/>
                    <a:pt x="10087" y="977702"/>
                    <a:pt x="9328" y="977702"/>
                  </a:cubicBezTo>
                  <a:cubicBezTo>
                    <a:pt x="9080" y="976710"/>
                    <a:pt x="8832" y="975718"/>
                    <a:pt x="8584" y="974725"/>
                  </a:cubicBezTo>
                  <a:cubicBezTo>
                    <a:pt x="7848" y="974725"/>
                    <a:pt x="7111" y="974725"/>
                    <a:pt x="6352" y="974725"/>
                  </a:cubicBezTo>
                  <a:cubicBezTo>
                    <a:pt x="6096" y="973735"/>
                    <a:pt x="5849" y="972743"/>
                    <a:pt x="5608" y="971749"/>
                  </a:cubicBezTo>
                  <a:cubicBezTo>
                    <a:pt x="4871" y="971503"/>
                    <a:pt x="4134" y="971258"/>
                    <a:pt x="3375" y="971005"/>
                  </a:cubicBezTo>
                  <a:cubicBezTo>
                    <a:pt x="3149" y="968849"/>
                    <a:pt x="3079" y="966850"/>
                    <a:pt x="3098" y="964690"/>
                  </a:cubicBezTo>
                  <a:cubicBezTo>
                    <a:pt x="3094" y="963678"/>
                    <a:pt x="3094" y="963678"/>
                    <a:pt x="3089" y="962645"/>
                  </a:cubicBezTo>
                  <a:cubicBezTo>
                    <a:pt x="3083" y="960350"/>
                    <a:pt x="3092" y="958054"/>
                    <a:pt x="3101" y="955759"/>
                  </a:cubicBezTo>
                  <a:cubicBezTo>
                    <a:pt x="3099" y="954103"/>
                    <a:pt x="3096" y="952447"/>
                    <a:pt x="3093" y="950791"/>
                  </a:cubicBezTo>
                  <a:cubicBezTo>
                    <a:pt x="3086" y="946198"/>
                    <a:pt x="3093" y="941604"/>
                    <a:pt x="3102" y="937010"/>
                  </a:cubicBezTo>
                  <a:cubicBezTo>
                    <a:pt x="3109" y="932542"/>
                    <a:pt x="3106" y="928074"/>
                    <a:pt x="3102" y="923605"/>
                  </a:cubicBezTo>
                  <a:cubicBezTo>
                    <a:pt x="3096" y="914348"/>
                    <a:pt x="3100" y="905091"/>
                    <a:pt x="3109" y="895834"/>
                  </a:cubicBezTo>
                  <a:cubicBezTo>
                    <a:pt x="3119" y="886447"/>
                    <a:pt x="3124" y="877060"/>
                    <a:pt x="3123" y="867673"/>
                  </a:cubicBezTo>
                  <a:cubicBezTo>
                    <a:pt x="3123" y="867081"/>
                    <a:pt x="3123" y="866489"/>
                    <a:pt x="3123" y="865879"/>
                  </a:cubicBezTo>
                  <a:cubicBezTo>
                    <a:pt x="3122" y="862861"/>
                    <a:pt x="3122" y="859844"/>
                    <a:pt x="3121" y="856826"/>
                  </a:cubicBezTo>
                  <a:cubicBezTo>
                    <a:pt x="3118" y="834957"/>
                    <a:pt x="3126" y="813088"/>
                    <a:pt x="3139" y="791219"/>
                  </a:cubicBezTo>
                  <a:cubicBezTo>
                    <a:pt x="3153" y="769555"/>
                    <a:pt x="3161" y="747891"/>
                    <a:pt x="3164" y="726227"/>
                  </a:cubicBezTo>
                  <a:cubicBezTo>
                    <a:pt x="3164" y="725555"/>
                    <a:pt x="3164" y="724882"/>
                    <a:pt x="3164" y="724190"/>
                  </a:cubicBezTo>
                  <a:cubicBezTo>
                    <a:pt x="3164" y="718050"/>
                    <a:pt x="3165" y="711910"/>
                    <a:pt x="3166" y="705771"/>
                  </a:cubicBezTo>
                  <a:cubicBezTo>
                    <a:pt x="3167" y="690506"/>
                    <a:pt x="3169" y="675242"/>
                    <a:pt x="3172" y="659978"/>
                  </a:cubicBezTo>
                  <a:cubicBezTo>
                    <a:pt x="3172" y="659283"/>
                    <a:pt x="3172" y="658588"/>
                    <a:pt x="3172" y="657871"/>
                  </a:cubicBezTo>
                  <a:cubicBezTo>
                    <a:pt x="3178" y="624036"/>
                    <a:pt x="3192" y="590201"/>
                    <a:pt x="3207" y="556366"/>
                  </a:cubicBezTo>
                  <a:cubicBezTo>
                    <a:pt x="3212" y="544622"/>
                    <a:pt x="3217" y="532877"/>
                    <a:pt x="3222" y="521132"/>
                  </a:cubicBezTo>
                  <a:cubicBezTo>
                    <a:pt x="3222" y="520404"/>
                    <a:pt x="3223" y="519675"/>
                    <a:pt x="3223" y="518925"/>
                  </a:cubicBezTo>
                  <a:cubicBezTo>
                    <a:pt x="3237" y="485078"/>
                    <a:pt x="3245" y="451231"/>
                    <a:pt x="3252" y="417384"/>
                  </a:cubicBezTo>
                  <a:cubicBezTo>
                    <a:pt x="3253" y="415187"/>
                    <a:pt x="3253" y="412991"/>
                    <a:pt x="3254" y="410794"/>
                  </a:cubicBezTo>
                  <a:cubicBezTo>
                    <a:pt x="3257" y="396236"/>
                    <a:pt x="3259" y="381678"/>
                    <a:pt x="3262" y="367121"/>
                  </a:cubicBezTo>
                  <a:cubicBezTo>
                    <a:pt x="3268" y="338153"/>
                    <a:pt x="3274" y="309186"/>
                    <a:pt x="3280" y="280218"/>
                  </a:cubicBezTo>
                  <a:cubicBezTo>
                    <a:pt x="3281" y="278839"/>
                    <a:pt x="3281" y="277459"/>
                    <a:pt x="3281" y="276079"/>
                  </a:cubicBezTo>
                  <a:cubicBezTo>
                    <a:pt x="3295" y="213956"/>
                    <a:pt x="3316" y="151833"/>
                    <a:pt x="3340" y="89710"/>
                  </a:cubicBezTo>
                  <a:cubicBezTo>
                    <a:pt x="3340" y="89128"/>
                    <a:pt x="3340" y="88546"/>
                    <a:pt x="3341" y="87946"/>
                  </a:cubicBezTo>
                  <a:cubicBezTo>
                    <a:pt x="3344" y="79370"/>
                    <a:pt x="3347" y="70794"/>
                    <a:pt x="3351" y="62217"/>
                  </a:cubicBezTo>
                  <a:cubicBezTo>
                    <a:pt x="3351" y="61714"/>
                    <a:pt x="3351" y="61210"/>
                    <a:pt x="3351" y="60692"/>
                  </a:cubicBezTo>
                  <a:cubicBezTo>
                    <a:pt x="3359" y="40676"/>
                    <a:pt x="3367" y="20661"/>
                    <a:pt x="3375" y="645"/>
                  </a:cubicBezTo>
                  <a:close/>
                </a:path>
              </a:pathLst>
            </a:custGeom>
            <a:grpFill/>
            <a:ln w="744" cap="flat">
              <a:noFill/>
              <a:prstDash val="solid"/>
              <a:miter/>
            </a:ln>
          </p:spPr>
          <p:txBody>
            <a:bodyPr rtlCol="0" anchor="ctr"/>
            <a:lstStyle/>
            <a:p>
              <a:endParaRPr lang="zh-CN" altLang="en-US"/>
            </a:p>
          </p:txBody>
        </p:sp>
        <p:sp>
          <p:nvSpPr>
            <p:cNvPr id="15" name="任意多边形: 形状 115"/>
            <p:cNvSpPr/>
            <p:nvPr/>
          </p:nvSpPr>
          <p:spPr>
            <a:xfrm>
              <a:off x="5216059" y="6052808"/>
              <a:ext cx="156489" cy="437067"/>
            </a:xfrm>
            <a:custGeom>
              <a:avLst/>
              <a:gdLst>
                <a:gd name="connsiteX0" fmla="*/ 40550 w 287367"/>
                <a:gd name="connsiteY0" fmla="*/ 936 h 1012154"/>
                <a:gd name="connsiteX1" fmla="*/ 44610 w 287367"/>
                <a:gd name="connsiteY1" fmla="*/ 476 h 1012154"/>
                <a:gd name="connsiteX2" fmla="*/ 47240 w 287367"/>
                <a:gd name="connsiteY2" fmla="*/ 452 h 1012154"/>
                <a:gd name="connsiteX3" fmla="*/ 50154 w 287367"/>
                <a:gd name="connsiteY3" fmla="*/ 483 h 1012154"/>
                <a:gd name="connsiteX4" fmla="*/ 53231 w 287367"/>
                <a:gd name="connsiteY4" fmla="*/ 472 h 1012154"/>
                <a:gd name="connsiteX5" fmla="*/ 61713 w 287367"/>
                <a:gd name="connsiteY5" fmla="*/ 493 h 1012154"/>
                <a:gd name="connsiteX6" fmla="*/ 70850 w 287367"/>
                <a:gd name="connsiteY6" fmla="*/ 496 h 1012154"/>
                <a:gd name="connsiteX7" fmla="*/ 88760 w 287367"/>
                <a:gd name="connsiteY7" fmla="*/ 527 h 1012154"/>
                <a:gd name="connsiteX8" fmla="*/ 109599 w 287367"/>
                <a:gd name="connsiteY8" fmla="*/ 556 h 1012154"/>
                <a:gd name="connsiteX9" fmla="*/ 146769 w 287367"/>
                <a:gd name="connsiteY9" fmla="*/ 614 h 1012154"/>
                <a:gd name="connsiteX10" fmla="*/ 182873 w 287367"/>
                <a:gd name="connsiteY10" fmla="*/ 675 h 1012154"/>
                <a:gd name="connsiteX11" fmla="*/ 185119 w 287367"/>
                <a:gd name="connsiteY11" fmla="*/ 677 h 1012154"/>
                <a:gd name="connsiteX12" fmla="*/ 194055 w 287367"/>
                <a:gd name="connsiteY12" fmla="*/ 683 h 1012154"/>
                <a:gd name="connsiteX13" fmla="*/ 232557 w 287367"/>
                <a:gd name="connsiteY13" fmla="*/ 729 h 1012154"/>
                <a:gd name="connsiteX14" fmla="*/ 238803 w 287367"/>
                <a:gd name="connsiteY14" fmla="*/ 738 h 1012154"/>
                <a:gd name="connsiteX15" fmla="*/ 260661 w 287367"/>
                <a:gd name="connsiteY15" fmla="*/ 779 h 1012154"/>
                <a:gd name="connsiteX16" fmla="*/ 269704 w 287367"/>
                <a:gd name="connsiteY16" fmla="*/ 797 h 1012154"/>
                <a:gd name="connsiteX17" fmla="*/ 277972 w 287367"/>
                <a:gd name="connsiteY17" fmla="*/ 817 h 1012154"/>
                <a:gd name="connsiteX18" fmla="*/ 282402 w 287367"/>
                <a:gd name="connsiteY18" fmla="*/ 822 h 1012154"/>
                <a:gd name="connsiteX19" fmla="*/ 285032 w 287367"/>
                <a:gd name="connsiteY19" fmla="*/ 834 h 1012154"/>
                <a:gd name="connsiteX20" fmla="*/ 287316 w 287367"/>
                <a:gd name="connsiteY20" fmla="*/ 839 h 1012154"/>
                <a:gd name="connsiteX21" fmla="*/ 290581 w 287367"/>
                <a:gd name="connsiteY21" fmla="*/ 1680 h 1012154"/>
                <a:gd name="connsiteX22" fmla="*/ 290770 w 287367"/>
                <a:gd name="connsiteY22" fmla="*/ 5178 h 1012154"/>
                <a:gd name="connsiteX23" fmla="*/ 290783 w 287367"/>
                <a:gd name="connsiteY23" fmla="*/ 7470 h 1012154"/>
                <a:gd name="connsiteX24" fmla="*/ 290774 w 287367"/>
                <a:gd name="connsiteY24" fmla="*/ 10006 h 1012154"/>
                <a:gd name="connsiteX25" fmla="*/ 290782 w 287367"/>
                <a:gd name="connsiteY25" fmla="*/ 12661 h 1012154"/>
                <a:gd name="connsiteX26" fmla="*/ 290781 w 287367"/>
                <a:gd name="connsiteY26" fmla="*/ 19888 h 1012154"/>
                <a:gd name="connsiteX27" fmla="*/ 290783 w 287367"/>
                <a:gd name="connsiteY27" fmla="*/ 27439 h 1012154"/>
                <a:gd name="connsiteX28" fmla="*/ 290775 w 287367"/>
                <a:gd name="connsiteY28" fmla="*/ 40124 h 1012154"/>
                <a:gd name="connsiteX29" fmla="*/ 290778 w 287367"/>
                <a:gd name="connsiteY29" fmla="*/ 54802 h 1012154"/>
                <a:gd name="connsiteX30" fmla="*/ 290782 w 287367"/>
                <a:gd name="connsiteY30" fmla="*/ 67387 h 1012154"/>
                <a:gd name="connsiteX31" fmla="*/ 290784 w 287367"/>
                <a:gd name="connsiteY31" fmla="*/ 74911 h 1012154"/>
                <a:gd name="connsiteX32" fmla="*/ 290774 w 287367"/>
                <a:gd name="connsiteY32" fmla="*/ 83298 h 1012154"/>
                <a:gd name="connsiteX33" fmla="*/ 290783 w 287367"/>
                <a:gd name="connsiteY33" fmla="*/ 85830 h 1012154"/>
                <a:gd name="connsiteX34" fmla="*/ 290770 w 287367"/>
                <a:gd name="connsiteY34" fmla="*/ 88129 h 1012154"/>
                <a:gd name="connsiteX35" fmla="*/ 290768 w 287367"/>
                <a:gd name="connsiteY35" fmla="*/ 90134 h 1012154"/>
                <a:gd name="connsiteX36" fmla="*/ 289093 w 287367"/>
                <a:gd name="connsiteY36" fmla="*/ 93209 h 1012154"/>
                <a:gd name="connsiteX37" fmla="*/ 285729 w 287367"/>
                <a:gd name="connsiteY37" fmla="*/ 93392 h 1012154"/>
                <a:gd name="connsiteX38" fmla="*/ 283571 w 287367"/>
                <a:gd name="connsiteY38" fmla="*/ 93401 h 1012154"/>
                <a:gd name="connsiteX39" fmla="*/ 281183 w 287367"/>
                <a:gd name="connsiteY39" fmla="*/ 93388 h 1012154"/>
                <a:gd name="connsiteX40" fmla="*/ 278659 w 287367"/>
                <a:gd name="connsiteY40" fmla="*/ 93392 h 1012154"/>
                <a:gd name="connsiteX41" fmla="*/ 270231 w 287367"/>
                <a:gd name="connsiteY41" fmla="*/ 93378 h 1012154"/>
                <a:gd name="connsiteX42" fmla="*/ 264211 w 287367"/>
                <a:gd name="connsiteY42" fmla="*/ 93379 h 1012154"/>
                <a:gd name="connsiteX43" fmla="*/ 251220 w 287367"/>
                <a:gd name="connsiteY43" fmla="*/ 93367 h 1012154"/>
                <a:gd name="connsiteX44" fmla="*/ 232434 w 287367"/>
                <a:gd name="connsiteY44" fmla="*/ 93349 h 1012154"/>
                <a:gd name="connsiteX45" fmla="*/ 201949 w 287367"/>
                <a:gd name="connsiteY45" fmla="*/ 93321 h 1012154"/>
                <a:gd name="connsiteX46" fmla="*/ 172342 w 287367"/>
                <a:gd name="connsiteY46" fmla="*/ 93291 h 1012154"/>
                <a:gd name="connsiteX47" fmla="*/ 170500 w 287367"/>
                <a:gd name="connsiteY47" fmla="*/ 93290 h 1012154"/>
                <a:gd name="connsiteX48" fmla="*/ 161352 w 287367"/>
                <a:gd name="connsiteY48" fmla="*/ 93284 h 1012154"/>
                <a:gd name="connsiteX49" fmla="*/ 86689 w 287367"/>
                <a:gd name="connsiteY49" fmla="*/ 93211 h 1012154"/>
                <a:gd name="connsiteX50" fmla="*/ 83710 w 287367"/>
                <a:gd name="connsiteY50" fmla="*/ 93209 h 1012154"/>
                <a:gd name="connsiteX51" fmla="*/ 83710 w 287367"/>
                <a:gd name="connsiteY51" fmla="*/ 459326 h 1012154"/>
                <a:gd name="connsiteX52" fmla="*/ 219316 w 287367"/>
                <a:gd name="connsiteY52" fmla="*/ 459259 h 1012154"/>
                <a:gd name="connsiteX53" fmla="*/ 238511 w 287367"/>
                <a:gd name="connsiteY53" fmla="*/ 459255 h 1012154"/>
                <a:gd name="connsiteX54" fmla="*/ 251386 w 287367"/>
                <a:gd name="connsiteY54" fmla="*/ 459248 h 1012154"/>
                <a:gd name="connsiteX55" fmla="*/ 266217 w 287367"/>
                <a:gd name="connsiteY55" fmla="*/ 459242 h 1012154"/>
                <a:gd name="connsiteX56" fmla="*/ 273811 w 287367"/>
                <a:gd name="connsiteY56" fmla="*/ 459238 h 1012154"/>
                <a:gd name="connsiteX57" fmla="*/ 281922 w 287367"/>
                <a:gd name="connsiteY57" fmla="*/ 459237 h 1012154"/>
                <a:gd name="connsiteX58" fmla="*/ 284345 w 287367"/>
                <a:gd name="connsiteY58" fmla="*/ 459230 h 1012154"/>
                <a:gd name="connsiteX59" fmla="*/ 286526 w 287367"/>
                <a:gd name="connsiteY59" fmla="*/ 459235 h 1012154"/>
                <a:gd name="connsiteX60" fmla="*/ 288423 w 287367"/>
                <a:gd name="connsiteY60" fmla="*/ 459234 h 1012154"/>
                <a:gd name="connsiteX61" fmla="*/ 290581 w 287367"/>
                <a:gd name="connsiteY61" fmla="*/ 460070 h 1012154"/>
                <a:gd name="connsiteX62" fmla="*/ 290581 w 287367"/>
                <a:gd name="connsiteY62" fmla="*/ 550856 h 1012154"/>
                <a:gd name="connsiteX63" fmla="*/ 82966 w 287367"/>
                <a:gd name="connsiteY63" fmla="*/ 550856 h 1012154"/>
                <a:gd name="connsiteX64" fmla="*/ 83710 w 287367"/>
                <a:gd name="connsiteY64" fmla="*/ 920693 h 1012154"/>
                <a:gd name="connsiteX65" fmla="*/ 85942 w 287367"/>
                <a:gd name="connsiteY65" fmla="*/ 919949 h 1012154"/>
                <a:gd name="connsiteX66" fmla="*/ 89344 w 287367"/>
                <a:gd name="connsiteY66" fmla="*/ 919854 h 1012154"/>
                <a:gd name="connsiteX67" fmla="*/ 91472 w 287367"/>
                <a:gd name="connsiteY67" fmla="*/ 919846 h 1012154"/>
                <a:gd name="connsiteX68" fmla="*/ 93813 w 287367"/>
                <a:gd name="connsiteY68" fmla="*/ 919850 h 1012154"/>
                <a:gd name="connsiteX69" fmla="*/ 96297 w 287367"/>
                <a:gd name="connsiteY69" fmla="*/ 919845 h 1012154"/>
                <a:gd name="connsiteX70" fmla="*/ 104580 w 287367"/>
                <a:gd name="connsiteY70" fmla="*/ 919841 h 1012154"/>
                <a:gd name="connsiteX71" fmla="*/ 110502 w 287367"/>
                <a:gd name="connsiteY71" fmla="*/ 919834 h 1012154"/>
                <a:gd name="connsiteX72" fmla="*/ 124942 w 287367"/>
                <a:gd name="connsiteY72" fmla="*/ 919825 h 1012154"/>
                <a:gd name="connsiteX73" fmla="*/ 136677 w 287367"/>
                <a:gd name="connsiteY73" fmla="*/ 919821 h 1012154"/>
                <a:gd name="connsiteX74" fmla="*/ 169936 w 287367"/>
                <a:gd name="connsiteY74" fmla="*/ 919811 h 1012154"/>
                <a:gd name="connsiteX75" fmla="*/ 171748 w 287367"/>
                <a:gd name="connsiteY75" fmla="*/ 919811 h 1012154"/>
                <a:gd name="connsiteX76" fmla="*/ 173562 w 287367"/>
                <a:gd name="connsiteY76" fmla="*/ 919811 h 1012154"/>
                <a:gd name="connsiteX77" fmla="*/ 202671 w 287367"/>
                <a:gd name="connsiteY77" fmla="*/ 919794 h 1012154"/>
                <a:gd name="connsiteX78" fmla="*/ 232547 w 287367"/>
                <a:gd name="connsiteY78" fmla="*/ 919779 h 1012154"/>
                <a:gd name="connsiteX79" fmla="*/ 249326 w 287367"/>
                <a:gd name="connsiteY79" fmla="*/ 919769 h 1012154"/>
                <a:gd name="connsiteX80" fmla="*/ 263611 w 287367"/>
                <a:gd name="connsiteY80" fmla="*/ 919766 h 1012154"/>
                <a:gd name="connsiteX81" fmla="*/ 270901 w 287367"/>
                <a:gd name="connsiteY81" fmla="*/ 919762 h 1012154"/>
                <a:gd name="connsiteX82" fmla="*/ 278800 w 287367"/>
                <a:gd name="connsiteY82" fmla="*/ 919765 h 1012154"/>
                <a:gd name="connsiteX83" fmla="*/ 281132 w 287367"/>
                <a:gd name="connsiteY83" fmla="*/ 919754 h 1012154"/>
                <a:gd name="connsiteX84" fmla="*/ 283271 w 287367"/>
                <a:gd name="connsiteY84" fmla="*/ 919764 h 1012154"/>
                <a:gd name="connsiteX85" fmla="*/ 285112 w 287367"/>
                <a:gd name="connsiteY85" fmla="*/ 919764 h 1012154"/>
                <a:gd name="connsiteX86" fmla="*/ 290581 w 287367"/>
                <a:gd name="connsiteY86" fmla="*/ 921438 h 1012154"/>
                <a:gd name="connsiteX87" fmla="*/ 291028 w 287367"/>
                <a:gd name="connsiteY87" fmla="*/ 925063 h 1012154"/>
                <a:gd name="connsiteX88" fmla="*/ 291044 w 287367"/>
                <a:gd name="connsiteY88" fmla="*/ 927384 h 1012154"/>
                <a:gd name="connsiteX89" fmla="*/ 291003 w 287367"/>
                <a:gd name="connsiteY89" fmla="*/ 929940 h 1012154"/>
                <a:gd name="connsiteX90" fmla="*/ 291005 w 287367"/>
                <a:gd name="connsiteY90" fmla="*/ 932624 h 1012154"/>
                <a:gd name="connsiteX91" fmla="*/ 290958 w 287367"/>
                <a:gd name="connsiteY91" fmla="*/ 939921 h 1012154"/>
                <a:gd name="connsiteX92" fmla="*/ 290928 w 287367"/>
                <a:gd name="connsiteY92" fmla="*/ 947542 h 1012154"/>
                <a:gd name="connsiteX93" fmla="*/ 290849 w 287367"/>
                <a:gd name="connsiteY93" fmla="*/ 961979 h 1012154"/>
                <a:gd name="connsiteX94" fmla="*/ 290768 w 287367"/>
                <a:gd name="connsiteY94" fmla="*/ 978413 h 1012154"/>
                <a:gd name="connsiteX95" fmla="*/ 290581 w 287367"/>
                <a:gd name="connsiteY95" fmla="*/ 1012223 h 1012154"/>
                <a:gd name="connsiteX96" fmla="*/ 195100 w 287367"/>
                <a:gd name="connsiteY96" fmla="*/ 1012375 h 1012154"/>
                <a:gd name="connsiteX97" fmla="*/ 183838 w 287367"/>
                <a:gd name="connsiteY97" fmla="*/ 1012386 h 1012154"/>
                <a:gd name="connsiteX98" fmla="*/ 181573 w 287367"/>
                <a:gd name="connsiteY98" fmla="*/ 1012389 h 1012154"/>
                <a:gd name="connsiteX99" fmla="*/ 145226 w 287367"/>
                <a:gd name="connsiteY99" fmla="*/ 1012452 h 1012154"/>
                <a:gd name="connsiteX100" fmla="*/ 107956 w 287367"/>
                <a:gd name="connsiteY100" fmla="*/ 1012503 h 1012154"/>
                <a:gd name="connsiteX101" fmla="*/ 84942 w 287367"/>
                <a:gd name="connsiteY101" fmla="*/ 1012544 h 1012154"/>
                <a:gd name="connsiteX102" fmla="*/ 69180 w 287367"/>
                <a:gd name="connsiteY102" fmla="*/ 1012561 h 1012154"/>
                <a:gd name="connsiteX103" fmla="*/ 60073 w 287367"/>
                <a:gd name="connsiteY103" fmla="*/ 1012578 h 1012154"/>
                <a:gd name="connsiteX104" fmla="*/ 51748 w 287367"/>
                <a:gd name="connsiteY104" fmla="*/ 1012583 h 1012154"/>
                <a:gd name="connsiteX105" fmla="*/ 47286 w 287367"/>
                <a:gd name="connsiteY105" fmla="*/ 1012607 h 1012154"/>
                <a:gd name="connsiteX106" fmla="*/ 44638 w 287367"/>
                <a:gd name="connsiteY106" fmla="*/ 1012589 h 1012154"/>
                <a:gd name="connsiteX107" fmla="*/ 42338 w 287367"/>
                <a:gd name="connsiteY107" fmla="*/ 1012592 h 1012154"/>
                <a:gd name="connsiteX108" fmla="*/ 40550 w 287367"/>
                <a:gd name="connsiteY108" fmla="*/ 1012223 h 1012154"/>
                <a:gd name="connsiteX109" fmla="*/ 39061 w 287367"/>
                <a:gd name="connsiteY109" fmla="*/ 1009246 h 1012154"/>
                <a:gd name="connsiteX110" fmla="*/ 36829 w 287367"/>
                <a:gd name="connsiteY110" fmla="*/ 1007014 h 1012154"/>
                <a:gd name="connsiteX111" fmla="*/ 33852 w 287367"/>
                <a:gd name="connsiteY111" fmla="*/ 1002549 h 1012154"/>
                <a:gd name="connsiteX112" fmla="*/ 31620 w 287367"/>
                <a:gd name="connsiteY112" fmla="*/ 1001805 h 1012154"/>
                <a:gd name="connsiteX113" fmla="*/ 30876 w 287367"/>
                <a:gd name="connsiteY113" fmla="*/ 999572 h 1012154"/>
                <a:gd name="connsiteX114" fmla="*/ 28644 w 287367"/>
                <a:gd name="connsiteY114" fmla="*/ 998828 h 1012154"/>
                <a:gd name="connsiteX115" fmla="*/ 27899 w 287367"/>
                <a:gd name="connsiteY115" fmla="*/ 995852 h 1012154"/>
                <a:gd name="connsiteX116" fmla="*/ 25667 w 287367"/>
                <a:gd name="connsiteY116" fmla="*/ 994363 h 1012154"/>
                <a:gd name="connsiteX117" fmla="*/ 25667 w 287367"/>
                <a:gd name="connsiteY117" fmla="*/ 992131 h 1012154"/>
                <a:gd name="connsiteX118" fmla="*/ 22690 w 287367"/>
                <a:gd name="connsiteY118" fmla="*/ 992131 h 1012154"/>
                <a:gd name="connsiteX119" fmla="*/ 21946 w 287367"/>
                <a:gd name="connsiteY119" fmla="*/ 989154 h 1012154"/>
                <a:gd name="connsiteX120" fmla="*/ 20458 w 287367"/>
                <a:gd name="connsiteY120" fmla="*/ 989154 h 1012154"/>
                <a:gd name="connsiteX121" fmla="*/ 19853 w 287367"/>
                <a:gd name="connsiteY121" fmla="*/ 987899 h 1012154"/>
                <a:gd name="connsiteX122" fmla="*/ 13714 w 287367"/>
                <a:gd name="connsiteY122" fmla="*/ 981015 h 1012154"/>
                <a:gd name="connsiteX123" fmla="*/ 10738 w 287367"/>
                <a:gd name="connsiteY123" fmla="*/ 977155 h 1012154"/>
                <a:gd name="connsiteX124" fmla="*/ 7063 w 287367"/>
                <a:gd name="connsiteY124" fmla="*/ 973527 h 1012154"/>
                <a:gd name="connsiteX125" fmla="*/ 7063 w 287367"/>
                <a:gd name="connsiteY125" fmla="*/ 971295 h 1012154"/>
                <a:gd name="connsiteX126" fmla="*/ 5598 w 287367"/>
                <a:gd name="connsiteY126" fmla="*/ 971161 h 1012154"/>
                <a:gd name="connsiteX127" fmla="*/ 4087 w 287367"/>
                <a:gd name="connsiteY127" fmla="*/ 970551 h 1012154"/>
                <a:gd name="connsiteX128" fmla="*/ 3714 w 287367"/>
                <a:gd name="connsiteY128" fmla="*/ 964510 h 1012154"/>
                <a:gd name="connsiteX129" fmla="*/ 3701 w 287367"/>
                <a:gd name="connsiteY129" fmla="*/ 962555 h 1012154"/>
                <a:gd name="connsiteX130" fmla="*/ 3712 w 287367"/>
                <a:gd name="connsiteY130" fmla="*/ 955971 h 1012154"/>
                <a:gd name="connsiteX131" fmla="*/ 3699 w 287367"/>
                <a:gd name="connsiteY131" fmla="*/ 951223 h 1012154"/>
                <a:gd name="connsiteX132" fmla="*/ 3704 w 287367"/>
                <a:gd name="connsiteY132" fmla="*/ 938047 h 1012154"/>
                <a:gd name="connsiteX133" fmla="*/ 3695 w 287367"/>
                <a:gd name="connsiteY133" fmla="*/ 923762 h 1012154"/>
                <a:gd name="connsiteX134" fmla="*/ 3692 w 287367"/>
                <a:gd name="connsiteY134" fmla="*/ 898682 h 1012154"/>
                <a:gd name="connsiteX135" fmla="*/ 3696 w 287367"/>
                <a:gd name="connsiteY135" fmla="*/ 871759 h 1012154"/>
                <a:gd name="connsiteX136" fmla="*/ 3695 w 287367"/>
                <a:gd name="connsiteY136" fmla="*/ 870045 h 1012154"/>
                <a:gd name="connsiteX137" fmla="*/ 3690 w 287367"/>
                <a:gd name="connsiteY137" fmla="*/ 863131 h 1012154"/>
                <a:gd name="connsiteX138" fmla="*/ 3681 w 287367"/>
                <a:gd name="connsiteY138" fmla="*/ 798666 h 1012154"/>
                <a:gd name="connsiteX139" fmla="*/ 3682 w 287367"/>
                <a:gd name="connsiteY139" fmla="*/ 796735 h 1012154"/>
                <a:gd name="connsiteX140" fmla="*/ 3683 w 287367"/>
                <a:gd name="connsiteY140" fmla="*/ 794800 h 1012154"/>
                <a:gd name="connsiteX141" fmla="*/ 3689 w 287367"/>
                <a:gd name="connsiteY141" fmla="*/ 736528 h 1012154"/>
                <a:gd name="connsiteX142" fmla="*/ 3688 w 287367"/>
                <a:gd name="connsiteY142" fmla="*/ 732630 h 1012154"/>
                <a:gd name="connsiteX143" fmla="*/ 3685 w 287367"/>
                <a:gd name="connsiteY143" fmla="*/ 716969 h 1012154"/>
                <a:gd name="connsiteX144" fmla="*/ 3680 w 287367"/>
                <a:gd name="connsiteY144" fmla="*/ 673185 h 1012154"/>
                <a:gd name="connsiteX145" fmla="*/ 3680 w 287367"/>
                <a:gd name="connsiteY145" fmla="*/ 671170 h 1012154"/>
                <a:gd name="connsiteX146" fmla="*/ 3688 w 287367"/>
                <a:gd name="connsiteY146" fmla="*/ 607601 h 1012154"/>
                <a:gd name="connsiteX147" fmla="*/ 3689 w 287367"/>
                <a:gd name="connsiteY147" fmla="*/ 605517 h 1012154"/>
                <a:gd name="connsiteX148" fmla="*/ 3700 w 287367"/>
                <a:gd name="connsiteY148" fmla="*/ 572016 h 1012154"/>
                <a:gd name="connsiteX149" fmla="*/ 3699 w 287367"/>
                <a:gd name="connsiteY149" fmla="*/ 439139 h 1012154"/>
                <a:gd name="connsiteX150" fmla="*/ 3688 w 287367"/>
                <a:gd name="connsiteY150" fmla="*/ 405658 h 1012154"/>
                <a:gd name="connsiteX151" fmla="*/ 3688 w 287367"/>
                <a:gd name="connsiteY151" fmla="*/ 403575 h 1012154"/>
                <a:gd name="connsiteX152" fmla="*/ 3680 w 287367"/>
                <a:gd name="connsiteY152" fmla="*/ 340076 h 1012154"/>
                <a:gd name="connsiteX153" fmla="*/ 3680 w 287367"/>
                <a:gd name="connsiteY153" fmla="*/ 338063 h 1012154"/>
                <a:gd name="connsiteX154" fmla="*/ 3685 w 287367"/>
                <a:gd name="connsiteY154" fmla="*/ 294327 h 1012154"/>
                <a:gd name="connsiteX155" fmla="*/ 3688 w 287367"/>
                <a:gd name="connsiteY155" fmla="*/ 278678 h 1012154"/>
                <a:gd name="connsiteX156" fmla="*/ 3689 w 287367"/>
                <a:gd name="connsiteY156" fmla="*/ 274785 h 1012154"/>
                <a:gd name="connsiteX157" fmla="*/ 3682 w 287367"/>
                <a:gd name="connsiteY157" fmla="*/ 216525 h 1012154"/>
                <a:gd name="connsiteX158" fmla="*/ 3681 w 287367"/>
                <a:gd name="connsiteY158" fmla="*/ 214594 h 1012154"/>
                <a:gd name="connsiteX159" fmla="*/ 3680 w 287367"/>
                <a:gd name="connsiteY159" fmla="*/ 212666 h 1012154"/>
                <a:gd name="connsiteX160" fmla="*/ 3691 w 287367"/>
                <a:gd name="connsiteY160" fmla="*/ 148390 h 1012154"/>
                <a:gd name="connsiteX161" fmla="*/ 3696 w 287367"/>
                <a:gd name="connsiteY161" fmla="*/ 141497 h 1012154"/>
                <a:gd name="connsiteX162" fmla="*/ 3697 w 287367"/>
                <a:gd name="connsiteY162" fmla="*/ 139788 h 1012154"/>
                <a:gd name="connsiteX163" fmla="*/ 3690 w 287367"/>
                <a:gd name="connsiteY163" fmla="*/ 112931 h 1012154"/>
                <a:gd name="connsiteX164" fmla="*/ 3699 w 287367"/>
                <a:gd name="connsiteY164" fmla="*/ 86564 h 1012154"/>
                <a:gd name="connsiteX165" fmla="*/ 3698 w 287367"/>
                <a:gd name="connsiteY165" fmla="*/ 72442 h 1012154"/>
                <a:gd name="connsiteX166" fmla="*/ 3708 w 287367"/>
                <a:gd name="connsiteY166" fmla="*/ 59622 h 1012154"/>
                <a:gd name="connsiteX167" fmla="*/ 3701 w 287367"/>
                <a:gd name="connsiteY167" fmla="*/ 54987 h 1012154"/>
                <a:gd name="connsiteX168" fmla="*/ 3714 w 287367"/>
                <a:gd name="connsiteY168" fmla="*/ 48742 h 1012154"/>
                <a:gd name="connsiteX169" fmla="*/ 3692 w 287367"/>
                <a:gd name="connsiteY169" fmla="*/ 46899 h 1012154"/>
                <a:gd name="connsiteX170" fmla="*/ 4087 w 287367"/>
                <a:gd name="connsiteY170" fmla="*/ 42608 h 1012154"/>
                <a:gd name="connsiteX171" fmla="*/ 7063 w 287367"/>
                <a:gd name="connsiteY171" fmla="*/ 41119 h 1012154"/>
                <a:gd name="connsiteX172" fmla="*/ 9249 w 287367"/>
                <a:gd name="connsiteY172" fmla="*/ 38282 h 1012154"/>
                <a:gd name="connsiteX173" fmla="*/ 15249 w 287367"/>
                <a:gd name="connsiteY173" fmla="*/ 31446 h 1012154"/>
                <a:gd name="connsiteX174" fmla="*/ 16737 w 287367"/>
                <a:gd name="connsiteY174" fmla="*/ 31446 h 1012154"/>
                <a:gd name="connsiteX175" fmla="*/ 17481 w 287367"/>
                <a:gd name="connsiteY175" fmla="*/ 29585 h 1012154"/>
                <a:gd name="connsiteX176" fmla="*/ 18226 w 287367"/>
                <a:gd name="connsiteY176" fmla="*/ 27725 h 1012154"/>
                <a:gd name="connsiteX177" fmla="*/ 19714 w 287367"/>
                <a:gd name="connsiteY177" fmla="*/ 27725 h 1012154"/>
                <a:gd name="connsiteX178" fmla="*/ 19714 w 287367"/>
                <a:gd name="connsiteY178" fmla="*/ 25492 h 1012154"/>
                <a:gd name="connsiteX179" fmla="*/ 21574 w 287367"/>
                <a:gd name="connsiteY179" fmla="*/ 25167 h 1012154"/>
                <a:gd name="connsiteX180" fmla="*/ 23435 w 287367"/>
                <a:gd name="connsiteY180" fmla="*/ 24748 h 1012154"/>
                <a:gd name="connsiteX181" fmla="*/ 23435 w 287367"/>
                <a:gd name="connsiteY181" fmla="*/ 21772 h 1012154"/>
                <a:gd name="connsiteX182" fmla="*/ 25667 w 287367"/>
                <a:gd name="connsiteY182" fmla="*/ 21772 h 1012154"/>
                <a:gd name="connsiteX183" fmla="*/ 25667 w 287367"/>
                <a:gd name="connsiteY183" fmla="*/ 18051 h 1012154"/>
                <a:gd name="connsiteX184" fmla="*/ 28644 w 287367"/>
                <a:gd name="connsiteY184" fmla="*/ 18051 h 1012154"/>
                <a:gd name="connsiteX185" fmla="*/ 28644 w 287367"/>
                <a:gd name="connsiteY185" fmla="*/ 15074 h 1012154"/>
                <a:gd name="connsiteX186" fmla="*/ 31620 w 287367"/>
                <a:gd name="connsiteY186" fmla="*/ 15074 h 1012154"/>
                <a:gd name="connsiteX187" fmla="*/ 32364 w 287367"/>
                <a:gd name="connsiteY187" fmla="*/ 12098 h 1012154"/>
                <a:gd name="connsiteX188" fmla="*/ 33852 w 287367"/>
                <a:gd name="connsiteY188" fmla="*/ 11354 h 1012154"/>
                <a:gd name="connsiteX189" fmla="*/ 34178 w 287367"/>
                <a:gd name="connsiteY189" fmla="*/ 9865 h 1012154"/>
                <a:gd name="connsiteX190" fmla="*/ 34597 w 287367"/>
                <a:gd name="connsiteY190" fmla="*/ 8377 h 1012154"/>
                <a:gd name="connsiteX191" fmla="*/ 36829 w 287367"/>
                <a:gd name="connsiteY191" fmla="*/ 7633 h 1012154"/>
                <a:gd name="connsiteX192" fmla="*/ 37573 w 287367"/>
                <a:gd name="connsiteY192" fmla="*/ 5401 h 1012154"/>
                <a:gd name="connsiteX193" fmla="*/ 39061 w 287367"/>
                <a:gd name="connsiteY193" fmla="*/ 4656 h 1012154"/>
                <a:gd name="connsiteX194" fmla="*/ 39645 w 287367"/>
                <a:gd name="connsiteY194" fmla="*/ 2778 h 1012154"/>
                <a:gd name="connsiteX195" fmla="*/ 40550 w 287367"/>
                <a:gd name="connsiteY195" fmla="*/ 936 h 101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287367" h="1012154">
                  <a:moveTo>
                    <a:pt x="40550" y="936"/>
                  </a:moveTo>
                  <a:cubicBezTo>
                    <a:pt x="42327" y="473"/>
                    <a:pt x="42327" y="473"/>
                    <a:pt x="44610" y="476"/>
                  </a:cubicBezTo>
                  <a:cubicBezTo>
                    <a:pt x="45912" y="464"/>
                    <a:pt x="45912" y="464"/>
                    <a:pt x="47240" y="452"/>
                  </a:cubicBezTo>
                  <a:cubicBezTo>
                    <a:pt x="48683" y="467"/>
                    <a:pt x="48683" y="467"/>
                    <a:pt x="50154" y="483"/>
                  </a:cubicBezTo>
                  <a:cubicBezTo>
                    <a:pt x="51180" y="481"/>
                    <a:pt x="52205" y="477"/>
                    <a:pt x="53231" y="472"/>
                  </a:cubicBezTo>
                  <a:cubicBezTo>
                    <a:pt x="56058" y="462"/>
                    <a:pt x="58886" y="476"/>
                    <a:pt x="61713" y="493"/>
                  </a:cubicBezTo>
                  <a:cubicBezTo>
                    <a:pt x="64759" y="507"/>
                    <a:pt x="67804" y="501"/>
                    <a:pt x="70850" y="496"/>
                  </a:cubicBezTo>
                  <a:cubicBezTo>
                    <a:pt x="76820" y="491"/>
                    <a:pt x="82790" y="506"/>
                    <a:pt x="88760" y="527"/>
                  </a:cubicBezTo>
                  <a:cubicBezTo>
                    <a:pt x="95707" y="551"/>
                    <a:pt x="102653" y="554"/>
                    <a:pt x="109599" y="556"/>
                  </a:cubicBezTo>
                  <a:cubicBezTo>
                    <a:pt x="121989" y="561"/>
                    <a:pt x="134379" y="582"/>
                    <a:pt x="146769" y="614"/>
                  </a:cubicBezTo>
                  <a:cubicBezTo>
                    <a:pt x="158804" y="645"/>
                    <a:pt x="170839" y="666"/>
                    <a:pt x="182873" y="675"/>
                  </a:cubicBezTo>
                  <a:cubicBezTo>
                    <a:pt x="183614" y="676"/>
                    <a:pt x="184356" y="676"/>
                    <a:pt x="185119" y="677"/>
                  </a:cubicBezTo>
                  <a:cubicBezTo>
                    <a:pt x="188098" y="679"/>
                    <a:pt x="191077" y="681"/>
                    <a:pt x="194055" y="683"/>
                  </a:cubicBezTo>
                  <a:cubicBezTo>
                    <a:pt x="206889" y="693"/>
                    <a:pt x="219723" y="711"/>
                    <a:pt x="232557" y="729"/>
                  </a:cubicBezTo>
                  <a:cubicBezTo>
                    <a:pt x="234639" y="732"/>
                    <a:pt x="236721" y="735"/>
                    <a:pt x="238803" y="738"/>
                  </a:cubicBezTo>
                  <a:cubicBezTo>
                    <a:pt x="246089" y="747"/>
                    <a:pt x="253375" y="760"/>
                    <a:pt x="260661" y="779"/>
                  </a:cubicBezTo>
                  <a:cubicBezTo>
                    <a:pt x="263676" y="787"/>
                    <a:pt x="266690" y="793"/>
                    <a:pt x="269704" y="797"/>
                  </a:cubicBezTo>
                  <a:cubicBezTo>
                    <a:pt x="272460" y="800"/>
                    <a:pt x="275216" y="807"/>
                    <a:pt x="277972" y="817"/>
                  </a:cubicBezTo>
                  <a:cubicBezTo>
                    <a:pt x="279449" y="821"/>
                    <a:pt x="280926" y="822"/>
                    <a:pt x="282402" y="822"/>
                  </a:cubicBezTo>
                  <a:cubicBezTo>
                    <a:pt x="283270" y="826"/>
                    <a:pt x="284138" y="830"/>
                    <a:pt x="285032" y="834"/>
                  </a:cubicBezTo>
                  <a:cubicBezTo>
                    <a:pt x="285786" y="836"/>
                    <a:pt x="286539" y="837"/>
                    <a:pt x="287316" y="839"/>
                  </a:cubicBezTo>
                  <a:cubicBezTo>
                    <a:pt x="289093" y="936"/>
                    <a:pt x="289093" y="936"/>
                    <a:pt x="290581" y="1680"/>
                  </a:cubicBezTo>
                  <a:cubicBezTo>
                    <a:pt x="290768" y="3173"/>
                    <a:pt x="290768" y="3173"/>
                    <a:pt x="290770" y="5178"/>
                  </a:cubicBezTo>
                  <a:cubicBezTo>
                    <a:pt x="290774" y="5934"/>
                    <a:pt x="290778" y="6691"/>
                    <a:pt x="290783" y="7470"/>
                  </a:cubicBezTo>
                  <a:cubicBezTo>
                    <a:pt x="290778" y="8725"/>
                    <a:pt x="290778" y="8725"/>
                    <a:pt x="290774" y="10006"/>
                  </a:cubicBezTo>
                  <a:cubicBezTo>
                    <a:pt x="290778" y="11320"/>
                    <a:pt x="290778" y="11320"/>
                    <a:pt x="290782" y="12661"/>
                  </a:cubicBezTo>
                  <a:cubicBezTo>
                    <a:pt x="290787" y="15070"/>
                    <a:pt x="290786" y="17479"/>
                    <a:pt x="290781" y="19888"/>
                  </a:cubicBezTo>
                  <a:cubicBezTo>
                    <a:pt x="290777" y="22405"/>
                    <a:pt x="290781" y="24922"/>
                    <a:pt x="290783" y="27439"/>
                  </a:cubicBezTo>
                  <a:cubicBezTo>
                    <a:pt x="290786" y="31667"/>
                    <a:pt x="290782" y="35896"/>
                    <a:pt x="290775" y="40124"/>
                  </a:cubicBezTo>
                  <a:cubicBezTo>
                    <a:pt x="290767" y="45017"/>
                    <a:pt x="290770" y="49909"/>
                    <a:pt x="290778" y="54802"/>
                  </a:cubicBezTo>
                  <a:cubicBezTo>
                    <a:pt x="290785" y="58997"/>
                    <a:pt x="290785" y="63192"/>
                    <a:pt x="290782" y="67387"/>
                  </a:cubicBezTo>
                  <a:cubicBezTo>
                    <a:pt x="290779" y="69895"/>
                    <a:pt x="290779" y="72403"/>
                    <a:pt x="290784" y="74911"/>
                  </a:cubicBezTo>
                  <a:cubicBezTo>
                    <a:pt x="290788" y="77707"/>
                    <a:pt x="290782" y="80502"/>
                    <a:pt x="290774" y="83298"/>
                  </a:cubicBezTo>
                  <a:cubicBezTo>
                    <a:pt x="290777" y="84134"/>
                    <a:pt x="290780" y="84969"/>
                    <a:pt x="290783" y="85830"/>
                  </a:cubicBezTo>
                  <a:cubicBezTo>
                    <a:pt x="290779" y="86588"/>
                    <a:pt x="290774" y="87347"/>
                    <a:pt x="290770" y="88129"/>
                  </a:cubicBezTo>
                  <a:cubicBezTo>
                    <a:pt x="290769" y="89121"/>
                    <a:pt x="290769" y="89121"/>
                    <a:pt x="290768" y="90134"/>
                  </a:cubicBezTo>
                  <a:cubicBezTo>
                    <a:pt x="290581" y="91721"/>
                    <a:pt x="290581" y="91721"/>
                    <a:pt x="289093" y="93209"/>
                  </a:cubicBezTo>
                  <a:cubicBezTo>
                    <a:pt x="287602" y="93394"/>
                    <a:pt x="287602" y="93394"/>
                    <a:pt x="285729" y="93392"/>
                  </a:cubicBezTo>
                  <a:cubicBezTo>
                    <a:pt x="284661" y="93397"/>
                    <a:pt x="284661" y="93397"/>
                    <a:pt x="283571" y="93401"/>
                  </a:cubicBezTo>
                  <a:cubicBezTo>
                    <a:pt x="282389" y="93395"/>
                    <a:pt x="282389" y="93395"/>
                    <a:pt x="281183" y="93388"/>
                  </a:cubicBezTo>
                  <a:cubicBezTo>
                    <a:pt x="280350" y="93389"/>
                    <a:pt x="279517" y="93391"/>
                    <a:pt x="278659" y="93392"/>
                  </a:cubicBezTo>
                  <a:cubicBezTo>
                    <a:pt x="275850" y="93394"/>
                    <a:pt x="273040" y="93386"/>
                    <a:pt x="270231" y="93378"/>
                  </a:cubicBezTo>
                  <a:cubicBezTo>
                    <a:pt x="268224" y="93378"/>
                    <a:pt x="266217" y="93378"/>
                    <a:pt x="264211" y="93379"/>
                  </a:cubicBezTo>
                  <a:cubicBezTo>
                    <a:pt x="259881" y="93380"/>
                    <a:pt x="255551" y="93375"/>
                    <a:pt x="251220" y="93367"/>
                  </a:cubicBezTo>
                  <a:cubicBezTo>
                    <a:pt x="244958" y="93354"/>
                    <a:pt x="238696" y="93351"/>
                    <a:pt x="232434" y="93349"/>
                  </a:cubicBezTo>
                  <a:cubicBezTo>
                    <a:pt x="222272" y="93345"/>
                    <a:pt x="212111" y="93336"/>
                    <a:pt x="201949" y="93321"/>
                  </a:cubicBezTo>
                  <a:cubicBezTo>
                    <a:pt x="192080" y="93308"/>
                    <a:pt x="182211" y="93297"/>
                    <a:pt x="172342" y="93291"/>
                  </a:cubicBezTo>
                  <a:cubicBezTo>
                    <a:pt x="171734" y="93291"/>
                    <a:pt x="171126" y="93290"/>
                    <a:pt x="170500" y="93290"/>
                  </a:cubicBezTo>
                  <a:cubicBezTo>
                    <a:pt x="167451" y="93288"/>
                    <a:pt x="164402" y="93286"/>
                    <a:pt x="161352" y="93284"/>
                  </a:cubicBezTo>
                  <a:cubicBezTo>
                    <a:pt x="136464" y="93269"/>
                    <a:pt x="111577" y="93243"/>
                    <a:pt x="86689" y="93211"/>
                  </a:cubicBezTo>
                  <a:cubicBezTo>
                    <a:pt x="85696" y="93210"/>
                    <a:pt x="84703" y="93209"/>
                    <a:pt x="83710" y="93209"/>
                  </a:cubicBezTo>
                  <a:cubicBezTo>
                    <a:pt x="83710" y="214028"/>
                    <a:pt x="83710" y="334846"/>
                    <a:pt x="83710" y="459326"/>
                  </a:cubicBezTo>
                  <a:cubicBezTo>
                    <a:pt x="151513" y="459297"/>
                    <a:pt x="151513" y="459297"/>
                    <a:pt x="219316" y="459259"/>
                  </a:cubicBezTo>
                  <a:cubicBezTo>
                    <a:pt x="232397" y="459256"/>
                    <a:pt x="232397" y="459256"/>
                    <a:pt x="238511" y="459255"/>
                  </a:cubicBezTo>
                  <a:cubicBezTo>
                    <a:pt x="242803" y="459255"/>
                    <a:pt x="247094" y="459252"/>
                    <a:pt x="251386" y="459248"/>
                  </a:cubicBezTo>
                  <a:cubicBezTo>
                    <a:pt x="256330" y="459243"/>
                    <a:pt x="261273" y="459241"/>
                    <a:pt x="266217" y="459242"/>
                  </a:cubicBezTo>
                  <a:cubicBezTo>
                    <a:pt x="268748" y="459242"/>
                    <a:pt x="271280" y="459242"/>
                    <a:pt x="273811" y="459238"/>
                  </a:cubicBezTo>
                  <a:cubicBezTo>
                    <a:pt x="276515" y="459234"/>
                    <a:pt x="279218" y="459235"/>
                    <a:pt x="281922" y="459237"/>
                  </a:cubicBezTo>
                  <a:cubicBezTo>
                    <a:pt x="282722" y="459235"/>
                    <a:pt x="283521" y="459232"/>
                    <a:pt x="284345" y="459230"/>
                  </a:cubicBezTo>
                  <a:cubicBezTo>
                    <a:pt x="285065" y="459232"/>
                    <a:pt x="285785" y="459233"/>
                    <a:pt x="286526" y="459235"/>
                  </a:cubicBezTo>
                  <a:cubicBezTo>
                    <a:pt x="287152" y="459234"/>
                    <a:pt x="287778" y="459234"/>
                    <a:pt x="288423" y="459234"/>
                  </a:cubicBezTo>
                  <a:cubicBezTo>
                    <a:pt x="289837" y="459326"/>
                    <a:pt x="289837" y="459326"/>
                    <a:pt x="290581" y="460070"/>
                  </a:cubicBezTo>
                  <a:cubicBezTo>
                    <a:pt x="290581" y="490030"/>
                    <a:pt x="290581" y="519989"/>
                    <a:pt x="290581" y="550856"/>
                  </a:cubicBezTo>
                  <a:cubicBezTo>
                    <a:pt x="222068" y="550856"/>
                    <a:pt x="153555" y="550856"/>
                    <a:pt x="82966" y="550856"/>
                  </a:cubicBezTo>
                  <a:cubicBezTo>
                    <a:pt x="83211" y="672902"/>
                    <a:pt x="83457" y="794949"/>
                    <a:pt x="83710" y="920693"/>
                  </a:cubicBezTo>
                  <a:cubicBezTo>
                    <a:pt x="84447" y="920448"/>
                    <a:pt x="85183" y="920202"/>
                    <a:pt x="85942" y="919949"/>
                  </a:cubicBezTo>
                  <a:cubicBezTo>
                    <a:pt x="87075" y="919881"/>
                    <a:pt x="88210" y="919855"/>
                    <a:pt x="89344" y="919854"/>
                  </a:cubicBezTo>
                  <a:cubicBezTo>
                    <a:pt x="90397" y="919850"/>
                    <a:pt x="90397" y="919850"/>
                    <a:pt x="91472" y="919846"/>
                  </a:cubicBezTo>
                  <a:cubicBezTo>
                    <a:pt x="92245" y="919847"/>
                    <a:pt x="93017" y="919849"/>
                    <a:pt x="93813" y="919850"/>
                  </a:cubicBezTo>
                  <a:cubicBezTo>
                    <a:pt x="95043" y="919847"/>
                    <a:pt x="95043" y="919847"/>
                    <a:pt x="96297" y="919845"/>
                  </a:cubicBezTo>
                  <a:cubicBezTo>
                    <a:pt x="99058" y="919840"/>
                    <a:pt x="101819" y="919841"/>
                    <a:pt x="104580" y="919841"/>
                  </a:cubicBezTo>
                  <a:cubicBezTo>
                    <a:pt x="106554" y="919839"/>
                    <a:pt x="108528" y="919836"/>
                    <a:pt x="110502" y="919834"/>
                  </a:cubicBezTo>
                  <a:cubicBezTo>
                    <a:pt x="115315" y="919827"/>
                    <a:pt x="120128" y="919825"/>
                    <a:pt x="124942" y="919825"/>
                  </a:cubicBezTo>
                  <a:cubicBezTo>
                    <a:pt x="128854" y="919825"/>
                    <a:pt x="132765" y="919823"/>
                    <a:pt x="136677" y="919821"/>
                  </a:cubicBezTo>
                  <a:cubicBezTo>
                    <a:pt x="147763" y="919814"/>
                    <a:pt x="158850" y="919811"/>
                    <a:pt x="169936" y="919811"/>
                  </a:cubicBezTo>
                  <a:cubicBezTo>
                    <a:pt x="170534" y="919811"/>
                    <a:pt x="171132" y="919811"/>
                    <a:pt x="171748" y="919811"/>
                  </a:cubicBezTo>
                  <a:cubicBezTo>
                    <a:pt x="172346" y="919811"/>
                    <a:pt x="172945" y="919811"/>
                    <a:pt x="173562" y="919811"/>
                  </a:cubicBezTo>
                  <a:cubicBezTo>
                    <a:pt x="183265" y="919812"/>
                    <a:pt x="192968" y="919805"/>
                    <a:pt x="202671" y="919794"/>
                  </a:cubicBezTo>
                  <a:cubicBezTo>
                    <a:pt x="212630" y="919784"/>
                    <a:pt x="222589" y="919778"/>
                    <a:pt x="232547" y="919779"/>
                  </a:cubicBezTo>
                  <a:cubicBezTo>
                    <a:pt x="238140" y="919779"/>
                    <a:pt x="243733" y="919777"/>
                    <a:pt x="249326" y="919769"/>
                  </a:cubicBezTo>
                  <a:cubicBezTo>
                    <a:pt x="254088" y="919762"/>
                    <a:pt x="258849" y="919761"/>
                    <a:pt x="263611" y="919766"/>
                  </a:cubicBezTo>
                  <a:cubicBezTo>
                    <a:pt x="266041" y="919768"/>
                    <a:pt x="268471" y="919768"/>
                    <a:pt x="270901" y="919762"/>
                  </a:cubicBezTo>
                  <a:cubicBezTo>
                    <a:pt x="273534" y="919756"/>
                    <a:pt x="276167" y="919760"/>
                    <a:pt x="278800" y="919765"/>
                  </a:cubicBezTo>
                  <a:cubicBezTo>
                    <a:pt x="279570" y="919761"/>
                    <a:pt x="280339" y="919758"/>
                    <a:pt x="281132" y="919754"/>
                  </a:cubicBezTo>
                  <a:cubicBezTo>
                    <a:pt x="281838" y="919757"/>
                    <a:pt x="282544" y="919761"/>
                    <a:pt x="283271" y="919764"/>
                  </a:cubicBezTo>
                  <a:cubicBezTo>
                    <a:pt x="283879" y="919764"/>
                    <a:pt x="284486" y="919764"/>
                    <a:pt x="285112" y="919764"/>
                  </a:cubicBezTo>
                  <a:cubicBezTo>
                    <a:pt x="287229" y="919989"/>
                    <a:pt x="288730" y="920371"/>
                    <a:pt x="290581" y="921438"/>
                  </a:cubicBezTo>
                  <a:cubicBezTo>
                    <a:pt x="291039" y="923038"/>
                    <a:pt x="291039" y="923038"/>
                    <a:pt x="291028" y="925063"/>
                  </a:cubicBezTo>
                  <a:cubicBezTo>
                    <a:pt x="291036" y="926212"/>
                    <a:pt x="291036" y="926212"/>
                    <a:pt x="291044" y="927384"/>
                  </a:cubicBezTo>
                  <a:cubicBezTo>
                    <a:pt x="291031" y="928228"/>
                    <a:pt x="291017" y="929071"/>
                    <a:pt x="291003" y="929940"/>
                  </a:cubicBezTo>
                  <a:cubicBezTo>
                    <a:pt x="291004" y="930826"/>
                    <a:pt x="291005" y="931712"/>
                    <a:pt x="291005" y="932624"/>
                  </a:cubicBezTo>
                  <a:cubicBezTo>
                    <a:pt x="291003" y="935057"/>
                    <a:pt x="290984" y="937488"/>
                    <a:pt x="290958" y="939921"/>
                  </a:cubicBezTo>
                  <a:cubicBezTo>
                    <a:pt x="290935" y="942461"/>
                    <a:pt x="290933" y="945002"/>
                    <a:pt x="290928" y="947542"/>
                  </a:cubicBezTo>
                  <a:cubicBezTo>
                    <a:pt x="290917" y="952354"/>
                    <a:pt x="290886" y="957167"/>
                    <a:pt x="290849" y="961979"/>
                  </a:cubicBezTo>
                  <a:cubicBezTo>
                    <a:pt x="290807" y="967457"/>
                    <a:pt x="290787" y="972935"/>
                    <a:pt x="290768" y="978413"/>
                  </a:cubicBezTo>
                  <a:cubicBezTo>
                    <a:pt x="290729" y="989683"/>
                    <a:pt x="290664" y="1000953"/>
                    <a:pt x="290581" y="1012223"/>
                  </a:cubicBezTo>
                  <a:cubicBezTo>
                    <a:pt x="258754" y="1012291"/>
                    <a:pt x="226927" y="1012343"/>
                    <a:pt x="195100" y="1012375"/>
                  </a:cubicBezTo>
                  <a:cubicBezTo>
                    <a:pt x="191346" y="1012378"/>
                    <a:pt x="187592" y="1012382"/>
                    <a:pt x="183838" y="1012386"/>
                  </a:cubicBezTo>
                  <a:cubicBezTo>
                    <a:pt x="182717" y="1012387"/>
                    <a:pt x="182717" y="1012387"/>
                    <a:pt x="181573" y="1012389"/>
                  </a:cubicBezTo>
                  <a:cubicBezTo>
                    <a:pt x="169458" y="1012402"/>
                    <a:pt x="157342" y="1012425"/>
                    <a:pt x="145226" y="1012452"/>
                  </a:cubicBezTo>
                  <a:cubicBezTo>
                    <a:pt x="132803" y="1012480"/>
                    <a:pt x="120380" y="1012497"/>
                    <a:pt x="107956" y="1012503"/>
                  </a:cubicBezTo>
                  <a:cubicBezTo>
                    <a:pt x="100285" y="1012507"/>
                    <a:pt x="92614" y="1012520"/>
                    <a:pt x="84942" y="1012544"/>
                  </a:cubicBezTo>
                  <a:cubicBezTo>
                    <a:pt x="79688" y="1012560"/>
                    <a:pt x="74434" y="1012564"/>
                    <a:pt x="69180" y="1012561"/>
                  </a:cubicBezTo>
                  <a:cubicBezTo>
                    <a:pt x="66144" y="1012559"/>
                    <a:pt x="63109" y="1012562"/>
                    <a:pt x="60073" y="1012578"/>
                  </a:cubicBezTo>
                  <a:cubicBezTo>
                    <a:pt x="57298" y="1012592"/>
                    <a:pt x="54523" y="1012593"/>
                    <a:pt x="51748" y="1012583"/>
                  </a:cubicBezTo>
                  <a:cubicBezTo>
                    <a:pt x="50261" y="1012581"/>
                    <a:pt x="48773" y="1012594"/>
                    <a:pt x="47286" y="1012607"/>
                  </a:cubicBezTo>
                  <a:cubicBezTo>
                    <a:pt x="45975" y="1012598"/>
                    <a:pt x="45975" y="1012598"/>
                    <a:pt x="44638" y="1012589"/>
                  </a:cubicBezTo>
                  <a:cubicBezTo>
                    <a:pt x="43879" y="1012590"/>
                    <a:pt x="43120" y="1012591"/>
                    <a:pt x="42338" y="1012592"/>
                  </a:cubicBezTo>
                  <a:cubicBezTo>
                    <a:pt x="41748" y="1012470"/>
                    <a:pt x="41158" y="1012348"/>
                    <a:pt x="40550" y="1012223"/>
                  </a:cubicBezTo>
                  <a:cubicBezTo>
                    <a:pt x="39617" y="1010784"/>
                    <a:pt x="39617" y="1010784"/>
                    <a:pt x="39061" y="1009246"/>
                  </a:cubicBezTo>
                  <a:cubicBezTo>
                    <a:pt x="38007" y="1008068"/>
                    <a:pt x="38007" y="1008068"/>
                    <a:pt x="36829" y="1007014"/>
                  </a:cubicBezTo>
                  <a:cubicBezTo>
                    <a:pt x="35118" y="1005435"/>
                    <a:pt x="34617" y="1004844"/>
                    <a:pt x="33852" y="1002549"/>
                  </a:cubicBezTo>
                  <a:cubicBezTo>
                    <a:pt x="33116" y="1002303"/>
                    <a:pt x="32379" y="1002058"/>
                    <a:pt x="31620" y="1001805"/>
                  </a:cubicBezTo>
                  <a:cubicBezTo>
                    <a:pt x="31252" y="1000700"/>
                    <a:pt x="31252" y="1000700"/>
                    <a:pt x="30876" y="999572"/>
                  </a:cubicBezTo>
                  <a:cubicBezTo>
                    <a:pt x="30139" y="999327"/>
                    <a:pt x="29403" y="999081"/>
                    <a:pt x="28644" y="998828"/>
                  </a:cubicBezTo>
                  <a:cubicBezTo>
                    <a:pt x="28388" y="997838"/>
                    <a:pt x="28140" y="996846"/>
                    <a:pt x="27899" y="995852"/>
                  </a:cubicBezTo>
                  <a:cubicBezTo>
                    <a:pt x="27163" y="995360"/>
                    <a:pt x="26426" y="994869"/>
                    <a:pt x="25667" y="994363"/>
                  </a:cubicBezTo>
                  <a:cubicBezTo>
                    <a:pt x="25667" y="993627"/>
                    <a:pt x="25667" y="992890"/>
                    <a:pt x="25667" y="992131"/>
                  </a:cubicBezTo>
                  <a:cubicBezTo>
                    <a:pt x="24685" y="992131"/>
                    <a:pt x="23702" y="992131"/>
                    <a:pt x="22690" y="992131"/>
                  </a:cubicBezTo>
                  <a:cubicBezTo>
                    <a:pt x="22225" y="990643"/>
                    <a:pt x="22225" y="990643"/>
                    <a:pt x="21946" y="989154"/>
                  </a:cubicBezTo>
                  <a:cubicBezTo>
                    <a:pt x="21455" y="989154"/>
                    <a:pt x="20964" y="989154"/>
                    <a:pt x="20458" y="989154"/>
                  </a:cubicBezTo>
                  <a:cubicBezTo>
                    <a:pt x="20258" y="988740"/>
                    <a:pt x="20059" y="988326"/>
                    <a:pt x="19853" y="987899"/>
                  </a:cubicBezTo>
                  <a:cubicBezTo>
                    <a:pt x="18406" y="985080"/>
                    <a:pt x="16003" y="983165"/>
                    <a:pt x="13714" y="981015"/>
                  </a:cubicBezTo>
                  <a:cubicBezTo>
                    <a:pt x="12272" y="979481"/>
                    <a:pt x="12272" y="979481"/>
                    <a:pt x="10738" y="977155"/>
                  </a:cubicBezTo>
                  <a:cubicBezTo>
                    <a:pt x="9404" y="974883"/>
                    <a:pt x="9404" y="974883"/>
                    <a:pt x="7063" y="973527"/>
                  </a:cubicBezTo>
                  <a:cubicBezTo>
                    <a:pt x="7063" y="972791"/>
                    <a:pt x="7063" y="972054"/>
                    <a:pt x="7063" y="971295"/>
                  </a:cubicBezTo>
                  <a:cubicBezTo>
                    <a:pt x="6580" y="971251"/>
                    <a:pt x="6097" y="971207"/>
                    <a:pt x="5598" y="971161"/>
                  </a:cubicBezTo>
                  <a:cubicBezTo>
                    <a:pt x="4850" y="970859"/>
                    <a:pt x="4850" y="970859"/>
                    <a:pt x="4087" y="970551"/>
                  </a:cubicBezTo>
                  <a:cubicBezTo>
                    <a:pt x="3777" y="968446"/>
                    <a:pt x="3689" y="966622"/>
                    <a:pt x="3714" y="964510"/>
                  </a:cubicBezTo>
                  <a:cubicBezTo>
                    <a:pt x="3710" y="963865"/>
                    <a:pt x="3705" y="963220"/>
                    <a:pt x="3701" y="962555"/>
                  </a:cubicBezTo>
                  <a:cubicBezTo>
                    <a:pt x="3691" y="960360"/>
                    <a:pt x="3702" y="958166"/>
                    <a:pt x="3712" y="955971"/>
                  </a:cubicBezTo>
                  <a:cubicBezTo>
                    <a:pt x="3709" y="954388"/>
                    <a:pt x="3705" y="952805"/>
                    <a:pt x="3699" y="951223"/>
                  </a:cubicBezTo>
                  <a:cubicBezTo>
                    <a:pt x="3687" y="946831"/>
                    <a:pt x="3695" y="942439"/>
                    <a:pt x="3704" y="938047"/>
                  </a:cubicBezTo>
                  <a:cubicBezTo>
                    <a:pt x="3712" y="933286"/>
                    <a:pt x="3702" y="928524"/>
                    <a:pt x="3695" y="923762"/>
                  </a:cubicBezTo>
                  <a:cubicBezTo>
                    <a:pt x="3684" y="915402"/>
                    <a:pt x="3684" y="907042"/>
                    <a:pt x="3692" y="898682"/>
                  </a:cubicBezTo>
                  <a:cubicBezTo>
                    <a:pt x="3700" y="889708"/>
                    <a:pt x="3702" y="880734"/>
                    <a:pt x="3696" y="871759"/>
                  </a:cubicBezTo>
                  <a:cubicBezTo>
                    <a:pt x="3695" y="871194"/>
                    <a:pt x="3695" y="870628"/>
                    <a:pt x="3695" y="870045"/>
                  </a:cubicBezTo>
                  <a:cubicBezTo>
                    <a:pt x="3693" y="867740"/>
                    <a:pt x="3691" y="865436"/>
                    <a:pt x="3690" y="863131"/>
                  </a:cubicBezTo>
                  <a:cubicBezTo>
                    <a:pt x="3674" y="841643"/>
                    <a:pt x="3673" y="820155"/>
                    <a:pt x="3681" y="798666"/>
                  </a:cubicBezTo>
                  <a:cubicBezTo>
                    <a:pt x="3682" y="797710"/>
                    <a:pt x="3682" y="797710"/>
                    <a:pt x="3682" y="796735"/>
                  </a:cubicBezTo>
                  <a:cubicBezTo>
                    <a:pt x="3682" y="796097"/>
                    <a:pt x="3682" y="795458"/>
                    <a:pt x="3683" y="794800"/>
                  </a:cubicBezTo>
                  <a:cubicBezTo>
                    <a:pt x="3690" y="775376"/>
                    <a:pt x="3692" y="755952"/>
                    <a:pt x="3689" y="736528"/>
                  </a:cubicBezTo>
                  <a:cubicBezTo>
                    <a:pt x="3688" y="735228"/>
                    <a:pt x="3688" y="733929"/>
                    <a:pt x="3688" y="732630"/>
                  </a:cubicBezTo>
                  <a:cubicBezTo>
                    <a:pt x="3687" y="727410"/>
                    <a:pt x="3686" y="722189"/>
                    <a:pt x="3685" y="716969"/>
                  </a:cubicBezTo>
                  <a:cubicBezTo>
                    <a:pt x="3682" y="702374"/>
                    <a:pt x="3681" y="687779"/>
                    <a:pt x="3680" y="673185"/>
                  </a:cubicBezTo>
                  <a:cubicBezTo>
                    <a:pt x="3680" y="672520"/>
                    <a:pt x="3680" y="671855"/>
                    <a:pt x="3680" y="671170"/>
                  </a:cubicBezTo>
                  <a:cubicBezTo>
                    <a:pt x="3678" y="649980"/>
                    <a:pt x="3682" y="628791"/>
                    <a:pt x="3688" y="607601"/>
                  </a:cubicBezTo>
                  <a:cubicBezTo>
                    <a:pt x="3688" y="606913"/>
                    <a:pt x="3689" y="606225"/>
                    <a:pt x="3689" y="605517"/>
                  </a:cubicBezTo>
                  <a:cubicBezTo>
                    <a:pt x="3692" y="594350"/>
                    <a:pt x="3696" y="583183"/>
                    <a:pt x="3700" y="572016"/>
                  </a:cubicBezTo>
                  <a:cubicBezTo>
                    <a:pt x="3714" y="527723"/>
                    <a:pt x="3713" y="483431"/>
                    <a:pt x="3699" y="439139"/>
                  </a:cubicBezTo>
                  <a:cubicBezTo>
                    <a:pt x="3695" y="427979"/>
                    <a:pt x="3692" y="416818"/>
                    <a:pt x="3688" y="405658"/>
                  </a:cubicBezTo>
                  <a:cubicBezTo>
                    <a:pt x="3688" y="404627"/>
                    <a:pt x="3688" y="404627"/>
                    <a:pt x="3688" y="403575"/>
                  </a:cubicBezTo>
                  <a:cubicBezTo>
                    <a:pt x="3681" y="382409"/>
                    <a:pt x="3678" y="361242"/>
                    <a:pt x="3680" y="340076"/>
                  </a:cubicBezTo>
                  <a:cubicBezTo>
                    <a:pt x="3680" y="339411"/>
                    <a:pt x="3680" y="338747"/>
                    <a:pt x="3680" y="338063"/>
                  </a:cubicBezTo>
                  <a:cubicBezTo>
                    <a:pt x="3681" y="323484"/>
                    <a:pt x="3683" y="308905"/>
                    <a:pt x="3685" y="294327"/>
                  </a:cubicBezTo>
                  <a:cubicBezTo>
                    <a:pt x="3686" y="289110"/>
                    <a:pt x="3687" y="283894"/>
                    <a:pt x="3688" y="278678"/>
                  </a:cubicBezTo>
                  <a:cubicBezTo>
                    <a:pt x="3688" y="277381"/>
                    <a:pt x="3689" y="276083"/>
                    <a:pt x="3689" y="274785"/>
                  </a:cubicBezTo>
                  <a:cubicBezTo>
                    <a:pt x="3692" y="255365"/>
                    <a:pt x="3689" y="235945"/>
                    <a:pt x="3682" y="216525"/>
                  </a:cubicBezTo>
                  <a:cubicBezTo>
                    <a:pt x="3682" y="215887"/>
                    <a:pt x="3681" y="215250"/>
                    <a:pt x="3681" y="214594"/>
                  </a:cubicBezTo>
                  <a:cubicBezTo>
                    <a:pt x="3681" y="213957"/>
                    <a:pt x="3681" y="213321"/>
                    <a:pt x="3680" y="212666"/>
                  </a:cubicBezTo>
                  <a:cubicBezTo>
                    <a:pt x="3672" y="191241"/>
                    <a:pt x="3675" y="169815"/>
                    <a:pt x="3691" y="148390"/>
                  </a:cubicBezTo>
                  <a:cubicBezTo>
                    <a:pt x="3693" y="146092"/>
                    <a:pt x="3694" y="143795"/>
                    <a:pt x="3696" y="141497"/>
                  </a:cubicBezTo>
                  <a:cubicBezTo>
                    <a:pt x="3696" y="140933"/>
                    <a:pt x="3697" y="140369"/>
                    <a:pt x="3697" y="139788"/>
                  </a:cubicBezTo>
                  <a:cubicBezTo>
                    <a:pt x="3703" y="130836"/>
                    <a:pt x="3699" y="121883"/>
                    <a:pt x="3690" y="112931"/>
                  </a:cubicBezTo>
                  <a:cubicBezTo>
                    <a:pt x="3683" y="104142"/>
                    <a:pt x="3686" y="95353"/>
                    <a:pt x="3699" y="86564"/>
                  </a:cubicBezTo>
                  <a:cubicBezTo>
                    <a:pt x="3707" y="81856"/>
                    <a:pt x="3709" y="77149"/>
                    <a:pt x="3698" y="72442"/>
                  </a:cubicBezTo>
                  <a:cubicBezTo>
                    <a:pt x="3689" y="68168"/>
                    <a:pt x="3693" y="63895"/>
                    <a:pt x="3708" y="59622"/>
                  </a:cubicBezTo>
                  <a:cubicBezTo>
                    <a:pt x="3711" y="58077"/>
                    <a:pt x="3709" y="56532"/>
                    <a:pt x="3701" y="54987"/>
                  </a:cubicBezTo>
                  <a:cubicBezTo>
                    <a:pt x="3692" y="52905"/>
                    <a:pt x="3700" y="50824"/>
                    <a:pt x="3714" y="48742"/>
                  </a:cubicBezTo>
                  <a:cubicBezTo>
                    <a:pt x="3707" y="48134"/>
                    <a:pt x="3700" y="47526"/>
                    <a:pt x="3692" y="46899"/>
                  </a:cubicBezTo>
                  <a:cubicBezTo>
                    <a:pt x="3714" y="45234"/>
                    <a:pt x="3714" y="45234"/>
                    <a:pt x="4087" y="42608"/>
                  </a:cubicBezTo>
                  <a:cubicBezTo>
                    <a:pt x="5527" y="41562"/>
                    <a:pt x="5527" y="41562"/>
                    <a:pt x="7063" y="41119"/>
                  </a:cubicBezTo>
                  <a:cubicBezTo>
                    <a:pt x="8236" y="39808"/>
                    <a:pt x="8236" y="39808"/>
                    <a:pt x="9249" y="38282"/>
                  </a:cubicBezTo>
                  <a:cubicBezTo>
                    <a:pt x="11083" y="35734"/>
                    <a:pt x="12901" y="33533"/>
                    <a:pt x="15249" y="31446"/>
                  </a:cubicBezTo>
                  <a:cubicBezTo>
                    <a:pt x="15740" y="31446"/>
                    <a:pt x="16231" y="31446"/>
                    <a:pt x="16737" y="31446"/>
                  </a:cubicBezTo>
                  <a:cubicBezTo>
                    <a:pt x="16983" y="30832"/>
                    <a:pt x="17228" y="30218"/>
                    <a:pt x="17481" y="29585"/>
                  </a:cubicBezTo>
                  <a:cubicBezTo>
                    <a:pt x="17727" y="28971"/>
                    <a:pt x="17973" y="28357"/>
                    <a:pt x="18226" y="27725"/>
                  </a:cubicBezTo>
                  <a:cubicBezTo>
                    <a:pt x="18717" y="27725"/>
                    <a:pt x="19208" y="27725"/>
                    <a:pt x="19714" y="27725"/>
                  </a:cubicBezTo>
                  <a:cubicBezTo>
                    <a:pt x="19714" y="26988"/>
                    <a:pt x="19714" y="26251"/>
                    <a:pt x="19714" y="25492"/>
                  </a:cubicBezTo>
                  <a:cubicBezTo>
                    <a:pt x="20328" y="25385"/>
                    <a:pt x="20942" y="25278"/>
                    <a:pt x="21574" y="25167"/>
                  </a:cubicBezTo>
                  <a:cubicBezTo>
                    <a:pt x="22188" y="25029"/>
                    <a:pt x="22802" y="24891"/>
                    <a:pt x="23435" y="24748"/>
                  </a:cubicBezTo>
                  <a:cubicBezTo>
                    <a:pt x="23435" y="23766"/>
                    <a:pt x="23435" y="22784"/>
                    <a:pt x="23435" y="21772"/>
                  </a:cubicBezTo>
                  <a:cubicBezTo>
                    <a:pt x="24171" y="21772"/>
                    <a:pt x="24908" y="21772"/>
                    <a:pt x="25667" y="21772"/>
                  </a:cubicBezTo>
                  <a:cubicBezTo>
                    <a:pt x="25667" y="20544"/>
                    <a:pt x="25667" y="19316"/>
                    <a:pt x="25667" y="18051"/>
                  </a:cubicBezTo>
                  <a:cubicBezTo>
                    <a:pt x="26649" y="18051"/>
                    <a:pt x="27631" y="18051"/>
                    <a:pt x="28644" y="18051"/>
                  </a:cubicBezTo>
                  <a:cubicBezTo>
                    <a:pt x="28644" y="17069"/>
                    <a:pt x="28644" y="16086"/>
                    <a:pt x="28644" y="15074"/>
                  </a:cubicBezTo>
                  <a:cubicBezTo>
                    <a:pt x="29626" y="15074"/>
                    <a:pt x="30608" y="15074"/>
                    <a:pt x="31620" y="15074"/>
                  </a:cubicBezTo>
                  <a:cubicBezTo>
                    <a:pt x="32120" y="13634"/>
                    <a:pt x="32120" y="13634"/>
                    <a:pt x="32364" y="12098"/>
                  </a:cubicBezTo>
                  <a:cubicBezTo>
                    <a:pt x="32855" y="11852"/>
                    <a:pt x="33346" y="11607"/>
                    <a:pt x="33852" y="11354"/>
                  </a:cubicBezTo>
                  <a:cubicBezTo>
                    <a:pt x="33960" y="10863"/>
                    <a:pt x="34067" y="10371"/>
                    <a:pt x="34178" y="9865"/>
                  </a:cubicBezTo>
                  <a:cubicBezTo>
                    <a:pt x="34385" y="9129"/>
                    <a:pt x="34385" y="9129"/>
                    <a:pt x="34597" y="8377"/>
                  </a:cubicBezTo>
                  <a:cubicBezTo>
                    <a:pt x="35333" y="8132"/>
                    <a:pt x="36070" y="7886"/>
                    <a:pt x="36829" y="7633"/>
                  </a:cubicBezTo>
                  <a:cubicBezTo>
                    <a:pt x="37075" y="6896"/>
                    <a:pt x="37320" y="6160"/>
                    <a:pt x="37573" y="5401"/>
                  </a:cubicBezTo>
                  <a:cubicBezTo>
                    <a:pt x="38064" y="5155"/>
                    <a:pt x="38555" y="4909"/>
                    <a:pt x="39061" y="4656"/>
                  </a:cubicBezTo>
                  <a:cubicBezTo>
                    <a:pt x="39350" y="3727"/>
                    <a:pt x="39350" y="3727"/>
                    <a:pt x="39645" y="2778"/>
                  </a:cubicBezTo>
                  <a:cubicBezTo>
                    <a:pt x="39943" y="2170"/>
                    <a:pt x="40242" y="1562"/>
                    <a:pt x="40550" y="936"/>
                  </a:cubicBezTo>
                  <a:close/>
                </a:path>
              </a:pathLst>
            </a:custGeom>
            <a:grpFill/>
            <a:ln w="744" cap="flat">
              <a:noFill/>
              <a:prstDash val="solid"/>
              <a:miter/>
            </a:ln>
          </p:spPr>
          <p:txBody>
            <a:bodyPr rtlCol="0" anchor="ctr"/>
            <a:lstStyle/>
            <a:p>
              <a:endParaRPr lang="zh-CN" altLang="en-US"/>
            </a:p>
          </p:txBody>
        </p:sp>
        <p:sp>
          <p:nvSpPr>
            <p:cNvPr id="16" name="任意多边形: 形状 116"/>
            <p:cNvSpPr/>
            <p:nvPr/>
          </p:nvSpPr>
          <p:spPr>
            <a:xfrm>
              <a:off x="3773938" y="5907735"/>
              <a:ext cx="473526" cy="193482"/>
            </a:xfrm>
            <a:custGeom>
              <a:avLst/>
              <a:gdLst>
                <a:gd name="connsiteX0" fmla="*/ 512969 w 869556"/>
                <a:gd name="connsiteY0" fmla="*/ 92 h 448064"/>
                <a:gd name="connsiteX1" fmla="*/ 554554 w 869556"/>
                <a:gd name="connsiteY1" fmla="*/ 53 h 448064"/>
                <a:gd name="connsiteX2" fmla="*/ 573861 w 869556"/>
                <a:gd name="connsiteY2" fmla="*/ 35 h 448064"/>
                <a:gd name="connsiteX3" fmla="*/ 590683 w 869556"/>
                <a:gd name="connsiteY3" fmla="*/ 22 h 448064"/>
                <a:gd name="connsiteX4" fmla="*/ 599595 w 869556"/>
                <a:gd name="connsiteY4" fmla="*/ 13 h 448064"/>
                <a:gd name="connsiteX5" fmla="*/ 607974 w 869556"/>
                <a:gd name="connsiteY5" fmla="*/ 7 h 448064"/>
                <a:gd name="connsiteX6" fmla="*/ 611059 w 869556"/>
                <a:gd name="connsiteY6" fmla="*/ 3 h 448064"/>
                <a:gd name="connsiteX7" fmla="*/ 615252 w 869556"/>
                <a:gd name="connsiteY7" fmla="*/ 2 h 448064"/>
                <a:gd name="connsiteX8" fmla="*/ 617628 w 869556"/>
                <a:gd name="connsiteY8" fmla="*/ 0 h 448064"/>
                <a:gd name="connsiteX9" fmla="*/ 620125 w 869556"/>
                <a:gd name="connsiteY9" fmla="*/ 836 h 448064"/>
                <a:gd name="connsiteX10" fmla="*/ 626683 w 869556"/>
                <a:gd name="connsiteY10" fmla="*/ 940 h 448064"/>
                <a:gd name="connsiteX11" fmla="*/ 630735 w 869556"/>
                <a:gd name="connsiteY11" fmla="*/ 984 h 448064"/>
                <a:gd name="connsiteX12" fmla="*/ 637158 w 869556"/>
                <a:gd name="connsiteY12" fmla="*/ 1022 h 448064"/>
                <a:gd name="connsiteX13" fmla="*/ 643333 w 869556"/>
                <a:gd name="connsiteY13" fmla="*/ 1080 h 448064"/>
                <a:gd name="connsiteX14" fmla="*/ 645287 w 869556"/>
                <a:gd name="connsiteY14" fmla="*/ 1064 h 448064"/>
                <a:gd name="connsiteX15" fmla="*/ 649891 w 869556"/>
                <a:gd name="connsiteY15" fmla="*/ 1580 h 448064"/>
                <a:gd name="connsiteX16" fmla="*/ 650635 w 869556"/>
                <a:gd name="connsiteY16" fmla="*/ 5301 h 448064"/>
                <a:gd name="connsiteX17" fmla="*/ 655864 w 869556"/>
                <a:gd name="connsiteY17" fmla="*/ 5559 h 448064"/>
                <a:gd name="connsiteX18" fmla="*/ 657452 w 869556"/>
                <a:gd name="connsiteY18" fmla="*/ 5522 h 448064"/>
                <a:gd name="connsiteX19" fmla="*/ 662495 w 869556"/>
                <a:gd name="connsiteY19" fmla="*/ 5347 h 448064"/>
                <a:gd name="connsiteX20" fmla="*/ 667529 w 869556"/>
                <a:gd name="connsiteY20" fmla="*/ 5180 h 448064"/>
                <a:gd name="connsiteX21" fmla="*/ 670667 w 869556"/>
                <a:gd name="connsiteY21" fmla="*/ 5059 h 448064"/>
                <a:gd name="connsiteX22" fmla="*/ 674447 w 869556"/>
                <a:gd name="connsiteY22" fmla="*/ 5301 h 448064"/>
                <a:gd name="connsiteX23" fmla="*/ 675936 w 869556"/>
                <a:gd name="connsiteY23" fmla="*/ 8277 h 448064"/>
                <a:gd name="connsiteX24" fmla="*/ 681191 w 869556"/>
                <a:gd name="connsiteY24" fmla="*/ 8417 h 448064"/>
                <a:gd name="connsiteX25" fmla="*/ 693795 w 869556"/>
                <a:gd name="connsiteY25" fmla="*/ 9021 h 448064"/>
                <a:gd name="connsiteX26" fmla="*/ 694539 w 869556"/>
                <a:gd name="connsiteY26" fmla="*/ 11254 h 448064"/>
                <a:gd name="connsiteX27" fmla="*/ 698004 w 869556"/>
                <a:gd name="connsiteY27" fmla="*/ 11530 h 448064"/>
                <a:gd name="connsiteX28" fmla="*/ 700123 w 869556"/>
                <a:gd name="connsiteY28" fmla="*/ 11569 h 448064"/>
                <a:gd name="connsiteX29" fmla="*/ 704582 w 869556"/>
                <a:gd name="connsiteY29" fmla="*/ 11581 h 448064"/>
                <a:gd name="connsiteX30" fmla="*/ 706701 w 869556"/>
                <a:gd name="connsiteY30" fmla="*/ 11623 h 448064"/>
                <a:gd name="connsiteX31" fmla="*/ 708659 w 869556"/>
                <a:gd name="connsiteY31" fmla="*/ 11627 h 448064"/>
                <a:gd name="connsiteX32" fmla="*/ 710166 w 869556"/>
                <a:gd name="connsiteY32" fmla="*/ 11998 h 448064"/>
                <a:gd name="connsiteX33" fmla="*/ 710910 w 869556"/>
                <a:gd name="connsiteY33" fmla="*/ 14974 h 448064"/>
                <a:gd name="connsiteX34" fmla="*/ 717236 w 869556"/>
                <a:gd name="connsiteY34" fmla="*/ 15393 h 448064"/>
                <a:gd name="connsiteX35" fmla="*/ 723561 w 869556"/>
                <a:gd name="connsiteY35" fmla="*/ 15719 h 448064"/>
                <a:gd name="connsiteX36" fmla="*/ 724305 w 869556"/>
                <a:gd name="connsiteY36" fmla="*/ 17951 h 448064"/>
                <a:gd name="connsiteX37" fmla="*/ 732397 w 869556"/>
                <a:gd name="connsiteY37" fmla="*/ 18320 h 448064"/>
                <a:gd name="connsiteX38" fmla="*/ 734723 w 869556"/>
                <a:gd name="connsiteY38" fmla="*/ 18695 h 448064"/>
                <a:gd name="connsiteX39" fmla="*/ 735467 w 869556"/>
                <a:gd name="connsiteY39" fmla="*/ 21672 h 448064"/>
                <a:gd name="connsiteX40" fmla="*/ 739560 w 869556"/>
                <a:gd name="connsiteY40" fmla="*/ 22044 h 448064"/>
                <a:gd name="connsiteX41" fmla="*/ 743653 w 869556"/>
                <a:gd name="connsiteY41" fmla="*/ 22416 h 448064"/>
                <a:gd name="connsiteX42" fmla="*/ 744397 w 869556"/>
                <a:gd name="connsiteY42" fmla="*/ 25392 h 448064"/>
                <a:gd name="connsiteX43" fmla="*/ 748978 w 869556"/>
                <a:gd name="connsiteY43" fmla="*/ 25250 h 448064"/>
                <a:gd name="connsiteX44" fmla="*/ 750350 w 869556"/>
                <a:gd name="connsiteY44" fmla="*/ 25392 h 448064"/>
                <a:gd name="connsiteX45" fmla="*/ 751047 w 869556"/>
                <a:gd name="connsiteY45" fmla="*/ 27253 h 448064"/>
                <a:gd name="connsiteX46" fmla="*/ 751838 w 869556"/>
                <a:gd name="connsiteY46" fmla="*/ 29113 h 448064"/>
                <a:gd name="connsiteX47" fmla="*/ 758535 w 869556"/>
                <a:gd name="connsiteY47" fmla="*/ 29113 h 448064"/>
                <a:gd name="connsiteX48" fmla="*/ 758535 w 869556"/>
                <a:gd name="connsiteY48" fmla="*/ 32090 h 448064"/>
                <a:gd name="connsiteX49" fmla="*/ 765233 w 869556"/>
                <a:gd name="connsiteY49" fmla="*/ 32834 h 448064"/>
                <a:gd name="connsiteX50" fmla="*/ 765233 w 869556"/>
                <a:gd name="connsiteY50" fmla="*/ 35810 h 448064"/>
                <a:gd name="connsiteX51" fmla="*/ 771930 w 869556"/>
                <a:gd name="connsiteY51" fmla="*/ 35810 h 448064"/>
                <a:gd name="connsiteX52" fmla="*/ 771930 w 869556"/>
                <a:gd name="connsiteY52" fmla="*/ 38787 h 448064"/>
                <a:gd name="connsiteX53" fmla="*/ 773343 w 869556"/>
                <a:gd name="connsiteY53" fmla="*/ 38845 h 448064"/>
                <a:gd name="connsiteX54" fmla="*/ 775186 w 869556"/>
                <a:gd name="connsiteY54" fmla="*/ 38973 h 448064"/>
                <a:gd name="connsiteX55" fmla="*/ 777017 w 869556"/>
                <a:gd name="connsiteY55" fmla="*/ 39078 h 448064"/>
                <a:gd name="connsiteX56" fmla="*/ 778627 w 869556"/>
                <a:gd name="connsiteY56" fmla="*/ 39531 h 448064"/>
                <a:gd name="connsiteX57" fmla="*/ 780115 w 869556"/>
                <a:gd name="connsiteY57" fmla="*/ 42508 h 448064"/>
                <a:gd name="connsiteX58" fmla="*/ 782394 w 869556"/>
                <a:gd name="connsiteY58" fmla="*/ 42461 h 448064"/>
                <a:gd name="connsiteX59" fmla="*/ 784580 w 869556"/>
                <a:gd name="connsiteY59" fmla="*/ 42508 h 448064"/>
                <a:gd name="connsiteX60" fmla="*/ 784859 w 869556"/>
                <a:gd name="connsiteY60" fmla="*/ 44368 h 448064"/>
                <a:gd name="connsiteX61" fmla="*/ 785324 w 869556"/>
                <a:gd name="connsiteY61" fmla="*/ 46228 h 448064"/>
                <a:gd name="connsiteX62" fmla="*/ 791278 w 869556"/>
                <a:gd name="connsiteY62" fmla="*/ 46228 h 448064"/>
                <a:gd name="connsiteX63" fmla="*/ 791278 w 869556"/>
                <a:gd name="connsiteY63" fmla="*/ 49205 h 448064"/>
                <a:gd name="connsiteX64" fmla="*/ 797975 w 869556"/>
                <a:gd name="connsiteY64" fmla="*/ 49949 h 448064"/>
                <a:gd name="connsiteX65" fmla="*/ 797975 w 869556"/>
                <a:gd name="connsiteY65" fmla="*/ 52926 h 448064"/>
                <a:gd name="connsiteX66" fmla="*/ 803928 w 869556"/>
                <a:gd name="connsiteY66" fmla="*/ 52926 h 448064"/>
                <a:gd name="connsiteX67" fmla="*/ 803928 w 869556"/>
                <a:gd name="connsiteY67" fmla="*/ 56646 h 448064"/>
                <a:gd name="connsiteX68" fmla="*/ 806486 w 869556"/>
                <a:gd name="connsiteY68" fmla="*/ 56460 h 448064"/>
                <a:gd name="connsiteX69" fmla="*/ 809137 w 869556"/>
                <a:gd name="connsiteY69" fmla="*/ 56646 h 448064"/>
                <a:gd name="connsiteX70" fmla="*/ 809881 w 869556"/>
                <a:gd name="connsiteY70" fmla="*/ 59623 h 448064"/>
                <a:gd name="connsiteX71" fmla="*/ 812486 w 869556"/>
                <a:gd name="connsiteY71" fmla="*/ 59623 h 448064"/>
                <a:gd name="connsiteX72" fmla="*/ 815090 w 869556"/>
                <a:gd name="connsiteY72" fmla="*/ 59623 h 448064"/>
                <a:gd name="connsiteX73" fmla="*/ 815834 w 869556"/>
                <a:gd name="connsiteY73" fmla="*/ 62599 h 448064"/>
                <a:gd name="connsiteX74" fmla="*/ 820299 w 869556"/>
                <a:gd name="connsiteY74" fmla="*/ 63344 h 448064"/>
                <a:gd name="connsiteX75" fmla="*/ 821787 w 869556"/>
                <a:gd name="connsiteY75" fmla="*/ 66320 h 448064"/>
                <a:gd name="connsiteX76" fmla="*/ 826252 w 869556"/>
                <a:gd name="connsiteY76" fmla="*/ 67064 h 448064"/>
                <a:gd name="connsiteX77" fmla="*/ 826252 w 869556"/>
                <a:gd name="connsiteY77" fmla="*/ 70041 h 448064"/>
                <a:gd name="connsiteX78" fmla="*/ 828810 w 869556"/>
                <a:gd name="connsiteY78" fmla="*/ 69855 h 448064"/>
                <a:gd name="connsiteX79" fmla="*/ 831461 w 869556"/>
                <a:gd name="connsiteY79" fmla="*/ 70041 h 448064"/>
                <a:gd name="connsiteX80" fmla="*/ 832205 w 869556"/>
                <a:gd name="connsiteY80" fmla="*/ 73017 h 448064"/>
                <a:gd name="connsiteX81" fmla="*/ 836670 w 869556"/>
                <a:gd name="connsiteY81" fmla="*/ 73761 h 448064"/>
                <a:gd name="connsiteX82" fmla="*/ 837414 w 869556"/>
                <a:gd name="connsiteY82" fmla="*/ 75994 h 448064"/>
                <a:gd name="connsiteX83" fmla="*/ 840019 w 869556"/>
                <a:gd name="connsiteY83" fmla="*/ 76738 h 448064"/>
                <a:gd name="connsiteX84" fmla="*/ 842623 w 869556"/>
                <a:gd name="connsiteY84" fmla="*/ 77482 h 448064"/>
                <a:gd name="connsiteX85" fmla="*/ 843367 w 869556"/>
                <a:gd name="connsiteY85" fmla="*/ 79715 h 448064"/>
                <a:gd name="connsiteX86" fmla="*/ 847832 w 869556"/>
                <a:gd name="connsiteY86" fmla="*/ 80459 h 448064"/>
                <a:gd name="connsiteX87" fmla="*/ 847832 w 869556"/>
                <a:gd name="connsiteY87" fmla="*/ 83435 h 448064"/>
                <a:gd name="connsiteX88" fmla="*/ 853041 w 869556"/>
                <a:gd name="connsiteY88" fmla="*/ 84179 h 448064"/>
                <a:gd name="connsiteX89" fmla="*/ 853041 w 869556"/>
                <a:gd name="connsiteY89" fmla="*/ 87156 h 448064"/>
                <a:gd name="connsiteX90" fmla="*/ 855599 w 869556"/>
                <a:gd name="connsiteY90" fmla="*/ 86970 h 448064"/>
                <a:gd name="connsiteX91" fmla="*/ 858250 w 869556"/>
                <a:gd name="connsiteY91" fmla="*/ 87156 h 448064"/>
                <a:gd name="connsiteX92" fmla="*/ 858994 w 869556"/>
                <a:gd name="connsiteY92" fmla="*/ 90133 h 448064"/>
                <a:gd name="connsiteX93" fmla="*/ 863459 w 869556"/>
                <a:gd name="connsiteY93" fmla="*/ 90877 h 448064"/>
                <a:gd name="connsiteX94" fmla="*/ 863459 w 869556"/>
                <a:gd name="connsiteY94" fmla="*/ 93853 h 448064"/>
                <a:gd name="connsiteX95" fmla="*/ 865971 w 869556"/>
                <a:gd name="connsiteY95" fmla="*/ 93760 h 448064"/>
                <a:gd name="connsiteX96" fmla="*/ 870156 w 869556"/>
                <a:gd name="connsiteY96" fmla="*/ 95342 h 448064"/>
                <a:gd name="connsiteX97" fmla="*/ 870296 w 869556"/>
                <a:gd name="connsiteY97" fmla="*/ 99481 h 448064"/>
                <a:gd name="connsiteX98" fmla="*/ 870281 w 869556"/>
                <a:gd name="connsiteY98" fmla="*/ 101716 h 448064"/>
                <a:gd name="connsiteX99" fmla="*/ 869412 w 869556"/>
                <a:gd name="connsiteY99" fmla="*/ 104271 h 448064"/>
                <a:gd name="connsiteX100" fmla="*/ 864834 w 869556"/>
                <a:gd name="connsiteY100" fmla="*/ 104402 h 448064"/>
                <a:gd name="connsiteX101" fmla="*/ 862013 w 869556"/>
                <a:gd name="connsiteY101" fmla="*/ 104456 h 448064"/>
                <a:gd name="connsiteX102" fmla="*/ 856077 w 869556"/>
                <a:gd name="connsiteY102" fmla="*/ 104526 h 448064"/>
                <a:gd name="connsiteX103" fmla="*/ 853253 w 869556"/>
                <a:gd name="connsiteY103" fmla="*/ 104588 h 448064"/>
                <a:gd name="connsiteX104" fmla="*/ 850646 w 869556"/>
                <a:gd name="connsiteY104" fmla="*/ 104621 h 448064"/>
                <a:gd name="connsiteX105" fmla="*/ 848576 w 869556"/>
                <a:gd name="connsiteY105" fmla="*/ 105015 h 448064"/>
                <a:gd name="connsiteX106" fmla="*/ 847853 w 869556"/>
                <a:gd name="connsiteY106" fmla="*/ 106507 h 448064"/>
                <a:gd name="connsiteX107" fmla="*/ 847088 w 869556"/>
                <a:gd name="connsiteY107" fmla="*/ 107992 h 448064"/>
                <a:gd name="connsiteX108" fmla="*/ 842085 w 869556"/>
                <a:gd name="connsiteY108" fmla="*/ 108367 h 448064"/>
                <a:gd name="connsiteX109" fmla="*/ 840596 w 869556"/>
                <a:gd name="connsiteY109" fmla="*/ 108388 h 448064"/>
                <a:gd name="connsiteX110" fmla="*/ 835879 w 869556"/>
                <a:gd name="connsiteY110" fmla="*/ 108411 h 448064"/>
                <a:gd name="connsiteX111" fmla="*/ 831155 w 869556"/>
                <a:gd name="connsiteY111" fmla="*/ 108441 h 448064"/>
                <a:gd name="connsiteX112" fmla="*/ 826874 w 869556"/>
                <a:gd name="connsiteY112" fmla="*/ 108462 h 448064"/>
                <a:gd name="connsiteX113" fmla="*/ 824764 w 869556"/>
                <a:gd name="connsiteY113" fmla="*/ 108736 h 448064"/>
                <a:gd name="connsiteX114" fmla="*/ 824020 w 869556"/>
                <a:gd name="connsiteY114" fmla="*/ 110969 h 448064"/>
                <a:gd name="connsiteX115" fmla="*/ 819604 w 869556"/>
                <a:gd name="connsiteY115" fmla="*/ 111323 h 448064"/>
                <a:gd name="connsiteX116" fmla="*/ 816885 w 869556"/>
                <a:gd name="connsiteY116" fmla="*/ 111393 h 448064"/>
                <a:gd name="connsiteX117" fmla="*/ 814020 w 869556"/>
                <a:gd name="connsiteY117" fmla="*/ 111434 h 448064"/>
                <a:gd name="connsiteX118" fmla="*/ 808442 w 869556"/>
                <a:gd name="connsiteY118" fmla="*/ 111556 h 448064"/>
                <a:gd name="connsiteX119" fmla="*/ 805929 w 869556"/>
                <a:gd name="connsiteY119" fmla="*/ 111595 h 448064"/>
                <a:gd name="connsiteX120" fmla="*/ 802440 w 869556"/>
                <a:gd name="connsiteY120" fmla="*/ 112457 h 448064"/>
                <a:gd name="connsiteX121" fmla="*/ 802440 w 869556"/>
                <a:gd name="connsiteY121" fmla="*/ 114689 h 448064"/>
                <a:gd name="connsiteX122" fmla="*/ 800607 w 869556"/>
                <a:gd name="connsiteY122" fmla="*/ 114722 h 448064"/>
                <a:gd name="connsiteX123" fmla="*/ 792440 w 869556"/>
                <a:gd name="connsiteY123" fmla="*/ 114922 h 448064"/>
                <a:gd name="connsiteX124" fmla="*/ 789555 w 869556"/>
                <a:gd name="connsiteY124" fmla="*/ 114973 h 448064"/>
                <a:gd name="connsiteX125" fmla="*/ 786816 w 869556"/>
                <a:gd name="connsiteY125" fmla="*/ 115053 h 448064"/>
                <a:gd name="connsiteX126" fmla="*/ 784277 w 869556"/>
                <a:gd name="connsiteY126" fmla="*/ 115112 h 448064"/>
                <a:gd name="connsiteX127" fmla="*/ 782348 w 869556"/>
                <a:gd name="connsiteY127" fmla="*/ 115433 h 448064"/>
                <a:gd name="connsiteX128" fmla="*/ 781604 w 869556"/>
                <a:gd name="connsiteY128" fmla="*/ 117666 h 448064"/>
                <a:gd name="connsiteX129" fmla="*/ 777462 w 869556"/>
                <a:gd name="connsiteY129" fmla="*/ 118047 h 448064"/>
                <a:gd name="connsiteX130" fmla="*/ 774925 w 869556"/>
                <a:gd name="connsiteY130" fmla="*/ 118126 h 448064"/>
                <a:gd name="connsiteX131" fmla="*/ 772255 w 869556"/>
                <a:gd name="connsiteY131" fmla="*/ 118177 h 448064"/>
                <a:gd name="connsiteX132" fmla="*/ 769577 w 869556"/>
                <a:gd name="connsiteY132" fmla="*/ 118254 h 448064"/>
                <a:gd name="connsiteX133" fmla="*/ 763000 w 869556"/>
                <a:gd name="connsiteY133" fmla="*/ 118410 h 448064"/>
                <a:gd name="connsiteX134" fmla="*/ 763000 w 869556"/>
                <a:gd name="connsiteY134" fmla="*/ 121386 h 448064"/>
                <a:gd name="connsiteX135" fmla="*/ 761521 w 869556"/>
                <a:gd name="connsiteY135" fmla="*/ 121408 h 448064"/>
                <a:gd name="connsiteX136" fmla="*/ 754908 w 869556"/>
                <a:gd name="connsiteY136" fmla="*/ 121573 h 448064"/>
                <a:gd name="connsiteX137" fmla="*/ 752579 w 869556"/>
                <a:gd name="connsiteY137" fmla="*/ 121604 h 448064"/>
                <a:gd name="connsiteX138" fmla="*/ 750356 w 869556"/>
                <a:gd name="connsiteY138" fmla="*/ 121677 h 448064"/>
                <a:gd name="connsiteX139" fmla="*/ 748301 w 869556"/>
                <a:gd name="connsiteY139" fmla="*/ 121724 h 448064"/>
                <a:gd name="connsiteX140" fmla="*/ 746629 w 869556"/>
                <a:gd name="connsiteY140" fmla="*/ 122131 h 448064"/>
                <a:gd name="connsiteX141" fmla="*/ 745141 w 869556"/>
                <a:gd name="connsiteY141" fmla="*/ 125107 h 448064"/>
                <a:gd name="connsiteX142" fmla="*/ 741955 w 869556"/>
                <a:gd name="connsiteY142" fmla="*/ 125372 h 448064"/>
                <a:gd name="connsiteX143" fmla="*/ 740057 w 869556"/>
                <a:gd name="connsiteY143" fmla="*/ 125332 h 448064"/>
                <a:gd name="connsiteX144" fmla="*/ 738071 w 869556"/>
                <a:gd name="connsiteY144" fmla="*/ 125247 h 448064"/>
                <a:gd name="connsiteX145" fmla="*/ 734188 w 869556"/>
                <a:gd name="connsiteY145" fmla="*/ 125139 h 448064"/>
                <a:gd name="connsiteX146" fmla="*/ 732445 w 869556"/>
                <a:gd name="connsiteY146" fmla="*/ 125070 h 448064"/>
                <a:gd name="connsiteX147" fmla="*/ 729514 w 869556"/>
                <a:gd name="connsiteY147" fmla="*/ 125851 h 448064"/>
                <a:gd name="connsiteX148" fmla="*/ 728770 w 869556"/>
                <a:gd name="connsiteY148" fmla="*/ 128084 h 448064"/>
                <a:gd name="connsiteX149" fmla="*/ 725468 w 869556"/>
                <a:gd name="connsiteY149" fmla="*/ 128360 h 448064"/>
                <a:gd name="connsiteX150" fmla="*/ 723450 w 869556"/>
                <a:gd name="connsiteY150" fmla="*/ 128399 h 448064"/>
                <a:gd name="connsiteX151" fmla="*/ 719206 w 869556"/>
                <a:gd name="connsiteY151" fmla="*/ 128411 h 448064"/>
                <a:gd name="connsiteX152" fmla="*/ 717189 w 869556"/>
                <a:gd name="connsiteY152" fmla="*/ 128453 h 448064"/>
                <a:gd name="connsiteX153" fmla="*/ 715326 w 869556"/>
                <a:gd name="connsiteY153" fmla="*/ 128457 h 448064"/>
                <a:gd name="connsiteX154" fmla="*/ 713887 w 869556"/>
                <a:gd name="connsiteY154" fmla="*/ 128828 h 448064"/>
                <a:gd name="connsiteX155" fmla="*/ 713143 w 869556"/>
                <a:gd name="connsiteY155" fmla="*/ 131804 h 448064"/>
                <a:gd name="connsiteX156" fmla="*/ 710003 w 869556"/>
                <a:gd name="connsiteY156" fmla="*/ 132179 h 448064"/>
                <a:gd name="connsiteX157" fmla="*/ 708088 w 869556"/>
                <a:gd name="connsiteY157" fmla="*/ 132222 h 448064"/>
                <a:gd name="connsiteX158" fmla="*/ 706073 w 869556"/>
                <a:gd name="connsiteY158" fmla="*/ 132223 h 448064"/>
                <a:gd name="connsiteX159" fmla="*/ 702143 w 869556"/>
                <a:gd name="connsiteY159" fmla="*/ 132272 h 448064"/>
                <a:gd name="connsiteX160" fmla="*/ 700375 w 869556"/>
                <a:gd name="connsiteY160" fmla="*/ 132274 h 448064"/>
                <a:gd name="connsiteX161" fmla="*/ 699004 w 869556"/>
                <a:gd name="connsiteY161" fmla="*/ 132549 h 448064"/>
                <a:gd name="connsiteX162" fmla="*/ 698260 w 869556"/>
                <a:gd name="connsiteY162" fmla="*/ 134781 h 448064"/>
                <a:gd name="connsiteX163" fmla="*/ 691981 w 869556"/>
                <a:gd name="connsiteY163" fmla="*/ 135246 h 448064"/>
                <a:gd name="connsiteX164" fmla="*/ 684121 w 869556"/>
                <a:gd name="connsiteY164" fmla="*/ 136269 h 448064"/>
                <a:gd name="connsiteX165" fmla="*/ 683377 w 869556"/>
                <a:gd name="connsiteY165" fmla="*/ 138502 h 448064"/>
                <a:gd name="connsiteX166" fmla="*/ 680401 w 869556"/>
                <a:gd name="connsiteY166" fmla="*/ 138804 h 448064"/>
                <a:gd name="connsiteX167" fmla="*/ 678587 w 869556"/>
                <a:gd name="connsiteY167" fmla="*/ 138853 h 448064"/>
                <a:gd name="connsiteX168" fmla="*/ 674773 w 869556"/>
                <a:gd name="connsiteY168" fmla="*/ 138894 h 448064"/>
                <a:gd name="connsiteX169" fmla="*/ 672959 w 869556"/>
                <a:gd name="connsiteY169" fmla="*/ 138944 h 448064"/>
                <a:gd name="connsiteX170" fmla="*/ 671285 w 869556"/>
                <a:gd name="connsiteY170" fmla="*/ 138960 h 448064"/>
                <a:gd name="connsiteX171" fmla="*/ 669983 w 869556"/>
                <a:gd name="connsiteY171" fmla="*/ 139246 h 448064"/>
                <a:gd name="connsiteX172" fmla="*/ 669238 w 869556"/>
                <a:gd name="connsiteY172" fmla="*/ 141478 h 448064"/>
                <a:gd name="connsiteX173" fmla="*/ 664541 w 869556"/>
                <a:gd name="connsiteY173" fmla="*/ 141943 h 448064"/>
                <a:gd name="connsiteX174" fmla="*/ 656588 w 869556"/>
                <a:gd name="connsiteY174" fmla="*/ 142967 h 448064"/>
                <a:gd name="connsiteX175" fmla="*/ 655844 w 869556"/>
                <a:gd name="connsiteY175" fmla="*/ 145199 h 448064"/>
                <a:gd name="connsiteX176" fmla="*/ 648744 w 869556"/>
                <a:gd name="connsiteY176" fmla="*/ 145526 h 448064"/>
                <a:gd name="connsiteX177" fmla="*/ 644682 w 869556"/>
                <a:gd name="connsiteY177" fmla="*/ 145943 h 448064"/>
                <a:gd name="connsiteX178" fmla="*/ 643964 w 869556"/>
                <a:gd name="connsiteY178" fmla="*/ 147446 h 448064"/>
                <a:gd name="connsiteX179" fmla="*/ 643194 w 869556"/>
                <a:gd name="connsiteY179" fmla="*/ 148920 h 448064"/>
                <a:gd name="connsiteX180" fmla="*/ 637147 w 869556"/>
                <a:gd name="connsiteY180" fmla="*/ 149106 h 448064"/>
                <a:gd name="connsiteX181" fmla="*/ 635447 w 869556"/>
                <a:gd name="connsiteY181" fmla="*/ 149065 h 448064"/>
                <a:gd name="connsiteX182" fmla="*/ 631287 w 869556"/>
                <a:gd name="connsiteY182" fmla="*/ 148920 h 448064"/>
                <a:gd name="connsiteX183" fmla="*/ 631287 w 869556"/>
                <a:gd name="connsiteY183" fmla="*/ 151896 h 448064"/>
                <a:gd name="connsiteX184" fmla="*/ 629061 w 869556"/>
                <a:gd name="connsiteY184" fmla="*/ 152033 h 448064"/>
                <a:gd name="connsiteX185" fmla="*/ 626171 w 869556"/>
                <a:gd name="connsiteY185" fmla="*/ 152222 h 448064"/>
                <a:gd name="connsiteX186" fmla="*/ 623294 w 869556"/>
                <a:gd name="connsiteY186" fmla="*/ 152405 h 448064"/>
                <a:gd name="connsiteX187" fmla="*/ 619381 w 869556"/>
                <a:gd name="connsiteY187" fmla="*/ 153385 h 448064"/>
                <a:gd name="connsiteX188" fmla="*/ 619381 w 869556"/>
                <a:gd name="connsiteY188" fmla="*/ 155617 h 448064"/>
                <a:gd name="connsiteX189" fmla="*/ 616992 w 869556"/>
                <a:gd name="connsiteY189" fmla="*/ 155701 h 448064"/>
                <a:gd name="connsiteX190" fmla="*/ 613893 w 869556"/>
                <a:gd name="connsiteY190" fmla="*/ 155849 h 448064"/>
                <a:gd name="connsiteX191" fmla="*/ 612318 w 869556"/>
                <a:gd name="connsiteY191" fmla="*/ 155900 h 448064"/>
                <a:gd name="connsiteX192" fmla="*/ 608219 w 869556"/>
                <a:gd name="connsiteY192" fmla="*/ 156361 h 448064"/>
                <a:gd name="connsiteX193" fmla="*/ 606731 w 869556"/>
                <a:gd name="connsiteY193" fmla="*/ 158593 h 448064"/>
                <a:gd name="connsiteX194" fmla="*/ 601057 w 869556"/>
                <a:gd name="connsiteY194" fmla="*/ 159105 h 448064"/>
                <a:gd name="connsiteX195" fmla="*/ 599464 w 869556"/>
                <a:gd name="connsiteY195" fmla="*/ 159182 h 448064"/>
                <a:gd name="connsiteX196" fmla="*/ 595569 w 869556"/>
                <a:gd name="connsiteY196" fmla="*/ 159338 h 448064"/>
                <a:gd name="connsiteX197" fmla="*/ 595569 w 869556"/>
                <a:gd name="connsiteY197" fmla="*/ 162314 h 448064"/>
                <a:gd name="connsiteX198" fmla="*/ 593316 w 869556"/>
                <a:gd name="connsiteY198" fmla="*/ 162372 h 448064"/>
                <a:gd name="connsiteX199" fmla="*/ 590406 w 869556"/>
                <a:gd name="connsiteY199" fmla="*/ 162500 h 448064"/>
                <a:gd name="connsiteX200" fmla="*/ 587502 w 869556"/>
                <a:gd name="connsiteY200" fmla="*/ 162605 h 448064"/>
                <a:gd name="connsiteX201" fmla="*/ 585151 w 869556"/>
                <a:gd name="connsiteY201" fmla="*/ 163058 h 448064"/>
                <a:gd name="connsiteX202" fmla="*/ 584406 w 869556"/>
                <a:gd name="connsiteY202" fmla="*/ 166035 h 448064"/>
                <a:gd name="connsiteX203" fmla="*/ 579570 w 869556"/>
                <a:gd name="connsiteY203" fmla="*/ 166453 h 448064"/>
                <a:gd name="connsiteX204" fmla="*/ 574733 w 869556"/>
                <a:gd name="connsiteY204" fmla="*/ 166779 h 448064"/>
                <a:gd name="connsiteX205" fmla="*/ 573988 w 869556"/>
                <a:gd name="connsiteY205" fmla="*/ 169011 h 448064"/>
                <a:gd name="connsiteX206" fmla="*/ 568733 w 869556"/>
                <a:gd name="connsiteY206" fmla="*/ 169523 h 448064"/>
                <a:gd name="connsiteX207" fmla="*/ 565823 w 869556"/>
                <a:gd name="connsiteY207" fmla="*/ 169671 h 448064"/>
                <a:gd name="connsiteX208" fmla="*/ 563571 w 869556"/>
                <a:gd name="connsiteY208" fmla="*/ 169756 h 448064"/>
                <a:gd name="connsiteX209" fmla="*/ 563571 w 869556"/>
                <a:gd name="connsiteY209" fmla="*/ 172732 h 448064"/>
                <a:gd name="connsiteX210" fmla="*/ 561481 w 869556"/>
                <a:gd name="connsiteY210" fmla="*/ 172816 h 448064"/>
                <a:gd name="connsiteX211" fmla="*/ 558780 w 869556"/>
                <a:gd name="connsiteY211" fmla="*/ 172965 h 448064"/>
                <a:gd name="connsiteX212" fmla="*/ 556086 w 869556"/>
                <a:gd name="connsiteY212" fmla="*/ 173096 h 448064"/>
                <a:gd name="connsiteX213" fmla="*/ 553897 w 869556"/>
                <a:gd name="connsiteY213" fmla="*/ 173476 h 448064"/>
                <a:gd name="connsiteX214" fmla="*/ 553153 w 869556"/>
                <a:gd name="connsiteY214" fmla="*/ 175709 h 448064"/>
                <a:gd name="connsiteX215" fmla="*/ 548269 w 869556"/>
                <a:gd name="connsiteY215" fmla="*/ 176220 h 448064"/>
                <a:gd name="connsiteX216" fmla="*/ 545569 w 869556"/>
                <a:gd name="connsiteY216" fmla="*/ 176369 h 448064"/>
                <a:gd name="connsiteX217" fmla="*/ 543479 w 869556"/>
                <a:gd name="connsiteY217" fmla="*/ 176453 h 448064"/>
                <a:gd name="connsiteX218" fmla="*/ 543479 w 869556"/>
                <a:gd name="connsiteY218" fmla="*/ 179429 h 448064"/>
                <a:gd name="connsiteX219" fmla="*/ 541578 w 869556"/>
                <a:gd name="connsiteY219" fmla="*/ 179488 h 448064"/>
                <a:gd name="connsiteX220" fmla="*/ 539107 w 869556"/>
                <a:gd name="connsiteY220" fmla="*/ 179615 h 448064"/>
                <a:gd name="connsiteX221" fmla="*/ 536648 w 869556"/>
                <a:gd name="connsiteY221" fmla="*/ 179720 h 448064"/>
                <a:gd name="connsiteX222" fmla="*/ 534549 w 869556"/>
                <a:gd name="connsiteY222" fmla="*/ 180174 h 448064"/>
                <a:gd name="connsiteX223" fmla="*/ 533805 w 869556"/>
                <a:gd name="connsiteY223" fmla="*/ 181685 h 448064"/>
                <a:gd name="connsiteX224" fmla="*/ 533061 w 869556"/>
                <a:gd name="connsiteY224" fmla="*/ 183150 h 448064"/>
                <a:gd name="connsiteX225" fmla="*/ 528503 w 869556"/>
                <a:gd name="connsiteY225" fmla="*/ 183336 h 448064"/>
                <a:gd name="connsiteX226" fmla="*/ 526032 w 869556"/>
                <a:gd name="connsiteY226" fmla="*/ 183255 h 448064"/>
                <a:gd name="connsiteX227" fmla="*/ 524131 w 869556"/>
                <a:gd name="connsiteY227" fmla="*/ 183150 h 448064"/>
                <a:gd name="connsiteX228" fmla="*/ 524131 w 869556"/>
                <a:gd name="connsiteY228" fmla="*/ 186127 h 448064"/>
                <a:gd name="connsiteX229" fmla="*/ 522204 w 869556"/>
                <a:gd name="connsiteY229" fmla="*/ 186185 h 448064"/>
                <a:gd name="connsiteX230" fmla="*/ 519713 w 869556"/>
                <a:gd name="connsiteY230" fmla="*/ 186313 h 448064"/>
                <a:gd name="connsiteX231" fmla="*/ 517227 w 869556"/>
                <a:gd name="connsiteY231" fmla="*/ 186417 h 448064"/>
                <a:gd name="connsiteX232" fmla="*/ 515201 w 869556"/>
                <a:gd name="connsiteY232" fmla="*/ 186871 h 448064"/>
                <a:gd name="connsiteX233" fmla="*/ 514457 w 869556"/>
                <a:gd name="connsiteY233" fmla="*/ 189847 h 448064"/>
                <a:gd name="connsiteX234" fmla="*/ 510364 w 869556"/>
                <a:gd name="connsiteY234" fmla="*/ 190266 h 448064"/>
                <a:gd name="connsiteX235" fmla="*/ 506272 w 869556"/>
                <a:gd name="connsiteY235" fmla="*/ 190592 h 448064"/>
                <a:gd name="connsiteX236" fmla="*/ 505528 w 869556"/>
                <a:gd name="connsiteY236" fmla="*/ 192824 h 448064"/>
                <a:gd name="connsiteX237" fmla="*/ 501016 w 869556"/>
                <a:gd name="connsiteY237" fmla="*/ 193336 h 448064"/>
                <a:gd name="connsiteX238" fmla="*/ 498525 w 869556"/>
                <a:gd name="connsiteY238" fmla="*/ 193484 h 448064"/>
                <a:gd name="connsiteX239" fmla="*/ 496598 w 869556"/>
                <a:gd name="connsiteY239" fmla="*/ 193568 h 448064"/>
                <a:gd name="connsiteX240" fmla="*/ 496598 w 869556"/>
                <a:gd name="connsiteY240" fmla="*/ 196545 h 448064"/>
                <a:gd name="connsiteX241" fmla="*/ 494671 w 869556"/>
                <a:gd name="connsiteY241" fmla="*/ 196603 h 448064"/>
                <a:gd name="connsiteX242" fmla="*/ 492180 w 869556"/>
                <a:gd name="connsiteY242" fmla="*/ 196731 h 448064"/>
                <a:gd name="connsiteX243" fmla="*/ 489694 w 869556"/>
                <a:gd name="connsiteY243" fmla="*/ 196835 h 448064"/>
                <a:gd name="connsiteX244" fmla="*/ 487668 w 869556"/>
                <a:gd name="connsiteY244" fmla="*/ 197289 h 448064"/>
                <a:gd name="connsiteX245" fmla="*/ 486924 w 869556"/>
                <a:gd name="connsiteY245" fmla="*/ 200265 h 448064"/>
                <a:gd name="connsiteX246" fmla="*/ 483203 w 869556"/>
                <a:gd name="connsiteY246" fmla="*/ 200684 h 448064"/>
                <a:gd name="connsiteX247" fmla="*/ 479483 w 869556"/>
                <a:gd name="connsiteY247" fmla="*/ 201010 h 448064"/>
                <a:gd name="connsiteX248" fmla="*/ 478738 w 869556"/>
                <a:gd name="connsiteY248" fmla="*/ 203242 h 448064"/>
                <a:gd name="connsiteX249" fmla="*/ 474599 w 869556"/>
                <a:gd name="connsiteY249" fmla="*/ 203754 h 448064"/>
                <a:gd name="connsiteX250" fmla="*/ 472317 w 869556"/>
                <a:gd name="connsiteY250" fmla="*/ 203902 h 448064"/>
                <a:gd name="connsiteX251" fmla="*/ 470553 w 869556"/>
                <a:gd name="connsiteY251" fmla="*/ 203986 h 448064"/>
                <a:gd name="connsiteX252" fmla="*/ 470553 w 869556"/>
                <a:gd name="connsiteY252" fmla="*/ 206963 h 448064"/>
                <a:gd name="connsiteX253" fmla="*/ 468788 w 869556"/>
                <a:gd name="connsiteY253" fmla="*/ 207047 h 448064"/>
                <a:gd name="connsiteX254" fmla="*/ 466507 w 869556"/>
                <a:gd name="connsiteY254" fmla="*/ 207195 h 448064"/>
                <a:gd name="connsiteX255" fmla="*/ 464231 w 869556"/>
                <a:gd name="connsiteY255" fmla="*/ 207326 h 448064"/>
                <a:gd name="connsiteX256" fmla="*/ 462367 w 869556"/>
                <a:gd name="connsiteY256" fmla="*/ 207707 h 448064"/>
                <a:gd name="connsiteX257" fmla="*/ 461623 w 869556"/>
                <a:gd name="connsiteY257" fmla="*/ 209939 h 448064"/>
                <a:gd name="connsiteX258" fmla="*/ 455856 w 869556"/>
                <a:gd name="connsiteY258" fmla="*/ 210308 h 448064"/>
                <a:gd name="connsiteX259" fmla="*/ 454182 w 869556"/>
                <a:gd name="connsiteY259" fmla="*/ 210683 h 448064"/>
                <a:gd name="connsiteX260" fmla="*/ 453438 w 869556"/>
                <a:gd name="connsiteY260" fmla="*/ 213660 h 448064"/>
                <a:gd name="connsiteX261" fmla="*/ 449763 w 869556"/>
                <a:gd name="connsiteY261" fmla="*/ 214032 h 448064"/>
                <a:gd name="connsiteX262" fmla="*/ 445996 w 869556"/>
                <a:gd name="connsiteY262" fmla="*/ 214404 h 448064"/>
                <a:gd name="connsiteX263" fmla="*/ 445255 w 869556"/>
                <a:gd name="connsiteY263" fmla="*/ 215904 h 448064"/>
                <a:gd name="connsiteX264" fmla="*/ 444508 w 869556"/>
                <a:gd name="connsiteY264" fmla="*/ 217381 h 448064"/>
                <a:gd name="connsiteX265" fmla="*/ 440694 w 869556"/>
                <a:gd name="connsiteY265" fmla="*/ 217567 h 448064"/>
                <a:gd name="connsiteX266" fmla="*/ 438642 w 869556"/>
                <a:gd name="connsiteY266" fmla="*/ 217485 h 448064"/>
                <a:gd name="connsiteX267" fmla="*/ 437067 w 869556"/>
                <a:gd name="connsiteY267" fmla="*/ 217381 h 448064"/>
                <a:gd name="connsiteX268" fmla="*/ 437067 w 869556"/>
                <a:gd name="connsiteY268" fmla="*/ 220357 h 448064"/>
                <a:gd name="connsiteX269" fmla="*/ 435465 w 869556"/>
                <a:gd name="connsiteY269" fmla="*/ 220415 h 448064"/>
                <a:gd name="connsiteX270" fmla="*/ 433392 w 869556"/>
                <a:gd name="connsiteY270" fmla="*/ 220543 h 448064"/>
                <a:gd name="connsiteX271" fmla="*/ 431326 w 869556"/>
                <a:gd name="connsiteY271" fmla="*/ 220648 h 448064"/>
                <a:gd name="connsiteX272" fmla="*/ 429625 w 869556"/>
                <a:gd name="connsiteY272" fmla="*/ 221101 h 448064"/>
                <a:gd name="connsiteX273" fmla="*/ 428881 w 869556"/>
                <a:gd name="connsiteY273" fmla="*/ 224078 h 448064"/>
                <a:gd name="connsiteX274" fmla="*/ 425532 w 869556"/>
                <a:gd name="connsiteY274" fmla="*/ 224496 h 448064"/>
                <a:gd name="connsiteX275" fmla="*/ 422184 w 869556"/>
                <a:gd name="connsiteY275" fmla="*/ 224822 h 448064"/>
                <a:gd name="connsiteX276" fmla="*/ 421440 w 869556"/>
                <a:gd name="connsiteY276" fmla="*/ 227054 h 448064"/>
                <a:gd name="connsiteX277" fmla="*/ 417300 w 869556"/>
                <a:gd name="connsiteY277" fmla="*/ 227566 h 448064"/>
                <a:gd name="connsiteX278" fmla="*/ 415019 w 869556"/>
                <a:gd name="connsiteY278" fmla="*/ 227714 h 448064"/>
                <a:gd name="connsiteX279" fmla="*/ 413254 w 869556"/>
                <a:gd name="connsiteY279" fmla="*/ 227799 h 448064"/>
                <a:gd name="connsiteX280" fmla="*/ 413254 w 869556"/>
                <a:gd name="connsiteY280" fmla="*/ 230775 h 448064"/>
                <a:gd name="connsiteX281" fmla="*/ 411815 w 869556"/>
                <a:gd name="connsiteY281" fmla="*/ 230859 h 448064"/>
                <a:gd name="connsiteX282" fmla="*/ 409952 w 869556"/>
                <a:gd name="connsiteY282" fmla="*/ 231008 h 448064"/>
                <a:gd name="connsiteX283" fmla="*/ 408095 w 869556"/>
                <a:gd name="connsiteY283" fmla="*/ 231138 h 448064"/>
                <a:gd name="connsiteX284" fmla="*/ 406557 w 869556"/>
                <a:gd name="connsiteY284" fmla="*/ 231519 h 448064"/>
                <a:gd name="connsiteX285" fmla="*/ 405813 w 869556"/>
                <a:gd name="connsiteY285" fmla="*/ 233752 h 448064"/>
                <a:gd name="connsiteX286" fmla="*/ 401673 w 869556"/>
                <a:gd name="connsiteY286" fmla="*/ 234263 h 448064"/>
                <a:gd name="connsiteX287" fmla="*/ 399392 w 869556"/>
                <a:gd name="connsiteY287" fmla="*/ 234412 h 448064"/>
                <a:gd name="connsiteX288" fmla="*/ 397627 w 869556"/>
                <a:gd name="connsiteY288" fmla="*/ 234496 h 448064"/>
                <a:gd name="connsiteX289" fmla="*/ 397627 w 869556"/>
                <a:gd name="connsiteY289" fmla="*/ 237472 h 448064"/>
                <a:gd name="connsiteX290" fmla="*/ 396214 w 869556"/>
                <a:gd name="connsiteY290" fmla="*/ 237531 h 448064"/>
                <a:gd name="connsiteX291" fmla="*/ 394372 w 869556"/>
                <a:gd name="connsiteY291" fmla="*/ 237658 h 448064"/>
                <a:gd name="connsiteX292" fmla="*/ 392540 w 869556"/>
                <a:gd name="connsiteY292" fmla="*/ 237763 h 448064"/>
                <a:gd name="connsiteX293" fmla="*/ 390930 w 869556"/>
                <a:gd name="connsiteY293" fmla="*/ 238217 h 448064"/>
                <a:gd name="connsiteX294" fmla="*/ 390186 w 869556"/>
                <a:gd name="connsiteY294" fmla="*/ 239728 h 448064"/>
                <a:gd name="connsiteX295" fmla="*/ 389442 w 869556"/>
                <a:gd name="connsiteY295" fmla="*/ 241193 h 448064"/>
                <a:gd name="connsiteX296" fmla="*/ 386000 w 869556"/>
                <a:gd name="connsiteY296" fmla="*/ 241379 h 448064"/>
                <a:gd name="connsiteX297" fmla="*/ 384157 w 869556"/>
                <a:gd name="connsiteY297" fmla="*/ 241298 h 448064"/>
                <a:gd name="connsiteX298" fmla="*/ 382744 w 869556"/>
                <a:gd name="connsiteY298" fmla="*/ 241193 h 448064"/>
                <a:gd name="connsiteX299" fmla="*/ 382744 w 869556"/>
                <a:gd name="connsiteY299" fmla="*/ 244170 h 448064"/>
                <a:gd name="connsiteX300" fmla="*/ 381305 w 869556"/>
                <a:gd name="connsiteY300" fmla="*/ 244228 h 448064"/>
                <a:gd name="connsiteX301" fmla="*/ 379442 w 869556"/>
                <a:gd name="connsiteY301" fmla="*/ 244356 h 448064"/>
                <a:gd name="connsiteX302" fmla="*/ 377585 w 869556"/>
                <a:gd name="connsiteY302" fmla="*/ 244460 h 448064"/>
                <a:gd name="connsiteX303" fmla="*/ 376047 w 869556"/>
                <a:gd name="connsiteY303" fmla="*/ 244914 h 448064"/>
                <a:gd name="connsiteX304" fmla="*/ 375303 w 869556"/>
                <a:gd name="connsiteY304" fmla="*/ 247890 h 448064"/>
                <a:gd name="connsiteX305" fmla="*/ 372001 w 869556"/>
                <a:gd name="connsiteY305" fmla="*/ 248309 h 448064"/>
                <a:gd name="connsiteX306" fmla="*/ 368606 w 869556"/>
                <a:gd name="connsiteY306" fmla="*/ 248634 h 448064"/>
                <a:gd name="connsiteX307" fmla="*/ 367117 w 869556"/>
                <a:gd name="connsiteY307" fmla="*/ 250867 h 448064"/>
                <a:gd name="connsiteX308" fmla="*/ 361905 w 869556"/>
                <a:gd name="connsiteY308" fmla="*/ 251890 h 448064"/>
                <a:gd name="connsiteX309" fmla="*/ 360420 w 869556"/>
                <a:gd name="connsiteY309" fmla="*/ 252355 h 448064"/>
                <a:gd name="connsiteX310" fmla="*/ 359676 w 869556"/>
                <a:gd name="connsiteY310" fmla="*/ 254588 h 448064"/>
                <a:gd name="connsiteX311" fmla="*/ 356327 w 869556"/>
                <a:gd name="connsiteY311" fmla="*/ 254495 h 448064"/>
                <a:gd name="connsiteX312" fmla="*/ 352979 w 869556"/>
                <a:gd name="connsiteY312" fmla="*/ 254588 h 448064"/>
                <a:gd name="connsiteX313" fmla="*/ 352235 w 869556"/>
                <a:gd name="connsiteY313" fmla="*/ 258308 h 448064"/>
                <a:gd name="connsiteX314" fmla="*/ 347630 w 869556"/>
                <a:gd name="connsiteY314" fmla="*/ 258802 h 448064"/>
                <a:gd name="connsiteX315" fmla="*/ 346281 w 869556"/>
                <a:gd name="connsiteY315" fmla="*/ 259052 h 448064"/>
                <a:gd name="connsiteX316" fmla="*/ 345537 w 869556"/>
                <a:gd name="connsiteY316" fmla="*/ 261285 h 448064"/>
                <a:gd name="connsiteX317" fmla="*/ 340933 w 869556"/>
                <a:gd name="connsiteY317" fmla="*/ 261654 h 448064"/>
                <a:gd name="connsiteX318" fmla="*/ 339584 w 869556"/>
                <a:gd name="connsiteY318" fmla="*/ 262029 h 448064"/>
                <a:gd name="connsiteX319" fmla="*/ 339235 w 869556"/>
                <a:gd name="connsiteY319" fmla="*/ 263517 h 448064"/>
                <a:gd name="connsiteX320" fmla="*/ 338840 w 869556"/>
                <a:gd name="connsiteY320" fmla="*/ 265006 h 448064"/>
                <a:gd name="connsiteX321" fmla="*/ 335491 w 869556"/>
                <a:gd name="connsiteY321" fmla="*/ 265424 h 448064"/>
                <a:gd name="connsiteX322" fmla="*/ 332143 w 869556"/>
                <a:gd name="connsiteY322" fmla="*/ 265750 h 448064"/>
                <a:gd name="connsiteX323" fmla="*/ 331399 w 869556"/>
                <a:gd name="connsiteY323" fmla="*/ 267982 h 448064"/>
                <a:gd name="connsiteX324" fmla="*/ 327631 w 869556"/>
                <a:gd name="connsiteY324" fmla="*/ 268494 h 448064"/>
                <a:gd name="connsiteX325" fmla="*/ 325559 w 869556"/>
                <a:gd name="connsiteY325" fmla="*/ 268642 h 448064"/>
                <a:gd name="connsiteX326" fmla="*/ 323957 w 869556"/>
                <a:gd name="connsiteY326" fmla="*/ 268726 h 448064"/>
                <a:gd name="connsiteX327" fmla="*/ 323957 w 869556"/>
                <a:gd name="connsiteY327" fmla="*/ 271703 h 448064"/>
                <a:gd name="connsiteX328" fmla="*/ 322518 w 869556"/>
                <a:gd name="connsiteY328" fmla="*/ 271572 h 448064"/>
                <a:gd name="connsiteX329" fmla="*/ 317260 w 869556"/>
                <a:gd name="connsiteY329" fmla="*/ 271703 h 448064"/>
                <a:gd name="connsiteX330" fmla="*/ 316516 w 869556"/>
                <a:gd name="connsiteY330" fmla="*/ 275424 h 448064"/>
                <a:gd name="connsiteX331" fmla="*/ 311911 w 869556"/>
                <a:gd name="connsiteY331" fmla="*/ 275918 h 448064"/>
                <a:gd name="connsiteX332" fmla="*/ 310563 w 869556"/>
                <a:gd name="connsiteY332" fmla="*/ 276168 h 448064"/>
                <a:gd name="connsiteX333" fmla="*/ 309819 w 869556"/>
                <a:gd name="connsiteY333" fmla="*/ 278400 h 448064"/>
                <a:gd name="connsiteX334" fmla="*/ 305214 w 869556"/>
                <a:gd name="connsiteY334" fmla="*/ 278769 h 448064"/>
                <a:gd name="connsiteX335" fmla="*/ 303865 w 869556"/>
                <a:gd name="connsiteY335" fmla="*/ 279144 h 448064"/>
                <a:gd name="connsiteX336" fmla="*/ 303517 w 869556"/>
                <a:gd name="connsiteY336" fmla="*/ 280633 h 448064"/>
                <a:gd name="connsiteX337" fmla="*/ 303121 w 869556"/>
                <a:gd name="connsiteY337" fmla="*/ 282121 h 448064"/>
                <a:gd name="connsiteX338" fmla="*/ 299773 w 869556"/>
                <a:gd name="connsiteY338" fmla="*/ 282539 h 448064"/>
                <a:gd name="connsiteX339" fmla="*/ 296424 w 869556"/>
                <a:gd name="connsiteY339" fmla="*/ 282865 h 448064"/>
                <a:gd name="connsiteX340" fmla="*/ 295680 w 869556"/>
                <a:gd name="connsiteY340" fmla="*/ 285097 h 448064"/>
                <a:gd name="connsiteX341" fmla="*/ 293075 w 869556"/>
                <a:gd name="connsiteY341" fmla="*/ 285423 h 448064"/>
                <a:gd name="connsiteX342" fmla="*/ 290471 w 869556"/>
                <a:gd name="connsiteY342" fmla="*/ 285842 h 448064"/>
                <a:gd name="connsiteX343" fmla="*/ 290171 w 869556"/>
                <a:gd name="connsiteY343" fmla="*/ 287344 h 448064"/>
                <a:gd name="connsiteX344" fmla="*/ 289727 w 869556"/>
                <a:gd name="connsiteY344" fmla="*/ 288818 h 448064"/>
                <a:gd name="connsiteX345" fmla="*/ 285960 w 869556"/>
                <a:gd name="connsiteY345" fmla="*/ 289004 h 448064"/>
                <a:gd name="connsiteX346" fmla="*/ 283887 w 869556"/>
                <a:gd name="connsiteY346" fmla="*/ 288923 h 448064"/>
                <a:gd name="connsiteX347" fmla="*/ 282285 w 869556"/>
                <a:gd name="connsiteY347" fmla="*/ 288818 h 448064"/>
                <a:gd name="connsiteX348" fmla="*/ 282285 w 869556"/>
                <a:gd name="connsiteY348" fmla="*/ 291795 h 448064"/>
                <a:gd name="connsiteX349" fmla="*/ 279774 w 869556"/>
                <a:gd name="connsiteY349" fmla="*/ 291981 h 448064"/>
                <a:gd name="connsiteX350" fmla="*/ 277076 w 869556"/>
                <a:gd name="connsiteY350" fmla="*/ 292539 h 448064"/>
                <a:gd name="connsiteX351" fmla="*/ 276379 w 869556"/>
                <a:gd name="connsiteY351" fmla="*/ 294027 h 448064"/>
                <a:gd name="connsiteX352" fmla="*/ 275588 w 869556"/>
                <a:gd name="connsiteY352" fmla="*/ 295515 h 448064"/>
                <a:gd name="connsiteX353" fmla="*/ 272146 w 869556"/>
                <a:gd name="connsiteY353" fmla="*/ 296073 h 448064"/>
                <a:gd name="connsiteX354" fmla="*/ 270304 w 869556"/>
                <a:gd name="connsiteY354" fmla="*/ 296201 h 448064"/>
                <a:gd name="connsiteX355" fmla="*/ 268891 w 869556"/>
                <a:gd name="connsiteY355" fmla="*/ 296259 h 448064"/>
                <a:gd name="connsiteX356" fmla="*/ 268891 w 869556"/>
                <a:gd name="connsiteY356" fmla="*/ 299236 h 448064"/>
                <a:gd name="connsiteX357" fmla="*/ 266379 w 869556"/>
                <a:gd name="connsiteY357" fmla="*/ 299050 h 448064"/>
                <a:gd name="connsiteX358" fmla="*/ 263682 w 869556"/>
                <a:gd name="connsiteY358" fmla="*/ 299236 h 448064"/>
                <a:gd name="connsiteX359" fmla="*/ 262984 w 869556"/>
                <a:gd name="connsiteY359" fmla="*/ 300701 h 448064"/>
                <a:gd name="connsiteX360" fmla="*/ 262194 w 869556"/>
                <a:gd name="connsiteY360" fmla="*/ 302213 h 448064"/>
                <a:gd name="connsiteX361" fmla="*/ 258752 w 869556"/>
                <a:gd name="connsiteY361" fmla="*/ 302771 h 448064"/>
                <a:gd name="connsiteX362" fmla="*/ 256909 w 869556"/>
                <a:gd name="connsiteY362" fmla="*/ 302899 h 448064"/>
                <a:gd name="connsiteX363" fmla="*/ 255496 w 869556"/>
                <a:gd name="connsiteY363" fmla="*/ 302957 h 448064"/>
                <a:gd name="connsiteX364" fmla="*/ 255496 w 869556"/>
                <a:gd name="connsiteY364" fmla="*/ 305933 h 448064"/>
                <a:gd name="connsiteX365" fmla="*/ 252985 w 869556"/>
                <a:gd name="connsiteY365" fmla="*/ 306166 h 448064"/>
                <a:gd name="connsiteX366" fmla="*/ 250287 w 869556"/>
                <a:gd name="connsiteY366" fmla="*/ 306677 h 448064"/>
                <a:gd name="connsiteX367" fmla="*/ 248799 w 869556"/>
                <a:gd name="connsiteY367" fmla="*/ 308910 h 448064"/>
                <a:gd name="connsiteX368" fmla="*/ 245729 w 869556"/>
                <a:gd name="connsiteY368" fmla="*/ 309421 h 448064"/>
                <a:gd name="connsiteX369" fmla="*/ 242846 w 869556"/>
                <a:gd name="connsiteY369" fmla="*/ 309654 h 448064"/>
                <a:gd name="connsiteX370" fmla="*/ 242846 w 869556"/>
                <a:gd name="connsiteY370" fmla="*/ 312631 h 448064"/>
                <a:gd name="connsiteX371" fmla="*/ 236149 w 869556"/>
                <a:gd name="connsiteY371" fmla="*/ 313375 h 448064"/>
                <a:gd name="connsiteX372" fmla="*/ 236149 w 869556"/>
                <a:gd name="connsiteY372" fmla="*/ 316351 h 448064"/>
                <a:gd name="connsiteX373" fmla="*/ 233637 w 869556"/>
                <a:gd name="connsiteY373" fmla="*/ 316165 h 448064"/>
                <a:gd name="connsiteX374" fmla="*/ 230940 w 869556"/>
                <a:gd name="connsiteY374" fmla="*/ 316351 h 448064"/>
                <a:gd name="connsiteX375" fmla="*/ 229451 w 869556"/>
                <a:gd name="connsiteY375" fmla="*/ 319328 h 448064"/>
                <a:gd name="connsiteX376" fmla="*/ 224242 w 869556"/>
                <a:gd name="connsiteY376" fmla="*/ 320816 h 448064"/>
                <a:gd name="connsiteX377" fmla="*/ 223498 w 869556"/>
                <a:gd name="connsiteY377" fmla="*/ 323049 h 448064"/>
                <a:gd name="connsiteX378" fmla="*/ 218289 w 869556"/>
                <a:gd name="connsiteY378" fmla="*/ 323793 h 448064"/>
                <a:gd name="connsiteX379" fmla="*/ 216801 w 869556"/>
                <a:gd name="connsiteY379" fmla="*/ 326025 h 448064"/>
                <a:gd name="connsiteX380" fmla="*/ 214150 w 869556"/>
                <a:gd name="connsiteY380" fmla="*/ 326351 h 448064"/>
                <a:gd name="connsiteX381" fmla="*/ 211592 w 869556"/>
                <a:gd name="connsiteY381" fmla="*/ 326769 h 448064"/>
                <a:gd name="connsiteX382" fmla="*/ 211220 w 869556"/>
                <a:gd name="connsiteY382" fmla="*/ 328258 h 448064"/>
                <a:gd name="connsiteX383" fmla="*/ 210848 w 869556"/>
                <a:gd name="connsiteY383" fmla="*/ 329746 h 448064"/>
                <a:gd name="connsiteX384" fmla="*/ 205639 w 869556"/>
                <a:gd name="connsiteY384" fmla="*/ 330490 h 448064"/>
                <a:gd name="connsiteX385" fmla="*/ 204941 w 869556"/>
                <a:gd name="connsiteY385" fmla="*/ 332025 h 448064"/>
                <a:gd name="connsiteX386" fmla="*/ 204151 w 869556"/>
                <a:gd name="connsiteY386" fmla="*/ 333467 h 448064"/>
                <a:gd name="connsiteX387" fmla="*/ 198197 w 869556"/>
                <a:gd name="connsiteY387" fmla="*/ 333467 h 448064"/>
                <a:gd name="connsiteX388" fmla="*/ 198197 w 869556"/>
                <a:gd name="connsiteY388" fmla="*/ 336443 h 448064"/>
                <a:gd name="connsiteX389" fmla="*/ 195639 w 869556"/>
                <a:gd name="connsiteY389" fmla="*/ 336629 h 448064"/>
                <a:gd name="connsiteX390" fmla="*/ 192988 w 869556"/>
                <a:gd name="connsiteY390" fmla="*/ 337187 h 448064"/>
                <a:gd name="connsiteX391" fmla="*/ 192663 w 869556"/>
                <a:gd name="connsiteY391" fmla="*/ 338676 h 448064"/>
                <a:gd name="connsiteX392" fmla="*/ 192244 w 869556"/>
                <a:gd name="connsiteY392" fmla="*/ 340164 h 448064"/>
                <a:gd name="connsiteX393" fmla="*/ 187640 w 869556"/>
                <a:gd name="connsiteY393" fmla="*/ 340632 h 448064"/>
                <a:gd name="connsiteX394" fmla="*/ 186291 w 869556"/>
                <a:gd name="connsiteY394" fmla="*/ 340908 h 448064"/>
                <a:gd name="connsiteX395" fmla="*/ 185547 w 869556"/>
                <a:gd name="connsiteY395" fmla="*/ 343140 h 448064"/>
                <a:gd name="connsiteX396" fmla="*/ 183315 w 869556"/>
                <a:gd name="connsiteY396" fmla="*/ 343466 h 448064"/>
                <a:gd name="connsiteX397" fmla="*/ 181082 w 869556"/>
                <a:gd name="connsiteY397" fmla="*/ 343884 h 448064"/>
                <a:gd name="connsiteX398" fmla="*/ 180803 w 869556"/>
                <a:gd name="connsiteY398" fmla="*/ 345373 h 448064"/>
                <a:gd name="connsiteX399" fmla="*/ 180338 w 869556"/>
                <a:gd name="connsiteY399" fmla="*/ 346861 h 448064"/>
                <a:gd name="connsiteX400" fmla="*/ 175734 w 869556"/>
                <a:gd name="connsiteY400" fmla="*/ 347329 h 448064"/>
                <a:gd name="connsiteX401" fmla="*/ 174385 w 869556"/>
                <a:gd name="connsiteY401" fmla="*/ 347605 h 448064"/>
                <a:gd name="connsiteX402" fmla="*/ 173641 w 869556"/>
                <a:gd name="connsiteY402" fmla="*/ 349838 h 448064"/>
                <a:gd name="connsiteX403" fmla="*/ 169036 w 869556"/>
                <a:gd name="connsiteY403" fmla="*/ 350861 h 448064"/>
                <a:gd name="connsiteX404" fmla="*/ 167688 w 869556"/>
                <a:gd name="connsiteY404" fmla="*/ 351326 h 448064"/>
                <a:gd name="connsiteX405" fmla="*/ 166944 w 869556"/>
                <a:gd name="connsiteY405" fmla="*/ 353558 h 448064"/>
                <a:gd name="connsiteX406" fmla="*/ 164339 w 869556"/>
                <a:gd name="connsiteY406" fmla="*/ 353465 h 448064"/>
                <a:gd name="connsiteX407" fmla="*/ 161735 w 869556"/>
                <a:gd name="connsiteY407" fmla="*/ 353558 h 448064"/>
                <a:gd name="connsiteX408" fmla="*/ 160990 w 869556"/>
                <a:gd name="connsiteY408" fmla="*/ 357279 h 448064"/>
                <a:gd name="connsiteX409" fmla="*/ 155781 w 869556"/>
                <a:gd name="connsiteY409" fmla="*/ 358023 h 448064"/>
                <a:gd name="connsiteX410" fmla="*/ 155037 w 869556"/>
                <a:gd name="connsiteY410" fmla="*/ 360256 h 448064"/>
                <a:gd name="connsiteX411" fmla="*/ 150360 w 869556"/>
                <a:gd name="connsiteY411" fmla="*/ 361279 h 448064"/>
                <a:gd name="connsiteX412" fmla="*/ 149084 w 869556"/>
                <a:gd name="connsiteY412" fmla="*/ 361744 h 448064"/>
                <a:gd name="connsiteX413" fmla="*/ 149084 w 869556"/>
                <a:gd name="connsiteY413" fmla="*/ 363976 h 448064"/>
                <a:gd name="connsiteX414" fmla="*/ 143131 w 869556"/>
                <a:gd name="connsiteY414" fmla="*/ 364720 h 448064"/>
                <a:gd name="connsiteX415" fmla="*/ 143131 w 869556"/>
                <a:gd name="connsiteY415" fmla="*/ 366953 h 448064"/>
                <a:gd name="connsiteX416" fmla="*/ 137178 w 869556"/>
                <a:gd name="connsiteY416" fmla="*/ 367697 h 448064"/>
                <a:gd name="connsiteX417" fmla="*/ 137178 w 869556"/>
                <a:gd name="connsiteY417" fmla="*/ 370674 h 448064"/>
                <a:gd name="connsiteX418" fmla="*/ 134620 w 869556"/>
                <a:gd name="connsiteY418" fmla="*/ 370860 h 448064"/>
                <a:gd name="connsiteX419" fmla="*/ 131969 w 869556"/>
                <a:gd name="connsiteY419" fmla="*/ 371418 h 448064"/>
                <a:gd name="connsiteX420" fmla="*/ 131597 w 869556"/>
                <a:gd name="connsiteY420" fmla="*/ 372906 h 448064"/>
                <a:gd name="connsiteX421" fmla="*/ 131225 w 869556"/>
                <a:gd name="connsiteY421" fmla="*/ 374394 h 448064"/>
                <a:gd name="connsiteX422" fmla="*/ 126016 w 869556"/>
                <a:gd name="connsiteY422" fmla="*/ 375138 h 448064"/>
                <a:gd name="connsiteX423" fmla="*/ 125272 w 869556"/>
                <a:gd name="connsiteY423" fmla="*/ 377371 h 448064"/>
                <a:gd name="connsiteX424" fmla="*/ 123039 w 869556"/>
                <a:gd name="connsiteY424" fmla="*/ 377696 h 448064"/>
                <a:gd name="connsiteX425" fmla="*/ 120807 w 869556"/>
                <a:gd name="connsiteY425" fmla="*/ 378115 h 448064"/>
                <a:gd name="connsiteX426" fmla="*/ 120528 w 869556"/>
                <a:gd name="connsiteY426" fmla="*/ 379603 h 448064"/>
                <a:gd name="connsiteX427" fmla="*/ 120063 w 869556"/>
                <a:gd name="connsiteY427" fmla="*/ 381092 h 448064"/>
                <a:gd name="connsiteX428" fmla="*/ 115458 w 869556"/>
                <a:gd name="connsiteY428" fmla="*/ 381560 h 448064"/>
                <a:gd name="connsiteX429" fmla="*/ 114110 w 869556"/>
                <a:gd name="connsiteY429" fmla="*/ 381836 h 448064"/>
                <a:gd name="connsiteX430" fmla="*/ 113365 w 869556"/>
                <a:gd name="connsiteY430" fmla="*/ 384068 h 448064"/>
                <a:gd name="connsiteX431" fmla="*/ 110714 w 869556"/>
                <a:gd name="connsiteY431" fmla="*/ 384812 h 448064"/>
                <a:gd name="connsiteX432" fmla="*/ 108156 w 869556"/>
                <a:gd name="connsiteY432" fmla="*/ 385556 h 448064"/>
                <a:gd name="connsiteX433" fmla="*/ 108156 w 869556"/>
                <a:gd name="connsiteY433" fmla="*/ 387789 h 448064"/>
                <a:gd name="connsiteX434" fmla="*/ 105226 w 869556"/>
                <a:gd name="connsiteY434" fmla="*/ 387556 h 448064"/>
                <a:gd name="connsiteX435" fmla="*/ 102203 w 869556"/>
                <a:gd name="connsiteY435" fmla="*/ 387789 h 448064"/>
                <a:gd name="connsiteX436" fmla="*/ 101459 w 869556"/>
                <a:gd name="connsiteY436" fmla="*/ 391509 h 448064"/>
                <a:gd name="connsiteX437" fmla="*/ 96994 w 869556"/>
                <a:gd name="connsiteY437" fmla="*/ 391509 h 448064"/>
                <a:gd name="connsiteX438" fmla="*/ 95506 w 869556"/>
                <a:gd name="connsiteY438" fmla="*/ 394486 h 448064"/>
                <a:gd name="connsiteX439" fmla="*/ 93227 w 869556"/>
                <a:gd name="connsiteY439" fmla="*/ 394858 h 448064"/>
                <a:gd name="connsiteX440" fmla="*/ 91041 w 869556"/>
                <a:gd name="connsiteY440" fmla="*/ 395230 h 448064"/>
                <a:gd name="connsiteX441" fmla="*/ 90716 w 869556"/>
                <a:gd name="connsiteY441" fmla="*/ 396718 h 448064"/>
                <a:gd name="connsiteX442" fmla="*/ 90297 w 869556"/>
                <a:gd name="connsiteY442" fmla="*/ 398207 h 448064"/>
                <a:gd name="connsiteX443" fmla="*/ 85088 w 869556"/>
                <a:gd name="connsiteY443" fmla="*/ 398951 h 448064"/>
                <a:gd name="connsiteX444" fmla="*/ 84344 w 869556"/>
                <a:gd name="connsiteY444" fmla="*/ 401183 h 448064"/>
                <a:gd name="connsiteX445" fmla="*/ 82112 w 869556"/>
                <a:gd name="connsiteY445" fmla="*/ 401509 h 448064"/>
                <a:gd name="connsiteX446" fmla="*/ 79879 w 869556"/>
                <a:gd name="connsiteY446" fmla="*/ 401927 h 448064"/>
                <a:gd name="connsiteX447" fmla="*/ 79554 w 869556"/>
                <a:gd name="connsiteY447" fmla="*/ 403416 h 448064"/>
                <a:gd name="connsiteX448" fmla="*/ 79135 w 869556"/>
                <a:gd name="connsiteY448" fmla="*/ 404904 h 448064"/>
                <a:gd name="connsiteX449" fmla="*/ 73926 w 869556"/>
                <a:gd name="connsiteY449" fmla="*/ 405648 h 448064"/>
                <a:gd name="connsiteX450" fmla="*/ 73182 w 869556"/>
                <a:gd name="connsiteY450" fmla="*/ 407136 h 448064"/>
                <a:gd name="connsiteX451" fmla="*/ 72438 w 869556"/>
                <a:gd name="connsiteY451" fmla="*/ 408625 h 448064"/>
                <a:gd name="connsiteX452" fmla="*/ 67229 w 869556"/>
                <a:gd name="connsiteY452" fmla="*/ 409369 h 448064"/>
                <a:gd name="connsiteX453" fmla="*/ 66485 w 869556"/>
                <a:gd name="connsiteY453" fmla="*/ 411601 h 448064"/>
                <a:gd name="connsiteX454" fmla="*/ 61276 w 869556"/>
                <a:gd name="connsiteY454" fmla="*/ 412345 h 448064"/>
                <a:gd name="connsiteX455" fmla="*/ 61276 w 869556"/>
                <a:gd name="connsiteY455" fmla="*/ 415322 h 448064"/>
                <a:gd name="connsiteX456" fmla="*/ 58718 w 869556"/>
                <a:gd name="connsiteY456" fmla="*/ 415555 h 448064"/>
                <a:gd name="connsiteX457" fmla="*/ 56067 w 869556"/>
                <a:gd name="connsiteY457" fmla="*/ 416066 h 448064"/>
                <a:gd name="connsiteX458" fmla="*/ 55322 w 869556"/>
                <a:gd name="connsiteY458" fmla="*/ 418299 h 448064"/>
                <a:gd name="connsiteX459" fmla="*/ 50113 w 869556"/>
                <a:gd name="connsiteY459" fmla="*/ 419043 h 448064"/>
                <a:gd name="connsiteX460" fmla="*/ 50113 w 869556"/>
                <a:gd name="connsiteY460" fmla="*/ 422019 h 448064"/>
                <a:gd name="connsiteX461" fmla="*/ 47555 w 869556"/>
                <a:gd name="connsiteY461" fmla="*/ 422205 h 448064"/>
                <a:gd name="connsiteX462" fmla="*/ 44904 w 869556"/>
                <a:gd name="connsiteY462" fmla="*/ 422763 h 448064"/>
                <a:gd name="connsiteX463" fmla="*/ 44579 w 869556"/>
                <a:gd name="connsiteY463" fmla="*/ 424298 h 448064"/>
                <a:gd name="connsiteX464" fmla="*/ 44160 w 869556"/>
                <a:gd name="connsiteY464" fmla="*/ 425740 h 448064"/>
                <a:gd name="connsiteX465" fmla="*/ 38207 w 869556"/>
                <a:gd name="connsiteY465" fmla="*/ 425740 h 448064"/>
                <a:gd name="connsiteX466" fmla="*/ 38207 w 869556"/>
                <a:gd name="connsiteY466" fmla="*/ 428717 h 448064"/>
                <a:gd name="connsiteX467" fmla="*/ 36021 w 869556"/>
                <a:gd name="connsiteY467" fmla="*/ 428903 h 448064"/>
                <a:gd name="connsiteX468" fmla="*/ 33742 w 869556"/>
                <a:gd name="connsiteY468" fmla="*/ 429461 h 448064"/>
                <a:gd name="connsiteX469" fmla="*/ 33417 w 869556"/>
                <a:gd name="connsiteY469" fmla="*/ 430949 h 448064"/>
                <a:gd name="connsiteX470" fmla="*/ 32998 w 869556"/>
                <a:gd name="connsiteY470" fmla="*/ 432437 h 448064"/>
                <a:gd name="connsiteX471" fmla="*/ 27789 w 869556"/>
                <a:gd name="connsiteY471" fmla="*/ 433181 h 448064"/>
                <a:gd name="connsiteX472" fmla="*/ 27045 w 869556"/>
                <a:gd name="connsiteY472" fmla="*/ 435414 h 448064"/>
                <a:gd name="connsiteX473" fmla="*/ 24394 w 869556"/>
                <a:gd name="connsiteY473" fmla="*/ 436158 h 448064"/>
                <a:gd name="connsiteX474" fmla="*/ 21836 w 869556"/>
                <a:gd name="connsiteY474" fmla="*/ 436902 h 448064"/>
                <a:gd name="connsiteX475" fmla="*/ 21836 w 869556"/>
                <a:gd name="connsiteY475" fmla="*/ 439134 h 448064"/>
                <a:gd name="connsiteX476" fmla="*/ 19325 w 869556"/>
                <a:gd name="connsiteY476" fmla="*/ 439321 h 448064"/>
                <a:gd name="connsiteX477" fmla="*/ 16627 w 869556"/>
                <a:gd name="connsiteY477" fmla="*/ 439879 h 448064"/>
                <a:gd name="connsiteX478" fmla="*/ 15883 w 869556"/>
                <a:gd name="connsiteY478" fmla="*/ 441367 h 448064"/>
                <a:gd name="connsiteX479" fmla="*/ 15139 w 869556"/>
                <a:gd name="connsiteY479" fmla="*/ 442855 h 448064"/>
                <a:gd name="connsiteX480" fmla="*/ 9930 w 869556"/>
                <a:gd name="connsiteY480" fmla="*/ 443599 h 448064"/>
                <a:gd name="connsiteX481" fmla="*/ 9186 w 869556"/>
                <a:gd name="connsiteY481" fmla="*/ 445832 h 448064"/>
                <a:gd name="connsiteX482" fmla="*/ 3977 w 869556"/>
                <a:gd name="connsiteY482" fmla="*/ 447320 h 448064"/>
                <a:gd name="connsiteX483" fmla="*/ 1744 w 869556"/>
                <a:gd name="connsiteY483" fmla="*/ 448064 h 448064"/>
                <a:gd name="connsiteX484" fmla="*/ 814 w 869556"/>
                <a:gd name="connsiteY484" fmla="*/ 442809 h 448064"/>
                <a:gd name="connsiteX485" fmla="*/ 756 w 869556"/>
                <a:gd name="connsiteY485" fmla="*/ 440783 h 448064"/>
                <a:gd name="connsiteX486" fmla="*/ 1000 w 869556"/>
                <a:gd name="connsiteY486" fmla="*/ 439134 h 448064"/>
                <a:gd name="connsiteX487" fmla="*/ 3233 w 869556"/>
                <a:gd name="connsiteY487" fmla="*/ 438390 h 448064"/>
                <a:gd name="connsiteX488" fmla="*/ 3977 w 869556"/>
                <a:gd name="connsiteY488" fmla="*/ 433925 h 448064"/>
                <a:gd name="connsiteX489" fmla="*/ 6209 w 869556"/>
                <a:gd name="connsiteY489" fmla="*/ 431693 h 448064"/>
                <a:gd name="connsiteX490" fmla="*/ 6209 w 869556"/>
                <a:gd name="connsiteY490" fmla="*/ 428717 h 448064"/>
                <a:gd name="connsiteX491" fmla="*/ 8442 w 869556"/>
                <a:gd name="connsiteY491" fmla="*/ 427972 h 448064"/>
                <a:gd name="connsiteX492" fmla="*/ 9186 w 869556"/>
                <a:gd name="connsiteY492" fmla="*/ 423508 h 448064"/>
                <a:gd name="connsiteX493" fmla="*/ 11418 w 869556"/>
                <a:gd name="connsiteY493" fmla="*/ 422019 h 448064"/>
                <a:gd name="connsiteX494" fmla="*/ 12162 w 869556"/>
                <a:gd name="connsiteY494" fmla="*/ 417554 h 448064"/>
                <a:gd name="connsiteX495" fmla="*/ 13651 w 869556"/>
                <a:gd name="connsiteY495" fmla="*/ 416810 h 448064"/>
                <a:gd name="connsiteX496" fmla="*/ 14395 w 869556"/>
                <a:gd name="connsiteY496" fmla="*/ 414578 h 448064"/>
                <a:gd name="connsiteX497" fmla="*/ 16627 w 869556"/>
                <a:gd name="connsiteY497" fmla="*/ 411601 h 448064"/>
                <a:gd name="connsiteX498" fmla="*/ 16953 w 869556"/>
                <a:gd name="connsiteY498" fmla="*/ 409415 h 448064"/>
                <a:gd name="connsiteX499" fmla="*/ 17371 w 869556"/>
                <a:gd name="connsiteY499" fmla="*/ 407136 h 448064"/>
                <a:gd name="connsiteX500" fmla="*/ 19604 w 869556"/>
                <a:gd name="connsiteY500" fmla="*/ 405648 h 448064"/>
                <a:gd name="connsiteX501" fmla="*/ 19976 w 869556"/>
                <a:gd name="connsiteY501" fmla="*/ 403695 h 448064"/>
                <a:gd name="connsiteX502" fmla="*/ 20348 w 869556"/>
                <a:gd name="connsiteY502" fmla="*/ 401927 h 448064"/>
                <a:gd name="connsiteX503" fmla="*/ 22580 w 869556"/>
                <a:gd name="connsiteY503" fmla="*/ 401927 h 448064"/>
                <a:gd name="connsiteX504" fmla="*/ 22441 w 869556"/>
                <a:gd name="connsiteY504" fmla="*/ 399835 h 448064"/>
                <a:gd name="connsiteX505" fmla="*/ 24813 w 869556"/>
                <a:gd name="connsiteY505" fmla="*/ 395230 h 448064"/>
                <a:gd name="connsiteX506" fmla="*/ 25185 w 869556"/>
                <a:gd name="connsiteY506" fmla="*/ 393277 h 448064"/>
                <a:gd name="connsiteX507" fmla="*/ 25557 w 869556"/>
                <a:gd name="connsiteY507" fmla="*/ 391509 h 448064"/>
                <a:gd name="connsiteX508" fmla="*/ 27789 w 869556"/>
                <a:gd name="connsiteY508" fmla="*/ 390765 h 448064"/>
                <a:gd name="connsiteX509" fmla="*/ 29278 w 869556"/>
                <a:gd name="connsiteY509" fmla="*/ 385556 h 448064"/>
                <a:gd name="connsiteX510" fmla="*/ 30766 w 869556"/>
                <a:gd name="connsiteY510" fmla="*/ 385556 h 448064"/>
                <a:gd name="connsiteX511" fmla="*/ 31510 w 869556"/>
                <a:gd name="connsiteY511" fmla="*/ 383324 h 448064"/>
                <a:gd name="connsiteX512" fmla="*/ 32254 w 869556"/>
                <a:gd name="connsiteY512" fmla="*/ 381092 h 448064"/>
                <a:gd name="connsiteX513" fmla="*/ 33742 w 869556"/>
                <a:gd name="connsiteY513" fmla="*/ 381092 h 448064"/>
                <a:gd name="connsiteX514" fmla="*/ 33603 w 869556"/>
                <a:gd name="connsiteY514" fmla="*/ 378906 h 448064"/>
                <a:gd name="connsiteX515" fmla="*/ 33742 w 869556"/>
                <a:gd name="connsiteY515" fmla="*/ 376627 h 448064"/>
                <a:gd name="connsiteX516" fmla="*/ 35975 w 869556"/>
                <a:gd name="connsiteY516" fmla="*/ 375883 h 448064"/>
                <a:gd name="connsiteX517" fmla="*/ 36719 w 869556"/>
                <a:gd name="connsiteY517" fmla="*/ 371418 h 448064"/>
                <a:gd name="connsiteX518" fmla="*/ 38207 w 869556"/>
                <a:gd name="connsiteY518" fmla="*/ 370674 h 448064"/>
                <a:gd name="connsiteX519" fmla="*/ 38533 w 869556"/>
                <a:gd name="connsiteY519" fmla="*/ 368860 h 448064"/>
                <a:gd name="connsiteX520" fmla="*/ 41184 w 869556"/>
                <a:gd name="connsiteY520" fmla="*/ 365465 h 448064"/>
                <a:gd name="connsiteX521" fmla="*/ 41928 w 869556"/>
                <a:gd name="connsiteY521" fmla="*/ 363558 h 448064"/>
                <a:gd name="connsiteX522" fmla="*/ 42672 w 869556"/>
                <a:gd name="connsiteY522" fmla="*/ 361744 h 448064"/>
                <a:gd name="connsiteX523" fmla="*/ 44904 w 869556"/>
                <a:gd name="connsiteY523" fmla="*/ 361000 h 448064"/>
                <a:gd name="connsiteX524" fmla="*/ 44904 w 869556"/>
                <a:gd name="connsiteY524" fmla="*/ 356535 h 448064"/>
                <a:gd name="connsiteX525" fmla="*/ 46393 w 869556"/>
                <a:gd name="connsiteY525" fmla="*/ 356535 h 448064"/>
                <a:gd name="connsiteX526" fmla="*/ 47881 w 869556"/>
                <a:gd name="connsiteY526" fmla="*/ 352070 h 448064"/>
                <a:gd name="connsiteX527" fmla="*/ 49369 w 869556"/>
                <a:gd name="connsiteY527" fmla="*/ 351326 h 448064"/>
                <a:gd name="connsiteX528" fmla="*/ 50858 w 869556"/>
                <a:gd name="connsiteY528" fmla="*/ 347605 h 448064"/>
                <a:gd name="connsiteX529" fmla="*/ 52346 w 869556"/>
                <a:gd name="connsiteY529" fmla="*/ 346117 h 448064"/>
                <a:gd name="connsiteX530" fmla="*/ 53834 w 869556"/>
                <a:gd name="connsiteY530" fmla="*/ 342396 h 448064"/>
                <a:gd name="connsiteX531" fmla="*/ 58299 w 869556"/>
                <a:gd name="connsiteY531" fmla="*/ 335699 h 448064"/>
                <a:gd name="connsiteX532" fmla="*/ 59043 w 869556"/>
                <a:gd name="connsiteY532" fmla="*/ 333467 h 448064"/>
                <a:gd name="connsiteX533" fmla="*/ 60531 w 869556"/>
                <a:gd name="connsiteY533" fmla="*/ 332722 h 448064"/>
                <a:gd name="connsiteX534" fmla="*/ 60903 w 869556"/>
                <a:gd name="connsiteY534" fmla="*/ 330862 h 448064"/>
                <a:gd name="connsiteX535" fmla="*/ 61276 w 869556"/>
                <a:gd name="connsiteY535" fmla="*/ 329002 h 448064"/>
                <a:gd name="connsiteX536" fmla="*/ 62764 w 869556"/>
                <a:gd name="connsiteY536" fmla="*/ 328258 h 448064"/>
                <a:gd name="connsiteX537" fmla="*/ 63880 w 869556"/>
                <a:gd name="connsiteY537" fmla="*/ 325979 h 448064"/>
                <a:gd name="connsiteX538" fmla="*/ 64996 w 869556"/>
                <a:gd name="connsiteY538" fmla="*/ 323793 h 448064"/>
                <a:gd name="connsiteX539" fmla="*/ 66485 w 869556"/>
                <a:gd name="connsiteY539" fmla="*/ 323793 h 448064"/>
                <a:gd name="connsiteX540" fmla="*/ 67229 w 869556"/>
                <a:gd name="connsiteY540" fmla="*/ 320072 h 448064"/>
                <a:gd name="connsiteX541" fmla="*/ 68717 w 869556"/>
                <a:gd name="connsiteY541" fmla="*/ 319328 h 448064"/>
                <a:gd name="connsiteX542" fmla="*/ 69368 w 869556"/>
                <a:gd name="connsiteY542" fmla="*/ 317328 h 448064"/>
                <a:gd name="connsiteX543" fmla="*/ 73182 w 869556"/>
                <a:gd name="connsiteY543" fmla="*/ 310398 h 448064"/>
                <a:gd name="connsiteX544" fmla="*/ 74670 w 869556"/>
                <a:gd name="connsiteY544" fmla="*/ 310398 h 448064"/>
                <a:gd name="connsiteX545" fmla="*/ 75414 w 869556"/>
                <a:gd name="connsiteY545" fmla="*/ 306677 h 448064"/>
                <a:gd name="connsiteX546" fmla="*/ 76903 w 869556"/>
                <a:gd name="connsiteY546" fmla="*/ 305933 h 448064"/>
                <a:gd name="connsiteX547" fmla="*/ 77228 w 869556"/>
                <a:gd name="connsiteY547" fmla="*/ 304492 h 448064"/>
                <a:gd name="connsiteX548" fmla="*/ 79879 w 869556"/>
                <a:gd name="connsiteY548" fmla="*/ 301468 h 448064"/>
                <a:gd name="connsiteX549" fmla="*/ 80623 w 869556"/>
                <a:gd name="connsiteY549" fmla="*/ 298492 h 448064"/>
                <a:gd name="connsiteX550" fmla="*/ 83135 w 869556"/>
                <a:gd name="connsiteY550" fmla="*/ 294725 h 448064"/>
                <a:gd name="connsiteX551" fmla="*/ 84501 w 869556"/>
                <a:gd name="connsiteY551" fmla="*/ 292792 h 448064"/>
                <a:gd name="connsiteX552" fmla="*/ 88065 w 869556"/>
                <a:gd name="connsiteY552" fmla="*/ 288818 h 448064"/>
                <a:gd name="connsiteX553" fmla="*/ 88855 w 869556"/>
                <a:gd name="connsiteY553" fmla="*/ 287190 h 448064"/>
                <a:gd name="connsiteX554" fmla="*/ 89553 w 869556"/>
                <a:gd name="connsiteY554" fmla="*/ 285842 h 448064"/>
                <a:gd name="connsiteX555" fmla="*/ 91041 w 869556"/>
                <a:gd name="connsiteY555" fmla="*/ 285842 h 448064"/>
                <a:gd name="connsiteX556" fmla="*/ 91785 w 869556"/>
                <a:gd name="connsiteY556" fmla="*/ 282121 h 448064"/>
                <a:gd name="connsiteX557" fmla="*/ 93274 w 869556"/>
                <a:gd name="connsiteY557" fmla="*/ 281377 h 448064"/>
                <a:gd name="connsiteX558" fmla="*/ 93553 w 869556"/>
                <a:gd name="connsiteY558" fmla="*/ 279656 h 448064"/>
                <a:gd name="connsiteX559" fmla="*/ 96994 w 869556"/>
                <a:gd name="connsiteY559" fmla="*/ 274679 h 448064"/>
                <a:gd name="connsiteX560" fmla="*/ 98483 w 869556"/>
                <a:gd name="connsiteY560" fmla="*/ 274679 h 448064"/>
                <a:gd name="connsiteX561" fmla="*/ 99180 w 869556"/>
                <a:gd name="connsiteY561" fmla="*/ 272214 h 448064"/>
                <a:gd name="connsiteX562" fmla="*/ 102203 w 869556"/>
                <a:gd name="connsiteY562" fmla="*/ 267238 h 448064"/>
                <a:gd name="connsiteX563" fmla="*/ 104808 w 869556"/>
                <a:gd name="connsiteY563" fmla="*/ 263424 h 448064"/>
                <a:gd name="connsiteX564" fmla="*/ 105180 w 869556"/>
                <a:gd name="connsiteY564" fmla="*/ 262029 h 448064"/>
                <a:gd name="connsiteX565" fmla="*/ 107412 w 869556"/>
                <a:gd name="connsiteY565" fmla="*/ 261285 h 448064"/>
                <a:gd name="connsiteX566" fmla="*/ 108156 w 869556"/>
                <a:gd name="connsiteY566" fmla="*/ 258308 h 448064"/>
                <a:gd name="connsiteX567" fmla="*/ 109645 w 869556"/>
                <a:gd name="connsiteY567" fmla="*/ 257564 h 448064"/>
                <a:gd name="connsiteX568" fmla="*/ 109970 w 869556"/>
                <a:gd name="connsiteY568" fmla="*/ 256076 h 448064"/>
                <a:gd name="connsiteX569" fmla="*/ 110389 w 869556"/>
                <a:gd name="connsiteY569" fmla="*/ 254588 h 448064"/>
                <a:gd name="connsiteX570" fmla="*/ 112621 w 869556"/>
                <a:gd name="connsiteY570" fmla="*/ 253843 h 448064"/>
                <a:gd name="connsiteX571" fmla="*/ 113365 w 869556"/>
                <a:gd name="connsiteY571" fmla="*/ 251611 h 448064"/>
                <a:gd name="connsiteX572" fmla="*/ 114854 w 869556"/>
                <a:gd name="connsiteY572" fmla="*/ 250867 h 448064"/>
                <a:gd name="connsiteX573" fmla="*/ 115086 w 869556"/>
                <a:gd name="connsiteY573" fmla="*/ 249193 h 448064"/>
                <a:gd name="connsiteX574" fmla="*/ 119319 w 869556"/>
                <a:gd name="connsiteY574" fmla="*/ 243426 h 448064"/>
                <a:gd name="connsiteX575" fmla="*/ 120807 w 869556"/>
                <a:gd name="connsiteY575" fmla="*/ 243426 h 448064"/>
                <a:gd name="connsiteX576" fmla="*/ 121179 w 869556"/>
                <a:gd name="connsiteY576" fmla="*/ 241937 h 448064"/>
                <a:gd name="connsiteX577" fmla="*/ 121551 w 869556"/>
                <a:gd name="connsiteY577" fmla="*/ 240449 h 448064"/>
                <a:gd name="connsiteX578" fmla="*/ 123039 w 869556"/>
                <a:gd name="connsiteY578" fmla="*/ 240449 h 448064"/>
                <a:gd name="connsiteX579" fmla="*/ 123783 w 869556"/>
                <a:gd name="connsiteY579" fmla="*/ 238589 h 448064"/>
                <a:gd name="connsiteX580" fmla="*/ 124528 w 869556"/>
                <a:gd name="connsiteY580" fmla="*/ 236728 h 448064"/>
                <a:gd name="connsiteX581" fmla="*/ 126016 w 869556"/>
                <a:gd name="connsiteY581" fmla="*/ 236728 h 448064"/>
                <a:gd name="connsiteX582" fmla="*/ 126760 w 869556"/>
                <a:gd name="connsiteY582" fmla="*/ 233752 h 448064"/>
                <a:gd name="connsiteX583" fmla="*/ 128248 w 869556"/>
                <a:gd name="connsiteY583" fmla="*/ 233008 h 448064"/>
                <a:gd name="connsiteX584" fmla="*/ 128992 w 869556"/>
                <a:gd name="connsiteY584" fmla="*/ 231473 h 448064"/>
                <a:gd name="connsiteX585" fmla="*/ 129737 w 869556"/>
                <a:gd name="connsiteY585" fmla="*/ 230031 h 448064"/>
                <a:gd name="connsiteX586" fmla="*/ 131225 w 869556"/>
                <a:gd name="connsiteY586" fmla="*/ 230031 h 448064"/>
                <a:gd name="connsiteX587" fmla="*/ 131550 w 869556"/>
                <a:gd name="connsiteY587" fmla="*/ 228682 h 448064"/>
                <a:gd name="connsiteX588" fmla="*/ 134201 w 869556"/>
                <a:gd name="connsiteY588" fmla="*/ 224822 h 448064"/>
                <a:gd name="connsiteX589" fmla="*/ 137178 w 869556"/>
                <a:gd name="connsiteY589" fmla="*/ 220357 h 448064"/>
                <a:gd name="connsiteX590" fmla="*/ 139410 w 869556"/>
                <a:gd name="connsiteY590" fmla="*/ 218869 h 448064"/>
                <a:gd name="connsiteX591" fmla="*/ 140154 w 869556"/>
                <a:gd name="connsiteY591" fmla="*/ 216636 h 448064"/>
                <a:gd name="connsiteX592" fmla="*/ 143875 w 869556"/>
                <a:gd name="connsiteY592" fmla="*/ 212916 h 448064"/>
                <a:gd name="connsiteX593" fmla="*/ 148591 w 869556"/>
                <a:gd name="connsiteY593" fmla="*/ 206499 h 448064"/>
                <a:gd name="connsiteX594" fmla="*/ 151317 w 869556"/>
                <a:gd name="connsiteY594" fmla="*/ 203242 h 448064"/>
                <a:gd name="connsiteX595" fmla="*/ 154293 w 869556"/>
                <a:gd name="connsiteY595" fmla="*/ 203242 h 448064"/>
                <a:gd name="connsiteX596" fmla="*/ 154293 w 869556"/>
                <a:gd name="connsiteY596" fmla="*/ 200265 h 448064"/>
                <a:gd name="connsiteX597" fmla="*/ 156526 w 869556"/>
                <a:gd name="connsiteY597" fmla="*/ 200265 h 448064"/>
                <a:gd name="connsiteX598" fmla="*/ 156526 w 869556"/>
                <a:gd name="connsiteY598" fmla="*/ 196545 h 448064"/>
                <a:gd name="connsiteX599" fmla="*/ 159502 w 869556"/>
                <a:gd name="connsiteY599" fmla="*/ 196545 h 448064"/>
                <a:gd name="connsiteX600" fmla="*/ 159502 w 869556"/>
                <a:gd name="connsiteY600" fmla="*/ 193568 h 448064"/>
                <a:gd name="connsiteX601" fmla="*/ 162479 w 869556"/>
                <a:gd name="connsiteY601" fmla="*/ 193568 h 448064"/>
                <a:gd name="connsiteX602" fmla="*/ 163223 w 869556"/>
                <a:gd name="connsiteY602" fmla="*/ 190592 h 448064"/>
                <a:gd name="connsiteX603" fmla="*/ 165455 w 869556"/>
                <a:gd name="connsiteY603" fmla="*/ 189847 h 448064"/>
                <a:gd name="connsiteX604" fmla="*/ 166199 w 869556"/>
                <a:gd name="connsiteY604" fmla="*/ 186871 h 448064"/>
                <a:gd name="connsiteX605" fmla="*/ 167688 w 869556"/>
                <a:gd name="connsiteY605" fmla="*/ 186127 h 448064"/>
                <a:gd name="connsiteX606" fmla="*/ 168339 w 869556"/>
                <a:gd name="connsiteY606" fmla="*/ 184685 h 448064"/>
                <a:gd name="connsiteX607" fmla="*/ 170571 w 869556"/>
                <a:gd name="connsiteY607" fmla="*/ 182546 h 448064"/>
                <a:gd name="connsiteX608" fmla="*/ 173641 w 869556"/>
                <a:gd name="connsiteY608" fmla="*/ 179011 h 448064"/>
                <a:gd name="connsiteX609" fmla="*/ 176757 w 869556"/>
                <a:gd name="connsiteY609" fmla="*/ 175895 h 448064"/>
                <a:gd name="connsiteX610" fmla="*/ 178106 w 869556"/>
                <a:gd name="connsiteY610" fmla="*/ 175709 h 448064"/>
                <a:gd name="connsiteX611" fmla="*/ 178850 w 869556"/>
                <a:gd name="connsiteY611" fmla="*/ 173476 h 448064"/>
                <a:gd name="connsiteX612" fmla="*/ 180338 w 869556"/>
                <a:gd name="connsiteY612" fmla="*/ 173151 h 448064"/>
                <a:gd name="connsiteX613" fmla="*/ 181826 w 869556"/>
                <a:gd name="connsiteY613" fmla="*/ 172732 h 448064"/>
                <a:gd name="connsiteX614" fmla="*/ 182570 w 869556"/>
                <a:gd name="connsiteY614" fmla="*/ 169756 h 448064"/>
                <a:gd name="connsiteX615" fmla="*/ 184059 w 869556"/>
                <a:gd name="connsiteY615" fmla="*/ 169011 h 448064"/>
                <a:gd name="connsiteX616" fmla="*/ 184710 w 869556"/>
                <a:gd name="connsiteY616" fmla="*/ 167523 h 448064"/>
                <a:gd name="connsiteX617" fmla="*/ 185547 w 869556"/>
                <a:gd name="connsiteY617" fmla="*/ 166035 h 448064"/>
                <a:gd name="connsiteX618" fmla="*/ 187082 w 869556"/>
                <a:gd name="connsiteY618" fmla="*/ 165663 h 448064"/>
                <a:gd name="connsiteX619" fmla="*/ 188524 w 869556"/>
                <a:gd name="connsiteY619" fmla="*/ 165291 h 448064"/>
                <a:gd name="connsiteX620" fmla="*/ 188896 w 869556"/>
                <a:gd name="connsiteY620" fmla="*/ 163756 h 448064"/>
                <a:gd name="connsiteX621" fmla="*/ 189268 w 869556"/>
                <a:gd name="connsiteY621" fmla="*/ 162314 h 448064"/>
                <a:gd name="connsiteX622" fmla="*/ 192244 w 869556"/>
                <a:gd name="connsiteY622" fmla="*/ 162314 h 448064"/>
                <a:gd name="connsiteX623" fmla="*/ 192244 w 869556"/>
                <a:gd name="connsiteY623" fmla="*/ 159338 h 448064"/>
                <a:gd name="connsiteX624" fmla="*/ 195221 w 869556"/>
                <a:gd name="connsiteY624" fmla="*/ 159338 h 448064"/>
                <a:gd name="connsiteX625" fmla="*/ 196709 w 869556"/>
                <a:gd name="connsiteY625" fmla="*/ 155617 h 448064"/>
                <a:gd name="connsiteX626" fmla="*/ 198197 w 869556"/>
                <a:gd name="connsiteY626" fmla="*/ 154873 h 448064"/>
                <a:gd name="connsiteX627" fmla="*/ 198942 w 869556"/>
                <a:gd name="connsiteY627" fmla="*/ 152640 h 448064"/>
                <a:gd name="connsiteX628" fmla="*/ 200848 w 869556"/>
                <a:gd name="connsiteY628" fmla="*/ 152315 h 448064"/>
                <a:gd name="connsiteX629" fmla="*/ 202662 w 869556"/>
                <a:gd name="connsiteY629" fmla="*/ 151896 h 448064"/>
                <a:gd name="connsiteX630" fmla="*/ 202662 w 869556"/>
                <a:gd name="connsiteY630" fmla="*/ 148920 h 448064"/>
                <a:gd name="connsiteX631" fmla="*/ 204476 w 869556"/>
                <a:gd name="connsiteY631" fmla="*/ 149106 h 448064"/>
                <a:gd name="connsiteX632" fmla="*/ 206383 w 869556"/>
                <a:gd name="connsiteY632" fmla="*/ 148920 h 448064"/>
                <a:gd name="connsiteX633" fmla="*/ 207127 w 869556"/>
                <a:gd name="connsiteY633" fmla="*/ 145943 h 448064"/>
                <a:gd name="connsiteX634" fmla="*/ 209360 w 869556"/>
                <a:gd name="connsiteY634" fmla="*/ 144455 h 448064"/>
                <a:gd name="connsiteX635" fmla="*/ 210104 w 869556"/>
                <a:gd name="connsiteY635" fmla="*/ 142222 h 448064"/>
                <a:gd name="connsiteX636" fmla="*/ 213824 w 869556"/>
                <a:gd name="connsiteY636" fmla="*/ 140734 h 448064"/>
                <a:gd name="connsiteX637" fmla="*/ 214569 w 869556"/>
                <a:gd name="connsiteY637" fmla="*/ 138502 h 448064"/>
                <a:gd name="connsiteX638" fmla="*/ 217545 w 869556"/>
                <a:gd name="connsiteY638" fmla="*/ 138502 h 448064"/>
                <a:gd name="connsiteX639" fmla="*/ 217871 w 869556"/>
                <a:gd name="connsiteY639" fmla="*/ 137060 h 448064"/>
                <a:gd name="connsiteX640" fmla="*/ 218289 w 869556"/>
                <a:gd name="connsiteY640" fmla="*/ 135525 h 448064"/>
                <a:gd name="connsiteX641" fmla="*/ 220196 w 869556"/>
                <a:gd name="connsiteY641" fmla="*/ 135153 h 448064"/>
                <a:gd name="connsiteX642" fmla="*/ 222010 w 869556"/>
                <a:gd name="connsiteY642" fmla="*/ 134781 h 448064"/>
                <a:gd name="connsiteX643" fmla="*/ 222010 w 869556"/>
                <a:gd name="connsiteY643" fmla="*/ 131804 h 448064"/>
                <a:gd name="connsiteX644" fmla="*/ 224987 w 869556"/>
                <a:gd name="connsiteY644" fmla="*/ 131060 h 448064"/>
                <a:gd name="connsiteX645" fmla="*/ 225731 w 869556"/>
                <a:gd name="connsiteY645" fmla="*/ 128828 h 448064"/>
                <a:gd name="connsiteX646" fmla="*/ 229451 w 869556"/>
                <a:gd name="connsiteY646" fmla="*/ 127340 h 448064"/>
                <a:gd name="connsiteX647" fmla="*/ 230195 w 869556"/>
                <a:gd name="connsiteY647" fmla="*/ 125107 h 448064"/>
                <a:gd name="connsiteX648" fmla="*/ 233916 w 869556"/>
                <a:gd name="connsiteY648" fmla="*/ 123619 h 448064"/>
                <a:gd name="connsiteX649" fmla="*/ 234660 w 869556"/>
                <a:gd name="connsiteY649" fmla="*/ 121386 h 448064"/>
                <a:gd name="connsiteX650" fmla="*/ 238381 w 869556"/>
                <a:gd name="connsiteY650" fmla="*/ 120642 h 448064"/>
                <a:gd name="connsiteX651" fmla="*/ 239125 w 869556"/>
                <a:gd name="connsiteY651" fmla="*/ 118410 h 448064"/>
                <a:gd name="connsiteX652" fmla="*/ 242102 w 869556"/>
                <a:gd name="connsiteY652" fmla="*/ 116922 h 448064"/>
                <a:gd name="connsiteX653" fmla="*/ 242846 w 869556"/>
                <a:gd name="connsiteY653" fmla="*/ 114689 h 448064"/>
                <a:gd name="connsiteX654" fmla="*/ 245078 w 869556"/>
                <a:gd name="connsiteY654" fmla="*/ 114782 h 448064"/>
                <a:gd name="connsiteX655" fmla="*/ 247311 w 869556"/>
                <a:gd name="connsiteY655" fmla="*/ 114689 h 448064"/>
                <a:gd name="connsiteX656" fmla="*/ 247683 w 869556"/>
                <a:gd name="connsiteY656" fmla="*/ 112829 h 448064"/>
                <a:gd name="connsiteX657" fmla="*/ 248055 w 869556"/>
                <a:gd name="connsiteY657" fmla="*/ 110969 h 448064"/>
                <a:gd name="connsiteX658" fmla="*/ 252520 w 869556"/>
                <a:gd name="connsiteY658" fmla="*/ 110969 h 448064"/>
                <a:gd name="connsiteX659" fmla="*/ 252520 w 869556"/>
                <a:gd name="connsiteY659" fmla="*/ 107992 h 448064"/>
                <a:gd name="connsiteX660" fmla="*/ 255496 w 869556"/>
                <a:gd name="connsiteY660" fmla="*/ 107248 h 448064"/>
                <a:gd name="connsiteX661" fmla="*/ 255775 w 869556"/>
                <a:gd name="connsiteY661" fmla="*/ 105760 h 448064"/>
                <a:gd name="connsiteX662" fmla="*/ 256240 w 869556"/>
                <a:gd name="connsiteY662" fmla="*/ 104271 h 448064"/>
                <a:gd name="connsiteX663" fmla="*/ 260705 w 869556"/>
                <a:gd name="connsiteY663" fmla="*/ 103527 h 448064"/>
                <a:gd name="connsiteX664" fmla="*/ 261449 w 869556"/>
                <a:gd name="connsiteY664" fmla="*/ 101295 h 448064"/>
                <a:gd name="connsiteX665" fmla="*/ 263682 w 869556"/>
                <a:gd name="connsiteY665" fmla="*/ 100969 h 448064"/>
                <a:gd name="connsiteX666" fmla="*/ 265914 w 869556"/>
                <a:gd name="connsiteY666" fmla="*/ 100551 h 448064"/>
                <a:gd name="connsiteX667" fmla="*/ 266286 w 869556"/>
                <a:gd name="connsiteY667" fmla="*/ 99062 h 448064"/>
                <a:gd name="connsiteX668" fmla="*/ 266658 w 869556"/>
                <a:gd name="connsiteY668" fmla="*/ 97574 h 448064"/>
                <a:gd name="connsiteX669" fmla="*/ 271123 w 869556"/>
                <a:gd name="connsiteY669" fmla="*/ 96830 h 448064"/>
                <a:gd name="connsiteX670" fmla="*/ 271867 w 869556"/>
                <a:gd name="connsiteY670" fmla="*/ 94597 h 448064"/>
                <a:gd name="connsiteX671" fmla="*/ 276332 w 869556"/>
                <a:gd name="connsiteY671" fmla="*/ 93853 h 448064"/>
                <a:gd name="connsiteX672" fmla="*/ 276332 w 869556"/>
                <a:gd name="connsiteY672" fmla="*/ 90877 h 448064"/>
                <a:gd name="connsiteX673" fmla="*/ 282285 w 869556"/>
                <a:gd name="connsiteY673" fmla="*/ 90133 h 448064"/>
                <a:gd name="connsiteX674" fmla="*/ 282285 w 869556"/>
                <a:gd name="connsiteY674" fmla="*/ 87156 h 448064"/>
                <a:gd name="connsiteX675" fmla="*/ 284471 w 869556"/>
                <a:gd name="connsiteY675" fmla="*/ 86923 h 448064"/>
                <a:gd name="connsiteX676" fmla="*/ 286750 w 869556"/>
                <a:gd name="connsiteY676" fmla="*/ 86412 h 448064"/>
                <a:gd name="connsiteX677" fmla="*/ 287494 w 869556"/>
                <a:gd name="connsiteY677" fmla="*/ 84179 h 448064"/>
                <a:gd name="connsiteX678" fmla="*/ 292703 w 869556"/>
                <a:gd name="connsiteY678" fmla="*/ 82691 h 448064"/>
                <a:gd name="connsiteX679" fmla="*/ 293447 w 869556"/>
                <a:gd name="connsiteY679" fmla="*/ 80459 h 448064"/>
                <a:gd name="connsiteX680" fmla="*/ 296005 w 869556"/>
                <a:gd name="connsiteY680" fmla="*/ 80133 h 448064"/>
                <a:gd name="connsiteX681" fmla="*/ 298656 w 869556"/>
                <a:gd name="connsiteY681" fmla="*/ 79715 h 448064"/>
                <a:gd name="connsiteX682" fmla="*/ 300145 w 869556"/>
                <a:gd name="connsiteY682" fmla="*/ 76738 h 448064"/>
                <a:gd name="connsiteX683" fmla="*/ 304610 w 869556"/>
                <a:gd name="connsiteY683" fmla="*/ 76738 h 448064"/>
                <a:gd name="connsiteX684" fmla="*/ 304610 w 869556"/>
                <a:gd name="connsiteY684" fmla="*/ 73761 h 448064"/>
                <a:gd name="connsiteX685" fmla="*/ 307168 w 869556"/>
                <a:gd name="connsiteY685" fmla="*/ 73575 h 448064"/>
                <a:gd name="connsiteX686" fmla="*/ 309819 w 869556"/>
                <a:gd name="connsiteY686" fmla="*/ 73017 h 448064"/>
                <a:gd name="connsiteX687" fmla="*/ 310147 w 869556"/>
                <a:gd name="connsiteY687" fmla="*/ 71520 h 448064"/>
                <a:gd name="connsiteX688" fmla="*/ 310563 w 869556"/>
                <a:gd name="connsiteY688" fmla="*/ 70041 h 448064"/>
                <a:gd name="connsiteX689" fmla="*/ 313911 w 869556"/>
                <a:gd name="connsiteY689" fmla="*/ 69622 h 448064"/>
                <a:gd name="connsiteX690" fmla="*/ 317260 w 869556"/>
                <a:gd name="connsiteY690" fmla="*/ 69297 h 448064"/>
                <a:gd name="connsiteX691" fmla="*/ 318004 w 869556"/>
                <a:gd name="connsiteY691" fmla="*/ 67064 h 448064"/>
                <a:gd name="connsiteX692" fmla="*/ 321027 w 869556"/>
                <a:gd name="connsiteY692" fmla="*/ 66553 h 448064"/>
                <a:gd name="connsiteX693" fmla="*/ 323957 w 869556"/>
                <a:gd name="connsiteY693" fmla="*/ 66320 h 448064"/>
                <a:gd name="connsiteX694" fmla="*/ 323957 w 869556"/>
                <a:gd name="connsiteY694" fmla="*/ 63344 h 448064"/>
                <a:gd name="connsiteX695" fmla="*/ 326887 w 869556"/>
                <a:gd name="connsiteY695" fmla="*/ 63576 h 448064"/>
                <a:gd name="connsiteX696" fmla="*/ 329910 w 869556"/>
                <a:gd name="connsiteY696" fmla="*/ 63344 h 448064"/>
                <a:gd name="connsiteX697" fmla="*/ 330236 w 869556"/>
                <a:gd name="connsiteY697" fmla="*/ 61483 h 448064"/>
                <a:gd name="connsiteX698" fmla="*/ 330654 w 869556"/>
                <a:gd name="connsiteY698" fmla="*/ 59623 h 448064"/>
                <a:gd name="connsiteX699" fmla="*/ 337352 w 869556"/>
                <a:gd name="connsiteY699" fmla="*/ 59623 h 448064"/>
                <a:gd name="connsiteX700" fmla="*/ 337352 w 869556"/>
                <a:gd name="connsiteY700" fmla="*/ 56646 h 448064"/>
                <a:gd name="connsiteX701" fmla="*/ 341072 w 869556"/>
                <a:gd name="connsiteY701" fmla="*/ 55856 h 448064"/>
                <a:gd name="connsiteX702" fmla="*/ 344793 w 869556"/>
                <a:gd name="connsiteY702" fmla="*/ 55158 h 448064"/>
                <a:gd name="connsiteX703" fmla="*/ 344793 w 869556"/>
                <a:gd name="connsiteY703" fmla="*/ 52926 h 448064"/>
                <a:gd name="connsiteX704" fmla="*/ 346232 w 869556"/>
                <a:gd name="connsiteY704" fmla="*/ 53030 h 448064"/>
                <a:gd name="connsiteX705" fmla="*/ 348095 w 869556"/>
                <a:gd name="connsiteY705" fmla="*/ 53112 h 448064"/>
                <a:gd name="connsiteX706" fmla="*/ 349953 w 869556"/>
                <a:gd name="connsiteY706" fmla="*/ 53216 h 448064"/>
                <a:gd name="connsiteX707" fmla="*/ 351490 w 869556"/>
                <a:gd name="connsiteY707" fmla="*/ 52926 h 448064"/>
                <a:gd name="connsiteX708" fmla="*/ 352235 w 869556"/>
                <a:gd name="connsiteY708" fmla="*/ 49949 h 448064"/>
                <a:gd name="connsiteX709" fmla="*/ 355537 w 869556"/>
                <a:gd name="connsiteY709" fmla="*/ 49577 h 448064"/>
                <a:gd name="connsiteX710" fmla="*/ 358932 w 869556"/>
                <a:gd name="connsiteY710" fmla="*/ 49205 h 448064"/>
                <a:gd name="connsiteX711" fmla="*/ 360420 w 869556"/>
                <a:gd name="connsiteY711" fmla="*/ 46228 h 448064"/>
                <a:gd name="connsiteX712" fmla="*/ 365559 w 869556"/>
                <a:gd name="connsiteY712" fmla="*/ 45833 h 448064"/>
                <a:gd name="connsiteX713" fmla="*/ 367117 w 869556"/>
                <a:gd name="connsiteY713" fmla="*/ 45484 h 448064"/>
                <a:gd name="connsiteX714" fmla="*/ 367859 w 869556"/>
                <a:gd name="connsiteY714" fmla="*/ 43999 h 448064"/>
                <a:gd name="connsiteX715" fmla="*/ 368606 w 869556"/>
                <a:gd name="connsiteY715" fmla="*/ 42508 h 448064"/>
                <a:gd name="connsiteX716" fmla="*/ 372001 w 869556"/>
                <a:gd name="connsiteY716" fmla="*/ 42089 h 448064"/>
                <a:gd name="connsiteX717" fmla="*/ 375303 w 869556"/>
                <a:gd name="connsiteY717" fmla="*/ 41763 h 448064"/>
                <a:gd name="connsiteX718" fmla="*/ 376047 w 869556"/>
                <a:gd name="connsiteY718" fmla="*/ 39531 h 448064"/>
                <a:gd name="connsiteX719" fmla="*/ 380186 w 869556"/>
                <a:gd name="connsiteY719" fmla="*/ 39391 h 448064"/>
                <a:gd name="connsiteX720" fmla="*/ 382468 w 869556"/>
                <a:gd name="connsiteY720" fmla="*/ 39453 h 448064"/>
                <a:gd name="connsiteX721" fmla="*/ 384233 w 869556"/>
                <a:gd name="connsiteY721" fmla="*/ 39531 h 448064"/>
                <a:gd name="connsiteX722" fmla="*/ 384233 w 869556"/>
                <a:gd name="connsiteY722" fmla="*/ 35810 h 448064"/>
                <a:gd name="connsiteX723" fmla="*/ 393162 w 869556"/>
                <a:gd name="connsiteY723" fmla="*/ 35810 h 448064"/>
                <a:gd name="connsiteX724" fmla="*/ 393162 w 869556"/>
                <a:gd name="connsiteY724" fmla="*/ 32834 h 448064"/>
                <a:gd name="connsiteX725" fmla="*/ 394738 w 869556"/>
                <a:gd name="connsiteY725" fmla="*/ 32697 h 448064"/>
                <a:gd name="connsiteX726" fmla="*/ 396790 w 869556"/>
                <a:gd name="connsiteY726" fmla="*/ 32508 h 448064"/>
                <a:gd name="connsiteX727" fmla="*/ 398831 w 869556"/>
                <a:gd name="connsiteY727" fmla="*/ 32325 h 448064"/>
                <a:gd name="connsiteX728" fmla="*/ 402092 w 869556"/>
                <a:gd name="connsiteY728" fmla="*/ 31345 h 448064"/>
                <a:gd name="connsiteX729" fmla="*/ 402092 w 869556"/>
                <a:gd name="connsiteY729" fmla="*/ 29113 h 448064"/>
                <a:gd name="connsiteX730" fmla="*/ 411766 w 869556"/>
                <a:gd name="connsiteY730" fmla="*/ 29113 h 448064"/>
                <a:gd name="connsiteX731" fmla="*/ 411766 w 869556"/>
                <a:gd name="connsiteY731" fmla="*/ 26136 h 448064"/>
                <a:gd name="connsiteX732" fmla="*/ 414138 w 869556"/>
                <a:gd name="connsiteY732" fmla="*/ 25811 h 448064"/>
                <a:gd name="connsiteX733" fmla="*/ 416975 w 869556"/>
                <a:gd name="connsiteY733" fmla="*/ 25392 h 448064"/>
                <a:gd name="connsiteX734" fmla="*/ 419114 w 869556"/>
                <a:gd name="connsiteY734" fmla="*/ 25113 h 448064"/>
                <a:gd name="connsiteX735" fmla="*/ 420695 w 869556"/>
                <a:gd name="connsiteY735" fmla="*/ 24648 h 448064"/>
                <a:gd name="connsiteX736" fmla="*/ 421440 w 869556"/>
                <a:gd name="connsiteY736" fmla="*/ 22416 h 448064"/>
                <a:gd name="connsiteX737" fmla="*/ 428951 w 869556"/>
                <a:gd name="connsiteY737" fmla="*/ 22047 h 448064"/>
                <a:gd name="connsiteX738" fmla="*/ 431113 w 869556"/>
                <a:gd name="connsiteY738" fmla="*/ 21672 h 448064"/>
                <a:gd name="connsiteX739" fmla="*/ 431486 w 869556"/>
                <a:gd name="connsiteY739" fmla="*/ 20183 h 448064"/>
                <a:gd name="connsiteX740" fmla="*/ 431858 w 869556"/>
                <a:gd name="connsiteY740" fmla="*/ 18695 h 448064"/>
                <a:gd name="connsiteX741" fmla="*/ 436695 w 869556"/>
                <a:gd name="connsiteY741" fmla="*/ 18276 h 448064"/>
                <a:gd name="connsiteX742" fmla="*/ 441531 w 869556"/>
                <a:gd name="connsiteY742" fmla="*/ 17951 h 448064"/>
                <a:gd name="connsiteX743" fmla="*/ 442276 w 869556"/>
                <a:gd name="connsiteY743" fmla="*/ 15719 h 448064"/>
                <a:gd name="connsiteX744" fmla="*/ 450368 w 869556"/>
                <a:gd name="connsiteY744" fmla="*/ 15349 h 448064"/>
                <a:gd name="connsiteX745" fmla="*/ 452694 w 869556"/>
                <a:gd name="connsiteY745" fmla="*/ 14974 h 448064"/>
                <a:gd name="connsiteX746" fmla="*/ 453016 w 869556"/>
                <a:gd name="connsiteY746" fmla="*/ 13495 h 448064"/>
                <a:gd name="connsiteX747" fmla="*/ 453438 w 869556"/>
                <a:gd name="connsiteY747" fmla="*/ 11998 h 448064"/>
                <a:gd name="connsiteX748" fmla="*/ 459437 w 869556"/>
                <a:gd name="connsiteY748" fmla="*/ 11440 h 448064"/>
                <a:gd name="connsiteX749" fmla="*/ 461148 w 869556"/>
                <a:gd name="connsiteY749" fmla="*/ 11373 h 448064"/>
                <a:gd name="connsiteX750" fmla="*/ 465344 w 869556"/>
                <a:gd name="connsiteY750" fmla="*/ 11254 h 448064"/>
                <a:gd name="connsiteX751" fmla="*/ 465344 w 869556"/>
                <a:gd name="connsiteY751" fmla="*/ 9021 h 448064"/>
                <a:gd name="connsiteX752" fmla="*/ 467733 w 869556"/>
                <a:gd name="connsiteY752" fmla="*/ 8885 h 448064"/>
                <a:gd name="connsiteX753" fmla="*/ 470832 w 869556"/>
                <a:gd name="connsiteY753" fmla="*/ 8696 h 448064"/>
                <a:gd name="connsiteX754" fmla="*/ 472407 w 869556"/>
                <a:gd name="connsiteY754" fmla="*/ 8607 h 448064"/>
                <a:gd name="connsiteX755" fmla="*/ 477994 w 869556"/>
                <a:gd name="connsiteY755" fmla="*/ 7533 h 448064"/>
                <a:gd name="connsiteX756" fmla="*/ 478738 w 869556"/>
                <a:gd name="connsiteY756" fmla="*/ 5301 h 448064"/>
                <a:gd name="connsiteX757" fmla="*/ 482041 w 869556"/>
                <a:gd name="connsiteY757" fmla="*/ 5024 h 448064"/>
                <a:gd name="connsiteX758" fmla="*/ 484058 w 869556"/>
                <a:gd name="connsiteY758" fmla="*/ 4985 h 448064"/>
                <a:gd name="connsiteX759" fmla="*/ 488302 w 869556"/>
                <a:gd name="connsiteY759" fmla="*/ 4974 h 448064"/>
                <a:gd name="connsiteX760" fmla="*/ 490319 w 869556"/>
                <a:gd name="connsiteY760" fmla="*/ 4931 h 448064"/>
                <a:gd name="connsiteX761" fmla="*/ 492182 w 869556"/>
                <a:gd name="connsiteY761" fmla="*/ 4927 h 448064"/>
                <a:gd name="connsiteX762" fmla="*/ 493621 w 869556"/>
                <a:gd name="connsiteY762" fmla="*/ 4556 h 448064"/>
                <a:gd name="connsiteX763" fmla="*/ 493941 w 869556"/>
                <a:gd name="connsiteY763" fmla="*/ 3063 h 448064"/>
                <a:gd name="connsiteX764" fmla="*/ 494365 w 869556"/>
                <a:gd name="connsiteY764" fmla="*/ 1580 h 448064"/>
                <a:gd name="connsiteX765" fmla="*/ 498508 w 869556"/>
                <a:gd name="connsiteY765" fmla="*/ 1289 h 448064"/>
                <a:gd name="connsiteX766" fmla="*/ 501044 w 869556"/>
                <a:gd name="connsiteY766" fmla="*/ 1318 h 448064"/>
                <a:gd name="connsiteX767" fmla="*/ 503714 w 869556"/>
                <a:gd name="connsiteY767" fmla="*/ 1394 h 448064"/>
                <a:gd name="connsiteX768" fmla="*/ 506392 w 869556"/>
                <a:gd name="connsiteY768" fmla="*/ 1435 h 448064"/>
                <a:gd name="connsiteX769" fmla="*/ 512969 w 869556"/>
                <a:gd name="connsiteY769" fmla="*/ 1580 h 448064"/>
                <a:gd name="connsiteX770" fmla="*/ 512969 w 869556"/>
                <a:gd name="connsiteY770" fmla="*/ 92 h 448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Lst>
              <a:rect l="l" t="t" r="r" b="b"/>
              <a:pathLst>
                <a:path w="869556" h="448064">
                  <a:moveTo>
                    <a:pt x="512969" y="92"/>
                  </a:moveTo>
                  <a:cubicBezTo>
                    <a:pt x="526831" y="74"/>
                    <a:pt x="540692" y="61"/>
                    <a:pt x="554554" y="53"/>
                  </a:cubicBezTo>
                  <a:cubicBezTo>
                    <a:pt x="560989" y="49"/>
                    <a:pt x="567425" y="44"/>
                    <a:pt x="573861" y="35"/>
                  </a:cubicBezTo>
                  <a:cubicBezTo>
                    <a:pt x="579468" y="28"/>
                    <a:pt x="585075" y="23"/>
                    <a:pt x="590683" y="22"/>
                  </a:cubicBezTo>
                  <a:cubicBezTo>
                    <a:pt x="593654" y="21"/>
                    <a:pt x="596624" y="18"/>
                    <a:pt x="599595" y="13"/>
                  </a:cubicBezTo>
                  <a:cubicBezTo>
                    <a:pt x="602388" y="8"/>
                    <a:pt x="605181" y="6"/>
                    <a:pt x="607974" y="7"/>
                  </a:cubicBezTo>
                  <a:cubicBezTo>
                    <a:pt x="609003" y="7"/>
                    <a:pt x="610031" y="6"/>
                    <a:pt x="611059" y="3"/>
                  </a:cubicBezTo>
                  <a:cubicBezTo>
                    <a:pt x="612456" y="-1"/>
                    <a:pt x="613854" y="0"/>
                    <a:pt x="615252" y="2"/>
                  </a:cubicBezTo>
                  <a:cubicBezTo>
                    <a:pt x="616036" y="1"/>
                    <a:pt x="616820" y="1"/>
                    <a:pt x="617628" y="0"/>
                  </a:cubicBezTo>
                  <a:cubicBezTo>
                    <a:pt x="619381" y="92"/>
                    <a:pt x="619381" y="92"/>
                    <a:pt x="620125" y="836"/>
                  </a:cubicBezTo>
                  <a:cubicBezTo>
                    <a:pt x="622316" y="909"/>
                    <a:pt x="624492" y="938"/>
                    <a:pt x="626683" y="940"/>
                  </a:cubicBezTo>
                  <a:cubicBezTo>
                    <a:pt x="628034" y="954"/>
                    <a:pt x="629384" y="969"/>
                    <a:pt x="630735" y="984"/>
                  </a:cubicBezTo>
                  <a:cubicBezTo>
                    <a:pt x="632876" y="1006"/>
                    <a:pt x="635017" y="1022"/>
                    <a:pt x="637158" y="1022"/>
                  </a:cubicBezTo>
                  <a:cubicBezTo>
                    <a:pt x="639217" y="1025"/>
                    <a:pt x="641275" y="1050"/>
                    <a:pt x="643333" y="1080"/>
                  </a:cubicBezTo>
                  <a:cubicBezTo>
                    <a:pt x="643978" y="1075"/>
                    <a:pt x="644623" y="1069"/>
                    <a:pt x="645287" y="1064"/>
                  </a:cubicBezTo>
                  <a:cubicBezTo>
                    <a:pt x="647086" y="1101"/>
                    <a:pt x="647086" y="1101"/>
                    <a:pt x="649891" y="1580"/>
                  </a:cubicBezTo>
                  <a:cubicBezTo>
                    <a:pt x="650346" y="3455"/>
                    <a:pt x="650346" y="3455"/>
                    <a:pt x="650635" y="5301"/>
                  </a:cubicBezTo>
                  <a:cubicBezTo>
                    <a:pt x="652537" y="5618"/>
                    <a:pt x="653967" y="5665"/>
                    <a:pt x="655864" y="5559"/>
                  </a:cubicBezTo>
                  <a:cubicBezTo>
                    <a:pt x="656388" y="5547"/>
                    <a:pt x="656912" y="5535"/>
                    <a:pt x="657452" y="5522"/>
                  </a:cubicBezTo>
                  <a:cubicBezTo>
                    <a:pt x="659134" y="5481"/>
                    <a:pt x="660814" y="5416"/>
                    <a:pt x="662495" y="5347"/>
                  </a:cubicBezTo>
                  <a:cubicBezTo>
                    <a:pt x="664173" y="5282"/>
                    <a:pt x="665850" y="5222"/>
                    <a:pt x="667529" y="5180"/>
                  </a:cubicBezTo>
                  <a:cubicBezTo>
                    <a:pt x="668576" y="5154"/>
                    <a:pt x="669622" y="5114"/>
                    <a:pt x="670667" y="5059"/>
                  </a:cubicBezTo>
                  <a:cubicBezTo>
                    <a:pt x="672104" y="5022"/>
                    <a:pt x="672104" y="5022"/>
                    <a:pt x="674447" y="5301"/>
                  </a:cubicBezTo>
                  <a:cubicBezTo>
                    <a:pt x="675378" y="6782"/>
                    <a:pt x="675378" y="6782"/>
                    <a:pt x="675936" y="8277"/>
                  </a:cubicBezTo>
                  <a:cubicBezTo>
                    <a:pt x="678375" y="8613"/>
                    <a:pt x="678375" y="8613"/>
                    <a:pt x="681191" y="8417"/>
                  </a:cubicBezTo>
                  <a:cubicBezTo>
                    <a:pt x="685478" y="8299"/>
                    <a:pt x="689567" y="8219"/>
                    <a:pt x="693795" y="9021"/>
                  </a:cubicBezTo>
                  <a:cubicBezTo>
                    <a:pt x="694041" y="9758"/>
                    <a:pt x="694286" y="10495"/>
                    <a:pt x="694539" y="11254"/>
                  </a:cubicBezTo>
                  <a:cubicBezTo>
                    <a:pt x="696112" y="11586"/>
                    <a:pt x="696112" y="11586"/>
                    <a:pt x="698004" y="11530"/>
                  </a:cubicBezTo>
                  <a:cubicBezTo>
                    <a:pt x="698703" y="11543"/>
                    <a:pt x="699403" y="11556"/>
                    <a:pt x="700123" y="11569"/>
                  </a:cubicBezTo>
                  <a:cubicBezTo>
                    <a:pt x="701610" y="11576"/>
                    <a:pt x="703096" y="11580"/>
                    <a:pt x="704582" y="11581"/>
                  </a:cubicBezTo>
                  <a:cubicBezTo>
                    <a:pt x="705282" y="11595"/>
                    <a:pt x="705981" y="11609"/>
                    <a:pt x="706701" y="11623"/>
                  </a:cubicBezTo>
                  <a:cubicBezTo>
                    <a:pt x="707347" y="11624"/>
                    <a:pt x="707993" y="11626"/>
                    <a:pt x="708659" y="11627"/>
                  </a:cubicBezTo>
                  <a:cubicBezTo>
                    <a:pt x="709156" y="11749"/>
                    <a:pt x="709654" y="11872"/>
                    <a:pt x="710166" y="11998"/>
                  </a:cubicBezTo>
                  <a:cubicBezTo>
                    <a:pt x="710440" y="12983"/>
                    <a:pt x="710688" y="13976"/>
                    <a:pt x="710910" y="14974"/>
                  </a:cubicBezTo>
                  <a:cubicBezTo>
                    <a:pt x="713093" y="15265"/>
                    <a:pt x="715050" y="15391"/>
                    <a:pt x="717236" y="15393"/>
                  </a:cubicBezTo>
                  <a:cubicBezTo>
                    <a:pt x="719383" y="15405"/>
                    <a:pt x="721416" y="15508"/>
                    <a:pt x="723561" y="15719"/>
                  </a:cubicBezTo>
                  <a:cubicBezTo>
                    <a:pt x="723806" y="16455"/>
                    <a:pt x="724052" y="17192"/>
                    <a:pt x="724305" y="17951"/>
                  </a:cubicBezTo>
                  <a:cubicBezTo>
                    <a:pt x="727010" y="18272"/>
                    <a:pt x="729674" y="18279"/>
                    <a:pt x="732397" y="18320"/>
                  </a:cubicBezTo>
                  <a:cubicBezTo>
                    <a:pt x="733549" y="18506"/>
                    <a:pt x="733549" y="18506"/>
                    <a:pt x="734723" y="18695"/>
                  </a:cubicBezTo>
                  <a:cubicBezTo>
                    <a:pt x="735165" y="20186"/>
                    <a:pt x="735165" y="20186"/>
                    <a:pt x="735467" y="21672"/>
                  </a:cubicBezTo>
                  <a:cubicBezTo>
                    <a:pt x="737362" y="22087"/>
                    <a:pt x="737362" y="22087"/>
                    <a:pt x="739560" y="22044"/>
                  </a:cubicBezTo>
                  <a:cubicBezTo>
                    <a:pt x="741815" y="22067"/>
                    <a:pt x="741815" y="22067"/>
                    <a:pt x="743653" y="22416"/>
                  </a:cubicBezTo>
                  <a:cubicBezTo>
                    <a:pt x="744097" y="23930"/>
                    <a:pt x="744097" y="23930"/>
                    <a:pt x="744397" y="25392"/>
                  </a:cubicBezTo>
                  <a:cubicBezTo>
                    <a:pt x="745924" y="25368"/>
                    <a:pt x="747453" y="25339"/>
                    <a:pt x="748978" y="25250"/>
                  </a:cubicBezTo>
                  <a:cubicBezTo>
                    <a:pt x="749431" y="25297"/>
                    <a:pt x="749883" y="25344"/>
                    <a:pt x="750350" y="25392"/>
                  </a:cubicBezTo>
                  <a:cubicBezTo>
                    <a:pt x="750580" y="26006"/>
                    <a:pt x="750810" y="26620"/>
                    <a:pt x="751047" y="27253"/>
                  </a:cubicBezTo>
                  <a:cubicBezTo>
                    <a:pt x="751308" y="27867"/>
                    <a:pt x="751569" y="28481"/>
                    <a:pt x="751838" y="29113"/>
                  </a:cubicBezTo>
                  <a:cubicBezTo>
                    <a:pt x="754093" y="29469"/>
                    <a:pt x="756269" y="29323"/>
                    <a:pt x="758535" y="29113"/>
                  </a:cubicBezTo>
                  <a:cubicBezTo>
                    <a:pt x="758535" y="30095"/>
                    <a:pt x="758535" y="31078"/>
                    <a:pt x="758535" y="32090"/>
                  </a:cubicBezTo>
                  <a:cubicBezTo>
                    <a:pt x="760745" y="32335"/>
                    <a:pt x="762956" y="32581"/>
                    <a:pt x="765233" y="32834"/>
                  </a:cubicBezTo>
                  <a:cubicBezTo>
                    <a:pt x="765233" y="33816"/>
                    <a:pt x="765233" y="34798"/>
                    <a:pt x="765233" y="35810"/>
                  </a:cubicBezTo>
                  <a:cubicBezTo>
                    <a:pt x="767443" y="35810"/>
                    <a:pt x="769653" y="35810"/>
                    <a:pt x="771930" y="35810"/>
                  </a:cubicBezTo>
                  <a:cubicBezTo>
                    <a:pt x="771930" y="36793"/>
                    <a:pt x="771930" y="37775"/>
                    <a:pt x="771930" y="38787"/>
                  </a:cubicBezTo>
                  <a:cubicBezTo>
                    <a:pt x="772396" y="38806"/>
                    <a:pt x="772862" y="38825"/>
                    <a:pt x="773343" y="38845"/>
                  </a:cubicBezTo>
                  <a:cubicBezTo>
                    <a:pt x="773951" y="38887"/>
                    <a:pt x="774559" y="38929"/>
                    <a:pt x="775186" y="38973"/>
                  </a:cubicBezTo>
                  <a:cubicBezTo>
                    <a:pt x="775790" y="39007"/>
                    <a:pt x="776394" y="39042"/>
                    <a:pt x="777017" y="39078"/>
                  </a:cubicBezTo>
                  <a:cubicBezTo>
                    <a:pt x="777548" y="39227"/>
                    <a:pt x="778080" y="39377"/>
                    <a:pt x="778627" y="39531"/>
                  </a:cubicBezTo>
                  <a:cubicBezTo>
                    <a:pt x="779151" y="40509"/>
                    <a:pt x="779649" y="41501"/>
                    <a:pt x="780115" y="42508"/>
                  </a:cubicBezTo>
                  <a:cubicBezTo>
                    <a:pt x="780867" y="42492"/>
                    <a:pt x="781620" y="42477"/>
                    <a:pt x="782394" y="42461"/>
                  </a:cubicBezTo>
                  <a:cubicBezTo>
                    <a:pt x="783116" y="42476"/>
                    <a:pt x="783837" y="42492"/>
                    <a:pt x="784580" y="42508"/>
                  </a:cubicBezTo>
                  <a:cubicBezTo>
                    <a:pt x="784672" y="43121"/>
                    <a:pt x="784764" y="43735"/>
                    <a:pt x="784859" y="44368"/>
                  </a:cubicBezTo>
                  <a:cubicBezTo>
                    <a:pt x="785013" y="44982"/>
                    <a:pt x="785166" y="45596"/>
                    <a:pt x="785324" y="46228"/>
                  </a:cubicBezTo>
                  <a:cubicBezTo>
                    <a:pt x="787386" y="46604"/>
                    <a:pt x="789164" y="46396"/>
                    <a:pt x="791278" y="46228"/>
                  </a:cubicBezTo>
                  <a:cubicBezTo>
                    <a:pt x="791278" y="47211"/>
                    <a:pt x="791278" y="48193"/>
                    <a:pt x="791278" y="49205"/>
                  </a:cubicBezTo>
                  <a:cubicBezTo>
                    <a:pt x="793488" y="49450"/>
                    <a:pt x="795698" y="49696"/>
                    <a:pt x="797975" y="49949"/>
                  </a:cubicBezTo>
                  <a:cubicBezTo>
                    <a:pt x="797975" y="50931"/>
                    <a:pt x="797975" y="51914"/>
                    <a:pt x="797975" y="52926"/>
                  </a:cubicBezTo>
                  <a:cubicBezTo>
                    <a:pt x="799939" y="52926"/>
                    <a:pt x="801904" y="52926"/>
                    <a:pt x="803928" y="52926"/>
                  </a:cubicBezTo>
                  <a:cubicBezTo>
                    <a:pt x="803928" y="54153"/>
                    <a:pt x="803928" y="55381"/>
                    <a:pt x="803928" y="56646"/>
                  </a:cubicBezTo>
                  <a:cubicBezTo>
                    <a:pt x="804772" y="56585"/>
                    <a:pt x="805616" y="56523"/>
                    <a:pt x="806486" y="56460"/>
                  </a:cubicBezTo>
                  <a:cubicBezTo>
                    <a:pt x="807361" y="56522"/>
                    <a:pt x="808236" y="56583"/>
                    <a:pt x="809137" y="56646"/>
                  </a:cubicBezTo>
                  <a:cubicBezTo>
                    <a:pt x="809385" y="57638"/>
                    <a:pt x="809633" y="58631"/>
                    <a:pt x="809881" y="59623"/>
                  </a:cubicBezTo>
                  <a:cubicBezTo>
                    <a:pt x="810741" y="59623"/>
                    <a:pt x="811600" y="59623"/>
                    <a:pt x="812486" y="59623"/>
                  </a:cubicBezTo>
                  <a:cubicBezTo>
                    <a:pt x="813345" y="59623"/>
                    <a:pt x="814205" y="59623"/>
                    <a:pt x="815090" y="59623"/>
                  </a:cubicBezTo>
                  <a:cubicBezTo>
                    <a:pt x="815509" y="61065"/>
                    <a:pt x="815509" y="61065"/>
                    <a:pt x="815834" y="62599"/>
                  </a:cubicBezTo>
                  <a:cubicBezTo>
                    <a:pt x="817322" y="62853"/>
                    <a:pt x="818810" y="63100"/>
                    <a:pt x="820299" y="63344"/>
                  </a:cubicBezTo>
                  <a:cubicBezTo>
                    <a:pt x="820795" y="64336"/>
                    <a:pt x="821291" y="65328"/>
                    <a:pt x="821787" y="66320"/>
                  </a:cubicBezTo>
                  <a:cubicBezTo>
                    <a:pt x="824064" y="66927"/>
                    <a:pt x="824064" y="66927"/>
                    <a:pt x="826252" y="67064"/>
                  </a:cubicBezTo>
                  <a:cubicBezTo>
                    <a:pt x="826252" y="68046"/>
                    <a:pt x="826252" y="69029"/>
                    <a:pt x="826252" y="70041"/>
                  </a:cubicBezTo>
                  <a:cubicBezTo>
                    <a:pt x="827096" y="69979"/>
                    <a:pt x="827940" y="69918"/>
                    <a:pt x="828810" y="69855"/>
                  </a:cubicBezTo>
                  <a:cubicBezTo>
                    <a:pt x="829685" y="69916"/>
                    <a:pt x="830560" y="69978"/>
                    <a:pt x="831461" y="70041"/>
                  </a:cubicBezTo>
                  <a:cubicBezTo>
                    <a:pt x="831880" y="71483"/>
                    <a:pt x="831880" y="71483"/>
                    <a:pt x="832205" y="73017"/>
                  </a:cubicBezTo>
                  <a:cubicBezTo>
                    <a:pt x="833688" y="73295"/>
                    <a:pt x="835177" y="73544"/>
                    <a:pt x="836670" y="73761"/>
                  </a:cubicBezTo>
                  <a:cubicBezTo>
                    <a:pt x="836916" y="74498"/>
                    <a:pt x="837161" y="75235"/>
                    <a:pt x="837414" y="75994"/>
                  </a:cubicBezTo>
                  <a:cubicBezTo>
                    <a:pt x="838703" y="76362"/>
                    <a:pt x="838703" y="76362"/>
                    <a:pt x="840019" y="76738"/>
                  </a:cubicBezTo>
                  <a:cubicBezTo>
                    <a:pt x="841308" y="77106"/>
                    <a:pt x="841308" y="77106"/>
                    <a:pt x="842623" y="77482"/>
                  </a:cubicBezTo>
                  <a:cubicBezTo>
                    <a:pt x="842869" y="78219"/>
                    <a:pt x="843114" y="78956"/>
                    <a:pt x="843367" y="79715"/>
                  </a:cubicBezTo>
                  <a:cubicBezTo>
                    <a:pt x="845617" y="80265"/>
                    <a:pt x="845617" y="80265"/>
                    <a:pt x="847832" y="80459"/>
                  </a:cubicBezTo>
                  <a:cubicBezTo>
                    <a:pt x="847832" y="81441"/>
                    <a:pt x="847832" y="82423"/>
                    <a:pt x="847832" y="83435"/>
                  </a:cubicBezTo>
                  <a:cubicBezTo>
                    <a:pt x="850411" y="83804"/>
                    <a:pt x="850411" y="83804"/>
                    <a:pt x="853041" y="84179"/>
                  </a:cubicBezTo>
                  <a:cubicBezTo>
                    <a:pt x="853041" y="85162"/>
                    <a:pt x="853041" y="86144"/>
                    <a:pt x="853041" y="87156"/>
                  </a:cubicBezTo>
                  <a:cubicBezTo>
                    <a:pt x="853885" y="87095"/>
                    <a:pt x="854729" y="87033"/>
                    <a:pt x="855599" y="86970"/>
                  </a:cubicBezTo>
                  <a:cubicBezTo>
                    <a:pt x="856474" y="87031"/>
                    <a:pt x="857349" y="87093"/>
                    <a:pt x="858250" y="87156"/>
                  </a:cubicBezTo>
                  <a:cubicBezTo>
                    <a:pt x="858669" y="88598"/>
                    <a:pt x="858669" y="88598"/>
                    <a:pt x="858994" y="90133"/>
                  </a:cubicBezTo>
                  <a:cubicBezTo>
                    <a:pt x="861239" y="90744"/>
                    <a:pt x="861239" y="90744"/>
                    <a:pt x="863459" y="90877"/>
                  </a:cubicBezTo>
                  <a:cubicBezTo>
                    <a:pt x="863459" y="91859"/>
                    <a:pt x="863459" y="92841"/>
                    <a:pt x="863459" y="93853"/>
                  </a:cubicBezTo>
                  <a:cubicBezTo>
                    <a:pt x="864288" y="93823"/>
                    <a:pt x="865117" y="93792"/>
                    <a:pt x="865971" y="93760"/>
                  </a:cubicBezTo>
                  <a:cubicBezTo>
                    <a:pt x="868668" y="93853"/>
                    <a:pt x="868668" y="93853"/>
                    <a:pt x="870156" y="95342"/>
                  </a:cubicBezTo>
                  <a:cubicBezTo>
                    <a:pt x="870328" y="97251"/>
                    <a:pt x="870328" y="97251"/>
                    <a:pt x="870296" y="99481"/>
                  </a:cubicBezTo>
                  <a:cubicBezTo>
                    <a:pt x="870291" y="100218"/>
                    <a:pt x="870286" y="100956"/>
                    <a:pt x="870281" y="101716"/>
                  </a:cubicBezTo>
                  <a:cubicBezTo>
                    <a:pt x="870156" y="103527"/>
                    <a:pt x="870156" y="103527"/>
                    <a:pt x="869412" y="104271"/>
                  </a:cubicBezTo>
                  <a:cubicBezTo>
                    <a:pt x="867888" y="104353"/>
                    <a:pt x="866361" y="104387"/>
                    <a:pt x="864834" y="104402"/>
                  </a:cubicBezTo>
                  <a:cubicBezTo>
                    <a:pt x="863903" y="104420"/>
                    <a:pt x="862972" y="104438"/>
                    <a:pt x="862013" y="104456"/>
                  </a:cubicBezTo>
                  <a:cubicBezTo>
                    <a:pt x="860035" y="104488"/>
                    <a:pt x="858056" y="104511"/>
                    <a:pt x="856077" y="104526"/>
                  </a:cubicBezTo>
                  <a:cubicBezTo>
                    <a:pt x="855145" y="104546"/>
                    <a:pt x="854214" y="104567"/>
                    <a:pt x="853253" y="104588"/>
                  </a:cubicBezTo>
                  <a:cubicBezTo>
                    <a:pt x="851963" y="104604"/>
                    <a:pt x="851963" y="104604"/>
                    <a:pt x="850646" y="104621"/>
                  </a:cubicBezTo>
                  <a:cubicBezTo>
                    <a:pt x="849963" y="104751"/>
                    <a:pt x="849280" y="104881"/>
                    <a:pt x="848576" y="105015"/>
                  </a:cubicBezTo>
                  <a:cubicBezTo>
                    <a:pt x="848338" y="105508"/>
                    <a:pt x="848099" y="106000"/>
                    <a:pt x="847853" y="106507"/>
                  </a:cubicBezTo>
                  <a:cubicBezTo>
                    <a:pt x="847600" y="106997"/>
                    <a:pt x="847348" y="107487"/>
                    <a:pt x="847088" y="107992"/>
                  </a:cubicBezTo>
                  <a:cubicBezTo>
                    <a:pt x="844882" y="108363"/>
                    <a:pt x="844882" y="108363"/>
                    <a:pt x="842085" y="108367"/>
                  </a:cubicBezTo>
                  <a:cubicBezTo>
                    <a:pt x="841348" y="108377"/>
                    <a:pt x="841348" y="108377"/>
                    <a:pt x="840596" y="108388"/>
                  </a:cubicBezTo>
                  <a:cubicBezTo>
                    <a:pt x="839023" y="108410"/>
                    <a:pt x="837452" y="108412"/>
                    <a:pt x="835879" y="108411"/>
                  </a:cubicBezTo>
                  <a:cubicBezTo>
                    <a:pt x="834305" y="108413"/>
                    <a:pt x="832730" y="108420"/>
                    <a:pt x="831155" y="108441"/>
                  </a:cubicBezTo>
                  <a:cubicBezTo>
                    <a:pt x="829728" y="108459"/>
                    <a:pt x="828301" y="108461"/>
                    <a:pt x="826874" y="108462"/>
                  </a:cubicBezTo>
                  <a:cubicBezTo>
                    <a:pt x="825830" y="108597"/>
                    <a:pt x="825830" y="108597"/>
                    <a:pt x="824764" y="108736"/>
                  </a:cubicBezTo>
                  <a:cubicBezTo>
                    <a:pt x="824518" y="109473"/>
                    <a:pt x="824273" y="110209"/>
                    <a:pt x="824020" y="110969"/>
                  </a:cubicBezTo>
                  <a:cubicBezTo>
                    <a:pt x="822115" y="111278"/>
                    <a:pt x="822115" y="111278"/>
                    <a:pt x="819604" y="111323"/>
                  </a:cubicBezTo>
                  <a:cubicBezTo>
                    <a:pt x="818707" y="111346"/>
                    <a:pt x="817810" y="111369"/>
                    <a:pt x="816885" y="111393"/>
                  </a:cubicBezTo>
                  <a:cubicBezTo>
                    <a:pt x="815940" y="111406"/>
                    <a:pt x="814994" y="111420"/>
                    <a:pt x="814020" y="111434"/>
                  </a:cubicBezTo>
                  <a:cubicBezTo>
                    <a:pt x="812161" y="111471"/>
                    <a:pt x="810302" y="111512"/>
                    <a:pt x="808442" y="111556"/>
                  </a:cubicBezTo>
                  <a:cubicBezTo>
                    <a:pt x="807613" y="111569"/>
                    <a:pt x="806784" y="111582"/>
                    <a:pt x="805929" y="111595"/>
                  </a:cubicBezTo>
                  <a:cubicBezTo>
                    <a:pt x="803950" y="111579"/>
                    <a:pt x="803950" y="111579"/>
                    <a:pt x="802440" y="112457"/>
                  </a:cubicBezTo>
                  <a:cubicBezTo>
                    <a:pt x="802440" y="113193"/>
                    <a:pt x="802440" y="113930"/>
                    <a:pt x="802440" y="114689"/>
                  </a:cubicBezTo>
                  <a:cubicBezTo>
                    <a:pt x="801533" y="114705"/>
                    <a:pt x="801533" y="114705"/>
                    <a:pt x="800607" y="114722"/>
                  </a:cubicBezTo>
                  <a:cubicBezTo>
                    <a:pt x="797884" y="114777"/>
                    <a:pt x="795163" y="114849"/>
                    <a:pt x="792440" y="114922"/>
                  </a:cubicBezTo>
                  <a:cubicBezTo>
                    <a:pt x="791012" y="114947"/>
                    <a:pt x="791012" y="114947"/>
                    <a:pt x="789555" y="114973"/>
                  </a:cubicBezTo>
                  <a:cubicBezTo>
                    <a:pt x="788651" y="114999"/>
                    <a:pt x="787747" y="115025"/>
                    <a:pt x="786816" y="115053"/>
                  </a:cubicBezTo>
                  <a:cubicBezTo>
                    <a:pt x="785978" y="115072"/>
                    <a:pt x="785140" y="115092"/>
                    <a:pt x="784277" y="115112"/>
                  </a:cubicBezTo>
                  <a:cubicBezTo>
                    <a:pt x="783640" y="115218"/>
                    <a:pt x="783004" y="115324"/>
                    <a:pt x="782348" y="115433"/>
                  </a:cubicBezTo>
                  <a:cubicBezTo>
                    <a:pt x="782102" y="116170"/>
                    <a:pt x="781857" y="116907"/>
                    <a:pt x="781604" y="117666"/>
                  </a:cubicBezTo>
                  <a:cubicBezTo>
                    <a:pt x="779811" y="117988"/>
                    <a:pt x="779811" y="117988"/>
                    <a:pt x="777462" y="118047"/>
                  </a:cubicBezTo>
                  <a:cubicBezTo>
                    <a:pt x="776625" y="118073"/>
                    <a:pt x="775788" y="118099"/>
                    <a:pt x="774925" y="118126"/>
                  </a:cubicBezTo>
                  <a:cubicBezTo>
                    <a:pt x="774044" y="118143"/>
                    <a:pt x="773163" y="118160"/>
                    <a:pt x="772255" y="118177"/>
                  </a:cubicBezTo>
                  <a:cubicBezTo>
                    <a:pt x="771372" y="118203"/>
                    <a:pt x="770488" y="118228"/>
                    <a:pt x="769577" y="118254"/>
                  </a:cubicBezTo>
                  <a:cubicBezTo>
                    <a:pt x="767385" y="118316"/>
                    <a:pt x="765193" y="118367"/>
                    <a:pt x="763000" y="118410"/>
                  </a:cubicBezTo>
                  <a:cubicBezTo>
                    <a:pt x="763000" y="119392"/>
                    <a:pt x="763000" y="120374"/>
                    <a:pt x="763000" y="121386"/>
                  </a:cubicBezTo>
                  <a:cubicBezTo>
                    <a:pt x="762512" y="121393"/>
                    <a:pt x="762024" y="121400"/>
                    <a:pt x="761521" y="121408"/>
                  </a:cubicBezTo>
                  <a:cubicBezTo>
                    <a:pt x="759316" y="121447"/>
                    <a:pt x="757112" y="121510"/>
                    <a:pt x="754908" y="121573"/>
                  </a:cubicBezTo>
                  <a:cubicBezTo>
                    <a:pt x="753755" y="121588"/>
                    <a:pt x="753755" y="121588"/>
                    <a:pt x="752579" y="121604"/>
                  </a:cubicBezTo>
                  <a:cubicBezTo>
                    <a:pt x="751845" y="121628"/>
                    <a:pt x="751112" y="121652"/>
                    <a:pt x="750356" y="121677"/>
                  </a:cubicBezTo>
                  <a:cubicBezTo>
                    <a:pt x="749678" y="121693"/>
                    <a:pt x="748999" y="121708"/>
                    <a:pt x="748301" y="121724"/>
                  </a:cubicBezTo>
                  <a:cubicBezTo>
                    <a:pt x="747749" y="121858"/>
                    <a:pt x="747198" y="121992"/>
                    <a:pt x="746629" y="122131"/>
                  </a:cubicBezTo>
                  <a:cubicBezTo>
                    <a:pt x="746118" y="123115"/>
                    <a:pt x="745622" y="124108"/>
                    <a:pt x="745141" y="125107"/>
                  </a:cubicBezTo>
                  <a:cubicBezTo>
                    <a:pt x="743698" y="125433"/>
                    <a:pt x="743698" y="125433"/>
                    <a:pt x="741955" y="125372"/>
                  </a:cubicBezTo>
                  <a:cubicBezTo>
                    <a:pt x="741329" y="125359"/>
                    <a:pt x="740702" y="125346"/>
                    <a:pt x="740057" y="125332"/>
                  </a:cubicBezTo>
                  <a:cubicBezTo>
                    <a:pt x="739074" y="125290"/>
                    <a:pt x="739074" y="125290"/>
                    <a:pt x="738071" y="125247"/>
                  </a:cubicBezTo>
                  <a:cubicBezTo>
                    <a:pt x="736777" y="125208"/>
                    <a:pt x="735483" y="125172"/>
                    <a:pt x="734188" y="125139"/>
                  </a:cubicBezTo>
                  <a:cubicBezTo>
                    <a:pt x="733325" y="125105"/>
                    <a:pt x="733325" y="125105"/>
                    <a:pt x="732445" y="125070"/>
                  </a:cubicBezTo>
                  <a:cubicBezTo>
                    <a:pt x="730940" y="125007"/>
                    <a:pt x="730940" y="125007"/>
                    <a:pt x="729514" y="125851"/>
                  </a:cubicBezTo>
                  <a:cubicBezTo>
                    <a:pt x="729268" y="126588"/>
                    <a:pt x="729023" y="127325"/>
                    <a:pt x="728770" y="128084"/>
                  </a:cubicBezTo>
                  <a:cubicBezTo>
                    <a:pt x="727331" y="128358"/>
                    <a:pt x="727331" y="128358"/>
                    <a:pt x="725468" y="128360"/>
                  </a:cubicBezTo>
                  <a:cubicBezTo>
                    <a:pt x="724802" y="128373"/>
                    <a:pt x="724136" y="128386"/>
                    <a:pt x="723450" y="128399"/>
                  </a:cubicBezTo>
                  <a:cubicBezTo>
                    <a:pt x="722036" y="128406"/>
                    <a:pt x="720621" y="128410"/>
                    <a:pt x="719206" y="128411"/>
                  </a:cubicBezTo>
                  <a:cubicBezTo>
                    <a:pt x="718541" y="128425"/>
                    <a:pt x="717875" y="128439"/>
                    <a:pt x="717189" y="128453"/>
                  </a:cubicBezTo>
                  <a:cubicBezTo>
                    <a:pt x="716267" y="128455"/>
                    <a:pt x="716267" y="128455"/>
                    <a:pt x="715326" y="128457"/>
                  </a:cubicBezTo>
                  <a:cubicBezTo>
                    <a:pt x="714851" y="128579"/>
                    <a:pt x="714376" y="128702"/>
                    <a:pt x="713887" y="128828"/>
                  </a:cubicBezTo>
                  <a:cubicBezTo>
                    <a:pt x="713633" y="129818"/>
                    <a:pt x="713384" y="130811"/>
                    <a:pt x="713143" y="131804"/>
                  </a:cubicBezTo>
                  <a:cubicBezTo>
                    <a:pt x="711772" y="132175"/>
                    <a:pt x="711772" y="132175"/>
                    <a:pt x="710003" y="132179"/>
                  </a:cubicBezTo>
                  <a:cubicBezTo>
                    <a:pt x="709371" y="132193"/>
                    <a:pt x="708739" y="132207"/>
                    <a:pt x="708088" y="132222"/>
                  </a:cubicBezTo>
                  <a:cubicBezTo>
                    <a:pt x="707091" y="132222"/>
                    <a:pt x="707091" y="132222"/>
                    <a:pt x="706073" y="132223"/>
                  </a:cubicBezTo>
                  <a:cubicBezTo>
                    <a:pt x="704763" y="132230"/>
                    <a:pt x="703453" y="132246"/>
                    <a:pt x="702143" y="132272"/>
                  </a:cubicBezTo>
                  <a:cubicBezTo>
                    <a:pt x="701268" y="132273"/>
                    <a:pt x="701268" y="132273"/>
                    <a:pt x="700375" y="132274"/>
                  </a:cubicBezTo>
                  <a:cubicBezTo>
                    <a:pt x="699922" y="132365"/>
                    <a:pt x="699470" y="132455"/>
                    <a:pt x="699004" y="132549"/>
                  </a:cubicBezTo>
                  <a:cubicBezTo>
                    <a:pt x="698759" y="133285"/>
                    <a:pt x="698513" y="134022"/>
                    <a:pt x="698260" y="134781"/>
                  </a:cubicBezTo>
                  <a:cubicBezTo>
                    <a:pt x="696123" y="135053"/>
                    <a:pt x="694125" y="135197"/>
                    <a:pt x="691981" y="135246"/>
                  </a:cubicBezTo>
                  <a:cubicBezTo>
                    <a:pt x="687927" y="135192"/>
                    <a:pt x="687927" y="135192"/>
                    <a:pt x="684121" y="136269"/>
                  </a:cubicBezTo>
                  <a:cubicBezTo>
                    <a:pt x="683876" y="137006"/>
                    <a:pt x="683630" y="137743"/>
                    <a:pt x="683377" y="138502"/>
                  </a:cubicBezTo>
                  <a:cubicBezTo>
                    <a:pt x="682075" y="138788"/>
                    <a:pt x="682075" y="138788"/>
                    <a:pt x="680401" y="138804"/>
                  </a:cubicBezTo>
                  <a:cubicBezTo>
                    <a:pt x="679802" y="138820"/>
                    <a:pt x="679203" y="138837"/>
                    <a:pt x="678587" y="138853"/>
                  </a:cubicBezTo>
                  <a:cubicBezTo>
                    <a:pt x="677316" y="138867"/>
                    <a:pt x="676044" y="138881"/>
                    <a:pt x="674773" y="138894"/>
                  </a:cubicBezTo>
                  <a:cubicBezTo>
                    <a:pt x="674174" y="138910"/>
                    <a:pt x="673576" y="138927"/>
                    <a:pt x="672959" y="138944"/>
                  </a:cubicBezTo>
                  <a:cubicBezTo>
                    <a:pt x="672407" y="138949"/>
                    <a:pt x="671854" y="138954"/>
                    <a:pt x="671285" y="138960"/>
                  </a:cubicBezTo>
                  <a:cubicBezTo>
                    <a:pt x="670855" y="139054"/>
                    <a:pt x="670425" y="139149"/>
                    <a:pt x="669983" y="139246"/>
                  </a:cubicBezTo>
                  <a:cubicBezTo>
                    <a:pt x="669737" y="139983"/>
                    <a:pt x="669491" y="140719"/>
                    <a:pt x="669238" y="141478"/>
                  </a:cubicBezTo>
                  <a:cubicBezTo>
                    <a:pt x="667154" y="141833"/>
                    <a:pt x="667154" y="141833"/>
                    <a:pt x="664541" y="141943"/>
                  </a:cubicBezTo>
                  <a:cubicBezTo>
                    <a:pt x="660482" y="142010"/>
                    <a:pt x="660482" y="142010"/>
                    <a:pt x="656588" y="142967"/>
                  </a:cubicBezTo>
                  <a:cubicBezTo>
                    <a:pt x="656343" y="143703"/>
                    <a:pt x="656097" y="144440"/>
                    <a:pt x="655844" y="145199"/>
                  </a:cubicBezTo>
                  <a:cubicBezTo>
                    <a:pt x="653453" y="145467"/>
                    <a:pt x="651146" y="145524"/>
                    <a:pt x="648744" y="145526"/>
                  </a:cubicBezTo>
                  <a:cubicBezTo>
                    <a:pt x="647059" y="145544"/>
                    <a:pt x="647059" y="145544"/>
                    <a:pt x="644682" y="145943"/>
                  </a:cubicBezTo>
                  <a:cubicBezTo>
                    <a:pt x="644445" y="146439"/>
                    <a:pt x="644208" y="146935"/>
                    <a:pt x="643964" y="147446"/>
                  </a:cubicBezTo>
                  <a:cubicBezTo>
                    <a:pt x="643710" y="147932"/>
                    <a:pt x="643455" y="148419"/>
                    <a:pt x="643194" y="148920"/>
                  </a:cubicBezTo>
                  <a:cubicBezTo>
                    <a:pt x="641076" y="149144"/>
                    <a:pt x="639253" y="149200"/>
                    <a:pt x="637147" y="149106"/>
                  </a:cubicBezTo>
                  <a:cubicBezTo>
                    <a:pt x="636586" y="149092"/>
                    <a:pt x="636025" y="149079"/>
                    <a:pt x="635447" y="149065"/>
                  </a:cubicBezTo>
                  <a:cubicBezTo>
                    <a:pt x="634060" y="149030"/>
                    <a:pt x="632674" y="148977"/>
                    <a:pt x="631287" y="148920"/>
                  </a:cubicBezTo>
                  <a:cubicBezTo>
                    <a:pt x="631287" y="149902"/>
                    <a:pt x="631287" y="150884"/>
                    <a:pt x="631287" y="151896"/>
                  </a:cubicBezTo>
                  <a:cubicBezTo>
                    <a:pt x="630553" y="151941"/>
                    <a:pt x="629818" y="151986"/>
                    <a:pt x="629061" y="152033"/>
                  </a:cubicBezTo>
                  <a:cubicBezTo>
                    <a:pt x="628107" y="152095"/>
                    <a:pt x="627154" y="152158"/>
                    <a:pt x="626171" y="152222"/>
                  </a:cubicBezTo>
                  <a:cubicBezTo>
                    <a:pt x="624747" y="152312"/>
                    <a:pt x="624747" y="152312"/>
                    <a:pt x="623294" y="152405"/>
                  </a:cubicBezTo>
                  <a:cubicBezTo>
                    <a:pt x="620956" y="152486"/>
                    <a:pt x="620956" y="152486"/>
                    <a:pt x="619381" y="153385"/>
                  </a:cubicBezTo>
                  <a:cubicBezTo>
                    <a:pt x="619381" y="154121"/>
                    <a:pt x="619381" y="154858"/>
                    <a:pt x="619381" y="155617"/>
                  </a:cubicBezTo>
                  <a:cubicBezTo>
                    <a:pt x="618593" y="155645"/>
                    <a:pt x="617804" y="155673"/>
                    <a:pt x="616992" y="155701"/>
                  </a:cubicBezTo>
                  <a:cubicBezTo>
                    <a:pt x="615959" y="155750"/>
                    <a:pt x="614926" y="155800"/>
                    <a:pt x="613893" y="155849"/>
                  </a:cubicBezTo>
                  <a:cubicBezTo>
                    <a:pt x="613373" y="155866"/>
                    <a:pt x="612853" y="155883"/>
                    <a:pt x="612318" y="155900"/>
                  </a:cubicBezTo>
                  <a:cubicBezTo>
                    <a:pt x="610620" y="155967"/>
                    <a:pt x="610620" y="155967"/>
                    <a:pt x="608219" y="156361"/>
                  </a:cubicBezTo>
                  <a:cubicBezTo>
                    <a:pt x="607728" y="157098"/>
                    <a:pt x="607237" y="157834"/>
                    <a:pt x="606731" y="158593"/>
                  </a:cubicBezTo>
                  <a:cubicBezTo>
                    <a:pt x="604789" y="158879"/>
                    <a:pt x="603006" y="159042"/>
                    <a:pt x="601057" y="159105"/>
                  </a:cubicBezTo>
                  <a:cubicBezTo>
                    <a:pt x="600531" y="159131"/>
                    <a:pt x="600005" y="159156"/>
                    <a:pt x="599464" y="159182"/>
                  </a:cubicBezTo>
                  <a:cubicBezTo>
                    <a:pt x="598166" y="159244"/>
                    <a:pt x="596867" y="159292"/>
                    <a:pt x="595569" y="159338"/>
                  </a:cubicBezTo>
                  <a:cubicBezTo>
                    <a:pt x="595569" y="160320"/>
                    <a:pt x="595569" y="161302"/>
                    <a:pt x="595569" y="162314"/>
                  </a:cubicBezTo>
                  <a:cubicBezTo>
                    <a:pt x="594453" y="162343"/>
                    <a:pt x="594453" y="162343"/>
                    <a:pt x="593316" y="162372"/>
                  </a:cubicBezTo>
                  <a:cubicBezTo>
                    <a:pt x="592356" y="162415"/>
                    <a:pt x="591395" y="162457"/>
                    <a:pt x="590406" y="162500"/>
                  </a:cubicBezTo>
                  <a:cubicBezTo>
                    <a:pt x="589448" y="162535"/>
                    <a:pt x="588490" y="162569"/>
                    <a:pt x="587502" y="162605"/>
                  </a:cubicBezTo>
                  <a:cubicBezTo>
                    <a:pt x="586726" y="162755"/>
                    <a:pt x="585950" y="162904"/>
                    <a:pt x="585151" y="163058"/>
                  </a:cubicBezTo>
                  <a:cubicBezTo>
                    <a:pt x="584888" y="164047"/>
                    <a:pt x="584639" y="165039"/>
                    <a:pt x="584406" y="166035"/>
                  </a:cubicBezTo>
                  <a:cubicBezTo>
                    <a:pt x="582244" y="166410"/>
                    <a:pt x="582244" y="166410"/>
                    <a:pt x="579570" y="166453"/>
                  </a:cubicBezTo>
                  <a:cubicBezTo>
                    <a:pt x="576974" y="166453"/>
                    <a:pt x="576974" y="166453"/>
                    <a:pt x="574733" y="166779"/>
                  </a:cubicBezTo>
                  <a:cubicBezTo>
                    <a:pt x="574487" y="167516"/>
                    <a:pt x="574241" y="168252"/>
                    <a:pt x="573988" y="169011"/>
                  </a:cubicBezTo>
                  <a:cubicBezTo>
                    <a:pt x="571637" y="169392"/>
                    <a:pt x="571637" y="169392"/>
                    <a:pt x="568733" y="169523"/>
                  </a:cubicBezTo>
                  <a:cubicBezTo>
                    <a:pt x="567773" y="169572"/>
                    <a:pt x="566813" y="169621"/>
                    <a:pt x="565823" y="169671"/>
                  </a:cubicBezTo>
                  <a:cubicBezTo>
                    <a:pt x="564708" y="169713"/>
                    <a:pt x="564708" y="169713"/>
                    <a:pt x="563571" y="169756"/>
                  </a:cubicBezTo>
                  <a:cubicBezTo>
                    <a:pt x="563571" y="170738"/>
                    <a:pt x="563571" y="171720"/>
                    <a:pt x="563571" y="172732"/>
                  </a:cubicBezTo>
                  <a:cubicBezTo>
                    <a:pt x="562881" y="172760"/>
                    <a:pt x="562191" y="172788"/>
                    <a:pt x="561481" y="172816"/>
                  </a:cubicBezTo>
                  <a:cubicBezTo>
                    <a:pt x="560589" y="172865"/>
                    <a:pt x="559698" y="172914"/>
                    <a:pt x="558780" y="172965"/>
                  </a:cubicBezTo>
                  <a:cubicBezTo>
                    <a:pt x="557446" y="173029"/>
                    <a:pt x="557446" y="173029"/>
                    <a:pt x="556086" y="173096"/>
                  </a:cubicBezTo>
                  <a:cubicBezTo>
                    <a:pt x="555363" y="173221"/>
                    <a:pt x="554641" y="173347"/>
                    <a:pt x="553897" y="173476"/>
                  </a:cubicBezTo>
                  <a:cubicBezTo>
                    <a:pt x="553651" y="174213"/>
                    <a:pt x="553406" y="174950"/>
                    <a:pt x="553153" y="175709"/>
                  </a:cubicBezTo>
                  <a:cubicBezTo>
                    <a:pt x="550964" y="176090"/>
                    <a:pt x="550964" y="176090"/>
                    <a:pt x="548269" y="176220"/>
                  </a:cubicBezTo>
                  <a:cubicBezTo>
                    <a:pt x="547378" y="176269"/>
                    <a:pt x="546487" y="176318"/>
                    <a:pt x="545569" y="176369"/>
                  </a:cubicBezTo>
                  <a:cubicBezTo>
                    <a:pt x="544879" y="176396"/>
                    <a:pt x="544189" y="176424"/>
                    <a:pt x="543479" y="176453"/>
                  </a:cubicBezTo>
                  <a:cubicBezTo>
                    <a:pt x="543479" y="177435"/>
                    <a:pt x="543479" y="178417"/>
                    <a:pt x="543479" y="179429"/>
                  </a:cubicBezTo>
                  <a:cubicBezTo>
                    <a:pt x="542538" y="179458"/>
                    <a:pt x="542538" y="179458"/>
                    <a:pt x="541578" y="179488"/>
                  </a:cubicBezTo>
                  <a:cubicBezTo>
                    <a:pt x="540762" y="179530"/>
                    <a:pt x="539947" y="179572"/>
                    <a:pt x="539107" y="179615"/>
                  </a:cubicBezTo>
                  <a:cubicBezTo>
                    <a:pt x="538295" y="179650"/>
                    <a:pt x="537484" y="179685"/>
                    <a:pt x="536648" y="179720"/>
                  </a:cubicBezTo>
                  <a:cubicBezTo>
                    <a:pt x="535955" y="179870"/>
                    <a:pt x="535263" y="180019"/>
                    <a:pt x="534549" y="180174"/>
                  </a:cubicBezTo>
                  <a:cubicBezTo>
                    <a:pt x="534303" y="180672"/>
                    <a:pt x="534058" y="181171"/>
                    <a:pt x="533805" y="181685"/>
                  </a:cubicBezTo>
                  <a:cubicBezTo>
                    <a:pt x="533559" y="182169"/>
                    <a:pt x="533314" y="182652"/>
                    <a:pt x="533061" y="183150"/>
                  </a:cubicBezTo>
                  <a:cubicBezTo>
                    <a:pt x="530962" y="183441"/>
                    <a:pt x="530962" y="183441"/>
                    <a:pt x="528503" y="183336"/>
                  </a:cubicBezTo>
                  <a:cubicBezTo>
                    <a:pt x="527688" y="183309"/>
                    <a:pt x="526872" y="183282"/>
                    <a:pt x="526032" y="183255"/>
                  </a:cubicBezTo>
                  <a:cubicBezTo>
                    <a:pt x="525405" y="183220"/>
                    <a:pt x="524777" y="183186"/>
                    <a:pt x="524131" y="183150"/>
                  </a:cubicBezTo>
                  <a:cubicBezTo>
                    <a:pt x="524131" y="184132"/>
                    <a:pt x="524131" y="185115"/>
                    <a:pt x="524131" y="186127"/>
                  </a:cubicBezTo>
                  <a:cubicBezTo>
                    <a:pt x="523177" y="186155"/>
                    <a:pt x="523177" y="186155"/>
                    <a:pt x="522204" y="186185"/>
                  </a:cubicBezTo>
                  <a:cubicBezTo>
                    <a:pt x="521382" y="186227"/>
                    <a:pt x="520560" y="186269"/>
                    <a:pt x="519713" y="186313"/>
                  </a:cubicBezTo>
                  <a:cubicBezTo>
                    <a:pt x="518893" y="186347"/>
                    <a:pt x="518072" y="186382"/>
                    <a:pt x="517227" y="186417"/>
                  </a:cubicBezTo>
                  <a:cubicBezTo>
                    <a:pt x="516559" y="186567"/>
                    <a:pt x="515890" y="186717"/>
                    <a:pt x="515201" y="186871"/>
                  </a:cubicBezTo>
                  <a:cubicBezTo>
                    <a:pt x="514938" y="187859"/>
                    <a:pt x="514690" y="188852"/>
                    <a:pt x="514457" y="189847"/>
                  </a:cubicBezTo>
                  <a:cubicBezTo>
                    <a:pt x="512620" y="190222"/>
                    <a:pt x="512620" y="190222"/>
                    <a:pt x="510364" y="190266"/>
                  </a:cubicBezTo>
                  <a:cubicBezTo>
                    <a:pt x="508171" y="190266"/>
                    <a:pt x="508171" y="190266"/>
                    <a:pt x="506272" y="190592"/>
                  </a:cubicBezTo>
                  <a:cubicBezTo>
                    <a:pt x="506026" y="191328"/>
                    <a:pt x="505781" y="192065"/>
                    <a:pt x="505528" y="192824"/>
                  </a:cubicBezTo>
                  <a:cubicBezTo>
                    <a:pt x="503501" y="193205"/>
                    <a:pt x="503501" y="193205"/>
                    <a:pt x="501016" y="193336"/>
                  </a:cubicBezTo>
                  <a:cubicBezTo>
                    <a:pt x="500194" y="193384"/>
                    <a:pt x="499372" y="193433"/>
                    <a:pt x="498525" y="193484"/>
                  </a:cubicBezTo>
                  <a:cubicBezTo>
                    <a:pt x="497889" y="193512"/>
                    <a:pt x="497253" y="193539"/>
                    <a:pt x="496598" y="193568"/>
                  </a:cubicBezTo>
                  <a:cubicBezTo>
                    <a:pt x="496598" y="194550"/>
                    <a:pt x="496598" y="195533"/>
                    <a:pt x="496598" y="196545"/>
                  </a:cubicBezTo>
                  <a:cubicBezTo>
                    <a:pt x="495962" y="196564"/>
                    <a:pt x="495326" y="196583"/>
                    <a:pt x="494671" y="196603"/>
                  </a:cubicBezTo>
                  <a:cubicBezTo>
                    <a:pt x="493849" y="196645"/>
                    <a:pt x="493026" y="196687"/>
                    <a:pt x="492180" y="196731"/>
                  </a:cubicBezTo>
                  <a:cubicBezTo>
                    <a:pt x="491359" y="196765"/>
                    <a:pt x="490539" y="196800"/>
                    <a:pt x="489694" y="196835"/>
                  </a:cubicBezTo>
                  <a:cubicBezTo>
                    <a:pt x="489026" y="196985"/>
                    <a:pt x="488357" y="197135"/>
                    <a:pt x="487668" y="197289"/>
                  </a:cubicBezTo>
                  <a:cubicBezTo>
                    <a:pt x="487391" y="198273"/>
                    <a:pt x="487142" y="199266"/>
                    <a:pt x="486924" y="200265"/>
                  </a:cubicBezTo>
                  <a:cubicBezTo>
                    <a:pt x="485250" y="200640"/>
                    <a:pt x="485250" y="200640"/>
                    <a:pt x="483203" y="200684"/>
                  </a:cubicBezTo>
                  <a:cubicBezTo>
                    <a:pt x="481211" y="200685"/>
                    <a:pt x="481211" y="200685"/>
                    <a:pt x="479483" y="201010"/>
                  </a:cubicBezTo>
                  <a:cubicBezTo>
                    <a:pt x="479237" y="201746"/>
                    <a:pt x="478991" y="202483"/>
                    <a:pt x="478738" y="203242"/>
                  </a:cubicBezTo>
                  <a:cubicBezTo>
                    <a:pt x="476875" y="203623"/>
                    <a:pt x="476875" y="203623"/>
                    <a:pt x="474599" y="203754"/>
                  </a:cubicBezTo>
                  <a:cubicBezTo>
                    <a:pt x="473846" y="203802"/>
                    <a:pt x="473093" y="203851"/>
                    <a:pt x="472317" y="203902"/>
                  </a:cubicBezTo>
                  <a:cubicBezTo>
                    <a:pt x="471735" y="203930"/>
                    <a:pt x="471153" y="203957"/>
                    <a:pt x="470553" y="203986"/>
                  </a:cubicBezTo>
                  <a:cubicBezTo>
                    <a:pt x="470553" y="204968"/>
                    <a:pt x="470553" y="205951"/>
                    <a:pt x="470553" y="206963"/>
                  </a:cubicBezTo>
                  <a:cubicBezTo>
                    <a:pt x="469971" y="206990"/>
                    <a:pt x="469388" y="207018"/>
                    <a:pt x="468788" y="207047"/>
                  </a:cubicBezTo>
                  <a:cubicBezTo>
                    <a:pt x="468035" y="207096"/>
                    <a:pt x="467282" y="207145"/>
                    <a:pt x="466507" y="207195"/>
                  </a:cubicBezTo>
                  <a:cubicBezTo>
                    <a:pt x="465756" y="207238"/>
                    <a:pt x="465004" y="207282"/>
                    <a:pt x="464231" y="207326"/>
                  </a:cubicBezTo>
                  <a:cubicBezTo>
                    <a:pt x="463616" y="207452"/>
                    <a:pt x="463001" y="207577"/>
                    <a:pt x="462367" y="207707"/>
                  </a:cubicBezTo>
                  <a:cubicBezTo>
                    <a:pt x="462122" y="208443"/>
                    <a:pt x="461876" y="209180"/>
                    <a:pt x="461623" y="209939"/>
                  </a:cubicBezTo>
                  <a:cubicBezTo>
                    <a:pt x="459689" y="210258"/>
                    <a:pt x="457814" y="210267"/>
                    <a:pt x="455856" y="210308"/>
                  </a:cubicBezTo>
                  <a:cubicBezTo>
                    <a:pt x="455304" y="210432"/>
                    <a:pt x="454751" y="210556"/>
                    <a:pt x="454182" y="210683"/>
                  </a:cubicBezTo>
                  <a:cubicBezTo>
                    <a:pt x="453932" y="211675"/>
                    <a:pt x="453684" y="212667"/>
                    <a:pt x="453438" y="213660"/>
                  </a:cubicBezTo>
                  <a:cubicBezTo>
                    <a:pt x="451790" y="214009"/>
                    <a:pt x="451790" y="214009"/>
                    <a:pt x="449763" y="214032"/>
                  </a:cubicBezTo>
                  <a:cubicBezTo>
                    <a:pt x="447777" y="213993"/>
                    <a:pt x="447777" y="213993"/>
                    <a:pt x="445996" y="214404"/>
                  </a:cubicBezTo>
                  <a:cubicBezTo>
                    <a:pt x="445752" y="214899"/>
                    <a:pt x="445507" y="215394"/>
                    <a:pt x="445255" y="215904"/>
                  </a:cubicBezTo>
                  <a:cubicBezTo>
                    <a:pt x="445009" y="216391"/>
                    <a:pt x="444762" y="216879"/>
                    <a:pt x="444508" y="217381"/>
                  </a:cubicBezTo>
                  <a:cubicBezTo>
                    <a:pt x="442735" y="217671"/>
                    <a:pt x="442735" y="217671"/>
                    <a:pt x="440694" y="217567"/>
                  </a:cubicBezTo>
                  <a:cubicBezTo>
                    <a:pt x="440017" y="217540"/>
                    <a:pt x="439340" y="217513"/>
                    <a:pt x="438642" y="217485"/>
                  </a:cubicBezTo>
                  <a:cubicBezTo>
                    <a:pt x="438122" y="217451"/>
                    <a:pt x="437602" y="217416"/>
                    <a:pt x="437067" y="217381"/>
                  </a:cubicBezTo>
                  <a:cubicBezTo>
                    <a:pt x="437067" y="218363"/>
                    <a:pt x="437067" y="219345"/>
                    <a:pt x="437067" y="220357"/>
                  </a:cubicBezTo>
                  <a:cubicBezTo>
                    <a:pt x="436538" y="220376"/>
                    <a:pt x="436010" y="220396"/>
                    <a:pt x="435465" y="220415"/>
                  </a:cubicBezTo>
                  <a:cubicBezTo>
                    <a:pt x="434781" y="220458"/>
                    <a:pt x="434097" y="220500"/>
                    <a:pt x="433392" y="220543"/>
                  </a:cubicBezTo>
                  <a:cubicBezTo>
                    <a:pt x="432710" y="220578"/>
                    <a:pt x="432028" y="220612"/>
                    <a:pt x="431326" y="220648"/>
                  </a:cubicBezTo>
                  <a:cubicBezTo>
                    <a:pt x="430765" y="220797"/>
                    <a:pt x="430203" y="220947"/>
                    <a:pt x="429625" y="221101"/>
                  </a:cubicBezTo>
                  <a:cubicBezTo>
                    <a:pt x="429362" y="222090"/>
                    <a:pt x="429114" y="223082"/>
                    <a:pt x="428881" y="224078"/>
                  </a:cubicBezTo>
                  <a:cubicBezTo>
                    <a:pt x="427370" y="224453"/>
                    <a:pt x="427370" y="224453"/>
                    <a:pt x="425532" y="224496"/>
                  </a:cubicBezTo>
                  <a:cubicBezTo>
                    <a:pt x="423741" y="224498"/>
                    <a:pt x="423741" y="224498"/>
                    <a:pt x="422184" y="224822"/>
                  </a:cubicBezTo>
                  <a:cubicBezTo>
                    <a:pt x="421938" y="225559"/>
                    <a:pt x="421693" y="226295"/>
                    <a:pt x="421440" y="227054"/>
                  </a:cubicBezTo>
                  <a:cubicBezTo>
                    <a:pt x="419576" y="227435"/>
                    <a:pt x="419576" y="227435"/>
                    <a:pt x="417300" y="227566"/>
                  </a:cubicBezTo>
                  <a:cubicBezTo>
                    <a:pt x="416547" y="227615"/>
                    <a:pt x="415794" y="227664"/>
                    <a:pt x="415019" y="227714"/>
                  </a:cubicBezTo>
                  <a:cubicBezTo>
                    <a:pt x="414436" y="227742"/>
                    <a:pt x="413854" y="227770"/>
                    <a:pt x="413254" y="227799"/>
                  </a:cubicBezTo>
                  <a:cubicBezTo>
                    <a:pt x="413254" y="228781"/>
                    <a:pt x="413254" y="229763"/>
                    <a:pt x="413254" y="230775"/>
                  </a:cubicBezTo>
                  <a:cubicBezTo>
                    <a:pt x="412779" y="230803"/>
                    <a:pt x="412304" y="230831"/>
                    <a:pt x="411815" y="230859"/>
                  </a:cubicBezTo>
                  <a:cubicBezTo>
                    <a:pt x="411200" y="230908"/>
                    <a:pt x="410585" y="230957"/>
                    <a:pt x="409952" y="231008"/>
                  </a:cubicBezTo>
                  <a:cubicBezTo>
                    <a:pt x="409339" y="231051"/>
                    <a:pt x="408726" y="231094"/>
                    <a:pt x="408095" y="231138"/>
                  </a:cubicBezTo>
                  <a:cubicBezTo>
                    <a:pt x="407587" y="231264"/>
                    <a:pt x="407080" y="231390"/>
                    <a:pt x="406557" y="231519"/>
                  </a:cubicBezTo>
                  <a:cubicBezTo>
                    <a:pt x="406311" y="232256"/>
                    <a:pt x="406066" y="232993"/>
                    <a:pt x="405813" y="233752"/>
                  </a:cubicBezTo>
                  <a:cubicBezTo>
                    <a:pt x="403949" y="234132"/>
                    <a:pt x="403949" y="234132"/>
                    <a:pt x="401673" y="234263"/>
                  </a:cubicBezTo>
                  <a:cubicBezTo>
                    <a:pt x="400920" y="234312"/>
                    <a:pt x="400167" y="234361"/>
                    <a:pt x="399392" y="234412"/>
                  </a:cubicBezTo>
                  <a:cubicBezTo>
                    <a:pt x="398809" y="234439"/>
                    <a:pt x="398227" y="234467"/>
                    <a:pt x="397627" y="234496"/>
                  </a:cubicBezTo>
                  <a:cubicBezTo>
                    <a:pt x="397627" y="235478"/>
                    <a:pt x="397627" y="236460"/>
                    <a:pt x="397627" y="237472"/>
                  </a:cubicBezTo>
                  <a:cubicBezTo>
                    <a:pt x="397161" y="237492"/>
                    <a:pt x="396695" y="237511"/>
                    <a:pt x="396214" y="237531"/>
                  </a:cubicBezTo>
                  <a:cubicBezTo>
                    <a:pt x="395606" y="237573"/>
                    <a:pt x="394998" y="237615"/>
                    <a:pt x="394372" y="237658"/>
                  </a:cubicBezTo>
                  <a:cubicBezTo>
                    <a:pt x="393767" y="237693"/>
                    <a:pt x="393163" y="237727"/>
                    <a:pt x="392540" y="237763"/>
                  </a:cubicBezTo>
                  <a:cubicBezTo>
                    <a:pt x="392009" y="237913"/>
                    <a:pt x="391477" y="238062"/>
                    <a:pt x="390930" y="238217"/>
                  </a:cubicBezTo>
                  <a:cubicBezTo>
                    <a:pt x="390684" y="238715"/>
                    <a:pt x="390439" y="239214"/>
                    <a:pt x="390186" y="239728"/>
                  </a:cubicBezTo>
                  <a:cubicBezTo>
                    <a:pt x="389940" y="240212"/>
                    <a:pt x="389695" y="240695"/>
                    <a:pt x="389442" y="241193"/>
                  </a:cubicBezTo>
                  <a:cubicBezTo>
                    <a:pt x="387831" y="241484"/>
                    <a:pt x="387831" y="241484"/>
                    <a:pt x="386000" y="241379"/>
                  </a:cubicBezTo>
                  <a:cubicBezTo>
                    <a:pt x="385392" y="241352"/>
                    <a:pt x="384784" y="241325"/>
                    <a:pt x="384157" y="241298"/>
                  </a:cubicBezTo>
                  <a:cubicBezTo>
                    <a:pt x="383691" y="241263"/>
                    <a:pt x="383225" y="241229"/>
                    <a:pt x="382744" y="241193"/>
                  </a:cubicBezTo>
                  <a:cubicBezTo>
                    <a:pt x="382744" y="242175"/>
                    <a:pt x="382744" y="243158"/>
                    <a:pt x="382744" y="244170"/>
                  </a:cubicBezTo>
                  <a:cubicBezTo>
                    <a:pt x="382269" y="244189"/>
                    <a:pt x="381795" y="244208"/>
                    <a:pt x="381305" y="244228"/>
                  </a:cubicBezTo>
                  <a:cubicBezTo>
                    <a:pt x="380691" y="244270"/>
                    <a:pt x="380076" y="244312"/>
                    <a:pt x="379442" y="244356"/>
                  </a:cubicBezTo>
                  <a:cubicBezTo>
                    <a:pt x="378829" y="244390"/>
                    <a:pt x="378216" y="244425"/>
                    <a:pt x="377585" y="244460"/>
                  </a:cubicBezTo>
                  <a:cubicBezTo>
                    <a:pt x="377077" y="244610"/>
                    <a:pt x="376570" y="244760"/>
                    <a:pt x="376047" y="244914"/>
                  </a:cubicBezTo>
                  <a:cubicBezTo>
                    <a:pt x="375797" y="245905"/>
                    <a:pt x="375549" y="246898"/>
                    <a:pt x="375303" y="247890"/>
                  </a:cubicBezTo>
                  <a:cubicBezTo>
                    <a:pt x="373818" y="248265"/>
                    <a:pt x="373818" y="248265"/>
                    <a:pt x="372001" y="248309"/>
                  </a:cubicBezTo>
                  <a:cubicBezTo>
                    <a:pt x="370219" y="248314"/>
                    <a:pt x="370219" y="248314"/>
                    <a:pt x="368606" y="248634"/>
                  </a:cubicBezTo>
                  <a:cubicBezTo>
                    <a:pt x="368115" y="249371"/>
                    <a:pt x="367623" y="250108"/>
                    <a:pt x="367117" y="250867"/>
                  </a:cubicBezTo>
                  <a:cubicBezTo>
                    <a:pt x="365388" y="251375"/>
                    <a:pt x="363686" y="251617"/>
                    <a:pt x="361905" y="251890"/>
                  </a:cubicBezTo>
                  <a:cubicBezTo>
                    <a:pt x="361170" y="252120"/>
                    <a:pt x="361170" y="252120"/>
                    <a:pt x="360420" y="252355"/>
                  </a:cubicBezTo>
                  <a:cubicBezTo>
                    <a:pt x="360175" y="253092"/>
                    <a:pt x="359929" y="253829"/>
                    <a:pt x="359676" y="254588"/>
                  </a:cubicBezTo>
                  <a:cubicBezTo>
                    <a:pt x="358164" y="254675"/>
                    <a:pt x="358164" y="254675"/>
                    <a:pt x="356327" y="254495"/>
                  </a:cubicBezTo>
                  <a:cubicBezTo>
                    <a:pt x="354528" y="254378"/>
                    <a:pt x="354528" y="254378"/>
                    <a:pt x="352979" y="254588"/>
                  </a:cubicBezTo>
                  <a:cubicBezTo>
                    <a:pt x="352694" y="255820"/>
                    <a:pt x="352447" y="257062"/>
                    <a:pt x="352235" y="258308"/>
                  </a:cubicBezTo>
                  <a:cubicBezTo>
                    <a:pt x="350677" y="258702"/>
                    <a:pt x="349235" y="258774"/>
                    <a:pt x="347630" y="258802"/>
                  </a:cubicBezTo>
                  <a:cubicBezTo>
                    <a:pt x="347185" y="258885"/>
                    <a:pt x="346740" y="258967"/>
                    <a:pt x="346281" y="259052"/>
                  </a:cubicBezTo>
                  <a:cubicBezTo>
                    <a:pt x="346036" y="259789"/>
                    <a:pt x="345790" y="260526"/>
                    <a:pt x="345537" y="261285"/>
                  </a:cubicBezTo>
                  <a:cubicBezTo>
                    <a:pt x="343988" y="261602"/>
                    <a:pt x="342512" y="261612"/>
                    <a:pt x="340933" y="261654"/>
                  </a:cubicBezTo>
                  <a:cubicBezTo>
                    <a:pt x="340488" y="261778"/>
                    <a:pt x="340043" y="261902"/>
                    <a:pt x="339584" y="262029"/>
                  </a:cubicBezTo>
                  <a:cubicBezTo>
                    <a:pt x="339469" y="262520"/>
                    <a:pt x="339354" y="263011"/>
                    <a:pt x="339235" y="263517"/>
                  </a:cubicBezTo>
                  <a:cubicBezTo>
                    <a:pt x="339105" y="264008"/>
                    <a:pt x="338974" y="264500"/>
                    <a:pt x="338840" y="265006"/>
                  </a:cubicBezTo>
                  <a:cubicBezTo>
                    <a:pt x="337328" y="265381"/>
                    <a:pt x="337328" y="265381"/>
                    <a:pt x="335491" y="265424"/>
                  </a:cubicBezTo>
                  <a:cubicBezTo>
                    <a:pt x="333700" y="265425"/>
                    <a:pt x="333700" y="265425"/>
                    <a:pt x="332143" y="265750"/>
                  </a:cubicBezTo>
                  <a:cubicBezTo>
                    <a:pt x="331897" y="266486"/>
                    <a:pt x="331652" y="267223"/>
                    <a:pt x="331399" y="267982"/>
                  </a:cubicBezTo>
                  <a:cubicBezTo>
                    <a:pt x="329698" y="268363"/>
                    <a:pt x="329698" y="268363"/>
                    <a:pt x="327631" y="268494"/>
                  </a:cubicBezTo>
                  <a:cubicBezTo>
                    <a:pt x="326947" y="268543"/>
                    <a:pt x="326264" y="268592"/>
                    <a:pt x="325559" y="268642"/>
                  </a:cubicBezTo>
                  <a:cubicBezTo>
                    <a:pt x="325030" y="268670"/>
                    <a:pt x="324502" y="268698"/>
                    <a:pt x="323957" y="268726"/>
                  </a:cubicBezTo>
                  <a:cubicBezTo>
                    <a:pt x="323957" y="269709"/>
                    <a:pt x="323957" y="270691"/>
                    <a:pt x="323957" y="271703"/>
                  </a:cubicBezTo>
                  <a:cubicBezTo>
                    <a:pt x="323482" y="271660"/>
                    <a:pt x="323008" y="271617"/>
                    <a:pt x="322518" y="271572"/>
                  </a:cubicBezTo>
                  <a:cubicBezTo>
                    <a:pt x="320707" y="271473"/>
                    <a:pt x="319053" y="271414"/>
                    <a:pt x="317260" y="271703"/>
                  </a:cubicBezTo>
                  <a:cubicBezTo>
                    <a:pt x="316976" y="272935"/>
                    <a:pt x="316729" y="274177"/>
                    <a:pt x="316516" y="275424"/>
                  </a:cubicBezTo>
                  <a:cubicBezTo>
                    <a:pt x="314958" y="275817"/>
                    <a:pt x="313516" y="275889"/>
                    <a:pt x="311911" y="275918"/>
                  </a:cubicBezTo>
                  <a:cubicBezTo>
                    <a:pt x="311466" y="276000"/>
                    <a:pt x="311021" y="276083"/>
                    <a:pt x="310563" y="276168"/>
                  </a:cubicBezTo>
                  <a:cubicBezTo>
                    <a:pt x="310317" y="276904"/>
                    <a:pt x="310072" y="277641"/>
                    <a:pt x="309819" y="278400"/>
                  </a:cubicBezTo>
                  <a:cubicBezTo>
                    <a:pt x="308269" y="278717"/>
                    <a:pt x="306793" y="278727"/>
                    <a:pt x="305214" y="278769"/>
                  </a:cubicBezTo>
                  <a:cubicBezTo>
                    <a:pt x="304769" y="278893"/>
                    <a:pt x="304324" y="279017"/>
                    <a:pt x="303865" y="279144"/>
                  </a:cubicBezTo>
                  <a:cubicBezTo>
                    <a:pt x="303750" y="279635"/>
                    <a:pt x="303635" y="280127"/>
                    <a:pt x="303517" y="280633"/>
                  </a:cubicBezTo>
                  <a:cubicBezTo>
                    <a:pt x="303386" y="281124"/>
                    <a:pt x="303256" y="281615"/>
                    <a:pt x="303121" y="282121"/>
                  </a:cubicBezTo>
                  <a:cubicBezTo>
                    <a:pt x="301610" y="282496"/>
                    <a:pt x="301610" y="282496"/>
                    <a:pt x="299773" y="282539"/>
                  </a:cubicBezTo>
                  <a:cubicBezTo>
                    <a:pt x="297981" y="282541"/>
                    <a:pt x="297981" y="282541"/>
                    <a:pt x="296424" y="282865"/>
                  </a:cubicBezTo>
                  <a:cubicBezTo>
                    <a:pt x="296178" y="283602"/>
                    <a:pt x="295933" y="284338"/>
                    <a:pt x="295680" y="285097"/>
                  </a:cubicBezTo>
                  <a:cubicBezTo>
                    <a:pt x="294820" y="285205"/>
                    <a:pt x="293961" y="285312"/>
                    <a:pt x="293075" y="285423"/>
                  </a:cubicBezTo>
                  <a:cubicBezTo>
                    <a:pt x="292216" y="285561"/>
                    <a:pt x="291356" y="285699"/>
                    <a:pt x="290471" y="285842"/>
                  </a:cubicBezTo>
                  <a:cubicBezTo>
                    <a:pt x="290372" y="286337"/>
                    <a:pt x="290273" y="286833"/>
                    <a:pt x="290171" y="287344"/>
                  </a:cubicBezTo>
                  <a:cubicBezTo>
                    <a:pt x="290025" y="287831"/>
                    <a:pt x="289878" y="288317"/>
                    <a:pt x="289727" y="288818"/>
                  </a:cubicBezTo>
                  <a:cubicBezTo>
                    <a:pt x="288026" y="289109"/>
                    <a:pt x="288026" y="289109"/>
                    <a:pt x="285960" y="289004"/>
                  </a:cubicBezTo>
                  <a:cubicBezTo>
                    <a:pt x="285276" y="288977"/>
                    <a:pt x="284592" y="288950"/>
                    <a:pt x="283887" y="288923"/>
                  </a:cubicBezTo>
                  <a:cubicBezTo>
                    <a:pt x="283358" y="288888"/>
                    <a:pt x="282830" y="288854"/>
                    <a:pt x="282285" y="288818"/>
                  </a:cubicBezTo>
                  <a:cubicBezTo>
                    <a:pt x="282285" y="289800"/>
                    <a:pt x="282285" y="290783"/>
                    <a:pt x="282285" y="291795"/>
                  </a:cubicBezTo>
                  <a:cubicBezTo>
                    <a:pt x="281457" y="291856"/>
                    <a:pt x="280628" y="291917"/>
                    <a:pt x="279774" y="291981"/>
                  </a:cubicBezTo>
                  <a:cubicBezTo>
                    <a:pt x="278884" y="292165"/>
                    <a:pt x="277994" y="292349"/>
                    <a:pt x="277076" y="292539"/>
                  </a:cubicBezTo>
                  <a:cubicBezTo>
                    <a:pt x="276846" y="293030"/>
                    <a:pt x="276616" y="293521"/>
                    <a:pt x="276379" y="294027"/>
                  </a:cubicBezTo>
                  <a:cubicBezTo>
                    <a:pt x="276118" y="294518"/>
                    <a:pt x="275857" y="295009"/>
                    <a:pt x="275588" y="295515"/>
                  </a:cubicBezTo>
                  <a:cubicBezTo>
                    <a:pt x="273978" y="295969"/>
                    <a:pt x="273978" y="295969"/>
                    <a:pt x="272146" y="296073"/>
                  </a:cubicBezTo>
                  <a:cubicBezTo>
                    <a:pt x="271538" y="296116"/>
                    <a:pt x="270930" y="296158"/>
                    <a:pt x="270304" y="296201"/>
                  </a:cubicBezTo>
                  <a:cubicBezTo>
                    <a:pt x="269837" y="296221"/>
                    <a:pt x="269371" y="296240"/>
                    <a:pt x="268891" y="296259"/>
                  </a:cubicBezTo>
                  <a:cubicBezTo>
                    <a:pt x="268891" y="297242"/>
                    <a:pt x="268891" y="298224"/>
                    <a:pt x="268891" y="299236"/>
                  </a:cubicBezTo>
                  <a:cubicBezTo>
                    <a:pt x="268062" y="299175"/>
                    <a:pt x="267233" y="299113"/>
                    <a:pt x="266379" y="299050"/>
                  </a:cubicBezTo>
                  <a:cubicBezTo>
                    <a:pt x="265489" y="299111"/>
                    <a:pt x="264599" y="299173"/>
                    <a:pt x="263682" y="299236"/>
                  </a:cubicBezTo>
                  <a:cubicBezTo>
                    <a:pt x="263452" y="299720"/>
                    <a:pt x="263221" y="300203"/>
                    <a:pt x="262984" y="300701"/>
                  </a:cubicBezTo>
                  <a:cubicBezTo>
                    <a:pt x="262723" y="301200"/>
                    <a:pt x="262462" y="301699"/>
                    <a:pt x="262194" y="302213"/>
                  </a:cubicBezTo>
                  <a:cubicBezTo>
                    <a:pt x="260583" y="302666"/>
                    <a:pt x="260583" y="302666"/>
                    <a:pt x="258752" y="302771"/>
                  </a:cubicBezTo>
                  <a:cubicBezTo>
                    <a:pt x="258144" y="302813"/>
                    <a:pt x="257536" y="302855"/>
                    <a:pt x="256909" y="302899"/>
                  </a:cubicBezTo>
                  <a:cubicBezTo>
                    <a:pt x="256443" y="302918"/>
                    <a:pt x="255977" y="302937"/>
                    <a:pt x="255496" y="302957"/>
                  </a:cubicBezTo>
                  <a:cubicBezTo>
                    <a:pt x="255496" y="303939"/>
                    <a:pt x="255496" y="304921"/>
                    <a:pt x="255496" y="305933"/>
                  </a:cubicBezTo>
                  <a:cubicBezTo>
                    <a:pt x="254667" y="306010"/>
                    <a:pt x="253839" y="306087"/>
                    <a:pt x="252985" y="306166"/>
                  </a:cubicBezTo>
                  <a:cubicBezTo>
                    <a:pt x="251650" y="306419"/>
                    <a:pt x="251650" y="306419"/>
                    <a:pt x="250287" y="306677"/>
                  </a:cubicBezTo>
                  <a:cubicBezTo>
                    <a:pt x="249796" y="307414"/>
                    <a:pt x="249305" y="308151"/>
                    <a:pt x="248799" y="308910"/>
                  </a:cubicBezTo>
                  <a:cubicBezTo>
                    <a:pt x="247351" y="309291"/>
                    <a:pt x="247351" y="309291"/>
                    <a:pt x="245729" y="309421"/>
                  </a:cubicBezTo>
                  <a:cubicBezTo>
                    <a:pt x="244778" y="309498"/>
                    <a:pt x="243826" y="309575"/>
                    <a:pt x="242846" y="309654"/>
                  </a:cubicBezTo>
                  <a:cubicBezTo>
                    <a:pt x="242846" y="310636"/>
                    <a:pt x="242846" y="311619"/>
                    <a:pt x="242846" y="312631"/>
                  </a:cubicBezTo>
                  <a:cubicBezTo>
                    <a:pt x="240636" y="312876"/>
                    <a:pt x="238426" y="313122"/>
                    <a:pt x="236149" y="313375"/>
                  </a:cubicBezTo>
                  <a:cubicBezTo>
                    <a:pt x="236149" y="314357"/>
                    <a:pt x="236149" y="315339"/>
                    <a:pt x="236149" y="316351"/>
                  </a:cubicBezTo>
                  <a:cubicBezTo>
                    <a:pt x="235320" y="316290"/>
                    <a:pt x="234491" y="316229"/>
                    <a:pt x="233637" y="316165"/>
                  </a:cubicBezTo>
                  <a:cubicBezTo>
                    <a:pt x="232747" y="316227"/>
                    <a:pt x="231857" y="316288"/>
                    <a:pt x="230940" y="316351"/>
                  </a:cubicBezTo>
                  <a:cubicBezTo>
                    <a:pt x="230418" y="317330"/>
                    <a:pt x="229924" y="318324"/>
                    <a:pt x="229451" y="319328"/>
                  </a:cubicBezTo>
                  <a:cubicBezTo>
                    <a:pt x="227721" y="319844"/>
                    <a:pt x="225985" y="320341"/>
                    <a:pt x="224242" y="320816"/>
                  </a:cubicBezTo>
                  <a:cubicBezTo>
                    <a:pt x="223997" y="321553"/>
                    <a:pt x="223751" y="322290"/>
                    <a:pt x="223498" y="323049"/>
                  </a:cubicBezTo>
                  <a:cubicBezTo>
                    <a:pt x="221763" y="323301"/>
                    <a:pt x="220026" y="323549"/>
                    <a:pt x="218289" y="323793"/>
                  </a:cubicBezTo>
                  <a:cubicBezTo>
                    <a:pt x="217798" y="324529"/>
                    <a:pt x="217307" y="325266"/>
                    <a:pt x="216801" y="326025"/>
                  </a:cubicBezTo>
                  <a:cubicBezTo>
                    <a:pt x="215926" y="326133"/>
                    <a:pt x="215051" y="326240"/>
                    <a:pt x="214150" y="326351"/>
                  </a:cubicBezTo>
                  <a:cubicBezTo>
                    <a:pt x="213306" y="326489"/>
                    <a:pt x="212462" y="326627"/>
                    <a:pt x="211592" y="326769"/>
                  </a:cubicBezTo>
                  <a:cubicBezTo>
                    <a:pt x="211469" y="327260"/>
                    <a:pt x="211346" y="327752"/>
                    <a:pt x="211220" y="328258"/>
                  </a:cubicBezTo>
                  <a:cubicBezTo>
                    <a:pt x="211097" y="328749"/>
                    <a:pt x="210974" y="329240"/>
                    <a:pt x="210848" y="329746"/>
                  </a:cubicBezTo>
                  <a:cubicBezTo>
                    <a:pt x="209112" y="329998"/>
                    <a:pt x="207376" y="330246"/>
                    <a:pt x="205639" y="330490"/>
                  </a:cubicBezTo>
                  <a:cubicBezTo>
                    <a:pt x="205409" y="330996"/>
                    <a:pt x="205178" y="331503"/>
                    <a:pt x="204941" y="332025"/>
                  </a:cubicBezTo>
                  <a:cubicBezTo>
                    <a:pt x="204680" y="332501"/>
                    <a:pt x="204419" y="332976"/>
                    <a:pt x="204151" y="333467"/>
                  </a:cubicBezTo>
                  <a:cubicBezTo>
                    <a:pt x="202108" y="333750"/>
                    <a:pt x="200272" y="333600"/>
                    <a:pt x="198197" y="333467"/>
                  </a:cubicBezTo>
                  <a:cubicBezTo>
                    <a:pt x="198197" y="334449"/>
                    <a:pt x="198197" y="335431"/>
                    <a:pt x="198197" y="336443"/>
                  </a:cubicBezTo>
                  <a:cubicBezTo>
                    <a:pt x="197353" y="336504"/>
                    <a:pt x="196509" y="336566"/>
                    <a:pt x="195639" y="336629"/>
                  </a:cubicBezTo>
                  <a:cubicBezTo>
                    <a:pt x="194765" y="336813"/>
                    <a:pt x="193890" y="336997"/>
                    <a:pt x="192988" y="337187"/>
                  </a:cubicBezTo>
                  <a:cubicBezTo>
                    <a:pt x="192881" y="337678"/>
                    <a:pt x="192774" y="338169"/>
                    <a:pt x="192663" y="338676"/>
                  </a:cubicBezTo>
                  <a:cubicBezTo>
                    <a:pt x="192525" y="339167"/>
                    <a:pt x="192387" y="339658"/>
                    <a:pt x="192244" y="340164"/>
                  </a:cubicBezTo>
                  <a:cubicBezTo>
                    <a:pt x="190697" y="340492"/>
                    <a:pt x="189220" y="340584"/>
                    <a:pt x="187640" y="340632"/>
                  </a:cubicBezTo>
                  <a:cubicBezTo>
                    <a:pt x="187195" y="340723"/>
                    <a:pt x="186750" y="340814"/>
                    <a:pt x="186291" y="340908"/>
                  </a:cubicBezTo>
                  <a:cubicBezTo>
                    <a:pt x="186046" y="341645"/>
                    <a:pt x="185800" y="342381"/>
                    <a:pt x="185547" y="343140"/>
                  </a:cubicBezTo>
                  <a:cubicBezTo>
                    <a:pt x="184810" y="343248"/>
                    <a:pt x="184074" y="343355"/>
                    <a:pt x="183315" y="343466"/>
                  </a:cubicBezTo>
                  <a:cubicBezTo>
                    <a:pt x="182578" y="343604"/>
                    <a:pt x="181841" y="343742"/>
                    <a:pt x="181082" y="343884"/>
                  </a:cubicBezTo>
                  <a:cubicBezTo>
                    <a:pt x="180990" y="344376"/>
                    <a:pt x="180898" y="344867"/>
                    <a:pt x="180803" y="345373"/>
                  </a:cubicBezTo>
                  <a:cubicBezTo>
                    <a:pt x="180650" y="345864"/>
                    <a:pt x="180496" y="346355"/>
                    <a:pt x="180338" y="346861"/>
                  </a:cubicBezTo>
                  <a:cubicBezTo>
                    <a:pt x="178790" y="347189"/>
                    <a:pt x="177314" y="347281"/>
                    <a:pt x="175734" y="347329"/>
                  </a:cubicBezTo>
                  <a:cubicBezTo>
                    <a:pt x="175289" y="347420"/>
                    <a:pt x="174844" y="347511"/>
                    <a:pt x="174385" y="347605"/>
                  </a:cubicBezTo>
                  <a:cubicBezTo>
                    <a:pt x="174139" y="348342"/>
                    <a:pt x="173894" y="349079"/>
                    <a:pt x="173641" y="349838"/>
                  </a:cubicBezTo>
                  <a:cubicBezTo>
                    <a:pt x="172118" y="350363"/>
                    <a:pt x="170623" y="350589"/>
                    <a:pt x="169036" y="350861"/>
                  </a:cubicBezTo>
                  <a:cubicBezTo>
                    <a:pt x="168369" y="351091"/>
                    <a:pt x="168369" y="351091"/>
                    <a:pt x="167688" y="351326"/>
                  </a:cubicBezTo>
                  <a:cubicBezTo>
                    <a:pt x="167442" y="352063"/>
                    <a:pt x="167197" y="352799"/>
                    <a:pt x="166944" y="353558"/>
                  </a:cubicBezTo>
                  <a:cubicBezTo>
                    <a:pt x="166084" y="353528"/>
                    <a:pt x="165225" y="353497"/>
                    <a:pt x="164339" y="353465"/>
                  </a:cubicBezTo>
                  <a:cubicBezTo>
                    <a:pt x="163050" y="353511"/>
                    <a:pt x="163050" y="353511"/>
                    <a:pt x="161735" y="353558"/>
                  </a:cubicBezTo>
                  <a:cubicBezTo>
                    <a:pt x="161480" y="354797"/>
                    <a:pt x="161233" y="356038"/>
                    <a:pt x="160990" y="357279"/>
                  </a:cubicBezTo>
                  <a:cubicBezTo>
                    <a:pt x="159264" y="357587"/>
                    <a:pt x="157525" y="357836"/>
                    <a:pt x="155781" y="358023"/>
                  </a:cubicBezTo>
                  <a:cubicBezTo>
                    <a:pt x="155536" y="358760"/>
                    <a:pt x="155290" y="359497"/>
                    <a:pt x="155037" y="360256"/>
                  </a:cubicBezTo>
                  <a:cubicBezTo>
                    <a:pt x="153489" y="360779"/>
                    <a:pt x="151970" y="361007"/>
                    <a:pt x="150360" y="361279"/>
                  </a:cubicBezTo>
                  <a:cubicBezTo>
                    <a:pt x="149729" y="361509"/>
                    <a:pt x="149729" y="361509"/>
                    <a:pt x="149084" y="361744"/>
                  </a:cubicBezTo>
                  <a:cubicBezTo>
                    <a:pt x="149084" y="362481"/>
                    <a:pt x="149084" y="363217"/>
                    <a:pt x="149084" y="363976"/>
                  </a:cubicBezTo>
                  <a:cubicBezTo>
                    <a:pt x="147120" y="364222"/>
                    <a:pt x="145155" y="364467"/>
                    <a:pt x="143131" y="364720"/>
                  </a:cubicBezTo>
                  <a:cubicBezTo>
                    <a:pt x="143131" y="365457"/>
                    <a:pt x="143131" y="366194"/>
                    <a:pt x="143131" y="366953"/>
                  </a:cubicBezTo>
                  <a:cubicBezTo>
                    <a:pt x="141166" y="367198"/>
                    <a:pt x="139202" y="367444"/>
                    <a:pt x="137178" y="367697"/>
                  </a:cubicBezTo>
                  <a:cubicBezTo>
                    <a:pt x="137178" y="368679"/>
                    <a:pt x="137178" y="369662"/>
                    <a:pt x="137178" y="370674"/>
                  </a:cubicBezTo>
                  <a:cubicBezTo>
                    <a:pt x="136334" y="370735"/>
                    <a:pt x="135490" y="370796"/>
                    <a:pt x="134620" y="370860"/>
                  </a:cubicBezTo>
                  <a:cubicBezTo>
                    <a:pt x="133745" y="371044"/>
                    <a:pt x="132870" y="371228"/>
                    <a:pt x="131969" y="371418"/>
                  </a:cubicBezTo>
                  <a:cubicBezTo>
                    <a:pt x="131846" y="371909"/>
                    <a:pt x="131723" y="372400"/>
                    <a:pt x="131597" y="372906"/>
                  </a:cubicBezTo>
                  <a:cubicBezTo>
                    <a:pt x="131474" y="373397"/>
                    <a:pt x="131351" y="373888"/>
                    <a:pt x="131225" y="374394"/>
                  </a:cubicBezTo>
                  <a:cubicBezTo>
                    <a:pt x="129493" y="374673"/>
                    <a:pt x="127756" y="374921"/>
                    <a:pt x="126016" y="375138"/>
                  </a:cubicBezTo>
                  <a:cubicBezTo>
                    <a:pt x="125770" y="375875"/>
                    <a:pt x="125525" y="376612"/>
                    <a:pt x="125272" y="377371"/>
                  </a:cubicBezTo>
                  <a:cubicBezTo>
                    <a:pt x="124535" y="377478"/>
                    <a:pt x="123798" y="377586"/>
                    <a:pt x="123039" y="377696"/>
                  </a:cubicBezTo>
                  <a:cubicBezTo>
                    <a:pt x="122303" y="377835"/>
                    <a:pt x="121566" y="377973"/>
                    <a:pt x="120807" y="378115"/>
                  </a:cubicBezTo>
                  <a:cubicBezTo>
                    <a:pt x="120715" y="378606"/>
                    <a:pt x="120623" y="379097"/>
                    <a:pt x="120528" y="379603"/>
                  </a:cubicBezTo>
                  <a:cubicBezTo>
                    <a:pt x="120374" y="380094"/>
                    <a:pt x="120221" y="380586"/>
                    <a:pt x="120063" y="381092"/>
                  </a:cubicBezTo>
                  <a:cubicBezTo>
                    <a:pt x="118515" y="381419"/>
                    <a:pt x="117039" y="381512"/>
                    <a:pt x="115458" y="381560"/>
                  </a:cubicBezTo>
                  <a:cubicBezTo>
                    <a:pt x="114791" y="381696"/>
                    <a:pt x="114791" y="381696"/>
                    <a:pt x="114110" y="381836"/>
                  </a:cubicBezTo>
                  <a:cubicBezTo>
                    <a:pt x="113864" y="382572"/>
                    <a:pt x="113618" y="383309"/>
                    <a:pt x="113365" y="384068"/>
                  </a:cubicBezTo>
                  <a:cubicBezTo>
                    <a:pt x="112491" y="384314"/>
                    <a:pt x="111616" y="384559"/>
                    <a:pt x="110714" y="384812"/>
                  </a:cubicBezTo>
                  <a:cubicBezTo>
                    <a:pt x="109870" y="385058"/>
                    <a:pt x="109026" y="385303"/>
                    <a:pt x="108156" y="385556"/>
                  </a:cubicBezTo>
                  <a:cubicBezTo>
                    <a:pt x="108156" y="386293"/>
                    <a:pt x="108156" y="387030"/>
                    <a:pt x="108156" y="387789"/>
                  </a:cubicBezTo>
                  <a:cubicBezTo>
                    <a:pt x="107190" y="387712"/>
                    <a:pt x="106223" y="387635"/>
                    <a:pt x="105226" y="387556"/>
                  </a:cubicBezTo>
                  <a:cubicBezTo>
                    <a:pt x="103604" y="387490"/>
                    <a:pt x="103604" y="387490"/>
                    <a:pt x="102203" y="387789"/>
                  </a:cubicBezTo>
                  <a:cubicBezTo>
                    <a:pt x="101710" y="389637"/>
                    <a:pt x="101710" y="389637"/>
                    <a:pt x="101459" y="391509"/>
                  </a:cubicBezTo>
                  <a:cubicBezTo>
                    <a:pt x="99971" y="391541"/>
                    <a:pt x="98482" y="391540"/>
                    <a:pt x="96994" y="391509"/>
                  </a:cubicBezTo>
                  <a:cubicBezTo>
                    <a:pt x="96486" y="392495"/>
                    <a:pt x="95990" y="393488"/>
                    <a:pt x="95506" y="394486"/>
                  </a:cubicBezTo>
                  <a:cubicBezTo>
                    <a:pt x="94754" y="394609"/>
                    <a:pt x="94002" y="394732"/>
                    <a:pt x="93227" y="394858"/>
                  </a:cubicBezTo>
                  <a:cubicBezTo>
                    <a:pt x="92506" y="394981"/>
                    <a:pt x="91784" y="395104"/>
                    <a:pt x="91041" y="395230"/>
                  </a:cubicBezTo>
                  <a:cubicBezTo>
                    <a:pt x="90934" y="395721"/>
                    <a:pt x="90826" y="396212"/>
                    <a:pt x="90716" y="396718"/>
                  </a:cubicBezTo>
                  <a:cubicBezTo>
                    <a:pt x="90578" y="397210"/>
                    <a:pt x="90439" y="397701"/>
                    <a:pt x="90297" y="398207"/>
                  </a:cubicBezTo>
                  <a:cubicBezTo>
                    <a:pt x="88565" y="398485"/>
                    <a:pt x="86828" y="398733"/>
                    <a:pt x="85088" y="398951"/>
                  </a:cubicBezTo>
                  <a:cubicBezTo>
                    <a:pt x="84842" y="399688"/>
                    <a:pt x="84597" y="400424"/>
                    <a:pt x="84344" y="401183"/>
                  </a:cubicBezTo>
                  <a:cubicBezTo>
                    <a:pt x="83607" y="401291"/>
                    <a:pt x="82871" y="401398"/>
                    <a:pt x="82112" y="401509"/>
                  </a:cubicBezTo>
                  <a:cubicBezTo>
                    <a:pt x="81375" y="401647"/>
                    <a:pt x="80638" y="401785"/>
                    <a:pt x="79879" y="401927"/>
                  </a:cubicBezTo>
                  <a:cubicBezTo>
                    <a:pt x="79772" y="402419"/>
                    <a:pt x="79664" y="402910"/>
                    <a:pt x="79554" y="403416"/>
                  </a:cubicBezTo>
                  <a:cubicBezTo>
                    <a:pt x="79415" y="403907"/>
                    <a:pt x="79277" y="404398"/>
                    <a:pt x="79135" y="404904"/>
                  </a:cubicBezTo>
                  <a:cubicBezTo>
                    <a:pt x="77399" y="405156"/>
                    <a:pt x="75663" y="405404"/>
                    <a:pt x="73926" y="405648"/>
                  </a:cubicBezTo>
                  <a:cubicBezTo>
                    <a:pt x="73680" y="406139"/>
                    <a:pt x="73435" y="406630"/>
                    <a:pt x="73182" y="407136"/>
                  </a:cubicBezTo>
                  <a:cubicBezTo>
                    <a:pt x="72936" y="407628"/>
                    <a:pt x="72691" y="408119"/>
                    <a:pt x="72438" y="408625"/>
                  </a:cubicBezTo>
                  <a:cubicBezTo>
                    <a:pt x="70705" y="408898"/>
                    <a:pt x="68969" y="409147"/>
                    <a:pt x="67229" y="409369"/>
                  </a:cubicBezTo>
                  <a:cubicBezTo>
                    <a:pt x="66983" y="410106"/>
                    <a:pt x="66738" y="410842"/>
                    <a:pt x="66485" y="411601"/>
                  </a:cubicBezTo>
                  <a:cubicBezTo>
                    <a:pt x="63834" y="412113"/>
                    <a:pt x="63834" y="412113"/>
                    <a:pt x="61276" y="412345"/>
                  </a:cubicBezTo>
                  <a:cubicBezTo>
                    <a:pt x="61276" y="413328"/>
                    <a:pt x="61276" y="414310"/>
                    <a:pt x="61276" y="415322"/>
                  </a:cubicBezTo>
                  <a:cubicBezTo>
                    <a:pt x="60009" y="415437"/>
                    <a:pt x="60009" y="415437"/>
                    <a:pt x="58718" y="415555"/>
                  </a:cubicBezTo>
                  <a:cubicBezTo>
                    <a:pt x="57843" y="415723"/>
                    <a:pt x="56968" y="415892"/>
                    <a:pt x="56067" y="416066"/>
                  </a:cubicBezTo>
                  <a:cubicBezTo>
                    <a:pt x="55821" y="416803"/>
                    <a:pt x="55575" y="417540"/>
                    <a:pt x="55322" y="418299"/>
                  </a:cubicBezTo>
                  <a:cubicBezTo>
                    <a:pt x="52671" y="418810"/>
                    <a:pt x="52671" y="418810"/>
                    <a:pt x="50113" y="419043"/>
                  </a:cubicBezTo>
                  <a:cubicBezTo>
                    <a:pt x="50113" y="420025"/>
                    <a:pt x="50113" y="421007"/>
                    <a:pt x="50113" y="422019"/>
                  </a:cubicBezTo>
                  <a:cubicBezTo>
                    <a:pt x="48847" y="422111"/>
                    <a:pt x="48847" y="422111"/>
                    <a:pt x="47555" y="422205"/>
                  </a:cubicBezTo>
                  <a:cubicBezTo>
                    <a:pt x="46681" y="422389"/>
                    <a:pt x="45806" y="422574"/>
                    <a:pt x="44904" y="422763"/>
                  </a:cubicBezTo>
                  <a:cubicBezTo>
                    <a:pt x="44797" y="423270"/>
                    <a:pt x="44690" y="423776"/>
                    <a:pt x="44579" y="424298"/>
                  </a:cubicBezTo>
                  <a:cubicBezTo>
                    <a:pt x="44372" y="425012"/>
                    <a:pt x="44372" y="425012"/>
                    <a:pt x="44160" y="425740"/>
                  </a:cubicBezTo>
                  <a:cubicBezTo>
                    <a:pt x="42122" y="426033"/>
                    <a:pt x="40279" y="425871"/>
                    <a:pt x="38207" y="425740"/>
                  </a:cubicBezTo>
                  <a:cubicBezTo>
                    <a:pt x="38207" y="426722"/>
                    <a:pt x="38207" y="427704"/>
                    <a:pt x="38207" y="428717"/>
                  </a:cubicBezTo>
                  <a:cubicBezTo>
                    <a:pt x="37125" y="428809"/>
                    <a:pt x="37125" y="428809"/>
                    <a:pt x="36021" y="428903"/>
                  </a:cubicBezTo>
                  <a:cubicBezTo>
                    <a:pt x="35269" y="429087"/>
                    <a:pt x="34517" y="429271"/>
                    <a:pt x="33742" y="429461"/>
                  </a:cubicBezTo>
                  <a:cubicBezTo>
                    <a:pt x="33635" y="429952"/>
                    <a:pt x="33527" y="430443"/>
                    <a:pt x="33417" y="430949"/>
                  </a:cubicBezTo>
                  <a:cubicBezTo>
                    <a:pt x="33279" y="431440"/>
                    <a:pt x="33141" y="431931"/>
                    <a:pt x="32998" y="432437"/>
                  </a:cubicBezTo>
                  <a:cubicBezTo>
                    <a:pt x="31266" y="432716"/>
                    <a:pt x="29530" y="432964"/>
                    <a:pt x="27789" y="433181"/>
                  </a:cubicBezTo>
                  <a:cubicBezTo>
                    <a:pt x="27544" y="433918"/>
                    <a:pt x="27298" y="434655"/>
                    <a:pt x="27045" y="435414"/>
                  </a:cubicBezTo>
                  <a:cubicBezTo>
                    <a:pt x="26170" y="435659"/>
                    <a:pt x="25295" y="435905"/>
                    <a:pt x="24394" y="436158"/>
                  </a:cubicBezTo>
                  <a:cubicBezTo>
                    <a:pt x="23550" y="436403"/>
                    <a:pt x="22706" y="436649"/>
                    <a:pt x="21836" y="436902"/>
                  </a:cubicBezTo>
                  <a:cubicBezTo>
                    <a:pt x="21836" y="437639"/>
                    <a:pt x="21836" y="438375"/>
                    <a:pt x="21836" y="439134"/>
                  </a:cubicBezTo>
                  <a:cubicBezTo>
                    <a:pt x="20593" y="439227"/>
                    <a:pt x="20593" y="439227"/>
                    <a:pt x="19325" y="439321"/>
                  </a:cubicBezTo>
                  <a:cubicBezTo>
                    <a:pt x="18434" y="439505"/>
                    <a:pt x="17544" y="439689"/>
                    <a:pt x="16627" y="439879"/>
                  </a:cubicBezTo>
                  <a:cubicBezTo>
                    <a:pt x="16382" y="440370"/>
                    <a:pt x="16136" y="440861"/>
                    <a:pt x="15883" y="441367"/>
                  </a:cubicBezTo>
                  <a:cubicBezTo>
                    <a:pt x="15637" y="441858"/>
                    <a:pt x="15392" y="442349"/>
                    <a:pt x="15139" y="442855"/>
                  </a:cubicBezTo>
                  <a:cubicBezTo>
                    <a:pt x="13406" y="443129"/>
                    <a:pt x="11670" y="443378"/>
                    <a:pt x="9930" y="443599"/>
                  </a:cubicBezTo>
                  <a:cubicBezTo>
                    <a:pt x="9684" y="444336"/>
                    <a:pt x="9439" y="445073"/>
                    <a:pt x="9186" y="445832"/>
                  </a:cubicBezTo>
                  <a:cubicBezTo>
                    <a:pt x="6674" y="446669"/>
                    <a:pt x="6674" y="446669"/>
                    <a:pt x="3977" y="447320"/>
                  </a:cubicBezTo>
                  <a:cubicBezTo>
                    <a:pt x="3240" y="447566"/>
                    <a:pt x="2503" y="447811"/>
                    <a:pt x="1744" y="448064"/>
                  </a:cubicBezTo>
                  <a:cubicBezTo>
                    <a:pt x="821" y="446217"/>
                    <a:pt x="850" y="444869"/>
                    <a:pt x="814" y="442809"/>
                  </a:cubicBezTo>
                  <a:cubicBezTo>
                    <a:pt x="795" y="442140"/>
                    <a:pt x="776" y="441471"/>
                    <a:pt x="756" y="440783"/>
                  </a:cubicBezTo>
                  <a:cubicBezTo>
                    <a:pt x="837" y="440239"/>
                    <a:pt x="917" y="439695"/>
                    <a:pt x="1000" y="439134"/>
                  </a:cubicBezTo>
                  <a:cubicBezTo>
                    <a:pt x="1737" y="438889"/>
                    <a:pt x="2474" y="438643"/>
                    <a:pt x="3233" y="438390"/>
                  </a:cubicBezTo>
                  <a:cubicBezTo>
                    <a:pt x="3491" y="436904"/>
                    <a:pt x="3738" y="435415"/>
                    <a:pt x="3977" y="433925"/>
                  </a:cubicBezTo>
                  <a:cubicBezTo>
                    <a:pt x="4706" y="433167"/>
                    <a:pt x="5449" y="432420"/>
                    <a:pt x="6209" y="431693"/>
                  </a:cubicBezTo>
                  <a:cubicBezTo>
                    <a:pt x="6209" y="430711"/>
                    <a:pt x="6209" y="429729"/>
                    <a:pt x="6209" y="428717"/>
                  </a:cubicBezTo>
                  <a:cubicBezTo>
                    <a:pt x="6946" y="428471"/>
                    <a:pt x="7683" y="428225"/>
                    <a:pt x="8442" y="427972"/>
                  </a:cubicBezTo>
                  <a:cubicBezTo>
                    <a:pt x="8695" y="426485"/>
                    <a:pt x="8943" y="424997"/>
                    <a:pt x="9186" y="423508"/>
                  </a:cubicBezTo>
                  <a:cubicBezTo>
                    <a:pt x="9922" y="423016"/>
                    <a:pt x="10659" y="422525"/>
                    <a:pt x="11418" y="422019"/>
                  </a:cubicBezTo>
                  <a:cubicBezTo>
                    <a:pt x="11691" y="420535"/>
                    <a:pt x="11940" y="419047"/>
                    <a:pt x="12162" y="417554"/>
                  </a:cubicBezTo>
                  <a:cubicBezTo>
                    <a:pt x="12653" y="417309"/>
                    <a:pt x="13145" y="417063"/>
                    <a:pt x="13651" y="416810"/>
                  </a:cubicBezTo>
                  <a:cubicBezTo>
                    <a:pt x="13896" y="416074"/>
                    <a:pt x="14142" y="415337"/>
                    <a:pt x="14395" y="414578"/>
                  </a:cubicBezTo>
                  <a:cubicBezTo>
                    <a:pt x="15139" y="412345"/>
                    <a:pt x="15139" y="412345"/>
                    <a:pt x="16627" y="411601"/>
                  </a:cubicBezTo>
                  <a:cubicBezTo>
                    <a:pt x="16735" y="410880"/>
                    <a:pt x="16842" y="410159"/>
                    <a:pt x="16953" y="409415"/>
                  </a:cubicBezTo>
                  <a:cubicBezTo>
                    <a:pt x="17091" y="408663"/>
                    <a:pt x="17229" y="407911"/>
                    <a:pt x="17371" y="407136"/>
                  </a:cubicBezTo>
                  <a:cubicBezTo>
                    <a:pt x="18108" y="406645"/>
                    <a:pt x="18845" y="406154"/>
                    <a:pt x="19604" y="405648"/>
                  </a:cubicBezTo>
                  <a:cubicBezTo>
                    <a:pt x="19726" y="405004"/>
                    <a:pt x="19849" y="404359"/>
                    <a:pt x="19976" y="403695"/>
                  </a:cubicBezTo>
                  <a:cubicBezTo>
                    <a:pt x="20099" y="403112"/>
                    <a:pt x="20221" y="402528"/>
                    <a:pt x="20348" y="401927"/>
                  </a:cubicBezTo>
                  <a:cubicBezTo>
                    <a:pt x="21085" y="401927"/>
                    <a:pt x="21821" y="401927"/>
                    <a:pt x="22580" y="401927"/>
                  </a:cubicBezTo>
                  <a:cubicBezTo>
                    <a:pt x="22511" y="400891"/>
                    <a:pt x="22511" y="400891"/>
                    <a:pt x="22441" y="399835"/>
                  </a:cubicBezTo>
                  <a:cubicBezTo>
                    <a:pt x="22601" y="397112"/>
                    <a:pt x="22925" y="396967"/>
                    <a:pt x="24813" y="395230"/>
                  </a:cubicBezTo>
                  <a:cubicBezTo>
                    <a:pt x="24935" y="394586"/>
                    <a:pt x="25058" y="393941"/>
                    <a:pt x="25185" y="393277"/>
                  </a:cubicBezTo>
                  <a:cubicBezTo>
                    <a:pt x="25308" y="392694"/>
                    <a:pt x="25430" y="392110"/>
                    <a:pt x="25557" y="391509"/>
                  </a:cubicBezTo>
                  <a:cubicBezTo>
                    <a:pt x="26294" y="391264"/>
                    <a:pt x="27030" y="391018"/>
                    <a:pt x="27789" y="390765"/>
                  </a:cubicBezTo>
                  <a:cubicBezTo>
                    <a:pt x="28305" y="389035"/>
                    <a:pt x="28802" y="387299"/>
                    <a:pt x="29278" y="385556"/>
                  </a:cubicBezTo>
                  <a:cubicBezTo>
                    <a:pt x="29769" y="385556"/>
                    <a:pt x="30260" y="385556"/>
                    <a:pt x="30766" y="385556"/>
                  </a:cubicBezTo>
                  <a:cubicBezTo>
                    <a:pt x="31011" y="384820"/>
                    <a:pt x="31257" y="384083"/>
                    <a:pt x="31510" y="383324"/>
                  </a:cubicBezTo>
                  <a:cubicBezTo>
                    <a:pt x="31756" y="382587"/>
                    <a:pt x="32001" y="381851"/>
                    <a:pt x="32254" y="381092"/>
                  </a:cubicBezTo>
                  <a:cubicBezTo>
                    <a:pt x="32745" y="381092"/>
                    <a:pt x="33236" y="381092"/>
                    <a:pt x="33742" y="381092"/>
                  </a:cubicBezTo>
                  <a:cubicBezTo>
                    <a:pt x="33673" y="380009"/>
                    <a:pt x="33673" y="380009"/>
                    <a:pt x="33603" y="378906"/>
                  </a:cubicBezTo>
                  <a:cubicBezTo>
                    <a:pt x="33649" y="378154"/>
                    <a:pt x="33695" y="377402"/>
                    <a:pt x="33742" y="376627"/>
                  </a:cubicBezTo>
                  <a:cubicBezTo>
                    <a:pt x="34479" y="376381"/>
                    <a:pt x="35216" y="376136"/>
                    <a:pt x="35975" y="375883"/>
                  </a:cubicBezTo>
                  <a:cubicBezTo>
                    <a:pt x="36253" y="374400"/>
                    <a:pt x="36501" y="372911"/>
                    <a:pt x="36719" y="371418"/>
                  </a:cubicBezTo>
                  <a:cubicBezTo>
                    <a:pt x="37210" y="371172"/>
                    <a:pt x="37701" y="370927"/>
                    <a:pt x="38207" y="370674"/>
                  </a:cubicBezTo>
                  <a:cubicBezTo>
                    <a:pt x="38315" y="370075"/>
                    <a:pt x="38422" y="369476"/>
                    <a:pt x="38533" y="368860"/>
                  </a:cubicBezTo>
                  <a:cubicBezTo>
                    <a:pt x="38951" y="366953"/>
                    <a:pt x="38951" y="366953"/>
                    <a:pt x="41184" y="365465"/>
                  </a:cubicBezTo>
                  <a:cubicBezTo>
                    <a:pt x="41429" y="364835"/>
                    <a:pt x="41675" y="364206"/>
                    <a:pt x="41928" y="363558"/>
                  </a:cubicBezTo>
                  <a:cubicBezTo>
                    <a:pt x="42296" y="362660"/>
                    <a:pt x="42296" y="362660"/>
                    <a:pt x="42672" y="361744"/>
                  </a:cubicBezTo>
                  <a:cubicBezTo>
                    <a:pt x="43409" y="361498"/>
                    <a:pt x="44145" y="361253"/>
                    <a:pt x="44904" y="361000"/>
                  </a:cubicBezTo>
                  <a:cubicBezTo>
                    <a:pt x="45091" y="358736"/>
                    <a:pt x="45091" y="358736"/>
                    <a:pt x="44904" y="356535"/>
                  </a:cubicBezTo>
                  <a:cubicBezTo>
                    <a:pt x="45396" y="356535"/>
                    <a:pt x="45887" y="356535"/>
                    <a:pt x="46393" y="356535"/>
                  </a:cubicBezTo>
                  <a:cubicBezTo>
                    <a:pt x="46898" y="355050"/>
                    <a:pt x="47394" y="353561"/>
                    <a:pt x="47881" y="352070"/>
                  </a:cubicBezTo>
                  <a:cubicBezTo>
                    <a:pt x="48372" y="351824"/>
                    <a:pt x="48863" y="351579"/>
                    <a:pt x="49369" y="351326"/>
                  </a:cubicBezTo>
                  <a:cubicBezTo>
                    <a:pt x="49876" y="350090"/>
                    <a:pt x="50372" y="348850"/>
                    <a:pt x="50858" y="347605"/>
                  </a:cubicBezTo>
                  <a:cubicBezTo>
                    <a:pt x="51349" y="347114"/>
                    <a:pt x="51840" y="346623"/>
                    <a:pt x="52346" y="346117"/>
                  </a:cubicBezTo>
                  <a:cubicBezTo>
                    <a:pt x="52860" y="344884"/>
                    <a:pt x="53353" y="343642"/>
                    <a:pt x="53834" y="342396"/>
                  </a:cubicBezTo>
                  <a:cubicBezTo>
                    <a:pt x="55072" y="339705"/>
                    <a:pt x="56167" y="337734"/>
                    <a:pt x="58299" y="335699"/>
                  </a:cubicBezTo>
                  <a:cubicBezTo>
                    <a:pt x="58545" y="334962"/>
                    <a:pt x="58790" y="334226"/>
                    <a:pt x="59043" y="333467"/>
                  </a:cubicBezTo>
                  <a:cubicBezTo>
                    <a:pt x="59534" y="333221"/>
                    <a:pt x="60025" y="332975"/>
                    <a:pt x="60531" y="332722"/>
                  </a:cubicBezTo>
                  <a:cubicBezTo>
                    <a:pt x="60654" y="332108"/>
                    <a:pt x="60777" y="331495"/>
                    <a:pt x="60903" y="330862"/>
                  </a:cubicBezTo>
                  <a:cubicBezTo>
                    <a:pt x="61026" y="330248"/>
                    <a:pt x="61149" y="329634"/>
                    <a:pt x="61276" y="329002"/>
                  </a:cubicBezTo>
                  <a:cubicBezTo>
                    <a:pt x="61767" y="328756"/>
                    <a:pt x="62258" y="328511"/>
                    <a:pt x="62764" y="328258"/>
                  </a:cubicBezTo>
                  <a:cubicBezTo>
                    <a:pt x="63132" y="327505"/>
                    <a:pt x="63501" y="326753"/>
                    <a:pt x="63880" y="325979"/>
                  </a:cubicBezTo>
                  <a:cubicBezTo>
                    <a:pt x="64433" y="324897"/>
                    <a:pt x="64433" y="324897"/>
                    <a:pt x="64996" y="323793"/>
                  </a:cubicBezTo>
                  <a:cubicBezTo>
                    <a:pt x="65487" y="323793"/>
                    <a:pt x="65979" y="323793"/>
                    <a:pt x="66485" y="323793"/>
                  </a:cubicBezTo>
                  <a:cubicBezTo>
                    <a:pt x="66739" y="322554"/>
                    <a:pt x="66986" y="321313"/>
                    <a:pt x="67229" y="320072"/>
                  </a:cubicBezTo>
                  <a:cubicBezTo>
                    <a:pt x="67720" y="319826"/>
                    <a:pt x="68211" y="319581"/>
                    <a:pt x="68717" y="319328"/>
                  </a:cubicBezTo>
                  <a:cubicBezTo>
                    <a:pt x="68932" y="318668"/>
                    <a:pt x="69147" y="318008"/>
                    <a:pt x="69368" y="317328"/>
                  </a:cubicBezTo>
                  <a:cubicBezTo>
                    <a:pt x="70282" y="314638"/>
                    <a:pt x="71464" y="312653"/>
                    <a:pt x="73182" y="310398"/>
                  </a:cubicBezTo>
                  <a:cubicBezTo>
                    <a:pt x="73673" y="310398"/>
                    <a:pt x="74164" y="310398"/>
                    <a:pt x="74670" y="310398"/>
                  </a:cubicBezTo>
                  <a:cubicBezTo>
                    <a:pt x="74924" y="309159"/>
                    <a:pt x="75172" y="307919"/>
                    <a:pt x="75414" y="306677"/>
                  </a:cubicBezTo>
                  <a:cubicBezTo>
                    <a:pt x="75905" y="306432"/>
                    <a:pt x="76397" y="306186"/>
                    <a:pt x="76903" y="305933"/>
                  </a:cubicBezTo>
                  <a:cubicBezTo>
                    <a:pt x="77010" y="305458"/>
                    <a:pt x="77117" y="304982"/>
                    <a:pt x="77228" y="304492"/>
                  </a:cubicBezTo>
                  <a:cubicBezTo>
                    <a:pt x="77647" y="302957"/>
                    <a:pt x="77647" y="302957"/>
                    <a:pt x="79879" y="301468"/>
                  </a:cubicBezTo>
                  <a:cubicBezTo>
                    <a:pt x="80140" y="300480"/>
                    <a:pt x="80386" y="299487"/>
                    <a:pt x="80623" y="298492"/>
                  </a:cubicBezTo>
                  <a:cubicBezTo>
                    <a:pt x="81415" y="297207"/>
                    <a:pt x="82257" y="295952"/>
                    <a:pt x="83135" y="294725"/>
                  </a:cubicBezTo>
                  <a:cubicBezTo>
                    <a:pt x="83811" y="293768"/>
                    <a:pt x="83811" y="293768"/>
                    <a:pt x="84501" y="292792"/>
                  </a:cubicBezTo>
                  <a:cubicBezTo>
                    <a:pt x="85617" y="291332"/>
                    <a:pt x="86766" y="290106"/>
                    <a:pt x="88065" y="288818"/>
                  </a:cubicBezTo>
                  <a:cubicBezTo>
                    <a:pt x="88326" y="288281"/>
                    <a:pt x="88586" y="287744"/>
                    <a:pt x="88855" y="287190"/>
                  </a:cubicBezTo>
                  <a:cubicBezTo>
                    <a:pt x="89086" y="286745"/>
                    <a:pt x="89316" y="286300"/>
                    <a:pt x="89553" y="285842"/>
                  </a:cubicBezTo>
                  <a:cubicBezTo>
                    <a:pt x="90044" y="285842"/>
                    <a:pt x="90535" y="285842"/>
                    <a:pt x="91041" y="285842"/>
                  </a:cubicBezTo>
                  <a:cubicBezTo>
                    <a:pt x="91295" y="284603"/>
                    <a:pt x="91543" y="283362"/>
                    <a:pt x="91785" y="282121"/>
                  </a:cubicBezTo>
                  <a:cubicBezTo>
                    <a:pt x="92276" y="281875"/>
                    <a:pt x="92768" y="281630"/>
                    <a:pt x="93274" y="281377"/>
                  </a:cubicBezTo>
                  <a:cubicBezTo>
                    <a:pt x="93412" y="280525"/>
                    <a:pt x="93412" y="280525"/>
                    <a:pt x="93553" y="279656"/>
                  </a:cubicBezTo>
                  <a:cubicBezTo>
                    <a:pt x="94126" y="277191"/>
                    <a:pt x="95058" y="276263"/>
                    <a:pt x="96994" y="274679"/>
                  </a:cubicBezTo>
                  <a:cubicBezTo>
                    <a:pt x="97485" y="274679"/>
                    <a:pt x="97977" y="274679"/>
                    <a:pt x="98483" y="274679"/>
                  </a:cubicBezTo>
                  <a:cubicBezTo>
                    <a:pt x="98713" y="273866"/>
                    <a:pt x="98943" y="273053"/>
                    <a:pt x="99180" y="272214"/>
                  </a:cubicBezTo>
                  <a:cubicBezTo>
                    <a:pt x="99930" y="269613"/>
                    <a:pt x="100195" y="268845"/>
                    <a:pt x="102203" y="267238"/>
                  </a:cubicBezTo>
                  <a:cubicBezTo>
                    <a:pt x="104011" y="265647"/>
                    <a:pt x="104011" y="265647"/>
                    <a:pt x="104808" y="263424"/>
                  </a:cubicBezTo>
                  <a:cubicBezTo>
                    <a:pt x="104931" y="262964"/>
                    <a:pt x="105053" y="262503"/>
                    <a:pt x="105180" y="262029"/>
                  </a:cubicBezTo>
                  <a:cubicBezTo>
                    <a:pt x="105917" y="261783"/>
                    <a:pt x="106653" y="261538"/>
                    <a:pt x="107412" y="261285"/>
                  </a:cubicBezTo>
                  <a:cubicBezTo>
                    <a:pt x="107689" y="260300"/>
                    <a:pt x="107938" y="259307"/>
                    <a:pt x="108156" y="258308"/>
                  </a:cubicBezTo>
                  <a:cubicBezTo>
                    <a:pt x="108648" y="258063"/>
                    <a:pt x="109139" y="257817"/>
                    <a:pt x="109645" y="257564"/>
                  </a:cubicBezTo>
                  <a:cubicBezTo>
                    <a:pt x="109752" y="257073"/>
                    <a:pt x="109860" y="256582"/>
                    <a:pt x="109970" y="256076"/>
                  </a:cubicBezTo>
                  <a:cubicBezTo>
                    <a:pt x="110108" y="255585"/>
                    <a:pt x="110247" y="255094"/>
                    <a:pt x="110389" y="254588"/>
                  </a:cubicBezTo>
                  <a:cubicBezTo>
                    <a:pt x="111126" y="254342"/>
                    <a:pt x="111862" y="254096"/>
                    <a:pt x="112621" y="253843"/>
                  </a:cubicBezTo>
                  <a:cubicBezTo>
                    <a:pt x="112867" y="253107"/>
                    <a:pt x="113112" y="252370"/>
                    <a:pt x="113365" y="251611"/>
                  </a:cubicBezTo>
                  <a:cubicBezTo>
                    <a:pt x="113857" y="251366"/>
                    <a:pt x="114348" y="251120"/>
                    <a:pt x="114854" y="250867"/>
                  </a:cubicBezTo>
                  <a:cubicBezTo>
                    <a:pt x="114969" y="250038"/>
                    <a:pt x="114969" y="250038"/>
                    <a:pt x="115086" y="249193"/>
                  </a:cubicBezTo>
                  <a:cubicBezTo>
                    <a:pt x="115778" y="246426"/>
                    <a:pt x="117182" y="245250"/>
                    <a:pt x="119319" y="243426"/>
                  </a:cubicBezTo>
                  <a:cubicBezTo>
                    <a:pt x="119810" y="243426"/>
                    <a:pt x="120301" y="243426"/>
                    <a:pt x="120807" y="243426"/>
                  </a:cubicBezTo>
                  <a:cubicBezTo>
                    <a:pt x="120930" y="242934"/>
                    <a:pt x="121052" y="242443"/>
                    <a:pt x="121179" y="241937"/>
                  </a:cubicBezTo>
                  <a:cubicBezTo>
                    <a:pt x="121302" y="241446"/>
                    <a:pt x="121424" y="240955"/>
                    <a:pt x="121551" y="240449"/>
                  </a:cubicBezTo>
                  <a:cubicBezTo>
                    <a:pt x="122042" y="240449"/>
                    <a:pt x="122533" y="240449"/>
                    <a:pt x="123039" y="240449"/>
                  </a:cubicBezTo>
                  <a:cubicBezTo>
                    <a:pt x="123285" y="239835"/>
                    <a:pt x="123530" y="239221"/>
                    <a:pt x="123783" y="238589"/>
                  </a:cubicBezTo>
                  <a:cubicBezTo>
                    <a:pt x="124029" y="237975"/>
                    <a:pt x="124274" y="237361"/>
                    <a:pt x="124528" y="236728"/>
                  </a:cubicBezTo>
                  <a:cubicBezTo>
                    <a:pt x="125019" y="236728"/>
                    <a:pt x="125510" y="236728"/>
                    <a:pt x="126016" y="236728"/>
                  </a:cubicBezTo>
                  <a:cubicBezTo>
                    <a:pt x="126271" y="235738"/>
                    <a:pt x="126519" y="234746"/>
                    <a:pt x="126760" y="233752"/>
                  </a:cubicBezTo>
                  <a:cubicBezTo>
                    <a:pt x="127251" y="233506"/>
                    <a:pt x="127742" y="233261"/>
                    <a:pt x="128248" y="233008"/>
                  </a:cubicBezTo>
                  <a:cubicBezTo>
                    <a:pt x="128494" y="232501"/>
                    <a:pt x="128739" y="231995"/>
                    <a:pt x="128992" y="231473"/>
                  </a:cubicBezTo>
                  <a:cubicBezTo>
                    <a:pt x="129238" y="230997"/>
                    <a:pt x="129483" y="230521"/>
                    <a:pt x="129737" y="230031"/>
                  </a:cubicBezTo>
                  <a:cubicBezTo>
                    <a:pt x="130228" y="230031"/>
                    <a:pt x="130719" y="230031"/>
                    <a:pt x="131225" y="230031"/>
                  </a:cubicBezTo>
                  <a:cubicBezTo>
                    <a:pt x="131332" y="229586"/>
                    <a:pt x="131440" y="229141"/>
                    <a:pt x="131550" y="228682"/>
                  </a:cubicBezTo>
                  <a:cubicBezTo>
                    <a:pt x="132049" y="226742"/>
                    <a:pt x="132720" y="226133"/>
                    <a:pt x="134201" y="224822"/>
                  </a:cubicBezTo>
                  <a:cubicBezTo>
                    <a:pt x="135912" y="223243"/>
                    <a:pt x="136413" y="222652"/>
                    <a:pt x="137178" y="220357"/>
                  </a:cubicBezTo>
                  <a:cubicBezTo>
                    <a:pt x="137915" y="219866"/>
                    <a:pt x="138651" y="219375"/>
                    <a:pt x="139410" y="218869"/>
                  </a:cubicBezTo>
                  <a:cubicBezTo>
                    <a:pt x="139656" y="218132"/>
                    <a:pt x="139901" y="217395"/>
                    <a:pt x="140154" y="216636"/>
                  </a:cubicBezTo>
                  <a:cubicBezTo>
                    <a:pt x="141390" y="215392"/>
                    <a:pt x="142631" y="214152"/>
                    <a:pt x="143875" y="212916"/>
                  </a:cubicBezTo>
                  <a:cubicBezTo>
                    <a:pt x="145523" y="210834"/>
                    <a:pt x="147063" y="208669"/>
                    <a:pt x="148591" y="206499"/>
                  </a:cubicBezTo>
                  <a:cubicBezTo>
                    <a:pt x="149529" y="205227"/>
                    <a:pt x="149529" y="205227"/>
                    <a:pt x="151317" y="203242"/>
                  </a:cubicBezTo>
                  <a:cubicBezTo>
                    <a:pt x="152299" y="203242"/>
                    <a:pt x="153281" y="203242"/>
                    <a:pt x="154293" y="203242"/>
                  </a:cubicBezTo>
                  <a:cubicBezTo>
                    <a:pt x="154293" y="202260"/>
                    <a:pt x="154293" y="201277"/>
                    <a:pt x="154293" y="200265"/>
                  </a:cubicBezTo>
                  <a:cubicBezTo>
                    <a:pt x="155030" y="200265"/>
                    <a:pt x="155767" y="200265"/>
                    <a:pt x="156526" y="200265"/>
                  </a:cubicBezTo>
                  <a:cubicBezTo>
                    <a:pt x="156526" y="199038"/>
                    <a:pt x="156526" y="197810"/>
                    <a:pt x="156526" y="196545"/>
                  </a:cubicBezTo>
                  <a:cubicBezTo>
                    <a:pt x="157508" y="196545"/>
                    <a:pt x="158490" y="196545"/>
                    <a:pt x="159502" y="196545"/>
                  </a:cubicBezTo>
                  <a:cubicBezTo>
                    <a:pt x="159502" y="195562"/>
                    <a:pt x="159502" y="194580"/>
                    <a:pt x="159502" y="193568"/>
                  </a:cubicBezTo>
                  <a:cubicBezTo>
                    <a:pt x="160484" y="193568"/>
                    <a:pt x="161467" y="193568"/>
                    <a:pt x="162479" y="193568"/>
                  </a:cubicBezTo>
                  <a:cubicBezTo>
                    <a:pt x="162918" y="192120"/>
                    <a:pt x="162918" y="192120"/>
                    <a:pt x="163223" y="190592"/>
                  </a:cubicBezTo>
                  <a:cubicBezTo>
                    <a:pt x="163960" y="190346"/>
                    <a:pt x="164696" y="190100"/>
                    <a:pt x="165455" y="189847"/>
                  </a:cubicBezTo>
                  <a:cubicBezTo>
                    <a:pt x="165732" y="188863"/>
                    <a:pt x="165981" y="187870"/>
                    <a:pt x="166199" y="186871"/>
                  </a:cubicBezTo>
                  <a:cubicBezTo>
                    <a:pt x="166691" y="186625"/>
                    <a:pt x="167182" y="186380"/>
                    <a:pt x="167688" y="186127"/>
                  </a:cubicBezTo>
                  <a:cubicBezTo>
                    <a:pt x="167903" y="185651"/>
                    <a:pt x="168117" y="185175"/>
                    <a:pt x="168339" y="184685"/>
                  </a:cubicBezTo>
                  <a:cubicBezTo>
                    <a:pt x="169176" y="183150"/>
                    <a:pt x="169176" y="183150"/>
                    <a:pt x="170571" y="182546"/>
                  </a:cubicBezTo>
                  <a:cubicBezTo>
                    <a:pt x="172402" y="181522"/>
                    <a:pt x="172698" y="180838"/>
                    <a:pt x="173641" y="179011"/>
                  </a:cubicBezTo>
                  <a:cubicBezTo>
                    <a:pt x="175129" y="176453"/>
                    <a:pt x="175129" y="176453"/>
                    <a:pt x="176757" y="175895"/>
                  </a:cubicBezTo>
                  <a:cubicBezTo>
                    <a:pt x="177202" y="175833"/>
                    <a:pt x="177647" y="175772"/>
                    <a:pt x="178106" y="175709"/>
                  </a:cubicBezTo>
                  <a:cubicBezTo>
                    <a:pt x="178351" y="174972"/>
                    <a:pt x="178597" y="174235"/>
                    <a:pt x="178850" y="173476"/>
                  </a:cubicBezTo>
                  <a:cubicBezTo>
                    <a:pt x="179586" y="173315"/>
                    <a:pt x="179586" y="173315"/>
                    <a:pt x="180338" y="173151"/>
                  </a:cubicBezTo>
                  <a:cubicBezTo>
                    <a:pt x="180829" y="173013"/>
                    <a:pt x="181320" y="172874"/>
                    <a:pt x="181826" y="172732"/>
                  </a:cubicBezTo>
                  <a:cubicBezTo>
                    <a:pt x="182319" y="171258"/>
                    <a:pt x="182319" y="171258"/>
                    <a:pt x="182570" y="169756"/>
                  </a:cubicBezTo>
                  <a:cubicBezTo>
                    <a:pt x="183062" y="169510"/>
                    <a:pt x="183553" y="169264"/>
                    <a:pt x="184059" y="169011"/>
                  </a:cubicBezTo>
                  <a:cubicBezTo>
                    <a:pt x="184274" y="168520"/>
                    <a:pt x="184489" y="168029"/>
                    <a:pt x="184710" y="167523"/>
                  </a:cubicBezTo>
                  <a:cubicBezTo>
                    <a:pt x="185124" y="166786"/>
                    <a:pt x="185124" y="166786"/>
                    <a:pt x="185547" y="166035"/>
                  </a:cubicBezTo>
                  <a:cubicBezTo>
                    <a:pt x="186054" y="165912"/>
                    <a:pt x="186560" y="165789"/>
                    <a:pt x="187082" y="165663"/>
                  </a:cubicBezTo>
                  <a:cubicBezTo>
                    <a:pt x="187558" y="165540"/>
                    <a:pt x="188033" y="165417"/>
                    <a:pt x="188524" y="165291"/>
                  </a:cubicBezTo>
                  <a:cubicBezTo>
                    <a:pt x="188646" y="164784"/>
                    <a:pt x="188769" y="164278"/>
                    <a:pt x="188896" y="163756"/>
                  </a:cubicBezTo>
                  <a:cubicBezTo>
                    <a:pt x="189018" y="163280"/>
                    <a:pt x="189141" y="162804"/>
                    <a:pt x="189268" y="162314"/>
                  </a:cubicBezTo>
                  <a:cubicBezTo>
                    <a:pt x="190250" y="162314"/>
                    <a:pt x="191232" y="162314"/>
                    <a:pt x="192244" y="162314"/>
                  </a:cubicBezTo>
                  <a:cubicBezTo>
                    <a:pt x="192244" y="161332"/>
                    <a:pt x="192244" y="160350"/>
                    <a:pt x="192244" y="159338"/>
                  </a:cubicBezTo>
                  <a:cubicBezTo>
                    <a:pt x="193227" y="159338"/>
                    <a:pt x="194209" y="159338"/>
                    <a:pt x="195221" y="159338"/>
                  </a:cubicBezTo>
                  <a:cubicBezTo>
                    <a:pt x="196091" y="157534"/>
                    <a:pt x="196091" y="157534"/>
                    <a:pt x="196709" y="155617"/>
                  </a:cubicBezTo>
                  <a:cubicBezTo>
                    <a:pt x="197200" y="155371"/>
                    <a:pt x="197691" y="155126"/>
                    <a:pt x="198197" y="154873"/>
                  </a:cubicBezTo>
                  <a:cubicBezTo>
                    <a:pt x="198443" y="154136"/>
                    <a:pt x="198689" y="153399"/>
                    <a:pt x="198942" y="152640"/>
                  </a:cubicBezTo>
                  <a:cubicBezTo>
                    <a:pt x="199571" y="152533"/>
                    <a:pt x="200200" y="152425"/>
                    <a:pt x="200848" y="152315"/>
                  </a:cubicBezTo>
                  <a:cubicBezTo>
                    <a:pt x="201447" y="152177"/>
                    <a:pt x="202046" y="152039"/>
                    <a:pt x="202662" y="151896"/>
                  </a:cubicBezTo>
                  <a:cubicBezTo>
                    <a:pt x="202662" y="150914"/>
                    <a:pt x="202662" y="149932"/>
                    <a:pt x="202662" y="148920"/>
                  </a:cubicBezTo>
                  <a:cubicBezTo>
                    <a:pt x="203261" y="148981"/>
                    <a:pt x="203859" y="149042"/>
                    <a:pt x="204476" y="149106"/>
                  </a:cubicBezTo>
                  <a:cubicBezTo>
                    <a:pt x="205105" y="149044"/>
                    <a:pt x="205735" y="148983"/>
                    <a:pt x="206383" y="148920"/>
                  </a:cubicBezTo>
                  <a:cubicBezTo>
                    <a:pt x="206890" y="147512"/>
                    <a:pt x="206890" y="147512"/>
                    <a:pt x="207127" y="145943"/>
                  </a:cubicBezTo>
                  <a:cubicBezTo>
                    <a:pt x="208232" y="145206"/>
                    <a:pt x="208232" y="145206"/>
                    <a:pt x="209360" y="144455"/>
                  </a:cubicBezTo>
                  <a:cubicBezTo>
                    <a:pt x="209605" y="143718"/>
                    <a:pt x="209851" y="142981"/>
                    <a:pt x="210104" y="142222"/>
                  </a:cubicBezTo>
                  <a:cubicBezTo>
                    <a:pt x="211344" y="141726"/>
                    <a:pt x="212584" y="141230"/>
                    <a:pt x="213824" y="140734"/>
                  </a:cubicBezTo>
                  <a:cubicBezTo>
                    <a:pt x="214070" y="139997"/>
                    <a:pt x="214316" y="139261"/>
                    <a:pt x="214569" y="138502"/>
                  </a:cubicBezTo>
                  <a:cubicBezTo>
                    <a:pt x="215551" y="138502"/>
                    <a:pt x="216533" y="138502"/>
                    <a:pt x="217545" y="138502"/>
                  </a:cubicBezTo>
                  <a:cubicBezTo>
                    <a:pt x="217653" y="138026"/>
                    <a:pt x="217760" y="137550"/>
                    <a:pt x="217871" y="137060"/>
                  </a:cubicBezTo>
                  <a:cubicBezTo>
                    <a:pt x="218009" y="136553"/>
                    <a:pt x="218147" y="136047"/>
                    <a:pt x="218289" y="135525"/>
                  </a:cubicBezTo>
                  <a:cubicBezTo>
                    <a:pt x="218918" y="135402"/>
                    <a:pt x="219548" y="135280"/>
                    <a:pt x="220196" y="135153"/>
                  </a:cubicBezTo>
                  <a:cubicBezTo>
                    <a:pt x="220795" y="135030"/>
                    <a:pt x="221393" y="134908"/>
                    <a:pt x="222010" y="134781"/>
                  </a:cubicBezTo>
                  <a:cubicBezTo>
                    <a:pt x="222010" y="133799"/>
                    <a:pt x="222010" y="132816"/>
                    <a:pt x="222010" y="131804"/>
                  </a:cubicBezTo>
                  <a:cubicBezTo>
                    <a:pt x="223452" y="131386"/>
                    <a:pt x="223452" y="131386"/>
                    <a:pt x="224987" y="131060"/>
                  </a:cubicBezTo>
                  <a:cubicBezTo>
                    <a:pt x="225232" y="130324"/>
                    <a:pt x="225478" y="129587"/>
                    <a:pt x="225731" y="128828"/>
                  </a:cubicBezTo>
                  <a:cubicBezTo>
                    <a:pt x="226971" y="128332"/>
                    <a:pt x="228211" y="127836"/>
                    <a:pt x="229451" y="127340"/>
                  </a:cubicBezTo>
                  <a:cubicBezTo>
                    <a:pt x="229697" y="126603"/>
                    <a:pt x="229942" y="125866"/>
                    <a:pt x="230195" y="125107"/>
                  </a:cubicBezTo>
                  <a:cubicBezTo>
                    <a:pt x="231436" y="124611"/>
                    <a:pt x="232676" y="124115"/>
                    <a:pt x="233916" y="123619"/>
                  </a:cubicBezTo>
                  <a:cubicBezTo>
                    <a:pt x="234162" y="122882"/>
                    <a:pt x="234407" y="122145"/>
                    <a:pt x="234660" y="121386"/>
                  </a:cubicBezTo>
                  <a:cubicBezTo>
                    <a:pt x="235901" y="121138"/>
                    <a:pt x="237141" y="120890"/>
                    <a:pt x="238381" y="120642"/>
                  </a:cubicBezTo>
                  <a:cubicBezTo>
                    <a:pt x="238627" y="119906"/>
                    <a:pt x="238872" y="119169"/>
                    <a:pt x="239125" y="118410"/>
                  </a:cubicBezTo>
                  <a:cubicBezTo>
                    <a:pt x="240117" y="117914"/>
                    <a:pt x="241110" y="117418"/>
                    <a:pt x="242102" y="116922"/>
                  </a:cubicBezTo>
                  <a:cubicBezTo>
                    <a:pt x="242347" y="116185"/>
                    <a:pt x="242593" y="115448"/>
                    <a:pt x="242846" y="114689"/>
                  </a:cubicBezTo>
                  <a:cubicBezTo>
                    <a:pt x="243583" y="114720"/>
                    <a:pt x="244319" y="114751"/>
                    <a:pt x="245078" y="114782"/>
                  </a:cubicBezTo>
                  <a:cubicBezTo>
                    <a:pt x="245815" y="114752"/>
                    <a:pt x="246552" y="114721"/>
                    <a:pt x="247311" y="114689"/>
                  </a:cubicBezTo>
                  <a:cubicBezTo>
                    <a:pt x="247434" y="114075"/>
                    <a:pt x="247556" y="113461"/>
                    <a:pt x="247683" y="112829"/>
                  </a:cubicBezTo>
                  <a:cubicBezTo>
                    <a:pt x="247806" y="112215"/>
                    <a:pt x="247928" y="111601"/>
                    <a:pt x="248055" y="110969"/>
                  </a:cubicBezTo>
                  <a:cubicBezTo>
                    <a:pt x="250334" y="110736"/>
                    <a:pt x="250334" y="110736"/>
                    <a:pt x="252520" y="110969"/>
                  </a:cubicBezTo>
                  <a:cubicBezTo>
                    <a:pt x="252520" y="109986"/>
                    <a:pt x="252520" y="109004"/>
                    <a:pt x="252520" y="107992"/>
                  </a:cubicBezTo>
                  <a:cubicBezTo>
                    <a:pt x="253510" y="107736"/>
                    <a:pt x="254502" y="107489"/>
                    <a:pt x="255496" y="107248"/>
                  </a:cubicBezTo>
                  <a:cubicBezTo>
                    <a:pt x="255588" y="106757"/>
                    <a:pt x="255680" y="106266"/>
                    <a:pt x="255775" y="105760"/>
                  </a:cubicBezTo>
                  <a:cubicBezTo>
                    <a:pt x="256006" y="105023"/>
                    <a:pt x="256006" y="105023"/>
                    <a:pt x="256240" y="104271"/>
                  </a:cubicBezTo>
                  <a:cubicBezTo>
                    <a:pt x="257723" y="103993"/>
                    <a:pt x="259212" y="103745"/>
                    <a:pt x="260705" y="103527"/>
                  </a:cubicBezTo>
                  <a:cubicBezTo>
                    <a:pt x="260951" y="102790"/>
                    <a:pt x="261196" y="102054"/>
                    <a:pt x="261449" y="101295"/>
                  </a:cubicBezTo>
                  <a:cubicBezTo>
                    <a:pt x="262554" y="101134"/>
                    <a:pt x="262554" y="101134"/>
                    <a:pt x="263682" y="100969"/>
                  </a:cubicBezTo>
                  <a:cubicBezTo>
                    <a:pt x="264419" y="100831"/>
                    <a:pt x="265155" y="100693"/>
                    <a:pt x="265914" y="100551"/>
                  </a:cubicBezTo>
                  <a:cubicBezTo>
                    <a:pt x="266037" y="100059"/>
                    <a:pt x="266160" y="99568"/>
                    <a:pt x="266286" y="99062"/>
                  </a:cubicBezTo>
                  <a:cubicBezTo>
                    <a:pt x="266409" y="98571"/>
                    <a:pt x="266532" y="98080"/>
                    <a:pt x="266658" y="97574"/>
                  </a:cubicBezTo>
                  <a:cubicBezTo>
                    <a:pt x="268141" y="97296"/>
                    <a:pt x="269630" y="97048"/>
                    <a:pt x="271123" y="96830"/>
                  </a:cubicBezTo>
                  <a:cubicBezTo>
                    <a:pt x="271369" y="96093"/>
                    <a:pt x="271614" y="95356"/>
                    <a:pt x="271867" y="94597"/>
                  </a:cubicBezTo>
                  <a:cubicBezTo>
                    <a:pt x="274146" y="94086"/>
                    <a:pt x="274146" y="94086"/>
                    <a:pt x="276332" y="93853"/>
                  </a:cubicBezTo>
                  <a:cubicBezTo>
                    <a:pt x="276332" y="92871"/>
                    <a:pt x="276332" y="91889"/>
                    <a:pt x="276332" y="90877"/>
                  </a:cubicBezTo>
                  <a:cubicBezTo>
                    <a:pt x="278297" y="90631"/>
                    <a:pt x="280261" y="90386"/>
                    <a:pt x="282285" y="90133"/>
                  </a:cubicBezTo>
                  <a:cubicBezTo>
                    <a:pt x="282285" y="89150"/>
                    <a:pt x="282285" y="88168"/>
                    <a:pt x="282285" y="87156"/>
                  </a:cubicBezTo>
                  <a:cubicBezTo>
                    <a:pt x="283007" y="87079"/>
                    <a:pt x="283728" y="87003"/>
                    <a:pt x="284471" y="86923"/>
                  </a:cubicBezTo>
                  <a:cubicBezTo>
                    <a:pt x="285223" y="86755"/>
                    <a:pt x="285975" y="86586"/>
                    <a:pt x="286750" y="86412"/>
                  </a:cubicBezTo>
                  <a:cubicBezTo>
                    <a:pt x="286996" y="85675"/>
                    <a:pt x="287241" y="84938"/>
                    <a:pt x="287494" y="84179"/>
                  </a:cubicBezTo>
                  <a:cubicBezTo>
                    <a:pt x="289231" y="83683"/>
                    <a:pt x="290967" y="83187"/>
                    <a:pt x="292703" y="82691"/>
                  </a:cubicBezTo>
                  <a:cubicBezTo>
                    <a:pt x="292949" y="81954"/>
                    <a:pt x="293194" y="81218"/>
                    <a:pt x="293447" y="80459"/>
                  </a:cubicBezTo>
                  <a:cubicBezTo>
                    <a:pt x="294714" y="80298"/>
                    <a:pt x="294714" y="80298"/>
                    <a:pt x="296005" y="80133"/>
                  </a:cubicBezTo>
                  <a:cubicBezTo>
                    <a:pt x="296880" y="79995"/>
                    <a:pt x="297755" y="79857"/>
                    <a:pt x="298656" y="79715"/>
                  </a:cubicBezTo>
                  <a:cubicBezTo>
                    <a:pt x="299164" y="78728"/>
                    <a:pt x="299662" y="77737"/>
                    <a:pt x="300145" y="76738"/>
                  </a:cubicBezTo>
                  <a:cubicBezTo>
                    <a:pt x="302470" y="76552"/>
                    <a:pt x="302470" y="76552"/>
                    <a:pt x="304610" y="76738"/>
                  </a:cubicBezTo>
                  <a:cubicBezTo>
                    <a:pt x="304610" y="75756"/>
                    <a:pt x="304610" y="74774"/>
                    <a:pt x="304610" y="73761"/>
                  </a:cubicBezTo>
                  <a:cubicBezTo>
                    <a:pt x="305454" y="73700"/>
                    <a:pt x="306298" y="73639"/>
                    <a:pt x="307168" y="73575"/>
                  </a:cubicBezTo>
                  <a:cubicBezTo>
                    <a:pt x="308042" y="73391"/>
                    <a:pt x="308917" y="73207"/>
                    <a:pt x="309819" y="73017"/>
                  </a:cubicBezTo>
                  <a:cubicBezTo>
                    <a:pt x="309927" y="72523"/>
                    <a:pt x="310035" y="72029"/>
                    <a:pt x="310147" y="71520"/>
                  </a:cubicBezTo>
                  <a:cubicBezTo>
                    <a:pt x="310353" y="70788"/>
                    <a:pt x="310353" y="70788"/>
                    <a:pt x="310563" y="70041"/>
                  </a:cubicBezTo>
                  <a:cubicBezTo>
                    <a:pt x="312074" y="69666"/>
                    <a:pt x="312074" y="69666"/>
                    <a:pt x="313911" y="69622"/>
                  </a:cubicBezTo>
                  <a:cubicBezTo>
                    <a:pt x="315703" y="69621"/>
                    <a:pt x="315703" y="69621"/>
                    <a:pt x="317260" y="69297"/>
                  </a:cubicBezTo>
                  <a:cubicBezTo>
                    <a:pt x="317506" y="68560"/>
                    <a:pt x="317751" y="67823"/>
                    <a:pt x="318004" y="67064"/>
                  </a:cubicBezTo>
                  <a:cubicBezTo>
                    <a:pt x="319379" y="66683"/>
                    <a:pt x="319379" y="66683"/>
                    <a:pt x="321027" y="66553"/>
                  </a:cubicBezTo>
                  <a:cubicBezTo>
                    <a:pt x="321994" y="66476"/>
                    <a:pt x="322961" y="66399"/>
                    <a:pt x="323957" y="66320"/>
                  </a:cubicBezTo>
                  <a:cubicBezTo>
                    <a:pt x="323957" y="65338"/>
                    <a:pt x="323957" y="64356"/>
                    <a:pt x="323957" y="63344"/>
                  </a:cubicBezTo>
                  <a:cubicBezTo>
                    <a:pt x="324924" y="63420"/>
                    <a:pt x="325891" y="63497"/>
                    <a:pt x="326887" y="63576"/>
                  </a:cubicBezTo>
                  <a:cubicBezTo>
                    <a:pt x="328516" y="63643"/>
                    <a:pt x="328516" y="63643"/>
                    <a:pt x="329910" y="63344"/>
                  </a:cubicBezTo>
                  <a:cubicBezTo>
                    <a:pt x="330018" y="62730"/>
                    <a:pt x="330125" y="62116"/>
                    <a:pt x="330236" y="61483"/>
                  </a:cubicBezTo>
                  <a:cubicBezTo>
                    <a:pt x="330374" y="60869"/>
                    <a:pt x="330512" y="60255"/>
                    <a:pt x="330654" y="59623"/>
                  </a:cubicBezTo>
                  <a:cubicBezTo>
                    <a:pt x="332906" y="59256"/>
                    <a:pt x="335088" y="59417"/>
                    <a:pt x="337352" y="59623"/>
                  </a:cubicBezTo>
                  <a:cubicBezTo>
                    <a:pt x="337352" y="58641"/>
                    <a:pt x="337352" y="57658"/>
                    <a:pt x="337352" y="56646"/>
                  </a:cubicBezTo>
                  <a:cubicBezTo>
                    <a:pt x="338980" y="56108"/>
                    <a:pt x="338980" y="56108"/>
                    <a:pt x="341072" y="55856"/>
                  </a:cubicBezTo>
                  <a:cubicBezTo>
                    <a:pt x="343105" y="55654"/>
                    <a:pt x="343105" y="55654"/>
                    <a:pt x="344793" y="55158"/>
                  </a:cubicBezTo>
                  <a:cubicBezTo>
                    <a:pt x="344793" y="54421"/>
                    <a:pt x="344793" y="53685"/>
                    <a:pt x="344793" y="52926"/>
                  </a:cubicBezTo>
                  <a:cubicBezTo>
                    <a:pt x="345268" y="52960"/>
                    <a:pt x="345743" y="52995"/>
                    <a:pt x="346232" y="53030"/>
                  </a:cubicBezTo>
                  <a:cubicBezTo>
                    <a:pt x="346847" y="53057"/>
                    <a:pt x="347462" y="53084"/>
                    <a:pt x="348095" y="53112"/>
                  </a:cubicBezTo>
                  <a:cubicBezTo>
                    <a:pt x="348708" y="53146"/>
                    <a:pt x="349321" y="53181"/>
                    <a:pt x="349953" y="53216"/>
                  </a:cubicBezTo>
                  <a:cubicBezTo>
                    <a:pt x="350460" y="53120"/>
                    <a:pt x="350968" y="53024"/>
                    <a:pt x="351490" y="52926"/>
                  </a:cubicBezTo>
                  <a:cubicBezTo>
                    <a:pt x="351744" y="51935"/>
                    <a:pt x="351992" y="50943"/>
                    <a:pt x="352235" y="49949"/>
                  </a:cubicBezTo>
                  <a:cubicBezTo>
                    <a:pt x="353720" y="49600"/>
                    <a:pt x="353720" y="49600"/>
                    <a:pt x="355537" y="49577"/>
                  </a:cubicBezTo>
                  <a:cubicBezTo>
                    <a:pt x="357323" y="49615"/>
                    <a:pt x="357323" y="49615"/>
                    <a:pt x="358932" y="49205"/>
                  </a:cubicBezTo>
                  <a:cubicBezTo>
                    <a:pt x="359429" y="48213"/>
                    <a:pt x="359926" y="47221"/>
                    <a:pt x="360420" y="46228"/>
                  </a:cubicBezTo>
                  <a:cubicBezTo>
                    <a:pt x="362166" y="45837"/>
                    <a:pt x="363773" y="45856"/>
                    <a:pt x="365559" y="45833"/>
                  </a:cubicBezTo>
                  <a:cubicBezTo>
                    <a:pt x="366073" y="45718"/>
                    <a:pt x="366588" y="45603"/>
                    <a:pt x="367117" y="45484"/>
                  </a:cubicBezTo>
                  <a:cubicBezTo>
                    <a:pt x="367362" y="44994"/>
                    <a:pt x="367607" y="44504"/>
                    <a:pt x="367859" y="43999"/>
                  </a:cubicBezTo>
                  <a:cubicBezTo>
                    <a:pt x="368105" y="43507"/>
                    <a:pt x="368352" y="43015"/>
                    <a:pt x="368606" y="42508"/>
                  </a:cubicBezTo>
                  <a:cubicBezTo>
                    <a:pt x="370190" y="42133"/>
                    <a:pt x="370190" y="42133"/>
                    <a:pt x="372001" y="42089"/>
                  </a:cubicBezTo>
                  <a:cubicBezTo>
                    <a:pt x="373771" y="42088"/>
                    <a:pt x="373771" y="42088"/>
                    <a:pt x="375303" y="41763"/>
                  </a:cubicBezTo>
                  <a:cubicBezTo>
                    <a:pt x="375548" y="41027"/>
                    <a:pt x="375794" y="40290"/>
                    <a:pt x="376047" y="39531"/>
                  </a:cubicBezTo>
                  <a:cubicBezTo>
                    <a:pt x="377910" y="39313"/>
                    <a:pt x="377910" y="39313"/>
                    <a:pt x="380186" y="39391"/>
                  </a:cubicBezTo>
                  <a:cubicBezTo>
                    <a:pt x="380939" y="39412"/>
                    <a:pt x="381692" y="39432"/>
                    <a:pt x="382468" y="39453"/>
                  </a:cubicBezTo>
                  <a:cubicBezTo>
                    <a:pt x="383050" y="39478"/>
                    <a:pt x="383633" y="39504"/>
                    <a:pt x="384233" y="39531"/>
                  </a:cubicBezTo>
                  <a:cubicBezTo>
                    <a:pt x="384233" y="38303"/>
                    <a:pt x="384233" y="37075"/>
                    <a:pt x="384233" y="35810"/>
                  </a:cubicBezTo>
                  <a:cubicBezTo>
                    <a:pt x="387179" y="35810"/>
                    <a:pt x="390126" y="35810"/>
                    <a:pt x="393162" y="35810"/>
                  </a:cubicBezTo>
                  <a:cubicBezTo>
                    <a:pt x="393162" y="34828"/>
                    <a:pt x="393162" y="33846"/>
                    <a:pt x="393162" y="32834"/>
                  </a:cubicBezTo>
                  <a:cubicBezTo>
                    <a:pt x="393682" y="32789"/>
                    <a:pt x="394202" y="32744"/>
                    <a:pt x="394738" y="32697"/>
                  </a:cubicBezTo>
                  <a:cubicBezTo>
                    <a:pt x="395415" y="32635"/>
                    <a:pt x="396092" y="32572"/>
                    <a:pt x="396790" y="32508"/>
                  </a:cubicBezTo>
                  <a:cubicBezTo>
                    <a:pt x="397463" y="32448"/>
                    <a:pt x="398137" y="32387"/>
                    <a:pt x="398831" y="32325"/>
                  </a:cubicBezTo>
                  <a:cubicBezTo>
                    <a:pt x="400612" y="32186"/>
                    <a:pt x="400612" y="32186"/>
                    <a:pt x="402092" y="31345"/>
                  </a:cubicBezTo>
                  <a:cubicBezTo>
                    <a:pt x="402092" y="30609"/>
                    <a:pt x="402092" y="29872"/>
                    <a:pt x="402092" y="29113"/>
                  </a:cubicBezTo>
                  <a:cubicBezTo>
                    <a:pt x="405284" y="29113"/>
                    <a:pt x="408477" y="29113"/>
                    <a:pt x="411766" y="29113"/>
                  </a:cubicBezTo>
                  <a:cubicBezTo>
                    <a:pt x="411766" y="28131"/>
                    <a:pt x="411766" y="27149"/>
                    <a:pt x="411766" y="26136"/>
                  </a:cubicBezTo>
                  <a:cubicBezTo>
                    <a:pt x="412549" y="26029"/>
                    <a:pt x="413331" y="25922"/>
                    <a:pt x="414138" y="25811"/>
                  </a:cubicBezTo>
                  <a:cubicBezTo>
                    <a:pt x="415074" y="25673"/>
                    <a:pt x="416010" y="25535"/>
                    <a:pt x="416975" y="25392"/>
                  </a:cubicBezTo>
                  <a:cubicBezTo>
                    <a:pt x="418034" y="25254"/>
                    <a:pt x="418034" y="25254"/>
                    <a:pt x="419114" y="25113"/>
                  </a:cubicBezTo>
                  <a:cubicBezTo>
                    <a:pt x="419636" y="24960"/>
                    <a:pt x="420158" y="24806"/>
                    <a:pt x="420695" y="24648"/>
                  </a:cubicBezTo>
                  <a:cubicBezTo>
                    <a:pt x="420941" y="23912"/>
                    <a:pt x="421187" y="23175"/>
                    <a:pt x="421440" y="22416"/>
                  </a:cubicBezTo>
                  <a:cubicBezTo>
                    <a:pt x="423952" y="22095"/>
                    <a:pt x="426419" y="22088"/>
                    <a:pt x="428951" y="22047"/>
                  </a:cubicBezTo>
                  <a:cubicBezTo>
                    <a:pt x="429664" y="21923"/>
                    <a:pt x="430378" y="21799"/>
                    <a:pt x="431113" y="21672"/>
                  </a:cubicBezTo>
                  <a:cubicBezTo>
                    <a:pt x="431236" y="21181"/>
                    <a:pt x="431359" y="20689"/>
                    <a:pt x="431486" y="20183"/>
                  </a:cubicBezTo>
                  <a:cubicBezTo>
                    <a:pt x="431608" y="19692"/>
                    <a:pt x="431731" y="19201"/>
                    <a:pt x="431858" y="18695"/>
                  </a:cubicBezTo>
                  <a:cubicBezTo>
                    <a:pt x="434020" y="18320"/>
                    <a:pt x="434020" y="18320"/>
                    <a:pt x="436695" y="18276"/>
                  </a:cubicBezTo>
                  <a:cubicBezTo>
                    <a:pt x="439290" y="18277"/>
                    <a:pt x="439290" y="18277"/>
                    <a:pt x="441531" y="17951"/>
                  </a:cubicBezTo>
                  <a:cubicBezTo>
                    <a:pt x="441777" y="17214"/>
                    <a:pt x="442023" y="16478"/>
                    <a:pt x="442276" y="15719"/>
                  </a:cubicBezTo>
                  <a:cubicBezTo>
                    <a:pt x="444981" y="15397"/>
                    <a:pt x="447645" y="15391"/>
                    <a:pt x="450368" y="15349"/>
                  </a:cubicBezTo>
                  <a:cubicBezTo>
                    <a:pt x="451519" y="15164"/>
                    <a:pt x="451519" y="15164"/>
                    <a:pt x="452694" y="14974"/>
                  </a:cubicBezTo>
                  <a:cubicBezTo>
                    <a:pt x="452853" y="14242"/>
                    <a:pt x="452853" y="14242"/>
                    <a:pt x="453016" y="13495"/>
                  </a:cubicBezTo>
                  <a:cubicBezTo>
                    <a:pt x="453225" y="12754"/>
                    <a:pt x="453225" y="12754"/>
                    <a:pt x="453438" y="11998"/>
                  </a:cubicBezTo>
                  <a:cubicBezTo>
                    <a:pt x="455525" y="11644"/>
                    <a:pt x="457341" y="11479"/>
                    <a:pt x="459437" y="11440"/>
                  </a:cubicBezTo>
                  <a:cubicBezTo>
                    <a:pt x="460002" y="11418"/>
                    <a:pt x="460566" y="11396"/>
                    <a:pt x="461148" y="11373"/>
                  </a:cubicBezTo>
                  <a:cubicBezTo>
                    <a:pt x="462546" y="11320"/>
                    <a:pt x="463945" y="11285"/>
                    <a:pt x="465344" y="11254"/>
                  </a:cubicBezTo>
                  <a:cubicBezTo>
                    <a:pt x="465344" y="10517"/>
                    <a:pt x="465344" y="9780"/>
                    <a:pt x="465344" y="9021"/>
                  </a:cubicBezTo>
                  <a:cubicBezTo>
                    <a:pt x="466132" y="8976"/>
                    <a:pt x="466921" y="8931"/>
                    <a:pt x="467733" y="8885"/>
                  </a:cubicBezTo>
                  <a:cubicBezTo>
                    <a:pt x="468766" y="8822"/>
                    <a:pt x="469799" y="8759"/>
                    <a:pt x="470832" y="8696"/>
                  </a:cubicBezTo>
                  <a:cubicBezTo>
                    <a:pt x="471352" y="8666"/>
                    <a:pt x="471872" y="8637"/>
                    <a:pt x="472407" y="8607"/>
                  </a:cubicBezTo>
                  <a:cubicBezTo>
                    <a:pt x="475296" y="8469"/>
                    <a:pt x="475296" y="8469"/>
                    <a:pt x="477994" y="7533"/>
                  </a:cubicBezTo>
                  <a:cubicBezTo>
                    <a:pt x="478240" y="6796"/>
                    <a:pt x="478485" y="6060"/>
                    <a:pt x="478738" y="5301"/>
                  </a:cubicBezTo>
                  <a:cubicBezTo>
                    <a:pt x="480177" y="5026"/>
                    <a:pt x="480177" y="5026"/>
                    <a:pt x="482041" y="5024"/>
                  </a:cubicBezTo>
                  <a:cubicBezTo>
                    <a:pt x="483039" y="5005"/>
                    <a:pt x="483039" y="5005"/>
                    <a:pt x="484058" y="4985"/>
                  </a:cubicBezTo>
                  <a:cubicBezTo>
                    <a:pt x="485473" y="4978"/>
                    <a:pt x="486887" y="4975"/>
                    <a:pt x="488302" y="4974"/>
                  </a:cubicBezTo>
                  <a:cubicBezTo>
                    <a:pt x="488968" y="4960"/>
                    <a:pt x="489633" y="4946"/>
                    <a:pt x="490319" y="4931"/>
                  </a:cubicBezTo>
                  <a:cubicBezTo>
                    <a:pt x="491241" y="4929"/>
                    <a:pt x="491241" y="4929"/>
                    <a:pt x="492182" y="4927"/>
                  </a:cubicBezTo>
                  <a:cubicBezTo>
                    <a:pt x="492657" y="4805"/>
                    <a:pt x="493132" y="4682"/>
                    <a:pt x="493621" y="4556"/>
                  </a:cubicBezTo>
                  <a:cubicBezTo>
                    <a:pt x="493727" y="4064"/>
                    <a:pt x="493832" y="3571"/>
                    <a:pt x="493941" y="3063"/>
                  </a:cubicBezTo>
                  <a:cubicBezTo>
                    <a:pt x="494081" y="2573"/>
                    <a:pt x="494221" y="2084"/>
                    <a:pt x="494365" y="1580"/>
                  </a:cubicBezTo>
                  <a:cubicBezTo>
                    <a:pt x="496158" y="1242"/>
                    <a:pt x="496158" y="1242"/>
                    <a:pt x="498508" y="1289"/>
                  </a:cubicBezTo>
                  <a:cubicBezTo>
                    <a:pt x="499345" y="1299"/>
                    <a:pt x="500181" y="1308"/>
                    <a:pt x="501044" y="1318"/>
                  </a:cubicBezTo>
                  <a:cubicBezTo>
                    <a:pt x="501925" y="1343"/>
                    <a:pt x="502806" y="1368"/>
                    <a:pt x="503714" y="1394"/>
                  </a:cubicBezTo>
                  <a:cubicBezTo>
                    <a:pt x="505040" y="1414"/>
                    <a:pt x="505040" y="1414"/>
                    <a:pt x="506392" y="1435"/>
                  </a:cubicBezTo>
                  <a:cubicBezTo>
                    <a:pt x="508585" y="1470"/>
                    <a:pt x="510777" y="1519"/>
                    <a:pt x="512969" y="1580"/>
                  </a:cubicBezTo>
                  <a:cubicBezTo>
                    <a:pt x="512969" y="1089"/>
                    <a:pt x="512969" y="598"/>
                    <a:pt x="512969" y="92"/>
                  </a:cubicBezTo>
                  <a:close/>
                </a:path>
              </a:pathLst>
            </a:custGeom>
            <a:grpFill/>
            <a:ln w="744" cap="flat">
              <a:noFill/>
              <a:prstDash val="solid"/>
              <a:miter/>
            </a:ln>
          </p:spPr>
          <p:txBody>
            <a:bodyPr rtlCol="0" anchor="ctr"/>
            <a:lstStyle/>
            <a:p>
              <a:endParaRPr lang="zh-CN" altLang="en-US"/>
            </a:p>
          </p:txBody>
        </p:sp>
        <p:sp>
          <p:nvSpPr>
            <p:cNvPr id="17" name="任意多边形: 形状 117"/>
            <p:cNvSpPr/>
            <p:nvPr/>
          </p:nvSpPr>
          <p:spPr>
            <a:xfrm>
              <a:off x="4857547" y="6052973"/>
              <a:ext cx="101110" cy="436861"/>
            </a:xfrm>
            <a:custGeom>
              <a:avLst/>
              <a:gdLst>
                <a:gd name="connsiteX0" fmla="*/ 7596 w 185672"/>
                <a:gd name="connsiteY0" fmla="*/ 459 h 1011677"/>
                <a:gd name="connsiteX1" fmla="*/ 9607 w 185672"/>
                <a:gd name="connsiteY1" fmla="*/ 453 h 1011677"/>
                <a:gd name="connsiteX2" fmla="*/ 11819 w 185672"/>
                <a:gd name="connsiteY2" fmla="*/ 458 h 1011677"/>
                <a:gd name="connsiteX3" fmla="*/ 14144 w 185672"/>
                <a:gd name="connsiteY3" fmla="*/ 454 h 1011677"/>
                <a:gd name="connsiteX4" fmla="*/ 21780 w 185672"/>
                <a:gd name="connsiteY4" fmla="*/ 455 h 1011677"/>
                <a:gd name="connsiteX5" fmla="*/ 27069 w 185672"/>
                <a:gd name="connsiteY5" fmla="*/ 453 h 1011677"/>
                <a:gd name="connsiteX6" fmla="*/ 38164 w 185672"/>
                <a:gd name="connsiteY6" fmla="*/ 457 h 1011677"/>
                <a:gd name="connsiteX7" fmla="*/ 52413 w 185672"/>
                <a:gd name="connsiteY7" fmla="*/ 454 h 1011677"/>
                <a:gd name="connsiteX8" fmla="*/ 63337 w 185672"/>
                <a:gd name="connsiteY8" fmla="*/ 454 h 1011677"/>
                <a:gd name="connsiteX9" fmla="*/ 68592 w 185672"/>
                <a:gd name="connsiteY9" fmla="*/ 452 h 1011677"/>
                <a:gd name="connsiteX10" fmla="*/ 75925 w 185672"/>
                <a:gd name="connsiteY10" fmla="*/ 458 h 1011677"/>
                <a:gd name="connsiteX11" fmla="*/ 78137 w 185672"/>
                <a:gd name="connsiteY11" fmla="*/ 453 h 1011677"/>
                <a:gd name="connsiteX12" fmla="*/ 80148 w 185672"/>
                <a:gd name="connsiteY12" fmla="*/ 459 h 1011677"/>
                <a:gd name="connsiteX13" fmla="*/ 81901 w 185672"/>
                <a:gd name="connsiteY13" fmla="*/ 460 h 1011677"/>
                <a:gd name="connsiteX14" fmla="*/ 84800 w 185672"/>
                <a:gd name="connsiteY14" fmla="*/ 1298 h 1011677"/>
                <a:gd name="connsiteX15" fmla="*/ 84985 w 185672"/>
                <a:gd name="connsiteY15" fmla="*/ 7278 h 1011677"/>
                <a:gd name="connsiteX16" fmla="*/ 84990 w 185672"/>
                <a:gd name="connsiteY16" fmla="*/ 9214 h 1011677"/>
                <a:gd name="connsiteX17" fmla="*/ 84983 w 185672"/>
                <a:gd name="connsiteY17" fmla="*/ 15731 h 1011677"/>
                <a:gd name="connsiteX18" fmla="*/ 84988 w 185672"/>
                <a:gd name="connsiteY18" fmla="*/ 20431 h 1011677"/>
                <a:gd name="connsiteX19" fmla="*/ 84982 w 185672"/>
                <a:gd name="connsiteY19" fmla="*/ 33473 h 1011677"/>
                <a:gd name="connsiteX20" fmla="*/ 84983 w 185672"/>
                <a:gd name="connsiteY20" fmla="*/ 47614 h 1011677"/>
                <a:gd name="connsiteX21" fmla="*/ 84977 w 185672"/>
                <a:gd name="connsiteY21" fmla="*/ 72438 h 1011677"/>
                <a:gd name="connsiteX22" fmla="*/ 84968 w 185672"/>
                <a:gd name="connsiteY22" fmla="*/ 99087 h 1011677"/>
                <a:gd name="connsiteX23" fmla="*/ 84968 w 185672"/>
                <a:gd name="connsiteY23" fmla="*/ 100785 h 1011677"/>
                <a:gd name="connsiteX24" fmla="*/ 84969 w 185672"/>
                <a:gd name="connsiteY24" fmla="*/ 109352 h 1011677"/>
                <a:gd name="connsiteX25" fmla="*/ 84957 w 185672"/>
                <a:gd name="connsiteY25" fmla="*/ 171436 h 1011677"/>
                <a:gd name="connsiteX26" fmla="*/ 84941 w 185672"/>
                <a:gd name="connsiteY26" fmla="*/ 232940 h 1011677"/>
                <a:gd name="connsiteX27" fmla="*/ 84941 w 185672"/>
                <a:gd name="connsiteY27" fmla="*/ 234867 h 1011677"/>
                <a:gd name="connsiteX28" fmla="*/ 84940 w 185672"/>
                <a:gd name="connsiteY28" fmla="*/ 252298 h 1011677"/>
                <a:gd name="connsiteX29" fmla="*/ 84936 w 185672"/>
                <a:gd name="connsiteY29" fmla="*/ 295632 h 1011677"/>
                <a:gd name="connsiteX30" fmla="*/ 84935 w 185672"/>
                <a:gd name="connsiteY30" fmla="*/ 297626 h 1011677"/>
                <a:gd name="connsiteX31" fmla="*/ 84912 w 185672"/>
                <a:gd name="connsiteY31" fmla="*/ 393681 h 1011677"/>
                <a:gd name="connsiteX32" fmla="*/ 84902 w 185672"/>
                <a:gd name="connsiteY32" fmla="*/ 427024 h 1011677"/>
                <a:gd name="connsiteX33" fmla="*/ 84901 w 185672"/>
                <a:gd name="connsiteY33" fmla="*/ 429113 h 1011677"/>
                <a:gd name="connsiteX34" fmla="*/ 84882 w 185672"/>
                <a:gd name="connsiteY34" fmla="*/ 525202 h 1011677"/>
                <a:gd name="connsiteX35" fmla="*/ 84881 w 185672"/>
                <a:gd name="connsiteY35" fmla="*/ 531438 h 1011677"/>
                <a:gd name="connsiteX36" fmla="*/ 84875 w 185672"/>
                <a:gd name="connsiteY36" fmla="*/ 572767 h 1011677"/>
                <a:gd name="connsiteX37" fmla="*/ 84863 w 185672"/>
                <a:gd name="connsiteY37" fmla="*/ 655004 h 1011677"/>
                <a:gd name="connsiteX38" fmla="*/ 84863 w 185672"/>
                <a:gd name="connsiteY38" fmla="*/ 658921 h 1011677"/>
                <a:gd name="connsiteX39" fmla="*/ 84823 w 185672"/>
                <a:gd name="connsiteY39" fmla="*/ 835285 h 1011677"/>
                <a:gd name="connsiteX40" fmla="*/ 84823 w 185672"/>
                <a:gd name="connsiteY40" fmla="*/ 836953 h 1011677"/>
                <a:gd name="connsiteX41" fmla="*/ 84800 w 185672"/>
                <a:gd name="connsiteY41" fmla="*/ 919567 h 1011677"/>
                <a:gd name="connsiteX42" fmla="*/ 86388 w 185672"/>
                <a:gd name="connsiteY42" fmla="*/ 919565 h 1011677"/>
                <a:gd name="connsiteX43" fmla="*/ 124600 w 185672"/>
                <a:gd name="connsiteY43" fmla="*/ 919529 h 1011677"/>
                <a:gd name="connsiteX44" fmla="*/ 143078 w 185672"/>
                <a:gd name="connsiteY44" fmla="*/ 919511 h 1011677"/>
                <a:gd name="connsiteX45" fmla="*/ 159180 w 185672"/>
                <a:gd name="connsiteY45" fmla="*/ 919497 h 1011677"/>
                <a:gd name="connsiteX46" fmla="*/ 167710 w 185672"/>
                <a:gd name="connsiteY46" fmla="*/ 919489 h 1011677"/>
                <a:gd name="connsiteX47" fmla="*/ 175731 w 185672"/>
                <a:gd name="connsiteY47" fmla="*/ 919483 h 1011677"/>
                <a:gd name="connsiteX48" fmla="*/ 180092 w 185672"/>
                <a:gd name="connsiteY48" fmla="*/ 919475 h 1011677"/>
                <a:gd name="connsiteX49" fmla="*/ 182698 w 185672"/>
                <a:gd name="connsiteY49" fmla="*/ 919478 h 1011677"/>
                <a:gd name="connsiteX50" fmla="*/ 184972 w 185672"/>
                <a:gd name="connsiteY50" fmla="*/ 919476 h 1011677"/>
                <a:gd name="connsiteX51" fmla="*/ 188235 w 185672"/>
                <a:gd name="connsiteY51" fmla="*/ 920312 h 1011677"/>
                <a:gd name="connsiteX52" fmla="*/ 188414 w 185672"/>
                <a:gd name="connsiteY52" fmla="*/ 923876 h 1011677"/>
                <a:gd name="connsiteX53" fmla="*/ 188421 w 185672"/>
                <a:gd name="connsiteY53" fmla="*/ 926213 h 1011677"/>
                <a:gd name="connsiteX54" fmla="*/ 188404 w 185672"/>
                <a:gd name="connsiteY54" fmla="*/ 928798 h 1011677"/>
                <a:gd name="connsiteX55" fmla="*/ 188405 w 185672"/>
                <a:gd name="connsiteY55" fmla="*/ 931504 h 1011677"/>
                <a:gd name="connsiteX56" fmla="*/ 188386 w 185672"/>
                <a:gd name="connsiteY56" fmla="*/ 938869 h 1011677"/>
                <a:gd name="connsiteX57" fmla="*/ 188374 w 185672"/>
                <a:gd name="connsiteY57" fmla="*/ 946559 h 1011677"/>
                <a:gd name="connsiteX58" fmla="*/ 188343 w 185672"/>
                <a:gd name="connsiteY58" fmla="*/ 961131 h 1011677"/>
                <a:gd name="connsiteX59" fmla="*/ 188310 w 185672"/>
                <a:gd name="connsiteY59" fmla="*/ 977716 h 1011677"/>
                <a:gd name="connsiteX60" fmla="*/ 188235 w 185672"/>
                <a:gd name="connsiteY60" fmla="*/ 1011841 h 1011677"/>
                <a:gd name="connsiteX61" fmla="*/ 130642 w 185672"/>
                <a:gd name="connsiteY61" fmla="*/ 1011957 h 1011677"/>
                <a:gd name="connsiteX62" fmla="*/ 103902 w 185672"/>
                <a:gd name="connsiteY62" fmla="*/ 1012009 h 1011677"/>
                <a:gd name="connsiteX63" fmla="*/ 80605 w 185672"/>
                <a:gd name="connsiteY63" fmla="*/ 1012051 h 1011677"/>
                <a:gd name="connsiteX64" fmla="*/ 68261 w 185672"/>
                <a:gd name="connsiteY64" fmla="*/ 1012077 h 1011677"/>
                <a:gd name="connsiteX65" fmla="*/ 56657 w 185672"/>
                <a:gd name="connsiteY65" fmla="*/ 1012093 h 1011677"/>
                <a:gd name="connsiteX66" fmla="*/ 52385 w 185672"/>
                <a:gd name="connsiteY66" fmla="*/ 1012107 h 1011677"/>
                <a:gd name="connsiteX67" fmla="*/ 46579 w 185672"/>
                <a:gd name="connsiteY67" fmla="*/ 1012109 h 1011677"/>
                <a:gd name="connsiteX68" fmla="*/ 44848 w 185672"/>
                <a:gd name="connsiteY68" fmla="*/ 1012129 h 1011677"/>
                <a:gd name="connsiteX69" fmla="*/ 40896 w 185672"/>
                <a:gd name="connsiteY69" fmla="*/ 1011841 h 1011677"/>
                <a:gd name="connsiteX70" fmla="*/ 40151 w 185672"/>
                <a:gd name="connsiteY70" fmla="*/ 1009608 h 1011677"/>
                <a:gd name="connsiteX71" fmla="*/ 37919 w 185672"/>
                <a:gd name="connsiteY71" fmla="*/ 1008864 h 1011677"/>
                <a:gd name="connsiteX72" fmla="*/ 37175 w 185672"/>
                <a:gd name="connsiteY72" fmla="*/ 1006632 h 1011677"/>
                <a:gd name="connsiteX73" fmla="*/ 34942 w 185672"/>
                <a:gd name="connsiteY73" fmla="*/ 1005144 h 1011677"/>
                <a:gd name="connsiteX74" fmla="*/ 34198 w 185672"/>
                <a:gd name="connsiteY74" fmla="*/ 1002911 h 1011677"/>
                <a:gd name="connsiteX75" fmla="*/ 32338 w 185672"/>
                <a:gd name="connsiteY75" fmla="*/ 1001795 h 1011677"/>
                <a:gd name="connsiteX76" fmla="*/ 29733 w 185672"/>
                <a:gd name="connsiteY76" fmla="*/ 998446 h 1011677"/>
                <a:gd name="connsiteX77" fmla="*/ 28757 w 185672"/>
                <a:gd name="connsiteY77" fmla="*/ 997470 h 1011677"/>
                <a:gd name="connsiteX78" fmla="*/ 26013 w 185672"/>
                <a:gd name="connsiteY78" fmla="*/ 993888 h 1011677"/>
                <a:gd name="connsiteX79" fmla="*/ 22292 w 185672"/>
                <a:gd name="connsiteY79" fmla="*/ 991005 h 1011677"/>
                <a:gd name="connsiteX80" fmla="*/ 22292 w 185672"/>
                <a:gd name="connsiteY80" fmla="*/ 988028 h 1011677"/>
                <a:gd name="connsiteX81" fmla="*/ 19316 w 185672"/>
                <a:gd name="connsiteY81" fmla="*/ 986540 h 1011677"/>
                <a:gd name="connsiteX82" fmla="*/ 19316 w 185672"/>
                <a:gd name="connsiteY82" fmla="*/ 984308 h 1011677"/>
                <a:gd name="connsiteX83" fmla="*/ 17827 w 185672"/>
                <a:gd name="connsiteY83" fmla="*/ 983936 h 1011677"/>
                <a:gd name="connsiteX84" fmla="*/ 16339 w 185672"/>
                <a:gd name="connsiteY84" fmla="*/ 983563 h 1011677"/>
                <a:gd name="connsiteX85" fmla="*/ 16339 w 185672"/>
                <a:gd name="connsiteY85" fmla="*/ 981331 h 1011677"/>
                <a:gd name="connsiteX86" fmla="*/ 14851 w 185672"/>
                <a:gd name="connsiteY86" fmla="*/ 981006 h 1011677"/>
                <a:gd name="connsiteX87" fmla="*/ 13362 w 185672"/>
                <a:gd name="connsiteY87" fmla="*/ 980587 h 1011677"/>
                <a:gd name="connsiteX88" fmla="*/ 13362 w 185672"/>
                <a:gd name="connsiteY88" fmla="*/ 977610 h 1011677"/>
                <a:gd name="connsiteX89" fmla="*/ 11130 w 185672"/>
                <a:gd name="connsiteY89" fmla="*/ 977610 h 1011677"/>
                <a:gd name="connsiteX90" fmla="*/ 11130 w 185672"/>
                <a:gd name="connsiteY90" fmla="*/ 974634 h 1011677"/>
                <a:gd name="connsiteX91" fmla="*/ 9456 w 185672"/>
                <a:gd name="connsiteY91" fmla="*/ 974308 h 1011677"/>
                <a:gd name="connsiteX92" fmla="*/ 5688 w 185672"/>
                <a:gd name="connsiteY92" fmla="*/ 972076 h 1011677"/>
                <a:gd name="connsiteX93" fmla="*/ 4433 w 185672"/>
                <a:gd name="connsiteY93" fmla="*/ 968681 h 1011677"/>
                <a:gd name="connsiteX94" fmla="*/ 2944 w 185672"/>
                <a:gd name="connsiteY94" fmla="*/ 968681 h 1011677"/>
                <a:gd name="connsiteX95" fmla="*/ 2921 w 185672"/>
                <a:gd name="connsiteY95" fmla="*/ 879890 h 1011677"/>
                <a:gd name="connsiteX96" fmla="*/ 2920 w 185672"/>
                <a:gd name="connsiteY96" fmla="*/ 878135 h 1011677"/>
                <a:gd name="connsiteX97" fmla="*/ 2881 w 185672"/>
                <a:gd name="connsiteY97" fmla="*/ 692030 h 1011677"/>
                <a:gd name="connsiteX98" fmla="*/ 2881 w 185672"/>
                <a:gd name="connsiteY98" fmla="*/ 687898 h 1011677"/>
                <a:gd name="connsiteX99" fmla="*/ 2869 w 185672"/>
                <a:gd name="connsiteY99" fmla="*/ 601167 h 1011677"/>
                <a:gd name="connsiteX100" fmla="*/ 2863 w 185672"/>
                <a:gd name="connsiteY100" fmla="*/ 557601 h 1011677"/>
                <a:gd name="connsiteX101" fmla="*/ 2862 w 185672"/>
                <a:gd name="connsiteY101" fmla="*/ 551029 h 1011677"/>
                <a:gd name="connsiteX102" fmla="*/ 2842 w 185672"/>
                <a:gd name="connsiteY102" fmla="*/ 449791 h 1011677"/>
                <a:gd name="connsiteX103" fmla="*/ 2842 w 185672"/>
                <a:gd name="connsiteY103" fmla="*/ 447591 h 1011677"/>
                <a:gd name="connsiteX104" fmla="*/ 2831 w 185672"/>
                <a:gd name="connsiteY104" fmla="*/ 412475 h 1011677"/>
                <a:gd name="connsiteX105" fmla="*/ 2809 w 185672"/>
                <a:gd name="connsiteY105" fmla="*/ 311371 h 1011677"/>
                <a:gd name="connsiteX106" fmla="*/ 2809 w 185672"/>
                <a:gd name="connsiteY106" fmla="*/ 309272 h 1011677"/>
                <a:gd name="connsiteX107" fmla="*/ 2805 w 185672"/>
                <a:gd name="connsiteY107" fmla="*/ 263671 h 1011677"/>
                <a:gd name="connsiteX108" fmla="*/ 2803 w 185672"/>
                <a:gd name="connsiteY108" fmla="*/ 245325 h 1011677"/>
                <a:gd name="connsiteX109" fmla="*/ 2803 w 185672"/>
                <a:gd name="connsiteY109" fmla="*/ 243297 h 1011677"/>
                <a:gd name="connsiteX110" fmla="*/ 2786 w 185672"/>
                <a:gd name="connsiteY110" fmla="*/ 178522 h 1011677"/>
                <a:gd name="connsiteX111" fmla="*/ 2775 w 185672"/>
                <a:gd name="connsiteY111" fmla="*/ 113310 h 1011677"/>
                <a:gd name="connsiteX112" fmla="*/ 2776 w 185672"/>
                <a:gd name="connsiteY112" fmla="*/ 104313 h 1011677"/>
                <a:gd name="connsiteX113" fmla="*/ 2776 w 185672"/>
                <a:gd name="connsiteY113" fmla="*/ 102531 h 1011677"/>
                <a:gd name="connsiteX114" fmla="*/ 2766 w 185672"/>
                <a:gd name="connsiteY114" fmla="*/ 74524 h 1011677"/>
                <a:gd name="connsiteX115" fmla="*/ 2763 w 185672"/>
                <a:gd name="connsiteY115" fmla="*/ 47030 h 1011677"/>
                <a:gd name="connsiteX116" fmla="*/ 2759 w 185672"/>
                <a:gd name="connsiteY116" fmla="*/ 32304 h 1011677"/>
                <a:gd name="connsiteX117" fmla="*/ 2760 w 185672"/>
                <a:gd name="connsiteY117" fmla="*/ 18938 h 1011677"/>
                <a:gd name="connsiteX118" fmla="*/ 2755 w 185672"/>
                <a:gd name="connsiteY118" fmla="*/ 14102 h 1011677"/>
                <a:gd name="connsiteX119" fmla="*/ 2760 w 185672"/>
                <a:gd name="connsiteY119" fmla="*/ 7593 h 1011677"/>
                <a:gd name="connsiteX120" fmla="*/ 2748 w 185672"/>
                <a:gd name="connsiteY120" fmla="*/ 5666 h 1011677"/>
                <a:gd name="connsiteX121" fmla="*/ 2944 w 185672"/>
                <a:gd name="connsiteY121" fmla="*/ 1298 h 1011677"/>
                <a:gd name="connsiteX122" fmla="*/ 7596 w 185672"/>
                <a:gd name="connsiteY122" fmla="*/ 459 h 101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85672" h="1011677">
                  <a:moveTo>
                    <a:pt x="7596" y="459"/>
                  </a:moveTo>
                  <a:cubicBezTo>
                    <a:pt x="8592" y="456"/>
                    <a:pt x="8592" y="456"/>
                    <a:pt x="9607" y="453"/>
                  </a:cubicBezTo>
                  <a:cubicBezTo>
                    <a:pt x="10702" y="455"/>
                    <a:pt x="10702" y="455"/>
                    <a:pt x="11819" y="458"/>
                  </a:cubicBezTo>
                  <a:cubicBezTo>
                    <a:pt x="12586" y="456"/>
                    <a:pt x="13353" y="455"/>
                    <a:pt x="14144" y="454"/>
                  </a:cubicBezTo>
                  <a:cubicBezTo>
                    <a:pt x="16689" y="450"/>
                    <a:pt x="19235" y="453"/>
                    <a:pt x="21780" y="455"/>
                  </a:cubicBezTo>
                  <a:cubicBezTo>
                    <a:pt x="23543" y="455"/>
                    <a:pt x="25306" y="454"/>
                    <a:pt x="27069" y="453"/>
                  </a:cubicBezTo>
                  <a:cubicBezTo>
                    <a:pt x="30767" y="452"/>
                    <a:pt x="34466" y="453"/>
                    <a:pt x="38164" y="457"/>
                  </a:cubicBezTo>
                  <a:cubicBezTo>
                    <a:pt x="42914" y="461"/>
                    <a:pt x="47663" y="459"/>
                    <a:pt x="52413" y="454"/>
                  </a:cubicBezTo>
                  <a:cubicBezTo>
                    <a:pt x="56054" y="452"/>
                    <a:pt x="59695" y="452"/>
                    <a:pt x="63337" y="454"/>
                  </a:cubicBezTo>
                  <a:cubicBezTo>
                    <a:pt x="65088" y="455"/>
                    <a:pt x="66840" y="454"/>
                    <a:pt x="68592" y="452"/>
                  </a:cubicBezTo>
                  <a:cubicBezTo>
                    <a:pt x="71036" y="451"/>
                    <a:pt x="73481" y="453"/>
                    <a:pt x="75925" y="458"/>
                  </a:cubicBezTo>
                  <a:cubicBezTo>
                    <a:pt x="76655" y="456"/>
                    <a:pt x="77385" y="455"/>
                    <a:pt x="78137" y="453"/>
                  </a:cubicBezTo>
                  <a:cubicBezTo>
                    <a:pt x="78801" y="455"/>
                    <a:pt x="79464" y="457"/>
                    <a:pt x="80148" y="459"/>
                  </a:cubicBezTo>
                  <a:cubicBezTo>
                    <a:pt x="80726" y="460"/>
                    <a:pt x="81305" y="460"/>
                    <a:pt x="81901" y="460"/>
                  </a:cubicBezTo>
                  <a:cubicBezTo>
                    <a:pt x="83312" y="554"/>
                    <a:pt x="83312" y="554"/>
                    <a:pt x="84800" y="1298"/>
                  </a:cubicBezTo>
                  <a:cubicBezTo>
                    <a:pt x="84949" y="3316"/>
                    <a:pt x="84997" y="5259"/>
                    <a:pt x="84985" y="7278"/>
                  </a:cubicBezTo>
                  <a:cubicBezTo>
                    <a:pt x="84987" y="7917"/>
                    <a:pt x="84989" y="8556"/>
                    <a:pt x="84990" y="9214"/>
                  </a:cubicBezTo>
                  <a:cubicBezTo>
                    <a:pt x="84995" y="11386"/>
                    <a:pt x="84989" y="13558"/>
                    <a:pt x="84983" y="15731"/>
                  </a:cubicBezTo>
                  <a:cubicBezTo>
                    <a:pt x="84984" y="17297"/>
                    <a:pt x="84986" y="18864"/>
                    <a:pt x="84988" y="20431"/>
                  </a:cubicBezTo>
                  <a:cubicBezTo>
                    <a:pt x="84993" y="24778"/>
                    <a:pt x="84988" y="29125"/>
                    <a:pt x="84982" y="33473"/>
                  </a:cubicBezTo>
                  <a:cubicBezTo>
                    <a:pt x="84977" y="38186"/>
                    <a:pt x="84980" y="42900"/>
                    <a:pt x="84983" y="47614"/>
                  </a:cubicBezTo>
                  <a:cubicBezTo>
                    <a:pt x="84986" y="55888"/>
                    <a:pt x="84983" y="64163"/>
                    <a:pt x="84977" y="72438"/>
                  </a:cubicBezTo>
                  <a:cubicBezTo>
                    <a:pt x="84971" y="81321"/>
                    <a:pt x="84968" y="90204"/>
                    <a:pt x="84968" y="99087"/>
                  </a:cubicBezTo>
                  <a:cubicBezTo>
                    <a:pt x="84968" y="99648"/>
                    <a:pt x="84968" y="100208"/>
                    <a:pt x="84968" y="100785"/>
                  </a:cubicBezTo>
                  <a:cubicBezTo>
                    <a:pt x="84969" y="103640"/>
                    <a:pt x="84969" y="106496"/>
                    <a:pt x="84969" y="109352"/>
                  </a:cubicBezTo>
                  <a:cubicBezTo>
                    <a:pt x="84971" y="130047"/>
                    <a:pt x="84966" y="150742"/>
                    <a:pt x="84957" y="171436"/>
                  </a:cubicBezTo>
                  <a:cubicBezTo>
                    <a:pt x="84948" y="191938"/>
                    <a:pt x="84943" y="212439"/>
                    <a:pt x="84941" y="232940"/>
                  </a:cubicBezTo>
                  <a:cubicBezTo>
                    <a:pt x="84941" y="233576"/>
                    <a:pt x="84941" y="234212"/>
                    <a:pt x="84941" y="234867"/>
                  </a:cubicBezTo>
                  <a:cubicBezTo>
                    <a:pt x="84940" y="240678"/>
                    <a:pt x="84940" y="246488"/>
                    <a:pt x="84940" y="252298"/>
                  </a:cubicBezTo>
                  <a:cubicBezTo>
                    <a:pt x="84939" y="266743"/>
                    <a:pt x="84937" y="281187"/>
                    <a:pt x="84936" y="295632"/>
                  </a:cubicBezTo>
                  <a:cubicBezTo>
                    <a:pt x="84935" y="296619"/>
                    <a:pt x="84935" y="296619"/>
                    <a:pt x="84935" y="297626"/>
                  </a:cubicBezTo>
                  <a:cubicBezTo>
                    <a:pt x="84931" y="329644"/>
                    <a:pt x="84922" y="361663"/>
                    <a:pt x="84912" y="393681"/>
                  </a:cubicBezTo>
                  <a:cubicBezTo>
                    <a:pt x="84909" y="404795"/>
                    <a:pt x="84905" y="415910"/>
                    <a:pt x="84902" y="427024"/>
                  </a:cubicBezTo>
                  <a:cubicBezTo>
                    <a:pt x="84902" y="427713"/>
                    <a:pt x="84902" y="428403"/>
                    <a:pt x="84901" y="429113"/>
                  </a:cubicBezTo>
                  <a:cubicBezTo>
                    <a:pt x="84892" y="461142"/>
                    <a:pt x="84886" y="493172"/>
                    <a:pt x="84882" y="525202"/>
                  </a:cubicBezTo>
                  <a:cubicBezTo>
                    <a:pt x="84882" y="527281"/>
                    <a:pt x="84881" y="529360"/>
                    <a:pt x="84881" y="531438"/>
                  </a:cubicBezTo>
                  <a:cubicBezTo>
                    <a:pt x="84879" y="545215"/>
                    <a:pt x="84877" y="558991"/>
                    <a:pt x="84875" y="572767"/>
                  </a:cubicBezTo>
                  <a:cubicBezTo>
                    <a:pt x="84872" y="600179"/>
                    <a:pt x="84868" y="627592"/>
                    <a:pt x="84863" y="655004"/>
                  </a:cubicBezTo>
                  <a:cubicBezTo>
                    <a:pt x="84863" y="656310"/>
                    <a:pt x="84863" y="657615"/>
                    <a:pt x="84863" y="658921"/>
                  </a:cubicBezTo>
                  <a:cubicBezTo>
                    <a:pt x="84853" y="717709"/>
                    <a:pt x="84839" y="776497"/>
                    <a:pt x="84823" y="835285"/>
                  </a:cubicBezTo>
                  <a:cubicBezTo>
                    <a:pt x="84823" y="835836"/>
                    <a:pt x="84823" y="836386"/>
                    <a:pt x="84823" y="836953"/>
                  </a:cubicBezTo>
                  <a:cubicBezTo>
                    <a:pt x="84816" y="864491"/>
                    <a:pt x="84808" y="892029"/>
                    <a:pt x="84800" y="919567"/>
                  </a:cubicBezTo>
                  <a:cubicBezTo>
                    <a:pt x="85586" y="919566"/>
                    <a:pt x="85586" y="919566"/>
                    <a:pt x="86388" y="919565"/>
                  </a:cubicBezTo>
                  <a:cubicBezTo>
                    <a:pt x="99125" y="919549"/>
                    <a:pt x="111862" y="919537"/>
                    <a:pt x="124600" y="919529"/>
                  </a:cubicBezTo>
                  <a:cubicBezTo>
                    <a:pt x="130759" y="919525"/>
                    <a:pt x="136919" y="919520"/>
                    <a:pt x="143078" y="919511"/>
                  </a:cubicBezTo>
                  <a:cubicBezTo>
                    <a:pt x="148446" y="919504"/>
                    <a:pt x="153813" y="919499"/>
                    <a:pt x="159180" y="919497"/>
                  </a:cubicBezTo>
                  <a:cubicBezTo>
                    <a:pt x="162023" y="919496"/>
                    <a:pt x="164866" y="919494"/>
                    <a:pt x="167710" y="919489"/>
                  </a:cubicBezTo>
                  <a:cubicBezTo>
                    <a:pt x="170384" y="919484"/>
                    <a:pt x="173057" y="919482"/>
                    <a:pt x="175731" y="919483"/>
                  </a:cubicBezTo>
                  <a:cubicBezTo>
                    <a:pt x="177185" y="919483"/>
                    <a:pt x="178639" y="919479"/>
                    <a:pt x="180092" y="919475"/>
                  </a:cubicBezTo>
                  <a:cubicBezTo>
                    <a:pt x="180952" y="919476"/>
                    <a:pt x="181812" y="919477"/>
                    <a:pt x="182698" y="919478"/>
                  </a:cubicBezTo>
                  <a:cubicBezTo>
                    <a:pt x="183448" y="919477"/>
                    <a:pt x="184199" y="919477"/>
                    <a:pt x="184972" y="919476"/>
                  </a:cubicBezTo>
                  <a:cubicBezTo>
                    <a:pt x="186747" y="919567"/>
                    <a:pt x="186747" y="919567"/>
                    <a:pt x="188235" y="920312"/>
                  </a:cubicBezTo>
                  <a:cubicBezTo>
                    <a:pt x="188419" y="921833"/>
                    <a:pt x="188419" y="921833"/>
                    <a:pt x="188414" y="923876"/>
                  </a:cubicBezTo>
                  <a:cubicBezTo>
                    <a:pt x="188417" y="925033"/>
                    <a:pt x="188417" y="925033"/>
                    <a:pt x="188421" y="926213"/>
                  </a:cubicBezTo>
                  <a:cubicBezTo>
                    <a:pt x="188413" y="927493"/>
                    <a:pt x="188413" y="927493"/>
                    <a:pt x="188404" y="928798"/>
                  </a:cubicBezTo>
                  <a:cubicBezTo>
                    <a:pt x="188405" y="929691"/>
                    <a:pt x="188405" y="930584"/>
                    <a:pt x="188405" y="931504"/>
                  </a:cubicBezTo>
                  <a:cubicBezTo>
                    <a:pt x="188404" y="933959"/>
                    <a:pt x="188397" y="936414"/>
                    <a:pt x="188386" y="938869"/>
                  </a:cubicBezTo>
                  <a:cubicBezTo>
                    <a:pt x="188377" y="941433"/>
                    <a:pt x="188376" y="943996"/>
                    <a:pt x="188374" y="946559"/>
                  </a:cubicBezTo>
                  <a:cubicBezTo>
                    <a:pt x="188370" y="951417"/>
                    <a:pt x="188358" y="956274"/>
                    <a:pt x="188343" y="961131"/>
                  </a:cubicBezTo>
                  <a:cubicBezTo>
                    <a:pt x="188326" y="966659"/>
                    <a:pt x="188318" y="972187"/>
                    <a:pt x="188310" y="977716"/>
                  </a:cubicBezTo>
                  <a:cubicBezTo>
                    <a:pt x="188295" y="989091"/>
                    <a:pt x="188269" y="1000466"/>
                    <a:pt x="188235" y="1011841"/>
                  </a:cubicBezTo>
                  <a:cubicBezTo>
                    <a:pt x="169038" y="1011893"/>
                    <a:pt x="149840" y="1011932"/>
                    <a:pt x="130642" y="1011957"/>
                  </a:cubicBezTo>
                  <a:cubicBezTo>
                    <a:pt x="121729" y="1011968"/>
                    <a:pt x="112815" y="1011984"/>
                    <a:pt x="103902" y="1012009"/>
                  </a:cubicBezTo>
                  <a:cubicBezTo>
                    <a:pt x="96136" y="1012032"/>
                    <a:pt x="88371" y="1012046"/>
                    <a:pt x="80605" y="1012051"/>
                  </a:cubicBezTo>
                  <a:cubicBezTo>
                    <a:pt x="76490" y="1012054"/>
                    <a:pt x="72376" y="1012061"/>
                    <a:pt x="68261" y="1012077"/>
                  </a:cubicBezTo>
                  <a:cubicBezTo>
                    <a:pt x="64393" y="1012092"/>
                    <a:pt x="60525" y="1012097"/>
                    <a:pt x="56657" y="1012093"/>
                  </a:cubicBezTo>
                  <a:cubicBezTo>
                    <a:pt x="55233" y="1012094"/>
                    <a:pt x="53809" y="1012098"/>
                    <a:pt x="52385" y="1012107"/>
                  </a:cubicBezTo>
                  <a:cubicBezTo>
                    <a:pt x="50449" y="1012118"/>
                    <a:pt x="48514" y="1012115"/>
                    <a:pt x="46579" y="1012109"/>
                  </a:cubicBezTo>
                  <a:cubicBezTo>
                    <a:pt x="46008" y="1012116"/>
                    <a:pt x="45436" y="1012122"/>
                    <a:pt x="44848" y="1012129"/>
                  </a:cubicBezTo>
                  <a:cubicBezTo>
                    <a:pt x="43288" y="1012116"/>
                    <a:pt x="43288" y="1012116"/>
                    <a:pt x="40896" y="1011841"/>
                  </a:cubicBezTo>
                  <a:cubicBezTo>
                    <a:pt x="40527" y="1010736"/>
                    <a:pt x="40527" y="1010736"/>
                    <a:pt x="40151" y="1009608"/>
                  </a:cubicBezTo>
                  <a:cubicBezTo>
                    <a:pt x="39415" y="1009363"/>
                    <a:pt x="38678" y="1009117"/>
                    <a:pt x="37919" y="1008864"/>
                  </a:cubicBezTo>
                  <a:cubicBezTo>
                    <a:pt x="37551" y="1007759"/>
                    <a:pt x="37551" y="1007759"/>
                    <a:pt x="37175" y="1006632"/>
                  </a:cubicBezTo>
                  <a:cubicBezTo>
                    <a:pt x="36438" y="1006141"/>
                    <a:pt x="35701" y="1005650"/>
                    <a:pt x="34942" y="1005144"/>
                  </a:cubicBezTo>
                  <a:cubicBezTo>
                    <a:pt x="34574" y="1004039"/>
                    <a:pt x="34574" y="1004039"/>
                    <a:pt x="34198" y="1002911"/>
                  </a:cubicBezTo>
                  <a:cubicBezTo>
                    <a:pt x="33584" y="1002543"/>
                    <a:pt x="32970" y="1002174"/>
                    <a:pt x="32338" y="1001795"/>
                  </a:cubicBezTo>
                  <a:cubicBezTo>
                    <a:pt x="30478" y="1000679"/>
                    <a:pt x="30478" y="1000679"/>
                    <a:pt x="29733" y="998446"/>
                  </a:cubicBezTo>
                  <a:cubicBezTo>
                    <a:pt x="29411" y="998124"/>
                    <a:pt x="29089" y="997802"/>
                    <a:pt x="28757" y="997470"/>
                  </a:cubicBezTo>
                  <a:cubicBezTo>
                    <a:pt x="27501" y="996214"/>
                    <a:pt x="27501" y="996214"/>
                    <a:pt x="26013" y="993888"/>
                  </a:cubicBezTo>
                  <a:cubicBezTo>
                    <a:pt x="24713" y="991564"/>
                    <a:pt x="24713" y="991564"/>
                    <a:pt x="22292" y="991005"/>
                  </a:cubicBezTo>
                  <a:cubicBezTo>
                    <a:pt x="22292" y="990023"/>
                    <a:pt x="22292" y="989040"/>
                    <a:pt x="22292" y="988028"/>
                  </a:cubicBezTo>
                  <a:cubicBezTo>
                    <a:pt x="21312" y="987508"/>
                    <a:pt x="20320" y="987011"/>
                    <a:pt x="19316" y="986540"/>
                  </a:cubicBezTo>
                  <a:cubicBezTo>
                    <a:pt x="19316" y="985803"/>
                    <a:pt x="19316" y="985067"/>
                    <a:pt x="19316" y="984308"/>
                  </a:cubicBezTo>
                  <a:cubicBezTo>
                    <a:pt x="18824" y="984185"/>
                    <a:pt x="18333" y="984062"/>
                    <a:pt x="17827" y="983936"/>
                  </a:cubicBezTo>
                  <a:cubicBezTo>
                    <a:pt x="17336" y="983813"/>
                    <a:pt x="16845" y="983690"/>
                    <a:pt x="16339" y="983563"/>
                  </a:cubicBezTo>
                  <a:cubicBezTo>
                    <a:pt x="16339" y="982827"/>
                    <a:pt x="16339" y="982090"/>
                    <a:pt x="16339" y="981331"/>
                  </a:cubicBezTo>
                  <a:cubicBezTo>
                    <a:pt x="15848" y="981224"/>
                    <a:pt x="15357" y="981116"/>
                    <a:pt x="14851" y="981006"/>
                  </a:cubicBezTo>
                  <a:cubicBezTo>
                    <a:pt x="14360" y="980867"/>
                    <a:pt x="13868" y="980729"/>
                    <a:pt x="13362" y="980587"/>
                  </a:cubicBezTo>
                  <a:cubicBezTo>
                    <a:pt x="13362" y="979605"/>
                    <a:pt x="13362" y="978622"/>
                    <a:pt x="13362" y="977610"/>
                  </a:cubicBezTo>
                  <a:cubicBezTo>
                    <a:pt x="12626" y="977610"/>
                    <a:pt x="11889" y="977610"/>
                    <a:pt x="11130" y="977610"/>
                  </a:cubicBezTo>
                  <a:cubicBezTo>
                    <a:pt x="11130" y="976628"/>
                    <a:pt x="11130" y="975646"/>
                    <a:pt x="11130" y="974634"/>
                  </a:cubicBezTo>
                  <a:cubicBezTo>
                    <a:pt x="10577" y="974526"/>
                    <a:pt x="10025" y="974419"/>
                    <a:pt x="9456" y="974308"/>
                  </a:cubicBezTo>
                  <a:cubicBezTo>
                    <a:pt x="7409" y="973890"/>
                    <a:pt x="7409" y="973890"/>
                    <a:pt x="5688" y="972076"/>
                  </a:cubicBezTo>
                  <a:cubicBezTo>
                    <a:pt x="4433" y="970169"/>
                    <a:pt x="4433" y="970169"/>
                    <a:pt x="4433" y="968681"/>
                  </a:cubicBezTo>
                  <a:cubicBezTo>
                    <a:pt x="3942" y="968681"/>
                    <a:pt x="3450" y="968681"/>
                    <a:pt x="2944" y="968681"/>
                  </a:cubicBezTo>
                  <a:cubicBezTo>
                    <a:pt x="2936" y="939084"/>
                    <a:pt x="2928" y="909487"/>
                    <a:pt x="2921" y="879890"/>
                  </a:cubicBezTo>
                  <a:cubicBezTo>
                    <a:pt x="2921" y="879311"/>
                    <a:pt x="2920" y="878732"/>
                    <a:pt x="2920" y="878135"/>
                  </a:cubicBezTo>
                  <a:cubicBezTo>
                    <a:pt x="2904" y="816100"/>
                    <a:pt x="2891" y="754065"/>
                    <a:pt x="2881" y="692030"/>
                  </a:cubicBezTo>
                  <a:cubicBezTo>
                    <a:pt x="2881" y="690653"/>
                    <a:pt x="2881" y="689276"/>
                    <a:pt x="2881" y="687898"/>
                  </a:cubicBezTo>
                  <a:cubicBezTo>
                    <a:pt x="2876" y="658988"/>
                    <a:pt x="2872" y="630077"/>
                    <a:pt x="2869" y="601167"/>
                  </a:cubicBezTo>
                  <a:cubicBezTo>
                    <a:pt x="2867" y="586645"/>
                    <a:pt x="2865" y="572123"/>
                    <a:pt x="2863" y="557601"/>
                  </a:cubicBezTo>
                  <a:cubicBezTo>
                    <a:pt x="2863" y="555411"/>
                    <a:pt x="2862" y="553220"/>
                    <a:pt x="2862" y="551029"/>
                  </a:cubicBezTo>
                  <a:cubicBezTo>
                    <a:pt x="2858" y="517283"/>
                    <a:pt x="2852" y="483537"/>
                    <a:pt x="2842" y="449791"/>
                  </a:cubicBezTo>
                  <a:cubicBezTo>
                    <a:pt x="2842" y="449065"/>
                    <a:pt x="2842" y="448339"/>
                    <a:pt x="2842" y="447591"/>
                  </a:cubicBezTo>
                  <a:cubicBezTo>
                    <a:pt x="2838" y="435886"/>
                    <a:pt x="2835" y="424180"/>
                    <a:pt x="2831" y="412475"/>
                  </a:cubicBezTo>
                  <a:cubicBezTo>
                    <a:pt x="2822" y="378773"/>
                    <a:pt x="2813" y="345072"/>
                    <a:pt x="2809" y="311371"/>
                  </a:cubicBezTo>
                  <a:cubicBezTo>
                    <a:pt x="2809" y="310678"/>
                    <a:pt x="2809" y="309986"/>
                    <a:pt x="2809" y="309272"/>
                  </a:cubicBezTo>
                  <a:cubicBezTo>
                    <a:pt x="2807" y="294072"/>
                    <a:pt x="2805" y="278872"/>
                    <a:pt x="2805" y="263671"/>
                  </a:cubicBezTo>
                  <a:cubicBezTo>
                    <a:pt x="2804" y="257556"/>
                    <a:pt x="2804" y="251441"/>
                    <a:pt x="2803" y="245325"/>
                  </a:cubicBezTo>
                  <a:cubicBezTo>
                    <a:pt x="2803" y="244656"/>
                    <a:pt x="2803" y="243986"/>
                    <a:pt x="2803" y="243297"/>
                  </a:cubicBezTo>
                  <a:cubicBezTo>
                    <a:pt x="2801" y="221705"/>
                    <a:pt x="2795" y="200113"/>
                    <a:pt x="2786" y="178522"/>
                  </a:cubicBezTo>
                  <a:cubicBezTo>
                    <a:pt x="2777" y="156785"/>
                    <a:pt x="2773" y="135048"/>
                    <a:pt x="2775" y="113310"/>
                  </a:cubicBezTo>
                  <a:cubicBezTo>
                    <a:pt x="2776" y="110311"/>
                    <a:pt x="2776" y="107312"/>
                    <a:pt x="2776" y="104313"/>
                  </a:cubicBezTo>
                  <a:cubicBezTo>
                    <a:pt x="2776" y="103725"/>
                    <a:pt x="2776" y="103137"/>
                    <a:pt x="2776" y="102531"/>
                  </a:cubicBezTo>
                  <a:cubicBezTo>
                    <a:pt x="2777" y="93196"/>
                    <a:pt x="2772" y="83860"/>
                    <a:pt x="2766" y="74524"/>
                  </a:cubicBezTo>
                  <a:cubicBezTo>
                    <a:pt x="2760" y="65359"/>
                    <a:pt x="2758" y="56195"/>
                    <a:pt x="2763" y="47030"/>
                  </a:cubicBezTo>
                  <a:cubicBezTo>
                    <a:pt x="2765" y="42121"/>
                    <a:pt x="2765" y="37212"/>
                    <a:pt x="2759" y="32304"/>
                  </a:cubicBezTo>
                  <a:cubicBezTo>
                    <a:pt x="2753" y="27848"/>
                    <a:pt x="2753" y="23393"/>
                    <a:pt x="2760" y="18938"/>
                  </a:cubicBezTo>
                  <a:cubicBezTo>
                    <a:pt x="2761" y="17326"/>
                    <a:pt x="2759" y="15714"/>
                    <a:pt x="2755" y="14102"/>
                  </a:cubicBezTo>
                  <a:cubicBezTo>
                    <a:pt x="2750" y="11933"/>
                    <a:pt x="2753" y="9763"/>
                    <a:pt x="2760" y="7593"/>
                  </a:cubicBezTo>
                  <a:cubicBezTo>
                    <a:pt x="2756" y="6957"/>
                    <a:pt x="2752" y="6322"/>
                    <a:pt x="2748" y="5666"/>
                  </a:cubicBezTo>
                  <a:cubicBezTo>
                    <a:pt x="2757" y="4209"/>
                    <a:pt x="2842" y="2752"/>
                    <a:pt x="2944" y="1298"/>
                  </a:cubicBezTo>
                  <a:cubicBezTo>
                    <a:pt x="4675" y="433"/>
                    <a:pt x="5670" y="460"/>
                    <a:pt x="7596" y="459"/>
                  </a:cubicBezTo>
                  <a:close/>
                </a:path>
              </a:pathLst>
            </a:custGeom>
            <a:grpFill/>
            <a:ln w="744" cap="flat">
              <a:noFill/>
              <a:prstDash val="solid"/>
              <a:miter/>
            </a:ln>
          </p:spPr>
          <p:txBody>
            <a:bodyPr rtlCol="0" anchor="ctr"/>
            <a:lstStyle/>
            <a:p>
              <a:endParaRPr lang="zh-CN" altLang="en-US"/>
            </a:p>
          </p:txBody>
        </p:sp>
        <p:sp>
          <p:nvSpPr>
            <p:cNvPr id="18" name="任意多边形: 形状 118"/>
            <p:cNvSpPr/>
            <p:nvPr/>
          </p:nvSpPr>
          <p:spPr>
            <a:xfrm>
              <a:off x="6012559" y="6053017"/>
              <a:ext cx="101154" cy="436858"/>
            </a:xfrm>
            <a:custGeom>
              <a:avLst/>
              <a:gdLst>
                <a:gd name="connsiteX0" fmla="*/ 5592 w 185753"/>
                <a:gd name="connsiteY0" fmla="*/ 452 h 1011671"/>
                <a:gd name="connsiteX1" fmla="*/ 84471 w 185753"/>
                <a:gd name="connsiteY1" fmla="*/ 1196 h 1011671"/>
                <a:gd name="connsiteX2" fmla="*/ 84568 w 185753"/>
                <a:gd name="connsiteY2" fmla="*/ 7181 h 1011671"/>
                <a:gd name="connsiteX3" fmla="*/ 84573 w 185753"/>
                <a:gd name="connsiteY3" fmla="*/ 9118 h 1011671"/>
                <a:gd name="connsiteX4" fmla="*/ 84574 w 185753"/>
                <a:gd name="connsiteY4" fmla="*/ 15640 h 1011671"/>
                <a:gd name="connsiteX5" fmla="*/ 84581 w 185753"/>
                <a:gd name="connsiteY5" fmla="*/ 20345 h 1011671"/>
                <a:gd name="connsiteX6" fmla="*/ 84588 w 185753"/>
                <a:gd name="connsiteY6" fmla="*/ 33397 h 1011671"/>
                <a:gd name="connsiteX7" fmla="*/ 84600 w 185753"/>
                <a:gd name="connsiteY7" fmla="*/ 47549 h 1011671"/>
                <a:gd name="connsiteX8" fmla="*/ 84617 w 185753"/>
                <a:gd name="connsiteY8" fmla="*/ 72394 h 1011671"/>
                <a:gd name="connsiteX9" fmla="*/ 84634 w 185753"/>
                <a:gd name="connsiteY9" fmla="*/ 99065 h 1011671"/>
                <a:gd name="connsiteX10" fmla="*/ 84636 w 185753"/>
                <a:gd name="connsiteY10" fmla="*/ 100763 h 1011671"/>
                <a:gd name="connsiteX11" fmla="*/ 84643 w 185753"/>
                <a:gd name="connsiteY11" fmla="*/ 109338 h 1011671"/>
                <a:gd name="connsiteX12" fmla="*/ 84687 w 185753"/>
                <a:gd name="connsiteY12" fmla="*/ 171472 h 1011671"/>
                <a:gd name="connsiteX13" fmla="*/ 84729 w 185753"/>
                <a:gd name="connsiteY13" fmla="*/ 233025 h 1011671"/>
                <a:gd name="connsiteX14" fmla="*/ 84731 w 185753"/>
                <a:gd name="connsiteY14" fmla="*/ 234955 h 1011671"/>
                <a:gd name="connsiteX15" fmla="*/ 84744 w 185753"/>
                <a:gd name="connsiteY15" fmla="*/ 252399 h 1011671"/>
                <a:gd name="connsiteX16" fmla="*/ 84777 w 185753"/>
                <a:gd name="connsiteY16" fmla="*/ 295769 h 1011671"/>
                <a:gd name="connsiteX17" fmla="*/ 84779 w 185753"/>
                <a:gd name="connsiteY17" fmla="*/ 297764 h 1011671"/>
                <a:gd name="connsiteX18" fmla="*/ 84845 w 185753"/>
                <a:gd name="connsiteY18" fmla="*/ 393897 h 1011671"/>
                <a:gd name="connsiteX19" fmla="*/ 84867 w 185753"/>
                <a:gd name="connsiteY19" fmla="*/ 427267 h 1011671"/>
                <a:gd name="connsiteX20" fmla="*/ 84868 w 185753"/>
                <a:gd name="connsiteY20" fmla="*/ 429357 h 1011671"/>
                <a:gd name="connsiteX21" fmla="*/ 84936 w 185753"/>
                <a:gd name="connsiteY21" fmla="*/ 525525 h 1011671"/>
                <a:gd name="connsiteX22" fmla="*/ 84941 w 185753"/>
                <a:gd name="connsiteY22" fmla="*/ 531766 h 1011671"/>
                <a:gd name="connsiteX23" fmla="*/ 84972 w 185753"/>
                <a:gd name="connsiteY23" fmla="*/ 573128 h 1011671"/>
                <a:gd name="connsiteX24" fmla="*/ 85032 w 185753"/>
                <a:gd name="connsiteY24" fmla="*/ 655432 h 1011671"/>
                <a:gd name="connsiteX25" fmla="*/ 85035 w 185753"/>
                <a:gd name="connsiteY25" fmla="*/ 659352 h 1011671"/>
                <a:gd name="connsiteX26" fmla="*/ 85159 w 185753"/>
                <a:gd name="connsiteY26" fmla="*/ 835859 h 1011671"/>
                <a:gd name="connsiteX27" fmla="*/ 85160 w 185753"/>
                <a:gd name="connsiteY27" fmla="*/ 837529 h 1011671"/>
                <a:gd name="connsiteX28" fmla="*/ 85215 w 185753"/>
                <a:gd name="connsiteY28" fmla="*/ 920210 h 1011671"/>
                <a:gd name="connsiteX29" fmla="*/ 87447 w 185753"/>
                <a:gd name="connsiteY29" fmla="*/ 919466 h 1011671"/>
                <a:gd name="connsiteX30" fmla="*/ 91476 w 185753"/>
                <a:gd name="connsiteY30" fmla="*/ 919366 h 1011671"/>
                <a:gd name="connsiteX31" fmla="*/ 94012 w 185753"/>
                <a:gd name="connsiteY31" fmla="*/ 919356 h 1011671"/>
                <a:gd name="connsiteX32" fmla="*/ 96795 w 185753"/>
                <a:gd name="connsiteY32" fmla="*/ 919357 h 1011671"/>
                <a:gd name="connsiteX33" fmla="*/ 99725 w 185753"/>
                <a:gd name="connsiteY33" fmla="*/ 919350 h 1011671"/>
                <a:gd name="connsiteX34" fmla="*/ 107687 w 185753"/>
                <a:gd name="connsiteY34" fmla="*/ 919341 h 1011671"/>
                <a:gd name="connsiteX35" fmla="*/ 114333 w 185753"/>
                <a:gd name="connsiteY35" fmla="*/ 919335 h 1011671"/>
                <a:gd name="connsiteX36" fmla="*/ 130014 w 185753"/>
                <a:gd name="connsiteY36" fmla="*/ 919328 h 1011671"/>
                <a:gd name="connsiteX37" fmla="*/ 146189 w 185753"/>
                <a:gd name="connsiteY37" fmla="*/ 919308 h 1011671"/>
                <a:gd name="connsiteX38" fmla="*/ 160076 w 185753"/>
                <a:gd name="connsiteY38" fmla="*/ 919295 h 1011671"/>
                <a:gd name="connsiteX39" fmla="*/ 168370 w 185753"/>
                <a:gd name="connsiteY39" fmla="*/ 919285 h 1011671"/>
                <a:gd name="connsiteX40" fmla="*/ 177622 w 185753"/>
                <a:gd name="connsiteY40" fmla="*/ 919285 h 1011671"/>
                <a:gd name="connsiteX41" fmla="*/ 180396 w 185753"/>
                <a:gd name="connsiteY41" fmla="*/ 919272 h 1011671"/>
                <a:gd name="connsiteX42" fmla="*/ 182944 w 185753"/>
                <a:gd name="connsiteY42" fmla="*/ 919282 h 1011671"/>
                <a:gd name="connsiteX43" fmla="*/ 185153 w 185753"/>
                <a:gd name="connsiteY43" fmla="*/ 919280 h 1011671"/>
                <a:gd name="connsiteX44" fmla="*/ 190883 w 185753"/>
                <a:gd name="connsiteY44" fmla="*/ 920954 h 1011671"/>
                <a:gd name="connsiteX45" fmla="*/ 191330 w 185753"/>
                <a:gd name="connsiteY45" fmla="*/ 924579 h 1011671"/>
                <a:gd name="connsiteX46" fmla="*/ 191346 w 185753"/>
                <a:gd name="connsiteY46" fmla="*/ 926900 h 1011671"/>
                <a:gd name="connsiteX47" fmla="*/ 191305 w 185753"/>
                <a:gd name="connsiteY47" fmla="*/ 929457 h 1011671"/>
                <a:gd name="connsiteX48" fmla="*/ 191307 w 185753"/>
                <a:gd name="connsiteY48" fmla="*/ 932141 h 1011671"/>
                <a:gd name="connsiteX49" fmla="*/ 191260 w 185753"/>
                <a:gd name="connsiteY49" fmla="*/ 939437 h 1011671"/>
                <a:gd name="connsiteX50" fmla="*/ 191230 w 185753"/>
                <a:gd name="connsiteY50" fmla="*/ 947058 h 1011671"/>
                <a:gd name="connsiteX51" fmla="*/ 191151 w 185753"/>
                <a:gd name="connsiteY51" fmla="*/ 961495 h 1011671"/>
                <a:gd name="connsiteX52" fmla="*/ 191070 w 185753"/>
                <a:gd name="connsiteY52" fmla="*/ 977929 h 1011671"/>
                <a:gd name="connsiteX53" fmla="*/ 190883 w 185753"/>
                <a:gd name="connsiteY53" fmla="*/ 1011739 h 1011671"/>
                <a:gd name="connsiteX54" fmla="*/ 132455 w 185753"/>
                <a:gd name="connsiteY54" fmla="*/ 1011893 h 1011671"/>
                <a:gd name="connsiteX55" fmla="*/ 105327 w 185753"/>
                <a:gd name="connsiteY55" fmla="*/ 1011964 h 1011671"/>
                <a:gd name="connsiteX56" fmla="*/ 81691 w 185753"/>
                <a:gd name="connsiteY56" fmla="*/ 1012019 h 1011671"/>
                <a:gd name="connsiteX57" fmla="*/ 69168 w 185753"/>
                <a:gd name="connsiteY57" fmla="*/ 1012054 h 1011671"/>
                <a:gd name="connsiteX58" fmla="*/ 57394 w 185753"/>
                <a:gd name="connsiteY58" fmla="*/ 1012076 h 1011671"/>
                <a:gd name="connsiteX59" fmla="*/ 53061 w 185753"/>
                <a:gd name="connsiteY59" fmla="*/ 1012094 h 1011671"/>
                <a:gd name="connsiteX60" fmla="*/ 47168 w 185753"/>
                <a:gd name="connsiteY60" fmla="*/ 1012097 h 1011671"/>
                <a:gd name="connsiteX61" fmla="*/ 45418 w 185753"/>
                <a:gd name="connsiteY61" fmla="*/ 1012123 h 1011671"/>
                <a:gd name="connsiteX62" fmla="*/ 41311 w 185753"/>
                <a:gd name="connsiteY62" fmla="*/ 1011739 h 1011671"/>
                <a:gd name="connsiteX63" fmla="*/ 39822 w 185753"/>
                <a:gd name="connsiteY63" fmla="*/ 1008762 h 1011671"/>
                <a:gd name="connsiteX64" fmla="*/ 38334 w 185753"/>
                <a:gd name="connsiteY64" fmla="*/ 1008018 h 1011671"/>
                <a:gd name="connsiteX65" fmla="*/ 37590 w 185753"/>
                <a:gd name="connsiteY65" fmla="*/ 1005786 h 1011671"/>
                <a:gd name="connsiteX66" fmla="*/ 36102 w 185753"/>
                <a:gd name="connsiteY66" fmla="*/ 1005414 h 1011671"/>
                <a:gd name="connsiteX67" fmla="*/ 34613 w 185753"/>
                <a:gd name="connsiteY67" fmla="*/ 1005042 h 1011671"/>
                <a:gd name="connsiteX68" fmla="*/ 33869 w 185753"/>
                <a:gd name="connsiteY68" fmla="*/ 1002809 h 1011671"/>
                <a:gd name="connsiteX69" fmla="*/ 32381 w 185753"/>
                <a:gd name="connsiteY69" fmla="*/ 1002065 h 1011671"/>
                <a:gd name="connsiteX70" fmla="*/ 31776 w 185753"/>
                <a:gd name="connsiteY70" fmla="*/ 1000763 h 1011671"/>
                <a:gd name="connsiteX71" fmla="*/ 29265 w 185753"/>
                <a:gd name="connsiteY71" fmla="*/ 997461 h 1011671"/>
                <a:gd name="connsiteX72" fmla="*/ 23190 w 185753"/>
                <a:gd name="connsiteY72" fmla="*/ 990150 h 1011671"/>
                <a:gd name="connsiteX73" fmla="*/ 19731 w 185753"/>
                <a:gd name="connsiteY73" fmla="*/ 987182 h 1011671"/>
                <a:gd name="connsiteX74" fmla="*/ 18987 w 185753"/>
                <a:gd name="connsiteY74" fmla="*/ 984950 h 1011671"/>
                <a:gd name="connsiteX75" fmla="*/ 16754 w 185753"/>
                <a:gd name="connsiteY75" fmla="*/ 983462 h 1011671"/>
                <a:gd name="connsiteX76" fmla="*/ 16010 w 185753"/>
                <a:gd name="connsiteY76" fmla="*/ 981229 h 1011671"/>
                <a:gd name="connsiteX77" fmla="*/ 14847 w 185753"/>
                <a:gd name="connsiteY77" fmla="*/ 980066 h 1011671"/>
                <a:gd name="connsiteX78" fmla="*/ 13778 w 185753"/>
                <a:gd name="connsiteY78" fmla="*/ 977509 h 1011671"/>
                <a:gd name="connsiteX79" fmla="*/ 10801 w 185753"/>
                <a:gd name="connsiteY79" fmla="*/ 977509 h 1011671"/>
                <a:gd name="connsiteX80" fmla="*/ 10801 w 185753"/>
                <a:gd name="connsiteY80" fmla="*/ 974532 h 1011671"/>
                <a:gd name="connsiteX81" fmla="*/ 9313 w 185753"/>
                <a:gd name="connsiteY81" fmla="*/ 974160 h 1011671"/>
                <a:gd name="connsiteX82" fmla="*/ 7824 w 185753"/>
                <a:gd name="connsiteY82" fmla="*/ 973788 h 1011671"/>
                <a:gd name="connsiteX83" fmla="*/ 7824 w 185753"/>
                <a:gd name="connsiteY83" fmla="*/ 970811 h 1011671"/>
                <a:gd name="connsiteX84" fmla="*/ 5592 w 185753"/>
                <a:gd name="connsiteY84" fmla="*/ 970811 h 1011671"/>
                <a:gd name="connsiteX85" fmla="*/ 5592 w 185753"/>
                <a:gd name="connsiteY85" fmla="*/ 452 h 101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85753" h="1011671">
                  <a:moveTo>
                    <a:pt x="5592" y="452"/>
                  </a:moveTo>
                  <a:cubicBezTo>
                    <a:pt x="83727" y="452"/>
                    <a:pt x="83727" y="452"/>
                    <a:pt x="84471" y="1196"/>
                  </a:cubicBezTo>
                  <a:cubicBezTo>
                    <a:pt x="84546" y="3197"/>
                    <a:pt x="84573" y="5180"/>
                    <a:pt x="84568" y="7181"/>
                  </a:cubicBezTo>
                  <a:cubicBezTo>
                    <a:pt x="84570" y="8140"/>
                    <a:pt x="84570" y="8140"/>
                    <a:pt x="84573" y="9118"/>
                  </a:cubicBezTo>
                  <a:cubicBezTo>
                    <a:pt x="84577" y="11292"/>
                    <a:pt x="84575" y="13466"/>
                    <a:pt x="84574" y="15640"/>
                  </a:cubicBezTo>
                  <a:cubicBezTo>
                    <a:pt x="84576" y="17208"/>
                    <a:pt x="84578" y="18777"/>
                    <a:pt x="84581" y="20345"/>
                  </a:cubicBezTo>
                  <a:cubicBezTo>
                    <a:pt x="84586" y="24695"/>
                    <a:pt x="84587" y="29046"/>
                    <a:pt x="84588" y="33397"/>
                  </a:cubicBezTo>
                  <a:cubicBezTo>
                    <a:pt x="84589" y="38114"/>
                    <a:pt x="84595" y="42832"/>
                    <a:pt x="84600" y="47549"/>
                  </a:cubicBezTo>
                  <a:cubicBezTo>
                    <a:pt x="84608" y="55831"/>
                    <a:pt x="84614" y="64112"/>
                    <a:pt x="84617" y="72394"/>
                  </a:cubicBezTo>
                  <a:cubicBezTo>
                    <a:pt x="84621" y="81284"/>
                    <a:pt x="84627" y="90174"/>
                    <a:pt x="84634" y="99065"/>
                  </a:cubicBezTo>
                  <a:cubicBezTo>
                    <a:pt x="84635" y="99625"/>
                    <a:pt x="84635" y="100186"/>
                    <a:pt x="84636" y="100763"/>
                  </a:cubicBezTo>
                  <a:cubicBezTo>
                    <a:pt x="84638" y="103621"/>
                    <a:pt x="84641" y="106480"/>
                    <a:pt x="84643" y="109338"/>
                  </a:cubicBezTo>
                  <a:cubicBezTo>
                    <a:pt x="84661" y="130049"/>
                    <a:pt x="84675" y="150761"/>
                    <a:pt x="84687" y="171472"/>
                  </a:cubicBezTo>
                  <a:cubicBezTo>
                    <a:pt x="84700" y="191990"/>
                    <a:pt x="84713" y="212508"/>
                    <a:pt x="84729" y="233025"/>
                  </a:cubicBezTo>
                  <a:cubicBezTo>
                    <a:pt x="84730" y="233662"/>
                    <a:pt x="84730" y="234299"/>
                    <a:pt x="84731" y="234955"/>
                  </a:cubicBezTo>
                  <a:cubicBezTo>
                    <a:pt x="84735" y="240770"/>
                    <a:pt x="84740" y="246584"/>
                    <a:pt x="84744" y="252399"/>
                  </a:cubicBezTo>
                  <a:cubicBezTo>
                    <a:pt x="84755" y="266856"/>
                    <a:pt x="84766" y="281312"/>
                    <a:pt x="84777" y="295769"/>
                  </a:cubicBezTo>
                  <a:cubicBezTo>
                    <a:pt x="84778" y="296427"/>
                    <a:pt x="84778" y="297085"/>
                    <a:pt x="84779" y="297764"/>
                  </a:cubicBezTo>
                  <a:cubicBezTo>
                    <a:pt x="84803" y="329808"/>
                    <a:pt x="84824" y="361853"/>
                    <a:pt x="84845" y="393897"/>
                  </a:cubicBezTo>
                  <a:cubicBezTo>
                    <a:pt x="84852" y="405021"/>
                    <a:pt x="84860" y="416144"/>
                    <a:pt x="84867" y="427267"/>
                  </a:cubicBezTo>
                  <a:cubicBezTo>
                    <a:pt x="84868" y="428302"/>
                    <a:pt x="84868" y="428302"/>
                    <a:pt x="84868" y="429357"/>
                  </a:cubicBezTo>
                  <a:cubicBezTo>
                    <a:pt x="84890" y="461413"/>
                    <a:pt x="84913" y="493469"/>
                    <a:pt x="84936" y="525525"/>
                  </a:cubicBezTo>
                  <a:cubicBezTo>
                    <a:pt x="84938" y="527605"/>
                    <a:pt x="84940" y="529686"/>
                    <a:pt x="84941" y="531766"/>
                  </a:cubicBezTo>
                  <a:cubicBezTo>
                    <a:pt x="84951" y="545553"/>
                    <a:pt x="84961" y="559341"/>
                    <a:pt x="84972" y="573128"/>
                  </a:cubicBezTo>
                  <a:cubicBezTo>
                    <a:pt x="84992" y="600563"/>
                    <a:pt x="85012" y="627997"/>
                    <a:pt x="85032" y="655432"/>
                  </a:cubicBezTo>
                  <a:cubicBezTo>
                    <a:pt x="85033" y="656739"/>
                    <a:pt x="85034" y="658045"/>
                    <a:pt x="85035" y="659352"/>
                  </a:cubicBezTo>
                  <a:cubicBezTo>
                    <a:pt x="85078" y="718187"/>
                    <a:pt x="85119" y="777023"/>
                    <a:pt x="85159" y="835859"/>
                  </a:cubicBezTo>
                  <a:cubicBezTo>
                    <a:pt x="85159" y="836410"/>
                    <a:pt x="85159" y="836961"/>
                    <a:pt x="85160" y="837529"/>
                  </a:cubicBezTo>
                  <a:cubicBezTo>
                    <a:pt x="85178" y="865089"/>
                    <a:pt x="85197" y="892649"/>
                    <a:pt x="85215" y="920210"/>
                  </a:cubicBezTo>
                  <a:cubicBezTo>
                    <a:pt x="85952" y="919964"/>
                    <a:pt x="86688" y="919719"/>
                    <a:pt x="87447" y="919466"/>
                  </a:cubicBezTo>
                  <a:cubicBezTo>
                    <a:pt x="88789" y="919395"/>
                    <a:pt x="90133" y="919368"/>
                    <a:pt x="91476" y="919366"/>
                  </a:cubicBezTo>
                  <a:cubicBezTo>
                    <a:pt x="92313" y="919363"/>
                    <a:pt x="93150" y="919360"/>
                    <a:pt x="94012" y="919356"/>
                  </a:cubicBezTo>
                  <a:cubicBezTo>
                    <a:pt x="94930" y="919357"/>
                    <a:pt x="95849" y="919357"/>
                    <a:pt x="96795" y="919357"/>
                  </a:cubicBezTo>
                  <a:cubicBezTo>
                    <a:pt x="97762" y="919355"/>
                    <a:pt x="98729" y="919352"/>
                    <a:pt x="99725" y="919350"/>
                  </a:cubicBezTo>
                  <a:cubicBezTo>
                    <a:pt x="102379" y="919343"/>
                    <a:pt x="105033" y="919342"/>
                    <a:pt x="107687" y="919341"/>
                  </a:cubicBezTo>
                  <a:cubicBezTo>
                    <a:pt x="109902" y="919340"/>
                    <a:pt x="112117" y="919338"/>
                    <a:pt x="114333" y="919335"/>
                  </a:cubicBezTo>
                  <a:cubicBezTo>
                    <a:pt x="119560" y="919329"/>
                    <a:pt x="124787" y="919327"/>
                    <a:pt x="130014" y="919328"/>
                  </a:cubicBezTo>
                  <a:cubicBezTo>
                    <a:pt x="135406" y="919328"/>
                    <a:pt x="140797" y="919320"/>
                    <a:pt x="146189" y="919308"/>
                  </a:cubicBezTo>
                  <a:cubicBezTo>
                    <a:pt x="150818" y="919299"/>
                    <a:pt x="155447" y="919295"/>
                    <a:pt x="160076" y="919295"/>
                  </a:cubicBezTo>
                  <a:cubicBezTo>
                    <a:pt x="162841" y="919295"/>
                    <a:pt x="165606" y="919293"/>
                    <a:pt x="168370" y="919285"/>
                  </a:cubicBezTo>
                  <a:cubicBezTo>
                    <a:pt x="171454" y="919277"/>
                    <a:pt x="174538" y="919280"/>
                    <a:pt x="177622" y="919285"/>
                  </a:cubicBezTo>
                  <a:cubicBezTo>
                    <a:pt x="178995" y="919279"/>
                    <a:pt x="178995" y="919279"/>
                    <a:pt x="180396" y="919272"/>
                  </a:cubicBezTo>
                  <a:cubicBezTo>
                    <a:pt x="181237" y="919275"/>
                    <a:pt x="182078" y="919278"/>
                    <a:pt x="182944" y="919282"/>
                  </a:cubicBezTo>
                  <a:cubicBezTo>
                    <a:pt x="183673" y="919281"/>
                    <a:pt x="184402" y="919281"/>
                    <a:pt x="185153" y="919280"/>
                  </a:cubicBezTo>
                  <a:cubicBezTo>
                    <a:pt x="187392" y="919487"/>
                    <a:pt x="188940" y="919807"/>
                    <a:pt x="190883" y="920954"/>
                  </a:cubicBezTo>
                  <a:cubicBezTo>
                    <a:pt x="191341" y="922555"/>
                    <a:pt x="191341" y="922555"/>
                    <a:pt x="191330" y="924579"/>
                  </a:cubicBezTo>
                  <a:cubicBezTo>
                    <a:pt x="191336" y="925345"/>
                    <a:pt x="191341" y="926111"/>
                    <a:pt x="191346" y="926900"/>
                  </a:cubicBezTo>
                  <a:cubicBezTo>
                    <a:pt x="191333" y="927744"/>
                    <a:pt x="191319" y="928587"/>
                    <a:pt x="191305" y="929457"/>
                  </a:cubicBezTo>
                  <a:cubicBezTo>
                    <a:pt x="191306" y="930785"/>
                    <a:pt x="191306" y="930785"/>
                    <a:pt x="191307" y="932141"/>
                  </a:cubicBezTo>
                  <a:cubicBezTo>
                    <a:pt x="191305" y="934573"/>
                    <a:pt x="191286" y="937005"/>
                    <a:pt x="191260" y="939437"/>
                  </a:cubicBezTo>
                  <a:cubicBezTo>
                    <a:pt x="191237" y="941977"/>
                    <a:pt x="191235" y="944518"/>
                    <a:pt x="191230" y="947058"/>
                  </a:cubicBezTo>
                  <a:cubicBezTo>
                    <a:pt x="191219" y="951871"/>
                    <a:pt x="191188" y="956683"/>
                    <a:pt x="191151" y="961495"/>
                  </a:cubicBezTo>
                  <a:cubicBezTo>
                    <a:pt x="191109" y="966973"/>
                    <a:pt x="191089" y="972451"/>
                    <a:pt x="191070" y="977929"/>
                  </a:cubicBezTo>
                  <a:cubicBezTo>
                    <a:pt x="191031" y="989199"/>
                    <a:pt x="190966" y="1000469"/>
                    <a:pt x="190883" y="1011739"/>
                  </a:cubicBezTo>
                  <a:cubicBezTo>
                    <a:pt x="171407" y="1011808"/>
                    <a:pt x="151931" y="1011861"/>
                    <a:pt x="132455" y="1011893"/>
                  </a:cubicBezTo>
                  <a:cubicBezTo>
                    <a:pt x="123412" y="1011909"/>
                    <a:pt x="114370" y="1011930"/>
                    <a:pt x="105327" y="1011964"/>
                  </a:cubicBezTo>
                  <a:cubicBezTo>
                    <a:pt x="97448" y="1011993"/>
                    <a:pt x="89570" y="1012012"/>
                    <a:pt x="81691" y="1012019"/>
                  </a:cubicBezTo>
                  <a:cubicBezTo>
                    <a:pt x="77516" y="1012023"/>
                    <a:pt x="73342" y="1012032"/>
                    <a:pt x="69168" y="1012054"/>
                  </a:cubicBezTo>
                  <a:cubicBezTo>
                    <a:pt x="65243" y="1012074"/>
                    <a:pt x="61319" y="1012080"/>
                    <a:pt x="57394" y="1012076"/>
                  </a:cubicBezTo>
                  <a:cubicBezTo>
                    <a:pt x="55950" y="1012076"/>
                    <a:pt x="54505" y="1012082"/>
                    <a:pt x="53061" y="1012094"/>
                  </a:cubicBezTo>
                  <a:cubicBezTo>
                    <a:pt x="51097" y="1012108"/>
                    <a:pt x="49133" y="1012105"/>
                    <a:pt x="47168" y="1012097"/>
                  </a:cubicBezTo>
                  <a:cubicBezTo>
                    <a:pt x="46302" y="1012110"/>
                    <a:pt x="46302" y="1012110"/>
                    <a:pt x="45418" y="1012123"/>
                  </a:cubicBezTo>
                  <a:cubicBezTo>
                    <a:pt x="43830" y="1012105"/>
                    <a:pt x="43830" y="1012105"/>
                    <a:pt x="41311" y="1011739"/>
                  </a:cubicBezTo>
                  <a:cubicBezTo>
                    <a:pt x="40294" y="1010275"/>
                    <a:pt x="40294" y="1010275"/>
                    <a:pt x="39822" y="1008762"/>
                  </a:cubicBezTo>
                  <a:cubicBezTo>
                    <a:pt x="39331" y="1008517"/>
                    <a:pt x="38840" y="1008271"/>
                    <a:pt x="38334" y="1008018"/>
                  </a:cubicBezTo>
                  <a:cubicBezTo>
                    <a:pt x="37966" y="1006913"/>
                    <a:pt x="37966" y="1006913"/>
                    <a:pt x="37590" y="1005786"/>
                  </a:cubicBezTo>
                  <a:cubicBezTo>
                    <a:pt x="36853" y="1005602"/>
                    <a:pt x="36853" y="1005602"/>
                    <a:pt x="36102" y="1005414"/>
                  </a:cubicBezTo>
                  <a:cubicBezTo>
                    <a:pt x="35365" y="1005230"/>
                    <a:pt x="35365" y="1005230"/>
                    <a:pt x="34613" y="1005042"/>
                  </a:cubicBezTo>
                  <a:cubicBezTo>
                    <a:pt x="34245" y="1003937"/>
                    <a:pt x="34245" y="1003937"/>
                    <a:pt x="33869" y="1002809"/>
                  </a:cubicBezTo>
                  <a:cubicBezTo>
                    <a:pt x="33378" y="1002564"/>
                    <a:pt x="32887" y="1002318"/>
                    <a:pt x="32381" y="1002065"/>
                  </a:cubicBezTo>
                  <a:cubicBezTo>
                    <a:pt x="32182" y="1001635"/>
                    <a:pt x="31982" y="1001206"/>
                    <a:pt x="31776" y="1000763"/>
                  </a:cubicBezTo>
                  <a:cubicBezTo>
                    <a:pt x="30937" y="998972"/>
                    <a:pt x="30937" y="998972"/>
                    <a:pt x="29265" y="997461"/>
                  </a:cubicBezTo>
                  <a:cubicBezTo>
                    <a:pt x="26982" y="995177"/>
                    <a:pt x="25112" y="992738"/>
                    <a:pt x="23190" y="990150"/>
                  </a:cubicBezTo>
                  <a:cubicBezTo>
                    <a:pt x="21944" y="988504"/>
                    <a:pt x="21944" y="988504"/>
                    <a:pt x="19731" y="987182"/>
                  </a:cubicBezTo>
                  <a:cubicBezTo>
                    <a:pt x="19485" y="986446"/>
                    <a:pt x="19240" y="985709"/>
                    <a:pt x="18987" y="984950"/>
                  </a:cubicBezTo>
                  <a:cubicBezTo>
                    <a:pt x="18250" y="984459"/>
                    <a:pt x="17513" y="983968"/>
                    <a:pt x="16754" y="983462"/>
                  </a:cubicBezTo>
                  <a:cubicBezTo>
                    <a:pt x="16386" y="982357"/>
                    <a:pt x="16386" y="982357"/>
                    <a:pt x="16010" y="981229"/>
                  </a:cubicBezTo>
                  <a:cubicBezTo>
                    <a:pt x="15626" y="980846"/>
                    <a:pt x="15243" y="980462"/>
                    <a:pt x="14847" y="980066"/>
                  </a:cubicBezTo>
                  <a:cubicBezTo>
                    <a:pt x="13778" y="978997"/>
                    <a:pt x="13778" y="978997"/>
                    <a:pt x="13778" y="977509"/>
                  </a:cubicBezTo>
                  <a:cubicBezTo>
                    <a:pt x="12795" y="977509"/>
                    <a:pt x="11813" y="977509"/>
                    <a:pt x="10801" y="977509"/>
                  </a:cubicBezTo>
                  <a:cubicBezTo>
                    <a:pt x="10801" y="976526"/>
                    <a:pt x="10801" y="975544"/>
                    <a:pt x="10801" y="974532"/>
                  </a:cubicBezTo>
                  <a:cubicBezTo>
                    <a:pt x="10310" y="974409"/>
                    <a:pt x="9819" y="974286"/>
                    <a:pt x="9313" y="974160"/>
                  </a:cubicBezTo>
                  <a:cubicBezTo>
                    <a:pt x="8822" y="974037"/>
                    <a:pt x="8330" y="973914"/>
                    <a:pt x="7824" y="973788"/>
                  </a:cubicBezTo>
                  <a:cubicBezTo>
                    <a:pt x="7824" y="972806"/>
                    <a:pt x="7824" y="971823"/>
                    <a:pt x="7824" y="970811"/>
                  </a:cubicBezTo>
                  <a:cubicBezTo>
                    <a:pt x="7088" y="970811"/>
                    <a:pt x="6351" y="970811"/>
                    <a:pt x="5592" y="970811"/>
                  </a:cubicBezTo>
                  <a:cubicBezTo>
                    <a:pt x="5592" y="650593"/>
                    <a:pt x="5592" y="330374"/>
                    <a:pt x="5592" y="452"/>
                  </a:cubicBezTo>
                  <a:close/>
                </a:path>
              </a:pathLst>
            </a:custGeom>
            <a:grpFill/>
            <a:ln w="744" cap="flat">
              <a:noFill/>
              <a:prstDash val="solid"/>
              <a:miter/>
            </a:ln>
          </p:spPr>
          <p:txBody>
            <a:bodyPr rtlCol="0" anchor="ctr"/>
            <a:lstStyle/>
            <a:p>
              <a:endParaRPr lang="zh-CN" altLang="en-US"/>
            </a:p>
          </p:txBody>
        </p:sp>
        <p:sp>
          <p:nvSpPr>
            <p:cNvPr id="19" name="任意多边形: 形状 119"/>
            <p:cNvSpPr/>
            <p:nvPr/>
          </p:nvSpPr>
          <p:spPr>
            <a:xfrm>
              <a:off x="5872293" y="6053017"/>
              <a:ext cx="101464" cy="436900"/>
            </a:xfrm>
            <a:custGeom>
              <a:avLst/>
              <a:gdLst>
                <a:gd name="connsiteX0" fmla="*/ 6094 w 186323"/>
                <a:gd name="connsiteY0" fmla="*/ 452 h 1011767"/>
                <a:gd name="connsiteX1" fmla="*/ 84973 w 186323"/>
                <a:gd name="connsiteY1" fmla="*/ 452 h 1011767"/>
                <a:gd name="connsiteX2" fmla="*/ 84973 w 186323"/>
                <a:gd name="connsiteY2" fmla="*/ 920954 h 1011767"/>
                <a:gd name="connsiteX3" fmla="*/ 87205 w 186323"/>
                <a:gd name="connsiteY3" fmla="*/ 920954 h 1011767"/>
                <a:gd name="connsiteX4" fmla="*/ 87205 w 186323"/>
                <a:gd name="connsiteY4" fmla="*/ 919466 h 1011767"/>
                <a:gd name="connsiteX5" fmla="*/ 127296 w 186323"/>
                <a:gd name="connsiteY5" fmla="*/ 919427 h 1011767"/>
                <a:gd name="connsiteX6" fmla="*/ 145910 w 186323"/>
                <a:gd name="connsiteY6" fmla="*/ 919409 h 1011767"/>
                <a:gd name="connsiteX7" fmla="*/ 162129 w 186323"/>
                <a:gd name="connsiteY7" fmla="*/ 919396 h 1011767"/>
                <a:gd name="connsiteX8" fmla="*/ 170721 w 186323"/>
                <a:gd name="connsiteY8" fmla="*/ 919387 h 1011767"/>
                <a:gd name="connsiteX9" fmla="*/ 178802 w 186323"/>
                <a:gd name="connsiteY9" fmla="*/ 919381 h 1011767"/>
                <a:gd name="connsiteX10" fmla="*/ 183194 w 186323"/>
                <a:gd name="connsiteY10" fmla="*/ 919373 h 1011767"/>
                <a:gd name="connsiteX11" fmla="*/ 185819 w 186323"/>
                <a:gd name="connsiteY11" fmla="*/ 919376 h 1011767"/>
                <a:gd name="connsiteX12" fmla="*/ 188110 w 186323"/>
                <a:gd name="connsiteY12" fmla="*/ 919374 h 1011767"/>
                <a:gd name="connsiteX13" fmla="*/ 191385 w 186323"/>
                <a:gd name="connsiteY13" fmla="*/ 920210 h 1011767"/>
                <a:gd name="connsiteX14" fmla="*/ 191564 w 186323"/>
                <a:gd name="connsiteY14" fmla="*/ 923774 h 1011767"/>
                <a:gd name="connsiteX15" fmla="*/ 191570 w 186323"/>
                <a:gd name="connsiteY15" fmla="*/ 926111 h 1011767"/>
                <a:gd name="connsiteX16" fmla="*/ 191554 w 186323"/>
                <a:gd name="connsiteY16" fmla="*/ 928696 h 1011767"/>
                <a:gd name="connsiteX17" fmla="*/ 191554 w 186323"/>
                <a:gd name="connsiteY17" fmla="*/ 931402 h 1011767"/>
                <a:gd name="connsiteX18" fmla="*/ 191536 w 186323"/>
                <a:gd name="connsiteY18" fmla="*/ 938768 h 1011767"/>
                <a:gd name="connsiteX19" fmla="*/ 191524 w 186323"/>
                <a:gd name="connsiteY19" fmla="*/ 946458 h 1011767"/>
                <a:gd name="connsiteX20" fmla="*/ 191492 w 186323"/>
                <a:gd name="connsiteY20" fmla="*/ 961029 h 1011767"/>
                <a:gd name="connsiteX21" fmla="*/ 191460 w 186323"/>
                <a:gd name="connsiteY21" fmla="*/ 977614 h 1011767"/>
                <a:gd name="connsiteX22" fmla="*/ 191385 w 186323"/>
                <a:gd name="connsiteY22" fmla="*/ 1011739 h 1011767"/>
                <a:gd name="connsiteX23" fmla="*/ 132957 w 186323"/>
                <a:gd name="connsiteY23" fmla="*/ 1011932 h 1011767"/>
                <a:gd name="connsiteX24" fmla="*/ 105829 w 186323"/>
                <a:gd name="connsiteY24" fmla="*/ 1012020 h 1011767"/>
                <a:gd name="connsiteX25" fmla="*/ 82193 w 186323"/>
                <a:gd name="connsiteY25" fmla="*/ 1012089 h 1011767"/>
                <a:gd name="connsiteX26" fmla="*/ 69670 w 186323"/>
                <a:gd name="connsiteY26" fmla="*/ 1012132 h 1011767"/>
                <a:gd name="connsiteX27" fmla="*/ 57896 w 186323"/>
                <a:gd name="connsiteY27" fmla="*/ 1012160 h 1011767"/>
                <a:gd name="connsiteX28" fmla="*/ 53563 w 186323"/>
                <a:gd name="connsiteY28" fmla="*/ 1012183 h 1011767"/>
                <a:gd name="connsiteX29" fmla="*/ 47670 w 186323"/>
                <a:gd name="connsiteY29" fmla="*/ 1012186 h 1011767"/>
                <a:gd name="connsiteX30" fmla="*/ 45919 w 186323"/>
                <a:gd name="connsiteY30" fmla="*/ 1012219 h 1011767"/>
                <a:gd name="connsiteX31" fmla="*/ 41813 w 186323"/>
                <a:gd name="connsiteY31" fmla="*/ 1011739 h 1011767"/>
                <a:gd name="connsiteX32" fmla="*/ 40324 w 186323"/>
                <a:gd name="connsiteY32" fmla="*/ 1008018 h 1011767"/>
                <a:gd name="connsiteX33" fmla="*/ 37999 w 186323"/>
                <a:gd name="connsiteY33" fmla="*/ 1005274 h 1011767"/>
                <a:gd name="connsiteX34" fmla="*/ 35859 w 186323"/>
                <a:gd name="connsiteY34" fmla="*/ 1001321 h 1011767"/>
                <a:gd name="connsiteX35" fmla="*/ 33627 w 186323"/>
                <a:gd name="connsiteY35" fmla="*/ 1000577 h 1011767"/>
                <a:gd name="connsiteX36" fmla="*/ 32883 w 186323"/>
                <a:gd name="connsiteY36" fmla="*/ 998344 h 1011767"/>
                <a:gd name="connsiteX37" fmla="*/ 30650 w 186323"/>
                <a:gd name="connsiteY37" fmla="*/ 997600 h 1011767"/>
                <a:gd name="connsiteX38" fmla="*/ 29906 w 186323"/>
                <a:gd name="connsiteY38" fmla="*/ 995368 h 1011767"/>
                <a:gd name="connsiteX39" fmla="*/ 27674 w 186323"/>
                <a:gd name="connsiteY39" fmla="*/ 994624 h 1011767"/>
                <a:gd name="connsiteX40" fmla="*/ 27674 w 186323"/>
                <a:gd name="connsiteY40" fmla="*/ 991647 h 1011767"/>
                <a:gd name="connsiteX41" fmla="*/ 24697 w 186323"/>
                <a:gd name="connsiteY41" fmla="*/ 991647 h 1011767"/>
                <a:gd name="connsiteX42" fmla="*/ 24697 w 186323"/>
                <a:gd name="connsiteY42" fmla="*/ 987926 h 1011767"/>
                <a:gd name="connsiteX43" fmla="*/ 21721 w 186323"/>
                <a:gd name="connsiteY43" fmla="*/ 987926 h 1011767"/>
                <a:gd name="connsiteX44" fmla="*/ 18744 w 186323"/>
                <a:gd name="connsiteY44" fmla="*/ 981973 h 1011767"/>
                <a:gd name="connsiteX45" fmla="*/ 16512 w 186323"/>
                <a:gd name="connsiteY45" fmla="*/ 981229 h 1011767"/>
                <a:gd name="connsiteX46" fmla="*/ 16233 w 186323"/>
                <a:gd name="connsiteY46" fmla="*/ 979741 h 1011767"/>
                <a:gd name="connsiteX47" fmla="*/ 15768 w 186323"/>
                <a:gd name="connsiteY47" fmla="*/ 978253 h 1011767"/>
                <a:gd name="connsiteX48" fmla="*/ 13907 w 186323"/>
                <a:gd name="connsiteY48" fmla="*/ 977927 h 1011767"/>
                <a:gd name="connsiteX49" fmla="*/ 12047 w 186323"/>
                <a:gd name="connsiteY49" fmla="*/ 977509 h 1011767"/>
                <a:gd name="connsiteX50" fmla="*/ 11303 w 186323"/>
                <a:gd name="connsiteY50" fmla="*/ 973788 h 1011767"/>
                <a:gd name="connsiteX51" fmla="*/ 9070 w 186323"/>
                <a:gd name="connsiteY51" fmla="*/ 973044 h 1011767"/>
                <a:gd name="connsiteX52" fmla="*/ 5644 w 186323"/>
                <a:gd name="connsiteY52" fmla="*/ 968384 h 1011767"/>
                <a:gd name="connsiteX53" fmla="*/ 5256 w 186323"/>
                <a:gd name="connsiteY53" fmla="*/ 945172 h 1011767"/>
                <a:gd name="connsiteX54" fmla="*/ 5253 w 186323"/>
                <a:gd name="connsiteY54" fmla="*/ 940271 h 1011767"/>
                <a:gd name="connsiteX55" fmla="*/ 5254 w 186323"/>
                <a:gd name="connsiteY55" fmla="*/ 926786 h 1011767"/>
                <a:gd name="connsiteX56" fmla="*/ 5252 w 186323"/>
                <a:gd name="connsiteY56" fmla="*/ 913635 h 1011767"/>
                <a:gd name="connsiteX57" fmla="*/ 5251 w 186323"/>
                <a:gd name="connsiteY57" fmla="*/ 886415 h 1011767"/>
                <a:gd name="connsiteX58" fmla="*/ 5252 w 186323"/>
                <a:gd name="connsiteY58" fmla="*/ 858837 h 1011767"/>
                <a:gd name="connsiteX59" fmla="*/ 5252 w 186323"/>
                <a:gd name="connsiteY59" fmla="*/ 857077 h 1011767"/>
                <a:gd name="connsiteX60" fmla="*/ 5250 w 186323"/>
                <a:gd name="connsiteY60" fmla="*/ 849978 h 1011767"/>
                <a:gd name="connsiteX61" fmla="*/ 5248 w 186323"/>
                <a:gd name="connsiteY61" fmla="*/ 783884 h 1011767"/>
                <a:gd name="connsiteX62" fmla="*/ 5248 w 186323"/>
                <a:gd name="connsiteY62" fmla="*/ 781906 h 1011767"/>
                <a:gd name="connsiteX63" fmla="*/ 5249 w 186323"/>
                <a:gd name="connsiteY63" fmla="*/ 779925 h 1011767"/>
                <a:gd name="connsiteX64" fmla="*/ 5250 w 186323"/>
                <a:gd name="connsiteY64" fmla="*/ 720189 h 1011767"/>
                <a:gd name="connsiteX65" fmla="*/ 5250 w 186323"/>
                <a:gd name="connsiteY65" fmla="*/ 716189 h 1011767"/>
                <a:gd name="connsiteX66" fmla="*/ 5249 w 186323"/>
                <a:gd name="connsiteY66" fmla="*/ 700117 h 1011767"/>
                <a:gd name="connsiteX67" fmla="*/ 5248 w 186323"/>
                <a:gd name="connsiteY67" fmla="*/ 655189 h 1011767"/>
                <a:gd name="connsiteX68" fmla="*/ 5248 w 186323"/>
                <a:gd name="connsiteY68" fmla="*/ 653123 h 1011767"/>
                <a:gd name="connsiteX69" fmla="*/ 5250 w 186323"/>
                <a:gd name="connsiteY69" fmla="*/ 587927 h 1011767"/>
                <a:gd name="connsiteX70" fmla="*/ 5250 w 186323"/>
                <a:gd name="connsiteY70" fmla="*/ 585791 h 1011767"/>
                <a:gd name="connsiteX71" fmla="*/ 5253 w 186323"/>
                <a:gd name="connsiteY71" fmla="*/ 551449 h 1011767"/>
                <a:gd name="connsiteX72" fmla="*/ 5253 w 186323"/>
                <a:gd name="connsiteY72" fmla="*/ 415234 h 1011767"/>
                <a:gd name="connsiteX73" fmla="*/ 5250 w 186323"/>
                <a:gd name="connsiteY73" fmla="*/ 380905 h 1011767"/>
                <a:gd name="connsiteX74" fmla="*/ 5250 w 186323"/>
                <a:gd name="connsiteY74" fmla="*/ 378770 h 1011767"/>
                <a:gd name="connsiteX75" fmla="*/ 5248 w 186323"/>
                <a:gd name="connsiteY75" fmla="*/ 313638 h 1011767"/>
                <a:gd name="connsiteX76" fmla="*/ 5248 w 186323"/>
                <a:gd name="connsiteY76" fmla="*/ 311573 h 1011767"/>
                <a:gd name="connsiteX77" fmla="*/ 5249 w 186323"/>
                <a:gd name="connsiteY77" fmla="*/ 266698 h 1011767"/>
                <a:gd name="connsiteX78" fmla="*/ 5250 w 186323"/>
                <a:gd name="connsiteY78" fmla="*/ 250641 h 1011767"/>
                <a:gd name="connsiteX79" fmla="*/ 5250 w 186323"/>
                <a:gd name="connsiteY79" fmla="*/ 246647 h 1011767"/>
                <a:gd name="connsiteX80" fmla="*/ 5251 w 186323"/>
                <a:gd name="connsiteY80" fmla="*/ 226760 h 1011767"/>
                <a:gd name="connsiteX81" fmla="*/ 5251 w 186323"/>
                <a:gd name="connsiteY81" fmla="*/ 224776 h 1011767"/>
                <a:gd name="connsiteX82" fmla="*/ 5248 w 186323"/>
                <a:gd name="connsiteY82" fmla="*/ 186922 h 1011767"/>
                <a:gd name="connsiteX83" fmla="*/ 5248 w 186323"/>
                <a:gd name="connsiteY83" fmla="*/ 184944 h 1011767"/>
                <a:gd name="connsiteX84" fmla="*/ 5248 w 186323"/>
                <a:gd name="connsiteY84" fmla="*/ 182970 h 1011767"/>
                <a:gd name="connsiteX85" fmla="*/ 5251 w 186323"/>
                <a:gd name="connsiteY85" fmla="*/ 117072 h 1011767"/>
                <a:gd name="connsiteX86" fmla="*/ 5252 w 186323"/>
                <a:gd name="connsiteY86" fmla="*/ 109998 h 1011767"/>
                <a:gd name="connsiteX87" fmla="*/ 5252 w 186323"/>
                <a:gd name="connsiteY87" fmla="*/ 108245 h 1011767"/>
                <a:gd name="connsiteX88" fmla="*/ 5251 w 186323"/>
                <a:gd name="connsiteY88" fmla="*/ 80736 h 1011767"/>
                <a:gd name="connsiteX89" fmla="*/ 5253 w 186323"/>
                <a:gd name="connsiteY89" fmla="*/ 53700 h 1011767"/>
                <a:gd name="connsiteX90" fmla="*/ 5253 w 186323"/>
                <a:gd name="connsiteY90" fmla="*/ 39233 h 1011767"/>
                <a:gd name="connsiteX91" fmla="*/ 5255 w 186323"/>
                <a:gd name="connsiteY91" fmla="*/ 26080 h 1011767"/>
                <a:gd name="connsiteX92" fmla="*/ 5253 w 186323"/>
                <a:gd name="connsiteY92" fmla="*/ 21343 h 1011767"/>
                <a:gd name="connsiteX93" fmla="*/ 5256 w 186323"/>
                <a:gd name="connsiteY93" fmla="*/ 14920 h 1011767"/>
                <a:gd name="connsiteX94" fmla="*/ 5251 w 186323"/>
                <a:gd name="connsiteY94" fmla="*/ 13075 h 1011767"/>
                <a:gd name="connsiteX95" fmla="*/ 6094 w 186323"/>
                <a:gd name="connsiteY95" fmla="*/ 452 h 101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86323" h="1011767">
                  <a:moveTo>
                    <a:pt x="6094" y="452"/>
                  </a:moveTo>
                  <a:cubicBezTo>
                    <a:pt x="32124" y="452"/>
                    <a:pt x="58154" y="452"/>
                    <a:pt x="84973" y="452"/>
                  </a:cubicBezTo>
                  <a:cubicBezTo>
                    <a:pt x="84973" y="304218"/>
                    <a:pt x="84973" y="607983"/>
                    <a:pt x="84973" y="920954"/>
                  </a:cubicBezTo>
                  <a:cubicBezTo>
                    <a:pt x="85709" y="920954"/>
                    <a:pt x="86446" y="920954"/>
                    <a:pt x="87205" y="920954"/>
                  </a:cubicBezTo>
                  <a:cubicBezTo>
                    <a:pt x="87205" y="920463"/>
                    <a:pt x="87205" y="919972"/>
                    <a:pt x="87205" y="919466"/>
                  </a:cubicBezTo>
                  <a:cubicBezTo>
                    <a:pt x="100569" y="919448"/>
                    <a:pt x="113932" y="919435"/>
                    <a:pt x="127296" y="919427"/>
                  </a:cubicBezTo>
                  <a:cubicBezTo>
                    <a:pt x="133501" y="919423"/>
                    <a:pt x="139705" y="919418"/>
                    <a:pt x="145910" y="919409"/>
                  </a:cubicBezTo>
                  <a:cubicBezTo>
                    <a:pt x="151316" y="919402"/>
                    <a:pt x="156723" y="919397"/>
                    <a:pt x="162129" y="919396"/>
                  </a:cubicBezTo>
                  <a:cubicBezTo>
                    <a:pt x="164993" y="919395"/>
                    <a:pt x="167857" y="919392"/>
                    <a:pt x="170721" y="919387"/>
                  </a:cubicBezTo>
                  <a:cubicBezTo>
                    <a:pt x="173415" y="919382"/>
                    <a:pt x="176108" y="919380"/>
                    <a:pt x="178802" y="919381"/>
                  </a:cubicBezTo>
                  <a:cubicBezTo>
                    <a:pt x="180266" y="919381"/>
                    <a:pt x="181730" y="919377"/>
                    <a:pt x="183194" y="919373"/>
                  </a:cubicBezTo>
                  <a:cubicBezTo>
                    <a:pt x="184061" y="919374"/>
                    <a:pt x="184927" y="919375"/>
                    <a:pt x="185819" y="919376"/>
                  </a:cubicBezTo>
                  <a:cubicBezTo>
                    <a:pt x="186575" y="919375"/>
                    <a:pt x="187331" y="919375"/>
                    <a:pt x="188110" y="919374"/>
                  </a:cubicBezTo>
                  <a:cubicBezTo>
                    <a:pt x="189897" y="919466"/>
                    <a:pt x="189897" y="919466"/>
                    <a:pt x="191385" y="920210"/>
                  </a:cubicBezTo>
                  <a:cubicBezTo>
                    <a:pt x="191568" y="921731"/>
                    <a:pt x="191568" y="921731"/>
                    <a:pt x="191564" y="923774"/>
                  </a:cubicBezTo>
                  <a:cubicBezTo>
                    <a:pt x="191567" y="924931"/>
                    <a:pt x="191567" y="924931"/>
                    <a:pt x="191570" y="926111"/>
                  </a:cubicBezTo>
                  <a:cubicBezTo>
                    <a:pt x="191562" y="927391"/>
                    <a:pt x="191562" y="927391"/>
                    <a:pt x="191554" y="928696"/>
                  </a:cubicBezTo>
                  <a:cubicBezTo>
                    <a:pt x="191554" y="929589"/>
                    <a:pt x="191554" y="930482"/>
                    <a:pt x="191554" y="931402"/>
                  </a:cubicBezTo>
                  <a:cubicBezTo>
                    <a:pt x="191554" y="933857"/>
                    <a:pt x="191546" y="936312"/>
                    <a:pt x="191536" y="938768"/>
                  </a:cubicBezTo>
                  <a:cubicBezTo>
                    <a:pt x="191527" y="941331"/>
                    <a:pt x="191526" y="943894"/>
                    <a:pt x="191524" y="946458"/>
                  </a:cubicBezTo>
                  <a:cubicBezTo>
                    <a:pt x="191519" y="951315"/>
                    <a:pt x="191507" y="956172"/>
                    <a:pt x="191492" y="961029"/>
                  </a:cubicBezTo>
                  <a:cubicBezTo>
                    <a:pt x="191475" y="966557"/>
                    <a:pt x="191467" y="972086"/>
                    <a:pt x="191460" y="977614"/>
                  </a:cubicBezTo>
                  <a:cubicBezTo>
                    <a:pt x="191444" y="988989"/>
                    <a:pt x="191418" y="1000364"/>
                    <a:pt x="191385" y="1011739"/>
                  </a:cubicBezTo>
                  <a:cubicBezTo>
                    <a:pt x="171909" y="1011826"/>
                    <a:pt x="152433" y="1011891"/>
                    <a:pt x="132957" y="1011932"/>
                  </a:cubicBezTo>
                  <a:cubicBezTo>
                    <a:pt x="123914" y="1011951"/>
                    <a:pt x="114872" y="1011977"/>
                    <a:pt x="105829" y="1012020"/>
                  </a:cubicBezTo>
                  <a:cubicBezTo>
                    <a:pt x="97950" y="1012057"/>
                    <a:pt x="90071" y="1012081"/>
                    <a:pt x="82193" y="1012089"/>
                  </a:cubicBezTo>
                  <a:cubicBezTo>
                    <a:pt x="78018" y="1012094"/>
                    <a:pt x="73844" y="1012105"/>
                    <a:pt x="69670" y="1012132"/>
                  </a:cubicBezTo>
                  <a:cubicBezTo>
                    <a:pt x="65745" y="1012158"/>
                    <a:pt x="61821" y="1012165"/>
                    <a:pt x="57896" y="1012160"/>
                  </a:cubicBezTo>
                  <a:cubicBezTo>
                    <a:pt x="56451" y="1012161"/>
                    <a:pt x="55007" y="1012168"/>
                    <a:pt x="53563" y="1012183"/>
                  </a:cubicBezTo>
                  <a:cubicBezTo>
                    <a:pt x="51598" y="1012201"/>
                    <a:pt x="49635" y="1012197"/>
                    <a:pt x="47670" y="1012186"/>
                  </a:cubicBezTo>
                  <a:cubicBezTo>
                    <a:pt x="47092" y="1012197"/>
                    <a:pt x="46515" y="1012208"/>
                    <a:pt x="45919" y="1012219"/>
                  </a:cubicBezTo>
                  <a:cubicBezTo>
                    <a:pt x="44332" y="1012197"/>
                    <a:pt x="44332" y="1012197"/>
                    <a:pt x="41813" y="1011739"/>
                  </a:cubicBezTo>
                  <a:cubicBezTo>
                    <a:pt x="40773" y="1009941"/>
                    <a:pt x="40773" y="1009941"/>
                    <a:pt x="40324" y="1008018"/>
                  </a:cubicBezTo>
                  <a:cubicBezTo>
                    <a:pt x="39230" y="1006559"/>
                    <a:pt x="39230" y="1006559"/>
                    <a:pt x="37999" y="1005274"/>
                  </a:cubicBezTo>
                  <a:cubicBezTo>
                    <a:pt x="35859" y="1002966"/>
                    <a:pt x="35859" y="1002966"/>
                    <a:pt x="35859" y="1001321"/>
                  </a:cubicBezTo>
                  <a:cubicBezTo>
                    <a:pt x="35123" y="1001075"/>
                    <a:pt x="34386" y="1000830"/>
                    <a:pt x="33627" y="1000577"/>
                  </a:cubicBezTo>
                  <a:cubicBezTo>
                    <a:pt x="33259" y="999472"/>
                    <a:pt x="33259" y="999472"/>
                    <a:pt x="32883" y="998344"/>
                  </a:cubicBezTo>
                  <a:cubicBezTo>
                    <a:pt x="32146" y="998099"/>
                    <a:pt x="31410" y="997853"/>
                    <a:pt x="30650" y="997600"/>
                  </a:cubicBezTo>
                  <a:cubicBezTo>
                    <a:pt x="30282" y="996495"/>
                    <a:pt x="30282" y="996495"/>
                    <a:pt x="29906" y="995368"/>
                  </a:cubicBezTo>
                  <a:cubicBezTo>
                    <a:pt x="29170" y="995122"/>
                    <a:pt x="28433" y="994877"/>
                    <a:pt x="27674" y="994624"/>
                  </a:cubicBezTo>
                  <a:cubicBezTo>
                    <a:pt x="27674" y="993642"/>
                    <a:pt x="27674" y="992659"/>
                    <a:pt x="27674" y="991647"/>
                  </a:cubicBezTo>
                  <a:cubicBezTo>
                    <a:pt x="26692" y="991647"/>
                    <a:pt x="25709" y="991647"/>
                    <a:pt x="24697" y="991647"/>
                  </a:cubicBezTo>
                  <a:cubicBezTo>
                    <a:pt x="24697" y="990419"/>
                    <a:pt x="24697" y="989191"/>
                    <a:pt x="24697" y="987926"/>
                  </a:cubicBezTo>
                  <a:cubicBezTo>
                    <a:pt x="23715" y="987926"/>
                    <a:pt x="22733" y="987926"/>
                    <a:pt x="21721" y="987926"/>
                  </a:cubicBezTo>
                  <a:cubicBezTo>
                    <a:pt x="18744" y="984867"/>
                    <a:pt x="18744" y="984867"/>
                    <a:pt x="18744" y="981973"/>
                  </a:cubicBezTo>
                  <a:cubicBezTo>
                    <a:pt x="18008" y="981728"/>
                    <a:pt x="17271" y="981482"/>
                    <a:pt x="16512" y="981229"/>
                  </a:cubicBezTo>
                  <a:cubicBezTo>
                    <a:pt x="16420" y="980738"/>
                    <a:pt x="16328" y="980247"/>
                    <a:pt x="16233" y="979741"/>
                  </a:cubicBezTo>
                  <a:cubicBezTo>
                    <a:pt x="16079" y="979250"/>
                    <a:pt x="15926" y="978759"/>
                    <a:pt x="15768" y="978253"/>
                  </a:cubicBezTo>
                  <a:cubicBezTo>
                    <a:pt x="15154" y="978145"/>
                    <a:pt x="14540" y="978038"/>
                    <a:pt x="13907" y="977927"/>
                  </a:cubicBezTo>
                  <a:cubicBezTo>
                    <a:pt x="13293" y="977789"/>
                    <a:pt x="12680" y="977651"/>
                    <a:pt x="12047" y="977509"/>
                  </a:cubicBezTo>
                  <a:cubicBezTo>
                    <a:pt x="11582" y="975648"/>
                    <a:pt x="11582" y="975648"/>
                    <a:pt x="11303" y="973788"/>
                  </a:cubicBezTo>
                  <a:cubicBezTo>
                    <a:pt x="10566" y="973542"/>
                    <a:pt x="9829" y="973297"/>
                    <a:pt x="9070" y="973044"/>
                  </a:cubicBezTo>
                  <a:cubicBezTo>
                    <a:pt x="7288" y="971582"/>
                    <a:pt x="6246" y="970635"/>
                    <a:pt x="5644" y="968384"/>
                  </a:cubicBezTo>
                  <a:cubicBezTo>
                    <a:pt x="5243" y="960649"/>
                    <a:pt x="5247" y="952916"/>
                    <a:pt x="5256" y="945172"/>
                  </a:cubicBezTo>
                  <a:cubicBezTo>
                    <a:pt x="5255" y="943538"/>
                    <a:pt x="5254" y="941905"/>
                    <a:pt x="5253" y="940271"/>
                  </a:cubicBezTo>
                  <a:cubicBezTo>
                    <a:pt x="5250" y="935776"/>
                    <a:pt x="5252" y="931281"/>
                    <a:pt x="5254" y="926786"/>
                  </a:cubicBezTo>
                  <a:cubicBezTo>
                    <a:pt x="5256" y="922402"/>
                    <a:pt x="5254" y="918019"/>
                    <a:pt x="5252" y="913635"/>
                  </a:cubicBezTo>
                  <a:cubicBezTo>
                    <a:pt x="5249" y="904562"/>
                    <a:pt x="5249" y="895489"/>
                    <a:pt x="5251" y="886415"/>
                  </a:cubicBezTo>
                  <a:cubicBezTo>
                    <a:pt x="5253" y="877223"/>
                    <a:pt x="5253" y="868030"/>
                    <a:pt x="5252" y="858837"/>
                  </a:cubicBezTo>
                  <a:cubicBezTo>
                    <a:pt x="5252" y="858256"/>
                    <a:pt x="5252" y="857675"/>
                    <a:pt x="5252" y="857077"/>
                  </a:cubicBezTo>
                  <a:cubicBezTo>
                    <a:pt x="5251" y="854711"/>
                    <a:pt x="5251" y="852344"/>
                    <a:pt x="5250" y="849978"/>
                  </a:cubicBezTo>
                  <a:cubicBezTo>
                    <a:pt x="5246" y="827947"/>
                    <a:pt x="5246" y="805915"/>
                    <a:pt x="5248" y="783884"/>
                  </a:cubicBezTo>
                  <a:cubicBezTo>
                    <a:pt x="5248" y="783231"/>
                    <a:pt x="5248" y="782578"/>
                    <a:pt x="5248" y="781906"/>
                  </a:cubicBezTo>
                  <a:cubicBezTo>
                    <a:pt x="5249" y="781252"/>
                    <a:pt x="5249" y="780599"/>
                    <a:pt x="5249" y="779925"/>
                  </a:cubicBezTo>
                  <a:cubicBezTo>
                    <a:pt x="5251" y="760013"/>
                    <a:pt x="5251" y="740101"/>
                    <a:pt x="5250" y="720189"/>
                  </a:cubicBezTo>
                  <a:cubicBezTo>
                    <a:pt x="5250" y="718856"/>
                    <a:pt x="5250" y="717523"/>
                    <a:pt x="5250" y="716189"/>
                  </a:cubicBezTo>
                  <a:cubicBezTo>
                    <a:pt x="5250" y="710832"/>
                    <a:pt x="5249" y="705475"/>
                    <a:pt x="5249" y="700117"/>
                  </a:cubicBezTo>
                  <a:cubicBezTo>
                    <a:pt x="5249" y="685141"/>
                    <a:pt x="5248" y="670165"/>
                    <a:pt x="5248" y="655189"/>
                  </a:cubicBezTo>
                  <a:cubicBezTo>
                    <a:pt x="5248" y="654507"/>
                    <a:pt x="5248" y="653825"/>
                    <a:pt x="5248" y="653123"/>
                  </a:cubicBezTo>
                  <a:cubicBezTo>
                    <a:pt x="5248" y="631391"/>
                    <a:pt x="5248" y="609659"/>
                    <a:pt x="5250" y="587927"/>
                  </a:cubicBezTo>
                  <a:cubicBezTo>
                    <a:pt x="5250" y="587222"/>
                    <a:pt x="5250" y="586517"/>
                    <a:pt x="5250" y="585791"/>
                  </a:cubicBezTo>
                  <a:cubicBezTo>
                    <a:pt x="5251" y="574344"/>
                    <a:pt x="5252" y="562896"/>
                    <a:pt x="5253" y="551449"/>
                  </a:cubicBezTo>
                  <a:cubicBezTo>
                    <a:pt x="5256" y="506044"/>
                    <a:pt x="5256" y="460639"/>
                    <a:pt x="5253" y="415234"/>
                  </a:cubicBezTo>
                  <a:cubicBezTo>
                    <a:pt x="5252" y="403791"/>
                    <a:pt x="5251" y="392348"/>
                    <a:pt x="5250" y="380905"/>
                  </a:cubicBezTo>
                  <a:cubicBezTo>
                    <a:pt x="5250" y="380200"/>
                    <a:pt x="5250" y="379496"/>
                    <a:pt x="5250" y="378770"/>
                  </a:cubicBezTo>
                  <a:cubicBezTo>
                    <a:pt x="5248" y="357059"/>
                    <a:pt x="5248" y="335349"/>
                    <a:pt x="5248" y="313638"/>
                  </a:cubicBezTo>
                  <a:cubicBezTo>
                    <a:pt x="5248" y="312957"/>
                    <a:pt x="5248" y="312275"/>
                    <a:pt x="5248" y="311573"/>
                  </a:cubicBezTo>
                  <a:cubicBezTo>
                    <a:pt x="5248" y="296615"/>
                    <a:pt x="5249" y="281656"/>
                    <a:pt x="5249" y="266698"/>
                  </a:cubicBezTo>
                  <a:cubicBezTo>
                    <a:pt x="5250" y="261345"/>
                    <a:pt x="5250" y="255993"/>
                    <a:pt x="5250" y="250641"/>
                  </a:cubicBezTo>
                  <a:cubicBezTo>
                    <a:pt x="5250" y="249310"/>
                    <a:pt x="5250" y="247978"/>
                    <a:pt x="5250" y="246647"/>
                  </a:cubicBezTo>
                  <a:cubicBezTo>
                    <a:pt x="5251" y="240018"/>
                    <a:pt x="5251" y="233389"/>
                    <a:pt x="5251" y="226760"/>
                  </a:cubicBezTo>
                  <a:cubicBezTo>
                    <a:pt x="5251" y="226105"/>
                    <a:pt x="5251" y="225450"/>
                    <a:pt x="5251" y="224776"/>
                  </a:cubicBezTo>
                  <a:cubicBezTo>
                    <a:pt x="5251" y="212158"/>
                    <a:pt x="5250" y="199540"/>
                    <a:pt x="5248" y="186922"/>
                  </a:cubicBezTo>
                  <a:cubicBezTo>
                    <a:pt x="5248" y="186270"/>
                    <a:pt x="5248" y="185617"/>
                    <a:pt x="5248" y="184944"/>
                  </a:cubicBezTo>
                  <a:cubicBezTo>
                    <a:pt x="5248" y="184293"/>
                    <a:pt x="5248" y="183641"/>
                    <a:pt x="5248" y="182970"/>
                  </a:cubicBezTo>
                  <a:cubicBezTo>
                    <a:pt x="5246" y="161004"/>
                    <a:pt x="5247" y="139038"/>
                    <a:pt x="5251" y="117072"/>
                  </a:cubicBezTo>
                  <a:cubicBezTo>
                    <a:pt x="5251" y="114714"/>
                    <a:pt x="5252" y="112356"/>
                    <a:pt x="5252" y="109998"/>
                  </a:cubicBezTo>
                  <a:cubicBezTo>
                    <a:pt x="5252" y="109420"/>
                    <a:pt x="5252" y="108841"/>
                    <a:pt x="5252" y="108245"/>
                  </a:cubicBezTo>
                  <a:cubicBezTo>
                    <a:pt x="5254" y="99075"/>
                    <a:pt x="5253" y="89906"/>
                    <a:pt x="5251" y="80736"/>
                  </a:cubicBezTo>
                  <a:cubicBezTo>
                    <a:pt x="5249" y="71724"/>
                    <a:pt x="5249" y="62712"/>
                    <a:pt x="5253" y="53700"/>
                  </a:cubicBezTo>
                  <a:cubicBezTo>
                    <a:pt x="5255" y="48878"/>
                    <a:pt x="5255" y="44055"/>
                    <a:pt x="5253" y="39233"/>
                  </a:cubicBezTo>
                  <a:cubicBezTo>
                    <a:pt x="5250" y="34848"/>
                    <a:pt x="5251" y="30464"/>
                    <a:pt x="5255" y="26080"/>
                  </a:cubicBezTo>
                  <a:cubicBezTo>
                    <a:pt x="5256" y="24501"/>
                    <a:pt x="5255" y="22922"/>
                    <a:pt x="5253" y="21343"/>
                  </a:cubicBezTo>
                  <a:cubicBezTo>
                    <a:pt x="5251" y="19202"/>
                    <a:pt x="5253" y="17061"/>
                    <a:pt x="5256" y="14920"/>
                  </a:cubicBezTo>
                  <a:cubicBezTo>
                    <a:pt x="5255" y="14311"/>
                    <a:pt x="5253" y="13702"/>
                    <a:pt x="5251" y="13075"/>
                  </a:cubicBezTo>
                  <a:cubicBezTo>
                    <a:pt x="5265" y="8780"/>
                    <a:pt x="5661" y="4776"/>
                    <a:pt x="6094" y="452"/>
                  </a:cubicBezTo>
                  <a:close/>
                </a:path>
              </a:pathLst>
            </a:custGeom>
            <a:grpFill/>
            <a:ln w="744" cap="flat">
              <a:noFill/>
              <a:prstDash val="solid"/>
              <a:miter/>
            </a:ln>
          </p:spPr>
          <p:txBody>
            <a:bodyPr rtlCol="0" anchor="ctr"/>
            <a:lstStyle/>
            <a:p>
              <a:endParaRPr lang="zh-CN" altLang="en-US"/>
            </a:p>
          </p:txBody>
        </p:sp>
      </p:grpSp>
      <p:sp>
        <p:nvSpPr>
          <p:cNvPr id="20" name="矩形 19"/>
          <p:cNvSpPr/>
          <p:nvPr userDrawn="1"/>
        </p:nvSpPr>
        <p:spPr>
          <a:xfrm>
            <a:off x="9702183" y="0"/>
            <a:ext cx="2489004" cy="567890"/>
          </a:xfrm>
          <a:prstGeom prst="rect">
            <a:avLst/>
          </a:prstGeom>
          <a:gradFill flip="none" rotWithShape="1">
            <a:gsLst>
              <a:gs pos="100000">
                <a:schemeClr val="accent3"/>
              </a:gs>
              <a:gs pos="600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pic>
        <p:nvPicPr>
          <p:cNvPr id="6" name="图片 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11066" y="4779689"/>
            <a:ext cx="1347001" cy="1355981"/>
          </a:xfrm>
          <a:prstGeom prst="rect">
            <a:avLst/>
          </a:prstGeom>
        </p:spPr>
      </p:pic>
      <p:pic>
        <p:nvPicPr>
          <p:cNvPr id="19" name="图片 18"/>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flipV="1">
            <a:off x="2544000" y="2642713"/>
            <a:ext cx="9648000" cy="69634"/>
          </a:xfrm>
          <a:prstGeom prst="rect">
            <a:avLst/>
          </a:prstGeom>
        </p:spPr>
      </p:pic>
      <p:pic>
        <p:nvPicPr>
          <p:cNvPr id="23" name="图片 22"/>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759355" y="1048634"/>
            <a:ext cx="1450423" cy="1662107"/>
          </a:xfrm>
          <a:prstGeom prst="rect">
            <a:avLst/>
          </a:prstGeom>
        </p:spPr>
      </p:pic>
      <p:sp>
        <p:nvSpPr>
          <p:cNvPr id="21" name="文本框 20"/>
          <p:cNvSpPr txBox="1"/>
          <p:nvPr userDrawn="1"/>
        </p:nvSpPr>
        <p:spPr>
          <a:xfrm>
            <a:off x="2421373" y="4832416"/>
            <a:ext cx="4116574" cy="597343"/>
          </a:xfrm>
          <a:prstGeom prst="rect">
            <a:avLst/>
          </a:prstGeom>
          <a:noFill/>
        </p:spPr>
        <p:txBody>
          <a:bodyPr wrap="square" rtlCol="0">
            <a:spAutoFit/>
          </a:bodyPr>
          <a:lstStyle/>
          <a:p>
            <a:pPr>
              <a:lnSpc>
                <a:spcPct val="110000"/>
              </a:lnSpc>
            </a:pPr>
            <a:r>
              <a:rPr kumimoji="1" lang="zh-CN" altLang="en-US" sz="2000" b="1" dirty="0">
                <a:solidFill>
                  <a:schemeClr val="tx1">
                    <a:lumMod val="65000"/>
                    <a:lumOff val="35000"/>
                  </a:schemeClr>
                </a:solidFill>
                <a:latin typeface="微软雅黑" panose="020B0503020204020204" pitchFamily="34" charset="-122"/>
                <a:ea typeface="微软雅黑" panose="020B0503020204020204" pitchFamily="34" charset="-122"/>
                <a:cs typeface="Arial Black" panose="020B0A04020102020204" pitchFamily="34" charset="0"/>
              </a:rPr>
              <a:t>蓝气球（北京）医学研究有限公司</a:t>
            </a:r>
            <a:endParaRPr kumimoji="1" lang="en-US" altLang="zh-CN" sz="2000" b="1" dirty="0">
              <a:solidFill>
                <a:schemeClr val="tx1">
                  <a:lumMod val="65000"/>
                  <a:lumOff val="35000"/>
                </a:schemeClr>
              </a:solidFill>
              <a:latin typeface="微软雅黑" panose="020B0503020204020204" pitchFamily="34" charset="-122"/>
              <a:ea typeface="微软雅黑" panose="020B0503020204020204" pitchFamily="34" charset="-122"/>
              <a:cs typeface="Arial Black" panose="020B0A04020102020204" pitchFamily="34" charset="0"/>
            </a:endParaRPr>
          </a:p>
          <a:p>
            <a:pPr>
              <a:lnSpc>
                <a:spcPct val="110000"/>
              </a:lnSpc>
            </a:pPr>
            <a:r>
              <a:rPr kumimoji="1" lang="en-GB" altLang="zh-CN" sz="1050" spc="100" dirty="0">
                <a:solidFill>
                  <a:schemeClr val="bg1">
                    <a:lumMod val="50000"/>
                  </a:schemeClr>
                </a:solidFill>
                <a:latin typeface="+mn-ea"/>
                <a:cs typeface="Arial Black" panose="020B0A04020102020204" pitchFamily="34" charset="0"/>
              </a:rPr>
              <a:t>BLUEBALLON (BEIJING) MEDICAL RESEACH CO.,LTD.</a:t>
            </a:r>
          </a:p>
        </p:txBody>
      </p:sp>
      <p:grpSp>
        <p:nvGrpSpPr>
          <p:cNvPr id="22" name="组合 21"/>
          <p:cNvGrpSpPr/>
          <p:nvPr userDrawn="1"/>
        </p:nvGrpSpPr>
        <p:grpSpPr>
          <a:xfrm>
            <a:off x="2548425" y="5555507"/>
            <a:ext cx="5550613" cy="549913"/>
            <a:chOff x="2603674" y="5820343"/>
            <a:chExt cx="5550613" cy="549913"/>
          </a:xfrm>
        </p:grpSpPr>
        <p:pic>
          <p:nvPicPr>
            <p:cNvPr id="24" name="图片 2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903872" y="5852618"/>
              <a:ext cx="150894" cy="150894"/>
            </a:xfrm>
            <a:prstGeom prst="rect">
              <a:avLst/>
            </a:prstGeom>
          </p:spPr>
        </p:pic>
        <p:pic>
          <p:nvPicPr>
            <p:cNvPr id="25" name="图片 24"/>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603674" y="5858007"/>
              <a:ext cx="140116" cy="140116"/>
            </a:xfrm>
            <a:prstGeom prst="rect">
              <a:avLst/>
            </a:prstGeom>
          </p:spPr>
        </p:pic>
        <p:sp>
          <p:nvSpPr>
            <p:cNvPr id="26" name="文本框 25"/>
            <p:cNvSpPr txBox="1"/>
            <p:nvPr/>
          </p:nvSpPr>
          <p:spPr>
            <a:xfrm>
              <a:off x="2766540" y="5820343"/>
              <a:ext cx="1143578" cy="215444"/>
            </a:xfrm>
            <a:prstGeom prst="rect">
              <a:avLst/>
            </a:prstGeom>
            <a:noFill/>
          </p:spPr>
          <p:txBody>
            <a:bodyPr wrap="square" rtlCol="0">
              <a:spAutoFit/>
            </a:bodyPr>
            <a:lstStyle/>
            <a:p>
              <a:r>
                <a:rPr kumimoji="1" lang="en-GB" altLang="zh-CN"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rPr>
                <a:t>010-67862014</a:t>
              </a:r>
            </a:p>
          </p:txBody>
        </p:sp>
        <p:sp>
          <p:nvSpPr>
            <p:cNvPr id="27" name="文本框 26"/>
            <p:cNvSpPr txBox="1"/>
            <p:nvPr/>
          </p:nvSpPr>
          <p:spPr>
            <a:xfrm>
              <a:off x="4037713" y="5820343"/>
              <a:ext cx="4116574" cy="215444"/>
            </a:xfrm>
            <a:prstGeom prst="rect">
              <a:avLst/>
            </a:prstGeom>
            <a:noFill/>
          </p:spPr>
          <p:txBody>
            <a:bodyPr wrap="square" rtlCol="0">
              <a:spAutoFit/>
            </a:bodyPr>
            <a:lstStyle/>
            <a:p>
              <a:r>
                <a:rPr kumimoji="1" lang="en-GB" altLang="zh-CN"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rPr>
                <a:t>www.blueballon.cn</a:t>
              </a:r>
            </a:p>
          </p:txBody>
        </p:sp>
        <p:grpSp>
          <p:nvGrpSpPr>
            <p:cNvPr id="28" name="组合 27"/>
            <p:cNvGrpSpPr/>
            <p:nvPr/>
          </p:nvGrpSpPr>
          <p:grpSpPr>
            <a:xfrm>
              <a:off x="2615647" y="6109222"/>
              <a:ext cx="5538640" cy="261034"/>
              <a:chOff x="2615647" y="6051350"/>
              <a:chExt cx="5538640" cy="261034"/>
            </a:xfrm>
          </p:grpSpPr>
          <p:pic>
            <p:nvPicPr>
              <p:cNvPr id="29" name="图片 28"/>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615647" y="6127977"/>
                <a:ext cx="150893" cy="107781"/>
              </a:xfrm>
              <a:prstGeom prst="rect">
                <a:avLst/>
              </a:prstGeom>
            </p:spPr>
          </p:pic>
          <p:pic>
            <p:nvPicPr>
              <p:cNvPr id="30" name="图片 29"/>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3903872" y="6106420"/>
                <a:ext cx="150894" cy="150894"/>
              </a:xfrm>
              <a:prstGeom prst="rect">
                <a:avLst/>
              </a:prstGeom>
            </p:spPr>
          </p:pic>
          <p:sp>
            <p:nvSpPr>
              <p:cNvPr id="31" name="文本框 30"/>
              <p:cNvSpPr txBox="1"/>
              <p:nvPr/>
            </p:nvSpPr>
            <p:spPr>
              <a:xfrm>
                <a:off x="2748919" y="6051350"/>
                <a:ext cx="1143578" cy="261034"/>
              </a:xfrm>
              <a:prstGeom prst="rect">
                <a:avLst/>
              </a:prstGeom>
              <a:noFill/>
            </p:spPr>
            <p:txBody>
              <a:bodyPr wrap="square" rtlCol="0">
                <a:spAutoFit/>
              </a:bodyPr>
              <a:lstStyle/>
              <a:p>
                <a:pPr>
                  <a:lnSpc>
                    <a:spcPts val="1500"/>
                  </a:lnSpc>
                </a:pPr>
                <a:r>
                  <a:rPr kumimoji="1" lang="en-GB" altLang="zh-CN"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rPr>
                  <a:t>info@blueballon.cn</a:t>
                </a:r>
              </a:p>
            </p:txBody>
          </p:sp>
          <p:sp>
            <p:nvSpPr>
              <p:cNvPr id="32" name="文本框 31"/>
              <p:cNvSpPr txBox="1"/>
              <p:nvPr/>
            </p:nvSpPr>
            <p:spPr>
              <a:xfrm>
                <a:off x="4037713" y="6051350"/>
                <a:ext cx="4116574" cy="261034"/>
              </a:xfrm>
              <a:prstGeom prst="rect">
                <a:avLst/>
              </a:prstGeom>
              <a:noFill/>
            </p:spPr>
            <p:txBody>
              <a:bodyPr wrap="square" rtlCol="0">
                <a:spAutoFit/>
              </a:bodyPr>
              <a:lstStyle/>
              <a:p>
                <a:pPr>
                  <a:lnSpc>
                    <a:spcPts val="1500"/>
                  </a:lnSpc>
                </a:pPr>
                <a:r>
                  <a:rPr kumimoji="1" lang="zh-CN" altLang="en-US"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rPr>
                  <a:t>北京市经济技术开发区锋创科技园</a:t>
                </a:r>
                <a:r>
                  <a:rPr kumimoji="1" lang="en-US" altLang="zh-CN"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rPr>
                  <a:t>5</a:t>
                </a:r>
                <a:r>
                  <a:rPr kumimoji="1" lang="zh-CN" altLang="en-US"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rPr>
                  <a:t>号楼</a:t>
                </a:r>
                <a:r>
                  <a:rPr kumimoji="1" lang="en-US" altLang="zh-CN"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rPr>
                  <a:t>12</a:t>
                </a:r>
                <a:r>
                  <a:rPr kumimoji="1" lang="zh-CN" altLang="en-US"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rPr>
                  <a:t>层</a:t>
                </a:r>
                <a:endParaRPr kumimoji="1" lang="en-GB" altLang="zh-CN" sz="800" dirty="0">
                  <a:solidFill>
                    <a:schemeClr val="bg1">
                      <a:lumMod val="50000"/>
                    </a:schemeClr>
                  </a:solidFill>
                  <a:latin typeface="微软雅黑" panose="020B0503020204020204" pitchFamily="34" charset="-122"/>
                  <a:ea typeface="微软雅黑" panose="020B0503020204020204" pitchFamily="34" charset="-122"/>
                  <a:cs typeface="Arial Black" panose="020B0A04020102020204" pitchFamily="34" charset="0"/>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body">
    <p:spTree>
      <p:nvGrpSpPr>
        <p:cNvPr id="1" name=""/>
        <p:cNvGrpSpPr/>
        <p:nvPr/>
      </p:nvGrpSpPr>
      <p:grpSpPr>
        <a:xfrm>
          <a:off x="0" y="0"/>
          <a:ext cx="0" cy="0"/>
          <a:chOff x="0" y="0"/>
          <a:chExt cx="0" cy="0"/>
        </a:xfrm>
      </p:grpSpPr>
      <p:sp>
        <p:nvSpPr>
          <p:cNvPr id="2" name="Title 1"/>
          <p:cNvSpPr>
            <a:spLocks noGrp="1"/>
          </p:cNvSpPr>
          <p:nvPr>
            <p:ph type="title"/>
          </p:nvPr>
        </p:nvSpPr>
        <p:spPr>
          <a:xfrm>
            <a:off x="609600" y="244664"/>
            <a:ext cx="10972800" cy="762870"/>
          </a:xfrm>
        </p:spPr>
        <p:txBody>
          <a:bodyPr/>
          <a:lstStyle/>
          <a:p>
            <a:r>
              <a:rPr lang="en-US"/>
              <a:t>Click to edit Master title style</a:t>
            </a:r>
          </a:p>
        </p:txBody>
      </p:sp>
      <p:sp>
        <p:nvSpPr>
          <p:cNvPr id="4" name="Content Placeholder 2"/>
          <p:cNvSpPr>
            <a:spLocks noGrp="1"/>
          </p:cNvSpPr>
          <p:nvPr>
            <p:ph idx="1"/>
          </p:nvPr>
        </p:nvSpPr>
        <p:spPr>
          <a:xfrm>
            <a:off x="609600" y="1286933"/>
            <a:ext cx="10972800" cy="4859867"/>
          </a:xfrm>
        </p:spPr>
        <p:txBody>
          <a:bodyPr/>
          <a:lstStyle>
            <a:lvl1pPr marL="457200" indent="-457200">
              <a:buFontTx/>
              <a:buBlip>
                <a:blip r:embed="rId2"/>
              </a:buBlip>
              <a:defRPr/>
            </a:lvl1pPr>
            <a:lvl2pPr marL="742950" indent="-285750">
              <a:buFont typeface="Arial" panose="020B0604020202020204" pitchFamily="34" charset="0"/>
              <a:buChar char="•"/>
              <a:defRPr/>
            </a:lvl2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p:cNvSpPr>
            <a:spLocks noGrp="1"/>
          </p:cNvSpPr>
          <p:nvPr>
            <p:ph type="sldNum" sz="quarter" idx="4"/>
          </p:nvPr>
        </p:nvSpPr>
        <p:spPr>
          <a:xfrm>
            <a:off x="8115180" y="6426199"/>
            <a:ext cx="2057400" cy="365125"/>
          </a:xfrm>
          <a:prstGeom prst="rect">
            <a:avLst/>
          </a:prstGeom>
        </p:spPr>
        <p:txBody>
          <a:bodyPr vert="horz" lIns="91440" tIns="45720" rIns="91440" bIns="45720" rtlCol="0" anchor="ctr"/>
          <a:lstStyle>
            <a:lvl1pPr algn="r">
              <a:defRPr sz="900">
                <a:solidFill>
                  <a:schemeClr val="tx1">
                    <a:lumMod val="60000"/>
                    <a:lumOff val="40000"/>
                  </a:schemeClr>
                </a:solidFill>
              </a:defRPr>
            </a:lvl1pPr>
          </a:lstStyle>
          <a:p>
            <a:r>
              <a:rPr lang="en-US"/>
              <a:t>Page </a:t>
            </a:r>
            <a:fld id="{127D9164-07AF-9947-BAED-B5CA6D2A48F4}" type="slidenum">
              <a:rPr lang="en-US" smtClean="0"/>
              <a:t>‹#›</a:t>
            </a:fld>
            <a:endParaRPr lang="en-US"/>
          </a:p>
        </p:txBody>
      </p:sp>
      <p:sp>
        <p:nvSpPr>
          <p:cNvPr id="6"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900">
                <a:solidFill>
                  <a:schemeClr val="tx1">
                    <a:tint val="75000"/>
                  </a:schemeClr>
                </a:solidFill>
                <a:latin typeface="Arial" panose="020B0604020202020204"/>
                <a:cs typeface="Arial" panose="020B0604020202020204"/>
              </a:defRPr>
            </a:lvl1pPr>
          </a:lstStyle>
          <a:p>
            <a:r>
              <a:rPr lang="en-US"/>
              <a:t>© 20</a:t>
            </a:r>
            <a:r>
              <a:rPr lang="en-US" altLang="zh-CN"/>
              <a:t>24</a:t>
            </a:r>
            <a:r>
              <a:rPr lang="en-US"/>
              <a:t> DIA, Inc. All rights reserved.</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Rectangle 5"/>
          <p:cNvSpPr/>
          <p:nvPr userDrawn="1"/>
        </p:nvSpPr>
        <p:spPr>
          <a:xfrm>
            <a:off x="0" y="5438775"/>
            <a:ext cx="12192000" cy="1419225"/>
          </a:xfrm>
          <a:prstGeom prst="rect">
            <a:avLst/>
          </a:prstGeom>
          <a:solidFill>
            <a:schemeClr val="bg1"/>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5" name="Picture 4" descr="A blue and green background with dots and lines&#10;&#10;Description automatically generated with low confidence"/>
          <p:cNvPicPr>
            <a:picLocks noChangeAspect="1"/>
          </p:cNvPicPr>
          <p:nvPr userDrawn="1"/>
        </p:nvPicPr>
        <p:blipFill rotWithShape="1">
          <a:blip r:embed="rId2"/>
          <a:srcRect l="7711" t="5876" r="4319" b="21770"/>
          <a:stretch>
            <a:fillRect/>
          </a:stretch>
        </p:blipFill>
        <p:spPr>
          <a:xfrm>
            <a:off x="0" y="1"/>
            <a:ext cx="12192000" cy="5640706"/>
          </a:xfrm>
          <a:prstGeom prst="rect">
            <a:avLst/>
          </a:prstGeom>
        </p:spPr>
      </p:pic>
      <p:sp>
        <p:nvSpPr>
          <p:cNvPr id="7" name="Title 1"/>
          <p:cNvSpPr>
            <a:spLocks noGrp="1"/>
          </p:cNvSpPr>
          <p:nvPr>
            <p:ph type="ctrTitle" hasCustomPrompt="1"/>
          </p:nvPr>
        </p:nvSpPr>
        <p:spPr>
          <a:xfrm>
            <a:off x="900157" y="1699627"/>
            <a:ext cx="10391685" cy="2501417"/>
          </a:xfrm>
        </p:spPr>
        <p:txBody>
          <a:bodyPr>
            <a:normAutofit/>
          </a:bodyPr>
          <a:lstStyle>
            <a:lvl1pPr algn="ctr">
              <a:lnSpc>
                <a:spcPct val="120000"/>
              </a:lnSpc>
              <a:defRPr sz="4800" b="0" baseline="0">
                <a:solidFill>
                  <a:schemeClr val="bg1"/>
                </a:solidFill>
              </a:defRPr>
            </a:lvl1pPr>
          </a:lstStyle>
          <a:p>
            <a:r>
              <a:rPr lang="en-US">
                <a:solidFill>
                  <a:schemeClr val="bg1"/>
                </a:solidFill>
              </a:rPr>
              <a:t>Insert subtitle</a:t>
            </a:r>
            <a:endParaRPr lang="en-US"/>
          </a:p>
        </p:txBody>
      </p:sp>
      <p:pic>
        <p:nvPicPr>
          <p:cNvPr id="8" name="Picture 7" descr="A blue and green background with dots and lines&#10;&#10;Description automatically generated with low confidence"/>
          <p:cNvPicPr>
            <a:picLocks noChangeAspect="1"/>
          </p:cNvPicPr>
          <p:nvPr userDrawn="1"/>
        </p:nvPicPr>
        <p:blipFill rotWithShape="1">
          <a:blip r:embed="rId2"/>
          <a:srcRect l="-1" t="25186" r="-1" b="74147"/>
          <a:stretch>
            <a:fillRect/>
          </a:stretch>
        </p:blipFill>
        <p:spPr>
          <a:xfrm flipV="1">
            <a:off x="0" y="6264742"/>
            <a:ext cx="12192000" cy="45719"/>
          </a:xfrm>
          <a:prstGeom prst="rect">
            <a:avLst/>
          </a:prstGeom>
        </p:spPr>
      </p:pic>
      <p:pic>
        <p:nvPicPr>
          <p:cNvPr id="3" name="Picture 2" descr="A logo with text and colorful logo&#10;&#10;Description automatically generated with medium confidence"/>
          <p:cNvPicPr>
            <a:picLocks noChangeAspect="1"/>
          </p:cNvPicPr>
          <p:nvPr userDrawn="1"/>
        </p:nvPicPr>
        <p:blipFill>
          <a:blip r:embed="rId3"/>
          <a:stretch>
            <a:fillRect/>
          </a:stretch>
        </p:blipFill>
        <p:spPr>
          <a:xfrm>
            <a:off x="4998675" y="5711618"/>
            <a:ext cx="2194647" cy="873537"/>
          </a:xfrm>
          <a:prstGeom prst="rect">
            <a:avLst/>
          </a:prstGeom>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bwMode="gray"/>
        <p:txBody>
          <a:bodyPr/>
          <a:lstStyle/>
          <a:p>
            <a:r>
              <a:rPr lang="en-US"/>
              <a:t>Click to edit Master title style</a:t>
            </a: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62F8D2F-5714-4874-9BEE-21E6A7B1DFD8}" type="datetimeFigureOut">
              <a:rPr lang="zh-CN" altLang="en-US" smtClean="0"/>
              <a:t>2026/3/30</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8E2D335-EE9A-412D-A08D-BC082473ABE9}"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18" Type="http://schemas.openxmlformats.org/officeDocument/2006/relationships/tags" Target="../tags/tag19.xml"/><Relationship Id="rId3" Type="http://schemas.openxmlformats.org/officeDocument/2006/relationships/tags" Target="../tags/tag4.xml"/><Relationship Id="rId21" Type="http://schemas.openxmlformats.org/officeDocument/2006/relationships/slideLayout" Target="../slideLayouts/slideLayout6.xml"/><Relationship Id="rId7" Type="http://schemas.openxmlformats.org/officeDocument/2006/relationships/tags" Target="../tags/tag8.xml"/><Relationship Id="rId12" Type="http://schemas.openxmlformats.org/officeDocument/2006/relationships/tags" Target="../tags/tag13.xml"/><Relationship Id="rId17" Type="http://schemas.openxmlformats.org/officeDocument/2006/relationships/tags" Target="../tags/tag18.xml"/><Relationship Id="rId2" Type="http://schemas.openxmlformats.org/officeDocument/2006/relationships/tags" Target="../tags/tag3.xml"/><Relationship Id="rId16" Type="http://schemas.openxmlformats.org/officeDocument/2006/relationships/tags" Target="../tags/tag17.xml"/><Relationship Id="rId20" Type="http://schemas.openxmlformats.org/officeDocument/2006/relationships/tags" Target="../tags/tag21.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tags" Target="../tags/tag16.xml"/><Relationship Id="rId10" Type="http://schemas.openxmlformats.org/officeDocument/2006/relationships/tags" Target="../tags/tag11.xml"/><Relationship Id="rId19" Type="http://schemas.openxmlformats.org/officeDocument/2006/relationships/tags" Target="../tags/tag20.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s>
</file>

<file path=ppt/slides/_rels/slide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2.xml"/><Relationship Id="rId1" Type="http://schemas.openxmlformats.org/officeDocument/2006/relationships/slideLayout" Target="../slideLayouts/slideLayout6.xml"/><Relationship Id="rId5" Type="http://schemas.openxmlformats.org/officeDocument/2006/relationships/image" Target="../media/image20.png"/><Relationship Id="rId4" Type="http://schemas.openxmlformats.org/officeDocument/2006/relationships/image" Target="../media/image19.png"/></Relationships>
</file>

<file path=ppt/slides/_rels/slide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xml"/><Relationship Id="rId1" Type="http://schemas.openxmlformats.org/officeDocument/2006/relationships/slideLayout" Target="../slideLayouts/slideLayout6.xml"/><Relationship Id="rId5" Type="http://schemas.openxmlformats.org/officeDocument/2006/relationships/image" Target="../media/image25.png"/><Relationship Id="rId4" Type="http://schemas.openxmlformats.org/officeDocument/2006/relationships/image" Target="../media/image24.png"/></Relationships>
</file>

<file path=ppt/slides/_rels/slide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xml"/><Relationship Id="rId1" Type="http://schemas.openxmlformats.org/officeDocument/2006/relationships/slideLayout" Target="../slideLayouts/slideLayout6.xml"/><Relationship Id="rId4" Type="http://schemas.openxmlformats.org/officeDocument/2006/relationships/image" Target="../media/image27.png"/></Relationships>
</file>

<file path=ppt/slides/_rels/slide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6.xml"/><Relationship Id="rId1" Type="http://schemas.openxmlformats.org/officeDocument/2006/relationships/slideLayout" Target="../slideLayouts/slideLayout6.xml"/><Relationship Id="rId4" Type="http://schemas.openxmlformats.org/officeDocument/2006/relationships/image" Target="../media/image29.png"/></Relationships>
</file>

<file path=ppt/slides/_rels/slide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7.xml"/><Relationship Id="rId1" Type="http://schemas.openxmlformats.org/officeDocument/2006/relationships/slideLayout" Target="../slideLayouts/slideLayout6.xml"/><Relationship Id="rId4" Type="http://schemas.openxmlformats.org/officeDocument/2006/relationships/image" Target="../media/image31.png"/></Relationships>
</file>

<file path=ppt/slides/_rels/slide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9.xml"/><Relationship Id="rId1" Type="http://schemas.openxmlformats.org/officeDocument/2006/relationships/slideLayout" Target="../slideLayouts/slideLayout6.xml"/><Relationship Id="rId4" Type="http://schemas.openxmlformats.org/officeDocument/2006/relationships/image" Target="../media/image34.png"/></Relationships>
</file>

<file path=ppt/slides/_rels/slide1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六边形 1"/>
          <p:cNvSpPr/>
          <p:nvPr/>
        </p:nvSpPr>
        <p:spPr>
          <a:xfrm rot="5400000">
            <a:off x="872953" y="1322828"/>
            <a:ext cx="1545477" cy="1347458"/>
          </a:xfrm>
          <a:prstGeom prst="hexagon">
            <a:avLst/>
          </a:prstGeom>
          <a:gradFill>
            <a:gsLst>
              <a:gs pos="100000">
                <a:schemeClr val="accent3"/>
              </a:gs>
              <a:gs pos="20000">
                <a:schemeClr val="accent2"/>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0" name="直线连接符 19"/>
          <p:cNvCxnSpPr/>
          <p:nvPr/>
        </p:nvCxnSpPr>
        <p:spPr>
          <a:xfrm>
            <a:off x="1656310" y="3877263"/>
            <a:ext cx="951353"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 name="文本框 28"/>
          <p:cNvSpPr txBox="1"/>
          <p:nvPr/>
        </p:nvSpPr>
        <p:spPr>
          <a:xfrm>
            <a:off x="1539791" y="2969336"/>
            <a:ext cx="10093409" cy="7067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1" lang="zh-CN" altLang="en-US" sz="4000" b="1" spc="-150" dirty="0">
                <a:solidFill>
                  <a:prstClr val="black">
                    <a:lumMod val="75000"/>
                    <a:lumOff val="25000"/>
                  </a:prstClr>
                </a:solidFill>
                <a:latin typeface="微软雅黑" panose="020B0503020204020204" pitchFamily="34" charset="-122"/>
                <a:ea typeface="微软雅黑" panose="020B0503020204020204" pitchFamily="34" charset="-122"/>
              </a:rPr>
              <a:t>精准</a:t>
            </a:r>
            <a:r>
              <a:rPr kumimoji="1" lang="en-US" altLang="zh-CN" sz="4000" b="1" spc="-150" dirty="0">
                <a:solidFill>
                  <a:prstClr val="black">
                    <a:lumMod val="75000"/>
                    <a:lumOff val="25000"/>
                  </a:prstClr>
                </a:solidFill>
                <a:latin typeface="微软雅黑" panose="020B0503020204020204" pitchFamily="34" charset="-122"/>
                <a:ea typeface="微软雅黑" panose="020B0503020204020204" pitchFamily="34" charset="-122"/>
              </a:rPr>
              <a:t>”</a:t>
            </a:r>
            <a:r>
              <a:rPr kumimoji="1" lang="zh-CN" altLang="en-US" sz="4000" b="1" spc="-150" dirty="0">
                <a:solidFill>
                  <a:prstClr val="black">
                    <a:lumMod val="75000"/>
                    <a:lumOff val="25000"/>
                  </a:prstClr>
                </a:solidFill>
                <a:latin typeface="微软雅黑" panose="020B0503020204020204" pitchFamily="34" charset="-122"/>
                <a:ea typeface="微软雅黑" panose="020B0503020204020204" pitchFamily="34" charset="-122"/>
              </a:rPr>
              <a:t>靶向</a:t>
            </a:r>
            <a:r>
              <a:rPr kumimoji="1" lang="en-US" altLang="zh-CN" sz="4000" b="1" spc="-150" dirty="0">
                <a:solidFill>
                  <a:prstClr val="black">
                    <a:lumMod val="75000"/>
                    <a:lumOff val="25000"/>
                  </a:prstClr>
                </a:solidFill>
                <a:latin typeface="微软雅黑" panose="020B0503020204020204" pitchFamily="34" charset="-122"/>
                <a:ea typeface="微软雅黑" panose="020B0503020204020204" pitchFamily="34" charset="-122"/>
              </a:rPr>
              <a:t>”</a:t>
            </a:r>
            <a:r>
              <a:rPr kumimoji="1" lang="zh-CN" altLang="en-US" sz="4000" b="1" spc="-150" dirty="0">
                <a:solidFill>
                  <a:prstClr val="black">
                    <a:lumMod val="75000"/>
                    <a:lumOff val="25000"/>
                  </a:prstClr>
                </a:solidFill>
                <a:latin typeface="微软雅黑" panose="020B0503020204020204" pitchFamily="34" charset="-122"/>
                <a:ea typeface="微软雅黑" panose="020B0503020204020204" pitchFamily="34" charset="-122"/>
              </a:rPr>
              <a:t>管理的方式与流程 </a:t>
            </a:r>
          </a:p>
        </p:txBody>
      </p:sp>
      <p:sp>
        <p:nvSpPr>
          <p:cNvPr id="31" name="文本框 30"/>
          <p:cNvSpPr txBox="1"/>
          <p:nvPr/>
        </p:nvSpPr>
        <p:spPr>
          <a:xfrm>
            <a:off x="736296" y="1390474"/>
            <a:ext cx="1840028"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1" lang="en-US" altLang="zh-CN" sz="7200" b="1" i="0" u="none" strike="noStrike" kern="1200" cap="none" spc="-150" normalizeH="0" baseline="0" noProof="0" dirty="0">
                <a:ln>
                  <a:noFill/>
                </a:ln>
                <a:solidFill>
                  <a:prstClr val="white"/>
                </a:solidFill>
                <a:effectLst/>
                <a:uLnTx/>
                <a:uFillTx/>
                <a:latin typeface="Arial Black" panose="020B0A04020102020204" pitchFamily="34" charset="0"/>
                <a:ea typeface="Alibaba PuHuiTi M" pitchFamily="18" charset="-122"/>
                <a:cs typeface="Arial Black" panose="020B0A04020102020204" pitchFamily="34" charset="0"/>
              </a:rPr>
              <a:t>01</a:t>
            </a:r>
            <a:endParaRPr kumimoji="1" lang="zh-CN" altLang="en-US" sz="7200" b="1" i="0" u="none" strike="noStrike" kern="1200" cap="none" spc="-150" normalizeH="0" baseline="0" noProof="0" dirty="0">
              <a:ln>
                <a:noFill/>
              </a:ln>
              <a:solidFill>
                <a:prstClr val="white"/>
              </a:solidFill>
              <a:effectLst/>
              <a:uLnTx/>
              <a:uFillTx/>
              <a:latin typeface="Arial Black" panose="020B0A04020102020204" pitchFamily="34" charset="0"/>
              <a:ea typeface="Alibaba PuHuiTi M" pitchFamily="18" charset="-122"/>
              <a:cs typeface="Arial Black" panose="020B0A04020102020204" pitchFamily="34" charset="0"/>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580390" y="981075"/>
            <a:ext cx="9742170" cy="939165"/>
          </a:xfrm>
        </p:spPr>
        <p:txBody>
          <a:bodyPr/>
          <a:lstStyle/>
          <a:p>
            <a:r>
              <a:rPr lang="zh-CN" altLang="en-US" sz="3600"/>
              <a:t>精准“靶向”管理的方法学及流程介绍</a:t>
            </a:r>
          </a:p>
        </p:txBody>
      </p:sp>
      <p:grpSp>
        <p:nvGrpSpPr>
          <p:cNvPr id="26" name="组合 36"/>
          <p:cNvGrpSpPr/>
          <p:nvPr/>
        </p:nvGrpSpPr>
        <p:grpSpPr>
          <a:xfrm>
            <a:off x="256899" y="2363508"/>
            <a:ext cx="11051181" cy="3453178"/>
            <a:chOff x="2078" y="3080"/>
            <a:chExt cx="14874" cy="4747"/>
          </a:xfrm>
        </p:grpSpPr>
        <p:grpSp>
          <p:nvGrpSpPr>
            <p:cNvPr id="27" name="组合 34"/>
            <p:cNvGrpSpPr/>
            <p:nvPr/>
          </p:nvGrpSpPr>
          <p:grpSpPr>
            <a:xfrm>
              <a:off x="2513" y="3080"/>
              <a:ext cx="14439" cy="1374"/>
              <a:chOff x="2280" y="3158"/>
              <a:chExt cx="14439" cy="1374"/>
            </a:xfrm>
          </p:grpSpPr>
          <p:sp>
            <p:nvSpPr>
              <p:cNvPr id="55" name="Freeform 6"/>
              <p:cNvSpPr/>
              <p:nvPr>
                <p:custDataLst>
                  <p:tags r:id="rId14"/>
                </p:custDataLst>
              </p:nvPr>
            </p:nvSpPr>
            <p:spPr bwMode="auto">
              <a:xfrm>
                <a:off x="2280" y="3158"/>
                <a:ext cx="3152" cy="1374"/>
              </a:xfrm>
              <a:custGeom>
                <a:avLst/>
                <a:gdLst>
                  <a:gd name="T0" fmla="*/ 604 w 615"/>
                  <a:gd name="T1" fmla="*/ 216 h 476"/>
                  <a:gd name="T2" fmla="*/ 604 w 615"/>
                  <a:gd name="T3" fmla="*/ 260 h 476"/>
                  <a:gd name="T4" fmla="*/ 443 w 615"/>
                  <a:gd name="T5" fmla="*/ 452 h 476"/>
                  <a:gd name="T6" fmla="*/ 391 w 615"/>
                  <a:gd name="T7" fmla="*/ 476 h 476"/>
                  <a:gd name="T8" fmla="*/ 25 w 615"/>
                  <a:gd name="T9" fmla="*/ 476 h 476"/>
                  <a:gd name="T10" fmla="*/ 4 w 615"/>
                  <a:gd name="T11" fmla="*/ 463 h 476"/>
                  <a:gd name="T12" fmla="*/ 7 w 615"/>
                  <a:gd name="T13" fmla="*/ 439 h 476"/>
                  <a:gd name="T14" fmla="*/ 158 w 615"/>
                  <a:gd name="T15" fmla="*/ 260 h 476"/>
                  <a:gd name="T16" fmla="*/ 158 w 615"/>
                  <a:gd name="T17" fmla="*/ 216 h 476"/>
                  <a:gd name="T18" fmla="*/ 7 w 615"/>
                  <a:gd name="T19" fmla="*/ 37 h 476"/>
                  <a:gd name="T20" fmla="*/ 4 w 615"/>
                  <a:gd name="T21" fmla="*/ 13 h 476"/>
                  <a:gd name="T22" fmla="*/ 25 w 615"/>
                  <a:gd name="T23" fmla="*/ 0 h 476"/>
                  <a:gd name="T24" fmla="*/ 391 w 615"/>
                  <a:gd name="T25" fmla="*/ 0 h 476"/>
                  <a:gd name="T26" fmla="*/ 443 w 615"/>
                  <a:gd name="T27" fmla="*/ 24 h 476"/>
                  <a:gd name="T28" fmla="*/ 604 w 615"/>
                  <a:gd name="T29" fmla="*/ 21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5" h="476">
                    <a:moveTo>
                      <a:pt x="604" y="216"/>
                    </a:moveTo>
                    <a:cubicBezTo>
                      <a:pt x="615" y="229"/>
                      <a:pt x="615" y="247"/>
                      <a:pt x="604" y="260"/>
                    </a:cubicBezTo>
                    <a:cubicBezTo>
                      <a:pt x="443" y="452"/>
                      <a:pt x="443" y="452"/>
                      <a:pt x="443" y="452"/>
                    </a:cubicBezTo>
                    <a:cubicBezTo>
                      <a:pt x="430" y="467"/>
                      <a:pt x="411" y="476"/>
                      <a:pt x="391" y="476"/>
                    </a:cubicBezTo>
                    <a:cubicBezTo>
                      <a:pt x="25" y="476"/>
                      <a:pt x="25" y="476"/>
                      <a:pt x="25" y="476"/>
                    </a:cubicBezTo>
                    <a:cubicBezTo>
                      <a:pt x="16" y="476"/>
                      <a:pt x="8" y="471"/>
                      <a:pt x="4" y="463"/>
                    </a:cubicBezTo>
                    <a:cubicBezTo>
                      <a:pt x="0" y="455"/>
                      <a:pt x="2" y="445"/>
                      <a:pt x="7" y="439"/>
                    </a:cubicBezTo>
                    <a:cubicBezTo>
                      <a:pt x="158" y="260"/>
                      <a:pt x="158" y="260"/>
                      <a:pt x="158" y="260"/>
                    </a:cubicBezTo>
                    <a:cubicBezTo>
                      <a:pt x="168" y="247"/>
                      <a:pt x="168" y="229"/>
                      <a:pt x="158" y="216"/>
                    </a:cubicBezTo>
                    <a:cubicBezTo>
                      <a:pt x="7" y="37"/>
                      <a:pt x="7" y="37"/>
                      <a:pt x="7" y="37"/>
                    </a:cubicBezTo>
                    <a:cubicBezTo>
                      <a:pt x="2" y="30"/>
                      <a:pt x="0" y="21"/>
                      <a:pt x="4" y="13"/>
                    </a:cubicBezTo>
                    <a:cubicBezTo>
                      <a:pt x="8" y="5"/>
                      <a:pt x="16" y="0"/>
                      <a:pt x="25" y="0"/>
                    </a:cubicBezTo>
                    <a:cubicBezTo>
                      <a:pt x="391" y="0"/>
                      <a:pt x="391" y="0"/>
                      <a:pt x="391" y="0"/>
                    </a:cubicBezTo>
                    <a:cubicBezTo>
                      <a:pt x="411" y="0"/>
                      <a:pt x="430" y="9"/>
                      <a:pt x="443" y="24"/>
                    </a:cubicBezTo>
                    <a:lnTo>
                      <a:pt x="604" y="216"/>
                    </a:lnTo>
                    <a:close/>
                  </a:path>
                </a:pathLst>
              </a:custGeom>
              <a:solidFill>
                <a:srgbClr val="F3AA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思源黑体" panose="020B0500000000000000" charset="-122"/>
                  <a:ea typeface="思源黑体" panose="020B0500000000000000" charset="-122"/>
                  <a:sym typeface="思源黑体" panose="020B0500000000000000" charset="-122"/>
                </a:endParaRPr>
              </a:p>
            </p:txBody>
          </p:sp>
          <p:sp>
            <p:nvSpPr>
              <p:cNvPr id="53" name="Freeform 65"/>
              <p:cNvSpPr/>
              <p:nvPr>
                <p:custDataLst>
                  <p:tags r:id="rId15"/>
                </p:custDataLst>
              </p:nvPr>
            </p:nvSpPr>
            <p:spPr bwMode="auto">
              <a:xfrm>
                <a:off x="5953" y="3158"/>
                <a:ext cx="3337" cy="1325"/>
              </a:xfrm>
              <a:custGeom>
                <a:avLst/>
                <a:gdLst>
                  <a:gd name="T0" fmla="*/ 604 w 614"/>
                  <a:gd name="T1" fmla="*/ 216 h 476"/>
                  <a:gd name="T2" fmla="*/ 604 w 614"/>
                  <a:gd name="T3" fmla="*/ 260 h 476"/>
                  <a:gd name="T4" fmla="*/ 443 w 614"/>
                  <a:gd name="T5" fmla="*/ 452 h 476"/>
                  <a:gd name="T6" fmla="*/ 391 w 614"/>
                  <a:gd name="T7" fmla="*/ 476 h 476"/>
                  <a:gd name="T8" fmla="*/ 24 w 614"/>
                  <a:gd name="T9" fmla="*/ 476 h 476"/>
                  <a:gd name="T10" fmla="*/ 4 w 614"/>
                  <a:gd name="T11" fmla="*/ 463 h 476"/>
                  <a:gd name="T12" fmla="*/ 7 w 614"/>
                  <a:gd name="T13" fmla="*/ 439 h 476"/>
                  <a:gd name="T14" fmla="*/ 157 w 614"/>
                  <a:gd name="T15" fmla="*/ 260 h 476"/>
                  <a:gd name="T16" fmla="*/ 157 w 614"/>
                  <a:gd name="T17" fmla="*/ 216 h 476"/>
                  <a:gd name="T18" fmla="*/ 7 w 614"/>
                  <a:gd name="T19" fmla="*/ 37 h 476"/>
                  <a:gd name="T20" fmla="*/ 4 w 614"/>
                  <a:gd name="T21" fmla="*/ 13 h 476"/>
                  <a:gd name="T22" fmla="*/ 24 w 614"/>
                  <a:gd name="T23" fmla="*/ 0 h 476"/>
                  <a:gd name="T24" fmla="*/ 391 w 614"/>
                  <a:gd name="T25" fmla="*/ 0 h 476"/>
                  <a:gd name="T26" fmla="*/ 443 w 614"/>
                  <a:gd name="T27" fmla="*/ 24 h 476"/>
                  <a:gd name="T28" fmla="*/ 604 w 614"/>
                  <a:gd name="T29" fmla="*/ 21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4" h="476">
                    <a:moveTo>
                      <a:pt x="604" y="216"/>
                    </a:moveTo>
                    <a:cubicBezTo>
                      <a:pt x="614" y="229"/>
                      <a:pt x="614" y="247"/>
                      <a:pt x="604" y="260"/>
                    </a:cubicBezTo>
                    <a:cubicBezTo>
                      <a:pt x="443" y="452"/>
                      <a:pt x="443" y="452"/>
                      <a:pt x="443" y="452"/>
                    </a:cubicBezTo>
                    <a:cubicBezTo>
                      <a:pt x="430" y="467"/>
                      <a:pt x="411" y="476"/>
                      <a:pt x="391" y="476"/>
                    </a:cubicBezTo>
                    <a:cubicBezTo>
                      <a:pt x="24" y="476"/>
                      <a:pt x="24" y="476"/>
                      <a:pt x="24" y="476"/>
                    </a:cubicBezTo>
                    <a:cubicBezTo>
                      <a:pt x="16" y="476"/>
                      <a:pt x="8" y="471"/>
                      <a:pt x="4" y="463"/>
                    </a:cubicBezTo>
                    <a:cubicBezTo>
                      <a:pt x="0" y="455"/>
                      <a:pt x="1" y="445"/>
                      <a:pt x="7" y="439"/>
                    </a:cubicBezTo>
                    <a:cubicBezTo>
                      <a:pt x="157" y="260"/>
                      <a:pt x="157" y="260"/>
                      <a:pt x="157" y="260"/>
                    </a:cubicBezTo>
                    <a:cubicBezTo>
                      <a:pt x="168" y="247"/>
                      <a:pt x="168" y="229"/>
                      <a:pt x="157" y="216"/>
                    </a:cubicBezTo>
                    <a:cubicBezTo>
                      <a:pt x="7" y="37"/>
                      <a:pt x="7" y="37"/>
                      <a:pt x="7" y="37"/>
                    </a:cubicBezTo>
                    <a:cubicBezTo>
                      <a:pt x="1" y="30"/>
                      <a:pt x="0" y="21"/>
                      <a:pt x="4" y="13"/>
                    </a:cubicBezTo>
                    <a:cubicBezTo>
                      <a:pt x="8" y="5"/>
                      <a:pt x="16" y="0"/>
                      <a:pt x="24" y="0"/>
                    </a:cubicBezTo>
                    <a:cubicBezTo>
                      <a:pt x="391" y="0"/>
                      <a:pt x="391" y="0"/>
                      <a:pt x="391" y="0"/>
                    </a:cubicBezTo>
                    <a:cubicBezTo>
                      <a:pt x="411" y="0"/>
                      <a:pt x="430" y="9"/>
                      <a:pt x="443" y="24"/>
                    </a:cubicBezTo>
                    <a:lnTo>
                      <a:pt x="604" y="216"/>
                    </a:lnTo>
                    <a:close/>
                  </a:path>
                </a:pathLst>
              </a:custGeom>
              <a:solidFill>
                <a:srgbClr val="8FC4E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思源黑体" panose="020B0500000000000000" charset="-122"/>
                  <a:ea typeface="思源黑体" panose="020B0500000000000000" charset="-122"/>
                  <a:sym typeface="思源黑体" panose="020B0500000000000000" charset="-122"/>
                </a:endParaRPr>
              </a:p>
            </p:txBody>
          </p:sp>
          <p:sp>
            <p:nvSpPr>
              <p:cNvPr id="51" name="Freeform 10"/>
              <p:cNvSpPr/>
              <p:nvPr>
                <p:custDataLst>
                  <p:tags r:id="rId16"/>
                </p:custDataLst>
              </p:nvPr>
            </p:nvSpPr>
            <p:spPr bwMode="auto">
              <a:xfrm>
                <a:off x="9623" y="3158"/>
                <a:ext cx="3431" cy="1325"/>
              </a:xfrm>
              <a:custGeom>
                <a:avLst/>
                <a:gdLst>
                  <a:gd name="T0" fmla="*/ 603 w 614"/>
                  <a:gd name="T1" fmla="*/ 216 h 476"/>
                  <a:gd name="T2" fmla="*/ 603 w 614"/>
                  <a:gd name="T3" fmla="*/ 260 h 476"/>
                  <a:gd name="T4" fmla="*/ 442 w 614"/>
                  <a:gd name="T5" fmla="*/ 452 h 476"/>
                  <a:gd name="T6" fmla="*/ 390 w 614"/>
                  <a:gd name="T7" fmla="*/ 476 h 476"/>
                  <a:gd name="T8" fmla="*/ 24 w 614"/>
                  <a:gd name="T9" fmla="*/ 476 h 476"/>
                  <a:gd name="T10" fmla="*/ 3 w 614"/>
                  <a:gd name="T11" fmla="*/ 463 h 476"/>
                  <a:gd name="T12" fmla="*/ 7 w 614"/>
                  <a:gd name="T13" fmla="*/ 439 h 476"/>
                  <a:gd name="T14" fmla="*/ 157 w 614"/>
                  <a:gd name="T15" fmla="*/ 260 h 476"/>
                  <a:gd name="T16" fmla="*/ 157 w 614"/>
                  <a:gd name="T17" fmla="*/ 216 h 476"/>
                  <a:gd name="T18" fmla="*/ 7 w 614"/>
                  <a:gd name="T19" fmla="*/ 37 h 476"/>
                  <a:gd name="T20" fmla="*/ 3 w 614"/>
                  <a:gd name="T21" fmla="*/ 13 h 476"/>
                  <a:gd name="T22" fmla="*/ 24 w 614"/>
                  <a:gd name="T23" fmla="*/ 0 h 476"/>
                  <a:gd name="T24" fmla="*/ 390 w 614"/>
                  <a:gd name="T25" fmla="*/ 0 h 476"/>
                  <a:gd name="T26" fmla="*/ 442 w 614"/>
                  <a:gd name="T27" fmla="*/ 24 h 476"/>
                  <a:gd name="T28" fmla="*/ 603 w 614"/>
                  <a:gd name="T29" fmla="*/ 21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4" h="476">
                    <a:moveTo>
                      <a:pt x="603" y="216"/>
                    </a:moveTo>
                    <a:cubicBezTo>
                      <a:pt x="614" y="229"/>
                      <a:pt x="614" y="247"/>
                      <a:pt x="603" y="260"/>
                    </a:cubicBezTo>
                    <a:cubicBezTo>
                      <a:pt x="442" y="452"/>
                      <a:pt x="442" y="452"/>
                      <a:pt x="442" y="452"/>
                    </a:cubicBezTo>
                    <a:cubicBezTo>
                      <a:pt x="429" y="467"/>
                      <a:pt x="410" y="476"/>
                      <a:pt x="390" y="476"/>
                    </a:cubicBezTo>
                    <a:cubicBezTo>
                      <a:pt x="24" y="476"/>
                      <a:pt x="24" y="476"/>
                      <a:pt x="24" y="476"/>
                    </a:cubicBezTo>
                    <a:cubicBezTo>
                      <a:pt x="15" y="476"/>
                      <a:pt x="7" y="471"/>
                      <a:pt x="3" y="463"/>
                    </a:cubicBezTo>
                    <a:cubicBezTo>
                      <a:pt x="0" y="455"/>
                      <a:pt x="1" y="445"/>
                      <a:pt x="7" y="439"/>
                    </a:cubicBezTo>
                    <a:cubicBezTo>
                      <a:pt x="157" y="260"/>
                      <a:pt x="157" y="260"/>
                      <a:pt x="157" y="260"/>
                    </a:cubicBezTo>
                    <a:cubicBezTo>
                      <a:pt x="167" y="247"/>
                      <a:pt x="167" y="229"/>
                      <a:pt x="157" y="216"/>
                    </a:cubicBezTo>
                    <a:cubicBezTo>
                      <a:pt x="7" y="37"/>
                      <a:pt x="7" y="37"/>
                      <a:pt x="7" y="37"/>
                    </a:cubicBezTo>
                    <a:cubicBezTo>
                      <a:pt x="1" y="30"/>
                      <a:pt x="0" y="21"/>
                      <a:pt x="3" y="13"/>
                    </a:cubicBezTo>
                    <a:cubicBezTo>
                      <a:pt x="7" y="5"/>
                      <a:pt x="15" y="0"/>
                      <a:pt x="24" y="0"/>
                    </a:cubicBezTo>
                    <a:cubicBezTo>
                      <a:pt x="390" y="0"/>
                      <a:pt x="390" y="0"/>
                      <a:pt x="390" y="0"/>
                    </a:cubicBezTo>
                    <a:cubicBezTo>
                      <a:pt x="410" y="0"/>
                      <a:pt x="429" y="9"/>
                      <a:pt x="442" y="24"/>
                    </a:cubicBezTo>
                    <a:lnTo>
                      <a:pt x="603" y="216"/>
                    </a:lnTo>
                    <a:close/>
                  </a:path>
                </a:pathLst>
              </a:custGeom>
              <a:solidFill>
                <a:srgbClr val="F8CA1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思源黑体" panose="020B0500000000000000" charset="-122"/>
                  <a:ea typeface="思源黑体" panose="020B0500000000000000" charset="-122"/>
                  <a:sym typeface="思源黑体" panose="020B0500000000000000" charset="-122"/>
                </a:endParaRPr>
              </a:p>
            </p:txBody>
          </p:sp>
          <p:sp>
            <p:nvSpPr>
              <p:cNvPr id="49" name="Freeform 12"/>
              <p:cNvSpPr/>
              <p:nvPr>
                <p:custDataLst>
                  <p:tags r:id="rId17"/>
                </p:custDataLst>
              </p:nvPr>
            </p:nvSpPr>
            <p:spPr bwMode="auto">
              <a:xfrm>
                <a:off x="13290" y="3158"/>
                <a:ext cx="3429" cy="1323"/>
              </a:xfrm>
              <a:custGeom>
                <a:avLst/>
                <a:gdLst>
                  <a:gd name="T0" fmla="*/ 604 w 615"/>
                  <a:gd name="T1" fmla="*/ 216 h 476"/>
                  <a:gd name="T2" fmla="*/ 604 w 615"/>
                  <a:gd name="T3" fmla="*/ 260 h 476"/>
                  <a:gd name="T4" fmla="*/ 443 w 615"/>
                  <a:gd name="T5" fmla="*/ 452 h 476"/>
                  <a:gd name="T6" fmla="*/ 391 w 615"/>
                  <a:gd name="T7" fmla="*/ 476 h 476"/>
                  <a:gd name="T8" fmla="*/ 25 w 615"/>
                  <a:gd name="T9" fmla="*/ 476 h 476"/>
                  <a:gd name="T10" fmla="*/ 4 w 615"/>
                  <a:gd name="T11" fmla="*/ 463 h 476"/>
                  <a:gd name="T12" fmla="*/ 7 w 615"/>
                  <a:gd name="T13" fmla="*/ 439 h 476"/>
                  <a:gd name="T14" fmla="*/ 157 w 615"/>
                  <a:gd name="T15" fmla="*/ 260 h 476"/>
                  <a:gd name="T16" fmla="*/ 157 w 615"/>
                  <a:gd name="T17" fmla="*/ 216 h 476"/>
                  <a:gd name="T18" fmla="*/ 7 w 615"/>
                  <a:gd name="T19" fmla="*/ 37 h 476"/>
                  <a:gd name="T20" fmla="*/ 4 w 615"/>
                  <a:gd name="T21" fmla="*/ 13 h 476"/>
                  <a:gd name="T22" fmla="*/ 25 w 615"/>
                  <a:gd name="T23" fmla="*/ 0 h 476"/>
                  <a:gd name="T24" fmla="*/ 391 w 615"/>
                  <a:gd name="T25" fmla="*/ 0 h 476"/>
                  <a:gd name="T26" fmla="*/ 443 w 615"/>
                  <a:gd name="T27" fmla="*/ 24 h 476"/>
                  <a:gd name="T28" fmla="*/ 604 w 615"/>
                  <a:gd name="T29" fmla="*/ 21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5" h="476">
                    <a:moveTo>
                      <a:pt x="604" y="216"/>
                    </a:moveTo>
                    <a:cubicBezTo>
                      <a:pt x="615" y="229"/>
                      <a:pt x="615" y="247"/>
                      <a:pt x="604" y="260"/>
                    </a:cubicBezTo>
                    <a:cubicBezTo>
                      <a:pt x="443" y="452"/>
                      <a:pt x="443" y="452"/>
                      <a:pt x="443" y="452"/>
                    </a:cubicBezTo>
                    <a:cubicBezTo>
                      <a:pt x="430" y="467"/>
                      <a:pt x="411" y="476"/>
                      <a:pt x="391" y="476"/>
                    </a:cubicBezTo>
                    <a:cubicBezTo>
                      <a:pt x="25" y="476"/>
                      <a:pt x="25" y="476"/>
                      <a:pt x="25" y="476"/>
                    </a:cubicBezTo>
                    <a:cubicBezTo>
                      <a:pt x="16" y="476"/>
                      <a:pt x="8" y="471"/>
                      <a:pt x="4" y="463"/>
                    </a:cubicBezTo>
                    <a:cubicBezTo>
                      <a:pt x="0" y="455"/>
                      <a:pt x="2" y="445"/>
                      <a:pt x="7" y="439"/>
                    </a:cubicBezTo>
                    <a:cubicBezTo>
                      <a:pt x="157" y="260"/>
                      <a:pt x="157" y="260"/>
                      <a:pt x="157" y="260"/>
                    </a:cubicBezTo>
                    <a:cubicBezTo>
                      <a:pt x="168" y="247"/>
                      <a:pt x="168" y="229"/>
                      <a:pt x="157" y="216"/>
                    </a:cubicBezTo>
                    <a:cubicBezTo>
                      <a:pt x="7" y="37"/>
                      <a:pt x="7" y="37"/>
                      <a:pt x="7" y="37"/>
                    </a:cubicBezTo>
                    <a:cubicBezTo>
                      <a:pt x="2" y="30"/>
                      <a:pt x="0" y="21"/>
                      <a:pt x="4" y="13"/>
                    </a:cubicBezTo>
                    <a:cubicBezTo>
                      <a:pt x="8" y="5"/>
                      <a:pt x="16" y="0"/>
                      <a:pt x="25" y="0"/>
                    </a:cubicBezTo>
                    <a:cubicBezTo>
                      <a:pt x="391" y="0"/>
                      <a:pt x="391" y="0"/>
                      <a:pt x="391" y="0"/>
                    </a:cubicBezTo>
                    <a:cubicBezTo>
                      <a:pt x="411" y="0"/>
                      <a:pt x="430" y="9"/>
                      <a:pt x="443" y="24"/>
                    </a:cubicBezTo>
                    <a:lnTo>
                      <a:pt x="604" y="216"/>
                    </a:lnTo>
                    <a:close/>
                  </a:path>
                </a:pathLst>
              </a:custGeom>
              <a:solidFill>
                <a:srgbClr val="E7552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latin typeface="思源黑体" panose="020B0500000000000000" charset="-122"/>
                  <a:ea typeface="思源黑体" panose="020B0500000000000000" charset="-122"/>
                  <a:sym typeface="思源黑体" panose="020B0500000000000000" charset="-122"/>
                </a:endParaRPr>
              </a:p>
            </p:txBody>
          </p:sp>
          <p:sp>
            <p:nvSpPr>
              <p:cNvPr id="45" name="Rectangle 29"/>
              <p:cNvSpPr/>
              <p:nvPr>
                <p:custDataLst>
                  <p:tags r:id="rId18"/>
                </p:custDataLst>
              </p:nvPr>
            </p:nvSpPr>
            <p:spPr>
              <a:xfrm>
                <a:off x="2826" y="3570"/>
                <a:ext cx="2606" cy="550"/>
              </a:xfrm>
              <a:prstGeom prst="rect">
                <a:avLst/>
              </a:prstGeom>
            </p:spPr>
            <p:txBody>
              <a:bodyPr wrap="square">
                <a:spAutoFit/>
              </a:bodyPr>
              <a:lstStyle/>
              <a:p>
                <a:pPr algn="ctr"/>
                <a:r>
                  <a:rPr lang="zh-CN" altLang="en-US" sz="2000" b="1" dirty="0">
                    <a:solidFill>
                      <a:schemeClr val="bg1"/>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确定靶点</a:t>
                </a:r>
              </a:p>
            </p:txBody>
          </p:sp>
          <p:sp>
            <p:nvSpPr>
              <p:cNvPr id="47" name="Rectangle 29"/>
              <p:cNvSpPr/>
              <p:nvPr>
                <p:custDataLst>
                  <p:tags r:id="rId19"/>
                </p:custDataLst>
              </p:nvPr>
            </p:nvSpPr>
            <p:spPr>
              <a:xfrm>
                <a:off x="10301" y="3543"/>
                <a:ext cx="2606" cy="550"/>
              </a:xfrm>
              <a:prstGeom prst="rect">
                <a:avLst/>
              </a:prstGeom>
            </p:spPr>
            <p:txBody>
              <a:bodyPr wrap="square">
                <a:spAutoFit/>
              </a:bodyPr>
              <a:lstStyle/>
              <a:p>
                <a:pPr algn="ctr"/>
                <a:r>
                  <a:rPr lang="zh-CN" altLang="en-US" sz="2000" b="1">
                    <a:solidFill>
                      <a:schemeClr val="bg1"/>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分析解析</a:t>
                </a:r>
              </a:p>
            </p:txBody>
          </p:sp>
          <p:sp>
            <p:nvSpPr>
              <p:cNvPr id="48" name="Rectangle 29"/>
              <p:cNvSpPr/>
              <p:nvPr>
                <p:custDataLst>
                  <p:tags r:id="rId20"/>
                </p:custDataLst>
              </p:nvPr>
            </p:nvSpPr>
            <p:spPr>
              <a:xfrm>
                <a:off x="13977" y="3527"/>
                <a:ext cx="2606" cy="550"/>
              </a:xfrm>
              <a:prstGeom prst="rect">
                <a:avLst/>
              </a:prstGeom>
            </p:spPr>
            <p:txBody>
              <a:bodyPr wrap="square">
                <a:spAutoFit/>
              </a:bodyPr>
              <a:lstStyle/>
              <a:p>
                <a:pPr algn="ctr"/>
                <a:r>
                  <a:rPr lang="zh-CN" altLang="en-US" sz="2000" b="1" dirty="0">
                    <a:solidFill>
                      <a:schemeClr val="bg1"/>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采取措施</a:t>
                </a:r>
              </a:p>
            </p:txBody>
          </p:sp>
        </p:grpSp>
        <p:grpSp>
          <p:nvGrpSpPr>
            <p:cNvPr id="28" name="组合 35"/>
            <p:cNvGrpSpPr/>
            <p:nvPr/>
          </p:nvGrpSpPr>
          <p:grpSpPr>
            <a:xfrm>
              <a:off x="2078" y="4852"/>
              <a:ext cx="14860" cy="2975"/>
              <a:chOff x="2078" y="5317"/>
              <a:chExt cx="14860" cy="2975"/>
            </a:xfrm>
          </p:grpSpPr>
          <p:sp>
            <p:nvSpPr>
              <p:cNvPr id="29" name="Oval 79"/>
              <p:cNvSpPr>
                <a:spLocks noChangeAspect="1"/>
              </p:cNvSpPr>
              <p:nvPr>
                <p:custDataLst>
                  <p:tags r:id="rId2"/>
                </p:custDataLst>
              </p:nvPr>
            </p:nvSpPr>
            <p:spPr>
              <a:xfrm>
                <a:off x="2078" y="5490"/>
                <a:ext cx="283" cy="283"/>
              </a:xfrm>
              <a:prstGeom prst="ellipse">
                <a:avLst/>
              </a:prstGeom>
              <a:solidFill>
                <a:srgbClr val="F3AA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latin typeface="思源黑体" panose="020B0500000000000000" charset="-122"/>
                  <a:ea typeface="思源黑体" panose="020B0500000000000000" charset="-122"/>
                  <a:sym typeface="思源黑体" panose="020B0500000000000000" charset="-122"/>
                </a:endParaRPr>
              </a:p>
            </p:txBody>
          </p:sp>
          <p:sp>
            <p:nvSpPr>
              <p:cNvPr id="30" name="Oval 84"/>
              <p:cNvSpPr>
                <a:spLocks noChangeAspect="1"/>
              </p:cNvSpPr>
              <p:nvPr>
                <p:custDataLst>
                  <p:tags r:id="rId3"/>
                </p:custDataLst>
              </p:nvPr>
            </p:nvSpPr>
            <p:spPr>
              <a:xfrm>
                <a:off x="5826" y="5478"/>
                <a:ext cx="283" cy="283"/>
              </a:xfrm>
              <a:prstGeom prst="ellipse">
                <a:avLst/>
              </a:prstGeom>
              <a:solidFill>
                <a:srgbClr val="8FC4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latin typeface="思源黑体" panose="020B0500000000000000" charset="-122"/>
                  <a:ea typeface="思源黑体" panose="020B0500000000000000" charset="-122"/>
                  <a:sym typeface="思源黑体" panose="020B0500000000000000" charset="-122"/>
                </a:endParaRPr>
              </a:p>
            </p:txBody>
          </p:sp>
          <p:sp>
            <p:nvSpPr>
              <p:cNvPr id="31" name="Oval 89"/>
              <p:cNvSpPr>
                <a:spLocks noChangeAspect="1"/>
              </p:cNvSpPr>
              <p:nvPr>
                <p:custDataLst>
                  <p:tags r:id="rId4"/>
                </p:custDataLst>
              </p:nvPr>
            </p:nvSpPr>
            <p:spPr>
              <a:xfrm>
                <a:off x="13287" y="5478"/>
                <a:ext cx="283" cy="283"/>
              </a:xfrm>
              <a:prstGeom prst="ellipse">
                <a:avLst/>
              </a:prstGeom>
              <a:solidFill>
                <a:srgbClr val="E755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latin typeface="思源黑体" panose="020B0500000000000000" charset="-122"/>
                  <a:ea typeface="思源黑体" panose="020B0500000000000000" charset="-122"/>
                  <a:sym typeface="思源黑体" panose="020B0500000000000000" charset="-122"/>
                </a:endParaRPr>
              </a:p>
            </p:txBody>
          </p:sp>
          <p:sp>
            <p:nvSpPr>
              <p:cNvPr id="32" name="Oval 94"/>
              <p:cNvSpPr>
                <a:spLocks noChangeAspect="1"/>
              </p:cNvSpPr>
              <p:nvPr>
                <p:custDataLst>
                  <p:tags r:id="rId5"/>
                </p:custDataLst>
              </p:nvPr>
            </p:nvSpPr>
            <p:spPr>
              <a:xfrm>
                <a:off x="9533" y="5478"/>
                <a:ext cx="283" cy="283"/>
              </a:xfrm>
              <a:prstGeom prst="ellipse">
                <a:avLst/>
              </a:prstGeom>
              <a:solidFill>
                <a:srgbClr val="F8CA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latin typeface="思源黑体" panose="020B0500000000000000" charset="-122"/>
                  <a:ea typeface="思源黑体" panose="020B0500000000000000" charset="-122"/>
                  <a:sym typeface="思源黑体" panose="020B0500000000000000" charset="-122"/>
                </a:endParaRPr>
              </a:p>
            </p:txBody>
          </p:sp>
          <p:sp>
            <p:nvSpPr>
              <p:cNvPr id="33" name="Rectangle 29"/>
              <p:cNvSpPr/>
              <p:nvPr>
                <p:custDataLst>
                  <p:tags r:id="rId6"/>
                </p:custDataLst>
              </p:nvPr>
            </p:nvSpPr>
            <p:spPr>
              <a:xfrm>
                <a:off x="2219" y="6541"/>
                <a:ext cx="3574" cy="1740"/>
              </a:xfrm>
              <a:prstGeom prst="rect">
                <a:avLst/>
              </a:prstGeom>
            </p:spPr>
            <p:txBody>
              <a:bodyPr wrap="square">
                <a:spAutoFit/>
              </a:bodyPr>
              <a:lstStyle/>
              <a:p>
                <a:pPr algn="l">
                  <a:lnSpc>
                    <a:spcPct val="140000"/>
                  </a:lnSpc>
                </a:pPr>
                <a:r>
                  <a:rPr lang="zh-CN" altLang="en-US" sz="1400" dirty="0">
                    <a:solidFill>
                      <a:schemeClr val="tx1">
                        <a:lumMod val="85000"/>
                        <a:lumOff val="15000"/>
                      </a:schemeClr>
                    </a:solidFill>
                    <a:latin typeface="思源黑体 CN Light" panose="020B0300000000000000" charset="-122"/>
                    <a:ea typeface="思源黑体 CN Light" panose="020B0300000000000000" charset="-122"/>
                    <a:cs typeface="+mn-ea"/>
                    <a:sym typeface="+mn-lt"/>
                  </a:rPr>
                  <a:t>根据关键因素的特性（包含不仅限于法规要求、管理需求、影响力、严重度、共通性）来确定“靶点”</a:t>
                </a:r>
                <a:endParaRPr lang="zh-CN" altLang="en-US" sz="1400" dirty="0">
                  <a:solidFill>
                    <a:srgbClr val="101010"/>
                  </a:solidFill>
                  <a:latin typeface="思源黑体" panose="020B0500000000000000" charset="-122"/>
                  <a:ea typeface="思源黑体" panose="020B0500000000000000" charset="-122"/>
                  <a:cs typeface="+mn-ea"/>
                  <a:sym typeface="+mn-lt"/>
                </a:endParaRPr>
              </a:p>
            </p:txBody>
          </p:sp>
          <p:sp>
            <p:nvSpPr>
              <p:cNvPr id="34" name="Rectangle 30"/>
              <p:cNvSpPr/>
              <p:nvPr>
                <p:custDataLst>
                  <p:tags r:id="rId7"/>
                </p:custDataLst>
              </p:nvPr>
            </p:nvSpPr>
            <p:spPr>
              <a:xfrm>
                <a:off x="2220" y="5331"/>
                <a:ext cx="3631" cy="888"/>
              </a:xfrm>
              <a:prstGeom prst="rect">
                <a:avLst/>
              </a:prstGeom>
            </p:spPr>
            <p:txBody>
              <a:bodyPr wrap="square">
                <a:spAutoFit/>
              </a:bodyPr>
              <a:lstStyle/>
              <a:p>
                <a:pPr algn="ctr"/>
                <a:r>
                  <a:rPr lang="zh-CN" altLang="en-US" b="1">
                    <a:solidFill>
                      <a:schemeClr val="tx1">
                        <a:lumMod val="85000"/>
                        <a:lumOff val="15000"/>
                      </a:schemeClr>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明确“靶向”管理的</a:t>
                </a:r>
                <a:endParaRPr lang="en-US" altLang="zh-CN" b="1">
                  <a:solidFill>
                    <a:schemeClr val="tx1">
                      <a:lumMod val="85000"/>
                      <a:lumOff val="15000"/>
                    </a:schemeClr>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endParaRPr>
              </a:p>
              <a:p>
                <a:pPr algn="ctr"/>
                <a:r>
                  <a:rPr lang="zh-CN" altLang="en-US" b="1">
                    <a:solidFill>
                      <a:schemeClr val="tx1">
                        <a:lumMod val="85000"/>
                        <a:lumOff val="15000"/>
                      </a:schemeClr>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关键因素</a:t>
                </a:r>
              </a:p>
            </p:txBody>
          </p:sp>
          <p:sp>
            <p:nvSpPr>
              <p:cNvPr id="35" name="Rectangle 29"/>
              <p:cNvSpPr/>
              <p:nvPr>
                <p:custDataLst>
                  <p:tags r:id="rId8"/>
                </p:custDataLst>
              </p:nvPr>
            </p:nvSpPr>
            <p:spPr>
              <a:xfrm>
                <a:off x="6094" y="6552"/>
                <a:ext cx="3574" cy="1740"/>
              </a:xfrm>
              <a:prstGeom prst="rect">
                <a:avLst/>
              </a:prstGeom>
            </p:spPr>
            <p:txBody>
              <a:bodyPr wrap="square">
                <a:spAutoFit/>
              </a:bodyPr>
              <a:lstStyle/>
              <a:p>
                <a:pPr algn="l">
                  <a:lnSpc>
                    <a:spcPct val="140000"/>
                  </a:lnSpc>
                </a:pPr>
                <a:r>
                  <a:rPr lang="zh-CN" altLang="en-US" sz="1400" dirty="0">
                    <a:solidFill>
                      <a:schemeClr val="tx1">
                        <a:lumMod val="85000"/>
                        <a:lumOff val="15000"/>
                      </a:schemeClr>
                    </a:solidFill>
                    <a:ea typeface="思源黑体 CN Light" panose="020B0300000000000000" charset="-122"/>
                    <a:cs typeface="+mn-ea"/>
                    <a:sym typeface="+mn-lt"/>
                  </a:rPr>
                  <a:t>利用“靶点”的历史数据，定量分析和洞悉其在整个临床研究过程中的变化规律，确定合理范围。</a:t>
                </a:r>
              </a:p>
            </p:txBody>
          </p:sp>
          <p:sp>
            <p:nvSpPr>
              <p:cNvPr id="36" name="Rectangle 30"/>
              <p:cNvSpPr/>
              <p:nvPr>
                <p:custDataLst>
                  <p:tags r:id="rId9"/>
                </p:custDataLst>
              </p:nvPr>
            </p:nvSpPr>
            <p:spPr>
              <a:xfrm>
                <a:off x="6186" y="5371"/>
                <a:ext cx="3214" cy="804"/>
              </a:xfrm>
              <a:prstGeom prst="rect">
                <a:avLst/>
              </a:prstGeom>
            </p:spPr>
            <p:txBody>
              <a:bodyPr wrap="square">
                <a:spAutoFit/>
              </a:bodyPr>
              <a:lstStyle/>
              <a:p>
                <a:pPr algn="ctr"/>
                <a:r>
                  <a:rPr lang="zh-CN" altLang="en-US" sz="1600" b="1" dirty="0">
                    <a:solidFill>
                      <a:schemeClr val="tx1">
                        <a:lumMod val="85000"/>
                        <a:lumOff val="15000"/>
                      </a:schemeClr>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定量分析“</a:t>
                </a:r>
                <a:r>
                  <a:rPr lang="zh-CN" altLang="en-US" sz="1600" b="1" dirty="0">
                    <a:solidFill>
                      <a:schemeClr val="tx1">
                        <a:lumMod val="85000"/>
                        <a:lumOff val="15000"/>
                      </a:schemeClr>
                    </a:solidFill>
                    <a:ea typeface="思源黑体 Medium" panose="020B0600000000000000" charset="-122"/>
                    <a:cs typeface="Arial" panose="020B0604020202020204" pitchFamily="34" charset="0"/>
                    <a:sym typeface="思源黑体 CN Bold" panose="020B0800000000000000" charset="-122"/>
                  </a:rPr>
                  <a:t>靶点”在</a:t>
                </a:r>
                <a:r>
                  <a:rPr lang="zh-CN" altLang="en-US" sz="1600" b="1" dirty="0">
                    <a:solidFill>
                      <a:schemeClr val="tx1">
                        <a:lumMod val="85000"/>
                        <a:lumOff val="15000"/>
                      </a:schemeClr>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整个临床研究的变化规律</a:t>
                </a:r>
              </a:p>
            </p:txBody>
          </p:sp>
          <p:sp>
            <p:nvSpPr>
              <p:cNvPr id="37" name="Rectangle 29"/>
              <p:cNvSpPr/>
              <p:nvPr>
                <p:custDataLst>
                  <p:tags r:id="rId10"/>
                </p:custDataLst>
              </p:nvPr>
            </p:nvSpPr>
            <p:spPr>
              <a:xfrm>
                <a:off x="9713" y="6600"/>
                <a:ext cx="3574" cy="1323"/>
              </a:xfrm>
              <a:prstGeom prst="rect">
                <a:avLst/>
              </a:prstGeom>
            </p:spPr>
            <p:txBody>
              <a:bodyPr wrap="square">
                <a:spAutoFit/>
              </a:bodyPr>
              <a:lstStyle/>
              <a:p>
                <a:pPr algn="l">
                  <a:lnSpc>
                    <a:spcPct val="140000"/>
                  </a:lnSpc>
                </a:pPr>
                <a:r>
                  <a:rPr lang="zh-CN" altLang="en-US" sz="1400" dirty="0">
                    <a:ea typeface="思源黑体 CN Light" panose="020B0300000000000000" charset="-122"/>
                    <a:cs typeface="+mn-ea"/>
                    <a:sym typeface="+mn-lt"/>
                  </a:rPr>
                  <a:t>通过分析数据异常值，找到风险点或者问题，结合实际工作背景，解析根本原因。</a:t>
                </a:r>
              </a:p>
            </p:txBody>
          </p:sp>
          <p:sp>
            <p:nvSpPr>
              <p:cNvPr id="38" name="Rectangle 30"/>
              <p:cNvSpPr/>
              <p:nvPr>
                <p:custDataLst>
                  <p:tags r:id="rId11"/>
                </p:custDataLst>
              </p:nvPr>
            </p:nvSpPr>
            <p:spPr>
              <a:xfrm>
                <a:off x="9771" y="5331"/>
                <a:ext cx="3299" cy="888"/>
              </a:xfrm>
              <a:prstGeom prst="rect">
                <a:avLst/>
              </a:prstGeom>
            </p:spPr>
            <p:txBody>
              <a:bodyPr wrap="square">
                <a:spAutoFit/>
              </a:bodyPr>
              <a:lstStyle/>
              <a:p>
                <a:pPr algn="ctr"/>
                <a:r>
                  <a:rPr lang="zh-CN" altLang="en-US" b="1" dirty="0">
                    <a:solidFill>
                      <a:schemeClr val="tx1">
                        <a:lumMod val="85000"/>
                        <a:lumOff val="15000"/>
                      </a:schemeClr>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识别风险或问题，分析解析其</a:t>
                </a:r>
                <a:r>
                  <a:rPr lang="zh-CN" altLang="en-US" b="1" dirty="0">
                    <a:solidFill>
                      <a:schemeClr val="tx1">
                        <a:lumMod val="85000"/>
                        <a:lumOff val="15000"/>
                      </a:schemeClr>
                    </a:solidFill>
                    <a:ea typeface="思源黑体 Medium" panose="020B0600000000000000" charset="-122"/>
                    <a:cs typeface="Arial" panose="020B0604020202020204" pitchFamily="34" charset="0"/>
                    <a:sym typeface="思源黑体 CN Bold" panose="020B0800000000000000" charset="-122"/>
                  </a:rPr>
                  <a:t>根本原因</a:t>
                </a:r>
              </a:p>
            </p:txBody>
          </p:sp>
          <p:sp>
            <p:nvSpPr>
              <p:cNvPr id="39" name="Rectangle 29"/>
              <p:cNvSpPr/>
              <p:nvPr>
                <p:custDataLst>
                  <p:tags r:id="rId12"/>
                </p:custDataLst>
              </p:nvPr>
            </p:nvSpPr>
            <p:spPr>
              <a:xfrm>
                <a:off x="13364" y="6654"/>
                <a:ext cx="3574" cy="1323"/>
              </a:xfrm>
              <a:prstGeom prst="rect">
                <a:avLst/>
              </a:prstGeom>
            </p:spPr>
            <p:txBody>
              <a:bodyPr wrap="square">
                <a:spAutoFit/>
              </a:bodyPr>
              <a:lstStyle/>
              <a:p>
                <a:pPr>
                  <a:lnSpc>
                    <a:spcPct val="140000"/>
                  </a:lnSpc>
                </a:pPr>
                <a:r>
                  <a:rPr lang="zh-CN" altLang="en-US" sz="1400" dirty="0">
                    <a:solidFill>
                      <a:schemeClr val="tx1">
                        <a:lumMod val="85000"/>
                        <a:lumOff val="15000"/>
                      </a:schemeClr>
                    </a:solidFill>
                    <a:ea typeface="思源黑体 CN Light" panose="020B0300000000000000" charset="-122"/>
                    <a:cs typeface="+mn-ea"/>
                    <a:sym typeface="+mn-lt"/>
                  </a:rPr>
                  <a:t>基于风险或问题发生的根本原因，采取相关整改及预防措施，解决问题或降低风险。</a:t>
                </a:r>
              </a:p>
            </p:txBody>
          </p:sp>
          <p:sp>
            <p:nvSpPr>
              <p:cNvPr id="40" name="Rectangle 30"/>
              <p:cNvSpPr/>
              <p:nvPr>
                <p:custDataLst>
                  <p:tags r:id="rId13"/>
                </p:custDataLst>
              </p:nvPr>
            </p:nvSpPr>
            <p:spPr>
              <a:xfrm>
                <a:off x="13787" y="5317"/>
                <a:ext cx="2830" cy="888"/>
              </a:xfrm>
              <a:prstGeom prst="rect">
                <a:avLst/>
              </a:prstGeom>
            </p:spPr>
            <p:txBody>
              <a:bodyPr wrap="square">
                <a:spAutoFit/>
              </a:bodyPr>
              <a:lstStyle/>
              <a:p>
                <a:pPr algn="ctr"/>
                <a:r>
                  <a:rPr lang="zh-CN" altLang="en-US" b="1">
                    <a:solidFill>
                      <a:schemeClr val="tx1">
                        <a:lumMod val="85000"/>
                        <a:lumOff val="15000"/>
                      </a:schemeClr>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有的放矢地采取措施，精准高效管理</a:t>
                </a:r>
              </a:p>
            </p:txBody>
          </p:sp>
        </p:grpSp>
      </p:grpSp>
      <p:sp>
        <p:nvSpPr>
          <p:cNvPr id="2" name="Rectangle 29"/>
          <p:cNvSpPr/>
          <p:nvPr>
            <p:custDataLst>
              <p:tags r:id="rId1"/>
            </p:custDataLst>
          </p:nvPr>
        </p:nvSpPr>
        <p:spPr>
          <a:xfrm>
            <a:off x="3859274" y="2628882"/>
            <a:ext cx="1936223" cy="400094"/>
          </a:xfrm>
          <a:prstGeom prst="rect">
            <a:avLst/>
          </a:prstGeom>
        </p:spPr>
        <p:txBody>
          <a:bodyPr wrap="square">
            <a:spAutoFit/>
          </a:bodyPr>
          <a:lstStyle/>
          <a:p>
            <a:pPr algn="ctr"/>
            <a:r>
              <a:rPr lang="zh-CN" altLang="en-US" sz="2000" b="1" dirty="0">
                <a:solidFill>
                  <a:schemeClr val="bg1"/>
                </a:solidFill>
                <a:ea typeface="思源黑体 Medium" panose="020B0600000000000000" charset="-122"/>
                <a:cs typeface="Arial" panose="020B0604020202020204" pitchFamily="34" charset="0"/>
                <a:sym typeface="思源黑体 CN Bold" panose="020B0800000000000000" charset="-122"/>
              </a:rPr>
              <a:t>洞察</a:t>
            </a:r>
            <a:r>
              <a:rPr lang="zh-CN" altLang="en-US" sz="2000" b="1" dirty="0">
                <a:solidFill>
                  <a:schemeClr val="bg1"/>
                </a:solidFill>
                <a:latin typeface="思源黑体 Medium" panose="020B0600000000000000" charset="-122"/>
                <a:ea typeface="思源黑体 Medium" panose="020B0600000000000000" charset="-122"/>
                <a:cs typeface="Arial" panose="020B0604020202020204" pitchFamily="34" charset="0"/>
                <a:sym typeface="思源黑体 CN Bold" panose="020B0800000000000000" charset="-122"/>
              </a:rPr>
              <a:t>规律</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374015" y="685165"/>
            <a:ext cx="10972800" cy="763270"/>
          </a:xfrm>
        </p:spPr>
        <p:txBody>
          <a:bodyPr>
            <a:normAutofit/>
          </a:bodyPr>
          <a:lstStyle/>
          <a:p>
            <a:r>
              <a:rPr lang="zh-CN" altLang="en-US" sz="3110"/>
              <a:t>方案违背 </a:t>
            </a:r>
            <a:r>
              <a:rPr lang="en-US" altLang="zh-CN" sz="3110"/>
              <a:t>——</a:t>
            </a:r>
            <a:r>
              <a:rPr lang="zh-CN" altLang="en-US" sz="3110"/>
              <a:t>“靶点”量化及标准化</a:t>
            </a:r>
            <a:endParaRPr lang="en-US" sz="3110"/>
          </a:p>
        </p:txBody>
      </p:sp>
      <p:pic>
        <p:nvPicPr>
          <p:cNvPr id="6" name="Picture 5"/>
          <p:cNvPicPr>
            <a:picLocks noChangeAspect="1"/>
          </p:cNvPicPr>
          <p:nvPr/>
        </p:nvPicPr>
        <p:blipFill>
          <a:blip r:embed="rId3"/>
          <a:stretch>
            <a:fillRect/>
          </a:stretch>
        </p:blipFill>
        <p:spPr>
          <a:xfrm>
            <a:off x="458112" y="2380188"/>
            <a:ext cx="4922079" cy="2097935"/>
          </a:xfrm>
          <a:prstGeom prst="rect">
            <a:avLst/>
          </a:prstGeom>
        </p:spPr>
      </p:pic>
      <p:pic>
        <p:nvPicPr>
          <p:cNvPr id="7" name="Picture 6"/>
          <p:cNvPicPr>
            <a:picLocks noChangeAspect="1"/>
          </p:cNvPicPr>
          <p:nvPr/>
        </p:nvPicPr>
        <p:blipFill>
          <a:blip r:embed="rId4"/>
          <a:stretch>
            <a:fillRect/>
          </a:stretch>
        </p:blipFill>
        <p:spPr>
          <a:xfrm>
            <a:off x="6364163" y="3078602"/>
            <a:ext cx="5530603" cy="2597989"/>
          </a:xfrm>
          <a:prstGeom prst="rect">
            <a:avLst/>
          </a:prstGeom>
        </p:spPr>
      </p:pic>
      <p:sp>
        <p:nvSpPr>
          <p:cNvPr id="18" name="TextBox 17"/>
          <p:cNvSpPr txBox="1"/>
          <p:nvPr/>
        </p:nvSpPr>
        <p:spPr>
          <a:xfrm>
            <a:off x="7322488" y="2232830"/>
            <a:ext cx="3779355"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a:solidFill>
                  <a:srgbClr val="188F90"/>
                </a:solidFill>
              </a:rPr>
              <a:t>标化呈现示例图</a:t>
            </a:r>
            <a:endParaRPr lang="en-US" b="1">
              <a:solidFill>
                <a:srgbClr val="188F90"/>
              </a:solidFill>
            </a:endParaRPr>
          </a:p>
        </p:txBody>
      </p:sp>
      <p:sp>
        <p:nvSpPr>
          <p:cNvPr id="8" name="TextBox 7"/>
          <p:cNvSpPr txBox="1"/>
          <p:nvPr/>
        </p:nvSpPr>
        <p:spPr>
          <a:xfrm>
            <a:off x="7712400" y="1141552"/>
            <a:ext cx="4266146" cy="306705"/>
          </a:xfrm>
          <a:prstGeom prst="rect">
            <a:avLst/>
          </a:prstGeom>
          <a:noFill/>
        </p:spPr>
        <p:txBody>
          <a:bodyPr wrap="square" rtlCol="0">
            <a:spAutoFit/>
          </a:bodyPr>
          <a:lstStyle/>
          <a:p>
            <a:r>
              <a:rPr lang="en-US" sz="1400"/>
              <a:t>* </a:t>
            </a:r>
            <a:r>
              <a:rPr lang="zh-CN" altLang="en-US" sz="1400"/>
              <a:t>本片显示的所有数据为虚拟数据，仅做展示用途</a:t>
            </a:r>
            <a:endParaRPr lang="en-US" sz="1400"/>
          </a:p>
        </p:txBody>
      </p:sp>
      <p:pic>
        <p:nvPicPr>
          <p:cNvPr id="9" name="Picture 8"/>
          <p:cNvPicPr>
            <a:picLocks noChangeAspect="1"/>
          </p:cNvPicPr>
          <p:nvPr/>
        </p:nvPicPr>
        <p:blipFill>
          <a:blip r:embed="rId5"/>
          <a:stretch>
            <a:fillRect/>
          </a:stretch>
        </p:blipFill>
        <p:spPr>
          <a:xfrm>
            <a:off x="709572" y="4674701"/>
            <a:ext cx="4419600" cy="2063241"/>
          </a:xfrm>
          <a:prstGeom prst="rect">
            <a:avLst/>
          </a:prstGeom>
        </p:spPr>
      </p:pic>
      <p:sp>
        <p:nvSpPr>
          <p:cNvPr id="10" name="TextBox 9"/>
          <p:cNvSpPr txBox="1"/>
          <p:nvPr/>
        </p:nvSpPr>
        <p:spPr>
          <a:xfrm>
            <a:off x="912936" y="1600011"/>
            <a:ext cx="2644515"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dirty="0">
                <a:solidFill>
                  <a:srgbClr val="188F90"/>
                </a:solidFill>
              </a:rPr>
              <a:t>标准化公式示例</a:t>
            </a:r>
            <a:endParaRPr lang="en-US" b="1" dirty="0">
              <a:solidFill>
                <a:srgbClr val="188F90"/>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rotWithShape="1">
          <a:blip r:embed="rId3"/>
          <a:srcRect t="14205"/>
          <a:stretch>
            <a:fillRect/>
          </a:stretch>
        </p:blipFill>
        <p:spPr>
          <a:xfrm>
            <a:off x="6628785" y="2810943"/>
            <a:ext cx="5030189" cy="2281028"/>
          </a:xfrm>
          <a:prstGeom prst="rect">
            <a:avLst/>
          </a:prstGeom>
        </p:spPr>
      </p:pic>
      <p:pic>
        <p:nvPicPr>
          <p:cNvPr id="8" name="Picture 7"/>
          <p:cNvPicPr>
            <a:picLocks noChangeAspect="1"/>
          </p:cNvPicPr>
          <p:nvPr/>
        </p:nvPicPr>
        <p:blipFill rotWithShape="1">
          <a:blip r:embed="rId4"/>
          <a:srcRect t="11863"/>
          <a:stretch>
            <a:fillRect/>
          </a:stretch>
        </p:blipFill>
        <p:spPr>
          <a:xfrm>
            <a:off x="454025" y="2229485"/>
            <a:ext cx="5401945" cy="3474085"/>
          </a:xfrm>
          <a:prstGeom prst="rect">
            <a:avLst/>
          </a:prstGeom>
        </p:spPr>
      </p:pic>
      <p:sp>
        <p:nvSpPr>
          <p:cNvPr id="9" name="Title 1"/>
          <p:cNvSpPr>
            <a:spLocks noGrp="1"/>
          </p:cNvSpPr>
          <p:nvPr>
            <p:ph type="title" idx="4294967295"/>
          </p:nvPr>
        </p:nvSpPr>
        <p:spPr>
          <a:xfrm>
            <a:off x="142240" y="675640"/>
            <a:ext cx="10972800" cy="763270"/>
          </a:xfrm>
        </p:spPr>
        <p:txBody>
          <a:bodyPr>
            <a:normAutofit/>
          </a:bodyPr>
          <a:lstStyle/>
          <a:p>
            <a:r>
              <a:rPr lang="zh-CN" altLang="en-US" sz="3200" dirty="0"/>
              <a:t>方案违背 </a:t>
            </a:r>
            <a:r>
              <a:rPr lang="en-US" altLang="zh-CN" sz="3200" dirty="0"/>
              <a:t>——  </a:t>
            </a:r>
            <a:r>
              <a:rPr lang="zh-CN" altLang="en-US" sz="3200" dirty="0"/>
              <a:t>洞察变化规律</a:t>
            </a:r>
            <a:endParaRPr lang="en-US" sz="3200" dirty="0">
              <a:solidFill>
                <a:srgbClr val="FF0000"/>
              </a:solidFill>
            </a:endParaRPr>
          </a:p>
        </p:txBody>
      </p:sp>
      <p:sp>
        <p:nvSpPr>
          <p:cNvPr id="2" name="TextBox 1"/>
          <p:cNvSpPr txBox="1"/>
          <p:nvPr/>
        </p:nvSpPr>
        <p:spPr>
          <a:xfrm>
            <a:off x="8127690" y="1141552"/>
            <a:ext cx="4266146" cy="306705"/>
          </a:xfrm>
          <a:prstGeom prst="rect">
            <a:avLst/>
          </a:prstGeom>
          <a:noFill/>
        </p:spPr>
        <p:txBody>
          <a:bodyPr wrap="square" rtlCol="0">
            <a:spAutoFit/>
          </a:bodyPr>
          <a:lstStyle/>
          <a:p>
            <a:r>
              <a:rPr lang="en-US" sz="1400"/>
              <a:t>* </a:t>
            </a:r>
            <a:r>
              <a:rPr lang="zh-CN" altLang="en-US" sz="1400"/>
              <a:t>本片显示的所有数据为虚拟数据，仅做展示用途</a:t>
            </a:r>
            <a:endParaRPr lang="en-US" sz="1400"/>
          </a:p>
        </p:txBody>
      </p:sp>
      <p:sp>
        <p:nvSpPr>
          <p:cNvPr id="3" name="TextBox 2"/>
          <p:cNvSpPr txBox="1"/>
          <p:nvPr/>
        </p:nvSpPr>
        <p:spPr>
          <a:xfrm>
            <a:off x="142322" y="1438737"/>
            <a:ext cx="9299852"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a:solidFill>
                  <a:srgbClr val="188F90"/>
                </a:solidFill>
              </a:rPr>
              <a:t>通过分析</a:t>
            </a:r>
            <a:r>
              <a:rPr lang="en-US" altLang="zh-CN" b="1">
                <a:solidFill>
                  <a:srgbClr val="188F90"/>
                </a:solidFill>
              </a:rPr>
              <a:t>PD</a:t>
            </a:r>
            <a:r>
              <a:rPr lang="zh-CN" altLang="en-US" b="1">
                <a:solidFill>
                  <a:srgbClr val="188F90"/>
                </a:solidFill>
              </a:rPr>
              <a:t>在临床研究中的全周期变化，确定合理的阈值范围</a:t>
            </a:r>
            <a:endParaRPr lang="en-US" b="1">
              <a:solidFill>
                <a:srgbClr val="188F90"/>
              </a:solidFill>
            </a:endParaRPr>
          </a:p>
        </p:txBody>
      </p:sp>
      <p:sp>
        <p:nvSpPr>
          <p:cNvPr id="6" name="TextBox 5"/>
          <p:cNvSpPr txBox="1"/>
          <p:nvPr/>
        </p:nvSpPr>
        <p:spPr>
          <a:xfrm>
            <a:off x="2144903" y="5610968"/>
            <a:ext cx="2019664" cy="368300"/>
          </a:xfrm>
          <a:prstGeom prst="rect">
            <a:avLst/>
          </a:prstGeom>
          <a:noFill/>
        </p:spPr>
        <p:txBody>
          <a:bodyPr wrap="square">
            <a:spAutoFit/>
          </a:bodyPr>
          <a:lstStyle/>
          <a:p>
            <a:r>
              <a:rPr lang="en-US" altLang="zh-CN" b="1" dirty="0">
                <a:solidFill>
                  <a:srgbClr val="188F90"/>
                </a:solidFill>
              </a:rPr>
              <a:t>PD</a:t>
            </a:r>
            <a:r>
              <a:rPr lang="zh-CN" altLang="en-US" b="1" dirty="0">
                <a:solidFill>
                  <a:srgbClr val="188F90"/>
                </a:solidFill>
              </a:rPr>
              <a:t>变化规律汇总</a:t>
            </a:r>
            <a:endParaRPr lang="en-US" b="1" dirty="0">
              <a:solidFill>
                <a:srgbClr val="188F90"/>
              </a:solidFill>
            </a:endParaRPr>
          </a:p>
        </p:txBody>
      </p:sp>
      <p:sp>
        <p:nvSpPr>
          <p:cNvPr id="10" name="TextBox 9"/>
          <p:cNvSpPr txBox="1"/>
          <p:nvPr/>
        </p:nvSpPr>
        <p:spPr>
          <a:xfrm>
            <a:off x="8748903" y="5428326"/>
            <a:ext cx="1118998" cy="368300"/>
          </a:xfrm>
          <a:prstGeom prst="rect">
            <a:avLst/>
          </a:prstGeom>
          <a:noFill/>
        </p:spPr>
        <p:txBody>
          <a:bodyPr wrap="square">
            <a:spAutoFit/>
          </a:bodyPr>
          <a:lstStyle/>
          <a:p>
            <a:r>
              <a:rPr lang="zh-CN" altLang="en-US" b="1" dirty="0">
                <a:solidFill>
                  <a:srgbClr val="188F90"/>
                </a:solidFill>
              </a:rPr>
              <a:t>合理阈值</a:t>
            </a:r>
            <a:endParaRPr lang="en-US" b="1" dirty="0">
              <a:solidFill>
                <a:srgbClr val="188F90"/>
              </a:solidFill>
            </a:endParaRPr>
          </a:p>
        </p:txBody>
      </p:sp>
      <p:sp>
        <p:nvSpPr>
          <p:cNvPr id="5" name="Date Placeholder 3"/>
          <p:cNvSpPr txBox="1"/>
          <p:nvPr/>
        </p:nvSpPr>
        <p:spPr>
          <a:xfrm>
            <a:off x="0" y="6356350"/>
            <a:ext cx="5798372" cy="365125"/>
          </a:xfrm>
          <a:prstGeom prst="rect">
            <a:avLst/>
          </a:prstGeom>
        </p:spPr>
        <p:txBody>
          <a:bodyPr vert="horz" lIns="91440" tIns="45720" rIns="91440" bIns="45720" rtlCol="0" anchor="ctr"/>
          <a:lstStyle>
            <a:defPPr>
              <a:defRPr lang="en-US"/>
            </a:defPPr>
            <a:lvl1pPr marL="0" algn="l" defTabSz="457200" rtl="0" eaLnBrk="1" latinLnBrk="0" hangingPunct="1">
              <a:defRPr sz="900" kern="1200">
                <a:solidFill>
                  <a:schemeClr val="tx1">
                    <a:tint val="75000"/>
                  </a:schemeClr>
                </a:solidFill>
                <a:latin typeface="Arial" panose="020B0604020202020204"/>
                <a:ea typeface="+mn-ea"/>
                <a:cs typeface="Arial" panose="020B0604020202020204"/>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a:spLocks noGrp="1"/>
          </p:cNvSpPr>
          <p:nvPr>
            <p:ph type="title" idx="4294967295"/>
          </p:nvPr>
        </p:nvSpPr>
        <p:spPr>
          <a:xfrm>
            <a:off x="609600" y="730250"/>
            <a:ext cx="9975215" cy="741045"/>
          </a:xfrm>
        </p:spPr>
        <p:txBody>
          <a:bodyPr/>
          <a:lstStyle/>
          <a:p>
            <a:r>
              <a:rPr lang="zh-CN" altLang="en-US" sz="3200"/>
              <a:t>方案违背 </a:t>
            </a:r>
            <a:r>
              <a:rPr lang="en-US" altLang="zh-CN" sz="3200"/>
              <a:t>—— </a:t>
            </a:r>
            <a:r>
              <a:rPr lang="zh-CN" altLang="en-US" sz="3200"/>
              <a:t>分析维度</a:t>
            </a:r>
            <a:endParaRPr lang="zh-CN" altLang="en-US" sz="3200">
              <a:solidFill>
                <a:srgbClr val="FF0000"/>
              </a:solidFill>
            </a:endParaRPr>
          </a:p>
        </p:txBody>
      </p:sp>
      <p:sp>
        <p:nvSpPr>
          <p:cNvPr id="2" name="TextBox 1"/>
          <p:cNvSpPr txBox="1"/>
          <p:nvPr/>
        </p:nvSpPr>
        <p:spPr>
          <a:xfrm>
            <a:off x="8127690" y="1141552"/>
            <a:ext cx="4266146" cy="306705"/>
          </a:xfrm>
          <a:prstGeom prst="rect">
            <a:avLst/>
          </a:prstGeom>
          <a:noFill/>
        </p:spPr>
        <p:txBody>
          <a:bodyPr wrap="square" rtlCol="0">
            <a:spAutoFit/>
          </a:bodyPr>
          <a:lstStyle/>
          <a:p>
            <a:r>
              <a:rPr lang="en-US" sz="1400" dirty="0"/>
              <a:t>* </a:t>
            </a:r>
            <a:r>
              <a:rPr lang="zh-CN" altLang="en-US" sz="1400" dirty="0"/>
              <a:t>本片显示的所有数据为虚拟数据，仅做展示用途</a:t>
            </a:r>
            <a:endParaRPr lang="en-US" sz="1400" dirty="0"/>
          </a:p>
        </p:txBody>
      </p:sp>
      <p:sp>
        <p:nvSpPr>
          <p:cNvPr id="18" name="TextBox 17"/>
          <p:cNvSpPr txBox="1"/>
          <p:nvPr/>
        </p:nvSpPr>
        <p:spPr>
          <a:xfrm>
            <a:off x="413594" y="1687850"/>
            <a:ext cx="4044105"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dirty="0">
                <a:solidFill>
                  <a:srgbClr val="188F90"/>
                </a:solidFill>
              </a:rPr>
              <a:t>以项目层面为例的多个维度</a:t>
            </a:r>
            <a:endParaRPr lang="en-US" b="1" dirty="0">
              <a:solidFill>
                <a:srgbClr val="188F90"/>
              </a:solidFill>
            </a:endParaRPr>
          </a:p>
        </p:txBody>
      </p:sp>
      <p:pic>
        <p:nvPicPr>
          <p:cNvPr id="25" name="Picture 24"/>
          <p:cNvPicPr>
            <a:picLocks noChangeAspect="1"/>
          </p:cNvPicPr>
          <p:nvPr/>
        </p:nvPicPr>
        <p:blipFill>
          <a:blip r:embed="rId3"/>
          <a:stretch>
            <a:fillRect/>
          </a:stretch>
        </p:blipFill>
        <p:spPr>
          <a:xfrm>
            <a:off x="609600" y="2557211"/>
            <a:ext cx="5240463" cy="2713394"/>
          </a:xfrm>
          <a:prstGeom prst="rect">
            <a:avLst/>
          </a:prstGeom>
        </p:spPr>
      </p:pic>
      <p:grpSp>
        <p:nvGrpSpPr>
          <p:cNvPr id="4" name="Group 3"/>
          <p:cNvGrpSpPr/>
          <p:nvPr/>
        </p:nvGrpSpPr>
        <p:grpSpPr>
          <a:xfrm>
            <a:off x="6573271" y="1960327"/>
            <a:ext cx="5009129" cy="3756121"/>
            <a:chOff x="6615190" y="1827260"/>
            <a:chExt cx="5009129" cy="3756121"/>
          </a:xfrm>
        </p:grpSpPr>
        <p:pic>
          <p:nvPicPr>
            <p:cNvPr id="16" name="Picture 15"/>
            <p:cNvPicPr>
              <a:picLocks noChangeAspect="1"/>
            </p:cNvPicPr>
            <p:nvPr/>
          </p:nvPicPr>
          <p:blipFill rotWithShape="1">
            <a:blip r:embed="rId4"/>
            <a:srcRect b="90237"/>
            <a:stretch>
              <a:fillRect/>
            </a:stretch>
          </p:blipFill>
          <p:spPr>
            <a:xfrm>
              <a:off x="6875352" y="1827260"/>
              <a:ext cx="3751084" cy="457033"/>
            </a:xfrm>
            <a:prstGeom prst="rect">
              <a:avLst/>
            </a:prstGeom>
          </p:spPr>
        </p:pic>
        <p:pic>
          <p:nvPicPr>
            <p:cNvPr id="3" name="Picture 2" descr="A screenshot of a graph&#10;&#10;Description automatically generated"/>
            <p:cNvPicPr>
              <a:picLocks noChangeAspect="1"/>
            </p:cNvPicPr>
            <p:nvPr/>
          </p:nvPicPr>
          <p:blipFill>
            <a:blip r:embed="rId5"/>
            <a:stretch>
              <a:fillRect/>
            </a:stretch>
          </p:blipFill>
          <p:spPr>
            <a:xfrm>
              <a:off x="6615190" y="2244435"/>
              <a:ext cx="5009129" cy="3338946"/>
            </a:xfrm>
            <a:prstGeom prst="rect">
              <a:avLst/>
            </a:prstGeom>
          </p:spPr>
        </p:pic>
      </p:grpSp>
      <p:sp>
        <p:nvSpPr>
          <p:cNvPr id="8" name="Date Placeholder 3"/>
          <p:cNvSpPr txBox="1"/>
          <p:nvPr/>
        </p:nvSpPr>
        <p:spPr>
          <a:xfrm>
            <a:off x="0" y="6356350"/>
            <a:ext cx="5798372" cy="365125"/>
          </a:xfrm>
          <a:prstGeom prst="rect">
            <a:avLst/>
          </a:prstGeom>
        </p:spPr>
        <p:txBody>
          <a:bodyPr vert="horz" lIns="91440" tIns="45720" rIns="91440" bIns="45720" rtlCol="0" anchor="ctr"/>
          <a:lstStyle>
            <a:defPPr>
              <a:defRPr lang="en-US"/>
            </a:defPPr>
            <a:lvl1pPr marL="0" algn="l" defTabSz="457200" rtl="0" eaLnBrk="1" latinLnBrk="0" hangingPunct="1">
              <a:defRPr sz="900" kern="1200">
                <a:solidFill>
                  <a:schemeClr val="tx1">
                    <a:tint val="75000"/>
                  </a:schemeClr>
                </a:solidFill>
                <a:latin typeface="Arial" panose="020B0604020202020204"/>
                <a:ea typeface="+mn-ea"/>
                <a:cs typeface="Arial" panose="020B0604020202020204"/>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Tree>
  </p:cSld>
  <p:clrMapOvr>
    <a:overrideClrMapping bg1="lt1" tx1="dk1" bg2="lt2" tx2="dk2" accent1="accent1" accent2="accent2" accent3="accent3" accent4="accent4" accent5="accent5" accent6="accent6" hlink="hlink" folHlink="folHlink"/>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idx="4294967295"/>
          </p:nvPr>
        </p:nvSpPr>
        <p:spPr>
          <a:xfrm>
            <a:off x="177800" y="685165"/>
            <a:ext cx="10972800" cy="763270"/>
          </a:xfrm>
        </p:spPr>
        <p:txBody>
          <a:bodyPr>
            <a:normAutofit/>
          </a:bodyPr>
          <a:lstStyle/>
          <a:p>
            <a:r>
              <a:rPr lang="zh-CN" altLang="en-US" sz="3200"/>
              <a:t>方案违背 </a:t>
            </a:r>
            <a:r>
              <a:rPr lang="en-US" altLang="zh-CN" sz="3200"/>
              <a:t>—— </a:t>
            </a:r>
            <a:r>
              <a:rPr lang="zh-CN" altLang="en-US" sz="3200"/>
              <a:t>分析维度</a:t>
            </a:r>
            <a:endParaRPr lang="en-US" sz="3200">
              <a:solidFill>
                <a:srgbClr val="FF0000"/>
              </a:solidFill>
            </a:endParaRPr>
          </a:p>
        </p:txBody>
      </p:sp>
      <p:sp>
        <p:nvSpPr>
          <p:cNvPr id="7" name="TextBox 6"/>
          <p:cNvSpPr txBox="1"/>
          <p:nvPr/>
        </p:nvSpPr>
        <p:spPr>
          <a:xfrm>
            <a:off x="413594" y="1687850"/>
            <a:ext cx="4044105"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a:solidFill>
                  <a:srgbClr val="188F90"/>
                </a:solidFill>
              </a:rPr>
              <a:t>以项目层面为例的多个维度</a:t>
            </a:r>
            <a:endParaRPr lang="en-US" b="1">
              <a:solidFill>
                <a:srgbClr val="188F90"/>
              </a:solidFill>
            </a:endParaRPr>
          </a:p>
        </p:txBody>
      </p:sp>
      <p:grpSp>
        <p:nvGrpSpPr>
          <p:cNvPr id="9" name="Group 8"/>
          <p:cNvGrpSpPr/>
          <p:nvPr/>
        </p:nvGrpSpPr>
        <p:grpSpPr>
          <a:xfrm>
            <a:off x="6396232" y="2613207"/>
            <a:ext cx="5291070" cy="2943038"/>
            <a:chOff x="6455301" y="2331067"/>
            <a:chExt cx="5291070" cy="2943038"/>
          </a:xfrm>
        </p:grpSpPr>
        <p:pic>
          <p:nvPicPr>
            <p:cNvPr id="5" name="Picture 4"/>
            <p:cNvPicPr>
              <a:picLocks noChangeAspect="1"/>
            </p:cNvPicPr>
            <p:nvPr/>
          </p:nvPicPr>
          <p:blipFill>
            <a:blip r:embed="rId3"/>
            <a:stretch>
              <a:fillRect/>
            </a:stretch>
          </p:blipFill>
          <p:spPr>
            <a:xfrm>
              <a:off x="6455301" y="2584982"/>
              <a:ext cx="5291070" cy="2689123"/>
            </a:xfrm>
            <a:prstGeom prst="rect">
              <a:avLst/>
            </a:prstGeom>
          </p:spPr>
        </p:pic>
        <p:sp>
          <p:nvSpPr>
            <p:cNvPr id="8" name="TextBox 7"/>
            <p:cNvSpPr txBox="1"/>
            <p:nvPr/>
          </p:nvSpPr>
          <p:spPr>
            <a:xfrm>
              <a:off x="7484532" y="2331067"/>
              <a:ext cx="2795958" cy="253916"/>
            </a:xfrm>
            <a:prstGeom prst="rect">
              <a:avLst/>
            </a:prstGeom>
            <a:noFill/>
          </p:spPr>
          <p:txBody>
            <a:bodyPr wrap="none" rtlCol="0">
              <a:spAutoFit/>
            </a:bodyPr>
            <a:lstStyle/>
            <a:p>
              <a:r>
                <a:rPr lang="zh-CN" altLang="en-US" sz="1050" b="1" dirty="0"/>
                <a:t>不同访视期某项目</a:t>
              </a:r>
              <a:r>
                <a:rPr lang="en-US" altLang="zh-CN" sz="1050" b="1" dirty="0"/>
                <a:t>PD</a:t>
              </a:r>
              <a:r>
                <a:rPr lang="zh-CN" altLang="en-US" sz="1050" b="1" dirty="0"/>
                <a:t>类别标化值与阈值比较</a:t>
              </a:r>
              <a:endParaRPr lang="en-US" sz="1050" b="1" dirty="0"/>
            </a:p>
          </p:txBody>
        </p:sp>
      </p:grpSp>
      <p:sp>
        <p:nvSpPr>
          <p:cNvPr id="2" name="TextBox 1"/>
          <p:cNvSpPr txBox="1"/>
          <p:nvPr/>
        </p:nvSpPr>
        <p:spPr>
          <a:xfrm>
            <a:off x="8127690" y="1141552"/>
            <a:ext cx="4266146" cy="306705"/>
          </a:xfrm>
          <a:prstGeom prst="rect">
            <a:avLst/>
          </a:prstGeom>
          <a:noFill/>
        </p:spPr>
        <p:txBody>
          <a:bodyPr wrap="square" rtlCol="0">
            <a:spAutoFit/>
          </a:bodyPr>
          <a:lstStyle/>
          <a:p>
            <a:r>
              <a:rPr lang="en-US" sz="1400" dirty="0"/>
              <a:t>* </a:t>
            </a:r>
            <a:r>
              <a:rPr lang="zh-CN" altLang="en-US" sz="1400" dirty="0"/>
              <a:t>本片显示的所有数据为虚拟数据，仅做展示用途</a:t>
            </a:r>
            <a:endParaRPr lang="en-US" sz="1400" dirty="0"/>
          </a:p>
        </p:txBody>
      </p:sp>
      <p:pic>
        <p:nvPicPr>
          <p:cNvPr id="13" name="Picture 12"/>
          <p:cNvPicPr>
            <a:picLocks noChangeAspect="1"/>
          </p:cNvPicPr>
          <p:nvPr/>
        </p:nvPicPr>
        <p:blipFill>
          <a:blip r:embed="rId4"/>
          <a:stretch>
            <a:fillRect/>
          </a:stretch>
        </p:blipFill>
        <p:spPr>
          <a:xfrm>
            <a:off x="413594" y="2538463"/>
            <a:ext cx="5706351" cy="3017782"/>
          </a:xfrm>
          <a:prstGeom prst="rect">
            <a:avLst/>
          </a:prstGeom>
        </p:spPr>
      </p:pic>
      <p:sp>
        <p:nvSpPr>
          <p:cNvPr id="4" name="Slide Number Placeholder 3"/>
          <p:cNvSpPr txBox="1"/>
          <p:nvPr/>
        </p:nvSpPr>
        <p:spPr>
          <a:xfrm>
            <a:off x="9377915" y="6517758"/>
            <a:ext cx="781601" cy="271979"/>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r>
              <a:rPr lang="en-US" sz="900" dirty="0">
                <a:solidFill>
                  <a:schemeClr val="tx1">
                    <a:lumMod val="60000"/>
                    <a:lumOff val="40000"/>
                  </a:schemeClr>
                </a:solidFill>
              </a:rPr>
              <a:t>Page </a:t>
            </a:r>
            <a:fld id="{127D9164-07AF-9947-BAED-B5CA6D2A48F4}" type="slidenum">
              <a:rPr lang="en-US" sz="900">
                <a:solidFill>
                  <a:schemeClr val="tx1">
                    <a:lumMod val="60000"/>
                    <a:lumOff val="40000"/>
                  </a:schemeClr>
                </a:solidFill>
              </a:rPr>
              <a:t>6</a:t>
            </a:fld>
            <a:endParaRPr lang="en-US" sz="900" dirty="0">
              <a:solidFill>
                <a:schemeClr val="tx1">
                  <a:lumMod val="60000"/>
                  <a:lumOff val="40000"/>
                </a:schemeClr>
              </a:solidFill>
            </a:endParaRPr>
          </a:p>
        </p:txBody>
      </p:sp>
      <p:sp>
        <p:nvSpPr>
          <p:cNvPr id="10" name="Date Placeholder 3"/>
          <p:cNvSpPr txBox="1"/>
          <p:nvPr/>
        </p:nvSpPr>
        <p:spPr>
          <a:xfrm>
            <a:off x="0" y="6356350"/>
            <a:ext cx="5798372" cy="365125"/>
          </a:xfrm>
          <a:prstGeom prst="rect">
            <a:avLst/>
          </a:prstGeom>
        </p:spPr>
        <p:txBody>
          <a:bodyPr vert="horz" lIns="91440" tIns="45720" rIns="91440" bIns="45720" rtlCol="0" anchor="ctr"/>
          <a:lstStyle>
            <a:defPPr>
              <a:defRPr lang="en-US"/>
            </a:defPPr>
            <a:lvl1pPr marL="0" algn="l" defTabSz="457200" rtl="0" eaLnBrk="1" latinLnBrk="0" hangingPunct="1">
              <a:defRPr sz="900" kern="1200">
                <a:solidFill>
                  <a:schemeClr val="tx1">
                    <a:tint val="75000"/>
                  </a:schemeClr>
                </a:solidFill>
                <a:latin typeface="Arial" panose="020B0604020202020204"/>
                <a:ea typeface="+mn-ea"/>
                <a:cs typeface="Arial" panose="020B0604020202020204"/>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496570" y="418465"/>
            <a:ext cx="10515600" cy="1325880"/>
          </a:xfrm>
        </p:spPr>
        <p:txBody>
          <a:bodyPr/>
          <a:lstStyle/>
          <a:p>
            <a:r>
              <a:rPr lang="zh-CN" altLang="en-US" sz="3200"/>
              <a:t>方案违背 </a:t>
            </a:r>
            <a:r>
              <a:rPr lang="en-US" altLang="zh-CN" sz="3200"/>
              <a:t>—— </a:t>
            </a:r>
            <a:r>
              <a:rPr lang="zh-CN" altLang="en-US" sz="3200"/>
              <a:t>分析解析</a:t>
            </a:r>
            <a:endParaRPr lang="en-US" sz="3200"/>
          </a:p>
        </p:txBody>
      </p:sp>
      <p:sp>
        <p:nvSpPr>
          <p:cNvPr id="22" name="TextBox 21"/>
          <p:cNvSpPr txBox="1"/>
          <p:nvPr/>
        </p:nvSpPr>
        <p:spPr>
          <a:xfrm>
            <a:off x="543706" y="1744035"/>
            <a:ext cx="3825030"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a:solidFill>
                  <a:srgbClr val="188F90"/>
                </a:solidFill>
              </a:rPr>
              <a:t>项目层面的案例解析</a:t>
            </a:r>
            <a:endParaRPr lang="en-US" b="1">
              <a:solidFill>
                <a:srgbClr val="188F90"/>
              </a:solidFill>
            </a:endParaRPr>
          </a:p>
        </p:txBody>
      </p:sp>
      <p:sp>
        <p:nvSpPr>
          <p:cNvPr id="23" name="Inhaltsplatzhalter 4"/>
          <p:cNvSpPr txBox="1"/>
          <p:nvPr/>
        </p:nvSpPr>
        <p:spPr>
          <a:xfrm>
            <a:off x="496803" y="2407559"/>
            <a:ext cx="3644988" cy="3261995"/>
          </a:xfrm>
          <a:prstGeom prst="rect">
            <a:avLst/>
          </a:prstGeom>
        </p:spPr>
        <p:txBody>
          <a:bodyPr wrap="square" lIns="0" tIns="0" rIns="0" bIns="0">
            <a:spAutoFit/>
          </a:bodyPr>
          <a:lstStyle>
            <a:lvl1pPr marL="273050" indent="-273050" algn="l" defTabSz="914400"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20" indent="-273050" algn="l" defTabSz="914400"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70" indent="-177800" algn="l" defTabSz="914400"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370" indent="-177800" algn="l" defTabSz="914400"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240" indent="-179070" algn="l" defTabSz="914400"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965"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165"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73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493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分析：</a:t>
            </a:r>
            <a:r>
              <a:rPr lang="zh-CN" altLang="en-US" sz="1600" dirty="0">
                <a:solidFill>
                  <a:srgbClr val="188F90"/>
                </a:solidFill>
                <a:latin typeface="新宋体" panose="02010609030101010101" pitchFamily="49" charset="-122"/>
                <a:ea typeface="新宋体" panose="02010609030101010101" pitchFamily="49" charset="-122"/>
              </a:rPr>
              <a:t>该项目在访视进程</a:t>
            </a:r>
            <a:r>
              <a:rPr lang="en-US" altLang="zh-CN" sz="1600" dirty="0">
                <a:solidFill>
                  <a:srgbClr val="188F90"/>
                </a:solidFill>
                <a:latin typeface="新宋体" panose="02010609030101010101" pitchFamily="49" charset="-122"/>
                <a:ea typeface="新宋体" panose="02010609030101010101" pitchFamily="49" charset="-122"/>
              </a:rPr>
              <a:t>50%-80%</a:t>
            </a:r>
            <a:r>
              <a:rPr lang="zh-CN" altLang="en-US" sz="1600" dirty="0">
                <a:solidFill>
                  <a:srgbClr val="188F90"/>
                </a:solidFill>
                <a:latin typeface="新宋体" panose="02010609030101010101" pitchFamily="49" charset="-122"/>
                <a:ea typeface="新宋体" panose="02010609030101010101" pitchFamily="49" charset="-122"/>
              </a:rPr>
              <a:t>时，</a:t>
            </a:r>
            <a:r>
              <a:rPr lang="en-US" altLang="zh-CN" sz="1600" dirty="0">
                <a:solidFill>
                  <a:srgbClr val="188F90"/>
                </a:solidFill>
                <a:latin typeface="新宋体" panose="02010609030101010101" pitchFamily="49" charset="-122"/>
                <a:ea typeface="新宋体" panose="02010609030101010101" pitchFamily="49" charset="-122"/>
              </a:rPr>
              <a:t>PD</a:t>
            </a:r>
            <a:r>
              <a:rPr lang="zh-CN" altLang="en-US" sz="1600" dirty="0">
                <a:solidFill>
                  <a:srgbClr val="188F90"/>
                </a:solidFill>
                <a:latin typeface="新宋体" panose="02010609030101010101" pitchFamily="49" charset="-122"/>
                <a:ea typeface="新宋体" panose="02010609030101010101" pitchFamily="49" charset="-122"/>
              </a:rPr>
              <a:t>标化值逐渐升高，且高于警戒线。在试验访视进程中期，知情同意、试验用药、安全事件报告和访视方面的</a:t>
            </a:r>
            <a:r>
              <a:rPr lang="en-US" altLang="zh-CN" sz="1600" dirty="0">
                <a:solidFill>
                  <a:srgbClr val="188F90"/>
                </a:solidFill>
                <a:latin typeface="新宋体" panose="02010609030101010101" pitchFamily="49" charset="-122"/>
                <a:ea typeface="新宋体" panose="02010609030101010101" pitchFamily="49" charset="-122"/>
              </a:rPr>
              <a:t>PD</a:t>
            </a:r>
            <a:r>
              <a:rPr lang="zh-CN" altLang="en-US" sz="1600" dirty="0">
                <a:solidFill>
                  <a:srgbClr val="188F90"/>
                </a:solidFill>
                <a:latin typeface="新宋体" panose="02010609030101010101" pitchFamily="49" charset="-122"/>
                <a:ea typeface="新宋体" panose="02010609030101010101" pitchFamily="49" charset="-122"/>
              </a:rPr>
              <a:t>均有所增加，超过预警线。</a:t>
            </a:r>
            <a:endParaRPr lang="en-US" altLang="zh-CN" sz="1600" dirty="0">
              <a:solidFill>
                <a:srgbClr val="188F90"/>
              </a:solidFill>
              <a:latin typeface="新宋体" panose="02010609030101010101" pitchFamily="49" charset="-122"/>
              <a:ea typeface="新宋体" panose="02010609030101010101" pitchFamily="49" charset="-122"/>
            </a:endParaRPr>
          </a:p>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解析：</a:t>
            </a:r>
            <a:r>
              <a:rPr lang="zh-CN" altLang="en-US" sz="1600" dirty="0">
                <a:solidFill>
                  <a:srgbClr val="188F90"/>
                </a:solidFill>
                <a:latin typeface="新宋体" panose="02010609030101010101" pitchFamily="49" charset="-122"/>
                <a:ea typeface="新宋体" panose="02010609030101010101" pitchFamily="49" charset="-122"/>
              </a:rPr>
              <a:t>经过了解试验背景，因为疫情原因，患者没法按时访视，不能及时签署更新版的知情同意书，无法按方案要求获得试验用药，以及安全事件不能及时发现并报告。</a:t>
            </a:r>
            <a:endParaRPr lang="en-US" altLang="zh-CN" sz="1600" dirty="0">
              <a:solidFill>
                <a:srgbClr val="188F90"/>
              </a:solidFill>
              <a:latin typeface="新宋体" panose="02010609030101010101" pitchFamily="49" charset="-122"/>
              <a:ea typeface="新宋体" panose="02010609030101010101" pitchFamily="49" charset="-122"/>
            </a:endParaRPr>
          </a:p>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措施：</a:t>
            </a:r>
            <a:r>
              <a:rPr lang="zh-CN" altLang="en-US" sz="1600" dirty="0">
                <a:solidFill>
                  <a:srgbClr val="188F90"/>
                </a:solidFill>
                <a:latin typeface="新宋体" panose="02010609030101010101" pitchFamily="49" charset="-122"/>
                <a:ea typeface="新宋体" panose="02010609030101010101" pitchFamily="49" charset="-122"/>
              </a:rPr>
              <a:t>确保及时的电话随访及记录，在之后的访视补签知情同意书等。</a:t>
            </a:r>
            <a:endParaRPr lang="en-US" sz="1600" dirty="0">
              <a:solidFill>
                <a:srgbClr val="188F90"/>
              </a:solidFill>
              <a:latin typeface="新宋体" panose="02010609030101010101" pitchFamily="49" charset="-122"/>
              <a:ea typeface="新宋体" panose="02010609030101010101" pitchFamily="49" charset="-122"/>
            </a:endParaRPr>
          </a:p>
        </p:txBody>
      </p:sp>
      <p:pic>
        <p:nvPicPr>
          <p:cNvPr id="35" name="Picture 34"/>
          <p:cNvPicPr>
            <a:picLocks noChangeAspect="1"/>
          </p:cNvPicPr>
          <p:nvPr/>
        </p:nvPicPr>
        <p:blipFill>
          <a:blip r:embed="rId3"/>
          <a:stretch>
            <a:fillRect/>
          </a:stretch>
        </p:blipFill>
        <p:spPr>
          <a:xfrm>
            <a:off x="4368736" y="1449843"/>
            <a:ext cx="7493131" cy="2260498"/>
          </a:xfrm>
          <a:prstGeom prst="rect">
            <a:avLst/>
          </a:prstGeom>
        </p:spPr>
      </p:pic>
      <p:pic>
        <p:nvPicPr>
          <p:cNvPr id="42" name="Picture 41"/>
          <p:cNvPicPr>
            <a:picLocks noChangeAspect="1"/>
          </p:cNvPicPr>
          <p:nvPr/>
        </p:nvPicPr>
        <p:blipFill>
          <a:blip r:embed="rId4"/>
          <a:stretch>
            <a:fillRect/>
          </a:stretch>
        </p:blipFill>
        <p:spPr>
          <a:xfrm>
            <a:off x="4231812" y="4071009"/>
            <a:ext cx="7766977" cy="1987468"/>
          </a:xfrm>
          <a:prstGeom prst="rect">
            <a:avLst/>
          </a:prstGeom>
        </p:spPr>
      </p:pic>
      <p:sp>
        <p:nvSpPr>
          <p:cNvPr id="44" name="TextBox 43"/>
          <p:cNvSpPr txBox="1"/>
          <p:nvPr/>
        </p:nvSpPr>
        <p:spPr>
          <a:xfrm>
            <a:off x="8127690" y="1141552"/>
            <a:ext cx="4266146" cy="306705"/>
          </a:xfrm>
          <a:prstGeom prst="rect">
            <a:avLst/>
          </a:prstGeom>
          <a:noFill/>
        </p:spPr>
        <p:txBody>
          <a:bodyPr wrap="square" rtlCol="0">
            <a:spAutoFit/>
          </a:bodyPr>
          <a:lstStyle/>
          <a:p>
            <a:r>
              <a:rPr lang="en-US" sz="1400"/>
              <a:t>* </a:t>
            </a:r>
            <a:r>
              <a:rPr lang="zh-CN" altLang="en-US" sz="1400"/>
              <a:t>本片显示的所有数据为虚拟数据，仅做展示用途</a:t>
            </a:r>
            <a:endParaRPr lang="en-US" sz="1400"/>
          </a:p>
        </p:txBody>
      </p:sp>
      <p:sp>
        <p:nvSpPr>
          <p:cNvPr id="5" name="Date Placeholder 3"/>
          <p:cNvSpPr txBox="1"/>
          <p:nvPr/>
        </p:nvSpPr>
        <p:spPr>
          <a:xfrm>
            <a:off x="0" y="6356350"/>
            <a:ext cx="5798372" cy="365125"/>
          </a:xfrm>
          <a:prstGeom prst="rect">
            <a:avLst/>
          </a:prstGeom>
        </p:spPr>
        <p:txBody>
          <a:bodyPr vert="horz" lIns="91440" tIns="45720" rIns="91440" bIns="45720" rtlCol="0" anchor="ctr"/>
          <a:lstStyle>
            <a:defPPr>
              <a:defRPr lang="en-US"/>
            </a:defPPr>
            <a:lvl1pPr marL="0" algn="l" defTabSz="457200" rtl="0" eaLnBrk="1" latinLnBrk="0" hangingPunct="1">
              <a:defRPr sz="900" kern="1200">
                <a:solidFill>
                  <a:schemeClr val="tx1">
                    <a:tint val="75000"/>
                  </a:schemeClr>
                </a:solidFill>
                <a:latin typeface="Arial" panose="020B0604020202020204"/>
                <a:ea typeface="+mn-ea"/>
                <a:cs typeface="Arial" panose="020B0604020202020204"/>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3"/>
          <p:cNvSpPr>
            <a:spLocks noGrp="1"/>
          </p:cNvSpPr>
          <p:nvPr>
            <p:ph type="title" idx="4294967295"/>
          </p:nvPr>
        </p:nvSpPr>
        <p:spPr>
          <a:xfrm>
            <a:off x="389890" y="657225"/>
            <a:ext cx="10972800" cy="784225"/>
          </a:xfrm>
        </p:spPr>
        <p:txBody>
          <a:bodyPr>
            <a:normAutofit/>
          </a:bodyPr>
          <a:lstStyle/>
          <a:p>
            <a:r>
              <a:rPr lang="zh-CN" altLang="en-US" sz="3555"/>
              <a:t>方案违背 </a:t>
            </a:r>
            <a:r>
              <a:rPr lang="en-US" altLang="zh-CN" sz="3555"/>
              <a:t>—— </a:t>
            </a:r>
            <a:r>
              <a:rPr lang="zh-CN" altLang="en-US" sz="3555"/>
              <a:t>分析解析</a:t>
            </a:r>
            <a:endParaRPr lang="en-US" sz="3555"/>
          </a:p>
        </p:txBody>
      </p:sp>
      <p:sp>
        <p:nvSpPr>
          <p:cNvPr id="3" name="TextBox 2"/>
          <p:cNvSpPr txBox="1"/>
          <p:nvPr/>
        </p:nvSpPr>
        <p:spPr>
          <a:xfrm>
            <a:off x="8127690" y="1141552"/>
            <a:ext cx="4266146" cy="306705"/>
          </a:xfrm>
          <a:prstGeom prst="rect">
            <a:avLst/>
          </a:prstGeom>
          <a:noFill/>
        </p:spPr>
        <p:txBody>
          <a:bodyPr wrap="square" rtlCol="0">
            <a:spAutoFit/>
          </a:bodyPr>
          <a:lstStyle/>
          <a:p>
            <a:r>
              <a:rPr lang="en-US" sz="1400"/>
              <a:t>* </a:t>
            </a:r>
            <a:r>
              <a:rPr lang="zh-CN" altLang="en-US" sz="1400"/>
              <a:t>本片显示的所有数据为虚拟数据，仅做展示用途</a:t>
            </a:r>
            <a:endParaRPr lang="en-US" sz="1400"/>
          </a:p>
        </p:txBody>
      </p:sp>
      <p:sp>
        <p:nvSpPr>
          <p:cNvPr id="16" name="TextBox 15"/>
          <p:cNvSpPr txBox="1"/>
          <p:nvPr/>
        </p:nvSpPr>
        <p:spPr>
          <a:xfrm>
            <a:off x="508881" y="1973412"/>
            <a:ext cx="3825030"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a:solidFill>
                  <a:srgbClr val="188F90"/>
                </a:solidFill>
              </a:rPr>
              <a:t>研究中心层面的案例解析</a:t>
            </a:r>
            <a:endParaRPr lang="en-US" b="1">
              <a:solidFill>
                <a:srgbClr val="188F90"/>
              </a:solidFill>
            </a:endParaRPr>
          </a:p>
        </p:txBody>
      </p:sp>
      <p:pic>
        <p:nvPicPr>
          <p:cNvPr id="21" name="Picture 20"/>
          <p:cNvPicPr>
            <a:picLocks noChangeAspect="1"/>
          </p:cNvPicPr>
          <p:nvPr/>
        </p:nvPicPr>
        <p:blipFill>
          <a:blip r:embed="rId3"/>
          <a:stretch>
            <a:fillRect/>
          </a:stretch>
        </p:blipFill>
        <p:spPr>
          <a:xfrm>
            <a:off x="4479127" y="1965652"/>
            <a:ext cx="7169167" cy="1841724"/>
          </a:xfrm>
          <a:prstGeom prst="rect">
            <a:avLst/>
          </a:prstGeom>
        </p:spPr>
      </p:pic>
      <p:pic>
        <p:nvPicPr>
          <p:cNvPr id="24" name="Picture 23"/>
          <p:cNvPicPr>
            <a:picLocks noChangeAspect="1"/>
          </p:cNvPicPr>
          <p:nvPr/>
        </p:nvPicPr>
        <p:blipFill>
          <a:blip r:embed="rId4"/>
          <a:stretch>
            <a:fillRect/>
          </a:stretch>
        </p:blipFill>
        <p:spPr>
          <a:xfrm>
            <a:off x="3258765" y="4189132"/>
            <a:ext cx="8694551" cy="2122896"/>
          </a:xfrm>
          <a:prstGeom prst="rect">
            <a:avLst/>
          </a:prstGeom>
        </p:spPr>
      </p:pic>
      <p:sp>
        <p:nvSpPr>
          <p:cNvPr id="25" name="Inhaltsplatzhalter 4"/>
          <p:cNvSpPr txBox="1"/>
          <p:nvPr/>
        </p:nvSpPr>
        <p:spPr>
          <a:xfrm>
            <a:off x="543706" y="2514095"/>
            <a:ext cx="3644988" cy="2769870"/>
          </a:xfrm>
          <a:prstGeom prst="rect">
            <a:avLst/>
          </a:prstGeom>
        </p:spPr>
        <p:txBody>
          <a:bodyPr wrap="square" lIns="0" tIns="0" rIns="0" bIns="0">
            <a:spAutoFit/>
          </a:bodyPr>
          <a:lstStyle>
            <a:lvl1pPr marL="273050" indent="-273050" algn="l" defTabSz="914400"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20" indent="-273050" algn="l" defTabSz="914400"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70" indent="-177800" algn="l" defTabSz="914400"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370" indent="-177800" algn="l" defTabSz="914400"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240" indent="-179070" algn="l" defTabSz="914400"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965"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165"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73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493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分析：</a:t>
            </a:r>
            <a:r>
              <a:rPr lang="zh-CN" altLang="en-US" sz="1600" dirty="0">
                <a:solidFill>
                  <a:srgbClr val="188F90"/>
                </a:solidFill>
                <a:latin typeface="新宋体" panose="02010609030101010101" pitchFamily="49" charset="-122"/>
                <a:ea typeface="新宋体" panose="02010609030101010101" pitchFamily="49" charset="-122"/>
              </a:rPr>
              <a:t>某项目</a:t>
            </a:r>
            <a:r>
              <a:rPr lang="en-US" altLang="zh-CN" sz="1600" dirty="0">
                <a:solidFill>
                  <a:srgbClr val="188F90"/>
                </a:solidFill>
                <a:latin typeface="新宋体" panose="02010609030101010101" pitchFamily="49" charset="-122"/>
                <a:ea typeface="新宋体" panose="02010609030101010101" pitchFamily="49" charset="-122"/>
              </a:rPr>
              <a:t>1002</a:t>
            </a:r>
            <a:r>
              <a:rPr lang="zh-CN" altLang="en-US" sz="1600" dirty="0">
                <a:solidFill>
                  <a:srgbClr val="188F90"/>
                </a:solidFill>
                <a:latin typeface="新宋体" panose="02010609030101010101" pitchFamily="49" charset="-122"/>
                <a:ea typeface="新宋体" panose="02010609030101010101" pitchFamily="49" charset="-122"/>
              </a:rPr>
              <a:t>研究中心在访视进程</a:t>
            </a:r>
            <a:r>
              <a:rPr lang="en-US" altLang="zh-CN" sz="1600" dirty="0">
                <a:solidFill>
                  <a:srgbClr val="188F90"/>
                </a:solidFill>
                <a:latin typeface="新宋体" panose="02010609030101010101" pitchFamily="49" charset="-122"/>
                <a:ea typeface="新宋体" panose="02010609030101010101" pitchFamily="49" charset="-122"/>
              </a:rPr>
              <a:t>10%-30%</a:t>
            </a:r>
            <a:r>
              <a:rPr lang="zh-CN" altLang="en-US" sz="1600" dirty="0">
                <a:solidFill>
                  <a:srgbClr val="188F90"/>
                </a:solidFill>
                <a:latin typeface="新宋体" panose="02010609030101010101" pitchFamily="49" charset="-122"/>
                <a:ea typeface="新宋体" panose="02010609030101010101" pitchFamily="49" charset="-122"/>
              </a:rPr>
              <a:t>时，</a:t>
            </a:r>
            <a:r>
              <a:rPr lang="en-US" altLang="zh-CN" sz="1600" dirty="0">
                <a:solidFill>
                  <a:srgbClr val="188F90"/>
                </a:solidFill>
                <a:latin typeface="新宋体" panose="02010609030101010101" pitchFamily="49" charset="-122"/>
                <a:ea typeface="新宋体" panose="02010609030101010101" pitchFamily="49" charset="-122"/>
              </a:rPr>
              <a:t>PD</a:t>
            </a:r>
            <a:r>
              <a:rPr lang="zh-CN" altLang="en-US" sz="1600" dirty="0">
                <a:solidFill>
                  <a:srgbClr val="188F90"/>
                </a:solidFill>
                <a:latin typeface="新宋体" panose="02010609030101010101" pitchFamily="49" charset="-122"/>
                <a:ea typeface="新宋体" panose="02010609030101010101" pitchFamily="49" charset="-122"/>
              </a:rPr>
              <a:t>标化值超过预警值。进一步分析，发现该研究中心在</a:t>
            </a:r>
            <a:r>
              <a:rPr lang="en-US" altLang="zh-CN" sz="1600" dirty="0">
                <a:solidFill>
                  <a:srgbClr val="188F90"/>
                </a:solidFill>
                <a:latin typeface="新宋体" panose="02010609030101010101" pitchFamily="49" charset="-122"/>
                <a:ea typeface="新宋体" panose="02010609030101010101" pitchFamily="49" charset="-122"/>
              </a:rPr>
              <a:t>Lab</a:t>
            </a:r>
            <a:r>
              <a:rPr lang="zh-CN" altLang="en-US" sz="1600" dirty="0">
                <a:solidFill>
                  <a:srgbClr val="188F90"/>
                </a:solidFill>
                <a:latin typeface="新宋体" panose="02010609030101010101" pitchFamily="49" charset="-122"/>
                <a:ea typeface="新宋体" panose="02010609030101010101" pitchFamily="49" charset="-122"/>
              </a:rPr>
              <a:t>方面的</a:t>
            </a:r>
            <a:r>
              <a:rPr lang="en-US" altLang="zh-CN" sz="1600" dirty="0">
                <a:solidFill>
                  <a:srgbClr val="188F90"/>
                </a:solidFill>
                <a:latin typeface="新宋体" panose="02010609030101010101" pitchFamily="49" charset="-122"/>
                <a:ea typeface="新宋体" panose="02010609030101010101" pitchFamily="49" charset="-122"/>
              </a:rPr>
              <a:t>PD</a:t>
            </a:r>
            <a:r>
              <a:rPr lang="zh-CN" altLang="en-US" sz="1600" dirty="0">
                <a:solidFill>
                  <a:srgbClr val="188F90"/>
                </a:solidFill>
                <a:latin typeface="新宋体" panose="02010609030101010101" pitchFamily="49" charset="-122"/>
                <a:ea typeface="新宋体" panose="02010609030101010101" pitchFamily="49" charset="-122"/>
              </a:rPr>
              <a:t>异常偏高。</a:t>
            </a:r>
            <a:endParaRPr lang="en-US" altLang="zh-CN" sz="1600" dirty="0">
              <a:solidFill>
                <a:srgbClr val="188F90"/>
              </a:solidFill>
              <a:latin typeface="新宋体" panose="02010609030101010101" pitchFamily="49" charset="-122"/>
              <a:ea typeface="新宋体" panose="02010609030101010101" pitchFamily="49" charset="-122"/>
            </a:endParaRPr>
          </a:p>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解析：</a:t>
            </a:r>
            <a:r>
              <a:rPr lang="zh-CN" altLang="en-US" sz="1600" dirty="0">
                <a:solidFill>
                  <a:srgbClr val="188F90"/>
                </a:solidFill>
                <a:latin typeface="新宋体" panose="02010609030101010101" pitchFamily="49" charset="-122"/>
                <a:ea typeface="新宋体" panose="02010609030101010101" pitchFamily="49" charset="-122"/>
              </a:rPr>
              <a:t>该研究中心在样本收集方面，多次未按照实验室手册要求（如收集时间、保存温度等）执行，实验室手册要求未得到充分的理解。</a:t>
            </a:r>
            <a:endParaRPr lang="en-US" altLang="zh-CN" sz="1600" dirty="0">
              <a:solidFill>
                <a:srgbClr val="188F90"/>
              </a:solidFill>
              <a:latin typeface="新宋体" panose="02010609030101010101" pitchFamily="49" charset="-122"/>
              <a:ea typeface="新宋体" panose="02010609030101010101" pitchFamily="49" charset="-122"/>
            </a:endParaRPr>
          </a:p>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措施：</a:t>
            </a:r>
            <a:r>
              <a:rPr lang="zh-CN" altLang="en-US" sz="1600" dirty="0">
                <a:solidFill>
                  <a:srgbClr val="188F90"/>
                </a:solidFill>
                <a:latin typeface="新宋体" panose="02010609030101010101" pitchFamily="49" charset="-122"/>
                <a:ea typeface="新宋体" panose="02010609030101010101" pitchFamily="49" charset="-122"/>
              </a:rPr>
              <a:t>对该中心研究人员进</a:t>
            </a:r>
            <a:r>
              <a:rPr lang="en-US" altLang="zh-CN" sz="1600" dirty="0">
                <a:solidFill>
                  <a:srgbClr val="188F90"/>
                </a:solidFill>
                <a:latin typeface="新宋体" panose="02010609030101010101" pitchFamily="49" charset="-122"/>
                <a:ea typeface="新宋体" panose="02010609030101010101" pitchFamily="49" charset="-122"/>
              </a:rPr>
              <a:t>          </a:t>
            </a:r>
            <a:r>
              <a:rPr lang="zh-CN" altLang="en-US" sz="1600" dirty="0">
                <a:solidFill>
                  <a:srgbClr val="188F90"/>
                </a:solidFill>
                <a:latin typeface="新宋体" panose="02010609030101010101" pitchFamily="49" charset="-122"/>
                <a:ea typeface="新宋体" panose="02010609030101010101" pitchFamily="49" charset="-122"/>
              </a:rPr>
              <a:t>行实验室手册要求再培训。</a:t>
            </a:r>
            <a:endParaRPr lang="en-US" sz="1600" dirty="0">
              <a:solidFill>
                <a:srgbClr val="188F90"/>
              </a:solidFill>
              <a:latin typeface="新宋体" panose="02010609030101010101" pitchFamily="49" charset="-122"/>
              <a:ea typeface="新宋体" panose="02010609030101010101" pitchFamily="49" charset="-122"/>
            </a:endParaRPr>
          </a:p>
        </p:txBody>
      </p:sp>
      <p:sp>
        <p:nvSpPr>
          <p:cNvPr id="7" name="Date Placeholder 3"/>
          <p:cNvSpPr txBox="1"/>
          <p:nvPr/>
        </p:nvSpPr>
        <p:spPr>
          <a:xfrm>
            <a:off x="0" y="6356350"/>
            <a:ext cx="5798372" cy="365125"/>
          </a:xfrm>
          <a:prstGeom prst="rect">
            <a:avLst/>
          </a:prstGeom>
        </p:spPr>
        <p:txBody>
          <a:bodyPr vert="horz" lIns="91440" tIns="45720" rIns="91440" bIns="45720" rtlCol="0" anchor="ctr"/>
          <a:lstStyle>
            <a:defPPr>
              <a:defRPr lang="en-US"/>
            </a:defPPr>
            <a:lvl1pPr marL="0" algn="l" defTabSz="457200" rtl="0" eaLnBrk="1" latinLnBrk="0" hangingPunct="1">
              <a:defRPr sz="900" kern="1200">
                <a:solidFill>
                  <a:schemeClr val="tx1">
                    <a:tint val="75000"/>
                  </a:schemeClr>
                </a:solidFill>
                <a:latin typeface="Arial" panose="020B0604020202020204"/>
                <a:ea typeface="+mn-ea"/>
                <a:cs typeface="Arial" panose="020B0604020202020204"/>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Tree>
  </p:cSld>
  <p:clrMapOvr>
    <a:overrideClrMapping bg1="lt1" tx1="dk1" bg2="lt2" tx2="dk2" accent1="accent1" accent2="accent2" accent3="accent3" accent4="accent4" accent5="accent5" accent6="accent6" hlink="hlink" folHlink="folHlink"/>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idx="4294967295"/>
          </p:nvPr>
        </p:nvSpPr>
        <p:spPr>
          <a:xfrm>
            <a:off x="304800" y="608965"/>
            <a:ext cx="10972800" cy="784225"/>
          </a:xfrm>
        </p:spPr>
        <p:txBody>
          <a:bodyPr>
            <a:normAutofit/>
          </a:bodyPr>
          <a:lstStyle/>
          <a:p>
            <a:r>
              <a:rPr lang="zh-CN" altLang="en-US" sz="3555"/>
              <a:t>方案违背 </a:t>
            </a:r>
            <a:r>
              <a:rPr lang="en-US" altLang="zh-CN" sz="3555"/>
              <a:t>—— </a:t>
            </a:r>
            <a:r>
              <a:rPr lang="zh-CN" altLang="en-US" sz="3555"/>
              <a:t>分析解析</a:t>
            </a:r>
            <a:endParaRPr lang="en-US" sz="3555"/>
          </a:p>
        </p:txBody>
      </p:sp>
      <p:sp>
        <p:nvSpPr>
          <p:cNvPr id="3" name="TextBox 2"/>
          <p:cNvSpPr txBox="1"/>
          <p:nvPr/>
        </p:nvSpPr>
        <p:spPr>
          <a:xfrm>
            <a:off x="8127690" y="1141552"/>
            <a:ext cx="4266146" cy="306705"/>
          </a:xfrm>
          <a:prstGeom prst="rect">
            <a:avLst/>
          </a:prstGeom>
          <a:noFill/>
        </p:spPr>
        <p:txBody>
          <a:bodyPr wrap="square" rtlCol="0">
            <a:spAutoFit/>
          </a:bodyPr>
          <a:lstStyle/>
          <a:p>
            <a:r>
              <a:rPr lang="en-US" sz="1400"/>
              <a:t>* </a:t>
            </a:r>
            <a:r>
              <a:rPr lang="zh-CN" altLang="en-US" sz="1400"/>
              <a:t>本片显示的所有数据为虚拟数据，仅做展示用途</a:t>
            </a:r>
            <a:endParaRPr lang="en-US" sz="1400"/>
          </a:p>
        </p:txBody>
      </p:sp>
      <p:pic>
        <p:nvPicPr>
          <p:cNvPr id="2" name="Picture 1"/>
          <p:cNvPicPr>
            <a:picLocks noChangeAspect="1"/>
          </p:cNvPicPr>
          <p:nvPr/>
        </p:nvPicPr>
        <p:blipFill>
          <a:blip r:embed="rId3"/>
          <a:stretch>
            <a:fillRect/>
          </a:stretch>
        </p:blipFill>
        <p:spPr>
          <a:xfrm>
            <a:off x="3980706" y="1798996"/>
            <a:ext cx="7705725" cy="4513738"/>
          </a:xfrm>
          <a:prstGeom prst="rect">
            <a:avLst/>
          </a:prstGeom>
        </p:spPr>
      </p:pic>
      <p:sp>
        <p:nvSpPr>
          <p:cNvPr id="8" name="TextBox 7"/>
          <p:cNvSpPr txBox="1"/>
          <p:nvPr/>
        </p:nvSpPr>
        <p:spPr>
          <a:xfrm>
            <a:off x="431712" y="2039310"/>
            <a:ext cx="3825030"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a:solidFill>
                  <a:srgbClr val="188F90"/>
                </a:solidFill>
              </a:rPr>
              <a:t>研究中心层面的案例解析</a:t>
            </a:r>
            <a:endParaRPr lang="en-US" b="1">
              <a:solidFill>
                <a:srgbClr val="188F90"/>
              </a:solidFill>
            </a:endParaRPr>
          </a:p>
        </p:txBody>
      </p:sp>
      <p:sp>
        <p:nvSpPr>
          <p:cNvPr id="9" name="Inhaltsplatzhalter 4"/>
          <p:cNvSpPr txBox="1"/>
          <p:nvPr/>
        </p:nvSpPr>
        <p:spPr>
          <a:xfrm>
            <a:off x="431712" y="2648956"/>
            <a:ext cx="3368019" cy="2769870"/>
          </a:xfrm>
          <a:prstGeom prst="rect">
            <a:avLst/>
          </a:prstGeom>
        </p:spPr>
        <p:txBody>
          <a:bodyPr wrap="square" lIns="0" tIns="0" rIns="0" bIns="0">
            <a:spAutoFit/>
          </a:bodyPr>
          <a:lstStyle>
            <a:lvl1pPr marL="273050" indent="-273050" algn="l" defTabSz="914400"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20" indent="-273050" algn="l" defTabSz="914400"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70" indent="-177800" algn="l" defTabSz="914400"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370" indent="-177800" algn="l" defTabSz="914400"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240" indent="-179070" algn="l" defTabSz="914400"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965"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165"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73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493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分析：</a:t>
            </a:r>
            <a:r>
              <a:rPr lang="zh-CN" altLang="en-US" sz="1600" dirty="0">
                <a:solidFill>
                  <a:srgbClr val="188F90"/>
                </a:solidFill>
                <a:latin typeface="新宋体" panose="02010609030101010101" pitchFamily="49" charset="-122"/>
                <a:ea typeface="新宋体" panose="02010609030101010101" pitchFamily="49" charset="-122"/>
              </a:rPr>
              <a:t>该研究者中心知情同意的方案违背标化值远高于中国全国研究中心的标化值。</a:t>
            </a:r>
            <a:endParaRPr lang="en-US" altLang="zh-CN" sz="1600" dirty="0">
              <a:solidFill>
                <a:srgbClr val="188F90"/>
              </a:solidFill>
              <a:latin typeface="新宋体" panose="02010609030101010101" pitchFamily="49" charset="-122"/>
              <a:ea typeface="新宋体" panose="02010609030101010101" pitchFamily="49" charset="-122"/>
            </a:endParaRPr>
          </a:p>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解析：</a:t>
            </a:r>
            <a:r>
              <a:rPr lang="zh-CN" altLang="en-US" sz="1600" dirty="0">
                <a:solidFill>
                  <a:srgbClr val="188F90"/>
                </a:solidFill>
                <a:latin typeface="新宋体" panose="02010609030101010101" pitchFamily="49" charset="-122"/>
                <a:ea typeface="新宋体" panose="02010609030101010101" pitchFamily="49" charset="-122"/>
              </a:rPr>
              <a:t>受试者在签署知情同意书时，不适用情况的选项未勾选“不适用”。该问题发生多次且不同受试者均出现此情况，说明该研究中心对此要求不够重视。</a:t>
            </a:r>
            <a:endParaRPr lang="en-US" altLang="zh-CN" sz="1600" dirty="0">
              <a:solidFill>
                <a:srgbClr val="188F90"/>
              </a:solidFill>
              <a:latin typeface="新宋体" panose="02010609030101010101" pitchFamily="49" charset="-122"/>
              <a:ea typeface="新宋体" panose="02010609030101010101" pitchFamily="49" charset="-122"/>
            </a:endParaRPr>
          </a:p>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措施：</a:t>
            </a:r>
            <a:r>
              <a:rPr lang="zh-CN" altLang="en-US" sz="1600" dirty="0">
                <a:solidFill>
                  <a:srgbClr val="188F90"/>
                </a:solidFill>
                <a:latin typeface="新宋体" panose="02010609030101010101" pitchFamily="49" charset="-122"/>
                <a:ea typeface="新宋体" panose="02010609030101010101" pitchFamily="49" charset="-122"/>
              </a:rPr>
              <a:t>对研究中心在此知情同意要求上进行再培训。</a:t>
            </a:r>
            <a:endParaRPr lang="en-US" sz="1600" dirty="0">
              <a:solidFill>
                <a:srgbClr val="188F90"/>
              </a:solidFill>
              <a:latin typeface="新宋体" panose="02010609030101010101" pitchFamily="49" charset="-122"/>
              <a:ea typeface="新宋体" panose="02010609030101010101" pitchFamily="49" charset="-122"/>
            </a:endParaRPr>
          </a:p>
        </p:txBody>
      </p:sp>
    </p:spTree>
  </p:cSld>
  <p:clrMapOvr>
    <a:overrideClrMapping bg1="lt1" tx1="dk1" bg2="lt2" tx2="dk2" accent1="accent1" accent2="accent2" accent3="accent3" accent4="accent4" accent5="accent5" accent6="accent6" hlink="hlink" folHlink="folHlink"/>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3"/>
          <p:cNvSpPr>
            <a:spLocks noGrp="1"/>
          </p:cNvSpPr>
          <p:nvPr>
            <p:ph type="title" idx="4294967295"/>
          </p:nvPr>
        </p:nvSpPr>
        <p:spPr>
          <a:xfrm>
            <a:off x="127000" y="600075"/>
            <a:ext cx="10972800" cy="784225"/>
          </a:xfrm>
        </p:spPr>
        <p:txBody>
          <a:bodyPr>
            <a:normAutofit/>
          </a:bodyPr>
          <a:lstStyle/>
          <a:p>
            <a:r>
              <a:rPr lang="zh-CN" altLang="en-US" sz="3555"/>
              <a:t>方案违背 </a:t>
            </a:r>
            <a:r>
              <a:rPr lang="en-US" altLang="zh-CN" sz="3555"/>
              <a:t>——</a:t>
            </a:r>
            <a:r>
              <a:rPr lang="zh-CN" altLang="en-US" sz="3555"/>
              <a:t>有效管理</a:t>
            </a:r>
            <a:endParaRPr lang="en-US" sz="3555"/>
          </a:p>
        </p:txBody>
      </p:sp>
      <p:sp>
        <p:nvSpPr>
          <p:cNvPr id="3" name="TextBox 2"/>
          <p:cNvSpPr txBox="1"/>
          <p:nvPr/>
        </p:nvSpPr>
        <p:spPr>
          <a:xfrm>
            <a:off x="8127690" y="1141552"/>
            <a:ext cx="4266146" cy="306705"/>
          </a:xfrm>
          <a:prstGeom prst="rect">
            <a:avLst/>
          </a:prstGeom>
          <a:noFill/>
        </p:spPr>
        <p:txBody>
          <a:bodyPr wrap="square" rtlCol="0">
            <a:spAutoFit/>
          </a:bodyPr>
          <a:lstStyle/>
          <a:p>
            <a:r>
              <a:rPr lang="en-US" sz="1400" dirty="0"/>
              <a:t>* </a:t>
            </a:r>
            <a:r>
              <a:rPr lang="zh-CN" altLang="en-US" sz="1400" dirty="0"/>
              <a:t>本片显示的所有数据为虚拟数据，仅做展示用途</a:t>
            </a:r>
            <a:endParaRPr lang="en-US" sz="1400" dirty="0"/>
          </a:p>
        </p:txBody>
      </p:sp>
      <p:sp>
        <p:nvSpPr>
          <p:cNvPr id="5" name="TextBox 4"/>
          <p:cNvSpPr txBox="1"/>
          <p:nvPr/>
        </p:nvSpPr>
        <p:spPr>
          <a:xfrm>
            <a:off x="431712" y="2039310"/>
            <a:ext cx="3825030" cy="368300"/>
          </a:xfrm>
          <a:prstGeom prst="rect">
            <a:avLst/>
          </a:prstGeom>
          <a:noFill/>
        </p:spPr>
        <p:txBody>
          <a:bodyPr wrap="square">
            <a:spAutoFit/>
          </a:bodyPr>
          <a:lstStyle/>
          <a:p>
            <a:pPr marL="457200" indent="-457200">
              <a:buFont typeface="Wingdings" panose="05000000000000000000" pitchFamily="2" charset="2"/>
              <a:buChar char="v"/>
            </a:pPr>
            <a:r>
              <a:rPr lang="zh-CN" altLang="en-US" b="1" dirty="0">
                <a:solidFill>
                  <a:srgbClr val="188F90"/>
                </a:solidFill>
              </a:rPr>
              <a:t>研究者层面的案例解析</a:t>
            </a:r>
            <a:endParaRPr lang="en-US" b="1" dirty="0">
              <a:solidFill>
                <a:srgbClr val="188F90"/>
              </a:solidFill>
            </a:endParaRPr>
          </a:p>
        </p:txBody>
      </p:sp>
      <p:sp>
        <p:nvSpPr>
          <p:cNvPr id="8" name="Inhaltsplatzhalter 4"/>
          <p:cNvSpPr txBox="1"/>
          <p:nvPr/>
        </p:nvSpPr>
        <p:spPr>
          <a:xfrm>
            <a:off x="431712" y="2648956"/>
            <a:ext cx="3368019" cy="3016250"/>
          </a:xfrm>
          <a:prstGeom prst="rect">
            <a:avLst/>
          </a:prstGeom>
        </p:spPr>
        <p:txBody>
          <a:bodyPr wrap="square" lIns="0" tIns="0" rIns="0" bIns="0">
            <a:spAutoFit/>
          </a:bodyPr>
          <a:lstStyle>
            <a:lvl1pPr marL="273050" indent="-273050" algn="l" defTabSz="914400"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20" indent="-273050" algn="l" defTabSz="914400"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70" indent="-177800" algn="l" defTabSz="914400"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370" indent="-177800" algn="l" defTabSz="914400"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240" indent="-179070" algn="l" defTabSz="914400"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965"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165"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73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493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分析：</a:t>
            </a:r>
            <a:r>
              <a:rPr lang="zh-CN" altLang="en-US" sz="1600" dirty="0">
                <a:solidFill>
                  <a:srgbClr val="188F90"/>
                </a:solidFill>
                <a:latin typeface="新宋体" panose="02010609030101010101" pitchFamily="49" charset="-122"/>
                <a:ea typeface="新宋体" panose="02010609030101010101" pitchFamily="49" charset="-122"/>
              </a:rPr>
              <a:t>研究者在</a:t>
            </a:r>
            <a:r>
              <a:rPr lang="en-US" altLang="zh-CN" sz="1600" dirty="0">
                <a:solidFill>
                  <a:srgbClr val="188F90"/>
                </a:solidFill>
                <a:latin typeface="新宋体" panose="02010609030101010101" pitchFamily="49" charset="-122"/>
                <a:ea typeface="新宋体" panose="02010609030101010101" pitchFamily="49" charset="-122"/>
              </a:rPr>
              <a:t>1002</a:t>
            </a:r>
            <a:r>
              <a:rPr lang="zh-CN" altLang="en-US" sz="1600" dirty="0">
                <a:solidFill>
                  <a:srgbClr val="188F90"/>
                </a:solidFill>
                <a:latin typeface="新宋体" panose="02010609030101010101" pitchFamily="49" charset="-122"/>
                <a:ea typeface="新宋体" panose="02010609030101010101" pitchFamily="49" charset="-122"/>
              </a:rPr>
              <a:t>、</a:t>
            </a:r>
            <a:r>
              <a:rPr lang="en-US" altLang="zh-CN" sz="1600" dirty="0">
                <a:solidFill>
                  <a:srgbClr val="188F90"/>
                </a:solidFill>
                <a:latin typeface="新宋体" panose="02010609030101010101" pitchFamily="49" charset="-122"/>
                <a:ea typeface="新宋体" panose="02010609030101010101" pitchFamily="49" charset="-122"/>
              </a:rPr>
              <a:t>1015</a:t>
            </a:r>
            <a:r>
              <a:rPr lang="zh-CN" altLang="en-US" sz="1600" dirty="0">
                <a:solidFill>
                  <a:srgbClr val="188F90"/>
                </a:solidFill>
                <a:latin typeface="新宋体" panose="02010609030101010101" pitchFamily="49" charset="-122"/>
                <a:ea typeface="新宋体" panose="02010609030101010101" pitchFamily="49" charset="-122"/>
              </a:rPr>
              <a:t>、</a:t>
            </a:r>
            <a:r>
              <a:rPr lang="en-US" altLang="zh-CN" sz="1600" dirty="0">
                <a:solidFill>
                  <a:srgbClr val="188F90"/>
                </a:solidFill>
                <a:latin typeface="新宋体" panose="02010609030101010101" pitchFamily="49" charset="-122"/>
                <a:ea typeface="新宋体" panose="02010609030101010101" pitchFamily="49" charset="-122"/>
              </a:rPr>
              <a:t>1187</a:t>
            </a:r>
            <a:r>
              <a:rPr lang="zh-CN" altLang="en-US" sz="1600" dirty="0">
                <a:solidFill>
                  <a:srgbClr val="188F90"/>
                </a:solidFill>
                <a:latin typeface="新宋体" panose="02010609030101010101" pitchFamily="49" charset="-122"/>
                <a:ea typeface="新宋体" panose="02010609030101010101" pitchFamily="49" charset="-122"/>
              </a:rPr>
              <a:t>项目中的</a:t>
            </a:r>
            <a:r>
              <a:rPr lang="en-US" altLang="zh-CN" sz="1600" dirty="0">
                <a:solidFill>
                  <a:srgbClr val="188F90"/>
                </a:solidFill>
                <a:latin typeface="新宋体" panose="02010609030101010101" pitchFamily="49" charset="-122"/>
                <a:ea typeface="新宋体" panose="02010609030101010101" pitchFamily="49" charset="-122"/>
              </a:rPr>
              <a:t>PD</a:t>
            </a:r>
            <a:r>
              <a:rPr lang="zh-CN" altLang="en-US" sz="1600" dirty="0">
                <a:solidFill>
                  <a:srgbClr val="188F90"/>
                </a:solidFill>
                <a:latin typeface="新宋体" panose="02010609030101010101" pitchFamily="49" charset="-122"/>
                <a:ea typeface="新宋体" panose="02010609030101010101" pitchFamily="49" charset="-122"/>
              </a:rPr>
              <a:t>远高于</a:t>
            </a:r>
            <a:r>
              <a:rPr lang="en-US" altLang="zh-CN" sz="1600" dirty="0">
                <a:solidFill>
                  <a:srgbClr val="188F90"/>
                </a:solidFill>
                <a:latin typeface="新宋体" panose="02010609030101010101" pitchFamily="49" charset="-122"/>
                <a:ea typeface="新宋体" panose="02010609030101010101" pitchFamily="49" charset="-122"/>
              </a:rPr>
              <a:t>1242</a:t>
            </a:r>
            <a:r>
              <a:rPr lang="zh-CN" altLang="en-US" sz="1600" dirty="0">
                <a:solidFill>
                  <a:srgbClr val="188F90"/>
                </a:solidFill>
                <a:latin typeface="新宋体" panose="02010609030101010101" pitchFamily="49" charset="-122"/>
                <a:ea typeface="新宋体" panose="02010609030101010101" pitchFamily="49" charset="-122"/>
              </a:rPr>
              <a:t>项目，进一步分析发现前三个项目</a:t>
            </a:r>
            <a:r>
              <a:rPr lang="en-US" altLang="zh-CN" sz="1600" dirty="0">
                <a:solidFill>
                  <a:srgbClr val="188F90"/>
                </a:solidFill>
                <a:latin typeface="新宋体" panose="02010609030101010101" pitchFamily="49" charset="-122"/>
                <a:ea typeface="新宋体" panose="02010609030101010101" pitchFamily="49" charset="-122"/>
              </a:rPr>
              <a:t>PD</a:t>
            </a:r>
            <a:r>
              <a:rPr lang="zh-CN" altLang="en-US" sz="1600" dirty="0">
                <a:solidFill>
                  <a:srgbClr val="188F90"/>
                </a:solidFill>
                <a:latin typeface="新宋体" panose="02010609030101010101" pitchFamily="49" charset="-122"/>
                <a:ea typeface="新宋体" panose="02010609030101010101" pitchFamily="49" charset="-122"/>
              </a:rPr>
              <a:t>主要体现在</a:t>
            </a:r>
            <a:r>
              <a:rPr lang="en-US" altLang="zh-CN" sz="1600" dirty="0">
                <a:solidFill>
                  <a:srgbClr val="188F90"/>
                </a:solidFill>
                <a:latin typeface="新宋体" panose="02010609030101010101" pitchFamily="49" charset="-122"/>
                <a:ea typeface="新宋体" panose="02010609030101010101" pitchFamily="49" charset="-122"/>
              </a:rPr>
              <a:t>Procedure Test</a:t>
            </a:r>
            <a:r>
              <a:rPr lang="zh-CN" altLang="en-US" sz="1600" dirty="0">
                <a:solidFill>
                  <a:srgbClr val="188F90"/>
                </a:solidFill>
                <a:latin typeface="新宋体" panose="02010609030101010101" pitchFamily="49" charset="-122"/>
                <a:ea typeface="新宋体" panose="02010609030101010101" pitchFamily="49" charset="-122"/>
              </a:rPr>
              <a:t>方面。</a:t>
            </a:r>
            <a:endParaRPr lang="en-US" altLang="zh-CN" sz="1600" dirty="0">
              <a:solidFill>
                <a:srgbClr val="188F90"/>
              </a:solidFill>
              <a:latin typeface="新宋体" panose="02010609030101010101" pitchFamily="49" charset="-122"/>
              <a:ea typeface="新宋体" panose="02010609030101010101" pitchFamily="49" charset="-122"/>
            </a:endParaRPr>
          </a:p>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解析：</a:t>
            </a:r>
            <a:r>
              <a:rPr lang="en-US" altLang="zh-CN" sz="1600" dirty="0">
                <a:solidFill>
                  <a:srgbClr val="188F90"/>
                </a:solidFill>
                <a:latin typeface="新宋体" panose="02010609030101010101" pitchFamily="49" charset="-122"/>
                <a:ea typeface="新宋体" panose="02010609030101010101" pitchFamily="49" charset="-122"/>
              </a:rPr>
              <a:t> 1002</a:t>
            </a:r>
            <a:r>
              <a:rPr lang="zh-CN" altLang="en-US" sz="1600" dirty="0">
                <a:solidFill>
                  <a:srgbClr val="188F90"/>
                </a:solidFill>
                <a:latin typeface="新宋体" panose="02010609030101010101" pitchFamily="49" charset="-122"/>
                <a:ea typeface="新宋体" panose="02010609030101010101" pitchFamily="49" charset="-122"/>
              </a:rPr>
              <a:t>、</a:t>
            </a:r>
            <a:r>
              <a:rPr lang="en-US" altLang="zh-CN" sz="1600" dirty="0">
                <a:solidFill>
                  <a:srgbClr val="188F90"/>
                </a:solidFill>
                <a:latin typeface="新宋体" panose="02010609030101010101" pitchFamily="49" charset="-122"/>
                <a:ea typeface="新宋体" panose="02010609030101010101" pitchFamily="49" charset="-122"/>
              </a:rPr>
              <a:t>1015</a:t>
            </a:r>
            <a:r>
              <a:rPr lang="zh-CN" altLang="en-US" sz="1600" dirty="0">
                <a:solidFill>
                  <a:srgbClr val="188F90"/>
                </a:solidFill>
                <a:latin typeface="新宋体" panose="02010609030101010101" pitchFamily="49" charset="-122"/>
                <a:ea typeface="新宋体" panose="02010609030101010101" pitchFamily="49" charset="-122"/>
              </a:rPr>
              <a:t>、</a:t>
            </a:r>
            <a:r>
              <a:rPr lang="en-US" altLang="zh-CN" sz="1600" dirty="0">
                <a:solidFill>
                  <a:srgbClr val="188F90"/>
                </a:solidFill>
                <a:latin typeface="新宋体" panose="02010609030101010101" pitchFamily="49" charset="-122"/>
                <a:ea typeface="新宋体" panose="02010609030101010101" pitchFamily="49" charset="-122"/>
              </a:rPr>
              <a:t>1187</a:t>
            </a:r>
            <a:r>
              <a:rPr lang="zh-CN" altLang="en-US" sz="1600" dirty="0">
                <a:solidFill>
                  <a:srgbClr val="188F90"/>
                </a:solidFill>
                <a:latin typeface="新宋体" panose="02010609030101010101" pitchFamily="49" charset="-122"/>
                <a:ea typeface="新宋体" panose="02010609030101010101" pitchFamily="49" charset="-122"/>
              </a:rPr>
              <a:t>项目均是张三作为协同研究者，</a:t>
            </a:r>
            <a:r>
              <a:rPr lang="en-US" altLang="zh-CN" sz="1600" dirty="0">
                <a:solidFill>
                  <a:srgbClr val="188F90"/>
                </a:solidFill>
                <a:latin typeface="新宋体" panose="02010609030101010101" pitchFamily="49" charset="-122"/>
                <a:ea typeface="新宋体" panose="02010609030101010101" pitchFamily="49" charset="-122"/>
              </a:rPr>
              <a:t>1242</a:t>
            </a:r>
            <a:r>
              <a:rPr lang="zh-CN" altLang="en-US" sz="1600" dirty="0">
                <a:solidFill>
                  <a:srgbClr val="188F90"/>
                </a:solidFill>
                <a:latin typeface="新宋体" panose="02010609030101010101" pitchFamily="49" charset="-122"/>
                <a:ea typeface="新宋体" panose="02010609030101010101" pitchFamily="49" charset="-122"/>
              </a:rPr>
              <a:t>项目是李四作为协同研究者。张三是经验较浅的研究者，且承接多个项目，工作量大，导致对方案流程的违背。</a:t>
            </a:r>
            <a:endParaRPr lang="en-US" altLang="zh-CN" sz="1600" dirty="0">
              <a:solidFill>
                <a:srgbClr val="188F90"/>
              </a:solidFill>
              <a:latin typeface="新宋体" panose="02010609030101010101" pitchFamily="49" charset="-122"/>
              <a:ea typeface="新宋体" panose="02010609030101010101" pitchFamily="49" charset="-122"/>
            </a:endParaRPr>
          </a:p>
          <a:p>
            <a:pPr marL="0" indent="0">
              <a:lnSpc>
                <a:spcPct val="100000"/>
              </a:lnSpc>
              <a:spcAft>
                <a:spcPts val="1200"/>
              </a:spcAft>
              <a:buNone/>
            </a:pPr>
            <a:r>
              <a:rPr lang="zh-CN" altLang="en-US" sz="1600" b="1" dirty="0">
                <a:solidFill>
                  <a:srgbClr val="188F90"/>
                </a:solidFill>
                <a:latin typeface="新宋体" panose="02010609030101010101" pitchFamily="49" charset="-122"/>
                <a:ea typeface="新宋体" panose="02010609030101010101" pitchFamily="49" charset="-122"/>
              </a:rPr>
              <a:t>措施：</a:t>
            </a:r>
            <a:r>
              <a:rPr lang="zh-CN" altLang="en-US" sz="1600" dirty="0">
                <a:solidFill>
                  <a:srgbClr val="188F90"/>
                </a:solidFill>
                <a:latin typeface="新宋体" panose="02010609030101010101" pitchFamily="49" charset="-122"/>
                <a:ea typeface="新宋体" panose="02010609030101010101" pitchFamily="49" charset="-122"/>
              </a:rPr>
              <a:t>研究者对张三进行再培训，调整其工作量，且加强监管。</a:t>
            </a:r>
            <a:endParaRPr lang="en-US" sz="1600" dirty="0">
              <a:solidFill>
                <a:srgbClr val="188F90"/>
              </a:solidFill>
              <a:latin typeface="新宋体" panose="02010609030101010101" pitchFamily="49" charset="-122"/>
              <a:ea typeface="新宋体" panose="02010609030101010101" pitchFamily="49" charset="-122"/>
            </a:endParaRPr>
          </a:p>
        </p:txBody>
      </p:sp>
      <p:pic>
        <p:nvPicPr>
          <p:cNvPr id="6" name="Picture 5"/>
          <p:cNvPicPr>
            <a:picLocks noChangeAspect="1"/>
          </p:cNvPicPr>
          <p:nvPr/>
        </p:nvPicPr>
        <p:blipFill>
          <a:blip r:embed="rId3"/>
          <a:stretch>
            <a:fillRect/>
          </a:stretch>
        </p:blipFill>
        <p:spPr>
          <a:xfrm>
            <a:off x="4901164" y="1601482"/>
            <a:ext cx="6453051" cy="2094948"/>
          </a:xfrm>
          <a:prstGeom prst="rect">
            <a:avLst/>
          </a:prstGeom>
        </p:spPr>
      </p:pic>
      <p:pic>
        <p:nvPicPr>
          <p:cNvPr id="4" name="Picture 3"/>
          <p:cNvPicPr>
            <a:picLocks noChangeAspect="1"/>
          </p:cNvPicPr>
          <p:nvPr/>
        </p:nvPicPr>
        <p:blipFill>
          <a:blip r:embed="rId4"/>
          <a:stretch>
            <a:fillRect/>
          </a:stretch>
        </p:blipFill>
        <p:spPr>
          <a:xfrm>
            <a:off x="4697165" y="3696430"/>
            <a:ext cx="6563782" cy="2617564"/>
          </a:xfrm>
          <a:prstGeom prst="rect">
            <a:avLst/>
          </a:prstGeom>
        </p:spPr>
      </p:pic>
      <p:sp>
        <p:nvSpPr>
          <p:cNvPr id="10" name="Date Placeholder 3"/>
          <p:cNvSpPr txBox="1"/>
          <p:nvPr/>
        </p:nvSpPr>
        <p:spPr>
          <a:xfrm>
            <a:off x="0" y="6356350"/>
            <a:ext cx="5798372" cy="365125"/>
          </a:xfrm>
          <a:prstGeom prst="rect">
            <a:avLst/>
          </a:prstGeom>
        </p:spPr>
        <p:txBody>
          <a:bodyPr vert="horz" lIns="91440" tIns="45720" rIns="91440" bIns="45720" rtlCol="0" anchor="ctr"/>
          <a:lstStyle>
            <a:defPPr>
              <a:defRPr lang="en-US"/>
            </a:defPPr>
            <a:lvl1pPr marL="0" algn="l" defTabSz="457200" rtl="0" eaLnBrk="1" latinLnBrk="0" hangingPunct="1">
              <a:defRPr sz="900" kern="1200">
                <a:solidFill>
                  <a:schemeClr val="tx1">
                    <a:tint val="75000"/>
                  </a:schemeClr>
                </a:solidFill>
                <a:latin typeface="Arial" panose="020B0604020202020204"/>
                <a:ea typeface="+mn-ea"/>
                <a:cs typeface="Arial" panose="020B0604020202020204"/>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Tree>
  </p:cSld>
  <p:clrMapOvr>
    <a:overrideClrMapping bg1="lt1" tx1="dk1" bg2="lt2" tx2="dk2" accent1="accent1" accent2="accent2" accent3="accent3" accent4="accent4" accent5="accent5" accent6="accent6" hlink="hlink" folHlink="folHlink"/>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398145" y="617220"/>
            <a:ext cx="10972800" cy="763270"/>
          </a:xfrm>
        </p:spPr>
        <p:txBody>
          <a:bodyPr>
            <a:normAutofit fontScale="90000"/>
          </a:bodyPr>
          <a:lstStyle/>
          <a:p>
            <a:r>
              <a:rPr lang="en-US" altLang="zh-CN" sz="3555"/>
              <a:t>Query</a:t>
            </a:r>
            <a:r>
              <a:rPr lang="zh-CN" altLang="en-US" sz="3555"/>
              <a:t>的“靶向”管理 </a:t>
            </a:r>
            <a:r>
              <a:rPr lang="en-US" altLang="zh-CN" sz="3555"/>
              <a:t>—— PD </a:t>
            </a:r>
            <a:r>
              <a:rPr lang="zh-CN" altLang="en-US" sz="3555"/>
              <a:t>和 </a:t>
            </a:r>
            <a:r>
              <a:rPr lang="en-US" altLang="zh-CN" sz="3555"/>
              <a:t>Query</a:t>
            </a:r>
            <a:r>
              <a:rPr lang="zh-CN" altLang="en-US" sz="3555"/>
              <a:t>的相关性分析</a:t>
            </a:r>
            <a:endParaRPr lang="en-US" sz="3555"/>
          </a:p>
        </p:txBody>
      </p:sp>
      <p:sp>
        <p:nvSpPr>
          <p:cNvPr id="6" name="TextBox 5"/>
          <p:cNvSpPr txBox="1"/>
          <p:nvPr/>
        </p:nvSpPr>
        <p:spPr bwMode="gray">
          <a:xfrm>
            <a:off x="232528" y="1543089"/>
            <a:ext cx="6294138" cy="1405125"/>
          </a:xfrm>
          <a:prstGeom prst="rect">
            <a:avLst/>
          </a:prstGeom>
        </p:spPr>
        <p:txBody>
          <a:bodyPr wrap="none" lIns="45720" tIns="45720" rIns="45720" bIns="45720" rtlCol="0">
            <a:noAutofit/>
          </a:bodyPr>
          <a:lstStyle/>
          <a:p>
            <a:pPr marL="285750" indent="-285750" algn="l">
              <a:lnSpc>
                <a:spcPct val="150000"/>
              </a:lnSpc>
              <a:spcBef>
                <a:spcPts val="1000"/>
              </a:spcBef>
              <a:buFont typeface="Arial" panose="020B0604020202020204" pitchFamily="34" charset="0"/>
              <a:buChar char="•"/>
            </a:pPr>
            <a:r>
              <a:rPr lang="zh-CN" altLang="en-US" b="1" dirty="0"/>
              <a:t>分析数据</a:t>
            </a:r>
            <a:r>
              <a:rPr lang="en-US" b="1" dirty="0"/>
              <a:t>: </a:t>
            </a:r>
            <a:r>
              <a:rPr lang="en-US" sz="1600" dirty="0"/>
              <a:t>100+ </a:t>
            </a:r>
            <a:r>
              <a:rPr lang="zh-CN" altLang="en-US" sz="1600" dirty="0"/>
              <a:t>试验项目的</a:t>
            </a:r>
            <a:r>
              <a:rPr lang="en-US" altLang="zh-CN" sz="1600" dirty="0"/>
              <a:t>PD</a:t>
            </a:r>
            <a:r>
              <a:rPr lang="zh-CN" altLang="en-US" sz="1600" dirty="0"/>
              <a:t>和</a:t>
            </a:r>
            <a:r>
              <a:rPr lang="en-US" altLang="zh-CN" sz="1600" dirty="0"/>
              <a:t>Query</a:t>
            </a:r>
            <a:r>
              <a:rPr lang="zh-CN" altLang="en-US" sz="1600" dirty="0"/>
              <a:t>数据</a:t>
            </a:r>
            <a:endParaRPr lang="en-US" sz="1600" dirty="0"/>
          </a:p>
          <a:p>
            <a:pPr marL="285750" indent="-285750" algn="l">
              <a:lnSpc>
                <a:spcPct val="150000"/>
              </a:lnSpc>
              <a:spcBef>
                <a:spcPts val="1000"/>
              </a:spcBef>
              <a:buFont typeface="Arial" panose="020B0604020202020204" pitchFamily="34" charset="0"/>
              <a:buChar char="•"/>
            </a:pPr>
            <a:r>
              <a:rPr lang="zh-CN" altLang="en-US" b="1" dirty="0"/>
              <a:t>分析方法</a:t>
            </a:r>
            <a:r>
              <a:rPr lang="en-US" b="1" dirty="0"/>
              <a:t>:</a:t>
            </a:r>
            <a:r>
              <a:rPr lang="zh-CN" altLang="en-US" sz="1600" dirty="0"/>
              <a:t>“皮尔逊相关性分析法” 和 “斯皮尔曼相关性分析法”</a:t>
            </a:r>
            <a:endParaRPr lang="en-US" sz="1600" dirty="0"/>
          </a:p>
          <a:p>
            <a:pPr marL="285750" indent="-285750" algn="l">
              <a:lnSpc>
                <a:spcPct val="150000"/>
              </a:lnSpc>
              <a:spcBef>
                <a:spcPts val="1000"/>
              </a:spcBef>
              <a:buFont typeface="Arial" panose="020B0604020202020204" pitchFamily="34" charset="0"/>
              <a:buChar char="•"/>
            </a:pPr>
            <a:r>
              <a:rPr lang="zh-CN" altLang="en-US" b="1" dirty="0"/>
              <a:t>分析结果</a:t>
            </a:r>
            <a:r>
              <a:rPr lang="en-US" b="1" dirty="0"/>
              <a:t>:  </a:t>
            </a:r>
            <a:r>
              <a:rPr lang="en-US" altLang="zh-CN" sz="1600" dirty="0"/>
              <a:t>PD</a:t>
            </a:r>
            <a:r>
              <a:rPr lang="zh-CN" altLang="en-US" sz="1600" dirty="0"/>
              <a:t>和</a:t>
            </a:r>
            <a:r>
              <a:rPr lang="en-US" altLang="zh-CN" sz="1600" dirty="0"/>
              <a:t>Query</a:t>
            </a:r>
            <a:r>
              <a:rPr lang="zh-CN" altLang="en-US" sz="1600" dirty="0"/>
              <a:t>具有相关性</a:t>
            </a:r>
            <a:endParaRPr lang="en-US" dirty="0"/>
          </a:p>
        </p:txBody>
      </p:sp>
      <p:pic>
        <p:nvPicPr>
          <p:cNvPr id="7" name="Picture 6"/>
          <p:cNvPicPr>
            <a:picLocks noChangeAspect="1"/>
          </p:cNvPicPr>
          <p:nvPr/>
        </p:nvPicPr>
        <p:blipFill>
          <a:blip r:embed="rId2"/>
          <a:stretch>
            <a:fillRect/>
          </a:stretch>
        </p:blipFill>
        <p:spPr>
          <a:xfrm>
            <a:off x="6630836" y="1642605"/>
            <a:ext cx="5328636" cy="1305609"/>
          </a:xfrm>
          <a:prstGeom prst="rect">
            <a:avLst/>
          </a:prstGeom>
        </p:spPr>
      </p:pic>
      <p:pic>
        <p:nvPicPr>
          <p:cNvPr id="8" name="Picture 7"/>
          <p:cNvPicPr>
            <a:picLocks noChangeAspect="1"/>
          </p:cNvPicPr>
          <p:nvPr/>
        </p:nvPicPr>
        <p:blipFill>
          <a:blip r:embed="rId3"/>
          <a:stretch>
            <a:fillRect/>
          </a:stretch>
        </p:blipFill>
        <p:spPr>
          <a:xfrm>
            <a:off x="1262009" y="3285260"/>
            <a:ext cx="9667981" cy="2557474"/>
          </a:xfrm>
          <a:prstGeom prst="rect">
            <a:avLst/>
          </a:prstGeom>
        </p:spPr>
      </p:pic>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KSO_WPP_MARK_KEY" val="83d01169-6796-41c9-99de-59cdbf236bb3"/>
  <p:tag name="COMMONDATA" val="eyJoZGlkIjoiYmJlMjg2YjU0YTJjNmY5ODE4MThjZjkzNzBiNjNkNTIifQ=="/>
</p:tagLst>
</file>

<file path=ppt/tags/tag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xml><?xml version="1.0" encoding="utf-8"?>
<p:tagLst xmlns:a="http://schemas.openxmlformats.org/drawingml/2006/main" xmlns:r="http://schemas.openxmlformats.org/officeDocument/2006/relationships" xmlns:p="http://schemas.openxmlformats.org/presentationml/2006/main">
  <p:tag name="KSO_WM_BEAUTIFY_FLAG" val=""/>
</p:tagLst>
</file>

<file path=ppt/theme/theme1.xml><?xml version="1.0" encoding="utf-8"?>
<a:theme xmlns:a="http://schemas.openxmlformats.org/drawingml/2006/main" name="Office 主题​​">
  <a:themeElements>
    <a:clrScheme name="蓝气球">
      <a:dk1>
        <a:srgbClr val="000000"/>
      </a:dk1>
      <a:lt1>
        <a:srgbClr val="FFFFFF"/>
      </a:lt1>
      <a:dk2>
        <a:srgbClr val="44546A"/>
      </a:dk2>
      <a:lt2>
        <a:srgbClr val="DBDEDE"/>
      </a:lt2>
      <a:accent1>
        <a:srgbClr val="036EB6"/>
      </a:accent1>
      <a:accent2>
        <a:srgbClr val="8DC11F"/>
      </a:accent2>
      <a:accent3>
        <a:srgbClr val="29A8E0"/>
      </a:accent3>
      <a:accent4>
        <a:srgbClr val="186C3A"/>
      </a:accent4>
      <a:accent5>
        <a:srgbClr val="055688"/>
      </a:accent5>
      <a:accent6>
        <a:srgbClr val="DFD448"/>
      </a:accent6>
      <a:hlink>
        <a:srgbClr val="0563C1"/>
      </a:hlink>
      <a:folHlink>
        <a:srgbClr val="954F72"/>
      </a:folHlink>
    </a:clrScheme>
    <a:fontScheme name="自定义 1">
      <a:majorFont>
        <a:latin typeface="微软雅黑"/>
        <a:ea typeface="微软雅黑"/>
        <a:cs typeface=""/>
      </a:majorFont>
      <a:minorFont>
        <a:latin typeface="微软雅黑 Light"/>
        <a:ea typeface="微软雅黑 Light"/>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914</Words>
  <Application>Microsoft Macintosh PowerPoint</Application>
  <PresentationFormat>宽屏</PresentationFormat>
  <Paragraphs>74</Paragraphs>
  <Slides>11</Slides>
  <Notes>9</Notes>
  <HiddenSlides>0</HiddenSlides>
  <MMClips>0</MMClips>
  <ScaleCrop>false</ScaleCrop>
  <HeadingPairs>
    <vt:vector size="6" baseType="variant">
      <vt:variant>
        <vt:lpstr>已用的字体</vt:lpstr>
      </vt:variant>
      <vt:variant>
        <vt:i4>11</vt:i4>
      </vt:variant>
      <vt:variant>
        <vt:lpstr>主题</vt:lpstr>
      </vt:variant>
      <vt:variant>
        <vt:i4>1</vt:i4>
      </vt:variant>
      <vt:variant>
        <vt:lpstr>幻灯片标题</vt:lpstr>
      </vt:variant>
      <vt:variant>
        <vt:i4>11</vt:i4>
      </vt:variant>
    </vt:vector>
  </HeadingPairs>
  <TitlesOfParts>
    <vt:vector size="23" baseType="lpstr">
      <vt:lpstr>等线</vt:lpstr>
      <vt:lpstr>思源黑体</vt:lpstr>
      <vt:lpstr>思源黑体 CN Light</vt:lpstr>
      <vt:lpstr>思源黑体 Medium</vt:lpstr>
      <vt:lpstr>微软雅黑</vt:lpstr>
      <vt:lpstr>微软雅黑 Light</vt:lpstr>
      <vt:lpstr>新宋体</vt:lpstr>
      <vt:lpstr>Arial</vt:lpstr>
      <vt:lpstr>Arial Black</vt:lpstr>
      <vt:lpstr>Calibri</vt:lpstr>
      <vt:lpstr>Wingdings</vt:lpstr>
      <vt:lpstr>Office 主题​​</vt:lpstr>
      <vt:lpstr>PowerPoint 演示文稿</vt:lpstr>
      <vt:lpstr>精准“靶向”管理的方法学及流程介绍</vt:lpstr>
      <vt:lpstr>方案违背 ——“靶点”量化及标准化</vt:lpstr>
      <vt:lpstr>方案违背 ——  洞察变化规律</vt:lpstr>
      <vt:lpstr>方案违背 —— 分析维度</vt:lpstr>
      <vt:lpstr>方案违背 —— 分析维度</vt:lpstr>
      <vt:lpstr>方案违背 —— 分析解析</vt:lpstr>
      <vt:lpstr>方案违背 —— 分析解析</vt:lpstr>
      <vt:lpstr>方案违背 —— 分析解析</vt:lpstr>
      <vt:lpstr>方案违背 ——有效管理</vt:lpstr>
      <vt:lpstr>Query的“靶向”管理 —— PD 和 Query的相关性分析</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Mr wang</dc:creator>
  <cp:lastModifiedBy>Qitong Hu</cp:lastModifiedBy>
  <cp:revision>6</cp:revision>
  <dcterms:created xsi:type="dcterms:W3CDTF">2024-12-31T06:30:00Z</dcterms:created>
  <dcterms:modified xsi:type="dcterms:W3CDTF">2026-03-30T11:00:17Z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ACF0D3B7C824443FAF4C8440150E4DBF</vt:lpwstr>
  </property>
  <property fmtid="{D5CDD505-2E9C-101B-9397-08002B2CF9AE}" pid="3" name="KSOProductBuildVer">
    <vt:lpwstr>2052-11.1.0.12155</vt:lpwstr>
  </property>
</Properties>
</file>